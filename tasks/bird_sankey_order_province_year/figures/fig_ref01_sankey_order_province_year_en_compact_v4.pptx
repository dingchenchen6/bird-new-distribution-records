
<file path=[Content_Types].xml><?xml version="1.0" encoding="utf-8"?>
<Types xmlns="http://schemas.openxmlformats.org/package/2006/content-types">
  <Default Extension="jpeg" ContentType="image/jpeg"/>
  <Default Extension="rels" ContentType="application/vnd.openxmlformats-package.relationships+xml"/>
  <Default Extension="xml" ContentType="application/xml"/>
  <Default Extension="gif" ContentType="image/gif"/>
  <Default Extension="png" ContentType="image/png"/>
  <Default Extension="svg" ContentType="image/svg+xml"/>
  <Default Extension="bmp" ContentType="image/bmp"/>
  <Default Extension="emf" ContentType="image/x-emf"/>
  <Default Extension="wmf" ContentType="image/x-wmf"/>
  <Default Extension="tiff" ContentType="image/tiff"/>
  <Default Extension="pdf" ContentType="application/pdf"/>
  <Default Extension="jpg" ContentType="application/octet-stream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docProps/core.xml" ContentType="application/vnd.openxmlformats-package.core-properties+xml"/>
  <Override PartName="/docProps/app.xml" ContentType="application/vnd.openxmlformats-officedocument.extended-properties+xml"/>
  <Override PartName="/ppt/slides/slide1.xml" ContentType="application/vnd.openxmlformats-officedocument.presentationml.slide+xml"/>
</Types>
</file>

<file path=_rels/.rels><?xml version="1.0" encoding="UTF-8" standalone="yes"?>

<Relationships  xmlns="http://schemas.openxmlformats.org/package/2006/relationships">
<Relationship Id="rId3" Type="http://schemas.openxmlformats.org/package/2006/relationships/metadata/core-properties" Target="docProps/core.xml"/>
<Relationship Id="rId2" Type="http://schemas.openxmlformats.org/package/2006/relationships/metadata/thumbnail" Target="docProps/thumbnail.jpeg"/>
<Relationship Id="rId1" Type="http://schemas.openxmlformats.org/officeDocument/2006/relationships/officeDocument" Target="ppt/presentation.xml"/>
<Relationship Id="rId4" Type="http://schemas.openxmlformats.org/officeDocument/2006/relationships/extended-properties" Target="docProps/app.xml"/>
</Relationships>
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 autoCompressPictures="0">
  <p:sldMasterIdLst>
    <p:sldMasterId id="2147483648" r:id="rId1"/>
  </p:sldMasterIdLst>
  <p:sldIdLst>
    <p:sldId id="256" r:id="rId6"/>
  </p:sldIdLst>
  <p:sldSz cx="21396325" cy="15087600"/>
  <p:notesSz cx="6858000" cy="9144000"/>
  <p:defaultTextStyle>
    <a:defPPr>
      <a:defRPr lang="en-US"/>
    </a:defPPr>
    <a:lvl1pPr marL="0" algn="l" defTabSz="1489040" rtl="0" eaLnBrk="1" latinLnBrk="0" hangingPunct="1">
      <a:defRPr sz="3000" kern="1200">
        <a:solidFill>
          <a:schemeClr val="tx1"/>
        </a:solidFill>
        <a:latin typeface="+mn-lt"/>
        <a:ea typeface="+mn-ea"/>
        <a:cs typeface="+mn-cs"/>
      </a:defRPr>
    </a:lvl1pPr>
    <a:lvl2pPr marL="744520" algn="l" defTabSz="1489040" rtl="0" eaLnBrk="1" latinLnBrk="0" hangingPunct="1">
      <a:defRPr sz="3000" kern="1200">
        <a:solidFill>
          <a:schemeClr val="tx1"/>
        </a:solidFill>
        <a:latin typeface="+mn-lt"/>
        <a:ea typeface="+mn-ea"/>
        <a:cs typeface="+mn-cs"/>
      </a:defRPr>
    </a:lvl2pPr>
    <a:lvl3pPr marL="1489040" algn="l" defTabSz="1489040" rtl="0" eaLnBrk="1" latinLnBrk="0" hangingPunct="1">
      <a:defRPr sz="3000" kern="1200">
        <a:solidFill>
          <a:schemeClr val="tx1"/>
        </a:solidFill>
        <a:latin typeface="+mn-lt"/>
        <a:ea typeface="+mn-ea"/>
        <a:cs typeface="+mn-cs"/>
      </a:defRPr>
    </a:lvl3pPr>
    <a:lvl4pPr marL="2233562" algn="l" defTabSz="1489040" rtl="0" eaLnBrk="1" latinLnBrk="0" hangingPunct="1">
      <a:defRPr sz="3000" kern="1200">
        <a:solidFill>
          <a:schemeClr val="tx1"/>
        </a:solidFill>
        <a:latin typeface="+mn-lt"/>
        <a:ea typeface="+mn-ea"/>
        <a:cs typeface="+mn-cs"/>
      </a:defRPr>
    </a:lvl4pPr>
    <a:lvl5pPr marL="2978082" algn="l" defTabSz="1489040" rtl="0" eaLnBrk="1" latinLnBrk="0" hangingPunct="1">
      <a:defRPr sz="3000" kern="1200">
        <a:solidFill>
          <a:schemeClr val="tx1"/>
        </a:solidFill>
        <a:latin typeface="+mn-lt"/>
        <a:ea typeface="+mn-ea"/>
        <a:cs typeface="+mn-cs"/>
      </a:defRPr>
    </a:lvl5pPr>
    <a:lvl6pPr marL="3722602" algn="l" defTabSz="1489040" rtl="0" eaLnBrk="1" latinLnBrk="0" hangingPunct="1">
      <a:defRPr sz="3000" kern="1200">
        <a:solidFill>
          <a:schemeClr val="tx1"/>
        </a:solidFill>
        <a:latin typeface="+mn-lt"/>
        <a:ea typeface="+mn-ea"/>
        <a:cs typeface="+mn-cs"/>
      </a:defRPr>
    </a:lvl6pPr>
    <a:lvl7pPr marL="4467122" algn="l" defTabSz="1489040" rtl="0" eaLnBrk="1" latinLnBrk="0" hangingPunct="1">
      <a:defRPr sz="3000" kern="1200">
        <a:solidFill>
          <a:schemeClr val="tx1"/>
        </a:solidFill>
        <a:latin typeface="+mn-lt"/>
        <a:ea typeface="+mn-ea"/>
        <a:cs typeface="+mn-cs"/>
      </a:defRPr>
    </a:lvl7pPr>
    <a:lvl8pPr marL="5211642" algn="l" defTabSz="1489040" rtl="0" eaLnBrk="1" latinLnBrk="0" hangingPunct="1">
      <a:defRPr sz="3000" kern="1200">
        <a:solidFill>
          <a:schemeClr val="tx1"/>
        </a:solidFill>
        <a:latin typeface="+mn-lt"/>
        <a:ea typeface="+mn-ea"/>
        <a:cs typeface="+mn-cs"/>
      </a:defRPr>
    </a:lvl8pPr>
    <a:lvl9pPr marL="5956164" algn="l" defTabSz="1489040" rtl="0" eaLnBrk="1" latinLnBrk="0" hangingPunct="1">
      <a:defRPr sz="3000" kern="1200">
        <a:solidFill>
          <a:schemeClr val="tx1"/>
        </a:solidFill>
        <a:latin typeface="+mn-lt"/>
        <a:ea typeface="+mn-ea"/>
        <a:cs typeface="+mn-cs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94660"/>
  </p:normalViewPr>
  <p:slideViewPr>
    <p:cSldViewPr showGuides="1">
      <p:cViewPr varScale="1">
        <p:scale>
          <a:sx n="38" d="100"/>
          <a:sy n="38" d="100"/>
        </p:scale>
        <p:origin x="-1291" y="-62"/>
      </p:cViewPr>
      <p:guideLst>
        <p:guide orient="horz" pos="4753"/>
        <p:guide pos="6739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

<Relationships  xmlns="http://schemas.openxmlformats.org/package/2006/relationships">
<Relationship Id="rId3" Type="http://schemas.openxmlformats.org/officeDocument/2006/relationships/viewProps" Target="viewProps.xml"/>
<Relationship Id="rId2" Type="http://schemas.openxmlformats.org/officeDocument/2006/relationships/presProps" Target="presProps.xml"/>
<Relationship Id="rId1" Type="http://schemas.openxmlformats.org/officeDocument/2006/relationships/slideMaster" Target="slideMasters/slideMaster1.xml"/>
<Relationship Id="rId5" Type="http://schemas.openxmlformats.org/officeDocument/2006/relationships/tableStyles" Target="tableStyles.xml"/>
<Relationship Id="rId4" Type="http://schemas.openxmlformats.org/officeDocument/2006/relationships/theme" Target="theme/theme1.xml"/>
<Relationship Id="rId6" Type="http://schemas.openxmlformats.org/officeDocument/2006/relationships/slide" Target="slides/slide1.xml"/>
</Relationships>
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604725" y="4686943"/>
            <a:ext cx="18186876" cy="3234055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209449" y="8549640"/>
            <a:ext cx="14977428" cy="385572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74452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148904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2233562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2978082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3722602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4467122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5211642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5956164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smtClean="0"/>
              <a:t>Click to edit Master subtitle style</a:t>
            </a:r>
            <a:endParaRPr lang="en-GB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BA5D40C-A8DC-479A-A5D3-E7B4936A184B}" type="datetimeFigureOut">
              <a:rPr lang="en-GB" smtClean="0"/>
              <a:t>15/07/2015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2235FAC-C7EA-4164-B888-497B3F49A53C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29626357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GB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BA5D40C-A8DC-479A-A5D3-E7B4936A184B}" type="datetimeFigureOut">
              <a:rPr lang="en-GB" smtClean="0"/>
              <a:t>15/07/2015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2235FAC-C7EA-4164-B888-497B3F49A53C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072499689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690163" y="9695184"/>
            <a:ext cx="18186876" cy="2996565"/>
          </a:xfrm>
        </p:spPr>
        <p:txBody>
          <a:bodyPr anchor="t"/>
          <a:lstStyle>
            <a:lvl1pPr algn="l">
              <a:defRPr sz="6500" b="1" cap="all"/>
            </a:lvl1pPr>
          </a:lstStyle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1690163" y="6394774"/>
            <a:ext cx="18186876" cy="3300412"/>
          </a:xfrm>
        </p:spPr>
        <p:txBody>
          <a:bodyPr anchor="b"/>
          <a:lstStyle>
            <a:lvl1pPr marL="0" indent="0">
              <a:buNone/>
              <a:defRPr sz="3300">
                <a:solidFill>
                  <a:schemeClr val="tx1">
                    <a:tint val="75000"/>
                  </a:schemeClr>
                </a:solidFill>
              </a:defRPr>
            </a:lvl1pPr>
            <a:lvl2pPr marL="744520" indent="0">
              <a:buNone/>
              <a:defRPr sz="3000">
                <a:solidFill>
                  <a:schemeClr val="tx1">
                    <a:tint val="75000"/>
                  </a:schemeClr>
                </a:solidFill>
              </a:defRPr>
            </a:lvl2pPr>
            <a:lvl3pPr marL="1489040" indent="0">
              <a:buNone/>
              <a:defRPr sz="2500">
                <a:solidFill>
                  <a:schemeClr val="tx1">
                    <a:tint val="75000"/>
                  </a:schemeClr>
                </a:solidFill>
              </a:defRPr>
            </a:lvl3pPr>
            <a:lvl4pPr marL="2233562" indent="0">
              <a:buNone/>
              <a:defRPr sz="2300">
                <a:solidFill>
                  <a:schemeClr val="tx1">
                    <a:tint val="75000"/>
                  </a:schemeClr>
                </a:solidFill>
              </a:defRPr>
            </a:lvl4pPr>
            <a:lvl5pPr marL="2978082" indent="0">
              <a:buNone/>
              <a:defRPr sz="2300">
                <a:solidFill>
                  <a:schemeClr val="tx1">
                    <a:tint val="75000"/>
                  </a:schemeClr>
                </a:solidFill>
              </a:defRPr>
            </a:lvl5pPr>
            <a:lvl6pPr marL="3722602" indent="0">
              <a:buNone/>
              <a:defRPr sz="2300">
                <a:solidFill>
                  <a:schemeClr val="tx1">
                    <a:tint val="75000"/>
                  </a:schemeClr>
                </a:solidFill>
              </a:defRPr>
            </a:lvl6pPr>
            <a:lvl7pPr marL="4467122" indent="0">
              <a:buNone/>
              <a:defRPr sz="2300">
                <a:solidFill>
                  <a:schemeClr val="tx1">
                    <a:tint val="75000"/>
                  </a:schemeClr>
                </a:solidFill>
              </a:defRPr>
            </a:lvl7pPr>
            <a:lvl8pPr marL="5211642" indent="0">
              <a:buNone/>
              <a:defRPr sz="2300">
                <a:solidFill>
                  <a:schemeClr val="tx1">
                    <a:tint val="75000"/>
                  </a:schemeClr>
                </a:solidFill>
              </a:defRPr>
            </a:lvl8pPr>
            <a:lvl9pPr marL="5956164" indent="0">
              <a:buNone/>
              <a:defRPr sz="23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BA5D40C-A8DC-479A-A5D3-E7B4936A184B}" type="datetimeFigureOut">
              <a:rPr lang="en-GB" smtClean="0"/>
              <a:t>15/07/2015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2235FAC-C7EA-4164-B888-497B3F49A53C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061327686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1158974" y="3520444"/>
            <a:ext cx="10252406" cy="9957118"/>
          </a:xfrm>
        </p:spPr>
        <p:txBody>
          <a:bodyPr/>
          <a:lstStyle>
            <a:lvl1pPr>
              <a:defRPr sz="4500"/>
            </a:lvl1pPr>
            <a:lvl2pPr>
              <a:defRPr sz="4000"/>
            </a:lvl2pPr>
            <a:lvl3pPr>
              <a:defRPr sz="3300"/>
            </a:lvl3pPr>
            <a:lvl4pPr>
              <a:defRPr sz="3000"/>
            </a:lvl4pPr>
            <a:lvl5pPr>
              <a:defRPr sz="3000"/>
            </a:lvl5pPr>
            <a:lvl6pPr>
              <a:defRPr sz="3000"/>
            </a:lvl6pPr>
            <a:lvl7pPr>
              <a:defRPr sz="3000"/>
            </a:lvl7pPr>
            <a:lvl8pPr>
              <a:defRPr sz="3000"/>
            </a:lvl8pPr>
            <a:lvl9pPr>
              <a:defRPr sz="3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GB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11767985" y="3520444"/>
            <a:ext cx="10252406" cy="9957118"/>
          </a:xfrm>
        </p:spPr>
        <p:txBody>
          <a:bodyPr/>
          <a:lstStyle>
            <a:lvl1pPr>
              <a:defRPr sz="4500"/>
            </a:lvl1pPr>
            <a:lvl2pPr>
              <a:defRPr sz="4000"/>
            </a:lvl2pPr>
            <a:lvl3pPr>
              <a:defRPr sz="3300"/>
            </a:lvl3pPr>
            <a:lvl4pPr>
              <a:defRPr sz="3000"/>
            </a:lvl4pPr>
            <a:lvl5pPr>
              <a:defRPr sz="3000"/>
            </a:lvl5pPr>
            <a:lvl6pPr>
              <a:defRPr sz="3000"/>
            </a:lvl6pPr>
            <a:lvl7pPr>
              <a:defRPr sz="3000"/>
            </a:lvl7pPr>
            <a:lvl8pPr>
              <a:defRPr sz="3000"/>
            </a:lvl8pPr>
            <a:lvl9pPr>
              <a:defRPr sz="3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GB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BA5D40C-A8DC-479A-A5D3-E7B4936A184B}" type="datetimeFigureOut">
              <a:rPr lang="en-GB" smtClean="0"/>
              <a:t>15/07/2015</a:t>
            </a:fld>
            <a:endParaRPr lang="en-GB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2235FAC-C7EA-4164-B888-497B3F49A53C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083140367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069816" y="604203"/>
            <a:ext cx="19256693" cy="25146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1069822" y="3377250"/>
            <a:ext cx="9453759" cy="1407476"/>
          </a:xfrm>
        </p:spPr>
        <p:txBody>
          <a:bodyPr anchor="b"/>
          <a:lstStyle>
            <a:lvl1pPr marL="0" indent="0">
              <a:buNone/>
              <a:defRPr sz="4000" b="1"/>
            </a:lvl1pPr>
            <a:lvl2pPr marL="744520" indent="0">
              <a:buNone/>
              <a:defRPr sz="3300" b="1"/>
            </a:lvl2pPr>
            <a:lvl3pPr marL="1489040" indent="0">
              <a:buNone/>
              <a:defRPr sz="3000" b="1"/>
            </a:lvl3pPr>
            <a:lvl4pPr marL="2233562" indent="0">
              <a:buNone/>
              <a:defRPr sz="2500" b="1"/>
            </a:lvl4pPr>
            <a:lvl5pPr marL="2978082" indent="0">
              <a:buNone/>
              <a:defRPr sz="2500" b="1"/>
            </a:lvl5pPr>
            <a:lvl6pPr marL="3722602" indent="0">
              <a:buNone/>
              <a:defRPr sz="2500" b="1"/>
            </a:lvl6pPr>
            <a:lvl7pPr marL="4467122" indent="0">
              <a:buNone/>
              <a:defRPr sz="2500" b="1"/>
            </a:lvl7pPr>
            <a:lvl8pPr marL="5211642" indent="0">
              <a:buNone/>
              <a:defRPr sz="2500" b="1"/>
            </a:lvl8pPr>
            <a:lvl9pPr marL="5956164" indent="0">
              <a:buNone/>
              <a:defRPr sz="25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1069822" y="4784726"/>
            <a:ext cx="9453759" cy="8692833"/>
          </a:xfrm>
        </p:spPr>
        <p:txBody>
          <a:bodyPr/>
          <a:lstStyle>
            <a:lvl1pPr>
              <a:defRPr sz="4000"/>
            </a:lvl1pPr>
            <a:lvl2pPr>
              <a:defRPr sz="3300"/>
            </a:lvl2pPr>
            <a:lvl3pPr>
              <a:defRPr sz="3000"/>
            </a:lvl3pPr>
            <a:lvl4pPr>
              <a:defRPr sz="2500"/>
            </a:lvl4pPr>
            <a:lvl5pPr>
              <a:defRPr sz="2500"/>
            </a:lvl5pPr>
            <a:lvl6pPr>
              <a:defRPr sz="2500"/>
            </a:lvl6pPr>
            <a:lvl7pPr>
              <a:defRPr sz="2500"/>
            </a:lvl7pPr>
            <a:lvl8pPr>
              <a:defRPr sz="2500"/>
            </a:lvl8pPr>
            <a:lvl9pPr>
              <a:defRPr sz="25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GB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10869041" y="3377250"/>
            <a:ext cx="9457475" cy="1407476"/>
          </a:xfrm>
        </p:spPr>
        <p:txBody>
          <a:bodyPr anchor="b"/>
          <a:lstStyle>
            <a:lvl1pPr marL="0" indent="0">
              <a:buNone/>
              <a:defRPr sz="4000" b="1"/>
            </a:lvl1pPr>
            <a:lvl2pPr marL="744520" indent="0">
              <a:buNone/>
              <a:defRPr sz="3300" b="1"/>
            </a:lvl2pPr>
            <a:lvl3pPr marL="1489040" indent="0">
              <a:buNone/>
              <a:defRPr sz="3000" b="1"/>
            </a:lvl3pPr>
            <a:lvl4pPr marL="2233562" indent="0">
              <a:buNone/>
              <a:defRPr sz="2500" b="1"/>
            </a:lvl4pPr>
            <a:lvl5pPr marL="2978082" indent="0">
              <a:buNone/>
              <a:defRPr sz="2500" b="1"/>
            </a:lvl5pPr>
            <a:lvl6pPr marL="3722602" indent="0">
              <a:buNone/>
              <a:defRPr sz="2500" b="1"/>
            </a:lvl6pPr>
            <a:lvl7pPr marL="4467122" indent="0">
              <a:buNone/>
              <a:defRPr sz="2500" b="1"/>
            </a:lvl7pPr>
            <a:lvl8pPr marL="5211642" indent="0">
              <a:buNone/>
              <a:defRPr sz="2500" b="1"/>
            </a:lvl8pPr>
            <a:lvl9pPr marL="5956164" indent="0">
              <a:buNone/>
              <a:defRPr sz="25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10869041" y="4784726"/>
            <a:ext cx="9457475" cy="8692833"/>
          </a:xfrm>
        </p:spPr>
        <p:txBody>
          <a:bodyPr/>
          <a:lstStyle>
            <a:lvl1pPr>
              <a:defRPr sz="4000"/>
            </a:lvl1pPr>
            <a:lvl2pPr>
              <a:defRPr sz="3300"/>
            </a:lvl2pPr>
            <a:lvl3pPr>
              <a:defRPr sz="3000"/>
            </a:lvl3pPr>
            <a:lvl4pPr>
              <a:defRPr sz="2500"/>
            </a:lvl4pPr>
            <a:lvl5pPr>
              <a:defRPr sz="2500"/>
            </a:lvl5pPr>
            <a:lvl6pPr>
              <a:defRPr sz="2500"/>
            </a:lvl6pPr>
            <a:lvl7pPr>
              <a:defRPr sz="2500"/>
            </a:lvl7pPr>
            <a:lvl8pPr>
              <a:defRPr sz="2500"/>
            </a:lvl8pPr>
            <a:lvl9pPr>
              <a:defRPr sz="25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GB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BA5D40C-A8DC-479A-A5D3-E7B4936A184B}" type="datetimeFigureOut">
              <a:rPr lang="en-GB" smtClean="0"/>
              <a:t>15/07/2015</a:t>
            </a:fld>
            <a:endParaRPr lang="en-GB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2235FAC-C7EA-4164-B888-497B3F49A53C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230559702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BA5D40C-A8DC-479A-A5D3-E7B4936A184B}" type="datetimeFigureOut">
              <a:rPr lang="en-GB" smtClean="0"/>
              <a:t>15/07/2015</a:t>
            </a:fld>
            <a:endParaRPr lang="en-GB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2235FAC-C7EA-4164-B888-497B3F49A53C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001564123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BA5D40C-A8DC-479A-A5D3-E7B4936A184B}" type="datetimeFigureOut">
              <a:rPr lang="en-GB" smtClean="0"/>
              <a:t>15/07/2015</a:t>
            </a:fld>
            <a:endParaRPr lang="en-GB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2235FAC-C7EA-4164-B888-497B3F49A53C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431818814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069823" y="600711"/>
            <a:ext cx="7039244" cy="2556510"/>
          </a:xfrm>
        </p:spPr>
        <p:txBody>
          <a:bodyPr anchor="b"/>
          <a:lstStyle>
            <a:lvl1pPr algn="l">
              <a:defRPr sz="3300" b="1"/>
            </a:lvl1pPr>
          </a:lstStyle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8365371" y="600717"/>
            <a:ext cx="11961138" cy="12876850"/>
          </a:xfrm>
        </p:spPr>
        <p:txBody>
          <a:bodyPr/>
          <a:lstStyle>
            <a:lvl1pPr>
              <a:defRPr sz="5200"/>
            </a:lvl1pPr>
            <a:lvl2pPr>
              <a:defRPr sz="4500"/>
            </a:lvl2pPr>
            <a:lvl3pPr>
              <a:defRPr sz="4000"/>
            </a:lvl3pPr>
            <a:lvl4pPr>
              <a:defRPr sz="3300"/>
            </a:lvl4pPr>
            <a:lvl5pPr>
              <a:defRPr sz="3300"/>
            </a:lvl5pPr>
            <a:lvl6pPr>
              <a:defRPr sz="3300"/>
            </a:lvl6pPr>
            <a:lvl7pPr>
              <a:defRPr sz="3300"/>
            </a:lvl7pPr>
            <a:lvl8pPr>
              <a:defRPr sz="3300"/>
            </a:lvl8pPr>
            <a:lvl9pPr>
              <a:defRPr sz="33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GB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069823" y="3157224"/>
            <a:ext cx="7039244" cy="10320338"/>
          </a:xfrm>
        </p:spPr>
        <p:txBody>
          <a:bodyPr/>
          <a:lstStyle>
            <a:lvl1pPr marL="0" indent="0">
              <a:buNone/>
              <a:defRPr sz="2300"/>
            </a:lvl1pPr>
            <a:lvl2pPr marL="744520" indent="0">
              <a:buNone/>
              <a:defRPr sz="2000"/>
            </a:lvl2pPr>
            <a:lvl3pPr marL="1489040" indent="0">
              <a:buNone/>
              <a:defRPr sz="1700"/>
            </a:lvl3pPr>
            <a:lvl4pPr marL="2233562" indent="0">
              <a:buNone/>
              <a:defRPr sz="1400"/>
            </a:lvl4pPr>
            <a:lvl5pPr marL="2978082" indent="0">
              <a:buNone/>
              <a:defRPr sz="1400"/>
            </a:lvl5pPr>
            <a:lvl6pPr marL="3722602" indent="0">
              <a:buNone/>
              <a:defRPr sz="1400"/>
            </a:lvl6pPr>
            <a:lvl7pPr marL="4467122" indent="0">
              <a:buNone/>
              <a:defRPr sz="1400"/>
            </a:lvl7pPr>
            <a:lvl8pPr marL="5211642" indent="0">
              <a:buNone/>
              <a:defRPr sz="1400"/>
            </a:lvl8pPr>
            <a:lvl9pPr marL="5956164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BA5D40C-A8DC-479A-A5D3-E7B4936A184B}" type="datetimeFigureOut">
              <a:rPr lang="en-GB" smtClean="0"/>
              <a:t>15/07/2015</a:t>
            </a:fld>
            <a:endParaRPr lang="en-GB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2235FAC-C7EA-4164-B888-497B3F49A53C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310804531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193829" y="10561320"/>
            <a:ext cx="12837795" cy="1246825"/>
          </a:xfrm>
        </p:spPr>
        <p:txBody>
          <a:bodyPr anchor="b"/>
          <a:lstStyle>
            <a:lvl1pPr algn="l">
              <a:defRPr sz="3300" b="1"/>
            </a:lvl1pPr>
          </a:lstStyle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4193829" y="1348106"/>
            <a:ext cx="12837795" cy="9052560"/>
          </a:xfrm>
        </p:spPr>
        <p:txBody>
          <a:bodyPr/>
          <a:lstStyle>
            <a:lvl1pPr marL="0" indent="0">
              <a:buNone/>
              <a:defRPr sz="5200"/>
            </a:lvl1pPr>
            <a:lvl2pPr marL="744520" indent="0">
              <a:buNone/>
              <a:defRPr sz="4500"/>
            </a:lvl2pPr>
            <a:lvl3pPr marL="1489040" indent="0">
              <a:buNone/>
              <a:defRPr sz="4000"/>
            </a:lvl3pPr>
            <a:lvl4pPr marL="2233562" indent="0">
              <a:buNone/>
              <a:defRPr sz="3300"/>
            </a:lvl4pPr>
            <a:lvl5pPr marL="2978082" indent="0">
              <a:buNone/>
              <a:defRPr sz="3300"/>
            </a:lvl5pPr>
            <a:lvl6pPr marL="3722602" indent="0">
              <a:buNone/>
              <a:defRPr sz="3300"/>
            </a:lvl6pPr>
            <a:lvl7pPr marL="4467122" indent="0">
              <a:buNone/>
              <a:defRPr sz="3300"/>
            </a:lvl7pPr>
            <a:lvl8pPr marL="5211642" indent="0">
              <a:buNone/>
              <a:defRPr sz="3300"/>
            </a:lvl8pPr>
            <a:lvl9pPr marL="5956164" indent="0">
              <a:buNone/>
              <a:defRPr sz="3300"/>
            </a:lvl9pPr>
          </a:lstStyle>
          <a:p>
            <a:endParaRPr lang="en-GB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193829" y="11808145"/>
            <a:ext cx="12837795" cy="1770696"/>
          </a:xfrm>
        </p:spPr>
        <p:txBody>
          <a:bodyPr/>
          <a:lstStyle>
            <a:lvl1pPr marL="0" indent="0">
              <a:buNone/>
              <a:defRPr sz="2300"/>
            </a:lvl1pPr>
            <a:lvl2pPr marL="744520" indent="0">
              <a:buNone/>
              <a:defRPr sz="2000"/>
            </a:lvl2pPr>
            <a:lvl3pPr marL="1489040" indent="0">
              <a:buNone/>
              <a:defRPr sz="1700"/>
            </a:lvl3pPr>
            <a:lvl4pPr marL="2233562" indent="0">
              <a:buNone/>
              <a:defRPr sz="1400"/>
            </a:lvl4pPr>
            <a:lvl5pPr marL="2978082" indent="0">
              <a:buNone/>
              <a:defRPr sz="1400"/>
            </a:lvl5pPr>
            <a:lvl6pPr marL="3722602" indent="0">
              <a:buNone/>
              <a:defRPr sz="1400"/>
            </a:lvl6pPr>
            <a:lvl7pPr marL="4467122" indent="0">
              <a:buNone/>
              <a:defRPr sz="1400"/>
            </a:lvl7pPr>
            <a:lvl8pPr marL="5211642" indent="0">
              <a:buNone/>
              <a:defRPr sz="1400"/>
            </a:lvl8pPr>
            <a:lvl9pPr marL="5956164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BA5D40C-A8DC-479A-A5D3-E7B4936A184B}" type="datetimeFigureOut">
              <a:rPr lang="en-GB" smtClean="0"/>
              <a:t>15/07/2015</a:t>
            </a:fld>
            <a:endParaRPr lang="en-GB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2235FAC-C7EA-4164-B888-497B3F49A53C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056271408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GB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BA5D40C-A8DC-479A-A5D3-E7B4936A184B}" type="datetimeFigureOut">
              <a:rPr lang="en-GB" smtClean="0"/>
              <a:t>15/07/2015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2235FAC-C7EA-4164-B888-497B3F49A53C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804603315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16805030" y="604210"/>
            <a:ext cx="5215356" cy="12873356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1158974" y="604210"/>
            <a:ext cx="15289459" cy="12873356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GB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BA5D40C-A8DC-479A-A5D3-E7B4936A184B}" type="datetimeFigureOut">
              <a:rPr lang="en-GB" smtClean="0"/>
              <a:t>15/07/2015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2235FAC-C7EA-4164-B888-497B3F49A53C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715730913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1069816" y="604203"/>
            <a:ext cx="19256693" cy="2514600"/>
          </a:xfrm>
          <a:prstGeom prst="rect">
            <a:avLst/>
          </a:prstGeom>
        </p:spPr>
        <p:txBody>
          <a:bodyPr vert="horz" lIns="148903" tIns="74452" rIns="148903" bIns="74452" rtlCol="0" anchor="ctr">
            <a:normAutofit/>
          </a:bodyPr>
          <a:lstStyle/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1069816" y="3520444"/>
            <a:ext cx="19256693" cy="9957118"/>
          </a:xfrm>
          <a:prstGeom prst="rect">
            <a:avLst/>
          </a:prstGeom>
        </p:spPr>
        <p:txBody>
          <a:bodyPr vert="horz" lIns="148903" tIns="74452" rIns="148903" bIns="74452" rtlCol="0">
            <a:normAutofit/>
          </a:bodyPr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GB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1069816" y="13983977"/>
            <a:ext cx="4992476" cy="803275"/>
          </a:xfrm>
          <a:prstGeom prst="rect">
            <a:avLst/>
          </a:prstGeom>
        </p:spPr>
        <p:txBody>
          <a:bodyPr vert="horz" lIns="148903" tIns="74452" rIns="148903" bIns="74452" rtlCol="0" anchor="ctr"/>
          <a:lstStyle>
            <a:lvl1pPr algn="l">
              <a:defRPr sz="20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6BA5D40C-A8DC-479A-A5D3-E7B4936A184B}" type="datetimeFigureOut">
              <a:rPr lang="en-GB" smtClean="0"/>
              <a:t>15/07/2015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7310411" y="13983977"/>
            <a:ext cx="6775503" cy="803275"/>
          </a:xfrm>
          <a:prstGeom prst="rect">
            <a:avLst/>
          </a:prstGeom>
        </p:spPr>
        <p:txBody>
          <a:bodyPr vert="horz" lIns="148903" tIns="74452" rIns="148903" bIns="74452" rtlCol="0" anchor="ctr"/>
          <a:lstStyle>
            <a:lvl1pPr algn="ctr">
              <a:defRPr sz="20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15334033" y="13983977"/>
            <a:ext cx="4992476" cy="803275"/>
          </a:xfrm>
          <a:prstGeom prst="rect">
            <a:avLst/>
          </a:prstGeom>
        </p:spPr>
        <p:txBody>
          <a:bodyPr vert="horz" lIns="148903" tIns="74452" rIns="148903" bIns="74452" rtlCol="0" anchor="ctr"/>
          <a:lstStyle>
            <a:lvl1pPr algn="r">
              <a:defRPr sz="20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52235FAC-C7EA-4164-B888-497B3F49A53C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66627459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ctr" defTabSz="1489040" rtl="0" eaLnBrk="1" latinLnBrk="0" hangingPunct="1">
        <a:spcBef>
          <a:spcPct val="0"/>
        </a:spcBef>
        <a:buNone/>
        <a:defRPr sz="72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558390" indent="-558390" algn="l" defTabSz="1489040" rtl="0" eaLnBrk="1" latinLnBrk="0" hangingPunct="1">
        <a:spcBef>
          <a:spcPct val="20000"/>
        </a:spcBef>
        <a:buFont typeface="Arial" panose="020B0604020202020204" pitchFamily="34" charset="0"/>
        <a:buChar char="•"/>
        <a:defRPr sz="5200" kern="1200">
          <a:solidFill>
            <a:schemeClr val="tx1"/>
          </a:solidFill>
          <a:latin typeface="+mn-lt"/>
          <a:ea typeface="+mn-ea"/>
          <a:cs typeface="+mn-cs"/>
        </a:defRPr>
      </a:lvl1pPr>
      <a:lvl2pPr marL="1209845" indent="-465325" algn="l" defTabSz="1489040" rtl="0" eaLnBrk="1" latinLnBrk="0" hangingPunct="1">
        <a:spcBef>
          <a:spcPct val="20000"/>
        </a:spcBef>
        <a:buFont typeface="Arial" panose="020B0604020202020204" pitchFamily="34" charset="0"/>
        <a:buChar char="–"/>
        <a:defRPr sz="4500" kern="1200">
          <a:solidFill>
            <a:schemeClr val="tx1"/>
          </a:solidFill>
          <a:latin typeface="+mn-lt"/>
          <a:ea typeface="+mn-ea"/>
          <a:cs typeface="+mn-cs"/>
        </a:defRPr>
      </a:lvl2pPr>
      <a:lvl3pPr marL="1861301" indent="-372261" algn="l" defTabSz="1489040" rtl="0" eaLnBrk="1" latinLnBrk="0" hangingPunct="1">
        <a:spcBef>
          <a:spcPct val="20000"/>
        </a:spcBef>
        <a:buFont typeface="Arial" panose="020B0604020202020204" pitchFamily="34" charset="0"/>
        <a:buChar char="•"/>
        <a:defRPr sz="4000" kern="1200">
          <a:solidFill>
            <a:schemeClr val="tx1"/>
          </a:solidFill>
          <a:latin typeface="+mn-lt"/>
          <a:ea typeface="+mn-ea"/>
          <a:cs typeface="+mn-cs"/>
        </a:defRPr>
      </a:lvl3pPr>
      <a:lvl4pPr marL="2605821" indent="-372261" algn="l" defTabSz="1489040" rtl="0" eaLnBrk="1" latinLnBrk="0" hangingPunct="1">
        <a:spcBef>
          <a:spcPct val="20000"/>
        </a:spcBef>
        <a:buFont typeface="Arial" panose="020B0604020202020204" pitchFamily="34" charset="0"/>
        <a:buChar char="–"/>
        <a:defRPr sz="3300" kern="1200">
          <a:solidFill>
            <a:schemeClr val="tx1"/>
          </a:solidFill>
          <a:latin typeface="+mn-lt"/>
          <a:ea typeface="+mn-ea"/>
          <a:cs typeface="+mn-cs"/>
        </a:defRPr>
      </a:lvl4pPr>
      <a:lvl5pPr marL="3350341" indent="-372261" algn="l" defTabSz="1489040" rtl="0" eaLnBrk="1" latinLnBrk="0" hangingPunct="1">
        <a:spcBef>
          <a:spcPct val="20000"/>
        </a:spcBef>
        <a:buFont typeface="Arial" panose="020B0604020202020204" pitchFamily="34" charset="0"/>
        <a:buChar char="»"/>
        <a:defRPr sz="3300" kern="1200">
          <a:solidFill>
            <a:schemeClr val="tx1"/>
          </a:solidFill>
          <a:latin typeface="+mn-lt"/>
          <a:ea typeface="+mn-ea"/>
          <a:cs typeface="+mn-cs"/>
        </a:defRPr>
      </a:lvl5pPr>
      <a:lvl6pPr marL="4094863" indent="-372261" algn="l" defTabSz="1489040" rtl="0" eaLnBrk="1" latinLnBrk="0" hangingPunct="1">
        <a:spcBef>
          <a:spcPct val="20000"/>
        </a:spcBef>
        <a:buFont typeface="Arial" panose="020B0604020202020204" pitchFamily="34" charset="0"/>
        <a:buChar char="•"/>
        <a:defRPr sz="3300" kern="1200">
          <a:solidFill>
            <a:schemeClr val="tx1"/>
          </a:solidFill>
          <a:latin typeface="+mn-lt"/>
          <a:ea typeface="+mn-ea"/>
          <a:cs typeface="+mn-cs"/>
        </a:defRPr>
      </a:lvl6pPr>
      <a:lvl7pPr marL="4839383" indent="-372261" algn="l" defTabSz="1489040" rtl="0" eaLnBrk="1" latinLnBrk="0" hangingPunct="1">
        <a:spcBef>
          <a:spcPct val="20000"/>
        </a:spcBef>
        <a:buFont typeface="Arial" panose="020B0604020202020204" pitchFamily="34" charset="0"/>
        <a:buChar char="•"/>
        <a:defRPr sz="3300" kern="1200">
          <a:solidFill>
            <a:schemeClr val="tx1"/>
          </a:solidFill>
          <a:latin typeface="+mn-lt"/>
          <a:ea typeface="+mn-ea"/>
          <a:cs typeface="+mn-cs"/>
        </a:defRPr>
      </a:lvl7pPr>
      <a:lvl8pPr marL="5583903" indent="-372261" algn="l" defTabSz="1489040" rtl="0" eaLnBrk="1" latinLnBrk="0" hangingPunct="1">
        <a:spcBef>
          <a:spcPct val="20000"/>
        </a:spcBef>
        <a:buFont typeface="Arial" panose="020B0604020202020204" pitchFamily="34" charset="0"/>
        <a:buChar char="•"/>
        <a:defRPr sz="3300" kern="1200">
          <a:solidFill>
            <a:schemeClr val="tx1"/>
          </a:solidFill>
          <a:latin typeface="+mn-lt"/>
          <a:ea typeface="+mn-ea"/>
          <a:cs typeface="+mn-cs"/>
        </a:defRPr>
      </a:lvl8pPr>
      <a:lvl9pPr marL="6328423" indent="-372261" algn="l" defTabSz="1489040" rtl="0" eaLnBrk="1" latinLnBrk="0" hangingPunct="1">
        <a:spcBef>
          <a:spcPct val="20000"/>
        </a:spcBef>
        <a:buFont typeface="Arial" panose="020B0604020202020204" pitchFamily="34" charset="0"/>
        <a:buChar char="•"/>
        <a:defRPr sz="33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1489040" rtl="0" eaLnBrk="1" latinLnBrk="0" hangingPunct="1">
        <a:defRPr sz="3000" kern="1200">
          <a:solidFill>
            <a:schemeClr val="tx1"/>
          </a:solidFill>
          <a:latin typeface="+mn-lt"/>
          <a:ea typeface="+mn-ea"/>
          <a:cs typeface="+mn-cs"/>
        </a:defRPr>
      </a:lvl1pPr>
      <a:lvl2pPr marL="744520" algn="l" defTabSz="1489040" rtl="0" eaLnBrk="1" latinLnBrk="0" hangingPunct="1">
        <a:defRPr sz="3000" kern="1200">
          <a:solidFill>
            <a:schemeClr val="tx1"/>
          </a:solidFill>
          <a:latin typeface="+mn-lt"/>
          <a:ea typeface="+mn-ea"/>
          <a:cs typeface="+mn-cs"/>
        </a:defRPr>
      </a:lvl2pPr>
      <a:lvl3pPr marL="1489040" algn="l" defTabSz="1489040" rtl="0" eaLnBrk="1" latinLnBrk="0" hangingPunct="1">
        <a:defRPr sz="3000" kern="1200">
          <a:solidFill>
            <a:schemeClr val="tx1"/>
          </a:solidFill>
          <a:latin typeface="+mn-lt"/>
          <a:ea typeface="+mn-ea"/>
          <a:cs typeface="+mn-cs"/>
        </a:defRPr>
      </a:lvl3pPr>
      <a:lvl4pPr marL="2233562" algn="l" defTabSz="1489040" rtl="0" eaLnBrk="1" latinLnBrk="0" hangingPunct="1">
        <a:defRPr sz="3000" kern="1200">
          <a:solidFill>
            <a:schemeClr val="tx1"/>
          </a:solidFill>
          <a:latin typeface="+mn-lt"/>
          <a:ea typeface="+mn-ea"/>
          <a:cs typeface="+mn-cs"/>
        </a:defRPr>
      </a:lvl4pPr>
      <a:lvl5pPr marL="2978082" algn="l" defTabSz="1489040" rtl="0" eaLnBrk="1" latinLnBrk="0" hangingPunct="1">
        <a:defRPr sz="3000" kern="1200">
          <a:solidFill>
            <a:schemeClr val="tx1"/>
          </a:solidFill>
          <a:latin typeface="+mn-lt"/>
          <a:ea typeface="+mn-ea"/>
          <a:cs typeface="+mn-cs"/>
        </a:defRPr>
      </a:lvl5pPr>
      <a:lvl6pPr marL="3722602" algn="l" defTabSz="1489040" rtl="0" eaLnBrk="1" latinLnBrk="0" hangingPunct="1">
        <a:defRPr sz="3000" kern="1200">
          <a:solidFill>
            <a:schemeClr val="tx1"/>
          </a:solidFill>
          <a:latin typeface="+mn-lt"/>
          <a:ea typeface="+mn-ea"/>
          <a:cs typeface="+mn-cs"/>
        </a:defRPr>
      </a:lvl6pPr>
      <a:lvl7pPr marL="4467122" algn="l" defTabSz="1489040" rtl="0" eaLnBrk="1" latinLnBrk="0" hangingPunct="1">
        <a:defRPr sz="3000" kern="1200">
          <a:solidFill>
            <a:schemeClr val="tx1"/>
          </a:solidFill>
          <a:latin typeface="+mn-lt"/>
          <a:ea typeface="+mn-ea"/>
          <a:cs typeface="+mn-cs"/>
        </a:defRPr>
      </a:lvl7pPr>
      <a:lvl8pPr marL="5211642" algn="l" defTabSz="1489040" rtl="0" eaLnBrk="1" latinLnBrk="0" hangingPunct="1">
        <a:defRPr sz="3000" kern="1200">
          <a:solidFill>
            <a:schemeClr val="tx1"/>
          </a:solidFill>
          <a:latin typeface="+mn-lt"/>
          <a:ea typeface="+mn-ea"/>
          <a:cs typeface="+mn-cs"/>
        </a:defRPr>
      </a:lvl8pPr>
      <a:lvl9pPr marL="5956164" algn="l" defTabSz="1489040" rtl="0" eaLnBrk="1" latinLnBrk="0" hangingPunct="1">
        <a:defRPr sz="30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

<Relationships  xmlns="http://schemas.openxmlformats.org/package/2006/relationships">
<Relationship Id="rId1" Type="http://schemas.openxmlformats.org/officeDocument/2006/relationships/slideLayout" Target="../slideLayouts/slideLayout7.xml"/>
</Relationships>
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"/>
          <p:cNvGrpSpPr/>
          <p:nvPr/>
        </p:nvGrpSpPr>
        <p:grpSpPr>
          <a:xfrm>
            <a:off x="2468563" y="1965960"/>
            <a:ext cx="16459200" cy="11155680"/>
            <a:chOff x="2468563" y="1965960"/>
            <a:chExt cx="16459200" cy="11155680"/>
          </a:xfrm>
        </p:grpSpPr>
        <p:sp>
          <p:nvSpPr>
            <p:cNvPr id="3" name="rc3"/>
            <p:cNvSpPr/>
            <p:nvPr/>
          </p:nvSpPr>
          <p:spPr>
            <a:xfrm>
              <a:off x="2468562" y="1965960"/>
              <a:ext cx="16459200" cy="1115568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2468562" y="1965960"/>
              <a:ext cx="16459200" cy="1115568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" name="pg5"/>
            <p:cNvSpPr/>
            <p:nvPr/>
          </p:nvSpPr>
          <p:spPr>
            <a:xfrm>
              <a:off x="4799595" y="4015356"/>
              <a:ext cx="11981298" cy="1512004"/>
            </a:xfrm>
            <a:custGeom>
              <a:avLst/>
              <a:pathLst>
                <a:path w="11981298" h="1512004">
                  <a:moveTo>
                    <a:pt x="0" y="24518"/>
                  </a:moveTo>
                  <a:lnTo>
                    <a:pt x="1471387" y="24518"/>
                  </a:lnTo>
                  <a:lnTo>
                    <a:pt x="1472598" y="24555"/>
                  </a:lnTo>
                  <a:lnTo>
                    <a:pt x="1480548" y="24815"/>
                  </a:lnTo>
                  <a:lnTo>
                    <a:pt x="1500549" y="25534"/>
                  </a:lnTo>
                  <a:lnTo>
                    <a:pt x="1536215" y="26950"/>
                  </a:lnTo>
                  <a:lnTo>
                    <a:pt x="1589184" y="29279"/>
                  </a:lnTo>
                  <a:lnTo>
                    <a:pt x="1659000" y="32697"/>
                  </a:lnTo>
                  <a:lnTo>
                    <a:pt x="1743316" y="37319"/>
                  </a:lnTo>
                  <a:lnTo>
                    <a:pt x="1838440" y="43199"/>
                  </a:lnTo>
                  <a:lnTo>
                    <a:pt x="1940060" y="50343"/>
                  </a:lnTo>
                  <a:lnTo>
                    <a:pt x="2043964" y="58726"/>
                  </a:lnTo>
                  <a:lnTo>
                    <a:pt x="2146558" y="68322"/>
                  </a:lnTo>
                  <a:lnTo>
                    <a:pt x="2245142" y="79124"/>
                  </a:lnTo>
                  <a:lnTo>
                    <a:pt x="2337955" y="91156"/>
                  </a:lnTo>
                  <a:lnTo>
                    <a:pt x="2424070" y="104486"/>
                  </a:lnTo>
                  <a:lnTo>
                    <a:pt x="2503222" y="119231"/>
                  </a:lnTo>
                  <a:lnTo>
                    <a:pt x="2575626" y="135551"/>
                  </a:lnTo>
                  <a:lnTo>
                    <a:pt x="2641809" y="153649"/>
                  </a:lnTo>
                  <a:lnTo>
                    <a:pt x="2702488" y="173764"/>
                  </a:lnTo>
                  <a:lnTo>
                    <a:pt x="2758473" y="196155"/>
                  </a:lnTo>
                  <a:lnTo>
                    <a:pt x="2810599" y="221075"/>
                  </a:lnTo>
                  <a:lnTo>
                    <a:pt x="2859671" y="248734"/>
                  </a:lnTo>
                  <a:lnTo>
                    <a:pt x="2896531" y="272433"/>
                  </a:lnTo>
                  <a:lnTo>
                    <a:pt x="2943244" y="306191"/>
                  </a:lnTo>
                  <a:lnTo>
                    <a:pt x="2988587" y="343029"/>
                  </a:lnTo>
                  <a:lnTo>
                    <a:pt x="3033024" y="383001"/>
                  </a:lnTo>
                  <a:lnTo>
                    <a:pt x="3076907" y="426081"/>
                  </a:lnTo>
                  <a:lnTo>
                    <a:pt x="3120496" y="472150"/>
                  </a:lnTo>
                  <a:lnTo>
                    <a:pt x="3163972" y="520990"/>
                  </a:lnTo>
                  <a:lnTo>
                    <a:pt x="3207453" y="572283"/>
                  </a:lnTo>
                  <a:lnTo>
                    <a:pt x="3251000" y="625613"/>
                  </a:lnTo>
                  <a:lnTo>
                    <a:pt x="3294627" y="680481"/>
                  </a:lnTo>
                  <a:lnTo>
                    <a:pt x="3338318" y="736319"/>
                  </a:lnTo>
                  <a:lnTo>
                    <a:pt x="3382036" y="792513"/>
                  </a:lnTo>
                  <a:lnTo>
                    <a:pt x="3425733" y="848436"/>
                  </a:lnTo>
                  <a:lnTo>
                    <a:pt x="3469371" y="903472"/>
                  </a:lnTo>
                  <a:lnTo>
                    <a:pt x="3512928" y="957044"/>
                  </a:lnTo>
                  <a:lnTo>
                    <a:pt x="3556416" y="1008643"/>
                  </a:lnTo>
                  <a:lnTo>
                    <a:pt x="3599887" y="1057840"/>
                  </a:lnTo>
                  <a:lnTo>
                    <a:pt x="3643451" y="1104303"/>
                  </a:lnTo>
                  <a:lnTo>
                    <a:pt x="3687280" y="1147802"/>
                  </a:lnTo>
                  <a:lnTo>
                    <a:pt x="3731623" y="1188204"/>
                  </a:lnTo>
                  <a:lnTo>
                    <a:pt x="3776818" y="1225470"/>
                  </a:lnTo>
                  <a:lnTo>
                    <a:pt x="3823311" y="1259644"/>
                  </a:lnTo>
                  <a:lnTo>
                    <a:pt x="3829811" y="1264090"/>
                  </a:lnTo>
                  <a:lnTo>
                    <a:pt x="3876999" y="1293972"/>
                  </a:lnTo>
                  <a:lnTo>
                    <a:pt x="3926663" y="1321029"/>
                  </a:lnTo>
                  <a:lnTo>
                    <a:pt x="3979549" y="1345385"/>
                  </a:lnTo>
                  <a:lnTo>
                    <a:pt x="4036472" y="1367265"/>
                  </a:lnTo>
                  <a:lnTo>
                    <a:pt x="4098268" y="1386925"/>
                  </a:lnTo>
                  <a:lnTo>
                    <a:pt x="4165732" y="1404622"/>
                  </a:lnTo>
                  <a:lnTo>
                    <a:pt x="4239550" y="1420588"/>
                  </a:lnTo>
                  <a:lnTo>
                    <a:pt x="4320195" y="1435016"/>
                  </a:lnTo>
                  <a:lnTo>
                    <a:pt x="4407792" y="1448060"/>
                  </a:lnTo>
                  <a:lnTo>
                    <a:pt x="4501950" y="1459823"/>
                  </a:lnTo>
                  <a:lnTo>
                    <a:pt x="4601575" y="1470364"/>
                  </a:lnTo>
                  <a:lnTo>
                    <a:pt x="4704711" y="1479702"/>
                  </a:lnTo>
                  <a:lnTo>
                    <a:pt x="4808454" y="1487821"/>
                  </a:lnTo>
                  <a:lnTo>
                    <a:pt x="4909047" y="1494695"/>
                  </a:lnTo>
                  <a:lnTo>
                    <a:pt x="5002202" y="1500303"/>
                  </a:lnTo>
                  <a:lnTo>
                    <a:pt x="5083677" y="1504659"/>
                  </a:lnTo>
                  <a:lnTo>
                    <a:pt x="5150012" y="1507831"/>
                  </a:lnTo>
                  <a:lnTo>
                    <a:pt x="5199229" y="1509947"/>
                  </a:lnTo>
                  <a:lnTo>
                    <a:pt x="5231318" y="1511194"/>
                  </a:lnTo>
                  <a:lnTo>
                    <a:pt x="5248363" y="1511794"/>
                  </a:lnTo>
                  <a:lnTo>
                    <a:pt x="5254362" y="1511987"/>
                  </a:lnTo>
                  <a:lnTo>
                    <a:pt x="5254955" y="1512004"/>
                  </a:lnTo>
                  <a:lnTo>
                    <a:pt x="6726343" y="1512004"/>
                  </a:lnTo>
                  <a:lnTo>
                    <a:pt x="6727557" y="1511970"/>
                  </a:lnTo>
                  <a:lnTo>
                    <a:pt x="6735526" y="1511725"/>
                  </a:lnTo>
                  <a:lnTo>
                    <a:pt x="6755576" y="1511047"/>
                  </a:lnTo>
                  <a:lnTo>
                    <a:pt x="6791323" y="1509714"/>
                  </a:lnTo>
                  <a:lnTo>
                    <a:pt x="6844406" y="1507520"/>
                  </a:lnTo>
                  <a:lnTo>
                    <a:pt x="6914357" y="1504301"/>
                  </a:lnTo>
                  <a:lnTo>
                    <a:pt x="6998818" y="1499948"/>
                  </a:lnTo>
                  <a:lnTo>
                    <a:pt x="7094079" y="1494410"/>
                  </a:lnTo>
                  <a:lnTo>
                    <a:pt x="7195819" y="1487684"/>
                  </a:lnTo>
                  <a:lnTo>
                    <a:pt x="7299815" y="1479791"/>
                  </a:lnTo>
                  <a:lnTo>
                    <a:pt x="7402471" y="1470757"/>
                  </a:lnTo>
                  <a:lnTo>
                    <a:pt x="7501090" y="1460588"/>
                  </a:lnTo>
                  <a:lnTo>
                    <a:pt x="7593914" y="1449261"/>
                  </a:lnTo>
                  <a:lnTo>
                    <a:pt x="7680023" y="1436711"/>
                  </a:lnTo>
                  <a:lnTo>
                    <a:pt x="7759157" y="1422828"/>
                  </a:lnTo>
                  <a:lnTo>
                    <a:pt x="7831536" y="1407460"/>
                  </a:lnTo>
                  <a:lnTo>
                    <a:pt x="7897692" y="1390415"/>
                  </a:lnTo>
                  <a:lnTo>
                    <a:pt x="7958346" y="1371469"/>
                  </a:lnTo>
                  <a:lnTo>
                    <a:pt x="8014312" y="1350377"/>
                  </a:lnTo>
                  <a:lnTo>
                    <a:pt x="8066425" y="1326901"/>
                  </a:lnTo>
                  <a:lnTo>
                    <a:pt x="8115493" y="1300845"/>
                  </a:lnTo>
                  <a:lnTo>
                    <a:pt x="8151487" y="1279074"/>
                  </a:lnTo>
                  <a:lnTo>
                    <a:pt x="8198942" y="1246819"/>
                  </a:lnTo>
                  <a:lnTo>
                    <a:pt x="8244992" y="1211576"/>
                  </a:lnTo>
                  <a:lnTo>
                    <a:pt x="8290119" y="1173291"/>
                  </a:lnTo>
                  <a:lnTo>
                    <a:pt x="8334689" y="1131994"/>
                  </a:lnTo>
                  <a:lnTo>
                    <a:pt x="8378970" y="1087809"/>
                  </a:lnTo>
                  <a:lnTo>
                    <a:pt x="8423146" y="1040957"/>
                  </a:lnTo>
                  <a:lnTo>
                    <a:pt x="8467335" y="991761"/>
                  </a:lnTo>
                  <a:lnTo>
                    <a:pt x="8511596" y="940639"/>
                  </a:lnTo>
                  <a:lnTo>
                    <a:pt x="8555940" y="888094"/>
                  </a:lnTo>
                  <a:lnTo>
                    <a:pt x="8600344" y="834692"/>
                  </a:lnTo>
                  <a:lnTo>
                    <a:pt x="8644769" y="781043"/>
                  </a:lnTo>
                  <a:lnTo>
                    <a:pt x="8689164" y="727764"/>
                  </a:lnTo>
                  <a:lnTo>
                    <a:pt x="8733492" y="675459"/>
                  </a:lnTo>
                  <a:lnTo>
                    <a:pt x="8777736" y="624684"/>
                  </a:lnTo>
                  <a:lnTo>
                    <a:pt x="8821917" y="575925"/>
                  </a:lnTo>
                  <a:lnTo>
                    <a:pt x="8866102" y="529582"/>
                  </a:lnTo>
                  <a:lnTo>
                    <a:pt x="8910423" y="485959"/>
                  </a:lnTo>
                  <a:lnTo>
                    <a:pt x="8955080" y="445256"/>
                  </a:lnTo>
                  <a:lnTo>
                    <a:pt x="9000359" y="407578"/>
                  </a:lnTo>
                  <a:lnTo>
                    <a:pt x="9046646" y="372937"/>
                  </a:lnTo>
                  <a:lnTo>
                    <a:pt x="9084767" y="347352"/>
                  </a:lnTo>
                  <a:lnTo>
                    <a:pt x="9131996" y="319253"/>
                  </a:lnTo>
                  <a:lnTo>
                    <a:pt x="9181706" y="293813"/>
                  </a:lnTo>
                  <a:lnTo>
                    <a:pt x="9234646" y="270914"/>
                  </a:lnTo>
                  <a:lnTo>
                    <a:pt x="9291632" y="250346"/>
                  </a:lnTo>
                  <a:lnTo>
                    <a:pt x="9353502" y="231865"/>
                  </a:lnTo>
                  <a:lnTo>
                    <a:pt x="9421053" y="215232"/>
                  </a:lnTo>
                  <a:lnTo>
                    <a:pt x="9494972" y="200227"/>
                  </a:lnTo>
                  <a:lnTo>
                    <a:pt x="9575732" y="186667"/>
                  </a:lnTo>
                  <a:lnTo>
                    <a:pt x="9663454" y="174411"/>
                  </a:lnTo>
                  <a:lnTo>
                    <a:pt x="9757743" y="163359"/>
                  </a:lnTo>
                  <a:lnTo>
                    <a:pt x="9857497" y="153456"/>
                  </a:lnTo>
                  <a:lnTo>
                    <a:pt x="9960743" y="144687"/>
                  </a:lnTo>
                  <a:lnTo>
                    <a:pt x="10064563" y="137064"/>
                  </a:lnTo>
                  <a:lnTo>
                    <a:pt x="10165181" y="130614"/>
                  </a:lnTo>
                  <a:lnTo>
                    <a:pt x="10258295" y="125355"/>
                  </a:lnTo>
                  <a:lnTo>
                    <a:pt x="10339658" y="121274"/>
                  </a:lnTo>
                  <a:lnTo>
                    <a:pt x="10405815" y="118307"/>
                  </a:lnTo>
                  <a:lnTo>
                    <a:pt x="10454811" y="116330"/>
                  </a:lnTo>
                  <a:lnTo>
                    <a:pt x="10486666" y="115170"/>
                  </a:lnTo>
                  <a:lnTo>
                    <a:pt x="10503501" y="114613"/>
                  </a:lnTo>
                  <a:lnTo>
                    <a:pt x="10509357" y="114437"/>
                  </a:lnTo>
                  <a:lnTo>
                    <a:pt x="10509911" y="114421"/>
                  </a:lnTo>
                  <a:lnTo>
                    <a:pt x="11981298" y="114421"/>
                  </a:lnTo>
                  <a:lnTo>
                    <a:pt x="11981298" y="89902"/>
                  </a:lnTo>
                  <a:lnTo>
                    <a:pt x="10509911" y="89902"/>
                  </a:lnTo>
                  <a:lnTo>
                    <a:pt x="10508697" y="89937"/>
                  </a:lnTo>
                  <a:lnTo>
                    <a:pt x="10500727" y="90182"/>
                  </a:lnTo>
                  <a:lnTo>
                    <a:pt x="10480677" y="90860"/>
                  </a:lnTo>
                  <a:lnTo>
                    <a:pt x="10444930" y="92193"/>
                  </a:lnTo>
                  <a:lnTo>
                    <a:pt x="10391848" y="94387"/>
                  </a:lnTo>
                  <a:lnTo>
                    <a:pt x="10321896" y="97606"/>
                  </a:lnTo>
                  <a:lnTo>
                    <a:pt x="10237435" y="101959"/>
                  </a:lnTo>
                  <a:lnTo>
                    <a:pt x="10142174" y="107496"/>
                  </a:lnTo>
                  <a:lnTo>
                    <a:pt x="10040434" y="114223"/>
                  </a:lnTo>
                  <a:lnTo>
                    <a:pt x="9936439" y="122115"/>
                  </a:lnTo>
                  <a:lnTo>
                    <a:pt x="9833782" y="131150"/>
                  </a:lnTo>
                  <a:lnTo>
                    <a:pt x="9735163" y="141318"/>
                  </a:lnTo>
                  <a:lnTo>
                    <a:pt x="9642339" y="152646"/>
                  </a:lnTo>
                  <a:lnTo>
                    <a:pt x="9556231" y="165196"/>
                  </a:lnTo>
                  <a:lnTo>
                    <a:pt x="9477096" y="179079"/>
                  </a:lnTo>
                  <a:lnTo>
                    <a:pt x="9404717" y="194447"/>
                  </a:lnTo>
                  <a:lnTo>
                    <a:pt x="9338561" y="211491"/>
                  </a:lnTo>
                  <a:lnTo>
                    <a:pt x="9277907" y="230438"/>
                  </a:lnTo>
                  <a:lnTo>
                    <a:pt x="9221941" y="251529"/>
                  </a:lnTo>
                  <a:lnTo>
                    <a:pt x="9169828" y="275006"/>
                  </a:lnTo>
                  <a:lnTo>
                    <a:pt x="9120761" y="301061"/>
                  </a:lnTo>
                  <a:lnTo>
                    <a:pt x="9084767" y="322833"/>
                  </a:lnTo>
                  <a:lnTo>
                    <a:pt x="9037311" y="355087"/>
                  </a:lnTo>
                  <a:lnTo>
                    <a:pt x="8991261" y="390331"/>
                  </a:lnTo>
                  <a:lnTo>
                    <a:pt x="8946134" y="428616"/>
                  </a:lnTo>
                  <a:lnTo>
                    <a:pt x="8901564" y="469912"/>
                  </a:lnTo>
                  <a:lnTo>
                    <a:pt x="8857284" y="514097"/>
                  </a:lnTo>
                  <a:lnTo>
                    <a:pt x="8813107" y="560949"/>
                  </a:lnTo>
                  <a:lnTo>
                    <a:pt x="8768918" y="610145"/>
                  </a:lnTo>
                  <a:lnTo>
                    <a:pt x="8724657" y="661268"/>
                  </a:lnTo>
                  <a:lnTo>
                    <a:pt x="8680314" y="713813"/>
                  </a:lnTo>
                  <a:lnTo>
                    <a:pt x="8635909" y="767214"/>
                  </a:lnTo>
                  <a:lnTo>
                    <a:pt x="8591485" y="820864"/>
                  </a:lnTo>
                  <a:lnTo>
                    <a:pt x="8547089" y="874142"/>
                  </a:lnTo>
                  <a:lnTo>
                    <a:pt x="8502761" y="926447"/>
                  </a:lnTo>
                  <a:lnTo>
                    <a:pt x="8458517" y="977223"/>
                  </a:lnTo>
                  <a:lnTo>
                    <a:pt x="8414337" y="1025982"/>
                  </a:lnTo>
                  <a:lnTo>
                    <a:pt x="8370151" y="1072325"/>
                  </a:lnTo>
                  <a:lnTo>
                    <a:pt x="8325830" y="1115948"/>
                  </a:lnTo>
                  <a:lnTo>
                    <a:pt x="8281173" y="1156651"/>
                  </a:lnTo>
                  <a:lnTo>
                    <a:pt x="8235894" y="1194329"/>
                  </a:lnTo>
                  <a:lnTo>
                    <a:pt x="8189607" y="1228969"/>
                  </a:lnTo>
                  <a:lnTo>
                    <a:pt x="8151487" y="1254555"/>
                  </a:lnTo>
                  <a:lnTo>
                    <a:pt x="8104257" y="1282654"/>
                  </a:lnTo>
                  <a:lnTo>
                    <a:pt x="8054547" y="1308094"/>
                  </a:lnTo>
                  <a:lnTo>
                    <a:pt x="8001607" y="1330993"/>
                  </a:lnTo>
                  <a:lnTo>
                    <a:pt x="7944621" y="1351561"/>
                  </a:lnTo>
                  <a:lnTo>
                    <a:pt x="7882751" y="1370041"/>
                  </a:lnTo>
                  <a:lnTo>
                    <a:pt x="7815200" y="1386675"/>
                  </a:lnTo>
                  <a:lnTo>
                    <a:pt x="7741281" y="1401680"/>
                  </a:lnTo>
                  <a:lnTo>
                    <a:pt x="7660522" y="1415239"/>
                  </a:lnTo>
                  <a:lnTo>
                    <a:pt x="7572799" y="1427496"/>
                  </a:lnTo>
                  <a:lnTo>
                    <a:pt x="7478510" y="1438548"/>
                  </a:lnTo>
                  <a:lnTo>
                    <a:pt x="7378756" y="1448451"/>
                  </a:lnTo>
                  <a:lnTo>
                    <a:pt x="7275510" y="1457220"/>
                  </a:lnTo>
                  <a:lnTo>
                    <a:pt x="7171690" y="1464843"/>
                  </a:lnTo>
                  <a:lnTo>
                    <a:pt x="7071073" y="1471293"/>
                  </a:lnTo>
                  <a:lnTo>
                    <a:pt x="6977959" y="1476551"/>
                  </a:lnTo>
                  <a:lnTo>
                    <a:pt x="6896595" y="1480633"/>
                  </a:lnTo>
                  <a:lnTo>
                    <a:pt x="6830438" y="1483600"/>
                  </a:lnTo>
                  <a:lnTo>
                    <a:pt x="6781442" y="1485576"/>
                  </a:lnTo>
                  <a:lnTo>
                    <a:pt x="6749587" y="1486737"/>
                  </a:lnTo>
                  <a:lnTo>
                    <a:pt x="6732752" y="1487293"/>
                  </a:lnTo>
                  <a:lnTo>
                    <a:pt x="6726896" y="1487470"/>
                  </a:lnTo>
                  <a:lnTo>
                    <a:pt x="6726343" y="1487485"/>
                  </a:lnTo>
                  <a:lnTo>
                    <a:pt x="5254955" y="1487485"/>
                  </a:lnTo>
                  <a:lnTo>
                    <a:pt x="5253744" y="1487449"/>
                  </a:lnTo>
                  <a:lnTo>
                    <a:pt x="5245794" y="1487189"/>
                  </a:lnTo>
                  <a:lnTo>
                    <a:pt x="5225793" y="1486469"/>
                  </a:lnTo>
                  <a:lnTo>
                    <a:pt x="5190127" y="1485054"/>
                  </a:lnTo>
                  <a:lnTo>
                    <a:pt x="5137158" y="1482725"/>
                  </a:lnTo>
                  <a:lnTo>
                    <a:pt x="5067342" y="1479307"/>
                  </a:lnTo>
                  <a:lnTo>
                    <a:pt x="4983026" y="1474685"/>
                  </a:lnTo>
                  <a:lnTo>
                    <a:pt x="4887902" y="1468805"/>
                  </a:lnTo>
                  <a:lnTo>
                    <a:pt x="4786282" y="1461661"/>
                  </a:lnTo>
                  <a:lnTo>
                    <a:pt x="4682378" y="1453278"/>
                  </a:lnTo>
                  <a:lnTo>
                    <a:pt x="4579784" y="1443681"/>
                  </a:lnTo>
                  <a:lnTo>
                    <a:pt x="4481200" y="1432880"/>
                  </a:lnTo>
                  <a:lnTo>
                    <a:pt x="4388387" y="1420848"/>
                  </a:lnTo>
                  <a:lnTo>
                    <a:pt x="4302272" y="1407517"/>
                  </a:lnTo>
                  <a:lnTo>
                    <a:pt x="4223120" y="1392773"/>
                  </a:lnTo>
                  <a:lnTo>
                    <a:pt x="4150716" y="1376453"/>
                  </a:lnTo>
                  <a:lnTo>
                    <a:pt x="4084533" y="1358355"/>
                  </a:lnTo>
                  <a:lnTo>
                    <a:pt x="4023854" y="1338239"/>
                  </a:lnTo>
                  <a:lnTo>
                    <a:pt x="3967869" y="1315849"/>
                  </a:lnTo>
                  <a:lnTo>
                    <a:pt x="3915743" y="1290928"/>
                  </a:lnTo>
                  <a:lnTo>
                    <a:pt x="3866671" y="1263270"/>
                  </a:lnTo>
                  <a:lnTo>
                    <a:pt x="3829811" y="1239571"/>
                  </a:lnTo>
                  <a:lnTo>
                    <a:pt x="3783098" y="1205813"/>
                  </a:lnTo>
                  <a:lnTo>
                    <a:pt x="3737755" y="1168975"/>
                  </a:lnTo>
                  <a:lnTo>
                    <a:pt x="3693318" y="1129003"/>
                  </a:lnTo>
                  <a:lnTo>
                    <a:pt x="3649435" y="1085922"/>
                  </a:lnTo>
                  <a:lnTo>
                    <a:pt x="3605846" y="1039853"/>
                  </a:lnTo>
                  <a:lnTo>
                    <a:pt x="3562370" y="991013"/>
                  </a:lnTo>
                  <a:lnTo>
                    <a:pt x="3518889" y="939721"/>
                  </a:lnTo>
                  <a:lnTo>
                    <a:pt x="3475343" y="886390"/>
                  </a:lnTo>
                  <a:lnTo>
                    <a:pt x="3431715" y="831522"/>
                  </a:lnTo>
                  <a:lnTo>
                    <a:pt x="3388024" y="775685"/>
                  </a:lnTo>
                  <a:lnTo>
                    <a:pt x="3344307" y="719491"/>
                  </a:lnTo>
                  <a:lnTo>
                    <a:pt x="3300609" y="663567"/>
                  </a:lnTo>
                  <a:lnTo>
                    <a:pt x="3256971" y="608532"/>
                  </a:lnTo>
                  <a:lnTo>
                    <a:pt x="3213414" y="554959"/>
                  </a:lnTo>
                  <a:lnTo>
                    <a:pt x="3169927" y="503361"/>
                  </a:lnTo>
                  <a:lnTo>
                    <a:pt x="3126455" y="454164"/>
                  </a:lnTo>
                  <a:lnTo>
                    <a:pt x="3082891" y="407700"/>
                  </a:lnTo>
                  <a:lnTo>
                    <a:pt x="3039062" y="364202"/>
                  </a:lnTo>
                  <a:lnTo>
                    <a:pt x="2994719" y="323800"/>
                  </a:lnTo>
                  <a:lnTo>
                    <a:pt x="2949524" y="286534"/>
                  </a:lnTo>
                  <a:lnTo>
                    <a:pt x="2903032" y="252360"/>
                  </a:lnTo>
                  <a:lnTo>
                    <a:pt x="2896531" y="247914"/>
                  </a:lnTo>
                  <a:lnTo>
                    <a:pt x="2849343" y="218032"/>
                  </a:lnTo>
                  <a:lnTo>
                    <a:pt x="2799679" y="190975"/>
                  </a:lnTo>
                  <a:lnTo>
                    <a:pt x="2746794" y="166618"/>
                  </a:lnTo>
                  <a:lnTo>
                    <a:pt x="2689870" y="144739"/>
                  </a:lnTo>
                  <a:lnTo>
                    <a:pt x="2628074" y="125078"/>
                  </a:lnTo>
                  <a:lnTo>
                    <a:pt x="2560610" y="107381"/>
                  </a:lnTo>
                  <a:lnTo>
                    <a:pt x="2486792" y="91416"/>
                  </a:lnTo>
                  <a:lnTo>
                    <a:pt x="2406147" y="76987"/>
                  </a:lnTo>
                  <a:lnTo>
                    <a:pt x="2318550" y="63944"/>
                  </a:lnTo>
                  <a:lnTo>
                    <a:pt x="2224393" y="52181"/>
                  </a:lnTo>
                  <a:lnTo>
                    <a:pt x="2124767" y="41639"/>
                  </a:lnTo>
                  <a:lnTo>
                    <a:pt x="2021631" y="32302"/>
                  </a:lnTo>
                  <a:lnTo>
                    <a:pt x="1917888" y="24183"/>
                  </a:lnTo>
                  <a:lnTo>
                    <a:pt x="1817295" y="17309"/>
                  </a:lnTo>
                  <a:lnTo>
                    <a:pt x="1724141" y="11701"/>
                  </a:lnTo>
                  <a:lnTo>
                    <a:pt x="1642665" y="7344"/>
                  </a:lnTo>
                  <a:lnTo>
                    <a:pt x="1576330" y="4173"/>
                  </a:lnTo>
                  <a:lnTo>
                    <a:pt x="1527113" y="2057"/>
                  </a:lnTo>
                  <a:lnTo>
                    <a:pt x="1495024" y="810"/>
                  </a:lnTo>
                  <a:lnTo>
                    <a:pt x="1477980" y="210"/>
                  </a:lnTo>
                  <a:lnTo>
                    <a:pt x="1471980" y="17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6" name="pl6"/>
            <p:cNvSpPr/>
            <p:nvPr/>
          </p:nvSpPr>
          <p:spPr>
            <a:xfrm>
              <a:off x="4799595" y="4039875"/>
              <a:ext cx="11981298" cy="1487485"/>
            </a:xfrm>
            <a:custGeom>
              <a:avLst/>
              <a:pathLst>
                <a:path w="11981298" h="1487485">
                  <a:moveTo>
                    <a:pt x="0" y="0"/>
                  </a:moveTo>
                  <a:lnTo>
                    <a:pt x="1471387" y="0"/>
                  </a:lnTo>
                  <a:lnTo>
                    <a:pt x="1472598" y="36"/>
                  </a:lnTo>
                  <a:lnTo>
                    <a:pt x="1480548" y="296"/>
                  </a:lnTo>
                  <a:lnTo>
                    <a:pt x="1500549" y="1015"/>
                  </a:lnTo>
                  <a:lnTo>
                    <a:pt x="1536215" y="2431"/>
                  </a:lnTo>
                  <a:lnTo>
                    <a:pt x="1589184" y="4760"/>
                  </a:lnTo>
                  <a:lnTo>
                    <a:pt x="1659000" y="8178"/>
                  </a:lnTo>
                  <a:lnTo>
                    <a:pt x="1743316" y="12800"/>
                  </a:lnTo>
                  <a:lnTo>
                    <a:pt x="1838440" y="18680"/>
                  </a:lnTo>
                  <a:lnTo>
                    <a:pt x="1940060" y="25824"/>
                  </a:lnTo>
                  <a:lnTo>
                    <a:pt x="2043964" y="34207"/>
                  </a:lnTo>
                  <a:lnTo>
                    <a:pt x="2146558" y="43803"/>
                  </a:lnTo>
                  <a:lnTo>
                    <a:pt x="2245142" y="54605"/>
                  </a:lnTo>
                  <a:lnTo>
                    <a:pt x="2337955" y="66637"/>
                  </a:lnTo>
                  <a:lnTo>
                    <a:pt x="2424070" y="79967"/>
                  </a:lnTo>
                  <a:lnTo>
                    <a:pt x="2503222" y="94712"/>
                  </a:lnTo>
                  <a:lnTo>
                    <a:pt x="2575626" y="111032"/>
                  </a:lnTo>
                  <a:lnTo>
                    <a:pt x="2641809" y="129130"/>
                  </a:lnTo>
                  <a:lnTo>
                    <a:pt x="2702488" y="149245"/>
                  </a:lnTo>
                  <a:lnTo>
                    <a:pt x="2758473" y="171636"/>
                  </a:lnTo>
                  <a:lnTo>
                    <a:pt x="2810599" y="196556"/>
                  </a:lnTo>
                  <a:lnTo>
                    <a:pt x="2859671" y="224215"/>
                  </a:lnTo>
                  <a:lnTo>
                    <a:pt x="2896531" y="247914"/>
                  </a:lnTo>
                  <a:lnTo>
                    <a:pt x="2943244" y="281672"/>
                  </a:lnTo>
                  <a:lnTo>
                    <a:pt x="2988587" y="318510"/>
                  </a:lnTo>
                  <a:lnTo>
                    <a:pt x="3033024" y="358482"/>
                  </a:lnTo>
                  <a:lnTo>
                    <a:pt x="3076907" y="401562"/>
                  </a:lnTo>
                  <a:lnTo>
                    <a:pt x="3120496" y="447631"/>
                  </a:lnTo>
                  <a:lnTo>
                    <a:pt x="3163972" y="496471"/>
                  </a:lnTo>
                  <a:lnTo>
                    <a:pt x="3207453" y="547764"/>
                  </a:lnTo>
                  <a:lnTo>
                    <a:pt x="3251000" y="601094"/>
                  </a:lnTo>
                  <a:lnTo>
                    <a:pt x="3294627" y="655962"/>
                  </a:lnTo>
                  <a:lnTo>
                    <a:pt x="3338318" y="711800"/>
                  </a:lnTo>
                  <a:lnTo>
                    <a:pt x="3382036" y="767994"/>
                  </a:lnTo>
                  <a:lnTo>
                    <a:pt x="3425733" y="823917"/>
                  </a:lnTo>
                  <a:lnTo>
                    <a:pt x="3469371" y="878953"/>
                  </a:lnTo>
                  <a:lnTo>
                    <a:pt x="3512928" y="932525"/>
                  </a:lnTo>
                  <a:lnTo>
                    <a:pt x="3556416" y="984124"/>
                  </a:lnTo>
                  <a:lnTo>
                    <a:pt x="3599887" y="1033321"/>
                  </a:lnTo>
                  <a:lnTo>
                    <a:pt x="3643451" y="1079784"/>
                  </a:lnTo>
                  <a:lnTo>
                    <a:pt x="3687280" y="1123283"/>
                  </a:lnTo>
                  <a:lnTo>
                    <a:pt x="3731623" y="1163685"/>
                  </a:lnTo>
                  <a:lnTo>
                    <a:pt x="3776818" y="1200951"/>
                  </a:lnTo>
                  <a:lnTo>
                    <a:pt x="3823311" y="1235125"/>
                  </a:lnTo>
                  <a:lnTo>
                    <a:pt x="3829811" y="1239571"/>
                  </a:lnTo>
                  <a:lnTo>
                    <a:pt x="3876999" y="1269453"/>
                  </a:lnTo>
                  <a:lnTo>
                    <a:pt x="3926663" y="1296510"/>
                  </a:lnTo>
                  <a:lnTo>
                    <a:pt x="3979549" y="1320866"/>
                  </a:lnTo>
                  <a:lnTo>
                    <a:pt x="4036472" y="1342746"/>
                  </a:lnTo>
                  <a:lnTo>
                    <a:pt x="4098268" y="1362406"/>
                  </a:lnTo>
                  <a:lnTo>
                    <a:pt x="4165732" y="1380103"/>
                  </a:lnTo>
                  <a:lnTo>
                    <a:pt x="4239550" y="1396069"/>
                  </a:lnTo>
                  <a:lnTo>
                    <a:pt x="4320195" y="1410497"/>
                  </a:lnTo>
                  <a:lnTo>
                    <a:pt x="4407792" y="1423541"/>
                  </a:lnTo>
                  <a:lnTo>
                    <a:pt x="4501950" y="1435304"/>
                  </a:lnTo>
                  <a:lnTo>
                    <a:pt x="4601575" y="1445845"/>
                  </a:lnTo>
                  <a:lnTo>
                    <a:pt x="4704711" y="1455183"/>
                  </a:lnTo>
                  <a:lnTo>
                    <a:pt x="4808454" y="1463302"/>
                  </a:lnTo>
                  <a:lnTo>
                    <a:pt x="4909047" y="1470176"/>
                  </a:lnTo>
                  <a:lnTo>
                    <a:pt x="5002202" y="1475784"/>
                  </a:lnTo>
                  <a:lnTo>
                    <a:pt x="5083677" y="1480140"/>
                  </a:lnTo>
                  <a:lnTo>
                    <a:pt x="5150012" y="1483312"/>
                  </a:lnTo>
                  <a:lnTo>
                    <a:pt x="5199229" y="1485428"/>
                  </a:lnTo>
                  <a:lnTo>
                    <a:pt x="5231318" y="1486675"/>
                  </a:lnTo>
                  <a:lnTo>
                    <a:pt x="5248363" y="1487275"/>
                  </a:lnTo>
                  <a:lnTo>
                    <a:pt x="5254362" y="1487468"/>
                  </a:lnTo>
                  <a:lnTo>
                    <a:pt x="5254955" y="1487485"/>
                  </a:lnTo>
                  <a:lnTo>
                    <a:pt x="6726343" y="1487485"/>
                  </a:lnTo>
                  <a:lnTo>
                    <a:pt x="6727557" y="1487451"/>
                  </a:lnTo>
                  <a:lnTo>
                    <a:pt x="6735526" y="1487206"/>
                  </a:lnTo>
                  <a:lnTo>
                    <a:pt x="6755576" y="1486528"/>
                  </a:lnTo>
                  <a:lnTo>
                    <a:pt x="6791323" y="1485195"/>
                  </a:lnTo>
                  <a:lnTo>
                    <a:pt x="6844406" y="1483001"/>
                  </a:lnTo>
                  <a:lnTo>
                    <a:pt x="6914357" y="1479782"/>
                  </a:lnTo>
                  <a:lnTo>
                    <a:pt x="6998818" y="1475429"/>
                  </a:lnTo>
                  <a:lnTo>
                    <a:pt x="7094079" y="1469891"/>
                  </a:lnTo>
                  <a:lnTo>
                    <a:pt x="7195819" y="1463165"/>
                  </a:lnTo>
                  <a:lnTo>
                    <a:pt x="7299815" y="1455272"/>
                  </a:lnTo>
                  <a:lnTo>
                    <a:pt x="7402471" y="1446238"/>
                  </a:lnTo>
                  <a:lnTo>
                    <a:pt x="7501090" y="1436069"/>
                  </a:lnTo>
                  <a:lnTo>
                    <a:pt x="7593914" y="1424742"/>
                  </a:lnTo>
                  <a:lnTo>
                    <a:pt x="7680023" y="1412192"/>
                  </a:lnTo>
                  <a:lnTo>
                    <a:pt x="7759157" y="1398309"/>
                  </a:lnTo>
                  <a:lnTo>
                    <a:pt x="7831536" y="1382941"/>
                  </a:lnTo>
                  <a:lnTo>
                    <a:pt x="7897692" y="1365896"/>
                  </a:lnTo>
                  <a:lnTo>
                    <a:pt x="7958346" y="1346950"/>
                  </a:lnTo>
                  <a:lnTo>
                    <a:pt x="8014312" y="1325858"/>
                  </a:lnTo>
                  <a:lnTo>
                    <a:pt x="8066425" y="1302382"/>
                  </a:lnTo>
                  <a:lnTo>
                    <a:pt x="8115493" y="1276326"/>
                  </a:lnTo>
                  <a:lnTo>
                    <a:pt x="8151487" y="1254555"/>
                  </a:lnTo>
                  <a:lnTo>
                    <a:pt x="8198942" y="1222300"/>
                  </a:lnTo>
                  <a:lnTo>
                    <a:pt x="8244992" y="1187057"/>
                  </a:lnTo>
                  <a:lnTo>
                    <a:pt x="8290119" y="1148772"/>
                  </a:lnTo>
                  <a:lnTo>
                    <a:pt x="8334689" y="1107475"/>
                  </a:lnTo>
                  <a:lnTo>
                    <a:pt x="8378970" y="1063290"/>
                  </a:lnTo>
                  <a:lnTo>
                    <a:pt x="8423146" y="1016438"/>
                  </a:lnTo>
                  <a:lnTo>
                    <a:pt x="8467335" y="967242"/>
                  </a:lnTo>
                  <a:lnTo>
                    <a:pt x="8511596" y="916120"/>
                  </a:lnTo>
                  <a:lnTo>
                    <a:pt x="8555940" y="863575"/>
                  </a:lnTo>
                  <a:lnTo>
                    <a:pt x="8600344" y="810173"/>
                  </a:lnTo>
                  <a:lnTo>
                    <a:pt x="8644769" y="756524"/>
                  </a:lnTo>
                  <a:lnTo>
                    <a:pt x="8689164" y="703245"/>
                  </a:lnTo>
                  <a:lnTo>
                    <a:pt x="8733492" y="650940"/>
                  </a:lnTo>
                  <a:lnTo>
                    <a:pt x="8777736" y="600165"/>
                  </a:lnTo>
                  <a:lnTo>
                    <a:pt x="8821917" y="551406"/>
                  </a:lnTo>
                  <a:lnTo>
                    <a:pt x="8866102" y="505063"/>
                  </a:lnTo>
                  <a:lnTo>
                    <a:pt x="8910423" y="461440"/>
                  </a:lnTo>
                  <a:lnTo>
                    <a:pt x="8955080" y="420737"/>
                  </a:lnTo>
                  <a:lnTo>
                    <a:pt x="9000359" y="383059"/>
                  </a:lnTo>
                  <a:lnTo>
                    <a:pt x="9046646" y="348418"/>
                  </a:lnTo>
                  <a:lnTo>
                    <a:pt x="9084767" y="322833"/>
                  </a:lnTo>
                  <a:lnTo>
                    <a:pt x="9131996" y="294734"/>
                  </a:lnTo>
                  <a:lnTo>
                    <a:pt x="9181706" y="269294"/>
                  </a:lnTo>
                  <a:lnTo>
                    <a:pt x="9234646" y="246395"/>
                  </a:lnTo>
                  <a:lnTo>
                    <a:pt x="9291632" y="225827"/>
                  </a:lnTo>
                  <a:lnTo>
                    <a:pt x="9353502" y="207346"/>
                  </a:lnTo>
                  <a:lnTo>
                    <a:pt x="9421053" y="190713"/>
                  </a:lnTo>
                  <a:lnTo>
                    <a:pt x="9494972" y="175708"/>
                  </a:lnTo>
                  <a:lnTo>
                    <a:pt x="9575732" y="162148"/>
                  </a:lnTo>
                  <a:lnTo>
                    <a:pt x="9663454" y="149892"/>
                  </a:lnTo>
                  <a:lnTo>
                    <a:pt x="9757743" y="138840"/>
                  </a:lnTo>
                  <a:lnTo>
                    <a:pt x="9857497" y="128937"/>
                  </a:lnTo>
                  <a:lnTo>
                    <a:pt x="9960743" y="120168"/>
                  </a:lnTo>
                  <a:lnTo>
                    <a:pt x="10064563" y="112545"/>
                  </a:lnTo>
                  <a:lnTo>
                    <a:pt x="10165181" y="106095"/>
                  </a:lnTo>
                  <a:lnTo>
                    <a:pt x="10258295" y="100836"/>
                  </a:lnTo>
                  <a:lnTo>
                    <a:pt x="10339658" y="96755"/>
                  </a:lnTo>
                  <a:lnTo>
                    <a:pt x="10405815" y="93788"/>
                  </a:lnTo>
                  <a:lnTo>
                    <a:pt x="10454811" y="91811"/>
                  </a:lnTo>
                  <a:lnTo>
                    <a:pt x="10486666" y="90651"/>
                  </a:lnTo>
                  <a:lnTo>
                    <a:pt x="10503501" y="90094"/>
                  </a:lnTo>
                  <a:lnTo>
                    <a:pt x="10509357" y="89918"/>
                  </a:lnTo>
                  <a:lnTo>
                    <a:pt x="10509911" y="89902"/>
                  </a:lnTo>
                  <a:lnTo>
                    <a:pt x="11981298" y="8990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" name="pl7"/>
            <p:cNvSpPr/>
            <p:nvPr/>
          </p:nvSpPr>
          <p:spPr>
            <a:xfrm>
              <a:off x="4799595" y="4015356"/>
              <a:ext cx="11981298" cy="1487485"/>
            </a:xfrm>
            <a:custGeom>
              <a:avLst/>
              <a:pathLst>
                <a:path w="11981298" h="1487485">
                  <a:moveTo>
                    <a:pt x="11981298" y="89902"/>
                  </a:moveTo>
                  <a:lnTo>
                    <a:pt x="10509911" y="89902"/>
                  </a:lnTo>
                  <a:lnTo>
                    <a:pt x="10508697" y="89937"/>
                  </a:lnTo>
                  <a:lnTo>
                    <a:pt x="10500727" y="90182"/>
                  </a:lnTo>
                  <a:lnTo>
                    <a:pt x="10480677" y="90860"/>
                  </a:lnTo>
                  <a:lnTo>
                    <a:pt x="10444930" y="92193"/>
                  </a:lnTo>
                  <a:lnTo>
                    <a:pt x="10391848" y="94387"/>
                  </a:lnTo>
                  <a:lnTo>
                    <a:pt x="10321896" y="97606"/>
                  </a:lnTo>
                  <a:lnTo>
                    <a:pt x="10237435" y="101959"/>
                  </a:lnTo>
                  <a:lnTo>
                    <a:pt x="10142174" y="107496"/>
                  </a:lnTo>
                  <a:lnTo>
                    <a:pt x="10040434" y="114223"/>
                  </a:lnTo>
                  <a:lnTo>
                    <a:pt x="9936439" y="122115"/>
                  </a:lnTo>
                  <a:lnTo>
                    <a:pt x="9833782" y="131150"/>
                  </a:lnTo>
                  <a:lnTo>
                    <a:pt x="9735163" y="141318"/>
                  </a:lnTo>
                  <a:lnTo>
                    <a:pt x="9642339" y="152646"/>
                  </a:lnTo>
                  <a:lnTo>
                    <a:pt x="9556231" y="165196"/>
                  </a:lnTo>
                  <a:lnTo>
                    <a:pt x="9477096" y="179079"/>
                  </a:lnTo>
                  <a:lnTo>
                    <a:pt x="9404717" y="194447"/>
                  </a:lnTo>
                  <a:lnTo>
                    <a:pt x="9338561" y="211491"/>
                  </a:lnTo>
                  <a:lnTo>
                    <a:pt x="9277907" y="230438"/>
                  </a:lnTo>
                  <a:lnTo>
                    <a:pt x="9221941" y="251529"/>
                  </a:lnTo>
                  <a:lnTo>
                    <a:pt x="9169828" y="275006"/>
                  </a:lnTo>
                  <a:lnTo>
                    <a:pt x="9120761" y="301061"/>
                  </a:lnTo>
                  <a:lnTo>
                    <a:pt x="9084767" y="322833"/>
                  </a:lnTo>
                  <a:lnTo>
                    <a:pt x="9037311" y="355087"/>
                  </a:lnTo>
                  <a:lnTo>
                    <a:pt x="8991261" y="390331"/>
                  </a:lnTo>
                  <a:lnTo>
                    <a:pt x="8946134" y="428616"/>
                  </a:lnTo>
                  <a:lnTo>
                    <a:pt x="8901564" y="469912"/>
                  </a:lnTo>
                  <a:lnTo>
                    <a:pt x="8857284" y="514097"/>
                  </a:lnTo>
                  <a:lnTo>
                    <a:pt x="8813107" y="560949"/>
                  </a:lnTo>
                  <a:lnTo>
                    <a:pt x="8768918" y="610145"/>
                  </a:lnTo>
                  <a:lnTo>
                    <a:pt x="8724657" y="661268"/>
                  </a:lnTo>
                  <a:lnTo>
                    <a:pt x="8680314" y="713813"/>
                  </a:lnTo>
                  <a:lnTo>
                    <a:pt x="8635909" y="767214"/>
                  </a:lnTo>
                  <a:lnTo>
                    <a:pt x="8591485" y="820864"/>
                  </a:lnTo>
                  <a:lnTo>
                    <a:pt x="8547089" y="874142"/>
                  </a:lnTo>
                  <a:lnTo>
                    <a:pt x="8502761" y="926447"/>
                  </a:lnTo>
                  <a:lnTo>
                    <a:pt x="8458517" y="977223"/>
                  </a:lnTo>
                  <a:lnTo>
                    <a:pt x="8414337" y="1025982"/>
                  </a:lnTo>
                  <a:lnTo>
                    <a:pt x="8370151" y="1072325"/>
                  </a:lnTo>
                  <a:lnTo>
                    <a:pt x="8325830" y="1115948"/>
                  </a:lnTo>
                  <a:lnTo>
                    <a:pt x="8281173" y="1156651"/>
                  </a:lnTo>
                  <a:lnTo>
                    <a:pt x="8235894" y="1194329"/>
                  </a:lnTo>
                  <a:lnTo>
                    <a:pt x="8189607" y="1228969"/>
                  </a:lnTo>
                  <a:lnTo>
                    <a:pt x="8151487" y="1254555"/>
                  </a:lnTo>
                  <a:lnTo>
                    <a:pt x="8104257" y="1282654"/>
                  </a:lnTo>
                  <a:lnTo>
                    <a:pt x="8054547" y="1308094"/>
                  </a:lnTo>
                  <a:lnTo>
                    <a:pt x="8001607" y="1330993"/>
                  </a:lnTo>
                  <a:lnTo>
                    <a:pt x="7944621" y="1351561"/>
                  </a:lnTo>
                  <a:lnTo>
                    <a:pt x="7882751" y="1370041"/>
                  </a:lnTo>
                  <a:lnTo>
                    <a:pt x="7815200" y="1386675"/>
                  </a:lnTo>
                  <a:lnTo>
                    <a:pt x="7741281" y="1401680"/>
                  </a:lnTo>
                  <a:lnTo>
                    <a:pt x="7660522" y="1415239"/>
                  </a:lnTo>
                  <a:lnTo>
                    <a:pt x="7572799" y="1427496"/>
                  </a:lnTo>
                  <a:lnTo>
                    <a:pt x="7478510" y="1438548"/>
                  </a:lnTo>
                  <a:lnTo>
                    <a:pt x="7378756" y="1448451"/>
                  </a:lnTo>
                  <a:lnTo>
                    <a:pt x="7275510" y="1457220"/>
                  </a:lnTo>
                  <a:lnTo>
                    <a:pt x="7171690" y="1464843"/>
                  </a:lnTo>
                  <a:lnTo>
                    <a:pt x="7071073" y="1471293"/>
                  </a:lnTo>
                  <a:lnTo>
                    <a:pt x="6977959" y="1476551"/>
                  </a:lnTo>
                  <a:lnTo>
                    <a:pt x="6896595" y="1480633"/>
                  </a:lnTo>
                  <a:lnTo>
                    <a:pt x="6830438" y="1483600"/>
                  </a:lnTo>
                  <a:lnTo>
                    <a:pt x="6781442" y="1485576"/>
                  </a:lnTo>
                  <a:lnTo>
                    <a:pt x="6749587" y="1486737"/>
                  </a:lnTo>
                  <a:lnTo>
                    <a:pt x="6732752" y="1487293"/>
                  </a:lnTo>
                  <a:lnTo>
                    <a:pt x="6726896" y="1487470"/>
                  </a:lnTo>
                  <a:lnTo>
                    <a:pt x="6726343" y="1487485"/>
                  </a:lnTo>
                  <a:lnTo>
                    <a:pt x="5254955" y="1487485"/>
                  </a:lnTo>
                  <a:lnTo>
                    <a:pt x="5253744" y="1487449"/>
                  </a:lnTo>
                  <a:lnTo>
                    <a:pt x="5245794" y="1487189"/>
                  </a:lnTo>
                  <a:lnTo>
                    <a:pt x="5225793" y="1486469"/>
                  </a:lnTo>
                  <a:lnTo>
                    <a:pt x="5190127" y="1485054"/>
                  </a:lnTo>
                  <a:lnTo>
                    <a:pt x="5137158" y="1482725"/>
                  </a:lnTo>
                  <a:lnTo>
                    <a:pt x="5067342" y="1479307"/>
                  </a:lnTo>
                  <a:lnTo>
                    <a:pt x="4983026" y="1474685"/>
                  </a:lnTo>
                  <a:lnTo>
                    <a:pt x="4887902" y="1468805"/>
                  </a:lnTo>
                  <a:lnTo>
                    <a:pt x="4786282" y="1461661"/>
                  </a:lnTo>
                  <a:lnTo>
                    <a:pt x="4682378" y="1453278"/>
                  </a:lnTo>
                  <a:lnTo>
                    <a:pt x="4579784" y="1443681"/>
                  </a:lnTo>
                  <a:lnTo>
                    <a:pt x="4481200" y="1432880"/>
                  </a:lnTo>
                  <a:lnTo>
                    <a:pt x="4388387" y="1420848"/>
                  </a:lnTo>
                  <a:lnTo>
                    <a:pt x="4302272" y="1407517"/>
                  </a:lnTo>
                  <a:lnTo>
                    <a:pt x="4223120" y="1392773"/>
                  </a:lnTo>
                  <a:lnTo>
                    <a:pt x="4150716" y="1376453"/>
                  </a:lnTo>
                  <a:lnTo>
                    <a:pt x="4084533" y="1358355"/>
                  </a:lnTo>
                  <a:lnTo>
                    <a:pt x="4023854" y="1338239"/>
                  </a:lnTo>
                  <a:lnTo>
                    <a:pt x="3967869" y="1315849"/>
                  </a:lnTo>
                  <a:lnTo>
                    <a:pt x="3915743" y="1290928"/>
                  </a:lnTo>
                  <a:lnTo>
                    <a:pt x="3866671" y="1263270"/>
                  </a:lnTo>
                  <a:lnTo>
                    <a:pt x="3829811" y="1239571"/>
                  </a:lnTo>
                  <a:lnTo>
                    <a:pt x="3783098" y="1205813"/>
                  </a:lnTo>
                  <a:lnTo>
                    <a:pt x="3737755" y="1168975"/>
                  </a:lnTo>
                  <a:lnTo>
                    <a:pt x="3693318" y="1129003"/>
                  </a:lnTo>
                  <a:lnTo>
                    <a:pt x="3649435" y="1085922"/>
                  </a:lnTo>
                  <a:lnTo>
                    <a:pt x="3605846" y="1039853"/>
                  </a:lnTo>
                  <a:lnTo>
                    <a:pt x="3562370" y="991013"/>
                  </a:lnTo>
                  <a:lnTo>
                    <a:pt x="3518889" y="939721"/>
                  </a:lnTo>
                  <a:lnTo>
                    <a:pt x="3475343" y="886390"/>
                  </a:lnTo>
                  <a:lnTo>
                    <a:pt x="3431715" y="831522"/>
                  </a:lnTo>
                  <a:lnTo>
                    <a:pt x="3388024" y="775685"/>
                  </a:lnTo>
                  <a:lnTo>
                    <a:pt x="3344307" y="719491"/>
                  </a:lnTo>
                  <a:lnTo>
                    <a:pt x="3300609" y="663567"/>
                  </a:lnTo>
                  <a:lnTo>
                    <a:pt x="3256971" y="608532"/>
                  </a:lnTo>
                  <a:lnTo>
                    <a:pt x="3213414" y="554959"/>
                  </a:lnTo>
                  <a:lnTo>
                    <a:pt x="3169927" y="503361"/>
                  </a:lnTo>
                  <a:lnTo>
                    <a:pt x="3126455" y="454164"/>
                  </a:lnTo>
                  <a:lnTo>
                    <a:pt x="3082891" y="407700"/>
                  </a:lnTo>
                  <a:lnTo>
                    <a:pt x="3039062" y="364202"/>
                  </a:lnTo>
                  <a:lnTo>
                    <a:pt x="2994719" y="323800"/>
                  </a:lnTo>
                  <a:lnTo>
                    <a:pt x="2949524" y="286534"/>
                  </a:lnTo>
                  <a:lnTo>
                    <a:pt x="2903032" y="252360"/>
                  </a:lnTo>
                  <a:lnTo>
                    <a:pt x="2896531" y="247914"/>
                  </a:lnTo>
                  <a:lnTo>
                    <a:pt x="2849343" y="218032"/>
                  </a:lnTo>
                  <a:lnTo>
                    <a:pt x="2799679" y="190975"/>
                  </a:lnTo>
                  <a:lnTo>
                    <a:pt x="2746794" y="166618"/>
                  </a:lnTo>
                  <a:lnTo>
                    <a:pt x="2689870" y="144739"/>
                  </a:lnTo>
                  <a:lnTo>
                    <a:pt x="2628074" y="125078"/>
                  </a:lnTo>
                  <a:lnTo>
                    <a:pt x="2560610" y="107381"/>
                  </a:lnTo>
                  <a:lnTo>
                    <a:pt x="2486792" y="91416"/>
                  </a:lnTo>
                  <a:lnTo>
                    <a:pt x="2406147" y="76987"/>
                  </a:lnTo>
                  <a:lnTo>
                    <a:pt x="2318550" y="63944"/>
                  </a:lnTo>
                  <a:lnTo>
                    <a:pt x="2224393" y="52181"/>
                  </a:lnTo>
                  <a:lnTo>
                    <a:pt x="2124767" y="41639"/>
                  </a:lnTo>
                  <a:lnTo>
                    <a:pt x="2021631" y="32302"/>
                  </a:lnTo>
                  <a:lnTo>
                    <a:pt x="1917888" y="24183"/>
                  </a:lnTo>
                  <a:lnTo>
                    <a:pt x="1817295" y="17309"/>
                  </a:lnTo>
                  <a:lnTo>
                    <a:pt x="1724141" y="11701"/>
                  </a:lnTo>
                  <a:lnTo>
                    <a:pt x="1642665" y="7344"/>
                  </a:lnTo>
                  <a:lnTo>
                    <a:pt x="1576330" y="4173"/>
                  </a:lnTo>
                  <a:lnTo>
                    <a:pt x="1527113" y="2057"/>
                  </a:lnTo>
                  <a:lnTo>
                    <a:pt x="1495024" y="810"/>
                  </a:lnTo>
                  <a:lnTo>
                    <a:pt x="1477980" y="210"/>
                  </a:lnTo>
                  <a:lnTo>
                    <a:pt x="1471980" y="17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" name="pg8"/>
            <p:cNvSpPr/>
            <p:nvPr/>
          </p:nvSpPr>
          <p:spPr>
            <a:xfrm>
              <a:off x="4799595" y="4039875"/>
              <a:ext cx="11981298" cy="1528350"/>
            </a:xfrm>
            <a:custGeom>
              <a:avLst/>
              <a:pathLst>
                <a:path w="11981298" h="1528350">
                  <a:moveTo>
                    <a:pt x="0" y="8172"/>
                  </a:moveTo>
                  <a:lnTo>
                    <a:pt x="1471387" y="8172"/>
                  </a:lnTo>
                  <a:lnTo>
                    <a:pt x="1472597" y="8210"/>
                  </a:lnTo>
                  <a:lnTo>
                    <a:pt x="1480539" y="8475"/>
                  </a:lnTo>
                  <a:lnTo>
                    <a:pt x="1500523" y="9210"/>
                  </a:lnTo>
                  <a:lnTo>
                    <a:pt x="1536157" y="10655"/>
                  </a:lnTo>
                  <a:lnTo>
                    <a:pt x="1589083" y="13033"/>
                  </a:lnTo>
                  <a:lnTo>
                    <a:pt x="1658848" y="16522"/>
                  </a:lnTo>
                  <a:lnTo>
                    <a:pt x="1743110" y="21242"/>
                  </a:lnTo>
                  <a:lnTo>
                    <a:pt x="1838181" y="27246"/>
                  </a:lnTo>
                  <a:lnTo>
                    <a:pt x="1939757" y="34541"/>
                  </a:lnTo>
                  <a:lnTo>
                    <a:pt x="2043625" y="43102"/>
                  </a:lnTo>
                  <a:lnTo>
                    <a:pt x="2146196" y="52902"/>
                  </a:lnTo>
                  <a:lnTo>
                    <a:pt x="2244767" y="63932"/>
                  </a:lnTo>
                  <a:lnTo>
                    <a:pt x="2337575" y="76219"/>
                  </a:lnTo>
                  <a:lnTo>
                    <a:pt x="2423692" y="89832"/>
                  </a:lnTo>
                  <a:lnTo>
                    <a:pt x="2502852" y="104889"/>
                  </a:lnTo>
                  <a:lnTo>
                    <a:pt x="2575265" y="121553"/>
                  </a:lnTo>
                  <a:lnTo>
                    <a:pt x="2641458" y="140033"/>
                  </a:lnTo>
                  <a:lnTo>
                    <a:pt x="2702146" y="160571"/>
                  </a:lnTo>
                  <a:lnTo>
                    <a:pt x="2758139" y="183432"/>
                  </a:lnTo>
                  <a:lnTo>
                    <a:pt x="2810270" y="208874"/>
                  </a:lnTo>
                  <a:lnTo>
                    <a:pt x="2859344" y="237112"/>
                  </a:lnTo>
                  <a:lnTo>
                    <a:pt x="2896531" y="261535"/>
                  </a:lnTo>
                  <a:lnTo>
                    <a:pt x="2942977" y="295826"/>
                  </a:lnTo>
                  <a:lnTo>
                    <a:pt x="2988066" y="333227"/>
                  </a:lnTo>
                  <a:lnTo>
                    <a:pt x="3032256" y="373795"/>
                  </a:lnTo>
                  <a:lnTo>
                    <a:pt x="3075892" y="417503"/>
                  </a:lnTo>
                  <a:lnTo>
                    <a:pt x="3119233" y="464234"/>
                  </a:lnTo>
                  <a:lnTo>
                    <a:pt x="3162458" y="513773"/>
                  </a:lnTo>
                  <a:lnTo>
                    <a:pt x="3205685" y="565801"/>
                  </a:lnTo>
                  <a:lnTo>
                    <a:pt x="3248975" y="619908"/>
                  </a:lnTo>
                  <a:lnTo>
                    <a:pt x="3292345" y="675592"/>
                  </a:lnTo>
                  <a:lnTo>
                    <a:pt x="3335780" y="732287"/>
                  </a:lnTo>
                  <a:lnTo>
                    <a:pt x="3379244" y="789380"/>
                  </a:lnTo>
                  <a:lnTo>
                    <a:pt x="3422690" y="846239"/>
                  </a:lnTo>
                  <a:lnTo>
                    <a:pt x="3466080" y="902243"/>
                  </a:lnTo>
                  <a:lnTo>
                    <a:pt x="3509390" y="956812"/>
                  </a:lnTo>
                  <a:lnTo>
                    <a:pt x="3552630" y="1009425"/>
                  </a:lnTo>
                  <a:lnTo>
                    <a:pt x="3595847" y="1059646"/>
                  </a:lnTo>
                  <a:lnTo>
                    <a:pt x="3639143" y="1107133"/>
                  </a:lnTo>
                  <a:lnTo>
                    <a:pt x="3682681" y="1151644"/>
                  </a:lnTo>
                  <a:lnTo>
                    <a:pt x="3726697" y="1193036"/>
                  </a:lnTo>
                  <a:lnTo>
                    <a:pt x="3771512" y="1231259"/>
                  </a:lnTo>
                  <a:lnTo>
                    <a:pt x="3817554" y="1266351"/>
                  </a:lnTo>
                  <a:lnTo>
                    <a:pt x="3829811" y="1274987"/>
                  </a:lnTo>
                  <a:lnTo>
                    <a:pt x="3876983" y="1305517"/>
                  </a:lnTo>
                  <a:lnTo>
                    <a:pt x="3926629" y="1333160"/>
                  </a:lnTo>
                  <a:lnTo>
                    <a:pt x="3979495" y="1358046"/>
                  </a:lnTo>
                  <a:lnTo>
                    <a:pt x="4036395" y="1380402"/>
                  </a:lnTo>
                  <a:lnTo>
                    <a:pt x="4098163" y="1400491"/>
                  </a:lnTo>
                  <a:lnTo>
                    <a:pt x="4165594" y="1418575"/>
                  </a:lnTo>
                  <a:lnTo>
                    <a:pt x="4239374" y="1434889"/>
                  </a:lnTo>
                  <a:lnTo>
                    <a:pt x="4319976" y="1449634"/>
                  </a:lnTo>
                  <a:lnTo>
                    <a:pt x="4407525" y="1462963"/>
                  </a:lnTo>
                  <a:lnTo>
                    <a:pt x="4501633" y="1474985"/>
                  </a:lnTo>
                  <a:lnTo>
                    <a:pt x="4601210" y="1485759"/>
                  </a:lnTo>
                  <a:lnTo>
                    <a:pt x="4704304" y="1495303"/>
                  </a:lnTo>
                  <a:lnTo>
                    <a:pt x="4808018" y="1503603"/>
                  </a:lnTo>
                  <a:lnTo>
                    <a:pt x="4908601" y="1510631"/>
                  </a:lnTo>
                  <a:lnTo>
                    <a:pt x="5001771" y="1516367"/>
                  </a:lnTo>
                  <a:lnTo>
                    <a:pt x="5083289" y="1520824"/>
                  </a:lnTo>
                  <a:lnTo>
                    <a:pt x="5149690" y="1524070"/>
                  </a:lnTo>
                  <a:lnTo>
                    <a:pt x="5198991" y="1526238"/>
                  </a:lnTo>
                  <a:lnTo>
                    <a:pt x="5231169" y="1527516"/>
                  </a:lnTo>
                  <a:lnTo>
                    <a:pt x="5248292" y="1528133"/>
                  </a:lnTo>
                  <a:lnTo>
                    <a:pt x="5254347" y="1528332"/>
                  </a:lnTo>
                  <a:lnTo>
                    <a:pt x="5254955" y="1528350"/>
                  </a:lnTo>
                  <a:lnTo>
                    <a:pt x="6726343" y="1528350"/>
                  </a:lnTo>
                  <a:lnTo>
                    <a:pt x="6727565" y="1528323"/>
                  </a:lnTo>
                  <a:lnTo>
                    <a:pt x="6735592" y="1528128"/>
                  </a:lnTo>
                  <a:lnTo>
                    <a:pt x="6755779" y="1527589"/>
                  </a:lnTo>
                  <a:lnTo>
                    <a:pt x="6791761" y="1526528"/>
                  </a:lnTo>
                  <a:lnTo>
                    <a:pt x="6845168" y="1524784"/>
                  </a:lnTo>
                  <a:lnTo>
                    <a:pt x="6915509" y="1522224"/>
                  </a:lnTo>
                  <a:lnTo>
                    <a:pt x="7000383" y="1518765"/>
                  </a:lnTo>
                  <a:lnTo>
                    <a:pt x="7096038" y="1514365"/>
                  </a:lnTo>
                  <a:lnTo>
                    <a:pt x="7198117" y="1509022"/>
                  </a:lnTo>
                  <a:lnTo>
                    <a:pt x="7302375" y="1502754"/>
                  </a:lnTo>
                  <a:lnTo>
                    <a:pt x="7405209" y="1495580"/>
                  </a:lnTo>
                  <a:lnTo>
                    <a:pt x="7503926" y="1487507"/>
                  </a:lnTo>
                  <a:lnTo>
                    <a:pt x="7596781" y="1478514"/>
                  </a:lnTo>
                  <a:lnTo>
                    <a:pt x="7682870" y="1468548"/>
                  </a:lnTo>
                  <a:lnTo>
                    <a:pt x="7761952" y="1457521"/>
                  </a:lnTo>
                  <a:lnTo>
                    <a:pt x="7834259" y="1445311"/>
                  </a:lnTo>
                  <a:lnTo>
                    <a:pt x="7900340" y="1431763"/>
                  </a:lnTo>
                  <a:lnTo>
                    <a:pt x="7960924" y="1416700"/>
                  </a:lnTo>
                  <a:lnTo>
                    <a:pt x="8016833" y="1399925"/>
                  </a:lnTo>
                  <a:lnTo>
                    <a:pt x="8068910" y="1381250"/>
                  </a:lnTo>
                  <a:lnTo>
                    <a:pt x="8117964" y="1360523"/>
                  </a:lnTo>
                  <a:lnTo>
                    <a:pt x="8151487" y="1344458"/>
                  </a:lnTo>
                  <a:lnTo>
                    <a:pt x="8201435" y="1317567"/>
                  </a:lnTo>
                  <a:lnTo>
                    <a:pt x="8249854" y="1288053"/>
                  </a:lnTo>
                  <a:lnTo>
                    <a:pt x="8297297" y="1255875"/>
                  </a:lnTo>
                  <a:lnTo>
                    <a:pt x="8344175" y="1221070"/>
                  </a:lnTo>
                  <a:lnTo>
                    <a:pt x="8390782" y="1183770"/>
                  </a:lnTo>
                  <a:lnTo>
                    <a:pt x="8437315" y="1144200"/>
                  </a:lnTo>
                  <a:lnTo>
                    <a:pt x="8483889" y="1102687"/>
                  </a:lnTo>
                  <a:lnTo>
                    <a:pt x="8530551" y="1059644"/>
                  </a:lnTo>
                  <a:lnTo>
                    <a:pt x="8577299" y="1015560"/>
                  </a:lnTo>
                  <a:lnTo>
                    <a:pt x="8624094" y="970981"/>
                  </a:lnTo>
                  <a:lnTo>
                    <a:pt x="8670882" y="926474"/>
                  </a:lnTo>
                  <a:lnTo>
                    <a:pt x="8717611" y="882606"/>
                  </a:lnTo>
                  <a:lnTo>
                    <a:pt x="8764249" y="839909"/>
                  </a:lnTo>
                  <a:lnTo>
                    <a:pt x="8810805" y="798855"/>
                  </a:lnTo>
                  <a:lnTo>
                    <a:pt x="8857343" y="759838"/>
                  </a:lnTo>
                  <a:lnTo>
                    <a:pt x="8903997" y="723156"/>
                  </a:lnTo>
                  <a:lnTo>
                    <a:pt x="8950987" y="689013"/>
                  </a:lnTo>
                  <a:lnTo>
                    <a:pt x="8998635" y="657513"/>
                  </a:lnTo>
                  <a:lnTo>
                    <a:pt x="9047385" y="628676"/>
                  </a:lnTo>
                  <a:lnTo>
                    <a:pt x="9084767" y="608888"/>
                  </a:lnTo>
                  <a:lnTo>
                    <a:pt x="9132115" y="586652"/>
                  </a:lnTo>
                  <a:lnTo>
                    <a:pt x="9181959" y="566526"/>
                  </a:lnTo>
                  <a:lnTo>
                    <a:pt x="9235052" y="548415"/>
                  </a:lnTo>
                  <a:lnTo>
                    <a:pt x="9292217" y="532152"/>
                  </a:lnTo>
                  <a:lnTo>
                    <a:pt x="9354298" y="517544"/>
                  </a:lnTo>
                  <a:lnTo>
                    <a:pt x="9422099" y="504398"/>
                  </a:lnTo>
                  <a:lnTo>
                    <a:pt x="9496307" y="492542"/>
                  </a:lnTo>
                  <a:lnTo>
                    <a:pt x="9577395" y="481831"/>
                  </a:lnTo>
                  <a:lnTo>
                    <a:pt x="9665478" y="472152"/>
                  </a:lnTo>
                  <a:lnTo>
                    <a:pt x="9760143" y="463426"/>
                  </a:lnTo>
                  <a:lnTo>
                    <a:pt x="9860262" y="455613"/>
                  </a:lnTo>
                  <a:lnTo>
                    <a:pt x="9963824" y="448698"/>
                  </a:lnTo>
                  <a:lnTo>
                    <a:pt x="10067860" y="442693"/>
                  </a:lnTo>
                  <a:lnTo>
                    <a:pt x="10168545" y="437620"/>
                  </a:lnTo>
                  <a:lnTo>
                    <a:pt x="10261538" y="433492"/>
                  </a:lnTo>
                  <a:lnTo>
                    <a:pt x="10342575" y="430297"/>
                  </a:lnTo>
                  <a:lnTo>
                    <a:pt x="10408221" y="427982"/>
                  </a:lnTo>
                  <a:lnTo>
                    <a:pt x="10456580" y="426449"/>
                  </a:lnTo>
                  <a:lnTo>
                    <a:pt x="10487766" y="425556"/>
                  </a:lnTo>
                  <a:lnTo>
                    <a:pt x="10504007" y="425134"/>
                  </a:lnTo>
                  <a:lnTo>
                    <a:pt x="10509461" y="425005"/>
                  </a:lnTo>
                  <a:lnTo>
                    <a:pt x="10509911" y="424995"/>
                  </a:lnTo>
                  <a:lnTo>
                    <a:pt x="11981298" y="424995"/>
                  </a:lnTo>
                  <a:lnTo>
                    <a:pt x="11981298" y="416822"/>
                  </a:lnTo>
                  <a:lnTo>
                    <a:pt x="10509911" y="416822"/>
                  </a:lnTo>
                  <a:lnTo>
                    <a:pt x="10508688" y="416850"/>
                  </a:lnTo>
                  <a:lnTo>
                    <a:pt x="10500662" y="417045"/>
                  </a:lnTo>
                  <a:lnTo>
                    <a:pt x="10480474" y="417584"/>
                  </a:lnTo>
                  <a:lnTo>
                    <a:pt x="10444492" y="418644"/>
                  </a:lnTo>
                  <a:lnTo>
                    <a:pt x="10391085" y="420389"/>
                  </a:lnTo>
                  <a:lnTo>
                    <a:pt x="10320745" y="422948"/>
                  </a:lnTo>
                  <a:lnTo>
                    <a:pt x="10235871" y="426408"/>
                  </a:lnTo>
                  <a:lnTo>
                    <a:pt x="10140215" y="430808"/>
                  </a:lnTo>
                  <a:lnTo>
                    <a:pt x="10038136" y="436151"/>
                  </a:lnTo>
                  <a:lnTo>
                    <a:pt x="9933878" y="442419"/>
                  </a:lnTo>
                  <a:lnTo>
                    <a:pt x="9831044" y="449592"/>
                  </a:lnTo>
                  <a:lnTo>
                    <a:pt x="9732327" y="457665"/>
                  </a:lnTo>
                  <a:lnTo>
                    <a:pt x="9639472" y="466659"/>
                  </a:lnTo>
                  <a:lnTo>
                    <a:pt x="9553383" y="476625"/>
                  </a:lnTo>
                  <a:lnTo>
                    <a:pt x="9474301" y="487652"/>
                  </a:lnTo>
                  <a:lnTo>
                    <a:pt x="9401994" y="499862"/>
                  </a:lnTo>
                  <a:lnTo>
                    <a:pt x="9335914" y="513409"/>
                  </a:lnTo>
                  <a:lnTo>
                    <a:pt x="9275330" y="528473"/>
                  </a:lnTo>
                  <a:lnTo>
                    <a:pt x="9219420" y="545248"/>
                  </a:lnTo>
                  <a:lnTo>
                    <a:pt x="9167343" y="563922"/>
                  </a:lnTo>
                  <a:lnTo>
                    <a:pt x="9118289" y="584649"/>
                  </a:lnTo>
                  <a:lnTo>
                    <a:pt x="9084767" y="600715"/>
                  </a:lnTo>
                  <a:lnTo>
                    <a:pt x="9034819" y="627606"/>
                  </a:lnTo>
                  <a:lnTo>
                    <a:pt x="8986400" y="657119"/>
                  </a:lnTo>
                  <a:lnTo>
                    <a:pt x="8938956" y="689298"/>
                  </a:lnTo>
                  <a:lnTo>
                    <a:pt x="8892078" y="724102"/>
                  </a:lnTo>
                  <a:lnTo>
                    <a:pt x="8845471" y="761403"/>
                  </a:lnTo>
                  <a:lnTo>
                    <a:pt x="8798938" y="800972"/>
                  </a:lnTo>
                  <a:lnTo>
                    <a:pt x="8752365" y="842486"/>
                  </a:lnTo>
                  <a:lnTo>
                    <a:pt x="8705702" y="885529"/>
                  </a:lnTo>
                  <a:lnTo>
                    <a:pt x="8658954" y="929612"/>
                  </a:lnTo>
                  <a:lnTo>
                    <a:pt x="8612159" y="974192"/>
                  </a:lnTo>
                  <a:lnTo>
                    <a:pt x="8565371" y="1018698"/>
                  </a:lnTo>
                  <a:lnTo>
                    <a:pt x="8518643" y="1062566"/>
                  </a:lnTo>
                  <a:lnTo>
                    <a:pt x="8472004" y="1105263"/>
                  </a:lnTo>
                  <a:lnTo>
                    <a:pt x="8425448" y="1146317"/>
                  </a:lnTo>
                  <a:lnTo>
                    <a:pt x="8378910" y="1185335"/>
                  </a:lnTo>
                  <a:lnTo>
                    <a:pt x="8332256" y="1222016"/>
                  </a:lnTo>
                  <a:lnTo>
                    <a:pt x="8285266" y="1256160"/>
                  </a:lnTo>
                  <a:lnTo>
                    <a:pt x="8237618" y="1287659"/>
                  </a:lnTo>
                  <a:lnTo>
                    <a:pt x="8188868" y="1316497"/>
                  </a:lnTo>
                  <a:lnTo>
                    <a:pt x="8151487" y="1336285"/>
                  </a:lnTo>
                  <a:lnTo>
                    <a:pt x="8104138" y="1358520"/>
                  </a:lnTo>
                  <a:lnTo>
                    <a:pt x="8054294" y="1378646"/>
                  </a:lnTo>
                  <a:lnTo>
                    <a:pt x="8001202" y="1396757"/>
                  </a:lnTo>
                  <a:lnTo>
                    <a:pt x="7944036" y="1413020"/>
                  </a:lnTo>
                  <a:lnTo>
                    <a:pt x="7881955" y="1427629"/>
                  </a:lnTo>
                  <a:lnTo>
                    <a:pt x="7814155" y="1440775"/>
                  </a:lnTo>
                  <a:lnTo>
                    <a:pt x="7739946" y="1452630"/>
                  </a:lnTo>
                  <a:lnTo>
                    <a:pt x="7658858" y="1463342"/>
                  </a:lnTo>
                  <a:lnTo>
                    <a:pt x="7570775" y="1473021"/>
                  </a:lnTo>
                  <a:lnTo>
                    <a:pt x="7476110" y="1481746"/>
                  </a:lnTo>
                  <a:lnTo>
                    <a:pt x="7375991" y="1489560"/>
                  </a:lnTo>
                  <a:lnTo>
                    <a:pt x="7272430" y="1496475"/>
                  </a:lnTo>
                  <a:lnTo>
                    <a:pt x="7168393" y="1502479"/>
                  </a:lnTo>
                  <a:lnTo>
                    <a:pt x="7067708" y="1507553"/>
                  </a:lnTo>
                  <a:lnTo>
                    <a:pt x="6974716" y="1511681"/>
                  </a:lnTo>
                  <a:lnTo>
                    <a:pt x="6893679" y="1514876"/>
                  </a:lnTo>
                  <a:lnTo>
                    <a:pt x="6828033" y="1517190"/>
                  </a:lnTo>
                  <a:lnTo>
                    <a:pt x="6779673" y="1518723"/>
                  </a:lnTo>
                  <a:lnTo>
                    <a:pt x="6748488" y="1519616"/>
                  </a:lnTo>
                  <a:lnTo>
                    <a:pt x="6732246" y="1520038"/>
                  </a:lnTo>
                  <a:lnTo>
                    <a:pt x="6726793" y="1520167"/>
                  </a:lnTo>
                  <a:lnTo>
                    <a:pt x="6726343" y="1520177"/>
                  </a:lnTo>
                  <a:lnTo>
                    <a:pt x="5254955" y="1520177"/>
                  </a:lnTo>
                  <a:lnTo>
                    <a:pt x="5253745" y="1520140"/>
                  </a:lnTo>
                  <a:lnTo>
                    <a:pt x="5245803" y="1519874"/>
                  </a:lnTo>
                  <a:lnTo>
                    <a:pt x="5225820" y="1519140"/>
                  </a:lnTo>
                  <a:lnTo>
                    <a:pt x="5190185" y="1517695"/>
                  </a:lnTo>
                  <a:lnTo>
                    <a:pt x="5137259" y="1515317"/>
                  </a:lnTo>
                  <a:lnTo>
                    <a:pt x="5067494" y="1511827"/>
                  </a:lnTo>
                  <a:lnTo>
                    <a:pt x="4983232" y="1507108"/>
                  </a:lnTo>
                  <a:lnTo>
                    <a:pt x="4888161" y="1501103"/>
                  </a:lnTo>
                  <a:lnTo>
                    <a:pt x="4786585" y="1493809"/>
                  </a:lnTo>
                  <a:lnTo>
                    <a:pt x="4682717" y="1485248"/>
                  </a:lnTo>
                  <a:lnTo>
                    <a:pt x="4580146" y="1475448"/>
                  </a:lnTo>
                  <a:lnTo>
                    <a:pt x="4481576" y="1464417"/>
                  </a:lnTo>
                  <a:lnTo>
                    <a:pt x="4388767" y="1452130"/>
                  </a:lnTo>
                  <a:lnTo>
                    <a:pt x="4302650" y="1438517"/>
                  </a:lnTo>
                  <a:lnTo>
                    <a:pt x="4223490" y="1423461"/>
                  </a:lnTo>
                  <a:lnTo>
                    <a:pt x="4151077" y="1406796"/>
                  </a:lnTo>
                  <a:lnTo>
                    <a:pt x="4084884" y="1388316"/>
                  </a:lnTo>
                  <a:lnTo>
                    <a:pt x="4024196" y="1367778"/>
                  </a:lnTo>
                  <a:lnTo>
                    <a:pt x="3968203" y="1344918"/>
                  </a:lnTo>
                  <a:lnTo>
                    <a:pt x="3916072" y="1319475"/>
                  </a:lnTo>
                  <a:lnTo>
                    <a:pt x="3866998" y="1291238"/>
                  </a:lnTo>
                  <a:lnTo>
                    <a:pt x="3829811" y="1266814"/>
                  </a:lnTo>
                  <a:lnTo>
                    <a:pt x="3783365" y="1232524"/>
                  </a:lnTo>
                  <a:lnTo>
                    <a:pt x="3738276" y="1195122"/>
                  </a:lnTo>
                  <a:lnTo>
                    <a:pt x="3694086" y="1154555"/>
                  </a:lnTo>
                  <a:lnTo>
                    <a:pt x="3650450" y="1110847"/>
                  </a:lnTo>
                  <a:lnTo>
                    <a:pt x="3607110" y="1064115"/>
                  </a:lnTo>
                  <a:lnTo>
                    <a:pt x="3563884" y="1014577"/>
                  </a:lnTo>
                  <a:lnTo>
                    <a:pt x="3520657" y="962548"/>
                  </a:lnTo>
                  <a:lnTo>
                    <a:pt x="3477367" y="908442"/>
                  </a:lnTo>
                  <a:lnTo>
                    <a:pt x="3433997" y="852758"/>
                  </a:lnTo>
                  <a:lnTo>
                    <a:pt x="3390562" y="796063"/>
                  </a:lnTo>
                  <a:lnTo>
                    <a:pt x="3347099" y="738970"/>
                  </a:lnTo>
                  <a:lnTo>
                    <a:pt x="3303652" y="682111"/>
                  </a:lnTo>
                  <a:lnTo>
                    <a:pt x="3260262" y="626106"/>
                  </a:lnTo>
                  <a:lnTo>
                    <a:pt x="3216952" y="571538"/>
                  </a:lnTo>
                  <a:lnTo>
                    <a:pt x="3173712" y="518925"/>
                  </a:lnTo>
                  <a:lnTo>
                    <a:pt x="3130495" y="468703"/>
                  </a:lnTo>
                  <a:lnTo>
                    <a:pt x="3087199" y="421216"/>
                  </a:lnTo>
                  <a:lnTo>
                    <a:pt x="3043661" y="376706"/>
                  </a:lnTo>
                  <a:lnTo>
                    <a:pt x="2999646" y="335314"/>
                  </a:lnTo>
                  <a:lnTo>
                    <a:pt x="2954830" y="297090"/>
                  </a:lnTo>
                  <a:lnTo>
                    <a:pt x="2908788" y="261999"/>
                  </a:lnTo>
                  <a:lnTo>
                    <a:pt x="2896531" y="253362"/>
                  </a:lnTo>
                  <a:lnTo>
                    <a:pt x="2849359" y="222833"/>
                  </a:lnTo>
                  <a:lnTo>
                    <a:pt x="2799713" y="195189"/>
                  </a:lnTo>
                  <a:lnTo>
                    <a:pt x="2746847" y="170303"/>
                  </a:lnTo>
                  <a:lnTo>
                    <a:pt x="2689947" y="147948"/>
                  </a:lnTo>
                  <a:lnTo>
                    <a:pt x="2628179" y="127858"/>
                  </a:lnTo>
                  <a:lnTo>
                    <a:pt x="2560748" y="109775"/>
                  </a:lnTo>
                  <a:lnTo>
                    <a:pt x="2486968" y="93460"/>
                  </a:lnTo>
                  <a:lnTo>
                    <a:pt x="2406366" y="78716"/>
                  </a:lnTo>
                  <a:lnTo>
                    <a:pt x="2318817" y="65386"/>
                  </a:lnTo>
                  <a:lnTo>
                    <a:pt x="2224709" y="53365"/>
                  </a:lnTo>
                  <a:lnTo>
                    <a:pt x="2125132" y="42591"/>
                  </a:lnTo>
                  <a:lnTo>
                    <a:pt x="2022038" y="33047"/>
                  </a:lnTo>
                  <a:lnTo>
                    <a:pt x="1918324" y="24747"/>
                  </a:lnTo>
                  <a:lnTo>
                    <a:pt x="1817741" y="17719"/>
                  </a:lnTo>
                  <a:lnTo>
                    <a:pt x="1724571" y="11983"/>
                  </a:lnTo>
                  <a:lnTo>
                    <a:pt x="1643053" y="7526"/>
                  </a:lnTo>
                  <a:lnTo>
                    <a:pt x="1576652" y="4279"/>
                  </a:lnTo>
                  <a:lnTo>
                    <a:pt x="1527351" y="2112"/>
                  </a:lnTo>
                  <a:lnTo>
                    <a:pt x="1495173" y="834"/>
                  </a:lnTo>
                  <a:lnTo>
                    <a:pt x="1478050" y="217"/>
                  </a:lnTo>
                  <a:lnTo>
                    <a:pt x="1471995" y="18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9" name="pl9"/>
            <p:cNvSpPr/>
            <p:nvPr/>
          </p:nvSpPr>
          <p:spPr>
            <a:xfrm>
              <a:off x="4799595" y="4048048"/>
              <a:ext cx="11981298" cy="1520177"/>
            </a:xfrm>
            <a:custGeom>
              <a:avLst/>
              <a:pathLst>
                <a:path w="11981298" h="1520177">
                  <a:moveTo>
                    <a:pt x="0" y="0"/>
                  </a:moveTo>
                  <a:lnTo>
                    <a:pt x="1471387" y="0"/>
                  </a:lnTo>
                  <a:lnTo>
                    <a:pt x="1472597" y="37"/>
                  </a:lnTo>
                  <a:lnTo>
                    <a:pt x="1480539" y="302"/>
                  </a:lnTo>
                  <a:lnTo>
                    <a:pt x="1500523" y="1037"/>
                  </a:lnTo>
                  <a:lnTo>
                    <a:pt x="1536157" y="2482"/>
                  </a:lnTo>
                  <a:lnTo>
                    <a:pt x="1589083" y="4860"/>
                  </a:lnTo>
                  <a:lnTo>
                    <a:pt x="1658848" y="8349"/>
                  </a:lnTo>
                  <a:lnTo>
                    <a:pt x="1743110" y="13069"/>
                  </a:lnTo>
                  <a:lnTo>
                    <a:pt x="1838181" y="19073"/>
                  </a:lnTo>
                  <a:lnTo>
                    <a:pt x="1939757" y="26368"/>
                  </a:lnTo>
                  <a:lnTo>
                    <a:pt x="2043625" y="34929"/>
                  </a:lnTo>
                  <a:lnTo>
                    <a:pt x="2146196" y="44729"/>
                  </a:lnTo>
                  <a:lnTo>
                    <a:pt x="2244767" y="55759"/>
                  </a:lnTo>
                  <a:lnTo>
                    <a:pt x="2337575" y="68046"/>
                  </a:lnTo>
                  <a:lnTo>
                    <a:pt x="2423692" y="81659"/>
                  </a:lnTo>
                  <a:lnTo>
                    <a:pt x="2502852" y="96716"/>
                  </a:lnTo>
                  <a:lnTo>
                    <a:pt x="2575265" y="113380"/>
                  </a:lnTo>
                  <a:lnTo>
                    <a:pt x="2641458" y="131860"/>
                  </a:lnTo>
                  <a:lnTo>
                    <a:pt x="2702146" y="152398"/>
                  </a:lnTo>
                  <a:lnTo>
                    <a:pt x="2758139" y="175259"/>
                  </a:lnTo>
                  <a:lnTo>
                    <a:pt x="2810270" y="200701"/>
                  </a:lnTo>
                  <a:lnTo>
                    <a:pt x="2859344" y="228939"/>
                  </a:lnTo>
                  <a:lnTo>
                    <a:pt x="2896531" y="253362"/>
                  </a:lnTo>
                  <a:lnTo>
                    <a:pt x="2942977" y="287653"/>
                  </a:lnTo>
                  <a:lnTo>
                    <a:pt x="2988066" y="325054"/>
                  </a:lnTo>
                  <a:lnTo>
                    <a:pt x="3032256" y="365622"/>
                  </a:lnTo>
                  <a:lnTo>
                    <a:pt x="3075892" y="409330"/>
                  </a:lnTo>
                  <a:lnTo>
                    <a:pt x="3119233" y="456061"/>
                  </a:lnTo>
                  <a:lnTo>
                    <a:pt x="3162458" y="505600"/>
                  </a:lnTo>
                  <a:lnTo>
                    <a:pt x="3205685" y="557628"/>
                  </a:lnTo>
                  <a:lnTo>
                    <a:pt x="3248975" y="611735"/>
                  </a:lnTo>
                  <a:lnTo>
                    <a:pt x="3292345" y="667419"/>
                  </a:lnTo>
                  <a:lnTo>
                    <a:pt x="3335780" y="724114"/>
                  </a:lnTo>
                  <a:lnTo>
                    <a:pt x="3379244" y="781207"/>
                  </a:lnTo>
                  <a:lnTo>
                    <a:pt x="3422690" y="838066"/>
                  </a:lnTo>
                  <a:lnTo>
                    <a:pt x="3466080" y="894070"/>
                  </a:lnTo>
                  <a:lnTo>
                    <a:pt x="3509390" y="948639"/>
                  </a:lnTo>
                  <a:lnTo>
                    <a:pt x="3552630" y="1001252"/>
                  </a:lnTo>
                  <a:lnTo>
                    <a:pt x="3595847" y="1051473"/>
                  </a:lnTo>
                  <a:lnTo>
                    <a:pt x="3639143" y="1098960"/>
                  </a:lnTo>
                  <a:lnTo>
                    <a:pt x="3682681" y="1143471"/>
                  </a:lnTo>
                  <a:lnTo>
                    <a:pt x="3726697" y="1184863"/>
                  </a:lnTo>
                  <a:lnTo>
                    <a:pt x="3771512" y="1223086"/>
                  </a:lnTo>
                  <a:lnTo>
                    <a:pt x="3817554" y="1258178"/>
                  </a:lnTo>
                  <a:lnTo>
                    <a:pt x="3829811" y="1266814"/>
                  </a:lnTo>
                  <a:lnTo>
                    <a:pt x="3876983" y="1297344"/>
                  </a:lnTo>
                  <a:lnTo>
                    <a:pt x="3926629" y="1324987"/>
                  </a:lnTo>
                  <a:lnTo>
                    <a:pt x="3979495" y="1349873"/>
                  </a:lnTo>
                  <a:lnTo>
                    <a:pt x="4036395" y="1372229"/>
                  </a:lnTo>
                  <a:lnTo>
                    <a:pt x="4098163" y="1392318"/>
                  </a:lnTo>
                  <a:lnTo>
                    <a:pt x="4165594" y="1410402"/>
                  </a:lnTo>
                  <a:lnTo>
                    <a:pt x="4239374" y="1426716"/>
                  </a:lnTo>
                  <a:lnTo>
                    <a:pt x="4319976" y="1441461"/>
                  </a:lnTo>
                  <a:lnTo>
                    <a:pt x="4407525" y="1454790"/>
                  </a:lnTo>
                  <a:lnTo>
                    <a:pt x="4501633" y="1466812"/>
                  </a:lnTo>
                  <a:lnTo>
                    <a:pt x="4601210" y="1477586"/>
                  </a:lnTo>
                  <a:lnTo>
                    <a:pt x="4704304" y="1487130"/>
                  </a:lnTo>
                  <a:lnTo>
                    <a:pt x="4808018" y="1495430"/>
                  </a:lnTo>
                  <a:lnTo>
                    <a:pt x="4908601" y="1502458"/>
                  </a:lnTo>
                  <a:lnTo>
                    <a:pt x="5001771" y="1508194"/>
                  </a:lnTo>
                  <a:lnTo>
                    <a:pt x="5083289" y="1512651"/>
                  </a:lnTo>
                  <a:lnTo>
                    <a:pt x="5149690" y="1515897"/>
                  </a:lnTo>
                  <a:lnTo>
                    <a:pt x="5198991" y="1518065"/>
                  </a:lnTo>
                  <a:lnTo>
                    <a:pt x="5231169" y="1519343"/>
                  </a:lnTo>
                  <a:lnTo>
                    <a:pt x="5248292" y="1519960"/>
                  </a:lnTo>
                  <a:lnTo>
                    <a:pt x="5254347" y="1520159"/>
                  </a:lnTo>
                  <a:lnTo>
                    <a:pt x="5254955" y="1520177"/>
                  </a:lnTo>
                  <a:lnTo>
                    <a:pt x="6726343" y="1520177"/>
                  </a:lnTo>
                  <a:lnTo>
                    <a:pt x="6727565" y="1520150"/>
                  </a:lnTo>
                  <a:lnTo>
                    <a:pt x="6735592" y="1519955"/>
                  </a:lnTo>
                  <a:lnTo>
                    <a:pt x="6755779" y="1519416"/>
                  </a:lnTo>
                  <a:lnTo>
                    <a:pt x="6791761" y="1518355"/>
                  </a:lnTo>
                  <a:lnTo>
                    <a:pt x="6845168" y="1516611"/>
                  </a:lnTo>
                  <a:lnTo>
                    <a:pt x="6915509" y="1514051"/>
                  </a:lnTo>
                  <a:lnTo>
                    <a:pt x="7000383" y="1510592"/>
                  </a:lnTo>
                  <a:lnTo>
                    <a:pt x="7096038" y="1506192"/>
                  </a:lnTo>
                  <a:lnTo>
                    <a:pt x="7198117" y="1500849"/>
                  </a:lnTo>
                  <a:lnTo>
                    <a:pt x="7302375" y="1494581"/>
                  </a:lnTo>
                  <a:lnTo>
                    <a:pt x="7405209" y="1487407"/>
                  </a:lnTo>
                  <a:lnTo>
                    <a:pt x="7503926" y="1479334"/>
                  </a:lnTo>
                  <a:lnTo>
                    <a:pt x="7596781" y="1470341"/>
                  </a:lnTo>
                  <a:lnTo>
                    <a:pt x="7682870" y="1460375"/>
                  </a:lnTo>
                  <a:lnTo>
                    <a:pt x="7761952" y="1449348"/>
                  </a:lnTo>
                  <a:lnTo>
                    <a:pt x="7834259" y="1437138"/>
                  </a:lnTo>
                  <a:lnTo>
                    <a:pt x="7900340" y="1423590"/>
                  </a:lnTo>
                  <a:lnTo>
                    <a:pt x="7960924" y="1408527"/>
                  </a:lnTo>
                  <a:lnTo>
                    <a:pt x="8016833" y="1391752"/>
                  </a:lnTo>
                  <a:lnTo>
                    <a:pt x="8068910" y="1373077"/>
                  </a:lnTo>
                  <a:lnTo>
                    <a:pt x="8117964" y="1352350"/>
                  </a:lnTo>
                  <a:lnTo>
                    <a:pt x="8151487" y="1336285"/>
                  </a:lnTo>
                  <a:lnTo>
                    <a:pt x="8201435" y="1309394"/>
                  </a:lnTo>
                  <a:lnTo>
                    <a:pt x="8249854" y="1279880"/>
                  </a:lnTo>
                  <a:lnTo>
                    <a:pt x="8297297" y="1247702"/>
                  </a:lnTo>
                  <a:lnTo>
                    <a:pt x="8344175" y="1212897"/>
                  </a:lnTo>
                  <a:lnTo>
                    <a:pt x="8390782" y="1175597"/>
                  </a:lnTo>
                  <a:lnTo>
                    <a:pt x="8437315" y="1136027"/>
                  </a:lnTo>
                  <a:lnTo>
                    <a:pt x="8483889" y="1094514"/>
                  </a:lnTo>
                  <a:lnTo>
                    <a:pt x="8530551" y="1051471"/>
                  </a:lnTo>
                  <a:lnTo>
                    <a:pt x="8577299" y="1007387"/>
                  </a:lnTo>
                  <a:lnTo>
                    <a:pt x="8624094" y="962808"/>
                  </a:lnTo>
                  <a:lnTo>
                    <a:pt x="8670882" y="918301"/>
                  </a:lnTo>
                  <a:lnTo>
                    <a:pt x="8717611" y="874433"/>
                  </a:lnTo>
                  <a:lnTo>
                    <a:pt x="8764249" y="831736"/>
                  </a:lnTo>
                  <a:lnTo>
                    <a:pt x="8810805" y="790682"/>
                  </a:lnTo>
                  <a:lnTo>
                    <a:pt x="8857343" y="751665"/>
                  </a:lnTo>
                  <a:lnTo>
                    <a:pt x="8903997" y="714983"/>
                  </a:lnTo>
                  <a:lnTo>
                    <a:pt x="8950987" y="680840"/>
                  </a:lnTo>
                  <a:lnTo>
                    <a:pt x="8998635" y="649340"/>
                  </a:lnTo>
                  <a:lnTo>
                    <a:pt x="9047385" y="620503"/>
                  </a:lnTo>
                  <a:lnTo>
                    <a:pt x="9084767" y="600715"/>
                  </a:lnTo>
                  <a:lnTo>
                    <a:pt x="9132115" y="578479"/>
                  </a:lnTo>
                  <a:lnTo>
                    <a:pt x="9181959" y="558353"/>
                  </a:lnTo>
                  <a:lnTo>
                    <a:pt x="9235052" y="540242"/>
                  </a:lnTo>
                  <a:lnTo>
                    <a:pt x="9292217" y="523979"/>
                  </a:lnTo>
                  <a:lnTo>
                    <a:pt x="9354298" y="509371"/>
                  </a:lnTo>
                  <a:lnTo>
                    <a:pt x="9422099" y="496225"/>
                  </a:lnTo>
                  <a:lnTo>
                    <a:pt x="9496307" y="484369"/>
                  </a:lnTo>
                  <a:lnTo>
                    <a:pt x="9577395" y="473658"/>
                  </a:lnTo>
                  <a:lnTo>
                    <a:pt x="9665478" y="463979"/>
                  </a:lnTo>
                  <a:lnTo>
                    <a:pt x="9760143" y="455253"/>
                  </a:lnTo>
                  <a:lnTo>
                    <a:pt x="9860262" y="447440"/>
                  </a:lnTo>
                  <a:lnTo>
                    <a:pt x="9963824" y="440525"/>
                  </a:lnTo>
                  <a:lnTo>
                    <a:pt x="10067860" y="434520"/>
                  </a:lnTo>
                  <a:lnTo>
                    <a:pt x="10168545" y="429447"/>
                  </a:lnTo>
                  <a:lnTo>
                    <a:pt x="10261538" y="425319"/>
                  </a:lnTo>
                  <a:lnTo>
                    <a:pt x="10342575" y="422124"/>
                  </a:lnTo>
                  <a:lnTo>
                    <a:pt x="10408221" y="419809"/>
                  </a:lnTo>
                  <a:lnTo>
                    <a:pt x="10456580" y="418276"/>
                  </a:lnTo>
                  <a:lnTo>
                    <a:pt x="10487766" y="417383"/>
                  </a:lnTo>
                  <a:lnTo>
                    <a:pt x="10504007" y="416961"/>
                  </a:lnTo>
                  <a:lnTo>
                    <a:pt x="10509461" y="416832"/>
                  </a:lnTo>
                  <a:lnTo>
                    <a:pt x="10509911" y="416822"/>
                  </a:lnTo>
                  <a:lnTo>
                    <a:pt x="11981298" y="41682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" name="pl10"/>
            <p:cNvSpPr/>
            <p:nvPr/>
          </p:nvSpPr>
          <p:spPr>
            <a:xfrm>
              <a:off x="4799595" y="4039875"/>
              <a:ext cx="11981298" cy="1520177"/>
            </a:xfrm>
            <a:custGeom>
              <a:avLst/>
              <a:pathLst>
                <a:path w="11981298" h="1520177">
                  <a:moveTo>
                    <a:pt x="11981298" y="416822"/>
                  </a:moveTo>
                  <a:lnTo>
                    <a:pt x="10509911" y="416822"/>
                  </a:lnTo>
                  <a:lnTo>
                    <a:pt x="10508688" y="416850"/>
                  </a:lnTo>
                  <a:lnTo>
                    <a:pt x="10500662" y="417045"/>
                  </a:lnTo>
                  <a:lnTo>
                    <a:pt x="10480474" y="417584"/>
                  </a:lnTo>
                  <a:lnTo>
                    <a:pt x="10444492" y="418644"/>
                  </a:lnTo>
                  <a:lnTo>
                    <a:pt x="10391085" y="420389"/>
                  </a:lnTo>
                  <a:lnTo>
                    <a:pt x="10320745" y="422948"/>
                  </a:lnTo>
                  <a:lnTo>
                    <a:pt x="10235871" y="426408"/>
                  </a:lnTo>
                  <a:lnTo>
                    <a:pt x="10140215" y="430808"/>
                  </a:lnTo>
                  <a:lnTo>
                    <a:pt x="10038136" y="436151"/>
                  </a:lnTo>
                  <a:lnTo>
                    <a:pt x="9933878" y="442419"/>
                  </a:lnTo>
                  <a:lnTo>
                    <a:pt x="9831044" y="449592"/>
                  </a:lnTo>
                  <a:lnTo>
                    <a:pt x="9732327" y="457665"/>
                  </a:lnTo>
                  <a:lnTo>
                    <a:pt x="9639472" y="466659"/>
                  </a:lnTo>
                  <a:lnTo>
                    <a:pt x="9553383" y="476625"/>
                  </a:lnTo>
                  <a:lnTo>
                    <a:pt x="9474301" y="487652"/>
                  </a:lnTo>
                  <a:lnTo>
                    <a:pt x="9401994" y="499862"/>
                  </a:lnTo>
                  <a:lnTo>
                    <a:pt x="9335914" y="513409"/>
                  </a:lnTo>
                  <a:lnTo>
                    <a:pt x="9275330" y="528473"/>
                  </a:lnTo>
                  <a:lnTo>
                    <a:pt x="9219420" y="545248"/>
                  </a:lnTo>
                  <a:lnTo>
                    <a:pt x="9167343" y="563922"/>
                  </a:lnTo>
                  <a:lnTo>
                    <a:pt x="9118289" y="584649"/>
                  </a:lnTo>
                  <a:lnTo>
                    <a:pt x="9084767" y="600715"/>
                  </a:lnTo>
                  <a:lnTo>
                    <a:pt x="9034819" y="627606"/>
                  </a:lnTo>
                  <a:lnTo>
                    <a:pt x="8986400" y="657119"/>
                  </a:lnTo>
                  <a:lnTo>
                    <a:pt x="8938956" y="689298"/>
                  </a:lnTo>
                  <a:lnTo>
                    <a:pt x="8892078" y="724102"/>
                  </a:lnTo>
                  <a:lnTo>
                    <a:pt x="8845471" y="761403"/>
                  </a:lnTo>
                  <a:lnTo>
                    <a:pt x="8798938" y="800972"/>
                  </a:lnTo>
                  <a:lnTo>
                    <a:pt x="8752365" y="842486"/>
                  </a:lnTo>
                  <a:lnTo>
                    <a:pt x="8705702" y="885529"/>
                  </a:lnTo>
                  <a:lnTo>
                    <a:pt x="8658954" y="929612"/>
                  </a:lnTo>
                  <a:lnTo>
                    <a:pt x="8612159" y="974192"/>
                  </a:lnTo>
                  <a:lnTo>
                    <a:pt x="8565371" y="1018698"/>
                  </a:lnTo>
                  <a:lnTo>
                    <a:pt x="8518643" y="1062566"/>
                  </a:lnTo>
                  <a:lnTo>
                    <a:pt x="8472004" y="1105263"/>
                  </a:lnTo>
                  <a:lnTo>
                    <a:pt x="8425448" y="1146317"/>
                  </a:lnTo>
                  <a:lnTo>
                    <a:pt x="8378910" y="1185335"/>
                  </a:lnTo>
                  <a:lnTo>
                    <a:pt x="8332256" y="1222016"/>
                  </a:lnTo>
                  <a:lnTo>
                    <a:pt x="8285266" y="1256160"/>
                  </a:lnTo>
                  <a:lnTo>
                    <a:pt x="8237618" y="1287659"/>
                  </a:lnTo>
                  <a:lnTo>
                    <a:pt x="8188868" y="1316497"/>
                  </a:lnTo>
                  <a:lnTo>
                    <a:pt x="8151487" y="1336285"/>
                  </a:lnTo>
                  <a:lnTo>
                    <a:pt x="8104138" y="1358520"/>
                  </a:lnTo>
                  <a:lnTo>
                    <a:pt x="8054294" y="1378646"/>
                  </a:lnTo>
                  <a:lnTo>
                    <a:pt x="8001202" y="1396757"/>
                  </a:lnTo>
                  <a:lnTo>
                    <a:pt x="7944036" y="1413020"/>
                  </a:lnTo>
                  <a:lnTo>
                    <a:pt x="7881955" y="1427629"/>
                  </a:lnTo>
                  <a:lnTo>
                    <a:pt x="7814155" y="1440775"/>
                  </a:lnTo>
                  <a:lnTo>
                    <a:pt x="7739946" y="1452630"/>
                  </a:lnTo>
                  <a:lnTo>
                    <a:pt x="7658858" y="1463342"/>
                  </a:lnTo>
                  <a:lnTo>
                    <a:pt x="7570775" y="1473021"/>
                  </a:lnTo>
                  <a:lnTo>
                    <a:pt x="7476110" y="1481746"/>
                  </a:lnTo>
                  <a:lnTo>
                    <a:pt x="7375991" y="1489560"/>
                  </a:lnTo>
                  <a:lnTo>
                    <a:pt x="7272430" y="1496475"/>
                  </a:lnTo>
                  <a:lnTo>
                    <a:pt x="7168393" y="1502479"/>
                  </a:lnTo>
                  <a:lnTo>
                    <a:pt x="7067708" y="1507553"/>
                  </a:lnTo>
                  <a:lnTo>
                    <a:pt x="6974716" y="1511681"/>
                  </a:lnTo>
                  <a:lnTo>
                    <a:pt x="6893679" y="1514876"/>
                  </a:lnTo>
                  <a:lnTo>
                    <a:pt x="6828033" y="1517190"/>
                  </a:lnTo>
                  <a:lnTo>
                    <a:pt x="6779673" y="1518723"/>
                  </a:lnTo>
                  <a:lnTo>
                    <a:pt x="6748488" y="1519616"/>
                  </a:lnTo>
                  <a:lnTo>
                    <a:pt x="6732246" y="1520038"/>
                  </a:lnTo>
                  <a:lnTo>
                    <a:pt x="6726793" y="1520167"/>
                  </a:lnTo>
                  <a:lnTo>
                    <a:pt x="6726343" y="1520177"/>
                  </a:lnTo>
                  <a:lnTo>
                    <a:pt x="5254955" y="1520177"/>
                  </a:lnTo>
                  <a:lnTo>
                    <a:pt x="5253745" y="1520140"/>
                  </a:lnTo>
                  <a:lnTo>
                    <a:pt x="5245803" y="1519874"/>
                  </a:lnTo>
                  <a:lnTo>
                    <a:pt x="5225820" y="1519140"/>
                  </a:lnTo>
                  <a:lnTo>
                    <a:pt x="5190185" y="1517695"/>
                  </a:lnTo>
                  <a:lnTo>
                    <a:pt x="5137259" y="1515317"/>
                  </a:lnTo>
                  <a:lnTo>
                    <a:pt x="5067494" y="1511827"/>
                  </a:lnTo>
                  <a:lnTo>
                    <a:pt x="4983232" y="1507108"/>
                  </a:lnTo>
                  <a:lnTo>
                    <a:pt x="4888161" y="1501103"/>
                  </a:lnTo>
                  <a:lnTo>
                    <a:pt x="4786585" y="1493809"/>
                  </a:lnTo>
                  <a:lnTo>
                    <a:pt x="4682717" y="1485248"/>
                  </a:lnTo>
                  <a:lnTo>
                    <a:pt x="4580146" y="1475448"/>
                  </a:lnTo>
                  <a:lnTo>
                    <a:pt x="4481576" y="1464417"/>
                  </a:lnTo>
                  <a:lnTo>
                    <a:pt x="4388767" y="1452130"/>
                  </a:lnTo>
                  <a:lnTo>
                    <a:pt x="4302650" y="1438517"/>
                  </a:lnTo>
                  <a:lnTo>
                    <a:pt x="4223490" y="1423461"/>
                  </a:lnTo>
                  <a:lnTo>
                    <a:pt x="4151077" y="1406796"/>
                  </a:lnTo>
                  <a:lnTo>
                    <a:pt x="4084884" y="1388316"/>
                  </a:lnTo>
                  <a:lnTo>
                    <a:pt x="4024196" y="1367778"/>
                  </a:lnTo>
                  <a:lnTo>
                    <a:pt x="3968203" y="1344918"/>
                  </a:lnTo>
                  <a:lnTo>
                    <a:pt x="3916072" y="1319475"/>
                  </a:lnTo>
                  <a:lnTo>
                    <a:pt x="3866998" y="1291238"/>
                  </a:lnTo>
                  <a:lnTo>
                    <a:pt x="3829811" y="1266814"/>
                  </a:lnTo>
                  <a:lnTo>
                    <a:pt x="3783365" y="1232524"/>
                  </a:lnTo>
                  <a:lnTo>
                    <a:pt x="3738276" y="1195122"/>
                  </a:lnTo>
                  <a:lnTo>
                    <a:pt x="3694086" y="1154555"/>
                  </a:lnTo>
                  <a:lnTo>
                    <a:pt x="3650450" y="1110847"/>
                  </a:lnTo>
                  <a:lnTo>
                    <a:pt x="3607110" y="1064115"/>
                  </a:lnTo>
                  <a:lnTo>
                    <a:pt x="3563884" y="1014577"/>
                  </a:lnTo>
                  <a:lnTo>
                    <a:pt x="3520657" y="962548"/>
                  </a:lnTo>
                  <a:lnTo>
                    <a:pt x="3477367" y="908442"/>
                  </a:lnTo>
                  <a:lnTo>
                    <a:pt x="3433997" y="852758"/>
                  </a:lnTo>
                  <a:lnTo>
                    <a:pt x="3390562" y="796063"/>
                  </a:lnTo>
                  <a:lnTo>
                    <a:pt x="3347099" y="738970"/>
                  </a:lnTo>
                  <a:lnTo>
                    <a:pt x="3303652" y="682111"/>
                  </a:lnTo>
                  <a:lnTo>
                    <a:pt x="3260262" y="626106"/>
                  </a:lnTo>
                  <a:lnTo>
                    <a:pt x="3216952" y="571538"/>
                  </a:lnTo>
                  <a:lnTo>
                    <a:pt x="3173712" y="518925"/>
                  </a:lnTo>
                  <a:lnTo>
                    <a:pt x="3130495" y="468703"/>
                  </a:lnTo>
                  <a:lnTo>
                    <a:pt x="3087199" y="421216"/>
                  </a:lnTo>
                  <a:lnTo>
                    <a:pt x="3043661" y="376706"/>
                  </a:lnTo>
                  <a:lnTo>
                    <a:pt x="2999646" y="335314"/>
                  </a:lnTo>
                  <a:lnTo>
                    <a:pt x="2954830" y="297090"/>
                  </a:lnTo>
                  <a:lnTo>
                    <a:pt x="2908788" y="261999"/>
                  </a:lnTo>
                  <a:lnTo>
                    <a:pt x="2896531" y="253362"/>
                  </a:lnTo>
                  <a:lnTo>
                    <a:pt x="2849359" y="222833"/>
                  </a:lnTo>
                  <a:lnTo>
                    <a:pt x="2799713" y="195189"/>
                  </a:lnTo>
                  <a:lnTo>
                    <a:pt x="2746847" y="170303"/>
                  </a:lnTo>
                  <a:lnTo>
                    <a:pt x="2689947" y="147948"/>
                  </a:lnTo>
                  <a:lnTo>
                    <a:pt x="2628179" y="127858"/>
                  </a:lnTo>
                  <a:lnTo>
                    <a:pt x="2560748" y="109775"/>
                  </a:lnTo>
                  <a:lnTo>
                    <a:pt x="2486968" y="93460"/>
                  </a:lnTo>
                  <a:lnTo>
                    <a:pt x="2406366" y="78716"/>
                  </a:lnTo>
                  <a:lnTo>
                    <a:pt x="2318817" y="65386"/>
                  </a:lnTo>
                  <a:lnTo>
                    <a:pt x="2224709" y="53365"/>
                  </a:lnTo>
                  <a:lnTo>
                    <a:pt x="2125132" y="42591"/>
                  </a:lnTo>
                  <a:lnTo>
                    <a:pt x="2022038" y="33047"/>
                  </a:lnTo>
                  <a:lnTo>
                    <a:pt x="1918324" y="24747"/>
                  </a:lnTo>
                  <a:lnTo>
                    <a:pt x="1817741" y="17719"/>
                  </a:lnTo>
                  <a:lnTo>
                    <a:pt x="1724571" y="11983"/>
                  </a:lnTo>
                  <a:lnTo>
                    <a:pt x="1643053" y="7526"/>
                  </a:lnTo>
                  <a:lnTo>
                    <a:pt x="1576652" y="4279"/>
                  </a:lnTo>
                  <a:lnTo>
                    <a:pt x="1527351" y="2112"/>
                  </a:lnTo>
                  <a:lnTo>
                    <a:pt x="1495173" y="834"/>
                  </a:lnTo>
                  <a:lnTo>
                    <a:pt x="1478050" y="217"/>
                  </a:lnTo>
                  <a:lnTo>
                    <a:pt x="1471995" y="18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" name="pg11"/>
            <p:cNvSpPr/>
            <p:nvPr/>
          </p:nvSpPr>
          <p:spPr>
            <a:xfrm>
              <a:off x="4799595" y="4048048"/>
              <a:ext cx="11981298" cy="1552869"/>
            </a:xfrm>
            <a:custGeom>
              <a:avLst/>
              <a:pathLst>
                <a:path w="11981298" h="1552869">
                  <a:moveTo>
                    <a:pt x="0" y="16345"/>
                  </a:moveTo>
                  <a:lnTo>
                    <a:pt x="1471387" y="16345"/>
                  </a:lnTo>
                  <a:lnTo>
                    <a:pt x="1472596" y="16383"/>
                  </a:lnTo>
                  <a:lnTo>
                    <a:pt x="1480535" y="16652"/>
                  </a:lnTo>
                  <a:lnTo>
                    <a:pt x="1500509" y="17393"/>
                  </a:lnTo>
                  <a:lnTo>
                    <a:pt x="1536128" y="18853"/>
                  </a:lnTo>
                  <a:lnTo>
                    <a:pt x="1589033" y="21256"/>
                  </a:lnTo>
                  <a:lnTo>
                    <a:pt x="1658771" y="24781"/>
                  </a:lnTo>
                  <a:lnTo>
                    <a:pt x="1743005" y="29549"/>
                  </a:lnTo>
                  <a:lnTo>
                    <a:pt x="1838050" y="35615"/>
                  </a:lnTo>
                  <a:lnTo>
                    <a:pt x="1939603" y="42986"/>
                  </a:lnTo>
                  <a:lnTo>
                    <a:pt x="2043454" y="51635"/>
                  </a:lnTo>
                  <a:lnTo>
                    <a:pt x="2146012" y="61537"/>
                  </a:lnTo>
                  <a:lnTo>
                    <a:pt x="2244576" y="72681"/>
                  </a:lnTo>
                  <a:lnTo>
                    <a:pt x="2337382" y="85096"/>
                  </a:lnTo>
                  <a:lnTo>
                    <a:pt x="2423501" y="98850"/>
                  </a:lnTo>
                  <a:lnTo>
                    <a:pt x="2502664" y="114062"/>
                  </a:lnTo>
                  <a:lnTo>
                    <a:pt x="2575082" y="130899"/>
                  </a:lnTo>
                  <a:lnTo>
                    <a:pt x="2641280" y="149569"/>
                  </a:lnTo>
                  <a:lnTo>
                    <a:pt x="2701973" y="170318"/>
                  </a:lnTo>
                  <a:lnTo>
                    <a:pt x="2757969" y="193413"/>
                  </a:lnTo>
                  <a:lnTo>
                    <a:pt x="2810103" y="219116"/>
                  </a:lnTo>
                  <a:lnTo>
                    <a:pt x="2859178" y="247643"/>
                  </a:lnTo>
                  <a:lnTo>
                    <a:pt x="2896531" y="272433"/>
                  </a:lnTo>
                  <a:lnTo>
                    <a:pt x="2942844" y="306987"/>
                  </a:lnTo>
                  <a:lnTo>
                    <a:pt x="2987808" y="344667"/>
                  </a:lnTo>
                  <a:lnTo>
                    <a:pt x="3031874" y="385528"/>
                  </a:lnTo>
                  <a:lnTo>
                    <a:pt x="3075387" y="429547"/>
                  </a:lnTo>
                  <a:lnTo>
                    <a:pt x="3118604" y="476604"/>
                  </a:lnTo>
                  <a:lnTo>
                    <a:pt x="3161705" y="526487"/>
                  </a:lnTo>
                  <a:lnTo>
                    <a:pt x="3204806" y="578879"/>
                  </a:lnTo>
                  <a:lnTo>
                    <a:pt x="3247969" y="633368"/>
                  </a:lnTo>
                  <a:lnTo>
                    <a:pt x="3291211" y="689455"/>
                  </a:lnTo>
                  <a:lnTo>
                    <a:pt x="3334519" y="746574"/>
                  </a:lnTo>
                  <a:lnTo>
                    <a:pt x="3377855" y="804110"/>
                  </a:lnTo>
                  <a:lnTo>
                    <a:pt x="3421177" y="861432"/>
                  </a:lnTo>
                  <a:lnTo>
                    <a:pt x="3464443" y="917916"/>
                  </a:lnTo>
                  <a:lnTo>
                    <a:pt x="3507631" y="972978"/>
                  </a:lnTo>
                  <a:lnTo>
                    <a:pt x="3550747" y="1026095"/>
                  </a:lnTo>
                  <a:lnTo>
                    <a:pt x="3593838" y="1076826"/>
                  </a:lnTo>
                  <a:lnTo>
                    <a:pt x="3637002" y="1124823"/>
                  </a:lnTo>
                  <a:lnTo>
                    <a:pt x="3680396" y="1169838"/>
                  </a:lnTo>
                  <a:lnTo>
                    <a:pt x="3724251" y="1211724"/>
                  </a:lnTo>
                  <a:lnTo>
                    <a:pt x="3768881" y="1250427"/>
                  </a:lnTo>
                  <a:lnTo>
                    <a:pt x="3814702" y="1285978"/>
                  </a:lnTo>
                  <a:lnTo>
                    <a:pt x="3829811" y="1296782"/>
                  </a:lnTo>
                  <a:lnTo>
                    <a:pt x="3876975" y="1327635"/>
                  </a:lnTo>
                  <a:lnTo>
                    <a:pt x="3926612" y="1355572"/>
                  </a:lnTo>
                  <a:lnTo>
                    <a:pt x="3979468" y="1380722"/>
                  </a:lnTo>
                  <a:lnTo>
                    <a:pt x="4036356" y="1403316"/>
                  </a:lnTo>
                  <a:lnTo>
                    <a:pt x="4098109" y="1423619"/>
                  </a:lnTo>
                  <a:lnTo>
                    <a:pt x="4165524" y="1441896"/>
                  </a:lnTo>
                  <a:lnTo>
                    <a:pt x="4239285" y="1458385"/>
                  </a:lnTo>
                  <a:lnTo>
                    <a:pt x="4319864" y="1473288"/>
                  </a:lnTo>
                  <a:lnTo>
                    <a:pt x="4407390" y="1486760"/>
                  </a:lnTo>
                  <a:lnTo>
                    <a:pt x="4501472" y="1498911"/>
                  </a:lnTo>
                  <a:lnTo>
                    <a:pt x="4601025" y="1509801"/>
                  </a:lnTo>
                  <a:lnTo>
                    <a:pt x="4704098" y="1519449"/>
                  </a:lnTo>
                  <a:lnTo>
                    <a:pt x="4807797" y="1527839"/>
                  </a:lnTo>
                  <a:lnTo>
                    <a:pt x="4908375" y="1534945"/>
                  </a:lnTo>
                  <a:lnTo>
                    <a:pt x="5001553" y="1540744"/>
                  </a:lnTo>
                  <a:lnTo>
                    <a:pt x="5083092" y="1545252"/>
                  </a:lnTo>
                  <a:lnTo>
                    <a:pt x="5149527" y="1548536"/>
                  </a:lnTo>
                  <a:lnTo>
                    <a:pt x="5198870" y="1550729"/>
                  </a:lnTo>
                  <a:lnTo>
                    <a:pt x="5231093" y="1552023"/>
                  </a:lnTo>
                  <a:lnTo>
                    <a:pt x="5248257" y="1552648"/>
                  </a:lnTo>
                  <a:lnTo>
                    <a:pt x="5254339" y="1552850"/>
                  </a:lnTo>
                  <a:lnTo>
                    <a:pt x="5254955" y="1552869"/>
                  </a:lnTo>
                  <a:lnTo>
                    <a:pt x="6726343" y="1552869"/>
                  </a:lnTo>
                  <a:lnTo>
                    <a:pt x="6727576" y="1552854"/>
                  </a:lnTo>
                  <a:lnTo>
                    <a:pt x="6735669" y="1552746"/>
                  </a:lnTo>
                  <a:lnTo>
                    <a:pt x="6756019" y="1552448"/>
                  </a:lnTo>
                  <a:lnTo>
                    <a:pt x="6792277" y="1551862"/>
                  </a:lnTo>
                  <a:lnTo>
                    <a:pt x="6846066" y="1550897"/>
                  </a:lnTo>
                  <a:lnTo>
                    <a:pt x="6916863" y="1549483"/>
                  </a:lnTo>
                  <a:lnTo>
                    <a:pt x="7002222" y="1547571"/>
                  </a:lnTo>
                  <a:lnTo>
                    <a:pt x="7098339" y="1545141"/>
                  </a:lnTo>
                  <a:lnTo>
                    <a:pt x="7200813" y="1542191"/>
                  </a:lnTo>
                  <a:lnTo>
                    <a:pt x="7305377" y="1538732"/>
                  </a:lnTo>
                  <a:lnTo>
                    <a:pt x="7408417" y="1534774"/>
                  </a:lnTo>
                  <a:lnTo>
                    <a:pt x="7507246" y="1530319"/>
                  </a:lnTo>
                  <a:lnTo>
                    <a:pt x="7600135" y="1525357"/>
                  </a:lnTo>
                  <a:lnTo>
                    <a:pt x="7686200" y="1519856"/>
                  </a:lnTo>
                  <a:lnTo>
                    <a:pt x="7765218" y="1513768"/>
                  </a:lnTo>
                  <a:lnTo>
                    <a:pt x="7837441" y="1507025"/>
                  </a:lnTo>
                  <a:lnTo>
                    <a:pt x="7903432" y="1499541"/>
                  </a:lnTo>
                  <a:lnTo>
                    <a:pt x="7963935" y="1491215"/>
                  </a:lnTo>
                  <a:lnTo>
                    <a:pt x="8019779" y="1481940"/>
                  </a:lnTo>
                  <a:lnTo>
                    <a:pt x="8071815" y="1471612"/>
                  </a:lnTo>
                  <a:lnTo>
                    <a:pt x="8120855" y="1460150"/>
                  </a:lnTo>
                  <a:lnTo>
                    <a:pt x="8151487" y="1452069"/>
                  </a:lnTo>
                  <a:lnTo>
                    <a:pt x="8205411" y="1436070"/>
                  </a:lnTo>
                  <a:lnTo>
                    <a:pt x="8257606" y="1418388"/>
                  </a:lnTo>
                  <a:lnTo>
                    <a:pt x="8308746" y="1398999"/>
                  </a:lnTo>
                  <a:lnTo>
                    <a:pt x="8359318" y="1377944"/>
                  </a:lnTo>
                  <a:lnTo>
                    <a:pt x="8409659" y="1355331"/>
                  </a:lnTo>
                  <a:lnTo>
                    <a:pt x="8459977" y="1331341"/>
                  </a:lnTo>
                  <a:lnTo>
                    <a:pt x="8510377" y="1306230"/>
                  </a:lnTo>
                  <a:lnTo>
                    <a:pt x="8560885" y="1280312"/>
                  </a:lnTo>
                  <a:lnTo>
                    <a:pt x="8611466" y="1253951"/>
                  </a:lnTo>
                  <a:lnTo>
                    <a:pt x="8662056" y="1227538"/>
                  </a:lnTo>
                  <a:lnTo>
                    <a:pt x="8712588" y="1201466"/>
                  </a:lnTo>
                  <a:lnTo>
                    <a:pt x="8763017" y="1176110"/>
                  </a:lnTo>
                  <a:lnTo>
                    <a:pt x="8813350" y="1151798"/>
                  </a:lnTo>
                  <a:lnTo>
                    <a:pt x="8863669" y="1128801"/>
                  </a:lnTo>
                  <a:lnTo>
                    <a:pt x="8914154" y="1107322"/>
                  </a:lnTo>
                  <a:lnTo>
                    <a:pt x="8965104" y="1087488"/>
                  </a:lnTo>
                  <a:lnTo>
                    <a:pt x="9016963" y="1069356"/>
                  </a:lnTo>
                  <a:lnTo>
                    <a:pt x="9070355" y="1052920"/>
                  </a:lnTo>
                  <a:lnTo>
                    <a:pt x="9084767" y="1048868"/>
                  </a:lnTo>
                  <a:lnTo>
                    <a:pt x="9132255" y="1036646"/>
                  </a:lnTo>
                  <a:lnTo>
                    <a:pt x="9182255" y="1025587"/>
                  </a:lnTo>
                  <a:lnTo>
                    <a:pt x="9235528" y="1015638"/>
                  </a:lnTo>
                  <a:lnTo>
                    <a:pt x="9292904" y="1006708"/>
                  </a:lnTo>
                  <a:lnTo>
                    <a:pt x="9355234" y="998688"/>
                  </a:lnTo>
                  <a:lnTo>
                    <a:pt x="9423327" y="991473"/>
                  </a:lnTo>
                  <a:lnTo>
                    <a:pt x="9497875" y="984968"/>
                  </a:lnTo>
                  <a:lnTo>
                    <a:pt x="9579349" y="979093"/>
                  </a:lnTo>
                  <a:lnTo>
                    <a:pt x="9667856" y="973785"/>
                  </a:lnTo>
                  <a:lnTo>
                    <a:pt x="9762963" y="969003"/>
                  </a:lnTo>
                  <a:lnTo>
                    <a:pt x="9863509" y="964722"/>
                  </a:lnTo>
                  <a:lnTo>
                    <a:pt x="9967437" y="960937"/>
                  </a:lnTo>
                  <a:lnTo>
                    <a:pt x="10071723" y="957655"/>
                  </a:lnTo>
                  <a:lnTo>
                    <a:pt x="10172480" y="954886"/>
                  </a:lnTo>
                  <a:lnTo>
                    <a:pt x="10265321" y="952638"/>
                  </a:lnTo>
                  <a:lnTo>
                    <a:pt x="10345965" y="950904"/>
                  </a:lnTo>
                  <a:lnTo>
                    <a:pt x="10411003" y="949654"/>
                  </a:lnTo>
                  <a:lnTo>
                    <a:pt x="10458612" y="948831"/>
                  </a:lnTo>
                  <a:lnTo>
                    <a:pt x="10489013" y="948356"/>
                  </a:lnTo>
                  <a:lnTo>
                    <a:pt x="10504566" y="948136"/>
                  </a:lnTo>
                  <a:lnTo>
                    <a:pt x="10509565" y="948071"/>
                  </a:lnTo>
                  <a:lnTo>
                    <a:pt x="10509911" y="948067"/>
                  </a:lnTo>
                  <a:lnTo>
                    <a:pt x="11981298" y="948067"/>
                  </a:lnTo>
                  <a:lnTo>
                    <a:pt x="11981298" y="931721"/>
                  </a:lnTo>
                  <a:lnTo>
                    <a:pt x="10509911" y="931721"/>
                  </a:lnTo>
                  <a:lnTo>
                    <a:pt x="10508677" y="931736"/>
                  </a:lnTo>
                  <a:lnTo>
                    <a:pt x="10500584" y="931844"/>
                  </a:lnTo>
                  <a:lnTo>
                    <a:pt x="10480234" y="932142"/>
                  </a:lnTo>
                  <a:lnTo>
                    <a:pt x="10443976" y="932729"/>
                  </a:lnTo>
                  <a:lnTo>
                    <a:pt x="10390187" y="933693"/>
                  </a:lnTo>
                  <a:lnTo>
                    <a:pt x="10319390" y="935108"/>
                  </a:lnTo>
                  <a:lnTo>
                    <a:pt x="10234031" y="937019"/>
                  </a:lnTo>
                  <a:lnTo>
                    <a:pt x="10137915" y="939449"/>
                  </a:lnTo>
                  <a:lnTo>
                    <a:pt x="10035440" y="942399"/>
                  </a:lnTo>
                  <a:lnTo>
                    <a:pt x="9930877" y="945858"/>
                  </a:lnTo>
                  <a:lnTo>
                    <a:pt x="9827837" y="949817"/>
                  </a:lnTo>
                  <a:lnTo>
                    <a:pt x="9729007" y="954271"/>
                  </a:lnTo>
                  <a:lnTo>
                    <a:pt x="9636118" y="959234"/>
                  </a:lnTo>
                  <a:lnTo>
                    <a:pt x="9550053" y="964734"/>
                  </a:lnTo>
                  <a:lnTo>
                    <a:pt x="9471035" y="970822"/>
                  </a:lnTo>
                  <a:lnTo>
                    <a:pt x="9398812" y="977565"/>
                  </a:lnTo>
                  <a:lnTo>
                    <a:pt x="9332821" y="985050"/>
                  </a:lnTo>
                  <a:lnTo>
                    <a:pt x="9272319" y="993376"/>
                  </a:lnTo>
                  <a:lnTo>
                    <a:pt x="9216474" y="1002650"/>
                  </a:lnTo>
                  <a:lnTo>
                    <a:pt x="9164438" y="1012978"/>
                  </a:lnTo>
                  <a:lnTo>
                    <a:pt x="9115398" y="1024441"/>
                  </a:lnTo>
                  <a:lnTo>
                    <a:pt x="9084767" y="1032522"/>
                  </a:lnTo>
                  <a:lnTo>
                    <a:pt x="9030842" y="1048520"/>
                  </a:lnTo>
                  <a:lnTo>
                    <a:pt x="8978647" y="1066202"/>
                  </a:lnTo>
                  <a:lnTo>
                    <a:pt x="8927508" y="1085591"/>
                  </a:lnTo>
                  <a:lnTo>
                    <a:pt x="8876935" y="1106647"/>
                  </a:lnTo>
                  <a:lnTo>
                    <a:pt x="8826594" y="1129260"/>
                  </a:lnTo>
                  <a:lnTo>
                    <a:pt x="8776277" y="1153249"/>
                  </a:lnTo>
                  <a:lnTo>
                    <a:pt x="8725876" y="1178361"/>
                  </a:lnTo>
                  <a:lnTo>
                    <a:pt x="8675369" y="1204279"/>
                  </a:lnTo>
                  <a:lnTo>
                    <a:pt x="8624787" y="1230640"/>
                  </a:lnTo>
                  <a:lnTo>
                    <a:pt x="8574197" y="1257053"/>
                  </a:lnTo>
                  <a:lnTo>
                    <a:pt x="8523665" y="1283124"/>
                  </a:lnTo>
                  <a:lnTo>
                    <a:pt x="8473236" y="1308481"/>
                  </a:lnTo>
                  <a:lnTo>
                    <a:pt x="8422903" y="1332793"/>
                  </a:lnTo>
                  <a:lnTo>
                    <a:pt x="8372584" y="1355789"/>
                  </a:lnTo>
                  <a:lnTo>
                    <a:pt x="8322099" y="1377268"/>
                  </a:lnTo>
                  <a:lnTo>
                    <a:pt x="8271149" y="1397102"/>
                  </a:lnTo>
                  <a:lnTo>
                    <a:pt x="8219290" y="1415234"/>
                  </a:lnTo>
                  <a:lnTo>
                    <a:pt x="8165898" y="1431671"/>
                  </a:lnTo>
                  <a:lnTo>
                    <a:pt x="8151487" y="1435723"/>
                  </a:lnTo>
                  <a:lnTo>
                    <a:pt x="8103998" y="1447945"/>
                  </a:lnTo>
                  <a:lnTo>
                    <a:pt x="8053998" y="1459004"/>
                  </a:lnTo>
                  <a:lnTo>
                    <a:pt x="8000726" y="1468952"/>
                  </a:lnTo>
                  <a:lnTo>
                    <a:pt x="7943349" y="1477883"/>
                  </a:lnTo>
                  <a:lnTo>
                    <a:pt x="7881019" y="1485902"/>
                  </a:lnTo>
                  <a:lnTo>
                    <a:pt x="7812926" y="1493117"/>
                  </a:lnTo>
                  <a:lnTo>
                    <a:pt x="7738378" y="1499622"/>
                  </a:lnTo>
                  <a:lnTo>
                    <a:pt x="7656904" y="1505497"/>
                  </a:lnTo>
                  <a:lnTo>
                    <a:pt x="7568398" y="1510805"/>
                  </a:lnTo>
                  <a:lnTo>
                    <a:pt x="7473291" y="1515588"/>
                  </a:lnTo>
                  <a:lnTo>
                    <a:pt x="7372744" y="1519868"/>
                  </a:lnTo>
                  <a:lnTo>
                    <a:pt x="7268816" y="1523653"/>
                  </a:lnTo>
                  <a:lnTo>
                    <a:pt x="7164531" y="1526936"/>
                  </a:lnTo>
                  <a:lnTo>
                    <a:pt x="7063773" y="1529704"/>
                  </a:lnTo>
                  <a:lnTo>
                    <a:pt x="6970933" y="1531952"/>
                  </a:lnTo>
                  <a:lnTo>
                    <a:pt x="6890288" y="1533686"/>
                  </a:lnTo>
                  <a:lnTo>
                    <a:pt x="6825250" y="1534937"/>
                  </a:lnTo>
                  <a:lnTo>
                    <a:pt x="6777642" y="1535760"/>
                  </a:lnTo>
                  <a:lnTo>
                    <a:pt x="6747240" y="1536234"/>
                  </a:lnTo>
                  <a:lnTo>
                    <a:pt x="6731687" y="1536455"/>
                  </a:lnTo>
                  <a:lnTo>
                    <a:pt x="6726689" y="1536519"/>
                  </a:lnTo>
                  <a:lnTo>
                    <a:pt x="6726343" y="1536523"/>
                  </a:lnTo>
                  <a:lnTo>
                    <a:pt x="5254955" y="1536523"/>
                  </a:lnTo>
                  <a:lnTo>
                    <a:pt x="5253746" y="1536486"/>
                  </a:lnTo>
                  <a:lnTo>
                    <a:pt x="5245807" y="1536217"/>
                  </a:lnTo>
                  <a:lnTo>
                    <a:pt x="5225833" y="1535475"/>
                  </a:lnTo>
                  <a:lnTo>
                    <a:pt x="5190214" y="1534015"/>
                  </a:lnTo>
                  <a:lnTo>
                    <a:pt x="5137310" y="1531613"/>
                  </a:lnTo>
                  <a:lnTo>
                    <a:pt x="5067571" y="1528088"/>
                  </a:lnTo>
                  <a:lnTo>
                    <a:pt x="4983337" y="1523320"/>
                  </a:lnTo>
                  <a:lnTo>
                    <a:pt x="4888292" y="1517253"/>
                  </a:lnTo>
                  <a:lnTo>
                    <a:pt x="4786739" y="1509883"/>
                  </a:lnTo>
                  <a:lnTo>
                    <a:pt x="4682888" y="1501234"/>
                  </a:lnTo>
                  <a:lnTo>
                    <a:pt x="4580330" y="1491332"/>
                  </a:lnTo>
                  <a:lnTo>
                    <a:pt x="4481766" y="1480187"/>
                  </a:lnTo>
                  <a:lnTo>
                    <a:pt x="4388960" y="1467773"/>
                  </a:lnTo>
                  <a:lnTo>
                    <a:pt x="4302841" y="1454019"/>
                  </a:lnTo>
                  <a:lnTo>
                    <a:pt x="4223678" y="1438806"/>
                  </a:lnTo>
                  <a:lnTo>
                    <a:pt x="4151260" y="1421970"/>
                  </a:lnTo>
                  <a:lnTo>
                    <a:pt x="4085062" y="1403300"/>
                  </a:lnTo>
                  <a:lnTo>
                    <a:pt x="4024369" y="1382551"/>
                  </a:lnTo>
                  <a:lnTo>
                    <a:pt x="3968373" y="1359456"/>
                  </a:lnTo>
                  <a:lnTo>
                    <a:pt x="3916239" y="1333753"/>
                  </a:lnTo>
                  <a:lnTo>
                    <a:pt x="3867164" y="1305226"/>
                  </a:lnTo>
                  <a:lnTo>
                    <a:pt x="3829811" y="1280436"/>
                  </a:lnTo>
                  <a:lnTo>
                    <a:pt x="3783498" y="1245882"/>
                  </a:lnTo>
                  <a:lnTo>
                    <a:pt x="3738535" y="1208202"/>
                  </a:lnTo>
                  <a:lnTo>
                    <a:pt x="3694469" y="1167340"/>
                  </a:lnTo>
                  <a:lnTo>
                    <a:pt x="3650955" y="1123322"/>
                  </a:lnTo>
                  <a:lnTo>
                    <a:pt x="3607738" y="1076264"/>
                  </a:lnTo>
                  <a:lnTo>
                    <a:pt x="3564637" y="1026382"/>
                  </a:lnTo>
                  <a:lnTo>
                    <a:pt x="3521536" y="973990"/>
                  </a:lnTo>
                  <a:lnTo>
                    <a:pt x="3478374" y="919501"/>
                  </a:lnTo>
                  <a:lnTo>
                    <a:pt x="3435131" y="863414"/>
                  </a:lnTo>
                  <a:lnTo>
                    <a:pt x="3391824" y="806295"/>
                  </a:lnTo>
                  <a:lnTo>
                    <a:pt x="3348487" y="748759"/>
                  </a:lnTo>
                  <a:lnTo>
                    <a:pt x="3305165" y="691437"/>
                  </a:lnTo>
                  <a:lnTo>
                    <a:pt x="3261899" y="634953"/>
                  </a:lnTo>
                  <a:lnTo>
                    <a:pt x="3218711" y="579891"/>
                  </a:lnTo>
                  <a:lnTo>
                    <a:pt x="3175595" y="526773"/>
                  </a:lnTo>
                  <a:lnTo>
                    <a:pt x="3132504" y="476043"/>
                  </a:lnTo>
                  <a:lnTo>
                    <a:pt x="3089340" y="428046"/>
                  </a:lnTo>
                  <a:lnTo>
                    <a:pt x="3045946" y="383030"/>
                  </a:lnTo>
                  <a:lnTo>
                    <a:pt x="3002091" y="341144"/>
                  </a:lnTo>
                  <a:lnTo>
                    <a:pt x="2957461" y="302441"/>
                  </a:lnTo>
                  <a:lnTo>
                    <a:pt x="2911640" y="266890"/>
                  </a:lnTo>
                  <a:lnTo>
                    <a:pt x="2896531" y="256087"/>
                  </a:lnTo>
                  <a:lnTo>
                    <a:pt x="2849367" y="225234"/>
                  </a:lnTo>
                  <a:lnTo>
                    <a:pt x="2799730" y="197297"/>
                  </a:lnTo>
                  <a:lnTo>
                    <a:pt x="2746874" y="172146"/>
                  </a:lnTo>
                  <a:lnTo>
                    <a:pt x="2689986" y="149553"/>
                  </a:lnTo>
                  <a:lnTo>
                    <a:pt x="2628233" y="129249"/>
                  </a:lnTo>
                  <a:lnTo>
                    <a:pt x="2560818" y="110973"/>
                  </a:lnTo>
                  <a:lnTo>
                    <a:pt x="2487057" y="94484"/>
                  </a:lnTo>
                  <a:lnTo>
                    <a:pt x="2406478" y="79581"/>
                  </a:lnTo>
                  <a:lnTo>
                    <a:pt x="2318953" y="66109"/>
                  </a:lnTo>
                  <a:lnTo>
                    <a:pt x="2224870" y="53958"/>
                  </a:lnTo>
                  <a:lnTo>
                    <a:pt x="2125317" y="43068"/>
                  </a:lnTo>
                  <a:lnTo>
                    <a:pt x="2022244" y="33420"/>
                  </a:lnTo>
                  <a:lnTo>
                    <a:pt x="1918545" y="25029"/>
                  </a:lnTo>
                  <a:lnTo>
                    <a:pt x="1817967" y="17924"/>
                  </a:lnTo>
                  <a:lnTo>
                    <a:pt x="1724790" y="12125"/>
                  </a:lnTo>
                  <a:lnTo>
                    <a:pt x="1643250" y="7617"/>
                  </a:lnTo>
                  <a:lnTo>
                    <a:pt x="1576815" y="4333"/>
                  </a:lnTo>
                  <a:lnTo>
                    <a:pt x="1527472" y="2139"/>
                  </a:lnTo>
                  <a:lnTo>
                    <a:pt x="1495249" y="845"/>
                  </a:lnTo>
                  <a:lnTo>
                    <a:pt x="1478085" y="220"/>
                  </a:lnTo>
                  <a:lnTo>
                    <a:pt x="1472003" y="18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2" name="pl12"/>
            <p:cNvSpPr/>
            <p:nvPr/>
          </p:nvSpPr>
          <p:spPr>
            <a:xfrm>
              <a:off x="4799595" y="4064394"/>
              <a:ext cx="11981298" cy="1536523"/>
            </a:xfrm>
            <a:custGeom>
              <a:avLst/>
              <a:pathLst>
                <a:path w="11981298" h="1536523">
                  <a:moveTo>
                    <a:pt x="0" y="0"/>
                  </a:moveTo>
                  <a:lnTo>
                    <a:pt x="1471387" y="0"/>
                  </a:lnTo>
                  <a:lnTo>
                    <a:pt x="1472596" y="37"/>
                  </a:lnTo>
                  <a:lnTo>
                    <a:pt x="1480535" y="306"/>
                  </a:lnTo>
                  <a:lnTo>
                    <a:pt x="1500509" y="1047"/>
                  </a:lnTo>
                  <a:lnTo>
                    <a:pt x="1536128" y="2507"/>
                  </a:lnTo>
                  <a:lnTo>
                    <a:pt x="1589033" y="4910"/>
                  </a:lnTo>
                  <a:lnTo>
                    <a:pt x="1658771" y="8435"/>
                  </a:lnTo>
                  <a:lnTo>
                    <a:pt x="1743005" y="13203"/>
                  </a:lnTo>
                  <a:lnTo>
                    <a:pt x="1838050" y="19269"/>
                  </a:lnTo>
                  <a:lnTo>
                    <a:pt x="1939603" y="26640"/>
                  </a:lnTo>
                  <a:lnTo>
                    <a:pt x="2043454" y="35289"/>
                  </a:lnTo>
                  <a:lnTo>
                    <a:pt x="2146012" y="45191"/>
                  </a:lnTo>
                  <a:lnTo>
                    <a:pt x="2244576" y="56335"/>
                  </a:lnTo>
                  <a:lnTo>
                    <a:pt x="2337382" y="68750"/>
                  </a:lnTo>
                  <a:lnTo>
                    <a:pt x="2423501" y="82504"/>
                  </a:lnTo>
                  <a:lnTo>
                    <a:pt x="2502664" y="97716"/>
                  </a:lnTo>
                  <a:lnTo>
                    <a:pt x="2575082" y="114553"/>
                  </a:lnTo>
                  <a:lnTo>
                    <a:pt x="2641280" y="133223"/>
                  </a:lnTo>
                  <a:lnTo>
                    <a:pt x="2701973" y="153972"/>
                  </a:lnTo>
                  <a:lnTo>
                    <a:pt x="2757969" y="177067"/>
                  </a:lnTo>
                  <a:lnTo>
                    <a:pt x="2810103" y="202770"/>
                  </a:lnTo>
                  <a:lnTo>
                    <a:pt x="2859178" y="231297"/>
                  </a:lnTo>
                  <a:lnTo>
                    <a:pt x="2896531" y="256087"/>
                  </a:lnTo>
                  <a:lnTo>
                    <a:pt x="2942844" y="290641"/>
                  </a:lnTo>
                  <a:lnTo>
                    <a:pt x="2987808" y="328321"/>
                  </a:lnTo>
                  <a:lnTo>
                    <a:pt x="3031874" y="369182"/>
                  </a:lnTo>
                  <a:lnTo>
                    <a:pt x="3075387" y="413201"/>
                  </a:lnTo>
                  <a:lnTo>
                    <a:pt x="3118604" y="460258"/>
                  </a:lnTo>
                  <a:lnTo>
                    <a:pt x="3161705" y="510141"/>
                  </a:lnTo>
                  <a:lnTo>
                    <a:pt x="3204806" y="562533"/>
                  </a:lnTo>
                  <a:lnTo>
                    <a:pt x="3247969" y="617022"/>
                  </a:lnTo>
                  <a:lnTo>
                    <a:pt x="3291211" y="673109"/>
                  </a:lnTo>
                  <a:lnTo>
                    <a:pt x="3334519" y="730228"/>
                  </a:lnTo>
                  <a:lnTo>
                    <a:pt x="3377855" y="787764"/>
                  </a:lnTo>
                  <a:lnTo>
                    <a:pt x="3421177" y="845086"/>
                  </a:lnTo>
                  <a:lnTo>
                    <a:pt x="3464443" y="901570"/>
                  </a:lnTo>
                  <a:lnTo>
                    <a:pt x="3507631" y="956632"/>
                  </a:lnTo>
                  <a:lnTo>
                    <a:pt x="3550747" y="1009749"/>
                  </a:lnTo>
                  <a:lnTo>
                    <a:pt x="3593838" y="1060480"/>
                  </a:lnTo>
                  <a:lnTo>
                    <a:pt x="3637002" y="1108477"/>
                  </a:lnTo>
                  <a:lnTo>
                    <a:pt x="3680396" y="1153492"/>
                  </a:lnTo>
                  <a:lnTo>
                    <a:pt x="3724251" y="1195378"/>
                  </a:lnTo>
                  <a:lnTo>
                    <a:pt x="3768881" y="1234081"/>
                  </a:lnTo>
                  <a:lnTo>
                    <a:pt x="3814702" y="1269632"/>
                  </a:lnTo>
                  <a:lnTo>
                    <a:pt x="3829811" y="1280436"/>
                  </a:lnTo>
                  <a:lnTo>
                    <a:pt x="3876975" y="1311289"/>
                  </a:lnTo>
                  <a:lnTo>
                    <a:pt x="3926612" y="1339226"/>
                  </a:lnTo>
                  <a:lnTo>
                    <a:pt x="3979468" y="1364376"/>
                  </a:lnTo>
                  <a:lnTo>
                    <a:pt x="4036356" y="1386970"/>
                  </a:lnTo>
                  <a:lnTo>
                    <a:pt x="4098109" y="1407273"/>
                  </a:lnTo>
                  <a:lnTo>
                    <a:pt x="4165524" y="1425550"/>
                  </a:lnTo>
                  <a:lnTo>
                    <a:pt x="4239285" y="1442039"/>
                  </a:lnTo>
                  <a:lnTo>
                    <a:pt x="4319864" y="1456942"/>
                  </a:lnTo>
                  <a:lnTo>
                    <a:pt x="4407390" y="1470414"/>
                  </a:lnTo>
                  <a:lnTo>
                    <a:pt x="4501472" y="1482565"/>
                  </a:lnTo>
                  <a:lnTo>
                    <a:pt x="4601025" y="1493455"/>
                  </a:lnTo>
                  <a:lnTo>
                    <a:pt x="4704098" y="1503103"/>
                  </a:lnTo>
                  <a:lnTo>
                    <a:pt x="4807797" y="1511493"/>
                  </a:lnTo>
                  <a:lnTo>
                    <a:pt x="4908375" y="1518599"/>
                  </a:lnTo>
                  <a:lnTo>
                    <a:pt x="5001553" y="1524398"/>
                  </a:lnTo>
                  <a:lnTo>
                    <a:pt x="5083092" y="1528906"/>
                  </a:lnTo>
                  <a:lnTo>
                    <a:pt x="5149527" y="1532190"/>
                  </a:lnTo>
                  <a:lnTo>
                    <a:pt x="5198870" y="1534383"/>
                  </a:lnTo>
                  <a:lnTo>
                    <a:pt x="5231093" y="1535677"/>
                  </a:lnTo>
                  <a:lnTo>
                    <a:pt x="5248257" y="1536302"/>
                  </a:lnTo>
                  <a:lnTo>
                    <a:pt x="5254339" y="1536504"/>
                  </a:lnTo>
                  <a:lnTo>
                    <a:pt x="5254955" y="1536523"/>
                  </a:lnTo>
                  <a:lnTo>
                    <a:pt x="6726343" y="1536523"/>
                  </a:lnTo>
                  <a:lnTo>
                    <a:pt x="6727576" y="1536508"/>
                  </a:lnTo>
                  <a:lnTo>
                    <a:pt x="6735669" y="1536400"/>
                  </a:lnTo>
                  <a:lnTo>
                    <a:pt x="6756019" y="1536102"/>
                  </a:lnTo>
                  <a:lnTo>
                    <a:pt x="6792277" y="1535516"/>
                  </a:lnTo>
                  <a:lnTo>
                    <a:pt x="6846066" y="1534551"/>
                  </a:lnTo>
                  <a:lnTo>
                    <a:pt x="6916863" y="1533137"/>
                  </a:lnTo>
                  <a:lnTo>
                    <a:pt x="7002222" y="1531225"/>
                  </a:lnTo>
                  <a:lnTo>
                    <a:pt x="7098339" y="1528795"/>
                  </a:lnTo>
                  <a:lnTo>
                    <a:pt x="7200813" y="1525846"/>
                  </a:lnTo>
                  <a:lnTo>
                    <a:pt x="7305377" y="1522386"/>
                  </a:lnTo>
                  <a:lnTo>
                    <a:pt x="7408417" y="1518428"/>
                  </a:lnTo>
                  <a:lnTo>
                    <a:pt x="7507246" y="1513973"/>
                  </a:lnTo>
                  <a:lnTo>
                    <a:pt x="7600135" y="1509011"/>
                  </a:lnTo>
                  <a:lnTo>
                    <a:pt x="7686200" y="1503510"/>
                  </a:lnTo>
                  <a:lnTo>
                    <a:pt x="7765218" y="1497422"/>
                  </a:lnTo>
                  <a:lnTo>
                    <a:pt x="7837441" y="1490679"/>
                  </a:lnTo>
                  <a:lnTo>
                    <a:pt x="7903432" y="1483195"/>
                  </a:lnTo>
                  <a:lnTo>
                    <a:pt x="7963935" y="1474869"/>
                  </a:lnTo>
                  <a:lnTo>
                    <a:pt x="8019779" y="1465594"/>
                  </a:lnTo>
                  <a:lnTo>
                    <a:pt x="8071815" y="1455266"/>
                  </a:lnTo>
                  <a:lnTo>
                    <a:pt x="8120855" y="1443804"/>
                  </a:lnTo>
                  <a:lnTo>
                    <a:pt x="8151487" y="1435723"/>
                  </a:lnTo>
                  <a:lnTo>
                    <a:pt x="8205411" y="1419724"/>
                  </a:lnTo>
                  <a:lnTo>
                    <a:pt x="8257606" y="1402042"/>
                  </a:lnTo>
                  <a:lnTo>
                    <a:pt x="8308746" y="1382653"/>
                  </a:lnTo>
                  <a:lnTo>
                    <a:pt x="8359318" y="1361598"/>
                  </a:lnTo>
                  <a:lnTo>
                    <a:pt x="8409659" y="1338985"/>
                  </a:lnTo>
                  <a:lnTo>
                    <a:pt x="8459977" y="1314995"/>
                  </a:lnTo>
                  <a:lnTo>
                    <a:pt x="8510377" y="1289884"/>
                  </a:lnTo>
                  <a:lnTo>
                    <a:pt x="8560885" y="1263966"/>
                  </a:lnTo>
                  <a:lnTo>
                    <a:pt x="8611466" y="1237605"/>
                  </a:lnTo>
                  <a:lnTo>
                    <a:pt x="8662056" y="1211192"/>
                  </a:lnTo>
                  <a:lnTo>
                    <a:pt x="8712588" y="1185120"/>
                  </a:lnTo>
                  <a:lnTo>
                    <a:pt x="8763017" y="1159764"/>
                  </a:lnTo>
                  <a:lnTo>
                    <a:pt x="8813350" y="1135452"/>
                  </a:lnTo>
                  <a:lnTo>
                    <a:pt x="8863669" y="1112455"/>
                  </a:lnTo>
                  <a:lnTo>
                    <a:pt x="8914154" y="1090976"/>
                  </a:lnTo>
                  <a:lnTo>
                    <a:pt x="8965104" y="1071142"/>
                  </a:lnTo>
                  <a:lnTo>
                    <a:pt x="9016963" y="1053010"/>
                  </a:lnTo>
                  <a:lnTo>
                    <a:pt x="9070355" y="1036574"/>
                  </a:lnTo>
                  <a:lnTo>
                    <a:pt x="9084767" y="1032522"/>
                  </a:lnTo>
                  <a:lnTo>
                    <a:pt x="9132255" y="1020300"/>
                  </a:lnTo>
                  <a:lnTo>
                    <a:pt x="9182255" y="1009241"/>
                  </a:lnTo>
                  <a:lnTo>
                    <a:pt x="9235528" y="999292"/>
                  </a:lnTo>
                  <a:lnTo>
                    <a:pt x="9292904" y="990362"/>
                  </a:lnTo>
                  <a:lnTo>
                    <a:pt x="9355234" y="982342"/>
                  </a:lnTo>
                  <a:lnTo>
                    <a:pt x="9423327" y="975127"/>
                  </a:lnTo>
                  <a:lnTo>
                    <a:pt x="9497875" y="968622"/>
                  </a:lnTo>
                  <a:lnTo>
                    <a:pt x="9579349" y="962747"/>
                  </a:lnTo>
                  <a:lnTo>
                    <a:pt x="9667856" y="957439"/>
                  </a:lnTo>
                  <a:lnTo>
                    <a:pt x="9762963" y="952657"/>
                  </a:lnTo>
                  <a:lnTo>
                    <a:pt x="9863509" y="948376"/>
                  </a:lnTo>
                  <a:lnTo>
                    <a:pt x="9967437" y="944591"/>
                  </a:lnTo>
                  <a:lnTo>
                    <a:pt x="10071723" y="941309"/>
                  </a:lnTo>
                  <a:lnTo>
                    <a:pt x="10172480" y="938540"/>
                  </a:lnTo>
                  <a:lnTo>
                    <a:pt x="10265321" y="936292"/>
                  </a:lnTo>
                  <a:lnTo>
                    <a:pt x="10345965" y="934558"/>
                  </a:lnTo>
                  <a:lnTo>
                    <a:pt x="10411003" y="933308"/>
                  </a:lnTo>
                  <a:lnTo>
                    <a:pt x="10458612" y="932485"/>
                  </a:lnTo>
                  <a:lnTo>
                    <a:pt x="10489013" y="932010"/>
                  </a:lnTo>
                  <a:lnTo>
                    <a:pt x="10504566" y="931790"/>
                  </a:lnTo>
                  <a:lnTo>
                    <a:pt x="10509565" y="931725"/>
                  </a:lnTo>
                  <a:lnTo>
                    <a:pt x="10509911" y="931721"/>
                  </a:lnTo>
                  <a:lnTo>
                    <a:pt x="11981298" y="93172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" name="pl13"/>
            <p:cNvSpPr/>
            <p:nvPr/>
          </p:nvSpPr>
          <p:spPr>
            <a:xfrm>
              <a:off x="4799595" y="4048048"/>
              <a:ext cx="11981298" cy="1536523"/>
            </a:xfrm>
            <a:custGeom>
              <a:avLst/>
              <a:pathLst>
                <a:path w="11981298" h="1536523">
                  <a:moveTo>
                    <a:pt x="11981298" y="931721"/>
                  </a:moveTo>
                  <a:lnTo>
                    <a:pt x="10509911" y="931721"/>
                  </a:lnTo>
                  <a:lnTo>
                    <a:pt x="10508677" y="931736"/>
                  </a:lnTo>
                  <a:lnTo>
                    <a:pt x="10500584" y="931844"/>
                  </a:lnTo>
                  <a:lnTo>
                    <a:pt x="10480234" y="932142"/>
                  </a:lnTo>
                  <a:lnTo>
                    <a:pt x="10443976" y="932729"/>
                  </a:lnTo>
                  <a:lnTo>
                    <a:pt x="10390187" y="933693"/>
                  </a:lnTo>
                  <a:lnTo>
                    <a:pt x="10319390" y="935108"/>
                  </a:lnTo>
                  <a:lnTo>
                    <a:pt x="10234031" y="937019"/>
                  </a:lnTo>
                  <a:lnTo>
                    <a:pt x="10137915" y="939449"/>
                  </a:lnTo>
                  <a:lnTo>
                    <a:pt x="10035440" y="942399"/>
                  </a:lnTo>
                  <a:lnTo>
                    <a:pt x="9930877" y="945858"/>
                  </a:lnTo>
                  <a:lnTo>
                    <a:pt x="9827837" y="949817"/>
                  </a:lnTo>
                  <a:lnTo>
                    <a:pt x="9729007" y="954271"/>
                  </a:lnTo>
                  <a:lnTo>
                    <a:pt x="9636118" y="959234"/>
                  </a:lnTo>
                  <a:lnTo>
                    <a:pt x="9550053" y="964734"/>
                  </a:lnTo>
                  <a:lnTo>
                    <a:pt x="9471035" y="970822"/>
                  </a:lnTo>
                  <a:lnTo>
                    <a:pt x="9398812" y="977565"/>
                  </a:lnTo>
                  <a:lnTo>
                    <a:pt x="9332821" y="985050"/>
                  </a:lnTo>
                  <a:lnTo>
                    <a:pt x="9272319" y="993376"/>
                  </a:lnTo>
                  <a:lnTo>
                    <a:pt x="9216474" y="1002650"/>
                  </a:lnTo>
                  <a:lnTo>
                    <a:pt x="9164438" y="1012978"/>
                  </a:lnTo>
                  <a:lnTo>
                    <a:pt x="9115398" y="1024441"/>
                  </a:lnTo>
                  <a:lnTo>
                    <a:pt x="9084767" y="1032522"/>
                  </a:lnTo>
                  <a:lnTo>
                    <a:pt x="9030842" y="1048520"/>
                  </a:lnTo>
                  <a:lnTo>
                    <a:pt x="8978647" y="1066202"/>
                  </a:lnTo>
                  <a:lnTo>
                    <a:pt x="8927508" y="1085591"/>
                  </a:lnTo>
                  <a:lnTo>
                    <a:pt x="8876935" y="1106647"/>
                  </a:lnTo>
                  <a:lnTo>
                    <a:pt x="8826594" y="1129260"/>
                  </a:lnTo>
                  <a:lnTo>
                    <a:pt x="8776277" y="1153249"/>
                  </a:lnTo>
                  <a:lnTo>
                    <a:pt x="8725876" y="1178361"/>
                  </a:lnTo>
                  <a:lnTo>
                    <a:pt x="8675369" y="1204279"/>
                  </a:lnTo>
                  <a:lnTo>
                    <a:pt x="8624787" y="1230640"/>
                  </a:lnTo>
                  <a:lnTo>
                    <a:pt x="8574197" y="1257053"/>
                  </a:lnTo>
                  <a:lnTo>
                    <a:pt x="8523665" y="1283124"/>
                  </a:lnTo>
                  <a:lnTo>
                    <a:pt x="8473236" y="1308481"/>
                  </a:lnTo>
                  <a:lnTo>
                    <a:pt x="8422903" y="1332793"/>
                  </a:lnTo>
                  <a:lnTo>
                    <a:pt x="8372584" y="1355789"/>
                  </a:lnTo>
                  <a:lnTo>
                    <a:pt x="8322099" y="1377268"/>
                  </a:lnTo>
                  <a:lnTo>
                    <a:pt x="8271149" y="1397102"/>
                  </a:lnTo>
                  <a:lnTo>
                    <a:pt x="8219290" y="1415234"/>
                  </a:lnTo>
                  <a:lnTo>
                    <a:pt x="8165898" y="1431671"/>
                  </a:lnTo>
                  <a:lnTo>
                    <a:pt x="8151487" y="1435723"/>
                  </a:lnTo>
                  <a:lnTo>
                    <a:pt x="8103998" y="1447945"/>
                  </a:lnTo>
                  <a:lnTo>
                    <a:pt x="8053998" y="1459004"/>
                  </a:lnTo>
                  <a:lnTo>
                    <a:pt x="8000726" y="1468952"/>
                  </a:lnTo>
                  <a:lnTo>
                    <a:pt x="7943349" y="1477883"/>
                  </a:lnTo>
                  <a:lnTo>
                    <a:pt x="7881019" y="1485902"/>
                  </a:lnTo>
                  <a:lnTo>
                    <a:pt x="7812926" y="1493117"/>
                  </a:lnTo>
                  <a:lnTo>
                    <a:pt x="7738378" y="1499622"/>
                  </a:lnTo>
                  <a:lnTo>
                    <a:pt x="7656904" y="1505497"/>
                  </a:lnTo>
                  <a:lnTo>
                    <a:pt x="7568398" y="1510805"/>
                  </a:lnTo>
                  <a:lnTo>
                    <a:pt x="7473291" y="1515588"/>
                  </a:lnTo>
                  <a:lnTo>
                    <a:pt x="7372744" y="1519868"/>
                  </a:lnTo>
                  <a:lnTo>
                    <a:pt x="7268816" y="1523653"/>
                  </a:lnTo>
                  <a:lnTo>
                    <a:pt x="7164531" y="1526936"/>
                  </a:lnTo>
                  <a:lnTo>
                    <a:pt x="7063773" y="1529704"/>
                  </a:lnTo>
                  <a:lnTo>
                    <a:pt x="6970933" y="1531952"/>
                  </a:lnTo>
                  <a:lnTo>
                    <a:pt x="6890288" y="1533686"/>
                  </a:lnTo>
                  <a:lnTo>
                    <a:pt x="6825250" y="1534937"/>
                  </a:lnTo>
                  <a:lnTo>
                    <a:pt x="6777642" y="1535760"/>
                  </a:lnTo>
                  <a:lnTo>
                    <a:pt x="6747240" y="1536234"/>
                  </a:lnTo>
                  <a:lnTo>
                    <a:pt x="6731687" y="1536455"/>
                  </a:lnTo>
                  <a:lnTo>
                    <a:pt x="6726689" y="1536519"/>
                  </a:lnTo>
                  <a:lnTo>
                    <a:pt x="6726343" y="1536523"/>
                  </a:lnTo>
                  <a:lnTo>
                    <a:pt x="5254955" y="1536523"/>
                  </a:lnTo>
                  <a:lnTo>
                    <a:pt x="5253746" y="1536486"/>
                  </a:lnTo>
                  <a:lnTo>
                    <a:pt x="5245807" y="1536217"/>
                  </a:lnTo>
                  <a:lnTo>
                    <a:pt x="5225833" y="1535475"/>
                  </a:lnTo>
                  <a:lnTo>
                    <a:pt x="5190214" y="1534015"/>
                  </a:lnTo>
                  <a:lnTo>
                    <a:pt x="5137310" y="1531613"/>
                  </a:lnTo>
                  <a:lnTo>
                    <a:pt x="5067571" y="1528088"/>
                  </a:lnTo>
                  <a:lnTo>
                    <a:pt x="4983337" y="1523320"/>
                  </a:lnTo>
                  <a:lnTo>
                    <a:pt x="4888292" y="1517253"/>
                  </a:lnTo>
                  <a:lnTo>
                    <a:pt x="4786739" y="1509883"/>
                  </a:lnTo>
                  <a:lnTo>
                    <a:pt x="4682888" y="1501234"/>
                  </a:lnTo>
                  <a:lnTo>
                    <a:pt x="4580330" y="1491332"/>
                  </a:lnTo>
                  <a:lnTo>
                    <a:pt x="4481766" y="1480187"/>
                  </a:lnTo>
                  <a:lnTo>
                    <a:pt x="4388960" y="1467773"/>
                  </a:lnTo>
                  <a:lnTo>
                    <a:pt x="4302841" y="1454019"/>
                  </a:lnTo>
                  <a:lnTo>
                    <a:pt x="4223678" y="1438806"/>
                  </a:lnTo>
                  <a:lnTo>
                    <a:pt x="4151260" y="1421970"/>
                  </a:lnTo>
                  <a:lnTo>
                    <a:pt x="4085062" y="1403300"/>
                  </a:lnTo>
                  <a:lnTo>
                    <a:pt x="4024369" y="1382551"/>
                  </a:lnTo>
                  <a:lnTo>
                    <a:pt x="3968373" y="1359456"/>
                  </a:lnTo>
                  <a:lnTo>
                    <a:pt x="3916239" y="1333753"/>
                  </a:lnTo>
                  <a:lnTo>
                    <a:pt x="3867164" y="1305226"/>
                  </a:lnTo>
                  <a:lnTo>
                    <a:pt x="3829811" y="1280436"/>
                  </a:lnTo>
                  <a:lnTo>
                    <a:pt x="3783498" y="1245882"/>
                  </a:lnTo>
                  <a:lnTo>
                    <a:pt x="3738535" y="1208202"/>
                  </a:lnTo>
                  <a:lnTo>
                    <a:pt x="3694469" y="1167340"/>
                  </a:lnTo>
                  <a:lnTo>
                    <a:pt x="3650955" y="1123322"/>
                  </a:lnTo>
                  <a:lnTo>
                    <a:pt x="3607738" y="1076264"/>
                  </a:lnTo>
                  <a:lnTo>
                    <a:pt x="3564637" y="1026382"/>
                  </a:lnTo>
                  <a:lnTo>
                    <a:pt x="3521536" y="973990"/>
                  </a:lnTo>
                  <a:lnTo>
                    <a:pt x="3478374" y="919501"/>
                  </a:lnTo>
                  <a:lnTo>
                    <a:pt x="3435131" y="863414"/>
                  </a:lnTo>
                  <a:lnTo>
                    <a:pt x="3391824" y="806295"/>
                  </a:lnTo>
                  <a:lnTo>
                    <a:pt x="3348487" y="748759"/>
                  </a:lnTo>
                  <a:lnTo>
                    <a:pt x="3305165" y="691437"/>
                  </a:lnTo>
                  <a:lnTo>
                    <a:pt x="3261899" y="634953"/>
                  </a:lnTo>
                  <a:lnTo>
                    <a:pt x="3218711" y="579891"/>
                  </a:lnTo>
                  <a:lnTo>
                    <a:pt x="3175595" y="526773"/>
                  </a:lnTo>
                  <a:lnTo>
                    <a:pt x="3132504" y="476043"/>
                  </a:lnTo>
                  <a:lnTo>
                    <a:pt x="3089340" y="428046"/>
                  </a:lnTo>
                  <a:lnTo>
                    <a:pt x="3045946" y="383030"/>
                  </a:lnTo>
                  <a:lnTo>
                    <a:pt x="3002091" y="341144"/>
                  </a:lnTo>
                  <a:lnTo>
                    <a:pt x="2957461" y="302441"/>
                  </a:lnTo>
                  <a:lnTo>
                    <a:pt x="2911640" y="266890"/>
                  </a:lnTo>
                  <a:lnTo>
                    <a:pt x="2896531" y="256087"/>
                  </a:lnTo>
                  <a:lnTo>
                    <a:pt x="2849367" y="225234"/>
                  </a:lnTo>
                  <a:lnTo>
                    <a:pt x="2799730" y="197297"/>
                  </a:lnTo>
                  <a:lnTo>
                    <a:pt x="2746874" y="172146"/>
                  </a:lnTo>
                  <a:lnTo>
                    <a:pt x="2689986" y="149553"/>
                  </a:lnTo>
                  <a:lnTo>
                    <a:pt x="2628233" y="129249"/>
                  </a:lnTo>
                  <a:lnTo>
                    <a:pt x="2560818" y="110973"/>
                  </a:lnTo>
                  <a:lnTo>
                    <a:pt x="2487057" y="94484"/>
                  </a:lnTo>
                  <a:lnTo>
                    <a:pt x="2406478" y="79581"/>
                  </a:lnTo>
                  <a:lnTo>
                    <a:pt x="2318953" y="66109"/>
                  </a:lnTo>
                  <a:lnTo>
                    <a:pt x="2224870" y="53958"/>
                  </a:lnTo>
                  <a:lnTo>
                    <a:pt x="2125317" y="43068"/>
                  </a:lnTo>
                  <a:lnTo>
                    <a:pt x="2022244" y="33420"/>
                  </a:lnTo>
                  <a:lnTo>
                    <a:pt x="1918545" y="25029"/>
                  </a:lnTo>
                  <a:lnTo>
                    <a:pt x="1817967" y="17924"/>
                  </a:lnTo>
                  <a:lnTo>
                    <a:pt x="1724790" y="12125"/>
                  </a:lnTo>
                  <a:lnTo>
                    <a:pt x="1643250" y="7617"/>
                  </a:lnTo>
                  <a:lnTo>
                    <a:pt x="1576815" y="4333"/>
                  </a:lnTo>
                  <a:lnTo>
                    <a:pt x="1527472" y="2139"/>
                  </a:lnTo>
                  <a:lnTo>
                    <a:pt x="1495249" y="845"/>
                  </a:lnTo>
                  <a:lnTo>
                    <a:pt x="1478085" y="220"/>
                  </a:lnTo>
                  <a:lnTo>
                    <a:pt x="1472003" y="18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" name="pg14"/>
            <p:cNvSpPr/>
            <p:nvPr/>
          </p:nvSpPr>
          <p:spPr>
            <a:xfrm>
              <a:off x="4799595" y="4064394"/>
              <a:ext cx="11981298" cy="1561042"/>
            </a:xfrm>
            <a:custGeom>
              <a:avLst/>
              <a:pathLst>
                <a:path w="11981298" h="1561042">
                  <a:moveTo>
                    <a:pt x="0" y="8172"/>
                  </a:moveTo>
                  <a:lnTo>
                    <a:pt x="1471387" y="8172"/>
                  </a:lnTo>
                  <a:lnTo>
                    <a:pt x="1472596" y="8211"/>
                  </a:lnTo>
                  <a:lnTo>
                    <a:pt x="1480530" y="8482"/>
                  </a:lnTo>
                  <a:lnTo>
                    <a:pt x="1500495" y="9231"/>
                  </a:lnTo>
                  <a:lnTo>
                    <a:pt x="1536099" y="10706"/>
                  </a:lnTo>
                  <a:lnTo>
                    <a:pt x="1588981" y="13133"/>
                  </a:lnTo>
                  <a:lnTo>
                    <a:pt x="1658693" y="16694"/>
                  </a:lnTo>
                  <a:lnTo>
                    <a:pt x="1742900" y="21510"/>
                  </a:lnTo>
                  <a:lnTo>
                    <a:pt x="1837918" y="27638"/>
                  </a:lnTo>
                  <a:lnTo>
                    <a:pt x="1939447" y="35084"/>
                  </a:lnTo>
                  <a:lnTo>
                    <a:pt x="2043280" y="43822"/>
                  </a:lnTo>
                  <a:lnTo>
                    <a:pt x="2145826" y="53825"/>
                  </a:lnTo>
                  <a:lnTo>
                    <a:pt x="2244384" y="65084"/>
                  </a:lnTo>
                  <a:lnTo>
                    <a:pt x="2337188" y="77625"/>
                  </a:lnTo>
                  <a:lnTo>
                    <a:pt x="2423307" y="91520"/>
                  </a:lnTo>
                  <a:lnTo>
                    <a:pt x="2502474" y="106888"/>
                  </a:lnTo>
                  <a:lnTo>
                    <a:pt x="2574896" y="123896"/>
                  </a:lnTo>
                  <a:lnTo>
                    <a:pt x="2641100" y="142757"/>
                  </a:lnTo>
                  <a:lnTo>
                    <a:pt x="2701798" y="163716"/>
                  </a:lnTo>
                  <a:lnTo>
                    <a:pt x="2757798" y="187045"/>
                  </a:lnTo>
                  <a:lnTo>
                    <a:pt x="2809934" y="213008"/>
                  </a:lnTo>
                  <a:lnTo>
                    <a:pt x="2859010" y="241824"/>
                  </a:lnTo>
                  <a:lnTo>
                    <a:pt x="2896531" y="266984"/>
                  </a:lnTo>
                  <a:lnTo>
                    <a:pt x="2942712" y="301800"/>
                  </a:lnTo>
                  <a:lnTo>
                    <a:pt x="2987550" y="339756"/>
                  </a:lnTo>
                  <a:lnTo>
                    <a:pt x="3031493" y="380910"/>
                  </a:lnTo>
                  <a:lnTo>
                    <a:pt x="3074885" y="425235"/>
                  </a:lnTo>
                  <a:lnTo>
                    <a:pt x="3117979" y="472617"/>
                  </a:lnTo>
                  <a:lnTo>
                    <a:pt x="3160955" y="522841"/>
                  </a:lnTo>
                  <a:lnTo>
                    <a:pt x="3203930" y="575593"/>
                  </a:lnTo>
                  <a:lnTo>
                    <a:pt x="3246966" y="630461"/>
                  </a:lnTo>
                  <a:lnTo>
                    <a:pt x="3290081" y="686947"/>
                  </a:lnTo>
                  <a:lnTo>
                    <a:pt x="3333262" y="744485"/>
                  </a:lnTo>
                  <a:lnTo>
                    <a:pt x="3376472" y="802462"/>
                  </a:lnTo>
                  <a:lnTo>
                    <a:pt x="3419670" y="860243"/>
                  </a:lnTo>
                  <a:lnTo>
                    <a:pt x="3462813" y="917204"/>
                  </a:lnTo>
                  <a:lnTo>
                    <a:pt x="3505879" y="972757"/>
                  </a:lnTo>
                  <a:lnTo>
                    <a:pt x="3548872" y="1026376"/>
                  </a:lnTo>
                  <a:lnTo>
                    <a:pt x="3591838" y="1077614"/>
                  </a:lnTo>
                  <a:lnTo>
                    <a:pt x="3634869" y="1126119"/>
                  </a:lnTo>
                  <a:lnTo>
                    <a:pt x="3678121" y="1171638"/>
                  </a:lnTo>
                  <a:lnTo>
                    <a:pt x="3721817" y="1214019"/>
                  </a:lnTo>
                  <a:lnTo>
                    <a:pt x="3766264" y="1253201"/>
                  </a:lnTo>
                  <a:lnTo>
                    <a:pt x="3811867" y="1289213"/>
                  </a:lnTo>
                  <a:lnTo>
                    <a:pt x="3829811" y="1302231"/>
                  </a:lnTo>
                  <a:lnTo>
                    <a:pt x="3876967" y="1333407"/>
                  </a:lnTo>
                  <a:lnTo>
                    <a:pt x="3926595" y="1361637"/>
                  </a:lnTo>
                  <a:lnTo>
                    <a:pt x="3979440" y="1387052"/>
                  </a:lnTo>
                  <a:lnTo>
                    <a:pt x="4036316" y="1409884"/>
                  </a:lnTo>
                  <a:lnTo>
                    <a:pt x="4098056" y="1430401"/>
                  </a:lnTo>
                  <a:lnTo>
                    <a:pt x="4165454" y="1448871"/>
                  </a:lnTo>
                  <a:lnTo>
                    <a:pt x="4239195" y="1465534"/>
                  </a:lnTo>
                  <a:lnTo>
                    <a:pt x="4319752" y="1480595"/>
                  </a:lnTo>
                  <a:lnTo>
                    <a:pt x="4407253" y="1494210"/>
                  </a:lnTo>
                  <a:lnTo>
                    <a:pt x="4501310" y="1506491"/>
                  </a:lnTo>
                  <a:lnTo>
                    <a:pt x="4600838" y="1517497"/>
                  </a:lnTo>
                  <a:lnTo>
                    <a:pt x="4703889" y="1527248"/>
                  </a:lnTo>
                  <a:lnTo>
                    <a:pt x="4807574" y="1535729"/>
                  </a:lnTo>
                  <a:lnTo>
                    <a:pt x="4908146" y="1542912"/>
                  </a:lnTo>
                  <a:lnTo>
                    <a:pt x="5001332" y="1548775"/>
                  </a:lnTo>
                  <a:lnTo>
                    <a:pt x="5082893" y="1553333"/>
                  </a:lnTo>
                  <a:lnTo>
                    <a:pt x="5149362" y="1556655"/>
                  </a:lnTo>
                  <a:lnTo>
                    <a:pt x="5198748" y="1558874"/>
                  </a:lnTo>
                  <a:lnTo>
                    <a:pt x="5231016" y="1560184"/>
                  </a:lnTo>
                  <a:lnTo>
                    <a:pt x="5248221" y="1560818"/>
                  </a:lnTo>
                  <a:lnTo>
                    <a:pt x="5254331" y="1561023"/>
                  </a:lnTo>
                  <a:lnTo>
                    <a:pt x="5254955" y="1561042"/>
                  </a:lnTo>
                  <a:lnTo>
                    <a:pt x="6726343" y="1561042"/>
                  </a:lnTo>
                  <a:lnTo>
                    <a:pt x="6727580" y="1561037"/>
                  </a:lnTo>
                  <a:lnTo>
                    <a:pt x="6735698" y="1560997"/>
                  </a:lnTo>
                  <a:lnTo>
                    <a:pt x="6756110" y="1560888"/>
                  </a:lnTo>
                  <a:lnTo>
                    <a:pt x="6792472" y="1560673"/>
                  </a:lnTo>
                  <a:lnTo>
                    <a:pt x="6846405" y="1560320"/>
                  </a:lnTo>
                  <a:lnTo>
                    <a:pt x="6917374" y="1559803"/>
                  </a:lnTo>
                  <a:lnTo>
                    <a:pt x="7002914" y="1559103"/>
                  </a:lnTo>
                  <a:lnTo>
                    <a:pt x="7099204" y="1558214"/>
                  </a:lnTo>
                  <a:lnTo>
                    <a:pt x="7201828" y="1557135"/>
                  </a:lnTo>
                  <a:lnTo>
                    <a:pt x="7306505" y="1555869"/>
                  </a:lnTo>
                  <a:lnTo>
                    <a:pt x="7409622" y="1554422"/>
                  </a:lnTo>
                  <a:lnTo>
                    <a:pt x="7508492" y="1552792"/>
                  </a:lnTo>
                  <a:lnTo>
                    <a:pt x="7601394" y="1550977"/>
                  </a:lnTo>
                  <a:lnTo>
                    <a:pt x="7687449" y="1548965"/>
                  </a:lnTo>
                  <a:lnTo>
                    <a:pt x="7766443" y="1546738"/>
                  </a:lnTo>
                  <a:lnTo>
                    <a:pt x="7838635" y="1544270"/>
                  </a:lnTo>
                  <a:lnTo>
                    <a:pt x="7904592" y="1541531"/>
                  </a:lnTo>
                  <a:lnTo>
                    <a:pt x="7965064" y="1538484"/>
                  </a:lnTo>
                  <a:lnTo>
                    <a:pt x="8020884" y="1535089"/>
                  </a:lnTo>
                  <a:lnTo>
                    <a:pt x="8072905" y="1531308"/>
                  </a:lnTo>
                  <a:lnTo>
                    <a:pt x="8121941" y="1527112"/>
                  </a:lnTo>
                  <a:lnTo>
                    <a:pt x="8151487" y="1524264"/>
                  </a:lnTo>
                  <a:lnTo>
                    <a:pt x="8207386" y="1518197"/>
                  </a:lnTo>
                  <a:lnTo>
                    <a:pt x="8261453" y="1511468"/>
                  </a:lnTo>
                  <a:lnTo>
                    <a:pt x="8314430" y="1504070"/>
                  </a:lnTo>
                  <a:lnTo>
                    <a:pt x="8366843" y="1496021"/>
                  </a:lnTo>
                  <a:lnTo>
                    <a:pt x="8419047" y="1487369"/>
                  </a:lnTo>
                  <a:lnTo>
                    <a:pt x="8471255" y="1478194"/>
                  </a:lnTo>
                  <a:lnTo>
                    <a:pt x="8523564" y="1468605"/>
                  </a:lnTo>
                  <a:lnTo>
                    <a:pt x="8575984" y="1458734"/>
                  </a:lnTo>
                  <a:lnTo>
                    <a:pt x="8628464" y="1448735"/>
                  </a:lnTo>
                  <a:lnTo>
                    <a:pt x="8680928" y="1438767"/>
                  </a:lnTo>
                  <a:lnTo>
                    <a:pt x="8733307" y="1428990"/>
                  </a:lnTo>
                  <a:lnTo>
                    <a:pt x="8785571" y="1419549"/>
                  </a:lnTo>
                  <a:lnTo>
                    <a:pt x="8837760" y="1410569"/>
                  </a:lnTo>
                  <a:lnTo>
                    <a:pt x="8890014" y="1402147"/>
                  </a:lnTo>
                  <a:lnTo>
                    <a:pt x="8942598" y="1394350"/>
                  </a:lnTo>
                  <a:lnTo>
                    <a:pt x="8995931" y="1387215"/>
                  </a:lnTo>
                  <a:lnTo>
                    <a:pt x="9050618" y="1380749"/>
                  </a:lnTo>
                  <a:lnTo>
                    <a:pt x="9084767" y="1377150"/>
                  </a:lnTo>
                  <a:lnTo>
                    <a:pt x="9132308" y="1372686"/>
                  </a:lnTo>
                  <a:lnTo>
                    <a:pt x="9182367" y="1368647"/>
                  </a:lnTo>
                  <a:lnTo>
                    <a:pt x="9235707" y="1365014"/>
                  </a:lnTo>
                  <a:lnTo>
                    <a:pt x="9293162" y="1361754"/>
                  </a:lnTo>
                  <a:lnTo>
                    <a:pt x="9355586" y="1358826"/>
                  </a:lnTo>
                  <a:lnTo>
                    <a:pt x="9423789" y="1356192"/>
                  </a:lnTo>
                  <a:lnTo>
                    <a:pt x="9498466" y="1353818"/>
                  </a:lnTo>
                  <a:lnTo>
                    <a:pt x="9580085" y="1351674"/>
                  </a:lnTo>
                  <a:lnTo>
                    <a:pt x="9668751" y="1349737"/>
                  </a:lnTo>
                  <a:lnTo>
                    <a:pt x="9764024" y="1347992"/>
                  </a:lnTo>
                  <a:lnTo>
                    <a:pt x="9864731" y="1346431"/>
                  </a:lnTo>
                  <a:lnTo>
                    <a:pt x="9968796" y="1345050"/>
                  </a:lnTo>
                  <a:lnTo>
                    <a:pt x="10073174" y="1343854"/>
                  </a:lnTo>
                  <a:lnTo>
                    <a:pt x="10173956" y="1342845"/>
                  </a:lnTo>
                  <a:lnTo>
                    <a:pt x="10266737" y="1342027"/>
                  </a:lnTo>
                  <a:lnTo>
                    <a:pt x="10347231" y="1341397"/>
                  </a:lnTo>
                  <a:lnTo>
                    <a:pt x="10412038" y="1340943"/>
                  </a:lnTo>
                  <a:lnTo>
                    <a:pt x="10459364" y="1340645"/>
                  </a:lnTo>
                  <a:lnTo>
                    <a:pt x="10489470" y="1340474"/>
                  </a:lnTo>
                  <a:lnTo>
                    <a:pt x="10504768" y="1340395"/>
                  </a:lnTo>
                  <a:lnTo>
                    <a:pt x="10509599" y="1340373"/>
                  </a:lnTo>
                  <a:lnTo>
                    <a:pt x="10509911" y="1340371"/>
                  </a:lnTo>
                  <a:lnTo>
                    <a:pt x="11981298" y="1340371"/>
                  </a:lnTo>
                  <a:lnTo>
                    <a:pt x="11981298" y="1332198"/>
                  </a:lnTo>
                  <a:lnTo>
                    <a:pt x="10509911" y="1332198"/>
                  </a:lnTo>
                  <a:lnTo>
                    <a:pt x="10508673" y="1332204"/>
                  </a:lnTo>
                  <a:lnTo>
                    <a:pt x="10500555" y="1332243"/>
                  </a:lnTo>
                  <a:lnTo>
                    <a:pt x="10480144" y="1332352"/>
                  </a:lnTo>
                  <a:lnTo>
                    <a:pt x="10443782" y="1332567"/>
                  </a:lnTo>
                  <a:lnTo>
                    <a:pt x="10389848" y="1332920"/>
                  </a:lnTo>
                  <a:lnTo>
                    <a:pt x="10318879" y="1333438"/>
                  </a:lnTo>
                  <a:lnTo>
                    <a:pt x="10233339" y="1334137"/>
                  </a:lnTo>
                  <a:lnTo>
                    <a:pt x="10137049" y="1335026"/>
                  </a:lnTo>
                  <a:lnTo>
                    <a:pt x="10034425" y="1336106"/>
                  </a:lnTo>
                  <a:lnTo>
                    <a:pt x="9929748" y="1337371"/>
                  </a:lnTo>
                  <a:lnTo>
                    <a:pt x="9826632" y="1338819"/>
                  </a:lnTo>
                  <a:lnTo>
                    <a:pt x="9727761" y="1340448"/>
                  </a:lnTo>
                  <a:lnTo>
                    <a:pt x="9634859" y="1342263"/>
                  </a:lnTo>
                  <a:lnTo>
                    <a:pt x="9548804" y="1344276"/>
                  </a:lnTo>
                  <a:lnTo>
                    <a:pt x="9469810" y="1346503"/>
                  </a:lnTo>
                  <a:lnTo>
                    <a:pt x="9397619" y="1348970"/>
                  </a:lnTo>
                  <a:lnTo>
                    <a:pt x="9331661" y="1351709"/>
                  </a:lnTo>
                  <a:lnTo>
                    <a:pt x="9271190" y="1354756"/>
                  </a:lnTo>
                  <a:lnTo>
                    <a:pt x="9215370" y="1358151"/>
                  </a:lnTo>
                  <a:lnTo>
                    <a:pt x="9163349" y="1361932"/>
                  </a:lnTo>
                  <a:lnTo>
                    <a:pt x="9114313" y="1366128"/>
                  </a:lnTo>
                  <a:lnTo>
                    <a:pt x="9084767" y="1368977"/>
                  </a:lnTo>
                  <a:lnTo>
                    <a:pt x="9028867" y="1375044"/>
                  </a:lnTo>
                  <a:lnTo>
                    <a:pt x="8974800" y="1381772"/>
                  </a:lnTo>
                  <a:lnTo>
                    <a:pt x="8921824" y="1389170"/>
                  </a:lnTo>
                  <a:lnTo>
                    <a:pt x="8869410" y="1397219"/>
                  </a:lnTo>
                  <a:lnTo>
                    <a:pt x="8817206" y="1405871"/>
                  </a:lnTo>
                  <a:lnTo>
                    <a:pt x="8764998" y="1415046"/>
                  </a:lnTo>
                  <a:lnTo>
                    <a:pt x="8712689" y="1424636"/>
                  </a:lnTo>
                  <a:lnTo>
                    <a:pt x="8660270" y="1434506"/>
                  </a:lnTo>
                  <a:lnTo>
                    <a:pt x="8607790" y="1444506"/>
                  </a:lnTo>
                  <a:lnTo>
                    <a:pt x="8555325" y="1454473"/>
                  </a:lnTo>
                  <a:lnTo>
                    <a:pt x="8502946" y="1464250"/>
                  </a:lnTo>
                  <a:lnTo>
                    <a:pt x="8450682" y="1473691"/>
                  </a:lnTo>
                  <a:lnTo>
                    <a:pt x="8398493" y="1482672"/>
                  </a:lnTo>
                  <a:lnTo>
                    <a:pt x="8346239" y="1491094"/>
                  </a:lnTo>
                  <a:lnTo>
                    <a:pt x="8293655" y="1498890"/>
                  </a:lnTo>
                  <a:lnTo>
                    <a:pt x="8240322" y="1506025"/>
                  </a:lnTo>
                  <a:lnTo>
                    <a:pt x="8185636" y="1512491"/>
                  </a:lnTo>
                  <a:lnTo>
                    <a:pt x="8151487" y="1516091"/>
                  </a:lnTo>
                  <a:lnTo>
                    <a:pt x="8103946" y="1520555"/>
                  </a:lnTo>
                  <a:lnTo>
                    <a:pt x="8053887" y="1524593"/>
                  </a:lnTo>
                  <a:lnTo>
                    <a:pt x="8000547" y="1528226"/>
                  </a:lnTo>
                  <a:lnTo>
                    <a:pt x="7943091" y="1531487"/>
                  </a:lnTo>
                  <a:lnTo>
                    <a:pt x="7880667" y="1534414"/>
                  </a:lnTo>
                  <a:lnTo>
                    <a:pt x="7812464" y="1537048"/>
                  </a:lnTo>
                  <a:lnTo>
                    <a:pt x="7737787" y="1539422"/>
                  </a:lnTo>
                  <a:lnTo>
                    <a:pt x="7656168" y="1541567"/>
                  </a:lnTo>
                  <a:lnTo>
                    <a:pt x="7567502" y="1543503"/>
                  </a:lnTo>
                  <a:lnTo>
                    <a:pt x="7472229" y="1545248"/>
                  </a:lnTo>
                  <a:lnTo>
                    <a:pt x="7371523" y="1546810"/>
                  </a:lnTo>
                  <a:lnTo>
                    <a:pt x="7267457" y="1548190"/>
                  </a:lnTo>
                  <a:lnTo>
                    <a:pt x="7163079" y="1549387"/>
                  </a:lnTo>
                  <a:lnTo>
                    <a:pt x="7062297" y="1550395"/>
                  </a:lnTo>
                  <a:lnTo>
                    <a:pt x="6969516" y="1551213"/>
                  </a:lnTo>
                  <a:lnTo>
                    <a:pt x="6889022" y="1551843"/>
                  </a:lnTo>
                  <a:lnTo>
                    <a:pt x="6824215" y="1552297"/>
                  </a:lnTo>
                  <a:lnTo>
                    <a:pt x="6776890" y="1552595"/>
                  </a:lnTo>
                  <a:lnTo>
                    <a:pt x="6746783" y="1552766"/>
                  </a:lnTo>
                  <a:lnTo>
                    <a:pt x="6731486" y="1552845"/>
                  </a:lnTo>
                  <a:lnTo>
                    <a:pt x="6726654" y="1552868"/>
                  </a:lnTo>
                  <a:lnTo>
                    <a:pt x="6726343" y="1552869"/>
                  </a:lnTo>
                  <a:lnTo>
                    <a:pt x="5254955" y="1552869"/>
                  </a:lnTo>
                  <a:lnTo>
                    <a:pt x="5253746" y="1552831"/>
                  </a:lnTo>
                  <a:lnTo>
                    <a:pt x="5245812" y="1552560"/>
                  </a:lnTo>
                  <a:lnTo>
                    <a:pt x="5225847" y="1551811"/>
                  </a:lnTo>
                  <a:lnTo>
                    <a:pt x="5190243" y="1550336"/>
                  </a:lnTo>
                  <a:lnTo>
                    <a:pt x="5137361" y="1547909"/>
                  </a:lnTo>
                  <a:lnTo>
                    <a:pt x="5067649" y="1544348"/>
                  </a:lnTo>
                  <a:lnTo>
                    <a:pt x="4983443" y="1539532"/>
                  </a:lnTo>
                  <a:lnTo>
                    <a:pt x="4888424" y="1533403"/>
                  </a:lnTo>
                  <a:lnTo>
                    <a:pt x="4786895" y="1525958"/>
                  </a:lnTo>
                  <a:lnTo>
                    <a:pt x="4683062" y="1517220"/>
                  </a:lnTo>
                  <a:lnTo>
                    <a:pt x="4580516" y="1507217"/>
                  </a:lnTo>
                  <a:lnTo>
                    <a:pt x="4481958" y="1495958"/>
                  </a:lnTo>
                  <a:lnTo>
                    <a:pt x="4389154" y="1483416"/>
                  </a:lnTo>
                  <a:lnTo>
                    <a:pt x="4303035" y="1469521"/>
                  </a:lnTo>
                  <a:lnTo>
                    <a:pt x="4223868" y="1454153"/>
                  </a:lnTo>
                  <a:lnTo>
                    <a:pt x="4151446" y="1437145"/>
                  </a:lnTo>
                  <a:lnTo>
                    <a:pt x="4085242" y="1418285"/>
                  </a:lnTo>
                  <a:lnTo>
                    <a:pt x="4024544" y="1397325"/>
                  </a:lnTo>
                  <a:lnTo>
                    <a:pt x="3968544" y="1373996"/>
                  </a:lnTo>
                  <a:lnTo>
                    <a:pt x="3916408" y="1348033"/>
                  </a:lnTo>
                  <a:lnTo>
                    <a:pt x="3867332" y="1319218"/>
                  </a:lnTo>
                  <a:lnTo>
                    <a:pt x="3829811" y="1294058"/>
                  </a:lnTo>
                  <a:lnTo>
                    <a:pt x="3783630" y="1259242"/>
                  </a:lnTo>
                  <a:lnTo>
                    <a:pt x="3738792" y="1221285"/>
                  </a:lnTo>
                  <a:lnTo>
                    <a:pt x="3694849" y="1180132"/>
                  </a:lnTo>
                  <a:lnTo>
                    <a:pt x="3651458" y="1135807"/>
                  </a:lnTo>
                  <a:lnTo>
                    <a:pt x="3608363" y="1088425"/>
                  </a:lnTo>
                  <a:lnTo>
                    <a:pt x="3565387" y="1038201"/>
                  </a:lnTo>
                  <a:lnTo>
                    <a:pt x="3522412" y="985449"/>
                  </a:lnTo>
                  <a:lnTo>
                    <a:pt x="3479376" y="930581"/>
                  </a:lnTo>
                  <a:lnTo>
                    <a:pt x="3436261" y="874095"/>
                  </a:lnTo>
                  <a:lnTo>
                    <a:pt x="3393080" y="816556"/>
                  </a:lnTo>
                  <a:lnTo>
                    <a:pt x="3349870" y="758580"/>
                  </a:lnTo>
                  <a:lnTo>
                    <a:pt x="3306672" y="700799"/>
                  </a:lnTo>
                  <a:lnTo>
                    <a:pt x="3263529" y="643838"/>
                  </a:lnTo>
                  <a:lnTo>
                    <a:pt x="3220463" y="588285"/>
                  </a:lnTo>
                  <a:lnTo>
                    <a:pt x="3177470" y="534666"/>
                  </a:lnTo>
                  <a:lnTo>
                    <a:pt x="3134504" y="483428"/>
                  </a:lnTo>
                  <a:lnTo>
                    <a:pt x="3091473" y="434922"/>
                  </a:lnTo>
                  <a:lnTo>
                    <a:pt x="3048221" y="389403"/>
                  </a:lnTo>
                  <a:lnTo>
                    <a:pt x="3004525" y="347023"/>
                  </a:lnTo>
                  <a:lnTo>
                    <a:pt x="2960078" y="307840"/>
                  </a:lnTo>
                  <a:lnTo>
                    <a:pt x="2914475" y="271829"/>
                  </a:lnTo>
                  <a:lnTo>
                    <a:pt x="2896531" y="258811"/>
                  </a:lnTo>
                  <a:lnTo>
                    <a:pt x="2849375" y="227635"/>
                  </a:lnTo>
                  <a:lnTo>
                    <a:pt x="2799747" y="199405"/>
                  </a:lnTo>
                  <a:lnTo>
                    <a:pt x="2746902" y="173990"/>
                  </a:lnTo>
                  <a:lnTo>
                    <a:pt x="2690026" y="151158"/>
                  </a:lnTo>
                  <a:lnTo>
                    <a:pt x="2628287" y="130640"/>
                  </a:lnTo>
                  <a:lnTo>
                    <a:pt x="2560889" y="112171"/>
                  </a:lnTo>
                  <a:lnTo>
                    <a:pt x="2487147" y="95507"/>
                  </a:lnTo>
                  <a:lnTo>
                    <a:pt x="2406590" y="80447"/>
                  </a:lnTo>
                  <a:lnTo>
                    <a:pt x="2319089" y="66831"/>
                  </a:lnTo>
                  <a:lnTo>
                    <a:pt x="2225032" y="54551"/>
                  </a:lnTo>
                  <a:lnTo>
                    <a:pt x="2125504" y="43545"/>
                  </a:lnTo>
                  <a:lnTo>
                    <a:pt x="2022453" y="33794"/>
                  </a:lnTo>
                  <a:lnTo>
                    <a:pt x="1918769" y="25313"/>
                  </a:lnTo>
                  <a:lnTo>
                    <a:pt x="1818196" y="18130"/>
                  </a:lnTo>
                  <a:lnTo>
                    <a:pt x="1725010" y="12267"/>
                  </a:lnTo>
                  <a:lnTo>
                    <a:pt x="1643449" y="7709"/>
                  </a:lnTo>
                  <a:lnTo>
                    <a:pt x="1576980" y="4387"/>
                  </a:lnTo>
                  <a:lnTo>
                    <a:pt x="1527594" y="2167"/>
                  </a:lnTo>
                  <a:lnTo>
                    <a:pt x="1495326" y="857"/>
                  </a:lnTo>
                  <a:lnTo>
                    <a:pt x="1478122" y="224"/>
                  </a:lnTo>
                  <a:lnTo>
                    <a:pt x="1472011" y="19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5" name="pl15"/>
            <p:cNvSpPr/>
            <p:nvPr/>
          </p:nvSpPr>
          <p:spPr>
            <a:xfrm>
              <a:off x="4799595" y="4072567"/>
              <a:ext cx="11981298" cy="1552869"/>
            </a:xfrm>
            <a:custGeom>
              <a:avLst/>
              <a:pathLst>
                <a:path w="11981298" h="1552869">
                  <a:moveTo>
                    <a:pt x="0" y="0"/>
                  </a:moveTo>
                  <a:lnTo>
                    <a:pt x="1471387" y="0"/>
                  </a:lnTo>
                  <a:lnTo>
                    <a:pt x="1472596" y="38"/>
                  </a:lnTo>
                  <a:lnTo>
                    <a:pt x="1480530" y="309"/>
                  </a:lnTo>
                  <a:lnTo>
                    <a:pt x="1500495" y="1058"/>
                  </a:lnTo>
                  <a:lnTo>
                    <a:pt x="1536099" y="2533"/>
                  </a:lnTo>
                  <a:lnTo>
                    <a:pt x="1588981" y="4960"/>
                  </a:lnTo>
                  <a:lnTo>
                    <a:pt x="1658693" y="8521"/>
                  </a:lnTo>
                  <a:lnTo>
                    <a:pt x="1742900" y="13337"/>
                  </a:lnTo>
                  <a:lnTo>
                    <a:pt x="1837918" y="19465"/>
                  </a:lnTo>
                  <a:lnTo>
                    <a:pt x="1939447" y="26911"/>
                  </a:lnTo>
                  <a:lnTo>
                    <a:pt x="2043280" y="35649"/>
                  </a:lnTo>
                  <a:lnTo>
                    <a:pt x="2145826" y="45652"/>
                  </a:lnTo>
                  <a:lnTo>
                    <a:pt x="2244384" y="56911"/>
                  </a:lnTo>
                  <a:lnTo>
                    <a:pt x="2337188" y="69452"/>
                  </a:lnTo>
                  <a:lnTo>
                    <a:pt x="2423307" y="83347"/>
                  </a:lnTo>
                  <a:lnTo>
                    <a:pt x="2502474" y="98715"/>
                  </a:lnTo>
                  <a:lnTo>
                    <a:pt x="2574896" y="115723"/>
                  </a:lnTo>
                  <a:lnTo>
                    <a:pt x="2641100" y="134584"/>
                  </a:lnTo>
                  <a:lnTo>
                    <a:pt x="2701798" y="155543"/>
                  </a:lnTo>
                  <a:lnTo>
                    <a:pt x="2757798" y="178872"/>
                  </a:lnTo>
                  <a:lnTo>
                    <a:pt x="2809934" y="204835"/>
                  </a:lnTo>
                  <a:lnTo>
                    <a:pt x="2859010" y="233651"/>
                  </a:lnTo>
                  <a:lnTo>
                    <a:pt x="2896531" y="258811"/>
                  </a:lnTo>
                  <a:lnTo>
                    <a:pt x="2942712" y="293627"/>
                  </a:lnTo>
                  <a:lnTo>
                    <a:pt x="2987550" y="331583"/>
                  </a:lnTo>
                  <a:lnTo>
                    <a:pt x="3031493" y="372737"/>
                  </a:lnTo>
                  <a:lnTo>
                    <a:pt x="3074885" y="417062"/>
                  </a:lnTo>
                  <a:lnTo>
                    <a:pt x="3117979" y="464444"/>
                  </a:lnTo>
                  <a:lnTo>
                    <a:pt x="3160955" y="514668"/>
                  </a:lnTo>
                  <a:lnTo>
                    <a:pt x="3203930" y="567420"/>
                  </a:lnTo>
                  <a:lnTo>
                    <a:pt x="3246966" y="622288"/>
                  </a:lnTo>
                  <a:lnTo>
                    <a:pt x="3290081" y="678774"/>
                  </a:lnTo>
                  <a:lnTo>
                    <a:pt x="3333262" y="736312"/>
                  </a:lnTo>
                  <a:lnTo>
                    <a:pt x="3376472" y="794289"/>
                  </a:lnTo>
                  <a:lnTo>
                    <a:pt x="3419670" y="852070"/>
                  </a:lnTo>
                  <a:lnTo>
                    <a:pt x="3462813" y="909031"/>
                  </a:lnTo>
                  <a:lnTo>
                    <a:pt x="3505879" y="964584"/>
                  </a:lnTo>
                  <a:lnTo>
                    <a:pt x="3548872" y="1018203"/>
                  </a:lnTo>
                  <a:lnTo>
                    <a:pt x="3591838" y="1069441"/>
                  </a:lnTo>
                  <a:lnTo>
                    <a:pt x="3634869" y="1117946"/>
                  </a:lnTo>
                  <a:lnTo>
                    <a:pt x="3678121" y="1163465"/>
                  </a:lnTo>
                  <a:lnTo>
                    <a:pt x="3721817" y="1205846"/>
                  </a:lnTo>
                  <a:lnTo>
                    <a:pt x="3766264" y="1245028"/>
                  </a:lnTo>
                  <a:lnTo>
                    <a:pt x="3811867" y="1281040"/>
                  </a:lnTo>
                  <a:lnTo>
                    <a:pt x="3829811" y="1294058"/>
                  </a:lnTo>
                  <a:lnTo>
                    <a:pt x="3876967" y="1325234"/>
                  </a:lnTo>
                  <a:lnTo>
                    <a:pt x="3926595" y="1353464"/>
                  </a:lnTo>
                  <a:lnTo>
                    <a:pt x="3979440" y="1378879"/>
                  </a:lnTo>
                  <a:lnTo>
                    <a:pt x="4036316" y="1401711"/>
                  </a:lnTo>
                  <a:lnTo>
                    <a:pt x="4098056" y="1422228"/>
                  </a:lnTo>
                  <a:lnTo>
                    <a:pt x="4165454" y="1440698"/>
                  </a:lnTo>
                  <a:lnTo>
                    <a:pt x="4239195" y="1457361"/>
                  </a:lnTo>
                  <a:lnTo>
                    <a:pt x="4319752" y="1472422"/>
                  </a:lnTo>
                  <a:lnTo>
                    <a:pt x="4407253" y="1486037"/>
                  </a:lnTo>
                  <a:lnTo>
                    <a:pt x="4501310" y="1498318"/>
                  </a:lnTo>
                  <a:lnTo>
                    <a:pt x="4600838" y="1509324"/>
                  </a:lnTo>
                  <a:lnTo>
                    <a:pt x="4703889" y="1519075"/>
                  </a:lnTo>
                  <a:lnTo>
                    <a:pt x="4807574" y="1527556"/>
                  </a:lnTo>
                  <a:lnTo>
                    <a:pt x="4908146" y="1534739"/>
                  </a:lnTo>
                  <a:lnTo>
                    <a:pt x="5001332" y="1540602"/>
                  </a:lnTo>
                  <a:lnTo>
                    <a:pt x="5082893" y="1545160"/>
                  </a:lnTo>
                  <a:lnTo>
                    <a:pt x="5149362" y="1548482"/>
                  </a:lnTo>
                  <a:lnTo>
                    <a:pt x="5198748" y="1550701"/>
                  </a:lnTo>
                  <a:lnTo>
                    <a:pt x="5231016" y="1552011"/>
                  </a:lnTo>
                  <a:lnTo>
                    <a:pt x="5248221" y="1552645"/>
                  </a:lnTo>
                  <a:lnTo>
                    <a:pt x="5254331" y="1552850"/>
                  </a:lnTo>
                  <a:lnTo>
                    <a:pt x="5254955" y="1552869"/>
                  </a:lnTo>
                  <a:lnTo>
                    <a:pt x="6726343" y="1552869"/>
                  </a:lnTo>
                  <a:lnTo>
                    <a:pt x="6727580" y="1552864"/>
                  </a:lnTo>
                  <a:lnTo>
                    <a:pt x="6735698" y="1552824"/>
                  </a:lnTo>
                  <a:lnTo>
                    <a:pt x="6756110" y="1552715"/>
                  </a:lnTo>
                  <a:lnTo>
                    <a:pt x="6792472" y="1552500"/>
                  </a:lnTo>
                  <a:lnTo>
                    <a:pt x="6846405" y="1552147"/>
                  </a:lnTo>
                  <a:lnTo>
                    <a:pt x="6917374" y="1551630"/>
                  </a:lnTo>
                  <a:lnTo>
                    <a:pt x="7002914" y="1550930"/>
                  </a:lnTo>
                  <a:lnTo>
                    <a:pt x="7099204" y="1550041"/>
                  </a:lnTo>
                  <a:lnTo>
                    <a:pt x="7201828" y="1548962"/>
                  </a:lnTo>
                  <a:lnTo>
                    <a:pt x="7306505" y="1547696"/>
                  </a:lnTo>
                  <a:lnTo>
                    <a:pt x="7409622" y="1546249"/>
                  </a:lnTo>
                  <a:lnTo>
                    <a:pt x="7508492" y="1544619"/>
                  </a:lnTo>
                  <a:lnTo>
                    <a:pt x="7601394" y="1542804"/>
                  </a:lnTo>
                  <a:lnTo>
                    <a:pt x="7687449" y="1540792"/>
                  </a:lnTo>
                  <a:lnTo>
                    <a:pt x="7766443" y="1538565"/>
                  </a:lnTo>
                  <a:lnTo>
                    <a:pt x="7838635" y="1536097"/>
                  </a:lnTo>
                  <a:lnTo>
                    <a:pt x="7904592" y="1533358"/>
                  </a:lnTo>
                  <a:lnTo>
                    <a:pt x="7965064" y="1530311"/>
                  </a:lnTo>
                  <a:lnTo>
                    <a:pt x="8020884" y="1526916"/>
                  </a:lnTo>
                  <a:lnTo>
                    <a:pt x="8072905" y="1523135"/>
                  </a:lnTo>
                  <a:lnTo>
                    <a:pt x="8121941" y="1518939"/>
                  </a:lnTo>
                  <a:lnTo>
                    <a:pt x="8151487" y="1516091"/>
                  </a:lnTo>
                  <a:lnTo>
                    <a:pt x="8207386" y="1510024"/>
                  </a:lnTo>
                  <a:lnTo>
                    <a:pt x="8261453" y="1503295"/>
                  </a:lnTo>
                  <a:lnTo>
                    <a:pt x="8314430" y="1495897"/>
                  </a:lnTo>
                  <a:lnTo>
                    <a:pt x="8366843" y="1487848"/>
                  </a:lnTo>
                  <a:lnTo>
                    <a:pt x="8419047" y="1479196"/>
                  </a:lnTo>
                  <a:lnTo>
                    <a:pt x="8471255" y="1470021"/>
                  </a:lnTo>
                  <a:lnTo>
                    <a:pt x="8523564" y="1460432"/>
                  </a:lnTo>
                  <a:lnTo>
                    <a:pt x="8575984" y="1450561"/>
                  </a:lnTo>
                  <a:lnTo>
                    <a:pt x="8628464" y="1440562"/>
                  </a:lnTo>
                  <a:lnTo>
                    <a:pt x="8680928" y="1430594"/>
                  </a:lnTo>
                  <a:lnTo>
                    <a:pt x="8733307" y="1420817"/>
                  </a:lnTo>
                  <a:lnTo>
                    <a:pt x="8785571" y="1411376"/>
                  </a:lnTo>
                  <a:lnTo>
                    <a:pt x="8837760" y="1402396"/>
                  </a:lnTo>
                  <a:lnTo>
                    <a:pt x="8890014" y="1393974"/>
                  </a:lnTo>
                  <a:lnTo>
                    <a:pt x="8942598" y="1386177"/>
                  </a:lnTo>
                  <a:lnTo>
                    <a:pt x="8995931" y="1379042"/>
                  </a:lnTo>
                  <a:lnTo>
                    <a:pt x="9050618" y="1372576"/>
                  </a:lnTo>
                  <a:lnTo>
                    <a:pt x="9084767" y="1368977"/>
                  </a:lnTo>
                  <a:lnTo>
                    <a:pt x="9132308" y="1364513"/>
                  </a:lnTo>
                  <a:lnTo>
                    <a:pt x="9182367" y="1360474"/>
                  </a:lnTo>
                  <a:lnTo>
                    <a:pt x="9235707" y="1356841"/>
                  </a:lnTo>
                  <a:lnTo>
                    <a:pt x="9293162" y="1353581"/>
                  </a:lnTo>
                  <a:lnTo>
                    <a:pt x="9355586" y="1350653"/>
                  </a:lnTo>
                  <a:lnTo>
                    <a:pt x="9423789" y="1348019"/>
                  </a:lnTo>
                  <a:lnTo>
                    <a:pt x="9498466" y="1345645"/>
                  </a:lnTo>
                  <a:lnTo>
                    <a:pt x="9580085" y="1343501"/>
                  </a:lnTo>
                  <a:lnTo>
                    <a:pt x="9668751" y="1341564"/>
                  </a:lnTo>
                  <a:lnTo>
                    <a:pt x="9764024" y="1339819"/>
                  </a:lnTo>
                  <a:lnTo>
                    <a:pt x="9864731" y="1338258"/>
                  </a:lnTo>
                  <a:lnTo>
                    <a:pt x="9968796" y="1336877"/>
                  </a:lnTo>
                  <a:lnTo>
                    <a:pt x="10073174" y="1335681"/>
                  </a:lnTo>
                  <a:lnTo>
                    <a:pt x="10173956" y="1334672"/>
                  </a:lnTo>
                  <a:lnTo>
                    <a:pt x="10266737" y="1333854"/>
                  </a:lnTo>
                  <a:lnTo>
                    <a:pt x="10347231" y="1333224"/>
                  </a:lnTo>
                  <a:lnTo>
                    <a:pt x="10412038" y="1332770"/>
                  </a:lnTo>
                  <a:lnTo>
                    <a:pt x="10459364" y="1332472"/>
                  </a:lnTo>
                  <a:lnTo>
                    <a:pt x="10489470" y="1332301"/>
                  </a:lnTo>
                  <a:lnTo>
                    <a:pt x="10504768" y="1332222"/>
                  </a:lnTo>
                  <a:lnTo>
                    <a:pt x="10509599" y="1332200"/>
                  </a:lnTo>
                  <a:lnTo>
                    <a:pt x="10509911" y="1332198"/>
                  </a:lnTo>
                  <a:lnTo>
                    <a:pt x="11981298" y="133219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" name="pl16"/>
            <p:cNvSpPr/>
            <p:nvPr/>
          </p:nvSpPr>
          <p:spPr>
            <a:xfrm>
              <a:off x="4799595" y="4064394"/>
              <a:ext cx="11981298" cy="1552869"/>
            </a:xfrm>
            <a:custGeom>
              <a:avLst/>
              <a:pathLst>
                <a:path w="11981298" h="1552869">
                  <a:moveTo>
                    <a:pt x="11981298" y="1332198"/>
                  </a:moveTo>
                  <a:lnTo>
                    <a:pt x="10509911" y="1332198"/>
                  </a:lnTo>
                  <a:lnTo>
                    <a:pt x="10508673" y="1332204"/>
                  </a:lnTo>
                  <a:lnTo>
                    <a:pt x="10500555" y="1332243"/>
                  </a:lnTo>
                  <a:lnTo>
                    <a:pt x="10480144" y="1332352"/>
                  </a:lnTo>
                  <a:lnTo>
                    <a:pt x="10443782" y="1332567"/>
                  </a:lnTo>
                  <a:lnTo>
                    <a:pt x="10389848" y="1332920"/>
                  </a:lnTo>
                  <a:lnTo>
                    <a:pt x="10318879" y="1333438"/>
                  </a:lnTo>
                  <a:lnTo>
                    <a:pt x="10233339" y="1334137"/>
                  </a:lnTo>
                  <a:lnTo>
                    <a:pt x="10137049" y="1335026"/>
                  </a:lnTo>
                  <a:lnTo>
                    <a:pt x="10034425" y="1336106"/>
                  </a:lnTo>
                  <a:lnTo>
                    <a:pt x="9929748" y="1337371"/>
                  </a:lnTo>
                  <a:lnTo>
                    <a:pt x="9826632" y="1338819"/>
                  </a:lnTo>
                  <a:lnTo>
                    <a:pt x="9727761" y="1340448"/>
                  </a:lnTo>
                  <a:lnTo>
                    <a:pt x="9634859" y="1342263"/>
                  </a:lnTo>
                  <a:lnTo>
                    <a:pt x="9548804" y="1344276"/>
                  </a:lnTo>
                  <a:lnTo>
                    <a:pt x="9469810" y="1346503"/>
                  </a:lnTo>
                  <a:lnTo>
                    <a:pt x="9397619" y="1348970"/>
                  </a:lnTo>
                  <a:lnTo>
                    <a:pt x="9331661" y="1351709"/>
                  </a:lnTo>
                  <a:lnTo>
                    <a:pt x="9271190" y="1354756"/>
                  </a:lnTo>
                  <a:lnTo>
                    <a:pt x="9215370" y="1358151"/>
                  </a:lnTo>
                  <a:lnTo>
                    <a:pt x="9163349" y="1361932"/>
                  </a:lnTo>
                  <a:lnTo>
                    <a:pt x="9114313" y="1366128"/>
                  </a:lnTo>
                  <a:lnTo>
                    <a:pt x="9084767" y="1368977"/>
                  </a:lnTo>
                  <a:lnTo>
                    <a:pt x="9028867" y="1375044"/>
                  </a:lnTo>
                  <a:lnTo>
                    <a:pt x="8974800" y="1381772"/>
                  </a:lnTo>
                  <a:lnTo>
                    <a:pt x="8921824" y="1389170"/>
                  </a:lnTo>
                  <a:lnTo>
                    <a:pt x="8869410" y="1397219"/>
                  </a:lnTo>
                  <a:lnTo>
                    <a:pt x="8817206" y="1405871"/>
                  </a:lnTo>
                  <a:lnTo>
                    <a:pt x="8764998" y="1415046"/>
                  </a:lnTo>
                  <a:lnTo>
                    <a:pt x="8712689" y="1424636"/>
                  </a:lnTo>
                  <a:lnTo>
                    <a:pt x="8660270" y="1434506"/>
                  </a:lnTo>
                  <a:lnTo>
                    <a:pt x="8607790" y="1444506"/>
                  </a:lnTo>
                  <a:lnTo>
                    <a:pt x="8555325" y="1454473"/>
                  </a:lnTo>
                  <a:lnTo>
                    <a:pt x="8502946" y="1464250"/>
                  </a:lnTo>
                  <a:lnTo>
                    <a:pt x="8450682" y="1473691"/>
                  </a:lnTo>
                  <a:lnTo>
                    <a:pt x="8398493" y="1482672"/>
                  </a:lnTo>
                  <a:lnTo>
                    <a:pt x="8346239" y="1491094"/>
                  </a:lnTo>
                  <a:lnTo>
                    <a:pt x="8293655" y="1498890"/>
                  </a:lnTo>
                  <a:lnTo>
                    <a:pt x="8240322" y="1506025"/>
                  </a:lnTo>
                  <a:lnTo>
                    <a:pt x="8185636" y="1512491"/>
                  </a:lnTo>
                  <a:lnTo>
                    <a:pt x="8151487" y="1516091"/>
                  </a:lnTo>
                  <a:lnTo>
                    <a:pt x="8103946" y="1520555"/>
                  </a:lnTo>
                  <a:lnTo>
                    <a:pt x="8053887" y="1524593"/>
                  </a:lnTo>
                  <a:lnTo>
                    <a:pt x="8000547" y="1528226"/>
                  </a:lnTo>
                  <a:lnTo>
                    <a:pt x="7943091" y="1531487"/>
                  </a:lnTo>
                  <a:lnTo>
                    <a:pt x="7880667" y="1534414"/>
                  </a:lnTo>
                  <a:lnTo>
                    <a:pt x="7812464" y="1537048"/>
                  </a:lnTo>
                  <a:lnTo>
                    <a:pt x="7737787" y="1539422"/>
                  </a:lnTo>
                  <a:lnTo>
                    <a:pt x="7656168" y="1541567"/>
                  </a:lnTo>
                  <a:lnTo>
                    <a:pt x="7567502" y="1543503"/>
                  </a:lnTo>
                  <a:lnTo>
                    <a:pt x="7472229" y="1545248"/>
                  </a:lnTo>
                  <a:lnTo>
                    <a:pt x="7371523" y="1546810"/>
                  </a:lnTo>
                  <a:lnTo>
                    <a:pt x="7267457" y="1548190"/>
                  </a:lnTo>
                  <a:lnTo>
                    <a:pt x="7163079" y="1549387"/>
                  </a:lnTo>
                  <a:lnTo>
                    <a:pt x="7062297" y="1550395"/>
                  </a:lnTo>
                  <a:lnTo>
                    <a:pt x="6969516" y="1551213"/>
                  </a:lnTo>
                  <a:lnTo>
                    <a:pt x="6889022" y="1551843"/>
                  </a:lnTo>
                  <a:lnTo>
                    <a:pt x="6824215" y="1552297"/>
                  </a:lnTo>
                  <a:lnTo>
                    <a:pt x="6776890" y="1552595"/>
                  </a:lnTo>
                  <a:lnTo>
                    <a:pt x="6746783" y="1552766"/>
                  </a:lnTo>
                  <a:lnTo>
                    <a:pt x="6731486" y="1552845"/>
                  </a:lnTo>
                  <a:lnTo>
                    <a:pt x="6726654" y="1552868"/>
                  </a:lnTo>
                  <a:lnTo>
                    <a:pt x="6726343" y="1552869"/>
                  </a:lnTo>
                  <a:lnTo>
                    <a:pt x="5254955" y="1552869"/>
                  </a:lnTo>
                  <a:lnTo>
                    <a:pt x="5253746" y="1552831"/>
                  </a:lnTo>
                  <a:lnTo>
                    <a:pt x="5245812" y="1552560"/>
                  </a:lnTo>
                  <a:lnTo>
                    <a:pt x="5225847" y="1551811"/>
                  </a:lnTo>
                  <a:lnTo>
                    <a:pt x="5190243" y="1550336"/>
                  </a:lnTo>
                  <a:lnTo>
                    <a:pt x="5137361" y="1547909"/>
                  </a:lnTo>
                  <a:lnTo>
                    <a:pt x="5067649" y="1544348"/>
                  </a:lnTo>
                  <a:lnTo>
                    <a:pt x="4983443" y="1539532"/>
                  </a:lnTo>
                  <a:lnTo>
                    <a:pt x="4888424" y="1533403"/>
                  </a:lnTo>
                  <a:lnTo>
                    <a:pt x="4786895" y="1525958"/>
                  </a:lnTo>
                  <a:lnTo>
                    <a:pt x="4683062" y="1517220"/>
                  </a:lnTo>
                  <a:lnTo>
                    <a:pt x="4580516" y="1507217"/>
                  </a:lnTo>
                  <a:lnTo>
                    <a:pt x="4481958" y="1495958"/>
                  </a:lnTo>
                  <a:lnTo>
                    <a:pt x="4389154" y="1483416"/>
                  </a:lnTo>
                  <a:lnTo>
                    <a:pt x="4303035" y="1469521"/>
                  </a:lnTo>
                  <a:lnTo>
                    <a:pt x="4223868" y="1454153"/>
                  </a:lnTo>
                  <a:lnTo>
                    <a:pt x="4151446" y="1437145"/>
                  </a:lnTo>
                  <a:lnTo>
                    <a:pt x="4085242" y="1418285"/>
                  </a:lnTo>
                  <a:lnTo>
                    <a:pt x="4024544" y="1397325"/>
                  </a:lnTo>
                  <a:lnTo>
                    <a:pt x="3968544" y="1373996"/>
                  </a:lnTo>
                  <a:lnTo>
                    <a:pt x="3916408" y="1348033"/>
                  </a:lnTo>
                  <a:lnTo>
                    <a:pt x="3867332" y="1319218"/>
                  </a:lnTo>
                  <a:lnTo>
                    <a:pt x="3829811" y="1294058"/>
                  </a:lnTo>
                  <a:lnTo>
                    <a:pt x="3783630" y="1259242"/>
                  </a:lnTo>
                  <a:lnTo>
                    <a:pt x="3738792" y="1221285"/>
                  </a:lnTo>
                  <a:lnTo>
                    <a:pt x="3694849" y="1180132"/>
                  </a:lnTo>
                  <a:lnTo>
                    <a:pt x="3651458" y="1135807"/>
                  </a:lnTo>
                  <a:lnTo>
                    <a:pt x="3608363" y="1088425"/>
                  </a:lnTo>
                  <a:lnTo>
                    <a:pt x="3565387" y="1038201"/>
                  </a:lnTo>
                  <a:lnTo>
                    <a:pt x="3522412" y="985449"/>
                  </a:lnTo>
                  <a:lnTo>
                    <a:pt x="3479376" y="930581"/>
                  </a:lnTo>
                  <a:lnTo>
                    <a:pt x="3436261" y="874095"/>
                  </a:lnTo>
                  <a:lnTo>
                    <a:pt x="3393080" y="816556"/>
                  </a:lnTo>
                  <a:lnTo>
                    <a:pt x="3349870" y="758580"/>
                  </a:lnTo>
                  <a:lnTo>
                    <a:pt x="3306672" y="700799"/>
                  </a:lnTo>
                  <a:lnTo>
                    <a:pt x="3263529" y="643838"/>
                  </a:lnTo>
                  <a:lnTo>
                    <a:pt x="3220463" y="588285"/>
                  </a:lnTo>
                  <a:lnTo>
                    <a:pt x="3177470" y="534666"/>
                  </a:lnTo>
                  <a:lnTo>
                    <a:pt x="3134504" y="483428"/>
                  </a:lnTo>
                  <a:lnTo>
                    <a:pt x="3091473" y="434922"/>
                  </a:lnTo>
                  <a:lnTo>
                    <a:pt x="3048221" y="389403"/>
                  </a:lnTo>
                  <a:lnTo>
                    <a:pt x="3004525" y="347023"/>
                  </a:lnTo>
                  <a:lnTo>
                    <a:pt x="2960078" y="307840"/>
                  </a:lnTo>
                  <a:lnTo>
                    <a:pt x="2914475" y="271829"/>
                  </a:lnTo>
                  <a:lnTo>
                    <a:pt x="2896531" y="258811"/>
                  </a:lnTo>
                  <a:lnTo>
                    <a:pt x="2849375" y="227635"/>
                  </a:lnTo>
                  <a:lnTo>
                    <a:pt x="2799747" y="199405"/>
                  </a:lnTo>
                  <a:lnTo>
                    <a:pt x="2746902" y="173990"/>
                  </a:lnTo>
                  <a:lnTo>
                    <a:pt x="2690026" y="151158"/>
                  </a:lnTo>
                  <a:lnTo>
                    <a:pt x="2628287" y="130640"/>
                  </a:lnTo>
                  <a:lnTo>
                    <a:pt x="2560889" y="112171"/>
                  </a:lnTo>
                  <a:lnTo>
                    <a:pt x="2487147" y="95507"/>
                  </a:lnTo>
                  <a:lnTo>
                    <a:pt x="2406590" y="80447"/>
                  </a:lnTo>
                  <a:lnTo>
                    <a:pt x="2319089" y="66831"/>
                  </a:lnTo>
                  <a:lnTo>
                    <a:pt x="2225032" y="54551"/>
                  </a:lnTo>
                  <a:lnTo>
                    <a:pt x="2125504" y="43545"/>
                  </a:lnTo>
                  <a:lnTo>
                    <a:pt x="2022453" y="33794"/>
                  </a:lnTo>
                  <a:lnTo>
                    <a:pt x="1918769" y="25313"/>
                  </a:lnTo>
                  <a:lnTo>
                    <a:pt x="1818196" y="18130"/>
                  </a:lnTo>
                  <a:lnTo>
                    <a:pt x="1725010" y="12267"/>
                  </a:lnTo>
                  <a:lnTo>
                    <a:pt x="1643449" y="7709"/>
                  </a:lnTo>
                  <a:lnTo>
                    <a:pt x="1576980" y="4387"/>
                  </a:lnTo>
                  <a:lnTo>
                    <a:pt x="1527594" y="2167"/>
                  </a:lnTo>
                  <a:lnTo>
                    <a:pt x="1495326" y="857"/>
                  </a:lnTo>
                  <a:lnTo>
                    <a:pt x="1478122" y="224"/>
                  </a:lnTo>
                  <a:lnTo>
                    <a:pt x="1472011" y="19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" name="pg17"/>
            <p:cNvSpPr/>
            <p:nvPr/>
          </p:nvSpPr>
          <p:spPr>
            <a:xfrm>
              <a:off x="4799595" y="4072567"/>
              <a:ext cx="11981298" cy="2018730"/>
            </a:xfrm>
            <a:custGeom>
              <a:avLst/>
              <a:pathLst>
                <a:path w="11981298" h="2018730">
                  <a:moveTo>
                    <a:pt x="0" y="8172"/>
                  </a:moveTo>
                  <a:lnTo>
                    <a:pt x="1471387" y="8172"/>
                  </a:lnTo>
                  <a:lnTo>
                    <a:pt x="1472596" y="8211"/>
                  </a:lnTo>
                  <a:lnTo>
                    <a:pt x="1480530" y="8482"/>
                  </a:lnTo>
                  <a:lnTo>
                    <a:pt x="1500495" y="9231"/>
                  </a:lnTo>
                  <a:lnTo>
                    <a:pt x="1536099" y="10706"/>
                  </a:lnTo>
                  <a:lnTo>
                    <a:pt x="1588981" y="13133"/>
                  </a:lnTo>
                  <a:lnTo>
                    <a:pt x="1658693" y="16694"/>
                  </a:lnTo>
                  <a:lnTo>
                    <a:pt x="1742900" y="21510"/>
                  </a:lnTo>
                  <a:lnTo>
                    <a:pt x="1837918" y="27638"/>
                  </a:lnTo>
                  <a:lnTo>
                    <a:pt x="1939447" y="35084"/>
                  </a:lnTo>
                  <a:lnTo>
                    <a:pt x="2043280" y="43822"/>
                  </a:lnTo>
                  <a:lnTo>
                    <a:pt x="2145826" y="53825"/>
                  </a:lnTo>
                  <a:lnTo>
                    <a:pt x="2244384" y="65084"/>
                  </a:lnTo>
                  <a:lnTo>
                    <a:pt x="2337188" y="77625"/>
                  </a:lnTo>
                  <a:lnTo>
                    <a:pt x="2423307" y="91520"/>
                  </a:lnTo>
                  <a:lnTo>
                    <a:pt x="2502474" y="106888"/>
                  </a:lnTo>
                  <a:lnTo>
                    <a:pt x="2574896" y="123896"/>
                  </a:lnTo>
                  <a:lnTo>
                    <a:pt x="2641100" y="142757"/>
                  </a:lnTo>
                  <a:lnTo>
                    <a:pt x="2701798" y="163716"/>
                  </a:lnTo>
                  <a:lnTo>
                    <a:pt x="2757798" y="187045"/>
                  </a:lnTo>
                  <a:lnTo>
                    <a:pt x="2809934" y="213008"/>
                  </a:lnTo>
                  <a:lnTo>
                    <a:pt x="2859010" y="241824"/>
                  </a:lnTo>
                  <a:lnTo>
                    <a:pt x="2896531" y="266984"/>
                  </a:lnTo>
                  <a:lnTo>
                    <a:pt x="2942712" y="301800"/>
                  </a:lnTo>
                  <a:lnTo>
                    <a:pt x="2987550" y="339756"/>
                  </a:lnTo>
                  <a:lnTo>
                    <a:pt x="3031493" y="380910"/>
                  </a:lnTo>
                  <a:lnTo>
                    <a:pt x="3074885" y="425235"/>
                  </a:lnTo>
                  <a:lnTo>
                    <a:pt x="3117979" y="472617"/>
                  </a:lnTo>
                  <a:lnTo>
                    <a:pt x="3160955" y="522841"/>
                  </a:lnTo>
                  <a:lnTo>
                    <a:pt x="3203930" y="575593"/>
                  </a:lnTo>
                  <a:lnTo>
                    <a:pt x="3246966" y="630461"/>
                  </a:lnTo>
                  <a:lnTo>
                    <a:pt x="3290081" y="686947"/>
                  </a:lnTo>
                  <a:lnTo>
                    <a:pt x="3333262" y="744485"/>
                  </a:lnTo>
                  <a:lnTo>
                    <a:pt x="3376472" y="802462"/>
                  </a:lnTo>
                  <a:lnTo>
                    <a:pt x="3419670" y="860243"/>
                  </a:lnTo>
                  <a:lnTo>
                    <a:pt x="3462813" y="917204"/>
                  </a:lnTo>
                  <a:lnTo>
                    <a:pt x="3505879" y="972757"/>
                  </a:lnTo>
                  <a:lnTo>
                    <a:pt x="3548872" y="1026376"/>
                  </a:lnTo>
                  <a:lnTo>
                    <a:pt x="3591838" y="1077614"/>
                  </a:lnTo>
                  <a:lnTo>
                    <a:pt x="3634869" y="1126119"/>
                  </a:lnTo>
                  <a:lnTo>
                    <a:pt x="3678121" y="1171638"/>
                  </a:lnTo>
                  <a:lnTo>
                    <a:pt x="3721817" y="1214019"/>
                  </a:lnTo>
                  <a:lnTo>
                    <a:pt x="3766264" y="1253201"/>
                  </a:lnTo>
                  <a:lnTo>
                    <a:pt x="3811867" y="1289213"/>
                  </a:lnTo>
                  <a:lnTo>
                    <a:pt x="3829811" y="1302231"/>
                  </a:lnTo>
                  <a:lnTo>
                    <a:pt x="3876967" y="1333407"/>
                  </a:lnTo>
                  <a:lnTo>
                    <a:pt x="3926595" y="1361637"/>
                  </a:lnTo>
                  <a:lnTo>
                    <a:pt x="3979440" y="1387052"/>
                  </a:lnTo>
                  <a:lnTo>
                    <a:pt x="4036316" y="1409884"/>
                  </a:lnTo>
                  <a:lnTo>
                    <a:pt x="4098056" y="1430401"/>
                  </a:lnTo>
                  <a:lnTo>
                    <a:pt x="4165454" y="1448871"/>
                  </a:lnTo>
                  <a:lnTo>
                    <a:pt x="4239195" y="1465534"/>
                  </a:lnTo>
                  <a:lnTo>
                    <a:pt x="4319752" y="1480595"/>
                  </a:lnTo>
                  <a:lnTo>
                    <a:pt x="4407253" y="1494210"/>
                  </a:lnTo>
                  <a:lnTo>
                    <a:pt x="4501310" y="1506491"/>
                  </a:lnTo>
                  <a:lnTo>
                    <a:pt x="4600838" y="1517497"/>
                  </a:lnTo>
                  <a:lnTo>
                    <a:pt x="4703889" y="1527248"/>
                  </a:lnTo>
                  <a:lnTo>
                    <a:pt x="4807574" y="1535729"/>
                  </a:lnTo>
                  <a:lnTo>
                    <a:pt x="4908146" y="1542912"/>
                  </a:lnTo>
                  <a:lnTo>
                    <a:pt x="5001332" y="1548775"/>
                  </a:lnTo>
                  <a:lnTo>
                    <a:pt x="5082893" y="1553333"/>
                  </a:lnTo>
                  <a:lnTo>
                    <a:pt x="5149362" y="1556655"/>
                  </a:lnTo>
                  <a:lnTo>
                    <a:pt x="5198748" y="1558874"/>
                  </a:lnTo>
                  <a:lnTo>
                    <a:pt x="5231016" y="1560184"/>
                  </a:lnTo>
                  <a:lnTo>
                    <a:pt x="5248221" y="1560818"/>
                  </a:lnTo>
                  <a:lnTo>
                    <a:pt x="5254331" y="1561023"/>
                  </a:lnTo>
                  <a:lnTo>
                    <a:pt x="5254955" y="1561042"/>
                  </a:lnTo>
                  <a:lnTo>
                    <a:pt x="6726343" y="1561042"/>
                  </a:lnTo>
                  <a:lnTo>
                    <a:pt x="6727578" y="1561054"/>
                  </a:lnTo>
                  <a:lnTo>
                    <a:pt x="6735683" y="1561135"/>
                  </a:lnTo>
                  <a:lnTo>
                    <a:pt x="6756064" y="1561361"/>
                  </a:lnTo>
                  <a:lnTo>
                    <a:pt x="6792373" y="1561806"/>
                  </a:lnTo>
                  <a:lnTo>
                    <a:pt x="6846233" y="1562537"/>
                  </a:lnTo>
                  <a:lnTo>
                    <a:pt x="6917115" y="1563609"/>
                  </a:lnTo>
                  <a:lnTo>
                    <a:pt x="7002563" y="1565057"/>
                  </a:lnTo>
                  <a:lnTo>
                    <a:pt x="7098765" y="1566899"/>
                  </a:lnTo>
                  <a:lnTo>
                    <a:pt x="7201313" y="1569134"/>
                  </a:lnTo>
                  <a:lnTo>
                    <a:pt x="7305932" y="1571756"/>
                  </a:lnTo>
                  <a:lnTo>
                    <a:pt x="7409010" y="1574755"/>
                  </a:lnTo>
                  <a:lnTo>
                    <a:pt x="7507860" y="1578130"/>
                  </a:lnTo>
                  <a:lnTo>
                    <a:pt x="7600755" y="1581890"/>
                  </a:lnTo>
                  <a:lnTo>
                    <a:pt x="7686815" y="1586058"/>
                  </a:lnTo>
                  <a:lnTo>
                    <a:pt x="7765821" y="1590671"/>
                  </a:lnTo>
                  <a:lnTo>
                    <a:pt x="7838029" y="1595781"/>
                  </a:lnTo>
                  <a:lnTo>
                    <a:pt x="7904003" y="1601453"/>
                  </a:lnTo>
                  <a:lnTo>
                    <a:pt x="7964491" y="1607763"/>
                  </a:lnTo>
                  <a:lnTo>
                    <a:pt x="8020323" y="1614793"/>
                  </a:lnTo>
                  <a:lnTo>
                    <a:pt x="8072352" y="1622622"/>
                  </a:lnTo>
                  <a:lnTo>
                    <a:pt x="8121390" y="1631310"/>
                  </a:lnTo>
                  <a:lnTo>
                    <a:pt x="8151487" y="1637323"/>
                  </a:lnTo>
                  <a:lnTo>
                    <a:pt x="8206340" y="1649654"/>
                  </a:lnTo>
                  <a:lnTo>
                    <a:pt x="8259415" y="1663305"/>
                  </a:lnTo>
                  <a:lnTo>
                    <a:pt x="8311418" y="1678292"/>
                  </a:lnTo>
                  <a:lnTo>
                    <a:pt x="8362856" y="1694582"/>
                  </a:lnTo>
                  <a:lnTo>
                    <a:pt x="8414072" y="1712084"/>
                  </a:lnTo>
                  <a:lnTo>
                    <a:pt x="8465278" y="1730649"/>
                  </a:lnTo>
                  <a:lnTo>
                    <a:pt x="8516575" y="1750070"/>
                  </a:lnTo>
                  <a:lnTo>
                    <a:pt x="8567982" y="1770089"/>
                  </a:lnTo>
                  <a:lnTo>
                    <a:pt x="8619456" y="1790412"/>
                  </a:lnTo>
                  <a:lnTo>
                    <a:pt x="8670929" y="1810728"/>
                  </a:lnTo>
                  <a:lnTo>
                    <a:pt x="8722330" y="1830723"/>
                  </a:lnTo>
                  <a:lnTo>
                    <a:pt x="8773622" y="1850105"/>
                  </a:lnTo>
                  <a:lnTo>
                    <a:pt x="8824825" y="1868619"/>
                  </a:lnTo>
                  <a:lnTo>
                    <a:pt x="8876046" y="1886062"/>
                  </a:lnTo>
                  <a:lnTo>
                    <a:pt x="8927503" y="1902287"/>
                  </a:lnTo>
                  <a:lnTo>
                    <a:pt x="8979548" y="1917205"/>
                  </a:lnTo>
                  <a:lnTo>
                    <a:pt x="9032696" y="1930787"/>
                  </a:lnTo>
                  <a:lnTo>
                    <a:pt x="9084767" y="1942449"/>
                  </a:lnTo>
                  <a:lnTo>
                    <a:pt x="9132281" y="1951702"/>
                  </a:lnTo>
                  <a:lnTo>
                    <a:pt x="9182310" y="1960075"/>
                  </a:lnTo>
                  <a:lnTo>
                    <a:pt x="9235616" y="1967607"/>
                  </a:lnTo>
                  <a:lnTo>
                    <a:pt x="9293031" y="1974367"/>
                  </a:lnTo>
                  <a:lnTo>
                    <a:pt x="9355407" y="1980438"/>
                  </a:lnTo>
                  <a:lnTo>
                    <a:pt x="9423554" y="1985899"/>
                  </a:lnTo>
                  <a:lnTo>
                    <a:pt x="9498166" y="1990822"/>
                  </a:lnTo>
                  <a:lnTo>
                    <a:pt x="9579712" y="1995269"/>
                  </a:lnTo>
                  <a:lnTo>
                    <a:pt x="9668296" y="1999286"/>
                  </a:lnTo>
                  <a:lnTo>
                    <a:pt x="9763485" y="2002905"/>
                  </a:lnTo>
                  <a:lnTo>
                    <a:pt x="9864110" y="2006144"/>
                  </a:lnTo>
                  <a:lnTo>
                    <a:pt x="9968106" y="2009008"/>
                  </a:lnTo>
                  <a:lnTo>
                    <a:pt x="10072437" y="2011491"/>
                  </a:lnTo>
                  <a:lnTo>
                    <a:pt x="10173207" y="2013584"/>
                  </a:lnTo>
                  <a:lnTo>
                    <a:pt x="10266018" y="2015283"/>
                  </a:lnTo>
                  <a:lnTo>
                    <a:pt x="10346589" y="2016593"/>
                  </a:lnTo>
                  <a:lnTo>
                    <a:pt x="10411513" y="2017536"/>
                  </a:lnTo>
                  <a:lnTo>
                    <a:pt x="10458983" y="2018157"/>
                  </a:lnTo>
                  <a:lnTo>
                    <a:pt x="10489239" y="2018514"/>
                  </a:lnTo>
                  <a:lnTo>
                    <a:pt x="10504666" y="2018679"/>
                  </a:lnTo>
                  <a:lnTo>
                    <a:pt x="10509582" y="2018727"/>
                  </a:lnTo>
                  <a:lnTo>
                    <a:pt x="10509911" y="2018730"/>
                  </a:lnTo>
                  <a:lnTo>
                    <a:pt x="11981298" y="2018730"/>
                  </a:lnTo>
                  <a:lnTo>
                    <a:pt x="11981298" y="2010557"/>
                  </a:lnTo>
                  <a:lnTo>
                    <a:pt x="10509911" y="2010557"/>
                  </a:lnTo>
                  <a:lnTo>
                    <a:pt x="10508675" y="2010546"/>
                  </a:lnTo>
                  <a:lnTo>
                    <a:pt x="10500570" y="2010464"/>
                  </a:lnTo>
                  <a:lnTo>
                    <a:pt x="10480190" y="2010238"/>
                  </a:lnTo>
                  <a:lnTo>
                    <a:pt x="10443880" y="2009794"/>
                  </a:lnTo>
                  <a:lnTo>
                    <a:pt x="10390020" y="2009062"/>
                  </a:lnTo>
                  <a:lnTo>
                    <a:pt x="10319139" y="2007990"/>
                  </a:lnTo>
                  <a:lnTo>
                    <a:pt x="10233691" y="2006542"/>
                  </a:lnTo>
                  <a:lnTo>
                    <a:pt x="10137488" y="2004700"/>
                  </a:lnTo>
                  <a:lnTo>
                    <a:pt x="10034940" y="2002465"/>
                  </a:lnTo>
                  <a:lnTo>
                    <a:pt x="9930321" y="1999844"/>
                  </a:lnTo>
                  <a:lnTo>
                    <a:pt x="9827243" y="1996845"/>
                  </a:lnTo>
                  <a:lnTo>
                    <a:pt x="9728394" y="1993469"/>
                  </a:lnTo>
                  <a:lnTo>
                    <a:pt x="9635498" y="1989709"/>
                  </a:lnTo>
                  <a:lnTo>
                    <a:pt x="9549438" y="1985542"/>
                  </a:lnTo>
                  <a:lnTo>
                    <a:pt x="9470432" y="1980929"/>
                  </a:lnTo>
                  <a:lnTo>
                    <a:pt x="9398224" y="1975819"/>
                  </a:lnTo>
                  <a:lnTo>
                    <a:pt x="9332250" y="1970146"/>
                  </a:lnTo>
                  <a:lnTo>
                    <a:pt x="9271763" y="1963836"/>
                  </a:lnTo>
                  <a:lnTo>
                    <a:pt x="9215930" y="1956806"/>
                  </a:lnTo>
                  <a:lnTo>
                    <a:pt x="9163902" y="1948978"/>
                  </a:lnTo>
                  <a:lnTo>
                    <a:pt x="9114864" y="1940289"/>
                  </a:lnTo>
                  <a:lnTo>
                    <a:pt x="9084767" y="1934276"/>
                  </a:lnTo>
                  <a:lnTo>
                    <a:pt x="9029913" y="1921945"/>
                  </a:lnTo>
                  <a:lnTo>
                    <a:pt x="8976838" y="1908295"/>
                  </a:lnTo>
                  <a:lnTo>
                    <a:pt x="8924835" y="1893307"/>
                  </a:lnTo>
                  <a:lnTo>
                    <a:pt x="8873397" y="1877017"/>
                  </a:lnTo>
                  <a:lnTo>
                    <a:pt x="8822181" y="1859515"/>
                  </a:lnTo>
                  <a:lnTo>
                    <a:pt x="8770975" y="1840950"/>
                  </a:lnTo>
                  <a:lnTo>
                    <a:pt x="8719678" y="1821530"/>
                  </a:lnTo>
                  <a:lnTo>
                    <a:pt x="8668272" y="1801511"/>
                  </a:lnTo>
                  <a:lnTo>
                    <a:pt x="8616797" y="1781187"/>
                  </a:lnTo>
                  <a:lnTo>
                    <a:pt x="8565324" y="1760871"/>
                  </a:lnTo>
                  <a:lnTo>
                    <a:pt x="8513923" y="1740877"/>
                  </a:lnTo>
                  <a:lnTo>
                    <a:pt x="8462631" y="1721494"/>
                  </a:lnTo>
                  <a:lnTo>
                    <a:pt x="8411428" y="1702980"/>
                  </a:lnTo>
                  <a:lnTo>
                    <a:pt x="8360207" y="1685537"/>
                  </a:lnTo>
                  <a:lnTo>
                    <a:pt x="8308750" y="1669312"/>
                  </a:lnTo>
                  <a:lnTo>
                    <a:pt x="8256705" y="1654394"/>
                  </a:lnTo>
                  <a:lnTo>
                    <a:pt x="8203557" y="1640812"/>
                  </a:lnTo>
                  <a:lnTo>
                    <a:pt x="8151487" y="1629150"/>
                  </a:lnTo>
                  <a:lnTo>
                    <a:pt x="8103972" y="1619897"/>
                  </a:lnTo>
                  <a:lnTo>
                    <a:pt x="8053943" y="1611524"/>
                  </a:lnTo>
                  <a:lnTo>
                    <a:pt x="8000638" y="1603993"/>
                  </a:lnTo>
                  <a:lnTo>
                    <a:pt x="7943222" y="1597232"/>
                  </a:lnTo>
                  <a:lnTo>
                    <a:pt x="7880846" y="1591162"/>
                  </a:lnTo>
                  <a:lnTo>
                    <a:pt x="7812699" y="1585701"/>
                  </a:lnTo>
                  <a:lnTo>
                    <a:pt x="7738087" y="1580777"/>
                  </a:lnTo>
                  <a:lnTo>
                    <a:pt x="7656542" y="1576330"/>
                  </a:lnTo>
                  <a:lnTo>
                    <a:pt x="7567957" y="1572313"/>
                  </a:lnTo>
                  <a:lnTo>
                    <a:pt x="7472768" y="1568694"/>
                  </a:lnTo>
                  <a:lnTo>
                    <a:pt x="7372143" y="1565455"/>
                  </a:lnTo>
                  <a:lnTo>
                    <a:pt x="7268147" y="1562592"/>
                  </a:lnTo>
                  <a:lnTo>
                    <a:pt x="7163816" y="1560109"/>
                  </a:lnTo>
                  <a:lnTo>
                    <a:pt x="7063047" y="1558015"/>
                  </a:lnTo>
                  <a:lnTo>
                    <a:pt x="6970235" y="1556316"/>
                  </a:lnTo>
                  <a:lnTo>
                    <a:pt x="6889665" y="1555007"/>
                  </a:lnTo>
                  <a:lnTo>
                    <a:pt x="6824740" y="1554063"/>
                  </a:lnTo>
                  <a:lnTo>
                    <a:pt x="6777271" y="1553442"/>
                  </a:lnTo>
                  <a:lnTo>
                    <a:pt x="6747014" y="1553085"/>
                  </a:lnTo>
                  <a:lnTo>
                    <a:pt x="6731587" y="1552920"/>
                  </a:lnTo>
                  <a:lnTo>
                    <a:pt x="6726671" y="1552872"/>
                  </a:lnTo>
                  <a:lnTo>
                    <a:pt x="6726343" y="1552869"/>
                  </a:lnTo>
                  <a:lnTo>
                    <a:pt x="5254955" y="1552869"/>
                  </a:lnTo>
                  <a:lnTo>
                    <a:pt x="5253746" y="1552831"/>
                  </a:lnTo>
                  <a:lnTo>
                    <a:pt x="5245812" y="1552560"/>
                  </a:lnTo>
                  <a:lnTo>
                    <a:pt x="5225847" y="1551811"/>
                  </a:lnTo>
                  <a:lnTo>
                    <a:pt x="5190243" y="1550336"/>
                  </a:lnTo>
                  <a:lnTo>
                    <a:pt x="5137361" y="1547909"/>
                  </a:lnTo>
                  <a:lnTo>
                    <a:pt x="5067649" y="1544348"/>
                  </a:lnTo>
                  <a:lnTo>
                    <a:pt x="4983443" y="1539532"/>
                  </a:lnTo>
                  <a:lnTo>
                    <a:pt x="4888424" y="1533403"/>
                  </a:lnTo>
                  <a:lnTo>
                    <a:pt x="4786895" y="1525958"/>
                  </a:lnTo>
                  <a:lnTo>
                    <a:pt x="4683062" y="1517220"/>
                  </a:lnTo>
                  <a:lnTo>
                    <a:pt x="4580516" y="1507217"/>
                  </a:lnTo>
                  <a:lnTo>
                    <a:pt x="4481958" y="1495958"/>
                  </a:lnTo>
                  <a:lnTo>
                    <a:pt x="4389154" y="1483416"/>
                  </a:lnTo>
                  <a:lnTo>
                    <a:pt x="4303035" y="1469521"/>
                  </a:lnTo>
                  <a:lnTo>
                    <a:pt x="4223868" y="1454153"/>
                  </a:lnTo>
                  <a:lnTo>
                    <a:pt x="4151446" y="1437145"/>
                  </a:lnTo>
                  <a:lnTo>
                    <a:pt x="4085242" y="1418285"/>
                  </a:lnTo>
                  <a:lnTo>
                    <a:pt x="4024544" y="1397325"/>
                  </a:lnTo>
                  <a:lnTo>
                    <a:pt x="3968544" y="1373996"/>
                  </a:lnTo>
                  <a:lnTo>
                    <a:pt x="3916408" y="1348033"/>
                  </a:lnTo>
                  <a:lnTo>
                    <a:pt x="3867332" y="1319218"/>
                  </a:lnTo>
                  <a:lnTo>
                    <a:pt x="3829811" y="1294058"/>
                  </a:lnTo>
                  <a:lnTo>
                    <a:pt x="3783630" y="1259242"/>
                  </a:lnTo>
                  <a:lnTo>
                    <a:pt x="3738792" y="1221285"/>
                  </a:lnTo>
                  <a:lnTo>
                    <a:pt x="3694849" y="1180132"/>
                  </a:lnTo>
                  <a:lnTo>
                    <a:pt x="3651458" y="1135807"/>
                  </a:lnTo>
                  <a:lnTo>
                    <a:pt x="3608363" y="1088425"/>
                  </a:lnTo>
                  <a:lnTo>
                    <a:pt x="3565387" y="1038201"/>
                  </a:lnTo>
                  <a:lnTo>
                    <a:pt x="3522412" y="985449"/>
                  </a:lnTo>
                  <a:lnTo>
                    <a:pt x="3479376" y="930581"/>
                  </a:lnTo>
                  <a:lnTo>
                    <a:pt x="3436261" y="874095"/>
                  </a:lnTo>
                  <a:lnTo>
                    <a:pt x="3393080" y="816556"/>
                  </a:lnTo>
                  <a:lnTo>
                    <a:pt x="3349870" y="758580"/>
                  </a:lnTo>
                  <a:lnTo>
                    <a:pt x="3306672" y="700799"/>
                  </a:lnTo>
                  <a:lnTo>
                    <a:pt x="3263529" y="643838"/>
                  </a:lnTo>
                  <a:lnTo>
                    <a:pt x="3220463" y="588285"/>
                  </a:lnTo>
                  <a:lnTo>
                    <a:pt x="3177470" y="534666"/>
                  </a:lnTo>
                  <a:lnTo>
                    <a:pt x="3134504" y="483428"/>
                  </a:lnTo>
                  <a:lnTo>
                    <a:pt x="3091473" y="434922"/>
                  </a:lnTo>
                  <a:lnTo>
                    <a:pt x="3048221" y="389403"/>
                  </a:lnTo>
                  <a:lnTo>
                    <a:pt x="3004525" y="347023"/>
                  </a:lnTo>
                  <a:lnTo>
                    <a:pt x="2960078" y="307840"/>
                  </a:lnTo>
                  <a:lnTo>
                    <a:pt x="2914475" y="271829"/>
                  </a:lnTo>
                  <a:lnTo>
                    <a:pt x="2896531" y="258811"/>
                  </a:lnTo>
                  <a:lnTo>
                    <a:pt x="2849375" y="227635"/>
                  </a:lnTo>
                  <a:lnTo>
                    <a:pt x="2799747" y="199405"/>
                  </a:lnTo>
                  <a:lnTo>
                    <a:pt x="2746902" y="173990"/>
                  </a:lnTo>
                  <a:lnTo>
                    <a:pt x="2690026" y="151158"/>
                  </a:lnTo>
                  <a:lnTo>
                    <a:pt x="2628287" y="130640"/>
                  </a:lnTo>
                  <a:lnTo>
                    <a:pt x="2560889" y="112171"/>
                  </a:lnTo>
                  <a:lnTo>
                    <a:pt x="2487147" y="95507"/>
                  </a:lnTo>
                  <a:lnTo>
                    <a:pt x="2406590" y="80447"/>
                  </a:lnTo>
                  <a:lnTo>
                    <a:pt x="2319089" y="66831"/>
                  </a:lnTo>
                  <a:lnTo>
                    <a:pt x="2225032" y="54551"/>
                  </a:lnTo>
                  <a:lnTo>
                    <a:pt x="2125504" y="43545"/>
                  </a:lnTo>
                  <a:lnTo>
                    <a:pt x="2022453" y="33794"/>
                  </a:lnTo>
                  <a:lnTo>
                    <a:pt x="1918769" y="25313"/>
                  </a:lnTo>
                  <a:lnTo>
                    <a:pt x="1818196" y="18130"/>
                  </a:lnTo>
                  <a:lnTo>
                    <a:pt x="1725010" y="12267"/>
                  </a:lnTo>
                  <a:lnTo>
                    <a:pt x="1643449" y="7709"/>
                  </a:lnTo>
                  <a:lnTo>
                    <a:pt x="1576980" y="4387"/>
                  </a:lnTo>
                  <a:lnTo>
                    <a:pt x="1527594" y="2167"/>
                  </a:lnTo>
                  <a:lnTo>
                    <a:pt x="1495326" y="857"/>
                  </a:lnTo>
                  <a:lnTo>
                    <a:pt x="1478122" y="224"/>
                  </a:lnTo>
                  <a:lnTo>
                    <a:pt x="1472011" y="19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8" name="pl18"/>
            <p:cNvSpPr/>
            <p:nvPr/>
          </p:nvSpPr>
          <p:spPr>
            <a:xfrm>
              <a:off x="4799595" y="4080740"/>
              <a:ext cx="11981298" cy="2010557"/>
            </a:xfrm>
            <a:custGeom>
              <a:avLst/>
              <a:pathLst>
                <a:path w="11981298" h="2010557">
                  <a:moveTo>
                    <a:pt x="0" y="0"/>
                  </a:moveTo>
                  <a:lnTo>
                    <a:pt x="1471387" y="0"/>
                  </a:lnTo>
                  <a:lnTo>
                    <a:pt x="1472596" y="38"/>
                  </a:lnTo>
                  <a:lnTo>
                    <a:pt x="1480530" y="309"/>
                  </a:lnTo>
                  <a:lnTo>
                    <a:pt x="1500495" y="1058"/>
                  </a:lnTo>
                  <a:lnTo>
                    <a:pt x="1536099" y="2533"/>
                  </a:lnTo>
                  <a:lnTo>
                    <a:pt x="1588981" y="4960"/>
                  </a:lnTo>
                  <a:lnTo>
                    <a:pt x="1658693" y="8521"/>
                  </a:lnTo>
                  <a:lnTo>
                    <a:pt x="1742900" y="13337"/>
                  </a:lnTo>
                  <a:lnTo>
                    <a:pt x="1837918" y="19465"/>
                  </a:lnTo>
                  <a:lnTo>
                    <a:pt x="1939447" y="26911"/>
                  </a:lnTo>
                  <a:lnTo>
                    <a:pt x="2043280" y="35649"/>
                  </a:lnTo>
                  <a:lnTo>
                    <a:pt x="2145826" y="45652"/>
                  </a:lnTo>
                  <a:lnTo>
                    <a:pt x="2244384" y="56911"/>
                  </a:lnTo>
                  <a:lnTo>
                    <a:pt x="2337188" y="69452"/>
                  </a:lnTo>
                  <a:lnTo>
                    <a:pt x="2423307" y="83347"/>
                  </a:lnTo>
                  <a:lnTo>
                    <a:pt x="2502474" y="98715"/>
                  </a:lnTo>
                  <a:lnTo>
                    <a:pt x="2574896" y="115723"/>
                  </a:lnTo>
                  <a:lnTo>
                    <a:pt x="2641100" y="134584"/>
                  </a:lnTo>
                  <a:lnTo>
                    <a:pt x="2701798" y="155543"/>
                  </a:lnTo>
                  <a:lnTo>
                    <a:pt x="2757798" y="178872"/>
                  </a:lnTo>
                  <a:lnTo>
                    <a:pt x="2809934" y="204835"/>
                  </a:lnTo>
                  <a:lnTo>
                    <a:pt x="2859010" y="233651"/>
                  </a:lnTo>
                  <a:lnTo>
                    <a:pt x="2896531" y="258811"/>
                  </a:lnTo>
                  <a:lnTo>
                    <a:pt x="2942712" y="293627"/>
                  </a:lnTo>
                  <a:lnTo>
                    <a:pt x="2987550" y="331583"/>
                  </a:lnTo>
                  <a:lnTo>
                    <a:pt x="3031493" y="372737"/>
                  </a:lnTo>
                  <a:lnTo>
                    <a:pt x="3074885" y="417062"/>
                  </a:lnTo>
                  <a:lnTo>
                    <a:pt x="3117979" y="464444"/>
                  </a:lnTo>
                  <a:lnTo>
                    <a:pt x="3160955" y="514668"/>
                  </a:lnTo>
                  <a:lnTo>
                    <a:pt x="3203930" y="567420"/>
                  </a:lnTo>
                  <a:lnTo>
                    <a:pt x="3246966" y="622288"/>
                  </a:lnTo>
                  <a:lnTo>
                    <a:pt x="3290081" y="678774"/>
                  </a:lnTo>
                  <a:lnTo>
                    <a:pt x="3333262" y="736312"/>
                  </a:lnTo>
                  <a:lnTo>
                    <a:pt x="3376472" y="794289"/>
                  </a:lnTo>
                  <a:lnTo>
                    <a:pt x="3419670" y="852070"/>
                  </a:lnTo>
                  <a:lnTo>
                    <a:pt x="3462813" y="909031"/>
                  </a:lnTo>
                  <a:lnTo>
                    <a:pt x="3505879" y="964584"/>
                  </a:lnTo>
                  <a:lnTo>
                    <a:pt x="3548872" y="1018203"/>
                  </a:lnTo>
                  <a:lnTo>
                    <a:pt x="3591838" y="1069441"/>
                  </a:lnTo>
                  <a:lnTo>
                    <a:pt x="3634869" y="1117946"/>
                  </a:lnTo>
                  <a:lnTo>
                    <a:pt x="3678121" y="1163465"/>
                  </a:lnTo>
                  <a:lnTo>
                    <a:pt x="3721817" y="1205846"/>
                  </a:lnTo>
                  <a:lnTo>
                    <a:pt x="3766264" y="1245028"/>
                  </a:lnTo>
                  <a:lnTo>
                    <a:pt x="3811867" y="1281040"/>
                  </a:lnTo>
                  <a:lnTo>
                    <a:pt x="3829811" y="1294058"/>
                  </a:lnTo>
                  <a:lnTo>
                    <a:pt x="3876967" y="1325234"/>
                  </a:lnTo>
                  <a:lnTo>
                    <a:pt x="3926595" y="1353464"/>
                  </a:lnTo>
                  <a:lnTo>
                    <a:pt x="3979440" y="1378879"/>
                  </a:lnTo>
                  <a:lnTo>
                    <a:pt x="4036316" y="1401711"/>
                  </a:lnTo>
                  <a:lnTo>
                    <a:pt x="4098056" y="1422228"/>
                  </a:lnTo>
                  <a:lnTo>
                    <a:pt x="4165454" y="1440698"/>
                  </a:lnTo>
                  <a:lnTo>
                    <a:pt x="4239195" y="1457361"/>
                  </a:lnTo>
                  <a:lnTo>
                    <a:pt x="4319752" y="1472422"/>
                  </a:lnTo>
                  <a:lnTo>
                    <a:pt x="4407253" y="1486037"/>
                  </a:lnTo>
                  <a:lnTo>
                    <a:pt x="4501310" y="1498318"/>
                  </a:lnTo>
                  <a:lnTo>
                    <a:pt x="4600838" y="1509324"/>
                  </a:lnTo>
                  <a:lnTo>
                    <a:pt x="4703889" y="1519075"/>
                  </a:lnTo>
                  <a:lnTo>
                    <a:pt x="4807574" y="1527556"/>
                  </a:lnTo>
                  <a:lnTo>
                    <a:pt x="4908146" y="1534739"/>
                  </a:lnTo>
                  <a:lnTo>
                    <a:pt x="5001332" y="1540602"/>
                  </a:lnTo>
                  <a:lnTo>
                    <a:pt x="5082893" y="1545160"/>
                  </a:lnTo>
                  <a:lnTo>
                    <a:pt x="5149362" y="1548482"/>
                  </a:lnTo>
                  <a:lnTo>
                    <a:pt x="5198748" y="1550701"/>
                  </a:lnTo>
                  <a:lnTo>
                    <a:pt x="5231016" y="1552011"/>
                  </a:lnTo>
                  <a:lnTo>
                    <a:pt x="5248221" y="1552645"/>
                  </a:lnTo>
                  <a:lnTo>
                    <a:pt x="5254331" y="1552850"/>
                  </a:lnTo>
                  <a:lnTo>
                    <a:pt x="5254955" y="1552869"/>
                  </a:lnTo>
                  <a:lnTo>
                    <a:pt x="6726343" y="1552869"/>
                  </a:lnTo>
                  <a:lnTo>
                    <a:pt x="6727578" y="1552881"/>
                  </a:lnTo>
                  <a:lnTo>
                    <a:pt x="6735683" y="1552962"/>
                  </a:lnTo>
                  <a:lnTo>
                    <a:pt x="6756064" y="1553188"/>
                  </a:lnTo>
                  <a:lnTo>
                    <a:pt x="6792373" y="1553633"/>
                  </a:lnTo>
                  <a:lnTo>
                    <a:pt x="6846233" y="1554364"/>
                  </a:lnTo>
                  <a:lnTo>
                    <a:pt x="6917115" y="1555436"/>
                  </a:lnTo>
                  <a:lnTo>
                    <a:pt x="7002563" y="1556885"/>
                  </a:lnTo>
                  <a:lnTo>
                    <a:pt x="7098765" y="1558726"/>
                  </a:lnTo>
                  <a:lnTo>
                    <a:pt x="7201313" y="1560961"/>
                  </a:lnTo>
                  <a:lnTo>
                    <a:pt x="7305932" y="1563583"/>
                  </a:lnTo>
                  <a:lnTo>
                    <a:pt x="7409010" y="1566582"/>
                  </a:lnTo>
                  <a:lnTo>
                    <a:pt x="7507860" y="1569957"/>
                  </a:lnTo>
                  <a:lnTo>
                    <a:pt x="7600755" y="1573717"/>
                  </a:lnTo>
                  <a:lnTo>
                    <a:pt x="7686815" y="1577885"/>
                  </a:lnTo>
                  <a:lnTo>
                    <a:pt x="7765821" y="1582498"/>
                  </a:lnTo>
                  <a:lnTo>
                    <a:pt x="7838029" y="1587608"/>
                  </a:lnTo>
                  <a:lnTo>
                    <a:pt x="7904003" y="1593280"/>
                  </a:lnTo>
                  <a:lnTo>
                    <a:pt x="7964491" y="1599590"/>
                  </a:lnTo>
                  <a:lnTo>
                    <a:pt x="8020323" y="1606620"/>
                  </a:lnTo>
                  <a:lnTo>
                    <a:pt x="8072352" y="1614449"/>
                  </a:lnTo>
                  <a:lnTo>
                    <a:pt x="8121390" y="1623137"/>
                  </a:lnTo>
                  <a:lnTo>
                    <a:pt x="8151487" y="1629150"/>
                  </a:lnTo>
                  <a:lnTo>
                    <a:pt x="8206340" y="1641481"/>
                  </a:lnTo>
                  <a:lnTo>
                    <a:pt x="8259415" y="1655132"/>
                  </a:lnTo>
                  <a:lnTo>
                    <a:pt x="8311418" y="1670119"/>
                  </a:lnTo>
                  <a:lnTo>
                    <a:pt x="8362856" y="1686409"/>
                  </a:lnTo>
                  <a:lnTo>
                    <a:pt x="8414072" y="1703911"/>
                  </a:lnTo>
                  <a:lnTo>
                    <a:pt x="8465278" y="1722476"/>
                  </a:lnTo>
                  <a:lnTo>
                    <a:pt x="8516575" y="1741897"/>
                  </a:lnTo>
                  <a:lnTo>
                    <a:pt x="8567982" y="1761916"/>
                  </a:lnTo>
                  <a:lnTo>
                    <a:pt x="8619456" y="1782239"/>
                  </a:lnTo>
                  <a:lnTo>
                    <a:pt x="8670929" y="1802555"/>
                  </a:lnTo>
                  <a:lnTo>
                    <a:pt x="8722330" y="1822550"/>
                  </a:lnTo>
                  <a:lnTo>
                    <a:pt x="8773622" y="1841932"/>
                  </a:lnTo>
                  <a:lnTo>
                    <a:pt x="8824825" y="1860446"/>
                  </a:lnTo>
                  <a:lnTo>
                    <a:pt x="8876046" y="1877889"/>
                  </a:lnTo>
                  <a:lnTo>
                    <a:pt x="8927503" y="1894114"/>
                  </a:lnTo>
                  <a:lnTo>
                    <a:pt x="8979548" y="1909032"/>
                  </a:lnTo>
                  <a:lnTo>
                    <a:pt x="9032696" y="1922614"/>
                  </a:lnTo>
                  <a:lnTo>
                    <a:pt x="9084767" y="1934276"/>
                  </a:lnTo>
                  <a:lnTo>
                    <a:pt x="9132281" y="1943529"/>
                  </a:lnTo>
                  <a:lnTo>
                    <a:pt x="9182310" y="1951902"/>
                  </a:lnTo>
                  <a:lnTo>
                    <a:pt x="9235616" y="1959434"/>
                  </a:lnTo>
                  <a:lnTo>
                    <a:pt x="9293031" y="1966194"/>
                  </a:lnTo>
                  <a:lnTo>
                    <a:pt x="9355407" y="1972265"/>
                  </a:lnTo>
                  <a:lnTo>
                    <a:pt x="9423554" y="1977726"/>
                  </a:lnTo>
                  <a:lnTo>
                    <a:pt x="9498166" y="1982649"/>
                  </a:lnTo>
                  <a:lnTo>
                    <a:pt x="9579712" y="1987096"/>
                  </a:lnTo>
                  <a:lnTo>
                    <a:pt x="9668296" y="1991113"/>
                  </a:lnTo>
                  <a:lnTo>
                    <a:pt x="9763485" y="1994732"/>
                  </a:lnTo>
                  <a:lnTo>
                    <a:pt x="9864110" y="1997971"/>
                  </a:lnTo>
                  <a:lnTo>
                    <a:pt x="9968106" y="2000835"/>
                  </a:lnTo>
                  <a:lnTo>
                    <a:pt x="10072437" y="2003318"/>
                  </a:lnTo>
                  <a:lnTo>
                    <a:pt x="10173207" y="2005411"/>
                  </a:lnTo>
                  <a:lnTo>
                    <a:pt x="10266018" y="2007110"/>
                  </a:lnTo>
                  <a:lnTo>
                    <a:pt x="10346589" y="2008420"/>
                  </a:lnTo>
                  <a:lnTo>
                    <a:pt x="10411513" y="2009363"/>
                  </a:lnTo>
                  <a:lnTo>
                    <a:pt x="10458983" y="2009984"/>
                  </a:lnTo>
                  <a:lnTo>
                    <a:pt x="10489239" y="2010341"/>
                  </a:lnTo>
                  <a:lnTo>
                    <a:pt x="10504666" y="2010506"/>
                  </a:lnTo>
                  <a:lnTo>
                    <a:pt x="10509582" y="2010554"/>
                  </a:lnTo>
                  <a:lnTo>
                    <a:pt x="10509911" y="2010557"/>
                  </a:lnTo>
                  <a:lnTo>
                    <a:pt x="11981298" y="201055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" name="pl19"/>
            <p:cNvSpPr/>
            <p:nvPr/>
          </p:nvSpPr>
          <p:spPr>
            <a:xfrm>
              <a:off x="4799595" y="4072567"/>
              <a:ext cx="11981298" cy="2010557"/>
            </a:xfrm>
            <a:custGeom>
              <a:avLst/>
              <a:pathLst>
                <a:path w="11981298" h="2010557">
                  <a:moveTo>
                    <a:pt x="11981298" y="2010557"/>
                  </a:moveTo>
                  <a:lnTo>
                    <a:pt x="10509911" y="2010557"/>
                  </a:lnTo>
                  <a:lnTo>
                    <a:pt x="10508675" y="2010546"/>
                  </a:lnTo>
                  <a:lnTo>
                    <a:pt x="10500570" y="2010464"/>
                  </a:lnTo>
                  <a:lnTo>
                    <a:pt x="10480190" y="2010238"/>
                  </a:lnTo>
                  <a:lnTo>
                    <a:pt x="10443880" y="2009794"/>
                  </a:lnTo>
                  <a:lnTo>
                    <a:pt x="10390020" y="2009062"/>
                  </a:lnTo>
                  <a:lnTo>
                    <a:pt x="10319139" y="2007990"/>
                  </a:lnTo>
                  <a:lnTo>
                    <a:pt x="10233691" y="2006542"/>
                  </a:lnTo>
                  <a:lnTo>
                    <a:pt x="10137488" y="2004700"/>
                  </a:lnTo>
                  <a:lnTo>
                    <a:pt x="10034940" y="2002465"/>
                  </a:lnTo>
                  <a:lnTo>
                    <a:pt x="9930321" y="1999844"/>
                  </a:lnTo>
                  <a:lnTo>
                    <a:pt x="9827243" y="1996845"/>
                  </a:lnTo>
                  <a:lnTo>
                    <a:pt x="9728394" y="1993469"/>
                  </a:lnTo>
                  <a:lnTo>
                    <a:pt x="9635498" y="1989709"/>
                  </a:lnTo>
                  <a:lnTo>
                    <a:pt x="9549438" y="1985542"/>
                  </a:lnTo>
                  <a:lnTo>
                    <a:pt x="9470432" y="1980929"/>
                  </a:lnTo>
                  <a:lnTo>
                    <a:pt x="9398224" y="1975819"/>
                  </a:lnTo>
                  <a:lnTo>
                    <a:pt x="9332250" y="1970146"/>
                  </a:lnTo>
                  <a:lnTo>
                    <a:pt x="9271763" y="1963836"/>
                  </a:lnTo>
                  <a:lnTo>
                    <a:pt x="9215930" y="1956806"/>
                  </a:lnTo>
                  <a:lnTo>
                    <a:pt x="9163902" y="1948978"/>
                  </a:lnTo>
                  <a:lnTo>
                    <a:pt x="9114864" y="1940289"/>
                  </a:lnTo>
                  <a:lnTo>
                    <a:pt x="9084767" y="1934276"/>
                  </a:lnTo>
                  <a:lnTo>
                    <a:pt x="9029913" y="1921945"/>
                  </a:lnTo>
                  <a:lnTo>
                    <a:pt x="8976838" y="1908295"/>
                  </a:lnTo>
                  <a:lnTo>
                    <a:pt x="8924835" y="1893307"/>
                  </a:lnTo>
                  <a:lnTo>
                    <a:pt x="8873397" y="1877017"/>
                  </a:lnTo>
                  <a:lnTo>
                    <a:pt x="8822181" y="1859515"/>
                  </a:lnTo>
                  <a:lnTo>
                    <a:pt x="8770975" y="1840950"/>
                  </a:lnTo>
                  <a:lnTo>
                    <a:pt x="8719678" y="1821530"/>
                  </a:lnTo>
                  <a:lnTo>
                    <a:pt x="8668272" y="1801511"/>
                  </a:lnTo>
                  <a:lnTo>
                    <a:pt x="8616797" y="1781187"/>
                  </a:lnTo>
                  <a:lnTo>
                    <a:pt x="8565324" y="1760871"/>
                  </a:lnTo>
                  <a:lnTo>
                    <a:pt x="8513923" y="1740877"/>
                  </a:lnTo>
                  <a:lnTo>
                    <a:pt x="8462631" y="1721494"/>
                  </a:lnTo>
                  <a:lnTo>
                    <a:pt x="8411428" y="1702980"/>
                  </a:lnTo>
                  <a:lnTo>
                    <a:pt x="8360207" y="1685537"/>
                  </a:lnTo>
                  <a:lnTo>
                    <a:pt x="8308750" y="1669312"/>
                  </a:lnTo>
                  <a:lnTo>
                    <a:pt x="8256705" y="1654394"/>
                  </a:lnTo>
                  <a:lnTo>
                    <a:pt x="8203557" y="1640812"/>
                  </a:lnTo>
                  <a:lnTo>
                    <a:pt x="8151487" y="1629150"/>
                  </a:lnTo>
                  <a:lnTo>
                    <a:pt x="8103972" y="1619897"/>
                  </a:lnTo>
                  <a:lnTo>
                    <a:pt x="8053943" y="1611524"/>
                  </a:lnTo>
                  <a:lnTo>
                    <a:pt x="8000638" y="1603993"/>
                  </a:lnTo>
                  <a:lnTo>
                    <a:pt x="7943222" y="1597232"/>
                  </a:lnTo>
                  <a:lnTo>
                    <a:pt x="7880846" y="1591162"/>
                  </a:lnTo>
                  <a:lnTo>
                    <a:pt x="7812699" y="1585701"/>
                  </a:lnTo>
                  <a:lnTo>
                    <a:pt x="7738087" y="1580777"/>
                  </a:lnTo>
                  <a:lnTo>
                    <a:pt x="7656542" y="1576330"/>
                  </a:lnTo>
                  <a:lnTo>
                    <a:pt x="7567957" y="1572313"/>
                  </a:lnTo>
                  <a:lnTo>
                    <a:pt x="7472768" y="1568694"/>
                  </a:lnTo>
                  <a:lnTo>
                    <a:pt x="7372143" y="1565455"/>
                  </a:lnTo>
                  <a:lnTo>
                    <a:pt x="7268147" y="1562592"/>
                  </a:lnTo>
                  <a:lnTo>
                    <a:pt x="7163816" y="1560109"/>
                  </a:lnTo>
                  <a:lnTo>
                    <a:pt x="7063047" y="1558015"/>
                  </a:lnTo>
                  <a:lnTo>
                    <a:pt x="6970235" y="1556316"/>
                  </a:lnTo>
                  <a:lnTo>
                    <a:pt x="6889665" y="1555007"/>
                  </a:lnTo>
                  <a:lnTo>
                    <a:pt x="6824740" y="1554063"/>
                  </a:lnTo>
                  <a:lnTo>
                    <a:pt x="6777271" y="1553442"/>
                  </a:lnTo>
                  <a:lnTo>
                    <a:pt x="6747014" y="1553085"/>
                  </a:lnTo>
                  <a:lnTo>
                    <a:pt x="6731587" y="1552920"/>
                  </a:lnTo>
                  <a:lnTo>
                    <a:pt x="6726671" y="1552872"/>
                  </a:lnTo>
                  <a:lnTo>
                    <a:pt x="6726343" y="1552869"/>
                  </a:lnTo>
                  <a:lnTo>
                    <a:pt x="5254955" y="1552869"/>
                  </a:lnTo>
                  <a:lnTo>
                    <a:pt x="5253746" y="1552831"/>
                  </a:lnTo>
                  <a:lnTo>
                    <a:pt x="5245812" y="1552560"/>
                  </a:lnTo>
                  <a:lnTo>
                    <a:pt x="5225847" y="1551811"/>
                  </a:lnTo>
                  <a:lnTo>
                    <a:pt x="5190243" y="1550336"/>
                  </a:lnTo>
                  <a:lnTo>
                    <a:pt x="5137361" y="1547909"/>
                  </a:lnTo>
                  <a:lnTo>
                    <a:pt x="5067649" y="1544348"/>
                  </a:lnTo>
                  <a:lnTo>
                    <a:pt x="4983443" y="1539532"/>
                  </a:lnTo>
                  <a:lnTo>
                    <a:pt x="4888424" y="1533403"/>
                  </a:lnTo>
                  <a:lnTo>
                    <a:pt x="4786895" y="1525958"/>
                  </a:lnTo>
                  <a:lnTo>
                    <a:pt x="4683062" y="1517220"/>
                  </a:lnTo>
                  <a:lnTo>
                    <a:pt x="4580516" y="1507217"/>
                  </a:lnTo>
                  <a:lnTo>
                    <a:pt x="4481958" y="1495958"/>
                  </a:lnTo>
                  <a:lnTo>
                    <a:pt x="4389154" y="1483416"/>
                  </a:lnTo>
                  <a:lnTo>
                    <a:pt x="4303035" y="1469521"/>
                  </a:lnTo>
                  <a:lnTo>
                    <a:pt x="4223868" y="1454153"/>
                  </a:lnTo>
                  <a:lnTo>
                    <a:pt x="4151446" y="1437145"/>
                  </a:lnTo>
                  <a:lnTo>
                    <a:pt x="4085242" y="1418285"/>
                  </a:lnTo>
                  <a:lnTo>
                    <a:pt x="4024544" y="1397325"/>
                  </a:lnTo>
                  <a:lnTo>
                    <a:pt x="3968544" y="1373996"/>
                  </a:lnTo>
                  <a:lnTo>
                    <a:pt x="3916408" y="1348033"/>
                  </a:lnTo>
                  <a:lnTo>
                    <a:pt x="3867332" y="1319218"/>
                  </a:lnTo>
                  <a:lnTo>
                    <a:pt x="3829811" y="1294058"/>
                  </a:lnTo>
                  <a:lnTo>
                    <a:pt x="3783630" y="1259242"/>
                  </a:lnTo>
                  <a:lnTo>
                    <a:pt x="3738792" y="1221285"/>
                  </a:lnTo>
                  <a:lnTo>
                    <a:pt x="3694849" y="1180132"/>
                  </a:lnTo>
                  <a:lnTo>
                    <a:pt x="3651458" y="1135807"/>
                  </a:lnTo>
                  <a:lnTo>
                    <a:pt x="3608363" y="1088425"/>
                  </a:lnTo>
                  <a:lnTo>
                    <a:pt x="3565387" y="1038201"/>
                  </a:lnTo>
                  <a:lnTo>
                    <a:pt x="3522412" y="985449"/>
                  </a:lnTo>
                  <a:lnTo>
                    <a:pt x="3479376" y="930581"/>
                  </a:lnTo>
                  <a:lnTo>
                    <a:pt x="3436261" y="874095"/>
                  </a:lnTo>
                  <a:lnTo>
                    <a:pt x="3393080" y="816556"/>
                  </a:lnTo>
                  <a:lnTo>
                    <a:pt x="3349870" y="758580"/>
                  </a:lnTo>
                  <a:lnTo>
                    <a:pt x="3306672" y="700799"/>
                  </a:lnTo>
                  <a:lnTo>
                    <a:pt x="3263529" y="643838"/>
                  </a:lnTo>
                  <a:lnTo>
                    <a:pt x="3220463" y="588285"/>
                  </a:lnTo>
                  <a:lnTo>
                    <a:pt x="3177470" y="534666"/>
                  </a:lnTo>
                  <a:lnTo>
                    <a:pt x="3134504" y="483428"/>
                  </a:lnTo>
                  <a:lnTo>
                    <a:pt x="3091473" y="434922"/>
                  </a:lnTo>
                  <a:lnTo>
                    <a:pt x="3048221" y="389403"/>
                  </a:lnTo>
                  <a:lnTo>
                    <a:pt x="3004525" y="347023"/>
                  </a:lnTo>
                  <a:lnTo>
                    <a:pt x="2960078" y="307840"/>
                  </a:lnTo>
                  <a:lnTo>
                    <a:pt x="2914475" y="271829"/>
                  </a:lnTo>
                  <a:lnTo>
                    <a:pt x="2896531" y="258811"/>
                  </a:lnTo>
                  <a:lnTo>
                    <a:pt x="2849375" y="227635"/>
                  </a:lnTo>
                  <a:lnTo>
                    <a:pt x="2799747" y="199405"/>
                  </a:lnTo>
                  <a:lnTo>
                    <a:pt x="2746902" y="173990"/>
                  </a:lnTo>
                  <a:lnTo>
                    <a:pt x="2690026" y="151158"/>
                  </a:lnTo>
                  <a:lnTo>
                    <a:pt x="2628287" y="130640"/>
                  </a:lnTo>
                  <a:lnTo>
                    <a:pt x="2560889" y="112171"/>
                  </a:lnTo>
                  <a:lnTo>
                    <a:pt x="2487147" y="95507"/>
                  </a:lnTo>
                  <a:lnTo>
                    <a:pt x="2406590" y="80447"/>
                  </a:lnTo>
                  <a:lnTo>
                    <a:pt x="2319089" y="66831"/>
                  </a:lnTo>
                  <a:lnTo>
                    <a:pt x="2225032" y="54551"/>
                  </a:lnTo>
                  <a:lnTo>
                    <a:pt x="2125504" y="43545"/>
                  </a:lnTo>
                  <a:lnTo>
                    <a:pt x="2022453" y="33794"/>
                  </a:lnTo>
                  <a:lnTo>
                    <a:pt x="1918769" y="25313"/>
                  </a:lnTo>
                  <a:lnTo>
                    <a:pt x="1818196" y="18130"/>
                  </a:lnTo>
                  <a:lnTo>
                    <a:pt x="1725010" y="12267"/>
                  </a:lnTo>
                  <a:lnTo>
                    <a:pt x="1643449" y="7709"/>
                  </a:lnTo>
                  <a:lnTo>
                    <a:pt x="1576980" y="4387"/>
                  </a:lnTo>
                  <a:lnTo>
                    <a:pt x="1527594" y="2167"/>
                  </a:lnTo>
                  <a:lnTo>
                    <a:pt x="1495326" y="857"/>
                  </a:lnTo>
                  <a:lnTo>
                    <a:pt x="1478122" y="224"/>
                  </a:lnTo>
                  <a:lnTo>
                    <a:pt x="1472011" y="19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" name="pg20"/>
            <p:cNvSpPr/>
            <p:nvPr/>
          </p:nvSpPr>
          <p:spPr>
            <a:xfrm>
              <a:off x="4799595" y="4080740"/>
              <a:ext cx="11981298" cy="2394688"/>
            </a:xfrm>
            <a:custGeom>
              <a:avLst/>
              <a:pathLst>
                <a:path w="11981298" h="2394688">
                  <a:moveTo>
                    <a:pt x="0" y="40864"/>
                  </a:moveTo>
                  <a:lnTo>
                    <a:pt x="1471387" y="40864"/>
                  </a:lnTo>
                  <a:lnTo>
                    <a:pt x="1472596" y="40903"/>
                  </a:lnTo>
                  <a:lnTo>
                    <a:pt x="1480530" y="41174"/>
                  </a:lnTo>
                  <a:lnTo>
                    <a:pt x="1500495" y="41923"/>
                  </a:lnTo>
                  <a:lnTo>
                    <a:pt x="1536099" y="43398"/>
                  </a:lnTo>
                  <a:lnTo>
                    <a:pt x="1588981" y="45824"/>
                  </a:lnTo>
                  <a:lnTo>
                    <a:pt x="1658693" y="49386"/>
                  </a:lnTo>
                  <a:lnTo>
                    <a:pt x="1742900" y="54202"/>
                  </a:lnTo>
                  <a:lnTo>
                    <a:pt x="1837918" y="60330"/>
                  </a:lnTo>
                  <a:lnTo>
                    <a:pt x="1939447" y="67776"/>
                  </a:lnTo>
                  <a:lnTo>
                    <a:pt x="2043280" y="76514"/>
                  </a:lnTo>
                  <a:lnTo>
                    <a:pt x="2145826" y="86517"/>
                  </a:lnTo>
                  <a:lnTo>
                    <a:pt x="2244384" y="97776"/>
                  </a:lnTo>
                  <a:lnTo>
                    <a:pt x="2337188" y="110317"/>
                  </a:lnTo>
                  <a:lnTo>
                    <a:pt x="2423307" y="124212"/>
                  </a:lnTo>
                  <a:lnTo>
                    <a:pt x="2502474" y="139580"/>
                  </a:lnTo>
                  <a:lnTo>
                    <a:pt x="2574896" y="156588"/>
                  </a:lnTo>
                  <a:lnTo>
                    <a:pt x="2641100" y="175448"/>
                  </a:lnTo>
                  <a:lnTo>
                    <a:pt x="2701798" y="196408"/>
                  </a:lnTo>
                  <a:lnTo>
                    <a:pt x="2757798" y="219737"/>
                  </a:lnTo>
                  <a:lnTo>
                    <a:pt x="2809934" y="245700"/>
                  </a:lnTo>
                  <a:lnTo>
                    <a:pt x="2859010" y="274516"/>
                  </a:lnTo>
                  <a:lnTo>
                    <a:pt x="2896531" y="299676"/>
                  </a:lnTo>
                  <a:lnTo>
                    <a:pt x="2942712" y="334492"/>
                  </a:lnTo>
                  <a:lnTo>
                    <a:pt x="2987550" y="372448"/>
                  </a:lnTo>
                  <a:lnTo>
                    <a:pt x="3031493" y="413602"/>
                  </a:lnTo>
                  <a:lnTo>
                    <a:pt x="3074885" y="457927"/>
                  </a:lnTo>
                  <a:lnTo>
                    <a:pt x="3117979" y="505309"/>
                  </a:lnTo>
                  <a:lnTo>
                    <a:pt x="3160955" y="555533"/>
                  </a:lnTo>
                  <a:lnTo>
                    <a:pt x="3203930" y="608285"/>
                  </a:lnTo>
                  <a:lnTo>
                    <a:pt x="3246966" y="663153"/>
                  </a:lnTo>
                  <a:lnTo>
                    <a:pt x="3290081" y="719639"/>
                  </a:lnTo>
                  <a:lnTo>
                    <a:pt x="3333262" y="777177"/>
                  </a:lnTo>
                  <a:lnTo>
                    <a:pt x="3376472" y="835154"/>
                  </a:lnTo>
                  <a:lnTo>
                    <a:pt x="3419670" y="892935"/>
                  </a:lnTo>
                  <a:lnTo>
                    <a:pt x="3462813" y="949896"/>
                  </a:lnTo>
                  <a:lnTo>
                    <a:pt x="3505879" y="1005449"/>
                  </a:lnTo>
                  <a:lnTo>
                    <a:pt x="3548872" y="1059068"/>
                  </a:lnTo>
                  <a:lnTo>
                    <a:pt x="3591838" y="1110306"/>
                  </a:lnTo>
                  <a:lnTo>
                    <a:pt x="3634869" y="1158811"/>
                  </a:lnTo>
                  <a:lnTo>
                    <a:pt x="3678121" y="1204330"/>
                  </a:lnTo>
                  <a:lnTo>
                    <a:pt x="3721817" y="1246711"/>
                  </a:lnTo>
                  <a:lnTo>
                    <a:pt x="3766264" y="1285893"/>
                  </a:lnTo>
                  <a:lnTo>
                    <a:pt x="3811867" y="1321905"/>
                  </a:lnTo>
                  <a:lnTo>
                    <a:pt x="3829811" y="1334923"/>
                  </a:lnTo>
                  <a:lnTo>
                    <a:pt x="3876967" y="1366099"/>
                  </a:lnTo>
                  <a:lnTo>
                    <a:pt x="3926595" y="1394329"/>
                  </a:lnTo>
                  <a:lnTo>
                    <a:pt x="3979440" y="1419744"/>
                  </a:lnTo>
                  <a:lnTo>
                    <a:pt x="4036316" y="1442576"/>
                  </a:lnTo>
                  <a:lnTo>
                    <a:pt x="4098056" y="1463093"/>
                  </a:lnTo>
                  <a:lnTo>
                    <a:pt x="4165454" y="1481563"/>
                  </a:lnTo>
                  <a:lnTo>
                    <a:pt x="4239195" y="1498226"/>
                  </a:lnTo>
                  <a:lnTo>
                    <a:pt x="4319752" y="1513287"/>
                  </a:lnTo>
                  <a:lnTo>
                    <a:pt x="4407253" y="1526902"/>
                  </a:lnTo>
                  <a:lnTo>
                    <a:pt x="4501310" y="1539183"/>
                  </a:lnTo>
                  <a:lnTo>
                    <a:pt x="4600838" y="1550189"/>
                  </a:lnTo>
                  <a:lnTo>
                    <a:pt x="4703889" y="1559940"/>
                  </a:lnTo>
                  <a:lnTo>
                    <a:pt x="4807574" y="1568421"/>
                  </a:lnTo>
                  <a:lnTo>
                    <a:pt x="4908146" y="1575604"/>
                  </a:lnTo>
                  <a:lnTo>
                    <a:pt x="5001332" y="1581467"/>
                  </a:lnTo>
                  <a:lnTo>
                    <a:pt x="5082893" y="1586025"/>
                  </a:lnTo>
                  <a:lnTo>
                    <a:pt x="5149362" y="1589347"/>
                  </a:lnTo>
                  <a:lnTo>
                    <a:pt x="5198748" y="1591566"/>
                  </a:lnTo>
                  <a:lnTo>
                    <a:pt x="5231016" y="1592876"/>
                  </a:lnTo>
                  <a:lnTo>
                    <a:pt x="5248221" y="1593510"/>
                  </a:lnTo>
                  <a:lnTo>
                    <a:pt x="5254331" y="1593715"/>
                  </a:lnTo>
                  <a:lnTo>
                    <a:pt x="5254955" y="1593734"/>
                  </a:lnTo>
                  <a:lnTo>
                    <a:pt x="6726343" y="1593734"/>
                  </a:lnTo>
                  <a:lnTo>
                    <a:pt x="6727572" y="1593754"/>
                  </a:lnTo>
                  <a:lnTo>
                    <a:pt x="6735644" y="1593896"/>
                  </a:lnTo>
                  <a:lnTo>
                    <a:pt x="6755941" y="1594290"/>
                  </a:lnTo>
                  <a:lnTo>
                    <a:pt x="6792109" y="1595064"/>
                  </a:lnTo>
                  <a:lnTo>
                    <a:pt x="6845774" y="1596338"/>
                  </a:lnTo>
                  <a:lnTo>
                    <a:pt x="6916422" y="1598206"/>
                  </a:lnTo>
                  <a:lnTo>
                    <a:pt x="7001623" y="1600731"/>
                  </a:lnTo>
                  <a:lnTo>
                    <a:pt x="7097590" y="1603942"/>
                  </a:lnTo>
                  <a:lnTo>
                    <a:pt x="7199936" y="1607839"/>
                  </a:lnTo>
                  <a:lnTo>
                    <a:pt x="7304400" y="1612410"/>
                  </a:lnTo>
                  <a:lnTo>
                    <a:pt x="7407374" y="1617641"/>
                  </a:lnTo>
                  <a:lnTo>
                    <a:pt x="7506167" y="1623528"/>
                  </a:lnTo>
                  <a:lnTo>
                    <a:pt x="7599045" y="1630086"/>
                  </a:lnTo>
                  <a:lnTo>
                    <a:pt x="7685118" y="1637354"/>
                  </a:lnTo>
                  <a:lnTo>
                    <a:pt x="7764157" y="1645397"/>
                  </a:lnTo>
                  <a:lnTo>
                    <a:pt x="7836408" y="1654306"/>
                  </a:lnTo>
                  <a:lnTo>
                    <a:pt x="7902428" y="1664192"/>
                  </a:lnTo>
                  <a:lnTo>
                    <a:pt x="7962956" y="1675189"/>
                  </a:lnTo>
                  <a:lnTo>
                    <a:pt x="8018822" y="1687437"/>
                  </a:lnTo>
                  <a:lnTo>
                    <a:pt x="8070871" y="1701075"/>
                  </a:lnTo>
                  <a:lnTo>
                    <a:pt x="8119916" y="1716212"/>
                  </a:lnTo>
                  <a:lnTo>
                    <a:pt x="8151487" y="1727226"/>
                  </a:lnTo>
                  <a:lnTo>
                    <a:pt x="8203949" y="1747799"/>
                  </a:lnTo>
                  <a:lnTo>
                    <a:pt x="8254755" y="1770478"/>
                  </a:lnTo>
                  <a:lnTo>
                    <a:pt x="8304535" y="1795294"/>
                  </a:lnTo>
                  <a:lnTo>
                    <a:pt x="8353747" y="1822206"/>
                  </a:lnTo>
                  <a:lnTo>
                    <a:pt x="8402711" y="1851088"/>
                  </a:lnTo>
                  <a:lnTo>
                    <a:pt x="8451633" y="1881730"/>
                  </a:lnTo>
                  <a:lnTo>
                    <a:pt x="8500623" y="1913837"/>
                  </a:lnTo>
                  <a:lnTo>
                    <a:pt x="8549715" y="1947035"/>
                  </a:lnTo>
                  <a:lnTo>
                    <a:pt x="8598887" y="1980893"/>
                  </a:lnTo>
                  <a:lnTo>
                    <a:pt x="8648084" y="2014939"/>
                  </a:lnTo>
                  <a:lnTo>
                    <a:pt x="8697243" y="2048692"/>
                  </a:lnTo>
                  <a:lnTo>
                    <a:pt x="8746313" y="2081688"/>
                  </a:lnTo>
                  <a:lnTo>
                    <a:pt x="8795283" y="2113504"/>
                  </a:lnTo>
                  <a:lnTo>
                    <a:pt x="8844202" y="2143785"/>
                  </a:lnTo>
                  <a:lnTo>
                    <a:pt x="8893199" y="2172253"/>
                  </a:lnTo>
                  <a:lnTo>
                    <a:pt x="8942502" y="2198716"/>
                  </a:lnTo>
                  <a:lnTo>
                    <a:pt x="8992462" y="2223068"/>
                  </a:lnTo>
                  <a:lnTo>
                    <a:pt x="9043568" y="2245283"/>
                  </a:lnTo>
                  <a:lnTo>
                    <a:pt x="9084767" y="2261196"/>
                  </a:lnTo>
                  <a:lnTo>
                    <a:pt x="9132209" y="2277367"/>
                  </a:lnTo>
                  <a:lnTo>
                    <a:pt x="9182159" y="2292001"/>
                  </a:lnTo>
                  <a:lnTo>
                    <a:pt x="9235373" y="2305167"/>
                  </a:lnTo>
                  <a:lnTo>
                    <a:pt x="9292680" y="2316987"/>
                  </a:lnTo>
                  <a:lnTo>
                    <a:pt x="9354929" y="2327603"/>
                  </a:lnTo>
                  <a:lnTo>
                    <a:pt x="9422927" y="2337153"/>
                  </a:lnTo>
                  <a:lnTo>
                    <a:pt x="9497365" y="2345765"/>
                  </a:lnTo>
                  <a:lnTo>
                    <a:pt x="9578713" y="2353545"/>
                  </a:lnTo>
                  <a:lnTo>
                    <a:pt x="9667082" y="2360573"/>
                  </a:lnTo>
                  <a:lnTo>
                    <a:pt x="9762045" y="2366907"/>
                  </a:lnTo>
                  <a:lnTo>
                    <a:pt x="9862452" y="2372577"/>
                  </a:lnTo>
                  <a:lnTo>
                    <a:pt x="9966261" y="2377591"/>
                  </a:lnTo>
                  <a:lnTo>
                    <a:pt x="10070466" y="2381942"/>
                  </a:lnTo>
                  <a:lnTo>
                    <a:pt x="10171201" y="2385614"/>
                  </a:lnTo>
                  <a:lnTo>
                    <a:pt x="10264092" y="2388597"/>
                  </a:lnTo>
                  <a:lnTo>
                    <a:pt x="10344865" y="2390901"/>
                  </a:lnTo>
                  <a:lnTo>
                    <a:pt x="10410102" y="2392565"/>
                  </a:lnTo>
                  <a:lnTo>
                    <a:pt x="10457956" y="2393663"/>
                  </a:lnTo>
                  <a:lnTo>
                    <a:pt x="10488612" y="2394298"/>
                  </a:lnTo>
                  <a:lnTo>
                    <a:pt x="10504388" y="2394594"/>
                  </a:lnTo>
                  <a:lnTo>
                    <a:pt x="10509533" y="2394682"/>
                  </a:lnTo>
                  <a:lnTo>
                    <a:pt x="10509911" y="2394688"/>
                  </a:lnTo>
                  <a:lnTo>
                    <a:pt x="11981298" y="2394688"/>
                  </a:lnTo>
                  <a:lnTo>
                    <a:pt x="11981298" y="2353823"/>
                  </a:lnTo>
                  <a:lnTo>
                    <a:pt x="10509911" y="2353823"/>
                  </a:lnTo>
                  <a:lnTo>
                    <a:pt x="10508681" y="2353803"/>
                  </a:lnTo>
                  <a:lnTo>
                    <a:pt x="10500610" y="2353661"/>
                  </a:lnTo>
                  <a:lnTo>
                    <a:pt x="10480312" y="2353267"/>
                  </a:lnTo>
                  <a:lnTo>
                    <a:pt x="10444144" y="2352493"/>
                  </a:lnTo>
                  <a:lnTo>
                    <a:pt x="10390480" y="2351219"/>
                  </a:lnTo>
                  <a:lnTo>
                    <a:pt x="10319831" y="2349351"/>
                  </a:lnTo>
                  <a:lnTo>
                    <a:pt x="10234630" y="2346826"/>
                  </a:lnTo>
                  <a:lnTo>
                    <a:pt x="10138664" y="2343615"/>
                  </a:lnTo>
                  <a:lnTo>
                    <a:pt x="10036317" y="2339718"/>
                  </a:lnTo>
                  <a:lnTo>
                    <a:pt x="9931853" y="2335147"/>
                  </a:lnTo>
                  <a:lnTo>
                    <a:pt x="9828880" y="2329916"/>
                  </a:lnTo>
                  <a:lnTo>
                    <a:pt x="9730087" y="2324029"/>
                  </a:lnTo>
                  <a:lnTo>
                    <a:pt x="9637208" y="2317471"/>
                  </a:lnTo>
                  <a:lnTo>
                    <a:pt x="9551135" y="2310203"/>
                  </a:lnTo>
                  <a:lnTo>
                    <a:pt x="9472097" y="2302160"/>
                  </a:lnTo>
                  <a:lnTo>
                    <a:pt x="9399846" y="2293251"/>
                  </a:lnTo>
                  <a:lnTo>
                    <a:pt x="9333826" y="2283365"/>
                  </a:lnTo>
                  <a:lnTo>
                    <a:pt x="9273297" y="2272368"/>
                  </a:lnTo>
                  <a:lnTo>
                    <a:pt x="9217432" y="2260120"/>
                  </a:lnTo>
                  <a:lnTo>
                    <a:pt x="9165382" y="2246482"/>
                  </a:lnTo>
                  <a:lnTo>
                    <a:pt x="9116338" y="2231346"/>
                  </a:lnTo>
                  <a:lnTo>
                    <a:pt x="9084767" y="2220331"/>
                  </a:lnTo>
                  <a:lnTo>
                    <a:pt x="9032305" y="2199758"/>
                  </a:lnTo>
                  <a:lnTo>
                    <a:pt x="8981498" y="2177079"/>
                  </a:lnTo>
                  <a:lnTo>
                    <a:pt x="8931718" y="2152263"/>
                  </a:lnTo>
                  <a:lnTo>
                    <a:pt x="8882507" y="2125351"/>
                  </a:lnTo>
                  <a:lnTo>
                    <a:pt x="8833542" y="2096469"/>
                  </a:lnTo>
                  <a:lnTo>
                    <a:pt x="8784620" y="2065827"/>
                  </a:lnTo>
                  <a:lnTo>
                    <a:pt x="8735631" y="2033720"/>
                  </a:lnTo>
                  <a:lnTo>
                    <a:pt x="8686539" y="2000522"/>
                  </a:lnTo>
                  <a:lnTo>
                    <a:pt x="8637366" y="1966664"/>
                  </a:lnTo>
                  <a:lnTo>
                    <a:pt x="8588169" y="1932618"/>
                  </a:lnTo>
                  <a:lnTo>
                    <a:pt x="8539010" y="1898865"/>
                  </a:lnTo>
                  <a:lnTo>
                    <a:pt x="8489940" y="1865870"/>
                  </a:lnTo>
                  <a:lnTo>
                    <a:pt x="8440970" y="1834053"/>
                  </a:lnTo>
                  <a:lnTo>
                    <a:pt x="8392052" y="1803772"/>
                  </a:lnTo>
                  <a:lnTo>
                    <a:pt x="8343055" y="1775304"/>
                  </a:lnTo>
                  <a:lnTo>
                    <a:pt x="8293751" y="1748841"/>
                  </a:lnTo>
                  <a:lnTo>
                    <a:pt x="8243792" y="1724490"/>
                  </a:lnTo>
                  <a:lnTo>
                    <a:pt x="8192685" y="1702274"/>
                  </a:lnTo>
                  <a:lnTo>
                    <a:pt x="8151487" y="1686361"/>
                  </a:lnTo>
                  <a:lnTo>
                    <a:pt x="8104044" y="1670190"/>
                  </a:lnTo>
                  <a:lnTo>
                    <a:pt x="8054094" y="1655556"/>
                  </a:lnTo>
                  <a:lnTo>
                    <a:pt x="8000881" y="1642390"/>
                  </a:lnTo>
                  <a:lnTo>
                    <a:pt x="7943573" y="1630570"/>
                  </a:lnTo>
                  <a:lnTo>
                    <a:pt x="7881324" y="1619955"/>
                  </a:lnTo>
                  <a:lnTo>
                    <a:pt x="7813326" y="1610404"/>
                  </a:lnTo>
                  <a:lnTo>
                    <a:pt x="7738888" y="1601792"/>
                  </a:lnTo>
                  <a:lnTo>
                    <a:pt x="7657540" y="1594013"/>
                  </a:lnTo>
                  <a:lnTo>
                    <a:pt x="7569172" y="1586984"/>
                  </a:lnTo>
                  <a:lnTo>
                    <a:pt x="7474208" y="1580651"/>
                  </a:lnTo>
                  <a:lnTo>
                    <a:pt x="7373801" y="1574981"/>
                  </a:lnTo>
                  <a:lnTo>
                    <a:pt x="7269992" y="1569966"/>
                  </a:lnTo>
                  <a:lnTo>
                    <a:pt x="7165787" y="1565615"/>
                  </a:lnTo>
                  <a:lnTo>
                    <a:pt x="7065052" y="1561943"/>
                  </a:lnTo>
                  <a:lnTo>
                    <a:pt x="6972161" y="1558960"/>
                  </a:lnTo>
                  <a:lnTo>
                    <a:pt x="6891388" y="1556656"/>
                  </a:lnTo>
                  <a:lnTo>
                    <a:pt x="6826151" y="1554992"/>
                  </a:lnTo>
                  <a:lnTo>
                    <a:pt x="6778297" y="1553895"/>
                  </a:lnTo>
                  <a:lnTo>
                    <a:pt x="6747641" y="1553260"/>
                  </a:lnTo>
                  <a:lnTo>
                    <a:pt x="6731865" y="1552963"/>
                  </a:lnTo>
                  <a:lnTo>
                    <a:pt x="6726720" y="1552875"/>
                  </a:lnTo>
                  <a:lnTo>
                    <a:pt x="6726343" y="1552869"/>
                  </a:lnTo>
                  <a:lnTo>
                    <a:pt x="5254955" y="1552869"/>
                  </a:lnTo>
                  <a:lnTo>
                    <a:pt x="5253746" y="1552831"/>
                  </a:lnTo>
                  <a:lnTo>
                    <a:pt x="5245812" y="1552560"/>
                  </a:lnTo>
                  <a:lnTo>
                    <a:pt x="5225847" y="1551811"/>
                  </a:lnTo>
                  <a:lnTo>
                    <a:pt x="5190243" y="1550336"/>
                  </a:lnTo>
                  <a:lnTo>
                    <a:pt x="5137361" y="1547909"/>
                  </a:lnTo>
                  <a:lnTo>
                    <a:pt x="5067649" y="1544348"/>
                  </a:lnTo>
                  <a:lnTo>
                    <a:pt x="4983443" y="1539532"/>
                  </a:lnTo>
                  <a:lnTo>
                    <a:pt x="4888424" y="1533403"/>
                  </a:lnTo>
                  <a:lnTo>
                    <a:pt x="4786895" y="1525958"/>
                  </a:lnTo>
                  <a:lnTo>
                    <a:pt x="4683062" y="1517220"/>
                  </a:lnTo>
                  <a:lnTo>
                    <a:pt x="4580516" y="1507217"/>
                  </a:lnTo>
                  <a:lnTo>
                    <a:pt x="4481958" y="1495958"/>
                  </a:lnTo>
                  <a:lnTo>
                    <a:pt x="4389154" y="1483416"/>
                  </a:lnTo>
                  <a:lnTo>
                    <a:pt x="4303035" y="1469521"/>
                  </a:lnTo>
                  <a:lnTo>
                    <a:pt x="4223868" y="1454153"/>
                  </a:lnTo>
                  <a:lnTo>
                    <a:pt x="4151446" y="1437145"/>
                  </a:lnTo>
                  <a:lnTo>
                    <a:pt x="4085242" y="1418285"/>
                  </a:lnTo>
                  <a:lnTo>
                    <a:pt x="4024544" y="1397325"/>
                  </a:lnTo>
                  <a:lnTo>
                    <a:pt x="3968544" y="1373996"/>
                  </a:lnTo>
                  <a:lnTo>
                    <a:pt x="3916408" y="1348033"/>
                  </a:lnTo>
                  <a:lnTo>
                    <a:pt x="3867332" y="1319218"/>
                  </a:lnTo>
                  <a:lnTo>
                    <a:pt x="3829811" y="1294058"/>
                  </a:lnTo>
                  <a:lnTo>
                    <a:pt x="3783630" y="1259242"/>
                  </a:lnTo>
                  <a:lnTo>
                    <a:pt x="3738792" y="1221285"/>
                  </a:lnTo>
                  <a:lnTo>
                    <a:pt x="3694849" y="1180132"/>
                  </a:lnTo>
                  <a:lnTo>
                    <a:pt x="3651458" y="1135807"/>
                  </a:lnTo>
                  <a:lnTo>
                    <a:pt x="3608363" y="1088425"/>
                  </a:lnTo>
                  <a:lnTo>
                    <a:pt x="3565387" y="1038201"/>
                  </a:lnTo>
                  <a:lnTo>
                    <a:pt x="3522412" y="985449"/>
                  </a:lnTo>
                  <a:lnTo>
                    <a:pt x="3479376" y="930581"/>
                  </a:lnTo>
                  <a:lnTo>
                    <a:pt x="3436261" y="874095"/>
                  </a:lnTo>
                  <a:lnTo>
                    <a:pt x="3393080" y="816556"/>
                  </a:lnTo>
                  <a:lnTo>
                    <a:pt x="3349870" y="758580"/>
                  </a:lnTo>
                  <a:lnTo>
                    <a:pt x="3306672" y="700799"/>
                  </a:lnTo>
                  <a:lnTo>
                    <a:pt x="3263529" y="643838"/>
                  </a:lnTo>
                  <a:lnTo>
                    <a:pt x="3220463" y="588285"/>
                  </a:lnTo>
                  <a:lnTo>
                    <a:pt x="3177470" y="534666"/>
                  </a:lnTo>
                  <a:lnTo>
                    <a:pt x="3134504" y="483428"/>
                  </a:lnTo>
                  <a:lnTo>
                    <a:pt x="3091473" y="434922"/>
                  </a:lnTo>
                  <a:lnTo>
                    <a:pt x="3048221" y="389403"/>
                  </a:lnTo>
                  <a:lnTo>
                    <a:pt x="3004525" y="347023"/>
                  </a:lnTo>
                  <a:lnTo>
                    <a:pt x="2960078" y="307840"/>
                  </a:lnTo>
                  <a:lnTo>
                    <a:pt x="2914475" y="271829"/>
                  </a:lnTo>
                  <a:lnTo>
                    <a:pt x="2896531" y="258811"/>
                  </a:lnTo>
                  <a:lnTo>
                    <a:pt x="2849375" y="227635"/>
                  </a:lnTo>
                  <a:lnTo>
                    <a:pt x="2799747" y="199405"/>
                  </a:lnTo>
                  <a:lnTo>
                    <a:pt x="2746902" y="173990"/>
                  </a:lnTo>
                  <a:lnTo>
                    <a:pt x="2690026" y="151158"/>
                  </a:lnTo>
                  <a:lnTo>
                    <a:pt x="2628287" y="130640"/>
                  </a:lnTo>
                  <a:lnTo>
                    <a:pt x="2560889" y="112171"/>
                  </a:lnTo>
                  <a:lnTo>
                    <a:pt x="2487147" y="95507"/>
                  </a:lnTo>
                  <a:lnTo>
                    <a:pt x="2406590" y="80447"/>
                  </a:lnTo>
                  <a:lnTo>
                    <a:pt x="2319089" y="66831"/>
                  </a:lnTo>
                  <a:lnTo>
                    <a:pt x="2225032" y="54551"/>
                  </a:lnTo>
                  <a:lnTo>
                    <a:pt x="2125504" y="43545"/>
                  </a:lnTo>
                  <a:lnTo>
                    <a:pt x="2022453" y="33794"/>
                  </a:lnTo>
                  <a:lnTo>
                    <a:pt x="1918769" y="25313"/>
                  </a:lnTo>
                  <a:lnTo>
                    <a:pt x="1818196" y="18130"/>
                  </a:lnTo>
                  <a:lnTo>
                    <a:pt x="1725010" y="12267"/>
                  </a:lnTo>
                  <a:lnTo>
                    <a:pt x="1643449" y="7709"/>
                  </a:lnTo>
                  <a:lnTo>
                    <a:pt x="1576980" y="4387"/>
                  </a:lnTo>
                  <a:lnTo>
                    <a:pt x="1527594" y="2167"/>
                  </a:lnTo>
                  <a:lnTo>
                    <a:pt x="1495326" y="857"/>
                  </a:lnTo>
                  <a:lnTo>
                    <a:pt x="1478122" y="224"/>
                  </a:lnTo>
                  <a:lnTo>
                    <a:pt x="1472011" y="19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21" name="pl21"/>
            <p:cNvSpPr/>
            <p:nvPr/>
          </p:nvSpPr>
          <p:spPr>
            <a:xfrm>
              <a:off x="4799595" y="4121605"/>
              <a:ext cx="11981298" cy="2353823"/>
            </a:xfrm>
            <a:custGeom>
              <a:avLst/>
              <a:pathLst>
                <a:path w="11981298" h="2353823">
                  <a:moveTo>
                    <a:pt x="0" y="0"/>
                  </a:moveTo>
                  <a:lnTo>
                    <a:pt x="1471387" y="0"/>
                  </a:lnTo>
                  <a:lnTo>
                    <a:pt x="1472596" y="38"/>
                  </a:lnTo>
                  <a:lnTo>
                    <a:pt x="1480530" y="309"/>
                  </a:lnTo>
                  <a:lnTo>
                    <a:pt x="1500495" y="1058"/>
                  </a:lnTo>
                  <a:lnTo>
                    <a:pt x="1536099" y="2533"/>
                  </a:lnTo>
                  <a:lnTo>
                    <a:pt x="1588981" y="4960"/>
                  </a:lnTo>
                  <a:lnTo>
                    <a:pt x="1658693" y="8521"/>
                  </a:lnTo>
                  <a:lnTo>
                    <a:pt x="1742900" y="13337"/>
                  </a:lnTo>
                  <a:lnTo>
                    <a:pt x="1837918" y="19465"/>
                  </a:lnTo>
                  <a:lnTo>
                    <a:pt x="1939447" y="26911"/>
                  </a:lnTo>
                  <a:lnTo>
                    <a:pt x="2043280" y="35649"/>
                  </a:lnTo>
                  <a:lnTo>
                    <a:pt x="2145826" y="45652"/>
                  </a:lnTo>
                  <a:lnTo>
                    <a:pt x="2244384" y="56911"/>
                  </a:lnTo>
                  <a:lnTo>
                    <a:pt x="2337188" y="69452"/>
                  </a:lnTo>
                  <a:lnTo>
                    <a:pt x="2423307" y="83347"/>
                  </a:lnTo>
                  <a:lnTo>
                    <a:pt x="2502474" y="98715"/>
                  </a:lnTo>
                  <a:lnTo>
                    <a:pt x="2574896" y="115723"/>
                  </a:lnTo>
                  <a:lnTo>
                    <a:pt x="2641100" y="134584"/>
                  </a:lnTo>
                  <a:lnTo>
                    <a:pt x="2701798" y="155543"/>
                  </a:lnTo>
                  <a:lnTo>
                    <a:pt x="2757798" y="178872"/>
                  </a:lnTo>
                  <a:lnTo>
                    <a:pt x="2809934" y="204835"/>
                  </a:lnTo>
                  <a:lnTo>
                    <a:pt x="2859010" y="233651"/>
                  </a:lnTo>
                  <a:lnTo>
                    <a:pt x="2896531" y="258811"/>
                  </a:lnTo>
                  <a:lnTo>
                    <a:pt x="2942712" y="293627"/>
                  </a:lnTo>
                  <a:lnTo>
                    <a:pt x="2987550" y="331583"/>
                  </a:lnTo>
                  <a:lnTo>
                    <a:pt x="3031493" y="372737"/>
                  </a:lnTo>
                  <a:lnTo>
                    <a:pt x="3074885" y="417062"/>
                  </a:lnTo>
                  <a:lnTo>
                    <a:pt x="3117979" y="464444"/>
                  </a:lnTo>
                  <a:lnTo>
                    <a:pt x="3160955" y="514668"/>
                  </a:lnTo>
                  <a:lnTo>
                    <a:pt x="3203930" y="567420"/>
                  </a:lnTo>
                  <a:lnTo>
                    <a:pt x="3246966" y="622288"/>
                  </a:lnTo>
                  <a:lnTo>
                    <a:pt x="3290081" y="678774"/>
                  </a:lnTo>
                  <a:lnTo>
                    <a:pt x="3333262" y="736312"/>
                  </a:lnTo>
                  <a:lnTo>
                    <a:pt x="3376472" y="794289"/>
                  </a:lnTo>
                  <a:lnTo>
                    <a:pt x="3419670" y="852070"/>
                  </a:lnTo>
                  <a:lnTo>
                    <a:pt x="3462813" y="909031"/>
                  </a:lnTo>
                  <a:lnTo>
                    <a:pt x="3505879" y="964584"/>
                  </a:lnTo>
                  <a:lnTo>
                    <a:pt x="3548872" y="1018203"/>
                  </a:lnTo>
                  <a:lnTo>
                    <a:pt x="3591838" y="1069441"/>
                  </a:lnTo>
                  <a:lnTo>
                    <a:pt x="3634869" y="1117946"/>
                  </a:lnTo>
                  <a:lnTo>
                    <a:pt x="3678121" y="1163465"/>
                  </a:lnTo>
                  <a:lnTo>
                    <a:pt x="3721817" y="1205846"/>
                  </a:lnTo>
                  <a:lnTo>
                    <a:pt x="3766264" y="1245028"/>
                  </a:lnTo>
                  <a:lnTo>
                    <a:pt x="3811867" y="1281040"/>
                  </a:lnTo>
                  <a:lnTo>
                    <a:pt x="3829811" y="1294058"/>
                  </a:lnTo>
                  <a:lnTo>
                    <a:pt x="3876967" y="1325234"/>
                  </a:lnTo>
                  <a:lnTo>
                    <a:pt x="3926595" y="1353464"/>
                  </a:lnTo>
                  <a:lnTo>
                    <a:pt x="3979440" y="1378879"/>
                  </a:lnTo>
                  <a:lnTo>
                    <a:pt x="4036316" y="1401711"/>
                  </a:lnTo>
                  <a:lnTo>
                    <a:pt x="4098056" y="1422228"/>
                  </a:lnTo>
                  <a:lnTo>
                    <a:pt x="4165454" y="1440698"/>
                  </a:lnTo>
                  <a:lnTo>
                    <a:pt x="4239195" y="1457361"/>
                  </a:lnTo>
                  <a:lnTo>
                    <a:pt x="4319752" y="1472422"/>
                  </a:lnTo>
                  <a:lnTo>
                    <a:pt x="4407253" y="1486037"/>
                  </a:lnTo>
                  <a:lnTo>
                    <a:pt x="4501310" y="1498318"/>
                  </a:lnTo>
                  <a:lnTo>
                    <a:pt x="4600838" y="1509324"/>
                  </a:lnTo>
                  <a:lnTo>
                    <a:pt x="4703889" y="1519075"/>
                  </a:lnTo>
                  <a:lnTo>
                    <a:pt x="4807574" y="1527556"/>
                  </a:lnTo>
                  <a:lnTo>
                    <a:pt x="4908146" y="1534739"/>
                  </a:lnTo>
                  <a:lnTo>
                    <a:pt x="5001332" y="1540602"/>
                  </a:lnTo>
                  <a:lnTo>
                    <a:pt x="5082893" y="1545160"/>
                  </a:lnTo>
                  <a:lnTo>
                    <a:pt x="5149362" y="1548482"/>
                  </a:lnTo>
                  <a:lnTo>
                    <a:pt x="5198748" y="1550701"/>
                  </a:lnTo>
                  <a:lnTo>
                    <a:pt x="5231016" y="1552011"/>
                  </a:lnTo>
                  <a:lnTo>
                    <a:pt x="5248221" y="1552645"/>
                  </a:lnTo>
                  <a:lnTo>
                    <a:pt x="5254331" y="1552850"/>
                  </a:lnTo>
                  <a:lnTo>
                    <a:pt x="5254955" y="1552869"/>
                  </a:lnTo>
                  <a:lnTo>
                    <a:pt x="6726343" y="1552869"/>
                  </a:lnTo>
                  <a:lnTo>
                    <a:pt x="6727572" y="1552889"/>
                  </a:lnTo>
                  <a:lnTo>
                    <a:pt x="6735644" y="1553032"/>
                  </a:lnTo>
                  <a:lnTo>
                    <a:pt x="6755941" y="1553425"/>
                  </a:lnTo>
                  <a:lnTo>
                    <a:pt x="6792109" y="1554199"/>
                  </a:lnTo>
                  <a:lnTo>
                    <a:pt x="6845774" y="1555473"/>
                  </a:lnTo>
                  <a:lnTo>
                    <a:pt x="6916422" y="1557342"/>
                  </a:lnTo>
                  <a:lnTo>
                    <a:pt x="7001623" y="1559866"/>
                  </a:lnTo>
                  <a:lnTo>
                    <a:pt x="7097590" y="1563077"/>
                  </a:lnTo>
                  <a:lnTo>
                    <a:pt x="7199936" y="1566974"/>
                  </a:lnTo>
                  <a:lnTo>
                    <a:pt x="7304400" y="1571545"/>
                  </a:lnTo>
                  <a:lnTo>
                    <a:pt x="7407374" y="1576776"/>
                  </a:lnTo>
                  <a:lnTo>
                    <a:pt x="7506167" y="1582663"/>
                  </a:lnTo>
                  <a:lnTo>
                    <a:pt x="7599045" y="1589221"/>
                  </a:lnTo>
                  <a:lnTo>
                    <a:pt x="7685118" y="1596489"/>
                  </a:lnTo>
                  <a:lnTo>
                    <a:pt x="7764157" y="1604532"/>
                  </a:lnTo>
                  <a:lnTo>
                    <a:pt x="7836408" y="1613441"/>
                  </a:lnTo>
                  <a:lnTo>
                    <a:pt x="7902428" y="1623327"/>
                  </a:lnTo>
                  <a:lnTo>
                    <a:pt x="7962956" y="1634324"/>
                  </a:lnTo>
                  <a:lnTo>
                    <a:pt x="8018822" y="1646572"/>
                  </a:lnTo>
                  <a:lnTo>
                    <a:pt x="8070871" y="1660210"/>
                  </a:lnTo>
                  <a:lnTo>
                    <a:pt x="8119916" y="1675347"/>
                  </a:lnTo>
                  <a:lnTo>
                    <a:pt x="8151487" y="1686361"/>
                  </a:lnTo>
                  <a:lnTo>
                    <a:pt x="8203949" y="1706934"/>
                  </a:lnTo>
                  <a:lnTo>
                    <a:pt x="8254755" y="1729613"/>
                  </a:lnTo>
                  <a:lnTo>
                    <a:pt x="8304535" y="1754430"/>
                  </a:lnTo>
                  <a:lnTo>
                    <a:pt x="8353747" y="1781341"/>
                  </a:lnTo>
                  <a:lnTo>
                    <a:pt x="8402711" y="1810223"/>
                  </a:lnTo>
                  <a:lnTo>
                    <a:pt x="8451633" y="1840865"/>
                  </a:lnTo>
                  <a:lnTo>
                    <a:pt x="8500623" y="1872972"/>
                  </a:lnTo>
                  <a:lnTo>
                    <a:pt x="8549715" y="1906170"/>
                  </a:lnTo>
                  <a:lnTo>
                    <a:pt x="8598887" y="1940028"/>
                  </a:lnTo>
                  <a:lnTo>
                    <a:pt x="8648084" y="1974074"/>
                  </a:lnTo>
                  <a:lnTo>
                    <a:pt x="8697243" y="2007827"/>
                  </a:lnTo>
                  <a:lnTo>
                    <a:pt x="8746313" y="2040823"/>
                  </a:lnTo>
                  <a:lnTo>
                    <a:pt x="8795283" y="2072639"/>
                  </a:lnTo>
                  <a:lnTo>
                    <a:pt x="8844202" y="2102920"/>
                  </a:lnTo>
                  <a:lnTo>
                    <a:pt x="8893199" y="2131388"/>
                  </a:lnTo>
                  <a:lnTo>
                    <a:pt x="8942502" y="2157851"/>
                  </a:lnTo>
                  <a:lnTo>
                    <a:pt x="8992462" y="2182203"/>
                  </a:lnTo>
                  <a:lnTo>
                    <a:pt x="9043568" y="2204418"/>
                  </a:lnTo>
                  <a:lnTo>
                    <a:pt x="9084767" y="2220331"/>
                  </a:lnTo>
                  <a:lnTo>
                    <a:pt x="9132209" y="2236502"/>
                  </a:lnTo>
                  <a:lnTo>
                    <a:pt x="9182159" y="2251136"/>
                  </a:lnTo>
                  <a:lnTo>
                    <a:pt x="9235373" y="2264302"/>
                  </a:lnTo>
                  <a:lnTo>
                    <a:pt x="9292680" y="2276122"/>
                  </a:lnTo>
                  <a:lnTo>
                    <a:pt x="9354929" y="2286738"/>
                  </a:lnTo>
                  <a:lnTo>
                    <a:pt x="9422927" y="2296288"/>
                  </a:lnTo>
                  <a:lnTo>
                    <a:pt x="9497365" y="2304900"/>
                  </a:lnTo>
                  <a:lnTo>
                    <a:pt x="9578713" y="2312680"/>
                  </a:lnTo>
                  <a:lnTo>
                    <a:pt x="9667082" y="2319708"/>
                  </a:lnTo>
                  <a:lnTo>
                    <a:pt x="9762045" y="2326042"/>
                  </a:lnTo>
                  <a:lnTo>
                    <a:pt x="9862452" y="2331712"/>
                  </a:lnTo>
                  <a:lnTo>
                    <a:pt x="9966261" y="2336726"/>
                  </a:lnTo>
                  <a:lnTo>
                    <a:pt x="10070466" y="2341077"/>
                  </a:lnTo>
                  <a:lnTo>
                    <a:pt x="10171201" y="2344749"/>
                  </a:lnTo>
                  <a:lnTo>
                    <a:pt x="10264092" y="2347732"/>
                  </a:lnTo>
                  <a:lnTo>
                    <a:pt x="10344865" y="2350036"/>
                  </a:lnTo>
                  <a:lnTo>
                    <a:pt x="10410102" y="2351700"/>
                  </a:lnTo>
                  <a:lnTo>
                    <a:pt x="10457956" y="2352798"/>
                  </a:lnTo>
                  <a:lnTo>
                    <a:pt x="10488612" y="2353433"/>
                  </a:lnTo>
                  <a:lnTo>
                    <a:pt x="10504388" y="2353729"/>
                  </a:lnTo>
                  <a:lnTo>
                    <a:pt x="10509533" y="2353817"/>
                  </a:lnTo>
                  <a:lnTo>
                    <a:pt x="10509911" y="2353823"/>
                  </a:lnTo>
                  <a:lnTo>
                    <a:pt x="11981298" y="235382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2" name="pl22"/>
            <p:cNvSpPr/>
            <p:nvPr/>
          </p:nvSpPr>
          <p:spPr>
            <a:xfrm>
              <a:off x="4799595" y="4080740"/>
              <a:ext cx="11981298" cy="2353823"/>
            </a:xfrm>
            <a:custGeom>
              <a:avLst/>
              <a:pathLst>
                <a:path w="11981298" h="2353823">
                  <a:moveTo>
                    <a:pt x="11981298" y="2353823"/>
                  </a:moveTo>
                  <a:lnTo>
                    <a:pt x="10509911" y="2353823"/>
                  </a:lnTo>
                  <a:lnTo>
                    <a:pt x="10508681" y="2353803"/>
                  </a:lnTo>
                  <a:lnTo>
                    <a:pt x="10500610" y="2353661"/>
                  </a:lnTo>
                  <a:lnTo>
                    <a:pt x="10480312" y="2353267"/>
                  </a:lnTo>
                  <a:lnTo>
                    <a:pt x="10444144" y="2352493"/>
                  </a:lnTo>
                  <a:lnTo>
                    <a:pt x="10390480" y="2351219"/>
                  </a:lnTo>
                  <a:lnTo>
                    <a:pt x="10319831" y="2349351"/>
                  </a:lnTo>
                  <a:lnTo>
                    <a:pt x="10234630" y="2346826"/>
                  </a:lnTo>
                  <a:lnTo>
                    <a:pt x="10138664" y="2343615"/>
                  </a:lnTo>
                  <a:lnTo>
                    <a:pt x="10036317" y="2339718"/>
                  </a:lnTo>
                  <a:lnTo>
                    <a:pt x="9931853" y="2335147"/>
                  </a:lnTo>
                  <a:lnTo>
                    <a:pt x="9828880" y="2329916"/>
                  </a:lnTo>
                  <a:lnTo>
                    <a:pt x="9730087" y="2324029"/>
                  </a:lnTo>
                  <a:lnTo>
                    <a:pt x="9637208" y="2317471"/>
                  </a:lnTo>
                  <a:lnTo>
                    <a:pt x="9551135" y="2310203"/>
                  </a:lnTo>
                  <a:lnTo>
                    <a:pt x="9472097" y="2302160"/>
                  </a:lnTo>
                  <a:lnTo>
                    <a:pt x="9399846" y="2293251"/>
                  </a:lnTo>
                  <a:lnTo>
                    <a:pt x="9333826" y="2283365"/>
                  </a:lnTo>
                  <a:lnTo>
                    <a:pt x="9273297" y="2272368"/>
                  </a:lnTo>
                  <a:lnTo>
                    <a:pt x="9217432" y="2260120"/>
                  </a:lnTo>
                  <a:lnTo>
                    <a:pt x="9165382" y="2246482"/>
                  </a:lnTo>
                  <a:lnTo>
                    <a:pt x="9116338" y="2231346"/>
                  </a:lnTo>
                  <a:lnTo>
                    <a:pt x="9084767" y="2220331"/>
                  </a:lnTo>
                  <a:lnTo>
                    <a:pt x="9032305" y="2199758"/>
                  </a:lnTo>
                  <a:lnTo>
                    <a:pt x="8981498" y="2177079"/>
                  </a:lnTo>
                  <a:lnTo>
                    <a:pt x="8931718" y="2152263"/>
                  </a:lnTo>
                  <a:lnTo>
                    <a:pt x="8882507" y="2125351"/>
                  </a:lnTo>
                  <a:lnTo>
                    <a:pt x="8833542" y="2096469"/>
                  </a:lnTo>
                  <a:lnTo>
                    <a:pt x="8784620" y="2065827"/>
                  </a:lnTo>
                  <a:lnTo>
                    <a:pt x="8735631" y="2033720"/>
                  </a:lnTo>
                  <a:lnTo>
                    <a:pt x="8686539" y="2000522"/>
                  </a:lnTo>
                  <a:lnTo>
                    <a:pt x="8637366" y="1966664"/>
                  </a:lnTo>
                  <a:lnTo>
                    <a:pt x="8588169" y="1932618"/>
                  </a:lnTo>
                  <a:lnTo>
                    <a:pt x="8539010" y="1898865"/>
                  </a:lnTo>
                  <a:lnTo>
                    <a:pt x="8489940" y="1865870"/>
                  </a:lnTo>
                  <a:lnTo>
                    <a:pt x="8440970" y="1834053"/>
                  </a:lnTo>
                  <a:lnTo>
                    <a:pt x="8392052" y="1803772"/>
                  </a:lnTo>
                  <a:lnTo>
                    <a:pt x="8343055" y="1775304"/>
                  </a:lnTo>
                  <a:lnTo>
                    <a:pt x="8293751" y="1748841"/>
                  </a:lnTo>
                  <a:lnTo>
                    <a:pt x="8243792" y="1724490"/>
                  </a:lnTo>
                  <a:lnTo>
                    <a:pt x="8192685" y="1702274"/>
                  </a:lnTo>
                  <a:lnTo>
                    <a:pt x="8151487" y="1686361"/>
                  </a:lnTo>
                  <a:lnTo>
                    <a:pt x="8104044" y="1670190"/>
                  </a:lnTo>
                  <a:lnTo>
                    <a:pt x="8054094" y="1655556"/>
                  </a:lnTo>
                  <a:lnTo>
                    <a:pt x="8000881" y="1642390"/>
                  </a:lnTo>
                  <a:lnTo>
                    <a:pt x="7943573" y="1630570"/>
                  </a:lnTo>
                  <a:lnTo>
                    <a:pt x="7881324" y="1619955"/>
                  </a:lnTo>
                  <a:lnTo>
                    <a:pt x="7813326" y="1610404"/>
                  </a:lnTo>
                  <a:lnTo>
                    <a:pt x="7738888" y="1601792"/>
                  </a:lnTo>
                  <a:lnTo>
                    <a:pt x="7657540" y="1594013"/>
                  </a:lnTo>
                  <a:lnTo>
                    <a:pt x="7569172" y="1586984"/>
                  </a:lnTo>
                  <a:lnTo>
                    <a:pt x="7474208" y="1580651"/>
                  </a:lnTo>
                  <a:lnTo>
                    <a:pt x="7373801" y="1574981"/>
                  </a:lnTo>
                  <a:lnTo>
                    <a:pt x="7269992" y="1569966"/>
                  </a:lnTo>
                  <a:lnTo>
                    <a:pt x="7165787" y="1565615"/>
                  </a:lnTo>
                  <a:lnTo>
                    <a:pt x="7065052" y="1561943"/>
                  </a:lnTo>
                  <a:lnTo>
                    <a:pt x="6972161" y="1558960"/>
                  </a:lnTo>
                  <a:lnTo>
                    <a:pt x="6891388" y="1556656"/>
                  </a:lnTo>
                  <a:lnTo>
                    <a:pt x="6826151" y="1554992"/>
                  </a:lnTo>
                  <a:lnTo>
                    <a:pt x="6778297" y="1553895"/>
                  </a:lnTo>
                  <a:lnTo>
                    <a:pt x="6747641" y="1553260"/>
                  </a:lnTo>
                  <a:lnTo>
                    <a:pt x="6731865" y="1552963"/>
                  </a:lnTo>
                  <a:lnTo>
                    <a:pt x="6726720" y="1552875"/>
                  </a:lnTo>
                  <a:lnTo>
                    <a:pt x="6726343" y="1552869"/>
                  </a:lnTo>
                  <a:lnTo>
                    <a:pt x="5254955" y="1552869"/>
                  </a:lnTo>
                  <a:lnTo>
                    <a:pt x="5253746" y="1552831"/>
                  </a:lnTo>
                  <a:lnTo>
                    <a:pt x="5245812" y="1552560"/>
                  </a:lnTo>
                  <a:lnTo>
                    <a:pt x="5225847" y="1551811"/>
                  </a:lnTo>
                  <a:lnTo>
                    <a:pt x="5190243" y="1550336"/>
                  </a:lnTo>
                  <a:lnTo>
                    <a:pt x="5137361" y="1547909"/>
                  </a:lnTo>
                  <a:lnTo>
                    <a:pt x="5067649" y="1544348"/>
                  </a:lnTo>
                  <a:lnTo>
                    <a:pt x="4983443" y="1539532"/>
                  </a:lnTo>
                  <a:lnTo>
                    <a:pt x="4888424" y="1533403"/>
                  </a:lnTo>
                  <a:lnTo>
                    <a:pt x="4786895" y="1525958"/>
                  </a:lnTo>
                  <a:lnTo>
                    <a:pt x="4683062" y="1517220"/>
                  </a:lnTo>
                  <a:lnTo>
                    <a:pt x="4580516" y="1507217"/>
                  </a:lnTo>
                  <a:lnTo>
                    <a:pt x="4481958" y="1495958"/>
                  </a:lnTo>
                  <a:lnTo>
                    <a:pt x="4389154" y="1483416"/>
                  </a:lnTo>
                  <a:lnTo>
                    <a:pt x="4303035" y="1469521"/>
                  </a:lnTo>
                  <a:lnTo>
                    <a:pt x="4223868" y="1454153"/>
                  </a:lnTo>
                  <a:lnTo>
                    <a:pt x="4151446" y="1437145"/>
                  </a:lnTo>
                  <a:lnTo>
                    <a:pt x="4085242" y="1418285"/>
                  </a:lnTo>
                  <a:lnTo>
                    <a:pt x="4024544" y="1397325"/>
                  </a:lnTo>
                  <a:lnTo>
                    <a:pt x="3968544" y="1373996"/>
                  </a:lnTo>
                  <a:lnTo>
                    <a:pt x="3916408" y="1348033"/>
                  </a:lnTo>
                  <a:lnTo>
                    <a:pt x="3867332" y="1319218"/>
                  </a:lnTo>
                  <a:lnTo>
                    <a:pt x="3829811" y="1294058"/>
                  </a:lnTo>
                  <a:lnTo>
                    <a:pt x="3783630" y="1259242"/>
                  </a:lnTo>
                  <a:lnTo>
                    <a:pt x="3738792" y="1221285"/>
                  </a:lnTo>
                  <a:lnTo>
                    <a:pt x="3694849" y="1180132"/>
                  </a:lnTo>
                  <a:lnTo>
                    <a:pt x="3651458" y="1135807"/>
                  </a:lnTo>
                  <a:lnTo>
                    <a:pt x="3608363" y="1088425"/>
                  </a:lnTo>
                  <a:lnTo>
                    <a:pt x="3565387" y="1038201"/>
                  </a:lnTo>
                  <a:lnTo>
                    <a:pt x="3522412" y="985449"/>
                  </a:lnTo>
                  <a:lnTo>
                    <a:pt x="3479376" y="930581"/>
                  </a:lnTo>
                  <a:lnTo>
                    <a:pt x="3436261" y="874095"/>
                  </a:lnTo>
                  <a:lnTo>
                    <a:pt x="3393080" y="816556"/>
                  </a:lnTo>
                  <a:lnTo>
                    <a:pt x="3349870" y="758580"/>
                  </a:lnTo>
                  <a:lnTo>
                    <a:pt x="3306672" y="700799"/>
                  </a:lnTo>
                  <a:lnTo>
                    <a:pt x="3263529" y="643838"/>
                  </a:lnTo>
                  <a:lnTo>
                    <a:pt x="3220463" y="588285"/>
                  </a:lnTo>
                  <a:lnTo>
                    <a:pt x="3177470" y="534666"/>
                  </a:lnTo>
                  <a:lnTo>
                    <a:pt x="3134504" y="483428"/>
                  </a:lnTo>
                  <a:lnTo>
                    <a:pt x="3091473" y="434922"/>
                  </a:lnTo>
                  <a:lnTo>
                    <a:pt x="3048221" y="389403"/>
                  </a:lnTo>
                  <a:lnTo>
                    <a:pt x="3004525" y="347023"/>
                  </a:lnTo>
                  <a:lnTo>
                    <a:pt x="2960078" y="307840"/>
                  </a:lnTo>
                  <a:lnTo>
                    <a:pt x="2914475" y="271829"/>
                  </a:lnTo>
                  <a:lnTo>
                    <a:pt x="2896531" y="258811"/>
                  </a:lnTo>
                  <a:lnTo>
                    <a:pt x="2849375" y="227635"/>
                  </a:lnTo>
                  <a:lnTo>
                    <a:pt x="2799747" y="199405"/>
                  </a:lnTo>
                  <a:lnTo>
                    <a:pt x="2746902" y="173990"/>
                  </a:lnTo>
                  <a:lnTo>
                    <a:pt x="2690026" y="151158"/>
                  </a:lnTo>
                  <a:lnTo>
                    <a:pt x="2628287" y="130640"/>
                  </a:lnTo>
                  <a:lnTo>
                    <a:pt x="2560889" y="112171"/>
                  </a:lnTo>
                  <a:lnTo>
                    <a:pt x="2487147" y="95507"/>
                  </a:lnTo>
                  <a:lnTo>
                    <a:pt x="2406590" y="80447"/>
                  </a:lnTo>
                  <a:lnTo>
                    <a:pt x="2319089" y="66831"/>
                  </a:lnTo>
                  <a:lnTo>
                    <a:pt x="2225032" y="54551"/>
                  </a:lnTo>
                  <a:lnTo>
                    <a:pt x="2125504" y="43545"/>
                  </a:lnTo>
                  <a:lnTo>
                    <a:pt x="2022453" y="33794"/>
                  </a:lnTo>
                  <a:lnTo>
                    <a:pt x="1918769" y="25313"/>
                  </a:lnTo>
                  <a:lnTo>
                    <a:pt x="1818196" y="18130"/>
                  </a:lnTo>
                  <a:lnTo>
                    <a:pt x="1725010" y="12267"/>
                  </a:lnTo>
                  <a:lnTo>
                    <a:pt x="1643449" y="7709"/>
                  </a:lnTo>
                  <a:lnTo>
                    <a:pt x="1576980" y="4387"/>
                  </a:lnTo>
                  <a:lnTo>
                    <a:pt x="1527594" y="2167"/>
                  </a:lnTo>
                  <a:lnTo>
                    <a:pt x="1495326" y="857"/>
                  </a:lnTo>
                  <a:lnTo>
                    <a:pt x="1478122" y="224"/>
                  </a:lnTo>
                  <a:lnTo>
                    <a:pt x="1472011" y="19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3" name="pg23"/>
            <p:cNvSpPr/>
            <p:nvPr/>
          </p:nvSpPr>
          <p:spPr>
            <a:xfrm>
              <a:off x="4799595" y="4121605"/>
              <a:ext cx="11981298" cy="2803338"/>
            </a:xfrm>
            <a:custGeom>
              <a:avLst/>
              <a:pathLst>
                <a:path w="11981298" h="2803338">
                  <a:moveTo>
                    <a:pt x="0" y="8172"/>
                  </a:moveTo>
                  <a:lnTo>
                    <a:pt x="1471387" y="8172"/>
                  </a:lnTo>
                  <a:lnTo>
                    <a:pt x="1472594" y="8211"/>
                  </a:lnTo>
                  <a:lnTo>
                    <a:pt x="1480521" y="8488"/>
                  </a:lnTo>
                  <a:lnTo>
                    <a:pt x="1500467" y="9252"/>
                  </a:lnTo>
                  <a:lnTo>
                    <a:pt x="1536039" y="10756"/>
                  </a:lnTo>
                  <a:lnTo>
                    <a:pt x="1588877" y="13232"/>
                  </a:lnTo>
                  <a:lnTo>
                    <a:pt x="1658535" y="16864"/>
                  </a:lnTo>
                  <a:lnTo>
                    <a:pt x="1742685" y="21777"/>
                  </a:lnTo>
                  <a:lnTo>
                    <a:pt x="1837649" y="28029"/>
                  </a:lnTo>
                  <a:lnTo>
                    <a:pt x="1939132" y="35625"/>
                  </a:lnTo>
                  <a:lnTo>
                    <a:pt x="2042928" y="44540"/>
                  </a:lnTo>
                  <a:lnTo>
                    <a:pt x="2145450" y="54745"/>
                  </a:lnTo>
                  <a:lnTo>
                    <a:pt x="2243993" y="66233"/>
                  </a:lnTo>
                  <a:lnTo>
                    <a:pt x="2336793" y="79028"/>
                  </a:lnTo>
                  <a:lnTo>
                    <a:pt x="2422915" y="93204"/>
                  </a:lnTo>
                  <a:lnTo>
                    <a:pt x="2502089" y="108883"/>
                  </a:lnTo>
                  <a:lnTo>
                    <a:pt x="2574521" y="126234"/>
                  </a:lnTo>
                  <a:lnTo>
                    <a:pt x="2640734" y="145473"/>
                  </a:lnTo>
                  <a:lnTo>
                    <a:pt x="2701442" y="166853"/>
                  </a:lnTo>
                  <a:lnTo>
                    <a:pt x="2757450" y="190649"/>
                  </a:lnTo>
                  <a:lnTo>
                    <a:pt x="2809592" y="217131"/>
                  </a:lnTo>
                  <a:lnTo>
                    <a:pt x="2858670" y="246522"/>
                  </a:lnTo>
                  <a:lnTo>
                    <a:pt x="2896531" y="272433"/>
                  </a:lnTo>
                  <a:lnTo>
                    <a:pt x="2942449" y="307767"/>
                  </a:lnTo>
                  <a:lnTo>
                    <a:pt x="2987037" y="346270"/>
                  </a:lnTo>
                  <a:lnTo>
                    <a:pt x="3030736" y="388000"/>
                  </a:lnTo>
                  <a:lnTo>
                    <a:pt x="3073885" y="432933"/>
                  </a:lnTo>
                  <a:lnTo>
                    <a:pt x="3116735" y="480954"/>
                  </a:lnTo>
                  <a:lnTo>
                    <a:pt x="3159465" y="531851"/>
                  </a:lnTo>
                  <a:lnTo>
                    <a:pt x="3202190" y="585313"/>
                  </a:lnTo>
                  <a:lnTo>
                    <a:pt x="3244973" y="640929"/>
                  </a:lnTo>
                  <a:lnTo>
                    <a:pt x="3287835" y="698203"/>
                  </a:lnTo>
                  <a:lnTo>
                    <a:pt x="3330763" y="756571"/>
                  </a:lnTo>
                  <a:lnTo>
                    <a:pt x="3373723" y="815417"/>
                  </a:lnTo>
                  <a:lnTo>
                    <a:pt x="3416673" y="874107"/>
                  </a:lnTo>
                  <a:lnTo>
                    <a:pt x="3459572" y="932011"/>
                  </a:lnTo>
                  <a:lnTo>
                    <a:pt x="3502395" y="988538"/>
                  </a:lnTo>
                  <a:lnTo>
                    <a:pt x="3545145" y="1043153"/>
                  </a:lnTo>
                  <a:lnTo>
                    <a:pt x="3587861" y="1095400"/>
                  </a:lnTo>
                  <a:lnTo>
                    <a:pt x="3630632" y="1144917"/>
                  </a:lnTo>
                  <a:lnTo>
                    <a:pt x="3673602" y="1191442"/>
                  </a:lnTo>
                  <a:lnTo>
                    <a:pt x="3716985" y="1234809"/>
                  </a:lnTo>
                  <a:lnTo>
                    <a:pt x="3761072" y="1274952"/>
                  </a:lnTo>
                  <a:lnTo>
                    <a:pt x="3806251" y="1311886"/>
                  </a:lnTo>
                  <a:lnTo>
                    <a:pt x="3829811" y="1329474"/>
                  </a:lnTo>
                  <a:lnTo>
                    <a:pt x="3876950" y="1361296"/>
                  </a:lnTo>
                  <a:lnTo>
                    <a:pt x="3926561" y="1390112"/>
                  </a:lnTo>
                  <a:lnTo>
                    <a:pt x="3979385" y="1416056"/>
                  </a:lnTo>
                  <a:lnTo>
                    <a:pt x="4036236" y="1439363"/>
                  </a:lnTo>
                  <a:lnTo>
                    <a:pt x="4097946" y="1460309"/>
                  </a:lnTo>
                  <a:lnTo>
                    <a:pt x="4165310" y="1479165"/>
                  </a:lnTo>
                  <a:lnTo>
                    <a:pt x="4239012" y="1496177"/>
                  </a:lnTo>
                  <a:lnTo>
                    <a:pt x="4319524" y="1511554"/>
                  </a:lnTo>
                  <a:lnTo>
                    <a:pt x="4406975" y="1525455"/>
                  </a:lnTo>
                  <a:lnTo>
                    <a:pt x="4500981" y="1537994"/>
                  </a:lnTo>
                  <a:lnTo>
                    <a:pt x="4600459" y="1549233"/>
                  </a:lnTo>
                  <a:lnTo>
                    <a:pt x="4703466" y="1559190"/>
                  </a:lnTo>
                  <a:lnTo>
                    <a:pt x="4807120" y="1567853"/>
                  </a:lnTo>
                  <a:lnTo>
                    <a:pt x="4907683" y="1575190"/>
                  </a:lnTo>
                  <a:lnTo>
                    <a:pt x="5000883" y="1581182"/>
                  </a:lnTo>
                  <a:lnTo>
                    <a:pt x="5082488" y="1585841"/>
                  </a:lnTo>
                  <a:lnTo>
                    <a:pt x="5149026" y="1589238"/>
                  </a:lnTo>
                  <a:lnTo>
                    <a:pt x="5198499" y="1591510"/>
                  </a:lnTo>
                  <a:lnTo>
                    <a:pt x="5230860" y="1592852"/>
                  </a:lnTo>
                  <a:lnTo>
                    <a:pt x="5248147" y="1593502"/>
                  </a:lnTo>
                  <a:lnTo>
                    <a:pt x="5254314" y="1593714"/>
                  </a:lnTo>
                  <a:lnTo>
                    <a:pt x="5254955" y="1593734"/>
                  </a:lnTo>
                  <a:lnTo>
                    <a:pt x="6726343" y="1593734"/>
                  </a:lnTo>
                  <a:lnTo>
                    <a:pt x="6727562" y="1593764"/>
                  </a:lnTo>
                  <a:lnTo>
                    <a:pt x="6735570" y="1593977"/>
                  </a:lnTo>
                  <a:lnTo>
                    <a:pt x="6755711" y="1594567"/>
                  </a:lnTo>
                  <a:lnTo>
                    <a:pt x="6791614" y="1595726"/>
                  </a:lnTo>
                  <a:lnTo>
                    <a:pt x="6844912" y="1597634"/>
                  </a:lnTo>
                  <a:lnTo>
                    <a:pt x="6915122" y="1600434"/>
                  </a:lnTo>
                  <a:lnTo>
                    <a:pt x="6999858" y="1604218"/>
                  </a:lnTo>
                  <a:lnTo>
                    <a:pt x="7095381" y="1609031"/>
                  </a:lnTo>
                  <a:lnTo>
                    <a:pt x="7197346" y="1614877"/>
                  </a:lnTo>
                  <a:lnTo>
                    <a:pt x="7301516" y="1621735"/>
                  </a:lnTo>
                  <a:lnTo>
                    <a:pt x="7404291" y="1629584"/>
                  </a:lnTo>
                  <a:lnTo>
                    <a:pt x="7502976" y="1638418"/>
                  </a:lnTo>
                  <a:lnTo>
                    <a:pt x="7595821" y="1648258"/>
                  </a:lnTo>
                  <a:lnTo>
                    <a:pt x="7681916" y="1659163"/>
                  </a:lnTo>
                  <a:lnTo>
                    <a:pt x="7761016" y="1671227"/>
                  </a:lnTo>
                  <a:lnTo>
                    <a:pt x="7833347" y="1684584"/>
                  </a:lnTo>
                  <a:lnTo>
                    <a:pt x="7899453" y="1699403"/>
                  </a:lnTo>
                  <a:lnTo>
                    <a:pt x="7960060" y="1715878"/>
                  </a:lnTo>
                  <a:lnTo>
                    <a:pt x="8015988" y="1734222"/>
                  </a:lnTo>
                  <a:lnTo>
                    <a:pt x="8068077" y="1754644"/>
                  </a:lnTo>
                  <a:lnTo>
                    <a:pt x="8117136" y="1777309"/>
                  </a:lnTo>
                  <a:lnTo>
                    <a:pt x="8151487" y="1795335"/>
                  </a:lnTo>
                  <a:lnTo>
                    <a:pt x="8200529" y="1824246"/>
                  </a:lnTo>
                  <a:lnTo>
                    <a:pt x="8248087" y="1855925"/>
                  </a:lnTo>
                  <a:lnTo>
                    <a:pt x="8294688" y="1890419"/>
                  </a:lnTo>
                  <a:lnTo>
                    <a:pt x="8340727" y="1927692"/>
                  </a:lnTo>
                  <a:lnTo>
                    <a:pt x="8386487" y="1967615"/>
                  </a:lnTo>
                  <a:lnTo>
                    <a:pt x="8432162" y="2009961"/>
                  </a:lnTo>
                  <a:lnTo>
                    <a:pt x="8477868" y="2054404"/>
                  </a:lnTo>
                  <a:lnTo>
                    <a:pt x="8523656" y="2100524"/>
                  </a:lnTo>
                  <a:lnTo>
                    <a:pt x="8569530" y="2147823"/>
                  </a:lnTo>
                  <a:lnTo>
                    <a:pt x="8615458" y="2195745"/>
                  </a:lnTo>
                  <a:lnTo>
                    <a:pt x="8661388" y="2243701"/>
                  </a:lnTo>
                  <a:lnTo>
                    <a:pt x="8707270" y="2291102"/>
                  </a:lnTo>
                  <a:lnTo>
                    <a:pt x="8753069" y="2337387"/>
                  </a:lnTo>
                  <a:lnTo>
                    <a:pt x="8798783" y="2382047"/>
                  </a:lnTo>
                  <a:lnTo>
                    <a:pt x="8844457" y="2424656"/>
                  </a:lnTo>
                  <a:lnTo>
                    <a:pt x="8890199" y="2464874"/>
                  </a:lnTo>
                  <a:lnTo>
                    <a:pt x="8936192" y="2502463"/>
                  </a:lnTo>
                  <a:lnTo>
                    <a:pt x="8982710" y="2537284"/>
                  </a:lnTo>
                  <a:lnTo>
                    <a:pt x="9030133" y="2569289"/>
                  </a:lnTo>
                  <a:lnTo>
                    <a:pt x="9078971" y="2598517"/>
                  </a:lnTo>
                  <a:lnTo>
                    <a:pt x="9084767" y="2601737"/>
                  </a:lnTo>
                  <a:lnTo>
                    <a:pt x="9132075" y="2626095"/>
                  </a:lnTo>
                  <a:lnTo>
                    <a:pt x="9181874" y="2648144"/>
                  </a:lnTo>
                  <a:lnTo>
                    <a:pt x="9234915" y="2667987"/>
                  </a:lnTo>
                  <a:lnTo>
                    <a:pt x="9292021" y="2685806"/>
                  </a:lnTo>
                  <a:lnTo>
                    <a:pt x="9354031" y="2701815"/>
                  </a:lnTo>
                  <a:lnTo>
                    <a:pt x="9421748" y="2716221"/>
                  </a:lnTo>
                  <a:lnTo>
                    <a:pt x="9495859" y="2729215"/>
                  </a:lnTo>
                  <a:lnTo>
                    <a:pt x="9576837" y="2740956"/>
                  </a:lnTo>
                  <a:lnTo>
                    <a:pt x="9664799" y="2751566"/>
                  </a:lnTo>
                  <a:lnTo>
                    <a:pt x="9759338" y="2761131"/>
                  </a:lnTo>
                  <a:lnTo>
                    <a:pt x="9859335" y="2769699"/>
                  </a:lnTo>
                  <a:lnTo>
                    <a:pt x="9962791" y="2777283"/>
                  </a:lnTo>
                  <a:lnTo>
                    <a:pt x="10066755" y="2783870"/>
                  </a:lnTo>
                  <a:lnTo>
                    <a:pt x="10167418" y="2789439"/>
                  </a:lnTo>
                  <a:lnTo>
                    <a:pt x="10260452" y="2793974"/>
                  </a:lnTo>
                  <a:lnTo>
                    <a:pt x="10341599" y="2797486"/>
                  </a:lnTo>
                  <a:lnTo>
                    <a:pt x="10407417" y="2800034"/>
                  </a:lnTo>
                  <a:lnTo>
                    <a:pt x="10455991" y="2801725"/>
                  </a:lnTo>
                  <a:lnTo>
                    <a:pt x="10487401" y="2802712"/>
                  </a:lnTo>
                  <a:lnTo>
                    <a:pt x="10503840" y="2803181"/>
                  </a:lnTo>
                  <a:lnTo>
                    <a:pt x="10509427" y="2803326"/>
                  </a:lnTo>
                  <a:lnTo>
                    <a:pt x="10509911" y="2803338"/>
                  </a:lnTo>
                  <a:lnTo>
                    <a:pt x="11981298" y="2803338"/>
                  </a:lnTo>
                  <a:lnTo>
                    <a:pt x="11981298" y="2795165"/>
                  </a:lnTo>
                  <a:lnTo>
                    <a:pt x="10509911" y="2795165"/>
                  </a:lnTo>
                  <a:lnTo>
                    <a:pt x="10508691" y="2795135"/>
                  </a:lnTo>
                  <a:lnTo>
                    <a:pt x="10500684" y="2794922"/>
                  </a:lnTo>
                  <a:lnTo>
                    <a:pt x="10480542" y="2794332"/>
                  </a:lnTo>
                  <a:lnTo>
                    <a:pt x="10444639" y="2793173"/>
                  </a:lnTo>
                  <a:lnTo>
                    <a:pt x="10391341" y="2791265"/>
                  </a:lnTo>
                  <a:lnTo>
                    <a:pt x="10321131" y="2788466"/>
                  </a:lnTo>
                  <a:lnTo>
                    <a:pt x="10236396" y="2784681"/>
                  </a:lnTo>
                  <a:lnTo>
                    <a:pt x="10140872" y="2779868"/>
                  </a:lnTo>
                  <a:lnTo>
                    <a:pt x="10038907" y="2774022"/>
                  </a:lnTo>
                  <a:lnTo>
                    <a:pt x="9934737" y="2767164"/>
                  </a:lnTo>
                  <a:lnTo>
                    <a:pt x="9831962" y="2759315"/>
                  </a:lnTo>
                  <a:lnTo>
                    <a:pt x="9733278" y="2750482"/>
                  </a:lnTo>
                  <a:lnTo>
                    <a:pt x="9640433" y="2740641"/>
                  </a:lnTo>
                  <a:lnTo>
                    <a:pt x="9554337" y="2729736"/>
                  </a:lnTo>
                  <a:lnTo>
                    <a:pt x="9475238" y="2717672"/>
                  </a:lnTo>
                  <a:lnTo>
                    <a:pt x="9402906" y="2704315"/>
                  </a:lnTo>
                  <a:lnTo>
                    <a:pt x="9336800" y="2689496"/>
                  </a:lnTo>
                  <a:lnTo>
                    <a:pt x="9276193" y="2673021"/>
                  </a:lnTo>
                  <a:lnTo>
                    <a:pt x="9220265" y="2654677"/>
                  </a:lnTo>
                  <a:lnTo>
                    <a:pt x="9168176" y="2634256"/>
                  </a:lnTo>
                  <a:lnTo>
                    <a:pt x="9119117" y="2611590"/>
                  </a:lnTo>
                  <a:lnTo>
                    <a:pt x="9084767" y="2593564"/>
                  </a:lnTo>
                  <a:lnTo>
                    <a:pt x="9035725" y="2564654"/>
                  </a:lnTo>
                  <a:lnTo>
                    <a:pt x="8988166" y="2532974"/>
                  </a:lnTo>
                  <a:lnTo>
                    <a:pt x="8941565" y="2498480"/>
                  </a:lnTo>
                  <a:lnTo>
                    <a:pt x="8895526" y="2461207"/>
                  </a:lnTo>
                  <a:lnTo>
                    <a:pt x="8849766" y="2421284"/>
                  </a:lnTo>
                  <a:lnTo>
                    <a:pt x="8804091" y="2378938"/>
                  </a:lnTo>
                  <a:lnTo>
                    <a:pt x="8758385" y="2334496"/>
                  </a:lnTo>
                  <a:lnTo>
                    <a:pt x="8712597" y="2288375"/>
                  </a:lnTo>
                  <a:lnTo>
                    <a:pt x="8666723" y="2241076"/>
                  </a:lnTo>
                  <a:lnTo>
                    <a:pt x="8620796" y="2193154"/>
                  </a:lnTo>
                  <a:lnTo>
                    <a:pt x="8574865" y="2145198"/>
                  </a:lnTo>
                  <a:lnTo>
                    <a:pt x="8528983" y="2097797"/>
                  </a:lnTo>
                  <a:lnTo>
                    <a:pt x="8483184" y="2051513"/>
                  </a:lnTo>
                  <a:lnTo>
                    <a:pt x="8437470" y="2006852"/>
                  </a:lnTo>
                  <a:lnTo>
                    <a:pt x="8391796" y="1964243"/>
                  </a:lnTo>
                  <a:lnTo>
                    <a:pt x="8346054" y="1924025"/>
                  </a:lnTo>
                  <a:lnTo>
                    <a:pt x="8300061" y="1886436"/>
                  </a:lnTo>
                  <a:lnTo>
                    <a:pt x="8253543" y="1851616"/>
                  </a:lnTo>
                  <a:lnTo>
                    <a:pt x="8206120" y="1819610"/>
                  </a:lnTo>
                  <a:lnTo>
                    <a:pt x="8157282" y="1790382"/>
                  </a:lnTo>
                  <a:lnTo>
                    <a:pt x="8151487" y="1787162"/>
                  </a:lnTo>
                  <a:lnTo>
                    <a:pt x="8104178" y="1762804"/>
                  </a:lnTo>
                  <a:lnTo>
                    <a:pt x="8054379" y="1740755"/>
                  </a:lnTo>
                  <a:lnTo>
                    <a:pt x="8001338" y="1720913"/>
                  </a:lnTo>
                  <a:lnTo>
                    <a:pt x="7944232" y="1703093"/>
                  </a:lnTo>
                  <a:lnTo>
                    <a:pt x="7882222" y="1687084"/>
                  </a:lnTo>
                  <a:lnTo>
                    <a:pt x="7814505" y="1672678"/>
                  </a:lnTo>
                  <a:lnTo>
                    <a:pt x="7740394" y="1659684"/>
                  </a:lnTo>
                  <a:lnTo>
                    <a:pt x="7659416" y="1647944"/>
                  </a:lnTo>
                  <a:lnTo>
                    <a:pt x="7571454" y="1637333"/>
                  </a:lnTo>
                  <a:lnTo>
                    <a:pt x="7476915" y="1627768"/>
                  </a:lnTo>
                  <a:lnTo>
                    <a:pt x="7376919" y="1619200"/>
                  </a:lnTo>
                  <a:lnTo>
                    <a:pt x="7273463" y="1611616"/>
                  </a:lnTo>
                  <a:lnTo>
                    <a:pt x="7169498" y="1605029"/>
                  </a:lnTo>
                  <a:lnTo>
                    <a:pt x="7068835" y="1599460"/>
                  </a:lnTo>
                  <a:lnTo>
                    <a:pt x="6975801" y="1594925"/>
                  </a:lnTo>
                  <a:lnTo>
                    <a:pt x="6894654" y="1591413"/>
                  </a:lnTo>
                  <a:lnTo>
                    <a:pt x="6828836" y="1588865"/>
                  </a:lnTo>
                  <a:lnTo>
                    <a:pt x="6780263" y="1587174"/>
                  </a:lnTo>
                  <a:lnTo>
                    <a:pt x="6748853" y="1586187"/>
                  </a:lnTo>
                  <a:lnTo>
                    <a:pt x="6732413" y="1585718"/>
                  </a:lnTo>
                  <a:lnTo>
                    <a:pt x="6726826" y="1585573"/>
                  </a:lnTo>
                  <a:lnTo>
                    <a:pt x="6726343" y="1585561"/>
                  </a:lnTo>
                  <a:lnTo>
                    <a:pt x="5254955" y="1585561"/>
                  </a:lnTo>
                  <a:lnTo>
                    <a:pt x="5253748" y="1585522"/>
                  </a:lnTo>
                  <a:lnTo>
                    <a:pt x="5245821" y="1585246"/>
                  </a:lnTo>
                  <a:lnTo>
                    <a:pt x="5225875" y="1584481"/>
                  </a:lnTo>
                  <a:lnTo>
                    <a:pt x="5190303" y="1582977"/>
                  </a:lnTo>
                  <a:lnTo>
                    <a:pt x="5137465" y="1580502"/>
                  </a:lnTo>
                  <a:lnTo>
                    <a:pt x="5067807" y="1576869"/>
                  </a:lnTo>
                  <a:lnTo>
                    <a:pt x="4983657" y="1571956"/>
                  </a:lnTo>
                  <a:lnTo>
                    <a:pt x="4888693" y="1565704"/>
                  </a:lnTo>
                  <a:lnTo>
                    <a:pt x="4787211" y="1558109"/>
                  </a:lnTo>
                  <a:lnTo>
                    <a:pt x="4683414" y="1549194"/>
                  </a:lnTo>
                  <a:lnTo>
                    <a:pt x="4580893" y="1538988"/>
                  </a:lnTo>
                  <a:lnTo>
                    <a:pt x="4482349" y="1527501"/>
                  </a:lnTo>
                  <a:lnTo>
                    <a:pt x="4389550" y="1514705"/>
                  </a:lnTo>
                  <a:lnTo>
                    <a:pt x="4303427" y="1500529"/>
                  </a:lnTo>
                  <a:lnTo>
                    <a:pt x="4224254" y="1484851"/>
                  </a:lnTo>
                  <a:lnTo>
                    <a:pt x="4151821" y="1467500"/>
                  </a:lnTo>
                  <a:lnTo>
                    <a:pt x="4085608" y="1448261"/>
                  </a:lnTo>
                  <a:lnTo>
                    <a:pt x="4024900" y="1426880"/>
                  </a:lnTo>
                  <a:lnTo>
                    <a:pt x="3968892" y="1403085"/>
                  </a:lnTo>
                  <a:lnTo>
                    <a:pt x="3916751" y="1376602"/>
                  </a:lnTo>
                  <a:lnTo>
                    <a:pt x="3867673" y="1347211"/>
                  </a:lnTo>
                  <a:lnTo>
                    <a:pt x="3829811" y="1321301"/>
                  </a:lnTo>
                  <a:lnTo>
                    <a:pt x="3783893" y="1285967"/>
                  </a:lnTo>
                  <a:lnTo>
                    <a:pt x="3739305" y="1247463"/>
                  </a:lnTo>
                  <a:lnTo>
                    <a:pt x="3695606" y="1205734"/>
                  </a:lnTo>
                  <a:lnTo>
                    <a:pt x="3652457" y="1160801"/>
                  </a:lnTo>
                  <a:lnTo>
                    <a:pt x="3609607" y="1112780"/>
                  </a:lnTo>
                  <a:lnTo>
                    <a:pt x="3566877" y="1061882"/>
                  </a:lnTo>
                  <a:lnTo>
                    <a:pt x="3524152" y="1008421"/>
                  </a:lnTo>
                  <a:lnTo>
                    <a:pt x="3481369" y="952805"/>
                  </a:lnTo>
                  <a:lnTo>
                    <a:pt x="3438507" y="895530"/>
                  </a:lnTo>
                  <a:lnTo>
                    <a:pt x="3395579" y="837163"/>
                  </a:lnTo>
                  <a:lnTo>
                    <a:pt x="3352619" y="778317"/>
                  </a:lnTo>
                  <a:lnTo>
                    <a:pt x="3309669" y="719627"/>
                  </a:lnTo>
                  <a:lnTo>
                    <a:pt x="3266770" y="661722"/>
                  </a:lnTo>
                  <a:lnTo>
                    <a:pt x="3223947" y="605195"/>
                  </a:lnTo>
                  <a:lnTo>
                    <a:pt x="3181197" y="550581"/>
                  </a:lnTo>
                  <a:lnTo>
                    <a:pt x="3138481" y="498334"/>
                  </a:lnTo>
                  <a:lnTo>
                    <a:pt x="3095710" y="448816"/>
                  </a:lnTo>
                  <a:lnTo>
                    <a:pt x="3052740" y="402292"/>
                  </a:lnTo>
                  <a:lnTo>
                    <a:pt x="3009357" y="358924"/>
                  </a:lnTo>
                  <a:lnTo>
                    <a:pt x="2965270" y="318782"/>
                  </a:lnTo>
                  <a:lnTo>
                    <a:pt x="2920091" y="281847"/>
                  </a:lnTo>
                  <a:lnTo>
                    <a:pt x="2896531" y="264260"/>
                  </a:lnTo>
                  <a:lnTo>
                    <a:pt x="2849392" y="232438"/>
                  </a:lnTo>
                  <a:lnTo>
                    <a:pt x="2799782" y="203621"/>
                  </a:lnTo>
                  <a:lnTo>
                    <a:pt x="2746957" y="177678"/>
                  </a:lnTo>
                  <a:lnTo>
                    <a:pt x="2690106" y="154370"/>
                  </a:lnTo>
                  <a:lnTo>
                    <a:pt x="2628396" y="133425"/>
                  </a:lnTo>
                  <a:lnTo>
                    <a:pt x="2561032" y="114569"/>
                  </a:lnTo>
                  <a:lnTo>
                    <a:pt x="2487331" y="97556"/>
                  </a:lnTo>
                  <a:lnTo>
                    <a:pt x="2406818" y="82180"/>
                  </a:lnTo>
                  <a:lnTo>
                    <a:pt x="2319367" y="68279"/>
                  </a:lnTo>
                  <a:lnTo>
                    <a:pt x="2225362" y="55740"/>
                  </a:lnTo>
                  <a:lnTo>
                    <a:pt x="2125884" y="44501"/>
                  </a:lnTo>
                  <a:lnTo>
                    <a:pt x="2022876" y="34543"/>
                  </a:lnTo>
                  <a:lnTo>
                    <a:pt x="1919222" y="25881"/>
                  </a:lnTo>
                  <a:lnTo>
                    <a:pt x="1818660" y="18543"/>
                  </a:lnTo>
                  <a:lnTo>
                    <a:pt x="1725459" y="12552"/>
                  </a:lnTo>
                  <a:lnTo>
                    <a:pt x="1643854" y="7893"/>
                  </a:lnTo>
                  <a:lnTo>
                    <a:pt x="1577316" y="4495"/>
                  </a:lnTo>
                  <a:lnTo>
                    <a:pt x="1527843" y="2224"/>
                  </a:lnTo>
                  <a:lnTo>
                    <a:pt x="1495482" y="882"/>
                  </a:lnTo>
                  <a:lnTo>
                    <a:pt x="1478196" y="231"/>
                  </a:lnTo>
                  <a:lnTo>
                    <a:pt x="1472028" y="20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24" name="pl24"/>
            <p:cNvSpPr/>
            <p:nvPr/>
          </p:nvSpPr>
          <p:spPr>
            <a:xfrm>
              <a:off x="4799595" y="4129778"/>
              <a:ext cx="11981298" cy="2795165"/>
            </a:xfrm>
            <a:custGeom>
              <a:avLst/>
              <a:pathLst>
                <a:path w="11981298" h="2795165">
                  <a:moveTo>
                    <a:pt x="0" y="0"/>
                  </a:moveTo>
                  <a:lnTo>
                    <a:pt x="1471387" y="0"/>
                  </a:lnTo>
                  <a:lnTo>
                    <a:pt x="1472594" y="38"/>
                  </a:lnTo>
                  <a:lnTo>
                    <a:pt x="1480521" y="315"/>
                  </a:lnTo>
                  <a:lnTo>
                    <a:pt x="1500467" y="1079"/>
                  </a:lnTo>
                  <a:lnTo>
                    <a:pt x="1536039" y="2583"/>
                  </a:lnTo>
                  <a:lnTo>
                    <a:pt x="1588877" y="5059"/>
                  </a:lnTo>
                  <a:lnTo>
                    <a:pt x="1658535" y="8691"/>
                  </a:lnTo>
                  <a:lnTo>
                    <a:pt x="1742685" y="13605"/>
                  </a:lnTo>
                  <a:lnTo>
                    <a:pt x="1837649" y="19856"/>
                  </a:lnTo>
                  <a:lnTo>
                    <a:pt x="1939132" y="27452"/>
                  </a:lnTo>
                  <a:lnTo>
                    <a:pt x="2042928" y="36367"/>
                  </a:lnTo>
                  <a:lnTo>
                    <a:pt x="2145450" y="46572"/>
                  </a:lnTo>
                  <a:lnTo>
                    <a:pt x="2243993" y="58060"/>
                  </a:lnTo>
                  <a:lnTo>
                    <a:pt x="2336793" y="70855"/>
                  </a:lnTo>
                  <a:lnTo>
                    <a:pt x="2422915" y="85031"/>
                  </a:lnTo>
                  <a:lnTo>
                    <a:pt x="2502089" y="100710"/>
                  </a:lnTo>
                  <a:lnTo>
                    <a:pt x="2574521" y="118061"/>
                  </a:lnTo>
                  <a:lnTo>
                    <a:pt x="2640734" y="137300"/>
                  </a:lnTo>
                  <a:lnTo>
                    <a:pt x="2701442" y="158680"/>
                  </a:lnTo>
                  <a:lnTo>
                    <a:pt x="2757450" y="182476"/>
                  </a:lnTo>
                  <a:lnTo>
                    <a:pt x="2809592" y="208958"/>
                  </a:lnTo>
                  <a:lnTo>
                    <a:pt x="2858670" y="238349"/>
                  </a:lnTo>
                  <a:lnTo>
                    <a:pt x="2896531" y="264260"/>
                  </a:lnTo>
                  <a:lnTo>
                    <a:pt x="2942449" y="299594"/>
                  </a:lnTo>
                  <a:lnTo>
                    <a:pt x="2987037" y="338097"/>
                  </a:lnTo>
                  <a:lnTo>
                    <a:pt x="3030736" y="379827"/>
                  </a:lnTo>
                  <a:lnTo>
                    <a:pt x="3073885" y="424760"/>
                  </a:lnTo>
                  <a:lnTo>
                    <a:pt x="3116735" y="472781"/>
                  </a:lnTo>
                  <a:lnTo>
                    <a:pt x="3159465" y="523678"/>
                  </a:lnTo>
                  <a:lnTo>
                    <a:pt x="3202190" y="577140"/>
                  </a:lnTo>
                  <a:lnTo>
                    <a:pt x="3244973" y="632756"/>
                  </a:lnTo>
                  <a:lnTo>
                    <a:pt x="3287835" y="690030"/>
                  </a:lnTo>
                  <a:lnTo>
                    <a:pt x="3330763" y="748398"/>
                  </a:lnTo>
                  <a:lnTo>
                    <a:pt x="3373723" y="807244"/>
                  </a:lnTo>
                  <a:lnTo>
                    <a:pt x="3416673" y="865934"/>
                  </a:lnTo>
                  <a:lnTo>
                    <a:pt x="3459572" y="923838"/>
                  </a:lnTo>
                  <a:lnTo>
                    <a:pt x="3502395" y="980365"/>
                  </a:lnTo>
                  <a:lnTo>
                    <a:pt x="3545145" y="1034980"/>
                  </a:lnTo>
                  <a:lnTo>
                    <a:pt x="3587861" y="1087227"/>
                  </a:lnTo>
                  <a:lnTo>
                    <a:pt x="3630632" y="1136744"/>
                  </a:lnTo>
                  <a:lnTo>
                    <a:pt x="3673602" y="1183269"/>
                  </a:lnTo>
                  <a:lnTo>
                    <a:pt x="3716985" y="1226636"/>
                  </a:lnTo>
                  <a:lnTo>
                    <a:pt x="3761072" y="1266779"/>
                  </a:lnTo>
                  <a:lnTo>
                    <a:pt x="3806251" y="1303713"/>
                  </a:lnTo>
                  <a:lnTo>
                    <a:pt x="3829811" y="1321301"/>
                  </a:lnTo>
                  <a:lnTo>
                    <a:pt x="3876950" y="1353123"/>
                  </a:lnTo>
                  <a:lnTo>
                    <a:pt x="3926561" y="1381939"/>
                  </a:lnTo>
                  <a:lnTo>
                    <a:pt x="3979385" y="1407883"/>
                  </a:lnTo>
                  <a:lnTo>
                    <a:pt x="4036236" y="1431190"/>
                  </a:lnTo>
                  <a:lnTo>
                    <a:pt x="4097946" y="1452136"/>
                  </a:lnTo>
                  <a:lnTo>
                    <a:pt x="4165310" y="1470992"/>
                  </a:lnTo>
                  <a:lnTo>
                    <a:pt x="4239012" y="1488004"/>
                  </a:lnTo>
                  <a:lnTo>
                    <a:pt x="4319524" y="1503381"/>
                  </a:lnTo>
                  <a:lnTo>
                    <a:pt x="4406975" y="1517282"/>
                  </a:lnTo>
                  <a:lnTo>
                    <a:pt x="4500981" y="1529821"/>
                  </a:lnTo>
                  <a:lnTo>
                    <a:pt x="4600459" y="1541060"/>
                  </a:lnTo>
                  <a:lnTo>
                    <a:pt x="4703466" y="1551017"/>
                  </a:lnTo>
                  <a:lnTo>
                    <a:pt x="4807120" y="1559680"/>
                  </a:lnTo>
                  <a:lnTo>
                    <a:pt x="4907683" y="1567017"/>
                  </a:lnTo>
                  <a:lnTo>
                    <a:pt x="5000883" y="1573009"/>
                  </a:lnTo>
                  <a:lnTo>
                    <a:pt x="5082488" y="1577668"/>
                  </a:lnTo>
                  <a:lnTo>
                    <a:pt x="5149026" y="1581065"/>
                  </a:lnTo>
                  <a:lnTo>
                    <a:pt x="5198499" y="1583337"/>
                  </a:lnTo>
                  <a:lnTo>
                    <a:pt x="5230860" y="1584679"/>
                  </a:lnTo>
                  <a:lnTo>
                    <a:pt x="5248147" y="1585329"/>
                  </a:lnTo>
                  <a:lnTo>
                    <a:pt x="5254314" y="1585541"/>
                  </a:lnTo>
                  <a:lnTo>
                    <a:pt x="5254955" y="1585561"/>
                  </a:lnTo>
                  <a:lnTo>
                    <a:pt x="6726343" y="1585561"/>
                  </a:lnTo>
                  <a:lnTo>
                    <a:pt x="6727562" y="1585591"/>
                  </a:lnTo>
                  <a:lnTo>
                    <a:pt x="6735570" y="1585804"/>
                  </a:lnTo>
                  <a:lnTo>
                    <a:pt x="6755711" y="1586394"/>
                  </a:lnTo>
                  <a:lnTo>
                    <a:pt x="6791614" y="1587553"/>
                  </a:lnTo>
                  <a:lnTo>
                    <a:pt x="6844912" y="1589461"/>
                  </a:lnTo>
                  <a:lnTo>
                    <a:pt x="6915122" y="1592261"/>
                  </a:lnTo>
                  <a:lnTo>
                    <a:pt x="6999858" y="1596045"/>
                  </a:lnTo>
                  <a:lnTo>
                    <a:pt x="7095381" y="1600858"/>
                  </a:lnTo>
                  <a:lnTo>
                    <a:pt x="7197346" y="1606704"/>
                  </a:lnTo>
                  <a:lnTo>
                    <a:pt x="7301516" y="1613562"/>
                  </a:lnTo>
                  <a:lnTo>
                    <a:pt x="7404291" y="1621411"/>
                  </a:lnTo>
                  <a:lnTo>
                    <a:pt x="7502976" y="1630245"/>
                  </a:lnTo>
                  <a:lnTo>
                    <a:pt x="7595821" y="1640085"/>
                  </a:lnTo>
                  <a:lnTo>
                    <a:pt x="7681916" y="1650990"/>
                  </a:lnTo>
                  <a:lnTo>
                    <a:pt x="7761016" y="1663054"/>
                  </a:lnTo>
                  <a:lnTo>
                    <a:pt x="7833347" y="1676411"/>
                  </a:lnTo>
                  <a:lnTo>
                    <a:pt x="7899453" y="1691230"/>
                  </a:lnTo>
                  <a:lnTo>
                    <a:pt x="7960060" y="1707705"/>
                  </a:lnTo>
                  <a:lnTo>
                    <a:pt x="8015988" y="1726049"/>
                  </a:lnTo>
                  <a:lnTo>
                    <a:pt x="8068077" y="1746471"/>
                  </a:lnTo>
                  <a:lnTo>
                    <a:pt x="8117136" y="1769136"/>
                  </a:lnTo>
                  <a:lnTo>
                    <a:pt x="8151487" y="1787162"/>
                  </a:lnTo>
                  <a:lnTo>
                    <a:pt x="8200529" y="1816073"/>
                  </a:lnTo>
                  <a:lnTo>
                    <a:pt x="8248087" y="1847752"/>
                  </a:lnTo>
                  <a:lnTo>
                    <a:pt x="8294688" y="1882246"/>
                  </a:lnTo>
                  <a:lnTo>
                    <a:pt x="8340727" y="1919519"/>
                  </a:lnTo>
                  <a:lnTo>
                    <a:pt x="8386487" y="1959442"/>
                  </a:lnTo>
                  <a:lnTo>
                    <a:pt x="8432162" y="2001788"/>
                  </a:lnTo>
                  <a:lnTo>
                    <a:pt x="8477868" y="2046231"/>
                  </a:lnTo>
                  <a:lnTo>
                    <a:pt x="8523656" y="2092351"/>
                  </a:lnTo>
                  <a:lnTo>
                    <a:pt x="8569530" y="2139650"/>
                  </a:lnTo>
                  <a:lnTo>
                    <a:pt x="8615458" y="2187572"/>
                  </a:lnTo>
                  <a:lnTo>
                    <a:pt x="8661388" y="2235528"/>
                  </a:lnTo>
                  <a:lnTo>
                    <a:pt x="8707270" y="2282929"/>
                  </a:lnTo>
                  <a:lnTo>
                    <a:pt x="8753069" y="2329214"/>
                  </a:lnTo>
                  <a:lnTo>
                    <a:pt x="8798783" y="2373874"/>
                  </a:lnTo>
                  <a:lnTo>
                    <a:pt x="8844457" y="2416483"/>
                  </a:lnTo>
                  <a:lnTo>
                    <a:pt x="8890199" y="2456701"/>
                  </a:lnTo>
                  <a:lnTo>
                    <a:pt x="8936192" y="2494290"/>
                  </a:lnTo>
                  <a:lnTo>
                    <a:pt x="8982710" y="2529111"/>
                  </a:lnTo>
                  <a:lnTo>
                    <a:pt x="9030133" y="2561116"/>
                  </a:lnTo>
                  <a:lnTo>
                    <a:pt x="9078971" y="2590344"/>
                  </a:lnTo>
                  <a:lnTo>
                    <a:pt x="9084767" y="2593564"/>
                  </a:lnTo>
                  <a:lnTo>
                    <a:pt x="9132075" y="2617922"/>
                  </a:lnTo>
                  <a:lnTo>
                    <a:pt x="9181874" y="2639971"/>
                  </a:lnTo>
                  <a:lnTo>
                    <a:pt x="9234915" y="2659814"/>
                  </a:lnTo>
                  <a:lnTo>
                    <a:pt x="9292021" y="2677633"/>
                  </a:lnTo>
                  <a:lnTo>
                    <a:pt x="9354031" y="2693642"/>
                  </a:lnTo>
                  <a:lnTo>
                    <a:pt x="9421748" y="2708048"/>
                  </a:lnTo>
                  <a:lnTo>
                    <a:pt x="9495859" y="2721042"/>
                  </a:lnTo>
                  <a:lnTo>
                    <a:pt x="9576837" y="2732783"/>
                  </a:lnTo>
                  <a:lnTo>
                    <a:pt x="9664799" y="2743393"/>
                  </a:lnTo>
                  <a:lnTo>
                    <a:pt x="9759338" y="2752958"/>
                  </a:lnTo>
                  <a:lnTo>
                    <a:pt x="9859335" y="2761526"/>
                  </a:lnTo>
                  <a:lnTo>
                    <a:pt x="9962791" y="2769110"/>
                  </a:lnTo>
                  <a:lnTo>
                    <a:pt x="10066755" y="2775697"/>
                  </a:lnTo>
                  <a:lnTo>
                    <a:pt x="10167418" y="2781266"/>
                  </a:lnTo>
                  <a:lnTo>
                    <a:pt x="10260452" y="2785801"/>
                  </a:lnTo>
                  <a:lnTo>
                    <a:pt x="10341599" y="2789313"/>
                  </a:lnTo>
                  <a:lnTo>
                    <a:pt x="10407417" y="2791861"/>
                  </a:lnTo>
                  <a:lnTo>
                    <a:pt x="10455991" y="2793552"/>
                  </a:lnTo>
                  <a:lnTo>
                    <a:pt x="10487401" y="2794539"/>
                  </a:lnTo>
                  <a:lnTo>
                    <a:pt x="10503840" y="2795008"/>
                  </a:lnTo>
                  <a:lnTo>
                    <a:pt x="10509427" y="2795153"/>
                  </a:lnTo>
                  <a:lnTo>
                    <a:pt x="10509911" y="2795165"/>
                  </a:lnTo>
                  <a:lnTo>
                    <a:pt x="11981298" y="279516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5" name="pl25"/>
            <p:cNvSpPr/>
            <p:nvPr/>
          </p:nvSpPr>
          <p:spPr>
            <a:xfrm>
              <a:off x="4799595" y="4121605"/>
              <a:ext cx="11981298" cy="2795165"/>
            </a:xfrm>
            <a:custGeom>
              <a:avLst/>
              <a:pathLst>
                <a:path w="11981298" h="2795165">
                  <a:moveTo>
                    <a:pt x="11981298" y="2795165"/>
                  </a:moveTo>
                  <a:lnTo>
                    <a:pt x="10509911" y="2795165"/>
                  </a:lnTo>
                  <a:lnTo>
                    <a:pt x="10508691" y="2795135"/>
                  </a:lnTo>
                  <a:lnTo>
                    <a:pt x="10500684" y="2794922"/>
                  </a:lnTo>
                  <a:lnTo>
                    <a:pt x="10480542" y="2794332"/>
                  </a:lnTo>
                  <a:lnTo>
                    <a:pt x="10444639" y="2793173"/>
                  </a:lnTo>
                  <a:lnTo>
                    <a:pt x="10391341" y="2791265"/>
                  </a:lnTo>
                  <a:lnTo>
                    <a:pt x="10321131" y="2788466"/>
                  </a:lnTo>
                  <a:lnTo>
                    <a:pt x="10236396" y="2784681"/>
                  </a:lnTo>
                  <a:lnTo>
                    <a:pt x="10140872" y="2779868"/>
                  </a:lnTo>
                  <a:lnTo>
                    <a:pt x="10038907" y="2774022"/>
                  </a:lnTo>
                  <a:lnTo>
                    <a:pt x="9934737" y="2767164"/>
                  </a:lnTo>
                  <a:lnTo>
                    <a:pt x="9831962" y="2759315"/>
                  </a:lnTo>
                  <a:lnTo>
                    <a:pt x="9733278" y="2750482"/>
                  </a:lnTo>
                  <a:lnTo>
                    <a:pt x="9640433" y="2740641"/>
                  </a:lnTo>
                  <a:lnTo>
                    <a:pt x="9554337" y="2729736"/>
                  </a:lnTo>
                  <a:lnTo>
                    <a:pt x="9475238" y="2717672"/>
                  </a:lnTo>
                  <a:lnTo>
                    <a:pt x="9402906" y="2704315"/>
                  </a:lnTo>
                  <a:lnTo>
                    <a:pt x="9336800" y="2689496"/>
                  </a:lnTo>
                  <a:lnTo>
                    <a:pt x="9276193" y="2673021"/>
                  </a:lnTo>
                  <a:lnTo>
                    <a:pt x="9220265" y="2654677"/>
                  </a:lnTo>
                  <a:lnTo>
                    <a:pt x="9168176" y="2634256"/>
                  </a:lnTo>
                  <a:lnTo>
                    <a:pt x="9119117" y="2611590"/>
                  </a:lnTo>
                  <a:lnTo>
                    <a:pt x="9084767" y="2593564"/>
                  </a:lnTo>
                  <a:lnTo>
                    <a:pt x="9035725" y="2564654"/>
                  </a:lnTo>
                  <a:lnTo>
                    <a:pt x="8988166" y="2532974"/>
                  </a:lnTo>
                  <a:lnTo>
                    <a:pt x="8941565" y="2498480"/>
                  </a:lnTo>
                  <a:lnTo>
                    <a:pt x="8895526" y="2461207"/>
                  </a:lnTo>
                  <a:lnTo>
                    <a:pt x="8849766" y="2421284"/>
                  </a:lnTo>
                  <a:lnTo>
                    <a:pt x="8804091" y="2378938"/>
                  </a:lnTo>
                  <a:lnTo>
                    <a:pt x="8758385" y="2334496"/>
                  </a:lnTo>
                  <a:lnTo>
                    <a:pt x="8712597" y="2288375"/>
                  </a:lnTo>
                  <a:lnTo>
                    <a:pt x="8666723" y="2241076"/>
                  </a:lnTo>
                  <a:lnTo>
                    <a:pt x="8620796" y="2193154"/>
                  </a:lnTo>
                  <a:lnTo>
                    <a:pt x="8574865" y="2145198"/>
                  </a:lnTo>
                  <a:lnTo>
                    <a:pt x="8528983" y="2097797"/>
                  </a:lnTo>
                  <a:lnTo>
                    <a:pt x="8483184" y="2051513"/>
                  </a:lnTo>
                  <a:lnTo>
                    <a:pt x="8437470" y="2006852"/>
                  </a:lnTo>
                  <a:lnTo>
                    <a:pt x="8391796" y="1964243"/>
                  </a:lnTo>
                  <a:lnTo>
                    <a:pt x="8346054" y="1924025"/>
                  </a:lnTo>
                  <a:lnTo>
                    <a:pt x="8300061" y="1886436"/>
                  </a:lnTo>
                  <a:lnTo>
                    <a:pt x="8253543" y="1851616"/>
                  </a:lnTo>
                  <a:lnTo>
                    <a:pt x="8206120" y="1819610"/>
                  </a:lnTo>
                  <a:lnTo>
                    <a:pt x="8157282" y="1790382"/>
                  </a:lnTo>
                  <a:lnTo>
                    <a:pt x="8151487" y="1787162"/>
                  </a:lnTo>
                  <a:lnTo>
                    <a:pt x="8104178" y="1762804"/>
                  </a:lnTo>
                  <a:lnTo>
                    <a:pt x="8054379" y="1740755"/>
                  </a:lnTo>
                  <a:lnTo>
                    <a:pt x="8001338" y="1720913"/>
                  </a:lnTo>
                  <a:lnTo>
                    <a:pt x="7944232" y="1703093"/>
                  </a:lnTo>
                  <a:lnTo>
                    <a:pt x="7882222" y="1687084"/>
                  </a:lnTo>
                  <a:lnTo>
                    <a:pt x="7814505" y="1672678"/>
                  </a:lnTo>
                  <a:lnTo>
                    <a:pt x="7740394" y="1659684"/>
                  </a:lnTo>
                  <a:lnTo>
                    <a:pt x="7659416" y="1647944"/>
                  </a:lnTo>
                  <a:lnTo>
                    <a:pt x="7571454" y="1637333"/>
                  </a:lnTo>
                  <a:lnTo>
                    <a:pt x="7476915" y="1627768"/>
                  </a:lnTo>
                  <a:lnTo>
                    <a:pt x="7376919" y="1619200"/>
                  </a:lnTo>
                  <a:lnTo>
                    <a:pt x="7273463" y="1611616"/>
                  </a:lnTo>
                  <a:lnTo>
                    <a:pt x="7169498" y="1605029"/>
                  </a:lnTo>
                  <a:lnTo>
                    <a:pt x="7068835" y="1599460"/>
                  </a:lnTo>
                  <a:lnTo>
                    <a:pt x="6975801" y="1594925"/>
                  </a:lnTo>
                  <a:lnTo>
                    <a:pt x="6894654" y="1591413"/>
                  </a:lnTo>
                  <a:lnTo>
                    <a:pt x="6828836" y="1588865"/>
                  </a:lnTo>
                  <a:lnTo>
                    <a:pt x="6780263" y="1587174"/>
                  </a:lnTo>
                  <a:lnTo>
                    <a:pt x="6748853" y="1586187"/>
                  </a:lnTo>
                  <a:lnTo>
                    <a:pt x="6732413" y="1585718"/>
                  </a:lnTo>
                  <a:lnTo>
                    <a:pt x="6726826" y="1585573"/>
                  </a:lnTo>
                  <a:lnTo>
                    <a:pt x="6726343" y="1585561"/>
                  </a:lnTo>
                  <a:lnTo>
                    <a:pt x="5254955" y="1585561"/>
                  </a:lnTo>
                  <a:lnTo>
                    <a:pt x="5253748" y="1585522"/>
                  </a:lnTo>
                  <a:lnTo>
                    <a:pt x="5245821" y="1585246"/>
                  </a:lnTo>
                  <a:lnTo>
                    <a:pt x="5225875" y="1584481"/>
                  </a:lnTo>
                  <a:lnTo>
                    <a:pt x="5190303" y="1582977"/>
                  </a:lnTo>
                  <a:lnTo>
                    <a:pt x="5137465" y="1580502"/>
                  </a:lnTo>
                  <a:lnTo>
                    <a:pt x="5067807" y="1576869"/>
                  </a:lnTo>
                  <a:lnTo>
                    <a:pt x="4983657" y="1571956"/>
                  </a:lnTo>
                  <a:lnTo>
                    <a:pt x="4888693" y="1565704"/>
                  </a:lnTo>
                  <a:lnTo>
                    <a:pt x="4787211" y="1558109"/>
                  </a:lnTo>
                  <a:lnTo>
                    <a:pt x="4683414" y="1549194"/>
                  </a:lnTo>
                  <a:lnTo>
                    <a:pt x="4580893" y="1538988"/>
                  </a:lnTo>
                  <a:lnTo>
                    <a:pt x="4482349" y="1527501"/>
                  </a:lnTo>
                  <a:lnTo>
                    <a:pt x="4389550" y="1514705"/>
                  </a:lnTo>
                  <a:lnTo>
                    <a:pt x="4303427" y="1500529"/>
                  </a:lnTo>
                  <a:lnTo>
                    <a:pt x="4224254" y="1484851"/>
                  </a:lnTo>
                  <a:lnTo>
                    <a:pt x="4151821" y="1467500"/>
                  </a:lnTo>
                  <a:lnTo>
                    <a:pt x="4085608" y="1448261"/>
                  </a:lnTo>
                  <a:lnTo>
                    <a:pt x="4024900" y="1426880"/>
                  </a:lnTo>
                  <a:lnTo>
                    <a:pt x="3968892" y="1403085"/>
                  </a:lnTo>
                  <a:lnTo>
                    <a:pt x="3916751" y="1376602"/>
                  </a:lnTo>
                  <a:lnTo>
                    <a:pt x="3867673" y="1347211"/>
                  </a:lnTo>
                  <a:lnTo>
                    <a:pt x="3829811" y="1321301"/>
                  </a:lnTo>
                  <a:lnTo>
                    <a:pt x="3783893" y="1285967"/>
                  </a:lnTo>
                  <a:lnTo>
                    <a:pt x="3739305" y="1247463"/>
                  </a:lnTo>
                  <a:lnTo>
                    <a:pt x="3695606" y="1205734"/>
                  </a:lnTo>
                  <a:lnTo>
                    <a:pt x="3652457" y="1160801"/>
                  </a:lnTo>
                  <a:lnTo>
                    <a:pt x="3609607" y="1112780"/>
                  </a:lnTo>
                  <a:lnTo>
                    <a:pt x="3566877" y="1061882"/>
                  </a:lnTo>
                  <a:lnTo>
                    <a:pt x="3524152" y="1008421"/>
                  </a:lnTo>
                  <a:lnTo>
                    <a:pt x="3481369" y="952805"/>
                  </a:lnTo>
                  <a:lnTo>
                    <a:pt x="3438507" y="895530"/>
                  </a:lnTo>
                  <a:lnTo>
                    <a:pt x="3395579" y="837163"/>
                  </a:lnTo>
                  <a:lnTo>
                    <a:pt x="3352619" y="778317"/>
                  </a:lnTo>
                  <a:lnTo>
                    <a:pt x="3309669" y="719627"/>
                  </a:lnTo>
                  <a:lnTo>
                    <a:pt x="3266770" y="661722"/>
                  </a:lnTo>
                  <a:lnTo>
                    <a:pt x="3223947" y="605195"/>
                  </a:lnTo>
                  <a:lnTo>
                    <a:pt x="3181197" y="550581"/>
                  </a:lnTo>
                  <a:lnTo>
                    <a:pt x="3138481" y="498334"/>
                  </a:lnTo>
                  <a:lnTo>
                    <a:pt x="3095710" y="448816"/>
                  </a:lnTo>
                  <a:lnTo>
                    <a:pt x="3052740" y="402292"/>
                  </a:lnTo>
                  <a:lnTo>
                    <a:pt x="3009357" y="358924"/>
                  </a:lnTo>
                  <a:lnTo>
                    <a:pt x="2965270" y="318782"/>
                  </a:lnTo>
                  <a:lnTo>
                    <a:pt x="2920091" y="281847"/>
                  </a:lnTo>
                  <a:lnTo>
                    <a:pt x="2896531" y="264260"/>
                  </a:lnTo>
                  <a:lnTo>
                    <a:pt x="2849392" y="232438"/>
                  </a:lnTo>
                  <a:lnTo>
                    <a:pt x="2799782" y="203621"/>
                  </a:lnTo>
                  <a:lnTo>
                    <a:pt x="2746957" y="177678"/>
                  </a:lnTo>
                  <a:lnTo>
                    <a:pt x="2690106" y="154370"/>
                  </a:lnTo>
                  <a:lnTo>
                    <a:pt x="2628396" y="133425"/>
                  </a:lnTo>
                  <a:lnTo>
                    <a:pt x="2561032" y="114569"/>
                  </a:lnTo>
                  <a:lnTo>
                    <a:pt x="2487331" y="97556"/>
                  </a:lnTo>
                  <a:lnTo>
                    <a:pt x="2406818" y="82180"/>
                  </a:lnTo>
                  <a:lnTo>
                    <a:pt x="2319367" y="68279"/>
                  </a:lnTo>
                  <a:lnTo>
                    <a:pt x="2225362" y="55740"/>
                  </a:lnTo>
                  <a:lnTo>
                    <a:pt x="2125884" y="44501"/>
                  </a:lnTo>
                  <a:lnTo>
                    <a:pt x="2022876" y="34543"/>
                  </a:lnTo>
                  <a:lnTo>
                    <a:pt x="1919222" y="25881"/>
                  </a:lnTo>
                  <a:lnTo>
                    <a:pt x="1818660" y="18543"/>
                  </a:lnTo>
                  <a:lnTo>
                    <a:pt x="1725459" y="12552"/>
                  </a:lnTo>
                  <a:lnTo>
                    <a:pt x="1643854" y="7893"/>
                  </a:lnTo>
                  <a:lnTo>
                    <a:pt x="1577316" y="4495"/>
                  </a:lnTo>
                  <a:lnTo>
                    <a:pt x="1527843" y="2224"/>
                  </a:lnTo>
                  <a:lnTo>
                    <a:pt x="1495482" y="882"/>
                  </a:lnTo>
                  <a:lnTo>
                    <a:pt x="1478196" y="231"/>
                  </a:lnTo>
                  <a:lnTo>
                    <a:pt x="1472028" y="20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6" name="pg26"/>
            <p:cNvSpPr/>
            <p:nvPr/>
          </p:nvSpPr>
          <p:spPr>
            <a:xfrm>
              <a:off x="4799595" y="4129778"/>
              <a:ext cx="11981298" cy="3914866"/>
            </a:xfrm>
            <a:custGeom>
              <a:avLst/>
              <a:pathLst>
                <a:path w="11981298" h="3914866">
                  <a:moveTo>
                    <a:pt x="0" y="8172"/>
                  </a:moveTo>
                  <a:lnTo>
                    <a:pt x="1471387" y="8172"/>
                  </a:lnTo>
                  <a:lnTo>
                    <a:pt x="1472594" y="8211"/>
                  </a:lnTo>
                  <a:lnTo>
                    <a:pt x="1480521" y="8488"/>
                  </a:lnTo>
                  <a:lnTo>
                    <a:pt x="1500467" y="9252"/>
                  </a:lnTo>
                  <a:lnTo>
                    <a:pt x="1536039" y="10756"/>
                  </a:lnTo>
                  <a:lnTo>
                    <a:pt x="1588877" y="13232"/>
                  </a:lnTo>
                  <a:lnTo>
                    <a:pt x="1658535" y="16864"/>
                  </a:lnTo>
                  <a:lnTo>
                    <a:pt x="1742685" y="21777"/>
                  </a:lnTo>
                  <a:lnTo>
                    <a:pt x="1837649" y="28029"/>
                  </a:lnTo>
                  <a:lnTo>
                    <a:pt x="1939132" y="35625"/>
                  </a:lnTo>
                  <a:lnTo>
                    <a:pt x="2042928" y="44540"/>
                  </a:lnTo>
                  <a:lnTo>
                    <a:pt x="2145450" y="54745"/>
                  </a:lnTo>
                  <a:lnTo>
                    <a:pt x="2243993" y="66233"/>
                  </a:lnTo>
                  <a:lnTo>
                    <a:pt x="2336793" y="79028"/>
                  </a:lnTo>
                  <a:lnTo>
                    <a:pt x="2422915" y="93204"/>
                  </a:lnTo>
                  <a:lnTo>
                    <a:pt x="2502089" y="108883"/>
                  </a:lnTo>
                  <a:lnTo>
                    <a:pt x="2574521" y="126234"/>
                  </a:lnTo>
                  <a:lnTo>
                    <a:pt x="2640734" y="145473"/>
                  </a:lnTo>
                  <a:lnTo>
                    <a:pt x="2701442" y="166853"/>
                  </a:lnTo>
                  <a:lnTo>
                    <a:pt x="2757450" y="190649"/>
                  </a:lnTo>
                  <a:lnTo>
                    <a:pt x="2809592" y="217131"/>
                  </a:lnTo>
                  <a:lnTo>
                    <a:pt x="2858670" y="246522"/>
                  </a:lnTo>
                  <a:lnTo>
                    <a:pt x="2896531" y="272433"/>
                  </a:lnTo>
                  <a:lnTo>
                    <a:pt x="2942449" y="307767"/>
                  </a:lnTo>
                  <a:lnTo>
                    <a:pt x="2987037" y="346270"/>
                  </a:lnTo>
                  <a:lnTo>
                    <a:pt x="3030736" y="388000"/>
                  </a:lnTo>
                  <a:lnTo>
                    <a:pt x="3073885" y="432933"/>
                  </a:lnTo>
                  <a:lnTo>
                    <a:pt x="3116735" y="480954"/>
                  </a:lnTo>
                  <a:lnTo>
                    <a:pt x="3159465" y="531851"/>
                  </a:lnTo>
                  <a:lnTo>
                    <a:pt x="3202190" y="585313"/>
                  </a:lnTo>
                  <a:lnTo>
                    <a:pt x="3244973" y="640929"/>
                  </a:lnTo>
                  <a:lnTo>
                    <a:pt x="3287835" y="698203"/>
                  </a:lnTo>
                  <a:lnTo>
                    <a:pt x="3330763" y="756571"/>
                  </a:lnTo>
                  <a:lnTo>
                    <a:pt x="3373723" y="815417"/>
                  </a:lnTo>
                  <a:lnTo>
                    <a:pt x="3416673" y="874107"/>
                  </a:lnTo>
                  <a:lnTo>
                    <a:pt x="3459572" y="932011"/>
                  </a:lnTo>
                  <a:lnTo>
                    <a:pt x="3502395" y="988538"/>
                  </a:lnTo>
                  <a:lnTo>
                    <a:pt x="3545145" y="1043153"/>
                  </a:lnTo>
                  <a:lnTo>
                    <a:pt x="3587861" y="1095400"/>
                  </a:lnTo>
                  <a:lnTo>
                    <a:pt x="3630632" y="1144917"/>
                  </a:lnTo>
                  <a:lnTo>
                    <a:pt x="3673602" y="1191442"/>
                  </a:lnTo>
                  <a:lnTo>
                    <a:pt x="3716985" y="1234809"/>
                  </a:lnTo>
                  <a:lnTo>
                    <a:pt x="3761072" y="1274952"/>
                  </a:lnTo>
                  <a:lnTo>
                    <a:pt x="3806251" y="1311886"/>
                  </a:lnTo>
                  <a:lnTo>
                    <a:pt x="3829811" y="1329474"/>
                  </a:lnTo>
                  <a:lnTo>
                    <a:pt x="3876950" y="1361296"/>
                  </a:lnTo>
                  <a:lnTo>
                    <a:pt x="3926561" y="1390112"/>
                  </a:lnTo>
                  <a:lnTo>
                    <a:pt x="3979385" y="1416056"/>
                  </a:lnTo>
                  <a:lnTo>
                    <a:pt x="4036236" y="1439363"/>
                  </a:lnTo>
                  <a:lnTo>
                    <a:pt x="4097946" y="1460309"/>
                  </a:lnTo>
                  <a:lnTo>
                    <a:pt x="4165310" y="1479165"/>
                  </a:lnTo>
                  <a:lnTo>
                    <a:pt x="4239012" y="1496177"/>
                  </a:lnTo>
                  <a:lnTo>
                    <a:pt x="4319524" y="1511554"/>
                  </a:lnTo>
                  <a:lnTo>
                    <a:pt x="4406975" y="1525455"/>
                  </a:lnTo>
                  <a:lnTo>
                    <a:pt x="4500981" y="1537994"/>
                  </a:lnTo>
                  <a:lnTo>
                    <a:pt x="4600459" y="1549233"/>
                  </a:lnTo>
                  <a:lnTo>
                    <a:pt x="4703466" y="1559190"/>
                  </a:lnTo>
                  <a:lnTo>
                    <a:pt x="4807120" y="1567853"/>
                  </a:lnTo>
                  <a:lnTo>
                    <a:pt x="4907683" y="1575190"/>
                  </a:lnTo>
                  <a:lnTo>
                    <a:pt x="5000883" y="1581182"/>
                  </a:lnTo>
                  <a:lnTo>
                    <a:pt x="5082488" y="1585841"/>
                  </a:lnTo>
                  <a:lnTo>
                    <a:pt x="5149026" y="1589238"/>
                  </a:lnTo>
                  <a:lnTo>
                    <a:pt x="5198499" y="1591510"/>
                  </a:lnTo>
                  <a:lnTo>
                    <a:pt x="5230860" y="1592852"/>
                  </a:lnTo>
                  <a:lnTo>
                    <a:pt x="5248147" y="1593502"/>
                  </a:lnTo>
                  <a:lnTo>
                    <a:pt x="5254314" y="1593714"/>
                  </a:lnTo>
                  <a:lnTo>
                    <a:pt x="5254955" y="1593734"/>
                  </a:lnTo>
                  <a:lnTo>
                    <a:pt x="6726343" y="1593734"/>
                  </a:lnTo>
                  <a:lnTo>
                    <a:pt x="6727517" y="1593789"/>
                  </a:lnTo>
                  <a:lnTo>
                    <a:pt x="6735234" y="1594183"/>
                  </a:lnTo>
                  <a:lnTo>
                    <a:pt x="6754669" y="1595271"/>
                  </a:lnTo>
                  <a:lnTo>
                    <a:pt x="6789369" y="1597412"/>
                  </a:lnTo>
                  <a:lnTo>
                    <a:pt x="6840997" y="1600937"/>
                  </a:lnTo>
                  <a:lnTo>
                    <a:pt x="6909203" y="1606114"/>
                  </a:lnTo>
                  <a:lnTo>
                    <a:pt x="6991802" y="1613125"/>
                  </a:lnTo>
                  <a:lnTo>
                    <a:pt x="7085277" y="1622056"/>
                  </a:lnTo>
                  <a:lnTo>
                    <a:pt x="7185468" y="1632919"/>
                  </a:lnTo>
                  <a:lnTo>
                    <a:pt x="7288257" y="1645682"/>
                  </a:lnTo>
                  <a:lnTo>
                    <a:pt x="7390085" y="1660302"/>
                  </a:lnTo>
                  <a:lnTo>
                    <a:pt x="7488235" y="1676763"/>
                  </a:lnTo>
                  <a:lnTo>
                    <a:pt x="7580896" y="1695097"/>
                  </a:lnTo>
                  <a:lnTo>
                    <a:pt x="7667074" y="1715398"/>
                  </a:lnTo>
                  <a:lnTo>
                    <a:pt x="7746436" y="1737830"/>
                  </a:lnTo>
                  <a:lnTo>
                    <a:pt x="7819130" y="1762628"/>
                  </a:lnTo>
                  <a:lnTo>
                    <a:pt x="7885630" y="1790089"/>
                  </a:lnTo>
                  <a:lnTo>
                    <a:pt x="7946607" y="1820567"/>
                  </a:lnTo>
                  <a:lnTo>
                    <a:pt x="8002835" y="1854448"/>
                  </a:lnTo>
                  <a:lnTo>
                    <a:pt x="8055125" y="1892124"/>
                  </a:lnTo>
                  <a:lnTo>
                    <a:pt x="8104266" y="1933930"/>
                  </a:lnTo>
                  <a:lnTo>
                    <a:pt x="8150981" y="1980055"/>
                  </a:lnTo>
                  <a:lnTo>
                    <a:pt x="8151487" y="1980589"/>
                  </a:lnTo>
                  <a:lnTo>
                    <a:pt x="8192127" y="2026046"/>
                  </a:lnTo>
                  <a:lnTo>
                    <a:pt x="8231684" y="2075111"/>
                  </a:lnTo>
                  <a:lnTo>
                    <a:pt x="8270478" y="2127855"/>
                  </a:lnTo>
                  <a:lnTo>
                    <a:pt x="8308759" y="2184281"/>
                  </a:lnTo>
                  <a:lnTo>
                    <a:pt x="8346724" y="2244311"/>
                  </a:lnTo>
                  <a:lnTo>
                    <a:pt x="8384521" y="2307785"/>
                  </a:lnTo>
                  <a:lnTo>
                    <a:pt x="8422257" y="2374451"/>
                  </a:lnTo>
                  <a:lnTo>
                    <a:pt x="8460002" y="2443970"/>
                  </a:lnTo>
                  <a:lnTo>
                    <a:pt x="8497796" y="2515917"/>
                  </a:lnTo>
                  <a:lnTo>
                    <a:pt x="8535651" y="2589791"/>
                  </a:lnTo>
                  <a:lnTo>
                    <a:pt x="8573561" y="2665027"/>
                  </a:lnTo>
                  <a:lnTo>
                    <a:pt x="8611504" y="2741012"/>
                  </a:lnTo>
                  <a:lnTo>
                    <a:pt x="8649454" y="2817109"/>
                  </a:lnTo>
                  <a:lnTo>
                    <a:pt x="8687378" y="2892677"/>
                  </a:lnTo>
                  <a:lnTo>
                    <a:pt x="8725254" y="2967093"/>
                  </a:lnTo>
                  <a:lnTo>
                    <a:pt x="8763069" y="3039773"/>
                  </a:lnTo>
                  <a:lnTo>
                    <a:pt x="8800827" y="3110192"/>
                  </a:lnTo>
                  <a:lnTo>
                    <a:pt x="8838560" y="3177897"/>
                  </a:lnTo>
                  <a:lnTo>
                    <a:pt x="8876326" y="3242518"/>
                  </a:lnTo>
                  <a:lnTo>
                    <a:pt x="8914218" y="3303773"/>
                  </a:lnTo>
                  <a:lnTo>
                    <a:pt x="8952369" y="3361469"/>
                  </a:lnTo>
                  <a:lnTo>
                    <a:pt x="8990958" y="3415502"/>
                  </a:lnTo>
                  <a:lnTo>
                    <a:pt x="9030216" y="3465846"/>
                  </a:lnTo>
                  <a:lnTo>
                    <a:pt x="9070438" y="3512550"/>
                  </a:lnTo>
                  <a:lnTo>
                    <a:pt x="9084767" y="3528010"/>
                  </a:lnTo>
                  <a:lnTo>
                    <a:pt x="9131458" y="3574184"/>
                  </a:lnTo>
                  <a:lnTo>
                    <a:pt x="9180569" y="3616036"/>
                  </a:lnTo>
                  <a:lnTo>
                    <a:pt x="9232819" y="3653756"/>
                  </a:lnTo>
                  <a:lnTo>
                    <a:pt x="9289000" y="3687677"/>
                  </a:lnTo>
                  <a:lnTo>
                    <a:pt x="9349919" y="3718190"/>
                  </a:lnTo>
                  <a:lnTo>
                    <a:pt x="9416354" y="3745683"/>
                  </a:lnTo>
                  <a:lnTo>
                    <a:pt x="9488976" y="3770508"/>
                  </a:lnTo>
                  <a:lnTo>
                    <a:pt x="9568263" y="3792966"/>
                  </a:lnTo>
                  <a:lnTo>
                    <a:pt x="9654367" y="3813289"/>
                  </a:lnTo>
                  <a:lnTo>
                    <a:pt x="9746960" y="3831644"/>
                  </a:lnTo>
                  <a:lnTo>
                    <a:pt x="9845058" y="3848125"/>
                  </a:lnTo>
                  <a:lnTo>
                    <a:pt x="9946858" y="3862766"/>
                  </a:lnTo>
                  <a:lnTo>
                    <a:pt x="10049655" y="3875550"/>
                  </a:lnTo>
                  <a:lnTo>
                    <a:pt x="10149896" y="3886434"/>
                  </a:lnTo>
                  <a:lnTo>
                    <a:pt x="10243469" y="3895387"/>
                  </a:lnTo>
                  <a:lnTo>
                    <a:pt x="10326209" y="3902418"/>
                  </a:lnTo>
                  <a:lnTo>
                    <a:pt x="10394589" y="3907615"/>
                  </a:lnTo>
                  <a:lnTo>
                    <a:pt x="10446406" y="3911157"/>
                  </a:lnTo>
                  <a:lnTo>
                    <a:pt x="10481289" y="3913312"/>
                  </a:lnTo>
                  <a:lnTo>
                    <a:pt x="10500876" y="3914409"/>
                  </a:lnTo>
                  <a:lnTo>
                    <a:pt x="10508697" y="3914809"/>
                  </a:lnTo>
                  <a:lnTo>
                    <a:pt x="10509911" y="3914866"/>
                  </a:lnTo>
                  <a:lnTo>
                    <a:pt x="11981298" y="3914866"/>
                  </a:lnTo>
                  <a:lnTo>
                    <a:pt x="11981298" y="3906693"/>
                  </a:lnTo>
                  <a:lnTo>
                    <a:pt x="10509911" y="3906693"/>
                  </a:lnTo>
                  <a:lnTo>
                    <a:pt x="10508736" y="3906638"/>
                  </a:lnTo>
                  <a:lnTo>
                    <a:pt x="10501019" y="3906244"/>
                  </a:lnTo>
                  <a:lnTo>
                    <a:pt x="10481584" y="3905156"/>
                  </a:lnTo>
                  <a:lnTo>
                    <a:pt x="10446884" y="3903015"/>
                  </a:lnTo>
                  <a:lnTo>
                    <a:pt x="10395256" y="3899490"/>
                  </a:lnTo>
                  <a:lnTo>
                    <a:pt x="10327050" y="3894313"/>
                  </a:lnTo>
                  <a:lnTo>
                    <a:pt x="10244452" y="3887302"/>
                  </a:lnTo>
                  <a:lnTo>
                    <a:pt x="10150976" y="3878371"/>
                  </a:lnTo>
                  <a:lnTo>
                    <a:pt x="10050785" y="3867508"/>
                  </a:lnTo>
                  <a:lnTo>
                    <a:pt x="9947997" y="3854745"/>
                  </a:lnTo>
                  <a:lnTo>
                    <a:pt x="9846169" y="3840125"/>
                  </a:lnTo>
                  <a:lnTo>
                    <a:pt x="9748018" y="3823664"/>
                  </a:lnTo>
                  <a:lnTo>
                    <a:pt x="9655357" y="3805330"/>
                  </a:lnTo>
                  <a:lnTo>
                    <a:pt x="9569179" y="3785029"/>
                  </a:lnTo>
                  <a:lnTo>
                    <a:pt x="9489817" y="3762596"/>
                  </a:lnTo>
                  <a:lnTo>
                    <a:pt x="9417123" y="3737799"/>
                  </a:lnTo>
                  <a:lnTo>
                    <a:pt x="9350623" y="3710338"/>
                  </a:lnTo>
                  <a:lnTo>
                    <a:pt x="9289646" y="3679860"/>
                  </a:lnTo>
                  <a:lnTo>
                    <a:pt x="9233418" y="3645979"/>
                  </a:lnTo>
                  <a:lnTo>
                    <a:pt x="9181128" y="3608303"/>
                  </a:lnTo>
                  <a:lnTo>
                    <a:pt x="9131987" y="3566497"/>
                  </a:lnTo>
                  <a:lnTo>
                    <a:pt x="9085273" y="3520372"/>
                  </a:lnTo>
                  <a:lnTo>
                    <a:pt x="9084767" y="3519837"/>
                  </a:lnTo>
                  <a:lnTo>
                    <a:pt x="9044126" y="3474381"/>
                  </a:lnTo>
                  <a:lnTo>
                    <a:pt x="9004569" y="3425316"/>
                  </a:lnTo>
                  <a:lnTo>
                    <a:pt x="8965776" y="3372572"/>
                  </a:lnTo>
                  <a:lnTo>
                    <a:pt x="8927495" y="3316146"/>
                  </a:lnTo>
                  <a:lnTo>
                    <a:pt x="8889530" y="3256115"/>
                  </a:lnTo>
                  <a:lnTo>
                    <a:pt x="8851732" y="3192642"/>
                  </a:lnTo>
                  <a:lnTo>
                    <a:pt x="8813996" y="3125976"/>
                  </a:lnTo>
                  <a:lnTo>
                    <a:pt x="8776251" y="3056457"/>
                  </a:lnTo>
                  <a:lnTo>
                    <a:pt x="8738458" y="2984509"/>
                  </a:lnTo>
                  <a:lnTo>
                    <a:pt x="8700603" y="2910636"/>
                  </a:lnTo>
                  <a:lnTo>
                    <a:pt x="8662693" y="2835400"/>
                  </a:lnTo>
                  <a:lnTo>
                    <a:pt x="8624749" y="2759415"/>
                  </a:lnTo>
                  <a:lnTo>
                    <a:pt x="8586800" y="2683318"/>
                  </a:lnTo>
                  <a:lnTo>
                    <a:pt x="8548875" y="2607749"/>
                  </a:lnTo>
                  <a:lnTo>
                    <a:pt x="8510999" y="2533333"/>
                  </a:lnTo>
                  <a:lnTo>
                    <a:pt x="8473185" y="2460653"/>
                  </a:lnTo>
                  <a:lnTo>
                    <a:pt x="8435426" y="2390235"/>
                  </a:lnTo>
                  <a:lnTo>
                    <a:pt x="8397693" y="2322530"/>
                  </a:lnTo>
                  <a:lnTo>
                    <a:pt x="8359927" y="2257909"/>
                  </a:lnTo>
                  <a:lnTo>
                    <a:pt x="8322035" y="2196654"/>
                  </a:lnTo>
                  <a:lnTo>
                    <a:pt x="8283884" y="2138957"/>
                  </a:lnTo>
                  <a:lnTo>
                    <a:pt x="8245295" y="2084925"/>
                  </a:lnTo>
                  <a:lnTo>
                    <a:pt x="8206037" y="2034580"/>
                  </a:lnTo>
                  <a:lnTo>
                    <a:pt x="8165815" y="1987877"/>
                  </a:lnTo>
                  <a:lnTo>
                    <a:pt x="8151487" y="1972416"/>
                  </a:lnTo>
                  <a:lnTo>
                    <a:pt x="8104795" y="1926243"/>
                  </a:lnTo>
                  <a:lnTo>
                    <a:pt x="8055685" y="1884391"/>
                  </a:lnTo>
                  <a:lnTo>
                    <a:pt x="8003434" y="1846671"/>
                  </a:lnTo>
                  <a:lnTo>
                    <a:pt x="7947254" y="1812749"/>
                  </a:lnTo>
                  <a:lnTo>
                    <a:pt x="7886334" y="1782236"/>
                  </a:lnTo>
                  <a:lnTo>
                    <a:pt x="7819899" y="1754744"/>
                  </a:lnTo>
                  <a:lnTo>
                    <a:pt x="7747277" y="1729918"/>
                  </a:lnTo>
                  <a:lnTo>
                    <a:pt x="7667990" y="1707461"/>
                  </a:lnTo>
                  <a:lnTo>
                    <a:pt x="7581886" y="1687138"/>
                  </a:lnTo>
                  <a:lnTo>
                    <a:pt x="7489293" y="1668783"/>
                  </a:lnTo>
                  <a:lnTo>
                    <a:pt x="7391195" y="1652301"/>
                  </a:lnTo>
                  <a:lnTo>
                    <a:pt x="7289395" y="1637661"/>
                  </a:lnTo>
                  <a:lnTo>
                    <a:pt x="7186599" y="1624877"/>
                  </a:lnTo>
                  <a:lnTo>
                    <a:pt x="7086357" y="1613992"/>
                  </a:lnTo>
                  <a:lnTo>
                    <a:pt x="6992784" y="1605040"/>
                  </a:lnTo>
                  <a:lnTo>
                    <a:pt x="6910044" y="1598008"/>
                  </a:lnTo>
                  <a:lnTo>
                    <a:pt x="6841664" y="1592812"/>
                  </a:lnTo>
                  <a:lnTo>
                    <a:pt x="6789847" y="1589269"/>
                  </a:lnTo>
                  <a:lnTo>
                    <a:pt x="6754964" y="1587115"/>
                  </a:lnTo>
                  <a:lnTo>
                    <a:pt x="6735377" y="1586017"/>
                  </a:lnTo>
                  <a:lnTo>
                    <a:pt x="6727556" y="1585618"/>
                  </a:lnTo>
                  <a:lnTo>
                    <a:pt x="6726343" y="1585561"/>
                  </a:lnTo>
                  <a:lnTo>
                    <a:pt x="5254955" y="1585561"/>
                  </a:lnTo>
                  <a:lnTo>
                    <a:pt x="5253748" y="1585522"/>
                  </a:lnTo>
                  <a:lnTo>
                    <a:pt x="5245821" y="1585246"/>
                  </a:lnTo>
                  <a:lnTo>
                    <a:pt x="5225875" y="1584481"/>
                  </a:lnTo>
                  <a:lnTo>
                    <a:pt x="5190303" y="1582977"/>
                  </a:lnTo>
                  <a:lnTo>
                    <a:pt x="5137465" y="1580502"/>
                  </a:lnTo>
                  <a:lnTo>
                    <a:pt x="5067807" y="1576869"/>
                  </a:lnTo>
                  <a:lnTo>
                    <a:pt x="4983657" y="1571956"/>
                  </a:lnTo>
                  <a:lnTo>
                    <a:pt x="4888693" y="1565704"/>
                  </a:lnTo>
                  <a:lnTo>
                    <a:pt x="4787211" y="1558109"/>
                  </a:lnTo>
                  <a:lnTo>
                    <a:pt x="4683414" y="1549194"/>
                  </a:lnTo>
                  <a:lnTo>
                    <a:pt x="4580893" y="1538988"/>
                  </a:lnTo>
                  <a:lnTo>
                    <a:pt x="4482349" y="1527501"/>
                  </a:lnTo>
                  <a:lnTo>
                    <a:pt x="4389550" y="1514705"/>
                  </a:lnTo>
                  <a:lnTo>
                    <a:pt x="4303427" y="1500529"/>
                  </a:lnTo>
                  <a:lnTo>
                    <a:pt x="4224254" y="1484851"/>
                  </a:lnTo>
                  <a:lnTo>
                    <a:pt x="4151821" y="1467500"/>
                  </a:lnTo>
                  <a:lnTo>
                    <a:pt x="4085608" y="1448261"/>
                  </a:lnTo>
                  <a:lnTo>
                    <a:pt x="4024900" y="1426880"/>
                  </a:lnTo>
                  <a:lnTo>
                    <a:pt x="3968892" y="1403085"/>
                  </a:lnTo>
                  <a:lnTo>
                    <a:pt x="3916751" y="1376602"/>
                  </a:lnTo>
                  <a:lnTo>
                    <a:pt x="3867673" y="1347211"/>
                  </a:lnTo>
                  <a:lnTo>
                    <a:pt x="3829811" y="1321301"/>
                  </a:lnTo>
                  <a:lnTo>
                    <a:pt x="3783893" y="1285967"/>
                  </a:lnTo>
                  <a:lnTo>
                    <a:pt x="3739305" y="1247463"/>
                  </a:lnTo>
                  <a:lnTo>
                    <a:pt x="3695606" y="1205734"/>
                  </a:lnTo>
                  <a:lnTo>
                    <a:pt x="3652457" y="1160801"/>
                  </a:lnTo>
                  <a:lnTo>
                    <a:pt x="3609607" y="1112780"/>
                  </a:lnTo>
                  <a:lnTo>
                    <a:pt x="3566877" y="1061882"/>
                  </a:lnTo>
                  <a:lnTo>
                    <a:pt x="3524152" y="1008421"/>
                  </a:lnTo>
                  <a:lnTo>
                    <a:pt x="3481369" y="952805"/>
                  </a:lnTo>
                  <a:lnTo>
                    <a:pt x="3438507" y="895530"/>
                  </a:lnTo>
                  <a:lnTo>
                    <a:pt x="3395579" y="837163"/>
                  </a:lnTo>
                  <a:lnTo>
                    <a:pt x="3352619" y="778317"/>
                  </a:lnTo>
                  <a:lnTo>
                    <a:pt x="3309669" y="719627"/>
                  </a:lnTo>
                  <a:lnTo>
                    <a:pt x="3266770" y="661722"/>
                  </a:lnTo>
                  <a:lnTo>
                    <a:pt x="3223947" y="605195"/>
                  </a:lnTo>
                  <a:lnTo>
                    <a:pt x="3181197" y="550581"/>
                  </a:lnTo>
                  <a:lnTo>
                    <a:pt x="3138481" y="498334"/>
                  </a:lnTo>
                  <a:lnTo>
                    <a:pt x="3095710" y="448816"/>
                  </a:lnTo>
                  <a:lnTo>
                    <a:pt x="3052740" y="402292"/>
                  </a:lnTo>
                  <a:lnTo>
                    <a:pt x="3009357" y="358924"/>
                  </a:lnTo>
                  <a:lnTo>
                    <a:pt x="2965270" y="318782"/>
                  </a:lnTo>
                  <a:lnTo>
                    <a:pt x="2920091" y="281847"/>
                  </a:lnTo>
                  <a:lnTo>
                    <a:pt x="2896531" y="264260"/>
                  </a:lnTo>
                  <a:lnTo>
                    <a:pt x="2849392" y="232438"/>
                  </a:lnTo>
                  <a:lnTo>
                    <a:pt x="2799782" y="203621"/>
                  </a:lnTo>
                  <a:lnTo>
                    <a:pt x="2746957" y="177678"/>
                  </a:lnTo>
                  <a:lnTo>
                    <a:pt x="2690106" y="154370"/>
                  </a:lnTo>
                  <a:lnTo>
                    <a:pt x="2628396" y="133425"/>
                  </a:lnTo>
                  <a:lnTo>
                    <a:pt x="2561032" y="114569"/>
                  </a:lnTo>
                  <a:lnTo>
                    <a:pt x="2487331" y="97556"/>
                  </a:lnTo>
                  <a:lnTo>
                    <a:pt x="2406818" y="82180"/>
                  </a:lnTo>
                  <a:lnTo>
                    <a:pt x="2319367" y="68279"/>
                  </a:lnTo>
                  <a:lnTo>
                    <a:pt x="2225362" y="55740"/>
                  </a:lnTo>
                  <a:lnTo>
                    <a:pt x="2125884" y="44501"/>
                  </a:lnTo>
                  <a:lnTo>
                    <a:pt x="2022876" y="34543"/>
                  </a:lnTo>
                  <a:lnTo>
                    <a:pt x="1919222" y="25881"/>
                  </a:lnTo>
                  <a:lnTo>
                    <a:pt x="1818660" y="18543"/>
                  </a:lnTo>
                  <a:lnTo>
                    <a:pt x="1725459" y="12552"/>
                  </a:lnTo>
                  <a:lnTo>
                    <a:pt x="1643854" y="7893"/>
                  </a:lnTo>
                  <a:lnTo>
                    <a:pt x="1577316" y="4495"/>
                  </a:lnTo>
                  <a:lnTo>
                    <a:pt x="1527843" y="2224"/>
                  </a:lnTo>
                  <a:lnTo>
                    <a:pt x="1495482" y="882"/>
                  </a:lnTo>
                  <a:lnTo>
                    <a:pt x="1478196" y="231"/>
                  </a:lnTo>
                  <a:lnTo>
                    <a:pt x="1472028" y="20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27" name="pl27"/>
            <p:cNvSpPr/>
            <p:nvPr/>
          </p:nvSpPr>
          <p:spPr>
            <a:xfrm>
              <a:off x="4799595" y="4137951"/>
              <a:ext cx="11981298" cy="3906693"/>
            </a:xfrm>
            <a:custGeom>
              <a:avLst/>
              <a:pathLst>
                <a:path w="11981298" h="3906693">
                  <a:moveTo>
                    <a:pt x="0" y="0"/>
                  </a:moveTo>
                  <a:lnTo>
                    <a:pt x="1471387" y="0"/>
                  </a:lnTo>
                  <a:lnTo>
                    <a:pt x="1472594" y="38"/>
                  </a:lnTo>
                  <a:lnTo>
                    <a:pt x="1480521" y="315"/>
                  </a:lnTo>
                  <a:lnTo>
                    <a:pt x="1500467" y="1079"/>
                  </a:lnTo>
                  <a:lnTo>
                    <a:pt x="1536039" y="2583"/>
                  </a:lnTo>
                  <a:lnTo>
                    <a:pt x="1588877" y="5059"/>
                  </a:lnTo>
                  <a:lnTo>
                    <a:pt x="1658535" y="8691"/>
                  </a:lnTo>
                  <a:lnTo>
                    <a:pt x="1742685" y="13605"/>
                  </a:lnTo>
                  <a:lnTo>
                    <a:pt x="1837649" y="19856"/>
                  </a:lnTo>
                  <a:lnTo>
                    <a:pt x="1939132" y="27452"/>
                  </a:lnTo>
                  <a:lnTo>
                    <a:pt x="2042928" y="36367"/>
                  </a:lnTo>
                  <a:lnTo>
                    <a:pt x="2145450" y="46572"/>
                  </a:lnTo>
                  <a:lnTo>
                    <a:pt x="2243993" y="58060"/>
                  </a:lnTo>
                  <a:lnTo>
                    <a:pt x="2336793" y="70855"/>
                  </a:lnTo>
                  <a:lnTo>
                    <a:pt x="2422915" y="85031"/>
                  </a:lnTo>
                  <a:lnTo>
                    <a:pt x="2502089" y="100710"/>
                  </a:lnTo>
                  <a:lnTo>
                    <a:pt x="2574521" y="118061"/>
                  </a:lnTo>
                  <a:lnTo>
                    <a:pt x="2640734" y="137300"/>
                  </a:lnTo>
                  <a:lnTo>
                    <a:pt x="2701442" y="158680"/>
                  </a:lnTo>
                  <a:lnTo>
                    <a:pt x="2757450" y="182476"/>
                  </a:lnTo>
                  <a:lnTo>
                    <a:pt x="2809592" y="208958"/>
                  </a:lnTo>
                  <a:lnTo>
                    <a:pt x="2858670" y="238349"/>
                  </a:lnTo>
                  <a:lnTo>
                    <a:pt x="2896531" y="264260"/>
                  </a:lnTo>
                  <a:lnTo>
                    <a:pt x="2942449" y="299594"/>
                  </a:lnTo>
                  <a:lnTo>
                    <a:pt x="2987037" y="338097"/>
                  </a:lnTo>
                  <a:lnTo>
                    <a:pt x="3030736" y="379827"/>
                  </a:lnTo>
                  <a:lnTo>
                    <a:pt x="3073885" y="424760"/>
                  </a:lnTo>
                  <a:lnTo>
                    <a:pt x="3116735" y="472781"/>
                  </a:lnTo>
                  <a:lnTo>
                    <a:pt x="3159465" y="523678"/>
                  </a:lnTo>
                  <a:lnTo>
                    <a:pt x="3202190" y="577140"/>
                  </a:lnTo>
                  <a:lnTo>
                    <a:pt x="3244973" y="632756"/>
                  </a:lnTo>
                  <a:lnTo>
                    <a:pt x="3287835" y="690030"/>
                  </a:lnTo>
                  <a:lnTo>
                    <a:pt x="3330763" y="748398"/>
                  </a:lnTo>
                  <a:lnTo>
                    <a:pt x="3373723" y="807244"/>
                  </a:lnTo>
                  <a:lnTo>
                    <a:pt x="3416673" y="865934"/>
                  </a:lnTo>
                  <a:lnTo>
                    <a:pt x="3459572" y="923838"/>
                  </a:lnTo>
                  <a:lnTo>
                    <a:pt x="3502395" y="980365"/>
                  </a:lnTo>
                  <a:lnTo>
                    <a:pt x="3545145" y="1034980"/>
                  </a:lnTo>
                  <a:lnTo>
                    <a:pt x="3587861" y="1087227"/>
                  </a:lnTo>
                  <a:lnTo>
                    <a:pt x="3630632" y="1136744"/>
                  </a:lnTo>
                  <a:lnTo>
                    <a:pt x="3673602" y="1183269"/>
                  </a:lnTo>
                  <a:lnTo>
                    <a:pt x="3716985" y="1226636"/>
                  </a:lnTo>
                  <a:lnTo>
                    <a:pt x="3761072" y="1266779"/>
                  </a:lnTo>
                  <a:lnTo>
                    <a:pt x="3806251" y="1303713"/>
                  </a:lnTo>
                  <a:lnTo>
                    <a:pt x="3829811" y="1321301"/>
                  </a:lnTo>
                  <a:lnTo>
                    <a:pt x="3876950" y="1353123"/>
                  </a:lnTo>
                  <a:lnTo>
                    <a:pt x="3926561" y="1381939"/>
                  </a:lnTo>
                  <a:lnTo>
                    <a:pt x="3979385" y="1407883"/>
                  </a:lnTo>
                  <a:lnTo>
                    <a:pt x="4036236" y="1431190"/>
                  </a:lnTo>
                  <a:lnTo>
                    <a:pt x="4097946" y="1452136"/>
                  </a:lnTo>
                  <a:lnTo>
                    <a:pt x="4165310" y="1470992"/>
                  </a:lnTo>
                  <a:lnTo>
                    <a:pt x="4239012" y="1488004"/>
                  </a:lnTo>
                  <a:lnTo>
                    <a:pt x="4319524" y="1503381"/>
                  </a:lnTo>
                  <a:lnTo>
                    <a:pt x="4406975" y="1517282"/>
                  </a:lnTo>
                  <a:lnTo>
                    <a:pt x="4500981" y="1529821"/>
                  </a:lnTo>
                  <a:lnTo>
                    <a:pt x="4600459" y="1541060"/>
                  </a:lnTo>
                  <a:lnTo>
                    <a:pt x="4703466" y="1551017"/>
                  </a:lnTo>
                  <a:lnTo>
                    <a:pt x="4807120" y="1559680"/>
                  </a:lnTo>
                  <a:lnTo>
                    <a:pt x="4907683" y="1567017"/>
                  </a:lnTo>
                  <a:lnTo>
                    <a:pt x="5000883" y="1573009"/>
                  </a:lnTo>
                  <a:lnTo>
                    <a:pt x="5082488" y="1577668"/>
                  </a:lnTo>
                  <a:lnTo>
                    <a:pt x="5149026" y="1581065"/>
                  </a:lnTo>
                  <a:lnTo>
                    <a:pt x="5198499" y="1583337"/>
                  </a:lnTo>
                  <a:lnTo>
                    <a:pt x="5230860" y="1584679"/>
                  </a:lnTo>
                  <a:lnTo>
                    <a:pt x="5248147" y="1585329"/>
                  </a:lnTo>
                  <a:lnTo>
                    <a:pt x="5254314" y="1585541"/>
                  </a:lnTo>
                  <a:lnTo>
                    <a:pt x="5254955" y="1585561"/>
                  </a:lnTo>
                  <a:lnTo>
                    <a:pt x="6726343" y="1585561"/>
                  </a:lnTo>
                  <a:lnTo>
                    <a:pt x="6727517" y="1585616"/>
                  </a:lnTo>
                  <a:lnTo>
                    <a:pt x="6735234" y="1586010"/>
                  </a:lnTo>
                  <a:lnTo>
                    <a:pt x="6754669" y="1587098"/>
                  </a:lnTo>
                  <a:lnTo>
                    <a:pt x="6789369" y="1589239"/>
                  </a:lnTo>
                  <a:lnTo>
                    <a:pt x="6840997" y="1592764"/>
                  </a:lnTo>
                  <a:lnTo>
                    <a:pt x="6909203" y="1597941"/>
                  </a:lnTo>
                  <a:lnTo>
                    <a:pt x="6991802" y="1604952"/>
                  </a:lnTo>
                  <a:lnTo>
                    <a:pt x="7085277" y="1613883"/>
                  </a:lnTo>
                  <a:lnTo>
                    <a:pt x="7185468" y="1624746"/>
                  </a:lnTo>
                  <a:lnTo>
                    <a:pt x="7288257" y="1637509"/>
                  </a:lnTo>
                  <a:lnTo>
                    <a:pt x="7390085" y="1652129"/>
                  </a:lnTo>
                  <a:lnTo>
                    <a:pt x="7488235" y="1668590"/>
                  </a:lnTo>
                  <a:lnTo>
                    <a:pt x="7580896" y="1686924"/>
                  </a:lnTo>
                  <a:lnTo>
                    <a:pt x="7667074" y="1707225"/>
                  </a:lnTo>
                  <a:lnTo>
                    <a:pt x="7746436" y="1729657"/>
                  </a:lnTo>
                  <a:lnTo>
                    <a:pt x="7819130" y="1754455"/>
                  </a:lnTo>
                  <a:lnTo>
                    <a:pt x="7885630" y="1781916"/>
                  </a:lnTo>
                  <a:lnTo>
                    <a:pt x="7946607" y="1812394"/>
                  </a:lnTo>
                  <a:lnTo>
                    <a:pt x="8002835" y="1846275"/>
                  </a:lnTo>
                  <a:lnTo>
                    <a:pt x="8055125" y="1883951"/>
                  </a:lnTo>
                  <a:lnTo>
                    <a:pt x="8104266" y="1925757"/>
                  </a:lnTo>
                  <a:lnTo>
                    <a:pt x="8150981" y="1971882"/>
                  </a:lnTo>
                  <a:lnTo>
                    <a:pt x="8151487" y="1972416"/>
                  </a:lnTo>
                  <a:lnTo>
                    <a:pt x="8192127" y="2017873"/>
                  </a:lnTo>
                  <a:lnTo>
                    <a:pt x="8231684" y="2066938"/>
                  </a:lnTo>
                  <a:lnTo>
                    <a:pt x="8270478" y="2119682"/>
                  </a:lnTo>
                  <a:lnTo>
                    <a:pt x="8308759" y="2176108"/>
                  </a:lnTo>
                  <a:lnTo>
                    <a:pt x="8346724" y="2236138"/>
                  </a:lnTo>
                  <a:lnTo>
                    <a:pt x="8384521" y="2299612"/>
                  </a:lnTo>
                  <a:lnTo>
                    <a:pt x="8422257" y="2366278"/>
                  </a:lnTo>
                  <a:lnTo>
                    <a:pt x="8460002" y="2435797"/>
                  </a:lnTo>
                  <a:lnTo>
                    <a:pt x="8497796" y="2507744"/>
                  </a:lnTo>
                  <a:lnTo>
                    <a:pt x="8535651" y="2581618"/>
                  </a:lnTo>
                  <a:lnTo>
                    <a:pt x="8573561" y="2656854"/>
                  </a:lnTo>
                  <a:lnTo>
                    <a:pt x="8611504" y="2732839"/>
                  </a:lnTo>
                  <a:lnTo>
                    <a:pt x="8649454" y="2808936"/>
                  </a:lnTo>
                  <a:lnTo>
                    <a:pt x="8687378" y="2884504"/>
                  </a:lnTo>
                  <a:lnTo>
                    <a:pt x="8725254" y="2958920"/>
                  </a:lnTo>
                  <a:lnTo>
                    <a:pt x="8763069" y="3031600"/>
                  </a:lnTo>
                  <a:lnTo>
                    <a:pt x="8800827" y="3102019"/>
                  </a:lnTo>
                  <a:lnTo>
                    <a:pt x="8838560" y="3169724"/>
                  </a:lnTo>
                  <a:lnTo>
                    <a:pt x="8876326" y="3234345"/>
                  </a:lnTo>
                  <a:lnTo>
                    <a:pt x="8914218" y="3295600"/>
                  </a:lnTo>
                  <a:lnTo>
                    <a:pt x="8952369" y="3353296"/>
                  </a:lnTo>
                  <a:lnTo>
                    <a:pt x="8990958" y="3407329"/>
                  </a:lnTo>
                  <a:lnTo>
                    <a:pt x="9030216" y="3457673"/>
                  </a:lnTo>
                  <a:lnTo>
                    <a:pt x="9070438" y="3504377"/>
                  </a:lnTo>
                  <a:lnTo>
                    <a:pt x="9084767" y="3519837"/>
                  </a:lnTo>
                  <a:lnTo>
                    <a:pt x="9131458" y="3566011"/>
                  </a:lnTo>
                  <a:lnTo>
                    <a:pt x="9180569" y="3607863"/>
                  </a:lnTo>
                  <a:lnTo>
                    <a:pt x="9232819" y="3645583"/>
                  </a:lnTo>
                  <a:lnTo>
                    <a:pt x="9289000" y="3679504"/>
                  </a:lnTo>
                  <a:lnTo>
                    <a:pt x="9349919" y="3710017"/>
                  </a:lnTo>
                  <a:lnTo>
                    <a:pt x="9416354" y="3737510"/>
                  </a:lnTo>
                  <a:lnTo>
                    <a:pt x="9488976" y="3762335"/>
                  </a:lnTo>
                  <a:lnTo>
                    <a:pt x="9568263" y="3784793"/>
                  </a:lnTo>
                  <a:lnTo>
                    <a:pt x="9654367" y="3805116"/>
                  </a:lnTo>
                  <a:lnTo>
                    <a:pt x="9746960" y="3823471"/>
                  </a:lnTo>
                  <a:lnTo>
                    <a:pt x="9845058" y="3839953"/>
                  </a:lnTo>
                  <a:lnTo>
                    <a:pt x="9946858" y="3854593"/>
                  </a:lnTo>
                  <a:lnTo>
                    <a:pt x="10049655" y="3867377"/>
                  </a:lnTo>
                  <a:lnTo>
                    <a:pt x="10149896" y="3878261"/>
                  </a:lnTo>
                  <a:lnTo>
                    <a:pt x="10243469" y="3887214"/>
                  </a:lnTo>
                  <a:lnTo>
                    <a:pt x="10326209" y="3894245"/>
                  </a:lnTo>
                  <a:lnTo>
                    <a:pt x="10394589" y="3899442"/>
                  </a:lnTo>
                  <a:lnTo>
                    <a:pt x="10446406" y="3902984"/>
                  </a:lnTo>
                  <a:lnTo>
                    <a:pt x="10481289" y="3905139"/>
                  </a:lnTo>
                  <a:lnTo>
                    <a:pt x="10500876" y="3906236"/>
                  </a:lnTo>
                  <a:lnTo>
                    <a:pt x="10508697" y="3906636"/>
                  </a:lnTo>
                  <a:lnTo>
                    <a:pt x="10509911" y="3906693"/>
                  </a:lnTo>
                  <a:lnTo>
                    <a:pt x="10509911" y="3906693"/>
                  </a:lnTo>
                  <a:lnTo>
                    <a:pt x="11981298" y="390669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8" name="pl28"/>
            <p:cNvSpPr/>
            <p:nvPr/>
          </p:nvSpPr>
          <p:spPr>
            <a:xfrm>
              <a:off x="4799595" y="4129778"/>
              <a:ext cx="11981298" cy="3906693"/>
            </a:xfrm>
            <a:custGeom>
              <a:avLst/>
              <a:pathLst>
                <a:path w="11981298" h="3906693">
                  <a:moveTo>
                    <a:pt x="11981298" y="3906693"/>
                  </a:moveTo>
                  <a:lnTo>
                    <a:pt x="10509911" y="3906693"/>
                  </a:lnTo>
                  <a:lnTo>
                    <a:pt x="10508736" y="3906638"/>
                  </a:lnTo>
                  <a:lnTo>
                    <a:pt x="10501019" y="3906244"/>
                  </a:lnTo>
                  <a:lnTo>
                    <a:pt x="10481584" y="3905156"/>
                  </a:lnTo>
                  <a:lnTo>
                    <a:pt x="10446884" y="3903015"/>
                  </a:lnTo>
                  <a:lnTo>
                    <a:pt x="10395256" y="3899490"/>
                  </a:lnTo>
                  <a:lnTo>
                    <a:pt x="10327050" y="3894313"/>
                  </a:lnTo>
                  <a:lnTo>
                    <a:pt x="10244452" y="3887302"/>
                  </a:lnTo>
                  <a:lnTo>
                    <a:pt x="10150976" y="3878371"/>
                  </a:lnTo>
                  <a:lnTo>
                    <a:pt x="10050785" y="3867508"/>
                  </a:lnTo>
                  <a:lnTo>
                    <a:pt x="9947997" y="3854745"/>
                  </a:lnTo>
                  <a:lnTo>
                    <a:pt x="9846169" y="3840125"/>
                  </a:lnTo>
                  <a:lnTo>
                    <a:pt x="9748018" y="3823664"/>
                  </a:lnTo>
                  <a:lnTo>
                    <a:pt x="9655357" y="3805330"/>
                  </a:lnTo>
                  <a:lnTo>
                    <a:pt x="9569179" y="3785029"/>
                  </a:lnTo>
                  <a:lnTo>
                    <a:pt x="9489817" y="3762596"/>
                  </a:lnTo>
                  <a:lnTo>
                    <a:pt x="9417123" y="3737799"/>
                  </a:lnTo>
                  <a:lnTo>
                    <a:pt x="9350623" y="3710338"/>
                  </a:lnTo>
                  <a:lnTo>
                    <a:pt x="9289646" y="3679860"/>
                  </a:lnTo>
                  <a:lnTo>
                    <a:pt x="9233418" y="3645979"/>
                  </a:lnTo>
                  <a:lnTo>
                    <a:pt x="9181128" y="3608303"/>
                  </a:lnTo>
                  <a:lnTo>
                    <a:pt x="9131987" y="3566497"/>
                  </a:lnTo>
                  <a:lnTo>
                    <a:pt x="9085273" y="3520372"/>
                  </a:lnTo>
                  <a:lnTo>
                    <a:pt x="9084767" y="3519837"/>
                  </a:lnTo>
                  <a:lnTo>
                    <a:pt x="9044126" y="3474381"/>
                  </a:lnTo>
                  <a:lnTo>
                    <a:pt x="9004569" y="3425316"/>
                  </a:lnTo>
                  <a:lnTo>
                    <a:pt x="8965776" y="3372572"/>
                  </a:lnTo>
                  <a:lnTo>
                    <a:pt x="8927495" y="3316146"/>
                  </a:lnTo>
                  <a:lnTo>
                    <a:pt x="8889530" y="3256115"/>
                  </a:lnTo>
                  <a:lnTo>
                    <a:pt x="8851732" y="3192642"/>
                  </a:lnTo>
                  <a:lnTo>
                    <a:pt x="8813996" y="3125976"/>
                  </a:lnTo>
                  <a:lnTo>
                    <a:pt x="8776251" y="3056457"/>
                  </a:lnTo>
                  <a:lnTo>
                    <a:pt x="8738458" y="2984509"/>
                  </a:lnTo>
                  <a:lnTo>
                    <a:pt x="8700603" y="2910636"/>
                  </a:lnTo>
                  <a:lnTo>
                    <a:pt x="8662693" y="2835400"/>
                  </a:lnTo>
                  <a:lnTo>
                    <a:pt x="8624749" y="2759415"/>
                  </a:lnTo>
                  <a:lnTo>
                    <a:pt x="8586800" y="2683318"/>
                  </a:lnTo>
                  <a:lnTo>
                    <a:pt x="8548875" y="2607749"/>
                  </a:lnTo>
                  <a:lnTo>
                    <a:pt x="8510999" y="2533333"/>
                  </a:lnTo>
                  <a:lnTo>
                    <a:pt x="8473185" y="2460653"/>
                  </a:lnTo>
                  <a:lnTo>
                    <a:pt x="8435426" y="2390235"/>
                  </a:lnTo>
                  <a:lnTo>
                    <a:pt x="8397693" y="2322530"/>
                  </a:lnTo>
                  <a:lnTo>
                    <a:pt x="8359927" y="2257909"/>
                  </a:lnTo>
                  <a:lnTo>
                    <a:pt x="8322035" y="2196654"/>
                  </a:lnTo>
                  <a:lnTo>
                    <a:pt x="8283884" y="2138957"/>
                  </a:lnTo>
                  <a:lnTo>
                    <a:pt x="8245295" y="2084925"/>
                  </a:lnTo>
                  <a:lnTo>
                    <a:pt x="8206037" y="2034580"/>
                  </a:lnTo>
                  <a:lnTo>
                    <a:pt x="8165815" y="1987877"/>
                  </a:lnTo>
                  <a:lnTo>
                    <a:pt x="8151487" y="1972416"/>
                  </a:lnTo>
                  <a:lnTo>
                    <a:pt x="8104795" y="1926243"/>
                  </a:lnTo>
                  <a:lnTo>
                    <a:pt x="8055685" y="1884391"/>
                  </a:lnTo>
                  <a:lnTo>
                    <a:pt x="8003434" y="1846671"/>
                  </a:lnTo>
                  <a:lnTo>
                    <a:pt x="7947254" y="1812749"/>
                  </a:lnTo>
                  <a:lnTo>
                    <a:pt x="7886334" y="1782236"/>
                  </a:lnTo>
                  <a:lnTo>
                    <a:pt x="7819899" y="1754744"/>
                  </a:lnTo>
                  <a:lnTo>
                    <a:pt x="7747277" y="1729918"/>
                  </a:lnTo>
                  <a:lnTo>
                    <a:pt x="7667990" y="1707461"/>
                  </a:lnTo>
                  <a:lnTo>
                    <a:pt x="7581886" y="1687138"/>
                  </a:lnTo>
                  <a:lnTo>
                    <a:pt x="7489293" y="1668783"/>
                  </a:lnTo>
                  <a:lnTo>
                    <a:pt x="7391195" y="1652301"/>
                  </a:lnTo>
                  <a:lnTo>
                    <a:pt x="7289395" y="1637661"/>
                  </a:lnTo>
                  <a:lnTo>
                    <a:pt x="7186599" y="1624877"/>
                  </a:lnTo>
                  <a:lnTo>
                    <a:pt x="7086357" y="1613992"/>
                  </a:lnTo>
                  <a:lnTo>
                    <a:pt x="6992784" y="1605040"/>
                  </a:lnTo>
                  <a:lnTo>
                    <a:pt x="6910044" y="1598008"/>
                  </a:lnTo>
                  <a:lnTo>
                    <a:pt x="6841664" y="1592812"/>
                  </a:lnTo>
                  <a:lnTo>
                    <a:pt x="6789847" y="1589269"/>
                  </a:lnTo>
                  <a:lnTo>
                    <a:pt x="6754964" y="1587115"/>
                  </a:lnTo>
                  <a:lnTo>
                    <a:pt x="6735377" y="1586017"/>
                  </a:lnTo>
                  <a:lnTo>
                    <a:pt x="6727556" y="1585618"/>
                  </a:lnTo>
                  <a:lnTo>
                    <a:pt x="6726343" y="1585561"/>
                  </a:lnTo>
                  <a:lnTo>
                    <a:pt x="6726343" y="1585561"/>
                  </a:lnTo>
                  <a:lnTo>
                    <a:pt x="5254955" y="1585561"/>
                  </a:lnTo>
                  <a:lnTo>
                    <a:pt x="5253748" y="1585522"/>
                  </a:lnTo>
                  <a:lnTo>
                    <a:pt x="5245821" y="1585246"/>
                  </a:lnTo>
                  <a:lnTo>
                    <a:pt x="5225875" y="1584481"/>
                  </a:lnTo>
                  <a:lnTo>
                    <a:pt x="5190303" y="1582977"/>
                  </a:lnTo>
                  <a:lnTo>
                    <a:pt x="5137465" y="1580502"/>
                  </a:lnTo>
                  <a:lnTo>
                    <a:pt x="5067807" y="1576869"/>
                  </a:lnTo>
                  <a:lnTo>
                    <a:pt x="4983657" y="1571956"/>
                  </a:lnTo>
                  <a:lnTo>
                    <a:pt x="4888693" y="1565704"/>
                  </a:lnTo>
                  <a:lnTo>
                    <a:pt x="4787211" y="1558109"/>
                  </a:lnTo>
                  <a:lnTo>
                    <a:pt x="4683414" y="1549194"/>
                  </a:lnTo>
                  <a:lnTo>
                    <a:pt x="4580893" y="1538988"/>
                  </a:lnTo>
                  <a:lnTo>
                    <a:pt x="4482349" y="1527501"/>
                  </a:lnTo>
                  <a:lnTo>
                    <a:pt x="4389550" y="1514705"/>
                  </a:lnTo>
                  <a:lnTo>
                    <a:pt x="4303427" y="1500529"/>
                  </a:lnTo>
                  <a:lnTo>
                    <a:pt x="4224254" y="1484851"/>
                  </a:lnTo>
                  <a:lnTo>
                    <a:pt x="4151821" y="1467500"/>
                  </a:lnTo>
                  <a:lnTo>
                    <a:pt x="4085608" y="1448261"/>
                  </a:lnTo>
                  <a:lnTo>
                    <a:pt x="4024900" y="1426880"/>
                  </a:lnTo>
                  <a:lnTo>
                    <a:pt x="3968892" y="1403085"/>
                  </a:lnTo>
                  <a:lnTo>
                    <a:pt x="3916751" y="1376602"/>
                  </a:lnTo>
                  <a:lnTo>
                    <a:pt x="3867673" y="1347211"/>
                  </a:lnTo>
                  <a:lnTo>
                    <a:pt x="3829811" y="1321301"/>
                  </a:lnTo>
                  <a:lnTo>
                    <a:pt x="3783893" y="1285967"/>
                  </a:lnTo>
                  <a:lnTo>
                    <a:pt x="3739305" y="1247463"/>
                  </a:lnTo>
                  <a:lnTo>
                    <a:pt x="3695606" y="1205734"/>
                  </a:lnTo>
                  <a:lnTo>
                    <a:pt x="3652457" y="1160801"/>
                  </a:lnTo>
                  <a:lnTo>
                    <a:pt x="3609607" y="1112780"/>
                  </a:lnTo>
                  <a:lnTo>
                    <a:pt x="3566877" y="1061882"/>
                  </a:lnTo>
                  <a:lnTo>
                    <a:pt x="3524152" y="1008421"/>
                  </a:lnTo>
                  <a:lnTo>
                    <a:pt x="3481369" y="952805"/>
                  </a:lnTo>
                  <a:lnTo>
                    <a:pt x="3438507" y="895530"/>
                  </a:lnTo>
                  <a:lnTo>
                    <a:pt x="3395579" y="837163"/>
                  </a:lnTo>
                  <a:lnTo>
                    <a:pt x="3352619" y="778317"/>
                  </a:lnTo>
                  <a:lnTo>
                    <a:pt x="3309669" y="719627"/>
                  </a:lnTo>
                  <a:lnTo>
                    <a:pt x="3266770" y="661722"/>
                  </a:lnTo>
                  <a:lnTo>
                    <a:pt x="3223947" y="605195"/>
                  </a:lnTo>
                  <a:lnTo>
                    <a:pt x="3181197" y="550581"/>
                  </a:lnTo>
                  <a:lnTo>
                    <a:pt x="3138481" y="498334"/>
                  </a:lnTo>
                  <a:lnTo>
                    <a:pt x="3095710" y="448816"/>
                  </a:lnTo>
                  <a:lnTo>
                    <a:pt x="3052740" y="402292"/>
                  </a:lnTo>
                  <a:lnTo>
                    <a:pt x="3009357" y="358924"/>
                  </a:lnTo>
                  <a:lnTo>
                    <a:pt x="2965270" y="318782"/>
                  </a:lnTo>
                  <a:lnTo>
                    <a:pt x="2920091" y="281847"/>
                  </a:lnTo>
                  <a:lnTo>
                    <a:pt x="2896531" y="264260"/>
                  </a:lnTo>
                  <a:lnTo>
                    <a:pt x="2849392" y="232438"/>
                  </a:lnTo>
                  <a:lnTo>
                    <a:pt x="2799782" y="203621"/>
                  </a:lnTo>
                  <a:lnTo>
                    <a:pt x="2746957" y="177678"/>
                  </a:lnTo>
                  <a:lnTo>
                    <a:pt x="2690106" y="154370"/>
                  </a:lnTo>
                  <a:lnTo>
                    <a:pt x="2628396" y="133425"/>
                  </a:lnTo>
                  <a:lnTo>
                    <a:pt x="2561032" y="114569"/>
                  </a:lnTo>
                  <a:lnTo>
                    <a:pt x="2487331" y="97556"/>
                  </a:lnTo>
                  <a:lnTo>
                    <a:pt x="2406818" y="82180"/>
                  </a:lnTo>
                  <a:lnTo>
                    <a:pt x="2319367" y="68279"/>
                  </a:lnTo>
                  <a:lnTo>
                    <a:pt x="2225362" y="55740"/>
                  </a:lnTo>
                  <a:lnTo>
                    <a:pt x="2125884" y="44501"/>
                  </a:lnTo>
                  <a:lnTo>
                    <a:pt x="2022876" y="34543"/>
                  </a:lnTo>
                  <a:lnTo>
                    <a:pt x="1919222" y="25881"/>
                  </a:lnTo>
                  <a:lnTo>
                    <a:pt x="1818660" y="18543"/>
                  </a:lnTo>
                  <a:lnTo>
                    <a:pt x="1725459" y="12552"/>
                  </a:lnTo>
                  <a:lnTo>
                    <a:pt x="1643854" y="7893"/>
                  </a:lnTo>
                  <a:lnTo>
                    <a:pt x="1577316" y="4495"/>
                  </a:lnTo>
                  <a:lnTo>
                    <a:pt x="1527843" y="2224"/>
                  </a:lnTo>
                  <a:lnTo>
                    <a:pt x="1495482" y="882"/>
                  </a:lnTo>
                  <a:lnTo>
                    <a:pt x="1478196" y="231"/>
                  </a:lnTo>
                  <a:lnTo>
                    <a:pt x="1472028" y="20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9" name="pg29"/>
            <p:cNvSpPr/>
            <p:nvPr/>
          </p:nvSpPr>
          <p:spPr>
            <a:xfrm>
              <a:off x="4799595" y="4137951"/>
              <a:ext cx="11981298" cy="5255237"/>
            </a:xfrm>
            <a:custGeom>
              <a:avLst/>
              <a:pathLst>
                <a:path w="11981298" h="5255237">
                  <a:moveTo>
                    <a:pt x="0" y="8172"/>
                  </a:moveTo>
                  <a:lnTo>
                    <a:pt x="1471387" y="8172"/>
                  </a:lnTo>
                  <a:lnTo>
                    <a:pt x="1472593" y="8212"/>
                  </a:lnTo>
                  <a:lnTo>
                    <a:pt x="1480512" y="8494"/>
                  </a:lnTo>
                  <a:lnTo>
                    <a:pt x="1500439" y="9273"/>
                  </a:lnTo>
                  <a:lnTo>
                    <a:pt x="1535978" y="10807"/>
                  </a:lnTo>
                  <a:lnTo>
                    <a:pt x="1588770" y="13331"/>
                  </a:lnTo>
                  <a:lnTo>
                    <a:pt x="1658375" y="17035"/>
                  </a:lnTo>
                  <a:lnTo>
                    <a:pt x="1742467" y="22044"/>
                  </a:lnTo>
                  <a:lnTo>
                    <a:pt x="1837375" y="28419"/>
                  </a:lnTo>
                  <a:lnTo>
                    <a:pt x="1938810" y="36165"/>
                  </a:lnTo>
                  <a:lnTo>
                    <a:pt x="2042570" y="45256"/>
                  </a:lnTo>
                  <a:lnTo>
                    <a:pt x="2145066" y="55664"/>
                  </a:lnTo>
                  <a:lnTo>
                    <a:pt x="2243595" y="67378"/>
                  </a:lnTo>
                  <a:lnTo>
                    <a:pt x="2336390" y="80427"/>
                  </a:lnTo>
                  <a:lnTo>
                    <a:pt x="2422514" y="94884"/>
                  </a:lnTo>
                  <a:lnTo>
                    <a:pt x="2501695" y="110872"/>
                  </a:lnTo>
                  <a:lnTo>
                    <a:pt x="2574137" y="128565"/>
                  </a:lnTo>
                  <a:lnTo>
                    <a:pt x="2640362" y="148182"/>
                  </a:lnTo>
                  <a:lnTo>
                    <a:pt x="2701079" y="169982"/>
                  </a:lnTo>
                  <a:lnTo>
                    <a:pt x="2757096" y="194243"/>
                  </a:lnTo>
                  <a:lnTo>
                    <a:pt x="2809242" y="221243"/>
                  </a:lnTo>
                  <a:lnTo>
                    <a:pt x="2858322" y="251208"/>
                  </a:lnTo>
                  <a:lnTo>
                    <a:pt x="2896531" y="277881"/>
                  </a:lnTo>
                  <a:lnTo>
                    <a:pt x="2942189" y="313727"/>
                  </a:lnTo>
                  <a:lnTo>
                    <a:pt x="2986528" y="352769"/>
                  </a:lnTo>
                  <a:lnTo>
                    <a:pt x="3029985" y="395066"/>
                  </a:lnTo>
                  <a:lnTo>
                    <a:pt x="3072893" y="440596"/>
                  </a:lnTo>
                  <a:lnTo>
                    <a:pt x="3115501" y="489246"/>
                  </a:lnTo>
                  <a:lnTo>
                    <a:pt x="3157986" y="540805"/>
                  </a:lnTo>
                  <a:lnTo>
                    <a:pt x="3200463" y="594963"/>
                  </a:lnTo>
                  <a:lnTo>
                    <a:pt x="3242997" y="651314"/>
                  </a:lnTo>
                  <a:lnTo>
                    <a:pt x="3285608" y="709363"/>
                  </a:lnTo>
                  <a:lnTo>
                    <a:pt x="3328285" y="768546"/>
                  </a:lnTo>
                  <a:lnTo>
                    <a:pt x="3370997" y="828248"/>
                  </a:lnTo>
                  <a:lnTo>
                    <a:pt x="3413701" y="887833"/>
                  </a:lnTo>
                  <a:lnTo>
                    <a:pt x="3456357" y="946669"/>
                  </a:lnTo>
                  <a:lnTo>
                    <a:pt x="3498939" y="1004158"/>
                  </a:lnTo>
                  <a:lnTo>
                    <a:pt x="3541448" y="1059759"/>
                  </a:lnTo>
                  <a:lnTo>
                    <a:pt x="3583918" y="1113007"/>
                  </a:lnTo>
                  <a:lnTo>
                    <a:pt x="3626431" y="1163531"/>
                  </a:lnTo>
                  <a:lnTo>
                    <a:pt x="3669125" y="1211056"/>
                  </a:lnTo>
                  <a:lnTo>
                    <a:pt x="3712201" y="1255410"/>
                  </a:lnTo>
                  <a:lnTo>
                    <a:pt x="3755938" y="1296512"/>
                  </a:lnTo>
                  <a:lnTo>
                    <a:pt x="3800704" y="1334372"/>
                  </a:lnTo>
                  <a:lnTo>
                    <a:pt x="3829811" y="1356717"/>
                  </a:lnTo>
                  <a:lnTo>
                    <a:pt x="3876934" y="1389185"/>
                  </a:lnTo>
                  <a:lnTo>
                    <a:pt x="3926525" y="1418587"/>
                  </a:lnTo>
                  <a:lnTo>
                    <a:pt x="3979328" y="1445058"/>
                  </a:lnTo>
                  <a:lnTo>
                    <a:pt x="4036154" y="1468841"/>
                  </a:lnTo>
                  <a:lnTo>
                    <a:pt x="4097835" y="1490215"/>
                  </a:lnTo>
                  <a:lnTo>
                    <a:pt x="4165164" y="1509457"/>
                  </a:lnTo>
                  <a:lnTo>
                    <a:pt x="4238825" y="1526818"/>
                  </a:lnTo>
                  <a:lnTo>
                    <a:pt x="4319292" y="1542510"/>
                  </a:lnTo>
                  <a:lnTo>
                    <a:pt x="4406692" y="1556697"/>
                  </a:lnTo>
                  <a:lnTo>
                    <a:pt x="4500645" y="1569494"/>
                  </a:lnTo>
                  <a:lnTo>
                    <a:pt x="4600072" y="1580966"/>
                  </a:lnTo>
                  <a:lnTo>
                    <a:pt x="4703035" y="1591131"/>
                  </a:lnTo>
                  <a:lnTo>
                    <a:pt x="4806658" y="1599974"/>
                  </a:lnTo>
                  <a:lnTo>
                    <a:pt x="4907210" y="1607467"/>
                  </a:lnTo>
                  <a:lnTo>
                    <a:pt x="5000426" y="1613587"/>
                  </a:lnTo>
                  <a:lnTo>
                    <a:pt x="5082075" y="1618348"/>
                  </a:lnTo>
                  <a:lnTo>
                    <a:pt x="5148684" y="1621821"/>
                  </a:lnTo>
                  <a:lnTo>
                    <a:pt x="5198245" y="1624145"/>
                  </a:lnTo>
                  <a:lnTo>
                    <a:pt x="5230700" y="1625520"/>
                  </a:lnTo>
                  <a:lnTo>
                    <a:pt x="5248071" y="1626187"/>
                  </a:lnTo>
                  <a:lnTo>
                    <a:pt x="5254297" y="1626405"/>
                  </a:lnTo>
                  <a:lnTo>
                    <a:pt x="5254955" y="1626426"/>
                  </a:lnTo>
                  <a:lnTo>
                    <a:pt x="6726343" y="1626426"/>
                  </a:lnTo>
                  <a:lnTo>
                    <a:pt x="6727438" y="1626507"/>
                  </a:lnTo>
                  <a:lnTo>
                    <a:pt x="6734648" y="1627079"/>
                  </a:lnTo>
                  <a:lnTo>
                    <a:pt x="6752842" y="1628662"/>
                  </a:lnTo>
                  <a:lnTo>
                    <a:pt x="6785423" y="1631779"/>
                  </a:lnTo>
                  <a:lnTo>
                    <a:pt x="6834091" y="1636917"/>
                  </a:lnTo>
                  <a:lnTo>
                    <a:pt x="6898714" y="1644479"/>
                  </a:lnTo>
                  <a:lnTo>
                    <a:pt x="6977453" y="1654746"/>
                  </a:lnTo>
                  <a:lnTo>
                    <a:pt x="7067179" y="1667865"/>
                  </a:lnTo>
                  <a:lnTo>
                    <a:pt x="7164067" y="1683870"/>
                  </a:lnTo>
                  <a:lnTo>
                    <a:pt x="7264225" y="1702720"/>
                  </a:lnTo>
                  <a:lnTo>
                    <a:pt x="7364190" y="1724352"/>
                  </a:lnTo>
                  <a:lnTo>
                    <a:pt x="7461227" y="1748731"/>
                  </a:lnTo>
                  <a:lnTo>
                    <a:pt x="7553425" y="1775879"/>
                  </a:lnTo>
                  <a:lnTo>
                    <a:pt x="7639650" y="1805907"/>
                  </a:lnTo>
                  <a:lnTo>
                    <a:pt x="7719416" y="1839021"/>
                  </a:lnTo>
                  <a:lnTo>
                    <a:pt x="7792730" y="1875529"/>
                  </a:lnTo>
                  <a:lnTo>
                    <a:pt x="7859937" y="1915831"/>
                  </a:lnTo>
                  <a:lnTo>
                    <a:pt x="7921605" y="1960414"/>
                  </a:lnTo>
                  <a:lnTo>
                    <a:pt x="7978426" y="2009827"/>
                  </a:lnTo>
                  <a:lnTo>
                    <a:pt x="8031146" y="2064643"/>
                  </a:lnTo>
                  <a:lnTo>
                    <a:pt x="8080517" y="2125402"/>
                  </a:lnTo>
                  <a:lnTo>
                    <a:pt x="8127247" y="2192503"/>
                  </a:lnTo>
                  <a:lnTo>
                    <a:pt x="8151487" y="2231228"/>
                  </a:lnTo>
                  <a:lnTo>
                    <a:pt x="8185498" y="2290170"/>
                  </a:lnTo>
                  <a:lnTo>
                    <a:pt x="8218714" y="2353025"/>
                  </a:lnTo>
                  <a:lnTo>
                    <a:pt x="8251331" y="2419874"/>
                  </a:lnTo>
                  <a:lnTo>
                    <a:pt x="8283511" y="2490745"/>
                  </a:lnTo>
                  <a:lnTo>
                    <a:pt x="8315385" y="2565611"/>
                  </a:lnTo>
                  <a:lnTo>
                    <a:pt x="8347059" y="2644382"/>
                  </a:lnTo>
                  <a:lnTo>
                    <a:pt x="8378619" y="2726906"/>
                  </a:lnTo>
                  <a:lnTo>
                    <a:pt x="8410126" y="2812959"/>
                  </a:lnTo>
                  <a:lnTo>
                    <a:pt x="8441627" y="2902253"/>
                  </a:lnTo>
                  <a:lnTo>
                    <a:pt x="8473152" y="2994431"/>
                  </a:lnTo>
                  <a:lnTo>
                    <a:pt x="8504715" y="3089075"/>
                  </a:lnTo>
                  <a:lnTo>
                    <a:pt x="8536322" y="3185712"/>
                  </a:lnTo>
                  <a:lnTo>
                    <a:pt x="8567968" y="3283822"/>
                  </a:lnTo>
                  <a:lnTo>
                    <a:pt x="8599639" y="3382851"/>
                  </a:lnTo>
                  <a:lnTo>
                    <a:pt x="8631321" y="3482221"/>
                  </a:lnTo>
                  <a:lnTo>
                    <a:pt x="8662996" y="3581347"/>
                  </a:lnTo>
                  <a:lnTo>
                    <a:pt x="8694647" y="3679650"/>
                  </a:lnTo>
                  <a:lnTo>
                    <a:pt x="8726261" y="3776570"/>
                  </a:lnTo>
                  <a:lnTo>
                    <a:pt x="8757831" y="3871581"/>
                  </a:lnTo>
                  <a:lnTo>
                    <a:pt x="8789362" y="3964202"/>
                  </a:lnTo>
                  <a:lnTo>
                    <a:pt x="8820865" y="4054004"/>
                  </a:lnTo>
                  <a:lnTo>
                    <a:pt x="8852369" y="4140621"/>
                  </a:lnTo>
                  <a:lnTo>
                    <a:pt x="8883916" y="4223751"/>
                  </a:lnTo>
                  <a:lnTo>
                    <a:pt x="8915566" y="4303162"/>
                  </a:lnTo>
                  <a:lnTo>
                    <a:pt x="8947400" y="4378688"/>
                  </a:lnTo>
                  <a:lnTo>
                    <a:pt x="8979520" y="4450230"/>
                  </a:lnTo>
                  <a:lnTo>
                    <a:pt x="9012053" y="4517750"/>
                  </a:lnTo>
                  <a:lnTo>
                    <a:pt x="9045157" y="4581268"/>
                  </a:lnTo>
                  <a:lnTo>
                    <a:pt x="9079020" y="4640856"/>
                  </a:lnTo>
                  <a:lnTo>
                    <a:pt x="9084767" y="4650436"/>
                  </a:lnTo>
                  <a:lnTo>
                    <a:pt x="9130343" y="4721014"/>
                  </a:lnTo>
                  <a:lnTo>
                    <a:pt x="9178211" y="4785145"/>
                  </a:lnTo>
                  <a:lnTo>
                    <a:pt x="9229041" y="4843093"/>
                  </a:lnTo>
                  <a:lnTo>
                    <a:pt x="9283564" y="4895338"/>
                  </a:lnTo>
                  <a:lnTo>
                    <a:pt x="9342537" y="4942445"/>
                  </a:lnTo>
                  <a:lnTo>
                    <a:pt x="9406688" y="4984982"/>
                  </a:lnTo>
                  <a:lnTo>
                    <a:pt x="9476661" y="5023473"/>
                  </a:lnTo>
                  <a:lnTo>
                    <a:pt x="9552935" y="5058366"/>
                  </a:lnTo>
                  <a:lnTo>
                    <a:pt x="9635715" y="5090020"/>
                  </a:lnTo>
                  <a:lnTo>
                    <a:pt x="9724800" y="5118696"/>
                  </a:lnTo>
                  <a:lnTo>
                    <a:pt x="9819422" y="5144554"/>
                  </a:lnTo>
                  <a:lnTo>
                    <a:pt x="9918102" y="5167664"/>
                  </a:lnTo>
                  <a:lnTo>
                    <a:pt x="10018546" y="5188016"/>
                  </a:lnTo>
                  <a:lnTo>
                    <a:pt x="10117656" y="5205557"/>
                  </a:lnTo>
                  <a:lnTo>
                    <a:pt x="10211723" y="5220228"/>
                  </a:lnTo>
                  <a:lnTo>
                    <a:pt x="10296813" y="5232017"/>
                  </a:lnTo>
                  <a:lnTo>
                    <a:pt x="10369344" y="5241006"/>
                  </a:lnTo>
                  <a:lnTo>
                    <a:pt x="10426716" y="5247404"/>
                  </a:lnTo>
                  <a:lnTo>
                    <a:pt x="10467846" y="5251550"/>
                  </a:lnTo>
                  <a:lnTo>
                    <a:pt x="10493450" y="5253893"/>
                  </a:lnTo>
                  <a:lnTo>
                    <a:pt x="10506044" y="5254943"/>
                  </a:lnTo>
                  <a:lnTo>
                    <a:pt x="10509736" y="5255225"/>
                  </a:lnTo>
                  <a:lnTo>
                    <a:pt x="10509911" y="5255237"/>
                  </a:lnTo>
                  <a:lnTo>
                    <a:pt x="11981298" y="5255237"/>
                  </a:lnTo>
                  <a:lnTo>
                    <a:pt x="11981298" y="5247064"/>
                  </a:lnTo>
                  <a:lnTo>
                    <a:pt x="10509911" y="5247064"/>
                  </a:lnTo>
                  <a:lnTo>
                    <a:pt x="10508815" y="5246984"/>
                  </a:lnTo>
                  <a:lnTo>
                    <a:pt x="10501606" y="5246411"/>
                  </a:lnTo>
                  <a:lnTo>
                    <a:pt x="10483412" y="5244829"/>
                  </a:lnTo>
                  <a:lnTo>
                    <a:pt x="10450831" y="5241712"/>
                  </a:lnTo>
                  <a:lnTo>
                    <a:pt x="10402162" y="5236574"/>
                  </a:lnTo>
                  <a:lnTo>
                    <a:pt x="10337539" y="5229011"/>
                  </a:lnTo>
                  <a:lnTo>
                    <a:pt x="10258800" y="5218745"/>
                  </a:lnTo>
                  <a:lnTo>
                    <a:pt x="10169075" y="5205625"/>
                  </a:lnTo>
                  <a:lnTo>
                    <a:pt x="10072187" y="5189621"/>
                  </a:lnTo>
                  <a:lnTo>
                    <a:pt x="9972028" y="5170771"/>
                  </a:lnTo>
                  <a:lnTo>
                    <a:pt x="9872063" y="5149138"/>
                  </a:lnTo>
                  <a:lnTo>
                    <a:pt x="9775026" y="5124760"/>
                  </a:lnTo>
                  <a:lnTo>
                    <a:pt x="9682828" y="5097612"/>
                  </a:lnTo>
                  <a:lnTo>
                    <a:pt x="9596603" y="5067584"/>
                  </a:lnTo>
                  <a:lnTo>
                    <a:pt x="9516837" y="5034470"/>
                  </a:lnTo>
                  <a:lnTo>
                    <a:pt x="9443524" y="4997962"/>
                  </a:lnTo>
                  <a:lnTo>
                    <a:pt x="9376317" y="4957659"/>
                  </a:lnTo>
                  <a:lnTo>
                    <a:pt x="9314648" y="4913076"/>
                  </a:lnTo>
                  <a:lnTo>
                    <a:pt x="9257828" y="4863664"/>
                  </a:lnTo>
                  <a:lnTo>
                    <a:pt x="9205107" y="4808848"/>
                  </a:lnTo>
                  <a:lnTo>
                    <a:pt x="9155736" y="4748089"/>
                  </a:lnTo>
                  <a:lnTo>
                    <a:pt x="9109006" y="4680987"/>
                  </a:lnTo>
                  <a:lnTo>
                    <a:pt x="9084767" y="4642263"/>
                  </a:lnTo>
                  <a:lnTo>
                    <a:pt x="9050755" y="4583321"/>
                  </a:lnTo>
                  <a:lnTo>
                    <a:pt x="9017539" y="4520465"/>
                  </a:lnTo>
                  <a:lnTo>
                    <a:pt x="8984922" y="4453617"/>
                  </a:lnTo>
                  <a:lnTo>
                    <a:pt x="8952743" y="4382746"/>
                  </a:lnTo>
                  <a:lnTo>
                    <a:pt x="8920869" y="4307880"/>
                  </a:lnTo>
                  <a:lnTo>
                    <a:pt x="8889194" y="4229108"/>
                  </a:lnTo>
                  <a:lnTo>
                    <a:pt x="8857634" y="4146585"/>
                  </a:lnTo>
                  <a:lnTo>
                    <a:pt x="8826127" y="4060531"/>
                  </a:lnTo>
                  <a:lnTo>
                    <a:pt x="8794626" y="3971238"/>
                  </a:lnTo>
                  <a:lnTo>
                    <a:pt x="8763101" y="3879060"/>
                  </a:lnTo>
                  <a:lnTo>
                    <a:pt x="8731538" y="3784416"/>
                  </a:lnTo>
                  <a:lnTo>
                    <a:pt x="8699931" y="3687779"/>
                  </a:lnTo>
                  <a:lnTo>
                    <a:pt x="8668286" y="3589669"/>
                  </a:lnTo>
                  <a:lnTo>
                    <a:pt x="8636614" y="3490640"/>
                  </a:lnTo>
                  <a:lnTo>
                    <a:pt x="8604932" y="3391270"/>
                  </a:lnTo>
                  <a:lnTo>
                    <a:pt x="8573257" y="3292144"/>
                  </a:lnTo>
                  <a:lnTo>
                    <a:pt x="8541607" y="3193841"/>
                  </a:lnTo>
                  <a:lnTo>
                    <a:pt x="8509993" y="3096921"/>
                  </a:lnTo>
                  <a:lnTo>
                    <a:pt x="8478422" y="3001909"/>
                  </a:lnTo>
                  <a:lnTo>
                    <a:pt x="8446892" y="2909289"/>
                  </a:lnTo>
                  <a:lnTo>
                    <a:pt x="8415388" y="2819487"/>
                  </a:lnTo>
                  <a:lnTo>
                    <a:pt x="8383884" y="2732870"/>
                  </a:lnTo>
                  <a:lnTo>
                    <a:pt x="8352338" y="2649740"/>
                  </a:lnTo>
                  <a:lnTo>
                    <a:pt x="8320687" y="2570329"/>
                  </a:lnTo>
                  <a:lnTo>
                    <a:pt x="8288853" y="2494802"/>
                  </a:lnTo>
                  <a:lnTo>
                    <a:pt x="8256734" y="2423261"/>
                  </a:lnTo>
                  <a:lnTo>
                    <a:pt x="8224200" y="2355741"/>
                  </a:lnTo>
                  <a:lnTo>
                    <a:pt x="8191096" y="2292222"/>
                  </a:lnTo>
                  <a:lnTo>
                    <a:pt x="8157233" y="2232634"/>
                  </a:lnTo>
                  <a:lnTo>
                    <a:pt x="8151487" y="2223055"/>
                  </a:lnTo>
                  <a:lnTo>
                    <a:pt x="8105910" y="2152477"/>
                  </a:lnTo>
                  <a:lnTo>
                    <a:pt x="8058042" y="2088345"/>
                  </a:lnTo>
                  <a:lnTo>
                    <a:pt x="8007213" y="2030397"/>
                  </a:lnTo>
                  <a:lnTo>
                    <a:pt x="7952689" y="1978152"/>
                  </a:lnTo>
                  <a:lnTo>
                    <a:pt x="7893716" y="1931046"/>
                  </a:lnTo>
                  <a:lnTo>
                    <a:pt x="7829565" y="1888508"/>
                  </a:lnTo>
                  <a:lnTo>
                    <a:pt x="7759592" y="1850017"/>
                  </a:lnTo>
                  <a:lnTo>
                    <a:pt x="7683318" y="1815124"/>
                  </a:lnTo>
                  <a:lnTo>
                    <a:pt x="7600538" y="1783470"/>
                  </a:lnTo>
                  <a:lnTo>
                    <a:pt x="7511453" y="1754794"/>
                  </a:lnTo>
                  <a:lnTo>
                    <a:pt x="7416831" y="1728936"/>
                  </a:lnTo>
                  <a:lnTo>
                    <a:pt x="7318151" y="1705827"/>
                  </a:lnTo>
                  <a:lnTo>
                    <a:pt x="7217708" y="1685475"/>
                  </a:lnTo>
                  <a:lnTo>
                    <a:pt x="7118597" y="1667934"/>
                  </a:lnTo>
                  <a:lnTo>
                    <a:pt x="7024530" y="1653263"/>
                  </a:lnTo>
                  <a:lnTo>
                    <a:pt x="6939440" y="1641474"/>
                  </a:lnTo>
                  <a:lnTo>
                    <a:pt x="6866909" y="1632485"/>
                  </a:lnTo>
                  <a:lnTo>
                    <a:pt x="6809537" y="1626087"/>
                  </a:lnTo>
                  <a:lnTo>
                    <a:pt x="6768408" y="1621940"/>
                  </a:lnTo>
                  <a:lnTo>
                    <a:pt x="6742804" y="1619597"/>
                  </a:lnTo>
                  <a:lnTo>
                    <a:pt x="6730210" y="1618548"/>
                  </a:lnTo>
                  <a:lnTo>
                    <a:pt x="6726517" y="1618266"/>
                  </a:lnTo>
                  <a:lnTo>
                    <a:pt x="6726343" y="1618253"/>
                  </a:lnTo>
                  <a:lnTo>
                    <a:pt x="5254955" y="1618253"/>
                  </a:lnTo>
                  <a:lnTo>
                    <a:pt x="5253749" y="1618214"/>
                  </a:lnTo>
                  <a:lnTo>
                    <a:pt x="5245830" y="1617932"/>
                  </a:lnTo>
                  <a:lnTo>
                    <a:pt x="5225903" y="1617152"/>
                  </a:lnTo>
                  <a:lnTo>
                    <a:pt x="5190364" y="1615619"/>
                  </a:lnTo>
                  <a:lnTo>
                    <a:pt x="5137572" y="1613095"/>
                  </a:lnTo>
                  <a:lnTo>
                    <a:pt x="5067967" y="1609391"/>
                  </a:lnTo>
                  <a:lnTo>
                    <a:pt x="4983875" y="1604381"/>
                  </a:lnTo>
                  <a:lnTo>
                    <a:pt x="4888967" y="1598006"/>
                  </a:lnTo>
                  <a:lnTo>
                    <a:pt x="4787532" y="1590261"/>
                  </a:lnTo>
                  <a:lnTo>
                    <a:pt x="4683772" y="1581170"/>
                  </a:lnTo>
                  <a:lnTo>
                    <a:pt x="4581277" y="1570762"/>
                  </a:lnTo>
                  <a:lnTo>
                    <a:pt x="4482747" y="1559047"/>
                  </a:lnTo>
                  <a:lnTo>
                    <a:pt x="4389952" y="1545998"/>
                  </a:lnTo>
                  <a:lnTo>
                    <a:pt x="4303828" y="1531542"/>
                  </a:lnTo>
                  <a:lnTo>
                    <a:pt x="4224647" y="1515554"/>
                  </a:lnTo>
                  <a:lnTo>
                    <a:pt x="4152205" y="1497861"/>
                  </a:lnTo>
                  <a:lnTo>
                    <a:pt x="4085980" y="1478243"/>
                  </a:lnTo>
                  <a:lnTo>
                    <a:pt x="4025263" y="1456444"/>
                  </a:lnTo>
                  <a:lnTo>
                    <a:pt x="3969246" y="1432182"/>
                  </a:lnTo>
                  <a:lnTo>
                    <a:pt x="3917100" y="1405183"/>
                  </a:lnTo>
                  <a:lnTo>
                    <a:pt x="3868020" y="1375218"/>
                  </a:lnTo>
                  <a:lnTo>
                    <a:pt x="3829811" y="1348544"/>
                  </a:lnTo>
                  <a:lnTo>
                    <a:pt x="3784153" y="1312699"/>
                  </a:lnTo>
                  <a:lnTo>
                    <a:pt x="3739814" y="1273657"/>
                  </a:lnTo>
                  <a:lnTo>
                    <a:pt x="3696357" y="1231359"/>
                  </a:lnTo>
                  <a:lnTo>
                    <a:pt x="3653449" y="1185830"/>
                  </a:lnTo>
                  <a:lnTo>
                    <a:pt x="3610841" y="1137180"/>
                  </a:lnTo>
                  <a:lnTo>
                    <a:pt x="3568356" y="1085621"/>
                  </a:lnTo>
                  <a:lnTo>
                    <a:pt x="3525879" y="1031462"/>
                  </a:lnTo>
                  <a:lnTo>
                    <a:pt x="3483345" y="975112"/>
                  </a:lnTo>
                  <a:lnTo>
                    <a:pt x="3440734" y="917063"/>
                  </a:lnTo>
                  <a:lnTo>
                    <a:pt x="3398057" y="857880"/>
                  </a:lnTo>
                  <a:lnTo>
                    <a:pt x="3355345" y="798178"/>
                  </a:lnTo>
                  <a:lnTo>
                    <a:pt x="3312641" y="738593"/>
                  </a:lnTo>
                  <a:lnTo>
                    <a:pt x="3269985" y="679756"/>
                  </a:lnTo>
                  <a:lnTo>
                    <a:pt x="3227403" y="622267"/>
                  </a:lnTo>
                  <a:lnTo>
                    <a:pt x="3184894" y="566667"/>
                  </a:lnTo>
                  <a:lnTo>
                    <a:pt x="3142424" y="513419"/>
                  </a:lnTo>
                  <a:lnTo>
                    <a:pt x="3099911" y="462895"/>
                  </a:lnTo>
                  <a:lnTo>
                    <a:pt x="3057217" y="415369"/>
                  </a:lnTo>
                  <a:lnTo>
                    <a:pt x="3014141" y="371016"/>
                  </a:lnTo>
                  <a:lnTo>
                    <a:pt x="2970404" y="329914"/>
                  </a:lnTo>
                  <a:lnTo>
                    <a:pt x="2925638" y="292053"/>
                  </a:lnTo>
                  <a:lnTo>
                    <a:pt x="2896531" y="269708"/>
                  </a:lnTo>
                  <a:lnTo>
                    <a:pt x="2849408" y="237241"/>
                  </a:lnTo>
                  <a:lnTo>
                    <a:pt x="2799817" y="207839"/>
                  </a:lnTo>
                  <a:lnTo>
                    <a:pt x="2747014" y="181367"/>
                  </a:lnTo>
                  <a:lnTo>
                    <a:pt x="2690188" y="157584"/>
                  </a:lnTo>
                  <a:lnTo>
                    <a:pt x="2628507" y="136211"/>
                  </a:lnTo>
                  <a:lnTo>
                    <a:pt x="2561178" y="116969"/>
                  </a:lnTo>
                  <a:lnTo>
                    <a:pt x="2487517" y="99608"/>
                  </a:lnTo>
                  <a:lnTo>
                    <a:pt x="2407051" y="83916"/>
                  </a:lnTo>
                  <a:lnTo>
                    <a:pt x="2319650" y="69728"/>
                  </a:lnTo>
                  <a:lnTo>
                    <a:pt x="2225697" y="56931"/>
                  </a:lnTo>
                  <a:lnTo>
                    <a:pt x="2126270" y="45460"/>
                  </a:lnTo>
                  <a:lnTo>
                    <a:pt x="2023307" y="35295"/>
                  </a:lnTo>
                  <a:lnTo>
                    <a:pt x="1919684" y="26451"/>
                  </a:lnTo>
                  <a:lnTo>
                    <a:pt x="1819132" y="18959"/>
                  </a:lnTo>
                  <a:lnTo>
                    <a:pt x="1725916" y="12839"/>
                  </a:lnTo>
                  <a:lnTo>
                    <a:pt x="1644267" y="8078"/>
                  </a:lnTo>
                  <a:lnTo>
                    <a:pt x="1577658" y="4605"/>
                  </a:lnTo>
                  <a:lnTo>
                    <a:pt x="1528097" y="2281"/>
                  </a:lnTo>
                  <a:lnTo>
                    <a:pt x="1495642" y="906"/>
                  </a:lnTo>
                  <a:lnTo>
                    <a:pt x="1478271" y="239"/>
                  </a:lnTo>
                  <a:lnTo>
                    <a:pt x="1472045" y="21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30" name="pl30"/>
            <p:cNvSpPr/>
            <p:nvPr/>
          </p:nvSpPr>
          <p:spPr>
            <a:xfrm>
              <a:off x="4799595" y="4146124"/>
              <a:ext cx="11981298" cy="5247064"/>
            </a:xfrm>
            <a:custGeom>
              <a:avLst/>
              <a:pathLst>
                <a:path w="11981298" h="5247064">
                  <a:moveTo>
                    <a:pt x="0" y="0"/>
                  </a:moveTo>
                  <a:lnTo>
                    <a:pt x="1471387" y="0"/>
                  </a:lnTo>
                  <a:lnTo>
                    <a:pt x="1472593" y="39"/>
                  </a:lnTo>
                  <a:lnTo>
                    <a:pt x="1480512" y="321"/>
                  </a:lnTo>
                  <a:lnTo>
                    <a:pt x="1500439" y="1100"/>
                  </a:lnTo>
                  <a:lnTo>
                    <a:pt x="1535978" y="2634"/>
                  </a:lnTo>
                  <a:lnTo>
                    <a:pt x="1588770" y="5158"/>
                  </a:lnTo>
                  <a:lnTo>
                    <a:pt x="1658375" y="8862"/>
                  </a:lnTo>
                  <a:lnTo>
                    <a:pt x="1742467" y="13871"/>
                  </a:lnTo>
                  <a:lnTo>
                    <a:pt x="1837375" y="20246"/>
                  </a:lnTo>
                  <a:lnTo>
                    <a:pt x="1938810" y="27992"/>
                  </a:lnTo>
                  <a:lnTo>
                    <a:pt x="2042570" y="37083"/>
                  </a:lnTo>
                  <a:lnTo>
                    <a:pt x="2145066" y="47491"/>
                  </a:lnTo>
                  <a:lnTo>
                    <a:pt x="2243595" y="59205"/>
                  </a:lnTo>
                  <a:lnTo>
                    <a:pt x="2336390" y="72254"/>
                  </a:lnTo>
                  <a:lnTo>
                    <a:pt x="2422514" y="86711"/>
                  </a:lnTo>
                  <a:lnTo>
                    <a:pt x="2501695" y="102699"/>
                  </a:lnTo>
                  <a:lnTo>
                    <a:pt x="2574137" y="120392"/>
                  </a:lnTo>
                  <a:lnTo>
                    <a:pt x="2640362" y="140009"/>
                  </a:lnTo>
                  <a:lnTo>
                    <a:pt x="2701079" y="161809"/>
                  </a:lnTo>
                  <a:lnTo>
                    <a:pt x="2757096" y="186070"/>
                  </a:lnTo>
                  <a:lnTo>
                    <a:pt x="2809242" y="213070"/>
                  </a:lnTo>
                  <a:lnTo>
                    <a:pt x="2858322" y="243035"/>
                  </a:lnTo>
                  <a:lnTo>
                    <a:pt x="2896531" y="269708"/>
                  </a:lnTo>
                  <a:lnTo>
                    <a:pt x="2942189" y="305554"/>
                  </a:lnTo>
                  <a:lnTo>
                    <a:pt x="2986528" y="344596"/>
                  </a:lnTo>
                  <a:lnTo>
                    <a:pt x="3029985" y="386893"/>
                  </a:lnTo>
                  <a:lnTo>
                    <a:pt x="3072893" y="432423"/>
                  </a:lnTo>
                  <a:lnTo>
                    <a:pt x="3115501" y="481073"/>
                  </a:lnTo>
                  <a:lnTo>
                    <a:pt x="3157986" y="532632"/>
                  </a:lnTo>
                  <a:lnTo>
                    <a:pt x="3200463" y="586790"/>
                  </a:lnTo>
                  <a:lnTo>
                    <a:pt x="3242997" y="643141"/>
                  </a:lnTo>
                  <a:lnTo>
                    <a:pt x="3285608" y="701190"/>
                  </a:lnTo>
                  <a:lnTo>
                    <a:pt x="3328285" y="760373"/>
                  </a:lnTo>
                  <a:lnTo>
                    <a:pt x="3370997" y="820075"/>
                  </a:lnTo>
                  <a:lnTo>
                    <a:pt x="3413701" y="879660"/>
                  </a:lnTo>
                  <a:lnTo>
                    <a:pt x="3456357" y="938496"/>
                  </a:lnTo>
                  <a:lnTo>
                    <a:pt x="3498939" y="995985"/>
                  </a:lnTo>
                  <a:lnTo>
                    <a:pt x="3541448" y="1051586"/>
                  </a:lnTo>
                  <a:lnTo>
                    <a:pt x="3583918" y="1104834"/>
                  </a:lnTo>
                  <a:lnTo>
                    <a:pt x="3626431" y="1155358"/>
                  </a:lnTo>
                  <a:lnTo>
                    <a:pt x="3669125" y="1202883"/>
                  </a:lnTo>
                  <a:lnTo>
                    <a:pt x="3712201" y="1247237"/>
                  </a:lnTo>
                  <a:lnTo>
                    <a:pt x="3755938" y="1288339"/>
                  </a:lnTo>
                  <a:lnTo>
                    <a:pt x="3800704" y="1326199"/>
                  </a:lnTo>
                  <a:lnTo>
                    <a:pt x="3829811" y="1348544"/>
                  </a:lnTo>
                  <a:lnTo>
                    <a:pt x="3876934" y="1381012"/>
                  </a:lnTo>
                  <a:lnTo>
                    <a:pt x="3926525" y="1410414"/>
                  </a:lnTo>
                  <a:lnTo>
                    <a:pt x="3979328" y="1436885"/>
                  </a:lnTo>
                  <a:lnTo>
                    <a:pt x="4036154" y="1460668"/>
                  </a:lnTo>
                  <a:lnTo>
                    <a:pt x="4097835" y="1482042"/>
                  </a:lnTo>
                  <a:lnTo>
                    <a:pt x="4165164" y="1501284"/>
                  </a:lnTo>
                  <a:lnTo>
                    <a:pt x="4238825" y="1518645"/>
                  </a:lnTo>
                  <a:lnTo>
                    <a:pt x="4319292" y="1534337"/>
                  </a:lnTo>
                  <a:lnTo>
                    <a:pt x="4406692" y="1548524"/>
                  </a:lnTo>
                  <a:lnTo>
                    <a:pt x="4500645" y="1561321"/>
                  </a:lnTo>
                  <a:lnTo>
                    <a:pt x="4600072" y="1572793"/>
                  </a:lnTo>
                  <a:lnTo>
                    <a:pt x="4703035" y="1582958"/>
                  </a:lnTo>
                  <a:lnTo>
                    <a:pt x="4806658" y="1591801"/>
                  </a:lnTo>
                  <a:lnTo>
                    <a:pt x="4907210" y="1599294"/>
                  </a:lnTo>
                  <a:lnTo>
                    <a:pt x="5000426" y="1605414"/>
                  </a:lnTo>
                  <a:lnTo>
                    <a:pt x="5082075" y="1610175"/>
                  </a:lnTo>
                  <a:lnTo>
                    <a:pt x="5148684" y="1613648"/>
                  </a:lnTo>
                  <a:lnTo>
                    <a:pt x="5198245" y="1615972"/>
                  </a:lnTo>
                  <a:lnTo>
                    <a:pt x="5230700" y="1617347"/>
                  </a:lnTo>
                  <a:lnTo>
                    <a:pt x="5248071" y="1618014"/>
                  </a:lnTo>
                  <a:lnTo>
                    <a:pt x="5254297" y="1618232"/>
                  </a:lnTo>
                  <a:lnTo>
                    <a:pt x="5254955" y="1618253"/>
                  </a:lnTo>
                  <a:lnTo>
                    <a:pt x="6726343" y="1618253"/>
                  </a:lnTo>
                  <a:lnTo>
                    <a:pt x="6727438" y="1618334"/>
                  </a:lnTo>
                  <a:lnTo>
                    <a:pt x="6734648" y="1618906"/>
                  </a:lnTo>
                  <a:lnTo>
                    <a:pt x="6752842" y="1620489"/>
                  </a:lnTo>
                  <a:lnTo>
                    <a:pt x="6785423" y="1623606"/>
                  </a:lnTo>
                  <a:lnTo>
                    <a:pt x="6834091" y="1628744"/>
                  </a:lnTo>
                  <a:lnTo>
                    <a:pt x="6898714" y="1636306"/>
                  </a:lnTo>
                  <a:lnTo>
                    <a:pt x="6977453" y="1646573"/>
                  </a:lnTo>
                  <a:lnTo>
                    <a:pt x="7067179" y="1659692"/>
                  </a:lnTo>
                  <a:lnTo>
                    <a:pt x="7164067" y="1675697"/>
                  </a:lnTo>
                  <a:lnTo>
                    <a:pt x="7264225" y="1694547"/>
                  </a:lnTo>
                  <a:lnTo>
                    <a:pt x="7364190" y="1716179"/>
                  </a:lnTo>
                  <a:lnTo>
                    <a:pt x="7461227" y="1740558"/>
                  </a:lnTo>
                  <a:lnTo>
                    <a:pt x="7553425" y="1767706"/>
                  </a:lnTo>
                  <a:lnTo>
                    <a:pt x="7639650" y="1797734"/>
                  </a:lnTo>
                  <a:lnTo>
                    <a:pt x="7719416" y="1830848"/>
                  </a:lnTo>
                  <a:lnTo>
                    <a:pt x="7792730" y="1867356"/>
                  </a:lnTo>
                  <a:lnTo>
                    <a:pt x="7859937" y="1907658"/>
                  </a:lnTo>
                  <a:lnTo>
                    <a:pt x="7921605" y="1952241"/>
                  </a:lnTo>
                  <a:lnTo>
                    <a:pt x="7978426" y="2001654"/>
                  </a:lnTo>
                  <a:lnTo>
                    <a:pt x="8031146" y="2056470"/>
                  </a:lnTo>
                  <a:lnTo>
                    <a:pt x="8080517" y="2117229"/>
                  </a:lnTo>
                  <a:lnTo>
                    <a:pt x="8127247" y="2184330"/>
                  </a:lnTo>
                  <a:lnTo>
                    <a:pt x="8151487" y="2223055"/>
                  </a:lnTo>
                  <a:lnTo>
                    <a:pt x="8185498" y="2281997"/>
                  </a:lnTo>
                  <a:lnTo>
                    <a:pt x="8218714" y="2344852"/>
                  </a:lnTo>
                  <a:lnTo>
                    <a:pt x="8251331" y="2411701"/>
                  </a:lnTo>
                  <a:lnTo>
                    <a:pt x="8283511" y="2482572"/>
                  </a:lnTo>
                  <a:lnTo>
                    <a:pt x="8315385" y="2557438"/>
                  </a:lnTo>
                  <a:lnTo>
                    <a:pt x="8347059" y="2636209"/>
                  </a:lnTo>
                  <a:lnTo>
                    <a:pt x="8378619" y="2718733"/>
                  </a:lnTo>
                  <a:lnTo>
                    <a:pt x="8410126" y="2804786"/>
                  </a:lnTo>
                  <a:lnTo>
                    <a:pt x="8441627" y="2894080"/>
                  </a:lnTo>
                  <a:lnTo>
                    <a:pt x="8473152" y="2986258"/>
                  </a:lnTo>
                  <a:lnTo>
                    <a:pt x="8504715" y="3080902"/>
                  </a:lnTo>
                  <a:lnTo>
                    <a:pt x="8536322" y="3177539"/>
                  </a:lnTo>
                  <a:lnTo>
                    <a:pt x="8567968" y="3275649"/>
                  </a:lnTo>
                  <a:lnTo>
                    <a:pt x="8599639" y="3374678"/>
                  </a:lnTo>
                  <a:lnTo>
                    <a:pt x="8631321" y="3474048"/>
                  </a:lnTo>
                  <a:lnTo>
                    <a:pt x="8662996" y="3573174"/>
                  </a:lnTo>
                  <a:lnTo>
                    <a:pt x="8694647" y="3671477"/>
                  </a:lnTo>
                  <a:lnTo>
                    <a:pt x="8726261" y="3768397"/>
                  </a:lnTo>
                  <a:lnTo>
                    <a:pt x="8757831" y="3863408"/>
                  </a:lnTo>
                  <a:lnTo>
                    <a:pt x="8789362" y="3956029"/>
                  </a:lnTo>
                  <a:lnTo>
                    <a:pt x="8820865" y="4045831"/>
                  </a:lnTo>
                  <a:lnTo>
                    <a:pt x="8852369" y="4132448"/>
                  </a:lnTo>
                  <a:lnTo>
                    <a:pt x="8883916" y="4215578"/>
                  </a:lnTo>
                  <a:lnTo>
                    <a:pt x="8915566" y="4294989"/>
                  </a:lnTo>
                  <a:lnTo>
                    <a:pt x="8947400" y="4370515"/>
                  </a:lnTo>
                  <a:lnTo>
                    <a:pt x="8979520" y="4442057"/>
                  </a:lnTo>
                  <a:lnTo>
                    <a:pt x="9012053" y="4509577"/>
                  </a:lnTo>
                  <a:lnTo>
                    <a:pt x="9045157" y="4573095"/>
                  </a:lnTo>
                  <a:lnTo>
                    <a:pt x="9079020" y="4632683"/>
                  </a:lnTo>
                  <a:lnTo>
                    <a:pt x="9084767" y="4642263"/>
                  </a:lnTo>
                  <a:lnTo>
                    <a:pt x="9130343" y="4712841"/>
                  </a:lnTo>
                  <a:lnTo>
                    <a:pt x="9178211" y="4776972"/>
                  </a:lnTo>
                  <a:lnTo>
                    <a:pt x="9229041" y="4834920"/>
                  </a:lnTo>
                  <a:lnTo>
                    <a:pt x="9283564" y="4887165"/>
                  </a:lnTo>
                  <a:lnTo>
                    <a:pt x="9342537" y="4934272"/>
                  </a:lnTo>
                  <a:lnTo>
                    <a:pt x="9406688" y="4976809"/>
                  </a:lnTo>
                  <a:lnTo>
                    <a:pt x="9476661" y="5015300"/>
                  </a:lnTo>
                  <a:lnTo>
                    <a:pt x="9552935" y="5050193"/>
                  </a:lnTo>
                  <a:lnTo>
                    <a:pt x="9635715" y="5081847"/>
                  </a:lnTo>
                  <a:lnTo>
                    <a:pt x="9724800" y="5110523"/>
                  </a:lnTo>
                  <a:lnTo>
                    <a:pt x="9819422" y="5136381"/>
                  </a:lnTo>
                  <a:lnTo>
                    <a:pt x="9918102" y="5159491"/>
                  </a:lnTo>
                  <a:lnTo>
                    <a:pt x="10018546" y="5179843"/>
                  </a:lnTo>
                  <a:lnTo>
                    <a:pt x="10117656" y="5197384"/>
                  </a:lnTo>
                  <a:lnTo>
                    <a:pt x="10211723" y="5212055"/>
                  </a:lnTo>
                  <a:lnTo>
                    <a:pt x="10296813" y="5223844"/>
                  </a:lnTo>
                  <a:lnTo>
                    <a:pt x="10369344" y="5232833"/>
                  </a:lnTo>
                  <a:lnTo>
                    <a:pt x="10426716" y="5239231"/>
                  </a:lnTo>
                  <a:lnTo>
                    <a:pt x="10467846" y="5243377"/>
                  </a:lnTo>
                  <a:lnTo>
                    <a:pt x="10493450" y="5245720"/>
                  </a:lnTo>
                  <a:lnTo>
                    <a:pt x="10506044" y="5246770"/>
                  </a:lnTo>
                  <a:lnTo>
                    <a:pt x="10509736" y="5247052"/>
                  </a:lnTo>
                  <a:lnTo>
                    <a:pt x="10509911" y="5247064"/>
                  </a:lnTo>
                  <a:lnTo>
                    <a:pt x="11981298" y="524706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1" name="pl31"/>
            <p:cNvSpPr/>
            <p:nvPr/>
          </p:nvSpPr>
          <p:spPr>
            <a:xfrm>
              <a:off x="4799595" y="4137951"/>
              <a:ext cx="11981298" cy="5247064"/>
            </a:xfrm>
            <a:custGeom>
              <a:avLst/>
              <a:pathLst>
                <a:path w="11981298" h="5247064">
                  <a:moveTo>
                    <a:pt x="11981298" y="5247064"/>
                  </a:moveTo>
                  <a:lnTo>
                    <a:pt x="10509911" y="5247064"/>
                  </a:lnTo>
                  <a:lnTo>
                    <a:pt x="10508815" y="5246984"/>
                  </a:lnTo>
                  <a:lnTo>
                    <a:pt x="10501606" y="5246411"/>
                  </a:lnTo>
                  <a:lnTo>
                    <a:pt x="10483412" y="5244829"/>
                  </a:lnTo>
                  <a:lnTo>
                    <a:pt x="10450831" y="5241712"/>
                  </a:lnTo>
                  <a:lnTo>
                    <a:pt x="10402162" y="5236574"/>
                  </a:lnTo>
                  <a:lnTo>
                    <a:pt x="10337539" y="5229011"/>
                  </a:lnTo>
                  <a:lnTo>
                    <a:pt x="10258800" y="5218745"/>
                  </a:lnTo>
                  <a:lnTo>
                    <a:pt x="10169075" y="5205625"/>
                  </a:lnTo>
                  <a:lnTo>
                    <a:pt x="10072187" y="5189621"/>
                  </a:lnTo>
                  <a:lnTo>
                    <a:pt x="9972028" y="5170771"/>
                  </a:lnTo>
                  <a:lnTo>
                    <a:pt x="9872063" y="5149138"/>
                  </a:lnTo>
                  <a:lnTo>
                    <a:pt x="9775026" y="5124760"/>
                  </a:lnTo>
                  <a:lnTo>
                    <a:pt x="9682828" y="5097612"/>
                  </a:lnTo>
                  <a:lnTo>
                    <a:pt x="9596603" y="5067584"/>
                  </a:lnTo>
                  <a:lnTo>
                    <a:pt x="9516837" y="5034470"/>
                  </a:lnTo>
                  <a:lnTo>
                    <a:pt x="9443524" y="4997962"/>
                  </a:lnTo>
                  <a:lnTo>
                    <a:pt x="9376317" y="4957659"/>
                  </a:lnTo>
                  <a:lnTo>
                    <a:pt x="9314648" y="4913076"/>
                  </a:lnTo>
                  <a:lnTo>
                    <a:pt x="9257828" y="4863664"/>
                  </a:lnTo>
                  <a:lnTo>
                    <a:pt x="9205107" y="4808848"/>
                  </a:lnTo>
                  <a:lnTo>
                    <a:pt x="9155736" y="4748089"/>
                  </a:lnTo>
                  <a:lnTo>
                    <a:pt x="9109006" y="4680987"/>
                  </a:lnTo>
                  <a:lnTo>
                    <a:pt x="9084767" y="4642263"/>
                  </a:lnTo>
                  <a:lnTo>
                    <a:pt x="9050755" y="4583321"/>
                  </a:lnTo>
                  <a:lnTo>
                    <a:pt x="9017539" y="4520465"/>
                  </a:lnTo>
                  <a:lnTo>
                    <a:pt x="8984922" y="4453617"/>
                  </a:lnTo>
                  <a:lnTo>
                    <a:pt x="8952743" y="4382746"/>
                  </a:lnTo>
                  <a:lnTo>
                    <a:pt x="8920869" y="4307880"/>
                  </a:lnTo>
                  <a:lnTo>
                    <a:pt x="8889194" y="4229108"/>
                  </a:lnTo>
                  <a:lnTo>
                    <a:pt x="8857634" y="4146585"/>
                  </a:lnTo>
                  <a:lnTo>
                    <a:pt x="8826127" y="4060531"/>
                  </a:lnTo>
                  <a:lnTo>
                    <a:pt x="8794626" y="3971238"/>
                  </a:lnTo>
                  <a:lnTo>
                    <a:pt x="8763101" y="3879060"/>
                  </a:lnTo>
                  <a:lnTo>
                    <a:pt x="8731538" y="3784416"/>
                  </a:lnTo>
                  <a:lnTo>
                    <a:pt x="8699931" y="3687779"/>
                  </a:lnTo>
                  <a:lnTo>
                    <a:pt x="8668286" y="3589669"/>
                  </a:lnTo>
                  <a:lnTo>
                    <a:pt x="8636614" y="3490640"/>
                  </a:lnTo>
                  <a:lnTo>
                    <a:pt x="8604932" y="3391270"/>
                  </a:lnTo>
                  <a:lnTo>
                    <a:pt x="8573257" y="3292144"/>
                  </a:lnTo>
                  <a:lnTo>
                    <a:pt x="8541607" y="3193841"/>
                  </a:lnTo>
                  <a:lnTo>
                    <a:pt x="8509993" y="3096921"/>
                  </a:lnTo>
                  <a:lnTo>
                    <a:pt x="8478422" y="3001909"/>
                  </a:lnTo>
                  <a:lnTo>
                    <a:pt x="8446892" y="2909289"/>
                  </a:lnTo>
                  <a:lnTo>
                    <a:pt x="8415388" y="2819487"/>
                  </a:lnTo>
                  <a:lnTo>
                    <a:pt x="8383884" y="2732870"/>
                  </a:lnTo>
                  <a:lnTo>
                    <a:pt x="8352338" y="2649740"/>
                  </a:lnTo>
                  <a:lnTo>
                    <a:pt x="8320687" y="2570329"/>
                  </a:lnTo>
                  <a:lnTo>
                    <a:pt x="8288853" y="2494802"/>
                  </a:lnTo>
                  <a:lnTo>
                    <a:pt x="8256734" y="2423261"/>
                  </a:lnTo>
                  <a:lnTo>
                    <a:pt x="8224200" y="2355741"/>
                  </a:lnTo>
                  <a:lnTo>
                    <a:pt x="8191096" y="2292222"/>
                  </a:lnTo>
                  <a:lnTo>
                    <a:pt x="8157233" y="2232634"/>
                  </a:lnTo>
                  <a:lnTo>
                    <a:pt x="8151487" y="2223055"/>
                  </a:lnTo>
                  <a:lnTo>
                    <a:pt x="8105910" y="2152477"/>
                  </a:lnTo>
                  <a:lnTo>
                    <a:pt x="8058042" y="2088345"/>
                  </a:lnTo>
                  <a:lnTo>
                    <a:pt x="8007213" y="2030397"/>
                  </a:lnTo>
                  <a:lnTo>
                    <a:pt x="7952689" y="1978152"/>
                  </a:lnTo>
                  <a:lnTo>
                    <a:pt x="7893716" y="1931046"/>
                  </a:lnTo>
                  <a:lnTo>
                    <a:pt x="7829565" y="1888508"/>
                  </a:lnTo>
                  <a:lnTo>
                    <a:pt x="7759592" y="1850017"/>
                  </a:lnTo>
                  <a:lnTo>
                    <a:pt x="7683318" y="1815124"/>
                  </a:lnTo>
                  <a:lnTo>
                    <a:pt x="7600538" y="1783470"/>
                  </a:lnTo>
                  <a:lnTo>
                    <a:pt x="7511453" y="1754794"/>
                  </a:lnTo>
                  <a:lnTo>
                    <a:pt x="7416831" y="1728936"/>
                  </a:lnTo>
                  <a:lnTo>
                    <a:pt x="7318151" y="1705827"/>
                  </a:lnTo>
                  <a:lnTo>
                    <a:pt x="7217708" y="1685475"/>
                  </a:lnTo>
                  <a:lnTo>
                    <a:pt x="7118597" y="1667934"/>
                  </a:lnTo>
                  <a:lnTo>
                    <a:pt x="7024530" y="1653263"/>
                  </a:lnTo>
                  <a:lnTo>
                    <a:pt x="6939440" y="1641474"/>
                  </a:lnTo>
                  <a:lnTo>
                    <a:pt x="6866909" y="1632485"/>
                  </a:lnTo>
                  <a:lnTo>
                    <a:pt x="6809537" y="1626087"/>
                  </a:lnTo>
                  <a:lnTo>
                    <a:pt x="6768408" y="1621940"/>
                  </a:lnTo>
                  <a:lnTo>
                    <a:pt x="6742804" y="1619597"/>
                  </a:lnTo>
                  <a:lnTo>
                    <a:pt x="6730210" y="1618548"/>
                  </a:lnTo>
                  <a:lnTo>
                    <a:pt x="6726517" y="1618266"/>
                  </a:lnTo>
                  <a:lnTo>
                    <a:pt x="6726343" y="1618253"/>
                  </a:lnTo>
                  <a:lnTo>
                    <a:pt x="5254955" y="1618253"/>
                  </a:lnTo>
                  <a:lnTo>
                    <a:pt x="5253749" y="1618214"/>
                  </a:lnTo>
                  <a:lnTo>
                    <a:pt x="5245830" y="1617932"/>
                  </a:lnTo>
                  <a:lnTo>
                    <a:pt x="5225903" y="1617152"/>
                  </a:lnTo>
                  <a:lnTo>
                    <a:pt x="5190364" y="1615619"/>
                  </a:lnTo>
                  <a:lnTo>
                    <a:pt x="5137572" y="1613095"/>
                  </a:lnTo>
                  <a:lnTo>
                    <a:pt x="5067967" y="1609391"/>
                  </a:lnTo>
                  <a:lnTo>
                    <a:pt x="4983875" y="1604381"/>
                  </a:lnTo>
                  <a:lnTo>
                    <a:pt x="4888967" y="1598006"/>
                  </a:lnTo>
                  <a:lnTo>
                    <a:pt x="4787532" y="1590261"/>
                  </a:lnTo>
                  <a:lnTo>
                    <a:pt x="4683772" y="1581170"/>
                  </a:lnTo>
                  <a:lnTo>
                    <a:pt x="4581277" y="1570762"/>
                  </a:lnTo>
                  <a:lnTo>
                    <a:pt x="4482747" y="1559047"/>
                  </a:lnTo>
                  <a:lnTo>
                    <a:pt x="4389952" y="1545998"/>
                  </a:lnTo>
                  <a:lnTo>
                    <a:pt x="4303828" y="1531542"/>
                  </a:lnTo>
                  <a:lnTo>
                    <a:pt x="4224647" y="1515554"/>
                  </a:lnTo>
                  <a:lnTo>
                    <a:pt x="4152205" y="1497861"/>
                  </a:lnTo>
                  <a:lnTo>
                    <a:pt x="4085980" y="1478243"/>
                  </a:lnTo>
                  <a:lnTo>
                    <a:pt x="4025263" y="1456444"/>
                  </a:lnTo>
                  <a:lnTo>
                    <a:pt x="3969246" y="1432182"/>
                  </a:lnTo>
                  <a:lnTo>
                    <a:pt x="3917100" y="1405183"/>
                  </a:lnTo>
                  <a:lnTo>
                    <a:pt x="3868020" y="1375218"/>
                  </a:lnTo>
                  <a:lnTo>
                    <a:pt x="3829811" y="1348544"/>
                  </a:lnTo>
                  <a:lnTo>
                    <a:pt x="3784153" y="1312699"/>
                  </a:lnTo>
                  <a:lnTo>
                    <a:pt x="3739814" y="1273657"/>
                  </a:lnTo>
                  <a:lnTo>
                    <a:pt x="3696357" y="1231359"/>
                  </a:lnTo>
                  <a:lnTo>
                    <a:pt x="3653449" y="1185830"/>
                  </a:lnTo>
                  <a:lnTo>
                    <a:pt x="3610841" y="1137180"/>
                  </a:lnTo>
                  <a:lnTo>
                    <a:pt x="3568356" y="1085621"/>
                  </a:lnTo>
                  <a:lnTo>
                    <a:pt x="3525879" y="1031462"/>
                  </a:lnTo>
                  <a:lnTo>
                    <a:pt x="3483345" y="975112"/>
                  </a:lnTo>
                  <a:lnTo>
                    <a:pt x="3440734" y="917063"/>
                  </a:lnTo>
                  <a:lnTo>
                    <a:pt x="3398057" y="857880"/>
                  </a:lnTo>
                  <a:lnTo>
                    <a:pt x="3355345" y="798178"/>
                  </a:lnTo>
                  <a:lnTo>
                    <a:pt x="3312641" y="738593"/>
                  </a:lnTo>
                  <a:lnTo>
                    <a:pt x="3269985" y="679756"/>
                  </a:lnTo>
                  <a:lnTo>
                    <a:pt x="3227403" y="622267"/>
                  </a:lnTo>
                  <a:lnTo>
                    <a:pt x="3184894" y="566667"/>
                  </a:lnTo>
                  <a:lnTo>
                    <a:pt x="3142424" y="513419"/>
                  </a:lnTo>
                  <a:lnTo>
                    <a:pt x="3099911" y="462895"/>
                  </a:lnTo>
                  <a:lnTo>
                    <a:pt x="3057217" y="415369"/>
                  </a:lnTo>
                  <a:lnTo>
                    <a:pt x="3014141" y="371016"/>
                  </a:lnTo>
                  <a:lnTo>
                    <a:pt x="2970404" y="329914"/>
                  </a:lnTo>
                  <a:lnTo>
                    <a:pt x="2925638" y="292053"/>
                  </a:lnTo>
                  <a:lnTo>
                    <a:pt x="2896531" y="269708"/>
                  </a:lnTo>
                  <a:lnTo>
                    <a:pt x="2849408" y="237241"/>
                  </a:lnTo>
                  <a:lnTo>
                    <a:pt x="2799817" y="207839"/>
                  </a:lnTo>
                  <a:lnTo>
                    <a:pt x="2747014" y="181367"/>
                  </a:lnTo>
                  <a:lnTo>
                    <a:pt x="2690188" y="157584"/>
                  </a:lnTo>
                  <a:lnTo>
                    <a:pt x="2628507" y="136211"/>
                  </a:lnTo>
                  <a:lnTo>
                    <a:pt x="2561178" y="116969"/>
                  </a:lnTo>
                  <a:lnTo>
                    <a:pt x="2487517" y="99608"/>
                  </a:lnTo>
                  <a:lnTo>
                    <a:pt x="2407051" y="83916"/>
                  </a:lnTo>
                  <a:lnTo>
                    <a:pt x="2319650" y="69728"/>
                  </a:lnTo>
                  <a:lnTo>
                    <a:pt x="2225697" y="56931"/>
                  </a:lnTo>
                  <a:lnTo>
                    <a:pt x="2126270" y="45460"/>
                  </a:lnTo>
                  <a:lnTo>
                    <a:pt x="2023307" y="35295"/>
                  </a:lnTo>
                  <a:lnTo>
                    <a:pt x="1919684" y="26451"/>
                  </a:lnTo>
                  <a:lnTo>
                    <a:pt x="1819132" y="18959"/>
                  </a:lnTo>
                  <a:lnTo>
                    <a:pt x="1725916" y="12839"/>
                  </a:lnTo>
                  <a:lnTo>
                    <a:pt x="1644267" y="8078"/>
                  </a:lnTo>
                  <a:lnTo>
                    <a:pt x="1577658" y="4605"/>
                  </a:lnTo>
                  <a:lnTo>
                    <a:pt x="1528097" y="2281"/>
                  </a:lnTo>
                  <a:lnTo>
                    <a:pt x="1495642" y="906"/>
                  </a:lnTo>
                  <a:lnTo>
                    <a:pt x="1478271" y="239"/>
                  </a:lnTo>
                  <a:lnTo>
                    <a:pt x="1472045" y="21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2" name="pg32"/>
            <p:cNvSpPr/>
            <p:nvPr/>
          </p:nvSpPr>
          <p:spPr>
            <a:xfrm>
              <a:off x="4799595" y="4146124"/>
              <a:ext cx="11981298" cy="6023499"/>
            </a:xfrm>
            <a:custGeom>
              <a:avLst/>
              <a:pathLst>
                <a:path w="11981298" h="6023499">
                  <a:moveTo>
                    <a:pt x="0" y="32691"/>
                  </a:moveTo>
                  <a:lnTo>
                    <a:pt x="1471387" y="32691"/>
                  </a:lnTo>
                  <a:lnTo>
                    <a:pt x="1472592" y="32732"/>
                  </a:lnTo>
                  <a:lnTo>
                    <a:pt x="1480505" y="33018"/>
                  </a:lnTo>
                  <a:lnTo>
                    <a:pt x="1500418" y="33808"/>
                  </a:lnTo>
                  <a:lnTo>
                    <a:pt x="1535931" y="35364"/>
                  </a:lnTo>
                  <a:lnTo>
                    <a:pt x="1588689" y="37924"/>
                  </a:lnTo>
                  <a:lnTo>
                    <a:pt x="1658252" y="41681"/>
                  </a:lnTo>
                  <a:lnTo>
                    <a:pt x="1742300" y="46763"/>
                  </a:lnTo>
                  <a:lnTo>
                    <a:pt x="1837166" y="53230"/>
                  </a:lnTo>
                  <a:lnTo>
                    <a:pt x="1938565" y="61088"/>
                  </a:lnTo>
                  <a:lnTo>
                    <a:pt x="2042296" y="70311"/>
                  </a:lnTo>
                  <a:lnTo>
                    <a:pt x="2144773" y="80870"/>
                  </a:lnTo>
                  <a:lnTo>
                    <a:pt x="2243292" y="92755"/>
                  </a:lnTo>
                  <a:lnTo>
                    <a:pt x="2336083" y="105993"/>
                  </a:lnTo>
                  <a:lnTo>
                    <a:pt x="2422209" y="120660"/>
                  </a:lnTo>
                  <a:lnTo>
                    <a:pt x="2501396" y="136879"/>
                  </a:lnTo>
                  <a:lnTo>
                    <a:pt x="2573845" y="154828"/>
                  </a:lnTo>
                  <a:lnTo>
                    <a:pt x="2640078" y="174729"/>
                  </a:lnTo>
                  <a:lnTo>
                    <a:pt x="2700803" y="196842"/>
                  </a:lnTo>
                  <a:lnTo>
                    <a:pt x="2756825" y="221451"/>
                  </a:lnTo>
                  <a:lnTo>
                    <a:pt x="2808976" y="248838"/>
                  </a:lnTo>
                  <a:lnTo>
                    <a:pt x="2858057" y="279232"/>
                  </a:lnTo>
                  <a:lnTo>
                    <a:pt x="2896531" y="306487"/>
                  </a:lnTo>
                  <a:lnTo>
                    <a:pt x="2941995" y="342712"/>
                  </a:lnTo>
                  <a:lnTo>
                    <a:pt x="2986150" y="382153"/>
                  </a:lnTo>
                  <a:lnTo>
                    <a:pt x="3029426" y="424870"/>
                  </a:lnTo>
                  <a:lnTo>
                    <a:pt x="3072155" y="470841"/>
                  </a:lnTo>
                  <a:lnTo>
                    <a:pt x="3114583" y="519955"/>
                  </a:lnTo>
                  <a:lnTo>
                    <a:pt x="3156886" y="572003"/>
                  </a:lnTo>
                  <a:lnTo>
                    <a:pt x="3199179" y="626676"/>
                  </a:lnTo>
                  <a:lnTo>
                    <a:pt x="3241526" y="683569"/>
                  </a:lnTo>
                  <a:lnTo>
                    <a:pt x="3283950" y="742190"/>
                  </a:lnTo>
                  <a:lnTo>
                    <a:pt x="3326441" y="801975"/>
                  </a:lnTo>
                  <a:lnTo>
                    <a:pt x="3368968" y="862310"/>
                  </a:lnTo>
                  <a:lnTo>
                    <a:pt x="3411489" y="922558"/>
                  </a:lnTo>
                  <a:lnTo>
                    <a:pt x="3453964" y="982085"/>
                  </a:lnTo>
                  <a:lnTo>
                    <a:pt x="3496367" y="1040288"/>
                  </a:lnTo>
                  <a:lnTo>
                    <a:pt x="3538696" y="1096622"/>
                  </a:lnTo>
                  <a:lnTo>
                    <a:pt x="3580983" y="1150616"/>
                  </a:lnTo>
                  <a:lnTo>
                    <a:pt x="3623306" y="1201890"/>
                  </a:lnTo>
                  <a:lnTo>
                    <a:pt x="3665795" y="1250164"/>
                  </a:lnTo>
                  <a:lnTo>
                    <a:pt x="3708646" y="1295255"/>
                  </a:lnTo>
                  <a:lnTo>
                    <a:pt x="3752126" y="1337078"/>
                  </a:lnTo>
                  <a:lnTo>
                    <a:pt x="3796590" y="1375633"/>
                  </a:lnTo>
                  <a:lnTo>
                    <a:pt x="3829811" y="1401669"/>
                  </a:lnTo>
                  <a:lnTo>
                    <a:pt x="3876921" y="1434620"/>
                  </a:lnTo>
                  <a:lnTo>
                    <a:pt x="3926498" y="1464461"/>
                  </a:lnTo>
                  <a:lnTo>
                    <a:pt x="3979285" y="1491328"/>
                  </a:lnTo>
                  <a:lnTo>
                    <a:pt x="4036092" y="1515468"/>
                  </a:lnTo>
                  <a:lnTo>
                    <a:pt x="4097750" y="1537162"/>
                  </a:lnTo>
                  <a:lnTo>
                    <a:pt x="4165052" y="1556693"/>
                  </a:lnTo>
                  <a:lnTo>
                    <a:pt x="4238683" y="1574316"/>
                  </a:lnTo>
                  <a:lnTo>
                    <a:pt x="4319114" y="1590244"/>
                  </a:lnTo>
                  <a:lnTo>
                    <a:pt x="4406477" y="1604646"/>
                  </a:lnTo>
                  <a:lnTo>
                    <a:pt x="4500389" y="1617637"/>
                  </a:lnTo>
                  <a:lnTo>
                    <a:pt x="4599777" y="1629283"/>
                  </a:lnTo>
                  <a:lnTo>
                    <a:pt x="4702706" y="1639603"/>
                  </a:lnTo>
                  <a:lnTo>
                    <a:pt x="4806305" y="1648583"/>
                  </a:lnTo>
                  <a:lnTo>
                    <a:pt x="4906849" y="1656192"/>
                  </a:lnTo>
                  <a:lnTo>
                    <a:pt x="5000078" y="1662408"/>
                  </a:lnTo>
                  <a:lnTo>
                    <a:pt x="5081760" y="1667246"/>
                  </a:lnTo>
                  <a:lnTo>
                    <a:pt x="5148422" y="1670776"/>
                  </a:lnTo>
                  <a:lnTo>
                    <a:pt x="5198051" y="1673139"/>
                  </a:lnTo>
                  <a:lnTo>
                    <a:pt x="5230577" y="1674539"/>
                  </a:lnTo>
                  <a:lnTo>
                    <a:pt x="5248013" y="1675219"/>
                  </a:lnTo>
                  <a:lnTo>
                    <a:pt x="5254284" y="1675442"/>
                  </a:lnTo>
                  <a:lnTo>
                    <a:pt x="5254955" y="1675464"/>
                  </a:lnTo>
                  <a:lnTo>
                    <a:pt x="6726343" y="1675464"/>
                  </a:lnTo>
                  <a:lnTo>
                    <a:pt x="6727264" y="1675545"/>
                  </a:lnTo>
                  <a:lnTo>
                    <a:pt x="6733347" y="1676119"/>
                  </a:lnTo>
                  <a:lnTo>
                    <a:pt x="6748776" y="1677705"/>
                  </a:lnTo>
                  <a:lnTo>
                    <a:pt x="6776591" y="1680830"/>
                  </a:lnTo>
                  <a:lnTo>
                    <a:pt x="6818520" y="1685998"/>
                  </a:lnTo>
                  <a:lnTo>
                    <a:pt x="6874847" y="1693638"/>
                  </a:lnTo>
                  <a:lnTo>
                    <a:pt x="6944447" y="1704074"/>
                  </a:lnTo>
                  <a:lnTo>
                    <a:pt x="7025041" y="1717502"/>
                  </a:lnTo>
                  <a:lnTo>
                    <a:pt x="7113599" y="1734002"/>
                  </a:lnTo>
                  <a:lnTo>
                    <a:pt x="7206818" y="1753562"/>
                  </a:lnTo>
                  <a:lnTo>
                    <a:pt x="7301552" y="1776124"/>
                  </a:lnTo>
                  <a:lnTo>
                    <a:pt x="7395122" y="1801629"/>
                  </a:lnTo>
                  <a:lnTo>
                    <a:pt x="7485468" y="1830058"/>
                  </a:lnTo>
                  <a:lnTo>
                    <a:pt x="7571184" y="1861457"/>
                  </a:lnTo>
                  <a:lnTo>
                    <a:pt x="7651458" y="1895958"/>
                  </a:lnTo>
                  <a:lnTo>
                    <a:pt x="7725963" y="1933786"/>
                  </a:lnTo>
                  <a:lnTo>
                    <a:pt x="7794745" y="1975260"/>
                  </a:lnTo>
                  <a:lnTo>
                    <a:pt x="7858108" y="2020790"/>
                  </a:lnTo>
                  <a:lnTo>
                    <a:pt x="7916531" y="2070863"/>
                  </a:lnTo>
                  <a:lnTo>
                    <a:pt x="7970589" y="2126028"/>
                  </a:lnTo>
                  <a:lnTo>
                    <a:pt x="8020905" y="2186863"/>
                  </a:lnTo>
                  <a:lnTo>
                    <a:pt x="8068112" y="2253922"/>
                  </a:lnTo>
                  <a:lnTo>
                    <a:pt x="8112816" y="2327652"/>
                  </a:lnTo>
                  <a:lnTo>
                    <a:pt x="8151487" y="2400137"/>
                  </a:lnTo>
                  <a:lnTo>
                    <a:pt x="8182902" y="2465140"/>
                  </a:lnTo>
                  <a:lnTo>
                    <a:pt x="8213627" y="2534129"/>
                  </a:lnTo>
                  <a:lnTo>
                    <a:pt x="8243818" y="2607184"/>
                  </a:lnTo>
                  <a:lnTo>
                    <a:pt x="8273607" y="2684340"/>
                  </a:lnTo>
                  <a:lnTo>
                    <a:pt x="8303104" y="2765589"/>
                  </a:lnTo>
                  <a:lnTo>
                    <a:pt x="8332399" y="2850866"/>
                  </a:lnTo>
                  <a:lnTo>
                    <a:pt x="8361566" y="2940053"/>
                  </a:lnTo>
                  <a:lnTo>
                    <a:pt x="8390661" y="3032973"/>
                  </a:lnTo>
                  <a:lnTo>
                    <a:pt x="8419729" y="3129391"/>
                  </a:lnTo>
                  <a:lnTo>
                    <a:pt x="8448800" y="3229012"/>
                  </a:lnTo>
                  <a:lnTo>
                    <a:pt x="8477896" y="3331484"/>
                  </a:lnTo>
                  <a:lnTo>
                    <a:pt x="8507026" y="3436404"/>
                  </a:lnTo>
                  <a:lnTo>
                    <a:pt x="8536193" y="3543321"/>
                  </a:lnTo>
                  <a:lnTo>
                    <a:pt x="8565393" y="3651743"/>
                  </a:lnTo>
                  <a:lnTo>
                    <a:pt x="8594617" y="3761150"/>
                  </a:lnTo>
                  <a:lnTo>
                    <a:pt x="8623851" y="3870999"/>
                  </a:lnTo>
                  <a:lnTo>
                    <a:pt x="8653083" y="3980741"/>
                  </a:lnTo>
                  <a:lnTo>
                    <a:pt x="8682298" y="4089826"/>
                  </a:lnTo>
                  <a:lnTo>
                    <a:pt x="8711486" y="4197719"/>
                  </a:lnTo>
                  <a:lnTo>
                    <a:pt x="8740639" y="4303910"/>
                  </a:lnTo>
                  <a:lnTo>
                    <a:pt x="8769755" y="4407923"/>
                  </a:lnTo>
                  <a:lnTo>
                    <a:pt x="8798839" y="4509324"/>
                  </a:lnTo>
                  <a:lnTo>
                    <a:pt x="8827906" y="4607729"/>
                  </a:lnTo>
                  <a:lnTo>
                    <a:pt x="8856980" y="4702809"/>
                  </a:lnTo>
                  <a:lnTo>
                    <a:pt x="8886098" y="4794292"/>
                  </a:lnTo>
                  <a:lnTo>
                    <a:pt x="8915307" y="4881966"/>
                  </a:lnTo>
                  <a:lnTo>
                    <a:pt x="8944672" y="4965676"/>
                  </a:lnTo>
                  <a:lnTo>
                    <a:pt x="8974271" y="5045327"/>
                  </a:lnTo>
                  <a:lnTo>
                    <a:pt x="9004204" y="5120876"/>
                  </a:lnTo>
                  <a:lnTo>
                    <a:pt x="9034587" y="5192331"/>
                  </a:lnTo>
                  <a:lnTo>
                    <a:pt x="9065562" y="5259748"/>
                  </a:lnTo>
                  <a:lnTo>
                    <a:pt x="9084767" y="5298827"/>
                  </a:lnTo>
                  <a:lnTo>
                    <a:pt x="9127683" y="5378771"/>
                  </a:lnTo>
                  <a:lnTo>
                    <a:pt x="9172605" y="5451839"/>
                  </a:lnTo>
                  <a:lnTo>
                    <a:pt x="9220087" y="5518271"/>
                  </a:lnTo>
                  <a:lnTo>
                    <a:pt x="9270739" y="5578530"/>
                  </a:lnTo>
                  <a:lnTo>
                    <a:pt x="9325194" y="5633176"/>
                  </a:lnTo>
                  <a:lnTo>
                    <a:pt x="9384072" y="5682785"/>
                  </a:lnTo>
                  <a:lnTo>
                    <a:pt x="9447943" y="5727900"/>
                  </a:lnTo>
                  <a:lnTo>
                    <a:pt x="9517270" y="5769004"/>
                  </a:lnTo>
                  <a:lnTo>
                    <a:pt x="9592339" y="5806497"/>
                  </a:lnTo>
                  <a:lnTo>
                    <a:pt x="9673162" y="5840689"/>
                  </a:lnTo>
                  <a:lnTo>
                    <a:pt x="9759372" y="5871795"/>
                  </a:lnTo>
                  <a:lnTo>
                    <a:pt x="9850103" y="5899939"/>
                  </a:lnTo>
                  <a:lnTo>
                    <a:pt x="9943886" y="5925160"/>
                  </a:lnTo>
                  <a:lnTo>
                    <a:pt x="10038601" y="5947433"/>
                  </a:lnTo>
                  <a:lnTo>
                    <a:pt x="10131510" y="5966698"/>
                  </a:lnTo>
                  <a:lnTo>
                    <a:pt x="10219438" y="5982899"/>
                  </a:lnTo>
                  <a:lnTo>
                    <a:pt x="10299089" y="5996032"/>
                  </a:lnTo>
                  <a:lnTo>
                    <a:pt x="10367485" y="6006186"/>
                  </a:lnTo>
                  <a:lnTo>
                    <a:pt x="10422442" y="6013570"/>
                  </a:lnTo>
                  <a:lnTo>
                    <a:pt x="10462965" y="6018518"/>
                  </a:lnTo>
                  <a:lnTo>
                    <a:pt x="10489479" y="6021472"/>
                  </a:lnTo>
                  <a:lnTo>
                    <a:pt x="10503847" y="6022936"/>
                  </a:lnTo>
                  <a:lnTo>
                    <a:pt x="10509229" y="6023440"/>
                  </a:lnTo>
                  <a:lnTo>
                    <a:pt x="10509911" y="6023499"/>
                  </a:lnTo>
                  <a:lnTo>
                    <a:pt x="11981298" y="6023499"/>
                  </a:lnTo>
                  <a:lnTo>
                    <a:pt x="11981298" y="5990807"/>
                  </a:lnTo>
                  <a:lnTo>
                    <a:pt x="10509911" y="5990807"/>
                  </a:lnTo>
                  <a:lnTo>
                    <a:pt x="10508989" y="5990727"/>
                  </a:lnTo>
                  <a:lnTo>
                    <a:pt x="10502906" y="5990153"/>
                  </a:lnTo>
                  <a:lnTo>
                    <a:pt x="10487478" y="5988567"/>
                  </a:lnTo>
                  <a:lnTo>
                    <a:pt x="10459662" y="5985441"/>
                  </a:lnTo>
                  <a:lnTo>
                    <a:pt x="10417733" y="5980274"/>
                  </a:lnTo>
                  <a:lnTo>
                    <a:pt x="10361407" y="5972634"/>
                  </a:lnTo>
                  <a:lnTo>
                    <a:pt x="10291806" y="5962198"/>
                  </a:lnTo>
                  <a:lnTo>
                    <a:pt x="10211212" y="5948769"/>
                  </a:lnTo>
                  <a:lnTo>
                    <a:pt x="10122654" y="5932269"/>
                  </a:lnTo>
                  <a:lnTo>
                    <a:pt x="10029436" y="5912710"/>
                  </a:lnTo>
                  <a:lnTo>
                    <a:pt x="9934701" y="5890148"/>
                  </a:lnTo>
                  <a:lnTo>
                    <a:pt x="9841131" y="5864643"/>
                  </a:lnTo>
                  <a:lnTo>
                    <a:pt x="9750785" y="5836214"/>
                  </a:lnTo>
                  <a:lnTo>
                    <a:pt x="9665069" y="5804815"/>
                  </a:lnTo>
                  <a:lnTo>
                    <a:pt x="9584796" y="5770314"/>
                  </a:lnTo>
                  <a:lnTo>
                    <a:pt x="9510290" y="5732485"/>
                  </a:lnTo>
                  <a:lnTo>
                    <a:pt x="9441509" y="5691011"/>
                  </a:lnTo>
                  <a:lnTo>
                    <a:pt x="9378145" y="5645481"/>
                  </a:lnTo>
                  <a:lnTo>
                    <a:pt x="9319722" y="5595408"/>
                  </a:lnTo>
                  <a:lnTo>
                    <a:pt x="9265665" y="5540243"/>
                  </a:lnTo>
                  <a:lnTo>
                    <a:pt x="9215348" y="5479408"/>
                  </a:lnTo>
                  <a:lnTo>
                    <a:pt x="9168141" y="5412350"/>
                  </a:lnTo>
                  <a:lnTo>
                    <a:pt x="9123437" y="5338620"/>
                  </a:lnTo>
                  <a:lnTo>
                    <a:pt x="9084767" y="5266135"/>
                  </a:lnTo>
                  <a:lnTo>
                    <a:pt x="9053351" y="5201131"/>
                  </a:lnTo>
                  <a:lnTo>
                    <a:pt x="9022626" y="5132142"/>
                  </a:lnTo>
                  <a:lnTo>
                    <a:pt x="8992435" y="5059088"/>
                  </a:lnTo>
                  <a:lnTo>
                    <a:pt x="8962646" y="4981931"/>
                  </a:lnTo>
                  <a:lnTo>
                    <a:pt x="8933149" y="4900683"/>
                  </a:lnTo>
                  <a:lnTo>
                    <a:pt x="8903854" y="4815406"/>
                  </a:lnTo>
                  <a:lnTo>
                    <a:pt x="8874687" y="4726219"/>
                  </a:lnTo>
                  <a:lnTo>
                    <a:pt x="8845592" y="4633298"/>
                  </a:lnTo>
                  <a:lnTo>
                    <a:pt x="8816524" y="4536881"/>
                  </a:lnTo>
                  <a:lnTo>
                    <a:pt x="8787453" y="4437260"/>
                  </a:lnTo>
                  <a:lnTo>
                    <a:pt x="8758357" y="4334787"/>
                  </a:lnTo>
                  <a:lnTo>
                    <a:pt x="8729227" y="4229867"/>
                  </a:lnTo>
                  <a:lnTo>
                    <a:pt x="8700060" y="4122951"/>
                  </a:lnTo>
                  <a:lnTo>
                    <a:pt x="8670860" y="4014528"/>
                  </a:lnTo>
                  <a:lnTo>
                    <a:pt x="8641637" y="3905122"/>
                  </a:lnTo>
                  <a:lnTo>
                    <a:pt x="8612402" y="3795272"/>
                  </a:lnTo>
                  <a:lnTo>
                    <a:pt x="8583170" y="3685531"/>
                  </a:lnTo>
                  <a:lnTo>
                    <a:pt x="8553955" y="3576446"/>
                  </a:lnTo>
                  <a:lnTo>
                    <a:pt x="8524767" y="3468553"/>
                  </a:lnTo>
                  <a:lnTo>
                    <a:pt x="8495614" y="3362361"/>
                  </a:lnTo>
                  <a:lnTo>
                    <a:pt x="8466498" y="3258348"/>
                  </a:lnTo>
                  <a:lnTo>
                    <a:pt x="8437414" y="3156947"/>
                  </a:lnTo>
                  <a:lnTo>
                    <a:pt x="8408347" y="3058542"/>
                  </a:lnTo>
                  <a:lnTo>
                    <a:pt x="8379273" y="2963462"/>
                  </a:lnTo>
                  <a:lnTo>
                    <a:pt x="8350156" y="2871979"/>
                  </a:lnTo>
                  <a:lnTo>
                    <a:pt x="8320946" y="2784305"/>
                  </a:lnTo>
                  <a:lnTo>
                    <a:pt x="8291582" y="2700595"/>
                  </a:lnTo>
                  <a:lnTo>
                    <a:pt x="8261982" y="2620944"/>
                  </a:lnTo>
                  <a:lnTo>
                    <a:pt x="8232049" y="2545395"/>
                  </a:lnTo>
                  <a:lnTo>
                    <a:pt x="8201666" y="2473940"/>
                  </a:lnTo>
                  <a:lnTo>
                    <a:pt x="8170692" y="2406524"/>
                  </a:lnTo>
                  <a:lnTo>
                    <a:pt x="8151487" y="2367445"/>
                  </a:lnTo>
                  <a:lnTo>
                    <a:pt x="8108570" y="2287500"/>
                  </a:lnTo>
                  <a:lnTo>
                    <a:pt x="8063648" y="2214432"/>
                  </a:lnTo>
                  <a:lnTo>
                    <a:pt x="8016166" y="2148000"/>
                  </a:lnTo>
                  <a:lnTo>
                    <a:pt x="7965514" y="2087741"/>
                  </a:lnTo>
                  <a:lnTo>
                    <a:pt x="7911060" y="2033095"/>
                  </a:lnTo>
                  <a:lnTo>
                    <a:pt x="7852181" y="1983487"/>
                  </a:lnTo>
                  <a:lnTo>
                    <a:pt x="7788310" y="1938371"/>
                  </a:lnTo>
                  <a:lnTo>
                    <a:pt x="7718983" y="1897267"/>
                  </a:lnTo>
                  <a:lnTo>
                    <a:pt x="7643915" y="1859774"/>
                  </a:lnTo>
                  <a:lnTo>
                    <a:pt x="7563091" y="1825583"/>
                  </a:lnTo>
                  <a:lnTo>
                    <a:pt x="7476881" y="1794477"/>
                  </a:lnTo>
                  <a:lnTo>
                    <a:pt x="7386150" y="1766333"/>
                  </a:lnTo>
                  <a:lnTo>
                    <a:pt x="7292367" y="1741111"/>
                  </a:lnTo>
                  <a:lnTo>
                    <a:pt x="7197653" y="1718838"/>
                  </a:lnTo>
                  <a:lnTo>
                    <a:pt x="7104743" y="1699573"/>
                  </a:lnTo>
                  <a:lnTo>
                    <a:pt x="7016815" y="1683372"/>
                  </a:lnTo>
                  <a:lnTo>
                    <a:pt x="6937164" y="1670239"/>
                  </a:lnTo>
                  <a:lnTo>
                    <a:pt x="6868768" y="1660086"/>
                  </a:lnTo>
                  <a:lnTo>
                    <a:pt x="6813812" y="1652702"/>
                  </a:lnTo>
                  <a:lnTo>
                    <a:pt x="6773289" y="1647753"/>
                  </a:lnTo>
                  <a:lnTo>
                    <a:pt x="6746774" y="1644800"/>
                  </a:lnTo>
                  <a:lnTo>
                    <a:pt x="6732406" y="1643335"/>
                  </a:lnTo>
                  <a:lnTo>
                    <a:pt x="6727024" y="1642831"/>
                  </a:lnTo>
                  <a:lnTo>
                    <a:pt x="6726343" y="1642772"/>
                  </a:lnTo>
                  <a:lnTo>
                    <a:pt x="5254955" y="1642772"/>
                  </a:lnTo>
                  <a:lnTo>
                    <a:pt x="5253750" y="1642732"/>
                  </a:lnTo>
                  <a:lnTo>
                    <a:pt x="5245837" y="1642446"/>
                  </a:lnTo>
                  <a:lnTo>
                    <a:pt x="5225925" y="1641656"/>
                  </a:lnTo>
                  <a:lnTo>
                    <a:pt x="5190411" y="1640100"/>
                  </a:lnTo>
                  <a:lnTo>
                    <a:pt x="5137653" y="1637540"/>
                  </a:lnTo>
                  <a:lnTo>
                    <a:pt x="5068090" y="1633783"/>
                  </a:lnTo>
                  <a:lnTo>
                    <a:pt x="4984042" y="1628701"/>
                  </a:lnTo>
                  <a:lnTo>
                    <a:pt x="4889176" y="1622234"/>
                  </a:lnTo>
                  <a:lnTo>
                    <a:pt x="4787777" y="1614376"/>
                  </a:lnTo>
                  <a:lnTo>
                    <a:pt x="4684046" y="1605153"/>
                  </a:lnTo>
                  <a:lnTo>
                    <a:pt x="4581569" y="1594594"/>
                  </a:lnTo>
                  <a:lnTo>
                    <a:pt x="4483051" y="1582709"/>
                  </a:lnTo>
                  <a:lnTo>
                    <a:pt x="4390260" y="1569470"/>
                  </a:lnTo>
                  <a:lnTo>
                    <a:pt x="4304133" y="1554804"/>
                  </a:lnTo>
                  <a:lnTo>
                    <a:pt x="4224946" y="1538584"/>
                  </a:lnTo>
                  <a:lnTo>
                    <a:pt x="4152497" y="1520636"/>
                  </a:lnTo>
                  <a:lnTo>
                    <a:pt x="4086264" y="1500735"/>
                  </a:lnTo>
                  <a:lnTo>
                    <a:pt x="4025539" y="1478622"/>
                  </a:lnTo>
                  <a:lnTo>
                    <a:pt x="3969517" y="1454012"/>
                  </a:lnTo>
                  <a:lnTo>
                    <a:pt x="3917366" y="1426626"/>
                  </a:lnTo>
                  <a:lnTo>
                    <a:pt x="3868285" y="1396231"/>
                  </a:lnTo>
                  <a:lnTo>
                    <a:pt x="3829811" y="1368977"/>
                  </a:lnTo>
                  <a:lnTo>
                    <a:pt x="3784347" y="1332752"/>
                  </a:lnTo>
                  <a:lnTo>
                    <a:pt x="3740193" y="1293311"/>
                  </a:lnTo>
                  <a:lnTo>
                    <a:pt x="3696916" y="1250594"/>
                  </a:lnTo>
                  <a:lnTo>
                    <a:pt x="3654187" y="1204623"/>
                  </a:lnTo>
                  <a:lnTo>
                    <a:pt x="3611759" y="1155509"/>
                  </a:lnTo>
                  <a:lnTo>
                    <a:pt x="3569456" y="1103461"/>
                  </a:lnTo>
                  <a:lnTo>
                    <a:pt x="3527163" y="1048788"/>
                  </a:lnTo>
                  <a:lnTo>
                    <a:pt x="3484816" y="991894"/>
                  </a:lnTo>
                  <a:lnTo>
                    <a:pt x="3442392" y="933273"/>
                  </a:lnTo>
                  <a:lnTo>
                    <a:pt x="3399901" y="873488"/>
                  </a:lnTo>
                  <a:lnTo>
                    <a:pt x="3357374" y="813153"/>
                  </a:lnTo>
                  <a:lnTo>
                    <a:pt x="3314853" y="752905"/>
                  </a:lnTo>
                  <a:lnTo>
                    <a:pt x="3272378" y="693378"/>
                  </a:lnTo>
                  <a:lnTo>
                    <a:pt x="3229975" y="635175"/>
                  </a:lnTo>
                  <a:lnTo>
                    <a:pt x="3187646" y="578842"/>
                  </a:lnTo>
                  <a:lnTo>
                    <a:pt x="3145359" y="524848"/>
                  </a:lnTo>
                  <a:lnTo>
                    <a:pt x="3103036" y="473574"/>
                  </a:lnTo>
                  <a:lnTo>
                    <a:pt x="3060547" y="425300"/>
                  </a:lnTo>
                  <a:lnTo>
                    <a:pt x="3017696" y="380208"/>
                  </a:lnTo>
                  <a:lnTo>
                    <a:pt x="2974216" y="338386"/>
                  </a:lnTo>
                  <a:lnTo>
                    <a:pt x="2929752" y="299830"/>
                  </a:lnTo>
                  <a:lnTo>
                    <a:pt x="2896531" y="273795"/>
                  </a:lnTo>
                  <a:lnTo>
                    <a:pt x="2849421" y="240844"/>
                  </a:lnTo>
                  <a:lnTo>
                    <a:pt x="2799844" y="211003"/>
                  </a:lnTo>
                  <a:lnTo>
                    <a:pt x="2747057" y="184135"/>
                  </a:lnTo>
                  <a:lnTo>
                    <a:pt x="2690250" y="159996"/>
                  </a:lnTo>
                  <a:lnTo>
                    <a:pt x="2628592" y="138302"/>
                  </a:lnTo>
                  <a:lnTo>
                    <a:pt x="2561290" y="118770"/>
                  </a:lnTo>
                  <a:lnTo>
                    <a:pt x="2487659" y="101148"/>
                  </a:lnTo>
                  <a:lnTo>
                    <a:pt x="2407228" y="85219"/>
                  </a:lnTo>
                  <a:lnTo>
                    <a:pt x="2319865" y="70817"/>
                  </a:lnTo>
                  <a:lnTo>
                    <a:pt x="2225953" y="57826"/>
                  </a:lnTo>
                  <a:lnTo>
                    <a:pt x="2126565" y="46181"/>
                  </a:lnTo>
                  <a:lnTo>
                    <a:pt x="2023636" y="35860"/>
                  </a:lnTo>
                  <a:lnTo>
                    <a:pt x="1920037" y="26881"/>
                  </a:lnTo>
                  <a:lnTo>
                    <a:pt x="1819493" y="19272"/>
                  </a:lnTo>
                  <a:lnTo>
                    <a:pt x="1726264" y="13055"/>
                  </a:lnTo>
                  <a:lnTo>
                    <a:pt x="1644582" y="8218"/>
                  </a:lnTo>
                  <a:lnTo>
                    <a:pt x="1577920" y="4688"/>
                  </a:lnTo>
                  <a:lnTo>
                    <a:pt x="1528291" y="2324"/>
                  </a:lnTo>
                  <a:lnTo>
                    <a:pt x="1495765" y="925"/>
                  </a:lnTo>
                  <a:lnTo>
                    <a:pt x="1478330" y="245"/>
                  </a:lnTo>
                  <a:lnTo>
                    <a:pt x="1472059" y="22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33" name="pl33"/>
            <p:cNvSpPr/>
            <p:nvPr/>
          </p:nvSpPr>
          <p:spPr>
            <a:xfrm>
              <a:off x="4799595" y="4178816"/>
              <a:ext cx="11981298" cy="5990807"/>
            </a:xfrm>
            <a:custGeom>
              <a:avLst/>
              <a:pathLst>
                <a:path w="11981298" h="5990807">
                  <a:moveTo>
                    <a:pt x="0" y="0"/>
                  </a:moveTo>
                  <a:lnTo>
                    <a:pt x="1471387" y="0"/>
                  </a:lnTo>
                  <a:lnTo>
                    <a:pt x="1472592" y="40"/>
                  </a:lnTo>
                  <a:lnTo>
                    <a:pt x="1480505" y="326"/>
                  </a:lnTo>
                  <a:lnTo>
                    <a:pt x="1500418" y="1116"/>
                  </a:lnTo>
                  <a:lnTo>
                    <a:pt x="1535931" y="2672"/>
                  </a:lnTo>
                  <a:lnTo>
                    <a:pt x="1588689" y="5232"/>
                  </a:lnTo>
                  <a:lnTo>
                    <a:pt x="1658252" y="8989"/>
                  </a:lnTo>
                  <a:lnTo>
                    <a:pt x="1742300" y="14071"/>
                  </a:lnTo>
                  <a:lnTo>
                    <a:pt x="1837166" y="20538"/>
                  </a:lnTo>
                  <a:lnTo>
                    <a:pt x="1938565" y="28396"/>
                  </a:lnTo>
                  <a:lnTo>
                    <a:pt x="2042296" y="37619"/>
                  </a:lnTo>
                  <a:lnTo>
                    <a:pt x="2144773" y="48178"/>
                  </a:lnTo>
                  <a:lnTo>
                    <a:pt x="2243292" y="60063"/>
                  </a:lnTo>
                  <a:lnTo>
                    <a:pt x="2336083" y="73301"/>
                  </a:lnTo>
                  <a:lnTo>
                    <a:pt x="2422209" y="87968"/>
                  </a:lnTo>
                  <a:lnTo>
                    <a:pt x="2501396" y="104187"/>
                  </a:lnTo>
                  <a:lnTo>
                    <a:pt x="2573845" y="122136"/>
                  </a:lnTo>
                  <a:lnTo>
                    <a:pt x="2640078" y="142037"/>
                  </a:lnTo>
                  <a:lnTo>
                    <a:pt x="2700803" y="164150"/>
                  </a:lnTo>
                  <a:lnTo>
                    <a:pt x="2756825" y="188759"/>
                  </a:lnTo>
                  <a:lnTo>
                    <a:pt x="2808976" y="216146"/>
                  </a:lnTo>
                  <a:lnTo>
                    <a:pt x="2858057" y="246540"/>
                  </a:lnTo>
                  <a:lnTo>
                    <a:pt x="2896531" y="273795"/>
                  </a:lnTo>
                  <a:lnTo>
                    <a:pt x="2941995" y="310020"/>
                  </a:lnTo>
                  <a:lnTo>
                    <a:pt x="2986150" y="349461"/>
                  </a:lnTo>
                  <a:lnTo>
                    <a:pt x="3029426" y="392178"/>
                  </a:lnTo>
                  <a:lnTo>
                    <a:pt x="3072155" y="438149"/>
                  </a:lnTo>
                  <a:lnTo>
                    <a:pt x="3114583" y="487263"/>
                  </a:lnTo>
                  <a:lnTo>
                    <a:pt x="3156886" y="539311"/>
                  </a:lnTo>
                  <a:lnTo>
                    <a:pt x="3199179" y="593984"/>
                  </a:lnTo>
                  <a:lnTo>
                    <a:pt x="3241526" y="650877"/>
                  </a:lnTo>
                  <a:lnTo>
                    <a:pt x="3283950" y="709498"/>
                  </a:lnTo>
                  <a:lnTo>
                    <a:pt x="3326441" y="769283"/>
                  </a:lnTo>
                  <a:lnTo>
                    <a:pt x="3368968" y="829618"/>
                  </a:lnTo>
                  <a:lnTo>
                    <a:pt x="3411489" y="889866"/>
                  </a:lnTo>
                  <a:lnTo>
                    <a:pt x="3453964" y="949393"/>
                  </a:lnTo>
                  <a:lnTo>
                    <a:pt x="3496367" y="1007596"/>
                  </a:lnTo>
                  <a:lnTo>
                    <a:pt x="3538696" y="1063930"/>
                  </a:lnTo>
                  <a:lnTo>
                    <a:pt x="3580983" y="1117924"/>
                  </a:lnTo>
                  <a:lnTo>
                    <a:pt x="3623306" y="1169198"/>
                  </a:lnTo>
                  <a:lnTo>
                    <a:pt x="3665795" y="1217472"/>
                  </a:lnTo>
                  <a:lnTo>
                    <a:pt x="3708646" y="1262563"/>
                  </a:lnTo>
                  <a:lnTo>
                    <a:pt x="3752126" y="1304386"/>
                  </a:lnTo>
                  <a:lnTo>
                    <a:pt x="3796590" y="1342941"/>
                  </a:lnTo>
                  <a:lnTo>
                    <a:pt x="3829811" y="1368977"/>
                  </a:lnTo>
                  <a:lnTo>
                    <a:pt x="3876921" y="1401928"/>
                  </a:lnTo>
                  <a:lnTo>
                    <a:pt x="3926498" y="1431769"/>
                  </a:lnTo>
                  <a:lnTo>
                    <a:pt x="3979285" y="1458636"/>
                  </a:lnTo>
                  <a:lnTo>
                    <a:pt x="4036092" y="1482776"/>
                  </a:lnTo>
                  <a:lnTo>
                    <a:pt x="4097750" y="1504470"/>
                  </a:lnTo>
                  <a:lnTo>
                    <a:pt x="4165052" y="1524001"/>
                  </a:lnTo>
                  <a:lnTo>
                    <a:pt x="4238683" y="1541624"/>
                  </a:lnTo>
                  <a:lnTo>
                    <a:pt x="4319114" y="1557552"/>
                  </a:lnTo>
                  <a:lnTo>
                    <a:pt x="4406477" y="1571954"/>
                  </a:lnTo>
                  <a:lnTo>
                    <a:pt x="4500389" y="1584945"/>
                  </a:lnTo>
                  <a:lnTo>
                    <a:pt x="4599777" y="1596591"/>
                  </a:lnTo>
                  <a:lnTo>
                    <a:pt x="4702706" y="1606911"/>
                  </a:lnTo>
                  <a:lnTo>
                    <a:pt x="4806305" y="1615891"/>
                  </a:lnTo>
                  <a:lnTo>
                    <a:pt x="4906849" y="1623500"/>
                  </a:lnTo>
                  <a:lnTo>
                    <a:pt x="5000078" y="1629716"/>
                  </a:lnTo>
                  <a:lnTo>
                    <a:pt x="5081760" y="1634554"/>
                  </a:lnTo>
                  <a:lnTo>
                    <a:pt x="5148422" y="1638084"/>
                  </a:lnTo>
                  <a:lnTo>
                    <a:pt x="5198051" y="1640447"/>
                  </a:lnTo>
                  <a:lnTo>
                    <a:pt x="5230577" y="1641847"/>
                  </a:lnTo>
                  <a:lnTo>
                    <a:pt x="5248013" y="1642527"/>
                  </a:lnTo>
                  <a:lnTo>
                    <a:pt x="5254284" y="1642750"/>
                  </a:lnTo>
                  <a:lnTo>
                    <a:pt x="5254955" y="1642772"/>
                  </a:lnTo>
                  <a:lnTo>
                    <a:pt x="6726343" y="1642772"/>
                  </a:lnTo>
                  <a:lnTo>
                    <a:pt x="6727264" y="1642853"/>
                  </a:lnTo>
                  <a:lnTo>
                    <a:pt x="6733347" y="1643427"/>
                  </a:lnTo>
                  <a:lnTo>
                    <a:pt x="6748776" y="1645013"/>
                  </a:lnTo>
                  <a:lnTo>
                    <a:pt x="6776591" y="1648138"/>
                  </a:lnTo>
                  <a:lnTo>
                    <a:pt x="6818520" y="1653306"/>
                  </a:lnTo>
                  <a:lnTo>
                    <a:pt x="6874847" y="1660946"/>
                  </a:lnTo>
                  <a:lnTo>
                    <a:pt x="6944447" y="1671382"/>
                  </a:lnTo>
                  <a:lnTo>
                    <a:pt x="7025041" y="1684810"/>
                  </a:lnTo>
                  <a:lnTo>
                    <a:pt x="7113599" y="1701310"/>
                  </a:lnTo>
                  <a:lnTo>
                    <a:pt x="7206818" y="1720870"/>
                  </a:lnTo>
                  <a:lnTo>
                    <a:pt x="7301552" y="1743432"/>
                  </a:lnTo>
                  <a:lnTo>
                    <a:pt x="7395122" y="1768937"/>
                  </a:lnTo>
                  <a:lnTo>
                    <a:pt x="7485468" y="1797366"/>
                  </a:lnTo>
                  <a:lnTo>
                    <a:pt x="7571184" y="1828765"/>
                  </a:lnTo>
                  <a:lnTo>
                    <a:pt x="7651458" y="1863266"/>
                  </a:lnTo>
                  <a:lnTo>
                    <a:pt x="7725963" y="1901094"/>
                  </a:lnTo>
                  <a:lnTo>
                    <a:pt x="7794745" y="1942568"/>
                  </a:lnTo>
                  <a:lnTo>
                    <a:pt x="7858108" y="1988098"/>
                  </a:lnTo>
                  <a:lnTo>
                    <a:pt x="7916531" y="2038171"/>
                  </a:lnTo>
                  <a:lnTo>
                    <a:pt x="7970589" y="2093336"/>
                  </a:lnTo>
                  <a:lnTo>
                    <a:pt x="8020905" y="2154171"/>
                  </a:lnTo>
                  <a:lnTo>
                    <a:pt x="8068112" y="2221230"/>
                  </a:lnTo>
                  <a:lnTo>
                    <a:pt x="8112816" y="2294960"/>
                  </a:lnTo>
                  <a:lnTo>
                    <a:pt x="8151487" y="2367445"/>
                  </a:lnTo>
                  <a:lnTo>
                    <a:pt x="8182902" y="2432448"/>
                  </a:lnTo>
                  <a:lnTo>
                    <a:pt x="8213627" y="2501437"/>
                  </a:lnTo>
                  <a:lnTo>
                    <a:pt x="8243818" y="2574492"/>
                  </a:lnTo>
                  <a:lnTo>
                    <a:pt x="8273607" y="2651648"/>
                  </a:lnTo>
                  <a:lnTo>
                    <a:pt x="8303104" y="2732897"/>
                  </a:lnTo>
                  <a:lnTo>
                    <a:pt x="8332399" y="2818174"/>
                  </a:lnTo>
                  <a:lnTo>
                    <a:pt x="8361566" y="2907361"/>
                  </a:lnTo>
                  <a:lnTo>
                    <a:pt x="8390661" y="3000281"/>
                  </a:lnTo>
                  <a:lnTo>
                    <a:pt x="8419729" y="3096699"/>
                  </a:lnTo>
                  <a:lnTo>
                    <a:pt x="8448800" y="3196320"/>
                  </a:lnTo>
                  <a:lnTo>
                    <a:pt x="8477896" y="3298792"/>
                  </a:lnTo>
                  <a:lnTo>
                    <a:pt x="8507026" y="3403712"/>
                  </a:lnTo>
                  <a:lnTo>
                    <a:pt x="8536193" y="3510629"/>
                  </a:lnTo>
                  <a:lnTo>
                    <a:pt x="8565393" y="3619051"/>
                  </a:lnTo>
                  <a:lnTo>
                    <a:pt x="8594617" y="3728458"/>
                  </a:lnTo>
                  <a:lnTo>
                    <a:pt x="8623851" y="3838307"/>
                  </a:lnTo>
                  <a:lnTo>
                    <a:pt x="8653083" y="3948049"/>
                  </a:lnTo>
                  <a:lnTo>
                    <a:pt x="8682298" y="4057134"/>
                  </a:lnTo>
                  <a:lnTo>
                    <a:pt x="8711486" y="4165027"/>
                  </a:lnTo>
                  <a:lnTo>
                    <a:pt x="8740639" y="4271218"/>
                  </a:lnTo>
                  <a:lnTo>
                    <a:pt x="8769755" y="4375231"/>
                  </a:lnTo>
                  <a:lnTo>
                    <a:pt x="8798839" y="4476632"/>
                  </a:lnTo>
                  <a:lnTo>
                    <a:pt x="8827906" y="4575037"/>
                  </a:lnTo>
                  <a:lnTo>
                    <a:pt x="8856980" y="4670117"/>
                  </a:lnTo>
                  <a:lnTo>
                    <a:pt x="8886098" y="4761600"/>
                  </a:lnTo>
                  <a:lnTo>
                    <a:pt x="8915307" y="4849274"/>
                  </a:lnTo>
                  <a:lnTo>
                    <a:pt x="8944672" y="4932984"/>
                  </a:lnTo>
                  <a:lnTo>
                    <a:pt x="8974271" y="5012635"/>
                  </a:lnTo>
                  <a:lnTo>
                    <a:pt x="9004204" y="5088184"/>
                  </a:lnTo>
                  <a:lnTo>
                    <a:pt x="9034587" y="5159639"/>
                  </a:lnTo>
                  <a:lnTo>
                    <a:pt x="9065562" y="5227056"/>
                  </a:lnTo>
                  <a:lnTo>
                    <a:pt x="9084767" y="5266135"/>
                  </a:lnTo>
                  <a:lnTo>
                    <a:pt x="9127683" y="5346079"/>
                  </a:lnTo>
                  <a:lnTo>
                    <a:pt x="9172605" y="5419147"/>
                  </a:lnTo>
                  <a:lnTo>
                    <a:pt x="9220087" y="5485579"/>
                  </a:lnTo>
                  <a:lnTo>
                    <a:pt x="9270739" y="5545838"/>
                  </a:lnTo>
                  <a:lnTo>
                    <a:pt x="9325194" y="5600484"/>
                  </a:lnTo>
                  <a:lnTo>
                    <a:pt x="9384072" y="5650093"/>
                  </a:lnTo>
                  <a:lnTo>
                    <a:pt x="9447943" y="5695208"/>
                  </a:lnTo>
                  <a:lnTo>
                    <a:pt x="9517270" y="5736312"/>
                  </a:lnTo>
                  <a:lnTo>
                    <a:pt x="9592339" y="5773805"/>
                  </a:lnTo>
                  <a:lnTo>
                    <a:pt x="9673162" y="5807997"/>
                  </a:lnTo>
                  <a:lnTo>
                    <a:pt x="9759372" y="5839103"/>
                  </a:lnTo>
                  <a:lnTo>
                    <a:pt x="9850103" y="5867247"/>
                  </a:lnTo>
                  <a:lnTo>
                    <a:pt x="9943886" y="5892468"/>
                  </a:lnTo>
                  <a:lnTo>
                    <a:pt x="10038601" y="5914741"/>
                  </a:lnTo>
                  <a:lnTo>
                    <a:pt x="10131510" y="5934006"/>
                  </a:lnTo>
                  <a:lnTo>
                    <a:pt x="10219438" y="5950207"/>
                  </a:lnTo>
                  <a:lnTo>
                    <a:pt x="10299089" y="5963340"/>
                  </a:lnTo>
                  <a:lnTo>
                    <a:pt x="10367485" y="5973494"/>
                  </a:lnTo>
                  <a:lnTo>
                    <a:pt x="10422442" y="5980878"/>
                  </a:lnTo>
                  <a:lnTo>
                    <a:pt x="10462965" y="5985826"/>
                  </a:lnTo>
                  <a:lnTo>
                    <a:pt x="10489479" y="5988780"/>
                  </a:lnTo>
                  <a:lnTo>
                    <a:pt x="10503847" y="5990244"/>
                  </a:lnTo>
                  <a:lnTo>
                    <a:pt x="10509229" y="5990748"/>
                  </a:lnTo>
                  <a:lnTo>
                    <a:pt x="10509911" y="5990807"/>
                  </a:lnTo>
                  <a:lnTo>
                    <a:pt x="11981298" y="599080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4" name="pl34"/>
            <p:cNvSpPr/>
            <p:nvPr/>
          </p:nvSpPr>
          <p:spPr>
            <a:xfrm>
              <a:off x="4799595" y="4146124"/>
              <a:ext cx="11981298" cy="5990807"/>
            </a:xfrm>
            <a:custGeom>
              <a:avLst/>
              <a:pathLst>
                <a:path w="11981298" h="5990807">
                  <a:moveTo>
                    <a:pt x="11981298" y="5990807"/>
                  </a:moveTo>
                  <a:lnTo>
                    <a:pt x="10509911" y="5990807"/>
                  </a:lnTo>
                  <a:lnTo>
                    <a:pt x="10508989" y="5990727"/>
                  </a:lnTo>
                  <a:lnTo>
                    <a:pt x="10502906" y="5990153"/>
                  </a:lnTo>
                  <a:lnTo>
                    <a:pt x="10487478" y="5988567"/>
                  </a:lnTo>
                  <a:lnTo>
                    <a:pt x="10459662" y="5985441"/>
                  </a:lnTo>
                  <a:lnTo>
                    <a:pt x="10417733" y="5980274"/>
                  </a:lnTo>
                  <a:lnTo>
                    <a:pt x="10361407" y="5972634"/>
                  </a:lnTo>
                  <a:lnTo>
                    <a:pt x="10291806" y="5962198"/>
                  </a:lnTo>
                  <a:lnTo>
                    <a:pt x="10211212" y="5948769"/>
                  </a:lnTo>
                  <a:lnTo>
                    <a:pt x="10122654" y="5932269"/>
                  </a:lnTo>
                  <a:lnTo>
                    <a:pt x="10029436" y="5912710"/>
                  </a:lnTo>
                  <a:lnTo>
                    <a:pt x="9934701" y="5890148"/>
                  </a:lnTo>
                  <a:lnTo>
                    <a:pt x="9841131" y="5864643"/>
                  </a:lnTo>
                  <a:lnTo>
                    <a:pt x="9750785" y="5836214"/>
                  </a:lnTo>
                  <a:lnTo>
                    <a:pt x="9665069" y="5804815"/>
                  </a:lnTo>
                  <a:lnTo>
                    <a:pt x="9584796" y="5770314"/>
                  </a:lnTo>
                  <a:lnTo>
                    <a:pt x="9510290" y="5732485"/>
                  </a:lnTo>
                  <a:lnTo>
                    <a:pt x="9441509" y="5691011"/>
                  </a:lnTo>
                  <a:lnTo>
                    <a:pt x="9378145" y="5645481"/>
                  </a:lnTo>
                  <a:lnTo>
                    <a:pt x="9319722" y="5595408"/>
                  </a:lnTo>
                  <a:lnTo>
                    <a:pt x="9265665" y="5540243"/>
                  </a:lnTo>
                  <a:lnTo>
                    <a:pt x="9215348" y="5479408"/>
                  </a:lnTo>
                  <a:lnTo>
                    <a:pt x="9168141" y="5412350"/>
                  </a:lnTo>
                  <a:lnTo>
                    <a:pt x="9123437" y="5338620"/>
                  </a:lnTo>
                  <a:lnTo>
                    <a:pt x="9084767" y="5266135"/>
                  </a:lnTo>
                  <a:lnTo>
                    <a:pt x="9053351" y="5201131"/>
                  </a:lnTo>
                  <a:lnTo>
                    <a:pt x="9022626" y="5132142"/>
                  </a:lnTo>
                  <a:lnTo>
                    <a:pt x="8992435" y="5059088"/>
                  </a:lnTo>
                  <a:lnTo>
                    <a:pt x="8962646" y="4981931"/>
                  </a:lnTo>
                  <a:lnTo>
                    <a:pt x="8933149" y="4900683"/>
                  </a:lnTo>
                  <a:lnTo>
                    <a:pt x="8903854" y="4815406"/>
                  </a:lnTo>
                  <a:lnTo>
                    <a:pt x="8874687" y="4726219"/>
                  </a:lnTo>
                  <a:lnTo>
                    <a:pt x="8845592" y="4633298"/>
                  </a:lnTo>
                  <a:lnTo>
                    <a:pt x="8816524" y="4536881"/>
                  </a:lnTo>
                  <a:lnTo>
                    <a:pt x="8787453" y="4437260"/>
                  </a:lnTo>
                  <a:lnTo>
                    <a:pt x="8758357" y="4334787"/>
                  </a:lnTo>
                  <a:lnTo>
                    <a:pt x="8729227" y="4229867"/>
                  </a:lnTo>
                  <a:lnTo>
                    <a:pt x="8700060" y="4122951"/>
                  </a:lnTo>
                  <a:lnTo>
                    <a:pt x="8670860" y="4014528"/>
                  </a:lnTo>
                  <a:lnTo>
                    <a:pt x="8641637" y="3905122"/>
                  </a:lnTo>
                  <a:lnTo>
                    <a:pt x="8612402" y="3795272"/>
                  </a:lnTo>
                  <a:lnTo>
                    <a:pt x="8583170" y="3685531"/>
                  </a:lnTo>
                  <a:lnTo>
                    <a:pt x="8553955" y="3576446"/>
                  </a:lnTo>
                  <a:lnTo>
                    <a:pt x="8524767" y="3468553"/>
                  </a:lnTo>
                  <a:lnTo>
                    <a:pt x="8495614" y="3362361"/>
                  </a:lnTo>
                  <a:lnTo>
                    <a:pt x="8466498" y="3258348"/>
                  </a:lnTo>
                  <a:lnTo>
                    <a:pt x="8437414" y="3156947"/>
                  </a:lnTo>
                  <a:lnTo>
                    <a:pt x="8408347" y="3058542"/>
                  </a:lnTo>
                  <a:lnTo>
                    <a:pt x="8379273" y="2963462"/>
                  </a:lnTo>
                  <a:lnTo>
                    <a:pt x="8350156" y="2871979"/>
                  </a:lnTo>
                  <a:lnTo>
                    <a:pt x="8320946" y="2784305"/>
                  </a:lnTo>
                  <a:lnTo>
                    <a:pt x="8291582" y="2700595"/>
                  </a:lnTo>
                  <a:lnTo>
                    <a:pt x="8261982" y="2620944"/>
                  </a:lnTo>
                  <a:lnTo>
                    <a:pt x="8232049" y="2545395"/>
                  </a:lnTo>
                  <a:lnTo>
                    <a:pt x="8201666" y="2473940"/>
                  </a:lnTo>
                  <a:lnTo>
                    <a:pt x="8170692" y="2406524"/>
                  </a:lnTo>
                  <a:lnTo>
                    <a:pt x="8151487" y="2367445"/>
                  </a:lnTo>
                  <a:lnTo>
                    <a:pt x="8108570" y="2287500"/>
                  </a:lnTo>
                  <a:lnTo>
                    <a:pt x="8063648" y="2214432"/>
                  </a:lnTo>
                  <a:lnTo>
                    <a:pt x="8016166" y="2148000"/>
                  </a:lnTo>
                  <a:lnTo>
                    <a:pt x="7965514" y="2087741"/>
                  </a:lnTo>
                  <a:lnTo>
                    <a:pt x="7911060" y="2033095"/>
                  </a:lnTo>
                  <a:lnTo>
                    <a:pt x="7852181" y="1983487"/>
                  </a:lnTo>
                  <a:lnTo>
                    <a:pt x="7788310" y="1938371"/>
                  </a:lnTo>
                  <a:lnTo>
                    <a:pt x="7718983" y="1897267"/>
                  </a:lnTo>
                  <a:lnTo>
                    <a:pt x="7643915" y="1859774"/>
                  </a:lnTo>
                  <a:lnTo>
                    <a:pt x="7563091" y="1825583"/>
                  </a:lnTo>
                  <a:lnTo>
                    <a:pt x="7476881" y="1794477"/>
                  </a:lnTo>
                  <a:lnTo>
                    <a:pt x="7386150" y="1766333"/>
                  </a:lnTo>
                  <a:lnTo>
                    <a:pt x="7292367" y="1741111"/>
                  </a:lnTo>
                  <a:lnTo>
                    <a:pt x="7197653" y="1718838"/>
                  </a:lnTo>
                  <a:lnTo>
                    <a:pt x="7104743" y="1699573"/>
                  </a:lnTo>
                  <a:lnTo>
                    <a:pt x="7016815" y="1683372"/>
                  </a:lnTo>
                  <a:lnTo>
                    <a:pt x="6937164" y="1670239"/>
                  </a:lnTo>
                  <a:lnTo>
                    <a:pt x="6868768" y="1660086"/>
                  </a:lnTo>
                  <a:lnTo>
                    <a:pt x="6813812" y="1652702"/>
                  </a:lnTo>
                  <a:lnTo>
                    <a:pt x="6773289" y="1647753"/>
                  </a:lnTo>
                  <a:lnTo>
                    <a:pt x="6746774" y="1644800"/>
                  </a:lnTo>
                  <a:lnTo>
                    <a:pt x="6732406" y="1643335"/>
                  </a:lnTo>
                  <a:lnTo>
                    <a:pt x="6727024" y="1642831"/>
                  </a:lnTo>
                  <a:lnTo>
                    <a:pt x="6726343" y="1642772"/>
                  </a:lnTo>
                  <a:lnTo>
                    <a:pt x="5254955" y="1642772"/>
                  </a:lnTo>
                  <a:lnTo>
                    <a:pt x="5253750" y="1642732"/>
                  </a:lnTo>
                  <a:lnTo>
                    <a:pt x="5245837" y="1642446"/>
                  </a:lnTo>
                  <a:lnTo>
                    <a:pt x="5225925" y="1641656"/>
                  </a:lnTo>
                  <a:lnTo>
                    <a:pt x="5190411" y="1640100"/>
                  </a:lnTo>
                  <a:lnTo>
                    <a:pt x="5137653" y="1637540"/>
                  </a:lnTo>
                  <a:lnTo>
                    <a:pt x="5068090" y="1633783"/>
                  </a:lnTo>
                  <a:lnTo>
                    <a:pt x="4984042" y="1628701"/>
                  </a:lnTo>
                  <a:lnTo>
                    <a:pt x="4889176" y="1622234"/>
                  </a:lnTo>
                  <a:lnTo>
                    <a:pt x="4787777" y="1614376"/>
                  </a:lnTo>
                  <a:lnTo>
                    <a:pt x="4684046" y="1605153"/>
                  </a:lnTo>
                  <a:lnTo>
                    <a:pt x="4581569" y="1594594"/>
                  </a:lnTo>
                  <a:lnTo>
                    <a:pt x="4483051" y="1582709"/>
                  </a:lnTo>
                  <a:lnTo>
                    <a:pt x="4390260" y="1569470"/>
                  </a:lnTo>
                  <a:lnTo>
                    <a:pt x="4304133" y="1554804"/>
                  </a:lnTo>
                  <a:lnTo>
                    <a:pt x="4224946" y="1538584"/>
                  </a:lnTo>
                  <a:lnTo>
                    <a:pt x="4152497" y="1520636"/>
                  </a:lnTo>
                  <a:lnTo>
                    <a:pt x="4086264" y="1500735"/>
                  </a:lnTo>
                  <a:lnTo>
                    <a:pt x="4025539" y="1478622"/>
                  </a:lnTo>
                  <a:lnTo>
                    <a:pt x="3969517" y="1454012"/>
                  </a:lnTo>
                  <a:lnTo>
                    <a:pt x="3917366" y="1426626"/>
                  </a:lnTo>
                  <a:lnTo>
                    <a:pt x="3868285" y="1396231"/>
                  </a:lnTo>
                  <a:lnTo>
                    <a:pt x="3829811" y="1368977"/>
                  </a:lnTo>
                  <a:lnTo>
                    <a:pt x="3784347" y="1332752"/>
                  </a:lnTo>
                  <a:lnTo>
                    <a:pt x="3740193" y="1293311"/>
                  </a:lnTo>
                  <a:lnTo>
                    <a:pt x="3696916" y="1250594"/>
                  </a:lnTo>
                  <a:lnTo>
                    <a:pt x="3654187" y="1204623"/>
                  </a:lnTo>
                  <a:lnTo>
                    <a:pt x="3611759" y="1155509"/>
                  </a:lnTo>
                  <a:lnTo>
                    <a:pt x="3569456" y="1103461"/>
                  </a:lnTo>
                  <a:lnTo>
                    <a:pt x="3527163" y="1048788"/>
                  </a:lnTo>
                  <a:lnTo>
                    <a:pt x="3484816" y="991894"/>
                  </a:lnTo>
                  <a:lnTo>
                    <a:pt x="3442392" y="933273"/>
                  </a:lnTo>
                  <a:lnTo>
                    <a:pt x="3399901" y="873488"/>
                  </a:lnTo>
                  <a:lnTo>
                    <a:pt x="3357374" y="813153"/>
                  </a:lnTo>
                  <a:lnTo>
                    <a:pt x="3314853" y="752905"/>
                  </a:lnTo>
                  <a:lnTo>
                    <a:pt x="3272378" y="693378"/>
                  </a:lnTo>
                  <a:lnTo>
                    <a:pt x="3229975" y="635175"/>
                  </a:lnTo>
                  <a:lnTo>
                    <a:pt x="3187646" y="578842"/>
                  </a:lnTo>
                  <a:lnTo>
                    <a:pt x="3145359" y="524848"/>
                  </a:lnTo>
                  <a:lnTo>
                    <a:pt x="3103036" y="473574"/>
                  </a:lnTo>
                  <a:lnTo>
                    <a:pt x="3060547" y="425300"/>
                  </a:lnTo>
                  <a:lnTo>
                    <a:pt x="3017696" y="380208"/>
                  </a:lnTo>
                  <a:lnTo>
                    <a:pt x="2974216" y="338386"/>
                  </a:lnTo>
                  <a:lnTo>
                    <a:pt x="2929752" y="299830"/>
                  </a:lnTo>
                  <a:lnTo>
                    <a:pt x="2896531" y="273795"/>
                  </a:lnTo>
                  <a:lnTo>
                    <a:pt x="2849421" y="240844"/>
                  </a:lnTo>
                  <a:lnTo>
                    <a:pt x="2799844" y="211003"/>
                  </a:lnTo>
                  <a:lnTo>
                    <a:pt x="2747057" y="184135"/>
                  </a:lnTo>
                  <a:lnTo>
                    <a:pt x="2690250" y="159996"/>
                  </a:lnTo>
                  <a:lnTo>
                    <a:pt x="2628592" y="138302"/>
                  </a:lnTo>
                  <a:lnTo>
                    <a:pt x="2561290" y="118770"/>
                  </a:lnTo>
                  <a:lnTo>
                    <a:pt x="2487659" y="101148"/>
                  </a:lnTo>
                  <a:lnTo>
                    <a:pt x="2407228" y="85219"/>
                  </a:lnTo>
                  <a:lnTo>
                    <a:pt x="2319865" y="70817"/>
                  </a:lnTo>
                  <a:lnTo>
                    <a:pt x="2225953" y="57826"/>
                  </a:lnTo>
                  <a:lnTo>
                    <a:pt x="2126565" y="46181"/>
                  </a:lnTo>
                  <a:lnTo>
                    <a:pt x="2023636" y="35860"/>
                  </a:lnTo>
                  <a:lnTo>
                    <a:pt x="1920037" y="26881"/>
                  </a:lnTo>
                  <a:lnTo>
                    <a:pt x="1819493" y="19272"/>
                  </a:lnTo>
                  <a:lnTo>
                    <a:pt x="1726264" y="13055"/>
                  </a:lnTo>
                  <a:lnTo>
                    <a:pt x="1644582" y="8218"/>
                  </a:lnTo>
                  <a:lnTo>
                    <a:pt x="1577920" y="4688"/>
                  </a:lnTo>
                  <a:lnTo>
                    <a:pt x="1528291" y="2324"/>
                  </a:lnTo>
                  <a:lnTo>
                    <a:pt x="1495765" y="925"/>
                  </a:lnTo>
                  <a:lnTo>
                    <a:pt x="1478330" y="245"/>
                  </a:lnTo>
                  <a:lnTo>
                    <a:pt x="1472059" y="22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5" name="pg35"/>
            <p:cNvSpPr/>
            <p:nvPr/>
          </p:nvSpPr>
          <p:spPr>
            <a:xfrm>
              <a:off x="4799595" y="2862963"/>
              <a:ext cx="11981298" cy="7698964"/>
            </a:xfrm>
            <a:custGeom>
              <a:avLst/>
              <a:pathLst>
                <a:path w="11981298" h="7698964">
                  <a:moveTo>
                    <a:pt x="0" y="3775925"/>
                  </a:moveTo>
                  <a:lnTo>
                    <a:pt x="1471387" y="3775925"/>
                  </a:lnTo>
                  <a:lnTo>
                    <a:pt x="1472462" y="3776010"/>
                  </a:lnTo>
                  <a:lnTo>
                    <a:pt x="1479541" y="3776617"/>
                  </a:lnTo>
                  <a:lnTo>
                    <a:pt x="1497414" y="3778295"/>
                  </a:lnTo>
                  <a:lnTo>
                    <a:pt x="1529446" y="3781601"/>
                  </a:lnTo>
                  <a:lnTo>
                    <a:pt x="1577343" y="3787052"/>
                  </a:lnTo>
                  <a:lnTo>
                    <a:pt x="1641027" y="3795079"/>
                  </a:lnTo>
                  <a:lnTo>
                    <a:pt x="1718746" y="3805984"/>
                  </a:lnTo>
                  <a:lnTo>
                    <a:pt x="1807469" y="3819930"/>
                  </a:lnTo>
                  <a:lnTo>
                    <a:pt x="1903462" y="3836956"/>
                  </a:lnTo>
                  <a:lnTo>
                    <a:pt x="2002896" y="3857023"/>
                  </a:lnTo>
                  <a:lnTo>
                    <a:pt x="2102335" y="3880064"/>
                  </a:lnTo>
                  <a:lnTo>
                    <a:pt x="2199044" y="3906037"/>
                  </a:lnTo>
                  <a:lnTo>
                    <a:pt x="2291090" y="3934962"/>
                  </a:lnTo>
                  <a:lnTo>
                    <a:pt x="2377303" y="3966947"/>
                  </a:lnTo>
                  <a:lnTo>
                    <a:pt x="2457160" y="4002203"/>
                  </a:lnTo>
                  <a:lnTo>
                    <a:pt x="2530628" y="4041045"/>
                  </a:lnTo>
                  <a:lnTo>
                    <a:pt x="2598019" y="4083889"/>
                  </a:lnTo>
                  <a:lnTo>
                    <a:pt x="2659875" y="4131244"/>
                  </a:lnTo>
                  <a:lnTo>
                    <a:pt x="2716862" y="4183684"/>
                  </a:lnTo>
                  <a:lnTo>
                    <a:pt x="2769711" y="4241819"/>
                  </a:lnTo>
                  <a:lnTo>
                    <a:pt x="2819159" y="4306230"/>
                  </a:lnTo>
                  <a:lnTo>
                    <a:pt x="2865912" y="4377368"/>
                  </a:lnTo>
                  <a:lnTo>
                    <a:pt x="2896531" y="4429765"/>
                  </a:lnTo>
                  <a:lnTo>
                    <a:pt x="2929411" y="4491271"/>
                  </a:lnTo>
                  <a:lnTo>
                    <a:pt x="2961542" y="4556725"/>
                  </a:lnTo>
                  <a:lnTo>
                    <a:pt x="2993102" y="4626207"/>
                  </a:lnTo>
                  <a:lnTo>
                    <a:pt x="3024240" y="4699748"/>
                  </a:lnTo>
                  <a:lnTo>
                    <a:pt x="3055078" y="4777330"/>
                  </a:lnTo>
                  <a:lnTo>
                    <a:pt x="3085715" y="4858875"/>
                  </a:lnTo>
                  <a:lnTo>
                    <a:pt x="3116229" y="4944245"/>
                  </a:lnTo>
                  <a:lnTo>
                    <a:pt x="3146683" y="5033238"/>
                  </a:lnTo>
                  <a:lnTo>
                    <a:pt x="3177122" y="5125587"/>
                  </a:lnTo>
                  <a:lnTo>
                    <a:pt x="3207575" y="5220964"/>
                  </a:lnTo>
                  <a:lnTo>
                    <a:pt x="3238061" y="5318980"/>
                  </a:lnTo>
                  <a:lnTo>
                    <a:pt x="3268587" y="5419190"/>
                  </a:lnTo>
                  <a:lnTo>
                    <a:pt x="3299152" y="5521106"/>
                  </a:lnTo>
                  <a:lnTo>
                    <a:pt x="3329747" y="5624197"/>
                  </a:lnTo>
                  <a:lnTo>
                    <a:pt x="3360360" y="5727909"/>
                  </a:lnTo>
                  <a:lnTo>
                    <a:pt x="3390973" y="5831674"/>
                  </a:lnTo>
                  <a:lnTo>
                    <a:pt x="3421573" y="5934922"/>
                  </a:lnTo>
                  <a:lnTo>
                    <a:pt x="3452144" y="6037093"/>
                  </a:lnTo>
                  <a:lnTo>
                    <a:pt x="3482678" y="6137655"/>
                  </a:lnTo>
                  <a:lnTo>
                    <a:pt x="3513171" y="6236109"/>
                  </a:lnTo>
                  <a:lnTo>
                    <a:pt x="3543629" y="6332001"/>
                  </a:lnTo>
                  <a:lnTo>
                    <a:pt x="3574068" y="6424933"/>
                  </a:lnTo>
                  <a:lnTo>
                    <a:pt x="3604517" y="6514564"/>
                  </a:lnTo>
                  <a:lnTo>
                    <a:pt x="3635016" y="6600616"/>
                  </a:lnTo>
                  <a:lnTo>
                    <a:pt x="3665625" y="6682876"/>
                  </a:lnTo>
                  <a:lnTo>
                    <a:pt x="3696419" y="6761193"/>
                  </a:lnTo>
                  <a:lnTo>
                    <a:pt x="3727493" y="6835480"/>
                  </a:lnTo>
                  <a:lnTo>
                    <a:pt x="3758966" y="6905706"/>
                  </a:lnTo>
                  <a:lnTo>
                    <a:pt x="3790980" y="6971895"/>
                  </a:lnTo>
                  <a:lnTo>
                    <a:pt x="3823707" y="7034119"/>
                  </a:lnTo>
                  <a:lnTo>
                    <a:pt x="3829811" y="7045124"/>
                  </a:lnTo>
                  <a:lnTo>
                    <a:pt x="3875092" y="7120964"/>
                  </a:lnTo>
                  <a:lnTo>
                    <a:pt x="3922632" y="7189920"/>
                  </a:lnTo>
                  <a:lnTo>
                    <a:pt x="3973087" y="7252271"/>
                  </a:lnTo>
                  <a:lnTo>
                    <a:pt x="4027175" y="7308523"/>
                  </a:lnTo>
                  <a:lnTo>
                    <a:pt x="4085638" y="7359275"/>
                  </a:lnTo>
                  <a:lnTo>
                    <a:pt x="4149191" y="7405131"/>
                  </a:lnTo>
                  <a:lnTo>
                    <a:pt x="4218471" y="7446648"/>
                  </a:lnTo>
                  <a:lnTo>
                    <a:pt x="4293957" y="7484305"/>
                  </a:lnTo>
                  <a:lnTo>
                    <a:pt x="4375865" y="7518488"/>
                  </a:lnTo>
                  <a:lnTo>
                    <a:pt x="4464024" y="7549479"/>
                  </a:lnTo>
                  <a:lnTo>
                    <a:pt x="4557719" y="7577455"/>
                  </a:lnTo>
                  <a:lnTo>
                    <a:pt x="4655548" y="7602494"/>
                  </a:lnTo>
                  <a:lnTo>
                    <a:pt x="4755320" y="7624594"/>
                  </a:lnTo>
                  <a:lnTo>
                    <a:pt x="4854055" y="7643698"/>
                  </a:lnTo>
                  <a:lnTo>
                    <a:pt x="4948152" y="7659743"/>
                  </a:lnTo>
                  <a:lnTo>
                    <a:pt x="5033749" y="7672709"/>
                  </a:lnTo>
                  <a:lnTo>
                    <a:pt x="5107270" y="7682672"/>
                  </a:lnTo>
                  <a:lnTo>
                    <a:pt x="5166033" y="7689837"/>
                  </a:lnTo>
                  <a:lnTo>
                    <a:pt x="5208792" y="7694552"/>
                  </a:lnTo>
                  <a:lnTo>
                    <a:pt x="5236038" y="7697279"/>
                  </a:lnTo>
                  <a:lnTo>
                    <a:pt x="5250030" y="7698555"/>
                  </a:lnTo>
                  <a:lnTo>
                    <a:pt x="5254610" y="7698937"/>
                  </a:lnTo>
                  <a:lnTo>
                    <a:pt x="5254955" y="7698964"/>
                  </a:lnTo>
                  <a:lnTo>
                    <a:pt x="6726343" y="7698964"/>
                  </a:lnTo>
                  <a:lnTo>
                    <a:pt x="6727055" y="7698854"/>
                  </a:lnTo>
                  <a:lnTo>
                    <a:pt x="6731783" y="7698074"/>
                  </a:lnTo>
                  <a:lnTo>
                    <a:pt x="6743852" y="7695922"/>
                  </a:lnTo>
                  <a:lnTo>
                    <a:pt x="6765802" y="7691676"/>
                  </a:lnTo>
                  <a:lnTo>
                    <a:pt x="6799273" y="7684634"/>
                  </a:lnTo>
                  <a:lnTo>
                    <a:pt x="6844908" y="7674167"/>
                  </a:lnTo>
                  <a:lnTo>
                    <a:pt x="6902321" y="7659759"/>
                  </a:lnTo>
                  <a:lnTo>
                    <a:pt x="6970201" y="7641049"/>
                  </a:lnTo>
                  <a:lnTo>
                    <a:pt x="7046527" y="7617832"/>
                  </a:lnTo>
                  <a:lnTo>
                    <a:pt x="7128859" y="7590044"/>
                  </a:lnTo>
                  <a:lnTo>
                    <a:pt x="7214648" y="7557719"/>
                  </a:lnTo>
                  <a:lnTo>
                    <a:pt x="7301502" y="7520941"/>
                  </a:lnTo>
                  <a:lnTo>
                    <a:pt x="7387370" y="7479788"/>
                  </a:lnTo>
                  <a:lnTo>
                    <a:pt x="7470646" y="7434294"/>
                  </a:lnTo>
                  <a:lnTo>
                    <a:pt x="7550186" y="7384406"/>
                  </a:lnTo>
                  <a:lnTo>
                    <a:pt x="7625277" y="7329973"/>
                  </a:lnTo>
                  <a:lnTo>
                    <a:pt x="7695568" y="7270723"/>
                  </a:lnTo>
                  <a:lnTo>
                    <a:pt x="7761000" y="7206272"/>
                  </a:lnTo>
                  <a:lnTo>
                    <a:pt x="7821726" y="7136116"/>
                  </a:lnTo>
                  <a:lnTo>
                    <a:pt x="7878052" y="7059646"/>
                  </a:lnTo>
                  <a:lnTo>
                    <a:pt x="7930379" y="6976163"/>
                  </a:lnTo>
                  <a:lnTo>
                    <a:pt x="7979167" y="6884900"/>
                  </a:lnTo>
                  <a:lnTo>
                    <a:pt x="8024899" y="6785069"/>
                  </a:lnTo>
                  <a:lnTo>
                    <a:pt x="8068063" y="6675924"/>
                  </a:lnTo>
                  <a:lnTo>
                    <a:pt x="8109124" y="6556860"/>
                  </a:lnTo>
                  <a:lnTo>
                    <a:pt x="8148506" y="6427567"/>
                  </a:lnTo>
                  <a:lnTo>
                    <a:pt x="8151487" y="6417165"/>
                  </a:lnTo>
                  <a:lnTo>
                    <a:pt x="8175570" y="6329902"/>
                  </a:lnTo>
                  <a:lnTo>
                    <a:pt x="8199226" y="6238543"/>
                  </a:lnTo>
                  <a:lnTo>
                    <a:pt x="8222529" y="6143016"/>
                  </a:lnTo>
                  <a:lnTo>
                    <a:pt x="8245546" y="6043268"/>
                  </a:lnTo>
                  <a:lnTo>
                    <a:pt x="8268332" y="5939278"/>
                  </a:lnTo>
                  <a:lnTo>
                    <a:pt x="8290937" y="5831051"/>
                  </a:lnTo>
                  <a:lnTo>
                    <a:pt x="8313404" y="5718625"/>
                  </a:lnTo>
                  <a:lnTo>
                    <a:pt x="8335769" y="5602069"/>
                  </a:lnTo>
                  <a:lnTo>
                    <a:pt x="8358064" y="5481488"/>
                  </a:lnTo>
                  <a:lnTo>
                    <a:pt x="8380314" y="5357020"/>
                  </a:lnTo>
                  <a:lnTo>
                    <a:pt x="8402540" y="5228843"/>
                  </a:lnTo>
                  <a:lnTo>
                    <a:pt x="8424758" y="5097165"/>
                  </a:lnTo>
                  <a:lnTo>
                    <a:pt x="8446981" y="4962233"/>
                  </a:lnTo>
                  <a:lnTo>
                    <a:pt x="8469218" y="4824328"/>
                  </a:lnTo>
                  <a:lnTo>
                    <a:pt x="8491474" y="4683761"/>
                  </a:lnTo>
                  <a:lnTo>
                    <a:pt x="8513752" y="4540875"/>
                  </a:lnTo>
                  <a:lnTo>
                    <a:pt x="8536051" y="4396037"/>
                  </a:lnTo>
                  <a:lnTo>
                    <a:pt x="8558369" y="4249640"/>
                  </a:lnTo>
                  <a:lnTo>
                    <a:pt x="8580702" y="4102092"/>
                  </a:lnTo>
                  <a:lnTo>
                    <a:pt x="8603046" y="3953818"/>
                  </a:lnTo>
                  <a:lnTo>
                    <a:pt x="8625394" y="3805249"/>
                  </a:lnTo>
                  <a:lnTo>
                    <a:pt x="8647740" y="3656823"/>
                  </a:lnTo>
                  <a:lnTo>
                    <a:pt x="8670078" y="3508973"/>
                  </a:lnTo>
                  <a:lnTo>
                    <a:pt x="8692402" y="3362126"/>
                  </a:lnTo>
                  <a:lnTo>
                    <a:pt x="8714708" y="3216697"/>
                  </a:lnTo>
                  <a:lnTo>
                    <a:pt x="8736993" y="3073086"/>
                  </a:lnTo>
                  <a:lnTo>
                    <a:pt x="8759257" y="2931668"/>
                  </a:lnTo>
                  <a:lnTo>
                    <a:pt x="8781500" y="2792795"/>
                  </a:lnTo>
                  <a:lnTo>
                    <a:pt x="8803727" y="2656790"/>
                  </a:lnTo>
                  <a:lnTo>
                    <a:pt x="8825946" y="2523945"/>
                  </a:lnTo>
                  <a:lnTo>
                    <a:pt x="8848167" y="2394517"/>
                  </a:lnTo>
                  <a:lnTo>
                    <a:pt x="8870407" y="2268731"/>
                  </a:lnTo>
                  <a:lnTo>
                    <a:pt x="8892683" y="2146774"/>
                  </a:lnTo>
                  <a:lnTo>
                    <a:pt x="8915020" y="2028797"/>
                  </a:lnTo>
                  <a:lnTo>
                    <a:pt x="8937448" y="1914917"/>
                  </a:lnTo>
                  <a:lnTo>
                    <a:pt x="8960000" y="1805216"/>
                  </a:lnTo>
                  <a:lnTo>
                    <a:pt x="8982718" y="1699742"/>
                  </a:lnTo>
                  <a:lnTo>
                    <a:pt x="9005647" y="1598513"/>
                  </a:lnTo>
                  <a:lnTo>
                    <a:pt x="9028844" y="1501514"/>
                  </a:lnTo>
                  <a:lnTo>
                    <a:pt x="9052368" y="1408705"/>
                  </a:lnTo>
                  <a:lnTo>
                    <a:pt x="9076293" y="1320020"/>
                  </a:lnTo>
                  <a:lnTo>
                    <a:pt x="9084767" y="1289971"/>
                  </a:lnTo>
                  <a:lnTo>
                    <a:pt x="9124036" y="1159889"/>
                  </a:lnTo>
                  <a:lnTo>
                    <a:pt x="9164952" y="1040042"/>
                  </a:lnTo>
                  <a:lnTo>
                    <a:pt x="9207937" y="930150"/>
                  </a:lnTo>
                  <a:lnTo>
                    <a:pt x="9253455" y="829626"/>
                  </a:lnTo>
                  <a:lnTo>
                    <a:pt x="9301989" y="737730"/>
                  </a:lnTo>
                  <a:lnTo>
                    <a:pt x="9354027" y="653674"/>
                  </a:lnTo>
                  <a:lnTo>
                    <a:pt x="9410028" y="576688"/>
                  </a:lnTo>
                  <a:lnTo>
                    <a:pt x="9470403" y="506068"/>
                  </a:lnTo>
                  <a:lnTo>
                    <a:pt x="9535464" y="441196"/>
                  </a:lnTo>
                  <a:lnTo>
                    <a:pt x="9605379" y="381561"/>
                  </a:lnTo>
                  <a:lnTo>
                    <a:pt x="9680107" y="326766"/>
                  </a:lnTo>
                  <a:lnTo>
                    <a:pt x="9759324" y="276535"/>
                  </a:lnTo>
                  <a:lnTo>
                    <a:pt x="9842347" y="230704"/>
                  </a:lnTo>
                  <a:lnTo>
                    <a:pt x="9928066" y="189217"/>
                  </a:lnTo>
                  <a:lnTo>
                    <a:pt x="10014911" y="152098"/>
                  </a:lnTo>
                  <a:lnTo>
                    <a:pt x="10100864" y="119426"/>
                  </a:lnTo>
                  <a:lnTo>
                    <a:pt x="10183554" y="91286"/>
                  </a:lnTo>
                  <a:lnTo>
                    <a:pt x="10260433" y="67717"/>
                  </a:lnTo>
                  <a:lnTo>
                    <a:pt x="10329045" y="48664"/>
                  </a:lnTo>
                  <a:lnTo>
                    <a:pt x="10387323" y="33936"/>
                  </a:lnTo>
                  <a:lnTo>
                    <a:pt x="10433892" y="23181"/>
                  </a:lnTo>
                  <a:lnTo>
                    <a:pt x="10468293" y="15896"/>
                  </a:lnTo>
                  <a:lnTo>
                    <a:pt x="10491085" y="11459"/>
                  </a:lnTo>
                  <a:lnTo>
                    <a:pt x="10503837" y="9170"/>
                  </a:lnTo>
                  <a:lnTo>
                    <a:pt x="10509023" y="8310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9198" y="109"/>
                  </a:lnTo>
                  <a:lnTo>
                    <a:pt x="10504470" y="889"/>
                  </a:lnTo>
                  <a:lnTo>
                    <a:pt x="10492401" y="3042"/>
                  </a:lnTo>
                  <a:lnTo>
                    <a:pt x="10470451" y="7288"/>
                  </a:lnTo>
                  <a:lnTo>
                    <a:pt x="10436980" y="14329"/>
                  </a:lnTo>
                  <a:lnTo>
                    <a:pt x="10391345" y="24797"/>
                  </a:lnTo>
                  <a:lnTo>
                    <a:pt x="10333933" y="39204"/>
                  </a:lnTo>
                  <a:lnTo>
                    <a:pt x="10266052" y="57914"/>
                  </a:lnTo>
                  <a:lnTo>
                    <a:pt x="10189726" y="81131"/>
                  </a:lnTo>
                  <a:lnTo>
                    <a:pt x="10107394" y="108919"/>
                  </a:lnTo>
                  <a:lnTo>
                    <a:pt x="10021605" y="141244"/>
                  </a:lnTo>
                  <a:lnTo>
                    <a:pt x="9934752" y="178023"/>
                  </a:lnTo>
                  <a:lnTo>
                    <a:pt x="9848883" y="219175"/>
                  </a:lnTo>
                  <a:lnTo>
                    <a:pt x="9765607" y="264670"/>
                  </a:lnTo>
                  <a:lnTo>
                    <a:pt x="9686067" y="314557"/>
                  </a:lnTo>
                  <a:lnTo>
                    <a:pt x="9610977" y="368991"/>
                  </a:lnTo>
                  <a:lnTo>
                    <a:pt x="9540685" y="428240"/>
                  </a:lnTo>
                  <a:lnTo>
                    <a:pt x="9475254" y="492691"/>
                  </a:lnTo>
                  <a:lnTo>
                    <a:pt x="9414527" y="562847"/>
                  </a:lnTo>
                  <a:lnTo>
                    <a:pt x="9358202" y="639317"/>
                  </a:lnTo>
                  <a:lnTo>
                    <a:pt x="9305874" y="722801"/>
                  </a:lnTo>
                  <a:lnTo>
                    <a:pt x="9257087" y="814063"/>
                  </a:lnTo>
                  <a:lnTo>
                    <a:pt x="9211354" y="913894"/>
                  </a:lnTo>
                  <a:lnTo>
                    <a:pt x="9168190" y="1023040"/>
                  </a:lnTo>
                  <a:lnTo>
                    <a:pt x="9127130" y="1142104"/>
                  </a:lnTo>
                  <a:lnTo>
                    <a:pt x="9087747" y="1271396"/>
                  </a:lnTo>
                  <a:lnTo>
                    <a:pt x="9084767" y="1281798"/>
                  </a:lnTo>
                  <a:lnTo>
                    <a:pt x="9060683" y="1369062"/>
                  </a:lnTo>
                  <a:lnTo>
                    <a:pt x="9037027" y="1460420"/>
                  </a:lnTo>
                  <a:lnTo>
                    <a:pt x="9013724" y="1555948"/>
                  </a:lnTo>
                  <a:lnTo>
                    <a:pt x="8990708" y="1655695"/>
                  </a:lnTo>
                  <a:lnTo>
                    <a:pt x="8967922" y="1759686"/>
                  </a:lnTo>
                  <a:lnTo>
                    <a:pt x="8945317" y="1867912"/>
                  </a:lnTo>
                  <a:lnTo>
                    <a:pt x="8922850" y="1980339"/>
                  </a:lnTo>
                  <a:lnTo>
                    <a:pt x="8900484" y="2096895"/>
                  </a:lnTo>
                  <a:lnTo>
                    <a:pt x="8878189" y="2217476"/>
                  </a:lnTo>
                  <a:lnTo>
                    <a:pt x="8855940" y="2341943"/>
                  </a:lnTo>
                  <a:lnTo>
                    <a:pt x="8833714" y="2470121"/>
                  </a:lnTo>
                  <a:lnTo>
                    <a:pt x="8811495" y="2601799"/>
                  </a:lnTo>
                  <a:lnTo>
                    <a:pt x="8789272" y="2736730"/>
                  </a:lnTo>
                  <a:lnTo>
                    <a:pt x="8767035" y="2874636"/>
                  </a:lnTo>
                  <a:lnTo>
                    <a:pt x="8744779" y="3015202"/>
                  </a:lnTo>
                  <a:lnTo>
                    <a:pt x="8722502" y="3158089"/>
                  </a:lnTo>
                  <a:lnTo>
                    <a:pt x="8700203" y="3302926"/>
                  </a:lnTo>
                  <a:lnTo>
                    <a:pt x="8677884" y="3449324"/>
                  </a:lnTo>
                  <a:lnTo>
                    <a:pt x="8655551" y="3596871"/>
                  </a:lnTo>
                  <a:lnTo>
                    <a:pt x="8633207" y="3745146"/>
                  </a:lnTo>
                  <a:lnTo>
                    <a:pt x="8610859" y="3893714"/>
                  </a:lnTo>
                  <a:lnTo>
                    <a:pt x="8588513" y="4042140"/>
                  </a:lnTo>
                  <a:lnTo>
                    <a:pt x="8566175" y="4189991"/>
                  </a:lnTo>
                  <a:lnTo>
                    <a:pt x="8543851" y="4336838"/>
                  </a:lnTo>
                  <a:lnTo>
                    <a:pt x="8521545" y="4482266"/>
                  </a:lnTo>
                  <a:lnTo>
                    <a:pt x="8499260" y="4625878"/>
                  </a:lnTo>
                  <a:lnTo>
                    <a:pt x="8476997" y="4767296"/>
                  </a:lnTo>
                  <a:lnTo>
                    <a:pt x="8454754" y="4906169"/>
                  </a:lnTo>
                  <a:lnTo>
                    <a:pt x="8432526" y="5042174"/>
                  </a:lnTo>
                  <a:lnTo>
                    <a:pt x="8410308" y="5175019"/>
                  </a:lnTo>
                  <a:lnTo>
                    <a:pt x="8388086" y="5304446"/>
                  </a:lnTo>
                  <a:lnTo>
                    <a:pt x="8365847" y="5430232"/>
                  </a:lnTo>
                  <a:lnTo>
                    <a:pt x="8343570" y="5552190"/>
                  </a:lnTo>
                  <a:lnTo>
                    <a:pt x="8321233" y="5670167"/>
                  </a:lnTo>
                  <a:lnTo>
                    <a:pt x="8298805" y="5784046"/>
                  </a:lnTo>
                  <a:lnTo>
                    <a:pt x="8276253" y="5893747"/>
                  </a:lnTo>
                  <a:lnTo>
                    <a:pt x="8253535" y="5999221"/>
                  </a:lnTo>
                  <a:lnTo>
                    <a:pt x="8230606" y="6100451"/>
                  </a:lnTo>
                  <a:lnTo>
                    <a:pt x="8207410" y="6197449"/>
                  </a:lnTo>
                  <a:lnTo>
                    <a:pt x="8183885" y="6290258"/>
                  </a:lnTo>
                  <a:lnTo>
                    <a:pt x="8159960" y="6378943"/>
                  </a:lnTo>
                  <a:lnTo>
                    <a:pt x="8151487" y="6408992"/>
                  </a:lnTo>
                  <a:lnTo>
                    <a:pt x="8112218" y="6539074"/>
                  </a:lnTo>
                  <a:lnTo>
                    <a:pt x="8071301" y="6658922"/>
                  </a:lnTo>
                  <a:lnTo>
                    <a:pt x="8028316" y="6768814"/>
                  </a:lnTo>
                  <a:lnTo>
                    <a:pt x="7982798" y="6869338"/>
                  </a:lnTo>
                  <a:lnTo>
                    <a:pt x="7934264" y="6961234"/>
                  </a:lnTo>
                  <a:lnTo>
                    <a:pt x="7882227" y="7045290"/>
                  </a:lnTo>
                  <a:lnTo>
                    <a:pt x="7826225" y="7122275"/>
                  </a:lnTo>
                  <a:lnTo>
                    <a:pt x="7765850" y="7192895"/>
                  </a:lnTo>
                  <a:lnTo>
                    <a:pt x="7700790" y="7257768"/>
                  </a:lnTo>
                  <a:lnTo>
                    <a:pt x="7630874" y="7317403"/>
                  </a:lnTo>
                  <a:lnTo>
                    <a:pt x="7556146" y="7372197"/>
                  </a:lnTo>
                  <a:lnTo>
                    <a:pt x="7476929" y="7422429"/>
                  </a:lnTo>
                  <a:lnTo>
                    <a:pt x="7393906" y="7468259"/>
                  </a:lnTo>
                  <a:lnTo>
                    <a:pt x="7308187" y="7509747"/>
                  </a:lnTo>
                  <a:lnTo>
                    <a:pt x="7221342" y="7546865"/>
                  </a:lnTo>
                  <a:lnTo>
                    <a:pt x="7135389" y="7579537"/>
                  </a:lnTo>
                  <a:lnTo>
                    <a:pt x="7052700" y="7607678"/>
                  </a:lnTo>
                  <a:lnTo>
                    <a:pt x="6975820" y="7631247"/>
                  </a:lnTo>
                  <a:lnTo>
                    <a:pt x="6907209" y="7650299"/>
                  </a:lnTo>
                  <a:lnTo>
                    <a:pt x="6848931" y="7665028"/>
                  </a:lnTo>
                  <a:lnTo>
                    <a:pt x="6802361" y="7675783"/>
                  </a:lnTo>
                  <a:lnTo>
                    <a:pt x="6767960" y="7683067"/>
                  </a:lnTo>
                  <a:lnTo>
                    <a:pt x="6745168" y="7687505"/>
                  </a:lnTo>
                  <a:lnTo>
                    <a:pt x="6732416" y="7689793"/>
                  </a:lnTo>
                  <a:lnTo>
                    <a:pt x="6727230" y="7690654"/>
                  </a:lnTo>
                  <a:lnTo>
                    <a:pt x="6726343" y="7690791"/>
                  </a:lnTo>
                  <a:lnTo>
                    <a:pt x="5254955" y="7690791"/>
                  </a:lnTo>
                  <a:lnTo>
                    <a:pt x="5253880" y="7690706"/>
                  </a:lnTo>
                  <a:lnTo>
                    <a:pt x="5246801" y="7690098"/>
                  </a:lnTo>
                  <a:lnTo>
                    <a:pt x="5228928" y="7688420"/>
                  </a:lnTo>
                  <a:lnTo>
                    <a:pt x="5196896" y="7685115"/>
                  </a:lnTo>
                  <a:lnTo>
                    <a:pt x="5148999" y="7679664"/>
                  </a:lnTo>
                  <a:lnTo>
                    <a:pt x="5085315" y="7671637"/>
                  </a:lnTo>
                  <a:lnTo>
                    <a:pt x="5007596" y="7660732"/>
                  </a:lnTo>
                  <a:lnTo>
                    <a:pt x="4918873" y="7646786"/>
                  </a:lnTo>
                  <a:lnTo>
                    <a:pt x="4822880" y="7629760"/>
                  </a:lnTo>
                  <a:lnTo>
                    <a:pt x="4723446" y="7609693"/>
                  </a:lnTo>
                  <a:lnTo>
                    <a:pt x="4624007" y="7586651"/>
                  </a:lnTo>
                  <a:lnTo>
                    <a:pt x="4527298" y="7560678"/>
                  </a:lnTo>
                  <a:lnTo>
                    <a:pt x="4435252" y="7531754"/>
                  </a:lnTo>
                  <a:lnTo>
                    <a:pt x="4349039" y="7499769"/>
                  </a:lnTo>
                  <a:lnTo>
                    <a:pt x="4269182" y="7464513"/>
                  </a:lnTo>
                  <a:lnTo>
                    <a:pt x="4195714" y="7425671"/>
                  </a:lnTo>
                  <a:lnTo>
                    <a:pt x="4128323" y="7382826"/>
                  </a:lnTo>
                  <a:lnTo>
                    <a:pt x="4066468" y="7335472"/>
                  </a:lnTo>
                  <a:lnTo>
                    <a:pt x="4009480" y="7283032"/>
                  </a:lnTo>
                  <a:lnTo>
                    <a:pt x="3956631" y="7224897"/>
                  </a:lnTo>
                  <a:lnTo>
                    <a:pt x="3907183" y="7160486"/>
                  </a:lnTo>
                  <a:lnTo>
                    <a:pt x="3860430" y="7089348"/>
                  </a:lnTo>
                  <a:lnTo>
                    <a:pt x="3829811" y="7036951"/>
                  </a:lnTo>
                  <a:lnTo>
                    <a:pt x="3796931" y="6975444"/>
                  </a:lnTo>
                  <a:lnTo>
                    <a:pt x="3764800" y="6909991"/>
                  </a:lnTo>
                  <a:lnTo>
                    <a:pt x="3733240" y="6840509"/>
                  </a:lnTo>
                  <a:lnTo>
                    <a:pt x="3702102" y="6766967"/>
                  </a:lnTo>
                  <a:lnTo>
                    <a:pt x="3671264" y="6689385"/>
                  </a:lnTo>
                  <a:lnTo>
                    <a:pt x="3640628" y="6607840"/>
                  </a:lnTo>
                  <a:lnTo>
                    <a:pt x="3610113" y="6522471"/>
                  </a:lnTo>
                  <a:lnTo>
                    <a:pt x="3579659" y="6433478"/>
                  </a:lnTo>
                  <a:lnTo>
                    <a:pt x="3549220" y="6341129"/>
                  </a:lnTo>
                  <a:lnTo>
                    <a:pt x="3518767" y="6245752"/>
                  </a:lnTo>
                  <a:lnTo>
                    <a:pt x="3488281" y="6147736"/>
                  </a:lnTo>
                  <a:lnTo>
                    <a:pt x="3457755" y="6047525"/>
                  </a:lnTo>
                  <a:lnTo>
                    <a:pt x="3427190" y="5945610"/>
                  </a:lnTo>
                  <a:lnTo>
                    <a:pt x="3396595" y="5842519"/>
                  </a:lnTo>
                  <a:lnTo>
                    <a:pt x="3365982" y="5738806"/>
                  </a:lnTo>
                  <a:lnTo>
                    <a:pt x="3335369" y="5635041"/>
                  </a:lnTo>
                  <a:lnTo>
                    <a:pt x="3304769" y="5531794"/>
                  </a:lnTo>
                  <a:lnTo>
                    <a:pt x="3274198" y="5429622"/>
                  </a:lnTo>
                  <a:lnTo>
                    <a:pt x="3243664" y="5329060"/>
                  </a:lnTo>
                  <a:lnTo>
                    <a:pt x="3213171" y="5230607"/>
                  </a:lnTo>
                  <a:lnTo>
                    <a:pt x="3182713" y="5134714"/>
                  </a:lnTo>
                  <a:lnTo>
                    <a:pt x="3152274" y="5041782"/>
                  </a:lnTo>
                  <a:lnTo>
                    <a:pt x="3121825" y="4952152"/>
                  </a:lnTo>
                  <a:lnTo>
                    <a:pt x="3091326" y="4866100"/>
                  </a:lnTo>
                  <a:lnTo>
                    <a:pt x="3060717" y="4783840"/>
                  </a:lnTo>
                  <a:lnTo>
                    <a:pt x="3029923" y="4705522"/>
                  </a:lnTo>
                  <a:lnTo>
                    <a:pt x="2998849" y="4631235"/>
                  </a:lnTo>
                  <a:lnTo>
                    <a:pt x="2967376" y="4561009"/>
                  </a:lnTo>
                  <a:lnTo>
                    <a:pt x="2935362" y="4494820"/>
                  </a:lnTo>
                  <a:lnTo>
                    <a:pt x="2902635" y="4432597"/>
                  </a:lnTo>
                  <a:lnTo>
                    <a:pt x="2896531" y="4421592"/>
                  </a:lnTo>
                  <a:lnTo>
                    <a:pt x="2851250" y="4345752"/>
                  </a:lnTo>
                  <a:lnTo>
                    <a:pt x="2803710" y="4276795"/>
                  </a:lnTo>
                  <a:lnTo>
                    <a:pt x="2753255" y="4214444"/>
                  </a:lnTo>
                  <a:lnTo>
                    <a:pt x="2699167" y="4158192"/>
                  </a:lnTo>
                  <a:lnTo>
                    <a:pt x="2640704" y="4107440"/>
                  </a:lnTo>
                  <a:lnTo>
                    <a:pt x="2577151" y="4061584"/>
                  </a:lnTo>
                  <a:lnTo>
                    <a:pt x="2507871" y="4020068"/>
                  </a:lnTo>
                  <a:lnTo>
                    <a:pt x="2432385" y="3982410"/>
                  </a:lnTo>
                  <a:lnTo>
                    <a:pt x="2350477" y="3948227"/>
                  </a:lnTo>
                  <a:lnTo>
                    <a:pt x="2262318" y="3917236"/>
                  </a:lnTo>
                  <a:lnTo>
                    <a:pt x="2168623" y="3889261"/>
                  </a:lnTo>
                  <a:lnTo>
                    <a:pt x="2070794" y="3864221"/>
                  </a:lnTo>
                  <a:lnTo>
                    <a:pt x="1971022" y="3842122"/>
                  </a:lnTo>
                  <a:lnTo>
                    <a:pt x="1872287" y="3823018"/>
                  </a:lnTo>
                  <a:lnTo>
                    <a:pt x="1778190" y="3806973"/>
                  </a:lnTo>
                  <a:lnTo>
                    <a:pt x="1692593" y="3794007"/>
                  </a:lnTo>
                  <a:lnTo>
                    <a:pt x="1619073" y="3784044"/>
                  </a:lnTo>
                  <a:lnTo>
                    <a:pt x="1560309" y="3776878"/>
                  </a:lnTo>
                  <a:lnTo>
                    <a:pt x="1517550" y="3772164"/>
                  </a:lnTo>
                  <a:lnTo>
                    <a:pt x="1490304" y="3769437"/>
                  </a:lnTo>
                  <a:lnTo>
                    <a:pt x="1476312" y="3768161"/>
                  </a:lnTo>
                  <a:lnTo>
                    <a:pt x="1471733" y="3767779"/>
                  </a:lnTo>
                  <a:lnTo>
                    <a:pt x="1471387" y="3767752"/>
                  </a:lnTo>
                  <a:lnTo>
                    <a:pt x="0" y="3767752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36" name="pl36"/>
            <p:cNvSpPr/>
            <p:nvPr/>
          </p:nvSpPr>
          <p:spPr>
            <a:xfrm>
              <a:off x="4799595" y="2871136"/>
              <a:ext cx="11981298" cy="7690791"/>
            </a:xfrm>
            <a:custGeom>
              <a:avLst/>
              <a:pathLst>
                <a:path w="11981298" h="7690791">
                  <a:moveTo>
                    <a:pt x="0" y="3767752"/>
                  </a:moveTo>
                  <a:lnTo>
                    <a:pt x="1471387" y="3767752"/>
                  </a:lnTo>
                  <a:lnTo>
                    <a:pt x="1472462" y="3767837"/>
                  </a:lnTo>
                  <a:lnTo>
                    <a:pt x="1479541" y="3768444"/>
                  </a:lnTo>
                  <a:lnTo>
                    <a:pt x="1497414" y="3770122"/>
                  </a:lnTo>
                  <a:lnTo>
                    <a:pt x="1529446" y="3773428"/>
                  </a:lnTo>
                  <a:lnTo>
                    <a:pt x="1577343" y="3778879"/>
                  </a:lnTo>
                  <a:lnTo>
                    <a:pt x="1641027" y="3786906"/>
                  </a:lnTo>
                  <a:lnTo>
                    <a:pt x="1718746" y="3797811"/>
                  </a:lnTo>
                  <a:lnTo>
                    <a:pt x="1807469" y="3811757"/>
                  </a:lnTo>
                  <a:lnTo>
                    <a:pt x="1903462" y="3828783"/>
                  </a:lnTo>
                  <a:lnTo>
                    <a:pt x="2002896" y="3848850"/>
                  </a:lnTo>
                  <a:lnTo>
                    <a:pt x="2102335" y="3871891"/>
                  </a:lnTo>
                  <a:lnTo>
                    <a:pt x="2199044" y="3897864"/>
                  </a:lnTo>
                  <a:lnTo>
                    <a:pt x="2291090" y="3926789"/>
                  </a:lnTo>
                  <a:lnTo>
                    <a:pt x="2377303" y="3958774"/>
                  </a:lnTo>
                  <a:lnTo>
                    <a:pt x="2457160" y="3994030"/>
                  </a:lnTo>
                  <a:lnTo>
                    <a:pt x="2530628" y="4032872"/>
                  </a:lnTo>
                  <a:lnTo>
                    <a:pt x="2598019" y="4075716"/>
                  </a:lnTo>
                  <a:lnTo>
                    <a:pt x="2659875" y="4123071"/>
                  </a:lnTo>
                  <a:lnTo>
                    <a:pt x="2716862" y="4175511"/>
                  </a:lnTo>
                  <a:lnTo>
                    <a:pt x="2769711" y="4233646"/>
                  </a:lnTo>
                  <a:lnTo>
                    <a:pt x="2819159" y="4298057"/>
                  </a:lnTo>
                  <a:lnTo>
                    <a:pt x="2865912" y="4369195"/>
                  </a:lnTo>
                  <a:lnTo>
                    <a:pt x="2896531" y="4421592"/>
                  </a:lnTo>
                  <a:lnTo>
                    <a:pt x="2929411" y="4483098"/>
                  </a:lnTo>
                  <a:lnTo>
                    <a:pt x="2961542" y="4548552"/>
                  </a:lnTo>
                  <a:lnTo>
                    <a:pt x="2993102" y="4618034"/>
                  </a:lnTo>
                  <a:lnTo>
                    <a:pt x="3024240" y="4691575"/>
                  </a:lnTo>
                  <a:lnTo>
                    <a:pt x="3055078" y="4769157"/>
                  </a:lnTo>
                  <a:lnTo>
                    <a:pt x="3085715" y="4850702"/>
                  </a:lnTo>
                  <a:lnTo>
                    <a:pt x="3116229" y="4936072"/>
                  </a:lnTo>
                  <a:lnTo>
                    <a:pt x="3146683" y="5025065"/>
                  </a:lnTo>
                  <a:lnTo>
                    <a:pt x="3177122" y="5117414"/>
                  </a:lnTo>
                  <a:lnTo>
                    <a:pt x="3207575" y="5212791"/>
                  </a:lnTo>
                  <a:lnTo>
                    <a:pt x="3238061" y="5310807"/>
                  </a:lnTo>
                  <a:lnTo>
                    <a:pt x="3268587" y="5411017"/>
                  </a:lnTo>
                  <a:lnTo>
                    <a:pt x="3299152" y="5512933"/>
                  </a:lnTo>
                  <a:lnTo>
                    <a:pt x="3329747" y="5616024"/>
                  </a:lnTo>
                  <a:lnTo>
                    <a:pt x="3360360" y="5719736"/>
                  </a:lnTo>
                  <a:lnTo>
                    <a:pt x="3390973" y="5823501"/>
                  </a:lnTo>
                  <a:lnTo>
                    <a:pt x="3421573" y="5926749"/>
                  </a:lnTo>
                  <a:lnTo>
                    <a:pt x="3452144" y="6028920"/>
                  </a:lnTo>
                  <a:lnTo>
                    <a:pt x="3482678" y="6129482"/>
                  </a:lnTo>
                  <a:lnTo>
                    <a:pt x="3513171" y="6227936"/>
                  </a:lnTo>
                  <a:lnTo>
                    <a:pt x="3543629" y="6323828"/>
                  </a:lnTo>
                  <a:lnTo>
                    <a:pt x="3574068" y="6416760"/>
                  </a:lnTo>
                  <a:lnTo>
                    <a:pt x="3604517" y="6506391"/>
                  </a:lnTo>
                  <a:lnTo>
                    <a:pt x="3635016" y="6592443"/>
                  </a:lnTo>
                  <a:lnTo>
                    <a:pt x="3665625" y="6674703"/>
                  </a:lnTo>
                  <a:lnTo>
                    <a:pt x="3696419" y="6753020"/>
                  </a:lnTo>
                  <a:lnTo>
                    <a:pt x="3727493" y="6827307"/>
                  </a:lnTo>
                  <a:lnTo>
                    <a:pt x="3758966" y="6897533"/>
                  </a:lnTo>
                  <a:lnTo>
                    <a:pt x="3790980" y="6963722"/>
                  </a:lnTo>
                  <a:lnTo>
                    <a:pt x="3823707" y="7025946"/>
                  </a:lnTo>
                  <a:lnTo>
                    <a:pt x="3829811" y="7036951"/>
                  </a:lnTo>
                  <a:lnTo>
                    <a:pt x="3875092" y="7112791"/>
                  </a:lnTo>
                  <a:lnTo>
                    <a:pt x="3922632" y="7181747"/>
                  </a:lnTo>
                  <a:lnTo>
                    <a:pt x="3973087" y="7244098"/>
                  </a:lnTo>
                  <a:lnTo>
                    <a:pt x="4027175" y="7300350"/>
                  </a:lnTo>
                  <a:lnTo>
                    <a:pt x="4085638" y="7351102"/>
                  </a:lnTo>
                  <a:lnTo>
                    <a:pt x="4149191" y="7396958"/>
                  </a:lnTo>
                  <a:lnTo>
                    <a:pt x="4218471" y="7438475"/>
                  </a:lnTo>
                  <a:lnTo>
                    <a:pt x="4293957" y="7476132"/>
                  </a:lnTo>
                  <a:lnTo>
                    <a:pt x="4375865" y="7510315"/>
                  </a:lnTo>
                  <a:lnTo>
                    <a:pt x="4464024" y="7541306"/>
                  </a:lnTo>
                  <a:lnTo>
                    <a:pt x="4557719" y="7569282"/>
                  </a:lnTo>
                  <a:lnTo>
                    <a:pt x="4655548" y="7594321"/>
                  </a:lnTo>
                  <a:lnTo>
                    <a:pt x="4755320" y="7616421"/>
                  </a:lnTo>
                  <a:lnTo>
                    <a:pt x="4854055" y="7635525"/>
                  </a:lnTo>
                  <a:lnTo>
                    <a:pt x="4948152" y="7651570"/>
                  </a:lnTo>
                  <a:lnTo>
                    <a:pt x="5033749" y="7664536"/>
                  </a:lnTo>
                  <a:lnTo>
                    <a:pt x="5107270" y="7674499"/>
                  </a:lnTo>
                  <a:lnTo>
                    <a:pt x="5166033" y="7681664"/>
                  </a:lnTo>
                  <a:lnTo>
                    <a:pt x="5208792" y="7686379"/>
                  </a:lnTo>
                  <a:lnTo>
                    <a:pt x="5236038" y="7689106"/>
                  </a:lnTo>
                  <a:lnTo>
                    <a:pt x="5250030" y="7690382"/>
                  </a:lnTo>
                  <a:lnTo>
                    <a:pt x="5254610" y="7690764"/>
                  </a:lnTo>
                  <a:lnTo>
                    <a:pt x="5254955" y="7690791"/>
                  </a:lnTo>
                  <a:lnTo>
                    <a:pt x="6726343" y="7690791"/>
                  </a:lnTo>
                  <a:lnTo>
                    <a:pt x="6727055" y="7690681"/>
                  </a:lnTo>
                  <a:lnTo>
                    <a:pt x="6731783" y="7689901"/>
                  </a:lnTo>
                  <a:lnTo>
                    <a:pt x="6743852" y="7687749"/>
                  </a:lnTo>
                  <a:lnTo>
                    <a:pt x="6765802" y="7683503"/>
                  </a:lnTo>
                  <a:lnTo>
                    <a:pt x="6799273" y="7676461"/>
                  </a:lnTo>
                  <a:lnTo>
                    <a:pt x="6844908" y="7665994"/>
                  </a:lnTo>
                  <a:lnTo>
                    <a:pt x="6902321" y="7651586"/>
                  </a:lnTo>
                  <a:lnTo>
                    <a:pt x="6970201" y="7632876"/>
                  </a:lnTo>
                  <a:lnTo>
                    <a:pt x="7046527" y="7609659"/>
                  </a:lnTo>
                  <a:lnTo>
                    <a:pt x="7128859" y="7581871"/>
                  </a:lnTo>
                  <a:lnTo>
                    <a:pt x="7214648" y="7549546"/>
                  </a:lnTo>
                  <a:lnTo>
                    <a:pt x="7301502" y="7512768"/>
                  </a:lnTo>
                  <a:lnTo>
                    <a:pt x="7387370" y="7471615"/>
                  </a:lnTo>
                  <a:lnTo>
                    <a:pt x="7470646" y="7426121"/>
                  </a:lnTo>
                  <a:lnTo>
                    <a:pt x="7550186" y="7376233"/>
                  </a:lnTo>
                  <a:lnTo>
                    <a:pt x="7625277" y="7321800"/>
                  </a:lnTo>
                  <a:lnTo>
                    <a:pt x="7695568" y="7262550"/>
                  </a:lnTo>
                  <a:lnTo>
                    <a:pt x="7761000" y="7198099"/>
                  </a:lnTo>
                  <a:lnTo>
                    <a:pt x="7821726" y="7127943"/>
                  </a:lnTo>
                  <a:lnTo>
                    <a:pt x="7878052" y="7051473"/>
                  </a:lnTo>
                  <a:lnTo>
                    <a:pt x="7930379" y="6967990"/>
                  </a:lnTo>
                  <a:lnTo>
                    <a:pt x="7979167" y="6876727"/>
                  </a:lnTo>
                  <a:lnTo>
                    <a:pt x="8024899" y="6776896"/>
                  </a:lnTo>
                  <a:lnTo>
                    <a:pt x="8068063" y="6667751"/>
                  </a:lnTo>
                  <a:lnTo>
                    <a:pt x="8109124" y="6548687"/>
                  </a:lnTo>
                  <a:lnTo>
                    <a:pt x="8148506" y="6419394"/>
                  </a:lnTo>
                  <a:lnTo>
                    <a:pt x="8151487" y="6408992"/>
                  </a:lnTo>
                  <a:lnTo>
                    <a:pt x="8175570" y="6321729"/>
                  </a:lnTo>
                  <a:lnTo>
                    <a:pt x="8199226" y="6230370"/>
                  </a:lnTo>
                  <a:lnTo>
                    <a:pt x="8222529" y="6134843"/>
                  </a:lnTo>
                  <a:lnTo>
                    <a:pt x="8245546" y="6035095"/>
                  </a:lnTo>
                  <a:lnTo>
                    <a:pt x="8268332" y="5931105"/>
                  </a:lnTo>
                  <a:lnTo>
                    <a:pt x="8290937" y="5822878"/>
                  </a:lnTo>
                  <a:lnTo>
                    <a:pt x="8313404" y="5710452"/>
                  </a:lnTo>
                  <a:lnTo>
                    <a:pt x="8335769" y="5593896"/>
                  </a:lnTo>
                  <a:lnTo>
                    <a:pt x="8358064" y="5473315"/>
                  </a:lnTo>
                  <a:lnTo>
                    <a:pt x="8380314" y="5348847"/>
                  </a:lnTo>
                  <a:lnTo>
                    <a:pt x="8402540" y="5220670"/>
                  </a:lnTo>
                  <a:lnTo>
                    <a:pt x="8424758" y="5088992"/>
                  </a:lnTo>
                  <a:lnTo>
                    <a:pt x="8446981" y="4954060"/>
                  </a:lnTo>
                  <a:lnTo>
                    <a:pt x="8469218" y="4816155"/>
                  </a:lnTo>
                  <a:lnTo>
                    <a:pt x="8491474" y="4675588"/>
                  </a:lnTo>
                  <a:lnTo>
                    <a:pt x="8513752" y="4532702"/>
                  </a:lnTo>
                  <a:lnTo>
                    <a:pt x="8536051" y="4387864"/>
                  </a:lnTo>
                  <a:lnTo>
                    <a:pt x="8558369" y="4241467"/>
                  </a:lnTo>
                  <a:lnTo>
                    <a:pt x="8580702" y="4093919"/>
                  </a:lnTo>
                  <a:lnTo>
                    <a:pt x="8603046" y="3945645"/>
                  </a:lnTo>
                  <a:lnTo>
                    <a:pt x="8625394" y="3797076"/>
                  </a:lnTo>
                  <a:lnTo>
                    <a:pt x="8647740" y="3648650"/>
                  </a:lnTo>
                  <a:lnTo>
                    <a:pt x="8670078" y="3500800"/>
                  </a:lnTo>
                  <a:lnTo>
                    <a:pt x="8692402" y="3353953"/>
                  </a:lnTo>
                  <a:lnTo>
                    <a:pt x="8714708" y="3208524"/>
                  </a:lnTo>
                  <a:lnTo>
                    <a:pt x="8736993" y="3064913"/>
                  </a:lnTo>
                  <a:lnTo>
                    <a:pt x="8759257" y="2923495"/>
                  </a:lnTo>
                  <a:lnTo>
                    <a:pt x="8781500" y="2784622"/>
                  </a:lnTo>
                  <a:lnTo>
                    <a:pt x="8803727" y="2648617"/>
                  </a:lnTo>
                  <a:lnTo>
                    <a:pt x="8825946" y="2515772"/>
                  </a:lnTo>
                  <a:lnTo>
                    <a:pt x="8848167" y="2386344"/>
                  </a:lnTo>
                  <a:lnTo>
                    <a:pt x="8870407" y="2260558"/>
                  </a:lnTo>
                  <a:lnTo>
                    <a:pt x="8892683" y="2138601"/>
                  </a:lnTo>
                  <a:lnTo>
                    <a:pt x="8915020" y="2020624"/>
                  </a:lnTo>
                  <a:lnTo>
                    <a:pt x="8937448" y="1906744"/>
                  </a:lnTo>
                  <a:lnTo>
                    <a:pt x="8960000" y="1797043"/>
                  </a:lnTo>
                  <a:lnTo>
                    <a:pt x="8982718" y="1691569"/>
                  </a:lnTo>
                  <a:lnTo>
                    <a:pt x="9005647" y="1590340"/>
                  </a:lnTo>
                  <a:lnTo>
                    <a:pt x="9028844" y="1493341"/>
                  </a:lnTo>
                  <a:lnTo>
                    <a:pt x="9052368" y="1400532"/>
                  </a:lnTo>
                  <a:lnTo>
                    <a:pt x="9076293" y="1311847"/>
                  </a:lnTo>
                  <a:lnTo>
                    <a:pt x="9084767" y="1281798"/>
                  </a:lnTo>
                  <a:lnTo>
                    <a:pt x="9124036" y="1151716"/>
                  </a:lnTo>
                  <a:lnTo>
                    <a:pt x="9164952" y="1031869"/>
                  </a:lnTo>
                  <a:lnTo>
                    <a:pt x="9207937" y="921977"/>
                  </a:lnTo>
                  <a:lnTo>
                    <a:pt x="9253455" y="821453"/>
                  </a:lnTo>
                  <a:lnTo>
                    <a:pt x="9301989" y="729557"/>
                  </a:lnTo>
                  <a:lnTo>
                    <a:pt x="9354027" y="645501"/>
                  </a:lnTo>
                  <a:lnTo>
                    <a:pt x="9410028" y="568515"/>
                  </a:lnTo>
                  <a:lnTo>
                    <a:pt x="9470403" y="497895"/>
                  </a:lnTo>
                  <a:lnTo>
                    <a:pt x="9535464" y="433023"/>
                  </a:lnTo>
                  <a:lnTo>
                    <a:pt x="9605379" y="373388"/>
                  </a:lnTo>
                  <a:lnTo>
                    <a:pt x="9680107" y="318593"/>
                  </a:lnTo>
                  <a:lnTo>
                    <a:pt x="9759324" y="268362"/>
                  </a:lnTo>
                  <a:lnTo>
                    <a:pt x="9842347" y="222531"/>
                  </a:lnTo>
                  <a:lnTo>
                    <a:pt x="9928066" y="181044"/>
                  </a:lnTo>
                  <a:lnTo>
                    <a:pt x="10014911" y="143925"/>
                  </a:lnTo>
                  <a:lnTo>
                    <a:pt x="10100864" y="111253"/>
                  </a:lnTo>
                  <a:lnTo>
                    <a:pt x="10183554" y="83113"/>
                  </a:lnTo>
                  <a:lnTo>
                    <a:pt x="10260433" y="59544"/>
                  </a:lnTo>
                  <a:lnTo>
                    <a:pt x="10329045" y="40491"/>
                  </a:lnTo>
                  <a:lnTo>
                    <a:pt x="10387323" y="25763"/>
                  </a:lnTo>
                  <a:lnTo>
                    <a:pt x="10433892" y="15008"/>
                  </a:lnTo>
                  <a:lnTo>
                    <a:pt x="10468293" y="7723"/>
                  </a:lnTo>
                  <a:lnTo>
                    <a:pt x="10491085" y="3286"/>
                  </a:lnTo>
                  <a:lnTo>
                    <a:pt x="10503837" y="997"/>
                  </a:lnTo>
                  <a:lnTo>
                    <a:pt x="10509023" y="137"/>
                  </a:lnTo>
                  <a:lnTo>
                    <a:pt x="10509910" y="0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7" name="pl37"/>
            <p:cNvSpPr/>
            <p:nvPr/>
          </p:nvSpPr>
          <p:spPr>
            <a:xfrm>
              <a:off x="4799595" y="2862963"/>
              <a:ext cx="11981298" cy="7690791"/>
            </a:xfrm>
            <a:custGeom>
              <a:avLst/>
              <a:pathLst>
                <a:path w="11981298" h="7690791">
                  <a:moveTo>
                    <a:pt x="11981298" y="0"/>
                  </a:moveTo>
                  <a:lnTo>
                    <a:pt x="10509911" y="0"/>
                  </a:lnTo>
                  <a:lnTo>
                    <a:pt x="10509198" y="109"/>
                  </a:lnTo>
                  <a:lnTo>
                    <a:pt x="10504470" y="889"/>
                  </a:lnTo>
                  <a:lnTo>
                    <a:pt x="10492401" y="3042"/>
                  </a:lnTo>
                  <a:lnTo>
                    <a:pt x="10470451" y="7288"/>
                  </a:lnTo>
                  <a:lnTo>
                    <a:pt x="10436980" y="14329"/>
                  </a:lnTo>
                  <a:lnTo>
                    <a:pt x="10391345" y="24797"/>
                  </a:lnTo>
                  <a:lnTo>
                    <a:pt x="10333933" y="39204"/>
                  </a:lnTo>
                  <a:lnTo>
                    <a:pt x="10266052" y="57914"/>
                  </a:lnTo>
                  <a:lnTo>
                    <a:pt x="10189726" y="81131"/>
                  </a:lnTo>
                  <a:lnTo>
                    <a:pt x="10107394" y="108919"/>
                  </a:lnTo>
                  <a:lnTo>
                    <a:pt x="10021605" y="141244"/>
                  </a:lnTo>
                  <a:lnTo>
                    <a:pt x="9934752" y="178023"/>
                  </a:lnTo>
                  <a:lnTo>
                    <a:pt x="9848883" y="219175"/>
                  </a:lnTo>
                  <a:lnTo>
                    <a:pt x="9765607" y="264670"/>
                  </a:lnTo>
                  <a:lnTo>
                    <a:pt x="9686067" y="314557"/>
                  </a:lnTo>
                  <a:lnTo>
                    <a:pt x="9610977" y="368991"/>
                  </a:lnTo>
                  <a:lnTo>
                    <a:pt x="9540685" y="428240"/>
                  </a:lnTo>
                  <a:lnTo>
                    <a:pt x="9475254" y="492691"/>
                  </a:lnTo>
                  <a:lnTo>
                    <a:pt x="9414527" y="562847"/>
                  </a:lnTo>
                  <a:lnTo>
                    <a:pt x="9358202" y="639317"/>
                  </a:lnTo>
                  <a:lnTo>
                    <a:pt x="9305874" y="722801"/>
                  </a:lnTo>
                  <a:lnTo>
                    <a:pt x="9257087" y="814063"/>
                  </a:lnTo>
                  <a:lnTo>
                    <a:pt x="9211354" y="913894"/>
                  </a:lnTo>
                  <a:lnTo>
                    <a:pt x="9168190" y="1023040"/>
                  </a:lnTo>
                  <a:lnTo>
                    <a:pt x="9127130" y="1142104"/>
                  </a:lnTo>
                  <a:lnTo>
                    <a:pt x="9087747" y="1271396"/>
                  </a:lnTo>
                  <a:lnTo>
                    <a:pt x="9084767" y="1281798"/>
                  </a:lnTo>
                  <a:lnTo>
                    <a:pt x="9060683" y="1369062"/>
                  </a:lnTo>
                  <a:lnTo>
                    <a:pt x="9037027" y="1460420"/>
                  </a:lnTo>
                  <a:lnTo>
                    <a:pt x="9013724" y="1555948"/>
                  </a:lnTo>
                  <a:lnTo>
                    <a:pt x="8990708" y="1655695"/>
                  </a:lnTo>
                  <a:lnTo>
                    <a:pt x="8967922" y="1759686"/>
                  </a:lnTo>
                  <a:lnTo>
                    <a:pt x="8945317" y="1867912"/>
                  </a:lnTo>
                  <a:lnTo>
                    <a:pt x="8922850" y="1980339"/>
                  </a:lnTo>
                  <a:lnTo>
                    <a:pt x="8900484" y="2096895"/>
                  </a:lnTo>
                  <a:lnTo>
                    <a:pt x="8878189" y="2217476"/>
                  </a:lnTo>
                  <a:lnTo>
                    <a:pt x="8855940" y="2341943"/>
                  </a:lnTo>
                  <a:lnTo>
                    <a:pt x="8833714" y="2470121"/>
                  </a:lnTo>
                  <a:lnTo>
                    <a:pt x="8811495" y="2601799"/>
                  </a:lnTo>
                  <a:lnTo>
                    <a:pt x="8789272" y="2736730"/>
                  </a:lnTo>
                  <a:lnTo>
                    <a:pt x="8767035" y="2874636"/>
                  </a:lnTo>
                  <a:lnTo>
                    <a:pt x="8744779" y="3015202"/>
                  </a:lnTo>
                  <a:lnTo>
                    <a:pt x="8722502" y="3158089"/>
                  </a:lnTo>
                  <a:lnTo>
                    <a:pt x="8700203" y="3302926"/>
                  </a:lnTo>
                  <a:lnTo>
                    <a:pt x="8677884" y="3449324"/>
                  </a:lnTo>
                  <a:lnTo>
                    <a:pt x="8655551" y="3596871"/>
                  </a:lnTo>
                  <a:lnTo>
                    <a:pt x="8633207" y="3745146"/>
                  </a:lnTo>
                  <a:lnTo>
                    <a:pt x="8610859" y="3893714"/>
                  </a:lnTo>
                  <a:lnTo>
                    <a:pt x="8588513" y="4042140"/>
                  </a:lnTo>
                  <a:lnTo>
                    <a:pt x="8566175" y="4189991"/>
                  </a:lnTo>
                  <a:lnTo>
                    <a:pt x="8543851" y="4336838"/>
                  </a:lnTo>
                  <a:lnTo>
                    <a:pt x="8521545" y="4482266"/>
                  </a:lnTo>
                  <a:lnTo>
                    <a:pt x="8499260" y="4625878"/>
                  </a:lnTo>
                  <a:lnTo>
                    <a:pt x="8476997" y="4767296"/>
                  </a:lnTo>
                  <a:lnTo>
                    <a:pt x="8454754" y="4906169"/>
                  </a:lnTo>
                  <a:lnTo>
                    <a:pt x="8432526" y="5042174"/>
                  </a:lnTo>
                  <a:lnTo>
                    <a:pt x="8410308" y="5175019"/>
                  </a:lnTo>
                  <a:lnTo>
                    <a:pt x="8388086" y="5304446"/>
                  </a:lnTo>
                  <a:lnTo>
                    <a:pt x="8365847" y="5430232"/>
                  </a:lnTo>
                  <a:lnTo>
                    <a:pt x="8343570" y="5552190"/>
                  </a:lnTo>
                  <a:lnTo>
                    <a:pt x="8321233" y="5670167"/>
                  </a:lnTo>
                  <a:lnTo>
                    <a:pt x="8298805" y="5784046"/>
                  </a:lnTo>
                  <a:lnTo>
                    <a:pt x="8276253" y="5893747"/>
                  </a:lnTo>
                  <a:lnTo>
                    <a:pt x="8253535" y="5999221"/>
                  </a:lnTo>
                  <a:lnTo>
                    <a:pt x="8230606" y="6100451"/>
                  </a:lnTo>
                  <a:lnTo>
                    <a:pt x="8207410" y="6197449"/>
                  </a:lnTo>
                  <a:lnTo>
                    <a:pt x="8183885" y="6290258"/>
                  </a:lnTo>
                  <a:lnTo>
                    <a:pt x="8159960" y="6378943"/>
                  </a:lnTo>
                  <a:lnTo>
                    <a:pt x="8151487" y="6408992"/>
                  </a:lnTo>
                  <a:lnTo>
                    <a:pt x="8112218" y="6539074"/>
                  </a:lnTo>
                  <a:lnTo>
                    <a:pt x="8071301" y="6658922"/>
                  </a:lnTo>
                  <a:lnTo>
                    <a:pt x="8028316" y="6768814"/>
                  </a:lnTo>
                  <a:lnTo>
                    <a:pt x="7982798" y="6869338"/>
                  </a:lnTo>
                  <a:lnTo>
                    <a:pt x="7934264" y="6961234"/>
                  </a:lnTo>
                  <a:lnTo>
                    <a:pt x="7882227" y="7045290"/>
                  </a:lnTo>
                  <a:lnTo>
                    <a:pt x="7826225" y="7122275"/>
                  </a:lnTo>
                  <a:lnTo>
                    <a:pt x="7765850" y="7192895"/>
                  </a:lnTo>
                  <a:lnTo>
                    <a:pt x="7700790" y="7257768"/>
                  </a:lnTo>
                  <a:lnTo>
                    <a:pt x="7630874" y="7317403"/>
                  </a:lnTo>
                  <a:lnTo>
                    <a:pt x="7556146" y="7372197"/>
                  </a:lnTo>
                  <a:lnTo>
                    <a:pt x="7476929" y="7422429"/>
                  </a:lnTo>
                  <a:lnTo>
                    <a:pt x="7393906" y="7468259"/>
                  </a:lnTo>
                  <a:lnTo>
                    <a:pt x="7308187" y="7509747"/>
                  </a:lnTo>
                  <a:lnTo>
                    <a:pt x="7221342" y="7546865"/>
                  </a:lnTo>
                  <a:lnTo>
                    <a:pt x="7135389" y="7579537"/>
                  </a:lnTo>
                  <a:lnTo>
                    <a:pt x="7052700" y="7607678"/>
                  </a:lnTo>
                  <a:lnTo>
                    <a:pt x="6975820" y="7631247"/>
                  </a:lnTo>
                  <a:lnTo>
                    <a:pt x="6907209" y="7650299"/>
                  </a:lnTo>
                  <a:lnTo>
                    <a:pt x="6848931" y="7665028"/>
                  </a:lnTo>
                  <a:lnTo>
                    <a:pt x="6802361" y="7675783"/>
                  </a:lnTo>
                  <a:lnTo>
                    <a:pt x="6767960" y="7683067"/>
                  </a:lnTo>
                  <a:lnTo>
                    <a:pt x="6745168" y="7687505"/>
                  </a:lnTo>
                  <a:lnTo>
                    <a:pt x="6732416" y="7689793"/>
                  </a:lnTo>
                  <a:lnTo>
                    <a:pt x="6727230" y="7690654"/>
                  </a:lnTo>
                  <a:lnTo>
                    <a:pt x="6726343" y="7690791"/>
                  </a:lnTo>
                  <a:lnTo>
                    <a:pt x="6726343" y="7690791"/>
                  </a:lnTo>
                  <a:lnTo>
                    <a:pt x="5254955" y="7690791"/>
                  </a:lnTo>
                  <a:lnTo>
                    <a:pt x="5253880" y="7690706"/>
                  </a:lnTo>
                  <a:lnTo>
                    <a:pt x="5246801" y="7690098"/>
                  </a:lnTo>
                  <a:lnTo>
                    <a:pt x="5228928" y="7688420"/>
                  </a:lnTo>
                  <a:lnTo>
                    <a:pt x="5196896" y="7685115"/>
                  </a:lnTo>
                  <a:lnTo>
                    <a:pt x="5148999" y="7679664"/>
                  </a:lnTo>
                  <a:lnTo>
                    <a:pt x="5085315" y="7671637"/>
                  </a:lnTo>
                  <a:lnTo>
                    <a:pt x="5007596" y="7660732"/>
                  </a:lnTo>
                  <a:lnTo>
                    <a:pt x="4918873" y="7646786"/>
                  </a:lnTo>
                  <a:lnTo>
                    <a:pt x="4822880" y="7629760"/>
                  </a:lnTo>
                  <a:lnTo>
                    <a:pt x="4723446" y="7609693"/>
                  </a:lnTo>
                  <a:lnTo>
                    <a:pt x="4624007" y="7586651"/>
                  </a:lnTo>
                  <a:lnTo>
                    <a:pt x="4527298" y="7560678"/>
                  </a:lnTo>
                  <a:lnTo>
                    <a:pt x="4435252" y="7531754"/>
                  </a:lnTo>
                  <a:lnTo>
                    <a:pt x="4349039" y="7499769"/>
                  </a:lnTo>
                  <a:lnTo>
                    <a:pt x="4269182" y="7464513"/>
                  </a:lnTo>
                  <a:lnTo>
                    <a:pt x="4195714" y="7425671"/>
                  </a:lnTo>
                  <a:lnTo>
                    <a:pt x="4128323" y="7382826"/>
                  </a:lnTo>
                  <a:lnTo>
                    <a:pt x="4066468" y="7335472"/>
                  </a:lnTo>
                  <a:lnTo>
                    <a:pt x="4009480" y="7283032"/>
                  </a:lnTo>
                  <a:lnTo>
                    <a:pt x="3956631" y="7224897"/>
                  </a:lnTo>
                  <a:lnTo>
                    <a:pt x="3907183" y="7160486"/>
                  </a:lnTo>
                  <a:lnTo>
                    <a:pt x="3860430" y="7089348"/>
                  </a:lnTo>
                  <a:lnTo>
                    <a:pt x="3829811" y="7036951"/>
                  </a:lnTo>
                  <a:lnTo>
                    <a:pt x="3796931" y="6975444"/>
                  </a:lnTo>
                  <a:lnTo>
                    <a:pt x="3764800" y="6909991"/>
                  </a:lnTo>
                  <a:lnTo>
                    <a:pt x="3733240" y="6840509"/>
                  </a:lnTo>
                  <a:lnTo>
                    <a:pt x="3702102" y="6766967"/>
                  </a:lnTo>
                  <a:lnTo>
                    <a:pt x="3671264" y="6689385"/>
                  </a:lnTo>
                  <a:lnTo>
                    <a:pt x="3640628" y="6607840"/>
                  </a:lnTo>
                  <a:lnTo>
                    <a:pt x="3610113" y="6522471"/>
                  </a:lnTo>
                  <a:lnTo>
                    <a:pt x="3579659" y="6433478"/>
                  </a:lnTo>
                  <a:lnTo>
                    <a:pt x="3549220" y="6341129"/>
                  </a:lnTo>
                  <a:lnTo>
                    <a:pt x="3518767" y="6245752"/>
                  </a:lnTo>
                  <a:lnTo>
                    <a:pt x="3488281" y="6147736"/>
                  </a:lnTo>
                  <a:lnTo>
                    <a:pt x="3457755" y="6047525"/>
                  </a:lnTo>
                  <a:lnTo>
                    <a:pt x="3427190" y="5945610"/>
                  </a:lnTo>
                  <a:lnTo>
                    <a:pt x="3396595" y="5842519"/>
                  </a:lnTo>
                  <a:lnTo>
                    <a:pt x="3365982" y="5738806"/>
                  </a:lnTo>
                  <a:lnTo>
                    <a:pt x="3335369" y="5635041"/>
                  </a:lnTo>
                  <a:lnTo>
                    <a:pt x="3304769" y="5531794"/>
                  </a:lnTo>
                  <a:lnTo>
                    <a:pt x="3274198" y="5429622"/>
                  </a:lnTo>
                  <a:lnTo>
                    <a:pt x="3243664" y="5329060"/>
                  </a:lnTo>
                  <a:lnTo>
                    <a:pt x="3213171" y="5230607"/>
                  </a:lnTo>
                  <a:lnTo>
                    <a:pt x="3182713" y="5134714"/>
                  </a:lnTo>
                  <a:lnTo>
                    <a:pt x="3152274" y="5041782"/>
                  </a:lnTo>
                  <a:lnTo>
                    <a:pt x="3121825" y="4952152"/>
                  </a:lnTo>
                  <a:lnTo>
                    <a:pt x="3091326" y="4866100"/>
                  </a:lnTo>
                  <a:lnTo>
                    <a:pt x="3060717" y="4783840"/>
                  </a:lnTo>
                  <a:lnTo>
                    <a:pt x="3029923" y="4705522"/>
                  </a:lnTo>
                  <a:lnTo>
                    <a:pt x="2998849" y="4631235"/>
                  </a:lnTo>
                  <a:lnTo>
                    <a:pt x="2967376" y="4561009"/>
                  </a:lnTo>
                  <a:lnTo>
                    <a:pt x="2935362" y="4494820"/>
                  </a:lnTo>
                  <a:lnTo>
                    <a:pt x="2902635" y="4432597"/>
                  </a:lnTo>
                  <a:lnTo>
                    <a:pt x="2896531" y="4421592"/>
                  </a:lnTo>
                  <a:lnTo>
                    <a:pt x="2851250" y="4345752"/>
                  </a:lnTo>
                  <a:lnTo>
                    <a:pt x="2803710" y="4276795"/>
                  </a:lnTo>
                  <a:lnTo>
                    <a:pt x="2753255" y="4214444"/>
                  </a:lnTo>
                  <a:lnTo>
                    <a:pt x="2699167" y="4158192"/>
                  </a:lnTo>
                  <a:lnTo>
                    <a:pt x="2640704" y="4107440"/>
                  </a:lnTo>
                  <a:lnTo>
                    <a:pt x="2577151" y="4061584"/>
                  </a:lnTo>
                  <a:lnTo>
                    <a:pt x="2507871" y="4020068"/>
                  </a:lnTo>
                  <a:lnTo>
                    <a:pt x="2432385" y="3982410"/>
                  </a:lnTo>
                  <a:lnTo>
                    <a:pt x="2350477" y="3948227"/>
                  </a:lnTo>
                  <a:lnTo>
                    <a:pt x="2262318" y="3917236"/>
                  </a:lnTo>
                  <a:lnTo>
                    <a:pt x="2168623" y="3889261"/>
                  </a:lnTo>
                  <a:lnTo>
                    <a:pt x="2070794" y="3864221"/>
                  </a:lnTo>
                  <a:lnTo>
                    <a:pt x="1971022" y="3842122"/>
                  </a:lnTo>
                  <a:lnTo>
                    <a:pt x="1872287" y="3823018"/>
                  </a:lnTo>
                  <a:lnTo>
                    <a:pt x="1778190" y="3806973"/>
                  </a:lnTo>
                  <a:lnTo>
                    <a:pt x="1692593" y="3794007"/>
                  </a:lnTo>
                  <a:lnTo>
                    <a:pt x="1619073" y="3784044"/>
                  </a:lnTo>
                  <a:lnTo>
                    <a:pt x="1560309" y="3776878"/>
                  </a:lnTo>
                  <a:lnTo>
                    <a:pt x="1517550" y="3772164"/>
                  </a:lnTo>
                  <a:lnTo>
                    <a:pt x="1490304" y="3769437"/>
                  </a:lnTo>
                  <a:lnTo>
                    <a:pt x="1476312" y="3768161"/>
                  </a:lnTo>
                  <a:lnTo>
                    <a:pt x="1471733" y="3767779"/>
                  </a:lnTo>
                  <a:lnTo>
                    <a:pt x="1471387" y="3767752"/>
                  </a:lnTo>
                  <a:lnTo>
                    <a:pt x="0" y="376775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8" name="pg38"/>
            <p:cNvSpPr/>
            <p:nvPr/>
          </p:nvSpPr>
          <p:spPr>
            <a:xfrm>
              <a:off x="4799595" y="2936520"/>
              <a:ext cx="11981298" cy="7641753"/>
            </a:xfrm>
            <a:custGeom>
              <a:avLst/>
              <a:pathLst>
                <a:path w="11981298" h="7641753">
                  <a:moveTo>
                    <a:pt x="0" y="3710541"/>
                  </a:moveTo>
                  <a:lnTo>
                    <a:pt x="1471387" y="3710541"/>
                  </a:lnTo>
                  <a:lnTo>
                    <a:pt x="1472462" y="3710626"/>
                  </a:lnTo>
                  <a:lnTo>
                    <a:pt x="1479536" y="3711234"/>
                  </a:lnTo>
                  <a:lnTo>
                    <a:pt x="1497401" y="3712915"/>
                  </a:lnTo>
                  <a:lnTo>
                    <a:pt x="1529417" y="3716225"/>
                  </a:lnTo>
                  <a:lnTo>
                    <a:pt x="1577293" y="3721685"/>
                  </a:lnTo>
                  <a:lnTo>
                    <a:pt x="1640950" y="3729724"/>
                  </a:lnTo>
                  <a:lnTo>
                    <a:pt x="1718640" y="3740647"/>
                  </a:lnTo>
                  <a:lnTo>
                    <a:pt x="1807334" y="3754615"/>
                  </a:lnTo>
                  <a:lnTo>
                    <a:pt x="1903302" y="3771669"/>
                  </a:lnTo>
                  <a:lnTo>
                    <a:pt x="2002714" y="3791769"/>
                  </a:lnTo>
                  <a:lnTo>
                    <a:pt x="2102139" y="3814848"/>
                  </a:lnTo>
                  <a:lnTo>
                    <a:pt x="2198839" y="3840865"/>
                  </a:lnTo>
                  <a:lnTo>
                    <a:pt x="2290879" y="3869838"/>
                  </a:lnTo>
                  <a:lnTo>
                    <a:pt x="2377093" y="3901876"/>
                  </a:lnTo>
                  <a:lnTo>
                    <a:pt x="2456952" y="3937189"/>
                  </a:lnTo>
                  <a:lnTo>
                    <a:pt x="2530424" y="3976095"/>
                  </a:lnTo>
                  <a:lnTo>
                    <a:pt x="2597821" y="4019008"/>
                  </a:lnTo>
                  <a:lnTo>
                    <a:pt x="2659681" y="4066437"/>
                  </a:lnTo>
                  <a:lnTo>
                    <a:pt x="2716673" y="4118959"/>
                  </a:lnTo>
                  <a:lnTo>
                    <a:pt x="2769526" y="4177183"/>
                  </a:lnTo>
                  <a:lnTo>
                    <a:pt x="2818977" y="4241692"/>
                  </a:lnTo>
                  <a:lnTo>
                    <a:pt x="2865730" y="4312939"/>
                  </a:lnTo>
                  <a:lnTo>
                    <a:pt x="2896531" y="4365743"/>
                  </a:lnTo>
                  <a:lnTo>
                    <a:pt x="2929381" y="4427319"/>
                  </a:lnTo>
                  <a:lnTo>
                    <a:pt x="2961483" y="4492843"/>
                  </a:lnTo>
                  <a:lnTo>
                    <a:pt x="2993016" y="4562396"/>
                  </a:lnTo>
                  <a:lnTo>
                    <a:pt x="3024126" y="4636010"/>
                  </a:lnTo>
                  <a:lnTo>
                    <a:pt x="3054936" y="4713665"/>
                  </a:lnTo>
                  <a:lnTo>
                    <a:pt x="3085545" y="4795284"/>
                  </a:lnTo>
                  <a:lnTo>
                    <a:pt x="3116033" y="4880731"/>
                  </a:lnTo>
                  <a:lnTo>
                    <a:pt x="3146459" y="4969802"/>
                  </a:lnTo>
                  <a:lnTo>
                    <a:pt x="3176869" y="5062233"/>
                  </a:lnTo>
                  <a:lnTo>
                    <a:pt x="3207294" y="5157696"/>
                  </a:lnTo>
                  <a:lnTo>
                    <a:pt x="3237751" y="5255801"/>
                  </a:lnTo>
                  <a:lnTo>
                    <a:pt x="3268249" y="5356108"/>
                  </a:lnTo>
                  <a:lnTo>
                    <a:pt x="3298785" y="5458124"/>
                  </a:lnTo>
                  <a:lnTo>
                    <a:pt x="3329352" y="5561323"/>
                  </a:lnTo>
                  <a:lnTo>
                    <a:pt x="3359936" y="5665152"/>
                  </a:lnTo>
                  <a:lnTo>
                    <a:pt x="3390521" y="5769040"/>
                  </a:lnTo>
                  <a:lnTo>
                    <a:pt x="3421093" y="5872420"/>
                  </a:lnTo>
                  <a:lnTo>
                    <a:pt x="3451637" y="5974731"/>
                  </a:lnTo>
                  <a:lnTo>
                    <a:pt x="3482143" y="6075441"/>
                  </a:lnTo>
                  <a:lnTo>
                    <a:pt x="3512609" y="6174051"/>
                  </a:lnTo>
                  <a:lnTo>
                    <a:pt x="3543039" y="6270107"/>
                  </a:lnTo>
                  <a:lnTo>
                    <a:pt x="3573450" y="6363209"/>
                  </a:lnTo>
                  <a:lnTo>
                    <a:pt x="3603870" y="6453016"/>
                  </a:lnTo>
                  <a:lnTo>
                    <a:pt x="3634340" y="6539248"/>
                  </a:lnTo>
                  <a:lnTo>
                    <a:pt x="3664917" y="6621690"/>
                  </a:lnTo>
                  <a:lnTo>
                    <a:pt x="3695677" y="6700193"/>
                  </a:lnTo>
                  <a:lnTo>
                    <a:pt x="3726715" y="6774665"/>
                  </a:lnTo>
                  <a:lnTo>
                    <a:pt x="3758147" y="6845076"/>
                  </a:lnTo>
                  <a:lnTo>
                    <a:pt x="3790114" y="6911447"/>
                  </a:lnTo>
                  <a:lnTo>
                    <a:pt x="3822790" y="6973849"/>
                  </a:lnTo>
                  <a:lnTo>
                    <a:pt x="3829811" y="6986551"/>
                  </a:lnTo>
                  <a:lnTo>
                    <a:pt x="3875084" y="7062535"/>
                  </a:lnTo>
                  <a:lnTo>
                    <a:pt x="3922614" y="7131625"/>
                  </a:lnTo>
                  <a:lnTo>
                    <a:pt x="3973058" y="7194097"/>
                  </a:lnTo>
                  <a:lnTo>
                    <a:pt x="4027134" y="7250460"/>
                  </a:lnTo>
                  <a:lnTo>
                    <a:pt x="4085583" y="7301313"/>
                  </a:lnTo>
                  <a:lnTo>
                    <a:pt x="4149119" y="7347261"/>
                  </a:lnTo>
                  <a:lnTo>
                    <a:pt x="4218379" y="7388861"/>
                  </a:lnTo>
                  <a:lnTo>
                    <a:pt x="4293843" y="7426595"/>
                  </a:lnTo>
                  <a:lnTo>
                    <a:pt x="4375727" y="7460848"/>
                  </a:lnTo>
                  <a:lnTo>
                    <a:pt x="4463859" y="7491903"/>
                  </a:lnTo>
                  <a:lnTo>
                    <a:pt x="4557527" y="7519938"/>
                  </a:lnTo>
                  <a:lnTo>
                    <a:pt x="4655332" y="7545031"/>
                  </a:lnTo>
                  <a:lnTo>
                    <a:pt x="4755085" y="7567179"/>
                  </a:lnTo>
                  <a:lnTo>
                    <a:pt x="4853809" y="7586327"/>
                  </a:lnTo>
                  <a:lnTo>
                    <a:pt x="4947906" y="7602410"/>
                  </a:lnTo>
                  <a:lnTo>
                    <a:pt x="5033517" y="7615410"/>
                  </a:lnTo>
                  <a:lnTo>
                    <a:pt x="5107065" y="7625400"/>
                  </a:lnTo>
                  <a:lnTo>
                    <a:pt x="5165867" y="7632588"/>
                  </a:lnTo>
                  <a:lnTo>
                    <a:pt x="5208672" y="7637319"/>
                  </a:lnTo>
                  <a:lnTo>
                    <a:pt x="5235965" y="7640058"/>
                  </a:lnTo>
                  <a:lnTo>
                    <a:pt x="5249997" y="7641340"/>
                  </a:lnTo>
                  <a:lnTo>
                    <a:pt x="5254604" y="7641726"/>
                  </a:lnTo>
                  <a:lnTo>
                    <a:pt x="5254955" y="7641753"/>
                  </a:lnTo>
                  <a:lnTo>
                    <a:pt x="6726343" y="7641753"/>
                  </a:lnTo>
                  <a:lnTo>
                    <a:pt x="6727059" y="7641644"/>
                  </a:lnTo>
                  <a:lnTo>
                    <a:pt x="6731809" y="7640866"/>
                  </a:lnTo>
                  <a:lnTo>
                    <a:pt x="6743933" y="7638719"/>
                  </a:lnTo>
                  <a:lnTo>
                    <a:pt x="6765978" y="7634484"/>
                  </a:lnTo>
                  <a:lnTo>
                    <a:pt x="6799590" y="7627461"/>
                  </a:lnTo>
                  <a:lnTo>
                    <a:pt x="6845404" y="7617022"/>
                  </a:lnTo>
                  <a:lnTo>
                    <a:pt x="6903026" y="7602656"/>
                  </a:lnTo>
                  <a:lnTo>
                    <a:pt x="6971130" y="7584003"/>
                  </a:lnTo>
                  <a:lnTo>
                    <a:pt x="7047676" y="7560860"/>
                  </a:lnTo>
                  <a:lnTo>
                    <a:pt x="7130211" y="7533165"/>
                  </a:lnTo>
                  <a:lnTo>
                    <a:pt x="7216174" y="7500954"/>
                  </a:lnTo>
                  <a:lnTo>
                    <a:pt x="7303166" y="7464310"/>
                  </a:lnTo>
                  <a:lnTo>
                    <a:pt x="7389133" y="7423312"/>
                  </a:lnTo>
                  <a:lnTo>
                    <a:pt x="7472472" y="7377991"/>
                  </a:lnTo>
                  <a:lnTo>
                    <a:pt x="7552043" y="7328292"/>
                  </a:lnTo>
                  <a:lnTo>
                    <a:pt x="7627137" y="7274062"/>
                  </a:lnTo>
                  <a:lnTo>
                    <a:pt x="7697412" y="7215028"/>
                  </a:lnTo>
                  <a:lnTo>
                    <a:pt x="7762813" y="7150802"/>
                  </a:lnTo>
                  <a:lnTo>
                    <a:pt x="7823501" y="7080880"/>
                  </a:lnTo>
                  <a:lnTo>
                    <a:pt x="7879786" y="7004651"/>
                  </a:lnTo>
                  <a:lnTo>
                    <a:pt x="7932073" y="6921414"/>
                  </a:lnTo>
                  <a:lnTo>
                    <a:pt x="7980826" y="6830406"/>
                  </a:lnTo>
                  <a:lnTo>
                    <a:pt x="8026531" y="6730838"/>
                  </a:lnTo>
                  <a:lnTo>
                    <a:pt x="8069676" y="6621970"/>
                  </a:lnTo>
                  <a:lnTo>
                    <a:pt x="8110729" y="6503207"/>
                  </a:lnTo>
                  <a:lnTo>
                    <a:pt x="8150114" y="6374256"/>
                  </a:lnTo>
                  <a:lnTo>
                    <a:pt x="8151487" y="6369490"/>
                  </a:lnTo>
                  <a:lnTo>
                    <a:pt x="8175656" y="6282554"/>
                  </a:lnTo>
                  <a:lnTo>
                    <a:pt x="8199396" y="6191525"/>
                  </a:lnTo>
                  <a:lnTo>
                    <a:pt x="8222781" y="6096327"/>
                  </a:lnTo>
                  <a:lnTo>
                    <a:pt x="8245877" y="5996909"/>
                  </a:lnTo>
                  <a:lnTo>
                    <a:pt x="8268742" y="5893250"/>
                  </a:lnTo>
                  <a:lnTo>
                    <a:pt x="8291426" y="5785356"/>
                  </a:lnTo>
                  <a:lnTo>
                    <a:pt x="8313971" y="5673264"/>
                  </a:lnTo>
                  <a:lnTo>
                    <a:pt x="8336415" y="5557047"/>
                  </a:lnTo>
                  <a:lnTo>
                    <a:pt x="8358789" y="5436808"/>
                  </a:lnTo>
                  <a:lnTo>
                    <a:pt x="8381118" y="5312689"/>
                  </a:lnTo>
                  <a:lnTo>
                    <a:pt x="8403424" y="5184868"/>
                  </a:lnTo>
                  <a:lnTo>
                    <a:pt x="8425723" y="5053557"/>
                  </a:lnTo>
                  <a:lnTo>
                    <a:pt x="8448027" y="4919004"/>
                  </a:lnTo>
                  <a:lnTo>
                    <a:pt x="8470345" y="4781492"/>
                  </a:lnTo>
                  <a:lnTo>
                    <a:pt x="8492683" y="4641336"/>
                  </a:lnTo>
                  <a:lnTo>
                    <a:pt x="8515042" y="4498881"/>
                  </a:lnTo>
                  <a:lnTo>
                    <a:pt x="8537423" y="4354496"/>
                  </a:lnTo>
                  <a:lnTo>
                    <a:pt x="8559823" y="4208577"/>
                  </a:lnTo>
                  <a:lnTo>
                    <a:pt x="8582239" y="4061536"/>
                  </a:lnTo>
                  <a:lnTo>
                    <a:pt x="8604664" y="3913797"/>
                  </a:lnTo>
                  <a:lnTo>
                    <a:pt x="8627093" y="3765796"/>
                  </a:lnTo>
                  <a:lnTo>
                    <a:pt x="8649519" y="3617970"/>
                  </a:lnTo>
                  <a:lnTo>
                    <a:pt x="8671937" y="3470754"/>
                  </a:lnTo>
                  <a:lnTo>
                    <a:pt x="8694340" y="3324576"/>
                  </a:lnTo>
                  <a:lnTo>
                    <a:pt x="8716725" y="3179852"/>
                  </a:lnTo>
                  <a:lnTo>
                    <a:pt x="8739089" y="3036979"/>
                  </a:lnTo>
                  <a:lnTo>
                    <a:pt x="8761431" y="2896333"/>
                  </a:lnTo>
                  <a:lnTo>
                    <a:pt x="8783753" y="2758265"/>
                  </a:lnTo>
                  <a:lnTo>
                    <a:pt x="8806059" y="2623095"/>
                  </a:lnTo>
                  <a:lnTo>
                    <a:pt x="8828358" y="2491113"/>
                  </a:lnTo>
                  <a:lnTo>
                    <a:pt x="8850661" y="2362574"/>
                  </a:lnTo>
                  <a:lnTo>
                    <a:pt x="8872984" y="2237698"/>
                  </a:lnTo>
                  <a:lnTo>
                    <a:pt x="8895347" y="2116669"/>
                  </a:lnTo>
                  <a:lnTo>
                    <a:pt x="8917775" y="1999635"/>
                  </a:lnTo>
                  <a:lnTo>
                    <a:pt x="8940297" y="1886709"/>
                  </a:lnTo>
                  <a:lnTo>
                    <a:pt x="8962950" y="1777969"/>
                  </a:lnTo>
                  <a:lnTo>
                    <a:pt x="8985775" y="1673460"/>
                  </a:lnTo>
                  <a:lnTo>
                    <a:pt x="9008821" y="1573193"/>
                  </a:lnTo>
                  <a:lnTo>
                    <a:pt x="9032143" y="1477152"/>
                  </a:lnTo>
                  <a:lnTo>
                    <a:pt x="9055805" y="1385292"/>
                  </a:lnTo>
                  <a:lnTo>
                    <a:pt x="9079882" y="1297543"/>
                  </a:lnTo>
                  <a:lnTo>
                    <a:pt x="9084767" y="1280436"/>
                  </a:lnTo>
                  <a:lnTo>
                    <a:pt x="9124100" y="1151123"/>
                  </a:lnTo>
                  <a:lnTo>
                    <a:pt x="9165086" y="1032001"/>
                  </a:lnTo>
                  <a:lnTo>
                    <a:pt x="9208149" y="922791"/>
                  </a:lnTo>
                  <a:lnTo>
                    <a:pt x="9253755" y="822905"/>
                  </a:lnTo>
                  <a:lnTo>
                    <a:pt x="9302391" y="731605"/>
                  </a:lnTo>
                  <a:lnTo>
                    <a:pt x="9354545" y="648106"/>
                  </a:lnTo>
                  <a:lnTo>
                    <a:pt x="9410680" y="571640"/>
                  </a:lnTo>
                  <a:lnTo>
                    <a:pt x="9471206" y="501505"/>
                  </a:lnTo>
                  <a:lnTo>
                    <a:pt x="9536436" y="437086"/>
                  </a:lnTo>
                  <a:lnTo>
                    <a:pt x="9606537" y="377876"/>
                  </a:lnTo>
                  <a:lnTo>
                    <a:pt x="9681464" y="323480"/>
                  </a:lnTo>
                  <a:lnTo>
                    <a:pt x="9760885" y="273624"/>
                  </a:lnTo>
                  <a:lnTo>
                    <a:pt x="9844107" y="228148"/>
                  </a:lnTo>
                  <a:lnTo>
                    <a:pt x="9930006" y="186997"/>
                  </a:lnTo>
                  <a:lnTo>
                    <a:pt x="10016994" y="150197"/>
                  </a:lnTo>
                  <a:lnTo>
                    <a:pt x="10103033" y="117827"/>
                  </a:lnTo>
                  <a:lnTo>
                    <a:pt x="10185733" y="89971"/>
                  </a:lnTo>
                  <a:lnTo>
                    <a:pt x="10262536" y="66667"/>
                  </a:lnTo>
                  <a:lnTo>
                    <a:pt x="10330978" y="47857"/>
                  </a:lnTo>
                  <a:lnTo>
                    <a:pt x="10388999" y="33344"/>
                  </a:lnTo>
                  <a:lnTo>
                    <a:pt x="10435246" y="22773"/>
                  </a:lnTo>
                  <a:lnTo>
                    <a:pt x="10469286" y="15639"/>
                  </a:lnTo>
                  <a:lnTo>
                    <a:pt x="10491720" y="11317"/>
                  </a:lnTo>
                  <a:lnTo>
                    <a:pt x="10504158" y="9108"/>
                  </a:lnTo>
                  <a:lnTo>
                    <a:pt x="10509117" y="8294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9195" y="109"/>
                  </a:lnTo>
                  <a:lnTo>
                    <a:pt x="10504445" y="887"/>
                  </a:lnTo>
                  <a:lnTo>
                    <a:pt x="10492321" y="3034"/>
                  </a:lnTo>
                  <a:lnTo>
                    <a:pt x="10470275" y="7269"/>
                  </a:lnTo>
                  <a:lnTo>
                    <a:pt x="10436663" y="14291"/>
                  </a:lnTo>
                  <a:lnTo>
                    <a:pt x="10390849" y="24730"/>
                  </a:lnTo>
                  <a:lnTo>
                    <a:pt x="10333227" y="39096"/>
                  </a:lnTo>
                  <a:lnTo>
                    <a:pt x="10265124" y="57750"/>
                  </a:lnTo>
                  <a:lnTo>
                    <a:pt x="10188577" y="80892"/>
                  </a:lnTo>
                  <a:lnTo>
                    <a:pt x="10106042" y="108587"/>
                  </a:lnTo>
                  <a:lnTo>
                    <a:pt x="10020079" y="140798"/>
                  </a:lnTo>
                  <a:lnTo>
                    <a:pt x="9933088" y="177442"/>
                  </a:lnTo>
                  <a:lnTo>
                    <a:pt x="9847120" y="218440"/>
                  </a:lnTo>
                  <a:lnTo>
                    <a:pt x="9763781" y="263762"/>
                  </a:lnTo>
                  <a:lnTo>
                    <a:pt x="9684211" y="313460"/>
                  </a:lnTo>
                  <a:lnTo>
                    <a:pt x="9609116" y="367691"/>
                  </a:lnTo>
                  <a:lnTo>
                    <a:pt x="9538841" y="426724"/>
                  </a:lnTo>
                  <a:lnTo>
                    <a:pt x="9473440" y="490950"/>
                  </a:lnTo>
                  <a:lnTo>
                    <a:pt x="9412752" y="560872"/>
                  </a:lnTo>
                  <a:lnTo>
                    <a:pt x="9356467" y="637101"/>
                  </a:lnTo>
                  <a:lnTo>
                    <a:pt x="9304180" y="720338"/>
                  </a:lnTo>
                  <a:lnTo>
                    <a:pt x="9255428" y="811347"/>
                  </a:lnTo>
                  <a:lnTo>
                    <a:pt x="9209723" y="910915"/>
                  </a:lnTo>
                  <a:lnTo>
                    <a:pt x="9166577" y="1019783"/>
                  </a:lnTo>
                  <a:lnTo>
                    <a:pt x="9125525" y="1138546"/>
                  </a:lnTo>
                  <a:lnTo>
                    <a:pt x="9086139" y="1267497"/>
                  </a:lnTo>
                  <a:lnTo>
                    <a:pt x="9084767" y="1272263"/>
                  </a:lnTo>
                  <a:lnTo>
                    <a:pt x="9060597" y="1359198"/>
                  </a:lnTo>
                  <a:lnTo>
                    <a:pt x="9036858" y="1450228"/>
                  </a:lnTo>
                  <a:lnTo>
                    <a:pt x="9013473" y="1545426"/>
                  </a:lnTo>
                  <a:lnTo>
                    <a:pt x="8990376" y="1644843"/>
                  </a:lnTo>
                  <a:lnTo>
                    <a:pt x="8967511" y="1748502"/>
                  </a:lnTo>
                  <a:lnTo>
                    <a:pt x="8944827" y="1856396"/>
                  </a:lnTo>
                  <a:lnTo>
                    <a:pt x="8922282" y="1968488"/>
                  </a:lnTo>
                  <a:lnTo>
                    <a:pt x="8899838" y="2084706"/>
                  </a:lnTo>
                  <a:lnTo>
                    <a:pt x="8877464" y="2204945"/>
                  </a:lnTo>
                  <a:lnTo>
                    <a:pt x="8855135" y="2329063"/>
                  </a:lnTo>
                  <a:lnTo>
                    <a:pt x="8832829" y="2456884"/>
                  </a:lnTo>
                  <a:lnTo>
                    <a:pt x="8810530" y="2588196"/>
                  </a:lnTo>
                  <a:lnTo>
                    <a:pt x="8788226" y="2722749"/>
                  </a:lnTo>
                  <a:lnTo>
                    <a:pt x="8765908" y="2860260"/>
                  </a:lnTo>
                  <a:lnTo>
                    <a:pt x="8743570" y="3000416"/>
                  </a:lnTo>
                  <a:lnTo>
                    <a:pt x="8721211" y="3142872"/>
                  </a:lnTo>
                  <a:lnTo>
                    <a:pt x="8698830" y="3287256"/>
                  </a:lnTo>
                  <a:lnTo>
                    <a:pt x="8676430" y="3433175"/>
                  </a:lnTo>
                  <a:lnTo>
                    <a:pt x="8654015" y="3580217"/>
                  </a:lnTo>
                  <a:lnTo>
                    <a:pt x="8631590" y="3727955"/>
                  </a:lnTo>
                  <a:lnTo>
                    <a:pt x="8609161" y="3875957"/>
                  </a:lnTo>
                  <a:lnTo>
                    <a:pt x="8586734" y="4023783"/>
                  </a:lnTo>
                  <a:lnTo>
                    <a:pt x="8564317" y="4170999"/>
                  </a:lnTo>
                  <a:lnTo>
                    <a:pt x="8541913" y="4317176"/>
                  </a:lnTo>
                  <a:lnTo>
                    <a:pt x="8519528" y="4461901"/>
                  </a:lnTo>
                  <a:lnTo>
                    <a:pt x="8497164" y="4604773"/>
                  </a:lnTo>
                  <a:lnTo>
                    <a:pt x="8474822" y="4745419"/>
                  </a:lnTo>
                  <a:lnTo>
                    <a:pt x="8452500" y="4883487"/>
                  </a:lnTo>
                  <a:lnTo>
                    <a:pt x="8430194" y="5018657"/>
                  </a:lnTo>
                  <a:lnTo>
                    <a:pt x="8407895" y="5150639"/>
                  </a:lnTo>
                  <a:lnTo>
                    <a:pt x="8385592" y="5279179"/>
                  </a:lnTo>
                  <a:lnTo>
                    <a:pt x="8363269" y="5404055"/>
                  </a:lnTo>
                  <a:lnTo>
                    <a:pt x="8340906" y="5525084"/>
                  </a:lnTo>
                  <a:lnTo>
                    <a:pt x="8318478" y="5642117"/>
                  </a:lnTo>
                  <a:lnTo>
                    <a:pt x="8295956" y="5755043"/>
                  </a:lnTo>
                  <a:lnTo>
                    <a:pt x="8273303" y="5863783"/>
                  </a:lnTo>
                  <a:lnTo>
                    <a:pt x="8250478" y="5968293"/>
                  </a:lnTo>
                  <a:lnTo>
                    <a:pt x="8227433" y="6068560"/>
                  </a:lnTo>
                  <a:lnTo>
                    <a:pt x="8204111" y="6164601"/>
                  </a:lnTo>
                  <a:lnTo>
                    <a:pt x="8180448" y="6256461"/>
                  </a:lnTo>
                  <a:lnTo>
                    <a:pt x="8156371" y="6344210"/>
                  </a:lnTo>
                  <a:lnTo>
                    <a:pt x="8151487" y="6361317"/>
                  </a:lnTo>
                  <a:lnTo>
                    <a:pt x="8112154" y="6490629"/>
                  </a:lnTo>
                  <a:lnTo>
                    <a:pt x="8071167" y="6609751"/>
                  </a:lnTo>
                  <a:lnTo>
                    <a:pt x="8028104" y="6718962"/>
                  </a:lnTo>
                  <a:lnTo>
                    <a:pt x="7982498" y="6818848"/>
                  </a:lnTo>
                  <a:lnTo>
                    <a:pt x="7933862" y="6910147"/>
                  </a:lnTo>
                  <a:lnTo>
                    <a:pt x="7881709" y="6993646"/>
                  </a:lnTo>
                  <a:lnTo>
                    <a:pt x="7825573" y="7070112"/>
                  </a:lnTo>
                  <a:lnTo>
                    <a:pt x="7765048" y="7140247"/>
                  </a:lnTo>
                  <a:lnTo>
                    <a:pt x="7699817" y="7204666"/>
                  </a:lnTo>
                  <a:lnTo>
                    <a:pt x="7629716" y="7263877"/>
                  </a:lnTo>
                  <a:lnTo>
                    <a:pt x="7554789" y="7318272"/>
                  </a:lnTo>
                  <a:lnTo>
                    <a:pt x="7475368" y="7368128"/>
                  </a:lnTo>
                  <a:lnTo>
                    <a:pt x="7392146" y="7413604"/>
                  </a:lnTo>
                  <a:lnTo>
                    <a:pt x="7306247" y="7454756"/>
                  </a:lnTo>
                  <a:lnTo>
                    <a:pt x="7219259" y="7491555"/>
                  </a:lnTo>
                  <a:lnTo>
                    <a:pt x="7133220" y="7523925"/>
                  </a:lnTo>
                  <a:lnTo>
                    <a:pt x="7050520" y="7551781"/>
                  </a:lnTo>
                  <a:lnTo>
                    <a:pt x="6973717" y="7575085"/>
                  </a:lnTo>
                  <a:lnTo>
                    <a:pt x="6905276" y="7593896"/>
                  </a:lnTo>
                  <a:lnTo>
                    <a:pt x="6847254" y="7608409"/>
                  </a:lnTo>
                  <a:lnTo>
                    <a:pt x="6801008" y="7618979"/>
                  </a:lnTo>
                  <a:lnTo>
                    <a:pt x="6766967" y="7626113"/>
                  </a:lnTo>
                  <a:lnTo>
                    <a:pt x="6744533" y="7630435"/>
                  </a:lnTo>
                  <a:lnTo>
                    <a:pt x="6732095" y="7632644"/>
                  </a:lnTo>
                  <a:lnTo>
                    <a:pt x="6727136" y="7633458"/>
                  </a:lnTo>
                  <a:lnTo>
                    <a:pt x="6726343" y="7633580"/>
                  </a:lnTo>
                  <a:lnTo>
                    <a:pt x="5254955" y="7633580"/>
                  </a:lnTo>
                  <a:lnTo>
                    <a:pt x="5253880" y="7633495"/>
                  </a:lnTo>
                  <a:lnTo>
                    <a:pt x="5246806" y="7632886"/>
                  </a:lnTo>
                  <a:lnTo>
                    <a:pt x="5228941" y="7631206"/>
                  </a:lnTo>
                  <a:lnTo>
                    <a:pt x="5196925" y="7627895"/>
                  </a:lnTo>
                  <a:lnTo>
                    <a:pt x="5149049" y="7622436"/>
                  </a:lnTo>
                  <a:lnTo>
                    <a:pt x="5085392" y="7614396"/>
                  </a:lnTo>
                  <a:lnTo>
                    <a:pt x="5007702" y="7603474"/>
                  </a:lnTo>
                  <a:lnTo>
                    <a:pt x="4919008" y="7589506"/>
                  </a:lnTo>
                  <a:lnTo>
                    <a:pt x="4823040" y="7572452"/>
                  </a:lnTo>
                  <a:lnTo>
                    <a:pt x="4723628" y="7552352"/>
                  </a:lnTo>
                  <a:lnTo>
                    <a:pt x="4624203" y="7529272"/>
                  </a:lnTo>
                  <a:lnTo>
                    <a:pt x="4527504" y="7503256"/>
                  </a:lnTo>
                  <a:lnTo>
                    <a:pt x="4435463" y="7474283"/>
                  </a:lnTo>
                  <a:lnTo>
                    <a:pt x="4349250" y="7442245"/>
                  </a:lnTo>
                  <a:lnTo>
                    <a:pt x="4269390" y="7406931"/>
                  </a:lnTo>
                  <a:lnTo>
                    <a:pt x="4195919" y="7368026"/>
                  </a:lnTo>
                  <a:lnTo>
                    <a:pt x="4128521" y="7325113"/>
                  </a:lnTo>
                  <a:lnTo>
                    <a:pt x="4066661" y="7277683"/>
                  </a:lnTo>
                  <a:lnTo>
                    <a:pt x="4009669" y="7225162"/>
                  </a:lnTo>
                  <a:lnTo>
                    <a:pt x="3956816" y="7166938"/>
                  </a:lnTo>
                  <a:lnTo>
                    <a:pt x="3907365" y="7102429"/>
                  </a:lnTo>
                  <a:lnTo>
                    <a:pt x="3860612" y="7031182"/>
                  </a:lnTo>
                  <a:lnTo>
                    <a:pt x="3829811" y="6978378"/>
                  </a:lnTo>
                  <a:lnTo>
                    <a:pt x="3796961" y="6916802"/>
                  </a:lnTo>
                  <a:lnTo>
                    <a:pt x="3764859" y="6851278"/>
                  </a:lnTo>
                  <a:lnTo>
                    <a:pt x="3733327" y="6781725"/>
                  </a:lnTo>
                  <a:lnTo>
                    <a:pt x="3702216" y="6708111"/>
                  </a:lnTo>
                  <a:lnTo>
                    <a:pt x="3671406" y="6630456"/>
                  </a:lnTo>
                  <a:lnTo>
                    <a:pt x="3640797" y="6548836"/>
                  </a:lnTo>
                  <a:lnTo>
                    <a:pt x="3610310" y="6463390"/>
                  </a:lnTo>
                  <a:lnTo>
                    <a:pt x="3579883" y="6374319"/>
                  </a:lnTo>
                  <a:lnTo>
                    <a:pt x="3549473" y="6281888"/>
                  </a:lnTo>
                  <a:lnTo>
                    <a:pt x="3519048" y="6186425"/>
                  </a:lnTo>
                  <a:lnTo>
                    <a:pt x="3488591" y="6088319"/>
                  </a:lnTo>
                  <a:lnTo>
                    <a:pt x="3458093" y="5988013"/>
                  </a:lnTo>
                  <a:lnTo>
                    <a:pt x="3427557" y="5885997"/>
                  </a:lnTo>
                  <a:lnTo>
                    <a:pt x="3396990" y="5782797"/>
                  </a:lnTo>
                  <a:lnTo>
                    <a:pt x="3366406" y="5678969"/>
                  </a:lnTo>
                  <a:lnTo>
                    <a:pt x="3335821" y="5575080"/>
                  </a:lnTo>
                  <a:lnTo>
                    <a:pt x="3305249" y="5471701"/>
                  </a:lnTo>
                  <a:lnTo>
                    <a:pt x="3274706" y="5369389"/>
                  </a:lnTo>
                  <a:lnTo>
                    <a:pt x="3244199" y="5268679"/>
                  </a:lnTo>
                  <a:lnTo>
                    <a:pt x="3213733" y="5170069"/>
                  </a:lnTo>
                  <a:lnTo>
                    <a:pt x="3183303" y="5074013"/>
                  </a:lnTo>
                  <a:lnTo>
                    <a:pt x="3152892" y="4980911"/>
                  </a:lnTo>
                  <a:lnTo>
                    <a:pt x="3122472" y="4891105"/>
                  </a:lnTo>
                  <a:lnTo>
                    <a:pt x="3092002" y="4804873"/>
                  </a:lnTo>
                  <a:lnTo>
                    <a:pt x="3061425" y="4722430"/>
                  </a:lnTo>
                  <a:lnTo>
                    <a:pt x="3030665" y="4643928"/>
                  </a:lnTo>
                  <a:lnTo>
                    <a:pt x="2999627" y="4569456"/>
                  </a:lnTo>
                  <a:lnTo>
                    <a:pt x="2968196" y="4499045"/>
                  </a:lnTo>
                  <a:lnTo>
                    <a:pt x="2936228" y="4432674"/>
                  </a:lnTo>
                  <a:lnTo>
                    <a:pt x="2903552" y="4370272"/>
                  </a:lnTo>
                  <a:lnTo>
                    <a:pt x="2896531" y="4357570"/>
                  </a:lnTo>
                  <a:lnTo>
                    <a:pt x="2851258" y="4281585"/>
                  </a:lnTo>
                  <a:lnTo>
                    <a:pt x="2803728" y="4212496"/>
                  </a:lnTo>
                  <a:lnTo>
                    <a:pt x="2753284" y="4150023"/>
                  </a:lnTo>
                  <a:lnTo>
                    <a:pt x="2699208" y="4093660"/>
                  </a:lnTo>
                  <a:lnTo>
                    <a:pt x="2640760" y="4042808"/>
                  </a:lnTo>
                  <a:lnTo>
                    <a:pt x="2577223" y="3996860"/>
                  </a:lnTo>
                  <a:lnTo>
                    <a:pt x="2507963" y="3955259"/>
                  </a:lnTo>
                  <a:lnTo>
                    <a:pt x="2432500" y="3917526"/>
                  </a:lnTo>
                  <a:lnTo>
                    <a:pt x="2350615" y="3883273"/>
                  </a:lnTo>
                  <a:lnTo>
                    <a:pt x="2262483" y="3852217"/>
                  </a:lnTo>
                  <a:lnTo>
                    <a:pt x="2168815" y="3824183"/>
                  </a:lnTo>
                  <a:lnTo>
                    <a:pt x="2071010" y="3799090"/>
                  </a:lnTo>
                  <a:lnTo>
                    <a:pt x="1971258" y="3776942"/>
                  </a:lnTo>
                  <a:lnTo>
                    <a:pt x="1872533" y="3757794"/>
                  </a:lnTo>
                  <a:lnTo>
                    <a:pt x="1778436" y="3741710"/>
                  </a:lnTo>
                  <a:lnTo>
                    <a:pt x="1692825" y="3728711"/>
                  </a:lnTo>
                  <a:lnTo>
                    <a:pt x="1619277" y="3718720"/>
                  </a:lnTo>
                  <a:lnTo>
                    <a:pt x="1560475" y="3711533"/>
                  </a:lnTo>
                  <a:lnTo>
                    <a:pt x="1517670" y="3706801"/>
                  </a:lnTo>
                  <a:lnTo>
                    <a:pt x="1490377" y="3704063"/>
                  </a:lnTo>
                  <a:lnTo>
                    <a:pt x="1476345" y="3702780"/>
                  </a:lnTo>
                  <a:lnTo>
                    <a:pt x="1471739" y="3702395"/>
                  </a:lnTo>
                  <a:lnTo>
                    <a:pt x="1471387" y="3702368"/>
                  </a:lnTo>
                  <a:lnTo>
                    <a:pt x="0" y="3702368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39" name="pl39"/>
            <p:cNvSpPr/>
            <p:nvPr/>
          </p:nvSpPr>
          <p:spPr>
            <a:xfrm>
              <a:off x="4799595" y="2944693"/>
              <a:ext cx="11981298" cy="7633580"/>
            </a:xfrm>
            <a:custGeom>
              <a:avLst/>
              <a:pathLst>
                <a:path w="11981298" h="7633580">
                  <a:moveTo>
                    <a:pt x="0" y="3702368"/>
                  </a:moveTo>
                  <a:lnTo>
                    <a:pt x="1471387" y="3702368"/>
                  </a:lnTo>
                  <a:lnTo>
                    <a:pt x="1472462" y="3702453"/>
                  </a:lnTo>
                  <a:lnTo>
                    <a:pt x="1479536" y="3703061"/>
                  </a:lnTo>
                  <a:lnTo>
                    <a:pt x="1497401" y="3704742"/>
                  </a:lnTo>
                  <a:lnTo>
                    <a:pt x="1529417" y="3708052"/>
                  </a:lnTo>
                  <a:lnTo>
                    <a:pt x="1577293" y="3713512"/>
                  </a:lnTo>
                  <a:lnTo>
                    <a:pt x="1640950" y="3721551"/>
                  </a:lnTo>
                  <a:lnTo>
                    <a:pt x="1718640" y="3732474"/>
                  </a:lnTo>
                  <a:lnTo>
                    <a:pt x="1807334" y="3746442"/>
                  </a:lnTo>
                  <a:lnTo>
                    <a:pt x="1903302" y="3763496"/>
                  </a:lnTo>
                  <a:lnTo>
                    <a:pt x="2002714" y="3783596"/>
                  </a:lnTo>
                  <a:lnTo>
                    <a:pt x="2102139" y="3806676"/>
                  </a:lnTo>
                  <a:lnTo>
                    <a:pt x="2198839" y="3832692"/>
                  </a:lnTo>
                  <a:lnTo>
                    <a:pt x="2290879" y="3861665"/>
                  </a:lnTo>
                  <a:lnTo>
                    <a:pt x="2377093" y="3893703"/>
                  </a:lnTo>
                  <a:lnTo>
                    <a:pt x="2456952" y="3929016"/>
                  </a:lnTo>
                  <a:lnTo>
                    <a:pt x="2530424" y="3967922"/>
                  </a:lnTo>
                  <a:lnTo>
                    <a:pt x="2597821" y="4010835"/>
                  </a:lnTo>
                  <a:lnTo>
                    <a:pt x="2659681" y="4058264"/>
                  </a:lnTo>
                  <a:lnTo>
                    <a:pt x="2716673" y="4110786"/>
                  </a:lnTo>
                  <a:lnTo>
                    <a:pt x="2769526" y="4169010"/>
                  </a:lnTo>
                  <a:lnTo>
                    <a:pt x="2818977" y="4233519"/>
                  </a:lnTo>
                  <a:lnTo>
                    <a:pt x="2865730" y="4304766"/>
                  </a:lnTo>
                  <a:lnTo>
                    <a:pt x="2896531" y="4357570"/>
                  </a:lnTo>
                  <a:lnTo>
                    <a:pt x="2929381" y="4419146"/>
                  </a:lnTo>
                  <a:lnTo>
                    <a:pt x="2961483" y="4484670"/>
                  </a:lnTo>
                  <a:lnTo>
                    <a:pt x="2993016" y="4554223"/>
                  </a:lnTo>
                  <a:lnTo>
                    <a:pt x="3024126" y="4627837"/>
                  </a:lnTo>
                  <a:lnTo>
                    <a:pt x="3054936" y="4705492"/>
                  </a:lnTo>
                  <a:lnTo>
                    <a:pt x="3085545" y="4787111"/>
                  </a:lnTo>
                  <a:lnTo>
                    <a:pt x="3116033" y="4872558"/>
                  </a:lnTo>
                  <a:lnTo>
                    <a:pt x="3146459" y="4961629"/>
                  </a:lnTo>
                  <a:lnTo>
                    <a:pt x="3176869" y="5054060"/>
                  </a:lnTo>
                  <a:lnTo>
                    <a:pt x="3207294" y="5149523"/>
                  </a:lnTo>
                  <a:lnTo>
                    <a:pt x="3237751" y="5247629"/>
                  </a:lnTo>
                  <a:lnTo>
                    <a:pt x="3268249" y="5347935"/>
                  </a:lnTo>
                  <a:lnTo>
                    <a:pt x="3298785" y="5449951"/>
                  </a:lnTo>
                  <a:lnTo>
                    <a:pt x="3329352" y="5553150"/>
                  </a:lnTo>
                  <a:lnTo>
                    <a:pt x="3359936" y="5656979"/>
                  </a:lnTo>
                  <a:lnTo>
                    <a:pt x="3390521" y="5760867"/>
                  </a:lnTo>
                  <a:lnTo>
                    <a:pt x="3421093" y="5864247"/>
                  </a:lnTo>
                  <a:lnTo>
                    <a:pt x="3451637" y="5966558"/>
                  </a:lnTo>
                  <a:lnTo>
                    <a:pt x="3482143" y="6067268"/>
                  </a:lnTo>
                  <a:lnTo>
                    <a:pt x="3512609" y="6165878"/>
                  </a:lnTo>
                  <a:lnTo>
                    <a:pt x="3543039" y="6261934"/>
                  </a:lnTo>
                  <a:lnTo>
                    <a:pt x="3573450" y="6355036"/>
                  </a:lnTo>
                  <a:lnTo>
                    <a:pt x="3603870" y="6444843"/>
                  </a:lnTo>
                  <a:lnTo>
                    <a:pt x="3634340" y="6531075"/>
                  </a:lnTo>
                  <a:lnTo>
                    <a:pt x="3664917" y="6613517"/>
                  </a:lnTo>
                  <a:lnTo>
                    <a:pt x="3695677" y="6692020"/>
                  </a:lnTo>
                  <a:lnTo>
                    <a:pt x="3726715" y="6766492"/>
                  </a:lnTo>
                  <a:lnTo>
                    <a:pt x="3758147" y="6836903"/>
                  </a:lnTo>
                  <a:lnTo>
                    <a:pt x="3790114" y="6903274"/>
                  </a:lnTo>
                  <a:lnTo>
                    <a:pt x="3822790" y="6965676"/>
                  </a:lnTo>
                  <a:lnTo>
                    <a:pt x="3829811" y="6978378"/>
                  </a:lnTo>
                  <a:lnTo>
                    <a:pt x="3875084" y="7054362"/>
                  </a:lnTo>
                  <a:lnTo>
                    <a:pt x="3922614" y="7123452"/>
                  </a:lnTo>
                  <a:lnTo>
                    <a:pt x="3973058" y="7185924"/>
                  </a:lnTo>
                  <a:lnTo>
                    <a:pt x="4027134" y="7242287"/>
                  </a:lnTo>
                  <a:lnTo>
                    <a:pt x="4085583" y="7293140"/>
                  </a:lnTo>
                  <a:lnTo>
                    <a:pt x="4149119" y="7339088"/>
                  </a:lnTo>
                  <a:lnTo>
                    <a:pt x="4218379" y="7380688"/>
                  </a:lnTo>
                  <a:lnTo>
                    <a:pt x="4293843" y="7418422"/>
                  </a:lnTo>
                  <a:lnTo>
                    <a:pt x="4375727" y="7452675"/>
                  </a:lnTo>
                  <a:lnTo>
                    <a:pt x="4463859" y="7483730"/>
                  </a:lnTo>
                  <a:lnTo>
                    <a:pt x="4557527" y="7511765"/>
                  </a:lnTo>
                  <a:lnTo>
                    <a:pt x="4655332" y="7536858"/>
                  </a:lnTo>
                  <a:lnTo>
                    <a:pt x="4755085" y="7559006"/>
                  </a:lnTo>
                  <a:lnTo>
                    <a:pt x="4853809" y="7578154"/>
                  </a:lnTo>
                  <a:lnTo>
                    <a:pt x="4947906" y="7594237"/>
                  </a:lnTo>
                  <a:lnTo>
                    <a:pt x="5033517" y="7607237"/>
                  </a:lnTo>
                  <a:lnTo>
                    <a:pt x="5107065" y="7617227"/>
                  </a:lnTo>
                  <a:lnTo>
                    <a:pt x="5165867" y="7624415"/>
                  </a:lnTo>
                  <a:lnTo>
                    <a:pt x="5208672" y="7629146"/>
                  </a:lnTo>
                  <a:lnTo>
                    <a:pt x="5235965" y="7631885"/>
                  </a:lnTo>
                  <a:lnTo>
                    <a:pt x="5249997" y="7633167"/>
                  </a:lnTo>
                  <a:lnTo>
                    <a:pt x="5254604" y="7633553"/>
                  </a:lnTo>
                  <a:lnTo>
                    <a:pt x="5254955" y="7633580"/>
                  </a:lnTo>
                  <a:lnTo>
                    <a:pt x="6726343" y="7633580"/>
                  </a:lnTo>
                  <a:lnTo>
                    <a:pt x="6727059" y="7633471"/>
                  </a:lnTo>
                  <a:lnTo>
                    <a:pt x="6731809" y="7632693"/>
                  </a:lnTo>
                  <a:lnTo>
                    <a:pt x="6743933" y="7630546"/>
                  </a:lnTo>
                  <a:lnTo>
                    <a:pt x="6765978" y="7626311"/>
                  </a:lnTo>
                  <a:lnTo>
                    <a:pt x="6799590" y="7619288"/>
                  </a:lnTo>
                  <a:lnTo>
                    <a:pt x="6845404" y="7608849"/>
                  </a:lnTo>
                  <a:lnTo>
                    <a:pt x="6903026" y="7594483"/>
                  </a:lnTo>
                  <a:lnTo>
                    <a:pt x="6971130" y="7575830"/>
                  </a:lnTo>
                  <a:lnTo>
                    <a:pt x="7047676" y="7552687"/>
                  </a:lnTo>
                  <a:lnTo>
                    <a:pt x="7130211" y="7524992"/>
                  </a:lnTo>
                  <a:lnTo>
                    <a:pt x="7216174" y="7492781"/>
                  </a:lnTo>
                  <a:lnTo>
                    <a:pt x="7303166" y="7456137"/>
                  </a:lnTo>
                  <a:lnTo>
                    <a:pt x="7389133" y="7415139"/>
                  </a:lnTo>
                  <a:lnTo>
                    <a:pt x="7472472" y="7369818"/>
                  </a:lnTo>
                  <a:lnTo>
                    <a:pt x="7552043" y="7320119"/>
                  </a:lnTo>
                  <a:lnTo>
                    <a:pt x="7627137" y="7265889"/>
                  </a:lnTo>
                  <a:lnTo>
                    <a:pt x="7697412" y="7206855"/>
                  </a:lnTo>
                  <a:lnTo>
                    <a:pt x="7762813" y="7142629"/>
                  </a:lnTo>
                  <a:lnTo>
                    <a:pt x="7823501" y="7072707"/>
                  </a:lnTo>
                  <a:lnTo>
                    <a:pt x="7879786" y="6996478"/>
                  </a:lnTo>
                  <a:lnTo>
                    <a:pt x="7932073" y="6913241"/>
                  </a:lnTo>
                  <a:lnTo>
                    <a:pt x="7980826" y="6822233"/>
                  </a:lnTo>
                  <a:lnTo>
                    <a:pt x="8026531" y="6722665"/>
                  </a:lnTo>
                  <a:lnTo>
                    <a:pt x="8069676" y="6613797"/>
                  </a:lnTo>
                  <a:lnTo>
                    <a:pt x="8110729" y="6495034"/>
                  </a:lnTo>
                  <a:lnTo>
                    <a:pt x="8150114" y="6366083"/>
                  </a:lnTo>
                  <a:lnTo>
                    <a:pt x="8151487" y="6361317"/>
                  </a:lnTo>
                  <a:lnTo>
                    <a:pt x="8175656" y="6274381"/>
                  </a:lnTo>
                  <a:lnTo>
                    <a:pt x="8199396" y="6183352"/>
                  </a:lnTo>
                  <a:lnTo>
                    <a:pt x="8222781" y="6088154"/>
                  </a:lnTo>
                  <a:lnTo>
                    <a:pt x="8245877" y="5988736"/>
                  </a:lnTo>
                  <a:lnTo>
                    <a:pt x="8268742" y="5885077"/>
                  </a:lnTo>
                  <a:lnTo>
                    <a:pt x="8291426" y="5777183"/>
                  </a:lnTo>
                  <a:lnTo>
                    <a:pt x="8313971" y="5665091"/>
                  </a:lnTo>
                  <a:lnTo>
                    <a:pt x="8336415" y="5548874"/>
                  </a:lnTo>
                  <a:lnTo>
                    <a:pt x="8358789" y="5428635"/>
                  </a:lnTo>
                  <a:lnTo>
                    <a:pt x="8381118" y="5304516"/>
                  </a:lnTo>
                  <a:lnTo>
                    <a:pt x="8403424" y="5176695"/>
                  </a:lnTo>
                  <a:lnTo>
                    <a:pt x="8425723" y="5045384"/>
                  </a:lnTo>
                  <a:lnTo>
                    <a:pt x="8448027" y="4910831"/>
                  </a:lnTo>
                  <a:lnTo>
                    <a:pt x="8470345" y="4773319"/>
                  </a:lnTo>
                  <a:lnTo>
                    <a:pt x="8492683" y="4633163"/>
                  </a:lnTo>
                  <a:lnTo>
                    <a:pt x="8515042" y="4490708"/>
                  </a:lnTo>
                  <a:lnTo>
                    <a:pt x="8537423" y="4346323"/>
                  </a:lnTo>
                  <a:lnTo>
                    <a:pt x="8559823" y="4200404"/>
                  </a:lnTo>
                  <a:lnTo>
                    <a:pt x="8582239" y="4053363"/>
                  </a:lnTo>
                  <a:lnTo>
                    <a:pt x="8604664" y="3905624"/>
                  </a:lnTo>
                  <a:lnTo>
                    <a:pt x="8627093" y="3757623"/>
                  </a:lnTo>
                  <a:lnTo>
                    <a:pt x="8649519" y="3609797"/>
                  </a:lnTo>
                  <a:lnTo>
                    <a:pt x="8671937" y="3462581"/>
                  </a:lnTo>
                  <a:lnTo>
                    <a:pt x="8694340" y="3316403"/>
                  </a:lnTo>
                  <a:lnTo>
                    <a:pt x="8716725" y="3171679"/>
                  </a:lnTo>
                  <a:lnTo>
                    <a:pt x="8739089" y="3028806"/>
                  </a:lnTo>
                  <a:lnTo>
                    <a:pt x="8761431" y="2888160"/>
                  </a:lnTo>
                  <a:lnTo>
                    <a:pt x="8783753" y="2750092"/>
                  </a:lnTo>
                  <a:lnTo>
                    <a:pt x="8806059" y="2614922"/>
                  </a:lnTo>
                  <a:lnTo>
                    <a:pt x="8828358" y="2482940"/>
                  </a:lnTo>
                  <a:lnTo>
                    <a:pt x="8850661" y="2354401"/>
                  </a:lnTo>
                  <a:lnTo>
                    <a:pt x="8872984" y="2229525"/>
                  </a:lnTo>
                  <a:lnTo>
                    <a:pt x="8895347" y="2108496"/>
                  </a:lnTo>
                  <a:lnTo>
                    <a:pt x="8917775" y="1991462"/>
                  </a:lnTo>
                  <a:lnTo>
                    <a:pt x="8940297" y="1878536"/>
                  </a:lnTo>
                  <a:lnTo>
                    <a:pt x="8962950" y="1769796"/>
                  </a:lnTo>
                  <a:lnTo>
                    <a:pt x="8985775" y="1665287"/>
                  </a:lnTo>
                  <a:lnTo>
                    <a:pt x="9008821" y="1565020"/>
                  </a:lnTo>
                  <a:lnTo>
                    <a:pt x="9032143" y="1468979"/>
                  </a:lnTo>
                  <a:lnTo>
                    <a:pt x="9055805" y="1377119"/>
                  </a:lnTo>
                  <a:lnTo>
                    <a:pt x="9079882" y="1289370"/>
                  </a:lnTo>
                  <a:lnTo>
                    <a:pt x="9084767" y="1272263"/>
                  </a:lnTo>
                  <a:lnTo>
                    <a:pt x="9124100" y="1142950"/>
                  </a:lnTo>
                  <a:lnTo>
                    <a:pt x="9165086" y="1023828"/>
                  </a:lnTo>
                  <a:lnTo>
                    <a:pt x="9208149" y="914618"/>
                  </a:lnTo>
                  <a:lnTo>
                    <a:pt x="9253755" y="814732"/>
                  </a:lnTo>
                  <a:lnTo>
                    <a:pt x="9302391" y="723432"/>
                  </a:lnTo>
                  <a:lnTo>
                    <a:pt x="9354545" y="639933"/>
                  </a:lnTo>
                  <a:lnTo>
                    <a:pt x="9410680" y="563467"/>
                  </a:lnTo>
                  <a:lnTo>
                    <a:pt x="9471206" y="493332"/>
                  </a:lnTo>
                  <a:lnTo>
                    <a:pt x="9536436" y="428913"/>
                  </a:lnTo>
                  <a:lnTo>
                    <a:pt x="9606537" y="369703"/>
                  </a:lnTo>
                  <a:lnTo>
                    <a:pt x="9681464" y="315307"/>
                  </a:lnTo>
                  <a:lnTo>
                    <a:pt x="9760885" y="265451"/>
                  </a:lnTo>
                  <a:lnTo>
                    <a:pt x="9844107" y="219975"/>
                  </a:lnTo>
                  <a:lnTo>
                    <a:pt x="9930006" y="178824"/>
                  </a:lnTo>
                  <a:lnTo>
                    <a:pt x="10016994" y="142024"/>
                  </a:lnTo>
                  <a:lnTo>
                    <a:pt x="10103033" y="109654"/>
                  </a:lnTo>
                  <a:lnTo>
                    <a:pt x="10185733" y="81798"/>
                  </a:lnTo>
                  <a:lnTo>
                    <a:pt x="10262536" y="58494"/>
                  </a:lnTo>
                  <a:lnTo>
                    <a:pt x="10330978" y="39684"/>
                  </a:lnTo>
                  <a:lnTo>
                    <a:pt x="10388999" y="25171"/>
                  </a:lnTo>
                  <a:lnTo>
                    <a:pt x="10435246" y="14600"/>
                  </a:lnTo>
                  <a:lnTo>
                    <a:pt x="10469286" y="7466"/>
                  </a:lnTo>
                  <a:lnTo>
                    <a:pt x="10491720" y="3144"/>
                  </a:lnTo>
                  <a:lnTo>
                    <a:pt x="10504158" y="935"/>
                  </a:lnTo>
                  <a:lnTo>
                    <a:pt x="10509117" y="121"/>
                  </a:lnTo>
                  <a:lnTo>
                    <a:pt x="10509911" y="0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0" name="pl40"/>
            <p:cNvSpPr/>
            <p:nvPr/>
          </p:nvSpPr>
          <p:spPr>
            <a:xfrm>
              <a:off x="4799595" y="2936520"/>
              <a:ext cx="11981298" cy="7633580"/>
            </a:xfrm>
            <a:custGeom>
              <a:avLst/>
              <a:pathLst>
                <a:path w="11981298" h="7633580">
                  <a:moveTo>
                    <a:pt x="11981298" y="0"/>
                  </a:moveTo>
                  <a:lnTo>
                    <a:pt x="10509911" y="0"/>
                  </a:lnTo>
                  <a:lnTo>
                    <a:pt x="10509195" y="109"/>
                  </a:lnTo>
                  <a:lnTo>
                    <a:pt x="10504445" y="887"/>
                  </a:lnTo>
                  <a:lnTo>
                    <a:pt x="10492321" y="3034"/>
                  </a:lnTo>
                  <a:lnTo>
                    <a:pt x="10470275" y="7269"/>
                  </a:lnTo>
                  <a:lnTo>
                    <a:pt x="10436663" y="14291"/>
                  </a:lnTo>
                  <a:lnTo>
                    <a:pt x="10390849" y="24730"/>
                  </a:lnTo>
                  <a:lnTo>
                    <a:pt x="10333227" y="39096"/>
                  </a:lnTo>
                  <a:lnTo>
                    <a:pt x="10265124" y="57750"/>
                  </a:lnTo>
                  <a:lnTo>
                    <a:pt x="10188577" y="80892"/>
                  </a:lnTo>
                  <a:lnTo>
                    <a:pt x="10106042" y="108587"/>
                  </a:lnTo>
                  <a:lnTo>
                    <a:pt x="10020079" y="140798"/>
                  </a:lnTo>
                  <a:lnTo>
                    <a:pt x="9933088" y="177442"/>
                  </a:lnTo>
                  <a:lnTo>
                    <a:pt x="9847120" y="218440"/>
                  </a:lnTo>
                  <a:lnTo>
                    <a:pt x="9763781" y="263762"/>
                  </a:lnTo>
                  <a:lnTo>
                    <a:pt x="9684211" y="313460"/>
                  </a:lnTo>
                  <a:lnTo>
                    <a:pt x="9609116" y="367691"/>
                  </a:lnTo>
                  <a:lnTo>
                    <a:pt x="9538841" y="426724"/>
                  </a:lnTo>
                  <a:lnTo>
                    <a:pt x="9473440" y="490950"/>
                  </a:lnTo>
                  <a:lnTo>
                    <a:pt x="9412752" y="560872"/>
                  </a:lnTo>
                  <a:lnTo>
                    <a:pt x="9356467" y="637101"/>
                  </a:lnTo>
                  <a:lnTo>
                    <a:pt x="9304180" y="720338"/>
                  </a:lnTo>
                  <a:lnTo>
                    <a:pt x="9255428" y="811347"/>
                  </a:lnTo>
                  <a:lnTo>
                    <a:pt x="9209723" y="910915"/>
                  </a:lnTo>
                  <a:lnTo>
                    <a:pt x="9166577" y="1019783"/>
                  </a:lnTo>
                  <a:lnTo>
                    <a:pt x="9125525" y="1138546"/>
                  </a:lnTo>
                  <a:lnTo>
                    <a:pt x="9086139" y="1267497"/>
                  </a:lnTo>
                  <a:lnTo>
                    <a:pt x="9084767" y="1272263"/>
                  </a:lnTo>
                  <a:lnTo>
                    <a:pt x="9060597" y="1359198"/>
                  </a:lnTo>
                  <a:lnTo>
                    <a:pt x="9036858" y="1450228"/>
                  </a:lnTo>
                  <a:lnTo>
                    <a:pt x="9013473" y="1545426"/>
                  </a:lnTo>
                  <a:lnTo>
                    <a:pt x="8990376" y="1644843"/>
                  </a:lnTo>
                  <a:lnTo>
                    <a:pt x="8967511" y="1748502"/>
                  </a:lnTo>
                  <a:lnTo>
                    <a:pt x="8944827" y="1856396"/>
                  </a:lnTo>
                  <a:lnTo>
                    <a:pt x="8922282" y="1968488"/>
                  </a:lnTo>
                  <a:lnTo>
                    <a:pt x="8899838" y="2084706"/>
                  </a:lnTo>
                  <a:lnTo>
                    <a:pt x="8877464" y="2204945"/>
                  </a:lnTo>
                  <a:lnTo>
                    <a:pt x="8855135" y="2329063"/>
                  </a:lnTo>
                  <a:lnTo>
                    <a:pt x="8832829" y="2456884"/>
                  </a:lnTo>
                  <a:lnTo>
                    <a:pt x="8810530" y="2588196"/>
                  </a:lnTo>
                  <a:lnTo>
                    <a:pt x="8788226" y="2722749"/>
                  </a:lnTo>
                  <a:lnTo>
                    <a:pt x="8765908" y="2860260"/>
                  </a:lnTo>
                  <a:lnTo>
                    <a:pt x="8743570" y="3000416"/>
                  </a:lnTo>
                  <a:lnTo>
                    <a:pt x="8721211" y="3142872"/>
                  </a:lnTo>
                  <a:lnTo>
                    <a:pt x="8698830" y="3287256"/>
                  </a:lnTo>
                  <a:lnTo>
                    <a:pt x="8676430" y="3433175"/>
                  </a:lnTo>
                  <a:lnTo>
                    <a:pt x="8654015" y="3580217"/>
                  </a:lnTo>
                  <a:lnTo>
                    <a:pt x="8631590" y="3727955"/>
                  </a:lnTo>
                  <a:lnTo>
                    <a:pt x="8609161" y="3875957"/>
                  </a:lnTo>
                  <a:lnTo>
                    <a:pt x="8586734" y="4023783"/>
                  </a:lnTo>
                  <a:lnTo>
                    <a:pt x="8564317" y="4170999"/>
                  </a:lnTo>
                  <a:lnTo>
                    <a:pt x="8541913" y="4317176"/>
                  </a:lnTo>
                  <a:lnTo>
                    <a:pt x="8519528" y="4461901"/>
                  </a:lnTo>
                  <a:lnTo>
                    <a:pt x="8497164" y="4604773"/>
                  </a:lnTo>
                  <a:lnTo>
                    <a:pt x="8474822" y="4745419"/>
                  </a:lnTo>
                  <a:lnTo>
                    <a:pt x="8452500" y="4883487"/>
                  </a:lnTo>
                  <a:lnTo>
                    <a:pt x="8430194" y="5018657"/>
                  </a:lnTo>
                  <a:lnTo>
                    <a:pt x="8407895" y="5150639"/>
                  </a:lnTo>
                  <a:lnTo>
                    <a:pt x="8385592" y="5279179"/>
                  </a:lnTo>
                  <a:lnTo>
                    <a:pt x="8363269" y="5404055"/>
                  </a:lnTo>
                  <a:lnTo>
                    <a:pt x="8340906" y="5525084"/>
                  </a:lnTo>
                  <a:lnTo>
                    <a:pt x="8318478" y="5642117"/>
                  </a:lnTo>
                  <a:lnTo>
                    <a:pt x="8295956" y="5755043"/>
                  </a:lnTo>
                  <a:lnTo>
                    <a:pt x="8273303" y="5863783"/>
                  </a:lnTo>
                  <a:lnTo>
                    <a:pt x="8250478" y="5968293"/>
                  </a:lnTo>
                  <a:lnTo>
                    <a:pt x="8227433" y="6068560"/>
                  </a:lnTo>
                  <a:lnTo>
                    <a:pt x="8204111" y="6164601"/>
                  </a:lnTo>
                  <a:lnTo>
                    <a:pt x="8180448" y="6256461"/>
                  </a:lnTo>
                  <a:lnTo>
                    <a:pt x="8156371" y="6344210"/>
                  </a:lnTo>
                  <a:lnTo>
                    <a:pt x="8151487" y="6361317"/>
                  </a:lnTo>
                  <a:lnTo>
                    <a:pt x="8112154" y="6490629"/>
                  </a:lnTo>
                  <a:lnTo>
                    <a:pt x="8071167" y="6609751"/>
                  </a:lnTo>
                  <a:lnTo>
                    <a:pt x="8028104" y="6718962"/>
                  </a:lnTo>
                  <a:lnTo>
                    <a:pt x="7982498" y="6818848"/>
                  </a:lnTo>
                  <a:lnTo>
                    <a:pt x="7933862" y="6910147"/>
                  </a:lnTo>
                  <a:lnTo>
                    <a:pt x="7881709" y="6993646"/>
                  </a:lnTo>
                  <a:lnTo>
                    <a:pt x="7825573" y="7070112"/>
                  </a:lnTo>
                  <a:lnTo>
                    <a:pt x="7765048" y="7140247"/>
                  </a:lnTo>
                  <a:lnTo>
                    <a:pt x="7699817" y="7204666"/>
                  </a:lnTo>
                  <a:lnTo>
                    <a:pt x="7629716" y="7263877"/>
                  </a:lnTo>
                  <a:lnTo>
                    <a:pt x="7554789" y="7318272"/>
                  </a:lnTo>
                  <a:lnTo>
                    <a:pt x="7475368" y="7368128"/>
                  </a:lnTo>
                  <a:lnTo>
                    <a:pt x="7392146" y="7413604"/>
                  </a:lnTo>
                  <a:lnTo>
                    <a:pt x="7306247" y="7454756"/>
                  </a:lnTo>
                  <a:lnTo>
                    <a:pt x="7219259" y="7491555"/>
                  </a:lnTo>
                  <a:lnTo>
                    <a:pt x="7133220" y="7523925"/>
                  </a:lnTo>
                  <a:lnTo>
                    <a:pt x="7050520" y="7551781"/>
                  </a:lnTo>
                  <a:lnTo>
                    <a:pt x="6973717" y="7575085"/>
                  </a:lnTo>
                  <a:lnTo>
                    <a:pt x="6905276" y="7593896"/>
                  </a:lnTo>
                  <a:lnTo>
                    <a:pt x="6847254" y="7608409"/>
                  </a:lnTo>
                  <a:lnTo>
                    <a:pt x="6801008" y="7618979"/>
                  </a:lnTo>
                  <a:lnTo>
                    <a:pt x="6766967" y="7626113"/>
                  </a:lnTo>
                  <a:lnTo>
                    <a:pt x="6744533" y="7630435"/>
                  </a:lnTo>
                  <a:lnTo>
                    <a:pt x="6732095" y="7632644"/>
                  </a:lnTo>
                  <a:lnTo>
                    <a:pt x="6727136" y="7633458"/>
                  </a:lnTo>
                  <a:lnTo>
                    <a:pt x="6726343" y="7633580"/>
                  </a:lnTo>
                  <a:lnTo>
                    <a:pt x="6726343" y="7633580"/>
                  </a:lnTo>
                  <a:lnTo>
                    <a:pt x="5254955" y="7633580"/>
                  </a:lnTo>
                  <a:lnTo>
                    <a:pt x="5253880" y="7633495"/>
                  </a:lnTo>
                  <a:lnTo>
                    <a:pt x="5246806" y="7632886"/>
                  </a:lnTo>
                  <a:lnTo>
                    <a:pt x="5228941" y="7631206"/>
                  </a:lnTo>
                  <a:lnTo>
                    <a:pt x="5196925" y="7627895"/>
                  </a:lnTo>
                  <a:lnTo>
                    <a:pt x="5149049" y="7622436"/>
                  </a:lnTo>
                  <a:lnTo>
                    <a:pt x="5085392" y="7614396"/>
                  </a:lnTo>
                  <a:lnTo>
                    <a:pt x="5007702" y="7603474"/>
                  </a:lnTo>
                  <a:lnTo>
                    <a:pt x="4919008" y="7589506"/>
                  </a:lnTo>
                  <a:lnTo>
                    <a:pt x="4823040" y="7572452"/>
                  </a:lnTo>
                  <a:lnTo>
                    <a:pt x="4723628" y="7552352"/>
                  </a:lnTo>
                  <a:lnTo>
                    <a:pt x="4624203" y="7529272"/>
                  </a:lnTo>
                  <a:lnTo>
                    <a:pt x="4527504" y="7503256"/>
                  </a:lnTo>
                  <a:lnTo>
                    <a:pt x="4435463" y="7474283"/>
                  </a:lnTo>
                  <a:lnTo>
                    <a:pt x="4349250" y="7442245"/>
                  </a:lnTo>
                  <a:lnTo>
                    <a:pt x="4269390" y="7406931"/>
                  </a:lnTo>
                  <a:lnTo>
                    <a:pt x="4195919" y="7368026"/>
                  </a:lnTo>
                  <a:lnTo>
                    <a:pt x="4128521" y="7325113"/>
                  </a:lnTo>
                  <a:lnTo>
                    <a:pt x="4066661" y="7277683"/>
                  </a:lnTo>
                  <a:lnTo>
                    <a:pt x="4009669" y="7225162"/>
                  </a:lnTo>
                  <a:lnTo>
                    <a:pt x="3956816" y="7166938"/>
                  </a:lnTo>
                  <a:lnTo>
                    <a:pt x="3907365" y="7102429"/>
                  </a:lnTo>
                  <a:lnTo>
                    <a:pt x="3860612" y="7031182"/>
                  </a:lnTo>
                  <a:lnTo>
                    <a:pt x="3829811" y="6978378"/>
                  </a:lnTo>
                  <a:lnTo>
                    <a:pt x="3796961" y="6916802"/>
                  </a:lnTo>
                  <a:lnTo>
                    <a:pt x="3764859" y="6851278"/>
                  </a:lnTo>
                  <a:lnTo>
                    <a:pt x="3733327" y="6781725"/>
                  </a:lnTo>
                  <a:lnTo>
                    <a:pt x="3702216" y="6708111"/>
                  </a:lnTo>
                  <a:lnTo>
                    <a:pt x="3671406" y="6630456"/>
                  </a:lnTo>
                  <a:lnTo>
                    <a:pt x="3640797" y="6548836"/>
                  </a:lnTo>
                  <a:lnTo>
                    <a:pt x="3610310" y="6463390"/>
                  </a:lnTo>
                  <a:lnTo>
                    <a:pt x="3579883" y="6374319"/>
                  </a:lnTo>
                  <a:lnTo>
                    <a:pt x="3549473" y="6281888"/>
                  </a:lnTo>
                  <a:lnTo>
                    <a:pt x="3519048" y="6186425"/>
                  </a:lnTo>
                  <a:lnTo>
                    <a:pt x="3488591" y="6088319"/>
                  </a:lnTo>
                  <a:lnTo>
                    <a:pt x="3458093" y="5988013"/>
                  </a:lnTo>
                  <a:lnTo>
                    <a:pt x="3427557" y="5885997"/>
                  </a:lnTo>
                  <a:lnTo>
                    <a:pt x="3396990" y="5782797"/>
                  </a:lnTo>
                  <a:lnTo>
                    <a:pt x="3366406" y="5678969"/>
                  </a:lnTo>
                  <a:lnTo>
                    <a:pt x="3335821" y="5575080"/>
                  </a:lnTo>
                  <a:lnTo>
                    <a:pt x="3305249" y="5471701"/>
                  </a:lnTo>
                  <a:lnTo>
                    <a:pt x="3274706" y="5369389"/>
                  </a:lnTo>
                  <a:lnTo>
                    <a:pt x="3244199" y="5268679"/>
                  </a:lnTo>
                  <a:lnTo>
                    <a:pt x="3213733" y="5170069"/>
                  </a:lnTo>
                  <a:lnTo>
                    <a:pt x="3183303" y="5074013"/>
                  </a:lnTo>
                  <a:lnTo>
                    <a:pt x="3152892" y="4980911"/>
                  </a:lnTo>
                  <a:lnTo>
                    <a:pt x="3122472" y="4891105"/>
                  </a:lnTo>
                  <a:lnTo>
                    <a:pt x="3092002" y="4804873"/>
                  </a:lnTo>
                  <a:lnTo>
                    <a:pt x="3061425" y="4722430"/>
                  </a:lnTo>
                  <a:lnTo>
                    <a:pt x="3030665" y="4643928"/>
                  </a:lnTo>
                  <a:lnTo>
                    <a:pt x="2999627" y="4569456"/>
                  </a:lnTo>
                  <a:lnTo>
                    <a:pt x="2968196" y="4499045"/>
                  </a:lnTo>
                  <a:lnTo>
                    <a:pt x="2936228" y="4432674"/>
                  </a:lnTo>
                  <a:lnTo>
                    <a:pt x="2903552" y="4370272"/>
                  </a:lnTo>
                  <a:lnTo>
                    <a:pt x="2896531" y="4357570"/>
                  </a:lnTo>
                  <a:lnTo>
                    <a:pt x="2851258" y="4281585"/>
                  </a:lnTo>
                  <a:lnTo>
                    <a:pt x="2803728" y="4212496"/>
                  </a:lnTo>
                  <a:lnTo>
                    <a:pt x="2753284" y="4150023"/>
                  </a:lnTo>
                  <a:lnTo>
                    <a:pt x="2699208" y="4093660"/>
                  </a:lnTo>
                  <a:lnTo>
                    <a:pt x="2640760" y="4042808"/>
                  </a:lnTo>
                  <a:lnTo>
                    <a:pt x="2577223" y="3996860"/>
                  </a:lnTo>
                  <a:lnTo>
                    <a:pt x="2507963" y="3955259"/>
                  </a:lnTo>
                  <a:lnTo>
                    <a:pt x="2432500" y="3917526"/>
                  </a:lnTo>
                  <a:lnTo>
                    <a:pt x="2350615" y="3883273"/>
                  </a:lnTo>
                  <a:lnTo>
                    <a:pt x="2262483" y="3852217"/>
                  </a:lnTo>
                  <a:lnTo>
                    <a:pt x="2168815" y="3824183"/>
                  </a:lnTo>
                  <a:lnTo>
                    <a:pt x="2071010" y="3799090"/>
                  </a:lnTo>
                  <a:lnTo>
                    <a:pt x="1971258" y="3776942"/>
                  </a:lnTo>
                  <a:lnTo>
                    <a:pt x="1872533" y="3757794"/>
                  </a:lnTo>
                  <a:lnTo>
                    <a:pt x="1778436" y="3741710"/>
                  </a:lnTo>
                  <a:lnTo>
                    <a:pt x="1692825" y="3728711"/>
                  </a:lnTo>
                  <a:lnTo>
                    <a:pt x="1619277" y="3718720"/>
                  </a:lnTo>
                  <a:lnTo>
                    <a:pt x="1560475" y="3711533"/>
                  </a:lnTo>
                  <a:lnTo>
                    <a:pt x="1517670" y="3706801"/>
                  </a:lnTo>
                  <a:lnTo>
                    <a:pt x="1490377" y="3704063"/>
                  </a:lnTo>
                  <a:lnTo>
                    <a:pt x="1476345" y="3702780"/>
                  </a:lnTo>
                  <a:lnTo>
                    <a:pt x="1471739" y="3702395"/>
                  </a:lnTo>
                  <a:lnTo>
                    <a:pt x="1471387" y="3702368"/>
                  </a:lnTo>
                  <a:lnTo>
                    <a:pt x="0" y="370236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1" name="pg41"/>
            <p:cNvSpPr/>
            <p:nvPr/>
          </p:nvSpPr>
          <p:spPr>
            <a:xfrm>
              <a:off x="4799595" y="4661023"/>
              <a:ext cx="11981298" cy="5949942"/>
            </a:xfrm>
            <a:custGeom>
              <a:avLst/>
              <a:pathLst>
                <a:path w="11981298" h="5949942">
                  <a:moveTo>
                    <a:pt x="0" y="2002384"/>
                  </a:moveTo>
                  <a:lnTo>
                    <a:pt x="1471387" y="2002384"/>
                  </a:lnTo>
                  <a:lnTo>
                    <a:pt x="1472333" y="2002459"/>
                  </a:lnTo>
                  <a:lnTo>
                    <a:pt x="1478573" y="2002995"/>
                  </a:lnTo>
                  <a:lnTo>
                    <a:pt x="1494387" y="2004473"/>
                  </a:lnTo>
                  <a:lnTo>
                    <a:pt x="1522872" y="2007388"/>
                  </a:lnTo>
                  <a:lnTo>
                    <a:pt x="1565755" y="2012204"/>
                  </a:lnTo>
                  <a:lnTo>
                    <a:pt x="1623267" y="2019321"/>
                  </a:lnTo>
                  <a:lnTo>
                    <a:pt x="1694191" y="2029033"/>
                  </a:lnTo>
                  <a:lnTo>
                    <a:pt x="1776129" y="2041518"/>
                  </a:lnTo>
                  <a:lnTo>
                    <a:pt x="1865937" y="2056843"/>
                  </a:lnTo>
                  <a:lnTo>
                    <a:pt x="1960223" y="2074991"/>
                  </a:lnTo>
                  <a:lnTo>
                    <a:pt x="2055790" y="2095909"/>
                  </a:lnTo>
                  <a:lnTo>
                    <a:pt x="2149939" y="2119542"/>
                  </a:lnTo>
                  <a:lnTo>
                    <a:pt x="2240624" y="2145878"/>
                  </a:lnTo>
                  <a:lnTo>
                    <a:pt x="2326475" y="2174968"/>
                  </a:lnTo>
                  <a:lnTo>
                    <a:pt x="2406721" y="2206946"/>
                  </a:lnTo>
                  <a:lnTo>
                    <a:pt x="2481084" y="2242033"/>
                  </a:lnTo>
                  <a:lnTo>
                    <a:pt x="2549653" y="2280538"/>
                  </a:lnTo>
                  <a:lnTo>
                    <a:pt x="2612771" y="2322853"/>
                  </a:lnTo>
                  <a:lnTo>
                    <a:pt x="2670949" y="2369444"/>
                  </a:lnTo>
                  <a:lnTo>
                    <a:pt x="2724788" y="2420830"/>
                  </a:lnTo>
                  <a:lnTo>
                    <a:pt x="2774935" y="2477548"/>
                  </a:lnTo>
                  <a:lnTo>
                    <a:pt x="2822034" y="2540104"/>
                  </a:lnTo>
                  <a:lnTo>
                    <a:pt x="2866699" y="2608884"/>
                  </a:lnTo>
                  <a:lnTo>
                    <a:pt x="2896531" y="2660310"/>
                  </a:lnTo>
                  <a:lnTo>
                    <a:pt x="2929321" y="2722025"/>
                  </a:lnTo>
                  <a:lnTo>
                    <a:pt x="2961366" y="2787690"/>
                  </a:lnTo>
                  <a:lnTo>
                    <a:pt x="2992843" y="2857384"/>
                  </a:lnTo>
                  <a:lnTo>
                    <a:pt x="3023898" y="2931142"/>
                  </a:lnTo>
                  <a:lnTo>
                    <a:pt x="3054654" y="3008943"/>
                  </a:lnTo>
                  <a:lnTo>
                    <a:pt x="3085208" y="3090712"/>
                  </a:lnTo>
                  <a:lnTo>
                    <a:pt x="3115640" y="3176311"/>
                  </a:lnTo>
                  <a:lnTo>
                    <a:pt x="3146011" y="3265539"/>
                  </a:lnTo>
                  <a:lnTo>
                    <a:pt x="3176365" y="3358134"/>
                  </a:lnTo>
                  <a:lnTo>
                    <a:pt x="3206734" y="3453767"/>
                  </a:lnTo>
                  <a:lnTo>
                    <a:pt x="3237134" y="3552052"/>
                  </a:lnTo>
                  <a:lnTo>
                    <a:pt x="3267575" y="3652548"/>
                  </a:lnTo>
                  <a:lnTo>
                    <a:pt x="3298054" y="3754767"/>
                  </a:lnTo>
                  <a:lnTo>
                    <a:pt x="3328564" y="3858182"/>
                  </a:lnTo>
                  <a:lnTo>
                    <a:pt x="3359091" y="3962241"/>
                  </a:lnTo>
                  <a:lnTo>
                    <a:pt x="3389621" y="4066376"/>
                  </a:lnTo>
                  <a:lnTo>
                    <a:pt x="3420137" y="4170018"/>
                  </a:lnTo>
                  <a:lnTo>
                    <a:pt x="3450625" y="4272609"/>
                  </a:lnTo>
                  <a:lnTo>
                    <a:pt x="3481077" y="4373615"/>
                  </a:lnTo>
                  <a:lnTo>
                    <a:pt x="3511488" y="4472536"/>
                  </a:lnTo>
                  <a:lnTo>
                    <a:pt x="3541864" y="4568918"/>
                  </a:lnTo>
                  <a:lnTo>
                    <a:pt x="3572219" y="4662359"/>
                  </a:lnTo>
                  <a:lnTo>
                    <a:pt x="3602582" y="4752516"/>
                  </a:lnTo>
                  <a:lnTo>
                    <a:pt x="3632992" y="4839107"/>
                  </a:lnTo>
                  <a:lnTo>
                    <a:pt x="3663507" y="4921915"/>
                  </a:lnTo>
                  <a:lnTo>
                    <a:pt x="3694200" y="5000787"/>
                  </a:lnTo>
                  <a:lnTo>
                    <a:pt x="3725164" y="5075629"/>
                  </a:lnTo>
                  <a:lnTo>
                    <a:pt x="3756515" y="5146408"/>
                  </a:lnTo>
                  <a:lnTo>
                    <a:pt x="3788392" y="5213144"/>
                  </a:lnTo>
                  <a:lnTo>
                    <a:pt x="3820964" y="5275904"/>
                  </a:lnTo>
                  <a:lnTo>
                    <a:pt x="3829811" y="5292016"/>
                  </a:lnTo>
                  <a:lnTo>
                    <a:pt x="3873116" y="5365211"/>
                  </a:lnTo>
                  <a:lnTo>
                    <a:pt x="3918466" y="5432053"/>
                  </a:lnTo>
                  <a:lnTo>
                    <a:pt x="3966432" y="5492771"/>
                  </a:lnTo>
                  <a:lnTo>
                    <a:pt x="4017642" y="5547797"/>
                  </a:lnTo>
                  <a:lnTo>
                    <a:pt x="4072744" y="5597655"/>
                  </a:lnTo>
                  <a:lnTo>
                    <a:pt x="4132376" y="5642881"/>
                  </a:lnTo>
                  <a:lnTo>
                    <a:pt x="4197117" y="5683982"/>
                  </a:lnTo>
                  <a:lnTo>
                    <a:pt x="4267436" y="5721400"/>
                  </a:lnTo>
                  <a:lnTo>
                    <a:pt x="4343608" y="5755505"/>
                  </a:lnTo>
                  <a:lnTo>
                    <a:pt x="4425623" y="5786578"/>
                  </a:lnTo>
                  <a:lnTo>
                    <a:pt x="4513064" y="5814814"/>
                  </a:lnTo>
                  <a:lnTo>
                    <a:pt x="4604988" y="5840319"/>
                  </a:lnTo>
                  <a:lnTo>
                    <a:pt x="4699821" y="5863123"/>
                  </a:lnTo>
                  <a:lnTo>
                    <a:pt x="4795309" y="5883198"/>
                  </a:lnTo>
                  <a:lnTo>
                    <a:pt x="4888579" y="5900485"/>
                  </a:lnTo>
                  <a:lnTo>
                    <a:pt x="4976332" y="5914937"/>
                  </a:lnTo>
                  <a:lnTo>
                    <a:pt x="5055202" y="5926561"/>
                  </a:lnTo>
                  <a:lnTo>
                    <a:pt x="5122220" y="5935453"/>
                  </a:lnTo>
                  <a:lnTo>
                    <a:pt x="5175312" y="5941827"/>
                  </a:lnTo>
                  <a:lnTo>
                    <a:pt x="5213684" y="5946014"/>
                  </a:lnTo>
                  <a:lnTo>
                    <a:pt x="5238033" y="5948437"/>
                  </a:lnTo>
                  <a:lnTo>
                    <a:pt x="5250524" y="5949574"/>
                  </a:lnTo>
                  <a:lnTo>
                    <a:pt x="5254635" y="5949917"/>
                  </a:lnTo>
                  <a:lnTo>
                    <a:pt x="5254955" y="5949942"/>
                  </a:lnTo>
                  <a:lnTo>
                    <a:pt x="6726343" y="5949942"/>
                  </a:lnTo>
                  <a:lnTo>
                    <a:pt x="6727164" y="5949844"/>
                  </a:lnTo>
                  <a:lnTo>
                    <a:pt x="6732596" y="5949149"/>
                  </a:lnTo>
                  <a:lnTo>
                    <a:pt x="6746417" y="5947227"/>
                  </a:lnTo>
                  <a:lnTo>
                    <a:pt x="6771435" y="5943438"/>
                  </a:lnTo>
                  <a:lnTo>
                    <a:pt x="6809354" y="5937165"/>
                  </a:lnTo>
                  <a:lnTo>
                    <a:pt x="6860649" y="5927865"/>
                  </a:lnTo>
                  <a:lnTo>
                    <a:pt x="6924573" y="5915116"/>
                  </a:lnTo>
                  <a:lnTo>
                    <a:pt x="6999320" y="5898640"/>
                  </a:lnTo>
                  <a:lnTo>
                    <a:pt x="7082341" y="5878303"/>
                  </a:lnTo>
                  <a:lnTo>
                    <a:pt x="7170728" y="5854090"/>
                  </a:lnTo>
                  <a:lnTo>
                    <a:pt x="7261592" y="5826057"/>
                  </a:lnTo>
                  <a:lnTo>
                    <a:pt x="7352356" y="5794282"/>
                  </a:lnTo>
                  <a:lnTo>
                    <a:pt x="7440935" y="5758815"/>
                  </a:lnTo>
                  <a:lnTo>
                    <a:pt x="7525804" y="5719642"/>
                  </a:lnTo>
                  <a:lnTo>
                    <a:pt x="7605977" y="5676657"/>
                  </a:lnTo>
                  <a:lnTo>
                    <a:pt x="7680938" y="5629653"/>
                  </a:lnTo>
                  <a:lnTo>
                    <a:pt x="7750544" y="5578309"/>
                  </a:lnTo>
                  <a:lnTo>
                    <a:pt x="7814931" y="5522197"/>
                  </a:lnTo>
                  <a:lnTo>
                    <a:pt x="7874430" y="5460787"/>
                  </a:lnTo>
                  <a:lnTo>
                    <a:pt x="7929497" y="5393461"/>
                  </a:lnTo>
                  <a:lnTo>
                    <a:pt x="7980659" y="5319542"/>
                  </a:lnTo>
                  <a:lnTo>
                    <a:pt x="8028476" y="5238325"/>
                  </a:lnTo>
                  <a:lnTo>
                    <a:pt x="8073507" y="5149153"/>
                  </a:lnTo>
                  <a:lnTo>
                    <a:pt x="8116287" y="5051508"/>
                  </a:lnTo>
                  <a:lnTo>
                    <a:pt x="8151487" y="4961009"/>
                  </a:lnTo>
                  <a:lnTo>
                    <a:pt x="8178724" y="4884537"/>
                  </a:lnTo>
                  <a:lnTo>
                    <a:pt x="8205426" y="4804004"/>
                  </a:lnTo>
                  <a:lnTo>
                    <a:pt x="8231700" y="4719331"/>
                  </a:lnTo>
                  <a:lnTo>
                    <a:pt x="8257635" y="4630471"/>
                  </a:lnTo>
                  <a:lnTo>
                    <a:pt x="8283309" y="4537415"/>
                  </a:lnTo>
                  <a:lnTo>
                    <a:pt x="8308788" y="4440189"/>
                  </a:lnTo>
                  <a:lnTo>
                    <a:pt x="8334128" y="4338861"/>
                  </a:lnTo>
                  <a:lnTo>
                    <a:pt x="8359375" y="4233544"/>
                  </a:lnTo>
                  <a:lnTo>
                    <a:pt x="8384565" y="4124392"/>
                  </a:lnTo>
                  <a:lnTo>
                    <a:pt x="8409729" y="4011608"/>
                  </a:lnTo>
                  <a:lnTo>
                    <a:pt x="8434889" y="3895436"/>
                  </a:lnTo>
                  <a:lnTo>
                    <a:pt x="8460061" y="3776169"/>
                  </a:lnTo>
                  <a:lnTo>
                    <a:pt x="8485255" y="3654139"/>
                  </a:lnTo>
                  <a:lnTo>
                    <a:pt x="8510476" y="3529718"/>
                  </a:lnTo>
                  <a:lnTo>
                    <a:pt x="8535725" y="3403312"/>
                  </a:lnTo>
                  <a:lnTo>
                    <a:pt x="8560998" y="3275357"/>
                  </a:lnTo>
                  <a:lnTo>
                    <a:pt x="8586290" y="3146313"/>
                  </a:lnTo>
                  <a:lnTo>
                    <a:pt x="8611593" y="3016657"/>
                  </a:lnTo>
                  <a:lnTo>
                    <a:pt x="8636899" y="2886876"/>
                  </a:lnTo>
                  <a:lnTo>
                    <a:pt x="8662198" y="2757456"/>
                  </a:lnTo>
                  <a:lnTo>
                    <a:pt x="8687482" y="2628880"/>
                  </a:lnTo>
                  <a:lnTo>
                    <a:pt x="8712744" y="2501618"/>
                  </a:lnTo>
                  <a:lnTo>
                    <a:pt x="8737979" y="2376119"/>
                  </a:lnTo>
                  <a:lnTo>
                    <a:pt x="8763186" y="2252806"/>
                  </a:lnTo>
                  <a:lnTo>
                    <a:pt x="8788369" y="2132068"/>
                  </a:lnTo>
                  <a:lnTo>
                    <a:pt x="8813533" y="2014259"/>
                  </a:lnTo>
                  <a:lnTo>
                    <a:pt x="8838693" y="1899692"/>
                  </a:lnTo>
                  <a:lnTo>
                    <a:pt x="8863867" y="1788636"/>
                  </a:lnTo>
                  <a:lnTo>
                    <a:pt x="8889080" y="1681317"/>
                  </a:lnTo>
                  <a:lnTo>
                    <a:pt x="8914367" y="1577912"/>
                  </a:lnTo>
                  <a:lnTo>
                    <a:pt x="8939768" y="1478557"/>
                  </a:lnTo>
                  <a:lnTo>
                    <a:pt x="8965334" y="1383342"/>
                  </a:lnTo>
                  <a:lnTo>
                    <a:pt x="8991125" y="1292315"/>
                  </a:lnTo>
                  <a:lnTo>
                    <a:pt x="9017213" y="1205484"/>
                  </a:lnTo>
                  <a:lnTo>
                    <a:pt x="9043682" y="1122821"/>
                  </a:lnTo>
                  <a:lnTo>
                    <a:pt x="9070629" y="1044263"/>
                  </a:lnTo>
                  <a:lnTo>
                    <a:pt x="9084767" y="1005278"/>
                  </a:lnTo>
                  <a:lnTo>
                    <a:pt x="9126004" y="900191"/>
                  </a:lnTo>
                  <a:lnTo>
                    <a:pt x="9169077" y="803788"/>
                  </a:lnTo>
                  <a:lnTo>
                    <a:pt x="9214475" y="715797"/>
                  </a:lnTo>
                  <a:lnTo>
                    <a:pt x="9262739" y="635674"/>
                  </a:lnTo>
                  <a:lnTo>
                    <a:pt x="9314429" y="562747"/>
                  </a:lnTo>
                  <a:lnTo>
                    <a:pt x="9370102" y="496313"/>
                  </a:lnTo>
                  <a:lnTo>
                    <a:pt x="9430279" y="435702"/>
                  </a:lnTo>
                  <a:lnTo>
                    <a:pt x="9495401" y="380306"/>
                  </a:lnTo>
                  <a:lnTo>
                    <a:pt x="9565774" y="329611"/>
                  </a:lnTo>
                  <a:lnTo>
                    <a:pt x="9641502" y="283202"/>
                  </a:lnTo>
                  <a:lnTo>
                    <a:pt x="9722393" y="240777"/>
                  </a:lnTo>
                  <a:lnTo>
                    <a:pt x="9807869" y="202141"/>
                  </a:lnTo>
                  <a:lnTo>
                    <a:pt x="9896870" y="167204"/>
                  </a:lnTo>
                  <a:lnTo>
                    <a:pt x="9987789" y="135963"/>
                  </a:lnTo>
                  <a:lnTo>
                    <a:pt x="10078465" y="108475"/>
                  </a:lnTo>
                  <a:lnTo>
                    <a:pt x="10166262" y="84818"/>
                  </a:lnTo>
                  <a:lnTo>
                    <a:pt x="10248267" y="65040"/>
                  </a:lnTo>
                  <a:lnTo>
                    <a:pt x="10321600" y="49112"/>
                  </a:lnTo>
                  <a:lnTo>
                    <a:pt x="10383795" y="36880"/>
                  </a:lnTo>
                  <a:lnTo>
                    <a:pt x="10433184" y="28045"/>
                  </a:lnTo>
                  <a:lnTo>
                    <a:pt x="10469187" y="22165"/>
                  </a:lnTo>
                  <a:lnTo>
                    <a:pt x="10492461" y="18684"/>
                  </a:lnTo>
                  <a:lnTo>
                    <a:pt x="10504877" y="16978"/>
                  </a:lnTo>
                  <a:lnTo>
                    <a:pt x="10509392" y="16407"/>
                  </a:lnTo>
                  <a:lnTo>
                    <a:pt x="10509911" y="16345"/>
                  </a:lnTo>
                  <a:lnTo>
                    <a:pt x="11981298" y="16345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9090" y="97"/>
                  </a:lnTo>
                  <a:lnTo>
                    <a:pt x="10503657" y="793"/>
                  </a:lnTo>
                  <a:lnTo>
                    <a:pt x="10489837" y="2715"/>
                  </a:lnTo>
                  <a:lnTo>
                    <a:pt x="10464818" y="6504"/>
                  </a:lnTo>
                  <a:lnTo>
                    <a:pt x="10426899" y="12777"/>
                  </a:lnTo>
                  <a:lnTo>
                    <a:pt x="10375604" y="22077"/>
                  </a:lnTo>
                  <a:lnTo>
                    <a:pt x="10311680" y="34826"/>
                  </a:lnTo>
                  <a:lnTo>
                    <a:pt x="10236933" y="51302"/>
                  </a:lnTo>
                  <a:lnTo>
                    <a:pt x="10153912" y="71639"/>
                  </a:lnTo>
                  <a:lnTo>
                    <a:pt x="10065526" y="95851"/>
                  </a:lnTo>
                  <a:lnTo>
                    <a:pt x="9974662" y="123884"/>
                  </a:lnTo>
                  <a:lnTo>
                    <a:pt x="9883898" y="155660"/>
                  </a:lnTo>
                  <a:lnTo>
                    <a:pt x="9795318" y="191127"/>
                  </a:lnTo>
                  <a:lnTo>
                    <a:pt x="9710449" y="230300"/>
                  </a:lnTo>
                  <a:lnTo>
                    <a:pt x="9630276" y="273284"/>
                  </a:lnTo>
                  <a:lnTo>
                    <a:pt x="9555315" y="320289"/>
                  </a:lnTo>
                  <a:lnTo>
                    <a:pt x="9485709" y="371633"/>
                  </a:lnTo>
                  <a:lnTo>
                    <a:pt x="9421322" y="427745"/>
                  </a:lnTo>
                  <a:lnTo>
                    <a:pt x="9361823" y="489155"/>
                  </a:lnTo>
                  <a:lnTo>
                    <a:pt x="9306756" y="556480"/>
                  </a:lnTo>
                  <a:lnTo>
                    <a:pt x="9255594" y="630400"/>
                  </a:lnTo>
                  <a:lnTo>
                    <a:pt x="9207777" y="711617"/>
                  </a:lnTo>
                  <a:lnTo>
                    <a:pt x="9162746" y="800789"/>
                  </a:lnTo>
                  <a:lnTo>
                    <a:pt x="9119966" y="898434"/>
                  </a:lnTo>
                  <a:lnTo>
                    <a:pt x="9084767" y="988932"/>
                  </a:lnTo>
                  <a:lnTo>
                    <a:pt x="9057530" y="1065404"/>
                  </a:lnTo>
                  <a:lnTo>
                    <a:pt x="9030827" y="1145938"/>
                  </a:lnTo>
                  <a:lnTo>
                    <a:pt x="9004554" y="1230611"/>
                  </a:lnTo>
                  <a:lnTo>
                    <a:pt x="8978619" y="1319470"/>
                  </a:lnTo>
                  <a:lnTo>
                    <a:pt x="8952944" y="1412527"/>
                  </a:lnTo>
                  <a:lnTo>
                    <a:pt x="8927465" y="1509753"/>
                  </a:lnTo>
                  <a:lnTo>
                    <a:pt x="8902125" y="1611080"/>
                  </a:lnTo>
                  <a:lnTo>
                    <a:pt x="8876878" y="1716398"/>
                  </a:lnTo>
                  <a:lnTo>
                    <a:pt x="8851688" y="1825550"/>
                  </a:lnTo>
                  <a:lnTo>
                    <a:pt x="8826524" y="1938334"/>
                  </a:lnTo>
                  <a:lnTo>
                    <a:pt x="8801364" y="2054505"/>
                  </a:lnTo>
                  <a:lnTo>
                    <a:pt x="8776192" y="2173773"/>
                  </a:lnTo>
                  <a:lnTo>
                    <a:pt x="8750998" y="2295803"/>
                  </a:lnTo>
                  <a:lnTo>
                    <a:pt x="8725777" y="2420224"/>
                  </a:lnTo>
                  <a:lnTo>
                    <a:pt x="8700529" y="2546630"/>
                  </a:lnTo>
                  <a:lnTo>
                    <a:pt x="8675255" y="2674585"/>
                  </a:lnTo>
                  <a:lnTo>
                    <a:pt x="8649963" y="2803629"/>
                  </a:lnTo>
                  <a:lnTo>
                    <a:pt x="8624660" y="2933284"/>
                  </a:lnTo>
                  <a:lnTo>
                    <a:pt x="8599354" y="3063066"/>
                  </a:lnTo>
                  <a:lnTo>
                    <a:pt x="8574055" y="3192486"/>
                  </a:lnTo>
                  <a:lnTo>
                    <a:pt x="8548771" y="3321062"/>
                  </a:lnTo>
                  <a:lnTo>
                    <a:pt x="8523510" y="3448324"/>
                  </a:lnTo>
                  <a:lnTo>
                    <a:pt x="8498274" y="3573823"/>
                  </a:lnTo>
                  <a:lnTo>
                    <a:pt x="8473067" y="3697136"/>
                  </a:lnTo>
                  <a:lnTo>
                    <a:pt x="8447884" y="3817874"/>
                  </a:lnTo>
                  <a:lnTo>
                    <a:pt x="8422720" y="3935683"/>
                  </a:lnTo>
                  <a:lnTo>
                    <a:pt x="8397560" y="4050250"/>
                  </a:lnTo>
                  <a:lnTo>
                    <a:pt x="8372387" y="4161305"/>
                  </a:lnTo>
                  <a:lnTo>
                    <a:pt x="8347173" y="4268625"/>
                  </a:lnTo>
                  <a:lnTo>
                    <a:pt x="8321887" y="4372029"/>
                  </a:lnTo>
                  <a:lnTo>
                    <a:pt x="8296486" y="4471384"/>
                  </a:lnTo>
                  <a:lnTo>
                    <a:pt x="8270920" y="4566600"/>
                  </a:lnTo>
                  <a:lnTo>
                    <a:pt x="8245128" y="4657627"/>
                  </a:lnTo>
                  <a:lnTo>
                    <a:pt x="8219040" y="4744458"/>
                  </a:lnTo>
                  <a:lnTo>
                    <a:pt x="8192571" y="4827121"/>
                  </a:lnTo>
                  <a:lnTo>
                    <a:pt x="8165624" y="4905679"/>
                  </a:lnTo>
                  <a:lnTo>
                    <a:pt x="8151487" y="4944663"/>
                  </a:lnTo>
                  <a:lnTo>
                    <a:pt x="8110249" y="5049751"/>
                  </a:lnTo>
                  <a:lnTo>
                    <a:pt x="8067176" y="5146153"/>
                  </a:lnTo>
                  <a:lnTo>
                    <a:pt x="8021778" y="5234144"/>
                  </a:lnTo>
                  <a:lnTo>
                    <a:pt x="7973515" y="5314268"/>
                  </a:lnTo>
                  <a:lnTo>
                    <a:pt x="7921825" y="5387195"/>
                  </a:lnTo>
                  <a:lnTo>
                    <a:pt x="7866151" y="5453628"/>
                  </a:lnTo>
                  <a:lnTo>
                    <a:pt x="7805974" y="5514240"/>
                  </a:lnTo>
                  <a:lnTo>
                    <a:pt x="7740853" y="5569636"/>
                  </a:lnTo>
                  <a:lnTo>
                    <a:pt x="7670479" y="5620331"/>
                  </a:lnTo>
                  <a:lnTo>
                    <a:pt x="7594752" y="5666740"/>
                  </a:lnTo>
                  <a:lnTo>
                    <a:pt x="7513861" y="5709165"/>
                  </a:lnTo>
                  <a:lnTo>
                    <a:pt x="7428385" y="5747801"/>
                  </a:lnTo>
                  <a:lnTo>
                    <a:pt x="7339384" y="5782738"/>
                  </a:lnTo>
                  <a:lnTo>
                    <a:pt x="7248464" y="5813978"/>
                  </a:lnTo>
                  <a:lnTo>
                    <a:pt x="7157788" y="5841466"/>
                  </a:lnTo>
                  <a:lnTo>
                    <a:pt x="7069991" y="5865124"/>
                  </a:lnTo>
                  <a:lnTo>
                    <a:pt x="6987986" y="5884901"/>
                  </a:lnTo>
                  <a:lnTo>
                    <a:pt x="6914653" y="5900830"/>
                  </a:lnTo>
                  <a:lnTo>
                    <a:pt x="6852458" y="5913062"/>
                  </a:lnTo>
                  <a:lnTo>
                    <a:pt x="6803070" y="5921897"/>
                  </a:lnTo>
                  <a:lnTo>
                    <a:pt x="6767066" y="5927777"/>
                  </a:lnTo>
                  <a:lnTo>
                    <a:pt x="6743792" y="5931258"/>
                  </a:lnTo>
                  <a:lnTo>
                    <a:pt x="6731376" y="5932963"/>
                  </a:lnTo>
                  <a:lnTo>
                    <a:pt x="6726861" y="5933535"/>
                  </a:lnTo>
                  <a:lnTo>
                    <a:pt x="6726343" y="5933596"/>
                  </a:lnTo>
                  <a:lnTo>
                    <a:pt x="5254955" y="5933596"/>
                  </a:lnTo>
                  <a:lnTo>
                    <a:pt x="5254010" y="5933521"/>
                  </a:lnTo>
                  <a:lnTo>
                    <a:pt x="5247769" y="5932986"/>
                  </a:lnTo>
                  <a:lnTo>
                    <a:pt x="5231955" y="5931507"/>
                  </a:lnTo>
                  <a:lnTo>
                    <a:pt x="5203470" y="5928593"/>
                  </a:lnTo>
                  <a:lnTo>
                    <a:pt x="5160587" y="5923776"/>
                  </a:lnTo>
                  <a:lnTo>
                    <a:pt x="5103075" y="5916660"/>
                  </a:lnTo>
                  <a:lnTo>
                    <a:pt x="5032151" y="5906947"/>
                  </a:lnTo>
                  <a:lnTo>
                    <a:pt x="4950213" y="5894462"/>
                  </a:lnTo>
                  <a:lnTo>
                    <a:pt x="4860405" y="5879137"/>
                  </a:lnTo>
                  <a:lnTo>
                    <a:pt x="4766119" y="5860989"/>
                  </a:lnTo>
                  <a:lnTo>
                    <a:pt x="4670552" y="5840072"/>
                  </a:lnTo>
                  <a:lnTo>
                    <a:pt x="4576403" y="5816439"/>
                  </a:lnTo>
                  <a:lnTo>
                    <a:pt x="4485718" y="5790103"/>
                  </a:lnTo>
                  <a:lnTo>
                    <a:pt x="4399867" y="5761012"/>
                  </a:lnTo>
                  <a:lnTo>
                    <a:pt x="4319621" y="5729034"/>
                  </a:lnTo>
                  <a:lnTo>
                    <a:pt x="4245258" y="5693947"/>
                  </a:lnTo>
                  <a:lnTo>
                    <a:pt x="4176689" y="5655443"/>
                  </a:lnTo>
                  <a:lnTo>
                    <a:pt x="4113571" y="5613127"/>
                  </a:lnTo>
                  <a:lnTo>
                    <a:pt x="4055393" y="5566536"/>
                  </a:lnTo>
                  <a:lnTo>
                    <a:pt x="4001554" y="5515151"/>
                  </a:lnTo>
                  <a:lnTo>
                    <a:pt x="3951407" y="5458433"/>
                  </a:lnTo>
                  <a:lnTo>
                    <a:pt x="3904308" y="5395877"/>
                  </a:lnTo>
                  <a:lnTo>
                    <a:pt x="3859643" y="5327097"/>
                  </a:lnTo>
                  <a:lnTo>
                    <a:pt x="3829811" y="5275670"/>
                  </a:lnTo>
                  <a:lnTo>
                    <a:pt x="3797021" y="5213955"/>
                  </a:lnTo>
                  <a:lnTo>
                    <a:pt x="3764976" y="5148291"/>
                  </a:lnTo>
                  <a:lnTo>
                    <a:pt x="3733499" y="5078596"/>
                  </a:lnTo>
                  <a:lnTo>
                    <a:pt x="3702444" y="5004838"/>
                  </a:lnTo>
                  <a:lnTo>
                    <a:pt x="3671688" y="4927037"/>
                  </a:lnTo>
                  <a:lnTo>
                    <a:pt x="3641134" y="4845268"/>
                  </a:lnTo>
                  <a:lnTo>
                    <a:pt x="3610702" y="4759670"/>
                  </a:lnTo>
                  <a:lnTo>
                    <a:pt x="3580331" y="4670441"/>
                  </a:lnTo>
                  <a:lnTo>
                    <a:pt x="3549977" y="4577847"/>
                  </a:lnTo>
                  <a:lnTo>
                    <a:pt x="3519609" y="4482213"/>
                  </a:lnTo>
                  <a:lnTo>
                    <a:pt x="3489208" y="4383928"/>
                  </a:lnTo>
                  <a:lnTo>
                    <a:pt x="3458767" y="4283432"/>
                  </a:lnTo>
                  <a:lnTo>
                    <a:pt x="3428288" y="4181213"/>
                  </a:lnTo>
                  <a:lnTo>
                    <a:pt x="3397778" y="4077798"/>
                  </a:lnTo>
                  <a:lnTo>
                    <a:pt x="3367251" y="3973740"/>
                  </a:lnTo>
                  <a:lnTo>
                    <a:pt x="3336721" y="3869605"/>
                  </a:lnTo>
                  <a:lnTo>
                    <a:pt x="3306205" y="3765963"/>
                  </a:lnTo>
                  <a:lnTo>
                    <a:pt x="3275717" y="3663372"/>
                  </a:lnTo>
                  <a:lnTo>
                    <a:pt x="3245265" y="3562366"/>
                  </a:lnTo>
                  <a:lnTo>
                    <a:pt x="3214854" y="3463444"/>
                  </a:lnTo>
                  <a:lnTo>
                    <a:pt x="3184478" y="3367062"/>
                  </a:lnTo>
                  <a:lnTo>
                    <a:pt x="3154123" y="3273621"/>
                  </a:lnTo>
                  <a:lnTo>
                    <a:pt x="3123760" y="3183464"/>
                  </a:lnTo>
                  <a:lnTo>
                    <a:pt x="3093350" y="3096873"/>
                  </a:lnTo>
                  <a:lnTo>
                    <a:pt x="3062835" y="3014065"/>
                  </a:lnTo>
                  <a:lnTo>
                    <a:pt x="3032142" y="2935194"/>
                  </a:lnTo>
                  <a:lnTo>
                    <a:pt x="3001178" y="2860351"/>
                  </a:lnTo>
                  <a:lnTo>
                    <a:pt x="2969827" y="2789572"/>
                  </a:lnTo>
                  <a:lnTo>
                    <a:pt x="2937950" y="2722836"/>
                  </a:lnTo>
                  <a:lnTo>
                    <a:pt x="2905378" y="2660077"/>
                  </a:lnTo>
                  <a:lnTo>
                    <a:pt x="2896531" y="2643964"/>
                  </a:lnTo>
                  <a:lnTo>
                    <a:pt x="2853226" y="2570769"/>
                  </a:lnTo>
                  <a:lnTo>
                    <a:pt x="2807877" y="2503927"/>
                  </a:lnTo>
                  <a:lnTo>
                    <a:pt x="2759910" y="2443210"/>
                  </a:lnTo>
                  <a:lnTo>
                    <a:pt x="2708701" y="2388184"/>
                  </a:lnTo>
                  <a:lnTo>
                    <a:pt x="2653598" y="2338326"/>
                  </a:lnTo>
                  <a:lnTo>
                    <a:pt x="2593966" y="2293099"/>
                  </a:lnTo>
                  <a:lnTo>
                    <a:pt x="2529225" y="2251999"/>
                  </a:lnTo>
                  <a:lnTo>
                    <a:pt x="2458906" y="2214580"/>
                  </a:lnTo>
                  <a:lnTo>
                    <a:pt x="2382734" y="2180475"/>
                  </a:lnTo>
                  <a:lnTo>
                    <a:pt x="2300719" y="2149402"/>
                  </a:lnTo>
                  <a:lnTo>
                    <a:pt x="2213278" y="2121167"/>
                  </a:lnTo>
                  <a:lnTo>
                    <a:pt x="2121354" y="2095662"/>
                  </a:lnTo>
                  <a:lnTo>
                    <a:pt x="2026521" y="2072857"/>
                  </a:lnTo>
                  <a:lnTo>
                    <a:pt x="1931033" y="2052783"/>
                  </a:lnTo>
                  <a:lnTo>
                    <a:pt x="1837763" y="2035495"/>
                  </a:lnTo>
                  <a:lnTo>
                    <a:pt x="1750010" y="2021043"/>
                  </a:lnTo>
                  <a:lnTo>
                    <a:pt x="1671140" y="2009420"/>
                  </a:lnTo>
                  <a:lnTo>
                    <a:pt x="1604122" y="2000528"/>
                  </a:lnTo>
                  <a:lnTo>
                    <a:pt x="1551030" y="1994153"/>
                  </a:lnTo>
                  <a:lnTo>
                    <a:pt x="1512658" y="1989966"/>
                  </a:lnTo>
                  <a:lnTo>
                    <a:pt x="1488309" y="1987544"/>
                  </a:lnTo>
                  <a:lnTo>
                    <a:pt x="1475818" y="1986407"/>
                  </a:lnTo>
                  <a:lnTo>
                    <a:pt x="1471707" y="1986063"/>
                  </a:lnTo>
                  <a:lnTo>
                    <a:pt x="1471387" y="1986038"/>
                  </a:lnTo>
                  <a:lnTo>
                    <a:pt x="0" y="1986038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42" name="pl42"/>
            <p:cNvSpPr/>
            <p:nvPr/>
          </p:nvSpPr>
          <p:spPr>
            <a:xfrm>
              <a:off x="4799595" y="4677369"/>
              <a:ext cx="11981298" cy="5933596"/>
            </a:xfrm>
            <a:custGeom>
              <a:avLst/>
              <a:pathLst>
                <a:path w="11981298" h="5933596">
                  <a:moveTo>
                    <a:pt x="0" y="1986038"/>
                  </a:moveTo>
                  <a:lnTo>
                    <a:pt x="1471387" y="1986038"/>
                  </a:lnTo>
                  <a:lnTo>
                    <a:pt x="1472333" y="1986113"/>
                  </a:lnTo>
                  <a:lnTo>
                    <a:pt x="1478573" y="1986649"/>
                  </a:lnTo>
                  <a:lnTo>
                    <a:pt x="1494387" y="1988127"/>
                  </a:lnTo>
                  <a:lnTo>
                    <a:pt x="1522872" y="1991042"/>
                  </a:lnTo>
                  <a:lnTo>
                    <a:pt x="1565755" y="1995858"/>
                  </a:lnTo>
                  <a:lnTo>
                    <a:pt x="1623267" y="2002975"/>
                  </a:lnTo>
                  <a:lnTo>
                    <a:pt x="1694191" y="2012687"/>
                  </a:lnTo>
                  <a:lnTo>
                    <a:pt x="1776129" y="2025172"/>
                  </a:lnTo>
                  <a:lnTo>
                    <a:pt x="1865937" y="2040497"/>
                  </a:lnTo>
                  <a:lnTo>
                    <a:pt x="1960223" y="2058645"/>
                  </a:lnTo>
                  <a:lnTo>
                    <a:pt x="2055790" y="2079563"/>
                  </a:lnTo>
                  <a:lnTo>
                    <a:pt x="2149939" y="2103196"/>
                  </a:lnTo>
                  <a:lnTo>
                    <a:pt x="2240624" y="2129532"/>
                  </a:lnTo>
                  <a:lnTo>
                    <a:pt x="2326475" y="2158622"/>
                  </a:lnTo>
                  <a:lnTo>
                    <a:pt x="2406721" y="2190600"/>
                  </a:lnTo>
                  <a:lnTo>
                    <a:pt x="2481084" y="2225687"/>
                  </a:lnTo>
                  <a:lnTo>
                    <a:pt x="2549653" y="2264192"/>
                  </a:lnTo>
                  <a:lnTo>
                    <a:pt x="2612771" y="2306507"/>
                  </a:lnTo>
                  <a:lnTo>
                    <a:pt x="2670949" y="2353098"/>
                  </a:lnTo>
                  <a:lnTo>
                    <a:pt x="2724788" y="2404484"/>
                  </a:lnTo>
                  <a:lnTo>
                    <a:pt x="2774935" y="2461202"/>
                  </a:lnTo>
                  <a:lnTo>
                    <a:pt x="2822034" y="2523758"/>
                  </a:lnTo>
                  <a:lnTo>
                    <a:pt x="2866699" y="2592538"/>
                  </a:lnTo>
                  <a:lnTo>
                    <a:pt x="2896531" y="2643964"/>
                  </a:lnTo>
                  <a:lnTo>
                    <a:pt x="2929321" y="2705679"/>
                  </a:lnTo>
                  <a:lnTo>
                    <a:pt x="2961366" y="2771344"/>
                  </a:lnTo>
                  <a:lnTo>
                    <a:pt x="2992843" y="2841038"/>
                  </a:lnTo>
                  <a:lnTo>
                    <a:pt x="3023898" y="2914796"/>
                  </a:lnTo>
                  <a:lnTo>
                    <a:pt x="3054654" y="2992597"/>
                  </a:lnTo>
                  <a:lnTo>
                    <a:pt x="3085208" y="3074366"/>
                  </a:lnTo>
                  <a:lnTo>
                    <a:pt x="3115640" y="3159965"/>
                  </a:lnTo>
                  <a:lnTo>
                    <a:pt x="3146011" y="3249193"/>
                  </a:lnTo>
                  <a:lnTo>
                    <a:pt x="3176365" y="3341788"/>
                  </a:lnTo>
                  <a:lnTo>
                    <a:pt x="3206734" y="3437421"/>
                  </a:lnTo>
                  <a:lnTo>
                    <a:pt x="3237134" y="3535706"/>
                  </a:lnTo>
                  <a:lnTo>
                    <a:pt x="3267575" y="3636202"/>
                  </a:lnTo>
                  <a:lnTo>
                    <a:pt x="3298054" y="3738421"/>
                  </a:lnTo>
                  <a:lnTo>
                    <a:pt x="3328564" y="3841836"/>
                  </a:lnTo>
                  <a:lnTo>
                    <a:pt x="3359091" y="3945895"/>
                  </a:lnTo>
                  <a:lnTo>
                    <a:pt x="3389621" y="4050030"/>
                  </a:lnTo>
                  <a:lnTo>
                    <a:pt x="3420137" y="4153672"/>
                  </a:lnTo>
                  <a:lnTo>
                    <a:pt x="3450625" y="4256263"/>
                  </a:lnTo>
                  <a:lnTo>
                    <a:pt x="3481077" y="4357269"/>
                  </a:lnTo>
                  <a:lnTo>
                    <a:pt x="3511488" y="4456190"/>
                  </a:lnTo>
                  <a:lnTo>
                    <a:pt x="3541864" y="4552572"/>
                  </a:lnTo>
                  <a:lnTo>
                    <a:pt x="3572219" y="4646013"/>
                  </a:lnTo>
                  <a:lnTo>
                    <a:pt x="3602582" y="4736170"/>
                  </a:lnTo>
                  <a:lnTo>
                    <a:pt x="3632992" y="4822761"/>
                  </a:lnTo>
                  <a:lnTo>
                    <a:pt x="3663507" y="4905569"/>
                  </a:lnTo>
                  <a:lnTo>
                    <a:pt x="3694200" y="4984441"/>
                  </a:lnTo>
                  <a:lnTo>
                    <a:pt x="3725164" y="5059283"/>
                  </a:lnTo>
                  <a:lnTo>
                    <a:pt x="3756515" y="5130062"/>
                  </a:lnTo>
                  <a:lnTo>
                    <a:pt x="3788392" y="5196798"/>
                  </a:lnTo>
                  <a:lnTo>
                    <a:pt x="3820964" y="5259558"/>
                  </a:lnTo>
                  <a:lnTo>
                    <a:pt x="3829811" y="5275670"/>
                  </a:lnTo>
                  <a:lnTo>
                    <a:pt x="3873116" y="5348865"/>
                  </a:lnTo>
                  <a:lnTo>
                    <a:pt x="3918466" y="5415707"/>
                  </a:lnTo>
                  <a:lnTo>
                    <a:pt x="3966432" y="5476425"/>
                  </a:lnTo>
                  <a:lnTo>
                    <a:pt x="4017642" y="5531451"/>
                  </a:lnTo>
                  <a:lnTo>
                    <a:pt x="4072744" y="5581309"/>
                  </a:lnTo>
                  <a:lnTo>
                    <a:pt x="4132376" y="5626535"/>
                  </a:lnTo>
                  <a:lnTo>
                    <a:pt x="4197117" y="5667636"/>
                  </a:lnTo>
                  <a:lnTo>
                    <a:pt x="4267436" y="5705054"/>
                  </a:lnTo>
                  <a:lnTo>
                    <a:pt x="4343608" y="5739159"/>
                  </a:lnTo>
                  <a:lnTo>
                    <a:pt x="4425623" y="5770232"/>
                  </a:lnTo>
                  <a:lnTo>
                    <a:pt x="4513064" y="5798468"/>
                  </a:lnTo>
                  <a:lnTo>
                    <a:pt x="4604988" y="5823973"/>
                  </a:lnTo>
                  <a:lnTo>
                    <a:pt x="4699821" y="5846777"/>
                  </a:lnTo>
                  <a:lnTo>
                    <a:pt x="4795309" y="5866852"/>
                  </a:lnTo>
                  <a:lnTo>
                    <a:pt x="4888579" y="5884139"/>
                  </a:lnTo>
                  <a:lnTo>
                    <a:pt x="4976332" y="5898591"/>
                  </a:lnTo>
                  <a:lnTo>
                    <a:pt x="5055202" y="5910215"/>
                  </a:lnTo>
                  <a:lnTo>
                    <a:pt x="5122220" y="5919107"/>
                  </a:lnTo>
                  <a:lnTo>
                    <a:pt x="5175312" y="5925481"/>
                  </a:lnTo>
                  <a:lnTo>
                    <a:pt x="5213684" y="5929668"/>
                  </a:lnTo>
                  <a:lnTo>
                    <a:pt x="5238033" y="5932091"/>
                  </a:lnTo>
                  <a:lnTo>
                    <a:pt x="5250524" y="5933228"/>
                  </a:lnTo>
                  <a:lnTo>
                    <a:pt x="5254635" y="5933571"/>
                  </a:lnTo>
                  <a:lnTo>
                    <a:pt x="5254955" y="5933596"/>
                  </a:lnTo>
                  <a:lnTo>
                    <a:pt x="6726343" y="5933596"/>
                  </a:lnTo>
                  <a:lnTo>
                    <a:pt x="6727164" y="5933498"/>
                  </a:lnTo>
                  <a:lnTo>
                    <a:pt x="6732596" y="5932803"/>
                  </a:lnTo>
                  <a:lnTo>
                    <a:pt x="6746417" y="5930881"/>
                  </a:lnTo>
                  <a:lnTo>
                    <a:pt x="6771435" y="5927092"/>
                  </a:lnTo>
                  <a:lnTo>
                    <a:pt x="6809354" y="5920819"/>
                  </a:lnTo>
                  <a:lnTo>
                    <a:pt x="6860649" y="5911519"/>
                  </a:lnTo>
                  <a:lnTo>
                    <a:pt x="6924573" y="5898770"/>
                  </a:lnTo>
                  <a:lnTo>
                    <a:pt x="6999320" y="5882294"/>
                  </a:lnTo>
                  <a:lnTo>
                    <a:pt x="7082341" y="5861957"/>
                  </a:lnTo>
                  <a:lnTo>
                    <a:pt x="7170728" y="5837744"/>
                  </a:lnTo>
                  <a:lnTo>
                    <a:pt x="7261592" y="5809711"/>
                  </a:lnTo>
                  <a:lnTo>
                    <a:pt x="7352356" y="5777936"/>
                  </a:lnTo>
                  <a:lnTo>
                    <a:pt x="7440935" y="5742469"/>
                  </a:lnTo>
                  <a:lnTo>
                    <a:pt x="7525804" y="5703296"/>
                  </a:lnTo>
                  <a:lnTo>
                    <a:pt x="7605977" y="5660311"/>
                  </a:lnTo>
                  <a:lnTo>
                    <a:pt x="7680938" y="5613307"/>
                  </a:lnTo>
                  <a:lnTo>
                    <a:pt x="7750544" y="5561963"/>
                  </a:lnTo>
                  <a:lnTo>
                    <a:pt x="7814931" y="5505851"/>
                  </a:lnTo>
                  <a:lnTo>
                    <a:pt x="7874430" y="5444441"/>
                  </a:lnTo>
                  <a:lnTo>
                    <a:pt x="7929497" y="5377115"/>
                  </a:lnTo>
                  <a:lnTo>
                    <a:pt x="7980659" y="5303196"/>
                  </a:lnTo>
                  <a:lnTo>
                    <a:pt x="8028476" y="5221979"/>
                  </a:lnTo>
                  <a:lnTo>
                    <a:pt x="8073507" y="5132807"/>
                  </a:lnTo>
                  <a:lnTo>
                    <a:pt x="8116287" y="5035162"/>
                  </a:lnTo>
                  <a:lnTo>
                    <a:pt x="8151487" y="4944663"/>
                  </a:lnTo>
                  <a:lnTo>
                    <a:pt x="8178724" y="4868191"/>
                  </a:lnTo>
                  <a:lnTo>
                    <a:pt x="8205426" y="4787658"/>
                  </a:lnTo>
                  <a:lnTo>
                    <a:pt x="8231700" y="4702985"/>
                  </a:lnTo>
                  <a:lnTo>
                    <a:pt x="8257635" y="4614125"/>
                  </a:lnTo>
                  <a:lnTo>
                    <a:pt x="8283309" y="4521069"/>
                  </a:lnTo>
                  <a:lnTo>
                    <a:pt x="8308788" y="4423843"/>
                  </a:lnTo>
                  <a:lnTo>
                    <a:pt x="8334128" y="4322515"/>
                  </a:lnTo>
                  <a:lnTo>
                    <a:pt x="8359375" y="4217198"/>
                  </a:lnTo>
                  <a:lnTo>
                    <a:pt x="8384565" y="4108046"/>
                  </a:lnTo>
                  <a:lnTo>
                    <a:pt x="8409729" y="3995262"/>
                  </a:lnTo>
                  <a:lnTo>
                    <a:pt x="8434889" y="3879090"/>
                  </a:lnTo>
                  <a:lnTo>
                    <a:pt x="8460061" y="3759823"/>
                  </a:lnTo>
                  <a:lnTo>
                    <a:pt x="8485255" y="3637793"/>
                  </a:lnTo>
                  <a:lnTo>
                    <a:pt x="8510476" y="3513372"/>
                  </a:lnTo>
                  <a:lnTo>
                    <a:pt x="8535725" y="3386966"/>
                  </a:lnTo>
                  <a:lnTo>
                    <a:pt x="8560998" y="3259011"/>
                  </a:lnTo>
                  <a:lnTo>
                    <a:pt x="8586290" y="3129967"/>
                  </a:lnTo>
                  <a:lnTo>
                    <a:pt x="8611593" y="3000311"/>
                  </a:lnTo>
                  <a:lnTo>
                    <a:pt x="8636899" y="2870530"/>
                  </a:lnTo>
                  <a:lnTo>
                    <a:pt x="8662198" y="2741110"/>
                  </a:lnTo>
                  <a:lnTo>
                    <a:pt x="8687482" y="2612534"/>
                  </a:lnTo>
                  <a:lnTo>
                    <a:pt x="8712744" y="2485272"/>
                  </a:lnTo>
                  <a:lnTo>
                    <a:pt x="8737979" y="2359773"/>
                  </a:lnTo>
                  <a:lnTo>
                    <a:pt x="8763186" y="2236460"/>
                  </a:lnTo>
                  <a:lnTo>
                    <a:pt x="8788369" y="2115722"/>
                  </a:lnTo>
                  <a:lnTo>
                    <a:pt x="8813533" y="1997913"/>
                  </a:lnTo>
                  <a:lnTo>
                    <a:pt x="8838693" y="1883346"/>
                  </a:lnTo>
                  <a:lnTo>
                    <a:pt x="8863867" y="1772290"/>
                  </a:lnTo>
                  <a:lnTo>
                    <a:pt x="8889080" y="1664971"/>
                  </a:lnTo>
                  <a:lnTo>
                    <a:pt x="8914367" y="1561566"/>
                  </a:lnTo>
                  <a:lnTo>
                    <a:pt x="8939768" y="1462211"/>
                  </a:lnTo>
                  <a:lnTo>
                    <a:pt x="8965334" y="1366996"/>
                  </a:lnTo>
                  <a:lnTo>
                    <a:pt x="8991125" y="1275969"/>
                  </a:lnTo>
                  <a:lnTo>
                    <a:pt x="9017213" y="1189138"/>
                  </a:lnTo>
                  <a:lnTo>
                    <a:pt x="9043682" y="1106475"/>
                  </a:lnTo>
                  <a:lnTo>
                    <a:pt x="9070629" y="1027917"/>
                  </a:lnTo>
                  <a:lnTo>
                    <a:pt x="9084767" y="988932"/>
                  </a:lnTo>
                  <a:lnTo>
                    <a:pt x="9126004" y="883845"/>
                  </a:lnTo>
                  <a:lnTo>
                    <a:pt x="9169077" y="787442"/>
                  </a:lnTo>
                  <a:lnTo>
                    <a:pt x="9214475" y="699451"/>
                  </a:lnTo>
                  <a:lnTo>
                    <a:pt x="9262739" y="619328"/>
                  </a:lnTo>
                  <a:lnTo>
                    <a:pt x="9314429" y="546401"/>
                  </a:lnTo>
                  <a:lnTo>
                    <a:pt x="9370102" y="479967"/>
                  </a:lnTo>
                  <a:lnTo>
                    <a:pt x="9430279" y="419356"/>
                  </a:lnTo>
                  <a:lnTo>
                    <a:pt x="9495401" y="363960"/>
                  </a:lnTo>
                  <a:lnTo>
                    <a:pt x="9565774" y="313265"/>
                  </a:lnTo>
                  <a:lnTo>
                    <a:pt x="9641502" y="266856"/>
                  </a:lnTo>
                  <a:lnTo>
                    <a:pt x="9722393" y="224431"/>
                  </a:lnTo>
                  <a:lnTo>
                    <a:pt x="9807869" y="185795"/>
                  </a:lnTo>
                  <a:lnTo>
                    <a:pt x="9896870" y="150858"/>
                  </a:lnTo>
                  <a:lnTo>
                    <a:pt x="9987789" y="119617"/>
                  </a:lnTo>
                  <a:lnTo>
                    <a:pt x="10078465" y="92129"/>
                  </a:lnTo>
                  <a:lnTo>
                    <a:pt x="10166262" y="68472"/>
                  </a:lnTo>
                  <a:lnTo>
                    <a:pt x="10248267" y="48694"/>
                  </a:lnTo>
                  <a:lnTo>
                    <a:pt x="10321600" y="32766"/>
                  </a:lnTo>
                  <a:lnTo>
                    <a:pt x="10383795" y="20534"/>
                  </a:lnTo>
                  <a:lnTo>
                    <a:pt x="10433184" y="11699"/>
                  </a:lnTo>
                  <a:lnTo>
                    <a:pt x="10469187" y="5819"/>
                  </a:lnTo>
                  <a:lnTo>
                    <a:pt x="10492461" y="2338"/>
                  </a:lnTo>
                  <a:lnTo>
                    <a:pt x="10504877" y="632"/>
                  </a:lnTo>
                  <a:lnTo>
                    <a:pt x="10509392" y="61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3" name="pl43"/>
            <p:cNvSpPr/>
            <p:nvPr/>
          </p:nvSpPr>
          <p:spPr>
            <a:xfrm>
              <a:off x="4799595" y="4661023"/>
              <a:ext cx="11981298" cy="5933596"/>
            </a:xfrm>
            <a:custGeom>
              <a:avLst/>
              <a:pathLst>
                <a:path w="11981298" h="5933596">
                  <a:moveTo>
                    <a:pt x="11981298" y="0"/>
                  </a:moveTo>
                  <a:lnTo>
                    <a:pt x="10509911" y="0"/>
                  </a:lnTo>
                  <a:lnTo>
                    <a:pt x="10509090" y="97"/>
                  </a:lnTo>
                  <a:lnTo>
                    <a:pt x="10503657" y="793"/>
                  </a:lnTo>
                  <a:lnTo>
                    <a:pt x="10489837" y="2715"/>
                  </a:lnTo>
                  <a:lnTo>
                    <a:pt x="10464818" y="6504"/>
                  </a:lnTo>
                  <a:lnTo>
                    <a:pt x="10426899" y="12777"/>
                  </a:lnTo>
                  <a:lnTo>
                    <a:pt x="10375604" y="22077"/>
                  </a:lnTo>
                  <a:lnTo>
                    <a:pt x="10311680" y="34826"/>
                  </a:lnTo>
                  <a:lnTo>
                    <a:pt x="10236933" y="51302"/>
                  </a:lnTo>
                  <a:lnTo>
                    <a:pt x="10153912" y="71639"/>
                  </a:lnTo>
                  <a:lnTo>
                    <a:pt x="10065526" y="95851"/>
                  </a:lnTo>
                  <a:lnTo>
                    <a:pt x="9974662" y="123884"/>
                  </a:lnTo>
                  <a:lnTo>
                    <a:pt x="9883898" y="155660"/>
                  </a:lnTo>
                  <a:lnTo>
                    <a:pt x="9795318" y="191127"/>
                  </a:lnTo>
                  <a:lnTo>
                    <a:pt x="9710449" y="230300"/>
                  </a:lnTo>
                  <a:lnTo>
                    <a:pt x="9630276" y="273284"/>
                  </a:lnTo>
                  <a:lnTo>
                    <a:pt x="9555315" y="320289"/>
                  </a:lnTo>
                  <a:lnTo>
                    <a:pt x="9485709" y="371633"/>
                  </a:lnTo>
                  <a:lnTo>
                    <a:pt x="9421322" y="427745"/>
                  </a:lnTo>
                  <a:lnTo>
                    <a:pt x="9361823" y="489155"/>
                  </a:lnTo>
                  <a:lnTo>
                    <a:pt x="9306756" y="556480"/>
                  </a:lnTo>
                  <a:lnTo>
                    <a:pt x="9255594" y="630400"/>
                  </a:lnTo>
                  <a:lnTo>
                    <a:pt x="9207777" y="711617"/>
                  </a:lnTo>
                  <a:lnTo>
                    <a:pt x="9162746" y="800789"/>
                  </a:lnTo>
                  <a:lnTo>
                    <a:pt x="9119966" y="898434"/>
                  </a:lnTo>
                  <a:lnTo>
                    <a:pt x="9084767" y="988932"/>
                  </a:lnTo>
                  <a:lnTo>
                    <a:pt x="9057530" y="1065404"/>
                  </a:lnTo>
                  <a:lnTo>
                    <a:pt x="9030827" y="1145938"/>
                  </a:lnTo>
                  <a:lnTo>
                    <a:pt x="9004554" y="1230611"/>
                  </a:lnTo>
                  <a:lnTo>
                    <a:pt x="8978619" y="1319470"/>
                  </a:lnTo>
                  <a:lnTo>
                    <a:pt x="8952944" y="1412527"/>
                  </a:lnTo>
                  <a:lnTo>
                    <a:pt x="8927465" y="1509753"/>
                  </a:lnTo>
                  <a:lnTo>
                    <a:pt x="8902125" y="1611080"/>
                  </a:lnTo>
                  <a:lnTo>
                    <a:pt x="8876878" y="1716398"/>
                  </a:lnTo>
                  <a:lnTo>
                    <a:pt x="8851688" y="1825550"/>
                  </a:lnTo>
                  <a:lnTo>
                    <a:pt x="8826524" y="1938334"/>
                  </a:lnTo>
                  <a:lnTo>
                    <a:pt x="8801364" y="2054505"/>
                  </a:lnTo>
                  <a:lnTo>
                    <a:pt x="8776192" y="2173773"/>
                  </a:lnTo>
                  <a:lnTo>
                    <a:pt x="8750998" y="2295803"/>
                  </a:lnTo>
                  <a:lnTo>
                    <a:pt x="8725777" y="2420224"/>
                  </a:lnTo>
                  <a:lnTo>
                    <a:pt x="8700529" y="2546630"/>
                  </a:lnTo>
                  <a:lnTo>
                    <a:pt x="8675255" y="2674585"/>
                  </a:lnTo>
                  <a:lnTo>
                    <a:pt x="8649963" y="2803629"/>
                  </a:lnTo>
                  <a:lnTo>
                    <a:pt x="8624660" y="2933284"/>
                  </a:lnTo>
                  <a:lnTo>
                    <a:pt x="8599354" y="3063066"/>
                  </a:lnTo>
                  <a:lnTo>
                    <a:pt x="8574055" y="3192486"/>
                  </a:lnTo>
                  <a:lnTo>
                    <a:pt x="8548771" y="3321062"/>
                  </a:lnTo>
                  <a:lnTo>
                    <a:pt x="8523510" y="3448324"/>
                  </a:lnTo>
                  <a:lnTo>
                    <a:pt x="8498274" y="3573823"/>
                  </a:lnTo>
                  <a:lnTo>
                    <a:pt x="8473067" y="3697136"/>
                  </a:lnTo>
                  <a:lnTo>
                    <a:pt x="8447884" y="3817874"/>
                  </a:lnTo>
                  <a:lnTo>
                    <a:pt x="8422720" y="3935683"/>
                  </a:lnTo>
                  <a:lnTo>
                    <a:pt x="8397560" y="4050250"/>
                  </a:lnTo>
                  <a:lnTo>
                    <a:pt x="8372387" y="4161305"/>
                  </a:lnTo>
                  <a:lnTo>
                    <a:pt x="8347173" y="4268625"/>
                  </a:lnTo>
                  <a:lnTo>
                    <a:pt x="8321887" y="4372029"/>
                  </a:lnTo>
                  <a:lnTo>
                    <a:pt x="8296486" y="4471384"/>
                  </a:lnTo>
                  <a:lnTo>
                    <a:pt x="8270920" y="4566600"/>
                  </a:lnTo>
                  <a:lnTo>
                    <a:pt x="8245128" y="4657627"/>
                  </a:lnTo>
                  <a:lnTo>
                    <a:pt x="8219040" y="4744458"/>
                  </a:lnTo>
                  <a:lnTo>
                    <a:pt x="8192571" y="4827121"/>
                  </a:lnTo>
                  <a:lnTo>
                    <a:pt x="8165624" y="4905679"/>
                  </a:lnTo>
                  <a:lnTo>
                    <a:pt x="8151487" y="4944663"/>
                  </a:lnTo>
                  <a:lnTo>
                    <a:pt x="8110249" y="5049751"/>
                  </a:lnTo>
                  <a:lnTo>
                    <a:pt x="8067176" y="5146153"/>
                  </a:lnTo>
                  <a:lnTo>
                    <a:pt x="8021778" y="5234144"/>
                  </a:lnTo>
                  <a:lnTo>
                    <a:pt x="7973515" y="5314268"/>
                  </a:lnTo>
                  <a:lnTo>
                    <a:pt x="7921825" y="5387195"/>
                  </a:lnTo>
                  <a:lnTo>
                    <a:pt x="7866151" y="5453628"/>
                  </a:lnTo>
                  <a:lnTo>
                    <a:pt x="7805974" y="5514240"/>
                  </a:lnTo>
                  <a:lnTo>
                    <a:pt x="7740853" y="5569636"/>
                  </a:lnTo>
                  <a:lnTo>
                    <a:pt x="7670479" y="5620331"/>
                  </a:lnTo>
                  <a:lnTo>
                    <a:pt x="7594752" y="5666740"/>
                  </a:lnTo>
                  <a:lnTo>
                    <a:pt x="7513861" y="5709165"/>
                  </a:lnTo>
                  <a:lnTo>
                    <a:pt x="7428385" y="5747801"/>
                  </a:lnTo>
                  <a:lnTo>
                    <a:pt x="7339384" y="5782738"/>
                  </a:lnTo>
                  <a:lnTo>
                    <a:pt x="7248464" y="5813978"/>
                  </a:lnTo>
                  <a:lnTo>
                    <a:pt x="7157788" y="5841466"/>
                  </a:lnTo>
                  <a:lnTo>
                    <a:pt x="7069991" y="5865124"/>
                  </a:lnTo>
                  <a:lnTo>
                    <a:pt x="6987986" y="5884901"/>
                  </a:lnTo>
                  <a:lnTo>
                    <a:pt x="6914653" y="5900830"/>
                  </a:lnTo>
                  <a:lnTo>
                    <a:pt x="6852458" y="5913062"/>
                  </a:lnTo>
                  <a:lnTo>
                    <a:pt x="6803070" y="5921897"/>
                  </a:lnTo>
                  <a:lnTo>
                    <a:pt x="6767066" y="5927777"/>
                  </a:lnTo>
                  <a:lnTo>
                    <a:pt x="6743792" y="5931258"/>
                  </a:lnTo>
                  <a:lnTo>
                    <a:pt x="6731376" y="5932963"/>
                  </a:lnTo>
                  <a:lnTo>
                    <a:pt x="6726861" y="5933535"/>
                  </a:lnTo>
                  <a:lnTo>
                    <a:pt x="6726343" y="5933596"/>
                  </a:lnTo>
                  <a:lnTo>
                    <a:pt x="5254955" y="5933596"/>
                  </a:lnTo>
                  <a:lnTo>
                    <a:pt x="5254010" y="5933521"/>
                  </a:lnTo>
                  <a:lnTo>
                    <a:pt x="5247769" y="5932986"/>
                  </a:lnTo>
                  <a:lnTo>
                    <a:pt x="5231955" y="5931507"/>
                  </a:lnTo>
                  <a:lnTo>
                    <a:pt x="5203470" y="5928593"/>
                  </a:lnTo>
                  <a:lnTo>
                    <a:pt x="5160587" y="5923776"/>
                  </a:lnTo>
                  <a:lnTo>
                    <a:pt x="5103075" y="5916660"/>
                  </a:lnTo>
                  <a:lnTo>
                    <a:pt x="5032151" y="5906947"/>
                  </a:lnTo>
                  <a:lnTo>
                    <a:pt x="4950213" y="5894462"/>
                  </a:lnTo>
                  <a:lnTo>
                    <a:pt x="4860405" y="5879137"/>
                  </a:lnTo>
                  <a:lnTo>
                    <a:pt x="4766119" y="5860989"/>
                  </a:lnTo>
                  <a:lnTo>
                    <a:pt x="4670552" y="5840072"/>
                  </a:lnTo>
                  <a:lnTo>
                    <a:pt x="4576403" y="5816439"/>
                  </a:lnTo>
                  <a:lnTo>
                    <a:pt x="4485718" y="5790103"/>
                  </a:lnTo>
                  <a:lnTo>
                    <a:pt x="4399867" y="5761012"/>
                  </a:lnTo>
                  <a:lnTo>
                    <a:pt x="4319621" y="5729034"/>
                  </a:lnTo>
                  <a:lnTo>
                    <a:pt x="4245258" y="5693947"/>
                  </a:lnTo>
                  <a:lnTo>
                    <a:pt x="4176689" y="5655443"/>
                  </a:lnTo>
                  <a:lnTo>
                    <a:pt x="4113571" y="5613127"/>
                  </a:lnTo>
                  <a:lnTo>
                    <a:pt x="4055393" y="5566536"/>
                  </a:lnTo>
                  <a:lnTo>
                    <a:pt x="4001554" y="5515151"/>
                  </a:lnTo>
                  <a:lnTo>
                    <a:pt x="3951407" y="5458433"/>
                  </a:lnTo>
                  <a:lnTo>
                    <a:pt x="3904308" y="5395877"/>
                  </a:lnTo>
                  <a:lnTo>
                    <a:pt x="3859643" y="5327097"/>
                  </a:lnTo>
                  <a:lnTo>
                    <a:pt x="3829811" y="5275670"/>
                  </a:lnTo>
                  <a:lnTo>
                    <a:pt x="3797021" y="5213955"/>
                  </a:lnTo>
                  <a:lnTo>
                    <a:pt x="3764976" y="5148291"/>
                  </a:lnTo>
                  <a:lnTo>
                    <a:pt x="3733499" y="5078596"/>
                  </a:lnTo>
                  <a:lnTo>
                    <a:pt x="3702444" y="5004838"/>
                  </a:lnTo>
                  <a:lnTo>
                    <a:pt x="3671688" y="4927037"/>
                  </a:lnTo>
                  <a:lnTo>
                    <a:pt x="3641134" y="4845268"/>
                  </a:lnTo>
                  <a:lnTo>
                    <a:pt x="3610702" y="4759670"/>
                  </a:lnTo>
                  <a:lnTo>
                    <a:pt x="3580331" y="4670441"/>
                  </a:lnTo>
                  <a:lnTo>
                    <a:pt x="3549977" y="4577847"/>
                  </a:lnTo>
                  <a:lnTo>
                    <a:pt x="3519609" y="4482213"/>
                  </a:lnTo>
                  <a:lnTo>
                    <a:pt x="3489208" y="4383928"/>
                  </a:lnTo>
                  <a:lnTo>
                    <a:pt x="3458767" y="4283432"/>
                  </a:lnTo>
                  <a:lnTo>
                    <a:pt x="3428288" y="4181213"/>
                  </a:lnTo>
                  <a:lnTo>
                    <a:pt x="3397778" y="4077798"/>
                  </a:lnTo>
                  <a:lnTo>
                    <a:pt x="3367251" y="3973740"/>
                  </a:lnTo>
                  <a:lnTo>
                    <a:pt x="3336721" y="3869605"/>
                  </a:lnTo>
                  <a:lnTo>
                    <a:pt x="3306205" y="3765963"/>
                  </a:lnTo>
                  <a:lnTo>
                    <a:pt x="3275717" y="3663372"/>
                  </a:lnTo>
                  <a:lnTo>
                    <a:pt x="3245265" y="3562366"/>
                  </a:lnTo>
                  <a:lnTo>
                    <a:pt x="3214854" y="3463444"/>
                  </a:lnTo>
                  <a:lnTo>
                    <a:pt x="3184478" y="3367062"/>
                  </a:lnTo>
                  <a:lnTo>
                    <a:pt x="3154123" y="3273621"/>
                  </a:lnTo>
                  <a:lnTo>
                    <a:pt x="3123760" y="3183464"/>
                  </a:lnTo>
                  <a:lnTo>
                    <a:pt x="3093350" y="3096873"/>
                  </a:lnTo>
                  <a:lnTo>
                    <a:pt x="3062835" y="3014065"/>
                  </a:lnTo>
                  <a:lnTo>
                    <a:pt x="3032142" y="2935194"/>
                  </a:lnTo>
                  <a:lnTo>
                    <a:pt x="3001178" y="2860351"/>
                  </a:lnTo>
                  <a:lnTo>
                    <a:pt x="2969827" y="2789572"/>
                  </a:lnTo>
                  <a:lnTo>
                    <a:pt x="2937950" y="2722836"/>
                  </a:lnTo>
                  <a:lnTo>
                    <a:pt x="2905378" y="2660077"/>
                  </a:lnTo>
                  <a:lnTo>
                    <a:pt x="2896531" y="2643964"/>
                  </a:lnTo>
                  <a:lnTo>
                    <a:pt x="2853226" y="2570769"/>
                  </a:lnTo>
                  <a:lnTo>
                    <a:pt x="2807877" y="2503927"/>
                  </a:lnTo>
                  <a:lnTo>
                    <a:pt x="2759910" y="2443210"/>
                  </a:lnTo>
                  <a:lnTo>
                    <a:pt x="2708701" y="2388184"/>
                  </a:lnTo>
                  <a:lnTo>
                    <a:pt x="2653598" y="2338326"/>
                  </a:lnTo>
                  <a:lnTo>
                    <a:pt x="2593966" y="2293099"/>
                  </a:lnTo>
                  <a:lnTo>
                    <a:pt x="2529225" y="2251999"/>
                  </a:lnTo>
                  <a:lnTo>
                    <a:pt x="2458906" y="2214580"/>
                  </a:lnTo>
                  <a:lnTo>
                    <a:pt x="2382734" y="2180475"/>
                  </a:lnTo>
                  <a:lnTo>
                    <a:pt x="2300719" y="2149402"/>
                  </a:lnTo>
                  <a:lnTo>
                    <a:pt x="2213278" y="2121167"/>
                  </a:lnTo>
                  <a:lnTo>
                    <a:pt x="2121354" y="2095662"/>
                  </a:lnTo>
                  <a:lnTo>
                    <a:pt x="2026521" y="2072857"/>
                  </a:lnTo>
                  <a:lnTo>
                    <a:pt x="1931033" y="2052783"/>
                  </a:lnTo>
                  <a:lnTo>
                    <a:pt x="1837763" y="2035495"/>
                  </a:lnTo>
                  <a:lnTo>
                    <a:pt x="1750010" y="2021043"/>
                  </a:lnTo>
                  <a:lnTo>
                    <a:pt x="1671140" y="2009420"/>
                  </a:lnTo>
                  <a:lnTo>
                    <a:pt x="1604122" y="2000528"/>
                  </a:lnTo>
                  <a:lnTo>
                    <a:pt x="1551030" y="1994153"/>
                  </a:lnTo>
                  <a:lnTo>
                    <a:pt x="1512658" y="1989966"/>
                  </a:lnTo>
                  <a:lnTo>
                    <a:pt x="1488309" y="1987544"/>
                  </a:lnTo>
                  <a:lnTo>
                    <a:pt x="1475818" y="1986407"/>
                  </a:lnTo>
                  <a:lnTo>
                    <a:pt x="1471707" y="1986063"/>
                  </a:lnTo>
                  <a:lnTo>
                    <a:pt x="1471387" y="1986038"/>
                  </a:lnTo>
                  <a:lnTo>
                    <a:pt x="0" y="198603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4" name="pg44"/>
            <p:cNvSpPr/>
            <p:nvPr/>
          </p:nvSpPr>
          <p:spPr>
            <a:xfrm>
              <a:off x="4799595" y="5208614"/>
              <a:ext cx="11981298" cy="5435043"/>
            </a:xfrm>
            <a:custGeom>
              <a:avLst/>
              <a:pathLst>
                <a:path w="11981298" h="5435043">
                  <a:moveTo>
                    <a:pt x="0" y="1462966"/>
                  </a:moveTo>
                  <a:lnTo>
                    <a:pt x="1471387" y="1462966"/>
                  </a:lnTo>
                  <a:lnTo>
                    <a:pt x="1472331" y="1463042"/>
                  </a:lnTo>
                  <a:lnTo>
                    <a:pt x="1478562" y="1463579"/>
                  </a:lnTo>
                  <a:lnTo>
                    <a:pt x="1494353" y="1465065"/>
                  </a:lnTo>
                  <a:lnTo>
                    <a:pt x="1522798" y="1467993"/>
                  </a:lnTo>
                  <a:lnTo>
                    <a:pt x="1565623" y="1472832"/>
                  </a:lnTo>
                  <a:lnTo>
                    <a:pt x="1623064" y="1479982"/>
                  </a:lnTo>
                  <a:lnTo>
                    <a:pt x="1693909" y="1489740"/>
                  </a:lnTo>
                  <a:lnTo>
                    <a:pt x="1775767" y="1502285"/>
                  </a:lnTo>
                  <a:lnTo>
                    <a:pt x="1865500" y="1517684"/>
                  </a:lnTo>
                  <a:lnTo>
                    <a:pt x="1959724" y="1535922"/>
                  </a:lnTo>
                  <a:lnTo>
                    <a:pt x="2055241" y="1556943"/>
                  </a:lnTo>
                  <a:lnTo>
                    <a:pt x="2149356" y="1580694"/>
                  </a:lnTo>
                  <a:lnTo>
                    <a:pt x="2240022" y="1607162"/>
                  </a:lnTo>
                  <a:lnTo>
                    <a:pt x="2325866" y="1636398"/>
                  </a:lnTo>
                  <a:lnTo>
                    <a:pt x="2406114" y="1668535"/>
                  </a:lnTo>
                  <a:lnTo>
                    <a:pt x="2480486" y="1703794"/>
                  </a:lnTo>
                  <a:lnTo>
                    <a:pt x="2549067" y="1742487"/>
                  </a:lnTo>
                  <a:lnTo>
                    <a:pt x="2612200" y="1785005"/>
                  </a:lnTo>
                  <a:lnTo>
                    <a:pt x="2670392" y="1831817"/>
                  </a:lnTo>
                  <a:lnTo>
                    <a:pt x="2724245" y="1883443"/>
                  </a:lnTo>
                  <a:lnTo>
                    <a:pt x="2774401" y="1940423"/>
                  </a:lnTo>
                  <a:lnTo>
                    <a:pt x="2821506" y="2003266"/>
                  </a:lnTo>
                  <a:lnTo>
                    <a:pt x="2866174" y="2072362"/>
                  </a:lnTo>
                  <a:lnTo>
                    <a:pt x="2896531" y="2124979"/>
                  </a:lnTo>
                  <a:lnTo>
                    <a:pt x="2929232" y="2186901"/>
                  </a:lnTo>
                  <a:lnTo>
                    <a:pt x="2961192" y="2252775"/>
                  </a:lnTo>
                  <a:lnTo>
                    <a:pt x="2992585" y="2322682"/>
                  </a:lnTo>
                  <a:lnTo>
                    <a:pt x="3023559" y="2396655"/>
                  </a:lnTo>
                  <a:lnTo>
                    <a:pt x="3054233" y="2474674"/>
                  </a:lnTo>
                  <a:lnTo>
                    <a:pt x="3084706" y="2556665"/>
                  </a:lnTo>
                  <a:lnTo>
                    <a:pt x="3115056" y="2642492"/>
                  </a:lnTo>
                  <a:lnTo>
                    <a:pt x="3145344" y="2731956"/>
                  </a:lnTo>
                  <a:lnTo>
                    <a:pt x="3175614" y="2824794"/>
                  </a:lnTo>
                  <a:lnTo>
                    <a:pt x="3205899" y="2920682"/>
                  </a:lnTo>
                  <a:lnTo>
                    <a:pt x="3236215" y="3019235"/>
                  </a:lnTo>
                  <a:lnTo>
                    <a:pt x="3266571" y="3120015"/>
                  </a:lnTo>
                  <a:lnTo>
                    <a:pt x="3296965" y="3222535"/>
                  </a:lnTo>
                  <a:lnTo>
                    <a:pt x="3327390" y="3326272"/>
                  </a:lnTo>
                  <a:lnTo>
                    <a:pt x="3357833" y="3430674"/>
                  </a:lnTo>
                  <a:lnTo>
                    <a:pt x="3388279" y="3535176"/>
                  </a:lnTo>
                  <a:lnTo>
                    <a:pt x="3418712" y="3639210"/>
                  </a:lnTo>
                  <a:lnTo>
                    <a:pt x="3449118" y="3742218"/>
                  </a:lnTo>
                  <a:lnTo>
                    <a:pt x="3479488" y="3843666"/>
                  </a:lnTo>
                  <a:lnTo>
                    <a:pt x="3509817" y="3943052"/>
                  </a:lnTo>
                  <a:lnTo>
                    <a:pt x="3540111" y="4039921"/>
                  </a:lnTo>
                  <a:lnTo>
                    <a:pt x="3570384" y="4133869"/>
                  </a:lnTo>
                  <a:lnTo>
                    <a:pt x="3600662" y="4224549"/>
                  </a:lnTo>
                  <a:lnTo>
                    <a:pt x="3630984" y="4311677"/>
                  </a:lnTo>
                  <a:lnTo>
                    <a:pt x="3661406" y="4395032"/>
                  </a:lnTo>
                  <a:lnTo>
                    <a:pt x="3691999" y="4474455"/>
                  </a:lnTo>
                  <a:lnTo>
                    <a:pt x="3722855" y="4549852"/>
                  </a:lnTo>
                  <a:lnTo>
                    <a:pt x="3754086" y="4621183"/>
                  </a:lnTo>
                  <a:lnTo>
                    <a:pt x="3785828" y="4688465"/>
                  </a:lnTo>
                  <a:lnTo>
                    <a:pt x="3818248" y="4751761"/>
                  </a:lnTo>
                  <a:lnTo>
                    <a:pt x="3829811" y="4773031"/>
                  </a:lnTo>
                  <a:lnTo>
                    <a:pt x="3873093" y="4846643"/>
                  </a:lnTo>
                  <a:lnTo>
                    <a:pt x="3918417" y="4913871"/>
                  </a:lnTo>
                  <a:lnTo>
                    <a:pt x="3966354" y="4974941"/>
                  </a:lnTo>
                  <a:lnTo>
                    <a:pt x="4017530" y="5030290"/>
                  </a:lnTo>
                  <a:lnTo>
                    <a:pt x="4072594" y="5080443"/>
                  </a:lnTo>
                  <a:lnTo>
                    <a:pt x="4132181" y="5125939"/>
                  </a:lnTo>
                  <a:lnTo>
                    <a:pt x="4196870" y="5167286"/>
                  </a:lnTo>
                  <a:lnTo>
                    <a:pt x="4267129" y="5204931"/>
                  </a:lnTo>
                  <a:lnTo>
                    <a:pt x="4343236" y="5239244"/>
                  </a:lnTo>
                  <a:lnTo>
                    <a:pt x="4425179" y="5270508"/>
                  </a:lnTo>
                  <a:lnTo>
                    <a:pt x="4512547" y="5298920"/>
                  </a:lnTo>
                  <a:lnTo>
                    <a:pt x="4604400" y="5324586"/>
                  </a:lnTo>
                  <a:lnTo>
                    <a:pt x="4699170" y="5347538"/>
                  </a:lnTo>
                  <a:lnTo>
                    <a:pt x="4794614" y="5367746"/>
                  </a:lnTo>
                  <a:lnTo>
                    <a:pt x="4887864" y="5385153"/>
                  </a:lnTo>
                  <a:lnTo>
                    <a:pt x="4975630" y="5399711"/>
                  </a:lnTo>
                  <a:lnTo>
                    <a:pt x="5054548" y="5411425"/>
                  </a:lnTo>
                  <a:lnTo>
                    <a:pt x="5121652" y="5420392"/>
                  </a:lnTo>
                  <a:lnTo>
                    <a:pt x="5174856" y="5426825"/>
                  </a:lnTo>
                  <a:lnTo>
                    <a:pt x="5213358" y="5431057"/>
                  </a:lnTo>
                  <a:lnTo>
                    <a:pt x="5237835" y="5433509"/>
                  </a:lnTo>
                  <a:lnTo>
                    <a:pt x="5250436" y="5434665"/>
                  </a:lnTo>
                  <a:lnTo>
                    <a:pt x="5254618" y="5435017"/>
                  </a:lnTo>
                  <a:lnTo>
                    <a:pt x="5254955" y="5435043"/>
                  </a:lnTo>
                  <a:lnTo>
                    <a:pt x="6726343" y="5435043"/>
                  </a:lnTo>
                  <a:lnTo>
                    <a:pt x="6727196" y="5434950"/>
                  </a:lnTo>
                  <a:lnTo>
                    <a:pt x="6732839" y="5434288"/>
                  </a:lnTo>
                  <a:lnTo>
                    <a:pt x="6747178" y="5432459"/>
                  </a:lnTo>
                  <a:lnTo>
                    <a:pt x="6773103" y="5428854"/>
                  </a:lnTo>
                  <a:lnTo>
                    <a:pt x="6812325" y="5422887"/>
                  </a:lnTo>
                  <a:lnTo>
                    <a:pt x="6865264" y="5414048"/>
                  </a:lnTo>
                  <a:lnTo>
                    <a:pt x="6931053" y="5401946"/>
                  </a:lnTo>
                  <a:lnTo>
                    <a:pt x="7007736" y="5386328"/>
                  </a:lnTo>
                  <a:lnTo>
                    <a:pt x="7092606" y="5367079"/>
                  </a:lnTo>
                  <a:lnTo>
                    <a:pt x="7182626" y="5344195"/>
                  </a:lnTo>
                  <a:lnTo>
                    <a:pt x="7274817" y="5317734"/>
                  </a:lnTo>
                  <a:lnTo>
                    <a:pt x="7366562" y="5287768"/>
                  </a:lnTo>
                  <a:lnTo>
                    <a:pt x="7455779" y="5254339"/>
                  </a:lnTo>
                  <a:lnTo>
                    <a:pt x="7540978" y="5217420"/>
                  </a:lnTo>
                  <a:lnTo>
                    <a:pt x="7621225" y="5176894"/>
                  </a:lnTo>
                  <a:lnTo>
                    <a:pt x="7696067" y="5132542"/>
                  </a:lnTo>
                  <a:lnTo>
                    <a:pt x="7765420" y="5084039"/>
                  </a:lnTo>
                  <a:lnTo>
                    <a:pt x="7829479" y="5030956"/>
                  </a:lnTo>
                  <a:lnTo>
                    <a:pt x="7888622" y="4972767"/>
                  </a:lnTo>
                  <a:lnTo>
                    <a:pt x="7943345" y="4908869"/>
                  </a:lnTo>
                  <a:lnTo>
                    <a:pt x="7994210" y="4838607"/>
                  </a:lnTo>
                  <a:lnTo>
                    <a:pt x="8041800" y="4761314"/>
                  </a:lnTo>
                  <a:lnTo>
                    <a:pt x="8086695" y="4676393"/>
                  </a:lnTo>
                  <a:lnTo>
                    <a:pt x="8129435" y="4583418"/>
                  </a:lnTo>
                  <a:lnTo>
                    <a:pt x="8151487" y="4530565"/>
                  </a:lnTo>
                  <a:lnTo>
                    <a:pt x="8179881" y="4457536"/>
                  </a:lnTo>
                  <a:lnTo>
                    <a:pt x="8207699" y="4380462"/>
                  </a:lnTo>
                  <a:lnTo>
                    <a:pt x="8235060" y="4299265"/>
                  </a:lnTo>
                  <a:lnTo>
                    <a:pt x="8262064" y="4213900"/>
                  </a:lnTo>
                  <a:lnTo>
                    <a:pt x="8288797" y="4124361"/>
                  </a:lnTo>
                  <a:lnTo>
                    <a:pt x="8315332" y="4030685"/>
                  </a:lnTo>
                  <a:lnTo>
                    <a:pt x="8341730" y="3932954"/>
                  </a:lnTo>
                  <a:lnTo>
                    <a:pt x="8368038" y="3831296"/>
                  </a:lnTo>
                  <a:lnTo>
                    <a:pt x="8394298" y="3725886"/>
                  </a:lnTo>
                  <a:lnTo>
                    <a:pt x="8420539" y="3616953"/>
                  </a:lnTo>
                  <a:lnTo>
                    <a:pt x="8446785" y="3504769"/>
                  </a:lnTo>
                  <a:lnTo>
                    <a:pt x="8473048" y="3389657"/>
                  </a:lnTo>
                  <a:lnTo>
                    <a:pt x="8499340" y="3271983"/>
                  </a:lnTo>
                  <a:lnTo>
                    <a:pt x="8525661" y="3152151"/>
                  </a:lnTo>
                  <a:lnTo>
                    <a:pt x="8552011" y="3030603"/>
                  </a:lnTo>
                  <a:lnTo>
                    <a:pt x="8578384" y="2907807"/>
                  </a:lnTo>
                  <a:lnTo>
                    <a:pt x="8604772" y="2784253"/>
                  </a:lnTo>
                  <a:lnTo>
                    <a:pt x="8631166" y="2660442"/>
                  </a:lnTo>
                  <a:lnTo>
                    <a:pt x="8657554" y="2536882"/>
                  </a:lnTo>
                  <a:lnTo>
                    <a:pt x="8683927" y="2414074"/>
                  </a:lnTo>
                  <a:lnTo>
                    <a:pt x="8710277" y="2292508"/>
                  </a:lnTo>
                  <a:lnTo>
                    <a:pt x="8736599" y="2172654"/>
                  </a:lnTo>
                  <a:lnTo>
                    <a:pt x="8762891" y="2054951"/>
                  </a:lnTo>
                  <a:lnTo>
                    <a:pt x="8789155" y="1939806"/>
                  </a:lnTo>
                  <a:lnTo>
                    <a:pt x="8815400" y="1827585"/>
                  </a:lnTo>
                  <a:lnTo>
                    <a:pt x="8841641" y="1718611"/>
                  </a:lnTo>
                  <a:lnTo>
                    <a:pt x="8867901" y="1613158"/>
                  </a:lnTo>
                  <a:lnTo>
                    <a:pt x="8894209" y="1511454"/>
                  </a:lnTo>
                  <a:lnTo>
                    <a:pt x="8920605" y="1413675"/>
                  </a:lnTo>
                  <a:lnTo>
                    <a:pt x="8947138" y="1319950"/>
                  </a:lnTo>
                  <a:lnTo>
                    <a:pt x="8973868" y="1230362"/>
                  </a:lnTo>
                  <a:lnTo>
                    <a:pt x="9000869" y="1144947"/>
                  </a:lnTo>
                  <a:lnTo>
                    <a:pt x="9028224" y="1063700"/>
                  </a:lnTo>
                  <a:lnTo>
                    <a:pt x="9056036" y="986577"/>
                  </a:lnTo>
                  <a:lnTo>
                    <a:pt x="9084423" y="913500"/>
                  </a:lnTo>
                  <a:lnTo>
                    <a:pt x="9084767" y="912651"/>
                  </a:lnTo>
                  <a:lnTo>
                    <a:pt x="9126559" y="815324"/>
                  </a:lnTo>
                  <a:lnTo>
                    <a:pt x="9170242" y="726149"/>
                  </a:lnTo>
                  <a:lnTo>
                    <a:pt x="9216326" y="644860"/>
                  </a:lnTo>
                  <a:lnTo>
                    <a:pt x="9265374" y="570934"/>
                  </a:lnTo>
                  <a:lnTo>
                    <a:pt x="9317970" y="503730"/>
                  </a:lnTo>
                  <a:lnTo>
                    <a:pt x="9374692" y="442580"/>
                  </a:lnTo>
                  <a:lnTo>
                    <a:pt x="9436076" y="386848"/>
                  </a:lnTo>
                  <a:lnTo>
                    <a:pt x="9502572" y="335965"/>
                  </a:lnTo>
                  <a:lnTo>
                    <a:pt x="9574481" y="289450"/>
                  </a:lnTo>
                  <a:lnTo>
                    <a:pt x="9651880" y="246920"/>
                  </a:lnTo>
                  <a:lnTo>
                    <a:pt x="9734525" y="208101"/>
                  </a:lnTo>
                  <a:lnTo>
                    <a:pt x="9821750" y="172821"/>
                  </a:lnTo>
                  <a:lnTo>
                    <a:pt x="9912370" y="141009"/>
                  </a:lnTo>
                  <a:lnTo>
                    <a:pt x="10004618" y="112674"/>
                  </a:lnTo>
                  <a:lnTo>
                    <a:pt x="10096148" y="87875"/>
                  </a:lnTo>
                  <a:lnTo>
                    <a:pt x="10184143" y="66686"/>
                  </a:lnTo>
                  <a:lnTo>
                    <a:pt x="10265555" y="49140"/>
                  </a:lnTo>
                  <a:lnTo>
                    <a:pt x="10337447" y="35188"/>
                  </a:lnTo>
                  <a:lnTo>
                    <a:pt x="10397413" y="24651"/>
                  </a:lnTo>
                  <a:lnTo>
                    <a:pt x="10443973" y="17212"/>
                  </a:lnTo>
                  <a:lnTo>
                    <a:pt x="10476847" y="12417"/>
                  </a:lnTo>
                  <a:lnTo>
                    <a:pt x="10497069" y="9718"/>
                  </a:lnTo>
                  <a:lnTo>
                    <a:pt x="10506919" y="8510"/>
                  </a:lnTo>
                  <a:lnTo>
                    <a:pt x="10509779" y="8186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9057" y="93"/>
                  </a:lnTo>
                  <a:lnTo>
                    <a:pt x="10503415" y="755"/>
                  </a:lnTo>
                  <a:lnTo>
                    <a:pt x="10489075" y="2583"/>
                  </a:lnTo>
                  <a:lnTo>
                    <a:pt x="10463150" y="6189"/>
                  </a:lnTo>
                  <a:lnTo>
                    <a:pt x="10423928" y="12156"/>
                  </a:lnTo>
                  <a:lnTo>
                    <a:pt x="10370989" y="20995"/>
                  </a:lnTo>
                  <a:lnTo>
                    <a:pt x="10305200" y="33097"/>
                  </a:lnTo>
                  <a:lnTo>
                    <a:pt x="10228517" y="48715"/>
                  </a:lnTo>
                  <a:lnTo>
                    <a:pt x="10143647" y="67964"/>
                  </a:lnTo>
                  <a:lnTo>
                    <a:pt x="10053627" y="90848"/>
                  </a:lnTo>
                  <a:lnTo>
                    <a:pt x="9961436" y="117309"/>
                  </a:lnTo>
                  <a:lnTo>
                    <a:pt x="9869691" y="147274"/>
                  </a:lnTo>
                  <a:lnTo>
                    <a:pt x="9780474" y="180704"/>
                  </a:lnTo>
                  <a:lnTo>
                    <a:pt x="9695275" y="217623"/>
                  </a:lnTo>
                  <a:lnTo>
                    <a:pt x="9615028" y="258149"/>
                  </a:lnTo>
                  <a:lnTo>
                    <a:pt x="9540186" y="302501"/>
                  </a:lnTo>
                  <a:lnTo>
                    <a:pt x="9470833" y="351003"/>
                  </a:lnTo>
                  <a:lnTo>
                    <a:pt x="9406774" y="404087"/>
                  </a:lnTo>
                  <a:lnTo>
                    <a:pt x="9347632" y="462276"/>
                  </a:lnTo>
                  <a:lnTo>
                    <a:pt x="9292908" y="526173"/>
                  </a:lnTo>
                  <a:lnTo>
                    <a:pt x="9242044" y="596436"/>
                  </a:lnTo>
                  <a:lnTo>
                    <a:pt x="9194453" y="673728"/>
                  </a:lnTo>
                  <a:lnTo>
                    <a:pt x="9149559" y="758650"/>
                  </a:lnTo>
                  <a:lnTo>
                    <a:pt x="9106819" y="851625"/>
                  </a:lnTo>
                  <a:lnTo>
                    <a:pt x="9084767" y="904478"/>
                  </a:lnTo>
                  <a:lnTo>
                    <a:pt x="9056372" y="977507"/>
                  </a:lnTo>
                  <a:lnTo>
                    <a:pt x="9028554" y="1054581"/>
                  </a:lnTo>
                  <a:lnTo>
                    <a:pt x="9001193" y="1135778"/>
                  </a:lnTo>
                  <a:lnTo>
                    <a:pt x="8974189" y="1221143"/>
                  </a:lnTo>
                  <a:lnTo>
                    <a:pt x="8947456" y="1310682"/>
                  </a:lnTo>
                  <a:lnTo>
                    <a:pt x="8920921" y="1404357"/>
                  </a:lnTo>
                  <a:lnTo>
                    <a:pt x="8894523" y="1502089"/>
                  </a:lnTo>
                  <a:lnTo>
                    <a:pt x="8868215" y="1603747"/>
                  </a:lnTo>
                  <a:lnTo>
                    <a:pt x="8841955" y="1709156"/>
                  </a:lnTo>
                  <a:lnTo>
                    <a:pt x="8815714" y="1818090"/>
                  </a:lnTo>
                  <a:lnTo>
                    <a:pt x="8789469" y="1930274"/>
                  </a:lnTo>
                  <a:lnTo>
                    <a:pt x="8763205" y="2045386"/>
                  </a:lnTo>
                  <a:lnTo>
                    <a:pt x="8736914" y="2163060"/>
                  </a:lnTo>
                  <a:lnTo>
                    <a:pt x="8710592" y="2282892"/>
                  </a:lnTo>
                  <a:lnTo>
                    <a:pt x="8684242" y="2404440"/>
                  </a:lnTo>
                  <a:lnTo>
                    <a:pt x="8657869" y="2527236"/>
                  </a:lnTo>
                  <a:lnTo>
                    <a:pt x="8631481" y="2650790"/>
                  </a:lnTo>
                  <a:lnTo>
                    <a:pt x="8605088" y="2774601"/>
                  </a:lnTo>
                  <a:lnTo>
                    <a:pt x="8578699" y="2898161"/>
                  </a:lnTo>
                  <a:lnTo>
                    <a:pt x="8552326" y="3020969"/>
                  </a:lnTo>
                  <a:lnTo>
                    <a:pt x="8525976" y="3142535"/>
                  </a:lnTo>
                  <a:lnTo>
                    <a:pt x="8499654" y="3262389"/>
                  </a:lnTo>
                  <a:lnTo>
                    <a:pt x="8473362" y="3380092"/>
                  </a:lnTo>
                  <a:lnTo>
                    <a:pt x="8447098" y="3495237"/>
                  </a:lnTo>
                  <a:lnTo>
                    <a:pt x="8420853" y="3607458"/>
                  </a:lnTo>
                  <a:lnTo>
                    <a:pt x="8394612" y="3716432"/>
                  </a:lnTo>
                  <a:lnTo>
                    <a:pt x="8368353" y="3821885"/>
                  </a:lnTo>
                  <a:lnTo>
                    <a:pt x="8342045" y="3923589"/>
                  </a:lnTo>
                  <a:lnTo>
                    <a:pt x="8315649" y="4021368"/>
                  </a:lnTo>
                  <a:lnTo>
                    <a:pt x="8289116" y="4115093"/>
                  </a:lnTo>
                  <a:lnTo>
                    <a:pt x="8262385" y="4204681"/>
                  </a:lnTo>
                  <a:lnTo>
                    <a:pt x="8235385" y="4290096"/>
                  </a:lnTo>
                  <a:lnTo>
                    <a:pt x="8208029" y="4371343"/>
                  </a:lnTo>
                  <a:lnTo>
                    <a:pt x="8180217" y="4448466"/>
                  </a:lnTo>
                  <a:lnTo>
                    <a:pt x="8151830" y="4521543"/>
                  </a:lnTo>
                  <a:lnTo>
                    <a:pt x="8151487" y="4522392"/>
                  </a:lnTo>
                  <a:lnTo>
                    <a:pt x="8109694" y="4619719"/>
                  </a:lnTo>
                  <a:lnTo>
                    <a:pt x="8066011" y="4708894"/>
                  </a:lnTo>
                  <a:lnTo>
                    <a:pt x="8019927" y="4790183"/>
                  </a:lnTo>
                  <a:lnTo>
                    <a:pt x="7970879" y="4864109"/>
                  </a:lnTo>
                  <a:lnTo>
                    <a:pt x="7918283" y="4931313"/>
                  </a:lnTo>
                  <a:lnTo>
                    <a:pt x="7861561" y="4992463"/>
                  </a:lnTo>
                  <a:lnTo>
                    <a:pt x="7800177" y="5048195"/>
                  </a:lnTo>
                  <a:lnTo>
                    <a:pt x="7733681" y="5099078"/>
                  </a:lnTo>
                  <a:lnTo>
                    <a:pt x="7661772" y="5145593"/>
                  </a:lnTo>
                  <a:lnTo>
                    <a:pt x="7584373" y="5188123"/>
                  </a:lnTo>
                  <a:lnTo>
                    <a:pt x="7501728" y="5226942"/>
                  </a:lnTo>
                  <a:lnTo>
                    <a:pt x="7414503" y="5262222"/>
                  </a:lnTo>
                  <a:lnTo>
                    <a:pt x="7323883" y="5294033"/>
                  </a:lnTo>
                  <a:lnTo>
                    <a:pt x="7231635" y="5322369"/>
                  </a:lnTo>
                  <a:lnTo>
                    <a:pt x="7140106" y="5347168"/>
                  </a:lnTo>
                  <a:lnTo>
                    <a:pt x="7052110" y="5368357"/>
                  </a:lnTo>
                  <a:lnTo>
                    <a:pt x="6970698" y="5385903"/>
                  </a:lnTo>
                  <a:lnTo>
                    <a:pt x="6898807" y="5399855"/>
                  </a:lnTo>
                  <a:lnTo>
                    <a:pt x="6838840" y="5410392"/>
                  </a:lnTo>
                  <a:lnTo>
                    <a:pt x="6792281" y="5417831"/>
                  </a:lnTo>
                  <a:lnTo>
                    <a:pt x="6759406" y="5422625"/>
                  </a:lnTo>
                  <a:lnTo>
                    <a:pt x="6739185" y="5425325"/>
                  </a:lnTo>
                  <a:lnTo>
                    <a:pt x="6729334" y="5426533"/>
                  </a:lnTo>
                  <a:lnTo>
                    <a:pt x="6726475" y="5426856"/>
                  </a:lnTo>
                  <a:lnTo>
                    <a:pt x="6726343" y="5426870"/>
                  </a:lnTo>
                  <a:lnTo>
                    <a:pt x="5254955" y="5426870"/>
                  </a:lnTo>
                  <a:lnTo>
                    <a:pt x="5254011" y="5426795"/>
                  </a:lnTo>
                  <a:lnTo>
                    <a:pt x="5247780" y="5426257"/>
                  </a:lnTo>
                  <a:lnTo>
                    <a:pt x="5231989" y="5424772"/>
                  </a:lnTo>
                  <a:lnTo>
                    <a:pt x="5203544" y="5421844"/>
                  </a:lnTo>
                  <a:lnTo>
                    <a:pt x="5160719" y="5417005"/>
                  </a:lnTo>
                  <a:lnTo>
                    <a:pt x="5103278" y="5409855"/>
                  </a:lnTo>
                  <a:lnTo>
                    <a:pt x="5032433" y="5400097"/>
                  </a:lnTo>
                  <a:lnTo>
                    <a:pt x="4950575" y="5387552"/>
                  </a:lnTo>
                  <a:lnTo>
                    <a:pt x="4860842" y="5372153"/>
                  </a:lnTo>
                  <a:lnTo>
                    <a:pt x="4766618" y="5353915"/>
                  </a:lnTo>
                  <a:lnTo>
                    <a:pt x="4671101" y="5332894"/>
                  </a:lnTo>
                  <a:lnTo>
                    <a:pt x="4576986" y="5309143"/>
                  </a:lnTo>
                  <a:lnTo>
                    <a:pt x="4486320" y="5282675"/>
                  </a:lnTo>
                  <a:lnTo>
                    <a:pt x="4400476" y="5253439"/>
                  </a:lnTo>
                  <a:lnTo>
                    <a:pt x="4320228" y="5221302"/>
                  </a:lnTo>
                  <a:lnTo>
                    <a:pt x="4245856" y="5186042"/>
                  </a:lnTo>
                  <a:lnTo>
                    <a:pt x="4177275" y="5147350"/>
                  </a:lnTo>
                  <a:lnTo>
                    <a:pt x="4114142" y="5104831"/>
                  </a:lnTo>
                  <a:lnTo>
                    <a:pt x="4055950" y="5058019"/>
                  </a:lnTo>
                  <a:lnTo>
                    <a:pt x="4002097" y="5006394"/>
                  </a:lnTo>
                  <a:lnTo>
                    <a:pt x="3951941" y="4949414"/>
                  </a:lnTo>
                  <a:lnTo>
                    <a:pt x="3904836" y="4886571"/>
                  </a:lnTo>
                  <a:lnTo>
                    <a:pt x="3860168" y="4817475"/>
                  </a:lnTo>
                  <a:lnTo>
                    <a:pt x="3829811" y="4764858"/>
                  </a:lnTo>
                  <a:lnTo>
                    <a:pt x="3797110" y="4702936"/>
                  </a:lnTo>
                  <a:lnTo>
                    <a:pt x="3765150" y="4637061"/>
                  </a:lnTo>
                  <a:lnTo>
                    <a:pt x="3733757" y="4567155"/>
                  </a:lnTo>
                  <a:lnTo>
                    <a:pt x="3702784" y="4493182"/>
                  </a:lnTo>
                  <a:lnTo>
                    <a:pt x="3672109" y="4415162"/>
                  </a:lnTo>
                  <a:lnTo>
                    <a:pt x="3641637" y="4333171"/>
                  </a:lnTo>
                  <a:lnTo>
                    <a:pt x="3611287" y="4247345"/>
                  </a:lnTo>
                  <a:lnTo>
                    <a:pt x="3580999" y="4157881"/>
                  </a:lnTo>
                  <a:lnTo>
                    <a:pt x="3550728" y="4065043"/>
                  </a:lnTo>
                  <a:lnTo>
                    <a:pt x="3520444" y="3969155"/>
                  </a:lnTo>
                  <a:lnTo>
                    <a:pt x="3490127" y="3870602"/>
                  </a:lnTo>
                  <a:lnTo>
                    <a:pt x="3459772" y="3769822"/>
                  </a:lnTo>
                  <a:lnTo>
                    <a:pt x="3429377" y="3667302"/>
                  </a:lnTo>
                  <a:lnTo>
                    <a:pt x="3398952" y="3563565"/>
                  </a:lnTo>
                  <a:lnTo>
                    <a:pt x="3368509" y="3459163"/>
                  </a:lnTo>
                  <a:lnTo>
                    <a:pt x="3338063" y="3354660"/>
                  </a:lnTo>
                  <a:lnTo>
                    <a:pt x="3307630" y="3250626"/>
                  </a:lnTo>
                  <a:lnTo>
                    <a:pt x="3277224" y="3147618"/>
                  </a:lnTo>
                  <a:lnTo>
                    <a:pt x="3246854" y="3046171"/>
                  </a:lnTo>
                  <a:lnTo>
                    <a:pt x="3216525" y="2946784"/>
                  </a:lnTo>
                  <a:lnTo>
                    <a:pt x="3186231" y="2849915"/>
                  </a:lnTo>
                  <a:lnTo>
                    <a:pt x="3155958" y="2755967"/>
                  </a:lnTo>
                  <a:lnTo>
                    <a:pt x="3125680" y="2665287"/>
                  </a:lnTo>
                  <a:lnTo>
                    <a:pt x="3095358" y="2578160"/>
                  </a:lnTo>
                  <a:lnTo>
                    <a:pt x="3064936" y="2494805"/>
                  </a:lnTo>
                  <a:lnTo>
                    <a:pt x="3034343" y="2415381"/>
                  </a:lnTo>
                  <a:lnTo>
                    <a:pt x="3003487" y="2339984"/>
                  </a:lnTo>
                  <a:lnTo>
                    <a:pt x="2972256" y="2268653"/>
                  </a:lnTo>
                  <a:lnTo>
                    <a:pt x="2940514" y="2201372"/>
                  </a:lnTo>
                  <a:lnTo>
                    <a:pt x="2908095" y="2138076"/>
                  </a:lnTo>
                  <a:lnTo>
                    <a:pt x="2896531" y="2116806"/>
                  </a:lnTo>
                  <a:lnTo>
                    <a:pt x="2853250" y="2043193"/>
                  </a:lnTo>
                  <a:lnTo>
                    <a:pt x="2807925" y="1975966"/>
                  </a:lnTo>
                  <a:lnTo>
                    <a:pt x="2759988" y="1914896"/>
                  </a:lnTo>
                  <a:lnTo>
                    <a:pt x="2708812" y="1859547"/>
                  </a:lnTo>
                  <a:lnTo>
                    <a:pt x="2653748" y="1809394"/>
                  </a:lnTo>
                  <a:lnTo>
                    <a:pt x="2594161" y="1763897"/>
                  </a:lnTo>
                  <a:lnTo>
                    <a:pt x="2529472" y="1722550"/>
                  </a:lnTo>
                  <a:lnTo>
                    <a:pt x="2459213" y="1684905"/>
                  </a:lnTo>
                  <a:lnTo>
                    <a:pt x="2383106" y="1650593"/>
                  </a:lnTo>
                  <a:lnTo>
                    <a:pt x="2301163" y="1619328"/>
                  </a:lnTo>
                  <a:lnTo>
                    <a:pt x="2213795" y="1590917"/>
                  </a:lnTo>
                  <a:lnTo>
                    <a:pt x="2121942" y="1565250"/>
                  </a:lnTo>
                  <a:lnTo>
                    <a:pt x="2027172" y="1542299"/>
                  </a:lnTo>
                  <a:lnTo>
                    <a:pt x="1931728" y="1522090"/>
                  </a:lnTo>
                  <a:lnTo>
                    <a:pt x="1838478" y="1504683"/>
                  </a:lnTo>
                  <a:lnTo>
                    <a:pt x="1750713" y="1490125"/>
                  </a:lnTo>
                  <a:lnTo>
                    <a:pt x="1671794" y="1478412"/>
                  </a:lnTo>
                  <a:lnTo>
                    <a:pt x="1604691" y="1469445"/>
                  </a:lnTo>
                  <a:lnTo>
                    <a:pt x="1551486" y="1463011"/>
                  </a:lnTo>
                  <a:lnTo>
                    <a:pt x="1512984" y="1458780"/>
                  </a:lnTo>
                  <a:lnTo>
                    <a:pt x="1488507" y="1456327"/>
                  </a:lnTo>
                  <a:lnTo>
                    <a:pt x="1475906" y="1455172"/>
                  </a:lnTo>
                  <a:lnTo>
                    <a:pt x="1471724" y="1454820"/>
                  </a:lnTo>
                  <a:lnTo>
                    <a:pt x="1471387" y="1454793"/>
                  </a:lnTo>
                  <a:lnTo>
                    <a:pt x="0" y="1454793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45" name="pl45"/>
            <p:cNvSpPr/>
            <p:nvPr/>
          </p:nvSpPr>
          <p:spPr>
            <a:xfrm>
              <a:off x="4799595" y="5216787"/>
              <a:ext cx="11981298" cy="5426870"/>
            </a:xfrm>
            <a:custGeom>
              <a:avLst/>
              <a:pathLst>
                <a:path w="11981298" h="5426870">
                  <a:moveTo>
                    <a:pt x="0" y="1454793"/>
                  </a:moveTo>
                  <a:lnTo>
                    <a:pt x="1471387" y="1454793"/>
                  </a:lnTo>
                  <a:lnTo>
                    <a:pt x="1472331" y="1454869"/>
                  </a:lnTo>
                  <a:lnTo>
                    <a:pt x="1478562" y="1455406"/>
                  </a:lnTo>
                  <a:lnTo>
                    <a:pt x="1494353" y="1456892"/>
                  </a:lnTo>
                  <a:lnTo>
                    <a:pt x="1522798" y="1459820"/>
                  </a:lnTo>
                  <a:lnTo>
                    <a:pt x="1565623" y="1464659"/>
                  </a:lnTo>
                  <a:lnTo>
                    <a:pt x="1623064" y="1471809"/>
                  </a:lnTo>
                  <a:lnTo>
                    <a:pt x="1693909" y="1481567"/>
                  </a:lnTo>
                  <a:lnTo>
                    <a:pt x="1775767" y="1494112"/>
                  </a:lnTo>
                  <a:lnTo>
                    <a:pt x="1865500" y="1509511"/>
                  </a:lnTo>
                  <a:lnTo>
                    <a:pt x="1959724" y="1527749"/>
                  </a:lnTo>
                  <a:lnTo>
                    <a:pt x="2055241" y="1548770"/>
                  </a:lnTo>
                  <a:lnTo>
                    <a:pt x="2149356" y="1572521"/>
                  </a:lnTo>
                  <a:lnTo>
                    <a:pt x="2240022" y="1598989"/>
                  </a:lnTo>
                  <a:lnTo>
                    <a:pt x="2325866" y="1628225"/>
                  </a:lnTo>
                  <a:lnTo>
                    <a:pt x="2406114" y="1660362"/>
                  </a:lnTo>
                  <a:lnTo>
                    <a:pt x="2480486" y="1695621"/>
                  </a:lnTo>
                  <a:lnTo>
                    <a:pt x="2549067" y="1734314"/>
                  </a:lnTo>
                  <a:lnTo>
                    <a:pt x="2612200" y="1776832"/>
                  </a:lnTo>
                  <a:lnTo>
                    <a:pt x="2670392" y="1823644"/>
                  </a:lnTo>
                  <a:lnTo>
                    <a:pt x="2724245" y="1875270"/>
                  </a:lnTo>
                  <a:lnTo>
                    <a:pt x="2774401" y="1932250"/>
                  </a:lnTo>
                  <a:lnTo>
                    <a:pt x="2821506" y="1995093"/>
                  </a:lnTo>
                  <a:lnTo>
                    <a:pt x="2866174" y="2064189"/>
                  </a:lnTo>
                  <a:lnTo>
                    <a:pt x="2896531" y="2116806"/>
                  </a:lnTo>
                  <a:lnTo>
                    <a:pt x="2929232" y="2178728"/>
                  </a:lnTo>
                  <a:lnTo>
                    <a:pt x="2961192" y="2244602"/>
                  </a:lnTo>
                  <a:lnTo>
                    <a:pt x="2992585" y="2314509"/>
                  </a:lnTo>
                  <a:lnTo>
                    <a:pt x="3023559" y="2388482"/>
                  </a:lnTo>
                  <a:lnTo>
                    <a:pt x="3054233" y="2466501"/>
                  </a:lnTo>
                  <a:lnTo>
                    <a:pt x="3084706" y="2548492"/>
                  </a:lnTo>
                  <a:lnTo>
                    <a:pt x="3115056" y="2634319"/>
                  </a:lnTo>
                  <a:lnTo>
                    <a:pt x="3145344" y="2723783"/>
                  </a:lnTo>
                  <a:lnTo>
                    <a:pt x="3175614" y="2816621"/>
                  </a:lnTo>
                  <a:lnTo>
                    <a:pt x="3205899" y="2912509"/>
                  </a:lnTo>
                  <a:lnTo>
                    <a:pt x="3236215" y="3011062"/>
                  </a:lnTo>
                  <a:lnTo>
                    <a:pt x="3266571" y="3111842"/>
                  </a:lnTo>
                  <a:lnTo>
                    <a:pt x="3296965" y="3214362"/>
                  </a:lnTo>
                  <a:lnTo>
                    <a:pt x="3327390" y="3318099"/>
                  </a:lnTo>
                  <a:lnTo>
                    <a:pt x="3357833" y="3422501"/>
                  </a:lnTo>
                  <a:lnTo>
                    <a:pt x="3388279" y="3527003"/>
                  </a:lnTo>
                  <a:lnTo>
                    <a:pt x="3418712" y="3631037"/>
                  </a:lnTo>
                  <a:lnTo>
                    <a:pt x="3449118" y="3734045"/>
                  </a:lnTo>
                  <a:lnTo>
                    <a:pt x="3479488" y="3835493"/>
                  </a:lnTo>
                  <a:lnTo>
                    <a:pt x="3509817" y="3934879"/>
                  </a:lnTo>
                  <a:lnTo>
                    <a:pt x="3540111" y="4031748"/>
                  </a:lnTo>
                  <a:lnTo>
                    <a:pt x="3570384" y="4125696"/>
                  </a:lnTo>
                  <a:lnTo>
                    <a:pt x="3600662" y="4216376"/>
                  </a:lnTo>
                  <a:lnTo>
                    <a:pt x="3630984" y="4303504"/>
                  </a:lnTo>
                  <a:lnTo>
                    <a:pt x="3661406" y="4386859"/>
                  </a:lnTo>
                  <a:lnTo>
                    <a:pt x="3691999" y="4466282"/>
                  </a:lnTo>
                  <a:lnTo>
                    <a:pt x="3722855" y="4541679"/>
                  </a:lnTo>
                  <a:lnTo>
                    <a:pt x="3754086" y="4613010"/>
                  </a:lnTo>
                  <a:lnTo>
                    <a:pt x="3785828" y="4680292"/>
                  </a:lnTo>
                  <a:lnTo>
                    <a:pt x="3818248" y="4743588"/>
                  </a:lnTo>
                  <a:lnTo>
                    <a:pt x="3829811" y="4764858"/>
                  </a:lnTo>
                  <a:lnTo>
                    <a:pt x="3873093" y="4838470"/>
                  </a:lnTo>
                  <a:lnTo>
                    <a:pt x="3918417" y="4905698"/>
                  </a:lnTo>
                  <a:lnTo>
                    <a:pt x="3966354" y="4966768"/>
                  </a:lnTo>
                  <a:lnTo>
                    <a:pt x="4017530" y="5022117"/>
                  </a:lnTo>
                  <a:lnTo>
                    <a:pt x="4072594" y="5072270"/>
                  </a:lnTo>
                  <a:lnTo>
                    <a:pt x="4132181" y="5117766"/>
                  </a:lnTo>
                  <a:lnTo>
                    <a:pt x="4196870" y="5159113"/>
                  </a:lnTo>
                  <a:lnTo>
                    <a:pt x="4267129" y="5196758"/>
                  </a:lnTo>
                  <a:lnTo>
                    <a:pt x="4343236" y="5231071"/>
                  </a:lnTo>
                  <a:lnTo>
                    <a:pt x="4425179" y="5262335"/>
                  </a:lnTo>
                  <a:lnTo>
                    <a:pt x="4512547" y="5290747"/>
                  </a:lnTo>
                  <a:lnTo>
                    <a:pt x="4604400" y="5316413"/>
                  </a:lnTo>
                  <a:lnTo>
                    <a:pt x="4699170" y="5339365"/>
                  </a:lnTo>
                  <a:lnTo>
                    <a:pt x="4794614" y="5359573"/>
                  </a:lnTo>
                  <a:lnTo>
                    <a:pt x="4887864" y="5376980"/>
                  </a:lnTo>
                  <a:lnTo>
                    <a:pt x="4975630" y="5391538"/>
                  </a:lnTo>
                  <a:lnTo>
                    <a:pt x="5054548" y="5403252"/>
                  </a:lnTo>
                  <a:lnTo>
                    <a:pt x="5121652" y="5412219"/>
                  </a:lnTo>
                  <a:lnTo>
                    <a:pt x="5174856" y="5418652"/>
                  </a:lnTo>
                  <a:lnTo>
                    <a:pt x="5213358" y="5422884"/>
                  </a:lnTo>
                  <a:lnTo>
                    <a:pt x="5237835" y="5425336"/>
                  </a:lnTo>
                  <a:lnTo>
                    <a:pt x="5250436" y="5426492"/>
                  </a:lnTo>
                  <a:lnTo>
                    <a:pt x="5254618" y="5426844"/>
                  </a:lnTo>
                  <a:lnTo>
                    <a:pt x="5254955" y="5426870"/>
                  </a:lnTo>
                  <a:lnTo>
                    <a:pt x="6726343" y="5426870"/>
                  </a:lnTo>
                  <a:lnTo>
                    <a:pt x="6727196" y="5426777"/>
                  </a:lnTo>
                  <a:lnTo>
                    <a:pt x="6732839" y="5426115"/>
                  </a:lnTo>
                  <a:lnTo>
                    <a:pt x="6747178" y="5424286"/>
                  </a:lnTo>
                  <a:lnTo>
                    <a:pt x="6773103" y="5420681"/>
                  </a:lnTo>
                  <a:lnTo>
                    <a:pt x="6812325" y="5414714"/>
                  </a:lnTo>
                  <a:lnTo>
                    <a:pt x="6865264" y="5405875"/>
                  </a:lnTo>
                  <a:lnTo>
                    <a:pt x="6931053" y="5393773"/>
                  </a:lnTo>
                  <a:lnTo>
                    <a:pt x="7007736" y="5378155"/>
                  </a:lnTo>
                  <a:lnTo>
                    <a:pt x="7092606" y="5358906"/>
                  </a:lnTo>
                  <a:lnTo>
                    <a:pt x="7182626" y="5336022"/>
                  </a:lnTo>
                  <a:lnTo>
                    <a:pt x="7274817" y="5309561"/>
                  </a:lnTo>
                  <a:lnTo>
                    <a:pt x="7366562" y="5279595"/>
                  </a:lnTo>
                  <a:lnTo>
                    <a:pt x="7455779" y="5246166"/>
                  </a:lnTo>
                  <a:lnTo>
                    <a:pt x="7540978" y="5209247"/>
                  </a:lnTo>
                  <a:lnTo>
                    <a:pt x="7621225" y="5168721"/>
                  </a:lnTo>
                  <a:lnTo>
                    <a:pt x="7696067" y="5124369"/>
                  </a:lnTo>
                  <a:lnTo>
                    <a:pt x="7765420" y="5075866"/>
                  </a:lnTo>
                  <a:lnTo>
                    <a:pt x="7829479" y="5022783"/>
                  </a:lnTo>
                  <a:lnTo>
                    <a:pt x="7888622" y="4964594"/>
                  </a:lnTo>
                  <a:lnTo>
                    <a:pt x="7943345" y="4900696"/>
                  </a:lnTo>
                  <a:lnTo>
                    <a:pt x="7994210" y="4830434"/>
                  </a:lnTo>
                  <a:lnTo>
                    <a:pt x="8041800" y="4753141"/>
                  </a:lnTo>
                  <a:lnTo>
                    <a:pt x="8086695" y="4668220"/>
                  </a:lnTo>
                  <a:lnTo>
                    <a:pt x="8129435" y="4575245"/>
                  </a:lnTo>
                  <a:lnTo>
                    <a:pt x="8151487" y="4522392"/>
                  </a:lnTo>
                  <a:lnTo>
                    <a:pt x="8179881" y="4449363"/>
                  </a:lnTo>
                  <a:lnTo>
                    <a:pt x="8207699" y="4372289"/>
                  </a:lnTo>
                  <a:lnTo>
                    <a:pt x="8235060" y="4291092"/>
                  </a:lnTo>
                  <a:lnTo>
                    <a:pt x="8262064" y="4205727"/>
                  </a:lnTo>
                  <a:lnTo>
                    <a:pt x="8288797" y="4116188"/>
                  </a:lnTo>
                  <a:lnTo>
                    <a:pt x="8315332" y="4022513"/>
                  </a:lnTo>
                  <a:lnTo>
                    <a:pt x="8341730" y="3924781"/>
                  </a:lnTo>
                  <a:lnTo>
                    <a:pt x="8368038" y="3823123"/>
                  </a:lnTo>
                  <a:lnTo>
                    <a:pt x="8394298" y="3717713"/>
                  </a:lnTo>
                  <a:lnTo>
                    <a:pt x="8420539" y="3608780"/>
                  </a:lnTo>
                  <a:lnTo>
                    <a:pt x="8446785" y="3496596"/>
                  </a:lnTo>
                  <a:lnTo>
                    <a:pt x="8473048" y="3381484"/>
                  </a:lnTo>
                  <a:lnTo>
                    <a:pt x="8499340" y="3263810"/>
                  </a:lnTo>
                  <a:lnTo>
                    <a:pt x="8525661" y="3143978"/>
                  </a:lnTo>
                  <a:lnTo>
                    <a:pt x="8552011" y="3022430"/>
                  </a:lnTo>
                  <a:lnTo>
                    <a:pt x="8578384" y="2899634"/>
                  </a:lnTo>
                  <a:lnTo>
                    <a:pt x="8604772" y="2776080"/>
                  </a:lnTo>
                  <a:lnTo>
                    <a:pt x="8631166" y="2652269"/>
                  </a:lnTo>
                  <a:lnTo>
                    <a:pt x="8657554" y="2528709"/>
                  </a:lnTo>
                  <a:lnTo>
                    <a:pt x="8683927" y="2405901"/>
                  </a:lnTo>
                  <a:lnTo>
                    <a:pt x="8710277" y="2284335"/>
                  </a:lnTo>
                  <a:lnTo>
                    <a:pt x="8736599" y="2164481"/>
                  </a:lnTo>
                  <a:lnTo>
                    <a:pt x="8762891" y="2046778"/>
                  </a:lnTo>
                  <a:lnTo>
                    <a:pt x="8789155" y="1931633"/>
                  </a:lnTo>
                  <a:lnTo>
                    <a:pt x="8815400" y="1819412"/>
                  </a:lnTo>
                  <a:lnTo>
                    <a:pt x="8841641" y="1710438"/>
                  </a:lnTo>
                  <a:lnTo>
                    <a:pt x="8867901" y="1604985"/>
                  </a:lnTo>
                  <a:lnTo>
                    <a:pt x="8894209" y="1503281"/>
                  </a:lnTo>
                  <a:lnTo>
                    <a:pt x="8920605" y="1405502"/>
                  </a:lnTo>
                  <a:lnTo>
                    <a:pt x="8947138" y="1311777"/>
                  </a:lnTo>
                  <a:lnTo>
                    <a:pt x="8973868" y="1222189"/>
                  </a:lnTo>
                  <a:lnTo>
                    <a:pt x="9000869" y="1136774"/>
                  </a:lnTo>
                  <a:lnTo>
                    <a:pt x="9028224" y="1055527"/>
                  </a:lnTo>
                  <a:lnTo>
                    <a:pt x="9056036" y="978404"/>
                  </a:lnTo>
                  <a:lnTo>
                    <a:pt x="9084423" y="905327"/>
                  </a:lnTo>
                  <a:lnTo>
                    <a:pt x="9084767" y="904478"/>
                  </a:lnTo>
                  <a:lnTo>
                    <a:pt x="9126559" y="807151"/>
                  </a:lnTo>
                  <a:lnTo>
                    <a:pt x="9170242" y="717976"/>
                  </a:lnTo>
                  <a:lnTo>
                    <a:pt x="9216326" y="636687"/>
                  </a:lnTo>
                  <a:lnTo>
                    <a:pt x="9265374" y="562761"/>
                  </a:lnTo>
                  <a:lnTo>
                    <a:pt x="9317970" y="495557"/>
                  </a:lnTo>
                  <a:lnTo>
                    <a:pt x="9374692" y="434407"/>
                  </a:lnTo>
                  <a:lnTo>
                    <a:pt x="9436076" y="378675"/>
                  </a:lnTo>
                  <a:lnTo>
                    <a:pt x="9502572" y="327792"/>
                  </a:lnTo>
                  <a:lnTo>
                    <a:pt x="9574481" y="281277"/>
                  </a:lnTo>
                  <a:lnTo>
                    <a:pt x="9651880" y="238747"/>
                  </a:lnTo>
                  <a:lnTo>
                    <a:pt x="9734525" y="199928"/>
                  </a:lnTo>
                  <a:lnTo>
                    <a:pt x="9821750" y="164648"/>
                  </a:lnTo>
                  <a:lnTo>
                    <a:pt x="9912370" y="132836"/>
                  </a:lnTo>
                  <a:lnTo>
                    <a:pt x="10004618" y="104501"/>
                  </a:lnTo>
                  <a:lnTo>
                    <a:pt x="10096148" y="79702"/>
                  </a:lnTo>
                  <a:lnTo>
                    <a:pt x="10184143" y="58513"/>
                  </a:lnTo>
                  <a:lnTo>
                    <a:pt x="10265555" y="40967"/>
                  </a:lnTo>
                  <a:lnTo>
                    <a:pt x="10337447" y="27015"/>
                  </a:lnTo>
                  <a:lnTo>
                    <a:pt x="10397413" y="16478"/>
                  </a:lnTo>
                  <a:lnTo>
                    <a:pt x="10443973" y="9039"/>
                  </a:lnTo>
                  <a:lnTo>
                    <a:pt x="10476847" y="4244"/>
                  </a:lnTo>
                  <a:lnTo>
                    <a:pt x="10497069" y="1545"/>
                  </a:lnTo>
                  <a:lnTo>
                    <a:pt x="10506919" y="337"/>
                  </a:lnTo>
                  <a:lnTo>
                    <a:pt x="10509779" y="13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6" name="pl46"/>
            <p:cNvSpPr/>
            <p:nvPr/>
          </p:nvSpPr>
          <p:spPr>
            <a:xfrm>
              <a:off x="4799595" y="5208614"/>
              <a:ext cx="11981298" cy="5426870"/>
            </a:xfrm>
            <a:custGeom>
              <a:avLst/>
              <a:pathLst>
                <a:path w="11981298" h="5426870">
                  <a:moveTo>
                    <a:pt x="11981298" y="0"/>
                  </a:moveTo>
                  <a:lnTo>
                    <a:pt x="10509911" y="0"/>
                  </a:lnTo>
                  <a:lnTo>
                    <a:pt x="10509057" y="93"/>
                  </a:lnTo>
                  <a:lnTo>
                    <a:pt x="10503415" y="755"/>
                  </a:lnTo>
                  <a:lnTo>
                    <a:pt x="10489075" y="2583"/>
                  </a:lnTo>
                  <a:lnTo>
                    <a:pt x="10463150" y="6189"/>
                  </a:lnTo>
                  <a:lnTo>
                    <a:pt x="10423928" y="12156"/>
                  </a:lnTo>
                  <a:lnTo>
                    <a:pt x="10370989" y="20995"/>
                  </a:lnTo>
                  <a:lnTo>
                    <a:pt x="10305200" y="33097"/>
                  </a:lnTo>
                  <a:lnTo>
                    <a:pt x="10228517" y="48715"/>
                  </a:lnTo>
                  <a:lnTo>
                    <a:pt x="10143647" y="67964"/>
                  </a:lnTo>
                  <a:lnTo>
                    <a:pt x="10053627" y="90848"/>
                  </a:lnTo>
                  <a:lnTo>
                    <a:pt x="9961436" y="117309"/>
                  </a:lnTo>
                  <a:lnTo>
                    <a:pt x="9869691" y="147274"/>
                  </a:lnTo>
                  <a:lnTo>
                    <a:pt x="9780474" y="180704"/>
                  </a:lnTo>
                  <a:lnTo>
                    <a:pt x="9695275" y="217623"/>
                  </a:lnTo>
                  <a:lnTo>
                    <a:pt x="9615028" y="258149"/>
                  </a:lnTo>
                  <a:lnTo>
                    <a:pt x="9540186" y="302501"/>
                  </a:lnTo>
                  <a:lnTo>
                    <a:pt x="9470833" y="351003"/>
                  </a:lnTo>
                  <a:lnTo>
                    <a:pt x="9406774" y="404087"/>
                  </a:lnTo>
                  <a:lnTo>
                    <a:pt x="9347632" y="462276"/>
                  </a:lnTo>
                  <a:lnTo>
                    <a:pt x="9292908" y="526173"/>
                  </a:lnTo>
                  <a:lnTo>
                    <a:pt x="9242044" y="596436"/>
                  </a:lnTo>
                  <a:lnTo>
                    <a:pt x="9194453" y="673728"/>
                  </a:lnTo>
                  <a:lnTo>
                    <a:pt x="9149559" y="758650"/>
                  </a:lnTo>
                  <a:lnTo>
                    <a:pt x="9106819" y="851625"/>
                  </a:lnTo>
                  <a:lnTo>
                    <a:pt x="9084767" y="904478"/>
                  </a:lnTo>
                  <a:lnTo>
                    <a:pt x="9056372" y="977507"/>
                  </a:lnTo>
                  <a:lnTo>
                    <a:pt x="9028554" y="1054581"/>
                  </a:lnTo>
                  <a:lnTo>
                    <a:pt x="9001193" y="1135778"/>
                  </a:lnTo>
                  <a:lnTo>
                    <a:pt x="8974189" y="1221143"/>
                  </a:lnTo>
                  <a:lnTo>
                    <a:pt x="8947456" y="1310682"/>
                  </a:lnTo>
                  <a:lnTo>
                    <a:pt x="8920921" y="1404357"/>
                  </a:lnTo>
                  <a:lnTo>
                    <a:pt x="8894523" y="1502089"/>
                  </a:lnTo>
                  <a:lnTo>
                    <a:pt x="8868215" y="1603747"/>
                  </a:lnTo>
                  <a:lnTo>
                    <a:pt x="8841955" y="1709156"/>
                  </a:lnTo>
                  <a:lnTo>
                    <a:pt x="8815714" y="1818090"/>
                  </a:lnTo>
                  <a:lnTo>
                    <a:pt x="8789469" y="1930274"/>
                  </a:lnTo>
                  <a:lnTo>
                    <a:pt x="8763205" y="2045386"/>
                  </a:lnTo>
                  <a:lnTo>
                    <a:pt x="8736914" y="2163060"/>
                  </a:lnTo>
                  <a:lnTo>
                    <a:pt x="8710592" y="2282892"/>
                  </a:lnTo>
                  <a:lnTo>
                    <a:pt x="8684242" y="2404440"/>
                  </a:lnTo>
                  <a:lnTo>
                    <a:pt x="8657869" y="2527236"/>
                  </a:lnTo>
                  <a:lnTo>
                    <a:pt x="8631481" y="2650790"/>
                  </a:lnTo>
                  <a:lnTo>
                    <a:pt x="8605088" y="2774601"/>
                  </a:lnTo>
                  <a:lnTo>
                    <a:pt x="8578699" y="2898161"/>
                  </a:lnTo>
                  <a:lnTo>
                    <a:pt x="8552326" y="3020969"/>
                  </a:lnTo>
                  <a:lnTo>
                    <a:pt x="8525976" y="3142535"/>
                  </a:lnTo>
                  <a:lnTo>
                    <a:pt x="8499654" y="3262389"/>
                  </a:lnTo>
                  <a:lnTo>
                    <a:pt x="8473362" y="3380092"/>
                  </a:lnTo>
                  <a:lnTo>
                    <a:pt x="8447098" y="3495237"/>
                  </a:lnTo>
                  <a:lnTo>
                    <a:pt x="8420853" y="3607458"/>
                  </a:lnTo>
                  <a:lnTo>
                    <a:pt x="8394612" y="3716432"/>
                  </a:lnTo>
                  <a:lnTo>
                    <a:pt x="8368353" y="3821885"/>
                  </a:lnTo>
                  <a:lnTo>
                    <a:pt x="8342045" y="3923589"/>
                  </a:lnTo>
                  <a:lnTo>
                    <a:pt x="8315649" y="4021368"/>
                  </a:lnTo>
                  <a:lnTo>
                    <a:pt x="8289116" y="4115093"/>
                  </a:lnTo>
                  <a:lnTo>
                    <a:pt x="8262385" y="4204681"/>
                  </a:lnTo>
                  <a:lnTo>
                    <a:pt x="8235385" y="4290096"/>
                  </a:lnTo>
                  <a:lnTo>
                    <a:pt x="8208029" y="4371343"/>
                  </a:lnTo>
                  <a:lnTo>
                    <a:pt x="8180217" y="4448466"/>
                  </a:lnTo>
                  <a:lnTo>
                    <a:pt x="8151830" y="4521543"/>
                  </a:lnTo>
                  <a:lnTo>
                    <a:pt x="8151487" y="4522392"/>
                  </a:lnTo>
                  <a:lnTo>
                    <a:pt x="8109694" y="4619719"/>
                  </a:lnTo>
                  <a:lnTo>
                    <a:pt x="8066011" y="4708894"/>
                  </a:lnTo>
                  <a:lnTo>
                    <a:pt x="8019927" y="4790183"/>
                  </a:lnTo>
                  <a:lnTo>
                    <a:pt x="7970879" y="4864109"/>
                  </a:lnTo>
                  <a:lnTo>
                    <a:pt x="7918283" y="4931313"/>
                  </a:lnTo>
                  <a:lnTo>
                    <a:pt x="7861561" y="4992463"/>
                  </a:lnTo>
                  <a:lnTo>
                    <a:pt x="7800177" y="5048195"/>
                  </a:lnTo>
                  <a:lnTo>
                    <a:pt x="7733681" y="5099078"/>
                  </a:lnTo>
                  <a:lnTo>
                    <a:pt x="7661772" y="5145593"/>
                  </a:lnTo>
                  <a:lnTo>
                    <a:pt x="7584373" y="5188123"/>
                  </a:lnTo>
                  <a:lnTo>
                    <a:pt x="7501728" y="5226942"/>
                  </a:lnTo>
                  <a:lnTo>
                    <a:pt x="7414503" y="5262222"/>
                  </a:lnTo>
                  <a:lnTo>
                    <a:pt x="7323883" y="5294033"/>
                  </a:lnTo>
                  <a:lnTo>
                    <a:pt x="7231635" y="5322369"/>
                  </a:lnTo>
                  <a:lnTo>
                    <a:pt x="7140106" y="5347168"/>
                  </a:lnTo>
                  <a:lnTo>
                    <a:pt x="7052110" y="5368357"/>
                  </a:lnTo>
                  <a:lnTo>
                    <a:pt x="6970698" y="5385903"/>
                  </a:lnTo>
                  <a:lnTo>
                    <a:pt x="6898807" y="5399855"/>
                  </a:lnTo>
                  <a:lnTo>
                    <a:pt x="6838840" y="5410392"/>
                  </a:lnTo>
                  <a:lnTo>
                    <a:pt x="6792281" y="5417831"/>
                  </a:lnTo>
                  <a:lnTo>
                    <a:pt x="6759406" y="5422625"/>
                  </a:lnTo>
                  <a:lnTo>
                    <a:pt x="6739185" y="5425325"/>
                  </a:lnTo>
                  <a:lnTo>
                    <a:pt x="6729334" y="5426533"/>
                  </a:lnTo>
                  <a:lnTo>
                    <a:pt x="6726475" y="5426856"/>
                  </a:lnTo>
                  <a:lnTo>
                    <a:pt x="6726343" y="5426870"/>
                  </a:lnTo>
                  <a:lnTo>
                    <a:pt x="5254955" y="5426870"/>
                  </a:lnTo>
                  <a:lnTo>
                    <a:pt x="5254011" y="5426795"/>
                  </a:lnTo>
                  <a:lnTo>
                    <a:pt x="5247780" y="5426257"/>
                  </a:lnTo>
                  <a:lnTo>
                    <a:pt x="5231989" y="5424772"/>
                  </a:lnTo>
                  <a:lnTo>
                    <a:pt x="5203544" y="5421844"/>
                  </a:lnTo>
                  <a:lnTo>
                    <a:pt x="5160719" y="5417005"/>
                  </a:lnTo>
                  <a:lnTo>
                    <a:pt x="5103278" y="5409855"/>
                  </a:lnTo>
                  <a:lnTo>
                    <a:pt x="5032433" y="5400097"/>
                  </a:lnTo>
                  <a:lnTo>
                    <a:pt x="4950575" y="5387552"/>
                  </a:lnTo>
                  <a:lnTo>
                    <a:pt x="4860842" y="5372153"/>
                  </a:lnTo>
                  <a:lnTo>
                    <a:pt x="4766618" y="5353915"/>
                  </a:lnTo>
                  <a:lnTo>
                    <a:pt x="4671101" y="5332894"/>
                  </a:lnTo>
                  <a:lnTo>
                    <a:pt x="4576986" y="5309143"/>
                  </a:lnTo>
                  <a:lnTo>
                    <a:pt x="4486320" y="5282675"/>
                  </a:lnTo>
                  <a:lnTo>
                    <a:pt x="4400476" y="5253439"/>
                  </a:lnTo>
                  <a:lnTo>
                    <a:pt x="4320228" y="5221302"/>
                  </a:lnTo>
                  <a:lnTo>
                    <a:pt x="4245856" y="5186042"/>
                  </a:lnTo>
                  <a:lnTo>
                    <a:pt x="4177275" y="5147350"/>
                  </a:lnTo>
                  <a:lnTo>
                    <a:pt x="4114142" y="5104831"/>
                  </a:lnTo>
                  <a:lnTo>
                    <a:pt x="4055950" y="5058019"/>
                  </a:lnTo>
                  <a:lnTo>
                    <a:pt x="4002097" y="5006394"/>
                  </a:lnTo>
                  <a:lnTo>
                    <a:pt x="3951941" y="4949414"/>
                  </a:lnTo>
                  <a:lnTo>
                    <a:pt x="3904836" y="4886571"/>
                  </a:lnTo>
                  <a:lnTo>
                    <a:pt x="3860168" y="4817475"/>
                  </a:lnTo>
                  <a:lnTo>
                    <a:pt x="3829811" y="4764858"/>
                  </a:lnTo>
                  <a:lnTo>
                    <a:pt x="3797110" y="4702936"/>
                  </a:lnTo>
                  <a:lnTo>
                    <a:pt x="3765150" y="4637061"/>
                  </a:lnTo>
                  <a:lnTo>
                    <a:pt x="3733757" y="4567155"/>
                  </a:lnTo>
                  <a:lnTo>
                    <a:pt x="3702784" y="4493182"/>
                  </a:lnTo>
                  <a:lnTo>
                    <a:pt x="3672109" y="4415162"/>
                  </a:lnTo>
                  <a:lnTo>
                    <a:pt x="3641637" y="4333171"/>
                  </a:lnTo>
                  <a:lnTo>
                    <a:pt x="3611287" y="4247345"/>
                  </a:lnTo>
                  <a:lnTo>
                    <a:pt x="3580999" y="4157881"/>
                  </a:lnTo>
                  <a:lnTo>
                    <a:pt x="3550728" y="4065043"/>
                  </a:lnTo>
                  <a:lnTo>
                    <a:pt x="3520444" y="3969155"/>
                  </a:lnTo>
                  <a:lnTo>
                    <a:pt x="3490127" y="3870602"/>
                  </a:lnTo>
                  <a:lnTo>
                    <a:pt x="3459772" y="3769822"/>
                  </a:lnTo>
                  <a:lnTo>
                    <a:pt x="3429377" y="3667302"/>
                  </a:lnTo>
                  <a:lnTo>
                    <a:pt x="3398952" y="3563565"/>
                  </a:lnTo>
                  <a:lnTo>
                    <a:pt x="3368509" y="3459163"/>
                  </a:lnTo>
                  <a:lnTo>
                    <a:pt x="3338063" y="3354660"/>
                  </a:lnTo>
                  <a:lnTo>
                    <a:pt x="3307630" y="3250626"/>
                  </a:lnTo>
                  <a:lnTo>
                    <a:pt x="3277224" y="3147618"/>
                  </a:lnTo>
                  <a:lnTo>
                    <a:pt x="3246854" y="3046171"/>
                  </a:lnTo>
                  <a:lnTo>
                    <a:pt x="3216525" y="2946784"/>
                  </a:lnTo>
                  <a:lnTo>
                    <a:pt x="3186231" y="2849915"/>
                  </a:lnTo>
                  <a:lnTo>
                    <a:pt x="3155958" y="2755967"/>
                  </a:lnTo>
                  <a:lnTo>
                    <a:pt x="3125680" y="2665287"/>
                  </a:lnTo>
                  <a:lnTo>
                    <a:pt x="3095358" y="2578160"/>
                  </a:lnTo>
                  <a:lnTo>
                    <a:pt x="3064936" y="2494805"/>
                  </a:lnTo>
                  <a:lnTo>
                    <a:pt x="3034343" y="2415381"/>
                  </a:lnTo>
                  <a:lnTo>
                    <a:pt x="3003487" y="2339984"/>
                  </a:lnTo>
                  <a:lnTo>
                    <a:pt x="2972256" y="2268653"/>
                  </a:lnTo>
                  <a:lnTo>
                    <a:pt x="2940514" y="2201372"/>
                  </a:lnTo>
                  <a:lnTo>
                    <a:pt x="2908095" y="2138076"/>
                  </a:lnTo>
                  <a:lnTo>
                    <a:pt x="2896531" y="2116806"/>
                  </a:lnTo>
                  <a:lnTo>
                    <a:pt x="2853250" y="2043193"/>
                  </a:lnTo>
                  <a:lnTo>
                    <a:pt x="2807925" y="1975966"/>
                  </a:lnTo>
                  <a:lnTo>
                    <a:pt x="2759988" y="1914896"/>
                  </a:lnTo>
                  <a:lnTo>
                    <a:pt x="2708812" y="1859547"/>
                  </a:lnTo>
                  <a:lnTo>
                    <a:pt x="2653748" y="1809394"/>
                  </a:lnTo>
                  <a:lnTo>
                    <a:pt x="2594161" y="1763897"/>
                  </a:lnTo>
                  <a:lnTo>
                    <a:pt x="2529472" y="1722550"/>
                  </a:lnTo>
                  <a:lnTo>
                    <a:pt x="2459213" y="1684905"/>
                  </a:lnTo>
                  <a:lnTo>
                    <a:pt x="2383106" y="1650593"/>
                  </a:lnTo>
                  <a:lnTo>
                    <a:pt x="2301163" y="1619328"/>
                  </a:lnTo>
                  <a:lnTo>
                    <a:pt x="2213795" y="1590917"/>
                  </a:lnTo>
                  <a:lnTo>
                    <a:pt x="2121942" y="1565250"/>
                  </a:lnTo>
                  <a:lnTo>
                    <a:pt x="2027172" y="1542299"/>
                  </a:lnTo>
                  <a:lnTo>
                    <a:pt x="1931728" y="1522090"/>
                  </a:lnTo>
                  <a:lnTo>
                    <a:pt x="1838478" y="1504683"/>
                  </a:lnTo>
                  <a:lnTo>
                    <a:pt x="1750713" y="1490125"/>
                  </a:lnTo>
                  <a:lnTo>
                    <a:pt x="1671794" y="1478412"/>
                  </a:lnTo>
                  <a:lnTo>
                    <a:pt x="1604691" y="1469445"/>
                  </a:lnTo>
                  <a:lnTo>
                    <a:pt x="1551486" y="1463011"/>
                  </a:lnTo>
                  <a:lnTo>
                    <a:pt x="1512984" y="1458780"/>
                  </a:lnTo>
                  <a:lnTo>
                    <a:pt x="1488507" y="1456327"/>
                  </a:lnTo>
                  <a:lnTo>
                    <a:pt x="1475906" y="1455172"/>
                  </a:lnTo>
                  <a:lnTo>
                    <a:pt x="1471724" y="1454820"/>
                  </a:lnTo>
                  <a:lnTo>
                    <a:pt x="1471387" y="1454793"/>
                  </a:lnTo>
                  <a:lnTo>
                    <a:pt x="0" y="145479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7" name="pg47"/>
            <p:cNvSpPr/>
            <p:nvPr/>
          </p:nvSpPr>
          <p:spPr>
            <a:xfrm>
              <a:off x="4799595" y="5592745"/>
              <a:ext cx="11981298" cy="5075431"/>
            </a:xfrm>
            <a:custGeom>
              <a:avLst/>
              <a:pathLst>
                <a:path w="11981298" h="5075431">
                  <a:moveTo>
                    <a:pt x="0" y="1087008"/>
                  </a:moveTo>
                  <a:lnTo>
                    <a:pt x="1471387" y="1087008"/>
                  </a:lnTo>
                  <a:lnTo>
                    <a:pt x="1472330" y="1087084"/>
                  </a:lnTo>
                  <a:lnTo>
                    <a:pt x="1478555" y="1087623"/>
                  </a:lnTo>
                  <a:lnTo>
                    <a:pt x="1494330" y="1089114"/>
                  </a:lnTo>
                  <a:lnTo>
                    <a:pt x="1522748" y="1092050"/>
                  </a:lnTo>
                  <a:lnTo>
                    <a:pt x="1565536" y="1096904"/>
                  </a:lnTo>
                  <a:lnTo>
                    <a:pt x="1622929" y="1104076"/>
                  </a:lnTo>
                  <a:lnTo>
                    <a:pt x="1693721" y="1113865"/>
                  </a:lnTo>
                  <a:lnTo>
                    <a:pt x="1775525" y="1126450"/>
                  </a:lnTo>
                  <a:lnTo>
                    <a:pt x="1865209" y="1141898"/>
                  </a:lnTo>
                  <a:lnTo>
                    <a:pt x="1959390" y="1160195"/>
                  </a:lnTo>
                  <a:lnTo>
                    <a:pt x="2054875" y="1181285"/>
                  </a:lnTo>
                  <a:lnTo>
                    <a:pt x="2148967" y="1205114"/>
                  </a:lnTo>
                  <a:lnTo>
                    <a:pt x="2239620" y="1231670"/>
                  </a:lnTo>
                  <a:lnTo>
                    <a:pt x="2325458" y="1261002"/>
                  </a:lnTo>
                  <a:lnTo>
                    <a:pt x="2405708" y="1293245"/>
                  </a:lnTo>
                  <a:lnTo>
                    <a:pt x="2480085" y="1328620"/>
                  </a:lnTo>
                  <a:lnTo>
                    <a:pt x="2548675" y="1367437"/>
                  </a:lnTo>
                  <a:lnTo>
                    <a:pt x="2611818" y="1410091"/>
                  </a:lnTo>
                  <a:lnTo>
                    <a:pt x="2670020" y="1457049"/>
                  </a:lnTo>
                  <a:lnTo>
                    <a:pt x="2723881" y="1508834"/>
                  </a:lnTo>
                  <a:lnTo>
                    <a:pt x="2774044" y="1565988"/>
                  </a:lnTo>
                  <a:lnTo>
                    <a:pt x="2821154" y="1629022"/>
                  </a:lnTo>
                  <a:lnTo>
                    <a:pt x="2865822" y="1698327"/>
                  </a:lnTo>
                  <a:lnTo>
                    <a:pt x="2896531" y="1751745"/>
                  </a:lnTo>
                  <a:lnTo>
                    <a:pt x="2929173" y="1813805"/>
                  </a:lnTo>
                  <a:lnTo>
                    <a:pt x="2961076" y="1879819"/>
                  </a:lnTo>
                  <a:lnTo>
                    <a:pt x="2992414" y="1949866"/>
                  </a:lnTo>
                  <a:lnTo>
                    <a:pt x="3023334" y="2023982"/>
                  </a:lnTo>
                  <a:lnTo>
                    <a:pt x="3053954" y="2102146"/>
                  </a:lnTo>
                  <a:lnTo>
                    <a:pt x="3084372" y="2184285"/>
                  </a:lnTo>
                  <a:lnTo>
                    <a:pt x="3114668" y="2270263"/>
                  </a:lnTo>
                  <a:lnTo>
                    <a:pt x="3144901" y="2359883"/>
                  </a:lnTo>
                  <a:lnTo>
                    <a:pt x="3175117" y="2452883"/>
                  </a:lnTo>
                  <a:lnTo>
                    <a:pt x="3205345" y="2548940"/>
                  </a:lnTo>
                  <a:lnTo>
                    <a:pt x="3235606" y="2647671"/>
                  </a:lnTo>
                  <a:lnTo>
                    <a:pt x="3265905" y="2748638"/>
                  </a:lnTo>
                  <a:lnTo>
                    <a:pt x="3296243" y="2851358"/>
                  </a:lnTo>
                  <a:lnTo>
                    <a:pt x="3326612" y="2955308"/>
                  </a:lnTo>
                  <a:lnTo>
                    <a:pt x="3356999" y="3059939"/>
                  </a:lnTo>
                  <a:lnTo>
                    <a:pt x="3387389" y="3164685"/>
                  </a:lnTo>
                  <a:lnTo>
                    <a:pt x="3417767" y="3268979"/>
                  </a:lnTo>
                  <a:lnTo>
                    <a:pt x="3448119" y="3372263"/>
                  </a:lnTo>
                  <a:lnTo>
                    <a:pt x="3478435" y="3474003"/>
                  </a:lnTo>
                  <a:lnTo>
                    <a:pt x="3508711" y="3573698"/>
                  </a:lnTo>
                  <a:lnTo>
                    <a:pt x="3538950" y="3670891"/>
                  </a:lnTo>
                  <a:lnTo>
                    <a:pt x="3569168" y="3765175"/>
                  </a:lnTo>
                  <a:lnTo>
                    <a:pt x="3599390" y="3856202"/>
                  </a:lnTo>
                  <a:lnTo>
                    <a:pt x="3629654" y="3943687"/>
                  </a:lnTo>
                  <a:lnTo>
                    <a:pt x="3660014" y="4027405"/>
                  </a:lnTo>
                  <a:lnTo>
                    <a:pt x="3690542" y="4107196"/>
                  </a:lnTo>
                  <a:lnTo>
                    <a:pt x="3721326" y="4182961"/>
                  </a:lnTo>
                  <a:lnTo>
                    <a:pt x="3752478" y="4254660"/>
                  </a:lnTo>
                  <a:lnTo>
                    <a:pt x="3784132" y="4322305"/>
                  </a:lnTo>
                  <a:lnTo>
                    <a:pt x="3816451" y="4385958"/>
                  </a:lnTo>
                  <a:lnTo>
                    <a:pt x="3829811" y="4410694"/>
                  </a:lnTo>
                  <a:lnTo>
                    <a:pt x="3873077" y="4484585"/>
                  </a:lnTo>
                  <a:lnTo>
                    <a:pt x="3918384" y="4552069"/>
                  </a:lnTo>
                  <a:lnTo>
                    <a:pt x="3966302" y="4613374"/>
                  </a:lnTo>
                  <a:lnTo>
                    <a:pt x="4017456" y="4668938"/>
                  </a:lnTo>
                  <a:lnTo>
                    <a:pt x="4072494" y="4719287"/>
                  </a:lnTo>
                  <a:lnTo>
                    <a:pt x="4132050" y="4764964"/>
                  </a:lnTo>
                  <a:lnTo>
                    <a:pt x="4196705" y="4806476"/>
                  </a:lnTo>
                  <a:lnTo>
                    <a:pt x="4266924" y="4844271"/>
                  </a:lnTo>
                  <a:lnTo>
                    <a:pt x="4342987" y="4878723"/>
                  </a:lnTo>
                  <a:lnTo>
                    <a:pt x="4424882" y="4910115"/>
                  </a:lnTo>
                  <a:lnTo>
                    <a:pt x="4512201" y="4938643"/>
                  </a:lnTo>
                  <a:lnTo>
                    <a:pt x="4604006" y="4964417"/>
                  </a:lnTo>
                  <a:lnTo>
                    <a:pt x="4698735" y="4987467"/>
                  </a:lnTo>
                  <a:lnTo>
                    <a:pt x="4794149" y="5007765"/>
                  </a:lnTo>
                  <a:lnTo>
                    <a:pt x="4887385" y="5025252"/>
                  </a:lnTo>
                  <a:lnTo>
                    <a:pt x="4975159" y="5039880"/>
                  </a:lnTo>
                  <a:lnTo>
                    <a:pt x="5054111" y="5051654"/>
                  </a:lnTo>
                  <a:lnTo>
                    <a:pt x="5121271" y="5060671"/>
                  </a:lnTo>
                  <a:lnTo>
                    <a:pt x="5174551" y="5067144"/>
                  </a:lnTo>
                  <a:lnTo>
                    <a:pt x="5213139" y="5071405"/>
                  </a:lnTo>
                  <a:lnTo>
                    <a:pt x="5237702" y="5073878"/>
                  </a:lnTo>
                  <a:lnTo>
                    <a:pt x="5250376" y="5075046"/>
                  </a:lnTo>
                  <a:lnTo>
                    <a:pt x="5254607" y="5075404"/>
                  </a:lnTo>
                  <a:lnTo>
                    <a:pt x="5254955" y="5075431"/>
                  </a:lnTo>
                  <a:lnTo>
                    <a:pt x="6726343" y="5075431"/>
                  </a:lnTo>
                  <a:lnTo>
                    <a:pt x="6727219" y="5075342"/>
                  </a:lnTo>
                  <a:lnTo>
                    <a:pt x="6733010" y="5074707"/>
                  </a:lnTo>
                  <a:lnTo>
                    <a:pt x="6747718" y="5072952"/>
                  </a:lnTo>
                  <a:lnTo>
                    <a:pt x="6774282" y="5069492"/>
                  </a:lnTo>
                  <a:lnTo>
                    <a:pt x="6814422" y="5063769"/>
                  </a:lnTo>
                  <a:lnTo>
                    <a:pt x="6868512" y="5055296"/>
                  </a:lnTo>
                  <a:lnTo>
                    <a:pt x="6935602" y="5043705"/>
                  </a:lnTo>
                  <a:lnTo>
                    <a:pt x="7013627" y="5028760"/>
                  </a:lnTo>
                  <a:lnTo>
                    <a:pt x="7099770" y="5010361"/>
                  </a:lnTo>
                  <a:lnTo>
                    <a:pt x="7190903" y="4988509"/>
                  </a:lnTo>
                  <a:lnTo>
                    <a:pt x="7283987" y="4963262"/>
                  </a:lnTo>
                  <a:lnTo>
                    <a:pt x="7376382" y="4934690"/>
                  </a:lnTo>
                  <a:lnTo>
                    <a:pt x="7466010" y="4902826"/>
                  </a:lnTo>
                  <a:lnTo>
                    <a:pt x="7551408" y="4867635"/>
                  </a:lnTo>
                  <a:lnTo>
                    <a:pt x="7631683" y="4828995"/>
                  </a:lnTo>
                  <a:lnTo>
                    <a:pt x="7706422" y="4786681"/>
                  </a:lnTo>
                  <a:lnTo>
                    <a:pt x="7775589" y="4740368"/>
                  </a:lnTo>
                  <a:lnTo>
                    <a:pt x="7839413" y="4689629"/>
                  </a:lnTo>
                  <a:lnTo>
                    <a:pt x="7898308" y="4633949"/>
                  </a:lnTo>
                  <a:lnTo>
                    <a:pt x="7952798" y="4572736"/>
                  </a:lnTo>
                  <a:lnTo>
                    <a:pt x="8003466" y="4505357"/>
                  </a:lnTo>
                  <a:lnTo>
                    <a:pt x="8050914" y="4431180"/>
                  </a:lnTo>
                  <a:lnTo>
                    <a:pt x="8095730" y="4349653"/>
                  </a:lnTo>
                  <a:lnTo>
                    <a:pt x="8138460" y="4260421"/>
                  </a:lnTo>
                  <a:lnTo>
                    <a:pt x="8151487" y="4230888"/>
                  </a:lnTo>
                  <a:lnTo>
                    <a:pt x="8180794" y="4160418"/>
                  </a:lnTo>
                  <a:lnTo>
                    <a:pt x="8209492" y="4085919"/>
                  </a:lnTo>
                  <a:lnTo>
                    <a:pt x="8237708" y="4007311"/>
                  </a:lnTo>
                  <a:lnTo>
                    <a:pt x="8265555" y="3924553"/>
                  </a:lnTo>
                  <a:lnTo>
                    <a:pt x="8293123" y="3837642"/>
                  </a:lnTo>
                  <a:lnTo>
                    <a:pt x="8320492" y="3746624"/>
                  </a:lnTo>
                  <a:lnTo>
                    <a:pt x="8347724" y="3651590"/>
                  </a:lnTo>
                  <a:lnTo>
                    <a:pt x="8374873" y="3552682"/>
                  </a:lnTo>
                  <a:lnTo>
                    <a:pt x="8401979" y="3450095"/>
                  </a:lnTo>
                  <a:lnTo>
                    <a:pt x="8429072" y="3344075"/>
                  </a:lnTo>
                  <a:lnTo>
                    <a:pt x="8456176" y="3234919"/>
                  </a:lnTo>
                  <a:lnTo>
                    <a:pt x="8483304" y="3122973"/>
                  </a:lnTo>
                  <a:lnTo>
                    <a:pt x="8510463" y="3008630"/>
                  </a:lnTo>
                  <a:lnTo>
                    <a:pt x="8537653" y="2892322"/>
                  </a:lnTo>
                  <a:lnTo>
                    <a:pt x="8564872" y="2774514"/>
                  </a:lnTo>
                  <a:lnTo>
                    <a:pt x="8592112" y="2655700"/>
                  </a:lnTo>
                  <a:lnTo>
                    <a:pt x="8619362" y="2536389"/>
                  </a:lnTo>
                  <a:lnTo>
                    <a:pt x="8646612" y="2417103"/>
                  </a:lnTo>
                  <a:lnTo>
                    <a:pt x="8673850" y="2298359"/>
                  </a:lnTo>
                  <a:lnTo>
                    <a:pt x="8701067" y="2180667"/>
                  </a:lnTo>
                  <a:lnTo>
                    <a:pt x="8728255" y="2064518"/>
                  </a:lnTo>
                  <a:lnTo>
                    <a:pt x="8755410" y="1950375"/>
                  </a:lnTo>
                  <a:lnTo>
                    <a:pt x="8782536" y="1838667"/>
                  </a:lnTo>
                  <a:lnTo>
                    <a:pt x="8809638" y="1729782"/>
                  </a:lnTo>
                  <a:lnTo>
                    <a:pt x="8836732" y="1624062"/>
                  </a:lnTo>
                  <a:lnTo>
                    <a:pt x="8863840" y="1521799"/>
                  </a:lnTo>
                  <a:lnTo>
                    <a:pt x="8890994" y="1423235"/>
                  </a:lnTo>
                  <a:lnTo>
                    <a:pt x="8918237" y="1328560"/>
                  </a:lnTo>
                  <a:lnTo>
                    <a:pt x="8945620" y="1237911"/>
                  </a:lnTo>
                  <a:lnTo>
                    <a:pt x="8973211" y="1151376"/>
                  </a:lnTo>
                  <a:lnTo>
                    <a:pt x="9001086" y="1068994"/>
                  </a:lnTo>
                  <a:lnTo>
                    <a:pt x="9029342" y="990761"/>
                  </a:lnTo>
                  <a:lnTo>
                    <a:pt x="9058089" y="916632"/>
                  </a:lnTo>
                  <a:lnTo>
                    <a:pt x="9084767" y="852716"/>
                  </a:lnTo>
                  <a:lnTo>
                    <a:pt x="9126944" y="761052"/>
                  </a:lnTo>
                  <a:lnTo>
                    <a:pt x="9171051" y="677138"/>
                  </a:lnTo>
                  <a:lnTo>
                    <a:pt x="9217613" y="600712"/>
                  </a:lnTo>
                  <a:lnTo>
                    <a:pt x="9267208" y="531271"/>
                  </a:lnTo>
                  <a:lnTo>
                    <a:pt x="9320438" y="468197"/>
                  </a:lnTo>
                  <a:lnTo>
                    <a:pt x="9377893" y="410850"/>
                  </a:lnTo>
                  <a:lnTo>
                    <a:pt x="9440123" y="358623"/>
                  </a:lnTo>
                  <a:lnTo>
                    <a:pt x="9507582" y="310975"/>
                  </a:lnTo>
                  <a:lnTo>
                    <a:pt x="9580566" y="267449"/>
                  </a:lnTo>
                  <a:lnTo>
                    <a:pt x="9659133" y="227688"/>
                  </a:lnTo>
                  <a:lnTo>
                    <a:pt x="9742998" y="191435"/>
                  </a:lnTo>
                  <a:lnTo>
                    <a:pt x="9831431" y="158537"/>
                  </a:lnTo>
                  <a:lnTo>
                    <a:pt x="9923154" y="128933"/>
                  </a:lnTo>
                  <a:lnTo>
                    <a:pt x="10016282" y="102638"/>
                  </a:lnTo>
                  <a:lnTo>
                    <a:pt x="10108338" y="79716"/>
                  </a:lnTo>
                  <a:lnTo>
                    <a:pt x="10196383" y="60232"/>
                  </a:lnTo>
                  <a:lnTo>
                    <a:pt x="10277276" y="44211"/>
                  </a:lnTo>
                  <a:lnTo>
                    <a:pt x="10348056" y="31588"/>
                  </a:lnTo>
                  <a:lnTo>
                    <a:pt x="10406377" y="22172"/>
                  </a:lnTo>
                  <a:lnTo>
                    <a:pt x="10450909" y="15636"/>
                  </a:lnTo>
                  <a:lnTo>
                    <a:pt x="10481600" y="11525"/>
                  </a:lnTo>
                  <a:lnTo>
                    <a:pt x="10499758" y="9299"/>
                  </a:lnTo>
                  <a:lnTo>
                    <a:pt x="10507958" y="8375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9034" y="89"/>
                  </a:lnTo>
                  <a:lnTo>
                    <a:pt x="10503243" y="724"/>
                  </a:lnTo>
                  <a:lnTo>
                    <a:pt x="10488536" y="2479"/>
                  </a:lnTo>
                  <a:lnTo>
                    <a:pt x="10461972" y="5939"/>
                  </a:lnTo>
                  <a:lnTo>
                    <a:pt x="10421832" y="11662"/>
                  </a:lnTo>
                  <a:lnTo>
                    <a:pt x="10367741" y="20135"/>
                  </a:lnTo>
                  <a:lnTo>
                    <a:pt x="10300651" y="31726"/>
                  </a:lnTo>
                  <a:lnTo>
                    <a:pt x="10222626" y="46671"/>
                  </a:lnTo>
                  <a:lnTo>
                    <a:pt x="10136483" y="65070"/>
                  </a:lnTo>
                  <a:lnTo>
                    <a:pt x="10045350" y="86922"/>
                  </a:lnTo>
                  <a:lnTo>
                    <a:pt x="9952266" y="112169"/>
                  </a:lnTo>
                  <a:lnTo>
                    <a:pt x="9859871" y="140741"/>
                  </a:lnTo>
                  <a:lnTo>
                    <a:pt x="9770243" y="172605"/>
                  </a:lnTo>
                  <a:lnTo>
                    <a:pt x="9684845" y="207796"/>
                  </a:lnTo>
                  <a:lnTo>
                    <a:pt x="9604570" y="246436"/>
                  </a:lnTo>
                  <a:lnTo>
                    <a:pt x="9529831" y="288750"/>
                  </a:lnTo>
                  <a:lnTo>
                    <a:pt x="9460664" y="335063"/>
                  </a:lnTo>
                  <a:lnTo>
                    <a:pt x="9396840" y="385802"/>
                  </a:lnTo>
                  <a:lnTo>
                    <a:pt x="9337945" y="441482"/>
                  </a:lnTo>
                  <a:lnTo>
                    <a:pt x="9283455" y="502695"/>
                  </a:lnTo>
                  <a:lnTo>
                    <a:pt x="9232787" y="570074"/>
                  </a:lnTo>
                  <a:lnTo>
                    <a:pt x="9185339" y="644251"/>
                  </a:lnTo>
                  <a:lnTo>
                    <a:pt x="9140523" y="725778"/>
                  </a:lnTo>
                  <a:lnTo>
                    <a:pt x="9097794" y="815010"/>
                  </a:lnTo>
                  <a:lnTo>
                    <a:pt x="9084767" y="844543"/>
                  </a:lnTo>
                  <a:lnTo>
                    <a:pt x="9055459" y="915013"/>
                  </a:lnTo>
                  <a:lnTo>
                    <a:pt x="9026762" y="989512"/>
                  </a:lnTo>
                  <a:lnTo>
                    <a:pt x="8998545" y="1068120"/>
                  </a:lnTo>
                  <a:lnTo>
                    <a:pt x="8970698" y="1150878"/>
                  </a:lnTo>
                  <a:lnTo>
                    <a:pt x="8943130" y="1237789"/>
                  </a:lnTo>
                  <a:lnTo>
                    <a:pt x="8915761" y="1328807"/>
                  </a:lnTo>
                  <a:lnTo>
                    <a:pt x="8888529" y="1423841"/>
                  </a:lnTo>
                  <a:lnTo>
                    <a:pt x="8861380" y="1522749"/>
                  </a:lnTo>
                  <a:lnTo>
                    <a:pt x="8834275" y="1625336"/>
                  </a:lnTo>
                  <a:lnTo>
                    <a:pt x="8807181" y="1731356"/>
                  </a:lnTo>
                  <a:lnTo>
                    <a:pt x="8780077" y="1840512"/>
                  </a:lnTo>
                  <a:lnTo>
                    <a:pt x="8752949" y="1952458"/>
                  </a:lnTo>
                  <a:lnTo>
                    <a:pt x="8725791" y="2066801"/>
                  </a:lnTo>
                  <a:lnTo>
                    <a:pt x="8698600" y="2183109"/>
                  </a:lnTo>
                  <a:lnTo>
                    <a:pt x="8671381" y="2300917"/>
                  </a:lnTo>
                  <a:lnTo>
                    <a:pt x="8644141" y="2419731"/>
                  </a:lnTo>
                  <a:lnTo>
                    <a:pt x="8616891" y="2539041"/>
                  </a:lnTo>
                  <a:lnTo>
                    <a:pt x="8589641" y="2658328"/>
                  </a:lnTo>
                  <a:lnTo>
                    <a:pt x="8562403" y="2777072"/>
                  </a:lnTo>
                  <a:lnTo>
                    <a:pt x="8535187" y="2894764"/>
                  </a:lnTo>
                  <a:lnTo>
                    <a:pt x="8507999" y="3010913"/>
                  </a:lnTo>
                  <a:lnTo>
                    <a:pt x="8480843" y="3125056"/>
                  </a:lnTo>
                  <a:lnTo>
                    <a:pt x="8453718" y="3236764"/>
                  </a:lnTo>
                  <a:lnTo>
                    <a:pt x="8426615" y="3345649"/>
                  </a:lnTo>
                  <a:lnTo>
                    <a:pt x="8399522" y="3451369"/>
                  </a:lnTo>
                  <a:lnTo>
                    <a:pt x="8372414" y="3553632"/>
                  </a:lnTo>
                  <a:lnTo>
                    <a:pt x="8345259" y="3652196"/>
                  </a:lnTo>
                  <a:lnTo>
                    <a:pt x="8318017" y="3746871"/>
                  </a:lnTo>
                  <a:lnTo>
                    <a:pt x="8290633" y="3837520"/>
                  </a:lnTo>
                  <a:lnTo>
                    <a:pt x="8263043" y="3924055"/>
                  </a:lnTo>
                  <a:lnTo>
                    <a:pt x="8235167" y="4006437"/>
                  </a:lnTo>
                  <a:lnTo>
                    <a:pt x="8206911" y="4084669"/>
                  </a:lnTo>
                  <a:lnTo>
                    <a:pt x="8178164" y="4158799"/>
                  </a:lnTo>
                  <a:lnTo>
                    <a:pt x="8151487" y="4222715"/>
                  </a:lnTo>
                  <a:lnTo>
                    <a:pt x="8109309" y="4314378"/>
                  </a:lnTo>
                  <a:lnTo>
                    <a:pt x="8065202" y="4398293"/>
                  </a:lnTo>
                  <a:lnTo>
                    <a:pt x="8018640" y="4474719"/>
                  </a:lnTo>
                  <a:lnTo>
                    <a:pt x="7969045" y="4544160"/>
                  </a:lnTo>
                  <a:lnTo>
                    <a:pt x="7915816" y="4607234"/>
                  </a:lnTo>
                  <a:lnTo>
                    <a:pt x="7858360" y="4664581"/>
                  </a:lnTo>
                  <a:lnTo>
                    <a:pt x="7796130" y="4716808"/>
                  </a:lnTo>
                  <a:lnTo>
                    <a:pt x="7728671" y="4764456"/>
                  </a:lnTo>
                  <a:lnTo>
                    <a:pt x="7655687" y="4807982"/>
                  </a:lnTo>
                  <a:lnTo>
                    <a:pt x="7577121" y="4847743"/>
                  </a:lnTo>
                  <a:lnTo>
                    <a:pt x="7493255" y="4883996"/>
                  </a:lnTo>
                  <a:lnTo>
                    <a:pt x="7404823" y="4916894"/>
                  </a:lnTo>
                  <a:lnTo>
                    <a:pt x="7313100" y="4946498"/>
                  </a:lnTo>
                  <a:lnTo>
                    <a:pt x="7219972" y="4972792"/>
                  </a:lnTo>
                  <a:lnTo>
                    <a:pt x="7127915" y="4995715"/>
                  </a:lnTo>
                  <a:lnTo>
                    <a:pt x="7039870" y="5015199"/>
                  </a:lnTo>
                  <a:lnTo>
                    <a:pt x="6958977" y="5031220"/>
                  </a:lnTo>
                  <a:lnTo>
                    <a:pt x="6888198" y="5043843"/>
                  </a:lnTo>
                  <a:lnTo>
                    <a:pt x="6829877" y="5053259"/>
                  </a:lnTo>
                  <a:lnTo>
                    <a:pt x="6785344" y="5059795"/>
                  </a:lnTo>
                  <a:lnTo>
                    <a:pt x="6754653" y="5063906"/>
                  </a:lnTo>
                  <a:lnTo>
                    <a:pt x="6736495" y="5066132"/>
                  </a:lnTo>
                  <a:lnTo>
                    <a:pt x="6728296" y="5067055"/>
                  </a:lnTo>
                  <a:lnTo>
                    <a:pt x="6726343" y="5067258"/>
                  </a:lnTo>
                  <a:lnTo>
                    <a:pt x="5254955" y="5067258"/>
                  </a:lnTo>
                  <a:lnTo>
                    <a:pt x="5254012" y="5067183"/>
                  </a:lnTo>
                  <a:lnTo>
                    <a:pt x="5247788" y="5066643"/>
                  </a:lnTo>
                  <a:lnTo>
                    <a:pt x="5232012" y="5065153"/>
                  </a:lnTo>
                  <a:lnTo>
                    <a:pt x="5203594" y="5062216"/>
                  </a:lnTo>
                  <a:lnTo>
                    <a:pt x="5160807" y="5057363"/>
                  </a:lnTo>
                  <a:lnTo>
                    <a:pt x="5103413" y="5050191"/>
                  </a:lnTo>
                  <a:lnTo>
                    <a:pt x="5032621" y="5040402"/>
                  </a:lnTo>
                  <a:lnTo>
                    <a:pt x="4950817" y="5027817"/>
                  </a:lnTo>
                  <a:lnTo>
                    <a:pt x="4861133" y="5012369"/>
                  </a:lnTo>
                  <a:lnTo>
                    <a:pt x="4766952" y="4994072"/>
                  </a:lnTo>
                  <a:lnTo>
                    <a:pt x="4671467" y="4972982"/>
                  </a:lnTo>
                  <a:lnTo>
                    <a:pt x="4577375" y="4949152"/>
                  </a:lnTo>
                  <a:lnTo>
                    <a:pt x="4486722" y="4922597"/>
                  </a:lnTo>
                  <a:lnTo>
                    <a:pt x="4400884" y="4893264"/>
                  </a:lnTo>
                  <a:lnTo>
                    <a:pt x="4320634" y="4861022"/>
                  </a:lnTo>
                  <a:lnTo>
                    <a:pt x="4246257" y="4825647"/>
                  </a:lnTo>
                  <a:lnTo>
                    <a:pt x="4177667" y="4786830"/>
                  </a:lnTo>
                  <a:lnTo>
                    <a:pt x="4114524" y="4744176"/>
                  </a:lnTo>
                  <a:lnTo>
                    <a:pt x="4056322" y="4697218"/>
                  </a:lnTo>
                  <a:lnTo>
                    <a:pt x="4002461" y="4645433"/>
                  </a:lnTo>
                  <a:lnTo>
                    <a:pt x="3952298" y="4588279"/>
                  </a:lnTo>
                  <a:lnTo>
                    <a:pt x="3905189" y="4525245"/>
                  </a:lnTo>
                  <a:lnTo>
                    <a:pt x="3860520" y="4455940"/>
                  </a:lnTo>
                  <a:lnTo>
                    <a:pt x="3829811" y="4402521"/>
                  </a:lnTo>
                  <a:lnTo>
                    <a:pt x="3797169" y="4340462"/>
                  </a:lnTo>
                  <a:lnTo>
                    <a:pt x="3765266" y="4274448"/>
                  </a:lnTo>
                  <a:lnTo>
                    <a:pt x="3733928" y="4204400"/>
                  </a:lnTo>
                  <a:lnTo>
                    <a:pt x="3703008" y="4130285"/>
                  </a:lnTo>
                  <a:lnTo>
                    <a:pt x="3672388" y="4052120"/>
                  </a:lnTo>
                  <a:lnTo>
                    <a:pt x="3641970" y="3969981"/>
                  </a:lnTo>
                  <a:lnTo>
                    <a:pt x="3611674" y="3884003"/>
                  </a:lnTo>
                  <a:lnTo>
                    <a:pt x="3581441" y="3794384"/>
                  </a:lnTo>
                  <a:lnTo>
                    <a:pt x="3551225" y="3701384"/>
                  </a:lnTo>
                  <a:lnTo>
                    <a:pt x="3520997" y="3605327"/>
                  </a:lnTo>
                  <a:lnTo>
                    <a:pt x="3490737" y="3506596"/>
                  </a:lnTo>
                  <a:lnTo>
                    <a:pt x="3460437" y="3405628"/>
                  </a:lnTo>
                  <a:lnTo>
                    <a:pt x="3430099" y="3302908"/>
                  </a:lnTo>
                  <a:lnTo>
                    <a:pt x="3399730" y="3198958"/>
                  </a:lnTo>
                  <a:lnTo>
                    <a:pt x="3369343" y="3094328"/>
                  </a:lnTo>
                  <a:lnTo>
                    <a:pt x="3338953" y="2989582"/>
                  </a:lnTo>
                  <a:lnTo>
                    <a:pt x="3308575" y="2885288"/>
                  </a:lnTo>
                  <a:lnTo>
                    <a:pt x="3278223" y="2782004"/>
                  </a:lnTo>
                  <a:lnTo>
                    <a:pt x="3247907" y="2680263"/>
                  </a:lnTo>
                  <a:lnTo>
                    <a:pt x="3217631" y="2580568"/>
                  </a:lnTo>
                  <a:lnTo>
                    <a:pt x="3187392" y="2483376"/>
                  </a:lnTo>
                  <a:lnTo>
                    <a:pt x="3157174" y="2389092"/>
                  </a:lnTo>
                  <a:lnTo>
                    <a:pt x="3126952" y="2298064"/>
                  </a:lnTo>
                  <a:lnTo>
                    <a:pt x="3096688" y="2210580"/>
                  </a:lnTo>
                  <a:lnTo>
                    <a:pt x="3066328" y="2126862"/>
                  </a:lnTo>
                  <a:lnTo>
                    <a:pt x="3035800" y="2047071"/>
                  </a:lnTo>
                  <a:lnTo>
                    <a:pt x="3005016" y="1971306"/>
                  </a:lnTo>
                  <a:lnTo>
                    <a:pt x="2973864" y="1899607"/>
                  </a:lnTo>
                  <a:lnTo>
                    <a:pt x="2942210" y="1831962"/>
                  </a:lnTo>
                  <a:lnTo>
                    <a:pt x="2909891" y="1768309"/>
                  </a:lnTo>
                  <a:lnTo>
                    <a:pt x="2896531" y="1743572"/>
                  </a:lnTo>
                  <a:lnTo>
                    <a:pt x="2853265" y="1669681"/>
                  </a:lnTo>
                  <a:lnTo>
                    <a:pt x="2807958" y="1602198"/>
                  </a:lnTo>
                  <a:lnTo>
                    <a:pt x="2760040" y="1540893"/>
                  </a:lnTo>
                  <a:lnTo>
                    <a:pt x="2708886" y="1485329"/>
                  </a:lnTo>
                  <a:lnTo>
                    <a:pt x="2653848" y="1434979"/>
                  </a:lnTo>
                  <a:lnTo>
                    <a:pt x="2594292" y="1389303"/>
                  </a:lnTo>
                  <a:lnTo>
                    <a:pt x="2529637" y="1347791"/>
                  </a:lnTo>
                  <a:lnTo>
                    <a:pt x="2459418" y="1309995"/>
                  </a:lnTo>
                  <a:lnTo>
                    <a:pt x="2383356" y="1275544"/>
                  </a:lnTo>
                  <a:lnTo>
                    <a:pt x="2301460" y="1244152"/>
                  </a:lnTo>
                  <a:lnTo>
                    <a:pt x="2214141" y="1215624"/>
                  </a:lnTo>
                  <a:lnTo>
                    <a:pt x="2122336" y="1189850"/>
                  </a:lnTo>
                  <a:lnTo>
                    <a:pt x="2027607" y="1166800"/>
                  </a:lnTo>
                  <a:lnTo>
                    <a:pt x="1932194" y="1146502"/>
                  </a:lnTo>
                  <a:lnTo>
                    <a:pt x="1838957" y="1129015"/>
                  </a:lnTo>
                  <a:lnTo>
                    <a:pt x="1751183" y="1114387"/>
                  </a:lnTo>
                  <a:lnTo>
                    <a:pt x="1672231" y="1102613"/>
                  </a:lnTo>
                  <a:lnTo>
                    <a:pt x="1605072" y="1093596"/>
                  </a:lnTo>
                  <a:lnTo>
                    <a:pt x="1551792" y="1087122"/>
                  </a:lnTo>
                  <a:lnTo>
                    <a:pt x="1513203" y="1082862"/>
                  </a:lnTo>
                  <a:lnTo>
                    <a:pt x="1488640" y="1080388"/>
                  </a:lnTo>
                  <a:lnTo>
                    <a:pt x="1475966" y="1079221"/>
                  </a:lnTo>
                  <a:lnTo>
                    <a:pt x="1471736" y="1078863"/>
                  </a:lnTo>
                  <a:lnTo>
                    <a:pt x="1471387" y="1078835"/>
                  </a:lnTo>
                  <a:lnTo>
                    <a:pt x="0" y="1078835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48" name="pl48"/>
            <p:cNvSpPr/>
            <p:nvPr/>
          </p:nvSpPr>
          <p:spPr>
            <a:xfrm>
              <a:off x="4799595" y="5600918"/>
              <a:ext cx="11981298" cy="5067258"/>
            </a:xfrm>
            <a:custGeom>
              <a:avLst/>
              <a:pathLst>
                <a:path w="11981298" h="5067258">
                  <a:moveTo>
                    <a:pt x="0" y="1078835"/>
                  </a:moveTo>
                  <a:lnTo>
                    <a:pt x="1471387" y="1078835"/>
                  </a:lnTo>
                  <a:lnTo>
                    <a:pt x="1472330" y="1078911"/>
                  </a:lnTo>
                  <a:lnTo>
                    <a:pt x="1478555" y="1079450"/>
                  </a:lnTo>
                  <a:lnTo>
                    <a:pt x="1494330" y="1080941"/>
                  </a:lnTo>
                  <a:lnTo>
                    <a:pt x="1522748" y="1083877"/>
                  </a:lnTo>
                  <a:lnTo>
                    <a:pt x="1565536" y="1088731"/>
                  </a:lnTo>
                  <a:lnTo>
                    <a:pt x="1622929" y="1095903"/>
                  </a:lnTo>
                  <a:lnTo>
                    <a:pt x="1693721" y="1105692"/>
                  </a:lnTo>
                  <a:lnTo>
                    <a:pt x="1775525" y="1118277"/>
                  </a:lnTo>
                  <a:lnTo>
                    <a:pt x="1865209" y="1133725"/>
                  </a:lnTo>
                  <a:lnTo>
                    <a:pt x="1959390" y="1152022"/>
                  </a:lnTo>
                  <a:lnTo>
                    <a:pt x="2054875" y="1173112"/>
                  </a:lnTo>
                  <a:lnTo>
                    <a:pt x="2148967" y="1196941"/>
                  </a:lnTo>
                  <a:lnTo>
                    <a:pt x="2239620" y="1223497"/>
                  </a:lnTo>
                  <a:lnTo>
                    <a:pt x="2325458" y="1252829"/>
                  </a:lnTo>
                  <a:lnTo>
                    <a:pt x="2405708" y="1285072"/>
                  </a:lnTo>
                  <a:lnTo>
                    <a:pt x="2480085" y="1320447"/>
                  </a:lnTo>
                  <a:lnTo>
                    <a:pt x="2548675" y="1359264"/>
                  </a:lnTo>
                  <a:lnTo>
                    <a:pt x="2611818" y="1401918"/>
                  </a:lnTo>
                  <a:lnTo>
                    <a:pt x="2670020" y="1448876"/>
                  </a:lnTo>
                  <a:lnTo>
                    <a:pt x="2723881" y="1500661"/>
                  </a:lnTo>
                  <a:lnTo>
                    <a:pt x="2774044" y="1557815"/>
                  </a:lnTo>
                  <a:lnTo>
                    <a:pt x="2821154" y="1620849"/>
                  </a:lnTo>
                  <a:lnTo>
                    <a:pt x="2865822" y="1690154"/>
                  </a:lnTo>
                  <a:lnTo>
                    <a:pt x="2896531" y="1743572"/>
                  </a:lnTo>
                  <a:lnTo>
                    <a:pt x="2929173" y="1805632"/>
                  </a:lnTo>
                  <a:lnTo>
                    <a:pt x="2961076" y="1871646"/>
                  </a:lnTo>
                  <a:lnTo>
                    <a:pt x="2992414" y="1941693"/>
                  </a:lnTo>
                  <a:lnTo>
                    <a:pt x="3023334" y="2015809"/>
                  </a:lnTo>
                  <a:lnTo>
                    <a:pt x="3053954" y="2093973"/>
                  </a:lnTo>
                  <a:lnTo>
                    <a:pt x="3084372" y="2176112"/>
                  </a:lnTo>
                  <a:lnTo>
                    <a:pt x="3114668" y="2262090"/>
                  </a:lnTo>
                  <a:lnTo>
                    <a:pt x="3144901" y="2351710"/>
                  </a:lnTo>
                  <a:lnTo>
                    <a:pt x="3175117" y="2444710"/>
                  </a:lnTo>
                  <a:lnTo>
                    <a:pt x="3205345" y="2540767"/>
                  </a:lnTo>
                  <a:lnTo>
                    <a:pt x="3235606" y="2639498"/>
                  </a:lnTo>
                  <a:lnTo>
                    <a:pt x="3265905" y="2740465"/>
                  </a:lnTo>
                  <a:lnTo>
                    <a:pt x="3296243" y="2843185"/>
                  </a:lnTo>
                  <a:lnTo>
                    <a:pt x="3326612" y="2947135"/>
                  </a:lnTo>
                  <a:lnTo>
                    <a:pt x="3356999" y="3051766"/>
                  </a:lnTo>
                  <a:lnTo>
                    <a:pt x="3387389" y="3156512"/>
                  </a:lnTo>
                  <a:lnTo>
                    <a:pt x="3417767" y="3260806"/>
                  </a:lnTo>
                  <a:lnTo>
                    <a:pt x="3448119" y="3364090"/>
                  </a:lnTo>
                  <a:lnTo>
                    <a:pt x="3478435" y="3465830"/>
                  </a:lnTo>
                  <a:lnTo>
                    <a:pt x="3508711" y="3565525"/>
                  </a:lnTo>
                  <a:lnTo>
                    <a:pt x="3538950" y="3662718"/>
                  </a:lnTo>
                  <a:lnTo>
                    <a:pt x="3569168" y="3757002"/>
                  </a:lnTo>
                  <a:lnTo>
                    <a:pt x="3599390" y="3848029"/>
                  </a:lnTo>
                  <a:lnTo>
                    <a:pt x="3629654" y="3935514"/>
                  </a:lnTo>
                  <a:lnTo>
                    <a:pt x="3660014" y="4019232"/>
                  </a:lnTo>
                  <a:lnTo>
                    <a:pt x="3690542" y="4099023"/>
                  </a:lnTo>
                  <a:lnTo>
                    <a:pt x="3721326" y="4174788"/>
                  </a:lnTo>
                  <a:lnTo>
                    <a:pt x="3752478" y="4246487"/>
                  </a:lnTo>
                  <a:lnTo>
                    <a:pt x="3784132" y="4314132"/>
                  </a:lnTo>
                  <a:lnTo>
                    <a:pt x="3816451" y="4377785"/>
                  </a:lnTo>
                  <a:lnTo>
                    <a:pt x="3829811" y="4402521"/>
                  </a:lnTo>
                  <a:lnTo>
                    <a:pt x="3873077" y="4476412"/>
                  </a:lnTo>
                  <a:lnTo>
                    <a:pt x="3918384" y="4543896"/>
                  </a:lnTo>
                  <a:lnTo>
                    <a:pt x="3966302" y="4605201"/>
                  </a:lnTo>
                  <a:lnTo>
                    <a:pt x="4017456" y="4660765"/>
                  </a:lnTo>
                  <a:lnTo>
                    <a:pt x="4072494" y="4711114"/>
                  </a:lnTo>
                  <a:lnTo>
                    <a:pt x="4132050" y="4756791"/>
                  </a:lnTo>
                  <a:lnTo>
                    <a:pt x="4196705" y="4798303"/>
                  </a:lnTo>
                  <a:lnTo>
                    <a:pt x="4266924" y="4836098"/>
                  </a:lnTo>
                  <a:lnTo>
                    <a:pt x="4342987" y="4870550"/>
                  </a:lnTo>
                  <a:lnTo>
                    <a:pt x="4424882" y="4901942"/>
                  </a:lnTo>
                  <a:lnTo>
                    <a:pt x="4512201" y="4930470"/>
                  </a:lnTo>
                  <a:lnTo>
                    <a:pt x="4604006" y="4956244"/>
                  </a:lnTo>
                  <a:lnTo>
                    <a:pt x="4698735" y="4979294"/>
                  </a:lnTo>
                  <a:lnTo>
                    <a:pt x="4794149" y="4999592"/>
                  </a:lnTo>
                  <a:lnTo>
                    <a:pt x="4887385" y="5017079"/>
                  </a:lnTo>
                  <a:lnTo>
                    <a:pt x="4975159" y="5031707"/>
                  </a:lnTo>
                  <a:lnTo>
                    <a:pt x="5054111" y="5043481"/>
                  </a:lnTo>
                  <a:lnTo>
                    <a:pt x="5121271" y="5052498"/>
                  </a:lnTo>
                  <a:lnTo>
                    <a:pt x="5174551" y="5058971"/>
                  </a:lnTo>
                  <a:lnTo>
                    <a:pt x="5213139" y="5063232"/>
                  </a:lnTo>
                  <a:lnTo>
                    <a:pt x="5237702" y="5065705"/>
                  </a:lnTo>
                  <a:lnTo>
                    <a:pt x="5250376" y="5066873"/>
                  </a:lnTo>
                  <a:lnTo>
                    <a:pt x="5254607" y="5067231"/>
                  </a:lnTo>
                  <a:lnTo>
                    <a:pt x="5254955" y="5067258"/>
                  </a:lnTo>
                  <a:lnTo>
                    <a:pt x="6726343" y="5067258"/>
                  </a:lnTo>
                  <a:lnTo>
                    <a:pt x="6727219" y="5067169"/>
                  </a:lnTo>
                  <a:lnTo>
                    <a:pt x="6733010" y="5066534"/>
                  </a:lnTo>
                  <a:lnTo>
                    <a:pt x="6747718" y="5064779"/>
                  </a:lnTo>
                  <a:lnTo>
                    <a:pt x="6774282" y="5061319"/>
                  </a:lnTo>
                  <a:lnTo>
                    <a:pt x="6814422" y="5055596"/>
                  </a:lnTo>
                  <a:lnTo>
                    <a:pt x="6868512" y="5047123"/>
                  </a:lnTo>
                  <a:lnTo>
                    <a:pt x="6935602" y="5035532"/>
                  </a:lnTo>
                  <a:lnTo>
                    <a:pt x="7013627" y="5020587"/>
                  </a:lnTo>
                  <a:lnTo>
                    <a:pt x="7099770" y="5002188"/>
                  </a:lnTo>
                  <a:lnTo>
                    <a:pt x="7190903" y="4980336"/>
                  </a:lnTo>
                  <a:lnTo>
                    <a:pt x="7283987" y="4955089"/>
                  </a:lnTo>
                  <a:lnTo>
                    <a:pt x="7376382" y="4926517"/>
                  </a:lnTo>
                  <a:lnTo>
                    <a:pt x="7466010" y="4894653"/>
                  </a:lnTo>
                  <a:lnTo>
                    <a:pt x="7551408" y="4859462"/>
                  </a:lnTo>
                  <a:lnTo>
                    <a:pt x="7631683" y="4820822"/>
                  </a:lnTo>
                  <a:lnTo>
                    <a:pt x="7706422" y="4778508"/>
                  </a:lnTo>
                  <a:lnTo>
                    <a:pt x="7775589" y="4732195"/>
                  </a:lnTo>
                  <a:lnTo>
                    <a:pt x="7839413" y="4681456"/>
                  </a:lnTo>
                  <a:lnTo>
                    <a:pt x="7898308" y="4625776"/>
                  </a:lnTo>
                  <a:lnTo>
                    <a:pt x="7952798" y="4564563"/>
                  </a:lnTo>
                  <a:lnTo>
                    <a:pt x="8003466" y="4497184"/>
                  </a:lnTo>
                  <a:lnTo>
                    <a:pt x="8050914" y="4423007"/>
                  </a:lnTo>
                  <a:lnTo>
                    <a:pt x="8095730" y="4341480"/>
                  </a:lnTo>
                  <a:lnTo>
                    <a:pt x="8138460" y="4252248"/>
                  </a:lnTo>
                  <a:lnTo>
                    <a:pt x="8151487" y="4222715"/>
                  </a:lnTo>
                  <a:lnTo>
                    <a:pt x="8180794" y="4152245"/>
                  </a:lnTo>
                  <a:lnTo>
                    <a:pt x="8209492" y="4077746"/>
                  </a:lnTo>
                  <a:lnTo>
                    <a:pt x="8237708" y="3999138"/>
                  </a:lnTo>
                  <a:lnTo>
                    <a:pt x="8265555" y="3916380"/>
                  </a:lnTo>
                  <a:lnTo>
                    <a:pt x="8293123" y="3829469"/>
                  </a:lnTo>
                  <a:lnTo>
                    <a:pt x="8320492" y="3738451"/>
                  </a:lnTo>
                  <a:lnTo>
                    <a:pt x="8347724" y="3643417"/>
                  </a:lnTo>
                  <a:lnTo>
                    <a:pt x="8374873" y="3544509"/>
                  </a:lnTo>
                  <a:lnTo>
                    <a:pt x="8401979" y="3441922"/>
                  </a:lnTo>
                  <a:lnTo>
                    <a:pt x="8429072" y="3335902"/>
                  </a:lnTo>
                  <a:lnTo>
                    <a:pt x="8456176" y="3226746"/>
                  </a:lnTo>
                  <a:lnTo>
                    <a:pt x="8483304" y="3114800"/>
                  </a:lnTo>
                  <a:lnTo>
                    <a:pt x="8510463" y="3000457"/>
                  </a:lnTo>
                  <a:lnTo>
                    <a:pt x="8537653" y="2884149"/>
                  </a:lnTo>
                  <a:lnTo>
                    <a:pt x="8564872" y="2766341"/>
                  </a:lnTo>
                  <a:lnTo>
                    <a:pt x="8592112" y="2647527"/>
                  </a:lnTo>
                  <a:lnTo>
                    <a:pt x="8619362" y="2528216"/>
                  </a:lnTo>
                  <a:lnTo>
                    <a:pt x="8646612" y="2408930"/>
                  </a:lnTo>
                  <a:lnTo>
                    <a:pt x="8673850" y="2290186"/>
                  </a:lnTo>
                  <a:lnTo>
                    <a:pt x="8701067" y="2172494"/>
                  </a:lnTo>
                  <a:lnTo>
                    <a:pt x="8728255" y="2056345"/>
                  </a:lnTo>
                  <a:lnTo>
                    <a:pt x="8755410" y="1942202"/>
                  </a:lnTo>
                  <a:lnTo>
                    <a:pt x="8782536" y="1830494"/>
                  </a:lnTo>
                  <a:lnTo>
                    <a:pt x="8809638" y="1721609"/>
                  </a:lnTo>
                  <a:lnTo>
                    <a:pt x="8836732" y="1615889"/>
                  </a:lnTo>
                  <a:lnTo>
                    <a:pt x="8863840" y="1513626"/>
                  </a:lnTo>
                  <a:lnTo>
                    <a:pt x="8890994" y="1415062"/>
                  </a:lnTo>
                  <a:lnTo>
                    <a:pt x="8918237" y="1320387"/>
                  </a:lnTo>
                  <a:lnTo>
                    <a:pt x="8945620" y="1229738"/>
                  </a:lnTo>
                  <a:lnTo>
                    <a:pt x="8973211" y="1143203"/>
                  </a:lnTo>
                  <a:lnTo>
                    <a:pt x="9001086" y="1060821"/>
                  </a:lnTo>
                  <a:lnTo>
                    <a:pt x="9029342" y="982588"/>
                  </a:lnTo>
                  <a:lnTo>
                    <a:pt x="9058089" y="908459"/>
                  </a:lnTo>
                  <a:lnTo>
                    <a:pt x="9084767" y="844543"/>
                  </a:lnTo>
                  <a:lnTo>
                    <a:pt x="9126944" y="752879"/>
                  </a:lnTo>
                  <a:lnTo>
                    <a:pt x="9171051" y="668965"/>
                  </a:lnTo>
                  <a:lnTo>
                    <a:pt x="9217613" y="592539"/>
                  </a:lnTo>
                  <a:lnTo>
                    <a:pt x="9267208" y="523098"/>
                  </a:lnTo>
                  <a:lnTo>
                    <a:pt x="9320438" y="460024"/>
                  </a:lnTo>
                  <a:lnTo>
                    <a:pt x="9377893" y="402677"/>
                  </a:lnTo>
                  <a:lnTo>
                    <a:pt x="9440123" y="350450"/>
                  </a:lnTo>
                  <a:lnTo>
                    <a:pt x="9507582" y="302802"/>
                  </a:lnTo>
                  <a:lnTo>
                    <a:pt x="9580566" y="259276"/>
                  </a:lnTo>
                  <a:lnTo>
                    <a:pt x="9659133" y="219515"/>
                  </a:lnTo>
                  <a:lnTo>
                    <a:pt x="9742998" y="183262"/>
                  </a:lnTo>
                  <a:lnTo>
                    <a:pt x="9831431" y="150364"/>
                  </a:lnTo>
                  <a:lnTo>
                    <a:pt x="9923154" y="120760"/>
                  </a:lnTo>
                  <a:lnTo>
                    <a:pt x="10016282" y="94465"/>
                  </a:lnTo>
                  <a:lnTo>
                    <a:pt x="10108338" y="71543"/>
                  </a:lnTo>
                  <a:lnTo>
                    <a:pt x="10196383" y="52059"/>
                  </a:lnTo>
                  <a:lnTo>
                    <a:pt x="10277276" y="36038"/>
                  </a:lnTo>
                  <a:lnTo>
                    <a:pt x="10348056" y="23415"/>
                  </a:lnTo>
                  <a:lnTo>
                    <a:pt x="10406377" y="13999"/>
                  </a:lnTo>
                  <a:lnTo>
                    <a:pt x="10450909" y="7463"/>
                  </a:lnTo>
                  <a:lnTo>
                    <a:pt x="10481600" y="3352"/>
                  </a:lnTo>
                  <a:lnTo>
                    <a:pt x="10499758" y="1126"/>
                  </a:lnTo>
                  <a:lnTo>
                    <a:pt x="10507958" y="202"/>
                  </a:lnTo>
                  <a:lnTo>
                    <a:pt x="10509883" y="2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9" name="pl49"/>
            <p:cNvSpPr/>
            <p:nvPr/>
          </p:nvSpPr>
          <p:spPr>
            <a:xfrm>
              <a:off x="4799595" y="5592745"/>
              <a:ext cx="11981298" cy="5067258"/>
            </a:xfrm>
            <a:custGeom>
              <a:avLst/>
              <a:pathLst>
                <a:path w="11981298" h="5067258">
                  <a:moveTo>
                    <a:pt x="11981298" y="0"/>
                  </a:moveTo>
                  <a:lnTo>
                    <a:pt x="10509911" y="0"/>
                  </a:lnTo>
                  <a:lnTo>
                    <a:pt x="10509034" y="89"/>
                  </a:lnTo>
                  <a:lnTo>
                    <a:pt x="10503243" y="724"/>
                  </a:lnTo>
                  <a:lnTo>
                    <a:pt x="10488536" y="2479"/>
                  </a:lnTo>
                  <a:lnTo>
                    <a:pt x="10461972" y="5939"/>
                  </a:lnTo>
                  <a:lnTo>
                    <a:pt x="10421832" y="11662"/>
                  </a:lnTo>
                  <a:lnTo>
                    <a:pt x="10367741" y="20135"/>
                  </a:lnTo>
                  <a:lnTo>
                    <a:pt x="10300651" y="31726"/>
                  </a:lnTo>
                  <a:lnTo>
                    <a:pt x="10222626" y="46671"/>
                  </a:lnTo>
                  <a:lnTo>
                    <a:pt x="10136483" y="65070"/>
                  </a:lnTo>
                  <a:lnTo>
                    <a:pt x="10045350" y="86922"/>
                  </a:lnTo>
                  <a:lnTo>
                    <a:pt x="9952266" y="112169"/>
                  </a:lnTo>
                  <a:lnTo>
                    <a:pt x="9859871" y="140741"/>
                  </a:lnTo>
                  <a:lnTo>
                    <a:pt x="9770243" y="172605"/>
                  </a:lnTo>
                  <a:lnTo>
                    <a:pt x="9684845" y="207796"/>
                  </a:lnTo>
                  <a:lnTo>
                    <a:pt x="9604570" y="246436"/>
                  </a:lnTo>
                  <a:lnTo>
                    <a:pt x="9529831" y="288750"/>
                  </a:lnTo>
                  <a:lnTo>
                    <a:pt x="9460664" y="335063"/>
                  </a:lnTo>
                  <a:lnTo>
                    <a:pt x="9396840" y="385802"/>
                  </a:lnTo>
                  <a:lnTo>
                    <a:pt x="9337945" y="441482"/>
                  </a:lnTo>
                  <a:lnTo>
                    <a:pt x="9283455" y="502695"/>
                  </a:lnTo>
                  <a:lnTo>
                    <a:pt x="9232787" y="570074"/>
                  </a:lnTo>
                  <a:lnTo>
                    <a:pt x="9185339" y="644251"/>
                  </a:lnTo>
                  <a:lnTo>
                    <a:pt x="9140523" y="725778"/>
                  </a:lnTo>
                  <a:lnTo>
                    <a:pt x="9097794" y="815010"/>
                  </a:lnTo>
                  <a:lnTo>
                    <a:pt x="9084767" y="844543"/>
                  </a:lnTo>
                  <a:lnTo>
                    <a:pt x="9055459" y="915013"/>
                  </a:lnTo>
                  <a:lnTo>
                    <a:pt x="9026762" y="989512"/>
                  </a:lnTo>
                  <a:lnTo>
                    <a:pt x="8998545" y="1068120"/>
                  </a:lnTo>
                  <a:lnTo>
                    <a:pt x="8970698" y="1150878"/>
                  </a:lnTo>
                  <a:lnTo>
                    <a:pt x="8943130" y="1237789"/>
                  </a:lnTo>
                  <a:lnTo>
                    <a:pt x="8915761" y="1328807"/>
                  </a:lnTo>
                  <a:lnTo>
                    <a:pt x="8888529" y="1423841"/>
                  </a:lnTo>
                  <a:lnTo>
                    <a:pt x="8861380" y="1522749"/>
                  </a:lnTo>
                  <a:lnTo>
                    <a:pt x="8834275" y="1625336"/>
                  </a:lnTo>
                  <a:lnTo>
                    <a:pt x="8807181" y="1731356"/>
                  </a:lnTo>
                  <a:lnTo>
                    <a:pt x="8780077" y="1840512"/>
                  </a:lnTo>
                  <a:lnTo>
                    <a:pt x="8752949" y="1952458"/>
                  </a:lnTo>
                  <a:lnTo>
                    <a:pt x="8725791" y="2066801"/>
                  </a:lnTo>
                  <a:lnTo>
                    <a:pt x="8698600" y="2183109"/>
                  </a:lnTo>
                  <a:lnTo>
                    <a:pt x="8671381" y="2300917"/>
                  </a:lnTo>
                  <a:lnTo>
                    <a:pt x="8644141" y="2419731"/>
                  </a:lnTo>
                  <a:lnTo>
                    <a:pt x="8616891" y="2539041"/>
                  </a:lnTo>
                  <a:lnTo>
                    <a:pt x="8589641" y="2658328"/>
                  </a:lnTo>
                  <a:lnTo>
                    <a:pt x="8562403" y="2777072"/>
                  </a:lnTo>
                  <a:lnTo>
                    <a:pt x="8535187" y="2894764"/>
                  </a:lnTo>
                  <a:lnTo>
                    <a:pt x="8507999" y="3010913"/>
                  </a:lnTo>
                  <a:lnTo>
                    <a:pt x="8480843" y="3125056"/>
                  </a:lnTo>
                  <a:lnTo>
                    <a:pt x="8453718" y="3236764"/>
                  </a:lnTo>
                  <a:lnTo>
                    <a:pt x="8426615" y="3345649"/>
                  </a:lnTo>
                  <a:lnTo>
                    <a:pt x="8399522" y="3451369"/>
                  </a:lnTo>
                  <a:lnTo>
                    <a:pt x="8372414" y="3553632"/>
                  </a:lnTo>
                  <a:lnTo>
                    <a:pt x="8345259" y="3652196"/>
                  </a:lnTo>
                  <a:lnTo>
                    <a:pt x="8318017" y="3746871"/>
                  </a:lnTo>
                  <a:lnTo>
                    <a:pt x="8290633" y="3837520"/>
                  </a:lnTo>
                  <a:lnTo>
                    <a:pt x="8263043" y="3924055"/>
                  </a:lnTo>
                  <a:lnTo>
                    <a:pt x="8235167" y="4006437"/>
                  </a:lnTo>
                  <a:lnTo>
                    <a:pt x="8206911" y="4084669"/>
                  </a:lnTo>
                  <a:lnTo>
                    <a:pt x="8178164" y="4158799"/>
                  </a:lnTo>
                  <a:lnTo>
                    <a:pt x="8151487" y="4222715"/>
                  </a:lnTo>
                  <a:lnTo>
                    <a:pt x="8109309" y="4314378"/>
                  </a:lnTo>
                  <a:lnTo>
                    <a:pt x="8065202" y="4398293"/>
                  </a:lnTo>
                  <a:lnTo>
                    <a:pt x="8018640" y="4474719"/>
                  </a:lnTo>
                  <a:lnTo>
                    <a:pt x="7969045" y="4544160"/>
                  </a:lnTo>
                  <a:lnTo>
                    <a:pt x="7915816" y="4607234"/>
                  </a:lnTo>
                  <a:lnTo>
                    <a:pt x="7858360" y="4664581"/>
                  </a:lnTo>
                  <a:lnTo>
                    <a:pt x="7796130" y="4716808"/>
                  </a:lnTo>
                  <a:lnTo>
                    <a:pt x="7728671" y="4764456"/>
                  </a:lnTo>
                  <a:lnTo>
                    <a:pt x="7655687" y="4807982"/>
                  </a:lnTo>
                  <a:lnTo>
                    <a:pt x="7577121" y="4847743"/>
                  </a:lnTo>
                  <a:lnTo>
                    <a:pt x="7493255" y="4883996"/>
                  </a:lnTo>
                  <a:lnTo>
                    <a:pt x="7404823" y="4916894"/>
                  </a:lnTo>
                  <a:lnTo>
                    <a:pt x="7313100" y="4946498"/>
                  </a:lnTo>
                  <a:lnTo>
                    <a:pt x="7219972" y="4972792"/>
                  </a:lnTo>
                  <a:lnTo>
                    <a:pt x="7127915" y="4995715"/>
                  </a:lnTo>
                  <a:lnTo>
                    <a:pt x="7039870" y="5015199"/>
                  </a:lnTo>
                  <a:lnTo>
                    <a:pt x="6958977" y="5031220"/>
                  </a:lnTo>
                  <a:lnTo>
                    <a:pt x="6888198" y="5043843"/>
                  </a:lnTo>
                  <a:lnTo>
                    <a:pt x="6829877" y="5053259"/>
                  </a:lnTo>
                  <a:lnTo>
                    <a:pt x="6785344" y="5059795"/>
                  </a:lnTo>
                  <a:lnTo>
                    <a:pt x="6754653" y="5063906"/>
                  </a:lnTo>
                  <a:lnTo>
                    <a:pt x="6736495" y="5066132"/>
                  </a:lnTo>
                  <a:lnTo>
                    <a:pt x="6728296" y="5067055"/>
                  </a:lnTo>
                  <a:lnTo>
                    <a:pt x="6726370" y="5067256"/>
                  </a:lnTo>
                  <a:lnTo>
                    <a:pt x="6726343" y="5067258"/>
                  </a:lnTo>
                  <a:lnTo>
                    <a:pt x="5254955" y="5067258"/>
                  </a:lnTo>
                  <a:lnTo>
                    <a:pt x="5254012" y="5067183"/>
                  </a:lnTo>
                  <a:lnTo>
                    <a:pt x="5247788" y="5066643"/>
                  </a:lnTo>
                  <a:lnTo>
                    <a:pt x="5232012" y="5065153"/>
                  </a:lnTo>
                  <a:lnTo>
                    <a:pt x="5203594" y="5062216"/>
                  </a:lnTo>
                  <a:lnTo>
                    <a:pt x="5160807" y="5057363"/>
                  </a:lnTo>
                  <a:lnTo>
                    <a:pt x="5103413" y="5050191"/>
                  </a:lnTo>
                  <a:lnTo>
                    <a:pt x="5032621" y="5040402"/>
                  </a:lnTo>
                  <a:lnTo>
                    <a:pt x="4950817" y="5027817"/>
                  </a:lnTo>
                  <a:lnTo>
                    <a:pt x="4861133" y="5012369"/>
                  </a:lnTo>
                  <a:lnTo>
                    <a:pt x="4766952" y="4994072"/>
                  </a:lnTo>
                  <a:lnTo>
                    <a:pt x="4671467" y="4972982"/>
                  </a:lnTo>
                  <a:lnTo>
                    <a:pt x="4577375" y="4949152"/>
                  </a:lnTo>
                  <a:lnTo>
                    <a:pt x="4486722" y="4922597"/>
                  </a:lnTo>
                  <a:lnTo>
                    <a:pt x="4400884" y="4893264"/>
                  </a:lnTo>
                  <a:lnTo>
                    <a:pt x="4320634" y="4861022"/>
                  </a:lnTo>
                  <a:lnTo>
                    <a:pt x="4246257" y="4825647"/>
                  </a:lnTo>
                  <a:lnTo>
                    <a:pt x="4177667" y="4786830"/>
                  </a:lnTo>
                  <a:lnTo>
                    <a:pt x="4114524" y="4744176"/>
                  </a:lnTo>
                  <a:lnTo>
                    <a:pt x="4056322" y="4697218"/>
                  </a:lnTo>
                  <a:lnTo>
                    <a:pt x="4002461" y="4645433"/>
                  </a:lnTo>
                  <a:lnTo>
                    <a:pt x="3952298" y="4588279"/>
                  </a:lnTo>
                  <a:lnTo>
                    <a:pt x="3905189" y="4525245"/>
                  </a:lnTo>
                  <a:lnTo>
                    <a:pt x="3860520" y="4455940"/>
                  </a:lnTo>
                  <a:lnTo>
                    <a:pt x="3829811" y="4402521"/>
                  </a:lnTo>
                  <a:lnTo>
                    <a:pt x="3797169" y="4340462"/>
                  </a:lnTo>
                  <a:lnTo>
                    <a:pt x="3765266" y="4274448"/>
                  </a:lnTo>
                  <a:lnTo>
                    <a:pt x="3733928" y="4204400"/>
                  </a:lnTo>
                  <a:lnTo>
                    <a:pt x="3703008" y="4130285"/>
                  </a:lnTo>
                  <a:lnTo>
                    <a:pt x="3672388" y="4052120"/>
                  </a:lnTo>
                  <a:lnTo>
                    <a:pt x="3641970" y="3969981"/>
                  </a:lnTo>
                  <a:lnTo>
                    <a:pt x="3611674" y="3884003"/>
                  </a:lnTo>
                  <a:lnTo>
                    <a:pt x="3581441" y="3794384"/>
                  </a:lnTo>
                  <a:lnTo>
                    <a:pt x="3551225" y="3701384"/>
                  </a:lnTo>
                  <a:lnTo>
                    <a:pt x="3520997" y="3605327"/>
                  </a:lnTo>
                  <a:lnTo>
                    <a:pt x="3490737" y="3506596"/>
                  </a:lnTo>
                  <a:lnTo>
                    <a:pt x="3460437" y="3405628"/>
                  </a:lnTo>
                  <a:lnTo>
                    <a:pt x="3430099" y="3302908"/>
                  </a:lnTo>
                  <a:lnTo>
                    <a:pt x="3399730" y="3198958"/>
                  </a:lnTo>
                  <a:lnTo>
                    <a:pt x="3369343" y="3094328"/>
                  </a:lnTo>
                  <a:lnTo>
                    <a:pt x="3338953" y="2989582"/>
                  </a:lnTo>
                  <a:lnTo>
                    <a:pt x="3308575" y="2885288"/>
                  </a:lnTo>
                  <a:lnTo>
                    <a:pt x="3278223" y="2782004"/>
                  </a:lnTo>
                  <a:lnTo>
                    <a:pt x="3247907" y="2680263"/>
                  </a:lnTo>
                  <a:lnTo>
                    <a:pt x="3217631" y="2580568"/>
                  </a:lnTo>
                  <a:lnTo>
                    <a:pt x="3187392" y="2483376"/>
                  </a:lnTo>
                  <a:lnTo>
                    <a:pt x="3157174" y="2389092"/>
                  </a:lnTo>
                  <a:lnTo>
                    <a:pt x="3126952" y="2298064"/>
                  </a:lnTo>
                  <a:lnTo>
                    <a:pt x="3096688" y="2210580"/>
                  </a:lnTo>
                  <a:lnTo>
                    <a:pt x="3066328" y="2126862"/>
                  </a:lnTo>
                  <a:lnTo>
                    <a:pt x="3035800" y="2047071"/>
                  </a:lnTo>
                  <a:lnTo>
                    <a:pt x="3005016" y="1971306"/>
                  </a:lnTo>
                  <a:lnTo>
                    <a:pt x="2973864" y="1899607"/>
                  </a:lnTo>
                  <a:lnTo>
                    <a:pt x="2942210" y="1831962"/>
                  </a:lnTo>
                  <a:lnTo>
                    <a:pt x="2909891" y="1768309"/>
                  </a:lnTo>
                  <a:lnTo>
                    <a:pt x="2896531" y="1743572"/>
                  </a:lnTo>
                  <a:lnTo>
                    <a:pt x="2853265" y="1669681"/>
                  </a:lnTo>
                  <a:lnTo>
                    <a:pt x="2807958" y="1602198"/>
                  </a:lnTo>
                  <a:lnTo>
                    <a:pt x="2760040" y="1540893"/>
                  </a:lnTo>
                  <a:lnTo>
                    <a:pt x="2708886" y="1485329"/>
                  </a:lnTo>
                  <a:lnTo>
                    <a:pt x="2653848" y="1434979"/>
                  </a:lnTo>
                  <a:lnTo>
                    <a:pt x="2594292" y="1389303"/>
                  </a:lnTo>
                  <a:lnTo>
                    <a:pt x="2529637" y="1347791"/>
                  </a:lnTo>
                  <a:lnTo>
                    <a:pt x="2459418" y="1309995"/>
                  </a:lnTo>
                  <a:lnTo>
                    <a:pt x="2383356" y="1275544"/>
                  </a:lnTo>
                  <a:lnTo>
                    <a:pt x="2301460" y="1244152"/>
                  </a:lnTo>
                  <a:lnTo>
                    <a:pt x="2214141" y="1215624"/>
                  </a:lnTo>
                  <a:lnTo>
                    <a:pt x="2122336" y="1189850"/>
                  </a:lnTo>
                  <a:lnTo>
                    <a:pt x="2027607" y="1166800"/>
                  </a:lnTo>
                  <a:lnTo>
                    <a:pt x="1932194" y="1146502"/>
                  </a:lnTo>
                  <a:lnTo>
                    <a:pt x="1838957" y="1129015"/>
                  </a:lnTo>
                  <a:lnTo>
                    <a:pt x="1751183" y="1114387"/>
                  </a:lnTo>
                  <a:lnTo>
                    <a:pt x="1672231" y="1102613"/>
                  </a:lnTo>
                  <a:lnTo>
                    <a:pt x="1605072" y="1093596"/>
                  </a:lnTo>
                  <a:lnTo>
                    <a:pt x="1551792" y="1087122"/>
                  </a:lnTo>
                  <a:lnTo>
                    <a:pt x="1513203" y="1082862"/>
                  </a:lnTo>
                  <a:lnTo>
                    <a:pt x="1488640" y="1080388"/>
                  </a:lnTo>
                  <a:lnTo>
                    <a:pt x="1475966" y="1079221"/>
                  </a:lnTo>
                  <a:lnTo>
                    <a:pt x="1471736" y="1078863"/>
                  </a:lnTo>
                  <a:lnTo>
                    <a:pt x="1471387" y="1078835"/>
                  </a:lnTo>
                  <a:lnTo>
                    <a:pt x="0" y="107883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0" name="pg50"/>
            <p:cNvSpPr/>
            <p:nvPr/>
          </p:nvSpPr>
          <p:spPr>
            <a:xfrm>
              <a:off x="4799595" y="6679753"/>
              <a:ext cx="11981298" cy="4004769"/>
            </a:xfrm>
            <a:custGeom>
              <a:avLst/>
              <a:pathLst>
                <a:path w="11981298" h="4004769">
                  <a:moveTo>
                    <a:pt x="0" y="8172"/>
                  </a:moveTo>
                  <a:lnTo>
                    <a:pt x="1471387" y="8172"/>
                  </a:lnTo>
                  <a:lnTo>
                    <a:pt x="1472330" y="8248"/>
                  </a:lnTo>
                  <a:lnTo>
                    <a:pt x="1478551" y="8789"/>
                  </a:lnTo>
                  <a:lnTo>
                    <a:pt x="1494319" y="10281"/>
                  </a:lnTo>
                  <a:lnTo>
                    <a:pt x="1522723" y="13222"/>
                  </a:lnTo>
                  <a:lnTo>
                    <a:pt x="1565492" y="18083"/>
                  </a:lnTo>
                  <a:lnTo>
                    <a:pt x="1622861" y="25266"/>
                  </a:lnTo>
                  <a:lnTo>
                    <a:pt x="1693627" y="35070"/>
                  </a:lnTo>
                  <a:lnTo>
                    <a:pt x="1775404" y="47675"/>
                  </a:lnTo>
                  <a:lnTo>
                    <a:pt x="1865063" y="63148"/>
                  </a:lnTo>
                  <a:lnTo>
                    <a:pt x="1959223" y="81474"/>
                  </a:lnTo>
                  <a:lnTo>
                    <a:pt x="2054691" y="102599"/>
                  </a:lnTo>
                  <a:lnTo>
                    <a:pt x="2148772" y="126468"/>
                  </a:lnTo>
                  <a:lnTo>
                    <a:pt x="2239418" y="153067"/>
                  </a:lnTo>
                  <a:lnTo>
                    <a:pt x="2325254" y="182447"/>
                  </a:lnTo>
                  <a:lnTo>
                    <a:pt x="2405504" y="214743"/>
                  </a:lnTo>
                  <a:lnTo>
                    <a:pt x="2479885" y="250175"/>
                  </a:lnTo>
                  <a:lnTo>
                    <a:pt x="2548479" y="289054"/>
                  </a:lnTo>
                  <a:lnTo>
                    <a:pt x="2611627" y="331775"/>
                  </a:lnTo>
                  <a:lnTo>
                    <a:pt x="2669834" y="378807"/>
                  </a:lnTo>
                  <a:lnTo>
                    <a:pt x="2723699" y="430671"/>
                  </a:lnTo>
                  <a:lnTo>
                    <a:pt x="2773865" y="487912"/>
                  </a:lnTo>
                  <a:lnTo>
                    <a:pt x="2820977" y="551041"/>
                  </a:lnTo>
                  <a:lnTo>
                    <a:pt x="2865646" y="620451"/>
                  </a:lnTo>
                  <a:lnTo>
                    <a:pt x="2896531" y="674272"/>
                  </a:lnTo>
                  <a:lnTo>
                    <a:pt x="2929144" y="736400"/>
                  </a:lnTo>
                  <a:lnTo>
                    <a:pt x="2961019" y="802483"/>
                  </a:lnTo>
                  <a:lnTo>
                    <a:pt x="2992329" y="872601"/>
                  </a:lnTo>
                  <a:lnTo>
                    <a:pt x="3023222" y="946788"/>
                  </a:lnTo>
                  <a:lnTo>
                    <a:pt x="3053815" y="1025025"/>
                  </a:lnTo>
                  <a:lnTo>
                    <a:pt x="3084207" y="1107238"/>
                  </a:lnTo>
                  <a:lnTo>
                    <a:pt x="3114475" y="1193291"/>
                  </a:lnTo>
                  <a:lnTo>
                    <a:pt x="3144681" y="1282988"/>
                  </a:lnTo>
                  <a:lnTo>
                    <a:pt x="3174869" y="1376069"/>
                  </a:lnTo>
                  <a:lnTo>
                    <a:pt x="3205070" y="1472210"/>
                  </a:lnTo>
                  <a:lnTo>
                    <a:pt x="3235302" y="1571029"/>
                  </a:lnTo>
                  <a:lnTo>
                    <a:pt x="3265574" y="1672091"/>
                  </a:lnTo>
                  <a:lnTo>
                    <a:pt x="3295884" y="1774911"/>
                  </a:lnTo>
                  <a:lnTo>
                    <a:pt x="3326224" y="1878967"/>
                  </a:lnTo>
                  <a:lnTo>
                    <a:pt x="3356584" y="1983711"/>
                  </a:lnTo>
                  <a:lnTo>
                    <a:pt x="3386947" y="2088578"/>
                  </a:lnTo>
                  <a:lnTo>
                    <a:pt x="3417297" y="2193002"/>
                  </a:lnTo>
                  <a:lnTo>
                    <a:pt x="3447622" y="2296424"/>
                  </a:lnTo>
                  <a:lnTo>
                    <a:pt x="3477911" y="2398310"/>
                  </a:lnTo>
                  <a:lnTo>
                    <a:pt x="3508159" y="2498159"/>
                  </a:lnTo>
                  <a:lnTo>
                    <a:pt x="3538372" y="2595513"/>
                  </a:lnTo>
                  <a:lnTo>
                    <a:pt x="3568563" y="2689964"/>
                  </a:lnTo>
                  <a:lnTo>
                    <a:pt x="3598756" y="2781165"/>
                  </a:lnTo>
                  <a:lnTo>
                    <a:pt x="3628991" y="2868828"/>
                  </a:lnTo>
                  <a:lnTo>
                    <a:pt x="3659321" y="2952727"/>
                  </a:lnTo>
                  <a:lnTo>
                    <a:pt x="3689816" y="3032701"/>
                  </a:lnTo>
                  <a:lnTo>
                    <a:pt x="3720565" y="3108651"/>
                  </a:lnTo>
                  <a:lnTo>
                    <a:pt x="3751678" y="3180533"/>
                  </a:lnTo>
                  <a:lnTo>
                    <a:pt x="3783288" y="3248360"/>
                  </a:lnTo>
                  <a:lnTo>
                    <a:pt x="3815558" y="3312191"/>
                  </a:lnTo>
                  <a:lnTo>
                    <a:pt x="3829811" y="3338669"/>
                  </a:lnTo>
                  <a:lnTo>
                    <a:pt x="3873069" y="3412699"/>
                  </a:lnTo>
                  <a:lnTo>
                    <a:pt x="3918368" y="3480311"/>
                  </a:lnTo>
                  <a:lnTo>
                    <a:pt x="3966276" y="3541734"/>
                  </a:lnTo>
                  <a:lnTo>
                    <a:pt x="4017419" y="3597405"/>
                  </a:lnTo>
                  <a:lnTo>
                    <a:pt x="4072444" y="3647853"/>
                  </a:lnTo>
                  <a:lnTo>
                    <a:pt x="4131985" y="3693619"/>
                  </a:lnTo>
                  <a:lnTo>
                    <a:pt x="4196622" y="3735213"/>
                  </a:lnTo>
                  <a:lnTo>
                    <a:pt x="4266822" y="3773084"/>
                  </a:lnTo>
                  <a:lnTo>
                    <a:pt x="4342862" y="3807605"/>
                  </a:lnTo>
                  <a:lnTo>
                    <a:pt x="4424734" y="3839060"/>
                  </a:lnTo>
                  <a:lnTo>
                    <a:pt x="4512028" y="3867648"/>
                  </a:lnTo>
                  <a:lnTo>
                    <a:pt x="4603809" y="3893475"/>
                  </a:lnTo>
                  <a:lnTo>
                    <a:pt x="4698518" y="3916575"/>
                  </a:lnTo>
                  <a:lnTo>
                    <a:pt x="4793916" y="3936917"/>
                  </a:lnTo>
                  <a:lnTo>
                    <a:pt x="4887145" y="3954444"/>
                  </a:lnTo>
                  <a:lnTo>
                    <a:pt x="4974924" y="3969107"/>
                  </a:lnTo>
                  <a:lnTo>
                    <a:pt x="5053892" y="3980911"/>
                  </a:lnTo>
                  <a:lnTo>
                    <a:pt x="5121080" y="3989954"/>
                  </a:lnTo>
                  <a:lnTo>
                    <a:pt x="5174397" y="3996447"/>
                  </a:lnTo>
                  <a:lnTo>
                    <a:pt x="5213029" y="4000723"/>
                  </a:lnTo>
                  <a:lnTo>
                    <a:pt x="5237635" y="4003206"/>
                  </a:lnTo>
                  <a:lnTo>
                    <a:pt x="5250346" y="4004380"/>
                  </a:lnTo>
                  <a:lnTo>
                    <a:pt x="5254601" y="4004741"/>
                  </a:lnTo>
                  <a:lnTo>
                    <a:pt x="5254955" y="4004769"/>
                  </a:lnTo>
                  <a:lnTo>
                    <a:pt x="6726343" y="4004769"/>
                  </a:lnTo>
                  <a:lnTo>
                    <a:pt x="6727420" y="4004684"/>
                  </a:lnTo>
                  <a:lnTo>
                    <a:pt x="6734509" y="4004079"/>
                  </a:lnTo>
                  <a:lnTo>
                    <a:pt x="6752410" y="4002409"/>
                  </a:lnTo>
                  <a:lnTo>
                    <a:pt x="6784488" y="3999119"/>
                  </a:lnTo>
                  <a:lnTo>
                    <a:pt x="6832451" y="3993693"/>
                  </a:lnTo>
                  <a:lnTo>
                    <a:pt x="6896214" y="3985704"/>
                  </a:lnTo>
                  <a:lnTo>
                    <a:pt x="6974020" y="3974851"/>
                  </a:lnTo>
                  <a:lnTo>
                    <a:pt x="7062828" y="3960972"/>
                  </a:lnTo>
                  <a:lnTo>
                    <a:pt x="7158898" y="3944029"/>
                  </a:lnTo>
                  <a:lnTo>
                    <a:pt x="7258393" y="3924061"/>
                  </a:lnTo>
                  <a:lnTo>
                    <a:pt x="7357878" y="3901134"/>
                  </a:lnTo>
                  <a:lnTo>
                    <a:pt x="7454616" y="3875292"/>
                  </a:lnTo>
                  <a:lnTo>
                    <a:pt x="7546675" y="3846512"/>
                  </a:lnTo>
                  <a:lnTo>
                    <a:pt x="7632890" y="3814687"/>
                  </a:lnTo>
                  <a:lnTo>
                    <a:pt x="7712739" y="3779606"/>
                  </a:lnTo>
                  <a:lnTo>
                    <a:pt x="7786194" y="3740954"/>
                  </a:lnTo>
                  <a:lnTo>
                    <a:pt x="7853570" y="3698316"/>
                  </a:lnTo>
                  <a:lnTo>
                    <a:pt x="7915409" y="3651187"/>
                  </a:lnTo>
                  <a:lnTo>
                    <a:pt x="7972382" y="3598993"/>
                  </a:lnTo>
                  <a:lnTo>
                    <a:pt x="8025220" y="3541127"/>
                  </a:lnTo>
                  <a:lnTo>
                    <a:pt x="8074661" y="3477011"/>
                  </a:lnTo>
                  <a:lnTo>
                    <a:pt x="8121412" y="3406199"/>
                  </a:lnTo>
                  <a:lnTo>
                    <a:pt x="8151487" y="3355015"/>
                  </a:lnTo>
                  <a:lnTo>
                    <a:pt x="8184457" y="3293718"/>
                  </a:lnTo>
                  <a:lnTo>
                    <a:pt x="8216675" y="3228475"/>
                  </a:lnTo>
                  <a:lnTo>
                    <a:pt x="8248319" y="3159208"/>
                  </a:lnTo>
                  <a:lnTo>
                    <a:pt x="8279541" y="3085883"/>
                  </a:lnTo>
                  <a:lnTo>
                    <a:pt x="8310461" y="3008521"/>
                  </a:lnTo>
                  <a:lnTo>
                    <a:pt x="8341180" y="2927201"/>
                  </a:lnTo>
                  <a:lnTo>
                    <a:pt x="8371779" y="2842061"/>
                  </a:lnTo>
                  <a:lnTo>
                    <a:pt x="8402317" y="2753306"/>
                  </a:lnTo>
                  <a:lnTo>
                    <a:pt x="8432840" y="2661204"/>
                  </a:lnTo>
                  <a:lnTo>
                    <a:pt x="8463378" y="2566084"/>
                  </a:lnTo>
                  <a:lnTo>
                    <a:pt x="8493950" y="2468340"/>
                  </a:lnTo>
                  <a:lnTo>
                    <a:pt x="8524563" y="2368416"/>
                  </a:lnTo>
                  <a:lnTo>
                    <a:pt x="8555214" y="2266806"/>
                  </a:lnTo>
                  <a:lnTo>
                    <a:pt x="8585895" y="2164041"/>
                  </a:lnTo>
                  <a:lnTo>
                    <a:pt x="8616593" y="2060677"/>
                  </a:lnTo>
                  <a:lnTo>
                    <a:pt x="8647292" y="1957284"/>
                  </a:lnTo>
                  <a:lnTo>
                    <a:pt x="8677975" y="1854434"/>
                  </a:lnTo>
                  <a:lnTo>
                    <a:pt x="8708630" y="1752685"/>
                  </a:lnTo>
                  <a:lnTo>
                    <a:pt x="8739247" y="1652570"/>
                  </a:lnTo>
                  <a:lnTo>
                    <a:pt x="8769823" y="1554587"/>
                  </a:lnTo>
                  <a:lnTo>
                    <a:pt x="8800364" y="1459186"/>
                  </a:lnTo>
                  <a:lnTo>
                    <a:pt x="8830887" y="1366766"/>
                  </a:lnTo>
                  <a:lnTo>
                    <a:pt x="8861422" y="1277664"/>
                  </a:lnTo>
                  <a:lnTo>
                    <a:pt x="8892012" y="1192153"/>
                  </a:lnTo>
                  <a:lnTo>
                    <a:pt x="8922716" y="1110444"/>
                  </a:lnTo>
                  <a:lnTo>
                    <a:pt x="8953612" y="1032682"/>
                  </a:lnTo>
                  <a:lnTo>
                    <a:pt x="8984798" y="958952"/>
                  </a:lnTo>
                  <a:lnTo>
                    <a:pt x="9016394" y="889280"/>
                  </a:lnTo>
                  <a:lnTo>
                    <a:pt x="9048547" y="823638"/>
                  </a:lnTo>
                  <a:lnTo>
                    <a:pt x="9081433" y="761951"/>
                  </a:lnTo>
                  <a:lnTo>
                    <a:pt x="9084767" y="756002"/>
                  </a:lnTo>
                  <a:lnTo>
                    <a:pt x="9130073" y="680597"/>
                  </a:lnTo>
                  <a:lnTo>
                    <a:pt x="9177641" y="612040"/>
                  </a:lnTo>
                  <a:lnTo>
                    <a:pt x="9228127" y="550054"/>
                  </a:lnTo>
                  <a:lnTo>
                    <a:pt x="9282253" y="494134"/>
                  </a:lnTo>
                  <a:lnTo>
                    <a:pt x="9340759" y="443684"/>
                  </a:lnTo>
                  <a:lnTo>
                    <a:pt x="9404363" y="398104"/>
                  </a:lnTo>
                  <a:lnTo>
                    <a:pt x="9473701" y="356838"/>
                  </a:lnTo>
                  <a:lnTo>
                    <a:pt x="9549254" y="319411"/>
                  </a:lnTo>
                  <a:lnTo>
                    <a:pt x="9631237" y="285438"/>
                  </a:lnTo>
                  <a:lnTo>
                    <a:pt x="9719474" y="254640"/>
                  </a:lnTo>
                  <a:lnTo>
                    <a:pt x="9813248" y="226841"/>
                  </a:lnTo>
                  <a:lnTo>
                    <a:pt x="9911149" y="201963"/>
                  </a:lnTo>
                  <a:lnTo>
                    <a:pt x="10010979" y="180010"/>
                  </a:lnTo>
                  <a:lnTo>
                    <a:pt x="10109748" y="161037"/>
                  </a:lnTo>
                  <a:lnTo>
                    <a:pt x="10203844" y="145107"/>
                  </a:lnTo>
                  <a:lnTo>
                    <a:pt x="10289400" y="132241"/>
                  </a:lnTo>
                  <a:lnTo>
                    <a:pt x="10362838" y="122361"/>
                  </a:lnTo>
                  <a:lnTo>
                    <a:pt x="10421484" y="115261"/>
                  </a:lnTo>
                  <a:lnTo>
                    <a:pt x="10464105" y="110596"/>
                  </a:lnTo>
                  <a:lnTo>
                    <a:pt x="10491211" y="107902"/>
                  </a:lnTo>
                  <a:lnTo>
                    <a:pt x="10505082" y="106647"/>
                  </a:lnTo>
                  <a:lnTo>
                    <a:pt x="10509583" y="106274"/>
                  </a:lnTo>
                  <a:lnTo>
                    <a:pt x="10509911" y="106248"/>
                  </a:lnTo>
                  <a:lnTo>
                    <a:pt x="11981298" y="106248"/>
                  </a:lnTo>
                  <a:lnTo>
                    <a:pt x="11981298" y="98075"/>
                  </a:lnTo>
                  <a:lnTo>
                    <a:pt x="10509911" y="98075"/>
                  </a:lnTo>
                  <a:lnTo>
                    <a:pt x="10508834" y="98160"/>
                  </a:lnTo>
                  <a:lnTo>
                    <a:pt x="10501744" y="98765"/>
                  </a:lnTo>
                  <a:lnTo>
                    <a:pt x="10483844" y="100435"/>
                  </a:lnTo>
                  <a:lnTo>
                    <a:pt x="10451765" y="103725"/>
                  </a:lnTo>
                  <a:lnTo>
                    <a:pt x="10403802" y="109151"/>
                  </a:lnTo>
                  <a:lnTo>
                    <a:pt x="10340039" y="117140"/>
                  </a:lnTo>
                  <a:lnTo>
                    <a:pt x="10262233" y="127994"/>
                  </a:lnTo>
                  <a:lnTo>
                    <a:pt x="10173425" y="141872"/>
                  </a:lnTo>
                  <a:lnTo>
                    <a:pt x="10077355" y="158815"/>
                  </a:lnTo>
                  <a:lnTo>
                    <a:pt x="9977860" y="178783"/>
                  </a:lnTo>
                  <a:lnTo>
                    <a:pt x="9878375" y="201710"/>
                  </a:lnTo>
                  <a:lnTo>
                    <a:pt x="9781637" y="227553"/>
                  </a:lnTo>
                  <a:lnTo>
                    <a:pt x="9689579" y="256332"/>
                  </a:lnTo>
                  <a:lnTo>
                    <a:pt x="9603364" y="288157"/>
                  </a:lnTo>
                  <a:lnTo>
                    <a:pt x="9523514" y="323238"/>
                  </a:lnTo>
                  <a:lnTo>
                    <a:pt x="9450060" y="361890"/>
                  </a:lnTo>
                  <a:lnTo>
                    <a:pt x="9382683" y="404528"/>
                  </a:lnTo>
                  <a:lnTo>
                    <a:pt x="9320844" y="451657"/>
                  </a:lnTo>
                  <a:lnTo>
                    <a:pt x="9263871" y="503852"/>
                  </a:lnTo>
                  <a:lnTo>
                    <a:pt x="9211034" y="561718"/>
                  </a:lnTo>
                  <a:lnTo>
                    <a:pt x="9161592" y="625833"/>
                  </a:lnTo>
                  <a:lnTo>
                    <a:pt x="9114842" y="696645"/>
                  </a:lnTo>
                  <a:lnTo>
                    <a:pt x="9084767" y="747829"/>
                  </a:lnTo>
                  <a:lnTo>
                    <a:pt x="9051796" y="809127"/>
                  </a:lnTo>
                  <a:lnTo>
                    <a:pt x="9019579" y="874369"/>
                  </a:lnTo>
                  <a:lnTo>
                    <a:pt x="8987934" y="943636"/>
                  </a:lnTo>
                  <a:lnTo>
                    <a:pt x="8956713" y="1016961"/>
                  </a:lnTo>
                  <a:lnTo>
                    <a:pt x="8925792" y="1094323"/>
                  </a:lnTo>
                  <a:lnTo>
                    <a:pt x="8895073" y="1175643"/>
                  </a:lnTo>
                  <a:lnTo>
                    <a:pt x="8864475" y="1260783"/>
                  </a:lnTo>
                  <a:lnTo>
                    <a:pt x="8833937" y="1349538"/>
                  </a:lnTo>
                  <a:lnTo>
                    <a:pt x="8803414" y="1441641"/>
                  </a:lnTo>
                  <a:lnTo>
                    <a:pt x="8772875" y="1536760"/>
                  </a:lnTo>
                  <a:lnTo>
                    <a:pt x="8742303" y="1634505"/>
                  </a:lnTo>
                  <a:lnTo>
                    <a:pt x="8711690" y="1734428"/>
                  </a:lnTo>
                  <a:lnTo>
                    <a:pt x="8681039" y="1836038"/>
                  </a:lnTo>
                  <a:lnTo>
                    <a:pt x="8650358" y="1938803"/>
                  </a:lnTo>
                  <a:lnTo>
                    <a:pt x="8619660" y="2042167"/>
                  </a:lnTo>
                  <a:lnTo>
                    <a:pt x="8588962" y="2145560"/>
                  </a:lnTo>
                  <a:lnTo>
                    <a:pt x="8558278" y="2248410"/>
                  </a:lnTo>
                  <a:lnTo>
                    <a:pt x="8527623" y="2350160"/>
                  </a:lnTo>
                  <a:lnTo>
                    <a:pt x="8497007" y="2450274"/>
                  </a:lnTo>
                  <a:lnTo>
                    <a:pt x="8466431" y="2548258"/>
                  </a:lnTo>
                  <a:lnTo>
                    <a:pt x="8435889" y="2643658"/>
                  </a:lnTo>
                  <a:lnTo>
                    <a:pt x="8405366" y="2736078"/>
                  </a:lnTo>
                  <a:lnTo>
                    <a:pt x="8374831" y="2825180"/>
                  </a:lnTo>
                  <a:lnTo>
                    <a:pt x="8344241" y="2910691"/>
                  </a:lnTo>
                  <a:lnTo>
                    <a:pt x="8313537" y="2992400"/>
                  </a:lnTo>
                  <a:lnTo>
                    <a:pt x="8282641" y="3070162"/>
                  </a:lnTo>
                  <a:lnTo>
                    <a:pt x="8251455" y="3143892"/>
                  </a:lnTo>
                  <a:lnTo>
                    <a:pt x="8219859" y="3213564"/>
                  </a:lnTo>
                  <a:lnTo>
                    <a:pt x="8187706" y="3279206"/>
                  </a:lnTo>
                  <a:lnTo>
                    <a:pt x="8154820" y="3340893"/>
                  </a:lnTo>
                  <a:lnTo>
                    <a:pt x="8151487" y="3346842"/>
                  </a:lnTo>
                  <a:lnTo>
                    <a:pt x="8106180" y="3422247"/>
                  </a:lnTo>
                  <a:lnTo>
                    <a:pt x="8058612" y="3490804"/>
                  </a:lnTo>
                  <a:lnTo>
                    <a:pt x="8008126" y="3552791"/>
                  </a:lnTo>
                  <a:lnTo>
                    <a:pt x="7954001" y="3608711"/>
                  </a:lnTo>
                  <a:lnTo>
                    <a:pt x="7895495" y="3659160"/>
                  </a:lnTo>
                  <a:lnTo>
                    <a:pt x="7831891" y="3704741"/>
                  </a:lnTo>
                  <a:lnTo>
                    <a:pt x="7762552" y="3746006"/>
                  </a:lnTo>
                  <a:lnTo>
                    <a:pt x="7686999" y="3783433"/>
                  </a:lnTo>
                  <a:lnTo>
                    <a:pt x="7605017" y="3817406"/>
                  </a:lnTo>
                  <a:lnTo>
                    <a:pt x="7516779" y="3848204"/>
                  </a:lnTo>
                  <a:lnTo>
                    <a:pt x="7423006" y="3876003"/>
                  </a:lnTo>
                  <a:lnTo>
                    <a:pt x="7325104" y="3900881"/>
                  </a:lnTo>
                  <a:lnTo>
                    <a:pt x="7225274" y="3922835"/>
                  </a:lnTo>
                  <a:lnTo>
                    <a:pt x="7126505" y="3941807"/>
                  </a:lnTo>
                  <a:lnTo>
                    <a:pt x="7032409" y="3957737"/>
                  </a:lnTo>
                  <a:lnTo>
                    <a:pt x="6946853" y="3970603"/>
                  </a:lnTo>
                  <a:lnTo>
                    <a:pt x="6873416" y="3980483"/>
                  </a:lnTo>
                  <a:lnTo>
                    <a:pt x="6814769" y="3987583"/>
                  </a:lnTo>
                  <a:lnTo>
                    <a:pt x="6772148" y="3992248"/>
                  </a:lnTo>
                  <a:lnTo>
                    <a:pt x="6745042" y="3994942"/>
                  </a:lnTo>
                  <a:lnTo>
                    <a:pt x="6731171" y="3996197"/>
                  </a:lnTo>
                  <a:lnTo>
                    <a:pt x="6726671" y="3996570"/>
                  </a:lnTo>
                  <a:lnTo>
                    <a:pt x="6726343" y="3996596"/>
                  </a:lnTo>
                  <a:lnTo>
                    <a:pt x="5254955" y="3996596"/>
                  </a:lnTo>
                  <a:lnTo>
                    <a:pt x="5254012" y="3996520"/>
                  </a:lnTo>
                  <a:lnTo>
                    <a:pt x="5247791" y="3995980"/>
                  </a:lnTo>
                  <a:lnTo>
                    <a:pt x="5232023" y="3994487"/>
                  </a:lnTo>
                  <a:lnTo>
                    <a:pt x="5203619" y="3991546"/>
                  </a:lnTo>
                  <a:lnTo>
                    <a:pt x="5160851" y="3986685"/>
                  </a:lnTo>
                  <a:lnTo>
                    <a:pt x="5103481" y="3979502"/>
                  </a:lnTo>
                  <a:lnTo>
                    <a:pt x="5032716" y="3969698"/>
                  </a:lnTo>
                  <a:lnTo>
                    <a:pt x="4950938" y="3957093"/>
                  </a:lnTo>
                  <a:lnTo>
                    <a:pt x="4861279" y="3941620"/>
                  </a:lnTo>
                  <a:lnTo>
                    <a:pt x="4767119" y="3923294"/>
                  </a:lnTo>
                  <a:lnTo>
                    <a:pt x="4671651" y="3902169"/>
                  </a:lnTo>
                  <a:lnTo>
                    <a:pt x="4577570" y="3878301"/>
                  </a:lnTo>
                  <a:lnTo>
                    <a:pt x="4486924" y="3851702"/>
                  </a:lnTo>
                  <a:lnTo>
                    <a:pt x="4401088" y="3822321"/>
                  </a:lnTo>
                  <a:lnTo>
                    <a:pt x="4320838" y="3790025"/>
                  </a:lnTo>
                  <a:lnTo>
                    <a:pt x="4246457" y="3754593"/>
                  </a:lnTo>
                  <a:lnTo>
                    <a:pt x="4177863" y="3715714"/>
                  </a:lnTo>
                  <a:lnTo>
                    <a:pt x="4114715" y="3672993"/>
                  </a:lnTo>
                  <a:lnTo>
                    <a:pt x="4056508" y="3625961"/>
                  </a:lnTo>
                  <a:lnTo>
                    <a:pt x="4002643" y="3574097"/>
                  </a:lnTo>
                  <a:lnTo>
                    <a:pt x="3952477" y="3516856"/>
                  </a:lnTo>
                  <a:lnTo>
                    <a:pt x="3905365" y="3453727"/>
                  </a:lnTo>
                  <a:lnTo>
                    <a:pt x="3860696" y="3384317"/>
                  </a:lnTo>
                  <a:lnTo>
                    <a:pt x="3829811" y="3330496"/>
                  </a:lnTo>
                  <a:lnTo>
                    <a:pt x="3797198" y="3268368"/>
                  </a:lnTo>
                  <a:lnTo>
                    <a:pt x="3765323" y="3202285"/>
                  </a:lnTo>
                  <a:lnTo>
                    <a:pt x="3734013" y="3132167"/>
                  </a:lnTo>
                  <a:lnTo>
                    <a:pt x="3703121" y="3057980"/>
                  </a:lnTo>
                  <a:lnTo>
                    <a:pt x="3672527" y="2979743"/>
                  </a:lnTo>
                  <a:lnTo>
                    <a:pt x="3642136" y="2897531"/>
                  </a:lnTo>
                  <a:lnTo>
                    <a:pt x="3611867" y="2811477"/>
                  </a:lnTo>
                  <a:lnTo>
                    <a:pt x="3581661" y="2721780"/>
                  </a:lnTo>
                  <a:lnTo>
                    <a:pt x="3551473" y="2628699"/>
                  </a:lnTo>
                  <a:lnTo>
                    <a:pt x="3521272" y="2532558"/>
                  </a:lnTo>
                  <a:lnTo>
                    <a:pt x="3491040" y="2433739"/>
                  </a:lnTo>
                  <a:lnTo>
                    <a:pt x="3460769" y="2332677"/>
                  </a:lnTo>
                  <a:lnTo>
                    <a:pt x="3430459" y="2229857"/>
                  </a:lnTo>
                  <a:lnTo>
                    <a:pt x="3400118" y="2125801"/>
                  </a:lnTo>
                  <a:lnTo>
                    <a:pt x="3369758" y="2021057"/>
                  </a:lnTo>
                  <a:lnTo>
                    <a:pt x="3339396" y="1916190"/>
                  </a:lnTo>
                  <a:lnTo>
                    <a:pt x="3309045" y="1811766"/>
                  </a:lnTo>
                  <a:lnTo>
                    <a:pt x="3278720" y="1708344"/>
                  </a:lnTo>
                  <a:lnTo>
                    <a:pt x="3248432" y="1606458"/>
                  </a:lnTo>
                  <a:lnTo>
                    <a:pt x="3218183" y="1506609"/>
                  </a:lnTo>
                  <a:lnTo>
                    <a:pt x="3187970" y="1409256"/>
                  </a:lnTo>
                  <a:lnTo>
                    <a:pt x="3157779" y="1314804"/>
                  </a:lnTo>
                  <a:lnTo>
                    <a:pt x="3127586" y="1223603"/>
                  </a:lnTo>
                  <a:lnTo>
                    <a:pt x="3097351" y="1135941"/>
                  </a:lnTo>
                  <a:lnTo>
                    <a:pt x="3067021" y="1052041"/>
                  </a:lnTo>
                  <a:lnTo>
                    <a:pt x="3036526" y="972067"/>
                  </a:lnTo>
                  <a:lnTo>
                    <a:pt x="3005777" y="896117"/>
                  </a:lnTo>
                  <a:lnTo>
                    <a:pt x="2974664" y="824235"/>
                  </a:lnTo>
                  <a:lnTo>
                    <a:pt x="2943054" y="756409"/>
                  </a:lnTo>
                  <a:lnTo>
                    <a:pt x="2910785" y="692577"/>
                  </a:lnTo>
                  <a:lnTo>
                    <a:pt x="2896531" y="666099"/>
                  </a:lnTo>
                  <a:lnTo>
                    <a:pt x="2853273" y="592069"/>
                  </a:lnTo>
                  <a:lnTo>
                    <a:pt x="2807974" y="524457"/>
                  </a:lnTo>
                  <a:lnTo>
                    <a:pt x="2760066" y="463034"/>
                  </a:lnTo>
                  <a:lnTo>
                    <a:pt x="2708923" y="407363"/>
                  </a:lnTo>
                  <a:lnTo>
                    <a:pt x="2653898" y="356916"/>
                  </a:lnTo>
                  <a:lnTo>
                    <a:pt x="2594357" y="311149"/>
                  </a:lnTo>
                  <a:lnTo>
                    <a:pt x="2529720" y="269555"/>
                  </a:lnTo>
                  <a:lnTo>
                    <a:pt x="2459520" y="231684"/>
                  </a:lnTo>
                  <a:lnTo>
                    <a:pt x="2383480" y="197163"/>
                  </a:lnTo>
                  <a:lnTo>
                    <a:pt x="2301608" y="165708"/>
                  </a:lnTo>
                  <a:lnTo>
                    <a:pt x="2214315" y="137121"/>
                  </a:lnTo>
                  <a:lnTo>
                    <a:pt x="2122533" y="111293"/>
                  </a:lnTo>
                  <a:lnTo>
                    <a:pt x="2027825" y="88194"/>
                  </a:lnTo>
                  <a:lnTo>
                    <a:pt x="1932426" y="67851"/>
                  </a:lnTo>
                  <a:lnTo>
                    <a:pt x="1839197" y="50324"/>
                  </a:lnTo>
                  <a:lnTo>
                    <a:pt x="1751418" y="35661"/>
                  </a:lnTo>
                  <a:lnTo>
                    <a:pt x="1672451" y="23857"/>
                  </a:lnTo>
                  <a:lnTo>
                    <a:pt x="1605263" y="14815"/>
                  </a:lnTo>
                  <a:lnTo>
                    <a:pt x="1551945" y="8321"/>
                  </a:lnTo>
                  <a:lnTo>
                    <a:pt x="1513314" y="4046"/>
                  </a:lnTo>
                  <a:lnTo>
                    <a:pt x="1488707" y="1562"/>
                  </a:lnTo>
                  <a:lnTo>
                    <a:pt x="1475996" y="388"/>
                  </a:lnTo>
                  <a:lnTo>
                    <a:pt x="1471741" y="27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51" name="pl51"/>
            <p:cNvSpPr/>
            <p:nvPr/>
          </p:nvSpPr>
          <p:spPr>
            <a:xfrm>
              <a:off x="4799595" y="6687926"/>
              <a:ext cx="11981298" cy="3996596"/>
            </a:xfrm>
            <a:custGeom>
              <a:avLst/>
              <a:pathLst>
                <a:path w="11981298" h="3996596">
                  <a:moveTo>
                    <a:pt x="0" y="0"/>
                  </a:moveTo>
                  <a:lnTo>
                    <a:pt x="1471387" y="0"/>
                  </a:lnTo>
                  <a:lnTo>
                    <a:pt x="1472330" y="75"/>
                  </a:lnTo>
                  <a:lnTo>
                    <a:pt x="1478551" y="616"/>
                  </a:lnTo>
                  <a:lnTo>
                    <a:pt x="1494319" y="2108"/>
                  </a:lnTo>
                  <a:lnTo>
                    <a:pt x="1522723" y="5049"/>
                  </a:lnTo>
                  <a:lnTo>
                    <a:pt x="1565492" y="9910"/>
                  </a:lnTo>
                  <a:lnTo>
                    <a:pt x="1622861" y="17093"/>
                  </a:lnTo>
                  <a:lnTo>
                    <a:pt x="1693627" y="26897"/>
                  </a:lnTo>
                  <a:lnTo>
                    <a:pt x="1775404" y="39502"/>
                  </a:lnTo>
                  <a:lnTo>
                    <a:pt x="1865063" y="54975"/>
                  </a:lnTo>
                  <a:lnTo>
                    <a:pt x="1959223" y="73301"/>
                  </a:lnTo>
                  <a:lnTo>
                    <a:pt x="2054691" y="94426"/>
                  </a:lnTo>
                  <a:lnTo>
                    <a:pt x="2148772" y="118295"/>
                  </a:lnTo>
                  <a:lnTo>
                    <a:pt x="2239418" y="144894"/>
                  </a:lnTo>
                  <a:lnTo>
                    <a:pt x="2325254" y="174274"/>
                  </a:lnTo>
                  <a:lnTo>
                    <a:pt x="2405504" y="206570"/>
                  </a:lnTo>
                  <a:lnTo>
                    <a:pt x="2479885" y="242002"/>
                  </a:lnTo>
                  <a:lnTo>
                    <a:pt x="2548479" y="280881"/>
                  </a:lnTo>
                  <a:lnTo>
                    <a:pt x="2611627" y="323602"/>
                  </a:lnTo>
                  <a:lnTo>
                    <a:pt x="2669834" y="370634"/>
                  </a:lnTo>
                  <a:lnTo>
                    <a:pt x="2723699" y="422498"/>
                  </a:lnTo>
                  <a:lnTo>
                    <a:pt x="2773865" y="479739"/>
                  </a:lnTo>
                  <a:lnTo>
                    <a:pt x="2820977" y="542868"/>
                  </a:lnTo>
                  <a:lnTo>
                    <a:pt x="2865646" y="612278"/>
                  </a:lnTo>
                  <a:lnTo>
                    <a:pt x="2896531" y="666099"/>
                  </a:lnTo>
                  <a:lnTo>
                    <a:pt x="2929144" y="728227"/>
                  </a:lnTo>
                  <a:lnTo>
                    <a:pt x="2961019" y="794310"/>
                  </a:lnTo>
                  <a:lnTo>
                    <a:pt x="2992329" y="864428"/>
                  </a:lnTo>
                  <a:lnTo>
                    <a:pt x="3023222" y="938615"/>
                  </a:lnTo>
                  <a:lnTo>
                    <a:pt x="3053815" y="1016852"/>
                  </a:lnTo>
                  <a:lnTo>
                    <a:pt x="3084207" y="1099065"/>
                  </a:lnTo>
                  <a:lnTo>
                    <a:pt x="3114475" y="1185118"/>
                  </a:lnTo>
                  <a:lnTo>
                    <a:pt x="3144681" y="1274815"/>
                  </a:lnTo>
                  <a:lnTo>
                    <a:pt x="3174869" y="1367896"/>
                  </a:lnTo>
                  <a:lnTo>
                    <a:pt x="3205070" y="1464037"/>
                  </a:lnTo>
                  <a:lnTo>
                    <a:pt x="3235302" y="1562856"/>
                  </a:lnTo>
                  <a:lnTo>
                    <a:pt x="3265574" y="1663918"/>
                  </a:lnTo>
                  <a:lnTo>
                    <a:pt x="3295884" y="1766738"/>
                  </a:lnTo>
                  <a:lnTo>
                    <a:pt x="3326224" y="1870794"/>
                  </a:lnTo>
                  <a:lnTo>
                    <a:pt x="3356584" y="1975538"/>
                  </a:lnTo>
                  <a:lnTo>
                    <a:pt x="3386947" y="2080405"/>
                  </a:lnTo>
                  <a:lnTo>
                    <a:pt x="3417297" y="2184829"/>
                  </a:lnTo>
                  <a:lnTo>
                    <a:pt x="3447622" y="2288251"/>
                  </a:lnTo>
                  <a:lnTo>
                    <a:pt x="3477911" y="2390137"/>
                  </a:lnTo>
                  <a:lnTo>
                    <a:pt x="3508159" y="2489986"/>
                  </a:lnTo>
                  <a:lnTo>
                    <a:pt x="3538372" y="2587340"/>
                  </a:lnTo>
                  <a:lnTo>
                    <a:pt x="3568563" y="2681791"/>
                  </a:lnTo>
                  <a:lnTo>
                    <a:pt x="3598756" y="2772992"/>
                  </a:lnTo>
                  <a:lnTo>
                    <a:pt x="3628991" y="2860655"/>
                  </a:lnTo>
                  <a:lnTo>
                    <a:pt x="3659321" y="2944554"/>
                  </a:lnTo>
                  <a:lnTo>
                    <a:pt x="3689816" y="3024528"/>
                  </a:lnTo>
                  <a:lnTo>
                    <a:pt x="3720565" y="3100478"/>
                  </a:lnTo>
                  <a:lnTo>
                    <a:pt x="3751678" y="3172360"/>
                  </a:lnTo>
                  <a:lnTo>
                    <a:pt x="3783288" y="3240187"/>
                  </a:lnTo>
                  <a:lnTo>
                    <a:pt x="3815558" y="3304018"/>
                  </a:lnTo>
                  <a:lnTo>
                    <a:pt x="3829811" y="3330496"/>
                  </a:lnTo>
                  <a:lnTo>
                    <a:pt x="3873069" y="3404526"/>
                  </a:lnTo>
                  <a:lnTo>
                    <a:pt x="3918368" y="3472138"/>
                  </a:lnTo>
                  <a:lnTo>
                    <a:pt x="3966276" y="3533561"/>
                  </a:lnTo>
                  <a:lnTo>
                    <a:pt x="4017419" y="3589232"/>
                  </a:lnTo>
                  <a:lnTo>
                    <a:pt x="4072444" y="3639680"/>
                  </a:lnTo>
                  <a:lnTo>
                    <a:pt x="4131985" y="3685446"/>
                  </a:lnTo>
                  <a:lnTo>
                    <a:pt x="4196622" y="3727040"/>
                  </a:lnTo>
                  <a:lnTo>
                    <a:pt x="4266822" y="3764911"/>
                  </a:lnTo>
                  <a:lnTo>
                    <a:pt x="4342862" y="3799432"/>
                  </a:lnTo>
                  <a:lnTo>
                    <a:pt x="4424734" y="3830887"/>
                  </a:lnTo>
                  <a:lnTo>
                    <a:pt x="4512028" y="3859475"/>
                  </a:lnTo>
                  <a:lnTo>
                    <a:pt x="4603809" y="3885302"/>
                  </a:lnTo>
                  <a:lnTo>
                    <a:pt x="4698518" y="3908402"/>
                  </a:lnTo>
                  <a:lnTo>
                    <a:pt x="4793916" y="3928744"/>
                  </a:lnTo>
                  <a:lnTo>
                    <a:pt x="4887145" y="3946271"/>
                  </a:lnTo>
                  <a:lnTo>
                    <a:pt x="4974924" y="3960934"/>
                  </a:lnTo>
                  <a:lnTo>
                    <a:pt x="5053892" y="3972738"/>
                  </a:lnTo>
                  <a:lnTo>
                    <a:pt x="5121080" y="3981781"/>
                  </a:lnTo>
                  <a:lnTo>
                    <a:pt x="5174397" y="3988274"/>
                  </a:lnTo>
                  <a:lnTo>
                    <a:pt x="5213029" y="3992550"/>
                  </a:lnTo>
                  <a:lnTo>
                    <a:pt x="5237635" y="3995033"/>
                  </a:lnTo>
                  <a:lnTo>
                    <a:pt x="5250346" y="3996207"/>
                  </a:lnTo>
                  <a:lnTo>
                    <a:pt x="5254601" y="3996568"/>
                  </a:lnTo>
                  <a:lnTo>
                    <a:pt x="5254955" y="3996596"/>
                  </a:lnTo>
                  <a:lnTo>
                    <a:pt x="6726343" y="3996596"/>
                  </a:lnTo>
                  <a:lnTo>
                    <a:pt x="6727420" y="3996511"/>
                  </a:lnTo>
                  <a:lnTo>
                    <a:pt x="6734509" y="3995906"/>
                  </a:lnTo>
                  <a:lnTo>
                    <a:pt x="6752410" y="3994236"/>
                  </a:lnTo>
                  <a:lnTo>
                    <a:pt x="6784488" y="3990946"/>
                  </a:lnTo>
                  <a:lnTo>
                    <a:pt x="6832451" y="3985520"/>
                  </a:lnTo>
                  <a:lnTo>
                    <a:pt x="6896214" y="3977531"/>
                  </a:lnTo>
                  <a:lnTo>
                    <a:pt x="6974020" y="3966678"/>
                  </a:lnTo>
                  <a:lnTo>
                    <a:pt x="7062828" y="3952799"/>
                  </a:lnTo>
                  <a:lnTo>
                    <a:pt x="7158898" y="3935856"/>
                  </a:lnTo>
                  <a:lnTo>
                    <a:pt x="7258393" y="3915888"/>
                  </a:lnTo>
                  <a:lnTo>
                    <a:pt x="7357878" y="3892961"/>
                  </a:lnTo>
                  <a:lnTo>
                    <a:pt x="7454616" y="3867119"/>
                  </a:lnTo>
                  <a:lnTo>
                    <a:pt x="7546675" y="3838339"/>
                  </a:lnTo>
                  <a:lnTo>
                    <a:pt x="7632890" y="3806514"/>
                  </a:lnTo>
                  <a:lnTo>
                    <a:pt x="7712739" y="3771433"/>
                  </a:lnTo>
                  <a:lnTo>
                    <a:pt x="7786194" y="3732781"/>
                  </a:lnTo>
                  <a:lnTo>
                    <a:pt x="7853570" y="3690143"/>
                  </a:lnTo>
                  <a:lnTo>
                    <a:pt x="7915409" y="3643014"/>
                  </a:lnTo>
                  <a:lnTo>
                    <a:pt x="7972382" y="3590820"/>
                  </a:lnTo>
                  <a:lnTo>
                    <a:pt x="8025220" y="3532954"/>
                  </a:lnTo>
                  <a:lnTo>
                    <a:pt x="8074661" y="3468838"/>
                  </a:lnTo>
                  <a:lnTo>
                    <a:pt x="8121412" y="3398026"/>
                  </a:lnTo>
                  <a:lnTo>
                    <a:pt x="8151487" y="3346842"/>
                  </a:lnTo>
                  <a:lnTo>
                    <a:pt x="8184457" y="3285545"/>
                  </a:lnTo>
                  <a:lnTo>
                    <a:pt x="8216675" y="3220302"/>
                  </a:lnTo>
                  <a:lnTo>
                    <a:pt x="8248319" y="3151035"/>
                  </a:lnTo>
                  <a:lnTo>
                    <a:pt x="8279541" y="3077710"/>
                  </a:lnTo>
                  <a:lnTo>
                    <a:pt x="8310461" y="3000348"/>
                  </a:lnTo>
                  <a:lnTo>
                    <a:pt x="8341180" y="2919028"/>
                  </a:lnTo>
                  <a:lnTo>
                    <a:pt x="8371779" y="2833888"/>
                  </a:lnTo>
                  <a:lnTo>
                    <a:pt x="8402317" y="2745133"/>
                  </a:lnTo>
                  <a:lnTo>
                    <a:pt x="8432840" y="2653031"/>
                  </a:lnTo>
                  <a:lnTo>
                    <a:pt x="8463378" y="2557911"/>
                  </a:lnTo>
                  <a:lnTo>
                    <a:pt x="8493950" y="2460167"/>
                  </a:lnTo>
                  <a:lnTo>
                    <a:pt x="8524563" y="2360243"/>
                  </a:lnTo>
                  <a:lnTo>
                    <a:pt x="8555214" y="2258633"/>
                  </a:lnTo>
                  <a:lnTo>
                    <a:pt x="8585895" y="2155868"/>
                  </a:lnTo>
                  <a:lnTo>
                    <a:pt x="8616593" y="2052504"/>
                  </a:lnTo>
                  <a:lnTo>
                    <a:pt x="8647292" y="1949111"/>
                  </a:lnTo>
                  <a:lnTo>
                    <a:pt x="8677975" y="1846261"/>
                  </a:lnTo>
                  <a:lnTo>
                    <a:pt x="8708630" y="1744512"/>
                  </a:lnTo>
                  <a:lnTo>
                    <a:pt x="8739247" y="1644397"/>
                  </a:lnTo>
                  <a:lnTo>
                    <a:pt x="8769823" y="1546414"/>
                  </a:lnTo>
                  <a:lnTo>
                    <a:pt x="8800364" y="1451013"/>
                  </a:lnTo>
                  <a:lnTo>
                    <a:pt x="8830887" y="1358593"/>
                  </a:lnTo>
                  <a:lnTo>
                    <a:pt x="8861422" y="1269491"/>
                  </a:lnTo>
                  <a:lnTo>
                    <a:pt x="8892012" y="1183980"/>
                  </a:lnTo>
                  <a:lnTo>
                    <a:pt x="8922716" y="1102271"/>
                  </a:lnTo>
                  <a:lnTo>
                    <a:pt x="8953612" y="1024509"/>
                  </a:lnTo>
                  <a:lnTo>
                    <a:pt x="8984798" y="950779"/>
                  </a:lnTo>
                  <a:lnTo>
                    <a:pt x="9016394" y="881107"/>
                  </a:lnTo>
                  <a:lnTo>
                    <a:pt x="9048547" y="815465"/>
                  </a:lnTo>
                  <a:lnTo>
                    <a:pt x="9081433" y="753778"/>
                  </a:lnTo>
                  <a:lnTo>
                    <a:pt x="9084767" y="747829"/>
                  </a:lnTo>
                  <a:lnTo>
                    <a:pt x="9130073" y="672424"/>
                  </a:lnTo>
                  <a:lnTo>
                    <a:pt x="9177641" y="603867"/>
                  </a:lnTo>
                  <a:lnTo>
                    <a:pt x="9228127" y="541881"/>
                  </a:lnTo>
                  <a:lnTo>
                    <a:pt x="9282253" y="485961"/>
                  </a:lnTo>
                  <a:lnTo>
                    <a:pt x="9340759" y="435511"/>
                  </a:lnTo>
                  <a:lnTo>
                    <a:pt x="9404363" y="389931"/>
                  </a:lnTo>
                  <a:lnTo>
                    <a:pt x="9473701" y="348665"/>
                  </a:lnTo>
                  <a:lnTo>
                    <a:pt x="9549254" y="311238"/>
                  </a:lnTo>
                  <a:lnTo>
                    <a:pt x="9631237" y="277265"/>
                  </a:lnTo>
                  <a:lnTo>
                    <a:pt x="9719474" y="246467"/>
                  </a:lnTo>
                  <a:lnTo>
                    <a:pt x="9813248" y="218668"/>
                  </a:lnTo>
                  <a:lnTo>
                    <a:pt x="9911149" y="193790"/>
                  </a:lnTo>
                  <a:lnTo>
                    <a:pt x="10010979" y="171837"/>
                  </a:lnTo>
                  <a:lnTo>
                    <a:pt x="10109748" y="152864"/>
                  </a:lnTo>
                  <a:lnTo>
                    <a:pt x="10203844" y="136934"/>
                  </a:lnTo>
                  <a:lnTo>
                    <a:pt x="10289400" y="124068"/>
                  </a:lnTo>
                  <a:lnTo>
                    <a:pt x="10362838" y="114188"/>
                  </a:lnTo>
                  <a:lnTo>
                    <a:pt x="10421484" y="107088"/>
                  </a:lnTo>
                  <a:lnTo>
                    <a:pt x="10464105" y="102423"/>
                  </a:lnTo>
                  <a:lnTo>
                    <a:pt x="10491211" y="99729"/>
                  </a:lnTo>
                  <a:lnTo>
                    <a:pt x="10505082" y="98474"/>
                  </a:lnTo>
                  <a:lnTo>
                    <a:pt x="10509583" y="98101"/>
                  </a:lnTo>
                  <a:lnTo>
                    <a:pt x="10509911" y="98075"/>
                  </a:lnTo>
                  <a:lnTo>
                    <a:pt x="11981298" y="9807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2" name="pl52"/>
            <p:cNvSpPr/>
            <p:nvPr/>
          </p:nvSpPr>
          <p:spPr>
            <a:xfrm>
              <a:off x="4799595" y="6679753"/>
              <a:ext cx="11981298" cy="3996596"/>
            </a:xfrm>
            <a:custGeom>
              <a:avLst/>
              <a:pathLst>
                <a:path w="11981298" h="3996596">
                  <a:moveTo>
                    <a:pt x="11981298" y="98075"/>
                  </a:moveTo>
                  <a:lnTo>
                    <a:pt x="10509911" y="98075"/>
                  </a:lnTo>
                  <a:lnTo>
                    <a:pt x="10508834" y="98160"/>
                  </a:lnTo>
                  <a:lnTo>
                    <a:pt x="10501744" y="98765"/>
                  </a:lnTo>
                  <a:lnTo>
                    <a:pt x="10483844" y="100435"/>
                  </a:lnTo>
                  <a:lnTo>
                    <a:pt x="10451765" y="103725"/>
                  </a:lnTo>
                  <a:lnTo>
                    <a:pt x="10403802" y="109151"/>
                  </a:lnTo>
                  <a:lnTo>
                    <a:pt x="10340039" y="117140"/>
                  </a:lnTo>
                  <a:lnTo>
                    <a:pt x="10262233" y="127994"/>
                  </a:lnTo>
                  <a:lnTo>
                    <a:pt x="10173425" y="141872"/>
                  </a:lnTo>
                  <a:lnTo>
                    <a:pt x="10077355" y="158815"/>
                  </a:lnTo>
                  <a:lnTo>
                    <a:pt x="9977860" y="178783"/>
                  </a:lnTo>
                  <a:lnTo>
                    <a:pt x="9878375" y="201710"/>
                  </a:lnTo>
                  <a:lnTo>
                    <a:pt x="9781637" y="227553"/>
                  </a:lnTo>
                  <a:lnTo>
                    <a:pt x="9689579" y="256332"/>
                  </a:lnTo>
                  <a:lnTo>
                    <a:pt x="9603364" y="288157"/>
                  </a:lnTo>
                  <a:lnTo>
                    <a:pt x="9523514" y="323238"/>
                  </a:lnTo>
                  <a:lnTo>
                    <a:pt x="9450060" y="361890"/>
                  </a:lnTo>
                  <a:lnTo>
                    <a:pt x="9382683" y="404528"/>
                  </a:lnTo>
                  <a:lnTo>
                    <a:pt x="9320844" y="451657"/>
                  </a:lnTo>
                  <a:lnTo>
                    <a:pt x="9263871" y="503852"/>
                  </a:lnTo>
                  <a:lnTo>
                    <a:pt x="9211034" y="561718"/>
                  </a:lnTo>
                  <a:lnTo>
                    <a:pt x="9161592" y="625833"/>
                  </a:lnTo>
                  <a:lnTo>
                    <a:pt x="9114842" y="696645"/>
                  </a:lnTo>
                  <a:lnTo>
                    <a:pt x="9084767" y="747829"/>
                  </a:lnTo>
                  <a:lnTo>
                    <a:pt x="9051796" y="809127"/>
                  </a:lnTo>
                  <a:lnTo>
                    <a:pt x="9019579" y="874369"/>
                  </a:lnTo>
                  <a:lnTo>
                    <a:pt x="8987934" y="943636"/>
                  </a:lnTo>
                  <a:lnTo>
                    <a:pt x="8956713" y="1016961"/>
                  </a:lnTo>
                  <a:lnTo>
                    <a:pt x="8925792" y="1094323"/>
                  </a:lnTo>
                  <a:lnTo>
                    <a:pt x="8895073" y="1175643"/>
                  </a:lnTo>
                  <a:lnTo>
                    <a:pt x="8864475" y="1260783"/>
                  </a:lnTo>
                  <a:lnTo>
                    <a:pt x="8833937" y="1349538"/>
                  </a:lnTo>
                  <a:lnTo>
                    <a:pt x="8803414" y="1441641"/>
                  </a:lnTo>
                  <a:lnTo>
                    <a:pt x="8772875" y="1536760"/>
                  </a:lnTo>
                  <a:lnTo>
                    <a:pt x="8742303" y="1634505"/>
                  </a:lnTo>
                  <a:lnTo>
                    <a:pt x="8711690" y="1734428"/>
                  </a:lnTo>
                  <a:lnTo>
                    <a:pt x="8681039" y="1836038"/>
                  </a:lnTo>
                  <a:lnTo>
                    <a:pt x="8650358" y="1938803"/>
                  </a:lnTo>
                  <a:lnTo>
                    <a:pt x="8619660" y="2042167"/>
                  </a:lnTo>
                  <a:lnTo>
                    <a:pt x="8588962" y="2145560"/>
                  </a:lnTo>
                  <a:lnTo>
                    <a:pt x="8558278" y="2248410"/>
                  </a:lnTo>
                  <a:lnTo>
                    <a:pt x="8527623" y="2350160"/>
                  </a:lnTo>
                  <a:lnTo>
                    <a:pt x="8497007" y="2450274"/>
                  </a:lnTo>
                  <a:lnTo>
                    <a:pt x="8466431" y="2548258"/>
                  </a:lnTo>
                  <a:lnTo>
                    <a:pt x="8435889" y="2643658"/>
                  </a:lnTo>
                  <a:lnTo>
                    <a:pt x="8405366" y="2736078"/>
                  </a:lnTo>
                  <a:lnTo>
                    <a:pt x="8374831" y="2825180"/>
                  </a:lnTo>
                  <a:lnTo>
                    <a:pt x="8344241" y="2910691"/>
                  </a:lnTo>
                  <a:lnTo>
                    <a:pt x="8313537" y="2992400"/>
                  </a:lnTo>
                  <a:lnTo>
                    <a:pt x="8282641" y="3070162"/>
                  </a:lnTo>
                  <a:lnTo>
                    <a:pt x="8251455" y="3143892"/>
                  </a:lnTo>
                  <a:lnTo>
                    <a:pt x="8219859" y="3213564"/>
                  </a:lnTo>
                  <a:lnTo>
                    <a:pt x="8187706" y="3279206"/>
                  </a:lnTo>
                  <a:lnTo>
                    <a:pt x="8154820" y="3340893"/>
                  </a:lnTo>
                  <a:lnTo>
                    <a:pt x="8151487" y="3346842"/>
                  </a:lnTo>
                  <a:lnTo>
                    <a:pt x="8106180" y="3422247"/>
                  </a:lnTo>
                  <a:lnTo>
                    <a:pt x="8058612" y="3490804"/>
                  </a:lnTo>
                  <a:lnTo>
                    <a:pt x="8008126" y="3552791"/>
                  </a:lnTo>
                  <a:lnTo>
                    <a:pt x="7954001" y="3608711"/>
                  </a:lnTo>
                  <a:lnTo>
                    <a:pt x="7895495" y="3659160"/>
                  </a:lnTo>
                  <a:lnTo>
                    <a:pt x="7831891" y="3704741"/>
                  </a:lnTo>
                  <a:lnTo>
                    <a:pt x="7762552" y="3746006"/>
                  </a:lnTo>
                  <a:lnTo>
                    <a:pt x="7686999" y="3783433"/>
                  </a:lnTo>
                  <a:lnTo>
                    <a:pt x="7605017" y="3817406"/>
                  </a:lnTo>
                  <a:lnTo>
                    <a:pt x="7516779" y="3848204"/>
                  </a:lnTo>
                  <a:lnTo>
                    <a:pt x="7423006" y="3876003"/>
                  </a:lnTo>
                  <a:lnTo>
                    <a:pt x="7325104" y="3900881"/>
                  </a:lnTo>
                  <a:lnTo>
                    <a:pt x="7225274" y="3922835"/>
                  </a:lnTo>
                  <a:lnTo>
                    <a:pt x="7126505" y="3941807"/>
                  </a:lnTo>
                  <a:lnTo>
                    <a:pt x="7032409" y="3957737"/>
                  </a:lnTo>
                  <a:lnTo>
                    <a:pt x="6946853" y="3970603"/>
                  </a:lnTo>
                  <a:lnTo>
                    <a:pt x="6873416" y="3980483"/>
                  </a:lnTo>
                  <a:lnTo>
                    <a:pt x="6814769" y="3987583"/>
                  </a:lnTo>
                  <a:lnTo>
                    <a:pt x="6772148" y="3992248"/>
                  </a:lnTo>
                  <a:lnTo>
                    <a:pt x="6745042" y="3994942"/>
                  </a:lnTo>
                  <a:lnTo>
                    <a:pt x="6731171" y="3996197"/>
                  </a:lnTo>
                  <a:lnTo>
                    <a:pt x="6726671" y="3996570"/>
                  </a:lnTo>
                  <a:lnTo>
                    <a:pt x="6726343" y="3996596"/>
                  </a:lnTo>
                  <a:lnTo>
                    <a:pt x="5254955" y="3996596"/>
                  </a:lnTo>
                  <a:lnTo>
                    <a:pt x="5254012" y="3996520"/>
                  </a:lnTo>
                  <a:lnTo>
                    <a:pt x="5247791" y="3995980"/>
                  </a:lnTo>
                  <a:lnTo>
                    <a:pt x="5232023" y="3994487"/>
                  </a:lnTo>
                  <a:lnTo>
                    <a:pt x="5203619" y="3991546"/>
                  </a:lnTo>
                  <a:lnTo>
                    <a:pt x="5160851" y="3986685"/>
                  </a:lnTo>
                  <a:lnTo>
                    <a:pt x="5103481" y="3979502"/>
                  </a:lnTo>
                  <a:lnTo>
                    <a:pt x="5032716" y="3969698"/>
                  </a:lnTo>
                  <a:lnTo>
                    <a:pt x="4950938" y="3957093"/>
                  </a:lnTo>
                  <a:lnTo>
                    <a:pt x="4861279" y="3941620"/>
                  </a:lnTo>
                  <a:lnTo>
                    <a:pt x="4767119" y="3923294"/>
                  </a:lnTo>
                  <a:lnTo>
                    <a:pt x="4671651" y="3902169"/>
                  </a:lnTo>
                  <a:lnTo>
                    <a:pt x="4577570" y="3878301"/>
                  </a:lnTo>
                  <a:lnTo>
                    <a:pt x="4486924" y="3851702"/>
                  </a:lnTo>
                  <a:lnTo>
                    <a:pt x="4401088" y="3822321"/>
                  </a:lnTo>
                  <a:lnTo>
                    <a:pt x="4320838" y="3790025"/>
                  </a:lnTo>
                  <a:lnTo>
                    <a:pt x="4246457" y="3754593"/>
                  </a:lnTo>
                  <a:lnTo>
                    <a:pt x="4177863" y="3715714"/>
                  </a:lnTo>
                  <a:lnTo>
                    <a:pt x="4114715" y="3672993"/>
                  </a:lnTo>
                  <a:lnTo>
                    <a:pt x="4056508" y="3625961"/>
                  </a:lnTo>
                  <a:lnTo>
                    <a:pt x="4002643" y="3574097"/>
                  </a:lnTo>
                  <a:lnTo>
                    <a:pt x="3952477" y="3516856"/>
                  </a:lnTo>
                  <a:lnTo>
                    <a:pt x="3905365" y="3453727"/>
                  </a:lnTo>
                  <a:lnTo>
                    <a:pt x="3860696" y="3384317"/>
                  </a:lnTo>
                  <a:lnTo>
                    <a:pt x="3829811" y="3330496"/>
                  </a:lnTo>
                  <a:lnTo>
                    <a:pt x="3797198" y="3268368"/>
                  </a:lnTo>
                  <a:lnTo>
                    <a:pt x="3765323" y="3202285"/>
                  </a:lnTo>
                  <a:lnTo>
                    <a:pt x="3734013" y="3132167"/>
                  </a:lnTo>
                  <a:lnTo>
                    <a:pt x="3703121" y="3057980"/>
                  </a:lnTo>
                  <a:lnTo>
                    <a:pt x="3672527" y="2979743"/>
                  </a:lnTo>
                  <a:lnTo>
                    <a:pt x="3642136" y="2897531"/>
                  </a:lnTo>
                  <a:lnTo>
                    <a:pt x="3611867" y="2811477"/>
                  </a:lnTo>
                  <a:lnTo>
                    <a:pt x="3581661" y="2721780"/>
                  </a:lnTo>
                  <a:lnTo>
                    <a:pt x="3551473" y="2628699"/>
                  </a:lnTo>
                  <a:lnTo>
                    <a:pt x="3521272" y="2532558"/>
                  </a:lnTo>
                  <a:lnTo>
                    <a:pt x="3491040" y="2433739"/>
                  </a:lnTo>
                  <a:lnTo>
                    <a:pt x="3460769" y="2332677"/>
                  </a:lnTo>
                  <a:lnTo>
                    <a:pt x="3430459" y="2229857"/>
                  </a:lnTo>
                  <a:lnTo>
                    <a:pt x="3400118" y="2125801"/>
                  </a:lnTo>
                  <a:lnTo>
                    <a:pt x="3369758" y="2021057"/>
                  </a:lnTo>
                  <a:lnTo>
                    <a:pt x="3339396" y="1916190"/>
                  </a:lnTo>
                  <a:lnTo>
                    <a:pt x="3309045" y="1811766"/>
                  </a:lnTo>
                  <a:lnTo>
                    <a:pt x="3278720" y="1708344"/>
                  </a:lnTo>
                  <a:lnTo>
                    <a:pt x="3248432" y="1606458"/>
                  </a:lnTo>
                  <a:lnTo>
                    <a:pt x="3218183" y="1506609"/>
                  </a:lnTo>
                  <a:lnTo>
                    <a:pt x="3187970" y="1409256"/>
                  </a:lnTo>
                  <a:lnTo>
                    <a:pt x="3157779" y="1314804"/>
                  </a:lnTo>
                  <a:lnTo>
                    <a:pt x="3127586" y="1223603"/>
                  </a:lnTo>
                  <a:lnTo>
                    <a:pt x="3097351" y="1135941"/>
                  </a:lnTo>
                  <a:lnTo>
                    <a:pt x="3067021" y="1052041"/>
                  </a:lnTo>
                  <a:lnTo>
                    <a:pt x="3036526" y="972067"/>
                  </a:lnTo>
                  <a:lnTo>
                    <a:pt x="3005777" y="896117"/>
                  </a:lnTo>
                  <a:lnTo>
                    <a:pt x="2974664" y="824235"/>
                  </a:lnTo>
                  <a:lnTo>
                    <a:pt x="2943054" y="756409"/>
                  </a:lnTo>
                  <a:lnTo>
                    <a:pt x="2910785" y="692577"/>
                  </a:lnTo>
                  <a:lnTo>
                    <a:pt x="2896531" y="666099"/>
                  </a:lnTo>
                  <a:lnTo>
                    <a:pt x="2853273" y="592069"/>
                  </a:lnTo>
                  <a:lnTo>
                    <a:pt x="2807974" y="524457"/>
                  </a:lnTo>
                  <a:lnTo>
                    <a:pt x="2760066" y="463034"/>
                  </a:lnTo>
                  <a:lnTo>
                    <a:pt x="2708923" y="407363"/>
                  </a:lnTo>
                  <a:lnTo>
                    <a:pt x="2653898" y="356916"/>
                  </a:lnTo>
                  <a:lnTo>
                    <a:pt x="2594357" y="311149"/>
                  </a:lnTo>
                  <a:lnTo>
                    <a:pt x="2529720" y="269555"/>
                  </a:lnTo>
                  <a:lnTo>
                    <a:pt x="2459520" y="231684"/>
                  </a:lnTo>
                  <a:lnTo>
                    <a:pt x="2383480" y="197163"/>
                  </a:lnTo>
                  <a:lnTo>
                    <a:pt x="2301608" y="165708"/>
                  </a:lnTo>
                  <a:lnTo>
                    <a:pt x="2214315" y="137121"/>
                  </a:lnTo>
                  <a:lnTo>
                    <a:pt x="2122533" y="111293"/>
                  </a:lnTo>
                  <a:lnTo>
                    <a:pt x="2027825" y="88194"/>
                  </a:lnTo>
                  <a:lnTo>
                    <a:pt x="1932426" y="67851"/>
                  </a:lnTo>
                  <a:lnTo>
                    <a:pt x="1839197" y="50324"/>
                  </a:lnTo>
                  <a:lnTo>
                    <a:pt x="1751418" y="35661"/>
                  </a:lnTo>
                  <a:lnTo>
                    <a:pt x="1672451" y="23857"/>
                  </a:lnTo>
                  <a:lnTo>
                    <a:pt x="1605263" y="14815"/>
                  </a:lnTo>
                  <a:lnTo>
                    <a:pt x="1551945" y="8321"/>
                  </a:lnTo>
                  <a:lnTo>
                    <a:pt x="1513314" y="4046"/>
                  </a:lnTo>
                  <a:lnTo>
                    <a:pt x="1488707" y="1562"/>
                  </a:lnTo>
                  <a:lnTo>
                    <a:pt x="1475996" y="388"/>
                  </a:lnTo>
                  <a:lnTo>
                    <a:pt x="1471741" y="27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3" name="pg53"/>
            <p:cNvSpPr/>
            <p:nvPr/>
          </p:nvSpPr>
          <p:spPr>
            <a:xfrm>
              <a:off x="4799595" y="6687926"/>
              <a:ext cx="11981298" cy="4012942"/>
            </a:xfrm>
            <a:custGeom>
              <a:avLst/>
              <a:pathLst>
                <a:path w="11981298" h="4012942">
                  <a:moveTo>
                    <a:pt x="0" y="8172"/>
                  </a:moveTo>
                  <a:lnTo>
                    <a:pt x="1471387" y="8172"/>
                  </a:lnTo>
                  <a:lnTo>
                    <a:pt x="1472329" y="8248"/>
                  </a:lnTo>
                  <a:lnTo>
                    <a:pt x="1478547" y="8789"/>
                  </a:lnTo>
                  <a:lnTo>
                    <a:pt x="1494308" y="10284"/>
                  </a:lnTo>
                  <a:lnTo>
                    <a:pt x="1522698" y="13230"/>
                  </a:lnTo>
                  <a:lnTo>
                    <a:pt x="1565447" y="18098"/>
                  </a:lnTo>
                  <a:lnTo>
                    <a:pt x="1622793" y="25292"/>
                  </a:lnTo>
                  <a:lnTo>
                    <a:pt x="1693532" y="35112"/>
                  </a:lnTo>
                  <a:lnTo>
                    <a:pt x="1775282" y="47736"/>
                  </a:lnTo>
                  <a:lnTo>
                    <a:pt x="1864916" y="63234"/>
                  </a:lnTo>
                  <a:lnTo>
                    <a:pt x="1959055" y="81590"/>
                  </a:lnTo>
                  <a:lnTo>
                    <a:pt x="2054507" y="102748"/>
                  </a:lnTo>
                  <a:lnTo>
                    <a:pt x="2148576" y="126656"/>
                  </a:lnTo>
                  <a:lnTo>
                    <a:pt x="2239216" y="153299"/>
                  </a:lnTo>
                  <a:lnTo>
                    <a:pt x="2325049" y="182728"/>
                  </a:lnTo>
                  <a:lnTo>
                    <a:pt x="2405300" y="215076"/>
                  </a:lnTo>
                  <a:lnTo>
                    <a:pt x="2479684" y="250565"/>
                  </a:lnTo>
                  <a:lnTo>
                    <a:pt x="2548283" y="289507"/>
                  </a:lnTo>
                  <a:lnTo>
                    <a:pt x="2611435" y="332295"/>
                  </a:lnTo>
                  <a:lnTo>
                    <a:pt x="2669647" y="379400"/>
                  </a:lnTo>
                  <a:lnTo>
                    <a:pt x="2723517" y="431344"/>
                  </a:lnTo>
                  <a:lnTo>
                    <a:pt x="2773686" y="488671"/>
                  </a:lnTo>
                  <a:lnTo>
                    <a:pt x="2820800" y="551895"/>
                  </a:lnTo>
                  <a:lnTo>
                    <a:pt x="2865470" y="621409"/>
                  </a:lnTo>
                  <a:lnTo>
                    <a:pt x="2896531" y="675634"/>
                  </a:lnTo>
                  <a:lnTo>
                    <a:pt x="2929115" y="737831"/>
                  </a:lnTo>
                  <a:lnTo>
                    <a:pt x="2960961" y="803984"/>
                  </a:lnTo>
                  <a:lnTo>
                    <a:pt x="2992245" y="874172"/>
                  </a:lnTo>
                  <a:lnTo>
                    <a:pt x="3023110" y="948430"/>
                  </a:lnTo>
                  <a:lnTo>
                    <a:pt x="3053676" y="1026739"/>
                  </a:lnTo>
                  <a:lnTo>
                    <a:pt x="3084041" y="1109025"/>
                  </a:lnTo>
                  <a:lnTo>
                    <a:pt x="3114283" y="1195154"/>
                  </a:lnTo>
                  <a:lnTo>
                    <a:pt x="3144461" y="1284928"/>
                  </a:lnTo>
                  <a:lnTo>
                    <a:pt x="3174622" y="1378090"/>
                  </a:lnTo>
                  <a:lnTo>
                    <a:pt x="3204795" y="1474315"/>
                  </a:lnTo>
                  <a:lnTo>
                    <a:pt x="3234999" y="1573223"/>
                  </a:lnTo>
                  <a:lnTo>
                    <a:pt x="3265243" y="1674378"/>
                  </a:lnTo>
                  <a:lnTo>
                    <a:pt x="3295525" y="1777297"/>
                  </a:lnTo>
                  <a:lnTo>
                    <a:pt x="3325838" y="1881460"/>
                  </a:lnTo>
                  <a:lnTo>
                    <a:pt x="3356169" y="1986317"/>
                  </a:lnTo>
                  <a:lnTo>
                    <a:pt x="3386505" y="2091305"/>
                  </a:lnTo>
                  <a:lnTo>
                    <a:pt x="3416828" y="2195858"/>
                  </a:lnTo>
                  <a:lnTo>
                    <a:pt x="3447126" y="2299418"/>
                  </a:lnTo>
                  <a:lnTo>
                    <a:pt x="3477387" y="2401449"/>
                  </a:lnTo>
                  <a:lnTo>
                    <a:pt x="3507609" y="2501452"/>
                  </a:lnTo>
                  <a:lnTo>
                    <a:pt x="3537795" y="2598966"/>
                  </a:lnTo>
                  <a:lnTo>
                    <a:pt x="3567959" y="2693586"/>
                  </a:lnTo>
                  <a:lnTo>
                    <a:pt x="3598124" y="2784960"/>
                  </a:lnTo>
                  <a:lnTo>
                    <a:pt x="3628330" y="2872800"/>
                  </a:lnTo>
                  <a:lnTo>
                    <a:pt x="3658630" y="2956880"/>
                  </a:lnTo>
                  <a:lnTo>
                    <a:pt x="3689092" y="3037038"/>
                  </a:lnTo>
                  <a:lnTo>
                    <a:pt x="3719806" y="3113171"/>
                  </a:lnTo>
                  <a:lnTo>
                    <a:pt x="3750880" y="3185237"/>
                  </a:lnTo>
                  <a:lnTo>
                    <a:pt x="3782447" y="3253245"/>
                  </a:lnTo>
                  <a:lnTo>
                    <a:pt x="3814667" y="3317255"/>
                  </a:lnTo>
                  <a:lnTo>
                    <a:pt x="3829811" y="3345480"/>
                  </a:lnTo>
                  <a:lnTo>
                    <a:pt x="3873062" y="3419649"/>
                  </a:lnTo>
                  <a:lnTo>
                    <a:pt x="3918352" y="3487389"/>
                  </a:lnTo>
                  <a:lnTo>
                    <a:pt x="3966250" y="3548929"/>
                  </a:lnTo>
                  <a:lnTo>
                    <a:pt x="4017382" y="3604708"/>
                  </a:lnTo>
                  <a:lnTo>
                    <a:pt x="4072394" y="3655254"/>
                  </a:lnTo>
                  <a:lnTo>
                    <a:pt x="4131920" y="3701109"/>
                  </a:lnTo>
                  <a:lnTo>
                    <a:pt x="4196539" y="3742786"/>
                  </a:lnTo>
                  <a:lnTo>
                    <a:pt x="4266719" y="3780733"/>
                  </a:lnTo>
                  <a:lnTo>
                    <a:pt x="4342737" y="3815322"/>
                  </a:lnTo>
                  <a:lnTo>
                    <a:pt x="4424585" y="3846842"/>
                  </a:lnTo>
                  <a:lnTo>
                    <a:pt x="4511854" y="3875488"/>
                  </a:lnTo>
                  <a:lnTo>
                    <a:pt x="4603612" y="3901369"/>
                  </a:lnTo>
                  <a:lnTo>
                    <a:pt x="4698299" y="3924517"/>
                  </a:lnTo>
                  <a:lnTo>
                    <a:pt x="4793682" y="3944904"/>
                  </a:lnTo>
                  <a:lnTo>
                    <a:pt x="4886905" y="3962471"/>
                  </a:lnTo>
                  <a:lnTo>
                    <a:pt x="4974688" y="3977170"/>
                  </a:lnTo>
                  <a:lnTo>
                    <a:pt x="5053672" y="3989004"/>
                  </a:lnTo>
                  <a:lnTo>
                    <a:pt x="5120888" y="3998072"/>
                  </a:lnTo>
                  <a:lnTo>
                    <a:pt x="5174244" y="4004585"/>
                  </a:lnTo>
                  <a:lnTo>
                    <a:pt x="5212918" y="4008876"/>
                  </a:lnTo>
                  <a:lnTo>
                    <a:pt x="5237568" y="4011369"/>
                  </a:lnTo>
                  <a:lnTo>
                    <a:pt x="5250316" y="4012549"/>
                  </a:lnTo>
                  <a:lnTo>
                    <a:pt x="5254595" y="4012913"/>
                  </a:lnTo>
                  <a:lnTo>
                    <a:pt x="5254955" y="4012942"/>
                  </a:lnTo>
                  <a:lnTo>
                    <a:pt x="6726343" y="4012942"/>
                  </a:lnTo>
                  <a:lnTo>
                    <a:pt x="6727554" y="4012905"/>
                  </a:lnTo>
                  <a:lnTo>
                    <a:pt x="6735503" y="4012645"/>
                  </a:lnTo>
                  <a:lnTo>
                    <a:pt x="6755505" y="4011926"/>
                  </a:lnTo>
                  <a:lnTo>
                    <a:pt x="6791171" y="4010510"/>
                  </a:lnTo>
                  <a:lnTo>
                    <a:pt x="6844140" y="4008181"/>
                  </a:lnTo>
                  <a:lnTo>
                    <a:pt x="6913955" y="4004764"/>
                  </a:lnTo>
                  <a:lnTo>
                    <a:pt x="6998272" y="4000142"/>
                  </a:lnTo>
                  <a:lnTo>
                    <a:pt x="7093395" y="3994261"/>
                  </a:lnTo>
                  <a:lnTo>
                    <a:pt x="7195016" y="3987118"/>
                  </a:lnTo>
                  <a:lnTo>
                    <a:pt x="7298919" y="3978734"/>
                  </a:lnTo>
                  <a:lnTo>
                    <a:pt x="7401513" y="3969138"/>
                  </a:lnTo>
                  <a:lnTo>
                    <a:pt x="7500098" y="3958336"/>
                  </a:lnTo>
                  <a:lnTo>
                    <a:pt x="7592910" y="3946305"/>
                  </a:lnTo>
                  <a:lnTo>
                    <a:pt x="7679025" y="3932974"/>
                  </a:lnTo>
                  <a:lnTo>
                    <a:pt x="7758178" y="3918229"/>
                  </a:lnTo>
                  <a:lnTo>
                    <a:pt x="7830582" y="3901910"/>
                  </a:lnTo>
                  <a:lnTo>
                    <a:pt x="7896764" y="3883811"/>
                  </a:lnTo>
                  <a:lnTo>
                    <a:pt x="7957443" y="3863696"/>
                  </a:lnTo>
                  <a:lnTo>
                    <a:pt x="8013429" y="3841305"/>
                  </a:lnTo>
                  <a:lnTo>
                    <a:pt x="8065555" y="3816385"/>
                  </a:lnTo>
                  <a:lnTo>
                    <a:pt x="8114627" y="3788727"/>
                  </a:lnTo>
                  <a:lnTo>
                    <a:pt x="8151487" y="3765027"/>
                  </a:lnTo>
                  <a:lnTo>
                    <a:pt x="8198199" y="3731269"/>
                  </a:lnTo>
                  <a:lnTo>
                    <a:pt x="8243543" y="3694432"/>
                  </a:lnTo>
                  <a:lnTo>
                    <a:pt x="8287980" y="3654459"/>
                  </a:lnTo>
                  <a:lnTo>
                    <a:pt x="8331863" y="3611379"/>
                  </a:lnTo>
                  <a:lnTo>
                    <a:pt x="8375451" y="3565310"/>
                  </a:lnTo>
                  <a:lnTo>
                    <a:pt x="8418928" y="3516470"/>
                  </a:lnTo>
                  <a:lnTo>
                    <a:pt x="8462409" y="3465177"/>
                  </a:lnTo>
                  <a:lnTo>
                    <a:pt x="8505955" y="3411847"/>
                  </a:lnTo>
                  <a:lnTo>
                    <a:pt x="8549583" y="3356979"/>
                  </a:lnTo>
                  <a:lnTo>
                    <a:pt x="8593274" y="3301142"/>
                  </a:lnTo>
                  <a:lnTo>
                    <a:pt x="8636991" y="3244947"/>
                  </a:lnTo>
                  <a:lnTo>
                    <a:pt x="8680689" y="3189024"/>
                  </a:lnTo>
                  <a:lnTo>
                    <a:pt x="8724326" y="3133988"/>
                  </a:lnTo>
                  <a:lnTo>
                    <a:pt x="8767884" y="3080416"/>
                  </a:lnTo>
                  <a:lnTo>
                    <a:pt x="8811371" y="3028818"/>
                  </a:lnTo>
                  <a:lnTo>
                    <a:pt x="8854843" y="2979621"/>
                  </a:lnTo>
                  <a:lnTo>
                    <a:pt x="8898407" y="2933157"/>
                  </a:lnTo>
                  <a:lnTo>
                    <a:pt x="8942236" y="2889658"/>
                  </a:lnTo>
                  <a:lnTo>
                    <a:pt x="8986579" y="2849256"/>
                  </a:lnTo>
                  <a:lnTo>
                    <a:pt x="9031773" y="2811991"/>
                  </a:lnTo>
                  <a:lnTo>
                    <a:pt x="9078266" y="2777817"/>
                  </a:lnTo>
                  <a:lnTo>
                    <a:pt x="9084767" y="2773370"/>
                  </a:lnTo>
                  <a:lnTo>
                    <a:pt x="9131954" y="2743488"/>
                  </a:lnTo>
                  <a:lnTo>
                    <a:pt x="9181618" y="2716431"/>
                  </a:lnTo>
                  <a:lnTo>
                    <a:pt x="9234504" y="2692075"/>
                  </a:lnTo>
                  <a:lnTo>
                    <a:pt x="9291428" y="2670195"/>
                  </a:lnTo>
                  <a:lnTo>
                    <a:pt x="9353223" y="2650535"/>
                  </a:lnTo>
                  <a:lnTo>
                    <a:pt x="9420688" y="2632838"/>
                  </a:lnTo>
                  <a:lnTo>
                    <a:pt x="9494506" y="2616872"/>
                  </a:lnTo>
                  <a:lnTo>
                    <a:pt x="9575151" y="2602444"/>
                  </a:lnTo>
                  <a:lnTo>
                    <a:pt x="9662748" y="2589400"/>
                  </a:lnTo>
                  <a:lnTo>
                    <a:pt x="9756905" y="2577637"/>
                  </a:lnTo>
                  <a:lnTo>
                    <a:pt x="9856531" y="2567096"/>
                  </a:lnTo>
                  <a:lnTo>
                    <a:pt x="9959667" y="2557758"/>
                  </a:lnTo>
                  <a:lnTo>
                    <a:pt x="10063410" y="2549639"/>
                  </a:lnTo>
                  <a:lnTo>
                    <a:pt x="10164002" y="2542766"/>
                  </a:lnTo>
                  <a:lnTo>
                    <a:pt x="10257157" y="2537157"/>
                  </a:lnTo>
                  <a:lnTo>
                    <a:pt x="10338633" y="2532801"/>
                  </a:lnTo>
                  <a:lnTo>
                    <a:pt x="10404967" y="2529629"/>
                  </a:lnTo>
                  <a:lnTo>
                    <a:pt x="10454185" y="2527513"/>
                  </a:lnTo>
                  <a:lnTo>
                    <a:pt x="10486274" y="2526267"/>
                  </a:lnTo>
                  <a:lnTo>
                    <a:pt x="10503318" y="2525666"/>
                  </a:lnTo>
                  <a:lnTo>
                    <a:pt x="10509318" y="2525474"/>
                  </a:lnTo>
                  <a:lnTo>
                    <a:pt x="10509911" y="2525456"/>
                  </a:lnTo>
                  <a:lnTo>
                    <a:pt x="11981298" y="2525456"/>
                  </a:lnTo>
                  <a:lnTo>
                    <a:pt x="11981298" y="2517283"/>
                  </a:lnTo>
                  <a:lnTo>
                    <a:pt x="10509911" y="2517283"/>
                  </a:lnTo>
                  <a:lnTo>
                    <a:pt x="10508700" y="2517319"/>
                  </a:lnTo>
                  <a:lnTo>
                    <a:pt x="10500750" y="2517580"/>
                  </a:lnTo>
                  <a:lnTo>
                    <a:pt x="10480748" y="2518299"/>
                  </a:lnTo>
                  <a:lnTo>
                    <a:pt x="10445083" y="2519714"/>
                  </a:lnTo>
                  <a:lnTo>
                    <a:pt x="10392114" y="2522044"/>
                  </a:lnTo>
                  <a:lnTo>
                    <a:pt x="10322298" y="2525461"/>
                  </a:lnTo>
                  <a:lnTo>
                    <a:pt x="10237981" y="2530083"/>
                  </a:lnTo>
                  <a:lnTo>
                    <a:pt x="10142858" y="2535964"/>
                  </a:lnTo>
                  <a:lnTo>
                    <a:pt x="10041237" y="2543107"/>
                  </a:lnTo>
                  <a:lnTo>
                    <a:pt x="9937334" y="2551491"/>
                  </a:lnTo>
                  <a:lnTo>
                    <a:pt x="9834740" y="2561087"/>
                  </a:lnTo>
                  <a:lnTo>
                    <a:pt x="9736156" y="2571888"/>
                  </a:lnTo>
                  <a:lnTo>
                    <a:pt x="9643343" y="2583920"/>
                  </a:lnTo>
                  <a:lnTo>
                    <a:pt x="9557228" y="2597251"/>
                  </a:lnTo>
                  <a:lnTo>
                    <a:pt x="9478075" y="2611995"/>
                  </a:lnTo>
                  <a:lnTo>
                    <a:pt x="9405672" y="2628315"/>
                  </a:lnTo>
                  <a:lnTo>
                    <a:pt x="9339489" y="2646414"/>
                  </a:lnTo>
                  <a:lnTo>
                    <a:pt x="9278810" y="2666529"/>
                  </a:lnTo>
                  <a:lnTo>
                    <a:pt x="9222825" y="2688920"/>
                  </a:lnTo>
                  <a:lnTo>
                    <a:pt x="9170698" y="2713840"/>
                  </a:lnTo>
                  <a:lnTo>
                    <a:pt x="9121626" y="2741498"/>
                  </a:lnTo>
                  <a:lnTo>
                    <a:pt x="9084767" y="2765197"/>
                  </a:lnTo>
                  <a:lnTo>
                    <a:pt x="9038054" y="2798955"/>
                  </a:lnTo>
                  <a:lnTo>
                    <a:pt x="8992711" y="2835793"/>
                  </a:lnTo>
                  <a:lnTo>
                    <a:pt x="8948274" y="2875766"/>
                  </a:lnTo>
                  <a:lnTo>
                    <a:pt x="8904391" y="2918846"/>
                  </a:lnTo>
                  <a:lnTo>
                    <a:pt x="8860802" y="2964915"/>
                  </a:lnTo>
                  <a:lnTo>
                    <a:pt x="8817325" y="3013755"/>
                  </a:lnTo>
                  <a:lnTo>
                    <a:pt x="8773844" y="3065047"/>
                  </a:lnTo>
                  <a:lnTo>
                    <a:pt x="8730298" y="3118378"/>
                  </a:lnTo>
                  <a:lnTo>
                    <a:pt x="8686671" y="3173246"/>
                  </a:lnTo>
                  <a:lnTo>
                    <a:pt x="8642979" y="3229083"/>
                  </a:lnTo>
                  <a:lnTo>
                    <a:pt x="8599262" y="3285278"/>
                  </a:lnTo>
                  <a:lnTo>
                    <a:pt x="8555565" y="3341201"/>
                  </a:lnTo>
                  <a:lnTo>
                    <a:pt x="8511927" y="3396236"/>
                  </a:lnTo>
                  <a:lnTo>
                    <a:pt x="8468370" y="3449809"/>
                  </a:lnTo>
                  <a:lnTo>
                    <a:pt x="8424882" y="3501407"/>
                  </a:lnTo>
                  <a:lnTo>
                    <a:pt x="8381410" y="3550604"/>
                  </a:lnTo>
                  <a:lnTo>
                    <a:pt x="8337846" y="3597068"/>
                  </a:lnTo>
                  <a:lnTo>
                    <a:pt x="8294017" y="3640567"/>
                  </a:lnTo>
                  <a:lnTo>
                    <a:pt x="8249675" y="3680968"/>
                  </a:lnTo>
                  <a:lnTo>
                    <a:pt x="8204480" y="3718234"/>
                  </a:lnTo>
                  <a:lnTo>
                    <a:pt x="8157987" y="3752408"/>
                  </a:lnTo>
                  <a:lnTo>
                    <a:pt x="8151487" y="3756854"/>
                  </a:lnTo>
                  <a:lnTo>
                    <a:pt x="8104299" y="3786737"/>
                  </a:lnTo>
                  <a:lnTo>
                    <a:pt x="8054635" y="3813793"/>
                  </a:lnTo>
                  <a:lnTo>
                    <a:pt x="8001749" y="3838150"/>
                  </a:lnTo>
                  <a:lnTo>
                    <a:pt x="7944825" y="3860029"/>
                  </a:lnTo>
                  <a:lnTo>
                    <a:pt x="7883030" y="3879690"/>
                  </a:lnTo>
                  <a:lnTo>
                    <a:pt x="7815565" y="3897387"/>
                  </a:lnTo>
                  <a:lnTo>
                    <a:pt x="7741747" y="3913352"/>
                  </a:lnTo>
                  <a:lnTo>
                    <a:pt x="7661102" y="3927781"/>
                  </a:lnTo>
                  <a:lnTo>
                    <a:pt x="7573506" y="3940824"/>
                  </a:lnTo>
                  <a:lnTo>
                    <a:pt x="7479348" y="3952587"/>
                  </a:lnTo>
                  <a:lnTo>
                    <a:pt x="7379722" y="3963129"/>
                  </a:lnTo>
                  <a:lnTo>
                    <a:pt x="7276586" y="3972466"/>
                  </a:lnTo>
                  <a:lnTo>
                    <a:pt x="7172843" y="3980586"/>
                  </a:lnTo>
                  <a:lnTo>
                    <a:pt x="7072251" y="3987459"/>
                  </a:lnTo>
                  <a:lnTo>
                    <a:pt x="6979096" y="3993067"/>
                  </a:lnTo>
                  <a:lnTo>
                    <a:pt x="6897620" y="3997424"/>
                  </a:lnTo>
                  <a:lnTo>
                    <a:pt x="6831286" y="4000595"/>
                  </a:lnTo>
                  <a:lnTo>
                    <a:pt x="6782069" y="4002712"/>
                  </a:lnTo>
                  <a:lnTo>
                    <a:pt x="6749979" y="4003958"/>
                  </a:lnTo>
                  <a:lnTo>
                    <a:pt x="6732935" y="4004558"/>
                  </a:lnTo>
                  <a:lnTo>
                    <a:pt x="6726936" y="4004751"/>
                  </a:lnTo>
                  <a:lnTo>
                    <a:pt x="6726343" y="4004769"/>
                  </a:lnTo>
                  <a:lnTo>
                    <a:pt x="5254955" y="4004769"/>
                  </a:lnTo>
                  <a:lnTo>
                    <a:pt x="5254013" y="4004693"/>
                  </a:lnTo>
                  <a:lnTo>
                    <a:pt x="5247795" y="4004152"/>
                  </a:lnTo>
                  <a:lnTo>
                    <a:pt x="5232034" y="4002657"/>
                  </a:lnTo>
                  <a:lnTo>
                    <a:pt x="5203644" y="3999711"/>
                  </a:lnTo>
                  <a:lnTo>
                    <a:pt x="5160895" y="3994843"/>
                  </a:lnTo>
                  <a:lnTo>
                    <a:pt x="5103549" y="3987649"/>
                  </a:lnTo>
                  <a:lnTo>
                    <a:pt x="5032810" y="3977830"/>
                  </a:lnTo>
                  <a:lnTo>
                    <a:pt x="4951060" y="3965205"/>
                  </a:lnTo>
                  <a:lnTo>
                    <a:pt x="4861426" y="3949708"/>
                  </a:lnTo>
                  <a:lnTo>
                    <a:pt x="4767287" y="3931352"/>
                  </a:lnTo>
                  <a:lnTo>
                    <a:pt x="4671835" y="3910193"/>
                  </a:lnTo>
                  <a:lnTo>
                    <a:pt x="4577766" y="3886285"/>
                  </a:lnTo>
                  <a:lnTo>
                    <a:pt x="4487126" y="3859642"/>
                  </a:lnTo>
                  <a:lnTo>
                    <a:pt x="4401293" y="3830213"/>
                  </a:lnTo>
                  <a:lnTo>
                    <a:pt x="4321042" y="3797865"/>
                  </a:lnTo>
                  <a:lnTo>
                    <a:pt x="4246658" y="3762376"/>
                  </a:lnTo>
                  <a:lnTo>
                    <a:pt x="4178059" y="3723435"/>
                  </a:lnTo>
                  <a:lnTo>
                    <a:pt x="4114907" y="3680646"/>
                  </a:lnTo>
                  <a:lnTo>
                    <a:pt x="4056695" y="3633541"/>
                  </a:lnTo>
                  <a:lnTo>
                    <a:pt x="4002825" y="3581598"/>
                  </a:lnTo>
                  <a:lnTo>
                    <a:pt x="3952656" y="3524270"/>
                  </a:lnTo>
                  <a:lnTo>
                    <a:pt x="3905542" y="3461047"/>
                  </a:lnTo>
                  <a:lnTo>
                    <a:pt x="3860872" y="3391532"/>
                  </a:lnTo>
                  <a:lnTo>
                    <a:pt x="3829811" y="3337307"/>
                  </a:lnTo>
                  <a:lnTo>
                    <a:pt x="3797227" y="3275110"/>
                  </a:lnTo>
                  <a:lnTo>
                    <a:pt x="3765381" y="3208958"/>
                  </a:lnTo>
                  <a:lnTo>
                    <a:pt x="3734097" y="3138769"/>
                  </a:lnTo>
                  <a:lnTo>
                    <a:pt x="3703232" y="3064512"/>
                  </a:lnTo>
                  <a:lnTo>
                    <a:pt x="3672666" y="2986202"/>
                  </a:lnTo>
                  <a:lnTo>
                    <a:pt x="3642301" y="2903916"/>
                  </a:lnTo>
                  <a:lnTo>
                    <a:pt x="3612059" y="2817788"/>
                  </a:lnTo>
                  <a:lnTo>
                    <a:pt x="3581881" y="2728013"/>
                  </a:lnTo>
                  <a:lnTo>
                    <a:pt x="3551720" y="2634852"/>
                  </a:lnTo>
                  <a:lnTo>
                    <a:pt x="3521547" y="2538626"/>
                  </a:lnTo>
                  <a:lnTo>
                    <a:pt x="3491343" y="2439718"/>
                  </a:lnTo>
                  <a:lnTo>
                    <a:pt x="3461099" y="2338563"/>
                  </a:lnTo>
                  <a:lnTo>
                    <a:pt x="3430817" y="2235644"/>
                  </a:lnTo>
                  <a:lnTo>
                    <a:pt x="3400504" y="2131482"/>
                  </a:lnTo>
                  <a:lnTo>
                    <a:pt x="3370173" y="2026624"/>
                  </a:lnTo>
                  <a:lnTo>
                    <a:pt x="3339837" y="1921636"/>
                  </a:lnTo>
                  <a:lnTo>
                    <a:pt x="3309514" y="1817083"/>
                  </a:lnTo>
                  <a:lnTo>
                    <a:pt x="3279217" y="1713524"/>
                  </a:lnTo>
                  <a:lnTo>
                    <a:pt x="3248955" y="1611492"/>
                  </a:lnTo>
                  <a:lnTo>
                    <a:pt x="3218733" y="1511489"/>
                  </a:lnTo>
                  <a:lnTo>
                    <a:pt x="3188547" y="1413975"/>
                  </a:lnTo>
                  <a:lnTo>
                    <a:pt x="3158384" y="1319356"/>
                  </a:lnTo>
                  <a:lnTo>
                    <a:pt x="3128218" y="1227982"/>
                  </a:lnTo>
                  <a:lnTo>
                    <a:pt x="3098012" y="1140142"/>
                  </a:lnTo>
                  <a:lnTo>
                    <a:pt x="3067712" y="1056061"/>
                  </a:lnTo>
                  <a:lnTo>
                    <a:pt x="3037250" y="975904"/>
                  </a:lnTo>
                  <a:lnTo>
                    <a:pt x="3006536" y="899770"/>
                  </a:lnTo>
                  <a:lnTo>
                    <a:pt x="2975462" y="827705"/>
                  </a:lnTo>
                  <a:lnTo>
                    <a:pt x="2943895" y="759696"/>
                  </a:lnTo>
                  <a:lnTo>
                    <a:pt x="2911676" y="695686"/>
                  </a:lnTo>
                  <a:lnTo>
                    <a:pt x="2896531" y="667461"/>
                  </a:lnTo>
                  <a:lnTo>
                    <a:pt x="2853281" y="593292"/>
                  </a:lnTo>
                  <a:lnTo>
                    <a:pt x="2807991" y="525552"/>
                  </a:lnTo>
                  <a:lnTo>
                    <a:pt x="2760092" y="464012"/>
                  </a:lnTo>
                  <a:lnTo>
                    <a:pt x="2708960" y="408234"/>
                  </a:lnTo>
                  <a:lnTo>
                    <a:pt x="2653949" y="357688"/>
                  </a:lnTo>
                  <a:lnTo>
                    <a:pt x="2594422" y="311832"/>
                  </a:lnTo>
                  <a:lnTo>
                    <a:pt x="2529803" y="270155"/>
                  </a:lnTo>
                  <a:lnTo>
                    <a:pt x="2459623" y="232209"/>
                  </a:lnTo>
                  <a:lnTo>
                    <a:pt x="2383605" y="197619"/>
                  </a:lnTo>
                  <a:lnTo>
                    <a:pt x="2301757" y="166099"/>
                  </a:lnTo>
                  <a:lnTo>
                    <a:pt x="2214488" y="137454"/>
                  </a:lnTo>
                  <a:lnTo>
                    <a:pt x="2122730" y="111572"/>
                  </a:lnTo>
                  <a:lnTo>
                    <a:pt x="2028043" y="88424"/>
                  </a:lnTo>
                  <a:lnTo>
                    <a:pt x="1932660" y="68037"/>
                  </a:lnTo>
                  <a:lnTo>
                    <a:pt x="1839437" y="50470"/>
                  </a:lnTo>
                  <a:lnTo>
                    <a:pt x="1751654" y="35771"/>
                  </a:lnTo>
                  <a:lnTo>
                    <a:pt x="1672670" y="23937"/>
                  </a:lnTo>
                  <a:lnTo>
                    <a:pt x="1605454" y="14869"/>
                  </a:lnTo>
                  <a:lnTo>
                    <a:pt x="1552098" y="8356"/>
                  </a:lnTo>
                  <a:lnTo>
                    <a:pt x="1513424" y="4066"/>
                  </a:lnTo>
                  <a:lnTo>
                    <a:pt x="1488774" y="1572"/>
                  </a:lnTo>
                  <a:lnTo>
                    <a:pt x="1476026" y="392"/>
                  </a:lnTo>
                  <a:lnTo>
                    <a:pt x="1471747" y="28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54" name="pl54"/>
            <p:cNvSpPr/>
            <p:nvPr/>
          </p:nvSpPr>
          <p:spPr>
            <a:xfrm>
              <a:off x="4799595" y="6696099"/>
              <a:ext cx="11981298" cy="4004769"/>
            </a:xfrm>
            <a:custGeom>
              <a:avLst/>
              <a:pathLst>
                <a:path w="11981298" h="4004769">
                  <a:moveTo>
                    <a:pt x="0" y="0"/>
                  </a:moveTo>
                  <a:lnTo>
                    <a:pt x="1471387" y="0"/>
                  </a:lnTo>
                  <a:lnTo>
                    <a:pt x="1472329" y="75"/>
                  </a:lnTo>
                  <a:lnTo>
                    <a:pt x="1478547" y="616"/>
                  </a:lnTo>
                  <a:lnTo>
                    <a:pt x="1494308" y="2111"/>
                  </a:lnTo>
                  <a:lnTo>
                    <a:pt x="1522698" y="5057"/>
                  </a:lnTo>
                  <a:lnTo>
                    <a:pt x="1565447" y="9925"/>
                  </a:lnTo>
                  <a:lnTo>
                    <a:pt x="1622793" y="17119"/>
                  </a:lnTo>
                  <a:lnTo>
                    <a:pt x="1693532" y="26939"/>
                  </a:lnTo>
                  <a:lnTo>
                    <a:pt x="1775282" y="39563"/>
                  </a:lnTo>
                  <a:lnTo>
                    <a:pt x="1864916" y="55061"/>
                  </a:lnTo>
                  <a:lnTo>
                    <a:pt x="1959055" y="73417"/>
                  </a:lnTo>
                  <a:lnTo>
                    <a:pt x="2054507" y="94575"/>
                  </a:lnTo>
                  <a:lnTo>
                    <a:pt x="2148576" y="118483"/>
                  </a:lnTo>
                  <a:lnTo>
                    <a:pt x="2239216" y="145126"/>
                  </a:lnTo>
                  <a:lnTo>
                    <a:pt x="2325049" y="174555"/>
                  </a:lnTo>
                  <a:lnTo>
                    <a:pt x="2405300" y="206903"/>
                  </a:lnTo>
                  <a:lnTo>
                    <a:pt x="2479684" y="242392"/>
                  </a:lnTo>
                  <a:lnTo>
                    <a:pt x="2548283" y="281334"/>
                  </a:lnTo>
                  <a:lnTo>
                    <a:pt x="2611435" y="324122"/>
                  </a:lnTo>
                  <a:lnTo>
                    <a:pt x="2669647" y="371227"/>
                  </a:lnTo>
                  <a:lnTo>
                    <a:pt x="2723517" y="423171"/>
                  </a:lnTo>
                  <a:lnTo>
                    <a:pt x="2773686" y="480498"/>
                  </a:lnTo>
                  <a:lnTo>
                    <a:pt x="2820800" y="543722"/>
                  </a:lnTo>
                  <a:lnTo>
                    <a:pt x="2865470" y="613236"/>
                  </a:lnTo>
                  <a:lnTo>
                    <a:pt x="2896531" y="667461"/>
                  </a:lnTo>
                  <a:lnTo>
                    <a:pt x="2929115" y="729658"/>
                  </a:lnTo>
                  <a:lnTo>
                    <a:pt x="2960961" y="795811"/>
                  </a:lnTo>
                  <a:lnTo>
                    <a:pt x="2992245" y="865999"/>
                  </a:lnTo>
                  <a:lnTo>
                    <a:pt x="3023110" y="940257"/>
                  </a:lnTo>
                  <a:lnTo>
                    <a:pt x="3053676" y="1018566"/>
                  </a:lnTo>
                  <a:lnTo>
                    <a:pt x="3084041" y="1100852"/>
                  </a:lnTo>
                  <a:lnTo>
                    <a:pt x="3114283" y="1186981"/>
                  </a:lnTo>
                  <a:lnTo>
                    <a:pt x="3144461" y="1276755"/>
                  </a:lnTo>
                  <a:lnTo>
                    <a:pt x="3174622" y="1369917"/>
                  </a:lnTo>
                  <a:lnTo>
                    <a:pt x="3204795" y="1466142"/>
                  </a:lnTo>
                  <a:lnTo>
                    <a:pt x="3234999" y="1565050"/>
                  </a:lnTo>
                  <a:lnTo>
                    <a:pt x="3265243" y="1666205"/>
                  </a:lnTo>
                  <a:lnTo>
                    <a:pt x="3295525" y="1769124"/>
                  </a:lnTo>
                  <a:lnTo>
                    <a:pt x="3325838" y="1873287"/>
                  </a:lnTo>
                  <a:lnTo>
                    <a:pt x="3356169" y="1978144"/>
                  </a:lnTo>
                  <a:lnTo>
                    <a:pt x="3386505" y="2083132"/>
                  </a:lnTo>
                  <a:lnTo>
                    <a:pt x="3416828" y="2187685"/>
                  </a:lnTo>
                  <a:lnTo>
                    <a:pt x="3447126" y="2291245"/>
                  </a:lnTo>
                  <a:lnTo>
                    <a:pt x="3477387" y="2393276"/>
                  </a:lnTo>
                  <a:lnTo>
                    <a:pt x="3507609" y="2493279"/>
                  </a:lnTo>
                  <a:lnTo>
                    <a:pt x="3537795" y="2590793"/>
                  </a:lnTo>
                  <a:lnTo>
                    <a:pt x="3567959" y="2685413"/>
                  </a:lnTo>
                  <a:lnTo>
                    <a:pt x="3598124" y="2776787"/>
                  </a:lnTo>
                  <a:lnTo>
                    <a:pt x="3628330" y="2864627"/>
                  </a:lnTo>
                  <a:lnTo>
                    <a:pt x="3658630" y="2948707"/>
                  </a:lnTo>
                  <a:lnTo>
                    <a:pt x="3689092" y="3028865"/>
                  </a:lnTo>
                  <a:lnTo>
                    <a:pt x="3719806" y="3104998"/>
                  </a:lnTo>
                  <a:lnTo>
                    <a:pt x="3750880" y="3177064"/>
                  </a:lnTo>
                  <a:lnTo>
                    <a:pt x="3782447" y="3245072"/>
                  </a:lnTo>
                  <a:lnTo>
                    <a:pt x="3814667" y="3309082"/>
                  </a:lnTo>
                  <a:lnTo>
                    <a:pt x="3829811" y="3337307"/>
                  </a:lnTo>
                  <a:lnTo>
                    <a:pt x="3873062" y="3411476"/>
                  </a:lnTo>
                  <a:lnTo>
                    <a:pt x="3918352" y="3479216"/>
                  </a:lnTo>
                  <a:lnTo>
                    <a:pt x="3966250" y="3540756"/>
                  </a:lnTo>
                  <a:lnTo>
                    <a:pt x="4017382" y="3596535"/>
                  </a:lnTo>
                  <a:lnTo>
                    <a:pt x="4072394" y="3647081"/>
                  </a:lnTo>
                  <a:lnTo>
                    <a:pt x="4131920" y="3692936"/>
                  </a:lnTo>
                  <a:lnTo>
                    <a:pt x="4196539" y="3734613"/>
                  </a:lnTo>
                  <a:lnTo>
                    <a:pt x="4266719" y="3772560"/>
                  </a:lnTo>
                  <a:lnTo>
                    <a:pt x="4342737" y="3807149"/>
                  </a:lnTo>
                  <a:lnTo>
                    <a:pt x="4424585" y="3838669"/>
                  </a:lnTo>
                  <a:lnTo>
                    <a:pt x="4511854" y="3867315"/>
                  </a:lnTo>
                  <a:lnTo>
                    <a:pt x="4603612" y="3893196"/>
                  </a:lnTo>
                  <a:lnTo>
                    <a:pt x="4698299" y="3916344"/>
                  </a:lnTo>
                  <a:lnTo>
                    <a:pt x="4793682" y="3936731"/>
                  </a:lnTo>
                  <a:lnTo>
                    <a:pt x="4886905" y="3954298"/>
                  </a:lnTo>
                  <a:lnTo>
                    <a:pt x="4974688" y="3968997"/>
                  </a:lnTo>
                  <a:lnTo>
                    <a:pt x="5053672" y="3980831"/>
                  </a:lnTo>
                  <a:lnTo>
                    <a:pt x="5120888" y="3989899"/>
                  </a:lnTo>
                  <a:lnTo>
                    <a:pt x="5174244" y="3996412"/>
                  </a:lnTo>
                  <a:lnTo>
                    <a:pt x="5212918" y="4000703"/>
                  </a:lnTo>
                  <a:lnTo>
                    <a:pt x="5237568" y="4003196"/>
                  </a:lnTo>
                  <a:lnTo>
                    <a:pt x="5250316" y="4004376"/>
                  </a:lnTo>
                  <a:lnTo>
                    <a:pt x="5254595" y="4004740"/>
                  </a:lnTo>
                  <a:lnTo>
                    <a:pt x="5254955" y="4004769"/>
                  </a:lnTo>
                  <a:lnTo>
                    <a:pt x="6726343" y="4004769"/>
                  </a:lnTo>
                  <a:lnTo>
                    <a:pt x="6727554" y="4004732"/>
                  </a:lnTo>
                  <a:lnTo>
                    <a:pt x="6735503" y="4004472"/>
                  </a:lnTo>
                  <a:lnTo>
                    <a:pt x="6755505" y="4003753"/>
                  </a:lnTo>
                  <a:lnTo>
                    <a:pt x="6791171" y="4002337"/>
                  </a:lnTo>
                  <a:lnTo>
                    <a:pt x="6844140" y="4000008"/>
                  </a:lnTo>
                  <a:lnTo>
                    <a:pt x="6913955" y="3996591"/>
                  </a:lnTo>
                  <a:lnTo>
                    <a:pt x="6998272" y="3991969"/>
                  </a:lnTo>
                  <a:lnTo>
                    <a:pt x="7093395" y="3986088"/>
                  </a:lnTo>
                  <a:lnTo>
                    <a:pt x="7195016" y="3978945"/>
                  </a:lnTo>
                  <a:lnTo>
                    <a:pt x="7298919" y="3970561"/>
                  </a:lnTo>
                  <a:lnTo>
                    <a:pt x="7401513" y="3960965"/>
                  </a:lnTo>
                  <a:lnTo>
                    <a:pt x="7500098" y="3950163"/>
                  </a:lnTo>
                  <a:lnTo>
                    <a:pt x="7592910" y="3938132"/>
                  </a:lnTo>
                  <a:lnTo>
                    <a:pt x="7679025" y="3924801"/>
                  </a:lnTo>
                  <a:lnTo>
                    <a:pt x="7758178" y="3910056"/>
                  </a:lnTo>
                  <a:lnTo>
                    <a:pt x="7830582" y="3893737"/>
                  </a:lnTo>
                  <a:lnTo>
                    <a:pt x="7896764" y="3875638"/>
                  </a:lnTo>
                  <a:lnTo>
                    <a:pt x="7957443" y="3855523"/>
                  </a:lnTo>
                  <a:lnTo>
                    <a:pt x="8013429" y="3833132"/>
                  </a:lnTo>
                  <a:lnTo>
                    <a:pt x="8065555" y="3808212"/>
                  </a:lnTo>
                  <a:lnTo>
                    <a:pt x="8114627" y="3780554"/>
                  </a:lnTo>
                  <a:lnTo>
                    <a:pt x="8151487" y="3756854"/>
                  </a:lnTo>
                  <a:lnTo>
                    <a:pt x="8198199" y="3723096"/>
                  </a:lnTo>
                  <a:lnTo>
                    <a:pt x="8243543" y="3686259"/>
                  </a:lnTo>
                  <a:lnTo>
                    <a:pt x="8287980" y="3646286"/>
                  </a:lnTo>
                  <a:lnTo>
                    <a:pt x="8331863" y="3603206"/>
                  </a:lnTo>
                  <a:lnTo>
                    <a:pt x="8375451" y="3557137"/>
                  </a:lnTo>
                  <a:lnTo>
                    <a:pt x="8418928" y="3508297"/>
                  </a:lnTo>
                  <a:lnTo>
                    <a:pt x="8462409" y="3457004"/>
                  </a:lnTo>
                  <a:lnTo>
                    <a:pt x="8505955" y="3403674"/>
                  </a:lnTo>
                  <a:lnTo>
                    <a:pt x="8549583" y="3348806"/>
                  </a:lnTo>
                  <a:lnTo>
                    <a:pt x="8593274" y="3292969"/>
                  </a:lnTo>
                  <a:lnTo>
                    <a:pt x="8636991" y="3236774"/>
                  </a:lnTo>
                  <a:lnTo>
                    <a:pt x="8680689" y="3180851"/>
                  </a:lnTo>
                  <a:lnTo>
                    <a:pt x="8724326" y="3125815"/>
                  </a:lnTo>
                  <a:lnTo>
                    <a:pt x="8767884" y="3072243"/>
                  </a:lnTo>
                  <a:lnTo>
                    <a:pt x="8811371" y="3020645"/>
                  </a:lnTo>
                  <a:lnTo>
                    <a:pt x="8854843" y="2971448"/>
                  </a:lnTo>
                  <a:lnTo>
                    <a:pt x="8898407" y="2924984"/>
                  </a:lnTo>
                  <a:lnTo>
                    <a:pt x="8942236" y="2881485"/>
                  </a:lnTo>
                  <a:lnTo>
                    <a:pt x="8986579" y="2841083"/>
                  </a:lnTo>
                  <a:lnTo>
                    <a:pt x="9031773" y="2803818"/>
                  </a:lnTo>
                  <a:lnTo>
                    <a:pt x="9078266" y="2769644"/>
                  </a:lnTo>
                  <a:lnTo>
                    <a:pt x="9084767" y="2765197"/>
                  </a:lnTo>
                  <a:lnTo>
                    <a:pt x="9131954" y="2735315"/>
                  </a:lnTo>
                  <a:lnTo>
                    <a:pt x="9181618" y="2708258"/>
                  </a:lnTo>
                  <a:lnTo>
                    <a:pt x="9234504" y="2683902"/>
                  </a:lnTo>
                  <a:lnTo>
                    <a:pt x="9291428" y="2662022"/>
                  </a:lnTo>
                  <a:lnTo>
                    <a:pt x="9353223" y="2642362"/>
                  </a:lnTo>
                  <a:lnTo>
                    <a:pt x="9420688" y="2624665"/>
                  </a:lnTo>
                  <a:lnTo>
                    <a:pt x="9494506" y="2608699"/>
                  </a:lnTo>
                  <a:lnTo>
                    <a:pt x="9575151" y="2594271"/>
                  </a:lnTo>
                  <a:lnTo>
                    <a:pt x="9662748" y="2581227"/>
                  </a:lnTo>
                  <a:lnTo>
                    <a:pt x="9756905" y="2569464"/>
                  </a:lnTo>
                  <a:lnTo>
                    <a:pt x="9856531" y="2558923"/>
                  </a:lnTo>
                  <a:lnTo>
                    <a:pt x="9959667" y="2549585"/>
                  </a:lnTo>
                  <a:lnTo>
                    <a:pt x="10063410" y="2541466"/>
                  </a:lnTo>
                  <a:lnTo>
                    <a:pt x="10164002" y="2534593"/>
                  </a:lnTo>
                  <a:lnTo>
                    <a:pt x="10257157" y="2528984"/>
                  </a:lnTo>
                  <a:lnTo>
                    <a:pt x="10338633" y="2524628"/>
                  </a:lnTo>
                  <a:lnTo>
                    <a:pt x="10404967" y="2521456"/>
                  </a:lnTo>
                  <a:lnTo>
                    <a:pt x="10454185" y="2519340"/>
                  </a:lnTo>
                  <a:lnTo>
                    <a:pt x="10486274" y="2518094"/>
                  </a:lnTo>
                  <a:lnTo>
                    <a:pt x="10503318" y="2517493"/>
                  </a:lnTo>
                  <a:lnTo>
                    <a:pt x="10509318" y="2517301"/>
                  </a:lnTo>
                  <a:lnTo>
                    <a:pt x="10509911" y="2517283"/>
                  </a:lnTo>
                  <a:lnTo>
                    <a:pt x="11981298" y="251728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5" name="pl55"/>
            <p:cNvSpPr/>
            <p:nvPr/>
          </p:nvSpPr>
          <p:spPr>
            <a:xfrm>
              <a:off x="4799595" y="6687926"/>
              <a:ext cx="11981298" cy="4004769"/>
            </a:xfrm>
            <a:custGeom>
              <a:avLst/>
              <a:pathLst>
                <a:path w="11981298" h="4004769">
                  <a:moveTo>
                    <a:pt x="11981298" y="2517283"/>
                  </a:moveTo>
                  <a:lnTo>
                    <a:pt x="10509911" y="2517283"/>
                  </a:lnTo>
                  <a:lnTo>
                    <a:pt x="10508700" y="2517319"/>
                  </a:lnTo>
                  <a:lnTo>
                    <a:pt x="10500750" y="2517580"/>
                  </a:lnTo>
                  <a:lnTo>
                    <a:pt x="10480748" y="2518299"/>
                  </a:lnTo>
                  <a:lnTo>
                    <a:pt x="10445083" y="2519714"/>
                  </a:lnTo>
                  <a:lnTo>
                    <a:pt x="10392114" y="2522044"/>
                  </a:lnTo>
                  <a:lnTo>
                    <a:pt x="10322298" y="2525461"/>
                  </a:lnTo>
                  <a:lnTo>
                    <a:pt x="10237981" y="2530083"/>
                  </a:lnTo>
                  <a:lnTo>
                    <a:pt x="10142858" y="2535964"/>
                  </a:lnTo>
                  <a:lnTo>
                    <a:pt x="10041237" y="2543107"/>
                  </a:lnTo>
                  <a:lnTo>
                    <a:pt x="9937334" y="2551491"/>
                  </a:lnTo>
                  <a:lnTo>
                    <a:pt x="9834740" y="2561087"/>
                  </a:lnTo>
                  <a:lnTo>
                    <a:pt x="9736156" y="2571888"/>
                  </a:lnTo>
                  <a:lnTo>
                    <a:pt x="9643343" y="2583920"/>
                  </a:lnTo>
                  <a:lnTo>
                    <a:pt x="9557228" y="2597251"/>
                  </a:lnTo>
                  <a:lnTo>
                    <a:pt x="9478075" y="2611995"/>
                  </a:lnTo>
                  <a:lnTo>
                    <a:pt x="9405672" y="2628315"/>
                  </a:lnTo>
                  <a:lnTo>
                    <a:pt x="9339489" y="2646414"/>
                  </a:lnTo>
                  <a:lnTo>
                    <a:pt x="9278810" y="2666529"/>
                  </a:lnTo>
                  <a:lnTo>
                    <a:pt x="9222825" y="2688920"/>
                  </a:lnTo>
                  <a:lnTo>
                    <a:pt x="9170698" y="2713840"/>
                  </a:lnTo>
                  <a:lnTo>
                    <a:pt x="9121626" y="2741498"/>
                  </a:lnTo>
                  <a:lnTo>
                    <a:pt x="9084767" y="2765197"/>
                  </a:lnTo>
                  <a:lnTo>
                    <a:pt x="9038054" y="2798955"/>
                  </a:lnTo>
                  <a:lnTo>
                    <a:pt x="8992711" y="2835793"/>
                  </a:lnTo>
                  <a:lnTo>
                    <a:pt x="8948274" y="2875766"/>
                  </a:lnTo>
                  <a:lnTo>
                    <a:pt x="8904391" y="2918846"/>
                  </a:lnTo>
                  <a:lnTo>
                    <a:pt x="8860802" y="2964915"/>
                  </a:lnTo>
                  <a:lnTo>
                    <a:pt x="8817325" y="3013755"/>
                  </a:lnTo>
                  <a:lnTo>
                    <a:pt x="8773844" y="3065047"/>
                  </a:lnTo>
                  <a:lnTo>
                    <a:pt x="8730298" y="3118378"/>
                  </a:lnTo>
                  <a:lnTo>
                    <a:pt x="8686671" y="3173246"/>
                  </a:lnTo>
                  <a:lnTo>
                    <a:pt x="8642979" y="3229083"/>
                  </a:lnTo>
                  <a:lnTo>
                    <a:pt x="8599262" y="3285278"/>
                  </a:lnTo>
                  <a:lnTo>
                    <a:pt x="8555565" y="3341201"/>
                  </a:lnTo>
                  <a:lnTo>
                    <a:pt x="8511927" y="3396236"/>
                  </a:lnTo>
                  <a:lnTo>
                    <a:pt x="8468370" y="3449809"/>
                  </a:lnTo>
                  <a:lnTo>
                    <a:pt x="8424882" y="3501407"/>
                  </a:lnTo>
                  <a:lnTo>
                    <a:pt x="8381410" y="3550604"/>
                  </a:lnTo>
                  <a:lnTo>
                    <a:pt x="8337846" y="3597068"/>
                  </a:lnTo>
                  <a:lnTo>
                    <a:pt x="8294017" y="3640567"/>
                  </a:lnTo>
                  <a:lnTo>
                    <a:pt x="8249675" y="3680968"/>
                  </a:lnTo>
                  <a:lnTo>
                    <a:pt x="8204480" y="3718234"/>
                  </a:lnTo>
                  <a:lnTo>
                    <a:pt x="8157987" y="3752408"/>
                  </a:lnTo>
                  <a:lnTo>
                    <a:pt x="8151487" y="3756854"/>
                  </a:lnTo>
                  <a:lnTo>
                    <a:pt x="8104299" y="3786737"/>
                  </a:lnTo>
                  <a:lnTo>
                    <a:pt x="8054635" y="3813793"/>
                  </a:lnTo>
                  <a:lnTo>
                    <a:pt x="8001749" y="3838150"/>
                  </a:lnTo>
                  <a:lnTo>
                    <a:pt x="7944825" y="3860029"/>
                  </a:lnTo>
                  <a:lnTo>
                    <a:pt x="7883030" y="3879690"/>
                  </a:lnTo>
                  <a:lnTo>
                    <a:pt x="7815565" y="3897387"/>
                  </a:lnTo>
                  <a:lnTo>
                    <a:pt x="7741747" y="3913352"/>
                  </a:lnTo>
                  <a:lnTo>
                    <a:pt x="7661102" y="3927781"/>
                  </a:lnTo>
                  <a:lnTo>
                    <a:pt x="7573506" y="3940824"/>
                  </a:lnTo>
                  <a:lnTo>
                    <a:pt x="7479348" y="3952587"/>
                  </a:lnTo>
                  <a:lnTo>
                    <a:pt x="7379722" y="3963129"/>
                  </a:lnTo>
                  <a:lnTo>
                    <a:pt x="7276586" y="3972466"/>
                  </a:lnTo>
                  <a:lnTo>
                    <a:pt x="7172843" y="3980586"/>
                  </a:lnTo>
                  <a:lnTo>
                    <a:pt x="7072251" y="3987459"/>
                  </a:lnTo>
                  <a:lnTo>
                    <a:pt x="6979096" y="3993067"/>
                  </a:lnTo>
                  <a:lnTo>
                    <a:pt x="6897620" y="3997424"/>
                  </a:lnTo>
                  <a:lnTo>
                    <a:pt x="6831286" y="4000595"/>
                  </a:lnTo>
                  <a:lnTo>
                    <a:pt x="6782069" y="4002712"/>
                  </a:lnTo>
                  <a:lnTo>
                    <a:pt x="6749979" y="4003958"/>
                  </a:lnTo>
                  <a:lnTo>
                    <a:pt x="6732935" y="4004558"/>
                  </a:lnTo>
                  <a:lnTo>
                    <a:pt x="6726936" y="4004751"/>
                  </a:lnTo>
                  <a:lnTo>
                    <a:pt x="6726343" y="4004769"/>
                  </a:lnTo>
                  <a:lnTo>
                    <a:pt x="5254955" y="4004769"/>
                  </a:lnTo>
                  <a:lnTo>
                    <a:pt x="5254013" y="4004693"/>
                  </a:lnTo>
                  <a:lnTo>
                    <a:pt x="5247795" y="4004152"/>
                  </a:lnTo>
                  <a:lnTo>
                    <a:pt x="5232034" y="4002657"/>
                  </a:lnTo>
                  <a:lnTo>
                    <a:pt x="5203644" y="3999711"/>
                  </a:lnTo>
                  <a:lnTo>
                    <a:pt x="5160895" y="3994843"/>
                  </a:lnTo>
                  <a:lnTo>
                    <a:pt x="5103549" y="3987649"/>
                  </a:lnTo>
                  <a:lnTo>
                    <a:pt x="5032810" y="3977830"/>
                  </a:lnTo>
                  <a:lnTo>
                    <a:pt x="4951060" y="3965205"/>
                  </a:lnTo>
                  <a:lnTo>
                    <a:pt x="4861426" y="3949708"/>
                  </a:lnTo>
                  <a:lnTo>
                    <a:pt x="4767287" y="3931352"/>
                  </a:lnTo>
                  <a:lnTo>
                    <a:pt x="4671835" y="3910193"/>
                  </a:lnTo>
                  <a:lnTo>
                    <a:pt x="4577766" y="3886285"/>
                  </a:lnTo>
                  <a:lnTo>
                    <a:pt x="4487126" y="3859642"/>
                  </a:lnTo>
                  <a:lnTo>
                    <a:pt x="4401293" y="3830213"/>
                  </a:lnTo>
                  <a:lnTo>
                    <a:pt x="4321042" y="3797865"/>
                  </a:lnTo>
                  <a:lnTo>
                    <a:pt x="4246658" y="3762376"/>
                  </a:lnTo>
                  <a:lnTo>
                    <a:pt x="4178059" y="3723435"/>
                  </a:lnTo>
                  <a:lnTo>
                    <a:pt x="4114907" y="3680646"/>
                  </a:lnTo>
                  <a:lnTo>
                    <a:pt x="4056695" y="3633541"/>
                  </a:lnTo>
                  <a:lnTo>
                    <a:pt x="4002825" y="3581598"/>
                  </a:lnTo>
                  <a:lnTo>
                    <a:pt x="3952656" y="3524270"/>
                  </a:lnTo>
                  <a:lnTo>
                    <a:pt x="3905542" y="3461047"/>
                  </a:lnTo>
                  <a:lnTo>
                    <a:pt x="3860872" y="3391532"/>
                  </a:lnTo>
                  <a:lnTo>
                    <a:pt x="3829811" y="3337307"/>
                  </a:lnTo>
                  <a:lnTo>
                    <a:pt x="3797227" y="3275110"/>
                  </a:lnTo>
                  <a:lnTo>
                    <a:pt x="3765381" y="3208958"/>
                  </a:lnTo>
                  <a:lnTo>
                    <a:pt x="3734097" y="3138769"/>
                  </a:lnTo>
                  <a:lnTo>
                    <a:pt x="3703232" y="3064512"/>
                  </a:lnTo>
                  <a:lnTo>
                    <a:pt x="3672666" y="2986202"/>
                  </a:lnTo>
                  <a:lnTo>
                    <a:pt x="3642301" y="2903916"/>
                  </a:lnTo>
                  <a:lnTo>
                    <a:pt x="3612059" y="2817788"/>
                  </a:lnTo>
                  <a:lnTo>
                    <a:pt x="3581881" y="2728013"/>
                  </a:lnTo>
                  <a:lnTo>
                    <a:pt x="3551720" y="2634852"/>
                  </a:lnTo>
                  <a:lnTo>
                    <a:pt x="3521547" y="2538626"/>
                  </a:lnTo>
                  <a:lnTo>
                    <a:pt x="3491343" y="2439718"/>
                  </a:lnTo>
                  <a:lnTo>
                    <a:pt x="3461099" y="2338563"/>
                  </a:lnTo>
                  <a:lnTo>
                    <a:pt x="3430817" y="2235644"/>
                  </a:lnTo>
                  <a:lnTo>
                    <a:pt x="3400504" y="2131482"/>
                  </a:lnTo>
                  <a:lnTo>
                    <a:pt x="3370173" y="2026624"/>
                  </a:lnTo>
                  <a:lnTo>
                    <a:pt x="3339837" y="1921636"/>
                  </a:lnTo>
                  <a:lnTo>
                    <a:pt x="3309514" y="1817083"/>
                  </a:lnTo>
                  <a:lnTo>
                    <a:pt x="3279217" y="1713524"/>
                  </a:lnTo>
                  <a:lnTo>
                    <a:pt x="3248955" y="1611492"/>
                  </a:lnTo>
                  <a:lnTo>
                    <a:pt x="3218733" y="1511489"/>
                  </a:lnTo>
                  <a:lnTo>
                    <a:pt x="3188547" y="1413975"/>
                  </a:lnTo>
                  <a:lnTo>
                    <a:pt x="3158384" y="1319356"/>
                  </a:lnTo>
                  <a:lnTo>
                    <a:pt x="3128218" y="1227982"/>
                  </a:lnTo>
                  <a:lnTo>
                    <a:pt x="3098012" y="1140142"/>
                  </a:lnTo>
                  <a:lnTo>
                    <a:pt x="3067712" y="1056061"/>
                  </a:lnTo>
                  <a:lnTo>
                    <a:pt x="3037250" y="975904"/>
                  </a:lnTo>
                  <a:lnTo>
                    <a:pt x="3006536" y="899770"/>
                  </a:lnTo>
                  <a:lnTo>
                    <a:pt x="2975462" y="827705"/>
                  </a:lnTo>
                  <a:lnTo>
                    <a:pt x="2943895" y="759696"/>
                  </a:lnTo>
                  <a:lnTo>
                    <a:pt x="2911676" y="695686"/>
                  </a:lnTo>
                  <a:lnTo>
                    <a:pt x="2896531" y="667461"/>
                  </a:lnTo>
                  <a:lnTo>
                    <a:pt x="2853281" y="593292"/>
                  </a:lnTo>
                  <a:lnTo>
                    <a:pt x="2807991" y="525552"/>
                  </a:lnTo>
                  <a:lnTo>
                    <a:pt x="2760092" y="464012"/>
                  </a:lnTo>
                  <a:lnTo>
                    <a:pt x="2708960" y="408234"/>
                  </a:lnTo>
                  <a:lnTo>
                    <a:pt x="2653949" y="357688"/>
                  </a:lnTo>
                  <a:lnTo>
                    <a:pt x="2594422" y="311832"/>
                  </a:lnTo>
                  <a:lnTo>
                    <a:pt x="2529803" y="270155"/>
                  </a:lnTo>
                  <a:lnTo>
                    <a:pt x="2459623" y="232209"/>
                  </a:lnTo>
                  <a:lnTo>
                    <a:pt x="2383605" y="197619"/>
                  </a:lnTo>
                  <a:lnTo>
                    <a:pt x="2301757" y="166099"/>
                  </a:lnTo>
                  <a:lnTo>
                    <a:pt x="2214488" y="137454"/>
                  </a:lnTo>
                  <a:lnTo>
                    <a:pt x="2122730" y="111572"/>
                  </a:lnTo>
                  <a:lnTo>
                    <a:pt x="2028043" y="88424"/>
                  </a:lnTo>
                  <a:lnTo>
                    <a:pt x="1932660" y="68037"/>
                  </a:lnTo>
                  <a:lnTo>
                    <a:pt x="1839437" y="50470"/>
                  </a:lnTo>
                  <a:lnTo>
                    <a:pt x="1751654" y="35771"/>
                  </a:lnTo>
                  <a:lnTo>
                    <a:pt x="1672670" y="23937"/>
                  </a:lnTo>
                  <a:lnTo>
                    <a:pt x="1605454" y="14869"/>
                  </a:lnTo>
                  <a:lnTo>
                    <a:pt x="1552098" y="8356"/>
                  </a:lnTo>
                  <a:lnTo>
                    <a:pt x="1513424" y="4066"/>
                  </a:lnTo>
                  <a:lnTo>
                    <a:pt x="1488774" y="1572"/>
                  </a:lnTo>
                  <a:lnTo>
                    <a:pt x="1476026" y="392"/>
                  </a:lnTo>
                  <a:lnTo>
                    <a:pt x="1471747" y="28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6" name="pg56"/>
            <p:cNvSpPr/>
            <p:nvPr/>
          </p:nvSpPr>
          <p:spPr>
            <a:xfrm>
              <a:off x="4799595" y="3394208"/>
              <a:ext cx="11981298" cy="7666272"/>
            </a:xfrm>
            <a:custGeom>
              <a:avLst/>
              <a:pathLst>
                <a:path w="11981298" h="7666272">
                  <a:moveTo>
                    <a:pt x="0" y="3399967"/>
                  </a:moveTo>
                  <a:lnTo>
                    <a:pt x="1471387" y="3399967"/>
                  </a:lnTo>
                  <a:lnTo>
                    <a:pt x="1472313" y="3400046"/>
                  </a:lnTo>
                  <a:lnTo>
                    <a:pt x="1478429" y="3400613"/>
                  </a:lnTo>
                  <a:lnTo>
                    <a:pt x="1493937" y="3402177"/>
                  </a:lnTo>
                  <a:lnTo>
                    <a:pt x="1521891" y="3405262"/>
                  </a:lnTo>
                  <a:lnTo>
                    <a:pt x="1564018" y="3410360"/>
                  </a:lnTo>
                  <a:lnTo>
                    <a:pt x="1620591" y="3417896"/>
                  </a:lnTo>
                  <a:lnTo>
                    <a:pt x="1690467" y="3428189"/>
                  </a:lnTo>
                  <a:lnTo>
                    <a:pt x="1771341" y="3441431"/>
                  </a:lnTo>
                  <a:lnTo>
                    <a:pt x="1860159" y="3457698"/>
                  </a:lnTo>
                  <a:lnTo>
                    <a:pt x="1953602" y="3476978"/>
                  </a:lnTo>
                  <a:lnTo>
                    <a:pt x="2048512" y="3499213"/>
                  </a:lnTo>
                  <a:lnTo>
                    <a:pt x="2142204" y="3524345"/>
                  </a:lnTo>
                  <a:lnTo>
                    <a:pt x="2232623" y="3552357"/>
                  </a:lnTo>
                  <a:lnTo>
                    <a:pt x="2318369" y="3583297"/>
                  </a:lnTo>
                  <a:lnTo>
                    <a:pt x="2398638" y="3617296"/>
                  </a:lnTo>
                  <a:lnTo>
                    <a:pt x="2473115" y="3654579"/>
                  </a:lnTo>
                  <a:lnTo>
                    <a:pt x="2541852" y="3695464"/>
                  </a:lnTo>
                  <a:lnTo>
                    <a:pt x="2605165" y="3740356"/>
                  </a:lnTo>
                  <a:lnTo>
                    <a:pt x="2663537" y="3789740"/>
                  </a:lnTo>
                  <a:lnTo>
                    <a:pt x="2717549" y="3844158"/>
                  </a:lnTo>
                  <a:lnTo>
                    <a:pt x="2767829" y="3904180"/>
                  </a:lnTo>
                  <a:lnTo>
                    <a:pt x="2815013" y="3970352"/>
                  </a:lnTo>
                  <a:lnTo>
                    <a:pt x="2859707" y="4043108"/>
                  </a:lnTo>
                  <a:lnTo>
                    <a:pt x="2896531" y="4111018"/>
                  </a:lnTo>
                  <a:lnTo>
                    <a:pt x="2928214" y="4175366"/>
                  </a:lnTo>
                  <a:lnTo>
                    <a:pt x="2959196" y="4243693"/>
                  </a:lnTo>
                  <a:lnTo>
                    <a:pt x="2989637" y="4316079"/>
                  </a:lnTo>
                  <a:lnTo>
                    <a:pt x="3019673" y="4392561"/>
                  </a:lnTo>
                  <a:lnTo>
                    <a:pt x="3049415" y="4473125"/>
                  </a:lnTo>
                  <a:lnTo>
                    <a:pt x="3078955" y="4557707"/>
                  </a:lnTo>
                  <a:lnTo>
                    <a:pt x="3108367" y="4646183"/>
                  </a:lnTo>
                  <a:lnTo>
                    <a:pt x="3137710" y="4738374"/>
                  </a:lnTo>
                  <a:lnTo>
                    <a:pt x="3167028" y="4834038"/>
                  </a:lnTo>
                  <a:lnTo>
                    <a:pt x="3196351" y="4932873"/>
                  </a:lnTo>
                  <a:lnTo>
                    <a:pt x="3225700" y="5034522"/>
                  </a:lnTo>
                  <a:lnTo>
                    <a:pt x="3255085" y="5138573"/>
                  </a:lnTo>
                  <a:lnTo>
                    <a:pt x="3284508" y="5244568"/>
                  </a:lnTo>
                  <a:lnTo>
                    <a:pt x="3313962" y="5352009"/>
                  </a:lnTo>
                  <a:lnTo>
                    <a:pt x="3343440" y="5460368"/>
                  </a:lnTo>
                  <a:lnTo>
                    <a:pt x="3372927" y="5569099"/>
                  </a:lnTo>
                  <a:lnTo>
                    <a:pt x="3402409" y="5677646"/>
                  </a:lnTo>
                  <a:lnTo>
                    <a:pt x="3431873" y="5785458"/>
                  </a:lnTo>
                  <a:lnTo>
                    <a:pt x="3461307" y="5891999"/>
                  </a:lnTo>
                  <a:lnTo>
                    <a:pt x="3490705" y="5996762"/>
                  </a:lnTo>
                  <a:lnTo>
                    <a:pt x="3520065" y="6099272"/>
                  </a:lnTo>
                  <a:lnTo>
                    <a:pt x="3549396" y="6199102"/>
                  </a:lnTo>
                  <a:lnTo>
                    <a:pt x="3578712" y="6295875"/>
                  </a:lnTo>
                  <a:lnTo>
                    <a:pt x="3608043" y="6389271"/>
                  </a:lnTo>
                  <a:lnTo>
                    <a:pt x="3637426" y="6479027"/>
                  </a:lnTo>
                  <a:lnTo>
                    <a:pt x="3666915" y="6564943"/>
                  </a:lnTo>
                  <a:lnTo>
                    <a:pt x="3696579" y="6646877"/>
                  </a:lnTo>
                  <a:lnTo>
                    <a:pt x="3726504" y="6724743"/>
                  </a:lnTo>
                  <a:lnTo>
                    <a:pt x="3756794" y="6798513"/>
                  </a:lnTo>
                  <a:lnTo>
                    <a:pt x="3787577" y="6868207"/>
                  </a:lnTo>
                  <a:lnTo>
                    <a:pt x="3819003" y="6933890"/>
                  </a:lnTo>
                  <a:lnTo>
                    <a:pt x="3829811" y="6955221"/>
                  </a:lnTo>
                  <a:lnTo>
                    <a:pt x="3872809" y="7033801"/>
                  </a:lnTo>
                  <a:lnTo>
                    <a:pt x="3917819" y="7105609"/>
                  </a:lnTo>
                  <a:lnTo>
                    <a:pt x="3965402" y="7170884"/>
                  </a:lnTo>
                  <a:lnTo>
                    <a:pt x="4016170" y="7230082"/>
                  </a:lnTo>
                  <a:lnTo>
                    <a:pt x="4070759" y="7283755"/>
                  </a:lnTo>
                  <a:lnTo>
                    <a:pt x="4129794" y="7332474"/>
                  </a:lnTo>
                  <a:lnTo>
                    <a:pt x="4193845" y="7376773"/>
                  </a:lnTo>
                  <a:lnTo>
                    <a:pt x="4263379" y="7417127"/>
                  </a:lnTo>
                  <a:lnTo>
                    <a:pt x="4338676" y="7453930"/>
                  </a:lnTo>
                  <a:lnTo>
                    <a:pt x="4419747" y="7487486"/>
                  </a:lnTo>
                  <a:lnTo>
                    <a:pt x="4506213" y="7518007"/>
                  </a:lnTo>
                  <a:lnTo>
                    <a:pt x="4597193" y="7545612"/>
                  </a:lnTo>
                  <a:lnTo>
                    <a:pt x="4691197" y="7570338"/>
                  </a:lnTo>
                  <a:lnTo>
                    <a:pt x="4786076" y="7592160"/>
                  </a:lnTo>
                  <a:lnTo>
                    <a:pt x="4879065" y="7611018"/>
                  </a:lnTo>
                  <a:lnTo>
                    <a:pt x="4966964" y="7626857"/>
                  </a:lnTo>
                  <a:lnTo>
                    <a:pt x="5046459" y="7639677"/>
                  </a:lnTo>
                  <a:lnTo>
                    <a:pt x="5114576" y="7649566"/>
                  </a:lnTo>
                  <a:lnTo>
                    <a:pt x="5169149" y="7656737"/>
                  </a:lnTo>
                  <a:lnTo>
                    <a:pt x="5209227" y="7661523"/>
                  </a:lnTo>
                  <a:lnTo>
                    <a:pt x="5235289" y="7664362"/>
                  </a:lnTo>
                  <a:lnTo>
                    <a:pt x="5249259" y="7665754"/>
                  </a:lnTo>
                  <a:lnTo>
                    <a:pt x="5254364" y="7666222"/>
                  </a:lnTo>
                  <a:lnTo>
                    <a:pt x="5254955" y="7666272"/>
                  </a:lnTo>
                  <a:lnTo>
                    <a:pt x="6726343" y="7666272"/>
                  </a:lnTo>
                  <a:lnTo>
                    <a:pt x="6727057" y="7666162"/>
                  </a:lnTo>
                  <a:lnTo>
                    <a:pt x="6731798" y="7665384"/>
                  </a:lnTo>
                  <a:lnTo>
                    <a:pt x="6743898" y="7663234"/>
                  </a:lnTo>
                  <a:lnTo>
                    <a:pt x="6765903" y="7658994"/>
                  </a:lnTo>
                  <a:lnTo>
                    <a:pt x="6799454" y="7651964"/>
                  </a:lnTo>
                  <a:lnTo>
                    <a:pt x="6845191" y="7641512"/>
                  </a:lnTo>
                  <a:lnTo>
                    <a:pt x="6902724" y="7627129"/>
                  </a:lnTo>
                  <a:lnTo>
                    <a:pt x="6970731" y="7608451"/>
                  </a:lnTo>
                  <a:lnTo>
                    <a:pt x="7047183" y="7585276"/>
                  </a:lnTo>
                  <a:lnTo>
                    <a:pt x="7129632" y="7557541"/>
                  </a:lnTo>
                  <a:lnTo>
                    <a:pt x="7215520" y="7525281"/>
                  </a:lnTo>
                  <a:lnTo>
                    <a:pt x="7302452" y="7488579"/>
                  </a:lnTo>
                  <a:lnTo>
                    <a:pt x="7388377" y="7447515"/>
                  </a:lnTo>
                  <a:lnTo>
                    <a:pt x="7471689" y="7402119"/>
                  </a:lnTo>
                  <a:lnTo>
                    <a:pt x="7551247" y="7352339"/>
                  </a:lnTo>
                  <a:lnTo>
                    <a:pt x="7626340" y="7298021"/>
                  </a:lnTo>
                  <a:lnTo>
                    <a:pt x="7696622" y="7238895"/>
                  </a:lnTo>
                  <a:lnTo>
                    <a:pt x="7762036" y="7174572"/>
                  </a:lnTo>
                  <a:lnTo>
                    <a:pt x="7822741" y="7104550"/>
                  </a:lnTo>
                  <a:lnTo>
                    <a:pt x="7879043" y="7028217"/>
                  </a:lnTo>
                  <a:lnTo>
                    <a:pt x="7931347" y="6944874"/>
                  </a:lnTo>
                  <a:lnTo>
                    <a:pt x="7980115" y="6853756"/>
                  </a:lnTo>
                  <a:lnTo>
                    <a:pt x="8025832" y="6754075"/>
                  </a:lnTo>
                  <a:lnTo>
                    <a:pt x="8068985" y="6645087"/>
                  </a:lnTo>
                  <a:lnTo>
                    <a:pt x="8110041" y="6526194"/>
                  </a:lnTo>
                  <a:lnTo>
                    <a:pt x="8149425" y="6397096"/>
                  </a:lnTo>
                  <a:lnTo>
                    <a:pt x="8151487" y="6389922"/>
                  </a:lnTo>
                  <a:lnTo>
                    <a:pt x="8175619" y="6302846"/>
                  </a:lnTo>
                  <a:lnTo>
                    <a:pt x="8199323" y="6211675"/>
                  </a:lnTo>
                  <a:lnTo>
                    <a:pt x="8222673" y="6116336"/>
                  </a:lnTo>
                  <a:lnTo>
                    <a:pt x="8245735" y="6016777"/>
                  </a:lnTo>
                  <a:lnTo>
                    <a:pt x="8268566" y="5912976"/>
                  </a:lnTo>
                  <a:lnTo>
                    <a:pt x="8291216" y="5804939"/>
                  </a:lnTo>
                  <a:lnTo>
                    <a:pt x="8313727" y="5692703"/>
                  </a:lnTo>
                  <a:lnTo>
                    <a:pt x="8336138" y="5576340"/>
                  </a:lnTo>
                  <a:lnTo>
                    <a:pt x="8358477" y="5455955"/>
                  </a:lnTo>
                  <a:lnTo>
                    <a:pt x="8380772" y="5331687"/>
                  </a:lnTo>
                  <a:lnTo>
                    <a:pt x="8403044" y="5203712"/>
                  </a:lnTo>
                  <a:lnTo>
                    <a:pt x="8425308" y="5072244"/>
                  </a:lnTo>
                  <a:lnTo>
                    <a:pt x="8447577" y="4937528"/>
                  </a:lnTo>
                  <a:lnTo>
                    <a:pt x="8469861" y="4799847"/>
                  </a:lnTo>
                  <a:lnTo>
                    <a:pt x="8492163" y="4659515"/>
                  </a:lnTo>
                  <a:lnTo>
                    <a:pt x="8514487" y="4516874"/>
                  </a:lnTo>
                  <a:lnTo>
                    <a:pt x="8536833" y="4372296"/>
                  </a:lnTo>
                  <a:lnTo>
                    <a:pt x="8559198" y="4226171"/>
                  </a:lnTo>
                  <a:lnTo>
                    <a:pt x="8581578" y="4078912"/>
                  </a:lnTo>
                  <a:lnTo>
                    <a:pt x="8603968" y="3930943"/>
                  </a:lnTo>
                  <a:lnTo>
                    <a:pt x="8626362" y="3782698"/>
                  </a:lnTo>
                  <a:lnTo>
                    <a:pt x="8648754" y="3634614"/>
                  </a:lnTo>
                  <a:lnTo>
                    <a:pt x="8671138" y="3487126"/>
                  </a:lnTo>
                  <a:lnTo>
                    <a:pt x="8693507" y="3340661"/>
                  </a:lnTo>
                  <a:lnTo>
                    <a:pt x="8715858" y="3195634"/>
                  </a:lnTo>
                  <a:lnTo>
                    <a:pt x="8738188" y="3052444"/>
                  </a:lnTo>
                  <a:lnTo>
                    <a:pt x="8760496" y="2911466"/>
                  </a:lnTo>
                  <a:lnTo>
                    <a:pt x="8782784" y="2773053"/>
                  </a:lnTo>
                  <a:lnTo>
                    <a:pt x="8805057" y="2637524"/>
                  </a:lnTo>
                  <a:lnTo>
                    <a:pt x="8827321" y="2505171"/>
                  </a:lnTo>
                  <a:lnTo>
                    <a:pt x="8849589" y="2376251"/>
                  </a:lnTo>
                  <a:lnTo>
                    <a:pt x="8871876" y="2250984"/>
                  </a:lnTo>
                  <a:lnTo>
                    <a:pt x="8894202" y="2129556"/>
                  </a:lnTo>
                  <a:lnTo>
                    <a:pt x="8916591" y="2012118"/>
                  </a:lnTo>
                  <a:lnTo>
                    <a:pt x="8939072" y="1898783"/>
                  </a:lnTo>
                  <a:lnTo>
                    <a:pt x="8961682" y="1789630"/>
                  </a:lnTo>
                  <a:lnTo>
                    <a:pt x="8984460" y="1684707"/>
                  </a:lnTo>
                  <a:lnTo>
                    <a:pt x="9007456" y="1584027"/>
                  </a:lnTo>
                  <a:lnTo>
                    <a:pt x="9030724" y="1487576"/>
                  </a:lnTo>
                  <a:lnTo>
                    <a:pt x="9054327" y="1395309"/>
                  </a:lnTo>
                  <a:lnTo>
                    <a:pt x="9078338" y="1307158"/>
                  </a:lnTo>
                  <a:lnTo>
                    <a:pt x="9084767" y="1284522"/>
                  </a:lnTo>
                  <a:lnTo>
                    <a:pt x="9124072" y="1154880"/>
                  </a:lnTo>
                  <a:lnTo>
                    <a:pt x="9165029" y="1035447"/>
                  </a:lnTo>
                  <a:lnTo>
                    <a:pt x="9208059" y="925944"/>
                  </a:lnTo>
                  <a:lnTo>
                    <a:pt x="9253626" y="825784"/>
                  </a:lnTo>
                  <a:lnTo>
                    <a:pt x="9302219" y="734229"/>
                  </a:lnTo>
                  <a:lnTo>
                    <a:pt x="9354322" y="650491"/>
                  </a:lnTo>
                  <a:lnTo>
                    <a:pt x="9410400" y="573802"/>
                  </a:lnTo>
                  <a:lnTo>
                    <a:pt x="9470861" y="503459"/>
                  </a:lnTo>
                  <a:lnTo>
                    <a:pt x="9536019" y="438846"/>
                  </a:lnTo>
                  <a:lnTo>
                    <a:pt x="9606040" y="379453"/>
                  </a:lnTo>
                  <a:lnTo>
                    <a:pt x="9680882" y="324887"/>
                  </a:lnTo>
                  <a:lnTo>
                    <a:pt x="9760216" y="274870"/>
                  </a:lnTo>
                  <a:lnTo>
                    <a:pt x="9843353" y="229242"/>
                  </a:lnTo>
                  <a:lnTo>
                    <a:pt x="9929175" y="187946"/>
                  </a:lnTo>
                  <a:lnTo>
                    <a:pt x="10016101" y="151010"/>
                  </a:lnTo>
                  <a:lnTo>
                    <a:pt x="10102104" y="118511"/>
                  </a:lnTo>
                  <a:lnTo>
                    <a:pt x="10184799" y="90533"/>
                  </a:lnTo>
                  <a:lnTo>
                    <a:pt x="10261636" y="67115"/>
                  </a:lnTo>
                  <a:lnTo>
                    <a:pt x="10330150" y="48201"/>
                  </a:lnTo>
                  <a:lnTo>
                    <a:pt x="10388282" y="33596"/>
                  </a:lnTo>
                  <a:lnTo>
                    <a:pt x="10434667" y="22947"/>
                  </a:lnTo>
                  <a:lnTo>
                    <a:pt x="10468862" y="15749"/>
                  </a:lnTo>
                  <a:lnTo>
                    <a:pt x="10491450" y="11377"/>
                  </a:lnTo>
                  <a:lnTo>
                    <a:pt x="10504022" y="9134"/>
                  </a:lnTo>
                  <a:lnTo>
                    <a:pt x="10509078" y="8301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9196" y="109"/>
                  </a:lnTo>
                  <a:lnTo>
                    <a:pt x="10504455" y="888"/>
                  </a:lnTo>
                  <a:lnTo>
                    <a:pt x="10492355" y="3037"/>
                  </a:lnTo>
                  <a:lnTo>
                    <a:pt x="10470351" y="7277"/>
                  </a:lnTo>
                  <a:lnTo>
                    <a:pt x="10436799" y="14308"/>
                  </a:lnTo>
                  <a:lnTo>
                    <a:pt x="10391062" y="24759"/>
                  </a:lnTo>
                  <a:lnTo>
                    <a:pt x="10333530" y="39143"/>
                  </a:lnTo>
                  <a:lnTo>
                    <a:pt x="10265522" y="57821"/>
                  </a:lnTo>
                  <a:lnTo>
                    <a:pt x="10189070" y="80995"/>
                  </a:lnTo>
                  <a:lnTo>
                    <a:pt x="10106622" y="108730"/>
                  </a:lnTo>
                  <a:lnTo>
                    <a:pt x="10020733" y="140990"/>
                  </a:lnTo>
                  <a:lnTo>
                    <a:pt x="9933801" y="177692"/>
                  </a:lnTo>
                  <a:lnTo>
                    <a:pt x="9847876" y="218756"/>
                  </a:lnTo>
                  <a:lnTo>
                    <a:pt x="9764564" y="264153"/>
                  </a:lnTo>
                  <a:lnTo>
                    <a:pt x="9685006" y="313932"/>
                  </a:lnTo>
                  <a:lnTo>
                    <a:pt x="9609913" y="368250"/>
                  </a:lnTo>
                  <a:lnTo>
                    <a:pt x="9539631" y="427376"/>
                  </a:lnTo>
                  <a:lnTo>
                    <a:pt x="9474217" y="491699"/>
                  </a:lnTo>
                  <a:lnTo>
                    <a:pt x="9413512" y="561722"/>
                  </a:lnTo>
                  <a:lnTo>
                    <a:pt x="9357210" y="638055"/>
                  </a:lnTo>
                  <a:lnTo>
                    <a:pt x="9304906" y="721397"/>
                  </a:lnTo>
                  <a:lnTo>
                    <a:pt x="9256138" y="812516"/>
                  </a:lnTo>
                  <a:lnTo>
                    <a:pt x="9210421" y="912197"/>
                  </a:lnTo>
                  <a:lnTo>
                    <a:pt x="9167268" y="1021184"/>
                  </a:lnTo>
                  <a:lnTo>
                    <a:pt x="9126212" y="1140077"/>
                  </a:lnTo>
                  <a:lnTo>
                    <a:pt x="9086828" y="1269176"/>
                  </a:lnTo>
                  <a:lnTo>
                    <a:pt x="9084767" y="1276349"/>
                  </a:lnTo>
                  <a:lnTo>
                    <a:pt x="9060634" y="1363426"/>
                  </a:lnTo>
                  <a:lnTo>
                    <a:pt x="9036931" y="1454596"/>
                  </a:lnTo>
                  <a:lnTo>
                    <a:pt x="9013581" y="1549936"/>
                  </a:lnTo>
                  <a:lnTo>
                    <a:pt x="8990519" y="1649495"/>
                  </a:lnTo>
                  <a:lnTo>
                    <a:pt x="8967688" y="1753296"/>
                  </a:lnTo>
                  <a:lnTo>
                    <a:pt x="8945038" y="1861333"/>
                  </a:lnTo>
                  <a:lnTo>
                    <a:pt x="8922526" y="1973568"/>
                  </a:lnTo>
                  <a:lnTo>
                    <a:pt x="8900116" y="2089931"/>
                  </a:lnTo>
                  <a:lnTo>
                    <a:pt x="8877776" y="2210317"/>
                  </a:lnTo>
                  <a:lnTo>
                    <a:pt x="8855481" y="2334585"/>
                  </a:lnTo>
                  <a:lnTo>
                    <a:pt x="8833209" y="2462559"/>
                  </a:lnTo>
                  <a:lnTo>
                    <a:pt x="8810945" y="2594028"/>
                  </a:lnTo>
                  <a:lnTo>
                    <a:pt x="8788676" y="2728743"/>
                  </a:lnTo>
                  <a:lnTo>
                    <a:pt x="8766393" y="2866424"/>
                  </a:lnTo>
                  <a:lnTo>
                    <a:pt x="8744090" y="3006756"/>
                  </a:lnTo>
                  <a:lnTo>
                    <a:pt x="8721766" y="3149397"/>
                  </a:lnTo>
                  <a:lnTo>
                    <a:pt x="8699420" y="3293976"/>
                  </a:lnTo>
                  <a:lnTo>
                    <a:pt x="8677055" y="3440100"/>
                  </a:lnTo>
                  <a:lnTo>
                    <a:pt x="8654675" y="3587359"/>
                  </a:lnTo>
                  <a:lnTo>
                    <a:pt x="8632285" y="3735328"/>
                  </a:lnTo>
                  <a:lnTo>
                    <a:pt x="8609891" y="3883573"/>
                  </a:lnTo>
                  <a:lnTo>
                    <a:pt x="8587499" y="4031657"/>
                  </a:lnTo>
                  <a:lnTo>
                    <a:pt x="8565116" y="4179146"/>
                  </a:lnTo>
                  <a:lnTo>
                    <a:pt x="8542746" y="4325611"/>
                  </a:lnTo>
                  <a:lnTo>
                    <a:pt x="8520395" y="4470637"/>
                  </a:lnTo>
                  <a:lnTo>
                    <a:pt x="8498065" y="4613828"/>
                  </a:lnTo>
                  <a:lnTo>
                    <a:pt x="8475757" y="4754805"/>
                  </a:lnTo>
                  <a:lnTo>
                    <a:pt x="8453469" y="4893219"/>
                  </a:lnTo>
                  <a:lnTo>
                    <a:pt x="8431197" y="5028747"/>
                  </a:lnTo>
                  <a:lnTo>
                    <a:pt x="8408932" y="5161100"/>
                  </a:lnTo>
                  <a:lnTo>
                    <a:pt x="8386664" y="5290021"/>
                  </a:lnTo>
                  <a:lnTo>
                    <a:pt x="8364377" y="5415288"/>
                  </a:lnTo>
                  <a:lnTo>
                    <a:pt x="8342051" y="5536715"/>
                  </a:lnTo>
                  <a:lnTo>
                    <a:pt x="8319663" y="5654154"/>
                  </a:lnTo>
                  <a:lnTo>
                    <a:pt x="8297181" y="5767489"/>
                  </a:lnTo>
                  <a:lnTo>
                    <a:pt x="8274572" y="5876641"/>
                  </a:lnTo>
                  <a:lnTo>
                    <a:pt x="8251793" y="5981564"/>
                  </a:lnTo>
                  <a:lnTo>
                    <a:pt x="8228797" y="6082244"/>
                  </a:lnTo>
                  <a:lnTo>
                    <a:pt x="8205530" y="6178696"/>
                  </a:lnTo>
                  <a:lnTo>
                    <a:pt x="8181926" y="6270963"/>
                  </a:lnTo>
                  <a:lnTo>
                    <a:pt x="8157915" y="6359113"/>
                  </a:lnTo>
                  <a:lnTo>
                    <a:pt x="8151487" y="6381749"/>
                  </a:lnTo>
                  <a:lnTo>
                    <a:pt x="8112181" y="6511392"/>
                  </a:lnTo>
                  <a:lnTo>
                    <a:pt x="8071224" y="6630825"/>
                  </a:lnTo>
                  <a:lnTo>
                    <a:pt x="8028195" y="6740328"/>
                  </a:lnTo>
                  <a:lnTo>
                    <a:pt x="7982627" y="6840487"/>
                  </a:lnTo>
                  <a:lnTo>
                    <a:pt x="7934034" y="6932043"/>
                  </a:lnTo>
                  <a:lnTo>
                    <a:pt x="7881931" y="7015781"/>
                  </a:lnTo>
                  <a:lnTo>
                    <a:pt x="7825853" y="7092469"/>
                  </a:lnTo>
                  <a:lnTo>
                    <a:pt x="7765392" y="7162812"/>
                  </a:lnTo>
                  <a:lnTo>
                    <a:pt x="7700234" y="7227425"/>
                  </a:lnTo>
                  <a:lnTo>
                    <a:pt x="7630213" y="7286818"/>
                  </a:lnTo>
                  <a:lnTo>
                    <a:pt x="7555371" y="7341385"/>
                  </a:lnTo>
                  <a:lnTo>
                    <a:pt x="7476037" y="7391402"/>
                  </a:lnTo>
                  <a:lnTo>
                    <a:pt x="7392901" y="7437029"/>
                  </a:lnTo>
                  <a:lnTo>
                    <a:pt x="7307079" y="7478325"/>
                  </a:lnTo>
                  <a:lnTo>
                    <a:pt x="7220152" y="7515261"/>
                  </a:lnTo>
                  <a:lnTo>
                    <a:pt x="7134150" y="7547761"/>
                  </a:lnTo>
                  <a:lnTo>
                    <a:pt x="7051454" y="7575739"/>
                  </a:lnTo>
                  <a:lnTo>
                    <a:pt x="6974618" y="7599156"/>
                  </a:lnTo>
                  <a:lnTo>
                    <a:pt x="6906103" y="7618070"/>
                  </a:lnTo>
                  <a:lnTo>
                    <a:pt x="6847971" y="7632675"/>
                  </a:lnTo>
                  <a:lnTo>
                    <a:pt x="6801586" y="7643325"/>
                  </a:lnTo>
                  <a:lnTo>
                    <a:pt x="6767391" y="7650523"/>
                  </a:lnTo>
                  <a:lnTo>
                    <a:pt x="6744803" y="7654894"/>
                  </a:lnTo>
                  <a:lnTo>
                    <a:pt x="6732231" y="7657137"/>
                  </a:lnTo>
                  <a:lnTo>
                    <a:pt x="6727176" y="7657971"/>
                  </a:lnTo>
                  <a:lnTo>
                    <a:pt x="6726343" y="7658099"/>
                  </a:lnTo>
                  <a:lnTo>
                    <a:pt x="5254955" y="7658099"/>
                  </a:lnTo>
                  <a:lnTo>
                    <a:pt x="5254029" y="7658019"/>
                  </a:lnTo>
                  <a:lnTo>
                    <a:pt x="5247913" y="7657453"/>
                  </a:lnTo>
                  <a:lnTo>
                    <a:pt x="5232405" y="7655888"/>
                  </a:lnTo>
                  <a:lnTo>
                    <a:pt x="5204451" y="7652804"/>
                  </a:lnTo>
                  <a:lnTo>
                    <a:pt x="5162324" y="7647706"/>
                  </a:lnTo>
                  <a:lnTo>
                    <a:pt x="5105751" y="7640169"/>
                  </a:lnTo>
                  <a:lnTo>
                    <a:pt x="5035876" y="7629876"/>
                  </a:lnTo>
                  <a:lnTo>
                    <a:pt x="4955002" y="7616634"/>
                  </a:lnTo>
                  <a:lnTo>
                    <a:pt x="4866183" y="7600367"/>
                  </a:lnTo>
                  <a:lnTo>
                    <a:pt x="4772740" y="7581088"/>
                  </a:lnTo>
                  <a:lnTo>
                    <a:pt x="4677830" y="7558853"/>
                  </a:lnTo>
                  <a:lnTo>
                    <a:pt x="4584138" y="7533720"/>
                  </a:lnTo>
                  <a:lnTo>
                    <a:pt x="4493719" y="7505708"/>
                  </a:lnTo>
                  <a:lnTo>
                    <a:pt x="4407973" y="7474769"/>
                  </a:lnTo>
                  <a:lnTo>
                    <a:pt x="4327704" y="7440770"/>
                  </a:lnTo>
                  <a:lnTo>
                    <a:pt x="4253228" y="7403487"/>
                  </a:lnTo>
                  <a:lnTo>
                    <a:pt x="4184490" y="7362602"/>
                  </a:lnTo>
                  <a:lnTo>
                    <a:pt x="4121177" y="7317710"/>
                  </a:lnTo>
                  <a:lnTo>
                    <a:pt x="4062805" y="7268326"/>
                  </a:lnTo>
                  <a:lnTo>
                    <a:pt x="4008794" y="7213908"/>
                  </a:lnTo>
                  <a:lnTo>
                    <a:pt x="3958513" y="7153885"/>
                  </a:lnTo>
                  <a:lnTo>
                    <a:pt x="3911330" y="7087714"/>
                  </a:lnTo>
                  <a:lnTo>
                    <a:pt x="3866635" y="7014958"/>
                  </a:lnTo>
                  <a:lnTo>
                    <a:pt x="3829811" y="6947048"/>
                  </a:lnTo>
                  <a:lnTo>
                    <a:pt x="3798128" y="6882700"/>
                  </a:lnTo>
                  <a:lnTo>
                    <a:pt x="3767146" y="6814373"/>
                  </a:lnTo>
                  <a:lnTo>
                    <a:pt x="3736705" y="6741986"/>
                  </a:lnTo>
                  <a:lnTo>
                    <a:pt x="3706669" y="6665505"/>
                  </a:lnTo>
                  <a:lnTo>
                    <a:pt x="3676927" y="6584941"/>
                  </a:lnTo>
                  <a:lnTo>
                    <a:pt x="3647387" y="6500359"/>
                  </a:lnTo>
                  <a:lnTo>
                    <a:pt x="3617975" y="6411882"/>
                  </a:lnTo>
                  <a:lnTo>
                    <a:pt x="3588632" y="6319692"/>
                  </a:lnTo>
                  <a:lnTo>
                    <a:pt x="3559314" y="6224028"/>
                  </a:lnTo>
                  <a:lnTo>
                    <a:pt x="3529991" y="6125193"/>
                  </a:lnTo>
                  <a:lnTo>
                    <a:pt x="3500642" y="6023544"/>
                  </a:lnTo>
                  <a:lnTo>
                    <a:pt x="3471257" y="5919493"/>
                  </a:lnTo>
                  <a:lnTo>
                    <a:pt x="3441834" y="5813498"/>
                  </a:lnTo>
                  <a:lnTo>
                    <a:pt x="3412380" y="5706057"/>
                  </a:lnTo>
                  <a:lnTo>
                    <a:pt x="3382902" y="5597697"/>
                  </a:lnTo>
                  <a:lnTo>
                    <a:pt x="3353415" y="5488967"/>
                  </a:lnTo>
                  <a:lnTo>
                    <a:pt x="3323933" y="5380420"/>
                  </a:lnTo>
                  <a:lnTo>
                    <a:pt x="3294469" y="5272608"/>
                  </a:lnTo>
                  <a:lnTo>
                    <a:pt x="3265035" y="5166066"/>
                  </a:lnTo>
                  <a:lnTo>
                    <a:pt x="3235638" y="5061304"/>
                  </a:lnTo>
                  <a:lnTo>
                    <a:pt x="3206277" y="4958794"/>
                  </a:lnTo>
                  <a:lnTo>
                    <a:pt x="3176947" y="4858964"/>
                  </a:lnTo>
                  <a:lnTo>
                    <a:pt x="3147630" y="4762191"/>
                  </a:lnTo>
                  <a:lnTo>
                    <a:pt x="3118300" y="4668795"/>
                  </a:lnTo>
                  <a:lnTo>
                    <a:pt x="3088916" y="4579039"/>
                  </a:lnTo>
                  <a:lnTo>
                    <a:pt x="3059427" y="4493123"/>
                  </a:lnTo>
                  <a:lnTo>
                    <a:pt x="3029763" y="4411189"/>
                  </a:lnTo>
                  <a:lnTo>
                    <a:pt x="2999838" y="4333322"/>
                  </a:lnTo>
                  <a:lnTo>
                    <a:pt x="2969548" y="4259552"/>
                  </a:lnTo>
                  <a:lnTo>
                    <a:pt x="2938765" y="4189859"/>
                  </a:lnTo>
                  <a:lnTo>
                    <a:pt x="2907340" y="4124176"/>
                  </a:lnTo>
                  <a:lnTo>
                    <a:pt x="2896531" y="4102845"/>
                  </a:lnTo>
                  <a:lnTo>
                    <a:pt x="2853534" y="4024265"/>
                  </a:lnTo>
                  <a:lnTo>
                    <a:pt x="2808523" y="3952457"/>
                  </a:lnTo>
                  <a:lnTo>
                    <a:pt x="2760940" y="3887182"/>
                  </a:lnTo>
                  <a:lnTo>
                    <a:pt x="2710172" y="3827984"/>
                  </a:lnTo>
                  <a:lnTo>
                    <a:pt x="2655583" y="3774310"/>
                  </a:lnTo>
                  <a:lnTo>
                    <a:pt x="2596549" y="3725592"/>
                  </a:lnTo>
                  <a:lnTo>
                    <a:pt x="2532497" y="3681292"/>
                  </a:lnTo>
                  <a:lnTo>
                    <a:pt x="2462964" y="3640938"/>
                  </a:lnTo>
                  <a:lnTo>
                    <a:pt x="2387666" y="3604135"/>
                  </a:lnTo>
                  <a:lnTo>
                    <a:pt x="2306595" y="3570579"/>
                  </a:lnTo>
                  <a:lnTo>
                    <a:pt x="2220129" y="3540059"/>
                  </a:lnTo>
                  <a:lnTo>
                    <a:pt x="2129149" y="3512454"/>
                  </a:lnTo>
                  <a:lnTo>
                    <a:pt x="2035145" y="3487727"/>
                  </a:lnTo>
                  <a:lnTo>
                    <a:pt x="1940266" y="3465905"/>
                  </a:lnTo>
                  <a:lnTo>
                    <a:pt x="1847277" y="3447048"/>
                  </a:lnTo>
                  <a:lnTo>
                    <a:pt x="1759379" y="3431208"/>
                  </a:lnTo>
                  <a:lnTo>
                    <a:pt x="1679883" y="3418389"/>
                  </a:lnTo>
                  <a:lnTo>
                    <a:pt x="1611766" y="3408500"/>
                  </a:lnTo>
                  <a:lnTo>
                    <a:pt x="1557193" y="3401329"/>
                  </a:lnTo>
                  <a:lnTo>
                    <a:pt x="1517115" y="3396542"/>
                  </a:lnTo>
                  <a:lnTo>
                    <a:pt x="1491053" y="3393704"/>
                  </a:lnTo>
                  <a:lnTo>
                    <a:pt x="1477083" y="3392311"/>
                  </a:lnTo>
                  <a:lnTo>
                    <a:pt x="1471978" y="3391844"/>
                  </a:lnTo>
                  <a:lnTo>
                    <a:pt x="1471387" y="3391794"/>
                  </a:lnTo>
                  <a:lnTo>
                    <a:pt x="0" y="3391794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57" name="pl57"/>
            <p:cNvSpPr/>
            <p:nvPr/>
          </p:nvSpPr>
          <p:spPr>
            <a:xfrm>
              <a:off x="4799595" y="3402381"/>
              <a:ext cx="11981298" cy="7658099"/>
            </a:xfrm>
            <a:custGeom>
              <a:avLst/>
              <a:pathLst>
                <a:path w="11981298" h="7658099">
                  <a:moveTo>
                    <a:pt x="0" y="3391794"/>
                  </a:moveTo>
                  <a:lnTo>
                    <a:pt x="1471387" y="3391794"/>
                  </a:lnTo>
                  <a:lnTo>
                    <a:pt x="1472313" y="3391873"/>
                  </a:lnTo>
                  <a:lnTo>
                    <a:pt x="1478429" y="3392440"/>
                  </a:lnTo>
                  <a:lnTo>
                    <a:pt x="1493937" y="3394004"/>
                  </a:lnTo>
                  <a:lnTo>
                    <a:pt x="1521891" y="3397089"/>
                  </a:lnTo>
                  <a:lnTo>
                    <a:pt x="1564018" y="3402187"/>
                  </a:lnTo>
                  <a:lnTo>
                    <a:pt x="1620591" y="3409723"/>
                  </a:lnTo>
                  <a:lnTo>
                    <a:pt x="1690467" y="3420016"/>
                  </a:lnTo>
                  <a:lnTo>
                    <a:pt x="1771341" y="3433258"/>
                  </a:lnTo>
                  <a:lnTo>
                    <a:pt x="1860159" y="3449525"/>
                  </a:lnTo>
                  <a:lnTo>
                    <a:pt x="1953602" y="3468805"/>
                  </a:lnTo>
                  <a:lnTo>
                    <a:pt x="2048512" y="3491040"/>
                  </a:lnTo>
                  <a:lnTo>
                    <a:pt x="2142204" y="3516172"/>
                  </a:lnTo>
                  <a:lnTo>
                    <a:pt x="2232623" y="3544184"/>
                  </a:lnTo>
                  <a:lnTo>
                    <a:pt x="2318369" y="3575124"/>
                  </a:lnTo>
                  <a:lnTo>
                    <a:pt x="2398638" y="3609123"/>
                  </a:lnTo>
                  <a:lnTo>
                    <a:pt x="2473115" y="3646406"/>
                  </a:lnTo>
                  <a:lnTo>
                    <a:pt x="2541852" y="3687291"/>
                  </a:lnTo>
                  <a:lnTo>
                    <a:pt x="2605165" y="3732183"/>
                  </a:lnTo>
                  <a:lnTo>
                    <a:pt x="2663537" y="3781567"/>
                  </a:lnTo>
                  <a:lnTo>
                    <a:pt x="2717549" y="3835985"/>
                  </a:lnTo>
                  <a:lnTo>
                    <a:pt x="2767829" y="3896007"/>
                  </a:lnTo>
                  <a:lnTo>
                    <a:pt x="2815013" y="3962179"/>
                  </a:lnTo>
                  <a:lnTo>
                    <a:pt x="2859707" y="4034935"/>
                  </a:lnTo>
                  <a:lnTo>
                    <a:pt x="2896531" y="4102845"/>
                  </a:lnTo>
                  <a:lnTo>
                    <a:pt x="2928214" y="4167193"/>
                  </a:lnTo>
                  <a:lnTo>
                    <a:pt x="2959196" y="4235520"/>
                  </a:lnTo>
                  <a:lnTo>
                    <a:pt x="2989637" y="4307906"/>
                  </a:lnTo>
                  <a:lnTo>
                    <a:pt x="3019673" y="4384388"/>
                  </a:lnTo>
                  <a:lnTo>
                    <a:pt x="3049415" y="4464952"/>
                  </a:lnTo>
                  <a:lnTo>
                    <a:pt x="3078955" y="4549534"/>
                  </a:lnTo>
                  <a:lnTo>
                    <a:pt x="3108367" y="4638010"/>
                  </a:lnTo>
                  <a:lnTo>
                    <a:pt x="3137710" y="4730201"/>
                  </a:lnTo>
                  <a:lnTo>
                    <a:pt x="3167028" y="4825865"/>
                  </a:lnTo>
                  <a:lnTo>
                    <a:pt x="3196351" y="4924700"/>
                  </a:lnTo>
                  <a:lnTo>
                    <a:pt x="3225700" y="5026349"/>
                  </a:lnTo>
                  <a:lnTo>
                    <a:pt x="3255085" y="5130400"/>
                  </a:lnTo>
                  <a:lnTo>
                    <a:pt x="3284508" y="5236395"/>
                  </a:lnTo>
                  <a:lnTo>
                    <a:pt x="3313962" y="5343836"/>
                  </a:lnTo>
                  <a:lnTo>
                    <a:pt x="3343440" y="5452195"/>
                  </a:lnTo>
                  <a:lnTo>
                    <a:pt x="3372927" y="5560926"/>
                  </a:lnTo>
                  <a:lnTo>
                    <a:pt x="3402409" y="5669473"/>
                  </a:lnTo>
                  <a:lnTo>
                    <a:pt x="3431873" y="5777285"/>
                  </a:lnTo>
                  <a:lnTo>
                    <a:pt x="3461307" y="5883826"/>
                  </a:lnTo>
                  <a:lnTo>
                    <a:pt x="3490705" y="5988589"/>
                  </a:lnTo>
                  <a:lnTo>
                    <a:pt x="3520065" y="6091099"/>
                  </a:lnTo>
                  <a:lnTo>
                    <a:pt x="3549396" y="6190929"/>
                  </a:lnTo>
                  <a:lnTo>
                    <a:pt x="3578712" y="6287702"/>
                  </a:lnTo>
                  <a:lnTo>
                    <a:pt x="3608043" y="6381098"/>
                  </a:lnTo>
                  <a:lnTo>
                    <a:pt x="3637426" y="6470854"/>
                  </a:lnTo>
                  <a:lnTo>
                    <a:pt x="3666915" y="6556770"/>
                  </a:lnTo>
                  <a:lnTo>
                    <a:pt x="3696579" y="6638704"/>
                  </a:lnTo>
                  <a:lnTo>
                    <a:pt x="3726504" y="6716570"/>
                  </a:lnTo>
                  <a:lnTo>
                    <a:pt x="3756794" y="6790340"/>
                  </a:lnTo>
                  <a:lnTo>
                    <a:pt x="3787577" y="6860034"/>
                  </a:lnTo>
                  <a:lnTo>
                    <a:pt x="3819003" y="6925717"/>
                  </a:lnTo>
                  <a:lnTo>
                    <a:pt x="3829811" y="6947048"/>
                  </a:lnTo>
                  <a:lnTo>
                    <a:pt x="3872809" y="7025628"/>
                  </a:lnTo>
                  <a:lnTo>
                    <a:pt x="3917819" y="7097436"/>
                  </a:lnTo>
                  <a:lnTo>
                    <a:pt x="3965402" y="7162711"/>
                  </a:lnTo>
                  <a:lnTo>
                    <a:pt x="4016170" y="7221909"/>
                  </a:lnTo>
                  <a:lnTo>
                    <a:pt x="4070759" y="7275582"/>
                  </a:lnTo>
                  <a:lnTo>
                    <a:pt x="4129794" y="7324301"/>
                  </a:lnTo>
                  <a:lnTo>
                    <a:pt x="4193845" y="7368600"/>
                  </a:lnTo>
                  <a:lnTo>
                    <a:pt x="4263379" y="7408954"/>
                  </a:lnTo>
                  <a:lnTo>
                    <a:pt x="4338676" y="7445757"/>
                  </a:lnTo>
                  <a:lnTo>
                    <a:pt x="4419747" y="7479313"/>
                  </a:lnTo>
                  <a:lnTo>
                    <a:pt x="4506213" y="7509834"/>
                  </a:lnTo>
                  <a:lnTo>
                    <a:pt x="4597193" y="7537439"/>
                  </a:lnTo>
                  <a:lnTo>
                    <a:pt x="4691197" y="7562165"/>
                  </a:lnTo>
                  <a:lnTo>
                    <a:pt x="4786076" y="7583987"/>
                  </a:lnTo>
                  <a:lnTo>
                    <a:pt x="4879065" y="7602845"/>
                  </a:lnTo>
                  <a:lnTo>
                    <a:pt x="4966964" y="7618684"/>
                  </a:lnTo>
                  <a:lnTo>
                    <a:pt x="5046459" y="7631504"/>
                  </a:lnTo>
                  <a:lnTo>
                    <a:pt x="5114576" y="7641393"/>
                  </a:lnTo>
                  <a:lnTo>
                    <a:pt x="5169149" y="7648564"/>
                  </a:lnTo>
                  <a:lnTo>
                    <a:pt x="5209227" y="7653350"/>
                  </a:lnTo>
                  <a:lnTo>
                    <a:pt x="5235289" y="7656189"/>
                  </a:lnTo>
                  <a:lnTo>
                    <a:pt x="5249259" y="7657581"/>
                  </a:lnTo>
                  <a:lnTo>
                    <a:pt x="5254364" y="7658049"/>
                  </a:lnTo>
                  <a:lnTo>
                    <a:pt x="5254955" y="7658099"/>
                  </a:lnTo>
                  <a:lnTo>
                    <a:pt x="6726343" y="7658099"/>
                  </a:lnTo>
                  <a:lnTo>
                    <a:pt x="6727057" y="7657989"/>
                  </a:lnTo>
                  <a:lnTo>
                    <a:pt x="6731798" y="7657211"/>
                  </a:lnTo>
                  <a:lnTo>
                    <a:pt x="6743898" y="7655061"/>
                  </a:lnTo>
                  <a:lnTo>
                    <a:pt x="6765903" y="7650821"/>
                  </a:lnTo>
                  <a:lnTo>
                    <a:pt x="6799454" y="7643791"/>
                  </a:lnTo>
                  <a:lnTo>
                    <a:pt x="6845191" y="7633339"/>
                  </a:lnTo>
                  <a:lnTo>
                    <a:pt x="6902724" y="7618956"/>
                  </a:lnTo>
                  <a:lnTo>
                    <a:pt x="6970731" y="7600278"/>
                  </a:lnTo>
                  <a:lnTo>
                    <a:pt x="7047183" y="7577103"/>
                  </a:lnTo>
                  <a:lnTo>
                    <a:pt x="7129632" y="7549368"/>
                  </a:lnTo>
                  <a:lnTo>
                    <a:pt x="7215520" y="7517108"/>
                  </a:lnTo>
                  <a:lnTo>
                    <a:pt x="7302452" y="7480406"/>
                  </a:lnTo>
                  <a:lnTo>
                    <a:pt x="7388377" y="7439342"/>
                  </a:lnTo>
                  <a:lnTo>
                    <a:pt x="7471689" y="7393946"/>
                  </a:lnTo>
                  <a:lnTo>
                    <a:pt x="7551247" y="7344166"/>
                  </a:lnTo>
                  <a:lnTo>
                    <a:pt x="7626340" y="7289848"/>
                  </a:lnTo>
                  <a:lnTo>
                    <a:pt x="7696622" y="7230722"/>
                  </a:lnTo>
                  <a:lnTo>
                    <a:pt x="7762036" y="7166399"/>
                  </a:lnTo>
                  <a:lnTo>
                    <a:pt x="7822741" y="7096377"/>
                  </a:lnTo>
                  <a:lnTo>
                    <a:pt x="7879043" y="7020044"/>
                  </a:lnTo>
                  <a:lnTo>
                    <a:pt x="7931347" y="6936701"/>
                  </a:lnTo>
                  <a:lnTo>
                    <a:pt x="7980115" y="6845583"/>
                  </a:lnTo>
                  <a:lnTo>
                    <a:pt x="8025832" y="6745902"/>
                  </a:lnTo>
                  <a:lnTo>
                    <a:pt x="8068985" y="6636914"/>
                  </a:lnTo>
                  <a:lnTo>
                    <a:pt x="8110041" y="6518021"/>
                  </a:lnTo>
                  <a:lnTo>
                    <a:pt x="8149425" y="6388923"/>
                  </a:lnTo>
                  <a:lnTo>
                    <a:pt x="8151487" y="6381749"/>
                  </a:lnTo>
                  <a:lnTo>
                    <a:pt x="8175619" y="6294673"/>
                  </a:lnTo>
                  <a:lnTo>
                    <a:pt x="8199323" y="6203502"/>
                  </a:lnTo>
                  <a:lnTo>
                    <a:pt x="8222673" y="6108163"/>
                  </a:lnTo>
                  <a:lnTo>
                    <a:pt x="8245735" y="6008604"/>
                  </a:lnTo>
                  <a:lnTo>
                    <a:pt x="8268566" y="5904803"/>
                  </a:lnTo>
                  <a:lnTo>
                    <a:pt x="8291216" y="5796766"/>
                  </a:lnTo>
                  <a:lnTo>
                    <a:pt x="8313727" y="5684530"/>
                  </a:lnTo>
                  <a:lnTo>
                    <a:pt x="8336138" y="5568167"/>
                  </a:lnTo>
                  <a:lnTo>
                    <a:pt x="8358477" y="5447782"/>
                  </a:lnTo>
                  <a:lnTo>
                    <a:pt x="8380772" y="5323514"/>
                  </a:lnTo>
                  <a:lnTo>
                    <a:pt x="8403044" y="5195539"/>
                  </a:lnTo>
                  <a:lnTo>
                    <a:pt x="8425308" y="5064071"/>
                  </a:lnTo>
                  <a:lnTo>
                    <a:pt x="8447577" y="4929355"/>
                  </a:lnTo>
                  <a:lnTo>
                    <a:pt x="8469861" y="4791674"/>
                  </a:lnTo>
                  <a:lnTo>
                    <a:pt x="8492163" y="4651342"/>
                  </a:lnTo>
                  <a:lnTo>
                    <a:pt x="8514487" y="4508701"/>
                  </a:lnTo>
                  <a:lnTo>
                    <a:pt x="8536833" y="4364123"/>
                  </a:lnTo>
                  <a:lnTo>
                    <a:pt x="8559198" y="4217998"/>
                  </a:lnTo>
                  <a:lnTo>
                    <a:pt x="8581578" y="4070739"/>
                  </a:lnTo>
                  <a:lnTo>
                    <a:pt x="8603968" y="3922770"/>
                  </a:lnTo>
                  <a:lnTo>
                    <a:pt x="8626362" y="3774525"/>
                  </a:lnTo>
                  <a:lnTo>
                    <a:pt x="8648754" y="3626441"/>
                  </a:lnTo>
                  <a:lnTo>
                    <a:pt x="8671138" y="3478953"/>
                  </a:lnTo>
                  <a:lnTo>
                    <a:pt x="8693507" y="3332488"/>
                  </a:lnTo>
                  <a:lnTo>
                    <a:pt x="8715858" y="3187461"/>
                  </a:lnTo>
                  <a:lnTo>
                    <a:pt x="8738188" y="3044271"/>
                  </a:lnTo>
                  <a:lnTo>
                    <a:pt x="8760496" y="2903293"/>
                  </a:lnTo>
                  <a:lnTo>
                    <a:pt x="8782784" y="2764880"/>
                  </a:lnTo>
                  <a:lnTo>
                    <a:pt x="8805057" y="2629351"/>
                  </a:lnTo>
                  <a:lnTo>
                    <a:pt x="8827321" y="2496998"/>
                  </a:lnTo>
                  <a:lnTo>
                    <a:pt x="8849589" y="2368078"/>
                  </a:lnTo>
                  <a:lnTo>
                    <a:pt x="8871876" y="2242811"/>
                  </a:lnTo>
                  <a:lnTo>
                    <a:pt x="8894202" y="2121383"/>
                  </a:lnTo>
                  <a:lnTo>
                    <a:pt x="8916591" y="2003945"/>
                  </a:lnTo>
                  <a:lnTo>
                    <a:pt x="8939072" y="1890610"/>
                  </a:lnTo>
                  <a:lnTo>
                    <a:pt x="8961682" y="1781457"/>
                  </a:lnTo>
                  <a:lnTo>
                    <a:pt x="8984460" y="1676534"/>
                  </a:lnTo>
                  <a:lnTo>
                    <a:pt x="9007456" y="1575854"/>
                  </a:lnTo>
                  <a:lnTo>
                    <a:pt x="9030724" y="1479403"/>
                  </a:lnTo>
                  <a:lnTo>
                    <a:pt x="9054327" y="1387136"/>
                  </a:lnTo>
                  <a:lnTo>
                    <a:pt x="9078338" y="1298985"/>
                  </a:lnTo>
                  <a:lnTo>
                    <a:pt x="9084767" y="1276349"/>
                  </a:lnTo>
                  <a:lnTo>
                    <a:pt x="9124072" y="1146707"/>
                  </a:lnTo>
                  <a:lnTo>
                    <a:pt x="9165029" y="1027274"/>
                  </a:lnTo>
                  <a:lnTo>
                    <a:pt x="9208059" y="917771"/>
                  </a:lnTo>
                  <a:lnTo>
                    <a:pt x="9253626" y="817611"/>
                  </a:lnTo>
                  <a:lnTo>
                    <a:pt x="9302219" y="726056"/>
                  </a:lnTo>
                  <a:lnTo>
                    <a:pt x="9354322" y="642318"/>
                  </a:lnTo>
                  <a:lnTo>
                    <a:pt x="9410400" y="565629"/>
                  </a:lnTo>
                  <a:lnTo>
                    <a:pt x="9470861" y="495286"/>
                  </a:lnTo>
                  <a:lnTo>
                    <a:pt x="9536019" y="430673"/>
                  </a:lnTo>
                  <a:lnTo>
                    <a:pt x="9606040" y="371280"/>
                  </a:lnTo>
                  <a:lnTo>
                    <a:pt x="9680882" y="316714"/>
                  </a:lnTo>
                  <a:lnTo>
                    <a:pt x="9760216" y="266697"/>
                  </a:lnTo>
                  <a:lnTo>
                    <a:pt x="9843353" y="221069"/>
                  </a:lnTo>
                  <a:lnTo>
                    <a:pt x="9929175" y="179773"/>
                  </a:lnTo>
                  <a:lnTo>
                    <a:pt x="10016101" y="142837"/>
                  </a:lnTo>
                  <a:lnTo>
                    <a:pt x="10102104" y="110338"/>
                  </a:lnTo>
                  <a:lnTo>
                    <a:pt x="10184799" y="82360"/>
                  </a:lnTo>
                  <a:lnTo>
                    <a:pt x="10261636" y="58942"/>
                  </a:lnTo>
                  <a:lnTo>
                    <a:pt x="10330150" y="40028"/>
                  </a:lnTo>
                  <a:lnTo>
                    <a:pt x="10388282" y="25423"/>
                  </a:lnTo>
                  <a:lnTo>
                    <a:pt x="10434667" y="14774"/>
                  </a:lnTo>
                  <a:lnTo>
                    <a:pt x="10468862" y="7576"/>
                  </a:lnTo>
                  <a:lnTo>
                    <a:pt x="10491450" y="3204"/>
                  </a:lnTo>
                  <a:lnTo>
                    <a:pt x="10504022" y="961"/>
                  </a:lnTo>
                  <a:lnTo>
                    <a:pt x="10509078" y="128"/>
                  </a:lnTo>
                  <a:lnTo>
                    <a:pt x="10509911" y="0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8" name="pl58"/>
            <p:cNvSpPr/>
            <p:nvPr/>
          </p:nvSpPr>
          <p:spPr>
            <a:xfrm>
              <a:off x="4799595" y="3394208"/>
              <a:ext cx="11981298" cy="7658099"/>
            </a:xfrm>
            <a:custGeom>
              <a:avLst/>
              <a:pathLst>
                <a:path w="11981298" h="7658099">
                  <a:moveTo>
                    <a:pt x="11981298" y="0"/>
                  </a:moveTo>
                  <a:lnTo>
                    <a:pt x="10509911" y="0"/>
                  </a:lnTo>
                  <a:lnTo>
                    <a:pt x="10509196" y="109"/>
                  </a:lnTo>
                  <a:lnTo>
                    <a:pt x="10504455" y="888"/>
                  </a:lnTo>
                  <a:lnTo>
                    <a:pt x="10492355" y="3037"/>
                  </a:lnTo>
                  <a:lnTo>
                    <a:pt x="10470351" y="7277"/>
                  </a:lnTo>
                  <a:lnTo>
                    <a:pt x="10436799" y="14308"/>
                  </a:lnTo>
                  <a:lnTo>
                    <a:pt x="10391062" y="24759"/>
                  </a:lnTo>
                  <a:lnTo>
                    <a:pt x="10333530" y="39143"/>
                  </a:lnTo>
                  <a:lnTo>
                    <a:pt x="10265522" y="57821"/>
                  </a:lnTo>
                  <a:lnTo>
                    <a:pt x="10189070" y="80995"/>
                  </a:lnTo>
                  <a:lnTo>
                    <a:pt x="10106622" y="108730"/>
                  </a:lnTo>
                  <a:lnTo>
                    <a:pt x="10020733" y="140990"/>
                  </a:lnTo>
                  <a:lnTo>
                    <a:pt x="9933801" y="177692"/>
                  </a:lnTo>
                  <a:lnTo>
                    <a:pt x="9847876" y="218756"/>
                  </a:lnTo>
                  <a:lnTo>
                    <a:pt x="9764564" y="264153"/>
                  </a:lnTo>
                  <a:lnTo>
                    <a:pt x="9685006" y="313932"/>
                  </a:lnTo>
                  <a:lnTo>
                    <a:pt x="9609913" y="368250"/>
                  </a:lnTo>
                  <a:lnTo>
                    <a:pt x="9539631" y="427376"/>
                  </a:lnTo>
                  <a:lnTo>
                    <a:pt x="9474217" y="491699"/>
                  </a:lnTo>
                  <a:lnTo>
                    <a:pt x="9413512" y="561722"/>
                  </a:lnTo>
                  <a:lnTo>
                    <a:pt x="9357210" y="638055"/>
                  </a:lnTo>
                  <a:lnTo>
                    <a:pt x="9304906" y="721397"/>
                  </a:lnTo>
                  <a:lnTo>
                    <a:pt x="9256138" y="812516"/>
                  </a:lnTo>
                  <a:lnTo>
                    <a:pt x="9210421" y="912197"/>
                  </a:lnTo>
                  <a:lnTo>
                    <a:pt x="9167268" y="1021184"/>
                  </a:lnTo>
                  <a:lnTo>
                    <a:pt x="9126212" y="1140077"/>
                  </a:lnTo>
                  <a:lnTo>
                    <a:pt x="9086828" y="1269176"/>
                  </a:lnTo>
                  <a:lnTo>
                    <a:pt x="9084767" y="1276349"/>
                  </a:lnTo>
                  <a:lnTo>
                    <a:pt x="9060634" y="1363426"/>
                  </a:lnTo>
                  <a:lnTo>
                    <a:pt x="9036931" y="1454596"/>
                  </a:lnTo>
                  <a:lnTo>
                    <a:pt x="9013581" y="1549936"/>
                  </a:lnTo>
                  <a:lnTo>
                    <a:pt x="8990519" y="1649495"/>
                  </a:lnTo>
                  <a:lnTo>
                    <a:pt x="8967688" y="1753296"/>
                  </a:lnTo>
                  <a:lnTo>
                    <a:pt x="8945038" y="1861333"/>
                  </a:lnTo>
                  <a:lnTo>
                    <a:pt x="8922526" y="1973568"/>
                  </a:lnTo>
                  <a:lnTo>
                    <a:pt x="8900116" y="2089931"/>
                  </a:lnTo>
                  <a:lnTo>
                    <a:pt x="8877776" y="2210317"/>
                  </a:lnTo>
                  <a:lnTo>
                    <a:pt x="8855481" y="2334585"/>
                  </a:lnTo>
                  <a:lnTo>
                    <a:pt x="8833209" y="2462559"/>
                  </a:lnTo>
                  <a:lnTo>
                    <a:pt x="8810945" y="2594028"/>
                  </a:lnTo>
                  <a:lnTo>
                    <a:pt x="8788676" y="2728743"/>
                  </a:lnTo>
                  <a:lnTo>
                    <a:pt x="8766393" y="2866424"/>
                  </a:lnTo>
                  <a:lnTo>
                    <a:pt x="8744090" y="3006756"/>
                  </a:lnTo>
                  <a:lnTo>
                    <a:pt x="8721766" y="3149397"/>
                  </a:lnTo>
                  <a:lnTo>
                    <a:pt x="8699420" y="3293976"/>
                  </a:lnTo>
                  <a:lnTo>
                    <a:pt x="8677055" y="3440100"/>
                  </a:lnTo>
                  <a:lnTo>
                    <a:pt x="8654675" y="3587359"/>
                  </a:lnTo>
                  <a:lnTo>
                    <a:pt x="8632285" y="3735328"/>
                  </a:lnTo>
                  <a:lnTo>
                    <a:pt x="8609891" y="3883573"/>
                  </a:lnTo>
                  <a:lnTo>
                    <a:pt x="8587499" y="4031657"/>
                  </a:lnTo>
                  <a:lnTo>
                    <a:pt x="8565116" y="4179146"/>
                  </a:lnTo>
                  <a:lnTo>
                    <a:pt x="8542746" y="4325611"/>
                  </a:lnTo>
                  <a:lnTo>
                    <a:pt x="8520395" y="4470637"/>
                  </a:lnTo>
                  <a:lnTo>
                    <a:pt x="8498065" y="4613828"/>
                  </a:lnTo>
                  <a:lnTo>
                    <a:pt x="8475757" y="4754805"/>
                  </a:lnTo>
                  <a:lnTo>
                    <a:pt x="8453469" y="4893219"/>
                  </a:lnTo>
                  <a:lnTo>
                    <a:pt x="8431197" y="5028747"/>
                  </a:lnTo>
                  <a:lnTo>
                    <a:pt x="8408932" y="5161100"/>
                  </a:lnTo>
                  <a:lnTo>
                    <a:pt x="8386664" y="5290021"/>
                  </a:lnTo>
                  <a:lnTo>
                    <a:pt x="8364377" y="5415288"/>
                  </a:lnTo>
                  <a:lnTo>
                    <a:pt x="8342051" y="5536715"/>
                  </a:lnTo>
                  <a:lnTo>
                    <a:pt x="8319663" y="5654154"/>
                  </a:lnTo>
                  <a:lnTo>
                    <a:pt x="8297181" y="5767489"/>
                  </a:lnTo>
                  <a:lnTo>
                    <a:pt x="8274572" y="5876641"/>
                  </a:lnTo>
                  <a:lnTo>
                    <a:pt x="8251793" y="5981564"/>
                  </a:lnTo>
                  <a:lnTo>
                    <a:pt x="8228797" y="6082244"/>
                  </a:lnTo>
                  <a:lnTo>
                    <a:pt x="8205530" y="6178696"/>
                  </a:lnTo>
                  <a:lnTo>
                    <a:pt x="8181926" y="6270963"/>
                  </a:lnTo>
                  <a:lnTo>
                    <a:pt x="8157915" y="6359113"/>
                  </a:lnTo>
                  <a:lnTo>
                    <a:pt x="8151487" y="6381749"/>
                  </a:lnTo>
                  <a:lnTo>
                    <a:pt x="8112181" y="6511392"/>
                  </a:lnTo>
                  <a:lnTo>
                    <a:pt x="8071224" y="6630825"/>
                  </a:lnTo>
                  <a:lnTo>
                    <a:pt x="8028195" y="6740328"/>
                  </a:lnTo>
                  <a:lnTo>
                    <a:pt x="7982627" y="6840487"/>
                  </a:lnTo>
                  <a:lnTo>
                    <a:pt x="7934034" y="6932043"/>
                  </a:lnTo>
                  <a:lnTo>
                    <a:pt x="7881931" y="7015781"/>
                  </a:lnTo>
                  <a:lnTo>
                    <a:pt x="7825853" y="7092469"/>
                  </a:lnTo>
                  <a:lnTo>
                    <a:pt x="7765392" y="7162812"/>
                  </a:lnTo>
                  <a:lnTo>
                    <a:pt x="7700234" y="7227425"/>
                  </a:lnTo>
                  <a:lnTo>
                    <a:pt x="7630213" y="7286818"/>
                  </a:lnTo>
                  <a:lnTo>
                    <a:pt x="7555371" y="7341385"/>
                  </a:lnTo>
                  <a:lnTo>
                    <a:pt x="7476037" y="7391402"/>
                  </a:lnTo>
                  <a:lnTo>
                    <a:pt x="7392901" y="7437029"/>
                  </a:lnTo>
                  <a:lnTo>
                    <a:pt x="7307079" y="7478325"/>
                  </a:lnTo>
                  <a:lnTo>
                    <a:pt x="7220152" y="7515261"/>
                  </a:lnTo>
                  <a:lnTo>
                    <a:pt x="7134150" y="7547761"/>
                  </a:lnTo>
                  <a:lnTo>
                    <a:pt x="7051454" y="7575739"/>
                  </a:lnTo>
                  <a:lnTo>
                    <a:pt x="6974618" y="7599156"/>
                  </a:lnTo>
                  <a:lnTo>
                    <a:pt x="6906103" y="7618070"/>
                  </a:lnTo>
                  <a:lnTo>
                    <a:pt x="6847971" y="7632675"/>
                  </a:lnTo>
                  <a:lnTo>
                    <a:pt x="6801586" y="7643325"/>
                  </a:lnTo>
                  <a:lnTo>
                    <a:pt x="6767391" y="7650523"/>
                  </a:lnTo>
                  <a:lnTo>
                    <a:pt x="6744803" y="7654894"/>
                  </a:lnTo>
                  <a:lnTo>
                    <a:pt x="6732231" y="7657137"/>
                  </a:lnTo>
                  <a:lnTo>
                    <a:pt x="6727176" y="7657971"/>
                  </a:lnTo>
                  <a:lnTo>
                    <a:pt x="6726343" y="7658099"/>
                  </a:lnTo>
                  <a:lnTo>
                    <a:pt x="6726343" y="7658099"/>
                  </a:lnTo>
                  <a:lnTo>
                    <a:pt x="5254955" y="7658099"/>
                  </a:lnTo>
                  <a:lnTo>
                    <a:pt x="5254029" y="7658019"/>
                  </a:lnTo>
                  <a:lnTo>
                    <a:pt x="5247913" y="7657453"/>
                  </a:lnTo>
                  <a:lnTo>
                    <a:pt x="5232405" y="7655888"/>
                  </a:lnTo>
                  <a:lnTo>
                    <a:pt x="5204451" y="7652804"/>
                  </a:lnTo>
                  <a:lnTo>
                    <a:pt x="5162324" y="7647706"/>
                  </a:lnTo>
                  <a:lnTo>
                    <a:pt x="5105751" y="7640169"/>
                  </a:lnTo>
                  <a:lnTo>
                    <a:pt x="5035876" y="7629876"/>
                  </a:lnTo>
                  <a:lnTo>
                    <a:pt x="4955002" y="7616634"/>
                  </a:lnTo>
                  <a:lnTo>
                    <a:pt x="4866183" y="7600367"/>
                  </a:lnTo>
                  <a:lnTo>
                    <a:pt x="4772740" y="7581088"/>
                  </a:lnTo>
                  <a:lnTo>
                    <a:pt x="4677830" y="7558853"/>
                  </a:lnTo>
                  <a:lnTo>
                    <a:pt x="4584138" y="7533720"/>
                  </a:lnTo>
                  <a:lnTo>
                    <a:pt x="4493719" y="7505708"/>
                  </a:lnTo>
                  <a:lnTo>
                    <a:pt x="4407973" y="7474769"/>
                  </a:lnTo>
                  <a:lnTo>
                    <a:pt x="4327704" y="7440770"/>
                  </a:lnTo>
                  <a:lnTo>
                    <a:pt x="4253228" y="7403487"/>
                  </a:lnTo>
                  <a:lnTo>
                    <a:pt x="4184490" y="7362602"/>
                  </a:lnTo>
                  <a:lnTo>
                    <a:pt x="4121177" y="7317710"/>
                  </a:lnTo>
                  <a:lnTo>
                    <a:pt x="4062805" y="7268326"/>
                  </a:lnTo>
                  <a:lnTo>
                    <a:pt x="4008794" y="7213908"/>
                  </a:lnTo>
                  <a:lnTo>
                    <a:pt x="3958513" y="7153885"/>
                  </a:lnTo>
                  <a:lnTo>
                    <a:pt x="3911330" y="7087714"/>
                  </a:lnTo>
                  <a:lnTo>
                    <a:pt x="3866635" y="7014958"/>
                  </a:lnTo>
                  <a:lnTo>
                    <a:pt x="3829811" y="6947048"/>
                  </a:lnTo>
                  <a:lnTo>
                    <a:pt x="3798128" y="6882700"/>
                  </a:lnTo>
                  <a:lnTo>
                    <a:pt x="3767146" y="6814373"/>
                  </a:lnTo>
                  <a:lnTo>
                    <a:pt x="3736705" y="6741986"/>
                  </a:lnTo>
                  <a:lnTo>
                    <a:pt x="3706669" y="6665505"/>
                  </a:lnTo>
                  <a:lnTo>
                    <a:pt x="3676927" y="6584941"/>
                  </a:lnTo>
                  <a:lnTo>
                    <a:pt x="3647387" y="6500359"/>
                  </a:lnTo>
                  <a:lnTo>
                    <a:pt x="3617975" y="6411882"/>
                  </a:lnTo>
                  <a:lnTo>
                    <a:pt x="3588632" y="6319692"/>
                  </a:lnTo>
                  <a:lnTo>
                    <a:pt x="3559314" y="6224028"/>
                  </a:lnTo>
                  <a:lnTo>
                    <a:pt x="3529991" y="6125193"/>
                  </a:lnTo>
                  <a:lnTo>
                    <a:pt x="3500642" y="6023544"/>
                  </a:lnTo>
                  <a:lnTo>
                    <a:pt x="3471257" y="5919493"/>
                  </a:lnTo>
                  <a:lnTo>
                    <a:pt x="3441834" y="5813498"/>
                  </a:lnTo>
                  <a:lnTo>
                    <a:pt x="3412380" y="5706057"/>
                  </a:lnTo>
                  <a:lnTo>
                    <a:pt x="3382902" y="5597697"/>
                  </a:lnTo>
                  <a:lnTo>
                    <a:pt x="3353415" y="5488967"/>
                  </a:lnTo>
                  <a:lnTo>
                    <a:pt x="3323933" y="5380420"/>
                  </a:lnTo>
                  <a:lnTo>
                    <a:pt x="3294469" y="5272608"/>
                  </a:lnTo>
                  <a:lnTo>
                    <a:pt x="3265035" y="5166066"/>
                  </a:lnTo>
                  <a:lnTo>
                    <a:pt x="3235638" y="5061304"/>
                  </a:lnTo>
                  <a:lnTo>
                    <a:pt x="3206277" y="4958794"/>
                  </a:lnTo>
                  <a:lnTo>
                    <a:pt x="3176947" y="4858964"/>
                  </a:lnTo>
                  <a:lnTo>
                    <a:pt x="3147630" y="4762191"/>
                  </a:lnTo>
                  <a:lnTo>
                    <a:pt x="3118300" y="4668795"/>
                  </a:lnTo>
                  <a:lnTo>
                    <a:pt x="3088916" y="4579039"/>
                  </a:lnTo>
                  <a:lnTo>
                    <a:pt x="3059427" y="4493123"/>
                  </a:lnTo>
                  <a:lnTo>
                    <a:pt x="3029763" y="4411189"/>
                  </a:lnTo>
                  <a:lnTo>
                    <a:pt x="2999838" y="4333322"/>
                  </a:lnTo>
                  <a:lnTo>
                    <a:pt x="2969548" y="4259552"/>
                  </a:lnTo>
                  <a:lnTo>
                    <a:pt x="2938765" y="4189859"/>
                  </a:lnTo>
                  <a:lnTo>
                    <a:pt x="2907340" y="4124176"/>
                  </a:lnTo>
                  <a:lnTo>
                    <a:pt x="2896531" y="4102845"/>
                  </a:lnTo>
                  <a:lnTo>
                    <a:pt x="2853534" y="4024265"/>
                  </a:lnTo>
                  <a:lnTo>
                    <a:pt x="2808523" y="3952457"/>
                  </a:lnTo>
                  <a:lnTo>
                    <a:pt x="2760940" y="3887182"/>
                  </a:lnTo>
                  <a:lnTo>
                    <a:pt x="2710172" y="3827984"/>
                  </a:lnTo>
                  <a:lnTo>
                    <a:pt x="2655583" y="3774310"/>
                  </a:lnTo>
                  <a:lnTo>
                    <a:pt x="2596549" y="3725592"/>
                  </a:lnTo>
                  <a:lnTo>
                    <a:pt x="2532497" y="3681292"/>
                  </a:lnTo>
                  <a:lnTo>
                    <a:pt x="2462964" y="3640938"/>
                  </a:lnTo>
                  <a:lnTo>
                    <a:pt x="2387666" y="3604135"/>
                  </a:lnTo>
                  <a:lnTo>
                    <a:pt x="2306595" y="3570579"/>
                  </a:lnTo>
                  <a:lnTo>
                    <a:pt x="2220129" y="3540059"/>
                  </a:lnTo>
                  <a:lnTo>
                    <a:pt x="2129149" y="3512454"/>
                  </a:lnTo>
                  <a:lnTo>
                    <a:pt x="2035145" y="3487727"/>
                  </a:lnTo>
                  <a:lnTo>
                    <a:pt x="1940266" y="3465905"/>
                  </a:lnTo>
                  <a:lnTo>
                    <a:pt x="1847277" y="3447048"/>
                  </a:lnTo>
                  <a:lnTo>
                    <a:pt x="1759379" y="3431208"/>
                  </a:lnTo>
                  <a:lnTo>
                    <a:pt x="1679883" y="3418389"/>
                  </a:lnTo>
                  <a:lnTo>
                    <a:pt x="1611766" y="3408500"/>
                  </a:lnTo>
                  <a:lnTo>
                    <a:pt x="1557193" y="3401329"/>
                  </a:lnTo>
                  <a:lnTo>
                    <a:pt x="1517115" y="3396542"/>
                  </a:lnTo>
                  <a:lnTo>
                    <a:pt x="1491053" y="3393704"/>
                  </a:lnTo>
                  <a:lnTo>
                    <a:pt x="1477083" y="3392311"/>
                  </a:lnTo>
                  <a:lnTo>
                    <a:pt x="1471978" y="3391844"/>
                  </a:lnTo>
                  <a:lnTo>
                    <a:pt x="1471387" y="3391794"/>
                  </a:lnTo>
                  <a:lnTo>
                    <a:pt x="0" y="339179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9" name="pg59"/>
            <p:cNvSpPr/>
            <p:nvPr/>
          </p:nvSpPr>
          <p:spPr>
            <a:xfrm>
              <a:off x="4799595" y="3941799"/>
              <a:ext cx="11981298" cy="7159546"/>
            </a:xfrm>
            <a:custGeom>
              <a:avLst/>
              <a:pathLst>
                <a:path w="11981298" h="7159546">
                  <a:moveTo>
                    <a:pt x="0" y="2885068"/>
                  </a:moveTo>
                  <a:lnTo>
                    <a:pt x="1471387" y="2885068"/>
                  </a:lnTo>
                  <a:lnTo>
                    <a:pt x="1472313" y="2885148"/>
                  </a:lnTo>
                  <a:lnTo>
                    <a:pt x="1478425" y="2885715"/>
                  </a:lnTo>
                  <a:lnTo>
                    <a:pt x="1493926" y="2887282"/>
                  </a:lnTo>
                  <a:lnTo>
                    <a:pt x="1521866" y="2890370"/>
                  </a:lnTo>
                  <a:lnTo>
                    <a:pt x="1563973" y="2895475"/>
                  </a:lnTo>
                  <a:lnTo>
                    <a:pt x="1620521" y="2903022"/>
                  </a:lnTo>
                  <a:lnTo>
                    <a:pt x="1690369" y="2913329"/>
                  </a:lnTo>
                  <a:lnTo>
                    <a:pt x="1771216" y="2926590"/>
                  </a:lnTo>
                  <a:lnTo>
                    <a:pt x="1860008" y="2942881"/>
                  </a:lnTo>
                  <a:lnTo>
                    <a:pt x="1953429" y="2962188"/>
                  </a:lnTo>
                  <a:lnTo>
                    <a:pt x="2048321" y="2984456"/>
                  </a:lnTo>
                  <a:lnTo>
                    <a:pt x="2142001" y="3009626"/>
                  </a:lnTo>
                  <a:lnTo>
                    <a:pt x="2232413" y="3037680"/>
                  </a:lnTo>
                  <a:lnTo>
                    <a:pt x="2318156" y="3068666"/>
                  </a:lnTo>
                  <a:lnTo>
                    <a:pt x="2398426" y="3102715"/>
                  </a:lnTo>
                  <a:lnTo>
                    <a:pt x="2472905" y="3140053"/>
                  </a:lnTo>
                  <a:lnTo>
                    <a:pt x="2541647" y="3180997"/>
                  </a:lnTo>
                  <a:lnTo>
                    <a:pt x="2604965" y="3225954"/>
                  </a:lnTo>
                  <a:lnTo>
                    <a:pt x="2663342" y="3275407"/>
                  </a:lnTo>
                  <a:lnTo>
                    <a:pt x="2717358" y="3329900"/>
                  </a:lnTo>
                  <a:lnTo>
                    <a:pt x="2767642" y="3390005"/>
                  </a:lnTo>
                  <a:lnTo>
                    <a:pt x="2814828" y="3456266"/>
                  </a:lnTo>
                  <a:lnTo>
                    <a:pt x="2859524" y="3529120"/>
                  </a:lnTo>
                  <a:lnTo>
                    <a:pt x="2896531" y="3597481"/>
                  </a:lnTo>
                  <a:lnTo>
                    <a:pt x="2928187" y="3661895"/>
                  </a:lnTo>
                  <a:lnTo>
                    <a:pt x="2959143" y="3730289"/>
                  </a:lnTo>
                  <a:lnTo>
                    <a:pt x="2989559" y="3802742"/>
                  </a:lnTo>
                  <a:lnTo>
                    <a:pt x="3019570" y="3879292"/>
                  </a:lnTo>
                  <a:lnTo>
                    <a:pt x="3049287" y="3959925"/>
                  </a:lnTo>
                  <a:lnTo>
                    <a:pt x="3078802" y="4044576"/>
                  </a:lnTo>
                  <a:lnTo>
                    <a:pt x="3108190" y="4133125"/>
                  </a:lnTo>
                  <a:lnTo>
                    <a:pt x="3137508" y="4225389"/>
                  </a:lnTo>
                  <a:lnTo>
                    <a:pt x="3166800" y="4321128"/>
                  </a:lnTo>
                  <a:lnTo>
                    <a:pt x="3196098" y="4420043"/>
                  </a:lnTo>
                  <a:lnTo>
                    <a:pt x="3225421" y="4521775"/>
                  </a:lnTo>
                  <a:lnTo>
                    <a:pt x="3254781" y="4625913"/>
                  </a:lnTo>
                  <a:lnTo>
                    <a:pt x="3284177" y="4732001"/>
                  </a:lnTo>
                  <a:lnTo>
                    <a:pt x="3313606" y="4839542"/>
                  </a:lnTo>
                  <a:lnTo>
                    <a:pt x="3343058" y="4948007"/>
                  </a:lnTo>
                  <a:lnTo>
                    <a:pt x="3372519" y="5056850"/>
                  </a:lnTo>
                  <a:lnTo>
                    <a:pt x="3401976" y="5165517"/>
                  </a:lnTo>
                  <a:lnTo>
                    <a:pt x="3431415" y="5273458"/>
                  </a:lnTo>
                  <a:lnTo>
                    <a:pt x="3460824" y="5380136"/>
                  </a:lnTo>
                  <a:lnTo>
                    <a:pt x="3490197" y="5485042"/>
                  </a:lnTo>
                  <a:lnTo>
                    <a:pt x="3519533" y="5587704"/>
                  </a:lnTo>
                  <a:lnTo>
                    <a:pt x="3548838" y="5687692"/>
                  </a:lnTo>
                  <a:lnTo>
                    <a:pt x="3578130" y="5784630"/>
                  </a:lnTo>
                  <a:lnTo>
                    <a:pt x="3607434" y="5878195"/>
                  </a:lnTo>
                  <a:lnTo>
                    <a:pt x="3636790" y="5968125"/>
                  </a:lnTo>
                  <a:lnTo>
                    <a:pt x="3666251" y="6054218"/>
                  </a:lnTo>
                  <a:lnTo>
                    <a:pt x="3695885" y="6136330"/>
                  </a:lnTo>
                  <a:lnTo>
                    <a:pt x="3725777" y="6214376"/>
                  </a:lnTo>
                  <a:lnTo>
                    <a:pt x="3756030" y="6288324"/>
                  </a:lnTo>
                  <a:lnTo>
                    <a:pt x="3786772" y="6358194"/>
                  </a:lnTo>
                  <a:lnTo>
                    <a:pt x="3818151" y="6424050"/>
                  </a:lnTo>
                  <a:lnTo>
                    <a:pt x="3829811" y="6447133"/>
                  </a:lnTo>
                  <a:lnTo>
                    <a:pt x="3872801" y="6525850"/>
                  </a:lnTo>
                  <a:lnTo>
                    <a:pt x="3917802" y="6597784"/>
                  </a:lnTo>
                  <a:lnTo>
                    <a:pt x="3965375" y="6663175"/>
                  </a:lnTo>
                  <a:lnTo>
                    <a:pt x="4016131" y="6722479"/>
                  </a:lnTo>
                  <a:lnTo>
                    <a:pt x="4070707" y="6776250"/>
                  </a:lnTo>
                  <a:lnTo>
                    <a:pt x="4129726" y="6825057"/>
                  </a:lnTo>
                  <a:lnTo>
                    <a:pt x="4193760" y="6869439"/>
                  </a:lnTo>
                  <a:lnTo>
                    <a:pt x="4263273" y="6909868"/>
                  </a:lnTo>
                  <a:lnTo>
                    <a:pt x="4338547" y="6946740"/>
                  </a:lnTo>
                  <a:lnTo>
                    <a:pt x="4419593" y="6980359"/>
                  </a:lnTo>
                  <a:lnTo>
                    <a:pt x="4506034" y="7010939"/>
                  </a:lnTo>
                  <a:lnTo>
                    <a:pt x="4596989" y="7038597"/>
                  </a:lnTo>
                  <a:lnTo>
                    <a:pt x="4690971" y="7063373"/>
                  </a:lnTo>
                  <a:lnTo>
                    <a:pt x="4785834" y="7085240"/>
                  </a:lnTo>
                  <a:lnTo>
                    <a:pt x="4878815" y="7104138"/>
                  </a:lnTo>
                  <a:lnTo>
                    <a:pt x="4966717" y="7120014"/>
                  </a:lnTo>
                  <a:lnTo>
                    <a:pt x="5046228" y="7132864"/>
                  </a:lnTo>
                  <a:lnTo>
                    <a:pt x="5114373" y="7142780"/>
                  </a:lnTo>
                  <a:lnTo>
                    <a:pt x="5168984" y="7149972"/>
                  </a:lnTo>
                  <a:lnTo>
                    <a:pt x="5209106" y="7154775"/>
                  </a:lnTo>
                  <a:lnTo>
                    <a:pt x="5235213" y="7157625"/>
                  </a:lnTo>
                  <a:lnTo>
                    <a:pt x="5249223" y="7159024"/>
                  </a:lnTo>
                  <a:lnTo>
                    <a:pt x="5254355" y="7159495"/>
                  </a:lnTo>
                  <a:lnTo>
                    <a:pt x="5254955" y="7159546"/>
                  </a:lnTo>
                  <a:lnTo>
                    <a:pt x="6726343" y="7159546"/>
                  </a:lnTo>
                  <a:lnTo>
                    <a:pt x="6727089" y="7159439"/>
                  </a:lnTo>
                  <a:lnTo>
                    <a:pt x="6732037" y="7158682"/>
                  </a:lnTo>
                  <a:lnTo>
                    <a:pt x="6744654" y="7156589"/>
                  </a:lnTo>
                  <a:lnTo>
                    <a:pt x="6767565" y="7152463"/>
                  </a:lnTo>
                  <a:lnTo>
                    <a:pt x="6802437" y="7145623"/>
                  </a:lnTo>
                  <a:lnTo>
                    <a:pt x="6849862" y="7135464"/>
                  </a:lnTo>
                  <a:lnTo>
                    <a:pt x="6909349" y="7121498"/>
                  </a:lnTo>
                  <a:lnTo>
                    <a:pt x="6979435" y="7103390"/>
                  </a:lnTo>
                  <a:lnTo>
                    <a:pt x="7057934" y="7080958"/>
                  </a:lnTo>
                  <a:lnTo>
                    <a:pt x="7142256" y="7054156"/>
                  </a:lnTo>
                  <a:lnTo>
                    <a:pt x="7229738" y="7023026"/>
                  </a:lnTo>
                  <a:lnTo>
                    <a:pt x="7317922" y="6987652"/>
                  </a:lnTo>
                  <a:lnTo>
                    <a:pt x="7404740" y="6948107"/>
                  </a:lnTo>
                  <a:lnTo>
                    <a:pt x="7488603" y="6904406"/>
                  </a:lnTo>
                  <a:lnTo>
                    <a:pt x="7568413" y="6856481"/>
                  </a:lnTo>
                  <a:lnTo>
                    <a:pt x="7643516" y="6804158"/>
                  </a:lnTo>
                  <a:lnTo>
                    <a:pt x="7713627" y="6747147"/>
                  </a:lnTo>
                  <a:lnTo>
                    <a:pt x="7778747" y="6685043"/>
                  </a:lnTo>
                  <a:lnTo>
                    <a:pt x="7839090" y="6617328"/>
                  </a:lnTo>
                  <a:lnTo>
                    <a:pt x="7895007" y="6543383"/>
                  </a:lnTo>
                  <a:lnTo>
                    <a:pt x="7946944" y="6462505"/>
                  </a:lnTo>
                  <a:lnTo>
                    <a:pt x="7995393" y="6373938"/>
                  </a:lnTo>
                  <a:lnTo>
                    <a:pt x="8040866" y="6276921"/>
                  </a:lnTo>
                  <a:lnTo>
                    <a:pt x="8083865" y="6170766"/>
                  </a:lnTo>
                  <a:lnTo>
                    <a:pt x="8124867" y="6054973"/>
                  </a:lnTo>
                  <a:lnTo>
                    <a:pt x="8151487" y="5971737"/>
                  </a:lnTo>
                  <a:lnTo>
                    <a:pt x="8176463" y="5887771"/>
                  </a:lnTo>
                  <a:lnTo>
                    <a:pt x="8200982" y="5799718"/>
                  </a:lnTo>
                  <a:lnTo>
                    <a:pt x="8225128" y="5707502"/>
                  </a:lnTo>
                  <a:lnTo>
                    <a:pt x="8248972" y="5611073"/>
                  </a:lnTo>
                  <a:lnTo>
                    <a:pt x="8272576" y="5510412"/>
                  </a:lnTo>
                  <a:lnTo>
                    <a:pt x="8295995" y="5405530"/>
                  </a:lnTo>
                  <a:lnTo>
                    <a:pt x="8319274" y="5296473"/>
                  </a:lnTo>
                  <a:lnTo>
                    <a:pt x="8342454" y="5183321"/>
                  </a:lnTo>
                  <a:lnTo>
                    <a:pt x="8365566" y="5066193"/>
                  </a:lnTo>
                  <a:lnTo>
                    <a:pt x="8388638" y="4945244"/>
                  </a:lnTo>
                  <a:lnTo>
                    <a:pt x="8411691" y="4820669"/>
                  </a:lnTo>
                  <a:lnTo>
                    <a:pt x="8434743" y="4692700"/>
                  </a:lnTo>
                  <a:lnTo>
                    <a:pt x="8457804" y="4561608"/>
                  </a:lnTo>
                  <a:lnTo>
                    <a:pt x="8480883" y="4427698"/>
                  </a:lnTo>
                  <a:lnTo>
                    <a:pt x="8503984" y="4291308"/>
                  </a:lnTo>
                  <a:lnTo>
                    <a:pt x="8527109" y="4152809"/>
                  </a:lnTo>
                  <a:lnTo>
                    <a:pt x="8550256" y="4012595"/>
                  </a:lnTo>
                  <a:lnTo>
                    <a:pt x="8573421" y="3871084"/>
                  </a:lnTo>
                  <a:lnTo>
                    <a:pt x="8596598" y="3728709"/>
                  </a:lnTo>
                  <a:lnTo>
                    <a:pt x="8619783" y="3585916"/>
                  </a:lnTo>
                  <a:lnTo>
                    <a:pt x="8642966" y="3443155"/>
                  </a:lnTo>
                  <a:lnTo>
                    <a:pt x="8666143" y="3300876"/>
                  </a:lnTo>
                  <a:lnTo>
                    <a:pt x="8689305" y="3159524"/>
                  </a:lnTo>
                  <a:lnTo>
                    <a:pt x="8712449" y="3019530"/>
                  </a:lnTo>
                  <a:lnTo>
                    <a:pt x="8735570" y="2881308"/>
                  </a:lnTo>
                  <a:lnTo>
                    <a:pt x="8758669" y="2745251"/>
                  </a:lnTo>
                  <a:lnTo>
                    <a:pt x="8781745" y="2611723"/>
                  </a:lnTo>
                  <a:lnTo>
                    <a:pt x="8804804" y="2481059"/>
                  </a:lnTo>
                  <a:lnTo>
                    <a:pt x="8827855" y="2353560"/>
                  </a:lnTo>
                  <a:lnTo>
                    <a:pt x="8850909" y="2229489"/>
                  </a:lnTo>
                  <a:lnTo>
                    <a:pt x="8873986" y="2109075"/>
                  </a:lnTo>
                  <a:lnTo>
                    <a:pt x="8897106" y="1992506"/>
                  </a:lnTo>
                  <a:lnTo>
                    <a:pt x="8920297" y="1879933"/>
                  </a:lnTo>
                  <a:lnTo>
                    <a:pt x="8943594" y="1771468"/>
                  </a:lnTo>
                  <a:lnTo>
                    <a:pt x="8967036" y="1667187"/>
                  </a:lnTo>
                  <a:lnTo>
                    <a:pt x="8990671" y="1567131"/>
                  </a:lnTo>
                  <a:lnTo>
                    <a:pt x="9014554" y="1471306"/>
                  </a:lnTo>
                  <a:lnTo>
                    <a:pt x="9038749" y="1379688"/>
                  </a:lnTo>
                  <a:lnTo>
                    <a:pt x="9063328" y="1292224"/>
                  </a:lnTo>
                  <a:lnTo>
                    <a:pt x="9084767" y="1220501"/>
                  </a:lnTo>
                  <a:lnTo>
                    <a:pt x="9124669" y="1098128"/>
                  </a:lnTo>
                  <a:lnTo>
                    <a:pt x="9166277" y="985539"/>
                  </a:lnTo>
                  <a:lnTo>
                    <a:pt x="9210035" y="882455"/>
                  </a:lnTo>
                  <a:lnTo>
                    <a:pt x="9256429" y="788296"/>
                  </a:lnTo>
                  <a:lnTo>
                    <a:pt x="9305969" y="702341"/>
                  </a:lnTo>
                  <a:lnTo>
                    <a:pt x="9359161" y="623823"/>
                  </a:lnTo>
                  <a:lnTo>
                    <a:pt x="9416488" y="552000"/>
                  </a:lnTo>
                  <a:lnTo>
                    <a:pt x="9478367" y="486192"/>
                  </a:lnTo>
                  <a:lnTo>
                    <a:pt x="9545113" y="425814"/>
                  </a:lnTo>
                  <a:lnTo>
                    <a:pt x="9616876" y="370383"/>
                  </a:lnTo>
                  <a:lnTo>
                    <a:pt x="9693574" y="319531"/>
                  </a:lnTo>
                  <a:lnTo>
                    <a:pt x="9774809" y="273009"/>
                  </a:lnTo>
                  <a:lnTo>
                    <a:pt x="9859788" y="230677"/>
                  </a:lnTo>
                  <a:lnTo>
                    <a:pt x="9947254" y="192497"/>
                  </a:lnTo>
                  <a:lnTo>
                    <a:pt x="10035457" y="158509"/>
                  </a:lnTo>
                  <a:lnTo>
                    <a:pt x="10122187" y="128792"/>
                  </a:lnTo>
                  <a:lnTo>
                    <a:pt x="10204892" y="103425"/>
                  </a:lnTo>
                  <a:lnTo>
                    <a:pt x="10280898" y="82425"/>
                  </a:lnTo>
                  <a:lnTo>
                    <a:pt x="10347713" y="65706"/>
                  </a:lnTo>
                  <a:lnTo>
                    <a:pt x="10403354" y="53036"/>
                  </a:lnTo>
                  <a:lnTo>
                    <a:pt x="10446656" y="44028"/>
                  </a:lnTo>
                  <a:lnTo>
                    <a:pt x="10477477" y="38151"/>
                  </a:lnTo>
                  <a:lnTo>
                    <a:pt x="10496772" y="34770"/>
                  </a:lnTo>
                  <a:lnTo>
                    <a:pt x="10506535" y="33194"/>
                  </a:lnTo>
                  <a:lnTo>
                    <a:pt x="10509681" y="32724"/>
                  </a:lnTo>
                  <a:lnTo>
                    <a:pt x="10509911" y="32691"/>
                  </a:lnTo>
                  <a:lnTo>
                    <a:pt x="11981298" y="32691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9164" y="106"/>
                  </a:lnTo>
                  <a:lnTo>
                    <a:pt x="10504216" y="864"/>
                  </a:lnTo>
                  <a:lnTo>
                    <a:pt x="10491600" y="2956"/>
                  </a:lnTo>
                  <a:lnTo>
                    <a:pt x="10468688" y="7083"/>
                  </a:lnTo>
                  <a:lnTo>
                    <a:pt x="10433817" y="13923"/>
                  </a:lnTo>
                  <a:lnTo>
                    <a:pt x="10386391" y="24082"/>
                  </a:lnTo>
                  <a:lnTo>
                    <a:pt x="10326904" y="38047"/>
                  </a:lnTo>
                  <a:lnTo>
                    <a:pt x="10256818" y="56155"/>
                  </a:lnTo>
                  <a:lnTo>
                    <a:pt x="10178319" y="78587"/>
                  </a:lnTo>
                  <a:lnTo>
                    <a:pt x="10093998" y="105390"/>
                  </a:lnTo>
                  <a:lnTo>
                    <a:pt x="10006515" y="136520"/>
                  </a:lnTo>
                  <a:lnTo>
                    <a:pt x="9918331" y="171893"/>
                  </a:lnTo>
                  <a:lnTo>
                    <a:pt x="9831513" y="211439"/>
                  </a:lnTo>
                  <a:lnTo>
                    <a:pt x="9747650" y="255140"/>
                  </a:lnTo>
                  <a:lnTo>
                    <a:pt x="9667840" y="303064"/>
                  </a:lnTo>
                  <a:lnTo>
                    <a:pt x="9592737" y="355388"/>
                  </a:lnTo>
                  <a:lnTo>
                    <a:pt x="9522627" y="412398"/>
                  </a:lnTo>
                  <a:lnTo>
                    <a:pt x="9457506" y="474502"/>
                  </a:lnTo>
                  <a:lnTo>
                    <a:pt x="9397164" y="542217"/>
                  </a:lnTo>
                  <a:lnTo>
                    <a:pt x="9341246" y="616162"/>
                  </a:lnTo>
                  <a:lnTo>
                    <a:pt x="9289309" y="697041"/>
                  </a:lnTo>
                  <a:lnTo>
                    <a:pt x="9240860" y="785608"/>
                  </a:lnTo>
                  <a:lnTo>
                    <a:pt x="9195388" y="882624"/>
                  </a:lnTo>
                  <a:lnTo>
                    <a:pt x="9152388" y="988779"/>
                  </a:lnTo>
                  <a:lnTo>
                    <a:pt x="9111386" y="1104573"/>
                  </a:lnTo>
                  <a:lnTo>
                    <a:pt x="9084767" y="1187809"/>
                  </a:lnTo>
                  <a:lnTo>
                    <a:pt x="9059790" y="1271775"/>
                  </a:lnTo>
                  <a:lnTo>
                    <a:pt x="9035271" y="1359828"/>
                  </a:lnTo>
                  <a:lnTo>
                    <a:pt x="9011125" y="1452044"/>
                  </a:lnTo>
                  <a:lnTo>
                    <a:pt x="8987281" y="1548473"/>
                  </a:lnTo>
                  <a:lnTo>
                    <a:pt x="8963677" y="1649133"/>
                  </a:lnTo>
                  <a:lnTo>
                    <a:pt x="8940258" y="1754015"/>
                  </a:lnTo>
                  <a:lnTo>
                    <a:pt x="8916979" y="1863072"/>
                  </a:lnTo>
                  <a:lnTo>
                    <a:pt x="8893799" y="1976224"/>
                  </a:lnTo>
                  <a:lnTo>
                    <a:pt x="8870687" y="2093352"/>
                  </a:lnTo>
                  <a:lnTo>
                    <a:pt x="8847615" y="2214301"/>
                  </a:lnTo>
                  <a:lnTo>
                    <a:pt x="8824562" y="2338876"/>
                  </a:lnTo>
                  <a:lnTo>
                    <a:pt x="8801511" y="2466845"/>
                  </a:lnTo>
                  <a:lnTo>
                    <a:pt x="8778450" y="2597938"/>
                  </a:lnTo>
                  <a:lnTo>
                    <a:pt x="8755370" y="2731848"/>
                  </a:lnTo>
                  <a:lnTo>
                    <a:pt x="8732269" y="2868237"/>
                  </a:lnTo>
                  <a:lnTo>
                    <a:pt x="8709144" y="3006736"/>
                  </a:lnTo>
                  <a:lnTo>
                    <a:pt x="8685998" y="3146950"/>
                  </a:lnTo>
                  <a:lnTo>
                    <a:pt x="8662833" y="3288462"/>
                  </a:lnTo>
                  <a:lnTo>
                    <a:pt x="8639655" y="3430837"/>
                  </a:lnTo>
                  <a:lnTo>
                    <a:pt x="8616471" y="3573630"/>
                  </a:lnTo>
                  <a:lnTo>
                    <a:pt x="8593287" y="3716391"/>
                  </a:lnTo>
                  <a:lnTo>
                    <a:pt x="8570111" y="3858669"/>
                  </a:lnTo>
                  <a:lnTo>
                    <a:pt x="8546948" y="4000022"/>
                  </a:lnTo>
                  <a:lnTo>
                    <a:pt x="8523804" y="4140016"/>
                  </a:lnTo>
                  <a:lnTo>
                    <a:pt x="8500683" y="4278237"/>
                  </a:lnTo>
                  <a:lnTo>
                    <a:pt x="8477585" y="4414294"/>
                  </a:lnTo>
                  <a:lnTo>
                    <a:pt x="8454508" y="4547822"/>
                  </a:lnTo>
                  <a:lnTo>
                    <a:pt x="8431449" y="4678486"/>
                  </a:lnTo>
                  <a:lnTo>
                    <a:pt x="8408399" y="4805986"/>
                  </a:lnTo>
                  <a:lnTo>
                    <a:pt x="8385344" y="4930056"/>
                  </a:lnTo>
                  <a:lnTo>
                    <a:pt x="8362268" y="5050471"/>
                  </a:lnTo>
                  <a:lnTo>
                    <a:pt x="8339148" y="5167039"/>
                  </a:lnTo>
                  <a:lnTo>
                    <a:pt x="8315956" y="5279613"/>
                  </a:lnTo>
                  <a:lnTo>
                    <a:pt x="8292659" y="5388077"/>
                  </a:lnTo>
                  <a:lnTo>
                    <a:pt x="8269217" y="5492358"/>
                  </a:lnTo>
                  <a:lnTo>
                    <a:pt x="8245582" y="5592414"/>
                  </a:lnTo>
                  <a:lnTo>
                    <a:pt x="8221699" y="5688239"/>
                  </a:lnTo>
                  <a:lnTo>
                    <a:pt x="8197505" y="5779857"/>
                  </a:lnTo>
                  <a:lnTo>
                    <a:pt x="8172925" y="5867321"/>
                  </a:lnTo>
                  <a:lnTo>
                    <a:pt x="8151487" y="5939045"/>
                  </a:lnTo>
                  <a:lnTo>
                    <a:pt x="8111585" y="6061418"/>
                  </a:lnTo>
                  <a:lnTo>
                    <a:pt x="8069976" y="6174006"/>
                  </a:lnTo>
                  <a:lnTo>
                    <a:pt x="8026218" y="6277091"/>
                  </a:lnTo>
                  <a:lnTo>
                    <a:pt x="7979824" y="6371249"/>
                  </a:lnTo>
                  <a:lnTo>
                    <a:pt x="7930285" y="6457204"/>
                  </a:lnTo>
                  <a:lnTo>
                    <a:pt x="7877092" y="6535722"/>
                  </a:lnTo>
                  <a:lnTo>
                    <a:pt x="7819766" y="6607546"/>
                  </a:lnTo>
                  <a:lnTo>
                    <a:pt x="7757886" y="6673353"/>
                  </a:lnTo>
                  <a:lnTo>
                    <a:pt x="7691140" y="6733732"/>
                  </a:lnTo>
                  <a:lnTo>
                    <a:pt x="7619377" y="6789163"/>
                  </a:lnTo>
                  <a:lnTo>
                    <a:pt x="7542679" y="6840014"/>
                  </a:lnTo>
                  <a:lnTo>
                    <a:pt x="7461444" y="6886537"/>
                  </a:lnTo>
                  <a:lnTo>
                    <a:pt x="7376466" y="6928869"/>
                  </a:lnTo>
                  <a:lnTo>
                    <a:pt x="7288999" y="6967049"/>
                  </a:lnTo>
                  <a:lnTo>
                    <a:pt x="7200796" y="7001037"/>
                  </a:lnTo>
                  <a:lnTo>
                    <a:pt x="7114066" y="7030753"/>
                  </a:lnTo>
                  <a:lnTo>
                    <a:pt x="7031362" y="7056121"/>
                  </a:lnTo>
                  <a:lnTo>
                    <a:pt x="6955355" y="7077121"/>
                  </a:lnTo>
                  <a:lnTo>
                    <a:pt x="6888540" y="7093840"/>
                  </a:lnTo>
                  <a:lnTo>
                    <a:pt x="6832899" y="7106510"/>
                  </a:lnTo>
                  <a:lnTo>
                    <a:pt x="6789598" y="7115518"/>
                  </a:lnTo>
                  <a:lnTo>
                    <a:pt x="6758776" y="7121394"/>
                  </a:lnTo>
                  <a:lnTo>
                    <a:pt x="6739481" y="7124775"/>
                  </a:lnTo>
                  <a:lnTo>
                    <a:pt x="6729718" y="7126352"/>
                  </a:lnTo>
                  <a:lnTo>
                    <a:pt x="6726572" y="7126822"/>
                  </a:lnTo>
                  <a:lnTo>
                    <a:pt x="6726343" y="7126854"/>
                  </a:lnTo>
                  <a:lnTo>
                    <a:pt x="5254955" y="7126854"/>
                  </a:lnTo>
                  <a:lnTo>
                    <a:pt x="5254029" y="7126774"/>
                  </a:lnTo>
                  <a:lnTo>
                    <a:pt x="5247917" y="7126207"/>
                  </a:lnTo>
                  <a:lnTo>
                    <a:pt x="5232416" y="7124640"/>
                  </a:lnTo>
                  <a:lnTo>
                    <a:pt x="5204476" y="7121552"/>
                  </a:lnTo>
                  <a:lnTo>
                    <a:pt x="5162369" y="7116447"/>
                  </a:lnTo>
                  <a:lnTo>
                    <a:pt x="5105821" y="7108900"/>
                  </a:lnTo>
                  <a:lnTo>
                    <a:pt x="5035973" y="7098593"/>
                  </a:lnTo>
                  <a:lnTo>
                    <a:pt x="4955127" y="7085332"/>
                  </a:lnTo>
                  <a:lnTo>
                    <a:pt x="4866334" y="7069041"/>
                  </a:lnTo>
                  <a:lnTo>
                    <a:pt x="4772914" y="7049734"/>
                  </a:lnTo>
                  <a:lnTo>
                    <a:pt x="4678021" y="7027466"/>
                  </a:lnTo>
                  <a:lnTo>
                    <a:pt x="4584341" y="7002296"/>
                  </a:lnTo>
                  <a:lnTo>
                    <a:pt x="4493929" y="6974242"/>
                  </a:lnTo>
                  <a:lnTo>
                    <a:pt x="4408186" y="6943256"/>
                  </a:lnTo>
                  <a:lnTo>
                    <a:pt x="4327917" y="6909207"/>
                  </a:lnTo>
                  <a:lnTo>
                    <a:pt x="4253437" y="6871869"/>
                  </a:lnTo>
                  <a:lnTo>
                    <a:pt x="4184695" y="6830925"/>
                  </a:lnTo>
                  <a:lnTo>
                    <a:pt x="4121377" y="6785968"/>
                  </a:lnTo>
                  <a:lnTo>
                    <a:pt x="4063000" y="6736515"/>
                  </a:lnTo>
                  <a:lnTo>
                    <a:pt x="4008984" y="6682022"/>
                  </a:lnTo>
                  <a:lnTo>
                    <a:pt x="3958700" y="6621917"/>
                  </a:lnTo>
                  <a:lnTo>
                    <a:pt x="3911514" y="6555656"/>
                  </a:lnTo>
                  <a:lnTo>
                    <a:pt x="3866819" y="6482802"/>
                  </a:lnTo>
                  <a:lnTo>
                    <a:pt x="3829811" y="6414441"/>
                  </a:lnTo>
                  <a:lnTo>
                    <a:pt x="3798155" y="6350027"/>
                  </a:lnTo>
                  <a:lnTo>
                    <a:pt x="3767199" y="6281633"/>
                  </a:lnTo>
                  <a:lnTo>
                    <a:pt x="3736783" y="6209180"/>
                  </a:lnTo>
                  <a:lnTo>
                    <a:pt x="3706773" y="6132630"/>
                  </a:lnTo>
                  <a:lnTo>
                    <a:pt x="3677055" y="6051997"/>
                  </a:lnTo>
                  <a:lnTo>
                    <a:pt x="3647540" y="5967346"/>
                  </a:lnTo>
                  <a:lnTo>
                    <a:pt x="3618153" y="5878797"/>
                  </a:lnTo>
                  <a:lnTo>
                    <a:pt x="3588835" y="5786533"/>
                  </a:lnTo>
                  <a:lnTo>
                    <a:pt x="3559542" y="5690794"/>
                  </a:lnTo>
                  <a:lnTo>
                    <a:pt x="3530244" y="5591879"/>
                  </a:lnTo>
                  <a:lnTo>
                    <a:pt x="3500921" y="5490147"/>
                  </a:lnTo>
                  <a:lnTo>
                    <a:pt x="3471561" y="5386009"/>
                  </a:lnTo>
                  <a:lnTo>
                    <a:pt x="3442165" y="5279920"/>
                  </a:lnTo>
                  <a:lnTo>
                    <a:pt x="3412736" y="5172380"/>
                  </a:lnTo>
                  <a:lnTo>
                    <a:pt x="3383284" y="5063915"/>
                  </a:lnTo>
                  <a:lnTo>
                    <a:pt x="3353823" y="4955072"/>
                  </a:lnTo>
                  <a:lnTo>
                    <a:pt x="3324366" y="4846405"/>
                  </a:lnTo>
                  <a:lnTo>
                    <a:pt x="3294927" y="4738464"/>
                  </a:lnTo>
                  <a:lnTo>
                    <a:pt x="3265518" y="4631786"/>
                  </a:lnTo>
                  <a:lnTo>
                    <a:pt x="3236145" y="4526880"/>
                  </a:lnTo>
                  <a:lnTo>
                    <a:pt x="3206809" y="4424218"/>
                  </a:lnTo>
                  <a:lnTo>
                    <a:pt x="3177504" y="4324230"/>
                  </a:lnTo>
                  <a:lnTo>
                    <a:pt x="3148212" y="4227292"/>
                  </a:lnTo>
                  <a:lnTo>
                    <a:pt x="3118908" y="4133727"/>
                  </a:lnTo>
                  <a:lnTo>
                    <a:pt x="3089552" y="4043797"/>
                  </a:lnTo>
                  <a:lnTo>
                    <a:pt x="3060091" y="3957704"/>
                  </a:lnTo>
                  <a:lnTo>
                    <a:pt x="3030457" y="3875592"/>
                  </a:lnTo>
                  <a:lnTo>
                    <a:pt x="3000565" y="3797546"/>
                  </a:lnTo>
                  <a:lnTo>
                    <a:pt x="2970312" y="3723598"/>
                  </a:lnTo>
                  <a:lnTo>
                    <a:pt x="2939570" y="3653728"/>
                  </a:lnTo>
                  <a:lnTo>
                    <a:pt x="2908191" y="3587872"/>
                  </a:lnTo>
                  <a:lnTo>
                    <a:pt x="2896531" y="3564789"/>
                  </a:lnTo>
                  <a:lnTo>
                    <a:pt x="2853542" y="3486072"/>
                  </a:lnTo>
                  <a:lnTo>
                    <a:pt x="2808540" y="3414138"/>
                  </a:lnTo>
                  <a:lnTo>
                    <a:pt x="2760967" y="3348747"/>
                  </a:lnTo>
                  <a:lnTo>
                    <a:pt x="2710211" y="3289443"/>
                  </a:lnTo>
                  <a:lnTo>
                    <a:pt x="2655635" y="3235672"/>
                  </a:lnTo>
                  <a:lnTo>
                    <a:pt x="2596616" y="3186864"/>
                  </a:lnTo>
                  <a:lnTo>
                    <a:pt x="2532582" y="3142483"/>
                  </a:lnTo>
                  <a:lnTo>
                    <a:pt x="2463070" y="3102054"/>
                  </a:lnTo>
                  <a:lnTo>
                    <a:pt x="2387795" y="3065182"/>
                  </a:lnTo>
                  <a:lnTo>
                    <a:pt x="2306749" y="3031563"/>
                  </a:lnTo>
                  <a:lnTo>
                    <a:pt x="2220308" y="3000983"/>
                  </a:lnTo>
                  <a:lnTo>
                    <a:pt x="2129353" y="2973325"/>
                  </a:lnTo>
                  <a:lnTo>
                    <a:pt x="2035371" y="2948549"/>
                  </a:lnTo>
                  <a:lnTo>
                    <a:pt x="1940508" y="2926682"/>
                  </a:lnTo>
                  <a:lnTo>
                    <a:pt x="1847527" y="2907783"/>
                  </a:lnTo>
                  <a:lnTo>
                    <a:pt x="1759625" y="2891908"/>
                  </a:lnTo>
                  <a:lnTo>
                    <a:pt x="1680114" y="2879058"/>
                  </a:lnTo>
                  <a:lnTo>
                    <a:pt x="1611969" y="2869142"/>
                  </a:lnTo>
                  <a:lnTo>
                    <a:pt x="1557358" y="2861950"/>
                  </a:lnTo>
                  <a:lnTo>
                    <a:pt x="1517236" y="2857147"/>
                  </a:lnTo>
                  <a:lnTo>
                    <a:pt x="1491129" y="2854297"/>
                  </a:lnTo>
                  <a:lnTo>
                    <a:pt x="1477119" y="2852898"/>
                  </a:lnTo>
                  <a:lnTo>
                    <a:pt x="1471987" y="2852427"/>
                  </a:lnTo>
                  <a:lnTo>
                    <a:pt x="1471387" y="2852376"/>
                  </a:lnTo>
                  <a:lnTo>
                    <a:pt x="0" y="2852376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60" name="pl60"/>
            <p:cNvSpPr/>
            <p:nvPr/>
          </p:nvSpPr>
          <p:spPr>
            <a:xfrm>
              <a:off x="4799595" y="3974491"/>
              <a:ext cx="11981298" cy="7126854"/>
            </a:xfrm>
            <a:custGeom>
              <a:avLst/>
              <a:pathLst>
                <a:path w="11981298" h="7126854">
                  <a:moveTo>
                    <a:pt x="0" y="2852376"/>
                  </a:moveTo>
                  <a:lnTo>
                    <a:pt x="1471387" y="2852376"/>
                  </a:lnTo>
                  <a:lnTo>
                    <a:pt x="1472313" y="2852456"/>
                  </a:lnTo>
                  <a:lnTo>
                    <a:pt x="1478425" y="2853023"/>
                  </a:lnTo>
                  <a:lnTo>
                    <a:pt x="1493926" y="2854590"/>
                  </a:lnTo>
                  <a:lnTo>
                    <a:pt x="1521866" y="2857678"/>
                  </a:lnTo>
                  <a:lnTo>
                    <a:pt x="1563973" y="2862783"/>
                  </a:lnTo>
                  <a:lnTo>
                    <a:pt x="1620521" y="2870330"/>
                  </a:lnTo>
                  <a:lnTo>
                    <a:pt x="1690369" y="2880637"/>
                  </a:lnTo>
                  <a:lnTo>
                    <a:pt x="1771216" y="2893898"/>
                  </a:lnTo>
                  <a:lnTo>
                    <a:pt x="1860008" y="2910189"/>
                  </a:lnTo>
                  <a:lnTo>
                    <a:pt x="1953429" y="2929496"/>
                  </a:lnTo>
                  <a:lnTo>
                    <a:pt x="2048321" y="2951764"/>
                  </a:lnTo>
                  <a:lnTo>
                    <a:pt x="2142001" y="2976934"/>
                  </a:lnTo>
                  <a:lnTo>
                    <a:pt x="2232413" y="3004988"/>
                  </a:lnTo>
                  <a:lnTo>
                    <a:pt x="2318156" y="3035974"/>
                  </a:lnTo>
                  <a:lnTo>
                    <a:pt x="2398426" y="3070023"/>
                  </a:lnTo>
                  <a:lnTo>
                    <a:pt x="2472905" y="3107361"/>
                  </a:lnTo>
                  <a:lnTo>
                    <a:pt x="2541647" y="3148305"/>
                  </a:lnTo>
                  <a:lnTo>
                    <a:pt x="2604965" y="3193262"/>
                  </a:lnTo>
                  <a:lnTo>
                    <a:pt x="2663342" y="3242715"/>
                  </a:lnTo>
                  <a:lnTo>
                    <a:pt x="2717358" y="3297208"/>
                  </a:lnTo>
                  <a:lnTo>
                    <a:pt x="2767642" y="3357313"/>
                  </a:lnTo>
                  <a:lnTo>
                    <a:pt x="2814828" y="3423574"/>
                  </a:lnTo>
                  <a:lnTo>
                    <a:pt x="2859524" y="3496428"/>
                  </a:lnTo>
                  <a:lnTo>
                    <a:pt x="2896531" y="3564789"/>
                  </a:lnTo>
                  <a:lnTo>
                    <a:pt x="2928187" y="3629203"/>
                  </a:lnTo>
                  <a:lnTo>
                    <a:pt x="2959143" y="3697597"/>
                  </a:lnTo>
                  <a:lnTo>
                    <a:pt x="2989559" y="3770050"/>
                  </a:lnTo>
                  <a:lnTo>
                    <a:pt x="3019570" y="3846600"/>
                  </a:lnTo>
                  <a:lnTo>
                    <a:pt x="3049287" y="3927233"/>
                  </a:lnTo>
                  <a:lnTo>
                    <a:pt x="3078802" y="4011884"/>
                  </a:lnTo>
                  <a:lnTo>
                    <a:pt x="3108190" y="4100433"/>
                  </a:lnTo>
                  <a:lnTo>
                    <a:pt x="3137508" y="4192697"/>
                  </a:lnTo>
                  <a:lnTo>
                    <a:pt x="3166800" y="4288436"/>
                  </a:lnTo>
                  <a:lnTo>
                    <a:pt x="3196098" y="4387351"/>
                  </a:lnTo>
                  <a:lnTo>
                    <a:pt x="3225421" y="4489083"/>
                  </a:lnTo>
                  <a:lnTo>
                    <a:pt x="3254781" y="4593221"/>
                  </a:lnTo>
                  <a:lnTo>
                    <a:pt x="3284177" y="4699309"/>
                  </a:lnTo>
                  <a:lnTo>
                    <a:pt x="3313606" y="4806850"/>
                  </a:lnTo>
                  <a:lnTo>
                    <a:pt x="3343058" y="4915315"/>
                  </a:lnTo>
                  <a:lnTo>
                    <a:pt x="3372519" y="5024158"/>
                  </a:lnTo>
                  <a:lnTo>
                    <a:pt x="3401976" y="5132825"/>
                  </a:lnTo>
                  <a:lnTo>
                    <a:pt x="3431415" y="5240766"/>
                  </a:lnTo>
                  <a:lnTo>
                    <a:pt x="3460824" y="5347444"/>
                  </a:lnTo>
                  <a:lnTo>
                    <a:pt x="3490197" y="5452350"/>
                  </a:lnTo>
                  <a:lnTo>
                    <a:pt x="3519533" y="5555012"/>
                  </a:lnTo>
                  <a:lnTo>
                    <a:pt x="3548838" y="5655000"/>
                  </a:lnTo>
                  <a:lnTo>
                    <a:pt x="3578130" y="5751938"/>
                  </a:lnTo>
                  <a:lnTo>
                    <a:pt x="3607434" y="5845503"/>
                  </a:lnTo>
                  <a:lnTo>
                    <a:pt x="3636790" y="5935433"/>
                  </a:lnTo>
                  <a:lnTo>
                    <a:pt x="3666251" y="6021526"/>
                  </a:lnTo>
                  <a:lnTo>
                    <a:pt x="3695885" y="6103638"/>
                  </a:lnTo>
                  <a:lnTo>
                    <a:pt x="3725777" y="6181684"/>
                  </a:lnTo>
                  <a:lnTo>
                    <a:pt x="3756030" y="6255632"/>
                  </a:lnTo>
                  <a:lnTo>
                    <a:pt x="3786772" y="6325502"/>
                  </a:lnTo>
                  <a:lnTo>
                    <a:pt x="3818151" y="6391358"/>
                  </a:lnTo>
                  <a:lnTo>
                    <a:pt x="3829811" y="6414441"/>
                  </a:lnTo>
                  <a:lnTo>
                    <a:pt x="3872801" y="6493158"/>
                  </a:lnTo>
                  <a:lnTo>
                    <a:pt x="3917802" y="6565092"/>
                  </a:lnTo>
                  <a:lnTo>
                    <a:pt x="3965375" y="6630483"/>
                  </a:lnTo>
                  <a:lnTo>
                    <a:pt x="4016131" y="6689787"/>
                  </a:lnTo>
                  <a:lnTo>
                    <a:pt x="4070707" y="6743558"/>
                  </a:lnTo>
                  <a:lnTo>
                    <a:pt x="4129726" y="6792365"/>
                  </a:lnTo>
                  <a:lnTo>
                    <a:pt x="4193760" y="6836747"/>
                  </a:lnTo>
                  <a:lnTo>
                    <a:pt x="4263273" y="6877176"/>
                  </a:lnTo>
                  <a:lnTo>
                    <a:pt x="4338547" y="6914048"/>
                  </a:lnTo>
                  <a:lnTo>
                    <a:pt x="4419593" y="6947667"/>
                  </a:lnTo>
                  <a:lnTo>
                    <a:pt x="4506034" y="6978247"/>
                  </a:lnTo>
                  <a:lnTo>
                    <a:pt x="4596989" y="7005905"/>
                  </a:lnTo>
                  <a:lnTo>
                    <a:pt x="4690971" y="7030681"/>
                  </a:lnTo>
                  <a:lnTo>
                    <a:pt x="4785834" y="7052548"/>
                  </a:lnTo>
                  <a:lnTo>
                    <a:pt x="4878815" y="7071446"/>
                  </a:lnTo>
                  <a:lnTo>
                    <a:pt x="4966717" y="7087322"/>
                  </a:lnTo>
                  <a:lnTo>
                    <a:pt x="5046228" y="7100172"/>
                  </a:lnTo>
                  <a:lnTo>
                    <a:pt x="5114373" y="7110088"/>
                  </a:lnTo>
                  <a:lnTo>
                    <a:pt x="5168984" y="7117280"/>
                  </a:lnTo>
                  <a:lnTo>
                    <a:pt x="5209106" y="7122083"/>
                  </a:lnTo>
                  <a:lnTo>
                    <a:pt x="5235213" y="7124933"/>
                  </a:lnTo>
                  <a:lnTo>
                    <a:pt x="5249223" y="7126332"/>
                  </a:lnTo>
                  <a:lnTo>
                    <a:pt x="5254355" y="7126803"/>
                  </a:lnTo>
                  <a:lnTo>
                    <a:pt x="5254955" y="7126854"/>
                  </a:lnTo>
                  <a:lnTo>
                    <a:pt x="6726343" y="7126854"/>
                  </a:lnTo>
                  <a:lnTo>
                    <a:pt x="6727089" y="7126747"/>
                  </a:lnTo>
                  <a:lnTo>
                    <a:pt x="6732037" y="7125990"/>
                  </a:lnTo>
                  <a:lnTo>
                    <a:pt x="6744654" y="7123898"/>
                  </a:lnTo>
                  <a:lnTo>
                    <a:pt x="6767565" y="7119771"/>
                  </a:lnTo>
                  <a:lnTo>
                    <a:pt x="6802437" y="7112931"/>
                  </a:lnTo>
                  <a:lnTo>
                    <a:pt x="6849862" y="7102772"/>
                  </a:lnTo>
                  <a:lnTo>
                    <a:pt x="6909349" y="7088806"/>
                  </a:lnTo>
                  <a:lnTo>
                    <a:pt x="6979435" y="7070698"/>
                  </a:lnTo>
                  <a:lnTo>
                    <a:pt x="7057934" y="7048266"/>
                  </a:lnTo>
                  <a:lnTo>
                    <a:pt x="7142256" y="7021464"/>
                  </a:lnTo>
                  <a:lnTo>
                    <a:pt x="7229738" y="6990334"/>
                  </a:lnTo>
                  <a:lnTo>
                    <a:pt x="7317922" y="6954960"/>
                  </a:lnTo>
                  <a:lnTo>
                    <a:pt x="7404740" y="6915415"/>
                  </a:lnTo>
                  <a:lnTo>
                    <a:pt x="7488603" y="6871714"/>
                  </a:lnTo>
                  <a:lnTo>
                    <a:pt x="7568413" y="6823789"/>
                  </a:lnTo>
                  <a:lnTo>
                    <a:pt x="7643516" y="6771466"/>
                  </a:lnTo>
                  <a:lnTo>
                    <a:pt x="7713627" y="6714455"/>
                  </a:lnTo>
                  <a:lnTo>
                    <a:pt x="7778747" y="6652351"/>
                  </a:lnTo>
                  <a:lnTo>
                    <a:pt x="7839090" y="6584636"/>
                  </a:lnTo>
                  <a:lnTo>
                    <a:pt x="7895007" y="6510691"/>
                  </a:lnTo>
                  <a:lnTo>
                    <a:pt x="7946944" y="6429813"/>
                  </a:lnTo>
                  <a:lnTo>
                    <a:pt x="7995393" y="6341246"/>
                  </a:lnTo>
                  <a:lnTo>
                    <a:pt x="8040866" y="6244229"/>
                  </a:lnTo>
                  <a:lnTo>
                    <a:pt x="8083865" y="6138074"/>
                  </a:lnTo>
                  <a:lnTo>
                    <a:pt x="8124867" y="6022281"/>
                  </a:lnTo>
                  <a:lnTo>
                    <a:pt x="8151487" y="5939045"/>
                  </a:lnTo>
                  <a:lnTo>
                    <a:pt x="8176463" y="5855079"/>
                  </a:lnTo>
                  <a:lnTo>
                    <a:pt x="8200982" y="5767026"/>
                  </a:lnTo>
                  <a:lnTo>
                    <a:pt x="8225128" y="5674810"/>
                  </a:lnTo>
                  <a:lnTo>
                    <a:pt x="8248972" y="5578381"/>
                  </a:lnTo>
                  <a:lnTo>
                    <a:pt x="8272576" y="5477720"/>
                  </a:lnTo>
                  <a:lnTo>
                    <a:pt x="8295995" y="5372838"/>
                  </a:lnTo>
                  <a:lnTo>
                    <a:pt x="8319274" y="5263781"/>
                  </a:lnTo>
                  <a:lnTo>
                    <a:pt x="8342454" y="5150629"/>
                  </a:lnTo>
                  <a:lnTo>
                    <a:pt x="8365566" y="5033501"/>
                  </a:lnTo>
                  <a:lnTo>
                    <a:pt x="8388638" y="4912552"/>
                  </a:lnTo>
                  <a:lnTo>
                    <a:pt x="8411691" y="4787977"/>
                  </a:lnTo>
                  <a:lnTo>
                    <a:pt x="8434743" y="4660008"/>
                  </a:lnTo>
                  <a:lnTo>
                    <a:pt x="8457804" y="4528916"/>
                  </a:lnTo>
                  <a:lnTo>
                    <a:pt x="8480883" y="4395006"/>
                  </a:lnTo>
                  <a:lnTo>
                    <a:pt x="8503984" y="4258616"/>
                  </a:lnTo>
                  <a:lnTo>
                    <a:pt x="8527109" y="4120117"/>
                  </a:lnTo>
                  <a:lnTo>
                    <a:pt x="8550256" y="3979903"/>
                  </a:lnTo>
                  <a:lnTo>
                    <a:pt x="8573421" y="3838392"/>
                  </a:lnTo>
                  <a:lnTo>
                    <a:pt x="8596598" y="3696017"/>
                  </a:lnTo>
                  <a:lnTo>
                    <a:pt x="8619783" y="3553224"/>
                  </a:lnTo>
                  <a:lnTo>
                    <a:pt x="8642966" y="3410463"/>
                  </a:lnTo>
                  <a:lnTo>
                    <a:pt x="8666143" y="3268184"/>
                  </a:lnTo>
                  <a:lnTo>
                    <a:pt x="8689305" y="3126832"/>
                  </a:lnTo>
                  <a:lnTo>
                    <a:pt x="8712449" y="2986838"/>
                  </a:lnTo>
                  <a:lnTo>
                    <a:pt x="8735570" y="2848616"/>
                  </a:lnTo>
                  <a:lnTo>
                    <a:pt x="8758669" y="2712559"/>
                  </a:lnTo>
                  <a:lnTo>
                    <a:pt x="8781745" y="2579031"/>
                  </a:lnTo>
                  <a:lnTo>
                    <a:pt x="8804804" y="2448367"/>
                  </a:lnTo>
                  <a:lnTo>
                    <a:pt x="8827855" y="2320868"/>
                  </a:lnTo>
                  <a:lnTo>
                    <a:pt x="8850909" y="2196797"/>
                  </a:lnTo>
                  <a:lnTo>
                    <a:pt x="8873986" y="2076383"/>
                  </a:lnTo>
                  <a:lnTo>
                    <a:pt x="8897106" y="1959814"/>
                  </a:lnTo>
                  <a:lnTo>
                    <a:pt x="8920297" y="1847241"/>
                  </a:lnTo>
                  <a:lnTo>
                    <a:pt x="8943594" y="1738776"/>
                  </a:lnTo>
                  <a:lnTo>
                    <a:pt x="8967036" y="1634495"/>
                  </a:lnTo>
                  <a:lnTo>
                    <a:pt x="8990671" y="1534439"/>
                  </a:lnTo>
                  <a:lnTo>
                    <a:pt x="9014554" y="1438614"/>
                  </a:lnTo>
                  <a:lnTo>
                    <a:pt x="9038749" y="1346996"/>
                  </a:lnTo>
                  <a:lnTo>
                    <a:pt x="9063328" y="1259532"/>
                  </a:lnTo>
                  <a:lnTo>
                    <a:pt x="9084767" y="1187809"/>
                  </a:lnTo>
                  <a:lnTo>
                    <a:pt x="9124669" y="1065436"/>
                  </a:lnTo>
                  <a:lnTo>
                    <a:pt x="9166277" y="952847"/>
                  </a:lnTo>
                  <a:lnTo>
                    <a:pt x="9210035" y="849763"/>
                  </a:lnTo>
                  <a:lnTo>
                    <a:pt x="9256429" y="755604"/>
                  </a:lnTo>
                  <a:lnTo>
                    <a:pt x="9305969" y="669649"/>
                  </a:lnTo>
                  <a:lnTo>
                    <a:pt x="9359161" y="591131"/>
                  </a:lnTo>
                  <a:lnTo>
                    <a:pt x="9416488" y="519308"/>
                  </a:lnTo>
                  <a:lnTo>
                    <a:pt x="9478367" y="453500"/>
                  </a:lnTo>
                  <a:lnTo>
                    <a:pt x="9545113" y="393122"/>
                  </a:lnTo>
                  <a:lnTo>
                    <a:pt x="9616876" y="337691"/>
                  </a:lnTo>
                  <a:lnTo>
                    <a:pt x="9693574" y="286839"/>
                  </a:lnTo>
                  <a:lnTo>
                    <a:pt x="9774809" y="240317"/>
                  </a:lnTo>
                  <a:lnTo>
                    <a:pt x="9859788" y="197985"/>
                  </a:lnTo>
                  <a:lnTo>
                    <a:pt x="9947254" y="159805"/>
                  </a:lnTo>
                  <a:lnTo>
                    <a:pt x="10035457" y="125817"/>
                  </a:lnTo>
                  <a:lnTo>
                    <a:pt x="10122187" y="96100"/>
                  </a:lnTo>
                  <a:lnTo>
                    <a:pt x="10204892" y="70733"/>
                  </a:lnTo>
                  <a:lnTo>
                    <a:pt x="10280898" y="49733"/>
                  </a:lnTo>
                  <a:lnTo>
                    <a:pt x="10347713" y="33014"/>
                  </a:lnTo>
                  <a:lnTo>
                    <a:pt x="10403354" y="20344"/>
                  </a:lnTo>
                  <a:lnTo>
                    <a:pt x="10446656" y="11336"/>
                  </a:lnTo>
                  <a:lnTo>
                    <a:pt x="10477477" y="5459"/>
                  </a:lnTo>
                  <a:lnTo>
                    <a:pt x="10496772" y="2078"/>
                  </a:lnTo>
                  <a:lnTo>
                    <a:pt x="10506535" y="502"/>
                  </a:lnTo>
                  <a:lnTo>
                    <a:pt x="10509681" y="32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1" name="pl61"/>
            <p:cNvSpPr/>
            <p:nvPr/>
          </p:nvSpPr>
          <p:spPr>
            <a:xfrm>
              <a:off x="4799595" y="3941799"/>
              <a:ext cx="11981298" cy="7126854"/>
            </a:xfrm>
            <a:custGeom>
              <a:avLst/>
              <a:pathLst>
                <a:path w="11981298" h="7126854">
                  <a:moveTo>
                    <a:pt x="11981298" y="0"/>
                  </a:moveTo>
                  <a:lnTo>
                    <a:pt x="10509911" y="0"/>
                  </a:lnTo>
                  <a:lnTo>
                    <a:pt x="10509164" y="106"/>
                  </a:lnTo>
                  <a:lnTo>
                    <a:pt x="10504216" y="864"/>
                  </a:lnTo>
                  <a:lnTo>
                    <a:pt x="10491600" y="2956"/>
                  </a:lnTo>
                  <a:lnTo>
                    <a:pt x="10468688" y="7083"/>
                  </a:lnTo>
                  <a:lnTo>
                    <a:pt x="10433817" y="13923"/>
                  </a:lnTo>
                  <a:lnTo>
                    <a:pt x="10386391" y="24082"/>
                  </a:lnTo>
                  <a:lnTo>
                    <a:pt x="10326904" y="38047"/>
                  </a:lnTo>
                  <a:lnTo>
                    <a:pt x="10256818" y="56155"/>
                  </a:lnTo>
                  <a:lnTo>
                    <a:pt x="10178319" y="78587"/>
                  </a:lnTo>
                  <a:lnTo>
                    <a:pt x="10093998" y="105390"/>
                  </a:lnTo>
                  <a:lnTo>
                    <a:pt x="10006515" y="136520"/>
                  </a:lnTo>
                  <a:lnTo>
                    <a:pt x="9918331" y="171893"/>
                  </a:lnTo>
                  <a:lnTo>
                    <a:pt x="9831513" y="211439"/>
                  </a:lnTo>
                  <a:lnTo>
                    <a:pt x="9747650" y="255140"/>
                  </a:lnTo>
                  <a:lnTo>
                    <a:pt x="9667840" y="303064"/>
                  </a:lnTo>
                  <a:lnTo>
                    <a:pt x="9592737" y="355388"/>
                  </a:lnTo>
                  <a:lnTo>
                    <a:pt x="9522627" y="412398"/>
                  </a:lnTo>
                  <a:lnTo>
                    <a:pt x="9457506" y="474502"/>
                  </a:lnTo>
                  <a:lnTo>
                    <a:pt x="9397164" y="542217"/>
                  </a:lnTo>
                  <a:lnTo>
                    <a:pt x="9341246" y="616162"/>
                  </a:lnTo>
                  <a:lnTo>
                    <a:pt x="9289309" y="697041"/>
                  </a:lnTo>
                  <a:lnTo>
                    <a:pt x="9240860" y="785608"/>
                  </a:lnTo>
                  <a:lnTo>
                    <a:pt x="9195388" y="882624"/>
                  </a:lnTo>
                  <a:lnTo>
                    <a:pt x="9152388" y="988779"/>
                  </a:lnTo>
                  <a:lnTo>
                    <a:pt x="9111386" y="1104573"/>
                  </a:lnTo>
                  <a:lnTo>
                    <a:pt x="9084767" y="1187809"/>
                  </a:lnTo>
                  <a:lnTo>
                    <a:pt x="9059790" y="1271775"/>
                  </a:lnTo>
                  <a:lnTo>
                    <a:pt x="9035271" y="1359828"/>
                  </a:lnTo>
                  <a:lnTo>
                    <a:pt x="9011125" y="1452044"/>
                  </a:lnTo>
                  <a:lnTo>
                    <a:pt x="8987281" y="1548473"/>
                  </a:lnTo>
                  <a:lnTo>
                    <a:pt x="8963677" y="1649133"/>
                  </a:lnTo>
                  <a:lnTo>
                    <a:pt x="8940258" y="1754015"/>
                  </a:lnTo>
                  <a:lnTo>
                    <a:pt x="8916979" y="1863072"/>
                  </a:lnTo>
                  <a:lnTo>
                    <a:pt x="8893799" y="1976224"/>
                  </a:lnTo>
                  <a:lnTo>
                    <a:pt x="8870687" y="2093352"/>
                  </a:lnTo>
                  <a:lnTo>
                    <a:pt x="8847615" y="2214301"/>
                  </a:lnTo>
                  <a:lnTo>
                    <a:pt x="8824562" y="2338876"/>
                  </a:lnTo>
                  <a:lnTo>
                    <a:pt x="8801511" y="2466845"/>
                  </a:lnTo>
                  <a:lnTo>
                    <a:pt x="8778450" y="2597938"/>
                  </a:lnTo>
                  <a:lnTo>
                    <a:pt x="8755370" y="2731848"/>
                  </a:lnTo>
                  <a:lnTo>
                    <a:pt x="8732269" y="2868237"/>
                  </a:lnTo>
                  <a:lnTo>
                    <a:pt x="8709144" y="3006736"/>
                  </a:lnTo>
                  <a:lnTo>
                    <a:pt x="8685998" y="3146950"/>
                  </a:lnTo>
                  <a:lnTo>
                    <a:pt x="8662833" y="3288462"/>
                  </a:lnTo>
                  <a:lnTo>
                    <a:pt x="8639655" y="3430837"/>
                  </a:lnTo>
                  <a:lnTo>
                    <a:pt x="8616471" y="3573630"/>
                  </a:lnTo>
                  <a:lnTo>
                    <a:pt x="8593287" y="3716391"/>
                  </a:lnTo>
                  <a:lnTo>
                    <a:pt x="8570111" y="3858669"/>
                  </a:lnTo>
                  <a:lnTo>
                    <a:pt x="8546948" y="4000022"/>
                  </a:lnTo>
                  <a:lnTo>
                    <a:pt x="8523804" y="4140016"/>
                  </a:lnTo>
                  <a:lnTo>
                    <a:pt x="8500683" y="4278237"/>
                  </a:lnTo>
                  <a:lnTo>
                    <a:pt x="8477585" y="4414294"/>
                  </a:lnTo>
                  <a:lnTo>
                    <a:pt x="8454508" y="4547822"/>
                  </a:lnTo>
                  <a:lnTo>
                    <a:pt x="8431449" y="4678486"/>
                  </a:lnTo>
                  <a:lnTo>
                    <a:pt x="8408399" y="4805986"/>
                  </a:lnTo>
                  <a:lnTo>
                    <a:pt x="8385344" y="4930056"/>
                  </a:lnTo>
                  <a:lnTo>
                    <a:pt x="8362268" y="5050471"/>
                  </a:lnTo>
                  <a:lnTo>
                    <a:pt x="8339148" y="5167039"/>
                  </a:lnTo>
                  <a:lnTo>
                    <a:pt x="8315956" y="5279613"/>
                  </a:lnTo>
                  <a:lnTo>
                    <a:pt x="8292659" y="5388077"/>
                  </a:lnTo>
                  <a:lnTo>
                    <a:pt x="8269217" y="5492358"/>
                  </a:lnTo>
                  <a:lnTo>
                    <a:pt x="8245582" y="5592414"/>
                  </a:lnTo>
                  <a:lnTo>
                    <a:pt x="8221699" y="5688239"/>
                  </a:lnTo>
                  <a:lnTo>
                    <a:pt x="8197505" y="5779857"/>
                  </a:lnTo>
                  <a:lnTo>
                    <a:pt x="8172925" y="5867321"/>
                  </a:lnTo>
                  <a:lnTo>
                    <a:pt x="8151487" y="5939045"/>
                  </a:lnTo>
                  <a:lnTo>
                    <a:pt x="8111585" y="6061418"/>
                  </a:lnTo>
                  <a:lnTo>
                    <a:pt x="8069976" y="6174006"/>
                  </a:lnTo>
                  <a:lnTo>
                    <a:pt x="8026218" y="6277091"/>
                  </a:lnTo>
                  <a:lnTo>
                    <a:pt x="7979824" y="6371249"/>
                  </a:lnTo>
                  <a:lnTo>
                    <a:pt x="7930285" y="6457204"/>
                  </a:lnTo>
                  <a:lnTo>
                    <a:pt x="7877092" y="6535722"/>
                  </a:lnTo>
                  <a:lnTo>
                    <a:pt x="7819766" y="6607546"/>
                  </a:lnTo>
                  <a:lnTo>
                    <a:pt x="7757886" y="6673353"/>
                  </a:lnTo>
                  <a:lnTo>
                    <a:pt x="7691140" y="6733732"/>
                  </a:lnTo>
                  <a:lnTo>
                    <a:pt x="7619377" y="6789163"/>
                  </a:lnTo>
                  <a:lnTo>
                    <a:pt x="7542679" y="6840014"/>
                  </a:lnTo>
                  <a:lnTo>
                    <a:pt x="7461444" y="6886537"/>
                  </a:lnTo>
                  <a:lnTo>
                    <a:pt x="7376466" y="6928869"/>
                  </a:lnTo>
                  <a:lnTo>
                    <a:pt x="7288999" y="6967049"/>
                  </a:lnTo>
                  <a:lnTo>
                    <a:pt x="7200796" y="7001037"/>
                  </a:lnTo>
                  <a:lnTo>
                    <a:pt x="7114066" y="7030753"/>
                  </a:lnTo>
                  <a:lnTo>
                    <a:pt x="7031362" y="7056121"/>
                  </a:lnTo>
                  <a:lnTo>
                    <a:pt x="6955355" y="7077121"/>
                  </a:lnTo>
                  <a:lnTo>
                    <a:pt x="6888540" y="7093840"/>
                  </a:lnTo>
                  <a:lnTo>
                    <a:pt x="6832899" y="7106510"/>
                  </a:lnTo>
                  <a:lnTo>
                    <a:pt x="6789598" y="7115518"/>
                  </a:lnTo>
                  <a:lnTo>
                    <a:pt x="6758776" y="7121394"/>
                  </a:lnTo>
                  <a:lnTo>
                    <a:pt x="6739481" y="7124775"/>
                  </a:lnTo>
                  <a:lnTo>
                    <a:pt x="6729718" y="7126352"/>
                  </a:lnTo>
                  <a:lnTo>
                    <a:pt x="6726572" y="7126822"/>
                  </a:lnTo>
                  <a:lnTo>
                    <a:pt x="6726343" y="7126854"/>
                  </a:lnTo>
                  <a:lnTo>
                    <a:pt x="5254955" y="7126854"/>
                  </a:lnTo>
                  <a:lnTo>
                    <a:pt x="5254029" y="7126774"/>
                  </a:lnTo>
                  <a:lnTo>
                    <a:pt x="5247917" y="7126207"/>
                  </a:lnTo>
                  <a:lnTo>
                    <a:pt x="5232416" y="7124640"/>
                  </a:lnTo>
                  <a:lnTo>
                    <a:pt x="5204476" y="7121552"/>
                  </a:lnTo>
                  <a:lnTo>
                    <a:pt x="5162369" y="7116447"/>
                  </a:lnTo>
                  <a:lnTo>
                    <a:pt x="5105821" y="7108900"/>
                  </a:lnTo>
                  <a:lnTo>
                    <a:pt x="5035973" y="7098593"/>
                  </a:lnTo>
                  <a:lnTo>
                    <a:pt x="4955127" y="7085332"/>
                  </a:lnTo>
                  <a:lnTo>
                    <a:pt x="4866334" y="7069041"/>
                  </a:lnTo>
                  <a:lnTo>
                    <a:pt x="4772914" y="7049734"/>
                  </a:lnTo>
                  <a:lnTo>
                    <a:pt x="4678021" y="7027466"/>
                  </a:lnTo>
                  <a:lnTo>
                    <a:pt x="4584341" y="7002296"/>
                  </a:lnTo>
                  <a:lnTo>
                    <a:pt x="4493929" y="6974242"/>
                  </a:lnTo>
                  <a:lnTo>
                    <a:pt x="4408186" y="6943256"/>
                  </a:lnTo>
                  <a:lnTo>
                    <a:pt x="4327917" y="6909207"/>
                  </a:lnTo>
                  <a:lnTo>
                    <a:pt x="4253437" y="6871869"/>
                  </a:lnTo>
                  <a:lnTo>
                    <a:pt x="4184695" y="6830925"/>
                  </a:lnTo>
                  <a:lnTo>
                    <a:pt x="4121377" y="6785968"/>
                  </a:lnTo>
                  <a:lnTo>
                    <a:pt x="4063000" y="6736515"/>
                  </a:lnTo>
                  <a:lnTo>
                    <a:pt x="4008984" y="6682022"/>
                  </a:lnTo>
                  <a:lnTo>
                    <a:pt x="3958700" y="6621917"/>
                  </a:lnTo>
                  <a:lnTo>
                    <a:pt x="3911514" y="6555656"/>
                  </a:lnTo>
                  <a:lnTo>
                    <a:pt x="3866819" y="6482802"/>
                  </a:lnTo>
                  <a:lnTo>
                    <a:pt x="3829811" y="6414441"/>
                  </a:lnTo>
                  <a:lnTo>
                    <a:pt x="3798155" y="6350027"/>
                  </a:lnTo>
                  <a:lnTo>
                    <a:pt x="3767199" y="6281633"/>
                  </a:lnTo>
                  <a:lnTo>
                    <a:pt x="3736783" y="6209180"/>
                  </a:lnTo>
                  <a:lnTo>
                    <a:pt x="3706773" y="6132630"/>
                  </a:lnTo>
                  <a:lnTo>
                    <a:pt x="3677055" y="6051997"/>
                  </a:lnTo>
                  <a:lnTo>
                    <a:pt x="3647540" y="5967346"/>
                  </a:lnTo>
                  <a:lnTo>
                    <a:pt x="3618153" y="5878797"/>
                  </a:lnTo>
                  <a:lnTo>
                    <a:pt x="3588835" y="5786533"/>
                  </a:lnTo>
                  <a:lnTo>
                    <a:pt x="3559542" y="5690794"/>
                  </a:lnTo>
                  <a:lnTo>
                    <a:pt x="3530244" y="5591879"/>
                  </a:lnTo>
                  <a:lnTo>
                    <a:pt x="3500921" y="5490147"/>
                  </a:lnTo>
                  <a:lnTo>
                    <a:pt x="3471561" y="5386009"/>
                  </a:lnTo>
                  <a:lnTo>
                    <a:pt x="3442165" y="5279920"/>
                  </a:lnTo>
                  <a:lnTo>
                    <a:pt x="3412736" y="5172380"/>
                  </a:lnTo>
                  <a:lnTo>
                    <a:pt x="3383284" y="5063915"/>
                  </a:lnTo>
                  <a:lnTo>
                    <a:pt x="3353823" y="4955072"/>
                  </a:lnTo>
                  <a:lnTo>
                    <a:pt x="3324366" y="4846405"/>
                  </a:lnTo>
                  <a:lnTo>
                    <a:pt x="3294927" y="4738464"/>
                  </a:lnTo>
                  <a:lnTo>
                    <a:pt x="3265518" y="4631786"/>
                  </a:lnTo>
                  <a:lnTo>
                    <a:pt x="3236145" y="4526880"/>
                  </a:lnTo>
                  <a:lnTo>
                    <a:pt x="3206809" y="4424218"/>
                  </a:lnTo>
                  <a:lnTo>
                    <a:pt x="3177504" y="4324230"/>
                  </a:lnTo>
                  <a:lnTo>
                    <a:pt x="3148212" y="4227292"/>
                  </a:lnTo>
                  <a:lnTo>
                    <a:pt x="3118908" y="4133727"/>
                  </a:lnTo>
                  <a:lnTo>
                    <a:pt x="3089552" y="4043797"/>
                  </a:lnTo>
                  <a:lnTo>
                    <a:pt x="3060091" y="3957704"/>
                  </a:lnTo>
                  <a:lnTo>
                    <a:pt x="3030457" y="3875592"/>
                  </a:lnTo>
                  <a:lnTo>
                    <a:pt x="3000565" y="3797546"/>
                  </a:lnTo>
                  <a:lnTo>
                    <a:pt x="2970312" y="3723598"/>
                  </a:lnTo>
                  <a:lnTo>
                    <a:pt x="2939570" y="3653728"/>
                  </a:lnTo>
                  <a:lnTo>
                    <a:pt x="2908191" y="3587872"/>
                  </a:lnTo>
                  <a:lnTo>
                    <a:pt x="2896531" y="3564789"/>
                  </a:lnTo>
                  <a:lnTo>
                    <a:pt x="2853542" y="3486072"/>
                  </a:lnTo>
                  <a:lnTo>
                    <a:pt x="2808540" y="3414138"/>
                  </a:lnTo>
                  <a:lnTo>
                    <a:pt x="2760967" y="3348747"/>
                  </a:lnTo>
                  <a:lnTo>
                    <a:pt x="2710211" y="3289443"/>
                  </a:lnTo>
                  <a:lnTo>
                    <a:pt x="2655635" y="3235672"/>
                  </a:lnTo>
                  <a:lnTo>
                    <a:pt x="2596616" y="3186864"/>
                  </a:lnTo>
                  <a:lnTo>
                    <a:pt x="2532582" y="3142483"/>
                  </a:lnTo>
                  <a:lnTo>
                    <a:pt x="2463070" y="3102054"/>
                  </a:lnTo>
                  <a:lnTo>
                    <a:pt x="2387795" y="3065182"/>
                  </a:lnTo>
                  <a:lnTo>
                    <a:pt x="2306749" y="3031563"/>
                  </a:lnTo>
                  <a:lnTo>
                    <a:pt x="2220308" y="3000983"/>
                  </a:lnTo>
                  <a:lnTo>
                    <a:pt x="2129353" y="2973325"/>
                  </a:lnTo>
                  <a:lnTo>
                    <a:pt x="2035371" y="2948549"/>
                  </a:lnTo>
                  <a:lnTo>
                    <a:pt x="1940508" y="2926682"/>
                  </a:lnTo>
                  <a:lnTo>
                    <a:pt x="1847527" y="2907783"/>
                  </a:lnTo>
                  <a:lnTo>
                    <a:pt x="1759625" y="2891908"/>
                  </a:lnTo>
                  <a:lnTo>
                    <a:pt x="1680114" y="2879058"/>
                  </a:lnTo>
                  <a:lnTo>
                    <a:pt x="1611969" y="2869142"/>
                  </a:lnTo>
                  <a:lnTo>
                    <a:pt x="1557358" y="2861950"/>
                  </a:lnTo>
                  <a:lnTo>
                    <a:pt x="1517236" y="2857147"/>
                  </a:lnTo>
                  <a:lnTo>
                    <a:pt x="1491129" y="2854297"/>
                  </a:lnTo>
                  <a:lnTo>
                    <a:pt x="1477119" y="2852898"/>
                  </a:lnTo>
                  <a:lnTo>
                    <a:pt x="1471987" y="2852427"/>
                  </a:lnTo>
                  <a:lnTo>
                    <a:pt x="1471387" y="2852376"/>
                  </a:lnTo>
                  <a:lnTo>
                    <a:pt x="0" y="285237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2" name="pg62"/>
            <p:cNvSpPr/>
            <p:nvPr/>
          </p:nvSpPr>
          <p:spPr>
            <a:xfrm>
              <a:off x="4799595" y="4358622"/>
              <a:ext cx="11981298" cy="6750896"/>
            </a:xfrm>
            <a:custGeom>
              <a:avLst/>
              <a:pathLst>
                <a:path w="11981298" h="6750896">
                  <a:moveTo>
                    <a:pt x="0" y="2476418"/>
                  </a:moveTo>
                  <a:lnTo>
                    <a:pt x="1471387" y="2476418"/>
                  </a:lnTo>
                  <a:lnTo>
                    <a:pt x="1472313" y="2476498"/>
                  </a:lnTo>
                  <a:lnTo>
                    <a:pt x="1478425" y="2477065"/>
                  </a:lnTo>
                  <a:lnTo>
                    <a:pt x="1493926" y="2478632"/>
                  </a:lnTo>
                  <a:lnTo>
                    <a:pt x="1521866" y="2481720"/>
                  </a:lnTo>
                  <a:lnTo>
                    <a:pt x="1563973" y="2486825"/>
                  </a:lnTo>
                  <a:lnTo>
                    <a:pt x="1620521" y="2494372"/>
                  </a:lnTo>
                  <a:lnTo>
                    <a:pt x="1690369" y="2504679"/>
                  </a:lnTo>
                  <a:lnTo>
                    <a:pt x="1771216" y="2517940"/>
                  </a:lnTo>
                  <a:lnTo>
                    <a:pt x="1860008" y="2534231"/>
                  </a:lnTo>
                  <a:lnTo>
                    <a:pt x="1953429" y="2553538"/>
                  </a:lnTo>
                  <a:lnTo>
                    <a:pt x="2048321" y="2575806"/>
                  </a:lnTo>
                  <a:lnTo>
                    <a:pt x="2142001" y="2600976"/>
                  </a:lnTo>
                  <a:lnTo>
                    <a:pt x="2232413" y="2629030"/>
                  </a:lnTo>
                  <a:lnTo>
                    <a:pt x="2318156" y="2660016"/>
                  </a:lnTo>
                  <a:lnTo>
                    <a:pt x="2398426" y="2694066"/>
                  </a:lnTo>
                  <a:lnTo>
                    <a:pt x="2472905" y="2731403"/>
                  </a:lnTo>
                  <a:lnTo>
                    <a:pt x="2541647" y="2772347"/>
                  </a:lnTo>
                  <a:lnTo>
                    <a:pt x="2604965" y="2817304"/>
                  </a:lnTo>
                  <a:lnTo>
                    <a:pt x="2663342" y="2866757"/>
                  </a:lnTo>
                  <a:lnTo>
                    <a:pt x="2717358" y="2921251"/>
                  </a:lnTo>
                  <a:lnTo>
                    <a:pt x="2767642" y="2981355"/>
                  </a:lnTo>
                  <a:lnTo>
                    <a:pt x="2814828" y="3047616"/>
                  </a:lnTo>
                  <a:lnTo>
                    <a:pt x="2859524" y="3120470"/>
                  </a:lnTo>
                  <a:lnTo>
                    <a:pt x="2896531" y="3188831"/>
                  </a:lnTo>
                  <a:lnTo>
                    <a:pt x="2928187" y="3253245"/>
                  </a:lnTo>
                  <a:lnTo>
                    <a:pt x="2959143" y="3321639"/>
                  </a:lnTo>
                  <a:lnTo>
                    <a:pt x="2989559" y="3394092"/>
                  </a:lnTo>
                  <a:lnTo>
                    <a:pt x="3019570" y="3470642"/>
                  </a:lnTo>
                  <a:lnTo>
                    <a:pt x="3049287" y="3551275"/>
                  </a:lnTo>
                  <a:lnTo>
                    <a:pt x="3078802" y="3635927"/>
                  </a:lnTo>
                  <a:lnTo>
                    <a:pt x="3108190" y="3724475"/>
                  </a:lnTo>
                  <a:lnTo>
                    <a:pt x="3137508" y="3816739"/>
                  </a:lnTo>
                  <a:lnTo>
                    <a:pt x="3166800" y="3912478"/>
                  </a:lnTo>
                  <a:lnTo>
                    <a:pt x="3196098" y="4011393"/>
                  </a:lnTo>
                  <a:lnTo>
                    <a:pt x="3225421" y="4113125"/>
                  </a:lnTo>
                  <a:lnTo>
                    <a:pt x="3254781" y="4217264"/>
                  </a:lnTo>
                  <a:lnTo>
                    <a:pt x="3284177" y="4323352"/>
                  </a:lnTo>
                  <a:lnTo>
                    <a:pt x="3313606" y="4430892"/>
                  </a:lnTo>
                  <a:lnTo>
                    <a:pt x="3343058" y="4539357"/>
                  </a:lnTo>
                  <a:lnTo>
                    <a:pt x="3372519" y="4648200"/>
                  </a:lnTo>
                  <a:lnTo>
                    <a:pt x="3401976" y="4756867"/>
                  </a:lnTo>
                  <a:lnTo>
                    <a:pt x="3431415" y="4864808"/>
                  </a:lnTo>
                  <a:lnTo>
                    <a:pt x="3460824" y="4971486"/>
                  </a:lnTo>
                  <a:lnTo>
                    <a:pt x="3490197" y="5076392"/>
                  </a:lnTo>
                  <a:lnTo>
                    <a:pt x="3519533" y="5179054"/>
                  </a:lnTo>
                  <a:lnTo>
                    <a:pt x="3548838" y="5279042"/>
                  </a:lnTo>
                  <a:lnTo>
                    <a:pt x="3578130" y="5375980"/>
                  </a:lnTo>
                  <a:lnTo>
                    <a:pt x="3607434" y="5469545"/>
                  </a:lnTo>
                  <a:lnTo>
                    <a:pt x="3636790" y="5559475"/>
                  </a:lnTo>
                  <a:lnTo>
                    <a:pt x="3666251" y="5645568"/>
                  </a:lnTo>
                  <a:lnTo>
                    <a:pt x="3695885" y="5727680"/>
                  </a:lnTo>
                  <a:lnTo>
                    <a:pt x="3725777" y="5805726"/>
                  </a:lnTo>
                  <a:lnTo>
                    <a:pt x="3756030" y="5879674"/>
                  </a:lnTo>
                  <a:lnTo>
                    <a:pt x="3786772" y="5949544"/>
                  </a:lnTo>
                  <a:lnTo>
                    <a:pt x="3818151" y="6015400"/>
                  </a:lnTo>
                  <a:lnTo>
                    <a:pt x="3829811" y="6038483"/>
                  </a:lnTo>
                  <a:lnTo>
                    <a:pt x="3872801" y="6117200"/>
                  </a:lnTo>
                  <a:lnTo>
                    <a:pt x="3917802" y="6189134"/>
                  </a:lnTo>
                  <a:lnTo>
                    <a:pt x="3965375" y="6254525"/>
                  </a:lnTo>
                  <a:lnTo>
                    <a:pt x="4016131" y="6313829"/>
                  </a:lnTo>
                  <a:lnTo>
                    <a:pt x="4070707" y="6367600"/>
                  </a:lnTo>
                  <a:lnTo>
                    <a:pt x="4129726" y="6416408"/>
                  </a:lnTo>
                  <a:lnTo>
                    <a:pt x="4193760" y="6460789"/>
                  </a:lnTo>
                  <a:lnTo>
                    <a:pt x="4263273" y="6501218"/>
                  </a:lnTo>
                  <a:lnTo>
                    <a:pt x="4338547" y="6538090"/>
                  </a:lnTo>
                  <a:lnTo>
                    <a:pt x="4419593" y="6571709"/>
                  </a:lnTo>
                  <a:lnTo>
                    <a:pt x="4506034" y="6602289"/>
                  </a:lnTo>
                  <a:lnTo>
                    <a:pt x="4596989" y="6629947"/>
                  </a:lnTo>
                  <a:lnTo>
                    <a:pt x="4690971" y="6654723"/>
                  </a:lnTo>
                  <a:lnTo>
                    <a:pt x="4785834" y="6676590"/>
                  </a:lnTo>
                  <a:lnTo>
                    <a:pt x="4878815" y="6695489"/>
                  </a:lnTo>
                  <a:lnTo>
                    <a:pt x="4966717" y="6711364"/>
                  </a:lnTo>
                  <a:lnTo>
                    <a:pt x="5046228" y="6724214"/>
                  </a:lnTo>
                  <a:lnTo>
                    <a:pt x="5114373" y="6734130"/>
                  </a:lnTo>
                  <a:lnTo>
                    <a:pt x="5168984" y="6741322"/>
                  </a:lnTo>
                  <a:lnTo>
                    <a:pt x="5209106" y="6746125"/>
                  </a:lnTo>
                  <a:lnTo>
                    <a:pt x="5235213" y="6748975"/>
                  </a:lnTo>
                  <a:lnTo>
                    <a:pt x="5249223" y="6750374"/>
                  </a:lnTo>
                  <a:lnTo>
                    <a:pt x="5254355" y="6750845"/>
                  </a:lnTo>
                  <a:lnTo>
                    <a:pt x="5254955" y="6750896"/>
                  </a:lnTo>
                  <a:lnTo>
                    <a:pt x="6726343" y="6750896"/>
                  </a:lnTo>
                  <a:lnTo>
                    <a:pt x="6727113" y="6750792"/>
                  </a:lnTo>
                  <a:lnTo>
                    <a:pt x="6732214" y="6750052"/>
                  </a:lnTo>
                  <a:lnTo>
                    <a:pt x="6745213" y="6748008"/>
                  </a:lnTo>
                  <a:lnTo>
                    <a:pt x="6768794" y="6743976"/>
                  </a:lnTo>
                  <a:lnTo>
                    <a:pt x="6804637" y="6737297"/>
                  </a:lnTo>
                  <a:lnTo>
                    <a:pt x="6853301" y="6727382"/>
                  </a:lnTo>
                  <a:lnTo>
                    <a:pt x="6914214" y="6713764"/>
                  </a:lnTo>
                  <a:lnTo>
                    <a:pt x="6985808" y="6696125"/>
                  </a:lnTo>
                  <a:lnTo>
                    <a:pt x="7065779" y="6674301"/>
                  </a:lnTo>
                  <a:lnTo>
                    <a:pt x="7151436" y="6648253"/>
                  </a:lnTo>
                  <a:lnTo>
                    <a:pt x="7240040" y="6618032"/>
                  </a:lnTo>
                  <a:lnTo>
                    <a:pt x="7329093" y="6583721"/>
                  </a:lnTo>
                  <a:lnTo>
                    <a:pt x="7416516" y="6545383"/>
                  </a:lnTo>
                  <a:lnTo>
                    <a:pt x="7500738" y="6503027"/>
                  </a:lnTo>
                  <a:lnTo>
                    <a:pt x="7580695" y="6456570"/>
                  </a:lnTo>
                  <a:lnTo>
                    <a:pt x="7655776" y="6405826"/>
                  </a:lnTo>
                  <a:lnTo>
                    <a:pt x="7725741" y="6350494"/>
                  </a:lnTo>
                  <a:lnTo>
                    <a:pt x="7790635" y="6290157"/>
                  </a:lnTo>
                  <a:lnTo>
                    <a:pt x="7850708" y="6224291"/>
                  </a:lnTo>
                  <a:lnTo>
                    <a:pt x="7906348" y="6152274"/>
                  </a:lnTo>
                  <a:lnTo>
                    <a:pt x="7958026" y="6073405"/>
                  </a:lnTo>
                  <a:lnTo>
                    <a:pt x="8006258" y="5986942"/>
                  </a:lnTo>
                  <a:lnTo>
                    <a:pt x="8051571" y="5892148"/>
                  </a:lnTo>
                  <a:lnTo>
                    <a:pt x="8094480" y="5788385"/>
                  </a:lnTo>
                  <a:lnTo>
                    <a:pt x="8135465" y="5675233"/>
                  </a:lnTo>
                  <a:lnTo>
                    <a:pt x="8151487" y="5627109"/>
                  </a:lnTo>
                  <a:lnTo>
                    <a:pt x="8177130" y="5545472"/>
                  </a:lnTo>
                  <a:lnTo>
                    <a:pt x="8202294" y="5459755"/>
                  </a:lnTo>
                  <a:lnTo>
                    <a:pt x="8227068" y="5369881"/>
                  </a:lnTo>
                  <a:lnTo>
                    <a:pt x="8251529" y="5275801"/>
                  </a:lnTo>
                  <a:lnTo>
                    <a:pt x="8275744" y="5177498"/>
                  </a:lnTo>
                  <a:lnTo>
                    <a:pt x="8299771" y="5074987"/>
                  </a:lnTo>
                  <a:lnTo>
                    <a:pt x="8323658" y="4968321"/>
                  </a:lnTo>
                  <a:lnTo>
                    <a:pt x="8347446" y="4857589"/>
                  </a:lnTo>
                  <a:lnTo>
                    <a:pt x="8371170" y="4742919"/>
                  </a:lnTo>
                  <a:lnTo>
                    <a:pt x="8394858" y="4624480"/>
                  </a:lnTo>
                  <a:lnTo>
                    <a:pt x="8418531" y="4502483"/>
                  </a:lnTo>
                  <a:lnTo>
                    <a:pt x="8442206" y="4377175"/>
                  </a:lnTo>
                  <a:lnTo>
                    <a:pt x="8465894" y="4248845"/>
                  </a:lnTo>
                  <a:lnTo>
                    <a:pt x="8489604" y="4117819"/>
                  </a:lnTo>
                  <a:lnTo>
                    <a:pt x="8513338" y="3984455"/>
                  </a:lnTo>
                  <a:lnTo>
                    <a:pt x="8537096" y="3849143"/>
                  </a:lnTo>
                  <a:lnTo>
                    <a:pt x="8560876" y="3712296"/>
                  </a:lnTo>
                  <a:lnTo>
                    <a:pt x="8584673" y="3574353"/>
                  </a:lnTo>
                  <a:lnTo>
                    <a:pt x="8608480" y="3435762"/>
                  </a:lnTo>
                  <a:lnTo>
                    <a:pt x="8632290" y="3296983"/>
                  </a:lnTo>
                  <a:lnTo>
                    <a:pt x="8656096" y="3158480"/>
                  </a:lnTo>
                  <a:lnTo>
                    <a:pt x="8679890" y="3020710"/>
                  </a:lnTo>
                  <a:lnTo>
                    <a:pt x="8703666" y="2884122"/>
                  </a:lnTo>
                  <a:lnTo>
                    <a:pt x="8727420" y="2749148"/>
                  </a:lnTo>
                  <a:lnTo>
                    <a:pt x="8751149" y="2616199"/>
                  </a:lnTo>
                  <a:lnTo>
                    <a:pt x="8774855" y="2485658"/>
                  </a:lnTo>
                  <a:lnTo>
                    <a:pt x="8798540" y="2357878"/>
                  </a:lnTo>
                  <a:lnTo>
                    <a:pt x="8822214" y="2233177"/>
                  </a:lnTo>
                  <a:lnTo>
                    <a:pt x="8845888" y="2111836"/>
                  </a:lnTo>
                  <a:lnTo>
                    <a:pt x="8869581" y="1994098"/>
                  </a:lnTo>
                  <a:lnTo>
                    <a:pt x="8893315" y="1880163"/>
                  </a:lnTo>
                  <a:lnTo>
                    <a:pt x="8917119" y="1770194"/>
                  </a:lnTo>
                  <a:lnTo>
                    <a:pt x="8941029" y="1664310"/>
                  </a:lnTo>
                  <a:lnTo>
                    <a:pt x="8965087" y="1562595"/>
                  </a:lnTo>
                  <a:lnTo>
                    <a:pt x="8989344" y="1465093"/>
                  </a:lnTo>
                  <a:lnTo>
                    <a:pt x="9013859" y="1371813"/>
                  </a:lnTo>
                  <a:lnTo>
                    <a:pt x="9038701" y="1282732"/>
                  </a:lnTo>
                  <a:lnTo>
                    <a:pt x="9063949" y="1197797"/>
                  </a:lnTo>
                  <a:lnTo>
                    <a:pt x="9084767" y="1131960"/>
                  </a:lnTo>
                  <a:lnTo>
                    <a:pt x="9125100" y="1015004"/>
                  </a:lnTo>
                  <a:lnTo>
                    <a:pt x="9167182" y="907501"/>
                  </a:lnTo>
                  <a:lnTo>
                    <a:pt x="9211469" y="809171"/>
                  </a:lnTo>
                  <a:lnTo>
                    <a:pt x="9258465" y="719446"/>
                  </a:lnTo>
                  <a:lnTo>
                    <a:pt x="9308695" y="637616"/>
                  </a:lnTo>
                  <a:lnTo>
                    <a:pt x="9362684" y="562934"/>
                  </a:lnTo>
                  <a:lnTo>
                    <a:pt x="9420923" y="494677"/>
                  </a:lnTo>
                  <a:lnTo>
                    <a:pt x="9483841" y="432188"/>
                  </a:lnTo>
                  <a:lnTo>
                    <a:pt x="9551750" y="374901"/>
                  </a:lnTo>
                  <a:lnTo>
                    <a:pt x="9624786" y="322356"/>
                  </a:lnTo>
                  <a:lnTo>
                    <a:pt x="9702835" y="274206"/>
                  </a:lnTo>
                  <a:lnTo>
                    <a:pt x="9785445" y="230218"/>
                  </a:lnTo>
                  <a:lnTo>
                    <a:pt x="9871742" y="190269"/>
                  </a:lnTo>
                  <a:lnTo>
                    <a:pt x="9960361" y="154334"/>
                  </a:lnTo>
                  <a:lnTo>
                    <a:pt x="10049426" y="122460"/>
                  </a:lnTo>
                  <a:lnTo>
                    <a:pt x="10136588" y="94727"/>
                  </a:lnTo>
                  <a:lnTo>
                    <a:pt x="10219177" y="71204"/>
                  </a:lnTo>
                  <a:lnTo>
                    <a:pt x="10294442" y="51895"/>
                  </a:lnTo>
                  <a:lnTo>
                    <a:pt x="10359883" y="36691"/>
                  </a:lnTo>
                  <a:lnTo>
                    <a:pt x="10413598" y="25337"/>
                  </a:lnTo>
                  <a:lnTo>
                    <a:pt x="10454589" y="17422"/>
                  </a:lnTo>
                  <a:lnTo>
                    <a:pt x="10482956" y="12403"/>
                  </a:lnTo>
                  <a:lnTo>
                    <a:pt x="10499937" y="9643"/>
                  </a:lnTo>
                  <a:lnTo>
                    <a:pt x="10507830" y="8461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9141" y="104"/>
                  </a:lnTo>
                  <a:lnTo>
                    <a:pt x="10504039" y="844"/>
                  </a:lnTo>
                  <a:lnTo>
                    <a:pt x="10491040" y="2888"/>
                  </a:lnTo>
                  <a:lnTo>
                    <a:pt x="10467459" y="6919"/>
                  </a:lnTo>
                  <a:lnTo>
                    <a:pt x="10431616" y="13599"/>
                  </a:lnTo>
                  <a:lnTo>
                    <a:pt x="10382952" y="23514"/>
                  </a:lnTo>
                  <a:lnTo>
                    <a:pt x="10322039" y="37131"/>
                  </a:lnTo>
                  <a:lnTo>
                    <a:pt x="10250446" y="54770"/>
                  </a:lnTo>
                  <a:lnTo>
                    <a:pt x="10170474" y="76595"/>
                  </a:lnTo>
                  <a:lnTo>
                    <a:pt x="10084818" y="102642"/>
                  </a:lnTo>
                  <a:lnTo>
                    <a:pt x="9996213" y="132863"/>
                  </a:lnTo>
                  <a:lnTo>
                    <a:pt x="9907161" y="167175"/>
                  </a:lnTo>
                  <a:lnTo>
                    <a:pt x="9819738" y="205513"/>
                  </a:lnTo>
                  <a:lnTo>
                    <a:pt x="9735515" y="247869"/>
                  </a:lnTo>
                  <a:lnTo>
                    <a:pt x="9655558" y="294326"/>
                  </a:lnTo>
                  <a:lnTo>
                    <a:pt x="9580477" y="345070"/>
                  </a:lnTo>
                  <a:lnTo>
                    <a:pt x="9510513" y="400402"/>
                  </a:lnTo>
                  <a:lnTo>
                    <a:pt x="9445619" y="460739"/>
                  </a:lnTo>
                  <a:lnTo>
                    <a:pt x="9385545" y="526604"/>
                  </a:lnTo>
                  <a:lnTo>
                    <a:pt x="9329905" y="598622"/>
                  </a:lnTo>
                  <a:lnTo>
                    <a:pt x="9278227" y="677490"/>
                  </a:lnTo>
                  <a:lnTo>
                    <a:pt x="9229995" y="763954"/>
                  </a:lnTo>
                  <a:lnTo>
                    <a:pt x="9184682" y="858747"/>
                  </a:lnTo>
                  <a:lnTo>
                    <a:pt x="9141773" y="962511"/>
                  </a:lnTo>
                  <a:lnTo>
                    <a:pt x="9100788" y="1075662"/>
                  </a:lnTo>
                  <a:lnTo>
                    <a:pt x="9084767" y="1123787"/>
                  </a:lnTo>
                  <a:lnTo>
                    <a:pt x="9059123" y="1205423"/>
                  </a:lnTo>
                  <a:lnTo>
                    <a:pt x="9033959" y="1291140"/>
                  </a:lnTo>
                  <a:lnTo>
                    <a:pt x="9009185" y="1381014"/>
                  </a:lnTo>
                  <a:lnTo>
                    <a:pt x="8984724" y="1475094"/>
                  </a:lnTo>
                  <a:lnTo>
                    <a:pt x="8960509" y="1573397"/>
                  </a:lnTo>
                  <a:lnTo>
                    <a:pt x="8936482" y="1675908"/>
                  </a:lnTo>
                  <a:lnTo>
                    <a:pt x="8912595" y="1782574"/>
                  </a:lnTo>
                  <a:lnTo>
                    <a:pt x="8888807" y="1893307"/>
                  </a:lnTo>
                  <a:lnTo>
                    <a:pt x="8865083" y="2007977"/>
                  </a:lnTo>
                  <a:lnTo>
                    <a:pt x="8841396" y="2126415"/>
                  </a:lnTo>
                  <a:lnTo>
                    <a:pt x="8817723" y="2248413"/>
                  </a:lnTo>
                  <a:lnTo>
                    <a:pt x="8794048" y="2373721"/>
                  </a:lnTo>
                  <a:lnTo>
                    <a:pt x="8770359" y="2502050"/>
                  </a:lnTo>
                  <a:lnTo>
                    <a:pt x="8746649" y="2633077"/>
                  </a:lnTo>
                  <a:lnTo>
                    <a:pt x="8722915" y="2766441"/>
                  </a:lnTo>
                  <a:lnTo>
                    <a:pt x="8699157" y="2901753"/>
                  </a:lnTo>
                  <a:lnTo>
                    <a:pt x="8675377" y="3038599"/>
                  </a:lnTo>
                  <a:lnTo>
                    <a:pt x="8651580" y="3176543"/>
                  </a:lnTo>
                  <a:lnTo>
                    <a:pt x="8627773" y="3315134"/>
                  </a:lnTo>
                  <a:lnTo>
                    <a:pt x="8603963" y="3453912"/>
                  </a:lnTo>
                  <a:lnTo>
                    <a:pt x="8580157" y="3592415"/>
                  </a:lnTo>
                  <a:lnTo>
                    <a:pt x="8556363" y="3730185"/>
                  </a:lnTo>
                  <a:lnTo>
                    <a:pt x="8532587" y="3866773"/>
                  </a:lnTo>
                  <a:lnTo>
                    <a:pt x="8508833" y="4001747"/>
                  </a:lnTo>
                  <a:lnTo>
                    <a:pt x="8485104" y="4134697"/>
                  </a:lnTo>
                  <a:lnTo>
                    <a:pt x="8461398" y="4265238"/>
                  </a:lnTo>
                  <a:lnTo>
                    <a:pt x="8437713" y="4393018"/>
                  </a:lnTo>
                  <a:lnTo>
                    <a:pt x="8414039" y="4517719"/>
                  </a:lnTo>
                  <a:lnTo>
                    <a:pt x="8390365" y="4639059"/>
                  </a:lnTo>
                  <a:lnTo>
                    <a:pt x="8366672" y="4756798"/>
                  </a:lnTo>
                  <a:lnTo>
                    <a:pt x="8342939" y="4870732"/>
                  </a:lnTo>
                  <a:lnTo>
                    <a:pt x="8319134" y="4980702"/>
                  </a:lnTo>
                  <a:lnTo>
                    <a:pt x="8295225" y="5086585"/>
                  </a:lnTo>
                  <a:lnTo>
                    <a:pt x="8271166" y="5188301"/>
                  </a:lnTo>
                  <a:lnTo>
                    <a:pt x="8246909" y="5285803"/>
                  </a:lnTo>
                  <a:lnTo>
                    <a:pt x="8222394" y="5379082"/>
                  </a:lnTo>
                  <a:lnTo>
                    <a:pt x="8197552" y="5468163"/>
                  </a:lnTo>
                  <a:lnTo>
                    <a:pt x="8172304" y="5553099"/>
                  </a:lnTo>
                  <a:lnTo>
                    <a:pt x="8151487" y="5618936"/>
                  </a:lnTo>
                  <a:lnTo>
                    <a:pt x="8111153" y="5735892"/>
                  </a:lnTo>
                  <a:lnTo>
                    <a:pt x="8069071" y="5843395"/>
                  </a:lnTo>
                  <a:lnTo>
                    <a:pt x="8024784" y="5941724"/>
                  </a:lnTo>
                  <a:lnTo>
                    <a:pt x="7977788" y="6031449"/>
                  </a:lnTo>
                  <a:lnTo>
                    <a:pt x="7927558" y="6113279"/>
                  </a:lnTo>
                  <a:lnTo>
                    <a:pt x="7873570" y="6187962"/>
                  </a:lnTo>
                  <a:lnTo>
                    <a:pt x="7815330" y="6256219"/>
                  </a:lnTo>
                  <a:lnTo>
                    <a:pt x="7752412" y="6318708"/>
                  </a:lnTo>
                  <a:lnTo>
                    <a:pt x="7684503" y="6375995"/>
                  </a:lnTo>
                  <a:lnTo>
                    <a:pt x="7611467" y="6428539"/>
                  </a:lnTo>
                  <a:lnTo>
                    <a:pt x="7533418" y="6476690"/>
                  </a:lnTo>
                  <a:lnTo>
                    <a:pt x="7450808" y="6520678"/>
                  </a:lnTo>
                  <a:lnTo>
                    <a:pt x="7364512" y="6560627"/>
                  </a:lnTo>
                  <a:lnTo>
                    <a:pt x="7275892" y="6596561"/>
                  </a:lnTo>
                  <a:lnTo>
                    <a:pt x="7186828" y="6628436"/>
                  </a:lnTo>
                  <a:lnTo>
                    <a:pt x="7099665" y="6656169"/>
                  </a:lnTo>
                  <a:lnTo>
                    <a:pt x="7017077" y="6679692"/>
                  </a:lnTo>
                  <a:lnTo>
                    <a:pt x="6941811" y="6699000"/>
                  </a:lnTo>
                  <a:lnTo>
                    <a:pt x="6876370" y="6714204"/>
                  </a:lnTo>
                  <a:lnTo>
                    <a:pt x="6822656" y="6725559"/>
                  </a:lnTo>
                  <a:lnTo>
                    <a:pt x="6781664" y="6733473"/>
                  </a:lnTo>
                  <a:lnTo>
                    <a:pt x="6753297" y="6738492"/>
                  </a:lnTo>
                  <a:lnTo>
                    <a:pt x="6736316" y="6741253"/>
                  </a:lnTo>
                  <a:lnTo>
                    <a:pt x="6728423" y="6742435"/>
                  </a:lnTo>
                  <a:lnTo>
                    <a:pt x="6726343" y="6742723"/>
                  </a:lnTo>
                  <a:lnTo>
                    <a:pt x="5254955" y="6742723"/>
                  </a:lnTo>
                  <a:lnTo>
                    <a:pt x="5254029" y="6742643"/>
                  </a:lnTo>
                  <a:lnTo>
                    <a:pt x="5247917" y="6742076"/>
                  </a:lnTo>
                  <a:lnTo>
                    <a:pt x="5232416" y="6740509"/>
                  </a:lnTo>
                  <a:lnTo>
                    <a:pt x="5204476" y="6737421"/>
                  </a:lnTo>
                  <a:lnTo>
                    <a:pt x="5162369" y="6732316"/>
                  </a:lnTo>
                  <a:lnTo>
                    <a:pt x="5105821" y="6724769"/>
                  </a:lnTo>
                  <a:lnTo>
                    <a:pt x="5035973" y="6714462"/>
                  </a:lnTo>
                  <a:lnTo>
                    <a:pt x="4955127" y="6701201"/>
                  </a:lnTo>
                  <a:lnTo>
                    <a:pt x="4866334" y="6684910"/>
                  </a:lnTo>
                  <a:lnTo>
                    <a:pt x="4772914" y="6665603"/>
                  </a:lnTo>
                  <a:lnTo>
                    <a:pt x="4678021" y="6643335"/>
                  </a:lnTo>
                  <a:lnTo>
                    <a:pt x="4584341" y="6618165"/>
                  </a:lnTo>
                  <a:lnTo>
                    <a:pt x="4493929" y="6590111"/>
                  </a:lnTo>
                  <a:lnTo>
                    <a:pt x="4408186" y="6559125"/>
                  </a:lnTo>
                  <a:lnTo>
                    <a:pt x="4327917" y="6525076"/>
                  </a:lnTo>
                  <a:lnTo>
                    <a:pt x="4253437" y="6487738"/>
                  </a:lnTo>
                  <a:lnTo>
                    <a:pt x="4184695" y="6446794"/>
                  </a:lnTo>
                  <a:lnTo>
                    <a:pt x="4121377" y="6401837"/>
                  </a:lnTo>
                  <a:lnTo>
                    <a:pt x="4063000" y="6352384"/>
                  </a:lnTo>
                  <a:lnTo>
                    <a:pt x="4008984" y="6297891"/>
                  </a:lnTo>
                  <a:lnTo>
                    <a:pt x="3958700" y="6237786"/>
                  </a:lnTo>
                  <a:lnTo>
                    <a:pt x="3911514" y="6171525"/>
                  </a:lnTo>
                  <a:lnTo>
                    <a:pt x="3866819" y="6098671"/>
                  </a:lnTo>
                  <a:lnTo>
                    <a:pt x="3829811" y="6030310"/>
                  </a:lnTo>
                  <a:lnTo>
                    <a:pt x="3798155" y="5965896"/>
                  </a:lnTo>
                  <a:lnTo>
                    <a:pt x="3767199" y="5897502"/>
                  </a:lnTo>
                  <a:lnTo>
                    <a:pt x="3736783" y="5825049"/>
                  </a:lnTo>
                  <a:lnTo>
                    <a:pt x="3706773" y="5748499"/>
                  </a:lnTo>
                  <a:lnTo>
                    <a:pt x="3677055" y="5667866"/>
                  </a:lnTo>
                  <a:lnTo>
                    <a:pt x="3647540" y="5583215"/>
                  </a:lnTo>
                  <a:lnTo>
                    <a:pt x="3618153" y="5494666"/>
                  </a:lnTo>
                  <a:lnTo>
                    <a:pt x="3588835" y="5402402"/>
                  </a:lnTo>
                  <a:lnTo>
                    <a:pt x="3559542" y="5306663"/>
                  </a:lnTo>
                  <a:lnTo>
                    <a:pt x="3530244" y="5207748"/>
                  </a:lnTo>
                  <a:lnTo>
                    <a:pt x="3500921" y="5106016"/>
                  </a:lnTo>
                  <a:lnTo>
                    <a:pt x="3471561" y="5001878"/>
                  </a:lnTo>
                  <a:lnTo>
                    <a:pt x="3442165" y="4895790"/>
                  </a:lnTo>
                  <a:lnTo>
                    <a:pt x="3412736" y="4788249"/>
                  </a:lnTo>
                  <a:lnTo>
                    <a:pt x="3383284" y="4679784"/>
                  </a:lnTo>
                  <a:lnTo>
                    <a:pt x="3353823" y="4570941"/>
                  </a:lnTo>
                  <a:lnTo>
                    <a:pt x="3324366" y="4462274"/>
                  </a:lnTo>
                  <a:lnTo>
                    <a:pt x="3294927" y="4354333"/>
                  </a:lnTo>
                  <a:lnTo>
                    <a:pt x="3265518" y="4247655"/>
                  </a:lnTo>
                  <a:lnTo>
                    <a:pt x="3236145" y="4142749"/>
                  </a:lnTo>
                  <a:lnTo>
                    <a:pt x="3206809" y="4040087"/>
                  </a:lnTo>
                  <a:lnTo>
                    <a:pt x="3177504" y="3940099"/>
                  </a:lnTo>
                  <a:lnTo>
                    <a:pt x="3148212" y="3843161"/>
                  </a:lnTo>
                  <a:lnTo>
                    <a:pt x="3118908" y="3749596"/>
                  </a:lnTo>
                  <a:lnTo>
                    <a:pt x="3089552" y="3659666"/>
                  </a:lnTo>
                  <a:lnTo>
                    <a:pt x="3060091" y="3573573"/>
                  </a:lnTo>
                  <a:lnTo>
                    <a:pt x="3030457" y="3491461"/>
                  </a:lnTo>
                  <a:lnTo>
                    <a:pt x="3000565" y="3413415"/>
                  </a:lnTo>
                  <a:lnTo>
                    <a:pt x="2970312" y="3339467"/>
                  </a:lnTo>
                  <a:lnTo>
                    <a:pt x="2939570" y="3269597"/>
                  </a:lnTo>
                  <a:lnTo>
                    <a:pt x="2908191" y="3203741"/>
                  </a:lnTo>
                  <a:lnTo>
                    <a:pt x="2896531" y="3180658"/>
                  </a:lnTo>
                  <a:lnTo>
                    <a:pt x="2853542" y="3101941"/>
                  </a:lnTo>
                  <a:lnTo>
                    <a:pt x="2808540" y="3030007"/>
                  </a:lnTo>
                  <a:lnTo>
                    <a:pt x="2760967" y="2964616"/>
                  </a:lnTo>
                  <a:lnTo>
                    <a:pt x="2710211" y="2905312"/>
                  </a:lnTo>
                  <a:lnTo>
                    <a:pt x="2655635" y="2851541"/>
                  </a:lnTo>
                  <a:lnTo>
                    <a:pt x="2596616" y="2802734"/>
                  </a:lnTo>
                  <a:lnTo>
                    <a:pt x="2532582" y="2758352"/>
                  </a:lnTo>
                  <a:lnTo>
                    <a:pt x="2463070" y="2717923"/>
                  </a:lnTo>
                  <a:lnTo>
                    <a:pt x="2387795" y="2681051"/>
                  </a:lnTo>
                  <a:lnTo>
                    <a:pt x="2306749" y="2647432"/>
                  </a:lnTo>
                  <a:lnTo>
                    <a:pt x="2220308" y="2616852"/>
                  </a:lnTo>
                  <a:lnTo>
                    <a:pt x="2129353" y="2589194"/>
                  </a:lnTo>
                  <a:lnTo>
                    <a:pt x="2035371" y="2564418"/>
                  </a:lnTo>
                  <a:lnTo>
                    <a:pt x="1940508" y="2542551"/>
                  </a:lnTo>
                  <a:lnTo>
                    <a:pt x="1847527" y="2523653"/>
                  </a:lnTo>
                  <a:lnTo>
                    <a:pt x="1759625" y="2507777"/>
                  </a:lnTo>
                  <a:lnTo>
                    <a:pt x="1680114" y="2494927"/>
                  </a:lnTo>
                  <a:lnTo>
                    <a:pt x="1611969" y="2485011"/>
                  </a:lnTo>
                  <a:lnTo>
                    <a:pt x="1557358" y="2477819"/>
                  </a:lnTo>
                  <a:lnTo>
                    <a:pt x="1517236" y="2473016"/>
                  </a:lnTo>
                  <a:lnTo>
                    <a:pt x="1491129" y="2470166"/>
                  </a:lnTo>
                  <a:lnTo>
                    <a:pt x="1477119" y="2468767"/>
                  </a:lnTo>
                  <a:lnTo>
                    <a:pt x="1471987" y="2468296"/>
                  </a:lnTo>
                  <a:lnTo>
                    <a:pt x="1471387" y="2468245"/>
                  </a:lnTo>
                  <a:lnTo>
                    <a:pt x="0" y="2468245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63" name="pl63"/>
            <p:cNvSpPr/>
            <p:nvPr/>
          </p:nvSpPr>
          <p:spPr>
            <a:xfrm>
              <a:off x="4799595" y="4366795"/>
              <a:ext cx="11981298" cy="6742723"/>
            </a:xfrm>
            <a:custGeom>
              <a:avLst/>
              <a:pathLst>
                <a:path w="11981298" h="6742723">
                  <a:moveTo>
                    <a:pt x="0" y="2468245"/>
                  </a:moveTo>
                  <a:lnTo>
                    <a:pt x="1471387" y="2468245"/>
                  </a:lnTo>
                  <a:lnTo>
                    <a:pt x="1472313" y="2468325"/>
                  </a:lnTo>
                  <a:lnTo>
                    <a:pt x="1478425" y="2468892"/>
                  </a:lnTo>
                  <a:lnTo>
                    <a:pt x="1493926" y="2470459"/>
                  </a:lnTo>
                  <a:lnTo>
                    <a:pt x="1521866" y="2473547"/>
                  </a:lnTo>
                  <a:lnTo>
                    <a:pt x="1563973" y="2478652"/>
                  </a:lnTo>
                  <a:lnTo>
                    <a:pt x="1620521" y="2486199"/>
                  </a:lnTo>
                  <a:lnTo>
                    <a:pt x="1690369" y="2496506"/>
                  </a:lnTo>
                  <a:lnTo>
                    <a:pt x="1771216" y="2509767"/>
                  </a:lnTo>
                  <a:lnTo>
                    <a:pt x="1860008" y="2526058"/>
                  </a:lnTo>
                  <a:lnTo>
                    <a:pt x="1953429" y="2545365"/>
                  </a:lnTo>
                  <a:lnTo>
                    <a:pt x="2048321" y="2567633"/>
                  </a:lnTo>
                  <a:lnTo>
                    <a:pt x="2142001" y="2592803"/>
                  </a:lnTo>
                  <a:lnTo>
                    <a:pt x="2232413" y="2620857"/>
                  </a:lnTo>
                  <a:lnTo>
                    <a:pt x="2318156" y="2651843"/>
                  </a:lnTo>
                  <a:lnTo>
                    <a:pt x="2398426" y="2685893"/>
                  </a:lnTo>
                  <a:lnTo>
                    <a:pt x="2472905" y="2723230"/>
                  </a:lnTo>
                  <a:lnTo>
                    <a:pt x="2541647" y="2764174"/>
                  </a:lnTo>
                  <a:lnTo>
                    <a:pt x="2604965" y="2809131"/>
                  </a:lnTo>
                  <a:lnTo>
                    <a:pt x="2663342" y="2858584"/>
                  </a:lnTo>
                  <a:lnTo>
                    <a:pt x="2717358" y="2913078"/>
                  </a:lnTo>
                  <a:lnTo>
                    <a:pt x="2767642" y="2973182"/>
                  </a:lnTo>
                  <a:lnTo>
                    <a:pt x="2814828" y="3039443"/>
                  </a:lnTo>
                  <a:lnTo>
                    <a:pt x="2859524" y="3112297"/>
                  </a:lnTo>
                  <a:lnTo>
                    <a:pt x="2896531" y="3180658"/>
                  </a:lnTo>
                  <a:lnTo>
                    <a:pt x="2928187" y="3245072"/>
                  </a:lnTo>
                  <a:lnTo>
                    <a:pt x="2959143" y="3313466"/>
                  </a:lnTo>
                  <a:lnTo>
                    <a:pt x="2989559" y="3385919"/>
                  </a:lnTo>
                  <a:lnTo>
                    <a:pt x="3019570" y="3462469"/>
                  </a:lnTo>
                  <a:lnTo>
                    <a:pt x="3049287" y="3543102"/>
                  </a:lnTo>
                  <a:lnTo>
                    <a:pt x="3078802" y="3627754"/>
                  </a:lnTo>
                  <a:lnTo>
                    <a:pt x="3108190" y="3716302"/>
                  </a:lnTo>
                  <a:lnTo>
                    <a:pt x="3137508" y="3808566"/>
                  </a:lnTo>
                  <a:lnTo>
                    <a:pt x="3166800" y="3904305"/>
                  </a:lnTo>
                  <a:lnTo>
                    <a:pt x="3196098" y="4003220"/>
                  </a:lnTo>
                  <a:lnTo>
                    <a:pt x="3225421" y="4104952"/>
                  </a:lnTo>
                  <a:lnTo>
                    <a:pt x="3254781" y="4209091"/>
                  </a:lnTo>
                  <a:lnTo>
                    <a:pt x="3284177" y="4315179"/>
                  </a:lnTo>
                  <a:lnTo>
                    <a:pt x="3313606" y="4422719"/>
                  </a:lnTo>
                  <a:lnTo>
                    <a:pt x="3343058" y="4531184"/>
                  </a:lnTo>
                  <a:lnTo>
                    <a:pt x="3372519" y="4640027"/>
                  </a:lnTo>
                  <a:lnTo>
                    <a:pt x="3401976" y="4748694"/>
                  </a:lnTo>
                  <a:lnTo>
                    <a:pt x="3431415" y="4856635"/>
                  </a:lnTo>
                  <a:lnTo>
                    <a:pt x="3460824" y="4963313"/>
                  </a:lnTo>
                  <a:lnTo>
                    <a:pt x="3490197" y="5068219"/>
                  </a:lnTo>
                  <a:lnTo>
                    <a:pt x="3519533" y="5170881"/>
                  </a:lnTo>
                  <a:lnTo>
                    <a:pt x="3548838" y="5270869"/>
                  </a:lnTo>
                  <a:lnTo>
                    <a:pt x="3578130" y="5367807"/>
                  </a:lnTo>
                  <a:lnTo>
                    <a:pt x="3607434" y="5461372"/>
                  </a:lnTo>
                  <a:lnTo>
                    <a:pt x="3636790" y="5551302"/>
                  </a:lnTo>
                  <a:lnTo>
                    <a:pt x="3666251" y="5637395"/>
                  </a:lnTo>
                  <a:lnTo>
                    <a:pt x="3695885" y="5719507"/>
                  </a:lnTo>
                  <a:lnTo>
                    <a:pt x="3725777" y="5797553"/>
                  </a:lnTo>
                  <a:lnTo>
                    <a:pt x="3756030" y="5871501"/>
                  </a:lnTo>
                  <a:lnTo>
                    <a:pt x="3786772" y="5941371"/>
                  </a:lnTo>
                  <a:lnTo>
                    <a:pt x="3818151" y="6007227"/>
                  </a:lnTo>
                  <a:lnTo>
                    <a:pt x="3829811" y="6030310"/>
                  </a:lnTo>
                  <a:lnTo>
                    <a:pt x="3872801" y="6109027"/>
                  </a:lnTo>
                  <a:lnTo>
                    <a:pt x="3917802" y="6180961"/>
                  </a:lnTo>
                  <a:lnTo>
                    <a:pt x="3965375" y="6246352"/>
                  </a:lnTo>
                  <a:lnTo>
                    <a:pt x="4016131" y="6305656"/>
                  </a:lnTo>
                  <a:lnTo>
                    <a:pt x="4070707" y="6359427"/>
                  </a:lnTo>
                  <a:lnTo>
                    <a:pt x="4129726" y="6408235"/>
                  </a:lnTo>
                  <a:lnTo>
                    <a:pt x="4193760" y="6452616"/>
                  </a:lnTo>
                  <a:lnTo>
                    <a:pt x="4263273" y="6493045"/>
                  </a:lnTo>
                  <a:lnTo>
                    <a:pt x="4338547" y="6529917"/>
                  </a:lnTo>
                  <a:lnTo>
                    <a:pt x="4419593" y="6563536"/>
                  </a:lnTo>
                  <a:lnTo>
                    <a:pt x="4506034" y="6594116"/>
                  </a:lnTo>
                  <a:lnTo>
                    <a:pt x="4596989" y="6621774"/>
                  </a:lnTo>
                  <a:lnTo>
                    <a:pt x="4690971" y="6646550"/>
                  </a:lnTo>
                  <a:lnTo>
                    <a:pt x="4785834" y="6668417"/>
                  </a:lnTo>
                  <a:lnTo>
                    <a:pt x="4878815" y="6687316"/>
                  </a:lnTo>
                  <a:lnTo>
                    <a:pt x="4966717" y="6703191"/>
                  </a:lnTo>
                  <a:lnTo>
                    <a:pt x="5046228" y="6716041"/>
                  </a:lnTo>
                  <a:lnTo>
                    <a:pt x="5114373" y="6725957"/>
                  </a:lnTo>
                  <a:lnTo>
                    <a:pt x="5168984" y="6733149"/>
                  </a:lnTo>
                  <a:lnTo>
                    <a:pt x="5209106" y="6737952"/>
                  </a:lnTo>
                  <a:lnTo>
                    <a:pt x="5235213" y="6740802"/>
                  </a:lnTo>
                  <a:lnTo>
                    <a:pt x="5249223" y="6742201"/>
                  </a:lnTo>
                  <a:lnTo>
                    <a:pt x="5254355" y="6742672"/>
                  </a:lnTo>
                  <a:lnTo>
                    <a:pt x="5254955" y="6742723"/>
                  </a:lnTo>
                  <a:lnTo>
                    <a:pt x="6726343" y="6742723"/>
                  </a:lnTo>
                  <a:lnTo>
                    <a:pt x="6727113" y="6742619"/>
                  </a:lnTo>
                  <a:lnTo>
                    <a:pt x="6732214" y="6741879"/>
                  </a:lnTo>
                  <a:lnTo>
                    <a:pt x="6745213" y="6739835"/>
                  </a:lnTo>
                  <a:lnTo>
                    <a:pt x="6768794" y="6735803"/>
                  </a:lnTo>
                  <a:lnTo>
                    <a:pt x="6804637" y="6729124"/>
                  </a:lnTo>
                  <a:lnTo>
                    <a:pt x="6853301" y="6719209"/>
                  </a:lnTo>
                  <a:lnTo>
                    <a:pt x="6914214" y="6705591"/>
                  </a:lnTo>
                  <a:lnTo>
                    <a:pt x="6985808" y="6687952"/>
                  </a:lnTo>
                  <a:lnTo>
                    <a:pt x="7065779" y="6666128"/>
                  </a:lnTo>
                  <a:lnTo>
                    <a:pt x="7151436" y="6640080"/>
                  </a:lnTo>
                  <a:lnTo>
                    <a:pt x="7240040" y="6609859"/>
                  </a:lnTo>
                  <a:lnTo>
                    <a:pt x="7329093" y="6575548"/>
                  </a:lnTo>
                  <a:lnTo>
                    <a:pt x="7416516" y="6537210"/>
                  </a:lnTo>
                  <a:lnTo>
                    <a:pt x="7500738" y="6494854"/>
                  </a:lnTo>
                  <a:lnTo>
                    <a:pt x="7580695" y="6448397"/>
                  </a:lnTo>
                  <a:lnTo>
                    <a:pt x="7655776" y="6397653"/>
                  </a:lnTo>
                  <a:lnTo>
                    <a:pt x="7725741" y="6342321"/>
                  </a:lnTo>
                  <a:lnTo>
                    <a:pt x="7790635" y="6281984"/>
                  </a:lnTo>
                  <a:lnTo>
                    <a:pt x="7850708" y="6216118"/>
                  </a:lnTo>
                  <a:lnTo>
                    <a:pt x="7906348" y="6144101"/>
                  </a:lnTo>
                  <a:lnTo>
                    <a:pt x="7958026" y="6065232"/>
                  </a:lnTo>
                  <a:lnTo>
                    <a:pt x="8006258" y="5978769"/>
                  </a:lnTo>
                  <a:lnTo>
                    <a:pt x="8051571" y="5883975"/>
                  </a:lnTo>
                  <a:lnTo>
                    <a:pt x="8094480" y="5780212"/>
                  </a:lnTo>
                  <a:lnTo>
                    <a:pt x="8135465" y="5667060"/>
                  </a:lnTo>
                  <a:lnTo>
                    <a:pt x="8151487" y="5618936"/>
                  </a:lnTo>
                  <a:lnTo>
                    <a:pt x="8177130" y="5537299"/>
                  </a:lnTo>
                  <a:lnTo>
                    <a:pt x="8202294" y="5451582"/>
                  </a:lnTo>
                  <a:lnTo>
                    <a:pt x="8227068" y="5361708"/>
                  </a:lnTo>
                  <a:lnTo>
                    <a:pt x="8251529" y="5267628"/>
                  </a:lnTo>
                  <a:lnTo>
                    <a:pt x="8275744" y="5169325"/>
                  </a:lnTo>
                  <a:lnTo>
                    <a:pt x="8299771" y="5066814"/>
                  </a:lnTo>
                  <a:lnTo>
                    <a:pt x="8323658" y="4960148"/>
                  </a:lnTo>
                  <a:lnTo>
                    <a:pt x="8347446" y="4849416"/>
                  </a:lnTo>
                  <a:lnTo>
                    <a:pt x="8371170" y="4734746"/>
                  </a:lnTo>
                  <a:lnTo>
                    <a:pt x="8394858" y="4616307"/>
                  </a:lnTo>
                  <a:lnTo>
                    <a:pt x="8418531" y="4494310"/>
                  </a:lnTo>
                  <a:lnTo>
                    <a:pt x="8442206" y="4369002"/>
                  </a:lnTo>
                  <a:lnTo>
                    <a:pt x="8465894" y="4240672"/>
                  </a:lnTo>
                  <a:lnTo>
                    <a:pt x="8489604" y="4109646"/>
                  </a:lnTo>
                  <a:lnTo>
                    <a:pt x="8513338" y="3976282"/>
                  </a:lnTo>
                  <a:lnTo>
                    <a:pt x="8537096" y="3840970"/>
                  </a:lnTo>
                  <a:lnTo>
                    <a:pt x="8560876" y="3704123"/>
                  </a:lnTo>
                  <a:lnTo>
                    <a:pt x="8584673" y="3566180"/>
                  </a:lnTo>
                  <a:lnTo>
                    <a:pt x="8608480" y="3427589"/>
                  </a:lnTo>
                  <a:lnTo>
                    <a:pt x="8632290" y="3288810"/>
                  </a:lnTo>
                  <a:lnTo>
                    <a:pt x="8656096" y="3150307"/>
                  </a:lnTo>
                  <a:lnTo>
                    <a:pt x="8679890" y="3012537"/>
                  </a:lnTo>
                  <a:lnTo>
                    <a:pt x="8703666" y="2875949"/>
                  </a:lnTo>
                  <a:lnTo>
                    <a:pt x="8727420" y="2740975"/>
                  </a:lnTo>
                  <a:lnTo>
                    <a:pt x="8751149" y="2608026"/>
                  </a:lnTo>
                  <a:lnTo>
                    <a:pt x="8774855" y="2477485"/>
                  </a:lnTo>
                  <a:lnTo>
                    <a:pt x="8798540" y="2349705"/>
                  </a:lnTo>
                  <a:lnTo>
                    <a:pt x="8822214" y="2225004"/>
                  </a:lnTo>
                  <a:lnTo>
                    <a:pt x="8845888" y="2103663"/>
                  </a:lnTo>
                  <a:lnTo>
                    <a:pt x="8869581" y="1985925"/>
                  </a:lnTo>
                  <a:lnTo>
                    <a:pt x="8893315" y="1871990"/>
                  </a:lnTo>
                  <a:lnTo>
                    <a:pt x="8917119" y="1762021"/>
                  </a:lnTo>
                  <a:lnTo>
                    <a:pt x="8941029" y="1656137"/>
                  </a:lnTo>
                  <a:lnTo>
                    <a:pt x="8965087" y="1554422"/>
                  </a:lnTo>
                  <a:lnTo>
                    <a:pt x="8989344" y="1456920"/>
                  </a:lnTo>
                  <a:lnTo>
                    <a:pt x="9013859" y="1363640"/>
                  </a:lnTo>
                  <a:lnTo>
                    <a:pt x="9038701" y="1274559"/>
                  </a:lnTo>
                  <a:lnTo>
                    <a:pt x="9063949" y="1189624"/>
                  </a:lnTo>
                  <a:lnTo>
                    <a:pt x="9084767" y="1123787"/>
                  </a:lnTo>
                  <a:lnTo>
                    <a:pt x="9125100" y="1006831"/>
                  </a:lnTo>
                  <a:lnTo>
                    <a:pt x="9167182" y="899328"/>
                  </a:lnTo>
                  <a:lnTo>
                    <a:pt x="9211469" y="800998"/>
                  </a:lnTo>
                  <a:lnTo>
                    <a:pt x="9258465" y="711273"/>
                  </a:lnTo>
                  <a:lnTo>
                    <a:pt x="9308695" y="629443"/>
                  </a:lnTo>
                  <a:lnTo>
                    <a:pt x="9362684" y="554761"/>
                  </a:lnTo>
                  <a:lnTo>
                    <a:pt x="9420923" y="486504"/>
                  </a:lnTo>
                  <a:lnTo>
                    <a:pt x="9483841" y="424015"/>
                  </a:lnTo>
                  <a:lnTo>
                    <a:pt x="9551750" y="366728"/>
                  </a:lnTo>
                  <a:lnTo>
                    <a:pt x="9624786" y="314183"/>
                  </a:lnTo>
                  <a:lnTo>
                    <a:pt x="9702835" y="266033"/>
                  </a:lnTo>
                  <a:lnTo>
                    <a:pt x="9785445" y="222045"/>
                  </a:lnTo>
                  <a:lnTo>
                    <a:pt x="9871742" y="182096"/>
                  </a:lnTo>
                  <a:lnTo>
                    <a:pt x="9960361" y="146161"/>
                  </a:lnTo>
                  <a:lnTo>
                    <a:pt x="10049426" y="114287"/>
                  </a:lnTo>
                  <a:lnTo>
                    <a:pt x="10136588" y="86554"/>
                  </a:lnTo>
                  <a:lnTo>
                    <a:pt x="10219177" y="63031"/>
                  </a:lnTo>
                  <a:lnTo>
                    <a:pt x="10294442" y="43722"/>
                  </a:lnTo>
                  <a:lnTo>
                    <a:pt x="10359883" y="28518"/>
                  </a:lnTo>
                  <a:lnTo>
                    <a:pt x="10413598" y="17164"/>
                  </a:lnTo>
                  <a:lnTo>
                    <a:pt x="10454589" y="9249"/>
                  </a:lnTo>
                  <a:lnTo>
                    <a:pt x="10482956" y="4230"/>
                  </a:lnTo>
                  <a:lnTo>
                    <a:pt x="10499937" y="1470"/>
                  </a:lnTo>
                  <a:lnTo>
                    <a:pt x="10507830" y="288"/>
                  </a:lnTo>
                  <a:lnTo>
                    <a:pt x="10509859" y="6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4" name="pl64"/>
            <p:cNvSpPr/>
            <p:nvPr/>
          </p:nvSpPr>
          <p:spPr>
            <a:xfrm>
              <a:off x="4799595" y="4358622"/>
              <a:ext cx="11981298" cy="6742723"/>
            </a:xfrm>
            <a:custGeom>
              <a:avLst/>
              <a:pathLst>
                <a:path w="11981298" h="6742723">
                  <a:moveTo>
                    <a:pt x="11981298" y="0"/>
                  </a:moveTo>
                  <a:lnTo>
                    <a:pt x="10509911" y="0"/>
                  </a:lnTo>
                  <a:lnTo>
                    <a:pt x="10509141" y="104"/>
                  </a:lnTo>
                  <a:lnTo>
                    <a:pt x="10504039" y="844"/>
                  </a:lnTo>
                  <a:lnTo>
                    <a:pt x="10491040" y="2888"/>
                  </a:lnTo>
                  <a:lnTo>
                    <a:pt x="10467459" y="6919"/>
                  </a:lnTo>
                  <a:lnTo>
                    <a:pt x="10431616" y="13599"/>
                  </a:lnTo>
                  <a:lnTo>
                    <a:pt x="10382952" y="23514"/>
                  </a:lnTo>
                  <a:lnTo>
                    <a:pt x="10322039" y="37131"/>
                  </a:lnTo>
                  <a:lnTo>
                    <a:pt x="10250446" y="54770"/>
                  </a:lnTo>
                  <a:lnTo>
                    <a:pt x="10170474" y="76595"/>
                  </a:lnTo>
                  <a:lnTo>
                    <a:pt x="10084818" y="102642"/>
                  </a:lnTo>
                  <a:lnTo>
                    <a:pt x="9996213" y="132863"/>
                  </a:lnTo>
                  <a:lnTo>
                    <a:pt x="9907161" y="167175"/>
                  </a:lnTo>
                  <a:lnTo>
                    <a:pt x="9819738" y="205513"/>
                  </a:lnTo>
                  <a:lnTo>
                    <a:pt x="9735515" y="247869"/>
                  </a:lnTo>
                  <a:lnTo>
                    <a:pt x="9655558" y="294326"/>
                  </a:lnTo>
                  <a:lnTo>
                    <a:pt x="9580477" y="345070"/>
                  </a:lnTo>
                  <a:lnTo>
                    <a:pt x="9510513" y="400402"/>
                  </a:lnTo>
                  <a:lnTo>
                    <a:pt x="9445619" y="460739"/>
                  </a:lnTo>
                  <a:lnTo>
                    <a:pt x="9385545" y="526604"/>
                  </a:lnTo>
                  <a:lnTo>
                    <a:pt x="9329905" y="598622"/>
                  </a:lnTo>
                  <a:lnTo>
                    <a:pt x="9278227" y="677490"/>
                  </a:lnTo>
                  <a:lnTo>
                    <a:pt x="9229995" y="763954"/>
                  </a:lnTo>
                  <a:lnTo>
                    <a:pt x="9184682" y="858747"/>
                  </a:lnTo>
                  <a:lnTo>
                    <a:pt x="9141773" y="962511"/>
                  </a:lnTo>
                  <a:lnTo>
                    <a:pt x="9100788" y="1075662"/>
                  </a:lnTo>
                  <a:lnTo>
                    <a:pt x="9084767" y="1123787"/>
                  </a:lnTo>
                  <a:lnTo>
                    <a:pt x="9059123" y="1205423"/>
                  </a:lnTo>
                  <a:lnTo>
                    <a:pt x="9033959" y="1291140"/>
                  </a:lnTo>
                  <a:lnTo>
                    <a:pt x="9009185" y="1381014"/>
                  </a:lnTo>
                  <a:lnTo>
                    <a:pt x="8984724" y="1475094"/>
                  </a:lnTo>
                  <a:lnTo>
                    <a:pt x="8960509" y="1573397"/>
                  </a:lnTo>
                  <a:lnTo>
                    <a:pt x="8936482" y="1675908"/>
                  </a:lnTo>
                  <a:lnTo>
                    <a:pt x="8912595" y="1782574"/>
                  </a:lnTo>
                  <a:lnTo>
                    <a:pt x="8888807" y="1893307"/>
                  </a:lnTo>
                  <a:lnTo>
                    <a:pt x="8865083" y="2007977"/>
                  </a:lnTo>
                  <a:lnTo>
                    <a:pt x="8841396" y="2126415"/>
                  </a:lnTo>
                  <a:lnTo>
                    <a:pt x="8817723" y="2248413"/>
                  </a:lnTo>
                  <a:lnTo>
                    <a:pt x="8794048" y="2373721"/>
                  </a:lnTo>
                  <a:lnTo>
                    <a:pt x="8770359" y="2502050"/>
                  </a:lnTo>
                  <a:lnTo>
                    <a:pt x="8746649" y="2633077"/>
                  </a:lnTo>
                  <a:lnTo>
                    <a:pt x="8722915" y="2766441"/>
                  </a:lnTo>
                  <a:lnTo>
                    <a:pt x="8699157" y="2901753"/>
                  </a:lnTo>
                  <a:lnTo>
                    <a:pt x="8675377" y="3038599"/>
                  </a:lnTo>
                  <a:lnTo>
                    <a:pt x="8651580" y="3176543"/>
                  </a:lnTo>
                  <a:lnTo>
                    <a:pt x="8627773" y="3315134"/>
                  </a:lnTo>
                  <a:lnTo>
                    <a:pt x="8603963" y="3453912"/>
                  </a:lnTo>
                  <a:lnTo>
                    <a:pt x="8580157" y="3592415"/>
                  </a:lnTo>
                  <a:lnTo>
                    <a:pt x="8556363" y="3730185"/>
                  </a:lnTo>
                  <a:lnTo>
                    <a:pt x="8532587" y="3866773"/>
                  </a:lnTo>
                  <a:lnTo>
                    <a:pt x="8508833" y="4001747"/>
                  </a:lnTo>
                  <a:lnTo>
                    <a:pt x="8485104" y="4134697"/>
                  </a:lnTo>
                  <a:lnTo>
                    <a:pt x="8461398" y="4265238"/>
                  </a:lnTo>
                  <a:lnTo>
                    <a:pt x="8437713" y="4393018"/>
                  </a:lnTo>
                  <a:lnTo>
                    <a:pt x="8414039" y="4517719"/>
                  </a:lnTo>
                  <a:lnTo>
                    <a:pt x="8390365" y="4639059"/>
                  </a:lnTo>
                  <a:lnTo>
                    <a:pt x="8366672" y="4756798"/>
                  </a:lnTo>
                  <a:lnTo>
                    <a:pt x="8342939" y="4870732"/>
                  </a:lnTo>
                  <a:lnTo>
                    <a:pt x="8319134" y="4980702"/>
                  </a:lnTo>
                  <a:lnTo>
                    <a:pt x="8295225" y="5086585"/>
                  </a:lnTo>
                  <a:lnTo>
                    <a:pt x="8271166" y="5188301"/>
                  </a:lnTo>
                  <a:lnTo>
                    <a:pt x="8246909" y="5285803"/>
                  </a:lnTo>
                  <a:lnTo>
                    <a:pt x="8222394" y="5379082"/>
                  </a:lnTo>
                  <a:lnTo>
                    <a:pt x="8197552" y="5468163"/>
                  </a:lnTo>
                  <a:lnTo>
                    <a:pt x="8172304" y="5553099"/>
                  </a:lnTo>
                  <a:lnTo>
                    <a:pt x="8151487" y="5618936"/>
                  </a:lnTo>
                  <a:lnTo>
                    <a:pt x="8111153" y="5735892"/>
                  </a:lnTo>
                  <a:lnTo>
                    <a:pt x="8069071" y="5843395"/>
                  </a:lnTo>
                  <a:lnTo>
                    <a:pt x="8024784" y="5941724"/>
                  </a:lnTo>
                  <a:lnTo>
                    <a:pt x="7977788" y="6031449"/>
                  </a:lnTo>
                  <a:lnTo>
                    <a:pt x="7927558" y="6113279"/>
                  </a:lnTo>
                  <a:lnTo>
                    <a:pt x="7873570" y="6187962"/>
                  </a:lnTo>
                  <a:lnTo>
                    <a:pt x="7815330" y="6256219"/>
                  </a:lnTo>
                  <a:lnTo>
                    <a:pt x="7752412" y="6318708"/>
                  </a:lnTo>
                  <a:lnTo>
                    <a:pt x="7684503" y="6375995"/>
                  </a:lnTo>
                  <a:lnTo>
                    <a:pt x="7611467" y="6428539"/>
                  </a:lnTo>
                  <a:lnTo>
                    <a:pt x="7533418" y="6476690"/>
                  </a:lnTo>
                  <a:lnTo>
                    <a:pt x="7450808" y="6520678"/>
                  </a:lnTo>
                  <a:lnTo>
                    <a:pt x="7364512" y="6560627"/>
                  </a:lnTo>
                  <a:lnTo>
                    <a:pt x="7275892" y="6596561"/>
                  </a:lnTo>
                  <a:lnTo>
                    <a:pt x="7186828" y="6628436"/>
                  </a:lnTo>
                  <a:lnTo>
                    <a:pt x="7099665" y="6656169"/>
                  </a:lnTo>
                  <a:lnTo>
                    <a:pt x="7017077" y="6679692"/>
                  </a:lnTo>
                  <a:lnTo>
                    <a:pt x="6941811" y="6699000"/>
                  </a:lnTo>
                  <a:lnTo>
                    <a:pt x="6876370" y="6714204"/>
                  </a:lnTo>
                  <a:lnTo>
                    <a:pt x="6822656" y="6725559"/>
                  </a:lnTo>
                  <a:lnTo>
                    <a:pt x="6781664" y="6733473"/>
                  </a:lnTo>
                  <a:lnTo>
                    <a:pt x="6753297" y="6738492"/>
                  </a:lnTo>
                  <a:lnTo>
                    <a:pt x="6736316" y="6741253"/>
                  </a:lnTo>
                  <a:lnTo>
                    <a:pt x="6728423" y="6742435"/>
                  </a:lnTo>
                  <a:lnTo>
                    <a:pt x="6726394" y="6742716"/>
                  </a:lnTo>
                  <a:lnTo>
                    <a:pt x="6726343" y="6742723"/>
                  </a:lnTo>
                  <a:lnTo>
                    <a:pt x="5254955" y="6742723"/>
                  </a:lnTo>
                  <a:lnTo>
                    <a:pt x="5254029" y="6742643"/>
                  </a:lnTo>
                  <a:lnTo>
                    <a:pt x="5247917" y="6742076"/>
                  </a:lnTo>
                  <a:lnTo>
                    <a:pt x="5232416" y="6740509"/>
                  </a:lnTo>
                  <a:lnTo>
                    <a:pt x="5204476" y="6737421"/>
                  </a:lnTo>
                  <a:lnTo>
                    <a:pt x="5162369" y="6732316"/>
                  </a:lnTo>
                  <a:lnTo>
                    <a:pt x="5105821" y="6724769"/>
                  </a:lnTo>
                  <a:lnTo>
                    <a:pt x="5035973" y="6714462"/>
                  </a:lnTo>
                  <a:lnTo>
                    <a:pt x="4955127" y="6701201"/>
                  </a:lnTo>
                  <a:lnTo>
                    <a:pt x="4866334" y="6684910"/>
                  </a:lnTo>
                  <a:lnTo>
                    <a:pt x="4772914" y="6665603"/>
                  </a:lnTo>
                  <a:lnTo>
                    <a:pt x="4678021" y="6643335"/>
                  </a:lnTo>
                  <a:lnTo>
                    <a:pt x="4584341" y="6618165"/>
                  </a:lnTo>
                  <a:lnTo>
                    <a:pt x="4493929" y="6590111"/>
                  </a:lnTo>
                  <a:lnTo>
                    <a:pt x="4408186" y="6559125"/>
                  </a:lnTo>
                  <a:lnTo>
                    <a:pt x="4327917" y="6525076"/>
                  </a:lnTo>
                  <a:lnTo>
                    <a:pt x="4253437" y="6487738"/>
                  </a:lnTo>
                  <a:lnTo>
                    <a:pt x="4184695" y="6446794"/>
                  </a:lnTo>
                  <a:lnTo>
                    <a:pt x="4121377" y="6401837"/>
                  </a:lnTo>
                  <a:lnTo>
                    <a:pt x="4063000" y="6352384"/>
                  </a:lnTo>
                  <a:lnTo>
                    <a:pt x="4008984" y="6297891"/>
                  </a:lnTo>
                  <a:lnTo>
                    <a:pt x="3958700" y="6237786"/>
                  </a:lnTo>
                  <a:lnTo>
                    <a:pt x="3911514" y="6171525"/>
                  </a:lnTo>
                  <a:lnTo>
                    <a:pt x="3866819" y="6098671"/>
                  </a:lnTo>
                  <a:lnTo>
                    <a:pt x="3829811" y="6030310"/>
                  </a:lnTo>
                  <a:lnTo>
                    <a:pt x="3798155" y="5965896"/>
                  </a:lnTo>
                  <a:lnTo>
                    <a:pt x="3767199" y="5897502"/>
                  </a:lnTo>
                  <a:lnTo>
                    <a:pt x="3736783" y="5825049"/>
                  </a:lnTo>
                  <a:lnTo>
                    <a:pt x="3706773" y="5748499"/>
                  </a:lnTo>
                  <a:lnTo>
                    <a:pt x="3677055" y="5667866"/>
                  </a:lnTo>
                  <a:lnTo>
                    <a:pt x="3647540" y="5583215"/>
                  </a:lnTo>
                  <a:lnTo>
                    <a:pt x="3618153" y="5494666"/>
                  </a:lnTo>
                  <a:lnTo>
                    <a:pt x="3588835" y="5402402"/>
                  </a:lnTo>
                  <a:lnTo>
                    <a:pt x="3559542" y="5306663"/>
                  </a:lnTo>
                  <a:lnTo>
                    <a:pt x="3530244" y="5207748"/>
                  </a:lnTo>
                  <a:lnTo>
                    <a:pt x="3500921" y="5106016"/>
                  </a:lnTo>
                  <a:lnTo>
                    <a:pt x="3471561" y="5001878"/>
                  </a:lnTo>
                  <a:lnTo>
                    <a:pt x="3442165" y="4895790"/>
                  </a:lnTo>
                  <a:lnTo>
                    <a:pt x="3412736" y="4788249"/>
                  </a:lnTo>
                  <a:lnTo>
                    <a:pt x="3383284" y="4679784"/>
                  </a:lnTo>
                  <a:lnTo>
                    <a:pt x="3353823" y="4570941"/>
                  </a:lnTo>
                  <a:lnTo>
                    <a:pt x="3324366" y="4462274"/>
                  </a:lnTo>
                  <a:lnTo>
                    <a:pt x="3294927" y="4354333"/>
                  </a:lnTo>
                  <a:lnTo>
                    <a:pt x="3265518" y="4247655"/>
                  </a:lnTo>
                  <a:lnTo>
                    <a:pt x="3236145" y="4142749"/>
                  </a:lnTo>
                  <a:lnTo>
                    <a:pt x="3206809" y="4040087"/>
                  </a:lnTo>
                  <a:lnTo>
                    <a:pt x="3177504" y="3940099"/>
                  </a:lnTo>
                  <a:lnTo>
                    <a:pt x="3148212" y="3843161"/>
                  </a:lnTo>
                  <a:lnTo>
                    <a:pt x="3118908" y="3749596"/>
                  </a:lnTo>
                  <a:lnTo>
                    <a:pt x="3089552" y="3659666"/>
                  </a:lnTo>
                  <a:lnTo>
                    <a:pt x="3060091" y="3573573"/>
                  </a:lnTo>
                  <a:lnTo>
                    <a:pt x="3030457" y="3491461"/>
                  </a:lnTo>
                  <a:lnTo>
                    <a:pt x="3000565" y="3413415"/>
                  </a:lnTo>
                  <a:lnTo>
                    <a:pt x="2970312" y="3339467"/>
                  </a:lnTo>
                  <a:lnTo>
                    <a:pt x="2939570" y="3269597"/>
                  </a:lnTo>
                  <a:lnTo>
                    <a:pt x="2908191" y="3203741"/>
                  </a:lnTo>
                  <a:lnTo>
                    <a:pt x="2896531" y="3180658"/>
                  </a:lnTo>
                  <a:lnTo>
                    <a:pt x="2853542" y="3101941"/>
                  </a:lnTo>
                  <a:lnTo>
                    <a:pt x="2808540" y="3030007"/>
                  </a:lnTo>
                  <a:lnTo>
                    <a:pt x="2760967" y="2964616"/>
                  </a:lnTo>
                  <a:lnTo>
                    <a:pt x="2710211" y="2905312"/>
                  </a:lnTo>
                  <a:lnTo>
                    <a:pt x="2655635" y="2851541"/>
                  </a:lnTo>
                  <a:lnTo>
                    <a:pt x="2596616" y="2802734"/>
                  </a:lnTo>
                  <a:lnTo>
                    <a:pt x="2532582" y="2758352"/>
                  </a:lnTo>
                  <a:lnTo>
                    <a:pt x="2463070" y="2717923"/>
                  </a:lnTo>
                  <a:lnTo>
                    <a:pt x="2387795" y="2681051"/>
                  </a:lnTo>
                  <a:lnTo>
                    <a:pt x="2306749" y="2647432"/>
                  </a:lnTo>
                  <a:lnTo>
                    <a:pt x="2220308" y="2616852"/>
                  </a:lnTo>
                  <a:lnTo>
                    <a:pt x="2129353" y="2589194"/>
                  </a:lnTo>
                  <a:lnTo>
                    <a:pt x="2035371" y="2564418"/>
                  </a:lnTo>
                  <a:lnTo>
                    <a:pt x="1940508" y="2542551"/>
                  </a:lnTo>
                  <a:lnTo>
                    <a:pt x="1847527" y="2523653"/>
                  </a:lnTo>
                  <a:lnTo>
                    <a:pt x="1759625" y="2507777"/>
                  </a:lnTo>
                  <a:lnTo>
                    <a:pt x="1680114" y="2494927"/>
                  </a:lnTo>
                  <a:lnTo>
                    <a:pt x="1611969" y="2485011"/>
                  </a:lnTo>
                  <a:lnTo>
                    <a:pt x="1557358" y="2477819"/>
                  </a:lnTo>
                  <a:lnTo>
                    <a:pt x="1517236" y="2473016"/>
                  </a:lnTo>
                  <a:lnTo>
                    <a:pt x="1491129" y="2470166"/>
                  </a:lnTo>
                  <a:lnTo>
                    <a:pt x="1477119" y="2468767"/>
                  </a:lnTo>
                  <a:lnTo>
                    <a:pt x="1471987" y="2468296"/>
                  </a:lnTo>
                  <a:lnTo>
                    <a:pt x="1471387" y="2468245"/>
                  </a:lnTo>
                  <a:lnTo>
                    <a:pt x="0" y="246824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5" name="pg65"/>
            <p:cNvSpPr/>
            <p:nvPr/>
          </p:nvSpPr>
          <p:spPr>
            <a:xfrm>
              <a:off x="4799595" y="6835040"/>
              <a:ext cx="11981298" cy="4405246"/>
            </a:xfrm>
            <a:custGeom>
              <a:avLst/>
              <a:pathLst>
                <a:path w="11981298" h="4405246">
                  <a:moveTo>
                    <a:pt x="0" y="8172"/>
                  </a:moveTo>
                  <a:lnTo>
                    <a:pt x="1471387" y="8172"/>
                  </a:lnTo>
                  <a:lnTo>
                    <a:pt x="1472311" y="8253"/>
                  </a:lnTo>
                  <a:lnTo>
                    <a:pt x="1478410" y="8823"/>
                  </a:lnTo>
                  <a:lnTo>
                    <a:pt x="1493879" y="10398"/>
                  </a:lnTo>
                  <a:lnTo>
                    <a:pt x="1521764" y="13503"/>
                  </a:lnTo>
                  <a:lnTo>
                    <a:pt x="1563792" y="18636"/>
                  </a:lnTo>
                  <a:lnTo>
                    <a:pt x="1620241" y="26225"/>
                  </a:lnTo>
                  <a:lnTo>
                    <a:pt x="1689980" y="36589"/>
                  </a:lnTo>
                  <a:lnTo>
                    <a:pt x="1770714" y="49925"/>
                  </a:lnTo>
                  <a:lnTo>
                    <a:pt x="1859403" y="66309"/>
                  </a:lnTo>
                  <a:lnTo>
                    <a:pt x="1952734" y="85729"/>
                  </a:lnTo>
                  <a:lnTo>
                    <a:pt x="2047557" y="108128"/>
                  </a:lnTo>
                  <a:lnTo>
                    <a:pt x="2141188" y="133447"/>
                  </a:lnTo>
                  <a:lnTo>
                    <a:pt x="2231570" y="161669"/>
                  </a:lnTo>
                  <a:lnTo>
                    <a:pt x="2317302" y="192838"/>
                  </a:lnTo>
                  <a:lnTo>
                    <a:pt x="2397573" y="227089"/>
                  </a:lnTo>
                  <a:lnTo>
                    <a:pt x="2472064" y="264646"/>
                  </a:lnTo>
                  <a:lnTo>
                    <a:pt x="2540824" y="305827"/>
                  </a:lnTo>
                  <a:lnTo>
                    <a:pt x="2604162" y="351039"/>
                  </a:lnTo>
                  <a:lnTo>
                    <a:pt x="2662559" y="400769"/>
                  </a:lnTo>
                  <a:lnTo>
                    <a:pt x="2716594" y="455562"/>
                  </a:lnTo>
                  <a:lnTo>
                    <a:pt x="2766892" y="515992"/>
                  </a:lnTo>
                  <a:lnTo>
                    <a:pt x="2814087" y="582609"/>
                  </a:lnTo>
                  <a:lnTo>
                    <a:pt x="2858787" y="655855"/>
                  </a:lnTo>
                  <a:lnTo>
                    <a:pt x="2896531" y="726034"/>
                  </a:lnTo>
                  <a:lnTo>
                    <a:pt x="2928079" y="790711"/>
                  </a:lnTo>
                  <a:lnTo>
                    <a:pt x="2958932" y="859370"/>
                  </a:lnTo>
                  <a:lnTo>
                    <a:pt x="2989247" y="932091"/>
                  </a:lnTo>
                  <a:lnTo>
                    <a:pt x="3019159" y="1008912"/>
                  </a:lnTo>
                  <a:lnTo>
                    <a:pt x="3048778" y="1089819"/>
                  </a:lnTo>
                  <a:lnTo>
                    <a:pt x="3078195" y="1174750"/>
                  </a:lnTo>
                  <a:lnTo>
                    <a:pt x="3107484" y="1263583"/>
                  </a:lnTo>
                  <a:lnTo>
                    <a:pt x="3136702" y="1356140"/>
                  </a:lnTo>
                  <a:lnTo>
                    <a:pt x="3165894" y="1452182"/>
                  </a:lnTo>
                  <a:lnTo>
                    <a:pt x="3195091" y="1551412"/>
                  </a:lnTo>
                  <a:lnTo>
                    <a:pt x="3224312" y="1653474"/>
                  </a:lnTo>
                  <a:lnTo>
                    <a:pt x="3253569" y="1757962"/>
                  </a:lnTo>
                  <a:lnTo>
                    <a:pt x="3282863" y="1864420"/>
                  </a:lnTo>
                  <a:lnTo>
                    <a:pt x="3312189" y="1972354"/>
                  </a:lnTo>
                  <a:lnTo>
                    <a:pt x="3341539" y="2081240"/>
                  </a:lnTo>
                  <a:lnTo>
                    <a:pt x="3370899" y="2190533"/>
                  </a:lnTo>
                  <a:lnTo>
                    <a:pt x="3400255" y="2299680"/>
                  </a:lnTo>
                  <a:lnTo>
                    <a:pt x="3429594" y="2408132"/>
                  </a:lnTo>
                  <a:lnTo>
                    <a:pt x="3458905" y="2515352"/>
                  </a:lnTo>
                  <a:lnTo>
                    <a:pt x="3488179" y="2620833"/>
                  </a:lnTo>
                  <a:lnTo>
                    <a:pt x="3517417" y="2724098"/>
                  </a:lnTo>
                  <a:lnTo>
                    <a:pt x="3546623" y="2824716"/>
                  </a:lnTo>
                  <a:lnTo>
                    <a:pt x="3575814" y="2922309"/>
                  </a:lnTo>
                  <a:lnTo>
                    <a:pt x="3605015" y="3016550"/>
                  </a:lnTo>
                  <a:lnTo>
                    <a:pt x="3634265" y="3107172"/>
                  </a:lnTo>
                  <a:lnTo>
                    <a:pt x="3663613" y="3193969"/>
                  </a:lnTo>
                  <a:lnTo>
                    <a:pt x="3693126" y="3276794"/>
                  </a:lnTo>
                  <a:lnTo>
                    <a:pt x="3722886" y="3355554"/>
                  </a:lnTo>
                  <a:lnTo>
                    <a:pt x="3752995" y="3430215"/>
                  </a:lnTo>
                  <a:lnTo>
                    <a:pt x="3783575" y="3500790"/>
                  </a:lnTo>
                  <a:lnTo>
                    <a:pt x="3814772" y="3567341"/>
                  </a:lnTo>
                  <a:lnTo>
                    <a:pt x="3829811" y="3597481"/>
                  </a:lnTo>
                  <a:lnTo>
                    <a:pt x="3872768" y="3676744"/>
                  </a:lnTo>
                  <a:lnTo>
                    <a:pt x="3917735" y="3749183"/>
                  </a:lnTo>
                  <a:lnTo>
                    <a:pt x="3965267" y="3815037"/>
                  </a:lnTo>
                  <a:lnTo>
                    <a:pt x="4015977" y="3874766"/>
                  </a:lnTo>
                  <a:lnTo>
                    <a:pt x="4070499" y="3928926"/>
                  </a:lnTo>
                  <a:lnTo>
                    <a:pt x="4129456" y="3978089"/>
                  </a:lnTo>
                  <a:lnTo>
                    <a:pt x="4193417" y="4022797"/>
                  </a:lnTo>
                  <a:lnTo>
                    <a:pt x="4262848" y="4063526"/>
                  </a:lnTo>
                  <a:lnTo>
                    <a:pt x="4338031" y="4100674"/>
                  </a:lnTo>
                  <a:lnTo>
                    <a:pt x="4418978" y="4134548"/>
                  </a:lnTo>
                  <a:lnTo>
                    <a:pt x="4505317" y="4165362"/>
                  </a:lnTo>
                  <a:lnTo>
                    <a:pt x="4596172" y="4193236"/>
                  </a:lnTo>
                  <a:lnTo>
                    <a:pt x="4690066" y="4218210"/>
                  </a:lnTo>
                  <a:lnTo>
                    <a:pt x="4784863" y="4240257"/>
                  </a:lnTo>
                  <a:lnTo>
                    <a:pt x="4877813" y="4259318"/>
                  </a:lnTo>
                  <a:lnTo>
                    <a:pt x="4965727" y="4275338"/>
                  </a:lnTo>
                  <a:lnTo>
                    <a:pt x="5045301" y="4288314"/>
                  </a:lnTo>
                  <a:lnTo>
                    <a:pt x="5113557" y="4298335"/>
                  </a:lnTo>
                  <a:lnTo>
                    <a:pt x="5168322" y="4305612"/>
                  </a:lnTo>
                  <a:lnTo>
                    <a:pt x="5208622" y="4310479"/>
                  </a:lnTo>
                  <a:lnTo>
                    <a:pt x="5234909" y="4313375"/>
                  </a:lnTo>
                  <a:lnTo>
                    <a:pt x="5249078" y="4314803"/>
                  </a:lnTo>
                  <a:lnTo>
                    <a:pt x="5254320" y="4315288"/>
                  </a:lnTo>
                  <a:lnTo>
                    <a:pt x="5254955" y="4315343"/>
                  </a:lnTo>
                  <a:lnTo>
                    <a:pt x="6726343" y="4315343"/>
                  </a:lnTo>
                  <a:lnTo>
                    <a:pt x="6727580" y="4315345"/>
                  </a:lnTo>
                  <a:lnTo>
                    <a:pt x="6735702" y="4315361"/>
                  </a:lnTo>
                  <a:lnTo>
                    <a:pt x="6756121" y="4315405"/>
                  </a:lnTo>
                  <a:lnTo>
                    <a:pt x="6792497" y="4315493"/>
                  </a:lnTo>
                  <a:lnTo>
                    <a:pt x="6846448" y="4315637"/>
                  </a:lnTo>
                  <a:lnTo>
                    <a:pt x="6917440" y="4315848"/>
                  </a:lnTo>
                  <a:lnTo>
                    <a:pt x="7003004" y="4316133"/>
                  </a:lnTo>
                  <a:lnTo>
                    <a:pt x="7099316" y="4316495"/>
                  </a:lnTo>
                  <a:lnTo>
                    <a:pt x="7201958" y="4316935"/>
                  </a:lnTo>
                  <a:lnTo>
                    <a:pt x="7306650" y="4317451"/>
                  </a:lnTo>
                  <a:lnTo>
                    <a:pt x="7409776" y="4318041"/>
                  </a:lnTo>
                  <a:lnTo>
                    <a:pt x="7508653" y="4318705"/>
                  </a:lnTo>
                  <a:lnTo>
                    <a:pt x="7601556" y="4319445"/>
                  </a:lnTo>
                  <a:lnTo>
                    <a:pt x="7687609" y="4320265"/>
                  </a:lnTo>
                  <a:lnTo>
                    <a:pt x="7766600" y="4321172"/>
                  </a:lnTo>
                  <a:lnTo>
                    <a:pt x="7838788" y="4322178"/>
                  </a:lnTo>
                  <a:lnTo>
                    <a:pt x="7904741" y="4323294"/>
                  </a:lnTo>
                  <a:lnTo>
                    <a:pt x="7965208" y="4324536"/>
                  </a:lnTo>
                  <a:lnTo>
                    <a:pt x="8021026" y="4325920"/>
                  </a:lnTo>
                  <a:lnTo>
                    <a:pt x="8073045" y="4327461"/>
                  </a:lnTo>
                  <a:lnTo>
                    <a:pt x="8122080" y="4329171"/>
                  </a:lnTo>
                  <a:lnTo>
                    <a:pt x="8151487" y="4330326"/>
                  </a:lnTo>
                  <a:lnTo>
                    <a:pt x="8207667" y="4332812"/>
                  </a:lnTo>
                  <a:lnTo>
                    <a:pt x="8262000" y="4335569"/>
                  </a:lnTo>
                  <a:lnTo>
                    <a:pt x="8315238" y="4338602"/>
                  </a:lnTo>
                  <a:lnTo>
                    <a:pt x="8367913" y="4341903"/>
                  </a:lnTo>
                  <a:lnTo>
                    <a:pt x="8420383" y="4345451"/>
                  </a:lnTo>
                  <a:lnTo>
                    <a:pt x="8472860" y="4349213"/>
                  </a:lnTo>
                  <a:lnTo>
                    <a:pt x="8525441" y="4353145"/>
                  </a:lnTo>
                  <a:lnTo>
                    <a:pt x="8578132" y="4357190"/>
                  </a:lnTo>
                  <a:lnTo>
                    <a:pt x="8630882" y="4361285"/>
                  </a:lnTo>
                  <a:lnTo>
                    <a:pt x="8683613" y="4365365"/>
                  </a:lnTo>
                  <a:lnTo>
                    <a:pt x="8736254" y="4369362"/>
                  </a:lnTo>
                  <a:lnTo>
                    <a:pt x="8788779" y="4373219"/>
                  </a:lnTo>
                  <a:lnTo>
                    <a:pt x="8841234" y="4376882"/>
                  </a:lnTo>
                  <a:lnTo>
                    <a:pt x="8893769" y="4380314"/>
                  </a:lnTo>
                  <a:lnTo>
                    <a:pt x="8946661" y="4383487"/>
                  </a:lnTo>
                  <a:lnTo>
                    <a:pt x="9000350" y="4386387"/>
                  </a:lnTo>
                  <a:lnTo>
                    <a:pt x="9055467" y="4389012"/>
                  </a:lnTo>
                  <a:lnTo>
                    <a:pt x="9084767" y="4390262"/>
                  </a:lnTo>
                  <a:lnTo>
                    <a:pt x="9132314" y="4392081"/>
                  </a:lnTo>
                  <a:lnTo>
                    <a:pt x="9182381" y="4393726"/>
                  </a:lnTo>
                  <a:lnTo>
                    <a:pt x="9235730" y="4395206"/>
                  </a:lnTo>
                  <a:lnTo>
                    <a:pt x="9293195" y="4396535"/>
                  </a:lnTo>
                  <a:lnTo>
                    <a:pt x="9355631" y="4397728"/>
                  </a:lnTo>
                  <a:lnTo>
                    <a:pt x="9423849" y="4398801"/>
                  </a:lnTo>
                  <a:lnTo>
                    <a:pt x="9498542" y="4399768"/>
                  </a:lnTo>
                  <a:lnTo>
                    <a:pt x="9580180" y="4400642"/>
                  </a:lnTo>
                  <a:lnTo>
                    <a:pt x="9668866" y="4401431"/>
                  </a:lnTo>
                  <a:lnTo>
                    <a:pt x="9764160" y="4402142"/>
                  </a:lnTo>
                  <a:lnTo>
                    <a:pt x="9864888" y="4402778"/>
                  </a:lnTo>
                  <a:lnTo>
                    <a:pt x="9968971" y="4403340"/>
                  </a:lnTo>
                  <a:lnTo>
                    <a:pt x="10073360" y="4403828"/>
                  </a:lnTo>
                  <a:lnTo>
                    <a:pt x="10174146" y="4404238"/>
                  </a:lnTo>
                  <a:lnTo>
                    <a:pt x="10266919" y="4404572"/>
                  </a:lnTo>
                  <a:lnTo>
                    <a:pt x="10347393" y="4404828"/>
                  </a:lnTo>
                  <a:lnTo>
                    <a:pt x="10412171" y="4405013"/>
                  </a:lnTo>
                  <a:lnTo>
                    <a:pt x="10459460" y="4405134"/>
                  </a:lnTo>
                  <a:lnTo>
                    <a:pt x="10489529" y="4405204"/>
                  </a:lnTo>
                  <a:lnTo>
                    <a:pt x="10504793" y="4405236"/>
                  </a:lnTo>
                  <a:lnTo>
                    <a:pt x="10509604" y="4405245"/>
                  </a:lnTo>
                  <a:lnTo>
                    <a:pt x="10509911" y="4405246"/>
                  </a:lnTo>
                  <a:lnTo>
                    <a:pt x="11981298" y="4405246"/>
                  </a:lnTo>
                  <a:lnTo>
                    <a:pt x="11981298" y="4397073"/>
                  </a:lnTo>
                  <a:lnTo>
                    <a:pt x="10509911" y="4397073"/>
                  </a:lnTo>
                  <a:lnTo>
                    <a:pt x="10508673" y="4397070"/>
                  </a:lnTo>
                  <a:lnTo>
                    <a:pt x="10500551" y="4397054"/>
                  </a:lnTo>
                  <a:lnTo>
                    <a:pt x="10480132" y="4397010"/>
                  </a:lnTo>
                  <a:lnTo>
                    <a:pt x="10443757" y="4396922"/>
                  </a:lnTo>
                  <a:lnTo>
                    <a:pt x="10389805" y="4396778"/>
                  </a:lnTo>
                  <a:lnTo>
                    <a:pt x="10318814" y="4396567"/>
                  </a:lnTo>
                  <a:lnTo>
                    <a:pt x="10233250" y="4396282"/>
                  </a:lnTo>
                  <a:lnTo>
                    <a:pt x="10136937" y="4395920"/>
                  </a:lnTo>
                  <a:lnTo>
                    <a:pt x="10034295" y="4395480"/>
                  </a:lnTo>
                  <a:lnTo>
                    <a:pt x="9929603" y="4394964"/>
                  </a:lnTo>
                  <a:lnTo>
                    <a:pt x="9826477" y="4394374"/>
                  </a:lnTo>
                  <a:lnTo>
                    <a:pt x="9727601" y="4393710"/>
                  </a:lnTo>
                  <a:lnTo>
                    <a:pt x="9634698" y="4392971"/>
                  </a:lnTo>
                  <a:lnTo>
                    <a:pt x="9548644" y="4392151"/>
                  </a:lnTo>
                  <a:lnTo>
                    <a:pt x="9469653" y="4391243"/>
                  </a:lnTo>
                  <a:lnTo>
                    <a:pt x="9397466" y="4390237"/>
                  </a:lnTo>
                  <a:lnTo>
                    <a:pt x="9331512" y="4389121"/>
                  </a:lnTo>
                  <a:lnTo>
                    <a:pt x="9271045" y="4387879"/>
                  </a:lnTo>
                  <a:lnTo>
                    <a:pt x="9215228" y="4386495"/>
                  </a:lnTo>
                  <a:lnTo>
                    <a:pt x="9163209" y="4384954"/>
                  </a:lnTo>
                  <a:lnTo>
                    <a:pt x="9114173" y="4383244"/>
                  </a:lnTo>
                  <a:lnTo>
                    <a:pt x="9084767" y="4382089"/>
                  </a:lnTo>
                  <a:lnTo>
                    <a:pt x="9028587" y="4379604"/>
                  </a:lnTo>
                  <a:lnTo>
                    <a:pt x="8974253" y="4376846"/>
                  </a:lnTo>
                  <a:lnTo>
                    <a:pt x="8921015" y="4373813"/>
                  </a:lnTo>
                  <a:lnTo>
                    <a:pt x="8868340" y="4370513"/>
                  </a:lnTo>
                  <a:lnTo>
                    <a:pt x="8815870" y="4366965"/>
                  </a:lnTo>
                  <a:lnTo>
                    <a:pt x="8763393" y="4363202"/>
                  </a:lnTo>
                  <a:lnTo>
                    <a:pt x="8710812" y="4359270"/>
                  </a:lnTo>
                  <a:lnTo>
                    <a:pt x="8658121" y="4355225"/>
                  </a:lnTo>
                  <a:lnTo>
                    <a:pt x="8605371" y="4351130"/>
                  </a:lnTo>
                  <a:lnTo>
                    <a:pt x="8552641" y="4347051"/>
                  </a:lnTo>
                  <a:lnTo>
                    <a:pt x="8499999" y="4343053"/>
                  </a:lnTo>
                  <a:lnTo>
                    <a:pt x="8447474" y="4339197"/>
                  </a:lnTo>
                  <a:lnTo>
                    <a:pt x="8395019" y="4335533"/>
                  </a:lnTo>
                  <a:lnTo>
                    <a:pt x="8342484" y="4332101"/>
                  </a:lnTo>
                  <a:lnTo>
                    <a:pt x="8289592" y="4328928"/>
                  </a:lnTo>
                  <a:lnTo>
                    <a:pt x="8235903" y="4326028"/>
                  </a:lnTo>
                  <a:lnTo>
                    <a:pt x="8180786" y="4323403"/>
                  </a:lnTo>
                  <a:lnTo>
                    <a:pt x="8151487" y="4322153"/>
                  </a:lnTo>
                  <a:lnTo>
                    <a:pt x="8103939" y="4320335"/>
                  </a:lnTo>
                  <a:lnTo>
                    <a:pt x="8053872" y="4318689"/>
                  </a:lnTo>
                  <a:lnTo>
                    <a:pt x="8000524" y="4317209"/>
                  </a:lnTo>
                  <a:lnTo>
                    <a:pt x="7943058" y="4315880"/>
                  </a:lnTo>
                  <a:lnTo>
                    <a:pt x="7880622" y="4314687"/>
                  </a:lnTo>
                  <a:lnTo>
                    <a:pt x="7812405" y="4313614"/>
                  </a:lnTo>
                  <a:lnTo>
                    <a:pt x="7737712" y="4312647"/>
                  </a:lnTo>
                  <a:lnTo>
                    <a:pt x="7656073" y="4311773"/>
                  </a:lnTo>
                  <a:lnTo>
                    <a:pt x="7567387" y="4310984"/>
                  </a:lnTo>
                  <a:lnTo>
                    <a:pt x="7472093" y="4310273"/>
                  </a:lnTo>
                  <a:lnTo>
                    <a:pt x="7371366" y="4309637"/>
                  </a:lnTo>
                  <a:lnTo>
                    <a:pt x="7267283" y="4309075"/>
                  </a:lnTo>
                  <a:lnTo>
                    <a:pt x="7162893" y="4308588"/>
                  </a:lnTo>
                  <a:lnTo>
                    <a:pt x="7062108" y="4308177"/>
                  </a:lnTo>
                  <a:lnTo>
                    <a:pt x="6969334" y="4307844"/>
                  </a:lnTo>
                  <a:lnTo>
                    <a:pt x="6888860" y="4307587"/>
                  </a:lnTo>
                  <a:lnTo>
                    <a:pt x="6824082" y="4307402"/>
                  </a:lnTo>
                  <a:lnTo>
                    <a:pt x="6776794" y="4307281"/>
                  </a:lnTo>
                  <a:lnTo>
                    <a:pt x="6746724" y="4307211"/>
                  </a:lnTo>
                  <a:lnTo>
                    <a:pt x="6731460" y="4307179"/>
                  </a:lnTo>
                  <a:lnTo>
                    <a:pt x="6726650" y="4307170"/>
                  </a:lnTo>
                  <a:lnTo>
                    <a:pt x="6726343" y="4307170"/>
                  </a:lnTo>
                  <a:lnTo>
                    <a:pt x="5254955" y="4307170"/>
                  </a:lnTo>
                  <a:lnTo>
                    <a:pt x="5254031" y="4307090"/>
                  </a:lnTo>
                  <a:lnTo>
                    <a:pt x="5247932" y="4306519"/>
                  </a:lnTo>
                  <a:lnTo>
                    <a:pt x="5232463" y="4304944"/>
                  </a:lnTo>
                  <a:lnTo>
                    <a:pt x="5204578" y="4301839"/>
                  </a:lnTo>
                  <a:lnTo>
                    <a:pt x="5162550" y="4296706"/>
                  </a:lnTo>
                  <a:lnTo>
                    <a:pt x="5106101" y="4289118"/>
                  </a:lnTo>
                  <a:lnTo>
                    <a:pt x="5036362" y="4278753"/>
                  </a:lnTo>
                  <a:lnTo>
                    <a:pt x="4955628" y="4265417"/>
                  </a:lnTo>
                  <a:lnTo>
                    <a:pt x="4866939" y="4249033"/>
                  </a:lnTo>
                  <a:lnTo>
                    <a:pt x="4773608" y="4229613"/>
                  </a:lnTo>
                  <a:lnTo>
                    <a:pt x="4678785" y="4207214"/>
                  </a:lnTo>
                  <a:lnTo>
                    <a:pt x="4585154" y="4181895"/>
                  </a:lnTo>
                  <a:lnTo>
                    <a:pt x="4494772" y="4153674"/>
                  </a:lnTo>
                  <a:lnTo>
                    <a:pt x="4409040" y="4122504"/>
                  </a:lnTo>
                  <a:lnTo>
                    <a:pt x="4328769" y="4088253"/>
                  </a:lnTo>
                  <a:lnTo>
                    <a:pt x="4254278" y="4050696"/>
                  </a:lnTo>
                  <a:lnTo>
                    <a:pt x="4185518" y="4009516"/>
                  </a:lnTo>
                  <a:lnTo>
                    <a:pt x="4122180" y="3964303"/>
                  </a:lnTo>
                  <a:lnTo>
                    <a:pt x="4063783" y="3914574"/>
                  </a:lnTo>
                  <a:lnTo>
                    <a:pt x="4009748" y="3859780"/>
                  </a:lnTo>
                  <a:lnTo>
                    <a:pt x="3959450" y="3799350"/>
                  </a:lnTo>
                  <a:lnTo>
                    <a:pt x="3912255" y="3732733"/>
                  </a:lnTo>
                  <a:lnTo>
                    <a:pt x="3867555" y="3659488"/>
                  </a:lnTo>
                  <a:lnTo>
                    <a:pt x="3829811" y="3589308"/>
                  </a:lnTo>
                  <a:lnTo>
                    <a:pt x="3798263" y="3524631"/>
                  </a:lnTo>
                  <a:lnTo>
                    <a:pt x="3767410" y="3455972"/>
                  </a:lnTo>
                  <a:lnTo>
                    <a:pt x="3737095" y="3383251"/>
                  </a:lnTo>
                  <a:lnTo>
                    <a:pt x="3707183" y="3306430"/>
                  </a:lnTo>
                  <a:lnTo>
                    <a:pt x="3677564" y="3225523"/>
                  </a:lnTo>
                  <a:lnTo>
                    <a:pt x="3648147" y="3140592"/>
                  </a:lnTo>
                  <a:lnTo>
                    <a:pt x="3618859" y="3051759"/>
                  </a:lnTo>
                  <a:lnTo>
                    <a:pt x="3589640" y="2959202"/>
                  </a:lnTo>
                  <a:lnTo>
                    <a:pt x="3560448" y="2863160"/>
                  </a:lnTo>
                  <a:lnTo>
                    <a:pt x="3531252" y="2763930"/>
                  </a:lnTo>
                  <a:lnTo>
                    <a:pt x="3502030" y="2661868"/>
                  </a:lnTo>
                  <a:lnTo>
                    <a:pt x="3472773" y="2557380"/>
                  </a:lnTo>
                  <a:lnTo>
                    <a:pt x="3443479" y="2450922"/>
                  </a:lnTo>
                  <a:lnTo>
                    <a:pt x="3414153" y="2342988"/>
                  </a:lnTo>
                  <a:lnTo>
                    <a:pt x="3384803" y="2234102"/>
                  </a:lnTo>
                  <a:lnTo>
                    <a:pt x="3355443" y="2124809"/>
                  </a:lnTo>
                  <a:lnTo>
                    <a:pt x="3326087" y="2015662"/>
                  </a:lnTo>
                  <a:lnTo>
                    <a:pt x="3296748" y="1907211"/>
                  </a:lnTo>
                  <a:lnTo>
                    <a:pt x="3267438" y="1799990"/>
                  </a:lnTo>
                  <a:lnTo>
                    <a:pt x="3238163" y="1694510"/>
                  </a:lnTo>
                  <a:lnTo>
                    <a:pt x="3208926" y="1591245"/>
                  </a:lnTo>
                  <a:lnTo>
                    <a:pt x="3179719" y="1490626"/>
                  </a:lnTo>
                  <a:lnTo>
                    <a:pt x="3150528" y="1393033"/>
                  </a:lnTo>
                  <a:lnTo>
                    <a:pt x="3121327" y="1298793"/>
                  </a:lnTo>
                  <a:lnTo>
                    <a:pt x="3092078" y="1208170"/>
                  </a:lnTo>
                  <a:lnTo>
                    <a:pt x="3062730" y="1121373"/>
                  </a:lnTo>
                  <a:lnTo>
                    <a:pt x="3033217" y="1038548"/>
                  </a:lnTo>
                  <a:lnTo>
                    <a:pt x="3003456" y="959788"/>
                  </a:lnTo>
                  <a:lnTo>
                    <a:pt x="2973347" y="885127"/>
                  </a:lnTo>
                  <a:lnTo>
                    <a:pt x="2942767" y="814552"/>
                  </a:lnTo>
                  <a:lnTo>
                    <a:pt x="2911570" y="748002"/>
                  </a:lnTo>
                  <a:lnTo>
                    <a:pt x="2896531" y="717861"/>
                  </a:lnTo>
                  <a:lnTo>
                    <a:pt x="2853574" y="638598"/>
                  </a:lnTo>
                  <a:lnTo>
                    <a:pt x="2808607" y="566159"/>
                  </a:lnTo>
                  <a:lnTo>
                    <a:pt x="2761075" y="500305"/>
                  </a:lnTo>
                  <a:lnTo>
                    <a:pt x="2710365" y="440577"/>
                  </a:lnTo>
                  <a:lnTo>
                    <a:pt x="2655843" y="386417"/>
                  </a:lnTo>
                  <a:lnTo>
                    <a:pt x="2596886" y="337253"/>
                  </a:lnTo>
                  <a:lnTo>
                    <a:pt x="2532925" y="292545"/>
                  </a:lnTo>
                  <a:lnTo>
                    <a:pt x="2463494" y="251816"/>
                  </a:lnTo>
                  <a:lnTo>
                    <a:pt x="2388311" y="214668"/>
                  </a:lnTo>
                  <a:lnTo>
                    <a:pt x="2307364" y="180794"/>
                  </a:lnTo>
                  <a:lnTo>
                    <a:pt x="2221025" y="149980"/>
                  </a:lnTo>
                  <a:lnTo>
                    <a:pt x="2130170" y="122106"/>
                  </a:lnTo>
                  <a:lnTo>
                    <a:pt x="2036276" y="97132"/>
                  </a:lnTo>
                  <a:lnTo>
                    <a:pt x="1941479" y="75085"/>
                  </a:lnTo>
                  <a:lnTo>
                    <a:pt x="1848529" y="56024"/>
                  </a:lnTo>
                  <a:lnTo>
                    <a:pt x="1760615" y="40004"/>
                  </a:lnTo>
                  <a:lnTo>
                    <a:pt x="1681041" y="27028"/>
                  </a:lnTo>
                  <a:lnTo>
                    <a:pt x="1612785" y="17007"/>
                  </a:lnTo>
                  <a:lnTo>
                    <a:pt x="1558020" y="9730"/>
                  </a:lnTo>
                  <a:lnTo>
                    <a:pt x="1517720" y="4863"/>
                  </a:lnTo>
                  <a:lnTo>
                    <a:pt x="1491433" y="1967"/>
                  </a:lnTo>
                  <a:lnTo>
                    <a:pt x="1477264" y="539"/>
                  </a:lnTo>
                  <a:lnTo>
                    <a:pt x="1472022" y="54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66" name="pl66"/>
            <p:cNvSpPr/>
            <p:nvPr/>
          </p:nvSpPr>
          <p:spPr>
            <a:xfrm>
              <a:off x="4799595" y="6843213"/>
              <a:ext cx="11981298" cy="4397073"/>
            </a:xfrm>
            <a:custGeom>
              <a:avLst/>
              <a:pathLst>
                <a:path w="11981298" h="4397073">
                  <a:moveTo>
                    <a:pt x="0" y="0"/>
                  </a:moveTo>
                  <a:lnTo>
                    <a:pt x="1471387" y="0"/>
                  </a:lnTo>
                  <a:lnTo>
                    <a:pt x="1472311" y="80"/>
                  </a:lnTo>
                  <a:lnTo>
                    <a:pt x="1478410" y="650"/>
                  </a:lnTo>
                  <a:lnTo>
                    <a:pt x="1493879" y="2225"/>
                  </a:lnTo>
                  <a:lnTo>
                    <a:pt x="1521764" y="5330"/>
                  </a:lnTo>
                  <a:lnTo>
                    <a:pt x="1563792" y="10463"/>
                  </a:lnTo>
                  <a:lnTo>
                    <a:pt x="1620241" y="18052"/>
                  </a:lnTo>
                  <a:lnTo>
                    <a:pt x="1689980" y="28416"/>
                  </a:lnTo>
                  <a:lnTo>
                    <a:pt x="1770714" y="41752"/>
                  </a:lnTo>
                  <a:lnTo>
                    <a:pt x="1859403" y="58136"/>
                  </a:lnTo>
                  <a:lnTo>
                    <a:pt x="1952734" y="77556"/>
                  </a:lnTo>
                  <a:lnTo>
                    <a:pt x="2047557" y="99955"/>
                  </a:lnTo>
                  <a:lnTo>
                    <a:pt x="2141188" y="125274"/>
                  </a:lnTo>
                  <a:lnTo>
                    <a:pt x="2231570" y="153496"/>
                  </a:lnTo>
                  <a:lnTo>
                    <a:pt x="2317302" y="184665"/>
                  </a:lnTo>
                  <a:lnTo>
                    <a:pt x="2397573" y="218916"/>
                  </a:lnTo>
                  <a:lnTo>
                    <a:pt x="2472064" y="256473"/>
                  </a:lnTo>
                  <a:lnTo>
                    <a:pt x="2540824" y="297654"/>
                  </a:lnTo>
                  <a:lnTo>
                    <a:pt x="2604162" y="342866"/>
                  </a:lnTo>
                  <a:lnTo>
                    <a:pt x="2662559" y="392596"/>
                  </a:lnTo>
                  <a:lnTo>
                    <a:pt x="2716594" y="447389"/>
                  </a:lnTo>
                  <a:lnTo>
                    <a:pt x="2766892" y="507819"/>
                  </a:lnTo>
                  <a:lnTo>
                    <a:pt x="2814087" y="574436"/>
                  </a:lnTo>
                  <a:lnTo>
                    <a:pt x="2858787" y="647682"/>
                  </a:lnTo>
                  <a:lnTo>
                    <a:pt x="2896531" y="717861"/>
                  </a:lnTo>
                  <a:lnTo>
                    <a:pt x="2928079" y="782538"/>
                  </a:lnTo>
                  <a:lnTo>
                    <a:pt x="2958932" y="851197"/>
                  </a:lnTo>
                  <a:lnTo>
                    <a:pt x="2989247" y="923918"/>
                  </a:lnTo>
                  <a:lnTo>
                    <a:pt x="3019159" y="1000739"/>
                  </a:lnTo>
                  <a:lnTo>
                    <a:pt x="3048778" y="1081646"/>
                  </a:lnTo>
                  <a:lnTo>
                    <a:pt x="3078195" y="1166577"/>
                  </a:lnTo>
                  <a:lnTo>
                    <a:pt x="3107484" y="1255410"/>
                  </a:lnTo>
                  <a:lnTo>
                    <a:pt x="3136702" y="1347967"/>
                  </a:lnTo>
                  <a:lnTo>
                    <a:pt x="3165894" y="1444009"/>
                  </a:lnTo>
                  <a:lnTo>
                    <a:pt x="3195091" y="1543239"/>
                  </a:lnTo>
                  <a:lnTo>
                    <a:pt x="3224312" y="1645301"/>
                  </a:lnTo>
                  <a:lnTo>
                    <a:pt x="3253569" y="1749789"/>
                  </a:lnTo>
                  <a:lnTo>
                    <a:pt x="3282863" y="1856247"/>
                  </a:lnTo>
                  <a:lnTo>
                    <a:pt x="3312189" y="1964181"/>
                  </a:lnTo>
                  <a:lnTo>
                    <a:pt x="3341539" y="2073067"/>
                  </a:lnTo>
                  <a:lnTo>
                    <a:pt x="3370899" y="2182360"/>
                  </a:lnTo>
                  <a:lnTo>
                    <a:pt x="3400255" y="2291507"/>
                  </a:lnTo>
                  <a:lnTo>
                    <a:pt x="3429594" y="2399959"/>
                  </a:lnTo>
                  <a:lnTo>
                    <a:pt x="3458905" y="2507179"/>
                  </a:lnTo>
                  <a:lnTo>
                    <a:pt x="3488179" y="2612660"/>
                  </a:lnTo>
                  <a:lnTo>
                    <a:pt x="3517417" y="2715925"/>
                  </a:lnTo>
                  <a:lnTo>
                    <a:pt x="3546623" y="2816543"/>
                  </a:lnTo>
                  <a:lnTo>
                    <a:pt x="3575814" y="2914136"/>
                  </a:lnTo>
                  <a:lnTo>
                    <a:pt x="3605015" y="3008377"/>
                  </a:lnTo>
                  <a:lnTo>
                    <a:pt x="3634265" y="3098999"/>
                  </a:lnTo>
                  <a:lnTo>
                    <a:pt x="3663613" y="3185796"/>
                  </a:lnTo>
                  <a:lnTo>
                    <a:pt x="3693126" y="3268621"/>
                  </a:lnTo>
                  <a:lnTo>
                    <a:pt x="3722886" y="3347381"/>
                  </a:lnTo>
                  <a:lnTo>
                    <a:pt x="3752995" y="3422042"/>
                  </a:lnTo>
                  <a:lnTo>
                    <a:pt x="3783575" y="3492617"/>
                  </a:lnTo>
                  <a:lnTo>
                    <a:pt x="3814772" y="3559168"/>
                  </a:lnTo>
                  <a:lnTo>
                    <a:pt x="3829811" y="3589308"/>
                  </a:lnTo>
                  <a:lnTo>
                    <a:pt x="3872768" y="3668571"/>
                  </a:lnTo>
                  <a:lnTo>
                    <a:pt x="3917735" y="3741010"/>
                  </a:lnTo>
                  <a:lnTo>
                    <a:pt x="3965267" y="3806864"/>
                  </a:lnTo>
                  <a:lnTo>
                    <a:pt x="4015977" y="3866593"/>
                  </a:lnTo>
                  <a:lnTo>
                    <a:pt x="4070499" y="3920753"/>
                  </a:lnTo>
                  <a:lnTo>
                    <a:pt x="4129456" y="3969916"/>
                  </a:lnTo>
                  <a:lnTo>
                    <a:pt x="4193417" y="4014624"/>
                  </a:lnTo>
                  <a:lnTo>
                    <a:pt x="4262848" y="4055353"/>
                  </a:lnTo>
                  <a:lnTo>
                    <a:pt x="4338031" y="4092501"/>
                  </a:lnTo>
                  <a:lnTo>
                    <a:pt x="4418978" y="4126375"/>
                  </a:lnTo>
                  <a:lnTo>
                    <a:pt x="4505317" y="4157189"/>
                  </a:lnTo>
                  <a:lnTo>
                    <a:pt x="4596172" y="4185063"/>
                  </a:lnTo>
                  <a:lnTo>
                    <a:pt x="4690066" y="4210037"/>
                  </a:lnTo>
                  <a:lnTo>
                    <a:pt x="4784863" y="4232084"/>
                  </a:lnTo>
                  <a:lnTo>
                    <a:pt x="4877813" y="4251145"/>
                  </a:lnTo>
                  <a:lnTo>
                    <a:pt x="4965727" y="4267165"/>
                  </a:lnTo>
                  <a:lnTo>
                    <a:pt x="5045301" y="4280141"/>
                  </a:lnTo>
                  <a:lnTo>
                    <a:pt x="5113557" y="4290162"/>
                  </a:lnTo>
                  <a:lnTo>
                    <a:pt x="5168322" y="4297439"/>
                  </a:lnTo>
                  <a:lnTo>
                    <a:pt x="5208622" y="4302306"/>
                  </a:lnTo>
                  <a:lnTo>
                    <a:pt x="5234909" y="4305202"/>
                  </a:lnTo>
                  <a:lnTo>
                    <a:pt x="5249078" y="4306630"/>
                  </a:lnTo>
                  <a:lnTo>
                    <a:pt x="5254320" y="4307115"/>
                  </a:lnTo>
                  <a:lnTo>
                    <a:pt x="5254955" y="4307170"/>
                  </a:lnTo>
                  <a:lnTo>
                    <a:pt x="6726343" y="4307170"/>
                  </a:lnTo>
                  <a:lnTo>
                    <a:pt x="6727580" y="4307172"/>
                  </a:lnTo>
                  <a:lnTo>
                    <a:pt x="6735702" y="4307188"/>
                  </a:lnTo>
                  <a:lnTo>
                    <a:pt x="6756121" y="4307232"/>
                  </a:lnTo>
                  <a:lnTo>
                    <a:pt x="6792497" y="4307320"/>
                  </a:lnTo>
                  <a:lnTo>
                    <a:pt x="6846448" y="4307464"/>
                  </a:lnTo>
                  <a:lnTo>
                    <a:pt x="6917440" y="4307675"/>
                  </a:lnTo>
                  <a:lnTo>
                    <a:pt x="7003004" y="4307960"/>
                  </a:lnTo>
                  <a:lnTo>
                    <a:pt x="7099316" y="4308322"/>
                  </a:lnTo>
                  <a:lnTo>
                    <a:pt x="7201958" y="4308762"/>
                  </a:lnTo>
                  <a:lnTo>
                    <a:pt x="7306650" y="4309278"/>
                  </a:lnTo>
                  <a:lnTo>
                    <a:pt x="7409776" y="4309868"/>
                  </a:lnTo>
                  <a:lnTo>
                    <a:pt x="7508653" y="4310532"/>
                  </a:lnTo>
                  <a:lnTo>
                    <a:pt x="7601556" y="4311272"/>
                  </a:lnTo>
                  <a:lnTo>
                    <a:pt x="7687609" y="4312092"/>
                  </a:lnTo>
                  <a:lnTo>
                    <a:pt x="7766600" y="4312999"/>
                  </a:lnTo>
                  <a:lnTo>
                    <a:pt x="7838788" y="4314005"/>
                  </a:lnTo>
                  <a:lnTo>
                    <a:pt x="7904741" y="4315121"/>
                  </a:lnTo>
                  <a:lnTo>
                    <a:pt x="7965208" y="4316363"/>
                  </a:lnTo>
                  <a:lnTo>
                    <a:pt x="8021026" y="4317747"/>
                  </a:lnTo>
                  <a:lnTo>
                    <a:pt x="8073045" y="4319288"/>
                  </a:lnTo>
                  <a:lnTo>
                    <a:pt x="8122080" y="4320998"/>
                  </a:lnTo>
                  <a:lnTo>
                    <a:pt x="8151487" y="4322153"/>
                  </a:lnTo>
                  <a:lnTo>
                    <a:pt x="8207667" y="4324639"/>
                  </a:lnTo>
                  <a:lnTo>
                    <a:pt x="8262000" y="4327396"/>
                  </a:lnTo>
                  <a:lnTo>
                    <a:pt x="8315238" y="4330429"/>
                  </a:lnTo>
                  <a:lnTo>
                    <a:pt x="8367913" y="4333730"/>
                  </a:lnTo>
                  <a:lnTo>
                    <a:pt x="8420383" y="4337278"/>
                  </a:lnTo>
                  <a:lnTo>
                    <a:pt x="8472860" y="4341040"/>
                  </a:lnTo>
                  <a:lnTo>
                    <a:pt x="8525441" y="4344972"/>
                  </a:lnTo>
                  <a:lnTo>
                    <a:pt x="8578132" y="4349017"/>
                  </a:lnTo>
                  <a:lnTo>
                    <a:pt x="8630882" y="4353112"/>
                  </a:lnTo>
                  <a:lnTo>
                    <a:pt x="8683613" y="4357192"/>
                  </a:lnTo>
                  <a:lnTo>
                    <a:pt x="8736254" y="4361189"/>
                  </a:lnTo>
                  <a:lnTo>
                    <a:pt x="8788779" y="4365046"/>
                  </a:lnTo>
                  <a:lnTo>
                    <a:pt x="8841234" y="4368709"/>
                  </a:lnTo>
                  <a:lnTo>
                    <a:pt x="8893769" y="4372141"/>
                  </a:lnTo>
                  <a:lnTo>
                    <a:pt x="8946661" y="4375314"/>
                  </a:lnTo>
                  <a:lnTo>
                    <a:pt x="9000350" y="4378214"/>
                  </a:lnTo>
                  <a:lnTo>
                    <a:pt x="9055467" y="4380839"/>
                  </a:lnTo>
                  <a:lnTo>
                    <a:pt x="9084767" y="4382089"/>
                  </a:lnTo>
                  <a:lnTo>
                    <a:pt x="9132314" y="4383908"/>
                  </a:lnTo>
                  <a:lnTo>
                    <a:pt x="9182381" y="4385553"/>
                  </a:lnTo>
                  <a:lnTo>
                    <a:pt x="9235730" y="4387033"/>
                  </a:lnTo>
                  <a:lnTo>
                    <a:pt x="9293195" y="4388362"/>
                  </a:lnTo>
                  <a:lnTo>
                    <a:pt x="9355631" y="4389555"/>
                  </a:lnTo>
                  <a:lnTo>
                    <a:pt x="9423849" y="4390628"/>
                  </a:lnTo>
                  <a:lnTo>
                    <a:pt x="9498542" y="4391595"/>
                  </a:lnTo>
                  <a:lnTo>
                    <a:pt x="9580180" y="4392469"/>
                  </a:lnTo>
                  <a:lnTo>
                    <a:pt x="9668866" y="4393258"/>
                  </a:lnTo>
                  <a:lnTo>
                    <a:pt x="9764160" y="4393969"/>
                  </a:lnTo>
                  <a:lnTo>
                    <a:pt x="9864888" y="4394605"/>
                  </a:lnTo>
                  <a:lnTo>
                    <a:pt x="9968971" y="4395167"/>
                  </a:lnTo>
                  <a:lnTo>
                    <a:pt x="10073360" y="4395655"/>
                  </a:lnTo>
                  <a:lnTo>
                    <a:pt x="10174146" y="4396065"/>
                  </a:lnTo>
                  <a:lnTo>
                    <a:pt x="10266919" y="4396399"/>
                  </a:lnTo>
                  <a:lnTo>
                    <a:pt x="10347393" y="4396655"/>
                  </a:lnTo>
                  <a:lnTo>
                    <a:pt x="10412171" y="4396840"/>
                  </a:lnTo>
                  <a:lnTo>
                    <a:pt x="10459460" y="4396961"/>
                  </a:lnTo>
                  <a:lnTo>
                    <a:pt x="10489529" y="4397031"/>
                  </a:lnTo>
                  <a:lnTo>
                    <a:pt x="10504793" y="4397063"/>
                  </a:lnTo>
                  <a:lnTo>
                    <a:pt x="10509604" y="4397072"/>
                  </a:lnTo>
                  <a:lnTo>
                    <a:pt x="10509911" y="4397073"/>
                  </a:lnTo>
                  <a:lnTo>
                    <a:pt x="11981298" y="439707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7" name="pl67"/>
            <p:cNvSpPr/>
            <p:nvPr/>
          </p:nvSpPr>
          <p:spPr>
            <a:xfrm>
              <a:off x="4799595" y="6835040"/>
              <a:ext cx="11981298" cy="4397073"/>
            </a:xfrm>
            <a:custGeom>
              <a:avLst/>
              <a:pathLst>
                <a:path w="11981298" h="4397073">
                  <a:moveTo>
                    <a:pt x="11981298" y="4397073"/>
                  </a:moveTo>
                  <a:lnTo>
                    <a:pt x="10509911" y="4397073"/>
                  </a:lnTo>
                  <a:lnTo>
                    <a:pt x="10508673" y="4397070"/>
                  </a:lnTo>
                  <a:lnTo>
                    <a:pt x="10500551" y="4397054"/>
                  </a:lnTo>
                  <a:lnTo>
                    <a:pt x="10480132" y="4397010"/>
                  </a:lnTo>
                  <a:lnTo>
                    <a:pt x="10443757" y="4396922"/>
                  </a:lnTo>
                  <a:lnTo>
                    <a:pt x="10389805" y="4396778"/>
                  </a:lnTo>
                  <a:lnTo>
                    <a:pt x="10318814" y="4396567"/>
                  </a:lnTo>
                  <a:lnTo>
                    <a:pt x="10233250" y="4396282"/>
                  </a:lnTo>
                  <a:lnTo>
                    <a:pt x="10136937" y="4395920"/>
                  </a:lnTo>
                  <a:lnTo>
                    <a:pt x="10034295" y="4395480"/>
                  </a:lnTo>
                  <a:lnTo>
                    <a:pt x="9929603" y="4394964"/>
                  </a:lnTo>
                  <a:lnTo>
                    <a:pt x="9826477" y="4394374"/>
                  </a:lnTo>
                  <a:lnTo>
                    <a:pt x="9727601" y="4393710"/>
                  </a:lnTo>
                  <a:lnTo>
                    <a:pt x="9634698" y="4392971"/>
                  </a:lnTo>
                  <a:lnTo>
                    <a:pt x="9548644" y="4392151"/>
                  </a:lnTo>
                  <a:lnTo>
                    <a:pt x="9469653" y="4391243"/>
                  </a:lnTo>
                  <a:lnTo>
                    <a:pt x="9397466" y="4390237"/>
                  </a:lnTo>
                  <a:lnTo>
                    <a:pt x="9331512" y="4389121"/>
                  </a:lnTo>
                  <a:lnTo>
                    <a:pt x="9271045" y="4387879"/>
                  </a:lnTo>
                  <a:lnTo>
                    <a:pt x="9215228" y="4386495"/>
                  </a:lnTo>
                  <a:lnTo>
                    <a:pt x="9163209" y="4384954"/>
                  </a:lnTo>
                  <a:lnTo>
                    <a:pt x="9114173" y="4383244"/>
                  </a:lnTo>
                  <a:lnTo>
                    <a:pt x="9084767" y="4382089"/>
                  </a:lnTo>
                  <a:lnTo>
                    <a:pt x="9028587" y="4379604"/>
                  </a:lnTo>
                  <a:lnTo>
                    <a:pt x="8974253" y="4376846"/>
                  </a:lnTo>
                  <a:lnTo>
                    <a:pt x="8921015" y="4373813"/>
                  </a:lnTo>
                  <a:lnTo>
                    <a:pt x="8868340" y="4370513"/>
                  </a:lnTo>
                  <a:lnTo>
                    <a:pt x="8815870" y="4366965"/>
                  </a:lnTo>
                  <a:lnTo>
                    <a:pt x="8763393" y="4363202"/>
                  </a:lnTo>
                  <a:lnTo>
                    <a:pt x="8710812" y="4359270"/>
                  </a:lnTo>
                  <a:lnTo>
                    <a:pt x="8658121" y="4355225"/>
                  </a:lnTo>
                  <a:lnTo>
                    <a:pt x="8605371" y="4351130"/>
                  </a:lnTo>
                  <a:lnTo>
                    <a:pt x="8552641" y="4347051"/>
                  </a:lnTo>
                  <a:lnTo>
                    <a:pt x="8499999" y="4343053"/>
                  </a:lnTo>
                  <a:lnTo>
                    <a:pt x="8447474" y="4339197"/>
                  </a:lnTo>
                  <a:lnTo>
                    <a:pt x="8395019" y="4335533"/>
                  </a:lnTo>
                  <a:lnTo>
                    <a:pt x="8342484" y="4332101"/>
                  </a:lnTo>
                  <a:lnTo>
                    <a:pt x="8289592" y="4328928"/>
                  </a:lnTo>
                  <a:lnTo>
                    <a:pt x="8235903" y="4326028"/>
                  </a:lnTo>
                  <a:lnTo>
                    <a:pt x="8180786" y="4323403"/>
                  </a:lnTo>
                  <a:lnTo>
                    <a:pt x="8151487" y="4322153"/>
                  </a:lnTo>
                  <a:lnTo>
                    <a:pt x="8103939" y="4320335"/>
                  </a:lnTo>
                  <a:lnTo>
                    <a:pt x="8053872" y="4318689"/>
                  </a:lnTo>
                  <a:lnTo>
                    <a:pt x="8000524" y="4317209"/>
                  </a:lnTo>
                  <a:lnTo>
                    <a:pt x="7943058" y="4315880"/>
                  </a:lnTo>
                  <a:lnTo>
                    <a:pt x="7880622" y="4314687"/>
                  </a:lnTo>
                  <a:lnTo>
                    <a:pt x="7812405" y="4313614"/>
                  </a:lnTo>
                  <a:lnTo>
                    <a:pt x="7737712" y="4312647"/>
                  </a:lnTo>
                  <a:lnTo>
                    <a:pt x="7656073" y="4311773"/>
                  </a:lnTo>
                  <a:lnTo>
                    <a:pt x="7567387" y="4310984"/>
                  </a:lnTo>
                  <a:lnTo>
                    <a:pt x="7472093" y="4310273"/>
                  </a:lnTo>
                  <a:lnTo>
                    <a:pt x="7371366" y="4309637"/>
                  </a:lnTo>
                  <a:lnTo>
                    <a:pt x="7267283" y="4309075"/>
                  </a:lnTo>
                  <a:lnTo>
                    <a:pt x="7162893" y="4308588"/>
                  </a:lnTo>
                  <a:lnTo>
                    <a:pt x="7062108" y="4308177"/>
                  </a:lnTo>
                  <a:lnTo>
                    <a:pt x="6969334" y="4307844"/>
                  </a:lnTo>
                  <a:lnTo>
                    <a:pt x="6888860" y="4307587"/>
                  </a:lnTo>
                  <a:lnTo>
                    <a:pt x="6824082" y="4307402"/>
                  </a:lnTo>
                  <a:lnTo>
                    <a:pt x="6776794" y="4307281"/>
                  </a:lnTo>
                  <a:lnTo>
                    <a:pt x="6746724" y="4307211"/>
                  </a:lnTo>
                  <a:lnTo>
                    <a:pt x="6731460" y="4307179"/>
                  </a:lnTo>
                  <a:lnTo>
                    <a:pt x="6726650" y="4307170"/>
                  </a:lnTo>
                  <a:lnTo>
                    <a:pt x="6726343" y="4307170"/>
                  </a:lnTo>
                  <a:lnTo>
                    <a:pt x="5254955" y="4307170"/>
                  </a:lnTo>
                  <a:lnTo>
                    <a:pt x="5254031" y="4307090"/>
                  </a:lnTo>
                  <a:lnTo>
                    <a:pt x="5247932" y="4306519"/>
                  </a:lnTo>
                  <a:lnTo>
                    <a:pt x="5232463" y="4304944"/>
                  </a:lnTo>
                  <a:lnTo>
                    <a:pt x="5204578" y="4301839"/>
                  </a:lnTo>
                  <a:lnTo>
                    <a:pt x="5162550" y="4296706"/>
                  </a:lnTo>
                  <a:lnTo>
                    <a:pt x="5106101" y="4289118"/>
                  </a:lnTo>
                  <a:lnTo>
                    <a:pt x="5036362" y="4278753"/>
                  </a:lnTo>
                  <a:lnTo>
                    <a:pt x="4955628" y="4265417"/>
                  </a:lnTo>
                  <a:lnTo>
                    <a:pt x="4866939" y="4249033"/>
                  </a:lnTo>
                  <a:lnTo>
                    <a:pt x="4773608" y="4229613"/>
                  </a:lnTo>
                  <a:lnTo>
                    <a:pt x="4678785" y="4207214"/>
                  </a:lnTo>
                  <a:lnTo>
                    <a:pt x="4585154" y="4181895"/>
                  </a:lnTo>
                  <a:lnTo>
                    <a:pt x="4494772" y="4153674"/>
                  </a:lnTo>
                  <a:lnTo>
                    <a:pt x="4409040" y="4122504"/>
                  </a:lnTo>
                  <a:lnTo>
                    <a:pt x="4328769" y="4088253"/>
                  </a:lnTo>
                  <a:lnTo>
                    <a:pt x="4254278" y="4050696"/>
                  </a:lnTo>
                  <a:lnTo>
                    <a:pt x="4185518" y="4009516"/>
                  </a:lnTo>
                  <a:lnTo>
                    <a:pt x="4122180" y="3964303"/>
                  </a:lnTo>
                  <a:lnTo>
                    <a:pt x="4063783" y="3914574"/>
                  </a:lnTo>
                  <a:lnTo>
                    <a:pt x="4009748" y="3859780"/>
                  </a:lnTo>
                  <a:lnTo>
                    <a:pt x="3959450" y="3799350"/>
                  </a:lnTo>
                  <a:lnTo>
                    <a:pt x="3912255" y="3732733"/>
                  </a:lnTo>
                  <a:lnTo>
                    <a:pt x="3867555" y="3659488"/>
                  </a:lnTo>
                  <a:lnTo>
                    <a:pt x="3829811" y="3589308"/>
                  </a:lnTo>
                  <a:lnTo>
                    <a:pt x="3798263" y="3524631"/>
                  </a:lnTo>
                  <a:lnTo>
                    <a:pt x="3767410" y="3455972"/>
                  </a:lnTo>
                  <a:lnTo>
                    <a:pt x="3737095" y="3383251"/>
                  </a:lnTo>
                  <a:lnTo>
                    <a:pt x="3707183" y="3306430"/>
                  </a:lnTo>
                  <a:lnTo>
                    <a:pt x="3677564" y="3225523"/>
                  </a:lnTo>
                  <a:lnTo>
                    <a:pt x="3648147" y="3140592"/>
                  </a:lnTo>
                  <a:lnTo>
                    <a:pt x="3618859" y="3051759"/>
                  </a:lnTo>
                  <a:lnTo>
                    <a:pt x="3589640" y="2959202"/>
                  </a:lnTo>
                  <a:lnTo>
                    <a:pt x="3560448" y="2863160"/>
                  </a:lnTo>
                  <a:lnTo>
                    <a:pt x="3531252" y="2763930"/>
                  </a:lnTo>
                  <a:lnTo>
                    <a:pt x="3502030" y="2661868"/>
                  </a:lnTo>
                  <a:lnTo>
                    <a:pt x="3472773" y="2557380"/>
                  </a:lnTo>
                  <a:lnTo>
                    <a:pt x="3443479" y="2450922"/>
                  </a:lnTo>
                  <a:lnTo>
                    <a:pt x="3414153" y="2342988"/>
                  </a:lnTo>
                  <a:lnTo>
                    <a:pt x="3384803" y="2234102"/>
                  </a:lnTo>
                  <a:lnTo>
                    <a:pt x="3355443" y="2124809"/>
                  </a:lnTo>
                  <a:lnTo>
                    <a:pt x="3326087" y="2015662"/>
                  </a:lnTo>
                  <a:lnTo>
                    <a:pt x="3296748" y="1907211"/>
                  </a:lnTo>
                  <a:lnTo>
                    <a:pt x="3267438" y="1799990"/>
                  </a:lnTo>
                  <a:lnTo>
                    <a:pt x="3238163" y="1694510"/>
                  </a:lnTo>
                  <a:lnTo>
                    <a:pt x="3208926" y="1591245"/>
                  </a:lnTo>
                  <a:lnTo>
                    <a:pt x="3179719" y="1490626"/>
                  </a:lnTo>
                  <a:lnTo>
                    <a:pt x="3150528" y="1393033"/>
                  </a:lnTo>
                  <a:lnTo>
                    <a:pt x="3121327" y="1298793"/>
                  </a:lnTo>
                  <a:lnTo>
                    <a:pt x="3092078" y="1208170"/>
                  </a:lnTo>
                  <a:lnTo>
                    <a:pt x="3062730" y="1121373"/>
                  </a:lnTo>
                  <a:lnTo>
                    <a:pt x="3033217" y="1038548"/>
                  </a:lnTo>
                  <a:lnTo>
                    <a:pt x="3003456" y="959788"/>
                  </a:lnTo>
                  <a:lnTo>
                    <a:pt x="2973347" y="885127"/>
                  </a:lnTo>
                  <a:lnTo>
                    <a:pt x="2942767" y="814552"/>
                  </a:lnTo>
                  <a:lnTo>
                    <a:pt x="2911570" y="748002"/>
                  </a:lnTo>
                  <a:lnTo>
                    <a:pt x="2896531" y="717861"/>
                  </a:lnTo>
                  <a:lnTo>
                    <a:pt x="2853574" y="638598"/>
                  </a:lnTo>
                  <a:lnTo>
                    <a:pt x="2808607" y="566159"/>
                  </a:lnTo>
                  <a:lnTo>
                    <a:pt x="2761075" y="500305"/>
                  </a:lnTo>
                  <a:lnTo>
                    <a:pt x="2710365" y="440577"/>
                  </a:lnTo>
                  <a:lnTo>
                    <a:pt x="2655843" y="386417"/>
                  </a:lnTo>
                  <a:lnTo>
                    <a:pt x="2596886" y="337253"/>
                  </a:lnTo>
                  <a:lnTo>
                    <a:pt x="2532925" y="292545"/>
                  </a:lnTo>
                  <a:lnTo>
                    <a:pt x="2463494" y="251816"/>
                  </a:lnTo>
                  <a:lnTo>
                    <a:pt x="2388311" y="214668"/>
                  </a:lnTo>
                  <a:lnTo>
                    <a:pt x="2307364" y="180794"/>
                  </a:lnTo>
                  <a:lnTo>
                    <a:pt x="2221025" y="149980"/>
                  </a:lnTo>
                  <a:lnTo>
                    <a:pt x="2130170" y="122106"/>
                  </a:lnTo>
                  <a:lnTo>
                    <a:pt x="2036276" y="97132"/>
                  </a:lnTo>
                  <a:lnTo>
                    <a:pt x="1941479" y="75085"/>
                  </a:lnTo>
                  <a:lnTo>
                    <a:pt x="1848529" y="56024"/>
                  </a:lnTo>
                  <a:lnTo>
                    <a:pt x="1760615" y="40004"/>
                  </a:lnTo>
                  <a:lnTo>
                    <a:pt x="1681041" y="27028"/>
                  </a:lnTo>
                  <a:lnTo>
                    <a:pt x="1612785" y="17007"/>
                  </a:lnTo>
                  <a:lnTo>
                    <a:pt x="1558020" y="9730"/>
                  </a:lnTo>
                  <a:lnTo>
                    <a:pt x="1517720" y="4863"/>
                  </a:lnTo>
                  <a:lnTo>
                    <a:pt x="1491433" y="1967"/>
                  </a:lnTo>
                  <a:lnTo>
                    <a:pt x="1477264" y="539"/>
                  </a:lnTo>
                  <a:lnTo>
                    <a:pt x="1472022" y="54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8" name="pg68"/>
            <p:cNvSpPr/>
            <p:nvPr/>
          </p:nvSpPr>
          <p:spPr>
            <a:xfrm>
              <a:off x="4799595" y="6696099"/>
              <a:ext cx="11981298" cy="4094672"/>
            </a:xfrm>
            <a:custGeom>
              <a:avLst/>
              <a:pathLst>
                <a:path w="11981298" h="4094672">
                  <a:moveTo>
                    <a:pt x="0" y="8172"/>
                  </a:moveTo>
                  <a:lnTo>
                    <a:pt x="1471387" y="8172"/>
                  </a:lnTo>
                  <a:lnTo>
                    <a:pt x="1472324" y="8250"/>
                  </a:lnTo>
                  <a:lnTo>
                    <a:pt x="1478511" y="8799"/>
                  </a:lnTo>
                  <a:lnTo>
                    <a:pt x="1494193" y="10316"/>
                  </a:lnTo>
                  <a:lnTo>
                    <a:pt x="1522448" y="13305"/>
                  </a:lnTo>
                  <a:lnTo>
                    <a:pt x="1565005" y="18247"/>
                  </a:lnTo>
                  <a:lnTo>
                    <a:pt x="1622111" y="25550"/>
                  </a:lnTo>
                  <a:lnTo>
                    <a:pt x="1692584" y="35520"/>
                  </a:lnTo>
                  <a:lnTo>
                    <a:pt x="1774063" y="48341"/>
                  </a:lnTo>
                  <a:lnTo>
                    <a:pt x="1863446" y="64083"/>
                  </a:lnTo>
                  <a:lnTo>
                    <a:pt x="1957370" y="82732"/>
                  </a:lnTo>
                  <a:lnTo>
                    <a:pt x="2052656" y="104232"/>
                  </a:lnTo>
                  <a:lnTo>
                    <a:pt x="2146610" y="128528"/>
                  </a:lnTo>
                  <a:lnTo>
                    <a:pt x="2237183" y="155604"/>
                  </a:lnTo>
                  <a:lnTo>
                    <a:pt x="2322990" y="185512"/>
                  </a:lnTo>
                  <a:lnTo>
                    <a:pt x="2403247" y="218383"/>
                  </a:lnTo>
                  <a:lnTo>
                    <a:pt x="2477660" y="254441"/>
                  </a:lnTo>
                  <a:lnTo>
                    <a:pt x="2546302" y="293999"/>
                  </a:lnTo>
                  <a:lnTo>
                    <a:pt x="2609505" y="337455"/>
                  </a:lnTo>
                  <a:lnTo>
                    <a:pt x="2667765" y="385284"/>
                  </a:lnTo>
                  <a:lnTo>
                    <a:pt x="2721679" y="438015"/>
                  </a:lnTo>
                  <a:lnTo>
                    <a:pt x="2771882" y="496200"/>
                  </a:lnTo>
                  <a:lnTo>
                    <a:pt x="2819017" y="560363"/>
                  </a:lnTo>
                  <a:lnTo>
                    <a:pt x="2863694" y="630911"/>
                  </a:lnTo>
                  <a:lnTo>
                    <a:pt x="2896531" y="689256"/>
                  </a:lnTo>
                  <a:lnTo>
                    <a:pt x="2928826" y="752134"/>
                  </a:lnTo>
                  <a:lnTo>
                    <a:pt x="2960395" y="818976"/>
                  </a:lnTo>
                  <a:lnTo>
                    <a:pt x="2991408" y="889861"/>
                  </a:lnTo>
                  <a:lnTo>
                    <a:pt x="3022007" y="964825"/>
                  </a:lnTo>
                  <a:lnTo>
                    <a:pt x="3052309" y="1043850"/>
                  </a:lnTo>
                  <a:lnTo>
                    <a:pt x="3082409" y="1126866"/>
                  </a:lnTo>
                  <a:lnTo>
                    <a:pt x="3112384" y="1213741"/>
                  </a:lnTo>
                  <a:lnTo>
                    <a:pt x="3142294" y="1304285"/>
                  </a:lnTo>
                  <a:lnTo>
                    <a:pt x="3172184" y="1398243"/>
                  </a:lnTo>
                  <a:lnTo>
                    <a:pt x="3202084" y="1495300"/>
                  </a:lnTo>
                  <a:lnTo>
                    <a:pt x="3232014" y="1595083"/>
                  </a:lnTo>
                  <a:lnTo>
                    <a:pt x="3261982" y="1697163"/>
                  </a:lnTo>
                  <a:lnTo>
                    <a:pt x="3291988" y="1801065"/>
                  </a:lnTo>
                  <a:lnTo>
                    <a:pt x="3322025" y="1906276"/>
                  </a:lnTo>
                  <a:lnTo>
                    <a:pt x="3352083" y="2012253"/>
                  </a:lnTo>
                  <a:lnTo>
                    <a:pt x="3382146" y="2118439"/>
                  </a:lnTo>
                  <a:lnTo>
                    <a:pt x="3412200" y="2224269"/>
                  </a:lnTo>
                  <a:lnTo>
                    <a:pt x="3442230" y="2329187"/>
                  </a:lnTo>
                  <a:lnTo>
                    <a:pt x="3472227" y="2432660"/>
                  </a:lnTo>
                  <a:lnTo>
                    <a:pt x="3502184" y="2534181"/>
                  </a:lnTo>
                  <a:lnTo>
                    <a:pt x="3532105" y="2633288"/>
                  </a:lnTo>
                  <a:lnTo>
                    <a:pt x="3562000" y="2729567"/>
                  </a:lnTo>
                  <a:lnTo>
                    <a:pt x="3591892" y="2822657"/>
                  </a:lnTo>
                  <a:lnTo>
                    <a:pt x="3621814" y="2912260"/>
                  </a:lnTo>
                  <a:lnTo>
                    <a:pt x="3651816" y="2998139"/>
                  </a:lnTo>
                  <a:lnTo>
                    <a:pt x="3681961" y="3080118"/>
                  </a:lnTo>
                  <a:lnTo>
                    <a:pt x="3712330" y="3158082"/>
                  </a:lnTo>
                  <a:lnTo>
                    <a:pt x="3743026" y="3231975"/>
                  </a:lnTo>
                  <a:lnTo>
                    <a:pt x="3774170" y="3301794"/>
                  </a:lnTo>
                  <a:lnTo>
                    <a:pt x="3805912" y="3367586"/>
                  </a:lnTo>
                  <a:lnTo>
                    <a:pt x="3829811" y="3413588"/>
                  </a:lnTo>
                  <a:lnTo>
                    <a:pt x="3872983" y="3489143"/>
                  </a:lnTo>
                  <a:lnTo>
                    <a:pt x="3918187" y="3558160"/>
                  </a:lnTo>
                  <a:lnTo>
                    <a:pt x="3965988" y="3620872"/>
                  </a:lnTo>
                  <a:lnTo>
                    <a:pt x="4017007" y="3677723"/>
                  </a:lnTo>
                  <a:lnTo>
                    <a:pt x="4071888" y="3729250"/>
                  </a:lnTo>
                  <a:lnTo>
                    <a:pt x="4131262" y="3776002"/>
                  </a:lnTo>
                  <a:lnTo>
                    <a:pt x="4195706" y="3818500"/>
                  </a:lnTo>
                  <a:lnTo>
                    <a:pt x="4265686" y="3857201"/>
                  </a:lnTo>
                  <a:lnTo>
                    <a:pt x="4341481" y="3892483"/>
                  </a:lnTo>
                  <a:lnTo>
                    <a:pt x="4423089" y="3924639"/>
                  </a:lnTo>
                  <a:lnTo>
                    <a:pt x="4510110" y="3953871"/>
                  </a:lnTo>
                  <a:lnTo>
                    <a:pt x="4601628" y="3980291"/>
                  </a:lnTo>
                  <a:lnTo>
                    <a:pt x="4696105" y="4003931"/>
                  </a:lnTo>
                  <a:lnTo>
                    <a:pt x="4791334" y="4024765"/>
                  </a:lnTo>
                  <a:lnTo>
                    <a:pt x="4884488" y="4042734"/>
                  </a:lnTo>
                  <a:lnTo>
                    <a:pt x="4972310" y="4057786"/>
                  </a:lnTo>
                  <a:lnTo>
                    <a:pt x="5051456" y="4069925"/>
                  </a:lnTo>
                  <a:lnTo>
                    <a:pt x="5118954" y="4079245"/>
                  </a:lnTo>
                  <a:lnTo>
                    <a:pt x="5172689" y="4085960"/>
                  </a:lnTo>
                  <a:lnTo>
                    <a:pt x="5211798" y="4090402"/>
                  </a:lnTo>
                  <a:lnTo>
                    <a:pt x="5236883" y="4093000"/>
                  </a:lnTo>
                  <a:lnTo>
                    <a:pt x="5250005" y="4094243"/>
                  </a:lnTo>
                  <a:lnTo>
                    <a:pt x="5254531" y="4094637"/>
                  </a:lnTo>
                  <a:lnTo>
                    <a:pt x="5254955" y="4094672"/>
                  </a:lnTo>
                  <a:lnTo>
                    <a:pt x="6726343" y="4094672"/>
                  </a:lnTo>
                  <a:lnTo>
                    <a:pt x="6727502" y="4094611"/>
                  </a:lnTo>
                  <a:lnTo>
                    <a:pt x="6735121" y="4094174"/>
                  </a:lnTo>
                  <a:lnTo>
                    <a:pt x="6754316" y="4092969"/>
                  </a:lnTo>
                  <a:lnTo>
                    <a:pt x="6788607" y="4090596"/>
                  </a:lnTo>
                  <a:lnTo>
                    <a:pt x="6839667" y="4086689"/>
                  </a:lnTo>
                  <a:lnTo>
                    <a:pt x="6907186" y="4080947"/>
                  </a:lnTo>
                  <a:lnTo>
                    <a:pt x="6989050" y="4073169"/>
                  </a:lnTo>
                  <a:lnTo>
                    <a:pt x="7081817" y="4063253"/>
                  </a:lnTo>
                  <a:lnTo>
                    <a:pt x="7181389" y="4051186"/>
                  </a:lnTo>
                  <a:lnTo>
                    <a:pt x="7283690" y="4037003"/>
                  </a:lnTo>
                  <a:lnTo>
                    <a:pt x="7385179" y="4020750"/>
                  </a:lnTo>
                  <a:lnTo>
                    <a:pt x="7483132" y="4002448"/>
                  </a:lnTo>
                  <a:lnTo>
                    <a:pt x="7575718" y="3982064"/>
                  </a:lnTo>
                  <a:lnTo>
                    <a:pt x="7661916" y="3959499"/>
                  </a:lnTo>
                  <a:lnTo>
                    <a:pt x="7741362" y="3934574"/>
                  </a:lnTo>
                  <a:lnTo>
                    <a:pt x="7814178" y="3907036"/>
                  </a:lnTo>
                  <a:lnTo>
                    <a:pt x="7880813" y="3876559"/>
                  </a:lnTo>
                  <a:lnTo>
                    <a:pt x="7941919" y="3842755"/>
                  </a:lnTo>
                  <a:lnTo>
                    <a:pt x="7998256" y="3805196"/>
                  </a:lnTo>
                  <a:lnTo>
                    <a:pt x="8050621" y="3763449"/>
                  </a:lnTo>
                  <a:lnTo>
                    <a:pt x="8099797" y="3717132"/>
                  </a:lnTo>
                  <a:lnTo>
                    <a:pt x="8146507" y="3666016"/>
                  </a:lnTo>
                  <a:lnTo>
                    <a:pt x="8151487" y="3660141"/>
                  </a:lnTo>
                  <a:lnTo>
                    <a:pt x="8190407" y="3611357"/>
                  </a:lnTo>
                  <a:lnTo>
                    <a:pt x="8228322" y="3558864"/>
                  </a:lnTo>
                  <a:lnTo>
                    <a:pt x="8265515" y="3502589"/>
                  </a:lnTo>
                  <a:lnTo>
                    <a:pt x="8302212" y="3442522"/>
                  </a:lnTo>
                  <a:lnTo>
                    <a:pt x="8338593" y="3378726"/>
                  </a:lnTo>
                  <a:lnTo>
                    <a:pt x="8374794" y="3311343"/>
                  </a:lnTo>
                  <a:lnTo>
                    <a:pt x="8410918" y="3240600"/>
                  </a:lnTo>
                  <a:lnTo>
                    <a:pt x="8447034" y="3166806"/>
                  </a:lnTo>
                  <a:lnTo>
                    <a:pt x="8483185" y="3090354"/>
                  </a:lnTo>
                  <a:lnTo>
                    <a:pt x="8519391" y="3011711"/>
                  </a:lnTo>
                  <a:lnTo>
                    <a:pt x="8555652" y="2931411"/>
                  </a:lnTo>
                  <a:lnTo>
                    <a:pt x="8591954" y="2850037"/>
                  </a:lnTo>
                  <a:lnTo>
                    <a:pt x="8628274" y="2768207"/>
                  </a:lnTo>
                  <a:lnTo>
                    <a:pt x="8664588" y="2686555"/>
                  </a:lnTo>
                  <a:lnTo>
                    <a:pt x="8700869" y="2605706"/>
                  </a:lnTo>
                  <a:lnTo>
                    <a:pt x="8737100" y="2526263"/>
                  </a:lnTo>
                  <a:lnTo>
                    <a:pt x="8773274" y="2448782"/>
                  </a:lnTo>
                  <a:lnTo>
                    <a:pt x="8809402" y="2373763"/>
                  </a:lnTo>
                  <a:lnTo>
                    <a:pt x="8845515" y="2301630"/>
                  </a:lnTo>
                  <a:lnTo>
                    <a:pt x="8881672" y="2232732"/>
                  </a:lnTo>
                  <a:lnTo>
                    <a:pt x="8917959" y="2167331"/>
                  </a:lnTo>
                  <a:lnTo>
                    <a:pt x="8954497" y="2105606"/>
                  </a:lnTo>
                  <a:lnTo>
                    <a:pt x="8991446" y="2047654"/>
                  </a:lnTo>
                  <a:lnTo>
                    <a:pt x="9029011" y="1993499"/>
                  </a:lnTo>
                  <a:lnTo>
                    <a:pt x="9067449" y="1943092"/>
                  </a:lnTo>
                  <a:lnTo>
                    <a:pt x="9084767" y="1922016"/>
                  </a:lnTo>
                  <a:lnTo>
                    <a:pt x="9131246" y="1870372"/>
                  </a:lnTo>
                  <a:lnTo>
                    <a:pt x="9180120" y="1823539"/>
                  </a:lnTo>
                  <a:lnTo>
                    <a:pt x="9232099" y="1781309"/>
                  </a:lnTo>
                  <a:lnTo>
                    <a:pt x="9287963" y="1743314"/>
                  </a:lnTo>
                  <a:lnTo>
                    <a:pt x="9348510" y="1709121"/>
                  </a:lnTo>
                  <a:lnTo>
                    <a:pt x="9414507" y="1678300"/>
                  </a:lnTo>
                  <a:lnTo>
                    <a:pt x="9486621" y="1650458"/>
                  </a:lnTo>
                  <a:lnTo>
                    <a:pt x="9565330" y="1625262"/>
                  </a:lnTo>
                  <a:lnTo>
                    <a:pt x="9650798" y="1602449"/>
                  </a:lnTo>
                  <a:lnTo>
                    <a:pt x="9742722" y="1581833"/>
                  </a:lnTo>
                  <a:lnTo>
                    <a:pt x="9840163" y="1563306"/>
                  </a:lnTo>
                  <a:lnTo>
                    <a:pt x="9941382" y="1546829"/>
                  </a:lnTo>
                  <a:lnTo>
                    <a:pt x="10043754" y="1532418"/>
                  </a:lnTo>
                  <a:lnTo>
                    <a:pt x="10143816" y="1520117"/>
                  </a:lnTo>
                  <a:lnTo>
                    <a:pt x="10237530" y="1509966"/>
                  </a:lnTo>
                  <a:lnTo>
                    <a:pt x="10320770" y="1501958"/>
                  </a:lnTo>
                  <a:lnTo>
                    <a:pt x="10389989" y="1496002"/>
                  </a:lnTo>
                  <a:lnTo>
                    <a:pt x="10442896" y="1491907"/>
                  </a:lnTo>
                  <a:lnTo>
                    <a:pt x="10478973" y="1489383"/>
                  </a:lnTo>
                  <a:lnTo>
                    <a:pt x="10499677" y="1488069"/>
                  </a:lnTo>
                  <a:lnTo>
                    <a:pt x="10508338" y="1487569"/>
                  </a:lnTo>
                  <a:lnTo>
                    <a:pt x="10509911" y="1487485"/>
                  </a:lnTo>
                  <a:lnTo>
                    <a:pt x="11981298" y="1487485"/>
                  </a:lnTo>
                  <a:lnTo>
                    <a:pt x="11981298" y="1479312"/>
                  </a:lnTo>
                  <a:lnTo>
                    <a:pt x="10509911" y="1479312"/>
                  </a:lnTo>
                  <a:lnTo>
                    <a:pt x="10508751" y="1479373"/>
                  </a:lnTo>
                  <a:lnTo>
                    <a:pt x="10501132" y="1479809"/>
                  </a:lnTo>
                  <a:lnTo>
                    <a:pt x="10481938" y="1481015"/>
                  </a:lnTo>
                  <a:lnTo>
                    <a:pt x="10447646" y="1483388"/>
                  </a:lnTo>
                  <a:lnTo>
                    <a:pt x="10396587" y="1487295"/>
                  </a:lnTo>
                  <a:lnTo>
                    <a:pt x="10329067" y="1493037"/>
                  </a:lnTo>
                  <a:lnTo>
                    <a:pt x="10247203" y="1500815"/>
                  </a:lnTo>
                  <a:lnTo>
                    <a:pt x="10154437" y="1510730"/>
                  </a:lnTo>
                  <a:lnTo>
                    <a:pt x="10054865" y="1522798"/>
                  </a:lnTo>
                  <a:lnTo>
                    <a:pt x="9952563" y="1536981"/>
                  </a:lnTo>
                  <a:lnTo>
                    <a:pt x="9851075" y="1553234"/>
                  </a:lnTo>
                  <a:lnTo>
                    <a:pt x="9753121" y="1571536"/>
                  </a:lnTo>
                  <a:lnTo>
                    <a:pt x="9660535" y="1591920"/>
                  </a:lnTo>
                  <a:lnTo>
                    <a:pt x="9574337" y="1614485"/>
                  </a:lnTo>
                  <a:lnTo>
                    <a:pt x="9494891" y="1639409"/>
                  </a:lnTo>
                  <a:lnTo>
                    <a:pt x="9422075" y="1666947"/>
                  </a:lnTo>
                  <a:lnTo>
                    <a:pt x="9355440" y="1697425"/>
                  </a:lnTo>
                  <a:lnTo>
                    <a:pt x="9294334" y="1731229"/>
                  </a:lnTo>
                  <a:lnTo>
                    <a:pt x="9237998" y="1768788"/>
                  </a:lnTo>
                  <a:lnTo>
                    <a:pt x="9185633" y="1810535"/>
                  </a:lnTo>
                  <a:lnTo>
                    <a:pt x="9136456" y="1856851"/>
                  </a:lnTo>
                  <a:lnTo>
                    <a:pt x="9089746" y="1907968"/>
                  </a:lnTo>
                  <a:lnTo>
                    <a:pt x="9084767" y="1913843"/>
                  </a:lnTo>
                  <a:lnTo>
                    <a:pt x="9045846" y="1962627"/>
                  </a:lnTo>
                  <a:lnTo>
                    <a:pt x="9007931" y="2015119"/>
                  </a:lnTo>
                  <a:lnTo>
                    <a:pt x="8970739" y="2071394"/>
                  </a:lnTo>
                  <a:lnTo>
                    <a:pt x="8934041" y="2131462"/>
                  </a:lnTo>
                  <a:lnTo>
                    <a:pt x="8897661" y="2195258"/>
                  </a:lnTo>
                  <a:lnTo>
                    <a:pt x="8861459" y="2262641"/>
                  </a:lnTo>
                  <a:lnTo>
                    <a:pt x="8825335" y="2333384"/>
                  </a:lnTo>
                  <a:lnTo>
                    <a:pt x="8789219" y="2407178"/>
                  </a:lnTo>
                  <a:lnTo>
                    <a:pt x="8753068" y="2483630"/>
                  </a:lnTo>
                  <a:lnTo>
                    <a:pt x="8716862" y="2562272"/>
                  </a:lnTo>
                  <a:lnTo>
                    <a:pt x="8680602" y="2642573"/>
                  </a:lnTo>
                  <a:lnTo>
                    <a:pt x="8644300" y="2723947"/>
                  </a:lnTo>
                  <a:lnTo>
                    <a:pt x="8607979" y="2805777"/>
                  </a:lnTo>
                  <a:lnTo>
                    <a:pt x="8571665" y="2887429"/>
                  </a:lnTo>
                  <a:lnTo>
                    <a:pt x="8535384" y="2968278"/>
                  </a:lnTo>
                  <a:lnTo>
                    <a:pt x="8499153" y="3047721"/>
                  </a:lnTo>
                  <a:lnTo>
                    <a:pt x="8462979" y="3125202"/>
                  </a:lnTo>
                  <a:lnTo>
                    <a:pt x="8426852" y="3200221"/>
                  </a:lnTo>
                  <a:lnTo>
                    <a:pt x="8390738" y="3272354"/>
                  </a:lnTo>
                  <a:lnTo>
                    <a:pt x="8354581" y="3341252"/>
                  </a:lnTo>
                  <a:lnTo>
                    <a:pt x="8318294" y="3406653"/>
                  </a:lnTo>
                  <a:lnTo>
                    <a:pt x="8281756" y="3468378"/>
                  </a:lnTo>
                  <a:lnTo>
                    <a:pt x="8244807" y="3526329"/>
                  </a:lnTo>
                  <a:lnTo>
                    <a:pt x="8207242" y="3580485"/>
                  </a:lnTo>
                  <a:lnTo>
                    <a:pt x="8168804" y="3630892"/>
                  </a:lnTo>
                  <a:lnTo>
                    <a:pt x="8151487" y="3651968"/>
                  </a:lnTo>
                  <a:lnTo>
                    <a:pt x="8105007" y="3703612"/>
                  </a:lnTo>
                  <a:lnTo>
                    <a:pt x="8056133" y="3750445"/>
                  </a:lnTo>
                  <a:lnTo>
                    <a:pt x="8004154" y="3792675"/>
                  </a:lnTo>
                  <a:lnTo>
                    <a:pt x="7948290" y="3830670"/>
                  </a:lnTo>
                  <a:lnTo>
                    <a:pt x="7887743" y="3864863"/>
                  </a:lnTo>
                  <a:lnTo>
                    <a:pt x="7821747" y="3895684"/>
                  </a:lnTo>
                  <a:lnTo>
                    <a:pt x="7749632" y="3923526"/>
                  </a:lnTo>
                  <a:lnTo>
                    <a:pt x="7670923" y="3948722"/>
                  </a:lnTo>
                  <a:lnTo>
                    <a:pt x="7585455" y="3971535"/>
                  </a:lnTo>
                  <a:lnTo>
                    <a:pt x="7493531" y="3992151"/>
                  </a:lnTo>
                  <a:lnTo>
                    <a:pt x="7396090" y="4010677"/>
                  </a:lnTo>
                  <a:lnTo>
                    <a:pt x="7294871" y="4027155"/>
                  </a:lnTo>
                  <a:lnTo>
                    <a:pt x="7192500" y="4041566"/>
                  </a:lnTo>
                  <a:lnTo>
                    <a:pt x="7092437" y="4053867"/>
                  </a:lnTo>
                  <a:lnTo>
                    <a:pt x="6998723" y="4064017"/>
                  </a:lnTo>
                  <a:lnTo>
                    <a:pt x="6915483" y="4072026"/>
                  </a:lnTo>
                  <a:lnTo>
                    <a:pt x="6846265" y="4077982"/>
                  </a:lnTo>
                  <a:lnTo>
                    <a:pt x="6793357" y="4082077"/>
                  </a:lnTo>
                  <a:lnTo>
                    <a:pt x="6757280" y="4084601"/>
                  </a:lnTo>
                  <a:lnTo>
                    <a:pt x="6736576" y="4085914"/>
                  </a:lnTo>
                  <a:lnTo>
                    <a:pt x="6727915" y="4086415"/>
                  </a:lnTo>
                  <a:lnTo>
                    <a:pt x="6726343" y="4086499"/>
                  </a:lnTo>
                  <a:lnTo>
                    <a:pt x="5254955" y="4086499"/>
                  </a:lnTo>
                  <a:lnTo>
                    <a:pt x="5254018" y="4086422"/>
                  </a:lnTo>
                  <a:lnTo>
                    <a:pt x="5247831" y="4085872"/>
                  </a:lnTo>
                  <a:lnTo>
                    <a:pt x="5232149" y="4084356"/>
                  </a:lnTo>
                  <a:lnTo>
                    <a:pt x="5203894" y="4081366"/>
                  </a:lnTo>
                  <a:lnTo>
                    <a:pt x="5161337" y="4076424"/>
                  </a:lnTo>
                  <a:lnTo>
                    <a:pt x="5104231" y="4069121"/>
                  </a:lnTo>
                  <a:lnTo>
                    <a:pt x="5033759" y="4059151"/>
                  </a:lnTo>
                  <a:lnTo>
                    <a:pt x="4952279" y="4046330"/>
                  </a:lnTo>
                  <a:lnTo>
                    <a:pt x="4862896" y="4030588"/>
                  </a:lnTo>
                  <a:lnTo>
                    <a:pt x="4768972" y="4011939"/>
                  </a:lnTo>
                  <a:lnTo>
                    <a:pt x="4673686" y="3990440"/>
                  </a:lnTo>
                  <a:lnTo>
                    <a:pt x="4579732" y="3966144"/>
                  </a:lnTo>
                  <a:lnTo>
                    <a:pt x="4489159" y="3939067"/>
                  </a:lnTo>
                  <a:lnTo>
                    <a:pt x="4403352" y="3909159"/>
                  </a:lnTo>
                  <a:lnTo>
                    <a:pt x="4323095" y="3876288"/>
                  </a:lnTo>
                  <a:lnTo>
                    <a:pt x="4248682" y="3840230"/>
                  </a:lnTo>
                  <a:lnTo>
                    <a:pt x="4180040" y="3800672"/>
                  </a:lnTo>
                  <a:lnTo>
                    <a:pt x="4116837" y="3757216"/>
                  </a:lnTo>
                  <a:lnTo>
                    <a:pt x="4058577" y="3709387"/>
                  </a:lnTo>
                  <a:lnTo>
                    <a:pt x="4004663" y="3656656"/>
                  </a:lnTo>
                  <a:lnTo>
                    <a:pt x="3954460" y="3598471"/>
                  </a:lnTo>
                  <a:lnTo>
                    <a:pt x="3907325" y="3534308"/>
                  </a:lnTo>
                  <a:lnTo>
                    <a:pt x="3862648" y="3463760"/>
                  </a:lnTo>
                  <a:lnTo>
                    <a:pt x="3829811" y="3405415"/>
                  </a:lnTo>
                  <a:lnTo>
                    <a:pt x="3797517" y="3342537"/>
                  </a:lnTo>
                  <a:lnTo>
                    <a:pt x="3765947" y="3275695"/>
                  </a:lnTo>
                  <a:lnTo>
                    <a:pt x="3734934" y="3204810"/>
                  </a:lnTo>
                  <a:lnTo>
                    <a:pt x="3704335" y="3129846"/>
                  </a:lnTo>
                  <a:lnTo>
                    <a:pt x="3674034" y="3050821"/>
                  </a:lnTo>
                  <a:lnTo>
                    <a:pt x="3643933" y="2967806"/>
                  </a:lnTo>
                  <a:lnTo>
                    <a:pt x="3613958" y="2880930"/>
                  </a:lnTo>
                  <a:lnTo>
                    <a:pt x="3584048" y="2790387"/>
                  </a:lnTo>
                  <a:lnTo>
                    <a:pt x="3554158" y="2696428"/>
                  </a:lnTo>
                  <a:lnTo>
                    <a:pt x="3524258" y="2599371"/>
                  </a:lnTo>
                  <a:lnTo>
                    <a:pt x="3494328" y="2499588"/>
                  </a:lnTo>
                  <a:lnTo>
                    <a:pt x="3464360" y="2397508"/>
                  </a:lnTo>
                  <a:lnTo>
                    <a:pt x="3434354" y="2293606"/>
                  </a:lnTo>
                  <a:lnTo>
                    <a:pt x="3404317" y="2188395"/>
                  </a:lnTo>
                  <a:lnTo>
                    <a:pt x="3374259" y="2082418"/>
                  </a:lnTo>
                  <a:lnTo>
                    <a:pt x="3344196" y="1976233"/>
                  </a:lnTo>
                  <a:lnTo>
                    <a:pt x="3314142" y="1870403"/>
                  </a:lnTo>
                  <a:lnTo>
                    <a:pt x="3284112" y="1765484"/>
                  </a:lnTo>
                  <a:lnTo>
                    <a:pt x="3254115" y="1662011"/>
                  </a:lnTo>
                  <a:lnTo>
                    <a:pt x="3224158" y="1560490"/>
                  </a:lnTo>
                  <a:lnTo>
                    <a:pt x="3194237" y="1461383"/>
                  </a:lnTo>
                  <a:lnTo>
                    <a:pt x="3164342" y="1365105"/>
                  </a:lnTo>
                  <a:lnTo>
                    <a:pt x="3134450" y="1272014"/>
                  </a:lnTo>
                  <a:lnTo>
                    <a:pt x="3104528" y="1182411"/>
                  </a:lnTo>
                  <a:lnTo>
                    <a:pt x="3074526" y="1096532"/>
                  </a:lnTo>
                  <a:lnTo>
                    <a:pt x="3044382" y="1014554"/>
                  </a:lnTo>
                  <a:lnTo>
                    <a:pt x="3014012" y="936589"/>
                  </a:lnTo>
                  <a:lnTo>
                    <a:pt x="2983316" y="862696"/>
                  </a:lnTo>
                  <a:lnTo>
                    <a:pt x="2952172" y="792877"/>
                  </a:lnTo>
                  <a:lnTo>
                    <a:pt x="2920430" y="727085"/>
                  </a:lnTo>
                  <a:lnTo>
                    <a:pt x="2896531" y="681083"/>
                  </a:lnTo>
                  <a:lnTo>
                    <a:pt x="2853359" y="605528"/>
                  </a:lnTo>
                  <a:lnTo>
                    <a:pt x="2808155" y="536511"/>
                  </a:lnTo>
                  <a:lnTo>
                    <a:pt x="2760354" y="473799"/>
                  </a:lnTo>
                  <a:lnTo>
                    <a:pt x="2709335" y="416948"/>
                  </a:lnTo>
                  <a:lnTo>
                    <a:pt x="2654454" y="365422"/>
                  </a:lnTo>
                  <a:lnTo>
                    <a:pt x="2595080" y="318669"/>
                  </a:lnTo>
                  <a:lnTo>
                    <a:pt x="2530636" y="276171"/>
                  </a:lnTo>
                  <a:lnTo>
                    <a:pt x="2460656" y="237471"/>
                  </a:lnTo>
                  <a:lnTo>
                    <a:pt x="2384861" y="202188"/>
                  </a:lnTo>
                  <a:lnTo>
                    <a:pt x="2303253" y="170032"/>
                  </a:lnTo>
                  <a:lnTo>
                    <a:pt x="2216232" y="140800"/>
                  </a:lnTo>
                  <a:lnTo>
                    <a:pt x="2124714" y="114380"/>
                  </a:lnTo>
                  <a:lnTo>
                    <a:pt x="2030237" y="90740"/>
                  </a:lnTo>
                  <a:lnTo>
                    <a:pt x="1935008" y="69906"/>
                  </a:lnTo>
                  <a:lnTo>
                    <a:pt x="1841854" y="51938"/>
                  </a:lnTo>
                  <a:lnTo>
                    <a:pt x="1754032" y="36885"/>
                  </a:lnTo>
                  <a:lnTo>
                    <a:pt x="1674886" y="24746"/>
                  </a:lnTo>
                  <a:lnTo>
                    <a:pt x="1607388" y="15426"/>
                  </a:lnTo>
                  <a:lnTo>
                    <a:pt x="1553653" y="8711"/>
                  </a:lnTo>
                  <a:lnTo>
                    <a:pt x="1514544" y="4269"/>
                  </a:lnTo>
                  <a:lnTo>
                    <a:pt x="1489459" y="1671"/>
                  </a:lnTo>
                  <a:lnTo>
                    <a:pt x="1476338" y="428"/>
                  </a:lnTo>
                  <a:lnTo>
                    <a:pt x="1471811" y="34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69" name="pl69"/>
            <p:cNvSpPr/>
            <p:nvPr/>
          </p:nvSpPr>
          <p:spPr>
            <a:xfrm>
              <a:off x="4799595" y="6704272"/>
              <a:ext cx="11981298" cy="4086499"/>
            </a:xfrm>
            <a:custGeom>
              <a:avLst/>
              <a:pathLst>
                <a:path w="11981298" h="4086499">
                  <a:moveTo>
                    <a:pt x="0" y="0"/>
                  </a:moveTo>
                  <a:lnTo>
                    <a:pt x="1471387" y="0"/>
                  </a:lnTo>
                  <a:lnTo>
                    <a:pt x="1472324" y="77"/>
                  </a:lnTo>
                  <a:lnTo>
                    <a:pt x="1478511" y="626"/>
                  </a:lnTo>
                  <a:lnTo>
                    <a:pt x="1494193" y="2143"/>
                  </a:lnTo>
                  <a:lnTo>
                    <a:pt x="1522448" y="5132"/>
                  </a:lnTo>
                  <a:lnTo>
                    <a:pt x="1565005" y="10074"/>
                  </a:lnTo>
                  <a:lnTo>
                    <a:pt x="1622111" y="17377"/>
                  </a:lnTo>
                  <a:lnTo>
                    <a:pt x="1692584" y="27347"/>
                  </a:lnTo>
                  <a:lnTo>
                    <a:pt x="1774063" y="40168"/>
                  </a:lnTo>
                  <a:lnTo>
                    <a:pt x="1863446" y="55910"/>
                  </a:lnTo>
                  <a:lnTo>
                    <a:pt x="1957370" y="74559"/>
                  </a:lnTo>
                  <a:lnTo>
                    <a:pt x="2052656" y="96059"/>
                  </a:lnTo>
                  <a:lnTo>
                    <a:pt x="2146610" y="120355"/>
                  </a:lnTo>
                  <a:lnTo>
                    <a:pt x="2237183" y="147431"/>
                  </a:lnTo>
                  <a:lnTo>
                    <a:pt x="2322990" y="177339"/>
                  </a:lnTo>
                  <a:lnTo>
                    <a:pt x="2403247" y="210210"/>
                  </a:lnTo>
                  <a:lnTo>
                    <a:pt x="2477660" y="246268"/>
                  </a:lnTo>
                  <a:lnTo>
                    <a:pt x="2546302" y="285826"/>
                  </a:lnTo>
                  <a:lnTo>
                    <a:pt x="2609505" y="329282"/>
                  </a:lnTo>
                  <a:lnTo>
                    <a:pt x="2667765" y="377111"/>
                  </a:lnTo>
                  <a:lnTo>
                    <a:pt x="2721679" y="429842"/>
                  </a:lnTo>
                  <a:lnTo>
                    <a:pt x="2771882" y="488027"/>
                  </a:lnTo>
                  <a:lnTo>
                    <a:pt x="2819017" y="552190"/>
                  </a:lnTo>
                  <a:lnTo>
                    <a:pt x="2863694" y="622738"/>
                  </a:lnTo>
                  <a:lnTo>
                    <a:pt x="2896531" y="681083"/>
                  </a:lnTo>
                  <a:lnTo>
                    <a:pt x="2928826" y="743961"/>
                  </a:lnTo>
                  <a:lnTo>
                    <a:pt x="2960395" y="810803"/>
                  </a:lnTo>
                  <a:lnTo>
                    <a:pt x="2991408" y="881688"/>
                  </a:lnTo>
                  <a:lnTo>
                    <a:pt x="3022007" y="956652"/>
                  </a:lnTo>
                  <a:lnTo>
                    <a:pt x="3052309" y="1035677"/>
                  </a:lnTo>
                  <a:lnTo>
                    <a:pt x="3082409" y="1118693"/>
                  </a:lnTo>
                  <a:lnTo>
                    <a:pt x="3112384" y="1205568"/>
                  </a:lnTo>
                  <a:lnTo>
                    <a:pt x="3142294" y="1296112"/>
                  </a:lnTo>
                  <a:lnTo>
                    <a:pt x="3172184" y="1390070"/>
                  </a:lnTo>
                  <a:lnTo>
                    <a:pt x="3202084" y="1487127"/>
                  </a:lnTo>
                  <a:lnTo>
                    <a:pt x="3232014" y="1586910"/>
                  </a:lnTo>
                  <a:lnTo>
                    <a:pt x="3261982" y="1688990"/>
                  </a:lnTo>
                  <a:lnTo>
                    <a:pt x="3291988" y="1792892"/>
                  </a:lnTo>
                  <a:lnTo>
                    <a:pt x="3322025" y="1898103"/>
                  </a:lnTo>
                  <a:lnTo>
                    <a:pt x="3352083" y="2004080"/>
                  </a:lnTo>
                  <a:lnTo>
                    <a:pt x="3382146" y="2110266"/>
                  </a:lnTo>
                  <a:lnTo>
                    <a:pt x="3412200" y="2216096"/>
                  </a:lnTo>
                  <a:lnTo>
                    <a:pt x="3442230" y="2321014"/>
                  </a:lnTo>
                  <a:lnTo>
                    <a:pt x="3472227" y="2424487"/>
                  </a:lnTo>
                  <a:lnTo>
                    <a:pt x="3502184" y="2526008"/>
                  </a:lnTo>
                  <a:lnTo>
                    <a:pt x="3532105" y="2625115"/>
                  </a:lnTo>
                  <a:lnTo>
                    <a:pt x="3562000" y="2721394"/>
                  </a:lnTo>
                  <a:lnTo>
                    <a:pt x="3591892" y="2814484"/>
                  </a:lnTo>
                  <a:lnTo>
                    <a:pt x="3621814" y="2904087"/>
                  </a:lnTo>
                  <a:lnTo>
                    <a:pt x="3651816" y="2989966"/>
                  </a:lnTo>
                  <a:lnTo>
                    <a:pt x="3681961" y="3071945"/>
                  </a:lnTo>
                  <a:lnTo>
                    <a:pt x="3712330" y="3149909"/>
                  </a:lnTo>
                  <a:lnTo>
                    <a:pt x="3743026" y="3223802"/>
                  </a:lnTo>
                  <a:lnTo>
                    <a:pt x="3774170" y="3293621"/>
                  </a:lnTo>
                  <a:lnTo>
                    <a:pt x="3805912" y="3359413"/>
                  </a:lnTo>
                  <a:lnTo>
                    <a:pt x="3829811" y="3405415"/>
                  </a:lnTo>
                  <a:lnTo>
                    <a:pt x="3872983" y="3480970"/>
                  </a:lnTo>
                  <a:lnTo>
                    <a:pt x="3918187" y="3549987"/>
                  </a:lnTo>
                  <a:lnTo>
                    <a:pt x="3965988" y="3612699"/>
                  </a:lnTo>
                  <a:lnTo>
                    <a:pt x="4017007" y="3669550"/>
                  </a:lnTo>
                  <a:lnTo>
                    <a:pt x="4071888" y="3721077"/>
                  </a:lnTo>
                  <a:lnTo>
                    <a:pt x="4131262" y="3767829"/>
                  </a:lnTo>
                  <a:lnTo>
                    <a:pt x="4195706" y="3810327"/>
                  </a:lnTo>
                  <a:lnTo>
                    <a:pt x="4265686" y="3849028"/>
                  </a:lnTo>
                  <a:lnTo>
                    <a:pt x="4341481" y="3884310"/>
                  </a:lnTo>
                  <a:lnTo>
                    <a:pt x="4423089" y="3916466"/>
                  </a:lnTo>
                  <a:lnTo>
                    <a:pt x="4510110" y="3945698"/>
                  </a:lnTo>
                  <a:lnTo>
                    <a:pt x="4601628" y="3972118"/>
                  </a:lnTo>
                  <a:lnTo>
                    <a:pt x="4696105" y="3995758"/>
                  </a:lnTo>
                  <a:lnTo>
                    <a:pt x="4791334" y="4016592"/>
                  </a:lnTo>
                  <a:lnTo>
                    <a:pt x="4884488" y="4034561"/>
                  </a:lnTo>
                  <a:lnTo>
                    <a:pt x="4972310" y="4049613"/>
                  </a:lnTo>
                  <a:lnTo>
                    <a:pt x="5051456" y="4061752"/>
                  </a:lnTo>
                  <a:lnTo>
                    <a:pt x="5118954" y="4071072"/>
                  </a:lnTo>
                  <a:lnTo>
                    <a:pt x="5172689" y="4077787"/>
                  </a:lnTo>
                  <a:lnTo>
                    <a:pt x="5211798" y="4082229"/>
                  </a:lnTo>
                  <a:lnTo>
                    <a:pt x="5236883" y="4084827"/>
                  </a:lnTo>
                  <a:lnTo>
                    <a:pt x="5250005" y="4086070"/>
                  </a:lnTo>
                  <a:lnTo>
                    <a:pt x="5254531" y="4086464"/>
                  </a:lnTo>
                  <a:lnTo>
                    <a:pt x="5254955" y="4086499"/>
                  </a:lnTo>
                  <a:lnTo>
                    <a:pt x="6726343" y="4086499"/>
                  </a:lnTo>
                  <a:lnTo>
                    <a:pt x="6727502" y="4086438"/>
                  </a:lnTo>
                  <a:lnTo>
                    <a:pt x="6735121" y="4086001"/>
                  </a:lnTo>
                  <a:lnTo>
                    <a:pt x="6754316" y="4084796"/>
                  </a:lnTo>
                  <a:lnTo>
                    <a:pt x="6788607" y="4082423"/>
                  </a:lnTo>
                  <a:lnTo>
                    <a:pt x="6839667" y="4078516"/>
                  </a:lnTo>
                  <a:lnTo>
                    <a:pt x="6907186" y="4072774"/>
                  </a:lnTo>
                  <a:lnTo>
                    <a:pt x="6989050" y="4064996"/>
                  </a:lnTo>
                  <a:lnTo>
                    <a:pt x="7081817" y="4055080"/>
                  </a:lnTo>
                  <a:lnTo>
                    <a:pt x="7181389" y="4043013"/>
                  </a:lnTo>
                  <a:lnTo>
                    <a:pt x="7283690" y="4028830"/>
                  </a:lnTo>
                  <a:lnTo>
                    <a:pt x="7385179" y="4012577"/>
                  </a:lnTo>
                  <a:lnTo>
                    <a:pt x="7483132" y="3994275"/>
                  </a:lnTo>
                  <a:lnTo>
                    <a:pt x="7575718" y="3973891"/>
                  </a:lnTo>
                  <a:lnTo>
                    <a:pt x="7661916" y="3951326"/>
                  </a:lnTo>
                  <a:lnTo>
                    <a:pt x="7741362" y="3926401"/>
                  </a:lnTo>
                  <a:lnTo>
                    <a:pt x="7814178" y="3898863"/>
                  </a:lnTo>
                  <a:lnTo>
                    <a:pt x="7880813" y="3868386"/>
                  </a:lnTo>
                  <a:lnTo>
                    <a:pt x="7941919" y="3834582"/>
                  </a:lnTo>
                  <a:lnTo>
                    <a:pt x="7998256" y="3797023"/>
                  </a:lnTo>
                  <a:lnTo>
                    <a:pt x="8050621" y="3755276"/>
                  </a:lnTo>
                  <a:lnTo>
                    <a:pt x="8099797" y="3708959"/>
                  </a:lnTo>
                  <a:lnTo>
                    <a:pt x="8146507" y="3657843"/>
                  </a:lnTo>
                  <a:lnTo>
                    <a:pt x="8151487" y="3651968"/>
                  </a:lnTo>
                  <a:lnTo>
                    <a:pt x="8190407" y="3603184"/>
                  </a:lnTo>
                  <a:lnTo>
                    <a:pt x="8228322" y="3550691"/>
                  </a:lnTo>
                  <a:lnTo>
                    <a:pt x="8265515" y="3494416"/>
                  </a:lnTo>
                  <a:lnTo>
                    <a:pt x="8302212" y="3434349"/>
                  </a:lnTo>
                  <a:lnTo>
                    <a:pt x="8338593" y="3370553"/>
                  </a:lnTo>
                  <a:lnTo>
                    <a:pt x="8374794" y="3303170"/>
                  </a:lnTo>
                  <a:lnTo>
                    <a:pt x="8410918" y="3232427"/>
                  </a:lnTo>
                  <a:lnTo>
                    <a:pt x="8447034" y="3158633"/>
                  </a:lnTo>
                  <a:lnTo>
                    <a:pt x="8483185" y="3082181"/>
                  </a:lnTo>
                  <a:lnTo>
                    <a:pt x="8519391" y="3003538"/>
                  </a:lnTo>
                  <a:lnTo>
                    <a:pt x="8555652" y="2923238"/>
                  </a:lnTo>
                  <a:lnTo>
                    <a:pt x="8591954" y="2841864"/>
                  </a:lnTo>
                  <a:lnTo>
                    <a:pt x="8628274" y="2760034"/>
                  </a:lnTo>
                  <a:lnTo>
                    <a:pt x="8664588" y="2678382"/>
                  </a:lnTo>
                  <a:lnTo>
                    <a:pt x="8700869" y="2597533"/>
                  </a:lnTo>
                  <a:lnTo>
                    <a:pt x="8737100" y="2518090"/>
                  </a:lnTo>
                  <a:lnTo>
                    <a:pt x="8773274" y="2440609"/>
                  </a:lnTo>
                  <a:lnTo>
                    <a:pt x="8809402" y="2365590"/>
                  </a:lnTo>
                  <a:lnTo>
                    <a:pt x="8845515" y="2293457"/>
                  </a:lnTo>
                  <a:lnTo>
                    <a:pt x="8881672" y="2224559"/>
                  </a:lnTo>
                  <a:lnTo>
                    <a:pt x="8917959" y="2159158"/>
                  </a:lnTo>
                  <a:lnTo>
                    <a:pt x="8954497" y="2097433"/>
                  </a:lnTo>
                  <a:lnTo>
                    <a:pt x="8991446" y="2039481"/>
                  </a:lnTo>
                  <a:lnTo>
                    <a:pt x="9029011" y="1985326"/>
                  </a:lnTo>
                  <a:lnTo>
                    <a:pt x="9067449" y="1934919"/>
                  </a:lnTo>
                  <a:lnTo>
                    <a:pt x="9084767" y="1913843"/>
                  </a:lnTo>
                  <a:lnTo>
                    <a:pt x="9131246" y="1862199"/>
                  </a:lnTo>
                  <a:lnTo>
                    <a:pt x="9180120" y="1815366"/>
                  </a:lnTo>
                  <a:lnTo>
                    <a:pt x="9232099" y="1773136"/>
                  </a:lnTo>
                  <a:lnTo>
                    <a:pt x="9287963" y="1735141"/>
                  </a:lnTo>
                  <a:lnTo>
                    <a:pt x="9348510" y="1700948"/>
                  </a:lnTo>
                  <a:lnTo>
                    <a:pt x="9414507" y="1670127"/>
                  </a:lnTo>
                  <a:lnTo>
                    <a:pt x="9486621" y="1642285"/>
                  </a:lnTo>
                  <a:lnTo>
                    <a:pt x="9565330" y="1617089"/>
                  </a:lnTo>
                  <a:lnTo>
                    <a:pt x="9650798" y="1594276"/>
                  </a:lnTo>
                  <a:lnTo>
                    <a:pt x="9742722" y="1573660"/>
                  </a:lnTo>
                  <a:lnTo>
                    <a:pt x="9840163" y="1555133"/>
                  </a:lnTo>
                  <a:lnTo>
                    <a:pt x="9941382" y="1538656"/>
                  </a:lnTo>
                  <a:lnTo>
                    <a:pt x="10043754" y="1524245"/>
                  </a:lnTo>
                  <a:lnTo>
                    <a:pt x="10143816" y="1511944"/>
                  </a:lnTo>
                  <a:lnTo>
                    <a:pt x="10237530" y="1501793"/>
                  </a:lnTo>
                  <a:lnTo>
                    <a:pt x="10320770" y="1493785"/>
                  </a:lnTo>
                  <a:lnTo>
                    <a:pt x="10389989" y="1487829"/>
                  </a:lnTo>
                  <a:lnTo>
                    <a:pt x="10442896" y="1483734"/>
                  </a:lnTo>
                  <a:lnTo>
                    <a:pt x="10478973" y="1481210"/>
                  </a:lnTo>
                  <a:lnTo>
                    <a:pt x="10499677" y="1479896"/>
                  </a:lnTo>
                  <a:lnTo>
                    <a:pt x="10508338" y="1479396"/>
                  </a:lnTo>
                  <a:lnTo>
                    <a:pt x="10509909" y="1479312"/>
                  </a:lnTo>
                  <a:lnTo>
                    <a:pt x="10509911" y="1479312"/>
                  </a:lnTo>
                  <a:lnTo>
                    <a:pt x="11981298" y="147931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0" name="pl70"/>
            <p:cNvSpPr/>
            <p:nvPr/>
          </p:nvSpPr>
          <p:spPr>
            <a:xfrm>
              <a:off x="4799595" y="6696099"/>
              <a:ext cx="11981298" cy="4086499"/>
            </a:xfrm>
            <a:custGeom>
              <a:avLst/>
              <a:pathLst>
                <a:path w="11981298" h="4086499">
                  <a:moveTo>
                    <a:pt x="11981298" y="1479312"/>
                  </a:moveTo>
                  <a:lnTo>
                    <a:pt x="10509911" y="1479312"/>
                  </a:lnTo>
                  <a:lnTo>
                    <a:pt x="10508751" y="1479373"/>
                  </a:lnTo>
                  <a:lnTo>
                    <a:pt x="10501132" y="1479809"/>
                  </a:lnTo>
                  <a:lnTo>
                    <a:pt x="10481938" y="1481015"/>
                  </a:lnTo>
                  <a:lnTo>
                    <a:pt x="10447646" y="1483388"/>
                  </a:lnTo>
                  <a:lnTo>
                    <a:pt x="10396587" y="1487295"/>
                  </a:lnTo>
                  <a:lnTo>
                    <a:pt x="10329067" y="1493037"/>
                  </a:lnTo>
                  <a:lnTo>
                    <a:pt x="10247203" y="1500815"/>
                  </a:lnTo>
                  <a:lnTo>
                    <a:pt x="10154437" y="1510730"/>
                  </a:lnTo>
                  <a:lnTo>
                    <a:pt x="10054865" y="1522798"/>
                  </a:lnTo>
                  <a:lnTo>
                    <a:pt x="9952563" y="1536981"/>
                  </a:lnTo>
                  <a:lnTo>
                    <a:pt x="9851075" y="1553234"/>
                  </a:lnTo>
                  <a:lnTo>
                    <a:pt x="9753121" y="1571536"/>
                  </a:lnTo>
                  <a:lnTo>
                    <a:pt x="9660535" y="1591920"/>
                  </a:lnTo>
                  <a:lnTo>
                    <a:pt x="9574337" y="1614485"/>
                  </a:lnTo>
                  <a:lnTo>
                    <a:pt x="9494891" y="1639409"/>
                  </a:lnTo>
                  <a:lnTo>
                    <a:pt x="9422075" y="1666947"/>
                  </a:lnTo>
                  <a:lnTo>
                    <a:pt x="9355440" y="1697425"/>
                  </a:lnTo>
                  <a:lnTo>
                    <a:pt x="9294334" y="1731229"/>
                  </a:lnTo>
                  <a:lnTo>
                    <a:pt x="9237998" y="1768788"/>
                  </a:lnTo>
                  <a:lnTo>
                    <a:pt x="9185633" y="1810535"/>
                  </a:lnTo>
                  <a:lnTo>
                    <a:pt x="9136456" y="1856851"/>
                  </a:lnTo>
                  <a:lnTo>
                    <a:pt x="9089746" y="1907968"/>
                  </a:lnTo>
                  <a:lnTo>
                    <a:pt x="9084767" y="1913843"/>
                  </a:lnTo>
                  <a:lnTo>
                    <a:pt x="9045846" y="1962627"/>
                  </a:lnTo>
                  <a:lnTo>
                    <a:pt x="9007931" y="2015119"/>
                  </a:lnTo>
                  <a:lnTo>
                    <a:pt x="8970739" y="2071394"/>
                  </a:lnTo>
                  <a:lnTo>
                    <a:pt x="8934041" y="2131462"/>
                  </a:lnTo>
                  <a:lnTo>
                    <a:pt x="8897661" y="2195258"/>
                  </a:lnTo>
                  <a:lnTo>
                    <a:pt x="8861459" y="2262641"/>
                  </a:lnTo>
                  <a:lnTo>
                    <a:pt x="8825335" y="2333384"/>
                  </a:lnTo>
                  <a:lnTo>
                    <a:pt x="8789219" y="2407178"/>
                  </a:lnTo>
                  <a:lnTo>
                    <a:pt x="8753068" y="2483630"/>
                  </a:lnTo>
                  <a:lnTo>
                    <a:pt x="8716862" y="2562272"/>
                  </a:lnTo>
                  <a:lnTo>
                    <a:pt x="8680602" y="2642573"/>
                  </a:lnTo>
                  <a:lnTo>
                    <a:pt x="8644300" y="2723947"/>
                  </a:lnTo>
                  <a:lnTo>
                    <a:pt x="8607979" y="2805777"/>
                  </a:lnTo>
                  <a:lnTo>
                    <a:pt x="8571665" y="2887429"/>
                  </a:lnTo>
                  <a:lnTo>
                    <a:pt x="8535384" y="2968278"/>
                  </a:lnTo>
                  <a:lnTo>
                    <a:pt x="8499153" y="3047721"/>
                  </a:lnTo>
                  <a:lnTo>
                    <a:pt x="8462979" y="3125202"/>
                  </a:lnTo>
                  <a:lnTo>
                    <a:pt x="8426852" y="3200221"/>
                  </a:lnTo>
                  <a:lnTo>
                    <a:pt x="8390738" y="3272354"/>
                  </a:lnTo>
                  <a:lnTo>
                    <a:pt x="8354581" y="3341252"/>
                  </a:lnTo>
                  <a:lnTo>
                    <a:pt x="8318294" y="3406653"/>
                  </a:lnTo>
                  <a:lnTo>
                    <a:pt x="8281756" y="3468378"/>
                  </a:lnTo>
                  <a:lnTo>
                    <a:pt x="8244807" y="3526329"/>
                  </a:lnTo>
                  <a:lnTo>
                    <a:pt x="8207242" y="3580485"/>
                  </a:lnTo>
                  <a:lnTo>
                    <a:pt x="8168804" y="3630892"/>
                  </a:lnTo>
                  <a:lnTo>
                    <a:pt x="8151487" y="3651968"/>
                  </a:lnTo>
                  <a:lnTo>
                    <a:pt x="8105007" y="3703612"/>
                  </a:lnTo>
                  <a:lnTo>
                    <a:pt x="8056133" y="3750445"/>
                  </a:lnTo>
                  <a:lnTo>
                    <a:pt x="8004154" y="3792675"/>
                  </a:lnTo>
                  <a:lnTo>
                    <a:pt x="7948290" y="3830670"/>
                  </a:lnTo>
                  <a:lnTo>
                    <a:pt x="7887743" y="3864863"/>
                  </a:lnTo>
                  <a:lnTo>
                    <a:pt x="7821747" y="3895684"/>
                  </a:lnTo>
                  <a:lnTo>
                    <a:pt x="7749632" y="3923526"/>
                  </a:lnTo>
                  <a:lnTo>
                    <a:pt x="7670923" y="3948722"/>
                  </a:lnTo>
                  <a:lnTo>
                    <a:pt x="7585455" y="3971535"/>
                  </a:lnTo>
                  <a:lnTo>
                    <a:pt x="7493531" y="3992151"/>
                  </a:lnTo>
                  <a:lnTo>
                    <a:pt x="7396090" y="4010677"/>
                  </a:lnTo>
                  <a:lnTo>
                    <a:pt x="7294871" y="4027155"/>
                  </a:lnTo>
                  <a:lnTo>
                    <a:pt x="7192500" y="4041566"/>
                  </a:lnTo>
                  <a:lnTo>
                    <a:pt x="7092437" y="4053867"/>
                  </a:lnTo>
                  <a:lnTo>
                    <a:pt x="6998723" y="4064017"/>
                  </a:lnTo>
                  <a:lnTo>
                    <a:pt x="6915483" y="4072026"/>
                  </a:lnTo>
                  <a:lnTo>
                    <a:pt x="6846265" y="4077982"/>
                  </a:lnTo>
                  <a:lnTo>
                    <a:pt x="6793357" y="4082077"/>
                  </a:lnTo>
                  <a:lnTo>
                    <a:pt x="6757280" y="4084601"/>
                  </a:lnTo>
                  <a:lnTo>
                    <a:pt x="6736576" y="4085914"/>
                  </a:lnTo>
                  <a:lnTo>
                    <a:pt x="6727915" y="4086415"/>
                  </a:lnTo>
                  <a:lnTo>
                    <a:pt x="6726344" y="4086499"/>
                  </a:lnTo>
                  <a:lnTo>
                    <a:pt x="6726343" y="4086499"/>
                  </a:lnTo>
                  <a:lnTo>
                    <a:pt x="5254955" y="4086499"/>
                  </a:lnTo>
                  <a:lnTo>
                    <a:pt x="5254018" y="4086422"/>
                  </a:lnTo>
                  <a:lnTo>
                    <a:pt x="5247831" y="4085872"/>
                  </a:lnTo>
                  <a:lnTo>
                    <a:pt x="5232149" y="4084356"/>
                  </a:lnTo>
                  <a:lnTo>
                    <a:pt x="5203894" y="4081366"/>
                  </a:lnTo>
                  <a:lnTo>
                    <a:pt x="5161337" y="4076424"/>
                  </a:lnTo>
                  <a:lnTo>
                    <a:pt x="5104231" y="4069121"/>
                  </a:lnTo>
                  <a:lnTo>
                    <a:pt x="5033759" y="4059151"/>
                  </a:lnTo>
                  <a:lnTo>
                    <a:pt x="4952279" y="4046330"/>
                  </a:lnTo>
                  <a:lnTo>
                    <a:pt x="4862896" y="4030588"/>
                  </a:lnTo>
                  <a:lnTo>
                    <a:pt x="4768972" y="4011939"/>
                  </a:lnTo>
                  <a:lnTo>
                    <a:pt x="4673686" y="3990440"/>
                  </a:lnTo>
                  <a:lnTo>
                    <a:pt x="4579732" y="3966144"/>
                  </a:lnTo>
                  <a:lnTo>
                    <a:pt x="4489159" y="3939067"/>
                  </a:lnTo>
                  <a:lnTo>
                    <a:pt x="4403352" y="3909159"/>
                  </a:lnTo>
                  <a:lnTo>
                    <a:pt x="4323095" y="3876288"/>
                  </a:lnTo>
                  <a:lnTo>
                    <a:pt x="4248682" y="3840230"/>
                  </a:lnTo>
                  <a:lnTo>
                    <a:pt x="4180040" y="3800672"/>
                  </a:lnTo>
                  <a:lnTo>
                    <a:pt x="4116837" y="3757216"/>
                  </a:lnTo>
                  <a:lnTo>
                    <a:pt x="4058577" y="3709387"/>
                  </a:lnTo>
                  <a:lnTo>
                    <a:pt x="4004663" y="3656656"/>
                  </a:lnTo>
                  <a:lnTo>
                    <a:pt x="3954460" y="3598471"/>
                  </a:lnTo>
                  <a:lnTo>
                    <a:pt x="3907325" y="3534308"/>
                  </a:lnTo>
                  <a:lnTo>
                    <a:pt x="3862648" y="3463760"/>
                  </a:lnTo>
                  <a:lnTo>
                    <a:pt x="3829811" y="3405415"/>
                  </a:lnTo>
                  <a:lnTo>
                    <a:pt x="3797517" y="3342537"/>
                  </a:lnTo>
                  <a:lnTo>
                    <a:pt x="3765947" y="3275695"/>
                  </a:lnTo>
                  <a:lnTo>
                    <a:pt x="3734934" y="3204810"/>
                  </a:lnTo>
                  <a:lnTo>
                    <a:pt x="3704335" y="3129846"/>
                  </a:lnTo>
                  <a:lnTo>
                    <a:pt x="3674034" y="3050821"/>
                  </a:lnTo>
                  <a:lnTo>
                    <a:pt x="3643933" y="2967806"/>
                  </a:lnTo>
                  <a:lnTo>
                    <a:pt x="3613958" y="2880930"/>
                  </a:lnTo>
                  <a:lnTo>
                    <a:pt x="3584048" y="2790387"/>
                  </a:lnTo>
                  <a:lnTo>
                    <a:pt x="3554158" y="2696428"/>
                  </a:lnTo>
                  <a:lnTo>
                    <a:pt x="3524258" y="2599371"/>
                  </a:lnTo>
                  <a:lnTo>
                    <a:pt x="3494328" y="2499588"/>
                  </a:lnTo>
                  <a:lnTo>
                    <a:pt x="3464360" y="2397508"/>
                  </a:lnTo>
                  <a:lnTo>
                    <a:pt x="3434354" y="2293606"/>
                  </a:lnTo>
                  <a:lnTo>
                    <a:pt x="3404317" y="2188395"/>
                  </a:lnTo>
                  <a:lnTo>
                    <a:pt x="3374259" y="2082418"/>
                  </a:lnTo>
                  <a:lnTo>
                    <a:pt x="3344196" y="1976233"/>
                  </a:lnTo>
                  <a:lnTo>
                    <a:pt x="3314142" y="1870403"/>
                  </a:lnTo>
                  <a:lnTo>
                    <a:pt x="3284112" y="1765484"/>
                  </a:lnTo>
                  <a:lnTo>
                    <a:pt x="3254115" y="1662011"/>
                  </a:lnTo>
                  <a:lnTo>
                    <a:pt x="3224158" y="1560490"/>
                  </a:lnTo>
                  <a:lnTo>
                    <a:pt x="3194237" y="1461383"/>
                  </a:lnTo>
                  <a:lnTo>
                    <a:pt x="3164342" y="1365105"/>
                  </a:lnTo>
                  <a:lnTo>
                    <a:pt x="3134450" y="1272014"/>
                  </a:lnTo>
                  <a:lnTo>
                    <a:pt x="3104528" y="1182411"/>
                  </a:lnTo>
                  <a:lnTo>
                    <a:pt x="3074526" y="1096532"/>
                  </a:lnTo>
                  <a:lnTo>
                    <a:pt x="3044382" y="1014554"/>
                  </a:lnTo>
                  <a:lnTo>
                    <a:pt x="3014012" y="936589"/>
                  </a:lnTo>
                  <a:lnTo>
                    <a:pt x="2983316" y="862696"/>
                  </a:lnTo>
                  <a:lnTo>
                    <a:pt x="2952172" y="792877"/>
                  </a:lnTo>
                  <a:lnTo>
                    <a:pt x="2920430" y="727085"/>
                  </a:lnTo>
                  <a:lnTo>
                    <a:pt x="2896531" y="681083"/>
                  </a:lnTo>
                  <a:lnTo>
                    <a:pt x="2853359" y="605528"/>
                  </a:lnTo>
                  <a:lnTo>
                    <a:pt x="2808155" y="536511"/>
                  </a:lnTo>
                  <a:lnTo>
                    <a:pt x="2760354" y="473799"/>
                  </a:lnTo>
                  <a:lnTo>
                    <a:pt x="2709335" y="416948"/>
                  </a:lnTo>
                  <a:lnTo>
                    <a:pt x="2654454" y="365422"/>
                  </a:lnTo>
                  <a:lnTo>
                    <a:pt x="2595080" y="318669"/>
                  </a:lnTo>
                  <a:lnTo>
                    <a:pt x="2530636" y="276171"/>
                  </a:lnTo>
                  <a:lnTo>
                    <a:pt x="2460656" y="237471"/>
                  </a:lnTo>
                  <a:lnTo>
                    <a:pt x="2384861" y="202188"/>
                  </a:lnTo>
                  <a:lnTo>
                    <a:pt x="2303253" y="170032"/>
                  </a:lnTo>
                  <a:lnTo>
                    <a:pt x="2216232" y="140800"/>
                  </a:lnTo>
                  <a:lnTo>
                    <a:pt x="2124714" y="114380"/>
                  </a:lnTo>
                  <a:lnTo>
                    <a:pt x="2030237" y="90740"/>
                  </a:lnTo>
                  <a:lnTo>
                    <a:pt x="1935008" y="69906"/>
                  </a:lnTo>
                  <a:lnTo>
                    <a:pt x="1841854" y="51938"/>
                  </a:lnTo>
                  <a:lnTo>
                    <a:pt x="1754032" y="36885"/>
                  </a:lnTo>
                  <a:lnTo>
                    <a:pt x="1674886" y="24746"/>
                  </a:lnTo>
                  <a:lnTo>
                    <a:pt x="1607388" y="15426"/>
                  </a:lnTo>
                  <a:lnTo>
                    <a:pt x="1553653" y="8711"/>
                  </a:lnTo>
                  <a:lnTo>
                    <a:pt x="1514544" y="4269"/>
                  </a:lnTo>
                  <a:lnTo>
                    <a:pt x="1489459" y="1671"/>
                  </a:lnTo>
                  <a:lnTo>
                    <a:pt x="1476338" y="428"/>
                  </a:lnTo>
                  <a:lnTo>
                    <a:pt x="1471811" y="34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1" name="pg71"/>
            <p:cNvSpPr/>
            <p:nvPr/>
          </p:nvSpPr>
          <p:spPr>
            <a:xfrm>
              <a:off x="4799595" y="6704272"/>
              <a:ext cx="11981298" cy="4094672"/>
            </a:xfrm>
            <a:custGeom>
              <a:avLst/>
              <a:pathLst>
                <a:path w="11981298" h="4094672">
                  <a:moveTo>
                    <a:pt x="0" y="8172"/>
                  </a:moveTo>
                  <a:lnTo>
                    <a:pt x="1471387" y="8172"/>
                  </a:lnTo>
                  <a:lnTo>
                    <a:pt x="1472324" y="8250"/>
                  </a:lnTo>
                  <a:lnTo>
                    <a:pt x="1478511" y="8799"/>
                  </a:lnTo>
                  <a:lnTo>
                    <a:pt x="1494193" y="10316"/>
                  </a:lnTo>
                  <a:lnTo>
                    <a:pt x="1522448" y="13305"/>
                  </a:lnTo>
                  <a:lnTo>
                    <a:pt x="1565005" y="18247"/>
                  </a:lnTo>
                  <a:lnTo>
                    <a:pt x="1622111" y="25550"/>
                  </a:lnTo>
                  <a:lnTo>
                    <a:pt x="1692584" y="35520"/>
                  </a:lnTo>
                  <a:lnTo>
                    <a:pt x="1774063" y="48341"/>
                  </a:lnTo>
                  <a:lnTo>
                    <a:pt x="1863446" y="64083"/>
                  </a:lnTo>
                  <a:lnTo>
                    <a:pt x="1957370" y="82732"/>
                  </a:lnTo>
                  <a:lnTo>
                    <a:pt x="2052656" y="104232"/>
                  </a:lnTo>
                  <a:lnTo>
                    <a:pt x="2146610" y="128528"/>
                  </a:lnTo>
                  <a:lnTo>
                    <a:pt x="2237183" y="155604"/>
                  </a:lnTo>
                  <a:lnTo>
                    <a:pt x="2322990" y="185512"/>
                  </a:lnTo>
                  <a:lnTo>
                    <a:pt x="2403247" y="218383"/>
                  </a:lnTo>
                  <a:lnTo>
                    <a:pt x="2477660" y="254441"/>
                  </a:lnTo>
                  <a:lnTo>
                    <a:pt x="2546302" y="293999"/>
                  </a:lnTo>
                  <a:lnTo>
                    <a:pt x="2609505" y="337455"/>
                  </a:lnTo>
                  <a:lnTo>
                    <a:pt x="2667765" y="385284"/>
                  </a:lnTo>
                  <a:lnTo>
                    <a:pt x="2721679" y="438015"/>
                  </a:lnTo>
                  <a:lnTo>
                    <a:pt x="2771882" y="496200"/>
                  </a:lnTo>
                  <a:lnTo>
                    <a:pt x="2819017" y="560363"/>
                  </a:lnTo>
                  <a:lnTo>
                    <a:pt x="2863694" y="630911"/>
                  </a:lnTo>
                  <a:lnTo>
                    <a:pt x="2896531" y="689256"/>
                  </a:lnTo>
                  <a:lnTo>
                    <a:pt x="2928826" y="752134"/>
                  </a:lnTo>
                  <a:lnTo>
                    <a:pt x="2960395" y="818976"/>
                  </a:lnTo>
                  <a:lnTo>
                    <a:pt x="2991408" y="889861"/>
                  </a:lnTo>
                  <a:lnTo>
                    <a:pt x="3022007" y="964825"/>
                  </a:lnTo>
                  <a:lnTo>
                    <a:pt x="3052309" y="1043850"/>
                  </a:lnTo>
                  <a:lnTo>
                    <a:pt x="3082409" y="1126866"/>
                  </a:lnTo>
                  <a:lnTo>
                    <a:pt x="3112384" y="1213741"/>
                  </a:lnTo>
                  <a:lnTo>
                    <a:pt x="3142294" y="1304285"/>
                  </a:lnTo>
                  <a:lnTo>
                    <a:pt x="3172184" y="1398243"/>
                  </a:lnTo>
                  <a:lnTo>
                    <a:pt x="3202084" y="1495300"/>
                  </a:lnTo>
                  <a:lnTo>
                    <a:pt x="3232014" y="1595083"/>
                  </a:lnTo>
                  <a:lnTo>
                    <a:pt x="3261982" y="1697163"/>
                  </a:lnTo>
                  <a:lnTo>
                    <a:pt x="3291988" y="1801065"/>
                  </a:lnTo>
                  <a:lnTo>
                    <a:pt x="3322025" y="1906276"/>
                  </a:lnTo>
                  <a:lnTo>
                    <a:pt x="3352083" y="2012253"/>
                  </a:lnTo>
                  <a:lnTo>
                    <a:pt x="3382146" y="2118439"/>
                  </a:lnTo>
                  <a:lnTo>
                    <a:pt x="3412200" y="2224269"/>
                  </a:lnTo>
                  <a:lnTo>
                    <a:pt x="3442230" y="2329187"/>
                  </a:lnTo>
                  <a:lnTo>
                    <a:pt x="3472227" y="2432660"/>
                  </a:lnTo>
                  <a:lnTo>
                    <a:pt x="3502184" y="2534181"/>
                  </a:lnTo>
                  <a:lnTo>
                    <a:pt x="3532105" y="2633288"/>
                  </a:lnTo>
                  <a:lnTo>
                    <a:pt x="3562000" y="2729567"/>
                  </a:lnTo>
                  <a:lnTo>
                    <a:pt x="3591892" y="2822657"/>
                  </a:lnTo>
                  <a:lnTo>
                    <a:pt x="3621814" y="2912260"/>
                  </a:lnTo>
                  <a:lnTo>
                    <a:pt x="3651816" y="2998139"/>
                  </a:lnTo>
                  <a:lnTo>
                    <a:pt x="3681961" y="3080118"/>
                  </a:lnTo>
                  <a:lnTo>
                    <a:pt x="3712330" y="3158082"/>
                  </a:lnTo>
                  <a:lnTo>
                    <a:pt x="3743026" y="3231975"/>
                  </a:lnTo>
                  <a:lnTo>
                    <a:pt x="3774170" y="3301794"/>
                  </a:lnTo>
                  <a:lnTo>
                    <a:pt x="3805912" y="3367586"/>
                  </a:lnTo>
                  <a:lnTo>
                    <a:pt x="3829811" y="3413588"/>
                  </a:lnTo>
                  <a:lnTo>
                    <a:pt x="3872983" y="3489143"/>
                  </a:lnTo>
                  <a:lnTo>
                    <a:pt x="3918187" y="3558160"/>
                  </a:lnTo>
                  <a:lnTo>
                    <a:pt x="3965988" y="3620872"/>
                  </a:lnTo>
                  <a:lnTo>
                    <a:pt x="4017007" y="3677723"/>
                  </a:lnTo>
                  <a:lnTo>
                    <a:pt x="4071888" y="3729250"/>
                  </a:lnTo>
                  <a:lnTo>
                    <a:pt x="4131262" y="3776002"/>
                  </a:lnTo>
                  <a:lnTo>
                    <a:pt x="4195706" y="3818500"/>
                  </a:lnTo>
                  <a:lnTo>
                    <a:pt x="4265686" y="3857201"/>
                  </a:lnTo>
                  <a:lnTo>
                    <a:pt x="4341481" y="3892483"/>
                  </a:lnTo>
                  <a:lnTo>
                    <a:pt x="4423089" y="3924639"/>
                  </a:lnTo>
                  <a:lnTo>
                    <a:pt x="4510110" y="3953871"/>
                  </a:lnTo>
                  <a:lnTo>
                    <a:pt x="4601628" y="3980291"/>
                  </a:lnTo>
                  <a:lnTo>
                    <a:pt x="4696105" y="4003931"/>
                  </a:lnTo>
                  <a:lnTo>
                    <a:pt x="4791334" y="4024765"/>
                  </a:lnTo>
                  <a:lnTo>
                    <a:pt x="4884488" y="4042734"/>
                  </a:lnTo>
                  <a:lnTo>
                    <a:pt x="4972310" y="4057786"/>
                  </a:lnTo>
                  <a:lnTo>
                    <a:pt x="5051456" y="4069925"/>
                  </a:lnTo>
                  <a:lnTo>
                    <a:pt x="5118954" y="4079245"/>
                  </a:lnTo>
                  <a:lnTo>
                    <a:pt x="5172689" y="4085960"/>
                  </a:lnTo>
                  <a:lnTo>
                    <a:pt x="5211798" y="4090402"/>
                  </a:lnTo>
                  <a:lnTo>
                    <a:pt x="5236883" y="4093000"/>
                  </a:lnTo>
                  <a:lnTo>
                    <a:pt x="5250005" y="4094243"/>
                  </a:lnTo>
                  <a:lnTo>
                    <a:pt x="5254531" y="4094637"/>
                  </a:lnTo>
                  <a:lnTo>
                    <a:pt x="5254955" y="4094672"/>
                  </a:lnTo>
                  <a:lnTo>
                    <a:pt x="6726343" y="4094672"/>
                  </a:lnTo>
                  <a:lnTo>
                    <a:pt x="6727580" y="4094665"/>
                  </a:lnTo>
                  <a:lnTo>
                    <a:pt x="6735697" y="4094620"/>
                  </a:lnTo>
                  <a:lnTo>
                    <a:pt x="6756105" y="4094495"/>
                  </a:lnTo>
                  <a:lnTo>
                    <a:pt x="6792462" y="4094248"/>
                  </a:lnTo>
                  <a:lnTo>
                    <a:pt x="6846388" y="4093843"/>
                  </a:lnTo>
                  <a:lnTo>
                    <a:pt x="6917349" y="4093249"/>
                  </a:lnTo>
                  <a:lnTo>
                    <a:pt x="7002881" y="4092446"/>
                  </a:lnTo>
                  <a:lnTo>
                    <a:pt x="7099162" y="4091425"/>
                  </a:lnTo>
                  <a:lnTo>
                    <a:pt x="7201778" y="4090186"/>
                  </a:lnTo>
                  <a:lnTo>
                    <a:pt x="7306450" y="4088733"/>
                  </a:lnTo>
                  <a:lnTo>
                    <a:pt x="7409563" y="4087071"/>
                  </a:lnTo>
                  <a:lnTo>
                    <a:pt x="7508431" y="4085201"/>
                  </a:lnTo>
                  <a:lnTo>
                    <a:pt x="7601332" y="4083117"/>
                  </a:lnTo>
                  <a:lnTo>
                    <a:pt x="7687388" y="4080807"/>
                  </a:lnTo>
                  <a:lnTo>
                    <a:pt x="7766383" y="4078250"/>
                  </a:lnTo>
                  <a:lnTo>
                    <a:pt x="7838576" y="4075418"/>
                  </a:lnTo>
                  <a:lnTo>
                    <a:pt x="7904535" y="4072273"/>
                  </a:lnTo>
                  <a:lnTo>
                    <a:pt x="7965008" y="4068775"/>
                  </a:lnTo>
                  <a:lnTo>
                    <a:pt x="8020830" y="4064878"/>
                  </a:lnTo>
                  <a:lnTo>
                    <a:pt x="8072851" y="4060538"/>
                  </a:lnTo>
                  <a:lnTo>
                    <a:pt x="8121887" y="4055721"/>
                  </a:lnTo>
                  <a:lnTo>
                    <a:pt x="8151487" y="4052445"/>
                  </a:lnTo>
                  <a:lnTo>
                    <a:pt x="8207281" y="4045493"/>
                  </a:lnTo>
                  <a:lnTo>
                    <a:pt x="8261248" y="4037784"/>
                  </a:lnTo>
                  <a:lnTo>
                    <a:pt x="8314127" y="4029310"/>
                  </a:lnTo>
                  <a:lnTo>
                    <a:pt x="8366441" y="4020091"/>
                  </a:lnTo>
                  <a:lnTo>
                    <a:pt x="8418546" y="4010183"/>
                  </a:lnTo>
                  <a:lnTo>
                    <a:pt x="8470653" y="3999674"/>
                  </a:lnTo>
                  <a:lnTo>
                    <a:pt x="8522860" y="3988690"/>
                  </a:lnTo>
                  <a:lnTo>
                    <a:pt x="8575178" y="3977382"/>
                  </a:lnTo>
                  <a:lnTo>
                    <a:pt x="8627557" y="3965925"/>
                  </a:lnTo>
                  <a:lnTo>
                    <a:pt x="8679922" y="3954500"/>
                  </a:lnTo>
                  <a:lnTo>
                    <a:pt x="8732203" y="3943290"/>
                  </a:lnTo>
                  <a:lnTo>
                    <a:pt x="8784369" y="3932461"/>
                  </a:lnTo>
                  <a:lnTo>
                    <a:pt x="8836458" y="3922156"/>
                  </a:lnTo>
                  <a:lnTo>
                    <a:pt x="8888607" y="3912487"/>
                  </a:lnTo>
                  <a:lnTo>
                    <a:pt x="8941076" y="3903532"/>
                  </a:lnTo>
                  <a:lnTo>
                    <a:pt x="8994276" y="3895332"/>
                  </a:lnTo>
                  <a:lnTo>
                    <a:pt x="9048803" y="3887899"/>
                  </a:lnTo>
                  <a:lnTo>
                    <a:pt x="9084767" y="3883536"/>
                  </a:lnTo>
                  <a:lnTo>
                    <a:pt x="9132305" y="3878411"/>
                  </a:lnTo>
                  <a:lnTo>
                    <a:pt x="9182361" y="3873774"/>
                  </a:lnTo>
                  <a:lnTo>
                    <a:pt x="9235698" y="3869603"/>
                  </a:lnTo>
                  <a:lnTo>
                    <a:pt x="9293150" y="3865860"/>
                  </a:lnTo>
                  <a:lnTo>
                    <a:pt x="9355569" y="3862498"/>
                  </a:lnTo>
                  <a:lnTo>
                    <a:pt x="9423767" y="3859475"/>
                  </a:lnTo>
                  <a:lnTo>
                    <a:pt x="9498437" y="3856749"/>
                  </a:lnTo>
                  <a:lnTo>
                    <a:pt x="9580049" y="3854287"/>
                  </a:lnTo>
                  <a:lnTo>
                    <a:pt x="9668707" y="3852063"/>
                  </a:lnTo>
                  <a:lnTo>
                    <a:pt x="9763972" y="3850059"/>
                  </a:lnTo>
                  <a:lnTo>
                    <a:pt x="9864671" y="3848267"/>
                  </a:lnTo>
                  <a:lnTo>
                    <a:pt x="9968729" y="3846682"/>
                  </a:lnTo>
                  <a:lnTo>
                    <a:pt x="10073103" y="3845308"/>
                  </a:lnTo>
                  <a:lnTo>
                    <a:pt x="10173884" y="3844150"/>
                  </a:lnTo>
                  <a:lnTo>
                    <a:pt x="10266668" y="3843211"/>
                  </a:lnTo>
                  <a:lnTo>
                    <a:pt x="10347169" y="3842487"/>
                  </a:lnTo>
                  <a:lnTo>
                    <a:pt x="10411988" y="3841966"/>
                  </a:lnTo>
                  <a:lnTo>
                    <a:pt x="10459327" y="3841624"/>
                  </a:lnTo>
                  <a:lnTo>
                    <a:pt x="10489448" y="3841427"/>
                  </a:lnTo>
                  <a:lnTo>
                    <a:pt x="10504758" y="3841336"/>
                  </a:lnTo>
                  <a:lnTo>
                    <a:pt x="10509598" y="3841310"/>
                  </a:lnTo>
                  <a:lnTo>
                    <a:pt x="10509911" y="3841309"/>
                  </a:lnTo>
                  <a:lnTo>
                    <a:pt x="11981298" y="3841309"/>
                  </a:lnTo>
                  <a:lnTo>
                    <a:pt x="11981298" y="3833136"/>
                  </a:lnTo>
                  <a:lnTo>
                    <a:pt x="10509911" y="3833136"/>
                  </a:lnTo>
                  <a:lnTo>
                    <a:pt x="10508674" y="3833142"/>
                  </a:lnTo>
                  <a:lnTo>
                    <a:pt x="10500557" y="3833187"/>
                  </a:lnTo>
                  <a:lnTo>
                    <a:pt x="10480148" y="3833313"/>
                  </a:lnTo>
                  <a:lnTo>
                    <a:pt x="10443791" y="3833559"/>
                  </a:lnTo>
                  <a:lnTo>
                    <a:pt x="10389865" y="3833964"/>
                  </a:lnTo>
                  <a:lnTo>
                    <a:pt x="10318904" y="3834559"/>
                  </a:lnTo>
                  <a:lnTo>
                    <a:pt x="10233373" y="3835362"/>
                  </a:lnTo>
                  <a:lnTo>
                    <a:pt x="10137091" y="3836382"/>
                  </a:lnTo>
                  <a:lnTo>
                    <a:pt x="10034475" y="3837621"/>
                  </a:lnTo>
                  <a:lnTo>
                    <a:pt x="9929803" y="3839074"/>
                  </a:lnTo>
                  <a:lnTo>
                    <a:pt x="9826691" y="3840736"/>
                  </a:lnTo>
                  <a:lnTo>
                    <a:pt x="9727822" y="3842607"/>
                  </a:lnTo>
                  <a:lnTo>
                    <a:pt x="9634921" y="3844691"/>
                  </a:lnTo>
                  <a:lnTo>
                    <a:pt x="9548865" y="3847000"/>
                  </a:lnTo>
                  <a:lnTo>
                    <a:pt x="9469870" y="3849557"/>
                  </a:lnTo>
                  <a:lnTo>
                    <a:pt x="9397677" y="3852390"/>
                  </a:lnTo>
                  <a:lnTo>
                    <a:pt x="9331718" y="3855534"/>
                  </a:lnTo>
                  <a:lnTo>
                    <a:pt x="9271245" y="3859032"/>
                  </a:lnTo>
                  <a:lnTo>
                    <a:pt x="9215424" y="3862929"/>
                  </a:lnTo>
                  <a:lnTo>
                    <a:pt x="9163402" y="3867270"/>
                  </a:lnTo>
                  <a:lnTo>
                    <a:pt x="9114366" y="3872087"/>
                  </a:lnTo>
                  <a:lnTo>
                    <a:pt x="9084767" y="3875363"/>
                  </a:lnTo>
                  <a:lnTo>
                    <a:pt x="9028973" y="3882315"/>
                  </a:lnTo>
                  <a:lnTo>
                    <a:pt x="8975005" y="3890023"/>
                  </a:lnTo>
                  <a:lnTo>
                    <a:pt x="8922127" y="3898497"/>
                  </a:lnTo>
                  <a:lnTo>
                    <a:pt x="8869812" y="3907716"/>
                  </a:lnTo>
                  <a:lnTo>
                    <a:pt x="8817707" y="3917625"/>
                  </a:lnTo>
                  <a:lnTo>
                    <a:pt x="8765600" y="3928133"/>
                  </a:lnTo>
                  <a:lnTo>
                    <a:pt x="8713393" y="3939117"/>
                  </a:lnTo>
                  <a:lnTo>
                    <a:pt x="8661075" y="3950425"/>
                  </a:lnTo>
                  <a:lnTo>
                    <a:pt x="8608696" y="3961883"/>
                  </a:lnTo>
                  <a:lnTo>
                    <a:pt x="8556332" y="3973307"/>
                  </a:lnTo>
                  <a:lnTo>
                    <a:pt x="8504051" y="3984517"/>
                  </a:lnTo>
                  <a:lnTo>
                    <a:pt x="8451885" y="3995347"/>
                  </a:lnTo>
                  <a:lnTo>
                    <a:pt x="8399795" y="4005652"/>
                  </a:lnTo>
                  <a:lnTo>
                    <a:pt x="8347646" y="4015321"/>
                  </a:lnTo>
                  <a:lnTo>
                    <a:pt x="8295177" y="4024276"/>
                  </a:lnTo>
                  <a:lnTo>
                    <a:pt x="8241977" y="4032475"/>
                  </a:lnTo>
                  <a:lnTo>
                    <a:pt x="8187450" y="4039908"/>
                  </a:lnTo>
                  <a:lnTo>
                    <a:pt x="8151487" y="4044272"/>
                  </a:lnTo>
                  <a:lnTo>
                    <a:pt x="8103948" y="4049397"/>
                  </a:lnTo>
                  <a:lnTo>
                    <a:pt x="8053892" y="4054033"/>
                  </a:lnTo>
                  <a:lnTo>
                    <a:pt x="8000555" y="4058204"/>
                  </a:lnTo>
                  <a:lnTo>
                    <a:pt x="7943104" y="4061948"/>
                  </a:lnTo>
                  <a:lnTo>
                    <a:pt x="7880685" y="4065309"/>
                  </a:lnTo>
                  <a:lnTo>
                    <a:pt x="7812487" y="4068333"/>
                  </a:lnTo>
                  <a:lnTo>
                    <a:pt x="7737816" y="4071059"/>
                  </a:lnTo>
                  <a:lnTo>
                    <a:pt x="7656204" y="4073521"/>
                  </a:lnTo>
                  <a:lnTo>
                    <a:pt x="7567546" y="4075744"/>
                  </a:lnTo>
                  <a:lnTo>
                    <a:pt x="7472281" y="4077748"/>
                  </a:lnTo>
                  <a:lnTo>
                    <a:pt x="7371583" y="4079541"/>
                  </a:lnTo>
                  <a:lnTo>
                    <a:pt x="7267524" y="4081125"/>
                  </a:lnTo>
                  <a:lnTo>
                    <a:pt x="7163151" y="4082499"/>
                  </a:lnTo>
                  <a:lnTo>
                    <a:pt x="7062369" y="4083657"/>
                  </a:lnTo>
                  <a:lnTo>
                    <a:pt x="6969585" y="4084597"/>
                  </a:lnTo>
                  <a:lnTo>
                    <a:pt x="6889084" y="4085320"/>
                  </a:lnTo>
                  <a:lnTo>
                    <a:pt x="6824266" y="4085841"/>
                  </a:lnTo>
                  <a:lnTo>
                    <a:pt x="6776926" y="4086184"/>
                  </a:lnTo>
                  <a:lnTo>
                    <a:pt x="6746805" y="4086380"/>
                  </a:lnTo>
                  <a:lnTo>
                    <a:pt x="6731495" y="4086471"/>
                  </a:lnTo>
                  <a:lnTo>
                    <a:pt x="6726656" y="4086497"/>
                  </a:lnTo>
                  <a:lnTo>
                    <a:pt x="6726343" y="4086499"/>
                  </a:lnTo>
                  <a:lnTo>
                    <a:pt x="5254955" y="4086499"/>
                  </a:lnTo>
                  <a:lnTo>
                    <a:pt x="5254018" y="4086422"/>
                  </a:lnTo>
                  <a:lnTo>
                    <a:pt x="5247831" y="4085872"/>
                  </a:lnTo>
                  <a:lnTo>
                    <a:pt x="5232149" y="4084356"/>
                  </a:lnTo>
                  <a:lnTo>
                    <a:pt x="5203894" y="4081366"/>
                  </a:lnTo>
                  <a:lnTo>
                    <a:pt x="5161337" y="4076424"/>
                  </a:lnTo>
                  <a:lnTo>
                    <a:pt x="5104231" y="4069121"/>
                  </a:lnTo>
                  <a:lnTo>
                    <a:pt x="5033759" y="4059151"/>
                  </a:lnTo>
                  <a:lnTo>
                    <a:pt x="4952279" y="4046330"/>
                  </a:lnTo>
                  <a:lnTo>
                    <a:pt x="4862896" y="4030588"/>
                  </a:lnTo>
                  <a:lnTo>
                    <a:pt x="4768972" y="4011939"/>
                  </a:lnTo>
                  <a:lnTo>
                    <a:pt x="4673686" y="3990440"/>
                  </a:lnTo>
                  <a:lnTo>
                    <a:pt x="4579732" y="3966144"/>
                  </a:lnTo>
                  <a:lnTo>
                    <a:pt x="4489159" y="3939067"/>
                  </a:lnTo>
                  <a:lnTo>
                    <a:pt x="4403352" y="3909159"/>
                  </a:lnTo>
                  <a:lnTo>
                    <a:pt x="4323095" y="3876288"/>
                  </a:lnTo>
                  <a:lnTo>
                    <a:pt x="4248682" y="3840230"/>
                  </a:lnTo>
                  <a:lnTo>
                    <a:pt x="4180040" y="3800672"/>
                  </a:lnTo>
                  <a:lnTo>
                    <a:pt x="4116837" y="3757216"/>
                  </a:lnTo>
                  <a:lnTo>
                    <a:pt x="4058577" y="3709387"/>
                  </a:lnTo>
                  <a:lnTo>
                    <a:pt x="4004663" y="3656656"/>
                  </a:lnTo>
                  <a:lnTo>
                    <a:pt x="3954460" y="3598471"/>
                  </a:lnTo>
                  <a:lnTo>
                    <a:pt x="3907325" y="3534308"/>
                  </a:lnTo>
                  <a:lnTo>
                    <a:pt x="3862648" y="3463760"/>
                  </a:lnTo>
                  <a:lnTo>
                    <a:pt x="3829811" y="3405415"/>
                  </a:lnTo>
                  <a:lnTo>
                    <a:pt x="3797517" y="3342537"/>
                  </a:lnTo>
                  <a:lnTo>
                    <a:pt x="3765947" y="3275695"/>
                  </a:lnTo>
                  <a:lnTo>
                    <a:pt x="3734934" y="3204810"/>
                  </a:lnTo>
                  <a:lnTo>
                    <a:pt x="3704335" y="3129846"/>
                  </a:lnTo>
                  <a:lnTo>
                    <a:pt x="3674034" y="3050821"/>
                  </a:lnTo>
                  <a:lnTo>
                    <a:pt x="3643933" y="2967806"/>
                  </a:lnTo>
                  <a:lnTo>
                    <a:pt x="3613958" y="2880930"/>
                  </a:lnTo>
                  <a:lnTo>
                    <a:pt x="3584048" y="2790387"/>
                  </a:lnTo>
                  <a:lnTo>
                    <a:pt x="3554158" y="2696428"/>
                  </a:lnTo>
                  <a:lnTo>
                    <a:pt x="3524258" y="2599371"/>
                  </a:lnTo>
                  <a:lnTo>
                    <a:pt x="3494328" y="2499588"/>
                  </a:lnTo>
                  <a:lnTo>
                    <a:pt x="3464360" y="2397508"/>
                  </a:lnTo>
                  <a:lnTo>
                    <a:pt x="3434354" y="2293606"/>
                  </a:lnTo>
                  <a:lnTo>
                    <a:pt x="3404317" y="2188395"/>
                  </a:lnTo>
                  <a:lnTo>
                    <a:pt x="3374259" y="2082418"/>
                  </a:lnTo>
                  <a:lnTo>
                    <a:pt x="3344196" y="1976233"/>
                  </a:lnTo>
                  <a:lnTo>
                    <a:pt x="3314142" y="1870403"/>
                  </a:lnTo>
                  <a:lnTo>
                    <a:pt x="3284112" y="1765484"/>
                  </a:lnTo>
                  <a:lnTo>
                    <a:pt x="3254115" y="1662011"/>
                  </a:lnTo>
                  <a:lnTo>
                    <a:pt x="3224158" y="1560490"/>
                  </a:lnTo>
                  <a:lnTo>
                    <a:pt x="3194237" y="1461383"/>
                  </a:lnTo>
                  <a:lnTo>
                    <a:pt x="3164342" y="1365105"/>
                  </a:lnTo>
                  <a:lnTo>
                    <a:pt x="3134450" y="1272014"/>
                  </a:lnTo>
                  <a:lnTo>
                    <a:pt x="3104528" y="1182411"/>
                  </a:lnTo>
                  <a:lnTo>
                    <a:pt x="3074526" y="1096532"/>
                  </a:lnTo>
                  <a:lnTo>
                    <a:pt x="3044382" y="1014554"/>
                  </a:lnTo>
                  <a:lnTo>
                    <a:pt x="3014012" y="936589"/>
                  </a:lnTo>
                  <a:lnTo>
                    <a:pt x="2983316" y="862696"/>
                  </a:lnTo>
                  <a:lnTo>
                    <a:pt x="2952172" y="792877"/>
                  </a:lnTo>
                  <a:lnTo>
                    <a:pt x="2920430" y="727085"/>
                  </a:lnTo>
                  <a:lnTo>
                    <a:pt x="2896531" y="681083"/>
                  </a:lnTo>
                  <a:lnTo>
                    <a:pt x="2853359" y="605528"/>
                  </a:lnTo>
                  <a:lnTo>
                    <a:pt x="2808155" y="536511"/>
                  </a:lnTo>
                  <a:lnTo>
                    <a:pt x="2760354" y="473799"/>
                  </a:lnTo>
                  <a:lnTo>
                    <a:pt x="2709335" y="416948"/>
                  </a:lnTo>
                  <a:lnTo>
                    <a:pt x="2654454" y="365422"/>
                  </a:lnTo>
                  <a:lnTo>
                    <a:pt x="2595080" y="318669"/>
                  </a:lnTo>
                  <a:lnTo>
                    <a:pt x="2530636" y="276171"/>
                  </a:lnTo>
                  <a:lnTo>
                    <a:pt x="2460656" y="237471"/>
                  </a:lnTo>
                  <a:lnTo>
                    <a:pt x="2384861" y="202188"/>
                  </a:lnTo>
                  <a:lnTo>
                    <a:pt x="2303253" y="170032"/>
                  </a:lnTo>
                  <a:lnTo>
                    <a:pt x="2216232" y="140800"/>
                  </a:lnTo>
                  <a:lnTo>
                    <a:pt x="2124714" y="114380"/>
                  </a:lnTo>
                  <a:lnTo>
                    <a:pt x="2030237" y="90740"/>
                  </a:lnTo>
                  <a:lnTo>
                    <a:pt x="1935008" y="69906"/>
                  </a:lnTo>
                  <a:lnTo>
                    <a:pt x="1841854" y="51938"/>
                  </a:lnTo>
                  <a:lnTo>
                    <a:pt x="1754032" y="36885"/>
                  </a:lnTo>
                  <a:lnTo>
                    <a:pt x="1674886" y="24746"/>
                  </a:lnTo>
                  <a:lnTo>
                    <a:pt x="1607388" y="15426"/>
                  </a:lnTo>
                  <a:lnTo>
                    <a:pt x="1553653" y="8711"/>
                  </a:lnTo>
                  <a:lnTo>
                    <a:pt x="1514544" y="4269"/>
                  </a:lnTo>
                  <a:lnTo>
                    <a:pt x="1489459" y="1671"/>
                  </a:lnTo>
                  <a:lnTo>
                    <a:pt x="1476338" y="428"/>
                  </a:lnTo>
                  <a:lnTo>
                    <a:pt x="1471811" y="34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72" name="pl72"/>
            <p:cNvSpPr/>
            <p:nvPr/>
          </p:nvSpPr>
          <p:spPr>
            <a:xfrm>
              <a:off x="4799595" y="6712445"/>
              <a:ext cx="11981298" cy="4086499"/>
            </a:xfrm>
            <a:custGeom>
              <a:avLst/>
              <a:pathLst>
                <a:path w="11981298" h="4086499">
                  <a:moveTo>
                    <a:pt x="0" y="0"/>
                  </a:moveTo>
                  <a:lnTo>
                    <a:pt x="1471387" y="0"/>
                  </a:lnTo>
                  <a:lnTo>
                    <a:pt x="1472324" y="77"/>
                  </a:lnTo>
                  <a:lnTo>
                    <a:pt x="1478511" y="626"/>
                  </a:lnTo>
                  <a:lnTo>
                    <a:pt x="1494193" y="2143"/>
                  </a:lnTo>
                  <a:lnTo>
                    <a:pt x="1522448" y="5132"/>
                  </a:lnTo>
                  <a:lnTo>
                    <a:pt x="1565005" y="10074"/>
                  </a:lnTo>
                  <a:lnTo>
                    <a:pt x="1622111" y="17377"/>
                  </a:lnTo>
                  <a:lnTo>
                    <a:pt x="1692584" y="27347"/>
                  </a:lnTo>
                  <a:lnTo>
                    <a:pt x="1774063" y="40168"/>
                  </a:lnTo>
                  <a:lnTo>
                    <a:pt x="1863446" y="55910"/>
                  </a:lnTo>
                  <a:lnTo>
                    <a:pt x="1957370" y="74559"/>
                  </a:lnTo>
                  <a:lnTo>
                    <a:pt x="2052656" y="96059"/>
                  </a:lnTo>
                  <a:lnTo>
                    <a:pt x="2146610" y="120355"/>
                  </a:lnTo>
                  <a:lnTo>
                    <a:pt x="2237183" y="147431"/>
                  </a:lnTo>
                  <a:lnTo>
                    <a:pt x="2322990" y="177339"/>
                  </a:lnTo>
                  <a:lnTo>
                    <a:pt x="2403247" y="210210"/>
                  </a:lnTo>
                  <a:lnTo>
                    <a:pt x="2477660" y="246268"/>
                  </a:lnTo>
                  <a:lnTo>
                    <a:pt x="2546302" y="285826"/>
                  </a:lnTo>
                  <a:lnTo>
                    <a:pt x="2609505" y="329282"/>
                  </a:lnTo>
                  <a:lnTo>
                    <a:pt x="2667765" y="377111"/>
                  </a:lnTo>
                  <a:lnTo>
                    <a:pt x="2721679" y="429842"/>
                  </a:lnTo>
                  <a:lnTo>
                    <a:pt x="2771882" y="488027"/>
                  </a:lnTo>
                  <a:lnTo>
                    <a:pt x="2819017" y="552190"/>
                  </a:lnTo>
                  <a:lnTo>
                    <a:pt x="2863694" y="622738"/>
                  </a:lnTo>
                  <a:lnTo>
                    <a:pt x="2896531" y="681083"/>
                  </a:lnTo>
                  <a:lnTo>
                    <a:pt x="2928826" y="743961"/>
                  </a:lnTo>
                  <a:lnTo>
                    <a:pt x="2960395" y="810803"/>
                  </a:lnTo>
                  <a:lnTo>
                    <a:pt x="2991408" y="881688"/>
                  </a:lnTo>
                  <a:lnTo>
                    <a:pt x="3022007" y="956652"/>
                  </a:lnTo>
                  <a:lnTo>
                    <a:pt x="3052309" y="1035677"/>
                  </a:lnTo>
                  <a:lnTo>
                    <a:pt x="3082409" y="1118693"/>
                  </a:lnTo>
                  <a:lnTo>
                    <a:pt x="3112384" y="1205568"/>
                  </a:lnTo>
                  <a:lnTo>
                    <a:pt x="3142294" y="1296112"/>
                  </a:lnTo>
                  <a:lnTo>
                    <a:pt x="3172184" y="1390070"/>
                  </a:lnTo>
                  <a:lnTo>
                    <a:pt x="3202084" y="1487127"/>
                  </a:lnTo>
                  <a:lnTo>
                    <a:pt x="3232014" y="1586910"/>
                  </a:lnTo>
                  <a:lnTo>
                    <a:pt x="3261982" y="1688990"/>
                  </a:lnTo>
                  <a:lnTo>
                    <a:pt x="3291988" y="1792892"/>
                  </a:lnTo>
                  <a:lnTo>
                    <a:pt x="3322025" y="1898103"/>
                  </a:lnTo>
                  <a:lnTo>
                    <a:pt x="3352083" y="2004080"/>
                  </a:lnTo>
                  <a:lnTo>
                    <a:pt x="3382146" y="2110266"/>
                  </a:lnTo>
                  <a:lnTo>
                    <a:pt x="3412200" y="2216096"/>
                  </a:lnTo>
                  <a:lnTo>
                    <a:pt x="3442230" y="2321014"/>
                  </a:lnTo>
                  <a:lnTo>
                    <a:pt x="3472227" y="2424487"/>
                  </a:lnTo>
                  <a:lnTo>
                    <a:pt x="3502184" y="2526008"/>
                  </a:lnTo>
                  <a:lnTo>
                    <a:pt x="3532105" y="2625115"/>
                  </a:lnTo>
                  <a:lnTo>
                    <a:pt x="3562000" y="2721394"/>
                  </a:lnTo>
                  <a:lnTo>
                    <a:pt x="3591892" y="2814484"/>
                  </a:lnTo>
                  <a:lnTo>
                    <a:pt x="3621814" y="2904087"/>
                  </a:lnTo>
                  <a:lnTo>
                    <a:pt x="3651816" y="2989966"/>
                  </a:lnTo>
                  <a:lnTo>
                    <a:pt x="3681961" y="3071945"/>
                  </a:lnTo>
                  <a:lnTo>
                    <a:pt x="3712330" y="3149909"/>
                  </a:lnTo>
                  <a:lnTo>
                    <a:pt x="3743026" y="3223802"/>
                  </a:lnTo>
                  <a:lnTo>
                    <a:pt x="3774170" y="3293621"/>
                  </a:lnTo>
                  <a:lnTo>
                    <a:pt x="3805912" y="3359413"/>
                  </a:lnTo>
                  <a:lnTo>
                    <a:pt x="3829811" y="3405415"/>
                  </a:lnTo>
                  <a:lnTo>
                    <a:pt x="3872983" y="3480970"/>
                  </a:lnTo>
                  <a:lnTo>
                    <a:pt x="3918187" y="3549987"/>
                  </a:lnTo>
                  <a:lnTo>
                    <a:pt x="3965988" y="3612699"/>
                  </a:lnTo>
                  <a:lnTo>
                    <a:pt x="4017007" y="3669550"/>
                  </a:lnTo>
                  <a:lnTo>
                    <a:pt x="4071888" y="3721077"/>
                  </a:lnTo>
                  <a:lnTo>
                    <a:pt x="4131262" y="3767829"/>
                  </a:lnTo>
                  <a:lnTo>
                    <a:pt x="4195706" y="3810327"/>
                  </a:lnTo>
                  <a:lnTo>
                    <a:pt x="4265686" y="3849028"/>
                  </a:lnTo>
                  <a:lnTo>
                    <a:pt x="4341481" y="3884310"/>
                  </a:lnTo>
                  <a:lnTo>
                    <a:pt x="4423089" y="3916466"/>
                  </a:lnTo>
                  <a:lnTo>
                    <a:pt x="4510110" y="3945698"/>
                  </a:lnTo>
                  <a:lnTo>
                    <a:pt x="4601628" y="3972118"/>
                  </a:lnTo>
                  <a:lnTo>
                    <a:pt x="4696105" y="3995758"/>
                  </a:lnTo>
                  <a:lnTo>
                    <a:pt x="4791334" y="4016592"/>
                  </a:lnTo>
                  <a:lnTo>
                    <a:pt x="4884488" y="4034561"/>
                  </a:lnTo>
                  <a:lnTo>
                    <a:pt x="4972310" y="4049613"/>
                  </a:lnTo>
                  <a:lnTo>
                    <a:pt x="5051456" y="4061752"/>
                  </a:lnTo>
                  <a:lnTo>
                    <a:pt x="5118954" y="4071072"/>
                  </a:lnTo>
                  <a:lnTo>
                    <a:pt x="5172689" y="4077787"/>
                  </a:lnTo>
                  <a:lnTo>
                    <a:pt x="5211798" y="4082229"/>
                  </a:lnTo>
                  <a:lnTo>
                    <a:pt x="5236883" y="4084827"/>
                  </a:lnTo>
                  <a:lnTo>
                    <a:pt x="5250005" y="4086070"/>
                  </a:lnTo>
                  <a:lnTo>
                    <a:pt x="5254531" y="4086464"/>
                  </a:lnTo>
                  <a:lnTo>
                    <a:pt x="5254955" y="4086499"/>
                  </a:lnTo>
                  <a:lnTo>
                    <a:pt x="6726343" y="4086499"/>
                  </a:lnTo>
                  <a:lnTo>
                    <a:pt x="6727580" y="4086492"/>
                  </a:lnTo>
                  <a:lnTo>
                    <a:pt x="6735697" y="4086447"/>
                  </a:lnTo>
                  <a:lnTo>
                    <a:pt x="6756105" y="4086322"/>
                  </a:lnTo>
                  <a:lnTo>
                    <a:pt x="6792462" y="4086075"/>
                  </a:lnTo>
                  <a:lnTo>
                    <a:pt x="6846388" y="4085670"/>
                  </a:lnTo>
                  <a:lnTo>
                    <a:pt x="6917349" y="4085076"/>
                  </a:lnTo>
                  <a:lnTo>
                    <a:pt x="7002881" y="4084273"/>
                  </a:lnTo>
                  <a:lnTo>
                    <a:pt x="7099162" y="4083252"/>
                  </a:lnTo>
                  <a:lnTo>
                    <a:pt x="7201778" y="4082013"/>
                  </a:lnTo>
                  <a:lnTo>
                    <a:pt x="7306450" y="4080560"/>
                  </a:lnTo>
                  <a:lnTo>
                    <a:pt x="7409563" y="4078898"/>
                  </a:lnTo>
                  <a:lnTo>
                    <a:pt x="7508431" y="4077028"/>
                  </a:lnTo>
                  <a:lnTo>
                    <a:pt x="7601332" y="4074944"/>
                  </a:lnTo>
                  <a:lnTo>
                    <a:pt x="7687388" y="4072634"/>
                  </a:lnTo>
                  <a:lnTo>
                    <a:pt x="7766383" y="4070077"/>
                  </a:lnTo>
                  <a:lnTo>
                    <a:pt x="7838576" y="4067245"/>
                  </a:lnTo>
                  <a:lnTo>
                    <a:pt x="7904535" y="4064100"/>
                  </a:lnTo>
                  <a:lnTo>
                    <a:pt x="7965008" y="4060602"/>
                  </a:lnTo>
                  <a:lnTo>
                    <a:pt x="8020830" y="4056705"/>
                  </a:lnTo>
                  <a:lnTo>
                    <a:pt x="8072851" y="4052365"/>
                  </a:lnTo>
                  <a:lnTo>
                    <a:pt x="8121887" y="4047548"/>
                  </a:lnTo>
                  <a:lnTo>
                    <a:pt x="8151487" y="4044272"/>
                  </a:lnTo>
                  <a:lnTo>
                    <a:pt x="8207281" y="4037320"/>
                  </a:lnTo>
                  <a:lnTo>
                    <a:pt x="8261248" y="4029611"/>
                  </a:lnTo>
                  <a:lnTo>
                    <a:pt x="8314127" y="4021137"/>
                  </a:lnTo>
                  <a:lnTo>
                    <a:pt x="8366441" y="4011918"/>
                  </a:lnTo>
                  <a:lnTo>
                    <a:pt x="8418546" y="4002010"/>
                  </a:lnTo>
                  <a:lnTo>
                    <a:pt x="8470653" y="3991501"/>
                  </a:lnTo>
                  <a:lnTo>
                    <a:pt x="8522860" y="3980517"/>
                  </a:lnTo>
                  <a:lnTo>
                    <a:pt x="8575178" y="3969209"/>
                  </a:lnTo>
                  <a:lnTo>
                    <a:pt x="8627557" y="3957752"/>
                  </a:lnTo>
                  <a:lnTo>
                    <a:pt x="8679922" y="3946327"/>
                  </a:lnTo>
                  <a:lnTo>
                    <a:pt x="8732203" y="3935117"/>
                  </a:lnTo>
                  <a:lnTo>
                    <a:pt x="8784369" y="3924288"/>
                  </a:lnTo>
                  <a:lnTo>
                    <a:pt x="8836458" y="3913983"/>
                  </a:lnTo>
                  <a:lnTo>
                    <a:pt x="8888607" y="3904314"/>
                  </a:lnTo>
                  <a:lnTo>
                    <a:pt x="8941076" y="3895359"/>
                  </a:lnTo>
                  <a:lnTo>
                    <a:pt x="8994276" y="3887159"/>
                  </a:lnTo>
                  <a:lnTo>
                    <a:pt x="9048803" y="3879726"/>
                  </a:lnTo>
                  <a:lnTo>
                    <a:pt x="9084767" y="3875363"/>
                  </a:lnTo>
                  <a:lnTo>
                    <a:pt x="9132305" y="3870238"/>
                  </a:lnTo>
                  <a:lnTo>
                    <a:pt x="9182361" y="3865601"/>
                  </a:lnTo>
                  <a:lnTo>
                    <a:pt x="9235698" y="3861430"/>
                  </a:lnTo>
                  <a:lnTo>
                    <a:pt x="9293150" y="3857687"/>
                  </a:lnTo>
                  <a:lnTo>
                    <a:pt x="9355569" y="3854325"/>
                  </a:lnTo>
                  <a:lnTo>
                    <a:pt x="9423767" y="3851302"/>
                  </a:lnTo>
                  <a:lnTo>
                    <a:pt x="9498437" y="3848576"/>
                  </a:lnTo>
                  <a:lnTo>
                    <a:pt x="9580049" y="3846114"/>
                  </a:lnTo>
                  <a:lnTo>
                    <a:pt x="9668707" y="3843890"/>
                  </a:lnTo>
                  <a:lnTo>
                    <a:pt x="9763972" y="3841886"/>
                  </a:lnTo>
                  <a:lnTo>
                    <a:pt x="9864671" y="3840094"/>
                  </a:lnTo>
                  <a:lnTo>
                    <a:pt x="9968729" y="3838509"/>
                  </a:lnTo>
                  <a:lnTo>
                    <a:pt x="10073103" y="3837135"/>
                  </a:lnTo>
                  <a:lnTo>
                    <a:pt x="10173884" y="3835977"/>
                  </a:lnTo>
                  <a:lnTo>
                    <a:pt x="10266668" y="3835038"/>
                  </a:lnTo>
                  <a:lnTo>
                    <a:pt x="10347169" y="3834314"/>
                  </a:lnTo>
                  <a:lnTo>
                    <a:pt x="10411988" y="3833793"/>
                  </a:lnTo>
                  <a:lnTo>
                    <a:pt x="10459327" y="3833451"/>
                  </a:lnTo>
                  <a:lnTo>
                    <a:pt x="10489448" y="3833254"/>
                  </a:lnTo>
                  <a:lnTo>
                    <a:pt x="10504758" y="3833163"/>
                  </a:lnTo>
                  <a:lnTo>
                    <a:pt x="10509598" y="3833137"/>
                  </a:lnTo>
                  <a:lnTo>
                    <a:pt x="10509911" y="3833136"/>
                  </a:lnTo>
                  <a:lnTo>
                    <a:pt x="11981298" y="383313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3" name="pl73"/>
            <p:cNvSpPr/>
            <p:nvPr/>
          </p:nvSpPr>
          <p:spPr>
            <a:xfrm>
              <a:off x="4799595" y="6704272"/>
              <a:ext cx="11981298" cy="4086499"/>
            </a:xfrm>
            <a:custGeom>
              <a:avLst/>
              <a:pathLst>
                <a:path w="11981298" h="4086499">
                  <a:moveTo>
                    <a:pt x="11981298" y="3833136"/>
                  </a:moveTo>
                  <a:lnTo>
                    <a:pt x="10509911" y="3833136"/>
                  </a:lnTo>
                  <a:lnTo>
                    <a:pt x="10508674" y="3833142"/>
                  </a:lnTo>
                  <a:lnTo>
                    <a:pt x="10500557" y="3833187"/>
                  </a:lnTo>
                  <a:lnTo>
                    <a:pt x="10480148" y="3833313"/>
                  </a:lnTo>
                  <a:lnTo>
                    <a:pt x="10443791" y="3833559"/>
                  </a:lnTo>
                  <a:lnTo>
                    <a:pt x="10389865" y="3833964"/>
                  </a:lnTo>
                  <a:lnTo>
                    <a:pt x="10318904" y="3834559"/>
                  </a:lnTo>
                  <a:lnTo>
                    <a:pt x="10233373" y="3835362"/>
                  </a:lnTo>
                  <a:lnTo>
                    <a:pt x="10137091" y="3836382"/>
                  </a:lnTo>
                  <a:lnTo>
                    <a:pt x="10034475" y="3837621"/>
                  </a:lnTo>
                  <a:lnTo>
                    <a:pt x="9929803" y="3839074"/>
                  </a:lnTo>
                  <a:lnTo>
                    <a:pt x="9826691" y="3840736"/>
                  </a:lnTo>
                  <a:lnTo>
                    <a:pt x="9727822" y="3842607"/>
                  </a:lnTo>
                  <a:lnTo>
                    <a:pt x="9634921" y="3844691"/>
                  </a:lnTo>
                  <a:lnTo>
                    <a:pt x="9548865" y="3847000"/>
                  </a:lnTo>
                  <a:lnTo>
                    <a:pt x="9469870" y="3849557"/>
                  </a:lnTo>
                  <a:lnTo>
                    <a:pt x="9397677" y="3852390"/>
                  </a:lnTo>
                  <a:lnTo>
                    <a:pt x="9331718" y="3855534"/>
                  </a:lnTo>
                  <a:lnTo>
                    <a:pt x="9271245" y="3859032"/>
                  </a:lnTo>
                  <a:lnTo>
                    <a:pt x="9215424" y="3862929"/>
                  </a:lnTo>
                  <a:lnTo>
                    <a:pt x="9163402" y="3867270"/>
                  </a:lnTo>
                  <a:lnTo>
                    <a:pt x="9114366" y="3872087"/>
                  </a:lnTo>
                  <a:lnTo>
                    <a:pt x="9084767" y="3875363"/>
                  </a:lnTo>
                  <a:lnTo>
                    <a:pt x="9028973" y="3882315"/>
                  </a:lnTo>
                  <a:lnTo>
                    <a:pt x="8975005" y="3890023"/>
                  </a:lnTo>
                  <a:lnTo>
                    <a:pt x="8922127" y="3898497"/>
                  </a:lnTo>
                  <a:lnTo>
                    <a:pt x="8869812" y="3907716"/>
                  </a:lnTo>
                  <a:lnTo>
                    <a:pt x="8817707" y="3917625"/>
                  </a:lnTo>
                  <a:lnTo>
                    <a:pt x="8765600" y="3928133"/>
                  </a:lnTo>
                  <a:lnTo>
                    <a:pt x="8713393" y="3939117"/>
                  </a:lnTo>
                  <a:lnTo>
                    <a:pt x="8661075" y="3950425"/>
                  </a:lnTo>
                  <a:lnTo>
                    <a:pt x="8608696" y="3961883"/>
                  </a:lnTo>
                  <a:lnTo>
                    <a:pt x="8556332" y="3973307"/>
                  </a:lnTo>
                  <a:lnTo>
                    <a:pt x="8504051" y="3984517"/>
                  </a:lnTo>
                  <a:lnTo>
                    <a:pt x="8451885" y="3995347"/>
                  </a:lnTo>
                  <a:lnTo>
                    <a:pt x="8399795" y="4005652"/>
                  </a:lnTo>
                  <a:lnTo>
                    <a:pt x="8347646" y="4015321"/>
                  </a:lnTo>
                  <a:lnTo>
                    <a:pt x="8295177" y="4024276"/>
                  </a:lnTo>
                  <a:lnTo>
                    <a:pt x="8241977" y="4032475"/>
                  </a:lnTo>
                  <a:lnTo>
                    <a:pt x="8187450" y="4039908"/>
                  </a:lnTo>
                  <a:lnTo>
                    <a:pt x="8151487" y="4044272"/>
                  </a:lnTo>
                  <a:lnTo>
                    <a:pt x="8103948" y="4049397"/>
                  </a:lnTo>
                  <a:lnTo>
                    <a:pt x="8053892" y="4054033"/>
                  </a:lnTo>
                  <a:lnTo>
                    <a:pt x="8000555" y="4058204"/>
                  </a:lnTo>
                  <a:lnTo>
                    <a:pt x="7943104" y="4061948"/>
                  </a:lnTo>
                  <a:lnTo>
                    <a:pt x="7880685" y="4065309"/>
                  </a:lnTo>
                  <a:lnTo>
                    <a:pt x="7812487" y="4068333"/>
                  </a:lnTo>
                  <a:lnTo>
                    <a:pt x="7737816" y="4071059"/>
                  </a:lnTo>
                  <a:lnTo>
                    <a:pt x="7656204" y="4073521"/>
                  </a:lnTo>
                  <a:lnTo>
                    <a:pt x="7567546" y="4075744"/>
                  </a:lnTo>
                  <a:lnTo>
                    <a:pt x="7472281" y="4077748"/>
                  </a:lnTo>
                  <a:lnTo>
                    <a:pt x="7371583" y="4079541"/>
                  </a:lnTo>
                  <a:lnTo>
                    <a:pt x="7267524" y="4081125"/>
                  </a:lnTo>
                  <a:lnTo>
                    <a:pt x="7163151" y="4082499"/>
                  </a:lnTo>
                  <a:lnTo>
                    <a:pt x="7062369" y="4083657"/>
                  </a:lnTo>
                  <a:lnTo>
                    <a:pt x="6969585" y="4084597"/>
                  </a:lnTo>
                  <a:lnTo>
                    <a:pt x="6889084" y="4085320"/>
                  </a:lnTo>
                  <a:lnTo>
                    <a:pt x="6824266" y="4085841"/>
                  </a:lnTo>
                  <a:lnTo>
                    <a:pt x="6776926" y="4086184"/>
                  </a:lnTo>
                  <a:lnTo>
                    <a:pt x="6746805" y="4086380"/>
                  </a:lnTo>
                  <a:lnTo>
                    <a:pt x="6731495" y="4086471"/>
                  </a:lnTo>
                  <a:lnTo>
                    <a:pt x="6726656" y="4086497"/>
                  </a:lnTo>
                  <a:lnTo>
                    <a:pt x="6726343" y="4086499"/>
                  </a:lnTo>
                  <a:lnTo>
                    <a:pt x="5254955" y="4086499"/>
                  </a:lnTo>
                  <a:lnTo>
                    <a:pt x="5254018" y="4086422"/>
                  </a:lnTo>
                  <a:lnTo>
                    <a:pt x="5247831" y="4085872"/>
                  </a:lnTo>
                  <a:lnTo>
                    <a:pt x="5232149" y="4084356"/>
                  </a:lnTo>
                  <a:lnTo>
                    <a:pt x="5203894" y="4081366"/>
                  </a:lnTo>
                  <a:lnTo>
                    <a:pt x="5161337" y="4076424"/>
                  </a:lnTo>
                  <a:lnTo>
                    <a:pt x="5104231" y="4069121"/>
                  </a:lnTo>
                  <a:lnTo>
                    <a:pt x="5033759" y="4059151"/>
                  </a:lnTo>
                  <a:lnTo>
                    <a:pt x="4952279" y="4046330"/>
                  </a:lnTo>
                  <a:lnTo>
                    <a:pt x="4862896" y="4030588"/>
                  </a:lnTo>
                  <a:lnTo>
                    <a:pt x="4768972" y="4011939"/>
                  </a:lnTo>
                  <a:lnTo>
                    <a:pt x="4673686" y="3990440"/>
                  </a:lnTo>
                  <a:lnTo>
                    <a:pt x="4579732" y="3966144"/>
                  </a:lnTo>
                  <a:lnTo>
                    <a:pt x="4489159" y="3939067"/>
                  </a:lnTo>
                  <a:lnTo>
                    <a:pt x="4403352" y="3909159"/>
                  </a:lnTo>
                  <a:lnTo>
                    <a:pt x="4323095" y="3876288"/>
                  </a:lnTo>
                  <a:lnTo>
                    <a:pt x="4248682" y="3840230"/>
                  </a:lnTo>
                  <a:lnTo>
                    <a:pt x="4180040" y="3800672"/>
                  </a:lnTo>
                  <a:lnTo>
                    <a:pt x="4116837" y="3757216"/>
                  </a:lnTo>
                  <a:lnTo>
                    <a:pt x="4058577" y="3709387"/>
                  </a:lnTo>
                  <a:lnTo>
                    <a:pt x="4004663" y="3656656"/>
                  </a:lnTo>
                  <a:lnTo>
                    <a:pt x="3954460" y="3598471"/>
                  </a:lnTo>
                  <a:lnTo>
                    <a:pt x="3907325" y="3534308"/>
                  </a:lnTo>
                  <a:lnTo>
                    <a:pt x="3862648" y="3463760"/>
                  </a:lnTo>
                  <a:lnTo>
                    <a:pt x="3829811" y="3405415"/>
                  </a:lnTo>
                  <a:lnTo>
                    <a:pt x="3797517" y="3342537"/>
                  </a:lnTo>
                  <a:lnTo>
                    <a:pt x="3765947" y="3275695"/>
                  </a:lnTo>
                  <a:lnTo>
                    <a:pt x="3734934" y="3204810"/>
                  </a:lnTo>
                  <a:lnTo>
                    <a:pt x="3704335" y="3129846"/>
                  </a:lnTo>
                  <a:lnTo>
                    <a:pt x="3674034" y="3050821"/>
                  </a:lnTo>
                  <a:lnTo>
                    <a:pt x="3643933" y="2967806"/>
                  </a:lnTo>
                  <a:lnTo>
                    <a:pt x="3613958" y="2880930"/>
                  </a:lnTo>
                  <a:lnTo>
                    <a:pt x="3584048" y="2790387"/>
                  </a:lnTo>
                  <a:lnTo>
                    <a:pt x="3554158" y="2696428"/>
                  </a:lnTo>
                  <a:lnTo>
                    <a:pt x="3524258" y="2599371"/>
                  </a:lnTo>
                  <a:lnTo>
                    <a:pt x="3494328" y="2499588"/>
                  </a:lnTo>
                  <a:lnTo>
                    <a:pt x="3464360" y="2397508"/>
                  </a:lnTo>
                  <a:lnTo>
                    <a:pt x="3434354" y="2293606"/>
                  </a:lnTo>
                  <a:lnTo>
                    <a:pt x="3404317" y="2188395"/>
                  </a:lnTo>
                  <a:lnTo>
                    <a:pt x="3374259" y="2082418"/>
                  </a:lnTo>
                  <a:lnTo>
                    <a:pt x="3344196" y="1976233"/>
                  </a:lnTo>
                  <a:lnTo>
                    <a:pt x="3314142" y="1870403"/>
                  </a:lnTo>
                  <a:lnTo>
                    <a:pt x="3284112" y="1765484"/>
                  </a:lnTo>
                  <a:lnTo>
                    <a:pt x="3254115" y="1662011"/>
                  </a:lnTo>
                  <a:lnTo>
                    <a:pt x="3224158" y="1560490"/>
                  </a:lnTo>
                  <a:lnTo>
                    <a:pt x="3194237" y="1461383"/>
                  </a:lnTo>
                  <a:lnTo>
                    <a:pt x="3164342" y="1365105"/>
                  </a:lnTo>
                  <a:lnTo>
                    <a:pt x="3134450" y="1272014"/>
                  </a:lnTo>
                  <a:lnTo>
                    <a:pt x="3104528" y="1182411"/>
                  </a:lnTo>
                  <a:lnTo>
                    <a:pt x="3074526" y="1096532"/>
                  </a:lnTo>
                  <a:lnTo>
                    <a:pt x="3044382" y="1014554"/>
                  </a:lnTo>
                  <a:lnTo>
                    <a:pt x="3014012" y="936589"/>
                  </a:lnTo>
                  <a:lnTo>
                    <a:pt x="2983316" y="862696"/>
                  </a:lnTo>
                  <a:lnTo>
                    <a:pt x="2952172" y="792877"/>
                  </a:lnTo>
                  <a:lnTo>
                    <a:pt x="2920430" y="727085"/>
                  </a:lnTo>
                  <a:lnTo>
                    <a:pt x="2896531" y="681083"/>
                  </a:lnTo>
                  <a:lnTo>
                    <a:pt x="2853359" y="605528"/>
                  </a:lnTo>
                  <a:lnTo>
                    <a:pt x="2808155" y="536511"/>
                  </a:lnTo>
                  <a:lnTo>
                    <a:pt x="2760354" y="473799"/>
                  </a:lnTo>
                  <a:lnTo>
                    <a:pt x="2709335" y="416948"/>
                  </a:lnTo>
                  <a:lnTo>
                    <a:pt x="2654454" y="365422"/>
                  </a:lnTo>
                  <a:lnTo>
                    <a:pt x="2595080" y="318669"/>
                  </a:lnTo>
                  <a:lnTo>
                    <a:pt x="2530636" y="276171"/>
                  </a:lnTo>
                  <a:lnTo>
                    <a:pt x="2460656" y="237471"/>
                  </a:lnTo>
                  <a:lnTo>
                    <a:pt x="2384861" y="202188"/>
                  </a:lnTo>
                  <a:lnTo>
                    <a:pt x="2303253" y="170032"/>
                  </a:lnTo>
                  <a:lnTo>
                    <a:pt x="2216232" y="140800"/>
                  </a:lnTo>
                  <a:lnTo>
                    <a:pt x="2124714" y="114380"/>
                  </a:lnTo>
                  <a:lnTo>
                    <a:pt x="2030237" y="90740"/>
                  </a:lnTo>
                  <a:lnTo>
                    <a:pt x="1935008" y="69906"/>
                  </a:lnTo>
                  <a:lnTo>
                    <a:pt x="1841854" y="51938"/>
                  </a:lnTo>
                  <a:lnTo>
                    <a:pt x="1754032" y="36885"/>
                  </a:lnTo>
                  <a:lnTo>
                    <a:pt x="1674886" y="24746"/>
                  </a:lnTo>
                  <a:lnTo>
                    <a:pt x="1607388" y="15426"/>
                  </a:lnTo>
                  <a:lnTo>
                    <a:pt x="1553653" y="8711"/>
                  </a:lnTo>
                  <a:lnTo>
                    <a:pt x="1514544" y="4269"/>
                  </a:lnTo>
                  <a:lnTo>
                    <a:pt x="1489459" y="1671"/>
                  </a:lnTo>
                  <a:lnTo>
                    <a:pt x="1476338" y="428"/>
                  </a:lnTo>
                  <a:lnTo>
                    <a:pt x="1471811" y="34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4" name="pg74"/>
            <p:cNvSpPr/>
            <p:nvPr/>
          </p:nvSpPr>
          <p:spPr>
            <a:xfrm>
              <a:off x="4799595" y="3582187"/>
              <a:ext cx="11981298" cy="1119700"/>
            </a:xfrm>
            <a:custGeom>
              <a:avLst/>
              <a:pathLst>
                <a:path w="11981298" h="1119700">
                  <a:moveTo>
                    <a:pt x="0" y="8172"/>
                  </a:moveTo>
                  <a:lnTo>
                    <a:pt x="1471387" y="8172"/>
                  </a:lnTo>
                  <a:lnTo>
                    <a:pt x="1472610" y="8200"/>
                  </a:lnTo>
                  <a:lnTo>
                    <a:pt x="1480634" y="8396"/>
                  </a:lnTo>
                  <a:lnTo>
                    <a:pt x="1500819" y="8939"/>
                  </a:lnTo>
                  <a:lnTo>
                    <a:pt x="1536795" y="10007"/>
                  </a:lnTo>
                  <a:lnTo>
                    <a:pt x="1590194" y="11765"/>
                  </a:lnTo>
                  <a:lnTo>
                    <a:pt x="1660525" y="14343"/>
                  </a:lnTo>
                  <a:lnTo>
                    <a:pt x="1745388" y="17827"/>
                  </a:lnTo>
                  <a:lnTo>
                    <a:pt x="1841034" y="22259"/>
                  </a:lnTo>
                  <a:lnTo>
                    <a:pt x="1943104" y="27641"/>
                  </a:lnTo>
                  <a:lnTo>
                    <a:pt x="2047356" y="33954"/>
                  </a:lnTo>
                  <a:lnTo>
                    <a:pt x="2150186" y="41180"/>
                  </a:lnTo>
                  <a:lnTo>
                    <a:pt x="2248900" y="49312"/>
                  </a:lnTo>
                  <a:lnTo>
                    <a:pt x="2341755" y="58370"/>
                  </a:lnTo>
                  <a:lnTo>
                    <a:pt x="2427845" y="68409"/>
                  </a:lnTo>
                  <a:lnTo>
                    <a:pt x="2506927" y="79516"/>
                  </a:lnTo>
                  <a:lnTo>
                    <a:pt x="2579237" y="91815"/>
                  </a:lnTo>
                  <a:lnTo>
                    <a:pt x="2645319" y="105460"/>
                  </a:lnTo>
                  <a:lnTo>
                    <a:pt x="2705904" y="120633"/>
                  </a:lnTo>
                  <a:lnTo>
                    <a:pt x="2761815" y="137528"/>
                  </a:lnTo>
                  <a:lnTo>
                    <a:pt x="2813893" y="156338"/>
                  </a:lnTo>
                  <a:lnTo>
                    <a:pt x="2862948" y="177214"/>
                  </a:lnTo>
                  <a:lnTo>
                    <a:pt x="2896531" y="193427"/>
                  </a:lnTo>
                  <a:lnTo>
                    <a:pt x="2946409" y="220477"/>
                  </a:lnTo>
                  <a:lnTo>
                    <a:pt x="2994762" y="250161"/>
                  </a:lnTo>
                  <a:lnTo>
                    <a:pt x="3042141" y="282523"/>
                  </a:lnTo>
                  <a:lnTo>
                    <a:pt x="3088954" y="317522"/>
                  </a:lnTo>
                  <a:lnTo>
                    <a:pt x="3135496" y="355030"/>
                  </a:lnTo>
                  <a:lnTo>
                    <a:pt x="3181963" y="394820"/>
                  </a:lnTo>
                  <a:lnTo>
                    <a:pt x="3228470" y="436565"/>
                  </a:lnTo>
                  <a:lnTo>
                    <a:pt x="3275065" y="479852"/>
                  </a:lnTo>
                  <a:lnTo>
                    <a:pt x="3321746" y="524189"/>
                  </a:lnTo>
                  <a:lnTo>
                    <a:pt x="3368474" y="569032"/>
                  </a:lnTo>
                  <a:lnTo>
                    <a:pt x="3415196" y="613810"/>
                  </a:lnTo>
                  <a:lnTo>
                    <a:pt x="3461860" y="657956"/>
                  </a:lnTo>
                  <a:lnTo>
                    <a:pt x="3508434" y="700933"/>
                  </a:lnTo>
                  <a:lnTo>
                    <a:pt x="3554925" y="742268"/>
                  </a:lnTo>
                  <a:lnTo>
                    <a:pt x="3601396" y="781564"/>
                  </a:lnTo>
                  <a:lnTo>
                    <a:pt x="3647979" y="818520"/>
                  </a:lnTo>
                  <a:lnTo>
                    <a:pt x="3694891" y="852929"/>
                  </a:lnTo>
                  <a:lnTo>
                    <a:pt x="3742450" y="884683"/>
                  </a:lnTo>
                  <a:lnTo>
                    <a:pt x="3791096" y="913763"/>
                  </a:lnTo>
                  <a:lnTo>
                    <a:pt x="3829811" y="934446"/>
                  </a:lnTo>
                  <a:lnTo>
                    <a:pt x="3877157" y="956845"/>
                  </a:lnTo>
                  <a:lnTo>
                    <a:pt x="3926997" y="977119"/>
                  </a:lnTo>
                  <a:lnTo>
                    <a:pt x="3980086" y="995363"/>
                  </a:lnTo>
                  <a:lnTo>
                    <a:pt x="4037247" y="1011746"/>
                  </a:lnTo>
                  <a:lnTo>
                    <a:pt x="4099323" y="1026462"/>
                  </a:lnTo>
                  <a:lnTo>
                    <a:pt x="4167117" y="1039705"/>
                  </a:lnTo>
                  <a:lnTo>
                    <a:pt x="4241318" y="1051648"/>
                  </a:lnTo>
                  <a:lnTo>
                    <a:pt x="4322398" y="1062439"/>
                  </a:lnTo>
                  <a:lnTo>
                    <a:pt x="4410472" y="1072190"/>
                  </a:lnTo>
                  <a:lnTo>
                    <a:pt x="4505128" y="1080979"/>
                  </a:lnTo>
                  <a:lnTo>
                    <a:pt x="4605238" y="1088851"/>
                  </a:lnTo>
                  <a:lnTo>
                    <a:pt x="4708792" y="1095817"/>
                  </a:lnTo>
                  <a:lnTo>
                    <a:pt x="4812823" y="1101867"/>
                  </a:lnTo>
                  <a:lnTo>
                    <a:pt x="4913506" y="1106978"/>
                  </a:lnTo>
                  <a:lnTo>
                    <a:pt x="5006502" y="1111138"/>
                  </a:lnTo>
                  <a:lnTo>
                    <a:pt x="5087547" y="1114357"/>
                  </a:lnTo>
                  <a:lnTo>
                    <a:pt x="5153206" y="1116689"/>
                  </a:lnTo>
                  <a:lnTo>
                    <a:pt x="5201581" y="1118234"/>
                  </a:lnTo>
                  <a:lnTo>
                    <a:pt x="5232783" y="1119135"/>
                  </a:lnTo>
                  <a:lnTo>
                    <a:pt x="5249039" y="1119560"/>
                  </a:lnTo>
                  <a:lnTo>
                    <a:pt x="5254503" y="1119690"/>
                  </a:lnTo>
                  <a:lnTo>
                    <a:pt x="5254955" y="1119700"/>
                  </a:lnTo>
                  <a:lnTo>
                    <a:pt x="6726343" y="1119700"/>
                  </a:lnTo>
                  <a:lnTo>
                    <a:pt x="6727571" y="1119678"/>
                  </a:lnTo>
                  <a:lnTo>
                    <a:pt x="6735631" y="1119522"/>
                  </a:lnTo>
                  <a:lnTo>
                    <a:pt x="6755902" y="1119089"/>
                  </a:lnTo>
                  <a:lnTo>
                    <a:pt x="6792026" y="1118236"/>
                  </a:lnTo>
                  <a:lnTo>
                    <a:pt x="6845628" y="1116834"/>
                  </a:lnTo>
                  <a:lnTo>
                    <a:pt x="6916203" y="1114778"/>
                  </a:lnTo>
                  <a:lnTo>
                    <a:pt x="7001325" y="1111999"/>
                  </a:lnTo>
                  <a:lnTo>
                    <a:pt x="7097217" y="1108466"/>
                  </a:lnTo>
                  <a:lnTo>
                    <a:pt x="7199500" y="1104176"/>
                  </a:lnTo>
                  <a:lnTo>
                    <a:pt x="7303914" y="1099144"/>
                  </a:lnTo>
                  <a:lnTo>
                    <a:pt x="7406855" y="1093385"/>
                  </a:lnTo>
                  <a:lnTo>
                    <a:pt x="7505630" y="1086905"/>
                  </a:lnTo>
                  <a:lnTo>
                    <a:pt x="7598503" y="1079685"/>
                  </a:lnTo>
                  <a:lnTo>
                    <a:pt x="7684579" y="1071684"/>
                  </a:lnTo>
                  <a:lnTo>
                    <a:pt x="7763628" y="1062831"/>
                  </a:lnTo>
                  <a:lnTo>
                    <a:pt x="7835893" y="1053025"/>
                  </a:lnTo>
                  <a:lnTo>
                    <a:pt x="7901927" y="1042143"/>
                  </a:lnTo>
                  <a:lnTo>
                    <a:pt x="7962469" y="1030041"/>
                  </a:lnTo>
                  <a:lnTo>
                    <a:pt x="8018345" y="1016562"/>
                  </a:lnTo>
                  <a:lnTo>
                    <a:pt x="8070401" y="1001554"/>
                  </a:lnTo>
                  <a:lnTo>
                    <a:pt x="8119448" y="984897"/>
                  </a:lnTo>
                  <a:lnTo>
                    <a:pt x="8151487" y="972586"/>
                  </a:lnTo>
                  <a:lnTo>
                    <a:pt x="8203289" y="950219"/>
                  </a:lnTo>
                  <a:lnTo>
                    <a:pt x="8253469" y="925591"/>
                  </a:lnTo>
                  <a:lnTo>
                    <a:pt x="8302636" y="898666"/>
                  </a:lnTo>
                  <a:lnTo>
                    <a:pt x="8351234" y="869488"/>
                  </a:lnTo>
                  <a:lnTo>
                    <a:pt x="8399579" y="838184"/>
                  </a:lnTo>
                  <a:lnTo>
                    <a:pt x="8447873" y="804973"/>
                  </a:lnTo>
                  <a:lnTo>
                    <a:pt x="8496228" y="770161"/>
                  </a:lnTo>
                  <a:lnTo>
                    <a:pt x="8544682" y="734138"/>
                  </a:lnTo>
                  <a:lnTo>
                    <a:pt x="8593218" y="697356"/>
                  </a:lnTo>
                  <a:lnTo>
                    <a:pt x="8641786" y="660313"/>
                  </a:lnTo>
                  <a:lnTo>
                    <a:pt x="8690324" y="623518"/>
                  </a:lnTo>
                  <a:lnTo>
                    <a:pt x="8738780" y="587469"/>
                  </a:lnTo>
                  <a:lnTo>
                    <a:pt x="8787137" y="552621"/>
                  </a:lnTo>
                  <a:lnTo>
                    <a:pt x="8835432" y="519364"/>
                  </a:lnTo>
                  <a:lnTo>
                    <a:pt x="8883773" y="488008"/>
                  </a:lnTo>
                  <a:lnTo>
                    <a:pt x="8932362" y="458773"/>
                  </a:lnTo>
                  <a:lnTo>
                    <a:pt x="8981509" y="431790"/>
                  </a:lnTo>
                  <a:lnTo>
                    <a:pt x="9031656" y="407102"/>
                  </a:lnTo>
                  <a:lnTo>
                    <a:pt x="9083408" y="384678"/>
                  </a:lnTo>
                  <a:lnTo>
                    <a:pt x="9084767" y="384130"/>
                  </a:lnTo>
                  <a:lnTo>
                    <a:pt x="9132187" y="366317"/>
                  </a:lnTo>
                  <a:lnTo>
                    <a:pt x="9182111" y="350196"/>
                  </a:lnTo>
                  <a:lnTo>
                    <a:pt x="9235296" y="335692"/>
                  </a:lnTo>
                  <a:lnTo>
                    <a:pt x="9292569" y="322669"/>
                  </a:lnTo>
                  <a:lnTo>
                    <a:pt x="9354778" y="310973"/>
                  </a:lnTo>
                  <a:lnTo>
                    <a:pt x="9422728" y="300450"/>
                  </a:lnTo>
                  <a:lnTo>
                    <a:pt x="9497111" y="290961"/>
                  </a:lnTo>
                  <a:lnTo>
                    <a:pt x="9578397" y="282389"/>
                  </a:lnTo>
                  <a:lnTo>
                    <a:pt x="9666697" y="274644"/>
                  </a:lnTo>
                  <a:lnTo>
                    <a:pt x="9761589" y="267664"/>
                  </a:lnTo>
                  <a:lnTo>
                    <a:pt x="9861927" y="261414"/>
                  </a:lnTo>
                  <a:lnTo>
                    <a:pt x="9965677" y="255887"/>
                  </a:lnTo>
                  <a:lnTo>
                    <a:pt x="10069841" y="251090"/>
                  </a:lnTo>
                  <a:lnTo>
                    <a:pt x="10170565" y="247040"/>
                  </a:lnTo>
                  <a:lnTo>
                    <a:pt x="10263480" y="243749"/>
                  </a:lnTo>
                  <a:lnTo>
                    <a:pt x="10344317" y="241206"/>
                  </a:lnTo>
                  <a:lnTo>
                    <a:pt x="10409653" y="239368"/>
                  </a:lnTo>
                  <a:lnTo>
                    <a:pt x="10457628" y="238154"/>
                  </a:lnTo>
                  <a:lnTo>
                    <a:pt x="10488411" y="237451"/>
                  </a:lnTo>
                  <a:lnTo>
                    <a:pt x="10504298" y="237122"/>
                  </a:lnTo>
                  <a:lnTo>
                    <a:pt x="10509516" y="237023"/>
                  </a:lnTo>
                  <a:lnTo>
                    <a:pt x="10509911" y="237016"/>
                  </a:lnTo>
                  <a:lnTo>
                    <a:pt x="11981298" y="237016"/>
                  </a:lnTo>
                  <a:lnTo>
                    <a:pt x="11981298" y="228843"/>
                  </a:lnTo>
                  <a:lnTo>
                    <a:pt x="10509911" y="228843"/>
                  </a:lnTo>
                  <a:lnTo>
                    <a:pt x="10508682" y="228865"/>
                  </a:lnTo>
                  <a:lnTo>
                    <a:pt x="10500622" y="229022"/>
                  </a:lnTo>
                  <a:lnTo>
                    <a:pt x="10480351" y="229455"/>
                  </a:lnTo>
                  <a:lnTo>
                    <a:pt x="10444228" y="230307"/>
                  </a:lnTo>
                  <a:lnTo>
                    <a:pt x="10390625" y="231709"/>
                  </a:lnTo>
                  <a:lnTo>
                    <a:pt x="10320050" y="233765"/>
                  </a:lnTo>
                  <a:lnTo>
                    <a:pt x="10234928" y="236544"/>
                  </a:lnTo>
                  <a:lnTo>
                    <a:pt x="10139036" y="240078"/>
                  </a:lnTo>
                  <a:lnTo>
                    <a:pt x="10036754" y="244368"/>
                  </a:lnTo>
                  <a:lnTo>
                    <a:pt x="9932339" y="249400"/>
                  </a:lnTo>
                  <a:lnTo>
                    <a:pt x="9829399" y="255159"/>
                  </a:lnTo>
                  <a:lnTo>
                    <a:pt x="9730624" y="261639"/>
                  </a:lnTo>
                  <a:lnTo>
                    <a:pt x="9637751" y="268858"/>
                  </a:lnTo>
                  <a:lnTo>
                    <a:pt x="9551674" y="276859"/>
                  </a:lnTo>
                  <a:lnTo>
                    <a:pt x="9472625" y="285713"/>
                  </a:lnTo>
                  <a:lnTo>
                    <a:pt x="9400360" y="295519"/>
                  </a:lnTo>
                  <a:lnTo>
                    <a:pt x="9334326" y="306400"/>
                  </a:lnTo>
                  <a:lnTo>
                    <a:pt x="9273784" y="318503"/>
                  </a:lnTo>
                  <a:lnTo>
                    <a:pt x="9217908" y="331982"/>
                  </a:lnTo>
                  <a:lnTo>
                    <a:pt x="9165852" y="346990"/>
                  </a:lnTo>
                  <a:lnTo>
                    <a:pt x="9116805" y="363647"/>
                  </a:lnTo>
                  <a:lnTo>
                    <a:pt x="9084767" y="375957"/>
                  </a:lnTo>
                  <a:lnTo>
                    <a:pt x="9032964" y="398324"/>
                  </a:lnTo>
                  <a:lnTo>
                    <a:pt x="8982784" y="422953"/>
                  </a:lnTo>
                  <a:lnTo>
                    <a:pt x="8933618" y="449877"/>
                  </a:lnTo>
                  <a:lnTo>
                    <a:pt x="8885019" y="479055"/>
                  </a:lnTo>
                  <a:lnTo>
                    <a:pt x="8836674" y="510359"/>
                  </a:lnTo>
                  <a:lnTo>
                    <a:pt x="8788380" y="543571"/>
                  </a:lnTo>
                  <a:lnTo>
                    <a:pt x="8740025" y="578383"/>
                  </a:lnTo>
                  <a:lnTo>
                    <a:pt x="8691572" y="614406"/>
                  </a:lnTo>
                  <a:lnTo>
                    <a:pt x="8643035" y="651188"/>
                  </a:lnTo>
                  <a:lnTo>
                    <a:pt x="8594467" y="688231"/>
                  </a:lnTo>
                  <a:lnTo>
                    <a:pt x="8545929" y="725026"/>
                  </a:lnTo>
                  <a:lnTo>
                    <a:pt x="8497473" y="761075"/>
                  </a:lnTo>
                  <a:lnTo>
                    <a:pt x="8449116" y="795923"/>
                  </a:lnTo>
                  <a:lnTo>
                    <a:pt x="8400821" y="829180"/>
                  </a:lnTo>
                  <a:lnTo>
                    <a:pt x="8352480" y="860536"/>
                  </a:lnTo>
                  <a:lnTo>
                    <a:pt x="8303891" y="889771"/>
                  </a:lnTo>
                  <a:lnTo>
                    <a:pt x="8254744" y="916754"/>
                  </a:lnTo>
                  <a:lnTo>
                    <a:pt x="8204597" y="941442"/>
                  </a:lnTo>
                  <a:lnTo>
                    <a:pt x="8152846" y="963866"/>
                  </a:lnTo>
                  <a:lnTo>
                    <a:pt x="8151487" y="964413"/>
                  </a:lnTo>
                  <a:lnTo>
                    <a:pt x="8104066" y="982227"/>
                  </a:lnTo>
                  <a:lnTo>
                    <a:pt x="8054142" y="998348"/>
                  </a:lnTo>
                  <a:lnTo>
                    <a:pt x="8000958" y="1012852"/>
                  </a:lnTo>
                  <a:lnTo>
                    <a:pt x="7943684" y="1025875"/>
                  </a:lnTo>
                  <a:lnTo>
                    <a:pt x="7881475" y="1037571"/>
                  </a:lnTo>
                  <a:lnTo>
                    <a:pt x="7813525" y="1048094"/>
                  </a:lnTo>
                  <a:lnTo>
                    <a:pt x="7739142" y="1057583"/>
                  </a:lnTo>
                  <a:lnTo>
                    <a:pt x="7657856" y="1066155"/>
                  </a:lnTo>
                  <a:lnTo>
                    <a:pt x="7569556" y="1073900"/>
                  </a:lnTo>
                  <a:lnTo>
                    <a:pt x="7474665" y="1080880"/>
                  </a:lnTo>
                  <a:lnTo>
                    <a:pt x="7374326" y="1087129"/>
                  </a:lnTo>
                  <a:lnTo>
                    <a:pt x="7270577" y="1092657"/>
                  </a:lnTo>
                  <a:lnTo>
                    <a:pt x="7166412" y="1097454"/>
                  </a:lnTo>
                  <a:lnTo>
                    <a:pt x="7065689" y="1101504"/>
                  </a:lnTo>
                  <a:lnTo>
                    <a:pt x="6972773" y="1104795"/>
                  </a:lnTo>
                  <a:lnTo>
                    <a:pt x="6891936" y="1107338"/>
                  </a:lnTo>
                  <a:lnTo>
                    <a:pt x="6826601" y="1109176"/>
                  </a:lnTo>
                  <a:lnTo>
                    <a:pt x="6778625" y="1110389"/>
                  </a:lnTo>
                  <a:lnTo>
                    <a:pt x="6747842" y="1111093"/>
                  </a:lnTo>
                  <a:lnTo>
                    <a:pt x="6731955" y="1111422"/>
                  </a:lnTo>
                  <a:lnTo>
                    <a:pt x="6726737" y="1111520"/>
                  </a:lnTo>
                  <a:lnTo>
                    <a:pt x="6726343" y="1111527"/>
                  </a:lnTo>
                  <a:lnTo>
                    <a:pt x="5254955" y="1111527"/>
                  </a:lnTo>
                  <a:lnTo>
                    <a:pt x="5253732" y="1111500"/>
                  </a:lnTo>
                  <a:lnTo>
                    <a:pt x="5245708" y="1111303"/>
                  </a:lnTo>
                  <a:lnTo>
                    <a:pt x="5225523" y="1110761"/>
                  </a:lnTo>
                  <a:lnTo>
                    <a:pt x="5189547" y="1109692"/>
                  </a:lnTo>
                  <a:lnTo>
                    <a:pt x="5136148" y="1107935"/>
                  </a:lnTo>
                  <a:lnTo>
                    <a:pt x="5065818" y="1105357"/>
                  </a:lnTo>
                  <a:lnTo>
                    <a:pt x="4980954" y="1101872"/>
                  </a:lnTo>
                  <a:lnTo>
                    <a:pt x="4885308" y="1097441"/>
                  </a:lnTo>
                  <a:lnTo>
                    <a:pt x="4783238" y="1092059"/>
                  </a:lnTo>
                  <a:lnTo>
                    <a:pt x="4678986" y="1085745"/>
                  </a:lnTo>
                  <a:lnTo>
                    <a:pt x="4576156" y="1078520"/>
                  </a:lnTo>
                  <a:lnTo>
                    <a:pt x="4477442" y="1070388"/>
                  </a:lnTo>
                  <a:lnTo>
                    <a:pt x="4384587" y="1061329"/>
                  </a:lnTo>
                  <a:lnTo>
                    <a:pt x="4298498" y="1051291"/>
                  </a:lnTo>
                  <a:lnTo>
                    <a:pt x="4219415" y="1040184"/>
                  </a:lnTo>
                  <a:lnTo>
                    <a:pt x="4147106" y="1027885"/>
                  </a:lnTo>
                  <a:lnTo>
                    <a:pt x="4081024" y="1014240"/>
                  </a:lnTo>
                  <a:lnTo>
                    <a:pt x="4020438" y="999067"/>
                  </a:lnTo>
                  <a:lnTo>
                    <a:pt x="3964527" y="982172"/>
                  </a:lnTo>
                  <a:lnTo>
                    <a:pt x="3912449" y="963362"/>
                  </a:lnTo>
                  <a:lnTo>
                    <a:pt x="3863395" y="942485"/>
                  </a:lnTo>
                  <a:lnTo>
                    <a:pt x="3829811" y="926273"/>
                  </a:lnTo>
                  <a:lnTo>
                    <a:pt x="3779933" y="899223"/>
                  </a:lnTo>
                  <a:lnTo>
                    <a:pt x="3731580" y="869538"/>
                  </a:lnTo>
                  <a:lnTo>
                    <a:pt x="3684201" y="837177"/>
                  </a:lnTo>
                  <a:lnTo>
                    <a:pt x="3637388" y="802177"/>
                  </a:lnTo>
                  <a:lnTo>
                    <a:pt x="3590846" y="764669"/>
                  </a:lnTo>
                  <a:lnTo>
                    <a:pt x="3544379" y="724880"/>
                  </a:lnTo>
                  <a:lnTo>
                    <a:pt x="3497872" y="683135"/>
                  </a:lnTo>
                  <a:lnTo>
                    <a:pt x="3451277" y="639848"/>
                  </a:lnTo>
                  <a:lnTo>
                    <a:pt x="3404596" y="595511"/>
                  </a:lnTo>
                  <a:lnTo>
                    <a:pt x="3357868" y="550667"/>
                  </a:lnTo>
                  <a:lnTo>
                    <a:pt x="3311146" y="505889"/>
                  </a:lnTo>
                  <a:lnTo>
                    <a:pt x="3264482" y="461744"/>
                  </a:lnTo>
                  <a:lnTo>
                    <a:pt x="3217908" y="418767"/>
                  </a:lnTo>
                  <a:lnTo>
                    <a:pt x="3171417" y="377432"/>
                  </a:lnTo>
                  <a:lnTo>
                    <a:pt x="3124946" y="338135"/>
                  </a:lnTo>
                  <a:lnTo>
                    <a:pt x="3078363" y="301180"/>
                  </a:lnTo>
                  <a:lnTo>
                    <a:pt x="3031451" y="266771"/>
                  </a:lnTo>
                  <a:lnTo>
                    <a:pt x="2983892" y="235017"/>
                  </a:lnTo>
                  <a:lnTo>
                    <a:pt x="2935247" y="205937"/>
                  </a:lnTo>
                  <a:lnTo>
                    <a:pt x="2896531" y="185254"/>
                  </a:lnTo>
                  <a:lnTo>
                    <a:pt x="2849186" y="162855"/>
                  </a:lnTo>
                  <a:lnTo>
                    <a:pt x="2799345" y="142581"/>
                  </a:lnTo>
                  <a:lnTo>
                    <a:pt x="2746256" y="124337"/>
                  </a:lnTo>
                  <a:lnTo>
                    <a:pt x="2689095" y="107954"/>
                  </a:lnTo>
                  <a:lnTo>
                    <a:pt x="2627019" y="93238"/>
                  </a:lnTo>
                  <a:lnTo>
                    <a:pt x="2559225" y="79995"/>
                  </a:lnTo>
                  <a:lnTo>
                    <a:pt x="2485024" y="68052"/>
                  </a:lnTo>
                  <a:lnTo>
                    <a:pt x="2403944" y="57261"/>
                  </a:lnTo>
                  <a:lnTo>
                    <a:pt x="2315870" y="47510"/>
                  </a:lnTo>
                  <a:lnTo>
                    <a:pt x="2221214" y="38720"/>
                  </a:lnTo>
                  <a:lnTo>
                    <a:pt x="2121104" y="30848"/>
                  </a:lnTo>
                  <a:lnTo>
                    <a:pt x="2017550" y="23882"/>
                  </a:lnTo>
                  <a:lnTo>
                    <a:pt x="1913519" y="17833"/>
                  </a:lnTo>
                  <a:lnTo>
                    <a:pt x="1812836" y="12722"/>
                  </a:lnTo>
                  <a:lnTo>
                    <a:pt x="1719840" y="8562"/>
                  </a:lnTo>
                  <a:lnTo>
                    <a:pt x="1638795" y="5343"/>
                  </a:lnTo>
                  <a:lnTo>
                    <a:pt x="1573136" y="3010"/>
                  </a:lnTo>
                  <a:lnTo>
                    <a:pt x="1524761" y="1465"/>
                  </a:lnTo>
                  <a:lnTo>
                    <a:pt x="1493559" y="565"/>
                  </a:lnTo>
                  <a:lnTo>
                    <a:pt x="1477303" y="140"/>
                  </a:lnTo>
                  <a:lnTo>
                    <a:pt x="1471839" y="9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75" name="pl75"/>
            <p:cNvSpPr/>
            <p:nvPr/>
          </p:nvSpPr>
          <p:spPr>
            <a:xfrm>
              <a:off x="4799595" y="3590360"/>
              <a:ext cx="11981298" cy="1111527"/>
            </a:xfrm>
            <a:custGeom>
              <a:avLst/>
              <a:pathLst>
                <a:path w="11981298" h="1111527">
                  <a:moveTo>
                    <a:pt x="0" y="0"/>
                  </a:moveTo>
                  <a:lnTo>
                    <a:pt x="1471387" y="0"/>
                  </a:lnTo>
                  <a:lnTo>
                    <a:pt x="1472610" y="27"/>
                  </a:lnTo>
                  <a:lnTo>
                    <a:pt x="1480634" y="223"/>
                  </a:lnTo>
                  <a:lnTo>
                    <a:pt x="1500819" y="766"/>
                  </a:lnTo>
                  <a:lnTo>
                    <a:pt x="1536795" y="1834"/>
                  </a:lnTo>
                  <a:lnTo>
                    <a:pt x="1590194" y="3592"/>
                  </a:lnTo>
                  <a:lnTo>
                    <a:pt x="1660525" y="6170"/>
                  </a:lnTo>
                  <a:lnTo>
                    <a:pt x="1745388" y="9654"/>
                  </a:lnTo>
                  <a:lnTo>
                    <a:pt x="1841034" y="14086"/>
                  </a:lnTo>
                  <a:lnTo>
                    <a:pt x="1943104" y="19468"/>
                  </a:lnTo>
                  <a:lnTo>
                    <a:pt x="2047356" y="25781"/>
                  </a:lnTo>
                  <a:lnTo>
                    <a:pt x="2150186" y="33007"/>
                  </a:lnTo>
                  <a:lnTo>
                    <a:pt x="2248900" y="41139"/>
                  </a:lnTo>
                  <a:lnTo>
                    <a:pt x="2341755" y="50197"/>
                  </a:lnTo>
                  <a:lnTo>
                    <a:pt x="2427845" y="60236"/>
                  </a:lnTo>
                  <a:lnTo>
                    <a:pt x="2506927" y="71343"/>
                  </a:lnTo>
                  <a:lnTo>
                    <a:pt x="2579237" y="83642"/>
                  </a:lnTo>
                  <a:lnTo>
                    <a:pt x="2645319" y="97287"/>
                  </a:lnTo>
                  <a:lnTo>
                    <a:pt x="2705904" y="112460"/>
                  </a:lnTo>
                  <a:lnTo>
                    <a:pt x="2761815" y="129355"/>
                  </a:lnTo>
                  <a:lnTo>
                    <a:pt x="2813893" y="148165"/>
                  </a:lnTo>
                  <a:lnTo>
                    <a:pt x="2862948" y="169041"/>
                  </a:lnTo>
                  <a:lnTo>
                    <a:pt x="2896531" y="185254"/>
                  </a:lnTo>
                  <a:lnTo>
                    <a:pt x="2946409" y="212304"/>
                  </a:lnTo>
                  <a:lnTo>
                    <a:pt x="2994762" y="241988"/>
                  </a:lnTo>
                  <a:lnTo>
                    <a:pt x="3042141" y="274350"/>
                  </a:lnTo>
                  <a:lnTo>
                    <a:pt x="3088954" y="309349"/>
                  </a:lnTo>
                  <a:lnTo>
                    <a:pt x="3135496" y="346857"/>
                  </a:lnTo>
                  <a:lnTo>
                    <a:pt x="3181963" y="386647"/>
                  </a:lnTo>
                  <a:lnTo>
                    <a:pt x="3228470" y="428392"/>
                  </a:lnTo>
                  <a:lnTo>
                    <a:pt x="3275065" y="471679"/>
                  </a:lnTo>
                  <a:lnTo>
                    <a:pt x="3321746" y="516016"/>
                  </a:lnTo>
                  <a:lnTo>
                    <a:pt x="3368474" y="560859"/>
                  </a:lnTo>
                  <a:lnTo>
                    <a:pt x="3415196" y="605637"/>
                  </a:lnTo>
                  <a:lnTo>
                    <a:pt x="3461860" y="649783"/>
                  </a:lnTo>
                  <a:lnTo>
                    <a:pt x="3508434" y="692760"/>
                  </a:lnTo>
                  <a:lnTo>
                    <a:pt x="3554925" y="734095"/>
                  </a:lnTo>
                  <a:lnTo>
                    <a:pt x="3601396" y="773391"/>
                  </a:lnTo>
                  <a:lnTo>
                    <a:pt x="3647979" y="810347"/>
                  </a:lnTo>
                  <a:lnTo>
                    <a:pt x="3694891" y="844756"/>
                  </a:lnTo>
                  <a:lnTo>
                    <a:pt x="3742450" y="876510"/>
                  </a:lnTo>
                  <a:lnTo>
                    <a:pt x="3791096" y="905590"/>
                  </a:lnTo>
                  <a:lnTo>
                    <a:pt x="3829811" y="926273"/>
                  </a:lnTo>
                  <a:lnTo>
                    <a:pt x="3877157" y="948672"/>
                  </a:lnTo>
                  <a:lnTo>
                    <a:pt x="3926997" y="968946"/>
                  </a:lnTo>
                  <a:lnTo>
                    <a:pt x="3980086" y="987190"/>
                  </a:lnTo>
                  <a:lnTo>
                    <a:pt x="4037247" y="1003573"/>
                  </a:lnTo>
                  <a:lnTo>
                    <a:pt x="4099323" y="1018289"/>
                  </a:lnTo>
                  <a:lnTo>
                    <a:pt x="4167117" y="1031532"/>
                  </a:lnTo>
                  <a:lnTo>
                    <a:pt x="4241318" y="1043475"/>
                  </a:lnTo>
                  <a:lnTo>
                    <a:pt x="4322398" y="1054266"/>
                  </a:lnTo>
                  <a:lnTo>
                    <a:pt x="4410472" y="1064017"/>
                  </a:lnTo>
                  <a:lnTo>
                    <a:pt x="4505128" y="1072806"/>
                  </a:lnTo>
                  <a:lnTo>
                    <a:pt x="4605238" y="1080678"/>
                  </a:lnTo>
                  <a:lnTo>
                    <a:pt x="4708792" y="1087644"/>
                  </a:lnTo>
                  <a:lnTo>
                    <a:pt x="4812823" y="1093694"/>
                  </a:lnTo>
                  <a:lnTo>
                    <a:pt x="4913506" y="1098805"/>
                  </a:lnTo>
                  <a:lnTo>
                    <a:pt x="5006502" y="1102965"/>
                  </a:lnTo>
                  <a:lnTo>
                    <a:pt x="5087547" y="1106184"/>
                  </a:lnTo>
                  <a:lnTo>
                    <a:pt x="5153206" y="1108516"/>
                  </a:lnTo>
                  <a:lnTo>
                    <a:pt x="5201581" y="1110061"/>
                  </a:lnTo>
                  <a:lnTo>
                    <a:pt x="5232783" y="1110962"/>
                  </a:lnTo>
                  <a:lnTo>
                    <a:pt x="5249039" y="1111387"/>
                  </a:lnTo>
                  <a:lnTo>
                    <a:pt x="5254503" y="1111517"/>
                  </a:lnTo>
                  <a:lnTo>
                    <a:pt x="5254955" y="1111527"/>
                  </a:lnTo>
                  <a:lnTo>
                    <a:pt x="6726343" y="1111527"/>
                  </a:lnTo>
                  <a:lnTo>
                    <a:pt x="6727571" y="1111505"/>
                  </a:lnTo>
                  <a:lnTo>
                    <a:pt x="6735631" y="1111349"/>
                  </a:lnTo>
                  <a:lnTo>
                    <a:pt x="6755902" y="1110916"/>
                  </a:lnTo>
                  <a:lnTo>
                    <a:pt x="6792026" y="1110063"/>
                  </a:lnTo>
                  <a:lnTo>
                    <a:pt x="6845628" y="1108661"/>
                  </a:lnTo>
                  <a:lnTo>
                    <a:pt x="6916203" y="1106605"/>
                  </a:lnTo>
                  <a:lnTo>
                    <a:pt x="7001325" y="1103826"/>
                  </a:lnTo>
                  <a:lnTo>
                    <a:pt x="7097217" y="1100293"/>
                  </a:lnTo>
                  <a:lnTo>
                    <a:pt x="7199500" y="1096003"/>
                  </a:lnTo>
                  <a:lnTo>
                    <a:pt x="7303914" y="1090971"/>
                  </a:lnTo>
                  <a:lnTo>
                    <a:pt x="7406855" y="1085212"/>
                  </a:lnTo>
                  <a:lnTo>
                    <a:pt x="7505630" y="1078732"/>
                  </a:lnTo>
                  <a:lnTo>
                    <a:pt x="7598503" y="1071512"/>
                  </a:lnTo>
                  <a:lnTo>
                    <a:pt x="7684579" y="1063511"/>
                  </a:lnTo>
                  <a:lnTo>
                    <a:pt x="7763628" y="1054658"/>
                  </a:lnTo>
                  <a:lnTo>
                    <a:pt x="7835893" y="1044852"/>
                  </a:lnTo>
                  <a:lnTo>
                    <a:pt x="7901927" y="1033970"/>
                  </a:lnTo>
                  <a:lnTo>
                    <a:pt x="7962469" y="1021868"/>
                  </a:lnTo>
                  <a:lnTo>
                    <a:pt x="8018345" y="1008389"/>
                  </a:lnTo>
                  <a:lnTo>
                    <a:pt x="8070401" y="993381"/>
                  </a:lnTo>
                  <a:lnTo>
                    <a:pt x="8119448" y="976724"/>
                  </a:lnTo>
                  <a:lnTo>
                    <a:pt x="8151487" y="964413"/>
                  </a:lnTo>
                  <a:lnTo>
                    <a:pt x="8203289" y="942046"/>
                  </a:lnTo>
                  <a:lnTo>
                    <a:pt x="8253469" y="917418"/>
                  </a:lnTo>
                  <a:lnTo>
                    <a:pt x="8302636" y="890493"/>
                  </a:lnTo>
                  <a:lnTo>
                    <a:pt x="8351234" y="861315"/>
                  </a:lnTo>
                  <a:lnTo>
                    <a:pt x="8399579" y="830011"/>
                  </a:lnTo>
                  <a:lnTo>
                    <a:pt x="8447873" y="796800"/>
                  </a:lnTo>
                  <a:lnTo>
                    <a:pt x="8496228" y="761988"/>
                  </a:lnTo>
                  <a:lnTo>
                    <a:pt x="8544682" y="725965"/>
                  </a:lnTo>
                  <a:lnTo>
                    <a:pt x="8593218" y="689183"/>
                  </a:lnTo>
                  <a:lnTo>
                    <a:pt x="8641786" y="652140"/>
                  </a:lnTo>
                  <a:lnTo>
                    <a:pt x="8690324" y="615345"/>
                  </a:lnTo>
                  <a:lnTo>
                    <a:pt x="8738780" y="579296"/>
                  </a:lnTo>
                  <a:lnTo>
                    <a:pt x="8787137" y="544448"/>
                  </a:lnTo>
                  <a:lnTo>
                    <a:pt x="8835432" y="511191"/>
                  </a:lnTo>
                  <a:lnTo>
                    <a:pt x="8883773" y="479835"/>
                  </a:lnTo>
                  <a:lnTo>
                    <a:pt x="8932362" y="450600"/>
                  </a:lnTo>
                  <a:lnTo>
                    <a:pt x="8981509" y="423617"/>
                  </a:lnTo>
                  <a:lnTo>
                    <a:pt x="9031656" y="398929"/>
                  </a:lnTo>
                  <a:lnTo>
                    <a:pt x="9083408" y="376505"/>
                  </a:lnTo>
                  <a:lnTo>
                    <a:pt x="9084767" y="375957"/>
                  </a:lnTo>
                  <a:lnTo>
                    <a:pt x="9132187" y="358144"/>
                  </a:lnTo>
                  <a:lnTo>
                    <a:pt x="9182111" y="342023"/>
                  </a:lnTo>
                  <a:lnTo>
                    <a:pt x="9235296" y="327519"/>
                  </a:lnTo>
                  <a:lnTo>
                    <a:pt x="9292569" y="314496"/>
                  </a:lnTo>
                  <a:lnTo>
                    <a:pt x="9354778" y="302800"/>
                  </a:lnTo>
                  <a:lnTo>
                    <a:pt x="9422728" y="292277"/>
                  </a:lnTo>
                  <a:lnTo>
                    <a:pt x="9497111" y="282788"/>
                  </a:lnTo>
                  <a:lnTo>
                    <a:pt x="9578397" y="274216"/>
                  </a:lnTo>
                  <a:lnTo>
                    <a:pt x="9666697" y="266471"/>
                  </a:lnTo>
                  <a:lnTo>
                    <a:pt x="9761589" y="259491"/>
                  </a:lnTo>
                  <a:lnTo>
                    <a:pt x="9861927" y="253241"/>
                  </a:lnTo>
                  <a:lnTo>
                    <a:pt x="9965677" y="247714"/>
                  </a:lnTo>
                  <a:lnTo>
                    <a:pt x="10069841" y="242917"/>
                  </a:lnTo>
                  <a:lnTo>
                    <a:pt x="10170565" y="238867"/>
                  </a:lnTo>
                  <a:lnTo>
                    <a:pt x="10263480" y="235576"/>
                  </a:lnTo>
                  <a:lnTo>
                    <a:pt x="10344317" y="233033"/>
                  </a:lnTo>
                  <a:lnTo>
                    <a:pt x="10409653" y="231195"/>
                  </a:lnTo>
                  <a:lnTo>
                    <a:pt x="10457628" y="229981"/>
                  </a:lnTo>
                  <a:lnTo>
                    <a:pt x="10488411" y="229278"/>
                  </a:lnTo>
                  <a:lnTo>
                    <a:pt x="10504298" y="228949"/>
                  </a:lnTo>
                  <a:lnTo>
                    <a:pt x="10509516" y="228850"/>
                  </a:lnTo>
                  <a:lnTo>
                    <a:pt x="10509911" y="228843"/>
                  </a:lnTo>
                  <a:lnTo>
                    <a:pt x="11981298" y="22884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6" name="pl76"/>
            <p:cNvSpPr/>
            <p:nvPr/>
          </p:nvSpPr>
          <p:spPr>
            <a:xfrm>
              <a:off x="4799595" y="3582187"/>
              <a:ext cx="11981298" cy="1111527"/>
            </a:xfrm>
            <a:custGeom>
              <a:avLst/>
              <a:pathLst>
                <a:path w="11981298" h="1111527">
                  <a:moveTo>
                    <a:pt x="11981298" y="228843"/>
                  </a:moveTo>
                  <a:lnTo>
                    <a:pt x="10509911" y="228843"/>
                  </a:lnTo>
                  <a:lnTo>
                    <a:pt x="10508682" y="228865"/>
                  </a:lnTo>
                  <a:lnTo>
                    <a:pt x="10500622" y="229022"/>
                  </a:lnTo>
                  <a:lnTo>
                    <a:pt x="10480351" y="229455"/>
                  </a:lnTo>
                  <a:lnTo>
                    <a:pt x="10444228" y="230307"/>
                  </a:lnTo>
                  <a:lnTo>
                    <a:pt x="10390625" y="231709"/>
                  </a:lnTo>
                  <a:lnTo>
                    <a:pt x="10320050" y="233765"/>
                  </a:lnTo>
                  <a:lnTo>
                    <a:pt x="10234928" y="236544"/>
                  </a:lnTo>
                  <a:lnTo>
                    <a:pt x="10139036" y="240078"/>
                  </a:lnTo>
                  <a:lnTo>
                    <a:pt x="10036754" y="244368"/>
                  </a:lnTo>
                  <a:lnTo>
                    <a:pt x="9932339" y="249400"/>
                  </a:lnTo>
                  <a:lnTo>
                    <a:pt x="9829399" y="255159"/>
                  </a:lnTo>
                  <a:lnTo>
                    <a:pt x="9730624" y="261639"/>
                  </a:lnTo>
                  <a:lnTo>
                    <a:pt x="9637751" y="268858"/>
                  </a:lnTo>
                  <a:lnTo>
                    <a:pt x="9551674" y="276859"/>
                  </a:lnTo>
                  <a:lnTo>
                    <a:pt x="9472625" y="285713"/>
                  </a:lnTo>
                  <a:lnTo>
                    <a:pt x="9400360" y="295519"/>
                  </a:lnTo>
                  <a:lnTo>
                    <a:pt x="9334326" y="306400"/>
                  </a:lnTo>
                  <a:lnTo>
                    <a:pt x="9273784" y="318503"/>
                  </a:lnTo>
                  <a:lnTo>
                    <a:pt x="9217908" y="331982"/>
                  </a:lnTo>
                  <a:lnTo>
                    <a:pt x="9165852" y="346990"/>
                  </a:lnTo>
                  <a:lnTo>
                    <a:pt x="9116805" y="363647"/>
                  </a:lnTo>
                  <a:lnTo>
                    <a:pt x="9084767" y="375957"/>
                  </a:lnTo>
                  <a:lnTo>
                    <a:pt x="9032964" y="398324"/>
                  </a:lnTo>
                  <a:lnTo>
                    <a:pt x="8982784" y="422953"/>
                  </a:lnTo>
                  <a:lnTo>
                    <a:pt x="8933618" y="449877"/>
                  </a:lnTo>
                  <a:lnTo>
                    <a:pt x="8885019" y="479055"/>
                  </a:lnTo>
                  <a:lnTo>
                    <a:pt x="8836674" y="510359"/>
                  </a:lnTo>
                  <a:lnTo>
                    <a:pt x="8788380" y="543571"/>
                  </a:lnTo>
                  <a:lnTo>
                    <a:pt x="8740025" y="578383"/>
                  </a:lnTo>
                  <a:lnTo>
                    <a:pt x="8691572" y="614406"/>
                  </a:lnTo>
                  <a:lnTo>
                    <a:pt x="8643035" y="651188"/>
                  </a:lnTo>
                  <a:lnTo>
                    <a:pt x="8594467" y="688231"/>
                  </a:lnTo>
                  <a:lnTo>
                    <a:pt x="8545929" y="725026"/>
                  </a:lnTo>
                  <a:lnTo>
                    <a:pt x="8497473" y="761075"/>
                  </a:lnTo>
                  <a:lnTo>
                    <a:pt x="8449116" y="795923"/>
                  </a:lnTo>
                  <a:lnTo>
                    <a:pt x="8400821" y="829180"/>
                  </a:lnTo>
                  <a:lnTo>
                    <a:pt x="8352480" y="860536"/>
                  </a:lnTo>
                  <a:lnTo>
                    <a:pt x="8303891" y="889771"/>
                  </a:lnTo>
                  <a:lnTo>
                    <a:pt x="8254744" y="916754"/>
                  </a:lnTo>
                  <a:lnTo>
                    <a:pt x="8204597" y="941442"/>
                  </a:lnTo>
                  <a:lnTo>
                    <a:pt x="8152846" y="963866"/>
                  </a:lnTo>
                  <a:lnTo>
                    <a:pt x="8151487" y="964413"/>
                  </a:lnTo>
                  <a:lnTo>
                    <a:pt x="8104066" y="982227"/>
                  </a:lnTo>
                  <a:lnTo>
                    <a:pt x="8054142" y="998348"/>
                  </a:lnTo>
                  <a:lnTo>
                    <a:pt x="8000958" y="1012852"/>
                  </a:lnTo>
                  <a:lnTo>
                    <a:pt x="7943684" y="1025875"/>
                  </a:lnTo>
                  <a:lnTo>
                    <a:pt x="7881475" y="1037571"/>
                  </a:lnTo>
                  <a:lnTo>
                    <a:pt x="7813525" y="1048094"/>
                  </a:lnTo>
                  <a:lnTo>
                    <a:pt x="7739142" y="1057583"/>
                  </a:lnTo>
                  <a:lnTo>
                    <a:pt x="7657856" y="1066155"/>
                  </a:lnTo>
                  <a:lnTo>
                    <a:pt x="7569556" y="1073900"/>
                  </a:lnTo>
                  <a:lnTo>
                    <a:pt x="7474665" y="1080880"/>
                  </a:lnTo>
                  <a:lnTo>
                    <a:pt x="7374326" y="1087129"/>
                  </a:lnTo>
                  <a:lnTo>
                    <a:pt x="7270577" y="1092657"/>
                  </a:lnTo>
                  <a:lnTo>
                    <a:pt x="7166412" y="1097454"/>
                  </a:lnTo>
                  <a:lnTo>
                    <a:pt x="7065689" y="1101504"/>
                  </a:lnTo>
                  <a:lnTo>
                    <a:pt x="6972773" y="1104795"/>
                  </a:lnTo>
                  <a:lnTo>
                    <a:pt x="6891936" y="1107338"/>
                  </a:lnTo>
                  <a:lnTo>
                    <a:pt x="6826601" y="1109176"/>
                  </a:lnTo>
                  <a:lnTo>
                    <a:pt x="6778625" y="1110389"/>
                  </a:lnTo>
                  <a:lnTo>
                    <a:pt x="6747842" y="1111093"/>
                  </a:lnTo>
                  <a:lnTo>
                    <a:pt x="6731955" y="1111422"/>
                  </a:lnTo>
                  <a:lnTo>
                    <a:pt x="6726737" y="1111520"/>
                  </a:lnTo>
                  <a:lnTo>
                    <a:pt x="6726343" y="1111527"/>
                  </a:lnTo>
                  <a:lnTo>
                    <a:pt x="5254955" y="1111527"/>
                  </a:lnTo>
                  <a:lnTo>
                    <a:pt x="5253732" y="1111500"/>
                  </a:lnTo>
                  <a:lnTo>
                    <a:pt x="5245708" y="1111303"/>
                  </a:lnTo>
                  <a:lnTo>
                    <a:pt x="5225523" y="1110761"/>
                  </a:lnTo>
                  <a:lnTo>
                    <a:pt x="5189547" y="1109692"/>
                  </a:lnTo>
                  <a:lnTo>
                    <a:pt x="5136148" y="1107935"/>
                  </a:lnTo>
                  <a:lnTo>
                    <a:pt x="5065818" y="1105357"/>
                  </a:lnTo>
                  <a:lnTo>
                    <a:pt x="4980954" y="1101872"/>
                  </a:lnTo>
                  <a:lnTo>
                    <a:pt x="4885308" y="1097441"/>
                  </a:lnTo>
                  <a:lnTo>
                    <a:pt x="4783238" y="1092059"/>
                  </a:lnTo>
                  <a:lnTo>
                    <a:pt x="4678986" y="1085745"/>
                  </a:lnTo>
                  <a:lnTo>
                    <a:pt x="4576156" y="1078520"/>
                  </a:lnTo>
                  <a:lnTo>
                    <a:pt x="4477442" y="1070388"/>
                  </a:lnTo>
                  <a:lnTo>
                    <a:pt x="4384587" y="1061329"/>
                  </a:lnTo>
                  <a:lnTo>
                    <a:pt x="4298498" y="1051291"/>
                  </a:lnTo>
                  <a:lnTo>
                    <a:pt x="4219415" y="1040184"/>
                  </a:lnTo>
                  <a:lnTo>
                    <a:pt x="4147106" y="1027885"/>
                  </a:lnTo>
                  <a:lnTo>
                    <a:pt x="4081024" y="1014240"/>
                  </a:lnTo>
                  <a:lnTo>
                    <a:pt x="4020438" y="999067"/>
                  </a:lnTo>
                  <a:lnTo>
                    <a:pt x="3964527" y="982172"/>
                  </a:lnTo>
                  <a:lnTo>
                    <a:pt x="3912449" y="963362"/>
                  </a:lnTo>
                  <a:lnTo>
                    <a:pt x="3863395" y="942485"/>
                  </a:lnTo>
                  <a:lnTo>
                    <a:pt x="3829811" y="926273"/>
                  </a:lnTo>
                  <a:lnTo>
                    <a:pt x="3779933" y="899223"/>
                  </a:lnTo>
                  <a:lnTo>
                    <a:pt x="3731580" y="869538"/>
                  </a:lnTo>
                  <a:lnTo>
                    <a:pt x="3684201" y="837177"/>
                  </a:lnTo>
                  <a:lnTo>
                    <a:pt x="3637388" y="802177"/>
                  </a:lnTo>
                  <a:lnTo>
                    <a:pt x="3590846" y="764669"/>
                  </a:lnTo>
                  <a:lnTo>
                    <a:pt x="3544379" y="724880"/>
                  </a:lnTo>
                  <a:lnTo>
                    <a:pt x="3497872" y="683135"/>
                  </a:lnTo>
                  <a:lnTo>
                    <a:pt x="3451277" y="639848"/>
                  </a:lnTo>
                  <a:lnTo>
                    <a:pt x="3404596" y="595511"/>
                  </a:lnTo>
                  <a:lnTo>
                    <a:pt x="3357868" y="550667"/>
                  </a:lnTo>
                  <a:lnTo>
                    <a:pt x="3311146" y="505889"/>
                  </a:lnTo>
                  <a:lnTo>
                    <a:pt x="3264482" y="461744"/>
                  </a:lnTo>
                  <a:lnTo>
                    <a:pt x="3217908" y="418767"/>
                  </a:lnTo>
                  <a:lnTo>
                    <a:pt x="3171417" y="377432"/>
                  </a:lnTo>
                  <a:lnTo>
                    <a:pt x="3124946" y="338135"/>
                  </a:lnTo>
                  <a:lnTo>
                    <a:pt x="3078363" y="301180"/>
                  </a:lnTo>
                  <a:lnTo>
                    <a:pt x="3031451" y="266771"/>
                  </a:lnTo>
                  <a:lnTo>
                    <a:pt x="2983892" y="235017"/>
                  </a:lnTo>
                  <a:lnTo>
                    <a:pt x="2935247" y="205937"/>
                  </a:lnTo>
                  <a:lnTo>
                    <a:pt x="2896531" y="185254"/>
                  </a:lnTo>
                  <a:lnTo>
                    <a:pt x="2849186" y="162855"/>
                  </a:lnTo>
                  <a:lnTo>
                    <a:pt x="2799345" y="142581"/>
                  </a:lnTo>
                  <a:lnTo>
                    <a:pt x="2746256" y="124337"/>
                  </a:lnTo>
                  <a:lnTo>
                    <a:pt x="2689095" y="107954"/>
                  </a:lnTo>
                  <a:lnTo>
                    <a:pt x="2627019" y="93238"/>
                  </a:lnTo>
                  <a:lnTo>
                    <a:pt x="2559225" y="79995"/>
                  </a:lnTo>
                  <a:lnTo>
                    <a:pt x="2485024" y="68052"/>
                  </a:lnTo>
                  <a:lnTo>
                    <a:pt x="2403944" y="57261"/>
                  </a:lnTo>
                  <a:lnTo>
                    <a:pt x="2315870" y="47510"/>
                  </a:lnTo>
                  <a:lnTo>
                    <a:pt x="2221214" y="38720"/>
                  </a:lnTo>
                  <a:lnTo>
                    <a:pt x="2121104" y="30848"/>
                  </a:lnTo>
                  <a:lnTo>
                    <a:pt x="2017550" y="23882"/>
                  </a:lnTo>
                  <a:lnTo>
                    <a:pt x="1913519" y="17833"/>
                  </a:lnTo>
                  <a:lnTo>
                    <a:pt x="1812836" y="12722"/>
                  </a:lnTo>
                  <a:lnTo>
                    <a:pt x="1719840" y="8562"/>
                  </a:lnTo>
                  <a:lnTo>
                    <a:pt x="1638795" y="5343"/>
                  </a:lnTo>
                  <a:lnTo>
                    <a:pt x="1573136" y="3010"/>
                  </a:lnTo>
                  <a:lnTo>
                    <a:pt x="1524761" y="1465"/>
                  </a:lnTo>
                  <a:lnTo>
                    <a:pt x="1493559" y="565"/>
                  </a:lnTo>
                  <a:lnTo>
                    <a:pt x="1477303" y="140"/>
                  </a:lnTo>
                  <a:lnTo>
                    <a:pt x="1471839" y="9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7" name="pg77"/>
            <p:cNvSpPr/>
            <p:nvPr/>
          </p:nvSpPr>
          <p:spPr>
            <a:xfrm>
              <a:off x="4799595" y="3590360"/>
              <a:ext cx="11981298" cy="1119700"/>
            </a:xfrm>
            <a:custGeom>
              <a:avLst/>
              <a:pathLst>
                <a:path w="11981298" h="1119700">
                  <a:moveTo>
                    <a:pt x="0" y="8172"/>
                  </a:moveTo>
                  <a:lnTo>
                    <a:pt x="1471387" y="8172"/>
                  </a:lnTo>
                  <a:lnTo>
                    <a:pt x="1472610" y="8200"/>
                  </a:lnTo>
                  <a:lnTo>
                    <a:pt x="1480634" y="8396"/>
                  </a:lnTo>
                  <a:lnTo>
                    <a:pt x="1500819" y="8939"/>
                  </a:lnTo>
                  <a:lnTo>
                    <a:pt x="1536795" y="10007"/>
                  </a:lnTo>
                  <a:lnTo>
                    <a:pt x="1590194" y="11765"/>
                  </a:lnTo>
                  <a:lnTo>
                    <a:pt x="1660525" y="14343"/>
                  </a:lnTo>
                  <a:lnTo>
                    <a:pt x="1745388" y="17827"/>
                  </a:lnTo>
                  <a:lnTo>
                    <a:pt x="1841034" y="22259"/>
                  </a:lnTo>
                  <a:lnTo>
                    <a:pt x="1943104" y="27641"/>
                  </a:lnTo>
                  <a:lnTo>
                    <a:pt x="2047356" y="33954"/>
                  </a:lnTo>
                  <a:lnTo>
                    <a:pt x="2150186" y="41180"/>
                  </a:lnTo>
                  <a:lnTo>
                    <a:pt x="2248900" y="49312"/>
                  </a:lnTo>
                  <a:lnTo>
                    <a:pt x="2341755" y="58370"/>
                  </a:lnTo>
                  <a:lnTo>
                    <a:pt x="2427845" y="68409"/>
                  </a:lnTo>
                  <a:lnTo>
                    <a:pt x="2506927" y="79516"/>
                  </a:lnTo>
                  <a:lnTo>
                    <a:pt x="2579237" y="91815"/>
                  </a:lnTo>
                  <a:lnTo>
                    <a:pt x="2645319" y="105460"/>
                  </a:lnTo>
                  <a:lnTo>
                    <a:pt x="2705904" y="120633"/>
                  </a:lnTo>
                  <a:lnTo>
                    <a:pt x="2761815" y="137528"/>
                  </a:lnTo>
                  <a:lnTo>
                    <a:pt x="2813893" y="156338"/>
                  </a:lnTo>
                  <a:lnTo>
                    <a:pt x="2862948" y="177214"/>
                  </a:lnTo>
                  <a:lnTo>
                    <a:pt x="2896531" y="193427"/>
                  </a:lnTo>
                  <a:lnTo>
                    <a:pt x="2946409" y="220477"/>
                  </a:lnTo>
                  <a:lnTo>
                    <a:pt x="2994762" y="250161"/>
                  </a:lnTo>
                  <a:lnTo>
                    <a:pt x="3042141" y="282523"/>
                  </a:lnTo>
                  <a:lnTo>
                    <a:pt x="3088954" y="317522"/>
                  </a:lnTo>
                  <a:lnTo>
                    <a:pt x="3135496" y="355030"/>
                  </a:lnTo>
                  <a:lnTo>
                    <a:pt x="3181963" y="394820"/>
                  </a:lnTo>
                  <a:lnTo>
                    <a:pt x="3228470" y="436565"/>
                  </a:lnTo>
                  <a:lnTo>
                    <a:pt x="3275065" y="479852"/>
                  </a:lnTo>
                  <a:lnTo>
                    <a:pt x="3321746" y="524189"/>
                  </a:lnTo>
                  <a:lnTo>
                    <a:pt x="3368474" y="569032"/>
                  </a:lnTo>
                  <a:lnTo>
                    <a:pt x="3415196" y="613810"/>
                  </a:lnTo>
                  <a:lnTo>
                    <a:pt x="3461860" y="657956"/>
                  </a:lnTo>
                  <a:lnTo>
                    <a:pt x="3508434" y="700933"/>
                  </a:lnTo>
                  <a:lnTo>
                    <a:pt x="3554925" y="742268"/>
                  </a:lnTo>
                  <a:lnTo>
                    <a:pt x="3601396" y="781564"/>
                  </a:lnTo>
                  <a:lnTo>
                    <a:pt x="3647979" y="818520"/>
                  </a:lnTo>
                  <a:lnTo>
                    <a:pt x="3694891" y="852929"/>
                  </a:lnTo>
                  <a:lnTo>
                    <a:pt x="3742450" y="884683"/>
                  </a:lnTo>
                  <a:lnTo>
                    <a:pt x="3791096" y="913763"/>
                  </a:lnTo>
                  <a:lnTo>
                    <a:pt x="3829811" y="934446"/>
                  </a:lnTo>
                  <a:lnTo>
                    <a:pt x="3877157" y="956845"/>
                  </a:lnTo>
                  <a:lnTo>
                    <a:pt x="3926997" y="977119"/>
                  </a:lnTo>
                  <a:lnTo>
                    <a:pt x="3980086" y="995363"/>
                  </a:lnTo>
                  <a:lnTo>
                    <a:pt x="4037247" y="1011746"/>
                  </a:lnTo>
                  <a:lnTo>
                    <a:pt x="4099323" y="1026462"/>
                  </a:lnTo>
                  <a:lnTo>
                    <a:pt x="4167117" y="1039705"/>
                  </a:lnTo>
                  <a:lnTo>
                    <a:pt x="4241318" y="1051648"/>
                  </a:lnTo>
                  <a:lnTo>
                    <a:pt x="4322398" y="1062439"/>
                  </a:lnTo>
                  <a:lnTo>
                    <a:pt x="4410472" y="1072190"/>
                  </a:lnTo>
                  <a:lnTo>
                    <a:pt x="4505128" y="1080979"/>
                  </a:lnTo>
                  <a:lnTo>
                    <a:pt x="4605238" y="1088851"/>
                  </a:lnTo>
                  <a:lnTo>
                    <a:pt x="4708792" y="1095817"/>
                  </a:lnTo>
                  <a:lnTo>
                    <a:pt x="4812823" y="1101867"/>
                  </a:lnTo>
                  <a:lnTo>
                    <a:pt x="4913506" y="1106978"/>
                  </a:lnTo>
                  <a:lnTo>
                    <a:pt x="5006502" y="1111138"/>
                  </a:lnTo>
                  <a:lnTo>
                    <a:pt x="5087547" y="1114357"/>
                  </a:lnTo>
                  <a:lnTo>
                    <a:pt x="5153206" y="1116689"/>
                  </a:lnTo>
                  <a:lnTo>
                    <a:pt x="5201581" y="1118234"/>
                  </a:lnTo>
                  <a:lnTo>
                    <a:pt x="5232783" y="1119135"/>
                  </a:lnTo>
                  <a:lnTo>
                    <a:pt x="5249039" y="1119560"/>
                  </a:lnTo>
                  <a:lnTo>
                    <a:pt x="5254503" y="1119690"/>
                  </a:lnTo>
                  <a:lnTo>
                    <a:pt x="5254955" y="1119700"/>
                  </a:lnTo>
                  <a:lnTo>
                    <a:pt x="6726343" y="1119700"/>
                  </a:lnTo>
                  <a:lnTo>
                    <a:pt x="6727580" y="1119694"/>
                  </a:lnTo>
                  <a:lnTo>
                    <a:pt x="6735697" y="1119649"/>
                  </a:lnTo>
                  <a:lnTo>
                    <a:pt x="6756105" y="1119523"/>
                  </a:lnTo>
                  <a:lnTo>
                    <a:pt x="6792462" y="1119277"/>
                  </a:lnTo>
                  <a:lnTo>
                    <a:pt x="6846388" y="1118872"/>
                  </a:lnTo>
                  <a:lnTo>
                    <a:pt x="6917349" y="1118277"/>
                  </a:lnTo>
                  <a:lnTo>
                    <a:pt x="7002881" y="1117474"/>
                  </a:lnTo>
                  <a:lnTo>
                    <a:pt x="7099162" y="1116454"/>
                  </a:lnTo>
                  <a:lnTo>
                    <a:pt x="7201778" y="1115215"/>
                  </a:lnTo>
                  <a:lnTo>
                    <a:pt x="7306450" y="1113762"/>
                  </a:lnTo>
                  <a:lnTo>
                    <a:pt x="7409563" y="1112100"/>
                  </a:lnTo>
                  <a:lnTo>
                    <a:pt x="7508431" y="1110229"/>
                  </a:lnTo>
                  <a:lnTo>
                    <a:pt x="7601332" y="1108145"/>
                  </a:lnTo>
                  <a:lnTo>
                    <a:pt x="7687388" y="1105836"/>
                  </a:lnTo>
                  <a:lnTo>
                    <a:pt x="7766383" y="1103279"/>
                  </a:lnTo>
                  <a:lnTo>
                    <a:pt x="7838576" y="1100446"/>
                  </a:lnTo>
                  <a:lnTo>
                    <a:pt x="7904535" y="1097302"/>
                  </a:lnTo>
                  <a:lnTo>
                    <a:pt x="7965008" y="1093804"/>
                  </a:lnTo>
                  <a:lnTo>
                    <a:pt x="8020830" y="1089906"/>
                  </a:lnTo>
                  <a:lnTo>
                    <a:pt x="8072851" y="1085566"/>
                  </a:lnTo>
                  <a:lnTo>
                    <a:pt x="8121887" y="1080749"/>
                  </a:lnTo>
                  <a:lnTo>
                    <a:pt x="8151487" y="1077473"/>
                  </a:lnTo>
                  <a:lnTo>
                    <a:pt x="8207281" y="1070521"/>
                  </a:lnTo>
                  <a:lnTo>
                    <a:pt x="8261248" y="1062813"/>
                  </a:lnTo>
                  <a:lnTo>
                    <a:pt x="8314127" y="1054339"/>
                  </a:lnTo>
                  <a:lnTo>
                    <a:pt x="8366441" y="1045120"/>
                  </a:lnTo>
                  <a:lnTo>
                    <a:pt x="8418546" y="1035211"/>
                  </a:lnTo>
                  <a:lnTo>
                    <a:pt x="8470653" y="1024703"/>
                  </a:lnTo>
                  <a:lnTo>
                    <a:pt x="8522860" y="1013719"/>
                  </a:lnTo>
                  <a:lnTo>
                    <a:pt x="8575178" y="1002411"/>
                  </a:lnTo>
                  <a:lnTo>
                    <a:pt x="8627557" y="990953"/>
                  </a:lnTo>
                  <a:lnTo>
                    <a:pt x="8679922" y="979529"/>
                  </a:lnTo>
                  <a:lnTo>
                    <a:pt x="8732203" y="968319"/>
                  </a:lnTo>
                  <a:lnTo>
                    <a:pt x="8784369" y="957489"/>
                  </a:lnTo>
                  <a:lnTo>
                    <a:pt x="8836458" y="947184"/>
                  </a:lnTo>
                  <a:lnTo>
                    <a:pt x="8888607" y="937515"/>
                  </a:lnTo>
                  <a:lnTo>
                    <a:pt x="8941076" y="928560"/>
                  </a:lnTo>
                  <a:lnTo>
                    <a:pt x="8994276" y="920361"/>
                  </a:lnTo>
                  <a:lnTo>
                    <a:pt x="9048803" y="912928"/>
                  </a:lnTo>
                  <a:lnTo>
                    <a:pt x="9084767" y="908564"/>
                  </a:lnTo>
                  <a:lnTo>
                    <a:pt x="9132305" y="903439"/>
                  </a:lnTo>
                  <a:lnTo>
                    <a:pt x="9182361" y="898803"/>
                  </a:lnTo>
                  <a:lnTo>
                    <a:pt x="9235698" y="894632"/>
                  </a:lnTo>
                  <a:lnTo>
                    <a:pt x="9293150" y="890888"/>
                  </a:lnTo>
                  <a:lnTo>
                    <a:pt x="9355569" y="887527"/>
                  </a:lnTo>
                  <a:lnTo>
                    <a:pt x="9423767" y="884503"/>
                  </a:lnTo>
                  <a:lnTo>
                    <a:pt x="9498437" y="881777"/>
                  </a:lnTo>
                  <a:lnTo>
                    <a:pt x="9580049" y="879315"/>
                  </a:lnTo>
                  <a:lnTo>
                    <a:pt x="9668707" y="877092"/>
                  </a:lnTo>
                  <a:lnTo>
                    <a:pt x="9763972" y="875088"/>
                  </a:lnTo>
                  <a:lnTo>
                    <a:pt x="9864671" y="873295"/>
                  </a:lnTo>
                  <a:lnTo>
                    <a:pt x="9968729" y="871711"/>
                  </a:lnTo>
                  <a:lnTo>
                    <a:pt x="10073103" y="870337"/>
                  </a:lnTo>
                  <a:lnTo>
                    <a:pt x="10173884" y="869179"/>
                  </a:lnTo>
                  <a:lnTo>
                    <a:pt x="10266668" y="868239"/>
                  </a:lnTo>
                  <a:lnTo>
                    <a:pt x="10347169" y="867516"/>
                  </a:lnTo>
                  <a:lnTo>
                    <a:pt x="10411988" y="866994"/>
                  </a:lnTo>
                  <a:lnTo>
                    <a:pt x="10459327" y="866652"/>
                  </a:lnTo>
                  <a:lnTo>
                    <a:pt x="10489448" y="866456"/>
                  </a:lnTo>
                  <a:lnTo>
                    <a:pt x="10504758" y="866365"/>
                  </a:lnTo>
                  <a:lnTo>
                    <a:pt x="10509598" y="866339"/>
                  </a:lnTo>
                  <a:lnTo>
                    <a:pt x="10509911" y="866337"/>
                  </a:lnTo>
                  <a:lnTo>
                    <a:pt x="11981298" y="866337"/>
                  </a:lnTo>
                  <a:lnTo>
                    <a:pt x="11981298" y="858164"/>
                  </a:lnTo>
                  <a:lnTo>
                    <a:pt x="10509911" y="858164"/>
                  </a:lnTo>
                  <a:lnTo>
                    <a:pt x="10508674" y="858171"/>
                  </a:lnTo>
                  <a:lnTo>
                    <a:pt x="10500557" y="858216"/>
                  </a:lnTo>
                  <a:lnTo>
                    <a:pt x="10480148" y="858341"/>
                  </a:lnTo>
                  <a:lnTo>
                    <a:pt x="10443791" y="858588"/>
                  </a:lnTo>
                  <a:lnTo>
                    <a:pt x="10389865" y="858993"/>
                  </a:lnTo>
                  <a:lnTo>
                    <a:pt x="10318904" y="859587"/>
                  </a:lnTo>
                  <a:lnTo>
                    <a:pt x="10233373" y="860390"/>
                  </a:lnTo>
                  <a:lnTo>
                    <a:pt x="10137091" y="861411"/>
                  </a:lnTo>
                  <a:lnTo>
                    <a:pt x="10034475" y="862650"/>
                  </a:lnTo>
                  <a:lnTo>
                    <a:pt x="9929803" y="864103"/>
                  </a:lnTo>
                  <a:lnTo>
                    <a:pt x="9826691" y="865765"/>
                  </a:lnTo>
                  <a:lnTo>
                    <a:pt x="9727822" y="867635"/>
                  </a:lnTo>
                  <a:lnTo>
                    <a:pt x="9634921" y="869719"/>
                  </a:lnTo>
                  <a:lnTo>
                    <a:pt x="9548865" y="872029"/>
                  </a:lnTo>
                  <a:lnTo>
                    <a:pt x="9469870" y="874586"/>
                  </a:lnTo>
                  <a:lnTo>
                    <a:pt x="9397677" y="877418"/>
                  </a:lnTo>
                  <a:lnTo>
                    <a:pt x="9331718" y="880563"/>
                  </a:lnTo>
                  <a:lnTo>
                    <a:pt x="9271245" y="884061"/>
                  </a:lnTo>
                  <a:lnTo>
                    <a:pt x="9215424" y="887958"/>
                  </a:lnTo>
                  <a:lnTo>
                    <a:pt x="9163402" y="892298"/>
                  </a:lnTo>
                  <a:lnTo>
                    <a:pt x="9114366" y="897115"/>
                  </a:lnTo>
                  <a:lnTo>
                    <a:pt x="9084767" y="900391"/>
                  </a:lnTo>
                  <a:lnTo>
                    <a:pt x="9028973" y="907343"/>
                  </a:lnTo>
                  <a:lnTo>
                    <a:pt x="8975005" y="915052"/>
                  </a:lnTo>
                  <a:lnTo>
                    <a:pt x="8922127" y="923526"/>
                  </a:lnTo>
                  <a:lnTo>
                    <a:pt x="8869812" y="932745"/>
                  </a:lnTo>
                  <a:lnTo>
                    <a:pt x="8817707" y="942653"/>
                  </a:lnTo>
                  <a:lnTo>
                    <a:pt x="8765600" y="953162"/>
                  </a:lnTo>
                  <a:lnTo>
                    <a:pt x="8713393" y="964146"/>
                  </a:lnTo>
                  <a:lnTo>
                    <a:pt x="8661075" y="975454"/>
                  </a:lnTo>
                  <a:lnTo>
                    <a:pt x="8608696" y="986911"/>
                  </a:lnTo>
                  <a:lnTo>
                    <a:pt x="8556332" y="998336"/>
                  </a:lnTo>
                  <a:lnTo>
                    <a:pt x="8504051" y="1009546"/>
                  </a:lnTo>
                  <a:lnTo>
                    <a:pt x="8451885" y="1020375"/>
                  </a:lnTo>
                  <a:lnTo>
                    <a:pt x="8399795" y="1030680"/>
                  </a:lnTo>
                  <a:lnTo>
                    <a:pt x="8347646" y="1040349"/>
                  </a:lnTo>
                  <a:lnTo>
                    <a:pt x="8295177" y="1049304"/>
                  </a:lnTo>
                  <a:lnTo>
                    <a:pt x="8241977" y="1057504"/>
                  </a:lnTo>
                  <a:lnTo>
                    <a:pt x="8187450" y="1064937"/>
                  </a:lnTo>
                  <a:lnTo>
                    <a:pt x="8151487" y="1069300"/>
                  </a:lnTo>
                  <a:lnTo>
                    <a:pt x="8103948" y="1074425"/>
                  </a:lnTo>
                  <a:lnTo>
                    <a:pt x="8053892" y="1079062"/>
                  </a:lnTo>
                  <a:lnTo>
                    <a:pt x="8000555" y="1083233"/>
                  </a:lnTo>
                  <a:lnTo>
                    <a:pt x="7943104" y="1086976"/>
                  </a:lnTo>
                  <a:lnTo>
                    <a:pt x="7880685" y="1090338"/>
                  </a:lnTo>
                  <a:lnTo>
                    <a:pt x="7812487" y="1093361"/>
                  </a:lnTo>
                  <a:lnTo>
                    <a:pt x="7737816" y="1096087"/>
                  </a:lnTo>
                  <a:lnTo>
                    <a:pt x="7656204" y="1098549"/>
                  </a:lnTo>
                  <a:lnTo>
                    <a:pt x="7567546" y="1100773"/>
                  </a:lnTo>
                  <a:lnTo>
                    <a:pt x="7472281" y="1102777"/>
                  </a:lnTo>
                  <a:lnTo>
                    <a:pt x="7371583" y="1104569"/>
                  </a:lnTo>
                  <a:lnTo>
                    <a:pt x="7267524" y="1106154"/>
                  </a:lnTo>
                  <a:lnTo>
                    <a:pt x="7163151" y="1107528"/>
                  </a:lnTo>
                  <a:lnTo>
                    <a:pt x="7062369" y="1108686"/>
                  </a:lnTo>
                  <a:lnTo>
                    <a:pt x="6969585" y="1109625"/>
                  </a:lnTo>
                  <a:lnTo>
                    <a:pt x="6889084" y="1110349"/>
                  </a:lnTo>
                  <a:lnTo>
                    <a:pt x="6824266" y="1110870"/>
                  </a:lnTo>
                  <a:lnTo>
                    <a:pt x="6776926" y="1111212"/>
                  </a:lnTo>
                  <a:lnTo>
                    <a:pt x="6746805" y="1111409"/>
                  </a:lnTo>
                  <a:lnTo>
                    <a:pt x="6731495" y="1111500"/>
                  </a:lnTo>
                  <a:lnTo>
                    <a:pt x="6726656" y="1111526"/>
                  </a:lnTo>
                  <a:lnTo>
                    <a:pt x="6726343" y="1111527"/>
                  </a:lnTo>
                  <a:lnTo>
                    <a:pt x="5254955" y="1111527"/>
                  </a:lnTo>
                  <a:lnTo>
                    <a:pt x="5253732" y="1111500"/>
                  </a:lnTo>
                  <a:lnTo>
                    <a:pt x="5245708" y="1111303"/>
                  </a:lnTo>
                  <a:lnTo>
                    <a:pt x="5225523" y="1110761"/>
                  </a:lnTo>
                  <a:lnTo>
                    <a:pt x="5189547" y="1109692"/>
                  </a:lnTo>
                  <a:lnTo>
                    <a:pt x="5136148" y="1107935"/>
                  </a:lnTo>
                  <a:lnTo>
                    <a:pt x="5065818" y="1105357"/>
                  </a:lnTo>
                  <a:lnTo>
                    <a:pt x="4980954" y="1101872"/>
                  </a:lnTo>
                  <a:lnTo>
                    <a:pt x="4885308" y="1097441"/>
                  </a:lnTo>
                  <a:lnTo>
                    <a:pt x="4783238" y="1092059"/>
                  </a:lnTo>
                  <a:lnTo>
                    <a:pt x="4678986" y="1085745"/>
                  </a:lnTo>
                  <a:lnTo>
                    <a:pt x="4576156" y="1078520"/>
                  </a:lnTo>
                  <a:lnTo>
                    <a:pt x="4477442" y="1070388"/>
                  </a:lnTo>
                  <a:lnTo>
                    <a:pt x="4384587" y="1061329"/>
                  </a:lnTo>
                  <a:lnTo>
                    <a:pt x="4298498" y="1051291"/>
                  </a:lnTo>
                  <a:lnTo>
                    <a:pt x="4219415" y="1040184"/>
                  </a:lnTo>
                  <a:lnTo>
                    <a:pt x="4147106" y="1027885"/>
                  </a:lnTo>
                  <a:lnTo>
                    <a:pt x="4081024" y="1014240"/>
                  </a:lnTo>
                  <a:lnTo>
                    <a:pt x="4020438" y="999067"/>
                  </a:lnTo>
                  <a:lnTo>
                    <a:pt x="3964527" y="982172"/>
                  </a:lnTo>
                  <a:lnTo>
                    <a:pt x="3912449" y="963362"/>
                  </a:lnTo>
                  <a:lnTo>
                    <a:pt x="3863395" y="942485"/>
                  </a:lnTo>
                  <a:lnTo>
                    <a:pt x="3829811" y="926273"/>
                  </a:lnTo>
                  <a:lnTo>
                    <a:pt x="3779933" y="899223"/>
                  </a:lnTo>
                  <a:lnTo>
                    <a:pt x="3731580" y="869538"/>
                  </a:lnTo>
                  <a:lnTo>
                    <a:pt x="3684201" y="837177"/>
                  </a:lnTo>
                  <a:lnTo>
                    <a:pt x="3637388" y="802177"/>
                  </a:lnTo>
                  <a:lnTo>
                    <a:pt x="3590846" y="764669"/>
                  </a:lnTo>
                  <a:lnTo>
                    <a:pt x="3544379" y="724880"/>
                  </a:lnTo>
                  <a:lnTo>
                    <a:pt x="3497872" y="683135"/>
                  </a:lnTo>
                  <a:lnTo>
                    <a:pt x="3451277" y="639848"/>
                  </a:lnTo>
                  <a:lnTo>
                    <a:pt x="3404596" y="595511"/>
                  </a:lnTo>
                  <a:lnTo>
                    <a:pt x="3357868" y="550667"/>
                  </a:lnTo>
                  <a:lnTo>
                    <a:pt x="3311146" y="505889"/>
                  </a:lnTo>
                  <a:lnTo>
                    <a:pt x="3264482" y="461744"/>
                  </a:lnTo>
                  <a:lnTo>
                    <a:pt x="3217908" y="418767"/>
                  </a:lnTo>
                  <a:lnTo>
                    <a:pt x="3171417" y="377432"/>
                  </a:lnTo>
                  <a:lnTo>
                    <a:pt x="3124946" y="338135"/>
                  </a:lnTo>
                  <a:lnTo>
                    <a:pt x="3078363" y="301180"/>
                  </a:lnTo>
                  <a:lnTo>
                    <a:pt x="3031451" y="266771"/>
                  </a:lnTo>
                  <a:lnTo>
                    <a:pt x="2983892" y="235017"/>
                  </a:lnTo>
                  <a:lnTo>
                    <a:pt x="2935247" y="205937"/>
                  </a:lnTo>
                  <a:lnTo>
                    <a:pt x="2896531" y="185254"/>
                  </a:lnTo>
                  <a:lnTo>
                    <a:pt x="2849186" y="162855"/>
                  </a:lnTo>
                  <a:lnTo>
                    <a:pt x="2799345" y="142581"/>
                  </a:lnTo>
                  <a:lnTo>
                    <a:pt x="2746256" y="124337"/>
                  </a:lnTo>
                  <a:lnTo>
                    <a:pt x="2689095" y="107954"/>
                  </a:lnTo>
                  <a:lnTo>
                    <a:pt x="2627019" y="93238"/>
                  </a:lnTo>
                  <a:lnTo>
                    <a:pt x="2559225" y="79995"/>
                  </a:lnTo>
                  <a:lnTo>
                    <a:pt x="2485024" y="68052"/>
                  </a:lnTo>
                  <a:lnTo>
                    <a:pt x="2403944" y="57261"/>
                  </a:lnTo>
                  <a:lnTo>
                    <a:pt x="2315870" y="47510"/>
                  </a:lnTo>
                  <a:lnTo>
                    <a:pt x="2221214" y="38720"/>
                  </a:lnTo>
                  <a:lnTo>
                    <a:pt x="2121104" y="30848"/>
                  </a:lnTo>
                  <a:lnTo>
                    <a:pt x="2017550" y="23882"/>
                  </a:lnTo>
                  <a:lnTo>
                    <a:pt x="1913519" y="17833"/>
                  </a:lnTo>
                  <a:lnTo>
                    <a:pt x="1812836" y="12722"/>
                  </a:lnTo>
                  <a:lnTo>
                    <a:pt x="1719840" y="8562"/>
                  </a:lnTo>
                  <a:lnTo>
                    <a:pt x="1638795" y="5343"/>
                  </a:lnTo>
                  <a:lnTo>
                    <a:pt x="1573136" y="3010"/>
                  </a:lnTo>
                  <a:lnTo>
                    <a:pt x="1524761" y="1465"/>
                  </a:lnTo>
                  <a:lnTo>
                    <a:pt x="1493559" y="565"/>
                  </a:lnTo>
                  <a:lnTo>
                    <a:pt x="1477303" y="140"/>
                  </a:lnTo>
                  <a:lnTo>
                    <a:pt x="1471839" y="9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78" name="pl78"/>
            <p:cNvSpPr/>
            <p:nvPr/>
          </p:nvSpPr>
          <p:spPr>
            <a:xfrm>
              <a:off x="4799595" y="3598533"/>
              <a:ext cx="11981298" cy="1111527"/>
            </a:xfrm>
            <a:custGeom>
              <a:avLst/>
              <a:pathLst>
                <a:path w="11981298" h="1111527">
                  <a:moveTo>
                    <a:pt x="0" y="0"/>
                  </a:moveTo>
                  <a:lnTo>
                    <a:pt x="1471387" y="0"/>
                  </a:lnTo>
                  <a:lnTo>
                    <a:pt x="1472610" y="27"/>
                  </a:lnTo>
                  <a:lnTo>
                    <a:pt x="1480634" y="223"/>
                  </a:lnTo>
                  <a:lnTo>
                    <a:pt x="1500819" y="766"/>
                  </a:lnTo>
                  <a:lnTo>
                    <a:pt x="1536795" y="1834"/>
                  </a:lnTo>
                  <a:lnTo>
                    <a:pt x="1590194" y="3592"/>
                  </a:lnTo>
                  <a:lnTo>
                    <a:pt x="1660525" y="6170"/>
                  </a:lnTo>
                  <a:lnTo>
                    <a:pt x="1745388" y="9654"/>
                  </a:lnTo>
                  <a:lnTo>
                    <a:pt x="1841034" y="14086"/>
                  </a:lnTo>
                  <a:lnTo>
                    <a:pt x="1943104" y="19468"/>
                  </a:lnTo>
                  <a:lnTo>
                    <a:pt x="2047356" y="25781"/>
                  </a:lnTo>
                  <a:lnTo>
                    <a:pt x="2150186" y="33007"/>
                  </a:lnTo>
                  <a:lnTo>
                    <a:pt x="2248900" y="41139"/>
                  </a:lnTo>
                  <a:lnTo>
                    <a:pt x="2341755" y="50197"/>
                  </a:lnTo>
                  <a:lnTo>
                    <a:pt x="2427845" y="60236"/>
                  </a:lnTo>
                  <a:lnTo>
                    <a:pt x="2506927" y="71343"/>
                  </a:lnTo>
                  <a:lnTo>
                    <a:pt x="2579237" y="83642"/>
                  </a:lnTo>
                  <a:lnTo>
                    <a:pt x="2645319" y="97287"/>
                  </a:lnTo>
                  <a:lnTo>
                    <a:pt x="2705904" y="112460"/>
                  </a:lnTo>
                  <a:lnTo>
                    <a:pt x="2761815" y="129355"/>
                  </a:lnTo>
                  <a:lnTo>
                    <a:pt x="2813893" y="148165"/>
                  </a:lnTo>
                  <a:lnTo>
                    <a:pt x="2862948" y="169041"/>
                  </a:lnTo>
                  <a:lnTo>
                    <a:pt x="2896531" y="185254"/>
                  </a:lnTo>
                  <a:lnTo>
                    <a:pt x="2946409" y="212304"/>
                  </a:lnTo>
                  <a:lnTo>
                    <a:pt x="2994762" y="241988"/>
                  </a:lnTo>
                  <a:lnTo>
                    <a:pt x="3042141" y="274350"/>
                  </a:lnTo>
                  <a:lnTo>
                    <a:pt x="3088954" y="309349"/>
                  </a:lnTo>
                  <a:lnTo>
                    <a:pt x="3135496" y="346857"/>
                  </a:lnTo>
                  <a:lnTo>
                    <a:pt x="3181963" y="386647"/>
                  </a:lnTo>
                  <a:lnTo>
                    <a:pt x="3228470" y="428392"/>
                  </a:lnTo>
                  <a:lnTo>
                    <a:pt x="3275065" y="471679"/>
                  </a:lnTo>
                  <a:lnTo>
                    <a:pt x="3321746" y="516016"/>
                  </a:lnTo>
                  <a:lnTo>
                    <a:pt x="3368474" y="560859"/>
                  </a:lnTo>
                  <a:lnTo>
                    <a:pt x="3415196" y="605637"/>
                  </a:lnTo>
                  <a:lnTo>
                    <a:pt x="3461860" y="649783"/>
                  </a:lnTo>
                  <a:lnTo>
                    <a:pt x="3508434" y="692760"/>
                  </a:lnTo>
                  <a:lnTo>
                    <a:pt x="3554925" y="734095"/>
                  </a:lnTo>
                  <a:lnTo>
                    <a:pt x="3601396" y="773391"/>
                  </a:lnTo>
                  <a:lnTo>
                    <a:pt x="3647979" y="810347"/>
                  </a:lnTo>
                  <a:lnTo>
                    <a:pt x="3694891" y="844756"/>
                  </a:lnTo>
                  <a:lnTo>
                    <a:pt x="3742450" y="876510"/>
                  </a:lnTo>
                  <a:lnTo>
                    <a:pt x="3791096" y="905590"/>
                  </a:lnTo>
                  <a:lnTo>
                    <a:pt x="3829811" y="926273"/>
                  </a:lnTo>
                  <a:lnTo>
                    <a:pt x="3877157" y="948672"/>
                  </a:lnTo>
                  <a:lnTo>
                    <a:pt x="3926997" y="968946"/>
                  </a:lnTo>
                  <a:lnTo>
                    <a:pt x="3980086" y="987190"/>
                  </a:lnTo>
                  <a:lnTo>
                    <a:pt x="4037247" y="1003573"/>
                  </a:lnTo>
                  <a:lnTo>
                    <a:pt x="4099323" y="1018289"/>
                  </a:lnTo>
                  <a:lnTo>
                    <a:pt x="4167117" y="1031532"/>
                  </a:lnTo>
                  <a:lnTo>
                    <a:pt x="4241318" y="1043475"/>
                  </a:lnTo>
                  <a:lnTo>
                    <a:pt x="4322398" y="1054266"/>
                  </a:lnTo>
                  <a:lnTo>
                    <a:pt x="4410472" y="1064017"/>
                  </a:lnTo>
                  <a:lnTo>
                    <a:pt x="4505128" y="1072806"/>
                  </a:lnTo>
                  <a:lnTo>
                    <a:pt x="4605238" y="1080678"/>
                  </a:lnTo>
                  <a:lnTo>
                    <a:pt x="4708792" y="1087644"/>
                  </a:lnTo>
                  <a:lnTo>
                    <a:pt x="4812823" y="1093694"/>
                  </a:lnTo>
                  <a:lnTo>
                    <a:pt x="4913506" y="1098805"/>
                  </a:lnTo>
                  <a:lnTo>
                    <a:pt x="5006502" y="1102965"/>
                  </a:lnTo>
                  <a:lnTo>
                    <a:pt x="5087547" y="1106184"/>
                  </a:lnTo>
                  <a:lnTo>
                    <a:pt x="5153206" y="1108516"/>
                  </a:lnTo>
                  <a:lnTo>
                    <a:pt x="5201581" y="1110061"/>
                  </a:lnTo>
                  <a:lnTo>
                    <a:pt x="5232783" y="1110962"/>
                  </a:lnTo>
                  <a:lnTo>
                    <a:pt x="5249039" y="1111387"/>
                  </a:lnTo>
                  <a:lnTo>
                    <a:pt x="5254503" y="1111517"/>
                  </a:lnTo>
                  <a:lnTo>
                    <a:pt x="5254955" y="1111527"/>
                  </a:lnTo>
                  <a:lnTo>
                    <a:pt x="6726343" y="1111527"/>
                  </a:lnTo>
                  <a:lnTo>
                    <a:pt x="6727580" y="1111521"/>
                  </a:lnTo>
                  <a:lnTo>
                    <a:pt x="6735697" y="1111476"/>
                  </a:lnTo>
                  <a:lnTo>
                    <a:pt x="6756105" y="1111350"/>
                  </a:lnTo>
                  <a:lnTo>
                    <a:pt x="6792462" y="1111104"/>
                  </a:lnTo>
                  <a:lnTo>
                    <a:pt x="6846388" y="1110699"/>
                  </a:lnTo>
                  <a:lnTo>
                    <a:pt x="6917349" y="1110104"/>
                  </a:lnTo>
                  <a:lnTo>
                    <a:pt x="7002881" y="1109301"/>
                  </a:lnTo>
                  <a:lnTo>
                    <a:pt x="7099162" y="1108281"/>
                  </a:lnTo>
                  <a:lnTo>
                    <a:pt x="7201778" y="1107042"/>
                  </a:lnTo>
                  <a:lnTo>
                    <a:pt x="7306450" y="1105589"/>
                  </a:lnTo>
                  <a:lnTo>
                    <a:pt x="7409563" y="1103927"/>
                  </a:lnTo>
                  <a:lnTo>
                    <a:pt x="7508431" y="1102056"/>
                  </a:lnTo>
                  <a:lnTo>
                    <a:pt x="7601332" y="1099972"/>
                  </a:lnTo>
                  <a:lnTo>
                    <a:pt x="7687388" y="1097663"/>
                  </a:lnTo>
                  <a:lnTo>
                    <a:pt x="7766383" y="1095106"/>
                  </a:lnTo>
                  <a:lnTo>
                    <a:pt x="7838576" y="1092273"/>
                  </a:lnTo>
                  <a:lnTo>
                    <a:pt x="7904535" y="1089129"/>
                  </a:lnTo>
                  <a:lnTo>
                    <a:pt x="7965008" y="1085631"/>
                  </a:lnTo>
                  <a:lnTo>
                    <a:pt x="8020830" y="1081733"/>
                  </a:lnTo>
                  <a:lnTo>
                    <a:pt x="8072851" y="1077393"/>
                  </a:lnTo>
                  <a:lnTo>
                    <a:pt x="8121887" y="1072576"/>
                  </a:lnTo>
                  <a:lnTo>
                    <a:pt x="8151487" y="1069300"/>
                  </a:lnTo>
                  <a:lnTo>
                    <a:pt x="8207281" y="1062348"/>
                  </a:lnTo>
                  <a:lnTo>
                    <a:pt x="8261248" y="1054640"/>
                  </a:lnTo>
                  <a:lnTo>
                    <a:pt x="8314127" y="1046166"/>
                  </a:lnTo>
                  <a:lnTo>
                    <a:pt x="8366441" y="1036947"/>
                  </a:lnTo>
                  <a:lnTo>
                    <a:pt x="8418546" y="1027038"/>
                  </a:lnTo>
                  <a:lnTo>
                    <a:pt x="8470653" y="1016530"/>
                  </a:lnTo>
                  <a:lnTo>
                    <a:pt x="8522860" y="1005546"/>
                  </a:lnTo>
                  <a:lnTo>
                    <a:pt x="8575178" y="994238"/>
                  </a:lnTo>
                  <a:lnTo>
                    <a:pt x="8627557" y="982780"/>
                  </a:lnTo>
                  <a:lnTo>
                    <a:pt x="8679922" y="971356"/>
                  </a:lnTo>
                  <a:lnTo>
                    <a:pt x="8732203" y="960146"/>
                  </a:lnTo>
                  <a:lnTo>
                    <a:pt x="8784369" y="949316"/>
                  </a:lnTo>
                  <a:lnTo>
                    <a:pt x="8836458" y="939011"/>
                  </a:lnTo>
                  <a:lnTo>
                    <a:pt x="8888607" y="929342"/>
                  </a:lnTo>
                  <a:lnTo>
                    <a:pt x="8941076" y="920387"/>
                  </a:lnTo>
                  <a:lnTo>
                    <a:pt x="8994276" y="912188"/>
                  </a:lnTo>
                  <a:lnTo>
                    <a:pt x="9048803" y="904755"/>
                  </a:lnTo>
                  <a:lnTo>
                    <a:pt x="9084767" y="900391"/>
                  </a:lnTo>
                  <a:lnTo>
                    <a:pt x="9132305" y="895266"/>
                  </a:lnTo>
                  <a:lnTo>
                    <a:pt x="9182361" y="890630"/>
                  </a:lnTo>
                  <a:lnTo>
                    <a:pt x="9235698" y="886459"/>
                  </a:lnTo>
                  <a:lnTo>
                    <a:pt x="9293150" y="882715"/>
                  </a:lnTo>
                  <a:lnTo>
                    <a:pt x="9355569" y="879354"/>
                  </a:lnTo>
                  <a:lnTo>
                    <a:pt x="9423767" y="876330"/>
                  </a:lnTo>
                  <a:lnTo>
                    <a:pt x="9498437" y="873604"/>
                  </a:lnTo>
                  <a:lnTo>
                    <a:pt x="9580049" y="871142"/>
                  </a:lnTo>
                  <a:lnTo>
                    <a:pt x="9668707" y="868919"/>
                  </a:lnTo>
                  <a:lnTo>
                    <a:pt x="9763972" y="866915"/>
                  </a:lnTo>
                  <a:lnTo>
                    <a:pt x="9864671" y="865122"/>
                  </a:lnTo>
                  <a:lnTo>
                    <a:pt x="9968729" y="863538"/>
                  </a:lnTo>
                  <a:lnTo>
                    <a:pt x="10073103" y="862164"/>
                  </a:lnTo>
                  <a:lnTo>
                    <a:pt x="10173884" y="861006"/>
                  </a:lnTo>
                  <a:lnTo>
                    <a:pt x="10266668" y="860066"/>
                  </a:lnTo>
                  <a:lnTo>
                    <a:pt x="10347169" y="859343"/>
                  </a:lnTo>
                  <a:lnTo>
                    <a:pt x="10411988" y="858821"/>
                  </a:lnTo>
                  <a:lnTo>
                    <a:pt x="10459327" y="858479"/>
                  </a:lnTo>
                  <a:lnTo>
                    <a:pt x="10489448" y="858283"/>
                  </a:lnTo>
                  <a:lnTo>
                    <a:pt x="10504758" y="858192"/>
                  </a:lnTo>
                  <a:lnTo>
                    <a:pt x="10509598" y="858166"/>
                  </a:lnTo>
                  <a:lnTo>
                    <a:pt x="10509911" y="858164"/>
                  </a:lnTo>
                  <a:lnTo>
                    <a:pt x="11981298" y="85816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9" name="pl79"/>
            <p:cNvSpPr/>
            <p:nvPr/>
          </p:nvSpPr>
          <p:spPr>
            <a:xfrm>
              <a:off x="4799595" y="3590360"/>
              <a:ext cx="11981298" cy="1111527"/>
            </a:xfrm>
            <a:custGeom>
              <a:avLst/>
              <a:pathLst>
                <a:path w="11981298" h="1111527">
                  <a:moveTo>
                    <a:pt x="11981298" y="858164"/>
                  </a:moveTo>
                  <a:lnTo>
                    <a:pt x="10509911" y="858164"/>
                  </a:lnTo>
                  <a:lnTo>
                    <a:pt x="10508674" y="858171"/>
                  </a:lnTo>
                  <a:lnTo>
                    <a:pt x="10500557" y="858216"/>
                  </a:lnTo>
                  <a:lnTo>
                    <a:pt x="10480148" y="858341"/>
                  </a:lnTo>
                  <a:lnTo>
                    <a:pt x="10443791" y="858588"/>
                  </a:lnTo>
                  <a:lnTo>
                    <a:pt x="10389865" y="858993"/>
                  </a:lnTo>
                  <a:lnTo>
                    <a:pt x="10318904" y="859587"/>
                  </a:lnTo>
                  <a:lnTo>
                    <a:pt x="10233373" y="860390"/>
                  </a:lnTo>
                  <a:lnTo>
                    <a:pt x="10137091" y="861411"/>
                  </a:lnTo>
                  <a:lnTo>
                    <a:pt x="10034475" y="862650"/>
                  </a:lnTo>
                  <a:lnTo>
                    <a:pt x="9929803" y="864103"/>
                  </a:lnTo>
                  <a:lnTo>
                    <a:pt x="9826691" y="865765"/>
                  </a:lnTo>
                  <a:lnTo>
                    <a:pt x="9727822" y="867635"/>
                  </a:lnTo>
                  <a:lnTo>
                    <a:pt x="9634921" y="869719"/>
                  </a:lnTo>
                  <a:lnTo>
                    <a:pt x="9548865" y="872029"/>
                  </a:lnTo>
                  <a:lnTo>
                    <a:pt x="9469870" y="874586"/>
                  </a:lnTo>
                  <a:lnTo>
                    <a:pt x="9397677" y="877418"/>
                  </a:lnTo>
                  <a:lnTo>
                    <a:pt x="9331718" y="880563"/>
                  </a:lnTo>
                  <a:lnTo>
                    <a:pt x="9271245" y="884061"/>
                  </a:lnTo>
                  <a:lnTo>
                    <a:pt x="9215424" y="887958"/>
                  </a:lnTo>
                  <a:lnTo>
                    <a:pt x="9163402" y="892298"/>
                  </a:lnTo>
                  <a:lnTo>
                    <a:pt x="9114366" y="897115"/>
                  </a:lnTo>
                  <a:lnTo>
                    <a:pt x="9084767" y="900391"/>
                  </a:lnTo>
                  <a:lnTo>
                    <a:pt x="9028973" y="907343"/>
                  </a:lnTo>
                  <a:lnTo>
                    <a:pt x="8975005" y="915052"/>
                  </a:lnTo>
                  <a:lnTo>
                    <a:pt x="8922127" y="923526"/>
                  </a:lnTo>
                  <a:lnTo>
                    <a:pt x="8869812" y="932745"/>
                  </a:lnTo>
                  <a:lnTo>
                    <a:pt x="8817707" y="942653"/>
                  </a:lnTo>
                  <a:lnTo>
                    <a:pt x="8765600" y="953162"/>
                  </a:lnTo>
                  <a:lnTo>
                    <a:pt x="8713393" y="964146"/>
                  </a:lnTo>
                  <a:lnTo>
                    <a:pt x="8661075" y="975454"/>
                  </a:lnTo>
                  <a:lnTo>
                    <a:pt x="8608696" y="986911"/>
                  </a:lnTo>
                  <a:lnTo>
                    <a:pt x="8556332" y="998336"/>
                  </a:lnTo>
                  <a:lnTo>
                    <a:pt x="8504051" y="1009546"/>
                  </a:lnTo>
                  <a:lnTo>
                    <a:pt x="8451885" y="1020375"/>
                  </a:lnTo>
                  <a:lnTo>
                    <a:pt x="8399795" y="1030680"/>
                  </a:lnTo>
                  <a:lnTo>
                    <a:pt x="8347646" y="1040349"/>
                  </a:lnTo>
                  <a:lnTo>
                    <a:pt x="8295177" y="1049304"/>
                  </a:lnTo>
                  <a:lnTo>
                    <a:pt x="8241977" y="1057504"/>
                  </a:lnTo>
                  <a:lnTo>
                    <a:pt x="8187450" y="1064937"/>
                  </a:lnTo>
                  <a:lnTo>
                    <a:pt x="8151487" y="1069300"/>
                  </a:lnTo>
                  <a:lnTo>
                    <a:pt x="8103948" y="1074425"/>
                  </a:lnTo>
                  <a:lnTo>
                    <a:pt x="8053892" y="1079062"/>
                  </a:lnTo>
                  <a:lnTo>
                    <a:pt x="8000555" y="1083233"/>
                  </a:lnTo>
                  <a:lnTo>
                    <a:pt x="7943104" y="1086976"/>
                  </a:lnTo>
                  <a:lnTo>
                    <a:pt x="7880685" y="1090338"/>
                  </a:lnTo>
                  <a:lnTo>
                    <a:pt x="7812487" y="1093361"/>
                  </a:lnTo>
                  <a:lnTo>
                    <a:pt x="7737816" y="1096087"/>
                  </a:lnTo>
                  <a:lnTo>
                    <a:pt x="7656204" y="1098549"/>
                  </a:lnTo>
                  <a:lnTo>
                    <a:pt x="7567546" y="1100773"/>
                  </a:lnTo>
                  <a:lnTo>
                    <a:pt x="7472281" y="1102777"/>
                  </a:lnTo>
                  <a:lnTo>
                    <a:pt x="7371583" y="1104569"/>
                  </a:lnTo>
                  <a:lnTo>
                    <a:pt x="7267524" y="1106154"/>
                  </a:lnTo>
                  <a:lnTo>
                    <a:pt x="7163151" y="1107528"/>
                  </a:lnTo>
                  <a:lnTo>
                    <a:pt x="7062369" y="1108686"/>
                  </a:lnTo>
                  <a:lnTo>
                    <a:pt x="6969585" y="1109625"/>
                  </a:lnTo>
                  <a:lnTo>
                    <a:pt x="6889084" y="1110349"/>
                  </a:lnTo>
                  <a:lnTo>
                    <a:pt x="6824266" y="1110870"/>
                  </a:lnTo>
                  <a:lnTo>
                    <a:pt x="6776926" y="1111212"/>
                  </a:lnTo>
                  <a:lnTo>
                    <a:pt x="6746805" y="1111409"/>
                  </a:lnTo>
                  <a:lnTo>
                    <a:pt x="6731495" y="1111500"/>
                  </a:lnTo>
                  <a:lnTo>
                    <a:pt x="6726656" y="1111526"/>
                  </a:lnTo>
                  <a:lnTo>
                    <a:pt x="6726343" y="1111527"/>
                  </a:lnTo>
                  <a:lnTo>
                    <a:pt x="5254955" y="1111527"/>
                  </a:lnTo>
                  <a:lnTo>
                    <a:pt x="5253732" y="1111500"/>
                  </a:lnTo>
                  <a:lnTo>
                    <a:pt x="5245708" y="1111303"/>
                  </a:lnTo>
                  <a:lnTo>
                    <a:pt x="5225523" y="1110761"/>
                  </a:lnTo>
                  <a:lnTo>
                    <a:pt x="5189547" y="1109692"/>
                  </a:lnTo>
                  <a:lnTo>
                    <a:pt x="5136148" y="1107935"/>
                  </a:lnTo>
                  <a:lnTo>
                    <a:pt x="5065818" y="1105357"/>
                  </a:lnTo>
                  <a:lnTo>
                    <a:pt x="4980954" y="1101872"/>
                  </a:lnTo>
                  <a:lnTo>
                    <a:pt x="4885308" y="1097441"/>
                  </a:lnTo>
                  <a:lnTo>
                    <a:pt x="4783238" y="1092059"/>
                  </a:lnTo>
                  <a:lnTo>
                    <a:pt x="4678986" y="1085745"/>
                  </a:lnTo>
                  <a:lnTo>
                    <a:pt x="4576156" y="1078520"/>
                  </a:lnTo>
                  <a:lnTo>
                    <a:pt x="4477442" y="1070388"/>
                  </a:lnTo>
                  <a:lnTo>
                    <a:pt x="4384587" y="1061329"/>
                  </a:lnTo>
                  <a:lnTo>
                    <a:pt x="4298498" y="1051291"/>
                  </a:lnTo>
                  <a:lnTo>
                    <a:pt x="4219415" y="1040184"/>
                  </a:lnTo>
                  <a:lnTo>
                    <a:pt x="4147106" y="1027885"/>
                  </a:lnTo>
                  <a:lnTo>
                    <a:pt x="4081024" y="1014240"/>
                  </a:lnTo>
                  <a:lnTo>
                    <a:pt x="4020438" y="999067"/>
                  </a:lnTo>
                  <a:lnTo>
                    <a:pt x="3964527" y="982172"/>
                  </a:lnTo>
                  <a:lnTo>
                    <a:pt x="3912449" y="963362"/>
                  </a:lnTo>
                  <a:lnTo>
                    <a:pt x="3863395" y="942485"/>
                  </a:lnTo>
                  <a:lnTo>
                    <a:pt x="3829811" y="926273"/>
                  </a:lnTo>
                  <a:lnTo>
                    <a:pt x="3779933" y="899223"/>
                  </a:lnTo>
                  <a:lnTo>
                    <a:pt x="3731580" y="869538"/>
                  </a:lnTo>
                  <a:lnTo>
                    <a:pt x="3684201" y="837177"/>
                  </a:lnTo>
                  <a:lnTo>
                    <a:pt x="3637388" y="802177"/>
                  </a:lnTo>
                  <a:lnTo>
                    <a:pt x="3590846" y="764669"/>
                  </a:lnTo>
                  <a:lnTo>
                    <a:pt x="3544379" y="724880"/>
                  </a:lnTo>
                  <a:lnTo>
                    <a:pt x="3497872" y="683135"/>
                  </a:lnTo>
                  <a:lnTo>
                    <a:pt x="3451277" y="639848"/>
                  </a:lnTo>
                  <a:lnTo>
                    <a:pt x="3404596" y="595511"/>
                  </a:lnTo>
                  <a:lnTo>
                    <a:pt x="3357868" y="550667"/>
                  </a:lnTo>
                  <a:lnTo>
                    <a:pt x="3311146" y="505889"/>
                  </a:lnTo>
                  <a:lnTo>
                    <a:pt x="3264482" y="461744"/>
                  </a:lnTo>
                  <a:lnTo>
                    <a:pt x="3217908" y="418767"/>
                  </a:lnTo>
                  <a:lnTo>
                    <a:pt x="3171417" y="377432"/>
                  </a:lnTo>
                  <a:lnTo>
                    <a:pt x="3124946" y="338135"/>
                  </a:lnTo>
                  <a:lnTo>
                    <a:pt x="3078363" y="301180"/>
                  </a:lnTo>
                  <a:lnTo>
                    <a:pt x="3031451" y="266771"/>
                  </a:lnTo>
                  <a:lnTo>
                    <a:pt x="2983892" y="235017"/>
                  </a:lnTo>
                  <a:lnTo>
                    <a:pt x="2935247" y="205937"/>
                  </a:lnTo>
                  <a:lnTo>
                    <a:pt x="2896531" y="185254"/>
                  </a:lnTo>
                  <a:lnTo>
                    <a:pt x="2849186" y="162855"/>
                  </a:lnTo>
                  <a:lnTo>
                    <a:pt x="2799345" y="142581"/>
                  </a:lnTo>
                  <a:lnTo>
                    <a:pt x="2746256" y="124337"/>
                  </a:lnTo>
                  <a:lnTo>
                    <a:pt x="2689095" y="107954"/>
                  </a:lnTo>
                  <a:lnTo>
                    <a:pt x="2627019" y="93238"/>
                  </a:lnTo>
                  <a:lnTo>
                    <a:pt x="2559225" y="79995"/>
                  </a:lnTo>
                  <a:lnTo>
                    <a:pt x="2485024" y="68052"/>
                  </a:lnTo>
                  <a:lnTo>
                    <a:pt x="2403944" y="57261"/>
                  </a:lnTo>
                  <a:lnTo>
                    <a:pt x="2315870" y="47510"/>
                  </a:lnTo>
                  <a:lnTo>
                    <a:pt x="2221214" y="38720"/>
                  </a:lnTo>
                  <a:lnTo>
                    <a:pt x="2121104" y="30848"/>
                  </a:lnTo>
                  <a:lnTo>
                    <a:pt x="2017550" y="23882"/>
                  </a:lnTo>
                  <a:lnTo>
                    <a:pt x="1913519" y="17833"/>
                  </a:lnTo>
                  <a:lnTo>
                    <a:pt x="1812836" y="12722"/>
                  </a:lnTo>
                  <a:lnTo>
                    <a:pt x="1719840" y="8562"/>
                  </a:lnTo>
                  <a:lnTo>
                    <a:pt x="1638795" y="5343"/>
                  </a:lnTo>
                  <a:lnTo>
                    <a:pt x="1573136" y="3010"/>
                  </a:lnTo>
                  <a:lnTo>
                    <a:pt x="1524761" y="1465"/>
                  </a:lnTo>
                  <a:lnTo>
                    <a:pt x="1493559" y="565"/>
                  </a:lnTo>
                  <a:lnTo>
                    <a:pt x="1477303" y="140"/>
                  </a:lnTo>
                  <a:lnTo>
                    <a:pt x="1471839" y="9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0" name="pg80"/>
            <p:cNvSpPr/>
            <p:nvPr/>
          </p:nvSpPr>
          <p:spPr>
            <a:xfrm>
              <a:off x="4799595" y="3598533"/>
              <a:ext cx="11981298" cy="2124979"/>
            </a:xfrm>
            <a:custGeom>
              <a:avLst/>
              <a:pathLst>
                <a:path w="11981298" h="2124979">
                  <a:moveTo>
                    <a:pt x="0" y="16345"/>
                  </a:moveTo>
                  <a:lnTo>
                    <a:pt x="1471387" y="16345"/>
                  </a:lnTo>
                  <a:lnTo>
                    <a:pt x="1472609" y="16373"/>
                  </a:lnTo>
                  <a:lnTo>
                    <a:pt x="1480633" y="16571"/>
                  </a:lnTo>
                  <a:lnTo>
                    <a:pt x="1500814" y="17118"/>
                  </a:lnTo>
                  <a:lnTo>
                    <a:pt x="1536784" y="18194"/>
                  </a:lnTo>
                  <a:lnTo>
                    <a:pt x="1590175" y="19963"/>
                  </a:lnTo>
                  <a:lnTo>
                    <a:pt x="1660496" y="22560"/>
                  </a:lnTo>
                  <a:lnTo>
                    <a:pt x="1745349" y="26070"/>
                  </a:lnTo>
                  <a:lnTo>
                    <a:pt x="1840985" y="30533"/>
                  </a:lnTo>
                  <a:lnTo>
                    <a:pt x="1943047" y="35954"/>
                  </a:lnTo>
                  <a:lnTo>
                    <a:pt x="2047292" y="42313"/>
                  </a:lnTo>
                  <a:lnTo>
                    <a:pt x="2150118" y="49590"/>
                  </a:lnTo>
                  <a:lnTo>
                    <a:pt x="2248830" y="57781"/>
                  </a:lnTo>
                  <a:lnTo>
                    <a:pt x="2341684" y="66905"/>
                  </a:lnTo>
                  <a:lnTo>
                    <a:pt x="2427774" y="77016"/>
                  </a:lnTo>
                  <a:lnTo>
                    <a:pt x="2506858" y="88203"/>
                  </a:lnTo>
                  <a:lnTo>
                    <a:pt x="2579169" y="100590"/>
                  </a:lnTo>
                  <a:lnTo>
                    <a:pt x="2645253" y="114333"/>
                  </a:lnTo>
                  <a:lnTo>
                    <a:pt x="2705840" y="129615"/>
                  </a:lnTo>
                  <a:lnTo>
                    <a:pt x="2761752" y="146632"/>
                  </a:lnTo>
                  <a:lnTo>
                    <a:pt x="2813831" y="165576"/>
                  </a:lnTo>
                  <a:lnTo>
                    <a:pt x="2862886" y="186602"/>
                  </a:lnTo>
                  <a:lnTo>
                    <a:pt x="2896531" y="202962"/>
                  </a:lnTo>
                  <a:lnTo>
                    <a:pt x="2946340" y="230170"/>
                  </a:lnTo>
                  <a:lnTo>
                    <a:pt x="2994626" y="260025"/>
                  </a:lnTo>
                  <a:lnTo>
                    <a:pt x="3041940" y="292568"/>
                  </a:lnTo>
                  <a:lnTo>
                    <a:pt x="3088689" y="327762"/>
                  </a:lnTo>
                  <a:lnTo>
                    <a:pt x="3135166" y="365477"/>
                  </a:lnTo>
                  <a:lnTo>
                    <a:pt x="3181567" y="405485"/>
                  </a:lnTo>
                  <a:lnTo>
                    <a:pt x="3228007" y="447461"/>
                  </a:lnTo>
                  <a:lnTo>
                    <a:pt x="3274535" y="490990"/>
                  </a:lnTo>
                  <a:lnTo>
                    <a:pt x="3321148" y="535580"/>
                  </a:lnTo>
                  <a:lnTo>
                    <a:pt x="3367810" y="580686"/>
                  </a:lnTo>
                  <a:lnTo>
                    <a:pt x="3414466" y="625735"/>
                  </a:lnTo>
                  <a:lnTo>
                    <a:pt x="3461064" y="670156"/>
                  </a:lnTo>
                  <a:lnTo>
                    <a:pt x="3507574" y="713413"/>
                  </a:lnTo>
                  <a:lnTo>
                    <a:pt x="3554000" y="755029"/>
                  </a:lnTo>
                  <a:lnTo>
                    <a:pt x="3600405" y="794604"/>
                  </a:lnTo>
                  <a:lnTo>
                    <a:pt x="3646917" y="831832"/>
                  </a:lnTo>
                  <a:lnTo>
                    <a:pt x="3693751" y="866506"/>
                  </a:lnTo>
                  <a:lnTo>
                    <a:pt x="3741222" y="898516"/>
                  </a:lnTo>
                  <a:lnTo>
                    <a:pt x="3789763" y="927838"/>
                  </a:lnTo>
                  <a:lnTo>
                    <a:pt x="3829811" y="949429"/>
                  </a:lnTo>
                  <a:lnTo>
                    <a:pt x="3877154" y="971992"/>
                  </a:lnTo>
                  <a:lnTo>
                    <a:pt x="3926991" y="992414"/>
                  </a:lnTo>
                  <a:lnTo>
                    <a:pt x="3980076" y="1010791"/>
                  </a:lnTo>
                  <a:lnTo>
                    <a:pt x="4037233" y="1027294"/>
                  </a:lnTo>
                  <a:lnTo>
                    <a:pt x="4099303" y="1042118"/>
                  </a:lnTo>
                  <a:lnTo>
                    <a:pt x="4167091" y="1055458"/>
                  </a:lnTo>
                  <a:lnTo>
                    <a:pt x="4241285" y="1067489"/>
                  </a:lnTo>
                  <a:lnTo>
                    <a:pt x="4322357" y="1078359"/>
                  </a:lnTo>
                  <a:lnTo>
                    <a:pt x="4410422" y="1088181"/>
                  </a:lnTo>
                  <a:lnTo>
                    <a:pt x="4505069" y="1097036"/>
                  </a:lnTo>
                  <a:lnTo>
                    <a:pt x="4605169" y="1104965"/>
                  </a:lnTo>
                  <a:lnTo>
                    <a:pt x="4708715" y="1111983"/>
                  </a:lnTo>
                  <a:lnTo>
                    <a:pt x="4812741" y="1118077"/>
                  </a:lnTo>
                  <a:lnTo>
                    <a:pt x="4913423" y="1123227"/>
                  </a:lnTo>
                  <a:lnTo>
                    <a:pt x="5006421" y="1127417"/>
                  </a:lnTo>
                  <a:lnTo>
                    <a:pt x="5087475" y="1130661"/>
                  </a:lnTo>
                  <a:lnTo>
                    <a:pt x="5153146" y="1133011"/>
                  </a:lnTo>
                  <a:lnTo>
                    <a:pt x="5201537" y="1134568"/>
                  </a:lnTo>
                  <a:lnTo>
                    <a:pt x="5232756" y="1135476"/>
                  </a:lnTo>
                  <a:lnTo>
                    <a:pt x="5249027" y="1135905"/>
                  </a:lnTo>
                  <a:lnTo>
                    <a:pt x="5254500" y="1136036"/>
                  </a:lnTo>
                  <a:lnTo>
                    <a:pt x="5254955" y="1136046"/>
                  </a:lnTo>
                  <a:lnTo>
                    <a:pt x="6726343" y="1136046"/>
                  </a:lnTo>
                  <a:lnTo>
                    <a:pt x="6727568" y="1136071"/>
                  </a:lnTo>
                  <a:lnTo>
                    <a:pt x="6735613" y="1136246"/>
                  </a:lnTo>
                  <a:lnTo>
                    <a:pt x="6755846" y="1136730"/>
                  </a:lnTo>
                  <a:lnTo>
                    <a:pt x="6791905" y="1137683"/>
                  </a:lnTo>
                  <a:lnTo>
                    <a:pt x="6845419" y="1139251"/>
                  </a:lnTo>
                  <a:lnTo>
                    <a:pt x="6915887" y="1141550"/>
                  </a:lnTo>
                  <a:lnTo>
                    <a:pt x="7000897" y="1144658"/>
                  </a:lnTo>
                  <a:lnTo>
                    <a:pt x="7096681" y="1148610"/>
                  </a:lnTo>
                  <a:lnTo>
                    <a:pt x="7198871" y="1153408"/>
                  </a:lnTo>
                  <a:lnTo>
                    <a:pt x="7303214" y="1159037"/>
                  </a:lnTo>
                  <a:lnTo>
                    <a:pt x="7406107" y="1165478"/>
                  </a:lnTo>
                  <a:lnTo>
                    <a:pt x="7504855" y="1172728"/>
                  </a:lnTo>
                  <a:lnTo>
                    <a:pt x="7597720" y="1180803"/>
                  </a:lnTo>
                  <a:lnTo>
                    <a:pt x="7683803" y="1189753"/>
                  </a:lnTo>
                  <a:lnTo>
                    <a:pt x="7762867" y="1199656"/>
                  </a:lnTo>
                  <a:lnTo>
                    <a:pt x="7835151" y="1210623"/>
                  </a:lnTo>
                  <a:lnTo>
                    <a:pt x="7901206" y="1222792"/>
                  </a:lnTo>
                  <a:lnTo>
                    <a:pt x="7961767" y="1236325"/>
                  </a:lnTo>
                  <a:lnTo>
                    <a:pt x="8017658" y="1251397"/>
                  </a:lnTo>
                  <a:lnTo>
                    <a:pt x="8069723" y="1268176"/>
                  </a:lnTo>
                  <a:lnTo>
                    <a:pt x="8118774" y="1286800"/>
                  </a:lnTo>
                  <a:lnTo>
                    <a:pt x="8151487" y="1300868"/>
                  </a:lnTo>
                  <a:lnTo>
                    <a:pt x="8202405" y="1325471"/>
                  </a:lnTo>
                  <a:lnTo>
                    <a:pt x="8251746" y="1352519"/>
                  </a:lnTo>
                  <a:lnTo>
                    <a:pt x="8300091" y="1382051"/>
                  </a:lnTo>
                  <a:lnTo>
                    <a:pt x="8347869" y="1414026"/>
                  </a:lnTo>
                  <a:lnTo>
                    <a:pt x="8395385" y="1448313"/>
                  </a:lnTo>
                  <a:lnTo>
                    <a:pt x="8442838" y="1484689"/>
                  </a:lnTo>
                  <a:lnTo>
                    <a:pt x="8490343" y="1522835"/>
                  </a:lnTo>
                  <a:lnTo>
                    <a:pt x="8537943" y="1562348"/>
                  </a:lnTo>
                  <a:lnTo>
                    <a:pt x="8585627" y="1602752"/>
                  </a:lnTo>
                  <a:lnTo>
                    <a:pt x="8633350" y="1643526"/>
                  </a:lnTo>
                  <a:lnTo>
                    <a:pt x="8681055" y="1684126"/>
                  </a:lnTo>
                  <a:lnTo>
                    <a:pt x="8728688" y="1724019"/>
                  </a:lnTo>
                  <a:lnTo>
                    <a:pt x="8776226" y="1762711"/>
                  </a:lnTo>
                  <a:lnTo>
                    <a:pt x="8823689" y="1799769"/>
                  </a:lnTo>
                  <a:lnTo>
                    <a:pt x="8871164" y="1834843"/>
                  </a:lnTo>
                  <a:lnTo>
                    <a:pt x="8918818" y="1867675"/>
                  </a:lnTo>
                  <a:lnTo>
                    <a:pt x="8966915" y="1898101"/>
                  </a:lnTo>
                  <a:lnTo>
                    <a:pt x="9015837" y="1926048"/>
                  </a:lnTo>
                  <a:lnTo>
                    <a:pt x="9066106" y="1951527"/>
                  </a:lnTo>
                  <a:lnTo>
                    <a:pt x="9084767" y="1960157"/>
                  </a:lnTo>
                  <a:lnTo>
                    <a:pt x="9132154" y="1980102"/>
                  </a:lnTo>
                  <a:lnTo>
                    <a:pt x="9182042" y="1998153"/>
                  </a:lnTo>
                  <a:lnTo>
                    <a:pt x="9235185" y="2014395"/>
                  </a:lnTo>
                  <a:lnTo>
                    <a:pt x="9292409" y="2028979"/>
                  </a:lnTo>
                  <a:lnTo>
                    <a:pt x="9354560" y="2042078"/>
                  </a:lnTo>
                  <a:lnTo>
                    <a:pt x="9422442" y="2053865"/>
                  </a:lnTo>
                  <a:lnTo>
                    <a:pt x="9496745" y="2064494"/>
                  </a:lnTo>
                  <a:lnTo>
                    <a:pt x="9577941" y="2074096"/>
                  </a:lnTo>
                  <a:lnTo>
                    <a:pt x="9666143" y="2082773"/>
                  </a:lnTo>
                  <a:lnTo>
                    <a:pt x="9760931" y="2090593"/>
                  </a:lnTo>
                  <a:lnTo>
                    <a:pt x="9861170" y="2097596"/>
                  </a:lnTo>
                  <a:lnTo>
                    <a:pt x="9964834" y="2103791"/>
                  </a:lnTo>
                  <a:lnTo>
                    <a:pt x="10068941" y="2109168"/>
                  </a:lnTo>
                  <a:lnTo>
                    <a:pt x="10169647" y="2113710"/>
                  </a:lnTo>
                  <a:lnTo>
                    <a:pt x="10262598" y="2117403"/>
                  </a:lnTo>
                  <a:lnTo>
                    <a:pt x="10343526" y="2120259"/>
                  </a:lnTo>
                  <a:lnTo>
                    <a:pt x="10409003" y="2122325"/>
                  </a:lnTo>
                  <a:lnTo>
                    <a:pt x="10457153" y="2123691"/>
                  </a:lnTo>
                  <a:lnTo>
                    <a:pt x="10488119" y="2124485"/>
                  </a:lnTo>
                  <a:lnTo>
                    <a:pt x="10504167" y="2124858"/>
                  </a:lnTo>
                  <a:lnTo>
                    <a:pt x="10509492" y="2124971"/>
                  </a:lnTo>
                  <a:lnTo>
                    <a:pt x="10509911" y="2124979"/>
                  </a:lnTo>
                  <a:lnTo>
                    <a:pt x="11981298" y="2124979"/>
                  </a:lnTo>
                  <a:lnTo>
                    <a:pt x="11981298" y="2108633"/>
                  </a:lnTo>
                  <a:lnTo>
                    <a:pt x="10509911" y="2108633"/>
                  </a:lnTo>
                  <a:lnTo>
                    <a:pt x="10508685" y="2108609"/>
                  </a:lnTo>
                  <a:lnTo>
                    <a:pt x="10500640" y="2108433"/>
                  </a:lnTo>
                  <a:lnTo>
                    <a:pt x="10480407" y="2107949"/>
                  </a:lnTo>
                  <a:lnTo>
                    <a:pt x="10444348" y="2106996"/>
                  </a:lnTo>
                  <a:lnTo>
                    <a:pt x="10390834" y="2105429"/>
                  </a:lnTo>
                  <a:lnTo>
                    <a:pt x="10320366" y="2103130"/>
                  </a:lnTo>
                  <a:lnTo>
                    <a:pt x="10235357" y="2100022"/>
                  </a:lnTo>
                  <a:lnTo>
                    <a:pt x="10139572" y="2096070"/>
                  </a:lnTo>
                  <a:lnTo>
                    <a:pt x="10037382" y="2091271"/>
                  </a:lnTo>
                  <a:lnTo>
                    <a:pt x="9933039" y="2085642"/>
                  </a:lnTo>
                  <a:lnTo>
                    <a:pt x="9830147" y="2079201"/>
                  </a:lnTo>
                  <a:lnTo>
                    <a:pt x="9731398" y="2071952"/>
                  </a:lnTo>
                  <a:lnTo>
                    <a:pt x="9638533" y="2063876"/>
                  </a:lnTo>
                  <a:lnTo>
                    <a:pt x="9552450" y="2054926"/>
                  </a:lnTo>
                  <a:lnTo>
                    <a:pt x="9473387" y="2045023"/>
                  </a:lnTo>
                  <a:lnTo>
                    <a:pt x="9401103" y="2034056"/>
                  </a:lnTo>
                  <a:lnTo>
                    <a:pt x="9335047" y="2021887"/>
                  </a:lnTo>
                  <a:lnTo>
                    <a:pt x="9274486" y="2008354"/>
                  </a:lnTo>
                  <a:lnTo>
                    <a:pt x="9218595" y="1993283"/>
                  </a:lnTo>
                  <a:lnTo>
                    <a:pt x="9166530" y="1976503"/>
                  </a:lnTo>
                  <a:lnTo>
                    <a:pt x="9117480" y="1957879"/>
                  </a:lnTo>
                  <a:lnTo>
                    <a:pt x="9084767" y="1943811"/>
                  </a:lnTo>
                  <a:lnTo>
                    <a:pt x="9033848" y="1919208"/>
                  </a:lnTo>
                  <a:lnTo>
                    <a:pt x="8984507" y="1892160"/>
                  </a:lnTo>
                  <a:lnTo>
                    <a:pt x="8936162" y="1862628"/>
                  </a:lnTo>
                  <a:lnTo>
                    <a:pt x="8888384" y="1830654"/>
                  </a:lnTo>
                  <a:lnTo>
                    <a:pt x="8840869" y="1796366"/>
                  </a:lnTo>
                  <a:lnTo>
                    <a:pt x="8793415" y="1759990"/>
                  </a:lnTo>
                  <a:lnTo>
                    <a:pt x="8745910" y="1721844"/>
                  </a:lnTo>
                  <a:lnTo>
                    <a:pt x="8698310" y="1682331"/>
                  </a:lnTo>
                  <a:lnTo>
                    <a:pt x="8650627" y="1641927"/>
                  </a:lnTo>
                  <a:lnTo>
                    <a:pt x="8602903" y="1601154"/>
                  </a:lnTo>
                  <a:lnTo>
                    <a:pt x="8555198" y="1560554"/>
                  </a:lnTo>
                  <a:lnTo>
                    <a:pt x="8507565" y="1520660"/>
                  </a:lnTo>
                  <a:lnTo>
                    <a:pt x="8460027" y="1481969"/>
                  </a:lnTo>
                  <a:lnTo>
                    <a:pt x="8412564" y="1444910"/>
                  </a:lnTo>
                  <a:lnTo>
                    <a:pt x="8365089" y="1409836"/>
                  </a:lnTo>
                  <a:lnTo>
                    <a:pt x="8317436" y="1377004"/>
                  </a:lnTo>
                  <a:lnTo>
                    <a:pt x="8269338" y="1346578"/>
                  </a:lnTo>
                  <a:lnTo>
                    <a:pt x="8220416" y="1318631"/>
                  </a:lnTo>
                  <a:lnTo>
                    <a:pt x="8170147" y="1293152"/>
                  </a:lnTo>
                  <a:lnTo>
                    <a:pt x="8151487" y="1284522"/>
                  </a:lnTo>
                  <a:lnTo>
                    <a:pt x="8104099" y="1264577"/>
                  </a:lnTo>
                  <a:lnTo>
                    <a:pt x="8054211" y="1246526"/>
                  </a:lnTo>
                  <a:lnTo>
                    <a:pt x="8001069" y="1230284"/>
                  </a:lnTo>
                  <a:lnTo>
                    <a:pt x="7943844" y="1215700"/>
                  </a:lnTo>
                  <a:lnTo>
                    <a:pt x="7881693" y="1202601"/>
                  </a:lnTo>
                  <a:lnTo>
                    <a:pt x="7813811" y="1190814"/>
                  </a:lnTo>
                  <a:lnTo>
                    <a:pt x="7739508" y="1180185"/>
                  </a:lnTo>
                  <a:lnTo>
                    <a:pt x="7658312" y="1170583"/>
                  </a:lnTo>
                  <a:lnTo>
                    <a:pt x="7570111" y="1161906"/>
                  </a:lnTo>
                  <a:lnTo>
                    <a:pt x="7475322" y="1154086"/>
                  </a:lnTo>
                  <a:lnTo>
                    <a:pt x="7375083" y="1147084"/>
                  </a:lnTo>
                  <a:lnTo>
                    <a:pt x="7271419" y="1140889"/>
                  </a:lnTo>
                  <a:lnTo>
                    <a:pt x="7167313" y="1135511"/>
                  </a:lnTo>
                  <a:lnTo>
                    <a:pt x="7066606" y="1130969"/>
                  </a:lnTo>
                  <a:lnTo>
                    <a:pt x="6973655" y="1127276"/>
                  </a:lnTo>
                  <a:lnTo>
                    <a:pt x="6892727" y="1124420"/>
                  </a:lnTo>
                  <a:lnTo>
                    <a:pt x="6827250" y="1122354"/>
                  </a:lnTo>
                  <a:lnTo>
                    <a:pt x="6779100" y="1120988"/>
                  </a:lnTo>
                  <a:lnTo>
                    <a:pt x="6748134" y="1120194"/>
                  </a:lnTo>
                  <a:lnTo>
                    <a:pt x="6732086" y="1119821"/>
                  </a:lnTo>
                  <a:lnTo>
                    <a:pt x="6726762" y="1119708"/>
                  </a:lnTo>
                  <a:lnTo>
                    <a:pt x="6726343" y="1119700"/>
                  </a:lnTo>
                  <a:lnTo>
                    <a:pt x="5254955" y="1119700"/>
                  </a:lnTo>
                  <a:lnTo>
                    <a:pt x="5253733" y="1119673"/>
                  </a:lnTo>
                  <a:lnTo>
                    <a:pt x="5245709" y="1119475"/>
                  </a:lnTo>
                  <a:lnTo>
                    <a:pt x="5225528" y="1118928"/>
                  </a:lnTo>
                  <a:lnTo>
                    <a:pt x="5189558" y="1117852"/>
                  </a:lnTo>
                  <a:lnTo>
                    <a:pt x="5136167" y="1116082"/>
                  </a:lnTo>
                  <a:lnTo>
                    <a:pt x="5065846" y="1113486"/>
                  </a:lnTo>
                  <a:lnTo>
                    <a:pt x="4980993" y="1109976"/>
                  </a:lnTo>
                  <a:lnTo>
                    <a:pt x="4885357" y="1105512"/>
                  </a:lnTo>
                  <a:lnTo>
                    <a:pt x="4783295" y="1100092"/>
                  </a:lnTo>
                  <a:lnTo>
                    <a:pt x="4679050" y="1093733"/>
                  </a:lnTo>
                  <a:lnTo>
                    <a:pt x="4576224" y="1086455"/>
                  </a:lnTo>
                  <a:lnTo>
                    <a:pt x="4477512" y="1078265"/>
                  </a:lnTo>
                  <a:lnTo>
                    <a:pt x="4384659" y="1069141"/>
                  </a:lnTo>
                  <a:lnTo>
                    <a:pt x="4298568" y="1059030"/>
                  </a:lnTo>
                  <a:lnTo>
                    <a:pt x="4219484" y="1047843"/>
                  </a:lnTo>
                  <a:lnTo>
                    <a:pt x="4147173" y="1035456"/>
                  </a:lnTo>
                  <a:lnTo>
                    <a:pt x="4081089" y="1021713"/>
                  </a:lnTo>
                  <a:lnTo>
                    <a:pt x="4020502" y="1006431"/>
                  </a:lnTo>
                  <a:lnTo>
                    <a:pt x="3964590" y="989414"/>
                  </a:lnTo>
                  <a:lnTo>
                    <a:pt x="3912511" y="970470"/>
                  </a:lnTo>
                  <a:lnTo>
                    <a:pt x="3863456" y="949444"/>
                  </a:lnTo>
                  <a:lnTo>
                    <a:pt x="3829811" y="933083"/>
                  </a:lnTo>
                  <a:lnTo>
                    <a:pt x="3780002" y="905875"/>
                  </a:lnTo>
                  <a:lnTo>
                    <a:pt x="3731716" y="876021"/>
                  </a:lnTo>
                  <a:lnTo>
                    <a:pt x="3684402" y="843478"/>
                  </a:lnTo>
                  <a:lnTo>
                    <a:pt x="3637653" y="808284"/>
                  </a:lnTo>
                  <a:lnTo>
                    <a:pt x="3591176" y="770569"/>
                  </a:lnTo>
                  <a:lnTo>
                    <a:pt x="3544776" y="730561"/>
                  </a:lnTo>
                  <a:lnTo>
                    <a:pt x="3498336" y="688585"/>
                  </a:lnTo>
                  <a:lnTo>
                    <a:pt x="3451807" y="645056"/>
                  </a:lnTo>
                  <a:lnTo>
                    <a:pt x="3405194" y="600465"/>
                  </a:lnTo>
                  <a:lnTo>
                    <a:pt x="3358532" y="555360"/>
                  </a:lnTo>
                  <a:lnTo>
                    <a:pt x="3311876" y="510311"/>
                  </a:lnTo>
                  <a:lnTo>
                    <a:pt x="3265278" y="465890"/>
                  </a:lnTo>
                  <a:lnTo>
                    <a:pt x="3218768" y="422632"/>
                  </a:lnTo>
                  <a:lnTo>
                    <a:pt x="3172342" y="381017"/>
                  </a:lnTo>
                  <a:lnTo>
                    <a:pt x="3125938" y="341442"/>
                  </a:lnTo>
                  <a:lnTo>
                    <a:pt x="3079425" y="304214"/>
                  </a:lnTo>
                  <a:lnTo>
                    <a:pt x="3032591" y="269539"/>
                  </a:lnTo>
                  <a:lnTo>
                    <a:pt x="2985120" y="237530"/>
                  </a:lnTo>
                  <a:lnTo>
                    <a:pt x="2936580" y="208208"/>
                  </a:lnTo>
                  <a:lnTo>
                    <a:pt x="2896531" y="186616"/>
                  </a:lnTo>
                  <a:lnTo>
                    <a:pt x="2849188" y="164054"/>
                  </a:lnTo>
                  <a:lnTo>
                    <a:pt x="2799351" y="143632"/>
                  </a:lnTo>
                  <a:lnTo>
                    <a:pt x="2746266" y="125254"/>
                  </a:lnTo>
                  <a:lnTo>
                    <a:pt x="2689110" y="108752"/>
                  </a:lnTo>
                  <a:lnTo>
                    <a:pt x="2627039" y="93927"/>
                  </a:lnTo>
                  <a:lnTo>
                    <a:pt x="2559251" y="80588"/>
                  </a:lnTo>
                  <a:lnTo>
                    <a:pt x="2485057" y="68557"/>
                  </a:lnTo>
                  <a:lnTo>
                    <a:pt x="2403985" y="57687"/>
                  </a:lnTo>
                  <a:lnTo>
                    <a:pt x="2315920" y="47865"/>
                  </a:lnTo>
                  <a:lnTo>
                    <a:pt x="2221274" y="39010"/>
                  </a:lnTo>
                  <a:lnTo>
                    <a:pt x="2121173" y="31080"/>
                  </a:lnTo>
                  <a:lnTo>
                    <a:pt x="2017627" y="24063"/>
                  </a:lnTo>
                  <a:lnTo>
                    <a:pt x="1913601" y="17969"/>
                  </a:lnTo>
                  <a:lnTo>
                    <a:pt x="1812919" y="12819"/>
                  </a:lnTo>
                  <a:lnTo>
                    <a:pt x="1719921" y="8629"/>
                  </a:lnTo>
                  <a:lnTo>
                    <a:pt x="1638867" y="5385"/>
                  </a:lnTo>
                  <a:lnTo>
                    <a:pt x="1573196" y="3035"/>
                  </a:lnTo>
                  <a:lnTo>
                    <a:pt x="1524805" y="1477"/>
                  </a:lnTo>
                  <a:lnTo>
                    <a:pt x="1493586" y="570"/>
                  </a:lnTo>
                  <a:lnTo>
                    <a:pt x="1477315" y="141"/>
                  </a:lnTo>
                  <a:lnTo>
                    <a:pt x="1471842" y="10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81" name="pl81"/>
            <p:cNvSpPr/>
            <p:nvPr/>
          </p:nvSpPr>
          <p:spPr>
            <a:xfrm>
              <a:off x="4799595" y="3614879"/>
              <a:ext cx="11981298" cy="2108633"/>
            </a:xfrm>
            <a:custGeom>
              <a:avLst/>
              <a:pathLst>
                <a:path w="11981298" h="2108633">
                  <a:moveTo>
                    <a:pt x="0" y="0"/>
                  </a:moveTo>
                  <a:lnTo>
                    <a:pt x="1471387" y="0"/>
                  </a:lnTo>
                  <a:lnTo>
                    <a:pt x="1472609" y="27"/>
                  </a:lnTo>
                  <a:lnTo>
                    <a:pt x="1480633" y="225"/>
                  </a:lnTo>
                  <a:lnTo>
                    <a:pt x="1500814" y="772"/>
                  </a:lnTo>
                  <a:lnTo>
                    <a:pt x="1536784" y="1848"/>
                  </a:lnTo>
                  <a:lnTo>
                    <a:pt x="1590175" y="3617"/>
                  </a:lnTo>
                  <a:lnTo>
                    <a:pt x="1660496" y="6214"/>
                  </a:lnTo>
                  <a:lnTo>
                    <a:pt x="1745349" y="9724"/>
                  </a:lnTo>
                  <a:lnTo>
                    <a:pt x="1840985" y="14187"/>
                  </a:lnTo>
                  <a:lnTo>
                    <a:pt x="1943047" y="19608"/>
                  </a:lnTo>
                  <a:lnTo>
                    <a:pt x="2047292" y="25967"/>
                  </a:lnTo>
                  <a:lnTo>
                    <a:pt x="2150118" y="33244"/>
                  </a:lnTo>
                  <a:lnTo>
                    <a:pt x="2248830" y="41435"/>
                  </a:lnTo>
                  <a:lnTo>
                    <a:pt x="2341684" y="50559"/>
                  </a:lnTo>
                  <a:lnTo>
                    <a:pt x="2427774" y="60670"/>
                  </a:lnTo>
                  <a:lnTo>
                    <a:pt x="2506858" y="71857"/>
                  </a:lnTo>
                  <a:lnTo>
                    <a:pt x="2579169" y="84244"/>
                  </a:lnTo>
                  <a:lnTo>
                    <a:pt x="2645253" y="97987"/>
                  </a:lnTo>
                  <a:lnTo>
                    <a:pt x="2705840" y="113269"/>
                  </a:lnTo>
                  <a:lnTo>
                    <a:pt x="2761752" y="130286"/>
                  </a:lnTo>
                  <a:lnTo>
                    <a:pt x="2813831" y="149230"/>
                  </a:lnTo>
                  <a:lnTo>
                    <a:pt x="2862886" y="170256"/>
                  </a:lnTo>
                  <a:lnTo>
                    <a:pt x="2896531" y="186616"/>
                  </a:lnTo>
                  <a:lnTo>
                    <a:pt x="2946340" y="213824"/>
                  </a:lnTo>
                  <a:lnTo>
                    <a:pt x="2994626" y="243679"/>
                  </a:lnTo>
                  <a:lnTo>
                    <a:pt x="3041940" y="276222"/>
                  </a:lnTo>
                  <a:lnTo>
                    <a:pt x="3088689" y="311416"/>
                  </a:lnTo>
                  <a:lnTo>
                    <a:pt x="3135166" y="349131"/>
                  </a:lnTo>
                  <a:lnTo>
                    <a:pt x="3181567" y="389139"/>
                  </a:lnTo>
                  <a:lnTo>
                    <a:pt x="3228007" y="431115"/>
                  </a:lnTo>
                  <a:lnTo>
                    <a:pt x="3274535" y="474644"/>
                  </a:lnTo>
                  <a:lnTo>
                    <a:pt x="3321148" y="519234"/>
                  </a:lnTo>
                  <a:lnTo>
                    <a:pt x="3367810" y="564340"/>
                  </a:lnTo>
                  <a:lnTo>
                    <a:pt x="3414466" y="609389"/>
                  </a:lnTo>
                  <a:lnTo>
                    <a:pt x="3461064" y="653810"/>
                  </a:lnTo>
                  <a:lnTo>
                    <a:pt x="3507574" y="697067"/>
                  </a:lnTo>
                  <a:lnTo>
                    <a:pt x="3554000" y="738683"/>
                  </a:lnTo>
                  <a:lnTo>
                    <a:pt x="3600405" y="778258"/>
                  </a:lnTo>
                  <a:lnTo>
                    <a:pt x="3646917" y="815486"/>
                  </a:lnTo>
                  <a:lnTo>
                    <a:pt x="3693751" y="850160"/>
                  </a:lnTo>
                  <a:lnTo>
                    <a:pt x="3741222" y="882170"/>
                  </a:lnTo>
                  <a:lnTo>
                    <a:pt x="3789763" y="911492"/>
                  </a:lnTo>
                  <a:lnTo>
                    <a:pt x="3829811" y="933083"/>
                  </a:lnTo>
                  <a:lnTo>
                    <a:pt x="3877154" y="955646"/>
                  </a:lnTo>
                  <a:lnTo>
                    <a:pt x="3926991" y="976068"/>
                  </a:lnTo>
                  <a:lnTo>
                    <a:pt x="3980076" y="994445"/>
                  </a:lnTo>
                  <a:lnTo>
                    <a:pt x="4037233" y="1010948"/>
                  </a:lnTo>
                  <a:lnTo>
                    <a:pt x="4099303" y="1025772"/>
                  </a:lnTo>
                  <a:lnTo>
                    <a:pt x="4167091" y="1039112"/>
                  </a:lnTo>
                  <a:lnTo>
                    <a:pt x="4241285" y="1051143"/>
                  </a:lnTo>
                  <a:lnTo>
                    <a:pt x="4322357" y="1062013"/>
                  </a:lnTo>
                  <a:lnTo>
                    <a:pt x="4410422" y="1071835"/>
                  </a:lnTo>
                  <a:lnTo>
                    <a:pt x="4505069" y="1080690"/>
                  </a:lnTo>
                  <a:lnTo>
                    <a:pt x="4605169" y="1088619"/>
                  </a:lnTo>
                  <a:lnTo>
                    <a:pt x="4708715" y="1095637"/>
                  </a:lnTo>
                  <a:lnTo>
                    <a:pt x="4812741" y="1101731"/>
                  </a:lnTo>
                  <a:lnTo>
                    <a:pt x="4913423" y="1106881"/>
                  </a:lnTo>
                  <a:lnTo>
                    <a:pt x="5006421" y="1111071"/>
                  </a:lnTo>
                  <a:lnTo>
                    <a:pt x="5087475" y="1114315"/>
                  </a:lnTo>
                  <a:lnTo>
                    <a:pt x="5153146" y="1116665"/>
                  </a:lnTo>
                  <a:lnTo>
                    <a:pt x="5201537" y="1118222"/>
                  </a:lnTo>
                  <a:lnTo>
                    <a:pt x="5232756" y="1119130"/>
                  </a:lnTo>
                  <a:lnTo>
                    <a:pt x="5249027" y="1119559"/>
                  </a:lnTo>
                  <a:lnTo>
                    <a:pt x="5254500" y="1119690"/>
                  </a:lnTo>
                  <a:lnTo>
                    <a:pt x="5254955" y="1119700"/>
                  </a:lnTo>
                  <a:lnTo>
                    <a:pt x="6726343" y="1119700"/>
                  </a:lnTo>
                  <a:lnTo>
                    <a:pt x="6727568" y="1119725"/>
                  </a:lnTo>
                  <a:lnTo>
                    <a:pt x="6735613" y="1119900"/>
                  </a:lnTo>
                  <a:lnTo>
                    <a:pt x="6755846" y="1120384"/>
                  </a:lnTo>
                  <a:lnTo>
                    <a:pt x="6791905" y="1121337"/>
                  </a:lnTo>
                  <a:lnTo>
                    <a:pt x="6845419" y="1122905"/>
                  </a:lnTo>
                  <a:lnTo>
                    <a:pt x="6915887" y="1125204"/>
                  </a:lnTo>
                  <a:lnTo>
                    <a:pt x="7000897" y="1128312"/>
                  </a:lnTo>
                  <a:lnTo>
                    <a:pt x="7096681" y="1132264"/>
                  </a:lnTo>
                  <a:lnTo>
                    <a:pt x="7198871" y="1137062"/>
                  </a:lnTo>
                  <a:lnTo>
                    <a:pt x="7303214" y="1142691"/>
                  </a:lnTo>
                  <a:lnTo>
                    <a:pt x="7406107" y="1149132"/>
                  </a:lnTo>
                  <a:lnTo>
                    <a:pt x="7504855" y="1156382"/>
                  </a:lnTo>
                  <a:lnTo>
                    <a:pt x="7597720" y="1164457"/>
                  </a:lnTo>
                  <a:lnTo>
                    <a:pt x="7683803" y="1173407"/>
                  </a:lnTo>
                  <a:lnTo>
                    <a:pt x="7762867" y="1183310"/>
                  </a:lnTo>
                  <a:lnTo>
                    <a:pt x="7835151" y="1194277"/>
                  </a:lnTo>
                  <a:lnTo>
                    <a:pt x="7901206" y="1206446"/>
                  </a:lnTo>
                  <a:lnTo>
                    <a:pt x="7961767" y="1219979"/>
                  </a:lnTo>
                  <a:lnTo>
                    <a:pt x="8017658" y="1235051"/>
                  </a:lnTo>
                  <a:lnTo>
                    <a:pt x="8069723" y="1251830"/>
                  </a:lnTo>
                  <a:lnTo>
                    <a:pt x="8118774" y="1270454"/>
                  </a:lnTo>
                  <a:lnTo>
                    <a:pt x="8151487" y="1284522"/>
                  </a:lnTo>
                  <a:lnTo>
                    <a:pt x="8202405" y="1309125"/>
                  </a:lnTo>
                  <a:lnTo>
                    <a:pt x="8251746" y="1336173"/>
                  </a:lnTo>
                  <a:lnTo>
                    <a:pt x="8300091" y="1365705"/>
                  </a:lnTo>
                  <a:lnTo>
                    <a:pt x="8347869" y="1397680"/>
                  </a:lnTo>
                  <a:lnTo>
                    <a:pt x="8395385" y="1431967"/>
                  </a:lnTo>
                  <a:lnTo>
                    <a:pt x="8442838" y="1468343"/>
                  </a:lnTo>
                  <a:lnTo>
                    <a:pt x="8490343" y="1506489"/>
                  </a:lnTo>
                  <a:lnTo>
                    <a:pt x="8537943" y="1546002"/>
                  </a:lnTo>
                  <a:lnTo>
                    <a:pt x="8585627" y="1586406"/>
                  </a:lnTo>
                  <a:lnTo>
                    <a:pt x="8633350" y="1627180"/>
                  </a:lnTo>
                  <a:lnTo>
                    <a:pt x="8681055" y="1667780"/>
                  </a:lnTo>
                  <a:lnTo>
                    <a:pt x="8728688" y="1707673"/>
                  </a:lnTo>
                  <a:lnTo>
                    <a:pt x="8776226" y="1746365"/>
                  </a:lnTo>
                  <a:lnTo>
                    <a:pt x="8823689" y="1783423"/>
                  </a:lnTo>
                  <a:lnTo>
                    <a:pt x="8871164" y="1818497"/>
                  </a:lnTo>
                  <a:lnTo>
                    <a:pt x="8918818" y="1851329"/>
                  </a:lnTo>
                  <a:lnTo>
                    <a:pt x="8966915" y="1881755"/>
                  </a:lnTo>
                  <a:lnTo>
                    <a:pt x="9015837" y="1909702"/>
                  </a:lnTo>
                  <a:lnTo>
                    <a:pt x="9066106" y="1935181"/>
                  </a:lnTo>
                  <a:lnTo>
                    <a:pt x="9084767" y="1943811"/>
                  </a:lnTo>
                  <a:lnTo>
                    <a:pt x="9132154" y="1963756"/>
                  </a:lnTo>
                  <a:lnTo>
                    <a:pt x="9182042" y="1981807"/>
                  </a:lnTo>
                  <a:lnTo>
                    <a:pt x="9235185" y="1998049"/>
                  </a:lnTo>
                  <a:lnTo>
                    <a:pt x="9292409" y="2012633"/>
                  </a:lnTo>
                  <a:lnTo>
                    <a:pt x="9354560" y="2025732"/>
                  </a:lnTo>
                  <a:lnTo>
                    <a:pt x="9422442" y="2037519"/>
                  </a:lnTo>
                  <a:lnTo>
                    <a:pt x="9496745" y="2048148"/>
                  </a:lnTo>
                  <a:lnTo>
                    <a:pt x="9577941" y="2057750"/>
                  </a:lnTo>
                  <a:lnTo>
                    <a:pt x="9666143" y="2066427"/>
                  </a:lnTo>
                  <a:lnTo>
                    <a:pt x="9760931" y="2074247"/>
                  </a:lnTo>
                  <a:lnTo>
                    <a:pt x="9861170" y="2081250"/>
                  </a:lnTo>
                  <a:lnTo>
                    <a:pt x="9964834" y="2087445"/>
                  </a:lnTo>
                  <a:lnTo>
                    <a:pt x="10068941" y="2092822"/>
                  </a:lnTo>
                  <a:lnTo>
                    <a:pt x="10169647" y="2097364"/>
                  </a:lnTo>
                  <a:lnTo>
                    <a:pt x="10262598" y="2101057"/>
                  </a:lnTo>
                  <a:lnTo>
                    <a:pt x="10343526" y="2103913"/>
                  </a:lnTo>
                  <a:lnTo>
                    <a:pt x="10409003" y="2105979"/>
                  </a:lnTo>
                  <a:lnTo>
                    <a:pt x="10457153" y="2107345"/>
                  </a:lnTo>
                  <a:lnTo>
                    <a:pt x="10488119" y="2108139"/>
                  </a:lnTo>
                  <a:lnTo>
                    <a:pt x="10504167" y="2108512"/>
                  </a:lnTo>
                  <a:lnTo>
                    <a:pt x="10509492" y="2108625"/>
                  </a:lnTo>
                  <a:lnTo>
                    <a:pt x="10509911" y="2108633"/>
                  </a:lnTo>
                  <a:lnTo>
                    <a:pt x="11981298" y="210863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2" name="pl82"/>
            <p:cNvSpPr/>
            <p:nvPr/>
          </p:nvSpPr>
          <p:spPr>
            <a:xfrm>
              <a:off x="4799595" y="3598533"/>
              <a:ext cx="11981298" cy="2108633"/>
            </a:xfrm>
            <a:custGeom>
              <a:avLst/>
              <a:pathLst>
                <a:path w="11981298" h="2108633">
                  <a:moveTo>
                    <a:pt x="11981298" y="2108633"/>
                  </a:moveTo>
                  <a:lnTo>
                    <a:pt x="10509911" y="2108633"/>
                  </a:lnTo>
                  <a:lnTo>
                    <a:pt x="10508685" y="2108609"/>
                  </a:lnTo>
                  <a:lnTo>
                    <a:pt x="10500640" y="2108433"/>
                  </a:lnTo>
                  <a:lnTo>
                    <a:pt x="10480407" y="2107949"/>
                  </a:lnTo>
                  <a:lnTo>
                    <a:pt x="10444348" y="2106996"/>
                  </a:lnTo>
                  <a:lnTo>
                    <a:pt x="10390834" y="2105429"/>
                  </a:lnTo>
                  <a:lnTo>
                    <a:pt x="10320366" y="2103130"/>
                  </a:lnTo>
                  <a:lnTo>
                    <a:pt x="10235357" y="2100022"/>
                  </a:lnTo>
                  <a:lnTo>
                    <a:pt x="10139572" y="2096070"/>
                  </a:lnTo>
                  <a:lnTo>
                    <a:pt x="10037382" y="2091271"/>
                  </a:lnTo>
                  <a:lnTo>
                    <a:pt x="9933039" y="2085642"/>
                  </a:lnTo>
                  <a:lnTo>
                    <a:pt x="9830147" y="2079201"/>
                  </a:lnTo>
                  <a:lnTo>
                    <a:pt x="9731398" y="2071952"/>
                  </a:lnTo>
                  <a:lnTo>
                    <a:pt x="9638533" y="2063876"/>
                  </a:lnTo>
                  <a:lnTo>
                    <a:pt x="9552450" y="2054926"/>
                  </a:lnTo>
                  <a:lnTo>
                    <a:pt x="9473387" y="2045023"/>
                  </a:lnTo>
                  <a:lnTo>
                    <a:pt x="9401103" y="2034056"/>
                  </a:lnTo>
                  <a:lnTo>
                    <a:pt x="9335047" y="2021887"/>
                  </a:lnTo>
                  <a:lnTo>
                    <a:pt x="9274486" y="2008354"/>
                  </a:lnTo>
                  <a:lnTo>
                    <a:pt x="9218595" y="1993283"/>
                  </a:lnTo>
                  <a:lnTo>
                    <a:pt x="9166530" y="1976503"/>
                  </a:lnTo>
                  <a:lnTo>
                    <a:pt x="9117480" y="1957879"/>
                  </a:lnTo>
                  <a:lnTo>
                    <a:pt x="9084767" y="1943811"/>
                  </a:lnTo>
                  <a:lnTo>
                    <a:pt x="9033848" y="1919208"/>
                  </a:lnTo>
                  <a:lnTo>
                    <a:pt x="8984507" y="1892160"/>
                  </a:lnTo>
                  <a:lnTo>
                    <a:pt x="8936162" y="1862628"/>
                  </a:lnTo>
                  <a:lnTo>
                    <a:pt x="8888384" y="1830654"/>
                  </a:lnTo>
                  <a:lnTo>
                    <a:pt x="8840869" y="1796366"/>
                  </a:lnTo>
                  <a:lnTo>
                    <a:pt x="8793415" y="1759990"/>
                  </a:lnTo>
                  <a:lnTo>
                    <a:pt x="8745910" y="1721844"/>
                  </a:lnTo>
                  <a:lnTo>
                    <a:pt x="8698310" y="1682331"/>
                  </a:lnTo>
                  <a:lnTo>
                    <a:pt x="8650627" y="1641927"/>
                  </a:lnTo>
                  <a:lnTo>
                    <a:pt x="8602903" y="1601154"/>
                  </a:lnTo>
                  <a:lnTo>
                    <a:pt x="8555198" y="1560554"/>
                  </a:lnTo>
                  <a:lnTo>
                    <a:pt x="8507565" y="1520660"/>
                  </a:lnTo>
                  <a:lnTo>
                    <a:pt x="8460027" y="1481969"/>
                  </a:lnTo>
                  <a:lnTo>
                    <a:pt x="8412564" y="1444910"/>
                  </a:lnTo>
                  <a:lnTo>
                    <a:pt x="8365089" y="1409836"/>
                  </a:lnTo>
                  <a:lnTo>
                    <a:pt x="8317436" y="1377004"/>
                  </a:lnTo>
                  <a:lnTo>
                    <a:pt x="8269338" y="1346578"/>
                  </a:lnTo>
                  <a:lnTo>
                    <a:pt x="8220416" y="1318631"/>
                  </a:lnTo>
                  <a:lnTo>
                    <a:pt x="8170147" y="1293152"/>
                  </a:lnTo>
                  <a:lnTo>
                    <a:pt x="8151487" y="1284522"/>
                  </a:lnTo>
                  <a:lnTo>
                    <a:pt x="8104099" y="1264577"/>
                  </a:lnTo>
                  <a:lnTo>
                    <a:pt x="8054211" y="1246526"/>
                  </a:lnTo>
                  <a:lnTo>
                    <a:pt x="8001069" y="1230284"/>
                  </a:lnTo>
                  <a:lnTo>
                    <a:pt x="7943844" y="1215700"/>
                  </a:lnTo>
                  <a:lnTo>
                    <a:pt x="7881693" y="1202601"/>
                  </a:lnTo>
                  <a:lnTo>
                    <a:pt x="7813811" y="1190814"/>
                  </a:lnTo>
                  <a:lnTo>
                    <a:pt x="7739508" y="1180185"/>
                  </a:lnTo>
                  <a:lnTo>
                    <a:pt x="7658312" y="1170583"/>
                  </a:lnTo>
                  <a:lnTo>
                    <a:pt x="7570111" y="1161906"/>
                  </a:lnTo>
                  <a:lnTo>
                    <a:pt x="7475322" y="1154086"/>
                  </a:lnTo>
                  <a:lnTo>
                    <a:pt x="7375083" y="1147084"/>
                  </a:lnTo>
                  <a:lnTo>
                    <a:pt x="7271419" y="1140889"/>
                  </a:lnTo>
                  <a:lnTo>
                    <a:pt x="7167313" y="1135511"/>
                  </a:lnTo>
                  <a:lnTo>
                    <a:pt x="7066606" y="1130969"/>
                  </a:lnTo>
                  <a:lnTo>
                    <a:pt x="6973655" y="1127276"/>
                  </a:lnTo>
                  <a:lnTo>
                    <a:pt x="6892727" y="1124420"/>
                  </a:lnTo>
                  <a:lnTo>
                    <a:pt x="6827250" y="1122354"/>
                  </a:lnTo>
                  <a:lnTo>
                    <a:pt x="6779100" y="1120988"/>
                  </a:lnTo>
                  <a:lnTo>
                    <a:pt x="6748134" y="1120194"/>
                  </a:lnTo>
                  <a:lnTo>
                    <a:pt x="6732086" y="1119821"/>
                  </a:lnTo>
                  <a:lnTo>
                    <a:pt x="6726762" y="1119708"/>
                  </a:lnTo>
                  <a:lnTo>
                    <a:pt x="6726343" y="1119700"/>
                  </a:lnTo>
                  <a:lnTo>
                    <a:pt x="5254955" y="1119700"/>
                  </a:lnTo>
                  <a:lnTo>
                    <a:pt x="5253733" y="1119673"/>
                  </a:lnTo>
                  <a:lnTo>
                    <a:pt x="5245709" y="1119475"/>
                  </a:lnTo>
                  <a:lnTo>
                    <a:pt x="5225528" y="1118928"/>
                  </a:lnTo>
                  <a:lnTo>
                    <a:pt x="5189558" y="1117852"/>
                  </a:lnTo>
                  <a:lnTo>
                    <a:pt x="5136167" y="1116082"/>
                  </a:lnTo>
                  <a:lnTo>
                    <a:pt x="5065846" y="1113486"/>
                  </a:lnTo>
                  <a:lnTo>
                    <a:pt x="4980993" y="1109976"/>
                  </a:lnTo>
                  <a:lnTo>
                    <a:pt x="4885357" y="1105512"/>
                  </a:lnTo>
                  <a:lnTo>
                    <a:pt x="4783295" y="1100092"/>
                  </a:lnTo>
                  <a:lnTo>
                    <a:pt x="4679050" y="1093733"/>
                  </a:lnTo>
                  <a:lnTo>
                    <a:pt x="4576224" y="1086455"/>
                  </a:lnTo>
                  <a:lnTo>
                    <a:pt x="4477512" y="1078265"/>
                  </a:lnTo>
                  <a:lnTo>
                    <a:pt x="4384659" y="1069141"/>
                  </a:lnTo>
                  <a:lnTo>
                    <a:pt x="4298568" y="1059030"/>
                  </a:lnTo>
                  <a:lnTo>
                    <a:pt x="4219484" y="1047843"/>
                  </a:lnTo>
                  <a:lnTo>
                    <a:pt x="4147173" y="1035456"/>
                  </a:lnTo>
                  <a:lnTo>
                    <a:pt x="4081089" y="1021713"/>
                  </a:lnTo>
                  <a:lnTo>
                    <a:pt x="4020502" y="1006431"/>
                  </a:lnTo>
                  <a:lnTo>
                    <a:pt x="3964590" y="989414"/>
                  </a:lnTo>
                  <a:lnTo>
                    <a:pt x="3912511" y="970470"/>
                  </a:lnTo>
                  <a:lnTo>
                    <a:pt x="3863456" y="949444"/>
                  </a:lnTo>
                  <a:lnTo>
                    <a:pt x="3829811" y="933083"/>
                  </a:lnTo>
                  <a:lnTo>
                    <a:pt x="3780002" y="905875"/>
                  </a:lnTo>
                  <a:lnTo>
                    <a:pt x="3731716" y="876021"/>
                  </a:lnTo>
                  <a:lnTo>
                    <a:pt x="3684402" y="843478"/>
                  </a:lnTo>
                  <a:lnTo>
                    <a:pt x="3637653" y="808284"/>
                  </a:lnTo>
                  <a:lnTo>
                    <a:pt x="3591176" y="770569"/>
                  </a:lnTo>
                  <a:lnTo>
                    <a:pt x="3544776" y="730561"/>
                  </a:lnTo>
                  <a:lnTo>
                    <a:pt x="3498336" y="688585"/>
                  </a:lnTo>
                  <a:lnTo>
                    <a:pt x="3451807" y="645056"/>
                  </a:lnTo>
                  <a:lnTo>
                    <a:pt x="3405194" y="600465"/>
                  </a:lnTo>
                  <a:lnTo>
                    <a:pt x="3358532" y="555360"/>
                  </a:lnTo>
                  <a:lnTo>
                    <a:pt x="3311876" y="510311"/>
                  </a:lnTo>
                  <a:lnTo>
                    <a:pt x="3265278" y="465890"/>
                  </a:lnTo>
                  <a:lnTo>
                    <a:pt x="3218768" y="422632"/>
                  </a:lnTo>
                  <a:lnTo>
                    <a:pt x="3172342" y="381017"/>
                  </a:lnTo>
                  <a:lnTo>
                    <a:pt x="3125938" y="341442"/>
                  </a:lnTo>
                  <a:lnTo>
                    <a:pt x="3079425" y="304214"/>
                  </a:lnTo>
                  <a:lnTo>
                    <a:pt x="3032591" y="269539"/>
                  </a:lnTo>
                  <a:lnTo>
                    <a:pt x="2985120" y="237530"/>
                  </a:lnTo>
                  <a:lnTo>
                    <a:pt x="2936580" y="208208"/>
                  </a:lnTo>
                  <a:lnTo>
                    <a:pt x="2896531" y="186616"/>
                  </a:lnTo>
                  <a:lnTo>
                    <a:pt x="2849188" y="164054"/>
                  </a:lnTo>
                  <a:lnTo>
                    <a:pt x="2799351" y="143632"/>
                  </a:lnTo>
                  <a:lnTo>
                    <a:pt x="2746266" y="125254"/>
                  </a:lnTo>
                  <a:lnTo>
                    <a:pt x="2689110" y="108752"/>
                  </a:lnTo>
                  <a:lnTo>
                    <a:pt x="2627039" y="93927"/>
                  </a:lnTo>
                  <a:lnTo>
                    <a:pt x="2559251" y="80588"/>
                  </a:lnTo>
                  <a:lnTo>
                    <a:pt x="2485057" y="68557"/>
                  </a:lnTo>
                  <a:lnTo>
                    <a:pt x="2403985" y="57687"/>
                  </a:lnTo>
                  <a:lnTo>
                    <a:pt x="2315920" y="47865"/>
                  </a:lnTo>
                  <a:lnTo>
                    <a:pt x="2221274" y="39010"/>
                  </a:lnTo>
                  <a:lnTo>
                    <a:pt x="2121173" y="31080"/>
                  </a:lnTo>
                  <a:lnTo>
                    <a:pt x="2017627" y="24063"/>
                  </a:lnTo>
                  <a:lnTo>
                    <a:pt x="1913601" y="17969"/>
                  </a:lnTo>
                  <a:lnTo>
                    <a:pt x="1812919" y="12819"/>
                  </a:lnTo>
                  <a:lnTo>
                    <a:pt x="1719921" y="8629"/>
                  </a:lnTo>
                  <a:lnTo>
                    <a:pt x="1638867" y="5385"/>
                  </a:lnTo>
                  <a:lnTo>
                    <a:pt x="1573196" y="3035"/>
                  </a:lnTo>
                  <a:lnTo>
                    <a:pt x="1524805" y="1477"/>
                  </a:lnTo>
                  <a:lnTo>
                    <a:pt x="1493586" y="570"/>
                  </a:lnTo>
                  <a:lnTo>
                    <a:pt x="1477315" y="141"/>
                  </a:lnTo>
                  <a:lnTo>
                    <a:pt x="1471842" y="10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3" name="pg83"/>
            <p:cNvSpPr/>
            <p:nvPr/>
          </p:nvSpPr>
          <p:spPr>
            <a:xfrm>
              <a:off x="4799595" y="3614879"/>
              <a:ext cx="11981298" cy="2460072"/>
            </a:xfrm>
            <a:custGeom>
              <a:avLst/>
              <a:pathLst>
                <a:path w="11981298" h="2460072">
                  <a:moveTo>
                    <a:pt x="0" y="32691"/>
                  </a:moveTo>
                  <a:lnTo>
                    <a:pt x="1471387" y="32691"/>
                  </a:lnTo>
                  <a:lnTo>
                    <a:pt x="1472609" y="32720"/>
                  </a:lnTo>
                  <a:lnTo>
                    <a:pt x="1480630" y="32920"/>
                  </a:lnTo>
                  <a:lnTo>
                    <a:pt x="1500803" y="33475"/>
                  </a:lnTo>
                  <a:lnTo>
                    <a:pt x="1536762" y="34566"/>
                  </a:lnTo>
                  <a:lnTo>
                    <a:pt x="1590136" y="36361"/>
                  </a:lnTo>
                  <a:lnTo>
                    <a:pt x="1660438" y="38994"/>
                  </a:lnTo>
                  <a:lnTo>
                    <a:pt x="1745270" y="42554"/>
                  </a:lnTo>
                  <a:lnTo>
                    <a:pt x="1840886" y="47082"/>
                  </a:lnTo>
                  <a:lnTo>
                    <a:pt x="1942931" y="52579"/>
                  </a:lnTo>
                  <a:lnTo>
                    <a:pt x="2047163" y="59029"/>
                  </a:lnTo>
                  <a:lnTo>
                    <a:pt x="2149980" y="66411"/>
                  </a:lnTo>
                  <a:lnTo>
                    <a:pt x="2248687" y="74719"/>
                  </a:lnTo>
                  <a:lnTo>
                    <a:pt x="2341539" y="83973"/>
                  </a:lnTo>
                  <a:lnTo>
                    <a:pt x="2427630" y="94229"/>
                  </a:lnTo>
                  <a:lnTo>
                    <a:pt x="2506717" y="105576"/>
                  </a:lnTo>
                  <a:lnTo>
                    <a:pt x="2579032" y="118139"/>
                  </a:lnTo>
                  <a:lnTo>
                    <a:pt x="2645120" y="132079"/>
                  </a:lnTo>
                  <a:lnTo>
                    <a:pt x="2705711" y="147578"/>
                  </a:lnTo>
                  <a:lnTo>
                    <a:pt x="2761625" y="164837"/>
                  </a:lnTo>
                  <a:lnTo>
                    <a:pt x="2813706" y="184050"/>
                  </a:lnTo>
                  <a:lnTo>
                    <a:pt x="2862762" y="205375"/>
                  </a:lnTo>
                  <a:lnTo>
                    <a:pt x="2896531" y="222033"/>
                  </a:lnTo>
                  <a:lnTo>
                    <a:pt x="2946200" y="249556"/>
                  </a:lnTo>
                  <a:lnTo>
                    <a:pt x="2994355" y="279748"/>
                  </a:lnTo>
                  <a:lnTo>
                    <a:pt x="3041539" y="312653"/>
                  </a:lnTo>
                  <a:lnTo>
                    <a:pt x="3088158" y="348233"/>
                  </a:lnTo>
                  <a:lnTo>
                    <a:pt x="3134505" y="386358"/>
                  </a:lnTo>
                  <a:lnTo>
                    <a:pt x="3180773" y="426800"/>
                  </a:lnTo>
                  <a:lnTo>
                    <a:pt x="3227080" y="469235"/>
                  </a:lnTo>
                  <a:lnTo>
                    <a:pt x="3273473" y="513245"/>
                  </a:lnTo>
                  <a:lnTo>
                    <a:pt x="3319952" y="558338"/>
                  </a:lnTo>
                  <a:lnTo>
                    <a:pt x="3366481" y="603965"/>
                  </a:lnTo>
                  <a:lnTo>
                    <a:pt x="3413005" y="649552"/>
                  </a:lnTo>
                  <a:lnTo>
                    <a:pt x="3459473" y="694523"/>
                  </a:lnTo>
                  <a:lnTo>
                    <a:pt x="3505853" y="738337"/>
                  </a:lnTo>
                  <a:lnTo>
                    <a:pt x="3552150" y="780512"/>
                  </a:lnTo>
                  <a:lnTo>
                    <a:pt x="3598421" y="820642"/>
                  </a:lnTo>
                  <a:lnTo>
                    <a:pt x="3644792" y="858417"/>
                  </a:lnTo>
                  <a:lnTo>
                    <a:pt x="3691472" y="893622"/>
                  </a:lnTo>
                  <a:lnTo>
                    <a:pt x="3738767" y="926142"/>
                  </a:lnTo>
                  <a:lnTo>
                    <a:pt x="3787099" y="955950"/>
                  </a:lnTo>
                  <a:lnTo>
                    <a:pt x="3829811" y="979397"/>
                  </a:lnTo>
                  <a:lnTo>
                    <a:pt x="3877148" y="1002286"/>
                  </a:lnTo>
                  <a:lnTo>
                    <a:pt x="3926978" y="1023004"/>
                  </a:lnTo>
                  <a:lnTo>
                    <a:pt x="3980055" y="1041648"/>
                  </a:lnTo>
                  <a:lnTo>
                    <a:pt x="4037203" y="1058391"/>
                  </a:lnTo>
                  <a:lnTo>
                    <a:pt x="4099263" y="1073430"/>
                  </a:lnTo>
                  <a:lnTo>
                    <a:pt x="4167038" y="1086964"/>
                  </a:lnTo>
                  <a:lnTo>
                    <a:pt x="4241218" y="1099170"/>
                  </a:lnTo>
                  <a:lnTo>
                    <a:pt x="4322273" y="1110198"/>
                  </a:lnTo>
                  <a:lnTo>
                    <a:pt x="4410320" y="1120164"/>
                  </a:lnTo>
                  <a:lnTo>
                    <a:pt x="4504948" y="1129148"/>
                  </a:lnTo>
                  <a:lnTo>
                    <a:pt x="4605030" y="1137193"/>
                  </a:lnTo>
                  <a:lnTo>
                    <a:pt x="4708560" y="1144314"/>
                  </a:lnTo>
                  <a:lnTo>
                    <a:pt x="4812575" y="1150498"/>
                  </a:lnTo>
                  <a:lnTo>
                    <a:pt x="4913253" y="1155723"/>
                  </a:lnTo>
                  <a:lnTo>
                    <a:pt x="5006258" y="1159976"/>
                  </a:lnTo>
                  <a:lnTo>
                    <a:pt x="5087328" y="1163269"/>
                  </a:lnTo>
                  <a:lnTo>
                    <a:pt x="5153026" y="1165655"/>
                  </a:lnTo>
                  <a:lnTo>
                    <a:pt x="5201449" y="1167236"/>
                  </a:lnTo>
                  <a:lnTo>
                    <a:pt x="5232702" y="1168158"/>
                  </a:lnTo>
                  <a:lnTo>
                    <a:pt x="5249002" y="1168594"/>
                  </a:lnTo>
                  <a:lnTo>
                    <a:pt x="5254495" y="1168728"/>
                  </a:lnTo>
                  <a:lnTo>
                    <a:pt x="5254955" y="1168738"/>
                  </a:lnTo>
                  <a:lnTo>
                    <a:pt x="6726343" y="1168738"/>
                  </a:lnTo>
                  <a:lnTo>
                    <a:pt x="6727560" y="1168770"/>
                  </a:lnTo>
                  <a:lnTo>
                    <a:pt x="6735551" y="1168997"/>
                  </a:lnTo>
                  <a:lnTo>
                    <a:pt x="6755654" y="1169625"/>
                  </a:lnTo>
                  <a:lnTo>
                    <a:pt x="6791493" y="1170861"/>
                  </a:lnTo>
                  <a:lnTo>
                    <a:pt x="6844700" y="1172894"/>
                  </a:lnTo>
                  <a:lnTo>
                    <a:pt x="6914802" y="1175876"/>
                  </a:lnTo>
                  <a:lnTo>
                    <a:pt x="6999423" y="1179908"/>
                  </a:lnTo>
                  <a:lnTo>
                    <a:pt x="7094837" y="1185038"/>
                  </a:lnTo>
                  <a:lnTo>
                    <a:pt x="7196708" y="1191267"/>
                  </a:lnTo>
                  <a:lnTo>
                    <a:pt x="7300805" y="1198577"/>
                  </a:lnTo>
                  <a:lnTo>
                    <a:pt x="7403531" y="1206943"/>
                  </a:lnTo>
                  <a:lnTo>
                    <a:pt x="7502188" y="1216359"/>
                  </a:lnTo>
                  <a:lnTo>
                    <a:pt x="7595024" y="1226848"/>
                  </a:lnTo>
                  <a:lnTo>
                    <a:pt x="7681125" y="1238471"/>
                  </a:lnTo>
                  <a:lnTo>
                    <a:pt x="7760239" y="1251328"/>
                  </a:lnTo>
                  <a:lnTo>
                    <a:pt x="7832590" y="1265563"/>
                  </a:lnTo>
                  <a:lnTo>
                    <a:pt x="7898717" y="1281353"/>
                  </a:lnTo>
                  <a:lnTo>
                    <a:pt x="7959344" y="1298907"/>
                  </a:lnTo>
                  <a:lnTo>
                    <a:pt x="8015288" y="1318451"/>
                  </a:lnTo>
                  <a:lnTo>
                    <a:pt x="8067387" y="1340206"/>
                  </a:lnTo>
                  <a:lnTo>
                    <a:pt x="8116449" y="1364351"/>
                  </a:lnTo>
                  <a:lnTo>
                    <a:pt x="8151487" y="1383961"/>
                  </a:lnTo>
                  <a:lnTo>
                    <a:pt x="8199835" y="1414360"/>
                  </a:lnTo>
                  <a:lnTo>
                    <a:pt x="8246733" y="1447629"/>
                  </a:lnTo>
                  <a:lnTo>
                    <a:pt x="8292690" y="1483817"/>
                  </a:lnTo>
                  <a:lnTo>
                    <a:pt x="8338086" y="1522891"/>
                  </a:lnTo>
                  <a:lnTo>
                    <a:pt x="8383198" y="1564723"/>
                  </a:lnTo>
                  <a:lnTo>
                    <a:pt x="8428217" y="1609090"/>
                  </a:lnTo>
                  <a:lnTo>
                    <a:pt x="8473259" y="1655664"/>
                  </a:lnTo>
                  <a:lnTo>
                    <a:pt x="8518379" y="1704025"/>
                  </a:lnTo>
                  <a:lnTo>
                    <a:pt x="8563583" y="1753673"/>
                  </a:lnTo>
                  <a:lnTo>
                    <a:pt x="8608845" y="1804043"/>
                  </a:lnTo>
                  <a:lnTo>
                    <a:pt x="8654117" y="1854539"/>
                  </a:lnTo>
                  <a:lnTo>
                    <a:pt x="8699349" y="1904553"/>
                  </a:lnTo>
                  <a:lnTo>
                    <a:pt x="8744505" y="1953507"/>
                  </a:lnTo>
                  <a:lnTo>
                    <a:pt x="8789575" y="2000870"/>
                  </a:lnTo>
                  <a:lnTo>
                    <a:pt x="8834593" y="2046186"/>
                  </a:lnTo>
                  <a:lnTo>
                    <a:pt x="8879649" y="2089091"/>
                  </a:lnTo>
                  <a:lnTo>
                    <a:pt x="8924900" y="2129316"/>
                  </a:lnTo>
                  <a:lnTo>
                    <a:pt x="8970587" y="2166697"/>
                  </a:lnTo>
                  <a:lnTo>
                    <a:pt x="9017046" y="2201161"/>
                  </a:lnTo>
                  <a:lnTo>
                    <a:pt x="9064729" y="2232727"/>
                  </a:lnTo>
                  <a:lnTo>
                    <a:pt x="9084767" y="2244850"/>
                  </a:lnTo>
                  <a:lnTo>
                    <a:pt x="9132042" y="2270836"/>
                  </a:lnTo>
                  <a:lnTo>
                    <a:pt x="9181804" y="2294361"/>
                  </a:lnTo>
                  <a:lnTo>
                    <a:pt x="9234803" y="2315534"/>
                  </a:lnTo>
                  <a:lnTo>
                    <a:pt x="9291858" y="2334550"/>
                  </a:lnTo>
                  <a:lnTo>
                    <a:pt x="9353810" y="2351634"/>
                  </a:lnTo>
                  <a:lnTo>
                    <a:pt x="9421457" y="2367009"/>
                  </a:lnTo>
                  <a:lnTo>
                    <a:pt x="9495488" y="2380878"/>
                  </a:lnTo>
                  <a:lnTo>
                    <a:pt x="9576375" y="2393409"/>
                  </a:lnTo>
                  <a:lnTo>
                    <a:pt x="9664237" y="2404736"/>
                  </a:lnTo>
                  <a:lnTo>
                    <a:pt x="9758671" y="2414947"/>
                  </a:lnTo>
                  <a:lnTo>
                    <a:pt x="9858566" y="2424095"/>
                  </a:lnTo>
                  <a:lnTo>
                    <a:pt x="9961935" y="2432194"/>
                  </a:lnTo>
                  <a:lnTo>
                    <a:pt x="10065839" y="2439231"/>
                  </a:lnTo>
                  <a:lnTo>
                    <a:pt x="10166483" y="2445183"/>
                  </a:lnTo>
                  <a:lnTo>
                    <a:pt x="10259551" y="2450031"/>
                  </a:lnTo>
                  <a:lnTo>
                    <a:pt x="10340789" y="2453790"/>
                  </a:lnTo>
                  <a:lnTo>
                    <a:pt x="10406749" y="2456519"/>
                  </a:lnTo>
                  <a:lnTo>
                    <a:pt x="10455499" y="2458333"/>
                  </a:lnTo>
                  <a:lnTo>
                    <a:pt x="10487095" y="2459394"/>
                  </a:lnTo>
                  <a:lnTo>
                    <a:pt x="10503700" y="2459901"/>
                  </a:lnTo>
                  <a:lnTo>
                    <a:pt x="10509399" y="2460059"/>
                  </a:lnTo>
                  <a:lnTo>
                    <a:pt x="10509911" y="2460072"/>
                  </a:lnTo>
                  <a:lnTo>
                    <a:pt x="11981298" y="2460072"/>
                  </a:lnTo>
                  <a:lnTo>
                    <a:pt x="11981298" y="2427380"/>
                  </a:lnTo>
                  <a:lnTo>
                    <a:pt x="10509911" y="2427380"/>
                  </a:lnTo>
                  <a:lnTo>
                    <a:pt x="10508693" y="2427348"/>
                  </a:lnTo>
                  <a:lnTo>
                    <a:pt x="10500702" y="2427121"/>
                  </a:lnTo>
                  <a:lnTo>
                    <a:pt x="10480599" y="2426493"/>
                  </a:lnTo>
                  <a:lnTo>
                    <a:pt x="10444761" y="2425258"/>
                  </a:lnTo>
                  <a:lnTo>
                    <a:pt x="10391553" y="2423225"/>
                  </a:lnTo>
                  <a:lnTo>
                    <a:pt x="10321451" y="2420242"/>
                  </a:lnTo>
                  <a:lnTo>
                    <a:pt x="10236830" y="2416210"/>
                  </a:lnTo>
                  <a:lnTo>
                    <a:pt x="10141416" y="2411080"/>
                  </a:lnTo>
                  <a:lnTo>
                    <a:pt x="10039546" y="2404851"/>
                  </a:lnTo>
                  <a:lnTo>
                    <a:pt x="9935448" y="2397541"/>
                  </a:lnTo>
                  <a:lnTo>
                    <a:pt x="9832723" y="2389175"/>
                  </a:lnTo>
                  <a:lnTo>
                    <a:pt x="9734066" y="2379759"/>
                  </a:lnTo>
                  <a:lnTo>
                    <a:pt x="9641229" y="2369270"/>
                  </a:lnTo>
                  <a:lnTo>
                    <a:pt x="9555128" y="2357648"/>
                  </a:lnTo>
                  <a:lnTo>
                    <a:pt x="9476014" y="2344790"/>
                  </a:lnTo>
                  <a:lnTo>
                    <a:pt x="9403663" y="2330555"/>
                  </a:lnTo>
                  <a:lnTo>
                    <a:pt x="9337536" y="2314765"/>
                  </a:lnTo>
                  <a:lnTo>
                    <a:pt x="9276909" y="2297212"/>
                  </a:lnTo>
                  <a:lnTo>
                    <a:pt x="9220965" y="2277668"/>
                  </a:lnTo>
                  <a:lnTo>
                    <a:pt x="9168866" y="2255912"/>
                  </a:lnTo>
                  <a:lnTo>
                    <a:pt x="9119804" y="2231767"/>
                  </a:lnTo>
                  <a:lnTo>
                    <a:pt x="9084767" y="2212158"/>
                  </a:lnTo>
                  <a:lnTo>
                    <a:pt x="9036419" y="2181759"/>
                  </a:lnTo>
                  <a:lnTo>
                    <a:pt x="8989520" y="2148489"/>
                  </a:lnTo>
                  <a:lnTo>
                    <a:pt x="8943563" y="2112301"/>
                  </a:lnTo>
                  <a:lnTo>
                    <a:pt x="8898167" y="2073227"/>
                  </a:lnTo>
                  <a:lnTo>
                    <a:pt x="8853055" y="2031395"/>
                  </a:lnTo>
                  <a:lnTo>
                    <a:pt x="8808036" y="1987029"/>
                  </a:lnTo>
                  <a:lnTo>
                    <a:pt x="8762994" y="1940455"/>
                  </a:lnTo>
                  <a:lnTo>
                    <a:pt x="8717875" y="1892093"/>
                  </a:lnTo>
                  <a:lnTo>
                    <a:pt x="8672670" y="1842445"/>
                  </a:lnTo>
                  <a:lnTo>
                    <a:pt x="8627409" y="1792075"/>
                  </a:lnTo>
                  <a:lnTo>
                    <a:pt x="8582136" y="1741580"/>
                  </a:lnTo>
                  <a:lnTo>
                    <a:pt x="8536904" y="1691565"/>
                  </a:lnTo>
                  <a:lnTo>
                    <a:pt x="8491748" y="1642611"/>
                  </a:lnTo>
                  <a:lnTo>
                    <a:pt x="8446678" y="1595248"/>
                  </a:lnTo>
                  <a:lnTo>
                    <a:pt x="8401660" y="1549932"/>
                  </a:lnTo>
                  <a:lnTo>
                    <a:pt x="8356604" y="1507028"/>
                  </a:lnTo>
                  <a:lnTo>
                    <a:pt x="8311353" y="1466802"/>
                  </a:lnTo>
                  <a:lnTo>
                    <a:pt x="8265666" y="1429422"/>
                  </a:lnTo>
                  <a:lnTo>
                    <a:pt x="8219207" y="1394957"/>
                  </a:lnTo>
                  <a:lnTo>
                    <a:pt x="8171524" y="1363392"/>
                  </a:lnTo>
                  <a:lnTo>
                    <a:pt x="8151487" y="1351269"/>
                  </a:lnTo>
                  <a:lnTo>
                    <a:pt x="8104211" y="1325282"/>
                  </a:lnTo>
                  <a:lnTo>
                    <a:pt x="8054449" y="1301757"/>
                  </a:lnTo>
                  <a:lnTo>
                    <a:pt x="8001450" y="1280584"/>
                  </a:lnTo>
                  <a:lnTo>
                    <a:pt x="7944395" y="1261568"/>
                  </a:lnTo>
                  <a:lnTo>
                    <a:pt x="7882443" y="1244484"/>
                  </a:lnTo>
                  <a:lnTo>
                    <a:pt x="7814796" y="1229109"/>
                  </a:lnTo>
                  <a:lnTo>
                    <a:pt x="7740765" y="1215240"/>
                  </a:lnTo>
                  <a:lnTo>
                    <a:pt x="7659879" y="1202709"/>
                  </a:lnTo>
                  <a:lnTo>
                    <a:pt x="7572017" y="1191383"/>
                  </a:lnTo>
                  <a:lnTo>
                    <a:pt x="7477582" y="1181171"/>
                  </a:lnTo>
                  <a:lnTo>
                    <a:pt x="7377687" y="1172023"/>
                  </a:lnTo>
                  <a:lnTo>
                    <a:pt x="7274318" y="1163924"/>
                  </a:lnTo>
                  <a:lnTo>
                    <a:pt x="7170415" y="1156887"/>
                  </a:lnTo>
                  <a:lnTo>
                    <a:pt x="7069770" y="1150936"/>
                  </a:lnTo>
                  <a:lnTo>
                    <a:pt x="6976702" y="1146087"/>
                  </a:lnTo>
                  <a:lnTo>
                    <a:pt x="6895464" y="1142328"/>
                  </a:lnTo>
                  <a:lnTo>
                    <a:pt x="6829504" y="1139599"/>
                  </a:lnTo>
                  <a:lnTo>
                    <a:pt x="6780754" y="1137786"/>
                  </a:lnTo>
                  <a:lnTo>
                    <a:pt x="6749158" y="1136724"/>
                  </a:lnTo>
                  <a:lnTo>
                    <a:pt x="6732553" y="1136218"/>
                  </a:lnTo>
                  <a:lnTo>
                    <a:pt x="6726854" y="1136059"/>
                  </a:lnTo>
                  <a:lnTo>
                    <a:pt x="6726343" y="1136046"/>
                  </a:lnTo>
                  <a:lnTo>
                    <a:pt x="5254955" y="1136046"/>
                  </a:lnTo>
                  <a:lnTo>
                    <a:pt x="5253733" y="1136018"/>
                  </a:lnTo>
                  <a:lnTo>
                    <a:pt x="5245713" y="1135818"/>
                  </a:lnTo>
                  <a:lnTo>
                    <a:pt x="5225539" y="1135263"/>
                  </a:lnTo>
                  <a:lnTo>
                    <a:pt x="5189580" y="1134172"/>
                  </a:lnTo>
                  <a:lnTo>
                    <a:pt x="5136206" y="1132377"/>
                  </a:lnTo>
                  <a:lnTo>
                    <a:pt x="5065904" y="1129744"/>
                  </a:lnTo>
                  <a:lnTo>
                    <a:pt x="4981072" y="1126184"/>
                  </a:lnTo>
                  <a:lnTo>
                    <a:pt x="4885456" y="1121656"/>
                  </a:lnTo>
                  <a:lnTo>
                    <a:pt x="4783411" y="1116158"/>
                  </a:lnTo>
                  <a:lnTo>
                    <a:pt x="4679179" y="1109709"/>
                  </a:lnTo>
                  <a:lnTo>
                    <a:pt x="4576362" y="1102327"/>
                  </a:lnTo>
                  <a:lnTo>
                    <a:pt x="4477655" y="1094019"/>
                  </a:lnTo>
                  <a:lnTo>
                    <a:pt x="4384803" y="1084765"/>
                  </a:lnTo>
                  <a:lnTo>
                    <a:pt x="4298712" y="1074509"/>
                  </a:lnTo>
                  <a:lnTo>
                    <a:pt x="4219625" y="1063162"/>
                  </a:lnTo>
                  <a:lnTo>
                    <a:pt x="4147310" y="1050598"/>
                  </a:lnTo>
                  <a:lnTo>
                    <a:pt x="4081223" y="1036659"/>
                  </a:lnTo>
                  <a:lnTo>
                    <a:pt x="4020632" y="1021160"/>
                  </a:lnTo>
                  <a:lnTo>
                    <a:pt x="3964717" y="1003901"/>
                  </a:lnTo>
                  <a:lnTo>
                    <a:pt x="3912636" y="984688"/>
                  </a:lnTo>
                  <a:lnTo>
                    <a:pt x="3863580" y="963363"/>
                  </a:lnTo>
                  <a:lnTo>
                    <a:pt x="3829811" y="946705"/>
                  </a:lnTo>
                  <a:lnTo>
                    <a:pt x="3780142" y="919182"/>
                  </a:lnTo>
                  <a:lnTo>
                    <a:pt x="3731988" y="888990"/>
                  </a:lnTo>
                  <a:lnTo>
                    <a:pt x="3684803" y="856085"/>
                  </a:lnTo>
                  <a:lnTo>
                    <a:pt x="3638184" y="820505"/>
                  </a:lnTo>
                  <a:lnTo>
                    <a:pt x="3591837" y="782380"/>
                  </a:lnTo>
                  <a:lnTo>
                    <a:pt x="3545569" y="741938"/>
                  </a:lnTo>
                  <a:lnTo>
                    <a:pt x="3499262" y="699503"/>
                  </a:lnTo>
                  <a:lnTo>
                    <a:pt x="3452869" y="655493"/>
                  </a:lnTo>
                  <a:lnTo>
                    <a:pt x="3406390" y="610400"/>
                  </a:lnTo>
                  <a:lnTo>
                    <a:pt x="3359862" y="564772"/>
                  </a:lnTo>
                  <a:lnTo>
                    <a:pt x="3313337" y="519186"/>
                  </a:lnTo>
                  <a:lnTo>
                    <a:pt x="3266869" y="474215"/>
                  </a:lnTo>
                  <a:lnTo>
                    <a:pt x="3220489" y="430400"/>
                  </a:lnTo>
                  <a:lnTo>
                    <a:pt x="3174192" y="388226"/>
                  </a:lnTo>
                  <a:lnTo>
                    <a:pt x="3127921" y="348095"/>
                  </a:lnTo>
                  <a:lnTo>
                    <a:pt x="3081550" y="310321"/>
                  </a:lnTo>
                  <a:lnTo>
                    <a:pt x="3034870" y="275116"/>
                  </a:lnTo>
                  <a:lnTo>
                    <a:pt x="2987576" y="242596"/>
                  </a:lnTo>
                  <a:lnTo>
                    <a:pt x="2939243" y="212788"/>
                  </a:lnTo>
                  <a:lnTo>
                    <a:pt x="2896531" y="189341"/>
                  </a:lnTo>
                  <a:lnTo>
                    <a:pt x="2849194" y="166451"/>
                  </a:lnTo>
                  <a:lnTo>
                    <a:pt x="2799364" y="145734"/>
                  </a:lnTo>
                  <a:lnTo>
                    <a:pt x="2746287" y="127089"/>
                  </a:lnTo>
                  <a:lnTo>
                    <a:pt x="2689139" y="110347"/>
                  </a:lnTo>
                  <a:lnTo>
                    <a:pt x="2627079" y="95308"/>
                  </a:lnTo>
                  <a:lnTo>
                    <a:pt x="2559304" y="81774"/>
                  </a:lnTo>
                  <a:lnTo>
                    <a:pt x="2485124" y="69568"/>
                  </a:lnTo>
                  <a:lnTo>
                    <a:pt x="2404069" y="58540"/>
                  </a:lnTo>
                  <a:lnTo>
                    <a:pt x="2316022" y="48574"/>
                  </a:lnTo>
                  <a:lnTo>
                    <a:pt x="2221395" y="39590"/>
                  </a:lnTo>
                  <a:lnTo>
                    <a:pt x="2121312" y="31544"/>
                  </a:lnTo>
                  <a:lnTo>
                    <a:pt x="2017782" y="24424"/>
                  </a:lnTo>
                  <a:lnTo>
                    <a:pt x="1913767" y="18240"/>
                  </a:lnTo>
                  <a:lnTo>
                    <a:pt x="1813089" y="13015"/>
                  </a:lnTo>
                  <a:lnTo>
                    <a:pt x="1720084" y="8762"/>
                  </a:lnTo>
                  <a:lnTo>
                    <a:pt x="1639014" y="5469"/>
                  </a:lnTo>
                  <a:lnTo>
                    <a:pt x="1573316" y="3083"/>
                  </a:lnTo>
                  <a:lnTo>
                    <a:pt x="1524893" y="1502"/>
                  </a:lnTo>
                  <a:lnTo>
                    <a:pt x="1493641" y="580"/>
                  </a:lnTo>
                  <a:lnTo>
                    <a:pt x="1477340" y="144"/>
                  </a:lnTo>
                  <a:lnTo>
                    <a:pt x="1471847" y="10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84" name="pl84"/>
            <p:cNvSpPr/>
            <p:nvPr/>
          </p:nvSpPr>
          <p:spPr>
            <a:xfrm>
              <a:off x="4799595" y="3647571"/>
              <a:ext cx="11981298" cy="2427380"/>
            </a:xfrm>
            <a:custGeom>
              <a:avLst/>
              <a:pathLst>
                <a:path w="11981298" h="2427380">
                  <a:moveTo>
                    <a:pt x="0" y="0"/>
                  </a:moveTo>
                  <a:lnTo>
                    <a:pt x="1471387" y="0"/>
                  </a:lnTo>
                  <a:lnTo>
                    <a:pt x="1472609" y="28"/>
                  </a:lnTo>
                  <a:lnTo>
                    <a:pt x="1480630" y="228"/>
                  </a:lnTo>
                  <a:lnTo>
                    <a:pt x="1500803" y="783"/>
                  </a:lnTo>
                  <a:lnTo>
                    <a:pt x="1536762" y="1874"/>
                  </a:lnTo>
                  <a:lnTo>
                    <a:pt x="1590136" y="3669"/>
                  </a:lnTo>
                  <a:lnTo>
                    <a:pt x="1660438" y="6302"/>
                  </a:lnTo>
                  <a:lnTo>
                    <a:pt x="1745270" y="9862"/>
                  </a:lnTo>
                  <a:lnTo>
                    <a:pt x="1840886" y="14390"/>
                  </a:lnTo>
                  <a:lnTo>
                    <a:pt x="1942931" y="19887"/>
                  </a:lnTo>
                  <a:lnTo>
                    <a:pt x="2047163" y="26337"/>
                  </a:lnTo>
                  <a:lnTo>
                    <a:pt x="2149980" y="33719"/>
                  </a:lnTo>
                  <a:lnTo>
                    <a:pt x="2248687" y="42027"/>
                  </a:lnTo>
                  <a:lnTo>
                    <a:pt x="2341539" y="51281"/>
                  </a:lnTo>
                  <a:lnTo>
                    <a:pt x="2427630" y="61537"/>
                  </a:lnTo>
                  <a:lnTo>
                    <a:pt x="2506717" y="72884"/>
                  </a:lnTo>
                  <a:lnTo>
                    <a:pt x="2579032" y="85447"/>
                  </a:lnTo>
                  <a:lnTo>
                    <a:pt x="2645120" y="99387"/>
                  </a:lnTo>
                  <a:lnTo>
                    <a:pt x="2705711" y="114886"/>
                  </a:lnTo>
                  <a:lnTo>
                    <a:pt x="2761625" y="132145"/>
                  </a:lnTo>
                  <a:lnTo>
                    <a:pt x="2813706" y="151358"/>
                  </a:lnTo>
                  <a:lnTo>
                    <a:pt x="2862762" y="172683"/>
                  </a:lnTo>
                  <a:lnTo>
                    <a:pt x="2896531" y="189341"/>
                  </a:lnTo>
                  <a:lnTo>
                    <a:pt x="2946200" y="216864"/>
                  </a:lnTo>
                  <a:lnTo>
                    <a:pt x="2994355" y="247056"/>
                  </a:lnTo>
                  <a:lnTo>
                    <a:pt x="3041539" y="279961"/>
                  </a:lnTo>
                  <a:lnTo>
                    <a:pt x="3088158" y="315541"/>
                  </a:lnTo>
                  <a:lnTo>
                    <a:pt x="3134505" y="353666"/>
                  </a:lnTo>
                  <a:lnTo>
                    <a:pt x="3180773" y="394108"/>
                  </a:lnTo>
                  <a:lnTo>
                    <a:pt x="3227080" y="436543"/>
                  </a:lnTo>
                  <a:lnTo>
                    <a:pt x="3273473" y="480553"/>
                  </a:lnTo>
                  <a:lnTo>
                    <a:pt x="3319952" y="525646"/>
                  </a:lnTo>
                  <a:lnTo>
                    <a:pt x="3366481" y="571273"/>
                  </a:lnTo>
                  <a:lnTo>
                    <a:pt x="3413005" y="616860"/>
                  </a:lnTo>
                  <a:lnTo>
                    <a:pt x="3459473" y="661831"/>
                  </a:lnTo>
                  <a:lnTo>
                    <a:pt x="3505853" y="705646"/>
                  </a:lnTo>
                  <a:lnTo>
                    <a:pt x="3552150" y="747820"/>
                  </a:lnTo>
                  <a:lnTo>
                    <a:pt x="3598421" y="787950"/>
                  </a:lnTo>
                  <a:lnTo>
                    <a:pt x="3644792" y="825725"/>
                  </a:lnTo>
                  <a:lnTo>
                    <a:pt x="3691472" y="860930"/>
                  </a:lnTo>
                  <a:lnTo>
                    <a:pt x="3738767" y="893450"/>
                  </a:lnTo>
                  <a:lnTo>
                    <a:pt x="3787099" y="923258"/>
                  </a:lnTo>
                  <a:lnTo>
                    <a:pt x="3829811" y="946705"/>
                  </a:lnTo>
                  <a:lnTo>
                    <a:pt x="3877148" y="969594"/>
                  </a:lnTo>
                  <a:lnTo>
                    <a:pt x="3926978" y="990312"/>
                  </a:lnTo>
                  <a:lnTo>
                    <a:pt x="3980055" y="1008956"/>
                  </a:lnTo>
                  <a:lnTo>
                    <a:pt x="4037203" y="1025699"/>
                  </a:lnTo>
                  <a:lnTo>
                    <a:pt x="4099263" y="1040738"/>
                  </a:lnTo>
                  <a:lnTo>
                    <a:pt x="4167038" y="1054272"/>
                  </a:lnTo>
                  <a:lnTo>
                    <a:pt x="4241218" y="1066478"/>
                  </a:lnTo>
                  <a:lnTo>
                    <a:pt x="4322273" y="1077506"/>
                  </a:lnTo>
                  <a:lnTo>
                    <a:pt x="4410320" y="1087472"/>
                  </a:lnTo>
                  <a:lnTo>
                    <a:pt x="4504948" y="1096456"/>
                  </a:lnTo>
                  <a:lnTo>
                    <a:pt x="4605030" y="1104501"/>
                  </a:lnTo>
                  <a:lnTo>
                    <a:pt x="4708560" y="1111622"/>
                  </a:lnTo>
                  <a:lnTo>
                    <a:pt x="4812575" y="1117806"/>
                  </a:lnTo>
                  <a:lnTo>
                    <a:pt x="4913253" y="1123031"/>
                  </a:lnTo>
                  <a:lnTo>
                    <a:pt x="5006258" y="1127284"/>
                  </a:lnTo>
                  <a:lnTo>
                    <a:pt x="5087328" y="1130577"/>
                  </a:lnTo>
                  <a:lnTo>
                    <a:pt x="5153026" y="1132963"/>
                  </a:lnTo>
                  <a:lnTo>
                    <a:pt x="5201449" y="1134544"/>
                  </a:lnTo>
                  <a:lnTo>
                    <a:pt x="5232702" y="1135466"/>
                  </a:lnTo>
                  <a:lnTo>
                    <a:pt x="5249002" y="1135902"/>
                  </a:lnTo>
                  <a:lnTo>
                    <a:pt x="5254495" y="1136036"/>
                  </a:lnTo>
                  <a:lnTo>
                    <a:pt x="5254955" y="1136046"/>
                  </a:lnTo>
                  <a:lnTo>
                    <a:pt x="6726343" y="1136046"/>
                  </a:lnTo>
                  <a:lnTo>
                    <a:pt x="6727560" y="1136078"/>
                  </a:lnTo>
                  <a:lnTo>
                    <a:pt x="6735551" y="1136305"/>
                  </a:lnTo>
                  <a:lnTo>
                    <a:pt x="6755654" y="1136933"/>
                  </a:lnTo>
                  <a:lnTo>
                    <a:pt x="6791493" y="1138169"/>
                  </a:lnTo>
                  <a:lnTo>
                    <a:pt x="6844700" y="1140202"/>
                  </a:lnTo>
                  <a:lnTo>
                    <a:pt x="6914802" y="1143184"/>
                  </a:lnTo>
                  <a:lnTo>
                    <a:pt x="6999423" y="1147216"/>
                  </a:lnTo>
                  <a:lnTo>
                    <a:pt x="7094837" y="1152346"/>
                  </a:lnTo>
                  <a:lnTo>
                    <a:pt x="7196708" y="1158575"/>
                  </a:lnTo>
                  <a:lnTo>
                    <a:pt x="7300805" y="1165885"/>
                  </a:lnTo>
                  <a:lnTo>
                    <a:pt x="7403531" y="1174251"/>
                  </a:lnTo>
                  <a:lnTo>
                    <a:pt x="7502188" y="1183667"/>
                  </a:lnTo>
                  <a:lnTo>
                    <a:pt x="7595024" y="1194156"/>
                  </a:lnTo>
                  <a:lnTo>
                    <a:pt x="7681125" y="1205779"/>
                  </a:lnTo>
                  <a:lnTo>
                    <a:pt x="7760239" y="1218636"/>
                  </a:lnTo>
                  <a:lnTo>
                    <a:pt x="7832590" y="1232871"/>
                  </a:lnTo>
                  <a:lnTo>
                    <a:pt x="7898717" y="1248661"/>
                  </a:lnTo>
                  <a:lnTo>
                    <a:pt x="7959344" y="1266215"/>
                  </a:lnTo>
                  <a:lnTo>
                    <a:pt x="8015288" y="1285759"/>
                  </a:lnTo>
                  <a:lnTo>
                    <a:pt x="8067387" y="1307514"/>
                  </a:lnTo>
                  <a:lnTo>
                    <a:pt x="8116449" y="1331659"/>
                  </a:lnTo>
                  <a:lnTo>
                    <a:pt x="8151487" y="1351269"/>
                  </a:lnTo>
                  <a:lnTo>
                    <a:pt x="8199835" y="1381668"/>
                  </a:lnTo>
                  <a:lnTo>
                    <a:pt x="8246733" y="1414937"/>
                  </a:lnTo>
                  <a:lnTo>
                    <a:pt x="8292690" y="1451125"/>
                  </a:lnTo>
                  <a:lnTo>
                    <a:pt x="8338086" y="1490199"/>
                  </a:lnTo>
                  <a:lnTo>
                    <a:pt x="8383198" y="1532031"/>
                  </a:lnTo>
                  <a:lnTo>
                    <a:pt x="8428217" y="1576398"/>
                  </a:lnTo>
                  <a:lnTo>
                    <a:pt x="8473259" y="1622972"/>
                  </a:lnTo>
                  <a:lnTo>
                    <a:pt x="8518379" y="1671333"/>
                  </a:lnTo>
                  <a:lnTo>
                    <a:pt x="8563583" y="1720981"/>
                  </a:lnTo>
                  <a:lnTo>
                    <a:pt x="8608845" y="1771351"/>
                  </a:lnTo>
                  <a:lnTo>
                    <a:pt x="8654117" y="1821847"/>
                  </a:lnTo>
                  <a:lnTo>
                    <a:pt x="8699349" y="1871861"/>
                  </a:lnTo>
                  <a:lnTo>
                    <a:pt x="8744505" y="1920815"/>
                  </a:lnTo>
                  <a:lnTo>
                    <a:pt x="8789575" y="1968178"/>
                  </a:lnTo>
                  <a:lnTo>
                    <a:pt x="8834593" y="2013494"/>
                  </a:lnTo>
                  <a:lnTo>
                    <a:pt x="8879649" y="2056399"/>
                  </a:lnTo>
                  <a:lnTo>
                    <a:pt x="8924900" y="2096624"/>
                  </a:lnTo>
                  <a:lnTo>
                    <a:pt x="8970587" y="2134005"/>
                  </a:lnTo>
                  <a:lnTo>
                    <a:pt x="9017046" y="2168469"/>
                  </a:lnTo>
                  <a:lnTo>
                    <a:pt x="9064729" y="2200035"/>
                  </a:lnTo>
                  <a:lnTo>
                    <a:pt x="9084767" y="2212158"/>
                  </a:lnTo>
                  <a:lnTo>
                    <a:pt x="9132042" y="2238144"/>
                  </a:lnTo>
                  <a:lnTo>
                    <a:pt x="9181804" y="2261669"/>
                  </a:lnTo>
                  <a:lnTo>
                    <a:pt x="9234803" y="2282842"/>
                  </a:lnTo>
                  <a:lnTo>
                    <a:pt x="9291858" y="2301858"/>
                  </a:lnTo>
                  <a:lnTo>
                    <a:pt x="9353810" y="2318942"/>
                  </a:lnTo>
                  <a:lnTo>
                    <a:pt x="9421457" y="2334317"/>
                  </a:lnTo>
                  <a:lnTo>
                    <a:pt x="9495488" y="2348186"/>
                  </a:lnTo>
                  <a:lnTo>
                    <a:pt x="9576375" y="2360717"/>
                  </a:lnTo>
                  <a:lnTo>
                    <a:pt x="9664237" y="2372044"/>
                  </a:lnTo>
                  <a:lnTo>
                    <a:pt x="9758671" y="2382255"/>
                  </a:lnTo>
                  <a:lnTo>
                    <a:pt x="9858566" y="2391403"/>
                  </a:lnTo>
                  <a:lnTo>
                    <a:pt x="9961935" y="2399502"/>
                  </a:lnTo>
                  <a:lnTo>
                    <a:pt x="10065839" y="2406539"/>
                  </a:lnTo>
                  <a:lnTo>
                    <a:pt x="10166483" y="2412491"/>
                  </a:lnTo>
                  <a:lnTo>
                    <a:pt x="10259551" y="2417339"/>
                  </a:lnTo>
                  <a:lnTo>
                    <a:pt x="10340789" y="2421098"/>
                  </a:lnTo>
                  <a:lnTo>
                    <a:pt x="10406749" y="2423827"/>
                  </a:lnTo>
                  <a:lnTo>
                    <a:pt x="10455499" y="2425641"/>
                  </a:lnTo>
                  <a:lnTo>
                    <a:pt x="10487095" y="2426702"/>
                  </a:lnTo>
                  <a:lnTo>
                    <a:pt x="10503700" y="2427209"/>
                  </a:lnTo>
                  <a:lnTo>
                    <a:pt x="10509399" y="2427367"/>
                  </a:lnTo>
                  <a:lnTo>
                    <a:pt x="10509911" y="2427380"/>
                  </a:lnTo>
                  <a:lnTo>
                    <a:pt x="11981298" y="242738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5" name="pl85"/>
            <p:cNvSpPr/>
            <p:nvPr/>
          </p:nvSpPr>
          <p:spPr>
            <a:xfrm>
              <a:off x="4799595" y="3614879"/>
              <a:ext cx="11981298" cy="2427380"/>
            </a:xfrm>
            <a:custGeom>
              <a:avLst/>
              <a:pathLst>
                <a:path w="11981298" h="2427380">
                  <a:moveTo>
                    <a:pt x="11981298" y="2427380"/>
                  </a:moveTo>
                  <a:lnTo>
                    <a:pt x="10509911" y="2427380"/>
                  </a:lnTo>
                  <a:lnTo>
                    <a:pt x="10508693" y="2427348"/>
                  </a:lnTo>
                  <a:lnTo>
                    <a:pt x="10500702" y="2427121"/>
                  </a:lnTo>
                  <a:lnTo>
                    <a:pt x="10480599" y="2426493"/>
                  </a:lnTo>
                  <a:lnTo>
                    <a:pt x="10444761" y="2425258"/>
                  </a:lnTo>
                  <a:lnTo>
                    <a:pt x="10391553" y="2423225"/>
                  </a:lnTo>
                  <a:lnTo>
                    <a:pt x="10321451" y="2420242"/>
                  </a:lnTo>
                  <a:lnTo>
                    <a:pt x="10236830" y="2416210"/>
                  </a:lnTo>
                  <a:lnTo>
                    <a:pt x="10141416" y="2411080"/>
                  </a:lnTo>
                  <a:lnTo>
                    <a:pt x="10039546" y="2404851"/>
                  </a:lnTo>
                  <a:lnTo>
                    <a:pt x="9935448" y="2397541"/>
                  </a:lnTo>
                  <a:lnTo>
                    <a:pt x="9832723" y="2389175"/>
                  </a:lnTo>
                  <a:lnTo>
                    <a:pt x="9734066" y="2379759"/>
                  </a:lnTo>
                  <a:lnTo>
                    <a:pt x="9641229" y="2369270"/>
                  </a:lnTo>
                  <a:lnTo>
                    <a:pt x="9555128" y="2357648"/>
                  </a:lnTo>
                  <a:lnTo>
                    <a:pt x="9476014" y="2344790"/>
                  </a:lnTo>
                  <a:lnTo>
                    <a:pt x="9403663" y="2330555"/>
                  </a:lnTo>
                  <a:lnTo>
                    <a:pt x="9337536" y="2314765"/>
                  </a:lnTo>
                  <a:lnTo>
                    <a:pt x="9276909" y="2297212"/>
                  </a:lnTo>
                  <a:lnTo>
                    <a:pt x="9220965" y="2277668"/>
                  </a:lnTo>
                  <a:lnTo>
                    <a:pt x="9168866" y="2255912"/>
                  </a:lnTo>
                  <a:lnTo>
                    <a:pt x="9119804" y="2231767"/>
                  </a:lnTo>
                  <a:lnTo>
                    <a:pt x="9084767" y="2212158"/>
                  </a:lnTo>
                  <a:lnTo>
                    <a:pt x="9036419" y="2181759"/>
                  </a:lnTo>
                  <a:lnTo>
                    <a:pt x="8989520" y="2148489"/>
                  </a:lnTo>
                  <a:lnTo>
                    <a:pt x="8943563" y="2112301"/>
                  </a:lnTo>
                  <a:lnTo>
                    <a:pt x="8898167" y="2073227"/>
                  </a:lnTo>
                  <a:lnTo>
                    <a:pt x="8853055" y="2031395"/>
                  </a:lnTo>
                  <a:lnTo>
                    <a:pt x="8808036" y="1987029"/>
                  </a:lnTo>
                  <a:lnTo>
                    <a:pt x="8762994" y="1940455"/>
                  </a:lnTo>
                  <a:lnTo>
                    <a:pt x="8717875" y="1892093"/>
                  </a:lnTo>
                  <a:lnTo>
                    <a:pt x="8672670" y="1842445"/>
                  </a:lnTo>
                  <a:lnTo>
                    <a:pt x="8627409" y="1792075"/>
                  </a:lnTo>
                  <a:lnTo>
                    <a:pt x="8582136" y="1741580"/>
                  </a:lnTo>
                  <a:lnTo>
                    <a:pt x="8536904" y="1691565"/>
                  </a:lnTo>
                  <a:lnTo>
                    <a:pt x="8491748" y="1642611"/>
                  </a:lnTo>
                  <a:lnTo>
                    <a:pt x="8446678" y="1595248"/>
                  </a:lnTo>
                  <a:lnTo>
                    <a:pt x="8401660" y="1549932"/>
                  </a:lnTo>
                  <a:lnTo>
                    <a:pt x="8356604" y="1507028"/>
                  </a:lnTo>
                  <a:lnTo>
                    <a:pt x="8311353" y="1466802"/>
                  </a:lnTo>
                  <a:lnTo>
                    <a:pt x="8265666" y="1429422"/>
                  </a:lnTo>
                  <a:lnTo>
                    <a:pt x="8219207" y="1394957"/>
                  </a:lnTo>
                  <a:lnTo>
                    <a:pt x="8171524" y="1363392"/>
                  </a:lnTo>
                  <a:lnTo>
                    <a:pt x="8151487" y="1351269"/>
                  </a:lnTo>
                  <a:lnTo>
                    <a:pt x="8104211" y="1325282"/>
                  </a:lnTo>
                  <a:lnTo>
                    <a:pt x="8054449" y="1301757"/>
                  </a:lnTo>
                  <a:lnTo>
                    <a:pt x="8001450" y="1280584"/>
                  </a:lnTo>
                  <a:lnTo>
                    <a:pt x="7944395" y="1261568"/>
                  </a:lnTo>
                  <a:lnTo>
                    <a:pt x="7882443" y="1244484"/>
                  </a:lnTo>
                  <a:lnTo>
                    <a:pt x="7814796" y="1229109"/>
                  </a:lnTo>
                  <a:lnTo>
                    <a:pt x="7740765" y="1215240"/>
                  </a:lnTo>
                  <a:lnTo>
                    <a:pt x="7659879" y="1202709"/>
                  </a:lnTo>
                  <a:lnTo>
                    <a:pt x="7572017" y="1191383"/>
                  </a:lnTo>
                  <a:lnTo>
                    <a:pt x="7477582" y="1181171"/>
                  </a:lnTo>
                  <a:lnTo>
                    <a:pt x="7377687" y="1172023"/>
                  </a:lnTo>
                  <a:lnTo>
                    <a:pt x="7274318" y="1163924"/>
                  </a:lnTo>
                  <a:lnTo>
                    <a:pt x="7170415" y="1156887"/>
                  </a:lnTo>
                  <a:lnTo>
                    <a:pt x="7069770" y="1150936"/>
                  </a:lnTo>
                  <a:lnTo>
                    <a:pt x="6976702" y="1146087"/>
                  </a:lnTo>
                  <a:lnTo>
                    <a:pt x="6895464" y="1142328"/>
                  </a:lnTo>
                  <a:lnTo>
                    <a:pt x="6829504" y="1139599"/>
                  </a:lnTo>
                  <a:lnTo>
                    <a:pt x="6780754" y="1137786"/>
                  </a:lnTo>
                  <a:lnTo>
                    <a:pt x="6749158" y="1136724"/>
                  </a:lnTo>
                  <a:lnTo>
                    <a:pt x="6732553" y="1136218"/>
                  </a:lnTo>
                  <a:lnTo>
                    <a:pt x="6726854" y="1136059"/>
                  </a:lnTo>
                  <a:lnTo>
                    <a:pt x="6726343" y="1136046"/>
                  </a:lnTo>
                  <a:lnTo>
                    <a:pt x="5254955" y="1136046"/>
                  </a:lnTo>
                  <a:lnTo>
                    <a:pt x="5253733" y="1136018"/>
                  </a:lnTo>
                  <a:lnTo>
                    <a:pt x="5245713" y="1135818"/>
                  </a:lnTo>
                  <a:lnTo>
                    <a:pt x="5225539" y="1135263"/>
                  </a:lnTo>
                  <a:lnTo>
                    <a:pt x="5189580" y="1134172"/>
                  </a:lnTo>
                  <a:lnTo>
                    <a:pt x="5136206" y="1132377"/>
                  </a:lnTo>
                  <a:lnTo>
                    <a:pt x="5065904" y="1129744"/>
                  </a:lnTo>
                  <a:lnTo>
                    <a:pt x="4981072" y="1126184"/>
                  </a:lnTo>
                  <a:lnTo>
                    <a:pt x="4885456" y="1121656"/>
                  </a:lnTo>
                  <a:lnTo>
                    <a:pt x="4783411" y="1116158"/>
                  </a:lnTo>
                  <a:lnTo>
                    <a:pt x="4679179" y="1109709"/>
                  </a:lnTo>
                  <a:lnTo>
                    <a:pt x="4576362" y="1102327"/>
                  </a:lnTo>
                  <a:lnTo>
                    <a:pt x="4477655" y="1094019"/>
                  </a:lnTo>
                  <a:lnTo>
                    <a:pt x="4384803" y="1084765"/>
                  </a:lnTo>
                  <a:lnTo>
                    <a:pt x="4298712" y="1074509"/>
                  </a:lnTo>
                  <a:lnTo>
                    <a:pt x="4219625" y="1063162"/>
                  </a:lnTo>
                  <a:lnTo>
                    <a:pt x="4147310" y="1050598"/>
                  </a:lnTo>
                  <a:lnTo>
                    <a:pt x="4081223" y="1036659"/>
                  </a:lnTo>
                  <a:lnTo>
                    <a:pt x="4020632" y="1021160"/>
                  </a:lnTo>
                  <a:lnTo>
                    <a:pt x="3964717" y="1003901"/>
                  </a:lnTo>
                  <a:lnTo>
                    <a:pt x="3912636" y="984688"/>
                  </a:lnTo>
                  <a:lnTo>
                    <a:pt x="3863580" y="963363"/>
                  </a:lnTo>
                  <a:lnTo>
                    <a:pt x="3829811" y="946705"/>
                  </a:lnTo>
                  <a:lnTo>
                    <a:pt x="3780142" y="919182"/>
                  </a:lnTo>
                  <a:lnTo>
                    <a:pt x="3731988" y="888990"/>
                  </a:lnTo>
                  <a:lnTo>
                    <a:pt x="3684803" y="856085"/>
                  </a:lnTo>
                  <a:lnTo>
                    <a:pt x="3638184" y="820505"/>
                  </a:lnTo>
                  <a:lnTo>
                    <a:pt x="3591837" y="782380"/>
                  </a:lnTo>
                  <a:lnTo>
                    <a:pt x="3545569" y="741938"/>
                  </a:lnTo>
                  <a:lnTo>
                    <a:pt x="3499262" y="699503"/>
                  </a:lnTo>
                  <a:lnTo>
                    <a:pt x="3452869" y="655493"/>
                  </a:lnTo>
                  <a:lnTo>
                    <a:pt x="3406390" y="610400"/>
                  </a:lnTo>
                  <a:lnTo>
                    <a:pt x="3359862" y="564772"/>
                  </a:lnTo>
                  <a:lnTo>
                    <a:pt x="3313337" y="519186"/>
                  </a:lnTo>
                  <a:lnTo>
                    <a:pt x="3266869" y="474215"/>
                  </a:lnTo>
                  <a:lnTo>
                    <a:pt x="3220489" y="430400"/>
                  </a:lnTo>
                  <a:lnTo>
                    <a:pt x="3174192" y="388226"/>
                  </a:lnTo>
                  <a:lnTo>
                    <a:pt x="3127921" y="348095"/>
                  </a:lnTo>
                  <a:lnTo>
                    <a:pt x="3081550" y="310321"/>
                  </a:lnTo>
                  <a:lnTo>
                    <a:pt x="3034870" y="275116"/>
                  </a:lnTo>
                  <a:lnTo>
                    <a:pt x="2987576" y="242596"/>
                  </a:lnTo>
                  <a:lnTo>
                    <a:pt x="2939243" y="212788"/>
                  </a:lnTo>
                  <a:lnTo>
                    <a:pt x="2896531" y="189341"/>
                  </a:lnTo>
                  <a:lnTo>
                    <a:pt x="2849194" y="166451"/>
                  </a:lnTo>
                  <a:lnTo>
                    <a:pt x="2799364" y="145734"/>
                  </a:lnTo>
                  <a:lnTo>
                    <a:pt x="2746287" y="127089"/>
                  </a:lnTo>
                  <a:lnTo>
                    <a:pt x="2689139" y="110347"/>
                  </a:lnTo>
                  <a:lnTo>
                    <a:pt x="2627079" y="95308"/>
                  </a:lnTo>
                  <a:lnTo>
                    <a:pt x="2559304" y="81774"/>
                  </a:lnTo>
                  <a:lnTo>
                    <a:pt x="2485124" y="69568"/>
                  </a:lnTo>
                  <a:lnTo>
                    <a:pt x="2404069" y="58540"/>
                  </a:lnTo>
                  <a:lnTo>
                    <a:pt x="2316022" y="48574"/>
                  </a:lnTo>
                  <a:lnTo>
                    <a:pt x="2221395" y="39590"/>
                  </a:lnTo>
                  <a:lnTo>
                    <a:pt x="2121312" y="31544"/>
                  </a:lnTo>
                  <a:lnTo>
                    <a:pt x="2017782" y="24424"/>
                  </a:lnTo>
                  <a:lnTo>
                    <a:pt x="1913767" y="18240"/>
                  </a:lnTo>
                  <a:lnTo>
                    <a:pt x="1813089" y="13015"/>
                  </a:lnTo>
                  <a:lnTo>
                    <a:pt x="1720084" y="8762"/>
                  </a:lnTo>
                  <a:lnTo>
                    <a:pt x="1639014" y="5469"/>
                  </a:lnTo>
                  <a:lnTo>
                    <a:pt x="1573316" y="3083"/>
                  </a:lnTo>
                  <a:lnTo>
                    <a:pt x="1524893" y="1502"/>
                  </a:lnTo>
                  <a:lnTo>
                    <a:pt x="1493641" y="580"/>
                  </a:lnTo>
                  <a:lnTo>
                    <a:pt x="1477340" y="144"/>
                  </a:lnTo>
                  <a:lnTo>
                    <a:pt x="1471847" y="10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6" name="pg86"/>
            <p:cNvSpPr/>
            <p:nvPr/>
          </p:nvSpPr>
          <p:spPr>
            <a:xfrm>
              <a:off x="4799595" y="3647571"/>
              <a:ext cx="11981298" cy="2762473"/>
            </a:xfrm>
            <a:custGeom>
              <a:avLst/>
              <a:pathLst>
                <a:path w="11981298" h="2762473">
                  <a:moveTo>
                    <a:pt x="0" y="8172"/>
                  </a:moveTo>
                  <a:lnTo>
                    <a:pt x="1471387" y="8172"/>
                  </a:lnTo>
                  <a:lnTo>
                    <a:pt x="1472609" y="8201"/>
                  </a:lnTo>
                  <a:lnTo>
                    <a:pt x="1480630" y="8401"/>
                  </a:lnTo>
                  <a:lnTo>
                    <a:pt x="1500803" y="8956"/>
                  </a:lnTo>
                  <a:lnTo>
                    <a:pt x="1536762" y="10047"/>
                  </a:lnTo>
                  <a:lnTo>
                    <a:pt x="1590136" y="11842"/>
                  </a:lnTo>
                  <a:lnTo>
                    <a:pt x="1660438" y="14475"/>
                  </a:lnTo>
                  <a:lnTo>
                    <a:pt x="1745270" y="18035"/>
                  </a:lnTo>
                  <a:lnTo>
                    <a:pt x="1840886" y="22563"/>
                  </a:lnTo>
                  <a:lnTo>
                    <a:pt x="1942931" y="28060"/>
                  </a:lnTo>
                  <a:lnTo>
                    <a:pt x="2047163" y="34510"/>
                  </a:lnTo>
                  <a:lnTo>
                    <a:pt x="2149980" y="41892"/>
                  </a:lnTo>
                  <a:lnTo>
                    <a:pt x="2248687" y="50200"/>
                  </a:lnTo>
                  <a:lnTo>
                    <a:pt x="2341539" y="59454"/>
                  </a:lnTo>
                  <a:lnTo>
                    <a:pt x="2427630" y="69710"/>
                  </a:lnTo>
                  <a:lnTo>
                    <a:pt x="2506717" y="81057"/>
                  </a:lnTo>
                  <a:lnTo>
                    <a:pt x="2579032" y="93620"/>
                  </a:lnTo>
                  <a:lnTo>
                    <a:pt x="2645120" y="107560"/>
                  </a:lnTo>
                  <a:lnTo>
                    <a:pt x="2705711" y="123059"/>
                  </a:lnTo>
                  <a:lnTo>
                    <a:pt x="2761625" y="140318"/>
                  </a:lnTo>
                  <a:lnTo>
                    <a:pt x="2813706" y="159531"/>
                  </a:lnTo>
                  <a:lnTo>
                    <a:pt x="2862762" y="180856"/>
                  </a:lnTo>
                  <a:lnTo>
                    <a:pt x="2896531" y="197514"/>
                  </a:lnTo>
                  <a:lnTo>
                    <a:pt x="2946200" y="225037"/>
                  </a:lnTo>
                  <a:lnTo>
                    <a:pt x="2994355" y="255229"/>
                  </a:lnTo>
                  <a:lnTo>
                    <a:pt x="3041539" y="288134"/>
                  </a:lnTo>
                  <a:lnTo>
                    <a:pt x="3088158" y="323714"/>
                  </a:lnTo>
                  <a:lnTo>
                    <a:pt x="3134505" y="361839"/>
                  </a:lnTo>
                  <a:lnTo>
                    <a:pt x="3180773" y="402281"/>
                  </a:lnTo>
                  <a:lnTo>
                    <a:pt x="3227080" y="444716"/>
                  </a:lnTo>
                  <a:lnTo>
                    <a:pt x="3273473" y="488726"/>
                  </a:lnTo>
                  <a:lnTo>
                    <a:pt x="3319952" y="533819"/>
                  </a:lnTo>
                  <a:lnTo>
                    <a:pt x="3366481" y="579446"/>
                  </a:lnTo>
                  <a:lnTo>
                    <a:pt x="3413005" y="625033"/>
                  </a:lnTo>
                  <a:lnTo>
                    <a:pt x="3459473" y="670004"/>
                  </a:lnTo>
                  <a:lnTo>
                    <a:pt x="3505853" y="713819"/>
                  </a:lnTo>
                  <a:lnTo>
                    <a:pt x="3552150" y="755993"/>
                  </a:lnTo>
                  <a:lnTo>
                    <a:pt x="3598421" y="796123"/>
                  </a:lnTo>
                  <a:lnTo>
                    <a:pt x="3644792" y="833898"/>
                  </a:lnTo>
                  <a:lnTo>
                    <a:pt x="3691472" y="869103"/>
                  </a:lnTo>
                  <a:lnTo>
                    <a:pt x="3738767" y="901623"/>
                  </a:lnTo>
                  <a:lnTo>
                    <a:pt x="3787099" y="931431"/>
                  </a:lnTo>
                  <a:lnTo>
                    <a:pt x="3829811" y="954878"/>
                  </a:lnTo>
                  <a:lnTo>
                    <a:pt x="3877148" y="977767"/>
                  </a:lnTo>
                  <a:lnTo>
                    <a:pt x="3926978" y="998485"/>
                  </a:lnTo>
                  <a:lnTo>
                    <a:pt x="3980055" y="1017129"/>
                  </a:lnTo>
                  <a:lnTo>
                    <a:pt x="4037203" y="1033872"/>
                  </a:lnTo>
                  <a:lnTo>
                    <a:pt x="4099263" y="1048911"/>
                  </a:lnTo>
                  <a:lnTo>
                    <a:pt x="4167038" y="1062445"/>
                  </a:lnTo>
                  <a:lnTo>
                    <a:pt x="4241218" y="1074651"/>
                  </a:lnTo>
                  <a:lnTo>
                    <a:pt x="4322273" y="1085679"/>
                  </a:lnTo>
                  <a:lnTo>
                    <a:pt x="4410320" y="1095645"/>
                  </a:lnTo>
                  <a:lnTo>
                    <a:pt x="4504948" y="1104629"/>
                  </a:lnTo>
                  <a:lnTo>
                    <a:pt x="4605030" y="1112674"/>
                  </a:lnTo>
                  <a:lnTo>
                    <a:pt x="4708560" y="1119795"/>
                  </a:lnTo>
                  <a:lnTo>
                    <a:pt x="4812575" y="1125979"/>
                  </a:lnTo>
                  <a:lnTo>
                    <a:pt x="4913253" y="1131204"/>
                  </a:lnTo>
                  <a:lnTo>
                    <a:pt x="5006258" y="1135457"/>
                  </a:lnTo>
                  <a:lnTo>
                    <a:pt x="5087328" y="1138750"/>
                  </a:lnTo>
                  <a:lnTo>
                    <a:pt x="5153026" y="1141136"/>
                  </a:lnTo>
                  <a:lnTo>
                    <a:pt x="5201449" y="1142717"/>
                  </a:lnTo>
                  <a:lnTo>
                    <a:pt x="5232702" y="1143639"/>
                  </a:lnTo>
                  <a:lnTo>
                    <a:pt x="5249002" y="1144075"/>
                  </a:lnTo>
                  <a:lnTo>
                    <a:pt x="5254495" y="1144209"/>
                  </a:lnTo>
                  <a:lnTo>
                    <a:pt x="5254955" y="1144219"/>
                  </a:lnTo>
                  <a:lnTo>
                    <a:pt x="6726343" y="1144219"/>
                  </a:lnTo>
                  <a:lnTo>
                    <a:pt x="6727549" y="1144259"/>
                  </a:lnTo>
                  <a:lnTo>
                    <a:pt x="6735468" y="1144541"/>
                  </a:lnTo>
                  <a:lnTo>
                    <a:pt x="6755395" y="1145320"/>
                  </a:lnTo>
                  <a:lnTo>
                    <a:pt x="6790933" y="1146854"/>
                  </a:lnTo>
                  <a:lnTo>
                    <a:pt x="6843726" y="1149378"/>
                  </a:lnTo>
                  <a:lnTo>
                    <a:pt x="6913330" y="1153081"/>
                  </a:lnTo>
                  <a:lnTo>
                    <a:pt x="6997422" y="1158091"/>
                  </a:lnTo>
                  <a:lnTo>
                    <a:pt x="7092331" y="1164466"/>
                  </a:lnTo>
                  <a:lnTo>
                    <a:pt x="7193766" y="1172212"/>
                  </a:lnTo>
                  <a:lnTo>
                    <a:pt x="7297525" y="1181303"/>
                  </a:lnTo>
                  <a:lnTo>
                    <a:pt x="7400021" y="1191710"/>
                  </a:lnTo>
                  <a:lnTo>
                    <a:pt x="7498551" y="1203425"/>
                  </a:lnTo>
                  <a:lnTo>
                    <a:pt x="7591345" y="1216474"/>
                  </a:lnTo>
                  <a:lnTo>
                    <a:pt x="7677470" y="1230931"/>
                  </a:lnTo>
                  <a:lnTo>
                    <a:pt x="7756651" y="1246919"/>
                  </a:lnTo>
                  <a:lnTo>
                    <a:pt x="7829093" y="1264611"/>
                  </a:lnTo>
                  <a:lnTo>
                    <a:pt x="7895317" y="1284229"/>
                  </a:lnTo>
                  <a:lnTo>
                    <a:pt x="7956035" y="1306029"/>
                  </a:lnTo>
                  <a:lnTo>
                    <a:pt x="8012051" y="1330290"/>
                  </a:lnTo>
                  <a:lnTo>
                    <a:pt x="8064198" y="1357290"/>
                  </a:lnTo>
                  <a:lnTo>
                    <a:pt x="8113278" y="1387255"/>
                  </a:lnTo>
                  <a:lnTo>
                    <a:pt x="8151487" y="1413928"/>
                  </a:lnTo>
                  <a:lnTo>
                    <a:pt x="8197144" y="1449774"/>
                  </a:lnTo>
                  <a:lnTo>
                    <a:pt x="8241484" y="1488816"/>
                  </a:lnTo>
                  <a:lnTo>
                    <a:pt x="8284941" y="1531113"/>
                  </a:lnTo>
                  <a:lnTo>
                    <a:pt x="8327849" y="1576643"/>
                  </a:lnTo>
                  <a:lnTo>
                    <a:pt x="8370457" y="1625293"/>
                  </a:lnTo>
                  <a:lnTo>
                    <a:pt x="8412942" y="1676852"/>
                  </a:lnTo>
                  <a:lnTo>
                    <a:pt x="8455419" y="1731010"/>
                  </a:lnTo>
                  <a:lnTo>
                    <a:pt x="8497952" y="1787361"/>
                  </a:lnTo>
                  <a:lnTo>
                    <a:pt x="8540563" y="1845410"/>
                  </a:lnTo>
                  <a:lnTo>
                    <a:pt x="8583241" y="1904592"/>
                  </a:lnTo>
                  <a:lnTo>
                    <a:pt x="8625953" y="1964295"/>
                  </a:lnTo>
                  <a:lnTo>
                    <a:pt x="8668657" y="2023880"/>
                  </a:lnTo>
                  <a:lnTo>
                    <a:pt x="8711313" y="2082716"/>
                  </a:lnTo>
                  <a:lnTo>
                    <a:pt x="8753895" y="2140205"/>
                  </a:lnTo>
                  <a:lnTo>
                    <a:pt x="8796403" y="2195805"/>
                  </a:lnTo>
                  <a:lnTo>
                    <a:pt x="8838873" y="2249054"/>
                  </a:lnTo>
                  <a:lnTo>
                    <a:pt x="8881387" y="2299577"/>
                  </a:lnTo>
                  <a:lnTo>
                    <a:pt x="8924081" y="2347103"/>
                  </a:lnTo>
                  <a:lnTo>
                    <a:pt x="8967157" y="2391456"/>
                  </a:lnTo>
                  <a:lnTo>
                    <a:pt x="9010894" y="2432559"/>
                  </a:lnTo>
                  <a:lnTo>
                    <a:pt x="9055660" y="2470419"/>
                  </a:lnTo>
                  <a:lnTo>
                    <a:pt x="9084767" y="2492764"/>
                  </a:lnTo>
                  <a:lnTo>
                    <a:pt x="9131889" y="2525232"/>
                  </a:lnTo>
                  <a:lnTo>
                    <a:pt x="9181481" y="2554633"/>
                  </a:lnTo>
                  <a:lnTo>
                    <a:pt x="9234283" y="2581105"/>
                  </a:lnTo>
                  <a:lnTo>
                    <a:pt x="9291110" y="2604888"/>
                  </a:lnTo>
                  <a:lnTo>
                    <a:pt x="9352790" y="2626262"/>
                  </a:lnTo>
                  <a:lnTo>
                    <a:pt x="9420119" y="2645504"/>
                  </a:lnTo>
                  <a:lnTo>
                    <a:pt x="9493781" y="2662865"/>
                  </a:lnTo>
                  <a:lnTo>
                    <a:pt x="9574247" y="2678557"/>
                  </a:lnTo>
                  <a:lnTo>
                    <a:pt x="9661648" y="2692744"/>
                  </a:lnTo>
                  <a:lnTo>
                    <a:pt x="9755601" y="2705541"/>
                  </a:lnTo>
                  <a:lnTo>
                    <a:pt x="9855027" y="2717013"/>
                  </a:lnTo>
                  <a:lnTo>
                    <a:pt x="9957990" y="2727177"/>
                  </a:lnTo>
                  <a:lnTo>
                    <a:pt x="10061613" y="2736021"/>
                  </a:lnTo>
                  <a:lnTo>
                    <a:pt x="10162165" y="2743514"/>
                  </a:lnTo>
                  <a:lnTo>
                    <a:pt x="10255382" y="2749633"/>
                  </a:lnTo>
                  <a:lnTo>
                    <a:pt x="10337031" y="2754394"/>
                  </a:lnTo>
                  <a:lnTo>
                    <a:pt x="10403639" y="2757868"/>
                  </a:lnTo>
                  <a:lnTo>
                    <a:pt x="10453201" y="2760192"/>
                  </a:lnTo>
                  <a:lnTo>
                    <a:pt x="10485655" y="2761566"/>
                  </a:lnTo>
                  <a:lnTo>
                    <a:pt x="10503026" y="2762234"/>
                  </a:lnTo>
                  <a:lnTo>
                    <a:pt x="10509252" y="2762452"/>
                  </a:lnTo>
                  <a:lnTo>
                    <a:pt x="10509911" y="2762473"/>
                  </a:lnTo>
                  <a:lnTo>
                    <a:pt x="11981298" y="2762473"/>
                  </a:lnTo>
                  <a:lnTo>
                    <a:pt x="11981298" y="2754300"/>
                  </a:lnTo>
                  <a:lnTo>
                    <a:pt x="10509911" y="2754300"/>
                  </a:lnTo>
                  <a:lnTo>
                    <a:pt x="10508704" y="2754260"/>
                  </a:lnTo>
                  <a:lnTo>
                    <a:pt x="10500785" y="2753978"/>
                  </a:lnTo>
                  <a:lnTo>
                    <a:pt x="10480859" y="2753199"/>
                  </a:lnTo>
                  <a:lnTo>
                    <a:pt x="10445320" y="2751666"/>
                  </a:lnTo>
                  <a:lnTo>
                    <a:pt x="10392527" y="2749142"/>
                  </a:lnTo>
                  <a:lnTo>
                    <a:pt x="10322923" y="2745438"/>
                  </a:lnTo>
                  <a:lnTo>
                    <a:pt x="10238831" y="2740428"/>
                  </a:lnTo>
                  <a:lnTo>
                    <a:pt x="10143923" y="2734053"/>
                  </a:lnTo>
                  <a:lnTo>
                    <a:pt x="10042488" y="2726308"/>
                  </a:lnTo>
                  <a:lnTo>
                    <a:pt x="9938728" y="2717216"/>
                  </a:lnTo>
                  <a:lnTo>
                    <a:pt x="9836232" y="2706809"/>
                  </a:lnTo>
                  <a:lnTo>
                    <a:pt x="9737703" y="2695094"/>
                  </a:lnTo>
                  <a:lnTo>
                    <a:pt x="9644908" y="2682045"/>
                  </a:lnTo>
                  <a:lnTo>
                    <a:pt x="9558783" y="2667589"/>
                  </a:lnTo>
                  <a:lnTo>
                    <a:pt x="9479602" y="2651601"/>
                  </a:lnTo>
                  <a:lnTo>
                    <a:pt x="9407160" y="2633908"/>
                  </a:lnTo>
                  <a:lnTo>
                    <a:pt x="9340936" y="2614290"/>
                  </a:lnTo>
                  <a:lnTo>
                    <a:pt x="9280218" y="2592491"/>
                  </a:lnTo>
                  <a:lnTo>
                    <a:pt x="9224202" y="2568229"/>
                  </a:lnTo>
                  <a:lnTo>
                    <a:pt x="9172055" y="2541230"/>
                  </a:lnTo>
                  <a:lnTo>
                    <a:pt x="9122975" y="2511265"/>
                  </a:lnTo>
                  <a:lnTo>
                    <a:pt x="9084767" y="2484591"/>
                  </a:lnTo>
                  <a:lnTo>
                    <a:pt x="9039109" y="2448745"/>
                  </a:lnTo>
                  <a:lnTo>
                    <a:pt x="8994769" y="2409703"/>
                  </a:lnTo>
                  <a:lnTo>
                    <a:pt x="8951312" y="2367406"/>
                  </a:lnTo>
                  <a:lnTo>
                    <a:pt x="8908404" y="2321876"/>
                  </a:lnTo>
                  <a:lnTo>
                    <a:pt x="8865796" y="2273227"/>
                  </a:lnTo>
                  <a:lnTo>
                    <a:pt x="8823311" y="2221668"/>
                  </a:lnTo>
                  <a:lnTo>
                    <a:pt x="8780834" y="2167509"/>
                  </a:lnTo>
                  <a:lnTo>
                    <a:pt x="8738301" y="2111158"/>
                  </a:lnTo>
                  <a:lnTo>
                    <a:pt x="8695690" y="2053109"/>
                  </a:lnTo>
                  <a:lnTo>
                    <a:pt x="8653012" y="1993927"/>
                  </a:lnTo>
                  <a:lnTo>
                    <a:pt x="8610300" y="1934225"/>
                  </a:lnTo>
                  <a:lnTo>
                    <a:pt x="8567597" y="1874640"/>
                  </a:lnTo>
                  <a:lnTo>
                    <a:pt x="8524941" y="1815803"/>
                  </a:lnTo>
                  <a:lnTo>
                    <a:pt x="8482358" y="1758314"/>
                  </a:lnTo>
                  <a:lnTo>
                    <a:pt x="8439850" y="1702714"/>
                  </a:lnTo>
                  <a:lnTo>
                    <a:pt x="8397380" y="1649466"/>
                  </a:lnTo>
                  <a:lnTo>
                    <a:pt x="8354866" y="1598942"/>
                  </a:lnTo>
                  <a:lnTo>
                    <a:pt x="8312173" y="1551416"/>
                  </a:lnTo>
                  <a:lnTo>
                    <a:pt x="8269096" y="1507063"/>
                  </a:lnTo>
                  <a:lnTo>
                    <a:pt x="8225360" y="1465960"/>
                  </a:lnTo>
                  <a:lnTo>
                    <a:pt x="8180594" y="1428100"/>
                  </a:lnTo>
                  <a:lnTo>
                    <a:pt x="8151487" y="1405755"/>
                  </a:lnTo>
                  <a:lnTo>
                    <a:pt x="8104364" y="1373288"/>
                  </a:lnTo>
                  <a:lnTo>
                    <a:pt x="8054772" y="1343886"/>
                  </a:lnTo>
                  <a:lnTo>
                    <a:pt x="8001970" y="1317414"/>
                  </a:lnTo>
                  <a:lnTo>
                    <a:pt x="7945144" y="1293631"/>
                  </a:lnTo>
                  <a:lnTo>
                    <a:pt x="7883463" y="1272257"/>
                  </a:lnTo>
                  <a:lnTo>
                    <a:pt x="7816134" y="1253016"/>
                  </a:lnTo>
                  <a:lnTo>
                    <a:pt x="7742473" y="1235655"/>
                  </a:lnTo>
                  <a:lnTo>
                    <a:pt x="7662006" y="1219963"/>
                  </a:lnTo>
                  <a:lnTo>
                    <a:pt x="7574605" y="1205775"/>
                  </a:lnTo>
                  <a:lnTo>
                    <a:pt x="7480653" y="1192978"/>
                  </a:lnTo>
                  <a:lnTo>
                    <a:pt x="7381226" y="1181507"/>
                  </a:lnTo>
                  <a:lnTo>
                    <a:pt x="7278263" y="1171342"/>
                  </a:lnTo>
                  <a:lnTo>
                    <a:pt x="7174640" y="1162498"/>
                  </a:lnTo>
                  <a:lnTo>
                    <a:pt x="7074088" y="1155006"/>
                  </a:lnTo>
                  <a:lnTo>
                    <a:pt x="6980871" y="1148886"/>
                  </a:lnTo>
                  <a:lnTo>
                    <a:pt x="6899222" y="1144125"/>
                  </a:lnTo>
                  <a:lnTo>
                    <a:pt x="6832614" y="1140652"/>
                  </a:lnTo>
                  <a:lnTo>
                    <a:pt x="6783053" y="1138328"/>
                  </a:lnTo>
                  <a:lnTo>
                    <a:pt x="6750598" y="1136953"/>
                  </a:lnTo>
                  <a:lnTo>
                    <a:pt x="6733227" y="1136286"/>
                  </a:lnTo>
                  <a:lnTo>
                    <a:pt x="6727001" y="1136068"/>
                  </a:lnTo>
                  <a:lnTo>
                    <a:pt x="6726343" y="1136046"/>
                  </a:lnTo>
                  <a:lnTo>
                    <a:pt x="5254955" y="1136046"/>
                  </a:lnTo>
                  <a:lnTo>
                    <a:pt x="5253733" y="1136018"/>
                  </a:lnTo>
                  <a:lnTo>
                    <a:pt x="5245713" y="1135818"/>
                  </a:lnTo>
                  <a:lnTo>
                    <a:pt x="5225539" y="1135263"/>
                  </a:lnTo>
                  <a:lnTo>
                    <a:pt x="5189580" y="1134172"/>
                  </a:lnTo>
                  <a:lnTo>
                    <a:pt x="5136206" y="1132377"/>
                  </a:lnTo>
                  <a:lnTo>
                    <a:pt x="5065904" y="1129744"/>
                  </a:lnTo>
                  <a:lnTo>
                    <a:pt x="4981072" y="1126184"/>
                  </a:lnTo>
                  <a:lnTo>
                    <a:pt x="4885456" y="1121656"/>
                  </a:lnTo>
                  <a:lnTo>
                    <a:pt x="4783411" y="1116158"/>
                  </a:lnTo>
                  <a:lnTo>
                    <a:pt x="4679179" y="1109709"/>
                  </a:lnTo>
                  <a:lnTo>
                    <a:pt x="4576362" y="1102327"/>
                  </a:lnTo>
                  <a:lnTo>
                    <a:pt x="4477655" y="1094019"/>
                  </a:lnTo>
                  <a:lnTo>
                    <a:pt x="4384803" y="1084765"/>
                  </a:lnTo>
                  <a:lnTo>
                    <a:pt x="4298712" y="1074509"/>
                  </a:lnTo>
                  <a:lnTo>
                    <a:pt x="4219625" y="1063162"/>
                  </a:lnTo>
                  <a:lnTo>
                    <a:pt x="4147310" y="1050598"/>
                  </a:lnTo>
                  <a:lnTo>
                    <a:pt x="4081223" y="1036659"/>
                  </a:lnTo>
                  <a:lnTo>
                    <a:pt x="4020632" y="1021160"/>
                  </a:lnTo>
                  <a:lnTo>
                    <a:pt x="3964717" y="1003901"/>
                  </a:lnTo>
                  <a:lnTo>
                    <a:pt x="3912636" y="984688"/>
                  </a:lnTo>
                  <a:lnTo>
                    <a:pt x="3863580" y="963363"/>
                  </a:lnTo>
                  <a:lnTo>
                    <a:pt x="3829811" y="946705"/>
                  </a:lnTo>
                  <a:lnTo>
                    <a:pt x="3780142" y="919182"/>
                  </a:lnTo>
                  <a:lnTo>
                    <a:pt x="3731988" y="888990"/>
                  </a:lnTo>
                  <a:lnTo>
                    <a:pt x="3684803" y="856085"/>
                  </a:lnTo>
                  <a:lnTo>
                    <a:pt x="3638184" y="820505"/>
                  </a:lnTo>
                  <a:lnTo>
                    <a:pt x="3591837" y="782380"/>
                  </a:lnTo>
                  <a:lnTo>
                    <a:pt x="3545569" y="741938"/>
                  </a:lnTo>
                  <a:lnTo>
                    <a:pt x="3499262" y="699503"/>
                  </a:lnTo>
                  <a:lnTo>
                    <a:pt x="3452869" y="655493"/>
                  </a:lnTo>
                  <a:lnTo>
                    <a:pt x="3406390" y="610400"/>
                  </a:lnTo>
                  <a:lnTo>
                    <a:pt x="3359862" y="564772"/>
                  </a:lnTo>
                  <a:lnTo>
                    <a:pt x="3313337" y="519186"/>
                  </a:lnTo>
                  <a:lnTo>
                    <a:pt x="3266869" y="474215"/>
                  </a:lnTo>
                  <a:lnTo>
                    <a:pt x="3220489" y="430400"/>
                  </a:lnTo>
                  <a:lnTo>
                    <a:pt x="3174192" y="388226"/>
                  </a:lnTo>
                  <a:lnTo>
                    <a:pt x="3127921" y="348095"/>
                  </a:lnTo>
                  <a:lnTo>
                    <a:pt x="3081550" y="310321"/>
                  </a:lnTo>
                  <a:lnTo>
                    <a:pt x="3034870" y="275116"/>
                  </a:lnTo>
                  <a:lnTo>
                    <a:pt x="2987576" y="242596"/>
                  </a:lnTo>
                  <a:lnTo>
                    <a:pt x="2939243" y="212788"/>
                  </a:lnTo>
                  <a:lnTo>
                    <a:pt x="2896531" y="189341"/>
                  </a:lnTo>
                  <a:lnTo>
                    <a:pt x="2849194" y="166451"/>
                  </a:lnTo>
                  <a:lnTo>
                    <a:pt x="2799364" y="145734"/>
                  </a:lnTo>
                  <a:lnTo>
                    <a:pt x="2746287" y="127089"/>
                  </a:lnTo>
                  <a:lnTo>
                    <a:pt x="2689139" y="110347"/>
                  </a:lnTo>
                  <a:lnTo>
                    <a:pt x="2627079" y="95308"/>
                  </a:lnTo>
                  <a:lnTo>
                    <a:pt x="2559304" y="81774"/>
                  </a:lnTo>
                  <a:lnTo>
                    <a:pt x="2485124" y="69568"/>
                  </a:lnTo>
                  <a:lnTo>
                    <a:pt x="2404069" y="58540"/>
                  </a:lnTo>
                  <a:lnTo>
                    <a:pt x="2316022" y="48574"/>
                  </a:lnTo>
                  <a:lnTo>
                    <a:pt x="2221395" y="39590"/>
                  </a:lnTo>
                  <a:lnTo>
                    <a:pt x="2121312" y="31544"/>
                  </a:lnTo>
                  <a:lnTo>
                    <a:pt x="2017782" y="24424"/>
                  </a:lnTo>
                  <a:lnTo>
                    <a:pt x="1913767" y="18240"/>
                  </a:lnTo>
                  <a:lnTo>
                    <a:pt x="1813089" y="13015"/>
                  </a:lnTo>
                  <a:lnTo>
                    <a:pt x="1720084" y="8762"/>
                  </a:lnTo>
                  <a:lnTo>
                    <a:pt x="1639014" y="5469"/>
                  </a:lnTo>
                  <a:lnTo>
                    <a:pt x="1573316" y="3083"/>
                  </a:lnTo>
                  <a:lnTo>
                    <a:pt x="1524893" y="1502"/>
                  </a:lnTo>
                  <a:lnTo>
                    <a:pt x="1493641" y="580"/>
                  </a:lnTo>
                  <a:lnTo>
                    <a:pt x="1477340" y="144"/>
                  </a:lnTo>
                  <a:lnTo>
                    <a:pt x="1471847" y="10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87" name="pl87"/>
            <p:cNvSpPr/>
            <p:nvPr/>
          </p:nvSpPr>
          <p:spPr>
            <a:xfrm>
              <a:off x="4799595" y="3655744"/>
              <a:ext cx="11981298" cy="2754300"/>
            </a:xfrm>
            <a:custGeom>
              <a:avLst/>
              <a:pathLst>
                <a:path w="11981298" h="2754300">
                  <a:moveTo>
                    <a:pt x="0" y="0"/>
                  </a:moveTo>
                  <a:lnTo>
                    <a:pt x="1471387" y="0"/>
                  </a:lnTo>
                  <a:lnTo>
                    <a:pt x="1472609" y="28"/>
                  </a:lnTo>
                  <a:lnTo>
                    <a:pt x="1480630" y="228"/>
                  </a:lnTo>
                  <a:lnTo>
                    <a:pt x="1500803" y="783"/>
                  </a:lnTo>
                  <a:lnTo>
                    <a:pt x="1536762" y="1874"/>
                  </a:lnTo>
                  <a:lnTo>
                    <a:pt x="1590136" y="3669"/>
                  </a:lnTo>
                  <a:lnTo>
                    <a:pt x="1660438" y="6302"/>
                  </a:lnTo>
                  <a:lnTo>
                    <a:pt x="1745270" y="9862"/>
                  </a:lnTo>
                  <a:lnTo>
                    <a:pt x="1840886" y="14390"/>
                  </a:lnTo>
                  <a:lnTo>
                    <a:pt x="1942931" y="19887"/>
                  </a:lnTo>
                  <a:lnTo>
                    <a:pt x="2047163" y="26337"/>
                  </a:lnTo>
                  <a:lnTo>
                    <a:pt x="2149980" y="33719"/>
                  </a:lnTo>
                  <a:lnTo>
                    <a:pt x="2248687" y="42027"/>
                  </a:lnTo>
                  <a:lnTo>
                    <a:pt x="2341539" y="51281"/>
                  </a:lnTo>
                  <a:lnTo>
                    <a:pt x="2427630" y="61537"/>
                  </a:lnTo>
                  <a:lnTo>
                    <a:pt x="2506717" y="72884"/>
                  </a:lnTo>
                  <a:lnTo>
                    <a:pt x="2579032" y="85447"/>
                  </a:lnTo>
                  <a:lnTo>
                    <a:pt x="2645120" y="99387"/>
                  </a:lnTo>
                  <a:lnTo>
                    <a:pt x="2705711" y="114886"/>
                  </a:lnTo>
                  <a:lnTo>
                    <a:pt x="2761625" y="132145"/>
                  </a:lnTo>
                  <a:lnTo>
                    <a:pt x="2813706" y="151358"/>
                  </a:lnTo>
                  <a:lnTo>
                    <a:pt x="2862762" y="172683"/>
                  </a:lnTo>
                  <a:lnTo>
                    <a:pt x="2896531" y="189341"/>
                  </a:lnTo>
                  <a:lnTo>
                    <a:pt x="2946200" y="216864"/>
                  </a:lnTo>
                  <a:lnTo>
                    <a:pt x="2994355" y="247056"/>
                  </a:lnTo>
                  <a:lnTo>
                    <a:pt x="3041539" y="279961"/>
                  </a:lnTo>
                  <a:lnTo>
                    <a:pt x="3088158" y="315541"/>
                  </a:lnTo>
                  <a:lnTo>
                    <a:pt x="3134505" y="353666"/>
                  </a:lnTo>
                  <a:lnTo>
                    <a:pt x="3180773" y="394108"/>
                  </a:lnTo>
                  <a:lnTo>
                    <a:pt x="3227080" y="436543"/>
                  </a:lnTo>
                  <a:lnTo>
                    <a:pt x="3273473" y="480553"/>
                  </a:lnTo>
                  <a:lnTo>
                    <a:pt x="3319952" y="525646"/>
                  </a:lnTo>
                  <a:lnTo>
                    <a:pt x="3366481" y="571273"/>
                  </a:lnTo>
                  <a:lnTo>
                    <a:pt x="3413005" y="616860"/>
                  </a:lnTo>
                  <a:lnTo>
                    <a:pt x="3459473" y="661831"/>
                  </a:lnTo>
                  <a:lnTo>
                    <a:pt x="3505853" y="705646"/>
                  </a:lnTo>
                  <a:lnTo>
                    <a:pt x="3552150" y="747820"/>
                  </a:lnTo>
                  <a:lnTo>
                    <a:pt x="3598421" y="787950"/>
                  </a:lnTo>
                  <a:lnTo>
                    <a:pt x="3644792" y="825725"/>
                  </a:lnTo>
                  <a:lnTo>
                    <a:pt x="3691472" y="860930"/>
                  </a:lnTo>
                  <a:lnTo>
                    <a:pt x="3738767" y="893450"/>
                  </a:lnTo>
                  <a:lnTo>
                    <a:pt x="3787099" y="923258"/>
                  </a:lnTo>
                  <a:lnTo>
                    <a:pt x="3829811" y="946705"/>
                  </a:lnTo>
                  <a:lnTo>
                    <a:pt x="3877148" y="969594"/>
                  </a:lnTo>
                  <a:lnTo>
                    <a:pt x="3926978" y="990312"/>
                  </a:lnTo>
                  <a:lnTo>
                    <a:pt x="3980055" y="1008956"/>
                  </a:lnTo>
                  <a:lnTo>
                    <a:pt x="4037203" y="1025699"/>
                  </a:lnTo>
                  <a:lnTo>
                    <a:pt x="4099263" y="1040738"/>
                  </a:lnTo>
                  <a:lnTo>
                    <a:pt x="4167038" y="1054272"/>
                  </a:lnTo>
                  <a:lnTo>
                    <a:pt x="4241218" y="1066478"/>
                  </a:lnTo>
                  <a:lnTo>
                    <a:pt x="4322273" y="1077506"/>
                  </a:lnTo>
                  <a:lnTo>
                    <a:pt x="4410320" y="1087472"/>
                  </a:lnTo>
                  <a:lnTo>
                    <a:pt x="4504948" y="1096456"/>
                  </a:lnTo>
                  <a:lnTo>
                    <a:pt x="4605030" y="1104501"/>
                  </a:lnTo>
                  <a:lnTo>
                    <a:pt x="4708560" y="1111622"/>
                  </a:lnTo>
                  <a:lnTo>
                    <a:pt x="4812575" y="1117806"/>
                  </a:lnTo>
                  <a:lnTo>
                    <a:pt x="4913253" y="1123031"/>
                  </a:lnTo>
                  <a:lnTo>
                    <a:pt x="5006258" y="1127284"/>
                  </a:lnTo>
                  <a:lnTo>
                    <a:pt x="5087328" y="1130577"/>
                  </a:lnTo>
                  <a:lnTo>
                    <a:pt x="5153026" y="1132963"/>
                  </a:lnTo>
                  <a:lnTo>
                    <a:pt x="5201449" y="1134544"/>
                  </a:lnTo>
                  <a:lnTo>
                    <a:pt x="5232702" y="1135466"/>
                  </a:lnTo>
                  <a:lnTo>
                    <a:pt x="5249002" y="1135902"/>
                  </a:lnTo>
                  <a:lnTo>
                    <a:pt x="5254495" y="1136036"/>
                  </a:lnTo>
                  <a:lnTo>
                    <a:pt x="5254955" y="1136046"/>
                  </a:lnTo>
                  <a:lnTo>
                    <a:pt x="6726343" y="1136046"/>
                  </a:lnTo>
                  <a:lnTo>
                    <a:pt x="6727549" y="1136086"/>
                  </a:lnTo>
                  <a:lnTo>
                    <a:pt x="6735468" y="1136368"/>
                  </a:lnTo>
                  <a:lnTo>
                    <a:pt x="6755395" y="1137147"/>
                  </a:lnTo>
                  <a:lnTo>
                    <a:pt x="6790933" y="1138681"/>
                  </a:lnTo>
                  <a:lnTo>
                    <a:pt x="6843726" y="1141205"/>
                  </a:lnTo>
                  <a:lnTo>
                    <a:pt x="6913330" y="1144908"/>
                  </a:lnTo>
                  <a:lnTo>
                    <a:pt x="6997422" y="1149918"/>
                  </a:lnTo>
                  <a:lnTo>
                    <a:pt x="7092331" y="1156293"/>
                  </a:lnTo>
                  <a:lnTo>
                    <a:pt x="7193766" y="1164039"/>
                  </a:lnTo>
                  <a:lnTo>
                    <a:pt x="7297525" y="1173130"/>
                  </a:lnTo>
                  <a:lnTo>
                    <a:pt x="7400021" y="1183537"/>
                  </a:lnTo>
                  <a:lnTo>
                    <a:pt x="7498551" y="1195252"/>
                  </a:lnTo>
                  <a:lnTo>
                    <a:pt x="7591345" y="1208301"/>
                  </a:lnTo>
                  <a:lnTo>
                    <a:pt x="7677470" y="1222758"/>
                  </a:lnTo>
                  <a:lnTo>
                    <a:pt x="7756651" y="1238746"/>
                  </a:lnTo>
                  <a:lnTo>
                    <a:pt x="7829093" y="1256438"/>
                  </a:lnTo>
                  <a:lnTo>
                    <a:pt x="7895317" y="1276056"/>
                  </a:lnTo>
                  <a:lnTo>
                    <a:pt x="7956035" y="1297856"/>
                  </a:lnTo>
                  <a:lnTo>
                    <a:pt x="8012051" y="1322117"/>
                  </a:lnTo>
                  <a:lnTo>
                    <a:pt x="8064198" y="1349117"/>
                  </a:lnTo>
                  <a:lnTo>
                    <a:pt x="8113278" y="1379082"/>
                  </a:lnTo>
                  <a:lnTo>
                    <a:pt x="8151487" y="1405755"/>
                  </a:lnTo>
                  <a:lnTo>
                    <a:pt x="8197144" y="1441601"/>
                  </a:lnTo>
                  <a:lnTo>
                    <a:pt x="8241484" y="1480643"/>
                  </a:lnTo>
                  <a:lnTo>
                    <a:pt x="8284941" y="1522940"/>
                  </a:lnTo>
                  <a:lnTo>
                    <a:pt x="8327849" y="1568470"/>
                  </a:lnTo>
                  <a:lnTo>
                    <a:pt x="8370457" y="1617120"/>
                  </a:lnTo>
                  <a:lnTo>
                    <a:pt x="8412942" y="1668679"/>
                  </a:lnTo>
                  <a:lnTo>
                    <a:pt x="8455419" y="1722837"/>
                  </a:lnTo>
                  <a:lnTo>
                    <a:pt x="8497952" y="1779188"/>
                  </a:lnTo>
                  <a:lnTo>
                    <a:pt x="8540563" y="1837237"/>
                  </a:lnTo>
                  <a:lnTo>
                    <a:pt x="8583241" y="1896419"/>
                  </a:lnTo>
                  <a:lnTo>
                    <a:pt x="8625953" y="1956122"/>
                  </a:lnTo>
                  <a:lnTo>
                    <a:pt x="8668657" y="2015707"/>
                  </a:lnTo>
                  <a:lnTo>
                    <a:pt x="8711313" y="2074543"/>
                  </a:lnTo>
                  <a:lnTo>
                    <a:pt x="8753895" y="2132032"/>
                  </a:lnTo>
                  <a:lnTo>
                    <a:pt x="8796403" y="2187632"/>
                  </a:lnTo>
                  <a:lnTo>
                    <a:pt x="8838873" y="2240881"/>
                  </a:lnTo>
                  <a:lnTo>
                    <a:pt x="8881387" y="2291404"/>
                  </a:lnTo>
                  <a:lnTo>
                    <a:pt x="8924081" y="2338930"/>
                  </a:lnTo>
                  <a:lnTo>
                    <a:pt x="8967157" y="2383283"/>
                  </a:lnTo>
                  <a:lnTo>
                    <a:pt x="9010894" y="2424386"/>
                  </a:lnTo>
                  <a:lnTo>
                    <a:pt x="9055660" y="2462246"/>
                  </a:lnTo>
                  <a:lnTo>
                    <a:pt x="9084767" y="2484591"/>
                  </a:lnTo>
                  <a:lnTo>
                    <a:pt x="9131889" y="2517059"/>
                  </a:lnTo>
                  <a:lnTo>
                    <a:pt x="9181481" y="2546460"/>
                  </a:lnTo>
                  <a:lnTo>
                    <a:pt x="9234283" y="2572932"/>
                  </a:lnTo>
                  <a:lnTo>
                    <a:pt x="9291110" y="2596715"/>
                  </a:lnTo>
                  <a:lnTo>
                    <a:pt x="9352790" y="2618089"/>
                  </a:lnTo>
                  <a:lnTo>
                    <a:pt x="9420119" y="2637331"/>
                  </a:lnTo>
                  <a:lnTo>
                    <a:pt x="9493781" y="2654692"/>
                  </a:lnTo>
                  <a:lnTo>
                    <a:pt x="9574247" y="2670384"/>
                  </a:lnTo>
                  <a:lnTo>
                    <a:pt x="9661648" y="2684571"/>
                  </a:lnTo>
                  <a:lnTo>
                    <a:pt x="9755601" y="2697368"/>
                  </a:lnTo>
                  <a:lnTo>
                    <a:pt x="9855027" y="2708840"/>
                  </a:lnTo>
                  <a:lnTo>
                    <a:pt x="9957990" y="2719004"/>
                  </a:lnTo>
                  <a:lnTo>
                    <a:pt x="10061613" y="2727848"/>
                  </a:lnTo>
                  <a:lnTo>
                    <a:pt x="10162165" y="2735341"/>
                  </a:lnTo>
                  <a:lnTo>
                    <a:pt x="10255382" y="2741460"/>
                  </a:lnTo>
                  <a:lnTo>
                    <a:pt x="10337031" y="2746221"/>
                  </a:lnTo>
                  <a:lnTo>
                    <a:pt x="10403639" y="2749695"/>
                  </a:lnTo>
                  <a:lnTo>
                    <a:pt x="10453201" y="2752019"/>
                  </a:lnTo>
                  <a:lnTo>
                    <a:pt x="10485655" y="2753393"/>
                  </a:lnTo>
                  <a:lnTo>
                    <a:pt x="10503026" y="2754061"/>
                  </a:lnTo>
                  <a:lnTo>
                    <a:pt x="10509252" y="2754279"/>
                  </a:lnTo>
                  <a:lnTo>
                    <a:pt x="10509911" y="2754300"/>
                  </a:lnTo>
                  <a:lnTo>
                    <a:pt x="11981298" y="275430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8" name="pl88"/>
            <p:cNvSpPr/>
            <p:nvPr/>
          </p:nvSpPr>
          <p:spPr>
            <a:xfrm>
              <a:off x="4799595" y="3647571"/>
              <a:ext cx="11981298" cy="2754300"/>
            </a:xfrm>
            <a:custGeom>
              <a:avLst/>
              <a:pathLst>
                <a:path w="11981298" h="2754300">
                  <a:moveTo>
                    <a:pt x="11981298" y="2754300"/>
                  </a:moveTo>
                  <a:lnTo>
                    <a:pt x="10509911" y="2754300"/>
                  </a:lnTo>
                  <a:lnTo>
                    <a:pt x="10508704" y="2754260"/>
                  </a:lnTo>
                  <a:lnTo>
                    <a:pt x="10500785" y="2753978"/>
                  </a:lnTo>
                  <a:lnTo>
                    <a:pt x="10480859" y="2753199"/>
                  </a:lnTo>
                  <a:lnTo>
                    <a:pt x="10445320" y="2751666"/>
                  </a:lnTo>
                  <a:lnTo>
                    <a:pt x="10392527" y="2749142"/>
                  </a:lnTo>
                  <a:lnTo>
                    <a:pt x="10322923" y="2745438"/>
                  </a:lnTo>
                  <a:lnTo>
                    <a:pt x="10238831" y="2740428"/>
                  </a:lnTo>
                  <a:lnTo>
                    <a:pt x="10143923" y="2734053"/>
                  </a:lnTo>
                  <a:lnTo>
                    <a:pt x="10042488" y="2726308"/>
                  </a:lnTo>
                  <a:lnTo>
                    <a:pt x="9938728" y="2717216"/>
                  </a:lnTo>
                  <a:lnTo>
                    <a:pt x="9836232" y="2706809"/>
                  </a:lnTo>
                  <a:lnTo>
                    <a:pt x="9737703" y="2695094"/>
                  </a:lnTo>
                  <a:lnTo>
                    <a:pt x="9644908" y="2682045"/>
                  </a:lnTo>
                  <a:lnTo>
                    <a:pt x="9558783" y="2667589"/>
                  </a:lnTo>
                  <a:lnTo>
                    <a:pt x="9479602" y="2651601"/>
                  </a:lnTo>
                  <a:lnTo>
                    <a:pt x="9407160" y="2633908"/>
                  </a:lnTo>
                  <a:lnTo>
                    <a:pt x="9340936" y="2614290"/>
                  </a:lnTo>
                  <a:lnTo>
                    <a:pt x="9280218" y="2592491"/>
                  </a:lnTo>
                  <a:lnTo>
                    <a:pt x="9224202" y="2568229"/>
                  </a:lnTo>
                  <a:lnTo>
                    <a:pt x="9172055" y="2541230"/>
                  </a:lnTo>
                  <a:lnTo>
                    <a:pt x="9122975" y="2511265"/>
                  </a:lnTo>
                  <a:lnTo>
                    <a:pt x="9084767" y="2484591"/>
                  </a:lnTo>
                  <a:lnTo>
                    <a:pt x="9039109" y="2448745"/>
                  </a:lnTo>
                  <a:lnTo>
                    <a:pt x="8994769" y="2409703"/>
                  </a:lnTo>
                  <a:lnTo>
                    <a:pt x="8951312" y="2367406"/>
                  </a:lnTo>
                  <a:lnTo>
                    <a:pt x="8908404" y="2321876"/>
                  </a:lnTo>
                  <a:lnTo>
                    <a:pt x="8865796" y="2273227"/>
                  </a:lnTo>
                  <a:lnTo>
                    <a:pt x="8823311" y="2221668"/>
                  </a:lnTo>
                  <a:lnTo>
                    <a:pt x="8780834" y="2167509"/>
                  </a:lnTo>
                  <a:lnTo>
                    <a:pt x="8738301" y="2111158"/>
                  </a:lnTo>
                  <a:lnTo>
                    <a:pt x="8695690" y="2053109"/>
                  </a:lnTo>
                  <a:lnTo>
                    <a:pt x="8653012" y="1993927"/>
                  </a:lnTo>
                  <a:lnTo>
                    <a:pt x="8610300" y="1934225"/>
                  </a:lnTo>
                  <a:lnTo>
                    <a:pt x="8567597" y="1874640"/>
                  </a:lnTo>
                  <a:lnTo>
                    <a:pt x="8524941" y="1815803"/>
                  </a:lnTo>
                  <a:lnTo>
                    <a:pt x="8482358" y="1758314"/>
                  </a:lnTo>
                  <a:lnTo>
                    <a:pt x="8439850" y="1702714"/>
                  </a:lnTo>
                  <a:lnTo>
                    <a:pt x="8397380" y="1649466"/>
                  </a:lnTo>
                  <a:lnTo>
                    <a:pt x="8354866" y="1598942"/>
                  </a:lnTo>
                  <a:lnTo>
                    <a:pt x="8312173" y="1551416"/>
                  </a:lnTo>
                  <a:lnTo>
                    <a:pt x="8269096" y="1507063"/>
                  </a:lnTo>
                  <a:lnTo>
                    <a:pt x="8225360" y="1465960"/>
                  </a:lnTo>
                  <a:lnTo>
                    <a:pt x="8180594" y="1428100"/>
                  </a:lnTo>
                  <a:lnTo>
                    <a:pt x="8151487" y="1405755"/>
                  </a:lnTo>
                  <a:lnTo>
                    <a:pt x="8104364" y="1373288"/>
                  </a:lnTo>
                  <a:lnTo>
                    <a:pt x="8054772" y="1343886"/>
                  </a:lnTo>
                  <a:lnTo>
                    <a:pt x="8001970" y="1317414"/>
                  </a:lnTo>
                  <a:lnTo>
                    <a:pt x="7945144" y="1293631"/>
                  </a:lnTo>
                  <a:lnTo>
                    <a:pt x="7883463" y="1272257"/>
                  </a:lnTo>
                  <a:lnTo>
                    <a:pt x="7816134" y="1253016"/>
                  </a:lnTo>
                  <a:lnTo>
                    <a:pt x="7742473" y="1235655"/>
                  </a:lnTo>
                  <a:lnTo>
                    <a:pt x="7662006" y="1219963"/>
                  </a:lnTo>
                  <a:lnTo>
                    <a:pt x="7574605" y="1205775"/>
                  </a:lnTo>
                  <a:lnTo>
                    <a:pt x="7480653" y="1192978"/>
                  </a:lnTo>
                  <a:lnTo>
                    <a:pt x="7381226" y="1181507"/>
                  </a:lnTo>
                  <a:lnTo>
                    <a:pt x="7278263" y="1171342"/>
                  </a:lnTo>
                  <a:lnTo>
                    <a:pt x="7174640" y="1162498"/>
                  </a:lnTo>
                  <a:lnTo>
                    <a:pt x="7074088" y="1155006"/>
                  </a:lnTo>
                  <a:lnTo>
                    <a:pt x="6980871" y="1148886"/>
                  </a:lnTo>
                  <a:lnTo>
                    <a:pt x="6899222" y="1144125"/>
                  </a:lnTo>
                  <a:lnTo>
                    <a:pt x="6832614" y="1140652"/>
                  </a:lnTo>
                  <a:lnTo>
                    <a:pt x="6783053" y="1138328"/>
                  </a:lnTo>
                  <a:lnTo>
                    <a:pt x="6750598" y="1136953"/>
                  </a:lnTo>
                  <a:lnTo>
                    <a:pt x="6733227" y="1136286"/>
                  </a:lnTo>
                  <a:lnTo>
                    <a:pt x="6727001" y="1136068"/>
                  </a:lnTo>
                  <a:lnTo>
                    <a:pt x="6726343" y="1136046"/>
                  </a:lnTo>
                  <a:lnTo>
                    <a:pt x="5254955" y="1136046"/>
                  </a:lnTo>
                  <a:lnTo>
                    <a:pt x="5253733" y="1136018"/>
                  </a:lnTo>
                  <a:lnTo>
                    <a:pt x="5245713" y="1135818"/>
                  </a:lnTo>
                  <a:lnTo>
                    <a:pt x="5225539" y="1135263"/>
                  </a:lnTo>
                  <a:lnTo>
                    <a:pt x="5189580" y="1134172"/>
                  </a:lnTo>
                  <a:lnTo>
                    <a:pt x="5136206" y="1132377"/>
                  </a:lnTo>
                  <a:lnTo>
                    <a:pt x="5065904" y="1129744"/>
                  </a:lnTo>
                  <a:lnTo>
                    <a:pt x="4981072" y="1126184"/>
                  </a:lnTo>
                  <a:lnTo>
                    <a:pt x="4885456" y="1121656"/>
                  </a:lnTo>
                  <a:lnTo>
                    <a:pt x="4783411" y="1116158"/>
                  </a:lnTo>
                  <a:lnTo>
                    <a:pt x="4679179" y="1109709"/>
                  </a:lnTo>
                  <a:lnTo>
                    <a:pt x="4576362" y="1102327"/>
                  </a:lnTo>
                  <a:lnTo>
                    <a:pt x="4477655" y="1094019"/>
                  </a:lnTo>
                  <a:lnTo>
                    <a:pt x="4384803" y="1084765"/>
                  </a:lnTo>
                  <a:lnTo>
                    <a:pt x="4298712" y="1074509"/>
                  </a:lnTo>
                  <a:lnTo>
                    <a:pt x="4219625" y="1063162"/>
                  </a:lnTo>
                  <a:lnTo>
                    <a:pt x="4147310" y="1050598"/>
                  </a:lnTo>
                  <a:lnTo>
                    <a:pt x="4081223" y="1036659"/>
                  </a:lnTo>
                  <a:lnTo>
                    <a:pt x="4020632" y="1021160"/>
                  </a:lnTo>
                  <a:lnTo>
                    <a:pt x="3964717" y="1003901"/>
                  </a:lnTo>
                  <a:lnTo>
                    <a:pt x="3912636" y="984688"/>
                  </a:lnTo>
                  <a:lnTo>
                    <a:pt x="3863580" y="963363"/>
                  </a:lnTo>
                  <a:lnTo>
                    <a:pt x="3829811" y="946705"/>
                  </a:lnTo>
                  <a:lnTo>
                    <a:pt x="3780142" y="919182"/>
                  </a:lnTo>
                  <a:lnTo>
                    <a:pt x="3731988" y="888990"/>
                  </a:lnTo>
                  <a:lnTo>
                    <a:pt x="3684803" y="856085"/>
                  </a:lnTo>
                  <a:lnTo>
                    <a:pt x="3638184" y="820505"/>
                  </a:lnTo>
                  <a:lnTo>
                    <a:pt x="3591837" y="782380"/>
                  </a:lnTo>
                  <a:lnTo>
                    <a:pt x="3545569" y="741938"/>
                  </a:lnTo>
                  <a:lnTo>
                    <a:pt x="3499262" y="699503"/>
                  </a:lnTo>
                  <a:lnTo>
                    <a:pt x="3452869" y="655493"/>
                  </a:lnTo>
                  <a:lnTo>
                    <a:pt x="3406390" y="610400"/>
                  </a:lnTo>
                  <a:lnTo>
                    <a:pt x="3359862" y="564772"/>
                  </a:lnTo>
                  <a:lnTo>
                    <a:pt x="3313337" y="519186"/>
                  </a:lnTo>
                  <a:lnTo>
                    <a:pt x="3266869" y="474215"/>
                  </a:lnTo>
                  <a:lnTo>
                    <a:pt x="3220489" y="430400"/>
                  </a:lnTo>
                  <a:lnTo>
                    <a:pt x="3174192" y="388226"/>
                  </a:lnTo>
                  <a:lnTo>
                    <a:pt x="3127921" y="348095"/>
                  </a:lnTo>
                  <a:lnTo>
                    <a:pt x="3081550" y="310321"/>
                  </a:lnTo>
                  <a:lnTo>
                    <a:pt x="3034870" y="275116"/>
                  </a:lnTo>
                  <a:lnTo>
                    <a:pt x="2987576" y="242596"/>
                  </a:lnTo>
                  <a:lnTo>
                    <a:pt x="2939243" y="212788"/>
                  </a:lnTo>
                  <a:lnTo>
                    <a:pt x="2896531" y="189341"/>
                  </a:lnTo>
                  <a:lnTo>
                    <a:pt x="2849194" y="166451"/>
                  </a:lnTo>
                  <a:lnTo>
                    <a:pt x="2799364" y="145734"/>
                  </a:lnTo>
                  <a:lnTo>
                    <a:pt x="2746287" y="127089"/>
                  </a:lnTo>
                  <a:lnTo>
                    <a:pt x="2689139" y="110347"/>
                  </a:lnTo>
                  <a:lnTo>
                    <a:pt x="2627079" y="95308"/>
                  </a:lnTo>
                  <a:lnTo>
                    <a:pt x="2559304" y="81774"/>
                  </a:lnTo>
                  <a:lnTo>
                    <a:pt x="2485124" y="69568"/>
                  </a:lnTo>
                  <a:lnTo>
                    <a:pt x="2404069" y="58540"/>
                  </a:lnTo>
                  <a:lnTo>
                    <a:pt x="2316022" y="48574"/>
                  </a:lnTo>
                  <a:lnTo>
                    <a:pt x="2221395" y="39590"/>
                  </a:lnTo>
                  <a:lnTo>
                    <a:pt x="2121312" y="31544"/>
                  </a:lnTo>
                  <a:lnTo>
                    <a:pt x="2017782" y="24424"/>
                  </a:lnTo>
                  <a:lnTo>
                    <a:pt x="1913767" y="18240"/>
                  </a:lnTo>
                  <a:lnTo>
                    <a:pt x="1813089" y="13015"/>
                  </a:lnTo>
                  <a:lnTo>
                    <a:pt x="1720084" y="8762"/>
                  </a:lnTo>
                  <a:lnTo>
                    <a:pt x="1639014" y="5469"/>
                  </a:lnTo>
                  <a:lnTo>
                    <a:pt x="1573316" y="3083"/>
                  </a:lnTo>
                  <a:lnTo>
                    <a:pt x="1524893" y="1502"/>
                  </a:lnTo>
                  <a:lnTo>
                    <a:pt x="1493641" y="580"/>
                  </a:lnTo>
                  <a:lnTo>
                    <a:pt x="1477340" y="144"/>
                  </a:lnTo>
                  <a:lnTo>
                    <a:pt x="1471847" y="10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9" name="pg89"/>
            <p:cNvSpPr/>
            <p:nvPr/>
          </p:nvSpPr>
          <p:spPr>
            <a:xfrm>
              <a:off x="4799595" y="3655744"/>
              <a:ext cx="11981298" cy="3252853"/>
            </a:xfrm>
            <a:custGeom>
              <a:avLst/>
              <a:pathLst>
                <a:path w="11981298" h="3252853">
                  <a:moveTo>
                    <a:pt x="0" y="8172"/>
                  </a:moveTo>
                  <a:lnTo>
                    <a:pt x="1471387" y="8172"/>
                  </a:lnTo>
                  <a:lnTo>
                    <a:pt x="1472609" y="8201"/>
                  </a:lnTo>
                  <a:lnTo>
                    <a:pt x="1480628" y="8403"/>
                  </a:lnTo>
                  <a:lnTo>
                    <a:pt x="1500798" y="8961"/>
                  </a:lnTo>
                  <a:lnTo>
                    <a:pt x="1536751" y="10060"/>
                  </a:lnTo>
                  <a:lnTo>
                    <a:pt x="1590117" y="11868"/>
                  </a:lnTo>
                  <a:lnTo>
                    <a:pt x="1660408" y="14519"/>
                  </a:lnTo>
                  <a:lnTo>
                    <a:pt x="1745231" y="18104"/>
                  </a:lnTo>
                  <a:lnTo>
                    <a:pt x="1840837" y="22664"/>
                  </a:lnTo>
                  <a:lnTo>
                    <a:pt x="1942873" y="28200"/>
                  </a:lnTo>
                  <a:lnTo>
                    <a:pt x="2047098" y="34695"/>
                  </a:lnTo>
                  <a:lnTo>
                    <a:pt x="2149910" y="42129"/>
                  </a:lnTo>
                  <a:lnTo>
                    <a:pt x="2248615" y="50495"/>
                  </a:lnTo>
                  <a:lnTo>
                    <a:pt x="2341466" y="59815"/>
                  </a:lnTo>
                  <a:lnTo>
                    <a:pt x="2427558" y="70143"/>
                  </a:lnTo>
                  <a:lnTo>
                    <a:pt x="2506646" y="81570"/>
                  </a:lnTo>
                  <a:lnTo>
                    <a:pt x="2578963" y="94222"/>
                  </a:lnTo>
                  <a:lnTo>
                    <a:pt x="2645052" y="108259"/>
                  </a:lnTo>
                  <a:lnTo>
                    <a:pt x="2705645" y="123867"/>
                  </a:lnTo>
                  <a:lnTo>
                    <a:pt x="2761561" y="141246"/>
                  </a:lnTo>
                  <a:lnTo>
                    <a:pt x="2813643" y="160594"/>
                  </a:lnTo>
                  <a:lnTo>
                    <a:pt x="2862699" y="182069"/>
                  </a:lnTo>
                  <a:lnTo>
                    <a:pt x="2896531" y="198876"/>
                  </a:lnTo>
                  <a:lnTo>
                    <a:pt x="2946131" y="226555"/>
                  </a:lnTo>
                  <a:lnTo>
                    <a:pt x="2994219" y="256916"/>
                  </a:lnTo>
                  <a:lnTo>
                    <a:pt x="3041338" y="290000"/>
                  </a:lnTo>
                  <a:lnTo>
                    <a:pt x="3087893" y="325772"/>
                  </a:lnTo>
                  <a:lnTo>
                    <a:pt x="3134174" y="364100"/>
                  </a:lnTo>
                  <a:lnTo>
                    <a:pt x="3180377" y="404758"/>
                  </a:lnTo>
                  <a:lnTo>
                    <a:pt x="3226617" y="447420"/>
                  </a:lnTo>
                  <a:lnTo>
                    <a:pt x="3272943" y="491669"/>
                  </a:lnTo>
                  <a:lnTo>
                    <a:pt x="3319354" y="537012"/>
                  </a:lnTo>
                  <a:lnTo>
                    <a:pt x="3365816" y="582899"/>
                  </a:lnTo>
                  <a:lnTo>
                    <a:pt x="3412274" y="628752"/>
                  </a:lnTo>
                  <a:lnTo>
                    <a:pt x="3458677" y="673997"/>
                  </a:lnTo>
                  <a:lnTo>
                    <a:pt x="3504993" y="718089"/>
                  </a:lnTo>
                  <a:lnTo>
                    <a:pt x="3551225" y="760543"/>
                  </a:lnTo>
                  <a:lnTo>
                    <a:pt x="3597429" y="800950"/>
                  </a:lnTo>
                  <a:lnTo>
                    <a:pt x="3643730" y="838997"/>
                  </a:lnTo>
                  <a:lnTo>
                    <a:pt x="3690333" y="874467"/>
                  </a:lnTo>
                  <a:lnTo>
                    <a:pt x="3737540" y="907242"/>
                  </a:lnTo>
                  <a:lnTo>
                    <a:pt x="3785770" y="937294"/>
                  </a:lnTo>
                  <a:lnTo>
                    <a:pt x="3829811" y="961689"/>
                  </a:lnTo>
                  <a:lnTo>
                    <a:pt x="3877145" y="984741"/>
                  </a:lnTo>
                  <a:lnTo>
                    <a:pt x="3926972" y="1005607"/>
                  </a:lnTo>
                  <a:lnTo>
                    <a:pt x="3980045" y="1024385"/>
                  </a:lnTo>
                  <a:lnTo>
                    <a:pt x="4037188" y="1041247"/>
                  </a:lnTo>
                  <a:lnTo>
                    <a:pt x="4099243" y="1056394"/>
                  </a:lnTo>
                  <a:lnTo>
                    <a:pt x="4167012" y="1070025"/>
                  </a:lnTo>
                  <a:lnTo>
                    <a:pt x="4241184" y="1082318"/>
                  </a:lnTo>
                  <a:lnTo>
                    <a:pt x="4322231" y="1093426"/>
                  </a:lnTo>
                  <a:lnTo>
                    <a:pt x="4410268" y="1103463"/>
                  </a:lnTo>
                  <a:lnTo>
                    <a:pt x="4504886" y="1112511"/>
                  </a:lnTo>
                  <a:lnTo>
                    <a:pt x="4604960" y="1120615"/>
                  </a:lnTo>
                  <a:lnTo>
                    <a:pt x="4708482" y="1127787"/>
                  </a:lnTo>
                  <a:lnTo>
                    <a:pt x="4812491" y="1134016"/>
                  </a:lnTo>
                  <a:lnTo>
                    <a:pt x="4913168" y="1139279"/>
                  </a:lnTo>
                  <a:lnTo>
                    <a:pt x="5006176" y="1143564"/>
                  </a:lnTo>
                  <a:lnTo>
                    <a:pt x="5087254" y="1146881"/>
                  </a:lnTo>
                  <a:lnTo>
                    <a:pt x="5152965" y="1149284"/>
                  </a:lnTo>
                  <a:lnTo>
                    <a:pt x="5201404" y="1150878"/>
                  </a:lnTo>
                  <a:lnTo>
                    <a:pt x="5232674" y="1151807"/>
                  </a:lnTo>
                  <a:lnTo>
                    <a:pt x="5248989" y="1152247"/>
                  </a:lnTo>
                  <a:lnTo>
                    <a:pt x="5254493" y="1152382"/>
                  </a:lnTo>
                  <a:lnTo>
                    <a:pt x="5254955" y="1152392"/>
                  </a:lnTo>
                  <a:lnTo>
                    <a:pt x="6726343" y="1152392"/>
                  </a:lnTo>
                  <a:lnTo>
                    <a:pt x="6727528" y="1152443"/>
                  </a:lnTo>
                  <a:lnTo>
                    <a:pt x="6735315" y="1152802"/>
                  </a:lnTo>
                  <a:lnTo>
                    <a:pt x="6754920" y="1153796"/>
                  </a:lnTo>
                  <a:lnTo>
                    <a:pt x="6789910" y="1155752"/>
                  </a:lnTo>
                  <a:lnTo>
                    <a:pt x="6841941" y="1158971"/>
                  </a:lnTo>
                  <a:lnTo>
                    <a:pt x="6910631" y="1163699"/>
                  </a:lnTo>
                  <a:lnTo>
                    <a:pt x="6993749" y="1170098"/>
                  </a:lnTo>
                  <a:lnTo>
                    <a:pt x="7087723" y="1178246"/>
                  </a:lnTo>
                  <a:lnTo>
                    <a:pt x="7188348" y="1188154"/>
                  </a:lnTo>
                  <a:lnTo>
                    <a:pt x="7291477" y="1199790"/>
                  </a:lnTo>
                  <a:lnTo>
                    <a:pt x="7393540" y="1213117"/>
                  </a:lnTo>
                  <a:lnTo>
                    <a:pt x="7491825" y="1228120"/>
                  </a:lnTo>
                  <a:lnTo>
                    <a:pt x="7584535" y="1244831"/>
                  </a:lnTo>
                  <a:lnTo>
                    <a:pt x="7670697" y="1263338"/>
                  </a:lnTo>
                  <a:lnTo>
                    <a:pt x="7749998" y="1283793"/>
                  </a:lnTo>
                  <a:lnTo>
                    <a:pt x="7822605" y="1306415"/>
                  </a:lnTo>
                  <a:lnTo>
                    <a:pt x="7889009" y="1331476"/>
                  </a:lnTo>
                  <a:lnTo>
                    <a:pt x="7949895" y="1359303"/>
                  </a:lnTo>
                  <a:lnTo>
                    <a:pt x="8006049" y="1390249"/>
                  </a:lnTo>
                  <a:lnTo>
                    <a:pt x="8058287" y="1424671"/>
                  </a:lnTo>
                  <a:lnTo>
                    <a:pt x="8107405" y="1462869"/>
                  </a:lnTo>
                  <a:lnTo>
                    <a:pt x="8151487" y="1502469"/>
                  </a:lnTo>
                  <a:lnTo>
                    <a:pt x="8193578" y="1545156"/>
                  </a:lnTo>
                  <a:lnTo>
                    <a:pt x="8234520" y="1591353"/>
                  </a:lnTo>
                  <a:lnTo>
                    <a:pt x="8274663" y="1641128"/>
                  </a:lnTo>
                  <a:lnTo>
                    <a:pt x="8314281" y="1694475"/>
                  </a:lnTo>
                  <a:lnTo>
                    <a:pt x="8353586" y="1751308"/>
                  </a:lnTo>
                  <a:lnTo>
                    <a:pt x="8392734" y="1811447"/>
                  </a:lnTo>
                  <a:lnTo>
                    <a:pt x="8431835" y="1874624"/>
                  </a:lnTo>
                  <a:lnTo>
                    <a:pt x="8470960" y="1940476"/>
                  </a:lnTo>
                  <a:lnTo>
                    <a:pt x="8510143" y="2008553"/>
                  </a:lnTo>
                  <a:lnTo>
                    <a:pt x="8549392" y="2078328"/>
                  </a:lnTo>
                  <a:lnTo>
                    <a:pt x="8588693" y="2149215"/>
                  </a:lnTo>
                  <a:lnTo>
                    <a:pt x="8628019" y="2220585"/>
                  </a:lnTo>
                  <a:lnTo>
                    <a:pt x="8667337" y="2291792"/>
                  </a:lnTo>
                  <a:lnTo>
                    <a:pt x="8706614" y="2362196"/>
                  </a:lnTo>
                  <a:lnTo>
                    <a:pt x="8745831" y="2431187"/>
                  </a:lnTo>
                  <a:lnTo>
                    <a:pt x="8784982" y="2498206"/>
                  </a:lnTo>
                  <a:lnTo>
                    <a:pt x="8824089" y="2562763"/>
                  </a:lnTo>
                  <a:lnTo>
                    <a:pt x="8863202" y="2624452"/>
                  </a:lnTo>
                  <a:lnTo>
                    <a:pt x="8902413" y="2682955"/>
                  </a:lnTo>
                  <a:lnTo>
                    <a:pt x="8941852" y="2738051"/>
                  </a:lnTo>
                  <a:lnTo>
                    <a:pt x="8981704" y="2789607"/>
                  </a:lnTo>
                  <a:lnTo>
                    <a:pt x="9022210" y="2837577"/>
                  </a:lnTo>
                  <a:lnTo>
                    <a:pt x="9063682" y="2881996"/>
                  </a:lnTo>
                  <a:lnTo>
                    <a:pt x="9084767" y="2902776"/>
                  </a:lnTo>
                  <a:lnTo>
                    <a:pt x="9131608" y="2944684"/>
                  </a:lnTo>
                  <a:lnTo>
                    <a:pt x="9180885" y="2982658"/>
                  </a:lnTo>
                  <a:lnTo>
                    <a:pt x="9233327" y="3016871"/>
                  </a:lnTo>
                  <a:lnTo>
                    <a:pt x="9289732" y="3047628"/>
                  </a:lnTo>
                  <a:lnTo>
                    <a:pt x="9350915" y="3075285"/>
                  </a:lnTo>
                  <a:lnTo>
                    <a:pt x="9417660" y="3100198"/>
                  </a:lnTo>
                  <a:lnTo>
                    <a:pt x="9490642" y="3122687"/>
                  </a:lnTo>
                  <a:lnTo>
                    <a:pt x="9570337" y="3143025"/>
                  </a:lnTo>
                  <a:lnTo>
                    <a:pt x="9656891" y="3161425"/>
                  </a:lnTo>
                  <a:lnTo>
                    <a:pt x="9749956" y="3178036"/>
                  </a:lnTo>
                  <a:lnTo>
                    <a:pt x="9848516" y="3192942"/>
                  </a:lnTo>
                  <a:lnTo>
                    <a:pt x="9950723" y="3206172"/>
                  </a:lnTo>
                  <a:lnTo>
                    <a:pt x="10053812" y="3217709"/>
                  </a:lnTo>
                  <a:lnTo>
                    <a:pt x="10154170" y="3227517"/>
                  </a:lnTo>
                  <a:lnTo>
                    <a:pt x="10247629" y="3235564"/>
                  </a:lnTo>
                  <a:lnTo>
                    <a:pt x="10330002" y="3241863"/>
                  </a:lnTo>
                  <a:lnTo>
                    <a:pt x="10397777" y="3246498"/>
                  </a:lnTo>
                  <a:lnTo>
                    <a:pt x="10448817" y="3249638"/>
                  </a:lnTo>
                  <a:lnTo>
                    <a:pt x="10482856" y="3251530"/>
                  </a:lnTo>
                  <a:lnTo>
                    <a:pt x="10501665" y="3252478"/>
                  </a:lnTo>
                  <a:lnTo>
                    <a:pt x="10508915" y="3252811"/>
                  </a:lnTo>
                  <a:lnTo>
                    <a:pt x="10509911" y="3252853"/>
                  </a:lnTo>
                  <a:lnTo>
                    <a:pt x="11981298" y="3252853"/>
                  </a:lnTo>
                  <a:lnTo>
                    <a:pt x="11981298" y="3244680"/>
                  </a:lnTo>
                  <a:lnTo>
                    <a:pt x="10509911" y="3244680"/>
                  </a:lnTo>
                  <a:lnTo>
                    <a:pt x="10508725" y="3244629"/>
                  </a:lnTo>
                  <a:lnTo>
                    <a:pt x="10500938" y="3244270"/>
                  </a:lnTo>
                  <a:lnTo>
                    <a:pt x="10481334" y="3243276"/>
                  </a:lnTo>
                  <a:lnTo>
                    <a:pt x="10446343" y="3241320"/>
                  </a:lnTo>
                  <a:lnTo>
                    <a:pt x="10394312" y="3238101"/>
                  </a:lnTo>
                  <a:lnTo>
                    <a:pt x="10325622" y="3233373"/>
                  </a:lnTo>
                  <a:lnTo>
                    <a:pt x="10242505" y="3226975"/>
                  </a:lnTo>
                  <a:lnTo>
                    <a:pt x="10148531" y="3218826"/>
                  </a:lnTo>
                  <a:lnTo>
                    <a:pt x="10047905" y="3208918"/>
                  </a:lnTo>
                  <a:lnTo>
                    <a:pt x="9944777" y="3197282"/>
                  </a:lnTo>
                  <a:lnTo>
                    <a:pt x="9842714" y="3183955"/>
                  </a:lnTo>
                  <a:lnTo>
                    <a:pt x="9744428" y="3168952"/>
                  </a:lnTo>
                  <a:lnTo>
                    <a:pt x="9651718" y="3152241"/>
                  </a:lnTo>
                  <a:lnTo>
                    <a:pt x="9565556" y="3133734"/>
                  </a:lnTo>
                  <a:lnTo>
                    <a:pt x="9486256" y="3113279"/>
                  </a:lnTo>
                  <a:lnTo>
                    <a:pt x="9413648" y="3090657"/>
                  </a:lnTo>
                  <a:lnTo>
                    <a:pt x="9347244" y="3065596"/>
                  </a:lnTo>
                  <a:lnTo>
                    <a:pt x="9286358" y="3037769"/>
                  </a:lnTo>
                  <a:lnTo>
                    <a:pt x="9230204" y="3006823"/>
                  </a:lnTo>
                  <a:lnTo>
                    <a:pt x="9177966" y="2972401"/>
                  </a:lnTo>
                  <a:lnTo>
                    <a:pt x="9128848" y="2934203"/>
                  </a:lnTo>
                  <a:lnTo>
                    <a:pt x="9084767" y="2894603"/>
                  </a:lnTo>
                  <a:lnTo>
                    <a:pt x="9042675" y="2851916"/>
                  </a:lnTo>
                  <a:lnTo>
                    <a:pt x="9001733" y="2805719"/>
                  </a:lnTo>
                  <a:lnTo>
                    <a:pt x="8961590" y="2755944"/>
                  </a:lnTo>
                  <a:lnTo>
                    <a:pt x="8921972" y="2702597"/>
                  </a:lnTo>
                  <a:lnTo>
                    <a:pt x="8882668" y="2645764"/>
                  </a:lnTo>
                  <a:lnTo>
                    <a:pt x="8843519" y="2585625"/>
                  </a:lnTo>
                  <a:lnTo>
                    <a:pt x="8804418" y="2522448"/>
                  </a:lnTo>
                  <a:lnTo>
                    <a:pt x="8765293" y="2456596"/>
                  </a:lnTo>
                  <a:lnTo>
                    <a:pt x="8726110" y="2388519"/>
                  </a:lnTo>
                  <a:lnTo>
                    <a:pt x="8686861" y="2318744"/>
                  </a:lnTo>
                  <a:lnTo>
                    <a:pt x="8647560" y="2247857"/>
                  </a:lnTo>
                  <a:lnTo>
                    <a:pt x="8608234" y="2176487"/>
                  </a:lnTo>
                  <a:lnTo>
                    <a:pt x="8568917" y="2105280"/>
                  </a:lnTo>
                  <a:lnTo>
                    <a:pt x="8529639" y="2034876"/>
                  </a:lnTo>
                  <a:lnTo>
                    <a:pt x="8490423" y="1965885"/>
                  </a:lnTo>
                  <a:lnTo>
                    <a:pt x="8451271" y="1898866"/>
                  </a:lnTo>
                  <a:lnTo>
                    <a:pt x="8412165" y="1834309"/>
                  </a:lnTo>
                  <a:lnTo>
                    <a:pt x="8373051" y="1772620"/>
                  </a:lnTo>
                  <a:lnTo>
                    <a:pt x="8333840" y="1714117"/>
                  </a:lnTo>
                  <a:lnTo>
                    <a:pt x="8294401" y="1659021"/>
                  </a:lnTo>
                  <a:lnTo>
                    <a:pt x="8254549" y="1607466"/>
                  </a:lnTo>
                  <a:lnTo>
                    <a:pt x="8214043" y="1559495"/>
                  </a:lnTo>
                  <a:lnTo>
                    <a:pt x="8172572" y="1515076"/>
                  </a:lnTo>
                  <a:lnTo>
                    <a:pt x="8151487" y="1494296"/>
                  </a:lnTo>
                  <a:lnTo>
                    <a:pt x="8104645" y="1452388"/>
                  </a:lnTo>
                  <a:lnTo>
                    <a:pt x="8055368" y="1414414"/>
                  </a:lnTo>
                  <a:lnTo>
                    <a:pt x="8002926" y="1380201"/>
                  </a:lnTo>
                  <a:lnTo>
                    <a:pt x="7946522" y="1349444"/>
                  </a:lnTo>
                  <a:lnTo>
                    <a:pt x="7885338" y="1321787"/>
                  </a:lnTo>
                  <a:lnTo>
                    <a:pt x="7818594" y="1296874"/>
                  </a:lnTo>
                  <a:lnTo>
                    <a:pt x="7745611" y="1274385"/>
                  </a:lnTo>
                  <a:lnTo>
                    <a:pt x="7665916" y="1254047"/>
                  </a:lnTo>
                  <a:lnTo>
                    <a:pt x="7579363" y="1235647"/>
                  </a:lnTo>
                  <a:lnTo>
                    <a:pt x="7486297" y="1219037"/>
                  </a:lnTo>
                  <a:lnTo>
                    <a:pt x="7387737" y="1204130"/>
                  </a:lnTo>
                  <a:lnTo>
                    <a:pt x="7285530" y="1190900"/>
                  </a:lnTo>
                  <a:lnTo>
                    <a:pt x="7182441" y="1179363"/>
                  </a:lnTo>
                  <a:lnTo>
                    <a:pt x="7082084" y="1169556"/>
                  </a:lnTo>
                  <a:lnTo>
                    <a:pt x="6988624" y="1161509"/>
                  </a:lnTo>
                  <a:lnTo>
                    <a:pt x="6906251" y="1155209"/>
                  </a:lnTo>
                  <a:lnTo>
                    <a:pt x="6838476" y="1150574"/>
                  </a:lnTo>
                  <a:lnTo>
                    <a:pt x="6787436" y="1147434"/>
                  </a:lnTo>
                  <a:lnTo>
                    <a:pt x="6753397" y="1145543"/>
                  </a:lnTo>
                  <a:lnTo>
                    <a:pt x="6734588" y="1144594"/>
                  </a:lnTo>
                  <a:lnTo>
                    <a:pt x="6727338" y="1144261"/>
                  </a:lnTo>
                  <a:lnTo>
                    <a:pt x="6726343" y="1144219"/>
                  </a:lnTo>
                  <a:lnTo>
                    <a:pt x="5254955" y="1144219"/>
                  </a:lnTo>
                  <a:lnTo>
                    <a:pt x="5253733" y="1144191"/>
                  </a:lnTo>
                  <a:lnTo>
                    <a:pt x="5245714" y="1143989"/>
                  </a:lnTo>
                  <a:lnTo>
                    <a:pt x="5225544" y="1143431"/>
                  </a:lnTo>
                  <a:lnTo>
                    <a:pt x="5189591" y="1142332"/>
                  </a:lnTo>
                  <a:lnTo>
                    <a:pt x="5136225" y="1140524"/>
                  </a:lnTo>
                  <a:lnTo>
                    <a:pt x="5065934" y="1137872"/>
                  </a:lnTo>
                  <a:lnTo>
                    <a:pt x="4981112" y="1134287"/>
                  </a:lnTo>
                  <a:lnTo>
                    <a:pt x="4885506" y="1129728"/>
                  </a:lnTo>
                  <a:lnTo>
                    <a:pt x="4783469" y="1124192"/>
                  </a:lnTo>
                  <a:lnTo>
                    <a:pt x="4679244" y="1117696"/>
                  </a:lnTo>
                  <a:lnTo>
                    <a:pt x="4576432" y="1110263"/>
                  </a:lnTo>
                  <a:lnTo>
                    <a:pt x="4477727" y="1101896"/>
                  </a:lnTo>
                  <a:lnTo>
                    <a:pt x="4384876" y="1092577"/>
                  </a:lnTo>
                  <a:lnTo>
                    <a:pt x="4298784" y="1082249"/>
                  </a:lnTo>
                  <a:lnTo>
                    <a:pt x="4219696" y="1070822"/>
                  </a:lnTo>
                  <a:lnTo>
                    <a:pt x="4147380" y="1058170"/>
                  </a:lnTo>
                  <a:lnTo>
                    <a:pt x="4081290" y="1044133"/>
                  </a:lnTo>
                  <a:lnTo>
                    <a:pt x="4020697" y="1028525"/>
                  </a:lnTo>
                  <a:lnTo>
                    <a:pt x="3964781" y="1011145"/>
                  </a:lnTo>
                  <a:lnTo>
                    <a:pt x="3912699" y="991797"/>
                  </a:lnTo>
                  <a:lnTo>
                    <a:pt x="3863643" y="970323"/>
                  </a:lnTo>
                  <a:lnTo>
                    <a:pt x="3829811" y="953516"/>
                  </a:lnTo>
                  <a:lnTo>
                    <a:pt x="3780212" y="925836"/>
                  </a:lnTo>
                  <a:lnTo>
                    <a:pt x="3732123" y="895476"/>
                  </a:lnTo>
                  <a:lnTo>
                    <a:pt x="3685004" y="862391"/>
                  </a:lnTo>
                  <a:lnTo>
                    <a:pt x="3638449" y="826620"/>
                  </a:lnTo>
                  <a:lnTo>
                    <a:pt x="3592168" y="788292"/>
                  </a:lnTo>
                  <a:lnTo>
                    <a:pt x="3545965" y="747634"/>
                  </a:lnTo>
                  <a:lnTo>
                    <a:pt x="3499726" y="704971"/>
                  </a:lnTo>
                  <a:lnTo>
                    <a:pt x="3453399" y="660722"/>
                  </a:lnTo>
                  <a:lnTo>
                    <a:pt x="3406988" y="615380"/>
                  </a:lnTo>
                  <a:lnTo>
                    <a:pt x="3360526" y="569493"/>
                  </a:lnTo>
                  <a:lnTo>
                    <a:pt x="3314068" y="523639"/>
                  </a:lnTo>
                  <a:lnTo>
                    <a:pt x="3267665" y="478395"/>
                  </a:lnTo>
                  <a:lnTo>
                    <a:pt x="3221349" y="434302"/>
                  </a:lnTo>
                  <a:lnTo>
                    <a:pt x="3175117" y="391849"/>
                  </a:lnTo>
                  <a:lnTo>
                    <a:pt x="3128913" y="351442"/>
                  </a:lnTo>
                  <a:lnTo>
                    <a:pt x="3082612" y="313395"/>
                  </a:lnTo>
                  <a:lnTo>
                    <a:pt x="3036009" y="277924"/>
                  </a:lnTo>
                  <a:lnTo>
                    <a:pt x="2988802" y="245149"/>
                  </a:lnTo>
                  <a:lnTo>
                    <a:pt x="2940573" y="215098"/>
                  </a:lnTo>
                  <a:lnTo>
                    <a:pt x="2896531" y="190703"/>
                  </a:lnTo>
                  <a:lnTo>
                    <a:pt x="2849198" y="167650"/>
                  </a:lnTo>
                  <a:lnTo>
                    <a:pt x="2799370" y="146784"/>
                  </a:lnTo>
                  <a:lnTo>
                    <a:pt x="2746297" y="128007"/>
                  </a:lnTo>
                  <a:lnTo>
                    <a:pt x="2689154" y="111145"/>
                  </a:lnTo>
                  <a:lnTo>
                    <a:pt x="2627099" y="95998"/>
                  </a:lnTo>
                  <a:lnTo>
                    <a:pt x="2559330" y="82367"/>
                  </a:lnTo>
                  <a:lnTo>
                    <a:pt x="2485158" y="70073"/>
                  </a:lnTo>
                  <a:lnTo>
                    <a:pt x="2404112" y="58966"/>
                  </a:lnTo>
                  <a:lnTo>
                    <a:pt x="2316074" y="48929"/>
                  </a:lnTo>
                  <a:lnTo>
                    <a:pt x="2221456" y="39880"/>
                  </a:lnTo>
                  <a:lnTo>
                    <a:pt x="2121383" y="31777"/>
                  </a:lnTo>
                  <a:lnTo>
                    <a:pt x="2017861" y="24605"/>
                  </a:lnTo>
                  <a:lnTo>
                    <a:pt x="1913851" y="18376"/>
                  </a:lnTo>
                  <a:lnTo>
                    <a:pt x="1813174" y="13112"/>
                  </a:lnTo>
                  <a:lnTo>
                    <a:pt x="1720166" y="8828"/>
                  </a:lnTo>
                  <a:lnTo>
                    <a:pt x="1639088" y="5511"/>
                  </a:lnTo>
                  <a:lnTo>
                    <a:pt x="1573377" y="3107"/>
                  </a:lnTo>
                  <a:lnTo>
                    <a:pt x="1524938" y="1514"/>
                  </a:lnTo>
                  <a:lnTo>
                    <a:pt x="1493668" y="585"/>
                  </a:lnTo>
                  <a:lnTo>
                    <a:pt x="1477353" y="145"/>
                  </a:lnTo>
                  <a:lnTo>
                    <a:pt x="1471849" y="10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90" name="pl90"/>
            <p:cNvSpPr/>
            <p:nvPr/>
          </p:nvSpPr>
          <p:spPr>
            <a:xfrm>
              <a:off x="4799595" y="3663917"/>
              <a:ext cx="11981298" cy="3244680"/>
            </a:xfrm>
            <a:custGeom>
              <a:avLst/>
              <a:pathLst>
                <a:path w="11981298" h="3244680">
                  <a:moveTo>
                    <a:pt x="0" y="0"/>
                  </a:moveTo>
                  <a:lnTo>
                    <a:pt x="1471387" y="0"/>
                  </a:lnTo>
                  <a:lnTo>
                    <a:pt x="1472609" y="28"/>
                  </a:lnTo>
                  <a:lnTo>
                    <a:pt x="1480628" y="230"/>
                  </a:lnTo>
                  <a:lnTo>
                    <a:pt x="1500798" y="788"/>
                  </a:lnTo>
                  <a:lnTo>
                    <a:pt x="1536751" y="1887"/>
                  </a:lnTo>
                  <a:lnTo>
                    <a:pt x="1590117" y="3695"/>
                  </a:lnTo>
                  <a:lnTo>
                    <a:pt x="1660408" y="6346"/>
                  </a:lnTo>
                  <a:lnTo>
                    <a:pt x="1745231" y="9931"/>
                  </a:lnTo>
                  <a:lnTo>
                    <a:pt x="1840837" y="14491"/>
                  </a:lnTo>
                  <a:lnTo>
                    <a:pt x="1942873" y="20027"/>
                  </a:lnTo>
                  <a:lnTo>
                    <a:pt x="2047098" y="26522"/>
                  </a:lnTo>
                  <a:lnTo>
                    <a:pt x="2149910" y="33956"/>
                  </a:lnTo>
                  <a:lnTo>
                    <a:pt x="2248615" y="42322"/>
                  </a:lnTo>
                  <a:lnTo>
                    <a:pt x="2341466" y="51642"/>
                  </a:lnTo>
                  <a:lnTo>
                    <a:pt x="2427558" y="61970"/>
                  </a:lnTo>
                  <a:lnTo>
                    <a:pt x="2506646" y="73397"/>
                  </a:lnTo>
                  <a:lnTo>
                    <a:pt x="2578963" y="86049"/>
                  </a:lnTo>
                  <a:lnTo>
                    <a:pt x="2645052" y="100086"/>
                  </a:lnTo>
                  <a:lnTo>
                    <a:pt x="2705645" y="115694"/>
                  </a:lnTo>
                  <a:lnTo>
                    <a:pt x="2761561" y="133073"/>
                  </a:lnTo>
                  <a:lnTo>
                    <a:pt x="2813643" y="152421"/>
                  </a:lnTo>
                  <a:lnTo>
                    <a:pt x="2862699" y="173896"/>
                  </a:lnTo>
                  <a:lnTo>
                    <a:pt x="2896531" y="190703"/>
                  </a:lnTo>
                  <a:lnTo>
                    <a:pt x="2946131" y="218382"/>
                  </a:lnTo>
                  <a:lnTo>
                    <a:pt x="2994219" y="248743"/>
                  </a:lnTo>
                  <a:lnTo>
                    <a:pt x="3041338" y="281827"/>
                  </a:lnTo>
                  <a:lnTo>
                    <a:pt x="3087893" y="317599"/>
                  </a:lnTo>
                  <a:lnTo>
                    <a:pt x="3134174" y="355927"/>
                  </a:lnTo>
                  <a:lnTo>
                    <a:pt x="3180377" y="396585"/>
                  </a:lnTo>
                  <a:lnTo>
                    <a:pt x="3226617" y="439247"/>
                  </a:lnTo>
                  <a:lnTo>
                    <a:pt x="3272943" y="483496"/>
                  </a:lnTo>
                  <a:lnTo>
                    <a:pt x="3319354" y="528839"/>
                  </a:lnTo>
                  <a:lnTo>
                    <a:pt x="3365816" y="574726"/>
                  </a:lnTo>
                  <a:lnTo>
                    <a:pt x="3412274" y="620579"/>
                  </a:lnTo>
                  <a:lnTo>
                    <a:pt x="3458677" y="665824"/>
                  </a:lnTo>
                  <a:lnTo>
                    <a:pt x="3504993" y="709916"/>
                  </a:lnTo>
                  <a:lnTo>
                    <a:pt x="3551225" y="752370"/>
                  </a:lnTo>
                  <a:lnTo>
                    <a:pt x="3597429" y="792777"/>
                  </a:lnTo>
                  <a:lnTo>
                    <a:pt x="3643730" y="830824"/>
                  </a:lnTo>
                  <a:lnTo>
                    <a:pt x="3690333" y="866294"/>
                  </a:lnTo>
                  <a:lnTo>
                    <a:pt x="3737540" y="899069"/>
                  </a:lnTo>
                  <a:lnTo>
                    <a:pt x="3785770" y="929121"/>
                  </a:lnTo>
                  <a:lnTo>
                    <a:pt x="3829811" y="953516"/>
                  </a:lnTo>
                  <a:lnTo>
                    <a:pt x="3877145" y="976568"/>
                  </a:lnTo>
                  <a:lnTo>
                    <a:pt x="3926972" y="997434"/>
                  </a:lnTo>
                  <a:lnTo>
                    <a:pt x="3980045" y="1016212"/>
                  </a:lnTo>
                  <a:lnTo>
                    <a:pt x="4037188" y="1033074"/>
                  </a:lnTo>
                  <a:lnTo>
                    <a:pt x="4099243" y="1048221"/>
                  </a:lnTo>
                  <a:lnTo>
                    <a:pt x="4167012" y="1061852"/>
                  </a:lnTo>
                  <a:lnTo>
                    <a:pt x="4241184" y="1074145"/>
                  </a:lnTo>
                  <a:lnTo>
                    <a:pt x="4322231" y="1085253"/>
                  </a:lnTo>
                  <a:lnTo>
                    <a:pt x="4410268" y="1095290"/>
                  </a:lnTo>
                  <a:lnTo>
                    <a:pt x="4504886" y="1104338"/>
                  </a:lnTo>
                  <a:lnTo>
                    <a:pt x="4604960" y="1112442"/>
                  </a:lnTo>
                  <a:lnTo>
                    <a:pt x="4708482" y="1119614"/>
                  </a:lnTo>
                  <a:lnTo>
                    <a:pt x="4812491" y="1125843"/>
                  </a:lnTo>
                  <a:lnTo>
                    <a:pt x="4913168" y="1131106"/>
                  </a:lnTo>
                  <a:lnTo>
                    <a:pt x="5006176" y="1135391"/>
                  </a:lnTo>
                  <a:lnTo>
                    <a:pt x="5087254" y="1138708"/>
                  </a:lnTo>
                  <a:lnTo>
                    <a:pt x="5152965" y="1141111"/>
                  </a:lnTo>
                  <a:lnTo>
                    <a:pt x="5201404" y="1142705"/>
                  </a:lnTo>
                  <a:lnTo>
                    <a:pt x="5232674" y="1143634"/>
                  </a:lnTo>
                  <a:lnTo>
                    <a:pt x="5248989" y="1144074"/>
                  </a:lnTo>
                  <a:lnTo>
                    <a:pt x="5254493" y="1144209"/>
                  </a:lnTo>
                  <a:lnTo>
                    <a:pt x="5254955" y="1144219"/>
                  </a:lnTo>
                  <a:lnTo>
                    <a:pt x="6726343" y="1144219"/>
                  </a:lnTo>
                  <a:lnTo>
                    <a:pt x="6727528" y="1144270"/>
                  </a:lnTo>
                  <a:lnTo>
                    <a:pt x="6735315" y="1144629"/>
                  </a:lnTo>
                  <a:lnTo>
                    <a:pt x="6754920" y="1145623"/>
                  </a:lnTo>
                  <a:lnTo>
                    <a:pt x="6789910" y="1147579"/>
                  </a:lnTo>
                  <a:lnTo>
                    <a:pt x="6841941" y="1150798"/>
                  </a:lnTo>
                  <a:lnTo>
                    <a:pt x="6910631" y="1155526"/>
                  </a:lnTo>
                  <a:lnTo>
                    <a:pt x="6993749" y="1161925"/>
                  </a:lnTo>
                  <a:lnTo>
                    <a:pt x="7087723" y="1170073"/>
                  </a:lnTo>
                  <a:lnTo>
                    <a:pt x="7188348" y="1179981"/>
                  </a:lnTo>
                  <a:lnTo>
                    <a:pt x="7291477" y="1191617"/>
                  </a:lnTo>
                  <a:lnTo>
                    <a:pt x="7393540" y="1204944"/>
                  </a:lnTo>
                  <a:lnTo>
                    <a:pt x="7491825" y="1219947"/>
                  </a:lnTo>
                  <a:lnTo>
                    <a:pt x="7584535" y="1236658"/>
                  </a:lnTo>
                  <a:lnTo>
                    <a:pt x="7670697" y="1255165"/>
                  </a:lnTo>
                  <a:lnTo>
                    <a:pt x="7749998" y="1275620"/>
                  </a:lnTo>
                  <a:lnTo>
                    <a:pt x="7822605" y="1298242"/>
                  </a:lnTo>
                  <a:lnTo>
                    <a:pt x="7889009" y="1323303"/>
                  </a:lnTo>
                  <a:lnTo>
                    <a:pt x="7949895" y="1351130"/>
                  </a:lnTo>
                  <a:lnTo>
                    <a:pt x="8006049" y="1382076"/>
                  </a:lnTo>
                  <a:lnTo>
                    <a:pt x="8058287" y="1416498"/>
                  </a:lnTo>
                  <a:lnTo>
                    <a:pt x="8107405" y="1454696"/>
                  </a:lnTo>
                  <a:lnTo>
                    <a:pt x="8151487" y="1494296"/>
                  </a:lnTo>
                  <a:lnTo>
                    <a:pt x="8193578" y="1536983"/>
                  </a:lnTo>
                  <a:lnTo>
                    <a:pt x="8234520" y="1583180"/>
                  </a:lnTo>
                  <a:lnTo>
                    <a:pt x="8274663" y="1632955"/>
                  </a:lnTo>
                  <a:lnTo>
                    <a:pt x="8314281" y="1686302"/>
                  </a:lnTo>
                  <a:lnTo>
                    <a:pt x="8353586" y="1743135"/>
                  </a:lnTo>
                  <a:lnTo>
                    <a:pt x="8392734" y="1803274"/>
                  </a:lnTo>
                  <a:lnTo>
                    <a:pt x="8431835" y="1866451"/>
                  </a:lnTo>
                  <a:lnTo>
                    <a:pt x="8470960" y="1932303"/>
                  </a:lnTo>
                  <a:lnTo>
                    <a:pt x="8510143" y="2000380"/>
                  </a:lnTo>
                  <a:lnTo>
                    <a:pt x="8549392" y="2070155"/>
                  </a:lnTo>
                  <a:lnTo>
                    <a:pt x="8588693" y="2141042"/>
                  </a:lnTo>
                  <a:lnTo>
                    <a:pt x="8628019" y="2212412"/>
                  </a:lnTo>
                  <a:lnTo>
                    <a:pt x="8667337" y="2283619"/>
                  </a:lnTo>
                  <a:lnTo>
                    <a:pt x="8706614" y="2354023"/>
                  </a:lnTo>
                  <a:lnTo>
                    <a:pt x="8745831" y="2423014"/>
                  </a:lnTo>
                  <a:lnTo>
                    <a:pt x="8784982" y="2490033"/>
                  </a:lnTo>
                  <a:lnTo>
                    <a:pt x="8824089" y="2554590"/>
                  </a:lnTo>
                  <a:lnTo>
                    <a:pt x="8863202" y="2616279"/>
                  </a:lnTo>
                  <a:lnTo>
                    <a:pt x="8902413" y="2674782"/>
                  </a:lnTo>
                  <a:lnTo>
                    <a:pt x="8941852" y="2729878"/>
                  </a:lnTo>
                  <a:lnTo>
                    <a:pt x="8981704" y="2781434"/>
                  </a:lnTo>
                  <a:lnTo>
                    <a:pt x="9022210" y="2829404"/>
                  </a:lnTo>
                  <a:lnTo>
                    <a:pt x="9063682" y="2873823"/>
                  </a:lnTo>
                  <a:lnTo>
                    <a:pt x="9084767" y="2894603"/>
                  </a:lnTo>
                  <a:lnTo>
                    <a:pt x="9131608" y="2936511"/>
                  </a:lnTo>
                  <a:lnTo>
                    <a:pt x="9180885" y="2974485"/>
                  </a:lnTo>
                  <a:lnTo>
                    <a:pt x="9233327" y="3008698"/>
                  </a:lnTo>
                  <a:lnTo>
                    <a:pt x="9289732" y="3039455"/>
                  </a:lnTo>
                  <a:lnTo>
                    <a:pt x="9350915" y="3067112"/>
                  </a:lnTo>
                  <a:lnTo>
                    <a:pt x="9417660" y="3092025"/>
                  </a:lnTo>
                  <a:lnTo>
                    <a:pt x="9490642" y="3114514"/>
                  </a:lnTo>
                  <a:lnTo>
                    <a:pt x="9570337" y="3134852"/>
                  </a:lnTo>
                  <a:lnTo>
                    <a:pt x="9656891" y="3153252"/>
                  </a:lnTo>
                  <a:lnTo>
                    <a:pt x="9749956" y="3169863"/>
                  </a:lnTo>
                  <a:lnTo>
                    <a:pt x="9848516" y="3184769"/>
                  </a:lnTo>
                  <a:lnTo>
                    <a:pt x="9950723" y="3197999"/>
                  </a:lnTo>
                  <a:lnTo>
                    <a:pt x="10053812" y="3209536"/>
                  </a:lnTo>
                  <a:lnTo>
                    <a:pt x="10154170" y="3219344"/>
                  </a:lnTo>
                  <a:lnTo>
                    <a:pt x="10247629" y="3227391"/>
                  </a:lnTo>
                  <a:lnTo>
                    <a:pt x="10330002" y="3233690"/>
                  </a:lnTo>
                  <a:lnTo>
                    <a:pt x="10397777" y="3238325"/>
                  </a:lnTo>
                  <a:lnTo>
                    <a:pt x="10448817" y="3241465"/>
                  </a:lnTo>
                  <a:lnTo>
                    <a:pt x="10482856" y="3243357"/>
                  </a:lnTo>
                  <a:lnTo>
                    <a:pt x="10501665" y="3244305"/>
                  </a:lnTo>
                  <a:lnTo>
                    <a:pt x="10508915" y="3244638"/>
                  </a:lnTo>
                  <a:lnTo>
                    <a:pt x="10509911" y="3244680"/>
                  </a:lnTo>
                  <a:lnTo>
                    <a:pt x="11981298" y="324468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1" name="pl91"/>
            <p:cNvSpPr/>
            <p:nvPr/>
          </p:nvSpPr>
          <p:spPr>
            <a:xfrm>
              <a:off x="4799595" y="3655744"/>
              <a:ext cx="11981298" cy="3244680"/>
            </a:xfrm>
            <a:custGeom>
              <a:avLst/>
              <a:pathLst>
                <a:path w="11981298" h="3244680">
                  <a:moveTo>
                    <a:pt x="11981298" y="3244680"/>
                  </a:moveTo>
                  <a:lnTo>
                    <a:pt x="10509911" y="3244680"/>
                  </a:lnTo>
                  <a:lnTo>
                    <a:pt x="10508725" y="3244629"/>
                  </a:lnTo>
                  <a:lnTo>
                    <a:pt x="10500938" y="3244270"/>
                  </a:lnTo>
                  <a:lnTo>
                    <a:pt x="10481334" y="3243276"/>
                  </a:lnTo>
                  <a:lnTo>
                    <a:pt x="10446343" y="3241320"/>
                  </a:lnTo>
                  <a:lnTo>
                    <a:pt x="10394312" y="3238101"/>
                  </a:lnTo>
                  <a:lnTo>
                    <a:pt x="10325622" y="3233373"/>
                  </a:lnTo>
                  <a:lnTo>
                    <a:pt x="10242505" y="3226975"/>
                  </a:lnTo>
                  <a:lnTo>
                    <a:pt x="10148531" y="3218826"/>
                  </a:lnTo>
                  <a:lnTo>
                    <a:pt x="10047905" y="3208918"/>
                  </a:lnTo>
                  <a:lnTo>
                    <a:pt x="9944777" y="3197282"/>
                  </a:lnTo>
                  <a:lnTo>
                    <a:pt x="9842714" y="3183955"/>
                  </a:lnTo>
                  <a:lnTo>
                    <a:pt x="9744428" y="3168952"/>
                  </a:lnTo>
                  <a:lnTo>
                    <a:pt x="9651718" y="3152241"/>
                  </a:lnTo>
                  <a:lnTo>
                    <a:pt x="9565556" y="3133734"/>
                  </a:lnTo>
                  <a:lnTo>
                    <a:pt x="9486256" y="3113279"/>
                  </a:lnTo>
                  <a:lnTo>
                    <a:pt x="9413648" y="3090657"/>
                  </a:lnTo>
                  <a:lnTo>
                    <a:pt x="9347244" y="3065596"/>
                  </a:lnTo>
                  <a:lnTo>
                    <a:pt x="9286358" y="3037769"/>
                  </a:lnTo>
                  <a:lnTo>
                    <a:pt x="9230204" y="3006823"/>
                  </a:lnTo>
                  <a:lnTo>
                    <a:pt x="9177966" y="2972401"/>
                  </a:lnTo>
                  <a:lnTo>
                    <a:pt x="9128848" y="2934203"/>
                  </a:lnTo>
                  <a:lnTo>
                    <a:pt x="9084767" y="2894603"/>
                  </a:lnTo>
                  <a:lnTo>
                    <a:pt x="9042675" y="2851916"/>
                  </a:lnTo>
                  <a:lnTo>
                    <a:pt x="9001733" y="2805719"/>
                  </a:lnTo>
                  <a:lnTo>
                    <a:pt x="8961590" y="2755944"/>
                  </a:lnTo>
                  <a:lnTo>
                    <a:pt x="8921972" y="2702597"/>
                  </a:lnTo>
                  <a:lnTo>
                    <a:pt x="8882668" y="2645764"/>
                  </a:lnTo>
                  <a:lnTo>
                    <a:pt x="8843519" y="2585625"/>
                  </a:lnTo>
                  <a:lnTo>
                    <a:pt x="8804418" y="2522448"/>
                  </a:lnTo>
                  <a:lnTo>
                    <a:pt x="8765293" y="2456596"/>
                  </a:lnTo>
                  <a:lnTo>
                    <a:pt x="8726110" y="2388519"/>
                  </a:lnTo>
                  <a:lnTo>
                    <a:pt x="8686861" y="2318744"/>
                  </a:lnTo>
                  <a:lnTo>
                    <a:pt x="8647560" y="2247857"/>
                  </a:lnTo>
                  <a:lnTo>
                    <a:pt x="8608234" y="2176487"/>
                  </a:lnTo>
                  <a:lnTo>
                    <a:pt x="8568917" y="2105280"/>
                  </a:lnTo>
                  <a:lnTo>
                    <a:pt x="8529639" y="2034876"/>
                  </a:lnTo>
                  <a:lnTo>
                    <a:pt x="8490423" y="1965885"/>
                  </a:lnTo>
                  <a:lnTo>
                    <a:pt x="8451271" y="1898866"/>
                  </a:lnTo>
                  <a:lnTo>
                    <a:pt x="8412165" y="1834309"/>
                  </a:lnTo>
                  <a:lnTo>
                    <a:pt x="8373051" y="1772620"/>
                  </a:lnTo>
                  <a:lnTo>
                    <a:pt x="8333840" y="1714117"/>
                  </a:lnTo>
                  <a:lnTo>
                    <a:pt x="8294401" y="1659021"/>
                  </a:lnTo>
                  <a:lnTo>
                    <a:pt x="8254549" y="1607466"/>
                  </a:lnTo>
                  <a:lnTo>
                    <a:pt x="8214043" y="1559495"/>
                  </a:lnTo>
                  <a:lnTo>
                    <a:pt x="8172572" y="1515076"/>
                  </a:lnTo>
                  <a:lnTo>
                    <a:pt x="8151487" y="1494296"/>
                  </a:lnTo>
                  <a:lnTo>
                    <a:pt x="8104645" y="1452388"/>
                  </a:lnTo>
                  <a:lnTo>
                    <a:pt x="8055368" y="1414414"/>
                  </a:lnTo>
                  <a:lnTo>
                    <a:pt x="8002926" y="1380201"/>
                  </a:lnTo>
                  <a:lnTo>
                    <a:pt x="7946522" y="1349444"/>
                  </a:lnTo>
                  <a:lnTo>
                    <a:pt x="7885338" y="1321787"/>
                  </a:lnTo>
                  <a:lnTo>
                    <a:pt x="7818594" y="1296874"/>
                  </a:lnTo>
                  <a:lnTo>
                    <a:pt x="7745611" y="1274385"/>
                  </a:lnTo>
                  <a:lnTo>
                    <a:pt x="7665916" y="1254047"/>
                  </a:lnTo>
                  <a:lnTo>
                    <a:pt x="7579363" y="1235647"/>
                  </a:lnTo>
                  <a:lnTo>
                    <a:pt x="7486297" y="1219037"/>
                  </a:lnTo>
                  <a:lnTo>
                    <a:pt x="7387737" y="1204130"/>
                  </a:lnTo>
                  <a:lnTo>
                    <a:pt x="7285530" y="1190900"/>
                  </a:lnTo>
                  <a:lnTo>
                    <a:pt x="7182441" y="1179363"/>
                  </a:lnTo>
                  <a:lnTo>
                    <a:pt x="7082084" y="1169556"/>
                  </a:lnTo>
                  <a:lnTo>
                    <a:pt x="6988624" y="1161509"/>
                  </a:lnTo>
                  <a:lnTo>
                    <a:pt x="6906251" y="1155209"/>
                  </a:lnTo>
                  <a:lnTo>
                    <a:pt x="6838476" y="1150574"/>
                  </a:lnTo>
                  <a:lnTo>
                    <a:pt x="6787436" y="1147434"/>
                  </a:lnTo>
                  <a:lnTo>
                    <a:pt x="6753397" y="1145543"/>
                  </a:lnTo>
                  <a:lnTo>
                    <a:pt x="6734588" y="1144594"/>
                  </a:lnTo>
                  <a:lnTo>
                    <a:pt x="6727338" y="1144261"/>
                  </a:lnTo>
                  <a:lnTo>
                    <a:pt x="6726343" y="1144219"/>
                  </a:lnTo>
                  <a:lnTo>
                    <a:pt x="5254955" y="1144219"/>
                  </a:lnTo>
                  <a:lnTo>
                    <a:pt x="5253733" y="1144191"/>
                  </a:lnTo>
                  <a:lnTo>
                    <a:pt x="5245714" y="1143989"/>
                  </a:lnTo>
                  <a:lnTo>
                    <a:pt x="5225544" y="1143431"/>
                  </a:lnTo>
                  <a:lnTo>
                    <a:pt x="5189591" y="1142332"/>
                  </a:lnTo>
                  <a:lnTo>
                    <a:pt x="5136225" y="1140524"/>
                  </a:lnTo>
                  <a:lnTo>
                    <a:pt x="5065934" y="1137872"/>
                  </a:lnTo>
                  <a:lnTo>
                    <a:pt x="4981112" y="1134287"/>
                  </a:lnTo>
                  <a:lnTo>
                    <a:pt x="4885506" y="1129728"/>
                  </a:lnTo>
                  <a:lnTo>
                    <a:pt x="4783469" y="1124192"/>
                  </a:lnTo>
                  <a:lnTo>
                    <a:pt x="4679244" y="1117696"/>
                  </a:lnTo>
                  <a:lnTo>
                    <a:pt x="4576432" y="1110263"/>
                  </a:lnTo>
                  <a:lnTo>
                    <a:pt x="4477727" y="1101896"/>
                  </a:lnTo>
                  <a:lnTo>
                    <a:pt x="4384876" y="1092577"/>
                  </a:lnTo>
                  <a:lnTo>
                    <a:pt x="4298784" y="1082249"/>
                  </a:lnTo>
                  <a:lnTo>
                    <a:pt x="4219696" y="1070822"/>
                  </a:lnTo>
                  <a:lnTo>
                    <a:pt x="4147380" y="1058170"/>
                  </a:lnTo>
                  <a:lnTo>
                    <a:pt x="4081290" y="1044133"/>
                  </a:lnTo>
                  <a:lnTo>
                    <a:pt x="4020697" y="1028525"/>
                  </a:lnTo>
                  <a:lnTo>
                    <a:pt x="3964781" y="1011145"/>
                  </a:lnTo>
                  <a:lnTo>
                    <a:pt x="3912699" y="991797"/>
                  </a:lnTo>
                  <a:lnTo>
                    <a:pt x="3863643" y="970323"/>
                  </a:lnTo>
                  <a:lnTo>
                    <a:pt x="3829811" y="953516"/>
                  </a:lnTo>
                  <a:lnTo>
                    <a:pt x="3780212" y="925836"/>
                  </a:lnTo>
                  <a:lnTo>
                    <a:pt x="3732123" y="895476"/>
                  </a:lnTo>
                  <a:lnTo>
                    <a:pt x="3685004" y="862391"/>
                  </a:lnTo>
                  <a:lnTo>
                    <a:pt x="3638449" y="826620"/>
                  </a:lnTo>
                  <a:lnTo>
                    <a:pt x="3592168" y="788292"/>
                  </a:lnTo>
                  <a:lnTo>
                    <a:pt x="3545965" y="747634"/>
                  </a:lnTo>
                  <a:lnTo>
                    <a:pt x="3499726" y="704971"/>
                  </a:lnTo>
                  <a:lnTo>
                    <a:pt x="3453399" y="660722"/>
                  </a:lnTo>
                  <a:lnTo>
                    <a:pt x="3406988" y="615380"/>
                  </a:lnTo>
                  <a:lnTo>
                    <a:pt x="3360526" y="569493"/>
                  </a:lnTo>
                  <a:lnTo>
                    <a:pt x="3314068" y="523639"/>
                  </a:lnTo>
                  <a:lnTo>
                    <a:pt x="3267665" y="478395"/>
                  </a:lnTo>
                  <a:lnTo>
                    <a:pt x="3221349" y="434302"/>
                  </a:lnTo>
                  <a:lnTo>
                    <a:pt x="3175117" y="391849"/>
                  </a:lnTo>
                  <a:lnTo>
                    <a:pt x="3128913" y="351442"/>
                  </a:lnTo>
                  <a:lnTo>
                    <a:pt x="3082612" y="313395"/>
                  </a:lnTo>
                  <a:lnTo>
                    <a:pt x="3036009" y="277924"/>
                  </a:lnTo>
                  <a:lnTo>
                    <a:pt x="2988802" y="245149"/>
                  </a:lnTo>
                  <a:lnTo>
                    <a:pt x="2940573" y="215098"/>
                  </a:lnTo>
                  <a:lnTo>
                    <a:pt x="2896531" y="190703"/>
                  </a:lnTo>
                  <a:lnTo>
                    <a:pt x="2849198" y="167650"/>
                  </a:lnTo>
                  <a:lnTo>
                    <a:pt x="2799370" y="146784"/>
                  </a:lnTo>
                  <a:lnTo>
                    <a:pt x="2746297" y="128007"/>
                  </a:lnTo>
                  <a:lnTo>
                    <a:pt x="2689154" y="111145"/>
                  </a:lnTo>
                  <a:lnTo>
                    <a:pt x="2627099" y="95998"/>
                  </a:lnTo>
                  <a:lnTo>
                    <a:pt x="2559330" y="82367"/>
                  </a:lnTo>
                  <a:lnTo>
                    <a:pt x="2485158" y="70073"/>
                  </a:lnTo>
                  <a:lnTo>
                    <a:pt x="2404112" y="58966"/>
                  </a:lnTo>
                  <a:lnTo>
                    <a:pt x="2316074" y="48929"/>
                  </a:lnTo>
                  <a:lnTo>
                    <a:pt x="2221456" y="39880"/>
                  </a:lnTo>
                  <a:lnTo>
                    <a:pt x="2121383" y="31777"/>
                  </a:lnTo>
                  <a:lnTo>
                    <a:pt x="2017861" y="24605"/>
                  </a:lnTo>
                  <a:lnTo>
                    <a:pt x="1913851" y="18376"/>
                  </a:lnTo>
                  <a:lnTo>
                    <a:pt x="1813174" y="13112"/>
                  </a:lnTo>
                  <a:lnTo>
                    <a:pt x="1720166" y="8828"/>
                  </a:lnTo>
                  <a:lnTo>
                    <a:pt x="1639088" y="5511"/>
                  </a:lnTo>
                  <a:lnTo>
                    <a:pt x="1573377" y="3107"/>
                  </a:lnTo>
                  <a:lnTo>
                    <a:pt x="1524938" y="1514"/>
                  </a:lnTo>
                  <a:lnTo>
                    <a:pt x="1493668" y="585"/>
                  </a:lnTo>
                  <a:lnTo>
                    <a:pt x="1477353" y="145"/>
                  </a:lnTo>
                  <a:lnTo>
                    <a:pt x="1471849" y="10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2" name="pg92"/>
            <p:cNvSpPr/>
            <p:nvPr/>
          </p:nvSpPr>
          <p:spPr>
            <a:xfrm>
              <a:off x="4799595" y="3663917"/>
              <a:ext cx="11981298" cy="3784098"/>
            </a:xfrm>
            <a:custGeom>
              <a:avLst/>
              <a:pathLst>
                <a:path w="11981298" h="3784098">
                  <a:moveTo>
                    <a:pt x="0" y="16345"/>
                  </a:moveTo>
                  <a:lnTo>
                    <a:pt x="1471387" y="16345"/>
                  </a:lnTo>
                  <a:lnTo>
                    <a:pt x="1472609" y="16374"/>
                  </a:lnTo>
                  <a:lnTo>
                    <a:pt x="1480628" y="16576"/>
                  </a:lnTo>
                  <a:lnTo>
                    <a:pt x="1500798" y="17134"/>
                  </a:lnTo>
                  <a:lnTo>
                    <a:pt x="1536751" y="18233"/>
                  </a:lnTo>
                  <a:lnTo>
                    <a:pt x="1590117" y="20041"/>
                  </a:lnTo>
                  <a:lnTo>
                    <a:pt x="1660408" y="22692"/>
                  </a:lnTo>
                  <a:lnTo>
                    <a:pt x="1745231" y="26277"/>
                  </a:lnTo>
                  <a:lnTo>
                    <a:pt x="1840837" y="30837"/>
                  </a:lnTo>
                  <a:lnTo>
                    <a:pt x="1942873" y="36373"/>
                  </a:lnTo>
                  <a:lnTo>
                    <a:pt x="2047098" y="42868"/>
                  </a:lnTo>
                  <a:lnTo>
                    <a:pt x="2149910" y="50302"/>
                  </a:lnTo>
                  <a:lnTo>
                    <a:pt x="2248615" y="58668"/>
                  </a:lnTo>
                  <a:lnTo>
                    <a:pt x="2341466" y="67988"/>
                  </a:lnTo>
                  <a:lnTo>
                    <a:pt x="2427558" y="78316"/>
                  </a:lnTo>
                  <a:lnTo>
                    <a:pt x="2506646" y="89743"/>
                  </a:lnTo>
                  <a:lnTo>
                    <a:pt x="2578963" y="102395"/>
                  </a:lnTo>
                  <a:lnTo>
                    <a:pt x="2645052" y="116432"/>
                  </a:lnTo>
                  <a:lnTo>
                    <a:pt x="2705645" y="132040"/>
                  </a:lnTo>
                  <a:lnTo>
                    <a:pt x="2761561" y="149419"/>
                  </a:lnTo>
                  <a:lnTo>
                    <a:pt x="2813643" y="168767"/>
                  </a:lnTo>
                  <a:lnTo>
                    <a:pt x="2862699" y="190242"/>
                  </a:lnTo>
                  <a:lnTo>
                    <a:pt x="2896531" y="207049"/>
                  </a:lnTo>
                  <a:lnTo>
                    <a:pt x="2946131" y="234728"/>
                  </a:lnTo>
                  <a:lnTo>
                    <a:pt x="2994219" y="265089"/>
                  </a:lnTo>
                  <a:lnTo>
                    <a:pt x="3041338" y="298173"/>
                  </a:lnTo>
                  <a:lnTo>
                    <a:pt x="3087893" y="333945"/>
                  </a:lnTo>
                  <a:lnTo>
                    <a:pt x="3134174" y="372273"/>
                  </a:lnTo>
                  <a:lnTo>
                    <a:pt x="3180377" y="412931"/>
                  </a:lnTo>
                  <a:lnTo>
                    <a:pt x="3226617" y="455593"/>
                  </a:lnTo>
                  <a:lnTo>
                    <a:pt x="3272943" y="499842"/>
                  </a:lnTo>
                  <a:lnTo>
                    <a:pt x="3319354" y="545185"/>
                  </a:lnTo>
                  <a:lnTo>
                    <a:pt x="3365816" y="591072"/>
                  </a:lnTo>
                  <a:lnTo>
                    <a:pt x="3412274" y="636925"/>
                  </a:lnTo>
                  <a:lnTo>
                    <a:pt x="3458677" y="682170"/>
                  </a:lnTo>
                  <a:lnTo>
                    <a:pt x="3504993" y="726262"/>
                  </a:lnTo>
                  <a:lnTo>
                    <a:pt x="3551225" y="768716"/>
                  </a:lnTo>
                  <a:lnTo>
                    <a:pt x="3597429" y="809123"/>
                  </a:lnTo>
                  <a:lnTo>
                    <a:pt x="3643730" y="847170"/>
                  </a:lnTo>
                  <a:lnTo>
                    <a:pt x="3690333" y="882640"/>
                  </a:lnTo>
                  <a:lnTo>
                    <a:pt x="3737540" y="915415"/>
                  </a:lnTo>
                  <a:lnTo>
                    <a:pt x="3785770" y="945467"/>
                  </a:lnTo>
                  <a:lnTo>
                    <a:pt x="3829811" y="969862"/>
                  </a:lnTo>
                  <a:lnTo>
                    <a:pt x="3877145" y="992914"/>
                  </a:lnTo>
                  <a:lnTo>
                    <a:pt x="3926972" y="1013780"/>
                  </a:lnTo>
                  <a:lnTo>
                    <a:pt x="3980045" y="1032558"/>
                  </a:lnTo>
                  <a:lnTo>
                    <a:pt x="4037188" y="1049420"/>
                  </a:lnTo>
                  <a:lnTo>
                    <a:pt x="4099243" y="1064567"/>
                  </a:lnTo>
                  <a:lnTo>
                    <a:pt x="4167012" y="1078198"/>
                  </a:lnTo>
                  <a:lnTo>
                    <a:pt x="4241184" y="1090491"/>
                  </a:lnTo>
                  <a:lnTo>
                    <a:pt x="4322231" y="1101599"/>
                  </a:lnTo>
                  <a:lnTo>
                    <a:pt x="4410268" y="1111636"/>
                  </a:lnTo>
                  <a:lnTo>
                    <a:pt x="4504886" y="1120684"/>
                  </a:lnTo>
                  <a:lnTo>
                    <a:pt x="4604960" y="1128788"/>
                  </a:lnTo>
                  <a:lnTo>
                    <a:pt x="4708482" y="1135960"/>
                  </a:lnTo>
                  <a:lnTo>
                    <a:pt x="4812491" y="1142189"/>
                  </a:lnTo>
                  <a:lnTo>
                    <a:pt x="4913168" y="1147452"/>
                  </a:lnTo>
                  <a:lnTo>
                    <a:pt x="5006176" y="1151737"/>
                  </a:lnTo>
                  <a:lnTo>
                    <a:pt x="5087254" y="1155054"/>
                  </a:lnTo>
                  <a:lnTo>
                    <a:pt x="5152965" y="1157457"/>
                  </a:lnTo>
                  <a:lnTo>
                    <a:pt x="5201404" y="1159051"/>
                  </a:lnTo>
                  <a:lnTo>
                    <a:pt x="5232674" y="1159980"/>
                  </a:lnTo>
                  <a:lnTo>
                    <a:pt x="5248989" y="1160420"/>
                  </a:lnTo>
                  <a:lnTo>
                    <a:pt x="5254493" y="1160555"/>
                  </a:lnTo>
                  <a:lnTo>
                    <a:pt x="5254955" y="1160565"/>
                  </a:lnTo>
                  <a:lnTo>
                    <a:pt x="6726343" y="1160565"/>
                  </a:lnTo>
                  <a:lnTo>
                    <a:pt x="6727501" y="1160627"/>
                  </a:lnTo>
                  <a:lnTo>
                    <a:pt x="6735114" y="1161065"/>
                  </a:lnTo>
                  <a:lnTo>
                    <a:pt x="6754294" y="1162277"/>
                  </a:lnTo>
                  <a:lnTo>
                    <a:pt x="6788562" y="1164663"/>
                  </a:lnTo>
                  <a:lnTo>
                    <a:pt x="6839587" y="1168592"/>
                  </a:lnTo>
                  <a:lnTo>
                    <a:pt x="6907066" y="1174365"/>
                  </a:lnTo>
                  <a:lnTo>
                    <a:pt x="6988886" y="1182186"/>
                  </a:lnTo>
                  <a:lnTo>
                    <a:pt x="7081609" y="1192157"/>
                  </a:lnTo>
                  <a:lnTo>
                    <a:pt x="7181144" y="1204292"/>
                  </a:lnTo>
                  <a:lnTo>
                    <a:pt x="7283416" y="1218555"/>
                  </a:lnTo>
                  <a:lnTo>
                    <a:pt x="7384884" y="1234900"/>
                  </a:lnTo>
                  <a:lnTo>
                    <a:pt x="7482826" y="1253305"/>
                  </a:lnTo>
                  <a:lnTo>
                    <a:pt x="7575407" y="1273804"/>
                  </a:lnTo>
                  <a:lnTo>
                    <a:pt x="7661606" y="1296496"/>
                  </a:lnTo>
                  <a:lnTo>
                    <a:pt x="7741057" y="1321561"/>
                  </a:lnTo>
                  <a:lnTo>
                    <a:pt x="7813880" y="1349252"/>
                  </a:lnTo>
                  <a:lnTo>
                    <a:pt x="7880523" y="1379899"/>
                  </a:lnTo>
                  <a:lnTo>
                    <a:pt x="7941637" y="1413889"/>
                  </a:lnTo>
                  <a:lnTo>
                    <a:pt x="7997980" y="1451653"/>
                  </a:lnTo>
                  <a:lnTo>
                    <a:pt x="8050350" y="1493628"/>
                  </a:lnTo>
                  <a:lnTo>
                    <a:pt x="8099529" y="1540196"/>
                  </a:lnTo>
                  <a:lnTo>
                    <a:pt x="8146238" y="1591592"/>
                  </a:lnTo>
                  <a:lnTo>
                    <a:pt x="8151487" y="1597821"/>
                  </a:lnTo>
                  <a:lnTo>
                    <a:pt x="8190314" y="1646787"/>
                  </a:lnTo>
                  <a:lnTo>
                    <a:pt x="8228140" y="1699466"/>
                  </a:lnTo>
                  <a:lnTo>
                    <a:pt x="8265246" y="1755934"/>
                  </a:lnTo>
                  <a:lnTo>
                    <a:pt x="8301858" y="1816199"/>
                  </a:lnTo>
                  <a:lnTo>
                    <a:pt x="8338153" y="1880199"/>
                  </a:lnTo>
                  <a:lnTo>
                    <a:pt x="8374268" y="1947793"/>
                  </a:lnTo>
                  <a:lnTo>
                    <a:pt x="8410305" y="2018756"/>
                  </a:lnTo>
                  <a:lnTo>
                    <a:pt x="8446333" y="2092780"/>
                  </a:lnTo>
                  <a:lnTo>
                    <a:pt x="8482396" y="2169474"/>
                  </a:lnTo>
                  <a:lnTo>
                    <a:pt x="8518512" y="2248373"/>
                  </a:lnTo>
                  <a:lnTo>
                    <a:pt x="8554683" y="2328946"/>
                  </a:lnTo>
                  <a:lnTo>
                    <a:pt x="8590896" y="2410610"/>
                  </a:lnTo>
                  <a:lnTo>
                    <a:pt x="8627129" y="2492748"/>
                  </a:lnTo>
                  <a:lnTo>
                    <a:pt x="8663355" y="2574730"/>
                  </a:lnTo>
                  <a:lnTo>
                    <a:pt x="8699550" y="2655927"/>
                  </a:lnTo>
                  <a:lnTo>
                    <a:pt x="8735694" y="2735738"/>
                  </a:lnTo>
                  <a:lnTo>
                    <a:pt x="8771783" y="2813604"/>
                  </a:lnTo>
                  <a:lnTo>
                    <a:pt x="8807825" y="2889025"/>
                  </a:lnTo>
                  <a:lnTo>
                    <a:pt x="8843850" y="2961572"/>
                  </a:lnTo>
                  <a:lnTo>
                    <a:pt x="8879915" y="3030894"/>
                  </a:lnTo>
                  <a:lnTo>
                    <a:pt x="8916105" y="3096725"/>
                  </a:lnTo>
                  <a:lnTo>
                    <a:pt x="8952538" y="3158882"/>
                  </a:lnTo>
                  <a:lnTo>
                    <a:pt x="8989370" y="3217263"/>
                  </a:lnTo>
                  <a:lnTo>
                    <a:pt x="9026803" y="3271843"/>
                  </a:lnTo>
                  <a:lnTo>
                    <a:pt x="9065087" y="3322664"/>
                  </a:lnTo>
                  <a:lnTo>
                    <a:pt x="9084767" y="3346842"/>
                  </a:lnTo>
                  <a:lnTo>
                    <a:pt x="9131233" y="3398797"/>
                  </a:lnTo>
                  <a:lnTo>
                    <a:pt x="9180093" y="3445913"/>
                  </a:lnTo>
                  <a:lnTo>
                    <a:pt x="9232056" y="3488399"/>
                  </a:lnTo>
                  <a:lnTo>
                    <a:pt x="9287901" y="3526626"/>
                  </a:lnTo>
                  <a:lnTo>
                    <a:pt x="9348425" y="3561029"/>
                  </a:lnTo>
                  <a:lnTo>
                    <a:pt x="9414396" y="3592039"/>
                  </a:lnTo>
                  <a:lnTo>
                    <a:pt x="9486480" y="3620053"/>
                  </a:lnTo>
                  <a:lnTo>
                    <a:pt x="9565154" y="3645406"/>
                  </a:lnTo>
                  <a:lnTo>
                    <a:pt x="9650584" y="3668361"/>
                  </a:lnTo>
                  <a:lnTo>
                    <a:pt x="9742469" y="3689105"/>
                  </a:lnTo>
                  <a:lnTo>
                    <a:pt x="9839870" y="3707749"/>
                  </a:lnTo>
                  <a:lnTo>
                    <a:pt x="9941054" y="3724332"/>
                  </a:lnTo>
                  <a:lnTo>
                    <a:pt x="10043400" y="3738837"/>
                  </a:lnTo>
                  <a:lnTo>
                    <a:pt x="10143451" y="3751219"/>
                  </a:lnTo>
                  <a:lnTo>
                    <a:pt x="10237173" y="3761439"/>
                  </a:lnTo>
                  <a:lnTo>
                    <a:pt x="10320442" y="3769504"/>
                  </a:lnTo>
                  <a:lnTo>
                    <a:pt x="10389710" y="3775505"/>
                  </a:lnTo>
                  <a:lnTo>
                    <a:pt x="10442682" y="3779633"/>
                  </a:lnTo>
                  <a:lnTo>
                    <a:pt x="10478831" y="3782178"/>
                  </a:lnTo>
                  <a:lnTo>
                    <a:pt x="10499602" y="3783505"/>
                  </a:lnTo>
                  <a:lnTo>
                    <a:pt x="10508314" y="3784012"/>
                  </a:lnTo>
                  <a:lnTo>
                    <a:pt x="10509911" y="3784098"/>
                  </a:lnTo>
                  <a:lnTo>
                    <a:pt x="11981298" y="3784098"/>
                  </a:lnTo>
                  <a:lnTo>
                    <a:pt x="11981298" y="3767752"/>
                  </a:lnTo>
                  <a:lnTo>
                    <a:pt x="10509911" y="3767752"/>
                  </a:lnTo>
                  <a:lnTo>
                    <a:pt x="10508752" y="3767690"/>
                  </a:lnTo>
                  <a:lnTo>
                    <a:pt x="10501139" y="3767252"/>
                  </a:lnTo>
                  <a:lnTo>
                    <a:pt x="10481959" y="3766040"/>
                  </a:lnTo>
                  <a:lnTo>
                    <a:pt x="10447691" y="3763654"/>
                  </a:lnTo>
                  <a:lnTo>
                    <a:pt x="10396666" y="3759725"/>
                  </a:lnTo>
                  <a:lnTo>
                    <a:pt x="10329188" y="3753952"/>
                  </a:lnTo>
                  <a:lnTo>
                    <a:pt x="10247367" y="3746130"/>
                  </a:lnTo>
                  <a:lnTo>
                    <a:pt x="10154644" y="3736160"/>
                  </a:lnTo>
                  <a:lnTo>
                    <a:pt x="10055109" y="3724025"/>
                  </a:lnTo>
                  <a:lnTo>
                    <a:pt x="9952837" y="3709762"/>
                  </a:lnTo>
                  <a:lnTo>
                    <a:pt x="9851369" y="3693417"/>
                  </a:lnTo>
                  <a:lnTo>
                    <a:pt x="9753428" y="3675012"/>
                  </a:lnTo>
                  <a:lnTo>
                    <a:pt x="9660846" y="3654513"/>
                  </a:lnTo>
                  <a:lnTo>
                    <a:pt x="9574647" y="3631821"/>
                  </a:lnTo>
                  <a:lnTo>
                    <a:pt x="9495196" y="3606756"/>
                  </a:lnTo>
                  <a:lnTo>
                    <a:pt x="9422373" y="3579065"/>
                  </a:lnTo>
                  <a:lnTo>
                    <a:pt x="9355730" y="3548418"/>
                  </a:lnTo>
                  <a:lnTo>
                    <a:pt x="9294616" y="3514428"/>
                  </a:lnTo>
                  <a:lnTo>
                    <a:pt x="9238273" y="3476664"/>
                  </a:lnTo>
                  <a:lnTo>
                    <a:pt x="9185903" y="3434689"/>
                  </a:lnTo>
                  <a:lnTo>
                    <a:pt x="9136725" y="3388121"/>
                  </a:lnTo>
                  <a:lnTo>
                    <a:pt x="9090015" y="3336725"/>
                  </a:lnTo>
                  <a:lnTo>
                    <a:pt x="9084767" y="3330496"/>
                  </a:lnTo>
                  <a:lnTo>
                    <a:pt x="9045939" y="3281530"/>
                  </a:lnTo>
                  <a:lnTo>
                    <a:pt x="9008113" y="3228851"/>
                  </a:lnTo>
                  <a:lnTo>
                    <a:pt x="8971007" y="3172383"/>
                  </a:lnTo>
                  <a:lnTo>
                    <a:pt x="8934396" y="3112118"/>
                  </a:lnTo>
                  <a:lnTo>
                    <a:pt x="8898101" y="3048118"/>
                  </a:lnTo>
                  <a:lnTo>
                    <a:pt x="8861985" y="2980524"/>
                  </a:lnTo>
                  <a:lnTo>
                    <a:pt x="8825948" y="2909561"/>
                  </a:lnTo>
                  <a:lnTo>
                    <a:pt x="8789920" y="2835537"/>
                  </a:lnTo>
                  <a:lnTo>
                    <a:pt x="8753858" y="2758843"/>
                  </a:lnTo>
                  <a:lnTo>
                    <a:pt x="8717741" y="2679944"/>
                  </a:lnTo>
                  <a:lnTo>
                    <a:pt x="8681570" y="2599371"/>
                  </a:lnTo>
                  <a:lnTo>
                    <a:pt x="8645357" y="2517707"/>
                  </a:lnTo>
                  <a:lnTo>
                    <a:pt x="8609124" y="2435569"/>
                  </a:lnTo>
                  <a:lnTo>
                    <a:pt x="8572898" y="2353587"/>
                  </a:lnTo>
                  <a:lnTo>
                    <a:pt x="8536704" y="2272390"/>
                  </a:lnTo>
                  <a:lnTo>
                    <a:pt x="8500559" y="2192579"/>
                  </a:lnTo>
                  <a:lnTo>
                    <a:pt x="8464470" y="2114713"/>
                  </a:lnTo>
                  <a:lnTo>
                    <a:pt x="8428429" y="2039292"/>
                  </a:lnTo>
                  <a:lnTo>
                    <a:pt x="8392403" y="1966745"/>
                  </a:lnTo>
                  <a:lnTo>
                    <a:pt x="8356338" y="1897423"/>
                  </a:lnTo>
                  <a:lnTo>
                    <a:pt x="8320148" y="1831592"/>
                  </a:lnTo>
                  <a:lnTo>
                    <a:pt x="8283715" y="1769435"/>
                  </a:lnTo>
                  <a:lnTo>
                    <a:pt x="8246883" y="1711054"/>
                  </a:lnTo>
                  <a:lnTo>
                    <a:pt x="8209450" y="1656474"/>
                  </a:lnTo>
                  <a:lnTo>
                    <a:pt x="8171166" y="1605653"/>
                  </a:lnTo>
                  <a:lnTo>
                    <a:pt x="8151487" y="1581475"/>
                  </a:lnTo>
                  <a:lnTo>
                    <a:pt x="8105020" y="1529520"/>
                  </a:lnTo>
                  <a:lnTo>
                    <a:pt x="8056160" y="1482404"/>
                  </a:lnTo>
                  <a:lnTo>
                    <a:pt x="8004197" y="1439918"/>
                  </a:lnTo>
                  <a:lnTo>
                    <a:pt x="7948352" y="1401691"/>
                  </a:lnTo>
                  <a:lnTo>
                    <a:pt x="7887828" y="1367288"/>
                  </a:lnTo>
                  <a:lnTo>
                    <a:pt x="7821857" y="1336278"/>
                  </a:lnTo>
                  <a:lnTo>
                    <a:pt x="7749773" y="1308264"/>
                  </a:lnTo>
                  <a:lnTo>
                    <a:pt x="7671099" y="1282911"/>
                  </a:lnTo>
                  <a:lnTo>
                    <a:pt x="7585669" y="1259956"/>
                  </a:lnTo>
                  <a:lnTo>
                    <a:pt x="7493784" y="1239212"/>
                  </a:lnTo>
                  <a:lnTo>
                    <a:pt x="7396383" y="1220568"/>
                  </a:lnTo>
                  <a:lnTo>
                    <a:pt x="7295200" y="1203985"/>
                  </a:lnTo>
                  <a:lnTo>
                    <a:pt x="7192854" y="1189480"/>
                  </a:lnTo>
                  <a:lnTo>
                    <a:pt x="7092802" y="1177098"/>
                  </a:lnTo>
                  <a:lnTo>
                    <a:pt x="6999081" y="1166878"/>
                  </a:lnTo>
                  <a:lnTo>
                    <a:pt x="6915811" y="1158813"/>
                  </a:lnTo>
                  <a:lnTo>
                    <a:pt x="6846543" y="1152812"/>
                  </a:lnTo>
                  <a:lnTo>
                    <a:pt x="6793571" y="1148684"/>
                  </a:lnTo>
                  <a:lnTo>
                    <a:pt x="6757422" y="1146139"/>
                  </a:lnTo>
                  <a:lnTo>
                    <a:pt x="6736651" y="1144812"/>
                  </a:lnTo>
                  <a:lnTo>
                    <a:pt x="6727939" y="1144305"/>
                  </a:lnTo>
                  <a:lnTo>
                    <a:pt x="6726343" y="1144219"/>
                  </a:lnTo>
                  <a:lnTo>
                    <a:pt x="5254955" y="1144219"/>
                  </a:lnTo>
                  <a:lnTo>
                    <a:pt x="5253733" y="1144191"/>
                  </a:lnTo>
                  <a:lnTo>
                    <a:pt x="5245714" y="1143989"/>
                  </a:lnTo>
                  <a:lnTo>
                    <a:pt x="5225544" y="1143431"/>
                  </a:lnTo>
                  <a:lnTo>
                    <a:pt x="5189591" y="1142332"/>
                  </a:lnTo>
                  <a:lnTo>
                    <a:pt x="5136225" y="1140524"/>
                  </a:lnTo>
                  <a:lnTo>
                    <a:pt x="5065934" y="1137872"/>
                  </a:lnTo>
                  <a:lnTo>
                    <a:pt x="4981112" y="1134287"/>
                  </a:lnTo>
                  <a:lnTo>
                    <a:pt x="4885506" y="1129728"/>
                  </a:lnTo>
                  <a:lnTo>
                    <a:pt x="4783469" y="1124192"/>
                  </a:lnTo>
                  <a:lnTo>
                    <a:pt x="4679244" y="1117696"/>
                  </a:lnTo>
                  <a:lnTo>
                    <a:pt x="4576432" y="1110263"/>
                  </a:lnTo>
                  <a:lnTo>
                    <a:pt x="4477727" y="1101896"/>
                  </a:lnTo>
                  <a:lnTo>
                    <a:pt x="4384876" y="1092577"/>
                  </a:lnTo>
                  <a:lnTo>
                    <a:pt x="4298784" y="1082249"/>
                  </a:lnTo>
                  <a:lnTo>
                    <a:pt x="4219696" y="1070822"/>
                  </a:lnTo>
                  <a:lnTo>
                    <a:pt x="4147380" y="1058170"/>
                  </a:lnTo>
                  <a:lnTo>
                    <a:pt x="4081290" y="1044133"/>
                  </a:lnTo>
                  <a:lnTo>
                    <a:pt x="4020697" y="1028525"/>
                  </a:lnTo>
                  <a:lnTo>
                    <a:pt x="3964781" y="1011145"/>
                  </a:lnTo>
                  <a:lnTo>
                    <a:pt x="3912699" y="991797"/>
                  </a:lnTo>
                  <a:lnTo>
                    <a:pt x="3863643" y="970323"/>
                  </a:lnTo>
                  <a:lnTo>
                    <a:pt x="3829811" y="953516"/>
                  </a:lnTo>
                  <a:lnTo>
                    <a:pt x="3780212" y="925836"/>
                  </a:lnTo>
                  <a:lnTo>
                    <a:pt x="3732123" y="895476"/>
                  </a:lnTo>
                  <a:lnTo>
                    <a:pt x="3685004" y="862391"/>
                  </a:lnTo>
                  <a:lnTo>
                    <a:pt x="3638449" y="826620"/>
                  </a:lnTo>
                  <a:lnTo>
                    <a:pt x="3592168" y="788292"/>
                  </a:lnTo>
                  <a:lnTo>
                    <a:pt x="3545965" y="747634"/>
                  </a:lnTo>
                  <a:lnTo>
                    <a:pt x="3499726" y="704971"/>
                  </a:lnTo>
                  <a:lnTo>
                    <a:pt x="3453399" y="660722"/>
                  </a:lnTo>
                  <a:lnTo>
                    <a:pt x="3406988" y="615380"/>
                  </a:lnTo>
                  <a:lnTo>
                    <a:pt x="3360526" y="569493"/>
                  </a:lnTo>
                  <a:lnTo>
                    <a:pt x="3314068" y="523639"/>
                  </a:lnTo>
                  <a:lnTo>
                    <a:pt x="3267665" y="478395"/>
                  </a:lnTo>
                  <a:lnTo>
                    <a:pt x="3221349" y="434302"/>
                  </a:lnTo>
                  <a:lnTo>
                    <a:pt x="3175117" y="391849"/>
                  </a:lnTo>
                  <a:lnTo>
                    <a:pt x="3128913" y="351442"/>
                  </a:lnTo>
                  <a:lnTo>
                    <a:pt x="3082612" y="313395"/>
                  </a:lnTo>
                  <a:lnTo>
                    <a:pt x="3036009" y="277924"/>
                  </a:lnTo>
                  <a:lnTo>
                    <a:pt x="2988802" y="245149"/>
                  </a:lnTo>
                  <a:lnTo>
                    <a:pt x="2940573" y="215098"/>
                  </a:lnTo>
                  <a:lnTo>
                    <a:pt x="2896531" y="190703"/>
                  </a:lnTo>
                  <a:lnTo>
                    <a:pt x="2849198" y="167650"/>
                  </a:lnTo>
                  <a:lnTo>
                    <a:pt x="2799370" y="146784"/>
                  </a:lnTo>
                  <a:lnTo>
                    <a:pt x="2746297" y="128007"/>
                  </a:lnTo>
                  <a:lnTo>
                    <a:pt x="2689154" y="111145"/>
                  </a:lnTo>
                  <a:lnTo>
                    <a:pt x="2627099" y="95998"/>
                  </a:lnTo>
                  <a:lnTo>
                    <a:pt x="2559330" y="82367"/>
                  </a:lnTo>
                  <a:lnTo>
                    <a:pt x="2485158" y="70073"/>
                  </a:lnTo>
                  <a:lnTo>
                    <a:pt x="2404112" y="58966"/>
                  </a:lnTo>
                  <a:lnTo>
                    <a:pt x="2316074" y="48929"/>
                  </a:lnTo>
                  <a:lnTo>
                    <a:pt x="2221456" y="39880"/>
                  </a:lnTo>
                  <a:lnTo>
                    <a:pt x="2121383" y="31777"/>
                  </a:lnTo>
                  <a:lnTo>
                    <a:pt x="2017861" y="24605"/>
                  </a:lnTo>
                  <a:lnTo>
                    <a:pt x="1913851" y="18376"/>
                  </a:lnTo>
                  <a:lnTo>
                    <a:pt x="1813174" y="13112"/>
                  </a:lnTo>
                  <a:lnTo>
                    <a:pt x="1720166" y="8828"/>
                  </a:lnTo>
                  <a:lnTo>
                    <a:pt x="1639088" y="5511"/>
                  </a:lnTo>
                  <a:lnTo>
                    <a:pt x="1573377" y="3107"/>
                  </a:lnTo>
                  <a:lnTo>
                    <a:pt x="1524938" y="1514"/>
                  </a:lnTo>
                  <a:lnTo>
                    <a:pt x="1493668" y="585"/>
                  </a:lnTo>
                  <a:lnTo>
                    <a:pt x="1477353" y="145"/>
                  </a:lnTo>
                  <a:lnTo>
                    <a:pt x="1471849" y="10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93" name="pl93"/>
            <p:cNvSpPr/>
            <p:nvPr/>
          </p:nvSpPr>
          <p:spPr>
            <a:xfrm>
              <a:off x="4799595" y="3680263"/>
              <a:ext cx="11981298" cy="3767752"/>
            </a:xfrm>
            <a:custGeom>
              <a:avLst/>
              <a:pathLst>
                <a:path w="11981298" h="3767752">
                  <a:moveTo>
                    <a:pt x="0" y="0"/>
                  </a:moveTo>
                  <a:lnTo>
                    <a:pt x="1471387" y="0"/>
                  </a:lnTo>
                  <a:lnTo>
                    <a:pt x="1472609" y="28"/>
                  </a:lnTo>
                  <a:lnTo>
                    <a:pt x="1480628" y="230"/>
                  </a:lnTo>
                  <a:lnTo>
                    <a:pt x="1500798" y="788"/>
                  </a:lnTo>
                  <a:lnTo>
                    <a:pt x="1536751" y="1887"/>
                  </a:lnTo>
                  <a:lnTo>
                    <a:pt x="1590117" y="3695"/>
                  </a:lnTo>
                  <a:lnTo>
                    <a:pt x="1660408" y="6346"/>
                  </a:lnTo>
                  <a:lnTo>
                    <a:pt x="1745231" y="9931"/>
                  </a:lnTo>
                  <a:lnTo>
                    <a:pt x="1840837" y="14491"/>
                  </a:lnTo>
                  <a:lnTo>
                    <a:pt x="1942873" y="20027"/>
                  </a:lnTo>
                  <a:lnTo>
                    <a:pt x="2047098" y="26522"/>
                  </a:lnTo>
                  <a:lnTo>
                    <a:pt x="2149910" y="33956"/>
                  </a:lnTo>
                  <a:lnTo>
                    <a:pt x="2248615" y="42322"/>
                  </a:lnTo>
                  <a:lnTo>
                    <a:pt x="2341466" y="51642"/>
                  </a:lnTo>
                  <a:lnTo>
                    <a:pt x="2427558" y="61970"/>
                  </a:lnTo>
                  <a:lnTo>
                    <a:pt x="2506646" y="73397"/>
                  </a:lnTo>
                  <a:lnTo>
                    <a:pt x="2578963" y="86049"/>
                  </a:lnTo>
                  <a:lnTo>
                    <a:pt x="2645052" y="100086"/>
                  </a:lnTo>
                  <a:lnTo>
                    <a:pt x="2705645" y="115694"/>
                  </a:lnTo>
                  <a:lnTo>
                    <a:pt x="2761561" y="133073"/>
                  </a:lnTo>
                  <a:lnTo>
                    <a:pt x="2813643" y="152421"/>
                  </a:lnTo>
                  <a:lnTo>
                    <a:pt x="2862699" y="173896"/>
                  </a:lnTo>
                  <a:lnTo>
                    <a:pt x="2896531" y="190703"/>
                  </a:lnTo>
                  <a:lnTo>
                    <a:pt x="2946131" y="218382"/>
                  </a:lnTo>
                  <a:lnTo>
                    <a:pt x="2994219" y="248743"/>
                  </a:lnTo>
                  <a:lnTo>
                    <a:pt x="3041338" y="281827"/>
                  </a:lnTo>
                  <a:lnTo>
                    <a:pt x="3087893" y="317599"/>
                  </a:lnTo>
                  <a:lnTo>
                    <a:pt x="3134174" y="355927"/>
                  </a:lnTo>
                  <a:lnTo>
                    <a:pt x="3180377" y="396585"/>
                  </a:lnTo>
                  <a:lnTo>
                    <a:pt x="3226617" y="439247"/>
                  </a:lnTo>
                  <a:lnTo>
                    <a:pt x="3272943" y="483496"/>
                  </a:lnTo>
                  <a:lnTo>
                    <a:pt x="3319354" y="528839"/>
                  </a:lnTo>
                  <a:lnTo>
                    <a:pt x="3365816" y="574726"/>
                  </a:lnTo>
                  <a:lnTo>
                    <a:pt x="3412274" y="620579"/>
                  </a:lnTo>
                  <a:lnTo>
                    <a:pt x="3458677" y="665824"/>
                  </a:lnTo>
                  <a:lnTo>
                    <a:pt x="3504993" y="709916"/>
                  </a:lnTo>
                  <a:lnTo>
                    <a:pt x="3551225" y="752370"/>
                  </a:lnTo>
                  <a:lnTo>
                    <a:pt x="3597429" y="792777"/>
                  </a:lnTo>
                  <a:lnTo>
                    <a:pt x="3643730" y="830824"/>
                  </a:lnTo>
                  <a:lnTo>
                    <a:pt x="3690333" y="866294"/>
                  </a:lnTo>
                  <a:lnTo>
                    <a:pt x="3737540" y="899069"/>
                  </a:lnTo>
                  <a:lnTo>
                    <a:pt x="3785770" y="929121"/>
                  </a:lnTo>
                  <a:lnTo>
                    <a:pt x="3829811" y="953516"/>
                  </a:lnTo>
                  <a:lnTo>
                    <a:pt x="3877145" y="976568"/>
                  </a:lnTo>
                  <a:lnTo>
                    <a:pt x="3926972" y="997434"/>
                  </a:lnTo>
                  <a:lnTo>
                    <a:pt x="3980045" y="1016212"/>
                  </a:lnTo>
                  <a:lnTo>
                    <a:pt x="4037188" y="1033074"/>
                  </a:lnTo>
                  <a:lnTo>
                    <a:pt x="4099243" y="1048221"/>
                  </a:lnTo>
                  <a:lnTo>
                    <a:pt x="4167012" y="1061852"/>
                  </a:lnTo>
                  <a:lnTo>
                    <a:pt x="4241184" y="1074145"/>
                  </a:lnTo>
                  <a:lnTo>
                    <a:pt x="4322231" y="1085253"/>
                  </a:lnTo>
                  <a:lnTo>
                    <a:pt x="4410268" y="1095290"/>
                  </a:lnTo>
                  <a:lnTo>
                    <a:pt x="4504886" y="1104338"/>
                  </a:lnTo>
                  <a:lnTo>
                    <a:pt x="4604960" y="1112442"/>
                  </a:lnTo>
                  <a:lnTo>
                    <a:pt x="4708482" y="1119614"/>
                  </a:lnTo>
                  <a:lnTo>
                    <a:pt x="4812491" y="1125843"/>
                  </a:lnTo>
                  <a:lnTo>
                    <a:pt x="4913168" y="1131106"/>
                  </a:lnTo>
                  <a:lnTo>
                    <a:pt x="5006176" y="1135391"/>
                  </a:lnTo>
                  <a:lnTo>
                    <a:pt x="5087254" y="1138708"/>
                  </a:lnTo>
                  <a:lnTo>
                    <a:pt x="5152965" y="1141111"/>
                  </a:lnTo>
                  <a:lnTo>
                    <a:pt x="5201404" y="1142705"/>
                  </a:lnTo>
                  <a:lnTo>
                    <a:pt x="5232674" y="1143634"/>
                  </a:lnTo>
                  <a:lnTo>
                    <a:pt x="5248989" y="1144074"/>
                  </a:lnTo>
                  <a:lnTo>
                    <a:pt x="5254493" y="1144209"/>
                  </a:lnTo>
                  <a:lnTo>
                    <a:pt x="5254955" y="1144219"/>
                  </a:lnTo>
                  <a:lnTo>
                    <a:pt x="6726343" y="1144219"/>
                  </a:lnTo>
                  <a:lnTo>
                    <a:pt x="6727501" y="1144281"/>
                  </a:lnTo>
                  <a:lnTo>
                    <a:pt x="6735114" y="1144719"/>
                  </a:lnTo>
                  <a:lnTo>
                    <a:pt x="6754294" y="1145931"/>
                  </a:lnTo>
                  <a:lnTo>
                    <a:pt x="6788562" y="1148317"/>
                  </a:lnTo>
                  <a:lnTo>
                    <a:pt x="6839587" y="1152246"/>
                  </a:lnTo>
                  <a:lnTo>
                    <a:pt x="6907066" y="1158019"/>
                  </a:lnTo>
                  <a:lnTo>
                    <a:pt x="6988886" y="1165840"/>
                  </a:lnTo>
                  <a:lnTo>
                    <a:pt x="7081609" y="1175811"/>
                  </a:lnTo>
                  <a:lnTo>
                    <a:pt x="7181144" y="1187946"/>
                  </a:lnTo>
                  <a:lnTo>
                    <a:pt x="7283416" y="1202209"/>
                  </a:lnTo>
                  <a:lnTo>
                    <a:pt x="7384884" y="1218554"/>
                  </a:lnTo>
                  <a:lnTo>
                    <a:pt x="7482826" y="1236959"/>
                  </a:lnTo>
                  <a:lnTo>
                    <a:pt x="7575407" y="1257458"/>
                  </a:lnTo>
                  <a:lnTo>
                    <a:pt x="7661606" y="1280150"/>
                  </a:lnTo>
                  <a:lnTo>
                    <a:pt x="7741057" y="1305215"/>
                  </a:lnTo>
                  <a:lnTo>
                    <a:pt x="7813880" y="1332906"/>
                  </a:lnTo>
                  <a:lnTo>
                    <a:pt x="7880523" y="1363553"/>
                  </a:lnTo>
                  <a:lnTo>
                    <a:pt x="7941637" y="1397543"/>
                  </a:lnTo>
                  <a:lnTo>
                    <a:pt x="7997980" y="1435307"/>
                  </a:lnTo>
                  <a:lnTo>
                    <a:pt x="8050350" y="1477282"/>
                  </a:lnTo>
                  <a:lnTo>
                    <a:pt x="8099529" y="1523850"/>
                  </a:lnTo>
                  <a:lnTo>
                    <a:pt x="8146238" y="1575246"/>
                  </a:lnTo>
                  <a:lnTo>
                    <a:pt x="8151487" y="1581475"/>
                  </a:lnTo>
                  <a:lnTo>
                    <a:pt x="8190314" y="1630441"/>
                  </a:lnTo>
                  <a:lnTo>
                    <a:pt x="8228140" y="1683120"/>
                  </a:lnTo>
                  <a:lnTo>
                    <a:pt x="8265246" y="1739588"/>
                  </a:lnTo>
                  <a:lnTo>
                    <a:pt x="8301858" y="1799853"/>
                  </a:lnTo>
                  <a:lnTo>
                    <a:pt x="8338153" y="1863853"/>
                  </a:lnTo>
                  <a:lnTo>
                    <a:pt x="8374268" y="1931447"/>
                  </a:lnTo>
                  <a:lnTo>
                    <a:pt x="8410305" y="2002410"/>
                  </a:lnTo>
                  <a:lnTo>
                    <a:pt x="8446333" y="2076434"/>
                  </a:lnTo>
                  <a:lnTo>
                    <a:pt x="8482396" y="2153128"/>
                  </a:lnTo>
                  <a:lnTo>
                    <a:pt x="8518512" y="2232027"/>
                  </a:lnTo>
                  <a:lnTo>
                    <a:pt x="8554683" y="2312600"/>
                  </a:lnTo>
                  <a:lnTo>
                    <a:pt x="8590896" y="2394264"/>
                  </a:lnTo>
                  <a:lnTo>
                    <a:pt x="8627129" y="2476402"/>
                  </a:lnTo>
                  <a:lnTo>
                    <a:pt x="8663355" y="2558384"/>
                  </a:lnTo>
                  <a:lnTo>
                    <a:pt x="8699550" y="2639581"/>
                  </a:lnTo>
                  <a:lnTo>
                    <a:pt x="8735694" y="2719392"/>
                  </a:lnTo>
                  <a:lnTo>
                    <a:pt x="8771783" y="2797258"/>
                  </a:lnTo>
                  <a:lnTo>
                    <a:pt x="8807825" y="2872679"/>
                  </a:lnTo>
                  <a:lnTo>
                    <a:pt x="8843850" y="2945226"/>
                  </a:lnTo>
                  <a:lnTo>
                    <a:pt x="8879915" y="3014548"/>
                  </a:lnTo>
                  <a:lnTo>
                    <a:pt x="8916105" y="3080379"/>
                  </a:lnTo>
                  <a:lnTo>
                    <a:pt x="8952538" y="3142536"/>
                  </a:lnTo>
                  <a:lnTo>
                    <a:pt x="8989370" y="3200917"/>
                  </a:lnTo>
                  <a:lnTo>
                    <a:pt x="9026803" y="3255497"/>
                  </a:lnTo>
                  <a:lnTo>
                    <a:pt x="9065087" y="3306318"/>
                  </a:lnTo>
                  <a:lnTo>
                    <a:pt x="9084767" y="3330496"/>
                  </a:lnTo>
                  <a:lnTo>
                    <a:pt x="9131233" y="3382451"/>
                  </a:lnTo>
                  <a:lnTo>
                    <a:pt x="9180093" y="3429567"/>
                  </a:lnTo>
                  <a:lnTo>
                    <a:pt x="9232056" y="3472053"/>
                  </a:lnTo>
                  <a:lnTo>
                    <a:pt x="9287901" y="3510280"/>
                  </a:lnTo>
                  <a:lnTo>
                    <a:pt x="9348425" y="3544683"/>
                  </a:lnTo>
                  <a:lnTo>
                    <a:pt x="9414396" y="3575693"/>
                  </a:lnTo>
                  <a:lnTo>
                    <a:pt x="9486480" y="3603707"/>
                  </a:lnTo>
                  <a:lnTo>
                    <a:pt x="9565154" y="3629060"/>
                  </a:lnTo>
                  <a:lnTo>
                    <a:pt x="9650584" y="3652015"/>
                  </a:lnTo>
                  <a:lnTo>
                    <a:pt x="9742469" y="3672759"/>
                  </a:lnTo>
                  <a:lnTo>
                    <a:pt x="9839870" y="3691403"/>
                  </a:lnTo>
                  <a:lnTo>
                    <a:pt x="9941054" y="3707986"/>
                  </a:lnTo>
                  <a:lnTo>
                    <a:pt x="10043400" y="3722491"/>
                  </a:lnTo>
                  <a:lnTo>
                    <a:pt x="10143451" y="3734873"/>
                  </a:lnTo>
                  <a:lnTo>
                    <a:pt x="10237173" y="3745093"/>
                  </a:lnTo>
                  <a:lnTo>
                    <a:pt x="10320442" y="3753158"/>
                  </a:lnTo>
                  <a:lnTo>
                    <a:pt x="10389710" y="3759159"/>
                  </a:lnTo>
                  <a:lnTo>
                    <a:pt x="10442682" y="3763287"/>
                  </a:lnTo>
                  <a:lnTo>
                    <a:pt x="10478831" y="3765832"/>
                  </a:lnTo>
                  <a:lnTo>
                    <a:pt x="10499602" y="3767159"/>
                  </a:lnTo>
                  <a:lnTo>
                    <a:pt x="10508314" y="3767666"/>
                  </a:lnTo>
                  <a:lnTo>
                    <a:pt x="10509909" y="3767752"/>
                  </a:lnTo>
                  <a:lnTo>
                    <a:pt x="10509911" y="3767752"/>
                  </a:lnTo>
                  <a:lnTo>
                    <a:pt x="11981298" y="376775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4" name="pl94"/>
            <p:cNvSpPr/>
            <p:nvPr/>
          </p:nvSpPr>
          <p:spPr>
            <a:xfrm>
              <a:off x="4799595" y="3663917"/>
              <a:ext cx="11981298" cy="3767752"/>
            </a:xfrm>
            <a:custGeom>
              <a:avLst/>
              <a:pathLst>
                <a:path w="11981298" h="3767752">
                  <a:moveTo>
                    <a:pt x="11981298" y="3767752"/>
                  </a:moveTo>
                  <a:lnTo>
                    <a:pt x="10509911" y="3767752"/>
                  </a:lnTo>
                  <a:lnTo>
                    <a:pt x="10508752" y="3767690"/>
                  </a:lnTo>
                  <a:lnTo>
                    <a:pt x="10501139" y="3767252"/>
                  </a:lnTo>
                  <a:lnTo>
                    <a:pt x="10481959" y="3766040"/>
                  </a:lnTo>
                  <a:lnTo>
                    <a:pt x="10447691" y="3763654"/>
                  </a:lnTo>
                  <a:lnTo>
                    <a:pt x="10396666" y="3759725"/>
                  </a:lnTo>
                  <a:lnTo>
                    <a:pt x="10329188" y="3753952"/>
                  </a:lnTo>
                  <a:lnTo>
                    <a:pt x="10247367" y="3746130"/>
                  </a:lnTo>
                  <a:lnTo>
                    <a:pt x="10154644" y="3736160"/>
                  </a:lnTo>
                  <a:lnTo>
                    <a:pt x="10055109" y="3724025"/>
                  </a:lnTo>
                  <a:lnTo>
                    <a:pt x="9952837" y="3709762"/>
                  </a:lnTo>
                  <a:lnTo>
                    <a:pt x="9851369" y="3693417"/>
                  </a:lnTo>
                  <a:lnTo>
                    <a:pt x="9753428" y="3675012"/>
                  </a:lnTo>
                  <a:lnTo>
                    <a:pt x="9660846" y="3654513"/>
                  </a:lnTo>
                  <a:lnTo>
                    <a:pt x="9574647" y="3631821"/>
                  </a:lnTo>
                  <a:lnTo>
                    <a:pt x="9495196" y="3606756"/>
                  </a:lnTo>
                  <a:lnTo>
                    <a:pt x="9422373" y="3579065"/>
                  </a:lnTo>
                  <a:lnTo>
                    <a:pt x="9355730" y="3548418"/>
                  </a:lnTo>
                  <a:lnTo>
                    <a:pt x="9294616" y="3514428"/>
                  </a:lnTo>
                  <a:lnTo>
                    <a:pt x="9238273" y="3476664"/>
                  </a:lnTo>
                  <a:lnTo>
                    <a:pt x="9185903" y="3434689"/>
                  </a:lnTo>
                  <a:lnTo>
                    <a:pt x="9136725" y="3388121"/>
                  </a:lnTo>
                  <a:lnTo>
                    <a:pt x="9090015" y="3336725"/>
                  </a:lnTo>
                  <a:lnTo>
                    <a:pt x="9084767" y="3330496"/>
                  </a:lnTo>
                  <a:lnTo>
                    <a:pt x="9045939" y="3281530"/>
                  </a:lnTo>
                  <a:lnTo>
                    <a:pt x="9008113" y="3228851"/>
                  </a:lnTo>
                  <a:lnTo>
                    <a:pt x="8971007" y="3172383"/>
                  </a:lnTo>
                  <a:lnTo>
                    <a:pt x="8934396" y="3112118"/>
                  </a:lnTo>
                  <a:lnTo>
                    <a:pt x="8898101" y="3048118"/>
                  </a:lnTo>
                  <a:lnTo>
                    <a:pt x="8861985" y="2980524"/>
                  </a:lnTo>
                  <a:lnTo>
                    <a:pt x="8825948" y="2909561"/>
                  </a:lnTo>
                  <a:lnTo>
                    <a:pt x="8789920" y="2835537"/>
                  </a:lnTo>
                  <a:lnTo>
                    <a:pt x="8753858" y="2758843"/>
                  </a:lnTo>
                  <a:lnTo>
                    <a:pt x="8717741" y="2679944"/>
                  </a:lnTo>
                  <a:lnTo>
                    <a:pt x="8681570" y="2599371"/>
                  </a:lnTo>
                  <a:lnTo>
                    <a:pt x="8645357" y="2517707"/>
                  </a:lnTo>
                  <a:lnTo>
                    <a:pt x="8609124" y="2435569"/>
                  </a:lnTo>
                  <a:lnTo>
                    <a:pt x="8572898" y="2353587"/>
                  </a:lnTo>
                  <a:lnTo>
                    <a:pt x="8536704" y="2272390"/>
                  </a:lnTo>
                  <a:lnTo>
                    <a:pt x="8500559" y="2192579"/>
                  </a:lnTo>
                  <a:lnTo>
                    <a:pt x="8464470" y="2114713"/>
                  </a:lnTo>
                  <a:lnTo>
                    <a:pt x="8428429" y="2039292"/>
                  </a:lnTo>
                  <a:lnTo>
                    <a:pt x="8392403" y="1966745"/>
                  </a:lnTo>
                  <a:lnTo>
                    <a:pt x="8356338" y="1897423"/>
                  </a:lnTo>
                  <a:lnTo>
                    <a:pt x="8320148" y="1831592"/>
                  </a:lnTo>
                  <a:lnTo>
                    <a:pt x="8283715" y="1769435"/>
                  </a:lnTo>
                  <a:lnTo>
                    <a:pt x="8246883" y="1711054"/>
                  </a:lnTo>
                  <a:lnTo>
                    <a:pt x="8209450" y="1656474"/>
                  </a:lnTo>
                  <a:lnTo>
                    <a:pt x="8171166" y="1605653"/>
                  </a:lnTo>
                  <a:lnTo>
                    <a:pt x="8151487" y="1581475"/>
                  </a:lnTo>
                  <a:lnTo>
                    <a:pt x="8105020" y="1529520"/>
                  </a:lnTo>
                  <a:lnTo>
                    <a:pt x="8056160" y="1482404"/>
                  </a:lnTo>
                  <a:lnTo>
                    <a:pt x="8004197" y="1439918"/>
                  </a:lnTo>
                  <a:lnTo>
                    <a:pt x="7948352" y="1401691"/>
                  </a:lnTo>
                  <a:lnTo>
                    <a:pt x="7887828" y="1367288"/>
                  </a:lnTo>
                  <a:lnTo>
                    <a:pt x="7821857" y="1336278"/>
                  </a:lnTo>
                  <a:lnTo>
                    <a:pt x="7749773" y="1308264"/>
                  </a:lnTo>
                  <a:lnTo>
                    <a:pt x="7671099" y="1282911"/>
                  </a:lnTo>
                  <a:lnTo>
                    <a:pt x="7585669" y="1259956"/>
                  </a:lnTo>
                  <a:lnTo>
                    <a:pt x="7493784" y="1239212"/>
                  </a:lnTo>
                  <a:lnTo>
                    <a:pt x="7396383" y="1220568"/>
                  </a:lnTo>
                  <a:lnTo>
                    <a:pt x="7295200" y="1203985"/>
                  </a:lnTo>
                  <a:lnTo>
                    <a:pt x="7192854" y="1189480"/>
                  </a:lnTo>
                  <a:lnTo>
                    <a:pt x="7092802" y="1177098"/>
                  </a:lnTo>
                  <a:lnTo>
                    <a:pt x="6999081" y="1166878"/>
                  </a:lnTo>
                  <a:lnTo>
                    <a:pt x="6915811" y="1158813"/>
                  </a:lnTo>
                  <a:lnTo>
                    <a:pt x="6846543" y="1152812"/>
                  </a:lnTo>
                  <a:lnTo>
                    <a:pt x="6793571" y="1148684"/>
                  </a:lnTo>
                  <a:lnTo>
                    <a:pt x="6757422" y="1146139"/>
                  </a:lnTo>
                  <a:lnTo>
                    <a:pt x="6736651" y="1144812"/>
                  </a:lnTo>
                  <a:lnTo>
                    <a:pt x="6727939" y="1144305"/>
                  </a:lnTo>
                  <a:lnTo>
                    <a:pt x="6726344" y="1144219"/>
                  </a:lnTo>
                  <a:lnTo>
                    <a:pt x="6726343" y="1144219"/>
                  </a:lnTo>
                  <a:lnTo>
                    <a:pt x="5254955" y="1144219"/>
                  </a:lnTo>
                  <a:lnTo>
                    <a:pt x="5253733" y="1144191"/>
                  </a:lnTo>
                  <a:lnTo>
                    <a:pt x="5245714" y="1143989"/>
                  </a:lnTo>
                  <a:lnTo>
                    <a:pt x="5225544" y="1143431"/>
                  </a:lnTo>
                  <a:lnTo>
                    <a:pt x="5189591" y="1142332"/>
                  </a:lnTo>
                  <a:lnTo>
                    <a:pt x="5136225" y="1140524"/>
                  </a:lnTo>
                  <a:lnTo>
                    <a:pt x="5065934" y="1137872"/>
                  </a:lnTo>
                  <a:lnTo>
                    <a:pt x="4981112" y="1134287"/>
                  </a:lnTo>
                  <a:lnTo>
                    <a:pt x="4885506" y="1129728"/>
                  </a:lnTo>
                  <a:lnTo>
                    <a:pt x="4783469" y="1124192"/>
                  </a:lnTo>
                  <a:lnTo>
                    <a:pt x="4679244" y="1117696"/>
                  </a:lnTo>
                  <a:lnTo>
                    <a:pt x="4576432" y="1110263"/>
                  </a:lnTo>
                  <a:lnTo>
                    <a:pt x="4477727" y="1101896"/>
                  </a:lnTo>
                  <a:lnTo>
                    <a:pt x="4384876" y="1092577"/>
                  </a:lnTo>
                  <a:lnTo>
                    <a:pt x="4298784" y="1082249"/>
                  </a:lnTo>
                  <a:lnTo>
                    <a:pt x="4219696" y="1070822"/>
                  </a:lnTo>
                  <a:lnTo>
                    <a:pt x="4147380" y="1058170"/>
                  </a:lnTo>
                  <a:lnTo>
                    <a:pt x="4081290" y="1044133"/>
                  </a:lnTo>
                  <a:lnTo>
                    <a:pt x="4020697" y="1028525"/>
                  </a:lnTo>
                  <a:lnTo>
                    <a:pt x="3964781" y="1011145"/>
                  </a:lnTo>
                  <a:lnTo>
                    <a:pt x="3912699" y="991797"/>
                  </a:lnTo>
                  <a:lnTo>
                    <a:pt x="3863643" y="970323"/>
                  </a:lnTo>
                  <a:lnTo>
                    <a:pt x="3829811" y="953516"/>
                  </a:lnTo>
                  <a:lnTo>
                    <a:pt x="3780212" y="925836"/>
                  </a:lnTo>
                  <a:lnTo>
                    <a:pt x="3732123" y="895476"/>
                  </a:lnTo>
                  <a:lnTo>
                    <a:pt x="3685004" y="862391"/>
                  </a:lnTo>
                  <a:lnTo>
                    <a:pt x="3638449" y="826620"/>
                  </a:lnTo>
                  <a:lnTo>
                    <a:pt x="3592168" y="788292"/>
                  </a:lnTo>
                  <a:lnTo>
                    <a:pt x="3545965" y="747634"/>
                  </a:lnTo>
                  <a:lnTo>
                    <a:pt x="3499726" y="704971"/>
                  </a:lnTo>
                  <a:lnTo>
                    <a:pt x="3453399" y="660722"/>
                  </a:lnTo>
                  <a:lnTo>
                    <a:pt x="3406988" y="615380"/>
                  </a:lnTo>
                  <a:lnTo>
                    <a:pt x="3360526" y="569493"/>
                  </a:lnTo>
                  <a:lnTo>
                    <a:pt x="3314068" y="523639"/>
                  </a:lnTo>
                  <a:lnTo>
                    <a:pt x="3267665" y="478395"/>
                  </a:lnTo>
                  <a:lnTo>
                    <a:pt x="3221349" y="434302"/>
                  </a:lnTo>
                  <a:lnTo>
                    <a:pt x="3175117" y="391849"/>
                  </a:lnTo>
                  <a:lnTo>
                    <a:pt x="3128913" y="351442"/>
                  </a:lnTo>
                  <a:lnTo>
                    <a:pt x="3082612" y="313395"/>
                  </a:lnTo>
                  <a:lnTo>
                    <a:pt x="3036009" y="277924"/>
                  </a:lnTo>
                  <a:lnTo>
                    <a:pt x="2988802" y="245149"/>
                  </a:lnTo>
                  <a:lnTo>
                    <a:pt x="2940573" y="215098"/>
                  </a:lnTo>
                  <a:lnTo>
                    <a:pt x="2896531" y="190703"/>
                  </a:lnTo>
                  <a:lnTo>
                    <a:pt x="2849198" y="167650"/>
                  </a:lnTo>
                  <a:lnTo>
                    <a:pt x="2799370" y="146784"/>
                  </a:lnTo>
                  <a:lnTo>
                    <a:pt x="2746297" y="128007"/>
                  </a:lnTo>
                  <a:lnTo>
                    <a:pt x="2689154" y="111145"/>
                  </a:lnTo>
                  <a:lnTo>
                    <a:pt x="2627099" y="95998"/>
                  </a:lnTo>
                  <a:lnTo>
                    <a:pt x="2559330" y="82367"/>
                  </a:lnTo>
                  <a:lnTo>
                    <a:pt x="2485158" y="70073"/>
                  </a:lnTo>
                  <a:lnTo>
                    <a:pt x="2404112" y="58966"/>
                  </a:lnTo>
                  <a:lnTo>
                    <a:pt x="2316074" y="48929"/>
                  </a:lnTo>
                  <a:lnTo>
                    <a:pt x="2221456" y="39880"/>
                  </a:lnTo>
                  <a:lnTo>
                    <a:pt x="2121383" y="31777"/>
                  </a:lnTo>
                  <a:lnTo>
                    <a:pt x="2017861" y="24605"/>
                  </a:lnTo>
                  <a:lnTo>
                    <a:pt x="1913851" y="18376"/>
                  </a:lnTo>
                  <a:lnTo>
                    <a:pt x="1813174" y="13112"/>
                  </a:lnTo>
                  <a:lnTo>
                    <a:pt x="1720166" y="8828"/>
                  </a:lnTo>
                  <a:lnTo>
                    <a:pt x="1639088" y="5511"/>
                  </a:lnTo>
                  <a:lnTo>
                    <a:pt x="1573377" y="3107"/>
                  </a:lnTo>
                  <a:lnTo>
                    <a:pt x="1524938" y="1514"/>
                  </a:lnTo>
                  <a:lnTo>
                    <a:pt x="1493668" y="585"/>
                  </a:lnTo>
                  <a:lnTo>
                    <a:pt x="1477353" y="145"/>
                  </a:lnTo>
                  <a:lnTo>
                    <a:pt x="1471849" y="10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5" name="pg95"/>
            <p:cNvSpPr/>
            <p:nvPr/>
          </p:nvSpPr>
          <p:spPr>
            <a:xfrm>
              <a:off x="4799595" y="3680263"/>
              <a:ext cx="11981298" cy="4315343"/>
            </a:xfrm>
            <a:custGeom>
              <a:avLst/>
              <a:pathLst>
                <a:path w="11981298" h="4315343">
                  <a:moveTo>
                    <a:pt x="0" y="24518"/>
                  </a:moveTo>
                  <a:lnTo>
                    <a:pt x="1471387" y="24518"/>
                  </a:lnTo>
                  <a:lnTo>
                    <a:pt x="1472608" y="24547"/>
                  </a:lnTo>
                  <a:lnTo>
                    <a:pt x="1480624" y="24752"/>
                  </a:lnTo>
                  <a:lnTo>
                    <a:pt x="1500788" y="25318"/>
                  </a:lnTo>
                  <a:lnTo>
                    <a:pt x="1536728" y="26432"/>
                  </a:lnTo>
                  <a:lnTo>
                    <a:pt x="1590078" y="28265"/>
                  </a:lnTo>
                  <a:lnTo>
                    <a:pt x="1660349" y="30954"/>
                  </a:lnTo>
                  <a:lnTo>
                    <a:pt x="1745150" y="34588"/>
                  </a:lnTo>
                  <a:lnTo>
                    <a:pt x="1840736" y="39211"/>
                  </a:lnTo>
                  <a:lnTo>
                    <a:pt x="1942755" y="44825"/>
                  </a:lnTo>
                  <a:lnTo>
                    <a:pt x="2046966" y="51411"/>
                  </a:lnTo>
                  <a:lnTo>
                    <a:pt x="2149769" y="58949"/>
                  </a:lnTo>
                  <a:lnTo>
                    <a:pt x="2248469" y="67432"/>
                  </a:lnTo>
                  <a:lnTo>
                    <a:pt x="2341319" y="76883"/>
                  </a:lnTo>
                  <a:lnTo>
                    <a:pt x="2427412" y="87355"/>
                  </a:lnTo>
                  <a:lnTo>
                    <a:pt x="2506503" y="98941"/>
                  </a:lnTo>
                  <a:lnTo>
                    <a:pt x="2578823" y="111770"/>
                  </a:lnTo>
                  <a:lnTo>
                    <a:pt x="2644916" y="126002"/>
                  </a:lnTo>
                  <a:lnTo>
                    <a:pt x="2705513" y="141828"/>
                  </a:lnTo>
                  <a:lnTo>
                    <a:pt x="2761432" y="159449"/>
                  </a:lnTo>
                  <a:lnTo>
                    <a:pt x="2813515" y="179066"/>
                  </a:lnTo>
                  <a:lnTo>
                    <a:pt x="2862572" y="200838"/>
                  </a:lnTo>
                  <a:lnTo>
                    <a:pt x="2896531" y="217946"/>
                  </a:lnTo>
                  <a:lnTo>
                    <a:pt x="2945991" y="245937"/>
                  </a:lnTo>
                  <a:lnTo>
                    <a:pt x="2993947" y="276631"/>
                  </a:lnTo>
                  <a:lnTo>
                    <a:pt x="3040937" y="310073"/>
                  </a:lnTo>
                  <a:lnTo>
                    <a:pt x="3087362" y="346225"/>
                  </a:lnTo>
                  <a:lnTo>
                    <a:pt x="3133513" y="384958"/>
                  </a:lnTo>
                  <a:lnTo>
                    <a:pt x="3179584" y="426044"/>
                  </a:lnTo>
                  <a:lnTo>
                    <a:pt x="3225690" y="469157"/>
                  </a:lnTo>
                  <a:lnTo>
                    <a:pt x="3271882" y="513881"/>
                  </a:lnTo>
                  <a:lnTo>
                    <a:pt x="3318159" y="559719"/>
                  </a:lnTo>
                  <a:lnTo>
                    <a:pt x="3364487" y="606121"/>
                  </a:lnTo>
                  <a:lnTo>
                    <a:pt x="3410813" y="652507"/>
                  </a:lnTo>
                  <a:lnTo>
                    <a:pt x="3457086" y="698296"/>
                  </a:lnTo>
                  <a:lnTo>
                    <a:pt x="3503272" y="742941"/>
                  </a:lnTo>
                  <a:lnTo>
                    <a:pt x="3549374" y="785950"/>
                  </a:lnTo>
                  <a:lnTo>
                    <a:pt x="3595446" y="826910"/>
                  </a:lnTo>
                  <a:lnTo>
                    <a:pt x="3641606" y="865502"/>
                  </a:lnTo>
                  <a:lnTo>
                    <a:pt x="3688055" y="901502"/>
                  </a:lnTo>
                  <a:lnTo>
                    <a:pt x="3735088" y="934788"/>
                  </a:lnTo>
                  <a:lnTo>
                    <a:pt x="3783113" y="965327"/>
                  </a:lnTo>
                  <a:lnTo>
                    <a:pt x="3829811" y="991657"/>
                  </a:lnTo>
                  <a:lnTo>
                    <a:pt x="3877138" y="1015036"/>
                  </a:lnTo>
                  <a:lnTo>
                    <a:pt x="3926959" y="1036197"/>
                  </a:lnTo>
                  <a:lnTo>
                    <a:pt x="3980024" y="1055241"/>
                  </a:lnTo>
                  <a:lnTo>
                    <a:pt x="4037158" y="1072343"/>
                  </a:lnTo>
                  <a:lnTo>
                    <a:pt x="4099202" y="1087705"/>
                  </a:lnTo>
                  <a:lnTo>
                    <a:pt x="4166958" y="1101530"/>
                  </a:lnTo>
                  <a:lnTo>
                    <a:pt x="4241115" y="1113999"/>
                  </a:lnTo>
                  <a:lnTo>
                    <a:pt x="4322145" y="1125264"/>
                  </a:lnTo>
                  <a:lnTo>
                    <a:pt x="4410164" y="1135445"/>
                  </a:lnTo>
                  <a:lnTo>
                    <a:pt x="4504763" y="1144623"/>
                  </a:lnTo>
                  <a:lnTo>
                    <a:pt x="4604817" y="1152842"/>
                  </a:lnTo>
                  <a:lnTo>
                    <a:pt x="4708323" y="1160117"/>
                  </a:lnTo>
                  <a:lnTo>
                    <a:pt x="4812321" y="1166436"/>
                  </a:lnTo>
                  <a:lnTo>
                    <a:pt x="4912995" y="1171775"/>
                  </a:lnTo>
                  <a:lnTo>
                    <a:pt x="5006010" y="1176122"/>
                  </a:lnTo>
                  <a:lnTo>
                    <a:pt x="5087105" y="1179488"/>
                  </a:lnTo>
                  <a:lnTo>
                    <a:pt x="5152842" y="1181928"/>
                  </a:lnTo>
                  <a:lnTo>
                    <a:pt x="5201314" y="1183545"/>
                  </a:lnTo>
                  <a:lnTo>
                    <a:pt x="5232618" y="1184489"/>
                  </a:lnTo>
                  <a:lnTo>
                    <a:pt x="5248964" y="1184936"/>
                  </a:lnTo>
                  <a:lnTo>
                    <a:pt x="5254488" y="1185073"/>
                  </a:lnTo>
                  <a:lnTo>
                    <a:pt x="5254955" y="1185084"/>
                  </a:lnTo>
                  <a:lnTo>
                    <a:pt x="6726343" y="1185084"/>
                  </a:lnTo>
                  <a:lnTo>
                    <a:pt x="6727471" y="1185156"/>
                  </a:lnTo>
                  <a:lnTo>
                    <a:pt x="6734890" y="1185665"/>
                  </a:lnTo>
                  <a:lnTo>
                    <a:pt x="6753597" y="1187072"/>
                  </a:lnTo>
                  <a:lnTo>
                    <a:pt x="6787057" y="1189843"/>
                  </a:lnTo>
                  <a:lnTo>
                    <a:pt x="6836955" y="1194408"/>
                  </a:lnTo>
                  <a:lnTo>
                    <a:pt x="6903070" y="1201121"/>
                  </a:lnTo>
                  <a:lnTo>
                    <a:pt x="6983424" y="1210225"/>
                  </a:lnTo>
                  <a:lnTo>
                    <a:pt x="7074726" y="1221844"/>
                  </a:lnTo>
                  <a:lnTo>
                    <a:pt x="7173011" y="1236001"/>
                  </a:lnTo>
                  <a:lnTo>
                    <a:pt x="7274290" y="1252656"/>
                  </a:lnTo>
                  <a:lnTo>
                    <a:pt x="7375059" y="1271756"/>
                  </a:lnTo>
                  <a:lnTo>
                    <a:pt x="7472586" y="1293271"/>
                  </a:lnTo>
                  <a:lnTo>
                    <a:pt x="7564998" y="1317231"/>
                  </a:lnTo>
                  <a:lnTo>
                    <a:pt x="7651221" y="1343743"/>
                  </a:lnTo>
                  <a:lnTo>
                    <a:pt x="7730830" y="1373005"/>
                  </a:lnTo>
                  <a:lnTo>
                    <a:pt x="7803890" y="1405300"/>
                  </a:lnTo>
                  <a:lnTo>
                    <a:pt x="7870803" y="1440999"/>
                  </a:lnTo>
                  <a:lnTo>
                    <a:pt x="7932178" y="1480544"/>
                  </a:lnTo>
                  <a:lnTo>
                    <a:pt x="7988744" y="1524429"/>
                  </a:lnTo>
                  <a:lnTo>
                    <a:pt x="8041274" y="1573163"/>
                  </a:lnTo>
                  <a:lnTo>
                    <a:pt x="8090536" y="1627211"/>
                  </a:lnTo>
                  <a:lnTo>
                    <a:pt x="8137247" y="1686886"/>
                  </a:lnTo>
                  <a:lnTo>
                    <a:pt x="8151487" y="1706794"/>
                  </a:lnTo>
                  <a:lnTo>
                    <a:pt x="8187680" y="1761060"/>
                  </a:lnTo>
                  <a:lnTo>
                    <a:pt x="8222986" y="1819161"/>
                  </a:lnTo>
                  <a:lnTo>
                    <a:pt x="8257638" y="1881176"/>
                  </a:lnTo>
                  <a:lnTo>
                    <a:pt x="8291826" y="1947124"/>
                  </a:lnTo>
                  <a:lnTo>
                    <a:pt x="8325700" y="2016964"/>
                  </a:lnTo>
                  <a:lnTo>
                    <a:pt x="8359382" y="2090583"/>
                  </a:lnTo>
                  <a:lnTo>
                    <a:pt x="8392963" y="2167796"/>
                  </a:lnTo>
                  <a:lnTo>
                    <a:pt x="8426512" y="2248341"/>
                  </a:lnTo>
                  <a:lnTo>
                    <a:pt x="8460072" y="2331882"/>
                  </a:lnTo>
                  <a:lnTo>
                    <a:pt x="8493671" y="2418012"/>
                  </a:lnTo>
                  <a:lnTo>
                    <a:pt x="8527319" y="2506259"/>
                  </a:lnTo>
                  <a:lnTo>
                    <a:pt x="8561012" y="2596096"/>
                  </a:lnTo>
                  <a:lnTo>
                    <a:pt x="8594739" y="2686953"/>
                  </a:lnTo>
                  <a:lnTo>
                    <a:pt x="8628481" y="2778232"/>
                  </a:lnTo>
                  <a:lnTo>
                    <a:pt x="8662216" y="2869324"/>
                  </a:lnTo>
                  <a:lnTo>
                    <a:pt x="8695924" y="2959624"/>
                  </a:lnTo>
                  <a:lnTo>
                    <a:pt x="8729591" y="3048550"/>
                  </a:lnTo>
                  <a:lnTo>
                    <a:pt x="8763208" y="3135558"/>
                  </a:lnTo>
                  <a:lnTo>
                    <a:pt x="8796781" y="3220151"/>
                  </a:lnTo>
                  <a:lnTo>
                    <a:pt x="8830330" y="3301897"/>
                  </a:lnTo>
                  <a:lnTo>
                    <a:pt x="8863892" y="3380432"/>
                  </a:lnTo>
                  <a:lnTo>
                    <a:pt x="8897525" y="3455465"/>
                  </a:lnTo>
                  <a:lnTo>
                    <a:pt x="8931313" y="3526782"/>
                  </a:lnTo>
                  <a:lnTo>
                    <a:pt x="8965363" y="3594242"/>
                  </a:lnTo>
                  <a:lnTo>
                    <a:pt x="8999815" y="3657777"/>
                  </a:lnTo>
                  <a:lnTo>
                    <a:pt x="9034844" y="3717384"/>
                  </a:lnTo>
                  <a:lnTo>
                    <a:pt x="9070664" y="3773119"/>
                  </a:lnTo>
                  <a:lnTo>
                    <a:pt x="9084767" y="3793633"/>
                  </a:lnTo>
                  <a:lnTo>
                    <a:pt x="9130810" y="3855096"/>
                  </a:lnTo>
                  <a:lnTo>
                    <a:pt x="9179197" y="3910887"/>
                  </a:lnTo>
                  <a:lnTo>
                    <a:pt x="9230620" y="3961244"/>
                  </a:lnTo>
                  <a:lnTo>
                    <a:pt x="9285835" y="4006598"/>
                  </a:lnTo>
                  <a:lnTo>
                    <a:pt x="9345619" y="4047450"/>
                  </a:lnTo>
                  <a:lnTo>
                    <a:pt x="9410720" y="4084305"/>
                  </a:lnTo>
                  <a:lnTo>
                    <a:pt x="9481796" y="4117626"/>
                  </a:lnTo>
                  <a:lnTo>
                    <a:pt x="9559323" y="4147805"/>
                  </a:lnTo>
                  <a:lnTo>
                    <a:pt x="9643489" y="4175155"/>
                  </a:lnTo>
                  <a:lnTo>
                    <a:pt x="9734040" y="4199901"/>
                  </a:lnTo>
                  <a:lnTo>
                    <a:pt x="9830123" y="4222177"/>
                  </a:lnTo>
                  <a:lnTo>
                    <a:pt x="9930127" y="4242035"/>
                  </a:lnTo>
                  <a:lnTo>
                    <a:pt x="10031591" y="4259464"/>
                  </a:lnTo>
                  <a:lnTo>
                    <a:pt x="10131231" y="4274411"/>
                  </a:lnTo>
                  <a:lnTo>
                    <a:pt x="10225165" y="4286828"/>
                  </a:lnTo>
                  <a:lnTo>
                    <a:pt x="10309356" y="4296713"/>
                  </a:lnTo>
                  <a:lnTo>
                    <a:pt x="10380228" y="4304157"/>
                  </a:lnTo>
                  <a:lnTo>
                    <a:pt x="10435329" y="4309363"/>
                  </a:lnTo>
                  <a:lnTo>
                    <a:pt x="10473857" y="4312653"/>
                  </a:lnTo>
                  <a:lnTo>
                    <a:pt x="10496902" y="4314439"/>
                  </a:lnTo>
                  <a:lnTo>
                    <a:pt x="10507394" y="4315180"/>
                  </a:lnTo>
                  <a:lnTo>
                    <a:pt x="10509911" y="4315343"/>
                  </a:lnTo>
                  <a:lnTo>
                    <a:pt x="11981298" y="4315343"/>
                  </a:lnTo>
                  <a:lnTo>
                    <a:pt x="11981298" y="4290824"/>
                  </a:lnTo>
                  <a:lnTo>
                    <a:pt x="10509911" y="4290824"/>
                  </a:lnTo>
                  <a:lnTo>
                    <a:pt x="10508782" y="4290752"/>
                  </a:lnTo>
                  <a:lnTo>
                    <a:pt x="10501363" y="4290243"/>
                  </a:lnTo>
                  <a:lnTo>
                    <a:pt x="10482656" y="4288836"/>
                  </a:lnTo>
                  <a:lnTo>
                    <a:pt x="10449196" y="4286065"/>
                  </a:lnTo>
                  <a:lnTo>
                    <a:pt x="10399299" y="4281500"/>
                  </a:lnTo>
                  <a:lnTo>
                    <a:pt x="10333183" y="4274787"/>
                  </a:lnTo>
                  <a:lnTo>
                    <a:pt x="10252829" y="4265683"/>
                  </a:lnTo>
                  <a:lnTo>
                    <a:pt x="10161528" y="4254064"/>
                  </a:lnTo>
                  <a:lnTo>
                    <a:pt x="10063243" y="4239907"/>
                  </a:lnTo>
                  <a:lnTo>
                    <a:pt x="9961963" y="4223251"/>
                  </a:lnTo>
                  <a:lnTo>
                    <a:pt x="9861194" y="4204152"/>
                  </a:lnTo>
                  <a:lnTo>
                    <a:pt x="9763668" y="4182637"/>
                  </a:lnTo>
                  <a:lnTo>
                    <a:pt x="9671255" y="4158677"/>
                  </a:lnTo>
                  <a:lnTo>
                    <a:pt x="9585033" y="4132164"/>
                  </a:lnTo>
                  <a:lnTo>
                    <a:pt x="9505424" y="4102903"/>
                  </a:lnTo>
                  <a:lnTo>
                    <a:pt x="9432363" y="4070608"/>
                  </a:lnTo>
                  <a:lnTo>
                    <a:pt x="9365450" y="4034909"/>
                  </a:lnTo>
                  <a:lnTo>
                    <a:pt x="9304075" y="3995364"/>
                  </a:lnTo>
                  <a:lnTo>
                    <a:pt x="9247509" y="3951479"/>
                  </a:lnTo>
                  <a:lnTo>
                    <a:pt x="9194979" y="3902744"/>
                  </a:lnTo>
                  <a:lnTo>
                    <a:pt x="9145717" y="3848697"/>
                  </a:lnTo>
                  <a:lnTo>
                    <a:pt x="9099007" y="3789022"/>
                  </a:lnTo>
                  <a:lnTo>
                    <a:pt x="9084767" y="3769114"/>
                  </a:lnTo>
                  <a:lnTo>
                    <a:pt x="9048574" y="3714848"/>
                  </a:lnTo>
                  <a:lnTo>
                    <a:pt x="9013267" y="3656747"/>
                  </a:lnTo>
                  <a:lnTo>
                    <a:pt x="8978615" y="3594732"/>
                  </a:lnTo>
                  <a:lnTo>
                    <a:pt x="8944428" y="3528784"/>
                  </a:lnTo>
                  <a:lnTo>
                    <a:pt x="8910553" y="3458944"/>
                  </a:lnTo>
                  <a:lnTo>
                    <a:pt x="8876871" y="3385325"/>
                  </a:lnTo>
                  <a:lnTo>
                    <a:pt x="8843290" y="3308112"/>
                  </a:lnTo>
                  <a:lnTo>
                    <a:pt x="8809742" y="3227567"/>
                  </a:lnTo>
                  <a:lnTo>
                    <a:pt x="8776181" y="3144026"/>
                  </a:lnTo>
                  <a:lnTo>
                    <a:pt x="8742582" y="3057896"/>
                  </a:lnTo>
                  <a:lnTo>
                    <a:pt x="8708935" y="2969649"/>
                  </a:lnTo>
                  <a:lnTo>
                    <a:pt x="8675241" y="2879812"/>
                  </a:lnTo>
                  <a:lnTo>
                    <a:pt x="8641514" y="2788955"/>
                  </a:lnTo>
                  <a:lnTo>
                    <a:pt x="8607772" y="2697676"/>
                  </a:lnTo>
                  <a:lnTo>
                    <a:pt x="8574037" y="2606584"/>
                  </a:lnTo>
                  <a:lnTo>
                    <a:pt x="8540329" y="2516284"/>
                  </a:lnTo>
                  <a:lnTo>
                    <a:pt x="8506662" y="2427357"/>
                  </a:lnTo>
                  <a:lnTo>
                    <a:pt x="8473045" y="2340350"/>
                  </a:lnTo>
                  <a:lnTo>
                    <a:pt x="8439472" y="2255757"/>
                  </a:lnTo>
                  <a:lnTo>
                    <a:pt x="8405923" y="2174011"/>
                  </a:lnTo>
                  <a:lnTo>
                    <a:pt x="8372361" y="2095476"/>
                  </a:lnTo>
                  <a:lnTo>
                    <a:pt x="8338728" y="2020443"/>
                  </a:lnTo>
                  <a:lnTo>
                    <a:pt x="8304940" y="1949126"/>
                  </a:lnTo>
                  <a:lnTo>
                    <a:pt x="8270890" y="1881666"/>
                  </a:lnTo>
                  <a:lnTo>
                    <a:pt x="8236438" y="1818131"/>
                  </a:lnTo>
                  <a:lnTo>
                    <a:pt x="8201409" y="1758524"/>
                  </a:lnTo>
                  <a:lnTo>
                    <a:pt x="8165589" y="1702789"/>
                  </a:lnTo>
                  <a:lnTo>
                    <a:pt x="8151487" y="1682275"/>
                  </a:lnTo>
                  <a:lnTo>
                    <a:pt x="8105443" y="1620812"/>
                  </a:lnTo>
                  <a:lnTo>
                    <a:pt x="8057056" y="1565021"/>
                  </a:lnTo>
                  <a:lnTo>
                    <a:pt x="8005633" y="1514663"/>
                  </a:lnTo>
                  <a:lnTo>
                    <a:pt x="7950418" y="1469310"/>
                  </a:lnTo>
                  <a:lnTo>
                    <a:pt x="7890634" y="1428458"/>
                  </a:lnTo>
                  <a:lnTo>
                    <a:pt x="7825533" y="1391602"/>
                  </a:lnTo>
                  <a:lnTo>
                    <a:pt x="7754458" y="1358282"/>
                  </a:lnTo>
                  <a:lnTo>
                    <a:pt x="7676930" y="1328103"/>
                  </a:lnTo>
                  <a:lnTo>
                    <a:pt x="7592765" y="1300753"/>
                  </a:lnTo>
                  <a:lnTo>
                    <a:pt x="7502213" y="1276007"/>
                  </a:lnTo>
                  <a:lnTo>
                    <a:pt x="7406131" y="1253731"/>
                  </a:lnTo>
                  <a:lnTo>
                    <a:pt x="7306126" y="1233873"/>
                  </a:lnTo>
                  <a:lnTo>
                    <a:pt x="7204662" y="1216444"/>
                  </a:lnTo>
                  <a:lnTo>
                    <a:pt x="7105022" y="1201497"/>
                  </a:lnTo>
                  <a:lnTo>
                    <a:pt x="7011088" y="1189080"/>
                  </a:lnTo>
                  <a:lnTo>
                    <a:pt x="6926897" y="1179195"/>
                  </a:lnTo>
                  <a:lnTo>
                    <a:pt x="6856026" y="1171751"/>
                  </a:lnTo>
                  <a:lnTo>
                    <a:pt x="6800924" y="1166545"/>
                  </a:lnTo>
                  <a:lnTo>
                    <a:pt x="6762396" y="1163255"/>
                  </a:lnTo>
                  <a:lnTo>
                    <a:pt x="6739351" y="1161469"/>
                  </a:lnTo>
                  <a:lnTo>
                    <a:pt x="6728859" y="1160728"/>
                  </a:lnTo>
                  <a:lnTo>
                    <a:pt x="6726343" y="1160565"/>
                  </a:lnTo>
                  <a:lnTo>
                    <a:pt x="5254955" y="1160565"/>
                  </a:lnTo>
                  <a:lnTo>
                    <a:pt x="5253734" y="1160537"/>
                  </a:lnTo>
                  <a:lnTo>
                    <a:pt x="5245718" y="1160332"/>
                  </a:lnTo>
                  <a:lnTo>
                    <a:pt x="5225554" y="1159766"/>
                  </a:lnTo>
                  <a:lnTo>
                    <a:pt x="5189614" y="1158652"/>
                  </a:lnTo>
                  <a:lnTo>
                    <a:pt x="5136265" y="1156819"/>
                  </a:lnTo>
                  <a:lnTo>
                    <a:pt x="5065993" y="1154130"/>
                  </a:lnTo>
                  <a:lnTo>
                    <a:pt x="4981192" y="1150495"/>
                  </a:lnTo>
                  <a:lnTo>
                    <a:pt x="4885606" y="1145872"/>
                  </a:lnTo>
                  <a:lnTo>
                    <a:pt x="4783587" y="1140259"/>
                  </a:lnTo>
                  <a:lnTo>
                    <a:pt x="4679376" y="1133672"/>
                  </a:lnTo>
                  <a:lnTo>
                    <a:pt x="4576573" y="1126135"/>
                  </a:lnTo>
                  <a:lnTo>
                    <a:pt x="4477873" y="1117651"/>
                  </a:lnTo>
                  <a:lnTo>
                    <a:pt x="4385023" y="1108201"/>
                  </a:lnTo>
                  <a:lnTo>
                    <a:pt x="4298930" y="1097729"/>
                  </a:lnTo>
                  <a:lnTo>
                    <a:pt x="4219840" y="1086143"/>
                  </a:lnTo>
                  <a:lnTo>
                    <a:pt x="4147519" y="1073314"/>
                  </a:lnTo>
                  <a:lnTo>
                    <a:pt x="4081426" y="1059081"/>
                  </a:lnTo>
                  <a:lnTo>
                    <a:pt x="4020829" y="1043256"/>
                  </a:lnTo>
                  <a:lnTo>
                    <a:pt x="3964910" y="1025635"/>
                  </a:lnTo>
                  <a:lnTo>
                    <a:pt x="3912827" y="1006018"/>
                  </a:lnTo>
                  <a:lnTo>
                    <a:pt x="3863770" y="984246"/>
                  </a:lnTo>
                  <a:lnTo>
                    <a:pt x="3829811" y="967138"/>
                  </a:lnTo>
                  <a:lnTo>
                    <a:pt x="3780351" y="939147"/>
                  </a:lnTo>
                  <a:lnTo>
                    <a:pt x="3732395" y="908453"/>
                  </a:lnTo>
                  <a:lnTo>
                    <a:pt x="3685406" y="875011"/>
                  </a:lnTo>
                  <a:lnTo>
                    <a:pt x="3638980" y="838859"/>
                  </a:lnTo>
                  <a:lnTo>
                    <a:pt x="3592829" y="800126"/>
                  </a:lnTo>
                  <a:lnTo>
                    <a:pt x="3546758" y="759040"/>
                  </a:lnTo>
                  <a:lnTo>
                    <a:pt x="3500652" y="715926"/>
                  </a:lnTo>
                  <a:lnTo>
                    <a:pt x="3454461" y="671203"/>
                  </a:lnTo>
                  <a:lnTo>
                    <a:pt x="3408183" y="625364"/>
                  </a:lnTo>
                  <a:lnTo>
                    <a:pt x="3361856" y="578962"/>
                  </a:lnTo>
                  <a:lnTo>
                    <a:pt x="3315529" y="532577"/>
                  </a:lnTo>
                  <a:lnTo>
                    <a:pt x="3269256" y="486788"/>
                  </a:lnTo>
                  <a:lnTo>
                    <a:pt x="3223070" y="442143"/>
                  </a:lnTo>
                  <a:lnTo>
                    <a:pt x="3176968" y="399134"/>
                  </a:lnTo>
                  <a:lnTo>
                    <a:pt x="3130896" y="358174"/>
                  </a:lnTo>
                  <a:lnTo>
                    <a:pt x="3084736" y="319582"/>
                  </a:lnTo>
                  <a:lnTo>
                    <a:pt x="3038287" y="283582"/>
                  </a:lnTo>
                  <a:lnTo>
                    <a:pt x="2991254" y="250296"/>
                  </a:lnTo>
                  <a:lnTo>
                    <a:pt x="2943229" y="219757"/>
                  </a:lnTo>
                  <a:lnTo>
                    <a:pt x="2896531" y="193427"/>
                  </a:lnTo>
                  <a:lnTo>
                    <a:pt x="2849204" y="170048"/>
                  </a:lnTo>
                  <a:lnTo>
                    <a:pt x="2799383" y="148886"/>
                  </a:lnTo>
                  <a:lnTo>
                    <a:pt x="2746318" y="129843"/>
                  </a:lnTo>
                  <a:lnTo>
                    <a:pt x="2689184" y="112741"/>
                  </a:lnTo>
                  <a:lnTo>
                    <a:pt x="2627140" y="97378"/>
                  </a:lnTo>
                  <a:lnTo>
                    <a:pt x="2559384" y="83554"/>
                  </a:lnTo>
                  <a:lnTo>
                    <a:pt x="2485227" y="71085"/>
                  </a:lnTo>
                  <a:lnTo>
                    <a:pt x="2404197" y="59819"/>
                  </a:lnTo>
                  <a:lnTo>
                    <a:pt x="2316178" y="49639"/>
                  </a:lnTo>
                  <a:lnTo>
                    <a:pt x="2221579" y="40461"/>
                  </a:lnTo>
                  <a:lnTo>
                    <a:pt x="2121525" y="32241"/>
                  </a:lnTo>
                  <a:lnTo>
                    <a:pt x="2018019" y="24967"/>
                  </a:lnTo>
                  <a:lnTo>
                    <a:pt x="1914021" y="18648"/>
                  </a:lnTo>
                  <a:lnTo>
                    <a:pt x="1813347" y="13308"/>
                  </a:lnTo>
                  <a:lnTo>
                    <a:pt x="1720333" y="8962"/>
                  </a:lnTo>
                  <a:lnTo>
                    <a:pt x="1639237" y="5596"/>
                  </a:lnTo>
                  <a:lnTo>
                    <a:pt x="1573500" y="3156"/>
                  </a:lnTo>
                  <a:lnTo>
                    <a:pt x="1525028" y="1538"/>
                  </a:lnTo>
                  <a:lnTo>
                    <a:pt x="1493724" y="595"/>
                  </a:lnTo>
                  <a:lnTo>
                    <a:pt x="1477378" y="148"/>
                  </a:lnTo>
                  <a:lnTo>
                    <a:pt x="1471854" y="10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96" name="pl96"/>
            <p:cNvSpPr/>
            <p:nvPr/>
          </p:nvSpPr>
          <p:spPr>
            <a:xfrm>
              <a:off x="4799595" y="3704782"/>
              <a:ext cx="11981298" cy="4290824"/>
            </a:xfrm>
            <a:custGeom>
              <a:avLst/>
              <a:pathLst>
                <a:path w="11981298" h="4290824">
                  <a:moveTo>
                    <a:pt x="0" y="0"/>
                  </a:moveTo>
                  <a:lnTo>
                    <a:pt x="1471387" y="0"/>
                  </a:lnTo>
                  <a:lnTo>
                    <a:pt x="1472608" y="28"/>
                  </a:lnTo>
                  <a:lnTo>
                    <a:pt x="1480624" y="233"/>
                  </a:lnTo>
                  <a:lnTo>
                    <a:pt x="1500788" y="799"/>
                  </a:lnTo>
                  <a:lnTo>
                    <a:pt x="1536728" y="1913"/>
                  </a:lnTo>
                  <a:lnTo>
                    <a:pt x="1590078" y="3746"/>
                  </a:lnTo>
                  <a:lnTo>
                    <a:pt x="1660349" y="6435"/>
                  </a:lnTo>
                  <a:lnTo>
                    <a:pt x="1745150" y="10069"/>
                  </a:lnTo>
                  <a:lnTo>
                    <a:pt x="1840736" y="14692"/>
                  </a:lnTo>
                  <a:lnTo>
                    <a:pt x="1942755" y="20306"/>
                  </a:lnTo>
                  <a:lnTo>
                    <a:pt x="2046966" y="26892"/>
                  </a:lnTo>
                  <a:lnTo>
                    <a:pt x="2149769" y="34430"/>
                  </a:lnTo>
                  <a:lnTo>
                    <a:pt x="2248469" y="42913"/>
                  </a:lnTo>
                  <a:lnTo>
                    <a:pt x="2341319" y="52364"/>
                  </a:lnTo>
                  <a:lnTo>
                    <a:pt x="2427412" y="62836"/>
                  </a:lnTo>
                  <a:lnTo>
                    <a:pt x="2506503" y="74422"/>
                  </a:lnTo>
                  <a:lnTo>
                    <a:pt x="2578823" y="87251"/>
                  </a:lnTo>
                  <a:lnTo>
                    <a:pt x="2644916" y="101483"/>
                  </a:lnTo>
                  <a:lnTo>
                    <a:pt x="2705513" y="117309"/>
                  </a:lnTo>
                  <a:lnTo>
                    <a:pt x="2761432" y="134930"/>
                  </a:lnTo>
                  <a:lnTo>
                    <a:pt x="2813515" y="154547"/>
                  </a:lnTo>
                  <a:lnTo>
                    <a:pt x="2862572" y="176319"/>
                  </a:lnTo>
                  <a:lnTo>
                    <a:pt x="2896531" y="193427"/>
                  </a:lnTo>
                  <a:lnTo>
                    <a:pt x="2945991" y="221418"/>
                  </a:lnTo>
                  <a:lnTo>
                    <a:pt x="2993947" y="252112"/>
                  </a:lnTo>
                  <a:lnTo>
                    <a:pt x="3040937" y="285554"/>
                  </a:lnTo>
                  <a:lnTo>
                    <a:pt x="3087362" y="321706"/>
                  </a:lnTo>
                  <a:lnTo>
                    <a:pt x="3133513" y="360439"/>
                  </a:lnTo>
                  <a:lnTo>
                    <a:pt x="3179584" y="401525"/>
                  </a:lnTo>
                  <a:lnTo>
                    <a:pt x="3225690" y="444638"/>
                  </a:lnTo>
                  <a:lnTo>
                    <a:pt x="3271882" y="489362"/>
                  </a:lnTo>
                  <a:lnTo>
                    <a:pt x="3318159" y="535200"/>
                  </a:lnTo>
                  <a:lnTo>
                    <a:pt x="3364487" y="581602"/>
                  </a:lnTo>
                  <a:lnTo>
                    <a:pt x="3410813" y="627988"/>
                  </a:lnTo>
                  <a:lnTo>
                    <a:pt x="3457086" y="673777"/>
                  </a:lnTo>
                  <a:lnTo>
                    <a:pt x="3503272" y="718422"/>
                  </a:lnTo>
                  <a:lnTo>
                    <a:pt x="3549374" y="761431"/>
                  </a:lnTo>
                  <a:lnTo>
                    <a:pt x="3595446" y="802391"/>
                  </a:lnTo>
                  <a:lnTo>
                    <a:pt x="3641606" y="840983"/>
                  </a:lnTo>
                  <a:lnTo>
                    <a:pt x="3688055" y="876983"/>
                  </a:lnTo>
                  <a:lnTo>
                    <a:pt x="3735088" y="910269"/>
                  </a:lnTo>
                  <a:lnTo>
                    <a:pt x="3783113" y="940808"/>
                  </a:lnTo>
                  <a:lnTo>
                    <a:pt x="3829811" y="967138"/>
                  </a:lnTo>
                  <a:lnTo>
                    <a:pt x="3877138" y="990517"/>
                  </a:lnTo>
                  <a:lnTo>
                    <a:pt x="3926959" y="1011678"/>
                  </a:lnTo>
                  <a:lnTo>
                    <a:pt x="3980024" y="1030722"/>
                  </a:lnTo>
                  <a:lnTo>
                    <a:pt x="4037158" y="1047824"/>
                  </a:lnTo>
                  <a:lnTo>
                    <a:pt x="4099202" y="1063186"/>
                  </a:lnTo>
                  <a:lnTo>
                    <a:pt x="4166958" y="1077011"/>
                  </a:lnTo>
                  <a:lnTo>
                    <a:pt x="4241115" y="1089480"/>
                  </a:lnTo>
                  <a:lnTo>
                    <a:pt x="4322145" y="1100745"/>
                  </a:lnTo>
                  <a:lnTo>
                    <a:pt x="4410164" y="1110926"/>
                  </a:lnTo>
                  <a:lnTo>
                    <a:pt x="4504763" y="1120104"/>
                  </a:lnTo>
                  <a:lnTo>
                    <a:pt x="4604817" y="1128323"/>
                  </a:lnTo>
                  <a:lnTo>
                    <a:pt x="4708323" y="1135598"/>
                  </a:lnTo>
                  <a:lnTo>
                    <a:pt x="4812321" y="1141917"/>
                  </a:lnTo>
                  <a:lnTo>
                    <a:pt x="4912995" y="1147256"/>
                  </a:lnTo>
                  <a:lnTo>
                    <a:pt x="5006010" y="1151603"/>
                  </a:lnTo>
                  <a:lnTo>
                    <a:pt x="5087105" y="1154969"/>
                  </a:lnTo>
                  <a:lnTo>
                    <a:pt x="5152842" y="1157409"/>
                  </a:lnTo>
                  <a:lnTo>
                    <a:pt x="5201314" y="1159026"/>
                  </a:lnTo>
                  <a:lnTo>
                    <a:pt x="5232618" y="1159970"/>
                  </a:lnTo>
                  <a:lnTo>
                    <a:pt x="5248964" y="1160417"/>
                  </a:lnTo>
                  <a:lnTo>
                    <a:pt x="5254488" y="1160554"/>
                  </a:lnTo>
                  <a:lnTo>
                    <a:pt x="5254955" y="1160565"/>
                  </a:lnTo>
                  <a:lnTo>
                    <a:pt x="6726343" y="1160565"/>
                  </a:lnTo>
                  <a:lnTo>
                    <a:pt x="6727471" y="1160637"/>
                  </a:lnTo>
                  <a:lnTo>
                    <a:pt x="6734890" y="1161146"/>
                  </a:lnTo>
                  <a:lnTo>
                    <a:pt x="6753597" y="1162553"/>
                  </a:lnTo>
                  <a:lnTo>
                    <a:pt x="6787057" y="1165324"/>
                  </a:lnTo>
                  <a:lnTo>
                    <a:pt x="6836955" y="1169889"/>
                  </a:lnTo>
                  <a:lnTo>
                    <a:pt x="6903070" y="1176602"/>
                  </a:lnTo>
                  <a:lnTo>
                    <a:pt x="6983424" y="1185706"/>
                  </a:lnTo>
                  <a:lnTo>
                    <a:pt x="7074726" y="1197325"/>
                  </a:lnTo>
                  <a:lnTo>
                    <a:pt x="7173011" y="1211482"/>
                  </a:lnTo>
                  <a:lnTo>
                    <a:pt x="7274290" y="1228137"/>
                  </a:lnTo>
                  <a:lnTo>
                    <a:pt x="7375059" y="1247237"/>
                  </a:lnTo>
                  <a:lnTo>
                    <a:pt x="7472586" y="1268752"/>
                  </a:lnTo>
                  <a:lnTo>
                    <a:pt x="7564998" y="1292712"/>
                  </a:lnTo>
                  <a:lnTo>
                    <a:pt x="7651221" y="1319224"/>
                  </a:lnTo>
                  <a:lnTo>
                    <a:pt x="7730830" y="1348486"/>
                  </a:lnTo>
                  <a:lnTo>
                    <a:pt x="7803890" y="1380781"/>
                  </a:lnTo>
                  <a:lnTo>
                    <a:pt x="7870803" y="1416480"/>
                  </a:lnTo>
                  <a:lnTo>
                    <a:pt x="7932178" y="1456025"/>
                  </a:lnTo>
                  <a:lnTo>
                    <a:pt x="7988744" y="1499910"/>
                  </a:lnTo>
                  <a:lnTo>
                    <a:pt x="8041274" y="1548644"/>
                  </a:lnTo>
                  <a:lnTo>
                    <a:pt x="8090536" y="1602692"/>
                  </a:lnTo>
                  <a:lnTo>
                    <a:pt x="8137247" y="1662367"/>
                  </a:lnTo>
                  <a:lnTo>
                    <a:pt x="8151487" y="1682275"/>
                  </a:lnTo>
                  <a:lnTo>
                    <a:pt x="8187680" y="1736541"/>
                  </a:lnTo>
                  <a:lnTo>
                    <a:pt x="8222986" y="1794642"/>
                  </a:lnTo>
                  <a:lnTo>
                    <a:pt x="8257638" y="1856657"/>
                  </a:lnTo>
                  <a:lnTo>
                    <a:pt x="8291826" y="1922605"/>
                  </a:lnTo>
                  <a:lnTo>
                    <a:pt x="8325700" y="1992445"/>
                  </a:lnTo>
                  <a:lnTo>
                    <a:pt x="8359382" y="2066064"/>
                  </a:lnTo>
                  <a:lnTo>
                    <a:pt x="8392963" y="2143277"/>
                  </a:lnTo>
                  <a:lnTo>
                    <a:pt x="8426512" y="2223822"/>
                  </a:lnTo>
                  <a:lnTo>
                    <a:pt x="8460072" y="2307363"/>
                  </a:lnTo>
                  <a:lnTo>
                    <a:pt x="8493671" y="2393493"/>
                  </a:lnTo>
                  <a:lnTo>
                    <a:pt x="8527319" y="2481740"/>
                  </a:lnTo>
                  <a:lnTo>
                    <a:pt x="8561012" y="2571577"/>
                  </a:lnTo>
                  <a:lnTo>
                    <a:pt x="8594739" y="2662434"/>
                  </a:lnTo>
                  <a:lnTo>
                    <a:pt x="8628481" y="2753713"/>
                  </a:lnTo>
                  <a:lnTo>
                    <a:pt x="8662216" y="2844805"/>
                  </a:lnTo>
                  <a:lnTo>
                    <a:pt x="8695924" y="2935105"/>
                  </a:lnTo>
                  <a:lnTo>
                    <a:pt x="8729591" y="3024031"/>
                  </a:lnTo>
                  <a:lnTo>
                    <a:pt x="8763208" y="3111039"/>
                  </a:lnTo>
                  <a:lnTo>
                    <a:pt x="8796781" y="3195632"/>
                  </a:lnTo>
                  <a:lnTo>
                    <a:pt x="8830330" y="3277378"/>
                  </a:lnTo>
                  <a:lnTo>
                    <a:pt x="8863892" y="3355913"/>
                  </a:lnTo>
                  <a:lnTo>
                    <a:pt x="8897525" y="3430946"/>
                  </a:lnTo>
                  <a:lnTo>
                    <a:pt x="8931313" y="3502263"/>
                  </a:lnTo>
                  <a:lnTo>
                    <a:pt x="8965363" y="3569723"/>
                  </a:lnTo>
                  <a:lnTo>
                    <a:pt x="8999815" y="3633258"/>
                  </a:lnTo>
                  <a:lnTo>
                    <a:pt x="9034844" y="3692865"/>
                  </a:lnTo>
                  <a:lnTo>
                    <a:pt x="9070664" y="3748600"/>
                  </a:lnTo>
                  <a:lnTo>
                    <a:pt x="9084767" y="3769114"/>
                  </a:lnTo>
                  <a:lnTo>
                    <a:pt x="9130810" y="3830577"/>
                  </a:lnTo>
                  <a:lnTo>
                    <a:pt x="9179197" y="3886368"/>
                  </a:lnTo>
                  <a:lnTo>
                    <a:pt x="9230620" y="3936725"/>
                  </a:lnTo>
                  <a:lnTo>
                    <a:pt x="9285835" y="3982079"/>
                  </a:lnTo>
                  <a:lnTo>
                    <a:pt x="9345619" y="4022931"/>
                  </a:lnTo>
                  <a:lnTo>
                    <a:pt x="9410720" y="4059786"/>
                  </a:lnTo>
                  <a:lnTo>
                    <a:pt x="9481796" y="4093107"/>
                  </a:lnTo>
                  <a:lnTo>
                    <a:pt x="9559323" y="4123286"/>
                  </a:lnTo>
                  <a:lnTo>
                    <a:pt x="9643489" y="4150636"/>
                  </a:lnTo>
                  <a:lnTo>
                    <a:pt x="9734040" y="4175382"/>
                  </a:lnTo>
                  <a:lnTo>
                    <a:pt x="9830123" y="4197658"/>
                  </a:lnTo>
                  <a:lnTo>
                    <a:pt x="9930127" y="4217516"/>
                  </a:lnTo>
                  <a:lnTo>
                    <a:pt x="10031591" y="4234945"/>
                  </a:lnTo>
                  <a:lnTo>
                    <a:pt x="10131231" y="4249892"/>
                  </a:lnTo>
                  <a:lnTo>
                    <a:pt x="10225165" y="4262309"/>
                  </a:lnTo>
                  <a:lnTo>
                    <a:pt x="10309356" y="4272194"/>
                  </a:lnTo>
                  <a:lnTo>
                    <a:pt x="10380228" y="4279638"/>
                  </a:lnTo>
                  <a:lnTo>
                    <a:pt x="10435329" y="4284844"/>
                  </a:lnTo>
                  <a:lnTo>
                    <a:pt x="10473857" y="4288134"/>
                  </a:lnTo>
                  <a:lnTo>
                    <a:pt x="10496902" y="4289920"/>
                  </a:lnTo>
                  <a:lnTo>
                    <a:pt x="10507394" y="4290661"/>
                  </a:lnTo>
                  <a:lnTo>
                    <a:pt x="10509874" y="4290821"/>
                  </a:lnTo>
                  <a:lnTo>
                    <a:pt x="10509911" y="4290824"/>
                  </a:lnTo>
                  <a:lnTo>
                    <a:pt x="11981298" y="429082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7" name="pl97"/>
            <p:cNvSpPr/>
            <p:nvPr/>
          </p:nvSpPr>
          <p:spPr>
            <a:xfrm>
              <a:off x="4799595" y="3680263"/>
              <a:ext cx="11981298" cy="4290824"/>
            </a:xfrm>
            <a:custGeom>
              <a:avLst/>
              <a:pathLst>
                <a:path w="11981298" h="4290824">
                  <a:moveTo>
                    <a:pt x="11981298" y="4290824"/>
                  </a:moveTo>
                  <a:lnTo>
                    <a:pt x="10509911" y="4290824"/>
                  </a:lnTo>
                  <a:lnTo>
                    <a:pt x="10508782" y="4290752"/>
                  </a:lnTo>
                  <a:lnTo>
                    <a:pt x="10501363" y="4290243"/>
                  </a:lnTo>
                  <a:lnTo>
                    <a:pt x="10482656" y="4288836"/>
                  </a:lnTo>
                  <a:lnTo>
                    <a:pt x="10449196" y="4286065"/>
                  </a:lnTo>
                  <a:lnTo>
                    <a:pt x="10399299" y="4281500"/>
                  </a:lnTo>
                  <a:lnTo>
                    <a:pt x="10333183" y="4274787"/>
                  </a:lnTo>
                  <a:lnTo>
                    <a:pt x="10252829" y="4265683"/>
                  </a:lnTo>
                  <a:lnTo>
                    <a:pt x="10161528" y="4254064"/>
                  </a:lnTo>
                  <a:lnTo>
                    <a:pt x="10063243" y="4239907"/>
                  </a:lnTo>
                  <a:lnTo>
                    <a:pt x="9961963" y="4223251"/>
                  </a:lnTo>
                  <a:lnTo>
                    <a:pt x="9861194" y="4204152"/>
                  </a:lnTo>
                  <a:lnTo>
                    <a:pt x="9763668" y="4182637"/>
                  </a:lnTo>
                  <a:lnTo>
                    <a:pt x="9671255" y="4158677"/>
                  </a:lnTo>
                  <a:lnTo>
                    <a:pt x="9585033" y="4132164"/>
                  </a:lnTo>
                  <a:lnTo>
                    <a:pt x="9505424" y="4102903"/>
                  </a:lnTo>
                  <a:lnTo>
                    <a:pt x="9432363" y="4070608"/>
                  </a:lnTo>
                  <a:lnTo>
                    <a:pt x="9365450" y="4034909"/>
                  </a:lnTo>
                  <a:lnTo>
                    <a:pt x="9304075" y="3995364"/>
                  </a:lnTo>
                  <a:lnTo>
                    <a:pt x="9247509" y="3951479"/>
                  </a:lnTo>
                  <a:lnTo>
                    <a:pt x="9194979" y="3902744"/>
                  </a:lnTo>
                  <a:lnTo>
                    <a:pt x="9145717" y="3848697"/>
                  </a:lnTo>
                  <a:lnTo>
                    <a:pt x="9099007" y="3789022"/>
                  </a:lnTo>
                  <a:lnTo>
                    <a:pt x="9084767" y="3769114"/>
                  </a:lnTo>
                  <a:lnTo>
                    <a:pt x="9048574" y="3714848"/>
                  </a:lnTo>
                  <a:lnTo>
                    <a:pt x="9013267" y="3656747"/>
                  </a:lnTo>
                  <a:lnTo>
                    <a:pt x="8978615" y="3594732"/>
                  </a:lnTo>
                  <a:lnTo>
                    <a:pt x="8944428" y="3528784"/>
                  </a:lnTo>
                  <a:lnTo>
                    <a:pt x="8910553" y="3458944"/>
                  </a:lnTo>
                  <a:lnTo>
                    <a:pt x="8876871" y="3385325"/>
                  </a:lnTo>
                  <a:lnTo>
                    <a:pt x="8843290" y="3308112"/>
                  </a:lnTo>
                  <a:lnTo>
                    <a:pt x="8809742" y="3227567"/>
                  </a:lnTo>
                  <a:lnTo>
                    <a:pt x="8776181" y="3144026"/>
                  </a:lnTo>
                  <a:lnTo>
                    <a:pt x="8742582" y="3057896"/>
                  </a:lnTo>
                  <a:lnTo>
                    <a:pt x="8708935" y="2969649"/>
                  </a:lnTo>
                  <a:lnTo>
                    <a:pt x="8675241" y="2879812"/>
                  </a:lnTo>
                  <a:lnTo>
                    <a:pt x="8641514" y="2788955"/>
                  </a:lnTo>
                  <a:lnTo>
                    <a:pt x="8607772" y="2697676"/>
                  </a:lnTo>
                  <a:lnTo>
                    <a:pt x="8574037" y="2606584"/>
                  </a:lnTo>
                  <a:lnTo>
                    <a:pt x="8540329" y="2516284"/>
                  </a:lnTo>
                  <a:lnTo>
                    <a:pt x="8506662" y="2427357"/>
                  </a:lnTo>
                  <a:lnTo>
                    <a:pt x="8473045" y="2340350"/>
                  </a:lnTo>
                  <a:lnTo>
                    <a:pt x="8439472" y="2255757"/>
                  </a:lnTo>
                  <a:lnTo>
                    <a:pt x="8405923" y="2174011"/>
                  </a:lnTo>
                  <a:lnTo>
                    <a:pt x="8372361" y="2095476"/>
                  </a:lnTo>
                  <a:lnTo>
                    <a:pt x="8338728" y="2020443"/>
                  </a:lnTo>
                  <a:lnTo>
                    <a:pt x="8304940" y="1949126"/>
                  </a:lnTo>
                  <a:lnTo>
                    <a:pt x="8270890" y="1881666"/>
                  </a:lnTo>
                  <a:lnTo>
                    <a:pt x="8236438" y="1818131"/>
                  </a:lnTo>
                  <a:lnTo>
                    <a:pt x="8201409" y="1758524"/>
                  </a:lnTo>
                  <a:lnTo>
                    <a:pt x="8165589" y="1702789"/>
                  </a:lnTo>
                  <a:lnTo>
                    <a:pt x="8151487" y="1682275"/>
                  </a:lnTo>
                  <a:lnTo>
                    <a:pt x="8105443" y="1620812"/>
                  </a:lnTo>
                  <a:lnTo>
                    <a:pt x="8057056" y="1565021"/>
                  </a:lnTo>
                  <a:lnTo>
                    <a:pt x="8005633" y="1514663"/>
                  </a:lnTo>
                  <a:lnTo>
                    <a:pt x="7950418" y="1469310"/>
                  </a:lnTo>
                  <a:lnTo>
                    <a:pt x="7890634" y="1428458"/>
                  </a:lnTo>
                  <a:lnTo>
                    <a:pt x="7825533" y="1391602"/>
                  </a:lnTo>
                  <a:lnTo>
                    <a:pt x="7754458" y="1358282"/>
                  </a:lnTo>
                  <a:lnTo>
                    <a:pt x="7676930" y="1328103"/>
                  </a:lnTo>
                  <a:lnTo>
                    <a:pt x="7592765" y="1300753"/>
                  </a:lnTo>
                  <a:lnTo>
                    <a:pt x="7502213" y="1276007"/>
                  </a:lnTo>
                  <a:lnTo>
                    <a:pt x="7406131" y="1253731"/>
                  </a:lnTo>
                  <a:lnTo>
                    <a:pt x="7306126" y="1233873"/>
                  </a:lnTo>
                  <a:lnTo>
                    <a:pt x="7204662" y="1216444"/>
                  </a:lnTo>
                  <a:lnTo>
                    <a:pt x="7105022" y="1201497"/>
                  </a:lnTo>
                  <a:lnTo>
                    <a:pt x="7011088" y="1189080"/>
                  </a:lnTo>
                  <a:lnTo>
                    <a:pt x="6926897" y="1179195"/>
                  </a:lnTo>
                  <a:lnTo>
                    <a:pt x="6856026" y="1171751"/>
                  </a:lnTo>
                  <a:lnTo>
                    <a:pt x="6800924" y="1166545"/>
                  </a:lnTo>
                  <a:lnTo>
                    <a:pt x="6762396" y="1163255"/>
                  </a:lnTo>
                  <a:lnTo>
                    <a:pt x="6739351" y="1161469"/>
                  </a:lnTo>
                  <a:lnTo>
                    <a:pt x="6728859" y="1160728"/>
                  </a:lnTo>
                  <a:lnTo>
                    <a:pt x="6726379" y="1160567"/>
                  </a:lnTo>
                  <a:lnTo>
                    <a:pt x="6726343" y="1160565"/>
                  </a:lnTo>
                  <a:lnTo>
                    <a:pt x="5254955" y="1160565"/>
                  </a:lnTo>
                  <a:lnTo>
                    <a:pt x="5253734" y="1160537"/>
                  </a:lnTo>
                  <a:lnTo>
                    <a:pt x="5245718" y="1160332"/>
                  </a:lnTo>
                  <a:lnTo>
                    <a:pt x="5225554" y="1159766"/>
                  </a:lnTo>
                  <a:lnTo>
                    <a:pt x="5189614" y="1158652"/>
                  </a:lnTo>
                  <a:lnTo>
                    <a:pt x="5136265" y="1156819"/>
                  </a:lnTo>
                  <a:lnTo>
                    <a:pt x="5065993" y="1154130"/>
                  </a:lnTo>
                  <a:lnTo>
                    <a:pt x="4981192" y="1150495"/>
                  </a:lnTo>
                  <a:lnTo>
                    <a:pt x="4885606" y="1145872"/>
                  </a:lnTo>
                  <a:lnTo>
                    <a:pt x="4783587" y="1140259"/>
                  </a:lnTo>
                  <a:lnTo>
                    <a:pt x="4679376" y="1133672"/>
                  </a:lnTo>
                  <a:lnTo>
                    <a:pt x="4576573" y="1126135"/>
                  </a:lnTo>
                  <a:lnTo>
                    <a:pt x="4477873" y="1117651"/>
                  </a:lnTo>
                  <a:lnTo>
                    <a:pt x="4385023" y="1108201"/>
                  </a:lnTo>
                  <a:lnTo>
                    <a:pt x="4298930" y="1097729"/>
                  </a:lnTo>
                  <a:lnTo>
                    <a:pt x="4219840" y="1086143"/>
                  </a:lnTo>
                  <a:lnTo>
                    <a:pt x="4147519" y="1073314"/>
                  </a:lnTo>
                  <a:lnTo>
                    <a:pt x="4081426" y="1059081"/>
                  </a:lnTo>
                  <a:lnTo>
                    <a:pt x="4020829" y="1043256"/>
                  </a:lnTo>
                  <a:lnTo>
                    <a:pt x="3964910" y="1025635"/>
                  </a:lnTo>
                  <a:lnTo>
                    <a:pt x="3912827" y="1006018"/>
                  </a:lnTo>
                  <a:lnTo>
                    <a:pt x="3863770" y="984246"/>
                  </a:lnTo>
                  <a:lnTo>
                    <a:pt x="3829811" y="967138"/>
                  </a:lnTo>
                  <a:lnTo>
                    <a:pt x="3780351" y="939147"/>
                  </a:lnTo>
                  <a:lnTo>
                    <a:pt x="3732395" y="908453"/>
                  </a:lnTo>
                  <a:lnTo>
                    <a:pt x="3685406" y="875011"/>
                  </a:lnTo>
                  <a:lnTo>
                    <a:pt x="3638980" y="838859"/>
                  </a:lnTo>
                  <a:lnTo>
                    <a:pt x="3592829" y="800126"/>
                  </a:lnTo>
                  <a:lnTo>
                    <a:pt x="3546758" y="759040"/>
                  </a:lnTo>
                  <a:lnTo>
                    <a:pt x="3500652" y="715926"/>
                  </a:lnTo>
                  <a:lnTo>
                    <a:pt x="3454461" y="671203"/>
                  </a:lnTo>
                  <a:lnTo>
                    <a:pt x="3408183" y="625364"/>
                  </a:lnTo>
                  <a:lnTo>
                    <a:pt x="3361856" y="578962"/>
                  </a:lnTo>
                  <a:lnTo>
                    <a:pt x="3315529" y="532577"/>
                  </a:lnTo>
                  <a:lnTo>
                    <a:pt x="3269256" y="486788"/>
                  </a:lnTo>
                  <a:lnTo>
                    <a:pt x="3223070" y="442143"/>
                  </a:lnTo>
                  <a:lnTo>
                    <a:pt x="3176968" y="399134"/>
                  </a:lnTo>
                  <a:lnTo>
                    <a:pt x="3130896" y="358174"/>
                  </a:lnTo>
                  <a:lnTo>
                    <a:pt x="3084736" y="319582"/>
                  </a:lnTo>
                  <a:lnTo>
                    <a:pt x="3038287" y="283582"/>
                  </a:lnTo>
                  <a:lnTo>
                    <a:pt x="2991254" y="250296"/>
                  </a:lnTo>
                  <a:lnTo>
                    <a:pt x="2943229" y="219757"/>
                  </a:lnTo>
                  <a:lnTo>
                    <a:pt x="2896531" y="193427"/>
                  </a:lnTo>
                  <a:lnTo>
                    <a:pt x="2849204" y="170048"/>
                  </a:lnTo>
                  <a:lnTo>
                    <a:pt x="2799383" y="148886"/>
                  </a:lnTo>
                  <a:lnTo>
                    <a:pt x="2746318" y="129843"/>
                  </a:lnTo>
                  <a:lnTo>
                    <a:pt x="2689184" y="112741"/>
                  </a:lnTo>
                  <a:lnTo>
                    <a:pt x="2627140" y="97378"/>
                  </a:lnTo>
                  <a:lnTo>
                    <a:pt x="2559384" y="83554"/>
                  </a:lnTo>
                  <a:lnTo>
                    <a:pt x="2485227" y="71085"/>
                  </a:lnTo>
                  <a:lnTo>
                    <a:pt x="2404197" y="59819"/>
                  </a:lnTo>
                  <a:lnTo>
                    <a:pt x="2316178" y="49639"/>
                  </a:lnTo>
                  <a:lnTo>
                    <a:pt x="2221579" y="40461"/>
                  </a:lnTo>
                  <a:lnTo>
                    <a:pt x="2121525" y="32241"/>
                  </a:lnTo>
                  <a:lnTo>
                    <a:pt x="2018019" y="24967"/>
                  </a:lnTo>
                  <a:lnTo>
                    <a:pt x="1914021" y="18648"/>
                  </a:lnTo>
                  <a:lnTo>
                    <a:pt x="1813347" y="13308"/>
                  </a:lnTo>
                  <a:lnTo>
                    <a:pt x="1720333" y="8962"/>
                  </a:lnTo>
                  <a:lnTo>
                    <a:pt x="1639237" y="5596"/>
                  </a:lnTo>
                  <a:lnTo>
                    <a:pt x="1573500" y="3156"/>
                  </a:lnTo>
                  <a:lnTo>
                    <a:pt x="1525028" y="1538"/>
                  </a:lnTo>
                  <a:lnTo>
                    <a:pt x="1493724" y="595"/>
                  </a:lnTo>
                  <a:lnTo>
                    <a:pt x="1477378" y="148"/>
                  </a:lnTo>
                  <a:lnTo>
                    <a:pt x="1471854" y="10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8" name="pg98"/>
            <p:cNvSpPr/>
            <p:nvPr/>
          </p:nvSpPr>
          <p:spPr>
            <a:xfrm>
              <a:off x="4799595" y="3704782"/>
              <a:ext cx="11981298" cy="4650436"/>
            </a:xfrm>
            <a:custGeom>
              <a:avLst/>
              <a:pathLst>
                <a:path w="11981298" h="4650436">
                  <a:moveTo>
                    <a:pt x="0" y="16345"/>
                  </a:moveTo>
                  <a:lnTo>
                    <a:pt x="1471387" y="16345"/>
                  </a:lnTo>
                  <a:lnTo>
                    <a:pt x="1472608" y="16375"/>
                  </a:lnTo>
                  <a:lnTo>
                    <a:pt x="1480621" y="16582"/>
                  </a:lnTo>
                  <a:lnTo>
                    <a:pt x="1500777" y="17156"/>
                  </a:lnTo>
                  <a:lnTo>
                    <a:pt x="1536705" y="18285"/>
                  </a:lnTo>
                  <a:lnTo>
                    <a:pt x="1590038" y="20143"/>
                  </a:lnTo>
                  <a:lnTo>
                    <a:pt x="1660289" y="22869"/>
                  </a:lnTo>
                  <a:lnTo>
                    <a:pt x="1745068" y="26554"/>
                  </a:lnTo>
                  <a:lnTo>
                    <a:pt x="1840634" y="31240"/>
                  </a:lnTo>
                  <a:lnTo>
                    <a:pt x="1942635" y="36931"/>
                  </a:lnTo>
                  <a:lnTo>
                    <a:pt x="2046833" y="43608"/>
                  </a:lnTo>
                  <a:lnTo>
                    <a:pt x="2149627" y="51249"/>
                  </a:lnTo>
                  <a:lnTo>
                    <a:pt x="2248322" y="59850"/>
                  </a:lnTo>
                  <a:lnTo>
                    <a:pt x="2341170" y="69430"/>
                  </a:lnTo>
                  <a:lnTo>
                    <a:pt x="2427263" y="80047"/>
                  </a:lnTo>
                  <a:lnTo>
                    <a:pt x="2506357" y="91793"/>
                  </a:lnTo>
                  <a:lnTo>
                    <a:pt x="2578681" y="104798"/>
                  </a:lnTo>
                  <a:lnTo>
                    <a:pt x="2644779" y="119226"/>
                  </a:lnTo>
                  <a:lnTo>
                    <a:pt x="2705379" y="135268"/>
                  </a:lnTo>
                  <a:lnTo>
                    <a:pt x="2761301" y="153130"/>
                  </a:lnTo>
                  <a:lnTo>
                    <a:pt x="2813386" y="173016"/>
                  </a:lnTo>
                  <a:lnTo>
                    <a:pt x="2862443" y="195086"/>
                  </a:lnTo>
                  <a:lnTo>
                    <a:pt x="2896531" y="212497"/>
                  </a:lnTo>
                  <a:lnTo>
                    <a:pt x="2945852" y="240797"/>
                  </a:lnTo>
                  <a:lnTo>
                    <a:pt x="2993675" y="271822"/>
                  </a:lnTo>
                  <a:lnTo>
                    <a:pt x="3040535" y="305618"/>
                  </a:lnTo>
                  <a:lnTo>
                    <a:pt x="3086832" y="342147"/>
                  </a:lnTo>
                  <a:lnTo>
                    <a:pt x="3132852" y="381280"/>
                  </a:lnTo>
                  <a:lnTo>
                    <a:pt x="3178791" y="422791"/>
                  </a:lnTo>
                  <a:lnTo>
                    <a:pt x="3224763" y="466352"/>
                  </a:lnTo>
                  <a:lnTo>
                    <a:pt x="3270821" y="511545"/>
                  </a:lnTo>
                  <a:lnTo>
                    <a:pt x="3316963" y="557875"/>
                  </a:lnTo>
                  <a:lnTo>
                    <a:pt x="3363158" y="604788"/>
                  </a:lnTo>
                  <a:lnTo>
                    <a:pt x="3409352" y="651701"/>
                  </a:lnTo>
                  <a:lnTo>
                    <a:pt x="3455495" y="698031"/>
                  </a:lnTo>
                  <a:lnTo>
                    <a:pt x="3501552" y="743225"/>
                  </a:lnTo>
                  <a:lnTo>
                    <a:pt x="3547524" y="786787"/>
                  </a:lnTo>
                  <a:lnTo>
                    <a:pt x="3593463" y="828299"/>
                  </a:lnTo>
                  <a:lnTo>
                    <a:pt x="3639484" y="867434"/>
                  </a:lnTo>
                  <a:lnTo>
                    <a:pt x="3685780" y="903964"/>
                  </a:lnTo>
                  <a:lnTo>
                    <a:pt x="3732640" y="937762"/>
                  </a:lnTo>
                  <a:lnTo>
                    <a:pt x="3780462" y="968788"/>
                  </a:lnTo>
                  <a:lnTo>
                    <a:pt x="3829811" y="997105"/>
                  </a:lnTo>
                  <a:lnTo>
                    <a:pt x="3877132" y="1020811"/>
                  </a:lnTo>
                  <a:lnTo>
                    <a:pt x="3926946" y="1042268"/>
                  </a:lnTo>
                  <a:lnTo>
                    <a:pt x="3980003" y="1061578"/>
                  </a:lnTo>
                  <a:lnTo>
                    <a:pt x="4037128" y="1078920"/>
                  </a:lnTo>
                  <a:lnTo>
                    <a:pt x="4099160" y="1094497"/>
                  </a:lnTo>
                  <a:lnTo>
                    <a:pt x="4166903" y="1108516"/>
                  </a:lnTo>
                  <a:lnTo>
                    <a:pt x="4241046" y="1121160"/>
                  </a:lnTo>
                  <a:lnTo>
                    <a:pt x="4322058" y="1132584"/>
                  </a:lnTo>
                  <a:lnTo>
                    <a:pt x="4410059" y="1142908"/>
                  </a:lnTo>
                  <a:lnTo>
                    <a:pt x="4504638" y="1152214"/>
                  </a:lnTo>
                  <a:lnTo>
                    <a:pt x="4604673" y="1160550"/>
                  </a:lnTo>
                  <a:lnTo>
                    <a:pt x="4708163" y="1167928"/>
                  </a:lnTo>
                  <a:lnTo>
                    <a:pt x="4812150" y="1174336"/>
                  </a:lnTo>
                  <a:lnTo>
                    <a:pt x="4912820" y="1179752"/>
                  </a:lnTo>
                  <a:lnTo>
                    <a:pt x="5005841" y="1184161"/>
                  </a:lnTo>
                  <a:lnTo>
                    <a:pt x="5086953" y="1187576"/>
                  </a:lnTo>
                  <a:lnTo>
                    <a:pt x="5152717" y="1190052"/>
                  </a:lnTo>
                  <a:lnTo>
                    <a:pt x="5201222" y="1191694"/>
                  </a:lnTo>
                  <a:lnTo>
                    <a:pt x="5232561" y="1192652"/>
                  </a:lnTo>
                  <a:lnTo>
                    <a:pt x="5248938" y="1193106"/>
                  </a:lnTo>
                  <a:lnTo>
                    <a:pt x="5254483" y="1193246"/>
                  </a:lnTo>
                  <a:lnTo>
                    <a:pt x="5254955" y="1193257"/>
                  </a:lnTo>
                  <a:lnTo>
                    <a:pt x="6726343" y="1193257"/>
                  </a:lnTo>
                  <a:lnTo>
                    <a:pt x="6727450" y="1193335"/>
                  </a:lnTo>
                  <a:lnTo>
                    <a:pt x="6734733" y="1193886"/>
                  </a:lnTo>
                  <a:lnTo>
                    <a:pt x="6753108" y="1195410"/>
                  </a:lnTo>
                  <a:lnTo>
                    <a:pt x="6786000" y="1198412"/>
                  </a:lnTo>
                  <a:lnTo>
                    <a:pt x="6835104" y="1203359"/>
                  </a:lnTo>
                  <a:lnTo>
                    <a:pt x="6900255" y="1210637"/>
                  </a:lnTo>
                  <a:lnTo>
                    <a:pt x="6979568" y="1220515"/>
                  </a:lnTo>
                  <a:lnTo>
                    <a:pt x="7069854" y="1233132"/>
                  </a:lnTo>
                  <a:lnTo>
                    <a:pt x="7167241" y="1248517"/>
                  </a:lnTo>
                  <a:lnTo>
                    <a:pt x="7267801" y="1266630"/>
                  </a:lnTo>
                  <a:lnTo>
                    <a:pt x="7368055" y="1287411"/>
                  </a:lnTo>
                  <a:lnTo>
                    <a:pt x="7465270" y="1310826"/>
                  </a:lnTo>
                  <a:lnTo>
                    <a:pt x="7557547" y="1336902"/>
                  </a:lnTo>
                  <a:lnTo>
                    <a:pt x="7643774" y="1365747"/>
                  </a:lnTo>
                  <a:lnTo>
                    <a:pt x="7723487" y="1397567"/>
                  </a:lnTo>
                  <a:lnTo>
                    <a:pt x="7796712" y="1432661"/>
                  </a:lnTo>
                  <a:lnTo>
                    <a:pt x="7863814" y="1471420"/>
                  </a:lnTo>
                  <a:lnTo>
                    <a:pt x="7925378" y="1514318"/>
                  </a:lnTo>
                  <a:lnTo>
                    <a:pt x="7982107" y="1561883"/>
                  </a:lnTo>
                  <a:lnTo>
                    <a:pt x="8034759" y="1614671"/>
                  </a:lnTo>
                  <a:lnTo>
                    <a:pt x="8084089" y="1673193"/>
                  </a:lnTo>
                  <a:lnTo>
                    <a:pt x="8130810" y="1737821"/>
                  </a:lnTo>
                  <a:lnTo>
                    <a:pt x="8151487" y="1769454"/>
                  </a:lnTo>
                  <a:lnTo>
                    <a:pt x="8186209" y="1826837"/>
                  </a:lnTo>
                  <a:lnTo>
                    <a:pt x="8220106" y="1888110"/>
                  </a:lnTo>
                  <a:lnTo>
                    <a:pt x="8253387" y="1953352"/>
                  </a:lnTo>
                  <a:lnTo>
                    <a:pt x="8286220" y="2022590"/>
                  </a:lnTo>
                  <a:lnTo>
                    <a:pt x="8318746" y="2095792"/>
                  </a:lnTo>
                  <a:lnTo>
                    <a:pt x="8351074" y="2172860"/>
                  </a:lnTo>
                  <a:lnTo>
                    <a:pt x="8383291" y="2253632"/>
                  </a:lnTo>
                  <a:lnTo>
                    <a:pt x="8415462" y="2337872"/>
                  </a:lnTo>
                  <a:lnTo>
                    <a:pt x="8447632" y="2425275"/>
                  </a:lnTo>
                  <a:lnTo>
                    <a:pt x="8479831" y="2515469"/>
                  </a:lnTo>
                  <a:lnTo>
                    <a:pt x="8512073" y="2608017"/>
                  </a:lnTo>
                  <a:lnTo>
                    <a:pt x="8544360" y="2702429"/>
                  </a:lnTo>
                  <a:lnTo>
                    <a:pt x="8576683" y="2798167"/>
                  </a:lnTo>
                  <a:lnTo>
                    <a:pt x="8609030" y="2894661"/>
                  </a:lnTo>
                  <a:lnTo>
                    <a:pt x="8641383" y="2991323"/>
                  </a:lnTo>
                  <a:lnTo>
                    <a:pt x="8673722" y="3087558"/>
                  </a:lnTo>
                  <a:lnTo>
                    <a:pt x="8706031" y="3182784"/>
                  </a:lnTo>
                  <a:lnTo>
                    <a:pt x="8738298" y="3276443"/>
                  </a:lnTo>
                  <a:lnTo>
                    <a:pt x="8770520" y="3368019"/>
                  </a:lnTo>
                  <a:lnTo>
                    <a:pt x="8802704" y="3457041"/>
                  </a:lnTo>
                  <a:lnTo>
                    <a:pt x="8834871" y="3543102"/>
                  </a:lnTo>
                  <a:lnTo>
                    <a:pt x="8867055" y="3625857"/>
                  </a:lnTo>
                  <a:lnTo>
                    <a:pt x="8899311" y="3705032"/>
                  </a:lnTo>
                  <a:lnTo>
                    <a:pt x="8931714" y="3780425"/>
                  </a:lnTo>
                  <a:lnTo>
                    <a:pt x="8964359" y="3851899"/>
                  </a:lnTo>
                  <a:lnTo>
                    <a:pt x="8997369" y="3919389"/>
                  </a:lnTo>
                  <a:lnTo>
                    <a:pt x="9030897" y="3982887"/>
                  </a:lnTo>
                  <a:lnTo>
                    <a:pt x="9065127" y="4042445"/>
                  </a:lnTo>
                  <a:lnTo>
                    <a:pt x="9084767" y="4074239"/>
                  </a:lnTo>
                  <a:lnTo>
                    <a:pt x="9130509" y="4141707"/>
                  </a:lnTo>
                  <a:lnTo>
                    <a:pt x="9178561" y="4202990"/>
                  </a:lnTo>
                  <a:lnTo>
                    <a:pt x="9229601" y="4258343"/>
                  </a:lnTo>
                  <a:lnTo>
                    <a:pt x="9284370" y="4308230"/>
                  </a:lnTo>
                  <a:lnTo>
                    <a:pt x="9343630" y="4353194"/>
                  </a:lnTo>
                  <a:lnTo>
                    <a:pt x="9408118" y="4393784"/>
                  </a:lnTo>
                  <a:lnTo>
                    <a:pt x="9478481" y="4430500"/>
                  </a:lnTo>
                  <a:lnTo>
                    <a:pt x="9555199" y="4463775"/>
                  </a:lnTo>
                  <a:lnTo>
                    <a:pt x="9638470" y="4493950"/>
                  </a:lnTo>
                  <a:lnTo>
                    <a:pt x="9728076" y="4521274"/>
                  </a:lnTo>
                  <a:lnTo>
                    <a:pt x="9823218" y="4545898"/>
                  </a:lnTo>
                  <a:lnTo>
                    <a:pt x="9922371" y="4567885"/>
                  </a:lnTo>
                  <a:lnTo>
                    <a:pt x="10023182" y="4587225"/>
                  </a:lnTo>
                  <a:lnTo>
                    <a:pt x="10122490" y="4603865"/>
                  </a:lnTo>
                  <a:lnTo>
                    <a:pt x="10216522" y="4617750"/>
                  </a:lnTo>
                  <a:lnTo>
                    <a:pt x="10301306" y="4628871"/>
                  </a:lnTo>
                  <a:lnTo>
                    <a:pt x="10373261" y="4637313"/>
                  </a:lnTo>
                  <a:lnTo>
                    <a:pt x="10429837" y="4643285"/>
                  </a:lnTo>
                  <a:lnTo>
                    <a:pt x="10470045" y="4647123"/>
                  </a:lnTo>
                  <a:lnTo>
                    <a:pt x="10494735" y="4649261"/>
                  </a:lnTo>
                  <a:lnTo>
                    <a:pt x="10506567" y="4650194"/>
                  </a:lnTo>
                  <a:lnTo>
                    <a:pt x="10509911" y="4650436"/>
                  </a:lnTo>
                  <a:lnTo>
                    <a:pt x="11981298" y="4650436"/>
                  </a:lnTo>
                  <a:lnTo>
                    <a:pt x="11981298" y="4634090"/>
                  </a:lnTo>
                  <a:lnTo>
                    <a:pt x="10509911" y="4634090"/>
                  </a:lnTo>
                  <a:lnTo>
                    <a:pt x="10508803" y="4634012"/>
                  </a:lnTo>
                  <a:lnTo>
                    <a:pt x="10501520" y="4633461"/>
                  </a:lnTo>
                  <a:lnTo>
                    <a:pt x="10483145" y="4631937"/>
                  </a:lnTo>
                  <a:lnTo>
                    <a:pt x="10450253" y="4628935"/>
                  </a:lnTo>
                  <a:lnTo>
                    <a:pt x="10401150" y="4623988"/>
                  </a:lnTo>
                  <a:lnTo>
                    <a:pt x="10335998" y="4616709"/>
                  </a:lnTo>
                  <a:lnTo>
                    <a:pt x="10256685" y="4606831"/>
                  </a:lnTo>
                  <a:lnTo>
                    <a:pt x="10166399" y="4594215"/>
                  </a:lnTo>
                  <a:lnTo>
                    <a:pt x="10069013" y="4578830"/>
                  </a:lnTo>
                  <a:lnTo>
                    <a:pt x="9968453" y="4560717"/>
                  </a:lnTo>
                  <a:lnTo>
                    <a:pt x="9868198" y="4539936"/>
                  </a:lnTo>
                  <a:lnTo>
                    <a:pt x="9770983" y="4516521"/>
                  </a:lnTo>
                  <a:lnTo>
                    <a:pt x="9678706" y="4490445"/>
                  </a:lnTo>
                  <a:lnTo>
                    <a:pt x="9592479" y="4461599"/>
                  </a:lnTo>
                  <a:lnTo>
                    <a:pt x="9512766" y="4429780"/>
                  </a:lnTo>
                  <a:lnTo>
                    <a:pt x="9439542" y="4394686"/>
                  </a:lnTo>
                  <a:lnTo>
                    <a:pt x="9372439" y="4355926"/>
                  </a:lnTo>
                  <a:lnTo>
                    <a:pt x="9310875" y="4313029"/>
                  </a:lnTo>
                  <a:lnTo>
                    <a:pt x="9254146" y="4265464"/>
                  </a:lnTo>
                  <a:lnTo>
                    <a:pt x="9201494" y="4212676"/>
                  </a:lnTo>
                  <a:lnTo>
                    <a:pt x="9152164" y="4154153"/>
                  </a:lnTo>
                  <a:lnTo>
                    <a:pt x="9105443" y="4089526"/>
                  </a:lnTo>
                  <a:lnTo>
                    <a:pt x="9084767" y="4057893"/>
                  </a:lnTo>
                  <a:lnTo>
                    <a:pt x="9050045" y="4000510"/>
                  </a:lnTo>
                  <a:lnTo>
                    <a:pt x="9016147" y="3939237"/>
                  </a:lnTo>
                  <a:lnTo>
                    <a:pt x="8982866" y="3873995"/>
                  </a:lnTo>
                  <a:lnTo>
                    <a:pt x="8950033" y="3804757"/>
                  </a:lnTo>
                  <a:lnTo>
                    <a:pt x="8917508" y="3731555"/>
                  </a:lnTo>
                  <a:lnTo>
                    <a:pt x="8885180" y="3654486"/>
                  </a:lnTo>
                  <a:lnTo>
                    <a:pt x="8852963" y="3573715"/>
                  </a:lnTo>
                  <a:lnTo>
                    <a:pt x="8820792" y="3489475"/>
                  </a:lnTo>
                  <a:lnTo>
                    <a:pt x="8788621" y="3402072"/>
                  </a:lnTo>
                  <a:lnTo>
                    <a:pt x="8756422" y="3311878"/>
                  </a:lnTo>
                  <a:lnTo>
                    <a:pt x="8724180" y="3219329"/>
                  </a:lnTo>
                  <a:lnTo>
                    <a:pt x="8691894" y="3124918"/>
                  </a:lnTo>
                  <a:lnTo>
                    <a:pt x="8659570" y="3029180"/>
                  </a:lnTo>
                  <a:lnTo>
                    <a:pt x="8627223" y="2932685"/>
                  </a:lnTo>
                  <a:lnTo>
                    <a:pt x="8594870" y="2836024"/>
                  </a:lnTo>
                  <a:lnTo>
                    <a:pt x="8562531" y="2739789"/>
                  </a:lnTo>
                  <a:lnTo>
                    <a:pt x="8530223" y="2644563"/>
                  </a:lnTo>
                  <a:lnTo>
                    <a:pt x="8497955" y="2550903"/>
                  </a:lnTo>
                  <a:lnTo>
                    <a:pt x="8465733" y="2459328"/>
                  </a:lnTo>
                  <a:lnTo>
                    <a:pt x="8433549" y="2370306"/>
                  </a:lnTo>
                  <a:lnTo>
                    <a:pt x="8401383" y="2284245"/>
                  </a:lnTo>
                  <a:lnTo>
                    <a:pt x="8369198" y="2201490"/>
                  </a:lnTo>
                  <a:lnTo>
                    <a:pt x="8336942" y="2122314"/>
                  </a:lnTo>
                  <a:lnTo>
                    <a:pt x="8304540" y="2046922"/>
                  </a:lnTo>
                  <a:lnTo>
                    <a:pt x="8271895" y="1975447"/>
                  </a:lnTo>
                  <a:lnTo>
                    <a:pt x="8238884" y="1907958"/>
                  </a:lnTo>
                  <a:lnTo>
                    <a:pt x="8205357" y="1844460"/>
                  </a:lnTo>
                  <a:lnTo>
                    <a:pt x="8171126" y="1784902"/>
                  </a:lnTo>
                  <a:lnTo>
                    <a:pt x="8151487" y="1753108"/>
                  </a:lnTo>
                  <a:lnTo>
                    <a:pt x="8105744" y="1685639"/>
                  </a:lnTo>
                  <a:lnTo>
                    <a:pt x="8057692" y="1624356"/>
                  </a:lnTo>
                  <a:lnTo>
                    <a:pt x="8006652" y="1569003"/>
                  </a:lnTo>
                  <a:lnTo>
                    <a:pt x="7951883" y="1519117"/>
                  </a:lnTo>
                  <a:lnTo>
                    <a:pt x="7892623" y="1474153"/>
                  </a:lnTo>
                  <a:lnTo>
                    <a:pt x="7828135" y="1433563"/>
                  </a:lnTo>
                  <a:lnTo>
                    <a:pt x="7757772" y="1396846"/>
                  </a:lnTo>
                  <a:lnTo>
                    <a:pt x="7681054" y="1363572"/>
                  </a:lnTo>
                  <a:lnTo>
                    <a:pt x="7597783" y="1333397"/>
                  </a:lnTo>
                  <a:lnTo>
                    <a:pt x="7508178" y="1306073"/>
                  </a:lnTo>
                  <a:lnTo>
                    <a:pt x="7413036" y="1281449"/>
                  </a:lnTo>
                  <a:lnTo>
                    <a:pt x="7313883" y="1259462"/>
                  </a:lnTo>
                  <a:lnTo>
                    <a:pt x="7213071" y="1240122"/>
                  </a:lnTo>
                  <a:lnTo>
                    <a:pt x="7113763" y="1223481"/>
                  </a:lnTo>
                  <a:lnTo>
                    <a:pt x="7019731" y="1209597"/>
                  </a:lnTo>
                  <a:lnTo>
                    <a:pt x="6934947" y="1198476"/>
                  </a:lnTo>
                  <a:lnTo>
                    <a:pt x="6862992" y="1190034"/>
                  </a:lnTo>
                  <a:lnTo>
                    <a:pt x="6806417" y="1184061"/>
                  </a:lnTo>
                  <a:lnTo>
                    <a:pt x="6766208" y="1180224"/>
                  </a:lnTo>
                  <a:lnTo>
                    <a:pt x="6741518" y="1178086"/>
                  </a:lnTo>
                  <a:lnTo>
                    <a:pt x="6729687" y="1177153"/>
                  </a:lnTo>
                  <a:lnTo>
                    <a:pt x="6726343" y="1176911"/>
                  </a:lnTo>
                  <a:lnTo>
                    <a:pt x="5254955" y="1176911"/>
                  </a:lnTo>
                  <a:lnTo>
                    <a:pt x="5253734" y="1176882"/>
                  </a:lnTo>
                  <a:lnTo>
                    <a:pt x="5245721" y="1176675"/>
                  </a:lnTo>
                  <a:lnTo>
                    <a:pt x="5225565" y="1176101"/>
                  </a:lnTo>
                  <a:lnTo>
                    <a:pt x="5189637" y="1174971"/>
                  </a:lnTo>
                  <a:lnTo>
                    <a:pt x="5136304" y="1173113"/>
                  </a:lnTo>
                  <a:lnTo>
                    <a:pt x="5066053" y="1170388"/>
                  </a:lnTo>
                  <a:lnTo>
                    <a:pt x="4981274" y="1166703"/>
                  </a:lnTo>
                  <a:lnTo>
                    <a:pt x="4885708" y="1162017"/>
                  </a:lnTo>
                  <a:lnTo>
                    <a:pt x="4783707" y="1156326"/>
                  </a:lnTo>
                  <a:lnTo>
                    <a:pt x="4679509" y="1149649"/>
                  </a:lnTo>
                  <a:lnTo>
                    <a:pt x="4576715" y="1142007"/>
                  </a:lnTo>
                  <a:lnTo>
                    <a:pt x="4478021" y="1133407"/>
                  </a:lnTo>
                  <a:lnTo>
                    <a:pt x="4385172" y="1123827"/>
                  </a:lnTo>
                  <a:lnTo>
                    <a:pt x="4299079" y="1113210"/>
                  </a:lnTo>
                  <a:lnTo>
                    <a:pt x="4219985" y="1101464"/>
                  </a:lnTo>
                  <a:lnTo>
                    <a:pt x="4147661" y="1088459"/>
                  </a:lnTo>
                  <a:lnTo>
                    <a:pt x="4081564" y="1074031"/>
                  </a:lnTo>
                  <a:lnTo>
                    <a:pt x="4020964" y="1057989"/>
                  </a:lnTo>
                  <a:lnTo>
                    <a:pt x="3965042" y="1040126"/>
                  </a:lnTo>
                  <a:lnTo>
                    <a:pt x="3912956" y="1020241"/>
                  </a:lnTo>
                  <a:lnTo>
                    <a:pt x="3863899" y="998171"/>
                  </a:lnTo>
                  <a:lnTo>
                    <a:pt x="3829811" y="980759"/>
                  </a:lnTo>
                  <a:lnTo>
                    <a:pt x="3780490" y="952460"/>
                  </a:lnTo>
                  <a:lnTo>
                    <a:pt x="3732667" y="921434"/>
                  </a:lnTo>
                  <a:lnTo>
                    <a:pt x="3685807" y="887639"/>
                  </a:lnTo>
                  <a:lnTo>
                    <a:pt x="3639510" y="851110"/>
                  </a:lnTo>
                  <a:lnTo>
                    <a:pt x="3593490" y="811976"/>
                  </a:lnTo>
                  <a:lnTo>
                    <a:pt x="3547551" y="770466"/>
                  </a:lnTo>
                  <a:lnTo>
                    <a:pt x="3501579" y="726905"/>
                  </a:lnTo>
                  <a:lnTo>
                    <a:pt x="3455521" y="681712"/>
                  </a:lnTo>
                  <a:lnTo>
                    <a:pt x="3409379" y="635382"/>
                  </a:lnTo>
                  <a:lnTo>
                    <a:pt x="3363184" y="588469"/>
                  </a:lnTo>
                  <a:lnTo>
                    <a:pt x="3316990" y="541556"/>
                  </a:lnTo>
                  <a:lnTo>
                    <a:pt x="3270847" y="495226"/>
                  </a:lnTo>
                  <a:lnTo>
                    <a:pt x="3224790" y="450031"/>
                  </a:lnTo>
                  <a:lnTo>
                    <a:pt x="3178818" y="406469"/>
                  </a:lnTo>
                  <a:lnTo>
                    <a:pt x="3132879" y="364958"/>
                  </a:lnTo>
                  <a:lnTo>
                    <a:pt x="3086859" y="325823"/>
                  </a:lnTo>
                  <a:lnTo>
                    <a:pt x="3040562" y="289292"/>
                  </a:lnTo>
                  <a:lnTo>
                    <a:pt x="2993702" y="255495"/>
                  </a:lnTo>
                  <a:lnTo>
                    <a:pt x="2945880" y="224468"/>
                  </a:lnTo>
                  <a:lnTo>
                    <a:pt x="2896531" y="196151"/>
                  </a:lnTo>
                  <a:lnTo>
                    <a:pt x="2849210" y="172446"/>
                  </a:lnTo>
                  <a:lnTo>
                    <a:pt x="2799397" y="150989"/>
                  </a:lnTo>
                  <a:lnTo>
                    <a:pt x="2746339" y="131678"/>
                  </a:lnTo>
                  <a:lnTo>
                    <a:pt x="2689215" y="114337"/>
                  </a:lnTo>
                  <a:lnTo>
                    <a:pt x="2627182" y="98759"/>
                  </a:lnTo>
                  <a:lnTo>
                    <a:pt x="2559439" y="84741"/>
                  </a:lnTo>
                  <a:lnTo>
                    <a:pt x="2485297" y="72097"/>
                  </a:lnTo>
                  <a:lnTo>
                    <a:pt x="2404284" y="60673"/>
                  </a:lnTo>
                  <a:lnTo>
                    <a:pt x="2316283" y="50349"/>
                  </a:lnTo>
                  <a:lnTo>
                    <a:pt x="2221704" y="41042"/>
                  </a:lnTo>
                  <a:lnTo>
                    <a:pt x="2121669" y="32707"/>
                  </a:lnTo>
                  <a:lnTo>
                    <a:pt x="2018179" y="25329"/>
                  </a:lnTo>
                  <a:lnTo>
                    <a:pt x="1914192" y="18921"/>
                  </a:lnTo>
                  <a:lnTo>
                    <a:pt x="1813522" y="13505"/>
                  </a:lnTo>
                  <a:lnTo>
                    <a:pt x="1720501" y="9095"/>
                  </a:lnTo>
                  <a:lnTo>
                    <a:pt x="1639389" y="5681"/>
                  </a:lnTo>
                  <a:lnTo>
                    <a:pt x="1573625" y="3205"/>
                  </a:lnTo>
                  <a:lnTo>
                    <a:pt x="1525120" y="1563"/>
                  </a:lnTo>
                  <a:lnTo>
                    <a:pt x="1493781" y="605"/>
                  </a:lnTo>
                  <a:lnTo>
                    <a:pt x="1477404" y="151"/>
                  </a:lnTo>
                  <a:lnTo>
                    <a:pt x="1471860" y="11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99" name="pl99"/>
            <p:cNvSpPr/>
            <p:nvPr/>
          </p:nvSpPr>
          <p:spPr>
            <a:xfrm>
              <a:off x="4799595" y="3721128"/>
              <a:ext cx="11981298" cy="4634090"/>
            </a:xfrm>
            <a:custGeom>
              <a:avLst/>
              <a:pathLst>
                <a:path w="11981298" h="4634090">
                  <a:moveTo>
                    <a:pt x="0" y="0"/>
                  </a:moveTo>
                  <a:lnTo>
                    <a:pt x="1471387" y="0"/>
                  </a:lnTo>
                  <a:lnTo>
                    <a:pt x="1472608" y="29"/>
                  </a:lnTo>
                  <a:lnTo>
                    <a:pt x="1480621" y="236"/>
                  </a:lnTo>
                  <a:lnTo>
                    <a:pt x="1500777" y="810"/>
                  </a:lnTo>
                  <a:lnTo>
                    <a:pt x="1536705" y="1939"/>
                  </a:lnTo>
                  <a:lnTo>
                    <a:pt x="1590038" y="3797"/>
                  </a:lnTo>
                  <a:lnTo>
                    <a:pt x="1660289" y="6523"/>
                  </a:lnTo>
                  <a:lnTo>
                    <a:pt x="1745068" y="10208"/>
                  </a:lnTo>
                  <a:lnTo>
                    <a:pt x="1840634" y="14894"/>
                  </a:lnTo>
                  <a:lnTo>
                    <a:pt x="1942635" y="20585"/>
                  </a:lnTo>
                  <a:lnTo>
                    <a:pt x="2046833" y="27262"/>
                  </a:lnTo>
                  <a:lnTo>
                    <a:pt x="2149627" y="34903"/>
                  </a:lnTo>
                  <a:lnTo>
                    <a:pt x="2248322" y="43504"/>
                  </a:lnTo>
                  <a:lnTo>
                    <a:pt x="2341170" y="53084"/>
                  </a:lnTo>
                  <a:lnTo>
                    <a:pt x="2427263" y="63701"/>
                  </a:lnTo>
                  <a:lnTo>
                    <a:pt x="2506357" y="75447"/>
                  </a:lnTo>
                  <a:lnTo>
                    <a:pt x="2578681" y="88452"/>
                  </a:lnTo>
                  <a:lnTo>
                    <a:pt x="2644779" y="102880"/>
                  </a:lnTo>
                  <a:lnTo>
                    <a:pt x="2705379" y="118922"/>
                  </a:lnTo>
                  <a:lnTo>
                    <a:pt x="2761301" y="136784"/>
                  </a:lnTo>
                  <a:lnTo>
                    <a:pt x="2813386" y="156670"/>
                  </a:lnTo>
                  <a:lnTo>
                    <a:pt x="2862443" y="178740"/>
                  </a:lnTo>
                  <a:lnTo>
                    <a:pt x="2896531" y="196151"/>
                  </a:lnTo>
                  <a:lnTo>
                    <a:pt x="2945852" y="224451"/>
                  </a:lnTo>
                  <a:lnTo>
                    <a:pt x="2993675" y="255476"/>
                  </a:lnTo>
                  <a:lnTo>
                    <a:pt x="3040535" y="289272"/>
                  </a:lnTo>
                  <a:lnTo>
                    <a:pt x="3086832" y="325801"/>
                  </a:lnTo>
                  <a:lnTo>
                    <a:pt x="3132852" y="364934"/>
                  </a:lnTo>
                  <a:lnTo>
                    <a:pt x="3178791" y="406445"/>
                  </a:lnTo>
                  <a:lnTo>
                    <a:pt x="3224763" y="450006"/>
                  </a:lnTo>
                  <a:lnTo>
                    <a:pt x="3270821" y="495199"/>
                  </a:lnTo>
                  <a:lnTo>
                    <a:pt x="3316963" y="541529"/>
                  </a:lnTo>
                  <a:lnTo>
                    <a:pt x="3363158" y="588442"/>
                  </a:lnTo>
                  <a:lnTo>
                    <a:pt x="3409352" y="635355"/>
                  </a:lnTo>
                  <a:lnTo>
                    <a:pt x="3455495" y="681685"/>
                  </a:lnTo>
                  <a:lnTo>
                    <a:pt x="3501552" y="726879"/>
                  </a:lnTo>
                  <a:lnTo>
                    <a:pt x="3547524" y="770441"/>
                  </a:lnTo>
                  <a:lnTo>
                    <a:pt x="3593463" y="811953"/>
                  </a:lnTo>
                  <a:lnTo>
                    <a:pt x="3639484" y="851088"/>
                  </a:lnTo>
                  <a:lnTo>
                    <a:pt x="3685780" y="887618"/>
                  </a:lnTo>
                  <a:lnTo>
                    <a:pt x="3732640" y="921416"/>
                  </a:lnTo>
                  <a:lnTo>
                    <a:pt x="3780462" y="952442"/>
                  </a:lnTo>
                  <a:lnTo>
                    <a:pt x="3829782" y="980744"/>
                  </a:lnTo>
                  <a:lnTo>
                    <a:pt x="3829811" y="980759"/>
                  </a:lnTo>
                  <a:lnTo>
                    <a:pt x="3877132" y="1004465"/>
                  </a:lnTo>
                  <a:lnTo>
                    <a:pt x="3926946" y="1025922"/>
                  </a:lnTo>
                  <a:lnTo>
                    <a:pt x="3980003" y="1045232"/>
                  </a:lnTo>
                  <a:lnTo>
                    <a:pt x="4037128" y="1062574"/>
                  </a:lnTo>
                  <a:lnTo>
                    <a:pt x="4099160" y="1078151"/>
                  </a:lnTo>
                  <a:lnTo>
                    <a:pt x="4166903" y="1092170"/>
                  </a:lnTo>
                  <a:lnTo>
                    <a:pt x="4241046" y="1104814"/>
                  </a:lnTo>
                  <a:lnTo>
                    <a:pt x="4322058" y="1116238"/>
                  </a:lnTo>
                  <a:lnTo>
                    <a:pt x="4410059" y="1126562"/>
                  </a:lnTo>
                  <a:lnTo>
                    <a:pt x="4504638" y="1135868"/>
                  </a:lnTo>
                  <a:lnTo>
                    <a:pt x="4604673" y="1144204"/>
                  </a:lnTo>
                  <a:lnTo>
                    <a:pt x="4708163" y="1151582"/>
                  </a:lnTo>
                  <a:lnTo>
                    <a:pt x="4812150" y="1157990"/>
                  </a:lnTo>
                  <a:lnTo>
                    <a:pt x="4912820" y="1163406"/>
                  </a:lnTo>
                  <a:lnTo>
                    <a:pt x="5005841" y="1167815"/>
                  </a:lnTo>
                  <a:lnTo>
                    <a:pt x="5086953" y="1171230"/>
                  </a:lnTo>
                  <a:lnTo>
                    <a:pt x="5152717" y="1173706"/>
                  </a:lnTo>
                  <a:lnTo>
                    <a:pt x="5201222" y="1175348"/>
                  </a:lnTo>
                  <a:lnTo>
                    <a:pt x="5232561" y="1176306"/>
                  </a:lnTo>
                  <a:lnTo>
                    <a:pt x="5248938" y="1176760"/>
                  </a:lnTo>
                  <a:lnTo>
                    <a:pt x="5254483" y="1176900"/>
                  </a:lnTo>
                  <a:lnTo>
                    <a:pt x="5254955" y="1176911"/>
                  </a:lnTo>
                  <a:lnTo>
                    <a:pt x="6726343" y="1176911"/>
                  </a:lnTo>
                  <a:lnTo>
                    <a:pt x="6727450" y="1176989"/>
                  </a:lnTo>
                  <a:lnTo>
                    <a:pt x="6734733" y="1177540"/>
                  </a:lnTo>
                  <a:lnTo>
                    <a:pt x="6753108" y="1179064"/>
                  </a:lnTo>
                  <a:lnTo>
                    <a:pt x="6786000" y="1182066"/>
                  </a:lnTo>
                  <a:lnTo>
                    <a:pt x="6835104" y="1187013"/>
                  </a:lnTo>
                  <a:lnTo>
                    <a:pt x="6900255" y="1194291"/>
                  </a:lnTo>
                  <a:lnTo>
                    <a:pt x="6979568" y="1204169"/>
                  </a:lnTo>
                  <a:lnTo>
                    <a:pt x="7069854" y="1216786"/>
                  </a:lnTo>
                  <a:lnTo>
                    <a:pt x="7167241" y="1232171"/>
                  </a:lnTo>
                  <a:lnTo>
                    <a:pt x="7267801" y="1250284"/>
                  </a:lnTo>
                  <a:lnTo>
                    <a:pt x="7368055" y="1271065"/>
                  </a:lnTo>
                  <a:lnTo>
                    <a:pt x="7465270" y="1294480"/>
                  </a:lnTo>
                  <a:lnTo>
                    <a:pt x="7557547" y="1320556"/>
                  </a:lnTo>
                  <a:lnTo>
                    <a:pt x="7643774" y="1349401"/>
                  </a:lnTo>
                  <a:lnTo>
                    <a:pt x="7723487" y="1381221"/>
                  </a:lnTo>
                  <a:lnTo>
                    <a:pt x="7796712" y="1416315"/>
                  </a:lnTo>
                  <a:lnTo>
                    <a:pt x="7863814" y="1455074"/>
                  </a:lnTo>
                  <a:lnTo>
                    <a:pt x="7925378" y="1497972"/>
                  </a:lnTo>
                  <a:lnTo>
                    <a:pt x="7982107" y="1545537"/>
                  </a:lnTo>
                  <a:lnTo>
                    <a:pt x="8034759" y="1598325"/>
                  </a:lnTo>
                  <a:lnTo>
                    <a:pt x="8084089" y="1656847"/>
                  </a:lnTo>
                  <a:lnTo>
                    <a:pt x="8130810" y="1721475"/>
                  </a:lnTo>
                  <a:lnTo>
                    <a:pt x="8151487" y="1753108"/>
                  </a:lnTo>
                  <a:lnTo>
                    <a:pt x="8186209" y="1810491"/>
                  </a:lnTo>
                  <a:lnTo>
                    <a:pt x="8220106" y="1871764"/>
                  </a:lnTo>
                  <a:lnTo>
                    <a:pt x="8253387" y="1937006"/>
                  </a:lnTo>
                  <a:lnTo>
                    <a:pt x="8286220" y="2006244"/>
                  </a:lnTo>
                  <a:lnTo>
                    <a:pt x="8318746" y="2079446"/>
                  </a:lnTo>
                  <a:lnTo>
                    <a:pt x="8351074" y="2156514"/>
                  </a:lnTo>
                  <a:lnTo>
                    <a:pt x="8383291" y="2237286"/>
                  </a:lnTo>
                  <a:lnTo>
                    <a:pt x="8415462" y="2321526"/>
                  </a:lnTo>
                  <a:lnTo>
                    <a:pt x="8447632" y="2408929"/>
                  </a:lnTo>
                  <a:lnTo>
                    <a:pt x="8479831" y="2499123"/>
                  </a:lnTo>
                  <a:lnTo>
                    <a:pt x="8512073" y="2591671"/>
                  </a:lnTo>
                  <a:lnTo>
                    <a:pt x="8544360" y="2686083"/>
                  </a:lnTo>
                  <a:lnTo>
                    <a:pt x="8576683" y="2781821"/>
                  </a:lnTo>
                  <a:lnTo>
                    <a:pt x="8609030" y="2878315"/>
                  </a:lnTo>
                  <a:lnTo>
                    <a:pt x="8641383" y="2974977"/>
                  </a:lnTo>
                  <a:lnTo>
                    <a:pt x="8673722" y="3071212"/>
                  </a:lnTo>
                  <a:lnTo>
                    <a:pt x="8706031" y="3166438"/>
                  </a:lnTo>
                  <a:lnTo>
                    <a:pt x="8738298" y="3260097"/>
                  </a:lnTo>
                  <a:lnTo>
                    <a:pt x="8770520" y="3351673"/>
                  </a:lnTo>
                  <a:lnTo>
                    <a:pt x="8802704" y="3440695"/>
                  </a:lnTo>
                  <a:lnTo>
                    <a:pt x="8834871" y="3526756"/>
                  </a:lnTo>
                  <a:lnTo>
                    <a:pt x="8867055" y="3609511"/>
                  </a:lnTo>
                  <a:lnTo>
                    <a:pt x="8899311" y="3688686"/>
                  </a:lnTo>
                  <a:lnTo>
                    <a:pt x="8931714" y="3764079"/>
                  </a:lnTo>
                  <a:lnTo>
                    <a:pt x="8964359" y="3835553"/>
                  </a:lnTo>
                  <a:lnTo>
                    <a:pt x="8997369" y="3903043"/>
                  </a:lnTo>
                  <a:lnTo>
                    <a:pt x="9030897" y="3966541"/>
                  </a:lnTo>
                  <a:lnTo>
                    <a:pt x="9065127" y="4026099"/>
                  </a:lnTo>
                  <a:lnTo>
                    <a:pt x="9084767" y="4057893"/>
                  </a:lnTo>
                  <a:lnTo>
                    <a:pt x="9130509" y="4125361"/>
                  </a:lnTo>
                  <a:lnTo>
                    <a:pt x="9178561" y="4186644"/>
                  </a:lnTo>
                  <a:lnTo>
                    <a:pt x="9229601" y="4241997"/>
                  </a:lnTo>
                  <a:lnTo>
                    <a:pt x="9284370" y="4291884"/>
                  </a:lnTo>
                  <a:lnTo>
                    <a:pt x="9343630" y="4336848"/>
                  </a:lnTo>
                  <a:lnTo>
                    <a:pt x="9408118" y="4377438"/>
                  </a:lnTo>
                  <a:lnTo>
                    <a:pt x="9478481" y="4414154"/>
                  </a:lnTo>
                  <a:lnTo>
                    <a:pt x="9555199" y="4447429"/>
                  </a:lnTo>
                  <a:lnTo>
                    <a:pt x="9638470" y="4477604"/>
                  </a:lnTo>
                  <a:lnTo>
                    <a:pt x="9728076" y="4504928"/>
                  </a:lnTo>
                  <a:lnTo>
                    <a:pt x="9823218" y="4529552"/>
                  </a:lnTo>
                  <a:lnTo>
                    <a:pt x="9922371" y="4551539"/>
                  </a:lnTo>
                  <a:lnTo>
                    <a:pt x="10023182" y="4570879"/>
                  </a:lnTo>
                  <a:lnTo>
                    <a:pt x="10122490" y="4587519"/>
                  </a:lnTo>
                  <a:lnTo>
                    <a:pt x="10216522" y="4601404"/>
                  </a:lnTo>
                  <a:lnTo>
                    <a:pt x="10301306" y="4612525"/>
                  </a:lnTo>
                  <a:lnTo>
                    <a:pt x="10373261" y="4620967"/>
                  </a:lnTo>
                  <a:lnTo>
                    <a:pt x="10429837" y="4626939"/>
                  </a:lnTo>
                  <a:lnTo>
                    <a:pt x="10470045" y="4630777"/>
                  </a:lnTo>
                  <a:lnTo>
                    <a:pt x="10494735" y="4632915"/>
                  </a:lnTo>
                  <a:lnTo>
                    <a:pt x="10506567" y="4633848"/>
                  </a:lnTo>
                  <a:lnTo>
                    <a:pt x="10509801" y="4634082"/>
                  </a:lnTo>
                  <a:lnTo>
                    <a:pt x="10509911" y="4634090"/>
                  </a:lnTo>
                  <a:lnTo>
                    <a:pt x="11981298" y="463409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0" name="pl100"/>
            <p:cNvSpPr/>
            <p:nvPr/>
          </p:nvSpPr>
          <p:spPr>
            <a:xfrm>
              <a:off x="4799595" y="3704782"/>
              <a:ext cx="11981298" cy="4634090"/>
            </a:xfrm>
            <a:custGeom>
              <a:avLst/>
              <a:pathLst>
                <a:path w="11981298" h="4634090">
                  <a:moveTo>
                    <a:pt x="11981298" y="4634090"/>
                  </a:moveTo>
                  <a:lnTo>
                    <a:pt x="10509911" y="4634090"/>
                  </a:lnTo>
                  <a:lnTo>
                    <a:pt x="10508803" y="4634012"/>
                  </a:lnTo>
                  <a:lnTo>
                    <a:pt x="10501520" y="4633461"/>
                  </a:lnTo>
                  <a:lnTo>
                    <a:pt x="10483145" y="4631937"/>
                  </a:lnTo>
                  <a:lnTo>
                    <a:pt x="10450253" y="4628935"/>
                  </a:lnTo>
                  <a:lnTo>
                    <a:pt x="10401150" y="4623988"/>
                  </a:lnTo>
                  <a:lnTo>
                    <a:pt x="10335998" y="4616709"/>
                  </a:lnTo>
                  <a:lnTo>
                    <a:pt x="10256685" y="4606831"/>
                  </a:lnTo>
                  <a:lnTo>
                    <a:pt x="10166399" y="4594215"/>
                  </a:lnTo>
                  <a:lnTo>
                    <a:pt x="10069013" y="4578830"/>
                  </a:lnTo>
                  <a:lnTo>
                    <a:pt x="9968453" y="4560717"/>
                  </a:lnTo>
                  <a:lnTo>
                    <a:pt x="9868198" y="4539936"/>
                  </a:lnTo>
                  <a:lnTo>
                    <a:pt x="9770983" y="4516521"/>
                  </a:lnTo>
                  <a:lnTo>
                    <a:pt x="9678706" y="4490445"/>
                  </a:lnTo>
                  <a:lnTo>
                    <a:pt x="9592479" y="4461599"/>
                  </a:lnTo>
                  <a:lnTo>
                    <a:pt x="9512766" y="4429780"/>
                  </a:lnTo>
                  <a:lnTo>
                    <a:pt x="9439542" y="4394686"/>
                  </a:lnTo>
                  <a:lnTo>
                    <a:pt x="9372439" y="4355926"/>
                  </a:lnTo>
                  <a:lnTo>
                    <a:pt x="9310875" y="4313029"/>
                  </a:lnTo>
                  <a:lnTo>
                    <a:pt x="9254146" y="4265464"/>
                  </a:lnTo>
                  <a:lnTo>
                    <a:pt x="9201494" y="4212676"/>
                  </a:lnTo>
                  <a:lnTo>
                    <a:pt x="9152164" y="4154153"/>
                  </a:lnTo>
                  <a:lnTo>
                    <a:pt x="9105443" y="4089526"/>
                  </a:lnTo>
                  <a:lnTo>
                    <a:pt x="9084767" y="4057893"/>
                  </a:lnTo>
                  <a:lnTo>
                    <a:pt x="9050045" y="4000510"/>
                  </a:lnTo>
                  <a:lnTo>
                    <a:pt x="9016147" y="3939237"/>
                  </a:lnTo>
                  <a:lnTo>
                    <a:pt x="8982866" y="3873995"/>
                  </a:lnTo>
                  <a:lnTo>
                    <a:pt x="8950033" y="3804757"/>
                  </a:lnTo>
                  <a:lnTo>
                    <a:pt x="8917508" y="3731555"/>
                  </a:lnTo>
                  <a:lnTo>
                    <a:pt x="8885180" y="3654486"/>
                  </a:lnTo>
                  <a:lnTo>
                    <a:pt x="8852963" y="3573715"/>
                  </a:lnTo>
                  <a:lnTo>
                    <a:pt x="8820792" y="3489475"/>
                  </a:lnTo>
                  <a:lnTo>
                    <a:pt x="8788621" y="3402072"/>
                  </a:lnTo>
                  <a:lnTo>
                    <a:pt x="8756422" y="3311878"/>
                  </a:lnTo>
                  <a:lnTo>
                    <a:pt x="8724180" y="3219329"/>
                  </a:lnTo>
                  <a:lnTo>
                    <a:pt x="8691894" y="3124918"/>
                  </a:lnTo>
                  <a:lnTo>
                    <a:pt x="8659570" y="3029180"/>
                  </a:lnTo>
                  <a:lnTo>
                    <a:pt x="8627223" y="2932685"/>
                  </a:lnTo>
                  <a:lnTo>
                    <a:pt x="8594870" y="2836024"/>
                  </a:lnTo>
                  <a:lnTo>
                    <a:pt x="8562531" y="2739789"/>
                  </a:lnTo>
                  <a:lnTo>
                    <a:pt x="8530223" y="2644563"/>
                  </a:lnTo>
                  <a:lnTo>
                    <a:pt x="8497955" y="2550903"/>
                  </a:lnTo>
                  <a:lnTo>
                    <a:pt x="8465733" y="2459328"/>
                  </a:lnTo>
                  <a:lnTo>
                    <a:pt x="8433549" y="2370306"/>
                  </a:lnTo>
                  <a:lnTo>
                    <a:pt x="8401383" y="2284245"/>
                  </a:lnTo>
                  <a:lnTo>
                    <a:pt x="8369198" y="2201490"/>
                  </a:lnTo>
                  <a:lnTo>
                    <a:pt x="8336942" y="2122314"/>
                  </a:lnTo>
                  <a:lnTo>
                    <a:pt x="8304540" y="2046922"/>
                  </a:lnTo>
                  <a:lnTo>
                    <a:pt x="8271895" y="1975447"/>
                  </a:lnTo>
                  <a:lnTo>
                    <a:pt x="8238884" y="1907958"/>
                  </a:lnTo>
                  <a:lnTo>
                    <a:pt x="8205357" y="1844460"/>
                  </a:lnTo>
                  <a:lnTo>
                    <a:pt x="8171126" y="1784902"/>
                  </a:lnTo>
                  <a:lnTo>
                    <a:pt x="8151487" y="1753108"/>
                  </a:lnTo>
                  <a:lnTo>
                    <a:pt x="8105744" y="1685639"/>
                  </a:lnTo>
                  <a:lnTo>
                    <a:pt x="8057692" y="1624356"/>
                  </a:lnTo>
                  <a:lnTo>
                    <a:pt x="8006652" y="1569003"/>
                  </a:lnTo>
                  <a:lnTo>
                    <a:pt x="7951883" y="1519117"/>
                  </a:lnTo>
                  <a:lnTo>
                    <a:pt x="7892623" y="1474153"/>
                  </a:lnTo>
                  <a:lnTo>
                    <a:pt x="7828135" y="1433563"/>
                  </a:lnTo>
                  <a:lnTo>
                    <a:pt x="7757772" y="1396846"/>
                  </a:lnTo>
                  <a:lnTo>
                    <a:pt x="7681054" y="1363572"/>
                  </a:lnTo>
                  <a:lnTo>
                    <a:pt x="7597783" y="1333397"/>
                  </a:lnTo>
                  <a:lnTo>
                    <a:pt x="7508178" y="1306073"/>
                  </a:lnTo>
                  <a:lnTo>
                    <a:pt x="7413036" y="1281449"/>
                  </a:lnTo>
                  <a:lnTo>
                    <a:pt x="7313883" y="1259462"/>
                  </a:lnTo>
                  <a:lnTo>
                    <a:pt x="7213071" y="1240122"/>
                  </a:lnTo>
                  <a:lnTo>
                    <a:pt x="7113763" y="1223481"/>
                  </a:lnTo>
                  <a:lnTo>
                    <a:pt x="7019731" y="1209597"/>
                  </a:lnTo>
                  <a:lnTo>
                    <a:pt x="6934947" y="1198476"/>
                  </a:lnTo>
                  <a:lnTo>
                    <a:pt x="6862992" y="1190034"/>
                  </a:lnTo>
                  <a:lnTo>
                    <a:pt x="6806417" y="1184061"/>
                  </a:lnTo>
                  <a:lnTo>
                    <a:pt x="6766208" y="1180224"/>
                  </a:lnTo>
                  <a:lnTo>
                    <a:pt x="6741518" y="1178086"/>
                  </a:lnTo>
                  <a:lnTo>
                    <a:pt x="6729687" y="1177153"/>
                  </a:lnTo>
                  <a:lnTo>
                    <a:pt x="6726452" y="1176919"/>
                  </a:lnTo>
                  <a:lnTo>
                    <a:pt x="6726343" y="1176911"/>
                  </a:lnTo>
                  <a:lnTo>
                    <a:pt x="5254955" y="1176911"/>
                  </a:lnTo>
                  <a:lnTo>
                    <a:pt x="5253734" y="1176882"/>
                  </a:lnTo>
                  <a:lnTo>
                    <a:pt x="5245721" y="1176675"/>
                  </a:lnTo>
                  <a:lnTo>
                    <a:pt x="5225565" y="1176101"/>
                  </a:lnTo>
                  <a:lnTo>
                    <a:pt x="5189637" y="1174971"/>
                  </a:lnTo>
                  <a:lnTo>
                    <a:pt x="5136304" y="1173113"/>
                  </a:lnTo>
                  <a:lnTo>
                    <a:pt x="5066053" y="1170388"/>
                  </a:lnTo>
                  <a:lnTo>
                    <a:pt x="4981274" y="1166703"/>
                  </a:lnTo>
                  <a:lnTo>
                    <a:pt x="4885708" y="1162017"/>
                  </a:lnTo>
                  <a:lnTo>
                    <a:pt x="4783707" y="1156326"/>
                  </a:lnTo>
                  <a:lnTo>
                    <a:pt x="4679509" y="1149649"/>
                  </a:lnTo>
                  <a:lnTo>
                    <a:pt x="4576715" y="1142007"/>
                  </a:lnTo>
                  <a:lnTo>
                    <a:pt x="4478021" y="1133407"/>
                  </a:lnTo>
                  <a:lnTo>
                    <a:pt x="4385172" y="1123827"/>
                  </a:lnTo>
                  <a:lnTo>
                    <a:pt x="4299079" y="1113210"/>
                  </a:lnTo>
                  <a:lnTo>
                    <a:pt x="4219985" y="1101464"/>
                  </a:lnTo>
                  <a:lnTo>
                    <a:pt x="4147661" y="1088459"/>
                  </a:lnTo>
                  <a:lnTo>
                    <a:pt x="4081564" y="1074031"/>
                  </a:lnTo>
                  <a:lnTo>
                    <a:pt x="4020964" y="1057989"/>
                  </a:lnTo>
                  <a:lnTo>
                    <a:pt x="3965042" y="1040126"/>
                  </a:lnTo>
                  <a:lnTo>
                    <a:pt x="3912956" y="1020241"/>
                  </a:lnTo>
                  <a:lnTo>
                    <a:pt x="3863899" y="998171"/>
                  </a:lnTo>
                  <a:lnTo>
                    <a:pt x="3829811" y="980759"/>
                  </a:lnTo>
                  <a:lnTo>
                    <a:pt x="3780490" y="952460"/>
                  </a:lnTo>
                  <a:lnTo>
                    <a:pt x="3732667" y="921434"/>
                  </a:lnTo>
                  <a:lnTo>
                    <a:pt x="3685807" y="887639"/>
                  </a:lnTo>
                  <a:lnTo>
                    <a:pt x="3639510" y="851110"/>
                  </a:lnTo>
                  <a:lnTo>
                    <a:pt x="3593490" y="811976"/>
                  </a:lnTo>
                  <a:lnTo>
                    <a:pt x="3547551" y="770466"/>
                  </a:lnTo>
                  <a:lnTo>
                    <a:pt x="3501579" y="726905"/>
                  </a:lnTo>
                  <a:lnTo>
                    <a:pt x="3455521" y="681712"/>
                  </a:lnTo>
                  <a:lnTo>
                    <a:pt x="3409379" y="635382"/>
                  </a:lnTo>
                  <a:lnTo>
                    <a:pt x="3363184" y="588469"/>
                  </a:lnTo>
                  <a:lnTo>
                    <a:pt x="3316990" y="541556"/>
                  </a:lnTo>
                  <a:lnTo>
                    <a:pt x="3270847" y="495226"/>
                  </a:lnTo>
                  <a:lnTo>
                    <a:pt x="3224790" y="450031"/>
                  </a:lnTo>
                  <a:lnTo>
                    <a:pt x="3178818" y="406469"/>
                  </a:lnTo>
                  <a:lnTo>
                    <a:pt x="3132879" y="364958"/>
                  </a:lnTo>
                  <a:lnTo>
                    <a:pt x="3086859" y="325823"/>
                  </a:lnTo>
                  <a:lnTo>
                    <a:pt x="3040562" y="289292"/>
                  </a:lnTo>
                  <a:lnTo>
                    <a:pt x="2993702" y="255495"/>
                  </a:lnTo>
                  <a:lnTo>
                    <a:pt x="2945880" y="224468"/>
                  </a:lnTo>
                  <a:lnTo>
                    <a:pt x="2896560" y="196167"/>
                  </a:lnTo>
                  <a:lnTo>
                    <a:pt x="2896531" y="196151"/>
                  </a:lnTo>
                  <a:lnTo>
                    <a:pt x="2849210" y="172446"/>
                  </a:lnTo>
                  <a:lnTo>
                    <a:pt x="2799397" y="150989"/>
                  </a:lnTo>
                  <a:lnTo>
                    <a:pt x="2746339" y="131678"/>
                  </a:lnTo>
                  <a:lnTo>
                    <a:pt x="2689215" y="114337"/>
                  </a:lnTo>
                  <a:lnTo>
                    <a:pt x="2627182" y="98759"/>
                  </a:lnTo>
                  <a:lnTo>
                    <a:pt x="2559439" y="84741"/>
                  </a:lnTo>
                  <a:lnTo>
                    <a:pt x="2485297" y="72097"/>
                  </a:lnTo>
                  <a:lnTo>
                    <a:pt x="2404284" y="60673"/>
                  </a:lnTo>
                  <a:lnTo>
                    <a:pt x="2316283" y="50349"/>
                  </a:lnTo>
                  <a:lnTo>
                    <a:pt x="2221704" y="41042"/>
                  </a:lnTo>
                  <a:lnTo>
                    <a:pt x="2121669" y="32707"/>
                  </a:lnTo>
                  <a:lnTo>
                    <a:pt x="2018179" y="25329"/>
                  </a:lnTo>
                  <a:lnTo>
                    <a:pt x="1914192" y="18921"/>
                  </a:lnTo>
                  <a:lnTo>
                    <a:pt x="1813522" y="13505"/>
                  </a:lnTo>
                  <a:lnTo>
                    <a:pt x="1720501" y="9095"/>
                  </a:lnTo>
                  <a:lnTo>
                    <a:pt x="1639389" y="5681"/>
                  </a:lnTo>
                  <a:lnTo>
                    <a:pt x="1573625" y="3205"/>
                  </a:lnTo>
                  <a:lnTo>
                    <a:pt x="1525120" y="1563"/>
                  </a:lnTo>
                  <a:lnTo>
                    <a:pt x="1493781" y="605"/>
                  </a:lnTo>
                  <a:lnTo>
                    <a:pt x="1477404" y="151"/>
                  </a:lnTo>
                  <a:lnTo>
                    <a:pt x="1471860" y="11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1" name="pg101"/>
            <p:cNvSpPr/>
            <p:nvPr/>
          </p:nvSpPr>
          <p:spPr>
            <a:xfrm>
              <a:off x="4799595" y="3721128"/>
              <a:ext cx="11981298" cy="5108123"/>
            </a:xfrm>
            <a:custGeom>
              <a:avLst/>
              <a:pathLst>
                <a:path w="11981298" h="5108123">
                  <a:moveTo>
                    <a:pt x="0" y="16345"/>
                  </a:moveTo>
                  <a:lnTo>
                    <a:pt x="1471387" y="16345"/>
                  </a:lnTo>
                  <a:lnTo>
                    <a:pt x="1472608" y="16375"/>
                  </a:lnTo>
                  <a:lnTo>
                    <a:pt x="1480619" y="16584"/>
                  </a:lnTo>
                  <a:lnTo>
                    <a:pt x="1500772" y="17162"/>
                  </a:lnTo>
                  <a:lnTo>
                    <a:pt x="1536694" y="18298"/>
                  </a:lnTo>
                  <a:lnTo>
                    <a:pt x="1590018" y="20169"/>
                  </a:lnTo>
                  <a:lnTo>
                    <a:pt x="1660259" y="22913"/>
                  </a:lnTo>
                  <a:lnTo>
                    <a:pt x="1745027" y="26623"/>
                  </a:lnTo>
                  <a:lnTo>
                    <a:pt x="1840582" y="31341"/>
                  </a:lnTo>
                  <a:lnTo>
                    <a:pt x="1942574" y="37070"/>
                  </a:lnTo>
                  <a:lnTo>
                    <a:pt x="2046766" y="43793"/>
                  </a:lnTo>
                  <a:lnTo>
                    <a:pt x="2149555" y="51486"/>
                  </a:lnTo>
                  <a:lnTo>
                    <a:pt x="2248247" y="60145"/>
                  </a:lnTo>
                  <a:lnTo>
                    <a:pt x="2341094" y="69790"/>
                  </a:lnTo>
                  <a:lnTo>
                    <a:pt x="2427189" y="80479"/>
                  </a:lnTo>
                  <a:lnTo>
                    <a:pt x="2506284" y="92304"/>
                  </a:lnTo>
                  <a:lnTo>
                    <a:pt x="2578609" y="105398"/>
                  </a:lnTo>
                  <a:lnTo>
                    <a:pt x="2644709" y="119923"/>
                  </a:lnTo>
                  <a:lnTo>
                    <a:pt x="2705311" y="136074"/>
                  </a:lnTo>
                  <a:lnTo>
                    <a:pt x="2761234" y="154057"/>
                  </a:lnTo>
                  <a:lnTo>
                    <a:pt x="2813321" y="174076"/>
                  </a:lnTo>
                  <a:lnTo>
                    <a:pt x="2862378" y="196296"/>
                  </a:lnTo>
                  <a:lnTo>
                    <a:pt x="2896531" y="213860"/>
                  </a:lnTo>
                  <a:lnTo>
                    <a:pt x="2945782" y="242313"/>
                  </a:lnTo>
                  <a:lnTo>
                    <a:pt x="2993539" y="273503"/>
                  </a:lnTo>
                  <a:lnTo>
                    <a:pt x="3040335" y="307474"/>
                  </a:lnTo>
                  <a:lnTo>
                    <a:pt x="3086567" y="344190"/>
                  </a:lnTo>
                  <a:lnTo>
                    <a:pt x="3132522" y="383522"/>
                  </a:lnTo>
                  <a:lnTo>
                    <a:pt x="3178395" y="425243"/>
                  </a:lnTo>
                  <a:lnTo>
                    <a:pt x="3224300" y="469026"/>
                  </a:lnTo>
                  <a:lnTo>
                    <a:pt x="3270290" y="514453"/>
                  </a:lnTo>
                  <a:lnTo>
                    <a:pt x="3316366" y="561027"/>
                  </a:lnTo>
                  <a:lnTo>
                    <a:pt x="3362493" y="608194"/>
                  </a:lnTo>
                  <a:lnTo>
                    <a:pt x="3408622" y="655369"/>
                  </a:lnTo>
                  <a:lnTo>
                    <a:pt x="3454699" y="701968"/>
                  </a:lnTo>
                  <a:lnTo>
                    <a:pt x="3500692" y="747436"/>
                  </a:lnTo>
                  <a:lnTo>
                    <a:pt x="3546600" y="791274"/>
                  </a:lnTo>
                  <a:lnTo>
                    <a:pt x="3592472" y="833060"/>
                  </a:lnTo>
                  <a:lnTo>
                    <a:pt x="3638423" y="872466"/>
                  </a:lnTo>
                  <a:lnTo>
                    <a:pt x="3684643" y="909262"/>
                  </a:lnTo>
                  <a:lnTo>
                    <a:pt x="3731417" y="943315"/>
                  </a:lnTo>
                  <a:lnTo>
                    <a:pt x="3779139" y="974586"/>
                  </a:lnTo>
                  <a:lnTo>
                    <a:pt x="3828337" y="1003118"/>
                  </a:lnTo>
                  <a:lnTo>
                    <a:pt x="3829811" y="1003916"/>
                  </a:lnTo>
                  <a:lnTo>
                    <a:pt x="3877129" y="1027785"/>
                  </a:lnTo>
                  <a:lnTo>
                    <a:pt x="3926939" y="1049390"/>
                  </a:lnTo>
                  <a:lnTo>
                    <a:pt x="3979992" y="1068833"/>
                  </a:lnTo>
                  <a:lnTo>
                    <a:pt x="4037112" y="1086294"/>
                  </a:lnTo>
                  <a:lnTo>
                    <a:pt x="4099139" y="1101980"/>
                  </a:lnTo>
                  <a:lnTo>
                    <a:pt x="4166876" y="1116095"/>
                  </a:lnTo>
                  <a:lnTo>
                    <a:pt x="4241010" y="1128827"/>
                  </a:lnTo>
                  <a:lnTo>
                    <a:pt x="4322014" y="1140330"/>
                  </a:lnTo>
                  <a:lnTo>
                    <a:pt x="4410005" y="1150725"/>
                  </a:lnTo>
                  <a:lnTo>
                    <a:pt x="4504575" y="1160097"/>
                  </a:lnTo>
                  <a:lnTo>
                    <a:pt x="4604600" y="1168490"/>
                  </a:lnTo>
                  <a:lnTo>
                    <a:pt x="4708082" y="1175920"/>
                  </a:lnTo>
                  <a:lnTo>
                    <a:pt x="4812063" y="1182373"/>
                  </a:lnTo>
                  <a:lnTo>
                    <a:pt x="4912731" y="1187827"/>
                  </a:lnTo>
                  <a:lnTo>
                    <a:pt x="5005756" y="1192267"/>
                  </a:lnTo>
                  <a:lnTo>
                    <a:pt x="5086877" y="1195707"/>
                  </a:lnTo>
                  <a:lnTo>
                    <a:pt x="5152654" y="1198200"/>
                  </a:lnTo>
                  <a:lnTo>
                    <a:pt x="5201176" y="1199854"/>
                  </a:lnTo>
                  <a:lnTo>
                    <a:pt x="5232532" y="1200820"/>
                  </a:lnTo>
                  <a:lnTo>
                    <a:pt x="5248925" y="1201278"/>
                  </a:lnTo>
                  <a:lnTo>
                    <a:pt x="5254480" y="1201419"/>
                  </a:lnTo>
                  <a:lnTo>
                    <a:pt x="5254955" y="1201430"/>
                  </a:lnTo>
                  <a:lnTo>
                    <a:pt x="6726343" y="1201430"/>
                  </a:lnTo>
                  <a:lnTo>
                    <a:pt x="6727419" y="1201515"/>
                  </a:lnTo>
                  <a:lnTo>
                    <a:pt x="6734505" y="1202121"/>
                  </a:lnTo>
                  <a:lnTo>
                    <a:pt x="6752396" y="1203794"/>
                  </a:lnTo>
                  <a:lnTo>
                    <a:pt x="6784459" y="1207089"/>
                  </a:lnTo>
                  <a:lnTo>
                    <a:pt x="6832400" y="1212523"/>
                  </a:lnTo>
                  <a:lnTo>
                    <a:pt x="6896137" y="1220525"/>
                  </a:lnTo>
                  <a:lnTo>
                    <a:pt x="6973914" y="1231395"/>
                  </a:lnTo>
                  <a:lnTo>
                    <a:pt x="7062694" y="1245296"/>
                  </a:lnTo>
                  <a:lnTo>
                    <a:pt x="7158738" y="1262267"/>
                  </a:lnTo>
                  <a:lnTo>
                    <a:pt x="7258213" y="1282268"/>
                  </a:lnTo>
                  <a:lnTo>
                    <a:pt x="7357683" y="1305233"/>
                  </a:lnTo>
                  <a:lnTo>
                    <a:pt x="7454411" y="1331120"/>
                  </a:lnTo>
                  <a:lnTo>
                    <a:pt x="7546465" y="1359948"/>
                  </a:lnTo>
                  <a:lnTo>
                    <a:pt x="7632680" y="1391826"/>
                  </a:lnTo>
                  <a:lnTo>
                    <a:pt x="7712532" y="1426965"/>
                  </a:lnTo>
                  <a:lnTo>
                    <a:pt x="7785990" y="1465681"/>
                  </a:lnTo>
                  <a:lnTo>
                    <a:pt x="7853372" y="1508388"/>
                  </a:lnTo>
                  <a:lnTo>
                    <a:pt x="7915216" y="1555592"/>
                  </a:lnTo>
                  <a:lnTo>
                    <a:pt x="7972194" y="1607868"/>
                  </a:lnTo>
                  <a:lnTo>
                    <a:pt x="8025035" y="1665824"/>
                  </a:lnTo>
                  <a:lnTo>
                    <a:pt x="8074480" y="1730038"/>
                  </a:lnTo>
                  <a:lnTo>
                    <a:pt x="8121230" y="1800959"/>
                  </a:lnTo>
                  <a:lnTo>
                    <a:pt x="8151487" y="1852546"/>
                  </a:lnTo>
                  <a:lnTo>
                    <a:pt x="8184427" y="1913913"/>
                  </a:lnTo>
                  <a:lnTo>
                    <a:pt x="8216615" y="1979226"/>
                  </a:lnTo>
                  <a:lnTo>
                    <a:pt x="8248232" y="2048565"/>
                  </a:lnTo>
                  <a:lnTo>
                    <a:pt x="8279425" y="2121962"/>
                  </a:lnTo>
                  <a:lnTo>
                    <a:pt x="8310318" y="2199398"/>
                  </a:lnTo>
                  <a:lnTo>
                    <a:pt x="8341010" y="2280793"/>
                  </a:lnTo>
                  <a:lnTo>
                    <a:pt x="8371580" y="2366009"/>
                  </a:lnTo>
                  <a:lnTo>
                    <a:pt x="8402090" y="2454844"/>
                  </a:lnTo>
                  <a:lnTo>
                    <a:pt x="8432585" y="2547029"/>
                  </a:lnTo>
                  <a:lnTo>
                    <a:pt x="8463095" y="2642234"/>
                  </a:lnTo>
                  <a:lnTo>
                    <a:pt x="8493638" y="2740069"/>
                  </a:lnTo>
                  <a:lnTo>
                    <a:pt x="8524222" y="2840089"/>
                  </a:lnTo>
                  <a:lnTo>
                    <a:pt x="8554844" y="2941801"/>
                  </a:lnTo>
                  <a:lnTo>
                    <a:pt x="8585497" y="3044675"/>
                  </a:lnTo>
                  <a:lnTo>
                    <a:pt x="8616166" y="3148155"/>
                  </a:lnTo>
                  <a:lnTo>
                    <a:pt x="8646836" y="3251672"/>
                  </a:lnTo>
                  <a:lnTo>
                    <a:pt x="8677492" y="3354655"/>
                  </a:lnTo>
                  <a:lnTo>
                    <a:pt x="8708119" y="3456546"/>
                  </a:lnTo>
                  <a:lnTo>
                    <a:pt x="8738708" y="3556810"/>
                  </a:lnTo>
                  <a:lnTo>
                    <a:pt x="8769256" y="3654950"/>
                  </a:lnTo>
                  <a:lnTo>
                    <a:pt x="8799769" y="3750515"/>
                  </a:lnTo>
                  <a:lnTo>
                    <a:pt x="8830265" y="3843106"/>
                  </a:lnTo>
                  <a:lnTo>
                    <a:pt x="8860770" y="3932385"/>
                  </a:lnTo>
                  <a:lnTo>
                    <a:pt x="8891330" y="4018076"/>
                  </a:lnTo>
                  <a:lnTo>
                    <a:pt x="8922002" y="4099969"/>
                  </a:lnTo>
                  <a:lnTo>
                    <a:pt x="8952864" y="4177916"/>
                  </a:lnTo>
                  <a:lnTo>
                    <a:pt x="8984013" y="4251832"/>
                  </a:lnTo>
                  <a:lnTo>
                    <a:pt x="9015568" y="4321689"/>
                  </a:lnTo>
                  <a:lnTo>
                    <a:pt x="9047674" y="4387513"/>
                  </a:lnTo>
                  <a:lnTo>
                    <a:pt x="9080507" y="4449379"/>
                  </a:lnTo>
                  <a:lnTo>
                    <a:pt x="9084767" y="4457008"/>
                  </a:lnTo>
                  <a:lnTo>
                    <a:pt x="9130065" y="4532557"/>
                  </a:lnTo>
                  <a:lnTo>
                    <a:pt x="9177623" y="4601248"/>
                  </a:lnTo>
                  <a:lnTo>
                    <a:pt x="9228099" y="4663356"/>
                  </a:lnTo>
                  <a:lnTo>
                    <a:pt x="9282212" y="4719387"/>
                  </a:lnTo>
                  <a:lnTo>
                    <a:pt x="9340704" y="4769937"/>
                  </a:lnTo>
                  <a:lnTo>
                    <a:pt x="9404291" y="4815609"/>
                  </a:lnTo>
                  <a:lnTo>
                    <a:pt x="9473610" y="4856959"/>
                  </a:lnTo>
                  <a:lnTo>
                    <a:pt x="9549140" y="4894463"/>
                  </a:lnTo>
                  <a:lnTo>
                    <a:pt x="9631098" y="4928505"/>
                  </a:lnTo>
                  <a:lnTo>
                    <a:pt x="9719309" y="4959368"/>
                  </a:lnTo>
                  <a:lnTo>
                    <a:pt x="9813057" y="4987226"/>
                  </a:lnTo>
                  <a:lnTo>
                    <a:pt x="9910934" y="5012158"/>
                  </a:lnTo>
                  <a:lnTo>
                    <a:pt x="10010745" y="5034159"/>
                  </a:lnTo>
                  <a:lnTo>
                    <a:pt x="10109503" y="5053176"/>
                  </a:lnTo>
                  <a:lnTo>
                    <a:pt x="10203599" y="5069144"/>
                  </a:lnTo>
                  <a:lnTo>
                    <a:pt x="10289169" y="5082044"/>
                  </a:lnTo>
                  <a:lnTo>
                    <a:pt x="10362634" y="5091951"/>
                  </a:lnTo>
                  <a:lnTo>
                    <a:pt x="10421319" y="5099073"/>
                  </a:lnTo>
                  <a:lnTo>
                    <a:pt x="10463986" y="5103755"/>
                  </a:lnTo>
                  <a:lnTo>
                    <a:pt x="10491139" y="5106459"/>
                  </a:lnTo>
                  <a:lnTo>
                    <a:pt x="10505050" y="5107722"/>
                  </a:lnTo>
                  <a:lnTo>
                    <a:pt x="10509577" y="5108098"/>
                  </a:lnTo>
                  <a:lnTo>
                    <a:pt x="10509911" y="5108123"/>
                  </a:lnTo>
                  <a:lnTo>
                    <a:pt x="11981298" y="5108123"/>
                  </a:lnTo>
                  <a:lnTo>
                    <a:pt x="11981298" y="5091777"/>
                  </a:lnTo>
                  <a:lnTo>
                    <a:pt x="10509911" y="5091777"/>
                  </a:lnTo>
                  <a:lnTo>
                    <a:pt x="10508834" y="5091693"/>
                  </a:lnTo>
                  <a:lnTo>
                    <a:pt x="10501748" y="5091087"/>
                  </a:lnTo>
                  <a:lnTo>
                    <a:pt x="10483857" y="5089414"/>
                  </a:lnTo>
                  <a:lnTo>
                    <a:pt x="10451794" y="5086119"/>
                  </a:lnTo>
                  <a:lnTo>
                    <a:pt x="10403853" y="5080685"/>
                  </a:lnTo>
                  <a:lnTo>
                    <a:pt x="10340116" y="5072683"/>
                  </a:lnTo>
                  <a:lnTo>
                    <a:pt x="10262339" y="5061812"/>
                  </a:lnTo>
                  <a:lnTo>
                    <a:pt x="10173559" y="5047911"/>
                  </a:lnTo>
                  <a:lnTo>
                    <a:pt x="10077515" y="5030940"/>
                  </a:lnTo>
                  <a:lnTo>
                    <a:pt x="9978040" y="5010939"/>
                  </a:lnTo>
                  <a:lnTo>
                    <a:pt x="9878571" y="4987974"/>
                  </a:lnTo>
                  <a:lnTo>
                    <a:pt x="9781842" y="4962088"/>
                  </a:lnTo>
                  <a:lnTo>
                    <a:pt x="9689788" y="4933260"/>
                  </a:lnTo>
                  <a:lnTo>
                    <a:pt x="9603574" y="4901382"/>
                  </a:lnTo>
                  <a:lnTo>
                    <a:pt x="9523722" y="4866242"/>
                  </a:lnTo>
                  <a:lnTo>
                    <a:pt x="9450263" y="4827527"/>
                  </a:lnTo>
                  <a:lnTo>
                    <a:pt x="9382881" y="4784820"/>
                  </a:lnTo>
                  <a:lnTo>
                    <a:pt x="9321037" y="4737616"/>
                  </a:lnTo>
                  <a:lnTo>
                    <a:pt x="9264059" y="4685339"/>
                  </a:lnTo>
                  <a:lnTo>
                    <a:pt x="9211218" y="4627384"/>
                  </a:lnTo>
                  <a:lnTo>
                    <a:pt x="9161774" y="4563170"/>
                  </a:lnTo>
                  <a:lnTo>
                    <a:pt x="9115023" y="4492249"/>
                  </a:lnTo>
                  <a:lnTo>
                    <a:pt x="9084767" y="4440662"/>
                  </a:lnTo>
                  <a:lnTo>
                    <a:pt x="9051827" y="4379294"/>
                  </a:lnTo>
                  <a:lnTo>
                    <a:pt x="9019638" y="4313981"/>
                  </a:lnTo>
                  <a:lnTo>
                    <a:pt x="8988021" y="4244643"/>
                  </a:lnTo>
                  <a:lnTo>
                    <a:pt x="8956828" y="4171245"/>
                  </a:lnTo>
                  <a:lnTo>
                    <a:pt x="8925935" y="4093810"/>
                  </a:lnTo>
                  <a:lnTo>
                    <a:pt x="8895243" y="4012415"/>
                  </a:lnTo>
                  <a:lnTo>
                    <a:pt x="8864673" y="3927198"/>
                  </a:lnTo>
                  <a:lnTo>
                    <a:pt x="8834163" y="3838364"/>
                  </a:lnTo>
                  <a:lnTo>
                    <a:pt x="8803668" y="3746179"/>
                  </a:lnTo>
                  <a:lnTo>
                    <a:pt x="8773158" y="3650973"/>
                  </a:lnTo>
                  <a:lnTo>
                    <a:pt x="8742615" y="3553138"/>
                  </a:lnTo>
                  <a:lnTo>
                    <a:pt x="8712031" y="3453119"/>
                  </a:lnTo>
                  <a:lnTo>
                    <a:pt x="8681409" y="3351407"/>
                  </a:lnTo>
                  <a:lnTo>
                    <a:pt x="8650756" y="3248533"/>
                  </a:lnTo>
                  <a:lnTo>
                    <a:pt x="8620087" y="3145053"/>
                  </a:lnTo>
                  <a:lnTo>
                    <a:pt x="8589417" y="3041535"/>
                  </a:lnTo>
                  <a:lnTo>
                    <a:pt x="8558762" y="2938552"/>
                  </a:lnTo>
                  <a:lnTo>
                    <a:pt x="8528135" y="2836662"/>
                  </a:lnTo>
                  <a:lnTo>
                    <a:pt x="8497546" y="2736398"/>
                  </a:lnTo>
                  <a:lnTo>
                    <a:pt x="8466997" y="2638257"/>
                  </a:lnTo>
                  <a:lnTo>
                    <a:pt x="8436484" y="2542693"/>
                  </a:lnTo>
                  <a:lnTo>
                    <a:pt x="8405989" y="2450102"/>
                  </a:lnTo>
                  <a:lnTo>
                    <a:pt x="8375483" y="2360823"/>
                  </a:lnTo>
                  <a:lnTo>
                    <a:pt x="8344923" y="2275132"/>
                  </a:lnTo>
                  <a:lnTo>
                    <a:pt x="8314251" y="2193239"/>
                  </a:lnTo>
                  <a:lnTo>
                    <a:pt x="8283389" y="2115292"/>
                  </a:lnTo>
                  <a:lnTo>
                    <a:pt x="8252240" y="2041376"/>
                  </a:lnTo>
                  <a:lnTo>
                    <a:pt x="8220686" y="1971519"/>
                  </a:lnTo>
                  <a:lnTo>
                    <a:pt x="8188579" y="1905695"/>
                  </a:lnTo>
                  <a:lnTo>
                    <a:pt x="8155747" y="1843829"/>
                  </a:lnTo>
                  <a:lnTo>
                    <a:pt x="8151487" y="1836200"/>
                  </a:lnTo>
                  <a:lnTo>
                    <a:pt x="8106189" y="1760650"/>
                  </a:lnTo>
                  <a:lnTo>
                    <a:pt x="8058630" y="1691960"/>
                  </a:lnTo>
                  <a:lnTo>
                    <a:pt x="8008154" y="1629852"/>
                  </a:lnTo>
                  <a:lnTo>
                    <a:pt x="7954041" y="1573821"/>
                  </a:lnTo>
                  <a:lnTo>
                    <a:pt x="7895550" y="1523271"/>
                  </a:lnTo>
                  <a:lnTo>
                    <a:pt x="7831963" y="1477598"/>
                  </a:lnTo>
                  <a:lnTo>
                    <a:pt x="7762643" y="1436249"/>
                  </a:lnTo>
                  <a:lnTo>
                    <a:pt x="7687113" y="1398745"/>
                  </a:lnTo>
                  <a:lnTo>
                    <a:pt x="7605155" y="1364702"/>
                  </a:lnTo>
                  <a:lnTo>
                    <a:pt x="7516944" y="1333840"/>
                  </a:lnTo>
                  <a:lnTo>
                    <a:pt x="7423196" y="1305982"/>
                  </a:lnTo>
                  <a:lnTo>
                    <a:pt x="7325319" y="1281050"/>
                  </a:lnTo>
                  <a:lnTo>
                    <a:pt x="7225508" y="1259048"/>
                  </a:lnTo>
                  <a:lnTo>
                    <a:pt x="7126751" y="1240032"/>
                  </a:lnTo>
                  <a:lnTo>
                    <a:pt x="7032654" y="1224064"/>
                  </a:lnTo>
                  <a:lnTo>
                    <a:pt x="6947085" y="1211164"/>
                  </a:lnTo>
                  <a:lnTo>
                    <a:pt x="6873619" y="1201256"/>
                  </a:lnTo>
                  <a:lnTo>
                    <a:pt x="6814934" y="1194135"/>
                  </a:lnTo>
                  <a:lnTo>
                    <a:pt x="6772267" y="1189453"/>
                  </a:lnTo>
                  <a:lnTo>
                    <a:pt x="6745114" y="1186748"/>
                  </a:lnTo>
                  <a:lnTo>
                    <a:pt x="6731203" y="1185486"/>
                  </a:lnTo>
                  <a:lnTo>
                    <a:pt x="6726676" y="1185110"/>
                  </a:lnTo>
                  <a:lnTo>
                    <a:pt x="6726343" y="1185084"/>
                  </a:lnTo>
                  <a:lnTo>
                    <a:pt x="5254955" y="1185084"/>
                  </a:lnTo>
                  <a:lnTo>
                    <a:pt x="5253734" y="1185055"/>
                  </a:lnTo>
                  <a:lnTo>
                    <a:pt x="5245723" y="1184846"/>
                  </a:lnTo>
                  <a:lnTo>
                    <a:pt x="5225570" y="1184268"/>
                  </a:lnTo>
                  <a:lnTo>
                    <a:pt x="5189648" y="1183131"/>
                  </a:lnTo>
                  <a:lnTo>
                    <a:pt x="5136324" y="1181261"/>
                  </a:lnTo>
                  <a:lnTo>
                    <a:pt x="5066083" y="1178517"/>
                  </a:lnTo>
                  <a:lnTo>
                    <a:pt x="4981315" y="1174807"/>
                  </a:lnTo>
                  <a:lnTo>
                    <a:pt x="4885760" y="1170089"/>
                  </a:lnTo>
                  <a:lnTo>
                    <a:pt x="4783768" y="1164359"/>
                  </a:lnTo>
                  <a:lnTo>
                    <a:pt x="4679576" y="1157637"/>
                  </a:lnTo>
                  <a:lnTo>
                    <a:pt x="4576787" y="1149944"/>
                  </a:lnTo>
                  <a:lnTo>
                    <a:pt x="4478095" y="1141285"/>
                  </a:lnTo>
                  <a:lnTo>
                    <a:pt x="4385248" y="1131639"/>
                  </a:lnTo>
                  <a:lnTo>
                    <a:pt x="4299154" y="1120951"/>
                  </a:lnTo>
                  <a:lnTo>
                    <a:pt x="4220059" y="1109125"/>
                  </a:lnTo>
                  <a:lnTo>
                    <a:pt x="4147733" y="1096032"/>
                  </a:lnTo>
                  <a:lnTo>
                    <a:pt x="4081633" y="1081506"/>
                  </a:lnTo>
                  <a:lnTo>
                    <a:pt x="4021031" y="1065356"/>
                  </a:lnTo>
                  <a:lnTo>
                    <a:pt x="3965108" y="1047373"/>
                  </a:lnTo>
                  <a:lnTo>
                    <a:pt x="3913022" y="1027354"/>
                  </a:lnTo>
                  <a:lnTo>
                    <a:pt x="3863964" y="1005134"/>
                  </a:lnTo>
                  <a:lnTo>
                    <a:pt x="3829811" y="987570"/>
                  </a:lnTo>
                  <a:lnTo>
                    <a:pt x="3780560" y="959117"/>
                  </a:lnTo>
                  <a:lnTo>
                    <a:pt x="3732803" y="927927"/>
                  </a:lnTo>
                  <a:lnTo>
                    <a:pt x="3686008" y="893956"/>
                  </a:lnTo>
                  <a:lnTo>
                    <a:pt x="3639776" y="857239"/>
                  </a:lnTo>
                  <a:lnTo>
                    <a:pt x="3593820" y="817907"/>
                  </a:lnTo>
                  <a:lnTo>
                    <a:pt x="3547947" y="776187"/>
                  </a:lnTo>
                  <a:lnTo>
                    <a:pt x="3502042" y="732404"/>
                  </a:lnTo>
                  <a:lnTo>
                    <a:pt x="3456052" y="686977"/>
                  </a:lnTo>
                  <a:lnTo>
                    <a:pt x="3409976" y="640403"/>
                  </a:lnTo>
                  <a:lnTo>
                    <a:pt x="3363849" y="593236"/>
                  </a:lnTo>
                  <a:lnTo>
                    <a:pt x="3317720" y="546061"/>
                  </a:lnTo>
                  <a:lnTo>
                    <a:pt x="3271643" y="499461"/>
                  </a:lnTo>
                  <a:lnTo>
                    <a:pt x="3225650" y="453994"/>
                  </a:lnTo>
                  <a:lnTo>
                    <a:pt x="3179742" y="410156"/>
                  </a:lnTo>
                  <a:lnTo>
                    <a:pt x="3133870" y="368369"/>
                  </a:lnTo>
                  <a:lnTo>
                    <a:pt x="3087919" y="328963"/>
                  </a:lnTo>
                  <a:lnTo>
                    <a:pt x="3041699" y="292168"/>
                  </a:lnTo>
                  <a:lnTo>
                    <a:pt x="2994925" y="258115"/>
                  </a:lnTo>
                  <a:lnTo>
                    <a:pt x="2947203" y="226844"/>
                  </a:lnTo>
                  <a:lnTo>
                    <a:pt x="2898005" y="198311"/>
                  </a:lnTo>
                  <a:lnTo>
                    <a:pt x="2896531" y="197514"/>
                  </a:lnTo>
                  <a:lnTo>
                    <a:pt x="2849213" y="173645"/>
                  </a:lnTo>
                  <a:lnTo>
                    <a:pt x="2799403" y="152040"/>
                  </a:lnTo>
                  <a:lnTo>
                    <a:pt x="2746350" y="132596"/>
                  </a:lnTo>
                  <a:lnTo>
                    <a:pt x="2689230" y="115136"/>
                  </a:lnTo>
                  <a:lnTo>
                    <a:pt x="2627203" y="99450"/>
                  </a:lnTo>
                  <a:lnTo>
                    <a:pt x="2559466" y="85334"/>
                  </a:lnTo>
                  <a:lnTo>
                    <a:pt x="2485332" y="72603"/>
                  </a:lnTo>
                  <a:lnTo>
                    <a:pt x="2404328" y="61100"/>
                  </a:lnTo>
                  <a:lnTo>
                    <a:pt x="2316337" y="50705"/>
                  </a:lnTo>
                  <a:lnTo>
                    <a:pt x="2221767" y="41333"/>
                  </a:lnTo>
                  <a:lnTo>
                    <a:pt x="2121742" y="32939"/>
                  </a:lnTo>
                  <a:lnTo>
                    <a:pt x="2018261" y="25510"/>
                  </a:lnTo>
                  <a:lnTo>
                    <a:pt x="1914279" y="19057"/>
                  </a:lnTo>
                  <a:lnTo>
                    <a:pt x="1813611" y="13603"/>
                  </a:lnTo>
                  <a:lnTo>
                    <a:pt x="1720587" y="9162"/>
                  </a:lnTo>
                  <a:lnTo>
                    <a:pt x="1639465" y="5723"/>
                  </a:lnTo>
                  <a:lnTo>
                    <a:pt x="1573688" y="3229"/>
                  </a:lnTo>
                  <a:lnTo>
                    <a:pt x="1525166" y="1575"/>
                  </a:lnTo>
                  <a:lnTo>
                    <a:pt x="1493810" y="610"/>
                  </a:lnTo>
                  <a:lnTo>
                    <a:pt x="1477417" y="152"/>
                  </a:lnTo>
                  <a:lnTo>
                    <a:pt x="1471862" y="11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02" name="pl102"/>
            <p:cNvSpPr/>
            <p:nvPr/>
          </p:nvSpPr>
          <p:spPr>
            <a:xfrm>
              <a:off x="4799595" y="3737474"/>
              <a:ext cx="11981298" cy="5091777"/>
            </a:xfrm>
            <a:custGeom>
              <a:avLst/>
              <a:pathLst>
                <a:path w="11981298" h="5091777">
                  <a:moveTo>
                    <a:pt x="0" y="0"/>
                  </a:moveTo>
                  <a:lnTo>
                    <a:pt x="1471387" y="0"/>
                  </a:lnTo>
                  <a:lnTo>
                    <a:pt x="1472608" y="29"/>
                  </a:lnTo>
                  <a:lnTo>
                    <a:pt x="1480619" y="238"/>
                  </a:lnTo>
                  <a:lnTo>
                    <a:pt x="1500772" y="816"/>
                  </a:lnTo>
                  <a:lnTo>
                    <a:pt x="1536694" y="1952"/>
                  </a:lnTo>
                  <a:lnTo>
                    <a:pt x="1590018" y="3823"/>
                  </a:lnTo>
                  <a:lnTo>
                    <a:pt x="1660259" y="6567"/>
                  </a:lnTo>
                  <a:lnTo>
                    <a:pt x="1745027" y="10277"/>
                  </a:lnTo>
                  <a:lnTo>
                    <a:pt x="1840582" y="14995"/>
                  </a:lnTo>
                  <a:lnTo>
                    <a:pt x="1942574" y="20724"/>
                  </a:lnTo>
                  <a:lnTo>
                    <a:pt x="2046766" y="27447"/>
                  </a:lnTo>
                  <a:lnTo>
                    <a:pt x="2149555" y="35140"/>
                  </a:lnTo>
                  <a:lnTo>
                    <a:pt x="2248247" y="43799"/>
                  </a:lnTo>
                  <a:lnTo>
                    <a:pt x="2341094" y="53444"/>
                  </a:lnTo>
                  <a:lnTo>
                    <a:pt x="2427189" y="64133"/>
                  </a:lnTo>
                  <a:lnTo>
                    <a:pt x="2506284" y="75958"/>
                  </a:lnTo>
                  <a:lnTo>
                    <a:pt x="2578609" y="89052"/>
                  </a:lnTo>
                  <a:lnTo>
                    <a:pt x="2644709" y="103577"/>
                  </a:lnTo>
                  <a:lnTo>
                    <a:pt x="2705311" y="119728"/>
                  </a:lnTo>
                  <a:lnTo>
                    <a:pt x="2761234" y="137711"/>
                  </a:lnTo>
                  <a:lnTo>
                    <a:pt x="2813321" y="157730"/>
                  </a:lnTo>
                  <a:lnTo>
                    <a:pt x="2862378" y="179950"/>
                  </a:lnTo>
                  <a:lnTo>
                    <a:pt x="2896531" y="197514"/>
                  </a:lnTo>
                  <a:lnTo>
                    <a:pt x="2945782" y="225967"/>
                  </a:lnTo>
                  <a:lnTo>
                    <a:pt x="2993539" y="257157"/>
                  </a:lnTo>
                  <a:lnTo>
                    <a:pt x="3040335" y="291128"/>
                  </a:lnTo>
                  <a:lnTo>
                    <a:pt x="3086567" y="327844"/>
                  </a:lnTo>
                  <a:lnTo>
                    <a:pt x="3132522" y="367177"/>
                  </a:lnTo>
                  <a:lnTo>
                    <a:pt x="3178395" y="408897"/>
                  </a:lnTo>
                  <a:lnTo>
                    <a:pt x="3224300" y="452680"/>
                  </a:lnTo>
                  <a:lnTo>
                    <a:pt x="3270290" y="498107"/>
                  </a:lnTo>
                  <a:lnTo>
                    <a:pt x="3316366" y="544681"/>
                  </a:lnTo>
                  <a:lnTo>
                    <a:pt x="3362493" y="591848"/>
                  </a:lnTo>
                  <a:lnTo>
                    <a:pt x="3408622" y="639023"/>
                  </a:lnTo>
                  <a:lnTo>
                    <a:pt x="3454699" y="685622"/>
                  </a:lnTo>
                  <a:lnTo>
                    <a:pt x="3500692" y="731090"/>
                  </a:lnTo>
                  <a:lnTo>
                    <a:pt x="3546600" y="774928"/>
                  </a:lnTo>
                  <a:lnTo>
                    <a:pt x="3592472" y="816714"/>
                  </a:lnTo>
                  <a:lnTo>
                    <a:pt x="3638423" y="856120"/>
                  </a:lnTo>
                  <a:lnTo>
                    <a:pt x="3684643" y="892916"/>
                  </a:lnTo>
                  <a:lnTo>
                    <a:pt x="3731417" y="926969"/>
                  </a:lnTo>
                  <a:lnTo>
                    <a:pt x="3779139" y="958240"/>
                  </a:lnTo>
                  <a:lnTo>
                    <a:pt x="3828337" y="986772"/>
                  </a:lnTo>
                  <a:lnTo>
                    <a:pt x="3829811" y="987570"/>
                  </a:lnTo>
                  <a:lnTo>
                    <a:pt x="3877129" y="1011439"/>
                  </a:lnTo>
                  <a:lnTo>
                    <a:pt x="3926939" y="1033044"/>
                  </a:lnTo>
                  <a:lnTo>
                    <a:pt x="3979992" y="1052487"/>
                  </a:lnTo>
                  <a:lnTo>
                    <a:pt x="4037112" y="1069948"/>
                  </a:lnTo>
                  <a:lnTo>
                    <a:pt x="4099139" y="1085634"/>
                  </a:lnTo>
                  <a:lnTo>
                    <a:pt x="4166876" y="1099749"/>
                  </a:lnTo>
                  <a:lnTo>
                    <a:pt x="4241010" y="1112481"/>
                  </a:lnTo>
                  <a:lnTo>
                    <a:pt x="4322014" y="1123984"/>
                  </a:lnTo>
                  <a:lnTo>
                    <a:pt x="4410005" y="1134379"/>
                  </a:lnTo>
                  <a:lnTo>
                    <a:pt x="4504575" y="1143751"/>
                  </a:lnTo>
                  <a:lnTo>
                    <a:pt x="4604600" y="1152144"/>
                  </a:lnTo>
                  <a:lnTo>
                    <a:pt x="4708082" y="1159574"/>
                  </a:lnTo>
                  <a:lnTo>
                    <a:pt x="4812063" y="1166027"/>
                  </a:lnTo>
                  <a:lnTo>
                    <a:pt x="4912731" y="1171481"/>
                  </a:lnTo>
                  <a:lnTo>
                    <a:pt x="5005756" y="1175921"/>
                  </a:lnTo>
                  <a:lnTo>
                    <a:pt x="5086877" y="1179361"/>
                  </a:lnTo>
                  <a:lnTo>
                    <a:pt x="5152654" y="1181854"/>
                  </a:lnTo>
                  <a:lnTo>
                    <a:pt x="5201176" y="1183508"/>
                  </a:lnTo>
                  <a:lnTo>
                    <a:pt x="5232532" y="1184474"/>
                  </a:lnTo>
                  <a:lnTo>
                    <a:pt x="5248925" y="1184932"/>
                  </a:lnTo>
                  <a:lnTo>
                    <a:pt x="5254480" y="1185073"/>
                  </a:lnTo>
                  <a:lnTo>
                    <a:pt x="5254955" y="1185084"/>
                  </a:lnTo>
                  <a:lnTo>
                    <a:pt x="6726343" y="1185084"/>
                  </a:lnTo>
                  <a:lnTo>
                    <a:pt x="6727419" y="1185169"/>
                  </a:lnTo>
                  <a:lnTo>
                    <a:pt x="6734505" y="1185775"/>
                  </a:lnTo>
                  <a:lnTo>
                    <a:pt x="6752396" y="1187448"/>
                  </a:lnTo>
                  <a:lnTo>
                    <a:pt x="6784459" y="1190743"/>
                  </a:lnTo>
                  <a:lnTo>
                    <a:pt x="6832400" y="1196177"/>
                  </a:lnTo>
                  <a:lnTo>
                    <a:pt x="6896137" y="1204179"/>
                  </a:lnTo>
                  <a:lnTo>
                    <a:pt x="6973914" y="1215049"/>
                  </a:lnTo>
                  <a:lnTo>
                    <a:pt x="7062694" y="1228950"/>
                  </a:lnTo>
                  <a:lnTo>
                    <a:pt x="7158738" y="1245921"/>
                  </a:lnTo>
                  <a:lnTo>
                    <a:pt x="7258213" y="1265922"/>
                  </a:lnTo>
                  <a:lnTo>
                    <a:pt x="7357683" y="1288887"/>
                  </a:lnTo>
                  <a:lnTo>
                    <a:pt x="7454411" y="1314774"/>
                  </a:lnTo>
                  <a:lnTo>
                    <a:pt x="7546465" y="1343602"/>
                  </a:lnTo>
                  <a:lnTo>
                    <a:pt x="7632680" y="1375480"/>
                  </a:lnTo>
                  <a:lnTo>
                    <a:pt x="7712532" y="1410619"/>
                  </a:lnTo>
                  <a:lnTo>
                    <a:pt x="7785990" y="1449335"/>
                  </a:lnTo>
                  <a:lnTo>
                    <a:pt x="7853372" y="1492042"/>
                  </a:lnTo>
                  <a:lnTo>
                    <a:pt x="7915216" y="1539246"/>
                  </a:lnTo>
                  <a:lnTo>
                    <a:pt x="7972194" y="1591522"/>
                  </a:lnTo>
                  <a:lnTo>
                    <a:pt x="8025035" y="1649478"/>
                  </a:lnTo>
                  <a:lnTo>
                    <a:pt x="8074480" y="1713692"/>
                  </a:lnTo>
                  <a:lnTo>
                    <a:pt x="8121230" y="1784613"/>
                  </a:lnTo>
                  <a:lnTo>
                    <a:pt x="8151487" y="1836200"/>
                  </a:lnTo>
                  <a:lnTo>
                    <a:pt x="8184427" y="1897567"/>
                  </a:lnTo>
                  <a:lnTo>
                    <a:pt x="8216615" y="1962880"/>
                  </a:lnTo>
                  <a:lnTo>
                    <a:pt x="8248232" y="2032219"/>
                  </a:lnTo>
                  <a:lnTo>
                    <a:pt x="8279425" y="2105616"/>
                  </a:lnTo>
                  <a:lnTo>
                    <a:pt x="8310318" y="2183052"/>
                  </a:lnTo>
                  <a:lnTo>
                    <a:pt x="8341010" y="2264447"/>
                  </a:lnTo>
                  <a:lnTo>
                    <a:pt x="8371580" y="2349663"/>
                  </a:lnTo>
                  <a:lnTo>
                    <a:pt x="8402090" y="2438498"/>
                  </a:lnTo>
                  <a:lnTo>
                    <a:pt x="8432585" y="2530683"/>
                  </a:lnTo>
                  <a:lnTo>
                    <a:pt x="8463095" y="2625888"/>
                  </a:lnTo>
                  <a:lnTo>
                    <a:pt x="8493638" y="2723723"/>
                  </a:lnTo>
                  <a:lnTo>
                    <a:pt x="8524222" y="2823743"/>
                  </a:lnTo>
                  <a:lnTo>
                    <a:pt x="8554844" y="2925455"/>
                  </a:lnTo>
                  <a:lnTo>
                    <a:pt x="8585497" y="3028329"/>
                  </a:lnTo>
                  <a:lnTo>
                    <a:pt x="8616166" y="3131809"/>
                  </a:lnTo>
                  <a:lnTo>
                    <a:pt x="8646836" y="3235326"/>
                  </a:lnTo>
                  <a:lnTo>
                    <a:pt x="8677492" y="3338309"/>
                  </a:lnTo>
                  <a:lnTo>
                    <a:pt x="8708119" y="3440200"/>
                  </a:lnTo>
                  <a:lnTo>
                    <a:pt x="8738708" y="3540464"/>
                  </a:lnTo>
                  <a:lnTo>
                    <a:pt x="8769256" y="3638604"/>
                  </a:lnTo>
                  <a:lnTo>
                    <a:pt x="8799769" y="3734169"/>
                  </a:lnTo>
                  <a:lnTo>
                    <a:pt x="8830265" y="3826760"/>
                  </a:lnTo>
                  <a:lnTo>
                    <a:pt x="8860770" y="3916039"/>
                  </a:lnTo>
                  <a:lnTo>
                    <a:pt x="8891330" y="4001730"/>
                  </a:lnTo>
                  <a:lnTo>
                    <a:pt x="8922002" y="4083623"/>
                  </a:lnTo>
                  <a:lnTo>
                    <a:pt x="8952864" y="4161570"/>
                  </a:lnTo>
                  <a:lnTo>
                    <a:pt x="8984013" y="4235486"/>
                  </a:lnTo>
                  <a:lnTo>
                    <a:pt x="9015568" y="4305343"/>
                  </a:lnTo>
                  <a:lnTo>
                    <a:pt x="9047674" y="4371167"/>
                  </a:lnTo>
                  <a:lnTo>
                    <a:pt x="9080507" y="4433033"/>
                  </a:lnTo>
                  <a:lnTo>
                    <a:pt x="9084767" y="4440662"/>
                  </a:lnTo>
                  <a:lnTo>
                    <a:pt x="9130065" y="4516211"/>
                  </a:lnTo>
                  <a:lnTo>
                    <a:pt x="9177623" y="4584902"/>
                  </a:lnTo>
                  <a:lnTo>
                    <a:pt x="9228099" y="4647010"/>
                  </a:lnTo>
                  <a:lnTo>
                    <a:pt x="9282212" y="4703041"/>
                  </a:lnTo>
                  <a:lnTo>
                    <a:pt x="9340704" y="4753591"/>
                  </a:lnTo>
                  <a:lnTo>
                    <a:pt x="9404291" y="4799263"/>
                  </a:lnTo>
                  <a:lnTo>
                    <a:pt x="9473610" y="4840613"/>
                  </a:lnTo>
                  <a:lnTo>
                    <a:pt x="9549140" y="4878117"/>
                  </a:lnTo>
                  <a:lnTo>
                    <a:pt x="9631098" y="4912159"/>
                  </a:lnTo>
                  <a:lnTo>
                    <a:pt x="9719309" y="4943022"/>
                  </a:lnTo>
                  <a:lnTo>
                    <a:pt x="9813057" y="4970880"/>
                  </a:lnTo>
                  <a:lnTo>
                    <a:pt x="9910934" y="4995812"/>
                  </a:lnTo>
                  <a:lnTo>
                    <a:pt x="10010745" y="5017814"/>
                  </a:lnTo>
                  <a:lnTo>
                    <a:pt x="10109503" y="5036830"/>
                  </a:lnTo>
                  <a:lnTo>
                    <a:pt x="10203599" y="5052798"/>
                  </a:lnTo>
                  <a:lnTo>
                    <a:pt x="10289169" y="5065698"/>
                  </a:lnTo>
                  <a:lnTo>
                    <a:pt x="10362634" y="5075605"/>
                  </a:lnTo>
                  <a:lnTo>
                    <a:pt x="10421319" y="5082727"/>
                  </a:lnTo>
                  <a:lnTo>
                    <a:pt x="10463986" y="5087409"/>
                  </a:lnTo>
                  <a:lnTo>
                    <a:pt x="10491139" y="5090113"/>
                  </a:lnTo>
                  <a:lnTo>
                    <a:pt x="10505050" y="5091376"/>
                  </a:lnTo>
                  <a:lnTo>
                    <a:pt x="10509577" y="5091752"/>
                  </a:lnTo>
                  <a:lnTo>
                    <a:pt x="10509911" y="5091777"/>
                  </a:lnTo>
                  <a:lnTo>
                    <a:pt x="11981298" y="509177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3" name="pl103"/>
            <p:cNvSpPr/>
            <p:nvPr/>
          </p:nvSpPr>
          <p:spPr>
            <a:xfrm>
              <a:off x="4799595" y="3721128"/>
              <a:ext cx="11981298" cy="5091777"/>
            </a:xfrm>
            <a:custGeom>
              <a:avLst/>
              <a:pathLst>
                <a:path w="11981298" h="5091777">
                  <a:moveTo>
                    <a:pt x="11981298" y="5091777"/>
                  </a:moveTo>
                  <a:lnTo>
                    <a:pt x="10509911" y="5091777"/>
                  </a:lnTo>
                  <a:lnTo>
                    <a:pt x="10508834" y="5091693"/>
                  </a:lnTo>
                  <a:lnTo>
                    <a:pt x="10501748" y="5091087"/>
                  </a:lnTo>
                  <a:lnTo>
                    <a:pt x="10483857" y="5089414"/>
                  </a:lnTo>
                  <a:lnTo>
                    <a:pt x="10451794" y="5086119"/>
                  </a:lnTo>
                  <a:lnTo>
                    <a:pt x="10403853" y="5080685"/>
                  </a:lnTo>
                  <a:lnTo>
                    <a:pt x="10340116" y="5072683"/>
                  </a:lnTo>
                  <a:lnTo>
                    <a:pt x="10262339" y="5061812"/>
                  </a:lnTo>
                  <a:lnTo>
                    <a:pt x="10173559" y="5047911"/>
                  </a:lnTo>
                  <a:lnTo>
                    <a:pt x="10077515" y="5030940"/>
                  </a:lnTo>
                  <a:lnTo>
                    <a:pt x="9978040" y="5010939"/>
                  </a:lnTo>
                  <a:lnTo>
                    <a:pt x="9878571" y="4987974"/>
                  </a:lnTo>
                  <a:lnTo>
                    <a:pt x="9781842" y="4962088"/>
                  </a:lnTo>
                  <a:lnTo>
                    <a:pt x="9689788" y="4933260"/>
                  </a:lnTo>
                  <a:lnTo>
                    <a:pt x="9603574" y="4901382"/>
                  </a:lnTo>
                  <a:lnTo>
                    <a:pt x="9523722" y="4866242"/>
                  </a:lnTo>
                  <a:lnTo>
                    <a:pt x="9450263" y="4827527"/>
                  </a:lnTo>
                  <a:lnTo>
                    <a:pt x="9382881" y="4784820"/>
                  </a:lnTo>
                  <a:lnTo>
                    <a:pt x="9321037" y="4737616"/>
                  </a:lnTo>
                  <a:lnTo>
                    <a:pt x="9264059" y="4685339"/>
                  </a:lnTo>
                  <a:lnTo>
                    <a:pt x="9211218" y="4627384"/>
                  </a:lnTo>
                  <a:lnTo>
                    <a:pt x="9161774" y="4563170"/>
                  </a:lnTo>
                  <a:lnTo>
                    <a:pt x="9115023" y="4492249"/>
                  </a:lnTo>
                  <a:lnTo>
                    <a:pt x="9084767" y="4440662"/>
                  </a:lnTo>
                  <a:lnTo>
                    <a:pt x="9051827" y="4379294"/>
                  </a:lnTo>
                  <a:lnTo>
                    <a:pt x="9019638" y="4313981"/>
                  </a:lnTo>
                  <a:lnTo>
                    <a:pt x="8988021" y="4244643"/>
                  </a:lnTo>
                  <a:lnTo>
                    <a:pt x="8956828" y="4171245"/>
                  </a:lnTo>
                  <a:lnTo>
                    <a:pt x="8925935" y="4093810"/>
                  </a:lnTo>
                  <a:lnTo>
                    <a:pt x="8895243" y="4012415"/>
                  </a:lnTo>
                  <a:lnTo>
                    <a:pt x="8864673" y="3927198"/>
                  </a:lnTo>
                  <a:lnTo>
                    <a:pt x="8834163" y="3838364"/>
                  </a:lnTo>
                  <a:lnTo>
                    <a:pt x="8803668" y="3746179"/>
                  </a:lnTo>
                  <a:lnTo>
                    <a:pt x="8773158" y="3650973"/>
                  </a:lnTo>
                  <a:lnTo>
                    <a:pt x="8742615" y="3553138"/>
                  </a:lnTo>
                  <a:lnTo>
                    <a:pt x="8712031" y="3453119"/>
                  </a:lnTo>
                  <a:lnTo>
                    <a:pt x="8681409" y="3351407"/>
                  </a:lnTo>
                  <a:lnTo>
                    <a:pt x="8650756" y="3248533"/>
                  </a:lnTo>
                  <a:lnTo>
                    <a:pt x="8620087" y="3145053"/>
                  </a:lnTo>
                  <a:lnTo>
                    <a:pt x="8589417" y="3041535"/>
                  </a:lnTo>
                  <a:lnTo>
                    <a:pt x="8558762" y="2938552"/>
                  </a:lnTo>
                  <a:lnTo>
                    <a:pt x="8528135" y="2836662"/>
                  </a:lnTo>
                  <a:lnTo>
                    <a:pt x="8497546" y="2736398"/>
                  </a:lnTo>
                  <a:lnTo>
                    <a:pt x="8466997" y="2638257"/>
                  </a:lnTo>
                  <a:lnTo>
                    <a:pt x="8436484" y="2542693"/>
                  </a:lnTo>
                  <a:lnTo>
                    <a:pt x="8405989" y="2450102"/>
                  </a:lnTo>
                  <a:lnTo>
                    <a:pt x="8375483" y="2360823"/>
                  </a:lnTo>
                  <a:lnTo>
                    <a:pt x="8344923" y="2275132"/>
                  </a:lnTo>
                  <a:lnTo>
                    <a:pt x="8314251" y="2193239"/>
                  </a:lnTo>
                  <a:lnTo>
                    <a:pt x="8283389" y="2115292"/>
                  </a:lnTo>
                  <a:lnTo>
                    <a:pt x="8252240" y="2041376"/>
                  </a:lnTo>
                  <a:lnTo>
                    <a:pt x="8220686" y="1971519"/>
                  </a:lnTo>
                  <a:lnTo>
                    <a:pt x="8188579" y="1905695"/>
                  </a:lnTo>
                  <a:lnTo>
                    <a:pt x="8155747" y="1843829"/>
                  </a:lnTo>
                  <a:lnTo>
                    <a:pt x="8151487" y="1836200"/>
                  </a:lnTo>
                  <a:lnTo>
                    <a:pt x="8106189" y="1760650"/>
                  </a:lnTo>
                  <a:lnTo>
                    <a:pt x="8058630" y="1691960"/>
                  </a:lnTo>
                  <a:lnTo>
                    <a:pt x="8008154" y="1629852"/>
                  </a:lnTo>
                  <a:lnTo>
                    <a:pt x="7954041" y="1573821"/>
                  </a:lnTo>
                  <a:lnTo>
                    <a:pt x="7895550" y="1523271"/>
                  </a:lnTo>
                  <a:lnTo>
                    <a:pt x="7831963" y="1477598"/>
                  </a:lnTo>
                  <a:lnTo>
                    <a:pt x="7762643" y="1436249"/>
                  </a:lnTo>
                  <a:lnTo>
                    <a:pt x="7687113" y="1398745"/>
                  </a:lnTo>
                  <a:lnTo>
                    <a:pt x="7605155" y="1364702"/>
                  </a:lnTo>
                  <a:lnTo>
                    <a:pt x="7516944" y="1333840"/>
                  </a:lnTo>
                  <a:lnTo>
                    <a:pt x="7423196" y="1305982"/>
                  </a:lnTo>
                  <a:lnTo>
                    <a:pt x="7325319" y="1281050"/>
                  </a:lnTo>
                  <a:lnTo>
                    <a:pt x="7225508" y="1259048"/>
                  </a:lnTo>
                  <a:lnTo>
                    <a:pt x="7126751" y="1240032"/>
                  </a:lnTo>
                  <a:lnTo>
                    <a:pt x="7032654" y="1224064"/>
                  </a:lnTo>
                  <a:lnTo>
                    <a:pt x="6947085" y="1211164"/>
                  </a:lnTo>
                  <a:lnTo>
                    <a:pt x="6873619" y="1201256"/>
                  </a:lnTo>
                  <a:lnTo>
                    <a:pt x="6814934" y="1194135"/>
                  </a:lnTo>
                  <a:lnTo>
                    <a:pt x="6772267" y="1189453"/>
                  </a:lnTo>
                  <a:lnTo>
                    <a:pt x="6745114" y="1186748"/>
                  </a:lnTo>
                  <a:lnTo>
                    <a:pt x="6731203" y="1185486"/>
                  </a:lnTo>
                  <a:lnTo>
                    <a:pt x="6726676" y="1185110"/>
                  </a:lnTo>
                  <a:lnTo>
                    <a:pt x="6726343" y="1185084"/>
                  </a:lnTo>
                  <a:lnTo>
                    <a:pt x="5254955" y="1185084"/>
                  </a:lnTo>
                  <a:lnTo>
                    <a:pt x="5253734" y="1185055"/>
                  </a:lnTo>
                  <a:lnTo>
                    <a:pt x="5245723" y="1184846"/>
                  </a:lnTo>
                  <a:lnTo>
                    <a:pt x="5225570" y="1184268"/>
                  </a:lnTo>
                  <a:lnTo>
                    <a:pt x="5189648" y="1183131"/>
                  </a:lnTo>
                  <a:lnTo>
                    <a:pt x="5136324" y="1181261"/>
                  </a:lnTo>
                  <a:lnTo>
                    <a:pt x="5066083" y="1178517"/>
                  </a:lnTo>
                  <a:lnTo>
                    <a:pt x="4981315" y="1174807"/>
                  </a:lnTo>
                  <a:lnTo>
                    <a:pt x="4885760" y="1170089"/>
                  </a:lnTo>
                  <a:lnTo>
                    <a:pt x="4783768" y="1164359"/>
                  </a:lnTo>
                  <a:lnTo>
                    <a:pt x="4679576" y="1157637"/>
                  </a:lnTo>
                  <a:lnTo>
                    <a:pt x="4576787" y="1149944"/>
                  </a:lnTo>
                  <a:lnTo>
                    <a:pt x="4478095" y="1141285"/>
                  </a:lnTo>
                  <a:lnTo>
                    <a:pt x="4385248" y="1131639"/>
                  </a:lnTo>
                  <a:lnTo>
                    <a:pt x="4299154" y="1120951"/>
                  </a:lnTo>
                  <a:lnTo>
                    <a:pt x="4220059" y="1109125"/>
                  </a:lnTo>
                  <a:lnTo>
                    <a:pt x="4147733" y="1096032"/>
                  </a:lnTo>
                  <a:lnTo>
                    <a:pt x="4081633" y="1081506"/>
                  </a:lnTo>
                  <a:lnTo>
                    <a:pt x="4021031" y="1065356"/>
                  </a:lnTo>
                  <a:lnTo>
                    <a:pt x="3965108" y="1047373"/>
                  </a:lnTo>
                  <a:lnTo>
                    <a:pt x="3913022" y="1027354"/>
                  </a:lnTo>
                  <a:lnTo>
                    <a:pt x="3863964" y="1005134"/>
                  </a:lnTo>
                  <a:lnTo>
                    <a:pt x="3829811" y="987570"/>
                  </a:lnTo>
                  <a:lnTo>
                    <a:pt x="3780560" y="959117"/>
                  </a:lnTo>
                  <a:lnTo>
                    <a:pt x="3732803" y="927927"/>
                  </a:lnTo>
                  <a:lnTo>
                    <a:pt x="3686008" y="893956"/>
                  </a:lnTo>
                  <a:lnTo>
                    <a:pt x="3639776" y="857239"/>
                  </a:lnTo>
                  <a:lnTo>
                    <a:pt x="3593820" y="817907"/>
                  </a:lnTo>
                  <a:lnTo>
                    <a:pt x="3547947" y="776187"/>
                  </a:lnTo>
                  <a:lnTo>
                    <a:pt x="3502042" y="732404"/>
                  </a:lnTo>
                  <a:lnTo>
                    <a:pt x="3456052" y="686977"/>
                  </a:lnTo>
                  <a:lnTo>
                    <a:pt x="3409976" y="640403"/>
                  </a:lnTo>
                  <a:lnTo>
                    <a:pt x="3363849" y="593236"/>
                  </a:lnTo>
                  <a:lnTo>
                    <a:pt x="3317720" y="546061"/>
                  </a:lnTo>
                  <a:lnTo>
                    <a:pt x="3271643" y="499461"/>
                  </a:lnTo>
                  <a:lnTo>
                    <a:pt x="3225650" y="453994"/>
                  </a:lnTo>
                  <a:lnTo>
                    <a:pt x="3179742" y="410156"/>
                  </a:lnTo>
                  <a:lnTo>
                    <a:pt x="3133870" y="368369"/>
                  </a:lnTo>
                  <a:lnTo>
                    <a:pt x="3087919" y="328963"/>
                  </a:lnTo>
                  <a:lnTo>
                    <a:pt x="3041699" y="292168"/>
                  </a:lnTo>
                  <a:lnTo>
                    <a:pt x="2994925" y="258115"/>
                  </a:lnTo>
                  <a:lnTo>
                    <a:pt x="2947203" y="226844"/>
                  </a:lnTo>
                  <a:lnTo>
                    <a:pt x="2898005" y="198311"/>
                  </a:lnTo>
                  <a:lnTo>
                    <a:pt x="2896531" y="197514"/>
                  </a:lnTo>
                  <a:lnTo>
                    <a:pt x="2849213" y="173645"/>
                  </a:lnTo>
                  <a:lnTo>
                    <a:pt x="2799403" y="152040"/>
                  </a:lnTo>
                  <a:lnTo>
                    <a:pt x="2746350" y="132596"/>
                  </a:lnTo>
                  <a:lnTo>
                    <a:pt x="2689230" y="115136"/>
                  </a:lnTo>
                  <a:lnTo>
                    <a:pt x="2627203" y="99450"/>
                  </a:lnTo>
                  <a:lnTo>
                    <a:pt x="2559466" y="85334"/>
                  </a:lnTo>
                  <a:lnTo>
                    <a:pt x="2485332" y="72603"/>
                  </a:lnTo>
                  <a:lnTo>
                    <a:pt x="2404328" y="61100"/>
                  </a:lnTo>
                  <a:lnTo>
                    <a:pt x="2316337" y="50705"/>
                  </a:lnTo>
                  <a:lnTo>
                    <a:pt x="2221767" y="41333"/>
                  </a:lnTo>
                  <a:lnTo>
                    <a:pt x="2121742" y="32939"/>
                  </a:lnTo>
                  <a:lnTo>
                    <a:pt x="2018261" y="25510"/>
                  </a:lnTo>
                  <a:lnTo>
                    <a:pt x="1914279" y="19057"/>
                  </a:lnTo>
                  <a:lnTo>
                    <a:pt x="1813611" y="13603"/>
                  </a:lnTo>
                  <a:lnTo>
                    <a:pt x="1720587" y="9162"/>
                  </a:lnTo>
                  <a:lnTo>
                    <a:pt x="1639465" y="5723"/>
                  </a:lnTo>
                  <a:lnTo>
                    <a:pt x="1573688" y="3229"/>
                  </a:lnTo>
                  <a:lnTo>
                    <a:pt x="1525166" y="1575"/>
                  </a:lnTo>
                  <a:lnTo>
                    <a:pt x="1493810" y="610"/>
                  </a:lnTo>
                  <a:lnTo>
                    <a:pt x="1477417" y="152"/>
                  </a:lnTo>
                  <a:lnTo>
                    <a:pt x="1471862" y="11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4" name="pg104"/>
            <p:cNvSpPr/>
            <p:nvPr/>
          </p:nvSpPr>
          <p:spPr>
            <a:xfrm>
              <a:off x="4799595" y="3737474"/>
              <a:ext cx="11981298" cy="5606676"/>
            </a:xfrm>
            <a:custGeom>
              <a:avLst/>
              <a:pathLst>
                <a:path w="11981298" h="5606676">
                  <a:moveTo>
                    <a:pt x="0" y="8172"/>
                  </a:moveTo>
                  <a:lnTo>
                    <a:pt x="1471387" y="8172"/>
                  </a:lnTo>
                  <a:lnTo>
                    <a:pt x="1472607" y="8203"/>
                  </a:lnTo>
                  <a:lnTo>
                    <a:pt x="1480612" y="8417"/>
                  </a:lnTo>
                  <a:lnTo>
                    <a:pt x="1500750" y="9010"/>
                  </a:lnTo>
                  <a:lnTo>
                    <a:pt x="1536647" y="10178"/>
                  </a:lnTo>
                  <a:lnTo>
                    <a:pt x="1589936" y="12098"/>
                  </a:lnTo>
                  <a:lnTo>
                    <a:pt x="1660135" y="14916"/>
                  </a:lnTo>
                  <a:lnTo>
                    <a:pt x="1744860" y="18725"/>
                  </a:lnTo>
                  <a:lnTo>
                    <a:pt x="1840373" y="23570"/>
                  </a:lnTo>
                  <a:lnTo>
                    <a:pt x="1942328" y="29454"/>
                  </a:lnTo>
                  <a:lnTo>
                    <a:pt x="2046492" y="36357"/>
                  </a:lnTo>
                  <a:lnTo>
                    <a:pt x="2149262" y="44258"/>
                  </a:lnTo>
                  <a:lnTo>
                    <a:pt x="2247944" y="53150"/>
                  </a:lnTo>
                  <a:lnTo>
                    <a:pt x="2340788" y="63056"/>
                  </a:lnTo>
                  <a:lnTo>
                    <a:pt x="2426884" y="74033"/>
                  </a:lnTo>
                  <a:lnTo>
                    <a:pt x="2505985" y="86176"/>
                  </a:lnTo>
                  <a:lnTo>
                    <a:pt x="2578318" y="99622"/>
                  </a:lnTo>
                  <a:lnTo>
                    <a:pt x="2644426" y="114537"/>
                  </a:lnTo>
                  <a:lnTo>
                    <a:pt x="2705035" y="131121"/>
                  </a:lnTo>
                  <a:lnTo>
                    <a:pt x="2760965" y="149585"/>
                  </a:lnTo>
                  <a:lnTo>
                    <a:pt x="2813055" y="170140"/>
                  </a:lnTo>
                  <a:lnTo>
                    <a:pt x="2862114" y="192954"/>
                  </a:lnTo>
                  <a:lnTo>
                    <a:pt x="2896531" y="211135"/>
                  </a:lnTo>
                  <a:lnTo>
                    <a:pt x="2945504" y="240197"/>
                  </a:lnTo>
                  <a:lnTo>
                    <a:pt x="2992996" y="272039"/>
                  </a:lnTo>
                  <a:lnTo>
                    <a:pt x="3039533" y="306706"/>
                  </a:lnTo>
                  <a:lnTo>
                    <a:pt x="3085507" y="344162"/>
                  </a:lnTo>
                  <a:lnTo>
                    <a:pt x="3131202" y="384280"/>
                  </a:lnTo>
                  <a:lnTo>
                    <a:pt x="3176811" y="426833"/>
                  </a:lnTo>
                  <a:lnTo>
                    <a:pt x="3222450" y="471493"/>
                  </a:lnTo>
                  <a:lnTo>
                    <a:pt x="3268172" y="517842"/>
                  </a:lnTo>
                  <a:lnTo>
                    <a:pt x="3313978" y="565381"/>
                  </a:lnTo>
                  <a:lnTo>
                    <a:pt x="3359839" y="613553"/>
                  </a:lnTo>
                  <a:lnTo>
                    <a:pt x="3405703" y="661767"/>
                  </a:lnTo>
                  <a:lnTo>
                    <a:pt x="3451520" y="709434"/>
                  </a:lnTo>
                  <a:lnTo>
                    <a:pt x="3497255" y="755989"/>
                  </a:lnTo>
                  <a:lnTo>
                    <a:pt x="3542904" y="800923"/>
                  </a:lnTo>
                  <a:lnTo>
                    <a:pt x="3588512" y="843804"/>
                  </a:lnTo>
                  <a:lnTo>
                    <a:pt x="3634185" y="884292"/>
                  </a:lnTo>
                  <a:lnTo>
                    <a:pt x="3680103" y="922145"/>
                  </a:lnTo>
                  <a:lnTo>
                    <a:pt x="3726536" y="957222"/>
                  </a:lnTo>
                  <a:lnTo>
                    <a:pt x="3773861" y="989473"/>
                  </a:lnTo>
                  <a:lnTo>
                    <a:pt x="3822580" y="1018933"/>
                  </a:lnTo>
                  <a:lnTo>
                    <a:pt x="3829811" y="1022986"/>
                  </a:lnTo>
                  <a:lnTo>
                    <a:pt x="3877116" y="1047507"/>
                  </a:lnTo>
                  <a:lnTo>
                    <a:pt x="3926912" y="1069704"/>
                  </a:lnTo>
                  <a:lnTo>
                    <a:pt x="3979949" y="1089680"/>
                  </a:lnTo>
                  <a:lnTo>
                    <a:pt x="4037050" y="1107619"/>
                  </a:lnTo>
                  <a:lnTo>
                    <a:pt x="4099054" y="1123735"/>
                  </a:lnTo>
                  <a:lnTo>
                    <a:pt x="4166764" y="1138239"/>
                  </a:lnTo>
                  <a:lnTo>
                    <a:pt x="4240868" y="1151320"/>
                  </a:lnTo>
                  <a:lnTo>
                    <a:pt x="4321836" y="1163139"/>
                  </a:lnTo>
                  <a:lnTo>
                    <a:pt x="4409789" y="1173821"/>
                  </a:lnTo>
                  <a:lnTo>
                    <a:pt x="4504318" y="1183451"/>
                  </a:lnTo>
                  <a:lnTo>
                    <a:pt x="4604304" y="1192077"/>
                  </a:lnTo>
                  <a:lnTo>
                    <a:pt x="4707752" y="1199712"/>
                  </a:lnTo>
                  <a:lnTo>
                    <a:pt x="4811710" y="1206345"/>
                  </a:lnTo>
                  <a:lnTo>
                    <a:pt x="4912371" y="1211952"/>
                  </a:lnTo>
                  <a:lnTo>
                    <a:pt x="5005409" y="1216518"/>
                  </a:lnTo>
                  <a:lnTo>
                    <a:pt x="5086565" y="1220055"/>
                  </a:lnTo>
                  <a:lnTo>
                    <a:pt x="5152397" y="1222621"/>
                  </a:lnTo>
                  <a:lnTo>
                    <a:pt x="5200987" y="1224324"/>
                  </a:lnTo>
                  <a:lnTo>
                    <a:pt x="5232415" y="1225319"/>
                  </a:lnTo>
                  <a:lnTo>
                    <a:pt x="5248871" y="1225791"/>
                  </a:lnTo>
                  <a:lnTo>
                    <a:pt x="5254469" y="1225937"/>
                  </a:lnTo>
                  <a:lnTo>
                    <a:pt x="5254955" y="1225949"/>
                  </a:lnTo>
                  <a:lnTo>
                    <a:pt x="6726343" y="1225949"/>
                  </a:lnTo>
                  <a:lnTo>
                    <a:pt x="6727262" y="1226030"/>
                  </a:lnTo>
                  <a:lnTo>
                    <a:pt x="6733332" y="1226607"/>
                  </a:lnTo>
                  <a:lnTo>
                    <a:pt x="6748728" y="1228201"/>
                  </a:lnTo>
                  <a:lnTo>
                    <a:pt x="6776488" y="1231344"/>
                  </a:lnTo>
                  <a:lnTo>
                    <a:pt x="6818338" y="1236538"/>
                  </a:lnTo>
                  <a:lnTo>
                    <a:pt x="6874565" y="1244219"/>
                  </a:lnTo>
                  <a:lnTo>
                    <a:pt x="6944055" y="1254712"/>
                  </a:lnTo>
                  <a:lnTo>
                    <a:pt x="7024537" y="1268214"/>
                  </a:lnTo>
                  <a:lnTo>
                    <a:pt x="7112989" y="1284806"/>
                  </a:lnTo>
                  <a:lnTo>
                    <a:pt x="7206117" y="1304477"/>
                  </a:lnTo>
                  <a:lnTo>
                    <a:pt x="7300781" y="1327168"/>
                  </a:lnTo>
                  <a:lnTo>
                    <a:pt x="7394301" y="1352821"/>
                  </a:lnTo>
                  <a:lnTo>
                    <a:pt x="7484618" y="1381415"/>
                  </a:lnTo>
                  <a:lnTo>
                    <a:pt x="7570322" y="1412996"/>
                  </a:lnTo>
                  <a:lnTo>
                    <a:pt x="7650596" y="1447696"/>
                  </a:lnTo>
                  <a:lnTo>
                    <a:pt x="7725113" y="1485740"/>
                  </a:lnTo>
                  <a:lnTo>
                    <a:pt x="7793912" y="1527449"/>
                  </a:lnTo>
                  <a:lnTo>
                    <a:pt x="7857297" y="1573231"/>
                  </a:lnTo>
                  <a:lnTo>
                    <a:pt x="7915740" y="1623576"/>
                  </a:lnTo>
                  <a:lnTo>
                    <a:pt x="7969816" y="1679037"/>
                  </a:lnTo>
                  <a:lnTo>
                    <a:pt x="8020147" y="1740192"/>
                  </a:lnTo>
                  <a:lnTo>
                    <a:pt x="8067364" y="1807601"/>
                  </a:lnTo>
                  <a:lnTo>
                    <a:pt x="8112072" y="1881716"/>
                  </a:lnTo>
                  <a:lnTo>
                    <a:pt x="8151487" y="1956070"/>
                  </a:lnTo>
                  <a:lnTo>
                    <a:pt x="8182797" y="2021334"/>
                  </a:lnTo>
                  <a:lnTo>
                    <a:pt x="8213420" y="2090585"/>
                  </a:lnTo>
                  <a:lnTo>
                    <a:pt x="8243513" y="2163905"/>
                  </a:lnTo>
                  <a:lnTo>
                    <a:pt x="8273205" y="2241329"/>
                  </a:lnTo>
                  <a:lnTo>
                    <a:pt x="8302606" y="2322849"/>
                  </a:lnTo>
                  <a:lnTo>
                    <a:pt x="8331805" y="2408401"/>
                  </a:lnTo>
                  <a:lnTo>
                    <a:pt x="8360875" y="2497869"/>
                  </a:lnTo>
                  <a:lnTo>
                    <a:pt x="8389873" y="2591078"/>
                  </a:lnTo>
                  <a:lnTo>
                    <a:pt x="8418842" y="2687794"/>
                  </a:lnTo>
                  <a:lnTo>
                    <a:pt x="8447815" y="2787726"/>
                  </a:lnTo>
                  <a:lnTo>
                    <a:pt x="8476810" y="2890523"/>
                  </a:lnTo>
                  <a:lnTo>
                    <a:pt x="8505840" y="2995787"/>
                  </a:lnTo>
                  <a:lnTo>
                    <a:pt x="8534907" y="3103067"/>
                  </a:lnTo>
                  <a:lnTo>
                    <a:pt x="8564007" y="3211876"/>
                  </a:lnTo>
                  <a:lnTo>
                    <a:pt x="8593130" y="3321696"/>
                  </a:lnTo>
                  <a:lnTo>
                    <a:pt x="8622265" y="3431987"/>
                  </a:lnTo>
                  <a:lnTo>
                    <a:pt x="8651398" y="3542199"/>
                  </a:lnTo>
                  <a:lnTo>
                    <a:pt x="8680516" y="3651786"/>
                  </a:lnTo>
                  <a:lnTo>
                    <a:pt x="8709607" y="3760213"/>
                  </a:lnTo>
                  <a:lnTo>
                    <a:pt x="8738663" y="3866968"/>
                  </a:lnTo>
                  <a:lnTo>
                    <a:pt x="8767683" y="3971574"/>
                  </a:lnTo>
                  <a:lnTo>
                    <a:pt x="8796671" y="4073596"/>
                  </a:lnTo>
                  <a:lnTo>
                    <a:pt x="8825640" y="4172647"/>
                  </a:lnTo>
                  <a:lnTo>
                    <a:pt x="8854614" y="4268394"/>
                  </a:lnTo>
                  <a:lnTo>
                    <a:pt x="8883627" y="4360562"/>
                  </a:lnTo>
                  <a:lnTo>
                    <a:pt x="8912727" y="4448933"/>
                  </a:lnTo>
                  <a:lnTo>
                    <a:pt x="8941975" y="4533349"/>
                  </a:lnTo>
                  <a:lnTo>
                    <a:pt x="8971449" y="4613709"/>
                  </a:lnTo>
                  <a:lnTo>
                    <a:pt x="9001243" y="4689966"/>
                  </a:lnTo>
                  <a:lnTo>
                    <a:pt x="9031472" y="4762124"/>
                  </a:lnTo>
                  <a:lnTo>
                    <a:pt x="9062274" y="4830233"/>
                  </a:lnTo>
                  <a:lnTo>
                    <a:pt x="9084767" y="4876555"/>
                  </a:lnTo>
                  <a:lnTo>
                    <a:pt x="9127651" y="4957044"/>
                  </a:lnTo>
                  <a:lnTo>
                    <a:pt x="9172537" y="5030614"/>
                  </a:lnTo>
                  <a:lnTo>
                    <a:pt x="9219978" y="5097508"/>
                  </a:lnTo>
                  <a:lnTo>
                    <a:pt x="9270584" y="5158191"/>
                  </a:lnTo>
                  <a:lnTo>
                    <a:pt x="9324984" y="5213224"/>
                  </a:lnTo>
                  <a:lnTo>
                    <a:pt x="9383799" y="5263188"/>
                  </a:lnTo>
                  <a:lnTo>
                    <a:pt x="9447598" y="5308630"/>
                  </a:lnTo>
                  <a:lnTo>
                    <a:pt x="9516842" y="5350033"/>
                  </a:lnTo>
                  <a:lnTo>
                    <a:pt x="9591819" y="5387802"/>
                  </a:lnTo>
                  <a:lnTo>
                    <a:pt x="9672542" y="5422247"/>
                  </a:lnTo>
                  <a:lnTo>
                    <a:pt x="9758649" y="5453588"/>
                  </a:lnTo>
                  <a:lnTo>
                    <a:pt x="9849279" y="5481948"/>
                  </a:lnTo>
                  <a:lnTo>
                    <a:pt x="9942974" y="5507367"/>
                  </a:lnTo>
                  <a:lnTo>
                    <a:pt x="10037622" y="5529821"/>
                  </a:lnTo>
                  <a:lnTo>
                    <a:pt x="10130498" y="5549249"/>
                  </a:lnTo>
                  <a:lnTo>
                    <a:pt x="10218437" y="5565595"/>
                  </a:lnTo>
                  <a:lnTo>
                    <a:pt x="10298150" y="5578855"/>
                  </a:lnTo>
                  <a:lnTo>
                    <a:pt x="10366657" y="5589115"/>
                  </a:lnTo>
                  <a:lnTo>
                    <a:pt x="10421767" y="5596585"/>
                  </a:lnTo>
                  <a:lnTo>
                    <a:pt x="10462469" y="5601600"/>
                  </a:lnTo>
                  <a:lnTo>
                    <a:pt x="10489166" y="5604600"/>
                  </a:lnTo>
                  <a:lnTo>
                    <a:pt x="10503695" y="5606094"/>
                  </a:lnTo>
                  <a:lnTo>
                    <a:pt x="10509190" y="5606613"/>
                  </a:lnTo>
                  <a:lnTo>
                    <a:pt x="10509911" y="5606676"/>
                  </a:lnTo>
                  <a:lnTo>
                    <a:pt x="11981298" y="5606676"/>
                  </a:lnTo>
                  <a:lnTo>
                    <a:pt x="11981298" y="5598503"/>
                  </a:lnTo>
                  <a:lnTo>
                    <a:pt x="10509911" y="5598503"/>
                  </a:lnTo>
                  <a:lnTo>
                    <a:pt x="10508991" y="5598422"/>
                  </a:lnTo>
                  <a:lnTo>
                    <a:pt x="10502921" y="5597845"/>
                  </a:lnTo>
                  <a:lnTo>
                    <a:pt x="10487525" y="5596251"/>
                  </a:lnTo>
                  <a:lnTo>
                    <a:pt x="10459765" y="5593109"/>
                  </a:lnTo>
                  <a:lnTo>
                    <a:pt x="10417915" y="5587914"/>
                  </a:lnTo>
                  <a:lnTo>
                    <a:pt x="10361688" y="5580233"/>
                  </a:lnTo>
                  <a:lnTo>
                    <a:pt x="10292198" y="5569741"/>
                  </a:lnTo>
                  <a:lnTo>
                    <a:pt x="10211717" y="5556238"/>
                  </a:lnTo>
                  <a:lnTo>
                    <a:pt x="10123264" y="5539646"/>
                  </a:lnTo>
                  <a:lnTo>
                    <a:pt x="10030136" y="5519976"/>
                  </a:lnTo>
                  <a:lnTo>
                    <a:pt x="9935472" y="5497284"/>
                  </a:lnTo>
                  <a:lnTo>
                    <a:pt x="9841952" y="5471632"/>
                  </a:lnTo>
                  <a:lnTo>
                    <a:pt x="9751636" y="5443038"/>
                  </a:lnTo>
                  <a:lnTo>
                    <a:pt x="9665932" y="5411457"/>
                  </a:lnTo>
                  <a:lnTo>
                    <a:pt x="9585657" y="5376756"/>
                  </a:lnTo>
                  <a:lnTo>
                    <a:pt x="9511140" y="5338712"/>
                  </a:lnTo>
                  <a:lnTo>
                    <a:pt x="9442341" y="5297004"/>
                  </a:lnTo>
                  <a:lnTo>
                    <a:pt x="9378957" y="5251222"/>
                  </a:lnTo>
                  <a:lnTo>
                    <a:pt x="9320513" y="5200876"/>
                  </a:lnTo>
                  <a:lnTo>
                    <a:pt x="9266437" y="5145416"/>
                  </a:lnTo>
                  <a:lnTo>
                    <a:pt x="9216106" y="5084260"/>
                  </a:lnTo>
                  <a:lnTo>
                    <a:pt x="9168889" y="5016851"/>
                  </a:lnTo>
                  <a:lnTo>
                    <a:pt x="9124181" y="4942737"/>
                  </a:lnTo>
                  <a:lnTo>
                    <a:pt x="9084767" y="4868382"/>
                  </a:lnTo>
                  <a:lnTo>
                    <a:pt x="9053456" y="4803118"/>
                  </a:lnTo>
                  <a:lnTo>
                    <a:pt x="9022833" y="4733867"/>
                  </a:lnTo>
                  <a:lnTo>
                    <a:pt x="8992740" y="4660548"/>
                  </a:lnTo>
                  <a:lnTo>
                    <a:pt x="8963048" y="4583123"/>
                  </a:lnTo>
                  <a:lnTo>
                    <a:pt x="8933647" y="4501604"/>
                  </a:lnTo>
                  <a:lnTo>
                    <a:pt x="8904448" y="4416051"/>
                  </a:lnTo>
                  <a:lnTo>
                    <a:pt x="8875378" y="4326583"/>
                  </a:lnTo>
                  <a:lnTo>
                    <a:pt x="8846381" y="4233374"/>
                  </a:lnTo>
                  <a:lnTo>
                    <a:pt x="8817411" y="4136658"/>
                  </a:lnTo>
                  <a:lnTo>
                    <a:pt x="8788439" y="4036727"/>
                  </a:lnTo>
                  <a:lnTo>
                    <a:pt x="8759443" y="3933929"/>
                  </a:lnTo>
                  <a:lnTo>
                    <a:pt x="8730413" y="3828666"/>
                  </a:lnTo>
                  <a:lnTo>
                    <a:pt x="8701346" y="3721386"/>
                  </a:lnTo>
                  <a:lnTo>
                    <a:pt x="8672247" y="3612576"/>
                  </a:lnTo>
                  <a:lnTo>
                    <a:pt x="8643123" y="3502757"/>
                  </a:lnTo>
                  <a:lnTo>
                    <a:pt x="8613988" y="3392466"/>
                  </a:lnTo>
                  <a:lnTo>
                    <a:pt x="8584855" y="3282253"/>
                  </a:lnTo>
                  <a:lnTo>
                    <a:pt x="8555737" y="3172667"/>
                  </a:lnTo>
                  <a:lnTo>
                    <a:pt x="8526646" y="3064240"/>
                  </a:lnTo>
                  <a:lnTo>
                    <a:pt x="8497590" y="2957485"/>
                  </a:lnTo>
                  <a:lnTo>
                    <a:pt x="8468570" y="2852878"/>
                  </a:lnTo>
                  <a:lnTo>
                    <a:pt x="8439582" y="2750856"/>
                  </a:lnTo>
                  <a:lnTo>
                    <a:pt x="8410613" y="2651805"/>
                  </a:lnTo>
                  <a:lnTo>
                    <a:pt x="8381639" y="2556058"/>
                  </a:lnTo>
                  <a:lnTo>
                    <a:pt x="8352626" y="2463891"/>
                  </a:lnTo>
                  <a:lnTo>
                    <a:pt x="8323526" y="2375520"/>
                  </a:lnTo>
                  <a:lnTo>
                    <a:pt x="8294278" y="2291104"/>
                  </a:lnTo>
                  <a:lnTo>
                    <a:pt x="8264804" y="2210743"/>
                  </a:lnTo>
                  <a:lnTo>
                    <a:pt x="8235010" y="2134486"/>
                  </a:lnTo>
                  <a:lnTo>
                    <a:pt x="8204781" y="2062329"/>
                  </a:lnTo>
                  <a:lnTo>
                    <a:pt x="8173979" y="1994220"/>
                  </a:lnTo>
                  <a:lnTo>
                    <a:pt x="8151487" y="1947897"/>
                  </a:lnTo>
                  <a:lnTo>
                    <a:pt x="8108602" y="1867409"/>
                  </a:lnTo>
                  <a:lnTo>
                    <a:pt x="8063716" y="1793839"/>
                  </a:lnTo>
                  <a:lnTo>
                    <a:pt x="8016275" y="1726945"/>
                  </a:lnTo>
                  <a:lnTo>
                    <a:pt x="7965670" y="1666262"/>
                  </a:lnTo>
                  <a:lnTo>
                    <a:pt x="7911269" y="1611229"/>
                  </a:lnTo>
                  <a:lnTo>
                    <a:pt x="7852454" y="1561265"/>
                  </a:lnTo>
                  <a:lnTo>
                    <a:pt x="7788655" y="1515823"/>
                  </a:lnTo>
                  <a:lnTo>
                    <a:pt x="7719411" y="1474419"/>
                  </a:lnTo>
                  <a:lnTo>
                    <a:pt x="7644435" y="1436651"/>
                  </a:lnTo>
                  <a:lnTo>
                    <a:pt x="7563711" y="1402205"/>
                  </a:lnTo>
                  <a:lnTo>
                    <a:pt x="7477604" y="1370865"/>
                  </a:lnTo>
                  <a:lnTo>
                    <a:pt x="7386974" y="1342505"/>
                  </a:lnTo>
                  <a:lnTo>
                    <a:pt x="7293279" y="1317086"/>
                  </a:lnTo>
                  <a:lnTo>
                    <a:pt x="7198632" y="1294632"/>
                  </a:lnTo>
                  <a:lnTo>
                    <a:pt x="7105755" y="1275204"/>
                  </a:lnTo>
                  <a:lnTo>
                    <a:pt x="7017816" y="1258857"/>
                  </a:lnTo>
                  <a:lnTo>
                    <a:pt x="6938103" y="1245598"/>
                  </a:lnTo>
                  <a:lnTo>
                    <a:pt x="6869596" y="1235337"/>
                  </a:lnTo>
                  <a:lnTo>
                    <a:pt x="6814486" y="1227867"/>
                  </a:lnTo>
                  <a:lnTo>
                    <a:pt x="6773784" y="1222853"/>
                  </a:lnTo>
                  <a:lnTo>
                    <a:pt x="6747087" y="1219852"/>
                  </a:lnTo>
                  <a:lnTo>
                    <a:pt x="6732558" y="1218358"/>
                  </a:lnTo>
                  <a:lnTo>
                    <a:pt x="6727063" y="1217839"/>
                  </a:lnTo>
                  <a:lnTo>
                    <a:pt x="6726343" y="1217776"/>
                  </a:lnTo>
                  <a:lnTo>
                    <a:pt x="5254955" y="1217776"/>
                  </a:lnTo>
                  <a:lnTo>
                    <a:pt x="5253735" y="1217746"/>
                  </a:lnTo>
                  <a:lnTo>
                    <a:pt x="5245730" y="1217532"/>
                  </a:lnTo>
                  <a:lnTo>
                    <a:pt x="5225592" y="1216938"/>
                  </a:lnTo>
                  <a:lnTo>
                    <a:pt x="5189695" y="1215771"/>
                  </a:lnTo>
                  <a:lnTo>
                    <a:pt x="5136406" y="1213850"/>
                  </a:lnTo>
                  <a:lnTo>
                    <a:pt x="5066207" y="1211033"/>
                  </a:lnTo>
                  <a:lnTo>
                    <a:pt x="4981482" y="1207224"/>
                  </a:lnTo>
                  <a:lnTo>
                    <a:pt x="4885970" y="1202379"/>
                  </a:lnTo>
                  <a:lnTo>
                    <a:pt x="4784014" y="1196495"/>
                  </a:lnTo>
                  <a:lnTo>
                    <a:pt x="4679850" y="1189592"/>
                  </a:lnTo>
                  <a:lnTo>
                    <a:pt x="4577080" y="1181691"/>
                  </a:lnTo>
                  <a:lnTo>
                    <a:pt x="4478399" y="1172798"/>
                  </a:lnTo>
                  <a:lnTo>
                    <a:pt x="4385554" y="1162893"/>
                  </a:lnTo>
                  <a:lnTo>
                    <a:pt x="4299458" y="1151916"/>
                  </a:lnTo>
                  <a:lnTo>
                    <a:pt x="4220357" y="1139772"/>
                  </a:lnTo>
                  <a:lnTo>
                    <a:pt x="4148024" y="1126327"/>
                  </a:lnTo>
                  <a:lnTo>
                    <a:pt x="4081916" y="1111412"/>
                  </a:lnTo>
                  <a:lnTo>
                    <a:pt x="4021307" y="1094828"/>
                  </a:lnTo>
                  <a:lnTo>
                    <a:pt x="3965377" y="1076363"/>
                  </a:lnTo>
                  <a:lnTo>
                    <a:pt x="3913287" y="1055808"/>
                  </a:lnTo>
                  <a:lnTo>
                    <a:pt x="3864228" y="1032995"/>
                  </a:lnTo>
                  <a:lnTo>
                    <a:pt x="3829811" y="1014813"/>
                  </a:lnTo>
                  <a:lnTo>
                    <a:pt x="3780839" y="985751"/>
                  </a:lnTo>
                  <a:lnTo>
                    <a:pt x="3733346" y="953910"/>
                  </a:lnTo>
                  <a:lnTo>
                    <a:pt x="3686810" y="919243"/>
                  </a:lnTo>
                  <a:lnTo>
                    <a:pt x="3640836" y="881787"/>
                  </a:lnTo>
                  <a:lnTo>
                    <a:pt x="3595140" y="841669"/>
                  </a:lnTo>
                  <a:lnTo>
                    <a:pt x="3549531" y="799116"/>
                  </a:lnTo>
                  <a:lnTo>
                    <a:pt x="3503892" y="754456"/>
                  </a:lnTo>
                  <a:lnTo>
                    <a:pt x="3458171" y="708107"/>
                  </a:lnTo>
                  <a:lnTo>
                    <a:pt x="3412364" y="660568"/>
                  </a:lnTo>
                  <a:lnTo>
                    <a:pt x="3366503" y="612396"/>
                  </a:lnTo>
                  <a:lnTo>
                    <a:pt x="3320639" y="564181"/>
                  </a:lnTo>
                  <a:lnTo>
                    <a:pt x="3274822" y="516515"/>
                  </a:lnTo>
                  <a:lnTo>
                    <a:pt x="3229087" y="469960"/>
                  </a:lnTo>
                  <a:lnTo>
                    <a:pt x="3183438" y="425026"/>
                  </a:lnTo>
                  <a:lnTo>
                    <a:pt x="3137830" y="382145"/>
                  </a:lnTo>
                  <a:lnTo>
                    <a:pt x="3092157" y="341657"/>
                  </a:lnTo>
                  <a:lnTo>
                    <a:pt x="3046239" y="303803"/>
                  </a:lnTo>
                  <a:lnTo>
                    <a:pt x="2999806" y="268727"/>
                  </a:lnTo>
                  <a:lnTo>
                    <a:pt x="2952481" y="236476"/>
                  </a:lnTo>
                  <a:lnTo>
                    <a:pt x="2903762" y="207016"/>
                  </a:lnTo>
                  <a:lnTo>
                    <a:pt x="2896531" y="202962"/>
                  </a:lnTo>
                  <a:lnTo>
                    <a:pt x="2849226" y="178442"/>
                  </a:lnTo>
                  <a:lnTo>
                    <a:pt x="2799430" y="156245"/>
                  </a:lnTo>
                  <a:lnTo>
                    <a:pt x="2746393" y="136269"/>
                  </a:lnTo>
                  <a:lnTo>
                    <a:pt x="2689293" y="118330"/>
                  </a:lnTo>
                  <a:lnTo>
                    <a:pt x="2627288" y="102214"/>
                  </a:lnTo>
                  <a:lnTo>
                    <a:pt x="2559578" y="87710"/>
                  </a:lnTo>
                  <a:lnTo>
                    <a:pt x="2485475" y="74629"/>
                  </a:lnTo>
                  <a:lnTo>
                    <a:pt x="2404506" y="62809"/>
                  </a:lnTo>
                  <a:lnTo>
                    <a:pt x="2316553" y="52127"/>
                  </a:lnTo>
                  <a:lnTo>
                    <a:pt x="2222024" y="42497"/>
                  </a:lnTo>
                  <a:lnTo>
                    <a:pt x="2122038" y="33872"/>
                  </a:lnTo>
                  <a:lnTo>
                    <a:pt x="2018590" y="26236"/>
                  </a:lnTo>
                  <a:lnTo>
                    <a:pt x="1914632" y="19604"/>
                  </a:lnTo>
                  <a:lnTo>
                    <a:pt x="1813971" y="13997"/>
                  </a:lnTo>
                  <a:lnTo>
                    <a:pt x="1720933" y="9431"/>
                  </a:lnTo>
                  <a:lnTo>
                    <a:pt x="1639777" y="5894"/>
                  </a:lnTo>
                  <a:lnTo>
                    <a:pt x="1573945" y="3328"/>
                  </a:lnTo>
                  <a:lnTo>
                    <a:pt x="1525355" y="1625"/>
                  </a:lnTo>
                  <a:lnTo>
                    <a:pt x="1493927" y="630"/>
                  </a:lnTo>
                  <a:lnTo>
                    <a:pt x="1477471" y="158"/>
                  </a:lnTo>
                  <a:lnTo>
                    <a:pt x="1471873" y="11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05" name="pl105"/>
            <p:cNvSpPr/>
            <p:nvPr/>
          </p:nvSpPr>
          <p:spPr>
            <a:xfrm>
              <a:off x="4799595" y="3745647"/>
              <a:ext cx="11981298" cy="5598503"/>
            </a:xfrm>
            <a:custGeom>
              <a:avLst/>
              <a:pathLst>
                <a:path w="11981298" h="5598503">
                  <a:moveTo>
                    <a:pt x="0" y="0"/>
                  </a:moveTo>
                  <a:lnTo>
                    <a:pt x="1471387" y="0"/>
                  </a:lnTo>
                  <a:lnTo>
                    <a:pt x="1472607" y="30"/>
                  </a:lnTo>
                  <a:lnTo>
                    <a:pt x="1480612" y="244"/>
                  </a:lnTo>
                  <a:lnTo>
                    <a:pt x="1500750" y="837"/>
                  </a:lnTo>
                  <a:lnTo>
                    <a:pt x="1536647" y="2005"/>
                  </a:lnTo>
                  <a:lnTo>
                    <a:pt x="1589936" y="3925"/>
                  </a:lnTo>
                  <a:lnTo>
                    <a:pt x="1660135" y="6743"/>
                  </a:lnTo>
                  <a:lnTo>
                    <a:pt x="1744860" y="10552"/>
                  </a:lnTo>
                  <a:lnTo>
                    <a:pt x="1840373" y="15397"/>
                  </a:lnTo>
                  <a:lnTo>
                    <a:pt x="1942328" y="21281"/>
                  </a:lnTo>
                  <a:lnTo>
                    <a:pt x="2046492" y="28184"/>
                  </a:lnTo>
                  <a:lnTo>
                    <a:pt x="2149262" y="36085"/>
                  </a:lnTo>
                  <a:lnTo>
                    <a:pt x="2247944" y="44977"/>
                  </a:lnTo>
                  <a:lnTo>
                    <a:pt x="2340788" y="54883"/>
                  </a:lnTo>
                  <a:lnTo>
                    <a:pt x="2426884" y="65860"/>
                  </a:lnTo>
                  <a:lnTo>
                    <a:pt x="2505985" y="78003"/>
                  </a:lnTo>
                  <a:lnTo>
                    <a:pt x="2578318" y="91449"/>
                  </a:lnTo>
                  <a:lnTo>
                    <a:pt x="2644426" y="106364"/>
                  </a:lnTo>
                  <a:lnTo>
                    <a:pt x="2705035" y="122948"/>
                  </a:lnTo>
                  <a:lnTo>
                    <a:pt x="2760965" y="141412"/>
                  </a:lnTo>
                  <a:lnTo>
                    <a:pt x="2813055" y="161967"/>
                  </a:lnTo>
                  <a:lnTo>
                    <a:pt x="2862114" y="184781"/>
                  </a:lnTo>
                  <a:lnTo>
                    <a:pt x="2896531" y="202962"/>
                  </a:lnTo>
                  <a:lnTo>
                    <a:pt x="2945504" y="232024"/>
                  </a:lnTo>
                  <a:lnTo>
                    <a:pt x="2992996" y="263866"/>
                  </a:lnTo>
                  <a:lnTo>
                    <a:pt x="3039533" y="298533"/>
                  </a:lnTo>
                  <a:lnTo>
                    <a:pt x="3085507" y="335989"/>
                  </a:lnTo>
                  <a:lnTo>
                    <a:pt x="3131202" y="376107"/>
                  </a:lnTo>
                  <a:lnTo>
                    <a:pt x="3176811" y="418660"/>
                  </a:lnTo>
                  <a:lnTo>
                    <a:pt x="3222450" y="463320"/>
                  </a:lnTo>
                  <a:lnTo>
                    <a:pt x="3268172" y="509669"/>
                  </a:lnTo>
                  <a:lnTo>
                    <a:pt x="3313978" y="557208"/>
                  </a:lnTo>
                  <a:lnTo>
                    <a:pt x="3359839" y="605380"/>
                  </a:lnTo>
                  <a:lnTo>
                    <a:pt x="3405703" y="653594"/>
                  </a:lnTo>
                  <a:lnTo>
                    <a:pt x="3451520" y="701261"/>
                  </a:lnTo>
                  <a:lnTo>
                    <a:pt x="3497255" y="747816"/>
                  </a:lnTo>
                  <a:lnTo>
                    <a:pt x="3542904" y="792750"/>
                  </a:lnTo>
                  <a:lnTo>
                    <a:pt x="3588512" y="835631"/>
                  </a:lnTo>
                  <a:lnTo>
                    <a:pt x="3634185" y="876119"/>
                  </a:lnTo>
                  <a:lnTo>
                    <a:pt x="3680103" y="913972"/>
                  </a:lnTo>
                  <a:lnTo>
                    <a:pt x="3726536" y="949049"/>
                  </a:lnTo>
                  <a:lnTo>
                    <a:pt x="3773861" y="981300"/>
                  </a:lnTo>
                  <a:lnTo>
                    <a:pt x="3822580" y="1010760"/>
                  </a:lnTo>
                  <a:lnTo>
                    <a:pt x="3829811" y="1014813"/>
                  </a:lnTo>
                  <a:lnTo>
                    <a:pt x="3877116" y="1039334"/>
                  </a:lnTo>
                  <a:lnTo>
                    <a:pt x="3926912" y="1061531"/>
                  </a:lnTo>
                  <a:lnTo>
                    <a:pt x="3979949" y="1081507"/>
                  </a:lnTo>
                  <a:lnTo>
                    <a:pt x="4037050" y="1099446"/>
                  </a:lnTo>
                  <a:lnTo>
                    <a:pt x="4099054" y="1115562"/>
                  </a:lnTo>
                  <a:lnTo>
                    <a:pt x="4166764" y="1130066"/>
                  </a:lnTo>
                  <a:lnTo>
                    <a:pt x="4240868" y="1143147"/>
                  </a:lnTo>
                  <a:lnTo>
                    <a:pt x="4321836" y="1154966"/>
                  </a:lnTo>
                  <a:lnTo>
                    <a:pt x="4409789" y="1165648"/>
                  </a:lnTo>
                  <a:lnTo>
                    <a:pt x="4504318" y="1175278"/>
                  </a:lnTo>
                  <a:lnTo>
                    <a:pt x="4604304" y="1183904"/>
                  </a:lnTo>
                  <a:lnTo>
                    <a:pt x="4707752" y="1191539"/>
                  </a:lnTo>
                  <a:lnTo>
                    <a:pt x="4811710" y="1198172"/>
                  </a:lnTo>
                  <a:lnTo>
                    <a:pt x="4912371" y="1203779"/>
                  </a:lnTo>
                  <a:lnTo>
                    <a:pt x="5005409" y="1208345"/>
                  </a:lnTo>
                  <a:lnTo>
                    <a:pt x="5086565" y="1211882"/>
                  </a:lnTo>
                  <a:lnTo>
                    <a:pt x="5152397" y="1214448"/>
                  </a:lnTo>
                  <a:lnTo>
                    <a:pt x="5200987" y="1216151"/>
                  </a:lnTo>
                  <a:lnTo>
                    <a:pt x="5232415" y="1217146"/>
                  </a:lnTo>
                  <a:lnTo>
                    <a:pt x="5248871" y="1217618"/>
                  </a:lnTo>
                  <a:lnTo>
                    <a:pt x="5254469" y="1217764"/>
                  </a:lnTo>
                  <a:lnTo>
                    <a:pt x="5254955" y="1217776"/>
                  </a:lnTo>
                  <a:lnTo>
                    <a:pt x="6726343" y="1217776"/>
                  </a:lnTo>
                  <a:lnTo>
                    <a:pt x="6727262" y="1217857"/>
                  </a:lnTo>
                  <a:lnTo>
                    <a:pt x="6733332" y="1218434"/>
                  </a:lnTo>
                  <a:lnTo>
                    <a:pt x="6748728" y="1220028"/>
                  </a:lnTo>
                  <a:lnTo>
                    <a:pt x="6776488" y="1223171"/>
                  </a:lnTo>
                  <a:lnTo>
                    <a:pt x="6818338" y="1228365"/>
                  </a:lnTo>
                  <a:lnTo>
                    <a:pt x="6874565" y="1236046"/>
                  </a:lnTo>
                  <a:lnTo>
                    <a:pt x="6944055" y="1246539"/>
                  </a:lnTo>
                  <a:lnTo>
                    <a:pt x="7024537" y="1260041"/>
                  </a:lnTo>
                  <a:lnTo>
                    <a:pt x="7112989" y="1276633"/>
                  </a:lnTo>
                  <a:lnTo>
                    <a:pt x="7206117" y="1296304"/>
                  </a:lnTo>
                  <a:lnTo>
                    <a:pt x="7300781" y="1318995"/>
                  </a:lnTo>
                  <a:lnTo>
                    <a:pt x="7394301" y="1344648"/>
                  </a:lnTo>
                  <a:lnTo>
                    <a:pt x="7484618" y="1373242"/>
                  </a:lnTo>
                  <a:lnTo>
                    <a:pt x="7570322" y="1404823"/>
                  </a:lnTo>
                  <a:lnTo>
                    <a:pt x="7650596" y="1439523"/>
                  </a:lnTo>
                  <a:lnTo>
                    <a:pt x="7725113" y="1477567"/>
                  </a:lnTo>
                  <a:lnTo>
                    <a:pt x="7793912" y="1519276"/>
                  </a:lnTo>
                  <a:lnTo>
                    <a:pt x="7857297" y="1565058"/>
                  </a:lnTo>
                  <a:lnTo>
                    <a:pt x="7915740" y="1615403"/>
                  </a:lnTo>
                  <a:lnTo>
                    <a:pt x="7969816" y="1670864"/>
                  </a:lnTo>
                  <a:lnTo>
                    <a:pt x="8020147" y="1732019"/>
                  </a:lnTo>
                  <a:lnTo>
                    <a:pt x="8067364" y="1799428"/>
                  </a:lnTo>
                  <a:lnTo>
                    <a:pt x="8112072" y="1873543"/>
                  </a:lnTo>
                  <a:lnTo>
                    <a:pt x="8151487" y="1947897"/>
                  </a:lnTo>
                  <a:lnTo>
                    <a:pt x="8182797" y="2013161"/>
                  </a:lnTo>
                  <a:lnTo>
                    <a:pt x="8213420" y="2082412"/>
                  </a:lnTo>
                  <a:lnTo>
                    <a:pt x="8243513" y="2155732"/>
                  </a:lnTo>
                  <a:lnTo>
                    <a:pt x="8273205" y="2233156"/>
                  </a:lnTo>
                  <a:lnTo>
                    <a:pt x="8302606" y="2314676"/>
                  </a:lnTo>
                  <a:lnTo>
                    <a:pt x="8331805" y="2400228"/>
                  </a:lnTo>
                  <a:lnTo>
                    <a:pt x="8360875" y="2489696"/>
                  </a:lnTo>
                  <a:lnTo>
                    <a:pt x="8389873" y="2582905"/>
                  </a:lnTo>
                  <a:lnTo>
                    <a:pt x="8418842" y="2679621"/>
                  </a:lnTo>
                  <a:lnTo>
                    <a:pt x="8447815" y="2779553"/>
                  </a:lnTo>
                  <a:lnTo>
                    <a:pt x="8476810" y="2882350"/>
                  </a:lnTo>
                  <a:lnTo>
                    <a:pt x="8505840" y="2987614"/>
                  </a:lnTo>
                  <a:lnTo>
                    <a:pt x="8534907" y="3094894"/>
                  </a:lnTo>
                  <a:lnTo>
                    <a:pt x="8564007" y="3203703"/>
                  </a:lnTo>
                  <a:lnTo>
                    <a:pt x="8593130" y="3313523"/>
                  </a:lnTo>
                  <a:lnTo>
                    <a:pt x="8622265" y="3423814"/>
                  </a:lnTo>
                  <a:lnTo>
                    <a:pt x="8651398" y="3534026"/>
                  </a:lnTo>
                  <a:lnTo>
                    <a:pt x="8680516" y="3643613"/>
                  </a:lnTo>
                  <a:lnTo>
                    <a:pt x="8709607" y="3752040"/>
                  </a:lnTo>
                  <a:lnTo>
                    <a:pt x="8738663" y="3858795"/>
                  </a:lnTo>
                  <a:lnTo>
                    <a:pt x="8767683" y="3963401"/>
                  </a:lnTo>
                  <a:lnTo>
                    <a:pt x="8796671" y="4065423"/>
                  </a:lnTo>
                  <a:lnTo>
                    <a:pt x="8825640" y="4164474"/>
                  </a:lnTo>
                  <a:lnTo>
                    <a:pt x="8854614" y="4260221"/>
                  </a:lnTo>
                  <a:lnTo>
                    <a:pt x="8883627" y="4352389"/>
                  </a:lnTo>
                  <a:lnTo>
                    <a:pt x="8912727" y="4440760"/>
                  </a:lnTo>
                  <a:lnTo>
                    <a:pt x="8941975" y="4525176"/>
                  </a:lnTo>
                  <a:lnTo>
                    <a:pt x="8971449" y="4605536"/>
                  </a:lnTo>
                  <a:lnTo>
                    <a:pt x="9001243" y="4681793"/>
                  </a:lnTo>
                  <a:lnTo>
                    <a:pt x="9031472" y="4753951"/>
                  </a:lnTo>
                  <a:lnTo>
                    <a:pt x="9062274" y="4822060"/>
                  </a:lnTo>
                  <a:lnTo>
                    <a:pt x="9084767" y="4868382"/>
                  </a:lnTo>
                  <a:lnTo>
                    <a:pt x="9127651" y="4948871"/>
                  </a:lnTo>
                  <a:lnTo>
                    <a:pt x="9172537" y="5022441"/>
                  </a:lnTo>
                  <a:lnTo>
                    <a:pt x="9219978" y="5089335"/>
                  </a:lnTo>
                  <a:lnTo>
                    <a:pt x="9270584" y="5150018"/>
                  </a:lnTo>
                  <a:lnTo>
                    <a:pt x="9324984" y="5205051"/>
                  </a:lnTo>
                  <a:lnTo>
                    <a:pt x="9383799" y="5255015"/>
                  </a:lnTo>
                  <a:lnTo>
                    <a:pt x="9447598" y="5300457"/>
                  </a:lnTo>
                  <a:lnTo>
                    <a:pt x="9516842" y="5341860"/>
                  </a:lnTo>
                  <a:lnTo>
                    <a:pt x="9591819" y="5379629"/>
                  </a:lnTo>
                  <a:lnTo>
                    <a:pt x="9672542" y="5414074"/>
                  </a:lnTo>
                  <a:lnTo>
                    <a:pt x="9758649" y="5445415"/>
                  </a:lnTo>
                  <a:lnTo>
                    <a:pt x="9849279" y="5473775"/>
                  </a:lnTo>
                  <a:lnTo>
                    <a:pt x="9942974" y="5499194"/>
                  </a:lnTo>
                  <a:lnTo>
                    <a:pt x="10037622" y="5521648"/>
                  </a:lnTo>
                  <a:lnTo>
                    <a:pt x="10130498" y="5541076"/>
                  </a:lnTo>
                  <a:lnTo>
                    <a:pt x="10218437" y="5557422"/>
                  </a:lnTo>
                  <a:lnTo>
                    <a:pt x="10298150" y="5570682"/>
                  </a:lnTo>
                  <a:lnTo>
                    <a:pt x="10366657" y="5580942"/>
                  </a:lnTo>
                  <a:lnTo>
                    <a:pt x="10421767" y="5588412"/>
                  </a:lnTo>
                  <a:lnTo>
                    <a:pt x="10462469" y="5593427"/>
                  </a:lnTo>
                  <a:lnTo>
                    <a:pt x="10489166" y="5596427"/>
                  </a:lnTo>
                  <a:lnTo>
                    <a:pt x="10503695" y="5597921"/>
                  </a:lnTo>
                  <a:lnTo>
                    <a:pt x="10509190" y="5598440"/>
                  </a:lnTo>
                  <a:lnTo>
                    <a:pt x="10509911" y="5598503"/>
                  </a:lnTo>
                  <a:lnTo>
                    <a:pt x="11981298" y="559850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6" name="pl106"/>
            <p:cNvSpPr/>
            <p:nvPr/>
          </p:nvSpPr>
          <p:spPr>
            <a:xfrm>
              <a:off x="4799595" y="3737474"/>
              <a:ext cx="11981298" cy="5598503"/>
            </a:xfrm>
            <a:custGeom>
              <a:avLst/>
              <a:pathLst>
                <a:path w="11981298" h="5598503">
                  <a:moveTo>
                    <a:pt x="11981298" y="5598503"/>
                  </a:moveTo>
                  <a:lnTo>
                    <a:pt x="10509911" y="5598503"/>
                  </a:lnTo>
                  <a:lnTo>
                    <a:pt x="10508991" y="5598422"/>
                  </a:lnTo>
                  <a:lnTo>
                    <a:pt x="10502921" y="5597845"/>
                  </a:lnTo>
                  <a:lnTo>
                    <a:pt x="10487525" y="5596251"/>
                  </a:lnTo>
                  <a:lnTo>
                    <a:pt x="10459765" y="5593109"/>
                  </a:lnTo>
                  <a:lnTo>
                    <a:pt x="10417915" y="5587914"/>
                  </a:lnTo>
                  <a:lnTo>
                    <a:pt x="10361688" y="5580233"/>
                  </a:lnTo>
                  <a:lnTo>
                    <a:pt x="10292198" y="5569741"/>
                  </a:lnTo>
                  <a:lnTo>
                    <a:pt x="10211717" y="5556238"/>
                  </a:lnTo>
                  <a:lnTo>
                    <a:pt x="10123264" y="5539646"/>
                  </a:lnTo>
                  <a:lnTo>
                    <a:pt x="10030136" y="5519976"/>
                  </a:lnTo>
                  <a:lnTo>
                    <a:pt x="9935472" y="5497284"/>
                  </a:lnTo>
                  <a:lnTo>
                    <a:pt x="9841952" y="5471632"/>
                  </a:lnTo>
                  <a:lnTo>
                    <a:pt x="9751636" y="5443038"/>
                  </a:lnTo>
                  <a:lnTo>
                    <a:pt x="9665932" y="5411457"/>
                  </a:lnTo>
                  <a:lnTo>
                    <a:pt x="9585657" y="5376756"/>
                  </a:lnTo>
                  <a:lnTo>
                    <a:pt x="9511140" y="5338712"/>
                  </a:lnTo>
                  <a:lnTo>
                    <a:pt x="9442341" y="5297004"/>
                  </a:lnTo>
                  <a:lnTo>
                    <a:pt x="9378957" y="5251222"/>
                  </a:lnTo>
                  <a:lnTo>
                    <a:pt x="9320513" y="5200876"/>
                  </a:lnTo>
                  <a:lnTo>
                    <a:pt x="9266437" y="5145416"/>
                  </a:lnTo>
                  <a:lnTo>
                    <a:pt x="9216106" y="5084260"/>
                  </a:lnTo>
                  <a:lnTo>
                    <a:pt x="9168889" y="5016851"/>
                  </a:lnTo>
                  <a:lnTo>
                    <a:pt x="9124181" y="4942737"/>
                  </a:lnTo>
                  <a:lnTo>
                    <a:pt x="9084767" y="4868382"/>
                  </a:lnTo>
                  <a:lnTo>
                    <a:pt x="9053456" y="4803118"/>
                  </a:lnTo>
                  <a:lnTo>
                    <a:pt x="9022833" y="4733867"/>
                  </a:lnTo>
                  <a:lnTo>
                    <a:pt x="8992740" y="4660548"/>
                  </a:lnTo>
                  <a:lnTo>
                    <a:pt x="8963048" y="4583123"/>
                  </a:lnTo>
                  <a:lnTo>
                    <a:pt x="8933647" y="4501604"/>
                  </a:lnTo>
                  <a:lnTo>
                    <a:pt x="8904448" y="4416051"/>
                  </a:lnTo>
                  <a:lnTo>
                    <a:pt x="8875378" y="4326583"/>
                  </a:lnTo>
                  <a:lnTo>
                    <a:pt x="8846381" y="4233374"/>
                  </a:lnTo>
                  <a:lnTo>
                    <a:pt x="8817411" y="4136658"/>
                  </a:lnTo>
                  <a:lnTo>
                    <a:pt x="8788439" y="4036727"/>
                  </a:lnTo>
                  <a:lnTo>
                    <a:pt x="8759443" y="3933929"/>
                  </a:lnTo>
                  <a:lnTo>
                    <a:pt x="8730413" y="3828666"/>
                  </a:lnTo>
                  <a:lnTo>
                    <a:pt x="8701346" y="3721386"/>
                  </a:lnTo>
                  <a:lnTo>
                    <a:pt x="8672247" y="3612576"/>
                  </a:lnTo>
                  <a:lnTo>
                    <a:pt x="8643123" y="3502757"/>
                  </a:lnTo>
                  <a:lnTo>
                    <a:pt x="8613988" y="3392466"/>
                  </a:lnTo>
                  <a:lnTo>
                    <a:pt x="8584855" y="3282253"/>
                  </a:lnTo>
                  <a:lnTo>
                    <a:pt x="8555737" y="3172667"/>
                  </a:lnTo>
                  <a:lnTo>
                    <a:pt x="8526646" y="3064240"/>
                  </a:lnTo>
                  <a:lnTo>
                    <a:pt x="8497590" y="2957485"/>
                  </a:lnTo>
                  <a:lnTo>
                    <a:pt x="8468570" y="2852878"/>
                  </a:lnTo>
                  <a:lnTo>
                    <a:pt x="8439582" y="2750856"/>
                  </a:lnTo>
                  <a:lnTo>
                    <a:pt x="8410613" y="2651805"/>
                  </a:lnTo>
                  <a:lnTo>
                    <a:pt x="8381639" y="2556058"/>
                  </a:lnTo>
                  <a:lnTo>
                    <a:pt x="8352626" y="2463891"/>
                  </a:lnTo>
                  <a:lnTo>
                    <a:pt x="8323526" y="2375520"/>
                  </a:lnTo>
                  <a:lnTo>
                    <a:pt x="8294278" y="2291104"/>
                  </a:lnTo>
                  <a:lnTo>
                    <a:pt x="8264804" y="2210743"/>
                  </a:lnTo>
                  <a:lnTo>
                    <a:pt x="8235010" y="2134486"/>
                  </a:lnTo>
                  <a:lnTo>
                    <a:pt x="8204781" y="2062329"/>
                  </a:lnTo>
                  <a:lnTo>
                    <a:pt x="8173979" y="1994220"/>
                  </a:lnTo>
                  <a:lnTo>
                    <a:pt x="8151487" y="1947897"/>
                  </a:lnTo>
                  <a:lnTo>
                    <a:pt x="8108602" y="1867409"/>
                  </a:lnTo>
                  <a:lnTo>
                    <a:pt x="8063716" y="1793839"/>
                  </a:lnTo>
                  <a:lnTo>
                    <a:pt x="8016275" y="1726945"/>
                  </a:lnTo>
                  <a:lnTo>
                    <a:pt x="7965670" y="1666262"/>
                  </a:lnTo>
                  <a:lnTo>
                    <a:pt x="7911269" y="1611229"/>
                  </a:lnTo>
                  <a:lnTo>
                    <a:pt x="7852454" y="1561265"/>
                  </a:lnTo>
                  <a:lnTo>
                    <a:pt x="7788655" y="1515823"/>
                  </a:lnTo>
                  <a:lnTo>
                    <a:pt x="7719411" y="1474419"/>
                  </a:lnTo>
                  <a:lnTo>
                    <a:pt x="7644435" y="1436651"/>
                  </a:lnTo>
                  <a:lnTo>
                    <a:pt x="7563711" y="1402205"/>
                  </a:lnTo>
                  <a:lnTo>
                    <a:pt x="7477604" y="1370865"/>
                  </a:lnTo>
                  <a:lnTo>
                    <a:pt x="7386974" y="1342505"/>
                  </a:lnTo>
                  <a:lnTo>
                    <a:pt x="7293279" y="1317086"/>
                  </a:lnTo>
                  <a:lnTo>
                    <a:pt x="7198632" y="1294632"/>
                  </a:lnTo>
                  <a:lnTo>
                    <a:pt x="7105755" y="1275204"/>
                  </a:lnTo>
                  <a:lnTo>
                    <a:pt x="7017816" y="1258857"/>
                  </a:lnTo>
                  <a:lnTo>
                    <a:pt x="6938103" y="1245598"/>
                  </a:lnTo>
                  <a:lnTo>
                    <a:pt x="6869596" y="1235337"/>
                  </a:lnTo>
                  <a:lnTo>
                    <a:pt x="6814486" y="1227867"/>
                  </a:lnTo>
                  <a:lnTo>
                    <a:pt x="6773784" y="1222853"/>
                  </a:lnTo>
                  <a:lnTo>
                    <a:pt x="6747087" y="1219852"/>
                  </a:lnTo>
                  <a:lnTo>
                    <a:pt x="6732558" y="1218358"/>
                  </a:lnTo>
                  <a:lnTo>
                    <a:pt x="6727063" y="1217839"/>
                  </a:lnTo>
                  <a:lnTo>
                    <a:pt x="6726343" y="1217776"/>
                  </a:lnTo>
                  <a:lnTo>
                    <a:pt x="5254955" y="1217776"/>
                  </a:lnTo>
                  <a:lnTo>
                    <a:pt x="5253735" y="1217746"/>
                  </a:lnTo>
                  <a:lnTo>
                    <a:pt x="5245730" y="1217532"/>
                  </a:lnTo>
                  <a:lnTo>
                    <a:pt x="5225592" y="1216938"/>
                  </a:lnTo>
                  <a:lnTo>
                    <a:pt x="5189695" y="1215771"/>
                  </a:lnTo>
                  <a:lnTo>
                    <a:pt x="5136406" y="1213850"/>
                  </a:lnTo>
                  <a:lnTo>
                    <a:pt x="5066207" y="1211033"/>
                  </a:lnTo>
                  <a:lnTo>
                    <a:pt x="4981482" y="1207224"/>
                  </a:lnTo>
                  <a:lnTo>
                    <a:pt x="4885970" y="1202379"/>
                  </a:lnTo>
                  <a:lnTo>
                    <a:pt x="4784014" y="1196495"/>
                  </a:lnTo>
                  <a:lnTo>
                    <a:pt x="4679850" y="1189592"/>
                  </a:lnTo>
                  <a:lnTo>
                    <a:pt x="4577080" y="1181691"/>
                  </a:lnTo>
                  <a:lnTo>
                    <a:pt x="4478399" y="1172798"/>
                  </a:lnTo>
                  <a:lnTo>
                    <a:pt x="4385554" y="1162893"/>
                  </a:lnTo>
                  <a:lnTo>
                    <a:pt x="4299458" y="1151916"/>
                  </a:lnTo>
                  <a:lnTo>
                    <a:pt x="4220357" y="1139772"/>
                  </a:lnTo>
                  <a:lnTo>
                    <a:pt x="4148024" y="1126327"/>
                  </a:lnTo>
                  <a:lnTo>
                    <a:pt x="4081916" y="1111412"/>
                  </a:lnTo>
                  <a:lnTo>
                    <a:pt x="4021307" y="1094828"/>
                  </a:lnTo>
                  <a:lnTo>
                    <a:pt x="3965377" y="1076363"/>
                  </a:lnTo>
                  <a:lnTo>
                    <a:pt x="3913287" y="1055808"/>
                  </a:lnTo>
                  <a:lnTo>
                    <a:pt x="3864228" y="1032995"/>
                  </a:lnTo>
                  <a:lnTo>
                    <a:pt x="3829811" y="1014813"/>
                  </a:lnTo>
                  <a:lnTo>
                    <a:pt x="3780839" y="985751"/>
                  </a:lnTo>
                  <a:lnTo>
                    <a:pt x="3733346" y="953910"/>
                  </a:lnTo>
                  <a:lnTo>
                    <a:pt x="3686810" y="919243"/>
                  </a:lnTo>
                  <a:lnTo>
                    <a:pt x="3640836" y="881787"/>
                  </a:lnTo>
                  <a:lnTo>
                    <a:pt x="3595140" y="841669"/>
                  </a:lnTo>
                  <a:lnTo>
                    <a:pt x="3549531" y="799116"/>
                  </a:lnTo>
                  <a:lnTo>
                    <a:pt x="3503892" y="754456"/>
                  </a:lnTo>
                  <a:lnTo>
                    <a:pt x="3458171" y="708107"/>
                  </a:lnTo>
                  <a:lnTo>
                    <a:pt x="3412364" y="660568"/>
                  </a:lnTo>
                  <a:lnTo>
                    <a:pt x="3366503" y="612396"/>
                  </a:lnTo>
                  <a:lnTo>
                    <a:pt x="3320639" y="564181"/>
                  </a:lnTo>
                  <a:lnTo>
                    <a:pt x="3274822" y="516515"/>
                  </a:lnTo>
                  <a:lnTo>
                    <a:pt x="3229087" y="469960"/>
                  </a:lnTo>
                  <a:lnTo>
                    <a:pt x="3183438" y="425026"/>
                  </a:lnTo>
                  <a:lnTo>
                    <a:pt x="3137830" y="382145"/>
                  </a:lnTo>
                  <a:lnTo>
                    <a:pt x="3092157" y="341657"/>
                  </a:lnTo>
                  <a:lnTo>
                    <a:pt x="3046239" y="303803"/>
                  </a:lnTo>
                  <a:lnTo>
                    <a:pt x="2999806" y="268727"/>
                  </a:lnTo>
                  <a:lnTo>
                    <a:pt x="2952481" y="236476"/>
                  </a:lnTo>
                  <a:lnTo>
                    <a:pt x="2903762" y="207016"/>
                  </a:lnTo>
                  <a:lnTo>
                    <a:pt x="2896531" y="202962"/>
                  </a:lnTo>
                  <a:lnTo>
                    <a:pt x="2849226" y="178442"/>
                  </a:lnTo>
                  <a:lnTo>
                    <a:pt x="2799430" y="156245"/>
                  </a:lnTo>
                  <a:lnTo>
                    <a:pt x="2746393" y="136269"/>
                  </a:lnTo>
                  <a:lnTo>
                    <a:pt x="2689293" y="118330"/>
                  </a:lnTo>
                  <a:lnTo>
                    <a:pt x="2627288" y="102214"/>
                  </a:lnTo>
                  <a:lnTo>
                    <a:pt x="2559578" y="87710"/>
                  </a:lnTo>
                  <a:lnTo>
                    <a:pt x="2485475" y="74629"/>
                  </a:lnTo>
                  <a:lnTo>
                    <a:pt x="2404506" y="62809"/>
                  </a:lnTo>
                  <a:lnTo>
                    <a:pt x="2316553" y="52127"/>
                  </a:lnTo>
                  <a:lnTo>
                    <a:pt x="2222024" y="42497"/>
                  </a:lnTo>
                  <a:lnTo>
                    <a:pt x="2122038" y="33872"/>
                  </a:lnTo>
                  <a:lnTo>
                    <a:pt x="2018590" y="26236"/>
                  </a:lnTo>
                  <a:lnTo>
                    <a:pt x="1914632" y="19604"/>
                  </a:lnTo>
                  <a:lnTo>
                    <a:pt x="1813971" y="13997"/>
                  </a:lnTo>
                  <a:lnTo>
                    <a:pt x="1720933" y="9431"/>
                  </a:lnTo>
                  <a:lnTo>
                    <a:pt x="1639777" y="5894"/>
                  </a:lnTo>
                  <a:lnTo>
                    <a:pt x="1573945" y="3328"/>
                  </a:lnTo>
                  <a:lnTo>
                    <a:pt x="1525355" y="1625"/>
                  </a:lnTo>
                  <a:lnTo>
                    <a:pt x="1493927" y="630"/>
                  </a:lnTo>
                  <a:lnTo>
                    <a:pt x="1477471" y="158"/>
                  </a:lnTo>
                  <a:lnTo>
                    <a:pt x="1471873" y="11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7" name="pg107"/>
            <p:cNvSpPr/>
            <p:nvPr/>
          </p:nvSpPr>
          <p:spPr>
            <a:xfrm>
              <a:off x="4799595" y="3745647"/>
              <a:ext cx="11981298" cy="6227824"/>
            </a:xfrm>
            <a:custGeom>
              <a:avLst/>
              <a:pathLst>
                <a:path w="11981298" h="6227824">
                  <a:moveTo>
                    <a:pt x="0" y="8172"/>
                  </a:moveTo>
                  <a:lnTo>
                    <a:pt x="1471387" y="8172"/>
                  </a:lnTo>
                  <a:lnTo>
                    <a:pt x="1472606" y="8203"/>
                  </a:lnTo>
                  <a:lnTo>
                    <a:pt x="1480605" y="8424"/>
                  </a:lnTo>
                  <a:lnTo>
                    <a:pt x="1500728" y="9032"/>
                  </a:lnTo>
                  <a:lnTo>
                    <a:pt x="1536599" y="10230"/>
                  </a:lnTo>
                  <a:lnTo>
                    <a:pt x="1589852" y="12200"/>
                  </a:lnTo>
                  <a:lnTo>
                    <a:pt x="1660009" y="15091"/>
                  </a:lnTo>
                  <a:lnTo>
                    <a:pt x="1744688" y="19000"/>
                  </a:lnTo>
                  <a:lnTo>
                    <a:pt x="1840158" y="23972"/>
                  </a:lnTo>
                  <a:lnTo>
                    <a:pt x="1942076" y="30009"/>
                  </a:lnTo>
                  <a:lnTo>
                    <a:pt x="2046211" y="37093"/>
                  </a:lnTo>
                  <a:lnTo>
                    <a:pt x="2148961" y="45201"/>
                  </a:lnTo>
                  <a:lnTo>
                    <a:pt x="2247632" y="54327"/>
                  </a:lnTo>
                  <a:lnTo>
                    <a:pt x="2340473" y="64492"/>
                  </a:lnTo>
                  <a:lnTo>
                    <a:pt x="2426571" y="75756"/>
                  </a:lnTo>
                  <a:lnTo>
                    <a:pt x="2505678" y="88217"/>
                  </a:lnTo>
                  <a:lnTo>
                    <a:pt x="2578019" y="102014"/>
                  </a:lnTo>
                  <a:lnTo>
                    <a:pt x="2644135" y="117319"/>
                  </a:lnTo>
                  <a:lnTo>
                    <a:pt x="2704752" y="134334"/>
                  </a:lnTo>
                  <a:lnTo>
                    <a:pt x="2760688" y="153279"/>
                  </a:lnTo>
                  <a:lnTo>
                    <a:pt x="2812782" y="174368"/>
                  </a:lnTo>
                  <a:lnTo>
                    <a:pt x="2861842" y="197775"/>
                  </a:lnTo>
                  <a:lnTo>
                    <a:pt x="2896531" y="216584"/>
                  </a:lnTo>
                  <a:lnTo>
                    <a:pt x="2945226" y="246246"/>
                  </a:lnTo>
                  <a:lnTo>
                    <a:pt x="2992453" y="278728"/>
                  </a:lnTo>
                  <a:lnTo>
                    <a:pt x="3038732" y="314078"/>
                  </a:lnTo>
                  <a:lnTo>
                    <a:pt x="3084449" y="352262"/>
                  </a:lnTo>
                  <a:lnTo>
                    <a:pt x="3129884" y="393151"/>
                  </a:lnTo>
                  <a:lnTo>
                    <a:pt x="3175231" y="436519"/>
                  </a:lnTo>
                  <a:lnTo>
                    <a:pt x="3220604" y="482040"/>
                  </a:lnTo>
                  <a:lnTo>
                    <a:pt x="3266057" y="529295"/>
                  </a:lnTo>
                  <a:lnTo>
                    <a:pt x="3311596" y="577781"/>
                  </a:lnTo>
                  <a:lnTo>
                    <a:pt x="3357190" y="626941"/>
                  </a:lnTo>
                  <a:lnTo>
                    <a:pt x="3402790" y="676179"/>
                  </a:lnTo>
                  <a:lnTo>
                    <a:pt x="3448347" y="724898"/>
                  </a:lnTo>
                  <a:lnTo>
                    <a:pt x="3493825" y="772527"/>
                  </a:lnTo>
                  <a:lnTo>
                    <a:pt x="3539216" y="818547"/>
                  </a:lnTo>
                  <a:lnTo>
                    <a:pt x="3584561" y="862515"/>
                  </a:lnTo>
                  <a:lnTo>
                    <a:pt x="3629958" y="904081"/>
                  </a:lnTo>
                  <a:lnTo>
                    <a:pt x="3675577" y="942990"/>
                  </a:lnTo>
                  <a:lnTo>
                    <a:pt x="3721675" y="979091"/>
                  </a:lnTo>
                  <a:lnTo>
                    <a:pt x="3768610" y="1012324"/>
                  </a:lnTo>
                  <a:lnTo>
                    <a:pt x="3816862" y="1042717"/>
                  </a:lnTo>
                  <a:lnTo>
                    <a:pt x="3829811" y="1050230"/>
                  </a:lnTo>
                  <a:lnTo>
                    <a:pt x="3877103" y="1075402"/>
                  </a:lnTo>
                  <a:lnTo>
                    <a:pt x="3926884" y="1098189"/>
                  </a:lnTo>
                  <a:lnTo>
                    <a:pt x="3979904" y="1118698"/>
                  </a:lnTo>
                  <a:lnTo>
                    <a:pt x="4036985" y="1137116"/>
                  </a:lnTo>
                  <a:lnTo>
                    <a:pt x="4098967" y="1153662"/>
                  </a:lnTo>
                  <a:lnTo>
                    <a:pt x="4166649" y="1168553"/>
                  </a:lnTo>
                  <a:lnTo>
                    <a:pt x="4240721" y="1181984"/>
                  </a:lnTo>
                  <a:lnTo>
                    <a:pt x="4321654" y="1194120"/>
                  </a:lnTo>
                  <a:lnTo>
                    <a:pt x="4409567" y="1205089"/>
                  </a:lnTo>
                  <a:lnTo>
                    <a:pt x="4504054" y="1214977"/>
                  </a:lnTo>
                  <a:lnTo>
                    <a:pt x="4604001" y="1223835"/>
                  </a:lnTo>
                  <a:lnTo>
                    <a:pt x="4707414" y="1231676"/>
                  </a:lnTo>
                  <a:lnTo>
                    <a:pt x="4811348" y="1238489"/>
                  </a:lnTo>
                  <a:lnTo>
                    <a:pt x="4912002" y="1244248"/>
                  </a:lnTo>
                  <a:lnTo>
                    <a:pt x="5005053" y="1248940"/>
                  </a:lnTo>
                  <a:lnTo>
                    <a:pt x="5086245" y="1252575"/>
                  </a:lnTo>
                  <a:lnTo>
                    <a:pt x="5152133" y="1255213"/>
                  </a:lnTo>
                  <a:lnTo>
                    <a:pt x="5200794" y="1256965"/>
                  </a:lnTo>
                  <a:lnTo>
                    <a:pt x="5232295" y="1257990"/>
                  </a:lnTo>
                  <a:lnTo>
                    <a:pt x="5248816" y="1258477"/>
                  </a:lnTo>
                  <a:lnTo>
                    <a:pt x="5254458" y="1258629"/>
                  </a:lnTo>
                  <a:lnTo>
                    <a:pt x="5254955" y="1258641"/>
                  </a:lnTo>
                  <a:lnTo>
                    <a:pt x="6726343" y="1258641"/>
                  </a:lnTo>
                  <a:lnTo>
                    <a:pt x="6727225" y="1258729"/>
                  </a:lnTo>
                  <a:lnTo>
                    <a:pt x="6733057" y="1259357"/>
                  </a:lnTo>
                  <a:lnTo>
                    <a:pt x="6747864" y="1261091"/>
                  </a:lnTo>
                  <a:lnTo>
                    <a:pt x="6774601" y="1264508"/>
                  </a:lnTo>
                  <a:lnTo>
                    <a:pt x="6814989" y="1270161"/>
                  </a:lnTo>
                  <a:lnTo>
                    <a:pt x="6869391" y="1278528"/>
                  </a:lnTo>
                  <a:lnTo>
                    <a:pt x="6936831" y="1289973"/>
                  </a:lnTo>
                  <a:lnTo>
                    <a:pt x="7015216" y="1304724"/>
                  </a:lnTo>
                  <a:lnTo>
                    <a:pt x="7101700" y="1322880"/>
                  </a:lnTo>
                  <a:lnTo>
                    <a:pt x="7193128" y="1344438"/>
                  </a:lnTo>
                  <a:lnTo>
                    <a:pt x="7286449" y="1369339"/>
                  </a:lnTo>
                  <a:lnTo>
                    <a:pt x="7379014" y="1397515"/>
                  </a:lnTo>
                  <a:lnTo>
                    <a:pt x="7468748" y="1428935"/>
                  </a:lnTo>
                  <a:lnTo>
                    <a:pt x="7554196" y="1463635"/>
                  </a:lnTo>
                  <a:lnTo>
                    <a:pt x="7634474" y="1501740"/>
                  </a:lnTo>
                  <a:lnTo>
                    <a:pt x="7709184" y="1543474"/>
                  </a:lnTo>
                  <a:lnTo>
                    <a:pt x="7778299" y="1589164"/>
                  </a:lnTo>
                  <a:lnTo>
                    <a:pt x="7842059" y="1639234"/>
                  </a:lnTo>
                  <a:lnTo>
                    <a:pt x="7900888" y="1694197"/>
                  </a:lnTo>
                  <a:lnTo>
                    <a:pt x="7955316" y="1754640"/>
                  </a:lnTo>
                  <a:lnTo>
                    <a:pt x="8005933" y="1821189"/>
                  </a:lnTo>
                  <a:lnTo>
                    <a:pt x="8053345" y="1894466"/>
                  </a:lnTo>
                  <a:lnTo>
                    <a:pt x="8098142" y="1975010"/>
                  </a:lnTo>
                  <a:lnTo>
                    <a:pt x="8140871" y="2063157"/>
                  </a:lnTo>
                  <a:lnTo>
                    <a:pt x="8151487" y="2086838"/>
                  </a:lnTo>
                  <a:lnTo>
                    <a:pt x="8181058" y="2156592"/>
                  </a:lnTo>
                  <a:lnTo>
                    <a:pt x="8210009" y="2230370"/>
                  </a:lnTo>
                  <a:lnTo>
                    <a:pt x="8238474" y="2308251"/>
                  </a:lnTo>
                  <a:lnTo>
                    <a:pt x="8266563" y="2390279"/>
                  </a:lnTo>
                  <a:lnTo>
                    <a:pt x="8294373" y="2476451"/>
                  </a:lnTo>
                  <a:lnTo>
                    <a:pt x="8321983" y="2566722"/>
                  </a:lnTo>
                  <a:lnTo>
                    <a:pt x="8349457" y="2660997"/>
                  </a:lnTo>
                  <a:lnTo>
                    <a:pt x="8376849" y="2759129"/>
                  </a:lnTo>
                  <a:lnTo>
                    <a:pt x="8404200" y="2860919"/>
                  </a:lnTo>
                  <a:lnTo>
                    <a:pt x="8431540" y="2966115"/>
                  </a:lnTo>
                  <a:lnTo>
                    <a:pt x="8458893" y="3074412"/>
                  </a:lnTo>
                  <a:lnTo>
                    <a:pt x="8486270" y="3185458"/>
                  </a:lnTo>
                  <a:lnTo>
                    <a:pt x="8513680" y="3298852"/>
                  </a:lnTo>
                  <a:lnTo>
                    <a:pt x="8541122" y="3414156"/>
                  </a:lnTo>
                  <a:lnTo>
                    <a:pt x="8568593" y="3530895"/>
                  </a:lnTo>
                  <a:lnTo>
                    <a:pt x="8596082" y="3648571"/>
                  </a:lnTo>
                  <a:lnTo>
                    <a:pt x="8623582" y="3766667"/>
                  </a:lnTo>
                  <a:lnTo>
                    <a:pt x="8651078" y="3884659"/>
                  </a:lnTo>
                  <a:lnTo>
                    <a:pt x="8678562" y="4002024"/>
                  </a:lnTo>
                  <a:lnTo>
                    <a:pt x="8706021" y="4118252"/>
                  </a:lnTo>
                  <a:lnTo>
                    <a:pt x="8733451" y="4232853"/>
                  </a:lnTo>
                  <a:lnTo>
                    <a:pt x="8760848" y="4345366"/>
                  </a:lnTo>
                  <a:lnTo>
                    <a:pt x="8788215" y="4455367"/>
                  </a:lnTo>
                  <a:lnTo>
                    <a:pt x="8815560" y="4562474"/>
                  </a:lnTo>
                  <a:lnTo>
                    <a:pt x="8842902" y="4666352"/>
                  </a:lnTo>
                  <a:lnTo>
                    <a:pt x="8870264" y="4766718"/>
                  </a:lnTo>
                  <a:lnTo>
                    <a:pt x="8897683" y="4863340"/>
                  </a:lnTo>
                  <a:lnTo>
                    <a:pt x="8925204" y="4956042"/>
                  </a:lnTo>
                  <a:lnTo>
                    <a:pt x="8952885" y="5044695"/>
                  </a:lnTo>
                  <a:lnTo>
                    <a:pt x="8980795" y="5129226"/>
                  </a:lnTo>
                  <a:lnTo>
                    <a:pt x="9009021" y="5209606"/>
                  </a:lnTo>
                  <a:lnTo>
                    <a:pt x="9037664" y="5285853"/>
                  </a:lnTo>
                  <a:lnTo>
                    <a:pt x="9066845" y="5358022"/>
                  </a:lnTo>
                  <a:lnTo>
                    <a:pt x="9084767" y="5399627"/>
                  </a:lnTo>
                  <a:lnTo>
                    <a:pt x="9127048" y="5489723"/>
                  </a:lnTo>
                  <a:lnTo>
                    <a:pt x="9171268" y="5572184"/>
                  </a:lnTo>
                  <a:lnTo>
                    <a:pt x="9217959" y="5647268"/>
                  </a:lnTo>
                  <a:lnTo>
                    <a:pt x="9267702" y="5715474"/>
                  </a:lnTo>
                  <a:lnTo>
                    <a:pt x="9321102" y="5777411"/>
                  </a:lnTo>
                  <a:lnTo>
                    <a:pt x="9378756" y="5833713"/>
                  </a:lnTo>
                  <a:lnTo>
                    <a:pt x="9441214" y="5884978"/>
                  </a:lnTo>
                  <a:lnTo>
                    <a:pt x="9508933" y="5931740"/>
                  </a:lnTo>
                  <a:lnTo>
                    <a:pt x="9582207" y="5974447"/>
                  </a:lnTo>
                  <a:lnTo>
                    <a:pt x="9661088" y="6013452"/>
                  </a:lnTo>
                  <a:lnTo>
                    <a:pt x="9745281" y="6049004"/>
                  </a:lnTo>
                  <a:lnTo>
                    <a:pt x="9834037" y="6081253"/>
                  </a:lnTo>
                  <a:lnTo>
                    <a:pt x="9926053" y="6110256"/>
                  </a:lnTo>
                  <a:lnTo>
                    <a:pt x="10019412" y="6135997"/>
                  </a:lnTo>
                  <a:lnTo>
                    <a:pt x="10111600" y="6158413"/>
                  </a:lnTo>
                  <a:lnTo>
                    <a:pt x="10199646" y="6177440"/>
                  </a:lnTo>
                  <a:lnTo>
                    <a:pt x="10280384" y="6193054"/>
                  </a:lnTo>
                  <a:lnTo>
                    <a:pt x="10350850" y="6205325"/>
                  </a:lnTo>
                  <a:lnTo>
                    <a:pt x="10408716" y="6214447"/>
                  </a:lnTo>
                  <a:lnTo>
                    <a:pt x="10452695" y="6220750"/>
                  </a:lnTo>
                  <a:lnTo>
                    <a:pt x="10482800" y="6224687"/>
                  </a:lnTo>
                  <a:lnTo>
                    <a:pt x="10500413" y="6226795"/>
                  </a:lnTo>
                  <a:lnTo>
                    <a:pt x="10508189" y="6227649"/>
                  </a:lnTo>
                  <a:lnTo>
                    <a:pt x="10509911" y="6227824"/>
                  </a:lnTo>
                  <a:lnTo>
                    <a:pt x="11981298" y="6227824"/>
                  </a:lnTo>
                  <a:lnTo>
                    <a:pt x="11981298" y="6219651"/>
                  </a:lnTo>
                  <a:lnTo>
                    <a:pt x="10509911" y="6219651"/>
                  </a:lnTo>
                  <a:lnTo>
                    <a:pt x="10509028" y="6219563"/>
                  </a:lnTo>
                  <a:lnTo>
                    <a:pt x="10503196" y="6218935"/>
                  </a:lnTo>
                  <a:lnTo>
                    <a:pt x="10488389" y="6217202"/>
                  </a:lnTo>
                  <a:lnTo>
                    <a:pt x="10461652" y="6213784"/>
                  </a:lnTo>
                  <a:lnTo>
                    <a:pt x="10421264" y="6208131"/>
                  </a:lnTo>
                  <a:lnTo>
                    <a:pt x="10366863" y="6199764"/>
                  </a:lnTo>
                  <a:lnTo>
                    <a:pt x="10299422" y="6188319"/>
                  </a:lnTo>
                  <a:lnTo>
                    <a:pt x="10221037" y="6173568"/>
                  </a:lnTo>
                  <a:lnTo>
                    <a:pt x="10134553" y="6155412"/>
                  </a:lnTo>
                  <a:lnTo>
                    <a:pt x="10043125" y="6133854"/>
                  </a:lnTo>
                  <a:lnTo>
                    <a:pt x="9949804" y="6108954"/>
                  </a:lnTo>
                  <a:lnTo>
                    <a:pt x="9857240" y="6080778"/>
                  </a:lnTo>
                  <a:lnTo>
                    <a:pt x="9767505" y="6049358"/>
                  </a:lnTo>
                  <a:lnTo>
                    <a:pt x="9682058" y="6014658"/>
                  </a:lnTo>
                  <a:lnTo>
                    <a:pt x="9601779" y="5976553"/>
                  </a:lnTo>
                  <a:lnTo>
                    <a:pt x="9527069" y="5934818"/>
                  </a:lnTo>
                  <a:lnTo>
                    <a:pt x="9457955" y="5889129"/>
                  </a:lnTo>
                  <a:lnTo>
                    <a:pt x="9394194" y="5839059"/>
                  </a:lnTo>
                  <a:lnTo>
                    <a:pt x="9335366" y="5784095"/>
                  </a:lnTo>
                  <a:lnTo>
                    <a:pt x="9280937" y="5723653"/>
                  </a:lnTo>
                  <a:lnTo>
                    <a:pt x="9230320" y="5657104"/>
                  </a:lnTo>
                  <a:lnTo>
                    <a:pt x="9182909" y="5583827"/>
                  </a:lnTo>
                  <a:lnTo>
                    <a:pt x="9138112" y="5503282"/>
                  </a:lnTo>
                  <a:lnTo>
                    <a:pt x="9095382" y="5415136"/>
                  </a:lnTo>
                  <a:lnTo>
                    <a:pt x="9084767" y="5391454"/>
                  </a:lnTo>
                  <a:lnTo>
                    <a:pt x="9055195" y="5321700"/>
                  </a:lnTo>
                  <a:lnTo>
                    <a:pt x="9026244" y="5247923"/>
                  </a:lnTo>
                  <a:lnTo>
                    <a:pt x="8997779" y="5170041"/>
                  </a:lnTo>
                  <a:lnTo>
                    <a:pt x="8969690" y="5088014"/>
                  </a:lnTo>
                  <a:lnTo>
                    <a:pt x="8941880" y="5001841"/>
                  </a:lnTo>
                  <a:lnTo>
                    <a:pt x="8914270" y="4911570"/>
                  </a:lnTo>
                  <a:lnTo>
                    <a:pt x="8886796" y="4817295"/>
                  </a:lnTo>
                  <a:lnTo>
                    <a:pt x="8859404" y="4719163"/>
                  </a:lnTo>
                  <a:lnTo>
                    <a:pt x="8832054" y="4617373"/>
                  </a:lnTo>
                  <a:lnTo>
                    <a:pt x="8804713" y="4512178"/>
                  </a:lnTo>
                  <a:lnTo>
                    <a:pt x="8777361" y="4403880"/>
                  </a:lnTo>
                  <a:lnTo>
                    <a:pt x="8749983" y="4292835"/>
                  </a:lnTo>
                  <a:lnTo>
                    <a:pt x="8722573" y="4179440"/>
                  </a:lnTo>
                  <a:lnTo>
                    <a:pt x="8695131" y="4064136"/>
                  </a:lnTo>
                  <a:lnTo>
                    <a:pt x="8667661" y="3947397"/>
                  </a:lnTo>
                  <a:lnTo>
                    <a:pt x="8640171" y="3829721"/>
                  </a:lnTo>
                  <a:lnTo>
                    <a:pt x="8612672" y="3711626"/>
                  </a:lnTo>
                  <a:lnTo>
                    <a:pt x="8585175" y="3593634"/>
                  </a:lnTo>
                  <a:lnTo>
                    <a:pt x="8557692" y="3476269"/>
                  </a:lnTo>
                  <a:lnTo>
                    <a:pt x="8530232" y="3360040"/>
                  </a:lnTo>
                  <a:lnTo>
                    <a:pt x="8502802" y="3245439"/>
                  </a:lnTo>
                  <a:lnTo>
                    <a:pt x="8475405" y="3132926"/>
                  </a:lnTo>
                  <a:lnTo>
                    <a:pt x="8448039" y="3022925"/>
                  </a:lnTo>
                  <a:lnTo>
                    <a:pt x="8420693" y="2915819"/>
                  </a:lnTo>
                  <a:lnTo>
                    <a:pt x="8393352" y="2811941"/>
                  </a:lnTo>
                  <a:lnTo>
                    <a:pt x="8365989" y="2711575"/>
                  </a:lnTo>
                  <a:lnTo>
                    <a:pt x="8338570" y="2614952"/>
                  </a:lnTo>
                  <a:lnTo>
                    <a:pt x="8311049" y="2522251"/>
                  </a:lnTo>
                  <a:lnTo>
                    <a:pt x="8283369" y="2433597"/>
                  </a:lnTo>
                  <a:lnTo>
                    <a:pt x="8255458" y="2349066"/>
                  </a:lnTo>
                  <a:lnTo>
                    <a:pt x="8227232" y="2268686"/>
                  </a:lnTo>
                  <a:lnTo>
                    <a:pt x="8198589" y="2192440"/>
                  </a:lnTo>
                  <a:lnTo>
                    <a:pt x="8169409" y="2120270"/>
                  </a:lnTo>
                  <a:lnTo>
                    <a:pt x="8151487" y="2078665"/>
                  </a:lnTo>
                  <a:lnTo>
                    <a:pt x="8109206" y="1988570"/>
                  </a:lnTo>
                  <a:lnTo>
                    <a:pt x="8064985" y="1906108"/>
                  </a:lnTo>
                  <a:lnTo>
                    <a:pt x="8018294" y="1831025"/>
                  </a:lnTo>
                  <a:lnTo>
                    <a:pt x="7968552" y="1762819"/>
                  </a:lnTo>
                  <a:lnTo>
                    <a:pt x="7915151" y="1700881"/>
                  </a:lnTo>
                  <a:lnTo>
                    <a:pt x="7857498" y="1644579"/>
                  </a:lnTo>
                  <a:lnTo>
                    <a:pt x="7795039" y="1593314"/>
                  </a:lnTo>
                  <a:lnTo>
                    <a:pt x="7727321" y="1546552"/>
                  </a:lnTo>
                  <a:lnTo>
                    <a:pt x="7654046" y="1503845"/>
                  </a:lnTo>
                  <a:lnTo>
                    <a:pt x="7575165" y="1464841"/>
                  </a:lnTo>
                  <a:lnTo>
                    <a:pt x="7490972" y="1429289"/>
                  </a:lnTo>
                  <a:lnTo>
                    <a:pt x="7402216" y="1397040"/>
                  </a:lnTo>
                  <a:lnTo>
                    <a:pt x="7310200" y="1368036"/>
                  </a:lnTo>
                  <a:lnTo>
                    <a:pt x="7216842" y="1342295"/>
                  </a:lnTo>
                  <a:lnTo>
                    <a:pt x="7124653" y="1319879"/>
                  </a:lnTo>
                  <a:lnTo>
                    <a:pt x="7036608" y="1300853"/>
                  </a:lnTo>
                  <a:lnTo>
                    <a:pt x="6955869" y="1285239"/>
                  </a:lnTo>
                  <a:lnTo>
                    <a:pt x="6885403" y="1272968"/>
                  </a:lnTo>
                  <a:lnTo>
                    <a:pt x="6827537" y="1263846"/>
                  </a:lnTo>
                  <a:lnTo>
                    <a:pt x="6783558" y="1257543"/>
                  </a:lnTo>
                  <a:lnTo>
                    <a:pt x="6753453" y="1253606"/>
                  </a:lnTo>
                  <a:lnTo>
                    <a:pt x="6735841" y="1251498"/>
                  </a:lnTo>
                  <a:lnTo>
                    <a:pt x="6728064" y="1250643"/>
                  </a:lnTo>
                  <a:lnTo>
                    <a:pt x="6726343" y="1250468"/>
                  </a:lnTo>
                  <a:lnTo>
                    <a:pt x="5254955" y="1250468"/>
                  </a:lnTo>
                  <a:lnTo>
                    <a:pt x="5253736" y="1250437"/>
                  </a:lnTo>
                  <a:lnTo>
                    <a:pt x="5245737" y="1250217"/>
                  </a:lnTo>
                  <a:lnTo>
                    <a:pt x="5225614" y="1249609"/>
                  </a:lnTo>
                  <a:lnTo>
                    <a:pt x="5189743" y="1248411"/>
                  </a:lnTo>
                  <a:lnTo>
                    <a:pt x="5136490" y="1246440"/>
                  </a:lnTo>
                  <a:lnTo>
                    <a:pt x="5066333" y="1243549"/>
                  </a:lnTo>
                  <a:lnTo>
                    <a:pt x="4981654" y="1239641"/>
                  </a:lnTo>
                  <a:lnTo>
                    <a:pt x="4886185" y="1234669"/>
                  </a:lnTo>
                  <a:lnTo>
                    <a:pt x="4784266" y="1228631"/>
                  </a:lnTo>
                  <a:lnTo>
                    <a:pt x="4680131" y="1221547"/>
                  </a:lnTo>
                  <a:lnTo>
                    <a:pt x="4577381" y="1213440"/>
                  </a:lnTo>
                  <a:lnTo>
                    <a:pt x="4478710" y="1204314"/>
                  </a:lnTo>
                  <a:lnTo>
                    <a:pt x="4385869" y="1194149"/>
                  </a:lnTo>
                  <a:lnTo>
                    <a:pt x="4299771" y="1182885"/>
                  </a:lnTo>
                  <a:lnTo>
                    <a:pt x="4220664" y="1170423"/>
                  </a:lnTo>
                  <a:lnTo>
                    <a:pt x="4148323" y="1156627"/>
                  </a:lnTo>
                  <a:lnTo>
                    <a:pt x="4082207" y="1141322"/>
                  </a:lnTo>
                  <a:lnTo>
                    <a:pt x="4021590" y="1124307"/>
                  </a:lnTo>
                  <a:lnTo>
                    <a:pt x="3965654" y="1105362"/>
                  </a:lnTo>
                  <a:lnTo>
                    <a:pt x="3913560" y="1084273"/>
                  </a:lnTo>
                  <a:lnTo>
                    <a:pt x="3864500" y="1060866"/>
                  </a:lnTo>
                  <a:lnTo>
                    <a:pt x="3829811" y="1042057"/>
                  </a:lnTo>
                  <a:lnTo>
                    <a:pt x="3781117" y="1012395"/>
                  </a:lnTo>
                  <a:lnTo>
                    <a:pt x="3733889" y="979913"/>
                  </a:lnTo>
                  <a:lnTo>
                    <a:pt x="3687610" y="944562"/>
                  </a:lnTo>
                  <a:lnTo>
                    <a:pt x="3641894" y="906379"/>
                  </a:lnTo>
                  <a:lnTo>
                    <a:pt x="3596458" y="865490"/>
                  </a:lnTo>
                  <a:lnTo>
                    <a:pt x="3551112" y="822121"/>
                  </a:lnTo>
                  <a:lnTo>
                    <a:pt x="3505739" y="776600"/>
                  </a:lnTo>
                  <a:lnTo>
                    <a:pt x="3460285" y="729346"/>
                  </a:lnTo>
                  <a:lnTo>
                    <a:pt x="3414746" y="680859"/>
                  </a:lnTo>
                  <a:lnTo>
                    <a:pt x="3369152" y="631700"/>
                  </a:lnTo>
                  <a:lnTo>
                    <a:pt x="3323552" y="582462"/>
                  </a:lnTo>
                  <a:lnTo>
                    <a:pt x="3277995" y="533743"/>
                  </a:lnTo>
                  <a:lnTo>
                    <a:pt x="3232518" y="486114"/>
                  </a:lnTo>
                  <a:lnTo>
                    <a:pt x="3187126" y="440094"/>
                  </a:lnTo>
                  <a:lnTo>
                    <a:pt x="3141782" y="396125"/>
                  </a:lnTo>
                  <a:lnTo>
                    <a:pt x="3096385" y="354560"/>
                  </a:lnTo>
                  <a:lnTo>
                    <a:pt x="3050765" y="315651"/>
                  </a:lnTo>
                  <a:lnTo>
                    <a:pt x="3004667" y="279550"/>
                  </a:lnTo>
                  <a:lnTo>
                    <a:pt x="2957732" y="246317"/>
                  </a:lnTo>
                  <a:lnTo>
                    <a:pt x="2909481" y="215924"/>
                  </a:lnTo>
                  <a:lnTo>
                    <a:pt x="2896531" y="208411"/>
                  </a:lnTo>
                  <a:lnTo>
                    <a:pt x="2849239" y="183238"/>
                  </a:lnTo>
                  <a:lnTo>
                    <a:pt x="2799458" y="160451"/>
                  </a:lnTo>
                  <a:lnTo>
                    <a:pt x="2746438" y="139943"/>
                  </a:lnTo>
                  <a:lnTo>
                    <a:pt x="2689357" y="121525"/>
                  </a:lnTo>
                  <a:lnTo>
                    <a:pt x="2627376" y="104979"/>
                  </a:lnTo>
                  <a:lnTo>
                    <a:pt x="2559693" y="90088"/>
                  </a:lnTo>
                  <a:lnTo>
                    <a:pt x="2485621" y="76656"/>
                  </a:lnTo>
                  <a:lnTo>
                    <a:pt x="2404688" y="64520"/>
                  </a:lnTo>
                  <a:lnTo>
                    <a:pt x="2316776" y="53552"/>
                  </a:lnTo>
                  <a:lnTo>
                    <a:pt x="2222288" y="43664"/>
                  </a:lnTo>
                  <a:lnTo>
                    <a:pt x="2122341" y="34806"/>
                  </a:lnTo>
                  <a:lnTo>
                    <a:pt x="2018928" y="26964"/>
                  </a:lnTo>
                  <a:lnTo>
                    <a:pt x="1914994" y="20152"/>
                  </a:lnTo>
                  <a:lnTo>
                    <a:pt x="1814340" y="14392"/>
                  </a:lnTo>
                  <a:lnTo>
                    <a:pt x="1721289" y="9701"/>
                  </a:lnTo>
                  <a:lnTo>
                    <a:pt x="1640097" y="6066"/>
                  </a:lnTo>
                  <a:lnTo>
                    <a:pt x="1574209" y="3427"/>
                  </a:lnTo>
                  <a:lnTo>
                    <a:pt x="1525549" y="1675"/>
                  </a:lnTo>
                  <a:lnTo>
                    <a:pt x="1494047" y="651"/>
                  </a:lnTo>
                  <a:lnTo>
                    <a:pt x="1477526" y="164"/>
                  </a:lnTo>
                  <a:lnTo>
                    <a:pt x="1471884" y="12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08" name="pl108"/>
            <p:cNvSpPr/>
            <p:nvPr/>
          </p:nvSpPr>
          <p:spPr>
            <a:xfrm>
              <a:off x="4799595" y="3753820"/>
              <a:ext cx="11981298" cy="6219651"/>
            </a:xfrm>
            <a:custGeom>
              <a:avLst/>
              <a:pathLst>
                <a:path w="11981298" h="6219651">
                  <a:moveTo>
                    <a:pt x="0" y="0"/>
                  </a:moveTo>
                  <a:lnTo>
                    <a:pt x="1471387" y="0"/>
                  </a:lnTo>
                  <a:lnTo>
                    <a:pt x="1472606" y="30"/>
                  </a:lnTo>
                  <a:lnTo>
                    <a:pt x="1480605" y="251"/>
                  </a:lnTo>
                  <a:lnTo>
                    <a:pt x="1500728" y="859"/>
                  </a:lnTo>
                  <a:lnTo>
                    <a:pt x="1536599" y="2057"/>
                  </a:lnTo>
                  <a:lnTo>
                    <a:pt x="1589852" y="4027"/>
                  </a:lnTo>
                  <a:lnTo>
                    <a:pt x="1660009" y="6918"/>
                  </a:lnTo>
                  <a:lnTo>
                    <a:pt x="1744688" y="10827"/>
                  </a:lnTo>
                  <a:lnTo>
                    <a:pt x="1840158" y="15799"/>
                  </a:lnTo>
                  <a:lnTo>
                    <a:pt x="1942076" y="21836"/>
                  </a:lnTo>
                  <a:lnTo>
                    <a:pt x="2046211" y="28920"/>
                  </a:lnTo>
                  <a:lnTo>
                    <a:pt x="2148961" y="37028"/>
                  </a:lnTo>
                  <a:lnTo>
                    <a:pt x="2247632" y="46154"/>
                  </a:lnTo>
                  <a:lnTo>
                    <a:pt x="2340473" y="56319"/>
                  </a:lnTo>
                  <a:lnTo>
                    <a:pt x="2426571" y="67583"/>
                  </a:lnTo>
                  <a:lnTo>
                    <a:pt x="2505678" y="80044"/>
                  </a:lnTo>
                  <a:lnTo>
                    <a:pt x="2578019" y="93841"/>
                  </a:lnTo>
                  <a:lnTo>
                    <a:pt x="2644135" y="109146"/>
                  </a:lnTo>
                  <a:lnTo>
                    <a:pt x="2704752" y="126161"/>
                  </a:lnTo>
                  <a:lnTo>
                    <a:pt x="2760688" y="145106"/>
                  </a:lnTo>
                  <a:lnTo>
                    <a:pt x="2812782" y="166195"/>
                  </a:lnTo>
                  <a:lnTo>
                    <a:pt x="2861842" y="189602"/>
                  </a:lnTo>
                  <a:lnTo>
                    <a:pt x="2896531" y="208411"/>
                  </a:lnTo>
                  <a:lnTo>
                    <a:pt x="2945226" y="238073"/>
                  </a:lnTo>
                  <a:lnTo>
                    <a:pt x="2992453" y="270555"/>
                  </a:lnTo>
                  <a:lnTo>
                    <a:pt x="3038732" y="305905"/>
                  </a:lnTo>
                  <a:lnTo>
                    <a:pt x="3084449" y="344089"/>
                  </a:lnTo>
                  <a:lnTo>
                    <a:pt x="3129884" y="384978"/>
                  </a:lnTo>
                  <a:lnTo>
                    <a:pt x="3175231" y="428346"/>
                  </a:lnTo>
                  <a:lnTo>
                    <a:pt x="3220604" y="473867"/>
                  </a:lnTo>
                  <a:lnTo>
                    <a:pt x="3266057" y="521122"/>
                  </a:lnTo>
                  <a:lnTo>
                    <a:pt x="3311596" y="569608"/>
                  </a:lnTo>
                  <a:lnTo>
                    <a:pt x="3357190" y="618768"/>
                  </a:lnTo>
                  <a:lnTo>
                    <a:pt x="3402790" y="668006"/>
                  </a:lnTo>
                  <a:lnTo>
                    <a:pt x="3448347" y="716725"/>
                  </a:lnTo>
                  <a:lnTo>
                    <a:pt x="3493825" y="764354"/>
                  </a:lnTo>
                  <a:lnTo>
                    <a:pt x="3539216" y="810374"/>
                  </a:lnTo>
                  <a:lnTo>
                    <a:pt x="3584561" y="854342"/>
                  </a:lnTo>
                  <a:lnTo>
                    <a:pt x="3629958" y="895908"/>
                  </a:lnTo>
                  <a:lnTo>
                    <a:pt x="3675577" y="934817"/>
                  </a:lnTo>
                  <a:lnTo>
                    <a:pt x="3721675" y="970918"/>
                  </a:lnTo>
                  <a:lnTo>
                    <a:pt x="3768610" y="1004151"/>
                  </a:lnTo>
                  <a:lnTo>
                    <a:pt x="3816862" y="1034544"/>
                  </a:lnTo>
                  <a:lnTo>
                    <a:pt x="3829811" y="1042057"/>
                  </a:lnTo>
                  <a:lnTo>
                    <a:pt x="3877103" y="1067229"/>
                  </a:lnTo>
                  <a:lnTo>
                    <a:pt x="3926884" y="1090016"/>
                  </a:lnTo>
                  <a:lnTo>
                    <a:pt x="3979904" y="1110525"/>
                  </a:lnTo>
                  <a:lnTo>
                    <a:pt x="4036985" y="1128943"/>
                  </a:lnTo>
                  <a:lnTo>
                    <a:pt x="4098967" y="1145489"/>
                  </a:lnTo>
                  <a:lnTo>
                    <a:pt x="4166649" y="1160380"/>
                  </a:lnTo>
                  <a:lnTo>
                    <a:pt x="4240721" y="1173811"/>
                  </a:lnTo>
                  <a:lnTo>
                    <a:pt x="4321654" y="1185947"/>
                  </a:lnTo>
                  <a:lnTo>
                    <a:pt x="4409567" y="1196916"/>
                  </a:lnTo>
                  <a:lnTo>
                    <a:pt x="4504054" y="1206804"/>
                  </a:lnTo>
                  <a:lnTo>
                    <a:pt x="4604001" y="1215662"/>
                  </a:lnTo>
                  <a:lnTo>
                    <a:pt x="4707414" y="1223503"/>
                  </a:lnTo>
                  <a:lnTo>
                    <a:pt x="4811348" y="1230316"/>
                  </a:lnTo>
                  <a:lnTo>
                    <a:pt x="4912002" y="1236075"/>
                  </a:lnTo>
                  <a:lnTo>
                    <a:pt x="5005053" y="1240767"/>
                  </a:lnTo>
                  <a:lnTo>
                    <a:pt x="5086245" y="1244402"/>
                  </a:lnTo>
                  <a:lnTo>
                    <a:pt x="5152133" y="1247040"/>
                  </a:lnTo>
                  <a:lnTo>
                    <a:pt x="5200794" y="1248792"/>
                  </a:lnTo>
                  <a:lnTo>
                    <a:pt x="5232295" y="1249817"/>
                  </a:lnTo>
                  <a:lnTo>
                    <a:pt x="5248816" y="1250304"/>
                  </a:lnTo>
                  <a:lnTo>
                    <a:pt x="5254458" y="1250456"/>
                  </a:lnTo>
                  <a:lnTo>
                    <a:pt x="5254955" y="1250468"/>
                  </a:lnTo>
                  <a:lnTo>
                    <a:pt x="6726343" y="1250468"/>
                  </a:lnTo>
                  <a:lnTo>
                    <a:pt x="6727225" y="1250556"/>
                  </a:lnTo>
                  <a:lnTo>
                    <a:pt x="6733057" y="1251184"/>
                  </a:lnTo>
                  <a:lnTo>
                    <a:pt x="6747864" y="1252918"/>
                  </a:lnTo>
                  <a:lnTo>
                    <a:pt x="6774601" y="1256335"/>
                  </a:lnTo>
                  <a:lnTo>
                    <a:pt x="6814989" y="1261988"/>
                  </a:lnTo>
                  <a:lnTo>
                    <a:pt x="6869391" y="1270355"/>
                  </a:lnTo>
                  <a:lnTo>
                    <a:pt x="6936831" y="1281800"/>
                  </a:lnTo>
                  <a:lnTo>
                    <a:pt x="7015216" y="1296551"/>
                  </a:lnTo>
                  <a:lnTo>
                    <a:pt x="7101700" y="1314707"/>
                  </a:lnTo>
                  <a:lnTo>
                    <a:pt x="7193128" y="1336265"/>
                  </a:lnTo>
                  <a:lnTo>
                    <a:pt x="7286449" y="1361166"/>
                  </a:lnTo>
                  <a:lnTo>
                    <a:pt x="7379014" y="1389342"/>
                  </a:lnTo>
                  <a:lnTo>
                    <a:pt x="7468748" y="1420762"/>
                  </a:lnTo>
                  <a:lnTo>
                    <a:pt x="7554196" y="1455462"/>
                  </a:lnTo>
                  <a:lnTo>
                    <a:pt x="7634474" y="1493567"/>
                  </a:lnTo>
                  <a:lnTo>
                    <a:pt x="7709184" y="1535301"/>
                  </a:lnTo>
                  <a:lnTo>
                    <a:pt x="7778299" y="1580991"/>
                  </a:lnTo>
                  <a:lnTo>
                    <a:pt x="7842059" y="1631061"/>
                  </a:lnTo>
                  <a:lnTo>
                    <a:pt x="7900888" y="1686024"/>
                  </a:lnTo>
                  <a:lnTo>
                    <a:pt x="7955316" y="1746467"/>
                  </a:lnTo>
                  <a:lnTo>
                    <a:pt x="8005933" y="1813016"/>
                  </a:lnTo>
                  <a:lnTo>
                    <a:pt x="8053345" y="1886293"/>
                  </a:lnTo>
                  <a:lnTo>
                    <a:pt x="8098142" y="1966837"/>
                  </a:lnTo>
                  <a:lnTo>
                    <a:pt x="8140871" y="2054984"/>
                  </a:lnTo>
                  <a:lnTo>
                    <a:pt x="8151487" y="2078665"/>
                  </a:lnTo>
                  <a:lnTo>
                    <a:pt x="8181058" y="2148419"/>
                  </a:lnTo>
                  <a:lnTo>
                    <a:pt x="8210009" y="2222197"/>
                  </a:lnTo>
                  <a:lnTo>
                    <a:pt x="8238474" y="2300078"/>
                  </a:lnTo>
                  <a:lnTo>
                    <a:pt x="8266563" y="2382106"/>
                  </a:lnTo>
                  <a:lnTo>
                    <a:pt x="8294373" y="2468278"/>
                  </a:lnTo>
                  <a:lnTo>
                    <a:pt x="8321983" y="2558549"/>
                  </a:lnTo>
                  <a:lnTo>
                    <a:pt x="8349457" y="2652824"/>
                  </a:lnTo>
                  <a:lnTo>
                    <a:pt x="8376849" y="2750956"/>
                  </a:lnTo>
                  <a:lnTo>
                    <a:pt x="8404200" y="2852746"/>
                  </a:lnTo>
                  <a:lnTo>
                    <a:pt x="8431540" y="2957942"/>
                  </a:lnTo>
                  <a:lnTo>
                    <a:pt x="8458893" y="3066239"/>
                  </a:lnTo>
                  <a:lnTo>
                    <a:pt x="8486270" y="3177285"/>
                  </a:lnTo>
                  <a:lnTo>
                    <a:pt x="8513680" y="3290679"/>
                  </a:lnTo>
                  <a:lnTo>
                    <a:pt x="8541122" y="3405983"/>
                  </a:lnTo>
                  <a:lnTo>
                    <a:pt x="8568593" y="3522722"/>
                  </a:lnTo>
                  <a:lnTo>
                    <a:pt x="8596082" y="3640398"/>
                  </a:lnTo>
                  <a:lnTo>
                    <a:pt x="8623582" y="3758494"/>
                  </a:lnTo>
                  <a:lnTo>
                    <a:pt x="8651078" y="3876486"/>
                  </a:lnTo>
                  <a:lnTo>
                    <a:pt x="8678562" y="3993851"/>
                  </a:lnTo>
                  <a:lnTo>
                    <a:pt x="8706021" y="4110079"/>
                  </a:lnTo>
                  <a:lnTo>
                    <a:pt x="8733451" y="4224680"/>
                  </a:lnTo>
                  <a:lnTo>
                    <a:pt x="8760848" y="4337193"/>
                  </a:lnTo>
                  <a:lnTo>
                    <a:pt x="8788215" y="4447194"/>
                  </a:lnTo>
                  <a:lnTo>
                    <a:pt x="8815560" y="4554301"/>
                  </a:lnTo>
                  <a:lnTo>
                    <a:pt x="8842902" y="4658179"/>
                  </a:lnTo>
                  <a:lnTo>
                    <a:pt x="8870264" y="4758545"/>
                  </a:lnTo>
                  <a:lnTo>
                    <a:pt x="8897683" y="4855167"/>
                  </a:lnTo>
                  <a:lnTo>
                    <a:pt x="8925204" y="4947869"/>
                  </a:lnTo>
                  <a:lnTo>
                    <a:pt x="8952885" y="5036522"/>
                  </a:lnTo>
                  <a:lnTo>
                    <a:pt x="8980795" y="5121053"/>
                  </a:lnTo>
                  <a:lnTo>
                    <a:pt x="9009021" y="5201433"/>
                  </a:lnTo>
                  <a:lnTo>
                    <a:pt x="9037664" y="5277680"/>
                  </a:lnTo>
                  <a:lnTo>
                    <a:pt x="9066845" y="5349849"/>
                  </a:lnTo>
                  <a:lnTo>
                    <a:pt x="9084767" y="5391454"/>
                  </a:lnTo>
                  <a:lnTo>
                    <a:pt x="9127048" y="5481550"/>
                  </a:lnTo>
                  <a:lnTo>
                    <a:pt x="9171268" y="5564011"/>
                  </a:lnTo>
                  <a:lnTo>
                    <a:pt x="9217959" y="5639095"/>
                  </a:lnTo>
                  <a:lnTo>
                    <a:pt x="9267702" y="5707301"/>
                  </a:lnTo>
                  <a:lnTo>
                    <a:pt x="9321102" y="5769238"/>
                  </a:lnTo>
                  <a:lnTo>
                    <a:pt x="9378756" y="5825540"/>
                  </a:lnTo>
                  <a:lnTo>
                    <a:pt x="9441214" y="5876805"/>
                  </a:lnTo>
                  <a:lnTo>
                    <a:pt x="9508933" y="5923567"/>
                  </a:lnTo>
                  <a:lnTo>
                    <a:pt x="9582207" y="5966274"/>
                  </a:lnTo>
                  <a:lnTo>
                    <a:pt x="9661088" y="6005279"/>
                  </a:lnTo>
                  <a:lnTo>
                    <a:pt x="9745281" y="6040831"/>
                  </a:lnTo>
                  <a:lnTo>
                    <a:pt x="9834037" y="6073080"/>
                  </a:lnTo>
                  <a:lnTo>
                    <a:pt x="9926053" y="6102083"/>
                  </a:lnTo>
                  <a:lnTo>
                    <a:pt x="10019412" y="6127824"/>
                  </a:lnTo>
                  <a:lnTo>
                    <a:pt x="10111600" y="6150240"/>
                  </a:lnTo>
                  <a:lnTo>
                    <a:pt x="10199646" y="6169267"/>
                  </a:lnTo>
                  <a:lnTo>
                    <a:pt x="10280384" y="6184881"/>
                  </a:lnTo>
                  <a:lnTo>
                    <a:pt x="10350850" y="6197152"/>
                  </a:lnTo>
                  <a:lnTo>
                    <a:pt x="10408716" y="6206274"/>
                  </a:lnTo>
                  <a:lnTo>
                    <a:pt x="10452695" y="6212577"/>
                  </a:lnTo>
                  <a:lnTo>
                    <a:pt x="10482800" y="6216514"/>
                  </a:lnTo>
                  <a:lnTo>
                    <a:pt x="10500413" y="6218622"/>
                  </a:lnTo>
                  <a:lnTo>
                    <a:pt x="10508189" y="6219476"/>
                  </a:lnTo>
                  <a:lnTo>
                    <a:pt x="10509895" y="6219650"/>
                  </a:lnTo>
                  <a:lnTo>
                    <a:pt x="10509911" y="6219651"/>
                  </a:lnTo>
                  <a:lnTo>
                    <a:pt x="11981298" y="621965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9" name="pl109"/>
            <p:cNvSpPr/>
            <p:nvPr/>
          </p:nvSpPr>
          <p:spPr>
            <a:xfrm>
              <a:off x="4799595" y="3745647"/>
              <a:ext cx="11981298" cy="6219651"/>
            </a:xfrm>
            <a:custGeom>
              <a:avLst/>
              <a:pathLst>
                <a:path w="11981298" h="6219651">
                  <a:moveTo>
                    <a:pt x="11981298" y="6219651"/>
                  </a:moveTo>
                  <a:lnTo>
                    <a:pt x="10509911" y="6219651"/>
                  </a:lnTo>
                  <a:lnTo>
                    <a:pt x="10509028" y="6219563"/>
                  </a:lnTo>
                  <a:lnTo>
                    <a:pt x="10503196" y="6218935"/>
                  </a:lnTo>
                  <a:lnTo>
                    <a:pt x="10488389" y="6217202"/>
                  </a:lnTo>
                  <a:lnTo>
                    <a:pt x="10461652" y="6213784"/>
                  </a:lnTo>
                  <a:lnTo>
                    <a:pt x="10421264" y="6208131"/>
                  </a:lnTo>
                  <a:lnTo>
                    <a:pt x="10366863" y="6199764"/>
                  </a:lnTo>
                  <a:lnTo>
                    <a:pt x="10299422" y="6188319"/>
                  </a:lnTo>
                  <a:lnTo>
                    <a:pt x="10221037" y="6173568"/>
                  </a:lnTo>
                  <a:lnTo>
                    <a:pt x="10134553" y="6155412"/>
                  </a:lnTo>
                  <a:lnTo>
                    <a:pt x="10043125" y="6133854"/>
                  </a:lnTo>
                  <a:lnTo>
                    <a:pt x="9949804" y="6108954"/>
                  </a:lnTo>
                  <a:lnTo>
                    <a:pt x="9857240" y="6080778"/>
                  </a:lnTo>
                  <a:lnTo>
                    <a:pt x="9767505" y="6049358"/>
                  </a:lnTo>
                  <a:lnTo>
                    <a:pt x="9682058" y="6014658"/>
                  </a:lnTo>
                  <a:lnTo>
                    <a:pt x="9601779" y="5976553"/>
                  </a:lnTo>
                  <a:lnTo>
                    <a:pt x="9527069" y="5934818"/>
                  </a:lnTo>
                  <a:lnTo>
                    <a:pt x="9457955" y="5889129"/>
                  </a:lnTo>
                  <a:lnTo>
                    <a:pt x="9394194" y="5839059"/>
                  </a:lnTo>
                  <a:lnTo>
                    <a:pt x="9335366" y="5784095"/>
                  </a:lnTo>
                  <a:lnTo>
                    <a:pt x="9280937" y="5723653"/>
                  </a:lnTo>
                  <a:lnTo>
                    <a:pt x="9230320" y="5657104"/>
                  </a:lnTo>
                  <a:lnTo>
                    <a:pt x="9182909" y="5583827"/>
                  </a:lnTo>
                  <a:lnTo>
                    <a:pt x="9138112" y="5503282"/>
                  </a:lnTo>
                  <a:lnTo>
                    <a:pt x="9095382" y="5415136"/>
                  </a:lnTo>
                  <a:lnTo>
                    <a:pt x="9084767" y="5391454"/>
                  </a:lnTo>
                  <a:lnTo>
                    <a:pt x="9055195" y="5321700"/>
                  </a:lnTo>
                  <a:lnTo>
                    <a:pt x="9026244" y="5247923"/>
                  </a:lnTo>
                  <a:lnTo>
                    <a:pt x="8997779" y="5170041"/>
                  </a:lnTo>
                  <a:lnTo>
                    <a:pt x="8969690" y="5088014"/>
                  </a:lnTo>
                  <a:lnTo>
                    <a:pt x="8941880" y="5001841"/>
                  </a:lnTo>
                  <a:lnTo>
                    <a:pt x="8914270" y="4911570"/>
                  </a:lnTo>
                  <a:lnTo>
                    <a:pt x="8886796" y="4817295"/>
                  </a:lnTo>
                  <a:lnTo>
                    <a:pt x="8859404" y="4719163"/>
                  </a:lnTo>
                  <a:lnTo>
                    <a:pt x="8832054" y="4617373"/>
                  </a:lnTo>
                  <a:lnTo>
                    <a:pt x="8804713" y="4512178"/>
                  </a:lnTo>
                  <a:lnTo>
                    <a:pt x="8777361" y="4403880"/>
                  </a:lnTo>
                  <a:lnTo>
                    <a:pt x="8749983" y="4292835"/>
                  </a:lnTo>
                  <a:lnTo>
                    <a:pt x="8722573" y="4179440"/>
                  </a:lnTo>
                  <a:lnTo>
                    <a:pt x="8695131" y="4064136"/>
                  </a:lnTo>
                  <a:lnTo>
                    <a:pt x="8667661" y="3947397"/>
                  </a:lnTo>
                  <a:lnTo>
                    <a:pt x="8640171" y="3829721"/>
                  </a:lnTo>
                  <a:lnTo>
                    <a:pt x="8612672" y="3711626"/>
                  </a:lnTo>
                  <a:lnTo>
                    <a:pt x="8585175" y="3593634"/>
                  </a:lnTo>
                  <a:lnTo>
                    <a:pt x="8557692" y="3476269"/>
                  </a:lnTo>
                  <a:lnTo>
                    <a:pt x="8530232" y="3360040"/>
                  </a:lnTo>
                  <a:lnTo>
                    <a:pt x="8502802" y="3245439"/>
                  </a:lnTo>
                  <a:lnTo>
                    <a:pt x="8475405" y="3132926"/>
                  </a:lnTo>
                  <a:lnTo>
                    <a:pt x="8448039" y="3022925"/>
                  </a:lnTo>
                  <a:lnTo>
                    <a:pt x="8420693" y="2915819"/>
                  </a:lnTo>
                  <a:lnTo>
                    <a:pt x="8393352" y="2811941"/>
                  </a:lnTo>
                  <a:lnTo>
                    <a:pt x="8365989" y="2711575"/>
                  </a:lnTo>
                  <a:lnTo>
                    <a:pt x="8338570" y="2614952"/>
                  </a:lnTo>
                  <a:lnTo>
                    <a:pt x="8311049" y="2522251"/>
                  </a:lnTo>
                  <a:lnTo>
                    <a:pt x="8283369" y="2433597"/>
                  </a:lnTo>
                  <a:lnTo>
                    <a:pt x="8255458" y="2349066"/>
                  </a:lnTo>
                  <a:lnTo>
                    <a:pt x="8227232" y="2268686"/>
                  </a:lnTo>
                  <a:lnTo>
                    <a:pt x="8198589" y="2192440"/>
                  </a:lnTo>
                  <a:lnTo>
                    <a:pt x="8169409" y="2120270"/>
                  </a:lnTo>
                  <a:lnTo>
                    <a:pt x="8151487" y="2078665"/>
                  </a:lnTo>
                  <a:lnTo>
                    <a:pt x="8109206" y="1988570"/>
                  </a:lnTo>
                  <a:lnTo>
                    <a:pt x="8064985" y="1906108"/>
                  </a:lnTo>
                  <a:lnTo>
                    <a:pt x="8018294" y="1831025"/>
                  </a:lnTo>
                  <a:lnTo>
                    <a:pt x="7968552" y="1762819"/>
                  </a:lnTo>
                  <a:lnTo>
                    <a:pt x="7915151" y="1700881"/>
                  </a:lnTo>
                  <a:lnTo>
                    <a:pt x="7857498" y="1644579"/>
                  </a:lnTo>
                  <a:lnTo>
                    <a:pt x="7795039" y="1593314"/>
                  </a:lnTo>
                  <a:lnTo>
                    <a:pt x="7727321" y="1546552"/>
                  </a:lnTo>
                  <a:lnTo>
                    <a:pt x="7654046" y="1503845"/>
                  </a:lnTo>
                  <a:lnTo>
                    <a:pt x="7575165" y="1464841"/>
                  </a:lnTo>
                  <a:lnTo>
                    <a:pt x="7490972" y="1429289"/>
                  </a:lnTo>
                  <a:lnTo>
                    <a:pt x="7402216" y="1397040"/>
                  </a:lnTo>
                  <a:lnTo>
                    <a:pt x="7310200" y="1368036"/>
                  </a:lnTo>
                  <a:lnTo>
                    <a:pt x="7216842" y="1342295"/>
                  </a:lnTo>
                  <a:lnTo>
                    <a:pt x="7124653" y="1319879"/>
                  </a:lnTo>
                  <a:lnTo>
                    <a:pt x="7036608" y="1300853"/>
                  </a:lnTo>
                  <a:lnTo>
                    <a:pt x="6955869" y="1285239"/>
                  </a:lnTo>
                  <a:lnTo>
                    <a:pt x="6885403" y="1272968"/>
                  </a:lnTo>
                  <a:lnTo>
                    <a:pt x="6827537" y="1263846"/>
                  </a:lnTo>
                  <a:lnTo>
                    <a:pt x="6783558" y="1257543"/>
                  </a:lnTo>
                  <a:lnTo>
                    <a:pt x="6753453" y="1253606"/>
                  </a:lnTo>
                  <a:lnTo>
                    <a:pt x="6735841" y="1251498"/>
                  </a:lnTo>
                  <a:lnTo>
                    <a:pt x="6728064" y="1250643"/>
                  </a:lnTo>
                  <a:lnTo>
                    <a:pt x="6726358" y="1250470"/>
                  </a:lnTo>
                  <a:lnTo>
                    <a:pt x="6726343" y="1250468"/>
                  </a:lnTo>
                  <a:lnTo>
                    <a:pt x="5254955" y="1250468"/>
                  </a:lnTo>
                  <a:lnTo>
                    <a:pt x="5253736" y="1250437"/>
                  </a:lnTo>
                  <a:lnTo>
                    <a:pt x="5245737" y="1250217"/>
                  </a:lnTo>
                  <a:lnTo>
                    <a:pt x="5225614" y="1249609"/>
                  </a:lnTo>
                  <a:lnTo>
                    <a:pt x="5189743" y="1248411"/>
                  </a:lnTo>
                  <a:lnTo>
                    <a:pt x="5136490" y="1246440"/>
                  </a:lnTo>
                  <a:lnTo>
                    <a:pt x="5066333" y="1243549"/>
                  </a:lnTo>
                  <a:lnTo>
                    <a:pt x="4981654" y="1239641"/>
                  </a:lnTo>
                  <a:lnTo>
                    <a:pt x="4886185" y="1234669"/>
                  </a:lnTo>
                  <a:lnTo>
                    <a:pt x="4784266" y="1228631"/>
                  </a:lnTo>
                  <a:lnTo>
                    <a:pt x="4680131" y="1221547"/>
                  </a:lnTo>
                  <a:lnTo>
                    <a:pt x="4577381" y="1213440"/>
                  </a:lnTo>
                  <a:lnTo>
                    <a:pt x="4478710" y="1204314"/>
                  </a:lnTo>
                  <a:lnTo>
                    <a:pt x="4385869" y="1194149"/>
                  </a:lnTo>
                  <a:lnTo>
                    <a:pt x="4299771" y="1182885"/>
                  </a:lnTo>
                  <a:lnTo>
                    <a:pt x="4220664" y="1170423"/>
                  </a:lnTo>
                  <a:lnTo>
                    <a:pt x="4148323" y="1156627"/>
                  </a:lnTo>
                  <a:lnTo>
                    <a:pt x="4082207" y="1141322"/>
                  </a:lnTo>
                  <a:lnTo>
                    <a:pt x="4021590" y="1124307"/>
                  </a:lnTo>
                  <a:lnTo>
                    <a:pt x="3965654" y="1105362"/>
                  </a:lnTo>
                  <a:lnTo>
                    <a:pt x="3913560" y="1084273"/>
                  </a:lnTo>
                  <a:lnTo>
                    <a:pt x="3864500" y="1060866"/>
                  </a:lnTo>
                  <a:lnTo>
                    <a:pt x="3829811" y="1042057"/>
                  </a:lnTo>
                  <a:lnTo>
                    <a:pt x="3781117" y="1012395"/>
                  </a:lnTo>
                  <a:lnTo>
                    <a:pt x="3733889" y="979913"/>
                  </a:lnTo>
                  <a:lnTo>
                    <a:pt x="3687610" y="944562"/>
                  </a:lnTo>
                  <a:lnTo>
                    <a:pt x="3641894" y="906379"/>
                  </a:lnTo>
                  <a:lnTo>
                    <a:pt x="3596458" y="865490"/>
                  </a:lnTo>
                  <a:lnTo>
                    <a:pt x="3551112" y="822121"/>
                  </a:lnTo>
                  <a:lnTo>
                    <a:pt x="3505739" y="776600"/>
                  </a:lnTo>
                  <a:lnTo>
                    <a:pt x="3460285" y="729346"/>
                  </a:lnTo>
                  <a:lnTo>
                    <a:pt x="3414746" y="680859"/>
                  </a:lnTo>
                  <a:lnTo>
                    <a:pt x="3369152" y="631700"/>
                  </a:lnTo>
                  <a:lnTo>
                    <a:pt x="3323552" y="582462"/>
                  </a:lnTo>
                  <a:lnTo>
                    <a:pt x="3277995" y="533743"/>
                  </a:lnTo>
                  <a:lnTo>
                    <a:pt x="3232518" y="486114"/>
                  </a:lnTo>
                  <a:lnTo>
                    <a:pt x="3187126" y="440094"/>
                  </a:lnTo>
                  <a:lnTo>
                    <a:pt x="3141782" y="396125"/>
                  </a:lnTo>
                  <a:lnTo>
                    <a:pt x="3096385" y="354560"/>
                  </a:lnTo>
                  <a:lnTo>
                    <a:pt x="3050765" y="315651"/>
                  </a:lnTo>
                  <a:lnTo>
                    <a:pt x="3004667" y="279550"/>
                  </a:lnTo>
                  <a:lnTo>
                    <a:pt x="2957732" y="246317"/>
                  </a:lnTo>
                  <a:lnTo>
                    <a:pt x="2909481" y="215924"/>
                  </a:lnTo>
                  <a:lnTo>
                    <a:pt x="2896531" y="208411"/>
                  </a:lnTo>
                  <a:lnTo>
                    <a:pt x="2849239" y="183238"/>
                  </a:lnTo>
                  <a:lnTo>
                    <a:pt x="2799458" y="160451"/>
                  </a:lnTo>
                  <a:lnTo>
                    <a:pt x="2746438" y="139943"/>
                  </a:lnTo>
                  <a:lnTo>
                    <a:pt x="2689357" y="121525"/>
                  </a:lnTo>
                  <a:lnTo>
                    <a:pt x="2627376" y="104979"/>
                  </a:lnTo>
                  <a:lnTo>
                    <a:pt x="2559693" y="90088"/>
                  </a:lnTo>
                  <a:lnTo>
                    <a:pt x="2485621" y="76656"/>
                  </a:lnTo>
                  <a:lnTo>
                    <a:pt x="2404688" y="64520"/>
                  </a:lnTo>
                  <a:lnTo>
                    <a:pt x="2316776" y="53552"/>
                  </a:lnTo>
                  <a:lnTo>
                    <a:pt x="2222288" y="43664"/>
                  </a:lnTo>
                  <a:lnTo>
                    <a:pt x="2122341" y="34806"/>
                  </a:lnTo>
                  <a:lnTo>
                    <a:pt x="2018928" y="26964"/>
                  </a:lnTo>
                  <a:lnTo>
                    <a:pt x="1914994" y="20152"/>
                  </a:lnTo>
                  <a:lnTo>
                    <a:pt x="1814340" y="14392"/>
                  </a:lnTo>
                  <a:lnTo>
                    <a:pt x="1721289" y="9701"/>
                  </a:lnTo>
                  <a:lnTo>
                    <a:pt x="1640097" y="6066"/>
                  </a:lnTo>
                  <a:lnTo>
                    <a:pt x="1574209" y="3427"/>
                  </a:lnTo>
                  <a:lnTo>
                    <a:pt x="1525549" y="1675"/>
                  </a:lnTo>
                  <a:lnTo>
                    <a:pt x="1494047" y="651"/>
                  </a:lnTo>
                  <a:lnTo>
                    <a:pt x="1477526" y="164"/>
                  </a:lnTo>
                  <a:lnTo>
                    <a:pt x="1471884" y="12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0" name="pg110"/>
            <p:cNvSpPr/>
            <p:nvPr/>
          </p:nvSpPr>
          <p:spPr>
            <a:xfrm>
              <a:off x="4799595" y="3753820"/>
              <a:ext cx="11981298" cy="7061470"/>
            </a:xfrm>
            <a:custGeom>
              <a:avLst/>
              <a:pathLst>
                <a:path w="11981298" h="7061470">
                  <a:moveTo>
                    <a:pt x="0" y="24518"/>
                  </a:moveTo>
                  <a:lnTo>
                    <a:pt x="1471387" y="24518"/>
                  </a:lnTo>
                  <a:lnTo>
                    <a:pt x="1472605" y="24550"/>
                  </a:lnTo>
                  <a:lnTo>
                    <a:pt x="1480598" y="24776"/>
                  </a:lnTo>
                  <a:lnTo>
                    <a:pt x="1500705" y="25400"/>
                  </a:lnTo>
                  <a:lnTo>
                    <a:pt x="1536549" y="26628"/>
                  </a:lnTo>
                  <a:lnTo>
                    <a:pt x="1589766" y="28648"/>
                  </a:lnTo>
                  <a:lnTo>
                    <a:pt x="1659879" y="31612"/>
                  </a:lnTo>
                  <a:lnTo>
                    <a:pt x="1744512" y="35620"/>
                  </a:lnTo>
                  <a:lnTo>
                    <a:pt x="1839937" y="40718"/>
                  </a:lnTo>
                  <a:lnTo>
                    <a:pt x="1941818" y="46909"/>
                  </a:lnTo>
                  <a:lnTo>
                    <a:pt x="2045923" y="54174"/>
                  </a:lnTo>
                  <a:lnTo>
                    <a:pt x="2148653" y="62488"/>
                  </a:lnTo>
                  <a:lnTo>
                    <a:pt x="2247313" y="71846"/>
                  </a:lnTo>
                  <a:lnTo>
                    <a:pt x="2340150" y="82271"/>
                  </a:lnTo>
                  <a:lnTo>
                    <a:pt x="2426251" y="93822"/>
                  </a:lnTo>
                  <a:lnTo>
                    <a:pt x="2505363" y="106600"/>
                  </a:lnTo>
                  <a:lnTo>
                    <a:pt x="2577713" y="120747"/>
                  </a:lnTo>
                  <a:lnTo>
                    <a:pt x="2643837" y="136440"/>
                  </a:lnTo>
                  <a:lnTo>
                    <a:pt x="2704462" y="153886"/>
                  </a:lnTo>
                  <a:lnTo>
                    <a:pt x="2760404" y="173311"/>
                  </a:lnTo>
                  <a:lnTo>
                    <a:pt x="2812503" y="194933"/>
                  </a:lnTo>
                  <a:lnTo>
                    <a:pt x="2861564" y="218931"/>
                  </a:lnTo>
                  <a:lnTo>
                    <a:pt x="2896531" y="238379"/>
                  </a:lnTo>
                  <a:lnTo>
                    <a:pt x="2944948" y="268631"/>
                  </a:lnTo>
                  <a:lnTo>
                    <a:pt x="2991913" y="301744"/>
                  </a:lnTo>
                  <a:lnTo>
                    <a:pt x="3037934" y="337767"/>
                  </a:lnTo>
                  <a:lnTo>
                    <a:pt x="3083393" y="376664"/>
                  </a:lnTo>
                  <a:lnTo>
                    <a:pt x="3128570" y="418310"/>
                  </a:lnTo>
                  <a:lnTo>
                    <a:pt x="3173655" y="462478"/>
                  </a:lnTo>
                  <a:lnTo>
                    <a:pt x="3218763" y="508843"/>
                  </a:lnTo>
                  <a:lnTo>
                    <a:pt x="3263949" y="556986"/>
                  </a:lnTo>
                  <a:lnTo>
                    <a:pt x="3309220" y="606403"/>
                  </a:lnTo>
                  <a:lnTo>
                    <a:pt x="3354548" y="656534"/>
                  </a:lnTo>
                  <a:lnTo>
                    <a:pt x="3399886" y="706779"/>
                  </a:lnTo>
                  <a:lnTo>
                    <a:pt x="3445183" y="756537"/>
                  </a:lnTo>
                  <a:lnTo>
                    <a:pt x="3490403" y="805227"/>
                  </a:lnTo>
                  <a:lnTo>
                    <a:pt x="3535538" y="852323"/>
                  </a:lnTo>
                  <a:lnTo>
                    <a:pt x="3580621" y="897370"/>
                  </a:lnTo>
                  <a:lnTo>
                    <a:pt x="3625744" y="940008"/>
                  </a:lnTo>
                  <a:lnTo>
                    <a:pt x="3671069" y="979971"/>
                  </a:lnTo>
                  <a:lnTo>
                    <a:pt x="3716837" y="1017095"/>
                  </a:lnTo>
                  <a:lnTo>
                    <a:pt x="3763390" y="1051313"/>
                  </a:lnTo>
                  <a:lnTo>
                    <a:pt x="3811186" y="1082643"/>
                  </a:lnTo>
                  <a:lnTo>
                    <a:pt x="3829811" y="1093819"/>
                  </a:lnTo>
                  <a:lnTo>
                    <a:pt x="3877090" y="1119643"/>
                  </a:lnTo>
                  <a:lnTo>
                    <a:pt x="3926856" y="1143020"/>
                  </a:lnTo>
                  <a:lnTo>
                    <a:pt x="3979859" y="1164060"/>
                  </a:lnTo>
                  <a:lnTo>
                    <a:pt x="4036920" y="1182957"/>
                  </a:lnTo>
                  <a:lnTo>
                    <a:pt x="4098877" y="1199933"/>
                  </a:lnTo>
                  <a:lnTo>
                    <a:pt x="4166532" y="1215212"/>
                  </a:lnTo>
                  <a:lnTo>
                    <a:pt x="4240571" y="1228993"/>
                  </a:lnTo>
                  <a:lnTo>
                    <a:pt x="4321467" y="1241445"/>
                  </a:lnTo>
                  <a:lnTo>
                    <a:pt x="4409339" y="1252700"/>
                  </a:lnTo>
                  <a:lnTo>
                    <a:pt x="4503784" y="1262847"/>
                  </a:lnTo>
                  <a:lnTo>
                    <a:pt x="4603690" y="1271937"/>
                  </a:lnTo>
                  <a:lnTo>
                    <a:pt x="4707067" y="1279984"/>
                  </a:lnTo>
                  <a:lnTo>
                    <a:pt x="4810977" y="1286976"/>
                  </a:lnTo>
                  <a:lnTo>
                    <a:pt x="4911624" y="1292889"/>
                  </a:lnTo>
                  <a:lnTo>
                    <a:pt x="5004688" y="1297706"/>
                  </a:lnTo>
                  <a:lnTo>
                    <a:pt x="5085917" y="1301440"/>
                  </a:lnTo>
                  <a:lnTo>
                    <a:pt x="5151863" y="1304151"/>
                  </a:lnTo>
                  <a:lnTo>
                    <a:pt x="5200594" y="1305953"/>
                  </a:lnTo>
                  <a:lnTo>
                    <a:pt x="5232171" y="1307007"/>
                  </a:lnTo>
                  <a:lnTo>
                    <a:pt x="5248759" y="1307509"/>
                  </a:lnTo>
                  <a:lnTo>
                    <a:pt x="5254446" y="1307666"/>
                  </a:lnTo>
                  <a:lnTo>
                    <a:pt x="5254955" y="1307679"/>
                  </a:lnTo>
                  <a:lnTo>
                    <a:pt x="6726343" y="1307679"/>
                  </a:lnTo>
                  <a:lnTo>
                    <a:pt x="6727175" y="1307775"/>
                  </a:lnTo>
                  <a:lnTo>
                    <a:pt x="6732682" y="1308460"/>
                  </a:lnTo>
                  <a:lnTo>
                    <a:pt x="6746687" y="1310350"/>
                  </a:lnTo>
                  <a:lnTo>
                    <a:pt x="6772027" y="1314077"/>
                  </a:lnTo>
                  <a:lnTo>
                    <a:pt x="6810409" y="1320246"/>
                  </a:lnTo>
                  <a:lnTo>
                    <a:pt x="6862289" y="1329389"/>
                  </a:lnTo>
                  <a:lnTo>
                    <a:pt x="6926878" y="1341918"/>
                  </a:lnTo>
                  <a:lnTo>
                    <a:pt x="7002317" y="1358102"/>
                  </a:lnTo>
                  <a:lnTo>
                    <a:pt x="7086000" y="1378067"/>
                  </a:lnTo>
                  <a:lnTo>
                    <a:pt x="7174975" y="1401825"/>
                  </a:lnTo>
                  <a:lnTo>
                    <a:pt x="7266318" y="1429318"/>
                  </a:lnTo>
                  <a:lnTo>
                    <a:pt x="7357439" y="1460471"/>
                  </a:lnTo>
                  <a:lnTo>
                    <a:pt x="7446252" y="1495237"/>
                  </a:lnTo>
                  <a:lnTo>
                    <a:pt x="7531245" y="1533635"/>
                  </a:lnTo>
                  <a:lnTo>
                    <a:pt x="7611449" y="1575773"/>
                  </a:lnTo>
                  <a:lnTo>
                    <a:pt x="7686371" y="1621864"/>
                  </a:lnTo>
                  <a:lnTo>
                    <a:pt x="7755889" y="1672232"/>
                  </a:lnTo>
                  <a:lnTo>
                    <a:pt x="7820161" y="1727305"/>
                  </a:lnTo>
                  <a:lnTo>
                    <a:pt x="7879532" y="1787613"/>
                  </a:lnTo>
                  <a:lnTo>
                    <a:pt x="7934476" y="1853768"/>
                  </a:lnTo>
                  <a:lnTo>
                    <a:pt x="7985530" y="1926442"/>
                  </a:lnTo>
                  <a:lnTo>
                    <a:pt x="8033263" y="2006326"/>
                  </a:lnTo>
                  <a:lnTo>
                    <a:pt x="8078242" y="2094059"/>
                  </a:lnTo>
                  <a:lnTo>
                    <a:pt x="8121004" y="2190124"/>
                  </a:lnTo>
                  <a:lnTo>
                    <a:pt x="8151487" y="2266644"/>
                  </a:lnTo>
                  <a:lnTo>
                    <a:pt x="8179119" y="2341915"/>
                  </a:lnTo>
                  <a:lnTo>
                    <a:pt x="8206202" y="2421242"/>
                  </a:lnTo>
                  <a:lnTo>
                    <a:pt x="8232847" y="2504703"/>
                  </a:lnTo>
                  <a:lnTo>
                    <a:pt x="8259146" y="2592344"/>
                  </a:lnTo>
                  <a:lnTo>
                    <a:pt x="8285182" y="2684175"/>
                  </a:lnTo>
                  <a:lnTo>
                    <a:pt x="8311022" y="2780165"/>
                  </a:lnTo>
                  <a:lnTo>
                    <a:pt x="8336722" y="2880241"/>
                  </a:lnTo>
                  <a:lnTo>
                    <a:pt x="8362331" y="2984287"/>
                  </a:lnTo>
                  <a:lnTo>
                    <a:pt x="8387886" y="3092139"/>
                  </a:lnTo>
                  <a:lnTo>
                    <a:pt x="8413417" y="3203588"/>
                  </a:lnTo>
                  <a:lnTo>
                    <a:pt x="8438947" y="3318379"/>
                  </a:lnTo>
                  <a:lnTo>
                    <a:pt x="8464491" y="3436208"/>
                  </a:lnTo>
                  <a:lnTo>
                    <a:pt x="8490059" y="3556734"/>
                  </a:lnTo>
                  <a:lnTo>
                    <a:pt x="8515655" y="3679572"/>
                  </a:lnTo>
                  <a:lnTo>
                    <a:pt x="8541279" y="3804305"/>
                  </a:lnTo>
                  <a:lnTo>
                    <a:pt x="8566928" y="3930484"/>
                  </a:lnTo>
                  <a:lnTo>
                    <a:pt x="8592594" y="4057639"/>
                  </a:lnTo>
                  <a:lnTo>
                    <a:pt x="8618270" y="4185286"/>
                  </a:lnTo>
                  <a:lnTo>
                    <a:pt x="8643945" y="4312930"/>
                  </a:lnTo>
                  <a:lnTo>
                    <a:pt x="8669611" y="4440078"/>
                  </a:lnTo>
                  <a:lnTo>
                    <a:pt x="8695260" y="4566243"/>
                  </a:lnTo>
                  <a:lnTo>
                    <a:pt x="8720884" y="4690957"/>
                  </a:lnTo>
                  <a:lnTo>
                    <a:pt x="8746480" y="4813771"/>
                  </a:lnTo>
                  <a:lnTo>
                    <a:pt x="8772047" y="4934269"/>
                  </a:lnTo>
                  <a:lnTo>
                    <a:pt x="8797591" y="5052067"/>
                  </a:lnTo>
                  <a:lnTo>
                    <a:pt x="8823121" y="5166821"/>
                  </a:lnTo>
                  <a:lnTo>
                    <a:pt x="8848652" y="5278232"/>
                  </a:lnTo>
                  <a:lnTo>
                    <a:pt x="8874207" y="5386043"/>
                  </a:lnTo>
                  <a:lnTo>
                    <a:pt x="8899817" y="5490045"/>
                  </a:lnTo>
                  <a:lnTo>
                    <a:pt x="8925519" y="5590076"/>
                  </a:lnTo>
                  <a:lnTo>
                    <a:pt x="8951360" y="5686020"/>
                  </a:lnTo>
                  <a:lnTo>
                    <a:pt x="8977398" y="5777804"/>
                  </a:lnTo>
                  <a:lnTo>
                    <a:pt x="9003701" y="5865399"/>
                  </a:lnTo>
                  <a:lnTo>
                    <a:pt x="9030350" y="5948814"/>
                  </a:lnTo>
                  <a:lnTo>
                    <a:pt x="9057439" y="6028095"/>
                  </a:lnTo>
                  <a:lnTo>
                    <a:pt x="9084767" y="6102505"/>
                  </a:lnTo>
                  <a:lnTo>
                    <a:pt x="9126202" y="6204868"/>
                  </a:lnTo>
                  <a:lnTo>
                    <a:pt x="9169493" y="6298730"/>
                  </a:lnTo>
                  <a:lnTo>
                    <a:pt x="9215136" y="6384363"/>
                  </a:lnTo>
                  <a:lnTo>
                    <a:pt x="9263679" y="6462304"/>
                  </a:lnTo>
                  <a:lnTo>
                    <a:pt x="9315692" y="6533214"/>
                  </a:lnTo>
                  <a:lnTo>
                    <a:pt x="9371739" y="6597783"/>
                  </a:lnTo>
                  <a:lnTo>
                    <a:pt x="9432346" y="6656671"/>
                  </a:lnTo>
                  <a:lnTo>
                    <a:pt x="9497956" y="6710471"/>
                  </a:lnTo>
                  <a:lnTo>
                    <a:pt x="9568877" y="6759688"/>
                  </a:lnTo>
                  <a:lnTo>
                    <a:pt x="9645200" y="6804723"/>
                  </a:lnTo>
                  <a:lnTo>
                    <a:pt x="9726717" y="6845870"/>
                  </a:lnTo>
                  <a:lnTo>
                    <a:pt x="9812819" y="6883315"/>
                  </a:lnTo>
                  <a:lnTo>
                    <a:pt x="9902402" y="6917142"/>
                  </a:lnTo>
                  <a:lnTo>
                    <a:pt x="9993804" y="6947348"/>
                  </a:lnTo>
                  <a:lnTo>
                    <a:pt x="10084797" y="6973876"/>
                  </a:lnTo>
                  <a:lnTo>
                    <a:pt x="10172682" y="6996649"/>
                  </a:lnTo>
                  <a:lnTo>
                    <a:pt x="10254496" y="7015624"/>
                  </a:lnTo>
                  <a:lnTo>
                    <a:pt x="10327336" y="7030838"/>
                  </a:lnTo>
                  <a:lnTo>
                    <a:pt x="10388755" y="7042453"/>
                  </a:lnTo>
                  <a:lnTo>
                    <a:pt x="10437146" y="7050777"/>
                  </a:lnTo>
                  <a:lnTo>
                    <a:pt x="10472036" y="7056255"/>
                  </a:lnTo>
                  <a:lnTo>
                    <a:pt x="10494210" y="7059443"/>
                  </a:lnTo>
                  <a:lnTo>
                    <a:pt x="10505686" y="7060958"/>
                  </a:lnTo>
                  <a:lnTo>
                    <a:pt x="10509570" y="7061431"/>
                  </a:lnTo>
                  <a:lnTo>
                    <a:pt x="10509911" y="7061470"/>
                  </a:lnTo>
                  <a:lnTo>
                    <a:pt x="11981298" y="7061470"/>
                  </a:lnTo>
                  <a:lnTo>
                    <a:pt x="11981298" y="7036951"/>
                  </a:lnTo>
                  <a:lnTo>
                    <a:pt x="10509911" y="7036951"/>
                  </a:lnTo>
                  <a:lnTo>
                    <a:pt x="10509078" y="7036855"/>
                  </a:lnTo>
                  <a:lnTo>
                    <a:pt x="10503571" y="7036170"/>
                  </a:lnTo>
                  <a:lnTo>
                    <a:pt x="10489566" y="7034280"/>
                  </a:lnTo>
                  <a:lnTo>
                    <a:pt x="10464227" y="7030554"/>
                  </a:lnTo>
                  <a:lnTo>
                    <a:pt x="10425844" y="7024384"/>
                  </a:lnTo>
                  <a:lnTo>
                    <a:pt x="10373964" y="7015241"/>
                  </a:lnTo>
                  <a:lnTo>
                    <a:pt x="10309375" y="7002712"/>
                  </a:lnTo>
                  <a:lnTo>
                    <a:pt x="10233937" y="6986528"/>
                  </a:lnTo>
                  <a:lnTo>
                    <a:pt x="10150253" y="6966564"/>
                  </a:lnTo>
                  <a:lnTo>
                    <a:pt x="10061279" y="6942806"/>
                  </a:lnTo>
                  <a:lnTo>
                    <a:pt x="9969935" y="6915312"/>
                  </a:lnTo>
                  <a:lnTo>
                    <a:pt x="9878815" y="6884159"/>
                  </a:lnTo>
                  <a:lnTo>
                    <a:pt x="9790001" y="6849393"/>
                  </a:lnTo>
                  <a:lnTo>
                    <a:pt x="9705009" y="6810995"/>
                  </a:lnTo>
                  <a:lnTo>
                    <a:pt x="9624804" y="6768858"/>
                  </a:lnTo>
                  <a:lnTo>
                    <a:pt x="9549882" y="6722766"/>
                  </a:lnTo>
                  <a:lnTo>
                    <a:pt x="9480364" y="6672398"/>
                  </a:lnTo>
                  <a:lnTo>
                    <a:pt x="9416093" y="6617325"/>
                  </a:lnTo>
                  <a:lnTo>
                    <a:pt x="9356721" y="6557018"/>
                  </a:lnTo>
                  <a:lnTo>
                    <a:pt x="9301778" y="6490863"/>
                  </a:lnTo>
                  <a:lnTo>
                    <a:pt x="9250724" y="6418188"/>
                  </a:lnTo>
                  <a:lnTo>
                    <a:pt x="9202990" y="6338304"/>
                  </a:lnTo>
                  <a:lnTo>
                    <a:pt x="9158011" y="6250572"/>
                  </a:lnTo>
                  <a:lnTo>
                    <a:pt x="9115249" y="6154506"/>
                  </a:lnTo>
                  <a:lnTo>
                    <a:pt x="9084767" y="6077986"/>
                  </a:lnTo>
                  <a:lnTo>
                    <a:pt x="9057135" y="6002715"/>
                  </a:lnTo>
                  <a:lnTo>
                    <a:pt x="9030051" y="5923389"/>
                  </a:lnTo>
                  <a:lnTo>
                    <a:pt x="9003407" y="5839928"/>
                  </a:lnTo>
                  <a:lnTo>
                    <a:pt x="8977107" y="5752286"/>
                  </a:lnTo>
                  <a:lnTo>
                    <a:pt x="8951071" y="5660455"/>
                  </a:lnTo>
                  <a:lnTo>
                    <a:pt x="8925232" y="5564465"/>
                  </a:lnTo>
                  <a:lnTo>
                    <a:pt x="8899531" y="5464389"/>
                  </a:lnTo>
                  <a:lnTo>
                    <a:pt x="8873923" y="5360343"/>
                  </a:lnTo>
                  <a:lnTo>
                    <a:pt x="8848368" y="5252491"/>
                  </a:lnTo>
                  <a:lnTo>
                    <a:pt x="8822836" y="5141042"/>
                  </a:lnTo>
                  <a:lnTo>
                    <a:pt x="8797307" y="5026252"/>
                  </a:lnTo>
                  <a:lnTo>
                    <a:pt x="8771763" y="4908422"/>
                  </a:lnTo>
                  <a:lnTo>
                    <a:pt x="8746195" y="4787896"/>
                  </a:lnTo>
                  <a:lnTo>
                    <a:pt x="8720599" y="4665058"/>
                  </a:lnTo>
                  <a:lnTo>
                    <a:pt x="8694974" y="4540326"/>
                  </a:lnTo>
                  <a:lnTo>
                    <a:pt x="8669326" y="4414147"/>
                  </a:lnTo>
                  <a:lnTo>
                    <a:pt x="8643659" y="4286991"/>
                  </a:lnTo>
                  <a:lnTo>
                    <a:pt x="8617984" y="4159344"/>
                  </a:lnTo>
                  <a:lnTo>
                    <a:pt x="8592308" y="4031700"/>
                  </a:lnTo>
                  <a:lnTo>
                    <a:pt x="8566642" y="3904553"/>
                  </a:lnTo>
                  <a:lnTo>
                    <a:pt x="8540993" y="3778387"/>
                  </a:lnTo>
                  <a:lnTo>
                    <a:pt x="8515369" y="3653674"/>
                  </a:lnTo>
                  <a:lnTo>
                    <a:pt x="8489774" y="3530859"/>
                  </a:lnTo>
                  <a:lnTo>
                    <a:pt x="8464206" y="3410361"/>
                  </a:lnTo>
                  <a:lnTo>
                    <a:pt x="8438662" y="3292563"/>
                  </a:lnTo>
                  <a:lnTo>
                    <a:pt x="8413132" y="3177809"/>
                  </a:lnTo>
                  <a:lnTo>
                    <a:pt x="8387601" y="3066399"/>
                  </a:lnTo>
                  <a:lnTo>
                    <a:pt x="8362046" y="2958588"/>
                  </a:lnTo>
                  <a:lnTo>
                    <a:pt x="8336436" y="2854585"/>
                  </a:lnTo>
                  <a:lnTo>
                    <a:pt x="8310735" y="2754554"/>
                  </a:lnTo>
                  <a:lnTo>
                    <a:pt x="8284893" y="2658610"/>
                  </a:lnTo>
                  <a:lnTo>
                    <a:pt x="8258855" y="2566826"/>
                  </a:lnTo>
                  <a:lnTo>
                    <a:pt x="8232552" y="2479231"/>
                  </a:lnTo>
                  <a:lnTo>
                    <a:pt x="8205903" y="2395816"/>
                  </a:lnTo>
                  <a:lnTo>
                    <a:pt x="8178814" y="2316535"/>
                  </a:lnTo>
                  <a:lnTo>
                    <a:pt x="8151487" y="2242125"/>
                  </a:lnTo>
                  <a:lnTo>
                    <a:pt x="8110051" y="2139763"/>
                  </a:lnTo>
                  <a:lnTo>
                    <a:pt x="8066760" y="2045900"/>
                  </a:lnTo>
                  <a:lnTo>
                    <a:pt x="8021117" y="1960267"/>
                  </a:lnTo>
                  <a:lnTo>
                    <a:pt x="7972574" y="1882326"/>
                  </a:lnTo>
                  <a:lnTo>
                    <a:pt x="7920561" y="1811416"/>
                  </a:lnTo>
                  <a:lnTo>
                    <a:pt x="7864514" y="1746848"/>
                  </a:lnTo>
                  <a:lnTo>
                    <a:pt x="7803908" y="1687960"/>
                  </a:lnTo>
                  <a:lnTo>
                    <a:pt x="7738297" y="1634159"/>
                  </a:lnTo>
                  <a:lnTo>
                    <a:pt x="7667377" y="1584942"/>
                  </a:lnTo>
                  <a:lnTo>
                    <a:pt x="7591054" y="1539907"/>
                  </a:lnTo>
                  <a:lnTo>
                    <a:pt x="7509537" y="1498760"/>
                  </a:lnTo>
                  <a:lnTo>
                    <a:pt x="7423435" y="1461315"/>
                  </a:lnTo>
                  <a:lnTo>
                    <a:pt x="7333851" y="1427489"/>
                  </a:lnTo>
                  <a:lnTo>
                    <a:pt x="7242449" y="1397282"/>
                  </a:lnTo>
                  <a:lnTo>
                    <a:pt x="7151456" y="1370754"/>
                  </a:lnTo>
                  <a:lnTo>
                    <a:pt x="7063571" y="1347981"/>
                  </a:lnTo>
                  <a:lnTo>
                    <a:pt x="6981757" y="1329006"/>
                  </a:lnTo>
                  <a:lnTo>
                    <a:pt x="6908917" y="1313792"/>
                  </a:lnTo>
                  <a:lnTo>
                    <a:pt x="6847498" y="1302177"/>
                  </a:lnTo>
                  <a:lnTo>
                    <a:pt x="6799107" y="1293854"/>
                  </a:lnTo>
                  <a:lnTo>
                    <a:pt x="6764218" y="1288375"/>
                  </a:lnTo>
                  <a:lnTo>
                    <a:pt x="6742043" y="1285187"/>
                  </a:lnTo>
                  <a:lnTo>
                    <a:pt x="6730568" y="1283672"/>
                  </a:lnTo>
                  <a:lnTo>
                    <a:pt x="6726684" y="1283199"/>
                  </a:lnTo>
                  <a:lnTo>
                    <a:pt x="6726343" y="1283160"/>
                  </a:lnTo>
                  <a:lnTo>
                    <a:pt x="5254955" y="1283160"/>
                  </a:lnTo>
                  <a:lnTo>
                    <a:pt x="5253737" y="1283129"/>
                  </a:lnTo>
                  <a:lnTo>
                    <a:pt x="5245744" y="1282903"/>
                  </a:lnTo>
                  <a:lnTo>
                    <a:pt x="5225637" y="1282279"/>
                  </a:lnTo>
                  <a:lnTo>
                    <a:pt x="5189793" y="1281051"/>
                  </a:lnTo>
                  <a:lnTo>
                    <a:pt x="5136576" y="1279030"/>
                  </a:lnTo>
                  <a:lnTo>
                    <a:pt x="5066463" y="1276066"/>
                  </a:lnTo>
                  <a:lnTo>
                    <a:pt x="4981830" y="1272059"/>
                  </a:lnTo>
                  <a:lnTo>
                    <a:pt x="4886405" y="1266961"/>
                  </a:lnTo>
                  <a:lnTo>
                    <a:pt x="4784524" y="1260769"/>
                  </a:lnTo>
                  <a:lnTo>
                    <a:pt x="4680420" y="1253505"/>
                  </a:lnTo>
                  <a:lnTo>
                    <a:pt x="4577689" y="1245190"/>
                  </a:lnTo>
                  <a:lnTo>
                    <a:pt x="4479029" y="1235832"/>
                  </a:lnTo>
                  <a:lnTo>
                    <a:pt x="4386192" y="1225408"/>
                  </a:lnTo>
                  <a:lnTo>
                    <a:pt x="4300091" y="1213857"/>
                  </a:lnTo>
                  <a:lnTo>
                    <a:pt x="4220979" y="1201079"/>
                  </a:lnTo>
                  <a:lnTo>
                    <a:pt x="4148629" y="1186932"/>
                  </a:lnTo>
                  <a:lnTo>
                    <a:pt x="4082505" y="1171239"/>
                  </a:lnTo>
                  <a:lnTo>
                    <a:pt x="4021880" y="1153792"/>
                  </a:lnTo>
                  <a:lnTo>
                    <a:pt x="3965938" y="1134368"/>
                  </a:lnTo>
                  <a:lnTo>
                    <a:pt x="3913840" y="1112746"/>
                  </a:lnTo>
                  <a:lnTo>
                    <a:pt x="3864778" y="1088748"/>
                  </a:lnTo>
                  <a:lnTo>
                    <a:pt x="3829811" y="1069300"/>
                  </a:lnTo>
                  <a:lnTo>
                    <a:pt x="3781394" y="1039047"/>
                  </a:lnTo>
                  <a:lnTo>
                    <a:pt x="3734429" y="1005934"/>
                  </a:lnTo>
                  <a:lnTo>
                    <a:pt x="3688408" y="969912"/>
                  </a:lnTo>
                  <a:lnTo>
                    <a:pt x="3642949" y="931015"/>
                  </a:lnTo>
                  <a:lnTo>
                    <a:pt x="3597772" y="889369"/>
                  </a:lnTo>
                  <a:lnTo>
                    <a:pt x="3552687" y="845201"/>
                  </a:lnTo>
                  <a:lnTo>
                    <a:pt x="3507580" y="798835"/>
                  </a:lnTo>
                  <a:lnTo>
                    <a:pt x="3462393" y="750693"/>
                  </a:lnTo>
                  <a:lnTo>
                    <a:pt x="3417122" y="701275"/>
                  </a:lnTo>
                  <a:lnTo>
                    <a:pt x="3371794" y="651145"/>
                  </a:lnTo>
                  <a:lnTo>
                    <a:pt x="3326456" y="600899"/>
                  </a:lnTo>
                  <a:lnTo>
                    <a:pt x="3281159" y="551142"/>
                  </a:lnTo>
                  <a:lnTo>
                    <a:pt x="3235939" y="502452"/>
                  </a:lnTo>
                  <a:lnTo>
                    <a:pt x="3190805" y="455356"/>
                  </a:lnTo>
                  <a:lnTo>
                    <a:pt x="3145721" y="410308"/>
                  </a:lnTo>
                  <a:lnTo>
                    <a:pt x="3100598" y="367671"/>
                  </a:lnTo>
                  <a:lnTo>
                    <a:pt x="3055273" y="327708"/>
                  </a:lnTo>
                  <a:lnTo>
                    <a:pt x="3009505" y="290584"/>
                  </a:lnTo>
                  <a:lnTo>
                    <a:pt x="2962952" y="256366"/>
                  </a:lnTo>
                  <a:lnTo>
                    <a:pt x="2915156" y="225035"/>
                  </a:lnTo>
                  <a:lnTo>
                    <a:pt x="2896531" y="213860"/>
                  </a:lnTo>
                  <a:lnTo>
                    <a:pt x="2849252" y="188036"/>
                  </a:lnTo>
                  <a:lnTo>
                    <a:pt x="2799486" y="164659"/>
                  </a:lnTo>
                  <a:lnTo>
                    <a:pt x="2746483" y="143618"/>
                  </a:lnTo>
                  <a:lnTo>
                    <a:pt x="2689423" y="124722"/>
                  </a:lnTo>
                  <a:lnTo>
                    <a:pt x="2627465" y="107746"/>
                  </a:lnTo>
                  <a:lnTo>
                    <a:pt x="2559811" y="92467"/>
                  </a:lnTo>
                  <a:lnTo>
                    <a:pt x="2485771" y="78686"/>
                  </a:lnTo>
                  <a:lnTo>
                    <a:pt x="2404875" y="66233"/>
                  </a:lnTo>
                  <a:lnTo>
                    <a:pt x="2317003" y="54979"/>
                  </a:lnTo>
                  <a:lnTo>
                    <a:pt x="2222558" y="44832"/>
                  </a:lnTo>
                  <a:lnTo>
                    <a:pt x="2122652" y="35742"/>
                  </a:lnTo>
                  <a:lnTo>
                    <a:pt x="2019275" y="27694"/>
                  </a:lnTo>
                  <a:lnTo>
                    <a:pt x="1915365" y="20702"/>
                  </a:lnTo>
                  <a:lnTo>
                    <a:pt x="1814719" y="14789"/>
                  </a:lnTo>
                  <a:lnTo>
                    <a:pt x="1721654" y="9972"/>
                  </a:lnTo>
                  <a:lnTo>
                    <a:pt x="1640425" y="6238"/>
                  </a:lnTo>
                  <a:lnTo>
                    <a:pt x="1574480" y="3527"/>
                  </a:lnTo>
                  <a:lnTo>
                    <a:pt x="1525748" y="1726"/>
                  </a:lnTo>
                  <a:lnTo>
                    <a:pt x="1494171" y="672"/>
                  </a:lnTo>
                  <a:lnTo>
                    <a:pt x="1477583" y="169"/>
                  </a:lnTo>
                  <a:lnTo>
                    <a:pt x="1471896" y="12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11" name="pl111"/>
            <p:cNvSpPr/>
            <p:nvPr/>
          </p:nvSpPr>
          <p:spPr>
            <a:xfrm>
              <a:off x="4799595" y="3778339"/>
              <a:ext cx="11981298" cy="7036951"/>
            </a:xfrm>
            <a:custGeom>
              <a:avLst/>
              <a:pathLst>
                <a:path w="11981298" h="7036951">
                  <a:moveTo>
                    <a:pt x="0" y="0"/>
                  </a:moveTo>
                  <a:lnTo>
                    <a:pt x="1471387" y="0"/>
                  </a:lnTo>
                  <a:lnTo>
                    <a:pt x="1472605" y="31"/>
                  </a:lnTo>
                  <a:lnTo>
                    <a:pt x="1480598" y="257"/>
                  </a:lnTo>
                  <a:lnTo>
                    <a:pt x="1500705" y="881"/>
                  </a:lnTo>
                  <a:lnTo>
                    <a:pt x="1536549" y="2109"/>
                  </a:lnTo>
                  <a:lnTo>
                    <a:pt x="1589766" y="4129"/>
                  </a:lnTo>
                  <a:lnTo>
                    <a:pt x="1659879" y="7093"/>
                  </a:lnTo>
                  <a:lnTo>
                    <a:pt x="1744512" y="11101"/>
                  </a:lnTo>
                  <a:lnTo>
                    <a:pt x="1839937" y="16199"/>
                  </a:lnTo>
                  <a:lnTo>
                    <a:pt x="1941818" y="22390"/>
                  </a:lnTo>
                  <a:lnTo>
                    <a:pt x="2045923" y="29655"/>
                  </a:lnTo>
                  <a:lnTo>
                    <a:pt x="2148653" y="37969"/>
                  </a:lnTo>
                  <a:lnTo>
                    <a:pt x="2247313" y="47327"/>
                  </a:lnTo>
                  <a:lnTo>
                    <a:pt x="2340150" y="57752"/>
                  </a:lnTo>
                  <a:lnTo>
                    <a:pt x="2426251" y="69303"/>
                  </a:lnTo>
                  <a:lnTo>
                    <a:pt x="2505363" y="82081"/>
                  </a:lnTo>
                  <a:lnTo>
                    <a:pt x="2577713" y="96228"/>
                  </a:lnTo>
                  <a:lnTo>
                    <a:pt x="2643837" y="111921"/>
                  </a:lnTo>
                  <a:lnTo>
                    <a:pt x="2704462" y="129367"/>
                  </a:lnTo>
                  <a:lnTo>
                    <a:pt x="2760404" y="148792"/>
                  </a:lnTo>
                  <a:lnTo>
                    <a:pt x="2812503" y="170414"/>
                  </a:lnTo>
                  <a:lnTo>
                    <a:pt x="2861564" y="194412"/>
                  </a:lnTo>
                  <a:lnTo>
                    <a:pt x="2896531" y="213860"/>
                  </a:lnTo>
                  <a:lnTo>
                    <a:pt x="2944948" y="244112"/>
                  </a:lnTo>
                  <a:lnTo>
                    <a:pt x="2991913" y="277225"/>
                  </a:lnTo>
                  <a:lnTo>
                    <a:pt x="3037934" y="313248"/>
                  </a:lnTo>
                  <a:lnTo>
                    <a:pt x="3083393" y="352145"/>
                  </a:lnTo>
                  <a:lnTo>
                    <a:pt x="3128570" y="393791"/>
                  </a:lnTo>
                  <a:lnTo>
                    <a:pt x="3173655" y="437959"/>
                  </a:lnTo>
                  <a:lnTo>
                    <a:pt x="3218763" y="484324"/>
                  </a:lnTo>
                  <a:lnTo>
                    <a:pt x="3263949" y="532467"/>
                  </a:lnTo>
                  <a:lnTo>
                    <a:pt x="3309220" y="581884"/>
                  </a:lnTo>
                  <a:lnTo>
                    <a:pt x="3354548" y="632015"/>
                  </a:lnTo>
                  <a:lnTo>
                    <a:pt x="3399886" y="682260"/>
                  </a:lnTo>
                  <a:lnTo>
                    <a:pt x="3445183" y="732018"/>
                  </a:lnTo>
                  <a:lnTo>
                    <a:pt x="3490403" y="780708"/>
                  </a:lnTo>
                  <a:lnTo>
                    <a:pt x="3535538" y="827804"/>
                  </a:lnTo>
                  <a:lnTo>
                    <a:pt x="3580621" y="872851"/>
                  </a:lnTo>
                  <a:lnTo>
                    <a:pt x="3625744" y="915489"/>
                  </a:lnTo>
                  <a:lnTo>
                    <a:pt x="3671069" y="955452"/>
                  </a:lnTo>
                  <a:lnTo>
                    <a:pt x="3716837" y="992576"/>
                  </a:lnTo>
                  <a:lnTo>
                    <a:pt x="3763390" y="1026794"/>
                  </a:lnTo>
                  <a:lnTo>
                    <a:pt x="3811186" y="1058124"/>
                  </a:lnTo>
                  <a:lnTo>
                    <a:pt x="3829811" y="1069300"/>
                  </a:lnTo>
                  <a:lnTo>
                    <a:pt x="3877090" y="1095124"/>
                  </a:lnTo>
                  <a:lnTo>
                    <a:pt x="3926856" y="1118501"/>
                  </a:lnTo>
                  <a:lnTo>
                    <a:pt x="3979859" y="1139541"/>
                  </a:lnTo>
                  <a:lnTo>
                    <a:pt x="4036920" y="1158438"/>
                  </a:lnTo>
                  <a:lnTo>
                    <a:pt x="4098877" y="1175414"/>
                  </a:lnTo>
                  <a:lnTo>
                    <a:pt x="4166532" y="1190693"/>
                  </a:lnTo>
                  <a:lnTo>
                    <a:pt x="4240571" y="1204474"/>
                  </a:lnTo>
                  <a:lnTo>
                    <a:pt x="4321467" y="1216926"/>
                  </a:lnTo>
                  <a:lnTo>
                    <a:pt x="4409339" y="1228181"/>
                  </a:lnTo>
                  <a:lnTo>
                    <a:pt x="4503784" y="1238328"/>
                  </a:lnTo>
                  <a:lnTo>
                    <a:pt x="4603690" y="1247418"/>
                  </a:lnTo>
                  <a:lnTo>
                    <a:pt x="4707067" y="1255465"/>
                  </a:lnTo>
                  <a:lnTo>
                    <a:pt x="4810977" y="1262457"/>
                  </a:lnTo>
                  <a:lnTo>
                    <a:pt x="4911624" y="1268370"/>
                  </a:lnTo>
                  <a:lnTo>
                    <a:pt x="5004688" y="1273187"/>
                  </a:lnTo>
                  <a:lnTo>
                    <a:pt x="5085917" y="1276921"/>
                  </a:lnTo>
                  <a:lnTo>
                    <a:pt x="5151863" y="1279632"/>
                  </a:lnTo>
                  <a:lnTo>
                    <a:pt x="5200594" y="1281434"/>
                  </a:lnTo>
                  <a:lnTo>
                    <a:pt x="5232171" y="1282488"/>
                  </a:lnTo>
                  <a:lnTo>
                    <a:pt x="5248759" y="1282990"/>
                  </a:lnTo>
                  <a:lnTo>
                    <a:pt x="5254446" y="1283147"/>
                  </a:lnTo>
                  <a:lnTo>
                    <a:pt x="5254955" y="1283160"/>
                  </a:lnTo>
                  <a:lnTo>
                    <a:pt x="6726343" y="1283160"/>
                  </a:lnTo>
                  <a:lnTo>
                    <a:pt x="6727175" y="1283256"/>
                  </a:lnTo>
                  <a:lnTo>
                    <a:pt x="6732682" y="1283941"/>
                  </a:lnTo>
                  <a:lnTo>
                    <a:pt x="6746687" y="1285831"/>
                  </a:lnTo>
                  <a:lnTo>
                    <a:pt x="6772027" y="1289558"/>
                  </a:lnTo>
                  <a:lnTo>
                    <a:pt x="6810409" y="1295727"/>
                  </a:lnTo>
                  <a:lnTo>
                    <a:pt x="6862289" y="1304870"/>
                  </a:lnTo>
                  <a:lnTo>
                    <a:pt x="6926878" y="1317399"/>
                  </a:lnTo>
                  <a:lnTo>
                    <a:pt x="7002317" y="1333583"/>
                  </a:lnTo>
                  <a:lnTo>
                    <a:pt x="7086000" y="1353548"/>
                  </a:lnTo>
                  <a:lnTo>
                    <a:pt x="7174975" y="1377306"/>
                  </a:lnTo>
                  <a:lnTo>
                    <a:pt x="7266318" y="1404799"/>
                  </a:lnTo>
                  <a:lnTo>
                    <a:pt x="7357439" y="1435952"/>
                  </a:lnTo>
                  <a:lnTo>
                    <a:pt x="7446252" y="1470718"/>
                  </a:lnTo>
                  <a:lnTo>
                    <a:pt x="7531245" y="1509116"/>
                  </a:lnTo>
                  <a:lnTo>
                    <a:pt x="7611449" y="1551254"/>
                  </a:lnTo>
                  <a:lnTo>
                    <a:pt x="7686371" y="1597345"/>
                  </a:lnTo>
                  <a:lnTo>
                    <a:pt x="7755889" y="1647713"/>
                  </a:lnTo>
                  <a:lnTo>
                    <a:pt x="7820161" y="1702786"/>
                  </a:lnTo>
                  <a:lnTo>
                    <a:pt x="7879532" y="1763094"/>
                  </a:lnTo>
                  <a:lnTo>
                    <a:pt x="7934476" y="1829249"/>
                  </a:lnTo>
                  <a:lnTo>
                    <a:pt x="7985530" y="1901923"/>
                  </a:lnTo>
                  <a:lnTo>
                    <a:pt x="8033263" y="1981807"/>
                  </a:lnTo>
                  <a:lnTo>
                    <a:pt x="8078242" y="2069540"/>
                  </a:lnTo>
                  <a:lnTo>
                    <a:pt x="8121004" y="2165605"/>
                  </a:lnTo>
                  <a:lnTo>
                    <a:pt x="8151487" y="2242125"/>
                  </a:lnTo>
                  <a:lnTo>
                    <a:pt x="8179119" y="2317396"/>
                  </a:lnTo>
                  <a:lnTo>
                    <a:pt x="8206202" y="2396723"/>
                  </a:lnTo>
                  <a:lnTo>
                    <a:pt x="8232847" y="2480184"/>
                  </a:lnTo>
                  <a:lnTo>
                    <a:pt x="8259146" y="2567825"/>
                  </a:lnTo>
                  <a:lnTo>
                    <a:pt x="8285182" y="2659656"/>
                  </a:lnTo>
                  <a:lnTo>
                    <a:pt x="8311022" y="2755646"/>
                  </a:lnTo>
                  <a:lnTo>
                    <a:pt x="8336722" y="2855722"/>
                  </a:lnTo>
                  <a:lnTo>
                    <a:pt x="8362331" y="2959768"/>
                  </a:lnTo>
                  <a:lnTo>
                    <a:pt x="8387886" y="3067620"/>
                  </a:lnTo>
                  <a:lnTo>
                    <a:pt x="8413417" y="3179069"/>
                  </a:lnTo>
                  <a:lnTo>
                    <a:pt x="8438947" y="3293860"/>
                  </a:lnTo>
                  <a:lnTo>
                    <a:pt x="8464491" y="3411689"/>
                  </a:lnTo>
                  <a:lnTo>
                    <a:pt x="8490059" y="3532215"/>
                  </a:lnTo>
                  <a:lnTo>
                    <a:pt x="8515655" y="3655053"/>
                  </a:lnTo>
                  <a:lnTo>
                    <a:pt x="8541279" y="3779786"/>
                  </a:lnTo>
                  <a:lnTo>
                    <a:pt x="8566928" y="3905965"/>
                  </a:lnTo>
                  <a:lnTo>
                    <a:pt x="8592594" y="4033120"/>
                  </a:lnTo>
                  <a:lnTo>
                    <a:pt x="8618270" y="4160767"/>
                  </a:lnTo>
                  <a:lnTo>
                    <a:pt x="8643945" y="4288411"/>
                  </a:lnTo>
                  <a:lnTo>
                    <a:pt x="8669611" y="4415559"/>
                  </a:lnTo>
                  <a:lnTo>
                    <a:pt x="8695260" y="4541724"/>
                  </a:lnTo>
                  <a:lnTo>
                    <a:pt x="8720884" y="4666438"/>
                  </a:lnTo>
                  <a:lnTo>
                    <a:pt x="8746480" y="4789252"/>
                  </a:lnTo>
                  <a:lnTo>
                    <a:pt x="8772047" y="4909750"/>
                  </a:lnTo>
                  <a:lnTo>
                    <a:pt x="8797591" y="5027548"/>
                  </a:lnTo>
                  <a:lnTo>
                    <a:pt x="8823121" y="5142302"/>
                  </a:lnTo>
                  <a:lnTo>
                    <a:pt x="8848652" y="5253713"/>
                  </a:lnTo>
                  <a:lnTo>
                    <a:pt x="8874207" y="5361524"/>
                  </a:lnTo>
                  <a:lnTo>
                    <a:pt x="8899817" y="5465526"/>
                  </a:lnTo>
                  <a:lnTo>
                    <a:pt x="8925519" y="5565557"/>
                  </a:lnTo>
                  <a:lnTo>
                    <a:pt x="8951360" y="5661501"/>
                  </a:lnTo>
                  <a:lnTo>
                    <a:pt x="8977398" y="5753285"/>
                  </a:lnTo>
                  <a:lnTo>
                    <a:pt x="9003701" y="5840880"/>
                  </a:lnTo>
                  <a:lnTo>
                    <a:pt x="9030350" y="5924295"/>
                  </a:lnTo>
                  <a:lnTo>
                    <a:pt x="9057439" y="6003576"/>
                  </a:lnTo>
                  <a:lnTo>
                    <a:pt x="9084767" y="6077986"/>
                  </a:lnTo>
                  <a:lnTo>
                    <a:pt x="9126202" y="6180349"/>
                  </a:lnTo>
                  <a:lnTo>
                    <a:pt x="9169493" y="6274211"/>
                  </a:lnTo>
                  <a:lnTo>
                    <a:pt x="9215136" y="6359844"/>
                  </a:lnTo>
                  <a:lnTo>
                    <a:pt x="9263679" y="6437785"/>
                  </a:lnTo>
                  <a:lnTo>
                    <a:pt x="9315692" y="6508695"/>
                  </a:lnTo>
                  <a:lnTo>
                    <a:pt x="9371739" y="6573264"/>
                  </a:lnTo>
                  <a:lnTo>
                    <a:pt x="9432346" y="6632152"/>
                  </a:lnTo>
                  <a:lnTo>
                    <a:pt x="9497956" y="6685952"/>
                  </a:lnTo>
                  <a:lnTo>
                    <a:pt x="9568877" y="6735169"/>
                  </a:lnTo>
                  <a:lnTo>
                    <a:pt x="9645200" y="6780204"/>
                  </a:lnTo>
                  <a:lnTo>
                    <a:pt x="9726717" y="6821351"/>
                  </a:lnTo>
                  <a:lnTo>
                    <a:pt x="9812819" y="6858796"/>
                  </a:lnTo>
                  <a:lnTo>
                    <a:pt x="9902402" y="6892623"/>
                  </a:lnTo>
                  <a:lnTo>
                    <a:pt x="9993804" y="6922829"/>
                  </a:lnTo>
                  <a:lnTo>
                    <a:pt x="10084797" y="6949357"/>
                  </a:lnTo>
                  <a:lnTo>
                    <a:pt x="10172682" y="6972130"/>
                  </a:lnTo>
                  <a:lnTo>
                    <a:pt x="10254496" y="6991105"/>
                  </a:lnTo>
                  <a:lnTo>
                    <a:pt x="10327336" y="7006319"/>
                  </a:lnTo>
                  <a:lnTo>
                    <a:pt x="10388755" y="7017934"/>
                  </a:lnTo>
                  <a:lnTo>
                    <a:pt x="10437146" y="7026258"/>
                  </a:lnTo>
                  <a:lnTo>
                    <a:pt x="10472036" y="7031736"/>
                  </a:lnTo>
                  <a:lnTo>
                    <a:pt x="10494210" y="7034924"/>
                  </a:lnTo>
                  <a:lnTo>
                    <a:pt x="10505686" y="7036439"/>
                  </a:lnTo>
                  <a:lnTo>
                    <a:pt x="10509570" y="7036912"/>
                  </a:lnTo>
                  <a:lnTo>
                    <a:pt x="10509911" y="7036951"/>
                  </a:lnTo>
                  <a:lnTo>
                    <a:pt x="11981298" y="703695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2" name="pl112"/>
            <p:cNvSpPr/>
            <p:nvPr/>
          </p:nvSpPr>
          <p:spPr>
            <a:xfrm>
              <a:off x="4799595" y="3753820"/>
              <a:ext cx="11981298" cy="7036951"/>
            </a:xfrm>
            <a:custGeom>
              <a:avLst/>
              <a:pathLst>
                <a:path w="11981298" h="7036951">
                  <a:moveTo>
                    <a:pt x="11981298" y="7036951"/>
                  </a:moveTo>
                  <a:lnTo>
                    <a:pt x="10509911" y="7036951"/>
                  </a:lnTo>
                  <a:lnTo>
                    <a:pt x="10509078" y="7036855"/>
                  </a:lnTo>
                  <a:lnTo>
                    <a:pt x="10503571" y="7036170"/>
                  </a:lnTo>
                  <a:lnTo>
                    <a:pt x="10489566" y="7034280"/>
                  </a:lnTo>
                  <a:lnTo>
                    <a:pt x="10464227" y="7030554"/>
                  </a:lnTo>
                  <a:lnTo>
                    <a:pt x="10425844" y="7024384"/>
                  </a:lnTo>
                  <a:lnTo>
                    <a:pt x="10373964" y="7015241"/>
                  </a:lnTo>
                  <a:lnTo>
                    <a:pt x="10309375" y="7002712"/>
                  </a:lnTo>
                  <a:lnTo>
                    <a:pt x="10233937" y="6986528"/>
                  </a:lnTo>
                  <a:lnTo>
                    <a:pt x="10150253" y="6966564"/>
                  </a:lnTo>
                  <a:lnTo>
                    <a:pt x="10061279" y="6942806"/>
                  </a:lnTo>
                  <a:lnTo>
                    <a:pt x="9969935" y="6915312"/>
                  </a:lnTo>
                  <a:lnTo>
                    <a:pt x="9878815" y="6884159"/>
                  </a:lnTo>
                  <a:lnTo>
                    <a:pt x="9790001" y="6849393"/>
                  </a:lnTo>
                  <a:lnTo>
                    <a:pt x="9705009" y="6810995"/>
                  </a:lnTo>
                  <a:lnTo>
                    <a:pt x="9624804" y="6768858"/>
                  </a:lnTo>
                  <a:lnTo>
                    <a:pt x="9549882" y="6722766"/>
                  </a:lnTo>
                  <a:lnTo>
                    <a:pt x="9480364" y="6672398"/>
                  </a:lnTo>
                  <a:lnTo>
                    <a:pt x="9416093" y="6617325"/>
                  </a:lnTo>
                  <a:lnTo>
                    <a:pt x="9356721" y="6557018"/>
                  </a:lnTo>
                  <a:lnTo>
                    <a:pt x="9301778" y="6490863"/>
                  </a:lnTo>
                  <a:lnTo>
                    <a:pt x="9250724" y="6418188"/>
                  </a:lnTo>
                  <a:lnTo>
                    <a:pt x="9202990" y="6338304"/>
                  </a:lnTo>
                  <a:lnTo>
                    <a:pt x="9158011" y="6250572"/>
                  </a:lnTo>
                  <a:lnTo>
                    <a:pt x="9115249" y="6154506"/>
                  </a:lnTo>
                  <a:lnTo>
                    <a:pt x="9084767" y="6077986"/>
                  </a:lnTo>
                  <a:lnTo>
                    <a:pt x="9057135" y="6002715"/>
                  </a:lnTo>
                  <a:lnTo>
                    <a:pt x="9030051" y="5923389"/>
                  </a:lnTo>
                  <a:lnTo>
                    <a:pt x="9003407" y="5839928"/>
                  </a:lnTo>
                  <a:lnTo>
                    <a:pt x="8977107" y="5752286"/>
                  </a:lnTo>
                  <a:lnTo>
                    <a:pt x="8951071" y="5660455"/>
                  </a:lnTo>
                  <a:lnTo>
                    <a:pt x="8925232" y="5564465"/>
                  </a:lnTo>
                  <a:lnTo>
                    <a:pt x="8899531" y="5464389"/>
                  </a:lnTo>
                  <a:lnTo>
                    <a:pt x="8873923" y="5360343"/>
                  </a:lnTo>
                  <a:lnTo>
                    <a:pt x="8848368" y="5252491"/>
                  </a:lnTo>
                  <a:lnTo>
                    <a:pt x="8822836" y="5141042"/>
                  </a:lnTo>
                  <a:lnTo>
                    <a:pt x="8797307" y="5026252"/>
                  </a:lnTo>
                  <a:lnTo>
                    <a:pt x="8771763" y="4908422"/>
                  </a:lnTo>
                  <a:lnTo>
                    <a:pt x="8746195" y="4787896"/>
                  </a:lnTo>
                  <a:lnTo>
                    <a:pt x="8720599" y="4665058"/>
                  </a:lnTo>
                  <a:lnTo>
                    <a:pt x="8694974" y="4540326"/>
                  </a:lnTo>
                  <a:lnTo>
                    <a:pt x="8669326" y="4414147"/>
                  </a:lnTo>
                  <a:lnTo>
                    <a:pt x="8643659" y="4286991"/>
                  </a:lnTo>
                  <a:lnTo>
                    <a:pt x="8617984" y="4159344"/>
                  </a:lnTo>
                  <a:lnTo>
                    <a:pt x="8592308" y="4031700"/>
                  </a:lnTo>
                  <a:lnTo>
                    <a:pt x="8566642" y="3904553"/>
                  </a:lnTo>
                  <a:lnTo>
                    <a:pt x="8540993" y="3778387"/>
                  </a:lnTo>
                  <a:lnTo>
                    <a:pt x="8515369" y="3653674"/>
                  </a:lnTo>
                  <a:lnTo>
                    <a:pt x="8489774" y="3530859"/>
                  </a:lnTo>
                  <a:lnTo>
                    <a:pt x="8464206" y="3410361"/>
                  </a:lnTo>
                  <a:lnTo>
                    <a:pt x="8438662" y="3292563"/>
                  </a:lnTo>
                  <a:lnTo>
                    <a:pt x="8413132" y="3177809"/>
                  </a:lnTo>
                  <a:lnTo>
                    <a:pt x="8387601" y="3066399"/>
                  </a:lnTo>
                  <a:lnTo>
                    <a:pt x="8362046" y="2958588"/>
                  </a:lnTo>
                  <a:lnTo>
                    <a:pt x="8336436" y="2854585"/>
                  </a:lnTo>
                  <a:lnTo>
                    <a:pt x="8310735" y="2754554"/>
                  </a:lnTo>
                  <a:lnTo>
                    <a:pt x="8284893" y="2658610"/>
                  </a:lnTo>
                  <a:lnTo>
                    <a:pt x="8258855" y="2566826"/>
                  </a:lnTo>
                  <a:lnTo>
                    <a:pt x="8232552" y="2479231"/>
                  </a:lnTo>
                  <a:lnTo>
                    <a:pt x="8205903" y="2395816"/>
                  </a:lnTo>
                  <a:lnTo>
                    <a:pt x="8178814" y="2316535"/>
                  </a:lnTo>
                  <a:lnTo>
                    <a:pt x="8151487" y="2242125"/>
                  </a:lnTo>
                  <a:lnTo>
                    <a:pt x="8110051" y="2139763"/>
                  </a:lnTo>
                  <a:lnTo>
                    <a:pt x="8066760" y="2045900"/>
                  </a:lnTo>
                  <a:lnTo>
                    <a:pt x="8021117" y="1960267"/>
                  </a:lnTo>
                  <a:lnTo>
                    <a:pt x="7972574" y="1882326"/>
                  </a:lnTo>
                  <a:lnTo>
                    <a:pt x="7920561" y="1811416"/>
                  </a:lnTo>
                  <a:lnTo>
                    <a:pt x="7864514" y="1746848"/>
                  </a:lnTo>
                  <a:lnTo>
                    <a:pt x="7803908" y="1687960"/>
                  </a:lnTo>
                  <a:lnTo>
                    <a:pt x="7738297" y="1634159"/>
                  </a:lnTo>
                  <a:lnTo>
                    <a:pt x="7667377" y="1584942"/>
                  </a:lnTo>
                  <a:lnTo>
                    <a:pt x="7591054" y="1539907"/>
                  </a:lnTo>
                  <a:lnTo>
                    <a:pt x="7509537" y="1498760"/>
                  </a:lnTo>
                  <a:lnTo>
                    <a:pt x="7423435" y="1461315"/>
                  </a:lnTo>
                  <a:lnTo>
                    <a:pt x="7333851" y="1427489"/>
                  </a:lnTo>
                  <a:lnTo>
                    <a:pt x="7242449" y="1397282"/>
                  </a:lnTo>
                  <a:lnTo>
                    <a:pt x="7151456" y="1370754"/>
                  </a:lnTo>
                  <a:lnTo>
                    <a:pt x="7063571" y="1347981"/>
                  </a:lnTo>
                  <a:lnTo>
                    <a:pt x="6981757" y="1329006"/>
                  </a:lnTo>
                  <a:lnTo>
                    <a:pt x="6908917" y="1313792"/>
                  </a:lnTo>
                  <a:lnTo>
                    <a:pt x="6847498" y="1302177"/>
                  </a:lnTo>
                  <a:lnTo>
                    <a:pt x="6799107" y="1293854"/>
                  </a:lnTo>
                  <a:lnTo>
                    <a:pt x="6764218" y="1288375"/>
                  </a:lnTo>
                  <a:lnTo>
                    <a:pt x="6742043" y="1285187"/>
                  </a:lnTo>
                  <a:lnTo>
                    <a:pt x="6730568" y="1283672"/>
                  </a:lnTo>
                  <a:lnTo>
                    <a:pt x="6726684" y="1283199"/>
                  </a:lnTo>
                  <a:lnTo>
                    <a:pt x="6726343" y="1283160"/>
                  </a:lnTo>
                  <a:lnTo>
                    <a:pt x="5254955" y="1283160"/>
                  </a:lnTo>
                  <a:lnTo>
                    <a:pt x="5253737" y="1283129"/>
                  </a:lnTo>
                  <a:lnTo>
                    <a:pt x="5245744" y="1282903"/>
                  </a:lnTo>
                  <a:lnTo>
                    <a:pt x="5225637" y="1282279"/>
                  </a:lnTo>
                  <a:lnTo>
                    <a:pt x="5189793" y="1281051"/>
                  </a:lnTo>
                  <a:lnTo>
                    <a:pt x="5136576" y="1279030"/>
                  </a:lnTo>
                  <a:lnTo>
                    <a:pt x="5066463" y="1276066"/>
                  </a:lnTo>
                  <a:lnTo>
                    <a:pt x="4981830" y="1272059"/>
                  </a:lnTo>
                  <a:lnTo>
                    <a:pt x="4886405" y="1266961"/>
                  </a:lnTo>
                  <a:lnTo>
                    <a:pt x="4784524" y="1260769"/>
                  </a:lnTo>
                  <a:lnTo>
                    <a:pt x="4680420" y="1253505"/>
                  </a:lnTo>
                  <a:lnTo>
                    <a:pt x="4577689" y="1245190"/>
                  </a:lnTo>
                  <a:lnTo>
                    <a:pt x="4479029" y="1235832"/>
                  </a:lnTo>
                  <a:lnTo>
                    <a:pt x="4386192" y="1225408"/>
                  </a:lnTo>
                  <a:lnTo>
                    <a:pt x="4300091" y="1213857"/>
                  </a:lnTo>
                  <a:lnTo>
                    <a:pt x="4220979" y="1201079"/>
                  </a:lnTo>
                  <a:lnTo>
                    <a:pt x="4148629" y="1186932"/>
                  </a:lnTo>
                  <a:lnTo>
                    <a:pt x="4082505" y="1171239"/>
                  </a:lnTo>
                  <a:lnTo>
                    <a:pt x="4021880" y="1153792"/>
                  </a:lnTo>
                  <a:lnTo>
                    <a:pt x="3965938" y="1134368"/>
                  </a:lnTo>
                  <a:lnTo>
                    <a:pt x="3913840" y="1112746"/>
                  </a:lnTo>
                  <a:lnTo>
                    <a:pt x="3864778" y="1088748"/>
                  </a:lnTo>
                  <a:lnTo>
                    <a:pt x="3829811" y="1069300"/>
                  </a:lnTo>
                  <a:lnTo>
                    <a:pt x="3781394" y="1039047"/>
                  </a:lnTo>
                  <a:lnTo>
                    <a:pt x="3734429" y="1005934"/>
                  </a:lnTo>
                  <a:lnTo>
                    <a:pt x="3688408" y="969912"/>
                  </a:lnTo>
                  <a:lnTo>
                    <a:pt x="3642949" y="931015"/>
                  </a:lnTo>
                  <a:lnTo>
                    <a:pt x="3597772" y="889369"/>
                  </a:lnTo>
                  <a:lnTo>
                    <a:pt x="3552687" y="845201"/>
                  </a:lnTo>
                  <a:lnTo>
                    <a:pt x="3507580" y="798835"/>
                  </a:lnTo>
                  <a:lnTo>
                    <a:pt x="3462393" y="750693"/>
                  </a:lnTo>
                  <a:lnTo>
                    <a:pt x="3417122" y="701275"/>
                  </a:lnTo>
                  <a:lnTo>
                    <a:pt x="3371794" y="651145"/>
                  </a:lnTo>
                  <a:lnTo>
                    <a:pt x="3326456" y="600899"/>
                  </a:lnTo>
                  <a:lnTo>
                    <a:pt x="3281159" y="551142"/>
                  </a:lnTo>
                  <a:lnTo>
                    <a:pt x="3235939" y="502452"/>
                  </a:lnTo>
                  <a:lnTo>
                    <a:pt x="3190805" y="455356"/>
                  </a:lnTo>
                  <a:lnTo>
                    <a:pt x="3145721" y="410308"/>
                  </a:lnTo>
                  <a:lnTo>
                    <a:pt x="3100598" y="367671"/>
                  </a:lnTo>
                  <a:lnTo>
                    <a:pt x="3055273" y="327708"/>
                  </a:lnTo>
                  <a:lnTo>
                    <a:pt x="3009505" y="290584"/>
                  </a:lnTo>
                  <a:lnTo>
                    <a:pt x="2962952" y="256366"/>
                  </a:lnTo>
                  <a:lnTo>
                    <a:pt x="2915156" y="225035"/>
                  </a:lnTo>
                  <a:lnTo>
                    <a:pt x="2896531" y="213860"/>
                  </a:lnTo>
                  <a:lnTo>
                    <a:pt x="2849252" y="188036"/>
                  </a:lnTo>
                  <a:lnTo>
                    <a:pt x="2799486" y="164659"/>
                  </a:lnTo>
                  <a:lnTo>
                    <a:pt x="2746483" y="143618"/>
                  </a:lnTo>
                  <a:lnTo>
                    <a:pt x="2689423" y="124722"/>
                  </a:lnTo>
                  <a:lnTo>
                    <a:pt x="2627465" y="107746"/>
                  </a:lnTo>
                  <a:lnTo>
                    <a:pt x="2559811" y="92467"/>
                  </a:lnTo>
                  <a:lnTo>
                    <a:pt x="2485771" y="78686"/>
                  </a:lnTo>
                  <a:lnTo>
                    <a:pt x="2404875" y="66233"/>
                  </a:lnTo>
                  <a:lnTo>
                    <a:pt x="2317003" y="54979"/>
                  </a:lnTo>
                  <a:lnTo>
                    <a:pt x="2222558" y="44832"/>
                  </a:lnTo>
                  <a:lnTo>
                    <a:pt x="2122652" y="35742"/>
                  </a:lnTo>
                  <a:lnTo>
                    <a:pt x="2019275" y="27694"/>
                  </a:lnTo>
                  <a:lnTo>
                    <a:pt x="1915365" y="20702"/>
                  </a:lnTo>
                  <a:lnTo>
                    <a:pt x="1814719" y="14789"/>
                  </a:lnTo>
                  <a:lnTo>
                    <a:pt x="1721654" y="9972"/>
                  </a:lnTo>
                  <a:lnTo>
                    <a:pt x="1640425" y="6238"/>
                  </a:lnTo>
                  <a:lnTo>
                    <a:pt x="1574480" y="3527"/>
                  </a:lnTo>
                  <a:lnTo>
                    <a:pt x="1525748" y="1726"/>
                  </a:lnTo>
                  <a:lnTo>
                    <a:pt x="1494171" y="672"/>
                  </a:lnTo>
                  <a:lnTo>
                    <a:pt x="1477583" y="169"/>
                  </a:lnTo>
                  <a:lnTo>
                    <a:pt x="1471896" y="12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3" name="pg113"/>
            <p:cNvSpPr/>
            <p:nvPr/>
          </p:nvSpPr>
          <p:spPr>
            <a:xfrm>
              <a:off x="4799595" y="3770166"/>
              <a:ext cx="11981298" cy="7085989"/>
            </a:xfrm>
            <a:custGeom>
              <a:avLst/>
              <a:pathLst>
                <a:path w="11981298" h="7085989">
                  <a:moveTo>
                    <a:pt x="0" y="2950452"/>
                  </a:moveTo>
                  <a:lnTo>
                    <a:pt x="1471387" y="2950452"/>
                  </a:lnTo>
                  <a:lnTo>
                    <a:pt x="1472321" y="2950530"/>
                  </a:lnTo>
                  <a:lnTo>
                    <a:pt x="1478489" y="2951084"/>
                  </a:lnTo>
                  <a:lnTo>
                    <a:pt x="1494124" y="2952614"/>
                  </a:lnTo>
                  <a:lnTo>
                    <a:pt x="1522297" y="2955630"/>
                  </a:lnTo>
                  <a:lnTo>
                    <a:pt x="1564737" y="2960614"/>
                  </a:lnTo>
                  <a:lnTo>
                    <a:pt x="1621699" y="2967982"/>
                  </a:lnTo>
                  <a:lnTo>
                    <a:pt x="1692010" y="2978041"/>
                  </a:lnTo>
                  <a:lnTo>
                    <a:pt x="1773326" y="2990978"/>
                  </a:lnTo>
                  <a:lnTo>
                    <a:pt x="1862556" y="3006865"/>
                  </a:lnTo>
                  <a:lnTo>
                    <a:pt x="1956351" y="3025688"/>
                  </a:lnTo>
                  <a:lnTo>
                    <a:pt x="2051535" y="3047390"/>
                  </a:lnTo>
                  <a:lnTo>
                    <a:pt x="2145419" y="3071917"/>
                  </a:lnTo>
                  <a:lnTo>
                    <a:pt x="2235951" y="3099251"/>
                  </a:lnTo>
                  <a:lnTo>
                    <a:pt x="2321742" y="3129443"/>
                  </a:lnTo>
                  <a:lnTo>
                    <a:pt x="2402003" y="3162625"/>
                  </a:lnTo>
                  <a:lnTo>
                    <a:pt x="2476433" y="3199021"/>
                  </a:lnTo>
                  <a:lnTo>
                    <a:pt x="2545101" y="3238944"/>
                  </a:lnTo>
                  <a:lnTo>
                    <a:pt x="2608334" y="3282797"/>
                  </a:lnTo>
                  <a:lnTo>
                    <a:pt x="2666624" y="3331055"/>
                  </a:lnTo>
                  <a:lnTo>
                    <a:pt x="2720564" y="3384252"/>
                  </a:lnTo>
                  <a:lnTo>
                    <a:pt x="2770788" y="3442946"/>
                  </a:lnTo>
                  <a:lnTo>
                    <a:pt x="2817936" y="3507664"/>
                  </a:lnTo>
                  <a:lnTo>
                    <a:pt x="2862617" y="3578823"/>
                  </a:lnTo>
                  <a:lnTo>
                    <a:pt x="2896531" y="3639708"/>
                  </a:lnTo>
                  <a:lnTo>
                    <a:pt x="2928656" y="3702992"/>
                  </a:lnTo>
                  <a:lnTo>
                    <a:pt x="2960061" y="3770242"/>
                  </a:lnTo>
                  <a:lnTo>
                    <a:pt x="2990916" y="3841541"/>
                  </a:lnTo>
                  <a:lnTo>
                    <a:pt x="3021358" y="3916924"/>
                  </a:lnTo>
                  <a:lnTo>
                    <a:pt x="3051504" y="3996373"/>
                  </a:lnTo>
                  <a:lnTo>
                    <a:pt x="3081448" y="4079821"/>
                  </a:lnTo>
                  <a:lnTo>
                    <a:pt x="3111267" y="4167139"/>
                  </a:lnTo>
                  <a:lnTo>
                    <a:pt x="3141020" y="4258137"/>
                  </a:lnTo>
                  <a:lnTo>
                    <a:pt x="3170750" y="4352567"/>
                  </a:lnTo>
                  <a:lnTo>
                    <a:pt x="3200490" y="4450116"/>
                  </a:lnTo>
                  <a:lnTo>
                    <a:pt x="3230258" y="4550416"/>
                  </a:lnTo>
                  <a:lnTo>
                    <a:pt x="3260064" y="4653042"/>
                  </a:lnTo>
                  <a:lnTo>
                    <a:pt x="3289908" y="4757524"/>
                  </a:lnTo>
                  <a:lnTo>
                    <a:pt x="3319783" y="4863353"/>
                  </a:lnTo>
                  <a:lnTo>
                    <a:pt x="3349679" y="4969991"/>
                  </a:lnTo>
                  <a:lnTo>
                    <a:pt x="3379583" y="5076883"/>
                  </a:lnTo>
                  <a:lnTo>
                    <a:pt x="3409477" y="5183466"/>
                  </a:lnTo>
                  <a:lnTo>
                    <a:pt x="3439350" y="5289187"/>
                  </a:lnTo>
                  <a:lnTo>
                    <a:pt x="3469191" y="5393510"/>
                  </a:lnTo>
                  <a:lnTo>
                    <a:pt x="3498992" y="5495929"/>
                  </a:lnTo>
                  <a:lnTo>
                    <a:pt x="3528757" y="5595978"/>
                  </a:lnTo>
                  <a:lnTo>
                    <a:pt x="3558495" y="5693238"/>
                  </a:lnTo>
                  <a:lnTo>
                    <a:pt x="3588226" y="5787345"/>
                  </a:lnTo>
                  <a:lnTo>
                    <a:pt x="3617983" y="5877994"/>
                  </a:lnTo>
                  <a:lnTo>
                    <a:pt x="3647811" y="5964941"/>
                  </a:lnTo>
                  <a:lnTo>
                    <a:pt x="3677772" y="6048003"/>
                  </a:lnTo>
                  <a:lnTo>
                    <a:pt x="3707942" y="6127058"/>
                  </a:lnTo>
                  <a:lnTo>
                    <a:pt x="3738419" y="6202041"/>
                  </a:lnTo>
                  <a:lnTo>
                    <a:pt x="3769321" y="6272943"/>
                  </a:lnTo>
                  <a:lnTo>
                    <a:pt x="3800789" y="6339802"/>
                  </a:lnTo>
                  <a:lnTo>
                    <a:pt x="3829811" y="6396733"/>
                  </a:lnTo>
                  <a:lnTo>
                    <a:pt x="3872936" y="6473116"/>
                  </a:lnTo>
                  <a:lnTo>
                    <a:pt x="3918088" y="6542897"/>
                  </a:lnTo>
                  <a:lnTo>
                    <a:pt x="3965830" y="6606310"/>
                  </a:lnTo>
                  <a:lnTo>
                    <a:pt x="4016781" y="6663802"/>
                  </a:lnTo>
                  <a:lnTo>
                    <a:pt x="4071583" y="6715916"/>
                  </a:lnTo>
                  <a:lnTo>
                    <a:pt x="4130865" y="6763206"/>
                  </a:lnTo>
                  <a:lnTo>
                    <a:pt x="4195203" y="6806196"/>
                  </a:lnTo>
                  <a:lnTo>
                    <a:pt x="4265061" y="6845348"/>
                  </a:lnTo>
                  <a:lnTo>
                    <a:pt x="4340722" y="6881045"/>
                  </a:lnTo>
                  <a:lnTo>
                    <a:pt x="4422184" y="6913583"/>
                  </a:lnTo>
                  <a:lnTo>
                    <a:pt x="4509055" y="6943167"/>
                  </a:lnTo>
                  <a:lnTo>
                    <a:pt x="4600428" y="6969909"/>
                  </a:lnTo>
                  <a:lnTo>
                    <a:pt x="4694778" y="6993846"/>
                  </a:lnTo>
                  <a:lnTo>
                    <a:pt x="4789913" y="7014949"/>
                  </a:lnTo>
                  <a:lnTo>
                    <a:pt x="4883023" y="7033159"/>
                  </a:lnTo>
                  <a:lnTo>
                    <a:pt x="4970867" y="7048424"/>
                  </a:lnTo>
                  <a:lnTo>
                    <a:pt x="5050110" y="7060747"/>
                  </a:lnTo>
                  <a:lnTo>
                    <a:pt x="5117777" y="7070222"/>
                  </a:lnTo>
                  <a:lnTo>
                    <a:pt x="5171740" y="7077059"/>
                  </a:lnTo>
                  <a:lnTo>
                    <a:pt x="5211111" y="7081593"/>
                  </a:lnTo>
                  <a:lnTo>
                    <a:pt x="5236460" y="7084255"/>
                  </a:lnTo>
                  <a:lnTo>
                    <a:pt x="5249810" y="7085538"/>
                  </a:lnTo>
                  <a:lnTo>
                    <a:pt x="5254490" y="7085951"/>
                  </a:lnTo>
                  <a:lnTo>
                    <a:pt x="5254955" y="7085989"/>
                  </a:lnTo>
                  <a:lnTo>
                    <a:pt x="6726343" y="7085989"/>
                  </a:lnTo>
                  <a:lnTo>
                    <a:pt x="6727092" y="7085883"/>
                  </a:lnTo>
                  <a:lnTo>
                    <a:pt x="6732059" y="7085127"/>
                  </a:lnTo>
                  <a:lnTo>
                    <a:pt x="6744725" y="7083041"/>
                  </a:lnTo>
                  <a:lnTo>
                    <a:pt x="6767721" y="7078926"/>
                  </a:lnTo>
                  <a:lnTo>
                    <a:pt x="6802716" y="7072105"/>
                  </a:lnTo>
                  <a:lnTo>
                    <a:pt x="6850298" y="7061976"/>
                  </a:lnTo>
                  <a:lnTo>
                    <a:pt x="6909967" y="7048052"/>
                  </a:lnTo>
                  <a:lnTo>
                    <a:pt x="6980246" y="7030001"/>
                  </a:lnTo>
                  <a:lnTo>
                    <a:pt x="7058933" y="7007644"/>
                  </a:lnTo>
                  <a:lnTo>
                    <a:pt x="7143426" y="6980933"/>
                  </a:lnTo>
                  <a:lnTo>
                    <a:pt x="7231053" y="6949915"/>
                  </a:lnTo>
                  <a:lnTo>
                    <a:pt x="7319350" y="6914672"/>
                  </a:lnTo>
                  <a:lnTo>
                    <a:pt x="7406247" y="6875276"/>
                  </a:lnTo>
                  <a:lnTo>
                    <a:pt x="7490158" y="6831741"/>
                  </a:lnTo>
                  <a:lnTo>
                    <a:pt x="7569988" y="6783997"/>
                  </a:lnTo>
                  <a:lnTo>
                    <a:pt x="7645090" y="6731869"/>
                  </a:lnTo>
                  <a:lnTo>
                    <a:pt x="7715183" y="6675065"/>
                  </a:lnTo>
                  <a:lnTo>
                    <a:pt x="7780275" y="6613179"/>
                  </a:lnTo>
                  <a:lnTo>
                    <a:pt x="7840583" y="6545691"/>
                  </a:lnTo>
                  <a:lnTo>
                    <a:pt x="7896465" y="6471983"/>
                  </a:lnTo>
                  <a:lnTo>
                    <a:pt x="7948369" y="6391350"/>
                  </a:lnTo>
                  <a:lnTo>
                    <a:pt x="7996790" y="6303039"/>
                  </a:lnTo>
                  <a:lnTo>
                    <a:pt x="8042241" y="6206291"/>
                  </a:lnTo>
                  <a:lnTo>
                    <a:pt x="8085228" y="6100424"/>
                  </a:lnTo>
                  <a:lnTo>
                    <a:pt x="8126226" y="5984949"/>
                  </a:lnTo>
                  <a:lnTo>
                    <a:pt x="8151487" y="5906353"/>
                  </a:lnTo>
                  <a:lnTo>
                    <a:pt x="8176545" y="5822680"/>
                  </a:lnTo>
                  <a:lnTo>
                    <a:pt x="8201144" y="5734921"/>
                  </a:lnTo>
                  <a:lnTo>
                    <a:pt x="8225368" y="5643000"/>
                  </a:lnTo>
                  <a:lnTo>
                    <a:pt x="8249288" y="5546867"/>
                  </a:lnTo>
                  <a:lnTo>
                    <a:pt x="8272967" y="5446503"/>
                  </a:lnTo>
                  <a:lnTo>
                    <a:pt x="8296461" y="5341920"/>
                  </a:lnTo>
                  <a:lnTo>
                    <a:pt x="8319816" y="5233163"/>
                  </a:lnTo>
                  <a:lnTo>
                    <a:pt x="8343070" y="5120315"/>
                  </a:lnTo>
                  <a:lnTo>
                    <a:pt x="8366258" y="5003496"/>
                  </a:lnTo>
                  <a:lnTo>
                    <a:pt x="8389406" y="4882862"/>
                  </a:lnTo>
                  <a:lnTo>
                    <a:pt x="8412535" y="4758610"/>
                  </a:lnTo>
                  <a:lnTo>
                    <a:pt x="8435663" y="4630974"/>
                  </a:lnTo>
                  <a:lnTo>
                    <a:pt x="8458802" y="4500228"/>
                  </a:lnTo>
                  <a:lnTo>
                    <a:pt x="8481959" y="4366678"/>
                  </a:lnTo>
                  <a:lnTo>
                    <a:pt x="8505138" y="4230666"/>
                  </a:lnTo>
                  <a:lnTo>
                    <a:pt x="8528341" y="4092564"/>
                  </a:lnTo>
                  <a:lnTo>
                    <a:pt x="8551566" y="3952769"/>
                  </a:lnTo>
                  <a:lnTo>
                    <a:pt x="8574809" y="3811702"/>
                  </a:lnTo>
                  <a:lnTo>
                    <a:pt x="8598065" y="3669798"/>
                  </a:lnTo>
                  <a:lnTo>
                    <a:pt x="8621326" y="3527503"/>
                  </a:lnTo>
                  <a:lnTo>
                    <a:pt x="8644587" y="3385271"/>
                  </a:lnTo>
                  <a:lnTo>
                    <a:pt x="8667839" y="3243553"/>
                  </a:lnTo>
                  <a:lnTo>
                    <a:pt x="8691078" y="3102793"/>
                  </a:lnTo>
                  <a:lnTo>
                    <a:pt x="8714297" y="2963423"/>
                  </a:lnTo>
                  <a:lnTo>
                    <a:pt x="8737494" y="2825857"/>
                  </a:lnTo>
                  <a:lnTo>
                    <a:pt x="8760667" y="2690487"/>
                  </a:lnTo>
                  <a:lnTo>
                    <a:pt x="8783818" y="2557675"/>
                  </a:lnTo>
                  <a:lnTo>
                    <a:pt x="8806952" y="2427755"/>
                  </a:lnTo>
                  <a:lnTo>
                    <a:pt x="8830080" y="2301025"/>
                  </a:lnTo>
                  <a:lnTo>
                    <a:pt x="8853212" y="2177746"/>
                  </a:lnTo>
                  <a:lnTo>
                    <a:pt x="8876369" y="2058144"/>
                  </a:lnTo>
                  <a:lnTo>
                    <a:pt x="8899572" y="1942403"/>
                  </a:lnTo>
                  <a:lnTo>
                    <a:pt x="8922850" y="1830670"/>
                  </a:lnTo>
                  <a:lnTo>
                    <a:pt x="8946239" y="1723055"/>
                  </a:lnTo>
                  <a:lnTo>
                    <a:pt x="8969779" y="1619629"/>
                  </a:lnTo>
                  <a:lnTo>
                    <a:pt x="8993519" y="1520429"/>
                  </a:lnTo>
                  <a:lnTo>
                    <a:pt x="9017516" y="1425458"/>
                  </a:lnTo>
                  <a:lnTo>
                    <a:pt x="9041835" y="1334687"/>
                  </a:lnTo>
                  <a:lnTo>
                    <a:pt x="9066552" y="1248061"/>
                  </a:lnTo>
                  <a:lnTo>
                    <a:pt x="9084767" y="1187809"/>
                  </a:lnTo>
                  <a:lnTo>
                    <a:pt x="9124724" y="1066120"/>
                  </a:lnTo>
                  <a:lnTo>
                    <a:pt x="9166393" y="954174"/>
                  </a:lnTo>
                  <a:lnTo>
                    <a:pt x="9210218" y="851691"/>
                  </a:lnTo>
                  <a:lnTo>
                    <a:pt x="9256689" y="758094"/>
                  </a:lnTo>
                  <a:lnTo>
                    <a:pt x="9306316" y="672662"/>
                  </a:lnTo>
                  <a:lnTo>
                    <a:pt x="9359610" y="594631"/>
                  </a:lnTo>
                  <a:lnTo>
                    <a:pt x="9417053" y="523260"/>
                  </a:lnTo>
                  <a:lnTo>
                    <a:pt x="9479064" y="457875"/>
                  </a:lnTo>
                  <a:lnTo>
                    <a:pt x="9545958" y="397890"/>
                  </a:lnTo>
                  <a:lnTo>
                    <a:pt x="9617884" y="342826"/>
                  </a:lnTo>
                  <a:lnTo>
                    <a:pt x="9694753" y="292319"/>
                  </a:lnTo>
                  <a:lnTo>
                    <a:pt x="9776164" y="246119"/>
                  </a:lnTo>
                  <a:lnTo>
                    <a:pt x="9861312" y="204092"/>
                  </a:lnTo>
                  <a:lnTo>
                    <a:pt x="9948927" y="166199"/>
                  </a:lnTo>
                  <a:lnTo>
                    <a:pt x="10037244" y="132481"/>
                  </a:lnTo>
                  <a:lnTo>
                    <a:pt x="10124033" y="103020"/>
                  </a:lnTo>
                  <a:lnTo>
                    <a:pt x="10206728" y="77890"/>
                  </a:lnTo>
                  <a:lnTo>
                    <a:pt x="10282647" y="57109"/>
                  </a:lnTo>
                  <a:lnTo>
                    <a:pt x="10349293" y="40586"/>
                  </a:lnTo>
                  <a:lnTo>
                    <a:pt x="10404693" y="28089"/>
                  </a:lnTo>
                  <a:lnTo>
                    <a:pt x="10447704" y="19225"/>
                  </a:lnTo>
                  <a:lnTo>
                    <a:pt x="10478212" y="13462"/>
                  </a:lnTo>
                  <a:lnTo>
                    <a:pt x="10497207" y="10165"/>
                  </a:lnTo>
                  <a:lnTo>
                    <a:pt x="10506724" y="8642"/>
                  </a:lnTo>
                  <a:lnTo>
                    <a:pt x="10509714" y="8200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9161" y="106"/>
                  </a:lnTo>
                  <a:lnTo>
                    <a:pt x="10504194" y="861"/>
                  </a:lnTo>
                  <a:lnTo>
                    <a:pt x="10491529" y="2948"/>
                  </a:lnTo>
                  <a:lnTo>
                    <a:pt x="10468532" y="7063"/>
                  </a:lnTo>
                  <a:lnTo>
                    <a:pt x="10433538" y="13883"/>
                  </a:lnTo>
                  <a:lnTo>
                    <a:pt x="10385955" y="24013"/>
                  </a:lnTo>
                  <a:lnTo>
                    <a:pt x="10326286" y="37936"/>
                  </a:lnTo>
                  <a:lnTo>
                    <a:pt x="10256008" y="55987"/>
                  </a:lnTo>
                  <a:lnTo>
                    <a:pt x="10177320" y="78345"/>
                  </a:lnTo>
                  <a:lnTo>
                    <a:pt x="10092827" y="105055"/>
                  </a:lnTo>
                  <a:lnTo>
                    <a:pt x="10005200" y="136074"/>
                  </a:lnTo>
                  <a:lnTo>
                    <a:pt x="9916903" y="171316"/>
                  </a:lnTo>
                  <a:lnTo>
                    <a:pt x="9830006" y="210713"/>
                  </a:lnTo>
                  <a:lnTo>
                    <a:pt x="9746096" y="254248"/>
                  </a:lnTo>
                  <a:lnTo>
                    <a:pt x="9666265" y="301991"/>
                  </a:lnTo>
                  <a:lnTo>
                    <a:pt x="9591164" y="354119"/>
                  </a:lnTo>
                  <a:lnTo>
                    <a:pt x="9521070" y="410923"/>
                  </a:lnTo>
                  <a:lnTo>
                    <a:pt x="9455978" y="472809"/>
                  </a:lnTo>
                  <a:lnTo>
                    <a:pt x="9395670" y="540297"/>
                  </a:lnTo>
                  <a:lnTo>
                    <a:pt x="9339788" y="614006"/>
                  </a:lnTo>
                  <a:lnTo>
                    <a:pt x="9287884" y="694639"/>
                  </a:lnTo>
                  <a:lnTo>
                    <a:pt x="9239463" y="782950"/>
                  </a:lnTo>
                  <a:lnTo>
                    <a:pt x="9194012" y="879697"/>
                  </a:lnTo>
                  <a:lnTo>
                    <a:pt x="9151025" y="985564"/>
                  </a:lnTo>
                  <a:lnTo>
                    <a:pt x="9110027" y="1101040"/>
                  </a:lnTo>
                  <a:lnTo>
                    <a:pt x="9084767" y="1179636"/>
                  </a:lnTo>
                  <a:lnTo>
                    <a:pt x="9059708" y="1263308"/>
                  </a:lnTo>
                  <a:lnTo>
                    <a:pt x="9035109" y="1351067"/>
                  </a:lnTo>
                  <a:lnTo>
                    <a:pt x="9010886" y="1442988"/>
                  </a:lnTo>
                  <a:lnTo>
                    <a:pt x="8986966" y="1539121"/>
                  </a:lnTo>
                  <a:lnTo>
                    <a:pt x="8963286" y="1639486"/>
                  </a:lnTo>
                  <a:lnTo>
                    <a:pt x="8939792" y="1744069"/>
                  </a:lnTo>
                  <a:lnTo>
                    <a:pt x="8916438" y="1852826"/>
                  </a:lnTo>
                  <a:lnTo>
                    <a:pt x="8893183" y="1965673"/>
                  </a:lnTo>
                  <a:lnTo>
                    <a:pt x="8869996" y="2082493"/>
                  </a:lnTo>
                  <a:lnTo>
                    <a:pt x="8846848" y="2203127"/>
                  </a:lnTo>
                  <a:lnTo>
                    <a:pt x="8823718" y="2327379"/>
                  </a:lnTo>
                  <a:lnTo>
                    <a:pt x="8800590" y="2455014"/>
                  </a:lnTo>
                  <a:lnTo>
                    <a:pt x="8777451" y="2585761"/>
                  </a:lnTo>
                  <a:lnTo>
                    <a:pt x="8754294" y="2719311"/>
                  </a:lnTo>
                  <a:lnTo>
                    <a:pt x="8731115" y="2855323"/>
                  </a:lnTo>
                  <a:lnTo>
                    <a:pt x="8707912" y="2993425"/>
                  </a:lnTo>
                  <a:lnTo>
                    <a:pt x="8684687" y="3133219"/>
                  </a:lnTo>
                  <a:lnTo>
                    <a:pt x="8661444" y="3274287"/>
                  </a:lnTo>
                  <a:lnTo>
                    <a:pt x="8638189" y="3416191"/>
                  </a:lnTo>
                  <a:lnTo>
                    <a:pt x="8614927" y="3558485"/>
                  </a:lnTo>
                  <a:lnTo>
                    <a:pt x="8591667" y="3700717"/>
                  </a:lnTo>
                  <a:lnTo>
                    <a:pt x="8568414" y="3842436"/>
                  </a:lnTo>
                  <a:lnTo>
                    <a:pt x="8545175" y="3983196"/>
                  </a:lnTo>
                  <a:lnTo>
                    <a:pt x="8521956" y="4122566"/>
                  </a:lnTo>
                  <a:lnTo>
                    <a:pt x="8498760" y="4260131"/>
                  </a:lnTo>
                  <a:lnTo>
                    <a:pt x="8475587" y="4395502"/>
                  </a:lnTo>
                  <a:lnTo>
                    <a:pt x="8452435" y="4528313"/>
                  </a:lnTo>
                  <a:lnTo>
                    <a:pt x="8429301" y="4658233"/>
                  </a:lnTo>
                  <a:lnTo>
                    <a:pt x="8406174" y="4784964"/>
                  </a:lnTo>
                  <a:lnTo>
                    <a:pt x="8383041" y="4908242"/>
                  </a:lnTo>
                  <a:lnTo>
                    <a:pt x="8359884" y="5027845"/>
                  </a:lnTo>
                  <a:lnTo>
                    <a:pt x="8336681" y="5143586"/>
                  </a:lnTo>
                  <a:lnTo>
                    <a:pt x="8313403" y="5255319"/>
                  </a:lnTo>
                  <a:lnTo>
                    <a:pt x="8290014" y="5362934"/>
                  </a:lnTo>
                  <a:lnTo>
                    <a:pt x="8266474" y="5466360"/>
                  </a:lnTo>
                  <a:lnTo>
                    <a:pt x="8242734" y="5565560"/>
                  </a:lnTo>
                  <a:lnTo>
                    <a:pt x="8218737" y="5660531"/>
                  </a:lnTo>
                  <a:lnTo>
                    <a:pt x="8194418" y="5751301"/>
                  </a:lnTo>
                  <a:lnTo>
                    <a:pt x="8169702" y="5837927"/>
                  </a:lnTo>
                  <a:lnTo>
                    <a:pt x="8151487" y="5898180"/>
                  </a:lnTo>
                  <a:lnTo>
                    <a:pt x="8111529" y="6019869"/>
                  </a:lnTo>
                  <a:lnTo>
                    <a:pt x="8069861" y="6131815"/>
                  </a:lnTo>
                  <a:lnTo>
                    <a:pt x="8026035" y="6234298"/>
                  </a:lnTo>
                  <a:lnTo>
                    <a:pt x="7979564" y="6327894"/>
                  </a:lnTo>
                  <a:lnTo>
                    <a:pt x="7929937" y="6413326"/>
                  </a:lnTo>
                  <a:lnTo>
                    <a:pt x="7876643" y="6491358"/>
                  </a:lnTo>
                  <a:lnTo>
                    <a:pt x="7819201" y="6562728"/>
                  </a:lnTo>
                  <a:lnTo>
                    <a:pt x="7757189" y="6628114"/>
                  </a:lnTo>
                  <a:lnTo>
                    <a:pt x="7690295" y="6688099"/>
                  </a:lnTo>
                  <a:lnTo>
                    <a:pt x="7618370" y="6743162"/>
                  </a:lnTo>
                  <a:lnTo>
                    <a:pt x="7541500" y="6793670"/>
                  </a:lnTo>
                  <a:lnTo>
                    <a:pt x="7460089" y="6839869"/>
                  </a:lnTo>
                  <a:lnTo>
                    <a:pt x="7374942" y="6881897"/>
                  </a:lnTo>
                  <a:lnTo>
                    <a:pt x="7287326" y="6919790"/>
                  </a:lnTo>
                  <a:lnTo>
                    <a:pt x="7199010" y="6953507"/>
                  </a:lnTo>
                  <a:lnTo>
                    <a:pt x="7112220" y="6982969"/>
                  </a:lnTo>
                  <a:lnTo>
                    <a:pt x="7029525" y="7008099"/>
                  </a:lnTo>
                  <a:lnTo>
                    <a:pt x="6953606" y="7028880"/>
                  </a:lnTo>
                  <a:lnTo>
                    <a:pt x="6886960" y="7045402"/>
                  </a:lnTo>
                  <a:lnTo>
                    <a:pt x="6831560" y="7057900"/>
                  </a:lnTo>
                  <a:lnTo>
                    <a:pt x="6788550" y="7066764"/>
                  </a:lnTo>
                  <a:lnTo>
                    <a:pt x="6758042" y="7072526"/>
                  </a:lnTo>
                  <a:lnTo>
                    <a:pt x="6739046" y="7075824"/>
                  </a:lnTo>
                  <a:lnTo>
                    <a:pt x="6729530" y="7077346"/>
                  </a:lnTo>
                  <a:lnTo>
                    <a:pt x="6726539" y="7077789"/>
                  </a:lnTo>
                  <a:lnTo>
                    <a:pt x="6726343" y="7077816"/>
                  </a:lnTo>
                  <a:lnTo>
                    <a:pt x="5254955" y="7077816"/>
                  </a:lnTo>
                  <a:lnTo>
                    <a:pt x="5254021" y="7077738"/>
                  </a:lnTo>
                  <a:lnTo>
                    <a:pt x="5247854" y="7077184"/>
                  </a:lnTo>
                  <a:lnTo>
                    <a:pt x="5232219" y="7075654"/>
                  </a:lnTo>
                  <a:lnTo>
                    <a:pt x="5204045" y="7072638"/>
                  </a:lnTo>
                  <a:lnTo>
                    <a:pt x="5161605" y="7067653"/>
                  </a:lnTo>
                  <a:lnTo>
                    <a:pt x="5104643" y="7060286"/>
                  </a:lnTo>
                  <a:lnTo>
                    <a:pt x="5034332" y="7050227"/>
                  </a:lnTo>
                  <a:lnTo>
                    <a:pt x="4953016" y="7037290"/>
                  </a:lnTo>
                  <a:lnTo>
                    <a:pt x="4863786" y="7021403"/>
                  </a:lnTo>
                  <a:lnTo>
                    <a:pt x="4769991" y="7002580"/>
                  </a:lnTo>
                  <a:lnTo>
                    <a:pt x="4674807" y="6980877"/>
                  </a:lnTo>
                  <a:lnTo>
                    <a:pt x="4580923" y="6956351"/>
                  </a:lnTo>
                  <a:lnTo>
                    <a:pt x="4490391" y="6929017"/>
                  </a:lnTo>
                  <a:lnTo>
                    <a:pt x="4404600" y="6898825"/>
                  </a:lnTo>
                  <a:lnTo>
                    <a:pt x="4324339" y="6865643"/>
                  </a:lnTo>
                  <a:lnTo>
                    <a:pt x="4249909" y="6829247"/>
                  </a:lnTo>
                  <a:lnTo>
                    <a:pt x="4181241" y="6789324"/>
                  </a:lnTo>
                  <a:lnTo>
                    <a:pt x="4118009" y="6745471"/>
                  </a:lnTo>
                  <a:lnTo>
                    <a:pt x="4059718" y="6697213"/>
                  </a:lnTo>
                  <a:lnTo>
                    <a:pt x="4005778" y="6644016"/>
                  </a:lnTo>
                  <a:lnTo>
                    <a:pt x="3955554" y="6585322"/>
                  </a:lnTo>
                  <a:lnTo>
                    <a:pt x="3908407" y="6520603"/>
                  </a:lnTo>
                  <a:lnTo>
                    <a:pt x="3863725" y="6449445"/>
                  </a:lnTo>
                  <a:lnTo>
                    <a:pt x="3829811" y="6388560"/>
                  </a:lnTo>
                  <a:lnTo>
                    <a:pt x="3797687" y="6325276"/>
                  </a:lnTo>
                  <a:lnTo>
                    <a:pt x="3766281" y="6258025"/>
                  </a:lnTo>
                  <a:lnTo>
                    <a:pt x="3735427" y="6186726"/>
                  </a:lnTo>
                  <a:lnTo>
                    <a:pt x="3704984" y="6111344"/>
                  </a:lnTo>
                  <a:lnTo>
                    <a:pt x="3674838" y="6031895"/>
                  </a:lnTo>
                  <a:lnTo>
                    <a:pt x="3644894" y="5948447"/>
                  </a:lnTo>
                  <a:lnTo>
                    <a:pt x="3615075" y="5861129"/>
                  </a:lnTo>
                  <a:lnTo>
                    <a:pt x="3585323" y="5770130"/>
                  </a:lnTo>
                  <a:lnTo>
                    <a:pt x="3555592" y="5675701"/>
                  </a:lnTo>
                  <a:lnTo>
                    <a:pt x="3525852" y="5578151"/>
                  </a:lnTo>
                  <a:lnTo>
                    <a:pt x="3496084" y="5477852"/>
                  </a:lnTo>
                  <a:lnTo>
                    <a:pt x="3466278" y="5375226"/>
                  </a:lnTo>
                  <a:lnTo>
                    <a:pt x="3436435" y="5270744"/>
                  </a:lnTo>
                  <a:lnTo>
                    <a:pt x="3406559" y="5164914"/>
                  </a:lnTo>
                  <a:lnTo>
                    <a:pt x="3376663" y="5058276"/>
                  </a:lnTo>
                  <a:lnTo>
                    <a:pt x="3346760" y="4951385"/>
                  </a:lnTo>
                  <a:lnTo>
                    <a:pt x="3316865" y="4844802"/>
                  </a:lnTo>
                  <a:lnTo>
                    <a:pt x="3286992" y="4739081"/>
                  </a:lnTo>
                  <a:lnTo>
                    <a:pt x="3257152" y="4634758"/>
                  </a:lnTo>
                  <a:lnTo>
                    <a:pt x="3227350" y="4532339"/>
                  </a:lnTo>
                  <a:lnTo>
                    <a:pt x="3197585" y="4432290"/>
                  </a:lnTo>
                  <a:lnTo>
                    <a:pt x="3167847" y="4335030"/>
                  </a:lnTo>
                  <a:lnTo>
                    <a:pt x="3138116" y="4240923"/>
                  </a:lnTo>
                  <a:lnTo>
                    <a:pt x="3108359" y="4150274"/>
                  </a:lnTo>
                  <a:lnTo>
                    <a:pt x="3078531" y="4063327"/>
                  </a:lnTo>
                  <a:lnTo>
                    <a:pt x="3048571" y="3980265"/>
                  </a:lnTo>
                  <a:lnTo>
                    <a:pt x="3018400" y="3901210"/>
                  </a:lnTo>
                  <a:lnTo>
                    <a:pt x="2987923" y="3826227"/>
                  </a:lnTo>
                  <a:lnTo>
                    <a:pt x="2957021" y="3755325"/>
                  </a:lnTo>
                  <a:lnTo>
                    <a:pt x="2925553" y="3688466"/>
                  </a:lnTo>
                  <a:lnTo>
                    <a:pt x="2896531" y="3631535"/>
                  </a:lnTo>
                  <a:lnTo>
                    <a:pt x="2853406" y="3555152"/>
                  </a:lnTo>
                  <a:lnTo>
                    <a:pt x="2808254" y="3485371"/>
                  </a:lnTo>
                  <a:lnTo>
                    <a:pt x="2760513" y="3421958"/>
                  </a:lnTo>
                  <a:lnTo>
                    <a:pt x="2709561" y="3364466"/>
                  </a:lnTo>
                  <a:lnTo>
                    <a:pt x="2654759" y="3312352"/>
                  </a:lnTo>
                  <a:lnTo>
                    <a:pt x="2595477" y="3265062"/>
                  </a:lnTo>
                  <a:lnTo>
                    <a:pt x="2531139" y="3222072"/>
                  </a:lnTo>
                  <a:lnTo>
                    <a:pt x="2461281" y="3182920"/>
                  </a:lnTo>
                  <a:lnTo>
                    <a:pt x="2385620" y="3147223"/>
                  </a:lnTo>
                  <a:lnTo>
                    <a:pt x="2304158" y="3114685"/>
                  </a:lnTo>
                  <a:lnTo>
                    <a:pt x="2217287" y="3085101"/>
                  </a:lnTo>
                  <a:lnTo>
                    <a:pt x="2125914" y="3058359"/>
                  </a:lnTo>
                  <a:lnTo>
                    <a:pt x="2031565" y="3034422"/>
                  </a:lnTo>
                  <a:lnTo>
                    <a:pt x="1936429" y="3013319"/>
                  </a:lnTo>
                  <a:lnTo>
                    <a:pt x="1843319" y="2995109"/>
                  </a:lnTo>
                  <a:lnTo>
                    <a:pt x="1755475" y="2979844"/>
                  </a:lnTo>
                  <a:lnTo>
                    <a:pt x="1676232" y="2967521"/>
                  </a:lnTo>
                  <a:lnTo>
                    <a:pt x="1608565" y="2958046"/>
                  </a:lnTo>
                  <a:lnTo>
                    <a:pt x="1554602" y="2951209"/>
                  </a:lnTo>
                  <a:lnTo>
                    <a:pt x="1515231" y="2946675"/>
                  </a:lnTo>
                  <a:lnTo>
                    <a:pt x="1489882" y="2944013"/>
                  </a:lnTo>
                  <a:lnTo>
                    <a:pt x="1476533" y="2942730"/>
                  </a:lnTo>
                  <a:lnTo>
                    <a:pt x="1471853" y="2942317"/>
                  </a:lnTo>
                  <a:lnTo>
                    <a:pt x="1471387" y="2942279"/>
                  </a:lnTo>
                  <a:lnTo>
                    <a:pt x="0" y="2942279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14" name="pl114"/>
            <p:cNvSpPr/>
            <p:nvPr/>
          </p:nvSpPr>
          <p:spPr>
            <a:xfrm>
              <a:off x="4799595" y="3778339"/>
              <a:ext cx="11981298" cy="7077816"/>
            </a:xfrm>
            <a:custGeom>
              <a:avLst/>
              <a:pathLst>
                <a:path w="11981298" h="7077816">
                  <a:moveTo>
                    <a:pt x="0" y="2942279"/>
                  </a:moveTo>
                  <a:lnTo>
                    <a:pt x="1471387" y="2942279"/>
                  </a:lnTo>
                  <a:lnTo>
                    <a:pt x="1472321" y="2942357"/>
                  </a:lnTo>
                  <a:lnTo>
                    <a:pt x="1478489" y="2942911"/>
                  </a:lnTo>
                  <a:lnTo>
                    <a:pt x="1494124" y="2944441"/>
                  </a:lnTo>
                  <a:lnTo>
                    <a:pt x="1522297" y="2947457"/>
                  </a:lnTo>
                  <a:lnTo>
                    <a:pt x="1564737" y="2952441"/>
                  </a:lnTo>
                  <a:lnTo>
                    <a:pt x="1621699" y="2959809"/>
                  </a:lnTo>
                  <a:lnTo>
                    <a:pt x="1692010" y="2969868"/>
                  </a:lnTo>
                  <a:lnTo>
                    <a:pt x="1773326" y="2982805"/>
                  </a:lnTo>
                  <a:lnTo>
                    <a:pt x="1862556" y="2998692"/>
                  </a:lnTo>
                  <a:lnTo>
                    <a:pt x="1956351" y="3017515"/>
                  </a:lnTo>
                  <a:lnTo>
                    <a:pt x="2051535" y="3039217"/>
                  </a:lnTo>
                  <a:lnTo>
                    <a:pt x="2145419" y="3063744"/>
                  </a:lnTo>
                  <a:lnTo>
                    <a:pt x="2235951" y="3091078"/>
                  </a:lnTo>
                  <a:lnTo>
                    <a:pt x="2321742" y="3121270"/>
                  </a:lnTo>
                  <a:lnTo>
                    <a:pt x="2402003" y="3154452"/>
                  </a:lnTo>
                  <a:lnTo>
                    <a:pt x="2476433" y="3190848"/>
                  </a:lnTo>
                  <a:lnTo>
                    <a:pt x="2545101" y="3230771"/>
                  </a:lnTo>
                  <a:lnTo>
                    <a:pt x="2608334" y="3274624"/>
                  </a:lnTo>
                  <a:lnTo>
                    <a:pt x="2666624" y="3322882"/>
                  </a:lnTo>
                  <a:lnTo>
                    <a:pt x="2720564" y="3376079"/>
                  </a:lnTo>
                  <a:lnTo>
                    <a:pt x="2770788" y="3434773"/>
                  </a:lnTo>
                  <a:lnTo>
                    <a:pt x="2817936" y="3499491"/>
                  </a:lnTo>
                  <a:lnTo>
                    <a:pt x="2862617" y="3570650"/>
                  </a:lnTo>
                  <a:lnTo>
                    <a:pt x="2896531" y="3631535"/>
                  </a:lnTo>
                  <a:lnTo>
                    <a:pt x="2928656" y="3694819"/>
                  </a:lnTo>
                  <a:lnTo>
                    <a:pt x="2960061" y="3762069"/>
                  </a:lnTo>
                  <a:lnTo>
                    <a:pt x="2990916" y="3833368"/>
                  </a:lnTo>
                  <a:lnTo>
                    <a:pt x="3021358" y="3908751"/>
                  </a:lnTo>
                  <a:lnTo>
                    <a:pt x="3051504" y="3988200"/>
                  </a:lnTo>
                  <a:lnTo>
                    <a:pt x="3081448" y="4071648"/>
                  </a:lnTo>
                  <a:lnTo>
                    <a:pt x="3111267" y="4158966"/>
                  </a:lnTo>
                  <a:lnTo>
                    <a:pt x="3141020" y="4249964"/>
                  </a:lnTo>
                  <a:lnTo>
                    <a:pt x="3170750" y="4344394"/>
                  </a:lnTo>
                  <a:lnTo>
                    <a:pt x="3200490" y="4441943"/>
                  </a:lnTo>
                  <a:lnTo>
                    <a:pt x="3230258" y="4542243"/>
                  </a:lnTo>
                  <a:lnTo>
                    <a:pt x="3260064" y="4644869"/>
                  </a:lnTo>
                  <a:lnTo>
                    <a:pt x="3289908" y="4749351"/>
                  </a:lnTo>
                  <a:lnTo>
                    <a:pt x="3319783" y="4855180"/>
                  </a:lnTo>
                  <a:lnTo>
                    <a:pt x="3349679" y="4961818"/>
                  </a:lnTo>
                  <a:lnTo>
                    <a:pt x="3379583" y="5068710"/>
                  </a:lnTo>
                  <a:lnTo>
                    <a:pt x="3409477" y="5175293"/>
                  </a:lnTo>
                  <a:lnTo>
                    <a:pt x="3439350" y="5281014"/>
                  </a:lnTo>
                  <a:lnTo>
                    <a:pt x="3469191" y="5385337"/>
                  </a:lnTo>
                  <a:lnTo>
                    <a:pt x="3498992" y="5487756"/>
                  </a:lnTo>
                  <a:lnTo>
                    <a:pt x="3528757" y="5587805"/>
                  </a:lnTo>
                  <a:lnTo>
                    <a:pt x="3558495" y="5685065"/>
                  </a:lnTo>
                  <a:lnTo>
                    <a:pt x="3588226" y="5779172"/>
                  </a:lnTo>
                  <a:lnTo>
                    <a:pt x="3617983" y="5869821"/>
                  </a:lnTo>
                  <a:lnTo>
                    <a:pt x="3647811" y="5956768"/>
                  </a:lnTo>
                  <a:lnTo>
                    <a:pt x="3677772" y="6039830"/>
                  </a:lnTo>
                  <a:lnTo>
                    <a:pt x="3707942" y="6118885"/>
                  </a:lnTo>
                  <a:lnTo>
                    <a:pt x="3738419" y="6193868"/>
                  </a:lnTo>
                  <a:lnTo>
                    <a:pt x="3769321" y="6264770"/>
                  </a:lnTo>
                  <a:lnTo>
                    <a:pt x="3800789" y="6331629"/>
                  </a:lnTo>
                  <a:lnTo>
                    <a:pt x="3829811" y="6388560"/>
                  </a:lnTo>
                  <a:lnTo>
                    <a:pt x="3872936" y="6464943"/>
                  </a:lnTo>
                  <a:lnTo>
                    <a:pt x="3918088" y="6534724"/>
                  </a:lnTo>
                  <a:lnTo>
                    <a:pt x="3965830" y="6598137"/>
                  </a:lnTo>
                  <a:lnTo>
                    <a:pt x="4016781" y="6655629"/>
                  </a:lnTo>
                  <a:lnTo>
                    <a:pt x="4071583" y="6707743"/>
                  </a:lnTo>
                  <a:lnTo>
                    <a:pt x="4130865" y="6755033"/>
                  </a:lnTo>
                  <a:lnTo>
                    <a:pt x="4195203" y="6798023"/>
                  </a:lnTo>
                  <a:lnTo>
                    <a:pt x="4265061" y="6837175"/>
                  </a:lnTo>
                  <a:lnTo>
                    <a:pt x="4340722" y="6872872"/>
                  </a:lnTo>
                  <a:lnTo>
                    <a:pt x="4422184" y="6905410"/>
                  </a:lnTo>
                  <a:lnTo>
                    <a:pt x="4509055" y="6934994"/>
                  </a:lnTo>
                  <a:lnTo>
                    <a:pt x="4600428" y="6961736"/>
                  </a:lnTo>
                  <a:lnTo>
                    <a:pt x="4694778" y="6985673"/>
                  </a:lnTo>
                  <a:lnTo>
                    <a:pt x="4789913" y="7006776"/>
                  </a:lnTo>
                  <a:lnTo>
                    <a:pt x="4883023" y="7024986"/>
                  </a:lnTo>
                  <a:lnTo>
                    <a:pt x="4970867" y="7040251"/>
                  </a:lnTo>
                  <a:lnTo>
                    <a:pt x="5050110" y="7052574"/>
                  </a:lnTo>
                  <a:lnTo>
                    <a:pt x="5117777" y="7062049"/>
                  </a:lnTo>
                  <a:lnTo>
                    <a:pt x="5171740" y="7068886"/>
                  </a:lnTo>
                  <a:lnTo>
                    <a:pt x="5211111" y="7073420"/>
                  </a:lnTo>
                  <a:lnTo>
                    <a:pt x="5236460" y="7076082"/>
                  </a:lnTo>
                  <a:lnTo>
                    <a:pt x="5249810" y="7077365"/>
                  </a:lnTo>
                  <a:lnTo>
                    <a:pt x="5254490" y="7077778"/>
                  </a:lnTo>
                  <a:lnTo>
                    <a:pt x="5254955" y="7077816"/>
                  </a:lnTo>
                  <a:lnTo>
                    <a:pt x="6726343" y="7077816"/>
                  </a:lnTo>
                  <a:lnTo>
                    <a:pt x="6727092" y="7077710"/>
                  </a:lnTo>
                  <a:lnTo>
                    <a:pt x="6732059" y="7076954"/>
                  </a:lnTo>
                  <a:lnTo>
                    <a:pt x="6744725" y="7074868"/>
                  </a:lnTo>
                  <a:lnTo>
                    <a:pt x="6767721" y="7070753"/>
                  </a:lnTo>
                  <a:lnTo>
                    <a:pt x="6802716" y="7063932"/>
                  </a:lnTo>
                  <a:lnTo>
                    <a:pt x="6850298" y="7053803"/>
                  </a:lnTo>
                  <a:lnTo>
                    <a:pt x="6909967" y="7039879"/>
                  </a:lnTo>
                  <a:lnTo>
                    <a:pt x="6980246" y="7021828"/>
                  </a:lnTo>
                  <a:lnTo>
                    <a:pt x="7058933" y="6999471"/>
                  </a:lnTo>
                  <a:lnTo>
                    <a:pt x="7143426" y="6972760"/>
                  </a:lnTo>
                  <a:lnTo>
                    <a:pt x="7231053" y="6941742"/>
                  </a:lnTo>
                  <a:lnTo>
                    <a:pt x="7319350" y="6906499"/>
                  </a:lnTo>
                  <a:lnTo>
                    <a:pt x="7406247" y="6867103"/>
                  </a:lnTo>
                  <a:lnTo>
                    <a:pt x="7490158" y="6823568"/>
                  </a:lnTo>
                  <a:lnTo>
                    <a:pt x="7569988" y="6775824"/>
                  </a:lnTo>
                  <a:lnTo>
                    <a:pt x="7645090" y="6723696"/>
                  </a:lnTo>
                  <a:lnTo>
                    <a:pt x="7715183" y="6666892"/>
                  </a:lnTo>
                  <a:lnTo>
                    <a:pt x="7780275" y="6605006"/>
                  </a:lnTo>
                  <a:lnTo>
                    <a:pt x="7840583" y="6537518"/>
                  </a:lnTo>
                  <a:lnTo>
                    <a:pt x="7896465" y="6463810"/>
                  </a:lnTo>
                  <a:lnTo>
                    <a:pt x="7948369" y="6383177"/>
                  </a:lnTo>
                  <a:lnTo>
                    <a:pt x="7996790" y="6294866"/>
                  </a:lnTo>
                  <a:lnTo>
                    <a:pt x="8042241" y="6198118"/>
                  </a:lnTo>
                  <a:lnTo>
                    <a:pt x="8085228" y="6092251"/>
                  </a:lnTo>
                  <a:lnTo>
                    <a:pt x="8126226" y="5976776"/>
                  </a:lnTo>
                  <a:lnTo>
                    <a:pt x="8151487" y="5898180"/>
                  </a:lnTo>
                  <a:lnTo>
                    <a:pt x="8176545" y="5814507"/>
                  </a:lnTo>
                  <a:lnTo>
                    <a:pt x="8201144" y="5726748"/>
                  </a:lnTo>
                  <a:lnTo>
                    <a:pt x="8225368" y="5634827"/>
                  </a:lnTo>
                  <a:lnTo>
                    <a:pt x="8249288" y="5538694"/>
                  </a:lnTo>
                  <a:lnTo>
                    <a:pt x="8272967" y="5438330"/>
                  </a:lnTo>
                  <a:lnTo>
                    <a:pt x="8296461" y="5333747"/>
                  </a:lnTo>
                  <a:lnTo>
                    <a:pt x="8319816" y="5224990"/>
                  </a:lnTo>
                  <a:lnTo>
                    <a:pt x="8343070" y="5112142"/>
                  </a:lnTo>
                  <a:lnTo>
                    <a:pt x="8366258" y="4995323"/>
                  </a:lnTo>
                  <a:lnTo>
                    <a:pt x="8389406" y="4874689"/>
                  </a:lnTo>
                  <a:lnTo>
                    <a:pt x="8412535" y="4750437"/>
                  </a:lnTo>
                  <a:lnTo>
                    <a:pt x="8435663" y="4622801"/>
                  </a:lnTo>
                  <a:lnTo>
                    <a:pt x="8458802" y="4492055"/>
                  </a:lnTo>
                  <a:lnTo>
                    <a:pt x="8481959" y="4358505"/>
                  </a:lnTo>
                  <a:lnTo>
                    <a:pt x="8505138" y="4222493"/>
                  </a:lnTo>
                  <a:lnTo>
                    <a:pt x="8528341" y="4084391"/>
                  </a:lnTo>
                  <a:lnTo>
                    <a:pt x="8551566" y="3944596"/>
                  </a:lnTo>
                  <a:lnTo>
                    <a:pt x="8574809" y="3803529"/>
                  </a:lnTo>
                  <a:lnTo>
                    <a:pt x="8598065" y="3661625"/>
                  </a:lnTo>
                  <a:lnTo>
                    <a:pt x="8621326" y="3519330"/>
                  </a:lnTo>
                  <a:lnTo>
                    <a:pt x="8644587" y="3377098"/>
                  </a:lnTo>
                  <a:lnTo>
                    <a:pt x="8667839" y="3235380"/>
                  </a:lnTo>
                  <a:lnTo>
                    <a:pt x="8691078" y="3094620"/>
                  </a:lnTo>
                  <a:lnTo>
                    <a:pt x="8714297" y="2955250"/>
                  </a:lnTo>
                  <a:lnTo>
                    <a:pt x="8737494" y="2817684"/>
                  </a:lnTo>
                  <a:lnTo>
                    <a:pt x="8760667" y="2682314"/>
                  </a:lnTo>
                  <a:lnTo>
                    <a:pt x="8783818" y="2549502"/>
                  </a:lnTo>
                  <a:lnTo>
                    <a:pt x="8806952" y="2419582"/>
                  </a:lnTo>
                  <a:lnTo>
                    <a:pt x="8830080" y="2292852"/>
                  </a:lnTo>
                  <a:lnTo>
                    <a:pt x="8853212" y="2169573"/>
                  </a:lnTo>
                  <a:lnTo>
                    <a:pt x="8876369" y="2049971"/>
                  </a:lnTo>
                  <a:lnTo>
                    <a:pt x="8899572" y="1934230"/>
                  </a:lnTo>
                  <a:lnTo>
                    <a:pt x="8922850" y="1822497"/>
                  </a:lnTo>
                  <a:lnTo>
                    <a:pt x="8946239" y="1714882"/>
                  </a:lnTo>
                  <a:lnTo>
                    <a:pt x="8969779" y="1611456"/>
                  </a:lnTo>
                  <a:lnTo>
                    <a:pt x="8993519" y="1512256"/>
                  </a:lnTo>
                  <a:lnTo>
                    <a:pt x="9017516" y="1417285"/>
                  </a:lnTo>
                  <a:lnTo>
                    <a:pt x="9041835" y="1326514"/>
                  </a:lnTo>
                  <a:lnTo>
                    <a:pt x="9066552" y="1239888"/>
                  </a:lnTo>
                  <a:lnTo>
                    <a:pt x="9084767" y="1179636"/>
                  </a:lnTo>
                  <a:lnTo>
                    <a:pt x="9124724" y="1057947"/>
                  </a:lnTo>
                  <a:lnTo>
                    <a:pt x="9166393" y="946001"/>
                  </a:lnTo>
                  <a:lnTo>
                    <a:pt x="9210218" y="843518"/>
                  </a:lnTo>
                  <a:lnTo>
                    <a:pt x="9256689" y="749921"/>
                  </a:lnTo>
                  <a:lnTo>
                    <a:pt x="9306316" y="664489"/>
                  </a:lnTo>
                  <a:lnTo>
                    <a:pt x="9359610" y="586458"/>
                  </a:lnTo>
                  <a:lnTo>
                    <a:pt x="9417053" y="515087"/>
                  </a:lnTo>
                  <a:lnTo>
                    <a:pt x="9479064" y="449702"/>
                  </a:lnTo>
                  <a:lnTo>
                    <a:pt x="9545958" y="389717"/>
                  </a:lnTo>
                  <a:lnTo>
                    <a:pt x="9617884" y="334653"/>
                  </a:lnTo>
                  <a:lnTo>
                    <a:pt x="9694753" y="284146"/>
                  </a:lnTo>
                  <a:lnTo>
                    <a:pt x="9776164" y="237946"/>
                  </a:lnTo>
                  <a:lnTo>
                    <a:pt x="9861312" y="195919"/>
                  </a:lnTo>
                  <a:lnTo>
                    <a:pt x="9948927" y="158026"/>
                  </a:lnTo>
                  <a:lnTo>
                    <a:pt x="10037244" y="124308"/>
                  </a:lnTo>
                  <a:lnTo>
                    <a:pt x="10124033" y="94847"/>
                  </a:lnTo>
                  <a:lnTo>
                    <a:pt x="10206728" y="69717"/>
                  </a:lnTo>
                  <a:lnTo>
                    <a:pt x="10282647" y="48936"/>
                  </a:lnTo>
                  <a:lnTo>
                    <a:pt x="10349293" y="32413"/>
                  </a:lnTo>
                  <a:lnTo>
                    <a:pt x="10404693" y="19916"/>
                  </a:lnTo>
                  <a:lnTo>
                    <a:pt x="10447704" y="11052"/>
                  </a:lnTo>
                  <a:lnTo>
                    <a:pt x="10478212" y="5289"/>
                  </a:lnTo>
                  <a:lnTo>
                    <a:pt x="10497207" y="1992"/>
                  </a:lnTo>
                  <a:lnTo>
                    <a:pt x="10506724" y="469"/>
                  </a:lnTo>
                  <a:lnTo>
                    <a:pt x="10509714" y="27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5" name="pl115"/>
            <p:cNvSpPr/>
            <p:nvPr/>
          </p:nvSpPr>
          <p:spPr>
            <a:xfrm>
              <a:off x="4799595" y="3770166"/>
              <a:ext cx="11981298" cy="7077816"/>
            </a:xfrm>
            <a:custGeom>
              <a:avLst/>
              <a:pathLst>
                <a:path w="11981298" h="7077816">
                  <a:moveTo>
                    <a:pt x="11981298" y="0"/>
                  </a:moveTo>
                  <a:lnTo>
                    <a:pt x="10509911" y="0"/>
                  </a:lnTo>
                  <a:lnTo>
                    <a:pt x="10509161" y="106"/>
                  </a:lnTo>
                  <a:lnTo>
                    <a:pt x="10504194" y="861"/>
                  </a:lnTo>
                  <a:lnTo>
                    <a:pt x="10491529" y="2948"/>
                  </a:lnTo>
                  <a:lnTo>
                    <a:pt x="10468532" y="7063"/>
                  </a:lnTo>
                  <a:lnTo>
                    <a:pt x="10433538" y="13883"/>
                  </a:lnTo>
                  <a:lnTo>
                    <a:pt x="10385955" y="24013"/>
                  </a:lnTo>
                  <a:lnTo>
                    <a:pt x="10326286" y="37936"/>
                  </a:lnTo>
                  <a:lnTo>
                    <a:pt x="10256008" y="55987"/>
                  </a:lnTo>
                  <a:lnTo>
                    <a:pt x="10177320" y="78345"/>
                  </a:lnTo>
                  <a:lnTo>
                    <a:pt x="10092827" y="105055"/>
                  </a:lnTo>
                  <a:lnTo>
                    <a:pt x="10005200" y="136074"/>
                  </a:lnTo>
                  <a:lnTo>
                    <a:pt x="9916903" y="171316"/>
                  </a:lnTo>
                  <a:lnTo>
                    <a:pt x="9830006" y="210713"/>
                  </a:lnTo>
                  <a:lnTo>
                    <a:pt x="9746096" y="254248"/>
                  </a:lnTo>
                  <a:lnTo>
                    <a:pt x="9666265" y="301991"/>
                  </a:lnTo>
                  <a:lnTo>
                    <a:pt x="9591164" y="354119"/>
                  </a:lnTo>
                  <a:lnTo>
                    <a:pt x="9521070" y="410923"/>
                  </a:lnTo>
                  <a:lnTo>
                    <a:pt x="9455978" y="472809"/>
                  </a:lnTo>
                  <a:lnTo>
                    <a:pt x="9395670" y="540297"/>
                  </a:lnTo>
                  <a:lnTo>
                    <a:pt x="9339788" y="614006"/>
                  </a:lnTo>
                  <a:lnTo>
                    <a:pt x="9287884" y="694639"/>
                  </a:lnTo>
                  <a:lnTo>
                    <a:pt x="9239463" y="782950"/>
                  </a:lnTo>
                  <a:lnTo>
                    <a:pt x="9194012" y="879697"/>
                  </a:lnTo>
                  <a:lnTo>
                    <a:pt x="9151025" y="985564"/>
                  </a:lnTo>
                  <a:lnTo>
                    <a:pt x="9110027" y="1101040"/>
                  </a:lnTo>
                  <a:lnTo>
                    <a:pt x="9084767" y="1179636"/>
                  </a:lnTo>
                  <a:lnTo>
                    <a:pt x="9059708" y="1263308"/>
                  </a:lnTo>
                  <a:lnTo>
                    <a:pt x="9035109" y="1351067"/>
                  </a:lnTo>
                  <a:lnTo>
                    <a:pt x="9010886" y="1442988"/>
                  </a:lnTo>
                  <a:lnTo>
                    <a:pt x="8986966" y="1539121"/>
                  </a:lnTo>
                  <a:lnTo>
                    <a:pt x="8963286" y="1639486"/>
                  </a:lnTo>
                  <a:lnTo>
                    <a:pt x="8939792" y="1744069"/>
                  </a:lnTo>
                  <a:lnTo>
                    <a:pt x="8916438" y="1852826"/>
                  </a:lnTo>
                  <a:lnTo>
                    <a:pt x="8893183" y="1965673"/>
                  </a:lnTo>
                  <a:lnTo>
                    <a:pt x="8869996" y="2082493"/>
                  </a:lnTo>
                  <a:lnTo>
                    <a:pt x="8846848" y="2203127"/>
                  </a:lnTo>
                  <a:lnTo>
                    <a:pt x="8823718" y="2327379"/>
                  </a:lnTo>
                  <a:lnTo>
                    <a:pt x="8800590" y="2455014"/>
                  </a:lnTo>
                  <a:lnTo>
                    <a:pt x="8777451" y="2585761"/>
                  </a:lnTo>
                  <a:lnTo>
                    <a:pt x="8754294" y="2719311"/>
                  </a:lnTo>
                  <a:lnTo>
                    <a:pt x="8731115" y="2855323"/>
                  </a:lnTo>
                  <a:lnTo>
                    <a:pt x="8707912" y="2993425"/>
                  </a:lnTo>
                  <a:lnTo>
                    <a:pt x="8684687" y="3133219"/>
                  </a:lnTo>
                  <a:lnTo>
                    <a:pt x="8661444" y="3274287"/>
                  </a:lnTo>
                  <a:lnTo>
                    <a:pt x="8638189" y="3416191"/>
                  </a:lnTo>
                  <a:lnTo>
                    <a:pt x="8614927" y="3558485"/>
                  </a:lnTo>
                  <a:lnTo>
                    <a:pt x="8591667" y="3700717"/>
                  </a:lnTo>
                  <a:lnTo>
                    <a:pt x="8568414" y="3842436"/>
                  </a:lnTo>
                  <a:lnTo>
                    <a:pt x="8545175" y="3983196"/>
                  </a:lnTo>
                  <a:lnTo>
                    <a:pt x="8521956" y="4122566"/>
                  </a:lnTo>
                  <a:lnTo>
                    <a:pt x="8498760" y="4260131"/>
                  </a:lnTo>
                  <a:lnTo>
                    <a:pt x="8475587" y="4395502"/>
                  </a:lnTo>
                  <a:lnTo>
                    <a:pt x="8452435" y="4528313"/>
                  </a:lnTo>
                  <a:lnTo>
                    <a:pt x="8429301" y="4658233"/>
                  </a:lnTo>
                  <a:lnTo>
                    <a:pt x="8406174" y="4784964"/>
                  </a:lnTo>
                  <a:lnTo>
                    <a:pt x="8383041" y="4908242"/>
                  </a:lnTo>
                  <a:lnTo>
                    <a:pt x="8359884" y="5027845"/>
                  </a:lnTo>
                  <a:lnTo>
                    <a:pt x="8336681" y="5143586"/>
                  </a:lnTo>
                  <a:lnTo>
                    <a:pt x="8313403" y="5255319"/>
                  </a:lnTo>
                  <a:lnTo>
                    <a:pt x="8290014" y="5362934"/>
                  </a:lnTo>
                  <a:lnTo>
                    <a:pt x="8266474" y="5466360"/>
                  </a:lnTo>
                  <a:lnTo>
                    <a:pt x="8242734" y="5565560"/>
                  </a:lnTo>
                  <a:lnTo>
                    <a:pt x="8218737" y="5660531"/>
                  </a:lnTo>
                  <a:lnTo>
                    <a:pt x="8194418" y="5751301"/>
                  </a:lnTo>
                  <a:lnTo>
                    <a:pt x="8169702" y="5837927"/>
                  </a:lnTo>
                  <a:lnTo>
                    <a:pt x="8151487" y="5898180"/>
                  </a:lnTo>
                  <a:lnTo>
                    <a:pt x="8111529" y="6019869"/>
                  </a:lnTo>
                  <a:lnTo>
                    <a:pt x="8069861" y="6131815"/>
                  </a:lnTo>
                  <a:lnTo>
                    <a:pt x="8026035" y="6234298"/>
                  </a:lnTo>
                  <a:lnTo>
                    <a:pt x="7979564" y="6327894"/>
                  </a:lnTo>
                  <a:lnTo>
                    <a:pt x="7929937" y="6413326"/>
                  </a:lnTo>
                  <a:lnTo>
                    <a:pt x="7876643" y="6491358"/>
                  </a:lnTo>
                  <a:lnTo>
                    <a:pt x="7819201" y="6562728"/>
                  </a:lnTo>
                  <a:lnTo>
                    <a:pt x="7757189" y="6628114"/>
                  </a:lnTo>
                  <a:lnTo>
                    <a:pt x="7690295" y="6688099"/>
                  </a:lnTo>
                  <a:lnTo>
                    <a:pt x="7618370" y="6743162"/>
                  </a:lnTo>
                  <a:lnTo>
                    <a:pt x="7541500" y="6793670"/>
                  </a:lnTo>
                  <a:lnTo>
                    <a:pt x="7460089" y="6839869"/>
                  </a:lnTo>
                  <a:lnTo>
                    <a:pt x="7374942" y="6881897"/>
                  </a:lnTo>
                  <a:lnTo>
                    <a:pt x="7287326" y="6919790"/>
                  </a:lnTo>
                  <a:lnTo>
                    <a:pt x="7199010" y="6953507"/>
                  </a:lnTo>
                  <a:lnTo>
                    <a:pt x="7112220" y="6982969"/>
                  </a:lnTo>
                  <a:lnTo>
                    <a:pt x="7029525" y="7008099"/>
                  </a:lnTo>
                  <a:lnTo>
                    <a:pt x="6953606" y="7028880"/>
                  </a:lnTo>
                  <a:lnTo>
                    <a:pt x="6886960" y="7045402"/>
                  </a:lnTo>
                  <a:lnTo>
                    <a:pt x="6831560" y="7057900"/>
                  </a:lnTo>
                  <a:lnTo>
                    <a:pt x="6788550" y="7066764"/>
                  </a:lnTo>
                  <a:lnTo>
                    <a:pt x="6758042" y="7072526"/>
                  </a:lnTo>
                  <a:lnTo>
                    <a:pt x="6739046" y="7075824"/>
                  </a:lnTo>
                  <a:lnTo>
                    <a:pt x="6729530" y="7077346"/>
                  </a:lnTo>
                  <a:lnTo>
                    <a:pt x="6726539" y="7077789"/>
                  </a:lnTo>
                  <a:lnTo>
                    <a:pt x="6726343" y="7077816"/>
                  </a:lnTo>
                  <a:lnTo>
                    <a:pt x="5254955" y="7077816"/>
                  </a:lnTo>
                  <a:lnTo>
                    <a:pt x="5254021" y="7077738"/>
                  </a:lnTo>
                  <a:lnTo>
                    <a:pt x="5247854" y="7077184"/>
                  </a:lnTo>
                  <a:lnTo>
                    <a:pt x="5232219" y="7075654"/>
                  </a:lnTo>
                  <a:lnTo>
                    <a:pt x="5204045" y="7072638"/>
                  </a:lnTo>
                  <a:lnTo>
                    <a:pt x="5161605" y="7067653"/>
                  </a:lnTo>
                  <a:lnTo>
                    <a:pt x="5104643" y="7060286"/>
                  </a:lnTo>
                  <a:lnTo>
                    <a:pt x="5034332" y="7050227"/>
                  </a:lnTo>
                  <a:lnTo>
                    <a:pt x="4953016" y="7037290"/>
                  </a:lnTo>
                  <a:lnTo>
                    <a:pt x="4863786" y="7021403"/>
                  </a:lnTo>
                  <a:lnTo>
                    <a:pt x="4769991" y="7002580"/>
                  </a:lnTo>
                  <a:lnTo>
                    <a:pt x="4674807" y="6980877"/>
                  </a:lnTo>
                  <a:lnTo>
                    <a:pt x="4580923" y="6956351"/>
                  </a:lnTo>
                  <a:lnTo>
                    <a:pt x="4490391" y="6929017"/>
                  </a:lnTo>
                  <a:lnTo>
                    <a:pt x="4404600" y="6898825"/>
                  </a:lnTo>
                  <a:lnTo>
                    <a:pt x="4324339" y="6865643"/>
                  </a:lnTo>
                  <a:lnTo>
                    <a:pt x="4249909" y="6829247"/>
                  </a:lnTo>
                  <a:lnTo>
                    <a:pt x="4181241" y="6789324"/>
                  </a:lnTo>
                  <a:lnTo>
                    <a:pt x="4118009" y="6745471"/>
                  </a:lnTo>
                  <a:lnTo>
                    <a:pt x="4059718" y="6697213"/>
                  </a:lnTo>
                  <a:lnTo>
                    <a:pt x="4005778" y="6644016"/>
                  </a:lnTo>
                  <a:lnTo>
                    <a:pt x="3955554" y="6585322"/>
                  </a:lnTo>
                  <a:lnTo>
                    <a:pt x="3908407" y="6520603"/>
                  </a:lnTo>
                  <a:lnTo>
                    <a:pt x="3863725" y="6449445"/>
                  </a:lnTo>
                  <a:lnTo>
                    <a:pt x="3829811" y="6388560"/>
                  </a:lnTo>
                  <a:lnTo>
                    <a:pt x="3797687" y="6325276"/>
                  </a:lnTo>
                  <a:lnTo>
                    <a:pt x="3766281" y="6258025"/>
                  </a:lnTo>
                  <a:lnTo>
                    <a:pt x="3735427" y="6186726"/>
                  </a:lnTo>
                  <a:lnTo>
                    <a:pt x="3704984" y="6111344"/>
                  </a:lnTo>
                  <a:lnTo>
                    <a:pt x="3674838" y="6031895"/>
                  </a:lnTo>
                  <a:lnTo>
                    <a:pt x="3644894" y="5948447"/>
                  </a:lnTo>
                  <a:lnTo>
                    <a:pt x="3615075" y="5861129"/>
                  </a:lnTo>
                  <a:lnTo>
                    <a:pt x="3585323" y="5770130"/>
                  </a:lnTo>
                  <a:lnTo>
                    <a:pt x="3555592" y="5675701"/>
                  </a:lnTo>
                  <a:lnTo>
                    <a:pt x="3525852" y="5578151"/>
                  </a:lnTo>
                  <a:lnTo>
                    <a:pt x="3496084" y="5477852"/>
                  </a:lnTo>
                  <a:lnTo>
                    <a:pt x="3466278" y="5375226"/>
                  </a:lnTo>
                  <a:lnTo>
                    <a:pt x="3436435" y="5270744"/>
                  </a:lnTo>
                  <a:lnTo>
                    <a:pt x="3406559" y="5164914"/>
                  </a:lnTo>
                  <a:lnTo>
                    <a:pt x="3376663" y="5058276"/>
                  </a:lnTo>
                  <a:lnTo>
                    <a:pt x="3346760" y="4951385"/>
                  </a:lnTo>
                  <a:lnTo>
                    <a:pt x="3316865" y="4844802"/>
                  </a:lnTo>
                  <a:lnTo>
                    <a:pt x="3286992" y="4739081"/>
                  </a:lnTo>
                  <a:lnTo>
                    <a:pt x="3257152" y="4634758"/>
                  </a:lnTo>
                  <a:lnTo>
                    <a:pt x="3227350" y="4532339"/>
                  </a:lnTo>
                  <a:lnTo>
                    <a:pt x="3197585" y="4432290"/>
                  </a:lnTo>
                  <a:lnTo>
                    <a:pt x="3167847" y="4335030"/>
                  </a:lnTo>
                  <a:lnTo>
                    <a:pt x="3138116" y="4240923"/>
                  </a:lnTo>
                  <a:lnTo>
                    <a:pt x="3108359" y="4150274"/>
                  </a:lnTo>
                  <a:lnTo>
                    <a:pt x="3078531" y="4063327"/>
                  </a:lnTo>
                  <a:lnTo>
                    <a:pt x="3048571" y="3980265"/>
                  </a:lnTo>
                  <a:lnTo>
                    <a:pt x="3018400" y="3901210"/>
                  </a:lnTo>
                  <a:lnTo>
                    <a:pt x="2987923" y="3826227"/>
                  </a:lnTo>
                  <a:lnTo>
                    <a:pt x="2957021" y="3755325"/>
                  </a:lnTo>
                  <a:lnTo>
                    <a:pt x="2925553" y="3688466"/>
                  </a:lnTo>
                  <a:lnTo>
                    <a:pt x="2896531" y="3631535"/>
                  </a:lnTo>
                  <a:lnTo>
                    <a:pt x="2853406" y="3555152"/>
                  </a:lnTo>
                  <a:lnTo>
                    <a:pt x="2808254" y="3485371"/>
                  </a:lnTo>
                  <a:lnTo>
                    <a:pt x="2760513" y="3421958"/>
                  </a:lnTo>
                  <a:lnTo>
                    <a:pt x="2709561" y="3364466"/>
                  </a:lnTo>
                  <a:lnTo>
                    <a:pt x="2654759" y="3312352"/>
                  </a:lnTo>
                  <a:lnTo>
                    <a:pt x="2595477" y="3265062"/>
                  </a:lnTo>
                  <a:lnTo>
                    <a:pt x="2531139" y="3222072"/>
                  </a:lnTo>
                  <a:lnTo>
                    <a:pt x="2461281" y="3182920"/>
                  </a:lnTo>
                  <a:lnTo>
                    <a:pt x="2385620" y="3147223"/>
                  </a:lnTo>
                  <a:lnTo>
                    <a:pt x="2304158" y="3114685"/>
                  </a:lnTo>
                  <a:lnTo>
                    <a:pt x="2217287" y="3085101"/>
                  </a:lnTo>
                  <a:lnTo>
                    <a:pt x="2125914" y="3058359"/>
                  </a:lnTo>
                  <a:lnTo>
                    <a:pt x="2031565" y="3034422"/>
                  </a:lnTo>
                  <a:lnTo>
                    <a:pt x="1936429" y="3013319"/>
                  </a:lnTo>
                  <a:lnTo>
                    <a:pt x="1843319" y="2995109"/>
                  </a:lnTo>
                  <a:lnTo>
                    <a:pt x="1755475" y="2979844"/>
                  </a:lnTo>
                  <a:lnTo>
                    <a:pt x="1676232" y="2967521"/>
                  </a:lnTo>
                  <a:lnTo>
                    <a:pt x="1608565" y="2958046"/>
                  </a:lnTo>
                  <a:lnTo>
                    <a:pt x="1554602" y="2951209"/>
                  </a:lnTo>
                  <a:lnTo>
                    <a:pt x="1515231" y="2946675"/>
                  </a:lnTo>
                  <a:lnTo>
                    <a:pt x="1489882" y="2944013"/>
                  </a:lnTo>
                  <a:lnTo>
                    <a:pt x="1476533" y="2942730"/>
                  </a:lnTo>
                  <a:lnTo>
                    <a:pt x="1471853" y="2942317"/>
                  </a:lnTo>
                  <a:lnTo>
                    <a:pt x="1471387" y="2942279"/>
                  </a:lnTo>
                  <a:lnTo>
                    <a:pt x="0" y="294227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6" name="pg116"/>
            <p:cNvSpPr/>
            <p:nvPr/>
          </p:nvSpPr>
          <p:spPr>
            <a:xfrm>
              <a:off x="4799595" y="6720618"/>
              <a:ext cx="11981298" cy="4151883"/>
            </a:xfrm>
            <a:custGeom>
              <a:avLst/>
              <a:pathLst>
                <a:path w="11981298" h="4151883">
                  <a:moveTo>
                    <a:pt x="0" y="8172"/>
                  </a:moveTo>
                  <a:lnTo>
                    <a:pt x="1471387" y="8172"/>
                  </a:lnTo>
                  <a:lnTo>
                    <a:pt x="1472321" y="8250"/>
                  </a:lnTo>
                  <a:lnTo>
                    <a:pt x="1478485" y="8805"/>
                  </a:lnTo>
                  <a:lnTo>
                    <a:pt x="1494112" y="10337"/>
                  </a:lnTo>
                  <a:lnTo>
                    <a:pt x="1522272" y="13358"/>
                  </a:lnTo>
                  <a:lnTo>
                    <a:pt x="1564693" y="18350"/>
                  </a:lnTo>
                  <a:lnTo>
                    <a:pt x="1621630" y="25728"/>
                  </a:lnTo>
                  <a:lnTo>
                    <a:pt x="1691914" y="35802"/>
                  </a:lnTo>
                  <a:lnTo>
                    <a:pt x="1773203" y="48758"/>
                  </a:lnTo>
                  <a:lnTo>
                    <a:pt x="1862408" y="64669"/>
                  </a:lnTo>
                  <a:lnTo>
                    <a:pt x="1956180" y="83521"/>
                  </a:lnTo>
                  <a:lnTo>
                    <a:pt x="2051348" y="105257"/>
                  </a:lnTo>
                  <a:lnTo>
                    <a:pt x="2145220" y="129822"/>
                  </a:lnTo>
                  <a:lnTo>
                    <a:pt x="2235744" y="157199"/>
                  </a:lnTo>
                  <a:lnTo>
                    <a:pt x="2321533" y="187438"/>
                  </a:lnTo>
                  <a:lnTo>
                    <a:pt x="2401794" y="220671"/>
                  </a:lnTo>
                  <a:lnTo>
                    <a:pt x="2476228" y="257123"/>
                  </a:lnTo>
                  <a:lnTo>
                    <a:pt x="2544900" y="297107"/>
                  </a:lnTo>
                  <a:lnTo>
                    <a:pt x="2608137" y="341026"/>
                  </a:lnTo>
                  <a:lnTo>
                    <a:pt x="2666433" y="389355"/>
                  </a:lnTo>
                  <a:lnTo>
                    <a:pt x="2720377" y="442629"/>
                  </a:lnTo>
                  <a:lnTo>
                    <a:pt x="2770605" y="501407"/>
                  </a:lnTo>
                  <a:lnTo>
                    <a:pt x="2817755" y="566218"/>
                  </a:lnTo>
                  <a:lnTo>
                    <a:pt x="2862437" y="637477"/>
                  </a:lnTo>
                  <a:lnTo>
                    <a:pt x="2896531" y="698791"/>
                  </a:lnTo>
                  <a:lnTo>
                    <a:pt x="2928627" y="762141"/>
                  </a:lnTo>
                  <a:lnTo>
                    <a:pt x="2960006" y="829460"/>
                  </a:lnTo>
                  <a:lnTo>
                    <a:pt x="2990834" y="900828"/>
                  </a:lnTo>
                  <a:lnTo>
                    <a:pt x="3021251" y="976279"/>
                  </a:lnTo>
                  <a:lnTo>
                    <a:pt x="3051371" y="1055800"/>
                  </a:lnTo>
                  <a:lnTo>
                    <a:pt x="3081290" y="1139319"/>
                  </a:lnTo>
                  <a:lnTo>
                    <a:pt x="3111083" y="1226710"/>
                  </a:lnTo>
                  <a:lnTo>
                    <a:pt x="3140809" y="1317784"/>
                  </a:lnTo>
                  <a:lnTo>
                    <a:pt x="3170513" y="1412292"/>
                  </a:lnTo>
                  <a:lnTo>
                    <a:pt x="3200226" y="1509923"/>
                  </a:lnTo>
                  <a:lnTo>
                    <a:pt x="3229968" y="1610308"/>
                  </a:lnTo>
                  <a:lnTo>
                    <a:pt x="3259747" y="1713024"/>
                  </a:lnTo>
                  <a:lnTo>
                    <a:pt x="3289564" y="1817602"/>
                  </a:lnTo>
                  <a:lnTo>
                    <a:pt x="3319413" y="1923534"/>
                  </a:lnTo>
                  <a:lnTo>
                    <a:pt x="3349282" y="2030281"/>
                  </a:lnTo>
                  <a:lnTo>
                    <a:pt x="3379159" y="2137289"/>
                  </a:lnTo>
                  <a:lnTo>
                    <a:pt x="3409028" y="2243997"/>
                  </a:lnTo>
                  <a:lnTo>
                    <a:pt x="3438874" y="2349851"/>
                  </a:lnTo>
                  <a:lnTo>
                    <a:pt x="3468689" y="2454314"/>
                  </a:lnTo>
                  <a:lnTo>
                    <a:pt x="3498465" y="2556882"/>
                  </a:lnTo>
                  <a:lnTo>
                    <a:pt x="3528204" y="2657087"/>
                  </a:lnTo>
                  <a:lnTo>
                    <a:pt x="3557916" y="2754509"/>
                  </a:lnTo>
                  <a:lnTo>
                    <a:pt x="3587621" y="2848785"/>
                  </a:lnTo>
                  <a:lnTo>
                    <a:pt x="3617350" y="2939608"/>
                  </a:lnTo>
                  <a:lnTo>
                    <a:pt x="3647150" y="3026733"/>
                  </a:lnTo>
                  <a:lnTo>
                    <a:pt x="3677080" y="3109974"/>
                  </a:lnTo>
                  <a:lnTo>
                    <a:pt x="3707218" y="3189210"/>
                  </a:lnTo>
                  <a:lnTo>
                    <a:pt x="3737659" y="3264375"/>
                  </a:lnTo>
                  <a:lnTo>
                    <a:pt x="3768521" y="3335456"/>
                  </a:lnTo>
                  <a:lnTo>
                    <a:pt x="3799944" y="3402493"/>
                  </a:lnTo>
                  <a:lnTo>
                    <a:pt x="3829811" y="3461264"/>
                  </a:lnTo>
                  <a:lnTo>
                    <a:pt x="3872928" y="3537785"/>
                  </a:lnTo>
                  <a:lnTo>
                    <a:pt x="3918071" y="3607693"/>
                  </a:lnTo>
                  <a:lnTo>
                    <a:pt x="3965803" y="3671223"/>
                  </a:lnTo>
                  <a:lnTo>
                    <a:pt x="4016743" y="3728822"/>
                  </a:lnTo>
                  <a:lnTo>
                    <a:pt x="4071532" y="3781033"/>
                  </a:lnTo>
                  <a:lnTo>
                    <a:pt x="4130798" y="3828413"/>
                  </a:lnTo>
                  <a:lnTo>
                    <a:pt x="4195118" y="3871485"/>
                  </a:lnTo>
                  <a:lnTo>
                    <a:pt x="4264957" y="3910712"/>
                  </a:lnTo>
                  <a:lnTo>
                    <a:pt x="4340595" y="3946478"/>
                  </a:lnTo>
                  <a:lnTo>
                    <a:pt x="4422033" y="3979080"/>
                  </a:lnTo>
                  <a:lnTo>
                    <a:pt x="4508879" y="4008722"/>
                  </a:lnTo>
                  <a:lnTo>
                    <a:pt x="4600227" y="4035519"/>
                  </a:lnTo>
                  <a:lnTo>
                    <a:pt x="4694555" y="4059505"/>
                  </a:lnTo>
                  <a:lnTo>
                    <a:pt x="4789675" y="4080652"/>
                  </a:lnTo>
                  <a:lnTo>
                    <a:pt x="4882778" y="4098903"/>
                  </a:lnTo>
                  <a:lnTo>
                    <a:pt x="4970626" y="4114204"/>
                  </a:lnTo>
                  <a:lnTo>
                    <a:pt x="5049884" y="4126558"/>
                  </a:lnTo>
                  <a:lnTo>
                    <a:pt x="5117580" y="4136058"/>
                  </a:lnTo>
                  <a:lnTo>
                    <a:pt x="5171580" y="4142916"/>
                  </a:lnTo>
                  <a:lnTo>
                    <a:pt x="5210996" y="4147465"/>
                  </a:lnTo>
                  <a:lnTo>
                    <a:pt x="5236389" y="4150138"/>
                  </a:lnTo>
                  <a:lnTo>
                    <a:pt x="5249776" y="4151427"/>
                  </a:lnTo>
                  <a:lnTo>
                    <a:pt x="5254482" y="4151844"/>
                  </a:lnTo>
                  <a:lnTo>
                    <a:pt x="5254955" y="4151883"/>
                  </a:lnTo>
                  <a:lnTo>
                    <a:pt x="6726343" y="4151883"/>
                  </a:lnTo>
                  <a:lnTo>
                    <a:pt x="6727548" y="4151842"/>
                  </a:lnTo>
                  <a:lnTo>
                    <a:pt x="6735459" y="4151555"/>
                  </a:lnTo>
                  <a:lnTo>
                    <a:pt x="6755366" y="4150761"/>
                  </a:lnTo>
                  <a:lnTo>
                    <a:pt x="6790871" y="4149198"/>
                  </a:lnTo>
                  <a:lnTo>
                    <a:pt x="6843618" y="4146626"/>
                  </a:lnTo>
                  <a:lnTo>
                    <a:pt x="6913167" y="4142851"/>
                  </a:lnTo>
                  <a:lnTo>
                    <a:pt x="6997200" y="4137745"/>
                  </a:lnTo>
                  <a:lnTo>
                    <a:pt x="7092052" y="4131247"/>
                  </a:lnTo>
                  <a:lnTo>
                    <a:pt x="7193438" y="4123352"/>
                  </a:lnTo>
                  <a:lnTo>
                    <a:pt x="7297160" y="4114085"/>
                  </a:lnTo>
                  <a:lnTo>
                    <a:pt x="7399630" y="4103476"/>
                  </a:lnTo>
                  <a:lnTo>
                    <a:pt x="7498145" y="4091534"/>
                  </a:lnTo>
                  <a:lnTo>
                    <a:pt x="7590935" y="4078232"/>
                  </a:lnTo>
                  <a:lnTo>
                    <a:pt x="7677062" y="4063496"/>
                  </a:lnTo>
                  <a:lnTo>
                    <a:pt x="7756250" y="4047199"/>
                  </a:lnTo>
                  <a:lnTo>
                    <a:pt x="7828703" y="4029165"/>
                  </a:lnTo>
                  <a:lnTo>
                    <a:pt x="7894938" y="4009171"/>
                  </a:lnTo>
                  <a:lnTo>
                    <a:pt x="7955665" y="3986953"/>
                  </a:lnTo>
                  <a:lnTo>
                    <a:pt x="8011690" y="3962228"/>
                  </a:lnTo>
                  <a:lnTo>
                    <a:pt x="8063842" y="3934713"/>
                  </a:lnTo>
                  <a:lnTo>
                    <a:pt x="8112924" y="3904175"/>
                  </a:lnTo>
                  <a:lnTo>
                    <a:pt x="8151487" y="3876725"/>
                  </a:lnTo>
                  <a:lnTo>
                    <a:pt x="8196886" y="3840375"/>
                  </a:lnTo>
                  <a:lnTo>
                    <a:pt x="8240979" y="3800802"/>
                  </a:lnTo>
                  <a:lnTo>
                    <a:pt x="8284196" y="3757946"/>
                  </a:lnTo>
                  <a:lnTo>
                    <a:pt x="8326866" y="3711828"/>
                  </a:lnTo>
                  <a:lnTo>
                    <a:pt x="8369234" y="3662561"/>
                  </a:lnTo>
                  <a:lnTo>
                    <a:pt x="8411476" y="3610352"/>
                  </a:lnTo>
                  <a:lnTo>
                    <a:pt x="8453708" y="3555508"/>
                  </a:lnTo>
                  <a:lnTo>
                    <a:pt x="8495994" y="3498436"/>
                  </a:lnTo>
                  <a:lnTo>
                    <a:pt x="8538356" y="3439626"/>
                  </a:lnTo>
                  <a:lnTo>
                    <a:pt x="8580785" y="3379642"/>
                  </a:lnTo>
                  <a:lnTo>
                    <a:pt x="8623250" y="3319097"/>
                  </a:lnTo>
                  <a:lnTo>
                    <a:pt x="8665710" y="3258630"/>
                  </a:lnTo>
                  <a:lnTo>
                    <a:pt x="8708125" y="3198875"/>
                  </a:lnTo>
                  <a:lnTo>
                    <a:pt x="8750469" y="3140435"/>
                  </a:lnTo>
                  <a:lnTo>
                    <a:pt x="8792738" y="3083858"/>
                  </a:lnTo>
                  <a:lnTo>
                    <a:pt x="8834964" y="3029617"/>
                  </a:lnTo>
                  <a:lnTo>
                    <a:pt x="8877224" y="2978093"/>
                  </a:lnTo>
                  <a:lnTo>
                    <a:pt x="8919647" y="2929570"/>
                  </a:lnTo>
                  <a:lnTo>
                    <a:pt x="8962423" y="2884233"/>
                  </a:lnTo>
                  <a:lnTo>
                    <a:pt x="9005818" y="2842171"/>
                  </a:lnTo>
                  <a:lnTo>
                    <a:pt x="9050183" y="2803383"/>
                  </a:lnTo>
                  <a:lnTo>
                    <a:pt x="9084767" y="2776095"/>
                  </a:lnTo>
                  <a:lnTo>
                    <a:pt x="9131872" y="2742982"/>
                  </a:lnTo>
                  <a:lnTo>
                    <a:pt x="9181445" y="2712995"/>
                  </a:lnTo>
                  <a:lnTo>
                    <a:pt x="9234226" y="2685996"/>
                  </a:lnTo>
                  <a:lnTo>
                    <a:pt x="9291026" y="2661738"/>
                  </a:lnTo>
                  <a:lnTo>
                    <a:pt x="9352677" y="2639936"/>
                  </a:lnTo>
                  <a:lnTo>
                    <a:pt x="9419971" y="2620309"/>
                  </a:lnTo>
                  <a:lnTo>
                    <a:pt x="9493591" y="2602599"/>
                  </a:lnTo>
                  <a:lnTo>
                    <a:pt x="9574010" y="2586592"/>
                  </a:lnTo>
                  <a:lnTo>
                    <a:pt x="9661360" y="2572118"/>
                  </a:lnTo>
                  <a:lnTo>
                    <a:pt x="9755259" y="2559062"/>
                  </a:lnTo>
                  <a:lnTo>
                    <a:pt x="9854633" y="2547359"/>
                  </a:lnTo>
                  <a:lnTo>
                    <a:pt x="9957551" y="2536987"/>
                  </a:lnTo>
                  <a:lnTo>
                    <a:pt x="10061142" y="2527961"/>
                  </a:lnTo>
                  <a:lnTo>
                    <a:pt x="10161684" y="2520314"/>
                  </a:lnTo>
                  <a:lnTo>
                    <a:pt x="10254916" y="2514065"/>
                  </a:lnTo>
                  <a:lnTo>
                    <a:pt x="10336610" y="2509202"/>
                  </a:lnTo>
                  <a:lnTo>
                    <a:pt x="10403290" y="2505653"/>
                  </a:lnTo>
                  <a:lnTo>
                    <a:pt x="10452941" y="2503276"/>
                  </a:lnTo>
                  <a:lnTo>
                    <a:pt x="10485491" y="2501869"/>
                  </a:lnTo>
                  <a:lnTo>
                    <a:pt x="10502949" y="2501184"/>
                  </a:lnTo>
                  <a:lnTo>
                    <a:pt x="10509235" y="2500959"/>
                  </a:lnTo>
                  <a:lnTo>
                    <a:pt x="10509911" y="2500937"/>
                  </a:lnTo>
                  <a:lnTo>
                    <a:pt x="11981298" y="2500937"/>
                  </a:lnTo>
                  <a:lnTo>
                    <a:pt x="11981298" y="2492764"/>
                  </a:lnTo>
                  <a:lnTo>
                    <a:pt x="10509911" y="2492764"/>
                  </a:lnTo>
                  <a:lnTo>
                    <a:pt x="10508706" y="2492804"/>
                  </a:lnTo>
                  <a:lnTo>
                    <a:pt x="10500795" y="2493092"/>
                  </a:lnTo>
                  <a:lnTo>
                    <a:pt x="10480887" y="2493886"/>
                  </a:lnTo>
                  <a:lnTo>
                    <a:pt x="10445382" y="2495449"/>
                  </a:lnTo>
                  <a:lnTo>
                    <a:pt x="10392636" y="2498021"/>
                  </a:lnTo>
                  <a:lnTo>
                    <a:pt x="10323086" y="2501796"/>
                  </a:lnTo>
                  <a:lnTo>
                    <a:pt x="10239054" y="2506902"/>
                  </a:lnTo>
                  <a:lnTo>
                    <a:pt x="10144201" y="2513399"/>
                  </a:lnTo>
                  <a:lnTo>
                    <a:pt x="10042815" y="2521295"/>
                  </a:lnTo>
                  <a:lnTo>
                    <a:pt x="9939093" y="2530562"/>
                  </a:lnTo>
                  <a:lnTo>
                    <a:pt x="9836623" y="2541171"/>
                  </a:lnTo>
                  <a:lnTo>
                    <a:pt x="9738108" y="2553113"/>
                  </a:lnTo>
                  <a:lnTo>
                    <a:pt x="9645318" y="2566414"/>
                  </a:lnTo>
                  <a:lnTo>
                    <a:pt x="9559191" y="2581151"/>
                  </a:lnTo>
                  <a:lnTo>
                    <a:pt x="9480003" y="2597447"/>
                  </a:lnTo>
                  <a:lnTo>
                    <a:pt x="9407551" y="2615481"/>
                  </a:lnTo>
                  <a:lnTo>
                    <a:pt x="9341315" y="2635476"/>
                  </a:lnTo>
                  <a:lnTo>
                    <a:pt x="9280588" y="2657693"/>
                  </a:lnTo>
                  <a:lnTo>
                    <a:pt x="9224563" y="2682419"/>
                  </a:lnTo>
                  <a:lnTo>
                    <a:pt x="9172411" y="2709934"/>
                  </a:lnTo>
                  <a:lnTo>
                    <a:pt x="9123329" y="2740471"/>
                  </a:lnTo>
                  <a:lnTo>
                    <a:pt x="9084767" y="2767922"/>
                  </a:lnTo>
                  <a:lnTo>
                    <a:pt x="9039367" y="2804272"/>
                  </a:lnTo>
                  <a:lnTo>
                    <a:pt x="8995274" y="2843845"/>
                  </a:lnTo>
                  <a:lnTo>
                    <a:pt x="8952057" y="2886701"/>
                  </a:lnTo>
                  <a:lnTo>
                    <a:pt x="8909387" y="2932818"/>
                  </a:lnTo>
                  <a:lnTo>
                    <a:pt x="8867019" y="2982086"/>
                  </a:lnTo>
                  <a:lnTo>
                    <a:pt x="8824777" y="3034295"/>
                  </a:lnTo>
                  <a:lnTo>
                    <a:pt x="8782545" y="3089138"/>
                  </a:lnTo>
                  <a:lnTo>
                    <a:pt x="8740260" y="3146211"/>
                  </a:lnTo>
                  <a:lnTo>
                    <a:pt x="8697898" y="3205021"/>
                  </a:lnTo>
                  <a:lnTo>
                    <a:pt x="8655468" y="3265005"/>
                  </a:lnTo>
                  <a:lnTo>
                    <a:pt x="8613003" y="3325549"/>
                  </a:lnTo>
                  <a:lnTo>
                    <a:pt x="8570543" y="3386017"/>
                  </a:lnTo>
                  <a:lnTo>
                    <a:pt x="8528128" y="3445772"/>
                  </a:lnTo>
                  <a:lnTo>
                    <a:pt x="8485784" y="3504212"/>
                  </a:lnTo>
                  <a:lnTo>
                    <a:pt x="8443515" y="3560789"/>
                  </a:lnTo>
                  <a:lnTo>
                    <a:pt x="8401289" y="3615030"/>
                  </a:lnTo>
                  <a:lnTo>
                    <a:pt x="8359029" y="3666554"/>
                  </a:lnTo>
                  <a:lnTo>
                    <a:pt x="8316607" y="3715076"/>
                  </a:lnTo>
                  <a:lnTo>
                    <a:pt x="8273831" y="3760413"/>
                  </a:lnTo>
                  <a:lnTo>
                    <a:pt x="8230436" y="3802476"/>
                  </a:lnTo>
                  <a:lnTo>
                    <a:pt x="8186071" y="3841263"/>
                  </a:lnTo>
                  <a:lnTo>
                    <a:pt x="8151487" y="3868552"/>
                  </a:lnTo>
                  <a:lnTo>
                    <a:pt x="8104381" y="3901664"/>
                  </a:lnTo>
                  <a:lnTo>
                    <a:pt x="8054808" y="3931651"/>
                  </a:lnTo>
                  <a:lnTo>
                    <a:pt x="8002028" y="3958651"/>
                  </a:lnTo>
                  <a:lnTo>
                    <a:pt x="7945227" y="3982909"/>
                  </a:lnTo>
                  <a:lnTo>
                    <a:pt x="7883576" y="4004710"/>
                  </a:lnTo>
                  <a:lnTo>
                    <a:pt x="7816283" y="4024338"/>
                  </a:lnTo>
                  <a:lnTo>
                    <a:pt x="7742663" y="4042048"/>
                  </a:lnTo>
                  <a:lnTo>
                    <a:pt x="7662243" y="4058055"/>
                  </a:lnTo>
                  <a:lnTo>
                    <a:pt x="7574893" y="4072528"/>
                  </a:lnTo>
                  <a:lnTo>
                    <a:pt x="7480994" y="4085584"/>
                  </a:lnTo>
                  <a:lnTo>
                    <a:pt x="7381620" y="4097288"/>
                  </a:lnTo>
                  <a:lnTo>
                    <a:pt x="7278702" y="4107660"/>
                  </a:lnTo>
                  <a:lnTo>
                    <a:pt x="7175111" y="4116685"/>
                  </a:lnTo>
                  <a:lnTo>
                    <a:pt x="7074570" y="4124333"/>
                  </a:lnTo>
                  <a:lnTo>
                    <a:pt x="6981337" y="4130581"/>
                  </a:lnTo>
                  <a:lnTo>
                    <a:pt x="6899643" y="4135444"/>
                  </a:lnTo>
                  <a:lnTo>
                    <a:pt x="6832963" y="4138994"/>
                  </a:lnTo>
                  <a:lnTo>
                    <a:pt x="6783312" y="4141370"/>
                  </a:lnTo>
                  <a:lnTo>
                    <a:pt x="6750762" y="4142778"/>
                  </a:lnTo>
                  <a:lnTo>
                    <a:pt x="6733305" y="4143463"/>
                  </a:lnTo>
                  <a:lnTo>
                    <a:pt x="6727019" y="4143687"/>
                  </a:lnTo>
                  <a:lnTo>
                    <a:pt x="6726343" y="4143710"/>
                  </a:lnTo>
                  <a:lnTo>
                    <a:pt x="5254955" y="4143710"/>
                  </a:lnTo>
                  <a:lnTo>
                    <a:pt x="5254021" y="4143632"/>
                  </a:lnTo>
                  <a:lnTo>
                    <a:pt x="5247857" y="4143077"/>
                  </a:lnTo>
                  <a:lnTo>
                    <a:pt x="5232230" y="4141545"/>
                  </a:lnTo>
                  <a:lnTo>
                    <a:pt x="5204070" y="4138525"/>
                  </a:lnTo>
                  <a:lnTo>
                    <a:pt x="5161649" y="4133533"/>
                  </a:lnTo>
                  <a:lnTo>
                    <a:pt x="5104712" y="4126154"/>
                  </a:lnTo>
                  <a:lnTo>
                    <a:pt x="5034428" y="4116080"/>
                  </a:lnTo>
                  <a:lnTo>
                    <a:pt x="4953139" y="4103124"/>
                  </a:lnTo>
                  <a:lnTo>
                    <a:pt x="4863934" y="4087213"/>
                  </a:lnTo>
                  <a:lnTo>
                    <a:pt x="4770162" y="4068361"/>
                  </a:lnTo>
                  <a:lnTo>
                    <a:pt x="4674994" y="4046625"/>
                  </a:lnTo>
                  <a:lnTo>
                    <a:pt x="4581122" y="4022060"/>
                  </a:lnTo>
                  <a:lnTo>
                    <a:pt x="4490598" y="3994683"/>
                  </a:lnTo>
                  <a:lnTo>
                    <a:pt x="4404809" y="3964444"/>
                  </a:lnTo>
                  <a:lnTo>
                    <a:pt x="4324548" y="3931211"/>
                  </a:lnTo>
                  <a:lnTo>
                    <a:pt x="4250114" y="3894759"/>
                  </a:lnTo>
                  <a:lnTo>
                    <a:pt x="4181442" y="3854775"/>
                  </a:lnTo>
                  <a:lnTo>
                    <a:pt x="4118205" y="3810856"/>
                  </a:lnTo>
                  <a:lnTo>
                    <a:pt x="4059909" y="3762527"/>
                  </a:lnTo>
                  <a:lnTo>
                    <a:pt x="4005965" y="3709253"/>
                  </a:lnTo>
                  <a:lnTo>
                    <a:pt x="3955737" y="3650475"/>
                  </a:lnTo>
                  <a:lnTo>
                    <a:pt x="3908588" y="3585664"/>
                  </a:lnTo>
                  <a:lnTo>
                    <a:pt x="3863905" y="3514405"/>
                  </a:lnTo>
                  <a:lnTo>
                    <a:pt x="3829811" y="3453091"/>
                  </a:lnTo>
                  <a:lnTo>
                    <a:pt x="3797715" y="3389741"/>
                  </a:lnTo>
                  <a:lnTo>
                    <a:pt x="3766336" y="3322422"/>
                  </a:lnTo>
                  <a:lnTo>
                    <a:pt x="3735508" y="3251054"/>
                  </a:lnTo>
                  <a:lnTo>
                    <a:pt x="3705091" y="3175603"/>
                  </a:lnTo>
                  <a:lnTo>
                    <a:pt x="3674971" y="3096083"/>
                  </a:lnTo>
                  <a:lnTo>
                    <a:pt x="3645052" y="3012563"/>
                  </a:lnTo>
                  <a:lnTo>
                    <a:pt x="3615260" y="2925172"/>
                  </a:lnTo>
                  <a:lnTo>
                    <a:pt x="3585533" y="2834098"/>
                  </a:lnTo>
                  <a:lnTo>
                    <a:pt x="3555829" y="2739590"/>
                  </a:lnTo>
                  <a:lnTo>
                    <a:pt x="3526116" y="2641959"/>
                  </a:lnTo>
                  <a:lnTo>
                    <a:pt x="3496374" y="2541575"/>
                  </a:lnTo>
                  <a:lnTo>
                    <a:pt x="3466595" y="2438858"/>
                  </a:lnTo>
                  <a:lnTo>
                    <a:pt x="3436778" y="2334280"/>
                  </a:lnTo>
                  <a:lnTo>
                    <a:pt x="3406930" y="2228348"/>
                  </a:lnTo>
                  <a:lnTo>
                    <a:pt x="3377060" y="2121601"/>
                  </a:lnTo>
                  <a:lnTo>
                    <a:pt x="3347183" y="2014593"/>
                  </a:lnTo>
                  <a:lnTo>
                    <a:pt x="3317315" y="1907885"/>
                  </a:lnTo>
                  <a:lnTo>
                    <a:pt x="3287468" y="1802031"/>
                  </a:lnTo>
                  <a:lnTo>
                    <a:pt x="3257653" y="1697568"/>
                  </a:lnTo>
                  <a:lnTo>
                    <a:pt x="3227877" y="1595000"/>
                  </a:lnTo>
                  <a:lnTo>
                    <a:pt x="3198138" y="1494795"/>
                  </a:lnTo>
                  <a:lnTo>
                    <a:pt x="3168426" y="1397373"/>
                  </a:lnTo>
                  <a:lnTo>
                    <a:pt x="3138722" y="1303097"/>
                  </a:lnTo>
                  <a:lnTo>
                    <a:pt x="3108992" y="1212274"/>
                  </a:lnTo>
                  <a:lnTo>
                    <a:pt x="3079192" y="1125150"/>
                  </a:lnTo>
                  <a:lnTo>
                    <a:pt x="3049262" y="1041908"/>
                  </a:lnTo>
                  <a:lnTo>
                    <a:pt x="3019125" y="962672"/>
                  </a:lnTo>
                  <a:lnTo>
                    <a:pt x="2988683" y="887507"/>
                  </a:lnTo>
                  <a:lnTo>
                    <a:pt x="2957821" y="816426"/>
                  </a:lnTo>
                  <a:lnTo>
                    <a:pt x="2926398" y="749389"/>
                  </a:lnTo>
                  <a:lnTo>
                    <a:pt x="2896531" y="690618"/>
                  </a:lnTo>
                  <a:lnTo>
                    <a:pt x="2853414" y="614097"/>
                  </a:lnTo>
                  <a:lnTo>
                    <a:pt x="2808271" y="544189"/>
                  </a:lnTo>
                  <a:lnTo>
                    <a:pt x="2760539" y="480660"/>
                  </a:lnTo>
                  <a:lnTo>
                    <a:pt x="2709599" y="423060"/>
                  </a:lnTo>
                  <a:lnTo>
                    <a:pt x="2654811" y="370849"/>
                  </a:lnTo>
                  <a:lnTo>
                    <a:pt x="2595544" y="323469"/>
                  </a:lnTo>
                  <a:lnTo>
                    <a:pt x="2531224" y="280397"/>
                  </a:lnTo>
                  <a:lnTo>
                    <a:pt x="2461385" y="241170"/>
                  </a:lnTo>
                  <a:lnTo>
                    <a:pt x="2385747" y="205404"/>
                  </a:lnTo>
                  <a:lnTo>
                    <a:pt x="2304309" y="172802"/>
                  </a:lnTo>
                  <a:lnTo>
                    <a:pt x="2217463" y="143160"/>
                  </a:lnTo>
                  <a:lnTo>
                    <a:pt x="2126115" y="116363"/>
                  </a:lnTo>
                  <a:lnTo>
                    <a:pt x="2031787" y="92377"/>
                  </a:lnTo>
                  <a:lnTo>
                    <a:pt x="1936667" y="71230"/>
                  </a:lnTo>
                  <a:lnTo>
                    <a:pt x="1843564" y="52980"/>
                  </a:lnTo>
                  <a:lnTo>
                    <a:pt x="1755716" y="37678"/>
                  </a:lnTo>
                  <a:lnTo>
                    <a:pt x="1676458" y="25324"/>
                  </a:lnTo>
                  <a:lnTo>
                    <a:pt x="1608763" y="15824"/>
                  </a:lnTo>
                  <a:lnTo>
                    <a:pt x="1554762" y="8966"/>
                  </a:lnTo>
                  <a:lnTo>
                    <a:pt x="1515346" y="4417"/>
                  </a:lnTo>
                  <a:lnTo>
                    <a:pt x="1489954" y="1744"/>
                  </a:lnTo>
                  <a:lnTo>
                    <a:pt x="1476566" y="455"/>
                  </a:lnTo>
                  <a:lnTo>
                    <a:pt x="1471860" y="38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17" name="pl117"/>
            <p:cNvSpPr/>
            <p:nvPr/>
          </p:nvSpPr>
          <p:spPr>
            <a:xfrm>
              <a:off x="4799595" y="6728791"/>
              <a:ext cx="11981298" cy="4143710"/>
            </a:xfrm>
            <a:custGeom>
              <a:avLst/>
              <a:pathLst>
                <a:path w="11981298" h="4143710">
                  <a:moveTo>
                    <a:pt x="0" y="0"/>
                  </a:moveTo>
                  <a:lnTo>
                    <a:pt x="1471387" y="0"/>
                  </a:lnTo>
                  <a:lnTo>
                    <a:pt x="1472321" y="77"/>
                  </a:lnTo>
                  <a:lnTo>
                    <a:pt x="1478485" y="632"/>
                  </a:lnTo>
                  <a:lnTo>
                    <a:pt x="1494112" y="2164"/>
                  </a:lnTo>
                  <a:lnTo>
                    <a:pt x="1522272" y="5185"/>
                  </a:lnTo>
                  <a:lnTo>
                    <a:pt x="1564693" y="10177"/>
                  </a:lnTo>
                  <a:lnTo>
                    <a:pt x="1621630" y="17555"/>
                  </a:lnTo>
                  <a:lnTo>
                    <a:pt x="1691914" y="27629"/>
                  </a:lnTo>
                  <a:lnTo>
                    <a:pt x="1773203" y="40585"/>
                  </a:lnTo>
                  <a:lnTo>
                    <a:pt x="1862408" y="56496"/>
                  </a:lnTo>
                  <a:lnTo>
                    <a:pt x="1956180" y="75348"/>
                  </a:lnTo>
                  <a:lnTo>
                    <a:pt x="2051348" y="97084"/>
                  </a:lnTo>
                  <a:lnTo>
                    <a:pt x="2145220" y="121649"/>
                  </a:lnTo>
                  <a:lnTo>
                    <a:pt x="2235744" y="149026"/>
                  </a:lnTo>
                  <a:lnTo>
                    <a:pt x="2321533" y="179265"/>
                  </a:lnTo>
                  <a:lnTo>
                    <a:pt x="2401794" y="212498"/>
                  </a:lnTo>
                  <a:lnTo>
                    <a:pt x="2476228" y="248950"/>
                  </a:lnTo>
                  <a:lnTo>
                    <a:pt x="2544900" y="288934"/>
                  </a:lnTo>
                  <a:lnTo>
                    <a:pt x="2608137" y="332853"/>
                  </a:lnTo>
                  <a:lnTo>
                    <a:pt x="2666433" y="381182"/>
                  </a:lnTo>
                  <a:lnTo>
                    <a:pt x="2720377" y="434456"/>
                  </a:lnTo>
                  <a:lnTo>
                    <a:pt x="2770605" y="493234"/>
                  </a:lnTo>
                  <a:lnTo>
                    <a:pt x="2817755" y="558045"/>
                  </a:lnTo>
                  <a:lnTo>
                    <a:pt x="2862437" y="629304"/>
                  </a:lnTo>
                  <a:lnTo>
                    <a:pt x="2896531" y="690618"/>
                  </a:lnTo>
                  <a:lnTo>
                    <a:pt x="2928627" y="753968"/>
                  </a:lnTo>
                  <a:lnTo>
                    <a:pt x="2960006" y="821287"/>
                  </a:lnTo>
                  <a:lnTo>
                    <a:pt x="2990834" y="892655"/>
                  </a:lnTo>
                  <a:lnTo>
                    <a:pt x="3021251" y="968106"/>
                  </a:lnTo>
                  <a:lnTo>
                    <a:pt x="3051371" y="1047627"/>
                  </a:lnTo>
                  <a:lnTo>
                    <a:pt x="3081290" y="1131146"/>
                  </a:lnTo>
                  <a:lnTo>
                    <a:pt x="3111083" y="1218537"/>
                  </a:lnTo>
                  <a:lnTo>
                    <a:pt x="3140809" y="1309611"/>
                  </a:lnTo>
                  <a:lnTo>
                    <a:pt x="3170513" y="1404119"/>
                  </a:lnTo>
                  <a:lnTo>
                    <a:pt x="3200226" y="1501750"/>
                  </a:lnTo>
                  <a:lnTo>
                    <a:pt x="3229968" y="1602135"/>
                  </a:lnTo>
                  <a:lnTo>
                    <a:pt x="3259747" y="1704851"/>
                  </a:lnTo>
                  <a:lnTo>
                    <a:pt x="3289564" y="1809429"/>
                  </a:lnTo>
                  <a:lnTo>
                    <a:pt x="3319413" y="1915361"/>
                  </a:lnTo>
                  <a:lnTo>
                    <a:pt x="3349282" y="2022108"/>
                  </a:lnTo>
                  <a:lnTo>
                    <a:pt x="3379159" y="2129116"/>
                  </a:lnTo>
                  <a:lnTo>
                    <a:pt x="3409028" y="2235824"/>
                  </a:lnTo>
                  <a:lnTo>
                    <a:pt x="3438874" y="2341678"/>
                  </a:lnTo>
                  <a:lnTo>
                    <a:pt x="3468689" y="2446142"/>
                  </a:lnTo>
                  <a:lnTo>
                    <a:pt x="3498465" y="2548709"/>
                  </a:lnTo>
                  <a:lnTo>
                    <a:pt x="3528204" y="2648914"/>
                  </a:lnTo>
                  <a:lnTo>
                    <a:pt x="3557916" y="2746336"/>
                  </a:lnTo>
                  <a:lnTo>
                    <a:pt x="3587621" y="2840612"/>
                  </a:lnTo>
                  <a:lnTo>
                    <a:pt x="3617350" y="2931435"/>
                  </a:lnTo>
                  <a:lnTo>
                    <a:pt x="3647150" y="3018560"/>
                  </a:lnTo>
                  <a:lnTo>
                    <a:pt x="3677080" y="3101801"/>
                  </a:lnTo>
                  <a:lnTo>
                    <a:pt x="3707218" y="3181037"/>
                  </a:lnTo>
                  <a:lnTo>
                    <a:pt x="3737659" y="3256202"/>
                  </a:lnTo>
                  <a:lnTo>
                    <a:pt x="3768521" y="3327283"/>
                  </a:lnTo>
                  <a:lnTo>
                    <a:pt x="3799944" y="3394320"/>
                  </a:lnTo>
                  <a:lnTo>
                    <a:pt x="3829811" y="3453091"/>
                  </a:lnTo>
                  <a:lnTo>
                    <a:pt x="3872928" y="3529612"/>
                  </a:lnTo>
                  <a:lnTo>
                    <a:pt x="3918071" y="3599520"/>
                  </a:lnTo>
                  <a:lnTo>
                    <a:pt x="3965803" y="3663050"/>
                  </a:lnTo>
                  <a:lnTo>
                    <a:pt x="4016743" y="3720649"/>
                  </a:lnTo>
                  <a:lnTo>
                    <a:pt x="4071532" y="3772860"/>
                  </a:lnTo>
                  <a:lnTo>
                    <a:pt x="4130798" y="3820240"/>
                  </a:lnTo>
                  <a:lnTo>
                    <a:pt x="4195118" y="3863312"/>
                  </a:lnTo>
                  <a:lnTo>
                    <a:pt x="4264957" y="3902539"/>
                  </a:lnTo>
                  <a:lnTo>
                    <a:pt x="4340595" y="3938305"/>
                  </a:lnTo>
                  <a:lnTo>
                    <a:pt x="4422033" y="3970907"/>
                  </a:lnTo>
                  <a:lnTo>
                    <a:pt x="4508879" y="4000549"/>
                  </a:lnTo>
                  <a:lnTo>
                    <a:pt x="4600227" y="4027346"/>
                  </a:lnTo>
                  <a:lnTo>
                    <a:pt x="4694555" y="4051332"/>
                  </a:lnTo>
                  <a:lnTo>
                    <a:pt x="4789675" y="4072479"/>
                  </a:lnTo>
                  <a:lnTo>
                    <a:pt x="4882778" y="4090730"/>
                  </a:lnTo>
                  <a:lnTo>
                    <a:pt x="4970626" y="4106031"/>
                  </a:lnTo>
                  <a:lnTo>
                    <a:pt x="5049884" y="4118385"/>
                  </a:lnTo>
                  <a:lnTo>
                    <a:pt x="5117580" y="4127885"/>
                  </a:lnTo>
                  <a:lnTo>
                    <a:pt x="5171580" y="4134743"/>
                  </a:lnTo>
                  <a:lnTo>
                    <a:pt x="5210996" y="4139292"/>
                  </a:lnTo>
                  <a:lnTo>
                    <a:pt x="5236389" y="4141965"/>
                  </a:lnTo>
                  <a:lnTo>
                    <a:pt x="5249776" y="4143254"/>
                  </a:lnTo>
                  <a:lnTo>
                    <a:pt x="5254482" y="4143671"/>
                  </a:lnTo>
                  <a:lnTo>
                    <a:pt x="5254955" y="4143710"/>
                  </a:lnTo>
                  <a:lnTo>
                    <a:pt x="6726343" y="4143710"/>
                  </a:lnTo>
                  <a:lnTo>
                    <a:pt x="6727548" y="4143669"/>
                  </a:lnTo>
                  <a:lnTo>
                    <a:pt x="6735459" y="4143382"/>
                  </a:lnTo>
                  <a:lnTo>
                    <a:pt x="6755366" y="4142588"/>
                  </a:lnTo>
                  <a:lnTo>
                    <a:pt x="6790871" y="4141025"/>
                  </a:lnTo>
                  <a:lnTo>
                    <a:pt x="6843618" y="4138453"/>
                  </a:lnTo>
                  <a:lnTo>
                    <a:pt x="6913167" y="4134678"/>
                  </a:lnTo>
                  <a:lnTo>
                    <a:pt x="6997200" y="4129572"/>
                  </a:lnTo>
                  <a:lnTo>
                    <a:pt x="7092052" y="4123074"/>
                  </a:lnTo>
                  <a:lnTo>
                    <a:pt x="7193438" y="4115179"/>
                  </a:lnTo>
                  <a:lnTo>
                    <a:pt x="7297160" y="4105912"/>
                  </a:lnTo>
                  <a:lnTo>
                    <a:pt x="7399630" y="4095303"/>
                  </a:lnTo>
                  <a:lnTo>
                    <a:pt x="7498145" y="4083361"/>
                  </a:lnTo>
                  <a:lnTo>
                    <a:pt x="7590935" y="4070059"/>
                  </a:lnTo>
                  <a:lnTo>
                    <a:pt x="7677062" y="4055323"/>
                  </a:lnTo>
                  <a:lnTo>
                    <a:pt x="7756250" y="4039026"/>
                  </a:lnTo>
                  <a:lnTo>
                    <a:pt x="7828703" y="4020992"/>
                  </a:lnTo>
                  <a:lnTo>
                    <a:pt x="7894938" y="4000998"/>
                  </a:lnTo>
                  <a:lnTo>
                    <a:pt x="7955665" y="3978780"/>
                  </a:lnTo>
                  <a:lnTo>
                    <a:pt x="8011690" y="3954055"/>
                  </a:lnTo>
                  <a:lnTo>
                    <a:pt x="8063842" y="3926540"/>
                  </a:lnTo>
                  <a:lnTo>
                    <a:pt x="8112924" y="3896002"/>
                  </a:lnTo>
                  <a:lnTo>
                    <a:pt x="8151487" y="3868552"/>
                  </a:lnTo>
                  <a:lnTo>
                    <a:pt x="8196886" y="3832202"/>
                  </a:lnTo>
                  <a:lnTo>
                    <a:pt x="8240979" y="3792629"/>
                  </a:lnTo>
                  <a:lnTo>
                    <a:pt x="8284196" y="3749773"/>
                  </a:lnTo>
                  <a:lnTo>
                    <a:pt x="8326866" y="3703655"/>
                  </a:lnTo>
                  <a:lnTo>
                    <a:pt x="8369234" y="3654388"/>
                  </a:lnTo>
                  <a:lnTo>
                    <a:pt x="8411476" y="3602179"/>
                  </a:lnTo>
                  <a:lnTo>
                    <a:pt x="8453708" y="3547335"/>
                  </a:lnTo>
                  <a:lnTo>
                    <a:pt x="8495994" y="3490263"/>
                  </a:lnTo>
                  <a:lnTo>
                    <a:pt x="8538356" y="3431453"/>
                  </a:lnTo>
                  <a:lnTo>
                    <a:pt x="8580785" y="3371469"/>
                  </a:lnTo>
                  <a:lnTo>
                    <a:pt x="8623250" y="3310924"/>
                  </a:lnTo>
                  <a:lnTo>
                    <a:pt x="8665710" y="3250457"/>
                  </a:lnTo>
                  <a:lnTo>
                    <a:pt x="8708125" y="3190702"/>
                  </a:lnTo>
                  <a:lnTo>
                    <a:pt x="8750469" y="3132262"/>
                  </a:lnTo>
                  <a:lnTo>
                    <a:pt x="8792738" y="3075685"/>
                  </a:lnTo>
                  <a:lnTo>
                    <a:pt x="8834964" y="3021444"/>
                  </a:lnTo>
                  <a:lnTo>
                    <a:pt x="8877224" y="2969920"/>
                  </a:lnTo>
                  <a:lnTo>
                    <a:pt x="8919647" y="2921397"/>
                  </a:lnTo>
                  <a:lnTo>
                    <a:pt x="8962423" y="2876060"/>
                  </a:lnTo>
                  <a:lnTo>
                    <a:pt x="9005818" y="2833998"/>
                  </a:lnTo>
                  <a:lnTo>
                    <a:pt x="9050183" y="2795210"/>
                  </a:lnTo>
                  <a:lnTo>
                    <a:pt x="9084767" y="2767922"/>
                  </a:lnTo>
                  <a:lnTo>
                    <a:pt x="9131872" y="2734809"/>
                  </a:lnTo>
                  <a:lnTo>
                    <a:pt x="9181445" y="2704822"/>
                  </a:lnTo>
                  <a:lnTo>
                    <a:pt x="9234226" y="2677823"/>
                  </a:lnTo>
                  <a:lnTo>
                    <a:pt x="9291026" y="2653565"/>
                  </a:lnTo>
                  <a:lnTo>
                    <a:pt x="9352677" y="2631763"/>
                  </a:lnTo>
                  <a:lnTo>
                    <a:pt x="9419971" y="2612136"/>
                  </a:lnTo>
                  <a:lnTo>
                    <a:pt x="9493591" y="2594426"/>
                  </a:lnTo>
                  <a:lnTo>
                    <a:pt x="9574010" y="2578419"/>
                  </a:lnTo>
                  <a:lnTo>
                    <a:pt x="9661360" y="2563945"/>
                  </a:lnTo>
                  <a:lnTo>
                    <a:pt x="9755259" y="2550889"/>
                  </a:lnTo>
                  <a:lnTo>
                    <a:pt x="9854633" y="2539186"/>
                  </a:lnTo>
                  <a:lnTo>
                    <a:pt x="9957551" y="2528814"/>
                  </a:lnTo>
                  <a:lnTo>
                    <a:pt x="10061142" y="2519788"/>
                  </a:lnTo>
                  <a:lnTo>
                    <a:pt x="10161684" y="2512141"/>
                  </a:lnTo>
                  <a:lnTo>
                    <a:pt x="10254916" y="2505892"/>
                  </a:lnTo>
                  <a:lnTo>
                    <a:pt x="10336610" y="2501029"/>
                  </a:lnTo>
                  <a:lnTo>
                    <a:pt x="10403290" y="2497480"/>
                  </a:lnTo>
                  <a:lnTo>
                    <a:pt x="10452941" y="2495103"/>
                  </a:lnTo>
                  <a:lnTo>
                    <a:pt x="10485491" y="2493696"/>
                  </a:lnTo>
                  <a:lnTo>
                    <a:pt x="10502949" y="2493011"/>
                  </a:lnTo>
                  <a:lnTo>
                    <a:pt x="10509235" y="2492786"/>
                  </a:lnTo>
                  <a:lnTo>
                    <a:pt x="10509911" y="2492764"/>
                  </a:lnTo>
                  <a:lnTo>
                    <a:pt x="11981298" y="249276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8" name="pl118"/>
            <p:cNvSpPr/>
            <p:nvPr/>
          </p:nvSpPr>
          <p:spPr>
            <a:xfrm>
              <a:off x="4799595" y="6720618"/>
              <a:ext cx="11981298" cy="4143710"/>
            </a:xfrm>
            <a:custGeom>
              <a:avLst/>
              <a:pathLst>
                <a:path w="11981298" h="4143710">
                  <a:moveTo>
                    <a:pt x="11981298" y="2492764"/>
                  </a:moveTo>
                  <a:lnTo>
                    <a:pt x="10509911" y="2492764"/>
                  </a:lnTo>
                  <a:lnTo>
                    <a:pt x="10508706" y="2492804"/>
                  </a:lnTo>
                  <a:lnTo>
                    <a:pt x="10500795" y="2493092"/>
                  </a:lnTo>
                  <a:lnTo>
                    <a:pt x="10480887" y="2493886"/>
                  </a:lnTo>
                  <a:lnTo>
                    <a:pt x="10445382" y="2495449"/>
                  </a:lnTo>
                  <a:lnTo>
                    <a:pt x="10392636" y="2498021"/>
                  </a:lnTo>
                  <a:lnTo>
                    <a:pt x="10323086" y="2501796"/>
                  </a:lnTo>
                  <a:lnTo>
                    <a:pt x="10239054" y="2506902"/>
                  </a:lnTo>
                  <a:lnTo>
                    <a:pt x="10144201" y="2513399"/>
                  </a:lnTo>
                  <a:lnTo>
                    <a:pt x="10042815" y="2521295"/>
                  </a:lnTo>
                  <a:lnTo>
                    <a:pt x="9939093" y="2530562"/>
                  </a:lnTo>
                  <a:lnTo>
                    <a:pt x="9836623" y="2541171"/>
                  </a:lnTo>
                  <a:lnTo>
                    <a:pt x="9738108" y="2553113"/>
                  </a:lnTo>
                  <a:lnTo>
                    <a:pt x="9645318" y="2566414"/>
                  </a:lnTo>
                  <a:lnTo>
                    <a:pt x="9559191" y="2581151"/>
                  </a:lnTo>
                  <a:lnTo>
                    <a:pt x="9480003" y="2597447"/>
                  </a:lnTo>
                  <a:lnTo>
                    <a:pt x="9407551" y="2615481"/>
                  </a:lnTo>
                  <a:lnTo>
                    <a:pt x="9341315" y="2635476"/>
                  </a:lnTo>
                  <a:lnTo>
                    <a:pt x="9280588" y="2657693"/>
                  </a:lnTo>
                  <a:lnTo>
                    <a:pt x="9224563" y="2682419"/>
                  </a:lnTo>
                  <a:lnTo>
                    <a:pt x="9172411" y="2709934"/>
                  </a:lnTo>
                  <a:lnTo>
                    <a:pt x="9123329" y="2740471"/>
                  </a:lnTo>
                  <a:lnTo>
                    <a:pt x="9084767" y="2767922"/>
                  </a:lnTo>
                  <a:lnTo>
                    <a:pt x="9039367" y="2804272"/>
                  </a:lnTo>
                  <a:lnTo>
                    <a:pt x="8995274" y="2843845"/>
                  </a:lnTo>
                  <a:lnTo>
                    <a:pt x="8952057" y="2886701"/>
                  </a:lnTo>
                  <a:lnTo>
                    <a:pt x="8909387" y="2932818"/>
                  </a:lnTo>
                  <a:lnTo>
                    <a:pt x="8867019" y="2982086"/>
                  </a:lnTo>
                  <a:lnTo>
                    <a:pt x="8824777" y="3034295"/>
                  </a:lnTo>
                  <a:lnTo>
                    <a:pt x="8782545" y="3089138"/>
                  </a:lnTo>
                  <a:lnTo>
                    <a:pt x="8740260" y="3146211"/>
                  </a:lnTo>
                  <a:lnTo>
                    <a:pt x="8697898" y="3205021"/>
                  </a:lnTo>
                  <a:lnTo>
                    <a:pt x="8655468" y="3265005"/>
                  </a:lnTo>
                  <a:lnTo>
                    <a:pt x="8613003" y="3325549"/>
                  </a:lnTo>
                  <a:lnTo>
                    <a:pt x="8570543" y="3386017"/>
                  </a:lnTo>
                  <a:lnTo>
                    <a:pt x="8528128" y="3445772"/>
                  </a:lnTo>
                  <a:lnTo>
                    <a:pt x="8485784" y="3504212"/>
                  </a:lnTo>
                  <a:lnTo>
                    <a:pt x="8443515" y="3560789"/>
                  </a:lnTo>
                  <a:lnTo>
                    <a:pt x="8401289" y="3615030"/>
                  </a:lnTo>
                  <a:lnTo>
                    <a:pt x="8359029" y="3666554"/>
                  </a:lnTo>
                  <a:lnTo>
                    <a:pt x="8316607" y="3715076"/>
                  </a:lnTo>
                  <a:lnTo>
                    <a:pt x="8273831" y="3760413"/>
                  </a:lnTo>
                  <a:lnTo>
                    <a:pt x="8230436" y="3802476"/>
                  </a:lnTo>
                  <a:lnTo>
                    <a:pt x="8186071" y="3841263"/>
                  </a:lnTo>
                  <a:lnTo>
                    <a:pt x="8151487" y="3868552"/>
                  </a:lnTo>
                  <a:lnTo>
                    <a:pt x="8104381" y="3901664"/>
                  </a:lnTo>
                  <a:lnTo>
                    <a:pt x="8054808" y="3931651"/>
                  </a:lnTo>
                  <a:lnTo>
                    <a:pt x="8002028" y="3958651"/>
                  </a:lnTo>
                  <a:lnTo>
                    <a:pt x="7945227" y="3982909"/>
                  </a:lnTo>
                  <a:lnTo>
                    <a:pt x="7883576" y="4004710"/>
                  </a:lnTo>
                  <a:lnTo>
                    <a:pt x="7816283" y="4024338"/>
                  </a:lnTo>
                  <a:lnTo>
                    <a:pt x="7742663" y="4042048"/>
                  </a:lnTo>
                  <a:lnTo>
                    <a:pt x="7662243" y="4058055"/>
                  </a:lnTo>
                  <a:lnTo>
                    <a:pt x="7574893" y="4072528"/>
                  </a:lnTo>
                  <a:lnTo>
                    <a:pt x="7480994" y="4085584"/>
                  </a:lnTo>
                  <a:lnTo>
                    <a:pt x="7381620" y="4097288"/>
                  </a:lnTo>
                  <a:lnTo>
                    <a:pt x="7278702" y="4107660"/>
                  </a:lnTo>
                  <a:lnTo>
                    <a:pt x="7175111" y="4116685"/>
                  </a:lnTo>
                  <a:lnTo>
                    <a:pt x="7074570" y="4124333"/>
                  </a:lnTo>
                  <a:lnTo>
                    <a:pt x="6981337" y="4130581"/>
                  </a:lnTo>
                  <a:lnTo>
                    <a:pt x="6899643" y="4135444"/>
                  </a:lnTo>
                  <a:lnTo>
                    <a:pt x="6832963" y="4138994"/>
                  </a:lnTo>
                  <a:lnTo>
                    <a:pt x="6783312" y="4141370"/>
                  </a:lnTo>
                  <a:lnTo>
                    <a:pt x="6750762" y="4142778"/>
                  </a:lnTo>
                  <a:lnTo>
                    <a:pt x="6733305" y="4143463"/>
                  </a:lnTo>
                  <a:lnTo>
                    <a:pt x="6727019" y="4143687"/>
                  </a:lnTo>
                  <a:lnTo>
                    <a:pt x="6726343" y="4143710"/>
                  </a:lnTo>
                  <a:lnTo>
                    <a:pt x="5254955" y="4143710"/>
                  </a:lnTo>
                  <a:lnTo>
                    <a:pt x="5254021" y="4143632"/>
                  </a:lnTo>
                  <a:lnTo>
                    <a:pt x="5247857" y="4143077"/>
                  </a:lnTo>
                  <a:lnTo>
                    <a:pt x="5232230" y="4141545"/>
                  </a:lnTo>
                  <a:lnTo>
                    <a:pt x="5204070" y="4138525"/>
                  </a:lnTo>
                  <a:lnTo>
                    <a:pt x="5161649" y="4133533"/>
                  </a:lnTo>
                  <a:lnTo>
                    <a:pt x="5104712" y="4126154"/>
                  </a:lnTo>
                  <a:lnTo>
                    <a:pt x="5034428" y="4116080"/>
                  </a:lnTo>
                  <a:lnTo>
                    <a:pt x="4953139" y="4103124"/>
                  </a:lnTo>
                  <a:lnTo>
                    <a:pt x="4863934" y="4087213"/>
                  </a:lnTo>
                  <a:lnTo>
                    <a:pt x="4770162" y="4068361"/>
                  </a:lnTo>
                  <a:lnTo>
                    <a:pt x="4674994" y="4046625"/>
                  </a:lnTo>
                  <a:lnTo>
                    <a:pt x="4581122" y="4022060"/>
                  </a:lnTo>
                  <a:lnTo>
                    <a:pt x="4490598" y="3994683"/>
                  </a:lnTo>
                  <a:lnTo>
                    <a:pt x="4404809" y="3964444"/>
                  </a:lnTo>
                  <a:lnTo>
                    <a:pt x="4324548" y="3931211"/>
                  </a:lnTo>
                  <a:lnTo>
                    <a:pt x="4250114" y="3894759"/>
                  </a:lnTo>
                  <a:lnTo>
                    <a:pt x="4181442" y="3854775"/>
                  </a:lnTo>
                  <a:lnTo>
                    <a:pt x="4118205" y="3810856"/>
                  </a:lnTo>
                  <a:lnTo>
                    <a:pt x="4059909" y="3762527"/>
                  </a:lnTo>
                  <a:lnTo>
                    <a:pt x="4005965" y="3709253"/>
                  </a:lnTo>
                  <a:lnTo>
                    <a:pt x="3955737" y="3650475"/>
                  </a:lnTo>
                  <a:lnTo>
                    <a:pt x="3908588" y="3585664"/>
                  </a:lnTo>
                  <a:lnTo>
                    <a:pt x="3863905" y="3514405"/>
                  </a:lnTo>
                  <a:lnTo>
                    <a:pt x="3829811" y="3453091"/>
                  </a:lnTo>
                  <a:lnTo>
                    <a:pt x="3797715" y="3389741"/>
                  </a:lnTo>
                  <a:lnTo>
                    <a:pt x="3766336" y="3322422"/>
                  </a:lnTo>
                  <a:lnTo>
                    <a:pt x="3735508" y="3251054"/>
                  </a:lnTo>
                  <a:lnTo>
                    <a:pt x="3705091" y="3175603"/>
                  </a:lnTo>
                  <a:lnTo>
                    <a:pt x="3674971" y="3096083"/>
                  </a:lnTo>
                  <a:lnTo>
                    <a:pt x="3645052" y="3012563"/>
                  </a:lnTo>
                  <a:lnTo>
                    <a:pt x="3615260" y="2925172"/>
                  </a:lnTo>
                  <a:lnTo>
                    <a:pt x="3585533" y="2834098"/>
                  </a:lnTo>
                  <a:lnTo>
                    <a:pt x="3555829" y="2739590"/>
                  </a:lnTo>
                  <a:lnTo>
                    <a:pt x="3526116" y="2641959"/>
                  </a:lnTo>
                  <a:lnTo>
                    <a:pt x="3496374" y="2541575"/>
                  </a:lnTo>
                  <a:lnTo>
                    <a:pt x="3466595" y="2438858"/>
                  </a:lnTo>
                  <a:lnTo>
                    <a:pt x="3436778" y="2334280"/>
                  </a:lnTo>
                  <a:lnTo>
                    <a:pt x="3406930" y="2228348"/>
                  </a:lnTo>
                  <a:lnTo>
                    <a:pt x="3377060" y="2121601"/>
                  </a:lnTo>
                  <a:lnTo>
                    <a:pt x="3347183" y="2014593"/>
                  </a:lnTo>
                  <a:lnTo>
                    <a:pt x="3317315" y="1907885"/>
                  </a:lnTo>
                  <a:lnTo>
                    <a:pt x="3287468" y="1802031"/>
                  </a:lnTo>
                  <a:lnTo>
                    <a:pt x="3257653" y="1697568"/>
                  </a:lnTo>
                  <a:lnTo>
                    <a:pt x="3227877" y="1595000"/>
                  </a:lnTo>
                  <a:lnTo>
                    <a:pt x="3198138" y="1494795"/>
                  </a:lnTo>
                  <a:lnTo>
                    <a:pt x="3168426" y="1397373"/>
                  </a:lnTo>
                  <a:lnTo>
                    <a:pt x="3138722" y="1303097"/>
                  </a:lnTo>
                  <a:lnTo>
                    <a:pt x="3108992" y="1212274"/>
                  </a:lnTo>
                  <a:lnTo>
                    <a:pt x="3079192" y="1125150"/>
                  </a:lnTo>
                  <a:lnTo>
                    <a:pt x="3049262" y="1041908"/>
                  </a:lnTo>
                  <a:lnTo>
                    <a:pt x="3019125" y="962672"/>
                  </a:lnTo>
                  <a:lnTo>
                    <a:pt x="2988683" y="887507"/>
                  </a:lnTo>
                  <a:lnTo>
                    <a:pt x="2957821" y="816426"/>
                  </a:lnTo>
                  <a:lnTo>
                    <a:pt x="2926398" y="749389"/>
                  </a:lnTo>
                  <a:lnTo>
                    <a:pt x="2896531" y="690618"/>
                  </a:lnTo>
                  <a:lnTo>
                    <a:pt x="2853414" y="614097"/>
                  </a:lnTo>
                  <a:lnTo>
                    <a:pt x="2808271" y="544189"/>
                  </a:lnTo>
                  <a:lnTo>
                    <a:pt x="2760539" y="480660"/>
                  </a:lnTo>
                  <a:lnTo>
                    <a:pt x="2709599" y="423060"/>
                  </a:lnTo>
                  <a:lnTo>
                    <a:pt x="2654811" y="370849"/>
                  </a:lnTo>
                  <a:lnTo>
                    <a:pt x="2595544" y="323469"/>
                  </a:lnTo>
                  <a:lnTo>
                    <a:pt x="2531224" y="280397"/>
                  </a:lnTo>
                  <a:lnTo>
                    <a:pt x="2461385" y="241170"/>
                  </a:lnTo>
                  <a:lnTo>
                    <a:pt x="2385747" y="205404"/>
                  </a:lnTo>
                  <a:lnTo>
                    <a:pt x="2304309" y="172802"/>
                  </a:lnTo>
                  <a:lnTo>
                    <a:pt x="2217463" y="143160"/>
                  </a:lnTo>
                  <a:lnTo>
                    <a:pt x="2126115" y="116363"/>
                  </a:lnTo>
                  <a:lnTo>
                    <a:pt x="2031787" y="92377"/>
                  </a:lnTo>
                  <a:lnTo>
                    <a:pt x="1936667" y="71230"/>
                  </a:lnTo>
                  <a:lnTo>
                    <a:pt x="1843564" y="52980"/>
                  </a:lnTo>
                  <a:lnTo>
                    <a:pt x="1755716" y="37678"/>
                  </a:lnTo>
                  <a:lnTo>
                    <a:pt x="1676458" y="25324"/>
                  </a:lnTo>
                  <a:lnTo>
                    <a:pt x="1608763" y="15824"/>
                  </a:lnTo>
                  <a:lnTo>
                    <a:pt x="1554762" y="8966"/>
                  </a:lnTo>
                  <a:lnTo>
                    <a:pt x="1515346" y="4417"/>
                  </a:lnTo>
                  <a:lnTo>
                    <a:pt x="1489954" y="1744"/>
                  </a:lnTo>
                  <a:lnTo>
                    <a:pt x="1476566" y="455"/>
                  </a:lnTo>
                  <a:lnTo>
                    <a:pt x="1471860" y="38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9" name="pg119"/>
            <p:cNvSpPr/>
            <p:nvPr/>
          </p:nvSpPr>
          <p:spPr>
            <a:xfrm>
              <a:off x="4799595" y="6728791"/>
              <a:ext cx="11981298" cy="4470630"/>
            </a:xfrm>
            <a:custGeom>
              <a:avLst/>
              <a:pathLst>
                <a:path w="11981298" h="4470630">
                  <a:moveTo>
                    <a:pt x="0" y="16345"/>
                  </a:moveTo>
                  <a:lnTo>
                    <a:pt x="1471387" y="16345"/>
                  </a:lnTo>
                  <a:lnTo>
                    <a:pt x="1472319" y="16424"/>
                  </a:lnTo>
                  <a:lnTo>
                    <a:pt x="1478470" y="16982"/>
                  </a:lnTo>
                  <a:lnTo>
                    <a:pt x="1494066" y="18523"/>
                  </a:lnTo>
                  <a:lnTo>
                    <a:pt x="1522171" y="21560"/>
                  </a:lnTo>
                  <a:lnTo>
                    <a:pt x="1564514" y="26581"/>
                  </a:lnTo>
                  <a:lnTo>
                    <a:pt x="1621354" y="34002"/>
                  </a:lnTo>
                  <a:lnTo>
                    <a:pt x="1691530" y="44135"/>
                  </a:lnTo>
                  <a:lnTo>
                    <a:pt x="1772709" y="57168"/>
                  </a:lnTo>
                  <a:lnTo>
                    <a:pt x="1861811" y="73174"/>
                  </a:lnTo>
                  <a:lnTo>
                    <a:pt x="1955497" y="92141"/>
                  </a:lnTo>
                  <a:lnTo>
                    <a:pt x="2050596" y="114011"/>
                  </a:lnTo>
                  <a:lnTo>
                    <a:pt x="2144420" y="138728"/>
                  </a:lnTo>
                  <a:lnTo>
                    <a:pt x="2234917" y="166276"/>
                  </a:lnTo>
                  <a:lnTo>
                    <a:pt x="2320695" y="196703"/>
                  </a:lnTo>
                  <a:lnTo>
                    <a:pt x="2400958" y="230142"/>
                  </a:lnTo>
                  <a:lnTo>
                    <a:pt x="2475403" y="266817"/>
                  </a:lnTo>
                  <a:lnTo>
                    <a:pt x="2544093" y="307043"/>
                  </a:lnTo>
                  <a:lnTo>
                    <a:pt x="2607351" y="351224"/>
                  </a:lnTo>
                  <a:lnTo>
                    <a:pt x="2665666" y="399837"/>
                  </a:lnTo>
                  <a:lnTo>
                    <a:pt x="2719628" y="453419"/>
                  </a:lnTo>
                  <a:lnTo>
                    <a:pt x="2769870" y="512531"/>
                  </a:lnTo>
                  <a:lnTo>
                    <a:pt x="2817028" y="577709"/>
                  </a:lnTo>
                  <a:lnTo>
                    <a:pt x="2861714" y="649371"/>
                  </a:lnTo>
                  <a:lnTo>
                    <a:pt x="2896531" y="712413"/>
                  </a:lnTo>
                  <a:lnTo>
                    <a:pt x="2928516" y="776031"/>
                  </a:lnTo>
                  <a:lnTo>
                    <a:pt x="2959787" y="843621"/>
                  </a:lnTo>
                  <a:lnTo>
                    <a:pt x="2990511" y="915262"/>
                  </a:lnTo>
                  <a:lnTo>
                    <a:pt x="3020824" y="990990"/>
                  </a:lnTo>
                  <a:lnTo>
                    <a:pt x="3050842" y="1070791"/>
                  </a:lnTo>
                  <a:lnTo>
                    <a:pt x="3080659" y="1154596"/>
                  </a:lnTo>
                  <a:lnTo>
                    <a:pt x="3110349" y="1242279"/>
                  </a:lnTo>
                  <a:lnTo>
                    <a:pt x="3139972" y="1333653"/>
                  </a:lnTo>
                  <a:lnTo>
                    <a:pt x="3169571" y="1428472"/>
                  </a:lnTo>
                  <a:lnTo>
                    <a:pt x="3199179" y="1526427"/>
                  </a:lnTo>
                  <a:lnTo>
                    <a:pt x="3228815" y="1627153"/>
                  </a:lnTo>
                  <a:lnTo>
                    <a:pt x="3258487" y="1730229"/>
                  </a:lnTo>
                  <a:lnTo>
                    <a:pt x="3288197" y="1835189"/>
                  </a:lnTo>
                  <a:lnTo>
                    <a:pt x="3317940" y="1941528"/>
                  </a:lnTo>
                  <a:lnTo>
                    <a:pt x="3347703" y="2048710"/>
                  </a:lnTo>
                  <a:lnTo>
                    <a:pt x="3377475" y="2156183"/>
                  </a:lnTo>
                  <a:lnTo>
                    <a:pt x="3407239" y="2263387"/>
                  </a:lnTo>
                  <a:lnTo>
                    <a:pt x="3436982" y="2369768"/>
                  </a:lnTo>
                  <a:lnTo>
                    <a:pt x="3466694" y="2474792"/>
                  </a:lnTo>
                  <a:lnTo>
                    <a:pt x="3496368" y="2577951"/>
                  </a:lnTo>
                  <a:lnTo>
                    <a:pt x="3526005" y="2678777"/>
                  </a:lnTo>
                  <a:lnTo>
                    <a:pt x="3555613" y="2776848"/>
                  </a:lnTo>
                  <a:lnTo>
                    <a:pt x="3585213" y="2871795"/>
                  </a:lnTo>
                  <a:lnTo>
                    <a:pt x="3614834" y="2963310"/>
                  </a:lnTo>
                  <a:lnTo>
                    <a:pt x="3644521" y="3051141"/>
                  </a:lnTo>
                  <a:lnTo>
                    <a:pt x="3674331" y="3135100"/>
                  </a:lnTo>
                  <a:lnTo>
                    <a:pt x="3704339" y="3215059"/>
                  </a:lnTo>
                  <a:lnTo>
                    <a:pt x="3734639" y="3290947"/>
                  </a:lnTo>
                  <a:lnTo>
                    <a:pt x="3765344" y="3362748"/>
                  </a:lnTo>
                  <a:lnTo>
                    <a:pt x="3796591" y="3430495"/>
                  </a:lnTo>
                  <a:lnTo>
                    <a:pt x="3828545" y="3494266"/>
                  </a:lnTo>
                  <a:lnTo>
                    <a:pt x="3829811" y="3496681"/>
                  </a:lnTo>
                  <a:lnTo>
                    <a:pt x="3872896" y="3573752"/>
                  </a:lnTo>
                  <a:lnTo>
                    <a:pt x="3918004" y="3644168"/>
                  </a:lnTo>
                  <a:lnTo>
                    <a:pt x="3965697" y="3708164"/>
                  </a:lnTo>
                  <a:lnTo>
                    <a:pt x="4016591" y="3766190"/>
                  </a:lnTo>
                  <a:lnTo>
                    <a:pt x="4071327" y="3818792"/>
                  </a:lnTo>
                  <a:lnTo>
                    <a:pt x="4130532" y="3866529"/>
                  </a:lnTo>
                  <a:lnTo>
                    <a:pt x="4194781" y="3909929"/>
                  </a:lnTo>
                  <a:lnTo>
                    <a:pt x="4264538" y="3949457"/>
                  </a:lnTo>
                  <a:lnTo>
                    <a:pt x="4340086" y="3985500"/>
                  </a:lnTo>
                  <a:lnTo>
                    <a:pt x="4421426" y="4018356"/>
                  </a:lnTo>
                  <a:lnTo>
                    <a:pt x="4508172" y="4048232"/>
                  </a:lnTo>
                  <a:lnTo>
                    <a:pt x="4599422" y="4075245"/>
                  </a:lnTo>
                  <a:lnTo>
                    <a:pt x="4693665" y="4099428"/>
                  </a:lnTo>
                  <a:lnTo>
                    <a:pt x="4788721" y="4120755"/>
                  </a:lnTo>
                  <a:lnTo>
                    <a:pt x="4881794" y="4139167"/>
                  </a:lnTo>
                  <a:lnTo>
                    <a:pt x="4969656" y="4154611"/>
                  </a:lnTo>
                  <a:lnTo>
                    <a:pt x="5048978" y="4167088"/>
                  </a:lnTo>
                  <a:lnTo>
                    <a:pt x="5116786" y="4176691"/>
                  </a:lnTo>
                  <a:lnTo>
                    <a:pt x="5170940" y="4183632"/>
                  </a:lnTo>
                  <a:lnTo>
                    <a:pt x="5210531" y="4188244"/>
                  </a:lnTo>
                  <a:lnTo>
                    <a:pt x="5236101" y="4190960"/>
                  </a:lnTo>
                  <a:lnTo>
                    <a:pt x="5249642" y="4192276"/>
                  </a:lnTo>
                  <a:lnTo>
                    <a:pt x="5254453" y="4192706"/>
                  </a:lnTo>
                  <a:lnTo>
                    <a:pt x="5254955" y="4192748"/>
                  </a:lnTo>
                  <a:lnTo>
                    <a:pt x="6726343" y="4192748"/>
                  </a:lnTo>
                  <a:lnTo>
                    <a:pt x="6727579" y="4192755"/>
                  </a:lnTo>
                  <a:lnTo>
                    <a:pt x="6735695" y="4192804"/>
                  </a:lnTo>
                  <a:lnTo>
                    <a:pt x="6756101" y="4192942"/>
                  </a:lnTo>
                  <a:lnTo>
                    <a:pt x="6792454" y="4193212"/>
                  </a:lnTo>
                  <a:lnTo>
                    <a:pt x="6846374" y="4193656"/>
                  </a:lnTo>
                  <a:lnTo>
                    <a:pt x="6917328" y="4194308"/>
                  </a:lnTo>
                  <a:lnTo>
                    <a:pt x="7002852" y="4195189"/>
                  </a:lnTo>
                  <a:lnTo>
                    <a:pt x="7099126" y="4196308"/>
                  </a:lnTo>
                  <a:lnTo>
                    <a:pt x="7201736" y="4197667"/>
                  </a:lnTo>
                  <a:lnTo>
                    <a:pt x="7306403" y="4199260"/>
                  </a:lnTo>
                  <a:lnTo>
                    <a:pt x="7409513" y="4201083"/>
                  </a:lnTo>
                  <a:lnTo>
                    <a:pt x="7508380" y="4203134"/>
                  </a:lnTo>
                  <a:lnTo>
                    <a:pt x="7601281" y="4205419"/>
                  </a:lnTo>
                  <a:lnTo>
                    <a:pt x="7687336" y="4207952"/>
                  </a:lnTo>
                  <a:lnTo>
                    <a:pt x="7766332" y="4210756"/>
                  </a:lnTo>
                  <a:lnTo>
                    <a:pt x="7838527" y="4213862"/>
                  </a:lnTo>
                  <a:lnTo>
                    <a:pt x="7904488" y="4217311"/>
                  </a:lnTo>
                  <a:lnTo>
                    <a:pt x="7964962" y="4221147"/>
                  </a:lnTo>
                  <a:lnTo>
                    <a:pt x="8020784" y="4225421"/>
                  </a:lnTo>
                  <a:lnTo>
                    <a:pt x="8072806" y="4230180"/>
                  </a:lnTo>
                  <a:lnTo>
                    <a:pt x="8121843" y="4235463"/>
                  </a:lnTo>
                  <a:lnTo>
                    <a:pt x="8151487" y="4239061"/>
                  </a:lnTo>
                  <a:lnTo>
                    <a:pt x="8207193" y="4246673"/>
                  </a:lnTo>
                  <a:lnTo>
                    <a:pt x="8261077" y="4255112"/>
                  </a:lnTo>
                  <a:lnTo>
                    <a:pt x="8313874" y="4264388"/>
                  </a:lnTo>
                  <a:lnTo>
                    <a:pt x="8366107" y="4274478"/>
                  </a:lnTo>
                  <a:lnTo>
                    <a:pt x="8418129" y="4285323"/>
                  </a:lnTo>
                  <a:lnTo>
                    <a:pt x="8470152" y="4296825"/>
                  </a:lnTo>
                  <a:lnTo>
                    <a:pt x="8522274" y="4308848"/>
                  </a:lnTo>
                  <a:lnTo>
                    <a:pt x="8574507" y="4321227"/>
                  </a:lnTo>
                  <a:lnTo>
                    <a:pt x="8626801" y="4333772"/>
                  </a:lnTo>
                  <a:lnTo>
                    <a:pt x="8679083" y="4346285"/>
                  </a:lnTo>
                  <a:lnTo>
                    <a:pt x="8731282" y="4358566"/>
                  </a:lnTo>
                  <a:lnTo>
                    <a:pt x="8783366" y="4370433"/>
                  </a:lnTo>
                  <a:lnTo>
                    <a:pt x="8835373" y="4381730"/>
                  </a:lnTo>
                  <a:lnTo>
                    <a:pt x="8887435" y="4392334"/>
                  </a:lnTo>
                  <a:lnTo>
                    <a:pt x="8939808" y="4402159"/>
                  </a:lnTo>
                  <a:lnTo>
                    <a:pt x="8992899" y="4411158"/>
                  </a:lnTo>
                  <a:lnTo>
                    <a:pt x="9047294" y="4419320"/>
                  </a:lnTo>
                  <a:lnTo>
                    <a:pt x="9084767" y="4424316"/>
                  </a:lnTo>
                  <a:lnTo>
                    <a:pt x="9132303" y="4429937"/>
                  </a:lnTo>
                  <a:lnTo>
                    <a:pt x="9182357" y="4435022"/>
                  </a:lnTo>
                  <a:lnTo>
                    <a:pt x="9235691" y="4439596"/>
                  </a:lnTo>
                  <a:lnTo>
                    <a:pt x="9293139" y="4443702"/>
                  </a:lnTo>
                  <a:lnTo>
                    <a:pt x="9355554" y="4447389"/>
                  </a:lnTo>
                  <a:lnTo>
                    <a:pt x="9423748" y="4450705"/>
                  </a:lnTo>
                  <a:lnTo>
                    <a:pt x="9498413" y="4453695"/>
                  </a:lnTo>
                  <a:lnTo>
                    <a:pt x="9580019" y="4456395"/>
                  </a:lnTo>
                  <a:lnTo>
                    <a:pt x="9668670" y="4458834"/>
                  </a:lnTo>
                  <a:lnTo>
                    <a:pt x="9763928" y="4461031"/>
                  </a:lnTo>
                  <a:lnTo>
                    <a:pt x="9864620" y="4462997"/>
                  </a:lnTo>
                  <a:lnTo>
                    <a:pt x="9968674" y="4464735"/>
                  </a:lnTo>
                  <a:lnTo>
                    <a:pt x="10073043" y="4466242"/>
                  </a:lnTo>
                  <a:lnTo>
                    <a:pt x="10173823" y="4467513"/>
                  </a:lnTo>
                  <a:lnTo>
                    <a:pt x="10266610" y="4468543"/>
                  </a:lnTo>
                  <a:lnTo>
                    <a:pt x="10347117" y="4469337"/>
                  </a:lnTo>
                  <a:lnTo>
                    <a:pt x="10411945" y="4469908"/>
                  </a:lnTo>
                  <a:lnTo>
                    <a:pt x="10459296" y="4470284"/>
                  </a:lnTo>
                  <a:lnTo>
                    <a:pt x="10489429" y="4470500"/>
                  </a:lnTo>
                  <a:lnTo>
                    <a:pt x="10504750" y="4470599"/>
                  </a:lnTo>
                  <a:lnTo>
                    <a:pt x="10509596" y="4470628"/>
                  </a:lnTo>
                  <a:lnTo>
                    <a:pt x="10509911" y="4470630"/>
                  </a:lnTo>
                  <a:lnTo>
                    <a:pt x="11981298" y="4470630"/>
                  </a:lnTo>
                  <a:lnTo>
                    <a:pt x="11981298" y="4454284"/>
                  </a:lnTo>
                  <a:lnTo>
                    <a:pt x="10509911" y="4454284"/>
                  </a:lnTo>
                  <a:lnTo>
                    <a:pt x="10508674" y="4454277"/>
                  </a:lnTo>
                  <a:lnTo>
                    <a:pt x="10500558" y="4454227"/>
                  </a:lnTo>
                  <a:lnTo>
                    <a:pt x="10480152" y="4454090"/>
                  </a:lnTo>
                  <a:lnTo>
                    <a:pt x="10443799" y="4453819"/>
                  </a:lnTo>
                  <a:lnTo>
                    <a:pt x="10389879" y="4453375"/>
                  </a:lnTo>
                  <a:lnTo>
                    <a:pt x="10318925" y="4452723"/>
                  </a:lnTo>
                  <a:lnTo>
                    <a:pt x="10233401" y="4451843"/>
                  </a:lnTo>
                  <a:lnTo>
                    <a:pt x="10137127" y="4450723"/>
                  </a:lnTo>
                  <a:lnTo>
                    <a:pt x="10034517" y="4449365"/>
                  </a:lnTo>
                  <a:lnTo>
                    <a:pt x="9929850" y="4447771"/>
                  </a:lnTo>
                  <a:lnTo>
                    <a:pt x="9826740" y="4445949"/>
                  </a:lnTo>
                  <a:lnTo>
                    <a:pt x="9727873" y="4443897"/>
                  </a:lnTo>
                  <a:lnTo>
                    <a:pt x="9634973" y="4441612"/>
                  </a:lnTo>
                  <a:lnTo>
                    <a:pt x="9548917" y="4439079"/>
                  </a:lnTo>
                  <a:lnTo>
                    <a:pt x="9469921" y="4436275"/>
                  </a:lnTo>
                  <a:lnTo>
                    <a:pt x="9397726" y="4433169"/>
                  </a:lnTo>
                  <a:lnTo>
                    <a:pt x="9331766" y="4429721"/>
                  </a:lnTo>
                  <a:lnTo>
                    <a:pt x="9271291" y="4425884"/>
                  </a:lnTo>
                  <a:lnTo>
                    <a:pt x="9215469" y="4421610"/>
                  </a:lnTo>
                  <a:lnTo>
                    <a:pt x="9163447" y="4416851"/>
                  </a:lnTo>
                  <a:lnTo>
                    <a:pt x="9114411" y="4411568"/>
                  </a:lnTo>
                  <a:lnTo>
                    <a:pt x="9084767" y="4407970"/>
                  </a:lnTo>
                  <a:lnTo>
                    <a:pt x="9029060" y="4400358"/>
                  </a:lnTo>
                  <a:lnTo>
                    <a:pt x="8975176" y="4391920"/>
                  </a:lnTo>
                  <a:lnTo>
                    <a:pt x="8922379" y="4382644"/>
                  </a:lnTo>
                  <a:lnTo>
                    <a:pt x="8870146" y="4372553"/>
                  </a:lnTo>
                  <a:lnTo>
                    <a:pt x="8818124" y="4361708"/>
                  </a:lnTo>
                  <a:lnTo>
                    <a:pt x="8766101" y="4350207"/>
                  </a:lnTo>
                  <a:lnTo>
                    <a:pt x="8713979" y="4338183"/>
                  </a:lnTo>
                  <a:lnTo>
                    <a:pt x="8661747" y="4325804"/>
                  </a:lnTo>
                  <a:lnTo>
                    <a:pt x="8609452" y="4313259"/>
                  </a:lnTo>
                  <a:lnTo>
                    <a:pt x="8557170" y="4300747"/>
                  </a:lnTo>
                  <a:lnTo>
                    <a:pt x="8504971" y="4288466"/>
                  </a:lnTo>
                  <a:lnTo>
                    <a:pt x="8452887" y="4276598"/>
                  </a:lnTo>
                  <a:lnTo>
                    <a:pt x="8400880" y="4265301"/>
                  </a:lnTo>
                  <a:lnTo>
                    <a:pt x="8348818" y="4254698"/>
                  </a:lnTo>
                  <a:lnTo>
                    <a:pt x="8296445" y="4244873"/>
                  </a:lnTo>
                  <a:lnTo>
                    <a:pt x="8243355" y="4235873"/>
                  </a:lnTo>
                  <a:lnTo>
                    <a:pt x="8188959" y="4227712"/>
                  </a:lnTo>
                  <a:lnTo>
                    <a:pt x="8151487" y="4222715"/>
                  </a:lnTo>
                  <a:lnTo>
                    <a:pt x="8103950" y="4217095"/>
                  </a:lnTo>
                  <a:lnTo>
                    <a:pt x="8053897" y="4212009"/>
                  </a:lnTo>
                  <a:lnTo>
                    <a:pt x="8000563" y="4207435"/>
                  </a:lnTo>
                  <a:lnTo>
                    <a:pt x="7943114" y="4203329"/>
                  </a:lnTo>
                  <a:lnTo>
                    <a:pt x="7880699" y="4199643"/>
                  </a:lnTo>
                  <a:lnTo>
                    <a:pt x="7812506" y="4196326"/>
                  </a:lnTo>
                  <a:lnTo>
                    <a:pt x="7737841" y="4193337"/>
                  </a:lnTo>
                  <a:lnTo>
                    <a:pt x="7656234" y="4190637"/>
                  </a:lnTo>
                  <a:lnTo>
                    <a:pt x="7567583" y="4188197"/>
                  </a:lnTo>
                  <a:lnTo>
                    <a:pt x="7472325" y="4186000"/>
                  </a:lnTo>
                  <a:lnTo>
                    <a:pt x="7371633" y="4184034"/>
                  </a:lnTo>
                  <a:lnTo>
                    <a:pt x="7267580" y="4182296"/>
                  </a:lnTo>
                  <a:lnTo>
                    <a:pt x="7163210" y="4180789"/>
                  </a:lnTo>
                  <a:lnTo>
                    <a:pt x="7062430" y="4179519"/>
                  </a:lnTo>
                  <a:lnTo>
                    <a:pt x="6969644" y="4178488"/>
                  </a:lnTo>
                  <a:lnTo>
                    <a:pt x="6889136" y="4177694"/>
                  </a:lnTo>
                  <a:lnTo>
                    <a:pt x="6824308" y="4177123"/>
                  </a:lnTo>
                  <a:lnTo>
                    <a:pt x="6776957" y="4176747"/>
                  </a:lnTo>
                  <a:lnTo>
                    <a:pt x="6746824" y="4176532"/>
                  </a:lnTo>
                  <a:lnTo>
                    <a:pt x="6731504" y="4176432"/>
                  </a:lnTo>
                  <a:lnTo>
                    <a:pt x="6726657" y="4176403"/>
                  </a:lnTo>
                  <a:lnTo>
                    <a:pt x="6726343" y="4176402"/>
                  </a:lnTo>
                  <a:lnTo>
                    <a:pt x="5254955" y="4176402"/>
                  </a:lnTo>
                  <a:lnTo>
                    <a:pt x="5254023" y="4176323"/>
                  </a:lnTo>
                  <a:lnTo>
                    <a:pt x="5247872" y="4175765"/>
                  </a:lnTo>
                  <a:lnTo>
                    <a:pt x="5232277" y="4174224"/>
                  </a:lnTo>
                  <a:lnTo>
                    <a:pt x="5204171" y="4171187"/>
                  </a:lnTo>
                  <a:lnTo>
                    <a:pt x="5161828" y="4166166"/>
                  </a:lnTo>
                  <a:lnTo>
                    <a:pt x="5104988" y="4158745"/>
                  </a:lnTo>
                  <a:lnTo>
                    <a:pt x="5034812" y="4148613"/>
                  </a:lnTo>
                  <a:lnTo>
                    <a:pt x="4953634" y="4135579"/>
                  </a:lnTo>
                  <a:lnTo>
                    <a:pt x="4864531" y="4119573"/>
                  </a:lnTo>
                  <a:lnTo>
                    <a:pt x="4770846" y="4100606"/>
                  </a:lnTo>
                  <a:lnTo>
                    <a:pt x="4675746" y="4078736"/>
                  </a:lnTo>
                  <a:lnTo>
                    <a:pt x="4581922" y="4054019"/>
                  </a:lnTo>
                  <a:lnTo>
                    <a:pt x="4491425" y="4026471"/>
                  </a:lnTo>
                  <a:lnTo>
                    <a:pt x="4405648" y="3996044"/>
                  </a:lnTo>
                  <a:lnTo>
                    <a:pt x="4325384" y="3962605"/>
                  </a:lnTo>
                  <a:lnTo>
                    <a:pt x="4250939" y="3925930"/>
                  </a:lnTo>
                  <a:lnTo>
                    <a:pt x="4182249" y="3885704"/>
                  </a:lnTo>
                  <a:lnTo>
                    <a:pt x="4118992" y="3841524"/>
                  </a:lnTo>
                  <a:lnTo>
                    <a:pt x="4060676" y="3792911"/>
                  </a:lnTo>
                  <a:lnTo>
                    <a:pt x="4006714" y="3739328"/>
                  </a:lnTo>
                  <a:lnTo>
                    <a:pt x="3956472" y="3680216"/>
                  </a:lnTo>
                  <a:lnTo>
                    <a:pt x="3909314" y="3615039"/>
                  </a:lnTo>
                  <a:lnTo>
                    <a:pt x="3864628" y="3543376"/>
                  </a:lnTo>
                  <a:lnTo>
                    <a:pt x="3829811" y="3480335"/>
                  </a:lnTo>
                  <a:lnTo>
                    <a:pt x="3797826" y="3416716"/>
                  </a:lnTo>
                  <a:lnTo>
                    <a:pt x="3766555" y="3349127"/>
                  </a:lnTo>
                  <a:lnTo>
                    <a:pt x="3735831" y="3277485"/>
                  </a:lnTo>
                  <a:lnTo>
                    <a:pt x="3705518" y="3201757"/>
                  </a:lnTo>
                  <a:lnTo>
                    <a:pt x="3675500" y="3121956"/>
                  </a:lnTo>
                  <a:lnTo>
                    <a:pt x="3645683" y="3038151"/>
                  </a:lnTo>
                  <a:lnTo>
                    <a:pt x="3615993" y="2950468"/>
                  </a:lnTo>
                  <a:lnTo>
                    <a:pt x="3586371" y="2859094"/>
                  </a:lnTo>
                  <a:lnTo>
                    <a:pt x="3556771" y="2764275"/>
                  </a:lnTo>
                  <a:lnTo>
                    <a:pt x="3527163" y="2666320"/>
                  </a:lnTo>
                  <a:lnTo>
                    <a:pt x="3497527" y="2565594"/>
                  </a:lnTo>
                  <a:lnTo>
                    <a:pt x="3467855" y="2462518"/>
                  </a:lnTo>
                  <a:lnTo>
                    <a:pt x="3438145" y="2357558"/>
                  </a:lnTo>
                  <a:lnTo>
                    <a:pt x="3408402" y="2251219"/>
                  </a:lnTo>
                  <a:lnTo>
                    <a:pt x="3378639" y="2144037"/>
                  </a:lnTo>
                  <a:lnTo>
                    <a:pt x="3348867" y="2036565"/>
                  </a:lnTo>
                  <a:lnTo>
                    <a:pt x="3319103" y="1929361"/>
                  </a:lnTo>
                  <a:lnTo>
                    <a:pt x="3289360" y="1822979"/>
                  </a:lnTo>
                  <a:lnTo>
                    <a:pt x="3259648" y="1717955"/>
                  </a:lnTo>
                  <a:lnTo>
                    <a:pt x="3229974" y="1614796"/>
                  </a:lnTo>
                  <a:lnTo>
                    <a:pt x="3200337" y="1513970"/>
                  </a:lnTo>
                  <a:lnTo>
                    <a:pt x="3170729" y="1415900"/>
                  </a:lnTo>
                  <a:lnTo>
                    <a:pt x="3141129" y="1320952"/>
                  </a:lnTo>
                  <a:lnTo>
                    <a:pt x="3111508" y="1229438"/>
                  </a:lnTo>
                  <a:lnTo>
                    <a:pt x="3081822" y="1141606"/>
                  </a:lnTo>
                  <a:lnTo>
                    <a:pt x="3052012" y="1057647"/>
                  </a:lnTo>
                  <a:lnTo>
                    <a:pt x="3022003" y="977688"/>
                  </a:lnTo>
                  <a:lnTo>
                    <a:pt x="2991703" y="901800"/>
                  </a:lnTo>
                  <a:lnTo>
                    <a:pt x="2960998" y="829999"/>
                  </a:lnTo>
                  <a:lnTo>
                    <a:pt x="2929751" y="762253"/>
                  </a:lnTo>
                  <a:lnTo>
                    <a:pt x="2897797" y="698481"/>
                  </a:lnTo>
                  <a:lnTo>
                    <a:pt x="2896531" y="696067"/>
                  </a:lnTo>
                  <a:lnTo>
                    <a:pt x="2853446" y="618995"/>
                  </a:lnTo>
                  <a:lnTo>
                    <a:pt x="2808338" y="548579"/>
                  </a:lnTo>
                  <a:lnTo>
                    <a:pt x="2760645" y="484583"/>
                  </a:lnTo>
                  <a:lnTo>
                    <a:pt x="2709751" y="426557"/>
                  </a:lnTo>
                  <a:lnTo>
                    <a:pt x="2655015" y="373955"/>
                  </a:lnTo>
                  <a:lnTo>
                    <a:pt x="2595810" y="326218"/>
                  </a:lnTo>
                  <a:lnTo>
                    <a:pt x="2531561" y="282818"/>
                  </a:lnTo>
                  <a:lnTo>
                    <a:pt x="2461804" y="243291"/>
                  </a:lnTo>
                  <a:lnTo>
                    <a:pt x="2386257" y="207248"/>
                  </a:lnTo>
                  <a:lnTo>
                    <a:pt x="2304916" y="174391"/>
                  </a:lnTo>
                  <a:lnTo>
                    <a:pt x="2218171" y="144515"/>
                  </a:lnTo>
                  <a:lnTo>
                    <a:pt x="2126920" y="117503"/>
                  </a:lnTo>
                  <a:lnTo>
                    <a:pt x="2032677" y="93319"/>
                  </a:lnTo>
                  <a:lnTo>
                    <a:pt x="1937621" y="71992"/>
                  </a:lnTo>
                  <a:lnTo>
                    <a:pt x="1844548" y="53581"/>
                  </a:lnTo>
                  <a:lnTo>
                    <a:pt x="1756686" y="38136"/>
                  </a:lnTo>
                  <a:lnTo>
                    <a:pt x="1677364" y="25659"/>
                  </a:lnTo>
                  <a:lnTo>
                    <a:pt x="1609556" y="16056"/>
                  </a:lnTo>
                  <a:lnTo>
                    <a:pt x="1555403" y="9115"/>
                  </a:lnTo>
                  <a:lnTo>
                    <a:pt x="1515811" y="4503"/>
                  </a:lnTo>
                  <a:lnTo>
                    <a:pt x="1490241" y="1787"/>
                  </a:lnTo>
                  <a:lnTo>
                    <a:pt x="1476700" y="471"/>
                  </a:lnTo>
                  <a:lnTo>
                    <a:pt x="1471890" y="41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20" name="pl120"/>
            <p:cNvSpPr/>
            <p:nvPr/>
          </p:nvSpPr>
          <p:spPr>
            <a:xfrm>
              <a:off x="4799595" y="6745137"/>
              <a:ext cx="11981298" cy="4454284"/>
            </a:xfrm>
            <a:custGeom>
              <a:avLst/>
              <a:pathLst>
                <a:path w="11981298" h="4454284">
                  <a:moveTo>
                    <a:pt x="0" y="0"/>
                  </a:moveTo>
                  <a:lnTo>
                    <a:pt x="1471387" y="0"/>
                  </a:lnTo>
                  <a:lnTo>
                    <a:pt x="1472319" y="78"/>
                  </a:lnTo>
                  <a:lnTo>
                    <a:pt x="1478470" y="636"/>
                  </a:lnTo>
                  <a:lnTo>
                    <a:pt x="1494066" y="2177"/>
                  </a:lnTo>
                  <a:lnTo>
                    <a:pt x="1522171" y="5214"/>
                  </a:lnTo>
                  <a:lnTo>
                    <a:pt x="1564514" y="10235"/>
                  </a:lnTo>
                  <a:lnTo>
                    <a:pt x="1621354" y="17656"/>
                  </a:lnTo>
                  <a:lnTo>
                    <a:pt x="1691530" y="27789"/>
                  </a:lnTo>
                  <a:lnTo>
                    <a:pt x="1772709" y="40822"/>
                  </a:lnTo>
                  <a:lnTo>
                    <a:pt x="1861811" y="56828"/>
                  </a:lnTo>
                  <a:lnTo>
                    <a:pt x="1955497" y="75795"/>
                  </a:lnTo>
                  <a:lnTo>
                    <a:pt x="2050596" y="97665"/>
                  </a:lnTo>
                  <a:lnTo>
                    <a:pt x="2144420" y="122382"/>
                  </a:lnTo>
                  <a:lnTo>
                    <a:pt x="2234917" y="149930"/>
                  </a:lnTo>
                  <a:lnTo>
                    <a:pt x="2320695" y="180357"/>
                  </a:lnTo>
                  <a:lnTo>
                    <a:pt x="2400958" y="213796"/>
                  </a:lnTo>
                  <a:lnTo>
                    <a:pt x="2475403" y="250471"/>
                  </a:lnTo>
                  <a:lnTo>
                    <a:pt x="2544093" y="290697"/>
                  </a:lnTo>
                  <a:lnTo>
                    <a:pt x="2607351" y="334878"/>
                  </a:lnTo>
                  <a:lnTo>
                    <a:pt x="2665666" y="383491"/>
                  </a:lnTo>
                  <a:lnTo>
                    <a:pt x="2719628" y="437073"/>
                  </a:lnTo>
                  <a:lnTo>
                    <a:pt x="2769870" y="496185"/>
                  </a:lnTo>
                  <a:lnTo>
                    <a:pt x="2817028" y="561363"/>
                  </a:lnTo>
                  <a:lnTo>
                    <a:pt x="2861714" y="633025"/>
                  </a:lnTo>
                  <a:lnTo>
                    <a:pt x="2896531" y="696067"/>
                  </a:lnTo>
                  <a:lnTo>
                    <a:pt x="2928516" y="759685"/>
                  </a:lnTo>
                  <a:lnTo>
                    <a:pt x="2959787" y="827275"/>
                  </a:lnTo>
                  <a:lnTo>
                    <a:pt x="2990511" y="898916"/>
                  </a:lnTo>
                  <a:lnTo>
                    <a:pt x="3020824" y="974644"/>
                  </a:lnTo>
                  <a:lnTo>
                    <a:pt x="3050842" y="1054445"/>
                  </a:lnTo>
                  <a:lnTo>
                    <a:pt x="3080659" y="1138250"/>
                  </a:lnTo>
                  <a:lnTo>
                    <a:pt x="3110349" y="1225933"/>
                  </a:lnTo>
                  <a:lnTo>
                    <a:pt x="3139972" y="1317307"/>
                  </a:lnTo>
                  <a:lnTo>
                    <a:pt x="3169571" y="1412126"/>
                  </a:lnTo>
                  <a:lnTo>
                    <a:pt x="3199179" y="1510081"/>
                  </a:lnTo>
                  <a:lnTo>
                    <a:pt x="3228815" y="1610807"/>
                  </a:lnTo>
                  <a:lnTo>
                    <a:pt x="3258487" y="1713883"/>
                  </a:lnTo>
                  <a:lnTo>
                    <a:pt x="3288197" y="1818843"/>
                  </a:lnTo>
                  <a:lnTo>
                    <a:pt x="3317940" y="1925182"/>
                  </a:lnTo>
                  <a:lnTo>
                    <a:pt x="3347703" y="2032364"/>
                  </a:lnTo>
                  <a:lnTo>
                    <a:pt x="3377475" y="2139837"/>
                  </a:lnTo>
                  <a:lnTo>
                    <a:pt x="3407239" y="2247041"/>
                  </a:lnTo>
                  <a:lnTo>
                    <a:pt x="3436982" y="2353422"/>
                  </a:lnTo>
                  <a:lnTo>
                    <a:pt x="3466694" y="2458446"/>
                  </a:lnTo>
                  <a:lnTo>
                    <a:pt x="3496368" y="2561605"/>
                  </a:lnTo>
                  <a:lnTo>
                    <a:pt x="3526005" y="2662431"/>
                  </a:lnTo>
                  <a:lnTo>
                    <a:pt x="3555613" y="2760502"/>
                  </a:lnTo>
                  <a:lnTo>
                    <a:pt x="3585213" y="2855449"/>
                  </a:lnTo>
                  <a:lnTo>
                    <a:pt x="3614834" y="2946964"/>
                  </a:lnTo>
                  <a:lnTo>
                    <a:pt x="3644521" y="3034795"/>
                  </a:lnTo>
                  <a:lnTo>
                    <a:pt x="3674331" y="3118754"/>
                  </a:lnTo>
                  <a:lnTo>
                    <a:pt x="3704339" y="3198713"/>
                  </a:lnTo>
                  <a:lnTo>
                    <a:pt x="3734639" y="3274601"/>
                  </a:lnTo>
                  <a:lnTo>
                    <a:pt x="3765344" y="3346402"/>
                  </a:lnTo>
                  <a:lnTo>
                    <a:pt x="3796591" y="3414149"/>
                  </a:lnTo>
                  <a:lnTo>
                    <a:pt x="3828545" y="3477920"/>
                  </a:lnTo>
                  <a:lnTo>
                    <a:pt x="3829811" y="3480335"/>
                  </a:lnTo>
                  <a:lnTo>
                    <a:pt x="3872896" y="3557406"/>
                  </a:lnTo>
                  <a:lnTo>
                    <a:pt x="3918004" y="3627822"/>
                  </a:lnTo>
                  <a:lnTo>
                    <a:pt x="3965697" y="3691818"/>
                  </a:lnTo>
                  <a:lnTo>
                    <a:pt x="4016591" y="3749844"/>
                  </a:lnTo>
                  <a:lnTo>
                    <a:pt x="4071327" y="3802446"/>
                  </a:lnTo>
                  <a:lnTo>
                    <a:pt x="4130532" y="3850183"/>
                  </a:lnTo>
                  <a:lnTo>
                    <a:pt x="4194781" y="3893583"/>
                  </a:lnTo>
                  <a:lnTo>
                    <a:pt x="4264538" y="3933111"/>
                  </a:lnTo>
                  <a:lnTo>
                    <a:pt x="4340086" y="3969154"/>
                  </a:lnTo>
                  <a:lnTo>
                    <a:pt x="4421426" y="4002010"/>
                  </a:lnTo>
                  <a:lnTo>
                    <a:pt x="4508172" y="4031886"/>
                  </a:lnTo>
                  <a:lnTo>
                    <a:pt x="4599422" y="4058899"/>
                  </a:lnTo>
                  <a:lnTo>
                    <a:pt x="4693665" y="4083082"/>
                  </a:lnTo>
                  <a:lnTo>
                    <a:pt x="4788721" y="4104409"/>
                  </a:lnTo>
                  <a:lnTo>
                    <a:pt x="4881794" y="4122821"/>
                  </a:lnTo>
                  <a:lnTo>
                    <a:pt x="4969656" y="4138265"/>
                  </a:lnTo>
                  <a:lnTo>
                    <a:pt x="5048978" y="4150742"/>
                  </a:lnTo>
                  <a:lnTo>
                    <a:pt x="5116786" y="4160345"/>
                  </a:lnTo>
                  <a:lnTo>
                    <a:pt x="5170940" y="4167286"/>
                  </a:lnTo>
                  <a:lnTo>
                    <a:pt x="5210531" y="4171898"/>
                  </a:lnTo>
                  <a:lnTo>
                    <a:pt x="5236101" y="4174614"/>
                  </a:lnTo>
                  <a:lnTo>
                    <a:pt x="5249642" y="4175930"/>
                  </a:lnTo>
                  <a:lnTo>
                    <a:pt x="5254453" y="4176360"/>
                  </a:lnTo>
                  <a:lnTo>
                    <a:pt x="5254955" y="4176402"/>
                  </a:lnTo>
                  <a:lnTo>
                    <a:pt x="6726343" y="4176402"/>
                  </a:lnTo>
                  <a:lnTo>
                    <a:pt x="6727579" y="4176409"/>
                  </a:lnTo>
                  <a:lnTo>
                    <a:pt x="6735695" y="4176458"/>
                  </a:lnTo>
                  <a:lnTo>
                    <a:pt x="6756101" y="4176596"/>
                  </a:lnTo>
                  <a:lnTo>
                    <a:pt x="6792454" y="4176866"/>
                  </a:lnTo>
                  <a:lnTo>
                    <a:pt x="6846374" y="4177310"/>
                  </a:lnTo>
                  <a:lnTo>
                    <a:pt x="6917328" y="4177962"/>
                  </a:lnTo>
                  <a:lnTo>
                    <a:pt x="7002852" y="4178843"/>
                  </a:lnTo>
                  <a:lnTo>
                    <a:pt x="7099126" y="4179962"/>
                  </a:lnTo>
                  <a:lnTo>
                    <a:pt x="7201736" y="4181321"/>
                  </a:lnTo>
                  <a:lnTo>
                    <a:pt x="7306403" y="4182914"/>
                  </a:lnTo>
                  <a:lnTo>
                    <a:pt x="7409513" y="4184737"/>
                  </a:lnTo>
                  <a:lnTo>
                    <a:pt x="7508380" y="4186788"/>
                  </a:lnTo>
                  <a:lnTo>
                    <a:pt x="7601281" y="4189073"/>
                  </a:lnTo>
                  <a:lnTo>
                    <a:pt x="7687336" y="4191606"/>
                  </a:lnTo>
                  <a:lnTo>
                    <a:pt x="7766332" y="4194410"/>
                  </a:lnTo>
                  <a:lnTo>
                    <a:pt x="7838527" y="4197516"/>
                  </a:lnTo>
                  <a:lnTo>
                    <a:pt x="7904488" y="4200965"/>
                  </a:lnTo>
                  <a:lnTo>
                    <a:pt x="7964962" y="4204801"/>
                  </a:lnTo>
                  <a:lnTo>
                    <a:pt x="8020784" y="4209075"/>
                  </a:lnTo>
                  <a:lnTo>
                    <a:pt x="8072806" y="4213834"/>
                  </a:lnTo>
                  <a:lnTo>
                    <a:pt x="8121843" y="4219117"/>
                  </a:lnTo>
                  <a:lnTo>
                    <a:pt x="8151487" y="4222715"/>
                  </a:lnTo>
                  <a:lnTo>
                    <a:pt x="8207193" y="4230327"/>
                  </a:lnTo>
                  <a:lnTo>
                    <a:pt x="8261077" y="4238766"/>
                  </a:lnTo>
                  <a:lnTo>
                    <a:pt x="8313874" y="4248042"/>
                  </a:lnTo>
                  <a:lnTo>
                    <a:pt x="8366107" y="4258132"/>
                  </a:lnTo>
                  <a:lnTo>
                    <a:pt x="8418129" y="4268977"/>
                  </a:lnTo>
                  <a:lnTo>
                    <a:pt x="8470152" y="4280479"/>
                  </a:lnTo>
                  <a:lnTo>
                    <a:pt x="8522274" y="4292502"/>
                  </a:lnTo>
                  <a:lnTo>
                    <a:pt x="8574507" y="4304881"/>
                  </a:lnTo>
                  <a:lnTo>
                    <a:pt x="8626801" y="4317426"/>
                  </a:lnTo>
                  <a:lnTo>
                    <a:pt x="8679083" y="4329939"/>
                  </a:lnTo>
                  <a:lnTo>
                    <a:pt x="8731282" y="4342220"/>
                  </a:lnTo>
                  <a:lnTo>
                    <a:pt x="8783366" y="4354087"/>
                  </a:lnTo>
                  <a:lnTo>
                    <a:pt x="8835373" y="4365384"/>
                  </a:lnTo>
                  <a:lnTo>
                    <a:pt x="8887435" y="4375988"/>
                  </a:lnTo>
                  <a:lnTo>
                    <a:pt x="8939808" y="4385813"/>
                  </a:lnTo>
                  <a:lnTo>
                    <a:pt x="8992899" y="4394812"/>
                  </a:lnTo>
                  <a:lnTo>
                    <a:pt x="9047294" y="4402974"/>
                  </a:lnTo>
                  <a:lnTo>
                    <a:pt x="9084767" y="4407970"/>
                  </a:lnTo>
                  <a:lnTo>
                    <a:pt x="9132303" y="4413591"/>
                  </a:lnTo>
                  <a:lnTo>
                    <a:pt x="9182357" y="4418676"/>
                  </a:lnTo>
                  <a:lnTo>
                    <a:pt x="9235691" y="4423250"/>
                  </a:lnTo>
                  <a:lnTo>
                    <a:pt x="9293139" y="4427356"/>
                  </a:lnTo>
                  <a:lnTo>
                    <a:pt x="9355554" y="4431043"/>
                  </a:lnTo>
                  <a:lnTo>
                    <a:pt x="9423748" y="4434359"/>
                  </a:lnTo>
                  <a:lnTo>
                    <a:pt x="9498413" y="4437349"/>
                  </a:lnTo>
                  <a:lnTo>
                    <a:pt x="9580019" y="4440049"/>
                  </a:lnTo>
                  <a:lnTo>
                    <a:pt x="9668670" y="4442488"/>
                  </a:lnTo>
                  <a:lnTo>
                    <a:pt x="9763928" y="4444685"/>
                  </a:lnTo>
                  <a:lnTo>
                    <a:pt x="9864620" y="4446651"/>
                  </a:lnTo>
                  <a:lnTo>
                    <a:pt x="9968674" y="4448389"/>
                  </a:lnTo>
                  <a:lnTo>
                    <a:pt x="10073043" y="4449896"/>
                  </a:lnTo>
                  <a:lnTo>
                    <a:pt x="10173823" y="4451167"/>
                  </a:lnTo>
                  <a:lnTo>
                    <a:pt x="10266610" y="4452197"/>
                  </a:lnTo>
                  <a:lnTo>
                    <a:pt x="10347117" y="4452991"/>
                  </a:lnTo>
                  <a:lnTo>
                    <a:pt x="10411945" y="4453562"/>
                  </a:lnTo>
                  <a:lnTo>
                    <a:pt x="10459296" y="4453938"/>
                  </a:lnTo>
                  <a:lnTo>
                    <a:pt x="10489429" y="4454154"/>
                  </a:lnTo>
                  <a:lnTo>
                    <a:pt x="10504750" y="4454253"/>
                  </a:lnTo>
                  <a:lnTo>
                    <a:pt x="10509596" y="4454282"/>
                  </a:lnTo>
                  <a:lnTo>
                    <a:pt x="10509911" y="4454284"/>
                  </a:lnTo>
                  <a:lnTo>
                    <a:pt x="11981298" y="445428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1" name="pl121"/>
            <p:cNvSpPr/>
            <p:nvPr/>
          </p:nvSpPr>
          <p:spPr>
            <a:xfrm>
              <a:off x="4799595" y="6728791"/>
              <a:ext cx="11981298" cy="4454284"/>
            </a:xfrm>
            <a:custGeom>
              <a:avLst/>
              <a:pathLst>
                <a:path w="11981298" h="4454284">
                  <a:moveTo>
                    <a:pt x="11981298" y="4454284"/>
                  </a:moveTo>
                  <a:lnTo>
                    <a:pt x="10509911" y="4454284"/>
                  </a:lnTo>
                  <a:lnTo>
                    <a:pt x="10508674" y="4454277"/>
                  </a:lnTo>
                  <a:lnTo>
                    <a:pt x="10500558" y="4454227"/>
                  </a:lnTo>
                  <a:lnTo>
                    <a:pt x="10480152" y="4454090"/>
                  </a:lnTo>
                  <a:lnTo>
                    <a:pt x="10443799" y="4453819"/>
                  </a:lnTo>
                  <a:lnTo>
                    <a:pt x="10389879" y="4453375"/>
                  </a:lnTo>
                  <a:lnTo>
                    <a:pt x="10318925" y="4452723"/>
                  </a:lnTo>
                  <a:lnTo>
                    <a:pt x="10233401" y="4451843"/>
                  </a:lnTo>
                  <a:lnTo>
                    <a:pt x="10137127" y="4450723"/>
                  </a:lnTo>
                  <a:lnTo>
                    <a:pt x="10034517" y="4449365"/>
                  </a:lnTo>
                  <a:lnTo>
                    <a:pt x="9929850" y="4447771"/>
                  </a:lnTo>
                  <a:lnTo>
                    <a:pt x="9826740" y="4445949"/>
                  </a:lnTo>
                  <a:lnTo>
                    <a:pt x="9727873" y="4443897"/>
                  </a:lnTo>
                  <a:lnTo>
                    <a:pt x="9634973" y="4441612"/>
                  </a:lnTo>
                  <a:lnTo>
                    <a:pt x="9548917" y="4439079"/>
                  </a:lnTo>
                  <a:lnTo>
                    <a:pt x="9469921" y="4436275"/>
                  </a:lnTo>
                  <a:lnTo>
                    <a:pt x="9397726" y="4433169"/>
                  </a:lnTo>
                  <a:lnTo>
                    <a:pt x="9331766" y="4429721"/>
                  </a:lnTo>
                  <a:lnTo>
                    <a:pt x="9271291" y="4425884"/>
                  </a:lnTo>
                  <a:lnTo>
                    <a:pt x="9215469" y="4421610"/>
                  </a:lnTo>
                  <a:lnTo>
                    <a:pt x="9163447" y="4416851"/>
                  </a:lnTo>
                  <a:lnTo>
                    <a:pt x="9114411" y="4411568"/>
                  </a:lnTo>
                  <a:lnTo>
                    <a:pt x="9084767" y="4407970"/>
                  </a:lnTo>
                  <a:lnTo>
                    <a:pt x="9029060" y="4400358"/>
                  </a:lnTo>
                  <a:lnTo>
                    <a:pt x="8975176" y="4391920"/>
                  </a:lnTo>
                  <a:lnTo>
                    <a:pt x="8922379" y="4382644"/>
                  </a:lnTo>
                  <a:lnTo>
                    <a:pt x="8870146" y="4372553"/>
                  </a:lnTo>
                  <a:lnTo>
                    <a:pt x="8818124" y="4361708"/>
                  </a:lnTo>
                  <a:lnTo>
                    <a:pt x="8766101" y="4350207"/>
                  </a:lnTo>
                  <a:lnTo>
                    <a:pt x="8713979" y="4338183"/>
                  </a:lnTo>
                  <a:lnTo>
                    <a:pt x="8661747" y="4325804"/>
                  </a:lnTo>
                  <a:lnTo>
                    <a:pt x="8609452" y="4313259"/>
                  </a:lnTo>
                  <a:lnTo>
                    <a:pt x="8557170" y="4300747"/>
                  </a:lnTo>
                  <a:lnTo>
                    <a:pt x="8504971" y="4288466"/>
                  </a:lnTo>
                  <a:lnTo>
                    <a:pt x="8452887" y="4276598"/>
                  </a:lnTo>
                  <a:lnTo>
                    <a:pt x="8400880" y="4265301"/>
                  </a:lnTo>
                  <a:lnTo>
                    <a:pt x="8348818" y="4254698"/>
                  </a:lnTo>
                  <a:lnTo>
                    <a:pt x="8296445" y="4244873"/>
                  </a:lnTo>
                  <a:lnTo>
                    <a:pt x="8243355" y="4235873"/>
                  </a:lnTo>
                  <a:lnTo>
                    <a:pt x="8188959" y="4227712"/>
                  </a:lnTo>
                  <a:lnTo>
                    <a:pt x="8151487" y="4222715"/>
                  </a:lnTo>
                  <a:lnTo>
                    <a:pt x="8103950" y="4217095"/>
                  </a:lnTo>
                  <a:lnTo>
                    <a:pt x="8053897" y="4212009"/>
                  </a:lnTo>
                  <a:lnTo>
                    <a:pt x="8000563" y="4207435"/>
                  </a:lnTo>
                  <a:lnTo>
                    <a:pt x="7943114" y="4203329"/>
                  </a:lnTo>
                  <a:lnTo>
                    <a:pt x="7880699" y="4199643"/>
                  </a:lnTo>
                  <a:lnTo>
                    <a:pt x="7812506" y="4196326"/>
                  </a:lnTo>
                  <a:lnTo>
                    <a:pt x="7737841" y="4193337"/>
                  </a:lnTo>
                  <a:lnTo>
                    <a:pt x="7656234" y="4190637"/>
                  </a:lnTo>
                  <a:lnTo>
                    <a:pt x="7567583" y="4188197"/>
                  </a:lnTo>
                  <a:lnTo>
                    <a:pt x="7472325" y="4186000"/>
                  </a:lnTo>
                  <a:lnTo>
                    <a:pt x="7371633" y="4184034"/>
                  </a:lnTo>
                  <a:lnTo>
                    <a:pt x="7267580" y="4182296"/>
                  </a:lnTo>
                  <a:lnTo>
                    <a:pt x="7163210" y="4180789"/>
                  </a:lnTo>
                  <a:lnTo>
                    <a:pt x="7062430" y="4179519"/>
                  </a:lnTo>
                  <a:lnTo>
                    <a:pt x="6969644" y="4178488"/>
                  </a:lnTo>
                  <a:lnTo>
                    <a:pt x="6889136" y="4177694"/>
                  </a:lnTo>
                  <a:lnTo>
                    <a:pt x="6824308" y="4177123"/>
                  </a:lnTo>
                  <a:lnTo>
                    <a:pt x="6776957" y="4176747"/>
                  </a:lnTo>
                  <a:lnTo>
                    <a:pt x="6746824" y="4176532"/>
                  </a:lnTo>
                  <a:lnTo>
                    <a:pt x="6731504" y="4176432"/>
                  </a:lnTo>
                  <a:lnTo>
                    <a:pt x="6726657" y="4176403"/>
                  </a:lnTo>
                  <a:lnTo>
                    <a:pt x="6726343" y="4176402"/>
                  </a:lnTo>
                  <a:lnTo>
                    <a:pt x="5254955" y="4176402"/>
                  </a:lnTo>
                  <a:lnTo>
                    <a:pt x="5254023" y="4176323"/>
                  </a:lnTo>
                  <a:lnTo>
                    <a:pt x="5247872" y="4175765"/>
                  </a:lnTo>
                  <a:lnTo>
                    <a:pt x="5232277" y="4174224"/>
                  </a:lnTo>
                  <a:lnTo>
                    <a:pt x="5204171" y="4171187"/>
                  </a:lnTo>
                  <a:lnTo>
                    <a:pt x="5161828" y="4166166"/>
                  </a:lnTo>
                  <a:lnTo>
                    <a:pt x="5104988" y="4158745"/>
                  </a:lnTo>
                  <a:lnTo>
                    <a:pt x="5034812" y="4148613"/>
                  </a:lnTo>
                  <a:lnTo>
                    <a:pt x="4953634" y="4135579"/>
                  </a:lnTo>
                  <a:lnTo>
                    <a:pt x="4864531" y="4119573"/>
                  </a:lnTo>
                  <a:lnTo>
                    <a:pt x="4770846" y="4100606"/>
                  </a:lnTo>
                  <a:lnTo>
                    <a:pt x="4675746" y="4078736"/>
                  </a:lnTo>
                  <a:lnTo>
                    <a:pt x="4581922" y="4054019"/>
                  </a:lnTo>
                  <a:lnTo>
                    <a:pt x="4491425" y="4026471"/>
                  </a:lnTo>
                  <a:lnTo>
                    <a:pt x="4405648" y="3996044"/>
                  </a:lnTo>
                  <a:lnTo>
                    <a:pt x="4325384" y="3962605"/>
                  </a:lnTo>
                  <a:lnTo>
                    <a:pt x="4250939" y="3925930"/>
                  </a:lnTo>
                  <a:lnTo>
                    <a:pt x="4182249" y="3885704"/>
                  </a:lnTo>
                  <a:lnTo>
                    <a:pt x="4118992" y="3841524"/>
                  </a:lnTo>
                  <a:lnTo>
                    <a:pt x="4060676" y="3792911"/>
                  </a:lnTo>
                  <a:lnTo>
                    <a:pt x="4006714" y="3739328"/>
                  </a:lnTo>
                  <a:lnTo>
                    <a:pt x="3956472" y="3680216"/>
                  </a:lnTo>
                  <a:lnTo>
                    <a:pt x="3909314" y="3615039"/>
                  </a:lnTo>
                  <a:lnTo>
                    <a:pt x="3864628" y="3543376"/>
                  </a:lnTo>
                  <a:lnTo>
                    <a:pt x="3829811" y="3480335"/>
                  </a:lnTo>
                  <a:lnTo>
                    <a:pt x="3797826" y="3416716"/>
                  </a:lnTo>
                  <a:lnTo>
                    <a:pt x="3766555" y="3349127"/>
                  </a:lnTo>
                  <a:lnTo>
                    <a:pt x="3735831" y="3277485"/>
                  </a:lnTo>
                  <a:lnTo>
                    <a:pt x="3705518" y="3201757"/>
                  </a:lnTo>
                  <a:lnTo>
                    <a:pt x="3675500" y="3121956"/>
                  </a:lnTo>
                  <a:lnTo>
                    <a:pt x="3645683" y="3038151"/>
                  </a:lnTo>
                  <a:lnTo>
                    <a:pt x="3615993" y="2950468"/>
                  </a:lnTo>
                  <a:lnTo>
                    <a:pt x="3586371" y="2859094"/>
                  </a:lnTo>
                  <a:lnTo>
                    <a:pt x="3556771" y="2764275"/>
                  </a:lnTo>
                  <a:lnTo>
                    <a:pt x="3527163" y="2666320"/>
                  </a:lnTo>
                  <a:lnTo>
                    <a:pt x="3497527" y="2565594"/>
                  </a:lnTo>
                  <a:lnTo>
                    <a:pt x="3467855" y="2462518"/>
                  </a:lnTo>
                  <a:lnTo>
                    <a:pt x="3438145" y="2357558"/>
                  </a:lnTo>
                  <a:lnTo>
                    <a:pt x="3408402" y="2251219"/>
                  </a:lnTo>
                  <a:lnTo>
                    <a:pt x="3378639" y="2144037"/>
                  </a:lnTo>
                  <a:lnTo>
                    <a:pt x="3348867" y="2036565"/>
                  </a:lnTo>
                  <a:lnTo>
                    <a:pt x="3319103" y="1929361"/>
                  </a:lnTo>
                  <a:lnTo>
                    <a:pt x="3289360" y="1822979"/>
                  </a:lnTo>
                  <a:lnTo>
                    <a:pt x="3259648" y="1717955"/>
                  </a:lnTo>
                  <a:lnTo>
                    <a:pt x="3229974" y="1614796"/>
                  </a:lnTo>
                  <a:lnTo>
                    <a:pt x="3200337" y="1513970"/>
                  </a:lnTo>
                  <a:lnTo>
                    <a:pt x="3170729" y="1415900"/>
                  </a:lnTo>
                  <a:lnTo>
                    <a:pt x="3141129" y="1320952"/>
                  </a:lnTo>
                  <a:lnTo>
                    <a:pt x="3111508" y="1229438"/>
                  </a:lnTo>
                  <a:lnTo>
                    <a:pt x="3081822" y="1141606"/>
                  </a:lnTo>
                  <a:lnTo>
                    <a:pt x="3052012" y="1057647"/>
                  </a:lnTo>
                  <a:lnTo>
                    <a:pt x="3022003" y="977688"/>
                  </a:lnTo>
                  <a:lnTo>
                    <a:pt x="2991703" y="901800"/>
                  </a:lnTo>
                  <a:lnTo>
                    <a:pt x="2960998" y="829999"/>
                  </a:lnTo>
                  <a:lnTo>
                    <a:pt x="2929751" y="762253"/>
                  </a:lnTo>
                  <a:lnTo>
                    <a:pt x="2897797" y="698481"/>
                  </a:lnTo>
                  <a:lnTo>
                    <a:pt x="2896531" y="696067"/>
                  </a:lnTo>
                  <a:lnTo>
                    <a:pt x="2853446" y="618995"/>
                  </a:lnTo>
                  <a:lnTo>
                    <a:pt x="2808338" y="548579"/>
                  </a:lnTo>
                  <a:lnTo>
                    <a:pt x="2760645" y="484583"/>
                  </a:lnTo>
                  <a:lnTo>
                    <a:pt x="2709751" y="426557"/>
                  </a:lnTo>
                  <a:lnTo>
                    <a:pt x="2655015" y="373955"/>
                  </a:lnTo>
                  <a:lnTo>
                    <a:pt x="2595810" y="326218"/>
                  </a:lnTo>
                  <a:lnTo>
                    <a:pt x="2531561" y="282818"/>
                  </a:lnTo>
                  <a:lnTo>
                    <a:pt x="2461804" y="243291"/>
                  </a:lnTo>
                  <a:lnTo>
                    <a:pt x="2386257" y="207248"/>
                  </a:lnTo>
                  <a:lnTo>
                    <a:pt x="2304916" y="174391"/>
                  </a:lnTo>
                  <a:lnTo>
                    <a:pt x="2218171" y="144515"/>
                  </a:lnTo>
                  <a:lnTo>
                    <a:pt x="2126920" y="117503"/>
                  </a:lnTo>
                  <a:lnTo>
                    <a:pt x="2032677" y="93319"/>
                  </a:lnTo>
                  <a:lnTo>
                    <a:pt x="1937621" y="71992"/>
                  </a:lnTo>
                  <a:lnTo>
                    <a:pt x="1844548" y="53581"/>
                  </a:lnTo>
                  <a:lnTo>
                    <a:pt x="1756686" y="38136"/>
                  </a:lnTo>
                  <a:lnTo>
                    <a:pt x="1677364" y="25659"/>
                  </a:lnTo>
                  <a:lnTo>
                    <a:pt x="1609556" y="16056"/>
                  </a:lnTo>
                  <a:lnTo>
                    <a:pt x="1555403" y="9115"/>
                  </a:lnTo>
                  <a:lnTo>
                    <a:pt x="1515811" y="4503"/>
                  </a:lnTo>
                  <a:lnTo>
                    <a:pt x="1490241" y="1787"/>
                  </a:lnTo>
                  <a:lnTo>
                    <a:pt x="1476700" y="471"/>
                  </a:lnTo>
                  <a:lnTo>
                    <a:pt x="1471890" y="41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2" name="pg122"/>
            <p:cNvSpPr/>
            <p:nvPr/>
          </p:nvSpPr>
          <p:spPr>
            <a:xfrm>
              <a:off x="4799595" y="2748541"/>
              <a:ext cx="11981298" cy="3122085"/>
            </a:xfrm>
            <a:custGeom>
              <a:avLst/>
              <a:pathLst>
                <a:path w="11981298" h="3122085">
                  <a:moveTo>
                    <a:pt x="0" y="1438447"/>
                  </a:moveTo>
                  <a:lnTo>
                    <a:pt x="1471387" y="1438447"/>
                  </a:lnTo>
                  <a:lnTo>
                    <a:pt x="1472591" y="1438488"/>
                  </a:lnTo>
                  <a:lnTo>
                    <a:pt x="1480494" y="1438781"/>
                  </a:lnTo>
                  <a:lnTo>
                    <a:pt x="1500381" y="1439590"/>
                  </a:lnTo>
                  <a:lnTo>
                    <a:pt x="1535852" y="1441182"/>
                  </a:lnTo>
                  <a:lnTo>
                    <a:pt x="1588552" y="1443802"/>
                  </a:lnTo>
                  <a:lnTo>
                    <a:pt x="1658045" y="1447648"/>
                  </a:lnTo>
                  <a:lnTo>
                    <a:pt x="1742018" y="1452850"/>
                  </a:lnTo>
                  <a:lnTo>
                    <a:pt x="1836812" y="1459470"/>
                  </a:lnTo>
                  <a:lnTo>
                    <a:pt x="1938149" y="1467514"/>
                  </a:lnTo>
                  <a:lnTo>
                    <a:pt x="2041832" y="1476957"/>
                  </a:lnTo>
                  <a:lnTo>
                    <a:pt x="2144276" y="1487767"/>
                  </a:lnTo>
                  <a:lnTo>
                    <a:pt x="2242776" y="1499935"/>
                  </a:lnTo>
                  <a:lnTo>
                    <a:pt x="2335561" y="1513489"/>
                  </a:lnTo>
                  <a:lnTo>
                    <a:pt x="2421691" y="1528505"/>
                  </a:lnTo>
                  <a:lnTo>
                    <a:pt x="2500887" y="1545109"/>
                  </a:lnTo>
                  <a:lnTo>
                    <a:pt x="2573349" y="1563483"/>
                  </a:lnTo>
                  <a:lnTo>
                    <a:pt x="2639595" y="1583854"/>
                  </a:lnTo>
                  <a:lnTo>
                    <a:pt x="2700333" y="1606488"/>
                  </a:lnTo>
                  <a:lnTo>
                    <a:pt x="2756366" y="1631676"/>
                  </a:lnTo>
                  <a:lnTo>
                    <a:pt x="2808524" y="1659706"/>
                  </a:lnTo>
                  <a:lnTo>
                    <a:pt x="2857608" y="1690813"/>
                  </a:lnTo>
                  <a:lnTo>
                    <a:pt x="2896531" y="1719053"/>
                  </a:lnTo>
                  <a:lnTo>
                    <a:pt x="2941674" y="1755902"/>
                  </a:lnTo>
                  <a:lnTo>
                    <a:pt x="2985524" y="1795999"/>
                  </a:lnTo>
                  <a:lnTo>
                    <a:pt x="3028503" y="1839405"/>
                  </a:lnTo>
                  <a:lnTo>
                    <a:pt x="3070936" y="1886100"/>
                  </a:lnTo>
                  <a:lnTo>
                    <a:pt x="3113066" y="1935975"/>
                  </a:lnTo>
                  <a:lnTo>
                    <a:pt x="3155068" y="1988823"/>
                  </a:lnTo>
                  <a:lnTo>
                    <a:pt x="3197057" y="2044339"/>
                  </a:lnTo>
                  <a:lnTo>
                    <a:pt x="3239097" y="2102121"/>
                  </a:lnTo>
                  <a:lnTo>
                    <a:pt x="3281212" y="2161679"/>
                  </a:lnTo>
                  <a:lnTo>
                    <a:pt x="3323395" y="2222451"/>
                  </a:lnTo>
                  <a:lnTo>
                    <a:pt x="3365616" y="2283825"/>
                  </a:lnTo>
                  <a:lnTo>
                    <a:pt x="3407834" y="2345161"/>
                  </a:lnTo>
                  <a:lnTo>
                    <a:pt x="3450011" y="2405823"/>
                  </a:lnTo>
                  <a:lnTo>
                    <a:pt x="3492117" y="2465203"/>
                  </a:lnTo>
                  <a:lnTo>
                    <a:pt x="3534149" y="2522746"/>
                  </a:lnTo>
                  <a:lnTo>
                    <a:pt x="3576135" y="2577972"/>
                  </a:lnTo>
                  <a:lnTo>
                    <a:pt x="3618145" y="2630489"/>
                  </a:lnTo>
                  <a:lnTo>
                    <a:pt x="3660300" y="2680005"/>
                  </a:lnTo>
                  <a:lnTo>
                    <a:pt x="3702783" y="2726323"/>
                  </a:lnTo>
                  <a:lnTo>
                    <a:pt x="3745844" y="2769345"/>
                  </a:lnTo>
                  <a:lnTo>
                    <a:pt x="3789820" y="2809062"/>
                  </a:lnTo>
                  <a:lnTo>
                    <a:pt x="3829811" y="2841479"/>
                  </a:lnTo>
                  <a:lnTo>
                    <a:pt x="3876899" y="2875235"/>
                  </a:lnTo>
                  <a:lnTo>
                    <a:pt x="3926453" y="2905806"/>
                  </a:lnTo>
                  <a:lnTo>
                    <a:pt x="3979211" y="2933333"/>
                  </a:lnTo>
                  <a:lnTo>
                    <a:pt x="4035986" y="2958066"/>
                  </a:lnTo>
                  <a:lnTo>
                    <a:pt x="4097606" y="2980295"/>
                  </a:lnTo>
                  <a:lnTo>
                    <a:pt x="4164863" y="3000308"/>
                  </a:lnTo>
                  <a:lnTo>
                    <a:pt x="4238442" y="3018367"/>
                  </a:lnTo>
                  <a:lnTo>
                    <a:pt x="4318814" y="3034690"/>
                  </a:lnTo>
                  <a:lnTo>
                    <a:pt x="4406111" y="3049449"/>
                  </a:lnTo>
                  <a:lnTo>
                    <a:pt x="4499956" y="3062763"/>
                  </a:lnTo>
                  <a:lnTo>
                    <a:pt x="4599277" y="3074700"/>
                  </a:lnTo>
                  <a:lnTo>
                    <a:pt x="4702148" y="3085279"/>
                  </a:lnTo>
                  <a:lnTo>
                    <a:pt x="4805707" y="3094486"/>
                  </a:lnTo>
                  <a:lnTo>
                    <a:pt x="4906237" y="3102289"/>
                  </a:lnTo>
                  <a:lnTo>
                    <a:pt x="4999486" y="3108666"/>
                  </a:lnTo>
                  <a:lnTo>
                    <a:pt x="5081225" y="3113631"/>
                  </a:lnTo>
                  <a:lnTo>
                    <a:pt x="5147978" y="3117257"/>
                  </a:lnTo>
                  <a:lnTo>
                    <a:pt x="5197721" y="3119687"/>
                  </a:lnTo>
                  <a:lnTo>
                    <a:pt x="5230368" y="3121128"/>
                  </a:lnTo>
                  <a:lnTo>
                    <a:pt x="5247913" y="3121830"/>
                  </a:lnTo>
                  <a:lnTo>
                    <a:pt x="5254261" y="3122061"/>
                  </a:lnTo>
                  <a:lnTo>
                    <a:pt x="5254955" y="3122085"/>
                  </a:lnTo>
                  <a:lnTo>
                    <a:pt x="6726343" y="3122085"/>
                  </a:lnTo>
                  <a:lnTo>
                    <a:pt x="6727472" y="3122014"/>
                  </a:lnTo>
                  <a:lnTo>
                    <a:pt x="6734898" y="3121507"/>
                  </a:lnTo>
                  <a:lnTo>
                    <a:pt x="6753621" y="3120106"/>
                  </a:lnTo>
                  <a:lnTo>
                    <a:pt x="6787108" y="3117347"/>
                  </a:lnTo>
                  <a:lnTo>
                    <a:pt x="6837044" y="3112801"/>
                  </a:lnTo>
                  <a:lnTo>
                    <a:pt x="6903206" y="3106117"/>
                  </a:lnTo>
                  <a:lnTo>
                    <a:pt x="6983610" y="3097053"/>
                  </a:lnTo>
                  <a:lnTo>
                    <a:pt x="7074961" y="3085485"/>
                  </a:lnTo>
                  <a:lnTo>
                    <a:pt x="7173289" y="3071392"/>
                  </a:lnTo>
                  <a:lnTo>
                    <a:pt x="7274603" y="3054811"/>
                  </a:lnTo>
                  <a:lnTo>
                    <a:pt x="7375396" y="3035797"/>
                  </a:lnTo>
                  <a:lnTo>
                    <a:pt x="7472937" y="3014380"/>
                  </a:lnTo>
                  <a:lnTo>
                    <a:pt x="7565356" y="2990528"/>
                  </a:lnTo>
                  <a:lnTo>
                    <a:pt x="7651578" y="2964135"/>
                  </a:lnTo>
                  <a:lnTo>
                    <a:pt x="7731182" y="2935004"/>
                  </a:lnTo>
                  <a:lnTo>
                    <a:pt x="7804235" y="2902852"/>
                  </a:lnTo>
                  <a:lnTo>
                    <a:pt x="7871138" y="2867311"/>
                  </a:lnTo>
                  <a:lnTo>
                    <a:pt x="7932504" y="2827939"/>
                  </a:lnTo>
                  <a:lnTo>
                    <a:pt x="7989062" y="2784243"/>
                  </a:lnTo>
                  <a:lnTo>
                    <a:pt x="8041587" y="2735718"/>
                  </a:lnTo>
                  <a:lnTo>
                    <a:pt x="8090846" y="2681901"/>
                  </a:lnTo>
                  <a:lnTo>
                    <a:pt x="8137556" y="2622482"/>
                  </a:lnTo>
                  <a:lnTo>
                    <a:pt x="8151487" y="2603099"/>
                  </a:lnTo>
                  <a:lnTo>
                    <a:pt x="8187758" y="2548995"/>
                  </a:lnTo>
                  <a:lnTo>
                    <a:pt x="8223139" y="2491058"/>
                  </a:lnTo>
                  <a:lnTo>
                    <a:pt x="8257864" y="2429212"/>
                  </a:lnTo>
                  <a:lnTo>
                    <a:pt x="8292122" y="2363434"/>
                  </a:lnTo>
                  <a:lnTo>
                    <a:pt x="8326068" y="2293770"/>
                  </a:lnTo>
                  <a:lnTo>
                    <a:pt x="8359822" y="2220331"/>
                  </a:lnTo>
                  <a:lnTo>
                    <a:pt x="8393476" y="2143305"/>
                  </a:lnTo>
                  <a:lnTo>
                    <a:pt x="8427097" y="2062955"/>
                  </a:lnTo>
                  <a:lnTo>
                    <a:pt x="8460731" y="1979617"/>
                  </a:lnTo>
                  <a:lnTo>
                    <a:pt x="8494405" y="1893701"/>
                  </a:lnTo>
                  <a:lnTo>
                    <a:pt x="8528127" y="1805681"/>
                  </a:lnTo>
                  <a:lnTo>
                    <a:pt x="8561895" y="1716085"/>
                  </a:lnTo>
                  <a:lnTo>
                    <a:pt x="8595696" y="1625486"/>
                  </a:lnTo>
                  <a:lnTo>
                    <a:pt x="8629512" y="1534483"/>
                  </a:lnTo>
                  <a:lnTo>
                    <a:pt x="8663320" y="1443685"/>
                  </a:lnTo>
                  <a:lnTo>
                    <a:pt x="8697101" y="1353697"/>
                  </a:lnTo>
                  <a:lnTo>
                    <a:pt x="8730839" y="1265102"/>
                  </a:lnTo>
                  <a:lnTo>
                    <a:pt x="8764528" y="1178443"/>
                  </a:lnTo>
                  <a:lnTo>
                    <a:pt x="8798172" y="1094215"/>
                  </a:lnTo>
                  <a:lnTo>
                    <a:pt x="8831794" y="1012848"/>
                  </a:lnTo>
                  <a:lnTo>
                    <a:pt x="8865431" y="934703"/>
                  </a:lnTo>
                  <a:lnTo>
                    <a:pt x="8899143" y="860069"/>
                  </a:lnTo>
                  <a:lnTo>
                    <a:pt x="8933014" y="789155"/>
                  </a:lnTo>
                  <a:lnTo>
                    <a:pt x="8967156" y="722100"/>
                  </a:lnTo>
                  <a:lnTo>
                    <a:pt x="9001710" y="658969"/>
                  </a:lnTo>
                  <a:lnTo>
                    <a:pt x="9036853" y="599761"/>
                  </a:lnTo>
                  <a:lnTo>
                    <a:pt x="9072805" y="544417"/>
                  </a:lnTo>
                  <a:lnTo>
                    <a:pt x="9084767" y="527158"/>
                  </a:lnTo>
                  <a:lnTo>
                    <a:pt x="9130824" y="465998"/>
                  </a:lnTo>
                  <a:lnTo>
                    <a:pt x="9179228" y="410484"/>
                  </a:lnTo>
                  <a:lnTo>
                    <a:pt x="9230669" y="360378"/>
                  </a:lnTo>
                  <a:lnTo>
                    <a:pt x="9285906" y="315253"/>
                  </a:lnTo>
                  <a:lnTo>
                    <a:pt x="9345715" y="274607"/>
                  </a:lnTo>
                  <a:lnTo>
                    <a:pt x="9410846" y="237939"/>
                  </a:lnTo>
                  <a:lnTo>
                    <a:pt x="9481956" y="204789"/>
                  </a:lnTo>
                  <a:lnTo>
                    <a:pt x="9559522" y="174765"/>
                  </a:lnTo>
                  <a:lnTo>
                    <a:pt x="9643731" y="147556"/>
                  </a:lnTo>
                  <a:lnTo>
                    <a:pt x="9734328" y="122939"/>
                  </a:lnTo>
                  <a:lnTo>
                    <a:pt x="9830456" y="100781"/>
                  </a:lnTo>
                  <a:lnTo>
                    <a:pt x="9930501" y="81028"/>
                  </a:lnTo>
                  <a:lnTo>
                    <a:pt x="10031996" y="63695"/>
                  </a:lnTo>
                  <a:lnTo>
                    <a:pt x="10131651" y="48832"/>
                  </a:lnTo>
                  <a:lnTo>
                    <a:pt x="10225580" y="36487"/>
                  </a:lnTo>
                  <a:lnTo>
                    <a:pt x="10309740" y="26662"/>
                  </a:lnTo>
                  <a:lnTo>
                    <a:pt x="10380559" y="19267"/>
                  </a:lnTo>
                  <a:lnTo>
                    <a:pt x="10435589" y="14098"/>
                  </a:lnTo>
                  <a:lnTo>
                    <a:pt x="10474035" y="10833"/>
                  </a:lnTo>
                  <a:lnTo>
                    <a:pt x="10497001" y="9064"/>
                  </a:lnTo>
                  <a:lnTo>
                    <a:pt x="10507431" y="8332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8781" y="71"/>
                  </a:lnTo>
                  <a:lnTo>
                    <a:pt x="10501356" y="578"/>
                  </a:lnTo>
                  <a:lnTo>
                    <a:pt x="10482632" y="1979"/>
                  </a:lnTo>
                  <a:lnTo>
                    <a:pt x="10449145" y="4737"/>
                  </a:lnTo>
                  <a:lnTo>
                    <a:pt x="10399209" y="9283"/>
                  </a:lnTo>
                  <a:lnTo>
                    <a:pt x="10333047" y="15967"/>
                  </a:lnTo>
                  <a:lnTo>
                    <a:pt x="10252643" y="25031"/>
                  </a:lnTo>
                  <a:lnTo>
                    <a:pt x="10161292" y="36599"/>
                  </a:lnTo>
                  <a:lnTo>
                    <a:pt x="10062964" y="50693"/>
                  </a:lnTo>
                  <a:lnTo>
                    <a:pt x="9961650" y="67274"/>
                  </a:lnTo>
                  <a:lnTo>
                    <a:pt x="9860857" y="86287"/>
                  </a:lnTo>
                  <a:lnTo>
                    <a:pt x="9763316" y="107705"/>
                  </a:lnTo>
                  <a:lnTo>
                    <a:pt x="9670897" y="131556"/>
                  </a:lnTo>
                  <a:lnTo>
                    <a:pt x="9584675" y="157950"/>
                  </a:lnTo>
                  <a:lnTo>
                    <a:pt x="9505071" y="187080"/>
                  </a:lnTo>
                  <a:lnTo>
                    <a:pt x="9432019" y="219232"/>
                  </a:lnTo>
                  <a:lnTo>
                    <a:pt x="9365115" y="254774"/>
                  </a:lnTo>
                  <a:lnTo>
                    <a:pt x="9303749" y="294146"/>
                  </a:lnTo>
                  <a:lnTo>
                    <a:pt x="9247191" y="337841"/>
                  </a:lnTo>
                  <a:lnTo>
                    <a:pt x="9194667" y="386367"/>
                  </a:lnTo>
                  <a:lnTo>
                    <a:pt x="9145408" y="440183"/>
                  </a:lnTo>
                  <a:lnTo>
                    <a:pt x="9098697" y="499603"/>
                  </a:lnTo>
                  <a:lnTo>
                    <a:pt x="9084767" y="518985"/>
                  </a:lnTo>
                  <a:lnTo>
                    <a:pt x="9048496" y="573090"/>
                  </a:lnTo>
                  <a:lnTo>
                    <a:pt x="9013115" y="631026"/>
                  </a:lnTo>
                  <a:lnTo>
                    <a:pt x="8978390" y="692873"/>
                  </a:lnTo>
                  <a:lnTo>
                    <a:pt x="8944131" y="758650"/>
                  </a:lnTo>
                  <a:lnTo>
                    <a:pt x="8910185" y="828314"/>
                  </a:lnTo>
                  <a:lnTo>
                    <a:pt x="8876431" y="901753"/>
                  </a:lnTo>
                  <a:lnTo>
                    <a:pt x="8842777" y="978779"/>
                  </a:lnTo>
                  <a:lnTo>
                    <a:pt x="8809156" y="1059130"/>
                  </a:lnTo>
                  <a:lnTo>
                    <a:pt x="8775522" y="1142468"/>
                  </a:lnTo>
                  <a:lnTo>
                    <a:pt x="8741849" y="1228384"/>
                  </a:lnTo>
                  <a:lnTo>
                    <a:pt x="8708126" y="1316404"/>
                  </a:lnTo>
                  <a:lnTo>
                    <a:pt x="8674358" y="1405999"/>
                  </a:lnTo>
                  <a:lnTo>
                    <a:pt x="8640557" y="1496598"/>
                  </a:lnTo>
                  <a:lnTo>
                    <a:pt x="8606742" y="1587602"/>
                  </a:lnTo>
                  <a:lnTo>
                    <a:pt x="8572933" y="1678400"/>
                  </a:lnTo>
                  <a:lnTo>
                    <a:pt x="8539153" y="1768387"/>
                  </a:lnTo>
                  <a:lnTo>
                    <a:pt x="8505415" y="1856983"/>
                  </a:lnTo>
                  <a:lnTo>
                    <a:pt x="8471726" y="1943641"/>
                  </a:lnTo>
                  <a:lnTo>
                    <a:pt x="8438081" y="2027869"/>
                  </a:lnTo>
                  <a:lnTo>
                    <a:pt x="8404459" y="2109237"/>
                  </a:lnTo>
                  <a:lnTo>
                    <a:pt x="8370822" y="2187381"/>
                  </a:lnTo>
                  <a:lnTo>
                    <a:pt x="8337110" y="2262016"/>
                  </a:lnTo>
                  <a:lnTo>
                    <a:pt x="8303239" y="2332929"/>
                  </a:lnTo>
                  <a:lnTo>
                    <a:pt x="8269097" y="2399984"/>
                  </a:lnTo>
                  <a:lnTo>
                    <a:pt x="8234544" y="2463115"/>
                  </a:lnTo>
                  <a:lnTo>
                    <a:pt x="8199400" y="2522323"/>
                  </a:lnTo>
                  <a:lnTo>
                    <a:pt x="8163449" y="2577668"/>
                  </a:lnTo>
                  <a:lnTo>
                    <a:pt x="8151487" y="2594926"/>
                  </a:lnTo>
                  <a:lnTo>
                    <a:pt x="8105429" y="2656086"/>
                  </a:lnTo>
                  <a:lnTo>
                    <a:pt x="8057025" y="2711601"/>
                  </a:lnTo>
                  <a:lnTo>
                    <a:pt x="8005584" y="2761707"/>
                  </a:lnTo>
                  <a:lnTo>
                    <a:pt x="7950348" y="2806832"/>
                  </a:lnTo>
                  <a:lnTo>
                    <a:pt x="7890538" y="2847477"/>
                  </a:lnTo>
                  <a:lnTo>
                    <a:pt x="7825407" y="2884145"/>
                  </a:lnTo>
                  <a:lnTo>
                    <a:pt x="7754298" y="2917295"/>
                  </a:lnTo>
                  <a:lnTo>
                    <a:pt x="7676731" y="2947319"/>
                  </a:lnTo>
                  <a:lnTo>
                    <a:pt x="7592522" y="2974528"/>
                  </a:lnTo>
                  <a:lnTo>
                    <a:pt x="7501925" y="2999145"/>
                  </a:lnTo>
                  <a:lnTo>
                    <a:pt x="7405797" y="3021303"/>
                  </a:lnTo>
                  <a:lnTo>
                    <a:pt x="7305752" y="3041056"/>
                  </a:lnTo>
                  <a:lnTo>
                    <a:pt x="7204257" y="3058389"/>
                  </a:lnTo>
                  <a:lnTo>
                    <a:pt x="7104602" y="3073253"/>
                  </a:lnTo>
                  <a:lnTo>
                    <a:pt x="7010673" y="3085597"/>
                  </a:lnTo>
                  <a:lnTo>
                    <a:pt x="6926513" y="3095422"/>
                  </a:lnTo>
                  <a:lnTo>
                    <a:pt x="6855695" y="3102817"/>
                  </a:lnTo>
                  <a:lnTo>
                    <a:pt x="6800665" y="3107986"/>
                  </a:lnTo>
                  <a:lnTo>
                    <a:pt x="6762218" y="3111251"/>
                  </a:lnTo>
                  <a:lnTo>
                    <a:pt x="6739252" y="3113020"/>
                  </a:lnTo>
                  <a:lnTo>
                    <a:pt x="6728823" y="3113752"/>
                  </a:lnTo>
                  <a:lnTo>
                    <a:pt x="6726343" y="3113912"/>
                  </a:lnTo>
                  <a:lnTo>
                    <a:pt x="5254955" y="3113912"/>
                  </a:lnTo>
                  <a:lnTo>
                    <a:pt x="5253751" y="3113871"/>
                  </a:lnTo>
                  <a:lnTo>
                    <a:pt x="5245849" y="3113578"/>
                  </a:lnTo>
                  <a:lnTo>
                    <a:pt x="5225961" y="3112769"/>
                  </a:lnTo>
                  <a:lnTo>
                    <a:pt x="5190490" y="3111177"/>
                  </a:lnTo>
                  <a:lnTo>
                    <a:pt x="5137790" y="3108557"/>
                  </a:lnTo>
                  <a:lnTo>
                    <a:pt x="5068297" y="3104711"/>
                  </a:lnTo>
                  <a:lnTo>
                    <a:pt x="4984324" y="3099509"/>
                  </a:lnTo>
                  <a:lnTo>
                    <a:pt x="4889530" y="3092889"/>
                  </a:lnTo>
                  <a:lnTo>
                    <a:pt x="4788193" y="3084845"/>
                  </a:lnTo>
                  <a:lnTo>
                    <a:pt x="4684510" y="3075402"/>
                  </a:lnTo>
                  <a:lnTo>
                    <a:pt x="4582066" y="3064592"/>
                  </a:lnTo>
                  <a:lnTo>
                    <a:pt x="4483566" y="3052424"/>
                  </a:lnTo>
                  <a:lnTo>
                    <a:pt x="4390781" y="3038870"/>
                  </a:lnTo>
                  <a:lnTo>
                    <a:pt x="4304651" y="3023854"/>
                  </a:lnTo>
                  <a:lnTo>
                    <a:pt x="4225455" y="3007250"/>
                  </a:lnTo>
                  <a:lnTo>
                    <a:pt x="4152993" y="2988876"/>
                  </a:lnTo>
                  <a:lnTo>
                    <a:pt x="4086747" y="2968505"/>
                  </a:lnTo>
                  <a:lnTo>
                    <a:pt x="4026009" y="2945871"/>
                  </a:lnTo>
                  <a:lnTo>
                    <a:pt x="3969976" y="2920683"/>
                  </a:lnTo>
                  <a:lnTo>
                    <a:pt x="3917818" y="2892654"/>
                  </a:lnTo>
                  <a:lnTo>
                    <a:pt x="3868734" y="2861546"/>
                  </a:lnTo>
                  <a:lnTo>
                    <a:pt x="3829811" y="2833306"/>
                  </a:lnTo>
                  <a:lnTo>
                    <a:pt x="3784668" y="2796457"/>
                  </a:lnTo>
                  <a:lnTo>
                    <a:pt x="3740818" y="2756360"/>
                  </a:lnTo>
                  <a:lnTo>
                    <a:pt x="3697839" y="2712954"/>
                  </a:lnTo>
                  <a:lnTo>
                    <a:pt x="3655406" y="2666259"/>
                  </a:lnTo>
                  <a:lnTo>
                    <a:pt x="3613276" y="2616384"/>
                  </a:lnTo>
                  <a:lnTo>
                    <a:pt x="3571274" y="2563536"/>
                  </a:lnTo>
                  <a:lnTo>
                    <a:pt x="3529286" y="2508020"/>
                  </a:lnTo>
                  <a:lnTo>
                    <a:pt x="3487245" y="2450238"/>
                  </a:lnTo>
                  <a:lnTo>
                    <a:pt x="3445130" y="2390680"/>
                  </a:lnTo>
                  <a:lnTo>
                    <a:pt x="3402947" y="2329908"/>
                  </a:lnTo>
                  <a:lnTo>
                    <a:pt x="3360726" y="2268534"/>
                  </a:lnTo>
                  <a:lnTo>
                    <a:pt x="3318508" y="2207198"/>
                  </a:lnTo>
                  <a:lnTo>
                    <a:pt x="3276332" y="2146536"/>
                  </a:lnTo>
                  <a:lnTo>
                    <a:pt x="3234225" y="2087156"/>
                  </a:lnTo>
                  <a:lnTo>
                    <a:pt x="3192193" y="2029613"/>
                  </a:lnTo>
                  <a:lnTo>
                    <a:pt x="3150207" y="1974387"/>
                  </a:lnTo>
                  <a:lnTo>
                    <a:pt x="3108197" y="1921870"/>
                  </a:lnTo>
                  <a:lnTo>
                    <a:pt x="3066042" y="1872354"/>
                  </a:lnTo>
                  <a:lnTo>
                    <a:pt x="3023559" y="1826036"/>
                  </a:lnTo>
                  <a:lnTo>
                    <a:pt x="2980498" y="1783014"/>
                  </a:lnTo>
                  <a:lnTo>
                    <a:pt x="2936522" y="1743297"/>
                  </a:lnTo>
                  <a:lnTo>
                    <a:pt x="2896531" y="1710880"/>
                  </a:lnTo>
                  <a:lnTo>
                    <a:pt x="2849443" y="1677124"/>
                  </a:lnTo>
                  <a:lnTo>
                    <a:pt x="2799890" y="1646553"/>
                  </a:lnTo>
                  <a:lnTo>
                    <a:pt x="2747131" y="1619026"/>
                  </a:lnTo>
                  <a:lnTo>
                    <a:pt x="2690356" y="1594293"/>
                  </a:lnTo>
                  <a:lnTo>
                    <a:pt x="2628736" y="1572064"/>
                  </a:lnTo>
                  <a:lnTo>
                    <a:pt x="2561479" y="1552051"/>
                  </a:lnTo>
                  <a:lnTo>
                    <a:pt x="2487901" y="1533993"/>
                  </a:lnTo>
                  <a:lnTo>
                    <a:pt x="2407528" y="1517669"/>
                  </a:lnTo>
                  <a:lnTo>
                    <a:pt x="2320231" y="1502910"/>
                  </a:lnTo>
                  <a:lnTo>
                    <a:pt x="2226386" y="1489596"/>
                  </a:lnTo>
                  <a:lnTo>
                    <a:pt x="2127065" y="1477659"/>
                  </a:lnTo>
                  <a:lnTo>
                    <a:pt x="2024194" y="1467080"/>
                  </a:lnTo>
                  <a:lnTo>
                    <a:pt x="1920635" y="1457873"/>
                  </a:lnTo>
                  <a:lnTo>
                    <a:pt x="1820105" y="1450070"/>
                  </a:lnTo>
                  <a:lnTo>
                    <a:pt x="1726857" y="1443693"/>
                  </a:lnTo>
                  <a:lnTo>
                    <a:pt x="1645117" y="1438728"/>
                  </a:lnTo>
                  <a:lnTo>
                    <a:pt x="1578364" y="1435102"/>
                  </a:lnTo>
                  <a:lnTo>
                    <a:pt x="1528621" y="1432672"/>
                  </a:lnTo>
                  <a:lnTo>
                    <a:pt x="1495974" y="1431231"/>
                  </a:lnTo>
                  <a:lnTo>
                    <a:pt x="1478429" y="1430529"/>
                  </a:lnTo>
                  <a:lnTo>
                    <a:pt x="1472082" y="1430298"/>
                  </a:lnTo>
                  <a:lnTo>
                    <a:pt x="1471387" y="1430274"/>
                  </a:lnTo>
                  <a:lnTo>
                    <a:pt x="0" y="1430274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23" name="pl123"/>
            <p:cNvSpPr/>
            <p:nvPr/>
          </p:nvSpPr>
          <p:spPr>
            <a:xfrm>
              <a:off x="4799595" y="2756714"/>
              <a:ext cx="11981298" cy="3113912"/>
            </a:xfrm>
            <a:custGeom>
              <a:avLst/>
              <a:pathLst>
                <a:path w="11981298" h="3113912">
                  <a:moveTo>
                    <a:pt x="0" y="1430274"/>
                  </a:moveTo>
                  <a:lnTo>
                    <a:pt x="1471387" y="1430274"/>
                  </a:lnTo>
                  <a:lnTo>
                    <a:pt x="1472591" y="1430315"/>
                  </a:lnTo>
                  <a:lnTo>
                    <a:pt x="1480494" y="1430608"/>
                  </a:lnTo>
                  <a:lnTo>
                    <a:pt x="1500381" y="1431417"/>
                  </a:lnTo>
                  <a:lnTo>
                    <a:pt x="1535852" y="1433009"/>
                  </a:lnTo>
                  <a:lnTo>
                    <a:pt x="1588552" y="1435629"/>
                  </a:lnTo>
                  <a:lnTo>
                    <a:pt x="1658045" y="1439475"/>
                  </a:lnTo>
                  <a:lnTo>
                    <a:pt x="1742018" y="1444677"/>
                  </a:lnTo>
                  <a:lnTo>
                    <a:pt x="1836812" y="1451297"/>
                  </a:lnTo>
                  <a:lnTo>
                    <a:pt x="1938149" y="1459341"/>
                  </a:lnTo>
                  <a:lnTo>
                    <a:pt x="2041832" y="1468784"/>
                  </a:lnTo>
                  <a:lnTo>
                    <a:pt x="2144276" y="1479594"/>
                  </a:lnTo>
                  <a:lnTo>
                    <a:pt x="2242776" y="1491762"/>
                  </a:lnTo>
                  <a:lnTo>
                    <a:pt x="2335561" y="1505316"/>
                  </a:lnTo>
                  <a:lnTo>
                    <a:pt x="2421691" y="1520332"/>
                  </a:lnTo>
                  <a:lnTo>
                    <a:pt x="2500887" y="1536936"/>
                  </a:lnTo>
                  <a:lnTo>
                    <a:pt x="2573349" y="1555310"/>
                  </a:lnTo>
                  <a:lnTo>
                    <a:pt x="2639595" y="1575681"/>
                  </a:lnTo>
                  <a:lnTo>
                    <a:pt x="2700333" y="1598315"/>
                  </a:lnTo>
                  <a:lnTo>
                    <a:pt x="2756366" y="1623503"/>
                  </a:lnTo>
                  <a:lnTo>
                    <a:pt x="2808524" y="1651533"/>
                  </a:lnTo>
                  <a:lnTo>
                    <a:pt x="2857608" y="1682640"/>
                  </a:lnTo>
                  <a:lnTo>
                    <a:pt x="2896531" y="1710880"/>
                  </a:lnTo>
                  <a:lnTo>
                    <a:pt x="2941674" y="1747729"/>
                  </a:lnTo>
                  <a:lnTo>
                    <a:pt x="2985524" y="1787826"/>
                  </a:lnTo>
                  <a:lnTo>
                    <a:pt x="3028503" y="1831232"/>
                  </a:lnTo>
                  <a:lnTo>
                    <a:pt x="3070936" y="1877927"/>
                  </a:lnTo>
                  <a:lnTo>
                    <a:pt x="3113066" y="1927802"/>
                  </a:lnTo>
                  <a:lnTo>
                    <a:pt x="3155068" y="1980650"/>
                  </a:lnTo>
                  <a:lnTo>
                    <a:pt x="3197057" y="2036166"/>
                  </a:lnTo>
                  <a:lnTo>
                    <a:pt x="3239097" y="2093948"/>
                  </a:lnTo>
                  <a:lnTo>
                    <a:pt x="3281212" y="2153506"/>
                  </a:lnTo>
                  <a:lnTo>
                    <a:pt x="3323395" y="2214278"/>
                  </a:lnTo>
                  <a:lnTo>
                    <a:pt x="3365616" y="2275652"/>
                  </a:lnTo>
                  <a:lnTo>
                    <a:pt x="3407834" y="2336988"/>
                  </a:lnTo>
                  <a:lnTo>
                    <a:pt x="3450011" y="2397650"/>
                  </a:lnTo>
                  <a:lnTo>
                    <a:pt x="3492117" y="2457030"/>
                  </a:lnTo>
                  <a:lnTo>
                    <a:pt x="3534149" y="2514573"/>
                  </a:lnTo>
                  <a:lnTo>
                    <a:pt x="3576135" y="2569799"/>
                  </a:lnTo>
                  <a:lnTo>
                    <a:pt x="3618145" y="2622316"/>
                  </a:lnTo>
                  <a:lnTo>
                    <a:pt x="3660300" y="2671832"/>
                  </a:lnTo>
                  <a:lnTo>
                    <a:pt x="3702783" y="2718150"/>
                  </a:lnTo>
                  <a:lnTo>
                    <a:pt x="3745844" y="2761172"/>
                  </a:lnTo>
                  <a:lnTo>
                    <a:pt x="3789820" y="2800889"/>
                  </a:lnTo>
                  <a:lnTo>
                    <a:pt x="3829811" y="2833306"/>
                  </a:lnTo>
                  <a:lnTo>
                    <a:pt x="3876899" y="2867062"/>
                  </a:lnTo>
                  <a:lnTo>
                    <a:pt x="3926453" y="2897633"/>
                  </a:lnTo>
                  <a:lnTo>
                    <a:pt x="3979211" y="2925160"/>
                  </a:lnTo>
                  <a:lnTo>
                    <a:pt x="4035986" y="2949893"/>
                  </a:lnTo>
                  <a:lnTo>
                    <a:pt x="4097606" y="2972122"/>
                  </a:lnTo>
                  <a:lnTo>
                    <a:pt x="4164863" y="2992135"/>
                  </a:lnTo>
                  <a:lnTo>
                    <a:pt x="4238442" y="3010194"/>
                  </a:lnTo>
                  <a:lnTo>
                    <a:pt x="4318814" y="3026517"/>
                  </a:lnTo>
                  <a:lnTo>
                    <a:pt x="4406111" y="3041276"/>
                  </a:lnTo>
                  <a:lnTo>
                    <a:pt x="4499956" y="3054590"/>
                  </a:lnTo>
                  <a:lnTo>
                    <a:pt x="4599277" y="3066527"/>
                  </a:lnTo>
                  <a:lnTo>
                    <a:pt x="4702148" y="3077106"/>
                  </a:lnTo>
                  <a:lnTo>
                    <a:pt x="4805707" y="3086313"/>
                  </a:lnTo>
                  <a:lnTo>
                    <a:pt x="4906237" y="3094116"/>
                  </a:lnTo>
                  <a:lnTo>
                    <a:pt x="4999486" y="3100493"/>
                  </a:lnTo>
                  <a:lnTo>
                    <a:pt x="5081225" y="3105458"/>
                  </a:lnTo>
                  <a:lnTo>
                    <a:pt x="5147978" y="3109084"/>
                  </a:lnTo>
                  <a:lnTo>
                    <a:pt x="5197721" y="3111514"/>
                  </a:lnTo>
                  <a:lnTo>
                    <a:pt x="5230368" y="3112955"/>
                  </a:lnTo>
                  <a:lnTo>
                    <a:pt x="5247913" y="3113657"/>
                  </a:lnTo>
                  <a:lnTo>
                    <a:pt x="5254261" y="3113888"/>
                  </a:lnTo>
                  <a:lnTo>
                    <a:pt x="5254955" y="3113912"/>
                  </a:lnTo>
                  <a:lnTo>
                    <a:pt x="6726343" y="3113912"/>
                  </a:lnTo>
                  <a:lnTo>
                    <a:pt x="6727472" y="3113841"/>
                  </a:lnTo>
                  <a:lnTo>
                    <a:pt x="6734898" y="3113334"/>
                  </a:lnTo>
                  <a:lnTo>
                    <a:pt x="6753621" y="3111933"/>
                  </a:lnTo>
                  <a:lnTo>
                    <a:pt x="6787108" y="3109174"/>
                  </a:lnTo>
                  <a:lnTo>
                    <a:pt x="6837044" y="3104628"/>
                  </a:lnTo>
                  <a:lnTo>
                    <a:pt x="6903206" y="3097944"/>
                  </a:lnTo>
                  <a:lnTo>
                    <a:pt x="6983610" y="3088880"/>
                  </a:lnTo>
                  <a:lnTo>
                    <a:pt x="7074961" y="3077312"/>
                  </a:lnTo>
                  <a:lnTo>
                    <a:pt x="7173289" y="3063219"/>
                  </a:lnTo>
                  <a:lnTo>
                    <a:pt x="7274603" y="3046638"/>
                  </a:lnTo>
                  <a:lnTo>
                    <a:pt x="7375396" y="3027624"/>
                  </a:lnTo>
                  <a:lnTo>
                    <a:pt x="7472937" y="3006207"/>
                  </a:lnTo>
                  <a:lnTo>
                    <a:pt x="7565356" y="2982355"/>
                  </a:lnTo>
                  <a:lnTo>
                    <a:pt x="7651578" y="2955962"/>
                  </a:lnTo>
                  <a:lnTo>
                    <a:pt x="7731182" y="2926831"/>
                  </a:lnTo>
                  <a:lnTo>
                    <a:pt x="7804235" y="2894679"/>
                  </a:lnTo>
                  <a:lnTo>
                    <a:pt x="7871138" y="2859138"/>
                  </a:lnTo>
                  <a:lnTo>
                    <a:pt x="7932504" y="2819766"/>
                  </a:lnTo>
                  <a:lnTo>
                    <a:pt x="7989062" y="2776070"/>
                  </a:lnTo>
                  <a:lnTo>
                    <a:pt x="8041587" y="2727545"/>
                  </a:lnTo>
                  <a:lnTo>
                    <a:pt x="8090846" y="2673728"/>
                  </a:lnTo>
                  <a:lnTo>
                    <a:pt x="8137556" y="2614309"/>
                  </a:lnTo>
                  <a:lnTo>
                    <a:pt x="8151487" y="2594926"/>
                  </a:lnTo>
                  <a:lnTo>
                    <a:pt x="8187758" y="2540822"/>
                  </a:lnTo>
                  <a:lnTo>
                    <a:pt x="8223139" y="2482885"/>
                  </a:lnTo>
                  <a:lnTo>
                    <a:pt x="8257864" y="2421039"/>
                  </a:lnTo>
                  <a:lnTo>
                    <a:pt x="8292122" y="2355261"/>
                  </a:lnTo>
                  <a:lnTo>
                    <a:pt x="8326068" y="2285597"/>
                  </a:lnTo>
                  <a:lnTo>
                    <a:pt x="8359822" y="2212158"/>
                  </a:lnTo>
                  <a:lnTo>
                    <a:pt x="8393476" y="2135132"/>
                  </a:lnTo>
                  <a:lnTo>
                    <a:pt x="8427097" y="2054782"/>
                  </a:lnTo>
                  <a:lnTo>
                    <a:pt x="8460731" y="1971444"/>
                  </a:lnTo>
                  <a:lnTo>
                    <a:pt x="8494405" y="1885528"/>
                  </a:lnTo>
                  <a:lnTo>
                    <a:pt x="8528127" y="1797508"/>
                  </a:lnTo>
                  <a:lnTo>
                    <a:pt x="8561895" y="1707912"/>
                  </a:lnTo>
                  <a:lnTo>
                    <a:pt x="8595696" y="1617313"/>
                  </a:lnTo>
                  <a:lnTo>
                    <a:pt x="8629512" y="1526310"/>
                  </a:lnTo>
                  <a:lnTo>
                    <a:pt x="8663320" y="1435512"/>
                  </a:lnTo>
                  <a:lnTo>
                    <a:pt x="8697101" y="1345524"/>
                  </a:lnTo>
                  <a:lnTo>
                    <a:pt x="8730839" y="1256929"/>
                  </a:lnTo>
                  <a:lnTo>
                    <a:pt x="8764528" y="1170270"/>
                  </a:lnTo>
                  <a:lnTo>
                    <a:pt x="8798172" y="1086042"/>
                  </a:lnTo>
                  <a:lnTo>
                    <a:pt x="8831794" y="1004675"/>
                  </a:lnTo>
                  <a:lnTo>
                    <a:pt x="8865431" y="926530"/>
                  </a:lnTo>
                  <a:lnTo>
                    <a:pt x="8899143" y="851896"/>
                  </a:lnTo>
                  <a:lnTo>
                    <a:pt x="8933014" y="780982"/>
                  </a:lnTo>
                  <a:lnTo>
                    <a:pt x="8967156" y="713927"/>
                  </a:lnTo>
                  <a:lnTo>
                    <a:pt x="9001710" y="650796"/>
                  </a:lnTo>
                  <a:lnTo>
                    <a:pt x="9036853" y="591588"/>
                  </a:lnTo>
                  <a:lnTo>
                    <a:pt x="9072805" y="536244"/>
                  </a:lnTo>
                  <a:lnTo>
                    <a:pt x="9084767" y="518985"/>
                  </a:lnTo>
                  <a:lnTo>
                    <a:pt x="9130824" y="457825"/>
                  </a:lnTo>
                  <a:lnTo>
                    <a:pt x="9179228" y="402311"/>
                  </a:lnTo>
                  <a:lnTo>
                    <a:pt x="9230669" y="352205"/>
                  </a:lnTo>
                  <a:lnTo>
                    <a:pt x="9285906" y="307080"/>
                  </a:lnTo>
                  <a:lnTo>
                    <a:pt x="9345715" y="266434"/>
                  </a:lnTo>
                  <a:lnTo>
                    <a:pt x="9410846" y="229766"/>
                  </a:lnTo>
                  <a:lnTo>
                    <a:pt x="9481956" y="196616"/>
                  </a:lnTo>
                  <a:lnTo>
                    <a:pt x="9559522" y="166592"/>
                  </a:lnTo>
                  <a:lnTo>
                    <a:pt x="9643731" y="139383"/>
                  </a:lnTo>
                  <a:lnTo>
                    <a:pt x="9734328" y="114766"/>
                  </a:lnTo>
                  <a:lnTo>
                    <a:pt x="9830456" y="92608"/>
                  </a:lnTo>
                  <a:lnTo>
                    <a:pt x="9930501" y="72855"/>
                  </a:lnTo>
                  <a:lnTo>
                    <a:pt x="10031996" y="55522"/>
                  </a:lnTo>
                  <a:lnTo>
                    <a:pt x="10131651" y="40659"/>
                  </a:lnTo>
                  <a:lnTo>
                    <a:pt x="10225580" y="28314"/>
                  </a:lnTo>
                  <a:lnTo>
                    <a:pt x="10309740" y="18489"/>
                  </a:lnTo>
                  <a:lnTo>
                    <a:pt x="10380559" y="11094"/>
                  </a:lnTo>
                  <a:lnTo>
                    <a:pt x="10435589" y="5925"/>
                  </a:lnTo>
                  <a:lnTo>
                    <a:pt x="10474035" y="2660"/>
                  </a:lnTo>
                  <a:lnTo>
                    <a:pt x="10497001" y="891"/>
                  </a:lnTo>
                  <a:lnTo>
                    <a:pt x="10507431" y="159"/>
                  </a:lnTo>
                  <a:lnTo>
                    <a:pt x="10509877" y="2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4" name="pl124"/>
            <p:cNvSpPr/>
            <p:nvPr/>
          </p:nvSpPr>
          <p:spPr>
            <a:xfrm>
              <a:off x="4799595" y="2748541"/>
              <a:ext cx="11981298" cy="3113912"/>
            </a:xfrm>
            <a:custGeom>
              <a:avLst/>
              <a:pathLst>
                <a:path w="11981298" h="3113912">
                  <a:moveTo>
                    <a:pt x="11981298" y="0"/>
                  </a:moveTo>
                  <a:lnTo>
                    <a:pt x="10509911" y="0"/>
                  </a:lnTo>
                  <a:lnTo>
                    <a:pt x="10508781" y="71"/>
                  </a:lnTo>
                  <a:lnTo>
                    <a:pt x="10501356" y="578"/>
                  </a:lnTo>
                  <a:lnTo>
                    <a:pt x="10482632" y="1979"/>
                  </a:lnTo>
                  <a:lnTo>
                    <a:pt x="10449145" y="4737"/>
                  </a:lnTo>
                  <a:lnTo>
                    <a:pt x="10399209" y="9283"/>
                  </a:lnTo>
                  <a:lnTo>
                    <a:pt x="10333047" y="15967"/>
                  </a:lnTo>
                  <a:lnTo>
                    <a:pt x="10252643" y="25031"/>
                  </a:lnTo>
                  <a:lnTo>
                    <a:pt x="10161292" y="36599"/>
                  </a:lnTo>
                  <a:lnTo>
                    <a:pt x="10062964" y="50693"/>
                  </a:lnTo>
                  <a:lnTo>
                    <a:pt x="9961650" y="67274"/>
                  </a:lnTo>
                  <a:lnTo>
                    <a:pt x="9860857" y="86287"/>
                  </a:lnTo>
                  <a:lnTo>
                    <a:pt x="9763316" y="107705"/>
                  </a:lnTo>
                  <a:lnTo>
                    <a:pt x="9670897" y="131556"/>
                  </a:lnTo>
                  <a:lnTo>
                    <a:pt x="9584675" y="157950"/>
                  </a:lnTo>
                  <a:lnTo>
                    <a:pt x="9505071" y="187080"/>
                  </a:lnTo>
                  <a:lnTo>
                    <a:pt x="9432019" y="219232"/>
                  </a:lnTo>
                  <a:lnTo>
                    <a:pt x="9365115" y="254774"/>
                  </a:lnTo>
                  <a:lnTo>
                    <a:pt x="9303749" y="294146"/>
                  </a:lnTo>
                  <a:lnTo>
                    <a:pt x="9247191" y="337841"/>
                  </a:lnTo>
                  <a:lnTo>
                    <a:pt x="9194667" y="386367"/>
                  </a:lnTo>
                  <a:lnTo>
                    <a:pt x="9145408" y="440183"/>
                  </a:lnTo>
                  <a:lnTo>
                    <a:pt x="9098697" y="499603"/>
                  </a:lnTo>
                  <a:lnTo>
                    <a:pt x="9084767" y="518985"/>
                  </a:lnTo>
                  <a:lnTo>
                    <a:pt x="9048496" y="573090"/>
                  </a:lnTo>
                  <a:lnTo>
                    <a:pt x="9013115" y="631026"/>
                  </a:lnTo>
                  <a:lnTo>
                    <a:pt x="8978390" y="692873"/>
                  </a:lnTo>
                  <a:lnTo>
                    <a:pt x="8944131" y="758650"/>
                  </a:lnTo>
                  <a:lnTo>
                    <a:pt x="8910185" y="828314"/>
                  </a:lnTo>
                  <a:lnTo>
                    <a:pt x="8876431" y="901753"/>
                  </a:lnTo>
                  <a:lnTo>
                    <a:pt x="8842777" y="978779"/>
                  </a:lnTo>
                  <a:lnTo>
                    <a:pt x="8809156" y="1059130"/>
                  </a:lnTo>
                  <a:lnTo>
                    <a:pt x="8775522" y="1142468"/>
                  </a:lnTo>
                  <a:lnTo>
                    <a:pt x="8741849" y="1228384"/>
                  </a:lnTo>
                  <a:lnTo>
                    <a:pt x="8708126" y="1316404"/>
                  </a:lnTo>
                  <a:lnTo>
                    <a:pt x="8674358" y="1405999"/>
                  </a:lnTo>
                  <a:lnTo>
                    <a:pt x="8640557" y="1496598"/>
                  </a:lnTo>
                  <a:lnTo>
                    <a:pt x="8606742" y="1587602"/>
                  </a:lnTo>
                  <a:lnTo>
                    <a:pt x="8572933" y="1678400"/>
                  </a:lnTo>
                  <a:lnTo>
                    <a:pt x="8539153" y="1768387"/>
                  </a:lnTo>
                  <a:lnTo>
                    <a:pt x="8505415" y="1856983"/>
                  </a:lnTo>
                  <a:lnTo>
                    <a:pt x="8471726" y="1943641"/>
                  </a:lnTo>
                  <a:lnTo>
                    <a:pt x="8438081" y="2027869"/>
                  </a:lnTo>
                  <a:lnTo>
                    <a:pt x="8404459" y="2109237"/>
                  </a:lnTo>
                  <a:lnTo>
                    <a:pt x="8370822" y="2187381"/>
                  </a:lnTo>
                  <a:lnTo>
                    <a:pt x="8337110" y="2262016"/>
                  </a:lnTo>
                  <a:lnTo>
                    <a:pt x="8303239" y="2332929"/>
                  </a:lnTo>
                  <a:lnTo>
                    <a:pt x="8269097" y="2399984"/>
                  </a:lnTo>
                  <a:lnTo>
                    <a:pt x="8234544" y="2463115"/>
                  </a:lnTo>
                  <a:lnTo>
                    <a:pt x="8199400" y="2522323"/>
                  </a:lnTo>
                  <a:lnTo>
                    <a:pt x="8163449" y="2577668"/>
                  </a:lnTo>
                  <a:lnTo>
                    <a:pt x="8151487" y="2594926"/>
                  </a:lnTo>
                  <a:lnTo>
                    <a:pt x="8105429" y="2656086"/>
                  </a:lnTo>
                  <a:lnTo>
                    <a:pt x="8057025" y="2711601"/>
                  </a:lnTo>
                  <a:lnTo>
                    <a:pt x="8005584" y="2761707"/>
                  </a:lnTo>
                  <a:lnTo>
                    <a:pt x="7950348" y="2806832"/>
                  </a:lnTo>
                  <a:lnTo>
                    <a:pt x="7890538" y="2847477"/>
                  </a:lnTo>
                  <a:lnTo>
                    <a:pt x="7825407" y="2884145"/>
                  </a:lnTo>
                  <a:lnTo>
                    <a:pt x="7754298" y="2917295"/>
                  </a:lnTo>
                  <a:lnTo>
                    <a:pt x="7676731" y="2947319"/>
                  </a:lnTo>
                  <a:lnTo>
                    <a:pt x="7592522" y="2974528"/>
                  </a:lnTo>
                  <a:lnTo>
                    <a:pt x="7501925" y="2999145"/>
                  </a:lnTo>
                  <a:lnTo>
                    <a:pt x="7405797" y="3021303"/>
                  </a:lnTo>
                  <a:lnTo>
                    <a:pt x="7305752" y="3041056"/>
                  </a:lnTo>
                  <a:lnTo>
                    <a:pt x="7204257" y="3058389"/>
                  </a:lnTo>
                  <a:lnTo>
                    <a:pt x="7104602" y="3073253"/>
                  </a:lnTo>
                  <a:lnTo>
                    <a:pt x="7010673" y="3085597"/>
                  </a:lnTo>
                  <a:lnTo>
                    <a:pt x="6926513" y="3095422"/>
                  </a:lnTo>
                  <a:lnTo>
                    <a:pt x="6855695" y="3102817"/>
                  </a:lnTo>
                  <a:lnTo>
                    <a:pt x="6800665" y="3107986"/>
                  </a:lnTo>
                  <a:lnTo>
                    <a:pt x="6762218" y="3111251"/>
                  </a:lnTo>
                  <a:lnTo>
                    <a:pt x="6739252" y="3113020"/>
                  </a:lnTo>
                  <a:lnTo>
                    <a:pt x="6728823" y="3113752"/>
                  </a:lnTo>
                  <a:lnTo>
                    <a:pt x="6726377" y="3113910"/>
                  </a:lnTo>
                  <a:lnTo>
                    <a:pt x="6726343" y="3113912"/>
                  </a:lnTo>
                  <a:lnTo>
                    <a:pt x="5254955" y="3113912"/>
                  </a:lnTo>
                  <a:lnTo>
                    <a:pt x="5253751" y="3113871"/>
                  </a:lnTo>
                  <a:lnTo>
                    <a:pt x="5245849" y="3113578"/>
                  </a:lnTo>
                  <a:lnTo>
                    <a:pt x="5225961" y="3112769"/>
                  </a:lnTo>
                  <a:lnTo>
                    <a:pt x="5190490" y="3111177"/>
                  </a:lnTo>
                  <a:lnTo>
                    <a:pt x="5137790" y="3108557"/>
                  </a:lnTo>
                  <a:lnTo>
                    <a:pt x="5068297" y="3104711"/>
                  </a:lnTo>
                  <a:lnTo>
                    <a:pt x="4984324" y="3099509"/>
                  </a:lnTo>
                  <a:lnTo>
                    <a:pt x="4889530" y="3092889"/>
                  </a:lnTo>
                  <a:lnTo>
                    <a:pt x="4788193" y="3084845"/>
                  </a:lnTo>
                  <a:lnTo>
                    <a:pt x="4684510" y="3075402"/>
                  </a:lnTo>
                  <a:lnTo>
                    <a:pt x="4582066" y="3064592"/>
                  </a:lnTo>
                  <a:lnTo>
                    <a:pt x="4483566" y="3052424"/>
                  </a:lnTo>
                  <a:lnTo>
                    <a:pt x="4390781" y="3038870"/>
                  </a:lnTo>
                  <a:lnTo>
                    <a:pt x="4304651" y="3023854"/>
                  </a:lnTo>
                  <a:lnTo>
                    <a:pt x="4225455" y="3007250"/>
                  </a:lnTo>
                  <a:lnTo>
                    <a:pt x="4152993" y="2988876"/>
                  </a:lnTo>
                  <a:lnTo>
                    <a:pt x="4086747" y="2968505"/>
                  </a:lnTo>
                  <a:lnTo>
                    <a:pt x="4026009" y="2945871"/>
                  </a:lnTo>
                  <a:lnTo>
                    <a:pt x="3969976" y="2920683"/>
                  </a:lnTo>
                  <a:lnTo>
                    <a:pt x="3917818" y="2892654"/>
                  </a:lnTo>
                  <a:lnTo>
                    <a:pt x="3868734" y="2861546"/>
                  </a:lnTo>
                  <a:lnTo>
                    <a:pt x="3829811" y="2833306"/>
                  </a:lnTo>
                  <a:lnTo>
                    <a:pt x="3784668" y="2796457"/>
                  </a:lnTo>
                  <a:lnTo>
                    <a:pt x="3740818" y="2756360"/>
                  </a:lnTo>
                  <a:lnTo>
                    <a:pt x="3697839" y="2712954"/>
                  </a:lnTo>
                  <a:lnTo>
                    <a:pt x="3655406" y="2666259"/>
                  </a:lnTo>
                  <a:lnTo>
                    <a:pt x="3613276" y="2616384"/>
                  </a:lnTo>
                  <a:lnTo>
                    <a:pt x="3571274" y="2563536"/>
                  </a:lnTo>
                  <a:lnTo>
                    <a:pt x="3529286" y="2508020"/>
                  </a:lnTo>
                  <a:lnTo>
                    <a:pt x="3487245" y="2450238"/>
                  </a:lnTo>
                  <a:lnTo>
                    <a:pt x="3445130" y="2390680"/>
                  </a:lnTo>
                  <a:lnTo>
                    <a:pt x="3402947" y="2329908"/>
                  </a:lnTo>
                  <a:lnTo>
                    <a:pt x="3360726" y="2268534"/>
                  </a:lnTo>
                  <a:lnTo>
                    <a:pt x="3318508" y="2207198"/>
                  </a:lnTo>
                  <a:lnTo>
                    <a:pt x="3276332" y="2146536"/>
                  </a:lnTo>
                  <a:lnTo>
                    <a:pt x="3234225" y="2087156"/>
                  </a:lnTo>
                  <a:lnTo>
                    <a:pt x="3192193" y="2029613"/>
                  </a:lnTo>
                  <a:lnTo>
                    <a:pt x="3150207" y="1974387"/>
                  </a:lnTo>
                  <a:lnTo>
                    <a:pt x="3108197" y="1921870"/>
                  </a:lnTo>
                  <a:lnTo>
                    <a:pt x="3066042" y="1872354"/>
                  </a:lnTo>
                  <a:lnTo>
                    <a:pt x="3023559" y="1826036"/>
                  </a:lnTo>
                  <a:lnTo>
                    <a:pt x="2980498" y="1783014"/>
                  </a:lnTo>
                  <a:lnTo>
                    <a:pt x="2936522" y="1743297"/>
                  </a:lnTo>
                  <a:lnTo>
                    <a:pt x="2896531" y="1710880"/>
                  </a:lnTo>
                  <a:lnTo>
                    <a:pt x="2849443" y="1677124"/>
                  </a:lnTo>
                  <a:lnTo>
                    <a:pt x="2799890" y="1646553"/>
                  </a:lnTo>
                  <a:lnTo>
                    <a:pt x="2747131" y="1619026"/>
                  </a:lnTo>
                  <a:lnTo>
                    <a:pt x="2690356" y="1594293"/>
                  </a:lnTo>
                  <a:lnTo>
                    <a:pt x="2628736" y="1572064"/>
                  </a:lnTo>
                  <a:lnTo>
                    <a:pt x="2561479" y="1552051"/>
                  </a:lnTo>
                  <a:lnTo>
                    <a:pt x="2487901" y="1533993"/>
                  </a:lnTo>
                  <a:lnTo>
                    <a:pt x="2407528" y="1517669"/>
                  </a:lnTo>
                  <a:lnTo>
                    <a:pt x="2320231" y="1502910"/>
                  </a:lnTo>
                  <a:lnTo>
                    <a:pt x="2226386" y="1489596"/>
                  </a:lnTo>
                  <a:lnTo>
                    <a:pt x="2127065" y="1477659"/>
                  </a:lnTo>
                  <a:lnTo>
                    <a:pt x="2024194" y="1467080"/>
                  </a:lnTo>
                  <a:lnTo>
                    <a:pt x="1920635" y="1457873"/>
                  </a:lnTo>
                  <a:lnTo>
                    <a:pt x="1820105" y="1450070"/>
                  </a:lnTo>
                  <a:lnTo>
                    <a:pt x="1726857" y="1443693"/>
                  </a:lnTo>
                  <a:lnTo>
                    <a:pt x="1645117" y="1438728"/>
                  </a:lnTo>
                  <a:lnTo>
                    <a:pt x="1578364" y="1435102"/>
                  </a:lnTo>
                  <a:lnTo>
                    <a:pt x="1528621" y="1432672"/>
                  </a:lnTo>
                  <a:lnTo>
                    <a:pt x="1495974" y="1431231"/>
                  </a:lnTo>
                  <a:lnTo>
                    <a:pt x="1478429" y="1430529"/>
                  </a:lnTo>
                  <a:lnTo>
                    <a:pt x="1472082" y="1430298"/>
                  </a:lnTo>
                  <a:lnTo>
                    <a:pt x="1471387" y="1430274"/>
                  </a:lnTo>
                  <a:lnTo>
                    <a:pt x="0" y="143027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5" name="pg125"/>
            <p:cNvSpPr/>
            <p:nvPr/>
          </p:nvSpPr>
          <p:spPr>
            <a:xfrm>
              <a:off x="4799595" y="2805752"/>
              <a:ext cx="11981298" cy="3073047"/>
            </a:xfrm>
            <a:custGeom>
              <a:avLst/>
              <a:pathLst>
                <a:path w="11981298" h="3073047">
                  <a:moveTo>
                    <a:pt x="0" y="1389409"/>
                  </a:moveTo>
                  <a:lnTo>
                    <a:pt x="1471387" y="1389409"/>
                  </a:lnTo>
                  <a:lnTo>
                    <a:pt x="1472591" y="1389450"/>
                  </a:lnTo>
                  <a:lnTo>
                    <a:pt x="1480494" y="1389743"/>
                  </a:lnTo>
                  <a:lnTo>
                    <a:pt x="1500381" y="1390552"/>
                  </a:lnTo>
                  <a:lnTo>
                    <a:pt x="1535852" y="1392144"/>
                  </a:lnTo>
                  <a:lnTo>
                    <a:pt x="1588552" y="1394764"/>
                  </a:lnTo>
                  <a:lnTo>
                    <a:pt x="1658045" y="1398610"/>
                  </a:lnTo>
                  <a:lnTo>
                    <a:pt x="1742018" y="1403812"/>
                  </a:lnTo>
                  <a:lnTo>
                    <a:pt x="1836812" y="1410432"/>
                  </a:lnTo>
                  <a:lnTo>
                    <a:pt x="1938149" y="1418476"/>
                  </a:lnTo>
                  <a:lnTo>
                    <a:pt x="2041832" y="1427919"/>
                  </a:lnTo>
                  <a:lnTo>
                    <a:pt x="2144276" y="1438729"/>
                  </a:lnTo>
                  <a:lnTo>
                    <a:pt x="2242776" y="1450897"/>
                  </a:lnTo>
                  <a:lnTo>
                    <a:pt x="2335561" y="1464451"/>
                  </a:lnTo>
                  <a:lnTo>
                    <a:pt x="2421691" y="1479467"/>
                  </a:lnTo>
                  <a:lnTo>
                    <a:pt x="2500887" y="1496071"/>
                  </a:lnTo>
                  <a:lnTo>
                    <a:pt x="2573349" y="1514445"/>
                  </a:lnTo>
                  <a:lnTo>
                    <a:pt x="2639595" y="1534816"/>
                  </a:lnTo>
                  <a:lnTo>
                    <a:pt x="2700333" y="1557450"/>
                  </a:lnTo>
                  <a:lnTo>
                    <a:pt x="2756366" y="1582638"/>
                  </a:lnTo>
                  <a:lnTo>
                    <a:pt x="2808524" y="1610668"/>
                  </a:lnTo>
                  <a:lnTo>
                    <a:pt x="2857608" y="1641775"/>
                  </a:lnTo>
                  <a:lnTo>
                    <a:pt x="2896531" y="1670015"/>
                  </a:lnTo>
                  <a:lnTo>
                    <a:pt x="2941674" y="1706864"/>
                  </a:lnTo>
                  <a:lnTo>
                    <a:pt x="2985524" y="1746961"/>
                  </a:lnTo>
                  <a:lnTo>
                    <a:pt x="3028503" y="1790367"/>
                  </a:lnTo>
                  <a:lnTo>
                    <a:pt x="3070936" y="1837062"/>
                  </a:lnTo>
                  <a:lnTo>
                    <a:pt x="3113066" y="1886937"/>
                  </a:lnTo>
                  <a:lnTo>
                    <a:pt x="3155068" y="1939785"/>
                  </a:lnTo>
                  <a:lnTo>
                    <a:pt x="3197057" y="1995301"/>
                  </a:lnTo>
                  <a:lnTo>
                    <a:pt x="3239097" y="2053083"/>
                  </a:lnTo>
                  <a:lnTo>
                    <a:pt x="3281212" y="2112641"/>
                  </a:lnTo>
                  <a:lnTo>
                    <a:pt x="3323395" y="2173413"/>
                  </a:lnTo>
                  <a:lnTo>
                    <a:pt x="3365616" y="2234787"/>
                  </a:lnTo>
                  <a:lnTo>
                    <a:pt x="3407834" y="2296123"/>
                  </a:lnTo>
                  <a:lnTo>
                    <a:pt x="3450011" y="2356785"/>
                  </a:lnTo>
                  <a:lnTo>
                    <a:pt x="3492117" y="2416165"/>
                  </a:lnTo>
                  <a:lnTo>
                    <a:pt x="3534149" y="2473708"/>
                  </a:lnTo>
                  <a:lnTo>
                    <a:pt x="3576135" y="2528934"/>
                  </a:lnTo>
                  <a:lnTo>
                    <a:pt x="3618145" y="2581451"/>
                  </a:lnTo>
                  <a:lnTo>
                    <a:pt x="3660300" y="2630967"/>
                  </a:lnTo>
                  <a:lnTo>
                    <a:pt x="3702783" y="2677285"/>
                  </a:lnTo>
                  <a:lnTo>
                    <a:pt x="3745844" y="2720307"/>
                  </a:lnTo>
                  <a:lnTo>
                    <a:pt x="3789820" y="2760024"/>
                  </a:lnTo>
                  <a:lnTo>
                    <a:pt x="3829811" y="2792441"/>
                  </a:lnTo>
                  <a:lnTo>
                    <a:pt x="3876899" y="2826197"/>
                  </a:lnTo>
                  <a:lnTo>
                    <a:pt x="3926453" y="2856768"/>
                  </a:lnTo>
                  <a:lnTo>
                    <a:pt x="3979211" y="2884295"/>
                  </a:lnTo>
                  <a:lnTo>
                    <a:pt x="4035986" y="2909028"/>
                  </a:lnTo>
                  <a:lnTo>
                    <a:pt x="4097606" y="2931257"/>
                  </a:lnTo>
                  <a:lnTo>
                    <a:pt x="4164863" y="2951270"/>
                  </a:lnTo>
                  <a:lnTo>
                    <a:pt x="4238442" y="2969329"/>
                  </a:lnTo>
                  <a:lnTo>
                    <a:pt x="4318814" y="2985652"/>
                  </a:lnTo>
                  <a:lnTo>
                    <a:pt x="4406111" y="3000411"/>
                  </a:lnTo>
                  <a:lnTo>
                    <a:pt x="4499956" y="3013725"/>
                  </a:lnTo>
                  <a:lnTo>
                    <a:pt x="4599277" y="3025662"/>
                  </a:lnTo>
                  <a:lnTo>
                    <a:pt x="4702148" y="3036241"/>
                  </a:lnTo>
                  <a:lnTo>
                    <a:pt x="4805707" y="3045448"/>
                  </a:lnTo>
                  <a:lnTo>
                    <a:pt x="4906237" y="3053251"/>
                  </a:lnTo>
                  <a:lnTo>
                    <a:pt x="4999486" y="3059628"/>
                  </a:lnTo>
                  <a:lnTo>
                    <a:pt x="5081225" y="3064593"/>
                  </a:lnTo>
                  <a:lnTo>
                    <a:pt x="5147978" y="3068219"/>
                  </a:lnTo>
                  <a:lnTo>
                    <a:pt x="5197721" y="3070649"/>
                  </a:lnTo>
                  <a:lnTo>
                    <a:pt x="5230368" y="3072090"/>
                  </a:lnTo>
                  <a:lnTo>
                    <a:pt x="5247913" y="3072792"/>
                  </a:lnTo>
                  <a:lnTo>
                    <a:pt x="5254261" y="3073023"/>
                  </a:lnTo>
                  <a:lnTo>
                    <a:pt x="5254955" y="3073047"/>
                  </a:lnTo>
                  <a:lnTo>
                    <a:pt x="6726343" y="3073047"/>
                  </a:lnTo>
                  <a:lnTo>
                    <a:pt x="6727475" y="3072977"/>
                  </a:lnTo>
                  <a:lnTo>
                    <a:pt x="6734920" y="3072476"/>
                  </a:lnTo>
                  <a:lnTo>
                    <a:pt x="6753692" y="3071093"/>
                  </a:lnTo>
                  <a:lnTo>
                    <a:pt x="6787261" y="3068371"/>
                  </a:lnTo>
                  <a:lnTo>
                    <a:pt x="6837311" y="3063884"/>
                  </a:lnTo>
                  <a:lnTo>
                    <a:pt x="6903612" y="3057288"/>
                  </a:lnTo>
                  <a:lnTo>
                    <a:pt x="6984166" y="3048344"/>
                  </a:lnTo>
                  <a:lnTo>
                    <a:pt x="7075662" y="3036931"/>
                  </a:lnTo>
                  <a:lnTo>
                    <a:pt x="7174118" y="3023027"/>
                  </a:lnTo>
                  <a:lnTo>
                    <a:pt x="7275534" y="3006671"/>
                  </a:lnTo>
                  <a:lnTo>
                    <a:pt x="7376400" y="2987917"/>
                  </a:lnTo>
                  <a:lnTo>
                    <a:pt x="7473985" y="2966793"/>
                  </a:lnTo>
                  <a:lnTo>
                    <a:pt x="7566422" y="2943267"/>
                  </a:lnTo>
                  <a:lnTo>
                    <a:pt x="7652642" y="2917234"/>
                  </a:lnTo>
                  <a:lnTo>
                    <a:pt x="7732230" y="2888498"/>
                  </a:lnTo>
                  <a:lnTo>
                    <a:pt x="7805259" y="2856779"/>
                  </a:lnTo>
                  <a:lnTo>
                    <a:pt x="7872135" y="2821711"/>
                  </a:lnTo>
                  <a:lnTo>
                    <a:pt x="7933475" y="2782859"/>
                  </a:lnTo>
                  <a:lnTo>
                    <a:pt x="7990010" y="2739736"/>
                  </a:lnTo>
                  <a:lnTo>
                    <a:pt x="8042517" y="2691841"/>
                  </a:lnTo>
                  <a:lnTo>
                    <a:pt x="8091767" y="2638722"/>
                  </a:lnTo>
                  <a:lnTo>
                    <a:pt x="8138476" y="2580075"/>
                  </a:lnTo>
                  <a:lnTo>
                    <a:pt x="8151487" y="2562234"/>
                  </a:lnTo>
                  <a:lnTo>
                    <a:pt x="8187994" y="2508618"/>
                  </a:lnTo>
                  <a:lnTo>
                    <a:pt x="8223601" y="2451179"/>
                  </a:lnTo>
                  <a:lnTo>
                    <a:pt x="8258546" y="2389840"/>
                  </a:lnTo>
                  <a:lnTo>
                    <a:pt x="8293023" y="2324581"/>
                  </a:lnTo>
                  <a:lnTo>
                    <a:pt x="8327186" y="2255447"/>
                  </a:lnTo>
                  <a:lnTo>
                    <a:pt x="8361157" y="2182555"/>
                  </a:lnTo>
                  <a:lnTo>
                    <a:pt x="8395031" y="2106094"/>
                  </a:lnTo>
                  <a:lnTo>
                    <a:pt x="8428874" y="2026331"/>
                  </a:lnTo>
                  <a:lnTo>
                    <a:pt x="8462732" y="1943609"/>
                  </a:lnTo>
                  <a:lnTo>
                    <a:pt x="8496631" y="1858343"/>
                  </a:lnTo>
                  <a:lnTo>
                    <a:pt x="8530579" y="1771011"/>
                  </a:lnTo>
                  <a:lnTo>
                    <a:pt x="8564574" y="1682148"/>
                  </a:lnTo>
                  <a:lnTo>
                    <a:pt x="8598600" y="1592331"/>
                  </a:lnTo>
                  <a:lnTo>
                    <a:pt x="8632639" y="1502163"/>
                  </a:lnTo>
                  <a:lnTo>
                    <a:pt x="8666669" y="1412256"/>
                  </a:lnTo>
                  <a:lnTo>
                    <a:pt x="8700669" y="1323216"/>
                  </a:lnTo>
                  <a:lnTo>
                    <a:pt x="8734625" y="1235624"/>
                  </a:lnTo>
                  <a:lnTo>
                    <a:pt x="8768530" y="1150022"/>
                  </a:lnTo>
                  <a:lnTo>
                    <a:pt x="8802393" y="1066897"/>
                  </a:lnTo>
                  <a:lnTo>
                    <a:pt x="8836236" y="986675"/>
                  </a:lnTo>
                  <a:lnTo>
                    <a:pt x="8870102" y="909709"/>
                  </a:lnTo>
                  <a:lnTo>
                    <a:pt x="8904054" y="836277"/>
                  </a:lnTo>
                  <a:lnTo>
                    <a:pt x="8938181" y="766581"/>
                  </a:lnTo>
                  <a:lnTo>
                    <a:pt x="8972603" y="700747"/>
                  </a:lnTo>
                  <a:lnTo>
                    <a:pt x="9007468" y="638830"/>
                  </a:lnTo>
                  <a:lnTo>
                    <a:pt x="9042964" y="580820"/>
                  </a:lnTo>
                  <a:lnTo>
                    <a:pt x="9079322" y="526647"/>
                  </a:lnTo>
                  <a:lnTo>
                    <a:pt x="9084767" y="518985"/>
                  </a:lnTo>
                  <a:lnTo>
                    <a:pt x="9130868" y="458736"/>
                  </a:lnTo>
                  <a:lnTo>
                    <a:pt x="9179319" y="404053"/>
                  </a:lnTo>
                  <a:lnTo>
                    <a:pt x="9230816" y="354702"/>
                  </a:lnTo>
                  <a:lnTo>
                    <a:pt x="9286116" y="310262"/>
                  </a:lnTo>
                  <a:lnTo>
                    <a:pt x="9346001" y="270237"/>
                  </a:lnTo>
                  <a:lnTo>
                    <a:pt x="9411220" y="234132"/>
                  </a:lnTo>
                  <a:lnTo>
                    <a:pt x="9482432" y="201494"/>
                  </a:lnTo>
                  <a:lnTo>
                    <a:pt x="9560116" y="171935"/>
                  </a:lnTo>
                  <a:lnTo>
                    <a:pt x="9644453" y="145151"/>
                  </a:lnTo>
                  <a:lnTo>
                    <a:pt x="9735186" y="120921"/>
                  </a:lnTo>
                  <a:lnTo>
                    <a:pt x="9831449" y="99115"/>
                  </a:lnTo>
                  <a:lnTo>
                    <a:pt x="9931615" y="79680"/>
                  </a:lnTo>
                  <a:lnTo>
                    <a:pt x="10033202" y="62632"/>
                  </a:lnTo>
                  <a:lnTo>
                    <a:pt x="10132902" y="48020"/>
                  </a:lnTo>
                  <a:lnTo>
                    <a:pt x="10226812" y="35892"/>
                  </a:lnTo>
                  <a:lnTo>
                    <a:pt x="10310883" y="26247"/>
                  </a:lnTo>
                  <a:lnTo>
                    <a:pt x="10381542" y="18997"/>
                  </a:lnTo>
                  <a:lnTo>
                    <a:pt x="10436357" y="13937"/>
                  </a:lnTo>
                  <a:lnTo>
                    <a:pt x="10474562" y="10750"/>
                  </a:lnTo>
                  <a:lnTo>
                    <a:pt x="10497294" y="9029"/>
                  </a:lnTo>
                  <a:lnTo>
                    <a:pt x="10507536" y="8323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8778" y="70"/>
                  </a:lnTo>
                  <a:lnTo>
                    <a:pt x="10501333" y="570"/>
                  </a:lnTo>
                  <a:lnTo>
                    <a:pt x="10482561" y="1953"/>
                  </a:lnTo>
                  <a:lnTo>
                    <a:pt x="10448993" y="4676"/>
                  </a:lnTo>
                  <a:lnTo>
                    <a:pt x="10398942" y="9162"/>
                  </a:lnTo>
                  <a:lnTo>
                    <a:pt x="10332641" y="15758"/>
                  </a:lnTo>
                  <a:lnTo>
                    <a:pt x="10252088" y="24702"/>
                  </a:lnTo>
                  <a:lnTo>
                    <a:pt x="10160592" y="36115"/>
                  </a:lnTo>
                  <a:lnTo>
                    <a:pt x="10062135" y="50019"/>
                  </a:lnTo>
                  <a:lnTo>
                    <a:pt x="9960719" y="66375"/>
                  </a:lnTo>
                  <a:lnTo>
                    <a:pt x="9859853" y="85129"/>
                  </a:lnTo>
                  <a:lnTo>
                    <a:pt x="9762269" y="106254"/>
                  </a:lnTo>
                  <a:lnTo>
                    <a:pt x="9669832" y="129779"/>
                  </a:lnTo>
                  <a:lnTo>
                    <a:pt x="9583611" y="155813"/>
                  </a:lnTo>
                  <a:lnTo>
                    <a:pt x="9504023" y="184548"/>
                  </a:lnTo>
                  <a:lnTo>
                    <a:pt x="9430994" y="216268"/>
                  </a:lnTo>
                  <a:lnTo>
                    <a:pt x="9364118" y="251335"/>
                  </a:lnTo>
                  <a:lnTo>
                    <a:pt x="9302779" y="290187"/>
                  </a:lnTo>
                  <a:lnTo>
                    <a:pt x="9246244" y="333310"/>
                  </a:lnTo>
                  <a:lnTo>
                    <a:pt x="9193736" y="381205"/>
                  </a:lnTo>
                  <a:lnTo>
                    <a:pt x="9144487" y="434325"/>
                  </a:lnTo>
                  <a:lnTo>
                    <a:pt x="9097777" y="492972"/>
                  </a:lnTo>
                  <a:lnTo>
                    <a:pt x="9084767" y="510812"/>
                  </a:lnTo>
                  <a:lnTo>
                    <a:pt x="9048259" y="564429"/>
                  </a:lnTo>
                  <a:lnTo>
                    <a:pt x="9012652" y="621868"/>
                  </a:lnTo>
                  <a:lnTo>
                    <a:pt x="8977707" y="683207"/>
                  </a:lnTo>
                  <a:lnTo>
                    <a:pt x="8943230" y="748466"/>
                  </a:lnTo>
                  <a:lnTo>
                    <a:pt x="8909067" y="817599"/>
                  </a:lnTo>
                  <a:lnTo>
                    <a:pt x="8875096" y="890492"/>
                  </a:lnTo>
                  <a:lnTo>
                    <a:pt x="8841222" y="966952"/>
                  </a:lnTo>
                  <a:lnTo>
                    <a:pt x="8807379" y="1046715"/>
                  </a:lnTo>
                  <a:lnTo>
                    <a:pt x="8773521" y="1129437"/>
                  </a:lnTo>
                  <a:lnTo>
                    <a:pt x="8739622" y="1214704"/>
                  </a:lnTo>
                  <a:lnTo>
                    <a:pt x="8705674" y="1302036"/>
                  </a:lnTo>
                  <a:lnTo>
                    <a:pt x="8671680" y="1390898"/>
                  </a:lnTo>
                  <a:lnTo>
                    <a:pt x="8637653" y="1480715"/>
                  </a:lnTo>
                  <a:lnTo>
                    <a:pt x="8603614" y="1570883"/>
                  </a:lnTo>
                  <a:lnTo>
                    <a:pt x="8569584" y="1660790"/>
                  </a:lnTo>
                  <a:lnTo>
                    <a:pt x="8535584" y="1749830"/>
                  </a:lnTo>
                  <a:lnTo>
                    <a:pt x="8501629" y="1837422"/>
                  </a:lnTo>
                  <a:lnTo>
                    <a:pt x="8467723" y="1923025"/>
                  </a:lnTo>
                  <a:lnTo>
                    <a:pt x="8433860" y="2006149"/>
                  </a:lnTo>
                  <a:lnTo>
                    <a:pt x="8400017" y="2086371"/>
                  </a:lnTo>
                  <a:lnTo>
                    <a:pt x="8366152" y="2163337"/>
                  </a:lnTo>
                  <a:lnTo>
                    <a:pt x="8332200" y="2236769"/>
                  </a:lnTo>
                  <a:lnTo>
                    <a:pt x="8298072" y="2306465"/>
                  </a:lnTo>
                  <a:lnTo>
                    <a:pt x="8263650" y="2372299"/>
                  </a:lnTo>
                  <a:lnTo>
                    <a:pt x="8228785" y="2434216"/>
                  </a:lnTo>
                  <a:lnTo>
                    <a:pt x="8193289" y="2492226"/>
                  </a:lnTo>
                  <a:lnTo>
                    <a:pt x="8156932" y="2546399"/>
                  </a:lnTo>
                  <a:lnTo>
                    <a:pt x="8151487" y="2554061"/>
                  </a:lnTo>
                  <a:lnTo>
                    <a:pt x="8105386" y="2614311"/>
                  </a:lnTo>
                  <a:lnTo>
                    <a:pt x="8056934" y="2668994"/>
                  </a:lnTo>
                  <a:lnTo>
                    <a:pt x="8005438" y="2718344"/>
                  </a:lnTo>
                  <a:lnTo>
                    <a:pt x="7950137" y="2762784"/>
                  </a:lnTo>
                  <a:lnTo>
                    <a:pt x="7890253" y="2802809"/>
                  </a:lnTo>
                  <a:lnTo>
                    <a:pt x="7825033" y="2838914"/>
                  </a:lnTo>
                  <a:lnTo>
                    <a:pt x="7753821" y="2871553"/>
                  </a:lnTo>
                  <a:lnTo>
                    <a:pt x="7676137" y="2901111"/>
                  </a:lnTo>
                  <a:lnTo>
                    <a:pt x="7591800" y="2927895"/>
                  </a:lnTo>
                  <a:lnTo>
                    <a:pt x="7501067" y="2952125"/>
                  </a:lnTo>
                  <a:lnTo>
                    <a:pt x="7404805" y="2973932"/>
                  </a:lnTo>
                  <a:lnTo>
                    <a:pt x="7304638" y="2993366"/>
                  </a:lnTo>
                  <a:lnTo>
                    <a:pt x="7203051" y="3010414"/>
                  </a:lnTo>
                  <a:lnTo>
                    <a:pt x="7103351" y="3025027"/>
                  </a:lnTo>
                  <a:lnTo>
                    <a:pt x="7009441" y="3037155"/>
                  </a:lnTo>
                  <a:lnTo>
                    <a:pt x="6925370" y="3046799"/>
                  </a:lnTo>
                  <a:lnTo>
                    <a:pt x="6854711" y="3054049"/>
                  </a:lnTo>
                  <a:lnTo>
                    <a:pt x="6799896" y="3059109"/>
                  </a:lnTo>
                  <a:lnTo>
                    <a:pt x="6761692" y="3062297"/>
                  </a:lnTo>
                  <a:lnTo>
                    <a:pt x="6738960" y="3064017"/>
                  </a:lnTo>
                  <a:lnTo>
                    <a:pt x="6728717" y="3064724"/>
                  </a:lnTo>
                  <a:lnTo>
                    <a:pt x="6726343" y="3064874"/>
                  </a:lnTo>
                  <a:lnTo>
                    <a:pt x="5254955" y="3064874"/>
                  </a:lnTo>
                  <a:lnTo>
                    <a:pt x="5253751" y="3064833"/>
                  </a:lnTo>
                  <a:lnTo>
                    <a:pt x="5245849" y="3064540"/>
                  </a:lnTo>
                  <a:lnTo>
                    <a:pt x="5225961" y="3063731"/>
                  </a:lnTo>
                  <a:lnTo>
                    <a:pt x="5190490" y="3062139"/>
                  </a:lnTo>
                  <a:lnTo>
                    <a:pt x="5137790" y="3059519"/>
                  </a:lnTo>
                  <a:lnTo>
                    <a:pt x="5068297" y="3055673"/>
                  </a:lnTo>
                  <a:lnTo>
                    <a:pt x="4984324" y="3050471"/>
                  </a:lnTo>
                  <a:lnTo>
                    <a:pt x="4889530" y="3043851"/>
                  </a:lnTo>
                  <a:lnTo>
                    <a:pt x="4788193" y="3035807"/>
                  </a:lnTo>
                  <a:lnTo>
                    <a:pt x="4684510" y="3026364"/>
                  </a:lnTo>
                  <a:lnTo>
                    <a:pt x="4582066" y="3015554"/>
                  </a:lnTo>
                  <a:lnTo>
                    <a:pt x="4483566" y="3003386"/>
                  </a:lnTo>
                  <a:lnTo>
                    <a:pt x="4390781" y="2989832"/>
                  </a:lnTo>
                  <a:lnTo>
                    <a:pt x="4304651" y="2974816"/>
                  </a:lnTo>
                  <a:lnTo>
                    <a:pt x="4225455" y="2958212"/>
                  </a:lnTo>
                  <a:lnTo>
                    <a:pt x="4152993" y="2939838"/>
                  </a:lnTo>
                  <a:lnTo>
                    <a:pt x="4086747" y="2919467"/>
                  </a:lnTo>
                  <a:lnTo>
                    <a:pt x="4026009" y="2896833"/>
                  </a:lnTo>
                  <a:lnTo>
                    <a:pt x="3969976" y="2871645"/>
                  </a:lnTo>
                  <a:lnTo>
                    <a:pt x="3917818" y="2843616"/>
                  </a:lnTo>
                  <a:lnTo>
                    <a:pt x="3868734" y="2812508"/>
                  </a:lnTo>
                  <a:lnTo>
                    <a:pt x="3829811" y="2784268"/>
                  </a:lnTo>
                  <a:lnTo>
                    <a:pt x="3784668" y="2747419"/>
                  </a:lnTo>
                  <a:lnTo>
                    <a:pt x="3740818" y="2707322"/>
                  </a:lnTo>
                  <a:lnTo>
                    <a:pt x="3697839" y="2663916"/>
                  </a:lnTo>
                  <a:lnTo>
                    <a:pt x="3655406" y="2617221"/>
                  </a:lnTo>
                  <a:lnTo>
                    <a:pt x="3613276" y="2567346"/>
                  </a:lnTo>
                  <a:lnTo>
                    <a:pt x="3571274" y="2514498"/>
                  </a:lnTo>
                  <a:lnTo>
                    <a:pt x="3529286" y="2458982"/>
                  </a:lnTo>
                  <a:lnTo>
                    <a:pt x="3487245" y="2401200"/>
                  </a:lnTo>
                  <a:lnTo>
                    <a:pt x="3445130" y="2341642"/>
                  </a:lnTo>
                  <a:lnTo>
                    <a:pt x="3402947" y="2280870"/>
                  </a:lnTo>
                  <a:lnTo>
                    <a:pt x="3360726" y="2219496"/>
                  </a:lnTo>
                  <a:lnTo>
                    <a:pt x="3318508" y="2158160"/>
                  </a:lnTo>
                  <a:lnTo>
                    <a:pt x="3276332" y="2097498"/>
                  </a:lnTo>
                  <a:lnTo>
                    <a:pt x="3234225" y="2038118"/>
                  </a:lnTo>
                  <a:lnTo>
                    <a:pt x="3192193" y="1980575"/>
                  </a:lnTo>
                  <a:lnTo>
                    <a:pt x="3150207" y="1925349"/>
                  </a:lnTo>
                  <a:lnTo>
                    <a:pt x="3108197" y="1872832"/>
                  </a:lnTo>
                  <a:lnTo>
                    <a:pt x="3066042" y="1823316"/>
                  </a:lnTo>
                  <a:lnTo>
                    <a:pt x="3023559" y="1776998"/>
                  </a:lnTo>
                  <a:lnTo>
                    <a:pt x="2980498" y="1733976"/>
                  </a:lnTo>
                  <a:lnTo>
                    <a:pt x="2936522" y="1694259"/>
                  </a:lnTo>
                  <a:lnTo>
                    <a:pt x="2896531" y="1661842"/>
                  </a:lnTo>
                  <a:lnTo>
                    <a:pt x="2849443" y="1628086"/>
                  </a:lnTo>
                  <a:lnTo>
                    <a:pt x="2799890" y="1597515"/>
                  </a:lnTo>
                  <a:lnTo>
                    <a:pt x="2747131" y="1569988"/>
                  </a:lnTo>
                  <a:lnTo>
                    <a:pt x="2690356" y="1545255"/>
                  </a:lnTo>
                  <a:lnTo>
                    <a:pt x="2628736" y="1523026"/>
                  </a:lnTo>
                  <a:lnTo>
                    <a:pt x="2561479" y="1503013"/>
                  </a:lnTo>
                  <a:lnTo>
                    <a:pt x="2487901" y="1484955"/>
                  </a:lnTo>
                  <a:lnTo>
                    <a:pt x="2407528" y="1468631"/>
                  </a:lnTo>
                  <a:lnTo>
                    <a:pt x="2320231" y="1453872"/>
                  </a:lnTo>
                  <a:lnTo>
                    <a:pt x="2226386" y="1440558"/>
                  </a:lnTo>
                  <a:lnTo>
                    <a:pt x="2127065" y="1428621"/>
                  </a:lnTo>
                  <a:lnTo>
                    <a:pt x="2024194" y="1418042"/>
                  </a:lnTo>
                  <a:lnTo>
                    <a:pt x="1920635" y="1408835"/>
                  </a:lnTo>
                  <a:lnTo>
                    <a:pt x="1820105" y="1401032"/>
                  </a:lnTo>
                  <a:lnTo>
                    <a:pt x="1726857" y="1394655"/>
                  </a:lnTo>
                  <a:lnTo>
                    <a:pt x="1645117" y="1389690"/>
                  </a:lnTo>
                  <a:lnTo>
                    <a:pt x="1578364" y="1386064"/>
                  </a:lnTo>
                  <a:lnTo>
                    <a:pt x="1528621" y="1383634"/>
                  </a:lnTo>
                  <a:lnTo>
                    <a:pt x="1495974" y="1382193"/>
                  </a:lnTo>
                  <a:lnTo>
                    <a:pt x="1478429" y="1381491"/>
                  </a:lnTo>
                  <a:lnTo>
                    <a:pt x="1472082" y="1381260"/>
                  </a:lnTo>
                  <a:lnTo>
                    <a:pt x="1471387" y="1381236"/>
                  </a:lnTo>
                  <a:lnTo>
                    <a:pt x="0" y="1381236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26" name="pl126"/>
            <p:cNvSpPr/>
            <p:nvPr/>
          </p:nvSpPr>
          <p:spPr>
            <a:xfrm>
              <a:off x="4799595" y="2813925"/>
              <a:ext cx="11981298" cy="3064874"/>
            </a:xfrm>
            <a:custGeom>
              <a:avLst/>
              <a:pathLst>
                <a:path w="11981298" h="3064874">
                  <a:moveTo>
                    <a:pt x="0" y="1381236"/>
                  </a:moveTo>
                  <a:lnTo>
                    <a:pt x="1471387" y="1381236"/>
                  </a:lnTo>
                  <a:lnTo>
                    <a:pt x="1472591" y="1381277"/>
                  </a:lnTo>
                  <a:lnTo>
                    <a:pt x="1480494" y="1381570"/>
                  </a:lnTo>
                  <a:lnTo>
                    <a:pt x="1500381" y="1382379"/>
                  </a:lnTo>
                  <a:lnTo>
                    <a:pt x="1535852" y="1383971"/>
                  </a:lnTo>
                  <a:lnTo>
                    <a:pt x="1588552" y="1386591"/>
                  </a:lnTo>
                  <a:lnTo>
                    <a:pt x="1658045" y="1390437"/>
                  </a:lnTo>
                  <a:lnTo>
                    <a:pt x="1742018" y="1395639"/>
                  </a:lnTo>
                  <a:lnTo>
                    <a:pt x="1836812" y="1402259"/>
                  </a:lnTo>
                  <a:lnTo>
                    <a:pt x="1938149" y="1410303"/>
                  </a:lnTo>
                  <a:lnTo>
                    <a:pt x="2041832" y="1419746"/>
                  </a:lnTo>
                  <a:lnTo>
                    <a:pt x="2144276" y="1430556"/>
                  </a:lnTo>
                  <a:lnTo>
                    <a:pt x="2242776" y="1442724"/>
                  </a:lnTo>
                  <a:lnTo>
                    <a:pt x="2335561" y="1456278"/>
                  </a:lnTo>
                  <a:lnTo>
                    <a:pt x="2421691" y="1471294"/>
                  </a:lnTo>
                  <a:lnTo>
                    <a:pt x="2500887" y="1487898"/>
                  </a:lnTo>
                  <a:lnTo>
                    <a:pt x="2573349" y="1506272"/>
                  </a:lnTo>
                  <a:lnTo>
                    <a:pt x="2639595" y="1526643"/>
                  </a:lnTo>
                  <a:lnTo>
                    <a:pt x="2700333" y="1549277"/>
                  </a:lnTo>
                  <a:lnTo>
                    <a:pt x="2756366" y="1574465"/>
                  </a:lnTo>
                  <a:lnTo>
                    <a:pt x="2808524" y="1602495"/>
                  </a:lnTo>
                  <a:lnTo>
                    <a:pt x="2857608" y="1633602"/>
                  </a:lnTo>
                  <a:lnTo>
                    <a:pt x="2896531" y="1661842"/>
                  </a:lnTo>
                  <a:lnTo>
                    <a:pt x="2941674" y="1698691"/>
                  </a:lnTo>
                  <a:lnTo>
                    <a:pt x="2985524" y="1738788"/>
                  </a:lnTo>
                  <a:lnTo>
                    <a:pt x="3028503" y="1782194"/>
                  </a:lnTo>
                  <a:lnTo>
                    <a:pt x="3070936" y="1828889"/>
                  </a:lnTo>
                  <a:lnTo>
                    <a:pt x="3113066" y="1878764"/>
                  </a:lnTo>
                  <a:lnTo>
                    <a:pt x="3155068" y="1931612"/>
                  </a:lnTo>
                  <a:lnTo>
                    <a:pt x="3197057" y="1987128"/>
                  </a:lnTo>
                  <a:lnTo>
                    <a:pt x="3239097" y="2044910"/>
                  </a:lnTo>
                  <a:lnTo>
                    <a:pt x="3281212" y="2104468"/>
                  </a:lnTo>
                  <a:lnTo>
                    <a:pt x="3323395" y="2165240"/>
                  </a:lnTo>
                  <a:lnTo>
                    <a:pt x="3365616" y="2226614"/>
                  </a:lnTo>
                  <a:lnTo>
                    <a:pt x="3407834" y="2287950"/>
                  </a:lnTo>
                  <a:lnTo>
                    <a:pt x="3450011" y="2348612"/>
                  </a:lnTo>
                  <a:lnTo>
                    <a:pt x="3492117" y="2407992"/>
                  </a:lnTo>
                  <a:lnTo>
                    <a:pt x="3534149" y="2465535"/>
                  </a:lnTo>
                  <a:lnTo>
                    <a:pt x="3576135" y="2520761"/>
                  </a:lnTo>
                  <a:lnTo>
                    <a:pt x="3618145" y="2573278"/>
                  </a:lnTo>
                  <a:lnTo>
                    <a:pt x="3660300" y="2622794"/>
                  </a:lnTo>
                  <a:lnTo>
                    <a:pt x="3702783" y="2669112"/>
                  </a:lnTo>
                  <a:lnTo>
                    <a:pt x="3745844" y="2712134"/>
                  </a:lnTo>
                  <a:lnTo>
                    <a:pt x="3789820" y="2751851"/>
                  </a:lnTo>
                  <a:lnTo>
                    <a:pt x="3829811" y="2784268"/>
                  </a:lnTo>
                  <a:lnTo>
                    <a:pt x="3876899" y="2818024"/>
                  </a:lnTo>
                  <a:lnTo>
                    <a:pt x="3926453" y="2848595"/>
                  </a:lnTo>
                  <a:lnTo>
                    <a:pt x="3979211" y="2876122"/>
                  </a:lnTo>
                  <a:lnTo>
                    <a:pt x="4035986" y="2900855"/>
                  </a:lnTo>
                  <a:lnTo>
                    <a:pt x="4097606" y="2923084"/>
                  </a:lnTo>
                  <a:lnTo>
                    <a:pt x="4164863" y="2943097"/>
                  </a:lnTo>
                  <a:lnTo>
                    <a:pt x="4238442" y="2961156"/>
                  </a:lnTo>
                  <a:lnTo>
                    <a:pt x="4318814" y="2977479"/>
                  </a:lnTo>
                  <a:lnTo>
                    <a:pt x="4406111" y="2992238"/>
                  </a:lnTo>
                  <a:lnTo>
                    <a:pt x="4499956" y="3005552"/>
                  </a:lnTo>
                  <a:lnTo>
                    <a:pt x="4599277" y="3017489"/>
                  </a:lnTo>
                  <a:lnTo>
                    <a:pt x="4702148" y="3028068"/>
                  </a:lnTo>
                  <a:lnTo>
                    <a:pt x="4805707" y="3037275"/>
                  </a:lnTo>
                  <a:lnTo>
                    <a:pt x="4906237" y="3045078"/>
                  </a:lnTo>
                  <a:lnTo>
                    <a:pt x="4999486" y="3051455"/>
                  </a:lnTo>
                  <a:lnTo>
                    <a:pt x="5081225" y="3056420"/>
                  </a:lnTo>
                  <a:lnTo>
                    <a:pt x="5147978" y="3060046"/>
                  </a:lnTo>
                  <a:lnTo>
                    <a:pt x="5197721" y="3062476"/>
                  </a:lnTo>
                  <a:lnTo>
                    <a:pt x="5230368" y="3063917"/>
                  </a:lnTo>
                  <a:lnTo>
                    <a:pt x="5247913" y="3064619"/>
                  </a:lnTo>
                  <a:lnTo>
                    <a:pt x="5254261" y="3064850"/>
                  </a:lnTo>
                  <a:lnTo>
                    <a:pt x="5254955" y="3064874"/>
                  </a:lnTo>
                  <a:lnTo>
                    <a:pt x="6726343" y="3064874"/>
                  </a:lnTo>
                  <a:lnTo>
                    <a:pt x="6727475" y="3064804"/>
                  </a:lnTo>
                  <a:lnTo>
                    <a:pt x="6734920" y="3064303"/>
                  </a:lnTo>
                  <a:lnTo>
                    <a:pt x="6753692" y="3062920"/>
                  </a:lnTo>
                  <a:lnTo>
                    <a:pt x="6787261" y="3060198"/>
                  </a:lnTo>
                  <a:lnTo>
                    <a:pt x="6837311" y="3055711"/>
                  </a:lnTo>
                  <a:lnTo>
                    <a:pt x="6903612" y="3049115"/>
                  </a:lnTo>
                  <a:lnTo>
                    <a:pt x="6984166" y="3040171"/>
                  </a:lnTo>
                  <a:lnTo>
                    <a:pt x="7075662" y="3028758"/>
                  </a:lnTo>
                  <a:lnTo>
                    <a:pt x="7174118" y="3014854"/>
                  </a:lnTo>
                  <a:lnTo>
                    <a:pt x="7275534" y="2998498"/>
                  </a:lnTo>
                  <a:lnTo>
                    <a:pt x="7376400" y="2979744"/>
                  </a:lnTo>
                  <a:lnTo>
                    <a:pt x="7473985" y="2958620"/>
                  </a:lnTo>
                  <a:lnTo>
                    <a:pt x="7566422" y="2935094"/>
                  </a:lnTo>
                  <a:lnTo>
                    <a:pt x="7652642" y="2909061"/>
                  </a:lnTo>
                  <a:lnTo>
                    <a:pt x="7732230" y="2880325"/>
                  </a:lnTo>
                  <a:lnTo>
                    <a:pt x="7805259" y="2848606"/>
                  </a:lnTo>
                  <a:lnTo>
                    <a:pt x="7872135" y="2813538"/>
                  </a:lnTo>
                  <a:lnTo>
                    <a:pt x="7933475" y="2774686"/>
                  </a:lnTo>
                  <a:lnTo>
                    <a:pt x="7990010" y="2731563"/>
                  </a:lnTo>
                  <a:lnTo>
                    <a:pt x="8042517" y="2683668"/>
                  </a:lnTo>
                  <a:lnTo>
                    <a:pt x="8091767" y="2630549"/>
                  </a:lnTo>
                  <a:lnTo>
                    <a:pt x="8138476" y="2571902"/>
                  </a:lnTo>
                  <a:lnTo>
                    <a:pt x="8151487" y="2554061"/>
                  </a:lnTo>
                  <a:lnTo>
                    <a:pt x="8187994" y="2500445"/>
                  </a:lnTo>
                  <a:lnTo>
                    <a:pt x="8223601" y="2443006"/>
                  </a:lnTo>
                  <a:lnTo>
                    <a:pt x="8258546" y="2381667"/>
                  </a:lnTo>
                  <a:lnTo>
                    <a:pt x="8293023" y="2316408"/>
                  </a:lnTo>
                  <a:lnTo>
                    <a:pt x="8327186" y="2247274"/>
                  </a:lnTo>
                  <a:lnTo>
                    <a:pt x="8361157" y="2174382"/>
                  </a:lnTo>
                  <a:lnTo>
                    <a:pt x="8395031" y="2097921"/>
                  </a:lnTo>
                  <a:lnTo>
                    <a:pt x="8428874" y="2018158"/>
                  </a:lnTo>
                  <a:lnTo>
                    <a:pt x="8462732" y="1935436"/>
                  </a:lnTo>
                  <a:lnTo>
                    <a:pt x="8496631" y="1850170"/>
                  </a:lnTo>
                  <a:lnTo>
                    <a:pt x="8530579" y="1762838"/>
                  </a:lnTo>
                  <a:lnTo>
                    <a:pt x="8564574" y="1673975"/>
                  </a:lnTo>
                  <a:lnTo>
                    <a:pt x="8598600" y="1584158"/>
                  </a:lnTo>
                  <a:lnTo>
                    <a:pt x="8632639" y="1493990"/>
                  </a:lnTo>
                  <a:lnTo>
                    <a:pt x="8666669" y="1404083"/>
                  </a:lnTo>
                  <a:lnTo>
                    <a:pt x="8700669" y="1315043"/>
                  </a:lnTo>
                  <a:lnTo>
                    <a:pt x="8734625" y="1227451"/>
                  </a:lnTo>
                  <a:lnTo>
                    <a:pt x="8768530" y="1141849"/>
                  </a:lnTo>
                  <a:lnTo>
                    <a:pt x="8802393" y="1058724"/>
                  </a:lnTo>
                  <a:lnTo>
                    <a:pt x="8836236" y="978502"/>
                  </a:lnTo>
                  <a:lnTo>
                    <a:pt x="8870102" y="901536"/>
                  </a:lnTo>
                  <a:lnTo>
                    <a:pt x="8904054" y="828104"/>
                  </a:lnTo>
                  <a:lnTo>
                    <a:pt x="8938181" y="758408"/>
                  </a:lnTo>
                  <a:lnTo>
                    <a:pt x="8972603" y="692574"/>
                  </a:lnTo>
                  <a:lnTo>
                    <a:pt x="9007468" y="630657"/>
                  </a:lnTo>
                  <a:lnTo>
                    <a:pt x="9042964" y="572647"/>
                  </a:lnTo>
                  <a:lnTo>
                    <a:pt x="9079322" y="518474"/>
                  </a:lnTo>
                  <a:lnTo>
                    <a:pt x="9084767" y="510812"/>
                  </a:lnTo>
                  <a:lnTo>
                    <a:pt x="9130868" y="450563"/>
                  </a:lnTo>
                  <a:lnTo>
                    <a:pt x="9179319" y="395880"/>
                  </a:lnTo>
                  <a:lnTo>
                    <a:pt x="9230816" y="346529"/>
                  </a:lnTo>
                  <a:lnTo>
                    <a:pt x="9286116" y="302089"/>
                  </a:lnTo>
                  <a:lnTo>
                    <a:pt x="9346001" y="262064"/>
                  </a:lnTo>
                  <a:lnTo>
                    <a:pt x="9411220" y="225959"/>
                  </a:lnTo>
                  <a:lnTo>
                    <a:pt x="9482432" y="193321"/>
                  </a:lnTo>
                  <a:lnTo>
                    <a:pt x="9560116" y="163762"/>
                  </a:lnTo>
                  <a:lnTo>
                    <a:pt x="9644453" y="136978"/>
                  </a:lnTo>
                  <a:lnTo>
                    <a:pt x="9735186" y="112748"/>
                  </a:lnTo>
                  <a:lnTo>
                    <a:pt x="9831449" y="90942"/>
                  </a:lnTo>
                  <a:lnTo>
                    <a:pt x="9931615" y="71507"/>
                  </a:lnTo>
                  <a:lnTo>
                    <a:pt x="10033202" y="54459"/>
                  </a:lnTo>
                  <a:lnTo>
                    <a:pt x="10132902" y="39847"/>
                  </a:lnTo>
                  <a:lnTo>
                    <a:pt x="10226812" y="27719"/>
                  </a:lnTo>
                  <a:lnTo>
                    <a:pt x="10310883" y="18074"/>
                  </a:lnTo>
                  <a:lnTo>
                    <a:pt x="10381542" y="10824"/>
                  </a:lnTo>
                  <a:lnTo>
                    <a:pt x="10436357" y="5764"/>
                  </a:lnTo>
                  <a:lnTo>
                    <a:pt x="10474562" y="2577"/>
                  </a:lnTo>
                  <a:lnTo>
                    <a:pt x="10497294" y="856"/>
                  </a:lnTo>
                  <a:lnTo>
                    <a:pt x="10507536" y="150"/>
                  </a:lnTo>
                  <a:lnTo>
                    <a:pt x="10509883" y="1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7" name="pl127"/>
            <p:cNvSpPr/>
            <p:nvPr/>
          </p:nvSpPr>
          <p:spPr>
            <a:xfrm>
              <a:off x="4799595" y="2805752"/>
              <a:ext cx="11981298" cy="3064874"/>
            </a:xfrm>
            <a:custGeom>
              <a:avLst/>
              <a:pathLst>
                <a:path w="11981298" h="3064874">
                  <a:moveTo>
                    <a:pt x="11981298" y="0"/>
                  </a:moveTo>
                  <a:lnTo>
                    <a:pt x="10509911" y="0"/>
                  </a:lnTo>
                  <a:lnTo>
                    <a:pt x="10508778" y="70"/>
                  </a:lnTo>
                  <a:lnTo>
                    <a:pt x="10501333" y="570"/>
                  </a:lnTo>
                  <a:lnTo>
                    <a:pt x="10482561" y="1953"/>
                  </a:lnTo>
                  <a:lnTo>
                    <a:pt x="10448993" y="4676"/>
                  </a:lnTo>
                  <a:lnTo>
                    <a:pt x="10398942" y="9162"/>
                  </a:lnTo>
                  <a:lnTo>
                    <a:pt x="10332641" y="15758"/>
                  </a:lnTo>
                  <a:lnTo>
                    <a:pt x="10252088" y="24702"/>
                  </a:lnTo>
                  <a:lnTo>
                    <a:pt x="10160592" y="36115"/>
                  </a:lnTo>
                  <a:lnTo>
                    <a:pt x="10062135" y="50019"/>
                  </a:lnTo>
                  <a:lnTo>
                    <a:pt x="9960719" y="66375"/>
                  </a:lnTo>
                  <a:lnTo>
                    <a:pt x="9859853" y="85129"/>
                  </a:lnTo>
                  <a:lnTo>
                    <a:pt x="9762269" y="106254"/>
                  </a:lnTo>
                  <a:lnTo>
                    <a:pt x="9669832" y="129779"/>
                  </a:lnTo>
                  <a:lnTo>
                    <a:pt x="9583611" y="155813"/>
                  </a:lnTo>
                  <a:lnTo>
                    <a:pt x="9504023" y="184548"/>
                  </a:lnTo>
                  <a:lnTo>
                    <a:pt x="9430994" y="216268"/>
                  </a:lnTo>
                  <a:lnTo>
                    <a:pt x="9364118" y="251335"/>
                  </a:lnTo>
                  <a:lnTo>
                    <a:pt x="9302779" y="290187"/>
                  </a:lnTo>
                  <a:lnTo>
                    <a:pt x="9246244" y="333310"/>
                  </a:lnTo>
                  <a:lnTo>
                    <a:pt x="9193736" y="381205"/>
                  </a:lnTo>
                  <a:lnTo>
                    <a:pt x="9144487" y="434325"/>
                  </a:lnTo>
                  <a:lnTo>
                    <a:pt x="9097777" y="492972"/>
                  </a:lnTo>
                  <a:lnTo>
                    <a:pt x="9084767" y="510812"/>
                  </a:lnTo>
                  <a:lnTo>
                    <a:pt x="9048259" y="564429"/>
                  </a:lnTo>
                  <a:lnTo>
                    <a:pt x="9012652" y="621868"/>
                  </a:lnTo>
                  <a:lnTo>
                    <a:pt x="8977707" y="683207"/>
                  </a:lnTo>
                  <a:lnTo>
                    <a:pt x="8943230" y="748466"/>
                  </a:lnTo>
                  <a:lnTo>
                    <a:pt x="8909067" y="817599"/>
                  </a:lnTo>
                  <a:lnTo>
                    <a:pt x="8875096" y="890492"/>
                  </a:lnTo>
                  <a:lnTo>
                    <a:pt x="8841222" y="966952"/>
                  </a:lnTo>
                  <a:lnTo>
                    <a:pt x="8807379" y="1046715"/>
                  </a:lnTo>
                  <a:lnTo>
                    <a:pt x="8773521" y="1129437"/>
                  </a:lnTo>
                  <a:lnTo>
                    <a:pt x="8739622" y="1214704"/>
                  </a:lnTo>
                  <a:lnTo>
                    <a:pt x="8705674" y="1302036"/>
                  </a:lnTo>
                  <a:lnTo>
                    <a:pt x="8671680" y="1390898"/>
                  </a:lnTo>
                  <a:lnTo>
                    <a:pt x="8637653" y="1480715"/>
                  </a:lnTo>
                  <a:lnTo>
                    <a:pt x="8603614" y="1570883"/>
                  </a:lnTo>
                  <a:lnTo>
                    <a:pt x="8569584" y="1660790"/>
                  </a:lnTo>
                  <a:lnTo>
                    <a:pt x="8535584" y="1749830"/>
                  </a:lnTo>
                  <a:lnTo>
                    <a:pt x="8501629" y="1837422"/>
                  </a:lnTo>
                  <a:lnTo>
                    <a:pt x="8467723" y="1923025"/>
                  </a:lnTo>
                  <a:lnTo>
                    <a:pt x="8433860" y="2006149"/>
                  </a:lnTo>
                  <a:lnTo>
                    <a:pt x="8400017" y="2086371"/>
                  </a:lnTo>
                  <a:lnTo>
                    <a:pt x="8366152" y="2163337"/>
                  </a:lnTo>
                  <a:lnTo>
                    <a:pt x="8332200" y="2236769"/>
                  </a:lnTo>
                  <a:lnTo>
                    <a:pt x="8298072" y="2306465"/>
                  </a:lnTo>
                  <a:lnTo>
                    <a:pt x="8263650" y="2372299"/>
                  </a:lnTo>
                  <a:lnTo>
                    <a:pt x="8228785" y="2434216"/>
                  </a:lnTo>
                  <a:lnTo>
                    <a:pt x="8193289" y="2492226"/>
                  </a:lnTo>
                  <a:lnTo>
                    <a:pt x="8156932" y="2546399"/>
                  </a:lnTo>
                  <a:lnTo>
                    <a:pt x="8151487" y="2554061"/>
                  </a:lnTo>
                  <a:lnTo>
                    <a:pt x="8105386" y="2614311"/>
                  </a:lnTo>
                  <a:lnTo>
                    <a:pt x="8056934" y="2668994"/>
                  </a:lnTo>
                  <a:lnTo>
                    <a:pt x="8005438" y="2718344"/>
                  </a:lnTo>
                  <a:lnTo>
                    <a:pt x="7950137" y="2762784"/>
                  </a:lnTo>
                  <a:lnTo>
                    <a:pt x="7890253" y="2802809"/>
                  </a:lnTo>
                  <a:lnTo>
                    <a:pt x="7825033" y="2838914"/>
                  </a:lnTo>
                  <a:lnTo>
                    <a:pt x="7753821" y="2871553"/>
                  </a:lnTo>
                  <a:lnTo>
                    <a:pt x="7676137" y="2901111"/>
                  </a:lnTo>
                  <a:lnTo>
                    <a:pt x="7591800" y="2927895"/>
                  </a:lnTo>
                  <a:lnTo>
                    <a:pt x="7501067" y="2952125"/>
                  </a:lnTo>
                  <a:lnTo>
                    <a:pt x="7404805" y="2973932"/>
                  </a:lnTo>
                  <a:lnTo>
                    <a:pt x="7304638" y="2993366"/>
                  </a:lnTo>
                  <a:lnTo>
                    <a:pt x="7203051" y="3010414"/>
                  </a:lnTo>
                  <a:lnTo>
                    <a:pt x="7103351" y="3025027"/>
                  </a:lnTo>
                  <a:lnTo>
                    <a:pt x="7009441" y="3037155"/>
                  </a:lnTo>
                  <a:lnTo>
                    <a:pt x="6925370" y="3046799"/>
                  </a:lnTo>
                  <a:lnTo>
                    <a:pt x="6854711" y="3054049"/>
                  </a:lnTo>
                  <a:lnTo>
                    <a:pt x="6799896" y="3059109"/>
                  </a:lnTo>
                  <a:lnTo>
                    <a:pt x="6761692" y="3062297"/>
                  </a:lnTo>
                  <a:lnTo>
                    <a:pt x="6738960" y="3064017"/>
                  </a:lnTo>
                  <a:lnTo>
                    <a:pt x="6728717" y="3064724"/>
                  </a:lnTo>
                  <a:lnTo>
                    <a:pt x="6726370" y="3064872"/>
                  </a:lnTo>
                  <a:lnTo>
                    <a:pt x="6726343" y="3064874"/>
                  </a:lnTo>
                  <a:lnTo>
                    <a:pt x="5254955" y="3064874"/>
                  </a:lnTo>
                  <a:lnTo>
                    <a:pt x="5253751" y="3064833"/>
                  </a:lnTo>
                  <a:lnTo>
                    <a:pt x="5245849" y="3064540"/>
                  </a:lnTo>
                  <a:lnTo>
                    <a:pt x="5225961" y="3063731"/>
                  </a:lnTo>
                  <a:lnTo>
                    <a:pt x="5190490" y="3062139"/>
                  </a:lnTo>
                  <a:lnTo>
                    <a:pt x="5137790" y="3059519"/>
                  </a:lnTo>
                  <a:lnTo>
                    <a:pt x="5068297" y="3055673"/>
                  </a:lnTo>
                  <a:lnTo>
                    <a:pt x="4984324" y="3050471"/>
                  </a:lnTo>
                  <a:lnTo>
                    <a:pt x="4889530" y="3043851"/>
                  </a:lnTo>
                  <a:lnTo>
                    <a:pt x="4788193" y="3035807"/>
                  </a:lnTo>
                  <a:lnTo>
                    <a:pt x="4684510" y="3026364"/>
                  </a:lnTo>
                  <a:lnTo>
                    <a:pt x="4582066" y="3015554"/>
                  </a:lnTo>
                  <a:lnTo>
                    <a:pt x="4483566" y="3003386"/>
                  </a:lnTo>
                  <a:lnTo>
                    <a:pt x="4390781" y="2989832"/>
                  </a:lnTo>
                  <a:lnTo>
                    <a:pt x="4304651" y="2974816"/>
                  </a:lnTo>
                  <a:lnTo>
                    <a:pt x="4225455" y="2958212"/>
                  </a:lnTo>
                  <a:lnTo>
                    <a:pt x="4152993" y="2939838"/>
                  </a:lnTo>
                  <a:lnTo>
                    <a:pt x="4086747" y="2919467"/>
                  </a:lnTo>
                  <a:lnTo>
                    <a:pt x="4026009" y="2896833"/>
                  </a:lnTo>
                  <a:lnTo>
                    <a:pt x="3969976" y="2871645"/>
                  </a:lnTo>
                  <a:lnTo>
                    <a:pt x="3917818" y="2843616"/>
                  </a:lnTo>
                  <a:lnTo>
                    <a:pt x="3868734" y="2812508"/>
                  </a:lnTo>
                  <a:lnTo>
                    <a:pt x="3829811" y="2784268"/>
                  </a:lnTo>
                  <a:lnTo>
                    <a:pt x="3784668" y="2747419"/>
                  </a:lnTo>
                  <a:lnTo>
                    <a:pt x="3740818" y="2707322"/>
                  </a:lnTo>
                  <a:lnTo>
                    <a:pt x="3697839" y="2663916"/>
                  </a:lnTo>
                  <a:lnTo>
                    <a:pt x="3655406" y="2617221"/>
                  </a:lnTo>
                  <a:lnTo>
                    <a:pt x="3613276" y="2567346"/>
                  </a:lnTo>
                  <a:lnTo>
                    <a:pt x="3571274" y="2514498"/>
                  </a:lnTo>
                  <a:lnTo>
                    <a:pt x="3529286" y="2458982"/>
                  </a:lnTo>
                  <a:lnTo>
                    <a:pt x="3487245" y="2401200"/>
                  </a:lnTo>
                  <a:lnTo>
                    <a:pt x="3445130" y="2341642"/>
                  </a:lnTo>
                  <a:lnTo>
                    <a:pt x="3402947" y="2280870"/>
                  </a:lnTo>
                  <a:lnTo>
                    <a:pt x="3360726" y="2219496"/>
                  </a:lnTo>
                  <a:lnTo>
                    <a:pt x="3318508" y="2158160"/>
                  </a:lnTo>
                  <a:lnTo>
                    <a:pt x="3276332" y="2097498"/>
                  </a:lnTo>
                  <a:lnTo>
                    <a:pt x="3234225" y="2038118"/>
                  </a:lnTo>
                  <a:lnTo>
                    <a:pt x="3192193" y="1980575"/>
                  </a:lnTo>
                  <a:lnTo>
                    <a:pt x="3150207" y="1925349"/>
                  </a:lnTo>
                  <a:lnTo>
                    <a:pt x="3108197" y="1872832"/>
                  </a:lnTo>
                  <a:lnTo>
                    <a:pt x="3066042" y="1823316"/>
                  </a:lnTo>
                  <a:lnTo>
                    <a:pt x="3023559" y="1776998"/>
                  </a:lnTo>
                  <a:lnTo>
                    <a:pt x="2980498" y="1733976"/>
                  </a:lnTo>
                  <a:lnTo>
                    <a:pt x="2936522" y="1694259"/>
                  </a:lnTo>
                  <a:lnTo>
                    <a:pt x="2896531" y="1661842"/>
                  </a:lnTo>
                  <a:lnTo>
                    <a:pt x="2849443" y="1628086"/>
                  </a:lnTo>
                  <a:lnTo>
                    <a:pt x="2799890" y="1597515"/>
                  </a:lnTo>
                  <a:lnTo>
                    <a:pt x="2747131" y="1569988"/>
                  </a:lnTo>
                  <a:lnTo>
                    <a:pt x="2690356" y="1545255"/>
                  </a:lnTo>
                  <a:lnTo>
                    <a:pt x="2628736" y="1523026"/>
                  </a:lnTo>
                  <a:lnTo>
                    <a:pt x="2561479" y="1503013"/>
                  </a:lnTo>
                  <a:lnTo>
                    <a:pt x="2487901" y="1484955"/>
                  </a:lnTo>
                  <a:lnTo>
                    <a:pt x="2407528" y="1468631"/>
                  </a:lnTo>
                  <a:lnTo>
                    <a:pt x="2320231" y="1453872"/>
                  </a:lnTo>
                  <a:lnTo>
                    <a:pt x="2226386" y="1440558"/>
                  </a:lnTo>
                  <a:lnTo>
                    <a:pt x="2127065" y="1428621"/>
                  </a:lnTo>
                  <a:lnTo>
                    <a:pt x="2024194" y="1418042"/>
                  </a:lnTo>
                  <a:lnTo>
                    <a:pt x="1920635" y="1408835"/>
                  </a:lnTo>
                  <a:lnTo>
                    <a:pt x="1820105" y="1401032"/>
                  </a:lnTo>
                  <a:lnTo>
                    <a:pt x="1726857" y="1394655"/>
                  </a:lnTo>
                  <a:lnTo>
                    <a:pt x="1645117" y="1389690"/>
                  </a:lnTo>
                  <a:lnTo>
                    <a:pt x="1578364" y="1386064"/>
                  </a:lnTo>
                  <a:lnTo>
                    <a:pt x="1528621" y="1383634"/>
                  </a:lnTo>
                  <a:lnTo>
                    <a:pt x="1495974" y="1382193"/>
                  </a:lnTo>
                  <a:lnTo>
                    <a:pt x="1478429" y="1381491"/>
                  </a:lnTo>
                  <a:lnTo>
                    <a:pt x="1472082" y="1381260"/>
                  </a:lnTo>
                  <a:lnTo>
                    <a:pt x="1471387" y="1381236"/>
                  </a:lnTo>
                  <a:lnTo>
                    <a:pt x="0" y="138123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8" name="pg128"/>
            <p:cNvSpPr/>
            <p:nvPr/>
          </p:nvSpPr>
          <p:spPr>
            <a:xfrm>
              <a:off x="4799595" y="2961039"/>
              <a:ext cx="11981298" cy="2950452"/>
            </a:xfrm>
            <a:custGeom>
              <a:avLst/>
              <a:pathLst>
                <a:path w="11981298" h="2950452">
                  <a:moveTo>
                    <a:pt x="0" y="1250468"/>
                  </a:moveTo>
                  <a:lnTo>
                    <a:pt x="1471387" y="1250468"/>
                  </a:lnTo>
                  <a:lnTo>
                    <a:pt x="1472590" y="1250510"/>
                  </a:lnTo>
                  <a:lnTo>
                    <a:pt x="1480489" y="1250805"/>
                  </a:lnTo>
                  <a:lnTo>
                    <a:pt x="1500366" y="1251621"/>
                  </a:lnTo>
                  <a:lnTo>
                    <a:pt x="1535820" y="1253228"/>
                  </a:lnTo>
                  <a:lnTo>
                    <a:pt x="1588496" y="1255873"/>
                  </a:lnTo>
                  <a:lnTo>
                    <a:pt x="1657960" y="1259753"/>
                  </a:lnTo>
                  <a:lnTo>
                    <a:pt x="1741903" y="1265003"/>
                  </a:lnTo>
                  <a:lnTo>
                    <a:pt x="1836669" y="1271685"/>
                  </a:lnTo>
                  <a:lnTo>
                    <a:pt x="1937980" y="1279803"/>
                  </a:lnTo>
                  <a:lnTo>
                    <a:pt x="2041644" y="1289333"/>
                  </a:lnTo>
                  <a:lnTo>
                    <a:pt x="2144074" y="1300244"/>
                  </a:lnTo>
                  <a:lnTo>
                    <a:pt x="2242567" y="1312525"/>
                  </a:lnTo>
                  <a:lnTo>
                    <a:pt x="2335349" y="1326205"/>
                  </a:lnTo>
                  <a:lnTo>
                    <a:pt x="2421480" y="1341359"/>
                  </a:lnTo>
                  <a:lnTo>
                    <a:pt x="2500680" y="1358118"/>
                  </a:lnTo>
                  <a:lnTo>
                    <a:pt x="2573147" y="1376662"/>
                  </a:lnTo>
                  <a:lnTo>
                    <a:pt x="2639399" y="1397220"/>
                  </a:lnTo>
                  <a:lnTo>
                    <a:pt x="2700143" y="1420062"/>
                  </a:lnTo>
                  <a:lnTo>
                    <a:pt x="2756180" y="1445481"/>
                  </a:lnTo>
                  <a:lnTo>
                    <a:pt x="2808340" y="1473766"/>
                  </a:lnTo>
                  <a:lnTo>
                    <a:pt x="2857425" y="1505158"/>
                  </a:lnTo>
                  <a:lnTo>
                    <a:pt x="2896531" y="1533799"/>
                  </a:lnTo>
                  <a:lnTo>
                    <a:pt x="2941547" y="1570894"/>
                  </a:lnTo>
                  <a:lnTo>
                    <a:pt x="2985276" y="1611250"/>
                  </a:lnTo>
                  <a:lnTo>
                    <a:pt x="3028137" y="1654928"/>
                  </a:lnTo>
                  <a:lnTo>
                    <a:pt x="3070452" y="1701909"/>
                  </a:lnTo>
                  <a:lnTo>
                    <a:pt x="3112464" y="1752084"/>
                  </a:lnTo>
                  <a:lnTo>
                    <a:pt x="3154347" y="1805247"/>
                  </a:lnTo>
                  <a:lnTo>
                    <a:pt x="3196215" y="1861095"/>
                  </a:lnTo>
                  <a:lnTo>
                    <a:pt x="3238133" y="1919227"/>
                  </a:lnTo>
                  <a:lnTo>
                    <a:pt x="3280126" y="1979154"/>
                  </a:lnTo>
                  <a:lnTo>
                    <a:pt x="3322187" y="2040315"/>
                  </a:lnTo>
                  <a:lnTo>
                    <a:pt x="3364286" y="2102099"/>
                  </a:lnTo>
                  <a:lnTo>
                    <a:pt x="3406384" y="2163865"/>
                  </a:lnTo>
                  <a:lnTo>
                    <a:pt x="3448442" y="2224976"/>
                  </a:lnTo>
                  <a:lnTo>
                    <a:pt x="3490431" y="2284821"/>
                  </a:lnTo>
                  <a:lnTo>
                    <a:pt x="3532345" y="2342844"/>
                  </a:lnTo>
                  <a:lnTo>
                    <a:pt x="3574212" y="2398559"/>
                  </a:lnTo>
                  <a:lnTo>
                    <a:pt x="3616098" y="2451571"/>
                  </a:lnTo>
                  <a:lnTo>
                    <a:pt x="3658121" y="2501580"/>
                  </a:lnTo>
                  <a:lnTo>
                    <a:pt x="3700459" y="2548388"/>
                  </a:lnTo>
                  <a:lnTo>
                    <a:pt x="3743357" y="2591890"/>
                  </a:lnTo>
                  <a:lnTo>
                    <a:pt x="3787142" y="2632072"/>
                  </a:lnTo>
                  <a:lnTo>
                    <a:pt x="3829811" y="2667121"/>
                  </a:lnTo>
                  <a:lnTo>
                    <a:pt x="3876891" y="2701200"/>
                  </a:lnTo>
                  <a:lnTo>
                    <a:pt x="3926434" y="2732063"/>
                  </a:lnTo>
                  <a:lnTo>
                    <a:pt x="3979181" y="2759853"/>
                  </a:lnTo>
                  <a:lnTo>
                    <a:pt x="4035943" y="2784824"/>
                  </a:lnTo>
                  <a:lnTo>
                    <a:pt x="4097547" y="2807266"/>
                  </a:lnTo>
                  <a:lnTo>
                    <a:pt x="4164787" y="2827472"/>
                  </a:lnTo>
                  <a:lnTo>
                    <a:pt x="4238344" y="2845705"/>
                  </a:lnTo>
                  <a:lnTo>
                    <a:pt x="4318692" y="2862185"/>
                  </a:lnTo>
                  <a:lnTo>
                    <a:pt x="4405963" y="2877087"/>
                  </a:lnTo>
                  <a:lnTo>
                    <a:pt x="4499780" y="2890531"/>
                  </a:lnTo>
                  <a:lnTo>
                    <a:pt x="4599074" y="2902584"/>
                  </a:lnTo>
                  <a:lnTo>
                    <a:pt x="4701922" y="2913267"/>
                  </a:lnTo>
                  <a:lnTo>
                    <a:pt x="4805464" y="2922564"/>
                  </a:lnTo>
                  <a:lnTo>
                    <a:pt x="4905989" y="2930446"/>
                  </a:lnTo>
                  <a:lnTo>
                    <a:pt x="4999245" y="2936887"/>
                  </a:lnTo>
                  <a:lnTo>
                    <a:pt x="5081008" y="2941904"/>
                  </a:lnTo>
                  <a:lnTo>
                    <a:pt x="5147797" y="2945568"/>
                  </a:lnTo>
                  <a:lnTo>
                    <a:pt x="5197586" y="2948025"/>
                  </a:lnTo>
                  <a:lnTo>
                    <a:pt x="5230283" y="2949482"/>
                  </a:lnTo>
                  <a:lnTo>
                    <a:pt x="5247873" y="2950193"/>
                  </a:lnTo>
                  <a:lnTo>
                    <a:pt x="5254251" y="2950428"/>
                  </a:lnTo>
                  <a:lnTo>
                    <a:pt x="5254955" y="2950452"/>
                  </a:lnTo>
                  <a:lnTo>
                    <a:pt x="6726343" y="2950452"/>
                  </a:lnTo>
                  <a:lnTo>
                    <a:pt x="6727483" y="2950384"/>
                  </a:lnTo>
                  <a:lnTo>
                    <a:pt x="6734980" y="2949902"/>
                  </a:lnTo>
                  <a:lnTo>
                    <a:pt x="6753877" y="2948568"/>
                  </a:lnTo>
                  <a:lnTo>
                    <a:pt x="6787660" y="2945943"/>
                  </a:lnTo>
                  <a:lnTo>
                    <a:pt x="6838010" y="2941617"/>
                  </a:lnTo>
                  <a:lnTo>
                    <a:pt x="6904674" y="2935259"/>
                  </a:lnTo>
                  <a:lnTo>
                    <a:pt x="6985618" y="2926640"/>
                  </a:lnTo>
                  <a:lnTo>
                    <a:pt x="7077493" y="2915645"/>
                  </a:lnTo>
                  <a:lnTo>
                    <a:pt x="7176283" y="2902254"/>
                  </a:lnTo>
                  <a:lnTo>
                    <a:pt x="7277965" y="2886506"/>
                  </a:lnTo>
                  <a:lnTo>
                    <a:pt x="7379019" y="2868452"/>
                  </a:lnTo>
                  <a:lnTo>
                    <a:pt x="7476716" y="2848117"/>
                  </a:lnTo>
                  <a:lnTo>
                    <a:pt x="7569199" y="2825472"/>
                  </a:lnTo>
                  <a:lnTo>
                    <a:pt x="7655414" y="2800409"/>
                  </a:lnTo>
                  <a:lnTo>
                    <a:pt x="7734961" y="2772739"/>
                  </a:lnTo>
                  <a:lnTo>
                    <a:pt x="7807927" y="2742188"/>
                  </a:lnTo>
                  <a:lnTo>
                    <a:pt x="7874732" y="2708402"/>
                  </a:lnTo>
                  <a:lnTo>
                    <a:pt x="7936001" y="2670956"/>
                  </a:lnTo>
                  <a:lnTo>
                    <a:pt x="7992477" y="2629382"/>
                  </a:lnTo>
                  <a:lnTo>
                    <a:pt x="8044940" y="2583196"/>
                  </a:lnTo>
                  <a:lnTo>
                    <a:pt x="8094167" y="2531966"/>
                  </a:lnTo>
                  <a:lnTo>
                    <a:pt x="8140875" y="2475411"/>
                  </a:lnTo>
                  <a:lnTo>
                    <a:pt x="8151487" y="2461434"/>
                  </a:lnTo>
                  <a:lnTo>
                    <a:pt x="8188644" y="2409145"/>
                  </a:lnTo>
                  <a:lnTo>
                    <a:pt x="8224874" y="2353061"/>
                  </a:lnTo>
                  <a:lnTo>
                    <a:pt x="8260425" y="2293106"/>
                  </a:lnTo>
                  <a:lnTo>
                    <a:pt x="8295500" y="2229262"/>
                  </a:lnTo>
                  <a:lnTo>
                    <a:pt x="8330260" y="2161580"/>
                  </a:lnTo>
                  <a:lnTo>
                    <a:pt x="8364832" y="2090183"/>
                  </a:lnTo>
                  <a:lnTo>
                    <a:pt x="8399310" y="2015270"/>
                  </a:lnTo>
                  <a:lnTo>
                    <a:pt x="8433765" y="1937120"/>
                  </a:lnTo>
                  <a:lnTo>
                    <a:pt x="8468239" y="1856089"/>
                  </a:lnTo>
                  <a:lnTo>
                    <a:pt x="8502759" y="1772607"/>
                  </a:lnTo>
                  <a:lnTo>
                    <a:pt x="8537330" y="1687168"/>
                  </a:lnTo>
                  <a:lnTo>
                    <a:pt x="8571946" y="1600320"/>
                  </a:lnTo>
                  <a:lnTo>
                    <a:pt x="8606592" y="1512654"/>
                  </a:lnTo>
                  <a:lnTo>
                    <a:pt x="8641246" y="1424782"/>
                  </a:lnTo>
                  <a:lnTo>
                    <a:pt x="8675884" y="1337322"/>
                  </a:lnTo>
                  <a:lnTo>
                    <a:pt x="8710486" y="1250882"/>
                  </a:lnTo>
                  <a:lnTo>
                    <a:pt x="8745040" y="1166038"/>
                  </a:lnTo>
                  <a:lnTo>
                    <a:pt x="8779543" y="1083324"/>
                  </a:lnTo>
                  <a:lnTo>
                    <a:pt x="8814007" y="1003212"/>
                  </a:lnTo>
                  <a:lnTo>
                    <a:pt x="8848464" y="926108"/>
                  </a:lnTo>
                  <a:lnTo>
                    <a:pt x="8882965" y="852343"/>
                  </a:lnTo>
                  <a:lnTo>
                    <a:pt x="8917587" y="782169"/>
                  </a:lnTo>
                  <a:lnTo>
                    <a:pt x="8952437" y="715761"/>
                  </a:lnTo>
                  <a:lnTo>
                    <a:pt x="8987651" y="653215"/>
                  </a:lnTo>
                  <a:lnTo>
                    <a:pt x="9023404" y="594559"/>
                  </a:lnTo>
                  <a:lnTo>
                    <a:pt x="9059914" y="539755"/>
                  </a:lnTo>
                  <a:lnTo>
                    <a:pt x="9084767" y="505363"/>
                  </a:lnTo>
                  <a:lnTo>
                    <a:pt x="9130980" y="447553"/>
                  </a:lnTo>
                  <a:lnTo>
                    <a:pt x="9179558" y="395097"/>
                  </a:lnTo>
                  <a:lnTo>
                    <a:pt x="9231198" y="347769"/>
                  </a:lnTo>
                  <a:lnTo>
                    <a:pt x="9286666" y="305160"/>
                  </a:lnTo>
                  <a:lnTo>
                    <a:pt x="9346748" y="266794"/>
                  </a:lnTo>
                  <a:lnTo>
                    <a:pt x="9412198" y="232193"/>
                  </a:lnTo>
                  <a:lnTo>
                    <a:pt x="9483678" y="200921"/>
                  </a:lnTo>
                  <a:lnTo>
                    <a:pt x="9561667" y="172606"/>
                  </a:lnTo>
                  <a:lnTo>
                    <a:pt x="9646340" y="146955"/>
                  </a:lnTo>
                  <a:lnTo>
                    <a:pt x="9737428" y="123758"/>
                  </a:lnTo>
                  <a:lnTo>
                    <a:pt x="9834042" y="102889"/>
                  </a:lnTo>
                  <a:lnTo>
                    <a:pt x="9934524" y="84302"/>
                  </a:lnTo>
                  <a:lnTo>
                    <a:pt x="10036348" y="68011"/>
                  </a:lnTo>
                  <a:lnTo>
                    <a:pt x="10136162" y="54065"/>
                  </a:lnTo>
                  <a:lnTo>
                    <a:pt x="10230021" y="42510"/>
                  </a:lnTo>
                  <a:lnTo>
                    <a:pt x="10313853" y="33342"/>
                  </a:lnTo>
                  <a:lnTo>
                    <a:pt x="10384090" y="26472"/>
                  </a:lnTo>
                  <a:lnTo>
                    <a:pt x="10438342" y="21699"/>
                  </a:lnTo>
                  <a:lnTo>
                    <a:pt x="10475914" y="18711"/>
                  </a:lnTo>
                  <a:lnTo>
                    <a:pt x="10498037" y="17114"/>
                  </a:lnTo>
                  <a:lnTo>
                    <a:pt x="10507798" y="16473"/>
                  </a:lnTo>
                  <a:lnTo>
                    <a:pt x="10509911" y="16345"/>
                  </a:lnTo>
                  <a:lnTo>
                    <a:pt x="11981298" y="16345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8770" y="67"/>
                  </a:lnTo>
                  <a:lnTo>
                    <a:pt x="10501273" y="550"/>
                  </a:lnTo>
                  <a:lnTo>
                    <a:pt x="10482377" y="1883"/>
                  </a:lnTo>
                  <a:lnTo>
                    <a:pt x="10448593" y="4509"/>
                  </a:lnTo>
                  <a:lnTo>
                    <a:pt x="10398243" y="8834"/>
                  </a:lnTo>
                  <a:lnTo>
                    <a:pt x="10331580" y="15192"/>
                  </a:lnTo>
                  <a:lnTo>
                    <a:pt x="10250636" y="23812"/>
                  </a:lnTo>
                  <a:lnTo>
                    <a:pt x="10158760" y="34807"/>
                  </a:lnTo>
                  <a:lnTo>
                    <a:pt x="10059970" y="48197"/>
                  </a:lnTo>
                  <a:lnTo>
                    <a:pt x="9958288" y="63946"/>
                  </a:lnTo>
                  <a:lnTo>
                    <a:pt x="9857234" y="82000"/>
                  </a:lnTo>
                  <a:lnTo>
                    <a:pt x="9759538" y="102334"/>
                  </a:lnTo>
                  <a:lnTo>
                    <a:pt x="9667054" y="124980"/>
                  </a:lnTo>
                  <a:lnTo>
                    <a:pt x="9580839" y="150042"/>
                  </a:lnTo>
                  <a:lnTo>
                    <a:pt x="9501292" y="177712"/>
                  </a:lnTo>
                  <a:lnTo>
                    <a:pt x="9428326" y="208263"/>
                  </a:lnTo>
                  <a:lnTo>
                    <a:pt x="9361522" y="242050"/>
                  </a:lnTo>
                  <a:lnTo>
                    <a:pt x="9300252" y="279495"/>
                  </a:lnTo>
                  <a:lnTo>
                    <a:pt x="9243777" y="321070"/>
                  </a:lnTo>
                  <a:lnTo>
                    <a:pt x="9191313" y="367256"/>
                  </a:lnTo>
                  <a:lnTo>
                    <a:pt x="9142086" y="418485"/>
                  </a:lnTo>
                  <a:lnTo>
                    <a:pt x="9095378" y="475040"/>
                  </a:lnTo>
                  <a:lnTo>
                    <a:pt x="9084767" y="489017"/>
                  </a:lnTo>
                  <a:lnTo>
                    <a:pt x="9047609" y="541307"/>
                  </a:lnTo>
                  <a:lnTo>
                    <a:pt x="9011379" y="597391"/>
                  </a:lnTo>
                  <a:lnTo>
                    <a:pt x="8975828" y="657346"/>
                  </a:lnTo>
                  <a:lnTo>
                    <a:pt x="8940753" y="721189"/>
                  </a:lnTo>
                  <a:lnTo>
                    <a:pt x="8905993" y="788871"/>
                  </a:lnTo>
                  <a:lnTo>
                    <a:pt x="8871422" y="860268"/>
                  </a:lnTo>
                  <a:lnTo>
                    <a:pt x="8836943" y="935181"/>
                  </a:lnTo>
                  <a:lnTo>
                    <a:pt x="8802489" y="1013331"/>
                  </a:lnTo>
                  <a:lnTo>
                    <a:pt x="8768014" y="1094362"/>
                  </a:lnTo>
                  <a:lnTo>
                    <a:pt x="8733495" y="1177845"/>
                  </a:lnTo>
                  <a:lnTo>
                    <a:pt x="8698923" y="1263284"/>
                  </a:lnTo>
                  <a:lnTo>
                    <a:pt x="8664307" y="1350131"/>
                  </a:lnTo>
                  <a:lnTo>
                    <a:pt x="8629661" y="1437797"/>
                  </a:lnTo>
                  <a:lnTo>
                    <a:pt x="8595008" y="1525669"/>
                  </a:lnTo>
                  <a:lnTo>
                    <a:pt x="8560369" y="1613129"/>
                  </a:lnTo>
                  <a:lnTo>
                    <a:pt x="8525767" y="1699569"/>
                  </a:lnTo>
                  <a:lnTo>
                    <a:pt x="8491213" y="1784413"/>
                  </a:lnTo>
                  <a:lnTo>
                    <a:pt x="8456710" y="1867128"/>
                  </a:lnTo>
                  <a:lnTo>
                    <a:pt x="8422246" y="1947240"/>
                  </a:lnTo>
                  <a:lnTo>
                    <a:pt x="8387789" y="2024344"/>
                  </a:lnTo>
                  <a:lnTo>
                    <a:pt x="8353288" y="2098108"/>
                  </a:lnTo>
                  <a:lnTo>
                    <a:pt x="8318666" y="2168282"/>
                  </a:lnTo>
                  <a:lnTo>
                    <a:pt x="8283816" y="2234691"/>
                  </a:lnTo>
                  <a:lnTo>
                    <a:pt x="8248602" y="2297236"/>
                  </a:lnTo>
                  <a:lnTo>
                    <a:pt x="8212849" y="2355892"/>
                  </a:lnTo>
                  <a:lnTo>
                    <a:pt x="8176339" y="2410696"/>
                  </a:lnTo>
                  <a:lnTo>
                    <a:pt x="8151487" y="2445088"/>
                  </a:lnTo>
                  <a:lnTo>
                    <a:pt x="8105273" y="2502898"/>
                  </a:lnTo>
                  <a:lnTo>
                    <a:pt x="8056695" y="2555354"/>
                  </a:lnTo>
                  <a:lnTo>
                    <a:pt x="8005055" y="2602683"/>
                  </a:lnTo>
                  <a:lnTo>
                    <a:pt x="7949587" y="2645291"/>
                  </a:lnTo>
                  <a:lnTo>
                    <a:pt x="7889506" y="2683657"/>
                  </a:lnTo>
                  <a:lnTo>
                    <a:pt x="7824055" y="2718258"/>
                  </a:lnTo>
                  <a:lnTo>
                    <a:pt x="7752575" y="2749530"/>
                  </a:lnTo>
                  <a:lnTo>
                    <a:pt x="7674587" y="2777845"/>
                  </a:lnTo>
                  <a:lnTo>
                    <a:pt x="7589913" y="2803496"/>
                  </a:lnTo>
                  <a:lnTo>
                    <a:pt x="7498825" y="2826694"/>
                  </a:lnTo>
                  <a:lnTo>
                    <a:pt x="7402211" y="2847562"/>
                  </a:lnTo>
                  <a:lnTo>
                    <a:pt x="7301729" y="2866149"/>
                  </a:lnTo>
                  <a:lnTo>
                    <a:pt x="7199905" y="2882440"/>
                  </a:lnTo>
                  <a:lnTo>
                    <a:pt x="7100091" y="2896386"/>
                  </a:lnTo>
                  <a:lnTo>
                    <a:pt x="7006232" y="2907941"/>
                  </a:lnTo>
                  <a:lnTo>
                    <a:pt x="6922400" y="2917109"/>
                  </a:lnTo>
                  <a:lnTo>
                    <a:pt x="6852163" y="2923979"/>
                  </a:lnTo>
                  <a:lnTo>
                    <a:pt x="6797911" y="2928753"/>
                  </a:lnTo>
                  <a:lnTo>
                    <a:pt x="6760339" y="2931741"/>
                  </a:lnTo>
                  <a:lnTo>
                    <a:pt x="6738216" y="2933337"/>
                  </a:lnTo>
                  <a:lnTo>
                    <a:pt x="6728456" y="2933978"/>
                  </a:lnTo>
                  <a:lnTo>
                    <a:pt x="6726343" y="2934106"/>
                  </a:lnTo>
                  <a:lnTo>
                    <a:pt x="5254955" y="2934106"/>
                  </a:lnTo>
                  <a:lnTo>
                    <a:pt x="5253752" y="2934064"/>
                  </a:lnTo>
                  <a:lnTo>
                    <a:pt x="5245853" y="2933769"/>
                  </a:lnTo>
                  <a:lnTo>
                    <a:pt x="5225976" y="2932953"/>
                  </a:lnTo>
                  <a:lnTo>
                    <a:pt x="5190522" y="2931346"/>
                  </a:lnTo>
                  <a:lnTo>
                    <a:pt x="5137846" y="2928702"/>
                  </a:lnTo>
                  <a:lnTo>
                    <a:pt x="5068382" y="2924821"/>
                  </a:lnTo>
                  <a:lnTo>
                    <a:pt x="4984439" y="2919571"/>
                  </a:lnTo>
                  <a:lnTo>
                    <a:pt x="4889674" y="2912890"/>
                  </a:lnTo>
                  <a:lnTo>
                    <a:pt x="4788362" y="2904771"/>
                  </a:lnTo>
                  <a:lnTo>
                    <a:pt x="4684698" y="2895241"/>
                  </a:lnTo>
                  <a:lnTo>
                    <a:pt x="4582268" y="2884330"/>
                  </a:lnTo>
                  <a:lnTo>
                    <a:pt x="4483775" y="2872049"/>
                  </a:lnTo>
                  <a:lnTo>
                    <a:pt x="4390993" y="2858369"/>
                  </a:lnTo>
                  <a:lnTo>
                    <a:pt x="4304862" y="2843215"/>
                  </a:lnTo>
                  <a:lnTo>
                    <a:pt x="4225662" y="2826456"/>
                  </a:lnTo>
                  <a:lnTo>
                    <a:pt x="4153195" y="2807913"/>
                  </a:lnTo>
                  <a:lnTo>
                    <a:pt x="4086943" y="2787354"/>
                  </a:lnTo>
                  <a:lnTo>
                    <a:pt x="4026199" y="2764512"/>
                  </a:lnTo>
                  <a:lnTo>
                    <a:pt x="3970162" y="2739093"/>
                  </a:lnTo>
                  <a:lnTo>
                    <a:pt x="3918002" y="2710808"/>
                  </a:lnTo>
                  <a:lnTo>
                    <a:pt x="3868917" y="2679416"/>
                  </a:lnTo>
                  <a:lnTo>
                    <a:pt x="3829811" y="2650775"/>
                  </a:lnTo>
                  <a:lnTo>
                    <a:pt x="3784795" y="2613681"/>
                  </a:lnTo>
                  <a:lnTo>
                    <a:pt x="3741066" y="2573324"/>
                  </a:lnTo>
                  <a:lnTo>
                    <a:pt x="3698206" y="2529646"/>
                  </a:lnTo>
                  <a:lnTo>
                    <a:pt x="3655890" y="2482665"/>
                  </a:lnTo>
                  <a:lnTo>
                    <a:pt x="3613878" y="2432490"/>
                  </a:lnTo>
                  <a:lnTo>
                    <a:pt x="3571995" y="2379327"/>
                  </a:lnTo>
                  <a:lnTo>
                    <a:pt x="3530127" y="2323479"/>
                  </a:lnTo>
                  <a:lnTo>
                    <a:pt x="3488209" y="2265347"/>
                  </a:lnTo>
                  <a:lnTo>
                    <a:pt x="3446216" y="2205420"/>
                  </a:lnTo>
                  <a:lnTo>
                    <a:pt x="3404155" y="2144259"/>
                  </a:lnTo>
                  <a:lnTo>
                    <a:pt x="3362056" y="2082476"/>
                  </a:lnTo>
                  <a:lnTo>
                    <a:pt x="3319958" y="2020709"/>
                  </a:lnTo>
                  <a:lnTo>
                    <a:pt x="3277900" y="1959598"/>
                  </a:lnTo>
                  <a:lnTo>
                    <a:pt x="3235911" y="1899753"/>
                  </a:lnTo>
                  <a:lnTo>
                    <a:pt x="3193997" y="1841731"/>
                  </a:lnTo>
                  <a:lnTo>
                    <a:pt x="3152130" y="1786016"/>
                  </a:lnTo>
                  <a:lnTo>
                    <a:pt x="3110244" y="1733004"/>
                  </a:lnTo>
                  <a:lnTo>
                    <a:pt x="3068221" y="1682994"/>
                  </a:lnTo>
                  <a:lnTo>
                    <a:pt x="3025883" y="1636186"/>
                  </a:lnTo>
                  <a:lnTo>
                    <a:pt x="2982985" y="1592684"/>
                  </a:lnTo>
                  <a:lnTo>
                    <a:pt x="2939200" y="1552502"/>
                  </a:lnTo>
                  <a:lnTo>
                    <a:pt x="2896531" y="1517453"/>
                  </a:lnTo>
                  <a:lnTo>
                    <a:pt x="2849451" y="1483374"/>
                  </a:lnTo>
                  <a:lnTo>
                    <a:pt x="2799908" y="1452511"/>
                  </a:lnTo>
                  <a:lnTo>
                    <a:pt x="2747161" y="1424721"/>
                  </a:lnTo>
                  <a:lnTo>
                    <a:pt x="2690399" y="1399751"/>
                  </a:lnTo>
                  <a:lnTo>
                    <a:pt x="2628795" y="1377308"/>
                  </a:lnTo>
                  <a:lnTo>
                    <a:pt x="2561555" y="1357102"/>
                  </a:lnTo>
                  <a:lnTo>
                    <a:pt x="2487998" y="1338870"/>
                  </a:lnTo>
                  <a:lnTo>
                    <a:pt x="2407650" y="1322389"/>
                  </a:lnTo>
                  <a:lnTo>
                    <a:pt x="2320379" y="1307487"/>
                  </a:lnTo>
                  <a:lnTo>
                    <a:pt x="2226563" y="1294043"/>
                  </a:lnTo>
                  <a:lnTo>
                    <a:pt x="2127268" y="1281990"/>
                  </a:lnTo>
                  <a:lnTo>
                    <a:pt x="2024420" y="1271308"/>
                  </a:lnTo>
                  <a:lnTo>
                    <a:pt x="1920878" y="1262010"/>
                  </a:lnTo>
                  <a:lnTo>
                    <a:pt x="1820354" y="1254129"/>
                  </a:lnTo>
                  <a:lnTo>
                    <a:pt x="1727097" y="1247687"/>
                  </a:lnTo>
                  <a:lnTo>
                    <a:pt x="1645335" y="1242671"/>
                  </a:lnTo>
                  <a:lnTo>
                    <a:pt x="1578545" y="1239006"/>
                  </a:lnTo>
                  <a:lnTo>
                    <a:pt x="1528756" y="1236550"/>
                  </a:lnTo>
                  <a:lnTo>
                    <a:pt x="1496059" y="1235092"/>
                  </a:lnTo>
                  <a:lnTo>
                    <a:pt x="1478470" y="1234381"/>
                  </a:lnTo>
                  <a:lnTo>
                    <a:pt x="1472091" y="1234146"/>
                  </a:lnTo>
                  <a:lnTo>
                    <a:pt x="1471387" y="1234122"/>
                  </a:lnTo>
                  <a:lnTo>
                    <a:pt x="0" y="1234122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29" name="pl129"/>
            <p:cNvSpPr/>
            <p:nvPr/>
          </p:nvSpPr>
          <p:spPr>
            <a:xfrm>
              <a:off x="4799595" y="2977385"/>
              <a:ext cx="11981298" cy="2934106"/>
            </a:xfrm>
            <a:custGeom>
              <a:avLst/>
              <a:pathLst>
                <a:path w="11981298" h="2934106">
                  <a:moveTo>
                    <a:pt x="0" y="1234122"/>
                  </a:moveTo>
                  <a:lnTo>
                    <a:pt x="1471387" y="1234122"/>
                  </a:lnTo>
                  <a:lnTo>
                    <a:pt x="1472590" y="1234164"/>
                  </a:lnTo>
                  <a:lnTo>
                    <a:pt x="1480489" y="1234459"/>
                  </a:lnTo>
                  <a:lnTo>
                    <a:pt x="1500366" y="1235275"/>
                  </a:lnTo>
                  <a:lnTo>
                    <a:pt x="1535820" y="1236882"/>
                  </a:lnTo>
                  <a:lnTo>
                    <a:pt x="1588496" y="1239527"/>
                  </a:lnTo>
                  <a:lnTo>
                    <a:pt x="1657960" y="1243407"/>
                  </a:lnTo>
                  <a:lnTo>
                    <a:pt x="1741903" y="1248657"/>
                  </a:lnTo>
                  <a:lnTo>
                    <a:pt x="1836669" y="1255339"/>
                  </a:lnTo>
                  <a:lnTo>
                    <a:pt x="1937980" y="1263457"/>
                  </a:lnTo>
                  <a:lnTo>
                    <a:pt x="2041644" y="1272987"/>
                  </a:lnTo>
                  <a:lnTo>
                    <a:pt x="2144074" y="1283898"/>
                  </a:lnTo>
                  <a:lnTo>
                    <a:pt x="2242567" y="1296179"/>
                  </a:lnTo>
                  <a:lnTo>
                    <a:pt x="2335349" y="1309859"/>
                  </a:lnTo>
                  <a:lnTo>
                    <a:pt x="2421480" y="1325013"/>
                  </a:lnTo>
                  <a:lnTo>
                    <a:pt x="2500680" y="1341772"/>
                  </a:lnTo>
                  <a:lnTo>
                    <a:pt x="2573147" y="1360316"/>
                  </a:lnTo>
                  <a:lnTo>
                    <a:pt x="2639399" y="1380874"/>
                  </a:lnTo>
                  <a:lnTo>
                    <a:pt x="2700143" y="1403716"/>
                  </a:lnTo>
                  <a:lnTo>
                    <a:pt x="2756180" y="1429135"/>
                  </a:lnTo>
                  <a:lnTo>
                    <a:pt x="2808340" y="1457420"/>
                  </a:lnTo>
                  <a:lnTo>
                    <a:pt x="2857425" y="1488812"/>
                  </a:lnTo>
                  <a:lnTo>
                    <a:pt x="2896531" y="1517453"/>
                  </a:lnTo>
                  <a:lnTo>
                    <a:pt x="2941547" y="1554548"/>
                  </a:lnTo>
                  <a:lnTo>
                    <a:pt x="2985276" y="1594904"/>
                  </a:lnTo>
                  <a:lnTo>
                    <a:pt x="3028137" y="1638582"/>
                  </a:lnTo>
                  <a:lnTo>
                    <a:pt x="3070452" y="1685563"/>
                  </a:lnTo>
                  <a:lnTo>
                    <a:pt x="3112464" y="1735738"/>
                  </a:lnTo>
                  <a:lnTo>
                    <a:pt x="3154347" y="1788901"/>
                  </a:lnTo>
                  <a:lnTo>
                    <a:pt x="3196215" y="1844749"/>
                  </a:lnTo>
                  <a:lnTo>
                    <a:pt x="3238133" y="1902881"/>
                  </a:lnTo>
                  <a:lnTo>
                    <a:pt x="3280126" y="1962808"/>
                  </a:lnTo>
                  <a:lnTo>
                    <a:pt x="3322187" y="2023969"/>
                  </a:lnTo>
                  <a:lnTo>
                    <a:pt x="3364286" y="2085753"/>
                  </a:lnTo>
                  <a:lnTo>
                    <a:pt x="3406384" y="2147519"/>
                  </a:lnTo>
                  <a:lnTo>
                    <a:pt x="3448442" y="2208630"/>
                  </a:lnTo>
                  <a:lnTo>
                    <a:pt x="3490431" y="2268475"/>
                  </a:lnTo>
                  <a:lnTo>
                    <a:pt x="3532345" y="2326498"/>
                  </a:lnTo>
                  <a:lnTo>
                    <a:pt x="3574212" y="2382213"/>
                  </a:lnTo>
                  <a:lnTo>
                    <a:pt x="3616098" y="2435225"/>
                  </a:lnTo>
                  <a:lnTo>
                    <a:pt x="3658121" y="2485234"/>
                  </a:lnTo>
                  <a:lnTo>
                    <a:pt x="3700459" y="2532042"/>
                  </a:lnTo>
                  <a:lnTo>
                    <a:pt x="3743357" y="2575544"/>
                  </a:lnTo>
                  <a:lnTo>
                    <a:pt x="3787142" y="2615726"/>
                  </a:lnTo>
                  <a:lnTo>
                    <a:pt x="3829811" y="2650775"/>
                  </a:lnTo>
                  <a:lnTo>
                    <a:pt x="3876891" y="2684854"/>
                  </a:lnTo>
                  <a:lnTo>
                    <a:pt x="3926434" y="2715717"/>
                  </a:lnTo>
                  <a:lnTo>
                    <a:pt x="3979181" y="2743507"/>
                  </a:lnTo>
                  <a:lnTo>
                    <a:pt x="4035943" y="2768478"/>
                  </a:lnTo>
                  <a:lnTo>
                    <a:pt x="4097547" y="2790920"/>
                  </a:lnTo>
                  <a:lnTo>
                    <a:pt x="4164787" y="2811126"/>
                  </a:lnTo>
                  <a:lnTo>
                    <a:pt x="4238344" y="2829359"/>
                  </a:lnTo>
                  <a:lnTo>
                    <a:pt x="4318692" y="2845839"/>
                  </a:lnTo>
                  <a:lnTo>
                    <a:pt x="4405963" y="2860741"/>
                  </a:lnTo>
                  <a:lnTo>
                    <a:pt x="4499780" y="2874185"/>
                  </a:lnTo>
                  <a:lnTo>
                    <a:pt x="4599074" y="2886238"/>
                  </a:lnTo>
                  <a:lnTo>
                    <a:pt x="4701922" y="2896921"/>
                  </a:lnTo>
                  <a:lnTo>
                    <a:pt x="4805464" y="2906218"/>
                  </a:lnTo>
                  <a:lnTo>
                    <a:pt x="4905989" y="2914100"/>
                  </a:lnTo>
                  <a:lnTo>
                    <a:pt x="4999245" y="2920541"/>
                  </a:lnTo>
                  <a:lnTo>
                    <a:pt x="5081008" y="2925558"/>
                  </a:lnTo>
                  <a:lnTo>
                    <a:pt x="5147797" y="2929222"/>
                  </a:lnTo>
                  <a:lnTo>
                    <a:pt x="5197586" y="2931679"/>
                  </a:lnTo>
                  <a:lnTo>
                    <a:pt x="5230283" y="2933136"/>
                  </a:lnTo>
                  <a:lnTo>
                    <a:pt x="5247873" y="2933847"/>
                  </a:lnTo>
                  <a:lnTo>
                    <a:pt x="5254251" y="2934082"/>
                  </a:lnTo>
                  <a:lnTo>
                    <a:pt x="5254955" y="2934106"/>
                  </a:lnTo>
                  <a:lnTo>
                    <a:pt x="6726343" y="2934106"/>
                  </a:lnTo>
                  <a:lnTo>
                    <a:pt x="6727483" y="2934038"/>
                  </a:lnTo>
                  <a:lnTo>
                    <a:pt x="6734980" y="2933556"/>
                  </a:lnTo>
                  <a:lnTo>
                    <a:pt x="6753877" y="2932222"/>
                  </a:lnTo>
                  <a:lnTo>
                    <a:pt x="6787660" y="2929597"/>
                  </a:lnTo>
                  <a:lnTo>
                    <a:pt x="6838010" y="2925271"/>
                  </a:lnTo>
                  <a:lnTo>
                    <a:pt x="6904674" y="2918913"/>
                  </a:lnTo>
                  <a:lnTo>
                    <a:pt x="6985618" y="2910294"/>
                  </a:lnTo>
                  <a:lnTo>
                    <a:pt x="7077493" y="2899299"/>
                  </a:lnTo>
                  <a:lnTo>
                    <a:pt x="7176283" y="2885908"/>
                  </a:lnTo>
                  <a:lnTo>
                    <a:pt x="7277965" y="2870160"/>
                  </a:lnTo>
                  <a:lnTo>
                    <a:pt x="7379019" y="2852106"/>
                  </a:lnTo>
                  <a:lnTo>
                    <a:pt x="7476716" y="2831771"/>
                  </a:lnTo>
                  <a:lnTo>
                    <a:pt x="7569199" y="2809126"/>
                  </a:lnTo>
                  <a:lnTo>
                    <a:pt x="7655414" y="2784063"/>
                  </a:lnTo>
                  <a:lnTo>
                    <a:pt x="7734961" y="2756393"/>
                  </a:lnTo>
                  <a:lnTo>
                    <a:pt x="7807927" y="2725842"/>
                  </a:lnTo>
                  <a:lnTo>
                    <a:pt x="7874732" y="2692056"/>
                  </a:lnTo>
                  <a:lnTo>
                    <a:pt x="7936001" y="2654610"/>
                  </a:lnTo>
                  <a:lnTo>
                    <a:pt x="7992477" y="2613036"/>
                  </a:lnTo>
                  <a:lnTo>
                    <a:pt x="8044940" y="2566850"/>
                  </a:lnTo>
                  <a:lnTo>
                    <a:pt x="8094167" y="2515620"/>
                  </a:lnTo>
                  <a:lnTo>
                    <a:pt x="8140875" y="2459065"/>
                  </a:lnTo>
                  <a:lnTo>
                    <a:pt x="8151487" y="2445088"/>
                  </a:lnTo>
                  <a:lnTo>
                    <a:pt x="8188644" y="2392799"/>
                  </a:lnTo>
                  <a:lnTo>
                    <a:pt x="8224874" y="2336715"/>
                  </a:lnTo>
                  <a:lnTo>
                    <a:pt x="8260425" y="2276760"/>
                  </a:lnTo>
                  <a:lnTo>
                    <a:pt x="8295500" y="2212916"/>
                  </a:lnTo>
                  <a:lnTo>
                    <a:pt x="8330260" y="2145234"/>
                  </a:lnTo>
                  <a:lnTo>
                    <a:pt x="8364832" y="2073837"/>
                  </a:lnTo>
                  <a:lnTo>
                    <a:pt x="8399310" y="1998924"/>
                  </a:lnTo>
                  <a:lnTo>
                    <a:pt x="8433765" y="1920774"/>
                  </a:lnTo>
                  <a:lnTo>
                    <a:pt x="8468239" y="1839743"/>
                  </a:lnTo>
                  <a:lnTo>
                    <a:pt x="8502759" y="1756261"/>
                  </a:lnTo>
                  <a:lnTo>
                    <a:pt x="8537330" y="1670822"/>
                  </a:lnTo>
                  <a:lnTo>
                    <a:pt x="8571946" y="1583974"/>
                  </a:lnTo>
                  <a:lnTo>
                    <a:pt x="8606592" y="1496308"/>
                  </a:lnTo>
                  <a:lnTo>
                    <a:pt x="8641246" y="1408436"/>
                  </a:lnTo>
                  <a:lnTo>
                    <a:pt x="8675884" y="1320976"/>
                  </a:lnTo>
                  <a:lnTo>
                    <a:pt x="8710486" y="1234536"/>
                  </a:lnTo>
                  <a:lnTo>
                    <a:pt x="8745040" y="1149692"/>
                  </a:lnTo>
                  <a:lnTo>
                    <a:pt x="8779543" y="1066978"/>
                  </a:lnTo>
                  <a:lnTo>
                    <a:pt x="8814007" y="986866"/>
                  </a:lnTo>
                  <a:lnTo>
                    <a:pt x="8848464" y="909762"/>
                  </a:lnTo>
                  <a:lnTo>
                    <a:pt x="8882965" y="835997"/>
                  </a:lnTo>
                  <a:lnTo>
                    <a:pt x="8917587" y="765823"/>
                  </a:lnTo>
                  <a:lnTo>
                    <a:pt x="8952437" y="699415"/>
                  </a:lnTo>
                  <a:lnTo>
                    <a:pt x="8987651" y="636869"/>
                  </a:lnTo>
                  <a:lnTo>
                    <a:pt x="9023404" y="578213"/>
                  </a:lnTo>
                  <a:lnTo>
                    <a:pt x="9059914" y="523409"/>
                  </a:lnTo>
                  <a:lnTo>
                    <a:pt x="9084767" y="489017"/>
                  </a:lnTo>
                  <a:lnTo>
                    <a:pt x="9130980" y="431207"/>
                  </a:lnTo>
                  <a:lnTo>
                    <a:pt x="9179558" y="378751"/>
                  </a:lnTo>
                  <a:lnTo>
                    <a:pt x="9231198" y="331423"/>
                  </a:lnTo>
                  <a:lnTo>
                    <a:pt x="9286666" y="288814"/>
                  </a:lnTo>
                  <a:lnTo>
                    <a:pt x="9346748" y="250448"/>
                  </a:lnTo>
                  <a:lnTo>
                    <a:pt x="9412198" y="215847"/>
                  </a:lnTo>
                  <a:lnTo>
                    <a:pt x="9483678" y="184575"/>
                  </a:lnTo>
                  <a:lnTo>
                    <a:pt x="9561667" y="156260"/>
                  </a:lnTo>
                  <a:lnTo>
                    <a:pt x="9646340" y="130609"/>
                  </a:lnTo>
                  <a:lnTo>
                    <a:pt x="9737428" y="107412"/>
                  </a:lnTo>
                  <a:lnTo>
                    <a:pt x="9834042" y="86543"/>
                  </a:lnTo>
                  <a:lnTo>
                    <a:pt x="9934524" y="67956"/>
                  </a:lnTo>
                  <a:lnTo>
                    <a:pt x="10036348" y="51665"/>
                  </a:lnTo>
                  <a:lnTo>
                    <a:pt x="10136162" y="37719"/>
                  </a:lnTo>
                  <a:lnTo>
                    <a:pt x="10230021" y="26164"/>
                  </a:lnTo>
                  <a:lnTo>
                    <a:pt x="10313853" y="16996"/>
                  </a:lnTo>
                  <a:lnTo>
                    <a:pt x="10384090" y="10126"/>
                  </a:lnTo>
                  <a:lnTo>
                    <a:pt x="10438342" y="5353"/>
                  </a:lnTo>
                  <a:lnTo>
                    <a:pt x="10475914" y="2365"/>
                  </a:lnTo>
                  <a:lnTo>
                    <a:pt x="10498037" y="768"/>
                  </a:lnTo>
                  <a:lnTo>
                    <a:pt x="10507798" y="127"/>
                  </a:lnTo>
                  <a:lnTo>
                    <a:pt x="10509895" y="0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0" name="pl130"/>
            <p:cNvSpPr/>
            <p:nvPr/>
          </p:nvSpPr>
          <p:spPr>
            <a:xfrm>
              <a:off x="4799595" y="2961039"/>
              <a:ext cx="11981298" cy="2934106"/>
            </a:xfrm>
            <a:custGeom>
              <a:avLst/>
              <a:pathLst>
                <a:path w="11981298" h="2934106">
                  <a:moveTo>
                    <a:pt x="11981298" y="0"/>
                  </a:moveTo>
                  <a:lnTo>
                    <a:pt x="10509911" y="0"/>
                  </a:lnTo>
                  <a:lnTo>
                    <a:pt x="10508770" y="67"/>
                  </a:lnTo>
                  <a:lnTo>
                    <a:pt x="10501273" y="550"/>
                  </a:lnTo>
                  <a:lnTo>
                    <a:pt x="10482377" y="1883"/>
                  </a:lnTo>
                  <a:lnTo>
                    <a:pt x="10448593" y="4509"/>
                  </a:lnTo>
                  <a:lnTo>
                    <a:pt x="10398243" y="8834"/>
                  </a:lnTo>
                  <a:lnTo>
                    <a:pt x="10331580" y="15192"/>
                  </a:lnTo>
                  <a:lnTo>
                    <a:pt x="10250636" y="23812"/>
                  </a:lnTo>
                  <a:lnTo>
                    <a:pt x="10158760" y="34807"/>
                  </a:lnTo>
                  <a:lnTo>
                    <a:pt x="10059970" y="48197"/>
                  </a:lnTo>
                  <a:lnTo>
                    <a:pt x="9958288" y="63946"/>
                  </a:lnTo>
                  <a:lnTo>
                    <a:pt x="9857234" y="82000"/>
                  </a:lnTo>
                  <a:lnTo>
                    <a:pt x="9759538" y="102334"/>
                  </a:lnTo>
                  <a:lnTo>
                    <a:pt x="9667054" y="124980"/>
                  </a:lnTo>
                  <a:lnTo>
                    <a:pt x="9580839" y="150042"/>
                  </a:lnTo>
                  <a:lnTo>
                    <a:pt x="9501292" y="177712"/>
                  </a:lnTo>
                  <a:lnTo>
                    <a:pt x="9428326" y="208263"/>
                  </a:lnTo>
                  <a:lnTo>
                    <a:pt x="9361522" y="242050"/>
                  </a:lnTo>
                  <a:lnTo>
                    <a:pt x="9300252" y="279495"/>
                  </a:lnTo>
                  <a:lnTo>
                    <a:pt x="9243777" y="321070"/>
                  </a:lnTo>
                  <a:lnTo>
                    <a:pt x="9191313" y="367256"/>
                  </a:lnTo>
                  <a:lnTo>
                    <a:pt x="9142086" y="418485"/>
                  </a:lnTo>
                  <a:lnTo>
                    <a:pt x="9095378" y="475040"/>
                  </a:lnTo>
                  <a:lnTo>
                    <a:pt x="9084767" y="489017"/>
                  </a:lnTo>
                  <a:lnTo>
                    <a:pt x="9047609" y="541307"/>
                  </a:lnTo>
                  <a:lnTo>
                    <a:pt x="9011379" y="597391"/>
                  </a:lnTo>
                  <a:lnTo>
                    <a:pt x="8975828" y="657346"/>
                  </a:lnTo>
                  <a:lnTo>
                    <a:pt x="8940753" y="721189"/>
                  </a:lnTo>
                  <a:lnTo>
                    <a:pt x="8905993" y="788871"/>
                  </a:lnTo>
                  <a:lnTo>
                    <a:pt x="8871422" y="860268"/>
                  </a:lnTo>
                  <a:lnTo>
                    <a:pt x="8836943" y="935181"/>
                  </a:lnTo>
                  <a:lnTo>
                    <a:pt x="8802489" y="1013331"/>
                  </a:lnTo>
                  <a:lnTo>
                    <a:pt x="8768014" y="1094362"/>
                  </a:lnTo>
                  <a:lnTo>
                    <a:pt x="8733495" y="1177845"/>
                  </a:lnTo>
                  <a:lnTo>
                    <a:pt x="8698923" y="1263284"/>
                  </a:lnTo>
                  <a:lnTo>
                    <a:pt x="8664307" y="1350131"/>
                  </a:lnTo>
                  <a:lnTo>
                    <a:pt x="8629661" y="1437797"/>
                  </a:lnTo>
                  <a:lnTo>
                    <a:pt x="8595008" y="1525669"/>
                  </a:lnTo>
                  <a:lnTo>
                    <a:pt x="8560369" y="1613129"/>
                  </a:lnTo>
                  <a:lnTo>
                    <a:pt x="8525767" y="1699569"/>
                  </a:lnTo>
                  <a:lnTo>
                    <a:pt x="8491213" y="1784413"/>
                  </a:lnTo>
                  <a:lnTo>
                    <a:pt x="8456710" y="1867128"/>
                  </a:lnTo>
                  <a:lnTo>
                    <a:pt x="8422246" y="1947240"/>
                  </a:lnTo>
                  <a:lnTo>
                    <a:pt x="8387789" y="2024344"/>
                  </a:lnTo>
                  <a:lnTo>
                    <a:pt x="8353288" y="2098108"/>
                  </a:lnTo>
                  <a:lnTo>
                    <a:pt x="8318666" y="2168282"/>
                  </a:lnTo>
                  <a:lnTo>
                    <a:pt x="8283816" y="2234691"/>
                  </a:lnTo>
                  <a:lnTo>
                    <a:pt x="8248602" y="2297236"/>
                  </a:lnTo>
                  <a:lnTo>
                    <a:pt x="8212849" y="2355892"/>
                  </a:lnTo>
                  <a:lnTo>
                    <a:pt x="8176339" y="2410696"/>
                  </a:lnTo>
                  <a:lnTo>
                    <a:pt x="8151487" y="2445088"/>
                  </a:lnTo>
                  <a:lnTo>
                    <a:pt x="8105273" y="2502898"/>
                  </a:lnTo>
                  <a:lnTo>
                    <a:pt x="8056695" y="2555354"/>
                  </a:lnTo>
                  <a:lnTo>
                    <a:pt x="8005055" y="2602683"/>
                  </a:lnTo>
                  <a:lnTo>
                    <a:pt x="7949587" y="2645291"/>
                  </a:lnTo>
                  <a:lnTo>
                    <a:pt x="7889506" y="2683657"/>
                  </a:lnTo>
                  <a:lnTo>
                    <a:pt x="7824055" y="2718258"/>
                  </a:lnTo>
                  <a:lnTo>
                    <a:pt x="7752575" y="2749530"/>
                  </a:lnTo>
                  <a:lnTo>
                    <a:pt x="7674587" y="2777845"/>
                  </a:lnTo>
                  <a:lnTo>
                    <a:pt x="7589913" y="2803496"/>
                  </a:lnTo>
                  <a:lnTo>
                    <a:pt x="7498825" y="2826694"/>
                  </a:lnTo>
                  <a:lnTo>
                    <a:pt x="7402211" y="2847562"/>
                  </a:lnTo>
                  <a:lnTo>
                    <a:pt x="7301729" y="2866149"/>
                  </a:lnTo>
                  <a:lnTo>
                    <a:pt x="7199905" y="2882440"/>
                  </a:lnTo>
                  <a:lnTo>
                    <a:pt x="7100091" y="2896386"/>
                  </a:lnTo>
                  <a:lnTo>
                    <a:pt x="7006232" y="2907941"/>
                  </a:lnTo>
                  <a:lnTo>
                    <a:pt x="6922400" y="2917109"/>
                  </a:lnTo>
                  <a:lnTo>
                    <a:pt x="6852163" y="2923979"/>
                  </a:lnTo>
                  <a:lnTo>
                    <a:pt x="6797911" y="2928753"/>
                  </a:lnTo>
                  <a:lnTo>
                    <a:pt x="6760339" y="2931741"/>
                  </a:lnTo>
                  <a:lnTo>
                    <a:pt x="6738216" y="2933337"/>
                  </a:lnTo>
                  <a:lnTo>
                    <a:pt x="6728456" y="2933978"/>
                  </a:lnTo>
                  <a:lnTo>
                    <a:pt x="6726358" y="2934105"/>
                  </a:lnTo>
                  <a:lnTo>
                    <a:pt x="6726343" y="2934106"/>
                  </a:lnTo>
                  <a:lnTo>
                    <a:pt x="5254955" y="2934106"/>
                  </a:lnTo>
                  <a:lnTo>
                    <a:pt x="5253752" y="2934064"/>
                  </a:lnTo>
                  <a:lnTo>
                    <a:pt x="5245853" y="2933769"/>
                  </a:lnTo>
                  <a:lnTo>
                    <a:pt x="5225976" y="2932953"/>
                  </a:lnTo>
                  <a:lnTo>
                    <a:pt x="5190522" y="2931346"/>
                  </a:lnTo>
                  <a:lnTo>
                    <a:pt x="5137846" y="2928702"/>
                  </a:lnTo>
                  <a:lnTo>
                    <a:pt x="5068382" y="2924821"/>
                  </a:lnTo>
                  <a:lnTo>
                    <a:pt x="4984439" y="2919571"/>
                  </a:lnTo>
                  <a:lnTo>
                    <a:pt x="4889674" y="2912890"/>
                  </a:lnTo>
                  <a:lnTo>
                    <a:pt x="4788362" y="2904771"/>
                  </a:lnTo>
                  <a:lnTo>
                    <a:pt x="4684698" y="2895241"/>
                  </a:lnTo>
                  <a:lnTo>
                    <a:pt x="4582268" y="2884330"/>
                  </a:lnTo>
                  <a:lnTo>
                    <a:pt x="4483775" y="2872049"/>
                  </a:lnTo>
                  <a:lnTo>
                    <a:pt x="4390993" y="2858369"/>
                  </a:lnTo>
                  <a:lnTo>
                    <a:pt x="4304862" y="2843215"/>
                  </a:lnTo>
                  <a:lnTo>
                    <a:pt x="4225662" y="2826456"/>
                  </a:lnTo>
                  <a:lnTo>
                    <a:pt x="4153195" y="2807913"/>
                  </a:lnTo>
                  <a:lnTo>
                    <a:pt x="4086943" y="2787354"/>
                  </a:lnTo>
                  <a:lnTo>
                    <a:pt x="4026199" y="2764512"/>
                  </a:lnTo>
                  <a:lnTo>
                    <a:pt x="3970162" y="2739093"/>
                  </a:lnTo>
                  <a:lnTo>
                    <a:pt x="3918002" y="2710808"/>
                  </a:lnTo>
                  <a:lnTo>
                    <a:pt x="3868917" y="2679416"/>
                  </a:lnTo>
                  <a:lnTo>
                    <a:pt x="3829811" y="2650775"/>
                  </a:lnTo>
                  <a:lnTo>
                    <a:pt x="3784795" y="2613681"/>
                  </a:lnTo>
                  <a:lnTo>
                    <a:pt x="3741066" y="2573324"/>
                  </a:lnTo>
                  <a:lnTo>
                    <a:pt x="3698206" y="2529646"/>
                  </a:lnTo>
                  <a:lnTo>
                    <a:pt x="3655890" y="2482665"/>
                  </a:lnTo>
                  <a:lnTo>
                    <a:pt x="3613878" y="2432490"/>
                  </a:lnTo>
                  <a:lnTo>
                    <a:pt x="3571995" y="2379327"/>
                  </a:lnTo>
                  <a:lnTo>
                    <a:pt x="3530127" y="2323479"/>
                  </a:lnTo>
                  <a:lnTo>
                    <a:pt x="3488209" y="2265347"/>
                  </a:lnTo>
                  <a:lnTo>
                    <a:pt x="3446216" y="2205420"/>
                  </a:lnTo>
                  <a:lnTo>
                    <a:pt x="3404155" y="2144259"/>
                  </a:lnTo>
                  <a:lnTo>
                    <a:pt x="3362056" y="2082476"/>
                  </a:lnTo>
                  <a:lnTo>
                    <a:pt x="3319958" y="2020709"/>
                  </a:lnTo>
                  <a:lnTo>
                    <a:pt x="3277900" y="1959598"/>
                  </a:lnTo>
                  <a:lnTo>
                    <a:pt x="3235911" y="1899753"/>
                  </a:lnTo>
                  <a:lnTo>
                    <a:pt x="3193997" y="1841731"/>
                  </a:lnTo>
                  <a:lnTo>
                    <a:pt x="3152130" y="1786016"/>
                  </a:lnTo>
                  <a:lnTo>
                    <a:pt x="3110244" y="1733004"/>
                  </a:lnTo>
                  <a:lnTo>
                    <a:pt x="3068221" y="1682994"/>
                  </a:lnTo>
                  <a:lnTo>
                    <a:pt x="3025883" y="1636186"/>
                  </a:lnTo>
                  <a:lnTo>
                    <a:pt x="2982985" y="1592684"/>
                  </a:lnTo>
                  <a:lnTo>
                    <a:pt x="2939200" y="1552502"/>
                  </a:lnTo>
                  <a:lnTo>
                    <a:pt x="2896531" y="1517453"/>
                  </a:lnTo>
                  <a:lnTo>
                    <a:pt x="2849451" y="1483374"/>
                  </a:lnTo>
                  <a:lnTo>
                    <a:pt x="2799908" y="1452511"/>
                  </a:lnTo>
                  <a:lnTo>
                    <a:pt x="2747161" y="1424721"/>
                  </a:lnTo>
                  <a:lnTo>
                    <a:pt x="2690399" y="1399751"/>
                  </a:lnTo>
                  <a:lnTo>
                    <a:pt x="2628795" y="1377308"/>
                  </a:lnTo>
                  <a:lnTo>
                    <a:pt x="2561555" y="1357102"/>
                  </a:lnTo>
                  <a:lnTo>
                    <a:pt x="2487998" y="1338870"/>
                  </a:lnTo>
                  <a:lnTo>
                    <a:pt x="2407650" y="1322389"/>
                  </a:lnTo>
                  <a:lnTo>
                    <a:pt x="2320379" y="1307487"/>
                  </a:lnTo>
                  <a:lnTo>
                    <a:pt x="2226563" y="1294043"/>
                  </a:lnTo>
                  <a:lnTo>
                    <a:pt x="2127268" y="1281990"/>
                  </a:lnTo>
                  <a:lnTo>
                    <a:pt x="2024420" y="1271308"/>
                  </a:lnTo>
                  <a:lnTo>
                    <a:pt x="1920878" y="1262010"/>
                  </a:lnTo>
                  <a:lnTo>
                    <a:pt x="1820354" y="1254129"/>
                  </a:lnTo>
                  <a:lnTo>
                    <a:pt x="1727097" y="1247687"/>
                  </a:lnTo>
                  <a:lnTo>
                    <a:pt x="1645335" y="1242671"/>
                  </a:lnTo>
                  <a:lnTo>
                    <a:pt x="1578545" y="1239006"/>
                  </a:lnTo>
                  <a:lnTo>
                    <a:pt x="1528756" y="1236550"/>
                  </a:lnTo>
                  <a:lnTo>
                    <a:pt x="1496059" y="1235092"/>
                  </a:lnTo>
                  <a:lnTo>
                    <a:pt x="1478470" y="1234381"/>
                  </a:lnTo>
                  <a:lnTo>
                    <a:pt x="1472091" y="1234146"/>
                  </a:lnTo>
                  <a:lnTo>
                    <a:pt x="1471387" y="1234122"/>
                  </a:lnTo>
                  <a:lnTo>
                    <a:pt x="0" y="123412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1" name="pg131"/>
            <p:cNvSpPr/>
            <p:nvPr/>
          </p:nvSpPr>
          <p:spPr>
            <a:xfrm>
              <a:off x="4799595" y="3034596"/>
              <a:ext cx="11981298" cy="2942279"/>
            </a:xfrm>
            <a:custGeom>
              <a:avLst/>
              <a:pathLst>
                <a:path w="11981298" h="2942279">
                  <a:moveTo>
                    <a:pt x="0" y="1234122"/>
                  </a:moveTo>
                  <a:lnTo>
                    <a:pt x="1471387" y="1234122"/>
                  </a:lnTo>
                  <a:lnTo>
                    <a:pt x="1472590" y="1234164"/>
                  </a:lnTo>
                  <a:lnTo>
                    <a:pt x="1480486" y="1234461"/>
                  </a:lnTo>
                  <a:lnTo>
                    <a:pt x="1500359" y="1235281"/>
                  </a:lnTo>
                  <a:lnTo>
                    <a:pt x="1535804" y="1236895"/>
                  </a:lnTo>
                  <a:lnTo>
                    <a:pt x="1588468" y="1239551"/>
                  </a:lnTo>
                  <a:lnTo>
                    <a:pt x="1657918" y="1243450"/>
                  </a:lnTo>
                  <a:lnTo>
                    <a:pt x="1741845" y="1248723"/>
                  </a:lnTo>
                  <a:lnTo>
                    <a:pt x="1836596" y="1255435"/>
                  </a:lnTo>
                  <a:lnTo>
                    <a:pt x="1937895" y="1263591"/>
                  </a:lnTo>
                  <a:lnTo>
                    <a:pt x="2041549" y="1273165"/>
                  </a:lnTo>
                  <a:lnTo>
                    <a:pt x="2143973" y="1284125"/>
                  </a:lnTo>
                  <a:lnTo>
                    <a:pt x="2242462" y="1296463"/>
                  </a:lnTo>
                  <a:lnTo>
                    <a:pt x="2335243" y="1310206"/>
                  </a:lnTo>
                  <a:lnTo>
                    <a:pt x="2421374" y="1325430"/>
                  </a:lnTo>
                  <a:lnTo>
                    <a:pt x="2500576" y="1342265"/>
                  </a:lnTo>
                  <a:lnTo>
                    <a:pt x="2573046" y="1360894"/>
                  </a:lnTo>
                  <a:lnTo>
                    <a:pt x="2639301" y="1381545"/>
                  </a:lnTo>
                  <a:lnTo>
                    <a:pt x="2700047" y="1404491"/>
                  </a:lnTo>
                  <a:lnTo>
                    <a:pt x="2756086" y="1430025"/>
                  </a:lnTo>
                  <a:lnTo>
                    <a:pt x="2808247" y="1458439"/>
                  </a:lnTo>
                  <a:lnTo>
                    <a:pt x="2857333" y="1489973"/>
                  </a:lnTo>
                  <a:lnTo>
                    <a:pt x="2896531" y="1518815"/>
                  </a:lnTo>
                  <a:lnTo>
                    <a:pt x="2941484" y="1556032"/>
                  </a:lnTo>
                  <a:lnTo>
                    <a:pt x="2985152" y="1596518"/>
                  </a:lnTo>
                  <a:lnTo>
                    <a:pt x="3027954" y="1640331"/>
                  </a:lnTo>
                  <a:lnTo>
                    <a:pt x="3070211" y="1687454"/>
                  </a:lnTo>
                  <a:lnTo>
                    <a:pt x="3112164" y="1737778"/>
                  </a:lnTo>
                  <a:lnTo>
                    <a:pt x="3153988" y="1791098"/>
                  </a:lnTo>
                  <a:lnTo>
                    <a:pt x="3195795" y="1847111"/>
                  </a:lnTo>
                  <a:lnTo>
                    <a:pt x="3237653" y="1905416"/>
                  </a:lnTo>
                  <a:lnTo>
                    <a:pt x="3279585" y="1965526"/>
                  </a:lnTo>
                  <a:lnTo>
                    <a:pt x="3321584" y="2026881"/>
                  </a:lnTo>
                  <a:lnTo>
                    <a:pt x="3363623" y="2088868"/>
                  </a:lnTo>
                  <a:lnTo>
                    <a:pt x="3405661" y="2150848"/>
                  </a:lnTo>
                  <a:lnTo>
                    <a:pt x="3447660" y="2212183"/>
                  </a:lnTo>
                  <a:lnTo>
                    <a:pt x="3489590" y="2272260"/>
                  </a:lnTo>
                  <a:lnTo>
                    <a:pt x="3531447" y="2330521"/>
                  </a:lnTo>
                  <a:lnTo>
                    <a:pt x="3573254" y="2386480"/>
                  </a:lnTo>
                  <a:lnTo>
                    <a:pt x="3615078" y="2439738"/>
                  </a:lnTo>
                  <a:lnTo>
                    <a:pt x="3657036" y="2489995"/>
                  </a:lnTo>
                  <a:lnTo>
                    <a:pt x="3699302" y="2537047"/>
                  </a:lnTo>
                  <a:lnTo>
                    <a:pt x="3742119" y="2580789"/>
                  </a:lnTo>
                  <a:lnTo>
                    <a:pt x="3785810" y="2621203"/>
                  </a:lnTo>
                  <a:lnTo>
                    <a:pt x="3829811" y="2657586"/>
                  </a:lnTo>
                  <a:lnTo>
                    <a:pt x="3876886" y="2691825"/>
                  </a:lnTo>
                  <a:lnTo>
                    <a:pt x="3926425" y="2722835"/>
                  </a:lnTo>
                  <a:lnTo>
                    <a:pt x="3979166" y="2750757"/>
                  </a:lnTo>
                  <a:lnTo>
                    <a:pt x="4035921" y="2775846"/>
                  </a:lnTo>
                  <a:lnTo>
                    <a:pt x="4097518" y="2798395"/>
                  </a:lnTo>
                  <a:lnTo>
                    <a:pt x="4164748" y="2818697"/>
                  </a:lnTo>
                  <a:lnTo>
                    <a:pt x="4238294" y="2837017"/>
                  </a:lnTo>
                  <a:lnTo>
                    <a:pt x="4318630" y="2853576"/>
                  </a:lnTo>
                  <a:lnTo>
                    <a:pt x="4405888" y="2868550"/>
                  </a:lnTo>
                  <a:lnTo>
                    <a:pt x="4499691" y="2882058"/>
                  </a:lnTo>
                  <a:lnTo>
                    <a:pt x="4598972" y="2894169"/>
                  </a:lnTo>
                  <a:lnTo>
                    <a:pt x="4701808" y="2904904"/>
                  </a:lnTo>
                  <a:lnTo>
                    <a:pt x="4805342" y="2914247"/>
                  </a:lnTo>
                  <a:lnTo>
                    <a:pt x="4905863" y="2922167"/>
                  </a:lnTo>
                  <a:lnTo>
                    <a:pt x="4999124" y="2928641"/>
                  </a:lnTo>
                  <a:lnTo>
                    <a:pt x="5080898" y="2933683"/>
                  </a:lnTo>
                  <a:lnTo>
                    <a:pt x="5147706" y="2937367"/>
                  </a:lnTo>
                  <a:lnTo>
                    <a:pt x="5197518" y="2939837"/>
                  </a:lnTo>
                  <a:lnTo>
                    <a:pt x="5230240" y="2941302"/>
                  </a:lnTo>
                  <a:lnTo>
                    <a:pt x="5247852" y="2942018"/>
                  </a:lnTo>
                  <a:lnTo>
                    <a:pt x="5254246" y="2942255"/>
                  </a:lnTo>
                  <a:lnTo>
                    <a:pt x="5254955" y="2942279"/>
                  </a:lnTo>
                  <a:lnTo>
                    <a:pt x="6726343" y="2942279"/>
                  </a:lnTo>
                  <a:lnTo>
                    <a:pt x="6727486" y="2942212"/>
                  </a:lnTo>
                  <a:lnTo>
                    <a:pt x="6735002" y="2941736"/>
                  </a:lnTo>
                  <a:lnTo>
                    <a:pt x="6753945" y="2940422"/>
                  </a:lnTo>
                  <a:lnTo>
                    <a:pt x="6787807" y="2937833"/>
                  </a:lnTo>
                  <a:lnTo>
                    <a:pt x="6838267" y="2933569"/>
                  </a:lnTo>
                  <a:lnTo>
                    <a:pt x="6905064" y="2927301"/>
                  </a:lnTo>
                  <a:lnTo>
                    <a:pt x="6986151" y="2918806"/>
                  </a:lnTo>
                  <a:lnTo>
                    <a:pt x="7078165" y="2907970"/>
                  </a:lnTo>
                  <a:lnTo>
                    <a:pt x="7177077" y="2894774"/>
                  </a:lnTo>
                  <a:lnTo>
                    <a:pt x="7278857" y="2879256"/>
                  </a:lnTo>
                  <a:lnTo>
                    <a:pt x="7379979" y="2861467"/>
                  </a:lnTo>
                  <a:lnTo>
                    <a:pt x="7477716" y="2841433"/>
                  </a:lnTo>
                  <a:lnTo>
                    <a:pt x="7570216" y="2819121"/>
                  </a:lnTo>
                  <a:lnTo>
                    <a:pt x="7656429" y="2794426"/>
                  </a:lnTo>
                  <a:lnTo>
                    <a:pt x="7735961" y="2767161"/>
                  </a:lnTo>
                  <a:lnTo>
                    <a:pt x="7808904" y="2737054"/>
                  </a:lnTo>
                  <a:lnTo>
                    <a:pt x="7875682" y="2703754"/>
                  </a:lnTo>
                  <a:lnTo>
                    <a:pt x="7936926" y="2666843"/>
                  </a:lnTo>
                  <a:lnTo>
                    <a:pt x="7993379" y="2625858"/>
                  </a:lnTo>
                  <a:lnTo>
                    <a:pt x="8045827" y="2580323"/>
                  </a:lnTo>
                  <a:lnTo>
                    <a:pt x="8095046" y="2529814"/>
                  </a:lnTo>
                  <a:lnTo>
                    <a:pt x="8141754" y="2474056"/>
                  </a:lnTo>
                  <a:lnTo>
                    <a:pt x="8151487" y="2461434"/>
                  </a:lnTo>
                  <a:lnTo>
                    <a:pt x="8188896" y="2409653"/>
                  </a:lnTo>
                  <a:lnTo>
                    <a:pt x="8225366" y="2354088"/>
                  </a:lnTo>
                  <a:lnTo>
                    <a:pt x="8261152" y="2294664"/>
                  </a:lnTo>
                  <a:lnTo>
                    <a:pt x="8296458" y="2231365"/>
                  </a:lnTo>
                  <a:lnTo>
                    <a:pt x="8331449" y="2164241"/>
                  </a:lnTo>
                  <a:lnTo>
                    <a:pt x="8366253" y="2093420"/>
                  </a:lnTo>
                  <a:lnTo>
                    <a:pt x="8400966" y="2019104"/>
                  </a:lnTo>
                  <a:lnTo>
                    <a:pt x="8435658" y="1941576"/>
                  </a:lnTo>
                  <a:lnTo>
                    <a:pt x="8470371" y="1861199"/>
                  </a:lnTo>
                  <a:lnTo>
                    <a:pt x="8505131" y="1778406"/>
                  </a:lnTo>
                  <a:lnTo>
                    <a:pt x="8539943" y="1693699"/>
                  </a:lnTo>
                  <a:lnTo>
                    <a:pt x="8574800" y="1607632"/>
                  </a:lnTo>
                  <a:lnTo>
                    <a:pt x="8609685" y="1520798"/>
                  </a:lnTo>
                  <a:lnTo>
                    <a:pt x="8644576" y="1433814"/>
                  </a:lnTo>
                  <a:lnTo>
                    <a:pt x="8679450" y="1347299"/>
                  </a:lnTo>
                  <a:lnTo>
                    <a:pt x="8714285" y="1261862"/>
                  </a:lnTo>
                  <a:lnTo>
                    <a:pt x="8749070" y="1178077"/>
                  </a:lnTo>
                  <a:lnTo>
                    <a:pt x="8783804" y="1096473"/>
                  </a:lnTo>
                  <a:lnTo>
                    <a:pt x="8818502" y="1017517"/>
                  </a:lnTo>
                  <a:lnTo>
                    <a:pt x="8853198" y="941606"/>
                  </a:lnTo>
                  <a:lnTo>
                    <a:pt x="8887947" y="869064"/>
                  </a:lnTo>
                  <a:lnTo>
                    <a:pt x="8922834" y="800131"/>
                  </a:lnTo>
                  <a:lnTo>
                    <a:pt x="8957970" y="734970"/>
                  </a:lnTo>
                  <a:lnTo>
                    <a:pt x="8993501" y="673669"/>
                  </a:lnTo>
                  <a:lnTo>
                    <a:pt x="9029611" y="616243"/>
                  </a:lnTo>
                  <a:lnTo>
                    <a:pt x="9066531" y="562644"/>
                  </a:lnTo>
                  <a:lnTo>
                    <a:pt x="9084767" y="538055"/>
                  </a:lnTo>
                  <a:lnTo>
                    <a:pt x="9131022" y="481164"/>
                  </a:lnTo>
                  <a:lnTo>
                    <a:pt x="9179645" y="429546"/>
                  </a:lnTo>
                  <a:lnTo>
                    <a:pt x="9231338" y="382979"/>
                  </a:lnTo>
                  <a:lnTo>
                    <a:pt x="9286868" y="341059"/>
                  </a:lnTo>
                  <a:lnTo>
                    <a:pt x="9347022" y="303317"/>
                  </a:lnTo>
                  <a:lnTo>
                    <a:pt x="9412557" y="269281"/>
                  </a:lnTo>
                  <a:lnTo>
                    <a:pt x="9484136" y="238522"/>
                  </a:lnTo>
                  <a:lnTo>
                    <a:pt x="9562236" y="210675"/>
                  </a:lnTo>
                  <a:lnTo>
                    <a:pt x="9647033" y="185449"/>
                  </a:lnTo>
                  <a:lnTo>
                    <a:pt x="9738251" y="162638"/>
                  </a:lnTo>
                  <a:lnTo>
                    <a:pt x="9834994" y="142121"/>
                  </a:lnTo>
                  <a:lnTo>
                    <a:pt x="9935591" y="123851"/>
                  </a:lnTo>
                  <a:lnTo>
                    <a:pt x="10037502" y="107844"/>
                  </a:lnTo>
                  <a:lnTo>
                    <a:pt x="10137356" y="94146"/>
                  </a:lnTo>
                  <a:lnTo>
                    <a:pt x="10231195" y="82804"/>
                  </a:lnTo>
                  <a:lnTo>
                    <a:pt x="10314937" y="73814"/>
                  </a:lnTo>
                  <a:lnTo>
                    <a:pt x="10385018" y="67084"/>
                  </a:lnTo>
                  <a:lnTo>
                    <a:pt x="10439062" y="62415"/>
                  </a:lnTo>
                  <a:lnTo>
                    <a:pt x="10476402" y="59500"/>
                  </a:lnTo>
                  <a:lnTo>
                    <a:pt x="10498303" y="57949"/>
                  </a:lnTo>
                  <a:lnTo>
                    <a:pt x="10507889" y="57330"/>
                  </a:lnTo>
                  <a:lnTo>
                    <a:pt x="10509911" y="57210"/>
                  </a:lnTo>
                  <a:lnTo>
                    <a:pt x="11981298" y="57210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8767" y="66"/>
                  </a:lnTo>
                  <a:lnTo>
                    <a:pt x="10501252" y="542"/>
                  </a:lnTo>
                  <a:lnTo>
                    <a:pt x="10482308" y="1857"/>
                  </a:lnTo>
                  <a:lnTo>
                    <a:pt x="10448446" y="4445"/>
                  </a:lnTo>
                  <a:lnTo>
                    <a:pt x="10397986" y="8709"/>
                  </a:lnTo>
                  <a:lnTo>
                    <a:pt x="10331189" y="14977"/>
                  </a:lnTo>
                  <a:lnTo>
                    <a:pt x="10250102" y="23473"/>
                  </a:lnTo>
                  <a:lnTo>
                    <a:pt x="10158088" y="34309"/>
                  </a:lnTo>
                  <a:lnTo>
                    <a:pt x="10059176" y="47505"/>
                  </a:lnTo>
                  <a:lnTo>
                    <a:pt x="9957397" y="63022"/>
                  </a:lnTo>
                  <a:lnTo>
                    <a:pt x="9856275" y="80811"/>
                  </a:lnTo>
                  <a:lnTo>
                    <a:pt x="9758537" y="100846"/>
                  </a:lnTo>
                  <a:lnTo>
                    <a:pt x="9666037" y="123157"/>
                  </a:lnTo>
                  <a:lnTo>
                    <a:pt x="9579824" y="147852"/>
                  </a:lnTo>
                  <a:lnTo>
                    <a:pt x="9500292" y="175117"/>
                  </a:lnTo>
                  <a:lnTo>
                    <a:pt x="9427350" y="205224"/>
                  </a:lnTo>
                  <a:lnTo>
                    <a:pt x="9360572" y="238525"/>
                  </a:lnTo>
                  <a:lnTo>
                    <a:pt x="9299327" y="275435"/>
                  </a:lnTo>
                  <a:lnTo>
                    <a:pt x="9242874" y="316420"/>
                  </a:lnTo>
                  <a:lnTo>
                    <a:pt x="9190426" y="361955"/>
                  </a:lnTo>
                  <a:lnTo>
                    <a:pt x="9141207" y="412465"/>
                  </a:lnTo>
                  <a:lnTo>
                    <a:pt x="9094499" y="468223"/>
                  </a:lnTo>
                  <a:lnTo>
                    <a:pt x="9084767" y="480844"/>
                  </a:lnTo>
                  <a:lnTo>
                    <a:pt x="9047357" y="532626"/>
                  </a:lnTo>
                  <a:lnTo>
                    <a:pt x="9010887" y="588190"/>
                  </a:lnTo>
                  <a:lnTo>
                    <a:pt x="8975102" y="647614"/>
                  </a:lnTo>
                  <a:lnTo>
                    <a:pt x="8939795" y="710914"/>
                  </a:lnTo>
                  <a:lnTo>
                    <a:pt x="8904804" y="778037"/>
                  </a:lnTo>
                  <a:lnTo>
                    <a:pt x="8870000" y="848859"/>
                  </a:lnTo>
                  <a:lnTo>
                    <a:pt x="8835287" y="923175"/>
                  </a:lnTo>
                  <a:lnTo>
                    <a:pt x="8800596" y="1000702"/>
                  </a:lnTo>
                  <a:lnTo>
                    <a:pt x="8765882" y="1081080"/>
                  </a:lnTo>
                  <a:lnTo>
                    <a:pt x="8731122" y="1163872"/>
                  </a:lnTo>
                  <a:lnTo>
                    <a:pt x="8696310" y="1248579"/>
                  </a:lnTo>
                  <a:lnTo>
                    <a:pt x="8661453" y="1334646"/>
                  </a:lnTo>
                  <a:lnTo>
                    <a:pt x="8626568" y="1421480"/>
                  </a:lnTo>
                  <a:lnTo>
                    <a:pt x="8591677" y="1508465"/>
                  </a:lnTo>
                  <a:lnTo>
                    <a:pt x="8556804" y="1594979"/>
                  </a:lnTo>
                  <a:lnTo>
                    <a:pt x="8521968" y="1680416"/>
                  </a:lnTo>
                  <a:lnTo>
                    <a:pt x="8487183" y="1764201"/>
                  </a:lnTo>
                  <a:lnTo>
                    <a:pt x="8452449" y="1845806"/>
                  </a:lnTo>
                  <a:lnTo>
                    <a:pt x="8417751" y="1924762"/>
                  </a:lnTo>
                  <a:lnTo>
                    <a:pt x="8383056" y="2000672"/>
                  </a:lnTo>
                  <a:lnTo>
                    <a:pt x="8348306" y="2073215"/>
                  </a:lnTo>
                  <a:lnTo>
                    <a:pt x="8313419" y="2142148"/>
                  </a:lnTo>
                  <a:lnTo>
                    <a:pt x="8278283" y="2207309"/>
                  </a:lnTo>
                  <a:lnTo>
                    <a:pt x="8242752" y="2268610"/>
                  </a:lnTo>
                  <a:lnTo>
                    <a:pt x="8206642" y="2326036"/>
                  </a:lnTo>
                  <a:lnTo>
                    <a:pt x="8169722" y="2379634"/>
                  </a:lnTo>
                  <a:lnTo>
                    <a:pt x="8151487" y="2404223"/>
                  </a:lnTo>
                  <a:lnTo>
                    <a:pt x="8105231" y="2461115"/>
                  </a:lnTo>
                  <a:lnTo>
                    <a:pt x="8056608" y="2512732"/>
                  </a:lnTo>
                  <a:lnTo>
                    <a:pt x="8004915" y="2559300"/>
                  </a:lnTo>
                  <a:lnTo>
                    <a:pt x="7949386" y="2601219"/>
                  </a:lnTo>
                  <a:lnTo>
                    <a:pt x="7889232" y="2638962"/>
                  </a:lnTo>
                  <a:lnTo>
                    <a:pt x="7823696" y="2672997"/>
                  </a:lnTo>
                  <a:lnTo>
                    <a:pt x="7752117" y="2703756"/>
                  </a:lnTo>
                  <a:lnTo>
                    <a:pt x="7674017" y="2731604"/>
                  </a:lnTo>
                  <a:lnTo>
                    <a:pt x="7589220" y="2756830"/>
                  </a:lnTo>
                  <a:lnTo>
                    <a:pt x="7498002" y="2779640"/>
                  </a:lnTo>
                  <a:lnTo>
                    <a:pt x="7401259" y="2800157"/>
                  </a:lnTo>
                  <a:lnTo>
                    <a:pt x="7300662" y="2818427"/>
                  </a:lnTo>
                  <a:lnTo>
                    <a:pt x="7198751" y="2834435"/>
                  </a:lnTo>
                  <a:lnTo>
                    <a:pt x="7098897" y="2848132"/>
                  </a:lnTo>
                  <a:lnTo>
                    <a:pt x="7005058" y="2859474"/>
                  </a:lnTo>
                  <a:lnTo>
                    <a:pt x="6921316" y="2868465"/>
                  </a:lnTo>
                  <a:lnTo>
                    <a:pt x="6851235" y="2875195"/>
                  </a:lnTo>
                  <a:lnTo>
                    <a:pt x="6797191" y="2879863"/>
                  </a:lnTo>
                  <a:lnTo>
                    <a:pt x="6759851" y="2882778"/>
                  </a:lnTo>
                  <a:lnTo>
                    <a:pt x="6737951" y="2884330"/>
                  </a:lnTo>
                  <a:lnTo>
                    <a:pt x="6728365" y="2884948"/>
                  </a:lnTo>
                  <a:lnTo>
                    <a:pt x="6726343" y="2885068"/>
                  </a:lnTo>
                  <a:lnTo>
                    <a:pt x="5254955" y="2885068"/>
                  </a:lnTo>
                  <a:lnTo>
                    <a:pt x="5253752" y="2885026"/>
                  </a:lnTo>
                  <a:lnTo>
                    <a:pt x="5245856" y="2884730"/>
                  </a:lnTo>
                  <a:lnTo>
                    <a:pt x="5225984" y="2883909"/>
                  </a:lnTo>
                  <a:lnTo>
                    <a:pt x="5190538" y="2882295"/>
                  </a:lnTo>
                  <a:lnTo>
                    <a:pt x="5137874" y="2879639"/>
                  </a:lnTo>
                  <a:lnTo>
                    <a:pt x="5068424" y="2875741"/>
                  </a:lnTo>
                  <a:lnTo>
                    <a:pt x="4984497" y="2870467"/>
                  </a:lnTo>
                  <a:lnTo>
                    <a:pt x="4889746" y="2863755"/>
                  </a:lnTo>
                  <a:lnTo>
                    <a:pt x="4788447" y="2855599"/>
                  </a:lnTo>
                  <a:lnTo>
                    <a:pt x="4684793" y="2846026"/>
                  </a:lnTo>
                  <a:lnTo>
                    <a:pt x="4582370" y="2835065"/>
                  </a:lnTo>
                  <a:lnTo>
                    <a:pt x="4483881" y="2822727"/>
                  </a:lnTo>
                  <a:lnTo>
                    <a:pt x="4391099" y="2808984"/>
                  </a:lnTo>
                  <a:lnTo>
                    <a:pt x="4304968" y="2793760"/>
                  </a:lnTo>
                  <a:lnTo>
                    <a:pt x="4225766" y="2776925"/>
                  </a:lnTo>
                  <a:lnTo>
                    <a:pt x="4153296" y="2758297"/>
                  </a:lnTo>
                  <a:lnTo>
                    <a:pt x="4087041" y="2737645"/>
                  </a:lnTo>
                  <a:lnTo>
                    <a:pt x="4026296" y="2714699"/>
                  </a:lnTo>
                  <a:lnTo>
                    <a:pt x="3970256" y="2689165"/>
                  </a:lnTo>
                  <a:lnTo>
                    <a:pt x="3918095" y="2660751"/>
                  </a:lnTo>
                  <a:lnTo>
                    <a:pt x="3869009" y="2629217"/>
                  </a:lnTo>
                  <a:lnTo>
                    <a:pt x="3829811" y="2600375"/>
                  </a:lnTo>
                  <a:lnTo>
                    <a:pt x="3784858" y="2563158"/>
                  </a:lnTo>
                  <a:lnTo>
                    <a:pt x="3741190" y="2522673"/>
                  </a:lnTo>
                  <a:lnTo>
                    <a:pt x="3698388" y="2478859"/>
                  </a:lnTo>
                  <a:lnTo>
                    <a:pt x="3656131" y="2431736"/>
                  </a:lnTo>
                  <a:lnTo>
                    <a:pt x="3614178" y="2381412"/>
                  </a:lnTo>
                  <a:lnTo>
                    <a:pt x="3572355" y="2328092"/>
                  </a:lnTo>
                  <a:lnTo>
                    <a:pt x="3530547" y="2272079"/>
                  </a:lnTo>
                  <a:lnTo>
                    <a:pt x="3488689" y="2213774"/>
                  </a:lnTo>
                  <a:lnTo>
                    <a:pt x="3446757" y="2153664"/>
                  </a:lnTo>
                  <a:lnTo>
                    <a:pt x="3404758" y="2092309"/>
                  </a:lnTo>
                  <a:lnTo>
                    <a:pt x="3362719" y="2030322"/>
                  </a:lnTo>
                  <a:lnTo>
                    <a:pt x="3320681" y="1968342"/>
                  </a:lnTo>
                  <a:lnTo>
                    <a:pt x="3278682" y="1907007"/>
                  </a:lnTo>
                  <a:lnTo>
                    <a:pt x="3236752" y="1846930"/>
                  </a:lnTo>
                  <a:lnTo>
                    <a:pt x="3194896" y="1788669"/>
                  </a:lnTo>
                  <a:lnTo>
                    <a:pt x="3153088" y="1732710"/>
                  </a:lnTo>
                  <a:lnTo>
                    <a:pt x="3111264" y="1679452"/>
                  </a:lnTo>
                  <a:lnTo>
                    <a:pt x="3069306" y="1629195"/>
                  </a:lnTo>
                  <a:lnTo>
                    <a:pt x="3027040" y="1582143"/>
                  </a:lnTo>
                  <a:lnTo>
                    <a:pt x="2984223" y="1538401"/>
                  </a:lnTo>
                  <a:lnTo>
                    <a:pt x="2940532" y="1497987"/>
                  </a:lnTo>
                  <a:lnTo>
                    <a:pt x="2896531" y="1461604"/>
                  </a:lnTo>
                  <a:lnTo>
                    <a:pt x="2849456" y="1427365"/>
                  </a:lnTo>
                  <a:lnTo>
                    <a:pt x="2799917" y="1396356"/>
                  </a:lnTo>
                  <a:lnTo>
                    <a:pt x="2747176" y="1368433"/>
                  </a:lnTo>
                  <a:lnTo>
                    <a:pt x="2690421" y="1343345"/>
                  </a:lnTo>
                  <a:lnTo>
                    <a:pt x="2628824" y="1320795"/>
                  </a:lnTo>
                  <a:lnTo>
                    <a:pt x="2561594" y="1300493"/>
                  </a:lnTo>
                  <a:lnTo>
                    <a:pt x="2488048" y="1282173"/>
                  </a:lnTo>
                  <a:lnTo>
                    <a:pt x="2407712" y="1265614"/>
                  </a:lnTo>
                  <a:lnTo>
                    <a:pt x="2320454" y="1250640"/>
                  </a:lnTo>
                  <a:lnTo>
                    <a:pt x="2226651" y="1237132"/>
                  </a:lnTo>
                  <a:lnTo>
                    <a:pt x="2127371" y="1225021"/>
                  </a:lnTo>
                  <a:lnTo>
                    <a:pt x="2024534" y="1214286"/>
                  </a:lnTo>
                  <a:lnTo>
                    <a:pt x="1921000" y="1204943"/>
                  </a:lnTo>
                  <a:lnTo>
                    <a:pt x="1820479" y="1197023"/>
                  </a:lnTo>
                  <a:lnTo>
                    <a:pt x="1727218" y="1190549"/>
                  </a:lnTo>
                  <a:lnTo>
                    <a:pt x="1645444" y="1185507"/>
                  </a:lnTo>
                  <a:lnTo>
                    <a:pt x="1578636" y="1181823"/>
                  </a:lnTo>
                  <a:lnTo>
                    <a:pt x="1528824" y="1179353"/>
                  </a:lnTo>
                  <a:lnTo>
                    <a:pt x="1496102" y="1177888"/>
                  </a:lnTo>
                  <a:lnTo>
                    <a:pt x="1478490" y="1177172"/>
                  </a:lnTo>
                  <a:lnTo>
                    <a:pt x="1472096" y="1176935"/>
                  </a:lnTo>
                  <a:lnTo>
                    <a:pt x="1471387" y="1176911"/>
                  </a:lnTo>
                  <a:lnTo>
                    <a:pt x="0" y="1176911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32" name="pl132"/>
            <p:cNvSpPr/>
            <p:nvPr/>
          </p:nvSpPr>
          <p:spPr>
            <a:xfrm>
              <a:off x="4799595" y="3091807"/>
              <a:ext cx="11981298" cy="2885068"/>
            </a:xfrm>
            <a:custGeom>
              <a:avLst/>
              <a:pathLst>
                <a:path w="11981298" h="2885068">
                  <a:moveTo>
                    <a:pt x="0" y="1176911"/>
                  </a:moveTo>
                  <a:lnTo>
                    <a:pt x="1471387" y="1176911"/>
                  </a:lnTo>
                  <a:lnTo>
                    <a:pt x="1472590" y="1176953"/>
                  </a:lnTo>
                  <a:lnTo>
                    <a:pt x="1480486" y="1177250"/>
                  </a:lnTo>
                  <a:lnTo>
                    <a:pt x="1500359" y="1178070"/>
                  </a:lnTo>
                  <a:lnTo>
                    <a:pt x="1535804" y="1179684"/>
                  </a:lnTo>
                  <a:lnTo>
                    <a:pt x="1588468" y="1182340"/>
                  </a:lnTo>
                  <a:lnTo>
                    <a:pt x="1657918" y="1186239"/>
                  </a:lnTo>
                  <a:lnTo>
                    <a:pt x="1741845" y="1191512"/>
                  </a:lnTo>
                  <a:lnTo>
                    <a:pt x="1836596" y="1198224"/>
                  </a:lnTo>
                  <a:lnTo>
                    <a:pt x="1937895" y="1206380"/>
                  </a:lnTo>
                  <a:lnTo>
                    <a:pt x="2041549" y="1215954"/>
                  </a:lnTo>
                  <a:lnTo>
                    <a:pt x="2143973" y="1226914"/>
                  </a:lnTo>
                  <a:lnTo>
                    <a:pt x="2242462" y="1239252"/>
                  </a:lnTo>
                  <a:lnTo>
                    <a:pt x="2335243" y="1252995"/>
                  </a:lnTo>
                  <a:lnTo>
                    <a:pt x="2421374" y="1268219"/>
                  </a:lnTo>
                  <a:lnTo>
                    <a:pt x="2500576" y="1285054"/>
                  </a:lnTo>
                  <a:lnTo>
                    <a:pt x="2573046" y="1303683"/>
                  </a:lnTo>
                  <a:lnTo>
                    <a:pt x="2639301" y="1324334"/>
                  </a:lnTo>
                  <a:lnTo>
                    <a:pt x="2700047" y="1347280"/>
                  </a:lnTo>
                  <a:lnTo>
                    <a:pt x="2756086" y="1372814"/>
                  </a:lnTo>
                  <a:lnTo>
                    <a:pt x="2808247" y="1401228"/>
                  </a:lnTo>
                  <a:lnTo>
                    <a:pt x="2857333" y="1432762"/>
                  </a:lnTo>
                  <a:lnTo>
                    <a:pt x="2896531" y="1461604"/>
                  </a:lnTo>
                  <a:lnTo>
                    <a:pt x="2941484" y="1498821"/>
                  </a:lnTo>
                  <a:lnTo>
                    <a:pt x="2985152" y="1539307"/>
                  </a:lnTo>
                  <a:lnTo>
                    <a:pt x="3027954" y="1583120"/>
                  </a:lnTo>
                  <a:lnTo>
                    <a:pt x="3070211" y="1630243"/>
                  </a:lnTo>
                  <a:lnTo>
                    <a:pt x="3112164" y="1680567"/>
                  </a:lnTo>
                  <a:lnTo>
                    <a:pt x="3153988" y="1733887"/>
                  </a:lnTo>
                  <a:lnTo>
                    <a:pt x="3195795" y="1789900"/>
                  </a:lnTo>
                  <a:lnTo>
                    <a:pt x="3237653" y="1848205"/>
                  </a:lnTo>
                  <a:lnTo>
                    <a:pt x="3279585" y="1908315"/>
                  </a:lnTo>
                  <a:lnTo>
                    <a:pt x="3321584" y="1969670"/>
                  </a:lnTo>
                  <a:lnTo>
                    <a:pt x="3363623" y="2031657"/>
                  </a:lnTo>
                  <a:lnTo>
                    <a:pt x="3405661" y="2093637"/>
                  </a:lnTo>
                  <a:lnTo>
                    <a:pt x="3447660" y="2154972"/>
                  </a:lnTo>
                  <a:lnTo>
                    <a:pt x="3489590" y="2215049"/>
                  </a:lnTo>
                  <a:lnTo>
                    <a:pt x="3531447" y="2273310"/>
                  </a:lnTo>
                  <a:lnTo>
                    <a:pt x="3573254" y="2329269"/>
                  </a:lnTo>
                  <a:lnTo>
                    <a:pt x="3615078" y="2382527"/>
                  </a:lnTo>
                  <a:lnTo>
                    <a:pt x="3657036" y="2432784"/>
                  </a:lnTo>
                  <a:lnTo>
                    <a:pt x="3699302" y="2479837"/>
                  </a:lnTo>
                  <a:lnTo>
                    <a:pt x="3742119" y="2523578"/>
                  </a:lnTo>
                  <a:lnTo>
                    <a:pt x="3785810" y="2563992"/>
                  </a:lnTo>
                  <a:lnTo>
                    <a:pt x="3829811" y="2600375"/>
                  </a:lnTo>
                  <a:lnTo>
                    <a:pt x="3876886" y="2634614"/>
                  </a:lnTo>
                  <a:lnTo>
                    <a:pt x="3926425" y="2665624"/>
                  </a:lnTo>
                  <a:lnTo>
                    <a:pt x="3979166" y="2693546"/>
                  </a:lnTo>
                  <a:lnTo>
                    <a:pt x="4035921" y="2718635"/>
                  </a:lnTo>
                  <a:lnTo>
                    <a:pt x="4097518" y="2741184"/>
                  </a:lnTo>
                  <a:lnTo>
                    <a:pt x="4164748" y="2761486"/>
                  </a:lnTo>
                  <a:lnTo>
                    <a:pt x="4238294" y="2779806"/>
                  </a:lnTo>
                  <a:lnTo>
                    <a:pt x="4318630" y="2796365"/>
                  </a:lnTo>
                  <a:lnTo>
                    <a:pt x="4405888" y="2811339"/>
                  </a:lnTo>
                  <a:lnTo>
                    <a:pt x="4499691" y="2824847"/>
                  </a:lnTo>
                  <a:lnTo>
                    <a:pt x="4598972" y="2836958"/>
                  </a:lnTo>
                  <a:lnTo>
                    <a:pt x="4701808" y="2847693"/>
                  </a:lnTo>
                  <a:lnTo>
                    <a:pt x="4805342" y="2857036"/>
                  </a:lnTo>
                  <a:lnTo>
                    <a:pt x="4905863" y="2864956"/>
                  </a:lnTo>
                  <a:lnTo>
                    <a:pt x="4999124" y="2871430"/>
                  </a:lnTo>
                  <a:lnTo>
                    <a:pt x="5080898" y="2876472"/>
                  </a:lnTo>
                  <a:lnTo>
                    <a:pt x="5147706" y="2880156"/>
                  </a:lnTo>
                  <a:lnTo>
                    <a:pt x="5197518" y="2882626"/>
                  </a:lnTo>
                  <a:lnTo>
                    <a:pt x="5230240" y="2884091"/>
                  </a:lnTo>
                  <a:lnTo>
                    <a:pt x="5247852" y="2884807"/>
                  </a:lnTo>
                  <a:lnTo>
                    <a:pt x="5254246" y="2885044"/>
                  </a:lnTo>
                  <a:lnTo>
                    <a:pt x="5254955" y="2885068"/>
                  </a:lnTo>
                  <a:lnTo>
                    <a:pt x="6726343" y="2885068"/>
                  </a:lnTo>
                  <a:lnTo>
                    <a:pt x="6727486" y="2885001"/>
                  </a:lnTo>
                  <a:lnTo>
                    <a:pt x="6735002" y="2884526"/>
                  </a:lnTo>
                  <a:lnTo>
                    <a:pt x="6753945" y="2883211"/>
                  </a:lnTo>
                  <a:lnTo>
                    <a:pt x="6787807" y="2880622"/>
                  </a:lnTo>
                  <a:lnTo>
                    <a:pt x="6838267" y="2876358"/>
                  </a:lnTo>
                  <a:lnTo>
                    <a:pt x="6905064" y="2870090"/>
                  </a:lnTo>
                  <a:lnTo>
                    <a:pt x="6986151" y="2861595"/>
                  </a:lnTo>
                  <a:lnTo>
                    <a:pt x="7078165" y="2850759"/>
                  </a:lnTo>
                  <a:lnTo>
                    <a:pt x="7177077" y="2837563"/>
                  </a:lnTo>
                  <a:lnTo>
                    <a:pt x="7278857" y="2822045"/>
                  </a:lnTo>
                  <a:lnTo>
                    <a:pt x="7379979" y="2804256"/>
                  </a:lnTo>
                  <a:lnTo>
                    <a:pt x="7477716" y="2784222"/>
                  </a:lnTo>
                  <a:lnTo>
                    <a:pt x="7570216" y="2761910"/>
                  </a:lnTo>
                  <a:lnTo>
                    <a:pt x="7656429" y="2737215"/>
                  </a:lnTo>
                  <a:lnTo>
                    <a:pt x="7735961" y="2709950"/>
                  </a:lnTo>
                  <a:lnTo>
                    <a:pt x="7808904" y="2679843"/>
                  </a:lnTo>
                  <a:lnTo>
                    <a:pt x="7875682" y="2646543"/>
                  </a:lnTo>
                  <a:lnTo>
                    <a:pt x="7936926" y="2609632"/>
                  </a:lnTo>
                  <a:lnTo>
                    <a:pt x="7993379" y="2568647"/>
                  </a:lnTo>
                  <a:lnTo>
                    <a:pt x="8045827" y="2523112"/>
                  </a:lnTo>
                  <a:lnTo>
                    <a:pt x="8095046" y="2472603"/>
                  </a:lnTo>
                  <a:lnTo>
                    <a:pt x="8141754" y="2416845"/>
                  </a:lnTo>
                  <a:lnTo>
                    <a:pt x="8151487" y="2404223"/>
                  </a:lnTo>
                  <a:lnTo>
                    <a:pt x="8188896" y="2352442"/>
                  </a:lnTo>
                  <a:lnTo>
                    <a:pt x="8225366" y="2296877"/>
                  </a:lnTo>
                  <a:lnTo>
                    <a:pt x="8261152" y="2237453"/>
                  </a:lnTo>
                  <a:lnTo>
                    <a:pt x="8296458" y="2174154"/>
                  </a:lnTo>
                  <a:lnTo>
                    <a:pt x="8331449" y="2107030"/>
                  </a:lnTo>
                  <a:lnTo>
                    <a:pt x="8366253" y="2036209"/>
                  </a:lnTo>
                  <a:lnTo>
                    <a:pt x="8400966" y="1961893"/>
                  </a:lnTo>
                  <a:lnTo>
                    <a:pt x="8435658" y="1884365"/>
                  </a:lnTo>
                  <a:lnTo>
                    <a:pt x="8470371" y="1803988"/>
                  </a:lnTo>
                  <a:lnTo>
                    <a:pt x="8505131" y="1721195"/>
                  </a:lnTo>
                  <a:lnTo>
                    <a:pt x="8539943" y="1636488"/>
                  </a:lnTo>
                  <a:lnTo>
                    <a:pt x="8574800" y="1550421"/>
                  </a:lnTo>
                  <a:lnTo>
                    <a:pt x="8609685" y="1463587"/>
                  </a:lnTo>
                  <a:lnTo>
                    <a:pt x="8644576" y="1376603"/>
                  </a:lnTo>
                  <a:lnTo>
                    <a:pt x="8679450" y="1290088"/>
                  </a:lnTo>
                  <a:lnTo>
                    <a:pt x="8714285" y="1204651"/>
                  </a:lnTo>
                  <a:lnTo>
                    <a:pt x="8749070" y="1120866"/>
                  </a:lnTo>
                  <a:lnTo>
                    <a:pt x="8783804" y="1039262"/>
                  </a:lnTo>
                  <a:lnTo>
                    <a:pt x="8818502" y="960306"/>
                  </a:lnTo>
                  <a:lnTo>
                    <a:pt x="8853198" y="884395"/>
                  </a:lnTo>
                  <a:lnTo>
                    <a:pt x="8887947" y="811853"/>
                  </a:lnTo>
                  <a:lnTo>
                    <a:pt x="8922834" y="742920"/>
                  </a:lnTo>
                  <a:lnTo>
                    <a:pt x="8957970" y="677759"/>
                  </a:lnTo>
                  <a:lnTo>
                    <a:pt x="8993501" y="616458"/>
                  </a:lnTo>
                  <a:lnTo>
                    <a:pt x="9029611" y="559032"/>
                  </a:lnTo>
                  <a:lnTo>
                    <a:pt x="9066531" y="505433"/>
                  </a:lnTo>
                  <a:lnTo>
                    <a:pt x="9084767" y="480844"/>
                  </a:lnTo>
                  <a:lnTo>
                    <a:pt x="9131022" y="423953"/>
                  </a:lnTo>
                  <a:lnTo>
                    <a:pt x="9179645" y="372335"/>
                  </a:lnTo>
                  <a:lnTo>
                    <a:pt x="9231338" y="325768"/>
                  </a:lnTo>
                  <a:lnTo>
                    <a:pt x="9286868" y="283848"/>
                  </a:lnTo>
                  <a:lnTo>
                    <a:pt x="9347022" y="246106"/>
                  </a:lnTo>
                  <a:lnTo>
                    <a:pt x="9412557" y="212070"/>
                  </a:lnTo>
                  <a:lnTo>
                    <a:pt x="9484136" y="181311"/>
                  </a:lnTo>
                  <a:lnTo>
                    <a:pt x="9562236" y="153464"/>
                  </a:lnTo>
                  <a:lnTo>
                    <a:pt x="9647033" y="128238"/>
                  </a:lnTo>
                  <a:lnTo>
                    <a:pt x="9738251" y="105427"/>
                  </a:lnTo>
                  <a:lnTo>
                    <a:pt x="9834994" y="84910"/>
                  </a:lnTo>
                  <a:lnTo>
                    <a:pt x="9935591" y="66640"/>
                  </a:lnTo>
                  <a:lnTo>
                    <a:pt x="10037502" y="50633"/>
                  </a:lnTo>
                  <a:lnTo>
                    <a:pt x="10137356" y="36936"/>
                  </a:lnTo>
                  <a:lnTo>
                    <a:pt x="10231195" y="25593"/>
                  </a:lnTo>
                  <a:lnTo>
                    <a:pt x="10314937" y="16603"/>
                  </a:lnTo>
                  <a:lnTo>
                    <a:pt x="10385018" y="9873"/>
                  </a:lnTo>
                  <a:lnTo>
                    <a:pt x="10439062" y="5204"/>
                  </a:lnTo>
                  <a:lnTo>
                    <a:pt x="10476402" y="2289"/>
                  </a:lnTo>
                  <a:lnTo>
                    <a:pt x="10498303" y="738"/>
                  </a:lnTo>
                  <a:lnTo>
                    <a:pt x="10507889" y="119"/>
                  </a:lnTo>
                  <a:lnTo>
                    <a:pt x="10509899" y="0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3" name="pl133"/>
            <p:cNvSpPr/>
            <p:nvPr/>
          </p:nvSpPr>
          <p:spPr>
            <a:xfrm>
              <a:off x="4799595" y="3034596"/>
              <a:ext cx="11981298" cy="2885068"/>
            </a:xfrm>
            <a:custGeom>
              <a:avLst/>
              <a:pathLst>
                <a:path w="11981298" h="2885068">
                  <a:moveTo>
                    <a:pt x="11981298" y="0"/>
                  </a:moveTo>
                  <a:lnTo>
                    <a:pt x="10509911" y="0"/>
                  </a:lnTo>
                  <a:lnTo>
                    <a:pt x="10508767" y="66"/>
                  </a:lnTo>
                  <a:lnTo>
                    <a:pt x="10501252" y="542"/>
                  </a:lnTo>
                  <a:lnTo>
                    <a:pt x="10482308" y="1857"/>
                  </a:lnTo>
                  <a:lnTo>
                    <a:pt x="10448446" y="4445"/>
                  </a:lnTo>
                  <a:lnTo>
                    <a:pt x="10397986" y="8709"/>
                  </a:lnTo>
                  <a:lnTo>
                    <a:pt x="10331189" y="14977"/>
                  </a:lnTo>
                  <a:lnTo>
                    <a:pt x="10250102" y="23473"/>
                  </a:lnTo>
                  <a:lnTo>
                    <a:pt x="10158088" y="34309"/>
                  </a:lnTo>
                  <a:lnTo>
                    <a:pt x="10059176" y="47505"/>
                  </a:lnTo>
                  <a:lnTo>
                    <a:pt x="9957397" y="63022"/>
                  </a:lnTo>
                  <a:lnTo>
                    <a:pt x="9856275" y="80811"/>
                  </a:lnTo>
                  <a:lnTo>
                    <a:pt x="9758537" y="100846"/>
                  </a:lnTo>
                  <a:lnTo>
                    <a:pt x="9666037" y="123157"/>
                  </a:lnTo>
                  <a:lnTo>
                    <a:pt x="9579824" y="147852"/>
                  </a:lnTo>
                  <a:lnTo>
                    <a:pt x="9500292" y="175117"/>
                  </a:lnTo>
                  <a:lnTo>
                    <a:pt x="9427350" y="205224"/>
                  </a:lnTo>
                  <a:lnTo>
                    <a:pt x="9360572" y="238525"/>
                  </a:lnTo>
                  <a:lnTo>
                    <a:pt x="9299327" y="275435"/>
                  </a:lnTo>
                  <a:lnTo>
                    <a:pt x="9242874" y="316420"/>
                  </a:lnTo>
                  <a:lnTo>
                    <a:pt x="9190426" y="361955"/>
                  </a:lnTo>
                  <a:lnTo>
                    <a:pt x="9141207" y="412465"/>
                  </a:lnTo>
                  <a:lnTo>
                    <a:pt x="9094499" y="468223"/>
                  </a:lnTo>
                  <a:lnTo>
                    <a:pt x="9084767" y="480844"/>
                  </a:lnTo>
                  <a:lnTo>
                    <a:pt x="9047357" y="532626"/>
                  </a:lnTo>
                  <a:lnTo>
                    <a:pt x="9010887" y="588190"/>
                  </a:lnTo>
                  <a:lnTo>
                    <a:pt x="8975102" y="647614"/>
                  </a:lnTo>
                  <a:lnTo>
                    <a:pt x="8939795" y="710914"/>
                  </a:lnTo>
                  <a:lnTo>
                    <a:pt x="8904804" y="778037"/>
                  </a:lnTo>
                  <a:lnTo>
                    <a:pt x="8870000" y="848859"/>
                  </a:lnTo>
                  <a:lnTo>
                    <a:pt x="8835287" y="923175"/>
                  </a:lnTo>
                  <a:lnTo>
                    <a:pt x="8800596" y="1000702"/>
                  </a:lnTo>
                  <a:lnTo>
                    <a:pt x="8765882" y="1081080"/>
                  </a:lnTo>
                  <a:lnTo>
                    <a:pt x="8731122" y="1163872"/>
                  </a:lnTo>
                  <a:lnTo>
                    <a:pt x="8696310" y="1248579"/>
                  </a:lnTo>
                  <a:lnTo>
                    <a:pt x="8661453" y="1334646"/>
                  </a:lnTo>
                  <a:lnTo>
                    <a:pt x="8626568" y="1421480"/>
                  </a:lnTo>
                  <a:lnTo>
                    <a:pt x="8591677" y="1508465"/>
                  </a:lnTo>
                  <a:lnTo>
                    <a:pt x="8556804" y="1594979"/>
                  </a:lnTo>
                  <a:lnTo>
                    <a:pt x="8521968" y="1680416"/>
                  </a:lnTo>
                  <a:lnTo>
                    <a:pt x="8487183" y="1764201"/>
                  </a:lnTo>
                  <a:lnTo>
                    <a:pt x="8452449" y="1845806"/>
                  </a:lnTo>
                  <a:lnTo>
                    <a:pt x="8417751" y="1924762"/>
                  </a:lnTo>
                  <a:lnTo>
                    <a:pt x="8383056" y="2000672"/>
                  </a:lnTo>
                  <a:lnTo>
                    <a:pt x="8348306" y="2073215"/>
                  </a:lnTo>
                  <a:lnTo>
                    <a:pt x="8313419" y="2142148"/>
                  </a:lnTo>
                  <a:lnTo>
                    <a:pt x="8278283" y="2207309"/>
                  </a:lnTo>
                  <a:lnTo>
                    <a:pt x="8242752" y="2268610"/>
                  </a:lnTo>
                  <a:lnTo>
                    <a:pt x="8206642" y="2326036"/>
                  </a:lnTo>
                  <a:lnTo>
                    <a:pt x="8169722" y="2379634"/>
                  </a:lnTo>
                  <a:lnTo>
                    <a:pt x="8151487" y="2404223"/>
                  </a:lnTo>
                  <a:lnTo>
                    <a:pt x="8105231" y="2461115"/>
                  </a:lnTo>
                  <a:lnTo>
                    <a:pt x="8056608" y="2512732"/>
                  </a:lnTo>
                  <a:lnTo>
                    <a:pt x="8004915" y="2559300"/>
                  </a:lnTo>
                  <a:lnTo>
                    <a:pt x="7949386" y="2601219"/>
                  </a:lnTo>
                  <a:lnTo>
                    <a:pt x="7889232" y="2638962"/>
                  </a:lnTo>
                  <a:lnTo>
                    <a:pt x="7823696" y="2672997"/>
                  </a:lnTo>
                  <a:lnTo>
                    <a:pt x="7752117" y="2703756"/>
                  </a:lnTo>
                  <a:lnTo>
                    <a:pt x="7674017" y="2731604"/>
                  </a:lnTo>
                  <a:lnTo>
                    <a:pt x="7589220" y="2756830"/>
                  </a:lnTo>
                  <a:lnTo>
                    <a:pt x="7498002" y="2779640"/>
                  </a:lnTo>
                  <a:lnTo>
                    <a:pt x="7401259" y="2800157"/>
                  </a:lnTo>
                  <a:lnTo>
                    <a:pt x="7300662" y="2818427"/>
                  </a:lnTo>
                  <a:lnTo>
                    <a:pt x="7198751" y="2834435"/>
                  </a:lnTo>
                  <a:lnTo>
                    <a:pt x="7098897" y="2848132"/>
                  </a:lnTo>
                  <a:lnTo>
                    <a:pt x="7005058" y="2859474"/>
                  </a:lnTo>
                  <a:lnTo>
                    <a:pt x="6921316" y="2868465"/>
                  </a:lnTo>
                  <a:lnTo>
                    <a:pt x="6851235" y="2875195"/>
                  </a:lnTo>
                  <a:lnTo>
                    <a:pt x="6797191" y="2879863"/>
                  </a:lnTo>
                  <a:lnTo>
                    <a:pt x="6759851" y="2882778"/>
                  </a:lnTo>
                  <a:lnTo>
                    <a:pt x="6737951" y="2884330"/>
                  </a:lnTo>
                  <a:lnTo>
                    <a:pt x="6728365" y="2884948"/>
                  </a:lnTo>
                  <a:lnTo>
                    <a:pt x="6726354" y="2885067"/>
                  </a:lnTo>
                  <a:lnTo>
                    <a:pt x="6726343" y="2885068"/>
                  </a:lnTo>
                  <a:lnTo>
                    <a:pt x="5254955" y="2885068"/>
                  </a:lnTo>
                  <a:lnTo>
                    <a:pt x="5253752" y="2885026"/>
                  </a:lnTo>
                  <a:lnTo>
                    <a:pt x="5245856" y="2884730"/>
                  </a:lnTo>
                  <a:lnTo>
                    <a:pt x="5225984" y="2883909"/>
                  </a:lnTo>
                  <a:lnTo>
                    <a:pt x="5190538" y="2882295"/>
                  </a:lnTo>
                  <a:lnTo>
                    <a:pt x="5137874" y="2879639"/>
                  </a:lnTo>
                  <a:lnTo>
                    <a:pt x="5068424" y="2875741"/>
                  </a:lnTo>
                  <a:lnTo>
                    <a:pt x="4984497" y="2870467"/>
                  </a:lnTo>
                  <a:lnTo>
                    <a:pt x="4889746" y="2863755"/>
                  </a:lnTo>
                  <a:lnTo>
                    <a:pt x="4788447" y="2855599"/>
                  </a:lnTo>
                  <a:lnTo>
                    <a:pt x="4684793" y="2846026"/>
                  </a:lnTo>
                  <a:lnTo>
                    <a:pt x="4582370" y="2835065"/>
                  </a:lnTo>
                  <a:lnTo>
                    <a:pt x="4483881" y="2822727"/>
                  </a:lnTo>
                  <a:lnTo>
                    <a:pt x="4391099" y="2808984"/>
                  </a:lnTo>
                  <a:lnTo>
                    <a:pt x="4304968" y="2793760"/>
                  </a:lnTo>
                  <a:lnTo>
                    <a:pt x="4225766" y="2776925"/>
                  </a:lnTo>
                  <a:lnTo>
                    <a:pt x="4153296" y="2758297"/>
                  </a:lnTo>
                  <a:lnTo>
                    <a:pt x="4087041" y="2737645"/>
                  </a:lnTo>
                  <a:lnTo>
                    <a:pt x="4026296" y="2714699"/>
                  </a:lnTo>
                  <a:lnTo>
                    <a:pt x="3970256" y="2689165"/>
                  </a:lnTo>
                  <a:lnTo>
                    <a:pt x="3918095" y="2660751"/>
                  </a:lnTo>
                  <a:lnTo>
                    <a:pt x="3869009" y="2629217"/>
                  </a:lnTo>
                  <a:lnTo>
                    <a:pt x="3829811" y="2600375"/>
                  </a:lnTo>
                  <a:lnTo>
                    <a:pt x="3784858" y="2563158"/>
                  </a:lnTo>
                  <a:lnTo>
                    <a:pt x="3741190" y="2522673"/>
                  </a:lnTo>
                  <a:lnTo>
                    <a:pt x="3698388" y="2478859"/>
                  </a:lnTo>
                  <a:lnTo>
                    <a:pt x="3656131" y="2431736"/>
                  </a:lnTo>
                  <a:lnTo>
                    <a:pt x="3614178" y="2381412"/>
                  </a:lnTo>
                  <a:lnTo>
                    <a:pt x="3572355" y="2328092"/>
                  </a:lnTo>
                  <a:lnTo>
                    <a:pt x="3530547" y="2272079"/>
                  </a:lnTo>
                  <a:lnTo>
                    <a:pt x="3488689" y="2213774"/>
                  </a:lnTo>
                  <a:lnTo>
                    <a:pt x="3446757" y="2153664"/>
                  </a:lnTo>
                  <a:lnTo>
                    <a:pt x="3404758" y="2092309"/>
                  </a:lnTo>
                  <a:lnTo>
                    <a:pt x="3362719" y="2030322"/>
                  </a:lnTo>
                  <a:lnTo>
                    <a:pt x="3320681" y="1968342"/>
                  </a:lnTo>
                  <a:lnTo>
                    <a:pt x="3278682" y="1907007"/>
                  </a:lnTo>
                  <a:lnTo>
                    <a:pt x="3236752" y="1846930"/>
                  </a:lnTo>
                  <a:lnTo>
                    <a:pt x="3194896" y="1788669"/>
                  </a:lnTo>
                  <a:lnTo>
                    <a:pt x="3153088" y="1732710"/>
                  </a:lnTo>
                  <a:lnTo>
                    <a:pt x="3111264" y="1679452"/>
                  </a:lnTo>
                  <a:lnTo>
                    <a:pt x="3069306" y="1629195"/>
                  </a:lnTo>
                  <a:lnTo>
                    <a:pt x="3027040" y="1582143"/>
                  </a:lnTo>
                  <a:lnTo>
                    <a:pt x="2984223" y="1538401"/>
                  </a:lnTo>
                  <a:lnTo>
                    <a:pt x="2940532" y="1497987"/>
                  </a:lnTo>
                  <a:lnTo>
                    <a:pt x="2896531" y="1461604"/>
                  </a:lnTo>
                  <a:lnTo>
                    <a:pt x="2849456" y="1427365"/>
                  </a:lnTo>
                  <a:lnTo>
                    <a:pt x="2799917" y="1396356"/>
                  </a:lnTo>
                  <a:lnTo>
                    <a:pt x="2747176" y="1368433"/>
                  </a:lnTo>
                  <a:lnTo>
                    <a:pt x="2690421" y="1343345"/>
                  </a:lnTo>
                  <a:lnTo>
                    <a:pt x="2628824" y="1320795"/>
                  </a:lnTo>
                  <a:lnTo>
                    <a:pt x="2561594" y="1300493"/>
                  </a:lnTo>
                  <a:lnTo>
                    <a:pt x="2488048" y="1282173"/>
                  </a:lnTo>
                  <a:lnTo>
                    <a:pt x="2407712" y="1265614"/>
                  </a:lnTo>
                  <a:lnTo>
                    <a:pt x="2320454" y="1250640"/>
                  </a:lnTo>
                  <a:lnTo>
                    <a:pt x="2226651" y="1237132"/>
                  </a:lnTo>
                  <a:lnTo>
                    <a:pt x="2127371" y="1225021"/>
                  </a:lnTo>
                  <a:lnTo>
                    <a:pt x="2024534" y="1214286"/>
                  </a:lnTo>
                  <a:lnTo>
                    <a:pt x="1921000" y="1204943"/>
                  </a:lnTo>
                  <a:lnTo>
                    <a:pt x="1820479" y="1197023"/>
                  </a:lnTo>
                  <a:lnTo>
                    <a:pt x="1727218" y="1190549"/>
                  </a:lnTo>
                  <a:lnTo>
                    <a:pt x="1645444" y="1185507"/>
                  </a:lnTo>
                  <a:lnTo>
                    <a:pt x="1578636" y="1181823"/>
                  </a:lnTo>
                  <a:lnTo>
                    <a:pt x="1528824" y="1179353"/>
                  </a:lnTo>
                  <a:lnTo>
                    <a:pt x="1496102" y="1177888"/>
                  </a:lnTo>
                  <a:lnTo>
                    <a:pt x="1478490" y="1177172"/>
                  </a:lnTo>
                  <a:lnTo>
                    <a:pt x="1472096" y="1176935"/>
                  </a:lnTo>
                  <a:lnTo>
                    <a:pt x="1471387" y="1176911"/>
                  </a:lnTo>
                  <a:lnTo>
                    <a:pt x="0" y="117691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4" name="pg134"/>
            <p:cNvSpPr/>
            <p:nvPr/>
          </p:nvSpPr>
          <p:spPr>
            <a:xfrm>
              <a:off x="4799595" y="3672090"/>
              <a:ext cx="11981298" cy="2337477"/>
            </a:xfrm>
            <a:custGeom>
              <a:avLst/>
              <a:pathLst>
                <a:path w="11981298" h="2337477">
                  <a:moveTo>
                    <a:pt x="0" y="612974"/>
                  </a:moveTo>
                  <a:lnTo>
                    <a:pt x="1471387" y="612974"/>
                  </a:lnTo>
                  <a:lnTo>
                    <a:pt x="1472589" y="613016"/>
                  </a:lnTo>
                  <a:lnTo>
                    <a:pt x="1480481" y="613316"/>
                  </a:lnTo>
                  <a:lnTo>
                    <a:pt x="1500344" y="614143"/>
                  </a:lnTo>
                  <a:lnTo>
                    <a:pt x="1535772" y="615772"/>
                  </a:lnTo>
                  <a:lnTo>
                    <a:pt x="1588412" y="618452"/>
                  </a:lnTo>
                  <a:lnTo>
                    <a:pt x="1657832" y="622386"/>
                  </a:lnTo>
                  <a:lnTo>
                    <a:pt x="1741729" y="627707"/>
                  </a:lnTo>
                  <a:lnTo>
                    <a:pt x="1836451" y="634480"/>
                  </a:lnTo>
                  <a:lnTo>
                    <a:pt x="1937724" y="642710"/>
                  </a:lnTo>
                  <a:lnTo>
                    <a:pt x="2041358" y="652371"/>
                  </a:lnTo>
                  <a:lnTo>
                    <a:pt x="2143768" y="663432"/>
                  </a:lnTo>
                  <a:lnTo>
                    <a:pt x="2242249" y="675883"/>
                  </a:lnTo>
                  <a:lnTo>
                    <a:pt x="2335028" y="689751"/>
                  </a:lnTo>
                  <a:lnTo>
                    <a:pt x="2421161" y="705114"/>
                  </a:lnTo>
                  <a:lnTo>
                    <a:pt x="2500366" y="722103"/>
                  </a:lnTo>
                  <a:lnTo>
                    <a:pt x="2572842" y="740900"/>
                  </a:lnTo>
                  <a:lnTo>
                    <a:pt x="2639102" y="761740"/>
                  </a:lnTo>
                  <a:lnTo>
                    <a:pt x="2699853" y="784893"/>
                  </a:lnTo>
                  <a:lnTo>
                    <a:pt x="2755897" y="810657"/>
                  </a:lnTo>
                  <a:lnTo>
                    <a:pt x="2808061" y="839326"/>
                  </a:lnTo>
                  <a:lnTo>
                    <a:pt x="2857148" y="871144"/>
                  </a:lnTo>
                  <a:lnTo>
                    <a:pt x="2896531" y="900391"/>
                  </a:lnTo>
                  <a:lnTo>
                    <a:pt x="2941357" y="937853"/>
                  </a:lnTo>
                  <a:lnTo>
                    <a:pt x="2984905" y="978595"/>
                  </a:lnTo>
                  <a:lnTo>
                    <a:pt x="3027590" y="1022677"/>
                  </a:lnTo>
                  <a:lnTo>
                    <a:pt x="3069730" y="1070082"/>
                  </a:lnTo>
                  <a:lnTo>
                    <a:pt x="3111567" y="1120702"/>
                  </a:lnTo>
                  <a:lnTo>
                    <a:pt x="3153271" y="1174334"/>
                  </a:lnTo>
                  <a:lnTo>
                    <a:pt x="3194959" y="1230674"/>
                  </a:lnTo>
                  <a:lnTo>
                    <a:pt x="3236696" y="1289325"/>
                  </a:lnTo>
                  <a:lnTo>
                    <a:pt x="3278506" y="1349800"/>
                  </a:lnTo>
                  <a:lnTo>
                    <a:pt x="3320385" y="1411539"/>
                  </a:lnTo>
                  <a:lnTo>
                    <a:pt x="3362303" y="1473931"/>
                  </a:lnTo>
                  <a:lnTo>
                    <a:pt x="3404221" y="1536336"/>
                  </a:lnTo>
                  <a:lnTo>
                    <a:pt x="3446102" y="1598115"/>
                  </a:lnTo>
                  <a:lnTo>
                    <a:pt x="3487916" y="1658653"/>
                  </a:lnTo>
                  <a:lnTo>
                    <a:pt x="3529655" y="1717390"/>
                  </a:lnTo>
                  <a:lnTo>
                    <a:pt x="3571344" y="1773835"/>
                  </a:lnTo>
                  <a:lnTo>
                    <a:pt x="3613046" y="1827585"/>
                  </a:lnTo>
                  <a:lnTo>
                    <a:pt x="3654874" y="1878335"/>
                  </a:lnTo>
                  <a:lnTo>
                    <a:pt x="3696997" y="1925876"/>
                  </a:lnTo>
                  <a:lnTo>
                    <a:pt x="3739654" y="1970097"/>
                  </a:lnTo>
                  <a:lnTo>
                    <a:pt x="3783158" y="2010976"/>
                  </a:lnTo>
                  <a:lnTo>
                    <a:pt x="3827922" y="2048572"/>
                  </a:lnTo>
                  <a:lnTo>
                    <a:pt x="3829811" y="2050060"/>
                  </a:lnTo>
                  <a:lnTo>
                    <a:pt x="3876877" y="2084621"/>
                  </a:lnTo>
                  <a:lnTo>
                    <a:pt x="3926406" y="2115922"/>
                  </a:lnTo>
                  <a:lnTo>
                    <a:pt x="3979136" y="2144107"/>
                  </a:lnTo>
                  <a:lnTo>
                    <a:pt x="4035878" y="2169433"/>
                  </a:lnTo>
                  <a:lnTo>
                    <a:pt x="4097459" y="2192197"/>
                  </a:lnTo>
                  <a:lnTo>
                    <a:pt x="4164670" y="2212691"/>
                  </a:lnTo>
                  <a:lnTo>
                    <a:pt x="4238195" y="2231185"/>
                  </a:lnTo>
                  <a:lnTo>
                    <a:pt x="4318507" y="2247902"/>
                  </a:lnTo>
                  <a:lnTo>
                    <a:pt x="4405738" y="2263019"/>
                  </a:lnTo>
                  <a:lnTo>
                    <a:pt x="4499512" y="2276656"/>
                  </a:lnTo>
                  <a:lnTo>
                    <a:pt x="4598766" y="2288884"/>
                  </a:lnTo>
                  <a:lnTo>
                    <a:pt x="4701578" y="2299722"/>
                  </a:lnTo>
                  <a:lnTo>
                    <a:pt x="4805096" y="2309156"/>
                  </a:lnTo>
                  <a:lnTo>
                    <a:pt x="4905611" y="2317154"/>
                  </a:lnTo>
                  <a:lnTo>
                    <a:pt x="4998880" y="2323693"/>
                  </a:lnTo>
                  <a:lnTo>
                    <a:pt x="5080677" y="2328786"/>
                  </a:lnTo>
                  <a:lnTo>
                    <a:pt x="5147523" y="2332508"/>
                  </a:lnTo>
                  <a:lnTo>
                    <a:pt x="5197382" y="2335005"/>
                  </a:lnTo>
                  <a:lnTo>
                    <a:pt x="5230154" y="2336488"/>
                  </a:lnTo>
                  <a:lnTo>
                    <a:pt x="5247811" y="2337212"/>
                  </a:lnTo>
                  <a:lnTo>
                    <a:pt x="5254236" y="2337452"/>
                  </a:lnTo>
                  <a:lnTo>
                    <a:pt x="5254955" y="2337477"/>
                  </a:lnTo>
                  <a:lnTo>
                    <a:pt x="6726343" y="2337477"/>
                  </a:lnTo>
                  <a:lnTo>
                    <a:pt x="6727517" y="2337422"/>
                  </a:lnTo>
                  <a:lnTo>
                    <a:pt x="6735234" y="2337028"/>
                  </a:lnTo>
                  <a:lnTo>
                    <a:pt x="6754669" y="2335941"/>
                  </a:lnTo>
                  <a:lnTo>
                    <a:pt x="6789369" y="2333800"/>
                  </a:lnTo>
                  <a:lnTo>
                    <a:pt x="6840997" y="2330274"/>
                  </a:lnTo>
                  <a:lnTo>
                    <a:pt x="6909203" y="2325097"/>
                  </a:lnTo>
                  <a:lnTo>
                    <a:pt x="6991802" y="2318087"/>
                  </a:lnTo>
                  <a:lnTo>
                    <a:pt x="7085277" y="2309156"/>
                  </a:lnTo>
                  <a:lnTo>
                    <a:pt x="7185468" y="2298292"/>
                  </a:lnTo>
                  <a:lnTo>
                    <a:pt x="7288257" y="2285529"/>
                  </a:lnTo>
                  <a:lnTo>
                    <a:pt x="7390085" y="2270909"/>
                  </a:lnTo>
                  <a:lnTo>
                    <a:pt x="7488235" y="2254448"/>
                  </a:lnTo>
                  <a:lnTo>
                    <a:pt x="7580896" y="2236114"/>
                  </a:lnTo>
                  <a:lnTo>
                    <a:pt x="7667074" y="2215813"/>
                  </a:lnTo>
                  <a:lnTo>
                    <a:pt x="7746436" y="2193381"/>
                  </a:lnTo>
                  <a:lnTo>
                    <a:pt x="7819130" y="2168583"/>
                  </a:lnTo>
                  <a:lnTo>
                    <a:pt x="7885630" y="2141122"/>
                  </a:lnTo>
                  <a:lnTo>
                    <a:pt x="7946607" y="2110644"/>
                  </a:lnTo>
                  <a:lnTo>
                    <a:pt x="8002835" y="2076763"/>
                  </a:lnTo>
                  <a:lnTo>
                    <a:pt x="8055125" y="2039087"/>
                  </a:lnTo>
                  <a:lnTo>
                    <a:pt x="8104266" y="1997282"/>
                  </a:lnTo>
                  <a:lnTo>
                    <a:pt x="8150981" y="1951156"/>
                  </a:lnTo>
                  <a:lnTo>
                    <a:pt x="8151487" y="1950622"/>
                  </a:lnTo>
                  <a:lnTo>
                    <a:pt x="8192127" y="1905165"/>
                  </a:lnTo>
                  <a:lnTo>
                    <a:pt x="8231684" y="1856101"/>
                  </a:lnTo>
                  <a:lnTo>
                    <a:pt x="8270478" y="1803356"/>
                  </a:lnTo>
                  <a:lnTo>
                    <a:pt x="8308759" y="1746930"/>
                  </a:lnTo>
                  <a:lnTo>
                    <a:pt x="8346724" y="1686900"/>
                  </a:lnTo>
                  <a:lnTo>
                    <a:pt x="8384521" y="1623426"/>
                  </a:lnTo>
                  <a:lnTo>
                    <a:pt x="8422257" y="1556760"/>
                  </a:lnTo>
                  <a:lnTo>
                    <a:pt x="8460002" y="1487241"/>
                  </a:lnTo>
                  <a:lnTo>
                    <a:pt x="8497796" y="1415294"/>
                  </a:lnTo>
                  <a:lnTo>
                    <a:pt x="8535651" y="1341420"/>
                  </a:lnTo>
                  <a:lnTo>
                    <a:pt x="8573561" y="1266185"/>
                  </a:lnTo>
                  <a:lnTo>
                    <a:pt x="8611504" y="1190199"/>
                  </a:lnTo>
                  <a:lnTo>
                    <a:pt x="8649454" y="1114102"/>
                  </a:lnTo>
                  <a:lnTo>
                    <a:pt x="8687378" y="1038534"/>
                  </a:lnTo>
                  <a:lnTo>
                    <a:pt x="8725254" y="964118"/>
                  </a:lnTo>
                  <a:lnTo>
                    <a:pt x="8763069" y="891438"/>
                  </a:lnTo>
                  <a:lnTo>
                    <a:pt x="8800827" y="821019"/>
                  </a:lnTo>
                  <a:lnTo>
                    <a:pt x="8838560" y="753314"/>
                  </a:lnTo>
                  <a:lnTo>
                    <a:pt x="8876326" y="688693"/>
                  </a:lnTo>
                  <a:lnTo>
                    <a:pt x="8914218" y="627438"/>
                  </a:lnTo>
                  <a:lnTo>
                    <a:pt x="8952369" y="569742"/>
                  </a:lnTo>
                  <a:lnTo>
                    <a:pt x="8990958" y="515709"/>
                  </a:lnTo>
                  <a:lnTo>
                    <a:pt x="9030216" y="465365"/>
                  </a:lnTo>
                  <a:lnTo>
                    <a:pt x="9070438" y="418661"/>
                  </a:lnTo>
                  <a:lnTo>
                    <a:pt x="9084767" y="403201"/>
                  </a:lnTo>
                  <a:lnTo>
                    <a:pt x="9131458" y="357028"/>
                  </a:lnTo>
                  <a:lnTo>
                    <a:pt x="9180569" y="315175"/>
                  </a:lnTo>
                  <a:lnTo>
                    <a:pt x="9232819" y="277455"/>
                  </a:lnTo>
                  <a:lnTo>
                    <a:pt x="9289000" y="243534"/>
                  </a:lnTo>
                  <a:lnTo>
                    <a:pt x="9349919" y="213021"/>
                  </a:lnTo>
                  <a:lnTo>
                    <a:pt x="9416354" y="185528"/>
                  </a:lnTo>
                  <a:lnTo>
                    <a:pt x="9488976" y="160703"/>
                  </a:lnTo>
                  <a:lnTo>
                    <a:pt x="9568263" y="138245"/>
                  </a:lnTo>
                  <a:lnTo>
                    <a:pt x="9654367" y="117922"/>
                  </a:lnTo>
                  <a:lnTo>
                    <a:pt x="9746960" y="99567"/>
                  </a:lnTo>
                  <a:lnTo>
                    <a:pt x="9845058" y="83086"/>
                  </a:lnTo>
                  <a:lnTo>
                    <a:pt x="9946858" y="68445"/>
                  </a:lnTo>
                  <a:lnTo>
                    <a:pt x="10049655" y="55662"/>
                  </a:lnTo>
                  <a:lnTo>
                    <a:pt x="10149896" y="44777"/>
                  </a:lnTo>
                  <a:lnTo>
                    <a:pt x="10243469" y="35824"/>
                  </a:lnTo>
                  <a:lnTo>
                    <a:pt x="10326209" y="28793"/>
                  </a:lnTo>
                  <a:lnTo>
                    <a:pt x="10394589" y="23596"/>
                  </a:lnTo>
                  <a:lnTo>
                    <a:pt x="10446406" y="20054"/>
                  </a:lnTo>
                  <a:lnTo>
                    <a:pt x="10481289" y="17899"/>
                  </a:lnTo>
                  <a:lnTo>
                    <a:pt x="10500876" y="16802"/>
                  </a:lnTo>
                  <a:lnTo>
                    <a:pt x="10508697" y="16403"/>
                  </a:lnTo>
                  <a:lnTo>
                    <a:pt x="10509911" y="16345"/>
                  </a:lnTo>
                  <a:lnTo>
                    <a:pt x="11981298" y="16345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8736" y="55"/>
                  </a:lnTo>
                  <a:lnTo>
                    <a:pt x="10501019" y="448"/>
                  </a:lnTo>
                  <a:lnTo>
                    <a:pt x="10481584" y="1536"/>
                  </a:lnTo>
                  <a:lnTo>
                    <a:pt x="10446884" y="3677"/>
                  </a:lnTo>
                  <a:lnTo>
                    <a:pt x="10395256" y="7202"/>
                  </a:lnTo>
                  <a:lnTo>
                    <a:pt x="10327050" y="12379"/>
                  </a:lnTo>
                  <a:lnTo>
                    <a:pt x="10244452" y="19390"/>
                  </a:lnTo>
                  <a:lnTo>
                    <a:pt x="10150976" y="28321"/>
                  </a:lnTo>
                  <a:lnTo>
                    <a:pt x="10050785" y="39185"/>
                  </a:lnTo>
                  <a:lnTo>
                    <a:pt x="9947997" y="51947"/>
                  </a:lnTo>
                  <a:lnTo>
                    <a:pt x="9846169" y="66568"/>
                  </a:lnTo>
                  <a:lnTo>
                    <a:pt x="9748018" y="83029"/>
                  </a:lnTo>
                  <a:lnTo>
                    <a:pt x="9655357" y="101362"/>
                  </a:lnTo>
                  <a:lnTo>
                    <a:pt x="9569179" y="121663"/>
                  </a:lnTo>
                  <a:lnTo>
                    <a:pt x="9489817" y="144096"/>
                  </a:lnTo>
                  <a:lnTo>
                    <a:pt x="9417123" y="168893"/>
                  </a:lnTo>
                  <a:lnTo>
                    <a:pt x="9350623" y="196355"/>
                  </a:lnTo>
                  <a:lnTo>
                    <a:pt x="9289646" y="226832"/>
                  </a:lnTo>
                  <a:lnTo>
                    <a:pt x="9233418" y="260714"/>
                  </a:lnTo>
                  <a:lnTo>
                    <a:pt x="9181128" y="298389"/>
                  </a:lnTo>
                  <a:lnTo>
                    <a:pt x="9131987" y="340195"/>
                  </a:lnTo>
                  <a:lnTo>
                    <a:pt x="9085273" y="386320"/>
                  </a:lnTo>
                  <a:lnTo>
                    <a:pt x="9084767" y="386855"/>
                  </a:lnTo>
                  <a:lnTo>
                    <a:pt x="9044126" y="432311"/>
                  </a:lnTo>
                  <a:lnTo>
                    <a:pt x="9004569" y="481376"/>
                  </a:lnTo>
                  <a:lnTo>
                    <a:pt x="8965776" y="534120"/>
                  </a:lnTo>
                  <a:lnTo>
                    <a:pt x="8927495" y="590546"/>
                  </a:lnTo>
                  <a:lnTo>
                    <a:pt x="8889530" y="650577"/>
                  </a:lnTo>
                  <a:lnTo>
                    <a:pt x="8851732" y="714050"/>
                  </a:lnTo>
                  <a:lnTo>
                    <a:pt x="8813996" y="780716"/>
                  </a:lnTo>
                  <a:lnTo>
                    <a:pt x="8776251" y="850235"/>
                  </a:lnTo>
                  <a:lnTo>
                    <a:pt x="8738458" y="922183"/>
                  </a:lnTo>
                  <a:lnTo>
                    <a:pt x="8700603" y="996057"/>
                  </a:lnTo>
                  <a:lnTo>
                    <a:pt x="8662693" y="1071292"/>
                  </a:lnTo>
                  <a:lnTo>
                    <a:pt x="8624749" y="1147277"/>
                  </a:lnTo>
                  <a:lnTo>
                    <a:pt x="8586800" y="1223375"/>
                  </a:lnTo>
                  <a:lnTo>
                    <a:pt x="8548875" y="1298943"/>
                  </a:lnTo>
                  <a:lnTo>
                    <a:pt x="8510999" y="1373359"/>
                  </a:lnTo>
                  <a:lnTo>
                    <a:pt x="8473185" y="1446039"/>
                  </a:lnTo>
                  <a:lnTo>
                    <a:pt x="8435426" y="1516458"/>
                  </a:lnTo>
                  <a:lnTo>
                    <a:pt x="8397693" y="1584162"/>
                  </a:lnTo>
                  <a:lnTo>
                    <a:pt x="8359927" y="1648783"/>
                  </a:lnTo>
                  <a:lnTo>
                    <a:pt x="8322035" y="1710038"/>
                  </a:lnTo>
                  <a:lnTo>
                    <a:pt x="8283884" y="1767735"/>
                  </a:lnTo>
                  <a:lnTo>
                    <a:pt x="8245295" y="1821768"/>
                  </a:lnTo>
                  <a:lnTo>
                    <a:pt x="8206037" y="1872112"/>
                  </a:lnTo>
                  <a:lnTo>
                    <a:pt x="8165815" y="1918815"/>
                  </a:lnTo>
                  <a:lnTo>
                    <a:pt x="8151487" y="1934276"/>
                  </a:lnTo>
                  <a:lnTo>
                    <a:pt x="8104795" y="1980449"/>
                  </a:lnTo>
                  <a:lnTo>
                    <a:pt x="8055685" y="2022302"/>
                  </a:lnTo>
                  <a:lnTo>
                    <a:pt x="8003434" y="2060021"/>
                  </a:lnTo>
                  <a:lnTo>
                    <a:pt x="7947254" y="2093943"/>
                  </a:lnTo>
                  <a:lnTo>
                    <a:pt x="7886334" y="2124456"/>
                  </a:lnTo>
                  <a:lnTo>
                    <a:pt x="7819899" y="2151948"/>
                  </a:lnTo>
                  <a:lnTo>
                    <a:pt x="7747277" y="2176774"/>
                  </a:lnTo>
                  <a:lnTo>
                    <a:pt x="7667990" y="2199231"/>
                  </a:lnTo>
                  <a:lnTo>
                    <a:pt x="7581886" y="2219555"/>
                  </a:lnTo>
                  <a:lnTo>
                    <a:pt x="7489293" y="2237909"/>
                  </a:lnTo>
                  <a:lnTo>
                    <a:pt x="7391195" y="2254391"/>
                  </a:lnTo>
                  <a:lnTo>
                    <a:pt x="7289395" y="2269032"/>
                  </a:lnTo>
                  <a:lnTo>
                    <a:pt x="7186599" y="2281815"/>
                  </a:lnTo>
                  <a:lnTo>
                    <a:pt x="7086357" y="2292700"/>
                  </a:lnTo>
                  <a:lnTo>
                    <a:pt x="6992784" y="2301652"/>
                  </a:lnTo>
                  <a:lnTo>
                    <a:pt x="6910044" y="2308684"/>
                  </a:lnTo>
                  <a:lnTo>
                    <a:pt x="6841664" y="2313881"/>
                  </a:lnTo>
                  <a:lnTo>
                    <a:pt x="6789847" y="2317423"/>
                  </a:lnTo>
                  <a:lnTo>
                    <a:pt x="6754964" y="2319577"/>
                  </a:lnTo>
                  <a:lnTo>
                    <a:pt x="6735377" y="2320675"/>
                  </a:lnTo>
                  <a:lnTo>
                    <a:pt x="6727556" y="2321074"/>
                  </a:lnTo>
                  <a:lnTo>
                    <a:pt x="6726343" y="2321131"/>
                  </a:lnTo>
                  <a:lnTo>
                    <a:pt x="5254955" y="2321131"/>
                  </a:lnTo>
                  <a:lnTo>
                    <a:pt x="5253753" y="2321089"/>
                  </a:lnTo>
                  <a:lnTo>
                    <a:pt x="5245861" y="2320790"/>
                  </a:lnTo>
                  <a:lnTo>
                    <a:pt x="5225999" y="2319962"/>
                  </a:lnTo>
                  <a:lnTo>
                    <a:pt x="5190570" y="2318334"/>
                  </a:lnTo>
                  <a:lnTo>
                    <a:pt x="5137931" y="2315653"/>
                  </a:lnTo>
                  <a:lnTo>
                    <a:pt x="5068510" y="2311720"/>
                  </a:lnTo>
                  <a:lnTo>
                    <a:pt x="4984613" y="2306398"/>
                  </a:lnTo>
                  <a:lnTo>
                    <a:pt x="4889892" y="2299625"/>
                  </a:lnTo>
                  <a:lnTo>
                    <a:pt x="4788618" y="2291395"/>
                  </a:lnTo>
                  <a:lnTo>
                    <a:pt x="4684984" y="2281734"/>
                  </a:lnTo>
                  <a:lnTo>
                    <a:pt x="4582574" y="2270673"/>
                  </a:lnTo>
                  <a:lnTo>
                    <a:pt x="4484093" y="2258223"/>
                  </a:lnTo>
                  <a:lnTo>
                    <a:pt x="4391314" y="2244354"/>
                  </a:lnTo>
                  <a:lnTo>
                    <a:pt x="4305181" y="2228991"/>
                  </a:lnTo>
                  <a:lnTo>
                    <a:pt x="4225976" y="2212003"/>
                  </a:lnTo>
                  <a:lnTo>
                    <a:pt x="4153500" y="2193205"/>
                  </a:lnTo>
                  <a:lnTo>
                    <a:pt x="4087240" y="2172366"/>
                  </a:lnTo>
                  <a:lnTo>
                    <a:pt x="4026489" y="2149213"/>
                  </a:lnTo>
                  <a:lnTo>
                    <a:pt x="3970445" y="2123448"/>
                  </a:lnTo>
                  <a:lnTo>
                    <a:pt x="3918281" y="2094779"/>
                  </a:lnTo>
                  <a:lnTo>
                    <a:pt x="3869194" y="2062962"/>
                  </a:lnTo>
                  <a:lnTo>
                    <a:pt x="3829811" y="2033714"/>
                  </a:lnTo>
                  <a:lnTo>
                    <a:pt x="3784985" y="1996252"/>
                  </a:lnTo>
                  <a:lnTo>
                    <a:pt x="3741437" y="1955511"/>
                  </a:lnTo>
                  <a:lnTo>
                    <a:pt x="3698752" y="1911428"/>
                  </a:lnTo>
                  <a:lnTo>
                    <a:pt x="3656612" y="1864023"/>
                  </a:lnTo>
                  <a:lnTo>
                    <a:pt x="3614775" y="1813403"/>
                  </a:lnTo>
                  <a:lnTo>
                    <a:pt x="3573071" y="1759772"/>
                  </a:lnTo>
                  <a:lnTo>
                    <a:pt x="3531383" y="1703431"/>
                  </a:lnTo>
                  <a:lnTo>
                    <a:pt x="3489646" y="1644780"/>
                  </a:lnTo>
                  <a:lnTo>
                    <a:pt x="3447836" y="1584306"/>
                  </a:lnTo>
                  <a:lnTo>
                    <a:pt x="3405958" y="1522566"/>
                  </a:lnTo>
                  <a:lnTo>
                    <a:pt x="3364040" y="1460175"/>
                  </a:lnTo>
                  <a:lnTo>
                    <a:pt x="3322121" y="1397769"/>
                  </a:lnTo>
                  <a:lnTo>
                    <a:pt x="3280240" y="1335991"/>
                  </a:lnTo>
                  <a:lnTo>
                    <a:pt x="3238426" y="1275452"/>
                  </a:lnTo>
                  <a:lnTo>
                    <a:pt x="3196687" y="1216715"/>
                  </a:lnTo>
                  <a:lnTo>
                    <a:pt x="3154998" y="1160271"/>
                  </a:lnTo>
                  <a:lnTo>
                    <a:pt x="3113296" y="1106520"/>
                  </a:lnTo>
                  <a:lnTo>
                    <a:pt x="3071468" y="1055771"/>
                  </a:lnTo>
                  <a:lnTo>
                    <a:pt x="3029345" y="1008230"/>
                  </a:lnTo>
                  <a:lnTo>
                    <a:pt x="2986688" y="964008"/>
                  </a:lnTo>
                  <a:lnTo>
                    <a:pt x="2943184" y="923129"/>
                  </a:lnTo>
                  <a:lnTo>
                    <a:pt x="2898420" y="885534"/>
                  </a:lnTo>
                  <a:lnTo>
                    <a:pt x="2896531" y="884045"/>
                  </a:lnTo>
                  <a:lnTo>
                    <a:pt x="2849465" y="849485"/>
                  </a:lnTo>
                  <a:lnTo>
                    <a:pt x="2799936" y="818184"/>
                  </a:lnTo>
                  <a:lnTo>
                    <a:pt x="2747206" y="789998"/>
                  </a:lnTo>
                  <a:lnTo>
                    <a:pt x="2690464" y="764672"/>
                  </a:lnTo>
                  <a:lnTo>
                    <a:pt x="2628884" y="741909"/>
                  </a:lnTo>
                  <a:lnTo>
                    <a:pt x="2561672" y="721414"/>
                  </a:lnTo>
                  <a:lnTo>
                    <a:pt x="2488147" y="702920"/>
                  </a:lnTo>
                  <a:lnTo>
                    <a:pt x="2407835" y="686203"/>
                  </a:lnTo>
                  <a:lnTo>
                    <a:pt x="2320605" y="671087"/>
                  </a:lnTo>
                  <a:lnTo>
                    <a:pt x="2226830" y="657449"/>
                  </a:lnTo>
                  <a:lnTo>
                    <a:pt x="2127576" y="645222"/>
                  </a:lnTo>
                  <a:lnTo>
                    <a:pt x="2024764" y="634384"/>
                  </a:lnTo>
                  <a:lnTo>
                    <a:pt x="1921246" y="624949"/>
                  </a:lnTo>
                  <a:lnTo>
                    <a:pt x="1820731" y="616951"/>
                  </a:lnTo>
                  <a:lnTo>
                    <a:pt x="1727462" y="610413"/>
                  </a:lnTo>
                  <a:lnTo>
                    <a:pt x="1645665" y="605319"/>
                  </a:lnTo>
                  <a:lnTo>
                    <a:pt x="1578820" y="601597"/>
                  </a:lnTo>
                  <a:lnTo>
                    <a:pt x="1528960" y="599100"/>
                  </a:lnTo>
                  <a:lnTo>
                    <a:pt x="1496188" y="597618"/>
                  </a:lnTo>
                  <a:lnTo>
                    <a:pt x="1478532" y="596893"/>
                  </a:lnTo>
                  <a:lnTo>
                    <a:pt x="1472106" y="596653"/>
                  </a:lnTo>
                  <a:lnTo>
                    <a:pt x="1471387" y="596628"/>
                  </a:lnTo>
                  <a:lnTo>
                    <a:pt x="0" y="596628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35" name="pl135"/>
            <p:cNvSpPr/>
            <p:nvPr/>
          </p:nvSpPr>
          <p:spPr>
            <a:xfrm>
              <a:off x="4799595" y="3688436"/>
              <a:ext cx="11981298" cy="2321131"/>
            </a:xfrm>
            <a:custGeom>
              <a:avLst/>
              <a:pathLst>
                <a:path w="11981298" h="2321131">
                  <a:moveTo>
                    <a:pt x="0" y="596628"/>
                  </a:moveTo>
                  <a:lnTo>
                    <a:pt x="1471387" y="596628"/>
                  </a:lnTo>
                  <a:lnTo>
                    <a:pt x="1472589" y="596670"/>
                  </a:lnTo>
                  <a:lnTo>
                    <a:pt x="1480481" y="596970"/>
                  </a:lnTo>
                  <a:lnTo>
                    <a:pt x="1500344" y="597797"/>
                  </a:lnTo>
                  <a:lnTo>
                    <a:pt x="1535772" y="599426"/>
                  </a:lnTo>
                  <a:lnTo>
                    <a:pt x="1588412" y="602106"/>
                  </a:lnTo>
                  <a:lnTo>
                    <a:pt x="1657832" y="606040"/>
                  </a:lnTo>
                  <a:lnTo>
                    <a:pt x="1741729" y="611361"/>
                  </a:lnTo>
                  <a:lnTo>
                    <a:pt x="1836451" y="618134"/>
                  </a:lnTo>
                  <a:lnTo>
                    <a:pt x="1937724" y="626364"/>
                  </a:lnTo>
                  <a:lnTo>
                    <a:pt x="2041358" y="636025"/>
                  </a:lnTo>
                  <a:lnTo>
                    <a:pt x="2143768" y="647086"/>
                  </a:lnTo>
                  <a:lnTo>
                    <a:pt x="2242249" y="659537"/>
                  </a:lnTo>
                  <a:lnTo>
                    <a:pt x="2335028" y="673405"/>
                  </a:lnTo>
                  <a:lnTo>
                    <a:pt x="2421161" y="688768"/>
                  </a:lnTo>
                  <a:lnTo>
                    <a:pt x="2500366" y="705757"/>
                  </a:lnTo>
                  <a:lnTo>
                    <a:pt x="2572842" y="724554"/>
                  </a:lnTo>
                  <a:lnTo>
                    <a:pt x="2639102" y="745394"/>
                  </a:lnTo>
                  <a:lnTo>
                    <a:pt x="2699853" y="768547"/>
                  </a:lnTo>
                  <a:lnTo>
                    <a:pt x="2755897" y="794311"/>
                  </a:lnTo>
                  <a:lnTo>
                    <a:pt x="2808061" y="822980"/>
                  </a:lnTo>
                  <a:lnTo>
                    <a:pt x="2857148" y="854798"/>
                  </a:lnTo>
                  <a:lnTo>
                    <a:pt x="2896531" y="884045"/>
                  </a:lnTo>
                  <a:lnTo>
                    <a:pt x="2941357" y="921507"/>
                  </a:lnTo>
                  <a:lnTo>
                    <a:pt x="2984905" y="962249"/>
                  </a:lnTo>
                  <a:lnTo>
                    <a:pt x="3027590" y="1006331"/>
                  </a:lnTo>
                  <a:lnTo>
                    <a:pt x="3069730" y="1053736"/>
                  </a:lnTo>
                  <a:lnTo>
                    <a:pt x="3111567" y="1104356"/>
                  </a:lnTo>
                  <a:lnTo>
                    <a:pt x="3153271" y="1157988"/>
                  </a:lnTo>
                  <a:lnTo>
                    <a:pt x="3194959" y="1214328"/>
                  </a:lnTo>
                  <a:lnTo>
                    <a:pt x="3236696" y="1272979"/>
                  </a:lnTo>
                  <a:lnTo>
                    <a:pt x="3278506" y="1333454"/>
                  </a:lnTo>
                  <a:lnTo>
                    <a:pt x="3320385" y="1395193"/>
                  </a:lnTo>
                  <a:lnTo>
                    <a:pt x="3362303" y="1457585"/>
                  </a:lnTo>
                  <a:lnTo>
                    <a:pt x="3404221" y="1519990"/>
                  </a:lnTo>
                  <a:lnTo>
                    <a:pt x="3446102" y="1581769"/>
                  </a:lnTo>
                  <a:lnTo>
                    <a:pt x="3487916" y="1642307"/>
                  </a:lnTo>
                  <a:lnTo>
                    <a:pt x="3529655" y="1701044"/>
                  </a:lnTo>
                  <a:lnTo>
                    <a:pt x="3571344" y="1757489"/>
                  </a:lnTo>
                  <a:lnTo>
                    <a:pt x="3613046" y="1811239"/>
                  </a:lnTo>
                  <a:lnTo>
                    <a:pt x="3654874" y="1861989"/>
                  </a:lnTo>
                  <a:lnTo>
                    <a:pt x="3696997" y="1909530"/>
                  </a:lnTo>
                  <a:lnTo>
                    <a:pt x="3739654" y="1953751"/>
                  </a:lnTo>
                  <a:lnTo>
                    <a:pt x="3783158" y="1994630"/>
                  </a:lnTo>
                  <a:lnTo>
                    <a:pt x="3827922" y="2032226"/>
                  </a:lnTo>
                  <a:lnTo>
                    <a:pt x="3829811" y="2033714"/>
                  </a:lnTo>
                  <a:lnTo>
                    <a:pt x="3876877" y="2068275"/>
                  </a:lnTo>
                  <a:lnTo>
                    <a:pt x="3926406" y="2099576"/>
                  </a:lnTo>
                  <a:lnTo>
                    <a:pt x="3979136" y="2127761"/>
                  </a:lnTo>
                  <a:lnTo>
                    <a:pt x="4035878" y="2153087"/>
                  </a:lnTo>
                  <a:lnTo>
                    <a:pt x="4097459" y="2175851"/>
                  </a:lnTo>
                  <a:lnTo>
                    <a:pt x="4164670" y="2196345"/>
                  </a:lnTo>
                  <a:lnTo>
                    <a:pt x="4238195" y="2214839"/>
                  </a:lnTo>
                  <a:lnTo>
                    <a:pt x="4318507" y="2231556"/>
                  </a:lnTo>
                  <a:lnTo>
                    <a:pt x="4405738" y="2246673"/>
                  </a:lnTo>
                  <a:lnTo>
                    <a:pt x="4499512" y="2260310"/>
                  </a:lnTo>
                  <a:lnTo>
                    <a:pt x="4598766" y="2272538"/>
                  </a:lnTo>
                  <a:lnTo>
                    <a:pt x="4701578" y="2283376"/>
                  </a:lnTo>
                  <a:lnTo>
                    <a:pt x="4805096" y="2292810"/>
                  </a:lnTo>
                  <a:lnTo>
                    <a:pt x="4905611" y="2300808"/>
                  </a:lnTo>
                  <a:lnTo>
                    <a:pt x="4998880" y="2307347"/>
                  </a:lnTo>
                  <a:lnTo>
                    <a:pt x="5080677" y="2312440"/>
                  </a:lnTo>
                  <a:lnTo>
                    <a:pt x="5147523" y="2316162"/>
                  </a:lnTo>
                  <a:lnTo>
                    <a:pt x="5197382" y="2318659"/>
                  </a:lnTo>
                  <a:lnTo>
                    <a:pt x="5230154" y="2320142"/>
                  </a:lnTo>
                  <a:lnTo>
                    <a:pt x="5247811" y="2320866"/>
                  </a:lnTo>
                  <a:lnTo>
                    <a:pt x="5254236" y="2321106"/>
                  </a:lnTo>
                  <a:lnTo>
                    <a:pt x="5254955" y="2321131"/>
                  </a:lnTo>
                  <a:lnTo>
                    <a:pt x="6726343" y="2321131"/>
                  </a:lnTo>
                  <a:lnTo>
                    <a:pt x="6727517" y="2321076"/>
                  </a:lnTo>
                  <a:lnTo>
                    <a:pt x="6735234" y="2320682"/>
                  </a:lnTo>
                  <a:lnTo>
                    <a:pt x="6754669" y="2319595"/>
                  </a:lnTo>
                  <a:lnTo>
                    <a:pt x="6789369" y="2317454"/>
                  </a:lnTo>
                  <a:lnTo>
                    <a:pt x="6840997" y="2313928"/>
                  </a:lnTo>
                  <a:lnTo>
                    <a:pt x="6909203" y="2308751"/>
                  </a:lnTo>
                  <a:lnTo>
                    <a:pt x="6991802" y="2301741"/>
                  </a:lnTo>
                  <a:lnTo>
                    <a:pt x="7085277" y="2292810"/>
                  </a:lnTo>
                  <a:lnTo>
                    <a:pt x="7185468" y="2281946"/>
                  </a:lnTo>
                  <a:lnTo>
                    <a:pt x="7288257" y="2269183"/>
                  </a:lnTo>
                  <a:lnTo>
                    <a:pt x="7390085" y="2254563"/>
                  </a:lnTo>
                  <a:lnTo>
                    <a:pt x="7488235" y="2238102"/>
                  </a:lnTo>
                  <a:lnTo>
                    <a:pt x="7580896" y="2219768"/>
                  </a:lnTo>
                  <a:lnTo>
                    <a:pt x="7667074" y="2199467"/>
                  </a:lnTo>
                  <a:lnTo>
                    <a:pt x="7746436" y="2177035"/>
                  </a:lnTo>
                  <a:lnTo>
                    <a:pt x="7819130" y="2152237"/>
                  </a:lnTo>
                  <a:lnTo>
                    <a:pt x="7885630" y="2124776"/>
                  </a:lnTo>
                  <a:lnTo>
                    <a:pt x="7946607" y="2094298"/>
                  </a:lnTo>
                  <a:lnTo>
                    <a:pt x="8002835" y="2060417"/>
                  </a:lnTo>
                  <a:lnTo>
                    <a:pt x="8055125" y="2022741"/>
                  </a:lnTo>
                  <a:lnTo>
                    <a:pt x="8104266" y="1980936"/>
                  </a:lnTo>
                  <a:lnTo>
                    <a:pt x="8150981" y="1934810"/>
                  </a:lnTo>
                  <a:lnTo>
                    <a:pt x="8151487" y="1934276"/>
                  </a:lnTo>
                  <a:lnTo>
                    <a:pt x="8192127" y="1888819"/>
                  </a:lnTo>
                  <a:lnTo>
                    <a:pt x="8231684" y="1839755"/>
                  </a:lnTo>
                  <a:lnTo>
                    <a:pt x="8270478" y="1787010"/>
                  </a:lnTo>
                  <a:lnTo>
                    <a:pt x="8308759" y="1730584"/>
                  </a:lnTo>
                  <a:lnTo>
                    <a:pt x="8346724" y="1670554"/>
                  </a:lnTo>
                  <a:lnTo>
                    <a:pt x="8384521" y="1607080"/>
                  </a:lnTo>
                  <a:lnTo>
                    <a:pt x="8422257" y="1540414"/>
                  </a:lnTo>
                  <a:lnTo>
                    <a:pt x="8460002" y="1470895"/>
                  </a:lnTo>
                  <a:lnTo>
                    <a:pt x="8497796" y="1398948"/>
                  </a:lnTo>
                  <a:lnTo>
                    <a:pt x="8535651" y="1325074"/>
                  </a:lnTo>
                  <a:lnTo>
                    <a:pt x="8573561" y="1249839"/>
                  </a:lnTo>
                  <a:lnTo>
                    <a:pt x="8611504" y="1173853"/>
                  </a:lnTo>
                  <a:lnTo>
                    <a:pt x="8649454" y="1097756"/>
                  </a:lnTo>
                  <a:lnTo>
                    <a:pt x="8687378" y="1022188"/>
                  </a:lnTo>
                  <a:lnTo>
                    <a:pt x="8725254" y="947772"/>
                  </a:lnTo>
                  <a:lnTo>
                    <a:pt x="8763069" y="875092"/>
                  </a:lnTo>
                  <a:lnTo>
                    <a:pt x="8800827" y="804673"/>
                  </a:lnTo>
                  <a:lnTo>
                    <a:pt x="8838560" y="736968"/>
                  </a:lnTo>
                  <a:lnTo>
                    <a:pt x="8876326" y="672347"/>
                  </a:lnTo>
                  <a:lnTo>
                    <a:pt x="8914218" y="611092"/>
                  </a:lnTo>
                  <a:lnTo>
                    <a:pt x="8952369" y="553396"/>
                  </a:lnTo>
                  <a:lnTo>
                    <a:pt x="8990958" y="499363"/>
                  </a:lnTo>
                  <a:lnTo>
                    <a:pt x="9030216" y="449019"/>
                  </a:lnTo>
                  <a:lnTo>
                    <a:pt x="9070438" y="402315"/>
                  </a:lnTo>
                  <a:lnTo>
                    <a:pt x="9084767" y="386855"/>
                  </a:lnTo>
                  <a:lnTo>
                    <a:pt x="9131458" y="340682"/>
                  </a:lnTo>
                  <a:lnTo>
                    <a:pt x="9180569" y="298829"/>
                  </a:lnTo>
                  <a:lnTo>
                    <a:pt x="9232819" y="261109"/>
                  </a:lnTo>
                  <a:lnTo>
                    <a:pt x="9289000" y="227188"/>
                  </a:lnTo>
                  <a:lnTo>
                    <a:pt x="9349919" y="196675"/>
                  </a:lnTo>
                  <a:lnTo>
                    <a:pt x="9416354" y="169182"/>
                  </a:lnTo>
                  <a:lnTo>
                    <a:pt x="9488976" y="144357"/>
                  </a:lnTo>
                  <a:lnTo>
                    <a:pt x="9568263" y="121899"/>
                  </a:lnTo>
                  <a:lnTo>
                    <a:pt x="9654367" y="101576"/>
                  </a:lnTo>
                  <a:lnTo>
                    <a:pt x="9746960" y="83221"/>
                  </a:lnTo>
                  <a:lnTo>
                    <a:pt x="9845058" y="66740"/>
                  </a:lnTo>
                  <a:lnTo>
                    <a:pt x="9946858" y="52099"/>
                  </a:lnTo>
                  <a:lnTo>
                    <a:pt x="10049655" y="39316"/>
                  </a:lnTo>
                  <a:lnTo>
                    <a:pt x="10149896" y="28431"/>
                  </a:lnTo>
                  <a:lnTo>
                    <a:pt x="10243469" y="19478"/>
                  </a:lnTo>
                  <a:lnTo>
                    <a:pt x="10326209" y="12447"/>
                  </a:lnTo>
                  <a:lnTo>
                    <a:pt x="10394589" y="7250"/>
                  </a:lnTo>
                  <a:lnTo>
                    <a:pt x="10446406" y="3708"/>
                  </a:lnTo>
                  <a:lnTo>
                    <a:pt x="10481289" y="1553"/>
                  </a:lnTo>
                  <a:lnTo>
                    <a:pt x="10500876" y="456"/>
                  </a:lnTo>
                  <a:lnTo>
                    <a:pt x="10508697" y="57"/>
                  </a:lnTo>
                  <a:lnTo>
                    <a:pt x="10509911" y="0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6" name="pl136"/>
            <p:cNvSpPr/>
            <p:nvPr/>
          </p:nvSpPr>
          <p:spPr>
            <a:xfrm>
              <a:off x="4799595" y="3672090"/>
              <a:ext cx="11981298" cy="2321131"/>
            </a:xfrm>
            <a:custGeom>
              <a:avLst/>
              <a:pathLst>
                <a:path w="11981298" h="2321131">
                  <a:moveTo>
                    <a:pt x="11981298" y="0"/>
                  </a:moveTo>
                  <a:lnTo>
                    <a:pt x="10509911" y="0"/>
                  </a:lnTo>
                  <a:lnTo>
                    <a:pt x="10508736" y="55"/>
                  </a:lnTo>
                  <a:lnTo>
                    <a:pt x="10501019" y="448"/>
                  </a:lnTo>
                  <a:lnTo>
                    <a:pt x="10481584" y="1536"/>
                  </a:lnTo>
                  <a:lnTo>
                    <a:pt x="10446884" y="3677"/>
                  </a:lnTo>
                  <a:lnTo>
                    <a:pt x="10395256" y="7202"/>
                  </a:lnTo>
                  <a:lnTo>
                    <a:pt x="10327050" y="12379"/>
                  </a:lnTo>
                  <a:lnTo>
                    <a:pt x="10244452" y="19390"/>
                  </a:lnTo>
                  <a:lnTo>
                    <a:pt x="10150976" y="28321"/>
                  </a:lnTo>
                  <a:lnTo>
                    <a:pt x="10050785" y="39185"/>
                  </a:lnTo>
                  <a:lnTo>
                    <a:pt x="9947997" y="51947"/>
                  </a:lnTo>
                  <a:lnTo>
                    <a:pt x="9846169" y="66568"/>
                  </a:lnTo>
                  <a:lnTo>
                    <a:pt x="9748018" y="83029"/>
                  </a:lnTo>
                  <a:lnTo>
                    <a:pt x="9655357" y="101362"/>
                  </a:lnTo>
                  <a:lnTo>
                    <a:pt x="9569179" y="121663"/>
                  </a:lnTo>
                  <a:lnTo>
                    <a:pt x="9489817" y="144096"/>
                  </a:lnTo>
                  <a:lnTo>
                    <a:pt x="9417123" y="168893"/>
                  </a:lnTo>
                  <a:lnTo>
                    <a:pt x="9350623" y="196355"/>
                  </a:lnTo>
                  <a:lnTo>
                    <a:pt x="9289646" y="226832"/>
                  </a:lnTo>
                  <a:lnTo>
                    <a:pt x="9233418" y="260714"/>
                  </a:lnTo>
                  <a:lnTo>
                    <a:pt x="9181128" y="298389"/>
                  </a:lnTo>
                  <a:lnTo>
                    <a:pt x="9131987" y="340195"/>
                  </a:lnTo>
                  <a:lnTo>
                    <a:pt x="9085273" y="386320"/>
                  </a:lnTo>
                  <a:lnTo>
                    <a:pt x="9084767" y="386855"/>
                  </a:lnTo>
                  <a:lnTo>
                    <a:pt x="9044126" y="432311"/>
                  </a:lnTo>
                  <a:lnTo>
                    <a:pt x="9004569" y="481376"/>
                  </a:lnTo>
                  <a:lnTo>
                    <a:pt x="8965776" y="534120"/>
                  </a:lnTo>
                  <a:lnTo>
                    <a:pt x="8927495" y="590546"/>
                  </a:lnTo>
                  <a:lnTo>
                    <a:pt x="8889530" y="650577"/>
                  </a:lnTo>
                  <a:lnTo>
                    <a:pt x="8851732" y="714050"/>
                  </a:lnTo>
                  <a:lnTo>
                    <a:pt x="8813996" y="780716"/>
                  </a:lnTo>
                  <a:lnTo>
                    <a:pt x="8776251" y="850235"/>
                  </a:lnTo>
                  <a:lnTo>
                    <a:pt x="8738458" y="922183"/>
                  </a:lnTo>
                  <a:lnTo>
                    <a:pt x="8700603" y="996057"/>
                  </a:lnTo>
                  <a:lnTo>
                    <a:pt x="8662693" y="1071292"/>
                  </a:lnTo>
                  <a:lnTo>
                    <a:pt x="8624749" y="1147277"/>
                  </a:lnTo>
                  <a:lnTo>
                    <a:pt x="8586800" y="1223375"/>
                  </a:lnTo>
                  <a:lnTo>
                    <a:pt x="8548875" y="1298943"/>
                  </a:lnTo>
                  <a:lnTo>
                    <a:pt x="8510999" y="1373359"/>
                  </a:lnTo>
                  <a:lnTo>
                    <a:pt x="8473185" y="1446039"/>
                  </a:lnTo>
                  <a:lnTo>
                    <a:pt x="8435426" y="1516458"/>
                  </a:lnTo>
                  <a:lnTo>
                    <a:pt x="8397693" y="1584162"/>
                  </a:lnTo>
                  <a:lnTo>
                    <a:pt x="8359927" y="1648783"/>
                  </a:lnTo>
                  <a:lnTo>
                    <a:pt x="8322035" y="1710038"/>
                  </a:lnTo>
                  <a:lnTo>
                    <a:pt x="8283884" y="1767735"/>
                  </a:lnTo>
                  <a:lnTo>
                    <a:pt x="8245295" y="1821768"/>
                  </a:lnTo>
                  <a:lnTo>
                    <a:pt x="8206037" y="1872112"/>
                  </a:lnTo>
                  <a:lnTo>
                    <a:pt x="8165815" y="1918815"/>
                  </a:lnTo>
                  <a:lnTo>
                    <a:pt x="8151487" y="1934276"/>
                  </a:lnTo>
                  <a:lnTo>
                    <a:pt x="8104795" y="1980449"/>
                  </a:lnTo>
                  <a:lnTo>
                    <a:pt x="8055685" y="2022302"/>
                  </a:lnTo>
                  <a:lnTo>
                    <a:pt x="8003434" y="2060021"/>
                  </a:lnTo>
                  <a:lnTo>
                    <a:pt x="7947254" y="2093943"/>
                  </a:lnTo>
                  <a:lnTo>
                    <a:pt x="7886334" y="2124456"/>
                  </a:lnTo>
                  <a:lnTo>
                    <a:pt x="7819899" y="2151948"/>
                  </a:lnTo>
                  <a:lnTo>
                    <a:pt x="7747277" y="2176774"/>
                  </a:lnTo>
                  <a:lnTo>
                    <a:pt x="7667990" y="2199231"/>
                  </a:lnTo>
                  <a:lnTo>
                    <a:pt x="7581886" y="2219555"/>
                  </a:lnTo>
                  <a:lnTo>
                    <a:pt x="7489293" y="2237909"/>
                  </a:lnTo>
                  <a:lnTo>
                    <a:pt x="7391195" y="2254391"/>
                  </a:lnTo>
                  <a:lnTo>
                    <a:pt x="7289395" y="2269032"/>
                  </a:lnTo>
                  <a:lnTo>
                    <a:pt x="7186599" y="2281815"/>
                  </a:lnTo>
                  <a:lnTo>
                    <a:pt x="7086357" y="2292700"/>
                  </a:lnTo>
                  <a:lnTo>
                    <a:pt x="6992784" y="2301652"/>
                  </a:lnTo>
                  <a:lnTo>
                    <a:pt x="6910044" y="2308684"/>
                  </a:lnTo>
                  <a:lnTo>
                    <a:pt x="6841664" y="2313881"/>
                  </a:lnTo>
                  <a:lnTo>
                    <a:pt x="6789847" y="2317423"/>
                  </a:lnTo>
                  <a:lnTo>
                    <a:pt x="6754964" y="2319577"/>
                  </a:lnTo>
                  <a:lnTo>
                    <a:pt x="6735377" y="2320675"/>
                  </a:lnTo>
                  <a:lnTo>
                    <a:pt x="6727556" y="2321074"/>
                  </a:lnTo>
                  <a:lnTo>
                    <a:pt x="6726343" y="2321131"/>
                  </a:lnTo>
                  <a:lnTo>
                    <a:pt x="6726343" y="2321131"/>
                  </a:lnTo>
                  <a:lnTo>
                    <a:pt x="5254955" y="2321131"/>
                  </a:lnTo>
                  <a:lnTo>
                    <a:pt x="5253753" y="2321089"/>
                  </a:lnTo>
                  <a:lnTo>
                    <a:pt x="5245861" y="2320790"/>
                  </a:lnTo>
                  <a:lnTo>
                    <a:pt x="5225999" y="2319962"/>
                  </a:lnTo>
                  <a:lnTo>
                    <a:pt x="5190570" y="2318334"/>
                  </a:lnTo>
                  <a:lnTo>
                    <a:pt x="5137931" y="2315653"/>
                  </a:lnTo>
                  <a:lnTo>
                    <a:pt x="5068510" y="2311720"/>
                  </a:lnTo>
                  <a:lnTo>
                    <a:pt x="4984613" y="2306398"/>
                  </a:lnTo>
                  <a:lnTo>
                    <a:pt x="4889892" y="2299625"/>
                  </a:lnTo>
                  <a:lnTo>
                    <a:pt x="4788618" y="2291395"/>
                  </a:lnTo>
                  <a:lnTo>
                    <a:pt x="4684984" y="2281734"/>
                  </a:lnTo>
                  <a:lnTo>
                    <a:pt x="4582574" y="2270673"/>
                  </a:lnTo>
                  <a:lnTo>
                    <a:pt x="4484093" y="2258223"/>
                  </a:lnTo>
                  <a:lnTo>
                    <a:pt x="4391314" y="2244354"/>
                  </a:lnTo>
                  <a:lnTo>
                    <a:pt x="4305181" y="2228991"/>
                  </a:lnTo>
                  <a:lnTo>
                    <a:pt x="4225976" y="2212003"/>
                  </a:lnTo>
                  <a:lnTo>
                    <a:pt x="4153500" y="2193205"/>
                  </a:lnTo>
                  <a:lnTo>
                    <a:pt x="4087240" y="2172366"/>
                  </a:lnTo>
                  <a:lnTo>
                    <a:pt x="4026489" y="2149213"/>
                  </a:lnTo>
                  <a:lnTo>
                    <a:pt x="3970445" y="2123448"/>
                  </a:lnTo>
                  <a:lnTo>
                    <a:pt x="3918281" y="2094779"/>
                  </a:lnTo>
                  <a:lnTo>
                    <a:pt x="3869194" y="2062962"/>
                  </a:lnTo>
                  <a:lnTo>
                    <a:pt x="3829811" y="2033714"/>
                  </a:lnTo>
                  <a:lnTo>
                    <a:pt x="3784985" y="1996252"/>
                  </a:lnTo>
                  <a:lnTo>
                    <a:pt x="3741437" y="1955511"/>
                  </a:lnTo>
                  <a:lnTo>
                    <a:pt x="3698752" y="1911428"/>
                  </a:lnTo>
                  <a:lnTo>
                    <a:pt x="3656612" y="1864023"/>
                  </a:lnTo>
                  <a:lnTo>
                    <a:pt x="3614775" y="1813403"/>
                  </a:lnTo>
                  <a:lnTo>
                    <a:pt x="3573071" y="1759772"/>
                  </a:lnTo>
                  <a:lnTo>
                    <a:pt x="3531383" y="1703431"/>
                  </a:lnTo>
                  <a:lnTo>
                    <a:pt x="3489646" y="1644780"/>
                  </a:lnTo>
                  <a:lnTo>
                    <a:pt x="3447836" y="1584306"/>
                  </a:lnTo>
                  <a:lnTo>
                    <a:pt x="3405958" y="1522566"/>
                  </a:lnTo>
                  <a:lnTo>
                    <a:pt x="3364040" y="1460175"/>
                  </a:lnTo>
                  <a:lnTo>
                    <a:pt x="3322121" y="1397769"/>
                  </a:lnTo>
                  <a:lnTo>
                    <a:pt x="3280240" y="1335991"/>
                  </a:lnTo>
                  <a:lnTo>
                    <a:pt x="3238426" y="1275452"/>
                  </a:lnTo>
                  <a:lnTo>
                    <a:pt x="3196687" y="1216715"/>
                  </a:lnTo>
                  <a:lnTo>
                    <a:pt x="3154998" y="1160271"/>
                  </a:lnTo>
                  <a:lnTo>
                    <a:pt x="3113296" y="1106520"/>
                  </a:lnTo>
                  <a:lnTo>
                    <a:pt x="3071468" y="1055771"/>
                  </a:lnTo>
                  <a:lnTo>
                    <a:pt x="3029345" y="1008230"/>
                  </a:lnTo>
                  <a:lnTo>
                    <a:pt x="2986688" y="964008"/>
                  </a:lnTo>
                  <a:lnTo>
                    <a:pt x="2943184" y="923129"/>
                  </a:lnTo>
                  <a:lnTo>
                    <a:pt x="2898420" y="885534"/>
                  </a:lnTo>
                  <a:lnTo>
                    <a:pt x="2896531" y="884045"/>
                  </a:lnTo>
                  <a:lnTo>
                    <a:pt x="2849465" y="849485"/>
                  </a:lnTo>
                  <a:lnTo>
                    <a:pt x="2799936" y="818184"/>
                  </a:lnTo>
                  <a:lnTo>
                    <a:pt x="2747206" y="789998"/>
                  </a:lnTo>
                  <a:lnTo>
                    <a:pt x="2690464" y="764672"/>
                  </a:lnTo>
                  <a:lnTo>
                    <a:pt x="2628884" y="741909"/>
                  </a:lnTo>
                  <a:lnTo>
                    <a:pt x="2561672" y="721414"/>
                  </a:lnTo>
                  <a:lnTo>
                    <a:pt x="2488147" y="702920"/>
                  </a:lnTo>
                  <a:lnTo>
                    <a:pt x="2407835" y="686203"/>
                  </a:lnTo>
                  <a:lnTo>
                    <a:pt x="2320605" y="671087"/>
                  </a:lnTo>
                  <a:lnTo>
                    <a:pt x="2226830" y="657449"/>
                  </a:lnTo>
                  <a:lnTo>
                    <a:pt x="2127576" y="645222"/>
                  </a:lnTo>
                  <a:lnTo>
                    <a:pt x="2024764" y="634384"/>
                  </a:lnTo>
                  <a:lnTo>
                    <a:pt x="1921246" y="624949"/>
                  </a:lnTo>
                  <a:lnTo>
                    <a:pt x="1820731" y="616951"/>
                  </a:lnTo>
                  <a:lnTo>
                    <a:pt x="1727462" y="610413"/>
                  </a:lnTo>
                  <a:lnTo>
                    <a:pt x="1645665" y="605319"/>
                  </a:lnTo>
                  <a:lnTo>
                    <a:pt x="1578820" y="601597"/>
                  </a:lnTo>
                  <a:lnTo>
                    <a:pt x="1528960" y="599100"/>
                  </a:lnTo>
                  <a:lnTo>
                    <a:pt x="1496188" y="597618"/>
                  </a:lnTo>
                  <a:lnTo>
                    <a:pt x="1478532" y="596893"/>
                  </a:lnTo>
                  <a:lnTo>
                    <a:pt x="1472106" y="596653"/>
                  </a:lnTo>
                  <a:lnTo>
                    <a:pt x="1471387" y="596628"/>
                  </a:lnTo>
                  <a:lnTo>
                    <a:pt x="0" y="59662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7" name="pg137"/>
            <p:cNvSpPr/>
            <p:nvPr/>
          </p:nvSpPr>
          <p:spPr>
            <a:xfrm>
              <a:off x="4799595" y="4162470"/>
              <a:ext cx="11981298" cy="1863443"/>
            </a:xfrm>
            <a:custGeom>
              <a:avLst/>
              <a:pathLst>
                <a:path w="11981298" h="1863443">
                  <a:moveTo>
                    <a:pt x="0" y="130767"/>
                  </a:moveTo>
                  <a:lnTo>
                    <a:pt x="1471387" y="130767"/>
                  </a:lnTo>
                  <a:lnTo>
                    <a:pt x="1472589" y="130810"/>
                  </a:lnTo>
                  <a:lnTo>
                    <a:pt x="1480479" y="131110"/>
                  </a:lnTo>
                  <a:lnTo>
                    <a:pt x="1500336" y="131942"/>
                  </a:lnTo>
                  <a:lnTo>
                    <a:pt x="1535756" y="133577"/>
                  </a:lnTo>
                  <a:lnTo>
                    <a:pt x="1588383" y="136270"/>
                  </a:lnTo>
                  <a:lnTo>
                    <a:pt x="1657790" y="140221"/>
                  </a:lnTo>
                  <a:lnTo>
                    <a:pt x="1741671" y="145566"/>
                  </a:lnTo>
                  <a:lnTo>
                    <a:pt x="1836377" y="152370"/>
                  </a:lnTo>
                  <a:lnTo>
                    <a:pt x="1937638" y="160637"/>
                  </a:lnTo>
                  <a:lnTo>
                    <a:pt x="2041262" y="170341"/>
                  </a:lnTo>
                  <a:lnTo>
                    <a:pt x="2143665" y="181452"/>
                  </a:lnTo>
                  <a:lnTo>
                    <a:pt x="2242143" y="193959"/>
                  </a:lnTo>
                  <a:lnTo>
                    <a:pt x="2334920" y="207890"/>
                  </a:lnTo>
                  <a:lnTo>
                    <a:pt x="2421053" y="223323"/>
                  </a:lnTo>
                  <a:lnTo>
                    <a:pt x="2500261" y="240388"/>
                  </a:lnTo>
                  <a:lnTo>
                    <a:pt x="2572739" y="259270"/>
                  </a:lnTo>
                  <a:lnTo>
                    <a:pt x="2639002" y="280203"/>
                  </a:lnTo>
                  <a:lnTo>
                    <a:pt x="2699756" y="303460"/>
                  </a:lnTo>
                  <a:lnTo>
                    <a:pt x="2755801" y="329339"/>
                  </a:lnTo>
                  <a:lnTo>
                    <a:pt x="2807967" y="358136"/>
                  </a:lnTo>
                  <a:lnTo>
                    <a:pt x="2857055" y="390095"/>
                  </a:lnTo>
                  <a:lnTo>
                    <a:pt x="2896531" y="419547"/>
                  </a:lnTo>
                  <a:lnTo>
                    <a:pt x="2941294" y="457130"/>
                  </a:lnTo>
                  <a:lnTo>
                    <a:pt x="2984783" y="497999"/>
                  </a:lnTo>
                  <a:lnTo>
                    <a:pt x="3027409" y="542215"/>
                  </a:lnTo>
                  <a:lnTo>
                    <a:pt x="3069491" y="589761"/>
                  </a:lnTo>
                  <a:lnTo>
                    <a:pt x="3111269" y="640528"/>
                  </a:lnTo>
                  <a:lnTo>
                    <a:pt x="3152915" y="694314"/>
                  </a:lnTo>
                  <a:lnTo>
                    <a:pt x="3194543" y="750817"/>
                  </a:lnTo>
                  <a:lnTo>
                    <a:pt x="3236219" y="809640"/>
                  </a:lnTo>
                  <a:lnTo>
                    <a:pt x="3277969" y="870295"/>
                  </a:lnTo>
                  <a:lnTo>
                    <a:pt x="3319787" y="932226"/>
                  </a:lnTo>
                  <a:lnTo>
                    <a:pt x="3361645" y="994819"/>
                  </a:lnTo>
                  <a:lnTo>
                    <a:pt x="3403504" y="1057435"/>
                  </a:lnTo>
                  <a:lnTo>
                    <a:pt x="3445326" y="1119435"/>
                  </a:lnTo>
                  <a:lnTo>
                    <a:pt x="3487081" y="1180203"/>
                  </a:lnTo>
                  <a:lnTo>
                    <a:pt x="3528763" y="1239177"/>
                  </a:lnTo>
                  <a:lnTo>
                    <a:pt x="3570392" y="1295864"/>
                  </a:lnTo>
                  <a:lnTo>
                    <a:pt x="3612034" y="1349860"/>
                  </a:lnTo>
                  <a:lnTo>
                    <a:pt x="3653797" y="1400855"/>
                  </a:lnTo>
                  <a:lnTo>
                    <a:pt x="3695850" y="1448640"/>
                  </a:lnTo>
                  <a:lnTo>
                    <a:pt x="3738427" y="1493101"/>
                  </a:lnTo>
                  <a:lnTo>
                    <a:pt x="3781839" y="1534213"/>
                  </a:lnTo>
                  <a:lnTo>
                    <a:pt x="3826493" y="1572032"/>
                  </a:lnTo>
                  <a:lnTo>
                    <a:pt x="3829811" y="1574664"/>
                  </a:lnTo>
                  <a:lnTo>
                    <a:pt x="3876873" y="1609385"/>
                  </a:lnTo>
                  <a:lnTo>
                    <a:pt x="3926396" y="1640832"/>
                  </a:lnTo>
                  <a:lnTo>
                    <a:pt x="3979121" y="1669150"/>
                  </a:lnTo>
                  <a:lnTo>
                    <a:pt x="4035856" y="1694594"/>
                  </a:lnTo>
                  <a:lnTo>
                    <a:pt x="4097429" y="1717464"/>
                  </a:lnTo>
                  <a:lnTo>
                    <a:pt x="4164631" y="1738055"/>
                  </a:lnTo>
                  <a:lnTo>
                    <a:pt x="4238145" y="1756636"/>
                  </a:lnTo>
                  <a:lnTo>
                    <a:pt x="4318445" y="1773432"/>
                  </a:lnTo>
                  <a:lnTo>
                    <a:pt x="4405662" y="1788620"/>
                  </a:lnTo>
                  <a:lnTo>
                    <a:pt x="4499423" y="1802322"/>
                  </a:lnTo>
                  <a:lnTo>
                    <a:pt x="4598662" y="1814607"/>
                  </a:lnTo>
                  <a:lnTo>
                    <a:pt x="4701463" y="1825498"/>
                  </a:lnTo>
                  <a:lnTo>
                    <a:pt x="4804972" y="1834977"/>
                  </a:lnTo>
                  <a:lnTo>
                    <a:pt x="4905484" y="1843014"/>
                  </a:lnTo>
                  <a:lnTo>
                    <a:pt x="4998757" y="1849585"/>
                  </a:lnTo>
                  <a:lnTo>
                    <a:pt x="5080566" y="1854704"/>
                  </a:lnTo>
                  <a:lnTo>
                    <a:pt x="5147430" y="1858446"/>
                  </a:lnTo>
                  <a:lnTo>
                    <a:pt x="5197313" y="1860956"/>
                  </a:lnTo>
                  <a:lnTo>
                    <a:pt x="5230110" y="1862447"/>
                  </a:lnTo>
                  <a:lnTo>
                    <a:pt x="5247790" y="1863176"/>
                  </a:lnTo>
                  <a:lnTo>
                    <a:pt x="5254232" y="1863418"/>
                  </a:lnTo>
                  <a:lnTo>
                    <a:pt x="5254955" y="1863443"/>
                  </a:lnTo>
                  <a:lnTo>
                    <a:pt x="6726343" y="1863443"/>
                  </a:lnTo>
                  <a:lnTo>
                    <a:pt x="6727539" y="1863398"/>
                  </a:lnTo>
                  <a:lnTo>
                    <a:pt x="6735397" y="1863078"/>
                  </a:lnTo>
                  <a:lnTo>
                    <a:pt x="6755174" y="1862191"/>
                  </a:lnTo>
                  <a:lnTo>
                    <a:pt x="6790459" y="1860447"/>
                  </a:lnTo>
                  <a:lnTo>
                    <a:pt x="6842898" y="1857577"/>
                  </a:lnTo>
                  <a:lnTo>
                    <a:pt x="6912079" y="1853364"/>
                  </a:lnTo>
                  <a:lnTo>
                    <a:pt x="6995720" y="1847663"/>
                  </a:lnTo>
                  <a:lnTo>
                    <a:pt x="7090197" y="1840405"/>
                  </a:lnTo>
                  <a:lnTo>
                    <a:pt x="7191258" y="1831585"/>
                  </a:lnTo>
                  <a:lnTo>
                    <a:pt x="7294727" y="1821230"/>
                  </a:lnTo>
                  <a:lnTo>
                    <a:pt x="7397024" y="1809372"/>
                  </a:lnTo>
                  <a:lnTo>
                    <a:pt x="7495442" y="1796024"/>
                  </a:lnTo>
                  <a:lnTo>
                    <a:pt x="7588199" y="1781157"/>
                  </a:lnTo>
                  <a:lnTo>
                    <a:pt x="7674342" y="1764689"/>
                  </a:lnTo>
                  <a:lnTo>
                    <a:pt x="7753579" y="1746481"/>
                  </a:lnTo>
                  <a:lnTo>
                    <a:pt x="7826097" y="1726337"/>
                  </a:lnTo>
                  <a:lnTo>
                    <a:pt x="7892405" y="1704011"/>
                  </a:lnTo>
                  <a:lnTo>
                    <a:pt x="7953200" y="1679211"/>
                  </a:lnTo>
                  <a:lnTo>
                    <a:pt x="8009280" y="1651620"/>
                  </a:lnTo>
                  <a:lnTo>
                    <a:pt x="8061468" y="1620922"/>
                  </a:lnTo>
                  <a:lnTo>
                    <a:pt x="8110565" y="1586853"/>
                  </a:lnTo>
                  <a:lnTo>
                    <a:pt x="8151487" y="1554231"/>
                  </a:lnTo>
                  <a:lnTo>
                    <a:pt x="8195324" y="1514870"/>
                  </a:lnTo>
                  <a:lnTo>
                    <a:pt x="8237931" y="1472139"/>
                  </a:lnTo>
                  <a:lnTo>
                    <a:pt x="8279696" y="1425974"/>
                  </a:lnTo>
                  <a:lnTo>
                    <a:pt x="8320925" y="1376388"/>
                  </a:lnTo>
                  <a:lnTo>
                    <a:pt x="8361844" y="1323482"/>
                  </a:lnTo>
                  <a:lnTo>
                    <a:pt x="8402623" y="1267451"/>
                  </a:lnTo>
                  <a:lnTo>
                    <a:pt x="8443374" y="1208587"/>
                  </a:lnTo>
                  <a:lnTo>
                    <a:pt x="8484165" y="1147276"/>
                  </a:lnTo>
                  <a:lnTo>
                    <a:pt x="8525024" y="1083995"/>
                  </a:lnTo>
                  <a:lnTo>
                    <a:pt x="8565952" y="1019292"/>
                  </a:lnTo>
                  <a:lnTo>
                    <a:pt x="8606925" y="953773"/>
                  </a:lnTo>
                  <a:lnTo>
                    <a:pt x="8647908" y="888078"/>
                  </a:lnTo>
                  <a:lnTo>
                    <a:pt x="8688864" y="822851"/>
                  </a:lnTo>
                  <a:lnTo>
                    <a:pt x="8729763" y="758720"/>
                  </a:lnTo>
                  <a:lnTo>
                    <a:pt x="8770589" y="696268"/>
                  </a:lnTo>
                  <a:lnTo>
                    <a:pt x="8811356" y="636013"/>
                  </a:lnTo>
                  <a:lnTo>
                    <a:pt x="8852109" y="578391"/>
                  </a:lnTo>
                  <a:lnTo>
                    <a:pt x="8892935" y="523747"/>
                  </a:lnTo>
                  <a:lnTo>
                    <a:pt x="8933970" y="472328"/>
                  </a:lnTo>
                  <a:lnTo>
                    <a:pt x="8975409" y="424285"/>
                  </a:lnTo>
                  <a:lnTo>
                    <a:pt x="9017514" y="379680"/>
                  </a:lnTo>
                  <a:lnTo>
                    <a:pt x="9060624" y="338489"/>
                  </a:lnTo>
                  <a:lnTo>
                    <a:pt x="9084767" y="317384"/>
                  </a:lnTo>
                  <a:lnTo>
                    <a:pt x="9131759" y="280257"/>
                  </a:lnTo>
                  <a:lnTo>
                    <a:pt x="9181205" y="246626"/>
                  </a:lnTo>
                  <a:lnTo>
                    <a:pt x="9233841" y="216337"/>
                  </a:lnTo>
                  <a:lnTo>
                    <a:pt x="9290472" y="189117"/>
                  </a:lnTo>
                  <a:lnTo>
                    <a:pt x="9351922" y="164647"/>
                  </a:lnTo>
                  <a:lnTo>
                    <a:pt x="9418980" y="142613"/>
                  </a:lnTo>
                  <a:lnTo>
                    <a:pt x="9492327" y="122728"/>
                  </a:lnTo>
                  <a:lnTo>
                    <a:pt x="9572436" y="104749"/>
                  </a:lnTo>
                  <a:lnTo>
                    <a:pt x="9659444" y="88490"/>
                  </a:lnTo>
                  <a:lnTo>
                    <a:pt x="9752986" y="73819"/>
                  </a:lnTo>
                  <a:lnTo>
                    <a:pt x="9852012" y="60660"/>
                  </a:lnTo>
                  <a:lnTo>
                    <a:pt x="9954627" y="48992"/>
                  </a:lnTo>
                  <a:lnTo>
                    <a:pt x="10058005" y="38828"/>
                  </a:lnTo>
                  <a:lnTo>
                    <a:pt x="10158471" y="30205"/>
                  </a:lnTo>
                  <a:lnTo>
                    <a:pt x="10251805" y="23146"/>
                  </a:lnTo>
                  <a:lnTo>
                    <a:pt x="10333795" y="17639"/>
                  </a:lnTo>
                  <a:lnTo>
                    <a:pt x="10400947" y="13605"/>
                  </a:lnTo>
                  <a:lnTo>
                    <a:pt x="10451196" y="10890"/>
                  </a:lnTo>
                  <a:lnTo>
                    <a:pt x="10484383" y="9271"/>
                  </a:lnTo>
                  <a:lnTo>
                    <a:pt x="10502416" y="8472"/>
                  </a:lnTo>
                  <a:lnTo>
                    <a:pt x="10509108" y="8202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8714" y="44"/>
                  </a:lnTo>
                  <a:lnTo>
                    <a:pt x="10500856" y="365"/>
                  </a:lnTo>
                  <a:lnTo>
                    <a:pt x="10481079" y="1251"/>
                  </a:lnTo>
                  <a:lnTo>
                    <a:pt x="10445795" y="2995"/>
                  </a:lnTo>
                  <a:lnTo>
                    <a:pt x="10393355" y="5866"/>
                  </a:lnTo>
                  <a:lnTo>
                    <a:pt x="10324174" y="10079"/>
                  </a:lnTo>
                  <a:lnTo>
                    <a:pt x="10240533" y="15780"/>
                  </a:lnTo>
                  <a:lnTo>
                    <a:pt x="10146057" y="23037"/>
                  </a:lnTo>
                  <a:lnTo>
                    <a:pt x="10044996" y="31858"/>
                  </a:lnTo>
                  <a:lnTo>
                    <a:pt x="9941527" y="42213"/>
                  </a:lnTo>
                  <a:lnTo>
                    <a:pt x="9839229" y="54071"/>
                  </a:lnTo>
                  <a:lnTo>
                    <a:pt x="9740811" y="67418"/>
                  </a:lnTo>
                  <a:lnTo>
                    <a:pt x="9648055" y="82285"/>
                  </a:lnTo>
                  <a:lnTo>
                    <a:pt x="9561912" y="98754"/>
                  </a:lnTo>
                  <a:lnTo>
                    <a:pt x="9482675" y="116962"/>
                  </a:lnTo>
                  <a:lnTo>
                    <a:pt x="9410156" y="137105"/>
                  </a:lnTo>
                  <a:lnTo>
                    <a:pt x="9343848" y="159431"/>
                  </a:lnTo>
                  <a:lnTo>
                    <a:pt x="9283053" y="184231"/>
                  </a:lnTo>
                  <a:lnTo>
                    <a:pt x="9226974" y="211823"/>
                  </a:lnTo>
                  <a:lnTo>
                    <a:pt x="9174785" y="242521"/>
                  </a:lnTo>
                  <a:lnTo>
                    <a:pt x="9125689" y="276590"/>
                  </a:lnTo>
                  <a:lnTo>
                    <a:pt x="9084767" y="309211"/>
                  </a:lnTo>
                  <a:lnTo>
                    <a:pt x="9040929" y="348572"/>
                  </a:lnTo>
                  <a:lnTo>
                    <a:pt x="8998323" y="391304"/>
                  </a:lnTo>
                  <a:lnTo>
                    <a:pt x="8956557" y="437469"/>
                  </a:lnTo>
                  <a:lnTo>
                    <a:pt x="8915329" y="487055"/>
                  </a:lnTo>
                  <a:lnTo>
                    <a:pt x="8874409" y="539961"/>
                  </a:lnTo>
                  <a:lnTo>
                    <a:pt x="8833630" y="595992"/>
                  </a:lnTo>
                  <a:lnTo>
                    <a:pt x="8792879" y="654856"/>
                  </a:lnTo>
                  <a:lnTo>
                    <a:pt x="8752089" y="716166"/>
                  </a:lnTo>
                  <a:lnTo>
                    <a:pt x="8711229" y="779448"/>
                  </a:lnTo>
                  <a:lnTo>
                    <a:pt x="8670301" y="844151"/>
                  </a:lnTo>
                  <a:lnTo>
                    <a:pt x="8629329" y="909670"/>
                  </a:lnTo>
                  <a:lnTo>
                    <a:pt x="8588345" y="975365"/>
                  </a:lnTo>
                  <a:lnTo>
                    <a:pt x="8547389" y="1040592"/>
                  </a:lnTo>
                  <a:lnTo>
                    <a:pt x="8506491" y="1104722"/>
                  </a:lnTo>
                  <a:lnTo>
                    <a:pt x="8465664" y="1167174"/>
                  </a:lnTo>
                  <a:lnTo>
                    <a:pt x="8424897" y="1227430"/>
                  </a:lnTo>
                  <a:lnTo>
                    <a:pt x="8384144" y="1285052"/>
                  </a:lnTo>
                  <a:lnTo>
                    <a:pt x="8343319" y="1339696"/>
                  </a:lnTo>
                  <a:lnTo>
                    <a:pt x="8302283" y="1391115"/>
                  </a:lnTo>
                  <a:lnTo>
                    <a:pt x="8260844" y="1439157"/>
                  </a:lnTo>
                  <a:lnTo>
                    <a:pt x="8218739" y="1483763"/>
                  </a:lnTo>
                  <a:lnTo>
                    <a:pt x="8175629" y="1524954"/>
                  </a:lnTo>
                  <a:lnTo>
                    <a:pt x="8151487" y="1546058"/>
                  </a:lnTo>
                  <a:lnTo>
                    <a:pt x="8104494" y="1583186"/>
                  </a:lnTo>
                  <a:lnTo>
                    <a:pt x="8055048" y="1616817"/>
                  </a:lnTo>
                  <a:lnTo>
                    <a:pt x="8002412" y="1647105"/>
                  </a:lnTo>
                  <a:lnTo>
                    <a:pt x="7945782" y="1674326"/>
                  </a:lnTo>
                  <a:lnTo>
                    <a:pt x="7884331" y="1698795"/>
                  </a:lnTo>
                  <a:lnTo>
                    <a:pt x="7817273" y="1720830"/>
                  </a:lnTo>
                  <a:lnTo>
                    <a:pt x="7743927" y="1740715"/>
                  </a:lnTo>
                  <a:lnTo>
                    <a:pt x="7663817" y="1758693"/>
                  </a:lnTo>
                  <a:lnTo>
                    <a:pt x="7576809" y="1774953"/>
                  </a:lnTo>
                  <a:lnTo>
                    <a:pt x="7483267" y="1789624"/>
                  </a:lnTo>
                  <a:lnTo>
                    <a:pt x="7384241" y="1802782"/>
                  </a:lnTo>
                  <a:lnTo>
                    <a:pt x="7281626" y="1814451"/>
                  </a:lnTo>
                  <a:lnTo>
                    <a:pt x="7178248" y="1824614"/>
                  </a:lnTo>
                  <a:lnTo>
                    <a:pt x="7077782" y="1833238"/>
                  </a:lnTo>
                  <a:lnTo>
                    <a:pt x="6984448" y="1840297"/>
                  </a:lnTo>
                  <a:lnTo>
                    <a:pt x="6902459" y="1845804"/>
                  </a:lnTo>
                  <a:lnTo>
                    <a:pt x="6835306" y="1849838"/>
                  </a:lnTo>
                  <a:lnTo>
                    <a:pt x="6785057" y="1852552"/>
                  </a:lnTo>
                  <a:lnTo>
                    <a:pt x="6751870" y="1854172"/>
                  </a:lnTo>
                  <a:lnTo>
                    <a:pt x="6733837" y="1854970"/>
                  </a:lnTo>
                  <a:lnTo>
                    <a:pt x="6727146" y="1855240"/>
                  </a:lnTo>
                  <a:lnTo>
                    <a:pt x="6726343" y="1855270"/>
                  </a:lnTo>
                  <a:lnTo>
                    <a:pt x="5254955" y="1855270"/>
                  </a:lnTo>
                  <a:lnTo>
                    <a:pt x="5253753" y="1855228"/>
                  </a:lnTo>
                  <a:lnTo>
                    <a:pt x="5245863" y="1854927"/>
                  </a:lnTo>
                  <a:lnTo>
                    <a:pt x="5226006" y="1854096"/>
                  </a:lnTo>
                  <a:lnTo>
                    <a:pt x="5190587" y="1852460"/>
                  </a:lnTo>
                  <a:lnTo>
                    <a:pt x="5137959" y="1849768"/>
                  </a:lnTo>
                  <a:lnTo>
                    <a:pt x="5068553" y="1845817"/>
                  </a:lnTo>
                  <a:lnTo>
                    <a:pt x="4984672" y="1840471"/>
                  </a:lnTo>
                  <a:lnTo>
                    <a:pt x="4889965" y="1833668"/>
                  </a:lnTo>
                  <a:lnTo>
                    <a:pt x="4788704" y="1825401"/>
                  </a:lnTo>
                  <a:lnTo>
                    <a:pt x="4685080" y="1815696"/>
                  </a:lnTo>
                  <a:lnTo>
                    <a:pt x="4582677" y="1804585"/>
                  </a:lnTo>
                  <a:lnTo>
                    <a:pt x="4484199" y="1792078"/>
                  </a:lnTo>
                  <a:lnTo>
                    <a:pt x="4391422" y="1778147"/>
                  </a:lnTo>
                  <a:lnTo>
                    <a:pt x="4305289" y="1762715"/>
                  </a:lnTo>
                  <a:lnTo>
                    <a:pt x="4226081" y="1745650"/>
                  </a:lnTo>
                  <a:lnTo>
                    <a:pt x="4153603" y="1726767"/>
                  </a:lnTo>
                  <a:lnTo>
                    <a:pt x="4087340" y="1705835"/>
                  </a:lnTo>
                  <a:lnTo>
                    <a:pt x="4026586" y="1682578"/>
                  </a:lnTo>
                  <a:lnTo>
                    <a:pt x="3970541" y="1656699"/>
                  </a:lnTo>
                  <a:lnTo>
                    <a:pt x="3918375" y="1627902"/>
                  </a:lnTo>
                  <a:lnTo>
                    <a:pt x="3869287" y="1595943"/>
                  </a:lnTo>
                  <a:lnTo>
                    <a:pt x="3829811" y="1566491"/>
                  </a:lnTo>
                  <a:lnTo>
                    <a:pt x="3785048" y="1528908"/>
                  </a:lnTo>
                  <a:lnTo>
                    <a:pt x="3741560" y="1488039"/>
                  </a:lnTo>
                  <a:lnTo>
                    <a:pt x="3698933" y="1443822"/>
                  </a:lnTo>
                  <a:lnTo>
                    <a:pt x="3656851" y="1396277"/>
                  </a:lnTo>
                  <a:lnTo>
                    <a:pt x="3615073" y="1345510"/>
                  </a:lnTo>
                  <a:lnTo>
                    <a:pt x="3573428" y="1291724"/>
                  </a:lnTo>
                  <a:lnTo>
                    <a:pt x="3531799" y="1235220"/>
                  </a:lnTo>
                  <a:lnTo>
                    <a:pt x="3490123" y="1176398"/>
                  </a:lnTo>
                  <a:lnTo>
                    <a:pt x="3448373" y="1115742"/>
                  </a:lnTo>
                  <a:lnTo>
                    <a:pt x="3406555" y="1053812"/>
                  </a:lnTo>
                  <a:lnTo>
                    <a:pt x="3364697" y="991219"/>
                  </a:lnTo>
                  <a:lnTo>
                    <a:pt x="3322838" y="928602"/>
                  </a:lnTo>
                  <a:lnTo>
                    <a:pt x="3281016" y="866602"/>
                  </a:lnTo>
                  <a:lnTo>
                    <a:pt x="3239261" y="805834"/>
                  </a:lnTo>
                  <a:lnTo>
                    <a:pt x="3197580" y="746861"/>
                  </a:lnTo>
                  <a:lnTo>
                    <a:pt x="3155950" y="690174"/>
                  </a:lnTo>
                  <a:lnTo>
                    <a:pt x="3114309" y="636178"/>
                  </a:lnTo>
                  <a:lnTo>
                    <a:pt x="3072545" y="585182"/>
                  </a:lnTo>
                  <a:lnTo>
                    <a:pt x="3030492" y="537397"/>
                  </a:lnTo>
                  <a:lnTo>
                    <a:pt x="2987916" y="492937"/>
                  </a:lnTo>
                  <a:lnTo>
                    <a:pt x="2944503" y="451825"/>
                  </a:lnTo>
                  <a:lnTo>
                    <a:pt x="2899849" y="414006"/>
                  </a:lnTo>
                  <a:lnTo>
                    <a:pt x="2896531" y="411374"/>
                  </a:lnTo>
                  <a:lnTo>
                    <a:pt x="2849469" y="376652"/>
                  </a:lnTo>
                  <a:lnTo>
                    <a:pt x="2799946" y="345205"/>
                  </a:lnTo>
                  <a:lnTo>
                    <a:pt x="2747221" y="316888"/>
                  </a:lnTo>
                  <a:lnTo>
                    <a:pt x="2690486" y="291443"/>
                  </a:lnTo>
                  <a:lnTo>
                    <a:pt x="2628913" y="268574"/>
                  </a:lnTo>
                  <a:lnTo>
                    <a:pt x="2561711" y="247982"/>
                  </a:lnTo>
                  <a:lnTo>
                    <a:pt x="2488197" y="229402"/>
                  </a:lnTo>
                  <a:lnTo>
                    <a:pt x="2407898" y="212606"/>
                  </a:lnTo>
                  <a:lnTo>
                    <a:pt x="2320680" y="197418"/>
                  </a:lnTo>
                  <a:lnTo>
                    <a:pt x="2226920" y="183716"/>
                  </a:lnTo>
                  <a:lnTo>
                    <a:pt x="2127680" y="171430"/>
                  </a:lnTo>
                  <a:lnTo>
                    <a:pt x="2024879" y="160540"/>
                  </a:lnTo>
                  <a:lnTo>
                    <a:pt x="1921370" y="151060"/>
                  </a:lnTo>
                  <a:lnTo>
                    <a:pt x="1820858" y="143023"/>
                  </a:lnTo>
                  <a:lnTo>
                    <a:pt x="1727585" y="136452"/>
                  </a:lnTo>
                  <a:lnTo>
                    <a:pt x="1645776" y="131333"/>
                  </a:lnTo>
                  <a:lnTo>
                    <a:pt x="1578912" y="127592"/>
                  </a:lnTo>
                  <a:lnTo>
                    <a:pt x="1529029" y="125082"/>
                  </a:lnTo>
                  <a:lnTo>
                    <a:pt x="1496232" y="123591"/>
                  </a:lnTo>
                  <a:lnTo>
                    <a:pt x="1478552" y="122862"/>
                  </a:lnTo>
                  <a:lnTo>
                    <a:pt x="1472111" y="122620"/>
                  </a:lnTo>
                  <a:lnTo>
                    <a:pt x="1471387" y="122594"/>
                  </a:lnTo>
                  <a:lnTo>
                    <a:pt x="0" y="122594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38" name="pl138"/>
            <p:cNvSpPr/>
            <p:nvPr/>
          </p:nvSpPr>
          <p:spPr>
            <a:xfrm>
              <a:off x="4799595" y="4170643"/>
              <a:ext cx="11981298" cy="1855270"/>
            </a:xfrm>
            <a:custGeom>
              <a:avLst/>
              <a:pathLst>
                <a:path w="11981298" h="1855270">
                  <a:moveTo>
                    <a:pt x="0" y="122594"/>
                  </a:moveTo>
                  <a:lnTo>
                    <a:pt x="1471387" y="122594"/>
                  </a:lnTo>
                  <a:lnTo>
                    <a:pt x="1472589" y="122637"/>
                  </a:lnTo>
                  <a:lnTo>
                    <a:pt x="1480479" y="122937"/>
                  </a:lnTo>
                  <a:lnTo>
                    <a:pt x="1500336" y="123769"/>
                  </a:lnTo>
                  <a:lnTo>
                    <a:pt x="1535756" y="125404"/>
                  </a:lnTo>
                  <a:lnTo>
                    <a:pt x="1588383" y="128097"/>
                  </a:lnTo>
                  <a:lnTo>
                    <a:pt x="1657790" y="132048"/>
                  </a:lnTo>
                  <a:lnTo>
                    <a:pt x="1741671" y="137393"/>
                  </a:lnTo>
                  <a:lnTo>
                    <a:pt x="1836377" y="144197"/>
                  </a:lnTo>
                  <a:lnTo>
                    <a:pt x="1937638" y="152464"/>
                  </a:lnTo>
                  <a:lnTo>
                    <a:pt x="2041262" y="162168"/>
                  </a:lnTo>
                  <a:lnTo>
                    <a:pt x="2143665" y="173279"/>
                  </a:lnTo>
                  <a:lnTo>
                    <a:pt x="2242143" y="185786"/>
                  </a:lnTo>
                  <a:lnTo>
                    <a:pt x="2334920" y="199717"/>
                  </a:lnTo>
                  <a:lnTo>
                    <a:pt x="2421053" y="215150"/>
                  </a:lnTo>
                  <a:lnTo>
                    <a:pt x="2500261" y="232215"/>
                  </a:lnTo>
                  <a:lnTo>
                    <a:pt x="2572739" y="251097"/>
                  </a:lnTo>
                  <a:lnTo>
                    <a:pt x="2639002" y="272030"/>
                  </a:lnTo>
                  <a:lnTo>
                    <a:pt x="2699756" y="295287"/>
                  </a:lnTo>
                  <a:lnTo>
                    <a:pt x="2755801" y="321166"/>
                  </a:lnTo>
                  <a:lnTo>
                    <a:pt x="2807967" y="349963"/>
                  </a:lnTo>
                  <a:lnTo>
                    <a:pt x="2857055" y="381922"/>
                  </a:lnTo>
                  <a:lnTo>
                    <a:pt x="2896531" y="411374"/>
                  </a:lnTo>
                  <a:lnTo>
                    <a:pt x="2941294" y="448957"/>
                  </a:lnTo>
                  <a:lnTo>
                    <a:pt x="2984783" y="489826"/>
                  </a:lnTo>
                  <a:lnTo>
                    <a:pt x="3027409" y="534042"/>
                  </a:lnTo>
                  <a:lnTo>
                    <a:pt x="3069491" y="581588"/>
                  </a:lnTo>
                  <a:lnTo>
                    <a:pt x="3111269" y="632355"/>
                  </a:lnTo>
                  <a:lnTo>
                    <a:pt x="3152915" y="686141"/>
                  </a:lnTo>
                  <a:lnTo>
                    <a:pt x="3194543" y="742644"/>
                  </a:lnTo>
                  <a:lnTo>
                    <a:pt x="3236219" y="801467"/>
                  </a:lnTo>
                  <a:lnTo>
                    <a:pt x="3277969" y="862122"/>
                  </a:lnTo>
                  <a:lnTo>
                    <a:pt x="3319787" y="924053"/>
                  </a:lnTo>
                  <a:lnTo>
                    <a:pt x="3361645" y="986646"/>
                  </a:lnTo>
                  <a:lnTo>
                    <a:pt x="3403504" y="1049262"/>
                  </a:lnTo>
                  <a:lnTo>
                    <a:pt x="3445326" y="1111262"/>
                  </a:lnTo>
                  <a:lnTo>
                    <a:pt x="3487081" y="1172030"/>
                  </a:lnTo>
                  <a:lnTo>
                    <a:pt x="3528763" y="1231004"/>
                  </a:lnTo>
                  <a:lnTo>
                    <a:pt x="3570392" y="1287691"/>
                  </a:lnTo>
                  <a:lnTo>
                    <a:pt x="3612034" y="1341687"/>
                  </a:lnTo>
                  <a:lnTo>
                    <a:pt x="3653797" y="1392682"/>
                  </a:lnTo>
                  <a:lnTo>
                    <a:pt x="3695850" y="1440467"/>
                  </a:lnTo>
                  <a:lnTo>
                    <a:pt x="3738427" y="1484928"/>
                  </a:lnTo>
                  <a:lnTo>
                    <a:pt x="3781839" y="1526040"/>
                  </a:lnTo>
                  <a:lnTo>
                    <a:pt x="3826493" y="1563859"/>
                  </a:lnTo>
                  <a:lnTo>
                    <a:pt x="3829811" y="1566491"/>
                  </a:lnTo>
                  <a:lnTo>
                    <a:pt x="3876873" y="1601212"/>
                  </a:lnTo>
                  <a:lnTo>
                    <a:pt x="3926396" y="1632659"/>
                  </a:lnTo>
                  <a:lnTo>
                    <a:pt x="3979121" y="1660977"/>
                  </a:lnTo>
                  <a:lnTo>
                    <a:pt x="4035856" y="1686421"/>
                  </a:lnTo>
                  <a:lnTo>
                    <a:pt x="4097429" y="1709291"/>
                  </a:lnTo>
                  <a:lnTo>
                    <a:pt x="4164631" y="1729882"/>
                  </a:lnTo>
                  <a:lnTo>
                    <a:pt x="4238145" y="1748463"/>
                  </a:lnTo>
                  <a:lnTo>
                    <a:pt x="4318445" y="1765259"/>
                  </a:lnTo>
                  <a:lnTo>
                    <a:pt x="4405662" y="1780447"/>
                  </a:lnTo>
                  <a:lnTo>
                    <a:pt x="4499423" y="1794149"/>
                  </a:lnTo>
                  <a:lnTo>
                    <a:pt x="4598662" y="1806434"/>
                  </a:lnTo>
                  <a:lnTo>
                    <a:pt x="4701463" y="1817325"/>
                  </a:lnTo>
                  <a:lnTo>
                    <a:pt x="4804972" y="1826804"/>
                  </a:lnTo>
                  <a:lnTo>
                    <a:pt x="4905484" y="1834841"/>
                  </a:lnTo>
                  <a:lnTo>
                    <a:pt x="4998757" y="1841412"/>
                  </a:lnTo>
                  <a:lnTo>
                    <a:pt x="5080566" y="1846531"/>
                  </a:lnTo>
                  <a:lnTo>
                    <a:pt x="5147430" y="1850273"/>
                  </a:lnTo>
                  <a:lnTo>
                    <a:pt x="5197313" y="1852783"/>
                  </a:lnTo>
                  <a:lnTo>
                    <a:pt x="5230110" y="1854274"/>
                  </a:lnTo>
                  <a:lnTo>
                    <a:pt x="5247790" y="1855003"/>
                  </a:lnTo>
                  <a:lnTo>
                    <a:pt x="5254232" y="1855245"/>
                  </a:lnTo>
                  <a:lnTo>
                    <a:pt x="5254955" y="1855270"/>
                  </a:lnTo>
                  <a:lnTo>
                    <a:pt x="6726343" y="1855270"/>
                  </a:lnTo>
                  <a:lnTo>
                    <a:pt x="6727539" y="1855225"/>
                  </a:lnTo>
                  <a:lnTo>
                    <a:pt x="6735397" y="1854905"/>
                  </a:lnTo>
                  <a:lnTo>
                    <a:pt x="6755174" y="1854018"/>
                  </a:lnTo>
                  <a:lnTo>
                    <a:pt x="6790459" y="1852274"/>
                  </a:lnTo>
                  <a:lnTo>
                    <a:pt x="6842898" y="1849404"/>
                  </a:lnTo>
                  <a:lnTo>
                    <a:pt x="6912079" y="1845191"/>
                  </a:lnTo>
                  <a:lnTo>
                    <a:pt x="6995720" y="1839490"/>
                  </a:lnTo>
                  <a:lnTo>
                    <a:pt x="7090197" y="1832232"/>
                  </a:lnTo>
                  <a:lnTo>
                    <a:pt x="7191258" y="1823412"/>
                  </a:lnTo>
                  <a:lnTo>
                    <a:pt x="7294727" y="1813057"/>
                  </a:lnTo>
                  <a:lnTo>
                    <a:pt x="7397024" y="1801199"/>
                  </a:lnTo>
                  <a:lnTo>
                    <a:pt x="7495442" y="1787851"/>
                  </a:lnTo>
                  <a:lnTo>
                    <a:pt x="7588199" y="1772984"/>
                  </a:lnTo>
                  <a:lnTo>
                    <a:pt x="7674342" y="1756516"/>
                  </a:lnTo>
                  <a:lnTo>
                    <a:pt x="7753579" y="1738308"/>
                  </a:lnTo>
                  <a:lnTo>
                    <a:pt x="7826097" y="1718164"/>
                  </a:lnTo>
                  <a:lnTo>
                    <a:pt x="7892405" y="1695838"/>
                  </a:lnTo>
                  <a:lnTo>
                    <a:pt x="7953200" y="1671038"/>
                  </a:lnTo>
                  <a:lnTo>
                    <a:pt x="8009280" y="1643447"/>
                  </a:lnTo>
                  <a:lnTo>
                    <a:pt x="8061468" y="1612749"/>
                  </a:lnTo>
                  <a:lnTo>
                    <a:pt x="8110565" y="1578680"/>
                  </a:lnTo>
                  <a:lnTo>
                    <a:pt x="8151487" y="1546058"/>
                  </a:lnTo>
                  <a:lnTo>
                    <a:pt x="8195324" y="1506697"/>
                  </a:lnTo>
                  <a:lnTo>
                    <a:pt x="8237931" y="1463966"/>
                  </a:lnTo>
                  <a:lnTo>
                    <a:pt x="8279696" y="1417801"/>
                  </a:lnTo>
                  <a:lnTo>
                    <a:pt x="8320925" y="1368215"/>
                  </a:lnTo>
                  <a:lnTo>
                    <a:pt x="8361844" y="1315309"/>
                  </a:lnTo>
                  <a:lnTo>
                    <a:pt x="8402623" y="1259278"/>
                  </a:lnTo>
                  <a:lnTo>
                    <a:pt x="8443374" y="1200414"/>
                  </a:lnTo>
                  <a:lnTo>
                    <a:pt x="8484165" y="1139103"/>
                  </a:lnTo>
                  <a:lnTo>
                    <a:pt x="8525024" y="1075822"/>
                  </a:lnTo>
                  <a:lnTo>
                    <a:pt x="8565952" y="1011119"/>
                  </a:lnTo>
                  <a:lnTo>
                    <a:pt x="8606925" y="945600"/>
                  </a:lnTo>
                  <a:lnTo>
                    <a:pt x="8647908" y="879905"/>
                  </a:lnTo>
                  <a:lnTo>
                    <a:pt x="8688864" y="814678"/>
                  </a:lnTo>
                  <a:lnTo>
                    <a:pt x="8729763" y="750547"/>
                  </a:lnTo>
                  <a:lnTo>
                    <a:pt x="8770589" y="688095"/>
                  </a:lnTo>
                  <a:lnTo>
                    <a:pt x="8811356" y="627840"/>
                  </a:lnTo>
                  <a:lnTo>
                    <a:pt x="8852109" y="570218"/>
                  </a:lnTo>
                  <a:lnTo>
                    <a:pt x="8892935" y="515574"/>
                  </a:lnTo>
                  <a:lnTo>
                    <a:pt x="8933970" y="464155"/>
                  </a:lnTo>
                  <a:lnTo>
                    <a:pt x="8975409" y="416112"/>
                  </a:lnTo>
                  <a:lnTo>
                    <a:pt x="9017514" y="371507"/>
                  </a:lnTo>
                  <a:lnTo>
                    <a:pt x="9060624" y="330316"/>
                  </a:lnTo>
                  <a:lnTo>
                    <a:pt x="9084767" y="309211"/>
                  </a:lnTo>
                  <a:lnTo>
                    <a:pt x="9131759" y="272084"/>
                  </a:lnTo>
                  <a:lnTo>
                    <a:pt x="9181205" y="238453"/>
                  </a:lnTo>
                  <a:lnTo>
                    <a:pt x="9233841" y="208164"/>
                  </a:lnTo>
                  <a:lnTo>
                    <a:pt x="9290472" y="180944"/>
                  </a:lnTo>
                  <a:lnTo>
                    <a:pt x="9351922" y="156474"/>
                  </a:lnTo>
                  <a:lnTo>
                    <a:pt x="9418980" y="134440"/>
                  </a:lnTo>
                  <a:lnTo>
                    <a:pt x="9492327" y="114555"/>
                  </a:lnTo>
                  <a:lnTo>
                    <a:pt x="9572436" y="96576"/>
                  </a:lnTo>
                  <a:lnTo>
                    <a:pt x="9659444" y="80317"/>
                  </a:lnTo>
                  <a:lnTo>
                    <a:pt x="9752986" y="65646"/>
                  </a:lnTo>
                  <a:lnTo>
                    <a:pt x="9852012" y="52487"/>
                  </a:lnTo>
                  <a:lnTo>
                    <a:pt x="9954627" y="40819"/>
                  </a:lnTo>
                  <a:lnTo>
                    <a:pt x="10058005" y="30655"/>
                  </a:lnTo>
                  <a:lnTo>
                    <a:pt x="10158471" y="22032"/>
                  </a:lnTo>
                  <a:lnTo>
                    <a:pt x="10251805" y="14973"/>
                  </a:lnTo>
                  <a:lnTo>
                    <a:pt x="10333795" y="9466"/>
                  </a:lnTo>
                  <a:lnTo>
                    <a:pt x="10400947" y="5432"/>
                  </a:lnTo>
                  <a:lnTo>
                    <a:pt x="10451196" y="2717"/>
                  </a:lnTo>
                  <a:lnTo>
                    <a:pt x="10484383" y="1098"/>
                  </a:lnTo>
                  <a:lnTo>
                    <a:pt x="10502416" y="299"/>
                  </a:lnTo>
                  <a:lnTo>
                    <a:pt x="10509108" y="29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9" name="pl139"/>
            <p:cNvSpPr/>
            <p:nvPr/>
          </p:nvSpPr>
          <p:spPr>
            <a:xfrm>
              <a:off x="4799595" y="4162470"/>
              <a:ext cx="11981298" cy="1855270"/>
            </a:xfrm>
            <a:custGeom>
              <a:avLst/>
              <a:pathLst>
                <a:path w="11981298" h="1855270">
                  <a:moveTo>
                    <a:pt x="11981298" y="0"/>
                  </a:moveTo>
                  <a:lnTo>
                    <a:pt x="10509911" y="0"/>
                  </a:lnTo>
                  <a:lnTo>
                    <a:pt x="10508714" y="44"/>
                  </a:lnTo>
                  <a:lnTo>
                    <a:pt x="10500856" y="365"/>
                  </a:lnTo>
                  <a:lnTo>
                    <a:pt x="10481079" y="1251"/>
                  </a:lnTo>
                  <a:lnTo>
                    <a:pt x="10445795" y="2995"/>
                  </a:lnTo>
                  <a:lnTo>
                    <a:pt x="10393355" y="5866"/>
                  </a:lnTo>
                  <a:lnTo>
                    <a:pt x="10324174" y="10079"/>
                  </a:lnTo>
                  <a:lnTo>
                    <a:pt x="10240533" y="15780"/>
                  </a:lnTo>
                  <a:lnTo>
                    <a:pt x="10146057" y="23037"/>
                  </a:lnTo>
                  <a:lnTo>
                    <a:pt x="10044996" y="31858"/>
                  </a:lnTo>
                  <a:lnTo>
                    <a:pt x="9941527" y="42213"/>
                  </a:lnTo>
                  <a:lnTo>
                    <a:pt x="9839229" y="54071"/>
                  </a:lnTo>
                  <a:lnTo>
                    <a:pt x="9740811" y="67418"/>
                  </a:lnTo>
                  <a:lnTo>
                    <a:pt x="9648055" y="82285"/>
                  </a:lnTo>
                  <a:lnTo>
                    <a:pt x="9561912" y="98754"/>
                  </a:lnTo>
                  <a:lnTo>
                    <a:pt x="9482675" y="116962"/>
                  </a:lnTo>
                  <a:lnTo>
                    <a:pt x="9410156" y="137105"/>
                  </a:lnTo>
                  <a:lnTo>
                    <a:pt x="9343848" y="159431"/>
                  </a:lnTo>
                  <a:lnTo>
                    <a:pt x="9283053" y="184231"/>
                  </a:lnTo>
                  <a:lnTo>
                    <a:pt x="9226974" y="211823"/>
                  </a:lnTo>
                  <a:lnTo>
                    <a:pt x="9174785" y="242521"/>
                  </a:lnTo>
                  <a:lnTo>
                    <a:pt x="9125689" y="276590"/>
                  </a:lnTo>
                  <a:lnTo>
                    <a:pt x="9084767" y="309211"/>
                  </a:lnTo>
                  <a:lnTo>
                    <a:pt x="9040929" y="348572"/>
                  </a:lnTo>
                  <a:lnTo>
                    <a:pt x="8998323" y="391304"/>
                  </a:lnTo>
                  <a:lnTo>
                    <a:pt x="8956557" y="437469"/>
                  </a:lnTo>
                  <a:lnTo>
                    <a:pt x="8915329" y="487055"/>
                  </a:lnTo>
                  <a:lnTo>
                    <a:pt x="8874409" y="539961"/>
                  </a:lnTo>
                  <a:lnTo>
                    <a:pt x="8833630" y="595992"/>
                  </a:lnTo>
                  <a:lnTo>
                    <a:pt x="8792879" y="654856"/>
                  </a:lnTo>
                  <a:lnTo>
                    <a:pt x="8752089" y="716166"/>
                  </a:lnTo>
                  <a:lnTo>
                    <a:pt x="8711229" y="779448"/>
                  </a:lnTo>
                  <a:lnTo>
                    <a:pt x="8670301" y="844151"/>
                  </a:lnTo>
                  <a:lnTo>
                    <a:pt x="8629329" y="909670"/>
                  </a:lnTo>
                  <a:lnTo>
                    <a:pt x="8588345" y="975365"/>
                  </a:lnTo>
                  <a:lnTo>
                    <a:pt x="8547389" y="1040592"/>
                  </a:lnTo>
                  <a:lnTo>
                    <a:pt x="8506491" y="1104722"/>
                  </a:lnTo>
                  <a:lnTo>
                    <a:pt x="8465664" y="1167174"/>
                  </a:lnTo>
                  <a:lnTo>
                    <a:pt x="8424897" y="1227430"/>
                  </a:lnTo>
                  <a:lnTo>
                    <a:pt x="8384144" y="1285052"/>
                  </a:lnTo>
                  <a:lnTo>
                    <a:pt x="8343319" y="1339696"/>
                  </a:lnTo>
                  <a:lnTo>
                    <a:pt x="8302283" y="1391115"/>
                  </a:lnTo>
                  <a:lnTo>
                    <a:pt x="8260844" y="1439157"/>
                  </a:lnTo>
                  <a:lnTo>
                    <a:pt x="8218739" y="1483763"/>
                  </a:lnTo>
                  <a:lnTo>
                    <a:pt x="8175629" y="1524954"/>
                  </a:lnTo>
                  <a:lnTo>
                    <a:pt x="8151487" y="1546058"/>
                  </a:lnTo>
                  <a:lnTo>
                    <a:pt x="8104494" y="1583186"/>
                  </a:lnTo>
                  <a:lnTo>
                    <a:pt x="8055048" y="1616817"/>
                  </a:lnTo>
                  <a:lnTo>
                    <a:pt x="8002412" y="1647105"/>
                  </a:lnTo>
                  <a:lnTo>
                    <a:pt x="7945782" y="1674326"/>
                  </a:lnTo>
                  <a:lnTo>
                    <a:pt x="7884331" y="1698795"/>
                  </a:lnTo>
                  <a:lnTo>
                    <a:pt x="7817273" y="1720830"/>
                  </a:lnTo>
                  <a:lnTo>
                    <a:pt x="7743927" y="1740715"/>
                  </a:lnTo>
                  <a:lnTo>
                    <a:pt x="7663817" y="1758693"/>
                  </a:lnTo>
                  <a:lnTo>
                    <a:pt x="7576809" y="1774953"/>
                  </a:lnTo>
                  <a:lnTo>
                    <a:pt x="7483267" y="1789624"/>
                  </a:lnTo>
                  <a:lnTo>
                    <a:pt x="7384241" y="1802782"/>
                  </a:lnTo>
                  <a:lnTo>
                    <a:pt x="7281626" y="1814451"/>
                  </a:lnTo>
                  <a:lnTo>
                    <a:pt x="7178248" y="1824614"/>
                  </a:lnTo>
                  <a:lnTo>
                    <a:pt x="7077782" y="1833238"/>
                  </a:lnTo>
                  <a:lnTo>
                    <a:pt x="6984448" y="1840297"/>
                  </a:lnTo>
                  <a:lnTo>
                    <a:pt x="6902459" y="1845804"/>
                  </a:lnTo>
                  <a:lnTo>
                    <a:pt x="6835306" y="1849838"/>
                  </a:lnTo>
                  <a:lnTo>
                    <a:pt x="6785057" y="1852552"/>
                  </a:lnTo>
                  <a:lnTo>
                    <a:pt x="6751870" y="1854172"/>
                  </a:lnTo>
                  <a:lnTo>
                    <a:pt x="6733837" y="1854970"/>
                  </a:lnTo>
                  <a:lnTo>
                    <a:pt x="6727146" y="1855240"/>
                  </a:lnTo>
                  <a:lnTo>
                    <a:pt x="6726343" y="1855270"/>
                  </a:lnTo>
                  <a:lnTo>
                    <a:pt x="5254955" y="1855270"/>
                  </a:lnTo>
                  <a:lnTo>
                    <a:pt x="5253753" y="1855228"/>
                  </a:lnTo>
                  <a:lnTo>
                    <a:pt x="5245863" y="1854927"/>
                  </a:lnTo>
                  <a:lnTo>
                    <a:pt x="5226006" y="1854096"/>
                  </a:lnTo>
                  <a:lnTo>
                    <a:pt x="5190587" y="1852460"/>
                  </a:lnTo>
                  <a:lnTo>
                    <a:pt x="5137959" y="1849768"/>
                  </a:lnTo>
                  <a:lnTo>
                    <a:pt x="5068553" y="1845817"/>
                  </a:lnTo>
                  <a:lnTo>
                    <a:pt x="4984672" y="1840471"/>
                  </a:lnTo>
                  <a:lnTo>
                    <a:pt x="4889965" y="1833668"/>
                  </a:lnTo>
                  <a:lnTo>
                    <a:pt x="4788704" y="1825401"/>
                  </a:lnTo>
                  <a:lnTo>
                    <a:pt x="4685080" y="1815696"/>
                  </a:lnTo>
                  <a:lnTo>
                    <a:pt x="4582677" y="1804585"/>
                  </a:lnTo>
                  <a:lnTo>
                    <a:pt x="4484199" y="1792078"/>
                  </a:lnTo>
                  <a:lnTo>
                    <a:pt x="4391422" y="1778147"/>
                  </a:lnTo>
                  <a:lnTo>
                    <a:pt x="4305289" y="1762715"/>
                  </a:lnTo>
                  <a:lnTo>
                    <a:pt x="4226081" y="1745650"/>
                  </a:lnTo>
                  <a:lnTo>
                    <a:pt x="4153603" y="1726767"/>
                  </a:lnTo>
                  <a:lnTo>
                    <a:pt x="4087340" y="1705835"/>
                  </a:lnTo>
                  <a:lnTo>
                    <a:pt x="4026586" y="1682578"/>
                  </a:lnTo>
                  <a:lnTo>
                    <a:pt x="3970541" y="1656699"/>
                  </a:lnTo>
                  <a:lnTo>
                    <a:pt x="3918375" y="1627902"/>
                  </a:lnTo>
                  <a:lnTo>
                    <a:pt x="3869287" y="1595943"/>
                  </a:lnTo>
                  <a:lnTo>
                    <a:pt x="3829811" y="1566491"/>
                  </a:lnTo>
                  <a:lnTo>
                    <a:pt x="3785048" y="1528908"/>
                  </a:lnTo>
                  <a:lnTo>
                    <a:pt x="3741560" y="1488039"/>
                  </a:lnTo>
                  <a:lnTo>
                    <a:pt x="3698933" y="1443822"/>
                  </a:lnTo>
                  <a:lnTo>
                    <a:pt x="3656851" y="1396277"/>
                  </a:lnTo>
                  <a:lnTo>
                    <a:pt x="3615073" y="1345510"/>
                  </a:lnTo>
                  <a:lnTo>
                    <a:pt x="3573428" y="1291724"/>
                  </a:lnTo>
                  <a:lnTo>
                    <a:pt x="3531799" y="1235220"/>
                  </a:lnTo>
                  <a:lnTo>
                    <a:pt x="3490123" y="1176398"/>
                  </a:lnTo>
                  <a:lnTo>
                    <a:pt x="3448373" y="1115742"/>
                  </a:lnTo>
                  <a:lnTo>
                    <a:pt x="3406555" y="1053812"/>
                  </a:lnTo>
                  <a:lnTo>
                    <a:pt x="3364697" y="991219"/>
                  </a:lnTo>
                  <a:lnTo>
                    <a:pt x="3322838" y="928602"/>
                  </a:lnTo>
                  <a:lnTo>
                    <a:pt x="3281016" y="866602"/>
                  </a:lnTo>
                  <a:lnTo>
                    <a:pt x="3239261" y="805834"/>
                  </a:lnTo>
                  <a:lnTo>
                    <a:pt x="3197580" y="746861"/>
                  </a:lnTo>
                  <a:lnTo>
                    <a:pt x="3155950" y="690174"/>
                  </a:lnTo>
                  <a:lnTo>
                    <a:pt x="3114309" y="636178"/>
                  </a:lnTo>
                  <a:lnTo>
                    <a:pt x="3072545" y="585182"/>
                  </a:lnTo>
                  <a:lnTo>
                    <a:pt x="3030492" y="537397"/>
                  </a:lnTo>
                  <a:lnTo>
                    <a:pt x="2987916" y="492937"/>
                  </a:lnTo>
                  <a:lnTo>
                    <a:pt x="2944503" y="451825"/>
                  </a:lnTo>
                  <a:lnTo>
                    <a:pt x="2899849" y="414006"/>
                  </a:lnTo>
                  <a:lnTo>
                    <a:pt x="2896531" y="411374"/>
                  </a:lnTo>
                  <a:lnTo>
                    <a:pt x="2849469" y="376652"/>
                  </a:lnTo>
                  <a:lnTo>
                    <a:pt x="2799946" y="345205"/>
                  </a:lnTo>
                  <a:lnTo>
                    <a:pt x="2747221" y="316888"/>
                  </a:lnTo>
                  <a:lnTo>
                    <a:pt x="2690486" y="291443"/>
                  </a:lnTo>
                  <a:lnTo>
                    <a:pt x="2628913" y="268574"/>
                  </a:lnTo>
                  <a:lnTo>
                    <a:pt x="2561711" y="247982"/>
                  </a:lnTo>
                  <a:lnTo>
                    <a:pt x="2488197" y="229402"/>
                  </a:lnTo>
                  <a:lnTo>
                    <a:pt x="2407898" y="212606"/>
                  </a:lnTo>
                  <a:lnTo>
                    <a:pt x="2320680" y="197418"/>
                  </a:lnTo>
                  <a:lnTo>
                    <a:pt x="2226920" y="183716"/>
                  </a:lnTo>
                  <a:lnTo>
                    <a:pt x="2127680" y="171430"/>
                  </a:lnTo>
                  <a:lnTo>
                    <a:pt x="2024879" y="160540"/>
                  </a:lnTo>
                  <a:lnTo>
                    <a:pt x="1921370" y="151060"/>
                  </a:lnTo>
                  <a:lnTo>
                    <a:pt x="1820858" y="143023"/>
                  </a:lnTo>
                  <a:lnTo>
                    <a:pt x="1727585" y="136452"/>
                  </a:lnTo>
                  <a:lnTo>
                    <a:pt x="1645776" y="131333"/>
                  </a:lnTo>
                  <a:lnTo>
                    <a:pt x="1578912" y="127592"/>
                  </a:lnTo>
                  <a:lnTo>
                    <a:pt x="1529029" y="125082"/>
                  </a:lnTo>
                  <a:lnTo>
                    <a:pt x="1496232" y="123591"/>
                  </a:lnTo>
                  <a:lnTo>
                    <a:pt x="1478552" y="122862"/>
                  </a:lnTo>
                  <a:lnTo>
                    <a:pt x="1472111" y="122620"/>
                  </a:lnTo>
                  <a:lnTo>
                    <a:pt x="1471387" y="122594"/>
                  </a:lnTo>
                  <a:lnTo>
                    <a:pt x="0" y="12259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0" name="pg140"/>
            <p:cNvSpPr/>
            <p:nvPr/>
          </p:nvSpPr>
          <p:spPr>
            <a:xfrm>
              <a:off x="4799595" y="4293238"/>
              <a:ext cx="11981298" cy="1749021"/>
            </a:xfrm>
            <a:custGeom>
              <a:avLst/>
              <a:pathLst>
                <a:path w="11981298" h="1749021">
                  <a:moveTo>
                    <a:pt x="0" y="16345"/>
                  </a:moveTo>
                  <a:lnTo>
                    <a:pt x="1471387" y="16345"/>
                  </a:lnTo>
                  <a:lnTo>
                    <a:pt x="1472589" y="16388"/>
                  </a:lnTo>
                  <a:lnTo>
                    <a:pt x="1480479" y="16688"/>
                  </a:lnTo>
                  <a:lnTo>
                    <a:pt x="1500336" y="17520"/>
                  </a:lnTo>
                  <a:lnTo>
                    <a:pt x="1535756" y="19155"/>
                  </a:lnTo>
                  <a:lnTo>
                    <a:pt x="1588383" y="21848"/>
                  </a:lnTo>
                  <a:lnTo>
                    <a:pt x="1657790" y="25799"/>
                  </a:lnTo>
                  <a:lnTo>
                    <a:pt x="1741671" y="31144"/>
                  </a:lnTo>
                  <a:lnTo>
                    <a:pt x="1836377" y="37948"/>
                  </a:lnTo>
                  <a:lnTo>
                    <a:pt x="1937638" y="46215"/>
                  </a:lnTo>
                  <a:lnTo>
                    <a:pt x="2041262" y="55919"/>
                  </a:lnTo>
                  <a:lnTo>
                    <a:pt x="2143665" y="67030"/>
                  </a:lnTo>
                  <a:lnTo>
                    <a:pt x="2242143" y="79537"/>
                  </a:lnTo>
                  <a:lnTo>
                    <a:pt x="2334920" y="93468"/>
                  </a:lnTo>
                  <a:lnTo>
                    <a:pt x="2421053" y="108901"/>
                  </a:lnTo>
                  <a:lnTo>
                    <a:pt x="2500261" y="125966"/>
                  </a:lnTo>
                  <a:lnTo>
                    <a:pt x="2572739" y="144848"/>
                  </a:lnTo>
                  <a:lnTo>
                    <a:pt x="2639002" y="165781"/>
                  </a:lnTo>
                  <a:lnTo>
                    <a:pt x="2699756" y="189038"/>
                  </a:lnTo>
                  <a:lnTo>
                    <a:pt x="2755801" y="214917"/>
                  </a:lnTo>
                  <a:lnTo>
                    <a:pt x="2807967" y="243714"/>
                  </a:lnTo>
                  <a:lnTo>
                    <a:pt x="2857055" y="275673"/>
                  </a:lnTo>
                  <a:lnTo>
                    <a:pt x="2896531" y="305125"/>
                  </a:lnTo>
                  <a:lnTo>
                    <a:pt x="2941294" y="342708"/>
                  </a:lnTo>
                  <a:lnTo>
                    <a:pt x="2984783" y="383577"/>
                  </a:lnTo>
                  <a:lnTo>
                    <a:pt x="3027409" y="427793"/>
                  </a:lnTo>
                  <a:lnTo>
                    <a:pt x="3069491" y="475339"/>
                  </a:lnTo>
                  <a:lnTo>
                    <a:pt x="3111269" y="526106"/>
                  </a:lnTo>
                  <a:lnTo>
                    <a:pt x="3152915" y="579892"/>
                  </a:lnTo>
                  <a:lnTo>
                    <a:pt x="3194543" y="636395"/>
                  </a:lnTo>
                  <a:lnTo>
                    <a:pt x="3236219" y="695218"/>
                  </a:lnTo>
                  <a:lnTo>
                    <a:pt x="3277969" y="755873"/>
                  </a:lnTo>
                  <a:lnTo>
                    <a:pt x="3319787" y="817804"/>
                  </a:lnTo>
                  <a:lnTo>
                    <a:pt x="3361645" y="880397"/>
                  </a:lnTo>
                  <a:lnTo>
                    <a:pt x="3403504" y="943013"/>
                  </a:lnTo>
                  <a:lnTo>
                    <a:pt x="3445326" y="1005013"/>
                  </a:lnTo>
                  <a:lnTo>
                    <a:pt x="3487081" y="1065781"/>
                  </a:lnTo>
                  <a:lnTo>
                    <a:pt x="3528763" y="1124755"/>
                  </a:lnTo>
                  <a:lnTo>
                    <a:pt x="3570392" y="1181442"/>
                  </a:lnTo>
                  <a:lnTo>
                    <a:pt x="3612034" y="1235438"/>
                  </a:lnTo>
                  <a:lnTo>
                    <a:pt x="3653797" y="1286433"/>
                  </a:lnTo>
                  <a:lnTo>
                    <a:pt x="3695850" y="1334218"/>
                  </a:lnTo>
                  <a:lnTo>
                    <a:pt x="3738427" y="1378679"/>
                  </a:lnTo>
                  <a:lnTo>
                    <a:pt x="3781839" y="1419791"/>
                  </a:lnTo>
                  <a:lnTo>
                    <a:pt x="3826493" y="1457610"/>
                  </a:lnTo>
                  <a:lnTo>
                    <a:pt x="3829811" y="1460242"/>
                  </a:lnTo>
                  <a:lnTo>
                    <a:pt x="3876873" y="1494963"/>
                  </a:lnTo>
                  <a:lnTo>
                    <a:pt x="3926396" y="1526410"/>
                  </a:lnTo>
                  <a:lnTo>
                    <a:pt x="3979121" y="1554728"/>
                  </a:lnTo>
                  <a:lnTo>
                    <a:pt x="4035856" y="1580172"/>
                  </a:lnTo>
                  <a:lnTo>
                    <a:pt x="4097429" y="1603042"/>
                  </a:lnTo>
                  <a:lnTo>
                    <a:pt x="4164631" y="1623633"/>
                  </a:lnTo>
                  <a:lnTo>
                    <a:pt x="4238145" y="1642214"/>
                  </a:lnTo>
                  <a:lnTo>
                    <a:pt x="4318445" y="1659010"/>
                  </a:lnTo>
                  <a:lnTo>
                    <a:pt x="4405662" y="1674198"/>
                  </a:lnTo>
                  <a:lnTo>
                    <a:pt x="4499423" y="1687900"/>
                  </a:lnTo>
                  <a:lnTo>
                    <a:pt x="4598662" y="1700186"/>
                  </a:lnTo>
                  <a:lnTo>
                    <a:pt x="4701463" y="1711076"/>
                  </a:lnTo>
                  <a:lnTo>
                    <a:pt x="4804972" y="1720555"/>
                  </a:lnTo>
                  <a:lnTo>
                    <a:pt x="4905484" y="1728592"/>
                  </a:lnTo>
                  <a:lnTo>
                    <a:pt x="4998757" y="1735163"/>
                  </a:lnTo>
                  <a:lnTo>
                    <a:pt x="5080566" y="1740282"/>
                  </a:lnTo>
                  <a:lnTo>
                    <a:pt x="5147430" y="1744024"/>
                  </a:lnTo>
                  <a:lnTo>
                    <a:pt x="5197313" y="1746534"/>
                  </a:lnTo>
                  <a:lnTo>
                    <a:pt x="5230110" y="1748025"/>
                  </a:lnTo>
                  <a:lnTo>
                    <a:pt x="5247790" y="1748754"/>
                  </a:lnTo>
                  <a:lnTo>
                    <a:pt x="5254232" y="1748996"/>
                  </a:lnTo>
                  <a:lnTo>
                    <a:pt x="5254955" y="1749021"/>
                  </a:lnTo>
                  <a:lnTo>
                    <a:pt x="6726343" y="1749021"/>
                  </a:lnTo>
                  <a:lnTo>
                    <a:pt x="6727568" y="1748996"/>
                  </a:lnTo>
                  <a:lnTo>
                    <a:pt x="6735609" y="1748817"/>
                  </a:lnTo>
                  <a:lnTo>
                    <a:pt x="6755833" y="1748321"/>
                  </a:lnTo>
                  <a:lnTo>
                    <a:pt x="6791876" y="1747345"/>
                  </a:lnTo>
                  <a:lnTo>
                    <a:pt x="6845368" y="1745739"/>
                  </a:lnTo>
                  <a:lnTo>
                    <a:pt x="6915809" y="1743384"/>
                  </a:lnTo>
                  <a:lnTo>
                    <a:pt x="7000791" y="1740200"/>
                  </a:lnTo>
                  <a:lnTo>
                    <a:pt x="7096549" y="1736152"/>
                  </a:lnTo>
                  <a:lnTo>
                    <a:pt x="7198716" y="1731237"/>
                  </a:lnTo>
                  <a:lnTo>
                    <a:pt x="7303042" y="1725471"/>
                  </a:lnTo>
                  <a:lnTo>
                    <a:pt x="7405922" y="1718872"/>
                  </a:lnTo>
                  <a:lnTo>
                    <a:pt x="7504665" y="1711446"/>
                  </a:lnTo>
                  <a:lnTo>
                    <a:pt x="7597527" y="1703173"/>
                  </a:lnTo>
                  <a:lnTo>
                    <a:pt x="7683611" y="1694005"/>
                  </a:lnTo>
                  <a:lnTo>
                    <a:pt x="7762679" y="1683860"/>
                  </a:lnTo>
                  <a:lnTo>
                    <a:pt x="7834968" y="1672627"/>
                  </a:lnTo>
                  <a:lnTo>
                    <a:pt x="7901028" y="1660161"/>
                  </a:lnTo>
                  <a:lnTo>
                    <a:pt x="7961594" y="1646300"/>
                  </a:lnTo>
                  <a:lnTo>
                    <a:pt x="8017488" y="1630862"/>
                  </a:lnTo>
                  <a:lnTo>
                    <a:pt x="8069556" y="1613675"/>
                  </a:lnTo>
                  <a:lnTo>
                    <a:pt x="8118607" y="1594600"/>
                  </a:lnTo>
                  <a:lnTo>
                    <a:pt x="8151487" y="1580113"/>
                  </a:lnTo>
                  <a:lnTo>
                    <a:pt x="8202198" y="1555009"/>
                  </a:lnTo>
                  <a:lnTo>
                    <a:pt x="8251343" y="1527421"/>
                  </a:lnTo>
                  <a:lnTo>
                    <a:pt x="8299495" y="1497308"/>
                  </a:lnTo>
                  <a:lnTo>
                    <a:pt x="8347082" y="1464711"/>
                  </a:lnTo>
                  <a:lnTo>
                    <a:pt x="8394403" y="1429761"/>
                  </a:lnTo>
                  <a:lnTo>
                    <a:pt x="8441661" y="1392683"/>
                  </a:lnTo>
                  <a:lnTo>
                    <a:pt x="8488967" y="1353795"/>
                  </a:lnTo>
                  <a:lnTo>
                    <a:pt x="8536367" y="1313507"/>
                  </a:lnTo>
                  <a:lnTo>
                    <a:pt x="8583851" y="1272295"/>
                  </a:lnTo>
                  <a:lnTo>
                    <a:pt x="8631377" y="1230688"/>
                  </a:lnTo>
                  <a:lnTo>
                    <a:pt x="8678886" y="1189234"/>
                  </a:lnTo>
                  <a:lnTo>
                    <a:pt x="8726327" y="1148474"/>
                  </a:lnTo>
                  <a:lnTo>
                    <a:pt x="8773673" y="1108912"/>
                  </a:lnTo>
                  <a:lnTo>
                    <a:pt x="8820942" y="1070989"/>
                  </a:lnTo>
                  <a:lnTo>
                    <a:pt x="8868216" y="1035063"/>
                  </a:lnTo>
                  <a:lnTo>
                    <a:pt x="8915655" y="1001404"/>
                  </a:lnTo>
                  <a:lnTo>
                    <a:pt x="8963512" y="970182"/>
                  </a:lnTo>
                  <a:lnTo>
                    <a:pt x="9012157" y="941477"/>
                  </a:lnTo>
                  <a:lnTo>
                    <a:pt x="9062093" y="915283"/>
                  </a:lnTo>
                  <a:lnTo>
                    <a:pt x="9084767" y="904478"/>
                  </a:lnTo>
                  <a:lnTo>
                    <a:pt x="9132146" y="884042"/>
                  </a:lnTo>
                  <a:lnTo>
                    <a:pt x="9182025" y="865546"/>
                  </a:lnTo>
                  <a:lnTo>
                    <a:pt x="9235157" y="848903"/>
                  </a:lnTo>
                  <a:lnTo>
                    <a:pt x="9292370" y="833959"/>
                  </a:lnTo>
                  <a:lnTo>
                    <a:pt x="9354506" y="820536"/>
                  </a:lnTo>
                  <a:lnTo>
                    <a:pt x="9422371" y="808458"/>
                  </a:lnTo>
                  <a:lnTo>
                    <a:pt x="9496655" y="797566"/>
                  </a:lnTo>
                  <a:lnTo>
                    <a:pt x="9577829" y="787726"/>
                  </a:lnTo>
                  <a:lnTo>
                    <a:pt x="9666006" y="778835"/>
                  </a:lnTo>
                  <a:lnTo>
                    <a:pt x="9760770" y="770820"/>
                  </a:lnTo>
                  <a:lnTo>
                    <a:pt x="9860983" y="763644"/>
                  </a:lnTo>
                  <a:lnTo>
                    <a:pt x="9964627" y="757295"/>
                  </a:lnTo>
                  <a:lnTo>
                    <a:pt x="10068719" y="751783"/>
                  </a:lnTo>
                  <a:lnTo>
                    <a:pt x="10169421" y="747127"/>
                  </a:lnTo>
                  <a:lnTo>
                    <a:pt x="10262380" y="743341"/>
                  </a:lnTo>
                  <a:lnTo>
                    <a:pt x="10343331" y="740413"/>
                  </a:lnTo>
                  <a:lnTo>
                    <a:pt x="10408843" y="738294"/>
                  </a:lnTo>
                  <a:lnTo>
                    <a:pt x="10457036" y="736892"/>
                  </a:lnTo>
                  <a:lnTo>
                    <a:pt x="10488047" y="736077"/>
                  </a:lnTo>
                  <a:lnTo>
                    <a:pt x="10504134" y="735694"/>
                  </a:lnTo>
                  <a:lnTo>
                    <a:pt x="10509485" y="735578"/>
                  </a:lnTo>
                  <a:lnTo>
                    <a:pt x="10509911" y="735569"/>
                  </a:lnTo>
                  <a:lnTo>
                    <a:pt x="11981298" y="735569"/>
                  </a:lnTo>
                  <a:lnTo>
                    <a:pt x="11981298" y="719223"/>
                  </a:lnTo>
                  <a:lnTo>
                    <a:pt x="10509911" y="719223"/>
                  </a:lnTo>
                  <a:lnTo>
                    <a:pt x="10508685" y="719249"/>
                  </a:lnTo>
                  <a:lnTo>
                    <a:pt x="10500644" y="719428"/>
                  </a:lnTo>
                  <a:lnTo>
                    <a:pt x="10480421" y="719924"/>
                  </a:lnTo>
                  <a:lnTo>
                    <a:pt x="10444378" y="720900"/>
                  </a:lnTo>
                  <a:lnTo>
                    <a:pt x="10390886" y="722506"/>
                  </a:lnTo>
                  <a:lnTo>
                    <a:pt x="10320444" y="724861"/>
                  </a:lnTo>
                  <a:lnTo>
                    <a:pt x="10235462" y="728044"/>
                  </a:lnTo>
                  <a:lnTo>
                    <a:pt x="10139704" y="732092"/>
                  </a:lnTo>
                  <a:lnTo>
                    <a:pt x="10037537" y="737008"/>
                  </a:lnTo>
                  <a:lnTo>
                    <a:pt x="9933211" y="742774"/>
                  </a:lnTo>
                  <a:lnTo>
                    <a:pt x="9830331" y="749372"/>
                  </a:lnTo>
                  <a:lnTo>
                    <a:pt x="9731589" y="756799"/>
                  </a:lnTo>
                  <a:lnTo>
                    <a:pt x="9638726" y="765071"/>
                  </a:lnTo>
                  <a:lnTo>
                    <a:pt x="9552642" y="774240"/>
                  </a:lnTo>
                  <a:lnTo>
                    <a:pt x="9473575" y="784384"/>
                  </a:lnTo>
                  <a:lnTo>
                    <a:pt x="9401286" y="795618"/>
                  </a:lnTo>
                  <a:lnTo>
                    <a:pt x="9335225" y="808083"/>
                  </a:lnTo>
                  <a:lnTo>
                    <a:pt x="9274659" y="821945"/>
                  </a:lnTo>
                  <a:lnTo>
                    <a:pt x="9218765" y="837382"/>
                  </a:lnTo>
                  <a:lnTo>
                    <a:pt x="9166697" y="854569"/>
                  </a:lnTo>
                  <a:lnTo>
                    <a:pt x="9117646" y="873645"/>
                  </a:lnTo>
                  <a:lnTo>
                    <a:pt x="9084767" y="888132"/>
                  </a:lnTo>
                  <a:lnTo>
                    <a:pt x="9034055" y="913235"/>
                  </a:lnTo>
                  <a:lnTo>
                    <a:pt x="8984911" y="940824"/>
                  </a:lnTo>
                  <a:lnTo>
                    <a:pt x="8936758" y="970937"/>
                  </a:lnTo>
                  <a:lnTo>
                    <a:pt x="8889172" y="1003533"/>
                  </a:lnTo>
                  <a:lnTo>
                    <a:pt x="8841850" y="1038483"/>
                  </a:lnTo>
                  <a:lnTo>
                    <a:pt x="8794593" y="1075562"/>
                  </a:lnTo>
                  <a:lnTo>
                    <a:pt x="8747286" y="1114449"/>
                  </a:lnTo>
                  <a:lnTo>
                    <a:pt x="8699887" y="1154738"/>
                  </a:lnTo>
                  <a:lnTo>
                    <a:pt x="8652402" y="1195949"/>
                  </a:lnTo>
                  <a:lnTo>
                    <a:pt x="8604876" y="1237557"/>
                  </a:lnTo>
                  <a:lnTo>
                    <a:pt x="8557367" y="1279011"/>
                  </a:lnTo>
                  <a:lnTo>
                    <a:pt x="8509926" y="1319770"/>
                  </a:lnTo>
                  <a:lnTo>
                    <a:pt x="8462580" y="1359332"/>
                  </a:lnTo>
                  <a:lnTo>
                    <a:pt x="8415311" y="1397256"/>
                  </a:lnTo>
                  <a:lnTo>
                    <a:pt x="8368037" y="1433181"/>
                  </a:lnTo>
                  <a:lnTo>
                    <a:pt x="8320598" y="1466841"/>
                  </a:lnTo>
                  <a:lnTo>
                    <a:pt x="8272741" y="1498063"/>
                  </a:lnTo>
                  <a:lnTo>
                    <a:pt x="8224097" y="1526768"/>
                  </a:lnTo>
                  <a:lnTo>
                    <a:pt x="8174160" y="1552961"/>
                  </a:lnTo>
                  <a:lnTo>
                    <a:pt x="8151487" y="1563767"/>
                  </a:lnTo>
                  <a:lnTo>
                    <a:pt x="8104107" y="1584203"/>
                  </a:lnTo>
                  <a:lnTo>
                    <a:pt x="8054229" y="1602699"/>
                  </a:lnTo>
                  <a:lnTo>
                    <a:pt x="8001096" y="1619342"/>
                  </a:lnTo>
                  <a:lnTo>
                    <a:pt x="7943884" y="1634286"/>
                  </a:lnTo>
                  <a:lnTo>
                    <a:pt x="7881747" y="1647709"/>
                  </a:lnTo>
                  <a:lnTo>
                    <a:pt x="7813882" y="1659786"/>
                  </a:lnTo>
                  <a:lnTo>
                    <a:pt x="7739598" y="1670678"/>
                  </a:lnTo>
                  <a:lnTo>
                    <a:pt x="7658424" y="1680519"/>
                  </a:lnTo>
                  <a:lnTo>
                    <a:pt x="7570247" y="1689410"/>
                  </a:lnTo>
                  <a:lnTo>
                    <a:pt x="7475484" y="1697424"/>
                  </a:lnTo>
                  <a:lnTo>
                    <a:pt x="7375270" y="1704600"/>
                  </a:lnTo>
                  <a:lnTo>
                    <a:pt x="7271627" y="1710950"/>
                  </a:lnTo>
                  <a:lnTo>
                    <a:pt x="7167534" y="1716462"/>
                  </a:lnTo>
                  <a:lnTo>
                    <a:pt x="7066833" y="1721117"/>
                  </a:lnTo>
                  <a:lnTo>
                    <a:pt x="6973873" y="1724903"/>
                  </a:lnTo>
                  <a:lnTo>
                    <a:pt x="6892922" y="1727832"/>
                  </a:lnTo>
                  <a:lnTo>
                    <a:pt x="6827411" y="1729951"/>
                  </a:lnTo>
                  <a:lnTo>
                    <a:pt x="6779218" y="1731352"/>
                  </a:lnTo>
                  <a:lnTo>
                    <a:pt x="6748207" y="1732167"/>
                  </a:lnTo>
                  <a:lnTo>
                    <a:pt x="6732119" y="1732550"/>
                  </a:lnTo>
                  <a:lnTo>
                    <a:pt x="6726768" y="1732667"/>
                  </a:lnTo>
                  <a:lnTo>
                    <a:pt x="6726343" y="1732675"/>
                  </a:lnTo>
                  <a:lnTo>
                    <a:pt x="5254955" y="1732675"/>
                  </a:lnTo>
                  <a:lnTo>
                    <a:pt x="5253753" y="1732633"/>
                  </a:lnTo>
                  <a:lnTo>
                    <a:pt x="5245863" y="1732332"/>
                  </a:lnTo>
                  <a:lnTo>
                    <a:pt x="5226006" y="1731501"/>
                  </a:lnTo>
                  <a:lnTo>
                    <a:pt x="5190587" y="1729865"/>
                  </a:lnTo>
                  <a:lnTo>
                    <a:pt x="5137959" y="1727173"/>
                  </a:lnTo>
                  <a:lnTo>
                    <a:pt x="5068553" y="1723222"/>
                  </a:lnTo>
                  <a:lnTo>
                    <a:pt x="4984672" y="1717876"/>
                  </a:lnTo>
                  <a:lnTo>
                    <a:pt x="4889965" y="1711073"/>
                  </a:lnTo>
                  <a:lnTo>
                    <a:pt x="4788704" y="1702806"/>
                  </a:lnTo>
                  <a:lnTo>
                    <a:pt x="4685080" y="1693101"/>
                  </a:lnTo>
                  <a:lnTo>
                    <a:pt x="4582677" y="1681990"/>
                  </a:lnTo>
                  <a:lnTo>
                    <a:pt x="4484199" y="1669483"/>
                  </a:lnTo>
                  <a:lnTo>
                    <a:pt x="4391422" y="1655552"/>
                  </a:lnTo>
                  <a:lnTo>
                    <a:pt x="4305289" y="1640120"/>
                  </a:lnTo>
                  <a:lnTo>
                    <a:pt x="4226081" y="1623055"/>
                  </a:lnTo>
                  <a:lnTo>
                    <a:pt x="4153603" y="1604172"/>
                  </a:lnTo>
                  <a:lnTo>
                    <a:pt x="4087340" y="1583240"/>
                  </a:lnTo>
                  <a:lnTo>
                    <a:pt x="4026586" y="1559983"/>
                  </a:lnTo>
                  <a:lnTo>
                    <a:pt x="3970541" y="1534104"/>
                  </a:lnTo>
                  <a:lnTo>
                    <a:pt x="3918375" y="1505307"/>
                  </a:lnTo>
                  <a:lnTo>
                    <a:pt x="3869287" y="1473348"/>
                  </a:lnTo>
                  <a:lnTo>
                    <a:pt x="3829811" y="1443896"/>
                  </a:lnTo>
                  <a:lnTo>
                    <a:pt x="3785048" y="1406313"/>
                  </a:lnTo>
                  <a:lnTo>
                    <a:pt x="3741560" y="1365444"/>
                  </a:lnTo>
                  <a:lnTo>
                    <a:pt x="3698933" y="1321227"/>
                  </a:lnTo>
                  <a:lnTo>
                    <a:pt x="3656851" y="1273682"/>
                  </a:lnTo>
                  <a:lnTo>
                    <a:pt x="3615073" y="1222915"/>
                  </a:lnTo>
                  <a:lnTo>
                    <a:pt x="3573428" y="1169129"/>
                  </a:lnTo>
                  <a:lnTo>
                    <a:pt x="3531799" y="1112625"/>
                  </a:lnTo>
                  <a:lnTo>
                    <a:pt x="3490123" y="1053803"/>
                  </a:lnTo>
                  <a:lnTo>
                    <a:pt x="3448373" y="993147"/>
                  </a:lnTo>
                  <a:lnTo>
                    <a:pt x="3406555" y="931217"/>
                  </a:lnTo>
                  <a:lnTo>
                    <a:pt x="3364697" y="868624"/>
                  </a:lnTo>
                  <a:lnTo>
                    <a:pt x="3322838" y="806007"/>
                  </a:lnTo>
                  <a:lnTo>
                    <a:pt x="3281016" y="744008"/>
                  </a:lnTo>
                  <a:lnTo>
                    <a:pt x="3239261" y="683239"/>
                  </a:lnTo>
                  <a:lnTo>
                    <a:pt x="3197580" y="624266"/>
                  </a:lnTo>
                  <a:lnTo>
                    <a:pt x="3155950" y="567579"/>
                  </a:lnTo>
                  <a:lnTo>
                    <a:pt x="3114309" y="513583"/>
                  </a:lnTo>
                  <a:lnTo>
                    <a:pt x="3072545" y="462588"/>
                  </a:lnTo>
                  <a:lnTo>
                    <a:pt x="3030492" y="414803"/>
                  </a:lnTo>
                  <a:lnTo>
                    <a:pt x="2987916" y="370342"/>
                  </a:lnTo>
                  <a:lnTo>
                    <a:pt x="2944503" y="329230"/>
                  </a:lnTo>
                  <a:lnTo>
                    <a:pt x="2899849" y="291411"/>
                  </a:lnTo>
                  <a:lnTo>
                    <a:pt x="2896531" y="288779"/>
                  </a:lnTo>
                  <a:lnTo>
                    <a:pt x="2849469" y="254057"/>
                  </a:lnTo>
                  <a:lnTo>
                    <a:pt x="2799946" y="222610"/>
                  </a:lnTo>
                  <a:lnTo>
                    <a:pt x="2747221" y="194293"/>
                  </a:lnTo>
                  <a:lnTo>
                    <a:pt x="2690486" y="168848"/>
                  </a:lnTo>
                  <a:lnTo>
                    <a:pt x="2628913" y="145979"/>
                  </a:lnTo>
                  <a:lnTo>
                    <a:pt x="2561711" y="125387"/>
                  </a:lnTo>
                  <a:lnTo>
                    <a:pt x="2488197" y="106807"/>
                  </a:lnTo>
                  <a:lnTo>
                    <a:pt x="2407898" y="90011"/>
                  </a:lnTo>
                  <a:lnTo>
                    <a:pt x="2320680" y="74823"/>
                  </a:lnTo>
                  <a:lnTo>
                    <a:pt x="2226920" y="61121"/>
                  </a:lnTo>
                  <a:lnTo>
                    <a:pt x="2127680" y="48835"/>
                  </a:lnTo>
                  <a:lnTo>
                    <a:pt x="2024879" y="37945"/>
                  </a:lnTo>
                  <a:lnTo>
                    <a:pt x="1921370" y="28465"/>
                  </a:lnTo>
                  <a:lnTo>
                    <a:pt x="1820858" y="20428"/>
                  </a:lnTo>
                  <a:lnTo>
                    <a:pt x="1727585" y="13857"/>
                  </a:lnTo>
                  <a:lnTo>
                    <a:pt x="1645776" y="8738"/>
                  </a:lnTo>
                  <a:lnTo>
                    <a:pt x="1578912" y="4997"/>
                  </a:lnTo>
                  <a:lnTo>
                    <a:pt x="1529029" y="2487"/>
                  </a:lnTo>
                  <a:lnTo>
                    <a:pt x="1496232" y="996"/>
                  </a:lnTo>
                  <a:lnTo>
                    <a:pt x="1478552" y="267"/>
                  </a:lnTo>
                  <a:lnTo>
                    <a:pt x="1472111" y="25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41" name="pl141"/>
            <p:cNvSpPr/>
            <p:nvPr/>
          </p:nvSpPr>
          <p:spPr>
            <a:xfrm>
              <a:off x="4799595" y="4309584"/>
              <a:ext cx="11981298" cy="1732675"/>
            </a:xfrm>
            <a:custGeom>
              <a:avLst/>
              <a:pathLst>
                <a:path w="11981298" h="1732675">
                  <a:moveTo>
                    <a:pt x="0" y="0"/>
                  </a:moveTo>
                  <a:lnTo>
                    <a:pt x="1471387" y="0"/>
                  </a:lnTo>
                  <a:lnTo>
                    <a:pt x="1472589" y="42"/>
                  </a:lnTo>
                  <a:lnTo>
                    <a:pt x="1480479" y="342"/>
                  </a:lnTo>
                  <a:lnTo>
                    <a:pt x="1500336" y="1174"/>
                  </a:lnTo>
                  <a:lnTo>
                    <a:pt x="1535756" y="2809"/>
                  </a:lnTo>
                  <a:lnTo>
                    <a:pt x="1588383" y="5502"/>
                  </a:lnTo>
                  <a:lnTo>
                    <a:pt x="1657790" y="9453"/>
                  </a:lnTo>
                  <a:lnTo>
                    <a:pt x="1741671" y="14798"/>
                  </a:lnTo>
                  <a:lnTo>
                    <a:pt x="1836377" y="21602"/>
                  </a:lnTo>
                  <a:lnTo>
                    <a:pt x="1937638" y="29869"/>
                  </a:lnTo>
                  <a:lnTo>
                    <a:pt x="2041262" y="39573"/>
                  </a:lnTo>
                  <a:lnTo>
                    <a:pt x="2143665" y="50684"/>
                  </a:lnTo>
                  <a:lnTo>
                    <a:pt x="2242143" y="63191"/>
                  </a:lnTo>
                  <a:lnTo>
                    <a:pt x="2334920" y="77122"/>
                  </a:lnTo>
                  <a:lnTo>
                    <a:pt x="2421053" y="92555"/>
                  </a:lnTo>
                  <a:lnTo>
                    <a:pt x="2500261" y="109620"/>
                  </a:lnTo>
                  <a:lnTo>
                    <a:pt x="2572739" y="128502"/>
                  </a:lnTo>
                  <a:lnTo>
                    <a:pt x="2639002" y="149435"/>
                  </a:lnTo>
                  <a:lnTo>
                    <a:pt x="2699756" y="172692"/>
                  </a:lnTo>
                  <a:lnTo>
                    <a:pt x="2755801" y="198571"/>
                  </a:lnTo>
                  <a:lnTo>
                    <a:pt x="2807967" y="227368"/>
                  </a:lnTo>
                  <a:lnTo>
                    <a:pt x="2857055" y="259327"/>
                  </a:lnTo>
                  <a:lnTo>
                    <a:pt x="2896531" y="288779"/>
                  </a:lnTo>
                  <a:lnTo>
                    <a:pt x="2941294" y="326362"/>
                  </a:lnTo>
                  <a:lnTo>
                    <a:pt x="2984783" y="367231"/>
                  </a:lnTo>
                  <a:lnTo>
                    <a:pt x="3027409" y="411447"/>
                  </a:lnTo>
                  <a:lnTo>
                    <a:pt x="3069491" y="458993"/>
                  </a:lnTo>
                  <a:lnTo>
                    <a:pt x="3111269" y="509760"/>
                  </a:lnTo>
                  <a:lnTo>
                    <a:pt x="3152915" y="563546"/>
                  </a:lnTo>
                  <a:lnTo>
                    <a:pt x="3194543" y="620049"/>
                  </a:lnTo>
                  <a:lnTo>
                    <a:pt x="3236219" y="678872"/>
                  </a:lnTo>
                  <a:lnTo>
                    <a:pt x="3277969" y="739527"/>
                  </a:lnTo>
                  <a:lnTo>
                    <a:pt x="3319787" y="801458"/>
                  </a:lnTo>
                  <a:lnTo>
                    <a:pt x="3361645" y="864051"/>
                  </a:lnTo>
                  <a:lnTo>
                    <a:pt x="3403504" y="926667"/>
                  </a:lnTo>
                  <a:lnTo>
                    <a:pt x="3445326" y="988667"/>
                  </a:lnTo>
                  <a:lnTo>
                    <a:pt x="3487081" y="1049435"/>
                  </a:lnTo>
                  <a:lnTo>
                    <a:pt x="3528763" y="1108409"/>
                  </a:lnTo>
                  <a:lnTo>
                    <a:pt x="3570392" y="1165096"/>
                  </a:lnTo>
                  <a:lnTo>
                    <a:pt x="3612034" y="1219092"/>
                  </a:lnTo>
                  <a:lnTo>
                    <a:pt x="3653797" y="1270087"/>
                  </a:lnTo>
                  <a:lnTo>
                    <a:pt x="3695850" y="1317872"/>
                  </a:lnTo>
                  <a:lnTo>
                    <a:pt x="3738427" y="1362333"/>
                  </a:lnTo>
                  <a:lnTo>
                    <a:pt x="3781839" y="1403445"/>
                  </a:lnTo>
                  <a:lnTo>
                    <a:pt x="3826493" y="1441264"/>
                  </a:lnTo>
                  <a:lnTo>
                    <a:pt x="3829811" y="1443896"/>
                  </a:lnTo>
                  <a:lnTo>
                    <a:pt x="3876873" y="1478617"/>
                  </a:lnTo>
                  <a:lnTo>
                    <a:pt x="3926396" y="1510064"/>
                  </a:lnTo>
                  <a:lnTo>
                    <a:pt x="3979121" y="1538382"/>
                  </a:lnTo>
                  <a:lnTo>
                    <a:pt x="4035856" y="1563826"/>
                  </a:lnTo>
                  <a:lnTo>
                    <a:pt x="4097429" y="1586696"/>
                  </a:lnTo>
                  <a:lnTo>
                    <a:pt x="4164631" y="1607287"/>
                  </a:lnTo>
                  <a:lnTo>
                    <a:pt x="4238145" y="1625868"/>
                  </a:lnTo>
                  <a:lnTo>
                    <a:pt x="4318445" y="1642664"/>
                  </a:lnTo>
                  <a:lnTo>
                    <a:pt x="4405662" y="1657852"/>
                  </a:lnTo>
                  <a:lnTo>
                    <a:pt x="4499423" y="1671554"/>
                  </a:lnTo>
                  <a:lnTo>
                    <a:pt x="4598662" y="1683840"/>
                  </a:lnTo>
                  <a:lnTo>
                    <a:pt x="4701463" y="1694730"/>
                  </a:lnTo>
                  <a:lnTo>
                    <a:pt x="4804972" y="1704209"/>
                  </a:lnTo>
                  <a:lnTo>
                    <a:pt x="4905484" y="1712246"/>
                  </a:lnTo>
                  <a:lnTo>
                    <a:pt x="4998757" y="1718817"/>
                  </a:lnTo>
                  <a:lnTo>
                    <a:pt x="5080566" y="1723936"/>
                  </a:lnTo>
                  <a:lnTo>
                    <a:pt x="5147430" y="1727678"/>
                  </a:lnTo>
                  <a:lnTo>
                    <a:pt x="5197313" y="1730188"/>
                  </a:lnTo>
                  <a:lnTo>
                    <a:pt x="5230110" y="1731679"/>
                  </a:lnTo>
                  <a:lnTo>
                    <a:pt x="5247790" y="1732408"/>
                  </a:lnTo>
                  <a:lnTo>
                    <a:pt x="5254232" y="1732650"/>
                  </a:lnTo>
                  <a:lnTo>
                    <a:pt x="5254955" y="1732675"/>
                  </a:lnTo>
                  <a:lnTo>
                    <a:pt x="6726343" y="1732675"/>
                  </a:lnTo>
                  <a:lnTo>
                    <a:pt x="6727568" y="1732650"/>
                  </a:lnTo>
                  <a:lnTo>
                    <a:pt x="6735609" y="1732471"/>
                  </a:lnTo>
                  <a:lnTo>
                    <a:pt x="6755833" y="1731975"/>
                  </a:lnTo>
                  <a:lnTo>
                    <a:pt x="6791876" y="1730999"/>
                  </a:lnTo>
                  <a:lnTo>
                    <a:pt x="6845368" y="1729393"/>
                  </a:lnTo>
                  <a:lnTo>
                    <a:pt x="6915809" y="1727038"/>
                  </a:lnTo>
                  <a:lnTo>
                    <a:pt x="7000791" y="1723854"/>
                  </a:lnTo>
                  <a:lnTo>
                    <a:pt x="7096549" y="1719806"/>
                  </a:lnTo>
                  <a:lnTo>
                    <a:pt x="7198716" y="1714891"/>
                  </a:lnTo>
                  <a:lnTo>
                    <a:pt x="7303042" y="1709125"/>
                  </a:lnTo>
                  <a:lnTo>
                    <a:pt x="7405922" y="1702526"/>
                  </a:lnTo>
                  <a:lnTo>
                    <a:pt x="7504665" y="1695100"/>
                  </a:lnTo>
                  <a:lnTo>
                    <a:pt x="7597527" y="1686827"/>
                  </a:lnTo>
                  <a:lnTo>
                    <a:pt x="7683611" y="1677659"/>
                  </a:lnTo>
                  <a:lnTo>
                    <a:pt x="7762679" y="1667514"/>
                  </a:lnTo>
                  <a:lnTo>
                    <a:pt x="7834968" y="1656281"/>
                  </a:lnTo>
                  <a:lnTo>
                    <a:pt x="7901028" y="1643815"/>
                  </a:lnTo>
                  <a:lnTo>
                    <a:pt x="7961594" y="1629954"/>
                  </a:lnTo>
                  <a:lnTo>
                    <a:pt x="8017488" y="1614516"/>
                  </a:lnTo>
                  <a:lnTo>
                    <a:pt x="8069556" y="1597329"/>
                  </a:lnTo>
                  <a:lnTo>
                    <a:pt x="8118607" y="1578254"/>
                  </a:lnTo>
                  <a:lnTo>
                    <a:pt x="8151487" y="1563767"/>
                  </a:lnTo>
                  <a:lnTo>
                    <a:pt x="8202198" y="1538663"/>
                  </a:lnTo>
                  <a:lnTo>
                    <a:pt x="8251343" y="1511075"/>
                  </a:lnTo>
                  <a:lnTo>
                    <a:pt x="8299495" y="1480962"/>
                  </a:lnTo>
                  <a:lnTo>
                    <a:pt x="8347082" y="1448365"/>
                  </a:lnTo>
                  <a:lnTo>
                    <a:pt x="8394403" y="1413415"/>
                  </a:lnTo>
                  <a:lnTo>
                    <a:pt x="8441661" y="1376337"/>
                  </a:lnTo>
                  <a:lnTo>
                    <a:pt x="8488967" y="1337449"/>
                  </a:lnTo>
                  <a:lnTo>
                    <a:pt x="8536367" y="1297161"/>
                  </a:lnTo>
                  <a:lnTo>
                    <a:pt x="8583851" y="1255949"/>
                  </a:lnTo>
                  <a:lnTo>
                    <a:pt x="8631377" y="1214342"/>
                  </a:lnTo>
                  <a:lnTo>
                    <a:pt x="8678886" y="1172888"/>
                  </a:lnTo>
                  <a:lnTo>
                    <a:pt x="8726327" y="1132128"/>
                  </a:lnTo>
                  <a:lnTo>
                    <a:pt x="8773673" y="1092566"/>
                  </a:lnTo>
                  <a:lnTo>
                    <a:pt x="8820942" y="1054643"/>
                  </a:lnTo>
                  <a:lnTo>
                    <a:pt x="8868216" y="1018717"/>
                  </a:lnTo>
                  <a:lnTo>
                    <a:pt x="8915655" y="985058"/>
                  </a:lnTo>
                  <a:lnTo>
                    <a:pt x="8963512" y="953836"/>
                  </a:lnTo>
                  <a:lnTo>
                    <a:pt x="9012157" y="925131"/>
                  </a:lnTo>
                  <a:lnTo>
                    <a:pt x="9062093" y="898937"/>
                  </a:lnTo>
                  <a:lnTo>
                    <a:pt x="9084767" y="888132"/>
                  </a:lnTo>
                  <a:lnTo>
                    <a:pt x="9132146" y="867696"/>
                  </a:lnTo>
                  <a:lnTo>
                    <a:pt x="9182025" y="849200"/>
                  </a:lnTo>
                  <a:lnTo>
                    <a:pt x="9235157" y="832557"/>
                  </a:lnTo>
                  <a:lnTo>
                    <a:pt x="9292370" y="817613"/>
                  </a:lnTo>
                  <a:lnTo>
                    <a:pt x="9354506" y="804190"/>
                  </a:lnTo>
                  <a:lnTo>
                    <a:pt x="9422371" y="792112"/>
                  </a:lnTo>
                  <a:lnTo>
                    <a:pt x="9496655" y="781220"/>
                  </a:lnTo>
                  <a:lnTo>
                    <a:pt x="9577829" y="771380"/>
                  </a:lnTo>
                  <a:lnTo>
                    <a:pt x="9666006" y="762489"/>
                  </a:lnTo>
                  <a:lnTo>
                    <a:pt x="9760770" y="754474"/>
                  </a:lnTo>
                  <a:lnTo>
                    <a:pt x="9860983" y="747298"/>
                  </a:lnTo>
                  <a:lnTo>
                    <a:pt x="9964627" y="740949"/>
                  </a:lnTo>
                  <a:lnTo>
                    <a:pt x="10068719" y="735437"/>
                  </a:lnTo>
                  <a:lnTo>
                    <a:pt x="10169421" y="730781"/>
                  </a:lnTo>
                  <a:lnTo>
                    <a:pt x="10262380" y="726995"/>
                  </a:lnTo>
                  <a:lnTo>
                    <a:pt x="10343331" y="724067"/>
                  </a:lnTo>
                  <a:lnTo>
                    <a:pt x="10408843" y="721948"/>
                  </a:lnTo>
                  <a:lnTo>
                    <a:pt x="10457036" y="720546"/>
                  </a:lnTo>
                  <a:lnTo>
                    <a:pt x="10488047" y="719731"/>
                  </a:lnTo>
                  <a:lnTo>
                    <a:pt x="10504134" y="719348"/>
                  </a:lnTo>
                  <a:lnTo>
                    <a:pt x="10509485" y="719232"/>
                  </a:lnTo>
                  <a:lnTo>
                    <a:pt x="10509911" y="719223"/>
                  </a:lnTo>
                  <a:lnTo>
                    <a:pt x="11981298" y="71922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2" name="pl142"/>
            <p:cNvSpPr/>
            <p:nvPr/>
          </p:nvSpPr>
          <p:spPr>
            <a:xfrm>
              <a:off x="4799595" y="4293238"/>
              <a:ext cx="11981298" cy="1732675"/>
            </a:xfrm>
            <a:custGeom>
              <a:avLst/>
              <a:pathLst>
                <a:path w="11981298" h="1732675">
                  <a:moveTo>
                    <a:pt x="11981298" y="719223"/>
                  </a:moveTo>
                  <a:lnTo>
                    <a:pt x="10509911" y="719223"/>
                  </a:lnTo>
                  <a:lnTo>
                    <a:pt x="10508685" y="719249"/>
                  </a:lnTo>
                  <a:lnTo>
                    <a:pt x="10500644" y="719428"/>
                  </a:lnTo>
                  <a:lnTo>
                    <a:pt x="10480421" y="719924"/>
                  </a:lnTo>
                  <a:lnTo>
                    <a:pt x="10444378" y="720900"/>
                  </a:lnTo>
                  <a:lnTo>
                    <a:pt x="10390886" y="722506"/>
                  </a:lnTo>
                  <a:lnTo>
                    <a:pt x="10320444" y="724861"/>
                  </a:lnTo>
                  <a:lnTo>
                    <a:pt x="10235462" y="728044"/>
                  </a:lnTo>
                  <a:lnTo>
                    <a:pt x="10139704" y="732092"/>
                  </a:lnTo>
                  <a:lnTo>
                    <a:pt x="10037537" y="737008"/>
                  </a:lnTo>
                  <a:lnTo>
                    <a:pt x="9933211" y="742774"/>
                  </a:lnTo>
                  <a:lnTo>
                    <a:pt x="9830331" y="749372"/>
                  </a:lnTo>
                  <a:lnTo>
                    <a:pt x="9731589" y="756799"/>
                  </a:lnTo>
                  <a:lnTo>
                    <a:pt x="9638726" y="765071"/>
                  </a:lnTo>
                  <a:lnTo>
                    <a:pt x="9552642" y="774240"/>
                  </a:lnTo>
                  <a:lnTo>
                    <a:pt x="9473575" y="784384"/>
                  </a:lnTo>
                  <a:lnTo>
                    <a:pt x="9401286" y="795618"/>
                  </a:lnTo>
                  <a:lnTo>
                    <a:pt x="9335225" y="808083"/>
                  </a:lnTo>
                  <a:lnTo>
                    <a:pt x="9274659" y="821945"/>
                  </a:lnTo>
                  <a:lnTo>
                    <a:pt x="9218765" y="837382"/>
                  </a:lnTo>
                  <a:lnTo>
                    <a:pt x="9166697" y="854569"/>
                  </a:lnTo>
                  <a:lnTo>
                    <a:pt x="9117646" y="873645"/>
                  </a:lnTo>
                  <a:lnTo>
                    <a:pt x="9084767" y="888132"/>
                  </a:lnTo>
                  <a:lnTo>
                    <a:pt x="9034055" y="913235"/>
                  </a:lnTo>
                  <a:lnTo>
                    <a:pt x="8984911" y="940824"/>
                  </a:lnTo>
                  <a:lnTo>
                    <a:pt x="8936758" y="970937"/>
                  </a:lnTo>
                  <a:lnTo>
                    <a:pt x="8889172" y="1003533"/>
                  </a:lnTo>
                  <a:lnTo>
                    <a:pt x="8841850" y="1038483"/>
                  </a:lnTo>
                  <a:lnTo>
                    <a:pt x="8794593" y="1075562"/>
                  </a:lnTo>
                  <a:lnTo>
                    <a:pt x="8747286" y="1114449"/>
                  </a:lnTo>
                  <a:lnTo>
                    <a:pt x="8699887" y="1154738"/>
                  </a:lnTo>
                  <a:lnTo>
                    <a:pt x="8652402" y="1195949"/>
                  </a:lnTo>
                  <a:lnTo>
                    <a:pt x="8604876" y="1237557"/>
                  </a:lnTo>
                  <a:lnTo>
                    <a:pt x="8557367" y="1279011"/>
                  </a:lnTo>
                  <a:lnTo>
                    <a:pt x="8509926" y="1319770"/>
                  </a:lnTo>
                  <a:lnTo>
                    <a:pt x="8462580" y="1359332"/>
                  </a:lnTo>
                  <a:lnTo>
                    <a:pt x="8415311" y="1397256"/>
                  </a:lnTo>
                  <a:lnTo>
                    <a:pt x="8368037" y="1433181"/>
                  </a:lnTo>
                  <a:lnTo>
                    <a:pt x="8320598" y="1466841"/>
                  </a:lnTo>
                  <a:lnTo>
                    <a:pt x="8272741" y="1498063"/>
                  </a:lnTo>
                  <a:lnTo>
                    <a:pt x="8224097" y="1526768"/>
                  </a:lnTo>
                  <a:lnTo>
                    <a:pt x="8174160" y="1552961"/>
                  </a:lnTo>
                  <a:lnTo>
                    <a:pt x="8151487" y="1563767"/>
                  </a:lnTo>
                  <a:lnTo>
                    <a:pt x="8104107" y="1584203"/>
                  </a:lnTo>
                  <a:lnTo>
                    <a:pt x="8054229" y="1602699"/>
                  </a:lnTo>
                  <a:lnTo>
                    <a:pt x="8001096" y="1619342"/>
                  </a:lnTo>
                  <a:lnTo>
                    <a:pt x="7943884" y="1634286"/>
                  </a:lnTo>
                  <a:lnTo>
                    <a:pt x="7881747" y="1647709"/>
                  </a:lnTo>
                  <a:lnTo>
                    <a:pt x="7813882" y="1659786"/>
                  </a:lnTo>
                  <a:lnTo>
                    <a:pt x="7739598" y="1670678"/>
                  </a:lnTo>
                  <a:lnTo>
                    <a:pt x="7658424" y="1680519"/>
                  </a:lnTo>
                  <a:lnTo>
                    <a:pt x="7570247" y="1689410"/>
                  </a:lnTo>
                  <a:lnTo>
                    <a:pt x="7475484" y="1697424"/>
                  </a:lnTo>
                  <a:lnTo>
                    <a:pt x="7375270" y="1704600"/>
                  </a:lnTo>
                  <a:lnTo>
                    <a:pt x="7271627" y="1710950"/>
                  </a:lnTo>
                  <a:lnTo>
                    <a:pt x="7167534" y="1716462"/>
                  </a:lnTo>
                  <a:lnTo>
                    <a:pt x="7066833" y="1721117"/>
                  </a:lnTo>
                  <a:lnTo>
                    <a:pt x="6973873" y="1724903"/>
                  </a:lnTo>
                  <a:lnTo>
                    <a:pt x="6892922" y="1727832"/>
                  </a:lnTo>
                  <a:lnTo>
                    <a:pt x="6827411" y="1729951"/>
                  </a:lnTo>
                  <a:lnTo>
                    <a:pt x="6779218" y="1731352"/>
                  </a:lnTo>
                  <a:lnTo>
                    <a:pt x="6748207" y="1732167"/>
                  </a:lnTo>
                  <a:lnTo>
                    <a:pt x="6732119" y="1732550"/>
                  </a:lnTo>
                  <a:lnTo>
                    <a:pt x="6726768" y="1732667"/>
                  </a:lnTo>
                  <a:lnTo>
                    <a:pt x="6726343" y="1732675"/>
                  </a:lnTo>
                  <a:lnTo>
                    <a:pt x="5254955" y="1732675"/>
                  </a:lnTo>
                  <a:lnTo>
                    <a:pt x="5253753" y="1732633"/>
                  </a:lnTo>
                  <a:lnTo>
                    <a:pt x="5245863" y="1732332"/>
                  </a:lnTo>
                  <a:lnTo>
                    <a:pt x="5226006" y="1731501"/>
                  </a:lnTo>
                  <a:lnTo>
                    <a:pt x="5190587" y="1729865"/>
                  </a:lnTo>
                  <a:lnTo>
                    <a:pt x="5137959" y="1727173"/>
                  </a:lnTo>
                  <a:lnTo>
                    <a:pt x="5068553" y="1723222"/>
                  </a:lnTo>
                  <a:lnTo>
                    <a:pt x="4984672" y="1717876"/>
                  </a:lnTo>
                  <a:lnTo>
                    <a:pt x="4889965" y="1711073"/>
                  </a:lnTo>
                  <a:lnTo>
                    <a:pt x="4788704" y="1702806"/>
                  </a:lnTo>
                  <a:lnTo>
                    <a:pt x="4685080" y="1693101"/>
                  </a:lnTo>
                  <a:lnTo>
                    <a:pt x="4582677" y="1681990"/>
                  </a:lnTo>
                  <a:lnTo>
                    <a:pt x="4484199" y="1669483"/>
                  </a:lnTo>
                  <a:lnTo>
                    <a:pt x="4391422" y="1655552"/>
                  </a:lnTo>
                  <a:lnTo>
                    <a:pt x="4305289" y="1640120"/>
                  </a:lnTo>
                  <a:lnTo>
                    <a:pt x="4226081" y="1623055"/>
                  </a:lnTo>
                  <a:lnTo>
                    <a:pt x="4153603" y="1604172"/>
                  </a:lnTo>
                  <a:lnTo>
                    <a:pt x="4087340" y="1583240"/>
                  </a:lnTo>
                  <a:lnTo>
                    <a:pt x="4026586" y="1559983"/>
                  </a:lnTo>
                  <a:lnTo>
                    <a:pt x="3970541" y="1534104"/>
                  </a:lnTo>
                  <a:lnTo>
                    <a:pt x="3918375" y="1505307"/>
                  </a:lnTo>
                  <a:lnTo>
                    <a:pt x="3869287" y="1473348"/>
                  </a:lnTo>
                  <a:lnTo>
                    <a:pt x="3829811" y="1443896"/>
                  </a:lnTo>
                  <a:lnTo>
                    <a:pt x="3785048" y="1406313"/>
                  </a:lnTo>
                  <a:lnTo>
                    <a:pt x="3741560" y="1365444"/>
                  </a:lnTo>
                  <a:lnTo>
                    <a:pt x="3698933" y="1321227"/>
                  </a:lnTo>
                  <a:lnTo>
                    <a:pt x="3656851" y="1273682"/>
                  </a:lnTo>
                  <a:lnTo>
                    <a:pt x="3615073" y="1222915"/>
                  </a:lnTo>
                  <a:lnTo>
                    <a:pt x="3573428" y="1169129"/>
                  </a:lnTo>
                  <a:lnTo>
                    <a:pt x="3531799" y="1112625"/>
                  </a:lnTo>
                  <a:lnTo>
                    <a:pt x="3490123" y="1053803"/>
                  </a:lnTo>
                  <a:lnTo>
                    <a:pt x="3448373" y="993147"/>
                  </a:lnTo>
                  <a:lnTo>
                    <a:pt x="3406555" y="931217"/>
                  </a:lnTo>
                  <a:lnTo>
                    <a:pt x="3364697" y="868624"/>
                  </a:lnTo>
                  <a:lnTo>
                    <a:pt x="3322838" y="806007"/>
                  </a:lnTo>
                  <a:lnTo>
                    <a:pt x="3281016" y="744008"/>
                  </a:lnTo>
                  <a:lnTo>
                    <a:pt x="3239261" y="683239"/>
                  </a:lnTo>
                  <a:lnTo>
                    <a:pt x="3197580" y="624266"/>
                  </a:lnTo>
                  <a:lnTo>
                    <a:pt x="3155950" y="567579"/>
                  </a:lnTo>
                  <a:lnTo>
                    <a:pt x="3114309" y="513583"/>
                  </a:lnTo>
                  <a:lnTo>
                    <a:pt x="3072545" y="462588"/>
                  </a:lnTo>
                  <a:lnTo>
                    <a:pt x="3030492" y="414803"/>
                  </a:lnTo>
                  <a:lnTo>
                    <a:pt x="2987916" y="370342"/>
                  </a:lnTo>
                  <a:lnTo>
                    <a:pt x="2944503" y="329230"/>
                  </a:lnTo>
                  <a:lnTo>
                    <a:pt x="2899849" y="291411"/>
                  </a:lnTo>
                  <a:lnTo>
                    <a:pt x="2896531" y="288779"/>
                  </a:lnTo>
                  <a:lnTo>
                    <a:pt x="2849469" y="254057"/>
                  </a:lnTo>
                  <a:lnTo>
                    <a:pt x="2799946" y="222610"/>
                  </a:lnTo>
                  <a:lnTo>
                    <a:pt x="2747221" y="194293"/>
                  </a:lnTo>
                  <a:lnTo>
                    <a:pt x="2690486" y="168848"/>
                  </a:lnTo>
                  <a:lnTo>
                    <a:pt x="2628913" y="145979"/>
                  </a:lnTo>
                  <a:lnTo>
                    <a:pt x="2561711" y="125387"/>
                  </a:lnTo>
                  <a:lnTo>
                    <a:pt x="2488197" y="106807"/>
                  </a:lnTo>
                  <a:lnTo>
                    <a:pt x="2407898" y="90011"/>
                  </a:lnTo>
                  <a:lnTo>
                    <a:pt x="2320680" y="74823"/>
                  </a:lnTo>
                  <a:lnTo>
                    <a:pt x="2226920" y="61121"/>
                  </a:lnTo>
                  <a:lnTo>
                    <a:pt x="2127680" y="48835"/>
                  </a:lnTo>
                  <a:lnTo>
                    <a:pt x="2024879" y="37945"/>
                  </a:lnTo>
                  <a:lnTo>
                    <a:pt x="1921370" y="28465"/>
                  </a:lnTo>
                  <a:lnTo>
                    <a:pt x="1820858" y="20428"/>
                  </a:lnTo>
                  <a:lnTo>
                    <a:pt x="1727585" y="13857"/>
                  </a:lnTo>
                  <a:lnTo>
                    <a:pt x="1645776" y="8738"/>
                  </a:lnTo>
                  <a:lnTo>
                    <a:pt x="1578912" y="4997"/>
                  </a:lnTo>
                  <a:lnTo>
                    <a:pt x="1529029" y="2487"/>
                  </a:lnTo>
                  <a:lnTo>
                    <a:pt x="1496232" y="996"/>
                  </a:lnTo>
                  <a:lnTo>
                    <a:pt x="1478552" y="267"/>
                  </a:lnTo>
                  <a:lnTo>
                    <a:pt x="1472111" y="25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3" name="pg143"/>
            <p:cNvSpPr/>
            <p:nvPr/>
          </p:nvSpPr>
          <p:spPr>
            <a:xfrm>
              <a:off x="4799595" y="4309584"/>
              <a:ext cx="11981298" cy="1765367"/>
            </a:xfrm>
            <a:custGeom>
              <a:avLst/>
              <a:pathLst>
                <a:path w="11981298" h="1765367">
                  <a:moveTo>
                    <a:pt x="0" y="16345"/>
                  </a:moveTo>
                  <a:lnTo>
                    <a:pt x="1471387" y="16345"/>
                  </a:lnTo>
                  <a:lnTo>
                    <a:pt x="1472588" y="16388"/>
                  </a:lnTo>
                  <a:lnTo>
                    <a:pt x="1480474" y="16691"/>
                  </a:lnTo>
                  <a:lnTo>
                    <a:pt x="1500321" y="17530"/>
                  </a:lnTo>
                  <a:lnTo>
                    <a:pt x="1535723" y="19180"/>
                  </a:lnTo>
                  <a:lnTo>
                    <a:pt x="1588326" y="21896"/>
                  </a:lnTo>
                  <a:lnTo>
                    <a:pt x="1657703" y="25883"/>
                  </a:lnTo>
                  <a:lnTo>
                    <a:pt x="1741553" y="31276"/>
                  </a:lnTo>
                  <a:lnTo>
                    <a:pt x="1836230" y="38140"/>
                  </a:lnTo>
                  <a:lnTo>
                    <a:pt x="1937464" y="46481"/>
                  </a:lnTo>
                  <a:lnTo>
                    <a:pt x="2041068" y="56273"/>
                  </a:lnTo>
                  <a:lnTo>
                    <a:pt x="2143458" y="67484"/>
                  </a:lnTo>
                  <a:lnTo>
                    <a:pt x="2241928" y="80103"/>
                  </a:lnTo>
                  <a:lnTo>
                    <a:pt x="2334702" y="94160"/>
                  </a:lnTo>
                  <a:lnTo>
                    <a:pt x="2420837" y="109731"/>
                  </a:lnTo>
                  <a:lnTo>
                    <a:pt x="2500048" y="126950"/>
                  </a:lnTo>
                  <a:lnTo>
                    <a:pt x="2572532" y="146001"/>
                  </a:lnTo>
                  <a:lnTo>
                    <a:pt x="2638801" y="167120"/>
                  </a:lnTo>
                  <a:lnTo>
                    <a:pt x="2699560" y="190584"/>
                  </a:lnTo>
                  <a:lnTo>
                    <a:pt x="2755610" y="216692"/>
                  </a:lnTo>
                  <a:lnTo>
                    <a:pt x="2807779" y="245744"/>
                  </a:lnTo>
                  <a:lnTo>
                    <a:pt x="2856868" y="277986"/>
                  </a:lnTo>
                  <a:lnTo>
                    <a:pt x="2896531" y="307849"/>
                  </a:lnTo>
                  <a:lnTo>
                    <a:pt x="2941169" y="345674"/>
                  </a:lnTo>
                  <a:lnTo>
                    <a:pt x="2984538" y="386797"/>
                  </a:lnTo>
                  <a:lnTo>
                    <a:pt x="3027047" y="431279"/>
                  </a:lnTo>
                  <a:lnTo>
                    <a:pt x="3069014" y="479104"/>
                  </a:lnTo>
                  <a:lnTo>
                    <a:pt x="3110675" y="530163"/>
                  </a:lnTo>
                  <a:lnTo>
                    <a:pt x="3152204" y="584257"/>
                  </a:lnTo>
                  <a:lnTo>
                    <a:pt x="3193713" y="641084"/>
                  </a:lnTo>
                  <a:lnTo>
                    <a:pt x="3235269" y="700247"/>
                  </a:lnTo>
                  <a:lnTo>
                    <a:pt x="3276898" y="761263"/>
                  </a:lnTo>
                  <a:lnTo>
                    <a:pt x="3318595" y="823572"/>
                  </a:lnTo>
                  <a:lnTo>
                    <a:pt x="3360334" y="886566"/>
                  </a:lnTo>
                  <a:lnTo>
                    <a:pt x="3402074" y="949603"/>
                  </a:lnTo>
                  <a:lnTo>
                    <a:pt x="3443779" y="1012042"/>
                  </a:lnTo>
                  <a:lnTo>
                    <a:pt x="3485418" y="1073268"/>
                  </a:lnTo>
                  <a:lnTo>
                    <a:pt x="3526984" y="1132713"/>
                  </a:lnTo>
                  <a:lnTo>
                    <a:pt x="3568497" y="1189883"/>
                  </a:lnTo>
                  <a:lnTo>
                    <a:pt x="3610016" y="1244368"/>
                  </a:lnTo>
                  <a:lnTo>
                    <a:pt x="3651651" y="1295854"/>
                  </a:lnTo>
                  <a:lnTo>
                    <a:pt x="3693564" y="1344127"/>
                  </a:lnTo>
                  <a:lnTo>
                    <a:pt x="3735983" y="1389066"/>
                  </a:lnTo>
                  <a:lnTo>
                    <a:pt x="3779213" y="1430644"/>
                  </a:lnTo>
                  <a:lnTo>
                    <a:pt x="3823651" y="1468911"/>
                  </a:lnTo>
                  <a:lnTo>
                    <a:pt x="3829811" y="1473864"/>
                  </a:lnTo>
                  <a:lnTo>
                    <a:pt x="3876864" y="1508906"/>
                  </a:lnTo>
                  <a:lnTo>
                    <a:pt x="3926377" y="1540645"/>
                  </a:lnTo>
                  <a:lnTo>
                    <a:pt x="3979090" y="1569225"/>
                  </a:lnTo>
                  <a:lnTo>
                    <a:pt x="4035812" y="1594907"/>
                  </a:lnTo>
                  <a:lnTo>
                    <a:pt x="4097369" y="1617990"/>
                  </a:lnTo>
                  <a:lnTo>
                    <a:pt x="4164552" y="1638774"/>
                  </a:lnTo>
                  <a:lnTo>
                    <a:pt x="4238045" y="1657529"/>
                  </a:lnTo>
                  <a:lnTo>
                    <a:pt x="4318319" y="1674483"/>
                  </a:lnTo>
                  <a:lnTo>
                    <a:pt x="4405510" y="1689814"/>
                  </a:lnTo>
                  <a:lnTo>
                    <a:pt x="4499242" y="1703645"/>
                  </a:lnTo>
                  <a:lnTo>
                    <a:pt x="4598454" y="1716047"/>
                  </a:lnTo>
                  <a:lnTo>
                    <a:pt x="4701230" y="1727041"/>
                  </a:lnTo>
                  <a:lnTo>
                    <a:pt x="4804722" y="1736611"/>
                  </a:lnTo>
                  <a:lnTo>
                    <a:pt x="4905229" y="1744726"/>
                  </a:lnTo>
                  <a:lnTo>
                    <a:pt x="4998510" y="1751362"/>
                  </a:lnTo>
                  <a:lnTo>
                    <a:pt x="5080342" y="1756533"/>
                  </a:lnTo>
                  <a:lnTo>
                    <a:pt x="5147244" y="1760313"/>
                  </a:lnTo>
                  <a:lnTo>
                    <a:pt x="5197175" y="1762850"/>
                  </a:lnTo>
                  <a:lnTo>
                    <a:pt x="5230022" y="1764358"/>
                  </a:lnTo>
                  <a:lnTo>
                    <a:pt x="5247747" y="1765096"/>
                  </a:lnTo>
                  <a:lnTo>
                    <a:pt x="5254222" y="1765341"/>
                  </a:lnTo>
                  <a:lnTo>
                    <a:pt x="5254955" y="1765367"/>
                  </a:lnTo>
                  <a:lnTo>
                    <a:pt x="6726343" y="1765367"/>
                  </a:lnTo>
                  <a:lnTo>
                    <a:pt x="6727575" y="1765351"/>
                  </a:lnTo>
                  <a:lnTo>
                    <a:pt x="6735663" y="1765234"/>
                  </a:lnTo>
                  <a:lnTo>
                    <a:pt x="6756002" y="1764912"/>
                  </a:lnTo>
                  <a:lnTo>
                    <a:pt x="6792239" y="1764279"/>
                  </a:lnTo>
                  <a:lnTo>
                    <a:pt x="6846001" y="1763237"/>
                  </a:lnTo>
                  <a:lnTo>
                    <a:pt x="6916764" y="1761708"/>
                  </a:lnTo>
                  <a:lnTo>
                    <a:pt x="7002087" y="1759643"/>
                  </a:lnTo>
                  <a:lnTo>
                    <a:pt x="7098171" y="1757018"/>
                  </a:lnTo>
                  <a:lnTo>
                    <a:pt x="7200617" y="1753830"/>
                  </a:lnTo>
                  <a:lnTo>
                    <a:pt x="7305158" y="1750092"/>
                  </a:lnTo>
                  <a:lnTo>
                    <a:pt x="7408183" y="1745815"/>
                  </a:lnTo>
                  <a:lnTo>
                    <a:pt x="7507004" y="1741002"/>
                  </a:lnTo>
                  <a:lnTo>
                    <a:pt x="7599891" y="1735639"/>
                  </a:lnTo>
                  <a:lnTo>
                    <a:pt x="7685957" y="1729696"/>
                  </a:lnTo>
                  <a:lnTo>
                    <a:pt x="7764980" y="1723118"/>
                  </a:lnTo>
                  <a:lnTo>
                    <a:pt x="7837210" y="1715832"/>
                  </a:lnTo>
                  <a:lnTo>
                    <a:pt x="7903207" y="1707745"/>
                  </a:lnTo>
                  <a:lnTo>
                    <a:pt x="7963715" y="1698749"/>
                  </a:lnTo>
                  <a:lnTo>
                    <a:pt x="8019564" y="1688729"/>
                  </a:lnTo>
                  <a:lnTo>
                    <a:pt x="8071603" y="1677571"/>
                  </a:lnTo>
                  <a:lnTo>
                    <a:pt x="8120645" y="1665187"/>
                  </a:lnTo>
                  <a:lnTo>
                    <a:pt x="8151487" y="1656394"/>
                  </a:lnTo>
                  <a:lnTo>
                    <a:pt x="8205066" y="1639217"/>
                  </a:lnTo>
                  <a:lnTo>
                    <a:pt x="8256933" y="1620244"/>
                  </a:lnTo>
                  <a:lnTo>
                    <a:pt x="8307751" y="1599449"/>
                  </a:lnTo>
                  <a:lnTo>
                    <a:pt x="8358002" y="1576875"/>
                  </a:lnTo>
                  <a:lnTo>
                    <a:pt x="8408017" y="1552634"/>
                  </a:lnTo>
                  <a:lnTo>
                    <a:pt x="8458005" y="1526918"/>
                  </a:lnTo>
                  <a:lnTo>
                    <a:pt x="8508072" y="1499992"/>
                  </a:lnTo>
                  <a:lnTo>
                    <a:pt x="8558245" y="1472189"/>
                  </a:lnTo>
                  <a:lnTo>
                    <a:pt x="8608493" y="1443892"/>
                  </a:lnTo>
                  <a:lnTo>
                    <a:pt x="8658755" y="1415515"/>
                  </a:lnTo>
                  <a:lnTo>
                    <a:pt x="8708963" y="1387475"/>
                  </a:lnTo>
                  <a:lnTo>
                    <a:pt x="8759071" y="1360170"/>
                  </a:lnTo>
                  <a:lnTo>
                    <a:pt x="8809082" y="1333955"/>
                  </a:lnTo>
                  <a:lnTo>
                    <a:pt x="8859068" y="1309122"/>
                  </a:lnTo>
                  <a:lnTo>
                    <a:pt x="8909196" y="1285891"/>
                  </a:lnTo>
                  <a:lnTo>
                    <a:pt x="8959749" y="1264406"/>
                  </a:lnTo>
                  <a:lnTo>
                    <a:pt x="9011147" y="1244735"/>
                  </a:lnTo>
                  <a:lnTo>
                    <a:pt x="9063977" y="1226876"/>
                  </a:lnTo>
                  <a:lnTo>
                    <a:pt x="9084767" y="1220501"/>
                  </a:lnTo>
                  <a:lnTo>
                    <a:pt x="9132245" y="1207290"/>
                  </a:lnTo>
                  <a:lnTo>
                    <a:pt x="9182234" y="1195337"/>
                  </a:lnTo>
                  <a:lnTo>
                    <a:pt x="9235493" y="1184584"/>
                  </a:lnTo>
                  <a:lnTo>
                    <a:pt x="9292854" y="1174930"/>
                  </a:lnTo>
                  <a:lnTo>
                    <a:pt x="9355166" y="1166261"/>
                  </a:lnTo>
                  <a:lnTo>
                    <a:pt x="9423237" y="1158462"/>
                  </a:lnTo>
                  <a:lnTo>
                    <a:pt x="9497761" y="1151430"/>
                  </a:lnTo>
                  <a:lnTo>
                    <a:pt x="9579207" y="1145079"/>
                  </a:lnTo>
                  <a:lnTo>
                    <a:pt x="9667682" y="1139341"/>
                  </a:lnTo>
                  <a:lnTo>
                    <a:pt x="9762757" y="1134170"/>
                  </a:lnTo>
                  <a:lnTo>
                    <a:pt x="9863272" y="1129543"/>
                  </a:lnTo>
                  <a:lnTo>
                    <a:pt x="9967173" y="1125451"/>
                  </a:lnTo>
                  <a:lnTo>
                    <a:pt x="10071441" y="1121901"/>
                  </a:lnTo>
                  <a:lnTo>
                    <a:pt x="10172193" y="1118907"/>
                  </a:lnTo>
                  <a:lnTo>
                    <a:pt x="10265045" y="1116476"/>
                  </a:lnTo>
                  <a:lnTo>
                    <a:pt x="10345719" y="1114600"/>
                  </a:lnTo>
                  <a:lnTo>
                    <a:pt x="10410801" y="1113246"/>
                  </a:lnTo>
                  <a:lnTo>
                    <a:pt x="10458465" y="1112355"/>
                  </a:lnTo>
                  <a:lnTo>
                    <a:pt x="10488924" y="1111841"/>
                  </a:lnTo>
                  <a:lnTo>
                    <a:pt x="10504527" y="1111602"/>
                  </a:lnTo>
                  <a:lnTo>
                    <a:pt x="10509558" y="1111532"/>
                  </a:lnTo>
                  <a:lnTo>
                    <a:pt x="10509911" y="1111527"/>
                  </a:lnTo>
                  <a:lnTo>
                    <a:pt x="11981298" y="1111527"/>
                  </a:lnTo>
                  <a:lnTo>
                    <a:pt x="11981298" y="1095181"/>
                  </a:lnTo>
                  <a:lnTo>
                    <a:pt x="10509911" y="1095181"/>
                  </a:lnTo>
                  <a:lnTo>
                    <a:pt x="10508678" y="1095198"/>
                  </a:lnTo>
                  <a:lnTo>
                    <a:pt x="10500590" y="1095314"/>
                  </a:lnTo>
                  <a:lnTo>
                    <a:pt x="10480252" y="1095636"/>
                  </a:lnTo>
                  <a:lnTo>
                    <a:pt x="10444014" y="1096270"/>
                  </a:lnTo>
                  <a:lnTo>
                    <a:pt x="10390253" y="1097312"/>
                  </a:lnTo>
                  <a:lnTo>
                    <a:pt x="10319489" y="1098840"/>
                  </a:lnTo>
                  <a:lnTo>
                    <a:pt x="10234166" y="1100905"/>
                  </a:lnTo>
                  <a:lnTo>
                    <a:pt x="10138083" y="1103531"/>
                  </a:lnTo>
                  <a:lnTo>
                    <a:pt x="10035637" y="1106718"/>
                  </a:lnTo>
                  <a:lnTo>
                    <a:pt x="9931096" y="1110456"/>
                  </a:lnTo>
                  <a:lnTo>
                    <a:pt x="9828070" y="1114733"/>
                  </a:lnTo>
                  <a:lnTo>
                    <a:pt x="9729249" y="1119547"/>
                  </a:lnTo>
                  <a:lnTo>
                    <a:pt x="9636362" y="1124909"/>
                  </a:lnTo>
                  <a:lnTo>
                    <a:pt x="9550296" y="1130853"/>
                  </a:lnTo>
                  <a:lnTo>
                    <a:pt x="9471273" y="1137431"/>
                  </a:lnTo>
                  <a:lnTo>
                    <a:pt x="9399044" y="1144717"/>
                  </a:lnTo>
                  <a:lnTo>
                    <a:pt x="9333046" y="1152803"/>
                  </a:lnTo>
                  <a:lnTo>
                    <a:pt x="9272538" y="1161799"/>
                  </a:lnTo>
                  <a:lnTo>
                    <a:pt x="9216689" y="1171819"/>
                  </a:lnTo>
                  <a:lnTo>
                    <a:pt x="9164650" y="1182977"/>
                  </a:lnTo>
                  <a:lnTo>
                    <a:pt x="9115608" y="1195361"/>
                  </a:lnTo>
                  <a:lnTo>
                    <a:pt x="9084767" y="1204155"/>
                  </a:lnTo>
                  <a:lnTo>
                    <a:pt x="9031187" y="1221332"/>
                  </a:lnTo>
                  <a:lnTo>
                    <a:pt x="8979321" y="1240305"/>
                  </a:lnTo>
                  <a:lnTo>
                    <a:pt x="8928502" y="1261099"/>
                  </a:lnTo>
                  <a:lnTo>
                    <a:pt x="8878251" y="1283673"/>
                  </a:lnTo>
                  <a:lnTo>
                    <a:pt x="8828236" y="1307914"/>
                  </a:lnTo>
                  <a:lnTo>
                    <a:pt x="8778248" y="1333630"/>
                  </a:lnTo>
                  <a:lnTo>
                    <a:pt x="8728181" y="1360556"/>
                  </a:lnTo>
                  <a:lnTo>
                    <a:pt x="8678008" y="1388359"/>
                  </a:lnTo>
                  <a:lnTo>
                    <a:pt x="8627760" y="1416656"/>
                  </a:lnTo>
                  <a:lnTo>
                    <a:pt x="8577498" y="1445034"/>
                  </a:lnTo>
                  <a:lnTo>
                    <a:pt x="8527290" y="1473074"/>
                  </a:lnTo>
                  <a:lnTo>
                    <a:pt x="8477182" y="1500378"/>
                  </a:lnTo>
                  <a:lnTo>
                    <a:pt x="8427172" y="1526594"/>
                  </a:lnTo>
                  <a:lnTo>
                    <a:pt x="8377186" y="1551427"/>
                  </a:lnTo>
                  <a:lnTo>
                    <a:pt x="8327057" y="1574657"/>
                  </a:lnTo>
                  <a:lnTo>
                    <a:pt x="8276504" y="1596142"/>
                  </a:lnTo>
                  <a:lnTo>
                    <a:pt x="8225107" y="1615814"/>
                  </a:lnTo>
                  <a:lnTo>
                    <a:pt x="8172276" y="1633673"/>
                  </a:lnTo>
                  <a:lnTo>
                    <a:pt x="8151487" y="1640048"/>
                  </a:lnTo>
                  <a:lnTo>
                    <a:pt x="8104008" y="1653258"/>
                  </a:lnTo>
                  <a:lnTo>
                    <a:pt x="8054020" y="1665212"/>
                  </a:lnTo>
                  <a:lnTo>
                    <a:pt x="8000760" y="1675965"/>
                  </a:lnTo>
                  <a:lnTo>
                    <a:pt x="7943399" y="1685618"/>
                  </a:lnTo>
                  <a:lnTo>
                    <a:pt x="7881088" y="1694287"/>
                  </a:lnTo>
                  <a:lnTo>
                    <a:pt x="7813016" y="1702086"/>
                  </a:lnTo>
                  <a:lnTo>
                    <a:pt x="7738492" y="1709118"/>
                  </a:lnTo>
                  <a:lnTo>
                    <a:pt x="7657047" y="1715470"/>
                  </a:lnTo>
                  <a:lnTo>
                    <a:pt x="7568571" y="1721208"/>
                  </a:lnTo>
                  <a:lnTo>
                    <a:pt x="7473496" y="1726378"/>
                  </a:lnTo>
                  <a:lnTo>
                    <a:pt x="7372981" y="1731006"/>
                  </a:lnTo>
                  <a:lnTo>
                    <a:pt x="7269080" y="1735098"/>
                  </a:lnTo>
                  <a:lnTo>
                    <a:pt x="7164812" y="1738647"/>
                  </a:lnTo>
                  <a:lnTo>
                    <a:pt x="7064060" y="1741642"/>
                  </a:lnTo>
                  <a:lnTo>
                    <a:pt x="6971208" y="1744073"/>
                  </a:lnTo>
                  <a:lnTo>
                    <a:pt x="6890535" y="1745949"/>
                  </a:lnTo>
                  <a:lnTo>
                    <a:pt x="6825452" y="1747302"/>
                  </a:lnTo>
                  <a:lnTo>
                    <a:pt x="6777788" y="1748193"/>
                  </a:lnTo>
                  <a:lnTo>
                    <a:pt x="6747330" y="1748707"/>
                  </a:lnTo>
                  <a:lnTo>
                    <a:pt x="6731726" y="1748946"/>
                  </a:lnTo>
                  <a:lnTo>
                    <a:pt x="6726696" y="1749017"/>
                  </a:lnTo>
                  <a:lnTo>
                    <a:pt x="6726343" y="1749021"/>
                  </a:lnTo>
                  <a:lnTo>
                    <a:pt x="5254955" y="1749021"/>
                  </a:lnTo>
                  <a:lnTo>
                    <a:pt x="5253754" y="1748979"/>
                  </a:lnTo>
                  <a:lnTo>
                    <a:pt x="5245868" y="1748675"/>
                  </a:lnTo>
                  <a:lnTo>
                    <a:pt x="5226021" y="1747837"/>
                  </a:lnTo>
                  <a:lnTo>
                    <a:pt x="5190619" y="1746186"/>
                  </a:lnTo>
                  <a:lnTo>
                    <a:pt x="5138016" y="1743470"/>
                  </a:lnTo>
                  <a:lnTo>
                    <a:pt x="5068639" y="1739484"/>
                  </a:lnTo>
                  <a:lnTo>
                    <a:pt x="4984789" y="1734091"/>
                  </a:lnTo>
                  <a:lnTo>
                    <a:pt x="4890112" y="1727227"/>
                  </a:lnTo>
                  <a:lnTo>
                    <a:pt x="4788878" y="1718885"/>
                  </a:lnTo>
                  <a:lnTo>
                    <a:pt x="4685274" y="1709094"/>
                  </a:lnTo>
                  <a:lnTo>
                    <a:pt x="4582884" y="1697883"/>
                  </a:lnTo>
                  <a:lnTo>
                    <a:pt x="4484414" y="1685263"/>
                  </a:lnTo>
                  <a:lnTo>
                    <a:pt x="4391640" y="1671207"/>
                  </a:lnTo>
                  <a:lnTo>
                    <a:pt x="4305505" y="1655635"/>
                  </a:lnTo>
                  <a:lnTo>
                    <a:pt x="4226294" y="1638417"/>
                  </a:lnTo>
                  <a:lnTo>
                    <a:pt x="4153810" y="1619366"/>
                  </a:lnTo>
                  <a:lnTo>
                    <a:pt x="4087541" y="1598247"/>
                  </a:lnTo>
                  <a:lnTo>
                    <a:pt x="4026782" y="1574783"/>
                  </a:lnTo>
                  <a:lnTo>
                    <a:pt x="3970732" y="1548674"/>
                  </a:lnTo>
                  <a:lnTo>
                    <a:pt x="3918563" y="1519622"/>
                  </a:lnTo>
                  <a:lnTo>
                    <a:pt x="3869475" y="1487380"/>
                  </a:lnTo>
                  <a:lnTo>
                    <a:pt x="3829811" y="1457518"/>
                  </a:lnTo>
                  <a:lnTo>
                    <a:pt x="3785173" y="1419693"/>
                  </a:lnTo>
                  <a:lnTo>
                    <a:pt x="3741804" y="1378570"/>
                  </a:lnTo>
                  <a:lnTo>
                    <a:pt x="3699295" y="1334087"/>
                  </a:lnTo>
                  <a:lnTo>
                    <a:pt x="3657328" y="1286263"/>
                  </a:lnTo>
                  <a:lnTo>
                    <a:pt x="3615667" y="1235203"/>
                  </a:lnTo>
                  <a:lnTo>
                    <a:pt x="3574139" y="1181110"/>
                  </a:lnTo>
                  <a:lnTo>
                    <a:pt x="3532629" y="1124283"/>
                  </a:lnTo>
                  <a:lnTo>
                    <a:pt x="3491073" y="1065119"/>
                  </a:lnTo>
                  <a:lnTo>
                    <a:pt x="3449444" y="1004104"/>
                  </a:lnTo>
                  <a:lnTo>
                    <a:pt x="3407747" y="941794"/>
                  </a:lnTo>
                  <a:lnTo>
                    <a:pt x="3366009" y="878801"/>
                  </a:lnTo>
                  <a:lnTo>
                    <a:pt x="3324268" y="815764"/>
                  </a:lnTo>
                  <a:lnTo>
                    <a:pt x="3282563" y="753324"/>
                  </a:lnTo>
                  <a:lnTo>
                    <a:pt x="3240924" y="692099"/>
                  </a:lnTo>
                  <a:lnTo>
                    <a:pt x="3199358" y="632653"/>
                  </a:lnTo>
                  <a:lnTo>
                    <a:pt x="3157846" y="575483"/>
                  </a:lnTo>
                  <a:lnTo>
                    <a:pt x="3116326" y="520998"/>
                  </a:lnTo>
                  <a:lnTo>
                    <a:pt x="3074691" y="469512"/>
                  </a:lnTo>
                  <a:lnTo>
                    <a:pt x="3032778" y="421240"/>
                  </a:lnTo>
                  <a:lnTo>
                    <a:pt x="2990359" y="376300"/>
                  </a:lnTo>
                  <a:lnTo>
                    <a:pt x="2947129" y="334723"/>
                  </a:lnTo>
                  <a:lnTo>
                    <a:pt x="2902692" y="296456"/>
                  </a:lnTo>
                  <a:lnTo>
                    <a:pt x="2896531" y="291503"/>
                  </a:lnTo>
                  <a:lnTo>
                    <a:pt x="2849478" y="256460"/>
                  </a:lnTo>
                  <a:lnTo>
                    <a:pt x="2799965" y="224722"/>
                  </a:lnTo>
                  <a:lnTo>
                    <a:pt x="2747252" y="196141"/>
                  </a:lnTo>
                  <a:lnTo>
                    <a:pt x="2690530" y="170460"/>
                  </a:lnTo>
                  <a:lnTo>
                    <a:pt x="2628973" y="147376"/>
                  </a:lnTo>
                  <a:lnTo>
                    <a:pt x="2561790" y="126592"/>
                  </a:lnTo>
                  <a:lnTo>
                    <a:pt x="2488297" y="107838"/>
                  </a:lnTo>
                  <a:lnTo>
                    <a:pt x="2408023" y="90884"/>
                  </a:lnTo>
                  <a:lnTo>
                    <a:pt x="2320833" y="75553"/>
                  </a:lnTo>
                  <a:lnTo>
                    <a:pt x="2227100" y="61722"/>
                  </a:lnTo>
                  <a:lnTo>
                    <a:pt x="2127888" y="49320"/>
                  </a:lnTo>
                  <a:lnTo>
                    <a:pt x="2025112" y="38326"/>
                  </a:lnTo>
                  <a:lnTo>
                    <a:pt x="1921620" y="28755"/>
                  </a:lnTo>
                  <a:lnTo>
                    <a:pt x="1821113" y="20640"/>
                  </a:lnTo>
                  <a:lnTo>
                    <a:pt x="1727832" y="14004"/>
                  </a:lnTo>
                  <a:lnTo>
                    <a:pt x="1646000" y="8834"/>
                  </a:lnTo>
                  <a:lnTo>
                    <a:pt x="1579098" y="5054"/>
                  </a:lnTo>
                  <a:lnTo>
                    <a:pt x="1529168" y="2517"/>
                  </a:lnTo>
                  <a:lnTo>
                    <a:pt x="1496320" y="1009"/>
                  </a:lnTo>
                  <a:lnTo>
                    <a:pt x="1478595" y="271"/>
                  </a:lnTo>
                  <a:lnTo>
                    <a:pt x="1472121" y="25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44" name="pl144"/>
            <p:cNvSpPr/>
            <p:nvPr/>
          </p:nvSpPr>
          <p:spPr>
            <a:xfrm>
              <a:off x="4799595" y="4325930"/>
              <a:ext cx="11981298" cy="1749021"/>
            </a:xfrm>
            <a:custGeom>
              <a:avLst/>
              <a:pathLst>
                <a:path w="11981298" h="1749021">
                  <a:moveTo>
                    <a:pt x="0" y="0"/>
                  </a:moveTo>
                  <a:lnTo>
                    <a:pt x="1471387" y="0"/>
                  </a:lnTo>
                  <a:lnTo>
                    <a:pt x="1472588" y="42"/>
                  </a:lnTo>
                  <a:lnTo>
                    <a:pt x="1480474" y="345"/>
                  </a:lnTo>
                  <a:lnTo>
                    <a:pt x="1500321" y="1184"/>
                  </a:lnTo>
                  <a:lnTo>
                    <a:pt x="1535723" y="2834"/>
                  </a:lnTo>
                  <a:lnTo>
                    <a:pt x="1588326" y="5550"/>
                  </a:lnTo>
                  <a:lnTo>
                    <a:pt x="1657703" y="9537"/>
                  </a:lnTo>
                  <a:lnTo>
                    <a:pt x="1741553" y="14930"/>
                  </a:lnTo>
                  <a:lnTo>
                    <a:pt x="1836230" y="21794"/>
                  </a:lnTo>
                  <a:lnTo>
                    <a:pt x="1937464" y="30135"/>
                  </a:lnTo>
                  <a:lnTo>
                    <a:pt x="2041068" y="39927"/>
                  </a:lnTo>
                  <a:lnTo>
                    <a:pt x="2143458" y="51138"/>
                  </a:lnTo>
                  <a:lnTo>
                    <a:pt x="2241928" y="63757"/>
                  </a:lnTo>
                  <a:lnTo>
                    <a:pt x="2334702" y="77814"/>
                  </a:lnTo>
                  <a:lnTo>
                    <a:pt x="2420837" y="93385"/>
                  </a:lnTo>
                  <a:lnTo>
                    <a:pt x="2500048" y="110604"/>
                  </a:lnTo>
                  <a:lnTo>
                    <a:pt x="2572532" y="129655"/>
                  </a:lnTo>
                  <a:lnTo>
                    <a:pt x="2638801" y="150774"/>
                  </a:lnTo>
                  <a:lnTo>
                    <a:pt x="2699560" y="174238"/>
                  </a:lnTo>
                  <a:lnTo>
                    <a:pt x="2755610" y="200346"/>
                  </a:lnTo>
                  <a:lnTo>
                    <a:pt x="2807779" y="229398"/>
                  </a:lnTo>
                  <a:lnTo>
                    <a:pt x="2856868" y="261640"/>
                  </a:lnTo>
                  <a:lnTo>
                    <a:pt x="2896531" y="291503"/>
                  </a:lnTo>
                  <a:lnTo>
                    <a:pt x="2941169" y="329328"/>
                  </a:lnTo>
                  <a:lnTo>
                    <a:pt x="2984538" y="370451"/>
                  </a:lnTo>
                  <a:lnTo>
                    <a:pt x="3027047" y="414933"/>
                  </a:lnTo>
                  <a:lnTo>
                    <a:pt x="3069014" y="462758"/>
                  </a:lnTo>
                  <a:lnTo>
                    <a:pt x="3110675" y="513817"/>
                  </a:lnTo>
                  <a:lnTo>
                    <a:pt x="3152204" y="567911"/>
                  </a:lnTo>
                  <a:lnTo>
                    <a:pt x="3193713" y="624738"/>
                  </a:lnTo>
                  <a:lnTo>
                    <a:pt x="3235269" y="683901"/>
                  </a:lnTo>
                  <a:lnTo>
                    <a:pt x="3276898" y="744917"/>
                  </a:lnTo>
                  <a:lnTo>
                    <a:pt x="3318595" y="807226"/>
                  </a:lnTo>
                  <a:lnTo>
                    <a:pt x="3360334" y="870220"/>
                  </a:lnTo>
                  <a:lnTo>
                    <a:pt x="3402074" y="933257"/>
                  </a:lnTo>
                  <a:lnTo>
                    <a:pt x="3443779" y="995696"/>
                  </a:lnTo>
                  <a:lnTo>
                    <a:pt x="3485418" y="1056922"/>
                  </a:lnTo>
                  <a:lnTo>
                    <a:pt x="3526984" y="1116367"/>
                  </a:lnTo>
                  <a:lnTo>
                    <a:pt x="3568497" y="1173537"/>
                  </a:lnTo>
                  <a:lnTo>
                    <a:pt x="3610016" y="1228022"/>
                  </a:lnTo>
                  <a:lnTo>
                    <a:pt x="3651651" y="1279508"/>
                  </a:lnTo>
                  <a:lnTo>
                    <a:pt x="3693564" y="1327781"/>
                  </a:lnTo>
                  <a:lnTo>
                    <a:pt x="3735983" y="1372720"/>
                  </a:lnTo>
                  <a:lnTo>
                    <a:pt x="3779213" y="1414298"/>
                  </a:lnTo>
                  <a:lnTo>
                    <a:pt x="3823651" y="1452565"/>
                  </a:lnTo>
                  <a:lnTo>
                    <a:pt x="3829811" y="1457518"/>
                  </a:lnTo>
                  <a:lnTo>
                    <a:pt x="3876864" y="1492560"/>
                  </a:lnTo>
                  <a:lnTo>
                    <a:pt x="3926377" y="1524299"/>
                  </a:lnTo>
                  <a:lnTo>
                    <a:pt x="3979090" y="1552880"/>
                  </a:lnTo>
                  <a:lnTo>
                    <a:pt x="4035812" y="1578561"/>
                  </a:lnTo>
                  <a:lnTo>
                    <a:pt x="4097369" y="1601644"/>
                  </a:lnTo>
                  <a:lnTo>
                    <a:pt x="4164552" y="1622428"/>
                  </a:lnTo>
                  <a:lnTo>
                    <a:pt x="4238045" y="1641183"/>
                  </a:lnTo>
                  <a:lnTo>
                    <a:pt x="4318319" y="1658137"/>
                  </a:lnTo>
                  <a:lnTo>
                    <a:pt x="4405510" y="1673468"/>
                  </a:lnTo>
                  <a:lnTo>
                    <a:pt x="4499242" y="1687299"/>
                  </a:lnTo>
                  <a:lnTo>
                    <a:pt x="4598454" y="1699701"/>
                  </a:lnTo>
                  <a:lnTo>
                    <a:pt x="4701230" y="1710695"/>
                  </a:lnTo>
                  <a:lnTo>
                    <a:pt x="4804722" y="1720265"/>
                  </a:lnTo>
                  <a:lnTo>
                    <a:pt x="4905229" y="1728380"/>
                  </a:lnTo>
                  <a:lnTo>
                    <a:pt x="4998510" y="1735016"/>
                  </a:lnTo>
                  <a:lnTo>
                    <a:pt x="5080342" y="1740187"/>
                  </a:lnTo>
                  <a:lnTo>
                    <a:pt x="5147244" y="1743967"/>
                  </a:lnTo>
                  <a:lnTo>
                    <a:pt x="5197175" y="1746504"/>
                  </a:lnTo>
                  <a:lnTo>
                    <a:pt x="5230022" y="1748012"/>
                  </a:lnTo>
                  <a:lnTo>
                    <a:pt x="5247747" y="1748750"/>
                  </a:lnTo>
                  <a:lnTo>
                    <a:pt x="5254222" y="1748995"/>
                  </a:lnTo>
                  <a:lnTo>
                    <a:pt x="5254955" y="1749021"/>
                  </a:lnTo>
                  <a:lnTo>
                    <a:pt x="6726343" y="1749021"/>
                  </a:lnTo>
                  <a:lnTo>
                    <a:pt x="6727575" y="1749005"/>
                  </a:lnTo>
                  <a:lnTo>
                    <a:pt x="6735663" y="1748888"/>
                  </a:lnTo>
                  <a:lnTo>
                    <a:pt x="6756002" y="1748566"/>
                  </a:lnTo>
                  <a:lnTo>
                    <a:pt x="6792239" y="1747933"/>
                  </a:lnTo>
                  <a:lnTo>
                    <a:pt x="6846001" y="1746891"/>
                  </a:lnTo>
                  <a:lnTo>
                    <a:pt x="6916764" y="1745362"/>
                  </a:lnTo>
                  <a:lnTo>
                    <a:pt x="7002087" y="1743297"/>
                  </a:lnTo>
                  <a:lnTo>
                    <a:pt x="7098171" y="1740672"/>
                  </a:lnTo>
                  <a:lnTo>
                    <a:pt x="7200617" y="1737484"/>
                  </a:lnTo>
                  <a:lnTo>
                    <a:pt x="7305158" y="1733746"/>
                  </a:lnTo>
                  <a:lnTo>
                    <a:pt x="7408183" y="1729469"/>
                  </a:lnTo>
                  <a:lnTo>
                    <a:pt x="7507004" y="1724656"/>
                  </a:lnTo>
                  <a:lnTo>
                    <a:pt x="7599891" y="1719293"/>
                  </a:lnTo>
                  <a:lnTo>
                    <a:pt x="7685957" y="1713350"/>
                  </a:lnTo>
                  <a:lnTo>
                    <a:pt x="7764980" y="1706772"/>
                  </a:lnTo>
                  <a:lnTo>
                    <a:pt x="7837210" y="1699486"/>
                  </a:lnTo>
                  <a:lnTo>
                    <a:pt x="7903207" y="1691399"/>
                  </a:lnTo>
                  <a:lnTo>
                    <a:pt x="7963715" y="1682403"/>
                  </a:lnTo>
                  <a:lnTo>
                    <a:pt x="8019564" y="1672383"/>
                  </a:lnTo>
                  <a:lnTo>
                    <a:pt x="8071603" y="1661225"/>
                  </a:lnTo>
                  <a:lnTo>
                    <a:pt x="8120645" y="1648841"/>
                  </a:lnTo>
                  <a:lnTo>
                    <a:pt x="8151487" y="1640048"/>
                  </a:lnTo>
                  <a:lnTo>
                    <a:pt x="8205066" y="1622871"/>
                  </a:lnTo>
                  <a:lnTo>
                    <a:pt x="8256933" y="1603898"/>
                  </a:lnTo>
                  <a:lnTo>
                    <a:pt x="8307751" y="1583104"/>
                  </a:lnTo>
                  <a:lnTo>
                    <a:pt x="8358002" y="1560529"/>
                  </a:lnTo>
                  <a:lnTo>
                    <a:pt x="8408017" y="1536288"/>
                  </a:lnTo>
                  <a:lnTo>
                    <a:pt x="8458005" y="1510572"/>
                  </a:lnTo>
                  <a:lnTo>
                    <a:pt x="8508072" y="1483646"/>
                  </a:lnTo>
                  <a:lnTo>
                    <a:pt x="8558245" y="1455843"/>
                  </a:lnTo>
                  <a:lnTo>
                    <a:pt x="8608493" y="1427546"/>
                  </a:lnTo>
                  <a:lnTo>
                    <a:pt x="8658755" y="1399169"/>
                  </a:lnTo>
                  <a:lnTo>
                    <a:pt x="8708963" y="1371129"/>
                  </a:lnTo>
                  <a:lnTo>
                    <a:pt x="8759071" y="1343824"/>
                  </a:lnTo>
                  <a:lnTo>
                    <a:pt x="8809082" y="1317609"/>
                  </a:lnTo>
                  <a:lnTo>
                    <a:pt x="8859068" y="1292776"/>
                  </a:lnTo>
                  <a:lnTo>
                    <a:pt x="8909196" y="1269545"/>
                  </a:lnTo>
                  <a:lnTo>
                    <a:pt x="8959749" y="1248060"/>
                  </a:lnTo>
                  <a:lnTo>
                    <a:pt x="9011147" y="1228389"/>
                  </a:lnTo>
                  <a:lnTo>
                    <a:pt x="9063977" y="1210530"/>
                  </a:lnTo>
                  <a:lnTo>
                    <a:pt x="9084767" y="1204155"/>
                  </a:lnTo>
                  <a:lnTo>
                    <a:pt x="9132245" y="1190944"/>
                  </a:lnTo>
                  <a:lnTo>
                    <a:pt x="9182234" y="1178991"/>
                  </a:lnTo>
                  <a:lnTo>
                    <a:pt x="9235493" y="1168238"/>
                  </a:lnTo>
                  <a:lnTo>
                    <a:pt x="9292854" y="1158584"/>
                  </a:lnTo>
                  <a:lnTo>
                    <a:pt x="9355166" y="1149915"/>
                  </a:lnTo>
                  <a:lnTo>
                    <a:pt x="9423237" y="1142116"/>
                  </a:lnTo>
                  <a:lnTo>
                    <a:pt x="9497761" y="1135084"/>
                  </a:lnTo>
                  <a:lnTo>
                    <a:pt x="9579207" y="1128733"/>
                  </a:lnTo>
                  <a:lnTo>
                    <a:pt x="9667682" y="1122995"/>
                  </a:lnTo>
                  <a:lnTo>
                    <a:pt x="9762757" y="1117824"/>
                  </a:lnTo>
                  <a:lnTo>
                    <a:pt x="9863272" y="1113197"/>
                  </a:lnTo>
                  <a:lnTo>
                    <a:pt x="9967173" y="1109105"/>
                  </a:lnTo>
                  <a:lnTo>
                    <a:pt x="10071441" y="1105555"/>
                  </a:lnTo>
                  <a:lnTo>
                    <a:pt x="10172193" y="1102561"/>
                  </a:lnTo>
                  <a:lnTo>
                    <a:pt x="10265045" y="1100130"/>
                  </a:lnTo>
                  <a:lnTo>
                    <a:pt x="10345719" y="1098254"/>
                  </a:lnTo>
                  <a:lnTo>
                    <a:pt x="10410801" y="1096900"/>
                  </a:lnTo>
                  <a:lnTo>
                    <a:pt x="10458465" y="1096009"/>
                  </a:lnTo>
                  <a:lnTo>
                    <a:pt x="10488924" y="1095495"/>
                  </a:lnTo>
                  <a:lnTo>
                    <a:pt x="10504527" y="1095256"/>
                  </a:lnTo>
                  <a:lnTo>
                    <a:pt x="10509558" y="1095186"/>
                  </a:lnTo>
                  <a:lnTo>
                    <a:pt x="10509911" y="1095181"/>
                  </a:lnTo>
                  <a:lnTo>
                    <a:pt x="11981298" y="109518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5" name="pl145"/>
            <p:cNvSpPr/>
            <p:nvPr/>
          </p:nvSpPr>
          <p:spPr>
            <a:xfrm>
              <a:off x="4799595" y="4309584"/>
              <a:ext cx="11981298" cy="1749021"/>
            </a:xfrm>
            <a:custGeom>
              <a:avLst/>
              <a:pathLst>
                <a:path w="11981298" h="1749021">
                  <a:moveTo>
                    <a:pt x="11981298" y="1095181"/>
                  </a:moveTo>
                  <a:lnTo>
                    <a:pt x="10509911" y="1095181"/>
                  </a:lnTo>
                  <a:lnTo>
                    <a:pt x="10508678" y="1095198"/>
                  </a:lnTo>
                  <a:lnTo>
                    <a:pt x="10500590" y="1095314"/>
                  </a:lnTo>
                  <a:lnTo>
                    <a:pt x="10480252" y="1095636"/>
                  </a:lnTo>
                  <a:lnTo>
                    <a:pt x="10444014" y="1096270"/>
                  </a:lnTo>
                  <a:lnTo>
                    <a:pt x="10390253" y="1097312"/>
                  </a:lnTo>
                  <a:lnTo>
                    <a:pt x="10319489" y="1098840"/>
                  </a:lnTo>
                  <a:lnTo>
                    <a:pt x="10234166" y="1100905"/>
                  </a:lnTo>
                  <a:lnTo>
                    <a:pt x="10138083" y="1103531"/>
                  </a:lnTo>
                  <a:lnTo>
                    <a:pt x="10035637" y="1106718"/>
                  </a:lnTo>
                  <a:lnTo>
                    <a:pt x="9931096" y="1110456"/>
                  </a:lnTo>
                  <a:lnTo>
                    <a:pt x="9828070" y="1114733"/>
                  </a:lnTo>
                  <a:lnTo>
                    <a:pt x="9729249" y="1119547"/>
                  </a:lnTo>
                  <a:lnTo>
                    <a:pt x="9636362" y="1124909"/>
                  </a:lnTo>
                  <a:lnTo>
                    <a:pt x="9550296" y="1130853"/>
                  </a:lnTo>
                  <a:lnTo>
                    <a:pt x="9471273" y="1137431"/>
                  </a:lnTo>
                  <a:lnTo>
                    <a:pt x="9399044" y="1144717"/>
                  </a:lnTo>
                  <a:lnTo>
                    <a:pt x="9333046" y="1152803"/>
                  </a:lnTo>
                  <a:lnTo>
                    <a:pt x="9272538" y="1161799"/>
                  </a:lnTo>
                  <a:lnTo>
                    <a:pt x="9216689" y="1171819"/>
                  </a:lnTo>
                  <a:lnTo>
                    <a:pt x="9164650" y="1182977"/>
                  </a:lnTo>
                  <a:lnTo>
                    <a:pt x="9115608" y="1195361"/>
                  </a:lnTo>
                  <a:lnTo>
                    <a:pt x="9084767" y="1204155"/>
                  </a:lnTo>
                  <a:lnTo>
                    <a:pt x="9031187" y="1221332"/>
                  </a:lnTo>
                  <a:lnTo>
                    <a:pt x="8979321" y="1240305"/>
                  </a:lnTo>
                  <a:lnTo>
                    <a:pt x="8928502" y="1261099"/>
                  </a:lnTo>
                  <a:lnTo>
                    <a:pt x="8878251" y="1283673"/>
                  </a:lnTo>
                  <a:lnTo>
                    <a:pt x="8828236" y="1307914"/>
                  </a:lnTo>
                  <a:lnTo>
                    <a:pt x="8778248" y="1333630"/>
                  </a:lnTo>
                  <a:lnTo>
                    <a:pt x="8728181" y="1360556"/>
                  </a:lnTo>
                  <a:lnTo>
                    <a:pt x="8678008" y="1388359"/>
                  </a:lnTo>
                  <a:lnTo>
                    <a:pt x="8627760" y="1416656"/>
                  </a:lnTo>
                  <a:lnTo>
                    <a:pt x="8577498" y="1445034"/>
                  </a:lnTo>
                  <a:lnTo>
                    <a:pt x="8527290" y="1473074"/>
                  </a:lnTo>
                  <a:lnTo>
                    <a:pt x="8477182" y="1500378"/>
                  </a:lnTo>
                  <a:lnTo>
                    <a:pt x="8427172" y="1526594"/>
                  </a:lnTo>
                  <a:lnTo>
                    <a:pt x="8377186" y="1551427"/>
                  </a:lnTo>
                  <a:lnTo>
                    <a:pt x="8327057" y="1574657"/>
                  </a:lnTo>
                  <a:lnTo>
                    <a:pt x="8276504" y="1596142"/>
                  </a:lnTo>
                  <a:lnTo>
                    <a:pt x="8225107" y="1615814"/>
                  </a:lnTo>
                  <a:lnTo>
                    <a:pt x="8172276" y="1633673"/>
                  </a:lnTo>
                  <a:lnTo>
                    <a:pt x="8151487" y="1640048"/>
                  </a:lnTo>
                  <a:lnTo>
                    <a:pt x="8104008" y="1653258"/>
                  </a:lnTo>
                  <a:lnTo>
                    <a:pt x="8054020" y="1665212"/>
                  </a:lnTo>
                  <a:lnTo>
                    <a:pt x="8000760" y="1675965"/>
                  </a:lnTo>
                  <a:lnTo>
                    <a:pt x="7943399" y="1685618"/>
                  </a:lnTo>
                  <a:lnTo>
                    <a:pt x="7881088" y="1694287"/>
                  </a:lnTo>
                  <a:lnTo>
                    <a:pt x="7813016" y="1702086"/>
                  </a:lnTo>
                  <a:lnTo>
                    <a:pt x="7738492" y="1709118"/>
                  </a:lnTo>
                  <a:lnTo>
                    <a:pt x="7657047" y="1715470"/>
                  </a:lnTo>
                  <a:lnTo>
                    <a:pt x="7568571" y="1721208"/>
                  </a:lnTo>
                  <a:lnTo>
                    <a:pt x="7473496" y="1726378"/>
                  </a:lnTo>
                  <a:lnTo>
                    <a:pt x="7372981" y="1731006"/>
                  </a:lnTo>
                  <a:lnTo>
                    <a:pt x="7269080" y="1735098"/>
                  </a:lnTo>
                  <a:lnTo>
                    <a:pt x="7164812" y="1738647"/>
                  </a:lnTo>
                  <a:lnTo>
                    <a:pt x="7064060" y="1741642"/>
                  </a:lnTo>
                  <a:lnTo>
                    <a:pt x="6971208" y="1744073"/>
                  </a:lnTo>
                  <a:lnTo>
                    <a:pt x="6890535" y="1745949"/>
                  </a:lnTo>
                  <a:lnTo>
                    <a:pt x="6825452" y="1747302"/>
                  </a:lnTo>
                  <a:lnTo>
                    <a:pt x="6777788" y="1748193"/>
                  </a:lnTo>
                  <a:lnTo>
                    <a:pt x="6747330" y="1748707"/>
                  </a:lnTo>
                  <a:lnTo>
                    <a:pt x="6731726" y="1748946"/>
                  </a:lnTo>
                  <a:lnTo>
                    <a:pt x="6726696" y="1749017"/>
                  </a:lnTo>
                  <a:lnTo>
                    <a:pt x="6726343" y="1749021"/>
                  </a:lnTo>
                  <a:lnTo>
                    <a:pt x="5254955" y="1749021"/>
                  </a:lnTo>
                  <a:lnTo>
                    <a:pt x="5253754" y="1748979"/>
                  </a:lnTo>
                  <a:lnTo>
                    <a:pt x="5245868" y="1748675"/>
                  </a:lnTo>
                  <a:lnTo>
                    <a:pt x="5226021" y="1747837"/>
                  </a:lnTo>
                  <a:lnTo>
                    <a:pt x="5190619" y="1746186"/>
                  </a:lnTo>
                  <a:lnTo>
                    <a:pt x="5138016" y="1743470"/>
                  </a:lnTo>
                  <a:lnTo>
                    <a:pt x="5068639" y="1739484"/>
                  </a:lnTo>
                  <a:lnTo>
                    <a:pt x="4984789" y="1734091"/>
                  </a:lnTo>
                  <a:lnTo>
                    <a:pt x="4890112" y="1727227"/>
                  </a:lnTo>
                  <a:lnTo>
                    <a:pt x="4788878" y="1718885"/>
                  </a:lnTo>
                  <a:lnTo>
                    <a:pt x="4685274" y="1709094"/>
                  </a:lnTo>
                  <a:lnTo>
                    <a:pt x="4582884" y="1697883"/>
                  </a:lnTo>
                  <a:lnTo>
                    <a:pt x="4484414" y="1685263"/>
                  </a:lnTo>
                  <a:lnTo>
                    <a:pt x="4391640" y="1671207"/>
                  </a:lnTo>
                  <a:lnTo>
                    <a:pt x="4305505" y="1655635"/>
                  </a:lnTo>
                  <a:lnTo>
                    <a:pt x="4226294" y="1638417"/>
                  </a:lnTo>
                  <a:lnTo>
                    <a:pt x="4153810" y="1619366"/>
                  </a:lnTo>
                  <a:lnTo>
                    <a:pt x="4087541" y="1598247"/>
                  </a:lnTo>
                  <a:lnTo>
                    <a:pt x="4026782" y="1574783"/>
                  </a:lnTo>
                  <a:lnTo>
                    <a:pt x="3970732" y="1548674"/>
                  </a:lnTo>
                  <a:lnTo>
                    <a:pt x="3918563" y="1519622"/>
                  </a:lnTo>
                  <a:lnTo>
                    <a:pt x="3869475" y="1487380"/>
                  </a:lnTo>
                  <a:lnTo>
                    <a:pt x="3829811" y="1457518"/>
                  </a:lnTo>
                  <a:lnTo>
                    <a:pt x="3785173" y="1419693"/>
                  </a:lnTo>
                  <a:lnTo>
                    <a:pt x="3741804" y="1378570"/>
                  </a:lnTo>
                  <a:lnTo>
                    <a:pt x="3699295" y="1334087"/>
                  </a:lnTo>
                  <a:lnTo>
                    <a:pt x="3657328" y="1286263"/>
                  </a:lnTo>
                  <a:lnTo>
                    <a:pt x="3615667" y="1235203"/>
                  </a:lnTo>
                  <a:lnTo>
                    <a:pt x="3574139" y="1181110"/>
                  </a:lnTo>
                  <a:lnTo>
                    <a:pt x="3532629" y="1124283"/>
                  </a:lnTo>
                  <a:lnTo>
                    <a:pt x="3491073" y="1065119"/>
                  </a:lnTo>
                  <a:lnTo>
                    <a:pt x="3449444" y="1004104"/>
                  </a:lnTo>
                  <a:lnTo>
                    <a:pt x="3407747" y="941794"/>
                  </a:lnTo>
                  <a:lnTo>
                    <a:pt x="3366009" y="878801"/>
                  </a:lnTo>
                  <a:lnTo>
                    <a:pt x="3324268" y="815764"/>
                  </a:lnTo>
                  <a:lnTo>
                    <a:pt x="3282563" y="753324"/>
                  </a:lnTo>
                  <a:lnTo>
                    <a:pt x="3240924" y="692099"/>
                  </a:lnTo>
                  <a:lnTo>
                    <a:pt x="3199358" y="632653"/>
                  </a:lnTo>
                  <a:lnTo>
                    <a:pt x="3157846" y="575483"/>
                  </a:lnTo>
                  <a:lnTo>
                    <a:pt x="3116326" y="520998"/>
                  </a:lnTo>
                  <a:lnTo>
                    <a:pt x="3074691" y="469512"/>
                  </a:lnTo>
                  <a:lnTo>
                    <a:pt x="3032778" y="421240"/>
                  </a:lnTo>
                  <a:lnTo>
                    <a:pt x="2990359" y="376300"/>
                  </a:lnTo>
                  <a:lnTo>
                    <a:pt x="2947129" y="334723"/>
                  </a:lnTo>
                  <a:lnTo>
                    <a:pt x="2902692" y="296456"/>
                  </a:lnTo>
                  <a:lnTo>
                    <a:pt x="2896531" y="291503"/>
                  </a:lnTo>
                  <a:lnTo>
                    <a:pt x="2849478" y="256460"/>
                  </a:lnTo>
                  <a:lnTo>
                    <a:pt x="2799965" y="224722"/>
                  </a:lnTo>
                  <a:lnTo>
                    <a:pt x="2747252" y="196141"/>
                  </a:lnTo>
                  <a:lnTo>
                    <a:pt x="2690530" y="170460"/>
                  </a:lnTo>
                  <a:lnTo>
                    <a:pt x="2628973" y="147376"/>
                  </a:lnTo>
                  <a:lnTo>
                    <a:pt x="2561790" y="126592"/>
                  </a:lnTo>
                  <a:lnTo>
                    <a:pt x="2488297" y="107838"/>
                  </a:lnTo>
                  <a:lnTo>
                    <a:pt x="2408023" y="90884"/>
                  </a:lnTo>
                  <a:lnTo>
                    <a:pt x="2320833" y="75553"/>
                  </a:lnTo>
                  <a:lnTo>
                    <a:pt x="2227100" y="61722"/>
                  </a:lnTo>
                  <a:lnTo>
                    <a:pt x="2127888" y="49320"/>
                  </a:lnTo>
                  <a:lnTo>
                    <a:pt x="2025112" y="38326"/>
                  </a:lnTo>
                  <a:lnTo>
                    <a:pt x="1921620" y="28755"/>
                  </a:lnTo>
                  <a:lnTo>
                    <a:pt x="1821113" y="20640"/>
                  </a:lnTo>
                  <a:lnTo>
                    <a:pt x="1727832" y="14004"/>
                  </a:lnTo>
                  <a:lnTo>
                    <a:pt x="1646000" y="8834"/>
                  </a:lnTo>
                  <a:lnTo>
                    <a:pt x="1579098" y="5054"/>
                  </a:lnTo>
                  <a:lnTo>
                    <a:pt x="1529168" y="2517"/>
                  </a:lnTo>
                  <a:lnTo>
                    <a:pt x="1496320" y="1009"/>
                  </a:lnTo>
                  <a:lnTo>
                    <a:pt x="1478595" y="271"/>
                  </a:lnTo>
                  <a:lnTo>
                    <a:pt x="1472121" y="25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6" name="pg146"/>
            <p:cNvSpPr/>
            <p:nvPr/>
          </p:nvSpPr>
          <p:spPr>
            <a:xfrm>
              <a:off x="4799595" y="4325930"/>
              <a:ext cx="11981298" cy="1765367"/>
            </a:xfrm>
            <a:custGeom>
              <a:avLst/>
              <a:pathLst>
                <a:path w="11981298" h="1765367">
                  <a:moveTo>
                    <a:pt x="0" y="8172"/>
                  </a:moveTo>
                  <a:lnTo>
                    <a:pt x="1471387" y="8172"/>
                  </a:lnTo>
                  <a:lnTo>
                    <a:pt x="1472588" y="8215"/>
                  </a:lnTo>
                  <a:lnTo>
                    <a:pt x="1480472" y="8520"/>
                  </a:lnTo>
                  <a:lnTo>
                    <a:pt x="1500313" y="9362"/>
                  </a:lnTo>
                  <a:lnTo>
                    <a:pt x="1535706" y="11020"/>
                  </a:lnTo>
                  <a:lnTo>
                    <a:pt x="1588297" y="13748"/>
                  </a:lnTo>
                  <a:lnTo>
                    <a:pt x="1657660" y="17752"/>
                  </a:lnTo>
                  <a:lnTo>
                    <a:pt x="1741494" y="23169"/>
                  </a:lnTo>
                  <a:lnTo>
                    <a:pt x="1836156" y="30063"/>
                  </a:lnTo>
                  <a:lnTo>
                    <a:pt x="1937377" y="38441"/>
                  </a:lnTo>
                  <a:lnTo>
                    <a:pt x="2040971" y="48277"/>
                  </a:lnTo>
                  <a:lnTo>
                    <a:pt x="2143354" y="59538"/>
                  </a:lnTo>
                  <a:lnTo>
                    <a:pt x="2241820" y="72213"/>
                  </a:lnTo>
                  <a:lnTo>
                    <a:pt x="2334593" y="86332"/>
                  </a:lnTo>
                  <a:lnTo>
                    <a:pt x="2420728" y="101973"/>
                  </a:lnTo>
                  <a:lnTo>
                    <a:pt x="2499942" y="119268"/>
                  </a:lnTo>
                  <a:lnTo>
                    <a:pt x="2572427" y="138403"/>
                  </a:lnTo>
                  <a:lnTo>
                    <a:pt x="2638699" y="159616"/>
                  </a:lnTo>
                  <a:lnTo>
                    <a:pt x="2699461" y="183183"/>
                  </a:lnTo>
                  <a:lnTo>
                    <a:pt x="2755513" y="209406"/>
                  </a:lnTo>
                  <a:lnTo>
                    <a:pt x="2807684" y="238585"/>
                  </a:lnTo>
                  <a:lnTo>
                    <a:pt x="2856773" y="270969"/>
                  </a:lnTo>
                  <a:lnTo>
                    <a:pt x="2896531" y="301038"/>
                  </a:lnTo>
                  <a:lnTo>
                    <a:pt x="2941107" y="338984"/>
                  </a:lnTo>
                  <a:lnTo>
                    <a:pt x="2984416" y="380233"/>
                  </a:lnTo>
                  <a:lnTo>
                    <a:pt x="3026867" y="424847"/>
                  </a:lnTo>
                  <a:lnTo>
                    <a:pt x="3068776" y="472810"/>
                  </a:lnTo>
                  <a:lnTo>
                    <a:pt x="3110380" y="524016"/>
                  </a:lnTo>
                  <a:lnTo>
                    <a:pt x="3151849" y="578262"/>
                  </a:lnTo>
                  <a:lnTo>
                    <a:pt x="3193299" y="635249"/>
                  </a:lnTo>
                  <a:lnTo>
                    <a:pt x="3234796" y="694582"/>
                  </a:lnTo>
                  <a:lnTo>
                    <a:pt x="3276365" y="755776"/>
                  </a:lnTo>
                  <a:lnTo>
                    <a:pt x="3318002" y="818275"/>
                  </a:lnTo>
                  <a:lnTo>
                    <a:pt x="3359680" y="881467"/>
                  </a:lnTo>
                  <a:lnTo>
                    <a:pt x="3401362" y="944713"/>
                  </a:lnTo>
                  <a:lnTo>
                    <a:pt x="3443008" y="1007371"/>
                  </a:lnTo>
                  <a:lnTo>
                    <a:pt x="3484590" y="1068825"/>
                  </a:lnTo>
                  <a:lnTo>
                    <a:pt x="3526098" y="1128505"/>
                  </a:lnTo>
                  <a:lnTo>
                    <a:pt x="3567552" y="1185915"/>
                  </a:lnTo>
                  <a:lnTo>
                    <a:pt x="3609012" y="1240644"/>
                  </a:lnTo>
                  <a:lnTo>
                    <a:pt x="3650583" y="1292376"/>
                  </a:lnTo>
                  <a:lnTo>
                    <a:pt x="3692426" y="1340892"/>
                  </a:lnTo>
                  <a:lnTo>
                    <a:pt x="3734767" y="1386070"/>
                  </a:lnTo>
                  <a:lnTo>
                    <a:pt x="3777907" y="1427881"/>
                  </a:lnTo>
                  <a:lnTo>
                    <a:pt x="3822237" y="1466372"/>
                  </a:lnTo>
                  <a:lnTo>
                    <a:pt x="3829811" y="1472501"/>
                  </a:lnTo>
                  <a:lnTo>
                    <a:pt x="3876859" y="1507705"/>
                  </a:lnTo>
                  <a:lnTo>
                    <a:pt x="3926368" y="1539589"/>
                  </a:lnTo>
                  <a:lnTo>
                    <a:pt x="3979075" y="1568301"/>
                  </a:lnTo>
                  <a:lnTo>
                    <a:pt x="4035790" y="1594101"/>
                  </a:lnTo>
                  <a:lnTo>
                    <a:pt x="4097339" y="1617291"/>
                  </a:lnTo>
                  <a:lnTo>
                    <a:pt x="4164513" y="1638171"/>
                  </a:lnTo>
                  <a:lnTo>
                    <a:pt x="4237994" y="1657013"/>
                  </a:lnTo>
                  <a:lnTo>
                    <a:pt x="4318256" y="1674046"/>
                  </a:lnTo>
                  <a:lnTo>
                    <a:pt x="4405433" y="1689448"/>
                  </a:lnTo>
                  <a:lnTo>
                    <a:pt x="4499151" y="1703344"/>
                  </a:lnTo>
                  <a:lnTo>
                    <a:pt x="4598349" y="1715804"/>
                  </a:lnTo>
                  <a:lnTo>
                    <a:pt x="4701113" y="1726850"/>
                  </a:lnTo>
                  <a:lnTo>
                    <a:pt x="4804597" y="1736466"/>
                  </a:lnTo>
                  <a:lnTo>
                    <a:pt x="4905101" y="1744620"/>
                  </a:lnTo>
                  <a:lnTo>
                    <a:pt x="4998385" y="1751288"/>
                  </a:lnTo>
                  <a:lnTo>
                    <a:pt x="5080230" y="1756485"/>
                  </a:lnTo>
                  <a:lnTo>
                    <a:pt x="5147150" y="1760284"/>
                  </a:lnTo>
                  <a:lnTo>
                    <a:pt x="5197105" y="1762835"/>
                  </a:lnTo>
                  <a:lnTo>
                    <a:pt x="5229978" y="1764351"/>
                  </a:lnTo>
                  <a:lnTo>
                    <a:pt x="5247726" y="1765094"/>
                  </a:lnTo>
                  <a:lnTo>
                    <a:pt x="5254216" y="1765341"/>
                  </a:lnTo>
                  <a:lnTo>
                    <a:pt x="5254955" y="1765367"/>
                  </a:lnTo>
                  <a:lnTo>
                    <a:pt x="6726343" y="1765367"/>
                  </a:lnTo>
                  <a:lnTo>
                    <a:pt x="6727579" y="1765359"/>
                  </a:lnTo>
                  <a:lnTo>
                    <a:pt x="6735692" y="1765297"/>
                  </a:lnTo>
                  <a:lnTo>
                    <a:pt x="6756090" y="1765128"/>
                  </a:lnTo>
                  <a:lnTo>
                    <a:pt x="6792429" y="1764794"/>
                  </a:lnTo>
                  <a:lnTo>
                    <a:pt x="6846331" y="1764245"/>
                  </a:lnTo>
                  <a:lnTo>
                    <a:pt x="6917262" y="1763440"/>
                  </a:lnTo>
                  <a:lnTo>
                    <a:pt x="7002763" y="1762353"/>
                  </a:lnTo>
                  <a:lnTo>
                    <a:pt x="7099015" y="1760971"/>
                  </a:lnTo>
                  <a:lnTo>
                    <a:pt x="7201606" y="1759293"/>
                  </a:lnTo>
                  <a:lnTo>
                    <a:pt x="7306258" y="1757326"/>
                  </a:lnTo>
                  <a:lnTo>
                    <a:pt x="7409358" y="1755075"/>
                  </a:lnTo>
                  <a:lnTo>
                    <a:pt x="7508220" y="1752541"/>
                  </a:lnTo>
                  <a:lnTo>
                    <a:pt x="7601119" y="1749719"/>
                  </a:lnTo>
                  <a:lnTo>
                    <a:pt x="7687176" y="1746591"/>
                  </a:lnTo>
                  <a:lnTo>
                    <a:pt x="7766175" y="1743129"/>
                  </a:lnTo>
                  <a:lnTo>
                    <a:pt x="7838374" y="1739293"/>
                  </a:lnTo>
                  <a:lnTo>
                    <a:pt x="7904339" y="1735035"/>
                  </a:lnTo>
                  <a:lnTo>
                    <a:pt x="7964817" y="1730298"/>
                  </a:lnTo>
                  <a:lnTo>
                    <a:pt x="8020642" y="1725021"/>
                  </a:lnTo>
                  <a:lnTo>
                    <a:pt x="8072667" y="1719144"/>
                  </a:lnTo>
                  <a:lnTo>
                    <a:pt x="8121704" y="1712621"/>
                  </a:lnTo>
                  <a:lnTo>
                    <a:pt x="8151487" y="1708156"/>
                  </a:lnTo>
                  <a:lnTo>
                    <a:pt x="8206924" y="1698802"/>
                  </a:lnTo>
                  <a:lnTo>
                    <a:pt x="8260553" y="1688437"/>
                  </a:lnTo>
                  <a:lnTo>
                    <a:pt x="8313099" y="1677047"/>
                  </a:lnTo>
                  <a:lnTo>
                    <a:pt x="8365081" y="1664661"/>
                  </a:lnTo>
                  <a:lnTo>
                    <a:pt x="8416849" y="1651349"/>
                  </a:lnTo>
                  <a:lnTo>
                    <a:pt x="8468614" y="1637231"/>
                  </a:lnTo>
                  <a:lnTo>
                    <a:pt x="8520476" y="1622469"/>
                  </a:lnTo>
                  <a:lnTo>
                    <a:pt x="8572448" y="1607265"/>
                  </a:lnTo>
                  <a:lnTo>
                    <a:pt x="8624484" y="1591848"/>
                  </a:lnTo>
                  <a:lnTo>
                    <a:pt x="8676511" y="1576460"/>
                  </a:lnTo>
                  <a:lnTo>
                    <a:pt x="8728458" y="1561344"/>
                  </a:lnTo>
                  <a:lnTo>
                    <a:pt x="8780292" y="1546722"/>
                  </a:lnTo>
                  <a:lnTo>
                    <a:pt x="8832045" y="1532787"/>
                  </a:lnTo>
                  <a:lnTo>
                    <a:pt x="8883840" y="1519693"/>
                  </a:lnTo>
                  <a:lnTo>
                    <a:pt x="8935922" y="1507545"/>
                  </a:lnTo>
                  <a:lnTo>
                    <a:pt x="8988678" y="1496404"/>
                  </a:lnTo>
                  <a:lnTo>
                    <a:pt x="9042673" y="1486289"/>
                  </a:lnTo>
                  <a:lnTo>
                    <a:pt x="9084767" y="1479312"/>
                  </a:lnTo>
                  <a:lnTo>
                    <a:pt x="9132296" y="1472370"/>
                  </a:lnTo>
                  <a:lnTo>
                    <a:pt x="9182342" y="1466089"/>
                  </a:lnTo>
                  <a:lnTo>
                    <a:pt x="9235668" y="1460439"/>
                  </a:lnTo>
                  <a:lnTo>
                    <a:pt x="9293106" y="1455367"/>
                  </a:lnTo>
                  <a:lnTo>
                    <a:pt x="9355509" y="1450814"/>
                  </a:lnTo>
                  <a:lnTo>
                    <a:pt x="9423688" y="1446717"/>
                  </a:lnTo>
                  <a:lnTo>
                    <a:pt x="9498337" y="1443024"/>
                  </a:lnTo>
                  <a:lnTo>
                    <a:pt x="9579924" y="1439689"/>
                  </a:lnTo>
                  <a:lnTo>
                    <a:pt x="9668555" y="1436676"/>
                  </a:lnTo>
                  <a:lnTo>
                    <a:pt x="9763792" y="1433962"/>
                  </a:lnTo>
                  <a:lnTo>
                    <a:pt x="9864464" y="1431533"/>
                  </a:lnTo>
                  <a:lnTo>
                    <a:pt x="9968499" y="1429386"/>
                  </a:lnTo>
                  <a:lnTo>
                    <a:pt x="10072857" y="1427524"/>
                  </a:lnTo>
                  <a:lnTo>
                    <a:pt x="10173634" y="1425954"/>
                  </a:lnTo>
                  <a:lnTo>
                    <a:pt x="10266428" y="1424681"/>
                  </a:lnTo>
                  <a:lnTo>
                    <a:pt x="10346955" y="1423700"/>
                  </a:lnTo>
                  <a:lnTo>
                    <a:pt x="10411813" y="1422993"/>
                  </a:lnTo>
                  <a:lnTo>
                    <a:pt x="10459200" y="1422529"/>
                  </a:lnTo>
                  <a:lnTo>
                    <a:pt x="10489371" y="1422262"/>
                  </a:lnTo>
                  <a:lnTo>
                    <a:pt x="10504724" y="1422139"/>
                  </a:lnTo>
                  <a:lnTo>
                    <a:pt x="10509592" y="1422103"/>
                  </a:lnTo>
                  <a:lnTo>
                    <a:pt x="10509911" y="1422101"/>
                  </a:lnTo>
                  <a:lnTo>
                    <a:pt x="11981298" y="1422101"/>
                  </a:lnTo>
                  <a:lnTo>
                    <a:pt x="11981298" y="1413928"/>
                  </a:lnTo>
                  <a:lnTo>
                    <a:pt x="10509911" y="1413928"/>
                  </a:lnTo>
                  <a:lnTo>
                    <a:pt x="10508674" y="1413937"/>
                  </a:lnTo>
                  <a:lnTo>
                    <a:pt x="10500562" y="1413998"/>
                  </a:lnTo>
                  <a:lnTo>
                    <a:pt x="10480163" y="1414168"/>
                  </a:lnTo>
                  <a:lnTo>
                    <a:pt x="10443824" y="1414501"/>
                  </a:lnTo>
                  <a:lnTo>
                    <a:pt x="10389922" y="1415050"/>
                  </a:lnTo>
                  <a:lnTo>
                    <a:pt x="10318991" y="1415855"/>
                  </a:lnTo>
                  <a:lnTo>
                    <a:pt x="10233490" y="1416942"/>
                  </a:lnTo>
                  <a:lnTo>
                    <a:pt x="10137238" y="1418325"/>
                  </a:lnTo>
                  <a:lnTo>
                    <a:pt x="10034647" y="1420002"/>
                  </a:lnTo>
                  <a:lnTo>
                    <a:pt x="9929995" y="1421970"/>
                  </a:lnTo>
                  <a:lnTo>
                    <a:pt x="9826895" y="1424221"/>
                  </a:lnTo>
                  <a:lnTo>
                    <a:pt x="9728033" y="1426754"/>
                  </a:lnTo>
                  <a:lnTo>
                    <a:pt x="9635134" y="1429576"/>
                  </a:lnTo>
                  <a:lnTo>
                    <a:pt x="9549077" y="1432704"/>
                  </a:lnTo>
                  <a:lnTo>
                    <a:pt x="9470078" y="1436167"/>
                  </a:lnTo>
                  <a:lnTo>
                    <a:pt x="9397879" y="1440002"/>
                  </a:lnTo>
                  <a:lnTo>
                    <a:pt x="9331914" y="1444260"/>
                  </a:lnTo>
                  <a:lnTo>
                    <a:pt x="9271436" y="1448997"/>
                  </a:lnTo>
                  <a:lnTo>
                    <a:pt x="9215611" y="1454275"/>
                  </a:lnTo>
                  <a:lnTo>
                    <a:pt x="9163587" y="1460151"/>
                  </a:lnTo>
                  <a:lnTo>
                    <a:pt x="9114550" y="1466674"/>
                  </a:lnTo>
                  <a:lnTo>
                    <a:pt x="9084767" y="1471139"/>
                  </a:lnTo>
                  <a:lnTo>
                    <a:pt x="9029329" y="1480493"/>
                  </a:lnTo>
                  <a:lnTo>
                    <a:pt x="8975700" y="1490858"/>
                  </a:lnTo>
                  <a:lnTo>
                    <a:pt x="8923154" y="1502248"/>
                  </a:lnTo>
                  <a:lnTo>
                    <a:pt x="8871172" y="1514635"/>
                  </a:lnTo>
                  <a:lnTo>
                    <a:pt x="8819404" y="1527946"/>
                  </a:lnTo>
                  <a:lnTo>
                    <a:pt x="8767639" y="1542064"/>
                  </a:lnTo>
                  <a:lnTo>
                    <a:pt x="8715777" y="1556826"/>
                  </a:lnTo>
                  <a:lnTo>
                    <a:pt x="8663805" y="1572030"/>
                  </a:lnTo>
                  <a:lnTo>
                    <a:pt x="8611769" y="1587448"/>
                  </a:lnTo>
                  <a:lnTo>
                    <a:pt x="8559743" y="1602835"/>
                  </a:lnTo>
                  <a:lnTo>
                    <a:pt x="8507795" y="1617952"/>
                  </a:lnTo>
                  <a:lnTo>
                    <a:pt x="8455961" y="1632574"/>
                  </a:lnTo>
                  <a:lnTo>
                    <a:pt x="8404208" y="1646508"/>
                  </a:lnTo>
                  <a:lnTo>
                    <a:pt x="8352413" y="1659603"/>
                  </a:lnTo>
                  <a:lnTo>
                    <a:pt x="8300331" y="1671751"/>
                  </a:lnTo>
                  <a:lnTo>
                    <a:pt x="8247575" y="1682891"/>
                  </a:lnTo>
                  <a:lnTo>
                    <a:pt x="8193580" y="1693007"/>
                  </a:lnTo>
                  <a:lnTo>
                    <a:pt x="8151487" y="1699983"/>
                  </a:lnTo>
                  <a:lnTo>
                    <a:pt x="8103957" y="1706926"/>
                  </a:lnTo>
                  <a:lnTo>
                    <a:pt x="8053911" y="1713207"/>
                  </a:lnTo>
                  <a:lnTo>
                    <a:pt x="8000586" y="1718857"/>
                  </a:lnTo>
                  <a:lnTo>
                    <a:pt x="7943147" y="1723928"/>
                  </a:lnTo>
                  <a:lnTo>
                    <a:pt x="7880744" y="1728482"/>
                  </a:lnTo>
                  <a:lnTo>
                    <a:pt x="7812565" y="1732578"/>
                  </a:lnTo>
                  <a:lnTo>
                    <a:pt x="7737916" y="1736271"/>
                  </a:lnTo>
                  <a:lnTo>
                    <a:pt x="7656329" y="1739606"/>
                  </a:lnTo>
                  <a:lnTo>
                    <a:pt x="7567698" y="1742619"/>
                  </a:lnTo>
                  <a:lnTo>
                    <a:pt x="7472461" y="1745334"/>
                  </a:lnTo>
                  <a:lnTo>
                    <a:pt x="7371790" y="1747763"/>
                  </a:lnTo>
                  <a:lnTo>
                    <a:pt x="7267754" y="1749910"/>
                  </a:lnTo>
                  <a:lnTo>
                    <a:pt x="7163397" y="1751771"/>
                  </a:lnTo>
                  <a:lnTo>
                    <a:pt x="7062620" y="1753341"/>
                  </a:lnTo>
                  <a:lnTo>
                    <a:pt x="6969825" y="1754614"/>
                  </a:lnTo>
                  <a:lnTo>
                    <a:pt x="6889298" y="1755595"/>
                  </a:lnTo>
                  <a:lnTo>
                    <a:pt x="6824441" y="1756302"/>
                  </a:lnTo>
                  <a:lnTo>
                    <a:pt x="6777053" y="1756766"/>
                  </a:lnTo>
                  <a:lnTo>
                    <a:pt x="6746882" y="1757033"/>
                  </a:lnTo>
                  <a:lnTo>
                    <a:pt x="6731529" y="1757156"/>
                  </a:lnTo>
                  <a:lnTo>
                    <a:pt x="6726661" y="1757192"/>
                  </a:lnTo>
                  <a:lnTo>
                    <a:pt x="6726343" y="1757194"/>
                  </a:lnTo>
                  <a:lnTo>
                    <a:pt x="5254955" y="1757194"/>
                  </a:lnTo>
                  <a:lnTo>
                    <a:pt x="5253754" y="1757151"/>
                  </a:lnTo>
                  <a:lnTo>
                    <a:pt x="5245870" y="1756847"/>
                  </a:lnTo>
                  <a:lnTo>
                    <a:pt x="5226029" y="1756004"/>
                  </a:lnTo>
                  <a:lnTo>
                    <a:pt x="5190636" y="1754347"/>
                  </a:lnTo>
                  <a:lnTo>
                    <a:pt x="5138045" y="1751619"/>
                  </a:lnTo>
                  <a:lnTo>
                    <a:pt x="5068683" y="1747615"/>
                  </a:lnTo>
                  <a:lnTo>
                    <a:pt x="4984848" y="1742198"/>
                  </a:lnTo>
                  <a:lnTo>
                    <a:pt x="4890187" y="1735304"/>
                  </a:lnTo>
                  <a:lnTo>
                    <a:pt x="4788965" y="1726925"/>
                  </a:lnTo>
                  <a:lnTo>
                    <a:pt x="4685371" y="1717090"/>
                  </a:lnTo>
                  <a:lnTo>
                    <a:pt x="4582988" y="1705829"/>
                  </a:lnTo>
                  <a:lnTo>
                    <a:pt x="4484522" y="1693153"/>
                  </a:lnTo>
                  <a:lnTo>
                    <a:pt x="4391749" y="1679034"/>
                  </a:lnTo>
                  <a:lnTo>
                    <a:pt x="4305614" y="1663394"/>
                  </a:lnTo>
                  <a:lnTo>
                    <a:pt x="4226401" y="1646099"/>
                  </a:lnTo>
                  <a:lnTo>
                    <a:pt x="4153915" y="1626963"/>
                  </a:lnTo>
                  <a:lnTo>
                    <a:pt x="4087643" y="1605751"/>
                  </a:lnTo>
                  <a:lnTo>
                    <a:pt x="4026881" y="1582184"/>
                  </a:lnTo>
                  <a:lnTo>
                    <a:pt x="3970829" y="1555960"/>
                  </a:lnTo>
                  <a:lnTo>
                    <a:pt x="3918658" y="1526781"/>
                  </a:lnTo>
                  <a:lnTo>
                    <a:pt x="3869569" y="1494398"/>
                  </a:lnTo>
                  <a:lnTo>
                    <a:pt x="3829811" y="1464328"/>
                  </a:lnTo>
                  <a:lnTo>
                    <a:pt x="3785236" y="1426383"/>
                  </a:lnTo>
                  <a:lnTo>
                    <a:pt x="3741926" y="1385134"/>
                  </a:lnTo>
                  <a:lnTo>
                    <a:pt x="3699475" y="1340519"/>
                  </a:lnTo>
                  <a:lnTo>
                    <a:pt x="3657566" y="1292556"/>
                  </a:lnTo>
                  <a:lnTo>
                    <a:pt x="3615962" y="1241351"/>
                  </a:lnTo>
                  <a:lnTo>
                    <a:pt x="3574493" y="1187105"/>
                  </a:lnTo>
                  <a:lnTo>
                    <a:pt x="3533043" y="1130117"/>
                  </a:lnTo>
                  <a:lnTo>
                    <a:pt x="3491546" y="1070784"/>
                  </a:lnTo>
                  <a:lnTo>
                    <a:pt x="3449977" y="1009590"/>
                  </a:lnTo>
                  <a:lnTo>
                    <a:pt x="3408340" y="947092"/>
                  </a:lnTo>
                  <a:lnTo>
                    <a:pt x="3366662" y="883900"/>
                  </a:lnTo>
                  <a:lnTo>
                    <a:pt x="3324980" y="820654"/>
                  </a:lnTo>
                  <a:lnTo>
                    <a:pt x="3283334" y="757995"/>
                  </a:lnTo>
                  <a:lnTo>
                    <a:pt x="3241752" y="696542"/>
                  </a:lnTo>
                  <a:lnTo>
                    <a:pt x="3200244" y="636862"/>
                  </a:lnTo>
                  <a:lnTo>
                    <a:pt x="3158790" y="579451"/>
                  </a:lnTo>
                  <a:lnTo>
                    <a:pt x="3117330" y="524722"/>
                  </a:lnTo>
                  <a:lnTo>
                    <a:pt x="3075759" y="472991"/>
                  </a:lnTo>
                  <a:lnTo>
                    <a:pt x="3033916" y="424475"/>
                  </a:lnTo>
                  <a:lnTo>
                    <a:pt x="2991575" y="379296"/>
                  </a:lnTo>
                  <a:lnTo>
                    <a:pt x="2948436" y="337486"/>
                  </a:lnTo>
                  <a:lnTo>
                    <a:pt x="2904105" y="298995"/>
                  </a:lnTo>
                  <a:lnTo>
                    <a:pt x="2896531" y="292865"/>
                  </a:lnTo>
                  <a:lnTo>
                    <a:pt x="2849483" y="257662"/>
                  </a:lnTo>
                  <a:lnTo>
                    <a:pt x="2799974" y="225777"/>
                  </a:lnTo>
                  <a:lnTo>
                    <a:pt x="2747267" y="197065"/>
                  </a:lnTo>
                  <a:lnTo>
                    <a:pt x="2690553" y="171265"/>
                  </a:lnTo>
                  <a:lnTo>
                    <a:pt x="2629004" y="148075"/>
                  </a:lnTo>
                  <a:lnTo>
                    <a:pt x="2561829" y="127195"/>
                  </a:lnTo>
                  <a:lnTo>
                    <a:pt x="2488348" y="108353"/>
                  </a:lnTo>
                  <a:lnTo>
                    <a:pt x="2408086" y="91321"/>
                  </a:lnTo>
                  <a:lnTo>
                    <a:pt x="2320909" y="75918"/>
                  </a:lnTo>
                  <a:lnTo>
                    <a:pt x="2227191" y="62023"/>
                  </a:lnTo>
                  <a:lnTo>
                    <a:pt x="2127993" y="49563"/>
                  </a:lnTo>
                  <a:lnTo>
                    <a:pt x="2025229" y="38517"/>
                  </a:lnTo>
                  <a:lnTo>
                    <a:pt x="1921745" y="28901"/>
                  </a:lnTo>
                  <a:lnTo>
                    <a:pt x="1821242" y="20747"/>
                  </a:lnTo>
                  <a:lnTo>
                    <a:pt x="1727957" y="14078"/>
                  </a:lnTo>
                  <a:lnTo>
                    <a:pt x="1646112" y="8882"/>
                  </a:lnTo>
                  <a:lnTo>
                    <a:pt x="1579192" y="5082"/>
                  </a:lnTo>
                  <a:lnTo>
                    <a:pt x="1529237" y="2532"/>
                  </a:lnTo>
                  <a:lnTo>
                    <a:pt x="1496364" y="1015"/>
                  </a:lnTo>
                  <a:lnTo>
                    <a:pt x="1478616" y="273"/>
                  </a:lnTo>
                  <a:lnTo>
                    <a:pt x="1472126" y="25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47" name="pl147"/>
            <p:cNvSpPr/>
            <p:nvPr/>
          </p:nvSpPr>
          <p:spPr>
            <a:xfrm>
              <a:off x="4799595" y="4334103"/>
              <a:ext cx="11981298" cy="1757194"/>
            </a:xfrm>
            <a:custGeom>
              <a:avLst/>
              <a:pathLst>
                <a:path w="11981298" h="1757194">
                  <a:moveTo>
                    <a:pt x="0" y="0"/>
                  </a:moveTo>
                  <a:lnTo>
                    <a:pt x="1471387" y="0"/>
                  </a:lnTo>
                  <a:lnTo>
                    <a:pt x="1472588" y="42"/>
                  </a:lnTo>
                  <a:lnTo>
                    <a:pt x="1480472" y="347"/>
                  </a:lnTo>
                  <a:lnTo>
                    <a:pt x="1500313" y="1189"/>
                  </a:lnTo>
                  <a:lnTo>
                    <a:pt x="1535706" y="2847"/>
                  </a:lnTo>
                  <a:lnTo>
                    <a:pt x="1588297" y="5575"/>
                  </a:lnTo>
                  <a:lnTo>
                    <a:pt x="1657660" y="9579"/>
                  </a:lnTo>
                  <a:lnTo>
                    <a:pt x="1741494" y="14996"/>
                  </a:lnTo>
                  <a:lnTo>
                    <a:pt x="1836156" y="21890"/>
                  </a:lnTo>
                  <a:lnTo>
                    <a:pt x="1937377" y="30268"/>
                  </a:lnTo>
                  <a:lnTo>
                    <a:pt x="2040971" y="40104"/>
                  </a:lnTo>
                  <a:lnTo>
                    <a:pt x="2143354" y="51365"/>
                  </a:lnTo>
                  <a:lnTo>
                    <a:pt x="2241820" y="64040"/>
                  </a:lnTo>
                  <a:lnTo>
                    <a:pt x="2334593" y="78159"/>
                  </a:lnTo>
                  <a:lnTo>
                    <a:pt x="2420728" y="93800"/>
                  </a:lnTo>
                  <a:lnTo>
                    <a:pt x="2499942" y="111095"/>
                  </a:lnTo>
                  <a:lnTo>
                    <a:pt x="2572427" y="130230"/>
                  </a:lnTo>
                  <a:lnTo>
                    <a:pt x="2638699" y="151443"/>
                  </a:lnTo>
                  <a:lnTo>
                    <a:pt x="2699461" y="175010"/>
                  </a:lnTo>
                  <a:lnTo>
                    <a:pt x="2755513" y="201233"/>
                  </a:lnTo>
                  <a:lnTo>
                    <a:pt x="2807684" y="230412"/>
                  </a:lnTo>
                  <a:lnTo>
                    <a:pt x="2856773" y="262796"/>
                  </a:lnTo>
                  <a:lnTo>
                    <a:pt x="2896531" y="292865"/>
                  </a:lnTo>
                  <a:lnTo>
                    <a:pt x="2941107" y="330811"/>
                  </a:lnTo>
                  <a:lnTo>
                    <a:pt x="2984416" y="372060"/>
                  </a:lnTo>
                  <a:lnTo>
                    <a:pt x="3026867" y="416674"/>
                  </a:lnTo>
                  <a:lnTo>
                    <a:pt x="3068776" y="464637"/>
                  </a:lnTo>
                  <a:lnTo>
                    <a:pt x="3110380" y="515843"/>
                  </a:lnTo>
                  <a:lnTo>
                    <a:pt x="3151849" y="570089"/>
                  </a:lnTo>
                  <a:lnTo>
                    <a:pt x="3193299" y="627076"/>
                  </a:lnTo>
                  <a:lnTo>
                    <a:pt x="3234796" y="686409"/>
                  </a:lnTo>
                  <a:lnTo>
                    <a:pt x="3276365" y="747603"/>
                  </a:lnTo>
                  <a:lnTo>
                    <a:pt x="3318002" y="810102"/>
                  </a:lnTo>
                  <a:lnTo>
                    <a:pt x="3359680" y="873294"/>
                  </a:lnTo>
                  <a:lnTo>
                    <a:pt x="3401362" y="936540"/>
                  </a:lnTo>
                  <a:lnTo>
                    <a:pt x="3443008" y="999198"/>
                  </a:lnTo>
                  <a:lnTo>
                    <a:pt x="3484590" y="1060652"/>
                  </a:lnTo>
                  <a:lnTo>
                    <a:pt x="3526098" y="1120332"/>
                  </a:lnTo>
                  <a:lnTo>
                    <a:pt x="3567552" y="1177742"/>
                  </a:lnTo>
                  <a:lnTo>
                    <a:pt x="3609012" y="1232471"/>
                  </a:lnTo>
                  <a:lnTo>
                    <a:pt x="3650583" y="1284203"/>
                  </a:lnTo>
                  <a:lnTo>
                    <a:pt x="3692426" y="1332719"/>
                  </a:lnTo>
                  <a:lnTo>
                    <a:pt x="3734767" y="1377897"/>
                  </a:lnTo>
                  <a:lnTo>
                    <a:pt x="3777907" y="1419708"/>
                  </a:lnTo>
                  <a:lnTo>
                    <a:pt x="3822237" y="1458199"/>
                  </a:lnTo>
                  <a:lnTo>
                    <a:pt x="3829811" y="1464328"/>
                  </a:lnTo>
                  <a:lnTo>
                    <a:pt x="3876859" y="1499532"/>
                  </a:lnTo>
                  <a:lnTo>
                    <a:pt x="3926368" y="1531416"/>
                  </a:lnTo>
                  <a:lnTo>
                    <a:pt x="3979075" y="1560128"/>
                  </a:lnTo>
                  <a:lnTo>
                    <a:pt x="4035790" y="1585928"/>
                  </a:lnTo>
                  <a:lnTo>
                    <a:pt x="4097339" y="1609118"/>
                  </a:lnTo>
                  <a:lnTo>
                    <a:pt x="4164513" y="1629998"/>
                  </a:lnTo>
                  <a:lnTo>
                    <a:pt x="4237994" y="1648840"/>
                  </a:lnTo>
                  <a:lnTo>
                    <a:pt x="4318256" y="1665873"/>
                  </a:lnTo>
                  <a:lnTo>
                    <a:pt x="4405433" y="1681275"/>
                  </a:lnTo>
                  <a:lnTo>
                    <a:pt x="4499151" y="1695171"/>
                  </a:lnTo>
                  <a:lnTo>
                    <a:pt x="4598349" y="1707631"/>
                  </a:lnTo>
                  <a:lnTo>
                    <a:pt x="4701113" y="1718677"/>
                  </a:lnTo>
                  <a:lnTo>
                    <a:pt x="4804597" y="1728293"/>
                  </a:lnTo>
                  <a:lnTo>
                    <a:pt x="4905101" y="1736447"/>
                  </a:lnTo>
                  <a:lnTo>
                    <a:pt x="4998385" y="1743115"/>
                  </a:lnTo>
                  <a:lnTo>
                    <a:pt x="5080230" y="1748312"/>
                  </a:lnTo>
                  <a:lnTo>
                    <a:pt x="5147150" y="1752111"/>
                  </a:lnTo>
                  <a:lnTo>
                    <a:pt x="5197105" y="1754662"/>
                  </a:lnTo>
                  <a:lnTo>
                    <a:pt x="5229978" y="1756178"/>
                  </a:lnTo>
                  <a:lnTo>
                    <a:pt x="5247726" y="1756921"/>
                  </a:lnTo>
                  <a:lnTo>
                    <a:pt x="5254216" y="1757168"/>
                  </a:lnTo>
                  <a:lnTo>
                    <a:pt x="5254955" y="1757194"/>
                  </a:lnTo>
                  <a:lnTo>
                    <a:pt x="6726343" y="1757194"/>
                  </a:lnTo>
                  <a:lnTo>
                    <a:pt x="6727579" y="1757186"/>
                  </a:lnTo>
                  <a:lnTo>
                    <a:pt x="6735692" y="1757124"/>
                  </a:lnTo>
                  <a:lnTo>
                    <a:pt x="6756090" y="1756955"/>
                  </a:lnTo>
                  <a:lnTo>
                    <a:pt x="6792429" y="1756621"/>
                  </a:lnTo>
                  <a:lnTo>
                    <a:pt x="6846331" y="1756072"/>
                  </a:lnTo>
                  <a:lnTo>
                    <a:pt x="6917262" y="1755267"/>
                  </a:lnTo>
                  <a:lnTo>
                    <a:pt x="7002763" y="1754180"/>
                  </a:lnTo>
                  <a:lnTo>
                    <a:pt x="7099015" y="1752798"/>
                  </a:lnTo>
                  <a:lnTo>
                    <a:pt x="7201606" y="1751120"/>
                  </a:lnTo>
                  <a:lnTo>
                    <a:pt x="7306258" y="1749153"/>
                  </a:lnTo>
                  <a:lnTo>
                    <a:pt x="7409358" y="1746902"/>
                  </a:lnTo>
                  <a:lnTo>
                    <a:pt x="7508220" y="1744368"/>
                  </a:lnTo>
                  <a:lnTo>
                    <a:pt x="7601119" y="1741546"/>
                  </a:lnTo>
                  <a:lnTo>
                    <a:pt x="7687176" y="1738418"/>
                  </a:lnTo>
                  <a:lnTo>
                    <a:pt x="7766175" y="1734956"/>
                  </a:lnTo>
                  <a:lnTo>
                    <a:pt x="7838374" y="1731120"/>
                  </a:lnTo>
                  <a:lnTo>
                    <a:pt x="7904339" y="1726862"/>
                  </a:lnTo>
                  <a:lnTo>
                    <a:pt x="7964817" y="1722125"/>
                  </a:lnTo>
                  <a:lnTo>
                    <a:pt x="8020642" y="1716848"/>
                  </a:lnTo>
                  <a:lnTo>
                    <a:pt x="8072667" y="1710971"/>
                  </a:lnTo>
                  <a:lnTo>
                    <a:pt x="8121704" y="1704448"/>
                  </a:lnTo>
                  <a:lnTo>
                    <a:pt x="8151487" y="1699983"/>
                  </a:lnTo>
                  <a:lnTo>
                    <a:pt x="8206924" y="1690629"/>
                  </a:lnTo>
                  <a:lnTo>
                    <a:pt x="8260553" y="1680264"/>
                  </a:lnTo>
                  <a:lnTo>
                    <a:pt x="8313099" y="1668874"/>
                  </a:lnTo>
                  <a:lnTo>
                    <a:pt x="8365081" y="1656488"/>
                  </a:lnTo>
                  <a:lnTo>
                    <a:pt x="8416849" y="1643176"/>
                  </a:lnTo>
                  <a:lnTo>
                    <a:pt x="8468614" y="1629058"/>
                  </a:lnTo>
                  <a:lnTo>
                    <a:pt x="8520476" y="1614296"/>
                  </a:lnTo>
                  <a:lnTo>
                    <a:pt x="8572448" y="1599092"/>
                  </a:lnTo>
                  <a:lnTo>
                    <a:pt x="8624484" y="1583675"/>
                  </a:lnTo>
                  <a:lnTo>
                    <a:pt x="8676511" y="1568287"/>
                  </a:lnTo>
                  <a:lnTo>
                    <a:pt x="8728458" y="1553171"/>
                  </a:lnTo>
                  <a:lnTo>
                    <a:pt x="8780292" y="1538549"/>
                  </a:lnTo>
                  <a:lnTo>
                    <a:pt x="8832045" y="1524614"/>
                  </a:lnTo>
                  <a:lnTo>
                    <a:pt x="8883840" y="1511520"/>
                  </a:lnTo>
                  <a:lnTo>
                    <a:pt x="8935922" y="1499372"/>
                  </a:lnTo>
                  <a:lnTo>
                    <a:pt x="8988678" y="1488231"/>
                  </a:lnTo>
                  <a:lnTo>
                    <a:pt x="9042673" y="1478116"/>
                  </a:lnTo>
                  <a:lnTo>
                    <a:pt x="9084767" y="1471139"/>
                  </a:lnTo>
                  <a:lnTo>
                    <a:pt x="9132296" y="1464197"/>
                  </a:lnTo>
                  <a:lnTo>
                    <a:pt x="9182342" y="1457916"/>
                  </a:lnTo>
                  <a:lnTo>
                    <a:pt x="9235668" y="1452266"/>
                  </a:lnTo>
                  <a:lnTo>
                    <a:pt x="9293106" y="1447194"/>
                  </a:lnTo>
                  <a:lnTo>
                    <a:pt x="9355509" y="1442641"/>
                  </a:lnTo>
                  <a:lnTo>
                    <a:pt x="9423688" y="1438544"/>
                  </a:lnTo>
                  <a:lnTo>
                    <a:pt x="9498337" y="1434851"/>
                  </a:lnTo>
                  <a:lnTo>
                    <a:pt x="9579924" y="1431516"/>
                  </a:lnTo>
                  <a:lnTo>
                    <a:pt x="9668555" y="1428503"/>
                  </a:lnTo>
                  <a:lnTo>
                    <a:pt x="9763792" y="1425789"/>
                  </a:lnTo>
                  <a:lnTo>
                    <a:pt x="9864464" y="1423360"/>
                  </a:lnTo>
                  <a:lnTo>
                    <a:pt x="9968499" y="1421213"/>
                  </a:lnTo>
                  <a:lnTo>
                    <a:pt x="10072857" y="1419351"/>
                  </a:lnTo>
                  <a:lnTo>
                    <a:pt x="10173634" y="1417781"/>
                  </a:lnTo>
                  <a:lnTo>
                    <a:pt x="10266428" y="1416508"/>
                  </a:lnTo>
                  <a:lnTo>
                    <a:pt x="10346955" y="1415527"/>
                  </a:lnTo>
                  <a:lnTo>
                    <a:pt x="10411813" y="1414820"/>
                  </a:lnTo>
                  <a:lnTo>
                    <a:pt x="10459200" y="1414356"/>
                  </a:lnTo>
                  <a:lnTo>
                    <a:pt x="10489371" y="1414089"/>
                  </a:lnTo>
                  <a:lnTo>
                    <a:pt x="10504724" y="1413966"/>
                  </a:lnTo>
                  <a:lnTo>
                    <a:pt x="10509592" y="1413930"/>
                  </a:lnTo>
                  <a:lnTo>
                    <a:pt x="10509911" y="1413928"/>
                  </a:lnTo>
                  <a:lnTo>
                    <a:pt x="11981298" y="141392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8" name="pl148"/>
            <p:cNvSpPr/>
            <p:nvPr/>
          </p:nvSpPr>
          <p:spPr>
            <a:xfrm>
              <a:off x="4799595" y="4325930"/>
              <a:ext cx="11981298" cy="1757194"/>
            </a:xfrm>
            <a:custGeom>
              <a:avLst/>
              <a:pathLst>
                <a:path w="11981298" h="1757194">
                  <a:moveTo>
                    <a:pt x="11981298" y="1413928"/>
                  </a:moveTo>
                  <a:lnTo>
                    <a:pt x="10509911" y="1413928"/>
                  </a:lnTo>
                  <a:lnTo>
                    <a:pt x="10508674" y="1413937"/>
                  </a:lnTo>
                  <a:lnTo>
                    <a:pt x="10500562" y="1413998"/>
                  </a:lnTo>
                  <a:lnTo>
                    <a:pt x="10480163" y="1414168"/>
                  </a:lnTo>
                  <a:lnTo>
                    <a:pt x="10443824" y="1414501"/>
                  </a:lnTo>
                  <a:lnTo>
                    <a:pt x="10389922" y="1415050"/>
                  </a:lnTo>
                  <a:lnTo>
                    <a:pt x="10318991" y="1415855"/>
                  </a:lnTo>
                  <a:lnTo>
                    <a:pt x="10233490" y="1416942"/>
                  </a:lnTo>
                  <a:lnTo>
                    <a:pt x="10137238" y="1418325"/>
                  </a:lnTo>
                  <a:lnTo>
                    <a:pt x="10034647" y="1420002"/>
                  </a:lnTo>
                  <a:lnTo>
                    <a:pt x="9929995" y="1421970"/>
                  </a:lnTo>
                  <a:lnTo>
                    <a:pt x="9826895" y="1424221"/>
                  </a:lnTo>
                  <a:lnTo>
                    <a:pt x="9728033" y="1426754"/>
                  </a:lnTo>
                  <a:lnTo>
                    <a:pt x="9635134" y="1429576"/>
                  </a:lnTo>
                  <a:lnTo>
                    <a:pt x="9549077" y="1432704"/>
                  </a:lnTo>
                  <a:lnTo>
                    <a:pt x="9470078" y="1436167"/>
                  </a:lnTo>
                  <a:lnTo>
                    <a:pt x="9397879" y="1440002"/>
                  </a:lnTo>
                  <a:lnTo>
                    <a:pt x="9331914" y="1444260"/>
                  </a:lnTo>
                  <a:lnTo>
                    <a:pt x="9271436" y="1448997"/>
                  </a:lnTo>
                  <a:lnTo>
                    <a:pt x="9215611" y="1454275"/>
                  </a:lnTo>
                  <a:lnTo>
                    <a:pt x="9163587" y="1460151"/>
                  </a:lnTo>
                  <a:lnTo>
                    <a:pt x="9114550" y="1466674"/>
                  </a:lnTo>
                  <a:lnTo>
                    <a:pt x="9084767" y="1471139"/>
                  </a:lnTo>
                  <a:lnTo>
                    <a:pt x="9029329" y="1480493"/>
                  </a:lnTo>
                  <a:lnTo>
                    <a:pt x="8975700" y="1490858"/>
                  </a:lnTo>
                  <a:lnTo>
                    <a:pt x="8923154" y="1502248"/>
                  </a:lnTo>
                  <a:lnTo>
                    <a:pt x="8871172" y="1514635"/>
                  </a:lnTo>
                  <a:lnTo>
                    <a:pt x="8819404" y="1527946"/>
                  </a:lnTo>
                  <a:lnTo>
                    <a:pt x="8767639" y="1542064"/>
                  </a:lnTo>
                  <a:lnTo>
                    <a:pt x="8715777" y="1556826"/>
                  </a:lnTo>
                  <a:lnTo>
                    <a:pt x="8663805" y="1572030"/>
                  </a:lnTo>
                  <a:lnTo>
                    <a:pt x="8611769" y="1587448"/>
                  </a:lnTo>
                  <a:lnTo>
                    <a:pt x="8559743" y="1602835"/>
                  </a:lnTo>
                  <a:lnTo>
                    <a:pt x="8507795" y="1617952"/>
                  </a:lnTo>
                  <a:lnTo>
                    <a:pt x="8455961" y="1632574"/>
                  </a:lnTo>
                  <a:lnTo>
                    <a:pt x="8404208" y="1646508"/>
                  </a:lnTo>
                  <a:lnTo>
                    <a:pt x="8352413" y="1659603"/>
                  </a:lnTo>
                  <a:lnTo>
                    <a:pt x="8300331" y="1671751"/>
                  </a:lnTo>
                  <a:lnTo>
                    <a:pt x="8247575" y="1682891"/>
                  </a:lnTo>
                  <a:lnTo>
                    <a:pt x="8193580" y="1693007"/>
                  </a:lnTo>
                  <a:lnTo>
                    <a:pt x="8151487" y="1699983"/>
                  </a:lnTo>
                  <a:lnTo>
                    <a:pt x="8103957" y="1706926"/>
                  </a:lnTo>
                  <a:lnTo>
                    <a:pt x="8053911" y="1713207"/>
                  </a:lnTo>
                  <a:lnTo>
                    <a:pt x="8000586" y="1718857"/>
                  </a:lnTo>
                  <a:lnTo>
                    <a:pt x="7943147" y="1723928"/>
                  </a:lnTo>
                  <a:lnTo>
                    <a:pt x="7880744" y="1728482"/>
                  </a:lnTo>
                  <a:lnTo>
                    <a:pt x="7812565" y="1732578"/>
                  </a:lnTo>
                  <a:lnTo>
                    <a:pt x="7737916" y="1736271"/>
                  </a:lnTo>
                  <a:lnTo>
                    <a:pt x="7656329" y="1739606"/>
                  </a:lnTo>
                  <a:lnTo>
                    <a:pt x="7567698" y="1742619"/>
                  </a:lnTo>
                  <a:lnTo>
                    <a:pt x="7472461" y="1745334"/>
                  </a:lnTo>
                  <a:lnTo>
                    <a:pt x="7371790" y="1747763"/>
                  </a:lnTo>
                  <a:lnTo>
                    <a:pt x="7267754" y="1749910"/>
                  </a:lnTo>
                  <a:lnTo>
                    <a:pt x="7163397" y="1751771"/>
                  </a:lnTo>
                  <a:lnTo>
                    <a:pt x="7062620" y="1753341"/>
                  </a:lnTo>
                  <a:lnTo>
                    <a:pt x="6969825" y="1754614"/>
                  </a:lnTo>
                  <a:lnTo>
                    <a:pt x="6889298" y="1755595"/>
                  </a:lnTo>
                  <a:lnTo>
                    <a:pt x="6824441" y="1756302"/>
                  </a:lnTo>
                  <a:lnTo>
                    <a:pt x="6777053" y="1756766"/>
                  </a:lnTo>
                  <a:lnTo>
                    <a:pt x="6746882" y="1757033"/>
                  </a:lnTo>
                  <a:lnTo>
                    <a:pt x="6731529" y="1757156"/>
                  </a:lnTo>
                  <a:lnTo>
                    <a:pt x="6726661" y="1757192"/>
                  </a:lnTo>
                  <a:lnTo>
                    <a:pt x="6726343" y="1757194"/>
                  </a:lnTo>
                  <a:lnTo>
                    <a:pt x="5254955" y="1757194"/>
                  </a:lnTo>
                  <a:lnTo>
                    <a:pt x="5253754" y="1757151"/>
                  </a:lnTo>
                  <a:lnTo>
                    <a:pt x="5245870" y="1756847"/>
                  </a:lnTo>
                  <a:lnTo>
                    <a:pt x="5226029" y="1756004"/>
                  </a:lnTo>
                  <a:lnTo>
                    <a:pt x="5190636" y="1754347"/>
                  </a:lnTo>
                  <a:lnTo>
                    <a:pt x="5138045" y="1751619"/>
                  </a:lnTo>
                  <a:lnTo>
                    <a:pt x="5068683" y="1747615"/>
                  </a:lnTo>
                  <a:lnTo>
                    <a:pt x="4984848" y="1742198"/>
                  </a:lnTo>
                  <a:lnTo>
                    <a:pt x="4890187" y="1735304"/>
                  </a:lnTo>
                  <a:lnTo>
                    <a:pt x="4788965" y="1726925"/>
                  </a:lnTo>
                  <a:lnTo>
                    <a:pt x="4685371" y="1717090"/>
                  </a:lnTo>
                  <a:lnTo>
                    <a:pt x="4582988" y="1705829"/>
                  </a:lnTo>
                  <a:lnTo>
                    <a:pt x="4484522" y="1693153"/>
                  </a:lnTo>
                  <a:lnTo>
                    <a:pt x="4391749" y="1679034"/>
                  </a:lnTo>
                  <a:lnTo>
                    <a:pt x="4305614" y="1663394"/>
                  </a:lnTo>
                  <a:lnTo>
                    <a:pt x="4226401" y="1646099"/>
                  </a:lnTo>
                  <a:lnTo>
                    <a:pt x="4153915" y="1626963"/>
                  </a:lnTo>
                  <a:lnTo>
                    <a:pt x="4087643" y="1605751"/>
                  </a:lnTo>
                  <a:lnTo>
                    <a:pt x="4026881" y="1582184"/>
                  </a:lnTo>
                  <a:lnTo>
                    <a:pt x="3970829" y="1555960"/>
                  </a:lnTo>
                  <a:lnTo>
                    <a:pt x="3918658" y="1526781"/>
                  </a:lnTo>
                  <a:lnTo>
                    <a:pt x="3869569" y="1494398"/>
                  </a:lnTo>
                  <a:lnTo>
                    <a:pt x="3829811" y="1464328"/>
                  </a:lnTo>
                  <a:lnTo>
                    <a:pt x="3785236" y="1426383"/>
                  </a:lnTo>
                  <a:lnTo>
                    <a:pt x="3741926" y="1385134"/>
                  </a:lnTo>
                  <a:lnTo>
                    <a:pt x="3699475" y="1340519"/>
                  </a:lnTo>
                  <a:lnTo>
                    <a:pt x="3657566" y="1292556"/>
                  </a:lnTo>
                  <a:lnTo>
                    <a:pt x="3615962" y="1241351"/>
                  </a:lnTo>
                  <a:lnTo>
                    <a:pt x="3574493" y="1187105"/>
                  </a:lnTo>
                  <a:lnTo>
                    <a:pt x="3533043" y="1130117"/>
                  </a:lnTo>
                  <a:lnTo>
                    <a:pt x="3491546" y="1070784"/>
                  </a:lnTo>
                  <a:lnTo>
                    <a:pt x="3449977" y="1009590"/>
                  </a:lnTo>
                  <a:lnTo>
                    <a:pt x="3408340" y="947092"/>
                  </a:lnTo>
                  <a:lnTo>
                    <a:pt x="3366662" y="883900"/>
                  </a:lnTo>
                  <a:lnTo>
                    <a:pt x="3324980" y="820654"/>
                  </a:lnTo>
                  <a:lnTo>
                    <a:pt x="3283334" y="757995"/>
                  </a:lnTo>
                  <a:lnTo>
                    <a:pt x="3241752" y="696542"/>
                  </a:lnTo>
                  <a:lnTo>
                    <a:pt x="3200244" y="636862"/>
                  </a:lnTo>
                  <a:lnTo>
                    <a:pt x="3158790" y="579451"/>
                  </a:lnTo>
                  <a:lnTo>
                    <a:pt x="3117330" y="524722"/>
                  </a:lnTo>
                  <a:lnTo>
                    <a:pt x="3075759" y="472991"/>
                  </a:lnTo>
                  <a:lnTo>
                    <a:pt x="3033916" y="424475"/>
                  </a:lnTo>
                  <a:lnTo>
                    <a:pt x="2991575" y="379296"/>
                  </a:lnTo>
                  <a:lnTo>
                    <a:pt x="2948436" y="337486"/>
                  </a:lnTo>
                  <a:lnTo>
                    <a:pt x="2904105" y="298995"/>
                  </a:lnTo>
                  <a:lnTo>
                    <a:pt x="2896531" y="292865"/>
                  </a:lnTo>
                  <a:lnTo>
                    <a:pt x="2849483" y="257662"/>
                  </a:lnTo>
                  <a:lnTo>
                    <a:pt x="2799974" y="225777"/>
                  </a:lnTo>
                  <a:lnTo>
                    <a:pt x="2747267" y="197065"/>
                  </a:lnTo>
                  <a:lnTo>
                    <a:pt x="2690553" y="171265"/>
                  </a:lnTo>
                  <a:lnTo>
                    <a:pt x="2629004" y="148075"/>
                  </a:lnTo>
                  <a:lnTo>
                    <a:pt x="2561829" y="127195"/>
                  </a:lnTo>
                  <a:lnTo>
                    <a:pt x="2488348" y="108353"/>
                  </a:lnTo>
                  <a:lnTo>
                    <a:pt x="2408086" y="91321"/>
                  </a:lnTo>
                  <a:lnTo>
                    <a:pt x="2320909" y="75918"/>
                  </a:lnTo>
                  <a:lnTo>
                    <a:pt x="2227191" y="62023"/>
                  </a:lnTo>
                  <a:lnTo>
                    <a:pt x="2127993" y="49563"/>
                  </a:lnTo>
                  <a:lnTo>
                    <a:pt x="2025229" y="38517"/>
                  </a:lnTo>
                  <a:lnTo>
                    <a:pt x="1921745" y="28901"/>
                  </a:lnTo>
                  <a:lnTo>
                    <a:pt x="1821242" y="20747"/>
                  </a:lnTo>
                  <a:lnTo>
                    <a:pt x="1727957" y="14078"/>
                  </a:lnTo>
                  <a:lnTo>
                    <a:pt x="1646112" y="8882"/>
                  </a:lnTo>
                  <a:lnTo>
                    <a:pt x="1579192" y="5082"/>
                  </a:lnTo>
                  <a:lnTo>
                    <a:pt x="1529237" y="2532"/>
                  </a:lnTo>
                  <a:lnTo>
                    <a:pt x="1496364" y="1015"/>
                  </a:lnTo>
                  <a:lnTo>
                    <a:pt x="1478616" y="273"/>
                  </a:lnTo>
                  <a:lnTo>
                    <a:pt x="1472126" y="25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9" name="pg149"/>
            <p:cNvSpPr/>
            <p:nvPr/>
          </p:nvSpPr>
          <p:spPr>
            <a:xfrm>
              <a:off x="4799595" y="4334103"/>
              <a:ext cx="11981298" cy="3179296"/>
            </a:xfrm>
            <a:custGeom>
              <a:avLst/>
              <a:pathLst>
                <a:path w="11981298" h="3179296">
                  <a:moveTo>
                    <a:pt x="0" y="8172"/>
                  </a:moveTo>
                  <a:lnTo>
                    <a:pt x="1471387" y="8172"/>
                  </a:lnTo>
                  <a:lnTo>
                    <a:pt x="1472587" y="8215"/>
                  </a:lnTo>
                  <a:lnTo>
                    <a:pt x="1480469" y="8521"/>
                  </a:lnTo>
                  <a:lnTo>
                    <a:pt x="1500305" y="9367"/>
                  </a:lnTo>
                  <a:lnTo>
                    <a:pt x="1535690" y="11032"/>
                  </a:lnTo>
                  <a:lnTo>
                    <a:pt x="1588268" y="13772"/>
                  </a:lnTo>
                  <a:lnTo>
                    <a:pt x="1657616" y="17794"/>
                  </a:lnTo>
                  <a:lnTo>
                    <a:pt x="1741434" y="23234"/>
                  </a:lnTo>
                  <a:lnTo>
                    <a:pt x="1836081" y="30159"/>
                  </a:lnTo>
                  <a:lnTo>
                    <a:pt x="1937289" y="38574"/>
                  </a:lnTo>
                  <a:lnTo>
                    <a:pt x="2040873" y="48453"/>
                  </a:lnTo>
                  <a:lnTo>
                    <a:pt x="2143249" y="59764"/>
                  </a:lnTo>
                  <a:lnTo>
                    <a:pt x="2241711" y="72496"/>
                  </a:lnTo>
                  <a:lnTo>
                    <a:pt x="2334483" y="86678"/>
                  </a:lnTo>
                  <a:lnTo>
                    <a:pt x="2420619" y="102387"/>
                  </a:lnTo>
                  <a:lnTo>
                    <a:pt x="2499834" y="119759"/>
                  </a:lnTo>
                  <a:lnTo>
                    <a:pt x="2572323" y="138978"/>
                  </a:lnTo>
                  <a:lnTo>
                    <a:pt x="2638598" y="160284"/>
                  </a:lnTo>
                  <a:lnTo>
                    <a:pt x="2699362" y="183954"/>
                  </a:lnTo>
                  <a:lnTo>
                    <a:pt x="2755417" y="210292"/>
                  </a:lnTo>
                  <a:lnTo>
                    <a:pt x="2807588" y="239599"/>
                  </a:lnTo>
                  <a:lnTo>
                    <a:pt x="2856678" y="272123"/>
                  </a:lnTo>
                  <a:lnTo>
                    <a:pt x="2896531" y="302400"/>
                  </a:lnTo>
                  <a:lnTo>
                    <a:pt x="2941044" y="340466"/>
                  </a:lnTo>
                  <a:lnTo>
                    <a:pt x="2984294" y="381841"/>
                  </a:lnTo>
                  <a:lnTo>
                    <a:pt x="3026688" y="426587"/>
                  </a:lnTo>
                  <a:lnTo>
                    <a:pt x="3068539" y="474688"/>
                  </a:lnTo>
                  <a:lnTo>
                    <a:pt x="3110085" y="526038"/>
                  </a:lnTo>
                  <a:lnTo>
                    <a:pt x="3151496" y="580437"/>
                  </a:lnTo>
                  <a:lnTo>
                    <a:pt x="3192887" y="637584"/>
                  </a:lnTo>
                  <a:lnTo>
                    <a:pt x="3234324" y="697086"/>
                  </a:lnTo>
                  <a:lnTo>
                    <a:pt x="3275833" y="758458"/>
                  </a:lnTo>
                  <a:lnTo>
                    <a:pt x="3317410" y="821144"/>
                  </a:lnTo>
                  <a:lnTo>
                    <a:pt x="3359029" y="884534"/>
                  </a:lnTo>
                  <a:lnTo>
                    <a:pt x="3400652" y="947989"/>
                  </a:lnTo>
                  <a:lnTo>
                    <a:pt x="3442240" y="1010865"/>
                  </a:lnTo>
                  <a:lnTo>
                    <a:pt x="3483764" y="1072545"/>
                  </a:lnTo>
                  <a:lnTo>
                    <a:pt x="3525214" y="1132460"/>
                  </a:lnTo>
                  <a:lnTo>
                    <a:pt x="3566610" y="1190111"/>
                  </a:lnTo>
                  <a:lnTo>
                    <a:pt x="3608009" y="1245083"/>
                  </a:lnTo>
                  <a:lnTo>
                    <a:pt x="3649517" y="1297059"/>
                  </a:lnTo>
                  <a:lnTo>
                    <a:pt x="3691291" y="1345818"/>
                  </a:lnTo>
                  <a:lnTo>
                    <a:pt x="3733554" y="1391236"/>
                  </a:lnTo>
                  <a:lnTo>
                    <a:pt x="3776604" y="1433279"/>
                  </a:lnTo>
                  <a:lnTo>
                    <a:pt x="3820828" y="1471995"/>
                  </a:lnTo>
                  <a:lnTo>
                    <a:pt x="3829811" y="1479312"/>
                  </a:lnTo>
                  <a:lnTo>
                    <a:pt x="3876855" y="1514676"/>
                  </a:lnTo>
                  <a:lnTo>
                    <a:pt x="3926358" y="1546706"/>
                  </a:lnTo>
                  <a:lnTo>
                    <a:pt x="3979060" y="1575550"/>
                  </a:lnTo>
                  <a:lnTo>
                    <a:pt x="4035767" y="1601468"/>
                  </a:lnTo>
                  <a:lnTo>
                    <a:pt x="4097308" y="1624765"/>
                  </a:lnTo>
                  <a:lnTo>
                    <a:pt x="4164473" y="1645742"/>
                  </a:lnTo>
                  <a:lnTo>
                    <a:pt x="4237943" y="1664670"/>
                  </a:lnTo>
                  <a:lnTo>
                    <a:pt x="4318193" y="1681782"/>
                  </a:lnTo>
                  <a:lnTo>
                    <a:pt x="4405356" y="1697256"/>
                  </a:lnTo>
                  <a:lnTo>
                    <a:pt x="4499060" y="1711216"/>
                  </a:lnTo>
                  <a:lnTo>
                    <a:pt x="4598244" y="1723734"/>
                  </a:lnTo>
                  <a:lnTo>
                    <a:pt x="4700996" y="1734832"/>
                  </a:lnTo>
                  <a:lnTo>
                    <a:pt x="4804471" y="1744494"/>
                  </a:lnTo>
                  <a:lnTo>
                    <a:pt x="4904971" y="1752687"/>
                  </a:lnTo>
                  <a:lnTo>
                    <a:pt x="4998260" y="1759387"/>
                  </a:lnTo>
                  <a:lnTo>
                    <a:pt x="5080117" y="1764610"/>
                  </a:lnTo>
                  <a:lnTo>
                    <a:pt x="5147056" y="1768428"/>
                  </a:lnTo>
                  <a:lnTo>
                    <a:pt x="5197035" y="1770993"/>
                  </a:lnTo>
                  <a:lnTo>
                    <a:pt x="5229933" y="1772518"/>
                  </a:lnTo>
                  <a:lnTo>
                    <a:pt x="5247705" y="1773265"/>
                  </a:lnTo>
                  <a:lnTo>
                    <a:pt x="5254211" y="1773514"/>
                  </a:lnTo>
                  <a:lnTo>
                    <a:pt x="5254955" y="1773540"/>
                  </a:lnTo>
                  <a:lnTo>
                    <a:pt x="6726343" y="1773540"/>
                  </a:lnTo>
                  <a:lnTo>
                    <a:pt x="6727556" y="1773575"/>
                  </a:lnTo>
                  <a:lnTo>
                    <a:pt x="6735524" y="1773821"/>
                  </a:lnTo>
                  <a:lnTo>
                    <a:pt x="6755570" y="1774503"/>
                  </a:lnTo>
                  <a:lnTo>
                    <a:pt x="6791310" y="1775843"/>
                  </a:lnTo>
                  <a:lnTo>
                    <a:pt x="6844382" y="1778050"/>
                  </a:lnTo>
                  <a:lnTo>
                    <a:pt x="6914321" y="1781287"/>
                  </a:lnTo>
                  <a:lnTo>
                    <a:pt x="6998770" y="1785664"/>
                  </a:lnTo>
                  <a:lnTo>
                    <a:pt x="7094019" y="1791233"/>
                  </a:lnTo>
                  <a:lnTo>
                    <a:pt x="7195748" y="1797997"/>
                  </a:lnTo>
                  <a:lnTo>
                    <a:pt x="7299735" y="1805935"/>
                  </a:lnTo>
                  <a:lnTo>
                    <a:pt x="7402386" y="1815021"/>
                  </a:lnTo>
                  <a:lnTo>
                    <a:pt x="7501002" y="1825247"/>
                  </a:lnTo>
                  <a:lnTo>
                    <a:pt x="7593825" y="1836638"/>
                  </a:lnTo>
                  <a:lnTo>
                    <a:pt x="7679934" y="1849260"/>
                  </a:lnTo>
                  <a:lnTo>
                    <a:pt x="7759071" y="1863221"/>
                  </a:lnTo>
                  <a:lnTo>
                    <a:pt x="7831451" y="1878676"/>
                  </a:lnTo>
                  <a:lnTo>
                    <a:pt x="7897610" y="1895817"/>
                  </a:lnTo>
                  <a:lnTo>
                    <a:pt x="7958267" y="1914870"/>
                  </a:lnTo>
                  <a:lnTo>
                    <a:pt x="8014234" y="1936080"/>
                  </a:lnTo>
                  <a:lnTo>
                    <a:pt x="8066348" y="1959688"/>
                  </a:lnTo>
                  <a:lnTo>
                    <a:pt x="8115416" y="1985890"/>
                  </a:lnTo>
                  <a:lnTo>
                    <a:pt x="8151487" y="2007833"/>
                  </a:lnTo>
                  <a:lnTo>
                    <a:pt x="8198874" y="2040226"/>
                  </a:lnTo>
                  <a:lnTo>
                    <a:pt x="8244859" y="2075617"/>
                  </a:lnTo>
                  <a:lnTo>
                    <a:pt x="8289923" y="2114059"/>
                  </a:lnTo>
                  <a:lnTo>
                    <a:pt x="8334430" y="2155521"/>
                  </a:lnTo>
                  <a:lnTo>
                    <a:pt x="8378647" y="2199882"/>
                  </a:lnTo>
                  <a:lnTo>
                    <a:pt x="8422760" y="2246918"/>
                  </a:lnTo>
                  <a:lnTo>
                    <a:pt x="8466884" y="2296310"/>
                  </a:lnTo>
                  <a:lnTo>
                    <a:pt x="8511079" y="2347637"/>
                  </a:lnTo>
                  <a:lnTo>
                    <a:pt x="8555357" y="2400399"/>
                  </a:lnTo>
                  <a:lnTo>
                    <a:pt x="8599697" y="2454026"/>
                  </a:lnTo>
                  <a:lnTo>
                    <a:pt x="8644056" y="2507912"/>
                  </a:lnTo>
                  <a:lnTo>
                    <a:pt x="8688388" y="2561435"/>
                  </a:lnTo>
                  <a:lnTo>
                    <a:pt x="8732652" y="2613992"/>
                  </a:lnTo>
                  <a:lnTo>
                    <a:pt x="8776833" y="2665026"/>
                  </a:lnTo>
                  <a:lnTo>
                    <a:pt x="8820950" y="2714046"/>
                  </a:lnTo>
                  <a:lnTo>
                    <a:pt x="8865070" y="2760650"/>
                  </a:lnTo>
                  <a:lnTo>
                    <a:pt x="8909321" y="2804533"/>
                  </a:lnTo>
                  <a:lnTo>
                    <a:pt x="8953901" y="2845490"/>
                  </a:lnTo>
                  <a:lnTo>
                    <a:pt x="8999093" y="2883416"/>
                  </a:lnTo>
                  <a:lnTo>
                    <a:pt x="9045277" y="2918295"/>
                  </a:lnTo>
                  <a:lnTo>
                    <a:pt x="9084767" y="2945003"/>
                  </a:lnTo>
                  <a:lnTo>
                    <a:pt x="9131992" y="2973265"/>
                  </a:lnTo>
                  <a:lnTo>
                    <a:pt x="9181699" y="2998852"/>
                  </a:lnTo>
                  <a:lnTo>
                    <a:pt x="9234633" y="3021883"/>
                  </a:lnTo>
                  <a:lnTo>
                    <a:pt x="9291614" y="3042571"/>
                  </a:lnTo>
                  <a:lnTo>
                    <a:pt x="9353477" y="3061159"/>
                  </a:lnTo>
                  <a:lnTo>
                    <a:pt x="9421021" y="3077889"/>
                  </a:lnTo>
                  <a:lnTo>
                    <a:pt x="9494931" y="3092981"/>
                  </a:lnTo>
                  <a:lnTo>
                    <a:pt x="9575680" y="3106620"/>
                  </a:lnTo>
                  <a:lnTo>
                    <a:pt x="9663392" y="3118948"/>
                  </a:lnTo>
                  <a:lnTo>
                    <a:pt x="9757669" y="3130064"/>
                  </a:lnTo>
                  <a:lnTo>
                    <a:pt x="9857412" y="3140025"/>
                  </a:lnTo>
                  <a:lnTo>
                    <a:pt x="9960648" y="3148846"/>
                  </a:lnTo>
                  <a:lnTo>
                    <a:pt x="10064461" y="3156514"/>
                  </a:lnTo>
                  <a:lnTo>
                    <a:pt x="10165076" y="3163002"/>
                  </a:lnTo>
                  <a:lnTo>
                    <a:pt x="10258194" y="3168293"/>
                  </a:lnTo>
                  <a:lnTo>
                    <a:pt x="10339568" y="3172399"/>
                  </a:lnTo>
                  <a:lnTo>
                    <a:pt x="10405740" y="3175385"/>
                  </a:lnTo>
                  <a:lnTo>
                    <a:pt x="10454756" y="3177374"/>
                  </a:lnTo>
                  <a:lnTo>
                    <a:pt x="10486632" y="3178542"/>
                  </a:lnTo>
                  <a:lnTo>
                    <a:pt x="10503485" y="3179102"/>
                  </a:lnTo>
                  <a:lnTo>
                    <a:pt x="10509354" y="3179280"/>
                  </a:lnTo>
                  <a:lnTo>
                    <a:pt x="10509911" y="3179296"/>
                  </a:lnTo>
                  <a:lnTo>
                    <a:pt x="11981298" y="3179296"/>
                  </a:lnTo>
                  <a:lnTo>
                    <a:pt x="11981298" y="3171123"/>
                  </a:lnTo>
                  <a:lnTo>
                    <a:pt x="10509911" y="3171123"/>
                  </a:lnTo>
                  <a:lnTo>
                    <a:pt x="10508697" y="3171088"/>
                  </a:lnTo>
                  <a:lnTo>
                    <a:pt x="10500729" y="3170842"/>
                  </a:lnTo>
                  <a:lnTo>
                    <a:pt x="10480684" y="3170160"/>
                  </a:lnTo>
                  <a:lnTo>
                    <a:pt x="10444943" y="3168820"/>
                  </a:lnTo>
                  <a:lnTo>
                    <a:pt x="10391871" y="3166613"/>
                  </a:lnTo>
                  <a:lnTo>
                    <a:pt x="10321932" y="3163376"/>
                  </a:lnTo>
                  <a:lnTo>
                    <a:pt x="10237484" y="3158999"/>
                  </a:lnTo>
                  <a:lnTo>
                    <a:pt x="10142234" y="3153430"/>
                  </a:lnTo>
                  <a:lnTo>
                    <a:pt x="10040505" y="3146666"/>
                  </a:lnTo>
                  <a:lnTo>
                    <a:pt x="9936518" y="3138728"/>
                  </a:lnTo>
                  <a:lnTo>
                    <a:pt x="9833867" y="3129642"/>
                  </a:lnTo>
                  <a:lnTo>
                    <a:pt x="9735251" y="3119416"/>
                  </a:lnTo>
                  <a:lnTo>
                    <a:pt x="9642428" y="3108025"/>
                  </a:lnTo>
                  <a:lnTo>
                    <a:pt x="9556319" y="3095403"/>
                  </a:lnTo>
                  <a:lnTo>
                    <a:pt x="9477183" y="3081442"/>
                  </a:lnTo>
                  <a:lnTo>
                    <a:pt x="9404802" y="3065987"/>
                  </a:lnTo>
                  <a:lnTo>
                    <a:pt x="9338643" y="3048846"/>
                  </a:lnTo>
                  <a:lnTo>
                    <a:pt x="9277987" y="3029793"/>
                  </a:lnTo>
                  <a:lnTo>
                    <a:pt x="9222019" y="3008583"/>
                  </a:lnTo>
                  <a:lnTo>
                    <a:pt x="9169905" y="2984975"/>
                  </a:lnTo>
                  <a:lnTo>
                    <a:pt x="9120837" y="2958773"/>
                  </a:lnTo>
                  <a:lnTo>
                    <a:pt x="9084767" y="2936830"/>
                  </a:lnTo>
                  <a:lnTo>
                    <a:pt x="9037379" y="2904437"/>
                  </a:lnTo>
                  <a:lnTo>
                    <a:pt x="8991394" y="2869046"/>
                  </a:lnTo>
                  <a:lnTo>
                    <a:pt x="8946330" y="2830604"/>
                  </a:lnTo>
                  <a:lnTo>
                    <a:pt x="8901823" y="2789142"/>
                  </a:lnTo>
                  <a:lnTo>
                    <a:pt x="8857606" y="2744781"/>
                  </a:lnTo>
                  <a:lnTo>
                    <a:pt x="8813494" y="2697745"/>
                  </a:lnTo>
                  <a:lnTo>
                    <a:pt x="8769369" y="2648353"/>
                  </a:lnTo>
                  <a:lnTo>
                    <a:pt x="8725174" y="2597026"/>
                  </a:lnTo>
                  <a:lnTo>
                    <a:pt x="8680896" y="2544264"/>
                  </a:lnTo>
                  <a:lnTo>
                    <a:pt x="8636557" y="2490637"/>
                  </a:lnTo>
                  <a:lnTo>
                    <a:pt x="8592197" y="2436751"/>
                  </a:lnTo>
                  <a:lnTo>
                    <a:pt x="8547866" y="2383228"/>
                  </a:lnTo>
                  <a:lnTo>
                    <a:pt x="8503601" y="2330671"/>
                  </a:lnTo>
                  <a:lnTo>
                    <a:pt x="8459420" y="2279637"/>
                  </a:lnTo>
                  <a:lnTo>
                    <a:pt x="8415303" y="2230617"/>
                  </a:lnTo>
                  <a:lnTo>
                    <a:pt x="8371183" y="2184013"/>
                  </a:lnTo>
                  <a:lnTo>
                    <a:pt x="8326932" y="2140130"/>
                  </a:lnTo>
                  <a:lnTo>
                    <a:pt x="8282352" y="2099173"/>
                  </a:lnTo>
                  <a:lnTo>
                    <a:pt x="8237161" y="2061247"/>
                  </a:lnTo>
                  <a:lnTo>
                    <a:pt x="8190976" y="2026368"/>
                  </a:lnTo>
                  <a:lnTo>
                    <a:pt x="8151487" y="1999660"/>
                  </a:lnTo>
                  <a:lnTo>
                    <a:pt x="8104261" y="1971398"/>
                  </a:lnTo>
                  <a:lnTo>
                    <a:pt x="8054555" y="1945811"/>
                  </a:lnTo>
                  <a:lnTo>
                    <a:pt x="8001620" y="1922780"/>
                  </a:lnTo>
                  <a:lnTo>
                    <a:pt x="7944639" y="1902092"/>
                  </a:lnTo>
                  <a:lnTo>
                    <a:pt x="7882776" y="1883504"/>
                  </a:lnTo>
                  <a:lnTo>
                    <a:pt x="7815233" y="1866774"/>
                  </a:lnTo>
                  <a:lnTo>
                    <a:pt x="7741322" y="1851682"/>
                  </a:lnTo>
                  <a:lnTo>
                    <a:pt x="7660573" y="1838043"/>
                  </a:lnTo>
                  <a:lnTo>
                    <a:pt x="7572862" y="1825715"/>
                  </a:lnTo>
                  <a:lnTo>
                    <a:pt x="7478584" y="1814599"/>
                  </a:lnTo>
                  <a:lnTo>
                    <a:pt x="7378842" y="1804638"/>
                  </a:lnTo>
                  <a:lnTo>
                    <a:pt x="7275605" y="1795817"/>
                  </a:lnTo>
                  <a:lnTo>
                    <a:pt x="7171792" y="1788149"/>
                  </a:lnTo>
                  <a:lnTo>
                    <a:pt x="7071177" y="1781661"/>
                  </a:lnTo>
                  <a:lnTo>
                    <a:pt x="6978059" y="1776370"/>
                  </a:lnTo>
                  <a:lnTo>
                    <a:pt x="6896686" y="1772264"/>
                  </a:lnTo>
                  <a:lnTo>
                    <a:pt x="6830513" y="1769278"/>
                  </a:lnTo>
                  <a:lnTo>
                    <a:pt x="6781498" y="1767289"/>
                  </a:lnTo>
                  <a:lnTo>
                    <a:pt x="6749622" y="1766121"/>
                  </a:lnTo>
                  <a:lnTo>
                    <a:pt x="6732768" y="1765561"/>
                  </a:lnTo>
                  <a:lnTo>
                    <a:pt x="6726900" y="1765383"/>
                  </a:lnTo>
                  <a:lnTo>
                    <a:pt x="6726343" y="1765367"/>
                  </a:lnTo>
                  <a:lnTo>
                    <a:pt x="5254955" y="1765367"/>
                  </a:lnTo>
                  <a:lnTo>
                    <a:pt x="5253755" y="1765324"/>
                  </a:lnTo>
                  <a:lnTo>
                    <a:pt x="5245873" y="1765018"/>
                  </a:lnTo>
                  <a:lnTo>
                    <a:pt x="5226037" y="1764172"/>
                  </a:lnTo>
                  <a:lnTo>
                    <a:pt x="5190652" y="1762507"/>
                  </a:lnTo>
                  <a:lnTo>
                    <a:pt x="5138074" y="1759767"/>
                  </a:lnTo>
                  <a:lnTo>
                    <a:pt x="5068726" y="1755746"/>
                  </a:lnTo>
                  <a:lnTo>
                    <a:pt x="4984908" y="1750305"/>
                  </a:lnTo>
                  <a:lnTo>
                    <a:pt x="4890261" y="1743381"/>
                  </a:lnTo>
                  <a:lnTo>
                    <a:pt x="4789053" y="1734965"/>
                  </a:lnTo>
                  <a:lnTo>
                    <a:pt x="4685469" y="1725086"/>
                  </a:lnTo>
                  <a:lnTo>
                    <a:pt x="4583093" y="1713776"/>
                  </a:lnTo>
                  <a:lnTo>
                    <a:pt x="4484631" y="1701044"/>
                  </a:lnTo>
                  <a:lnTo>
                    <a:pt x="4391859" y="1686862"/>
                  </a:lnTo>
                  <a:lnTo>
                    <a:pt x="4305723" y="1671152"/>
                  </a:lnTo>
                  <a:lnTo>
                    <a:pt x="4226508" y="1653781"/>
                  </a:lnTo>
                  <a:lnTo>
                    <a:pt x="4154019" y="1634561"/>
                  </a:lnTo>
                  <a:lnTo>
                    <a:pt x="4087744" y="1613255"/>
                  </a:lnTo>
                  <a:lnTo>
                    <a:pt x="4026980" y="1589585"/>
                  </a:lnTo>
                  <a:lnTo>
                    <a:pt x="3970925" y="1563247"/>
                  </a:lnTo>
                  <a:lnTo>
                    <a:pt x="3918754" y="1533941"/>
                  </a:lnTo>
                  <a:lnTo>
                    <a:pt x="3869664" y="1501416"/>
                  </a:lnTo>
                  <a:lnTo>
                    <a:pt x="3829811" y="1471139"/>
                  </a:lnTo>
                  <a:lnTo>
                    <a:pt x="3785298" y="1433074"/>
                  </a:lnTo>
                  <a:lnTo>
                    <a:pt x="3742048" y="1391699"/>
                  </a:lnTo>
                  <a:lnTo>
                    <a:pt x="3699655" y="1346952"/>
                  </a:lnTo>
                  <a:lnTo>
                    <a:pt x="3657803" y="1298851"/>
                  </a:lnTo>
                  <a:lnTo>
                    <a:pt x="3616257" y="1247501"/>
                  </a:lnTo>
                  <a:lnTo>
                    <a:pt x="3574846" y="1193103"/>
                  </a:lnTo>
                  <a:lnTo>
                    <a:pt x="3533455" y="1135955"/>
                  </a:lnTo>
                  <a:lnTo>
                    <a:pt x="3492019" y="1076454"/>
                  </a:lnTo>
                  <a:lnTo>
                    <a:pt x="3450509" y="1015082"/>
                  </a:lnTo>
                  <a:lnTo>
                    <a:pt x="3408932" y="952395"/>
                  </a:lnTo>
                  <a:lnTo>
                    <a:pt x="3367313" y="889005"/>
                  </a:lnTo>
                  <a:lnTo>
                    <a:pt x="3325690" y="825551"/>
                  </a:lnTo>
                  <a:lnTo>
                    <a:pt x="3284102" y="762674"/>
                  </a:lnTo>
                  <a:lnTo>
                    <a:pt x="3242579" y="700994"/>
                  </a:lnTo>
                  <a:lnTo>
                    <a:pt x="3201128" y="641080"/>
                  </a:lnTo>
                  <a:lnTo>
                    <a:pt x="3159732" y="583429"/>
                  </a:lnTo>
                  <a:lnTo>
                    <a:pt x="3118333" y="528456"/>
                  </a:lnTo>
                  <a:lnTo>
                    <a:pt x="3076825" y="476481"/>
                  </a:lnTo>
                  <a:lnTo>
                    <a:pt x="3035051" y="427722"/>
                  </a:lnTo>
                  <a:lnTo>
                    <a:pt x="2992788" y="382304"/>
                  </a:lnTo>
                  <a:lnTo>
                    <a:pt x="2949738" y="340260"/>
                  </a:lnTo>
                  <a:lnTo>
                    <a:pt x="2905514" y="301545"/>
                  </a:lnTo>
                  <a:lnTo>
                    <a:pt x="2896531" y="294227"/>
                  </a:lnTo>
                  <a:lnTo>
                    <a:pt x="2849487" y="258863"/>
                  </a:lnTo>
                  <a:lnTo>
                    <a:pt x="2799984" y="226833"/>
                  </a:lnTo>
                  <a:lnTo>
                    <a:pt x="2747283" y="197990"/>
                  </a:lnTo>
                  <a:lnTo>
                    <a:pt x="2690575" y="172071"/>
                  </a:lnTo>
                  <a:lnTo>
                    <a:pt x="2629034" y="148774"/>
                  </a:lnTo>
                  <a:lnTo>
                    <a:pt x="2561869" y="127798"/>
                  </a:lnTo>
                  <a:lnTo>
                    <a:pt x="2488399" y="108869"/>
                  </a:lnTo>
                  <a:lnTo>
                    <a:pt x="2408149" y="91758"/>
                  </a:lnTo>
                  <a:lnTo>
                    <a:pt x="2320986" y="76284"/>
                  </a:lnTo>
                  <a:lnTo>
                    <a:pt x="2227283" y="62323"/>
                  </a:lnTo>
                  <a:lnTo>
                    <a:pt x="2128099" y="49805"/>
                  </a:lnTo>
                  <a:lnTo>
                    <a:pt x="2025346" y="38708"/>
                  </a:lnTo>
                  <a:lnTo>
                    <a:pt x="1921871" y="29046"/>
                  </a:lnTo>
                  <a:lnTo>
                    <a:pt x="1821371" y="20853"/>
                  </a:lnTo>
                  <a:lnTo>
                    <a:pt x="1728082" y="14152"/>
                  </a:lnTo>
                  <a:lnTo>
                    <a:pt x="1646225" y="8930"/>
                  </a:lnTo>
                  <a:lnTo>
                    <a:pt x="1579286" y="5111"/>
                  </a:lnTo>
                  <a:lnTo>
                    <a:pt x="1529308" y="2547"/>
                  </a:lnTo>
                  <a:lnTo>
                    <a:pt x="1496409" y="1022"/>
                  </a:lnTo>
                  <a:lnTo>
                    <a:pt x="1478637" y="275"/>
                  </a:lnTo>
                  <a:lnTo>
                    <a:pt x="1472131" y="26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50" name="pl150"/>
            <p:cNvSpPr/>
            <p:nvPr/>
          </p:nvSpPr>
          <p:spPr>
            <a:xfrm>
              <a:off x="4799595" y="4342276"/>
              <a:ext cx="11981298" cy="3171123"/>
            </a:xfrm>
            <a:custGeom>
              <a:avLst/>
              <a:pathLst>
                <a:path w="11981298" h="3171123">
                  <a:moveTo>
                    <a:pt x="0" y="0"/>
                  </a:moveTo>
                  <a:lnTo>
                    <a:pt x="1471387" y="0"/>
                  </a:lnTo>
                  <a:lnTo>
                    <a:pt x="1472587" y="42"/>
                  </a:lnTo>
                  <a:lnTo>
                    <a:pt x="1480469" y="348"/>
                  </a:lnTo>
                  <a:lnTo>
                    <a:pt x="1500305" y="1194"/>
                  </a:lnTo>
                  <a:lnTo>
                    <a:pt x="1535690" y="2859"/>
                  </a:lnTo>
                  <a:lnTo>
                    <a:pt x="1588268" y="5599"/>
                  </a:lnTo>
                  <a:lnTo>
                    <a:pt x="1657616" y="9621"/>
                  </a:lnTo>
                  <a:lnTo>
                    <a:pt x="1741434" y="15061"/>
                  </a:lnTo>
                  <a:lnTo>
                    <a:pt x="1836081" y="21986"/>
                  </a:lnTo>
                  <a:lnTo>
                    <a:pt x="1937289" y="30401"/>
                  </a:lnTo>
                  <a:lnTo>
                    <a:pt x="2040873" y="40280"/>
                  </a:lnTo>
                  <a:lnTo>
                    <a:pt x="2143249" y="51591"/>
                  </a:lnTo>
                  <a:lnTo>
                    <a:pt x="2241711" y="64323"/>
                  </a:lnTo>
                  <a:lnTo>
                    <a:pt x="2334483" y="78505"/>
                  </a:lnTo>
                  <a:lnTo>
                    <a:pt x="2420619" y="94214"/>
                  </a:lnTo>
                  <a:lnTo>
                    <a:pt x="2499834" y="111586"/>
                  </a:lnTo>
                  <a:lnTo>
                    <a:pt x="2572323" y="130805"/>
                  </a:lnTo>
                  <a:lnTo>
                    <a:pt x="2638598" y="152111"/>
                  </a:lnTo>
                  <a:lnTo>
                    <a:pt x="2699362" y="175781"/>
                  </a:lnTo>
                  <a:lnTo>
                    <a:pt x="2755417" y="202119"/>
                  </a:lnTo>
                  <a:lnTo>
                    <a:pt x="2807588" y="231426"/>
                  </a:lnTo>
                  <a:lnTo>
                    <a:pt x="2856678" y="263950"/>
                  </a:lnTo>
                  <a:lnTo>
                    <a:pt x="2896531" y="294227"/>
                  </a:lnTo>
                  <a:lnTo>
                    <a:pt x="2941044" y="332293"/>
                  </a:lnTo>
                  <a:lnTo>
                    <a:pt x="2984294" y="373668"/>
                  </a:lnTo>
                  <a:lnTo>
                    <a:pt x="3026688" y="418414"/>
                  </a:lnTo>
                  <a:lnTo>
                    <a:pt x="3068539" y="466515"/>
                  </a:lnTo>
                  <a:lnTo>
                    <a:pt x="3110085" y="517865"/>
                  </a:lnTo>
                  <a:lnTo>
                    <a:pt x="3151496" y="572264"/>
                  </a:lnTo>
                  <a:lnTo>
                    <a:pt x="3192887" y="629411"/>
                  </a:lnTo>
                  <a:lnTo>
                    <a:pt x="3234324" y="688913"/>
                  </a:lnTo>
                  <a:lnTo>
                    <a:pt x="3275833" y="750285"/>
                  </a:lnTo>
                  <a:lnTo>
                    <a:pt x="3317410" y="812971"/>
                  </a:lnTo>
                  <a:lnTo>
                    <a:pt x="3359029" y="876361"/>
                  </a:lnTo>
                  <a:lnTo>
                    <a:pt x="3400652" y="939816"/>
                  </a:lnTo>
                  <a:lnTo>
                    <a:pt x="3442240" y="1002692"/>
                  </a:lnTo>
                  <a:lnTo>
                    <a:pt x="3483764" y="1064372"/>
                  </a:lnTo>
                  <a:lnTo>
                    <a:pt x="3525214" y="1124287"/>
                  </a:lnTo>
                  <a:lnTo>
                    <a:pt x="3566610" y="1181938"/>
                  </a:lnTo>
                  <a:lnTo>
                    <a:pt x="3608009" y="1236910"/>
                  </a:lnTo>
                  <a:lnTo>
                    <a:pt x="3649517" y="1288886"/>
                  </a:lnTo>
                  <a:lnTo>
                    <a:pt x="3691291" y="1337645"/>
                  </a:lnTo>
                  <a:lnTo>
                    <a:pt x="3733554" y="1383063"/>
                  </a:lnTo>
                  <a:lnTo>
                    <a:pt x="3776604" y="1425106"/>
                  </a:lnTo>
                  <a:lnTo>
                    <a:pt x="3820828" y="1463822"/>
                  </a:lnTo>
                  <a:lnTo>
                    <a:pt x="3829811" y="1471139"/>
                  </a:lnTo>
                  <a:lnTo>
                    <a:pt x="3876855" y="1506503"/>
                  </a:lnTo>
                  <a:lnTo>
                    <a:pt x="3926358" y="1538533"/>
                  </a:lnTo>
                  <a:lnTo>
                    <a:pt x="3979060" y="1567377"/>
                  </a:lnTo>
                  <a:lnTo>
                    <a:pt x="4035767" y="1593295"/>
                  </a:lnTo>
                  <a:lnTo>
                    <a:pt x="4097308" y="1616592"/>
                  </a:lnTo>
                  <a:lnTo>
                    <a:pt x="4164473" y="1637569"/>
                  </a:lnTo>
                  <a:lnTo>
                    <a:pt x="4237943" y="1656497"/>
                  </a:lnTo>
                  <a:lnTo>
                    <a:pt x="4318193" y="1673609"/>
                  </a:lnTo>
                  <a:lnTo>
                    <a:pt x="4405356" y="1689083"/>
                  </a:lnTo>
                  <a:lnTo>
                    <a:pt x="4499060" y="1703043"/>
                  </a:lnTo>
                  <a:lnTo>
                    <a:pt x="4598244" y="1715561"/>
                  </a:lnTo>
                  <a:lnTo>
                    <a:pt x="4700996" y="1726659"/>
                  </a:lnTo>
                  <a:lnTo>
                    <a:pt x="4804471" y="1736321"/>
                  </a:lnTo>
                  <a:lnTo>
                    <a:pt x="4904971" y="1744514"/>
                  </a:lnTo>
                  <a:lnTo>
                    <a:pt x="4998260" y="1751214"/>
                  </a:lnTo>
                  <a:lnTo>
                    <a:pt x="5080117" y="1756437"/>
                  </a:lnTo>
                  <a:lnTo>
                    <a:pt x="5147056" y="1760255"/>
                  </a:lnTo>
                  <a:lnTo>
                    <a:pt x="5197035" y="1762820"/>
                  </a:lnTo>
                  <a:lnTo>
                    <a:pt x="5229933" y="1764345"/>
                  </a:lnTo>
                  <a:lnTo>
                    <a:pt x="5247705" y="1765092"/>
                  </a:lnTo>
                  <a:lnTo>
                    <a:pt x="5254211" y="1765341"/>
                  </a:lnTo>
                  <a:lnTo>
                    <a:pt x="5254955" y="1765367"/>
                  </a:lnTo>
                  <a:lnTo>
                    <a:pt x="6726343" y="1765367"/>
                  </a:lnTo>
                  <a:lnTo>
                    <a:pt x="6727556" y="1765402"/>
                  </a:lnTo>
                  <a:lnTo>
                    <a:pt x="6735524" y="1765648"/>
                  </a:lnTo>
                  <a:lnTo>
                    <a:pt x="6755570" y="1766330"/>
                  </a:lnTo>
                  <a:lnTo>
                    <a:pt x="6791310" y="1767670"/>
                  </a:lnTo>
                  <a:lnTo>
                    <a:pt x="6844382" y="1769877"/>
                  </a:lnTo>
                  <a:lnTo>
                    <a:pt x="6914321" y="1773114"/>
                  </a:lnTo>
                  <a:lnTo>
                    <a:pt x="6998770" y="1777491"/>
                  </a:lnTo>
                  <a:lnTo>
                    <a:pt x="7094019" y="1783060"/>
                  </a:lnTo>
                  <a:lnTo>
                    <a:pt x="7195748" y="1789824"/>
                  </a:lnTo>
                  <a:lnTo>
                    <a:pt x="7299735" y="1797762"/>
                  </a:lnTo>
                  <a:lnTo>
                    <a:pt x="7402386" y="1806848"/>
                  </a:lnTo>
                  <a:lnTo>
                    <a:pt x="7501002" y="1817074"/>
                  </a:lnTo>
                  <a:lnTo>
                    <a:pt x="7593825" y="1828465"/>
                  </a:lnTo>
                  <a:lnTo>
                    <a:pt x="7679934" y="1841087"/>
                  </a:lnTo>
                  <a:lnTo>
                    <a:pt x="7759071" y="1855048"/>
                  </a:lnTo>
                  <a:lnTo>
                    <a:pt x="7831451" y="1870503"/>
                  </a:lnTo>
                  <a:lnTo>
                    <a:pt x="7897610" y="1887644"/>
                  </a:lnTo>
                  <a:lnTo>
                    <a:pt x="7958267" y="1906697"/>
                  </a:lnTo>
                  <a:lnTo>
                    <a:pt x="8014234" y="1927907"/>
                  </a:lnTo>
                  <a:lnTo>
                    <a:pt x="8066348" y="1951515"/>
                  </a:lnTo>
                  <a:lnTo>
                    <a:pt x="8115416" y="1977717"/>
                  </a:lnTo>
                  <a:lnTo>
                    <a:pt x="8151487" y="1999660"/>
                  </a:lnTo>
                  <a:lnTo>
                    <a:pt x="8198874" y="2032053"/>
                  </a:lnTo>
                  <a:lnTo>
                    <a:pt x="8244859" y="2067444"/>
                  </a:lnTo>
                  <a:lnTo>
                    <a:pt x="8289923" y="2105886"/>
                  </a:lnTo>
                  <a:lnTo>
                    <a:pt x="8334430" y="2147348"/>
                  </a:lnTo>
                  <a:lnTo>
                    <a:pt x="8378647" y="2191709"/>
                  </a:lnTo>
                  <a:lnTo>
                    <a:pt x="8422760" y="2238745"/>
                  </a:lnTo>
                  <a:lnTo>
                    <a:pt x="8466884" y="2288137"/>
                  </a:lnTo>
                  <a:lnTo>
                    <a:pt x="8511079" y="2339464"/>
                  </a:lnTo>
                  <a:lnTo>
                    <a:pt x="8555357" y="2392226"/>
                  </a:lnTo>
                  <a:lnTo>
                    <a:pt x="8599697" y="2445853"/>
                  </a:lnTo>
                  <a:lnTo>
                    <a:pt x="8644056" y="2499739"/>
                  </a:lnTo>
                  <a:lnTo>
                    <a:pt x="8688388" y="2553262"/>
                  </a:lnTo>
                  <a:lnTo>
                    <a:pt x="8732652" y="2605819"/>
                  </a:lnTo>
                  <a:lnTo>
                    <a:pt x="8776833" y="2656853"/>
                  </a:lnTo>
                  <a:lnTo>
                    <a:pt x="8820950" y="2705873"/>
                  </a:lnTo>
                  <a:lnTo>
                    <a:pt x="8865070" y="2752477"/>
                  </a:lnTo>
                  <a:lnTo>
                    <a:pt x="8909321" y="2796360"/>
                  </a:lnTo>
                  <a:lnTo>
                    <a:pt x="8953901" y="2837317"/>
                  </a:lnTo>
                  <a:lnTo>
                    <a:pt x="8999093" y="2875243"/>
                  </a:lnTo>
                  <a:lnTo>
                    <a:pt x="9045277" y="2910122"/>
                  </a:lnTo>
                  <a:lnTo>
                    <a:pt x="9084767" y="2936830"/>
                  </a:lnTo>
                  <a:lnTo>
                    <a:pt x="9131992" y="2965092"/>
                  </a:lnTo>
                  <a:lnTo>
                    <a:pt x="9181699" y="2990679"/>
                  </a:lnTo>
                  <a:lnTo>
                    <a:pt x="9234633" y="3013710"/>
                  </a:lnTo>
                  <a:lnTo>
                    <a:pt x="9291614" y="3034398"/>
                  </a:lnTo>
                  <a:lnTo>
                    <a:pt x="9353477" y="3052986"/>
                  </a:lnTo>
                  <a:lnTo>
                    <a:pt x="9421021" y="3069716"/>
                  </a:lnTo>
                  <a:lnTo>
                    <a:pt x="9494931" y="3084808"/>
                  </a:lnTo>
                  <a:lnTo>
                    <a:pt x="9575680" y="3098447"/>
                  </a:lnTo>
                  <a:lnTo>
                    <a:pt x="9663392" y="3110775"/>
                  </a:lnTo>
                  <a:lnTo>
                    <a:pt x="9757669" y="3121891"/>
                  </a:lnTo>
                  <a:lnTo>
                    <a:pt x="9857412" y="3131852"/>
                  </a:lnTo>
                  <a:lnTo>
                    <a:pt x="9960648" y="3140673"/>
                  </a:lnTo>
                  <a:lnTo>
                    <a:pt x="10064461" y="3148341"/>
                  </a:lnTo>
                  <a:lnTo>
                    <a:pt x="10165076" y="3154829"/>
                  </a:lnTo>
                  <a:lnTo>
                    <a:pt x="10258194" y="3160120"/>
                  </a:lnTo>
                  <a:lnTo>
                    <a:pt x="10339568" y="3164226"/>
                  </a:lnTo>
                  <a:lnTo>
                    <a:pt x="10405740" y="3167212"/>
                  </a:lnTo>
                  <a:lnTo>
                    <a:pt x="10454756" y="3169201"/>
                  </a:lnTo>
                  <a:lnTo>
                    <a:pt x="10486632" y="3170369"/>
                  </a:lnTo>
                  <a:lnTo>
                    <a:pt x="10503485" y="3170929"/>
                  </a:lnTo>
                  <a:lnTo>
                    <a:pt x="10509354" y="3171107"/>
                  </a:lnTo>
                  <a:lnTo>
                    <a:pt x="10509911" y="3171123"/>
                  </a:lnTo>
                  <a:lnTo>
                    <a:pt x="11981298" y="317112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1" name="pl151"/>
            <p:cNvSpPr/>
            <p:nvPr/>
          </p:nvSpPr>
          <p:spPr>
            <a:xfrm>
              <a:off x="4799595" y="4334103"/>
              <a:ext cx="11981298" cy="3171123"/>
            </a:xfrm>
            <a:custGeom>
              <a:avLst/>
              <a:pathLst>
                <a:path w="11981298" h="3171123">
                  <a:moveTo>
                    <a:pt x="11981298" y="3171123"/>
                  </a:moveTo>
                  <a:lnTo>
                    <a:pt x="10509911" y="3171123"/>
                  </a:lnTo>
                  <a:lnTo>
                    <a:pt x="10508697" y="3171088"/>
                  </a:lnTo>
                  <a:lnTo>
                    <a:pt x="10500729" y="3170842"/>
                  </a:lnTo>
                  <a:lnTo>
                    <a:pt x="10480684" y="3170160"/>
                  </a:lnTo>
                  <a:lnTo>
                    <a:pt x="10444943" y="3168820"/>
                  </a:lnTo>
                  <a:lnTo>
                    <a:pt x="10391871" y="3166613"/>
                  </a:lnTo>
                  <a:lnTo>
                    <a:pt x="10321932" y="3163376"/>
                  </a:lnTo>
                  <a:lnTo>
                    <a:pt x="10237484" y="3158999"/>
                  </a:lnTo>
                  <a:lnTo>
                    <a:pt x="10142234" y="3153430"/>
                  </a:lnTo>
                  <a:lnTo>
                    <a:pt x="10040505" y="3146666"/>
                  </a:lnTo>
                  <a:lnTo>
                    <a:pt x="9936518" y="3138728"/>
                  </a:lnTo>
                  <a:lnTo>
                    <a:pt x="9833867" y="3129642"/>
                  </a:lnTo>
                  <a:lnTo>
                    <a:pt x="9735251" y="3119416"/>
                  </a:lnTo>
                  <a:lnTo>
                    <a:pt x="9642428" y="3108025"/>
                  </a:lnTo>
                  <a:lnTo>
                    <a:pt x="9556319" y="3095403"/>
                  </a:lnTo>
                  <a:lnTo>
                    <a:pt x="9477183" y="3081442"/>
                  </a:lnTo>
                  <a:lnTo>
                    <a:pt x="9404802" y="3065987"/>
                  </a:lnTo>
                  <a:lnTo>
                    <a:pt x="9338643" y="3048846"/>
                  </a:lnTo>
                  <a:lnTo>
                    <a:pt x="9277987" y="3029793"/>
                  </a:lnTo>
                  <a:lnTo>
                    <a:pt x="9222019" y="3008583"/>
                  </a:lnTo>
                  <a:lnTo>
                    <a:pt x="9169905" y="2984975"/>
                  </a:lnTo>
                  <a:lnTo>
                    <a:pt x="9120837" y="2958773"/>
                  </a:lnTo>
                  <a:lnTo>
                    <a:pt x="9084767" y="2936830"/>
                  </a:lnTo>
                  <a:lnTo>
                    <a:pt x="9037379" y="2904437"/>
                  </a:lnTo>
                  <a:lnTo>
                    <a:pt x="8991394" y="2869046"/>
                  </a:lnTo>
                  <a:lnTo>
                    <a:pt x="8946330" y="2830604"/>
                  </a:lnTo>
                  <a:lnTo>
                    <a:pt x="8901823" y="2789142"/>
                  </a:lnTo>
                  <a:lnTo>
                    <a:pt x="8857606" y="2744781"/>
                  </a:lnTo>
                  <a:lnTo>
                    <a:pt x="8813494" y="2697745"/>
                  </a:lnTo>
                  <a:lnTo>
                    <a:pt x="8769369" y="2648353"/>
                  </a:lnTo>
                  <a:lnTo>
                    <a:pt x="8725174" y="2597026"/>
                  </a:lnTo>
                  <a:lnTo>
                    <a:pt x="8680896" y="2544264"/>
                  </a:lnTo>
                  <a:lnTo>
                    <a:pt x="8636557" y="2490637"/>
                  </a:lnTo>
                  <a:lnTo>
                    <a:pt x="8592197" y="2436751"/>
                  </a:lnTo>
                  <a:lnTo>
                    <a:pt x="8547866" y="2383228"/>
                  </a:lnTo>
                  <a:lnTo>
                    <a:pt x="8503601" y="2330671"/>
                  </a:lnTo>
                  <a:lnTo>
                    <a:pt x="8459420" y="2279637"/>
                  </a:lnTo>
                  <a:lnTo>
                    <a:pt x="8415303" y="2230617"/>
                  </a:lnTo>
                  <a:lnTo>
                    <a:pt x="8371183" y="2184013"/>
                  </a:lnTo>
                  <a:lnTo>
                    <a:pt x="8326932" y="2140130"/>
                  </a:lnTo>
                  <a:lnTo>
                    <a:pt x="8282352" y="2099173"/>
                  </a:lnTo>
                  <a:lnTo>
                    <a:pt x="8237161" y="2061247"/>
                  </a:lnTo>
                  <a:lnTo>
                    <a:pt x="8190976" y="2026368"/>
                  </a:lnTo>
                  <a:lnTo>
                    <a:pt x="8151487" y="1999660"/>
                  </a:lnTo>
                  <a:lnTo>
                    <a:pt x="8104261" y="1971398"/>
                  </a:lnTo>
                  <a:lnTo>
                    <a:pt x="8054555" y="1945811"/>
                  </a:lnTo>
                  <a:lnTo>
                    <a:pt x="8001620" y="1922780"/>
                  </a:lnTo>
                  <a:lnTo>
                    <a:pt x="7944639" y="1902092"/>
                  </a:lnTo>
                  <a:lnTo>
                    <a:pt x="7882776" y="1883504"/>
                  </a:lnTo>
                  <a:lnTo>
                    <a:pt x="7815233" y="1866774"/>
                  </a:lnTo>
                  <a:lnTo>
                    <a:pt x="7741322" y="1851682"/>
                  </a:lnTo>
                  <a:lnTo>
                    <a:pt x="7660573" y="1838043"/>
                  </a:lnTo>
                  <a:lnTo>
                    <a:pt x="7572862" y="1825715"/>
                  </a:lnTo>
                  <a:lnTo>
                    <a:pt x="7478584" y="1814599"/>
                  </a:lnTo>
                  <a:lnTo>
                    <a:pt x="7378842" y="1804638"/>
                  </a:lnTo>
                  <a:lnTo>
                    <a:pt x="7275605" y="1795817"/>
                  </a:lnTo>
                  <a:lnTo>
                    <a:pt x="7171792" y="1788149"/>
                  </a:lnTo>
                  <a:lnTo>
                    <a:pt x="7071177" y="1781661"/>
                  </a:lnTo>
                  <a:lnTo>
                    <a:pt x="6978059" y="1776370"/>
                  </a:lnTo>
                  <a:lnTo>
                    <a:pt x="6896686" y="1772264"/>
                  </a:lnTo>
                  <a:lnTo>
                    <a:pt x="6830513" y="1769278"/>
                  </a:lnTo>
                  <a:lnTo>
                    <a:pt x="6781498" y="1767289"/>
                  </a:lnTo>
                  <a:lnTo>
                    <a:pt x="6749622" y="1766121"/>
                  </a:lnTo>
                  <a:lnTo>
                    <a:pt x="6732768" y="1765561"/>
                  </a:lnTo>
                  <a:lnTo>
                    <a:pt x="6726900" y="1765383"/>
                  </a:lnTo>
                  <a:lnTo>
                    <a:pt x="6726343" y="1765367"/>
                  </a:lnTo>
                  <a:lnTo>
                    <a:pt x="5254955" y="1765367"/>
                  </a:lnTo>
                  <a:lnTo>
                    <a:pt x="5253755" y="1765324"/>
                  </a:lnTo>
                  <a:lnTo>
                    <a:pt x="5245873" y="1765018"/>
                  </a:lnTo>
                  <a:lnTo>
                    <a:pt x="5226037" y="1764172"/>
                  </a:lnTo>
                  <a:lnTo>
                    <a:pt x="5190652" y="1762507"/>
                  </a:lnTo>
                  <a:lnTo>
                    <a:pt x="5138074" y="1759767"/>
                  </a:lnTo>
                  <a:lnTo>
                    <a:pt x="5068726" y="1755746"/>
                  </a:lnTo>
                  <a:lnTo>
                    <a:pt x="4984908" y="1750305"/>
                  </a:lnTo>
                  <a:lnTo>
                    <a:pt x="4890261" y="1743381"/>
                  </a:lnTo>
                  <a:lnTo>
                    <a:pt x="4789053" y="1734965"/>
                  </a:lnTo>
                  <a:lnTo>
                    <a:pt x="4685469" y="1725086"/>
                  </a:lnTo>
                  <a:lnTo>
                    <a:pt x="4583093" y="1713776"/>
                  </a:lnTo>
                  <a:lnTo>
                    <a:pt x="4484631" y="1701044"/>
                  </a:lnTo>
                  <a:lnTo>
                    <a:pt x="4391859" y="1686862"/>
                  </a:lnTo>
                  <a:lnTo>
                    <a:pt x="4305723" y="1671152"/>
                  </a:lnTo>
                  <a:lnTo>
                    <a:pt x="4226508" y="1653781"/>
                  </a:lnTo>
                  <a:lnTo>
                    <a:pt x="4154019" y="1634561"/>
                  </a:lnTo>
                  <a:lnTo>
                    <a:pt x="4087744" y="1613255"/>
                  </a:lnTo>
                  <a:lnTo>
                    <a:pt x="4026980" y="1589585"/>
                  </a:lnTo>
                  <a:lnTo>
                    <a:pt x="3970925" y="1563247"/>
                  </a:lnTo>
                  <a:lnTo>
                    <a:pt x="3918754" y="1533941"/>
                  </a:lnTo>
                  <a:lnTo>
                    <a:pt x="3869664" y="1501416"/>
                  </a:lnTo>
                  <a:lnTo>
                    <a:pt x="3829811" y="1471139"/>
                  </a:lnTo>
                  <a:lnTo>
                    <a:pt x="3785298" y="1433074"/>
                  </a:lnTo>
                  <a:lnTo>
                    <a:pt x="3742048" y="1391699"/>
                  </a:lnTo>
                  <a:lnTo>
                    <a:pt x="3699655" y="1346952"/>
                  </a:lnTo>
                  <a:lnTo>
                    <a:pt x="3657803" y="1298851"/>
                  </a:lnTo>
                  <a:lnTo>
                    <a:pt x="3616257" y="1247501"/>
                  </a:lnTo>
                  <a:lnTo>
                    <a:pt x="3574846" y="1193103"/>
                  </a:lnTo>
                  <a:lnTo>
                    <a:pt x="3533455" y="1135955"/>
                  </a:lnTo>
                  <a:lnTo>
                    <a:pt x="3492019" y="1076454"/>
                  </a:lnTo>
                  <a:lnTo>
                    <a:pt x="3450509" y="1015082"/>
                  </a:lnTo>
                  <a:lnTo>
                    <a:pt x="3408932" y="952395"/>
                  </a:lnTo>
                  <a:lnTo>
                    <a:pt x="3367313" y="889005"/>
                  </a:lnTo>
                  <a:lnTo>
                    <a:pt x="3325690" y="825551"/>
                  </a:lnTo>
                  <a:lnTo>
                    <a:pt x="3284102" y="762674"/>
                  </a:lnTo>
                  <a:lnTo>
                    <a:pt x="3242579" y="700994"/>
                  </a:lnTo>
                  <a:lnTo>
                    <a:pt x="3201128" y="641080"/>
                  </a:lnTo>
                  <a:lnTo>
                    <a:pt x="3159732" y="583429"/>
                  </a:lnTo>
                  <a:lnTo>
                    <a:pt x="3118333" y="528456"/>
                  </a:lnTo>
                  <a:lnTo>
                    <a:pt x="3076825" y="476481"/>
                  </a:lnTo>
                  <a:lnTo>
                    <a:pt x="3035051" y="427722"/>
                  </a:lnTo>
                  <a:lnTo>
                    <a:pt x="2992788" y="382304"/>
                  </a:lnTo>
                  <a:lnTo>
                    <a:pt x="2949738" y="340260"/>
                  </a:lnTo>
                  <a:lnTo>
                    <a:pt x="2905514" y="301545"/>
                  </a:lnTo>
                  <a:lnTo>
                    <a:pt x="2896531" y="294227"/>
                  </a:lnTo>
                  <a:lnTo>
                    <a:pt x="2849487" y="258863"/>
                  </a:lnTo>
                  <a:lnTo>
                    <a:pt x="2799984" y="226833"/>
                  </a:lnTo>
                  <a:lnTo>
                    <a:pt x="2747283" y="197990"/>
                  </a:lnTo>
                  <a:lnTo>
                    <a:pt x="2690575" y="172071"/>
                  </a:lnTo>
                  <a:lnTo>
                    <a:pt x="2629034" y="148774"/>
                  </a:lnTo>
                  <a:lnTo>
                    <a:pt x="2561869" y="127798"/>
                  </a:lnTo>
                  <a:lnTo>
                    <a:pt x="2488399" y="108869"/>
                  </a:lnTo>
                  <a:lnTo>
                    <a:pt x="2408149" y="91758"/>
                  </a:lnTo>
                  <a:lnTo>
                    <a:pt x="2320986" y="76284"/>
                  </a:lnTo>
                  <a:lnTo>
                    <a:pt x="2227283" y="62323"/>
                  </a:lnTo>
                  <a:lnTo>
                    <a:pt x="2128099" y="49805"/>
                  </a:lnTo>
                  <a:lnTo>
                    <a:pt x="2025346" y="38708"/>
                  </a:lnTo>
                  <a:lnTo>
                    <a:pt x="1921871" y="29046"/>
                  </a:lnTo>
                  <a:lnTo>
                    <a:pt x="1821371" y="20853"/>
                  </a:lnTo>
                  <a:lnTo>
                    <a:pt x="1728082" y="14152"/>
                  </a:lnTo>
                  <a:lnTo>
                    <a:pt x="1646225" y="8930"/>
                  </a:lnTo>
                  <a:lnTo>
                    <a:pt x="1579286" y="5111"/>
                  </a:lnTo>
                  <a:lnTo>
                    <a:pt x="1529308" y="2547"/>
                  </a:lnTo>
                  <a:lnTo>
                    <a:pt x="1496409" y="1022"/>
                  </a:lnTo>
                  <a:lnTo>
                    <a:pt x="1478637" y="275"/>
                  </a:lnTo>
                  <a:lnTo>
                    <a:pt x="1472131" y="26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2" name="pg152"/>
            <p:cNvSpPr/>
            <p:nvPr/>
          </p:nvSpPr>
          <p:spPr>
            <a:xfrm>
              <a:off x="4799595" y="4342276"/>
              <a:ext cx="11981298" cy="5851866"/>
            </a:xfrm>
            <a:custGeom>
              <a:avLst/>
              <a:pathLst>
                <a:path w="11981298" h="5851866">
                  <a:moveTo>
                    <a:pt x="0" y="8172"/>
                  </a:moveTo>
                  <a:lnTo>
                    <a:pt x="1471387" y="8172"/>
                  </a:lnTo>
                  <a:lnTo>
                    <a:pt x="1472586" y="8216"/>
                  </a:lnTo>
                  <a:lnTo>
                    <a:pt x="1480459" y="8527"/>
                  </a:lnTo>
                  <a:lnTo>
                    <a:pt x="1500274" y="9388"/>
                  </a:lnTo>
                  <a:lnTo>
                    <a:pt x="1535623" y="11082"/>
                  </a:lnTo>
                  <a:lnTo>
                    <a:pt x="1588151" y="13869"/>
                  </a:lnTo>
                  <a:lnTo>
                    <a:pt x="1657439" y="17961"/>
                  </a:lnTo>
                  <a:lnTo>
                    <a:pt x="1741194" y="23496"/>
                  </a:lnTo>
                  <a:lnTo>
                    <a:pt x="1835780" y="30542"/>
                  </a:lnTo>
                  <a:lnTo>
                    <a:pt x="1936935" y="39105"/>
                  </a:lnTo>
                  <a:lnTo>
                    <a:pt x="2040478" y="49158"/>
                  </a:lnTo>
                  <a:lnTo>
                    <a:pt x="2142826" y="60668"/>
                  </a:lnTo>
                  <a:lnTo>
                    <a:pt x="2241272" y="73624"/>
                  </a:lnTo>
                  <a:lnTo>
                    <a:pt x="2334039" y="88056"/>
                  </a:lnTo>
                  <a:lnTo>
                    <a:pt x="2420177" y="104042"/>
                  </a:lnTo>
                  <a:lnTo>
                    <a:pt x="2499400" y="121719"/>
                  </a:lnTo>
                  <a:lnTo>
                    <a:pt x="2571900" y="141275"/>
                  </a:lnTo>
                  <a:lnTo>
                    <a:pt x="2638186" y="162953"/>
                  </a:lnTo>
                  <a:lnTo>
                    <a:pt x="2698962" y="187035"/>
                  </a:lnTo>
                  <a:lnTo>
                    <a:pt x="2755025" y="213830"/>
                  </a:lnTo>
                  <a:lnTo>
                    <a:pt x="2807203" y="243644"/>
                  </a:lnTo>
                  <a:lnTo>
                    <a:pt x="2856295" y="276732"/>
                  </a:lnTo>
                  <a:lnTo>
                    <a:pt x="2896531" y="307849"/>
                  </a:lnTo>
                  <a:lnTo>
                    <a:pt x="2940796" y="346391"/>
                  </a:lnTo>
                  <a:lnTo>
                    <a:pt x="2983810" y="388265"/>
                  </a:lnTo>
                  <a:lnTo>
                    <a:pt x="3025974" y="433534"/>
                  </a:lnTo>
                  <a:lnTo>
                    <a:pt x="3067596" y="482182"/>
                  </a:lnTo>
                  <a:lnTo>
                    <a:pt x="3108912" y="534105"/>
                  </a:lnTo>
                  <a:lnTo>
                    <a:pt x="3150091" y="589106"/>
                  </a:lnTo>
                  <a:lnTo>
                    <a:pt x="3191247" y="646887"/>
                  </a:lnTo>
                  <a:lnTo>
                    <a:pt x="3232447" y="707056"/>
                  </a:lnTo>
                  <a:lnTo>
                    <a:pt x="3273718" y="769133"/>
                  </a:lnTo>
                  <a:lnTo>
                    <a:pt x="3315057" y="832563"/>
                  </a:lnTo>
                  <a:lnTo>
                    <a:pt x="3356439" y="896737"/>
                  </a:lnTo>
                  <a:lnTo>
                    <a:pt x="3397827" y="961017"/>
                  </a:lnTo>
                  <a:lnTo>
                    <a:pt x="3439184" y="1024759"/>
                  </a:lnTo>
                  <a:lnTo>
                    <a:pt x="3480478" y="1087339"/>
                  </a:lnTo>
                  <a:lnTo>
                    <a:pt x="3521700" y="1148186"/>
                  </a:lnTo>
                  <a:lnTo>
                    <a:pt x="3562864" y="1206791"/>
                  </a:lnTo>
                  <a:lnTo>
                    <a:pt x="3604026" y="1262733"/>
                  </a:lnTo>
                  <a:lnTo>
                    <a:pt x="3645282" y="1315684"/>
                  </a:lnTo>
                  <a:lnTo>
                    <a:pt x="3686782" y="1365414"/>
                  </a:lnTo>
                  <a:lnTo>
                    <a:pt x="3728740" y="1411788"/>
                  </a:lnTo>
                  <a:lnTo>
                    <a:pt x="3771438" y="1454763"/>
                  </a:lnTo>
                  <a:lnTo>
                    <a:pt x="3815246" y="1494377"/>
                  </a:lnTo>
                  <a:lnTo>
                    <a:pt x="3829811" y="1506556"/>
                  </a:lnTo>
                  <a:lnTo>
                    <a:pt x="3876836" y="1542561"/>
                  </a:lnTo>
                  <a:lnTo>
                    <a:pt x="3926319" y="1575174"/>
                  </a:lnTo>
                  <a:lnTo>
                    <a:pt x="3978997" y="1604544"/>
                  </a:lnTo>
                  <a:lnTo>
                    <a:pt x="4035677" y="1630936"/>
                  </a:lnTo>
                  <a:lnTo>
                    <a:pt x="4097186" y="1654659"/>
                  </a:lnTo>
                  <a:lnTo>
                    <a:pt x="4164312" y="1676020"/>
                  </a:lnTo>
                  <a:lnTo>
                    <a:pt x="4237738" y="1695297"/>
                  </a:lnTo>
                  <a:lnTo>
                    <a:pt x="4317938" y="1712724"/>
                  </a:lnTo>
                  <a:lnTo>
                    <a:pt x="4405045" y="1728483"/>
                  </a:lnTo>
                  <a:lnTo>
                    <a:pt x="4498691" y="1742703"/>
                  </a:lnTo>
                  <a:lnTo>
                    <a:pt x="4597818" y="1755453"/>
                  </a:lnTo>
                  <a:lnTo>
                    <a:pt x="4700521" y="1766759"/>
                  </a:lnTo>
                  <a:lnTo>
                    <a:pt x="4803961" y="1776603"/>
                  </a:lnTo>
                  <a:lnTo>
                    <a:pt x="4904450" y="1784952"/>
                  </a:lnTo>
                  <a:lnTo>
                    <a:pt x="4997755" y="1791783"/>
                  </a:lnTo>
                  <a:lnTo>
                    <a:pt x="5079659" y="1797108"/>
                  </a:lnTo>
                  <a:lnTo>
                    <a:pt x="5146675" y="1801005"/>
                  </a:lnTo>
                  <a:lnTo>
                    <a:pt x="5196751" y="1803623"/>
                  </a:lnTo>
                  <a:lnTo>
                    <a:pt x="5229753" y="1805182"/>
                  </a:lnTo>
                  <a:lnTo>
                    <a:pt x="5247618" y="1805948"/>
                  </a:lnTo>
                  <a:lnTo>
                    <a:pt x="5254190" y="1806205"/>
                  </a:lnTo>
                  <a:lnTo>
                    <a:pt x="5254955" y="1806232"/>
                  </a:lnTo>
                  <a:lnTo>
                    <a:pt x="6726343" y="1806232"/>
                  </a:lnTo>
                  <a:lnTo>
                    <a:pt x="6727282" y="1806309"/>
                  </a:lnTo>
                  <a:lnTo>
                    <a:pt x="6733485" y="1806854"/>
                  </a:lnTo>
                  <a:lnTo>
                    <a:pt x="6749206" y="1808360"/>
                  </a:lnTo>
                  <a:lnTo>
                    <a:pt x="6777529" y="1811327"/>
                  </a:lnTo>
                  <a:lnTo>
                    <a:pt x="6820182" y="1816233"/>
                  </a:lnTo>
                  <a:lnTo>
                    <a:pt x="6877409" y="1823481"/>
                  </a:lnTo>
                  <a:lnTo>
                    <a:pt x="6948015" y="1833376"/>
                  </a:lnTo>
                  <a:lnTo>
                    <a:pt x="7029630" y="1846099"/>
                  </a:lnTo>
                  <a:lnTo>
                    <a:pt x="7119139" y="1861719"/>
                  </a:lnTo>
                  <a:lnTo>
                    <a:pt x="7213171" y="1880222"/>
                  </a:lnTo>
                  <a:lnTo>
                    <a:pt x="7308540" y="1901552"/>
                  </a:lnTo>
                  <a:lnTo>
                    <a:pt x="7402552" y="1925655"/>
                  </a:lnTo>
                  <a:lnTo>
                    <a:pt x="7493158" y="1952515"/>
                  </a:lnTo>
                  <a:lnTo>
                    <a:pt x="7578978" y="1982184"/>
                  </a:lnTo>
                  <a:lnTo>
                    <a:pt x="7659233" y="2014795"/>
                  </a:lnTo>
                  <a:lnTo>
                    <a:pt x="7733631" y="2050569"/>
                  </a:lnTo>
                  <a:lnTo>
                    <a:pt x="7802251" y="2089820"/>
                  </a:lnTo>
                  <a:lnTo>
                    <a:pt x="7865429" y="2132944"/>
                  </a:lnTo>
                  <a:lnTo>
                    <a:pt x="7923665" y="2180412"/>
                  </a:lnTo>
                  <a:lnTo>
                    <a:pt x="7977556" y="2232751"/>
                  </a:lnTo>
                  <a:lnTo>
                    <a:pt x="8027743" y="2290509"/>
                  </a:lnTo>
                  <a:lnTo>
                    <a:pt x="8074867" y="2354204"/>
                  </a:lnTo>
                  <a:lnTo>
                    <a:pt x="8119540" y="2424237"/>
                  </a:lnTo>
                  <a:lnTo>
                    <a:pt x="8151487" y="2480504"/>
                  </a:lnTo>
                  <a:lnTo>
                    <a:pt x="8183925" y="2543043"/>
                  </a:lnTo>
                  <a:lnTo>
                    <a:pt x="8215632" y="2609542"/>
                  </a:lnTo>
                  <a:lnTo>
                    <a:pt x="8246779" y="2680080"/>
                  </a:lnTo>
                  <a:lnTo>
                    <a:pt x="8277510" y="2754692"/>
                  </a:lnTo>
                  <a:lnTo>
                    <a:pt x="8307944" y="2833360"/>
                  </a:lnTo>
                  <a:lnTo>
                    <a:pt x="8338175" y="2916012"/>
                  </a:lnTo>
                  <a:lnTo>
                    <a:pt x="8368283" y="3002516"/>
                  </a:lnTo>
                  <a:lnTo>
                    <a:pt x="8398327" y="3092677"/>
                  </a:lnTo>
                  <a:lnTo>
                    <a:pt x="8428351" y="3186238"/>
                  </a:lnTo>
                  <a:lnTo>
                    <a:pt x="8458387" y="3282882"/>
                  </a:lnTo>
                  <a:lnTo>
                    <a:pt x="8488453" y="3382229"/>
                  </a:lnTo>
                  <a:lnTo>
                    <a:pt x="8518558" y="3483849"/>
                  </a:lnTo>
                  <a:lnTo>
                    <a:pt x="8548701" y="3587262"/>
                  </a:lnTo>
                  <a:lnTo>
                    <a:pt x="8578875" y="3691952"/>
                  </a:lnTo>
                  <a:lnTo>
                    <a:pt x="8609069" y="3797372"/>
                  </a:lnTo>
                  <a:lnTo>
                    <a:pt x="8639267" y="3902962"/>
                  </a:lnTo>
                  <a:lnTo>
                    <a:pt x="8669455" y="4008157"/>
                  </a:lnTo>
                  <a:lnTo>
                    <a:pt x="8699618" y="4112400"/>
                  </a:lnTo>
                  <a:lnTo>
                    <a:pt x="8729747" y="4215155"/>
                  </a:lnTo>
                  <a:lnTo>
                    <a:pt x="8759836" y="4315921"/>
                  </a:lnTo>
                  <a:lnTo>
                    <a:pt x="8789888" y="4414235"/>
                  </a:lnTo>
                  <a:lnTo>
                    <a:pt x="8819916" y="4509688"/>
                  </a:lnTo>
                  <a:lnTo>
                    <a:pt x="8849944" y="4601923"/>
                  </a:lnTo>
                  <a:lnTo>
                    <a:pt x="8880007" y="4690648"/>
                  </a:lnTo>
                  <a:lnTo>
                    <a:pt x="8910156" y="4775630"/>
                  </a:lnTo>
                  <a:lnTo>
                    <a:pt x="8940458" y="4856701"/>
                  </a:lnTo>
                  <a:lnTo>
                    <a:pt x="8970998" y="4933752"/>
                  </a:lnTo>
                  <a:lnTo>
                    <a:pt x="9001880" y="5006732"/>
                  </a:lnTo>
                  <a:lnTo>
                    <a:pt x="9033233" y="5075647"/>
                  </a:lnTo>
                  <a:lnTo>
                    <a:pt x="9065210" y="5140549"/>
                  </a:lnTo>
                  <a:lnTo>
                    <a:pt x="9084767" y="5177594"/>
                  </a:lnTo>
                  <a:lnTo>
                    <a:pt x="9127978" y="5252457"/>
                  </a:lnTo>
                  <a:lnTo>
                    <a:pt x="9173225" y="5320836"/>
                  </a:lnTo>
                  <a:lnTo>
                    <a:pt x="9221075" y="5382962"/>
                  </a:lnTo>
                  <a:lnTo>
                    <a:pt x="9272151" y="5439278"/>
                  </a:lnTo>
                  <a:lnTo>
                    <a:pt x="9327097" y="5490314"/>
                  </a:lnTo>
                  <a:lnTo>
                    <a:pt x="9386547" y="5536619"/>
                  </a:lnTo>
                  <a:lnTo>
                    <a:pt x="9451080" y="5578706"/>
                  </a:lnTo>
                  <a:lnTo>
                    <a:pt x="9521159" y="5617030"/>
                  </a:lnTo>
                  <a:lnTo>
                    <a:pt x="9597066" y="5651966"/>
                  </a:lnTo>
                  <a:lnTo>
                    <a:pt x="9678794" y="5683804"/>
                  </a:lnTo>
                  <a:lnTo>
                    <a:pt x="9765940" y="5712742"/>
                  </a:lnTo>
                  <a:lnTo>
                    <a:pt x="9857578" y="5738893"/>
                  </a:lnTo>
                  <a:lnTo>
                    <a:pt x="9952161" y="5762287"/>
                  </a:lnTo>
                  <a:lnTo>
                    <a:pt x="10047467" y="5782898"/>
                  </a:lnTo>
                  <a:lnTo>
                    <a:pt x="10140656" y="5800665"/>
                  </a:lnTo>
                  <a:lnTo>
                    <a:pt x="10228459" y="5815540"/>
                  </a:lnTo>
                  <a:lnTo>
                    <a:pt x="10307524" y="5827527"/>
                  </a:lnTo>
                  <a:lnTo>
                    <a:pt x="10374881" y="5836720"/>
                  </a:lnTo>
                  <a:lnTo>
                    <a:pt x="10428426" y="5843334"/>
                  </a:lnTo>
                  <a:lnTo>
                    <a:pt x="10467317" y="5847699"/>
                  </a:lnTo>
                  <a:lnTo>
                    <a:pt x="10492184" y="5850245"/>
                  </a:lnTo>
                  <a:lnTo>
                    <a:pt x="10505118" y="5851456"/>
                  </a:lnTo>
                  <a:lnTo>
                    <a:pt x="10509520" y="5851835"/>
                  </a:lnTo>
                  <a:lnTo>
                    <a:pt x="10509911" y="5851866"/>
                  </a:lnTo>
                  <a:lnTo>
                    <a:pt x="11981298" y="5851866"/>
                  </a:lnTo>
                  <a:lnTo>
                    <a:pt x="11981298" y="5843693"/>
                  </a:lnTo>
                  <a:lnTo>
                    <a:pt x="10509911" y="5843693"/>
                  </a:lnTo>
                  <a:lnTo>
                    <a:pt x="10508971" y="5843617"/>
                  </a:lnTo>
                  <a:lnTo>
                    <a:pt x="10502769" y="5843072"/>
                  </a:lnTo>
                  <a:lnTo>
                    <a:pt x="10487047" y="5841566"/>
                  </a:lnTo>
                  <a:lnTo>
                    <a:pt x="10458724" y="5838598"/>
                  </a:lnTo>
                  <a:lnTo>
                    <a:pt x="10416071" y="5833693"/>
                  </a:lnTo>
                  <a:lnTo>
                    <a:pt x="10358845" y="5826444"/>
                  </a:lnTo>
                  <a:lnTo>
                    <a:pt x="10288239" y="5816549"/>
                  </a:lnTo>
                  <a:lnTo>
                    <a:pt x="10206623" y="5803826"/>
                  </a:lnTo>
                  <a:lnTo>
                    <a:pt x="10117115" y="5788206"/>
                  </a:lnTo>
                  <a:lnTo>
                    <a:pt x="10023083" y="5769703"/>
                  </a:lnTo>
                  <a:lnTo>
                    <a:pt x="9927714" y="5748373"/>
                  </a:lnTo>
                  <a:lnTo>
                    <a:pt x="9833702" y="5724271"/>
                  </a:lnTo>
                  <a:lnTo>
                    <a:pt x="9743095" y="5697410"/>
                  </a:lnTo>
                  <a:lnTo>
                    <a:pt x="9657275" y="5667741"/>
                  </a:lnTo>
                  <a:lnTo>
                    <a:pt x="9577020" y="5635131"/>
                  </a:lnTo>
                  <a:lnTo>
                    <a:pt x="9502622" y="5599356"/>
                  </a:lnTo>
                  <a:lnTo>
                    <a:pt x="9434002" y="5560106"/>
                  </a:lnTo>
                  <a:lnTo>
                    <a:pt x="9370824" y="5516982"/>
                  </a:lnTo>
                  <a:lnTo>
                    <a:pt x="9312588" y="5469514"/>
                  </a:lnTo>
                  <a:lnTo>
                    <a:pt x="9258697" y="5417175"/>
                  </a:lnTo>
                  <a:lnTo>
                    <a:pt x="9208510" y="5359417"/>
                  </a:lnTo>
                  <a:lnTo>
                    <a:pt x="9161387" y="5295721"/>
                  </a:lnTo>
                  <a:lnTo>
                    <a:pt x="9116713" y="5225688"/>
                  </a:lnTo>
                  <a:lnTo>
                    <a:pt x="9084767" y="5169421"/>
                  </a:lnTo>
                  <a:lnTo>
                    <a:pt x="9052328" y="5106882"/>
                  </a:lnTo>
                  <a:lnTo>
                    <a:pt x="9020621" y="5040384"/>
                  </a:lnTo>
                  <a:lnTo>
                    <a:pt x="8989474" y="4969846"/>
                  </a:lnTo>
                  <a:lnTo>
                    <a:pt x="8958743" y="4895234"/>
                  </a:lnTo>
                  <a:lnTo>
                    <a:pt x="8928310" y="4816565"/>
                  </a:lnTo>
                  <a:lnTo>
                    <a:pt x="8898078" y="4733913"/>
                  </a:lnTo>
                  <a:lnTo>
                    <a:pt x="8867970" y="4647410"/>
                  </a:lnTo>
                  <a:lnTo>
                    <a:pt x="8837927" y="4557249"/>
                  </a:lnTo>
                  <a:lnTo>
                    <a:pt x="8807902" y="4463687"/>
                  </a:lnTo>
                  <a:lnTo>
                    <a:pt x="8777866" y="4367044"/>
                  </a:lnTo>
                  <a:lnTo>
                    <a:pt x="8747800" y="4267696"/>
                  </a:lnTo>
                  <a:lnTo>
                    <a:pt x="8717695" y="4166077"/>
                  </a:lnTo>
                  <a:lnTo>
                    <a:pt x="8687552" y="4062663"/>
                  </a:lnTo>
                  <a:lnTo>
                    <a:pt x="8657378" y="3957974"/>
                  </a:lnTo>
                  <a:lnTo>
                    <a:pt x="8627184" y="3852553"/>
                  </a:lnTo>
                  <a:lnTo>
                    <a:pt x="8596986" y="3746963"/>
                  </a:lnTo>
                  <a:lnTo>
                    <a:pt x="8566798" y="3641769"/>
                  </a:lnTo>
                  <a:lnTo>
                    <a:pt x="8536635" y="3537526"/>
                  </a:lnTo>
                  <a:lnTo>
                    <a:pt x="8506507" y="3434770"/>
                  </a:lnTo>
                  <a:lnTo>
                    <a:pt x="8476418" y="3334004"/>
                  </a:lnTo>
                  <a:lnTo>
                    <a:pt x="8446365" y="3235690"/>
                  </a:lnTo>
                  <a:lnTo>
                    <a:pt x="8416337" y="3140238"/>
                  </a:lnTo>
                  <a:lnTo>
                    <a:pt x="8386309" y="3048002"/>
                  </a:lnTo>
                  <a:lnTo>
                    <a:pt x="8356246" y="2959277"/>
                  </a:lnTo>
                  <a:lnTo>
                    <a:pt x="8326097" y="2874295"/>
                  </a:lnTo>
                  <a:lnTo>
                    <a:pt x="8295795" y="2793225"/>
                  </a:lnTo>
                  <a:lnTo>
                    <a:pt x="8265255" y="2716174"/>
                  </a:lnTo>
                  <a:lnTo>
                    <a:pt x="8234373" y="2643193"/>
                  </a:lnTo>
                  <a:lnTo>
                    <a:pt x="8203020" y="2574278"/>
                  </a:lnTo>
                  <a:lnTo>
                    <a:pt x="8171043" y="2509376"/>
                  </a:lnTo>
                  <a:lnTo>
                    <a:pt x="8151487" y="2472331"/>
                  </a:lnTo>
                  <a:lnTo>
                    <a:pt x="8108275" y="2397469"/>
                  </a:lnTo>
                  <a:lnTo>
                    <a:pt x="8063028" y="2329090"/>
                  </a:lnTo>
                  <a:lnTo>
                    <a:pt x="8015178" y="2266963"/>
                  </a:lnTo>
                  <a:lnTo>
                    <a:pt x="7964103" y="2210648"/>
                  </a:lnTo>
                  <a:lnTo>
                    <a:pt x="7909156" y="2159611"/>
                  </a:lnTo>
                  <a:lnTo>
                    <a:pt x="7849706" y="2113307"/>
                  </a:lnTo>
                  <a:lnTo>
                    <a:pt x="7785174" y="2071219"/>
                  </a:lnTo>
                  <a:lnTo>
                    <a:pt x="7715094" y="2032896"/>
                  </a:lnTo>
                  <a:lnTo>
                    <a:pt x="7639187" y="1997960"/>
                  </a:lnTo>
                  <a:lnTo>
                    <a:pt x="7557459" y="1966122"/>
                  </a:lnTo>
                  <a:lnTo>
                    <a:pt x="7470313" y="1937183"/>
                  </a:lnTo>
                  <a:lnTo>
                    <a:pt x="7378675" y="1911032"/>
                  </a:lnTo>
                  <a:lnTo>
                    <a:pt x="7284092" y="1887638"/>
                  </a:lnTo>
                  <a:lnTo>
                    <a:pt x="7188786" y="1867028"/>
                  </a:lnTo>
                  <a:lnTo>
                    <a:pt x="7095597" y="1849260"/>
                  </a:lnTo>
                  <a:lnTo>
                    <a:pt x="7007795" y="1834385"/>
                  </a:lnTo>
                  <a:lnTo>
                    <a:pt x="6928729" y="1822399"/>
                  </a:lnTo>
                  <a:lnTo>
                    <a:pt x="6861372" y="1813205"/>
                  </a:lnTo>
                  <a:lnTo>
                    <a:pt x="6807827" y="1806592"/>
                  </a:lnTo>
                  <a:lnTo>
                    <a:pt x="6768936" y="1802226"/>
                  </a:lnTo>
                  <a:lnTo>
                    <a:pt x="6744069" y="1799680"/>
                  </a:lnTo>
                  <a:lnTo>
                    <a:pt x="6731135" y="1798469"/>
                  </a:lnTo>
                  <a:lnTo>
                    <a:pt x="6726734" y="1798090"/>
                  </a:lnTo>
                  <a:lnTo>
                    <a:pt x="6726343" y="1798059"/>
                  </a:lnTo>
                  <a:lnTo>
                    <a:pt x="5254955" y="1798059"/>
                  </a:lnTo>
                  <a:lnTo>
                    <a:pt x="5253756" y="1798015"/>
                  </a:lnTo>
                  <a:lnTo>
                    <a:pt x="5245883" y="1797704"/>
                  </a:lnTo>
                  <a:lnTo>
                    <a:pt x="5226068" y="1796844"/>
                  </a:lnTo>
                  <a:lnTo>
                    <a:pt x="5190719" y="1795150"/>
                  </a:lnTo>
                  <a:lnTo>
                    <a:pt x="5138191" y="1792362"/>
                  </a:lnTo>
                  <a:lnTo>
                    <a:pt x="5068903" y="1788271"/>
                  </a:lnTo>
                  <a:lnTo>
                    <a:pt x="4985148" y="1782735"/>
                  </a:lnTo>
                  <a:lnTo>
                    <a:pt x="4890562" y="1775689"/>
                  </a:lnTo>
                  <a:lnTo>
                    <a:pt x="4789407" y="1767126"/>
                  </a:lnTo>
                  <a:lnTo>
                    <a:pt x="4685864" y="1757074"/>
                  </a:lnTo>
                  <a:lnTo>
                    <a:pt x="4583516" y="1745564"/>
                  </a:lnTo>
                  <a:lnTo>
                    <a:pt x="4485070" y="1732607"/>
                  </a:lnTo>
                  <a:lnTo>
                    <a:pt x="4392303" y="1718176"/>
                  </a:lnTo>
                  <a:lnTo>
                    <a:pt x="4306165" y="1702189"/>
                  </a:lnTo>
                  <a:lnTo>
                    <a:pt x="4226942" y="1684513"/>
                  </a:lnTo>
                  <a:lnTo>
                    <a:pt x="4154442" y="1664957"/>
                  </a:lnTo>
                  <a:lnTo>
                    <a:pt x="4088156" y="1643279"/>
                  </a:lnTo>
                  <a:lnTo>
                    <a:pt x="4027380" y="1619197"/>
                  </a:lnTo>
                  <a:lnTo>
                    <a:pt x="3971317" y="1592401"/>
                  </a:lnTo>
                  <a:lnTo>
                    <a:pt x="3919139" y="1562587"/>
                  </a:lnTo>
                  <a:lnTo>
                    <a:pt x="3870047" y="1529500"/>
                  </a:lnTo>
                  <a:lnTo>
                    <a:pt x="3829811" y="1498383"/>
                  </a:lnTo>
                  <a:lnTo>
                    <a:pt x="3785546" y="1459841"/>
                  </a:lnTo>
                  <a:lnTo>
                    <a:pt x="3742532" y="1417967"/>
                  </a:lnTo>
                  <a:lnTo>
                    <a:pt x="3700369" y="1372698"/>
                  </a:lnTo>
                  <a:lnTo>
                    <a:pt x="3658746" y="1324050"/>
                  </a:lnTo>
                  <a:lnTo>
                    <a:pt x="3617430" y="1272126"/>
                  </a:lnTo>
                  <a:lnTo>
                    <a:pt x="3576251" y="1217126"/>
                  </a:lnTo>
                  <a:lnTo>
                    <a:pt x="3535095" y="1159345"/>
                  </a:lnTo>
                  <a:lnTo>
                    <a:pt x="3493895" y="1099176"/>
                  </a:lnTo>
                  <a:lnTo>
                    <a:pt x="3452624" y="1037099"/>
                  </a:lnTo>
                  <a:lnTo>
                    <a:pt x="3411285" y="973669"/>
                  </a:lnTo>
                  <a:lnTo>
                    <a:pt x="3369903" y="909494"/>
                  </a:lnTo>
                  <a:lnTo>
                    <a:pt x="3328515" y="845214"/>
                  </a:lnTo>
                  <a:lnTo>
                    <a:pt x="3287159" y="781473"/>
                  </a:lnTo>
                  <a:lnTo>
                    <a:pt x="3245864" y="718892"/>
                  </a:lnTo>
                  <a:lnTo>
                    <a:pt x="3204643" y="658046"/>
                  </a:lnTo>
                  <a:lnTo>
                    <a:pt x="3163478" y="599441"/>
                  </a:lnTo>
                  <a:lnTo>
                    <a:pt x="3122316" y="543498"/>
                  </a:lnTo>
                  <a:lnTo>
                    <a:pt x="3081060" y="490547"/>
                  </a:lnTo>
                  <a:lnTo>
                    <a:pt x="3039560" y="440818"/>
                  </a:lnTo>
                  <a:lnTo>
                    <a:pt x="2997602" y="394444"/>
                  </a:lnTo>
                  <a:lnTo>
                    <a:pt x="2954904" y="351469"/>
                  </a:lnTo>
                  <a:lnTo>
                    <a:pt x="2911097" y="311854"/>
                  </a:lnTo>
                  <a:lnTo>
                    <a:pt x="2896531" y="299676"/>
                  </a:lnTo>
                  <a:lnTo>
                    <a:pt x="2849506" y="263670"/>
                  </a:lnTo>
                  <a:lnTo>
                    <a:pt x="2800023" y="231058"/>
                  </a:lnTo>
                  <a:lnTo>
                    <a:pt x="2747345" y="201688"/>
                  </a:lnTo>
                  <a:lnTo>
                    <a:pt x="2690665" y="175296"/>
                  </a:lnTo>
                  <a:lnTo>
                    <a:pt x="2629156" y="151572"/>
                  </a:lnTo>
                  <a:lnTo>
                    <a:pt x="2562030" y="130211"/>
                  </a:lnTo>
                  <a:lnTo>
                    <a:pt x="2488604" y="110934"/>
                  </a:lnTo>
                  <a:lnTo>
                    <a:pt x="2408405" y="93508"/>
                  </a:lnTo>
                  <a:lnTo>
                    <a:pt x="2321297" y="77748"/>
                  </a:lnTo>
                  <a:lnTo>
                    <a:pt x="2227652" y="63529"/>
                  </a:lnTo>
                  <a:lnTo>
                    <a:pt x="2128524" y="50778"/>
                  </a:lnTo>
                  <a:lnTo>
                    <a:pt x="2025821" y="39473"/>
                  </a:lnTo>
                  <a:lnTo>
                    <a:pt x="1922381" y="29629"/>
                  </a:lnTo>
                  <a:lnTo>
                    <a:pt x="1821892" y="21280"/>
                  </a:lnTo>
                  <a:lnTo>
                    <a:pt x="1728587" y="14449"/>
                  </a:lnTo>
                  <a:lnTo>
                    <a:pt x="1646683" y="9123"/>
                  </a:lnTo>
                  <a:lnTo>
                    <a:pt x="1579667" y="5227"/>
                  </a:lnTo>
                  <a:lnTo>
                    <a:pt x="1529592" y="2608"/>
                  </a:lnTo>
                  <a:lnTo>
                    <a:pt x="1496589" y="1049"/>
                  </a:lnTo>
                  <a:lnTo>
                    <a:pt x="1478724" y="284"/>
                  </a:lnTo>
                  <a:lnTo>
                    <a:pt x="1472152" y="27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53" name="pl153"/>
            <p:cNvSpPr/>
            <p:nvPr/>
          </p:nvSpPr>
          <p:spPr>
            <a:xfrm>
              <a:off x="4799595" y="4350449"/>
              <a:ext cx="11981298" cy="5843693"/>
            </a:xfrm>
            <a:custGeom>
              <a:avLst/>
              <a:pathLst>
                <a:path w="11981298" h="5843693">
                  <a:moveTo>
                    <a:pt x="0" y="0"/>
                  </a:moveTo>
                  <a:lnTo>
                    <a:pt x="1471387" y="0"/>
                  </a:lnTo>
                  <a:lnTo>
                    <a:pt x="1472586" y="43"/>
                  </a:lnTo>
                  <a:lnTo>
                    <a:pt x="1480459" y="354"/>
                  </a:lnTo>
                  <a:lnTo>
                    <a:pt x="1500274" y="1215"/>
                  </a:lnTo>
                  <a:lnTo>
                    <a:pt x="1535623" y="2909"/>
                  </a:lnTo>
                  <a:lnTo>
                    <a:pt x="1588151" y="5696"/>
                  </a:lnTo>
                  <a:lnTo>
                    <a:pt x="1657439" y="9788"/>
                  </a:lnTo>
                  <a:lnTo>
                    <a:pt x="1741194" y="15323"/>
                  </a:lnTo>
                  <a:lnTo>
                    <a:pt x="1835780" y="22369"/>
                  </a:lnTo>
                  <a:lnTo>
                    <a:pt x="1936935" y="30932"/>
                  </a:lnTo>
                  <a:lnTo>
                    <a:pt x="2040478" y="40985"/>
                  </a:lnTo>
                  <a:lnTo>
                    <a:pt x="2142826" y="52495"/>
                  </a:lnTo>
                  <a:lnTo>
                    <a:pt x="2241272" y="65451"/>
                  </a:lnTo>
                  <a:lnTo>
                    <a:pt x="2334039" y="79883"/>
                  </a:lnTo>
                  <a:lnTo>
                    <a:pt x="2420177" y="95869"/>
                  </a:lnTo>
                  <a:lnTo>
                    <a:pt x="2499400" y="113546"/>
                  </a:lnTo>
                  <a:lnTo>
                    <a:pt x="2571900" y="133102"/>
                  </a:lnTo>
                  <a:lnTo>
                    <a:pt x="2638186" y="154780"/>
                  </a:lnTo>
                  <a:lnTo>
                    <a:pt x="2698962" y="178862"/>
                  </a:lnTo>
                  <a:lnTo>
                    <a:pt x="2755025" y="205657"/>
                  </a:lnTo>
                  <a:lnTo>
                    <a:pt x="2807203" y="235471"/>
                  </a:lnTo>
                  <a:lnTo>
                    <a:pt x="2856295" y="268559"/>
                  </a:lnTo>
                  <a:lnTo>
                    <a:pt x="2896531" y="299676"/>
                  </a:lnTo>
                  <a:lnTo>
                    <a:pt x="2940796" y="338218"/>
                  </a:lnTo>
                  <a:lnTo>
                    <a:pt x="2983810" y="380092"/>
                  </a:lnTo>
                  <a:lnTo>
                    <a:pt x="3025974" y="425361"/>
                  </a:lnTo>
                  <a:lnTo>
                    <a:pt x="3067596" y="474009"/>
                  </a:lnTo>
                  <a:lnTo>
                    <a:pt x="3108912" y="525932"/>
                  </a:lnTo>
                  <a:lnTo>
                    <a:pt x="3150091" y="580933"/>
                  </a:lnTo>
                  <a:lnTo>
                    <a:pt x="3191247" y="638714"/>
                  </a:lnTo>
                  <a:lnTo>
                    <a:pt x="3232447" y="698883"/>
                  </a:lnTo>
                  <a:lnTo>
                    <a:pt x="3273718" y="760960"/>
                  </a:lnTo>
                  <a:lnTo>
                    <a:pt x="3315057" y="824390"/>
                  </a:lnTo>
                  <a:lnTo>
                    <a:pt x="3356439" y="888564"/>
                  </a:lnTo>
                  <a:lnTo>
                    <a:pt x="3397827" y="952844"/>
                  </a:lnTo>
                  <a:lnTo>
                    <a:pt x="3439184" y="1016586"/>
                  </a:lnTo>
                  <a:lnTo>
                    <a:pt x="3480478" y="1079166"/>
                  </a:lnTo>
                  <a:lnTo>
                    <a:pt x="3521700" y="1140013"/>
                  </a:lnTo>
                  <a:lnTo>
                    <a:pt x="3562864" y="1198618"/>
                  </a:lnTo>
                  <a:lnTo>
                    <a:pt x="3604026" y="1254560"/>
                  </a:lnTo>
                  <a:lnTo>
                    <a:pt x="3645282" y="1307511"/>
                  </a:lnTo>
                  <a:lnTo>
                    <a:pt x="3686782" y="1357241"/>
                  </a:lnTo>
                  <a:lnTo>
                    <a:pt x="3728740" y="1403615"/>
                  </a:lnTo>
                  <a:lnTo>
                    <a:pt x="3771438" y="1446590"/>
                  </a:lnTo>
                  <a:lnTo>
                    <a:pt x="3815246" y="1486204"/>
                  </a:lnTo>
                  <a:lnTo>
                    <a:pt x="3829811" y="1498383"/>
                  </a:lnTo>
                  <a:lnTo>
                    <a:pt x="3876836" y="1534388"/>
                  </a:lnTo>
                  <a:lnTo>
                    <a:pt x="3926319" y="1567001"/>
                  </a:lnTo>
                  <a:lnTo>
                    <a:pt x="3978997" y="1596371"/>
                  </a:lnTo>
                  <a:lnTo>
                    <a:pt x="4035677" y="1622763"/>
                  </a:lnTo>
                  <a:lnTo>
                    <a:pt x="4097186" y="1646486"/>
                  </a:lnTo>
                  <a:lnTo>
                    <a:pt x="4164312" y="1667847"/>
                  </a:lnTo>
                  <a:lnTo>
                    <a:pt x="4237738" y="1687124"/>
                  </a:lnTo>
                  <a:lnTo>
                    <a:pt x="4317938" y="1704551"/>
                  </a:lnTo>
                  <a:lnTo>
                    <a:pt x="4405045" y="1720310"/>
                  </a:lnTo>
                  <a:lnTo>
                    <a:pt x="4498691" y="1734530"/>
                  </a:lnTo>
                  <a:lnTo>
                    <a:pt x="4597818" y="1747280"/>
                  </a:lnTo>
                  <a:lnTo>
                    <a:pt x="4700521" y="1758586"/>
                  </a:lnTo>
                  <a:lnTo>
                    <a:pt x="4803961" y="1768430"/>
                  </a:lnTo>
                  <a:lnTo>
                    <a:pt x="4904450" y="1776779"/>
                  </a:lnTo>
                  <a:lnTo>
                    <a:pt x="4997755" y="1783610"/>
                  </a:lnTo>
                  <a:lnTo>
                    <a:pt x="5079659" y="1788935"/>
                  </a:lnTo>
                  <a:lnTo>
                    <a:pt x="5146675" y="1792832"/>
                  </a:lnTo>
                  <a:lnTo>
                    <a:pt x="5196751" y="1795450"/>
                  </a:lnTo>
                  <a:lnTo>
                    <a:pt x="5229753" y="1797009"/>
                  </a:lnTo>
                  <a:lnTo>
                    <a:pt x="5247618" y="1797775"/>
                  </a:lnTo>
                  <a:lnTo>
                    <a:pt x="5254190" y="1798032"/>
                  </a:lnTo>
                  <a:lnTo>
                    <a:pt x="5254955" y="1798059"/>
                  </a:lnTo>
                  <a:lnTo>
                    <a:pt x="6726343" y="1798059"/>
                  </a:lnTo>
                  <a:lnTo>
                    <a:pt x="6727282" y="1798136"/>
                  </a:lnTo>
                  <a:lnTo>
                    <a:pt x="6733485" y="1798681"/>
                  </a:lnTo>
                  <a:lnTo>
                    <a:pt x="6749206" y="1800187"/>
                  </a:lnTo>
                  <a:lnTo>
                    <a:pt x="6777529" y="1803154"/>
                  </a:lnTo>
                  <a:lnTo>
                    <a:pt x="6820182" y="1808060"/>
                  </a:lnTo>
                  <a:lnTo>
                    <a:pt x="6877409" y="1815308"/>
                  </a:lnTo>
                  <a:lnTo>
                    <a:pt x="6948015" y="1825203"/>
                  </a:lnTo>
                  <a:lnTo>
                    <a:pt x="7029630" y="1837926"/>
                  </a:lnTo>
                  <a:lnTo>
                    <a:pt x="7119139" y="1853546"/>
                  </a:lnTo>
                  <a:lnTo>
                    <a:pt x="7213171" y="1872049"/>
                  </a:lnTo>
                  <a:lnTo>
                    <a:pt x="7308540" y="1893379"/>
                  </a:lnTo>
                  <a:lnTo>
                    <a:pt x="7402552" y="1917482"/>
                  </a:lnTo>
                  <a:lnTo>
                    <a:pt x="7493158" y="1944342"/>
                  </a:lnTo>
                  <a:lnTo>
                    <a:pt x="7578978" y="1974011"/>
                  </a:lnTo>
                  <a:lnTo>
                    <a:pt x="7659233" y="2006622"/>
                  </a:lnTo>
                  <a:lnTo>
                    <a:pt x="7733631" y="2042396"/>
                  </a:lnTo>
                  <a:lnTo>
                    <a:pt x="7802251" y="2081647"/>
                  </a:lnTo>
                  <a:lnTo>
                    <a:pt x="7865429" y="2124771"/>
                  </a:lnTo>
                  <a:lnTo>
                    <a:pt x="7923665" y="2172239"/>
                  </a:lnTo>
                  <a:lnTo>
                    <a:pt x="7977556" y="2224578"/>
                  </a:lnTo>
                  <a:lnTo>
                    <a:pt x="8027743" y="2282336"/>
                  </a:lnTo>
                  <a:lnTo>
                    <a:pt x="8074867" y="2346031"/>
                  </a:lnTo>
                  <a:lnTo>
                    <a:pt x="8119540" y="2416064"/>
                  </a:lnTo>
                  <a:lnTo>
                    <a:pt x="8151487" y="2472331"/>
                  </a:lnTo>
                  <a:lnTo>
                    <a:pt x="8183925" y="2534870"/>
                  </a:lnTo>
                  <a:lnTo>
                    <a:pt x="8215632" y="2601369"/>
                  </a:lnTo>
                  <a:lnTo>
                    <a:pt x="8246779" y="2671907"/>
                  </a:lnTo>
                  <a:lnTo>
                    <a:pt x="8277510" y="2746519"/>
                  </a:lnTo>
                  <a:lnTo>
                    <a:pt x="8307944" y="2825187"/>
                  </a:lnTo>
                  <a:lnTo>
                    <a:pt x="8338175" y="2907839"/>
                  </a:lnTo>
                  <a:lnTo>
                    <a:pt x="8368283" y="2994343"/>
                  </a:lnTo>
                  <a:lnTo>
                    <a:pt x="8398327" y="3084504"/>
                  </a:lnTo>
                  <a:lnTo>
                    <a:pt x="8428351" y="3178065"/>
                  </a:lnTo>
                  <a:lnTo>
                    <a:pt x="8458387" y="3274709"/>
                  </a:lnTo>
                  <a:lnTo>
                    <a:pt x="8488453" y="3374056"/>
                  </a:lnTo>
                  <a:lnTo>
                    <a:pt x="8518558" y="3475676"/>
                  </a:lnTo>
                  <a:lnTo>
                    <a:pt x="8548701" y="3579089"/>
                  </a:lnTo>
                  <a:lnTo>
                    <a:pt x="8578875" y="3683779"/>
                  </a:lnTo>
                  <a:lnTo>
                    <a:pt x="8609069" y="3789199"/>
                  </a:lnTo>
                  <a:lnTo>
                    <a:pt x="8639267" y="3894789"/>
                  </a:lnTo>
                  <a:lnTo>
                    <a:pt x="8669455" y="3999984"/>
                  </a:lnTo>
                  <a:lnTo>
                    <a:pt x="8699618" y="4104227"/>
                  </a:lnTo>
                  <a:lnTo>
                    <a:pt x="8729747" y="4206982"/>
                  </a:lnTo>
                  <a:lnTo>
                    <a:pt x="8759836" y="4307748"/>
                  </a:lnTo>
                  <a:lnTo>
                    <a:pt x="8789888" y="4406062"/>
                  </a:lnTo>
                  <a:lnTo>
                    <a:pt x="8819916" y="4501515"/>
                  </a:lnTo>
                  <a:lnTo>
                    <a:pt x="8849944" y="4593750"/>
                  </a:lnTo>
                  <a:lnTo>
                    <a:pt x="8880007" y="4682475"/>
                  </a:lnTo>
                  <a:lnTo>
                    <a:pt x="8910156" y="4767457"/>
                  </a:lnTo>
                  <a:lnTo>
                    <a:pt x="8940458" y="4848528"/>
                  </a:lnTo>
                  <a:lnTo>
                    <a:pt x="8970998" y="4925579"/>
                  </a:lnTo>
                  <a:lnTo>
                    <a:pt x="9001880" y="4998559"/>
                  </a:lnTo>
                  <a:lnTo>
                    <a:pt x="9033233" y="5067474"/>
                  </a:lnTo>
                  <a:lnTo>
                    <a:pt x="9065210" y="5132376"/>
                  </a:lnTo>
                  <a:lnTo>
                    <a:pt x="9084767" y="5169421"/>
                  </a:lnTo>
                  <a:lnTo>
                    <a:pt x="9127978" y="5244284"/>
                  </a:lnTo>
                  <a:lnTo>
                    <a:pt x="9173225" y="5312663"/>
                  </a:lnTo>
                  <a:lnTo>
                    <a:pt x="9221075" y="5374789"/>
                  </a:lnTo>
                  <a:lnTo>
                    <a:pt x="9272151" y="5431105"/>
                  </a:lnTo>
                  <a:lnTo>
                    <a:pt x="9327097" y="5482141"/>
                  </a:lnTo>
                  <a:lnTo>
                    <a:pt x="9386547" y="5528446"/>
                  </a:lnTo>
                  <a:lnTo>
                    <a:pt x="9451080" y="5570533"/>
                  </a:lnTo>
                  <a:lnTo>
                    <a:pt x="9521159" y="5608857"/>
                  </a:lnTo>
                  <a:lnTo>
                    <a:pt x="9597066" y="5643793"/>
                  </a:lnTo>
                  <a:lnTo>
                    <a:pt x="9678794" y="5675631"/>
                  </a:lnTo>
                  <a:lnTo>
                    <a:pt x="9765940" y="5704569"/>
                  </a:lnTo>
                  <a:lnTo>
                    <a:pt x="9857578" y="5730720"/>
                  </a:lnTo>
                  <a:lnTo>
                    <a:pt x="9952161" y="5754114"/>
                  </a:lnTo>
                  <a:lnTo>
                    <a:pt x="10047467" y="5774725"/>
                  </a:lnTo>
                  <a:lnTo>
                    <a:pt x="10140656" y="5792492"/>
                  </a:lnTo>
                  <a:lnTo>
                    <a:pt x="10228459" y="5807367"/>
                  </a:lnTo>
                  <a:lnTo>
                    <a:pt x="10307524" y="5819354"/>
                  </a:lnTo>
                  <a:lnTo>
                    <a:pt x="10374881" y="5828547"/>
                  </a:lnTo>
                  <a:lnTo>
                    <a:pt x="10428426" y="5835161"/>
                  </a:lnTo>
                  <a:lnTo>
                    <a:pt x="10467317" y="5839526"/>
                  </a:lnTo>
                  <a:lnTo>
                    <a:pt x="10492184" y="5842072"/>
                  </a:lnTo>
                  <a:lnTo>
                    <a:pt x="10505118" y="5843283"/>
                  </a:lnTo>
                  <a:lnTo>
                    <a:pt x="10509520" y="5843662"/>
                  </a:lnTo>
                  <a:lnTo>
                    <a:pt x="10509911" y="5843693"/>
                  </a:lnTo>
                  <a:lnTo>
                    <a:pt x="11981298" y="584369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4" name="pl154"/>
            <p:cNvSpPr/>
            <p:nvPr/>
          </p:nvSpPr>
          <p:spPr>
            <a:xfrm>
              <a:off x="4799595" y="4342276"/>
              <a:ext cx="11981298" cy="5843693"/>
            </a:xfrm>
            <a:custGeom>
              <a:avLst/>
              <a:pathLst>
                <a:path w="11981298" h="5843693">
                  <a:moveTo>
                    <a:pt x="11981298" y="5843693"/>
                  </a:moveTo>
                  <a:lnTo>
                    <a:pt x="10509911" y="5843693"/>
                  </a:lnTo>
                  <a:lnTo>
                    <a:pt x="10508971" y="5843617"/>
                  </a:lnTo>
                  <a:lnTo>
                    <a:pt x="10502769" y="5843072"/>
                  </a:lnTo>
                  <a:lnTo>
                    <a:pt x="10487047" y="5841566"/>
                  </a:lnTo>
                  <a:lnTo>
                    <a:pt x="10458724" y="5838598"/>
                  </a:lnTo>
                  <a:lnTo>
                    <a:pt x="10416071" y="5833693"/>
                  </a:lnTo>
                  <a:lnTo>
                    <a:pt x="10358845" y="5826444"/>
                  </a:lnTo>
                  <a:lnTo>
                    <a:pt x="10288239" y="5816549"/>
                  </a:lnTo>
                  <a:lnTo>
                    <a:pt x="10206623" y="5803826"/>
                  </a:lnTo>
                  <a:lnTo>
                    <a:pt x="10117115" y="5788206"/>
                  </a:lnTo>
                  <a:lnTo>
                    <a:pt x="10023083" y="5769703"/>
                  </a:lnTo>
                  <a:lnTo>
                    <a:pt x="9927714" y="5748373"/>
                  </a:lnTo>
                  <a:lnTo>
                    <a:pt x="9833702" y="5724271"/>
                  </a:lnTo>
                  <a:lnTo>
                    <a:pt x="9743095" y="5697410"/>
                  </a:lnTo>
                  <a:lnTo>
                    <a:pt x="9657275" y="5667741"/>
                  </a:lnTo>
                  <a:lnTo>
                    <a:pt x="9577020" y="5635131"/>
                  </a:lnTo>
                  <a:lnTo>
                    <a:pt x="9502622" y="5599356"/>
                  </a:lnTo>
                  <a:lnTo>
                    <a:pt x="9434002" y="5560106"/>
                  </a:lnTo>
                  <a:lnTo>
                    <a:pt x="9370824" y="5516982"/>
                  </a:lnTo>
                  <a:lnTo>
                    <a:pt x="9312588" y="5469514"/>
                  </a:lnTo>
                  <a:lnTo>
                    <a:pt x="9258697" y="5417175"/>
                  </a:lnTo>
                  <a:lnTo>
                    <a:pt x="9208510" y="5359417"/>
                  </a:lnTo>
                  <a:lnTo>
                    <a:pt x="9161387" y="5295721"/>
                  </a:lnTo>
                  <a:lnTo>
                    <a:pt x="9116713" y="5225688"/>
                  </a:lnTo>
                  <a:lnTo>
                    <a:pt x="9084767" y="5169421"/>
                  </a:lnTo>
                  <a:lnTo>
                    <a:pt x="9052328" y="5106882"/>
                  </a:lnTo>
                  <a:lnTo>
                    <a:pt x="9020621" y="5040384"/>
                  </a:lnTo>
                  <a:lnTo>
                    <a:pt x="8989474" y="4969846"/>
                  </a:lnTo>
                  <a:lnTo>
                    <a:pt x="8958743" y="4895234"/>
                  </a:lnTo>
                  <a:lnTo>
                    <a:pt x="8928310" y="4816565"/>
                  </a:lnTo>
                  <a:lnTo>
                    <a:pt x="8898078" y="4733913"/>
                  </a:lnTo>
                  <a:lnTo>
                    <a:pt x="8867970" y="4647410"/>
                  </a:lnTo>
                  <a:lnTo>
                    <a:pt x="8837927" y="4557249"/>
                  </a:lnTo>
                  <a:lnTo>
                    <a:pt x="8807902" y="4463687"/>
                  </a:lnTo>
                  <a:lnTo>
                    <a:pt x="8777866" y="4367044"/>
                  </a:lnTo>
                  <a:lnTo>
                    <a:pt x="8747800" y="4267696"/>
                  </a:lnTo>
                  <a:lnTo>
                    <a:pt x="8717695" y="4166077"/>
                  </a:lnTo>
                  <a:lnTo>
                    <a:pt x="8687552" y="4062663"/>
                  </a:lnTo>
                  <a:lnTo>
                    <a:pt x="8657378" y="3957974"/>
                  </a:lnTo>
                  <a:lnTo>
                    <a:pt x="8627184" y="3852553"/>
                  </a:lnTo>
                  <a:lnTo>
                    <a:pt x="8596986" y="3746963"/>
                  </a:lnTo>
                  <a:lnTo>
                    <a:pt x="8566798" y="3641769"/>
                  </a:lnTo>
                  <a:lnTo>
                    <a:pt x="8536635" y="3537526"/>
                  </a:lnTo>
                  <a:lnTo>
                    <a:pt x="8506507" y="3434770"/>
                  </a:lnTo>
                  <a:lnTo>
                    <a:pt x="8476418" y="3334004"/>
                  </a:lnTo>
                  <a:lnTo>
                    <a:pt x="8446365" y="3235690"/>
                  </a:lnTo>
                  <a:lnTo>
                    <a:pt x="8416337" y="3140238"/>
                  </a:lnTo>
                  <a:lnTo>
                    <a:pt x="8386309" y="3048002"/>
                  </a:lnTo>
                  <a:lnTo>
                    <a:pt x="8356246" y="2959277"/>
                  </a:lnTo>
                  <a:lnTo>
                    <a:pt x="8326097" y="2874295"/>
                  </a:lnTo>
                  <a:lnTo>
                    <a:pt x="8295795" y="2793225"/>
                  </a:lnTo>
                  <a:lnTo>
                    <a:pt x="8265255" y="2716174"/>
                  </a:lnTo>
                  <a:lnTo>
                    <a:pt x="8234373" y="2643193"/>
                  </a:lnTo>
                  <a:lnTo>
                    <a:pt x="8203020" y="2574278"/>
                  </a:lnTo>
                  <a:lnTo>
                    <a:pt x="8171043" y="2509376"/>
                  </a:lnTo>
                  <a:lnTo>
                    <a:pt x="8151487" y="2472331"/>
                  </a:lnTo>
                  <a:lnTo>
                    <a:pt x="8108275" y="2397469"/>
                  </a:lnTo>
                  <a:lnTo>
                    <a:pt x="8063028" y="2329090"/>
                  </a:lnTo>
                  <a:lnTo>
                    <a:pt x="8015178" y="2266963"/>
                  </a:lnTo>
                  <a:lnTo>
                    <a:pt x="7964103" y="2210648"/>
                  </a:lnTo>
                  <a:lnTo>
                    <a:pt x="7909156" y="2159611"/>
                  </a:lnTo>
                  <a:lnTo>
                    <a:pt x="7849706" y="2113307"/>
                  </a:lnTo>
                  <a:lnTo>
                    <a:pt x="7785174" y="2071219"/>
                  </a:lnTo>
                  <a:lnTo>
                    <a:pt x="7715094" y="2032896"/>
                  </a:lnTo>
                  <a:lnTo>
                    <a:pt x="7639187" y="1997960"/>
                  </a:lnTo>
                  <a:lnTo>
                    <a:pt x="7557459" y="1966122"/>
                  </a:lnTo>
                  <a:lnTo>
                    <a:pt x="7470313" y="1937183"/>
                  </a:lnTo>
                  <a:lnTo>
                    <a:pt x="7378675" y="1911032"/>
                  </a:lnTo>
                  <a:lnTo>
                    <a:pt x="7284092" y="1887638"/>
                  </a:lnTo>
                  <a:lnTo>
                    <a:pt x="7188786" y="1867028"/>
                  </a:lnTo>
                  <a:lnTo>
                    <a:pt x="7095597" y="1849260"/>
                  </a:lnTo>
                  <a:lnTo>
                    <a:pt x="7007795" y="1834385"/>
                  </a:lnTo>
                  <a:lnTo>
                    <a:pt x="6928729" y="1822399"/>
                  </a:lnTo>
                  <a:lnTo>
                    <a:pt x="6861372" y="1813205"/>
                  </a:lnTo>
                  <a:lnTo>
                    <a:pt x="6807827" y="1806592"/>
                  </a:lnTo>
                  <a:lnTo>
                    <a:pt x="6768936" y="1802226"/>
                  </a:lnTo>
                  <a:lnTo>
                    <a:pt x="6744069" y="1799680"/>
                  </a:lnTo>
                  <a:lnTo>
                    <a:pt x="6731135" y="1798469"/>
                  </a:lnTo>
                  <a:lnTo>
                    <a:pt x="6726734" y="1798090"/>
                  </a:lnTo>
                  <a:lnTo>
                    <a:pt x="6726343" y="1798059"/>
                  </a:lnTo>
                  <a:lnTo>
                    <a:pt x="5254955" y="1798059"/>
                  </a:lnTo>
                  <a:lnTo>
                    <a:pt x="5253756" y="1798015"/>
                  </a:lnTo>
                  <a:lnTo>
                    <a:pt x="5245883" y="1797704"/>
                  </a:lnTo>
                  <a:lnTo>
                    <a:pt x="5226068" y="1796844"/>
                  </a:lnTo>
                  <a:lnTo>
                    <a:pt x="5190719" y="1795150"/>
                  </a:lnTo>
                  <a:lnTo>
                    <a:pt x="5138191" y="1792362"/>
                  </a:lnTo>
                  <a:lnTo>
                    <a:pt x="5068903" y="1788271"/>
                  </a:lnTo>
                  <a:lnTo>
                    <a:pt x="4985148" y="1782735"/>
                  </a:lnTo>
                  <a:lnTo>
                    <a:pt x="4890562" y="1775689"/>
                  </a:lnTo>
                  <a:lnTo>
                    <a:pt x="4789407" y="1767126"/>
                  </a:lnTo>
                  <a:lnTo>
                    <a:pt x="4685864" y="1757074"/>
                  </a:lnTo>
                  <a:lnTo>
                    <a:pt x="4583516" y="1745564"/>
                  </a:lnTo>
                  <a:lnTo>
                    <a:pt x="4485070" y="1732607"/>
                  </a:lnTo>
                  <a:lnTo>
                    <a:pt x="4392303" y="1718176"/>
                  </a:lnTo>
                  <a:lnTo>
                    <a:pt x="4306165" y="1702189"/>
                  </a:lnTo>
                  <a:lnTo>
                    <a:pt x="4226942" y="1684513"/>
                  </a:lnTo>
                  <a:lnTo>
                    <a:pt x="4154442" y="1664957"/>
                  </a:lnTo>
                  <a:lnTo>
                    <a:pt x="4088156" y="1643279"/>
                  </a:lnTo>
                  <a:lnTo>
                    <a:pt x="4027380" y="1619197"/>
                  </a:lnTo>
                  <a:lnTo>
                    <a:pt x="3971317" y="1592401"/>
                  </a:lnTo>
                  <a:lnTo>
                    <a:pt x="3919139" y="1562587"/>
                  </a:lnTo>
                  <a:lnTo>
                    <a:pt x="3870047" y="1529500"/>
                  </a:lnTo>
                  <a:lnTo>
                    <a:pt x="3829811" y="1498383"/>
                  </a:lnTo>
                  <a:lnTo>
                    <a:pt x="3785546" y="1459841"/>
                  </a:lnTo>
                  <a:lnTo>
                    <a:pt x="3742532" y="1417967"/>
                  </a:lnTo>
                  <a:lnTo>
                    <a:pt x="3700369" y="1372698"/>
                  </a:lnTo>
                  <a:lnTo>
                    <a:pt x="3658746" y="1324050"/>
                  </a:lnTo>
                  <a:lnTo>
                    <a:pt x="3617430" y="1272126"/>
                  </a:lnTo>
                  <a:lnTo>
                    <a:pt x="3576251" y="1217126"/>
                  </a:lnTo>
                  <a:lnTo>
                    <a:pt x="3535095" y="1159345"/>
                  </a:lnTo>
                  <a:lnTo>
                    <a:pt x="3493895" y="1099176"/>
                  </a:lnTo>
                  <a:lnTo>
                    <a:pt x="3452624" y="1037099"/>
                  </a:lnTo>
                  <a:lnTo>
                    <a:pt x="3411285" y="973669"/>
                  </a:lnTo>
                  <a:lnTo>
                    <a:pt x="3369903" y="909494"/>
                  </a:lnTo>
                  <a:lnTo>
                    <a:pt x="3328515" y="845214"/>
                  </a:lnTo>
                  <a:lnTo>
                    <a:pt x="3287159" y="781473"/>
                  </a:lnTo>
                  <a:lnTo>
                    <a:pt x="3245864" y="718892"/>
                  </a:lnTo>
                  <a:lnTo>
                    <a:pt x="3204643" y="658046"/>
                  </a:lnTo>
                  <a:lnTo>
                    <a:pt x="3163478" y="599441"/>
                  </a:lnTo>
                  <a:lnTo>
                    <a:pt x="3122316" y="543498"/>
                  </a:lnTo>
                  <a:lnTo>
                    <a:pt x="3081060" y="490547"/>
                  </a:lnTo>
                  <a:lnTo>
                    <a:pt x="3039560" y="440818"/>
                  </a:lnTo>
                  <a:lnTo>
                    <a:pt x="2997602" y="394444"/>
                  </a:lnTo>
                  <a:lnTo>
                    <a:pt x="2954904" y="351469"/>
                  </a:lnTo>
                  <a:lnTo>
                    <a:pt x="2911097" y="311854"/>
                  </a:lnTo>
                  <a:lnTo>
                    <a:pt x="2896531" y="299676"/>
                  </a:lnTo>
                  <a:lnTo>
                    <a:pt x="2849506" y="263670"/>
                  </a:lnTo>
                  <a:lnTo>
                    <a:pt x="2800023" y="231058"/>
                  </a:lnTo>
                  <a:lnTo>
                    <a:pt x="2747345" y="201688"/>
                  </a:lnTo>
                  <a:lnTo>
                    <a:pt x="2690665" y="175296"/>
                  </a:lnTo>
                  <a:lnTo>
                    <a:pt x="2629156" y="151572"/>
                  </a:lnTo>
                  <a:lnTo>
                    <a:pt x="2562030" y="130211"/>
                  </a:lnTo>
                  <a:lnTo>
                    <a:pt x="2488604" y="110934"/>
                  </a:lnTo>
                  <a:lnTo>
                    <a:pt x="2408405" y="93508"/>
                  </a:lnTo>
                  <a:lnTo>
                    <a:pt x="2321297" y="77748"/>
                  </a:lnTo>
                  <a:lnTo>
                    <a:pt x="2227652" y="63529"/>
                  </a:lnTo>
                  <a:lnTo>
                    <a:pt x="2128524" y="50778"/>
                  </a:lnTo>
                  <a:lnTo>
                    <a:pt x="2025821" y="39473"/>
                  </a:lnTo>
                  <a:lnTo>
                    <a:pt x="1922381" y="29629"/>
                  </a:lnTo>
                  <a:lnTo>
                    <a:pt x="1821892" y="21280"/>
                  </a:lnTo>
                  <a:lnTo>
                    <a:pt x="1728587" y="14449"/>
                  </a:lnTo>
                  <a:lnTo>
                    <a:pt x="1646683" y="9123"/>
                  </a:lnTo>
                  <a:lnTo>
                    <a:pt x="1579667" y="5227"/>
                  </a:lnTo>
                  <a:lnTo>
                    <a:pt x="1529592" y="2608"/>
                  </a:lnTo>
                  <a:lnTo>
                    <a:pt x="1496589" y="1049"/>
                  </a:lnTo>
                  <a:lnTo>
                    <a:pt x="1478724" y="284"/>
                  </a:lnTo>
                  <a:lnTo>
                    <a:pt x="1472152" y="27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5" name="pg155"/>
            <p:cNvSpPr/>
            <p:nvPr/>
          </p:nvSpPr>
          <p:spPr>
            <a:xfrm>
              <a:off x="4799595" y="4350449"/>
              <a:ext cx="11981298" cy="6595609"/>
            </a:xfrm>
            <a:custGeom>
              <a:avLst/>
              <a:pathLst>
                <a:path w="11981298" h="6595609">
                  <a:moveTo>
                    <a:pt x="0" y="8172"/>
                  </a:moveTo>
                  <a:lnTo>
                    <a:pt x="1471387" y="8172"/>
                  </a:lnTo>
                  <a:lnTo>
                    <a:pt x="1472586" y="8216"/>
                  </a:lnTo>
                  <a:lnTo>
                    <a:pt x="1480459" y="8527"/>
                  </a:lnTo>
                  <a:lnTo>
                    <a:pt x="1500274" y="9388"/>
                  </a:lnTo>
                  <a:lnTo>
                    <a:pt x="1535623" y="11082"/>
                  </a:lnTo>
                  <a:lnTo>
                    <a:pt x="1588151" y="13869"/>
                  </a:lnTo>
                  <a:lnTo>
                    <a:pt x="1657439" y="17961"/>
                  </a:lnTo>
                  <a:lnTo>
                    <a:pt x="1741194" y="23496"/>
                  </a:lnTo>
                  <a:lnTo>
                    <a:pt x="1835780" y="30542"/>
                  </a:lnTo>
                  <a:lnTo>
                    <a:pt x="1936935" y="39105"/>
                  </a:lnTo>
                  <a:lnTo>
                    <a:pt x="2040478" y="49158"/>
                  </a:lnTo>
                  <a:lnTo>
                    <a:pt x="2142826" y="60668"/>
                  </a:lnTo>
                  <a:lnTo>
                    <a:pt x="2241272" y="73624"/>
                  </a:lnTo>
                  <a:lnTo>
                    <a:pt x="2334039" y="88056"/>
                  </a:lnTo>
                  <a:lnTo>
                    <a:pt x="2420177" y="104042"/>
                  </a:lnTo>
                  <a:lnTo>
                    <a:pt x="2499400" y="121719"/>
                  </a:lnTo>
                  <a:lnTo>
                    <a:pt x="2571900" y="141275"/>
                  </a:lnTo>
                  <a:lnTo>
                    <a:pt x="2638186" y="162953"/>
                  </a:lnTo>
                  <a:lnTo>
                    <a:pt x="2698962" y="187035"/>
                  </a:lnTo>
                  <a:lnTo>
                    <a:pt x="2755025" y="213830"/>
                  </a:lnTo>
                  <a:lnTo>
                    <a:pt x="2807203" y="243644"/>
                  </a:lnTo>
                  <a:lnTo>
                    <a:pt x="2856295" y="276732"/>
                  </a:lnTo>
                  <a:lnTo>
                    <a:pt x="2896531" y="307849"/>
                  </a:lnTo>
                  <a:lnTo>
                    <a:pt x="2940796" y="346391"/>
                  </a:lnTo>
                  <a:lnTo>
                    <a:pt x="2983810" y="388265"/>
                  </a:lnTo>
                  <a:lnTo>
                    <a:pt x="3025974" y="433534"/>
                  </a:lnTo>
                  <a:lnTo>
                    <a:pt x="3067596" y="482182"/>
                  </a:lnTo>
                  <a:lnTo>
                    <a:pt x="3108912" y="534105"/>
                  </a:lnTo>
                  <a:lnTo>
                    <a:pt x="3150091" y="589106"/>
                  </a:lnTo>
                  <a:lnTo>
                    <a:pt x="3191247" y="646887"/>
                  </a:lnTo>
                  <a:lnTo>
                    <a:pt x="3232447" y="707056"/>
                  </a:lnTo>
                  <a:lnTo>
                    <a:pt x="3273718" y="769133"/>
                  </a:lnTo>
                  <a:lnTo>
                    <a:pt x="3315057" y="832563"/>
                  </a:lnTo>
                  <a:lnTo>
                    <a:pt x="3356439" y="896737"/>
                  </a:lnTo>
                  <a:lnTo>
                    <a:pt x="3397827" y="961017"/>
                  </a:lnTo>
                  <a:lnTo>
                    <a:pt x="3439184" y="1024759"/>
                  </a:lnTo>
                  <a:lnTo>
                    <a:pt x="3480478" y="1087339"/>
                  </a:lnTo>
                  <a:lnTo>
                    <a:pt x="3521700" y="1148186"/>
                  </a:lnTo>
                  <a:lnTo>
                    <a:pt x="3562864" y="1206791"/>
                  </a:lnTo>
                  <a:lnTo>
                    <a:pt x="3604026" y="1262733"/>
                  </a:lnTo>
                  <a:lnTo>
                    <a:pt x="3645282" y="1315684"/>
                  </a:lnTo>
                  <a:lnTo>
                    <a:pt x="3686782" y="1365414"/>
                  </a:lnTo>
                  <a:lnTo>
                    <a:pt x="3728740" y="1411788"/>
                  </a:lnTo>
                  <a:lnTo>
                    <a:pt x="3771438" y="1454763"/>
                  </a:lnTo>
                  <a:lnTo>
                    <a:pt x="3815246" y="1494377"/>
                  </a:lnTo>
                  <a:lnTo>
                    <a:pt x="3829811" y="1506556"/>
                  </a:lnTo>
                  <a:lnTo>
                    <a:pt x="3876836" y="1542561"/>
                  </a:lnTo>
                  <a:lnTo>
                    <a:pt x="3926319" y="1575174"/>
                  </a:lnTo>
                  <a:lnTo>
                    <a:pt x="3978997" y="1604544"/>
                  </a:lnTo>
                  <a:lnTo>
                    <a:pt x="4035677" y="1630936"/>
                  </a:lnTo>
                  <a:lnTo>
                    <a:pt x="4097186" y="1654659"/>
                  </a:lnTo>
                  <a:lnTo>
                    <a:pt x="4164312" y="1676020"/>
                  </a:lnTo>
                  <a:lnTo>
                    <a:pt x="4237738" y="1695297"/>
                  </a:lnTo>
                  <a:lnTo>
                    <a:pt x="4317938" y="1712724"/>
                  </a:lnTo>
                  <a:lnTo>
                    <a:pt x="4405045" y="1728483"/>
                  </a:lnTo>
                  <a:lnTo>
                    <a:pt x="4498691" y="1742703"/>
                  </a:lnTo>
                  <a:lnTo>
                    <a:pt x="4597818" y="1755453"/>
                  </a:lnTo>
                  <a:lnTo>
                    <a:pt x="4700521" y="1766759"/>
                  </a:lnTo>
                  <a:lnTo>
                    <a:pt x="4803961" y="1776603"/>
                  </a:lnTo>
                  <a:lnTo>
                    <a:pt x="4904450" y="1784952"/>
                  </a:lnTo>
                  <a:lnTo>
                    <a:pt x="4997755" y="1791783"/>
                  </a:lnTo>
                  <a:lnTo>
                    <a:pt x="5079659" y="1797108"/>
                  </a:lnTo>
                  <a:lnTo>
                    <a:pt x="5146675" y="1801005"/>
                  </a:lnTo>
                  <a:lnTo>
                    <a:pt x="5196751" y="1803623"/>
                  </a:lnTo>
                  <a:lnTo>
                    <a:pt x="5229753" y="1805182"/>
                  </a:lnTo>
                  <a:lnTo>
                    <a:pt x="5247618" y="1805948"/>
                  </a:lnTo>
                  <a:lnTo>
                    <a:pt x="5254190" y="1806205"/>
                  </a:lnTo>
                  <a:lnTo>
                    <a:pt x="5254955" y="1806232"/>
                  </a:lnTo>
                  <a:lnTo>
                    <a:pt x="6726343" y="1806232"/>
                  </a:lnTo>
                  <a:lnTo>
                    <a:pt x="6727236" y="1806318"/>
                  </a:lnTo>
                  <a:lnTo>
                    <a:pt x="6733142" y="1806931"/>
                  </a:lnTo>
                  <a:lnTo>
                    <a:pt x="6748131" y="1808624"/>
                  </a:lnTo>
                  <a:lnTo>
                    <a:pt x="6775184" y="1811962"/>
                  </a:lnTo>
                  <a:lnTo>
                    <a:pt x="6816024" y="1817481"/>
                  </a:lnTo>
                  <a:lnTo>
                    <a:pt x="6870991" y="1825648"/>
                  </a:lnTo>
                  <a:lnTo>
                    <a:pt x="6939069" y="1836815"/>
                  </a:lnTo>
                  <a:lnTo>
                    <a:pt x="7018107" y="1851201"/>
                  </a:lnTo>
                  <a:lnTo>
                    <a:pt x="7105205" y="1868898"/>
                  </a:lnTo>
                  <a:lnTo>
                    <a:pt x="7197168" y="1889901"/>
                  </a:lnTo>
                  <a:lnTo>
                    <a:pt x="7290912" y="1914151"/>
                  </a:lnTo>
                  <a:lnTo>
                    <a:pt x="7383781" y="1941583"/>
                  </a:lnTo>
                  <a:lnTo>
                    <a:pt x="7473703" y="1972169"/>
                  </a:lnTo>
                  <a:lnTo>
                    <a:pt x="7559236" y="2005948"/>
                  </a:lnTo>
                  <a:lnTo>
                    <a:pt x="7639519" y="2043048"/>
                  </a:lnTo>
                  <a:lnTo>
                    <a:pt x="7714172" y="2083694"/>
                  </a:lnTo>
                  <a:lnTo>
                    <a:pt x="7783190" y="2128212"/>
                  </a:lnTo>
                  <a:lnTo>
                    <a:pt x="7846835" y="2177022"/>
                  </a:lnTo>
                  <a:lnTo>
                    <a:pt x="7905543" y="2230632"/>
                  </a:lnTo>
                  <a:lnTo>
                    <a:pt x="7959860" y="2289619"/>
                  </a:lnTo>
                  <a:lnTo>
                    <a:pt x="8010386" y="2354595"/>
                  </a:lnTo>
                  <a:lnTo>
                    <a:pt x="8057734" y="2426166"/>
                  </a:lnTo>
                  <a:lnTo>
                    <a:pt x="8102499" y="2504843"/>
                  </a:lnTo>
                  <a:lnTo>
                    <a:pt x="8145230" y="2590927"/>
                  </a:lnTo>
                  <a:lnTo>
                    <a:pt x="8151487" y="2604462"/>
                  </a:lnTo>
                  <a:lnTo>
                    <a:pt x="8181560" y="2672879"/>
                  </a:lnTo>
                  <a:lnTo>
                    <a:pt x="8210994" y="2745311"/>
                  </a:lnTo>
                  <a:lnTo>
                    <a:pt x="8239929" y="2821838"/>
                  </a:lnTo>
                  <a:lnTo>
                    <a:pt x="8268482" y="2902499"/>
                  </a:lnTo>
                  <a:lnTo>
                    <a:pt x="8296751" y="2987292"/>
                  </a:lnTo>
                  <a:lnTo>
                    <a:pt x="8324819" y="3076166"/>
                  </a:lnTo>
                  <a:lnTo>
                    <a:pt x="8352753" y="3169020"/>
                  </a:lnTo>
                  <a:lnTo>
                    <a:pt x="8380608" y="3265699"/>
                  </a:lnTo>
                  <a:lnTo>
                    <a:pt x="8408425" y="3365994"/>
                  </a:lnTo>
                  <a:lnTo>
                    <a:pt x="8436236" y="3469641"/>
                  </a:lnTo>
                  <a:lnTo>
                    <a:pt x="8464062" y="3576325"/>
                  </a:lnTo>
                  <a:lnTo>
                    <a:pt x="8491916" y="3685677"/>
                  </a:lnTo>
                  <a:lnTo>
                    <a:pt x="8519803" y="3797283"/>
                  </a:lnTo>
                  <a:lnTo>
                    <a:pt x="8547724" y="3910691"/>
                  </a:lnTo>
                  <a:lnTo>
                    <a:pt x="8575672" y="4025412"/>
                  </a:lnTo>
                  <a:lnTo>
                    <a:pt x="8603637" y="4140937"/>
                  </a:lnTo>
                  <a:lnTo>
                    <a:pt x="8631609" y="4256736"/>
                  </a:lnTo>
                  <a:lnTo>
                    <a:pt x="8659575" y="4372279"/>
                  </a:lnTo>
                  <a:lnTo>
                    <a:pt x="8687523" y="4487039"/>
                  </a:lnTo>
                  <a:lnTo>
                    <a:pt x="8715445" y="4600503"/>
                  </a:lnTo>
                  <a:lnTo>
                    <a:pt x="8743334" y="4712182"/>
                  </a:lnTo>
                  <a:lnTo>
                    <a:pt x="8771189" y="4821623"/>
                  </a:lnTo>
                  <a:lnTo>
                    <a:pt x="8799016" y="4928409"/>
                  </a:lnTo>
                  <a:lnTo>
                    <a:pt x="8826827" y="5032172"/>
                  </a:lnTo>
                  <a:lnTo>
                    <a:pt x="8854643" y="5132592"/>
                  </a:lnTo>
                  <a:lnTo>
                    <a:pt x="8882496" y="5229405"/>
                  </a:lnTo>
                  <a:lnTo>
                    <a:pt x="8910427" y="5322399"/>
                  </a:lnTo>
                  <a:lnTo>
                    <a:pt x="8938489" y="5411419"/>
                  </a:lnTo>
                  <a:lnTo>
                    <a:pt x="8966749" y="5496360"/>
                  </a:lnTo>
                  <a:lnTo>
                    <a:pt x="8995290" y="5577171"/>
                  </a:lnTo>
                  <a:lnTo>
                    <a:pt x="9024209" y="5653846"/>
                  </a:lnTo>
                  <a:lnTo>
                    <a:pt x="9053623" y="5726424"/>
                  </a:lnTo>
                  <a:lnTo>
                    <a:pt x="9083671" y="5794984"/>
                  </a:lnTo>
                  <a:lnTo>
                    <a:pt x="9084767" y="5797380"/>
                  </a:lnTo>
                  <a:lnTo>
                    <a:pt x="9127235" y="5884577"/>
                  </a:lnTo>
                  <a:lnTo>
                    <a:pt x="9171663" y="5964352"/>
                  </a:lnTo>
                  <a:lnTo>
                    <a:pt x="9218587" y="6036959"/>
                  </a:lnTo>
                  <a:lnTo>
                    <a:pt x="9268597" y="6102886"/>
                  </a:lnTo>
                  <a:lnTo>
                    <a:pt x="9322308" y="6162730"/>
                  </a:lnTo>
                  <a:lnTo>
                    <a:pt x="9380322" y="6217107"/>
                  </a:lnTo>
                  <a:lnTo>
                    <a:pt x="9443195" y="6266602"/>
                  </a:lnTo>
                  <a:lnTo>
                    <a:pt x="9511387" y="6311734"/>
                  </a:lnTo>
                  <a:lnTo>
                    <a:pt x="9585189" y="6352937"/>
                  </a:lnTo>
                  <a:lnTo>
                    <a:pt x="9664642" y="6390551"/>
                  </a:lnTo>
                  <a:lnTo>
                    <a:pt x="9749430" y="6424817"/>
                  </a:lnTo>
                  <a:lnTo>
                    <a:pt x="9838772" y="6455877"/>
                  </a:lnTo>
                  <a:lnTo>
                    <a:pt x="9931315" y="6483782"/>
                  </a:lnTo>
                  <a:lnTo>
                    <a:pt x="10025085" y="6508512"/>
                  </a:lnTo>
                  <a:lnTo>
                    <a:pt x="10117503" y="6530006"/>
                  </a:lnTo>
                  <a:lnTo>
                    <a:pt x="10205535" y="6548201"/>
                  </a:lnTo>
                  <a:lnTo>
                    <a:pt x="10285978" y="6563080"/>
                  </a:lnTo>
                  <a:lnTo>
                    <a:pt x="10355857" y="6574718"/>
                  </a:lnTo>
                  <a:lnTo>
                    <a:pt x="10412884" y="6583315"/>
                  </a:lnTo>
                  <a:lnTo>
                    <a:pt x="10455854" y="6589204"/>
                  </a:lnTo>
                  <a:lnTo>
                    <a:pt x="10484895" y="6592836"/>
                  </a:lnTo>
                  <a:lnTo>
                    <a:pt x="10501530" y="6594739"/>
                  </a:lnTo>
                  <a:lnTo>
                    <a:pt x="10508562" y="6595478"/>
                  </a:lnTo>
                  <a:lnTo>
                    <a:pt x="10509911" y="6595609"/>
                  </a:lnTo>
                  <a:lnTo>
                    <a:pt x="11981298" y="6595609"/>
                  </a:lnTo>
                  <a:lnTo>
                    <a:pt x="11981298" y="6587436"/>
                  </a:lnTo>
                  <a:lnTo>
                    <a:pt x="10509911" y="6587436"/>
                  </a:lnTo>
                  <a:lnTo>
                    <a:pt x="10509017" y="6587350"/>
                  </a:lnTo>
                  <a:lnTo>
                    <a:pt x="10503111" y="6586737"/>
                  </a:lnTo>
                  <a:lnTo>
                    <a:pt x="10488123" y="6585044"/>
                  </a:lnTo>
                  <a:lnTo>
                    <a:pt x="10461069" y="6581707"/>
                  </a:lnTo>
                  <a:lnTo>
                    <a:pt x="10420229" y="6576187"/>
                  </a:lnTo>
                  <a:lnTo>
                    <a:pt x="10365262" y="6568020"/>
                  </a:lnTo>
                  <a:lnTo>
                    <a:pt x="10297185" y="6556853"/>
                  </a:lnTo>
                  <a:lnTo>
                    <a:pt x="10218147" y="6542467"/>
                  </a:lnTo>
                  <a:lnTo>
                    <a:pt x="10131048" y="6524770"/>
                  </a:lnTo>
                  <a:lnTo>
                    <a:pt x="10039086" y="6503767"/>
                  </a:lnTo>
                  <a:lnTo>
                    <a:pt x="9945341" y="6479517"/>
                  </a:lnTo>
                  <a:lnTo>
                    <a:pt x="9852472" y="6452085"/>
                  </a:lnTo>
                  <a:lnTo>
                    <a:pt x="9762550" y="6421499"/>
                  </a:lnTo>
                  <a:lnTo>
                    <a:pt x="9677017" y="6387720"/>
                  </a:lnTo>
                  <a:lnTo>
                    <a:pt x="9596735" y="6350620"/>
                  </a:lnTo>
                  <a:lnTo>
                    <a:pt x="9522081" y="6309974"/>
                  </a:lnTo>
                  <a:lnTo>
                    <a:pt x="9453063" y="6265456"/>
                  </a:lnTo>
                  <a:lnTo>
                    <a:pt x="9389418" y="6216646"/>
                  </a:lnTo>
                  <a:lnTo>
                    <a:pt x="9330710" y="6163036"/>
                  </a:lnTo>
                  <a:lnTo>
                    <a:pt x="9276393" y="6104050"/>
                  </a:lnTo>
                  <a:lnTo>
                    <a:pt x="9225867" y="6039073"/>
                  </a:lnTo>
                  <a:lnTo>
                    <a:pt x="9178520" y="5967503"/>
                  </a:lnTo>
                  <a:lnTo>
                    <a:pt x="9133754" y="5888825"/>
                  </a:lnTo>
                  <a:lnTo>
                    <a:pt x="9091023" y="5802741"/>
                  </a:lnTo>
                  <a:lnTo>
                    <a:pt x="9084767" y="5789207"/>
                  </a:lnTo>
                  <a:lnTo>
                    <a:pt x="9054693" y="5720789"/>
                  </a:lnTo>
                  <a:lnTo>
                    <a:pt x="9025259" y="5648357"/>
                  </a:lnTo>
                  <a:lnTo>
                    <a:pt x="8996324" y="5571831"/>
                  </a:lnTo>
                  <a:lnTo>
                    <a:pt x="8967772" y="5491169"/>
                  </a:lnTo>
                  <a:lnTo>
                    <a:pt x="8939503" y="5406376"/>
                  </a:lnTo>
                  <a:lnTo>
                    <a:pt x="8911434" y="5317502"/>
                  </a:lnTo>
                  <a:lnTo>
                    <a:pt x="8883500" y="5224648"/>
                  </a:lnTo>
                  <a:lnTo>
                    <a:pt x="8855646" y="5127969"/>
                  </a:lnTo>
                  <a:lnTo>
                    <a:pt x="8827828" y="5027675"/>
                  </a:lnTo>
                  <a:lnTo>
                    <a:pt x="8800018" y="4924027"/>
                  </a:lnTo>
                  <a:lnTo>
                    <a:pt x="8772192" y="4817344"/>
                  </a:lnTo>
                  <a:lnTo>
                    <a:pt x="8744338" y="4707992"/>
                  </a:lnTo>
                  <a:lnTo>
                    <a:pt x="8716450" y="4596385"/>
                  </a:lnTo>
                  <a:lnTo>
                    <a:pt x="8688529" y="4482977"/>
                  </a:lnTo>
                  <a:lnTo>
                    <a:pt x="8660582" y="4368256"/>
                  </a:lnTo>
                  <a:lnTo>
                    <a:pt x="8632616" y="4252732"/>
                  </a:lnTo>
                  <a:lnTo>
                    <a:pt x="8604644" y="4136932"/>
                  </a:lnTo>
                  <a:lnTo>
                    <a:pt x="8576678" y="4021389"/>
                  </a:lnTo>
                  <a:lnTo>
                    <a:pt x="8548730" y="3906629"/>
                  </a:lnTo>
                  <a:lnTo>
                    <a:pt x="8520808" y="3793166"/>
                  </a:lnTo>
                  <a:lnTo>
                    <a:pt x="8492919" y="3681486"/>
                  </a:lnTo>
                  <a:lnTo>
                    <a:pt x="8465064" y="3572046"/>
                  </a:lnTo>
                  <a:lnTo>
                    <a:pt x="8437237" y="3465259"/>
                  </a:lnTo>
                  <a:lnTo>
                    <a:pt x="8409426" y="3361497"/>
                  </a:lnTo>
                  <a:lnTo>
                    <a:pt x="8381610" y="3261076"/>
                  </a:lnTo>
                  <a:lnTo>
                    <a:pt x="8353757" y="3164263"/>
                  </a:lnTo>
                  <a:lnTo>
                    <a:pt x="8325827" y="3071269"/>
                  </a:lnTo>
                  <a:lnTo>
                    <a:pt x="8297765" y="2982249"/>
                  </a:lnTo>
                  <a:lnTo>
                    <a:pt x="8269504" y="2897308"/>
                  </a:lnTo>
                  <a:lnTo>
                    <a:pt x="8240963" y="2816498"/>
                  </a:lnTo>
                  <a:lnTo>
                    <a:pt x="8212044" y="2739823"/>
                  </a:lnTo>
                  <a:lnTo>
                    <a:pt x="8182630" y="2667245"/>
                  </a:lnTo>
                  <a:lnTo>
                    <a:pt x="8152582" y="2598684"/>
                  </a:lnTo>
                  <a:lnTo>
                    <a:pt x="8151487" y="2596289"/>
                  </a:lnTo>
                  <a:lnTo>
                    <a:pt x="8109018" y="2509091"/>
                  </a:lnTo>
                  <a:lnTo>
                    <a:pt x="8064590" y="2429316"/>
                  </a:lnTo>
                  <a:lnTo>
                    <a:pt x="8017666" y="2356710"/>
                  </a:lnTo>
                  <a:lnTo>
                    <a:pt x="7967656" y="2290783"/>
                  </a:lnTo>
                  <a:lnTo>
                    <a:pt x="7913945" y="2230939"/>
                  </a:lnTo>
                  <a:lnTo>
                    <a:pt x="7855932" y="2176561"/>
                  </a:lnTo>
                  <a:lnTo>
                    <a:pt x="7793058" y="2127066"/>
                  </a:lnTo>
                  <a:lnTo>
                    <a:pt x="7724866" y="2081935"/>
                  </a:lnTo>
                  <a:lnTo>
                    <a:pt x="7651064" y="2040732"/>
                  </a:lnTo>
                  <a:lnTo>
                    <a:pt x="7571612" y="2003117"/>
                  </a:lnTo>
                  <a:lnTo>
                    <a:pt x="7486823" y="1968851"/>
                  </a:lnTo>
                  <a:lnTo>
                    <a:pt x="7397482" y="1937791"/>
                  </a:lnTo>
                  <a:lnTo>
                    <a:pt x="7304938" y="1909886"/>
                  </a:lnTo>
                  <a:lnTo>
                    <a:pt x="7211168" y="1885156"/>
                  </a:lnTo>
                  <a:lnTo>
                    <a:pt x="7118751" y="1863662"/>
                  </a:lnTo>
                  <a:lnTo>
                    <a:pt x="7030718" y="1845467"/>
                  </a:lnTo>
                  <a:lnTo>
                    <a:pt x="6950275" y="1830589"/>
                  </a:lnTo>
                  <a:lnTo>
                    <a:pt x="6880396" y="1818950"/>
                  </a:lnTo>
                  <a:lnTo>
                    <a:pt x="6823369" y="1810353"/>
                  </a:lnTo>
                  <a:lnTo>
                    <a:pt x="6780400" y="1804464"/>
                  </a:lnTo>
                  <a:lnTo>
                    <a:pt x="6751358" y="1800833"/>
                  </a:lnTo>
                  <a:lnTo>
                    <a:pt x="6734723" y="1798929"/>
                  </a:lnTo>
                  <a:lnTo>
                    <a:pt x="6727691" y="1798190"/>
                  </a:lnTo>
                  <a:lnTo>
                    <a:pt x="6726343" y="1798059"/>
                  </a:lnTo>
                  <a:lnTo>
                    <a:pt x="5254955" y="1798059"/>
                  </a:lnTo>
                  <a:lnTo>
                    <a:pt x="5253756" y="1798015"/>
                  </a:lnTo>
                  <a:lnTo>
                    <a:pt x="5245883" y="1797704"/>
                  </a:lnTo>
                  <a:lnTo>
                    <a:pt x="5226068" y="1796844"/>
                  </a:lnTo>
                  <a:lnTo>
                    <a:pt x="5190719" y="1795150"/>
                  </a:lnTo>
                  <a:lnTo>
                    <a:pt x="5138191" y="1792362"/>
                  </a:lnTo>
                  <a:lnTo>
                    <a:pt x="5068903" y="1788271"/>
                  </a:lnTo>
                  <a:lnTo>
                    <a:pt x="4985148" y="1782735"/>
                  </a:lnTo>
                  <a:lnTo>
                    <a:pt x="4890562" y="1775689"/>
                  </a:lnTo>
                  <a:lnTo>
                    <a:pt x="4789407" y="1767126"/>
                  </a:lnTo>
                  <a:lnTo>
                    <a:pt x="4685864" y="1757074"/>
                  </a:lnTo>
                  <a:lnTo>
                    <a:pt x="4583516" y="1745564"/>
                  </a:lnTo>
                  <a:lnTo>
                    <a:pt x="4485070" y="1732607"/>
                  </a:lnTo>
                  <a:lnTo>
                    <a:pt x="4392303" y="1718176"/>
                  </a:lnTo>
                  <a:lnTo>
                    <a:pt x="4306165" y="1702189"/>
                  </a:lnTo>
                  <a:lnTo>
                    <a:pt x="4226942" y="1684513"/>
                  </a:lnTo>
                  <a:lnTo>
                    <a:pt x="4154442" y="1664957"/>
                  </a:lnTo>
                  <a:lnTo>
                    <a:pt x="4088156" y="1643279"/>
                  </a:lnTo>
                  <a:lnTo>
                    <a:pt x="4027380" y="1619197"/>
                  </a:lnTo>
                  <a:lnTo>
                    <a:pt x="3971317" y="1592401"/>
                  </a:lnTo>
                  <a:lnTo>
                    <a:pt x="3919139" y="1562587"/>
                  </a:lnTo>
                  <a:lnTo>
                    <a:pt x="3870047" y="1529500"/>
                  </a:lnTo>
                  <a:lnTo>
                    <a:pt x="3829811" y="1498383"/>
                  </a:lnTo>
                  <a:lnTo>
                    <a:pt x="3785546" y="1459841"/>
                  </a:lnTo>
                  <a:lnTo>
                    <a:pt x="3742532" y="1417967"/>
                  </a:lnTo>
                  <a:lnTo>
                    <a:pt x="3700369" y="1372698"/>
                  </a:lnTo>
                  <a:lnTo>
                    <a:pt x="3658746" y="1324050"/>
                  </a:lnTo>
                  <a:lnTo>
                    <a:pt x="3617430" y="1272126"/>
                  </a:lnTo>
                  <a:lnTo>
                    <a:pt x="3576251" y="1217126"/>
                  </a:lnTo>
                  <a:lnTo>
                    <a:pt x="3535095" y="1159345"/>
                  </a:lnTo>
                  <a:lnTo>
                    <a:pt x="3493895" y="1099176"/>
                  </a:lnTo>
                  <a:lnTo>
                    <a:pt x="3452624" y="1037099"/>
                  </a:lnTo>
                  <a:lnTo>
                    <a:pt x="3411285" y="973669"/>
                  </a:lnTo>
                  <a:lnTo>
                    <a:pt x="3369903" y="909494"/>
                  </a:lnTo>
                  <a:lnTo>
                    <a:pt x="3328515" y="845214"/>
                  </a:lnTo>
                  <a:lnTo>
                    <a:pt x="3287159" y="781473"/>
                  </a:lnTo>
                  <a:lnTo>
                    <a:pt x="3245864" y="718892"/>
                  </a:lnTo>
                  <a:lnTo>
                    <a:pt x="3204643" y="658046"/>
                  </a:lnTo>
                  <a:lnTo>
                    <a:pt x="3163478" y="599441"/>
                  </a:lnTo>
                  <a:lnTo>
                    <a:pt x="3122316" y="543498"/>
                  </a:lnTo>
                  <a:lnTo>
                    <a:pt x="3081060" y="490547"/>
                  </a:lnTo>
                  <a:lnTo>
                    <a:pt x="3039560" y="440818"/>
                  </a:lnTo>
                  <a:lnTo>
                    <a:pt x="2997602" y="394444"/>
                  </a:lnTo>
                  <a:lnTo>
                    <a:pt x="2954904" y="351469"/>
                  </a:lnTo>
                  <a:lnTo>
                    <a:pt x="2911097" y="311854"/>
                  </a:lnTo>
                  <a:lnTo>
                    <a:pt x="2896531" y="299676"/>
                  </a:lnTo>
                  <a:lnTo>
                    <a:pt x="2849506" y="263670"/>
                  </a:lnTo>
                  <a:lnTo>
                    <a:pt x="2800023" y="231058"/>
                  </a:lnTo>
                  <a:lnTo>
                    <a:pt x="2747345" y="201688"/>
                  </a:lnTo>
                  <a:lnTo>
                    <a:pt x="2690665" y="175296"/>
                  </a:lnTo>
                  <a:lnTo>
                    <a:pt x="2629156" y="151572"/>
                  </a:lnTo>
                  <a:lnTo>
                    <a:pt x="2562030" y="130211"/>
                  </a:lnTo>
                  <a:lnTo>
                    <a:pt x="2488604" y="110934"/>
                  </a:lnTo>
                  <a:lnTo>
                    <a:pt x="2408405" y="93508"/>
                  </a:lnTo>
                  <a:lnTo>
                    <a:pt x="2321297" y="77748"/>
                  </a:lnTo>
                  <a:lnTo>
                    <a:pt x="2227652" y="63529"/>
                  </a:lnTo>
                  <a:lnTo>
                    <a:pt x="2128524" y="50778"/>
                  </a:lnTo>
                  <a:lnTo>
                    <a:pt x="2025821" y="39473"/>
                  </a:lnTo>
                  <a:lnTo>
                    <a:pt x="1922381" y="29629"/>
                  </a:lnTo>
                  <a:lnTo>
                    <a:pt x="1821892" y="21280"/>
                  </a:lnTo>
                  <a:lnTo>
                    <a:pt x="1728587" y="14449"/>
                  </a:lnTo>
                  <a:lnTo>
                    <a:pt x="1646683" y="9123"/>
                  </a:lnTo>
                  <a:lnTo>
                    <a:pt x="1579667" y="5227"/>
                  </a:lnTo>
                  <a:lnTo>
                    <a:pt x="1529592" y="2608"/>
                  </a:lnTo>
                  <a:lnTo>
                    <a:pt x="1496589" y="1049"/>
                  </a:lnTo>
                  <a:lnTo>
                    <a:pt x="1478724" y="284"/>
                  </a:lnTo>
                  <a:lnTo>
                    <a:pt x="1472152" y="27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56" name="pl156"/>
            <p:cNvSpPr/>
            <p:nvPr/>
          </p:nvSpPr>
          <p:spPr>
            <a:xfrm>
              <a:off x="4799595" y="4358622"/>
              <a:ext cx="11981298" cy="6587436"/>
            </a:xfrm>
            <a:custGeom>
              <a:avLst/>
              <a:pathLst>
                <a:path w="11981298" h="6587436">
                  <a:moveTo>
                    <a:pt x="0" y="0"/>
                  </a:moveTo>
                  <a:lnTo>
                    <a:pt x="1471387" y="0"/>
                  </a:lnTo>
                  <a:lnTo>
                    <a:pt x="1472586" y="43"/>
                  </a:lnTo>
                  <a:lnTo>
                    <a:pt x="1480459" y="354"/>
                  </a:lnTo>
                  <a:lnTo>
                    <a:pt x="1500274" y="1215"/>
                  </a:lnTo>
                  <a:lnTo>
                    <a:pt x="1535623" y="2909"/>
                  </a:lnTo>
                  <a:lnTo>
                    <a:pt x="1588151" y="5696"/>
                  </a:lnTo>
                  <a:lnTo>
                    <a:pt x="1657439" y="9788"/>
                  </a:lnTo>
                  <a:lnTo>
                    <a:pt x="1741194" y="15323"/>
                  </a:lnTo>
                  <a:lnTo>
                    <a:pt x="1835780" y="22369"/>
                  </a:lnTo>
                  <a:lnTo>
                    <a:pt x="1936935" y="30932"/>
                  </a:lnTo>
                  <a:lnTo>
                    <a:pt x="2040478" y="40985"/>
                  </a:lnTo>
                  <a:lnTo>
                    <a:pt x="2142826" y="52495"/>
                  </a:lnTo>
                  <a:lnTo>
                    <a:pt x="2241272" y="65451"/>
                  </a:lnTo>
                  <a:lnTo>
                    <a:pt x="2334039" y="79883"/>
                  </a:lnTo>
                  <a:lnTo>
                    <a:pt x="2420177" y="95869"/>
                  </a:lnTo>
                  <a:lnTo>
                    <a:pt x="2499400" y="113546"/>
                  </a:lnTo>
                  <a:lnTo>
                    <a:pt x="2571900" y="133102"/>
                  </a:lnTo>
                  <a:lnTo>
                    <a:pt x="2638186" y="154780"/>
                  </a:lnTo>
                  <a:lnTo>
                    <a:pt x="2698962" y="178862"/>
                  </a:lnTo>
                  <a:lnTo>
                    <a:pt x="2755025" y="205657"/>
                  </a:lnTo>
                  <a:lnTo>
                    <a:pt x="2807203" y="235471"/>
                  </a:lnTo>
                  <a:lnTo>
                    <a:pt x="2856295" y="268559"/>
                  </a:lnTo>
                  <a:lnTo>
                    <a:pt x="2896531" y="299676"/>
                  </a:lnTo>
                  <a:lnTo>
                    <a:pt x="2940796" y="338218"/>
                  </a:lnTo>
                  <a:lnTo>
                    <a:pt x="2983810" y="380092"/>
                  </a:lnTo>
                  <a:lnTo>
                    <a:pt x="3025974" y="425361"/>
                  </a:lnTo>
                  <a:lnTo>
                    <a:pt x="3067596" y="474009"/>
                  </a:lnTo>
                  <a:lnTo>
                    <a:pt x="3108912" y="525932"/>
                  </a:lnTo>
                  <a:lnTo>
                    <a:pt x="3150091" y="580933"/>
                  </a:lnTo>
                  <a:lnTo>
                    <a:pt x="3191247" y="638714"/>
                  </a:lnTo>
                  <a:lnTo>
                    <a:pt x="3232447" y="698883"/>
                  </a:lnTo>
                  <a:lnTo>
                    <a:pt x="3273718" y="760960"/>
                  </a:lnTo>
                  <a:lnTo>
                    <a:pt x="3315057" y="824390"/>
                  </a:lnTo>
                  <a:lnTo>
                    <a:pt x="3356439" y="888564"/>
                  </a:lnTo>
                  <a:lnTo>
                    <a:pt x="3397827" y="952844"/>
                  </a:lnTo>
                  <a:lnTo>
                    <a:pt x="3439184" y="1016586"/>
                  </a:lnTo>
                  <a:lnTo>
                    <a:pt x="3480478" y="1079166"/>
                  </a:lnTo>
                  <a:lnTo>
                    <a:pt x="3521700" y="1140013"/>
                  </a:lnTo>
                  <a:lnTo>
                    <a:pt x="3562864" y="1198618"/>
                  </a:lnTo>
                  <a:lnTo>
                    <a:pt x="3604026" y="1254560"/>
                  </a:lnTo>
                  <a:lnTo>
                    <a:pt x="3645282" y="1307511"/>
                  </a:lnTo>
                  <a:lnTo>
                    <a:pt x="3686782" y="1357241"/>
                  </a:lnTo>
                  <a:lnTo>
                    <a:pt x="3728740" y="1403615"/>
                  </a:lnTo>
                  <a:lnTo>
                    <a:pt x="3771438" y="1446590"/>
                  </a:lnTo>
                  <a:lnTo>
                    <a:pt x="3815246" y="1486204"/>
                  </a:lnTo>
                  <a:lnTo>
                    <a:pt x="3829811" y="1498383"/>
                  </a:lnTo>
                  <a:lnTo>
                    <a:pt x="3876836" y="1534388"/>
                  </a:lnTo>
                  <a:lnTo>
                    <a:pt x="3926319" y="1567001"/>
                  </a:lnTo>
                  <a:lnTo>
                    <a:pt x="3978997" y="1596371"/>
                  </a:lnTo>
                  <a:lnTo>
                    <a:pt x="4035677" y="1622763"/>
                  </a:lnTo>
                  <a:lnTo>
                    <a:pt x="4097186" y="1646486"/>
                  </a:lnTo>
                  <a:lnTo>
                    <a:pt x="4164312" y="1667847"/>
                  </a:lnTo>
                  <a:lnTo>
                    <a:pt x="4237738" y="1687124"/>
                  </a:lnTo>
                  <a:lnTo>
                    <a:pt x="4317938" y="1704551"/>
                  </a:lnTo>
                  <a:lnTo>
                    <a:pt x="4405045" y="1720310"/>
                  </a:lnTo>
                  <a:lnTo>
                    <a:pt x="4498691" y="1734530"/>
                  </a:lnTo>
                  <a:lnTo>
                    <a:pt x="4597818" y="1747280"/>
                  </a:lnTo>
                  <a:lnTo>
                    <a:pt x="4700521" y="1758586"/>
                  </a:lnTo>
                  <a:lnTo>
                    <a:pt x="4803961" y="1768430"/>
                  </a:lnTo>
                  <a:lnTo>
                    <a:pt x="4904450" y="1776779"/>
                  </a:lnTo>
                  <a:lnTo>
                    <a:pt x="4997755" y="1783610"/>
                  </a:lnTo>
                  <a:lnTo>
                    <a:pt x="5079659" y="1788935"/>
                  </a:lnTo>
                  <a:lnTo>
                    <a:pt x="5146675" y="1792832"/>
                  </a:lnTo>
                  <a:lnTo>
                    <a:pt x="5196751" y="1795450"/>
                  </a:lnTo>
                  <a:lnTo>
                    <a:pt x="5229753" y="1797009"/>
                  </a:lnTo>
                  <a:lnTo>
                    <a:pt x="5247618" y="1797775"/>
                  </a:lnTo>
                  <a:lnTo>
                    <a:pt x="5254190" y="1798032"/>
                  </a:lnTo>
                  <a:lnTo>
                    <a:pt x="5254955" y="1798059"/>
                  </a:lnTo>
                  <a:lnTo>
                    <a:pt x="6726343" y="1798059"/>
                  </a:lnTo>
                  <a:lnTo>
                    <a:pt x="6727236" y="1798145"/>
                  </a:lnTo>
                  <a:lnTo>
                    <a:pt x="6733142" y="1798758"/>
                  </a:lnTo>
                  <a:lnTo>
                    <a:pt x="6748131" y="1800451"/>
                  </a:lnTo>
                  <a:lnTo>
                    <a:pt x="6775184" y="1803789"/>
                  </a:lnTo>
                  <a:lnTo>
                    <a:pt x="6816024" y="1809308"/>
                  </a:lnTo>
                  <a:lnTo>
                    <a:pt x="6870991" y="1817475"/>
                  </a:lnTo>
                  <a:lnTo>
                    <a:pt x="6939069" y="1828642"/>
                  </a:lnTo>
                  <a:lnTo>
                    <a:pt x="7018107" y="1843028"/>
                  </a:lnTo>
                  <a:lnTo>
                    <a:pt x="7105205" y="1860725"/>
                  </a:lnTo>
                  <a:lnTo>
                    <a:pt x="7197168" y="1881728"/>
                  </a:lnTo>
                  <a:lnTo>
                    <a:pt x="7290912" y="1905978"/>
                  </a:lnTo>
                  <a:lnTo>
                    <a:pt x="7383781" y="1933410"/>
                  </a:lnTo>
                  <a:lnTo>
                    <a:pt x="7473703" y="1963996"/>
                  </a:lnTo>
                  <a:lnTo>
                    <a:pt x="7559236" y="1997775"/>
                  </a:lnTo>
                  <a:lnTo>
                    <a:pt x="7639519" y="2034875"/>
                  </a:lnTo>
                  <a:lnTo>
                    <a:pt x="7714172" y="2075521"/>
                  </a:lnTo>
                  <a:lnTo>
                    <a:pt x="7783190" y="2120039"/>
                  </a:lnTo>
                  <a:lnTo>
                    <a:pt x="7846835" y="2168849"/>
                  </a:lnTo>
                  <a:lnTo>
                    <a:pt x="7905543" y="2222459"/>
                  </a:lnTo>
                  <a:lnTo>
                    <a:pt x="7959860" y="2281446"/>
                  </a:lnTo>
                  <a:lnTo>
                    <a:pt x="8010386" y="2346422"/>
                  </a:lnTo>
                  <a:lnTo>
                    <a:pt x="8057734" y="2417993"/>
                  </a:lnTo>
                  <a:lnTo>
                    <a:pt x="8102499" y="2496670"/>
                  </a:lnTo>
                  <a:lnTo>
                    <a:pt x="8145230" y="2582754"/>
                  </a:lnTo>
                  <a:lnTo>
                    <a:pt x="8151487" y="2596289"/>
                  </a:lnTo>
                  <a:lnTo>
                    <a:pt x="8181560" y="2664706"/>
                  </a:lnTo>
                  <a:lnTo>
                    <a:pt x="8210994" y="2737138"/>
                  </a:lnTo>
                  <a:lnTo>
                    <a:pt x="8239929" y="2813665"/>
                  </a:lnTo>
                  <a:lnTo>
                    <a:pt x="8268482" y="2894326"/>
                  </a:lnTo>
                  <a:lnTo>
                    <a:pt x="8296751" y="2979119"/>
                  </a:lnTo>
                  <a:lnTo>
                    <a:pt x="8324819" y="3067993"/>
                  </a:lnTo>
                  <a:lnTo>
                    <a:pt x="8352753" y="3160847"/>
                  </a:lnTo>
                  <a:lnTo>
                    <a:pt x="8380608" y="3257526"/>
                  </a:lnTo>
                  <a:lnTo>
                    <a:pt x="8408425" y="3357821"/>
                  </a:lnTo>
                  <a:lnTo>
                    <a:pt x="8436236" y="3461468"/>
                  </a:lnTo>
                  <a:lnTo>
                    <a:pt x="8464062" y="3568152"/>
                  </a:lnTo>
                  <a:lnTo>
                    <a:pt x="8491916" y="3677504"/>
                  </a:lnTo>
                  <a:lnTo>
                    <a:pt x="8519803" y="3789110"/>
                  </a:lnTo>
                  <a:lnTo>
                    <a:pt x="8547724" y="3902518"/>
                  </a:lnTo>
                  <a:lnTo>
                    <a:pt x="8575672" y="4017239"/>
                  </a:lnTo>
                  <a:lnTo>
                    <a:pt x="8603637" y="4132764"/>
                  </a:lnTo>
                  <a:lnTo>
                    <a:pt x="8631609" y="4248563"/>
                  </a:lnTo>
                  <a:lnTo>
                    <a:pt x="8659575" y="4364106"/>
                  </a:lnTo>
                  <a:lnTo>
                    <a:pt x="8687523" y="4478866"/>
                  </a:lnTo>
                  <a:lnTo>
                    <a:pt x="8715445" y="4592330"/>
                  </a:lnTo>
                  <a:lnTo>
                    <a:pt x="8743334" y="4704009"/>
                  </a:lnTo>
                  <a:lnTo>
                    <a:pt x="8771189" y="4813450"/>
                  </a:lnTo>
                  <a:lnTo>
                    <a:pt x="8799016" y="4920236"/>
                  </a:lnTo>
                  <a:lnTo>
                    <a:pt x="8826827" y="5023999"/>
                  </a:lnTo>
                  <a:lnTo>
                    <a:pt x="8854643" y="5124419"/>
                  </a:lnTo>
                  <a:lnTo>
                    <a:pt x="8882496" y="5221232"/>
                  </a:lnTo>
                  <a:lnTo>
                    <a:pt x="8910427" y="5314226"/>
                  </a:lnTo>
                  <a:lnTo>
                    <a:pt x="8938489" y="5403246"/>
                  </a:lnTo>
                  <a:lnTo>
                    <a:pt x="8966749" y="5488187"/>
                  </a:lnTo>
                  <a:lnTo>
                    <a:pt x="8995290" y="5568998"/>
                  </a:lnTo>
                  <a:lnTo>
                    <a:pt x="9024209" y="5645673"/>
                  </a:lnTo>
                  <a:lnTo>
                    <a:pt x="9053623" y="5718251"/>
                  </a:lnTo>
                  <a:lnTo>
                    <a:pt x="9083671" y="5786811"/>
                  </a:lnTo>
                  <a:lnTo>
                    <a:pt x="9084767" y="5789207"/>
                  </a:lnTo>
                  <a:lnTo>
                    <a:pt x="9127235" y="5876404"/>
                  </a:lnTo>
                  <a:lnTo>
                    <a:pt x="9171663" y="5956179"/>
                  </a:lnTo>
                  <a:lnTo>
                    <a:pt x="9218587" y="6028786"/>
                  </a:lnTo>
                  <a:lnTo>
                    <a:pt x="9268597" y="6094713"/>
                  </a:lnTo>
                  <a:lnTo>
                    <a:pt x="9322308" y="6154557"/>
                  </a:lnTo>
                  <a:lnTo>
                    <a:pt x="9380322" y="6208934"/>
                  </a:lnTo>
                  <a:lnTo>
                    <a:pt x="9443195" y="6258429"/>
                  </a:lnTo>
                  <a:lnTo>
                    <a:pt x="9511387" y="6303561"/>
                  </a:lnTo>
                  <a:lnTo>
                    <a:pt x="9585189" y="6344764"/>
                  </a:lnTo>
                  <a:lnTo>
                    <a:pt x="9664642" y="6382378"/>
                  </a:lnTo>
                  <a:lnTo>
                    <a:pt x="9749430" y="6416644"/>
                  </a:lnTo>
                  <a:lnTo>
                    <a:pt x="9838772" y="6447704"/>
                  </a:lnTo>
                  <a:lnTo>
                    <a:pt x="9931315" y="6475609"/>
                  </a:lnTo>
                  <a:lnTo>
                    <a:pt x="10025085" y="6500339"/>
                  </a:lnTo>
                  <a:lnTo>
                    <a:pt x="10117503" y="6521833"/>
                  </a:lnTo>
                  <a:lnTo>
                    <a:pt x="10205535" y="6540028"/>
                  </a:lnTo>
                  <a:lnTo>
                    <a:pt x="10285978" y="6554907"/>
                  </a:lnTo>
                  <a:lnTo>
                    <a:pt x="10355857" y="6566545"/>
                  </a:lnTo>
                  <a:lnTo>
                    <a:pt x="10412884" y="6575142"/>
                  </a:lnTo>
                  <a:lnTo>
                    <a:pt x="10455854" y="6581031"/>
                  </a:lnTo>
                  <a:lnTo>
                    <a:pt x="10484895" y="6584663"/>
                  </a:lnTo>
                  <a:lnTo>
                    <a:pt x="10501530" y="6586566"/>
                  </a:lnTo>
                  <a:lnTo>
                    <a:pt x="10508562" y="6587305"/>
                  </a:lnTo>
                  <a:lnTo>
                    <a:pt x="10509907" y="6587436"/>
                  </a:lnTo>
                  <a:lnTo>
                    <a:pt x="10509911" y="6587436"/>
                  </a:lnTo>
                  <a:lnTo>
                    <a:pt x="11981298" y="658743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7" name="pl157"/>
            <p:cNvSpPr/>
            <p:nvPr/>
          </p:nvSpPr>
          <p:spPr>
            <a:xfrm>
              <a:off x="4799595" y="4350449"/>
              <a:ext cx="11981298" cy="6587436"/>
            </a:xfrm>
            <a:custGeom>
              <a:avLst/>
              <a:pathLst>
                <a:path w="11981298" h="6587436">
                  <a:moveTo>
                    <a:pt x="11981298" y="6587436"/>
                  </a:moveTo>
                  <a:lnTo>
                    <a:pt x="10509911" y="6587436"/>
                  </a:lnTo>
                  <a:lnTo>
                    <a:pt x="10509017" y="6587350"/>
                  </a:lnTo>
                  <a:lnTo>
                    <a:pt x="10503111" y="6586737"/>
                  </a:lnTo>
                  <a:lnTo>
                    <a:pt x="10488123" y="6585044"/>
                  </a:lnTo>
                  <a:lnTo>
                    <a:pt x="10461069" y="6581707"/>
                  </a:lnTo>
                  <a:lnTo>
                    <a:pt x="10420229" y="6576187"/>
                  </a:lnTo>
                  <a:lnTo>
                    <a:pt x="10365262" y="6568020"/>
                  </a:lnTo>
                  <a:lnTo>
                    <a:pt x="10297185" y="6556853"/>
                  </a:lnTo>
                  <a:lnTo>
                    <a:pt x="10218147" y="6542467"/>
                  </a:lnTo>
                  <a:lnTo>
                    <a:pt x="10131048" y="6524770"/>
                  </a:lnTo>
                  <a:lnTo>
                    <a:pt x="10039086" y="6503767"/>
                  </a:lnTo>
                  <a:lnTo>
                    <a:pt x="9945341" y="6479517"/>
                  </a:lnTo>
                  <a:lnTo>
                    <a:pt x="9852472" y="6452085"/>
                  </a:lnTo>
                  <a:lnTo>
                    <a:pt x="9762550" y="6421499"/>
                  </a:lnTo>
                  <a:lnTo>
                    <a:pt x="9677017" y="6387720"/>
                  </a:lnTo>
                  <a:lnTo>
                    <a:pt x="9596735" y="6350620"/>
                  </a:lnTo>
                  <a:lnTo>
                    <a:pt x="9522081" y="6309974"/>
                  </a:lnTo>
                  <a:lnTo>
                    <a:pt x="9453063" y="6265456"/>
                  </a:lnTo>
                  <a:lnTo>
                    <a:pt x="9389418" y="6216646"/>
                  </a:lnTo>
                  <a:lnTo>
                    <a:pt x="9330710" y="6163036"/>
                  </a:lnTo>
                  <a:lnTo>
                    <a:pt x="9276393" y="6104050"/>
                  </a:lnTo>
                  <a:lnTo>
                    <a:pt x="9225867" y="6039073"/>
                  </a:lnTo>
                  <a:lnTo>
                    <a:pt x="9178520" y="5967503"/>
                  </a:lnTo>
                  <a:lnTo>
                    <a:pt x="9133754" y="5888825"/>
                  </a:lnTo>
                  <a:lnTo>
                    <a:pt x="9091023" y="5802741"/>
                  </a:lnTo>
                  <a:lnTo>
                    <a:pt x="9084767" y="5789207"/>
                  </a:lnTo>
                  <a:lnTo>
                    <a:pt x="9054693" y="5720789"/>
                  </a:lnTo>
                  <a:lnTo>
                    <a:pt x="9025259" y="5648357"/>
                  </a:lnTo>
                  <a:lnTo>
                    <a:pt x="8996324" y="5571831"/>
                  </a:lnTo>
                  <a:lnTo>
                    <a:pt x="8967772" y="5491169"/>
                  </a:lnTo>
                  <a:lnTo>
                    <a:pt x="8939503" y="5406376"/>
                  </a:lnTo>
                  <a:lnTo>
                    <a:pt x="8911434" y="5317502"/>
                  </a:lnTo>
                  <a:lnTo>
                    <a:pt x="8883500" y="5224648"/>
                  </a:lnTo>
                  <a:lnTo>
                    <a:pt x="8855646" y="5127969"/>
                  </a:lnTo>
                  <a:lnTo>
                    <a:pt x="8827828" y="5027675"/>
                  </a:lnTo>
                  <a:lnTo>
                    <a:pt x="8800018" y="4924027"/>
                  </a:lnTo>
                  <a:lnTo>
                    <a:pt x="8772192" y="4817344"/>
                  </a:lnTo>
                  <a:lnTo>
                    <a:pt x="8744338" y="4707992"/>
                  </a:lnTo>
                  <a:lnTo>
                    <a:pt x="8716450" y="4596385"/>
                  </a:lnTo>
                  <a:lnTo>
                    <a:pt x="8688529" y="4482977"/>
                  </a:lnTo>
                  <a:lnTo>
                    <a:pt x="8660582" y="4368256"/>
                  </a:lnTo>
                  <a:lnTo>
                    <a:pt x="8632616" y="4252732"/>
                  </a:lnTo>
                  <a:lnTo>
                    <a:pt x="8604644" y="4136932"/>
                  </a:lnTo>
                  <a:lnTo>
                    <a:pt x="8576678" y="4021389"/>
                  </a:lnTo>
                  <a:lnTo>
                    <a:pt x="8548730" y="3906629"/>
                  </a:lnTo>
                  <a:lnTo>
                    <a:pt x="8520808" y="3793166"/>
                  </a:lnTo>
                  <a:lnTo>
                    <a:pt x="8492919" y="3681486"/>
                  </a:lnTo>
                  <a:lnTo>
                    <a:pt x="8465064" y="3572046"/>
                  </a:lnTo>
                  <a:lnTo>
                    <a:pt x="8437237" y="3465259"/>
                  </a:lnTo>
                  <a:lnTo>
                    <a:pt x="8409426" y="3361497"/>
                  </a:lnTo>
                  <a:lnTo>
                    <a:pt x="8381610" y="3261076"/>
                  </a:lnTo>
                  <a:lnTo>
                    <a:pt x="8353757" y="3164263"/>
                  </a:lnTo>
                  <a:lnTo>
                    <a:pt x="8325827" y="3071269"/>
                  </a:lnTo>
                  <a:lnTo>
                    <a:pt x="8297765" y="2982249"/>
                  </a:lnTo>
                  <a:lnTo>
                    <a:pt x="8269504" y="2897308"/>
                  </a:lnTo>
                  <a:lnTo>
                    <a:pt x="8240963" y="2816498"/>
                  </a:lnTo>
                  <a:lnTo>
                    <a:pt x="8212044" y="2739823"/>
                  </a:lnTo>
                  <a:lnTo>
                    <a:pt x="8182630" y="2667245"/>
                  </a:lnTo>
                  <a:lnTo>
                    <a:pt x="8152582" y="2598684"/>
                  </a:lnTo>
                  <a:lnTo>
                    <a:pt x="8151487" y="2596289"/>
                  </a:lnTo>
                  <a:lnTo>
                    <a:pt x="8109018" y="2509091"/>
                  </a:lnTo>
                  <a:lnTo>
                    <a:pt x="8064590" y="2429316"/>
                  </a:lnTo>
                  <a:lnTo>
                    <a:pt x="8017666" y="2356710"/>
                  </a:lnTo>
                  <a:lnTo>
                    <a:pt x="7967656" y="2290783"/>
                  </a:lnTo>
                  <a:lnTo>
                    <a:pt x="7913945" y="2230939"/>
                  </a:lnTo>
                  <a:lnTo>
                    <a:pt x="7855932" y="2176561"/>
                  </a:lnTo>
                  <a:lnTo>
                    <a:pt x="7793058" y="2127066"/>
                  </a:lnTo>
                  <a:lnTo>
                    <a:pt x="7724866" y="2081935"/>
                  </a:lnTo>
                  <a:lnTo>
                    <a:pt x="7651064" y="2040732"/>
                  </a:lnTo>
                  <a:lnTo>
                    <a:pt x="7571612" y="2003117"/>
                  </a:lnTo>
                  <a:lnTo>
                    <a:pt x="7486823" y="1968851"/>
                  </a:lnTo>
                  <a:lnTo>
                    <a:pt x="7397482" y="1937791"/>
                  </a:lnTo>
                  <a:lnTo>
                    <a:pt x="7304938" y="1909886"/>
                  </a:lnTo>
                  <a:lnTo>
                    <a:pt x="7211168" y="1885156"/>
                  </a:lnTo>
                  <a:lnTo>
                    <a:pt x="7118751" y="1863662"/>
                  </a:lnTo>
                  <a:lnTo>
                    <a:pt x="7030718" y="1845467"/>
                  </a:lnTo>
                  <a:lnTo>
                    <a:pt x="6950275" y="1830589"/>
                  </a:lnTo>
                  <a:lnTo>
                    <a:pt x="6880396" y="1818950"/>
                  </a:lnTo>
                  <a:lnTo>
                    <a:pt x="6823369" y="1810353"/>
                  </a:lnTo>
                  <a:lnTo>
                    <a:pt x="6780400" y="1804464"/>
                  </a:lnTo>
                  <a:lnTo>
                    <a:pt x="6751358" y="1800833"/>
                  </a:lnTo>
                  <a:lnTo>
                    <a:pt x="6734723" y="1798929"/>
                  </a:lnTo>
                  <a:lnTo>
                    <a:pt x="6727691" y="1798190"/>
                  </a:lnTo>
                  <a:lnTo>
                    <a:pt x="6726346" y="1798059"/>
                  </a:lnTo>
                  <a:lnTo>
                    <a:pt x="6726343" y="1798059"/>
                  </a:lnTo>
                  <a:lnTo>
                    <a:pt x="5254955" y="1798059"/>
                  </a:lnTo>
                  <a:lnTo>
                    <a:pt x="5253756" y="1798015"/>
                  </a:lnTo>
                  <a:lnTo>
                    <a:pt x="5245883" y="1797704"/>
                  </a:lnTo>
                  <a:lnTo>
                    <a:pt x="5226068" y="1796844"/>
                  </a:lnTo>
                  <a:lnTo>
                    <a:pt x="5190719" y="1795150"/>
                  </a:lnTo>
                  <a:lnTo>
                    <a:pt x="5138191" y="1792362"/>
                  </a:lnTo>
                  <a:lnTo>
                    <a:pt x="5068903" y="1788271"/>
                  </a:lnTo>
                  <a:lnTo>
                    <a:pt x="4985148" y="1782735"/>
                  </a:lnTo>
                  <a:lnTo>
                    <a:pt x="4890562" y="1775689"/>
                  </a:lnTo>
                  <a:lnTo>
                    <a:pt x="4789407" y="1767126"/>
                  </a:lnTo>
                  <a:lnTo>
                    <a:pt x="4685864" y="1757074"/>
                  </a:lnTo>
                  <a:lnTo>
                    <a:pt x="4583516" y="1745564"/>
                  </a:lnTo>
                  <a:lnTo>
                    <a:pt x="4485070" y="1732607"/>
                  </a:lnTo>
                  <a:lnTo>
                    <a:pt x="4392303" y="1718176"/>
                  </a:lnTo>
                  <a:lnTo>
                    <a:pt x="4306165" y="1702189"/>
                  </a:lnTo>
                  <a:lnTo>
                    <a:pt x="4226942" y="1684513"/>
                  </a:lnTo>
                  <a:lnTo>
                    <a:pt x="4154442" y="1664957"/>
                  </a:lnTo>
                  <a:lnTo>
                    <a:pt x="4088156" y="1643279"/>
                  </a:lnTo>
                  <a:lnTo>
                    <a:pt x="4027380" y="1619197"/>
                  </a:lnTo>
                  <a:lnTo>
                    <a:pt x="3971317" y="1592401"/>
                  </a:lnTo>
                  <a:lnTo>
                    <a:pt x="3919139" y="1562587"/>
                  </a:lnTo>
                  <a:lnTo>
                    <a:pt x="3870047" y="1529500"/>
                  </a:lnTo>
                  <a:lnTo>
                    <a:pt x="3829811" y="1498383"/>
                  </a:lnTo>
                  <a:lnTo>
                    <a:pt x="3785546" y="1459841"/>
                  </a:lnTo>
                  <a:lnTo>
                    <a:pt x="3742532" y="1417967"/>
                  </a:lnTo>
                  <a:lnTo>
                    <a:pt x="3700369" y="1372698"/>
                  </a:lnTo>
                  <a:lnTo>
                    <a:pt x="3658746" y="1324050"/>
                  </a:lnTo>
                  <a:lnTo>
                    <a:pt x="3617430" y="1272126"/>
                  </a:lnTo>
                  <a:lnTo>
                    <a:pt x="3576251" y="1217126"/>
                  </a:lnTo>
                  <a:lnTo>
                    <a:pt x="3535095" y="1159345"/>
                  </a:lnTo>
                  <a:lnTo>
                    <a:pt x="3493895" y="1099176"/>
                  </a:lnTo>
                  <a:lnTo>
                    <a:pt x="3452624" y="1037099"/>
                  </a:lnTo>
                  <a:lnTo>
                    <a:pt x="3411285" y="973669"/>
                  </a:lnTo>
                  <a:lnTo>
                    <a:pt x="3369903" y="909494"/>
                  </a:lnTo>
                  <a:lnTo>
                    <a:pt x="3328515" y="845214"/>
                  </a:lnTo>
                  <a:lnTo>
                    <a:pt x="3287159" y="781473"/>
                  </a:lnTo>
                  <a:lnTo>
                    <a:pt x="3245864" y="718892"/>
                  </a:lnTo>
                  <a:lnTo>
                    <a:pt x="3204643" y="658046"/>
                  </a:lnTo>
                  <a:lnTo>
                    <a:pt x="3163478" y="599441"/>
                  </a:lnTo>
                  <a:lnTo>
                    <a:pt x="3122316" y="543498"/>
                  </a:lnTo>
                  <a:lnTo>
                    <a:pt x="3081060" y="490547"/>
                  </a:lnTo>
                  <a:lnTo>
                    <a:pt x="3039560" y="440818"/>
                  </a:lnTo>
                  <a:lnTo>
                    <a:pt x="2997602" y="394444"/>
                  </a:lnTo>
                  <a:lnTo>
                    <a:pt x="2954904" y="351469"/>
                  </a:lnTo>
                  <a:lnTo>
                    <a:pt x="2911097" y="311854"/>
                  </a:lnTo>
                  <a:lnTo>
                    <a:pt x="2896531" y="299676"/>
                  </a:lnTo>
                  <a:lnTo>
                    <a:pt x="2849506" y="263670"/>
                  </a:lnTo>
                  <a:lnTo>
                    <a:pt x="2800023" y="231058"/>
                  </a:lnTo>
                  <a:lnTo>
                    <a:pt x="2747345" y="201688"/>
                  </a:lnTo>
                  <a:lnTo>
                    <a:pt x="2690665" y="175296"/>
                  </a:lnTo>
                  <a:lnTo>
                    <a:pt x="2629156" y="151572"/>
                  </a:lnTo>
                  <a:lnTo>
                    <a:pt x="2562030" y="130211"/>
                  </a:lnTo>
                  <a:lnTo>
                    <a:pt x="2488604" y="110934"/>
                  </a:lnTo>
                  <a:lnTo>
                    <a:pt x="2408405" y="93508"/>
                  </a:lnTo>
                  <a:lnTo>
                    <a:pt x="2321297" y="77748"/>
                  </a:lnTo>
                  <a:lnTo>
                    <a:pt x="2227652" y="63529"/>
                  </a:lnTo>
                  <a:lnTo>
                    <a:pt x="2128524" y="50778"/>
                  </a:lnTo>
                  <a:lnTo>
                    <a:pt x="2025821" y="39473"/>
                  </a:lnTo>
                  <a:lnTo>
                    <a:pt x="1922381" y="29629"/>
                  </a:lnTo>
                  <a:lnTo>
                    <a:pt x="1821892" y="21280"/>
                  </a:lnTo>
                  <a:lnTo>
                    <a:pt x="1728587" y="14449"/>
                  </a:lnTo>
                  <a:lnTo>
                    <a:pt x="1646683" y="9123"/>
                  </a:lnTo>
                  <a:lnTo>
                    <a:pt x="1579667" y="5227"/>
                  </a:lnTo>
                  <a:lnTo>
                    <a:pt x="1529592" y="2608"/>
                  </a:lnTo>
                  <a:lnTo>
                    <a:pt x="1496589" y="1049"/>
                  </a:lnTo>
                  <a:lnTo>
                    <a:pt x="1478724" y="284"/>
                  </a:lnTo>
                  <a:lnTo>
                    <a:pt x="1472152" y="27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8" name="pg158"/>
            <p:cNvSpPr/>
            <p:nvPr/>
          </p:nvSpPr>
          <p:spPr>
            <a:xfrm>
              <a:off x="4799595" y="4178816"/>
              <a:ext cx="11981298" cy="2942279"/>
            </a:xfrm>
            <a:custGeom>
              <a:avLst/>
              <a:pathLst>
                <a:path w="11981298" h="2942279">
                  <a:moveTo>
                    <a:pt x="0" y="678358"/>
                  </a:moveTo>
                  <a:lnTo>
                    <a:pt x="1471387" y="678358"/>
                  </a:lnTo>
                  <a:lnTo>
                    <a:pt x="1472565" y="678412"/>
                  </a:lnTo>
                  <a:lnTo>
                    <a:pt x="1480300" y="678797"/>
                  </a:lnTo>
                  <a:lnTo>
                    <a:pt x="1499780" y="679861"/>
                  </a:lnTo>
                  <a:lnTo>
                    <a:pt x="1534558" y="681954"/>
                  </a:lnTo>
                  <a:lnTo>
                    <a:pt x="1586294" y="685401"/>
                  </a:lnTo>
                  <a:lnTo>
                    <a:pt x="1654629" y="690463"/>
                  </a:lnTo>
                  <a:lnTo>
                    <a:pt x="1737366" y="697316"/>
                  </a:lnTo>
                  <a:lnTo>
                    <a:pt x="1830975" y="706047"/>
                  </a:lnTo>
                  <a:lnTo>
                    <a:pt x="1931282" y="716665"/>
                  </a:lnTo>
                  <a:lnTo>
                    <a:pt x="2034162" y="729138"/>
                  </a:lnTo>
                  <a:lnTo>
                    <a:pt x="2136053" y="743425"/>
                  </a:lnTo>
                  <a:lnTo>
                    <a:pt x="2234240" y="759511"/>
                  </a:lnTo>
                  <a:lnTo>
                    <a:pt x="2326914" y="777428"/>
                  </a:lnTo>
                  <a:lnTo>
                    <a:pt x="2413088" y="797267"/>
                  </a:lnTo>
                  <a:lnTo>
                    <a:pt x="2492434" y="819192"/>
                  </a:lnTo>
                  <a:lnTo>
                    <a:pt x="2565105" y="843430"/>
                  </a:lnTo>
                  <a:lnTo>
                    <a:pt x="2631579" y="870275"/>
                  </a:lnTo>
                  <a:lnTo>
                    <a:pt x="2692532" y="900072"/>
                  </a:lnTo>
                  <a:lnTo>
                    <a:pt x="2748740" y="933201"/>
                  </a:lnTo>
                  <a:lnTo>
                    <a:pt x="2801016" y="970042"/>
                  </a:lnTo>
                  <a:lnTo>
                    <a:pt x="2850150" y="1010923"/>
                  </a:lnTo>
                  <a:lnTo>
                    <a:pt x="2896531" y="1055678"/>
                  </a:lnTo>
                  <a:lnTo>
                    <a:pt x="2937537" y="1100435"/>
                  </a:lnTo>
                  <a:lnTo>
                    <a:pt x="2977443" y="1148777"/>
                  </a:lnTo>
                  <a:lnTo>
                    <a:pt x="3016576" y="1200774"/>
                  </a:lnTo>
                  <a:lnTo>
                    <a:pt x="3055194" y="1256427"/>
                  </a:lnTo>
                  <a:lnTo>
                    <a:pt x="3093496" y="1315655"/>
                  </a:lnTo>
                  <a:lnTo>
                    <a:pt x="3131634" y="1378293"/>
                  </a:lnTo>
                  <a:lnTo>
                    <a:pt x="3169713" y="1444086"/>
                  </a:lnTo>
                  <a:lnTo>
                    <a:pt x="3207805" y="1512689"/>
                  </a:lnTo>
                  <a:lnTo>
                    <a:pt x="3245948" y="1583669"/>
                  </a:lnTo>
                  <a:lnTo>
                    <a:pt x="3284154" y="1656518"/>
                  </a:lnTo>
                  <a:lnTo>
                    <a:pt x="3322415" y="1730666"/>
                  </a:lnTo>
                  <a:lnTo>
                    <a:pt x="3360707" y="1805496"/>
                  </a:lnTo>
                  <a:lnTo>
                    <a:pt x="3399001" y="1880367"/>
                  </a:lnTo>
                  <a:lnTo>
                    <a:pt x="3437267" y="1954638"/>
                  </a:lnTo>
                  <a:lnTo>
                    <a:pt x="3475481" y="2027688"/>
                  </a:lnTo>
                  <a:lnTo>
                    <a:pt x="3513632" y="2098938"/>
                  </a:lnTo>
                  <a:lnTo>
                    <a:pt x="3551729" y="2167872"/>
                  </a:lnTo>
                  <a:lnTo>
                    <a:pt x="3589807" y="2234048"/>
                  </a:lnTo>
                  <a:lnTo>
                    <a:pt x="3627932" y="2297109"/>
                  </a:lnTo>
                  <a:lnTo>
                    <a:pt x="3666205" y="2356787"/>
                  </a:lnTo>
                  <a:lnTo>
                    <a:pt x="3704772" y="2412906"/>
                  </a:lnTo>
                  <a:lnTo>
                    <a:pt x="3743826" y="2465375"/>
                  </a:lnTo>
                  <a:lnTo>
                    <a:pt x="3783616" y="2514184"/>
                  </a:lnTo>
                  <a:lnTo>
                    <a:pt x="3824459" y="2559396"/>
                  </a:lnTo>
                  <a:lnTo>
                    <a:pt x="3829811" y="2564959"/>
                  </a:lnTo>
                  <a:lnTo>
                    <a:pt x="3876543" y="2610030"/>
                  </a:lnTo>
                  <a:lnTo>
                    <a:pt x="3925698" y="2650880"/>
                  </a:lnTo>
                  <a:lnTo>
                    <a:pt x="3977999" y="2687693"/>
                  </a:lnTo>
                  <a:lnTo>
                    <a:pt x="4034240" y="2720795"/>
                  </a:lnTo>
                  <a:lnTo>
                    <a:pt x="4095230" y="2750569"/>
                  </a:lnTo>
                  <a:lnTo>
                    <a:pt x="4161747" y="2777394"/>
                  </a:lnTo>
                  <a:lnTo>
                    <a:pt x="4234466" y="2801615"/>
                  </a:lnTo>
                  <a:lnTo>
                    <a:pt x="4313862" y="2823523"/>
                  </a:lnTo>
                  <a:lnTo>
                    <a:pt x="4400085" y="2843348"/>
                  </a:lnTo>
                  <a:lnTo>
                    <a:pt x="4492805" y="2861250"/>
                  </a:lnTo>
                  <a:lnTo>
                    <a:pt x="4591026" y="2877323"/>
                  </a:lnTo>
                  <a:lnTo>
                    <a:pt x="4692936" y="2891598"/>
                  </a:lnTo>
                  <a:lnTo>
                    <a:pt x="4795811" y="2904058"/>
                  </a:lnTo>
                  <a:lnTo>
                    <a:pt x="4896084" y="2914662"/>
                  </a:lnTo>
                  <a:lnTo>
                    <a:pt x="4989628" y="2923378"/>
                  </a:lnTo>
                  <a:lnTo>
                    <a:pt x="5072271" y="2930218"/>
                  </a:lnTo>
                  <a:lnTo>
                    <a:pt x="5140490" y="2935267"/>
                  </a:lnTo>
                  <a:lnTo>
                    <a:pt x="5192101" y="2938703"/>
                  </a:lnTo>
                  <a:lnTo>
                    <a:pt x="5226757" y="2940788"/>
                  </a:lnTo>
                  <a:lnTo>
                    <a:pt x="5246136" y="2941845"/>
                  </a:lnTo>
                  <a:lnTo>
                    <a:pt x="5253803" y="2942226"/>
                  </a:lnTo>
                  <a:lnTo>
                    <a:pt x="5254955" y="2942279"/>
                  </a:lnTo>
                  <a:lnTo>
                    <a:pt x="6726343" y="2942279"/>
                  </a:lnTo>
                  <a:lnTo>
                    <a:pt x="6727484" y="2942211"/>
                  </a:lnTo>
                  <a:lnTo>
                    <a:pt x="6734983" y="2941730"/>
                  </a:lnTo>
                  <a:lnTo>
                    <a:pt x="6753888" y="2940400"/>
                  </a:lnTo>
                  <a:lnTo>
                    <a:pt x="6787685" y="2937780"/>
                  </a:lnTo>
                  <a:lnTo>
                    <a:pt x="6838053" y="2933465"/>
                  </a:lnTo>
                  <a:lnTo>
                    <a:pt x="6904739" y="2927122"/>
                  </a:lnTo>
                  <a:lnTo>
                    <a:pt x="6985707" y="2918523"/>
                  </a:lnTo>
                  <a:lnTo>
                    <a:pt x="7077605" y="2907554"/>
                  </a:lnTo>
                  <a:lnTo>
                    <a:pt x="7176416" y="2894196"/>
                  </a:lnTo>
                  <a:lnTo>
                    <a:pt x="7278115" y="2878486"/>
                  </a:lnTo>
                  <a:lnTo>
                    <a:pt x="7379180" y="2860476"/>
                  </a:lnTo>
                  <a:lnTo>
                    <a:pt x="7476883" y="2840192"/>
                  </a:lnTo>
                  <a:lnTo>
                    <a:pt x="7569370" y="2817602"/>
                  </a:lnTo>
                  <a:lnTo>
                    <a:pt x="7655584" y="2792600"/>
                  </a:lnTo>
                  <a:lnTo>
                    <a:pt x="7735129" y="2764998"/>
                  </a:lnTo>
                  <a:lnTo>
                    <a:pt x="7808091" y="2734520"/>
                  </a:lnTo>
                  <a:lnTo>
                    <a:pt x="7874891" y="2700814"/>
                  </a:lnTo>
                  <a:lnTo>
                    <a:pt x="7936156" y="2663458"/>
                  </a:lnTo>
                  <a:lnTo>
                    <a:pt x="7992628" y="2621981"/>
                  </a:lnTo>
                  <a:lnTo>
                    <a:pt x="8045089" y="2575904"/>
                  </a:lnTo>
                  <a:lnTo>
                    <a:pt x="8094314" y="2524794"/>
                  </a:lnTo>
                  <a:lnTo>
                    <a:pt x="8141023" y="2468371"/>
                  </a:lnTo>
                  <a:lnTo>
                    <a:pt x="8151487" y="2454623"/>
                  </a:lnTo>
                  <a:lnTo>
                    <a:pt x="8188686" y="2402418"/>
                  </a:lnTo>
                  <a:lnTo>
                    <a:pt x="8224955" y="2346420"/>
                  </a:lnTo>
                  <a:lnTo>
                    <a:pt x="8260545" y="2286553"/>
                  </a:lnTo>
                  <a:lnTo>
                    <a:pt x="8295658" y="2222800"/>
                  </a:lnTo>
                  <a:lnTo>
                    <a:pt x="8330457" y="2155211"/>
                  </a:lnTo>
                  <a:lnTo>
                    <a:pt x="8365067" y="2083909"/>
                  </a:lnTo>
                  <a:lnTo>
                    <a:pt x="8399584" y="2009094"/>
                  </a:lnTo>
                  <a:lnTo>
                    <a:pt x="8434078" y="1931048"/>
                  </a:lnTo>
                  <a:lnTo>
                    <a:pt x="8468592" y="1850125"/>
                  </a:lnTo>
                  <a:lnTo>
                    <a:pt x="8503151" y="1766757"/>
                  </a:lnTo>
                  <a:lnTo>
                    <a:pt x="8537762" y="1681439"/>
                  </a:lnTo>
                  <a:lnTo>
                    <a:pt x="8572418" y="1594720"/>
                  </a:lnTo>
                  <a:lnTo>
                    <a:pt x="8607104" y="1507192"/>
                  </a:lnTo>
                  <a:lnTo>
                    <a:pt x="8641797" y="1419467"/>
                  </a:lnTo>
                  <a:lnTo>
                    <a:pt x="8676474" y="1332164"/>
                  </a:lnTo>
                  <a:lnTo>
                    <a:pt x="8711115" y="1245889"/>
                  </a:lnTo>
                  <a:lnTo>
                    <a:pt x="8745707" y="1161221"/>
                  </a:lnTo>
                  <a:lnTo>
                    <a:pt x="8780248" y="1078690"/>
                  </a:lnTo>
                  <a:lnTo>
                    <a:pt x="8814751" y="998770"/>
                  </a:lnTo>
                  <a:lnTo>
                    <a:pt x="8849247" y="921864"/>
                  </a:lnTo>
                  <a:lnTo>
                    <a:pt x="8883789" y="848302"/>
                  </a:lnTo>
                  <a:lnTo>
                    <a:pt x="8918455" y="778335"/>
                  </a:lnTo>
                  <a:lnTo>
                    <a:pt x="8953352" y="712133"/>
                  </a:lnTo>
                  <a:lnTo>
                    <a:pt x="8988618" y="649795"/>
                  </a:lnTo>
                  <a:lnTo>
                    <a:pt x="9024430" y="591344"/>
                  </a:lnTo>
                  <a:lnTo>
                    <a:pt x="9061006" y="536740"/>
                  </a:lnTo>
                  <a:lnTo>
                    <a:pt x="9084767" y="504001"/>
                  </a:lnTo>
                  <a:lnTo>
                    <a:pt x="9130987" y="446344"/>
                  </a:lnTo>
                  <a:lnTo>
                    <a:pt x="9179572" y="394028"/>
                  </a:lnTo>
                  <a:lnTo>
                    <a:pt x="9231221" y="346826"/>
                  </a:lnTo>
                  <a:lnTo>
                    <a:pt x="9286700" y="304332"/>
                  </a:lnTo>
                  <a:lnTo>
                    <a:pt x="9346793" y="266070"/>
                  </a:lnTo>
                  <a:lnTo>
                    <a:pt x="9412258" y="231563"/>
                  </a:lnTo>
                  <a:lnTo>
                    <a:pt x="9483755" y="200377"/>
                  </a:lnTo>
                  <a:lnTo>
                    <a:pt x="9561762" y="172140"/>
                  </a:lnTo>
                  <a:lnTo>
                    <a:pt x="9646456" y="146559"/>
                  </a:lnTo>
                  <a:lnTo>
                    <a:pt x="9737566" y="123426"/>
                  </a:lnTo>
                  <a:lnTo>
                    <a:pt x="9834202" y="102616"/>
                  </a:lnTo>
                  <a:lnTo>
                    <a:pt x="9934703" y="84082"/>
                  </a:lnTo>
                  <a:lnTo>
                    <a:pt x="10036542" y="67838"/>
                  </a:lnTo>
                  <a:lnTo>
                    <a:pt x="10136362" y="53934"/>
                  </a:lnTo>
                  <a:lnTo>
                    <a:pt x="10230218" y="42414"/>
                  </a:lnTo>
                  <a:lnTo>
                    <a:pt x="10314035" y="33276"/>
                  </a:lnTo>
                  <a:lnTo>
                    <a:pt x="10384246" y="26430"/>
                  </a:lnTo>
                  <a:lnTo>
                    <a:pt x="10438463" y="21674"/>
                  </a:lnTo>
                  <a:lnTo>
                    <a:pt x="10475996" y="18698"/>
                  </a:lnTo>
                  <a:lnTo>
                    <a:pt x="10498082" y="17109"/>
                  </a:lnTo>
                  <a:lnTo>
                    <a:pt x="10507813" y="16472"/>
                  </a:lnTo>
                  <a:lnTo>
                    <a:pt x="10509911" y="16345"/>
                  </a:lnTo>
                  <a:lnTo>
                    <a:pt x="11981298" y="16345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8770" y="67"/>
                  </a:lnTo>
                  <a:lnTo>
                    <a:pt x="10501270" y="548"/>
                  </a:lnTo>
                  <a:lnTo>
                    <a:pt x="10482365" y="1879"/>
                  </a:lnTo>
                  <a:lnTo>
                    <a:pt x="10448568" y="4498"/>
                  </a:lnTo>
                  <a:lnTo>
                    <a:pt x="10398200" y="8813"/>
                  </a:lnTo>
                  <a:lnTo>
                    <a:pt x="10331514" y="15157"/>
                  </a:lnTo>
                  <a:lnTo>
                    <a:pt x="10250546" y="23755"/>
                  </a:lnTo>
                  <a:lnTo>
                    <a:pt x="10158648" y="34724"/>
                  </a:lnTo>
                  <a:lnTo>
                    <a:pt x="10059837" y="48082"/>
                  </a:lnTo>
                  <a:lnTo>
                    <a:pt x="9958139" y="63792"/>
                  </a:lnTo>
                  <a:lnTo>
                    <a:pt x="9857074" y="81802"/>
                  </a:lnTo>
                  <a:lnTo>
                    <a:pt x="9759370" y="102087"/>
                  </a:lnTo>
                  <a:lnTo>
                    <a:pt x="9666884" y="124677"/>
                  </a:lnTo>
                  <a:lnTo>
                    <a:pt x="9580669" y="149678"/>
                  </a:lnTo>
                  <a:lnTo>
                    <a:pt x="9501124" y="177281"/>
                  </a:lnTo>
                  <a:lnTo>
                    <a:pt x="9428162" y="207758"/>
                  </a:lnTo>
                  <a:lnTo>
                    <a:pt x="9361362" y="241464"/>
                  </a:lnTo>
                  <a:lnTo>
                    <a:pt x="9300097" y="278820"/>
                  </a:lnTo>
                  <a:lnTo>
                    <a:pt x="9243625" y="320297"/>
                  </a:lnTo>
                  <a:lnTo>
                    <a:pt x="9191164" y="366375"/>
                  </a:lnTo>
                  <a:lnTo>
                    <a:pt x="9141939" y="417485"/>
                  </a:lnTo>
                  <a:lnTo>
                    <a:pt x="9095231" y="473907"/>
                  </a:lnTo>
                  <a:lnTo>
                    <a:pt x="9084767" y="487655"/>
                  </a:lnTo>
                  <a:lnTo>
                    <a:pt x="9047567" y="539860"/>
                  </a:lnTo>
                  <a:lnTo>
                    <a:pt x="9011298" y="595858"/>
                  </a:lnTo>
                  <a:lnTo>
                    <a:pt x="8975708" y="655725"/>
                  </a:lnTo>
                  <a:lnTo>
                    <a:pt x="8940595" y="719478"/>
                  </a:lnTo>
                  <a:lnTo>
                    <a:pt x="8905796" y="787068"/>
                  </a:lnTo>
                  <a:lnTo>
                    <a:pt x="8871186" y="858370"/>
                  </a:lnTo>
                  <a:lnTo>
                    <a:pt x="8836669" y="933184"/>
                  </a:lnTo>
                  <a:lnTo>
                    <a:pt x="8802175" y="1011231"/>
                  </a:lnTo>
                  <a:lnTo>
                    <a:pt x="8767661" y="1092154"/>
                  </a:lnTo>
                  <a:lnTo>
                    <a:pt x="8733102" y="1175522"/>
                  </a:lnTo>
                  <a:lnTo>
                    <a:pt x="8698491" y="1260840"/>
                  </a:lnTo>
                  <a:lnTo>
                    <a:pt x="8663835" y="1347558"/>
                  </a:lnTo>
                  <a:lnTo>
                    <a:pt x="8629149" y="1435086"/>
                  </a:lnTo>
                  <a:lnTo>
                    <a:pt x="8594457" y="1522812"/>
                  </a:lnTo>
                  <a:lnTo>
                    <a:pt x="8559779" y="1610115"/>
                  </a:lnTo>
                  <a:lnTo>
                    <a:pt x="8525138" y="1696389"/>
                  </a:lnTo>
                  <a:lnTo>
                    <a:pt x="8490546" y="1781057"/>
                  </a:lnTo>
                  <a:lnTo>
                    <a:pt x="8456005" y="1863588"/>
                  </a:lnTo>
                  <a:lnTo>
                    <a:pt x="8421502" y="1943509"/>
                  </a:lnTo>
                  <a:lnTo>
                    <a:pt x="8387006" y="2020414"/>
                  </a:lnTo>
                  <a:lnTo>
                    <a:pt x="8352464" y="2093976"/>
                  </a:lnTo>
                  <a:lnTo>
                    <a:pt x="8317798" y="2163944"/>
                  </a:lnTo>
                  <a:lnTo>
                    <a:pt x="8282901" y="2230145"/>
                  </a:lnTo>
                  <a:lnTo>
                    <a:pt x="8247635" y="2292484"/>
                  </a:lnTo>
                  <a:lnTo>
                    <a:pt x="8211823" y="2350935"/>
                  </a:lnTo>
                  <a:lnTo>
                    <a:pt x="8175247" y="2405538"/>
                  </a:lnTo>
                  <a:lnTo>
                    <a:pt x="8151487" y="2438277"/>
                  </a:lnTo>
                  <a:lnTo>
                    <a:pt x="8105266" y="2495935"/>
                  </a:lnTo>
                  <a:lnTo>
                    <a:pt x="8056681" y="2548251"/>
                  </a:lnTo>
                  <a:lnTo>
                    <a:pt x="8005032" y="2595452"/>
                  </a:lnTo>
                  <a:lnTo>
                    <a:pt x="7949553" y="2637946"/>
                  </a:lnTo>
                  <a:lnTo>
                    <a:pt x="7889460" y="2676208"/>
                  </a:lnTo>
                  <a:lnTo>
                    <a:pt x="7823995" y="2710715"/>
                  </a:lnTo>
                  <a:lnTo>
                    <a:pt x="7752498" y="2741902"/>
                  </a:lnTo>
                  <a:lnTo>
                    <a:pt x="7674491" y="2770139"/>
                  </a:lnTo>
                  <a:lnTo>
                    <a:pt x="7589797" y="2795719"/>
                  </a:lnTo>
                  <a:lnTo>
                    <a:pt x="7498687" y="2818852"/>
                  </a:lnTo>
                  <a:lnTo>
                    <a:pt x="7402052" y="2839662"/>
                  </a:lnTo>
                  <a:lnTo>
                    <a:pt x="7301550" y="2858196"/>
                  </a:lnTo>
                  <a:lnTo>
                    <a:pt x="7199712" y="2874440"/>
                  </a:lnTo>
                  <a:lnTo>
                    <a:pt x="7099891" y="2888344"/>
                  </a:lnTo>
                  <a:lnTo>
                    <a:pt x="7006035" y="2899864"/>
                  </a:lnTo>
                  <a:lnTo>
                    <a:pt x="6922218" y="2909002"/>
                  </a:lnTo>
                  <a:lnTo>
                    <a:pt x="6852007" y="2915849"/>
                  </a:lnTo>
                  <a:lnTo>
                    <a:pt x="6797790" y="2920605"/>
                  </a:lnTo>
                  <a:lnTo>
                    <a:pt x="6760257" y="2923580"/>
                  </a:lnTo>
                  <a:lnTo>
                    <a:pt x="6738171" y="2925169"/>
                  </a:lnTo>
                  <a:lnTo>
                    <a:pt x="6728440" y="2925807"/>
                  </a:lnTo>
                  <a:lnTo>
                    <a:pt x="6726343" y="2925933"/>
                  </a:lnTo>
                  <a:lnTo>
                    <a:pt x="5254955" y="2925933"/>
                  </a:lnTo>
                  <a:lnTo>
                    <a:pt x="5253777" y="2925879"/>
                  </a:lnTo>
                  <a:lnTo>
                    <a:pt x="5246042" y="2925494"/>
                  </a:lnTo>
                  <a:lnTo>
                    <a:pt x="5226562" y="2924431"/>
                  </a:lnTo>
                  <a:lnTo>
                    <a:pt x="5191784" y="2922337"/>
                  </a:lnTo>
                  <a:lnTo>
                    <a:pt x="5140048" y="2918890"/>
                  </a:lnTo>
                  <a:lnTo>
                    <a:pt x="5071713" y="2913828"/>
                  </a:lnTo>
                  <a:lnTo>
                    <a:pt x="4988976" y="2906975"/>
                  </a:lnTo>
                  <a:lnTo>
                    <a:pt x="4895367" y="2898245"/>
                  </a:lnTo>
                  <a:lnTo>
                    <a:pt x="4795060" y="2887627"/>
                  </a:lnTo>
                  <a:lnTo>
                    <a:pt x="4692180" y="2875154"/>
                  </a:lnTo>
                  <a:lnTo>
                    <a:pt x="4590289" y="2860866"/>
                  </a:lnTo>
                  <a:lnTo>
                    <a:pt x="4492102" y="2844780"/>
                  </a:lnTo>
                  <a:lnTo>
                    <a:pt x="4399428" y="2826864"/>
                  </a:lnTo>
                  <a:lnTo>
                    <a:pt x="4313254" y="2807024"/>
                  </a:lnTo>
                  <a:lnTo>
                    <a:pt x="4233908" y="2785100"/>
                  </a:lnTo>
                  <a:lnTo>
                    <a:pt x="4161237" y="2760861"/>
                  </a:lnTo>
                  <a:lnTo>
                    <a:pt x="4094763" y="2734016"/>
                  </a:lnTo>
                  <a:lnTo>
                    <a:pt x="4033810" y="2704219"/>
                  </a:lnTo>
                  <a:lnTo>
                    <a:pt x="3977602" y="2671090"/>
                  </a:lnTo>
                  <a:lnTo>
                    <a:pt x="3925326" y="2634249"/>
                  </a:lnTo>
                  <a:lnTo>
                    <a:pt x="3876192" y="2593368"/>
                  </a:lnTo>
                  <a:lnTo>
                    <a:pt x="3829811" y="2548613"/>
                  </a:lnTo>
                  <a:lnTo>
                    <a:pt x="3788805" y="2503856"/>
                  </a:lnTo>
                  <a:lnTo>
                    <a:pt x="3748899" y="2455514"/>
                  </a:lnTo>
                  <a:lnTo>
                    <a:pt x="3709766" y="2403517"/>
                  </a:lnTo>
                  <a:lnTo>
                    <a:pt x="3671148" y="2347865"/>
                  </a:lnTo>
                  <a:lnTo>
                    <a:pt x="3632846" y="2288636"/>
                  </a:lnTo>
                  <a:lnTo>
                    <a:pt x="3594709" y="2225998"/>
                  </a:lnTo>
                  <a:lnTo>
                    <a:pt x="3556629" y="2160205"/>
                  </a:lnTo>
                  <a:lnTo>
                    <a:pt x="3518537" y="2091603"/>
                  </a:lnTo>
                  <a:lnTo>
                    <a:pt x="3480394" y="2020623"/>
                  </a:lnTo>
                  <a:lnTo>
                    <a:pt x="3442188" y="1947773"/>
                  </a:lnTo>
                  <a:lnTo>
                    <a:pt x="3403928" y="1873625"/>
                  </a:lnTo>
                  <a:lnTo>
                    <a:pt x="3365635" y="1798796"/>
                  </a:lnTo>
                  <a:lnTo>
                    <a:pt x="3327341" y="1723924"/>
                  </a:lnTo>
                  <a:lnTo>
                    <a:pt x="3289075" y="1649653"/>
                  </a:lnTo>
                  <a:lnTo>
                    <a:pt x="3250861" y="1576604"/>
                  </a:lnTo>
                  <a:lnTo>
                    <a:pt x="3212710" y="1505353"/>
                  </a:lnTo>
                  <a:lnTo>
                    <a:pt x="3174613" y="1436419"/>
                  </a:lnTo>
                  <a:lnTo>
                    <a:pt x="3136535" y="1370243"/>
                  </a:lnTo>
                  <a:lnTo>
                    <a:pt x="3098410" y="1307183"/>
                  </a:lnTo>
                  <a:lnTo>
                    <a:pt x="3060137" y="1247504"/>
                  </a:lnTo>
                  <a:lnTo>
                    <a:pt x="3021570" y="1191385"/>
                  </a:lnTo>
                  <a:lnTo>
                    <a:pt x="2982516" y="1138916"/>
                  </a:lnTo>
                  <a:lnTo>
                    <a:pt x="2942726" y="1090107"/>
                  </a:lnTo>
                  <a:lnTo>
                    <a:pt x="2901883" y="1044895"/>
                  </a:lnTo>
                  <a:lnTo>
                    <a:pt x="2896531" y="1039332"/>
                  </a:lnTo>
                  <a:lnTo>
                    <a:pt x="2849799" y="994261"/>
                  </a:lnTo>
                  <a:lnTo>
                    <a:pt x="2800644" y="953411"/>
                  </a:lnTo>
                  <a:lnTo>
                    <a:pt x="2748343" y="916599"/>
                  </a:lnTo>
                  <a:lnTo>
                    <a:pt x="2692103" y="883496"/>
                  </a:lnTo>
                  <a:lnTo>
                    <a:pt x="2631112" y="853722"/>
                  </a:lnTo>
                  <a:lnTo>
                    <a:pt x="2564595" y="826897"/>
                  </a:lnTo>
                  <a:lnTo>
                    <a:pt x="2491876" y="802677"/>
                  </a:lnTo>
                  <a:lnTo>
                    <a:pt x="2412481" y="780768"/>
                  </a:lnTo>
                  <a:lnTo>
                    <a:pt x="2326257" y="760943"/>
                  </a:lnTo>
                  <a:lnTo>
                    <a:pt x="2233537" y="743041"/>
                  </a:lnTo>
                  <a:lnTo>
                    <a:pt x="2135316" y="726968"/>
                  </a:lnTo>
                  <a:lnTo>
                    <a:pt x="2033406" y="712693"/>
                  </a:lnTo>
                  <a:lnTo>
                    <a:pt x="1930531" y="700234"/>
                  </a:lnTo>
                  <a:lnTo>
                    <a:pt x="1830258" y="689630"/>
                  </a:lnTo>
                  <a:lnTo>
                    <a:pt x="1736714" y="680913"/>
                  </a:lnTo>
                  <a:lnTo>
                    <a:pt x="1654071" y="674073"/>
                  </a:lnTo>
                  <a:lnTo>
                    <a:pt x="1585852" y="669024"/>
                  </a:lnTo>
                  <a:lnTo>
                    <a:pt x="1534242" y="665588"/>
                  </a:lnTo>
                  <a:lnTo>
                    <a:pt x="1499585" y="663504"/>
                  </a:lnTo>
                  <a:lnTo>
                    <a:pt x="1480206" y="662446"/>
                  </a:lnTo>
                  <a:lnTo>
                    <a:pt x="1472539" y="662065"/>
                  </a:lnTo>
                  <a:lnTo>
                    <a:pt x="1471387" y="662012"/>
                  </a:lnTo>
                  <a:lnTo>
                    <a:pt x="0" y="662012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59" name="pl159"/>
            <p:cNvSpPr/>
            <p:nvPr/>
          </p:nvSpPr>
          <p:spPr>
            <a:xfrm>
              <a:off x="4799595" y="4195162"/>
              <a:ext cx="11981298" cy="2925933"/>
            </a:xfrm>
            <a:custGeom>
              <a:avLst/>
              <a:pathLst>
                <a:path w="11981298" h="2925933">
                  <a:moveTo>
                    <a:pt x="0" y="662012"/>
                  </a:moveTo>
                  <a:lnTo>
                    <a:pt x="1471387" y="662012"/>
                  </a:lnTo>
                  <a:lnTo>
                    <a:pt x="1472565" y="662066"/>
                  </a:lnTo>
                  <a:lnTo>
                    <a:pt x="1480300" y="662451"/>
                  </a:lnTo>
                  <a:lnTo>
                    <a:pt x="1499780" y="663515"/>
                  </a:lnTo>
                  <a:lnTo>
                    <a:pt x="1534558" y="665608"/>
                  </a:lnTo>
                  <a:lnTo>
                    <a:pt x="1586294" y="669055"/>
                  </a:lnTo>
                  <a:lnTo>
                    <a:pt x="1654629" y="674117"/>
                  </a:lnTo>
                  <a:lnTo>
                    <a:pt x="1737366" y="680970"/>
                  </a:lnTo>
                  <a:lnTo>
                    <a:pt x="1830975" y="689701"/>
                  </a:lnTo>
                  <a:lnTo>
                    <a:pt x="1931282" y="700319"/>
                  </a:lnTo>
                  <a:lnTo>
                    <a:pt x="2034162" y="712792"/>
                  </a:lnTo>
                  <a:lnTo>
                    <a:pt x="2136053" y="727079"/>
                  </a:lnTo>
                  <a:lnTo>
                    <a:pt x="2234240" y="743165"/>
                  </a:lnTo>
                  <a:lnTo>
                    <a:pt x="2326914" y="761082"/>
                  </a:lnTo>
                  <a:lnTo>
                    <a:pt x="2413088" y="780921"/>
                  </a:lnTo>
                  <a:lnTo>
                    <a:pt x="2492434" y="802846"/>
                  </a:lnTo>
                  <a:lnTo>
                    <a:pt x="2565105" y="827084"/>
                  </a:lnTo>
                  <a:lnTo>
                    <a:pt x="2631579" y="853929"/>
                  </a:lnTo>
                  <a:lnTo>
                    <a:pt x="2692532" y="883726"/>
                  </a:lnTo>
                  <a:lnTo>
                    <a:pt x="2748740" y="916855"/>
                  </a:lnTo>
                  <a:lnTo>
                    <a:pt x="2801016" y="953696"/>
                  </a:lnTo>
                  <a:lnTo>
                    <a:pt x="2850150" y="994577"/>
                  </a:lnTo>
                  <a:lnTo>
                    <a:pt x="2896531" y="1039332"/>
                  </a:lnTo>
                  <a:lnTo>
                    <a:pt x="2937537" y="1084089"/>
                  </a:lnTo>
                  <a:lnTo>
                    <a:pt x="2977443" y="1132431"/>
                  </a:lnTo>
                  <a:lnTo>
                    <a:pt x="3016576" y="1184428"/>
                  </a:lnTo>
                  <a:lnTo>
                    <a:pt x="3055194" y="1240081"/>
                  </a:lnTo>
                  <a:lnTo>
                    <a:pt x="3093496" y="1299309"/>
                  </a:lnTo>
                  <a:lnTo>
                    <a:pt x="3131634" y="1361947"/>
                  </a:lnTo>
                  <a:lnTo>
                    <a:pt x="3169713" y="1427740"/>
                  </a:lnTo>
                  <a:lnTo>
                    <a:pt x="3207805" y="1496343"/>
                  </a:lnTo>
                  <a:lnTo>
                    <a:pt x="3245948" y="1567323"/>
                  </a:lnTo>
                  <a:lnTo>
                    <a:pt x="3284154" y="1640172"/>
                  </a:lnTo>
                  <a:lnTo>
                    <a:pt x="3322415" y="1714320"/>
                  </a:lnTo>
                  <a:lnTo>
                    <a:pt x="3360707" y="1789150"/>
                  </a:lnTo>
                  <a:lnTo>
                    <a:pt x="3399001" y="1864021"/>
                  </a:lnTo>
                  <a:lnTo>
                    <a:pt x="3437267" y="1938292"/>
                  </a:lnTo>
                  <a:lnTo>
                    <a:pt x="3475481" y="2011342"/>
                  </a:lnTo>
                  <a:lnTo>
                    <a:pt x="3513632" y="2082592"/>
                  </a:lnTo>
                  <a:lnTo>
                    <a:pt x="3551729" y="2151526"/>
                  </a:lnTo>
                  <a:lnTo>
                    <a:pt x="3589807" y="2217702"/>
                  </a:lnTo>
                  <a:lnTo>
                    <a:pt x="3627932" y="2280763"/>
                  </a:lnTo>
                  <a:lnTo>
                    <a:pt x="3666205" y="2340441"/>
                  </a:lnTo>
                  <a:lnTo>
                    <a:pt x="3704772" y="2396560"/>
                  </a:lnTo>
                  <a:lnTo>
                    <a:pt x="3743826" y="2449029"/>
                  </a:lnTo>
                  <a:lnTo>
                    <a:pt x="3783616" y="2497838"/>
                  </a:lnTo>
                  <a:lnTo>
                    <a:pt x="3824459" y="2543050"/>
                  </a:lnTo>
                  <a:lnTo>
                    <a:pt x="3829811" y="2548613"/>
                  </a:lnTo>
                  <a:lnTo>
                    <a:pt x="3876543" y="2593684"/>
                  </a:lnTo>
                  <a:lnTo>
                    <a:pt x="3925698" y="2634534"/>
                  </a:lnTo>
                  <a:lnTo>
                    <a:pt x="3977999" y="2671347"/>
                  </a:lnTo>
                  <a:lnTo>
                    <a:pt x="4034240" y="2704449"/>
                  </a:lnTo>
                  <a:lnTo>
                    <a:pt x="4095230" y="2734223"/>
                  </a:lnTo>
                  <a:lnTo>
                    <a:pt x="4161747" y="2761048"/>
                  </a:lnTo>
                  <a:lnTo>
                    <a:pt x="4234466" y="2785269"/>
                  </a:lnTo>
                  <a:lnTo>
                    <a:pt x="4313862" y="2807177"/>
                  </a:lnTo>
                  <a:lnTo>
                    <a:pt x="4400085" y="2827002"/>
                  </a:lnTo>
                  <a:lnTo>
                    <a:pt x="4492805" y="2844904"/>
                  </a:lnTo>
                  <a:lnTo>
                    <a:pt x="4591026" y="2860977"/>
                  </a:lnTo>
                  <a:lnTo>
                    <a:pt x="4692936" y="2875252"/>
                  </a:lnTo>
                  <a:lnTo>
                    <a:pt x="4795811" y="2887712"/>
                  </a:lnTo>
                  <a:lnTo>
                    <a:pt x="4896084" y="2898316"/>
                  </a:lnTo>
                  <a:lnTo>
                    <a:pt x="4989628" y="2907032"/>
                  </a:lnTo>
                  <a:lnTo>
                    <a:pt x="5072271" y="2913872"/>
                  </a:lnTo>
                  <a:lnTo>
                    <a:pt x="5140490" y="2918921"/>
                  </a:lnTo>
                  <a:lnTo>
                    <a:pt x="5192101" y="2922357"/>
                  </a:lnTo>
                  <a:lnTo>
                    <a:pt x="5226757" y="2924442"/>
                  </a:lnTo>
                  <a:lnTo>
                    <a:pt x="5246136" y="2925499"/>
                  </a:lnTo>
                  <a:lnTo>
                    <a:pt x="5253803" y="2925880"/>
                  </a:lnTo>
                  <a:lnTo>
                    <a:pt x="5254955" y="2925933"/>
                  </a:lnTo>
                  <a:lnTo>
                    <a:pt x="6726343" y="2925933"/>
                  </a:lnTo>
                  <a:lnTo>
                    <a:pt x="6727484" y="2925865"/>
                  </a:lnTo>
                  <a:lnTo>
                    <a:pt x="6734983" y="2925384"/>
                  </a:lnTo>
                  <a:lnTo>
                    <a:pt x="6753888" y="2924054"/>
                  </a:lnTo>
                  <a:lnTo>
                    <a:pt x="6787685" y="2921434"/>
                  </a:lnTo>
                  <a:lnTo>
                    <a:pt x="6838053" y="2917119"/>
                  </a:lnTo>
                  <a:lnTo>
                    <a:pt x="6904739" y="2910776"/>
                  </a:lnTo>
                  <a:lnTo>
                    <a:pt x="6985707" y="2902177"/>
                  </a:lnTo>
                  <a:lnTo>
                    <a:pt x="7077605" y="2891208"/>
                  </a:lnTo>
                  <a:lnTo>
                    <a:pt x="7176416" y="2877850"/>
                  </a:lnTo>
                  <a:lnTo>
                    <a:pt x="7278115" y="2862140"/>
                  </a:lnTo>
                  <a:lnTo>
                    <a:pt x="7379180" y="2844130"/>
                  </a:lnTo>
                  <a:lnTo>
                    <a:pt x="7476883" y="2823846"/>
                  </a:lnTo>
                  <a:lnTo>
                    <a:pt x="7569370" y="2801256"/>
                  </a:lnTo>
                  <a:lnTo>
                    <a:pt x="7655584" y="2776254"/>
                  </a:lnTo>
                  <a:lnTo>
                    <a:pt x="7735129" y="2748652"/>
                  </a:lnTo>
                  <a:lnTo>
                    <a:pt x="7808091" y="2718174"/>
                  </a:lnTo>
                  <a:lnTo>
                    <a:pt x="7874891" y="2684468"/>
                  </a:lnTo>
                  <a:lnTo>
                    <a:pt x="7936156" y="2647112"/>
                  </a:lnTo>
                  <a:lnTo>
                    <a:pt x="7992628" y="2605635"/>
                  </a:lnTo>
                  <a:lnTo>
                    <a:pt x="8045089" y="2559558"/>
                  </a:lnTo>
                  <a:lnTo>
                    <a:pt x="8094314" y="2508448"/>
                  </a:lnTo>
                  <a:lnTo>
                    <a:pt x="8141023" y="2452025"/>
                  </a:lnTo>
                  <a:lnTo>
                    <a:pt x="8151487" y="2438277"/>
                  </a:lnTo>
                  <a:lnTo>
                    <a:pt x="8188686" y="2386072"/>
                  </a:lnTo>
                  <a:lnTo>
                    <a:pt x="8224955" y="2330074"/>
                  </a:lnTo>
                  <a:lnTo>
                    <a:pt x="8260545" y="2270207"/>
                  </a:lnTo>
                  <a:lnTo>
                    <a:pt x="8295658" y="2206454"/>
                  </a:lnTo>
                  <a:lnTo>
                    <a:pt x="8330457" y="2138865"/>
                  </a:lnTo>
                  <a:lnTo>
                    <a:pt x="8365067" y="2067563"/>
                  </a:lnTo>
                  <a:lnTo>
                    <a:pt x="8399584" y="1992748"/>
                  </a:lnTo>
                  <a:lnTo>
                    <a:pt x="8434078" y="1914702"/>
                  </a:lnTo>
                  <a:lnTo>
                    <a:pt x="8468592" y="1833779"/>
                  </a:lnTo>
                  <a:lnTo>
                    <a:pt x="8503151" y="1750411"/>
                  </a:lnTo>
                  <a:lnTo>
                    <a:pt x="8537762" y="1665093"/>
                  </a:lnTo>
                  <a:lnTo>
                    <a:pt x="8572418" y="1578374"/>
                  </a:lnTo>
                  <a:lnTo>
                    <a:pt x="8607104" y="1490846"/>
                  </a:lnTo>
                  <a:lnTo>
                    <a:pt x="8641797" y="1403121"/>
                  </a:lnTo>
                  <a:lnTo>
                    <a:pt x="8676474" y="1315818"/>
                  </a:lnTo>
                  <a:lnTo>
                    <a:pt x="8711115" y="1229543"/>
                  </a:lnTo>
                  <a:lnTo>
                    <a:pt x="8745707" y="1144875"/>
                  </a:lnTo>
                  <a:lnTo>
                    <a:pt x="8780248" y="1062344"/>
                  </a:lnTo>
                  <a:lnTo>
                    <a:pt x="8814751" y="982424"/>
                  </a:lnTo>
                  <a:lnTo>
                    <a:pt x="8849247" y="905518"/>
                  </a:lnTo>
                  <a:lnTo>
                    <a:pt x="8883789" y="831956"/>
                  </a:lnTo>
                  <a:lnTo>
                    <a:pt x="8918455" y="761989"/>
                  </a:lnTo>
                  <a:lnTo>
                    <a:pt x="8953352" y="695787"/>
                  </a:lnTo>
                  <a:lnTo>
                    <a:pt x="8988618" y="633449"/>
                  </a:lnTo>
                  <a:lnTo>
                    <a:pt x="9024430" y="574998"/>
                  </a:lnTo>
                  <a:lnTo>
                    <a:pt x="9061006" y="520394"/>
                  </a:lnTo>
                  <a:lnTo>
                    <a:pt x="9084767" y="487655"/>
                  </a:lnTo>
                  <a:lnTo>
                    <a:pt x="9130987" y="429998"/>
                  </a:lnTo>
                  <a:lnTo>
                    <a:pt x="9179572" y="377682"/>
                  </a:lnTo>
                  <a:lnTo>
                    <a:pt x="9231221" y="330480"/>
                  </a:lnTo>
                  <a:lnTo>
                    <a:pt x="9286700" y="287986"/>
                  </a:lnTo>
                  <a:lnTo>
                    <a:pt x="9346793" y="249724"/>
                  </a:lnTo>
                  <a:lnTo>
                    <a:pt x="9412258" y="215217"/>
                  </a:lnTo>
                  <a:lnTo>
                    <a:pt x="9483755" y="184031"/>
                  </a:lnTo>
                  <a:lnTo>
                    <a:pt x="9561762" y="155794"/>
                  </a:lnTo>
                  <a:lnTo>
                    <a:pt x="9646456" y="130213"/>
                  </a:lnTo>
                  <a:lnTo>
                    <a:pt x="9737566" y="107080"/>
                  </a:lnTo>
                  <a:lnTo>
                    <a:pt x="9834202" y="86270"/>
                  </a:lnTo>
                  <a:lnTo>
                    <a:pt x="9934703" y="67736"/>
                  </a:lnTo>
                  <a:lnTo>
                    <a:pt x="10036542" y="51492"/>
                  </a:lnTo>
                  <a:lnTo>
                    <a:pt x="10136362" y="37588"/>
                  </a:lnTo>
                  <a:lnTo>
                    <a:pt x="10230218" y="26068"/>
                  </a:lnTo>
                  <a:lnTo>
                    <a:pt x="10314035" y="16930"/>
                  </a:lnTo>
                  <a:lnTo>
                    <a:pt x="10384246" y="10084"/>
                  </a:lnTo>
                  <a:lnTo>
                    <a:pt x="10438463" y="5328"/>
                  </a:lnTo>
                  <a:lnTo>
                    <a:pt x="10475996" y="2352"/>
                  </a:lnTo>
                  <a:lnTo>
                    <a:pt x="10498082" y="763"/>
                  </a:lnTo>
                  <a:lnTo>
                    <a:pt x="10507813" y="126"/>
                  </a:lnTo>
                  <a:lnTo>
                    <a:pt x="10509896" y="0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0" name="pl160"/>
            <p:cNvSpPr/>
            <p:nvPr/>
          </p:nvSpPr>
          <p:spPr>
            <a:xfrm>
              <a:off x="4799595" y="4178816"/>
              <a:ext cx="11981298" cy="2925933"/>
            </a:xfrm>
            <a:custGeom>
              <a:avLst/>
              <a:pathLst>
                <a:path w="11981298" h="2925933">
                  <a:moveTo>
                    <a:pt x="11981298" y="0"/>
                  </a:moveTo>
                  <a:lnTo>
                    <a:pt x="10509911" y="0"/>
                  </a:lnTo>
                  <a:lnTo>
                    <a:pt x="10508770" y="67"/>
                  </a:lnTo>
                  <a:lnTo>
                    <a:pt x="10501270" y="548"/>
                  </a:lnTo>
                  <a:lnTo>
                    <a:pt x="10482365" y="1879"/>
                  </a:lnTo>
                  <a:lnTo>
                    <a:pt x="10448568" y="4498"/>
                  </a:lnTo>
                  <a:lnTo>
                    <a:pt x="10398200" y="8813"/>
                  </a:lnTo>
                  <a:lnTo>
                    <a:pt x="10331514" y="15157"/>
                  </a:lnTo>
                  <a:lnTo>
                    <a:pt x="10250546" y="23755"/>
                  </a:lnTo>
                  <a:lnTo>
                    <a:pt x="10158648" y="34724"/>
                  </a:lnTo>
                  <a:lnTo>
                    <a:pt x="10059837" y="48082"/>
                  </a:lnTo>
                  <a:lnTo>
                    <a:pt x="9958139" y="63792"/>
                  </a:lnTo>
                  <a:lnTo>
                    <a:pt x="9857074" y="81802"/>
                  </a:lnTo>
                  <a:lnTo>
                    <a:pt x="9759370" y="102087"/>
                  </a:lnTo>
                  <a:lnTo>
                    <a:pt x="9666884" y="124677"/>
                  </a:lnTo>
                  <a:lnTo>
                    <a:pt x="9580669" y="149678"/>
                  </a:lnTo>
                  <a:lnTo>
                    <a:pt x="9501124" y="177281"/>
                  </a:lnTo>
                  <a:lnTo>
                    <a:pt x="9428162" y="207758"/>
                  </a:lnTo>
                  <a:lnTo>
                    <a:pt x="9361362" y="241464"/>
                  </a:lnTo>
                  <a:lnTo>
                    <a:pt x="9300097" y="278820"/>
                  </a:lnTo>
                  <a:lnTo>
                    <a:pt x="9243625" y="320297"/>
                  </a:lnTo>
                  <a:lnTo>
                    <a:pt x="9191164" y="366375"/>
                  </a:lnTo>
                  <a:lnTo>
                    <a:pt x="9141939" y="417485"/>
                  </a:lnTo>
                  <a:lnTo>
                    <a:pt x="9095231" y="473907"/>
                  </a:lnTo>
                  <a:lnTo>
                    <a:pt x="9084767" y="487655"/>
                  </a:lnTo>
                  <a:lnTo>
                    <a:pt x="9047567" y="539860"/>
                  </a:lnTo>
                  <a:lnTo>
                    <a:pt x="9011298" y="595858"/>
                  </a:lnTo>
                  <a:lnTo>
                    <a:pt x="8975708" y="655725"/>
                  </a:lnTo>
                  <a:lnTo>
                    <a:pt x="8940595" y="719478"/>
                  </a:lnTo>
                  <a:lnTo>
                    <a:pt x="8905796" y="787068"/>
                  </a:lnTo>
                  <a:lnTo>
                    <a:pt x="8871186" y="858370"/>
                  </a:lnTo>
                  <a:lnTo>
                    <a:pt x="8836669" y="933184"/>
                  </a:lnTo>
                  <a:lnTo>
                    <a:pt x="8802175" y="1011231"/>
                  </a:lnTo>
                  <a:lnTo>
                    <a:pt x="8767661" y="1092154"/>
                  </a:lnTo>
                  <a:lnTo>
                    <a:pt x="8733102" y="1175522"/>
                  </a:lnTo>
                  <a:lnTo>
                    <a:pt x="8698491" y="1260840"/>
                  </a:lnTo>
                  <a:lnTo>
                    <a:pt x="8663835" y="1347558"/>
                  </a:lnTo>
                  <a:lnTo>
                    <a:pt x="8629149" y="1435086"/>
                  </a:lnTo>
                  <a:lnTo>
                    <a:pt x="8594457" y="1522812"/>
                  </a:lnTo>
                  <a:lnTo>
                    <a:pt x="8559779" y="1610115"/>
                  </a:lnTo>
                  <a:lnTo>
                    <a:pt x="8525138" y="1696389"/>
                  </a:lnTo>
                  <a:lnTo>
                    <a:pt x="8490546" y="1781057"/>
                  </a:lnTo>
                  <a:lnTo>
                    <a:pt x="8456005" y="1863588"/>
                  </a:lnTo>
                  <a:lnTo>
                    <a:pt x="8421502" y="1943509"/>
                  </a:lnTo>
                  <a:lnTo>
                    <a:pt x="8387006" y="2020414"/>
                  </a:lnTo>
                  <a:lnTo>
                    <a:pt x="8352464" y="2093976"/>
                  </a:lnTo>
                  <a:lnTo>
                    <a:pt x="8317798" y="2163944"/>
                  </a:lnTo>
                  <a:lnTo>
                    <a:pt x="8282901" y="2230145"/>
                  </a:lnTo>
                  <a:lnTo>
                    <a:pt x="8247635" y="2292484"/>
                  </a:lnTo>
                  <a:lnTo>
                    <a:pt x="8211823" y="2350935"/>
                  </a:lnTo>
                  <a:lnTo>
                    <a:pt x="8175247" y="2405538"/>
                  </a:lnTo>
                  <a:lnTo>
                    <a:pt x="8151487" y="2438277"/>
                  </a:lnTo>
                  <a:lnTo>
                    <a:pt x="8105266" y="2495935"/>
                  </a:lnTo>
                  <a:lnTo>
                    <a:pt x="8056681" y="2548251"/>
                  </a:lnTo>
                  <a:lnTo>
                    <a:pt x="8005032" y="2595452"/>
                  </a:lnTo>
                  <a:lnTo>
                    <a:pt x="7949553" y="2637946"/>
                  </a:lnTo>
                  <a:lnTo>
                    <a:pt x="7889460" y="2676208"/>
                  </a:lnTo>
                  <a:lnTo>
                    <a:pt x="7823995" y="2710715"/>
                  </a:lnTo>
                  <a:lnTo>
                    <a:pt x="7752498" y="2741902"/>
                  </a:lnTo>
                  <a:lnTo>
                    <a:pt x="7674491" y="2770139"/>
                  </a:lnTo>
                  <a:lnTo>
                    <a:pt x="7589797" y="2795719"/>
                  </a:lnTo>
                  <a:lnTo>
                    <a:pt x="7498687" y="2818852"/>
                  </a:lnTo>
                  <a:lnTo>
                    <a:pt x="7402052" y="2839662"/>
                  </a:lnTo>
                  <a:lnTo>
                    <a:pt x="7301550" y="2858196"/>
                  </a:lnTo>
                  <a:lnTo>
                    <a:pt x="7199712" y="2874440"/>
                  </a:lnTo>
                  <a:lnTo>
                    <a:pt x="7099891" y="2888344"/>
                  </a:lnTo>
                  <a:lnTo>
                    <a:pt x="7006035" y="2899864"/>
                  </a:lnTo>
                  <a:lnTo>
                    <a:pt x="6922218" y="2909002"/>
                  </a:lnTo>
                  <a:lnTo>
                    <a:pt x="6852007" y="2915849"/>
                  </a:lnTo>
                  <a:lnTo>
                    <a:pt x="6797790" y="2920605"/>
                  </a:lnTo>
                  <a:lnTo>
                    <a:pt x="6760257" y="2923580"/>
                  </a:lnTo>
                  <a:lnTo>
                    <a:pt x="6738171" y="2925169"/>
                  </a:lnTo>
                  <a:lnTo>
                    <a:pt x="6728440" y="2925807"/>
                  </a:lnTo>
                  <a:lnTo>
                    <a:pt x="6726357" y="2925932"/>
                  </a:lnTo>
                  <a:lnTo>
                    <a:pt x="6726343" y="2925933"/>
                  </a:lnTo>
                  <a:lnTo>
                    <a:pt x="5254955" y="2925933"/>
                  </a:lnTo>
                  <a:lnTo>
                    <a:pt x="5253777" y="2925879"/>
                  </a:lnTo>
                  <a:lnTo>
                    <a:pt x="5246042" y="2925494"/>
                  </a:lnTo>
                  <a:lnTo>
                    <a:pt x="5226562" y="2924431"/>
                  </a:lnTo>
                  <a:lnTo>
                    <a:pt x="5191784" y="2922337"/>
                  </a:lnTo>
                  <a:lnTo>
                    <a:pt x="5140048" y="2918890"/>
                  </a:lnTo>
                  <a:lnTo>
                    <a:pt x="5071713" y="2913828"/>
                  </a:lnTo>
                  <a:lnTo>
                    <a:pt x="4988976" y="2906975"/>
                  </a:lnTo>
                  <a:lnTo>
                    <a:pt x="4895367" y="2898245"/>
                  </a:lnTo>
                  <a:lnTo>
                    <a:pt x="4795060" y="2887627"/>
                  </a:lnTo>
                  <a:lnTo>
                    <a:pt x="4692180" y="2875154"/>
                  </a:lnTo>
                  <a:lnTo>
                    <a:pt x="4590289" y="2860866"/>
                  </a:lnTo>
                  <a:lnTo>
                    <a:pt x="4492102" y="2844780"/>
                  </a:lnTo>
                  <a:lnTo>
                    <a:pt x="4399428" y="2826864"/>
                  </a:lnTo>
                  <a:lnTo>
                    <a:pt x="4313254" y="2807024"/>
                  </a:lnTo>
                  <a:lnTo>
                    <a:pt x="4233908" y="2785100"/>
                  </a:lnTo>
                  <a:lnTo>
                    <a:pt x="4161237" y="2760861"/>
                  </a:lnTo>
                  <a:lnTo>
                    <a:pt x="4094763" y="2734016"/>
                  </a:lnTo>
                  <a:lnTo>
                    <a:pt x="4033810" y="2704219"/>
                  </a:lnTo>
                  <a:lnTo>
                    <a:pt x="3977602" y="2671090"/>
                  </a:lnTo>
                  <a:lnTo>
                    <a:pt x="3925326" y="2634249"/>
                  </a:lnTo>
                  <a:lnTo>
                    <a:pt x="3876192" y="2593368"/>
                  </a:lnTo>
                  <a:lnTo>
                    <a:pt x="3829811" y="2548613"/>
                  </a:lnTo>
                  <a:lnTo>
                    <a:pt x="3788805" y="2503856"/>
                  </a:lnTo>
                  <a:lnTo>
                    <a:pt x="3748899" y="2455514"/>
                  </a:lnTo>
                  <a:lnTo>
                    <a:pt x="3709766" y="2403517"/>
                  </a:lnTo>
                  <a:lnTo>
                    <a:pt x="3671148" y="2347865"/>
                  </a:lnTo>
                  <a:lnTo>
                    <a:pt x="3632846" y="2288636"/>
                  </a:lnTo>
                  <a:lnTo>
                    <a:pt x="3594709" y="2225998"/>
                  </a:lnTo>
                  <a:lnTo>
                    <a:pt x="3556629" y="2160205"/>
                  </a:lnTo>
                  <a:lnTo>
                    <a:pt x="3518537" y="2091603"/>
                  </a:lnTo>
                  <a:lnTo>
                    <a:pt x="3480394" y="2020623"/>
                  </a:lnTo>
                  <a:lnTo>
                    <a:pt x="3442188" y="1947773"/>
                  </a:lnTo>
                  <a:lnTo>
                    <a:pt x="3403928" y="1873625"/>
                  </a:lnTo>
                  <a:lnTo>
                    <a:pt x="3365635" y="1798796"/>
                  </a:lnTo>
                  <a:lnTo>
                    <a:pt x="3327341" y="1723924"/>
                  </a:lnTo>
                  <a:lnTo>
                    <a:pt x="3289075" y="1649653"/>
                  </a:lnTo>
                  <a:lnTo>
                    <a:pt x="3250861" y="1576604"/>
                  </a:lnTo>
                  <a:lnTo>
                    <a:pt x="3212710" y="1505353"/>
                  </a:lnTo>
                  <a:lnTo>
                    <a:pt x="3174613" y="1436419"/>
                  </a:lnTo>
                  <a:lnTo>
                    <a:pt x="3136535" y="1370243"/>
                  </a:lnTo>
                  <a:lnTo>
                    <a:pt x="3098410" y="1307183"/>
                  </a:lnTo>
                  <a:lnTo>
                    <a:pt x="3060137" y="1247504"/>
                  </a:lnTo>
                  <a:lnTo>
                    <a:pt x="3021570" y="1191385"/>
                  </a:lnTo>
                  <a:lnTo>
                    <a:pt x="2982516" y="1138916"/>
                  </a:lnTo>
                  <a:lnTo>
                    <a:pt x="2942726" y="1090107"/>
                  </a:lnTo>
                  <a:lnTo>
                    <a:pt x="2901883" y="1044895"/>
                  </a:lnTo>
                  <a:lnTo>
                    <a:pt x="2896531" y="1039332"/>
                  </a:lnTo>
                  <a:lnTo>
                    <a:pt x="2849799" y="994261"/>
                  </a:lnTo>
                  <a:lnTo>
                    <a:pt x="2800644" y="953411"/>
                  </a:lnTo>
                  <a:lnTo>
                    <a:pt x="2748343" y="916599"/>
                  </a:lnTo>
                  <a:lnTo>
                    <a:pt x="2692103" y="883496"/>
                  </a:lnTo>
                  <a:lnTo>
                    <a:pt x="2631112" y="853722"/>
                  </a:lnTo>
                  <a:lnTo>
                    <a:pt x="2564595" y="826897"/>
                  </a:lnTo>
                  <a:lnTo>
                    <a:pt x="2491876" y="802677"/>
                  </a:lnTo>
                  <a:lnTo>
                    <a:pt x="2412481" y="780768"/>
                  </a:lnTo>
                  <a:lnTo>
                    <a:pt x="2326257" y="760943"/>
                  </a:lnTo>
                  <a:lnTo>
                    <a:pt x="2233537" y="743041"/>
                  </a:lnTo>
                  <a:lnTo>
                    <a:pt x="2135316" y="726968"/>
                  </a:lnTo>
                  <a:lnTo>
                    <a:pt x="2033406" y="712693"/>
                  </a:lnTo>
                  <a:lnTo>
                    <a:pt x="1930531" y="700234"/>
                  </a:lnTo>
                  <a:lnTo>
                    <a:pt x="1830258" y="689630"/>
                  </a:lnTo>
                  <a:lnTo>
                    <a:pt x="1736714" y="680913"/>
                  </a:lnTo>
                  <a:lnTo>
                    <a:pt x="1654071" y="674073"/>
                  </a:lnTo>
                  <a:lnTo>
                    <a:pt x="1585852" y="669024"/>
                  </a:lnTo>
                  <a:lnTo>
                    <a:pt x="1534242" y="665588"/>
                  </a:lnTo>
                  <a:lnTo>
                    <a:pt x="1499585" y="663504"/>
                  </a:lnTo>
                  <a:lnTo>
                    <a:pt x="1480206" y="662446"/>
                  </a:lnTo>
                  <a:lnTo>
                    <a:pt x="1472539" y="662065"/>
                  </a:lnTo>
                  <a:lnTo>
                    <a:pt x="1471387" y="662012"/>
                  </a:lnTo>
                  <a:lnTo>
                    <a:pt x="0" y="66201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1" name="pg161"/>
            <p:cNvSpPr/>
            <p:nvPr/>
          </p:nvSpPr>
          <p:spPr>
            <a:xfrm>
              <a:off x="4799595" y="4767272"/>
              <a:ext cx="11981298" cy="2370169"/>
            </a:xfrm>
            <a:custGeom>
              <a:avLst/>
              <a:pathLst>
                <a:path w="11981298" h="2370169">
                  <a:moveTo>
                    <a:pt x="0" y="98075"/>
                  </a:moveTo>
                  <a:lnTo>
                    <a:pt x="1471387" y="98075"/>
                  </a:lnTo>
                  <a:lnTo>
                    <a:pt x="1472564" y="98130"/>
                  </a:lnTo>
                  <a:lnTo>
                    <a:pt x="1480297" y="98516"/>
                  </a:lnTo>
                  <a:lnTo>
                    <a:pt x="1499771" y="99583"/>
                  </a:lnTo>
                  <a:lnTo>
                    <a:pt x="1534537" y="101683"/>
                  </a:lnTo>
                  <a:lnTo>
                    <a:pt x="1586258" y="105141"/>
                  </a:lnTo>
                  <a:lnTo>
                    <a:pt x="1654575" y="110220"/>
                  </a:lnTo>
                  <a:lnTo>
                    <a:pt x="1737292" y="117095"/>
                  </a:lnTo>
                  <a:lnTo>
                    <a:pt x="1830882" y="125854"/>
                  </a:lnTo>
                  <a:lnTo>
                    <a:pt x="1931173" y="136508"/>
                  </a:lnTo>
                  <a:lnTo>
                    <a:pt x="2034040" y="149022"/>
                  </a:lnTo>
                  <a:lnTo>
                    <a:pt x="2135922" y="163357"/>
                  </a:lnTo>
                  <a:lnTo>
                    <a:pt x="2234104" y="179497"/>
                  </a:lnTo>
                  <a:lnTo>
                    <a:pt x="2326776" y="197473"/>
                  </a:lnTo>
                  <a:lnTo>
                    <a:pt x="2412951" y="217379"/>
                  </a:lnTo>
                  <a:lnTo>
                    <a:pt x="2492299" y="239376"/>
                  </a:lnTo>
                  <a:lnTo>
                    <a:pt x="2564974" y="263695"/>
                  </a:lnTo>
                  <a:lnTo>
                    <a:pt x="2631451" y="290628"/>
                  </a:lnTo>
                  <a:lnTo>
                    <a:pt x="2692407" y="320523"/>
                  </a:lnTo>
                  <a:lnTo>
                    <a:pt x="2748618" y="353759"/>
                  </a:lnTo>
                  <a:lnTo>
                    <a:pt x="2800896" y="390720"/>
                  </a:lnTo>
                  <a:lnTo>
                    <a:pt x="2850032" y="431733"/>
                  </a:lnTo>
                  <a:lnTo>
                    <a:pt x="2896531" y="476758"/>
                  </a:lnTo>
                  <a:lnTo>
                    <a:pt x="2937484" y="521615"/>
                  </a:lnTo>
                  <a:lnTo>
                    <a:pt x="2977340" y="570061"/>
                  </a:lnTo>
                  <a:lnTo>
                    <a:pt x="3016424" y="622166"/>
                  </a:lnTo>
                  <a:lnTo>
                    <a:pt x="3054994" y="677930"/>
                  </a:lnTo>
                  <a:lnTo>
                    <a:pt x="3093247" y="737274"/>
                  </a:lnTo>
                  <a:lnTo>
                    <a:pt x="3131335" y="800033"/>
                  </a:lnTo>
                  <a:lnTo>
                    <a:pt x="3169366" y="865952"/>
                  </a:lnTo>
                  <a:lnTo>
                    <a:pt x="3207408" y="934687"/>
                  </a:lnTo>
                  <a:lnTo>
                    <a:pt x="3245500" y="1005806"/>
                  </a:lnTo>
                  <a:lnTo>
                    <a:pt x="3283656" y="1078803"/>
                  </a:lnTo>
                  <a:lnTo>
                    <a:pt x="3321866" y="1153108"/>
                  </a:lnTo>
                  <a:lnTo>
                    <a:pt x="3360108" y="1228105"/>
                  </a:lnTo>
                  <a:lnTo>
                    <a:pt x="3398352" y="1303153"/>
                  </a:lnTo>
                  <a:lnTo>
                    <a:pt x="3436569" y="1377611"/>
                  </a:lnTo>
                  <a:lnTo>
                    <a:pt x="3474734" y="1450858"/>
                  </a:lnTo>
                  <a:lnTo>
                    <a:pt x="3512837" y="1522314"/>
                  </a:lnTo>
                  <a:lnTo>
                    <a:pt x="3550885" y="1591462"/>
                  </a:lnTo>
                  <a:lnTo>
                    <a:pt x="3588913" y="1657857"/>
                  </a:lnTo>
                  <a:lnTo>
                    <a:pt x="3626986" y="1721142"/>
                  </a:lnTo>
                  <a:lnTo>
                    <a:pt x="3665204" y="1781046"/>
                  </a:lnTo>
                  <a:lnTo>
                    <a:pt x="3703711" y="1837391"/>
                  </a:lnTo>
                  <a:lnTo>
                    <a:pt x="3742697" y="1890084"/>
                  </a:lnTo>
                  <a:lnTo>
                    <a:pt x="3782409" y="1939113"/>
                  </a:lnTo>
                  <a:lnTo>
                    <a:pt x="3823162" y="1984538"/>
                  </a:lnTo>
                  <a:lnTo>
                    <a:pt x="3829811" y="1991487"/>
                  </a:lnTo>
                  <a:lnTo>
                    <a:pt x="3876537" y="2036715"/>
                  </a:lnTo>
                  <a:lnTo>
                    <a:pt x="3925686" y="2077709"/>
                  </a:lnTo>
                  <a:lnTo>
                    <a:pt x="3977980" y="2114651"/>
                  </a:lnTo>
                  <a:lnTo>
                    <a:pt x="4034212" y="2147871"/>
                  </a:lnTo>
                  <a:lnTo>
                    <a:pt x="4095192" y="2177751"/>
                  </a:lnTo>
                  <a:lnTo>
                    <a:pt x="4161698" y="2204671"/>
                  </a:lnTo>
                  <a:lnTo>
                    <a:pt x="4234403" y="2228978"/>
                  </a:lnTo>
                  <a:lnTo>
                    <a:pt x="4313783" y="2250965"/>
                  </a:lnTo>
                  <a:lnTo>
                    <a:pt x="4399990" y="2270861"/>
                  </a:lnTo>
                  <a:lnTo>
                    <a:pt x="4492691" y="2288828"/>
                  </a:lnTo>
                  <a:lnTo>
                    <a:pt x="4590896" y="2304959"/>
                  </a:lnTo>
                  <a:lnTo>
                    <a:pt x="4692790" y="2319286"/>
                  </a:lnTo>
                  <a:lnTo>
                    <a:pt x="4795653" y="2331792"/>
                  </a:lnTo>
                  <a:lnTo>
                    <a:pt x="4895923" y="2342436"/>
                  </a:lnTo>
                  <a:lnTo>
                    <a:pt x="4989470" y="2351186"/>
                  </a:lnTo>
                  <a:lnTo>
                    <a:pt x="5072127" y="2358053"/>
                  </a:lnTo>
                  <a:lnTo>
                    <a:pt x="5140369" y="2363123"/>
                  </a:lnTo>
                  <a:lnTo>
                    <a:pt x="5192009" y="2366574"/>
                  </a:lnTo>
                  <a:lnTo>
                    <a:pt x="5226698" y="2368669"/>
                  </a:lnTo>
                  <a:lnTo>
                    <a:pt x="5246106" y="2369732"/>
                  </a:lnTo>
                  <a:lnTo>
                    <a:pt x="5253794" y="2370116"/>
                  </a:lnTo>
                  <a:lnTo>
                    <a:pt x="5254955" y="2370169"/>
                  </a:lnTo>
                  <a:lnTo>
                    <a:pt x="6726343" y="2370169"/>
                  </a:lnTo>
                  <a:lnTo>
                    <a:pt x="6727515" y="2370113"/>
                  </a:lnTo>
                  <a:lnTo>
                    <a:pt x="6735219" y="2369713"/>
                  </a:lnTo>
                  <a:lnTo>
                    <a:pt x="6754620" y="2368608"/>
                  </a:lnTo>
                  <a:lnTo>
                    <a:pt x="6789264" y="2366434"/>
                  </a:lnTo>
                  <a:lnTo>
                    <a:pt x="6840815" y="2362853"/>
                  </a:lnTo>
                  <a:lnTo>
                    <a:pt x="6908926" y="2357594"/>
                  </a:lnTo>
                  <a:lnTo>
                    <a:pt x="6991424" y="2350472"/>
                  </a:lnTo>
                  <a:lnTo>
                    <a:pt x="7084802" y="2341398"/>
                  </a:lnTo>
                  <a:lnTo>
                    <a:pt x="7184909" y="2330360"/>
                  </a:lnTo>
                  <a:lnTo>
                    <a:pt x="7287631" y="2317391"/>
                  </a:lnTo>
                  <a:lnTo>
                    <a:pt x="7389413" y="2302535"/>
                  </a:lnTo>
                  <a:lnTo>
                    <a:pt x="7487537" y="2285807"/>
                  </a:lnTo>
                  <a:lnTo>
                    <a:pt x="7580187" y="2267177"/>
                  </a:lnTo>
                  <a:lnTo>
                    <a:pt x="7666369" y="2246548"/>
                  </a:lnTo>
                  <a:lnTo>
                    <a:pt x="7745743" y="2223755"/>
                  </a:lnTo>
                  <a:lnTo>
                    <a:pt x="7818454" y="2198560"/>
                  </a:lnTo>
                  <a:lnTo>
                    <a:pt x="7884972" y="2170661"/>
                  </a:lnTo>
                  <a:lnTo>
                    <a:pt x="7945966" y="2139701"/>
                  </a:lnTo>
                  <a:lnTo>
                    <a:pt x="8002209" y="2105285"/>
                  </a:lnTo>
                  <a:lnTo>
                    <a:pt x="8054509" y="2067017"/>
                  </a:lnTo>
                  <a:lnTo>
                    <a:pt x="8103655" y="2024555"/>
                  </a:lnTo>
                  <a:lnTo>
                    <a:pt x="8150369" y="1977704"/>
                  </a:lnTo>
                  <a:lnTo>
                    <a:pt x="8151487" y="1976503"/>
                  </a:lnTo>
                  <a:lnTo>
                    <a:pt x="8191870" y="1930554"/>
                  </a:lnTo>
                  <a:lnTo>
                    <a:pt x="8231183" y="1880981"/>
                  </a:lnTo>
                  <a:lnTo>
                    <a:pt x="8269737" y="1827712"/>
                  </a:lnTo>
                  <a:lnTo>
                    <a:pt x="8307782" y="1770743"/>
                  </a:lnTo>
                  <a:lnTo>
                    <a:pt x="8345511" y="1710150"/>
                  </a:lnTo>
                  <a:lnTo>
                    <a:pt x="8383070" y="1646092"/>
                  </a:lnTo>
                  <a:lnTo>
                    <a:pt x="8420565" y="1578815"/>
                  </a:lnTo>
                  <a:lnTo>
                    <a:pt x="8458066" y="1508655"/>
                  </a:lnTo>
                  <a:lnTo>
                    <a:pt x="8495614" y="1436031"/>
                  </a:lnTo>
                  <a:lnTo>
                    <a:pt x="8533223" y="1361441"/>
                  </a:lnTo>
                  <a:lnTo>
                    <a:pt x="8570887" y="1285445"/>
                  </a:lnTo>
                  <a:lnTo>
                    <a:pt x="8608586" y="1208651"/>
                  </a:lnTo>
                  <a:lnTo>
                    <a:pt x="8646293" y="1131695"/>
                  </a:lnTo>
                  <a:lnTo>
                    <a:pt x="8683978" y="1055217"/>
                  </a:lnTo>
                  <a:lnTo>
                    <a:pt x="8721616" y="979842"/>
                  </a:lnTo>
                  <a:lnTo>
                    <a:pt x="8759195" y="906156"/>
                  </a:lnTo>
                  <a:lnTo>
                    <a:pt x="8796716" y="834692"/>
                  </a:lnTo>
                  <a:lnTo>
                    <a:pt x="8834208" y="765909"/>
                  </a:lnTo>
                  <a:lnTo>
                    <a:pt x="8871724" y="700185"/>
                  </a:lnTo>
                  <a:lnTo>
                    <a:pt x="8909351" y="637813"/>
                  </a:lnTo>
                  <a:lnTo>
                    <a:pt x="8947215" y="578996"/>
                  </a:lnTo>
                  <a:lnTo>
                    <a:pt x="8985484" y="523851"/>
                  </a:lnTo>
                  <a:lnTo>
                    <a:pt x="9024378" y="472412"/>
                  </a:lnTo>
                  <a:lnTo>
                    <a:pt x="9064176" y="424643"/>
                  </a:lnTo>
                  <a:lnTo>
                    <a:pt x="9084767" y="401839"/>
                  </a:lnTo>
                  <a:lnTo>
                    <a:pt x="9131429" y="354880"/>
                  </a:lnTo>
                  <a:lnTo>
                    <a:pt x="9180507" y="312312"/>
                  </a:lnTo>
                  <a:lnTo>
                    <a:pt x="9232720" y="273946"/>
                  </a:lnTo>
                  <a:lnTo>
                    <a:pt x="9288857" y="239440"/>
                  </a:lnTo>
                  <a:lnTo>
                    <a:pt x="9349726" y="208400"/>
                  </a:lnTo>
                  <a:lnTo>
                    <a:pt x="9416101" y="180431"/>
                  </a:lnTo>
                  <a:lnTo>
                    <a:pt x="9488653" y="155174"/>
                  </a:lnTo>
                  <a:lnTo>
                    <a:pt x="9567861" y="132324"/>
                  </a:lnTo>
                  <a:lnTo>
                    <a:pt x="9653877" y="111645"/>
                  </a:lnTo>
                  <a:lnTo>
                    <a:pt x="9746379" y="92967"/>
                  </a:lnTo>
                  <a:lnTo>
                    <a:pt x="9844387" y="76194"/>
                  </a:lnTo>
                  <a:lnTo>
                    <a:pt x="9946108" y="61291"/>
                  </a:lnTo>
                  <a:lnTo>
                    <a:pt x="10048846" y="48276"/>
                  </a:lnTo>
                  <a:lnTo>
                    <a:pt x="10149064" y="37190"/>
                  </a:lnTo>
                  <a:lnTo>
                    <a:pt x="10242658" y="28068"/>
                  </a:lnTo>
                  <a:lnTo>
                    <a:pt x="10325468" y="20899"/>
                  </a:lnTo>
                  <a:lnTo>
                    <a:pt x="10393964" y="15596"/>
                  </a:lnTo>
                  <a:lnTo>
                    <a:pt x="10445932" y="11977"/>
                  </a:lnTo>
                  <a:lnTo>
                    <a:pt x="10480978" y="9772"/>
                  </a:lnTo>
                  <a:lnTo>
                    <a:pt x="10500717" y="8645"/>
                  </a:lnTo>
                  <a:lnTo>
                    <a:pt x="10508652" y="8233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8738" y="56"/>
                  </a:lnTo>
                  <a:lnTo>
                    <a:pt x="10501035" y="455"/>
                  </a:lnTo>
                  <a:lnTo>
                    <a:pt x="10481633" y="1560"/>
                  </a:lnTo>
                  <a:lnTo>
                    <a:pt x="10446989" y="3735"/>
                  </a:lnTo>
                  <a:lnTo>
                    <a:pt x="10395439" y="7316"/>
                  </a:lnTo>
                  <a:lnTo>
                    <a:pt x="10327327" y="12575"/>
                  </a:lnTo>
                  <a:lnTo>
                    <a:pt x="10244829" y="19697"/>
                  </a:lnTo>
                  <a:lnTo>
                    <a:pt x="10151451" y="28771"/>
                  </a:lnTo>
                  <a:lnTo>
                    <a:pt x="10051345" y="39809"/>
                  </a:lnTo>
                  <a:lnTo>
                    <a:pt x="9948622" y="52777"/>
                  </a:lnTo>
                  <a:lnTo>
                    <a:pt x="9846840" y="67634"/>
                  </a:lnTo>
                  <a:lnTo>
                    <a:pt x="9748717" y="84361"/>
                  </a:lnTo>
                  <a:lnTo>
                    <a:pt x="9656066" y="102992"/>
                  </a:lnTo>
                  <a:lnTo>
                    <a:pt x="9569884" y="123620"/>
                  </a:lnTo>
                  <a:lnTo>
                    <a:pt x="9490511" y="146414"/>
                  </a:lnTo>
                  <a:lnTo>
                    <a:pt x="9417800" y="171609"/>
                  </a:lnTo>
                  <a:lnTo>
                    <a:pt x="9351281" y="199507"/>
                  </a:lnTo>
                  <a:lnTo>
                    <a:pt x="9290287" y="230468"/>
                  </a:lnTo>
                  <a:lnTo>
                    <a:pt x="9234044" y="264884"/>
                  </a:lnTo>
                  <a:lnTo>
                    <a:pt x="9181744" y="303151"/>
                  </a:lnTo>
                  <a:lnTo>
                    <a:pt x="9132599" y="345613"/>
                  </a:lnTo>
                  <a:lnTo>
                    <a:pt x="9085885" y="392464"/>
                  </a:lnTo>
                  <a:lnTo>
                    <a:pt x="9084767" y="393666"/>
                  </a:lnTo>
                  <a:lnTo>
                    <a:pt x="9044383" y="439614"/>
                  </a:lnTo>
                  <a:lnTo>
                    <a:pt x="9005070" y="489187"/>
                  </a:lnTo>
                  <a:lnTo>
                    <a:pt x="8966516" y="542457"/>
                  </a:lnTo>
                  <a:lnTo>
                    <a:pt x="8928471" y="599425"/>
                  </a:lnTo>
                  <a:lnTo>
                    <a:pt x="8890743" y="660018"/>
                  </a:lnTo>
                  <a:lnTo>
                    <a:pt x="8853184" y="724076"/>
                  </a:lnTo>
                  <a:lnTo>
                    <a:pt x="8815688" y="791353"/>
                  </a:lnTo>
                  <a:lnTo>
                    <a:pt x="8778187" y="861514"/>
                  </a:lnTo>
                  <a:lnTo>
                    <a:pt x="8740639" y="934138"/>
                  </a:lnTo>
                  <a:lnTo>
                    <a:pt x="8703030" y="1008728"/>
                  </a:lnTo>
                  <a:lnTo>
                    <a:pt x="8665366" y="1084724"/>
                  </a:lnTo>
                  <a:lnTo>
                    <a:pt x="8627667" y="1161518"/>
                  </a:lnTo>
                  <a:lnTo>
                    <a:pt x="8589960" y="1238474"/>
                  </a:lnTo>
                  <a:lnTo>
                    <a:pt x="8552275" y="1314952"/>
                  </a:lnTo>
                  <a:lnTo>
                    <a:pt x="8514637" y="1390327"/>
                  </a:lnTo>
                  <a:lnTo>
                    <a:pt x="8477059" y="1464012"/>
                  </a:lnTo>
                  <a:lnTo>
                    <a:pt x="8439537" y="1535477"/>
                  </a:lnTo>
                  <a:lnTo>
                    <a:pt x="8402045" y="1604260"/>
                  </a:lnTo>
                  <a:lnTo>
                    <a:pt x="8364529" y="1669983"/>
                  </a:lnTo>
                  <a:lnTo>
                    <a:pt x="8326902" y="1732355"/>
                  </a:lnTo>
                  <a:lnTo>
                    <a:pt x="8289039" y="1791172"/>
                  </a:lnTo>
                  <a:lnTo>
                    <a:pt x="8250769" y="1846317"/>
                  </a:lnTo>
                  <a:lnTo>
                    <a:pt x="8211875" y="1897756"/>
                  </a:lnTo>
                  <a:lnTo>
                    <a:pt x="8172077" y="1945526"/>
                  </a:lnTo>
                  <a:lnTo>
                    <a:pt x="8151487" y="1968330"/>
                  </a:lnTo>
                  <a:lnTo>
                    <a:pt x="8104824" y="2015289"/>
                  </a:lnTo>
                  <a:lnTo>
                    <a:pt x="8055746" y="2057856"/>
                  </a:lnTo>
                  <a:lnTo>
                    <a:pt x="8003533" y="2096223"/>
                  </a:lnTo>
                  <a:lnTo>
                    <a:pt x="7947396" y="2130728"/>
                  </a:lnTo>
                  <a:lnTo>
                    <a:pt x="7886527" y="2161769"/>
                  </a:lnTo>
                  <a:lnTo>
                    <a:pt x="7820153" y="2189738"/>
                  </a:lnTo>
                  <a:lnTo>
                    <a:pt x="7747600" y="2214995"/>
                  </a:lnTo>
                  <a:lnTo>
                    <a:pt x="7668393" y="2237844"/>
                  </a:lnTo>
                  <a:lnTo>
                    <a:pt x="7582376" y="2258524"/>
                  </a:lnTo>
                  <a:lnTo>
                    <a:pt x="7489875" y="2277201"/>
                  </a:lnTo>
                  <a:lnTo>
                    <a:pt x="7391867" y="2293975"/>
                  </a:lnTo>
                  <a:lnTo>
                    <a:pt x="7290146" y="2308877"/>
                  </a:lnTo>
                  <a:lnTo>
                    <a:pt x="7187407" y="2321892"/>
                  </a:lnTo>
                  <a:lnTo>
                    <a:pt x="7087189" y="2332978"/>
                  </a:lnTo>
                  <a:lnTo>
                    <a:pt x="6993595" y="2342100"/>
                  </a:lnTo>
                  <a:lnTo>
                    <a:pt x="6910785" y="2349269"/>
                  </a:lnTo>
                  <a:lnTo>
                    <a:pt x="6842289" y="2354572"/>
                  </a:lnTo>
                  <a:lnTo>
                    <a:pt x="6790321" y="2358191"/>
                  </a:lnTo>
                  <a:lnTo>
                    <a:pt x="6755275" y="2360396"/>
                  </a:lnTo>
                  <a:lnTo>
                    <a:pt x="6735536" y="2361523"/>
                  </a:lnTo>
                  <a:lnTo>
                    <a:pt x="6727602" y="2361936"/>
                  </a:lnTo>
                  <a:lnTo>
                    <a:pt x="6726343" y="2361996"/>
                  </a:lnTo>
                  <a:lnTo>
                    <a:pt x="5254955" y="2361996"/>
                  </a:lnTo>
                  <a:lnTo>
                    <a:pt x="5253778" y="2361942"/>
                  </a:lnTo>
                  <a:lnTo>
                    <a:pt x="5246045" y="2361556"/>
                  </a:lnTo>
                  <a:lnTo>
                    <a:pt x="5226571" y="2360489"/>
                  </a:lnTo>
                  <a:lnTo>
                    <a:pt x="5191805" y="2358388"/>
                  </a:lnTo>
                  <a:lnTo>
                    <a:pt x="5140084" y="2354930"/>
                  </a:lnTo>
                  <a:lnTo>
                    <a:pt x="5071767" y="2349852"/>
                  </a:lnTo>
                  <a:lnTo>
                    <a:pt x="4989050" y="2342976"/>
                  </a:lnTo>
                  <a:lnTo>
                    <a:pt x="4895460" y="2334217"/>
                  </a:lnTo>
                  <a:lnTo>
                    <a:pt x="4795169" y="2323564"/>
                  </a:lnTo>
                  <a:lnTo>
                    <a:pt x="4692302" y="2311049"/>
                  </a:lnTo>
                  <a:lnTo>
                    <a:pt x="4590420" y="2296714"/>
                  </a:lnTo>
                  <a:lnTo>
                    <a:pt x="4492238" y="2280574"/>
                  </a:lnTo>
                  <a:lnTo>
                    <a:pt x="4399566" y="2262598"/>
                  </a:lnTo>
                  <a:lnTo>
                    <a:pt x="4313391" y="2242692"/>
                  </a:lnTo>
                  <a:lnTo>
                    <a:pt x="4234043" y="2220695"/>
                  </a:lnTo>
                  <a:lnTo>
                    <a:pt x="4161369" y="2196377"/>
                  </a:lnTo>
                  <a:lnTo>
                    <a:pt x="4094891" y="2169443"/>
                  </a:lnTo>
                  <a:lnTo>
                    <a:pt x="4033935" y="2139549"/>
                  </a:lnTo>
                  <a:lnTo>
                    <a:pt x="3977724" y="2106312"/>
                  </a:lnTo>
                  <a:lnTo>
                    <a:pt x="3925446" y="2069351"/>
                  </a:lnTo>
                  <a:lnTo>
                    <a:pt x="3876311" y="2028338"/>
                  </a:lnTo>
                  <a:lnTo>
                    <a:pt x="3829811" y="1983314"/>
                  </a:lnTo>
                  <a:lnTo>
                    <a:pt x="3788858" y="1938456"/>
                  </a:lnTo>
                  <a:lnTo>
                    <a:pt x="3749002" y="1890010"/>
                  </a:lnTo>
                  <a:lnTo>
                    <a:pt x="3709918" y="1837906"/>
                  </a:lnTo>
                  <a:lnTo>
                    <a:pt x="3671348" y="1782142"/>
                  </a:lnTo>
                  <a:lnTo>
                    <a:pt x="3633095" y="1722798"/>
                  </a:lnTo>
                  <a:lnTo>
                    <a:pt x="3595007" y="1660039"/>
                  </a:lnTo>
                  <a:lnTo>
                    <a:pt x="3556977" y="1594120"/>
                  </a:lnTo>
                  <a:lnTo>
                    <a:pt x="3518934" y="1525385"/>
                  </a:lnTo>
                  <a:lnTo>
                    <a:pt x="3480842" y="1454265"/>
                  </a:lnTo>
                  <a:lnTo>
                    <a:pt x="3442686" y="1381268"/>
                  </a:lnTo>
                  <a:lnTo>
                    <a:pt x="3404477" y="1306963"/>
                  </a:lnTo>
                  <a:lnTo>
                    <a:pt x="3366234" y="1231967"/>
                  </a:lnTo>
                  <a:lnTo>
                    <a:pt x="3327990" y="1156918"/>
                  </a:lnTo>
                  <a:lnTo>
                    <a:pt x="3289773" y="1082460"/>
                  </a:lnTo>
                  <a:lnTo>
                    <a:pt x="3251608" y="1009214"/>
                  </a:lnTo>
                  <a:lnTo>
                    <a:pt x="3213505" y="937758"/>
                  </a:lnTo>
                  <a:lnTo>
                    <a:pt x="3175457" y="868610"/>
                  </a:lnTo>
                  <a:lnTo>
                    <a:pt x="3137429" y="802214"/>
                  </a:lnTo>
                  <a:lnTo>
                    <a:pt x="3099356" y="738930"/>
                  </a:lnTo>
                  <a:lnTo>
                    <a:pt x="3061138" y="679025"/>
                  </a:lnTo>
                  <a:lnTo>
                    <a:pt x="3022631" y="622680"/>
                  </a:lnTo>
                  <a:lnTo>
                    <a:pt x="2983645" y="569987"/>
                  </a:lnTo>
                  <a:lnTo>
                    <a:pt x="2943933" y="520958"/>
                  </a:lnTo>
                  <a:lnTo>
                    <a:pt x="2903181" y="475534"/>
                  </a:lnTo>
                  <a:lnTo>
                    <a:pt x="2896531" y="468585"/>
                  </a:lnTo>
                  <a:lnTo>
                    <a:pt x="2849805" y="423356"/>
                  </a:lnTo>
                  <a:lnTo>
                    <a:pt x="2800656" y="382363"/>
                  </a:lnTo>
                  <a:lnTo>
                    <a:pt x="2748362" y="345420"/>
                  </a:lnTo>
                  <a:lnTo>
                    <a:pt x="2692130" y="312201"/>
                  </a:lnTo>
                  <a:lnTo>
                    <a:pt x="2631150" y="282321"/>
                  </a:lnTo>
                  <a:lnTo>
                    <a:pt x="2564644" y="255401"/>
                  </a:lnTo>
                  <a:lnTo>
                    <a:pt x="2491939" y="231094"/>
                  </a:lnTo>
                  <a:lnTo>
                    <a:pt x="2412559" y="209107"/>
                  </a:lnTo>
                  <a:lnTo>
                    <a:pt x="2326352" y="189211"/>
                  </a:lnTo>
                  <a:lnTo>
                    <a:pt x="2233651" y="171244"/>
                  </a:lnTo>
                  <a:lnTo>
                    <a:pt x="2135447" y="155112"/>
                  </a:lnTo>
                  <a:lnTo>
                    <a:pt x="2033553" y="140786"/>
                  </a:lnTo>
                  <a:lnTo>
                    <a:pt x="1930689" y="128280"/>
                  </a:lnTo>
                  <a:lnTo>
                    <a:pt x="1830420" y="117635"/>
                  </a:lnTo>
                  <a:lnTo>
                    <a:pt x="1736872" y="108885"/>
                  </a:lnTo>
                  <a:lnTo>
                    <a:pt x="1654215" y="102018"/>
                  </a:lnTo>
                  <a:lnTo>
                    <a:pt x="1585973" y="96948"/>
                  </a:lnTo>
                  <a:lnTo>
                    <a:pt x="1534333" y="93497"/>
                  </a:lnTo>
                  <a:lnTo>
                    <a:pt x="1499644" y="91403"/>
                  </a:lnTo>
                  <a:lnTo>
                    <a:pt x="1480236" y="90339"/>
                  </a:lnTo>
                  <a:lnTo>
                    <a:pt x="1472548" y="89956"/>
                  </a:lnTo>
                  <a:lnTo>
                    <a:pt x="1471387" y="89902"/>
                  </a:lnTo>
                  <a:lnTo>
                    <a:pt x="0" y="89902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62" name="pl162"/>
            <p:cNvSpPr/>
            <p:nvPr/>
          </p:nvSpPr>
          <p:spPr>
            <a:xfrm>
              <a:off x="4799595" y="4775445"/>
              <a:ext cx="11981298" cy="2361996"/>
            </a:xfrm>
            <a:custGeom>
              <a:avLst/>
              <a:pathLst>
                <a:path w="11981298" h="2361996">
                  <a:moveTo>
                    <a:pt x="0" y="89902"/>
                  </a:moveTo>
                  <a:lnTo>
                    <a:pt x="1471387" y="89902"/>
                  </a:lnTo>
                  <a:lnTo>
                    <a:pt x="1472564" y="89957"/>
                  </a:lnTo>
                  <a:lnTo>
                    <a:pt x="1480297" y="90343"/>
                  </a:lnTo>
                  <a:lnTo>
                    <a:pt x="1499771" y="91410"/>
                  </a:lnTo>
                  <a:lnTo>
                    <a:pt x="1534537" y="93510"/>
                  </a:lnTo>
                  <a:lnTo>
                    <a:pt x="1586258" y="96968"/>
                  </a:lnTo>
                  <a:lnTo>
                    <a:pt x="1654575" y="102047"/>
                  </a:lnTo>
                  <a:lnTo>
                    <a:pt x="1737292" y="108922"/>
                  </a:lnTo>
                  <a:lnTo>
                    <a:pt x="1830882" y="117681"/>
                  </a:lnTo>
                  <a:lnTo>
                    <a:pt x="1931173" y="128335"/>
                  </a:lnTo>
                  <a:lnTo>
                    <a:pt x="2034040" y="140849"/>
                  </a:lnTo>
                  <a:lnTo>
                    <a:pt x="2135922" y="155184"/>
                  </a:lnTo>
                  <a:lnTo>
                    <a:pt x="2234104" y="171324"/>
                  </a:lnTo>
                  <a:lnTo>
                    <a:pt x="2326776" y="189300"/>
                  </a:lnTo>
                  <a:lnTo>
                    <a:pt x="2412951" y="209206"/>
                  </a:lnTo>
                  <a:lnTo>
                    <a:pt x="2492299" y="231203"/>
                  </a:lnTo>
                  <a:lnTo>
                    <a:pt x="2564974" y="255522"/>
                  </a:lnTo>
                  <a:lnTo>
                    <a:pt x="2631451" y="282455"/>
                  </a:lnTo>
                  <a:lnTo>
                    <a:pt x="2692407" y="312350"/>
                  </a:lnTo>
                  <a:lnTo>
                    <a:pt x="2748618" y="345586"/>
                  </a:lnTo>
                  <a:lnTo>
                    <a:pt x="2800896" y="382547"/>
                  </a:lnTo>
                  <a:lnTo>
                    <a:pt x="2850032" y="423560"/>
                  </a:lnTo>
                  <a:lnTo>
                    <a:pt x="2896531" y="468585"/>
                  </a:lnTo>
                  <a:lnTo>
                    <a:pt x="2937484" y="513442"/>
                  </a:lnTo>
                  <a:lnTo>
                    <a:pt x="2977340" y="561888"/>
                  </a:lnTo>
                  <a:lnTo>
                    <a:pt x="3016424" y="613993"/>
                  </a:lnTo>
                  <a:lnTo>
                    <a:pt x="3054994" y="669757"/>
                  </a:lnTo>
                  <a:lnTo>
                    <a:pt x="3093247" y="729101"/>
                  </a:lnTo>
                  <a:lnTo>
                    <a:pt x="3131335" y="791860"/>
                  </a:lnTo>
                  <a:lnTo>
                    <a:pt x="3169366" y="857779"/>
                  </a:lnTo>
                  <a:lnTo>
                    <a:pt x="3207408" y="926514"/>
                  </a:lnTo>
                  <a:lnTo>
                    <a:pt x="3245500" y="997633"/>
                  </a:lnTo>
                  <a:lnTo>
                    <a:pt x="3283656" y="1070630"/>
                  </a:lnTo>
                  <a:lnTo>
                    <a:pt x="3321866" y="1144935"/>
                  </a:lnTo>
                  <a:lnTo>
                    <a:pt x="3360108" y="1219932"/>
                  </a:lnTo>
                  <a:lnTo>
                    <a:pt x="3398352" y="1294980"/>
                  </a:lnTo>
                  <a:lnTo>
                    <a:pt x="3436569" y="1369438"/>
                  </a:lnTo>
                  <a:lnTo>
                    <a:pt x="3474734" y="1442685"/>
                  </a:lnTo>
                  <a:lnTo>
                    <a:pt x="3512837" y="1514141"/>
                  </a:lnTo>
                  <a:lnTo>
                    <a:pt x="3550885" y="1583289"/>
                  </a:lnTo>
                  <a:lnTo>
                    <a:pt x="3588913" y="1649684"/>
                  </a:lnTo>
                  <a:lnTo>
                    <a:pt x="3626986" y="1712969"/>
                  </a:lnTo>
                  <a:lnTo>
                    <a:pt x="3665204" y="1772873"/>
                  </a:lnTo>
                  <a:lnTo>
                    <a:pt x="3703711" y="1829218"/>
                  </a:lnTo>
                  <a:lnTo>
                    <a:pt x="3742697" y="1881911"/>
                  </a:lnTo>
                  <a:lnTo>
                    <a:pt x="3782409" y="1930940"/>
                  </a:lnTo>
                  <a:lnTo>
                    <a:pt x="3823162" y="1976365"/>
                  </a:lnTo>
                  <a:lnTo>
                    <a:pt x="3829811" y="1983314"/>
                  </a:lnTo>
                  <a:lnTo>
                    <a:pt x="3876537" y="2028542"/>
                  </a:lnTo>
                  <a:lnTo>
                    <a:pt x="3925686" y="2069536"/>
                  </a:lnTo>
                  <a:lnTo>
                    <a:pt x="3977980" y="2106478"/>
                  </a:lnTo>
                  <a:lnTo>
                    <a:pt x="4034212" y="2139698"/>
                  </a:lnTo>
                  <a:lnTo>
                    <a:pt x="4095192" y="2169578"/>
                  </a:lnTo>
                  <a:lnTo>
                    <a:pt x="4161698" y="2196498"/>
                  </a:lnTo>
                  <a:lnTo>
                    <a:pt x="4234403" y="2220805"/>
                  </a:lnTo>
                  <a:lnTo>
                    <a:pt x="4313783" y="2242792"/>
                  </a:lnTo>
                  <a:lnTo>
                    <a:pt x="4399990" y="2262688"/>
                  </a:lnTo>
                  <a:lnTo>
                    <a:pt x="4492691" y="2280655"/>
                  </a:lnTo>
                  <a:lnTo>
                    <a:pt x="4590896" y="2296786"/>
                  </a:lnTo>
                  <a:lnTo>
                    <a:pt x="4692790" y="2311113"/>
                  </a:lnTo>
                  <a:lnTo>
                    <a:pt x="4795653" y="2323619"/>
                  </a:lnTo>
                  <a:lnTo>
                    <a:pt x="4895923" y="2334263"/>
                  </a:lnTo>
                  <a:lnTo>
                    <a:pt x="4989470" y="2343013"/>
                  </a:lnTo>
                  <a:lnTo>
                    <a:pt x="5072127" y="2349880"/>
                  </a:lnTo>
                  <a:lnTo>
                    <a:pt x="5140369" y="2354950"/>
                  </a:lnTo>
                  <a:lnTo>
                    <a:pt x="5192009" y="2358401"/>
                  </a:lnTo>
                  <a:lnTo>
                    <a:pt x="5226698" y="2360496"/>
                  </a:lnTo>
                  <a:lnTo>
                    <a:pt x="5246106" y="2361559"/>
                  </a:lnTo>
                  <a:lnTo>
                    <a:pt x="5253794" y="2361943"/>
                  </a:lnTo>
                  <a:lnTo>
                    <a:pt x="5254955" y="2361996"/>
                  </a:lnTo>
                  <a:lnTo>
                    <a:pt x="6726343" y="2361996"/>
                  </a:lnTo>
                  <a:lnTo>
                    <a:pt x="6727515" y="2361940"/>
                  </a:lnTo>
                  <a:lnTo>
                    <a:pt x="6735219" y="2361540"/>
                  </a:lnTo>
                  <a:lnTo>
                    <a:pt x="6754620" y="2360435"/>
                  </a:lnTo>
                  <a:lnTo>
                    <a:pt x="6789264" y="2358261"/>
                  </a:lnTo>
                  <a:lnTo>
                    <a:pt x="6840815" y="2354680"/>
                  </a:lnTo>
                  <a:lnTo>
                    <a:pt x="6908926" y="2349421"/>
                  </a:lnTo>
                  <a:lnTo>
                    <a:pt x="6991424" y="2342299"/>
                  </a:lnTo>
                  <a:lnTo>
                    <a:pt x="7084802" y="2333225"/>
                  </a:lnTo>
                  <a:lnTo>
                    <a:pt x="7184909" y="2322187"/>
                  </a:lnTo>
                  <a:lnTo>
                    <a:pt x="7287631" y="2309218"/>
                  </a:lnTo>
                  <a:lnTo>
                    <a:pt x="7389413" y="2294362"/>
                  </a:lnTo>
                  <a:lnTo>
                    <a:pt x="7487537" y="2277634"/>
                  </a:lnTo>
                  <a:lnTo>
                    <a:pt x="7580187" y="2259004"/>
                  </a:lnTo>
                  <a:lnTo>
                    <a:pt x="7666369" y="2238375"/>
                  </a:lnTo>
                  <a:lnTo>
                    <a:pt x="7745743" y="2215582"/>
                  </a:lnTo>
                  <a:lnTo>
                    <a:pt x="7818454" y="2190387"/>
                  </a:lnTo>
                  <a:lnTo>
                    <a:pt x="7884972" y="2162488"/>
                  </a:lnTo>
                  <a:lnTo>
                    <a:pt x="7945966" y="2131528"/>
                  </a:lnTo>
                  <a:lnTo>
                    <a:pt x="8002209" y="2097112"/>
                  </a:lnTo>
                  <a:lnTo>
                    <a:pt x="8054509" y="2058844"/>
                  </a:lnTo>
                  <a:lnTo>
                    <a:pt x="8103655" y="2016382"/>
                  </a:lnTo>
                  <a:lnTo>
                    <a:pt x="8150369" y="1969531"/>
                  </a:lnTo>
                  <a:lnTo>
                    <a:pt x="8151487" y="1968330"/>
                  </a:lnTo>
                  <a:lnTo>
                    <a:pt x="8191870" y="1922381"/>
                  </a:lnTo>
                  <a:lnTo>
                    <a:pt x="8231183" y="1872808"/>
                  </a:lnTo>
                  <a:lnTo>
                    <a:pt x="8269737" y="1819539"/>
                  </a:lnTo>
                  <a:lnTo>
                    <a:pt x="8307782" y="1762570"/>
                  </a:lnTo>
                  <a:lnTo>
                    <a:pt x="8345511" y="1701977"/>
                  </a:lnTo>
                  <a:lnTo>
                    <a:pt x="8383070" y="1637919"/>
                  </a:lnTo>
                  <a:lnTo>
                    <a:pt x="8420565" y="1570642"/>
                  </a:lnTo>
                  <a:lnTo>
                    <a:pt x="8458066" y="1500482"/>
                  </a:lnTo>
                  <a:lnTo>
                    <a:pt x="8495614" y="1427858"/>
                  </a:lnTo>
                  <a:lnTo>
                    <a:pt x="8533223" y="1353268"/>
                  </a:lnTo>
                  <a:lnTo>
                    <a:pt x="8570887" y="1277272"/>
                  </a:lnTo>
                  <a:lnTo>
                    <a:pt x="8608586" y="1200478"/>
                  </a:lnTo>
                  <a:lnTo>
                    <a:pt x="8646293" y="1123522"/>
                  </a:lnTo>
                  <a:lnTo>
                    <a:pt x="8683978" y="1047044"/>
                  </a:lnTo>
                  <a:lnTo>
                    <a:pt x="8721616" y="971669"/>
                  </a:lnTo>
                  <a:lnTo>
                    <a:pt x="8759195" y="897983"/>
                  </a:lnTo>
                  <a:lnTo>
                    <a:pt x="8796716" y="826519"/>
                  </a:lnTo>
                  <a:lnTo>
                    <a:pt x="8834208" y="757736"/>
                  </a:lnTo>
                  <a:lnTo>
                    <a:pt x="8871724" y="692012"/>
                  </a:lnTo>
                  <a:lnTo>
                    <a:pt x="8909351" y="629640"/>
                  </a:lnTo>
                  <a:lnTo>
                    <a:pt x="8947215" y="570823"/>
                  </a:lnTo>
                  <a:lnTo>
                    <a:pt x="8985484" y="515678"/>
                  </a:lnTo>
                  <a:lnTo>
                    <a:pt x="9024378" y="464239"/>
                  </a:lnTo>
                  <a:lnTo>
                    <a:pt x="9064176" y="416470"/>
                  </a:lnTo>
                  <a:lnTo>
                    <a:pt x="9084767" y="393666"/>
                  </a:lnTo>
                  <a:lnTo>
                    <a:pt x="9131429" y="346707"/>
                  </a:lnTo>
                  <a:lnTo>
                    <a:pt x="9180507" y="304139"/>
                  </a:lnTo>
                  <a:lnTo>
                    <a:pt x="9232720" y="265773"/>
                  </a:lnTo>
                  <a:lnTo>
                    <a:pt x="9288857" y="231267"/>
                  </a:lnTo>
                  <a:lnTo>
                    <a:pt x="9349726" y="200227"/>
                  </a:lnTo>
                  <a:lnTo>
                    <a:pt x="9416101" y="172258"/>
                  </a:lnTo>
                  <a:lnTo>
                    <a:pt x="9488653" y="147001"/>
                  </a:lnTo>
                  <a:lnTo>
                    <a:pt x="9567861" y="124151"/>
                  </a:lnTo>
                  <a:lnTo>
                    <a:pt x="9653877" y="103472"/>
                  </a:lnTo>
                  <a:lnTo>
                    <a:pt x="9746379" y="84794"/>
                  </a:lnTo>
                  <a:lnTo>
                    <a:pt x="9844387" y="68021"/>
                  </a:lnTo>
                  <a:lnTo>
                    <a:pt x="9946108" y="53118"/>
                  </a:lnTo>
                  <a:lnTo>
                    <a:pt x="10048846" y="40103"/>
                  </a:lnTo>
                  <a:lnTo>
                    <a:pt x="10149064" y="29017"/>
                  </a:lnTo>
                  <a:lnTo>
                    <a:pt x="10242658" y="19895"/>
                  </a:lnTo>
                  <a:lnTo>
                    <a:pt x="10325468" y="12726"/>
                  </a:lnTo>
                  <a:lnTo>
                    <a:pt x="10393964" y="7423"/>
                  </a:lnTo>
                  <a:lnTo>
                    <a:pt x="10445932" y="3804"/>
                  </a:lnTo>
                  <a:lnTo>
                    <a:pt x="10480978" y="1599"/>
                  </a:lnTo>
                  <a:lnTo>
                    <a:pt x="10500717" y="472"/>
                  </a:lnTo>
                  <a:lnTo>
                    <a:pt x="10508652" y="60"/>
                  </a:lnTo>
                  <a:lnTo>
                    <a:pt x="10509911" y="0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3" name="pl163"/>
            <p:cNvSpPr/>
            <p:nvPr/>
          </p:nvSpPr>
          <p:spPr>
            <a:xfrm>
              <a:off x="4799595" y="4767272"/>
              <a:ext cx="11981298" cy="2361996"/>
            </a:xfrm>
            <a:custGeom>
              <a:avLst/>
              <a:pathLst>
                <a:path w="11981298" h="2361996">
                  <a:moveTo>
                    <a:pt x="11981298" y="0"/>
                  </a:moveTo>
                  <a:lnTo>
                    <a:pt x="10509911" y="0"/>
                  </a:lnTo>
                  <a:lnTo>
                    <a:pt x="10508738" y="56"/>
                  </a:lnTo>
                  <a:lnTo>
                    <a:pt x="10501035" y="455"/>
                  </a:lnTo>
                  <a:lnTo>
                    <a:pt x="10481633" y="1560"/>
                  </a:lnTo>
                  <a:lnTo>
                    <a:pt x="10446989" y="3735"/>
                  </a:lnTo>
                  <a:lnTo>
                    <a:pt x="10395439" y="7316"/>
                  </a:lnTo>
                  <a:lnTo>
                    <a:pt x="10327327" y="12575"/>
                  </a:lnTo>
                  <a:lnTo>
                    <a:pt x="10244829" y="19697"/>
                  </a:lnTo>
                  <a:lnTo>
                    <a:pt x="10151451" y="28771"/>
                  </a:lnTo>
                  <a:lnTo>
                    <a:pt x="10051345" y="39809"/>
                  </a:lnTo>
                  <a:lnTo>
                    <a:pt x="9948622" y="52777"/>
                  </a:lnTo>
                  <a:lnTo>
                    <a:pt x="9846840" y="67634"/>
                  </a:lnTo>
                  <a:lnTo>
                    <a:pt x="9748717" y="84361"/>
                  </a:lnTo>
                  <a:lnTo>
                    <a:pt x="9656066" y="102992"/>
                  </a:lnTo>
                  <a:lnTo>
                    <a:pt x="9569884" y="123620"/>
                  </a:lnTo>
                  <a:lnTo>
                    <a:pt x="9490511" y="146414"/>
                  </a:lnTo>
                  <a:lnTo>
                    <a:pt x="9417800" y="171609"/>
                  </a:lnTo>
                  <a:lnTo>
                    <a:pt x="9351281" y="199507"/>
                  </a:lnTo>
                  <a:lnTo>
                    <a:pt x="9290287" y="230468"/>
                  </a:lnTo>
                  <a:lnTo>
                    <a:pt x="9234044" y="264884"/>
                  </a:lnTo>
                  <a:lnTo>
                    <a:pt x="9181744" y="303151"/>
                  </a:lnTo>
                  <a:lnTo>
                    <a:pt x="9132599" y="345613"/>
                  </a:lnTo>
                  <a:lnTo>
                    <a:pt x="9085885" y="392464"/>
                  </a:lnTo>
                  <a:lnTo>
                    <a:pt x="9084767" y="393666"/>
                  </a:lnTo>
                  <a:lnTo>
                    <a:pt x="9044383" y="439614"/>
                  </a:lnTo>
                  <a:lnTo>
                    <a:pt x="9005070" y="489187"/>
                  </a:lnTo>
                  <a:lnTo>
                    <a:pt x="8966516" y="542457"/>
                  </a:lnTo>
                  <a:lnTo>
                    <a:pt x="8928471" y="599425"/>
                  </a:lnTo>
                  <a:lnTo>
                    <a:pt x="8890743" y="660018"/>
                  </a:lnTo>
                  <a:lnTo>
                    <a:pt x="8853184" y="724076"/>
                  </a:lnTo>
                  <a:lnTo>
                    <a:pt x="8815688" y="791353"/>
                  </a:lnTo>
                  <a:lnTo>
                    <a:pt x="8778187" y="861514"/>
                  </a:lnTo>
                  <a:lnTo>
                    <a:pt x="8740639" y="934138"/>
                  </a:lnTo>
                  <a:lnTo>
                    <a:pt x="8703030" y="1008728"/>
                  </a:lnTo>
                  <a:lnTo>
                    <a:pt x="8665366" y="1084724"/>
                  </a:lnTo>
                  <a:lnTo>
                    <a:pt x="8627667" y="1161518"/>
                  </a:lnTo>
                  <a:lnTo>
                    <a:pt x="8589960" y="1238474"/>
                  </a:lnTo>
                  <a:lnTo>
                    <a:pt x="8552275" y="1314952"/>
                  </a:lnTo>
                  <a:lnTo>
                    <a:pt x="8514637" y="1390327"/>
                  </a:lnTo>
                  <a:lnTo>
                    <a:pt x="8477059" y="1464012"/>
                  </a:lnTo>
                  <a:lnTo>
                    <a:pt x="8439537" y="1535477"/>
                  </a:lnTo>
                  <a:lnTo>
                    <a:pt x="8402045" y="1604260"/>
                  </a:lnTo>
                  <a:lnTo>
                    <a:pt x="8364529" y="1669983"/>
                  </a:lnTo>
                  <a:lnTo>
                    <a:pt x="8326902" y="1732355"/>
                  </a:lnTo>
                  <a:lnTo>
                    <a:pt x="8289039" y="1791172"/>
                  </a:lnTo>
                  <a:lnTo>
                    <a:pt x="8250769" y="1846317"/>
                  </a:lnTo>
                  <a:lnTo>
                    <a:pt x="8211875" y="1897756"/>
                  </a:lnTo>
                  <a:lnTo>
                    <a:pt x="8172077" y="1945526"/>
                  </a:lnTo>
                  <a:lnTo>
                    <a:pt x="8151487" y="1968330"/>
                  </a:lnTo>
                  <a:lnTo>
                    <a:pt x="8104824" y="2015289"/>
                  </a:lnTo>
                  <a:lnTo>
                    <a:pt x="8055746" y="2057856"/>
                  </a:lnTo>
                  <a:lnTo>
                    <a:pt x="8003533" y="2096223"/>
                  </a:lnTo>
                  <a:lnTo>
                    <a:pt x="7947396" y="2130728"/>
                  </a:lnTo>
                  <a:lnTo>
                    <a:pt x="7886527" y="2161769"/>
                  </a:lnTo>
                  <a:lnTo>
                    <a:pt x="7820153" y="2189738"/>
                  </a:lnTo>
                  <a:lnTo>
                    <a:pt x="7747600" y="2214995"/>
                  </a:lnTo>
                  <a:lnTo>
                    <a:pt x="7668393" y="2237844"/>
                  </a:lnTo>
                  <a:lnTo>
                    <a:pt x="7582376" y="2258524"/>
                  </a:lnTo>
                  <a:lnTo>
                    <a:pt x="7489875" y="2277201"/>
                  </a:lnTo>
                  <a:lnTo>
                    <a:pt x="7391867" y="2293975"/>
                  </a:lnTo>
                  <a:lnTo>
                    <a:pt x="7290146" y="2308877"/>
                  </a:lnTo>
                  <a:lnTo>
                    <a:pt x="7187407" y="2321892"/>
                  </a:lnTo>
                  <a:lnTo>
                    <a:pt x="7087189" y="2332978"/>
                  </a:lnTo>
                  <a:lnTo>
                    <a:pt x="6993595" y="2342100"/>
                  </a:lnTo>
                  <a:lnTo>
                    <a:pt x="6910785" y="2349269"/>
                  </a:lnTo>
                  <a:lnTo>
                    <a:pt x="6842289" y="2354572"/>
                  </a:lnTo>
                  <a:lnTo>
                    <a:pt x="6790321" y="2358191"/>
                  </a:lnTo>
                  <a:lnTo>
                    <a:pt x="6755275" y="2360396"/>
                  </a:lnTo>
                  <a:lnTo>
                    <a:pt x="6735536" y="2361523"/>
                  </a:lnTo>
                  <a:lnTo>
                    <a:pt x="6727602" y="2361936"/>
                  </a:lnTo>
                  <a:lnTo>
                    <a:pt x="6726343" y="2361996"/>
                  </a:lnTo>
                  <a:lnTo>
                    <a:pt x="6726343" y="2361996"/>
                  </a:lnTo>
                  <a:lnTo>
                    <a:pt x="5254955" y="2361996"/>
                  </a:lnTo>
                  <a:lnTo>
                    <a:pt x="5253778" y="2361942"/>
                  </a:lnTo>
                  <a:lnTo>
                    <a:pt x="5246045" y="2361556"/>
                  </a:lnTo>
                  <a:lnTo>
                    <a:pt x="5226571" y="2360489"/>
                  </a:lnTo>
                  <a:lnTo>
                    <a:pt x="5191805" y="2358388"/>
                  </a:lnTo>
                  <a:lnTo>
                    <a:pt x="5140084" y="2354930"/>
                  </a:lnTo>
                  <a:lnTo>
                    <a:pt x="5071767" y="2349852"/>
                  </a:lnTo>
                  <a:lnTo>
                    <a:pt x="4989050" y="2342976"/>
                  </a:lnTo>
                  <a:lnTo>
                    <a:pt x="4895460" y="2334217"/>
                  </a:lnTo>
                  <a:lnTo>
                    <a:pt x="4795169" y="2323564"/>
                  </a:lnTo>
                  <a:lnTo>
                    <a:pt x="4692302" y="2311049"/>
                  </a:lnTo>
                  <a:lnTo>
                    <a:pt x="4590420" y="2296714"/>
                  </a:lnTo>
                  <a:lnTo>
                    <a:pt x="4492238" y="2280574"/>
                  </a:lnTo>
                  <a:lnTo>
                    <a:pt x="4399566" y="2262598"/>
                  </a:lnTo>
                  <a:lnTo>
                    <a:pt x="4313391" y="2242692"/>
                  </a:lnTo>
                  <a:lnTo>
                    <a:pt x="4234043" y="2220695"/>
                  </a:lnTo>
                  <a:lnTo>
                    <a:pt x="4161369" y="2196377"/>
                  </a:lnTo>
                  <a:lnTo>
                    <a:pt x="4094891" y="2169443"/>
                  </a:lnTo>
                  <a:lnTo>
                    <a:pt x="4033935" y="2139549"/>
                  </a:lnTo>
                  <a:lnTo>
                    <a:pt x="3977724" y="2106312"/>
                  </a:lnTo>
                  <a:lnTo>
                    <a:pt x="3925446" y="2069351"/>
                  </a:lnTo>
                  <a:lnTo>
                    <a:pt x="3876311" y="2028338"/>
                  </a:lnTo>
                  <a:lnTo>
                    <a:pt x="3829811" y="1983314"/>
                  </a:lnTo>
                  <a:lnTo>
                    <a:pt x="3788858" y="1938456"/>
                  </a:lnTo>
                  <a:lnTo>
                    <a:pt x="3749002" y="1890010"/>
                  </a:lnTo>
                  <a:lnTo>
                    <a:pt x="3709918" y="1837906"/>
                  </a:lnTo>
                  <a:lnTo>
                    <a:pt x="3671348" y="1782142"/>
                  </a:lnTo>
                  <a:lnTo>
                    <a:pt x="3633095" y="1722798"/>
                  </a:lnTo>
                  <a:lnTo>
                    <a:pt x="3595007" y="1660039"/>
                  </a:lnTo>
                  <a:lnTo>
                    <a:pt x="3556977" y="1594120"/>
                  </a:lnTo>
                  <a:lnTo>
                    <a:pt x="3518934" y="1525385"/>
                  </a:lnTo>
                  <a:lnTo>
                    <a:pt x="3480842" y="1454265"/>
                  </a:lnTo>
                  <a:lnTo>
                    <a:pt x="3442686" y="1381268"/>
                  </a:lnTo>
                  <a:lnTo>
                    <a:pt x="3404477" y="1306963"/>
                  </a:lnTo>
                  <a:lnTo>
                    <a:pt x="3366234" y="1231967"/>
                  </a:lnTo>
                  <a:lnTo>
                    <a:pt x="3327990" y="1156918"/>
                  </a:lnTo>
                  <a:lnTo>
                    <a:pt x="3289773" y="1082460"/>
                  </a:lnTo>
                  <a:lnTo>
                    <a:pt x="3251608" y="1009214"/>
                  </a:lnTo>
                  <a:lnTo>
                    <a:pt x="3213505" y="937758"/>
                  </a:lnTo>
                  <a:lnTo>
                    <a:pt x="3175457" y="868610"/>
                  </a:lnTo>
                  <a:lnTo>
                    <a:pt x="3137429" y="802214"/>
                  </a:lnTo>
                  <a:lnTo>
                    <a:pt x="3099356" y="738930"/>
                  </a:lnTo>
                  <a:lnTo>
                    <a:pt x="3061138" y="679025"/>
                  </a:lnTo>
                  <a:lnTo>
                    <a:pt x="3022631" y="622680"/>
                  </a:lnTo>
                  <a:lnTo>
                    <a:pt x="2983645" y="569987"/>
                  </a:lnTo>
                  <a:lnTo>
                    <a:pt x="2943933" y="520958"/>
                  </a:lnTo>
                  <a:lnTo>
                    <a:pt x="2903181" y="475534"/>
                  </a:lnTo>
                  <a:lnTo>
                    <a:pt x="2896531" y="468585"/>
                  </a:lnTo>
                  <a:lnTo>
                    <a:pt x="2849805" y="423356"/>
                  </a:lnTo>
                  <a:lnTo>
                    <a:pt x="2800656" y="382363"/>
                  </a:lnTo>
                  <a:lnTo>
                    <a:pt x="2748362" y="345420"/>
                  </a:lnTo>
                  <a:lnTo>
                    <a:pt x="2692130" y="312201"/>
                  </a:lnTo>
                  <a:lnTo>
                    <a:pt x="2631150" y="282321"/>
                  </a:lnTo>
                  <a:lnTo>
                    <a:pt x="2564644" y="255401"/>
                  </a:lnTo>
                  <a:lnTo>
                    <a:pt x="2491939" y="231094"/>
                  </a:lnTo>
                  <a:lnTo>
                    <a:pt x="2412559" y="209107"/>
                  </a:lnTo>
                  <a:lnTo>
                    <a:pt x="2326352" y="189211"/>
                  </a:lnTo>
                  <a:lnTo>
                    <a:pt x="2233651" y="171244"/>
                  </a:lnTo>
                  <a:lnTo>
                    <a:pt x="2135447" y="155112"/>
                  </a:lnTo>
                  <a:lnTo>
                    <a:pt x="2033553" y="140786"/>
                  </a:lnTo>
                  <a:lnTo>
                    <a:pt x="1930689" y="128280"/>
                  </a:lnTo>
                  <a:lnTo>
                    <a:pt x="1830420" y="117635"/>
                  </a:lnTo>
                  <a:lnTo>
                    <a:pt x="1736872" y="108885"/>
                  </a:lnTo>
                  <a:lnTo>
                    <a:pt x="1654215" y="102018"/>
                  </a:lnTo>
                  <a:lnTo>
                    <a:pt x="1585973" y="96948"/>
                  </a:lnTo>
                  <a:lnTo>
                    <a:pt x="1534333" y="93497"/>
                  </a:lnTo>
                  <a:lnTo>
                    <a:pt x="1499644" y="91403"/>
                  </a:lnTo>
                  <a:lnTo>
                    <a:pt x="1480236" y="90339"/>
                  </a:lnTo>
                  <a:lnTo>
                    <a:pt x="1472548" y="89956"/>
                  </a:lnTo>
                  <a:lnTo>
                    <a:pt x="1471387" y="89902"/>
                  </a:lnTo>
                  <a:lnTo>
                    <a:pt x="0" y="8990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4" name="pg164"/>
            <p:cNvSpPr/>
            <p:nvPr/>
          </p:nvSpPr>
          <p:spPr>
            <a:xfrm>
              <a:off x="4799595" y="4865348"/>
              <a:ext cx="11981298" cy="2280266"/>
            </a:xfrm>
            <a:custGeom>
              <a:avLst/>
              <a:pathLst>
                <a:path w="11981298" h="2280266">
                  <a:moveTo>
                    <a:pt x="0" y="8172"/>
                  </a:moveTo>
                  <a:lnTo>
                    <a:pt x="1471387" y="8172"/>
                  </a:lnTo>
                  <a:lnTo>
                    <a:pt x="1472564" y="8227"/>
                  </a:lnTo>
                  <a:lnTo>
                    <a:pt x="1480297" y="8613"/>
                  </a:lnTo>
                  <a:lnTo>
                    <a:pt x="1499771" y="9680"/>
                  </a:lnTo>
                  <a:lnTo>
                    <a:pt x="1534537" y="11780"/>
                  </a:lnTo>
                  <a:lnTo>
                    <a:pt x="1586258" y="15238"/>
                  </a:lnTo>
                  <a:lnTo>
                    <a:pt x="1654575" y="20317"/>
                  </a:lnTo>
                  <a:lnTo>
                    <a:pt x="1737292" y="27192"/>
                  </a:lnTo>
                  <a:lnTo>
                    <a:pt x="1830882" y="35951"/>
                  </a:lnTo>
                  <a:lnTo>
                    <a:pt x="1931173" y="46605"/>
                  </a:lnTo>
                  <a:lnTo>
                    <a:pt x="2034040" y="59119"/>
                  </a:lnTo>
                  <a:lnTo>
                    <a:pt x="2135922" y="73455"/>
                  </a:lnTo>
                  <a:lnTo>
                    <a:pt x="2234104" y="89594"/>
                  </a:lnTo>
                  <a:lnTo>
                    <a:pt x="2326776" y="107570"/>
                  </a:lnTo>
                  <a:lnTo>
                    <a:pt x="2412951" y="127476"/>
                  </a:lnTo>
                  <a:lnTo>
                    <a:pt x="2492299" y="149473"/>
                  </a:lnTo>
                  <a:lnTo>
                    <a:pt x="2564974" y="173792"/>
                  </a:lnTo>
                  <a:lnTo>
                    <a:pt x="2631451" y="200725"/>
                  </a:lnTo>
                  <a:lnTo>
                    <a:pt x="2692407" y="230620"/>
                  </a:lnTo>
                  <a:lnTo>
                    <a:pt x="2748618" y="263856"/>
                  </a:lnTo>
                  <a:lnTo>
                    <a:pt x="2800896" y="300817"/>
                  </a:lnTo>
                  <a:lnTo>
                    <a:pt x="2850032" y="341830"/>
                  </a:lnTo>
                  <a:lnTo>
                    <a:pt x="2896531" y="386855"/>
                  </a:lnTo>
                  <a:lnTo>
                    <a:pt x="2937484" y="431712"/>
                  </a:lnTo>
                  <a:lnTo>
                    <a:pt x="2977340" y="480158"/>
                  </a:lnTo>
                  <a:lnTo>
                    <a:pt x="3016424" y="532263"/>
                  </a:lnTo>
                  <a:lnTo>
                    <a:pt x="3054994" y="588027"/>
                  </a:lnTo>
                  <a:lnTo>
                    <a:pt x="3093247" y="647371"/>
                  </a:lnTo>
                  <a:lnTo>
                    <a:pt x="3131335" y="710130"/>
                  </a:lnTo>
                  <a:lnTo>
                    <a:pt x="3169366" y="776049"/>
                  </a:lnTo>
                  <a:lnTo>
                    <a:pt x="3207408" y="844784"/>
                  </a:lnTo>
                  <a:lnTo>
                    <a:pt x="3245500" y="915903"/>
                  </a:lnTo>
                  <a:lnTo>
                    <a:pt x="3283656" y="988900"/>
                  </a:lnTo>
                  <a:lnTo>
                    <a:pt x="3321866" y="1063205"/>
                  </a:lnTo>
                  <a:lnTo>
                    <a:pt x="3360108" y="1138202"/>
                  </a:lnTo>
                  <a:lnTo>
                    <a:pt x="3398352" y="1213250"/>
                  </a:lnTo>
                  <a:lnTo>
                    <a:pt x="3436569" y="1287708"/>
                  </a:lnTo>
                  <a:lnTo>
                    <a:pt x="3474734" y="1360955"/>
                  </a:lnTo>
                  <a:lnTo>
                    <a:pt x="3512837" y="1432411"/>
                  </a:lnTo>
                  <a:lnTo>
                    <a:pt x="3550885" y="1501559"/>
                  </a:lnTo>
                  <a:lnTo>
                    <a:pt x="3588913" y="1567954"/>
                  </a:lnTo>
                  <a:lnTo>
                    <a:pt x="3626986" y="1631239"/>
                  </a:lnTo>
                  <a:lnTo>
                    <a:pt x="3665204" y="1691143"/>
                  </a:lnTo>
                  <a:lnTo>
                    <a:pt x="3703711" y="1747488"/>
                  </a:lnTo>
                  <a:lnTo>
                    <a:pt x="3742697" y="1800181"/>
                  </a:lnTo>
                  <a:lnTo>
                    <a:pt x="3782409" y="1849210"/>
                  </a:lnTo>
                  <a:lnTo>
                    <a:pt x="3823162" y="1894635"/>
                  </a:lnTo>
                  <a:lnTo>
                    <a:pt x="3829811" y="1901584"/>
                  </a:lnTo>
                  <a:lnTo>
                    <a:pt x="3876537" y="1946812"/>
                  </a:lnTo>
                  <a:lnTo>
                    <a:pt x="3925686" y="1987806"/>
                  </a:lnTo>
                  <a:lnTo>
                    <a:pt x="3977980" y="2024748"/>
                  </a:lnTo>
                  <a:lnTo>
                    <a:pt x="4034212" y="2057968"/>
                  </a:lnTo>
                  <a:lnTo>
                    <a:pt x="4095192" y="2087848"/>
                  </a:lnTo>
                  <a:lnTo>
                    <a:pt x="4161698" y="2114768"/>
                  </a:lnTo>
                  <a:lnTo>
                    <a:pt x="4234403" y="2139075"/>
                  </a:lnTo>
                  <a:lnTo>
                    <a:pt x="4313783" y="2161062"/>
                  </a:lnTo>
                  <a:lnTo>
                    <a:pt x="4399990" y="2180958"/>
                  </a:lnTo>
                  <a:lnTo>
                    <a:pt x="4492691" y="2198925"/>
                  </a:lnTo>
                  <a:lnTo>
                    <a:pt x="4590896" y="2215056"/>
                  </a:lnTo>
                  <a:lnTo>
                    <a:pt x="4692790" y="2229383"/>
                  </a:lnTo>
                  <a:lnTo>
                    <a:pt x="4795653" y="2241889"/>
                  </a:lnTo>
                  <a:lnTo>
                    <a:pt x="4895923" y="2252533"/>
                  </a:lnTo>
                  <a:lnTo>
                    <a:pt x="4989470" y="2261283"/>
                  </a:lnTo>
                  <a:lnTo>
                    <a:pt x="5072127" y="2268150"/>
                  </a:lnTo>
                  <a:lnTo>
                    <a:pt x="5140369" y="2273220"/>
                  </a:lnTo>
                  <a:lnTo>
                    <a:pt x="5192009" y="2276671"/>
                  </a:lnTo>
                  <a:lnTo>
                    <a:pt x="5226698" y="2278766"/>
                  </a:lnTo>
                  <a:lnTo>
                    <a:pt x="5246106" y="2279829"/>
                  </a:lnTo>
                  <a:lnTo>
                    <a:pt x="5253794" y="2280213"/>
                  </a:lnTo>
                  <a:lnTo>
                    <a:pt x="5254955" y="2280266"/>
                  </a:lnTo>
                  <a:lnTo>
                    <a:pt x="6726343" y="2280266"/>
                  </a:lnTo>
                  <a:lnTo>
                    <a:pt x="6727547" y="2280225"/>
                  </a:lnTo>
                  <a:lnTo>
                    <a:pt x="6735454" y="2279935"/>
                  </a:lnTo>
                  <a:lnTo>
                    <a:pt x="6755351" y="2279134"/>
                  </a:lnTo>
                  <a:lnTo>
                    <a:pt x="6790840" y="2277556"/>
                  </a:lnTo>
                  <a:lnTo>
                    <a:pt x="6843563" y="2274960"/>
                  </a:lnTo>
                  <a:lnTo>
                    <a:pt x="6913084" y="2271150"/>
                  </a:lnTo>
                  <a:lnTo>
                    <a:pt x="6997087" y="2265996"/>
                  </a:lnTo>
                  <a:lnTo>
                    <a:pt x="7091911" y="2259437"/>
                  </a:lnTo>
                  <a:lnTo>
                    <a:pt x="7193272" y="2251467"/>
                  </a:lnTo>
                  <a:lnTo>
                    <a:pt x="7296975" y="2242112"/>
                  </a:lnTo>
                  <a:lnTo>
                    <a:pt x="7399432" y="2231402"/>
                  </a:lnTo>
                  <a:lnTo>
                    <a:pt x="7497939" y="2219347"/>
                  </a:lnTo>
                  <a:lnTo>
                    <a:pt x="7590727" y="2205919"/>
                  </a:lnTo>
                  <a:lnTo>
                    <a:pt x="7676855" y="2191043"/>
                  </a:lnTo>
                  <a:lnTo>
                    <a:pt x="7756047" y="2174593"/>
                  </a:lnTo>
                  <a:lnTo>
                    <a:pt x="7828505" y="2156389"/>
                  </a:lnTo>
                  <a:lnTo>
                    <a:pt x="7894745" y="2136206"/>
                  </a:lnTo>
                  <a:lnTo>
                    <a:pt x="7955478" y="2113780"/>
                  </a:lnTo>
                  <a:lnTo>
                    <a:pt x="8011507" y="2088823"/>
                  </a:lnTo>
                  <a:lnTo>
                    <a:pt x="8063661" y="2061050"/>
                  </a:lnTo>
                  <a:lnTo>
                    <a:pt x="8112745" y="2030228"/>
                  </a:lnTo>
                  <a:lnTo>
                    <a:pt x="8151487" y="2002384"/>
                  </a:lnTo>
                  <a:lnTo>
                    <a:pt x="8196758" y="1965784"/>
                  </a:lnTo>
                  <a:lnTo>
                    <a:pt x="8240729" y="1925948"/>
                  </a:lnTo>
                  <a:lnTo>
                    <a:pt x="8283827" y="1882816"/>
                  </a:lnTo>
                  <a:lnTo>
                    <a:pt x="8326378" y="1836408"/>
                  </a:lnTo>
                  <a:lnTo>
                    <a:pt x="8368627" y="1786836"/>
                  </a:lnTo>
                  <a:lnTo>
                    <a:pt x="8410748" y="1734306"/>
                  </a:lnTo>
                  <a:lnTo>
                    <a:pt x="8452858" y="1679125"/>
                  </a:lnTo>
                  <a:lnTo>
                    <a:pt x="8495021" y="1621696"/>
                  </a:lnTo>
                  <a:lnTo>
                    <a:pt x="8537259" y="1562511"/>
                  </a:lnTo>
                  <a:lnTo>
                    <a:pt x="8579565" y="1502131"/>
                  </a:lnTo>
                  <a:lnTo>
                    <a:pt x="8621908" y="1441170"/>
                  </a:lnTo>
                  <a:lnTo>
                    <a:pt x="8664247" y="1380267"/>
                  </a:lnTo>
                  <a:lnTo>
                    <a:pt x="8706542" y="1320056"/>
                  </a:lnTo>
                  <a:lnTo>
                    <a:pt x="8748767" y="1261145"/>
                  </a:lnTo>
                  <a:lnTo>
                    <a:pt x="8790917" y="1204084"/>
                  </a:lnTo>
                  <a:lnTo>
                    <a:pt x="8833023" y="1149350"/>
                  </a:lnTo>
                  <a:lnTo>
                    <a:pt x="8875158" y="1097328"/>
                  </a:lnTo>
                  <a:lnTo>
                    <a:pt x="8917446" y="1048308"/>
                  </a:lnTo>
                  <a:lnTo>
                    <a:pt x="8960074" y="1002480"/>
                  </a:lnTo>
                  <a:lnTo>
                    <a:pt x="9003301" y="959938"/>
                  </a:lnTo>
                  <a:lnTo>
                    <a:pt x="9047470" y="920686"/>
                  </a:lnTo>
                  <a:lnTo>
                    <a:pt x="9084767" y="890856"/>
                  </a:lnTo>
                  <a:lnTo>
                    <a:pt x="9131864" y="857422"/>
                  </a:lnTo>
                  <a:lnTo>
                    <a:pt x="9181427" y="827143"/>
                  </a:lnTo>
                  <a:lnTo>
                    <a:pt x="9234196" y="799879"/>
                  </a:lnTo>
                  <a:lnTo>
                    <a:pt x="9290984" y="775384"/>
                  </a:lnTo>
                  <a:lnTo>
                    <a:pt x="9352619" y="753369"/>
                  </a:lnTo>
                  <a:lnTo>
                    <a:pt x="9419895" y="733548"/>
                  </a:lnTo>
                  <a:lnTo>
                    <a:pt x="9493494" y="715664"/>
                  </a:lnTo>
                  <a:lnTo>
                    <a:pt x="9573890" y="699499"/>
                  </a:lnTo>
                  <a:lnTo>
                    <a:pt x="9661214" y="684883"/>
                  </a:lnTo>
                  <a:lnTo>
                    <a:pt x="9755086" y="671698"/>
                  </a:lnTo>
                  <a:lnTo>
                    <a:pt x="9854434" y="659877"/>
                  </a:lnTo>
                  <a:lnTo>
                    <a:pt x="9957329" y="649402"/>
                  </a:lnTo>
                  <a:lnTo>
                    <a:pt x="10060904" y="640286"/>
                  </a:lnTo>
                  <a:lnTo>
                    <a:pt x="10161439" y="632560"/>
                  </a:lnTo>
                  <a:lnTo>
                    <a:pt x="10254680" y="626248"/>
                  </a:lnTo>
                  <a:lnTo>
                    <a:pt x="10336396" y="621334"/>
                  </a:lnTo>
                  <a:lnTo>
                    <a:pt x="10403113" y="617746"/>
                  </a:lnTo>
                  <a:lnTo>
                    <a:pt x="10452809" y="615343"/>
                  </a:lnTo>
                  <a:lnTo>
                    <a:pt x="10485408" y="613919"/>
                  </a:lnTo>
                  <a:lnTo>
                    <a:pt x="10502909" y="613225"/>
                  </a:lnTo>
                  <a:lnTo>
                    <a:pt x="10509225" y="612997"/>
                  </a:lnTo>
                  <a:lnTo>
                    <a:pt x="10509911" y="612974"/>
                  </a:lnTo>
                  <a:lnTo>
                    <a:pt x="11981298" y="612974"/>
                  </a:lnTo>
                  <a:lnTo>
                    <a:pt x="11981298" y="604801"/>
                  </a:lnTo>
                  <a:lnTo>
                    <a:pt x="10509911" y="604801"/>
                  </a:lnTo>
                  <a:lnTo>
                    <a:pt x="10508706" y="604842"/>
                  </a:lnTo>
                  <a:lnTo>
                    <a:pt x="10500799" y="605132"/>
                  </a:lnTo>
                  <a:lnTo>
                    <a:pt x="10480902" y="605934"/>
                  </a:lnTo>
                  <a:lnTo>
                    <a:pt x="10445413" y="607511"/>
                  </a:lnTo>
                  <a:lnTo>
                    <a:pt x="10392690" y="610108"/>
                  </a:lnTo>
                  <a:lnTo>
                    <a:pt x="10323169" y="613918"/>
                  </a:lnTo>
                  <a:lnTo>
                    <a:pt x="10239166" y="619072"/>
                  </a:lnTo>
                  <a:lnTo>
                    <a:pt x="10144343" y="625631"/>
                  </a:lnTo>
                  <a:lnTo>
                    <a:pt x="10042981" y="633600"/>
                  </a:lnTo>
                  <a:lnTo>
                    <a:pt x="9939279" y="642955"/>
                  </a:lnTo>
                  <a:lnTo>
                    <a:pt x="9836822" y="653665"/>
                  </a:lnTo>
                  <a:lnTo>
                    <a:pt x="9738314" y="665720"/>
                  </a:lnTo>
                  <a:lnTo>
                    <a:pt x="9645526" y="679148"/>
                  </a:lnTo>
                  <a:lnTo>
                    <a:pt x="9559398" y="694024"/>
                  </a:lnTo>
                  <a:lnTo>
                    <a:pt x="9480206" y="710475"/>
                  </a:lnTo>
                  <a:lnTo>
                    <a:pt x="9407749" y="728679"/>
                  </a:lnTo>
                  <a:lnTo>
                    <a:pt x="9341508" y="748862"/>
                  </a:lnTo>
                  <a:lnTo>
                    <a:pt x="9280775" y="771288"/>
                  </a:lnTo>
                  <a:lnTo>
                    <a:pt x="9224747" y="796245"/>
                  </a:lnTo>
                  <a:lnTo>
                    <a:pt x="9172592" y="824017"/>
                  </a:lnTo>
                  <a:lnTo>
                    <a:pt x="9123509" y="854840"/>
                  </a:lnTo>
                  <a:lnTo>
                    <a:pt x="9084767" y="882683"/>
                  </a:lnTo>
                  <a:lnTo>
                    <a:pt x="9039496" y="919283"/>
                  </a:lnTo>
                  <a:lnTo>
                    <a:pt x="8995524" y="959119"/>
                  </a:lnTo>
                  <a:lnTo>
                    <a:pt x="8952427" y="1002252"/>
                  </a:lnTo>
                  <a:lnTo>
                    <a:pt x="8909876" y="1048659"/>
                  </a:lnTo>
                  <a:lnTo>
                    <a:pt x="8867627" y="1098231"/>
                  </a:lnTo>
                  <a:lnTo>
                    <a:pt x="8825505" y="1150761"/>
                  </a:lnTo>
                  <a:lnTo>
                    <a:pt x="8783395" y="1205943"/>
                  </a:lnTo>
                  <a:lnTo>
                    <a:pt x="8741233" y="1263371"/>
                  </a:lnTo>
                  <a:lnTo>
                    <a:pt x="8698994" y="1322557"/>
                  </a:lnTo>
                  <a:lnTo>
                    <a:pt x="8656688" y="1382936"/>
                  </a:lnTo>
                  <a:lnTo>
                    <a:pt x="8614346" y="1443897"/>
                  </a:lnTo>
                  <a:lnTo>
                    <a:pt x="8572007" y="1504801"/>
                  </a:lnTo>
                  <a:lnTo>
                    <a:pt x="8529711" y="1565011"/>
                  </a:lnTo>
                  <a:lnTo>
                    <a:pt x="8487486" y="1623922"/>
                  </a:lnTo>
                  <a:lnTo>
                    <a:pt x="8445336" y="1680983"/>
                  </a:lnTo>
                  <a:lnTo>
                    <a:pt x="8403230" y="1735718"/>
                  </a:lnTo>
                  <a:lnTo>
                    <a:pt x="8361096" y="1787739"/>
                  </a:lnTo>
                  <a:lnTo>
                    <a:pt x="8318808" y="1836759"/>
                  </a:lnTo>
                  <a:lnTo>
                    <a:pt x="8276179" y="1882587"/>
                  </a:lnTo>
                  <a:lnTo>
                    <a:pt x="8232952" y="1925130"/>
                  </a:lnTo>
                  <a:lnTo>
                    <a:pt x="8188783" y="1964381"/>
                  </a:lnTo>
                  <a:lnTo>
                    <a:pt x="8151487" y="1994211"/>
                  </a:lnTo>
                  <a:lnTo>
                    <a:pt x="8104390" y="2027646"/>
                  </a:lnTo>
                  <a:lnTo>
                    <a:pt x="8054827" y="2057925"/>
                  </a:lnTo>
                  <a:lnTo>
                    <a:pt x="8002057" y="2085188"/>
                  </a:lnTo>
                  <a:lnTo>
                    <a:pt x="7945269" y="2109684"/>
                  </a:lnTo>
                  <a:lnTo>
                    <a:pt x="7883634" y="2131699"/>
                  </a:lnTo>
                  <a:lnTo>
                    <a:pt x="7816358" y="2151519"/>
                  </a:lnTo>
                  <a:lnTo>
                    <a:pt x="7742759" y="2169403"/>
                  </a:lnTo>
                  <a:lnTo>
                    <a:pt x="7662363" y="2185568"/>
                  </a:lnTo>
                  <a:lnTo>
                    <a:pt x="7575039" y="2200185"/>
                  </a:lnTo>
                  <a:lnTo>
                    <a:pt x="7481167" y="2213370"/>
                  </a:lnTo>
                  <a:lnTo>
                    <a:pt x="7381819" y="2225190"/>
                  </a:lnTo>
                  <a:lnTo>
                    <a:pt x="7278925" y="2235665"/>
                  </a:lnTo>
                  <a:lnTo>
                    <a:pt x="7175350" y="2244781"/>
                  </a:lnTo>
                  <a:lnTo>
                    <a:pt x="7074814" y="2252507"/>
                  </a:lnTo>
                  <a:lnTo>
                    <a:pt x="6981574" y="2258820"/>
                  </a:lnTo>
                  <a:lnTo>
                    <a:pt x="6899857" y="2263734"/>
                  </a:lnTo>
                  <a:lnTo>
                    <a:pt x="6833141" y="2267321"/>
                  </a:lnTo>
                  <a:lnTo>
                    <a:pt x="6783444" y="2269725"/>
                  </a:lnTo>
                  <a:lnTo>
                    <a:pt x="6750845" y="2271149"/>
                  </a:lnTo>
                  <a:lnTo>
                    <a:pt x="6733344" y="2271842"/>
                  </a:lnTo>
                  <a:lnTo>
                    <a:pt x="6727028" y="2272070"/>
                  </a:lnTo>
                  <a:lnTo>
                    <a:pt x="6726343" y="2272093"/>
                  </a:lnTo>
                  <a:lnTo>
                    <a:pt x="5254955" y="2272093"/>
                  </a:lnTo>
                  <a:lnTo>
                    <a:pt x="5253778" y="2272039"/>
                  </a:lnTo>
                  <a:lnTo>
                    <a:pt x="5246045" y="2271653"/>
                  </a:lnTo>
                  <a:lnTo>
                    <a:pt x="5226571" y="2270586"/>
                  </a:lnTo>
                  <a:lnTo>
                    <a:pt x="5191805" y="2268485"/>
                  </a:lnTo>
                  <a:lnTo>
                    <a:pt x="5140084" y="2265027"/>
                  </a:lnTo>
                  <a:lnTo>
                    <a:pt x="5071767" y="2259949"/>
                  </a:lnTo>
                  <a:lnTo>
                    <a:pt x="4989050" y="2253073"/>
                  </a:lnTo>
                  <a:lnTo>
                    <a:pt x="4895460" y="2244314"/>
                  </a:lnTo>
                  <a:lnTo>
                    <a:pt x="4795169" y="2233661"/>
                  </a:lnTo>
                  <a:lnTo>
                    <a:pt x="4692302" y="2221146"/>
                  </a:lnTo>
                  <a:lnTo>
                    <a:pt x="4590420" y="2206811"/>
                  </a:lnTo>
                  <a:lnTo>
                    <a:pt x="4492238" y="2190671"/>
                  </a:lnTo>
                  <a:lnTo>
                    <a:pt x="4399566" y="2172695"/>
                  </a:lnTo>
                  <a:lnTo>
                    <a:pt x="4313391" y="2152789"/>
                  </a:lnTo>
                  <a:lnTo>
                    <a:pt x="4234043" y="2130792"/>
                  </a:lnTo>
                  <a:lnTo>
                    <a:pt x="4161369" y="2106474"/>
                  </a:lnTo>
                  <a:lnTo>
                    <a:pt x="4094891" y="2079540"/>
                  </a:lnTo>
                  <a:lnTo>
                    <a:pt x="4033935" y="2049646"/>
                  </a:lnTo>
                  <a:lnTo>
                    <a:pt x="3977724" y="2016409"/>
                  </a:lnTo>
                  <a:lnTo>
                    <a:pt x="3925446" y="1979448"/>
                  </a:lnTo>
                  <a:lnTo>
                    <a:pt x="3876311" y="1938435"/>
                  </a:lnTo>
                  <a:lnTo>
                    <a:pt x="3829811" y="1893411"/>
                  </a:lnTo>
                  <a:lnTo>
                    <a:pt x="3788858" y="1848553"/>
                  </a:lnTo>
                  <a:lnTo>
                    <a:pt x="3749002" y="1800107"/>
                  </a:lnTo>
                  <a:lnTo>
                    <a:pt x="3709918" y="1748003"/>
                  </a:lnTo>
                  <a:lnTo>
                    <a:pt x="3671348" y="1692239"/>
                  </a:lnTo>
                  <a:lnTo>
                    <a:pt x="3633095" y="1632895"/>
                  </a:lnTo>
                  <a:lnTo>
                    <a:pt x="3595007" y="1570136"/>
                  </a:lnTo>
                  <a:lnTo>
                    <a:pt x="3556977" y="1504217"/>
                  </a:lnTo>
                  <a:lnTo>
                    <a:pt x="3518934" y="1435482"/>
                  </a:lnTo>
                  <a:lnTo>
                    <a:pt x="3480842" y="1364362"/>
                  </a:lnTo>
                  <a:lnTo>
                    <a:pt x="3442686" y="1291365"/>
                  </a:lnTo>
                  <a:lnTo>
                    <a:pt x="3404477" y="1217060"/>
                  </a:lnTo>
                  <a:lnTo>
                    <a:pt x="3366234" y="1142064"/>
                  </a:lnTo>
                  <a:lnTo>
                    <a:pt x="3327990" y="1067015"/>
                  </a:lnTo>
                  <a:lnTo>
                    <a:pt x="3289773" y="992557"/>
                  </a:lnTo>
                  <a:lnTo>
                    <a:pt x="3251608" y="919311"/>
                  </a:lnTo>
                  <a:lnTo>
                    <a:pt x="3213505" y="847855"/>
                  </a:lnTo>
                  <a:lnTo>
                    <a:pt x="3175457" y="778707"/>
                  </a:lnTo>
                  <a:lnTo>
                    <a:pt x="3137429" y="712311"/>
                  </a:lnTo>
                  <a:lnTo>
                    <a:pt x="3099356" y="649027"/>
                  </a:lnTo>
                  <a:lnTo>
                    <a:pt x="3061138" y="589122"/>
                  </a:lnTo>
                  <a:lnTo>
                    <a:pt x="3022631" y="532777"/>
                  </a:lnTo>
                  <a:lnTo>
                    <a:pt x="2983645" y="480084"/>
                  </a:lnTo>
                  <a:lnTo>
                    <a:pt x="2943933" y="431056"/>
                  </a:lnTo>
                  <a:lnTo>
                    <a:pt x="2903181" y="385631"/>
                  </a:lnTo>
                  <a:lnTo>
                    <a:pt x="2896531" y="378682"/>
                  </a:lnTo>
                  <a:lnTo>
                    <a:pt x="2849805" y="333453"/>
                  </a:lnTo>
                  <a:lnTo>
                    <a:pt x="2800656" y="292460"/>
                  </a:lnTo>
                  <a:lnTo>
                    <a:pt x="2748362" y="255517"/>
                  </a:lnTo>
                  <a:lnTo>
                    <a:pt x="2692130" y="222298"/>
                  </a:lnTo>
                  <a:lnTo>
                    <a:pt x="2631150" y="192418"/>
                  </a:lnTo>
                  <a:lnTo>
                    <a:pt x="2564644" y="165498"/>
                  </a:lnTo>
                  <a:lnTo>
                    <a:pt x="2491939" y="141191"/>
                  </a:lnTo>
                  <a:lnTo>
                    <a:pt x="2412559" y="119204"/>
                  </a:lnTo>
                  <a:lnTo>
                    <a:pt x="2326352" y="99308"/>
                  </a:lnTo>
                  <a:lnTo>
                    <a:pt x="2233651" y="81341"/>
                  </a:lnTo>
                  <a:lnTo>
                    <a:pt x="2135447" y="65209"/>
                  </a:lnTo>
                  <a:lnTo>
                    <a:pt x="2033553" y="50883"/>
                  </a:lnTo>
                  <a:lnTo>
                    <a:pt x="1930689" y="38377"/>
                  </a:lnTo>
                  <a:lnTo>
                    <a:pt x="1830420" y="27732"/>
                  </a:lnTo>
                  <a:lnTo>
                    <a:pt x="1736872" y="18982"/>
                  </a:lnTo>
                  <a:lnTo>
                    <a:pt x="1654215" y="12115"/>
                  </a:lnTo>
                  <a:lnTo>
                    <a:pt x="1585973" y="7045"/>
                  </a:lnTo>
                  <a:lnTo>
                    <a:pt x="1534333" y="3594"/>
                  </a:lnTo>
                  <a:lnTo>
                    <a:pt x="1499644" y="1500"/>
                  </a:lnTo>
                  <a:lnTo>
                    <a:pt x="1480236" y="437"/>
                  </a:lnTo>
                  <a:lnTo>
                    <a:pt x="1472548" y="53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65" name="pl165"/>
            <p:cNvSpPr/>
            <p:nvPr/>
          </p:nvSpPr>
          <p:spPr>
            <a:xfrm>
              <a:off x="4799595" y="4873521"/>
              <a:ext cx="11981298" cy="2272093"/>
            </a:xfrm>
            <a:custGeom>
              <a:avLst/>
              <a:pathLst>
                <a:path w="11981298" h="2272093">
                  <a:moveTo>
                    <a:pt x="0" y="0"/>
                  </a:moveTo>
                  <a:lnTo>
                    <a:pt x="1471387" y="0"/>
                  </a:lnTo>
                  <a:lnTo>
                    <a:pt x="1472564" y="54"/>
                  </a:lnTo>
                  <a:lnTo>
                    <a:pt x="1480297" y="440"/>
                  </a:lnTo>
                  <a:lnTo>
                    <a:pt x="1499771" y="1507"/>
                  </a:lnTo>
                  <a:lnTo>
                    <a:pt x="1534537" y="3607"/>
                  </a:lnTo>
                  <a:lnTo>
                    <a:pt x="1586258" y="7065"/>
                  </a:lnTo>
                  <a:lnTo>
                    <a:pt x="1654575" y="12144"/>
                  </a:lnTo>
                  <a:lnTo>
                    <a:pt x="1737292" y="19019"/>
                  </a:lnTo>
                  <a:lnTo>
                    <a:pt x="1830882" y="27778"/>
                  </a:lnTo>
                  <a:lnTo>
                    <a:pt x="1931173" y="38432"/>
                  </a:lnTo>
                  <a:lnTo>
                    <a:pt x="2034040" y="50946"/>
                  </a:lnTo>
                  <a:lnTo>
                    <a:pt x="2135922" y="65282"/>
                  </a:lnTo>
                  <a:lnTo>
                    <a:pt x="2234104" y="81421"/>
                  </a:lnTo>
                  <a:lnTo>
                    <a:pt x="2326776" y="99397"/>
                  </a:lnTo>
                  <a:lnTo>
                    <a:pt x="2412951" y="119303"/>
                  </a:lnTo>
                  <a:lnTo>
                    <a:pt x="2492299" y="141300"/>
                  </a:lnTo>
                  <a:lnTo>
                    <a:pt x="2564974" y="165619"/>
                  </a:lnTo>
                  <a:lnTo>
                    <a:pt x="2631451" y="192552"/>
                  </a:lnTo>
                  <a:lnTo>
                    <a:pt x="2692407" y="222447"/>
                  </a:lnTo>
                  <a:lnTo>
                    <a:pt x="2748618" y="255683"/>
                  </a:lnTo>
                  <a:lnTo>
                    <a:pt x="2800896" y="292644"/>
                  </a:lnTo>
                  <a:lnTo>
                    <a:pt x="2850032" y="333657"/>
                  </a:lnTo>
                  <a:lnTo>
                    <a:pt x="2896531" y="378682"/>
                  </a:lnTo>
                  <a:lnTo>
                    <a:pt x="2937484" y="423539"/>
                  </a:lnTo>
                  <a:lnTo>
                    <a:pt x="2977340" y="471985"/>
                  </a:lnTo>
                  <a:lnTo>
                    <a:pt x="3016424" y="524090"/>
                  </a:lnTo>
                  <a:lnTo>
                    <a:pt x="3054994" y="579854"/>
                  </a:lnTo>
                  <a:lnTo>
                    <a:pt x="3093247" y="639198"/>
                  </a:lnTo>
                  <a:lnTo>
                    <a:pt x="3131335" y="701957"/>
                  </a:lnTo>
                  <a:lnTo>
                    <a:pt x="3169366" y="767876"/>
                  </a:lnTo>
                  <a:lnTo>
                    <a:pt x="3207408" y="836611"/>
                  </a:lnTo>
                  <a:lnTo>
                    <a:pt x="3245500" y="907730"/>
                  </a:lnTo>
                  <a:lnTo>
                    <a:pt x="3283656" y="980728"/>
                  </a:lnTo>
                  <a:lnTo>
                    <a:pt x="3321866" y="1055032"/>
                  </a:lnTo>
                  <a:lnTo>
                    <a:pt x="3360108" y="1130029"/>
                  </a:lnTo>
                  <a:lnTo>
                    <a:pt x="3398352" y="1205077"/>
                  </a:lnTo>
                  <a:lnTo>
                    <a:pt x="3436569" y="1279535"/>
                  </a:lnTo>
                  <a:lnTo>
                    <a:pt x="3474734" y="1352782"/>
                  </a:lnTo>
                  <a:lnTo>
                    <a:pt x="3512837" y="1424238"/>
                  </a:lnTo>
                  <a:lnTo>
                    <a:pt x="3550885" y="1493386"/>
                  </a:lnTo>
                  <a:lnTo>
                    <a:pt x="3588913" y="1559781"/>
                  </a:lnTo>
                  <a:lnTo>
                    <a:pt x="3626986" y="1623066"/>
                  </a:lnTo>
                  <a:lnTo>
                    <a:pt x="3665204" y="1682970"/>
                  </a:lnTo>
                  <a:lnTo>
                    <a:pt x="3703711" y="1739315"/>
                  </a:lnTo>
                  <a:lnTo>
                    <a:pt x="3742697" y="1792008"/>
                  </a:lnTo>
                  <a:lnTo>
                    <a:pt x="3782409" y="1841037"/>
                  </a:lnTo>
                  <a:lnTo>
                    <a:pt x="3823162" y="1886462"/>
                  </a:lnTo>
                  <a:lnTo>
                    <a:pt x="3829811" y="1893411"/>
                  </a:lnTo>
                  <a:lnTo>
                    <a:pt x="3876537" y="1938639"/>
                  </a:lnTo>
                  <a:lnTo>
                    <a:pt x="3925686" y="1979633"/>
                  </a:lnTo>
                  <a:lnTo>
                    <a:pt x="3977980" y="2016575"/>
                  </a:lnTo>
                  <a:lnTo>
                    <a:pt x="4034212" y="2049795"/>
                  </a:lnTo>
                  <a:lnTo>
                    <a:pt x="4095192" y="2079675"/>
                  </a:lnTo>
                  <a:lnTo>
                    <a:pt x="4161698" y="2106595"/>
                  </a:lnTo>
                  <a:lnTo>
                    <a:pt x="4234403" y="2130902"/>
                  </a:lnTo>
                  <a:lnTo>
                    <a:pt x="4313783" y="2152889"/>
                  </a:lnTo>
                  <a:lnTo>
                    <a:pt x="4399990" y="2172785"/>
                  </a:lnTo>
                  <a:lnTo>
                    <a:pt x="4492691" y="2190752"/>
                  </a:lnTo>
                  <a:lnTo>
                    <a:pt x="4590896" y="2206883"/>
                  </a:lnTo>
                  <a:lnTo>
                    <a:pt x="4692790" y="2221210"/>
                  </a:lnTo>
                  <a:lnTo>
                    <a:pt x="4795653" y="2233716"/>
                  </a:lnTo>
                  <a:lnTo>
                    <a:pt x="4895923" y="2244360"/>
                  </a:lnTo>
                  <a:lnTo>
                    <a:pt x="4989470" y="2253110"/>
                  </a:lnTo>
                  <a:lnTo>
                    <a:pt x="5072127" y="2259977"/>
                  </a:lnTo>
                  <a:lnTo>
                    <a:pt x="5140369" y="2265047"/>
                  </a:lnTo>
                  <a:lnTo>
                    <a:pt x="5192009" y="2268498"/>
                  </a:lnTo>
                  <a:lnTo>
                    <a:pt x="5226698" y="2270593"/>
                  </a:lnTo>
                  <a:lnTo>
                    <a:pt x="5246106" y="2271656"/>
                  </a:lnTo>
                  <a:lnTo>
                    <a:pt x="5253794" y="2272040"/>
                  </a:lnTo>
                  <a:lnTo>
                    <a:pt x="5254955" y="2272093"/>
                  </a:lnTo>
                  <a:lnTo>
                    <a:pt x="6726343" y="2272093"/>
                  </a:lnTo>
                  <a:lnTo>
                    <a:pt x="6727547" y="2272052"/>
                  </a:lnTo>
                  <a:lnTo>
                    <a:pt x="6735454" y="2271762"/>
                  </a:lnTo>
                  <a:lnTo>
                    <a:pt x="6755351" y="2270961"/>
                  </a:lnTo>
                  <a:lnTo>
                    <a:pt x="6790840" y="2269383"/>
                  </a:lnTo>
                  <a:lnTo>
                    <a:pt x="6843563" y="2266787"/>
                  </a:lnTo>
                  <a:lnTo>
                    <a:pt x="6913084" y="2262977"/>
                  </a:lnTo>
                  <a:lnTo>
                    <a:pt x="6997087" y="2257823"/>
                  </a:lnTo>
                  <a:lnTo>
                    <a:pt x="7091911" y="2251264"/>
                  </a:lnTo>
                  <a:lnTo>
                    <a:pt x="7193272" y="2243294"/>
                  </a:lnTo>
                  <a:lnTo>
                    <a:pt x="7296975" y="2233939"/>
                  </a:lnTo>
                  <a:lnTo>
                    <a:pt x="7399432" y="2223229"/>
                  </a:lnTo>
                  <a:lnTo>
                    <a:pt x="7497939" y="2211174"/>
                  </a:lnTo>
                  <a:lnTo>
                    <a:pt x="7590727" y="2197746"/>
                  </a:lnTo>
                  <a:lnTo>
                    <a:pt x="7676855" y="2182870"/>
                  </a:lnTo>
                  <a:lnTo>
                    <a:pt x="7756047" y="2166420"/>
                  </a:lnTo>
                  <a:lnTo>
                    <a:pt x="7828505" y="2148216"/>
                  </a:lnTo>
                  <a:lnTo>
                    <a:pt x="7894745" y="2128033"/>
                  </a:lnTo>
                  <a:lnTo>
                    <a:pt x="7955478" y="2105607"/>
                  </a:lnTo>
                  <a:lnTo>
                    <a:pt x="8011507" y="2080650"/>
                  </a:lnTo>
                  <a:lnTo>
                    <a:pt x="8063661" y="2052877"/>
                  </a:lnTo>
                  <a:lnTo>
                    <a:pt x="8112745" y="2022055"/>
                  </a:lnTo>
                  <a:lnTo>
                    <a:pt x="8151487" y="1994211"/>
                  </a:lnTo>
                  <a:lnTo>
                    <a:pt x="8196758" y="1957611"/>
                  </a:lnTo>
                  <a:lnTo>
                    <a:pt x="8240729" y="1917775"/>
                  </a:lnTo>
                  <a:lnTo>
                    <a:pt x="8283827" y="1874643"/>
                  </a:lnTo>
                  <a:lnTo>
                    <a:pt x="8326378" y="1828235"/>
                  </a:lnTo>
                  <a:lnTo>
                    <a:pt x="8368627" y="1778663"/>
                  </a:lnTo>
                  <a:lnTo>
                    <a:pt x="8410748" y="1726133"/>
                  </a:lnTo>
                  <a:lnTo>
                    <a:pt x="8452858" y="1670952"/>
                  </a:lnTo>
                  <a:lnTo>
                    <a:pt x="8495021" y="1613523"/>
                  </a:lnTo>
                  <a:lnTo>
                    <a:pt x="8537259" y="1554338"/>
                  </a:lnTo>
                  <a:lnTo>
                    <a:pt x="8579565" y="1493958"/>
                  </a:lnTo>
                  <a:lnTo>
                    <a:pt x="8621908" y="1432997"/>
                  </a:lnTo>
                  <a:lnTo>
                    <a:pt x="8664247" y="1372094"/>
                  </a:lnTo>
                  <a:lnTo>
                    <a:pt x="8706542" y="1311883"/>
                  </a:lnTo>
                  <a:lnTo>
                    <a:pt x="8748767" y="1252972"/>
                  </a:lnTo>
                  <a:lnTo>
                    <a:pt x="8790917" y="1195911"/>
                  </a:lnTo>
                  <a:lnTo>
                    <a:pt x="8833023" y="1141177"/>
                  </a:lnTo>
                  <a:lnTo>
                    <a:pt x="8875158" y="1089155"/>
                  </a:lnTo>
                  <a:lnTo>
                    <a:pt x="8917446" y="1040135"/>
                  </a:lnTo>
                  <a:lnTo>
                    <a:pt x="8960074" y="994307"/>
                  </a:lnTo>
                  <a:lnTo>
                    <a:pt x="9003301" y="951765"/>
                  </a:lnTo>
                  <a:lnTo>
                    <a:pt x="9047470" y="912513"/>
                  </a:lnTo>
                  <a:lnTo>
                    <a:pt x="9084767" y="882683"/>
                  </a:lnTo>
                  <a:lnTo>
                    <a:pt x="9131864" y="849249"/>
                  </a:lnTo>
                  <a:lnTo>
                    <a:pt x="9181427" y="818970"/>
                  </a:lnTo>
                  <a:lnTo>
                    <a:pt x="9234196" y="791706"/>
                  </a:lnTo>
                  <a:lnTo>
                    <a:pt x="9290984" y="767211"/>
                  </a:lnTo>
                  <a:lnTo>
                    <a:pt x="9352619" y="745196"/>
                  </a:lnTo>
                  <a:lnTo>
                    <a:pt x="9419895" y="725375"/>
                  </a:lnTo>
                  <a:lnTo>
                    <a:pt x="9493494" y="707491"/>
                  </a:lnTo>
                  <a:lnTo>
                    <a:pt x="9573890" y="691326"/>
                  </a:lnTo>
                  <a:lnTo>
                    <a:pt x="9661214" y="676710"/>
                  </a:lnTo>
                  <a:lnTo>
                    <a:pt x="9755086" y="663525"/>
                  </a:lnTo>
                  <a:lnTo>
                    <a:pt x="9854434" y="651704"/>
                  </a:lnTo>
                  <a:lnTo>
                    <a:pt x="9957329" y="641229"/>
                  </a:lnTo>
                  <a:lnTo>
                    <a:pt x="10060904" y="632113"/>
                  </a:lnTo>
                  <a:lnTo>
                    <a:pt x="10161439" y="624387"/>
                  </a:lnTo>
                  <a:lnTo>
                    <a:pt x="10254680" y="618075"/>
                  </a:lnTo>
                  <a:lnTo>
                    <a:pt x="10336396" y="613161"/>
                  </a:lnTo>
                  <a:lnTo>
                    <a:pt x="10403113" y="609573"/>
                  </a:lnTo>
                  <a:lnTo>
                    <a:pt x="10452809" y="607170"/>
                  </a:lnTo>
                  <a:lnTo>
                    <a:pt x="10485408" y="605746"/>
                  </a:lnTo>
                  <a:lnTo>
                    <a:pt x="10502909" y="605052"/>
                  </a:lnTo>
                  <a:lnTo>
                    <a:pt x="10509225" y="604824"/>
                  </a:lnTo>
                  <a:lnTo>
                    <a:pt x="10509911" y="604801"/>
                  </a:lnTo>
                  <a:lnTo>
                    <a:pt x="11981298" y="60480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6" name="pl166"/>
            <p:cNvSpPr/>
            <p:nvPr/>
          </p:nvSpPr>
          <p:spPr>
            <a:xfrm>
              <a:off x="4799595" y="4865348"/>
              <a:ext cx="11981298" cy="2272093"/>
            </a:xfrm>
            <a:custGeom>
              <a:avLst/>
              <a:pathLst>
                <a:path w="11981298" h="2272093">
                  <a:moveTo>
                    <a:pt x="11981298" y="604801"/>
                  </a:moveTo>
                  <a:lnTo>
                    <a:pt x="10509911" y="604801"/>
                  </a:lnTo>
                  <a:lnTo>
                    <a:pt x="10508706" y="604842"/>
                  </a:lnTo>
                  <a:lnTo>
                    <a:pt x="10500799" y="605132"/>
                  </a:lnTo>
                  <a:lnTo>
                    <a:pt x="10480902" y="605934"/>
                  </a:lnTo>
                  <a:lnTo>
                    <a:pt x="10445413" y="607511"/>
                  </a:lnTo>
                  <a:lnTo>
                    <a:pt x="10392690" y="610108"/>
                  </a:lnTo>
                  <a:lnTo>
                    <a:pt x="10323169" y="613918"/>
                  </a:lnTo>
                  <a:lnTo>
                    <a:pt x="10239166" y="619072"/>
                  </a:lnTo>
                  <a:lnTo>
                    <a:pt x="10144343" y="625631"/>
                  </a:lnTo>
                  <a:lnTo>
                    <a:pt x="10042981" y="633600"/>
                  </a:lnTo>
                  <a:lnTo>
                    <a:pt x="9939279" y="642955"/>
                  </a:lnTo>
                  <a:lnTo>
                    <a:pt x="9836822" y="653665"/>
                  </a:lnTo>
                  <a:lnTo>
                    <a:pt x="9738314" y="665720"/>
                  </a:lnTo>
                  <a:lnTo>
                    <a:pt x="9645526" y="679148"/>
                  </a:lnTo>
                  <a:lnTo>
                    <a:pt x="9559398" y="694024"/>
                  </a:lnTo>
                  <a:lnTo>
                    <a:pt x="9480206" y="710475"/>
                  </a:lnTo>
                  <a:lnTo>
                    <a:pt x="9407749" y="728679"/>
                  </a:lnTo>
                  <a:lnTo>
                    <a:pt x="9341508" y="748862"/>
                  </a:lnTo>
                  <a:lnTo>
                    <a:pt x="9280775" y="771288"/>
                  </a:lnTo>
                  <a:lnTo>
                    <a:pt x="9224747" y="796245"/>
                  </a:lnTo>
                  <a:lnTo>
                    <a:pt x="9172592" y="824017"/>
                  </a:lnTo>
                  <a:lnTo>
                    <a:pt x="9123509" y="854840"/>
                  </a:lnTo>
                  <a:lnTo>
                    <a:pt x="9084767" y="882683"/>
                  </a:lnTo>
                  <a:lnTo>
                    <a:pt x="9039496" y="919283"/>
                  </a:lnTo>
                  <a:lnTo>
                    <a:pt x="8995524" y="959119"/>
                  </a:lnTo>
                  <a:lnTo>
                    <a:pt x="8952427" y="1002252"/>
                  </a:lnTo>
                  <a:lnTo>
                    <a:pt x="8909876" y="1048659"/>
                  </a:lnTo>
                  <a:lnTo>
                    <a:pt x="8867627" y="1098231"/>
                  </a:lnTo>
                  <a:lnTo>
                    <a:pt x="8825505" y="1150761"/>
                  </a:lnTo>
                  <a:lnTo>
                    <a:pt x="8783395" y="1205943"/>
                  </a:lnTo>
                  <a:lnTo>
                    <a:pt x="8741233" y="1263371"/>
                  </a:lnTo>
                  <a:lnTo>
                    <a:pt x="8698994" y="1322557"/>
                  </a:lnTo>
                  <a:lnTo>
                    <a:pt x="8656688" y="1382936"/>
                  </a:lnTo>
                  <a:lnTo>
                    <a:pt x="8614346" y="1443897"/>
                  </a:lnTo>
                  <a:lnTo>
                    <a:pt x="8572007" y="1504801"/>
                  </a:lnTo>
                  <a:lnTo>
                    <a:pt x="8529711" y="1565011"/>
                  </a:lnTo>
                  <a:lnTo>
                    <a:pt x="8487486" y="1623922"/>
                  </a:lnTo>
                  <a:lnTo>
                    <a:pt x="8445336" y="1680983"/>
                  </a:lnTo>
                  <a:lnTo>
                    <a:pt x="8403230" y="1735718"/>
                  </a:lnTo>
                  <a:lnTo>
                    <a:pt x="8361096" y="1787739"/>
                  </a:lnTo>
                  <a:lnTo>
                    <a:pt x="8318808" y="1836759"/>
                  </a:lnTo>
                  <a:lnTo>
                    <a:pt x="8276179" y="1882587"/>
                  </a:lnTo>
                  <a:lnTo>
                    <a:pt x="8232952" y="1925130"/>
                  </a:lnTo>
                  <a:lnTo>
                    <a:pt x="8188783" y="1964381"/>
                  </a:lnTo>
                  <a:lnTo>
                    <a:pt x="8151487" y="1994211"/>
                  </a:lnTo>
                  <a:lnTo>
                    <a:pt x="8104390" y="2027646"/>
                  </a:lnTo>
                  <a:lnTo>
                    <a:pt x="8054827" y="2057925"/>
                  </a:lnTo>
                  <a:lnTo>
                    <a:pt x="8002057" y="2085188"/>
                  </a:lnTo>
                  <a:lnTo>
                    <a:pt x="7945269" y="2109684"/>
                  </a:lnTo>
                  <a:lnTo>
                    <a:pt x="7883634" y="2131699"/>
                  </a:lnTo>
                  <a:lnTo>
                    <a:pt x="7816358" y="2151519"/>
                  </a:lnTo>
                  <a:lnTo>
                    <a:pt x="7742759" y="2169403"/>
                  </a:lnTo>
                  <a:lnTo>
                    <a:pt x="7662363" y="2185568"/>
                  </a:lnTo>
                  <a:lnTo>
                    <a:pt x="7575039" y="2200185"/>
                  </a:lnTo>
                  <a:lnTo>
                    <a:pt x="7481167" y="2213370"/>
                  </a:lnTo>
                  <a:lnTo>
                    <a:pt x="7381819" y="2225190"/>
                  </a:lnTo>
                  <a:lnTo>
                    <a:pt x="7278925" y="2235665"/>
                  </a:lnTo>
                  <a:lnTo>
                    <a:pt x="7175350" y="2244781"/>
                  </a:lnTo>
                  <a:lnTo>
                    <a:pt x="7074814" y="2252507"/>
                  </a:lnTo>
                  <a:lnTo>
                    <a:pt x="6981574" y="2258820"/>
                  </a:lnTo>
                  <a:lnTo>
                    <a:pt x="6899857" y="2263734"/>
                  </a:lnTo>
                  <a:lnTo>
                    <a:pt x="6833141" y="2267321"/>
                  </a:lnTo>
                  <a:lnTo>
                    <a:pt x="6783444" y="2269725"/>
                  </a:lnTo>
                  <a:lnTo>
                    <a:pt x="6750845" y="2271149"/>
                  </a:lnTo>
                  <a:lnTo>
                    <a:pt x="6733344" y="2271842"/>
                  </a:lnTo>
                  <a:lnTo>
                    <a:pt x="6727028" y="2272070"/>
                  </a:lnTo>
                  <a:lnTo>
                    <a:pt x="6726343" y="2272093"/>
                  </a:lnTo>
                  <a:lnTo>
                    <a:pt x="5254955" y="2272093"/>
                  </a:lnTo>
                  <a:lnTo>
                    <a:pt x="5253778" y="2272039"/>
                  </a:lnTo>
                  <a:lnTo>
                    <a:pt x="5246045" y="2271653"/>
                  </a:lnTo>
                  <a:lnTo>
                    <a:pt x="5226571" y="2270586"/>
                  </a:lnTo>
                  <a:lnTo>
                    <a:pt x="5191805" y="2268485"/>
                  </a:lnTo>
                  <a:lnTo>
                    <a:pt x="5140084" y="2265027"/>
                  </a:lnTo>
                  <a:lnTo>
                    <a:pt x="5071767" y="2259949"/>
                  </a:lnTo>
                  <a:lnTo>
                    <a:pt x="4989050" y="2253073"/>
                  </a:lnTo>
                  <a:lnTo>
                    <a:pt x="4895460" y="2244314"/>
                  </a:lnTo>
                  <a:lnTo>
                    <a:pt x="4795169" y="2233661"/>
                  </a:lnTo>
                  <a:lnTo>
                    <a:pt x="4692302" y="2221146"/>
                  </a:lnTo>
                  <a:lnTo>
                    <a:pt x="4590420" y="2206811"/>
                  </a:lnTo>
                  <a:lnTo>
                    <a:pt x="4492238" y="2190671"/>
                  </a:lnTo>
                  <a:lnTo>
                    <a:pt x="4399566" y="2172695"/>
                  </a:lnTo>
                  <a:lnTo>
                    <a:pt x="4313391" y="2152789"/>
                  </a:lnTo>
                  <a:lnTo>
                    <a:pt x="4234043" y="2130792"/>
                  </a:lnTo>
                  <a:lnTo>
                    <a:pt x="4161369" y="2106474"/>
                  </a:lnTo>
                  <a:lnTo>
                    <a:pt x="4094891" y="2079540"/>
                  </a:lnTo>
                  <a:lnTo>
                    <a:pt x="4033935" y="2049646"/>
                  </a:lnTo>
                  <a:lnTo>
                    <a:pt x="3977724" y="2016409"/>
                  </a:lnTo>
                  <a:lnTo>
                    <a:pt x="3925446" y="1979448"/>
                  </a:lnTo>
                  <a:lnTo>
                    <a:pt x="3876311" y="1938435"/>
                  </a:lnTo>
                  <a:lnTo>
                    <a:pt x="3829811" y="1893411"/>
                  </a:lnTo>
                  <a:lnTo>
                    <a:pt x="3788858" y="1848553"/>
                  </a:lnTo>
                  <a:lnTo>
                    <a:pt x="3749002" y="1800107"/>
                  </a:lnTo>
                  <a:lnTo>
                    <a:pt x="3709918" y="1748003"/>
                  </a:lnTo>
                  <a:lnTo>
                    <a:pt x="3671348" y="1692239"/>
                  </a:lnTo>
                  <a:lnTo>
                    <a:pt x="3633095" y="1632895"/>
                  </a:lnTo>
                  <a:lnTo>
                    <a:pt x="3595007" y="1570136"/>
                  </a:lnTo>
                  <a:lnTo>
                    <a:pt x="3556977" y="1504217"/>
                  </a:lnTo>
                  <a:lnTo>
                    <a:pt x="3518934" y="1435482"/>
                  </a:lnTo>
                  <a:lnTo>
                    <a:pt x="3480842" y="1364362"/>
                  </a:lnTo>
                  <a:lnTo>
                    <a:pt x="3442686" y="1291365"/>
                  </a:lnTo>
                  <a:lnTo>
                    <a:pt x="3404477" y="1217060"/>
                  </a:lnTo>
                  <a:lnTo>
                    <a:pt x="3366234" y="1142064"/>
                  </a:lnTo>
                  <a:lnTo>
                    <a:pt x="3327990" y="1067015"/>
                  </a:lnTo>
                  <a:lnTo>
                    <a:pt x="3289773" y="992557"/>
                  </a:lnTo>
                  <a:lnTo>
                    <a:pt x="3251608" y="919311"/>
                  </a:lnTo>
                  <a:lnTo>
                    <a:pt x="3213505" y="847855"/>
                  </a:lnTo>
                  <a:lnTo>
                    <a:pt x="3175457" y="778707"/>
                  </a:lnTo>
                  <a:lnTo>
                    <a:pt x="3137429" y="712311"/>
                  </a:lnTo>
                  <a:lnTo>
                    <a:pt x="3099356" y="649027"/>
                  </a:lnTo>
                  <a:lnTo>
                    <a:pt x="3061138" y="589122"/>
                  </a:lnTo>
                  <a:lnTo>
                    <a:pt x="3022631" y="532777"/>
                  </a:lnTo>
                  <a:lnTo>
                    <a:pt x="2983645" y="480084"/>
                  </a:lnTo>
                  <a:lnTo>
                    <a:pt x="2943933" y="431056"/>
                  </a:lnTo>
                  <a:lnTo>
                    <a:pt x="2903181" y="385631"/>
                  </a:lnTo>
                  <a:lnTo>
                    <a:pt x="2896531" y="378682"/>
                  </a:lnTo>
                  <a:lnTo>
                    <a:pt x="2849805" y="333453"/>
                  </a:lnTo>
                  <a:lnTo>
                    <a:pt x="2800656" y="292460"/>
                  </a:lnTo>
                  <a:lnTo>
                    <a:pt x="2748362" y="255517"/>
                  </a:lnTo>
                  <a:lnTo>
                    <a:pt x="2692130" y="222298"/>
                  </a:lnTo>
                  <a:lnTo>
                    <a:pt x="2631150" y="192418"/>
                  </a:lnTo>
                  <a:lnTo>
                    <a:pt x="2564644" y="165498"/>
                  </a:lnTo>
                  <a:lnTo>
                    <a:pt x="2491939" y="141191"/>
                  </a:lnTo>
                  <a:lnTo>
                    <a:pt x="2412559" y="119204"/>
                  </a:lnTo>
                  <a:lnTo>
                    <a:pt x="2326352" y="99308"/>
                  </a:lnTo>
                  <a:lnTo>
                    <a:pt x="2233651" y="81341"/>
                  </a:lnTo>
                  <a:lnTo>
                    <a:pt x="2135447" y="65209"/>
                  </a:lnTo>
                  <a:lnTo>
                    <a:pt x="2033553" y="50883"/>
                  </a:lnTo>
                  <a:lnTo>
                    <a:pt x="1930689" y="38377"/>
                  </a:lnTo>
                  <a:lnTo>
                    <a:pt x="1830420" y="27732"/>
                  </a:lnTo>
                  <a:lnTo>
                    <a:pt x="1736872" y="18982"/>
                  </a:lnTo>
                  <a:lnTo>
                    <a:pt x="1654215" y="12115"/>
                  </a:lnTo>
                  <a:lnTo>
                    <a:pt x="1585973" y="7045"/>
                  </a:lnTo>
                  <a:lnTo>
                    <a:pt x="1534333" y="3594"/>
                  </a:lnTo>
                  <a:lnTo>
                    <a:pt x="1499644" y="1500"/>
                  </a:lnTo>
                  <a:lnTo>
                    <a:pt x="1480236" y="437"/>
                  </a:lnTo>
                  <a:lnTo>
                    <a:pt x="1472548" y="53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7" name="pg167"/>
            <p:cNvSpPr/>
            <p:nvPr/>
          </p:nvSpPr>
          <p:spPr>
            <a:xfrm>
              <a:off x="4799595" y="4873521"/>
              <a:ext cx="11981298" cy="2288439"/>
            </a:xfrm>
            <a:custGeom>
              <a:avLst/>
              <a:pathLst>
                <a:path w="11981298" h="2288439">
                  <a:moveTo>
                    <a:pt x="0" y="8172"/>
                  </a:moveTo>
                  <a:lnTo>
                    <a:pt x="1471387" y="8172"/>
                  </a:lnTo>
                  <a:lnTo>
                    <a:pt x="1472564" y="8227"/>
                  </a:lnTo>
                  <a:lnTo>
                    <a:pt x="1480294" y="8614"/>
                  </a:lnTo>
                  <a:lnTo>
                    <a:pt x="1499761" y="9685"/>
                  </a:lnTo>
                  <a:lnTo>
                    <a:pt x="1534517" y="11792"/>
                  </a:lnTo>
                  <a:lnTo>
                    <a:pt x="1586222" y="15261"/>
                  </a:lnTo>
                  <a:lnTo>
                    <a:pt x="1654520" y="20356"/>
                  </a:lnTo>
                  <a:lnTo>
                    <a:pt x="1737219" y="27254"/>
                  </a:lnTo>
                  <a:lnTo>
                    <a:pt x="1830789" y="36042"/>
                  </a:lnTo>
                  <a:lnTo>
                    <a:pt x="1931064" y="46730"/>
                  </a:lnTo>
                  <a:lnTo>
                    <a:pt x="2033918" y="59286"/>
                  </a:lnTo>
                  <a:lnTo>
                    <a:pt x="2135791" y="73669"/>
                  </a:lnTo>
                  <a:lnTo>
                    <a:pt x="2233968" y="89863"/>
                  </a:lnTo>
                  <a:lnTo>
                    <a:pt x="2326638" y="107899"/>
                  </a:lnTo>
                  <a:lnTo>
                    <a:pt x="2412814" y="127870"/>
                  </a:lnTo>
                  <a:lnTo>
                    <a:pt x="2492164" y="149940"/>
                  </a:lnTo>
                  <a:lnTo>
                    <a:pt x="2564841" y="174339"/>
                  </a:lnTo>
                  <a:lnTo>
                    <a:pt x="2631323" y="201360"/>
                  </a:lnTo>
                  <a:lnTo>
                    <a:pt x="2692282" y="231352"/>
                  </a:lnTo>
                  <a:lnTo>
                    <a:pt x="2748496" y="264697"/>
                  </a:lnTo>
                  <a:lnTo>
                    <a:pt x="2800776" y="301777"/>
                  </a:lnTo>
                  <a:lnTo>
                    <a:pt x="2849912" y="342923"/>
                  </a:lnTo>
                  <a:lnTo>
                    <a:pt x="2896531" y="388217"/>
                  </a:lnTo>
                  <a:lnTo>
                    <a:pt x="2937432" y="433175"/>
                  </a:lnTo>
                  <a:lnTo>
                    <a:pt x="2977238" y="481725"/>
                  </a:lnTo>
                  <a:lnTo>
                    <a:pt x="3016273" y="533937"/>
                  </a:lnTo>
                  <a:lnTo>
                    <a:pt x="3054794" y="589812"/>
                  </a:lnTo>
                  <a:lnTo>
                    <a:pt x="3092999" y="649271"/>
                  </a:lnTo>
                  <a:lnTo>
                    <a:pt x="3131038" y="712150"/>
                  </a:lnTo>
                  <a:lnTo>
                    <a:pt x="3169019" y="778195"/>
                  </a:lnTo>
                  <a:lnTo>
                    <a:pt x="3207011" y="847061"/>
                  </a:lnTo>
                  <a:lnTo>
                    <a:pt x="3245054" y="918320"/>
                  </a:lnTo>
                  <a:lnTo>
                    <a:pt x="3283159" y="991465"/>
                  </a:lnTo>
                  <a:lnTo>
                    <a:pt x="3321318" y="1065926"/>
                  </a:lnTo>
                  <a:lnTo>
                    <a:pt x="3359510" y="1141089"/>
                  </a:lnTo>
                  <a:lnTo>
                    <a:pt x="3397705" y="1216313"/>
                  </a:lnTo>
                  <a:lnTo>
                    <a:pt x="3435873" y="1290958"/>
                  </a:lnTo>
                  <a:lnTo>
                    <a:pt x="3473990" y="1364401"/>
                  </a:lnTo>
                  <a:lnTo>
                    <a:pt x="3512044" y="1436062"/>
                  </a:lnTo>
                  <a:lnTo>
                    <a:pt x="3550043" y="1505423"/>
                  </a:lnTo>
                  <a:lnTo>
                    <a:pt x="3588022" y="1572038"/>
                  </a:lnTo>
                  <a:lnTo>
                    <a:pt x="3626043" y="1635546"/>
                  </a:lnTo>
                  <a:lnTo>
                    <a:pt x="3664206" y="1695677"/>
                  </a:lnTo>
                  <a:lnTo>
                    <a:pt x="3702653" y="1752247"/>
                  </a:lnTo>
                  <a:lnTo>
                    <a:pt x="3741572" y="1805164"/>
                  </a:lnTo>
                  <a:lnTo>
                    <a:pt x="3781207" y="1854412"/>
                  </a:lnTo>
                  <a:lnTo>
                    <a:pt x="3821869" y="1900050"/>
                  </a:lnTo>
                  <a:lnTo>
                    <a:pt x="3829811" y="1908395"/>
                  </a:lnTo>
                  <a:lnTo>
                    <a:pt x="3876531" y="1953781"/>
                  </a:lnTo>
                  <a:lnTo>
                    <a:pt x="3925674" y="1994918"/>
                  </a:lnTo>
                  <a:lnTo>
                    <a:pt x="3977961" y="2031990"/>
                  </a:lnTo>
                  <a:lnTo>
                    <a:pt x="4034184" y="2065326"/>
                  </a:lnTo>
                  <a:lnTo>
                    <a:pt x="4095154" y="2095312"/>
                  </a:lnTo>
                  <a:lnTo>
                    <a:pt x="4161648" y="2122327"/>
                  </a:lnTo>
                  <a:lnTo>
                    <a:pt x="4234340" y="2146721"/>
                  </a:lnTo>
                  <a:lnTo>
                    <a:pt x="4313704" y="2168786"/>
                  </a:lnTo>
                  <a:lnTo>
                    <a:pt x="4399894" y="2188753"/>
                  </a:lnTo>
                  <a:lnTo>
                    <a:pt x="4492578" y="2206785"/>
                  </a:lnTo>
                  <a:lnTo>
                    <a:pt x="4590764" y="2222975"/>
                  </a:lnTo>
                  <a:lnTo>
                    <a:pt x="4692643" y="2237354"/>
                  </a:lnTo>
                  <a:lnTo>
                    <a:pt x="4795495" y="2249906"/>
                  </a:lnTo>
                  <a:lnTo>
                    <a:pt x="4895760" y="2260590"/>
                  </a:lnTo>
                  <a:lnTo>
                    <a:pt x="4989312" y="2269374"/>
                  </a:lnTo>
                  <a:lnTo>
                    <a:pt x="5071983" y="2276268"/>
                  </a:lnTo>
                  <a:lnTo>
                    <a:pt x="5140248" y="2281360"/>
                  </a:lnTo>
                  <a:lnTo>
                    <a:pt x="5191917" y="2284826"/>
                  </a:lnTo>
                  <a:lnTo>
                    <a:pt x="5226638" y="2286930"/>
                  </a:lnTo>
                  <a:lnTo>
                    <a:pt x="5246075" y="2287999"/>
                  </a:lnTo>
                  <a:lnTo>
                    <a:pt x="5253786" y="2288385"/>
                  </a:lnTo>
                  <a:lnTo>
                    <a:pt x="5254955" y="2288439"/>
                  </a:lnTo>
                  <a:lnTo>
                    <a:pt x="6726343" y="2288439"/>
                  </a:lnTo>
                  <a:lnTo>
                    <a:pt x="6727558" y="2288406"/>
                  </a:lnTo>
                  <a:lnTo>
                    <a:pt x="6735536" y="2288167"/>
                  </a:lnTo>
                  <a:lnTo>
                    <a:pt x="6755607" y="2287509"/>
                  </a:lnTo>
                  <a:lnTo>
                    <a:pt x="6791390" y="2286213"/>
                  </a:lnTo>
                  <a:lnTo>
                    <a:pt x="6844521" y="2284081"/>
                  </a:lnTo>
                  <a:lnTo>
                    <a:pt x="6914532" y="2280953"/>
                  </a:lnTo>
                  <a:lnTo>
                    <a:pt x="6999056" y="2276723"/>
                  </a:lnTo>
                  <a:lnTo>
                    <a:pt x="7094377" y="2271342"/>
                  </a:lnTo>
                  <a:lnTo>
                    <a:pt x="7196168" y="2264806"/>
                  </a:lnTo>
                  <a:lnTo>
                    <a:pt x="7300204" y="2257137"/>
                  </a:lnTo>
                  <a:lnTo>
                    <a:pt x="7402888" y="2248359"/>
                  </a:lnTo>
                  <a:lnTo>
                    <a:pt x="7501522" y="2238479"/>
                  </a:lnTo>
                  <a:lnTo>
                    <a:pt x="7594351" y="2227474"/>
                  </a:lnTo>
                  <a:lnTo>
                    <a:pt x="7680457" y="2215280"/>
                  </a:lnTo>
                  <a:lnTo>
                    <a:pt x="7759583" y="2201790"/>
                  </a:lnTo>
                  <a:lnTo>
                    <a:pt x="7831951" y="2186857"/>
                  </a:lnTo>
                  <a:lnTo>
                    <a:pt x="7898096" y="2170294"/>
                  </a:lnTo>
                  <a:lnTo>
                    <a:pt x="7958739" y="2151882"/>
                  </a:lnTo>
                  <a:lnTo>
                    <a:pt x="8014696" y="2131384"/>
                  </a:lnTo>
                  <a:lnTo>
                    <a:pt x="8066804" y="2108568"/>
                  </a:lnTo>
                  <a:lnTo>
                    <a:pt x="8115869" y="2083245"/>
                  </a:lnTo>
                  <a:lnTo>
                    <a:pt x="8151487" y="2062319"/>
                  </a:lnTo>
                  <a:lnTo>
                    <a:pt x="8199284" y="2030768"/>
                  </a:lnTo>
                  <a:lnTo>
                    <a:pt x="8245659" y="1996272"/>
                  </a:lnTo>
                  <a:lnTo>
                    <a:pt x="8291103" y="1958780"/>
                  </a:lnTo>
                  <a:lnTo>
                    <a:pt x="8335989" y="1918323"/>
                  </a:lnTo>
                  <a:lnTo>
                    <a:pt x="8380588" y="1875026"/>
                  </a:lnTo>
                  <a:lnTo>
                    <a:pt x="8425087" y="1829112"/>
                  </a:lnTo>
                  <a:lnTo>
                    <a:pt x="8469602" y="1780905"/>
                  </a:lnTo>
                  <a:lnTo>
                    <a:pt x="8514192" y="1730825"/>
                  </a:lnTo>
                  <a:lnTo>
                    <a:pt x="8558865" y="1679374"/>
                  </a:lnTo>
                  <a:lnTo>
                    <a:pt x="8603598" y="1627119"/>
                  </a:lnTo>
                  <a:lnTo>
                    <a:pt x="8648347" y="1574663"/>
                  </a:lnTo>
                  <a:lnTo>
                    <a:pt x="8693063" y="1522622"/>
                  </a:lnTo>
                  <a:lnTo>
                    <a:pt x="8737708" y="1471590"/>
                  </a:lnTo>
                  <a:lnTo>
                    <a:pt x="8782268" y="1422113"/>
                  </a:lnTo>
                  <a:lnTo>
                    <a:pt x="8826768" y="1374668"/>
                  </a:lnTo>
                  <a:lnTo>
                    <a:pt x="8871285" y="1329640"/>
                  </a:lnTo>
                  <a:lnTo>
                    <a:pt x="8915959" y="1287318"/>
                  </a:lnTo>
                  <a:lnTo>
                    <a:pt x="8961006" y="1247892"/>
                  </a:lnTo>
                  <a:lnTo>
                    <a:pt x="9006729" y="1211451"/>
                  </a:lnTo>
                  <a:lnTo>
                    <a:pt x="9053539" y="1177997"/>
                  </a:lnTo>
                  <a:lnTo>
                    <a:pt x="9084767" y="1157841"/>
                  </a:lnTo>
                  <a:lnTo>
                    <a:pt x="9132014" y="1130554"/>
                  </a:lnTo>
                  <a:lnTo>
                    <a:pt x="9181745" y="1105850"/>
                  </a:lnTo>
                  <a:lnTo>
                    <a:pt x="9234708" y="1083614"/>
                  </a:lnTo>
                  <a:lnTo>
                    <a:pt x="9291721" y="1063643"/>
                  </a:lnTo>
                  <a:lnTo>
                    <a:pt x="9353623" y="1045699"/>
                  </a:lnTo>
                  <a:lnTo>
                    <a:pt x="9421212" y="1029549"/>
                  </a:lnTo>
                  <a:lnTo>
                    <a:pt x="9495175" y="1014981"/>
                  </a:lnTo>
                  <a:lnTo>
                    <a:pt x="9575985" y="1001817"/>
                  </a:lnTo>
                  <a:lnTo>
                    <a:pt x="9663762" y="989918"/>
                  </a:lnTo>
                  <a:lnTo>
                    <a:pt x="9758108" y="979189"/>
                  </a:lnTo>
                  <a:lnTo>
                    <a:pt x="9857918" y="969577"/>
                  </a:lnTo>
                  <a:lnTo>
                    <a:pt x="9961212" y="961066"/>
                  </a:lnTo>
                  <a:lnTo>
                    <a:pt x="10065065" y="953668"/>
                  </a:lnTo>
                  <a:lnTo>
                    <a:pt x="10165693" y="947411"/>
                  </a:lnTo>
                  <a:lnTo>
                    <a:pt x="10258789" y="942310"/>
                  </a:lnTo>
                  <a:lnTo>
                    <a:pt x="10340104" y="938353"/>
                  </a:lnTo>
                  <a:lnTo>
                    <a:pt x="10406183" y="935478"/>
                  </a:lnTo>
                  <a:lnTo>
                    <a:pt x="10455082" y="933564"/>
                  </a:lnTo>
                  <a:lnTo>
                    <a:pt x="10486836" y="932442"/>
                  </a:lnTo>
                  <a:lnTo>
                    <a:pt x="10503580" y="931905"/>
                  </a:lnTo>
                  <a:lnTo>
                    <a:pt x="10509374" y="931736"/>
                  </a:lnTo>
                  <a:lnTo>
                    <a:pt x="10509911" y="931721"/>
                  </a:lnTo>
                  <a:lnTo>
                    <a:pt x="11981298" y="931721"/>
                  </a:lnTo>
                  <a:lnTo>
                    <a:pt x="11981298" y="923548"/>
                  </a:lnTo>
                  <a:lnTo>
                    <a:pt x="10509911" y="923548"/>
                  </a:lnTo>
                  <a:lnTo>
                    <a:pt x="10508695" y="923582"/>
                  </a:lnTo>
                  <a:lnTo>
                    <a:pt x="10500717" y="923820"/>
                  </a:lnTo>
                  <a:lnTo>
                    <a:pt x="10480646" y="924478"/>
                  </a:lnTo>
                  <a:lnTo>
                    <a:pt x="10444863" y="925774"/>
                  </a:lnTo>
                  <a:lnTo>
                    <a:pt x="10391732" y="927906"/>
                  </a:lnTo>
                  <a:lnTo>
                    <a:pt x="10321721" y="931035"/>
                  </a:lnTo>
                  <a:lnTo>
                    <a:pt x="10237197" y="935265"/>
                  </a:lnTo>
                  <a:lnTo>
                    <a:pt x="10141876" y="940646"/>
                  </a:lnTo>
                  <a:lnTo>
                    <a:pt x="10040085" y="947181"/>
                  </a:lnTo>
                  <a:lnTo>
                    <a:pt x="9936049" y="954850"/>
                  </a:lnTo>
                  <a:lnTo>
                    <a:pt x="9833365" y="963628"/>
                  </a:lnTo>
                  <a:lnTo>
                    <a:pt x="9734731" y="973508"/>
                  </a:lnTo>
                  <a:lnTo>
                    <a:pt x="9641902" y="984513"/>
                  </a:lnTo>
                  <a:lnTo>
                    <a:pt x="9555797" y="996708"/>
                  </a:lnTo>
                  <a:lnTo>
                    <a:pt x="9476670" y="1010197"/>
                  </a:lnTo>
                  <a:lnTo>
                    <a:pt x="9404302" y="1025130"/>
                  </a:lnTo>
                  <a:lnTo>
                    <a:pt x="9338158" y="1041693"/>
                  </a:lnTo>
                  <a:lnTo>
                    <a:pt x="9277514" y="1060105"/>
                  </a:lnTo>
                  <a:lnTo>
                    <a:pt x="9221557" y="1080603"/>
                  </a:lnTo>
                  <a:lnTo>
                    <a:pt x="9169449" y="1103419"/>
                  </a:lnTo>
                  <a:lnTo>
                    <a:pt x="9120384" y="1128743"/>
                  </a:lnTo>
                  <a:lnTo>
                    <a:pt x="9084767" y="1149668"/>
                  </a:lnTo>
                  <a:lnTo>
                    <a:pt x="9036969" y="1181219"/>
                  </a:lnTo>
                  <a:lnTo>
                    <a:pt x="8990595" y="1215715"/>
                  </a:lnTo>
                  <a:lnTo>
                    <a:pt x="8945150" y="1253207"/>
                  </a:lnTo>
                  <a:lnTo>
                    <a:pt x="8900264" y="1293664"/>
                  </a:lnTo>
                  <a:lnTo>
                    <a:pt x="8855665" y="1336961"/>
                  </a:lnTo>
                  <a:lnTo>
                    <a:pt x="8811166" y="1382875"/>
                  </a:lnTo>
                  <a:lnTo>
                    <a:pt x="8766651" y="1431082"/>
                  </a:lnTo>
                  <a:lnTo>
                    <a:pt x="8722062" y="1481162"/>
                  </a:lnTo>
                  <a:lnTo>
                    <a:pt x="8677389" y="1532613"/>
                  </a:lnTo>
                  <a:lnTo>
                    <a:pt x="8632656" y="1584869"/>
                  </a:lnTo>
                  <a:lnTo>
                    <a:pt x="8587907" y="1637324"/>
                  </a:lnTo>
                  <a:lnTo>
                    <a:pt x="8543190" y="1689365"/>
                  </a:lnTo>
                  <a:lnTo>
                    <a:pt x="8498545" y="1740397"/>
                  </a:lnTo>
                  <a:lnTo>
                    <a:pt x="8453985" y="1789874"/>
                  </a:lnTo>
                  <a:lnTo>
                    <a:pt x="8409485" y="1837320"/>
                  </a:lnTo>
                  <a:lnTo>
                    <a:pt x="8364968" y="1882348"/>
                  </a:lnTo>
                  <a:lnTo>
                    <a:pt x="8320294" y="1924669"/>
                  </a:lnTo>
                  <a:lnTo>
                    <a:pt x="8275248" y="1964095"/>
                  </a:lnTo>
                  <a:lnTo>
                    <a:pt x="8229525" y="2000536"/>
                  </a:lnTo>
                  <a:lnTo>
                    <a:pt x="8182714" y="2033990"/>
                  </a:lnTo>
                  <a:lnTo>
                    <a:pt x="8151487" y="2054146"/>
                  </a:lnTo>
                  <a:lnTo>
                    <a:pt x="8104239" y="2081434"/>
                  </a:lnTo>
                  <a:lnTo>
                    <a:pt x="8054508" y="2106138"/>
                  </a:lnTo>
                  <a:lnTo>
                    <a:pt x="8001546" y="2128373"/>
                  </a:lnTo>
                  <a:lnTo>
                    <a:pt x="7944532" y="2148345"/>
                  </a:lnTo>
                  <a:lnTo>
                    <a:pt x="7882630" y="2166288"/>
                  </a:lnTo>
                  <a:lnTo>
                    <a:pt x="7815041" y="2182438"/>
                  </a:lnTo>
                  <a:lnTo>
                    <a:pt x="7741078" y="2197006"/>
                  </a:lnTo>
                  <a:lnTo>
                    <a:pt x="7660269" y="2210170"/>
                  </a:lnTo>
                  <a:lnTo>
                    <a:pt x="7572491" y="2222069"/>
                  </a:lnTo>
                  <a:lnTo>
                    <a:pt x="7478145" y="2232798"/>
                  </a:lnTo>
                  <a:lnTo>
                    <a:pt x="7378336" y="2242410"/>
                  </a:lnTo>
                  <a:lnTo>
                    <a:pt x="7275041" y="2250922"/>
                  </a:lnTo>
                  <a:lnTo>
                    <a:pt x="7171188" y="2258319"/>
                  </a:lnTo>
                  <a:lnTo>
                    <a:pt x="7070560" y="2264577"/>
                  </a:lnTo>
                  <a:lnTo>
                    <a:pt x="6977464" y="2269677"/>
                  </a:lnTo>
                  <a:lnTo>
                    <a:pt x="6896150" y="2273634"/>
                  </a:lnTo>
                  <a:lnTo>
                    <a:pt x="6830070" y="2276510"/>
                  </a:lnTo>
                  <a:lnTo>
                    <a:pt x="6781171" y="2278423"/>
                  </a:lnTo>
                  <a:lnTo>
                    <a:pt x="6749418" y="2279546"/>
                  </a:lnTo>
                  <a:lnTo>
                    <a:pt x="6732673" y="2280082"/>
                  </a:lnTo>
                  <a:lnTo>
                    <a:pt x="6726879" y="2280252"/>
                  </a:lnTo>
                  <a:lnTo>
                    <a:pt x="6726343" y="2280266"/>
                  </a:lnTo>
                  <a:lnTo>
                    <a:pt x="5254955" y="2280266"/>
                  </a:lnTo>
                  <a:lnTo>
                    <a:pt x="5253778" y="2280212"/>
                  </a:lnTo>
                  <a:lnTo>
                    <a:pt x="5246048" y="2279824"/>
                  </a:lnTo>
                  <a:lnTo>
                    <a:pt x="5226581" y="2278754"/>
                  </a:lnTo>
                  <a:lnTo>
                    <a:pt x="5191825" y="2276647"/>
                  </a:lnTo>
                  <a:lnTo>
                    <a:pt x="5140120" y="2273178"/>
                  </a:lnTo>
                  <a:lnTo>
                    <a:pt x="5071822" y="2268083"/>
                  </a:lnTo>
                  <a:lnTo>
                    <a:pt x="4989124" y="2261184"/>
                  </a:lnTo>
                  <a:lnTo>
                    <a:pt x="4895553" y="2252396"/>
                  </a:lnTo>
                  <a:lnTo>
                    <a:pt x="4795278" y="2241708"/>
                  </a:lnTo>
                  <a:lnTo>
                    <a:pt x="4692424" y="2229152"/>
                  </a:lnTo>
                  <a:lnTo>
                    <a:pt x="4590551" y="2214769"/>
                  </a:lnTo>
                  <a:lnTo>
                    <a:pt x="4492375" y="2198576"/>
                  </a:lnTo>
                  <a:lnTo>
                    <a:pt x="4399704" y="2180540"/>
                  </a:lnTo>
                  <a:lnTo>
                    <a:pt x="4313529" y="2160568"/>
                  </a:lnTo>
                  <a:lnTo>
                    <a:pt x="4234178" y="2138498"/>
                  </a:lnTo>
                  <a:lnTo>
                    <a:pt x="4161501" y="2114100"/>
                  </a:lnTo>
                  <a:lnTo>
                    <a:pt x="4095019" y="2087078"/>
                  </a:lnTo>
                  <a:lnTo>
                    <a:pt x="4034060" y="2057086"/>
                  </a:lnTo>
                  <a:lnTo>
                    <a:pt x="3977846" y="2023742"/>
                  </a:lnTo>
                  <a:lnTo>
                    <a:pt x="3925566" y="1986662"/>
                  </a:lnTo>
                  <a:lnTo>
                    <a:pt x="3876430" y="1945516"/>
                  </a:lnTo>
                  <a:lnTo>
                    <a:pt x="3829811" y="1900222"/>
                  </a:lnTo>
                  <a:lnTo>
                    <a:pt x="3788910" y="1855264"/>
                  </a:lnTo>
                  <a:lnTo>
                    <a:pt x="3749105" y="1806714"/>
                  </a:lnTo>
                  <a:lnTo>
                    <a:pt x="3710069" y="1754502"/>
                  </a:lnTo>
                  <a:lnTo>
                    <a:pt x="3671548" y="1698627"/>
                  </a:lnTo>
                  <a:lnTo>
                    <a:pt x="3633343" y="1639167"/>
                  </a:lnTo>
                  <a:lnTo>
                    <a:pt x="3595304" y="1576288"/>
                  </a:lnTo>
                  <a:lnTo>
                    <a:pt x="3557323" y="1510244"/>
                  </a:lnTo>
                  <a:lnTo>
                    <a:pt x="3519331" y="1441377"/>
                  </a:lnTo>
                  <a:lnTo>
                    <a:pt x="3481288" y="1370118"/>
                  </a:lnTo>
                  <a:lnTo>
                    <a:pt x="3443184" y="1296974"/>
                  </a:lnTo>
                  <a:lnTo>
                    <a:pt x="3405024" y="1222512"/>
                  </a:lnTo>
                  <a:lnTo>
                    <a:pt x="3366832" y="1147350"/>
                  </a:lnTo>
                  <a:lnTo>
                    <a:pt x="3328637" y="1072125"/>
                  </a:lnTo>
                  <a:lnTo>
                    <a:pt x="3290469" y="997481"/>
                  </a:lnTo>
                  <a:lnTo>
                    <a:pt x="3252353" y="924038"/>
                  </a:lnTo>
                  <a:lnTo>
                    <a:pt x="3214298" y="852376"/>
                  </a:lnTo>
                  <a:lnTo>
                    <a:pt x="3176299" y="783015"/>
                  </a:lnTo>
                  <a:lnTo>
                    <a:pt x="3138320" y="716400"/>
                  </a:lnTo>
                  <a:lnTo>
                    <a:pt x="3100299" y="652892"/>
                  </a:lnTo>
                  <a:lnTo>
                    <a:pt x="3062136" y="592762"/>
                  </a:lnTo>
                  <a:lnTo>
                    <a:pt x="3023689" y="536191"/>
                  </a:lnTo>
                  <a:lnTo>
                    <a:pt x="2984771" y="483274"/>
                  </a:lnTo>
                  <a:lnTo>
                    <a:pt x="2945135" y="434026"/>
                  </a:lnTo>
                  <a:lnTo>
                    <a:pt x="2904473" y="388388"/>
                  </a:lnTo>
                  <a:lnTo>
                    <a:pt x="2896531" y="380044"/>
                  </a:lnTo>
                  <a:lnTo>
                    <a:pt x="2849811" y="334658"/>
                  </a:lnTo>
                  <a:lnTo>
                    <a:pt x="2800668" y="293521"/>
                  </a:lnTo>
                  <a:lnTo>
                    <a:pt x="2748381" y="256449"/>
                  </a:lnTo>
                  <a:lnTo>
                    <a:pt x="2692158" y="223112"/>
                  </a:lnTo>
                  <a:lnTo>
                    <a:pt x="2631188" y="193127"/>
                  </a:lnTo>
                  <a:lnTo>
                    <a:pt x="2564694" y="166111"/>
                  </a:lnTo>
                  <a:lnTo>
                    <a:pt x="2492003" y="141718"/>
                  </a:lnTo>
                  <a:lnTo>
                    <a:pt x="2412638" y="119653"/>
                  </a:lnTo>
                  <a:lnTo>
                    <a:pt x="2326448" y="99685"/>
                  </a:lnTo>
                  <a:lnTo>
                    <a:pt x="2233764" y="81654"/>
                  </a:lnTo>
                  <a:lnTo>
                    <a:pt x="2135578" y="65464"/>
                  </a:lnTo>
                  <a:lnTo>
                    <a:pt x="2033699" y="51085"/>
                  </a:lnTo>
                  <a:lnTo>
                    <a:pt x="1930847" y="38533"/>
                  </a:lnTo>
                  <a:lnTo>
                    <a:pt x="1830582" y="27848"/>
                  </a:lnTo>
                  <a:lnTo>
                    <a:pt x="1737030" y="19065"/>
                  </a:lnTo>
                  <a:lnTo>
                    <a:pt x="1654359" y="12170"/>
                  </a:lnTo>
                  <a:lnTo>
                    <a:pt x="1586094" y="7079"/>
                  </a:lnTo>
                  <a:lnTo>
                    <a:pt x="1534425" y="3613"/>
                  </a:lnTo>
                  <a:lnTo>
                    <a:pt x="1499705" y="1508"/>
                  </a:lnTo>
                  <a:lnTo>
                    <a:pt x="1480267" y="440"/>
                  </a:lnTo>
                  <a:lnTo>
                    <a:pt x="1472556" y="53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68" name="pl168"/>
            <p:cNvSpPr/>
            <p:nvPr/>
          </p:nvSpPr>
          <p:spPr>
            <a:xfrm>
              <a:off x="4799595" y="4881694"/>
              <a:ext cx="11981298" cy="2280266"/>
            </a:xfrm>
            <a:custGeom>
              <a:avLst/>
              <a:pathLst>
                <a:path w="11981298" h="2280266">
                  <a:moveTo>
                    <a:pt x="0" y="0"/>
                  </a:moveTo>
                  <a:lnTo>
                    <a:pt x="1471387" y="0"/>
                  </a:lnTo>
                  <a:lnTo>
                    <a:pt x="1472564" y="54"/>
                  </a:lnTo>
                  <a:lnTo>
                    <a:pt x="1480294" y="441"/>
                  </a:lnTo>
                  <a:lnTo>
                    <a:pt x="1499761" y="1512"/>
                  </a:lnTo>
                  <a:lnTo>
                    <a:pt x="1534517" y="3619"/>
                  </a:lnTo>
                  <a:lnTo>
                    <a:pt x="1586222" y="7088"/>
                  </a:lnTo>
                  <a:lnTo>
                    <a:pt x="1654520" y="12183"/>
                  </a:lnTo>
                  <a:lnTo>
                    <a:pt x="1737219" y="19081"/>
                  </a:lnTo>
                  <a:lnTo>
                    <a:pt x="1830789" y="27869"/>
                  </a:lnTo>
                  <a:lnTo>
                    <a:pt x="1931064" y="38557"/>
                  </a:lnTo>
                  <a:lnTo>
                    <a:pt x="2033918" y="51113"/>
                  </a:lnTo>
                  <a:lnTo>
                    <a:pt x="2135791" y="65496"/>
                  </a:lnTo>
                  <a:lnTo>
                    <a:pt x="2233968" y="81690"/>
                  </a:lnTo>
                  <a:lnTo>
                    <a:pt x="2326638" y="99726"/>
                  </a:lnTo>
                  <a:lnTo>
                    <a:pt x="2412814" y="119697"/>
                  </a:lnTo>
                  <a:lnTo>
                    <a:pt x="2492164" y="141767"/>
                  </a:lnTo>
                  <a:lnTo>
                    <a:pt x="2564841" y="166166"/>
                  </a:lnTo>
                  <a:lnTo>
                    <a:pt x="2631323" y="193187"/>
                  </a:lnTo>
                  <a:lnTo>
                    <a:pt x="2692282" y="223179"/>
                  </a:lnTo>
                  <a:lnTo>
                    <a:pt x="2748496" y="256524"/>
                  </a:lnTo>
                  <a:lnTo>
                    <a:pt x="2800776" y="293604"/>
                  </a:lnTo>
                  <a:lnTo>
                    <a:pt x="2849912" y="334750"/>
                  </a:lnTo>
                  <a:lnTo>
                    <a:pt x="2896531" y="380044"/>
                  </a:lnTo>
                  <a:lnTo>
                    <a:pt x="2937432" y="425002"/>
                  </a:lnTo>
                  <a:lnTo>
                    <a:pt x="2977238" y="473552"/>
                  </a:lnTo>
                  <a:lnTo>
                    <a:pt x="3016273" y="525764"/>
                  </a:lnTo>
                  <a:lnTo>
                    <a:pt x="3054794" y="581639"/>
                  </a:lnTo>
                  <a:lnTo>
                    <a:pt x="3092999" y="641098"/>
                  </a:lnTo>
                  <a:lnTo>
                    <a:pt x="3131038" y="703977"/>
                  </a:lnTo>
                  <a:lnTo>
                    <a:pt x="3169019" y="770022"/>
                  </a:lnTo>
                  <a:lnTo>
                    <a:pt x="3207011" y="838888"/>
                  </a:lnTo>
                  <a:lnTo>
                    <a:pt x="3245054" y="910147"/>
                  </a:lnTo>
                  <a:lnTo>
                    <a:pt x="3283159" y="983292"/>
                  </a:lnTo>
                  <a:lnTo>
                    <a:pt x="3321318" y="1057753"/>
                  </a:lnTo>
                  <a:lnTo>
                    <a:pt x="3359510" y="1132916"/>
                  </a:lnTo>
                  <a:lnTo>
                    <a:pt x="3397705" y="1208140"/>
                  </a:lnTo>
                  <a:lnTo>
                    <a:pt x="3435873" y="1282785"/>
                  </a:lnTo>
                  <a:lnTo>
                    <a:pt x="3473990" y="1356228"/>
                  </a:lnTo>
                  <a:lnTo>
                    <a:pt x="3512044" y="1427889"/>
                  </a:lnTo>
                  <a:lnTo>
                    <a:pt x="3550043" y="1497250"/>
                  </a:lnTo>
                  <a:lnTo>
                    <a:pt x="3588022" y="1563865"/>
                  </a:lnTo>
                  <a:lnTo>
                    <a:pt x="3626043" y="1627373"/>
                  </a:lnTo>
                  <a:lnTo>
                    <a:pt x="3664206" y="1687504"/>
                  </a:lnTo>
                  <a:lnTo>
                    <a:pt x="3702653" y="1744074"/>
                  </a:lnTo>
                  <a:lnTo>
                    <a:pt x="3741572" y="1796991"/>
                  </a:lnTo>
                  <a:lnTo>
                    <a:pt x="3781207" y="1846239"/>
                  </a:lnTo>
                  <a:lnTo>
                    <a:pt x="3821869" y="1891877"/>
                  </a:lnTo>
                  <a:lnTo>
                    <a:pt x="3829811" y="1900222"/>
                  </a:lnTo>
                  <a:lnTo>
                    <a:pt x="3876531" y="1945608"/>
                  </a:lnTo>
                  <a:lnTo>
                    <a:pt x="3925674" y="1986745"/>
                  </a:lnTo>
                  <a:lnTo>
                    <a:pt x="3977961" y="2023817"/>
                  </a:lnTo>
                  <a:lnTo>
                    <a:pt x="4034184" y="2057153"/>
                  </a:lnTo>
                  <a:lnTo>
                    <a:pt x="4095154" y="2087139"/>
                  </a:lnTo>
                  <a:lnTo>
                    <a:pt x="4161648" y="2114154"/>
                  </a:lnTo>
                  <a:lnTo>
                    <a:pt x="4234340" y="2138548"/>
                  </a:lnTo>
                  <a:lnTo>
                    <a:pt x="4313704" y="2160613"/>
                  </a:lnTo>
                  <a:lnTo>
                    <a:pt x="4399894" y="2180580"/>
                  </a:lnTo>
                  <a:lnTo>
                    <a:pt x="4492578" y="2198612"/>
                  </a:lnTo>
                  <a:lnTo>
                    <a:pt x="4590764" y="2214802"/>
                  </a:lnTo>
                  <a:lnTo>
                    <a:pt x="4692643" y="2229181"/>
                  </a:lnTo>
                  <a:lnTo>
                    <a:pt x="4795495" y="2241733"/>
                  </a:lnTo>
                  <a:lnTo>
                    <a:pt x="4895760" y="2252417"/>
                  </a:lnTo>
                  <a:lnTo>
                    <a:pt x="4989312" y="2261201"/>
                  </a:lnTo>
                  <a:lnTo>
                    <a:pt x="5071983" y="2268095"/>
                  </a:lnTo>
                  <a:lnTo>
                    <a:pt x="5140248" y="2273187"/>
                  </a:lnTo>
                  <a:lnTo>
                    <a:pt x="5191917" y="2276653"/>
                  </a:lnTo>
                  <a:lnTo>
                    <a:pt x="5226638" y="2278757"/>
                  </a:lnTo>
                  <a:lnTo>
                    <a:pt x="5246075" y="2279826"/>
                  </a:lnTo>
                  <a:lnTo>
                    <a:pt x="5253786" y="2280212"/>
                  </a:lnTo>
                  <a:lnTo>
                    <a:pt x="5254955" y="2280266"/>
                  </a:lnTo>
                  <a:lnTo>
                    <a:pt x="6726343" y="2280266"/>
                  </a:lnTo>
                  <a:lnTo>
                    <a:pt x="6727558" y="2280233"/>
                  </a:lnTo>
                  <a:lnTo>
                    <a:pt x="6735536" y="2279994"/>
                  </a:lnTo>
                  <a:lnTo>
                    <a:pt x="6755607" y="2279336"/>
                  </a:lnTo>
                  <a:lnTo>
                    <a:pt x="6791390" y="2278040"/>
                  </a:lnTo>
                  <a:lnTo>
                    <a:pt x="6844521" y="2275908"/>
                  </a:lnTo>
                  <a:lnTo>
                    <a:pt x="6914532" y="2272780"/>
                  </a:lnTo>
                  <a:lnTo>
                    <a:pt x="6999056" y="2268550"/>
                  </a:lnTo>
                  <a:lnTo>
                    <a:pt x="7094377" y="2263169"/>
                  </a:lnTo>
                  <a:lnTo>
                    <a:pt x="7196168" y="2256633"/>
                  </a:lnTo>
                  <a:lnTo>
                    <a:pt x="7300204" y="2248964"/>
                  </a:lnTo>
                  <a:lnTo>
                    <a:pt x="7402888" y="2240186"/>
                  </a:lnTo>
                  <a:lnTo>
                    <a:pt x="7501522" y="2230306"/>
                  </a:lnTo>
                  <a:lnTo>
                    <a:pt x="7594351" y="2219301"/>
                  </a:lnTo>
                  <a:lnTo>
                    <a:pt x="7680457" y="2207107"/>
                  </a:lnTo>
                  <a:lnTo>
                    <a:pt x="7759583" y="2193617"/>
                  </a:lnTo>
                  <a:lnTo>
                    <a:pt x="7831951" y="2178684"/>
                  </a:lnTo>
                  <a:lnTo>
                    <a:pt x="7898096" y="2162121"/>
                  </a:lnTo>
                  <a:lnTo>
                    <a:pt x="7958739" y="2143709"/>
                  </a:lnTo>
                  <a:lnTo>
                    <a:pt x="8014696" y="2123211"/>
                  </a:lnTo>
                  <a:lnTo>
                    <a:pt x="8066804" y="2100395"/>
                  </a:lnTo>
                  <a:lnTo>
                    <a:pt x="8115869" y="2075072"/>
                  </a:lnTo>
                  <a:lnTo>
                    <a:pt x="8151487" y="2054146"/>
                  </a:lnTo>
                  <a:lnTo>
                    <a:pt x="8199284" y="2022595"/>
                  </a:lnTo>
                  <a:lnTo>
                    <a:pt x="8245659" y="1988099"/>
                  </a:lnTo>
                  <a:lnTo>
                    <a:pt x="8291103" y="1950607"/>
                  </a:lnTo>
                  <a:lnTo>
                    <a:pt x="8335989" y="1910150"/>
                  </a:lnTo>
                  <a:lnTo>
                    <a:pt x="8380588" y="1866853"/>
                  </a:lnTo>
                  <a:lnTo>
                    <a:pt x="8425087" y="1820939"/>
                  </a:lnTo>
                  <a:lnTo>
                    <a:pt x="8469602" y="1772732"/>
                  </a:lnTo>
                  <a:lnTo>
                    <a:pt x="8514192" y="1722652"/>
                  </a:lnTo>
                  <a:lnTo>
                    <a:pt x="8558865" y="1671201"/>
                  </a:lnTo>
                  <a:lnTo>
                    <a:pt x="8603598" y="1618946"/>
                  </a:lnTo>
                  <a:lnTo>
                    <a:pt x="8648347" y="1566490"/>
                  </a:lnTo>
                  <a:lnTo>
                    <a:pt x="8693063" y="1514449"/>
                  </a:lnTo>
                  <a:lnTo>
                    <a:pt x="8737708" y="1463417"/>
                  </a:lnTo>
                  <a:lnTo>
                    <a:pt x="8782268" y="1413940"/>
                  </a:lnTo>
                  <a:lnTo>
                    <a:pt x="8826768" y="1366495"/>
                  </a:lnTo>
                  <a:lnTo>
                    <a:pt x="8871285" y="1321467"/>
                  </a:lnTo>
                  <a:lnTo>
                    <a:pt x="8915959" y="1279145"/>
                  </a:lnTo>
                  <a:lnTo>
                    <a:pt x="8961006" y="1239719"/>
                  </a:lnTo>
                  <a:lnTo>
                    <a:pt x="9006729" y="1203278"/>
                  </a:lnTo>
                  <a:lnTo>
                    <a:pt x="9053539" y="1169824"/>
                  </a:lnTo>
                  <a:lnTo>
                    <a:pt x="9084767" y="1149668"/>
                  </a:lnTo>
                  <a:lnTo>
                    <a:pt x="9132014" y="1122381"/>
                  </a:lnTo>
                  <a:lnTo>
                    <a:pt x="9181745" y="1097677"/>
                  </a:lnTo>
                  <a:lnTo>
                    <a:pt x="9234708" y="1075441"/>
                  </a:lnTo>
                  <a:lnTo>
                    <a:pt x="9291721" y="1055470"/>
                  </a:lnTo>
                  <a:lnTo>
                    <a:pt x="9353623" y="1037526"/>
                  </a:lnTo>
                  <a:lnTo>
                    <a:pt x="9421212" y="1021376"/>
                  </a:lnTo>
                  <a:lnTo>
                    <a:pt x="9495175" y="1006808"/>
                  </a:lnTo>
                  <a:lnTo>
                    <a:pt x="9575985" y="993644"/>
                  </a:lnTo>
                  <a:lnTo>
                    <a:pt x="9663762" y="981745"/>
                  </a:lnTo>
                  <a:lnTo>
                    <a:pt x="9758108" y="971016"/>
                  </a:lnTo>
                  <a:lnTo>
                    <a:pt x="9857918" y="961404"/>
                  </a:lnTo>
                  <a:lnTo>
                    <a:pt x="9961212" y="952893"/>
                  </a:lnTo>
                  <a:lnTo>
                    <a:pt x="10065065" y="945495"/>
                  </a:lnTo>
                  <a:lnTo>
                    <a:pt x="10165693" y="939238"/>
                  </a:lnTo>
                  <a:lnTo>
                    <a:pt x="10258789" y="934137"/>
                  </a:lnTo>
                  <a:lnTo>
                    <a:pt x="10340104" y="930180"/>
                  </a:lnTo>
                  <a:lnTo>
                    <a:pt x="10406183" y="927305"/>
                  </a:lnTo>
                  <a:lnTo>
                    <a:pt x="10455082" y="925391"/>
                  </a:lnTo>
                  <a:lnTo>
                    <a:pt x="10486836" y="924269"/>
                  </a:lnTo>
                  <a:lnTo>
                    <a:pt x="10503580" y="923732"/>
                  </a:lnTo>
                  <a:lnTo>
                    <a:pt x="10509374" y="923563"/>
                  </a:lnTo>
                  <a:lnTo>
                    <a:pt x="10509911" y="923548"/>
                  </a:lnTo>
                  <a:lnTo>
                    <a:pt x="11981298" y="92354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9" name="pl169"/>
            <p:cNvSpPr/>
            <p:nvPr/>
          </p:nvSpPr>
          <p:spPr>
            <a:xfrm>
              <a:off x="4799595" y="4873521"/>
              <a:ext cx="11981298" cy="2280266"/>
            </a:xfrm>
            <a:custGeom>
              <a:avLst/>
              <a:pathLst>
                <a:path w="11981298" h="2280266">
                  <a:moveTo>
                    <a:pt x="11981298" y="923548"/>
                  </a:moveTo>
                  <a:lnTo>
                    <a:pt x="10509911" y="923548"/>
                  </a:lnTo>
                  <a:lnTo>
                    <a:pt x="10508695" y="923582"/>
                  </a:lnTo>
                  <a:lnTo>
                    <a:pt x="10500717" y="923820"/>
                  </a:lnTo>
                  <a:lnTo>
                    <a:pt x="10480646" y="924478"/>
                  </a:lnTo>
                  <a:lnTo>
                    <a:pt x="10444863" y="925774"/>
                  </a:lnTo>
                  <a:lnTo>
                    <a:pt x="10391732" y="927906"/>
                  </a:lnTo>
                  <a:lnTo>
                    <a:pt x="10321721" y="931035"/>
                  </a:lnTo>
                  <a:lnTo>
                    <a:pt x="10237197" y="935265"/>
                  </a:lnTo>
                  <a:lnTo>
                    <a:pt x="10141876" y="940646"/>
                  </a:lnTo>
                  <a:lnTo>
                    <a:pt x="10040085" y="947181"/>
                  </a:lnTo>
                  <a:lnTo>
                    <a:pt x="9936049" y="954850"/>
                  </a:lnTo>
                  <a:lnTo>
                    <a:pt x="9833365" y="963628"/>
                  </a:lnTo>
                  <a:lnTo>
                    <a:pt x="9734731" y="973508"/>
                  </a:lnTo>
                  <a:lnTo>
                    <a:pt x="9641902" y="984513"/>
                  </a:lnTo>
                  <a:lnTo>
                    <a:pt x="9555797" y="996708"/>
                  </a:lnTo>
                  <a:lnTo>
                    <a:pt x="9476670" y="1010197"/>
                  </a:lnTo>
                  <a:lnTo>
                    <a:pt x="9404302" y="1025130"/>
                  </a:lnTo>
                  <a:lnTo>
                    <a:pt x="9338158" y="1041693"/>
                  </a:lnTo>
                  <a:lnTo>
                    <a:pt x="9277514" y="1060105"/>
                  </a:lnTo>
                  <a:lnTo>
                    <a:pt x="9221557" y="1080603"/>
                  </a:lnTo>
                  <a:lnTo>
                    <a:pt x="9169449" y="1103419"/>
                  </a:lnTo>
                  <a:lnTo>
                    <a:pt x="9120384" y="1128743"/>
                  </a:lnTo>
                  <a:lnTo>
                    <a:pt x="9084767" y="1149668"/>
                  </a:lnTo>
                  <a:lnTo>
                    <a:pt x="9036969" y="1181219"/>
                  </a:lnTo>
                  <a:lnTo>
                    <a:pt x="8990595" y="1215715"/>
                  </a:lnTo>
                  <a:lnTo>
                    <a:pt x="8945150" y="1253207"/>
                  </a:lnTo>
                  <a:lnTo>
                    <a:pt x="8900264" y="1293664"/>
                  </a:lnTo>
                  <a:lnTo>
                    <a:pt x="8855665" y="1336961"/>
                  </a:lnTo>
                  <a:lnTo>
                    <a:pt x="8811166" y="1382875"/>
                  </a:lnTo>
                  <a:lnTo>
                    <a:pt x="8766651" y="1431082"/>
                  </a:lnTo>
                  <a:lnTo>
                    <a:pt x="8722062" y="1481162"/>
                  </a:lnTo>
                  <a:lnTo>
                    <a:pt x="8677389" y="1532613"/>
                  </a:lnTo>
                  <a:lnTo>
                    <a:pt x="8632656" y="1584869"/>
                  </a:lnTo>
                  <a:lnTo>
                    <a:pt x="8587907" y="1637324"/>
                  </a:lnTo>
                  <a:lnTo>
                    <a:pt x="8543190" y="1689365"/>
                  </a:lnTo>
                  <a:lnTo>
                    <a:pt x="8498545" y="1740397"/>
                  </a:lnTo>
                  <a:lnTo>
                    <a:pt x="8453985" y="1789874"/>
                  </a:lnTo>
                  <a:lnTo>
                    <a:pt x="8409485" y="1837320"/>
                  </a:lnTo>
                  <a:lnTo>
                    <a:pt x="8364968" y="1882348"/>
                  </a:lnTo>
                  <a:lnTo>
                    <a:pt x="8320294" y="1924669"/>
                  </a:lnTo>
                  <a:lnTo>
                    <a:pt x="8275248" y="1964095"/>
                  </a:lnTo>
                  <a:lnTo>
                    <a:pt x="8229525" y="2000536"/>
                  </a:lnTo>
                  <a:lnTo>
                    <a:pt x="8182714" y="2033990"/>
                  </a:lnTo>
                  <a:lnTo>
                    <a:pt x="8151487" y="2054146"/>
                  </a:lnTo>
                  <a:lnTo>
                    <a:pt x="8104239" y="2081434"/>
                  </a:lnTo>
                  <a:lnTo>
                    <a:pt x="8054508" y="2106138"/>
                  </a:lnTo>
                  <a:lnTo>
                    <a:pt x="8001546" y="2128373"/>
                  </a:lnTo>
                  <a:lnTo>
                    <a:pt x="7944532" y="2148345"/>
                  </a:lnTo>
                  <a:lnTo>
                    <a:pt x="7882630" y="2166288"/>
                  </a:lnTo>
                  <a:lnTo>
                    <a:pt x="7815041" y="2182438"/>
                  </a:lnTo>
                  <a:lnTo>
                    <a:pt x="7741078" y="2197006"/>
                  </a:lnTo>
                  <a:lnTo>
                    <a:pt x="7660269" y="2210170"/>
                  </a:lnTo>
                  <a:lnTo>
                    <a:pt x="7572491" y="2222069"/>
                  </a:lnTo>
                  <a:lnTo>
                    <a:pt x="7478145" y="2232798"/>
                  </a:lnTo>
                  <a:lnTo>
                    <a:pt x="7378336" y="2242410"/>
                  </a:lnTo>
                  <a:lnTo>
                    <a:pt x="7275041" y="2250922"/>
                  </a:lnTo>
                  <a:lnTo>
                    <a:pt x="7171188" y="2258319"/>
                  </a:lnTo>
                  <a:lnTo>
                    <a:pt x="7070560" y="2264577"/>
                  </a:lnTo>
                  <a:lnTo>
                    <a:pt x="6977464" y="2269677"/>
                  </a:lnTo>
                  <a:lnTo>
                    <a:pt x="6896150" y="2273634"/>
                  </a:lnTo>
                  <a:lnTo>
                    <a:pt x="6830070" y="2276510"/>
                  </a:lnTo>
                  <a:lnTo>
                    <a:pt x="6781171" y="2278423"/>
                  </a:lnTo>
                  <a:lnTo>
                    <a:pt x="6749418" y="2279546"/>
                  </a:lnTo>
                  <a:lnTo>
                    <a:pt x="6732673" y="2280082"/>
                  </a:lnTo>
                  <a:lnTo>
                    <a:pt x="6726879" y="2280252"/>
                  </a:lnTo>
                  <a:lnTo>
                    <a:pt x="6726343" y="2280266"/>
                  </a:lnTo>
                  <a:lnTo>
                    <a:pt x="5254955" y="2280266"/>
                  </a:lnTo>
                  <a:lnTo>
                    <a:pt x="5253778" y="2280212"/>
                  </a:lnTo>
                  <a:lnTo>
                    <a:pt x="5246048" y="2279824"/>
                  </a:lnTo>
                  <a:lnTo>
                    <a:pt x="5226581" y="2278754"/>
                  </a:lnTo>
                  <a:lnTo>
                    <a:pt x="5191825" y="2276647"/>
                  </a:lnTo>
                  <a:lnTo>
                    <a:pt x="5140120" y="2273178"/>
                  </a:lnTo>
                  <a:lnTo>
                    <a:pt x="5071822" y="2268083"/>
                  </a:lnTo>
                  <a:lnTo>
                    <a:pt x="4989124" y="2261184"/>
                  </a:lnTo>
                  <a:lnTo>
                    <a:pt x="4895553" y="2252396"/>
                  </a:lnTo>
                  <a:lnTo>
                    <a:pt x="4795278" y="2241708"/>
                  </a:lnTo>
                  <a:lnTo>
                    <a:pt x="4692424" y="2229152"/>
                  </a:lnTo>
                  <a:lnTo>
                    <a:pt x="4590551" y="2214769"/>
                  </a:lnTo>
                  <a:lnTo>
                    <a:pt x="4492375" y="2198576"/>
                  </a:lnTo>
                  <a:lnTo>
                    <a:pt x="4399704" y="2180540"/>
                  </a:lnTo>
                  <a:lnTo>
                    <a:pt x="4313529" y="2160568"/>
                  </a:lnTo>
                  <a:lnTo>
                    <a:pt x="4234178" y="2138498"/>
                  </a:lnTo>
                  <a:lnTo>
                    <a:pt x="4161501" y="2114100"/>
                  </a:lnTo>
                  <a:lnTo>
                    <a:pt x="4095019" y="2087078"/>
                  </a:lnTo>
                  <a:lnTo>
                    <a:pt x="4034060" y="2057086"/>
                  </a:lnTo>
                  <a:lnTo>
                    <a:pt x="3977846" y="2023742"/>
                  </a:lnTo>
                  <a:lnTo>
                    <a:pt x="3925566" y="1986662"/>
                  </a:lnTo>
                  <a:lnTo>
                    <a:pt x="3876430" y="1945516"/>
                  </a:lnTo>
                  <a:lnTo>
                    <a:pt x="3829811" y="1900222"/>
                  </a:lnTo>
                  <a:lnTo>
                    <a:pt x="3788910" y="1855264"/>
                  </a:lnTo>
                  <a:lnTo>
                    <a:pt x="3749105" y="1806714"/>
                  </a:lnTo>
                  <a:lnTo>
                    <a:pt x="3710069" y="1754502"/>
                  </a:lnTo>
                  <a:lnTo>
                    <a:pt x="3671548" y="1698627"/>
                  </a:lnTo>
                  <a:lnTo>
                    <a:pt x="3633343" y="1639167"/>
                  </a:lnTo>
                  <a:lnTo>
                    <a:pt x="3595304" y="1576288"/>
                  </a:lnTo>
                  <a:lnTo>
                    <a:pt x="3557323" y="1510244"/>
                  </a:lnTo>
                  <a:lnTo>
                    <a:pt x="3519331" y="1441377"/>
                  </a:lnTo>
                  <a:lnTo>
                    <a:pt x="3481288" y="1370118"/>
                  </a:lnTo>
                  <a:lnTo>
                    <a:pt x="3443184" y="1296974"/>
                  </a:lnTo>
                  <a:lnTo>
                    <a:pt x="3405024" y="1222512"/>
                  </a:lnTo>
                  <a:lnTo>
                    <a:pt x="3366832" y="1147350"/>
                  </a:lnTo>
                  <a:lnTo>
                    <a:pt x="3328637" y="1072125"/>
                  </a:lnTo>
                  <a:lnTo>
                    <a:pt x="3290469" y="997481"/>
                  </a:lnTo>
                  <a:lnTo>
                    <a:pt x="3252353" y="924038"/>
                  </a:lnTo>
                  <a:lnTo>
                    <a:pt x="3214298" y="852376"/>
                  </a:lnTo>
                  <a:lnTo>
                    <a:pt x="3176299" y="783015"/>
                  </a:lnTo>
                  <a:lnTo>
                    <a:pt x="3138320" y="716400"/>
                  </a:lnTo>
                  <a:lnTo>
                    <a:pt x="3100299" y="652892"/>
                  </a:lnTo>
                  <a:lnTo>
                    <a:pt x="3062136" y="592762"/>
                  </a:lnTo>
                  <a:lnTo>
                    <a:pt x="3023689" y="536191"/>
                  </a:lnTo>
                  <a:lnTo>
                    <a:pt x="2984771" y="483274"/>
                  </a:lnTo>
                  <a:lnTo>
                    <a:pt x="2945135" y="434026"/>
                  </a:lnTo>
                  <a:lnTo>
                    <a:pt x="2904473" y="388388"/>
                  </a:lnTo>
                  <a:lnTo>
                    <a:pt x="2896531" y="380044"/>
                  </a:lnTo>
                  <a:lnTo>
                    <a:pt x="2849811" y="334658"/>
                  </a:lnTo>
                  <a:lnTo>
                    <a:pt x="2800668" y="293521"/>
                  </a:lnTo>
                  <a:lnTo>
                    <a:pt x="2748381" y="256449"/>
                  </a:lnTo>
                  <a:lnTo>
                    <a:pt x="2692158" y="223112"/>
                  </a:lnTo>
                  <a:lnTo>
                    <a:pt x="2631188" y="193127"/>
                  </a:lnTo>
                  <a:lnTo>
                    <a:pt x="2564694" y="166111"/>
                  </a:lnTo>
                  <a:lnTo>
                    <a:pt x="2492003" y="141718"/>
                  </a:lnTo>
                  <a:lnTo>
                    <a:pt x="2412638" y="119653"/>
                  </a:lnTo>
                  <a:lnTo>
                    <a:pt x="2326448" y="99685"/>
                  </a:lnTo>
                  <a:lnTo>
                    <a:pt x="2233764" y="81654"/>
                  </a:lnTo>
                  <a:lnTo>
                    <a:pt x="2135578" y="65464"/>
                  </a:lnTo>
                  <a:lnTo>
                    <a:pt x="2033699" y="51085"/>
                  </a:lnTo>
                  <a:lnTo>
                    <a:pt x="1930847" y="38533"/>
                  </a:lnTo>
                  <a:lnTo>
                    <a:pt x="1830582" y="27848"/>
                  </a:lnTo>
                  <a:lnTo>
                    <a:pt x="1737030" y="19065"/>
                  </a:lnTo>
                  <a:lnTo>
                    <a:pt x="1654359" y="12170"/>
                  </a:lnTo>
                  <a:lnTo>
                    <a:pt x="1586094" y="7079"/>
                  </a:lnTo>
                  <a:lnTo>
                    <a:pt x="1534425" y="3613"/>
                  </a:lnTo>
                  <a:lnTo>
                    <a:pt x="1499705" y="1508"/>
                  </a:lnTo>
                  <a:lnTo>
                    <a:pt x="1480267" y="440"/>
                  </a:lnTo>
                  <a:lnTo>
                    <a:pt x="1472556" y="53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0" name="pg170"/>
            <p:cNvSpPr/>
            <p:nvPr/>
          </p:nvSpPr>
          <p:spPr>
            <a:xfrm>
              <a:off x="4799595" y="4881694"/>
              <a:ext cx="11981298" cy="2296612"/>
            </a:xfrm>
            <a:custGeom>
              <a:avLst/>
              <a:pathLst>
                <a:path w="11981298" h="2296612">
                  <a:moveTo>
                    <a:pt x="0" y="16345"/>
                  </a:moveTo>
                  <a:lnTo>
                    <a:pt x="1471387" y="16345"/>
                  </a:lnTo>
                  <a:lnTo>
                    <a:pt x="1472564" y="16400"/>
                  </a:lnTo>
                  <a:lnTo>
                    <a:pt x="1480294" y="16787"/>
                  </a:lnTo>
                  <a:lnTo>
                    <a:pt x="1499761" y="17858"/>
                  </a:lnTo>
                  <a:lnTo>
                    <a:pt x="1534517" y="19965"/>
                  </a:lnTo>
                  <a:lnTo>
                    <a:pt x="1586222" y="23434"/>
                  </a:lnTo>
                  <a:lnTo>
                    <a:pt x="1654520" y="28529"/>
                  </a:lnTo>
                  <a:lnTo>
                    <a:pt x="1737219" y="35427"/>
                  </a:lnTo>
                  <a:lnTo>
                    <a:pt x="1830789" y="44215"/>
                  </a:lnTo>
                  <a:lnTo>
                    <a:pt x="1931064" y="54903"/>
                  </a:lnTo>
                  <a:lnTo>
                    <a:pt x="2033918" y="67459"/>
                  </a:lnTo>
                  <a:lnTo>
                    <a:pt x="2135791" y="81842"/>
                  </a:lnTo>
                  <a:lnTo>
                    <a:pt x="2233968" y="98036"/>
                  </a:lnTo>
                  <a:lnTo>
                    <a:pt x="2326638" y="116072"/>
                  </a:lnTo>
                  <a:lnTo>
                    <a:pt x="2412814" y="136043"/>
                  </a:lnTo>
                  <a:lnTo>
                    <a:pt x="2492164" y="158113"/>
                  </a:lnTo>
                  <a:lnTo>
                    <a:pt x="2564841" y="182512"/>
                  </a:lnTo>
                  <a:lnTo>
                    <a:pt x="2631323" y="209533"/>
                  </a:lnTo>
                  <a:lnTo>
                    <a:pt x="2692282" y="239525"/>
                  </a:lnTo>
                  <a:lnTo>
                    <a:pt x="2748496" y="272870"/>
                  </a:lnTo>
                  <a:lnTo>
                    <a:pt x="2800776" y="309950"/>
                  </a:lnTo>
                  <a:lnTo>
                    <a:pt x="2849912" y="351096"/>
                  </a:lnTo>
                  <a:lnTo>
                    <a:pt x="2896531" y="396390"/>
                  </a:lnTo>
                  <a:lnTo>
                    <a:pt x="2937432" y="441348"/>
                  </a:lnTo>
                  <a:lnTo>
                    <a:pt x="2977238" y="489898"/>
                  </a:lnTo>
                  <a:lnTo>
                    <a:pt x="3016273" y="542110"/>
                  </a:lnTo>
                  <a:lnTo>
                    <a:pt x="3054794" y="597985"/>
                  </a:lnTo>
                  <a:lnTo>
                    <a:pt x="3092999" y="657444"/>
                  </a:lnTo>
                  <a:lnTo>
                    <a:pt x="3131038" y="720323"/>
                  </a:lnTo>
                  <a:lnTo>
                    <a:pt x="3169019" y="786368"/>
                  </a:lnTo>
                  <a:lnTo>
                    <a:pt x="3207011" y="855234"/>
                  </a:lnTo>
                  <a:lnTo>
                    <a:pt x="3245054" y="926493"/>
                  </a:lnTo>
                  <a:lnTo>
                    <a:pt x="3283159" y="999638"/>
                  </a:lnTo>
                  <a:lnTo>
                    <a:pt x="3321318" y="1074099"/>
                  </a:lnTo>
                  <a:lnTo>
                    <a:pt x="3359510" y="1149262"/>
                  </a:lnTo>
                  <a:lnTo>
                    <a:pt x="3397705" y="1224486"/>
                  </a:lnTo>
                  <a:lnTo>
                    <a:pt x="3435873" y="1299131"/>
                  </a:lnTo>
                  <a:lnTo>
                    <a:pt x="3473990" y="1372574"/>
                  </a:lnTo>
                  <a:lnTo>
                    <a:pt x="3512044" y="1444235"/>
                  </a:lnTo>
                  <a:lnTo>
                    <a:pt x="3550043" y="1513596"/>
                  </a:lnTo>
                  <a:lnTo>
                    <a:pt x="3588022" y="1580211"/>
                  </a:lnTo>
                  <a:lnTo>
                    <a:pt x="3626043" y="1643719"/>
                  </a:lnTo>
                  <a:lnTo>
                    <a:pt x="3664206" y="1703850"/>
                  </a:lnTo>
                  <a:lnTo>
                    <a:pt x="3702653" y="1760420"/>
                  </a:lnTo>
                  <a:lnTo>
                    <a:pt x="3741572" y="1813337"/>
                  </a:lnTo>
                  <a:lnTo>
                    <a:pt x="3781207" y="1862585"/>
                  </a:lnTo>
                  <a:lnTo>
                    <a:pt x="3821869" y="1908223"/>
                  </a:lnTo>
                  <a:lnTo>
                    <a:pt x="3829811" y="1916568"/>
                  </a:lnTo>
                  <a:lnTo>
                    <a:pt x="3876531" y="1961954"/>
                  </a:lnTo>
                  <a:lnTo>
                    <a:pt x="3925674" y="2003091"/>
                  </a:lnTo>
                  <a:lnTo>
                    <a:pt x="3977961" y="2040163"/>
                  </a:lnTo>
                  <a:lnTo>
                    <a:pt x="4034184" y="2073499"/>
                  </a:lnTo>
                  <a:lnTo>
                    <a:pt x="4095154" y="2103485"/>
                  </a:lnTo>
                  <a:lnTo>
                    <a:pt x="4161648" y="2130500"/>
                  </a:lnTo>
                  <a:lnTo>
                    <a:pt x="4234340" y="2154894"/>
                  </a:lnTo>
                  <a:lnTo>
                    <a:pt x="4313704" y="2176959"/>
                  </a:lnTo>
                  <a:lnTo>
                    <a:pt x="4399894" y="2196926"/>
                  </a:lnTo>
                  <a:lnTo>
                    <a:pt x="4492578" y="2214958"/>
                  </a:lnTo>
                  <a:lnTo>
                    <a:pt x="4590764" y="2231148"/>
                  </a:lnTo>
                  <a:lnTo>
                    <a:pt x="4692643" y="2245527"/>
                  </a:lnTo>
                  <a:lnTo>
                    <a:pt x="4795495" y="2258079"/>
                  </a:lnTo>
                  <a:lnTo>
                    <a:pt x="4895760" y="2268763"/>
                  </a:lnTo>
                  <a:lnTo>
                    <a:pt x="4989312" y="2277547"/>
                  </a:lnTo>
                  <a:lnTo>
                    <a:pt x="5071983" y="2284441"/>
                  </a:lnTo>
                  <a:lnTo>
                    <a:pt x="5140248" y="2289533"/>
                  </a:lnTo>
                  <a:lnTo>
                    <a:pt x="5191917" y="2292999"/>
                  </a:lnTo>
                  <a:lnTo>
                    <a:pt x="5226638" y="2295103"/>
                  </a:lnTo>
                  <a:lnTo>
                    <a:pt x="5246075" y="2296172"/>
                  </a:lnTo>
                  <a:lnTo>
                    <a:pt x="5253786" y="2296558"/>
                  </a:lnTo>
                  <a:lnTo>
                    <a:pt x="5254955" y="2296612"/>
                  </a:lnTo>
                  <a:lnTo>
                    <a:pt x="6726343" y="2296612"/>
                  </a:lnTo>
                  <a:lnTo>
                    <a:pt x="6727567" y="2296586"/>
                  </a:lnTo>
                  <a:lnTo>
                    <a:pt x="6735604" y="2296403"/>
                  </a:lnTo>
                  <a:lnTo>
                    <a:pt x="6755818" y="2295895"/>
                  </a:lnTo>
                  <a:lnTo>
                    <a:pt x="6791845" y="2294896"/>
                  </a:lnTo>
                  <a:lnTo>
                    <a:pt x="6845315" y="2293252"/>
                  </a:lnTo>
                  <a:lnTo>
                    <a:pt x="6915730" y="2290841"/>
                  </a:lnTo>
                  <a:lnTo>
                    <a:pt x="7000683" y="2287582"/>
                  </a:lnTo>
                  <a:lnTo>
                    <a:pt x="7096414" y="2283438"/>
                  </a:lnTo>
                  <a:lnTo>
                    <a:pt x="7198557" y="2278406"/>
                  </a:lnTo>
                  <a:lnTo>
                    <a:pt x="7302865" y="2272503"/>
                  </a:lnTo>
                  <a:lnTo>
                    <a:pt x="7405734" y="2265747"/>
                  </a:lnTo>
                  <a:lnTo>
                    <a:pt x="7504469" y="2258144"/>
                  </a:lnTo>
                  <a:lnTo>
                    <a:pt x="7597330" y="2249674"/>
                  </a:lnTo>
                  <a:lnTo>
                    <a:pt x="7683415" y="2240288"/>
                  </a:lnTo>
                  <a:lnTo>
                    <a:pt x="7762486" y="2229903"/>
                  </a:lnTo>
                  <a:lnTo>
                    <a:pt x="7834780" y="2218402"/>
                  </a:lnTo>
                  <a:lnTo>
                    <a:pt x="7900846" y="2205641"/>
                  </a:lnTo>
                  <a:lnTo>
                    <a:pt x="7961416" y="2191451"/>
                  </a:lnTo>
                  <a:lnTo>
                    <a:pt x="8017315" y="2175648"/>
                  </a:lnTo>
                  <a:lnTo>
                    <a:pt x="8069385" y="2158055"/>
                  </a:lnTo>
                  <a:lnTo>
                    <a:pt x="8118437" y="2138528"/>
                  </a:lnTo>
                  <a:lnTo>
                    <a:pt x="8151487" y="2123617"/>
                  </a:lnTo>
                  <a:lnTo>
                    <a:pt x="8201991" y="2098019"/>
                  </a:lnTo>
                  <a:lnTo>
                    <a:pt x="8250938" y="2069897"/>
                  </a:lnTo>
                  <a:lnTo>
                    <a:pt x="8298898" y="2039210"/>
                  </a:lnTo>
                  <a:lnTo>
                    <a:pt x="8346291" y="2006000"/>
                  </a:lnTo>
                  <a:lnTo>
                    <a:pt x="8393419" y="1970397"/>
                  </a:lnTo>
                  <a:lnTo>
                    <a:pt x="8440479" y="1932626"/>
                  </a:lnTo>
                  <a:lnTo>
                    <a:pt x="8487586" y="1893009"/>
                  </a:lnTo>
                  <a:lnTo>
                    <a:pt x="8534785" y="1851954"/>
                  </a:lnTo>
                  <a:lnTo>
                    <a:pt x="8582069" y="1809946"/>
                  </a:lnTo>
                  <a:lnTo>
                    <a:pt x="8629397" y="1767514"/>
                  </a:lnTo>
                  <a:lnTo>
                    <a:pt x="8676710" y="1725216"/>
                  </a:lnTo>
                  <a:lnTo>
                    <a:pt x="8723957" y="1683598"/>
                  </a:lnTo>
                  <a:lnTo>
                    <a:pt x="8771111" y="1643172"/>
                  </a:lnTo>
                  <a:lnTo>
                    <a:pt x="8818186" y="1604388"/>
                  </a:lnTo>
                  <a:lnTo>
                    <a:pt x="8865259" y="1567615"/>
                  </a:lnTo>
                  <a:lnTo>
                    <a:pt x="8912483" y="1533129"/>
                  </a:lnTo>
                  <a:lnTo>
                    <a:pt x="8960102" y="1501110"/>
                  </a:lnTo>
                  <a:lnTo>
                    <a:pt x="9008471" y="1471645"/>
                  </a:lnTo>
                  <a:lnTo>
                    <a:pt x="9058078" y="1444734"/>
                  </a:lnTo>
                  <a:lnTo>
                    <a:pt x="9084767" y="1431636"/>
                  </a:lnTo>
                  <a:lnTo>
                    <a:pt x="9132138" y="1410709"/>
                  </a:lnTo>
                  <a:lnTo>
                    <a:pt x="9182007" y="1391768"/>
                  </a:lnTo>
                  <a:lnTo>
                    <a:pt x="9235129" y="1374725"/>
                  </a:lnTo>
                  <a:lnTo>
                    <a:pt x="9292329" y="1359421"/>
                  </a:lnTo>
                  <a:lnTo>
                    <a:pt x="9354451" y="1345675"/>
                  </a:lnTo>
                  <a:lnTo>
                    <a:pt x="9422299" y="1333305"/>
                  </a:lnTo>
                  <a:lnTo>
                    <a:pt x="9496563" y="1322150"/>
                  </a:lnTo>
                  <a:lnTo>
                    <a:pt x="9577714" y="1312073"/>
                  </a:lnTo>
                  <a:lnTo>
                    <a:pt x="9665866" y="1302966"/>
                  </a:lnTo>
                  <a:lnTo>
                    <a:pt x="9760604" y="1294758"/>
                  </a:lnTo>
                  <a:lnTo>
                    <a:pt x="9860793" y="1287408"/>
                  </a:lnTo>
                  <a:lnTo>
                    <a:pt x="9964414" y="1280905"/>
                  </a:lnTo>
                  <a:lnTo>
                    <a:pt x="10068492" y="1275259"/>
                  </a:lnTo>
                  <a:lnTo>
                    <a:pt x="10169189" y="1270489"/>
                  </a:lnTo>
                  <a:lnTo>
                    <a:pt x="10262157" y="1266610"/>
                  </a:lnTo>
                  <a:lnTo>
                    <a:pt x="10343131" y="1263609"/>
                  </a:lnTo>
                  <a:lnTo>
                    <a:pt x="10408678" y="1261437"/>
                  </a:lnTo>
                  <a:lnTo>
                    <a:pt x="10456915" y="1259999"/>
                  </a:lnTo>
                  <a:lnTo>
                    <a:pt x="10487973" y="1259163"/>
                  </a:lnTo>
                  <a:lnTo>
                    <a:pt x="10504101" y="1258770"/>
                  </a:lnTo>
                  <a:lnTo>
                    <a:pt x="10509479" y="1258650"/>
                  </a:lnTo>
                  <a:lnTo>
                    <a:pt x="10509911" y="1258641"/>
                  </a:lnTo>
                  <a:lnTo>
                    <a:pt x="11981298" y="1258641"/>
                  </a:lnTo>
                  <a:lnTo>
                    <a:pt x="11981298" y="1242295"/>
                  </a:lnTo>
                  <a:lnTo>
                    <a:pt x="10509911" y="1242295"/>
                  </a:lnTo>
                  <a:lnTo>
                    <a:pt x="10508686" y="1242321"/>
                  </a:lnTo>
                  <a:lnTo>
                    <a:pt x="10500649" y="1242505"/>
                  </a:lnTo>
                  <a:lnTo>
                    <a:pt x="10480435" y="1243012"/>
                  </a:lnTo>
                  <a:lnTo>
                    <a:pt x="10444408" y="1244011"/>
                  </a:lnTo>
                  <a:lnTo>
                    <a:pt x="10390938" y="1245655"/>
                  </a:lnTo>
                  <a:lnTo>
                    <a:pt x="10320523" y="1248066"/>
                  </a:lnTo>
                  <a:lnTo>
                    <a:pt x="10235570" y="1251325"/>
                  </a:lnTo>
                  <a:lnTo>
                    <a:pt x="10139839" y="1255469"/>
                  </a:lnTo>
                  <a:lnTo>
                    <a:pt x="10037696" y="1260501"/>
                  </a:lnTo>
                  <a:lnTo>
                    <a:pt x="9933388" y="1266405"/>
                  </a:lnTo>
                  <a:lnTo>
                    <a:pt x="9830520" y="1273160"/>
                  </a:lnTo>
                  <a:lnTo>
                    <a:pt x="9731784" y="1280763"/>
                  </a:lnTo>
                  <a:lnTo>
                    <a:pt x="9638923" y="1289233"/>
                  </a:lnTo>
                  <a:lnTo>
                    <a:pt x="9552838" y="1298619"/>
                  </a:lnTo>
                  <a:lnTo>
                    <a:pt x="9473767" y="1309005"/>
                  </a:lnTo>
                  <a:lnTo>
                    <a:pt x="9401473" y="1320505"/>
                  </a:lnTo>
                  <a:lnTo>
                    <a:pt x="9335407" y="1333266"/>
                  </a:lnTo>
                  <a:lnTo>
                    <a:pt x="9274837" y="1347456"/>
                  </a:lnTo>
                  <a:lnTo>
                    <a:pt x="9218938" y="1363259"/>
                  </a:lnTo>
                  <a:lnTo>
                    <a:pt x="9166868" y="1380853"/>
                  </a:lnTo>
                  <a:lnTo>
                    <a:pt x="9117816" y="1400380"/>
                  </a:lnTo>
                  <a:lnTo>
                    <a:pt x="9084767" y="1415290"/>
                  </a:lnTo>
                  <a:lnTo>
                    <a:pt x="9034263" y="1440888"/>
                  </a:lnTo>
                  <a:lnTo>
                    <a:pt x="8985315" y="1469011"/>
                  </a:lnTo>
                  <a:lnTo>
                    <a:pt x="8937355" y="1499697"/>
                  </a:lnTo>
                  <a:lnTo>
                    <a:pt x="8889962" y="1532907"/>
                  </a:lnTo>
                  <a:lnTo>
                    <a:pt x="8842834" y="1568510"/>
                  </a:lnTo>
                  <a:lnTo>
                    <a:pt x="8795774" y="1606282"/>
                  </a:lnTo>
                  <a:lnTo>
                    <a:pt x="8748667" y="1645899"/>
                  </a:lnTo>
                  <a:lnTo>
                    <a:pt x="8701468" y="1686953"/>
                  </a:lnTo>
                  <a:lnTo>
                    <a:pt x="8654184" y="1728962"/>
                  </a:lnTo>
                  <a:lnTo>
                    <a:pt x="8606856" y="1771393"/>
                  </a:lnTo>
                  <a:lnTo>
                    <a:pt x="8559543" y="1813692"/>
                  </a:lnTo>
                  <a:lnTo>
                    <a:pt x="8512296" y="1855310"/>
                  </a:lnTo>
                  <a:lnTo>
                    <a:pt x="8465142" y="1895735"/>
                  </a:lnTo>
                  <a:lnTo>
                    <a:pt x="8418067" y="1934519"/>
                  </a:lnTo>
                  <a:lnTo>
                    <a:pt x="8370994" y="1971293"/>
                  </a:lnTo>
                  <a:lnTo>
                    <a:pt x="8323770" y="2005778"/>
                  </a:lnTo>
                  <a:lnTo>
                    <a:pt x="8276151" y="2037797"/>
                  </a:lnTo>
                  <a:lnTo>
                    <a:pt x="8227782" y="2067262"/>
                  </a:lnTo>
                  <a:lnTo>
                    <a:pt x="8178175" y="2094173"/>
                  </a:lnTo>
                  <a:lnTo>
                    <a:pt x="8151487" y="2107271"/>
                  </a:lnTo>
                  <a:lnTo>
                    <a:pt x="8104115" y="2128198"/>
                  </a:lnTo>
                  <a:lnTo>
                    <a:pt x="8054246" y="2147139"/>
                  </a:lnTo>
                  <a:lnTo>
                    <a:pt x="8001124" y="2164183"/>
                  </a:lnTo>
                  <a:lnTo>
                    <a:pt x="7943924" y="2179486"/>
                  </a:lnTo>
                  <a:lnTo>
                    <a:pt x="7881802" y="2193233"/>
                  </a:lnTo>
                  <a:lnTo>
                    <a:pt x="7813954" y="2205602"/>
                  </a:lnTo>
                  <a:lnTo>
                    <a:pt x="7739690" y="2216757"/>
                  </a:lnTo>
                  <a:lnTo>
                    <a:pt x="7658539" y="2226835"/>
                  </a:lnTo>
                  <a:lnTo>
                    <a:pt x="7570387" y="2235941"/>
                  </a:lnTo>
                  <a:lnTo>
                    <a:pt x="7475649" y="2244149"/>
                  </a:lnTo>
                  <a:lnTo>
                    <a:pt x="7375461" y="2251499"/>
                  </a:lnTo>
                  <a:lnTo>
                    <a:pt x="7271839" y="2258003"/>
                  </a:lnTo>
                  <a:lnTo>
                    <a:pt x="7167762" y="2263649"/>
                  </a:lnTo>
                  <a:lnTo>
                    <a:pt x="7067064" y="2268418"/>
                  </a:lnTo>
                  <a:lnTo>
                    <a:pt x="6974096" y="2272297"/>
                  </a:lnTo>
                  <a:lnTo>
                    <a:pt x="6893122" y="2275298"/>
                  </a:lnTo>
                  <a:lnTo>
                    <a:pt x="6827575" y="2277470"/>
                  </a:lnTo>
                  <a:lnTo>
                    <a:pt x="6779338" y="2278908"/>
                  </a:lnTo>
                  <a:lnTo>
                    <a:pt x="6748281" y="2279744"/>
                  </a:lnTo>
                  <a:lnTo>
                    <a:pt x="6732152" y="2280137"/>
                  </a:lnTo>
                  <a:lnTo>
                    <a:pt x="6726774" y="2280257"/>
                  </a:lnTo>
                  <a:lnTo>
                    <a:pt x="6726343" y="2280266"/>
                  </a:lnTo>
                  <a:lnTo>
                    <a:pt x="5254955" y="2280266"/>
                  </a:lnTo>
                  <a:lnTo>
                    <a:pt x="5253778" y="2280212"/>
                  </a:lnTo>
                  <a:lnTo>
                    <a:pt x="5246048" y="2279824"/>
                  </a:lnTo>
                  <a:lnTo>
                    <a:pt x="5226581" y="2278754"/>
                  </a:lnTo>
                  <a:lnTo>
                    <a:pt x="5191825" y="2276647"/>
                  </a:lnTo>
                  <a:lnTo>
                    <a:pt x="5140120" y="2273178"/>
                  </a:lnTo>
                  <a:lnTo>
                    <a:pt x="5071822" y="2268083"/>
                  </a:lnTo>
                  <a:lnTo>
                    <a:pt x="4989124" y="2261184"/>
                  </a:lnTo>
                  <a:lnTo>
                    <a:pt x="4895553" y="2252396"/>
                  </a:lnTo>
                  <a:lnTo>
                    <a:pt x="4795278" y="2241708"/>
                  </a:lnTo>
                  <a:lnTo>
                    <a:pt x="4692424" y="2229152"/>
                  </a:lnTo>
                  <a:lnTo>
                    <a:pt x="4590551" y="2214769"/>
                  </a:lnTo>
                  <a:lnTo>
                    <a:pt x="4492375" y="2198576"/>
                  </a:lnTo>
                  <a:lnTo>
                    <a:pt x="4399704" y="2180540"/>
                  </a:lnTo>
                  <a:lnTo>
                    <a:pt x="4313529" y="2160568"/>
                  </a:lnTo>
                  <a:lnTo>
                    <a:pt x="4234178" y="2138498"/>
                  </a:lnTo>
                  <a:lnTo>
                    <a:pt x="4161501" y="2114100"/>
                  </a:lnTo>
                  <a:lnTo>
                    <a:pt x="4095019" y="2087078"/>
                  </a:lnTo>
                  <a:lnTo>
                    <a:pt x="4034060" y="2057086"/>
                  </a:lnTo>
                  <a:lnTo>
                    <a:pt x="3977846" y="2023742"/>
                  </a:lnTo>
                  <a:lnTo>
                    <a:pt x="3925566" y="1986662"/>
                  </a:lnTo>
                  <a:lnTo>
                    <a:pt x="3876430" y="1945516"/>
                  </a:lnTo>
                  <a:lnTo>
                    <a:pt x="3829811" y="1900222"/>
                  </a:lnTo>
                  <a:lnTo>
                    <a:pt x="3788910" y="1855264"/>
                  </a:lnTo>
                  <a:lnTo>
                    <a:pt x="3749105" y="1806714"/>
                  </a:lnTo>
                  <a:lnTo>
                    <a:pt x="3710069" y="1754502"/>
                  </a:lnTo>
                  <a:lnTo>
                    <a:pt x="3671548" y="1698627"/>
                  </a:lnTo>
                  <a:lnTo>
                    <a:pt x="3633343" y="1639167"/>
                  </a:lnTo>
                  <a:lnTo>
                    <a:pt x="3595304" y="1576288"/>
                  </a:lnTo>
                  <a:lnTo>
                    <a:pt x="3557323" y="1510244"/>
                  </a:lnTo>
                  <a:lnTo>
                    <a:pt x="3519331" y="1441377"/>
                  </a:lnTo>
                  <a:lnTo>
                    <a:pt x="3481288" y="1370118"/>
                  </a:lnTo>
                  <a:lnTo>
                    <a:pt x="3443184" y="1296974"/>
                  </a:lnTo>
                  <a:lnTo>
                    <a:pt x="3405024" y="1222512"/>
                  </a:lnTo>
                  <a:lnTo>
                    <a:pt x="3366832" y="1147350"/>
                  </a:lnTo>
                  <a:lnTo>
                    <a:pt x="3328637" y="1072125"/>
                  </a:lnTo>
                  <a:lnTo>
                    <a:pt x="3290469" y="997481"/>
                  </a:lnTo>
                  <a:lnTo>
                    <a:pt x="3252353" y="924038"/>
                  </a:lnTo>
                  <a:lnTo>
                    <a:pt x="3214298" y="852376"/>
                  </a:lnTo>
                  <a:lnTo>
                    <a:pt x="3176299" y="783015"/>
                  </a:lnTo>
                  <a:lnTo>
                    <a:pt x="3138320" y="716400"/>
                  </a:lnTo>
                  <a:lnTo>
                    <a:pt x="3100299" y="652892"/>
                  </a:lnTo>
                  <a:lnTo>
                    <a:pt x="3062136" y="592762"/>
                  </a:lnTo>
                  <a:lnTo>
                    <a:pt x="3023689" y="536191"/>
                  </a:lnTo>
                  <a:lnTo>
                    <a:pt x="2984771" y="483274"/>
                  </a:lnTo>
                  <a:lnTo>
                    <a:pt x="2945135" y="434026"/>
                  </a:lnTo>
                  <a:lnTo>
                    <a:pt x="2904473" y="388388"/>
                  </a:lnTo>
                  <a:lnTo>
                    <a:pt x="2896531" y="380044"/>
                  </a:lnTo>
                  <a:lnTo>
                    <a:pt x="2849811" y="334658"/>
                  </a:lnTo>
                  <a:lnTo>
                    <a:pt x="2800668" y="293521"/>
                  </a:lnTo>
                  <a:lnTo>
                    <a:pt x="2748381" y="256449"/>
                  </a:lnTo>
                  <a:lnTo>
                    <a:pt x="2692158" y="223112"/>
                  </a:lnTo>
                  <a:lnTo>
                    <a:pt x="2631188" y="193127"/>
                  </a:lnTo>
                  <a:lnTo>
                    <a:pt x="2564694" y="166111"/>
                  </a:lnTo>
                  <a:lnTo>
                    <a:pt x="2492003" y="141718"/>
                  </a:lnTo>
                  <a:lnTo>
                    <a:pt x="2412638" y="119653"/>
                  </a:lnTo>
                  <a:lnTo>
                    <a:pt x="2326448" y="99685"/>
                  </a:lnTo>
                  <a:lnTo>
                    <a:pt x="2233764" y="81654"/>
                  </a:lnTo>
                  <a:lnTo>
                    <a:pt x="2135578" y="65464"/>
                  </a:lnTo>
                  <a:lnTo>
                    <a:pt x="2033699" y="51085"/>
                  </a:lnTo>
                  <a:lnTo>
                    <a:pt x="1930847" y="38533"/>
                  </a:lnTo>
                  <a:lnTo>
                    <a:pt x="1830582" y="27848"/>
                  </a:lnTo>
                  <a:lnTo>
                    <a:pt x="1737030" y="19065"/>
                  </a:lnTo>
                  <a:lnTo>
                    <a:pt x="1654359" y="12170"/>
                  </a:lnTo>
                  <a:lnTo>
                    <a:pt x="1586094" y="7079"/>
                  </a:lnTo>
                  <a:lnTo>
                    <a:pt x="1534425" y="3613"/>
                  </a:lnTo>
                  <a:lnTo>
                    <a:pt x="1499705" y="1508"/>
                  </a:lnTo>
                  <a:lnTo>
                    <a:pt x="1480267" y="440"/>
                  </a:lnTo>
                  <a:lnTo>
                    <a:pt x="1472556" y="53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71" name="pl171"/>
            <p:cNvSpPr/>
            <p:nvPr/>
          </p:nvSpPr>
          <p:spPr>
            <a:xfrm>
              <a:off x="4799595" y="4898040"/>
              <a:ext cx="11981298" cy="2280266"/>
            </a:xfrm>
            <a:custGeom>
              <a:avLst/>
              <a:pathLst>
                <a:path w="11981298" h="2280266">
                  <a:moveTo>
                    <a:pt x="0" y="0"/>
                  </a:moveTo>
                  <a:lnTo>
                    <a:pt x="1471387" y="0"/>
                  </a:lnTo>
                  <a:lnTo>
                    <a:pt x="1472564" y="54"/>
                  </a:lnTo>
                  <a:lnTo>
                    <a:pt x="1480294" y="441"/>
                  </a:lnTo>
                  <a:lnTo>
                    <a:pt x="1499761" y="1512"/>
                  </a:lnTo>
                  <a:lnTo>
                    <a:pt x="1534517" y="3619"/>
                  </a:lnTo>
                  <a:lnTo>
                    <a:pt x="1586222" y="7088"/>
                  </a:lnTo>
                  <a:lnTo>
                    <a:pt x="1654520" y="12183"/>
                  </a:lnTo>
                  <a:lnTo>
                    <a:pt x="1737219" y="19081"/>
                  </a:lnTo>
                  <a:lnTo>
                    <a:pt x="1830789" y="27869"/>
                  </a:lnTo>
                  <a:lnTo>
                    <a:pt x="1931064" y="38557"/>
                  </a:lnTo>
                  <a:lnTo>
                    <a:pt x="2033918" y="51113"/>
                  </a:lnTo>
                  <a:lnTo>
                    <a:pt x="2135791" y="65496"/>
                  </a:lnTo>
                  <a:lnTo>
                    <a:pt x="2233968" y="81690"/>
                  </a:lnTo>
                  <a:lnTo>
                    <a:pt x="2326638" y="99726"/>
                  </a:lnTo>
                  <a:lnTo>
                    <a:pt x="2412814" y="119697"/>
                  </a:lnTo>
                  <a:lnTo>
                    <a:pt x="2492164" y="141767"/>
                  </a:lnTo>
                  <a:lnTo>
                    <a:pt x="2564841" y="166166"/>
                  </a:lnTo>
                  <a:lnTo>
                    <a:pt x="2631323" y="193187"/>
                  </a:lnTo>
                  <a:lnTo>
                    <a:pt x="2692282" y="223179"/>
                  </a:lnTo>
                  <a:lnTo>
                    <a:pt x="2748496" y="256524"/>
                  </a:lnTo>
                  <a:lnTo>
                    <a:pt x="2800776" y="293604"/>
                  </a:lnTo>
                  <a:lnTo>
                    <a:pt x="2849912" y="334750"/>
                  </a:lnTo>
                  <a:lnTo>
                    <a:pt x="2896531" y="380044"/>
                  </a:lnTo>
                  <a:lnTo>
                    <a:pt x="2937432" y="425002"/>
                  </a:lnTo>
                  <a:lnTo>
                    <a:pt x="2977238" y="473552"/>
                  </a:lnTo>
                  <a:lnTo>
                    <a:pt x="3016273" y="525764"/>
                  </a:lnTo>
                  <a:lnTo>
                    <a:pt x="3054794" y="581639"/>
                  </a:lnTo>
                  <a:lnTo>
                    <a:pt x="3092999" y="641098"/>
                  </a:lnTo>
                  <a:lnTo>
                    <a:pt x="3131038" y="703977"/>
                  </a:lnTo>
                  <a:lnTo>
                    <a:pt x="3169019" y="770022"/>
                  </a:lnTo>
                  <a:lnTo>
                    <a:pt x="3207011" y="838888"/>
                  </a:lnTo>
                  <a:lnTo>
                    <a:pt x="3245054" y="910147"/>
                  </a:lnTo>
                  <a:lnTo>
                    <a:pt x="3283159" y="983292"/>
                  </a:lnTo>
                  <a:lnTo>
                    <a:pt x="3321318" y="1057753"/>
                  </a:lnTo>
                  <a:lnTo>
                    <a:pt x="3359510" y="1132916"/>
                  </a:lnTo>
                  <a:lnTo>
                    <a:pt x="3397705" y="1208140"/>
                  </a:lnTo>
                  <a:lnTo>
                    <a:pt x="3435873" y="1282785"/>
                  </a:lnTo>
                  <a:lnTo>
                    <a:pt x="3473990" y="1356228"/>
                  </a:lnTo>
                  <a:lnTo>
                    <a:pt x="3512044" y="1427889"/>
                  </a:lnTo>
                  <a:lnTo>
                    <a:pt x="3550043" y="1497250"/>
                  </a:lnTo>
                  <a:lnTo>
                    <a:pt x="3588022" y="1563865"/>
                  </a:lnTo>
                  <a:lnTo>
                    <a:pt x="3626043" y="1627373"/>
                  </a:lnTo>
                  <a:lnTo>
                    <a:pt x="3664206" y="1687504"/>
                  </a:lnTo>
                  <a:lnTo>
                    <a:pt x="3702653" y="1744074"/>
                  </a:lnTo>
                  <a:lnTo>
                    <a:pt x="3741572" y="1796991"/>
                  </a:lnTo>
                  <a:lnTo>
                    <a:pt x="3781207" y="1846239"/>
                  </a:lnTo>
                  <a:lnTo>
                    <a:pt x="3821869" y="1891877"/>
                  </a:lnTo>
                  <a:lnTo>
                    <a:pt x="3829811" y="1900222"/>
                  </a:lnTo>
                  <a:lnTo>
                    <a:pt x="3876531" y="1945608"/>
                  </a:lnTo>
                  <a:lnTo>
                    <a:pt x="3925674" y="1986745"/>
                  </a:lnTo>
                  <a:lnTo>
                    <a:pt x="3977961" y="2023817"/>
                  </a:lnTo>
                  <a:lnTo>
                    <a:pt x="4034184" y="2057153"/>
                  </a:lnTo>
                  <a:lnTo>
                    <a:pt x="4095154" y="2087139"/>
                  </a:lnTo>
                  <a:lnTo>
                    <a:pt x="4161648" y="2114154"/>
                  </a:lnTo>
                  <a:lnTo>
                    <a:pt x="4234340" y="2138548"/>
                  </a:lnTo>
                  <a:lnTo>
                    <a:pt x="4313704" y="2160613"/>
                  </a:lnTo>
                  <a:lnTo>
                    <a:pt x="4399894" y="2180580"/>
                  </a:lnTo>
                  <a:lnTo>
                    <a:pt x="4492578" y="2198612"/>
                  </a:lnTo>
                  <a:lnTo>
                    <a:pt x="4590764" y="2214802"/>
                  </a:lnTo>
                  <a:lnTo>
                    <a:pt x="4692643" y="2229181"/>
                  </a:lnTo>
                  <a:lnTo>
                    <a:pt x="4795495" y="2241733"/>
                  </a:lnTo>
                  <a:lnTo>
                    <a:pt x="4895760" y="2252417"/>
                  </a:lnTo>
                  <a:lnTo>
                    <a:pt x="4989312" y="2261201"/>
                  </a:lnTo>
                  <a:lnTo>
                    <a:pt x="5071983" y="2268095"/>
                  </a:lnTo>
                  <a:lnTo>
                    <a:pt x="5140248" y="2273187"/>
                  </a:lnTo>
                  <a:lnTo>
                    <a:pt x="5191917" y="2276653"/>
                  </a:lnTo>
                  <a:lnTo>
                    <a:pt x="5226638" y="2278757"/>
                  </a:lnTo>
                  <a:lnTo>
                    <a:pt x="5246075" y="2279826"/>
                  </a:lnTo>
                  <a:lnTo>
                    <a:pt x="5253786" y="2280212"/>
                  </a:lnTo>
                  <a:lnTo>
                    <a:pt x="5254955" y="2280266"/>
                  </a:lnTo>
                  <a:lnTo>
                    <a:pt x="6726343" y="2280266"/>
                  </a:lnTo>
                  <a:lnTo>
                    <a:pt x="6727567" y="2280240"/>
                  </a:lnTo>
                  <a:lnTo>
                    <a:pt x="6735604" y="2280057"/>
                  </a:lnTo>
                  <a:lnTo>
                    <a:pt x="6755818" y="2279549"/>
                  </a:lnTo>
                  <a:lnTo>
                    <a:pt x="6791845" y="2278550"/>
                  </a:lnTo>
                  <a:lnTo>
                    <a:pt x="6845315" y="2276906"/>
                  </a:lnTo>
                  <a:lnTo>
                    <a:pt x="6915730" y="2274495"/>
                  </a:lnTo>
                  <a:lnTo>
                    <a:pt x="7000683" y="2271236"/>
                  </a:lnTo>
                  <a:lnTo>
                    <a:pt x="7096414" y="2267092"/>
                  </a:lnTo>
                  <a:lnTo>
                    <a:pt x="7198557" y="2262060"/>
                  </a:lnTo>
                  <a:lnTo>
                    <a:pt x="7302865" y="2256157"/>
                  </a:lnTo>
                  <a:lnTo>
                    <a:pt x="7405734" y="2249401"/>
                  </a:lnTo>
                  <a:lnTo>
                    <a:pt x="7504469" y="2241798"/>
                  </a:lnTo>
                  <a:lnTo>
                    <a:pt x="7597330" y="2233328"/>
                  </a:lnTo>
                  <a:lnTo>
                    <a:pt x="7683415" y="2223942"/>
                  </a:lnTo>
                  <a:lnTo>
                    <a:pt x="7762486" y="2213557"/>
                  </a:lnTo>
                  <a:lnTo>
                    <a:pt x="7834780" y="2202056"/>
                  </a:lnTo>
                  <a:lnTo>
                    <a:pt x="7900846" y="2189295"/>
                  </a:lnTo>
                  <a:lnTo>
                    <a:pt x="7961416" y="2175105"/>
                  </a:lnTo>
                  <a:lnTo>
                    <a:pt x="8017315" y="2159302"/>
                  </a:lnTo>
                  <a:lnTo>
                    <a:pt x="8069385" y="2141709"/>
                  </a:lnTo>
                  <a:lnTo>
                    <a:pt x="8118437" y="2122182"/>
                  </a:lnTo>
                  <a:lnTo>
                    <a:pt x="8151487" y="2107271"/>
                  </a:lnTo>
                  <a:lnTo>
                    <a:pt x="8201991" y="2081673"/>
                  </a:lnTo>
                  <a:lnTo>
                    <a:pt x="8250938" y="2053551"/>
                  </a:lnTo>
                  <a:lnTo>
                    <a:pt x="8298898" y="2022864"/>
                  </a:lnTo>
                  <a:lnTo>
                    <a:pt x="8346291" y="1989654"/>
                  </a:lnTo>
                  <a:lnTo>
                    <a:pt x="8393419" y="1954051"/>
                  </a:lnTo>
                  <a:lnTo>
                    <a:pt x="8440479" y="1916280"/>
                  </a:lnTo>
                  <a:lnTo>
                    <a:pt x="8487586" y="1876663"/>
                  </a:lnTo>
                  <a:lnTo>
                    <a:pt x="8534785" y="1835609"/>
                  </a:lnTo>
                  <a:lnTo>
                    <a:pt x="8582069" y="1793600"/>
                  </a:lnTo>
                  <a:lnTo>
                    <a:pt x="8629397" y="1751168"/>
                  </a:lnTo>
                  <a:lnTo>
                    <a:pt x="8676710" y="1708870"/>
                  </a:lnTo>
                  <a:lnTo>
                    <a:pt x="8723957" y="1667252"/>
                  </a:lnTo>
                  <a:lnTo>
                    <a:pt x="8771111" y="1626826"/>
                  </a:lnTo>
                  <a:lnTo>
                    <a:pt x="8818186" y="1588042"/>
                  </a:lnTo>
                  <a:lnTo>
                    <a:pt x="8865259" y="1551269"/>
                  </a:lnTo>
                  <a:lnTo>
                    <a:pt x="8912483" y="1516783"/>
                  </a:lnTo>
                  <a:lnTo>
                    <a:pt x="8960102" y="1484764"/>
                  </a:lnTo>
                  <a:lnTo>
                    <a:pt x="9008471" y="1455299"/>
                  </a:lnTo>
                  <a:lnTo>
                    <a:pt x="9058078" y="1428388"/>
                  </a:lnTo>
                  <a:lnTo>
                    <a:pt x="9084767" y="1415290"/>
                  </a:lnTo>
                  <a:lnTo>
                    <a:pt x="9132138" y="1394363"/>
                  </a:lnTo>
                  <a:lnTo>
                    <a:pt x="9182007" y="1375422"/>
                  </a:lnTo>
                  <a:lnTo>
                    <a:pt x="9235129" y="1358379"/>
                  </a:lnTo>
                  <a:lnTo>
                    <a:pt x="9292329" y="1343075"/>
                  </a:lnTo>
                  <a:lnTo>
                    <a:pt x="9354451" y="1329329"/>
                  </a:lnTo>
                  <a:lnTo>
                    <a:pt x="9422299" y="1316959"/>
                  </a:lnTo>
                  <a:lnTo>
                    <a:pt x="9496563" y="1305804"/>
                  </a:lnTo>
                  <a:lnTo>
                    <a:pt x="9577714" y="1295727"/>
                  </a:lnTo>
                  <a:lnTo>
                    <a:pt x="9665866" y="1286620"/>
                  </a:lnTo>
                  <a:lnTo>
                    <a:pt x="9760604" y="1278412"/>
                  </a:lnTo>
                  <a:lnTo>
                    <a:pt x="9860793" y="1271062"/>
                  </a:lnTo>
                  <a:lnTo>
                    <a:pt x="9964414" y="1264559"/>
                  </a:lnTo>
                  <a:lnTo>
                    <a:pt x="10068492" y="1258913"/>
                  </a:lnTo>
                  <a:lnTo>
                    <a:pt x="10169189" y="1254143"/>
                  </a:lnTo>
                  <a:lnTo>
                    <a:pt x="10262157" y="1250264"/>
                  </a:lnTo>
                  <a:lnTo>
                    <a:pt x="10343131" y="1247263"/>
                  </a:lnTo>
                  <a:lnTo>
                    <a:pt x="10408678" y="1245091"/>
                  </a:lnTo>
                  <a:lnTo>
                    <a:pt x="10456915" y="1243653"/>
                  </a:lnTo>
                  <a:lnTo>
                    <a:pt x="10487973" y="1242817"/>
                  </a:lnTo>
                  <a:lnTo>
                    <a:pt x="10504101" y="1242424"/>
                  </a:lnTo>
                  <a:lnTo>
                    <a:pt x="10509479" y="1242304"/>
                  </a:lnTo>
                  <a:lnTo>
                    <a:pt x="10509911" y="1242295"/>
                  </a:lnTo>
                  <a:lnTo>
                    <a:pt x="11981298" y="124229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2" name="pl172"/>
            <p:cNvSpPr/>
            <p:nvPr/>
          </p:nvSpPr>
          <p:spPr>
            <a:xfrm>
              <a:off x="4799595" y="4881694"/>
              <a:ext cx="11981298" cy="2280266"/>
            </a:xfrm>
            <a:custGeom>
              <a:avLst/>
              <a:pathLst>
                <a:path w="11981298" h="2280266">
                  <a:moveTo>
                    <a:pt x="11981298" y="1242295"/>
                  </a:moveTo>
                  <a:lnTo>
                    <a:pt x="10509911" y="1242295"/>
                  </a:lnTo>
                  <a:lnTo>
                    <a:pt x="10508686" y="1242321"/>
                  </a:lnTo>
                  <a:lnTo>
                    <a:pt x="10500649" y="1242505"/>
                  </a:lnTo>
                  <a:lnTo>
                    <a:pt x="10480435" y="1243012"/>
                  </a:lnTo>
                  <a:lnTo>
                    <a:pt x="10444408" y="1244011"/>
                  </a:lnTo>
                  <a:lnTo>
                    <a:pt x="10390938" y="1245655"/>
                  </a:lnTo>
                  <a:lnTo>
                    <a:pt x="10320523" y="1248066"/>
                  </a:lnTo>
                  <a:lnTo>
                    <a:pt x="10235570" y="1251325"/>
                  </a:lnTo>
                  <a:lnTo>
                    <a:pt x="10139839" y="1255469"/>
                  </a:lnTo>
                  <a:lnTo>
                    <a:pt x="10037696" y="1260501"/>
                  </a:lnTo>
                  <a:lnTo>
                    <a:pt x="9933388" y="1266405"/>
                  </a:lnTo>
                  <a:lnTo>
                    <a:pt x="9830520" y="1273160"/>
                  </a:lnTo>
                  <a:lnTo>
                    <a:pt x="9731784" y="1280763"/>
                  </a:lnTo>
                  <a:lnTo>
                    <a:pt x="9638923" y="1289233"/>
                  </a:lnTo>
                  <a:lnTo>
                    <a:pt x="9552838" y="1298619"/>
                  </a:lnTo>
                  <a:lnTo>
                    <a:pt x="9473767" y="1309005"/>
                  </a:lnTo>
                  <a:lnTo>
                    <a:pt x="9401473" y="1320505"/>
                  </a:lnTo>
                  <a:lnTo>
                    <a:pt x="9335407" y="1333266"/>
                  </a:lnTo>
                  <a:lnTo>
                    <a:pt x="9274837" y="1347456"/>
                  </a:lnTo>
                  <a:lnTo>
                    <a:pt x="9218938" y="1363259"/>
                  </a:lnTo>
                  <a:lnTo>
                    <a:pt x="9166868" y="1380853"/>
                  </a:lnTo>
                  <a:lnTo>
                    <a:pt x="9117816" y="1400380"/>
                  </a:lnTo>
                  <a:lnTo>
                    <a:pt x="9084767" y="1415290"/>
                  </a:lnTo>
                  <a:lnTo>
                    <a:pt x="9034263" y="1440888"/>
                  </a:lnTo>
                  <a:lnTo>
                    <a:pt x="8985315" y="1469011"/>
                  </a:lnTo>
                  <a:lnTo>
                    <a:pt x="8937355" y="1499697"/>
                  </a:lnTo>
                  <a:lnTo>
                    <a:pt x="8889962" y="1532907"/>
                  </a:lnTo>
                  <a:lnTo>
                    <a:pt x="8842834" y="1568510"/>
                  </a:lnTo>
                  <a:lnTo>
                    <a:pt x="8795774" y="1606282"/>
                  </a:lnTo>
                  <a:lnTo>
                    <a:pt x="8748667" y="1645899"/>
                  </a:lnTo>
                  <a:lnTo>
                    <a:pt x="8701468" y="1686953"/>
                  </a:lnTo>
                  <a:lnTo>
                    <a:pt x="8654184" y="1728962"/>
                  </a:lnTo>
                  <a:lnTo>
                    <a:pt x="8606856" y="1771393"/>
                  </a:lnTo>
                  <a:lnTo>
                    <a:pt x="8559543" y="1813692"/>
                  </a:lnTo>
                  <a:lnTo>
                    <a:pt x="8512296" y="1855310"/>
                  </a:lnTo>
                  <a:lnTo>
                    <a:pt x="8465142" y="1895735"/>
                  </a:lnTo>
                  <a:lnTo>
                    <a:pt x="8418067" y="1934519"/>
                  </a:lnTo>
                  <a:lnTo>
                    <a:pt x="8370994" y="1971293"/>
                  </a:lnTo>
                  <a:lnTo>
                    <a:pt x="8323770" y="2005778"/>
                  </a:lnTo>
                  <a:lnTo>
                    <a:pt x="8276151" y="2037797"/>
                  </a:lnTo>
                  <a:lnTo>
                    <a:pt x="8227782" y="2067262"/>
                  </a:lnTo>
                  <a:lnTo>
                    <a:pt x="8178175" y="2094173"/>
                  </a:lnTo>
                  <a:lnTo>
                    <a:pt x="8151487" y="2107271"/>
                  </a:lnTo>
                  <a:lnTo>
                    <a:pt x="8104115" y="2128198"/>
                  </a:lnTo>
                  <a:lnTo>
                    <a:pt x="8054246" y="2147139"/>
                  </a:lnTo>
                  <a:lnTo>
                    <a:pt x="8001124" y="2164183"/>
                  </a:lnTo>
                  <a:lnTo>
                    <a:pt x="7943924" y="2179486"/>
                  </a:lnTo>
                  <a:lnTo>
                    <a:pt x="7881802" y="2193233"/>
                  </a:lnTo>
                  <a:lnTo>
                    <a:pt x="7813954" y="2205602"/>
                  </a:lnTo>
                  <a:lnTo>
                    <a:pt x="7739690" y="2216757"/>
                  </a:lnTo>
                  <a:lnTo>
                    <a:pt x="7658539" y="2226835"/>
                  </a:lnTo>
                  <a:lnTo>
                    <a:pt x="7570387" y="2235941"/>
                  </a:lnTo>
                  <a:lnTo>
                    <a:pt x="7475649" y="2244149"/>
                  </a:lnTo>
                  <a:lnTo>
                    <a:pt x="7375461" y="2251499"/>
                  </a:lnTo>
                  <a:lnTo>
                    <a:pt x="7271839" y="2258003"/>
                  </a:lnTo>
                  <a:lnTo>
                    <a:pt x="7167762" y="2263649"/>
                  </a:lnTo>
                  <a:lnTo>
                    <a:pt x="7067064" y="2268418"/>
                  </a:lnTo>
                  <a:lnTo>
                    <a:pt x="6974096" y="2272297"/>
                  </a:lnTo>
                  <a:lnTo>
                    <a:pt x="6893122" y="2275298"/>
                  </a:lnTo>
                  <a:lnTo>
                    <a:pt x="6827575" y="2277470"/>
                  </a:lnTo>
                  <a:lnTo>
                    <a:pt x="6779338" y="2278908"/>
                  </a:lnTo>
                  <a:lnTo>
                    <a:pt x="6748281" y="2279744"/>
                  </a:lnTo>
                  <a:lnTo>
                    <a:pt x="6732152" y="2280137"/>
                  </a:lnTo>
                  <a:lnTo>
                    <a:pt x="6726774" y="2280257"/>
                  </a:lnTo>
                  <a:lnTo>
                    <a:pt x="6726343" y="2280266"/>
                  </a:lnTo>
                  <a:lnTo>
                    <a:pt x="5254955" y="2280266"/>
                  </a:lnTo>
                  <a:lnTo>
                    <a:pt x="5253778" y="2280212"/>
                  </a:lnTo>
                  <a:lnTo>
                    <a:pt x="5246048" y="2279824"/>
                  </a:lnTo>
                  <a:lnTo>
                    <a:pt x="5226581" y="2278754"/>
                  </a:lnTo>
                  <a:lnTo>
                    <a:pt x="5191825" y="2276647"/>
                  </a:lnTo>
                  <a:lnTo>
                    <a:pt x="5140120" y="2273178"/>
                  </a:lnTo>
                  <a:lnTo>
                    <a:pt x="5071822" y="2268083"/>
                  </a:lnTo>
                  <a:lnTo>
                    <a:pt x="4989124" y="2261184"/>
                  </a:lnTo>
                  <a:lnTo>
                    <a:pt x="4895553" y="2252396"/>
                  </a:lnTo>
                  <a:lnTo>
                    <a:pt x="4795278" y="2241708"/>
                  </a:lnTo>
                  <a:lnTo>
                    <a:pt x="4692424" y="2229152"/>
                  </a:lnTo>
                  <a:lnTo>
                    <a:pt x="4590551" y="2214769"/>
                  </a:lnTo>
                  <a:lnTo>
                    <a:pt x="4492375" y="2198576"/>
                  </a:lnTo>
                  <a:lnTo>
                    <a:pt x="4399704" y="2180540"/>
                  </a:lnTo>
                  <a:lnTo>
                    <a:pt x="4313529" y="2160568"/>
                  </a:lnTo>
                  <a:lnTo>
                    <a:pt x="4234178" y="2138498"/>
                  </a:lnTo>
                  <a:lnTo>
                    <a:pt x="4161501" y="2114100"/>
                  </a:lnTo>
                  <a:lnTo>
                    <a:pt x="4095019" y="2087078"/>
                  </a:lnTo>
                  <a:lnTo>
                    <a:pt x="4034060" y="2057086"/>
                  </a:lnTo>
                  <a:lnTo>
                    <a:pt x="3977846" y="2023742"/>
                  </a:lnTo>
                  <a:lnTo>
                    <a:pt x="3925566" y="1986662"/>
                  </a:lnTo>
                  <a:lnTo>
                    <a:pt x="3876430" y="1945516"/>
                  </a:lnTo>
                  <a:lnTo>
                    <a:pt x="3829811" y="1900222"/>
                  </a:lnTo>
                  <a:lnTo>
                    <a:pt x="3788910" y="1855264"/>
                  </a:lnTo>
                  <a:lnTo>
                    <a:pt x="3749105" y="1806714"/>
                  </a:lnTo>
                  <a:lnTo>
                    <a:pt x="3710069" y="1754502"/>
                  </a:lnTo>
                  <a:lnTo>
                    <a:pt x="3671548" y="1698627"/>
                  </a:lnTo>
                  <a:lnTo>
                    <a:pt x="3633343" y="1639167"/>
                  </a:lnTo>
                  <a:lnTo>
                    <a:pt x="3595304" y="1576288"/>
                  </a:lnTo>
                  <a:lnTo>
                    <a:pt x="3557323" y="1510244"/>
                  </a:lnTo>
                  <a:lnTo>
                    <a:pt x="3519331" y="1441377"/>
                  </a:lnTo>
                  <a:lnTo>
                    <a:pt x="3481288" y="1370118"/>
                  </a:lnTo>
                  <a:lnTo>
                    <a:pt x="3443184" y="1296974"/>
                  </a:lnTo>
                  <a:lnTo>
                    <a:pt x="3405024" y="1222512"/>
                  </a:lnTo>
                  <a:lnTo>
                    <a:pt x="3366832" y="1147350"/>
                  </a:lnTo>
                  <a:lnTo>
                    <a:pt x="3328637" y="1072125"/>
                  </a:lnTo>
                  <a:lnTo>
                    <a:pt x="3290469" y="997481"/>
                  </a:lnTo>
                  <a:lnTo>
                    <a:pt x="3252353" y="924038"/>
                  </a:lnTo>
                  <a:lnTo>
                    <a:pt x="3214298" y="852376"/>
                  </a:lnTo>
                  <a:lnTo>
                    <a:pt x="3176299" y="783015"/>
                  </a:lnTo>
                  <a:lnTo>
                    <a:pt x="3138320" y="716400"/>
                  </a:lnTo>
                  <a:lnTo>
                    <a:pt x="3100299" y="652892"/>
                  </a:lnTo>
                  <a:lnTo>
                    <a:pt x="3062136" y="592762"/>
                  </a:lnTo>
                  <a:lnTo>
                    <a:pt x="3023689" y="536191"/>
                  </a:lnTo>
                  <a:lnTo>
                    <a:pt x="2984771" y="483274"/>
                  </a:lnTo>
                  <a:lnTo>
                    <a:pt x="2945135" y="434026"/>
                  </a:lnTo>
                  <a:lnTo>
                    <a:pt x="2904473" y="388388"/>
                  </a:lnTo>
                  <a:lnTo>
                    <a:pt x="2896531" y="380044"/>
                  </a:lnTo>
                  <a:lnTo>
                    <a:pt x="2849811" y="334658"/>
                  </a:lnTo>
                  <a:lnTo>
                    <a:pt x="2800668" y="293521"/>
                  </a:lnTo>
                  <a:lnTo>
                    <a:pt x="2748381" y="256449"/>
                  </a:lnTo>
                  <a:lnTo>
                    <a:pt x="2692158" y="223112"/>
                  </a:lnTo>
                  <a:lnTo>
                    <a:pt x="2631188" y="193127"/>
                  </a:lnTo>
                  <a:lnTo>
                    <a:pt x="2564694" y="166111"/>
                  </a:lnTo>
                  <a:lnTo>
                    <a:pt x="2492003" y="141718"/>
                  </a:lnTo>
                  <a:lnTo>
                    <a:pt x="2412638" y="119653"/>
                  </a:lnTo>
                  <a:lnTo>
                    <a:pt x="2326448" y="99685"/>
                  </a:lnTo>
                  <a:lnTo>
                    <a:pt x="2233764" y="81654"/>
                  </a:lnTo>
                  <a:lnTo>
                    <a:pt x="2135578" y="65464"/>
                  </a:lnTo>
                  <a:lnTo>
                    <a:pt x="2033699" y="51085"/>
                  </a:lnTo>
                  <a:lnTo>
                    <a:pt x="1930847" y="38533"/>
                  </a:lnTo>
                  <a:lnTo>
                    <a:pt x="1830582" y="27848"/>
                  </a:lnTo>
                  <a:lnTo>
                    <a:pt x="1737030" y="19065"/>
                  </a:lnTo>
                  <a:lnTo>
                    <a:pt x="1654359" y="12170"/>
                  </a:lnTo>
                  <a:lnTo>
                    <a:pt x="1586094" y="7079"/>
                  </a:lnTo>
                  <a:lnTo>
                    <a:pt x="1534425" y="3613"/>
                  </a:lnTo>
                  <a:lnTo>
                    <a:pt x="1499705" y="1508"/>
                  </a:lnTo>
                  <a:lnTo>
                    <a:pt x="1480267" y="440"/>
                  </a:lnTo>
                  <a:lnTo>
                    <a:pt x="1472556" y="53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3" name="pg173"/>
            <p:cNvSpPr/>
            <p:nvPr/>
          </p:nvSpPr>
          <p:spPr>
            <a:xfrm>
              <a:off x="4799595" y="4898040"/>
              <a:ext cx="11981298" cy="2288439"/>
            </a:xfrm>
            <a:custGeom>
              <a:avLst/>
              <a:pathLst>
                <a:path w="11981298" h="2288439">
                  <a:moveTo>
                    <a:pt x="0" y="8172"/>
                  </a:moveTo>
                  <a:lnTo>
                    <a:pt x="1471387" y="8172"/>
                  </a:lnTo>
                  <a:lnTo>
                    <a:pt x="1472564" y="8227"/>
                  </a:lnTo>
                  <a:lnTo>
                    <a:pt x="1480294" y="8614"/>
                  </a:lnTo>
                  <a:lnTo>
                    <a:pt x="1499761" y="9685"/>
                  </a:lnTo>
                  <a:lnTo>
                    <a:pt x="1534517" y="11792"/>
                  </a:lnTo>
                  <a:lnTo>
                    <a:pt x="1586222" y="15261"/>
                  </a:lnTo>
                  <a:lnTo>
                    <a:pt x="1654520" y="20356"/>
                  </a:lnTo>
                  <a:lnTo>
                    <a:pt x="1737219" y="27254"/>
                  </a:lnTo>
                  <a:lnTo>
                    <a:pt x="1830789" y="36042"/>
                  </a:lnTo>
                  <a:lnTo>
                    <a:pt x="1931064" y="46730"/>
                  </a:lnTo>
                  <a:lnTo>
                    <a:pt x="2033918" y="59286"/>
                  </a:lnTo>
                  <a:lnTo>
                    <a:pt x="2135791" y="73669"/>
                  </a:lnTo>
                  <a:lnTo>
                    <a:pt x="2233968" y="89863"/>
                  </a:lnTo>
                  <a:lnTo>
                    <a:pt x="2326638" y="107899"/>
                  </a:lnTo>
                  <a:lnTo>
                    <a:pt x="2412814" y="127870"/>
                  </a:lnTo>
                  <a:lnTo>
                    <a:pt x="2492164" y="149940"/>
                  </a:lnTo>
                  <a:lnTo>
                    <a:pt x="2564841" y="174339"/>
                  </a:lnTo>
                  <a:lnTo>
                    <a:pt x="2631323" y="201360"/>
                  </a:lnTo>
                  <a:lnTo>
                    <a:pt x="2692282" y="231352"/>
                  </a:lnTo>
                  <a:lnTo>
                    <a:pt x="2748496" y="264697"/>
                  </a:lnTo>
                  <a:lnTo>
                    <a:pt x="2800776" y="301777"/>
                  </a:lnTo>
                  <a:lnTo>
                    <a:pt x="2849912" y="342923"/>
                  </a:lnTo>
                  <a:lnTo>
                    <a:pt x="2896531" y="388217"/>
                  </a:lnTo>
                  <a:lnTo>
                    <a:pt x="2937432" y="433175"/>
                  </a:lnTo>
                  <a:lnTo>
                    <a:pt x="2977238" y="481725"/>
                  </a:lnTo>
                  <a:lnTo>
                    <a:pt x="3016273" y="533937"/>
                  </a:lnTo>
                  <a:lnTo>
                    <a:pt x="3054794" y="589812"/>
                  </a:lnTo>
                  <a:lnTo>
                    <a:pt x="3092999" y="649271"/>
                  </a:lnTo>
                  <a:lnTo>
                    <a:pt x="3131038" y="712150"/>
                  </a:lnTo>
                  <a:lnTo>
                    <a:pt x="3169019" y="778195"/>
                  </a:lnTo>
                  <a:lnTo>
                    <a:pt x="3207011" y="847061"/>
                  </a:lnTo>
                  <a:lnTo>
                    <a:pt x="3245054" y="918320"/>
                  </a:lnTo>
                  <a:lnTo>
                    <a:pt x="3283159" y="991465"/>
                  </a:lnTo>
                  <a:lnTo>
                    <a:pt x="3321318" y="1065926"/>
                  </a:lnTo>
                  <a:lnTo>
                    <a:pt x="3359510" y="1141089"/>
                  </a:lnTo>
                  <a:lnTo>
                    <a:pt x="3397705" y="1216313"/>
                  </a:lnTo>
                  <a:lnTo>
                    <a:pt x="3435873" y="1290958"/>
                  </a:lnTo>
                  <a:lnTo>
                    <a:pt x="3473990" y="1364401"/>
                  </a:lnTo>
                  <a:lnTo>
                    <a:pt x="3512044" y="1436062"/>
                  </a:lnTo>
                  <a:lnTo>
                    <a:pt x="3550043" y="1505423"/>
                  </a:lnTo>
                  <a:lnTo>
                    <a:pt x="3588022" y="1572038"/>
                  </a:lnTo>
                  <a:lnTo>
                    <a:pt x="3626043" y="1635546"/>
                  </a:lnTo>
                  <a:lnTo>
                    <a:pt x="3664206" y="1695677"/>
                  </a:lnTo>
                  <a:lnTo>
                    <a:pt x="3702653" y="1752247"/>
                  </a:lnTo>
                  <a:lnTo>
                    <a:pt x="3741572" y="1805164"/>
                  </a:lnTo>
                  <a:lnTo>
                    <a:pt x="3781207" y="1854412"/>
                  </a:lnTo>
                  <a:lnTo>
                    <a:pt x="3821869" y="1900050"/>
                  </a:lnTo>
                  <a:lnTo>
                    <a:pt x="3829811" y="1908395"/>
                  </a:lnTo>
                  <a:lnTo>
                    <a:pt x="3876531" y="1953781"/>
                  </a:lnTo>
                  <a:lnTo>
                    <a:pt x="3925674" y="1994918"/>
                  </a:lnTo>
                  <a:lnTo>
                    <a:pt x="3977961" y="2031990"/>
                  </a:lnTo>
                  <a:lnTo>
                    <a:pt x="4034184" y="2065326"/>
                  </a:lnTo>
                  <a:lnTo>
                    <a:pt x="4095154" y="2095312"/>
                  </a:lnTo>
                  <a:lnTo>
                    <a:pt x="4161648" y="2122327"/>
                  </a:lnTo>
                  <a:lnTo>
                    <a:pt x="4234340" y="2146721"/>
                  </a:lnTo>
                  <a:lnTo>
                    <a:pt x="4313704" y="2168786"/>
                  </a:lnTo>
                  <a:lnTo>
                    <a:pt x="4399894" y="2188753"/>
                  </a:lnTo>
                  <a:lnTo>
                    <a:pt x="4492578" y="2206785"/>
                  </a:lnTo>
                  <a:lnTo>
                    <a:pt x="4590764" y="2222975"/>
                  </a:lnTo>
                  <a:lnTo>
                    <a:pt x="4692643" y="2237354"/>
                  </a:lnTo>
                  <a:lnTo>
                    <a:pt x="4795495" y="2249906"/>
                  </a:lnTo>
                  <a:lnTo>
                    <a:pt x="4895760" y="2260590"/>
                  </a:lnTo>
                  <a:lnTo>
                    <a:pt x="4989312" y="2269374"/>
                  </a:lnTo>
                  <a:lnTo>
                    <a:pt x="5071983" y="2276268"/>
                  </a:lnTo>
                  <a:lnTo>
                    <a:pt x="5140248" y="2281360"/>
                  </a:lnTo>
                  <a:lnTo>
                    <a:pt x="5191917" y="2284826"/>
                  </a:lnTo>
                  <a:lnTo>
                    <a:pt x="5226638" y="2286930"/>
                  </a:lnTo>
                  <a:lnTo>
                    <a:pt x="5246075" y="2287999"/>
                  </a:lnTo>
                  <a:lnTo>
                    <a:pt x="5253786" y="2288385"/>
                  </a:lnTo>
                  <a:lnTo>
                    <a:pt x="5254955" y="2288439"/>
                  </a:lnTo>
                  <a:lnTo>
                    <a:pt x="6726343" y="2288439"/>
                  </a:lnTo>
                  <a:lnTo>
                    <a:pt x="6727576" y="2288425"/>
                  </a:lnTo>
                  <a:lnTo>
                    <a:pt x="6735672" y="2288321"/>
                  </a:lnTo>
                  <a:lnTo>
                    <a:pt x="6756027" y="2288035"/>
                  </a:lnTo>
                  <a:lnTo>
                    <a:pt x="6792295" y="2287472"/>
                  </a:lnTo>
                  <a:lnTo>
                    <a:pt x="6846097" y="2286547"/>
                  </a:lnTo>
                  <a:lnTo>
                    <a:pt x="6916910" y="2285189"/>
                  </a:lnTo>
                  <a:lnTo>
                    <a:pt x="7002285" y="2283354"/>
                  </a:lnTo>
                  <a:lnTo>
                    <a:pt x="7098418" y="2281022"/>
                  </a:lnTo>
                  <a:lnTo>
                    <a:pt x="7200906" y="2278191"/>
                  </a:lnTo>
                  <a:lnTo>
                    <a:pt x="7305480" y="2274872"/>
                  </a:lnTo>
                  <a:lnTo>
                    <a:pt x="7408527" y="2271073"/>
                  </a:lnTo>
                  <a:lnTo>
                    <a:pt x="7507360" y="2266798"/>
                  </a:lnTo>
                  <a:lnTo>
                    <a:pt x="7600250" y="2262035"/>
                  </a:lnTo>
                  <a:lnTo>
                    <a:pt x="7686314" y="2256757"/>
                  </a:lnTo>
                  <a:lnTo>
                    <a:pt x="7765330" y="2250914"/>
                  </a:lnTo>
                  <a:lnTo>
                    <a:pt x="7837551" y="2244443"/>
                  </a:lnTo>
                  <a:lnTo>
                    <a:pt x="7903538" y="2237260"/>
                  </a:lnTo>
                  <a:lnTo>
                    <a:pt x="7964038" y="2229269"/>
                  </a:lnTo>
                  <a:lnTo>
                    <a:pt x="8019880" y="2220368"/>
                  </a:lnTo>
                  <a:lnTo>
                    <a:pt x="8071915" y="2210456"/>
                  </a:lnTo>
                  <a:lnTo>
                    <a:pt x="8120955" y="2199454"/>
                  </a:lnTo>
                  <a:lnTo>
                    <a:pt x="8151487" y="2191725"/>
                  </a:lnTo>
                  <a:lnTo>
                    <a:pt x="8205578" y="2176324"/>
                  </a:lnTo>
                  <a:lnTo>
                    <a:pt x="8257931" y="2159298"/>
                  </a:lnTo>
                  <a:lnTo>
                    <a:pt x="8309225" y="2140624"/>
                  </a:lnTo>
                  <a:lnTo>
                    <a:pt x="8359953" y="2120341"/>
                  </a:lnTo>
                  <a:lnTo>
                    <a:pt x="8410451" y="2098556"/>
                  </a:lnTo>
                  <a:lnTo>
                    <a:pt x="8460928" y="2075446"/>
                  </a:lnTo>
                  <a:lnTo>
                    <a:pt x="8511489" y="2051258"/>
                  </a:lnTo>
                  <a:lnTo>
                    <a:pt x="8562158" y="2026298"/>
                  </a:lnTo>
                  <a:lnTo>
                    <a:pt x="8612899" y="2000920"/>
                  </a:lnTo>
                  <a:lnTo>
                    <a:pt x="8663648" y="1975502"/>
                  </a:lnTo>
                  <a:lnTo>
                    <a:pt x="8714336" y="1950426"/>
                  </a:lnTo>
                  <a:lnTo>
                    <a:pt x="8764920" y="1926052"/>
                  </a:lnTo>
                  <a:lnTo>
                    <a:pt x="8815409" y="1902698"/>
                  </a:lnTo>
                  <a:lnTo>
                    <a:pt x="8865889" y="1880623"/>
                  </a:lnTo>
                  <a:lnTo>
                    <a:pt x="8916546" y="1860020"/>
                  </a:lnTo>
                  <a:lnTo>
                    <a:pt x="8967690" y="1841009"/>
                  </a:lnTo>
                  <a:lnTo>
                    <a:pt x="9019776" y="1823643"/>
                  </a:lnTo>
                  <a:lnTo>
                    <a:pt x="9073442" y="1807912"/>
                  </a:lnTo>
                  <a:lnTo>
                    <a:pt x="9084767" y="1804870"/>
                  </a:lnTo>
                  <a:lnTo>
                    <a:pt x="9132260" y="1793142"/>
                  </a:lnTo>
                  <a:lnTo>
                    <a:pt x="9182265" y="1782531"/>
                  </a:lnTo>
                  <a:lnTo>
                    <a:pt x="9235544" y="1772985"/>
                  </a:lnTo>
                  <a:lnTo>
                    <a:pt x="9292927" y="1764416"/>
                  </a:lnTo>
                  <a:lnTo>
                    <a:pt x="9355266" y="1756721"/>
                  </a:lnTo>
                  <a:lnTo>
                    <a:pt x="9423369" y="1749799"/>
                  </a:lnTo>
                  <a:lnTo>
                    <a:pt x="9497929" y="1743557"/>
                  </a:lnTo>
                  <a:lnTo>
                    <a:pt x="9579417" y="1737920"/>
                  </a:lnTo>
                  <a:lnTo>
                    <a:pt x="9667938" y="1732827"/>
                  </a:lnTo>
                  <a:lnTo>
                    <a:pt x="9763060" y="1728239"/>
                  </a:lnTo>
                  <a:lnTo>
                    <a:pt x="9863620" y="1724132"/>
                  </a:lnTo>
                  <a:lnTo>
                    <a:pt x="9967561" y="1720500"/>
                  </a:lnTo>
                  <a:lnTo>
                    <a:pt x="10071855" y="1717351"/>
                  </a:lnTo>
                  <a:lnTo>
                    <a:pt x="10172615" y="1714695"/>
                  </a:lnTo>
                  <a:lnTo>
                    <a:pt x="10265450" y="1712539"/>
                  </a:lnTo>
                  <a:lnTo>
                    <a:pt x="10346081" y="1710876"/>
                  </a:lnTo>
                  <a:lnTo>
                    <a:pt x="10411098" y="1709677"/>
                  </a:lnTo>
                  <a:lnTo>
                    <a:pt x="10458681" y="1708888"/>
                  </a:lnTo>
                  <a:lnTo>
                    <a:pt x="10489055" y="1708433"/>
                  </a:lnTo>
                  <a:lnTo>
                    <a:pt x="10504585" y="1708222"/>
                  </a:lnTo>
                  <a:lnTo>
                    <a:pt x="10509568" y="1708160"/>
                  </a:lnTo>
                  <a:lnTo>
                    <a:pt x="10509911" y="1708156"/>
                  </a:lnTo>
                  <a:lnTo>
                    <a:pt x="11981298" y="1708156"/>
                  </a:lnTo>
                  <a:lnTo>
                    <a:pt x="11981298" y="1699983"/>
                  </a:lnTo>
                  <a:lnTo>
                    <a:pt x="10509911" y="1699983"/>
                  </a:lnTo>
                  <a:lnTo>
                    <a:pt x="10508677" y="1699998"/>
                  </a:lnTo>
                  <a:lnTo>
                    <a:pt x="10500582" y="1700101"/>
                  </a:lnTo>
                  <a:lnTo>
                    <a:pt x="10480226" y="1700387"/>
                  </a:lnTo>
                  <a:lnTo>
                    <a:pt x="10443958" y="1700950"/>
                  </a:lnTo>
                  <a:lnTo>
                    <a:pt x="10390156" y="1701876"/>
                  </a:lnTo>
                  <a:lnTo>
                    <a:pt x="10319343" y="1703233"/>
                  </a:lnTo>
                  <a:lnTo>
                    <a:pt x="10233968" y="1705068"/>
                  </a:lnTo>
                  <a:lnTo>
                    <a:pt x="10137836" y="1707400"/>
                  </a:lnTo>
                  <a:lnTo>
                    <a:pt x="10035347" y="1710231"/>
                  </a:lnTo>
                  <a:lnTo>
                    <a:pt x="9930774" y="1713551"/>
                  </a:lnTo>
                  <a:lnTo>
                    <a:pt x="9827726" y="1717349"/>
                  </a:lnTo>
                  <a:lnTo>
                    <a:pt x="9728893" y="1721624"/>
                  </a:lnTo>
                  <a:lnTo>
                    <a:pt x="9636003" y="1726387"/>
                  </a:lnTo>
                  <a:lnTo>
                    <a:pt x="9549939" y="1731666"/>
                  </a:lnTo>
                  <a:lnTo>
                    <a:pt x="9470923" y="1737508"/>
                  </a:lnTo>
                  <a:lnTo>
                    <a:pt x="9398703" y="1743979"/>
                  </a:lnTo>
                  <a:lnTo>
                    <a:pt x="9332715" y="1751162"/>
                  </a:lnTo>
                  <a:lnTo>
                    <a:pt x="9272215" y="1759153"/>
                  </a:lnTo>
                  <a:lnTo>
                    <a:pt x="9216373" y="1768054"/>
                  </a:lnTo>
                  <a:lnTo>
                    <a:pt x="9164339" y="1777966"/>
                  </a:lnTo>
                  <a:lnTo>
                    <a:pt x="9115299" y="1788968"/>
                  </a:lnTo>
                  <a:lnTo>
                    <a:pt x="9084767" y="1796697"/>
                  </a:lnTo>
                  <a:lnTo>
                    <a:pt x="9030675" y="1812098"/>
                  </a:lnTo>
                  <a:lnTo>
                    <a:pt x="8978323" y="1829124"/>
                  </a:lnTo>
                  <a:lnTo>
                    <a:pt x="8927028" y="1847798"/>
                  </a:lnTo>
                  <a:lnTo>
                    <a:pt x="8876300" y="1868081"/>
                  </a:lnTo>
                  <a:lnTo>
                    <a:pt x="8825802" y="1889866"/>
                  </a:lnTo>
                  <a:lnTo>
                    <a:pt x="8775325" y="1912976"/>
                  </a:lnTo>
                  <a:lnTo>
                    <a:pt x="8724764" y="1937165"/>
                  </a:lnTo>
                  <a:lnTo>
                    <a:pt x="8674095" y="1962124"/>
                  </a:lnTo>
                  <a:lnTo>
                    <a:pt x="8623354" y="1987502"/>
                  </a:lnTo>
                  <a:lnTo>
                    <a:pt x="8572605" y="2012920"/>
                  </a:lnTo>
                  <a:lnTo>
                    <a:pt x="8521917" y="2037996"/>
                  </a:lnTo>
                  <a:lnTo>
                    <a:pt x="8471333" y="2062370"/>
                  </a:lnTo>
                  <a:lnTo>
                    <a:pt x="8420844" y="2085724"/>
                  </a:lnTo>
                  <a:lnTo>
                    <a:pt x="8370364" y="2107799"/>
                  </a:lnTo>
                  <a:lnTo>
                    <a:pt x="8319707" y="2128402"/>
                  </a:lnTo>
                  <a:lnTo>
                    <a:pt x="8268563" y="2147413"/>
                  </a:lnTo>
                  <a:lnTo>
                    <a:pt x="8216477" y="2164779"/>
                  </a:lnTo>
                  <a:lnTo>
                    <a:pt x="8162811" y="2180510"/>
                  </a:lnTo>
                  <a:lnTo>
                    <a:pt x="8151487" y="2183552"/>
                  </a:lnTo>
                  <a:lnTo>
                    <a:pt x="8103993" y="2195280"/>
                  </a:lnTo>
                  <a:lnTo>
                    <a:pt x="8053988" y="2205891"/>
                  </a:lnTo>
                  <a:lnTo>
                    <a:pt x="8000709" y="2215437"/>
                  </a:lnTo>
                  <a:lnTo>
                    <a:pt x="7943326" y="2224006"/>
                  </a:lnTo>
                  <a:lnTo>
                    <a:pt x="7880987" y="2231701"/>
                  </a:lnTo>
                  <a:lnTo>
                    <a:pt x="7812884" y="2238623"/>
                  </a:lnTo>
                  <a:lnTo>
                    <a:pt x="7738324" y="2244865"/>
                  </a:lnTo>
                  <a:lnTo>
                    <a:pt x="7656837" y="2250502"/>
                  </a:lnTo>
                  <a:lnTo>
                    <a:pt x="7568316" y="2255595"/>
                  </a:lnTo>
                  <a:lnTo>
                    <a:pt x="7473194" y="2260184"/>
                  </a:lnTo>
                  <a:lnTo>
                    <a:pt x="7372633" y="2264291"/>
                  </a:lnTo>
                  <a:lnTo>
                    <a:pt x="7268692" y="2267922"/>
                  </a:lnTo>
                  <a:lnTo>
                    <a:pt x="7164398" y="2271071"/>
                  </a:lnTo>
                  <a:lnTo>
                    <a:pt x="7063638" y="2273727"/>
                  </a:lnTo>
                  <a:lnTo>
                    <a:pt x="6970803" y="2275883"/>
                  </a:lnTo>
                  <a:lnTo>
                    <a:pt x="6890172" y="2277546"/>
                  </a:lnTo>
                  <a:lnTo>
                    <a:pt x="6825155" y="2278745"/>
                  </a:lnTo>
                  <a:lnTo>
                    <a:pt x="6777573" y="2279535"/>
                  </a:lnTo>
                  <a:lnTo>
                    <a:pt x="6747198" y="2279989"/>
                  </a:lnTo>
                  <a:lnTo>
                    <a:pt x="6731668" y="2280200"/>
                  </a:lnTo>
                  <a:lnTo>
                    <a:pt x="6726685" y="2280262"/>
                  </a:lnTo>
                  <a:lnTo>
                    <a:pt x="6726343" y="2280266"/>
                  </a:lnTo>
                  <a:lnTo>
                    <a:pt x="5254955" y="2280266"/>
                  </a:lnTo>
                  <a:lnTo>
                    <a:pt x="5253778" y="2280212"/>
                  </a:lnTo>
                  <a:lnTo>
                    <a:pt x="5246048" y="2279824"/>
                  </a:lnTo>
                  <a:lnTo>
                    <a:pt x="5226581" y="2278754"/>
                  </a:lnTo>
                  <a:lnTo>
                    <a:pt x="5191825" y="2276647"/>
                  </a:lnTo>
                  <a:lnTo>
                    <a:pt x="5140120" y="2273178"/>
                  </a:lnTo>
                  <a:lnTo>
                    <a:pt x="5071822" y="2268083"/>
                  </a:lnTo>
                  <a:lnTo>
                    <a:pt x="4989124" y="2261184"/>
                  </a:lnTo>
                  <a:lnTo>
                    <a:pt x="4895553" y="2252396"/>
                  </a:lnTo>
                  <a:lnTo>
                    <a:pt x="4795278" y="2241708"/>
                  </a:lnTo>
                  <a:lnTo>
                    <a:pt x="4692424" y="2229152"/>
                  </a:lnTo>
                  <a:lnTo>
                    <a:pt x="4590551" y="2214769"/>
                  </a:lnTo>
                  <a:lnTo>
                    <a:pt x="4492375" y="2198576"/>
                  </a:lnTo>
                  <a:lnTo>
                    <a:pt x="4399704" y="2180540"/>
                  </a:lnTo>
                  <a:lnTo>
                    <a:pt x="4313529" y="2160568"/>
                  </a:lnTo>
                  <a:lnTo>
                    <a:pt x="4234178" y="2138498"/>
                  </a:lnTo>
                  <a:lnTo>
                    <a:pt x="4161501" y="2114100"/>
                  </a:lnTo>
                  <a:lnTo>
                    <a:pt x="4095019" y="2087078"/>
                  </a:lnTo>
                  <a:lnTo>
                    <a:pt x="4034060" y="2057086"/>
                  </a:lnTo>
                  <a:lnTo>
                    <a:pt x="3977846" y="2023742"/>
                  </a:lnTo>
                  <a:lnTo>
                    <a:pt x="3925566" y="1986662"/>
                  </a:lnTo>
                  <a:lnTo>
                    <a:pt x="3876430" y="1945516"/>
                  </a:lnTo>
                  <a:lnTo>
                    <a:pt x="3829811" y="1900222"/>
                  </a:lnTo>
                  <a:lnTo>
                    <a:pt x="3788910" y="1855264"/>
                  </a:lnTo>
                  <a:lnTo>
                    <a:pt x="3749105" y="1806714"/>
                  </a:lnTo>
                  <a:lnTo>
                    <a:pt x="3710069" y="1754502"/>
                  </a:lnTo>
                  <a:lnTo>
                    <a:pt x="3671548" y="1698627"/>
                  </a:lnTo>
                  <a:lnTo>
                    <a:pt x="3633343" y="1639167"/>
                  </a:lnTo>
                  <a:lnTo>
                    <a:pt x="3595304" y="1576288"/>
                  </a:lnTo>
                  <a:lnTo>
                    <a:pt x="3557323" y="1510244"/>
                  </a:lnTo>
                  <a:lnTo>
                    <a:pt x="3519331" y="1441377"/>
                  </a:lnTo>
                  <a:lnTo>
                    <a:pt x="3481288" y="1370118"/>
                  </a:lnTo>
                  <a:lnTo>
                    <a:pt x="3443184" y="1296974"/>
                  </a:lnTo>
                  <a:lnTo>
                    <a:pt x="3405024" y="1222512"/>
                  </a:lnTo>
                  <a:lnTo>
                    <a:pt x="3366832" y="1147350"/>
                  </a:lnTo>
                  <a:lnTo>
                    <a:pt x="3328637" y="1072125"/>
                  </a:lnTo>
                  <a:lnTo>
                    <a:pt x="3290469" y="997481"/>
                  </a:lnTo>
                  <a:lnTo>
                    <a:pt x="3252353" y="924038"/>
                  </a:lnTo>
                  <a:lnTo>
                    <a:pt x="3214298" y="852376"/>
                  </a:lnTo>
                  <a:lnTo>
                    <a:pt x="3176299" y="783015"/>
                  </a:lnTo>
                  <a:lnTo>
                    <a:pt x="3138320" y="716400"/>
                  </a:lnTo>
                  <a:lnTo>
                    <a:pt x="3100299" y="652892"/>
                  </a:lnTo>
                  <a:lnTo>
                    <a:pt x="3062136" y="592762"/>
                  </a:lnTo>
                  <a:lnTo>
                    <a:pt x="3023689" y="536191"/>
                  </a:lnTo>
                  <a:lnTo>
                    <a:pt x="2984771" y="483274"/>
                  </a:lnTo>
                  <a:lnTo>
                    <a:pt x="2945135" y="434026"/>
                  </a:lnTo>
                  <a:lnTo>
                    <a:pt x="2904473" y="388388"/>
                  </a:lnTo>
                  <a:lnTo>
                    <a:pt x="2896531" y="380044"/>
                  </a:lnTo>
                  <a:lnTo>
                    <a:pt x="2849811" y="334658"/>
                  </a:lnTo>
                  <a:lnTo>
                    <a:pt x="2800668" y="293521"/>
                  </a:lnTo>
                  <a:lnTo>
                    <a:pt x="2748381" y="256449"/>
                  </a:lnTo>
                  <a:lnTo>
                    <a:pt x="2692158" y="223112"/>
                  </a:lnTo>
                  <a:lnTo>
                    <a:pt x="2631188" y="193127"/>
                  </a:lnTo>
                  <a:lnTo>
                    <a:pt x="2564694" y="166111"/>
                  </a:lnTo>
                  <a:lnTo>
                    <a:pt x="2492003" y="141718"/>
                  </a:lnTo>
                  <a:lnTo>
                    <a:pt x="2412638" y="119653"/>
                  </a:lnTo>
                  <a:lnTo>
                    <a:pt x="2326448" y="99685"/>
                  </a:lnTo>
                  <a:lnTo>
                    <a:pt x="2233764" y="81654"/>
                  </a:lnTo>
                  <a:lnTo>
                    <a:pt x="2135578" y="65464"/>
                  </a:lnTo>
                  <a:lnTo>
                    <a:pt x="2033699" y="51085"/>
                  </a:lnTo>
                  <a:lnTo>
                    <a:pt x="1930847" y="38533"/>
                  </a:lnTo>
                  <a:lnTo>
                    <a:pt x="1830582" y="27848"/>
                  </a:lnTo>
                  <a:lnTo>
                    <a:pt x="1737030" y="19065"/>
                  </a:lnTo>
                  <a:lnTo>
                    <a:pt x="1654359" y="12170"/>
                  </a:lnTo>
                  <a:lnTo>
                    <a:pt x="1586094" y="7079"/>
                  </a:lnTo>
                  <a:lnTo>
                    <a:pt x="1534425" y="3613"/>
                  </a:lnTo>
                  <a:lnTo>
                    <a:pt x="1499705" y="1508"/>
                  </a:lnTo>
                  <a:lnTo>
                    <a:pt x="1480267" y="440"/>
                  </a:lnTo>
                  <a:lnTo>
                    <a:pt x="1472556" y="53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74" name="pl174"/>
            <p:cNvSpPr/>
            <p:nvPr/>
          </p:nvSpPr>
          <p:spPr>
            <a:xfrm>
              <a:off x="4799595" y="4906213"/>
              <a:ext cx="11981298" cy="2280266"/>
            </a:xfrm>
            <a:custGeom>
              <a:avLst/>
              <a:pathLst>
                <a:path w="11981298" h="2280266">
                  <a:moveTo>
                    <a:pt x="0" y="0"/>
                  </a:moveTo>
                  <a:lnTo>
                    <a:pt x="1471387" y="0"/>
                  </a:lnTo>
                  <a:lnTo>
                    <a:pt x="1472564" y="54"/>
                  </a:lnTo>
                  <a:lnTo>
                    <a:pt x="1480294" y="441"/>
                  </a:lnTo>
                  <a:lnTo>
                    <a:pt x="1499761" y="1512"/>
                  </a:lnTo>
                  <a:lnTo>
                    <a:pt x="1534517" y="3619"/>
                  </a:lnTo>
                  <a:lnTo>
                    <a:pt x="1586222" y="7088"/>
                  </a:lnTo>
                  <a:lnTo>
                    <a:pt x="1654520" y="12183"/>
                  </a:lnTo>
                  <a:lnTo>
                    <a:pt x="1737219" y="19081"/>
                  </a:lnTo>
                  <a:lnTo>
                    <a:pt x="1830789" y="27869"/>
                  </a:lnTo>
                  <a:lnTo>
                    <a:pt x="1931064" y="38557"/>
                  </a:lnTo>
                  <a:lnTo>
                    <a:pt x="2033918" y="51113"/>
                  </a:lnTo>
                  <a:lnTo>
                    <a:pt x="2135791" y="65496"/>
                  </a:lnTo>
                  <a:lnTo>
                    <a:pt x="2233968" y="81690"/>
                  </a:lnTo>
                  <a:lnTo>
                    <a:pt x="2326638" y="99726"/>
                  </a:lnTo>
                  <a:lnTo>
                    <a:pt x="2412814" y="119697"/>
                  </a:lnTo>
                  <a:lnTo>
                    <a:pt x="2492164" y="141767"/>
                  </a:lnTo>
                  <a:lnTo>
                    <a:pt x="2564841" y="166166"/>
                  </a:lnTo>
                  <a:lnTo>
                    <a:pt x="2631323" y="193187"/>
                  </a:lnTo>
                  <a:lnTo>
                    <a:pt x="2692282" y="223179"/>
                  </a:lnTo>
                  <a:lnTo>
                    <a:pt x="2748496" y="256524"/>
                  </a:lnTo>
                  <a:lnTo>
                    <a:pt x="2800776" y="293604"/>
                  </a:lnTo>
                  <a:lnTo>
                    <a:pt x="2849912" y="334750"/>
                  </a:lnTo>
                  <a:lnTo>
                    <a:pt x="2896531" y="380044"/>
                  </a:lnTo>
                  <a:lnTo>
                    <a:pt x="2937432" y="425002"/>
                  </a:lnTo>
                  <a:lnTo>
                    <a:pt x="2977238" y="473552"/>
                  </a:lnTo>
                  <a:lnTo>
                    <a:pt x="3016273" y="525764"/>
                  </a:lnTo>
                  <a:lnTo>
                    <a:pt x="3054794" y="581639"/>
                  </a:lnTo>
                  <a:lnTo>
                    <a:pt x="3092999" y="641098"/>
                  </a:lnTo>
                  <a:lnTo>
                    <a:pt x="3131038" y="703977"/>
                  </a:lnTo>
                  <a:lnTo>
                    <a:pt x="3169019" y="770022"/>
                  </a:lnTo>
                  <a:lnTo>
                    <a:pt x="3207011" y="838888"/>
                  </a:lnTo>
                  <a:lnTo>
                    <a:pt x="3245054" y="910147"/>
                  </a:lnTo>
                  <a:lnTo>
                    <a:pt x="3283159" y="983292"/>
                  </a:lnTo>
                  <a:lnTo>
                    <a:pt x="3321318" y="1057753"/>
                  </a:lnTo>
                  <a:lnTo>
                    <a:pt x="3359510" y="1132916"/>
                  </a:lnTo>
                  <a:lnTo>
                    <a:pt x="3397705" y="1208140"/>
                  </a:lnTo>
                  <a:lnTo>
                    <a:pt x="3435873" y="1282785"/>
                  </a:lnTo>
                  <a:lnTo>
                    <a:pt x="3473990" y="1356228"/>
                  </a:lnTo>
                  <a:lnTo>
                    <a:pt x="3512044" y="1427889"/>
                  </a:lnTo>
                  <a:lnTo>
                    <a:pt x="3550043" y="1497250"/>
                  </a:lnTo>
                  <a:lnTo>
                    <a:pt x="3588022" y="1563865"/>
                  </a:lnTo>
                  <a:lnTo>
                    <a:pt x="3626043" y="1627373"/>
                  </a:lnTo>
                  <a:lnTo>
                    <a:pt x="3664206" y="1687504"/>
                  </a:lnTo>
                  <a:lnTo>
                    <a:pt x="3702653" y="1744074"/>
                  </a:lnTo>
                  <a:lnTo>
                    <a:pt x="3741572" y="1796991"/>
                  </a:lnTo>
                  <a:lnTo>
                    <a:pt x="3781207" y="1846239"/>
                  </a:lnTo>
                  <a:lnTo>
                    <a:pt x="3821869" y="1891877"/>
                  </a:lnTo>
                  <a:lnTo>
                    <a:pt x="3829811" y="1900222"/>
                  </a:lnTo>
                  <a:lnTo>
                    <a:pt x="3876531" y="1945608"/>
                  </a:lnTo>
                  <a:lnTo>
                    <a:pt x="3925674" y="1986745"/>
                  </a:lnTo>
                  <a:lnTo>
                    <a:pt x="3977961" y="2023817"/>
                  </a:lnTo>
                  <a:lnTo>
                    <a:pt x="4034184" y="2057153"/>
                  </a:lnTo>
                  <a:lnTo>
                    <a:pt x="4095154" y="2087139"/>
                  </a:lnTo>
                  <a:lnTo>
                    <a:pt x="4161648" y="2114154"/>
                  </a:lnTo>
                  <a:lnTo>
                    <a:pt x="4234340" y="2138548"/>
                  </a:lnTo>
                  <a:lnTo>
                    <a:pt x="4313704" y="2160613"/>
                  </a:lnTo>
                  <a:lnTo>
                    <a:pt x="4399894" y="2180580"/>
                  </a:lnTo>
                  <a:lnTo>
                    <a:pt x="4492578" y="2198612"/>
                  </a:lnTo>
                  <a:lnTo>
                    <a:pt x="4590764" y="2214802"/>
                  </a:lnTo>
                  <a:lnTo>
                    <a:pt x="4692643" y="2229181"/>
                  </a:lnTo>
                  <a:lnTo>
                    <a:pt x="4795495" y="2241733"/>
                  </a:lnTo>
                  <a:lnTo>
                    <a:pt x="4895760" y="2252417"/>
                  </a:lnTo>
                  <a:lnTo>
                    <a:pt x="4989312" y="2261201"/>
                  </a:lnTo>
                  <a:lnTo>
                    <a:pt x="5071983" y="2268095"/>
                  </a:lnTo>
                  <a:lnTo>
                    <a:pt x="5140248" y="2273187"/>
                  </a:lnTo>
                  <a:lnTo>
                    <a:pt x="5191917" y="2276653"/>
                  </a:lnTo>
                  <a:lnTo>
                    <a:pt x="5226638" y="2278757"/>
                  </a:lnTo>
                  <a:lnTo>
                    <a:pt x="5246075" y="2279826"/>
                  </a:lnTo>
                  <a:lnTo>
                    <a:pt x="5253786" y="2280212"/>
                  </a:lnTo>
                  <a:lnTo>
                    <a:pt x="5254955" y="2280266"/>
                  </a:lnTo>
                  <a:lnTo>
                    <a:pt x="6726343" y="2280266"/>
                  </a:lnTo>
                  <a:lnTo>
                    <a:pt x="6727576" y="2280252"/>
                  </a:lnTo>
                  <a:lnTo>
                    <a:pt x="6735672" y="2280148"/>
                  </a:lnTo>
                  <a:lnTo>
                    <a:pt x="6756027" y="2279862"/>
                  </a:lnTo>
                  <a:lnTo>
                    <a:pt x="6792295" y="2279299"/>
                  </a:lnTo>
                  <a:lnTo>
                    <a:pt x="6846097" y="2278374"/>
                  </a:lnTo>
                  <a:lnTo>
                    <a:pt x="6916910" y="2277016"/>
                  </a:lnTo>
                  <a:lnTo>
                    <a:pt x="7002285" y="2275182"/>
                  </a:lnTo>
                  <a:lnTo>
                    <a:pt x="7098418" y="2272849"/>
                  </a:lnTo>
                  <a:lnTo>
                    <a:pt x="7200906" y="2270018"/>
                  </a:lnTo>
                  <a:lnTo>
                    <a:pt x="7305480" y="2266699"/>
                  </a:lnTo>
                  <a:lnTo>
                    <a:pt x="7408527" y="2262900"/>
                  </a:lnTo>
                  <a:lnTo>
                    <a:pt x="7507360" y="2258625"/>
                  </a:lnTo>
                  <a:lnTo>
                    <a:pt x="7600250" y="2253862"/>
                  </a:lnTo>
                  <a:lnTo>
                    <a:pt x="7686314" y="2248584"/>
                  </a:lnTo>
                  <a:lnTo>
                    <a:pt x="7765330" y="2242741"/>
                  </a:lnTo>
                  <a:lnTo>
                    <a:pt x="7837551" y="2236270"/>
                  </a:lnTo>
                  <a:lnTo>
                    <a:pt x="7903538" y="2229087"/>
                  </a:lnTo>
                  <a:lnTo>
                    <a:pt x="7964038" y="2221096"/>
                  </a:lnTo>
                  <a:lnTo>
                    <a:pt x="8019880" y="2212195"/>
                  </a:lnTo>
                  <a:lnTo>
                    <a:pt x="8071915" y="2202283"/>
                  </a:lnTo>
                  <a:lnTo>
                    <a:pt x="8120955" y="2191281"/>
                  </a:lnTo>
                  <a:lnTo>
                    <a:pt x="8151487" y="2183552"/>
                  </a:lnTo>
                  <a:lnTo>
                    <a:pt x="8205578" y="2168151"/>
                  </a:lnTo>
                  <a:lnTo>
                    <a:pt x="8257931" y="2151125"/>
                  </a:lnTo>
                  <a:lnTo>
                    <a:pt x="8309225" y="2132451"/>
                  </a:lnTo>
                  <a:lnTo>
                    <a:pt x="8359953" y="2112168"/>
                  </a:lnTo>
                  <a:lnTo>
                    <a:pt x="8410451" y="2090383"/>
                  </a:lnTo>
                  <a:lnTo>
                    <a:pt x="8460928" y="2067273"/>
                  </a:lnTo>
                  <a:lnTo>
                    <a:pt x="8511489" y="2043085"/>
                  </a:lnTo>
                  <a:lnTo>
                    <a:pt x="8562158" y="2018125"/>
                  </a:lnTo>
                  <a:lnTo>
                    <a:pt x="8612899" y="1992747"/>
                  </a:lnTo>
                  <a:lnTo>
                    <a:pt x="8663648" y="1967329"/>
                  </a:lnTo>
                  <a:lnTo>
                    <a:pt x="8714336" y="1942253"/>
                  </a:lnTo>
                  <a:lnTo>
                    <a:pt x="8764920" y="1917879"/>
                  </a:lnTo>
                  <a:lnTo>
                    <a:pt x="8815409" y="1894525"/>
                  </a:lnTo>
                  <a:lnTo>
                    <a:pt x="8865889" y="1872450"/>
                  </a:lnTo>
                  <a:lnTo>
                    <a:pt x="8916546" y="1851847"/>
                  </a:lnTo>
                  <a:lnTo>
                    <a:pt x="8967690" y="1832836"/>
                  </a:lnTo>
                  <a:lnTo>
                    <a:pt x="9019776" y="1815470"/>
                  </a:lnTo>
                  <a:lnTo>
                    <a:pt x="9073442" y="1799739"/>
                  </a:lnTo>
                  <a:lnTo>
                    <a:pt x="9084767" y="1796697"/>
                  </a:lnTo>
                  <a:lnTo>
                    <a:pt x="9132260" y="1784969"/>
                  </a:lnTo>
                  <a:lnTo>
                    <a:pt x="9182265" y="1774358"/>
                  </a:lnTo>
                  <a:lnTo>
                    <a:pt x="9235544" y="1764812"/>
                  </a:lnTo>
                  <a:lnTo>
                    <a:pt x="9292927" y="1756243"/>
                  </a:lnTo>
                  <a:lnTo>
                    <a:pt x="9355266" y="1748548"/>
                  </a:lnTo>
                  <a:lnTo>
                    <a:pt x="9423369" y="1741626"/>
                  </a:lnTo>
                  <a:lnTo>
                    <a:pt x="9497929" y="1735384"/>
                  </a:lnTo>
                  <a:lnTo>
                    <a:pt x="9579417" y="1729747"/>
                  </a:lnTo>
                  <a:lnTo>
                    <a:pt x="9667938" y="1724654"/>
                  </a:lnTo>
                  <a:lnTo>
                    <a:pt x="9763060" y="1720066"/>
                  </a:lnTo>
                  <a:lnTo>
                    <a:pt x="9863620" y="1715959"/>
                  </a:lnTo>
                  <a:lnTo>
                    <a:pt x="9967561" y="1712327"/>
                  </a:lnTo>
                  <a:lnTo>
                    <a:pt x="10071855" y="1709178"/>
                  </a:lnTo>
                  <a:lnTo>
                    <a:pt x="10172615" y="1706522"/>
                  </a:lnTo>
                  <a:lnTo>
                    <a:pt x="10265450" y="1704366"/>
                  </a:lnTo>
                  <a:lnTo>
                    <a:pt x="10346081" y="1702703"/>
                  </a:lnTo>
                  <a:lnTo>
                    <a:pt x="10411098" y="1701504"/>
                  </a:lnTo>
                  <a:lnTo>
                    <a:pt x="10458681" y="1700715"/>
                  </a:lnTo>
                  <a:lnTo>
                    <a:pt x="10489055" y="1700260"/>
                  </a:lnTo>
                  <a:lnTo>
                    <a:pt x="10504585" y="1700049"/>
                  </a:lnTo>
                  <a:lnTo>
                    <a:pt x="10509568" y="1699987"/>
                  </a:lnTo>
                  <a:lnTo>
                    <a:pt x="10509911" y="1699983"/>
                  </a:lnTo>
                  <a:lnTo>
                    <a:pt x="11981298" y="169998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5" name="pl175"/>
            <p:cNvSpPr/>
            <p:nvPr/>
          </p:nvSpPr>
          <p:spPr>
            <a:xfrm>
              <a:off x="4799595" y="4898040"/>
              <a:ext cx="11981298" cy="2280266"/>
            </a:xfrm>
            <a:custGeom>
              <a:avLst/>
              <a:pathLst>
                <a:path w="11981298" h="2280266">
                  <a:moveTo>
                    <a:pt x="11981298" y="1699983"/>
                  </a:moveTo>
                  <a:lnTo>
                    <a:pt x="10509911" y="1699983"/>
                  </a:lnTo>
                  <a:lnTo>
                    <a:pt x="10508677" y="1699998"/>
                  </a:lnTo>
                  <a:lnTo>
                    <a:pt x="10500582" y="1700101"/>
                  </a:lnTo>
                  <a:lnTo>
                    <a:pt x="10480226" y="1700387"/>
                  </a:lnTo>
                  <a:lnTo>
                    <a:pt x="10443958" y="1700950"/>
                  </a:lnTo>
                  <a:lnTo>
                    <a:pt x="10390156" y="1701876"/>
                  </a:lnTo>
                  <a:lnTo>
                    <a:pt x="10319343" y="1703233"/>
                  </a:lnTo>
                  <a:lnTo>
                    <a:pt x="10233968" y="1705068"/>
                  </a:lnTo>
                  <a:lnTo>
                    <a:pt x="10137836" y="1707400"/>
                  </a:lnTo>
                  <a:lnTo>
                    <a:pt x="10035347" y="1710231"/>
                  </a:lnTo>
                  <a:lnTo>
                    <a:pt x="9930774" y="1713551"/>
                  </a:lnTo>
                  <a:lnTo>
                    <a:pt x="9827726" y="1717349"/>
                  </a:lnTo>
                  <a:lnTo>
                    <a:pt x="9728893" y="1721624"/>
                  </a:lnTo>
                  <a:lnTo>
                    <a:pt x="9636003" y="1726387"/>
                  </a:lnTo>
                  <a:lnTo>
                    <a:pt x="9549939" y="1731666"/>
                  </a:lnTo>
                  <a:lnTo>
                    <a:pt x="9470923" y="1737508"/>
                  </a:lnTo>
                  <a:lnTo>
                    <a:pt x="9398703" y="1743979"/>
                  </a:lnTo>
                  <a:lnTo>
                    <a:pt x="9332715" y="1751162"/>
                  </a:lnTo>
                  <a:lnTo>
                    <a:pt x="9272215" y="1759153"/>
                  </a:lnTo>
                  <a:lnTo>
                    <a:pt x="9216373" y="1768054"/>
                  </a:lnTo>
                  <a:lnTo>
                    <a:pt x="9164339" y="1777966"/>
                  </a:lnTo>
                  <a:lnTo>
                    <a:pt x="9115299" y="1788968"/>
                  </a:lnTo>
                  <a:lnTo>
                    <a:pt x="9084767" y="1796697"/>
                  </a:lnTo>
                  <a:lnTo>
                    <a:pt x="9030675" y="1812098"/>
                  </a:lnTo>
                  <a:lnTo>
                    <a:pt x="8978323" y="1829124"/>
                  </a:lnTo>
                  <a:lnTo>
                    <a:pt x="8927028" y="1847798"/>
                  </a:lnTo>
                  <a:lnTo>
                    <a:pt x="8876300" y="1868081"/>
                  </a:lnTo>
                  <a:lnTo>
                    <a:pt x="8825802" y="1889866"/>
                  </a:lnTo>
                  <a:lnTo>
                    <a:pt x="8775325" y="1912976"/>
                  </a:lnTo>
                  <a:lnTo>
                    <a:pt x="8724764" y="1937165"/>
                  </a:lnTo>
                  <a:lnTo>
                    <a:pt x="8674095" y="1962124"/>
                  </a:lnTo>
                  <a:lnTo>
                    <a:pt x="8623354" y="1987502"/>
                  </a:lnTo>
                  <a:lnTo>
                    <a:pt x="8572605" y="2012920"/>
                  </a:lnTo>
                  <a:lnTo>
                    <a:pt x="8521917" y="2037996"/>
                  </a:lnTo>
                  <a:lnTo>
                    <a:pt x="8471333" y="2062370"/>
                  </a:lnTo>
                  <a:lnTo>
                    <a:pt x="8420844" y="2085724"/>
                  </a:lnTo>
                  <a:lnTo>
                    <a:pt x="8370364" y="2107799"/>
                  </a:lnTo>
                  <a:lnTo>
                    <a:pt x="8319707" y="2128402"/>
                  </a:lnTo>
                  <a:lnTo>
                    <a:pt x="8268563" y="2147413"/>
                  </a:lnTo>
                  <a:lnTo>
                    <a:pt x="8216477" y="2164779"/>
                  </a:lnTo>
                  <a:lnTo>
                    <a:pt x="8162811" y="2180510"/>
                  </a:lnTo>
                  <a:lnTo>
                    <a:pt x="8151487" y="2183552"/>
                  </a:lnTo>
                  <a:lnTo>
                    <a:pt x="8103993" y="2195280"/>
                  </a:lnTo>
                  <a:lnTo>
                    <a:pt x="8053988" y="2205891"/>
                  </a:lnTo>
                  <a:lnTo>
                    <a:pt x="8000709" y="2215437"/>
                  </a:lnTo>
                  <a:lnTo>
                    <a:pt x="7943326" y="2224006"/>
                  </a:lnTo>
                  <a:lnTo>
                    <a:pt x="7880987" y="2231701"/>
                  </a:lnTo>
                  <a:lnTo>
                    <a:pt x="7812884" y="2238623"/>
                  </a:lnTo>
                  <a:lnTo>
                    <a:pt x="7738324" y="2244865"/>
                  </a:lnTo>
                  <a:lnTo>
                    <a:pt x="7656837" y="2250502"/>
                  </a:lnTo>
                  <a:lnTo>
                    <a:pt x="7568316" y="2255595"/>
                  </a:lnTo>
                  <a:lnTo>
                    <a:pt x="7473194" y="2260184"/>
                  </a:lnTo>
                  <a:lnTo>
                    <a:pt x="7372633" y="2264291"/>
                  </a:lnTo>
                  <a:lnTo>
                    <a:pt x="7268692" y="2267922"/>
                  </a:lnTo>
                  <a:lnTo>
                    <a:pt x="7164398" y="2271071"/>
                  </a:lnTo>
                  <a:lnTo>
                    <a:pt x="7063638" y="2273727"/>
                  </a:lnTo>
                  <a:lnTo>
                    <a:pt x="6970803" y="2275883"/>
                  </a:lnTo>
                  <a:lnTo>
                    <a:pt x="6890172" y="2277546"/>
                  </a:lnTo>
                  <a:lnTo>
                    <a:pt x="6825155" y="2278745"/>
                  </a:lnTo>
                  <a:lnTo>
                    <a:pt x="6777573" y="2279535"/>
                  </a:lnTo>
                  <a:lnTo>
                    <a:pt x="6747198" y="2279989"/>
                  </a:lnTo>
                  <a:lnTo>
                    <a:pt x="6731668" y="2280200"/>
                  </a:lnTo>
                  <a:lnTo>
                    <a:pt x="6726685" y="2280262"/>
                  </a:lnTo>
                  <a:lnTo>
                    <a:pt x="6726343" y="2280266"/>
                  </a:lnTo>
                  <a:lnTo>
                    <a:pt x="5254955" y="2280266"/>
                  </a:lnTo>
                  <a:lnTo>
                    <a:pt x="5253778" y="2280212"/>
                  </a:lnTo>
                  <a:lnTo>
                    <a:pt x="5246048" y="2279824"/>
                  </a:lnTo>
                  <a:lnTo>
                    <a:pt x="5226581" y="2278754"/>
                  </a:lnTo>
                  <a:lnTo>
                    <a:pt x="5191825" y="2276647"/>
                  </a:lnTo>
                  <a:lnTo>
                    <a:pt x="5140120" y="2273178"/>
                  </a:lnTo>
                  <a:lnTo>
                    <a:pt x="5071822" y="2268083"/>
                  </a:lnTo>
                  <a:lnTo>
                    <a:pt x="4989124" y="2261184"/>
                  </a:lnTo>
                  <a:lnTo>
                    <a:pt x="4895553" y="2252396"/>
                  </a:lnTo>
                  <a:lnTo>
                    <a:pt x="4795278" y="2241708"/>
                  </a:lnTo>
                  <a:lnTo>
                    <a:pt x="4692424" y="2229152"/>
                  </a:lnTo>
                  <a:lnTo>
                    <a:pt x="4590551" y="2214769"/>
                  </a:lnTo>
                  <a:lnTo>
                    <a:pt x="4492375" y="2198576"/>
                  </a:lnTo>
                  <a:lnTo>
                    <a:pt x="4399704" y="2180540"/>
                  </a:lnTo>
                  <a:lnTo>
                    <a:pt x="4313529" y="2160568"/>
                  </a:lnTo>
                  <a:lnTo>
                    <a:pt x="4234178" y="2138498"/>
                  </a:lnTo>
                  <a:lnTo>
                    <a:pt x="4161501" y="2114100"/>
                  </a:lnTo>
                  <a:lnTo>
                    <a:pt x="4095019" y="2087078"/>
                  </a:lnTo>
                  <a:lnTo>
                    <a:pt x="4034060" y="2057086"/>
                  </a:lnTo>
                  <a:lnTo>
                    <a:pt x="3977846" y="2023742"/>
                  </a:lnTo>
                  <a:lnTo>
                    <a:pt x="3925566" y="1986662"/>
                  </a:lnTo>
                  <a:lnTo>
                    <a:pt x="3876430" y="1945516"/>
                  </a:lnTo>
                  <a:lnTo>
                    <a:pt x="3829811" y="1900222"/>
                  </a:lnTo>
                  <a:lnTo>
                    <a:pt x="3788910" y="1855264"/>
                  </a:lnTo>
                  <a:lnTo>
                    <a:pt x="3749105" y="1806714"/>
                  </a:lnTo>
                  <a:lnTo>
                    <a:pt x="3710069" y="1754502"/>
                  </a:lnTo>
                  <a:lnTo>
                    <a:pt x="3671548" y="1698627"/>
                  </a:lnTo>
                  <a:lnTo>
                    <a:pt x="3633343" y="1639167"/>
                  </a:lnTo>
                  <a:lnTo>
                    <a:pt x="3595304" y="1576288"/>
                  </a:lnTo>
                  <a:lnTo>
                    <a:pt x="3557323" y="1510244"/>
                  </a:lnTo>
                  <a:lnTo>
                    <a:pt x="3519331" y="1441377"/>
                  </a:lnTo>
                  <a:lnTo>
                    <a:pt x="3481288" y="1370118"/>
                  </a:lnTo>
                  <a:lnTo>
                    <a:pt x="3443184" y="1296974"/>
                  </a:lnTo>
                  <a:lnTo>
                    <a:pt x="3405024" y="1222512"/>
                  </a:lnTo>
                  <a:lnTo>
                    <a:pt x="3366832" y="1147350"/>
                  </a:lnTo>
                  <a:lnTo>
                    <a:pt x="3328637" y="1072125"/>
                  </a:lnTo>
                  <a:lnTo>
                    <a:pt x="3290469" y="997481"/>
                  </a:lnTo>
                  <a:lnTo>
                    <a:pt x="3252353" y="924038"/>
                  </a:lnTo>
                  <a:lnTo>
                    <a:pt x="3214298" y="852376"/>
                  </a:lnTo>
                  <a:lnTo>
                    <a:pt x="3176299" y="783015"/>
                  </a:lnTo>
                  <a:lnTo>
                    <a:pt x="3138320" y="716400"/>
                  </a:lnTo>
                  <a:lnTo>
                    <a:pt x="3100299" y="652892"/>
                  </a:lnTo>
                  <a:lnTo>
                    <a:pt x="3062136" y="592762"/>
                  </a:lnTo>
                  <a:lnTo>
                    <a:pt x="3023689" y="536191"/>
                  </a:lnTo>
                  <a:lnTo>
                    <a:pt x="2984771" y="483274"/>
                  </a:lnTo>
                  <a:lnTo>
                    <a:pt x="2945135" y="434026"/>
                  </a:lnTo>
                  <a:lnTo>
                    <a:pt x="2904473" y="388388"/>
                  </a:lnTo>
                  <a:lnTo>
                    <a:pt x="2896531" y="380044"/>
                  </a:lnTo>
                  <a:lnTo>
                    <a:pt x="2849811" y="334658"/>
                  </a:lnTo>
                  <a:lnTo>
                    <a:pt x="2800668" y="293521"/>
                  </a:lnTo>
                  <a:lnTo>
                    <a:pt x="2748381" y="256449"/>
                  </a:lnTo>
                  <a:lnTo>
                    <a:pt x="2692158" y="223112"/>
                  </a:lnTo>
                  <a:lnTo>
                    <a:pt x="2631188" y="193127"/>
                  </a:lnTo>
                  <a:lnTo>
                    <a:pt x="2564694" y="166111"/>
                  </a:lnTo>
                  <a:lnTo>
                    <a:pt x="2492003" y="141718"/>
                  </a:lnTo>
                  <a:lnTo>
                    <a:pt x="2412638" y="119653"/>
                  </a:lnTo>
                  <a:lnTo>
                    <a:pt x="2326448" y="99685"/>
                  </a:lnTo>
                  <a:lnTo>
                    <a:pt x="2233764" y="81654"/>
                  </a:lnTo>
                  <a:lnTo>
                    <a:pt x="2135578" y="65464"/>
                  </a:lnTo>
                  <a:lnTo>
                    <a:pt x="2033699" y="51085"/>
                  </a:lnTo>
                  <a:lnTo>
                    <a:pt x="1930847" y="38533"/>
                  </a:lnTo>
                  <a:lnTo>
                    <a:pt x="1830582" y="27848"/>
                  </a:lnTo>
                  <a:lnTo>
                    <a:pt x="1737030" y="19065"/>
                  </a:lnTo>
                  <a:lnTo>
                    <a:pt x="1654359" y="12170"/>
                  </a:lnTo>
                  <a:lnTo>
                    <a:pt x="1586094" y="7079"/>
                  </a:lnTo>
                  <a:lnTo>
                    <a:pt x="1534425" y="3613"/>
                  </a:lnTo>
                  <a:lnTo>
                    <a:pt x="1499705" y="1508"/>
                  </a:lnTo>
                  <a:lnTo>
                    <a:pt x="1480267" y="440"/>
                  </a:lnTo>
                  <a:lnTo>
                    <a:pt x="1472556" y="53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6" name="pg176"/>
            <p:cNvSpPr/>
            <p:nvPr/>
          </p:nvSpPr>
          <p:spPr>
            <a:xfrm>
              <a:off x="4799595" y="4906213"/>
              <a:ext cx="11981298" cy="2296612"/>
            </a:xfrm>
            <a:custGeom>
              <a:avLst/>
              <a:pathLst>
                <a:path w="11981298" h="2296612">
                  <a:moveTo>
                    <a:pt x="0" y="16345"/>
                  </a:moveTo>
                  <a:lnTo>
                    <a:pt x="1471387" y="16345"/>
                  </a:lnTo>
                  <a:lnTo>
                    <a:pt x="1472564" y="16400"/>
                  </a:lnTo>
                  <a:lnTo>
                    <a:pt x="1480294" y="16787"/>
                  </a:lnTo>
                  <a:lnTo>
                    <a:pt x="1499761" y="17858"/>
                  </a:lnTo>
                  <a:lnTo>
                    <a:pt x="1534517" y="19965"/>
                  </a:lnTo>
                  <a:lnTo>
                    <a:pt x="1586222" y="23434"/>
                  </a:lnTo>
                  <a:lnTo>
                    <a:pt x="1654520" y="28529"/>
                  </a:lnTo>
                  <a:lnTo>
                    <a:pt x="1737219" y="35427"/>
                  </a:lnTo>
                  <a:lnTo>
                    <a:pt x="1830789" y="44215"/>
                  </a:lnTo>
                  <a:lnTo>
                    <a:pt x="1931064" y="54903"/>
                  </a:lnTo>
                  <a:lnTo>
                    <a:pt x="2033918" y="67459"/>
                  </a:lnTo>
                  <a:lnTo>
                    <a:pt x="2135791" y="81842"/>
                  </a:lnTo>
                  <a:lnTo>
                    <a:pt x="2233968" y="98036"/>
                  </a:lnTo>
                  <a:lnTo>
                    <a:pt x="2326638" y="116072"/>
                  </a:lnTo>
                  <a:lnTo>
                    <a:pt x="2412814" y="136043"/>
                  </a:lnTo>
                  <a:lnTo>
                    <a:pt x="2492164" y="158113"/>
                  </a:lnTo>
                  <a:lnTo>
                    <a:pt x="2564841" y="182512"/>
                  </a:lnTo>
                  <a:lnTo>
                    <a:pt x="2631323" y="209533"/>
                  </a:lnTo>
                  <a:lnTo>
                    <a:pt x="2692282" y="239525"/>
                  </a:lnTo>
                  <a:lnTo>
                    <a:pt x="2748496" y="272870"/>
                  </a:lnTo>
                  <a:lnTo>
                    <a:pt x="2800776" y="309950"/>
                  </a:lnTo>
                  <a:lnTo>
                    <a:pt x="2849912" y="351096"/>
                  </a:lnTo>
                  <a:lnTo>
                    <a:pt x="2896531" y="396390"/>
                  </a:lnTo>
                  <a:lnTo>
                    <a:pt x="2937432" y="441348"/>
                  </a:lnTo>
                  <a:lnTo>
                    <a:pt x="2977238" y="489898"/>
                  </a:lnTo>
                  <a:lnTo>
                    <a:pt x="3016273" y="542110"/>
                  </a:lnTo>
                  <a:lnTo>
                    <a:pt x="3054794" y="597985"/>
                  </a:lnTo>
                  <a:lnTo>
                    <a:pt x="3092999" y="657444"/>
                  </a:lnTo>
                  <a:lnTo>
                    <a:pt x="3131038" y="720323"/>
                  </a:lnTo>
                  <a:lnTo>
                    <a:pt x="3169019" y="786368"/>
                  </a:lnTo>
                  <a:lnTo>
                    <a:pt x="3207011" y="855234"/>
                  </a:lnTo>
                  <a:lnTo>
                    <a:pt x="3245054" y="926493"/>
                  </a:lnTo>
                  <a:lnTo>
                    <a:pt x="3283159" y="999638"/>
                  </a:lnTo>
                  <a:lnTo>
                    <a:pt x="3321318" y="1074099"/>
                  </a:lnTo>
                  <a:lnTo>
                    <a:pt x="3359510" y="1149262"/>
                  </a:lnTo>
                  <a:lnTo>
                    <a:pt x="3397705" y="1224486"/>
                  </a:lnTo>
                  <a:lnTo>
                    <a:pt x="3435873" y="1299131"/>
                  </a:lnTo>
                  <a:lnTo>
                    <a:pt x="3473990" y="1372574"/>
                  </a:lnTo>
                  <a:lnTo>
                    <a:pt x="3512044" y="1444235"/>
                  </a:lnTo>
                  <a:lnTo>
                    <a:pt x="3550043" y="1513596"/>
                  </a:lnTo>
                  <a:lnTo>
                    <a:pt x="3588022" y="1580211"/>
                  </a:lnTo>
                  <a:lnTo>
                    <a:pt x="3626043" y="1643719"/>
                  </a:lnTo>
                  <a:lnTo>
                    <a:pt x="3664206" y="1703850"/>
                  </a:lnTo>
                  <a:lnTo>
                    <a:pt x="3702653" y="1760420"/>
                  </a:lnTo>
                  <a:lnTo>
                    <a:pt x="3741572" y="1813337"/>
                  </a:lnTo>
                  <a:lnTo>
                    <a:pt x="3781207" y="1862585"/>
                  </a:lnTo>
                  <a:lnTo>
                    <a:pt x="3821869" y="1908223"/>
                  </a:lnTo>
                  <a:lnTo>
                    <a:pt x="3829811" y="1916568"/>
                  </a:lnTo>
                  <a:lnTo>
                    <a:pt x="3876531" y="1961954"/>
                  </a:lnTo>
                  <a:lnTo>
                    <a:pt x="3925674" y="2003091"/>
                  </a:lnTo>
                  <a:lnTo>
                    <a:pt x="3977961" y="2040163"/>
                  </a:lnTo>
                  <a:lnTo>
                    <a:pt x="4034184" y="2073499"/>
                  </a:lnTo>
                  <a:lnTo>
                    <a:pt x="4095154" y="2103485"/>
                  </a:lnTo>
                  <a:lnTo>
                    <a:pt x="4161648" y="2130500"/>
                  </a:lnTo>
                  <a:lnTo>
                    <a:pt x="4234340" y="2154894"/>
                  </a:lnTo>
                  <a:lnTo>
                    <a:pt x="4313704" y="2176959"/>
                  </a:lnTo>
                  <a:lnTo>
                    <a:pt x="4399894" y="2196926"/>
                  </a:lnTo>
                  <a:lnTo>
                    <a:pt x="4492578" y="2214958"/>
                  </a:lnTo>
                  <a:lnTo>
                    <a:pt x="4590764" y="2231148"/>
                  </a:lnTo>
                  <a:lnTo>
                    <a:pt x="4692643" y="2245527"/>
                  </a:lnTo>
                  <a:lnTo>
                    <a:pt x="4795495" y="2258079"/>
                  </a:lnTo>
                  <a:lnTo>
                    <a:pt x="4895760" y="2268763"/>
                  </a:lnTo>
                  <a:lnTo>
                    <a:pt x="4989312" y="2277547"/>
                  </a:lnTo>
                  <a:lnTo>
                    <a:pt x="5071983" y="2284441"/>
                  </a:lnTo>
                  <a:lnTo>
                    <a:pt x="5140248" y="2289533"/>
                  </a:lnTo>
                  <a:lnTo>
                    <a:pt x="5191917" y="2292999"/>
                  </a:lnTo>
                  <a:lnTo>
                    <a:pt x="5226638" y="2295103"/>
                  </a:lnTo>
                  <a:lnTo>
                    <a:pt x="5246075" y="2296172"/>
                  </a:lnTo>
                  <a:lnTo>
                    <a:pt x="5253786" y="2296558"/>
                  </a:lnTo>
                  <a:lnTo>
                    <a:pt x="5254955" y="2296612"/>
                  </a:lnTo>
                  <a:lnTo>
                    <a:pt x="6726343" y="2296612"/>
                  </a:lnTo>
                  <a:lnTo>
                    <a:pt x="6727580" y="2296607"/>
                  </a:lnTo>
                  <a:lnTo>
                    <a:pt x="6735699" y="2296570"/>
                  </a:lnTo>
                  <a:lnTo>
                    <a:pt x="6756112" y="2296469"/>
                  </a:lnTo>
                  <a:lnTo>
                    <a:pt x="6792476" y="2296271"/>
                  </a:lnTo>
                  <a:lnTo>
                    <a:pt x="6846412" y="2295944"/>
                  </a:lnTo>
                  <a:lnTo>
                    <a:pt x="6917385" y="2295464"/>
                  </a:lnTo>
                  <a:lnTo>
                    <a:pt x="7002930" y="2294817"/>
                  </a:lnTo>
                  <a:lnTo>
                    <a:pt x="7099224" y="2293993"/>
                  </a:lnTo>
                  <a:lnTo>
                    <a:pt x="7201850" y="2292994"/>
                  </a:lnTo>
                  <a:lnTo>
                    <a:pt x="7306530" y="2291822"/>
                  </a:lnTo>
                  <a:lnTo>
                    <a:pt x="7409648" y="2290481"/>
                  </a:lnTo>
                  <a:lnTo>
                    <a:pt x="7508520" y="2288973"/>
                  </a:lnTo>
                  <a:lnTo>
                    <a:pt x="7601422" y="2287292"/>
                  </a:lnTo>
                  <a:lnTo>
                    <a:pt x="7687476" y="2285429"/>
                  </a:lnTo>
                  <a:lnTo>
                    <a:pt x="7766470" y="2283366"/>
                  </a:lnTo>
                  <a:lnTo>
                    <a:pt x="7838661" y="2281082"/>
                  </a:lnTo>
                  <a:lnTo>
                    <a:pt x="7904617" y="2278545"/>
                  </a:lnTo>
                  <a:lnTo>
                    <a:pt x="7965088" y="2275724"/>
                  </a:lnTo>
                  <a:lnTo>
                    <a:pt x="8020908" y="2272580"/>
                  </a:lnTo>
                  <a:lnTo>
                    <a:pt x="8072929" y="2269079"/>
                  </a:lnTo>
                  <a:lnTo>
                    <a:pt x="8121964" y="2265193"/>
                  </a:lnTo>
                  <a:lnTo>
                    <a:pt x="8151487" y="2262558"/>
                  </a:lnTo>
                  <a:lnTo>
                    <a:pt x="8207433" y="2256935"/>
                  </a:lnTo>
                  <a:lnTo>
                    <a:pt x="8261546" y="2250699"/>
                  </a:lnTo>
                  <a:lnTo>
                    <a:pt x="8314566" y="2243841"/>
                  </a:lnTo>
                  <a:lnTo>
                    <a:pt x="8367024" y="2236380"/>
                  </a:lnTo>
                  <a:lnTo>
                    <a:pt x="8419273" y="2228361"/>
                  </a:lnTo>
                  <a:lnTo>
                    <a:pt x="8471527" y="2219856"/>
                  </a:lnTo>
                  <a:lnTo>
                    <a:pt x="8523882" y="2210967"/>
                  </a:lnTo>
                  <a:lnTo>
                    <a:pt x="8576347" y="2201818"/>
                  </a:lnTo>
                  <a:lnTo>
                    <a:pt x="8628873" y="2192551"/>
                  </a:lnTo>
                  <a:lnTo>
                    <a:pt x="8681383" y="2183315"/>
                  </a:lnTo>
                  <a:lnTo>
                    <a:pt x="8733806" y="2174257"/>
                  </a:lnTo>
                  <a:lnTo>
                    <a:pt x="8786114" y="2165511"/>
                  </a:lnTo>
                  <a:lnTo>
                    <a:pt x="8838348" y="2157194"/>
                  </a:lnTo>
                  <a:lnTo>
                    <a:pt x="8890650" y="2149395"/>
                  </a:lnTo>
                  <a:lnTo>
                    <a:pt x="8943286" y="2142178"/>
                  </a:lnTo>
                  <a:lnTo>
                    <a:pt x="8996678" y="2135574"/>
                  </a:lnTo>
                  <a:lnTo>
                    <a:pt x="9051437" y="2129590"/>
                  </a:lnTo>
                  <a:lnTo>
                    <a:pt x="9084767" y="2126341"/>
                  </a:lnTo>
                  <a:lnTo>
                    <a:pt x="9132309" y="2122208"/>
                  </a:lnTo>
                  <a:lnTo>
                    <a:pt x="9182369" y="2118468"/>
                  </a:lnTo>
                  <a:lnTo>
                    <a:pt x="9235711" y="2115105"/>
                  </a:lnTo>
                  <a:lnTo>
                    <a:pt x="9293168" y="2112085"/>
                  </a:lnTo>
                  <a:lnTo>
                    <a:pt x="9355594" y="2109375"/>
                  </a:lnTo>
                  <a:lnTo>
                    <a:pt x="9423799" y="2106936"/>
                  </a:lnTo>
                  <a:lnTo>
                    <a:pt x="9498479" y="2104738"/>
                  </a:lnTo>
                  <a:lnTo>
                    <a:pt x="9580101" y="2102752"/>
                  </a:lnTo>
                  <a:lnTo>
                    <a:pt x="9668771" y="2100959"/>
                  </a:lnTo>
                  <a:lnTo>
                    <a:pt x="9764047" y="2099343"/>
                  </a:lnTo>
                  <a:lnTo>
                    <a:pt x="9864757" y="2097897"/>
                  </a:lnTo>
                  <a:lnTo>
                    <a:pt x="9968826" y="2096619"/>
                  </a:lnTo>
                  <a:lnTo>
                    <a:pt x="10073206" y="2095511"/>
                  </a:lnTo>
                  <a:lnTo>
                    <a:pt x="10173988" y="2094578"/>
                  </a:lnTo>
                  <a:lnTo>
                    <a:pt x="10266768" y="2093820"/>
                  </a:lnTo>
                  <a:lnTo>
                    <a:pt x="10347259" y="2093237"/>
                  </a:lnTo>
                  <a:lnTo>
                    <a:pt x="10412061" y="2092817"/>
                  </a:lnTo>
                  <a:lnTo>
                    <a:pt x="10459380" y="2092541"/>
                  </a:lnTo>
                  <a:lnTo>
                    <a:pt x="10489480" y="2092382"/>
                  </a:lnTo>
                  <a:lnTo>
                    <a:pt x="10504772" y="2092309"/>
                  </a:lnTo>
                  <a:lnTo>
                    <a:pt x="10509600" y="2092288"/>
                  </a:lnTo>
                  <a:lnTo>
                    <a:pt x="10509911" y="2092287"/>
                  </a:lnTo>
                  <a:lnTo>
                    <a:pt x="11981298" y="2092287"/>
                  </a:lnTo>
                  <a:lnTo>
                    <a:pt x="11981298" y="2075941"/>
                  </a:lnTo>
                  <a:lnTo>
                    <a:pt x="10509911" y="2075941"/>
                  </a:lnTo>
                  <a:lnTo>
                    <a:pt x="10508673" y="2075946"/>
                  </a:lnTo>
                  <a:lnTo>
                    <a:pt x="10500555" y="2075983"/>
                  </a:lnTo>
                  <a:lnTo>
                    <a:pt x="10480142" y="2076084"/>
                  </a:lnTo>
                  <a:lnTo>
                    <a:pt x="10443777" y="2076283"/>
                  </a:lnTo>
                  <a:lnTo>
                    <a:pt x="10389841" y="2076609"/>
                  </a:lnTo>
                  <a:lnTo>
                    <a:pt x="10318868" y="2077089"/>
                  </a:lnTo>
                  <a:lnTo>
                    <a:pt x="10233324" y="2077737"/>
                  </a:lnTo>
                  <a:lnTo>
                    <a:pt x="10137030" y="2078560"/>
                  </a:lnTo>
                  <a:lnTo>
                    <a:pt x="10034403" y="2079559"/>
                  </a:lnTo>
                  <a:lnTo>
                    <a:pt x="9929723" y="2080731"/>
                  </a:lnTo>
                  <a:lnTo>
                    <a:pt x="9826605" y="2082072"/>
                  </a:lnTo>
                  <a:lnTo>
                    <a:pt x="9727733" y="2083580"/>
                  </a:lnTo>
                  <a:lnTo>
                    <a:pt x="9634832" y="2085261"/>
                  </a:lnTo>
                  <a:lnTo>
                    <a:pt x="9548777" y="2087124"/>
                  </a:lnTo>
                  <a:lnTo>
                    <a:pt x="9469784" y="2089187"/>
                  </a:lnTo>
                  <a:lnTo>
                    <a:pt x="9397592" y="2091471"/>
                  </a:lnTo>
                  <a:lnTo>
                    <a:pt x="9331636" y="2094008"/>
                  </a:lnTo>
                  <a:lnTo>
                    <a:pt x="9271165" y="2096829"/>
                  </a:lnTo>
                  <a:lnTo>
                    <a:pt x="9215345" y="2099973"/>
                  </a:lnTo>
                  <a:lnTo>
                    <a:pt x="9163325" y="2103474"/>
                  </a:lnTo>
                  <a:lnTo>
                    <a:pt x="9114289" y="2107360"/>
                  </a:lnTo>
                  <a:lnTo>
                    <a:pt x="9084767" y="2109995"/>
                  </a:lnTo>
                  <a:lnTo>
                    <a:pt x="9028820" y="2115618"/>
                  </a:lnTo>
                  <a:lnTo>
                    <a:pt x="8974708" y="2121854"/>
                  </a:lnTo>
                  <a:lnTo>
                    <a:pt x="8921687" y="2128712"/>
                  </a:lnTo>
                  <a:lnTo>
                    <a:pt x="8869229" y="2136173"/>
                  </a:lnTo>
                  <a:lnTo>
                    <a:pt x="8816980" y="2144192"/>
                  </a:lnTo>
                  <a:lnTo>
                    <a:pt x="8764726" y="2152697"/>
                  </a:lnTo>
                  <a:lnTo>
                    <a:pt x="8712371" y="2161586"/>
                  </a:lnTo>
                  <a:lnTo>
                    <a:pt x="8659906" y="2170735"/>
                  </a:lnTo>
                  <a:lnTo>
                    <a:pt x="8607380" y="2180002"/>
                  </a:lnTo>
                  <a:lnTo>
                    <a:pt x="8554871" y="2189238"/>
                  </a:lnTo>
                  <a:lnTo>
                    <a:pt x="8502447" y="2198297"/>
                  </a:lnTo>
                  <a:lnTo>
                    <a:pt x="8450139" y="2207042"/>
                  </a:lnTo>
                  <a:lnTo>
                    <a:pt x="8397905" y="2215359"/>
                  </a:lnTo>
                  <a:lnTo>
                    <a:pt x="8345603" y="2223158"/>
                  </a:lnTo>
                  <a:lnTo>
                    <a:pt x="8292967" y="2230376"/>
                  </a:lnTo>
                  <a:lnTo>
                    <a:pt x="8239575" y="2236979"/>
                  </a:lnTo>
                  <a:lnTo>
                    <a:pt x="8184816" y="2242963"/>
                  </a:lnTo>
                  <a:lnTo>
                    <a:pt x="8151487" y="2246212"/>
                  </a:lnTo>
                  <a:lnTo>
                    <a:pt x="8103944" y="2250345"/>
                  </a:lnTo>
                  <a:lnTo>
                    <a:pt x="8053884" y="2254085"/>
                  </a:lnTo>
                  <a:lnTo>
                    <a:pt x="8000543" y="2257449"/>
                  </a:lnTo>
                  <a:lnTo>
                    <a:pt x="7943085" y="2260468"/>
                  </a:lnTo>
                  <a:lnTo>
                    <a:pt x="7880660" y="2263179"/>
                  </a:lnTo>
                  <a:lnTo>
                    <a:pt x="7812454" y="2265617"/>
                  </a:lnTo>
                  <a:lnTo>
                    <a:pt x="7737774" y="2267816"/>
                  </a:lnTo>
                  <a:lnTo>
                    <a:pt x="7656152" y="2269801"/>
                  </a:lnTo>
                  <a:lnTo>
                    <a:pt x="7567483" y="2271594"/>
                  </a:lnTo>
                  <a:lnTo>
                    <a:pt x="7472206" y="2273210"/>
                  </a:lnTo>
                  <a:lnTo>
                    <a:pt x="7371496" y="2274656"/>
                  </a:lnTo>
                  <a:lnTo>
                    <a:pt x="7267427" y="2275934"/>
                  </a:lnTo>
                  <a:lnTo>
                    <a:pt x="7163048" y="2277042"/>
                  </a:lnTo>
                  <a:lnTo>
                    <a:pt x="7062265" y="2277975"/>
                  </a:lnTo>
                  <a:lnTo>
                    <a:pt x="6969485" y="2278733"/>
                  </a:lnTo>
                  <a:lnTo>
                    <a:pt x="6888994" y="2279316"/>
                  </a:lnTo>
                  <a:lnTo>
                    <a:pt x="6824192" y="2279737"/>
                  </a:lnTo>
                  <a:lnTo>
                    <a:pt x="6776873" y="2280012"/>
                  </a:lnTo>
                  <a:lnTo>
                    <a:pt x="6746773" y="2280171"/>
                  </a:lnTo>
                  <a:lnTo>
                    <a:pt x="6731481" y="2280244"/>
                  </a:lnTo>
                  <a:lnTo>
                    <a:pt x="6726653" y="2280265"/>
                  </a:lnTo>
                  <a:lnTo>
                    <a:pt x="6726343" y="2280266"/>
                  </a:lnTo>
                  <a:lnTo>
                    <a:pt x="5254955" y="2280266"/>
                  </a:lnTo>
                  <a:lnTo>
                    <a:pt x="5253778" y="2280212"/>
                  </a:lnTo>
                  <a:lnTo>
                    <a:pt x="5246048" y="2279824"/>
                  </a:lnTo>
                  <a:lnTo>
                    <a:pt x="5226581" y="2278754"/>
                  </a:lnTo>
                  <a:lnTo>
                    <a:pt x="5191825" y="2276647"/>
                  </a:lnTo>
                  <a:lnTo>
                    <a:pt x="5140120" y="2273178"/>
                  </a:lnTo>
                  <a:lnTo>
                    <a:pt x="5071822" y="2268083"/>
                  </a:lnTo>
                  <a:lnTo>
                    <a:pt x="4989124" y="2261184"/>
                  </a:lnTo>
                  <a:lnTo>
                    <a:pt x="4895553" y="2252396"/>
                  </a:lnTo>
                  <a:lnTo>
                    <a:pt x="4795278" y="2241708"/>
                  </a:lnTo>
                  <a:lnTo>
                    <a:pt x="4692424" y="2229152"/>
                  </a:lnTo>
                  <a:lnTo>
                    <a:pt x="4590551" y="2214769"/>
                  </a:lnTo>
                  <a:lnTo>
                    <a:pt x="4492375" y="2198576"/>
                  </a:lnTo>
                  <a:lnTo>
                    <a:pt x="4399704" y="2180540"/>
                  </a:lnTo>
                  <a:lnTo>
                    <a:pt x="4313529" y="2160568"/>
                  </a:lnTo>
                  <a:lnTo>
                    <a:pt x="4234178" y="2138498"/>
                  </a:lnTo>
                  <a:lnTo>
                    <a:pt x="4161501" y="2114100"/>
                  </a:lnTo>
                  <a:lnTo>
                    <a:pt x="4095019" y="2087078"/>
                  </a:lnTo>
                  <a:lnTo>
                    <a:pt x="4034060" y="2057086"/>
                  </a:lnTo>
                  <a:lnTo>
                    <a:pt x="3977846" y="2023742"/>
                  </a:lnTo>
                  <a:lnTo>
                    <a:pt x="3925566" y="1986662"/>
                  </a:lnTo>
                  <a:lnTo>
                    <a:pt x="3876430" y="1945516"/>
                  </a:lnTo>
                  <a:lnTo>
                    <a:pt x="3829811" y="1900222"/>
                  </a:lnTo>
                  <a:lnTo>
                    <a:pt x="3788910" y="1855264"/>
                  </a:lnTo>
                  <a:lnTo>
                    <a:pt x="3749105" y="1806714"/>
                  </a:lnTo>
                  <a:lnTo>
                    <a:pt x="3710069" y="1754502"/>
                  </a:lnTo>
                  <a:lnTo>
                    <a:pt x="3671548" y="1698627"/>
                  </a:lnTo>
                  <a:lnTo>
                    <a:pt x="3633343" y="1639167"/>
                  </a:lnTo>
                  <a:lnTo>
                    <a:pt x="3595304" y="1576288"/>
                  </a:lnTo>
                  <a:lnTo>
                    <a:pt x="3557323" y="1510244"/>
                  </a:lnTo>
                  <a:lnTo>
                    <a:pt x="3519331" y="1441377"/>
                  </a:lnTo>
                  <a:lnTo>
                    <a:pt x="3481288" y="1370118"/>
                  </a:lnTo>
                  <a:lnTo>
                    <a:pt x="3443184" y="1296974"/>
                  </a:lnTo>
                  <a:lnTo>
                    <a:pt x="3405024" y="1222512"/>
                  </a:lnTo>
                  <a:lnTo>
                    <a:pt x="3366832" y="1147350"/>
                  </a:lnTo>
                  <a:lnTo>
                    <a:pt x="3328637" y="1072125"/>
                  </a:lnTo>
                  <a:lnTo>
                    <a:pt x="3290469" y="997481"/>
                  </a:lnTo>
                  <a:lnTo>
                    <a:pt x="3252353" y="924038"/>
                  </a:lnTo>
                  <a:lnTo>
                    <a:pt x="3214298" y="852376"/>
                  </a:lnTo>
                  <a:lnTo>
                    <a:pt x="3176299" y="783015"/>
                  </a:lnTo>
                  <a:lnTo>
                    <a:pt x="3138320" y="716400"/>
                  </a:lnTo>
                  <a:lnTo>
                    <a:pt x="3100299" y="652892"/>
                  </a:lnTo>
                  <a:lnTo>
                    <a:pt x="3062136" y="592762"/>
                  </a:lnTo>
                  <a:lnTo>
                    <a:pt x="3023689" y="536191"/>
                  </a:lnTo>
                  <a:lnTo>
                    <a:pt x="2984771" y="483274"/>
                  </a:lnTo>
                  <a:lnTo>
                    <a:pt x="2945135" y="434026"/>
                  </a:lnTo>
                  <a:lnTo>
                    <a:pt x="2904473" y="388388"/>
                  </a:lnTo>
                  <a:lnTo>
                    <a:pt x="2896531" y="380044"/>
                  </a:lnTo>
                  <a:lnTo>
                    <a:pt x="2849811" y="334658"/>
                  </a:lnTo>
                  <a:lnTo>
                    <a:pt x="2800668" y="293521"/>
                  </a:lnTo>
                  <a:lnTo>
                    <a:pt x="2748381" y="256449"/>
                  </a:lnTo>
                  <a:lnTo>
                    <a:pt x="2692158" y="223112"/>
                  </a:lnTo>
                  <a:lnTo>
                    <a:pt x="2631188" y="193127"/>
                  </a:lnTo>
                  <a:lnTo>
                    <a:pt x="2564694" y="166111"/>
                  </a:lnTo>
                  <a:lnTo>
                    <a:pt x="2492003" y="141718"/>
                  </a:lnTo>
                  <a:lnTo>
                    <a:pt x="2412638" y="119653"/>
                  </a:lnTo>
                  <a:lnTo>
                    <a:pt x="2326448" y="99685"/>
                  </a:lnTo>
                  <a:lnTo>
                    <a:pt x="2233764" y="81654"/>
                  </a:lnTo>
                  <a:lnTo>
                    <a:pt x="2135578" y="65464"/>
                  </a:lnTo>
                  <a:lnTo>
                    <a:pt x="2033699" y="51085"/>
                  </a:lnTo>
                  <a:lnTo>
                    <a:pt x="1930847" y="38533"/>
                  </a:lnTo>
                  <a:lnTo>
                    <a:pt x="1830582" y="27848"/>
                  </a:lnTo>
                  <a:lnTo>
                    <a:pt x="1737030" y="19065"/>
                  </a:lnTo>
                  <a:lnTo>
                    <a:pt x="1654359" y="12170"/>
                  </a:lnTo>
                  <a:lnTo>
                    <a:pt x="1586094" y="7079"/>
                  </a:lnTo>
                  <a:lnTo>
                    <a:pt x="1534425" y="3613"/>
                  </a:lnTo>
                  <a:lnTo>
                    <a:pt x="1499705" y="1508"/>
                  </a:lnTo>
                  <a:lnTo>
                    <a:pt x="1480267" y="440"/>
                  </a:lnTo>
                  <a:lnTo>
                    <a:pt x="1472556" y="53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77" name="pl177"/>
            <p:cNvSpPr/>
            <p:nvPr/>
          </p:nvSpPr>
          <p:spPr>
            <a:xfrm>
              <a:off x="4799595" y="4922559"/>
              <a:ext cx="11981298" cy="2280266"/>
            </a:xfrm>
            <a:custGeom>
              <a:avLst/>
              <a:pathLst>
                <a:path w="11981298" h="2280266">
                  <a:moveTo>
                    <a:pt x="0" y="0"/>
                  </a:moveTo>
                  <a:lnTo>
                    <a:pt x="1471387" y="0"/>
                  </a:lnTo>
                  <a:lnTo>
                    <a:pt x="1472564" y="54"/>
                  </a:lnTo>
                  <a:lnTo>
                    <a:pt x="1480294" y="441"/>
                  </a:lnTo>
                  <a:lnTo>
                    <a:pt x="1499761" y="1512"/>
                  </a:lnTo>
                  <a:lnTo>
                    <a:pt x="1534517" y="3619"/>
                  </a:lnTo>
                  <a:lnTo>
                    <a:pt x="1586222" y="7088"/>
                  </a:lnTo>
                  <a:lnTo>
                    <a:pt x="1654520" y="12183"/>
                  </a:lnTo>
                  <a:lnTo>
                    <a:pt x="1737219" y="19081"/>
                  </a:lnTo>
                  <a:lnTo>
                    <a:pt x="1830789" y="27869"/>
                  </a:lnTo>
                  <a:lnTo>
                    <a:pt x="1931064" y="38557"/>
                  </a:lnTo>
                  <a:lnTo>
                    <a:pt x="2033918" y="51113"/>
                  </a:lnTo>
                  <a:lnTo>
                    <a:pt x="2135791" y="65496"/>
                  </a:lnTo>
                  <a:lnTo>
                    <a:pt x="2233968" y="81690"/>
                  </a:lnTo>
                  <a:lnTo>
                    <a:pt x="2326638" y="99726"/>
                  </a:lnTo>
                  <a:lnTo>
                    <a:pt x="2412814" y="119697"/>
                  </a:lnTo>
                  <a:lnTo>
                    <a:pt x="2492164" y="141767"/>
                  </a:lnTo>
                  <a:lnTo>
                    <a:pt x="2564841" y="166166"/>
                  </a:lnTo>
                  <a:lnTo>
                    <a:pt x="2631323" y="193187"/>
                  </a:lnTo>
                  <a:lnTo>
                    <a:pt x="2692282" y="223179"/>
                  </a:lnTo>
                  <a:lnTo>
                    <a:pt x="2748496" y="256524"/>
                  </a:lnTo>
                  <a:lnTo>
                    <a:pt x="2800776" y="293604"/>
                  </a:lnTo>
                  <a:lnTo>
                    <a:pt x="2849912" y="334750"/>
                  </a:lnTo>
                  <a:lnTo>
                    <a:pt x="2896531" y="380044"/>
                  </a:lnTo>
                  <a:lnTo>
                    <a:pt x="2937432" y="425002"/>
                  </a:lnTo>
                  <a:lnTo>
                    <a:pt x="2977238" y="473552"/>
                  </a:lnTo>
                  <a:lnTo>
                    <a:pt x="3016273" y="525764"/>
                  </a:lnTo>
                  <a:lnTo>
                    <a:pt x="3054794" y="581639"/>
                  </a:lnTo>
                  <a:lnTo>
                    <a:pt x="3092999" y="641098"/>
                  </a:lnTo>
                  <a:lnTo>
                    <a:pt x="3131038" y="703977"/>
                  </a:lnTo>
                  <a:lnTo>
                    <a:pt x="3169019" y="770022"/>
                  </a:lnTo>
                  <a:lnTo>
                    <a:pt x="3207011" y="838888"/>
                  </a:lnTo>
                  <a:lnTo>
                    <a:pt x="3245054" y="910147"/>
                  </a:lnTo>
                  <a:lnTo>
                    <a:pt x="3283159" y="983292"/>
                  </a:lnTo>
                  <a:lnTo>
                    <a:pt x="3321318" y="1057753"/>
                  </a:lnTo>
                  <a:lnTo>
                    <a:pt x="3359510" y="1132916"/>
                  </a:lnTo>
                  <a:lnTo>
                    <a:pt x="3397705" y="1208140"/>
                  </a:lnTo>
                  <a:lnTo>
                    <a:pt x="3435873" y="1282785"/>
                  </a:lnTo>
                  <a:lnTo>
                    <a:pt x="3473990" y="1356228"/>
                  </a:lnTo>
                  <a:lnTo>
                    <a:pt x="3512044" y="1427889"/>
                  </a:lnTo>
                  <a:lnTo>
                    <a:pt x="3550043" y="1497250"/>
                  </a:lnTo>
                  <a:lnTo>
                    <a:pt x="3588022" y="1563865"/>
                  </a:lnTo>
                  <a:lnTo>
                    <a:pt x="3626043" y="1627373"/>
                  </a:lnTo>
                  <a:lnTo>
                    <a:pt x="3664206" y="1687504"/>
                  </a:lnTo>
                  <a:lnTo>
                    <a:pt x="3702653" y="1744074"/>
                  </a:lnTo>
                  <a:lnTo>
                    <a:pt x="3741572" y="1796991"/>
                  </a:lnTo>
                  <a:lnTo>
                    <a:pt x="3781207" y="1846239"/>
                  </a:lnTo>
                  <a:lnTo>
                    <a:pt x="3821869" y="1891877"/>
                  </a:lnTo>
                  <a:lnTo>
                    <a:pt x="3829811" y="1900222"/>
                  </a:lnTo>
                  <a:lnTo>
                    <a:pt x="3876531" y="1945608"/>
                  </a:lnTo>
                  <a:lnTo>
                    <a:pt x="3925674" y="1986745"/>
                  </a:lnTo>
                  <a:lnTo>
                    <a:pt x="3977961" y="2023817"/>
                  </a:lnTo>
                  <a:lnTo>
                    <a:pt x="4034184" y="2057153"/>
                  </a:lnTo>
                  <a:lnTo>
                    <a:pt x="4095154" y="2087139"/>
                  </a:lnTo>
                  <a:lnTo>
                    <a:pt x="4161648" y="2114154"/>
                  </a:lnTo>
                  <a:lnTo>
                    <a:pt x="4234340" y="2138548"/>
                  </a:lnTo>
                  <a:lnTo>
                    <a:pt x="4313704" y="2160613"/>
                  </a:lnTo>
                  <a:lnTo>
                    <a:pt x="4399894" y="2180580"/>
                  </a:lnTo>
                  <a:lnTo>
                    <a:pt x="4492578" y="2198612"/>
                  </a:lnTo>
                  <a:lnTo>
                    <a:pt x="4590764" y="2214802"/>
                  </a:lnTo>
                  <a:lnTo>
                    <a:pt x="4692643" y="2229181"/>
                  </a:lnTo>
                  <a:lnTo>
                    <a:pt x="4795495" y="2241733"/>
                  </a:lnTo>
                  <a:lnTo>
                    <a:pt x="4895760" y="2252417"/>
                  </a:lnTo>
                  <a:lnTo>
                    <a:pt x="4989312" y="2261201"/>
                  </a:lnTo>
                  <a:lnTo>
                    <a:pt x="5071983" y="2268095"/>
                  </a:lnTo>
                  <a:lnTo>
                    <a:pt x="5140248" y="2273187"/>
                  </a:lnTo>
                  <a:lnTo>
                    <a:pt x="5191917" y="2276653"/>
                  </a:lnTo>
                  <a:lnTo>
                    <a:pt x="5226638" y="2278757"/>
                  </a:lnTo>
                  <a:lnTo>
                    <a:pt x="5246075" y="2279826"/>
                  </a:lnTo>
                  <a:lnTo>
                    <a:pt x="5253786" y="2280212"/>
                  </a:lnTo>
                  <a:lnTo>
                    <a:pt x="5254955" y="2280266"/>
                  </a:lnTo>
                  <a:lnTo>
                    <a:pt x="6726343" y="2280266"/>
                  </a:lnTo>
                  <a:lnTo>
                    <a:pt x="6727580" y="2280261"/>
                  </a:lnTo>
                  <a:lnTo>
                    <a:pt x="6735699" y="2280224"/>
                  </a:lnTo>
                  <a:lnTo>
                    <a:pt x="6756112" y="2280123"/>
                  </a:lnTo>
                  <a:lnTo>
                    <a:pt x="6792476" y="2279925"/>
                  </a:lnTo>
                  <a:lnTo>
                    <a:pt x="6846412" y="2279598"/>
                  </a:lnTo>
                  <a:lnTo>
                    <a:pt x="6917385" y="2279118"/>
                  </a:lnTo>
                  <a:lnTo>
                    <a:pt x="7002930" y="2278471"/>
                  </a:lnTo>
                  <a:lnTo>
                    <a:pt x="7099224" y="2277647"/>
                  </a:lnTo>
                  <a:lnTo>
                    <a:pt x="7201850" y="2276648"/>
                  </a:lnTo>
                  <a:lnTo>
                    <a:pt x="7306530" y="2275476"/>
                  </a:lnTo>
                  <a:lnTo>
                    <a:pt x="7409648" y="2274135"/>
                  </a:lnTo>
                  <a:lnTo>
                    <a:pt x="7508520" y="2272627"/>
                  </a:lnTo>
                  <a:lnTo>
                    <a:pt x="7601422" y="2270946"/>
                  </a:lnTo>
                  <a:lnTo>
                    <a:pt x="7687476" y="2269083"/>
                  </a:lnTo>
                  <a:lnTo>
                    <a:pt x="7766470" y="2267020"/>
                  </a:lnTo>
                  <a:lnTo>
                    <a:pt x="7838661" y="2264736"/>
                  </a:lnTo>
                  <a:lnTo>
                    <a:pt x="7904617" y="2262199"/>
                  </a:lnTo>
                  <a:lnTo>
                    <a:pt x="7965088" y="2259378"/>
                  </a:lnTo>
                  <a:lnTo>
                    <a:pt x="8020908" y="2256234"/>
                  </a:lnTo>
                  <a:lnTo>
                    <a:pt x="8072929" y="2252733"/>
                  </a:lnTo>
                  <a:lnTo>
                    <a:pt x="8121964" y="2248847"/>
                  </a:lnTo>
                  <a:lnTo>
                    <a:pt x="8151487" y="2246212"/>
                  </a:lnTo>
                  <a:lnTo>
                    <a:pt x="8207433" y="2240589"/>
                  </a:lnTo>
                  <a:lnTo>
                    <a:pt x="8261546" y="2234353"/>
                  </a:lnTo>
                  <a:lnTo>
                    <a:pt x="8314566" y="2227495"/>
                  </a:lnTo>
                  <a:lnTo>
                    <a:pt x="8367024" y="2220034"/>
                  </a:lnTo>
                  <a:lnTo>
                    <a:pt x="8419273" y="2212015"/>
                  </a:lnTo>
                  <a:lnTo>
                    <a:pt x="8471527" y="2203510"/>
                  </a:lnTo>
                  <a:lnTo>
                    <a:pt x="8523882" y="2194621"/>
                  </a:lnTo>
                  <a:lnTo>
                    <a:pt x="8576347" y="2185472"/>
                  </a:lnTo>
                  <a:lnTo>
                    <a:pt x="8628873" y="2176205"/>
                  </a:lnTo>
                  <a:lnTo>
                    <a:pt x="8681383" y="2166969"/>
                  </a:lnTo>
                  <a:lnTo>
                    <a:pt x="8733806" y="2157911"/>
                  </a:lnTo>
                  <a:lnTo>
                    <a:pt x="8786114" y="2149165"/>
                  </a:lnTo>
                  <a:lnTo>
                    <a:pt x="8838348" y="2140848"/>
                  </a:lnTo>
                  <a:lnTo>
                    <a:pt x="8890650" y="2133049"/>
                  </a:lnTo>
                  <a:lnTo>
                    <a:pt x="8943286" y="2125832"/>
                  </a:lnTo>
                  <a:lnTo>
                    <a:pt x="8996678" y="2119228"/>
                  </a:lnTo>
                  <a:lnTo>
                    <a:pt x="9051437" y="2113244"/>
                  </a:lnTo>
                  <a:lnTo>
                    <a:pt x="9084767" y="2109995"/>
                  </a:lnTo>
                  <a:lnTo>
                    <a:pt x="9132309" y="2105862"/>
                  </a:lnTo>
                  <a:lnTo>
                    <a:pt x="9182369" y="2102122"/>
                  </a:lnTo>
                  <a:lnTo>
                    <a:pt x="9235711" y="2098759"/>
                  </a:lnTo>
                  <a:lnTo>
                    <a:pt x="9293168" y="2095739"/>
                  </a:lnTo>
                  <a:lnTo>
                    <a:pt x="9355594" y="2093029"/>
                  </a:lnTo>
                  <a:lnTo>
                    <a:pt x="9423799" y="2090590"/>
                  </a:lnTo>
                  <a:lnTo>
                    <a:pt x="9498479" y="2088392"/>
                  </a:lnTo>
                  <a:lnTo>
                    <a:pt x="9580101" y="2086406"/>
                  </a:lnTo>
                  <a:lnTo>
                    <a:pt x="9668771" y="2084613"/>
                  </a:lnTo>
                  <a:lnTo>
                    <a:pt x="9764047" y="2082997"/>
                  </a:lnTo>
                  <a:lnTo>
                    <a:pt x="9864757" y="2081551"/>
                  </a:lnTo>
                  <a:lnTo>
                    <a:pt x="9968826" y="2080273"/>
                  </a:lnTo>
                  <a:lnTo>
                    <a:pt x="10073206" y="2079165"/>
                  </a:lnTo>
                  <a:lnTo>
                    <a:pt x="10173988" y="2078232"/>
                  </a:lnTo>
                  <a:lnTo>
                    <a:pt x="10266768" y="2077474"/>
                  </a:lnTo>
                  <a:lnTo>
                    <a:pt x="10347259" y="2076891"/>
                  </a:lnTo>
                  <a:lnTo>
                    <a:pt x="10412061" y="2076471"/>
                  </a:lnTo>
                  <a:lnTo>
                    <a:pt x="10459380" y="2076195"/>
                  </a:lnTo>
                  <a:lnTo>
                    <a:pt x="10489480" y="2076036"/>
                  </a:lnTo>
                  <a:lnTo>
                    <a:pt x="10504772" y="2075963"/>
                  </a:lnTo>
                  <a:lnTo>
                    <a:pt x="10509600" y="2075942"/>
                  </a:lnTo>
                  <a:lnTo>
                    <a:pt x="10509911" y="2075941"/>
                  </a:lnTo>
                  <a:lnTo>
                    <a:pt x="11981298" y="207594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8" name="pl178"/>
            <p:cNvSpPr/>
            <p:nvPr/>
          </p:nvSpPr>
          <p:spPr>
            <a:xfrm>
              <a:off x="4799595" y="4906213"/>
              <a:ext cx="11981298" cy="2280266"/>
            </a:xfrm>
            <a:custGeom>
              <a:avLst/>
              <a:pathLst>
                <a:path w="11981298" h="2280266">
                  <a:moveTo>
                    <a:pt x="11981298" y="2075941"/>
                  </a:moveTo>
                  <a:lnTo>
                    <a:pt x="10509911" y="2075941"/>
                  </a:lnTo>
                  <a:lnTo>
                    <a:pt x="10508673" y="2075946"/>
                  </a:lnTo>
                  <a:lnTo>
                    <a:pt x="10500555" y="2075983"/>
                  </a:lnTo>
                  <a:lnTo>
                    <a:pt x="10480142" y="2076084"/>
                  </a:lnTo>
                  <a:lnTo>
                    <a:pt x="10443777" y="2076283"/>
                  </a:lnTo>
                  <a:lnTo>
                    <a:pt x="10389841" y="2076609"/>
                  </a:lnTo>
                  <a:lnTo>
                    <a:pt x="10318868" y="2077089"/>
                  </a:lnTo>
                  <a:lnTo>
                    <a:pt x="10233324" y="2077737"/>
                  </a:lnTo>
                  <a:lnTo>
                    <a:pt x="10137030" y="2078560"/>
                  </a:lnTo>
                  <a:lnTo>
                    <a:pt x="10034403" y="2079559"/>
                  </a:lnTo>
                  <a:lnTo>
                    <a:pt x="9929723" y="2080731"/>
                  </a:lnTo>
                  <a:lnTo>
                    <a:pt x="9826605" y="2082072"/>
                  </a:lnTo>
                  <a:lnTo>
                    <a:pt x="9727733" y="2083580"/>
                  </a:lnTo>
                  <a:lnTo>
                    <a:pt x="9634832" y="2085261"/>
                  </a:lnTo>
                  <a:lnTo>
                    <a:pt x="9548777" y="2087124"/>
                  </a:lnTo>
                  <a:lnTo>
                    <a:pt x="9469784" y="2089187"/>
                  </a:lnTo>
                  <a:lnTo>
                    <a:pt x="9397592" y="2091471"/>
                  </a:lnTo>
                  <a:lnTo>
                    <a:pt x="9331636" y="2094008"/>
                  </a:lnTo>
                  <a:lnTo>
                    <a:pt x="9271165" y="2096829"/>
                  </a:lnTo>
                  <a:lnTo>
                    <a:pt x="9215345" y="2099973"/>
                  </a:lnTo>
                  <a:lnTo>
                    <a:pt x="9163325" y="2103474"/>
                  </a:lnTo>
                  <a:lnTo>
                    <a:pt x="9114289" y="2107360"/>
                  </a:lnTo>
                  <a:lnTo>
                    <a:pt x="9084767" y="2109995"/>
                  </a:lnTo>
                  <a:lnTo>
                    <a:pt x="9028820" y="2115618"/>
                  </a:lnTo>
                  <a:lnTo>
                    <a:pt x="8974708" y="2121854"/>
                  </a:lnTo>
                  <a:lnTo>
                    <a:pt x="8921687" y="2128712"/>
                  </a:lnTo>
                  <a:lnTo>
                    <a:pt x="8869229" y="2136173"/>
                  </a:lnTo>
                  <a:lnTo>
                    <a:pt x="8816980" y="2144192"/>
                  </a:lnTo>
                  <a:lnTo>
                    <a:pt x="8764726" y="2152697"/>
                  </a:lnTo>
                  <a:lnTo>
                    <a:pt x="8712371" y="2161586"/>
                  </a:lnTo>
                  <a:lnTo>
                    <a:pt x="8659906" y="2170735"/>
                  </a:lnTo>
                  <a:lnTo>
                    <a:pt x="8607380" y="2180002"/>
                  </a:lnTo>
                  <a:lnTo>
                    <a:pt x="8554871" y="2189238"/>
                  </a:lnTo>
                  <a:lnTo>
                    <a:pt x="8502447" y="2198297"/>
                  </a:lnTo>
                  <a:lnTo>
                    <a:pt x="8450139" y="2207042"/>
                  </a:lnTo>
                  <a:lnTo>
                    <a:pt x="8397905" y="2215359"/>
                  </a:lnTo>
                  <a:lnTo>
                    <a:pt x="8345603" y="2223158"/>
                  </a:lnTo>
                  <a:lnTo>
                    <a:pt x="8292967" y="2230376"/>
                  </a:lnTo>
                  <a:lnTo>
                    <a:pt x="8239575" y="2236979"/>
                  </a:lnTo>
                  <a:lnTo>
                    <a:pt x="8184816" y="2242963"/>
                  </a:lnTo>
                  <a:lnTo>
                    <a:pt x="8151487" y="2246212"/>
                  </a:lnTo>
                  <a:lnTo>
                    <a:pt x="8103944" y="2250345"/>
                  </a:lnTo>
                  <a:lnTo>
                    <a:pt x="8053884" y="2254085"/>
                  </a:lnTo>
                  <a:lnTo>
                    <a:pt x="8000543" y="2257449"/>
                  </a:lnTo>
                  <a:lnTo>
                    <a:pt x="7943085" y="2260468"/>
                  </a:lnTo>
                  <a:lnTo>
                    <a:pt x="7880660" y="2263179"/>
                  </a:lnTo>
                  <a:lnTo>
                    <a:pt x="7812454" y="2265617"/>
                  </a:lnTo>
                  <a:lnTo>
                    <a:pt x="7737774" y="2267816"/>
                  </a:lnTo>
                  <a:lnTo>
                    <a:pt x="7656152" y="2269801"/>
                  </a:lnTo>
                  <a:lnTo>
                    <a:pt x="7567483" y="2271594"/>
                  </a:lnTo>
                  <a:lnTo>
                    <a:pt x="7472206" y="2273210"/>
                  </a:lnTo>
                  <a:lnTo>
                    <a:pt x="7371496" y="2274656"/>
                  </a:lnTo>
                  <a:lnTo>
                    <a:pt x="7267427" y="2275934"/>
                  </a:lnTo>
                  <a:lnTo>
                    <a:pt x="7163048" y="2277042"/>
                  </a:lnTo>
                  <a:lnTo>
                    <a:pt x="7062265" y="2277975"/>
                  </a:lnTo>
                  <a:lnTo>
                    <a:pt x="6969485" y="2278733"/>
                  </a:lnTo>
                  <a:lnTo>
                    <a:pt x="6888994" y="2279316"/>
                  </a:lnTo>
                  <a:lnTo>
                    <a:pt x="6824192" y="2279737"/>
                  </a:lnTo>
                  <a:lnTo>
                    <a:pt x="6776873" y="2280012"/>
                  </a:lnTo>
                  <a:lnTo>
                    <a:pt x="6746773" y="2280171"/>
                  </a:lnTo>
                  <a:lnTo>
                    <a:pt x="6731481" y="2280244"/>
                  </a:lnTo>
                  <a:lnTo>
                    <a:pt x="6726653" y="2280265"/>
                  </a:lnTo>
                  <a:lnTo>
                    <a:pt x="6726343" y="2280266"/>
                  </a:lnTo>
                  <a:lnTo>
                    <a:pt x="5254955" y="2280266"/>
                  </a:lnTo>
                  <a:lnTo>
                    <a:pt x="5253778" y="2280212"/>
                  </a:lnTo>
                  <a:lnTo>
                    <a:pt x="5246048" y="2279824"/>
                  </a:lnTo>
                  <a:lnTo>
                    <a:pt x="5226581" y="2278754"/>
                  </a:lnTo>
                  <a:lnTo>
                    <a:pt x="5191825" y="2276647"/>
                  </a:lnTo>
                  <a:lnTo>
                    <a:pt x="5140120" y="2273178"/>
                  </a:lnTo>
                  <a:lnTo>
                    <a:pt x="5071822" y="2268083"/>
                  </a:lnTo>
                  <a:lnTo>
                    <a:pt x="4989124" y="2261184"/>
                  </a:lnTo>
                  <a:lnTo>
                    <a:pt x="4895553" y="2252396"/>
                  </a:lnTo>
                  <a:lnTo>
                    <a:pt x="4795278" y="2241708"/>
                  </a:lnTo>
                  <a:lnTo>
                    <a:pt x="4692424" y="2229152"/>
                  </a:lnTo>
                  <a:lnTo>
                    <a:pt x="4590551" y="2214769"/>
                  </a:lnTo>
                  <a:lnTo>
                    <a:pt x="4492375" y="2198576"/>
                  </a:lnTo>
                  <a:lnTo>
                    <a:pt x="4399704" y="2180540"/>
                  </a:lnTo>
                  <a:lnTo>
                    <a:pt x="4313529" y="2160568"/>
                  </a:lnTo>
                  <a:lnTo>
                    <a:pt x="4234178" y="2138498"/>
                  </a:lnTo>
                  <a:lnTo>
                    <a:pt x="4161501" y="2114100"/>
                  </a:lnTo>
                  <a:lnTo>
                    <a:pt x="4095019" y="2087078"/>
                  </a:lnTo>
                  <a:lnTo>
                    <a:pt x="4034060" y="2057086"/>
                  </a:lnTo>
                  <a:lnTo>
                    <a:pt x="3977846" y="2023742"/>
                  </a:lnTo>
                  <a:lnTo>
                    <a:pt x="3925566" y="1986662"/>
                  </a:lnTo>
                  <a:lnTo>
                    <a:pt x="3876430" y="1945516"/>
                  </a:lnTo>
                  <a:lnTo>
                    <a:pt x="3829811" y="1900222"/>
                  </a:lnTo>
                  <a:lnTo>
                    <a:pt x="3788910" y="1855264"/>
                  </a:lnTo>
                  <a:lnTo>
                    <a:pt x="3749105" y="1806714"/>
                  </a:lnTo>
                  <a:lnTo>
                    <a:pt x="3710069" y="1754502"/>
                  </a:lnTo>
                  <a:lnTo>
                    <a:pt x="3671548" y="1698627"/>
                  </a:lnTo>
                  <a:lnTo>
                    <a:pt x="3633343" y="1639167"/>
                  </a:lnTo>
                  <a:lnTo>
                    <a:pt x="3595304" y="1576288"/>
                  </a:lnTo>
                  <a:lnTo>
                    <a:pt x="3557323" y="1510244"/>
                  </a:lnTo>
                  <a:lnTo>
                    <a:pt x="3519331" y="1441377"/>
                  </a:lnTo>
                  <a:lnTo>
                    <a:pt x="3481288" y="1370118"/>
                  </a:lnTo>
                  <a:lnTo>
                    <a:pt x="3443184" y="1296974"/>
                  </a:lnTo>
                  <a:lnTo>
                    <a:pt x="3405024" y="1222512"/>
                  </a:lnTo>
                  <a:lnTo>
                    <a:pt x="3366832" y="1147350"/>
                  </a:lnTo>
                  <a:lnTo>
                    <a:pt x="3328637" y="1072125"/>
                  </a:lnTo>
                  <a:lnTo>
                    <a:pt x="3290469" y="997481"/>
                  </a:lnTo>
                  <a:lnTo>
                    <a:pt x="3252353" y="924038"/>
                  </a:lnTo>
                  <a:lnTo>
                    <a:pt x="3214298" y="852376"/>
                  </a:lnTo>
                  <a:lnTo>
                    <a:pt x="3176299" y="783015"/>
                  </a:lnTo>
                  <a:lnTo>
                    <a:pt x="3138320" y="716400"/>
                  </a:lnTo>
                  <a:lnTo>
                    <a:pt x="3100299" y="652892"/>
                  </a:lnTo>
                  <a:lnTo>
                    <a:pt x="3062136" y="592762"/>
                  </a:lnTo>
                  <a:lnTo>
                    <a:pt x="3023689" y="536191"/>
                  </a:lnTo>
                  <a:lnTo>
                    <a:pt x="2984771" y="483274"/>
                  </a:lnTo>
                  <a:lnTo>
                    <a:pt x="2945135" y="434026"/>
                  </a:lnTo>
                  <a:lnTo>
                    <a:pt x="2904473" y="388388"/>
                  </a:lnTo>
                  <a:lnTo>
                    <a:pt x="2896531" y="380044"/>
                  </a:lnTo>
                  <a:lnTo>
                    <a:pt x="2849811" y="334658"/>
                  </a:lnTo>
                  <a:lnTo>
                    <a:pt x="2800668" y="293521"/>
                  </a:lnTo>
                  <a:lnTo>
                    <a:pt x="2748381" y="256449"/>
                  </a:lnTo>
                  <a:lnTo>
                    <a:pt x="2692158" y="223112"/>
                  </a:lnTo>
                  <a:lnTo>
                    <a:pt x="2631188" y="193127"/>
                  </a:lnTo>
                  <a:lnTo>
                    <a:pt x="2564694" y="166111"/>
                  </a:lnTo>
                  <a:lnTo>
                    <a:pt x="2492003" y="141718"/>
                  </a:lnTo>
                  <a:lnTo>
                    <a:pt x="2412638" y="119653"/>
                  </a:lnTo>
                  <a:lnTo>
                    <a:pt x="2326448" y="99685"/>
                  </a:lnTo>
                  <a:lnTo>
                    <a:pt x="2233764" y="81654"/>
                  </a:lnTo>
                  <a:lnTo>
                    <a:pt x="2135578" y="65464"/>
                  </a:lnTo>
                  <a:lnTo>
                    <a:pt x="2033699" y="51085"/>
                  </a:lnTo>
                  <a:lnTo>
                    <a:pt x="1930847" y="38533"/>
                  </a:lnTo>
                  <a:lnTo>
                    <a:pt x="1830582" y="27848"/>
                  </a:lnTo>
                  <a:lnTo>
                    <a:pt x="1737030" y="19065"/>
                  </a:lnTo>
                  <a:lnTo>
                    <a:pt x="1654359" y="12170"/>
                  </a:lnTo>
                  <a:lnTo>
                    <a:pt x="1586094" y="7079"/>
                  </a:lnTo>
                  <a:lnTo>
                    <a:pt x="1534425" y="3613"/>
                  </a:lnTo>
                  <a:lnTo>
                    <a:pt x="1499705" y="1508"/>
                  </a:lnTo>
                  <a:lnTo>
                    <a:pt x="1480267" y="440"/>
                  </a:lnTo>
                  <a:lnTo>
                    <a:pt x="1472556" y="53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9" name="pg179"/>
            <p:cNvSpPr/>
            <p:nvPr/>
          </p:nvSpPr>
          <p:spPr>
            <a:xfrm>
              <a:off x="4799595" y="4922559"/>
              <a:ext cx="11981298" cy="2656224"/>
            </a:xfrm>
            <a:custGeom>
              <a:avLst/>
              <a:pathLst>
                <a:path w="11981298" h="2656224">
                  <a:moveTo>
                    <a:pt x="0" y="8172"/>
                  </a:moveTo>
                  <a:lnTo>
                    <a:pt x="1471387" y="8172"/>
                  </a:lnTo>
                  <a:lnTo>
                    <a:pt x="1472563" y="8227"/>
                  </a:lnTo>
                  <a:lnTo>
                    <a:pt x="1480291" y="8616"/>
                  </a:lnTo>
                  <a:lnTo>
                    <a:pt x="1499752" y="9689"/>
                  </a:lnTo>
                  <a:lnTo>
                    <a:pt x="1534496" y="11803"/>
                  </a:lnTo>
                  <a:lnTo>
                    <a:pt x="1586186" y="15284"/>
                  </a:lnTo>
                  <a:lnTo>
                    <a:pt x="1654466" y="20395"/>
                  </a:lnTo>
                  <a:lnTo>
                    <a:pt x="1737145" y="27316"/>
                  </a:lnTo>
                  <a:lnTo>
                    <a:pt x="1830696" y="36133"/>
                  </a:lnTo>
                  <a:lnTo>
                    <a:pt x="1930954" y="46856"/>
                  </a:lnTo>
                  <a:lnTo>
                    <a:pt x="2033795" y="59454"/>
                  </a:lnTo>
                  <a:lnTo>
                    <a:pt x="2135659" y="73884"/>
                  </a:lnTo>
                  <a:lnTo>
                    <a:pt x="2233831" y="90131"/>
                  </a:lnTo>
                  <a:lnTo>
                    <a:pt x="2326499" y="108227"/>
                  </a:lnTo>
                  <a:lnTo>
                    <a:pt x="2412675" y="128264"/>
                  </a:lnTo>
                  <a:lnTo>
                    <a:pt x="2492028" y="150407"/>
                  </a:lnTo>
                  <a:lnTo>
                    <a:pt x="2564709" y="174885"/>
                  </a:lnTo>
                  <a:lnTo>
                    <a:pt x="2631194" y="201995"/>
                  </a:lnTo>
                  <a:lnTo>
                    <a:pt x="2692157" y="232084"/>
                  </a:lnTo>
                  <a:lnTo>
                    <a:pt x="2748374" y="265536"/>
                  </a:lnTo>
                  <a:lnTo>
                    <a:pt x="2800655" y="302736"/>
                  </a:lnTo>
                  <a:lnTo>
                    <a:pt x="2849793" y="344014"/>
                  </a:lnTo>
                  <a:lnTo>
                    <a:pt x="2896531" y="389579"/>
                  </a:lnTo>
                  <a:lnTo>
                    <a:pt x="2937379" y="434637"/>
                  </a:lnTo>
                  <a:lnTo>
                    <a:pt x="2977135" y="483290"/>
                  </a:lnTo>
                  <a:lnTo>
                    <a:pt x="3016122" y="535610"/>
                  </a:lnTo>
                  <a:lnTo>
                    <a:pt x="3054594" y="591596"/>
                  </a:lnTo>
                  <a:lnTo>
                    <a:pt x="3092751" y="651170"/>
                  </a:lnTo>
                  <a:lnTo>
                    <a:pt x="3130742" y="714169"/>
                  </a:lnTo>
                  <a:lnTo>
                    <a:pt x="3168674" y="780338"/>
                  </a:lnTo>
                  <a:lnTo>
                    <a:pt x="3206616" y="849336"/>
                  </a:lnTo>
                  <a:lnTo>
                    <a:pt x="3244608" y="920734"/>
                  </a:lnTo>
                  <a:lnTo>
                    <a:pt x="3282663" y="994025"/>
                  </a:lnTo>
                  <a:lnTo>
                    <a:pt x="3320772" y="1068643"/>
                  </a:lnTo>
                  <a:lnTo>
                    <a:pt x="3358914" y="1143971"/>
                  </a:lnTo>
                  <a:lnTo>
                    <a:pt x="3397060" y="1219371"/>
                  </a:lnTo>
                  <a:lnTo>
                    <a:pt x="3435179" y="1294202"/>
                  </a:lnTo>
                  <a:lnTo>
                    <a:pt x="3473247" y="1367840"/>
                  </a:lnTo>
                  <a:lnTo>
                    <a:pt x="3511253" y="1439707"/>
                  </a:lnTo>
                  <a:lnTo>
                    <a:pt x="3549204" y="1509280"/>
                  </a:lnTo>
                  <a:lnTo>
                    <a:pt x="3587133" y="1576114"/>
                  </a:lnTo>
                  <a:lnTo>
                    <a:pt x="3625103" y="1639845"/>
                  </a:lnTo>
                  <a:lnTo>
                    <a:pt x="3663211" y="1700201"/>
                  </a:lnTo>
                  <a:lnTo>
                    <a:pt x="3701598" y="1756998"/>
                  </a:lnTo>
                  <a:lnTo>
                    <a:pt x="3740450" y="1810138"/>
                  </a:lnTo>
                  <a:lnTo>
                    <a:pt x="3780009" y="1859605"/>
                  </a:lnTo>
                  <a:lnTo>
                    <a:pt x="3820581" y="1905456"/>
                  </a:lnTo>
                  <a:lnTo>
                    <a:pt x="3829811" y="1915205"/>
                  </a:lnTo>
                  <a:lnTo>
                    <a:pt x="3876526" y="1960749"/>
                  </a:lnTo>
                  <a:lnTo>
                    <a:pt x="3925662" y="2002029"/>
                  </a:lnTo>
                  <a:lnTo>
                    <a:pt x="3977941" y="2039231"/>
                  </a:lnTo>
                  <a:lnTo>
                    <a:pt x="4034156" y="2072685"/>
                  </a:lnTo>
                  <a:lnTo>
                    <a:pt x="4095116" y="2102775"/>
                  </a:lnTo>
                  <a:lnTo>
                    <a:pt x="4161599" y="2129886"/>
                  </a:lnTo>
                  <a:lnTo>
                    <a:pt x="4234276" y="2154366"/>
                  </a:lnTo>
                  <a:lnTo>
                    <a:pt x="4313625" y="2176510"/>
                  </a:lnTo>
                  <a:lnTo>
                    <a:pt x="4399798" y="2196549"/>
                  </a:lnTo>
                  <a:lnTo>
                    <a:pt x="4492464" y="2214645"/>
                  </a:lnTo>
                  <a:lnTo>
                    <a:pt x="4590633" y="2230893"/>
                  </a:lnTo>
                  <a:lnTo>
                    <a:pt x="4692496" y="2245324"/>
                  </a:lnTo>
                  <a:lnTo>
                    <a:pt x="4795337" y="2257923"/>
                  </a:lnTo>
                  <a:lnTo>
                    <a:pt x="4895597" y="2268647"/>
                  </a:lnTo>
                  <a:lnTo>
                    <a:pt x="4989153" y="2277464"/>
                  </a:lnTo>
                  <a:lnTo>
                    <a:pt x="5071838" y="2284386"/>
                  </a:lnTo>
                  <a:lnTo>
                    <a:pt x="5140126" y="2289499"/>
                  </a:lnTo>
                  <a:lnTo>
                    <a:pt x="5191824" y="2292980"/>
                  </a:lnTo>
                  <a:lnTo>
                    <a:pt x="5226577" y="2295094"/>
                  </a:lnTo>
                  <a:lnTo>
                    <a:pt x="5246045" y="2296169"/>
                  </a:lnTo>
                  <a:lnTo>
                    <a:pt x="5253777" y="2296557"/>
                  </a:lnTo>
                  <a:lnTo>
                    <a:pt x="5254955" y="2296612"/>
                  </a:lnTo>
                  <a:lnTo>
                    <a:pt x="6726343" y="2296612"/>
                  </a:lnTo>
                  <a:lnTo>
                    <a:pt x="6727579" y="2296621"/>
                  </a:lnTo>
                  <a:lnTo>
                    <a:pt x="6735691" y="2296685"/>
                  </a:lnTo>
                  <a:lnTo>
                    <a:pt x="6756087" y="2296863"/>
                  </a:lnTo>
                  <a:lnTo>
                    <a:pt x="6792422" y="2297212"/>
                  </a:lnTo>
                  <a:lnTo>
                    <a:pt x="6846318" y="2297787"/>
                  </a:lnTo>
                  <a:lnTo>
                    <a:pt x="6917244" y="2298630"/>
                  </a:lnTo>
                  <a:lnTo>
                    <a:pt x="7002738" y="2299769"/>
                  </a:lnTo>
                  <a:lnTo>
                    <a:pt x="7098984" y="2301217"/>
                  </a:lnTo>
                  <a:lnTo>
                    <a:pt x="7201569" y="2302975"/>
                  </a:lnTo>
                  <a:lnTo>
                    <a:pt x="7306218" y="2305036"/>
                  </a:lnTo>
                  <a:lnTo>
                    <a:pt x="7409315" y="2307394"/>
                  </a:lnTo>
                  <a:lnTo>
                    <a:pt x="7508175" y="2310047"/>
                  </a:lnTo>
                  <a:lnTo>
                    <a:pt x="7601073" y="2313003"/>
                  </a:lnTo>
                  <a:lnTo>
                    <a:pt x="7687131" y="2316280"/>
                  </a:lnTo>
                  <a:lnTo>
                    <a:pt x="7766131" y="2319907"/>
                  </a:lnTo>
                  <a:lnTo>
                    <a:pt x="7838331" y="2323925"/>
                  </a:lnTo>
                  <a:lnTo>
                    <a:pt x="7904297" y="2328385"/>
                  </a:lnTo>
                  <a:lnTo>
                    <a:pt x="7964776" y="2333347"/>
                  </a:lnTo>
                  <a:lnTo>
                    <a:pt x="8020602" y="2338875"/>
                  </a:lnTo>
                  <a:lnTo>
                    <a:pt x="8072627" y="2345031"/>
                  </a:lnTo>
                  <a:lnTo>
                    <a:pt x="8121664" y="2351864"/>
                  </a:lnTo>
                  <a:lnTo>
                    <a:pt x="8151487" y="2356547"/>
                  </a:lnTo>
                  <a:lnTo>
                    <a:pt x="8206849" y="2366332"/>
                  </a:lnTo>
                  <a:lnTo>
                    <a:pt x="8260407" y="2377174"/>
                  </a:lnTo>
                  <a:lnTo>
                    <a:pt x="8312884" y="2389086"/>
                  </a:lnTo>
                  <a:lnTo>
                    <a:pt x="8364796" y="2402040"/>
                  </a:lnTo>
                  <a:lnTo>
                    <a:pt x="8416493" y="2415960"/>
                  </a:lnTo>
                  <a:lnTo>
                    <a:pt x="8468186" y="2430724"/>
                  </a:lnTo>
                  <a:lnTo>
                    <a:pt x="8519975" y="2446163"/>
                  </a:lnTo>
                  <a:lnTo>
                    <a:pt x="8571875" y="2462066"/>
                  </a:lnTo>
                  <a:lnTo>
                    <a:pt x="8623839" y="2478194"/>
                  </a:lnTo>
                  <a:lnTo>
                    <a:pt x="8675794" y="2494294"/>
                  </a:lnTo>
                  <a:lnTo>
                    <a:pt x="8727672" y="2510114"/>
                  </a:lnTo>
                  <a:lnTo>
                    <a:pt x="8779436" y="2525421"/>
                  </a:lnTo>
                  <a:lnTo>
                    <a:pt x="8831118" y="2540013"/>
                  </a:lnTo>
                  <a:lnTo>
                    <a:pt x="8882840" y="2553730"/>
                  </a:lnTo>
                  <a:lnTo>
                    <a:pt x="8934841" y="2566459"/>
                  </a:lnTo>
                  <a:lnTo>
                    <a:pt x="8987504" y="2578137"/>
                  </a:lnTo>
                  <a:lnTo>
                    <a:pt x="9041389" y="2588744"/>
                  </a:lnTo>
                  <a:lnTo>
                    <a:pt x="9084767" y="2596289"/>
                  </a:lnTo>
                  <a:lnTo>
                    <a:pt x="9132294" y="2603561"/>
                  </a:lnTo>
                  <a:lnTo>
                    <a:pt x="9182338" y="2610141"/>
                  </a:lnTo>
                  <a:lnTo>
                    <a:pt x="9235661" y="2616060"/>
                  </a:lnTo>
                  <a:lnTo>
                    <a:pt x="9293096" y="2621373"/>
                  </a:lnTo>
                  <a:lnTo>
                    <a:pt x="9355496" y="2626143"/>
                  </a:lnTo>
                  <a:lnTo>
                    <a:pt x="9423671" y="2630435"/>
                  </a:lnTo>
                  <a:lnTo>
                    <a:pt x="9498315" y="2634303"/>
                  </a:lnTo>
                  <a:lnTo>
                    <a:pt x="9579898" y="2637798"/>
                  </a:lnTo>
                  <a:lnTo>
                    <a:pt x="9668523" y="2640954"/>
                  </a:lnTo>
                  <a:lnTo>
                    <a:pt x="9763754" y="2643798"/>
                  </a:lnTo>
                  <a:lnTo>
                    <a:pt x="9864419" y="2646342"/>
                  </a:lnTo>
                  <a:lnTo>
                    <a:pt x="9968450" y="2648592"/>
                  </a:lnTo>
                  <a:lnTo>
                    <a:pt x="10072804" y="2650542"/>
                  </a:lnTo>
                  <a:lnTo>
                    <a:pt x="10173580" y="2652186"/>
                  </a:lnTo>
                  <a:lnTo>
                    <a:pt x="10266377" y="2653520"/>
                  </a:lnTo>
                  <a:lnTo>
                    <a:pt x="10346909" y="2654548"/>
                  </a:lnTo>
                  <a:lnTo>
                    <a:pt x="10411775" y="2655289"/>
                  </a:lnTo>
                  <a:lnTo>
                    <a:pt x="10459173" y="2655775"/>
                  </a:lnTo>
                  <a:lnTo>
                    <a:pt x="10489355" y="2656055"/>
                  </a:lnTo>
                  <a:lnTo>
                    <a:pt x="10504717" y="2656184"/>
                  </a:lnTo>
                  <a:lnTo>
                    <a:pt x="10509591" y="2656222"/>
                  </a:lnTo>
                  <a:lnTo>
                    <a:pt x="10509911" y="2656224"/>
                  </a:lnTo>
                  <a:lnTo>
                    <a:pt x="11981298" y="2656224"/>
                  </a:lnTo>
                  <a:lnTo>
                    <a:pt x="11981298" y="2648051"/>
                  </a:lnTo>
                  <a:lnTo>
                    <a:pt x="10509911" y="2648051"/>
                  </a:lnTo>
                  <a:lnTo>
                    <a:pt x="10508674" y="2648042"/>
                  </a:lnTo>
                  <a:lnTo>
                    <a:pt x="10500563" y="2647978"/>
                  </a:lnTo>
                  <a:lnTo>
                    <a:pt x="10480167" y="2647800"/>
                  </a:lnTo>
                  <a:lnTo>
                    <a:pt x="10443831" y="2647451"/>
                  </a:lnTo>
                  <a:lnTo>
                    <a:pt x="10389935" y="2646876"/>
                  </a:lnTo>
                  <a:lnTo>
                    <a:pt x="10319009" y="2646033"/>
                  </a:lnTo>
                  <a:lnTo>
                    <a:pt x="10233515" y="2644894"/>
                  </a:lnTo>
                  <a:lnTo>
                    <a:pt x="10137269" y="2643446"/>
                  </a:lnTo>
                  <a:lnTo>
                    <a:pt x="10034684" y="2641688"/>
                  </a:lnTo>
                  <a:lnTo>
                    <a:pt x="9930036" y="2639627"/>
                  </a:lnTo>
                  <a:lnTo>
                    <a:pt x="9826939" y="2637269"/>
                  </a:lnTo>
                  <a:lnTo>
                    <a:pt x="9728078" y="2634616"/>
                  </a:lnTo>
                  <a:lnTo>
                    <a:pt x="9635180" y="2631660"/>
                  </a:lnTo>
                  <a:lnTo>
                    <a:pt x="9549122" y="2628383"/>
                  </a:lnTo>
                  <a:lnTo>
                    <a:pt x="9470122" y="2624756"/>
                  </a:lnTo>
                  <a:lnTo>
                    <a:pt x="9397922" y="2620738"/>
                  </a:lnTo>
                  <a:lnTo>
                    <a:pt x="9331956" y="2616278"/>
                  </a:lnTo>
                  <a:lnTo>
                    <a:pt x="9271477" y="2611316"/>
                  </a:lnTo>
                  <a:lnTo>
                    <a:pt x="9215651" y="2605788"/>
                  </a:lnTo>
                  <a:lnTo>
                    <a:pt x="9163626" y="2599632"/>
                  </a:lnTo>
                  <a:lnTo>
                    <a:pt x="9114589" y="2592799"/>
                  </a:lnTo>
                  <a:lnTo>
                    <a:pt x="9084767" y="2588116"/>
                  </a:lnTo>
                  <a:lnTo>
                    <a:pt x="9029404" y="2578331"/>
                  </a:lnTo>
                  <a:lnTo>
                    <a:pt x="8975847" y="2567489"/>
                  </a:lnTo>
                  <a:lnTo>
                    <a:pt x="8923370" y="2555577"/>
                  </a:lnTo>
                  <a:lnTo>
                    <a:pt x="8871457" y="2542623"/>
                  </a:lnTo>
                  <a:lnTo>
                    <a:pt x="8819761" y="2528703"/>
                  </a:lnTo>
                  <a:lnTo>
                    <a:pt x="8768067" y="2513939"/>
                  </a:lnTo>
                  <a:lnTo>
                    <a:pt x="8716278" y="2498500"/>
                  </a:lnTo>
                  <a:lnTo>
                    <a:pt x="8664379" y="2482597"/>
                  </a:lnTo>
                  <a:lnTo>
                    <a:pt x="8612415" y="2466469"/>
                  </a:lnTo>
                  <a:lnTo>
                    <a:pt x="8560459" y="2450369"/>
                  </a:lnTo>
                  <a:lnTo>
                    <a:pt x="8508582" y="2434549"/>
                  </a:lnTo>
                  <a:lnTo>
                    <a:pt x="8456817" y="2419242"/>
                  </a:lnTo>
                  <a:lnTo>
                    <a:pt x="8405135" y="2404650"/>
                  </a:lnTo>
                  <a:lnTo>
                    <a:pt x="8353414" y="2390933"/>
                  </a:lnTo>
                  <a:lnTo>
                    <a:pt x="8301413" y="2378204"/>
                  </a:lnTo>
                  <a:lnTo>
                    <a:pt x="8248749" y="2366526"/>
                  </a:lnTo>
                  <a:lnTo>
                    <a:pt x="8194865" y="2355919"/>
                  </a:lnTo>
                  <a:lnTo>
                    <a:pt x="8151487" y="2348374"/>
                  </a:lnTo>
                  <a:lnTo>
                    <a:pt x="8103959" y="2341102"/>
                  </a:lnTo>
                  <a:lnTo>
                    <a:pt x="8053915" y="2334522"/>
                  </a:lnTo>
                  <a:lnTo>
                    <a:pt x="8000592" y="2328603"/>
                  </a:lnTo>
                  <a:lnTo>
                    <a:pt x="7943157" y="2323290"/>
                  </a:lnTo>
                  <a:lnTo>
                    <a:pt x="7880757" y="2318520"/>
                  </a:lnTo>
                  <a:lnTo>
                    <a:pt x="7812582" y="2314228"/>
                  </a:lnTo>
                  <a:lnTo>
                    <a:pt x="7737938" y="2310360"/>
                  </a:lnTo>
                  <a:lnTo>
                    <a:pt x="7656355" y="2306865"/>
                  </a:lnTo>
                  <a:lnTo>
                    <a:pt x="7567730" y="2303709"/>
                  </a:lnTo>
                  <a:lnTo>
                    <a:pt x="7472500" y="2300865"/>
                  </a:lnTo>
                  <a:lnTo>
                    <a:pt x="7371834" y="2298321"/>
                  </a:lnTo>
                  <a:lnTo>
                    <a:pt x="7267803" y="2296071"/>
                  </a:lnTo>
                  <a:lnTo>
                    <a:pt x="7163449" y="2294121"/>
                  </a:lnTo>
                  <a:lnTo>
                    <a:pt x="7062673" y="2292477"/>
                  </a:lnTo>
                  <a:lnTo>
                    <a:pt x="6969877" y="2291143"/>
                  </a:lnTo>
                  <a:lnTo>
                    <a:pt x="6889344" y="2290115"/>
                  </a:lnTo>
                  <a:lnTo>
                    <a:pt x="6824478" y="2289374"/>
                  </a:lnTo>
                  <a:lnTo>
                    <a:pt x="6777081" y="2288888"/>
                  </a:lnTo>
                  <a:lnTo>
                    <a:pt x="6746899" y="2288608"/>
                  </a:lnTo>
                  <a:lnTo>
                    <a:pt x="6731536" y="2288479"/>
                  </a:lnTo>
                  <a:lnTo>
                    <a:pt x="6726663" y="2288441"/>
                  </a:lnTo>
                  <a:lnTo>
                    <a:pt x="6726343" y="2288439"/>
                  </a:lnTo>
                  <a:lnTo>
                    <a:pt x="5254955" y="2288439"/>
                  </a:lnTo>
                  <a:lnTo>
                    <a:pt x="5253779" y="2288385"/>
                  </a:lnTo>
                  <a:lnTo>
                    <a:pt x="5246051" y="2287996"/>
                  </a:lnTo>
                  <a:lnTo>
                    <a:pt x="5226590" y="2286922"/>
                  </a:lnTo>
                  <a:lnTo>
                    <a:pt x="5191846" y="2284808"/>
                  </a:lnTo>
                  <a:lnTo>
                    <a:pt x="5140156" y="2281328"/>
                  </a:lnTo>
                  <a:lnTo>
                    <a:pt x="5071876" y="2276216"/>
                  </a:lnTo>
                  <a:lnTo>
                    <a:pt x="4989198" y="2269295"/>
                  </a:lnTo>
                  <a:lnTo>
                    <a:pt x="4895646" y="2260479"/>
                  </a:lnTo>
                  <a:lnTo>
                    <a:pt x="4795388" y="2249755"/>
                  </a:lnTo>
                  <a:lnTo>
                    <a:pt x="4692547" y="2237158"/>
                  </a:lnTo>
                  <a:lnTo>
                    <a:pt x="4590683" y="2222728"/>
                  </a:lnTo>
                  <a:lnTo>
                    <a:pt x="4492511" y="2206480"/>
                  </a:lnTo>
                  <a:lnTo>
                    <a:pt x="4399843" y="2188385"/>
                  </a:lnTo>
                  <a:lnTo>
                    <a:pt x="4313667" y="2168347"/>
                  </a:lnTo>
                  <a:lnTo>
                    <a:pt x="4234314" y="2146205"/>
                  </a:lnTo>
                  <a:lnTo>
                    <a:pt x="4161633" y="2121726"/>
                  </a:lnTo>
                  <a:lnTo>
                    <a:pt x="4095148" y="2094617"/>
                  </a:lnTo>
                  <a:lnTo>
                    <a:pt x="4034185" y="2064527"/>
                  </a:lnTo>
                  <a:lnTo>
                    <a:pt x="3977968" y="2031075"/>
                  </a:lnTo>
                  <a:lnTo>
                    <a:pt x="3925687" y="1993876"/>
                  </a:lnTo>
                  <a:lnTo>
                    <a:pt x="3876549" y="1952598"/>
                  </a:lnTo>
                  <a:lnTo>
                    <a:pt x="3829811" y="1907032"/>
                  </a:lnTo>
                  <a:lnTo>
                    <a:pt x="3788963" y="1861974"/>
                  </a:lnTo>
                  <a:lnTo>
                    <a:pt x="3749207" y="1813321"/>
                  </a:lnTo>
                  <a:lnTo>
                    <a:pt x="3710220" y="1761002"/>
                  </a:lnTo>
                  <a:lnTo>
                    <a:pt x="3671748" y="1705016"/>
                  </a:lnTo>
                  <a:lnTo>
                    <a:pt x="3633591" y="1645442"/>
                  </a:lnTo>
                  <a:lnTo>
                    <a:pt x="3595600" y="1582443"/>
                  </a:lnTo>
                  <a:lnTo>
                    <a:pt x="3557669" y="1516273"/>
                  </a:lnTo>
                  <a:lnTo>
                    <a:pt x="3519726" y="1447275"/>
                  </a:lnTo>
                  <a:lnTo>
                    <a:pt x="3481734" y="1375878"/>
                  </a:lnTo>
                  <a:lnTo>
                    <a:pt x="3443679" y="1302586"/>
                  </a:lnTo>
                  <a:lnTo>
                    <a:pt x="3405570" y="1227969"/>
                  </a:lnTo>
                  <a:lnTo>
                    <a:pt x="3367428" y="1152641"/>
                  </a:lnTo>
                  <a:lnTo>
                    <a:pt x="3329282" y="1077240"/>
                  </a:lnTo>
                  <a:lnTo>
                    <a:pt x="3291163" y="1002410"/>
                  </a:lnTo>
                  <a:lnTo>
                    <a:pt x="3253095" y="928771"/>
                  </a:lnTo>
                  <a:lnTo>
                    <a:pt x="3215089" y="856905"/>
                  </a:lnTo>
                  <a:lnTo>
                    <a:pt x="3177138" y="787331"/>
                  </a:lnTo>
                  <a:lnTo>
                    <a:pt x="3139209" y="720498"/>
                  </a:lnTo>
                  <a:lnTo>
                    <a:pt x="3101239" y="656766"/>
                  </a:lnTo>
                  <a:lnTo>
                    <a:pt x="3063131" y="596410"/>
                  </a:lnTo>
                  <a:lnTo>
                    <a:pt x="3024744" y="539614"/>
                  </a:lnTo>
                  <a:lnTo>
                    <a:pt x="2985892" y="486474"/>
                  </a:lnTo>
                  <a:lnTo>
                    <a:pt x="2946333" y="437006"/>
                  </a:lnTo>
                  <a:lnTo>
                    <a:pt x="2905761" y="391155"/>
                  </a:lnTo>
                  <a:lnTo>
                    <a:pt x="2896531" y="381406"/>
                  </a:lnTo>
                  <a:lnTo>
                    <a:pt x="2849816" y="335862"/>
                  </a:lnTo>
                  <a:lnTo>
                    <a:pt x="2800681" y="294582"/>
                  </a:lnTo>
                  <a:lnTo>
                    <a:pt x="2748401" y="257381"/>
                  </a:lnTo>
                  <a:lnTo>
                    <a:pt x="2692186" y="223927"/>
                  </a:lnTo>
                  <a:lnTo>
                    <a:pt x="2631226" y="193836"/>
                  </a:lnTo>
                  <a:lnTo>
                    <a:pt x="2564744" y="166725"/>
                  </a:lnTo>
                  <a:lnTo>
                    <a:pt x="2492066" y="142245"/>
                  </a:lnTo>
                  <a:lnTo>
                    <a:pt x="2412717" y="120102"/>
                  </a:lnTo>
                  <a:lnTo>
                    <a:pt x="2326544" y="100063"/>
                  </a:lnTo>
                  <a:lnTo>
                    <a:pt x="2233878" y="81967"/>
                  </a:lnTo>
                  <a:lnTo>
                    <a:pt x="2135709" y="65719"/>
                  </a:lnTo>
                  <a:lnTo>
                    <a:pt x="2033846" y="51287"/>
                  </a:lnTo>
                  <a:lnTo>
                    <a:pt x="1931005" y="38689"/>
                  </a:lnTo>
                  <a:lnTo>
                    <a:pt x="1830745" y="27965"/>
                  </a:lnTo>
                  <a:lnTo>
                    <a:pt x="1737189" y="19147"/>
                  </a:lnTo>
                  <a:lnTo>
                    <a:pt x="1654504" y="12225"/>
                  </a:lnTo>
                  <a:lnTo>
                    <a:pt x="1586216" y="7113"/>
                  </a:lnTo>
                  <a:lnTo>
                    <a:pt x="1534518" y="3632"/>
                  </a:lnTo>
                  <a:lnTo>
                    <a:pt x="1499765" y="1517"/>
                  </a:lnTo>
                  <a:lnTo>
                    <a:pt x="1480297" y="443"/>
                  </a:lnTo>
                  <a:lnTo>
                    <a:pt x="1472565" y="54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80" name="pl180"/>
            <p:cNvSpPr/>
            <p:nvPr/>
          </p:nvSpPr>
          <p:spPr>
            <a:xfrm>
              <a:off x="4799595" y="4930732"/>
              <a:ext cx="11981298" cy="2648051"/>
            </a:xfrm>
            <a:custGeom>
              <a:avLst/>
              <a:pathLst>
                <a:path w="11981298" h="2648051">
                  <a:moveTo>
                    <a:pt x="0" y="0"/>
                  </a:moveTo>
                  <a:lnTo>
                    <a:pt x="1471387" y="0"/>
                  </a:lnTo>
                  <a:lnTo>
                    <a:pt x="1472563" y="54"/>
                  </a:lnTo>
                  <a:lnTo>
                    <a:pt x="1480291" y="443"/>
                  </a:lnTo>
                  <a:lnTo>
                    <a:pt x="1499752" y="1516"/>
                  </a:lnTo>
                  <a:lnTo>
                    <a:pt x="1534496" y="3630"/>
                  </a:lnTo>
                  <a:lnTo>
                    <a:pt x="1586186" y="7111"/>
                  </a:lnTo>
                  <a:lnTo>
                    <a:pt x="1654466" y="12222"/>
                  </a:lnTo>
                  <a:lnTo>
                    <a:pt x="1737145" y="19143"/>
                  </a:lnTo>
                  <a:lnTo>
                    <a:pt x="1830696" y="27960"/>
                  </a:lnTo>
                  <a:lnTo>
                    <a:pt x="1930954" y="38683"/>
                  </a:lnTo>
                  <a:lnTo>
                    <a:pt x="2033795" y="51281"/>
                  </a:lnTo>
                  <a:lnTo>
                    <a:pt x="2135659" y="65711"/>
                  </a:lnTo>
                  <a:lnTo>
                    <a:pt x="2233831" y="81958"/>
                  </a:lnTo>
                  <a:lnTo>
                    <a:pt x="2326499" y="100054"/>
                  </a:lnTo>
                  <a:lnTo>
                    <a:pt x="2412675" y="120091"/>
                  </a:lnTo>
                  <a:lnTo>
                    <a:pt x="2492028" y="142234"/>
                  </a:lnTo>
                  <a:lnTo>
                    <a:pt x="2564709" y="166712"/>
                  </a:lnTo>
                  <a:lnTo>
                    <a:pt x="2631194" y="193822"/>
                  </a:lnTo>
                  <a:lnTo>
                    <a:pt x="2692157" y="223911"/>
                  </a:lnTo>
                  <a:lnTo>
                    <a:pt x="2748374" y="257363"/>
                  </a:lnTo>
                  <a:lnTo>
                    <a:pt x="2800655" y="294563"/>
                  </a:lnTo>
                  <a:lnTo>
                    <a:pt x="2849793" y="335841"/>
                  </a:lnTo>
                  <a:lnTo>
                    <a:pt x="2896508" y="381382"/>
                  </a:lnTo>
                  <a:lnTo>
                    <a:pt x="2896531" y="381406"/>
                  </a:lnTo>
                  <a:lnTo>
                    <a:pt x="2937379" y="426464"/>
                  </a:lnTo>
                  <a:lnTo>
                    <a:pt x="2977135" y="475117"/>
                  </a:lnTo>
                  <a:lnTo>
                    <a:pt x="3016122" y="527437"/>
                  </a:lnTo>
                  <a:lnTo>
                    <a:pt x="3054594" y="583423"/>
                  </a:lnTo>
                  <a:lnTo>
                    <a:pt x="3092751" y="642997"/>
                  </a:lnTo>
                  <a:lnTo>
                    <a:pt x="3130742" y="705996"/>
                  </a:lnTo>
                  <a:lnTo>
                    <a:pt x="3168674" y="772165"/>
                  </a:lnTo>
                  <a:lnTo>
                    <a:pt x="3206616" y="841163"/>
                  </a:lnTo>
                  <a:lnTo>
                    <a:pt x="3244608" y="912561"/>
                  </a:lnTo>
                  <a:lnTo>
                    <a:pt x="3282663" y="985852"/>
                  </a:lnTo>
                  <a:lnTo>
                    <a:pt x="3320772" y="1060470"/>
                  </a:lnTo>
                  <a:lnTo>
                    <a:pt x="3358914" y="1135798"/>
                  </a:lnTo>
                  <a:lnTo>
                    <a:pt x="3397060" y="1211198"/>
                  </a:lnTo>
                  <a:lnTo>
                    <a:pt x="3435179" y="1286029"/>
                  </a:lnTo>
                  <a:lnTo>
                    <a:pt x="3473247" y="1359667"/>
                  </a:lnTo>
                  <a:lnTo>
                    <a:pt x="3511253" y="1431534"/>
                  </a:lnTo>
                  <a:lnTo>
                    <a:pt x="3549204" y="1501107"/>
                  </a:lnTo>
                  <a:lnTo>
                    <a:pt x="3587133" y="1567941"/>
                  </a:lnTo>
                  <a:lnTo>
                    <a:pt x="3625103" y="1631672"/>
                  </a:lnTo>
                  <a:lnTo>
                    <a:pt x="3663211" y="1692028"/>
                  </a:lnTo>
                  <a:lnTo>
                    <a:pt x="3701598" y="1748825"/>
                  </a:lnTo>
                  <a:lnTo>
                    <a:pt x="3740450" y="1801965"/>
                  </a:lnTo>
                  <a:lnTo>
                    <a:pt x="3780009" y="1851432"/>
                  </a:lnTo>
                  <a:lnTo>
                    <a:pt x="3820581" y="1897283"/>
                  </a:lnTo>
                  <a:lnTo>
                    <a:pt x="3829811" y="1907032"/>
                  </a:lnTo>
                  <a:lnTo>
                    <a:pt x="3876526" y="1952576"/>
                  </a:lnTo>
                  <a:lnTo>
                    <a:pt x="3925662" y="1993856"/>
                  </a:lnTo>
                  <a:lnTo>
                    <a:pt x="3977941" y="2031058"/>
                  </a:lnTo>
                  <a:lnTo>
                    <a:pt x="4034156" y="2064512"/>
                  </a:lnTo>
                  <a:lnTo>
                    <a:pt x="4095116" y="2094602"/>
                  </a:lnTo>
                  <a:lnTo>
                    <a:pt x="4161599" y="2121713"/>
                  </a:lnTo>
                  <a:lnTo>
                    <a:pt x="4234276" y="2146193"/>
                  </a:lnTo>
                  <a:lnTo>
                    <a:pt x="4313625" y="2168337"/>
                  </a:lnTo>
                  <a:lnTo>
                    <a:pt x="4399798" y="2188376"/>
                  </a:lnTo>
                  <a:lnTo>
                    <a:pt x="4492464" y="2206472"/>
                  </a:lnTo>
                  <a:lnTo>
                    <a:pt x="4590633" y="2222720"/>
                  </a:lnTo>
                  <a:lnTo>
                    <a:pt x="4692496" y="2237151"/>
                  </a:lnTo>
                  <a:lnTo>
                    <a:pt x="4795337" y="2249750"/>
                  </a:lnTo>
                  <a:lnTo>
                    <a:pt x="4895597" y="2260474"/>
                  </a:lnTo>
                  <a:lnTo>
                    <a:pt x="4989153" y="2269291"/>
                  </a:lnTo>
                  <a:lnTo>
                    <a:pt x="5071838" y="2276213"/>
                  </a:lnTo>
                  <a:lnTo>
                    <a:pt x="5140126" y="2281326"/>
                  </a:lnTo>
                  <a:lnTo>
                    <a:pt x="5191824" y="2284807"/>
                  </a:lnTo>
                  <a:lnTo>
                    <a:pt x="5226577" y="2286921"/>
                  </a:lnTo>
                  <a:lnTo>
                    <a:pt x="5246045" y="2287996"/>
                  </a:lnTo>
                  <a:lnTo>
                    <a:pt x="5253777" y="2288384"/>
                  </a:lnTo>
                  <a:lnTo>
                    <a:pt x="5254955" y="2288439"/>
                  </a:lnTo>
                  <a:lnTo>
                    <a:pt x="5254955" y="2288439"/>
                  </a:lnTo>
                  <a:lnTo>
                    <a:pt x="6726343" y="2288439"/>
                  </a:lnTo>
                  <a:lnTo>
                    <a:pt x="6727579" y="2288448"/>
                  </a:lnTo>
                  <a:lnTo>
                    <a:pt x="6735691" y="2288512"/>
                  </a:lnTo>
                  <a:lnTo>
                    <a:pt x="6756087" y="2288690"/>
                  </a:lnTo>
                  <a:lnTo>
                    <a:pt x="6792422" y="2289039"/>
                  </a:lnTo>
                  <a:lnTo>
                    <a:pt x="6846318" y="2289614"/>
                  </a:lnTo>
                  <a:lnTo>
                    <a:pt x="6917244" y="2290457"/>
                  </a:lnTo>
                  <a:lnTo>
                    <a:pt x="7002738" y="2291596"/>
                  </a:lnTo>
                  <a:lnTo>
                    <a:pt x="7098984" y="2293044"/>
                  </a:lnTo>
                  <a:lnTo>
                    <a:pt x="7201569" y="2294802"/>
                  </a:lnTo>
                  <a:lnTo>
                    <a:pt x="7306218" y="2296863"/>
                  </a:lnTo>
                  <a:lnTo>
                    <a:pt x="7409315" y="2299221"/>
                  </a:lnTo>
                  <a:lnTo>
                    <a:pt x="7508175" y="2301874"/>
                  </a:lnTo>
                  <a:lnTo>
                    <a:pt x="7601073" y="2304830"/>
                  </a:lnTo>
                  <a:lnTo>
                    <a:pt x="7687131" y="2308107"/>
                  </a:lnTo>
                  <a:lnTo>
                    <a:pt x="7766131" y="2311734"/>
                  </a:lnTo>
                  <a:lnTo>
                    <a:pt x="7838331" y="2315752"/>
                  </a:lnTo>
                  <a:lnTo>
                    <a:pt x="7904297" y="2320212"/>
                  </a:lnTo>
                  <a:lnTo>
                    <a:pt x="7964776" y="2325174"/>
                  </a:lnTo>
                  <a:lnTo>
                    <a:pt x="8020602" y="2330702"/>
                  </a:lnTo>
                  <a:lnTo>
                    <a:pt x="8072627" y="2336858"/>
                  </a:lnTo>
                  <a:lnTo>
                    <a:pt x="8121664" y="2343691"/>
                  </a:lnTo>
                  <a:lnTo>
                    <a:pt x="8151487" y="2348374"/>
                  </a:lnTo>
                  <a:lnTo>
                    <a:pt x="8206849" y="2358159"/>
                  </a:lnTo>
                  <a:lnTo>
                    <a:pt x="8260407" y="2369001"/>
                  </a:lnTo>
                  <a:lnTo>
                    <a:pt x="8312884" y="2380913"/>
                  </a:lnTo>
                  <a:lnTo>
                    <a:pt x="8364796" y="2393867"/>
                  </a:lnTo>
                  <a:lnTo>
                    <a:pt x="8416493" y="2407787"/>
                  </a:lnTo>
                  <a:lnTo>
                    <a:pt x="8468186" y="2422551"/>
                  </a:lnTo>
                  <a:lnTo>
                    <a:pt x="8519975" y="2437990"/>
                  </a:lnTo>
                  <a:lnTo>
                    <a:pt x="8571875" y="2453893"/>
                  </a:lnTo>
                  <a:lnTo>
                    <a:pt x="8623839" y="2470021"/>
                  </a:lnTo>
                  <a:lnTo>
                    <a:pt x="8675794" y="2486121"/>
                  </a:lnTo>
                  <a:lnTo>
                    <a:pt x="8727672" y="2501941"/>
                  </a:lnTo>
                  <a:lnTo>
                    <a:pt x="8779436" y="2517248"/>
                  </a:lnTo>
                  <a:lnTo>
                    <a:pt x="8831118" y="2531840"/>
                  </a:lnTo>
                  <a:lnTo>
                    <a:pt x="8882840" y="2545557"/>
                  </a:lnTo>
                  <a:lnTo>
                    <a:pt x="8934841" y="2558286"/>
                  </a:lnTo>
                  <a:lnTo>
                    <a:pt x="8987504" y="2569964"/>
                  </a:lnTo>
                  <a:lnTo>
                    <a:pt x="9041389" y="2580571"/>
                  </a:lnTo>
                  <a:lnTo>
                    <a:pt x="9084767" y="2588116"/>
                  </a:lnTo>
                  <a:lnTo>
                    <a:pt x="9132294" y="2595388"/>
                  </a:lnTo>
                  <a:lnTo>
                    <a:pt x="9182338" y="2601968"/>
                  </a:lnTo>
                  <a:lnTo>
                    <a:pt x="9235661" y="2607887"/>
                  </a:lnTo>
                  <a:lnTo>
                    <a:pt x="9293096" y="2613200"/>
                  </a:lnTo>
                  <a:lnTo>
                    <a:pt x="9355496" y="2617970"/>
                  </a:lnTo>
                  <a:lnTo>
                    <a:pt x="9423671" y="2622262"/>
                  </a:lnTo>
                  <a:lnTo>
                    <a:pt x="9498315" y="2626130"/>
                  </a:lnTo>
                  <a:lnTo>
                    <a:pt x="9579898" y="2629625"/>
                  </a:lnTo>
                  <a:lnTo>
                    <a:pt x="9668523" y="2632781"/>
                  </a:lnTo>
                  <a:lnTo>
                    <a:pt x="9763754" y="2635625"/>
                  </a:lnTo>
                  <a:lnTo>
                    <a:pt x="9864419" y="2638169"/>
                  </a:lnTo>
                  <a:lnTo>
                    <a:pt x="9968450" y="2640419"/>
                  </a:lnTo>
                  <a:lnTo>
                    <a:pt x="10072804" y="2642369"/>
                  </a:lnTo>
                  <a:lnTo>
                    <a:pt x="10173580" y="2644013"/>
                  </a:lnTo>
                  <a:lnTo>
                    <a:pt x="10266377" y="2645347"/>
                  </a:lnTo>
                  <a:lnTo>
                    <a:pt x="10346909" y="2646375"/>
                  </a:lnTo>
                  <a:lnTo>
                    <a:pt x="10411775" y="2647116"/>
                  </a:lnTo>
                  <a:lnTo>
                    <a:pt x="10459173" y="2647602"/>
                  </a:lnTo>
                  <a:lnTo>
                    <a:pt x="10489355" y="2647882"/>
                  </a:lnTo>
                  <a:lnTo>
                    <a:pt x="10504717" y="2648011"/>
                  </a:lnTo>
                  <a:lnTo>
                    <a:pt x="10509591" y="2648049"/>
                  </a:lnTo>
                  <a:lnTo>
                    <a:pt x="10509911" y="2648051"/>
                  </a:lnTo>
                  <a:lnTo>
                    <a:pt x="11981298" y="264805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1" name="pl181"/>
            <p:cNvSpPr/>
            <p:nvPr/>
          </p:nvSpPr>
          <p:spPr>
            <a:xfrm>
              <a:off x="4799595" y="4922559"/>
              <a:ext cx="11981298" cy="2648051"/>
            </a:xfrm>
            <a:custGeom>
              <a:avLst/>
              <a:pathLst>
                <a:path w="11981298" h="2648051">
                  <a:moveTo>
                    <a:pt x="11981298" y="2648051"/>
                  </a:moveTo>
                  <a:lnTo>
                    <a:pt x="10509911" y="2648051"/>
                  </a:lnTo>
                  <a:lnTo>
                    <a:pt x="10508674" y="2648042"/>
                  </a:lnTo>
                  <a:lnTo>
                    <a:pt x="10500563" y="2647978"/>
                  </a:lnTo>
                  <a:lnTo>
                    <a:pt x="10480167" y="2647800"/>
                  </a:lnTo>
                  <a:lnTo>
                    <a:pt x="10443831" y="2647451"/>
                  </a:lnTo>
                  <a:lnTo>
                    <a:pt x="10389935" y="2646876"/>
                  </a:lnTo>
                  <a:lnTo>
                    <a:pt x="10319009" y="2646033"/>
                  </a:lnTo>
                  <a:lnTo>
                    <a:pt x="10233515" y="2644894"/>
                  </a:lnTo>
                  <a:lnTo>
                    <a:pt x="10137269" y="2643446"/>
                  </a:lnTo>
                  <a:lnTo>
                    <a:pt x="10034684" y="2641688"/>
                  </a:lnTo>
                  <a:lnTo>
                    <a:pt x="9930036" y="2639627"/>
                  </a:lnTo>
                  <a:lnTo>
                    <a:pt x="9826939" y="2637269"/>
                  </a:lnTo>
                  <a:lnTo>
                    <a:pt x="9728078" y="2634616"/>
                  </a:lnTo>
                  <a:lnTo>
                    <a:pt x="9635180" y="2631660"/>
                  </a:lnTo>
                  <a:lnTo>
                    <a:pt x="9549122" y="2628383"/>
                  </a:lnTo>
                  <a:lnTo>
                    <a:pt x="9470122" y="2624756"/>
                  </a:lnTo>
                  <a:lnTo>
                    <a:pt x="9397922" y="2620738"/>
                  </a:lnTo>
                  <a:lnTo>
                    <a:pt x="9331956" y="2616278"/>
                  </a:lnTo>
                  <a:lnTo>
                    <a:pt x="9271477" y="2611316"/>
                  </a:lnTo>
                  <a:lnTo>
                    <a:pt x="9215651" y="2605788"/>
                  </a:lnTo>
                  <a:lnTo>
                    <a:pt x="9163626" y="2599632"/>
                  </a:lnTo>
                  <a:lnTo>
                    <a:pt x="9114589" y="2592799"/>
                  </a:lnTo>
                  <a:lnTo>
                    <a:pt x="9084767" y="2588116"/>
                  </a:lnTo>
                  <a:lnTo>
                    <a:pt x="9029404" y="2578331"/>
                  </a:lnTo>
                  <a:lnTo>
                    <a:pt x="8975847" y="2567489"/>
                  </a:lnTo>
                  <a:lnTo>
                    <a:pt x="8923370" y="2555577"/>
                  </a:lnTo>
                  <a:lnTo>
                    <a:pt x="8871457" y="2542623"/>
                  </a:lnTo>
                  <a:lnTo>
                    <a:pt x="8819761" y="2528703"/>
                  </a:lnTo>
                  <a:lnTo>
                    <a:pt x="8768067" y="2513939"/>
                  </a:lnTo>
                  <a:lnTo>
                    <a:pt x="8716278" y="2498500"/>
                  </a:lnTo>
                  <a:lnTo>
                    <a:pt x="8664379" y="2482597"/>
                  </a:lnTo>
                  <a:lnTo>
                    <a:pt x="8612415" y="2466469"/>
                  </a:lnTo>
                  <a:lnTo>
                    <a:pt x="8560459" y="2450369"/>
                  </a:lnTo>
                  <a:lnTo>
                    <a:pt x="8508582" y="2434549"/>
                  </a:lnTo>
                  <a:lnTo>
                    <a:pt x="8456817" y="2419242"/>
                  </a:lnTo>
                  <a:lnTo>
                    <a:pt x="8405135" y="2404650"/>
                  </a:lnTo>
                  <a:lnTo>
                    <a:pt x="8353414" y="2390933"/>
                  </a:lnTo>
                  <a:lnTo>
                    <a:pt x="8301413" y="2378204"/>
                  </a:lnTo>
                  <a:lnTo>
                    <a:pt x="8248749" y="2366526"/>
                  </a:lnTo>
                  <a:lnTo>
                    <a:pt x="8194865" y="2355919"/>
                  </a:lnTo>
                  <a:lnTo>
                    <a:pt x="8151487" y="2348374"/>
                  </a:lnTo>
                  <a:lnTo>
                    <a:pt x="8103959" y="2341102"/>
                  </a:lnTo>
                  <a:lnTo>
                    <a:pt x="8053915" y="2334522"/>
                  </a:lnTo>
                  <a:lnTo>
                    <a:pt x="8000592" y="2328603"/>
                  </a:lnTo>
                  <a:lnTo>
                    <a:pt x="7943157" y="2323290"/>
                  </a:lnTo>
                  <a:lnTo>
                    <a:pt x="7880757" y="2318520"/>
                  </a:lnTo>
                  <a:lnTo>
                    <a:pt x="7812582" y="2314228"/>
                  </a:lnTo>
                  <a:lnTo>
                    <a:pt x="7737938" y="2310360"/>
                  </a:lnTo>
                  <a:lnTo>
                    <a:pt x="7656355" y="2306865"/>
                  </a:lnTo>
                  <a:lnTo>
                    <a:pt x="7567730" y="2303709"/>
                  </a:lnTo>
                  <a:lnTo>
                    <a:pt x="7472500" y="2300865"/>
                  </a:lnTo>
                  <a:lnTo>
                    <a:pt x="7371834" y="2298321"/>
                  </a:lnTo>
                  <a:lnTo>
                    <a:pt x="7267803" y="2296071"/>
                  </a:lnTo>
                  <a:lnTo>
                    <a:pt x="7163449" y="2294121"/>
                  </a:lnTo>
                  <a:lnTo>
                    <a:pt x="7062673" y="2292477"/>
                  </a:lnTo>
                  <a:lnTo>
                    <a:pt x="6969877" y="2291143"/>
                  </a:lnTo>
                  <a:lnTo>
                    <a:pt x="6889344" y="2290115"/>
                  </a:lnTo>
                  <a:lnTo>
                    <a:pt x="6824478" y="2289374"/>
                  </a:lnTo>
                  <a:lnTo>
                    <a:pt x="6777081" y="2288888"/>
                  </a:lnTo>
                  <a:lnTo>
                    <a:pt x="6746899" y="2288608"/>
                  </a:lnTo>
                  <a:lnTo>
                    <a:pt x="6731536" y="2288479"/>
                  </a:lnTo>
                  <a:lnTo>
                    <a:pt x="6726663" y="2288441"/>
                  </a:lnTo>
                  <a:lnTo>
                    <a:pt x="6726343" y="2288439"/>
                  </a:lnTo>
                  <a:lnTo>
                    <a:pt x="5254955" y="2288439"/>
                  </a:lnTo>
                  <a:lnTo>
                    <a:pt x="5253779" y="2288385"/>
                  </a:lnTo>
                  <a:lnTo>
                    <a:pt x="5246051" y="2287996"/>
                  </a:lnTo>
                  <a:lnTo>
                    <a:pt x="5226590" y="2286922"/>
                  </a:lnTo>
                  <a:lnTo>
                    <a:pt x="5191846" y="2284808"/>
                  </a:lnTo>
                  <a:lnTo>
                    <a:pt x="5140156" y="2281328"/>
                  </a:lnTo>
                  <a:lnTo>
                    <a:pt x="5071876" y="2276216"/>
                  </a:lnTo>
                  <a:lnTo>
                    <a:pt x="4989198" y="2269295"/>
                  </a:lnTo>
                  <a:lnTo>
                    <a:pt x="4895646" y="2260479"/>
                  </a:lnTo>
                  <a:lnTo>
                    <a:pt x="4795388" y="2249755"/>
                  </a:lnTo>
                  <a:lnTo>
                    <a:pt x="4692547" y="2237158"/>
                  </a:lnTo>
                  <a:lnTo>
                    <a:pt x="4590683" y="2222728"/>
                  </a:lnTo>
                  <a:lnTo>
                    <a:pt x="4492511" y="2206480"/>
                  </a:lnTo>
                  <a:lnTo>
                    <a:pt x="4399843" y="2188385"/>
                  </a:lnTo>
                  <a:lnTo>
                    <a:pt x="4313667" y="2168347"/>
                  </a:lnTo>
                  <a:lnTo>
                    <a:pt x="4234314" y="2146205"/>
                  </a:lnTo>
                  <a:lnTo>
                    <a:pt x="4161633" y="2121726"/>
                  </a:lnTo>
                  <a:lnTo>
                    <a:pt x="4095148" y="2094617"/>
                  </a:lnTo>
                  <a:lnTo>
                    <a:pt x="4034185" y="2064527"/>
                  </a:lnTo>
                  <a:lnTo>
                    <a:pt x="3977968" y="2031075"/>
                  </a:lnTo>
                  <a:lnTo>
                    <a:pt x="3925687" y="1993876"/>
                  </a:lnTo>
                  <a:lnTo>
                    <a:pt x="3876549" y="1952598"/>
                  </a:lnTo>
                  <a:lnTo>
                    <a:pt x="3829834" y="1907056"/>
                  </a:lnTo>
                  <a:lnTo>
                    <a:pt x="3829811" y="1907032"/>
                  </a:lnTo>
                  <a:lnTo>
                    <a:pt x="3788963" y="1861974"/>
                  </a:lnTo>
                  <a:lnTo>
                    <a:pt x="3749207" y="1813321"/>
                  </a:lnTo>
                  <a:lnTo>
                    <a:pt x="3710220" y="1761002"/>
                  </a:lnTo>
                  <a:lnTo>
                    <a:pt x="3671748" y="1705016"/>
                  </a:lnTo>
                  <a:lnTo>
                    <a:pt x="3633591" y="1645442"/>
                  </a:lnTo>
                  <a:lnTo>
                    <a:pt x="3595600" y="1582443"/>
                  </a:lnTo>
                  <a:lnTo>
                    <a:pt x="3557669" y="1516273"/>
                  </a:lnTo>
                  <a:lnTo>
                    <a:pt x="3519726" y="1447275"/>
                  </a:lnTo>
                  <a:lnTo>
                    <a:pt x="3481734" y="1375878"/>
                  </a:lnTo>
                  <a:lnTo>
                    <a:pt x="3443679" y="1302586"/>
                  </a:lnTo>
                  <a:lnTo>
                    <a:pt x="3405570" y="1227969"/>
                  </a:lnTo>
                  <a:lnTo>
                    <a:pt x="3367428" y="1152641"/>
                  </a:lnTo>
                  <a:lnTo>
                    <a:pt x="3329282" y="1077240"/>
                  </a:lnTo>
                  <a:lnTo>
                    <a:pt x="3291163" y="1002410"/>
                  </a:lnTo>
                  <a:lnTo>
                    <a:pt x="3253095" y="928771"/>
                  </a:lnTo>
                  <a:lnTo>
                    <a:pt x="3215089" y="856905"/>
                  </a:lnTo>
                  <a:lnTo>
                    <a:pt x="3177138" y="787331"/>
                  </a:lnTo>
                  <a:lnTo>
                    <a:pt x="3139209" y="720498"/>
                  </a:lnTo>
                  <a:lnTo>
                    <a:pt x="3101239" y="656766"/>
                  </a:lnTo>
                  <a:lnTo>
                    <a:pt x="3063131" y="596410"/>
                  </a:lnTo>
                  <a:lnTo>
                    <a:pt x="3024744" y="539614"/>
                  </a:lnTo>
                  <a:lnTo>
                    <a:pt x="2985892" y="486474"/>
                  </a:lnTo>
                  <a:lnTo>
                    <a:pt x="2946333" y="437006"/>
                  </a:lnTo>
                  <a:lnTo>
                    <a:pt x="2905761" y="391155"/>
                  </a:lnTo>
                  <a:lnTo>
                    <a:pt x="2896531" y="381406"/>
                  </a:lnTo>
                  <a:lnTo>
                    <a:pt x="2849816" y="335862"/>
                  </a:lnTo>
                  <a:lnTo>
                    <a:pt x="2800681" y="294582"/>
                  </a:lnTo>
                  <a:lnTo>
                    <a:pt x="2748401" y="257381"/>
                  </a:lnTo>
                  <a:lnTo>
                    <a:pt x="2692186" y="223927"/>
                  </a:lnTo>
                  <a:lnTo>
                    <a:pt x="2631226" y="193836"/>
                  </a:lnTo>
                  <a:lnTo>
                    <a:pt x="2564744" y="166725"/>
                  </a:lnTo>
                  <a:lnTo>
                    <a:pt x="2492066" y="142245"/>
                  </a:lnTo>
                  <a:lnTo>
                    <a:pt x="2412717" y="120102"/>
                  </a:lnTo>
                  <a:lnTo>
                    <a:pt x="2326544" y="100063"/>
                  </a:lnTo>
                  <a:lnTo>
                    <a:pt x="2233878" y="81967"/>
                  </a:lnTo>
                  <a:lnTo>
                    <a:pt x="2135709" y="65719"/>
                  </a:lnTo>
                  <a:lnTo>
                    <a:pt x="2033846" y="51287"/>
                  </a:lnTo>
                  <a:lnTo>
                    <a:pt x="1931005" y="38689"/>
                  </a:lnTo>
                  <a:lnTo>
                    <a:pt x="1830745" y="27965"/>
                  </a:lnTo>
                  <a:lnTo>
                    <a:pt x="1737189" y="19147"/>
                  </a:lnTo>
                  <a:lnTo>
                    <a:pt x="1654504" y="12225"/>
                  </a:lnTo>
                  <a:lnTo>
                    <a:pt x="1586216" y="7113"/>
                  </a:lnTo>
                  <a:lnTo>
                    <a:pt x="1534518" y="3632"/>
                  </a:lnTo>
                  <a:lnTo>
                    <a:pt x="1499765" y="1517"/>
                  </a:lnTo>
                  <a:lnTo>
                    <a:pt x="1480297" y="443"/>
                  </a:lnTo>
                  <a:lnTo>
                    <a:pt x="1472565" y="54"/>
                  </a:lnTo>
                  <a:lnTo>
                    <a:pt x="1471387" y="0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2" name="pg182"/>
            <p:cNvSpPr/>
            <p:nvPr/>
          </p:nvSpPr>
          <p:spPr>
            <a:xfrm>
              <a:off x="4799595" y="4930732"/>
              <a:ext cx="11981298" cy="3171123"/>
            </a:xfrm>
            <a:custGeom>
              <a:avLst/>
              <a:pathLst>
                <a:path w="11981298" h="3171123">
                  <a:moveTo>
                    <a:pt x="0" y="8172"/>
                  </a:moveTo>
                  <a:lnTo>
                    <a:pt x="1471387" y="8172"/>
                  </a:lnTo>
                  <a:lnTo>
                    <a:pt x="1472563" y="8227"/>
                  </a:lnTo>
                  <a:lnTo>
                    <a:pt x="1480288" y="8617"/>
                  </a:lnTo>
                  <a:lnTo>
                    <a:pt x="1499742" y="9694"/>
                  </a:lnTo>
                  <a:lnTo>
                    <a:pt x="1534476" y="11815"/>
                  </a:lnTo>
                  <a:lnTo>
                    <a:pt x="1586150" y="15307"/>
                  </a:lnTo>
                  <a:lnTo>
                    <a:pt x="1654412" y="20435"/>
                  </a:lnTo>
                  <a:lnTo>
                    <a:pt x="1737070" y="27378"/>
                  </a:lnTo>
                  <a:lnTo>
                    <a:pt x="1830603" y="36223"/>
                  </a:lnTo>
                  <a:lnTo>
                    <a:pt x="1930844" y="46982"/>
                  </a:lnTo>
                  <a:lnTo>
                    <a:pt x="2033672" y="59620"/>
                  </a:lnTo>
                  <a:lnTo>
                    <a:pt x="2135527" y="74098"/>
                  </a:lnTo>
                  <a:lnTo>
                    <a:pt x="2233694" y="90399"/>
                  </a:lnTo>
                  <a:lnTo>
                    <a:pt x="2326360" y="108554"/>
                  </a:lnTo>
                  <a:lnTo>
                    <a:pt x="2412537" y="128658"/>
                  </a:lnTo>
                  <a:lnTo>
                    <a:pt x="2491892" y="150873"/>
                  </a:lnTo>
                  <a:lnTo>
                    <a:pt x="2564576" y="175431"/>
                  </a:lnTo>
                  <a:lnTo>
                    <a:pt x="2631065" y="202629"/>
                  </a:lnTo>
                  <a:lnTo>
                    <a:pt x="2692031" y="232815"/>
                  </a:lnTo>
                  <a:lnTo>
                    <a:pt x="2748251" y="266375"/>
                  </a:lnTo>
                  <a:lnTo>
                    <a:pt x="2800534" y="303694"/>
                  </a:lnTo>
                  <a:lnTo>
                    <a:pt x="2849673" y="345104"/>
                  </a:lnTo>
                  <a:lnTo>
                    <a:pt x="2896388" y="390792"/>
                  </a:lnTo>
                  <a:lnTo>
                    <a:pt x="2896531" y="390941"/>
                  </a:lnTo>
                  <a:lnTo>
                    <a:pt x="2937327" y="436099"/>
                  </a:lnTo>
                  <a:lnTo>
                    <a:pt x="2977033" y="484856"/>
                  </a:lnTo>
                  <a:lnTo>
                    <a:pt x="3015971" y="537282"/>
                  </a:lnTo>
                  <a:lnTo>
                    <a:pt x="3054396" y="593378"/>
                  </a:lnTo>
                  <a:lnTo>
                    <a:pt x="3092505" y="653067"/>
                  </a:lnTo>
                  <a:lnTo>
                    <a:pt x="3130447" y="716185"/>
                  </a:lnTo>
                  <a:lnTo>
                    <a:pt x="3168329" y="782480"/>
                  </a:lnTo>
                  <a:lnTo>
                    <a:pt x="3206222" y="851609"/>
                  </a:lnTo>
                  <a:lnTo>
                    <a:pt x="3244164" y="923144"/>
                  </a:lnTo>
                  <a:lnTo>
                    <a:pt x="3282169" y="996582"/>
                  </a:lnTo>
                  <a:lnTo>
                    <a:pt x="3320228" y="1071355"/>
                  </a:lnTo>
                  <a:lnTo>
                    <a:pt x="3358320" y="1146848"/>
                  </a:lnTo>
                  <a:lnTo>
                    <a:pt x="3396417" y="1222424"/>
                  </a:lnTo>
                  <a:lnTo>
                    <a:pt x="3434487" y="1297439"/>
                  </a:lnTo>
                  <a:lnTo>
                    <a:pt x="3472507" y="1371273"/>
                  </a:lnTo>
                  <a:lnTo>
                    <a:pt x="3510465" y="1443344"/>
                  </a:lnTo>
                  <a:lnTo>
                    <a:pt x="3548368" y="1513129"/>
                  </a:lnTo>
                  <a:lnTo>
                    <a:pt x="3586247" y="1580181"/>
                  </a:lnTo>
                  <a:lnTo>
                    <a:pt x="3624166" y="1644136"/>
                  </a:lnTo>
                  <a:lnTo>
                    <a:pt x="3662220" y="1704717"/>
                  </a:lnTo>
                  <a:lnTo>
                    <a:pt x="3700547" y="1761739"/>
                  </a:lnTo>
                  <a:lnTo>
                    <a:pt x="3739333" y="1815102"/>
                  </a:lnTo>
                  <a:lnTo>
                    <a:pt x="3778815" y="1864789"/>
                  </a:lnTo>
                  <a:lnTo>
                    <a:pt x="3819299" y="1910853"/>
                  </a:lnTo>
                  <a:lnTo>
                    <a:pt x="3829811" y="1922016"/>
                  </a:lnTo>
                  <a:lnTo>
                    <a:pt x="3876520" y="1967717"/>
                  </a:lnTo>
                  <a:lnTo>
                    <a:pt x="3925650" y="2009141"/>
                  </a:lnTo>
                  <a:lnTo>
                    <a:pt x="3977922" y="2046472"/>
                  </a:lnTo>
                  <a:lnTo>
                    <a:pt x="4034128" y="2080043"/>
                  </a:lnTo>
                  <a:lnTo>
                    <a:pt x="4095078" y="2110239"/>
                  </a:lnTo>
                  <a:lnTo>
                    <a:pt x="4161549" y="2137445"/>
                  </a:lnTo>
                  <a:lnTo>
                    <a:pt x="4234213" y="2162012"/>
                  </a:lnTo>
                  <a:lnTo>
                    <a:pt x="4313546" y="2184234"/>
                  </a:lnTo>
                  <a:lnTo>
                    <a:pt x="4399702" y="2204344"/>
                  </a:lnTo>
                  <a:lnTo>
                    <a:pt x="4492349" y="2222505"/>
                  </a:lnTo>
                  <a:lnTo>
                    <a:pt x="4590501" y="2238811"/>
                  </a:lnTo>
                  <a:lnTo>
                    <a:pt x="4692348" y="2253295"/>
                  </a:lnTo>
                  <a:lnTo>
                    <a:pt x="4795178" y="2265939"/>
                  </a:lnTo>
                  <a:lnTo>
                    <a:pt x="4895434" y="2276704"/>
                  </a:lnTo>
                  <a:lnTo>
                    <a:pt x="4988994" y="2285555"/>
                  </a:lnTo>
                  <a:lnTo>
                    <a:pt x="5071693" y="2292504"/>
                  </a:lnTo>
                  <a:lnTo>
                    <a:pt x="5140003" y="2297637"/>
                  </a:lnTo>
                  <a:lnTo>
                    <a:pt x="5191731" y="2301134"/>
                  </a:lnTo>
                  <a:lnTo>
                    <a:pt x="5226517" y="2303258"/>
                  </a:lnTo>
                  <a:lnTo>
                    <a:pt x="5246014" y="2304338"/>
                  </a:lnTo>
                  <a:lnTo>
                    <a:pt x="5253768" y="2304730"/>
                  </a:lnTo>
                  <a:lnTo>
                    <a:pt x="5254955" y="2304785"/>
                  </a:lnTo>
                  <a:lnTo>
                    <a:pt x="6726343" y="2304785"/>
                  </a:lnTo>
                  <a:lnTo>
                    <a:pt x="6727571" y="2304807"/>
                  </a:lnTo>
                  <a:lnTo>
                    <a:pt x="6735634" y="2304960"/>
                  </a:lnTo>
                  <a:lnTo>
                    <a:pt x="6755910" y="2305386"/>
                  </a:lnTo>
                  <a:lnTo>
                    <a:pt x="6792043" y="2306222"/>
                  </a:lnTo>
                  <a:lnTo>
                    <a:pt x="6845658" y="2307599"/>
                  </a:lnTo>
                  <a:lnTo>
                    <a:pt x="6916248" y="2309617"/>
                  </a:lnTo>
                  <a:lnTo>
                    <a:pt x="7001387" y="2312346"/>
                  </a:lnTo>
                  <a:lnTo>
                    <a:pt x="7097295" y="2315815"/>
                  </a:lnTo>
                  <a:lnTo>
                    <a:pt x="7199590" y="2320026"/>
                  </a:lnTo>
                  <a:lnTo>
                    <a:pt x="7304015" y="2324966"/>
                  </a:lnTo>
                  <a:lnTo>
                    <a:pt x="7406962" y="2330619"/>
                  </a:lnTo>
                  <a:lnTo>
                    <a:pt x="7505741" y="2336981"/>
                  </a:lnTo>
                  <a:lnTo>
                    <a:pt x="7598615" y="2344068"/>
                  </a:lnTo>
                  <a:lnTo>
                    <a:pt x="7684691" y="2351923"/>
                  </a:lnTo>
                  <a:lnTo>
                    <a:pt x="7763738" y="2360615"/>
                  </a:lnTo>
                  <a:lnTo>
                    <a:pt x="7836000" y="2370241"/>
                  </a:lnTo>
                  <a:lnTo>
                    <a:pt x="7902031" y="2380924"/>
                  </a:lnTo>
                  <a:lnTo>
                    <a:pt x="7962570" y="2392806"/>
                  </a:lnTo>
                  <a:lnTo>
                    <a:pt x="8018444" y="2406039"/>
                  </a:lnTo>
                  <a:lnTo>
                    <a:pt x="8070498" y="2420774"/>
                  </a:lnTo>
                  <a:lnTo>
                    <a:pt x="8119545" y="2437127"/>
                  </a:lnTo>
                  <a:lnTo>
                    <a:pt x="8151487" y="2449175"/>
                  </a:lnTo>
                  <a:lnTo>
                    <a:pt x="8203423" y="2471188"/>
                  </a:lnTo>
                  <a:lnTo>
                    <a:pt x="8253730" y="2495433"/>
                  </a:lnTo>
                  <a:lnTo>
                    <a:pt x="8303020" y="2521943"/>
                  </a:lnTo>
                  <a:lnTo>
                    <a:pt x="8351743" y="2550676"/>
                  </a:lnTo>
                  <a:lnTo>
                    <a:pt x="8400213" y="2581504"/>
                  </a:lnTo>
                  <a:lnTo>
                    <a:pt x="8448634" y="2614211"/>
                  </a:lnTo>
                  <a:lnTo>
                    <a:pt x="8497118" y="2648492"/>
                  </a:lnTo>
                  <a:lnTo>
                    <a:pt x="8545701" y="2683960"/>
                  </a:lnTo>
                  <a:lnTo>
                    <a:pt x="8594366" y="2720167"/>
                  </a:lnTo>
                  <a:lnTo>
                    <a:pt x="8643062" y="2756619"/>
                  </a:lnTo>
                  <a:lnTo>
                    <a:pt x="8691725" y="2792814"/>
                  </a:lnTo>
                  <a:lnTo>
                    <a:pt x="8740306" y="2828258"/>
                  </a:lnTo>
                  <a:lnTo>
                    <a:pt x="8788787" y="2862505"/>
                  </a:lnTo>
                  <a:lnTo>
                    <a:pt x="8837208" y="2895171"/>
                  </a:lnTo>
                  <a:lnTo>
                    <a:pt x="8885681" y="2925951"/>
                  </a:lnTo>
                  <a:lnTo>
                    <a:pt x="8934414" y="2954631"/>
                  </a:lnTo>
                  <a:lnTo>
                    <a:pt x="8983723" y="2981086"/>
                  </a:lnTo>
                  <a:lnTo>
                    <a:pt x="9034061" y="3005277"/>
                  </a:lnTo>
                  <a:lnTo>
                    <a:pt x="9084767" y="3026733"/>
                  </a:lnTo>
                  <a:lnTo>
                    <a:pt x="9132192" y="3044219"/>
                  </a:lnTo>
                  <a:lnTo>
                    <a:pt x="9182121" y="3060042"/>
                  </a:lnTo>
                  <a:lnTo>
                    <a:pt x="9235312" y="3074279"/>
                  </a:lnTo>
                  <a:lnTo>
                    <a:pt x="9292592" y="3087061"/>
                  </a:lnTo>
                  <a:lnTo>
                    <a:pt x="9354809" y="3098541"/>
                  </a:lnTo>
                  <a:lnTo>
                    <a:pt x="9422770" y="3108870"/>
                  </a:lnTo>
                  <a:lnTo>
                    <a:pt x="9497164" y="3118184"/>
                  </a:lnTo>
                  <a:lnTo>
                    <a:pt x="9578462" y="3126597"/>
                  </a:lnTo>
                  <a:lnTo>
                    <a:pt x="9666777" y="3134199"/>
                  </a:lnTo>
                  <a:lnTo>
                    <a:pt x="9761683" y="3141050"/>
                  </a:lnTo>
                  <a:lnTo>
                    <a:pt x="9862036" y="3147183"/>
                  </a:lnTo>
                  <a:lnTo>
                    <a:pt x="9965798" y="3152608"/>
                  </a:lnTo>
                  <a:lnTo>
                    <a:pt x="10069971" y="3157316"/>
                  </a:lnTo>
                  <a:lnTo>
                    <a:pt x="10170697" y="3161290"/>
                  </a:lnTo>
                  <a:lnTo>
                    <a:pt x="10263608" y="3164519"/>
                  </a:lnTo>
                  <a:lnTo>
                    <a:pt x="10344431" y="3167014"/>
                  </a:lnTo>
                  <a:lnTo>
                    <a:pt x="10409746" y="3168817"/>
                  </a:lnTo>
                  <a:lnTo>
                    <a:pt x="10457696" y="3170008"/>
                  </a:lnTo>
                  <a:lnTo>
                    <a:pt x="10488453" y="3170697"/>
                  </a:lnTo>
                  <a:lnTo>
                    <a:pt x="10504317" y="3171020"/>
                  </a:lnTo>
                  <a:lnTo>
                    <a:pt x="10509520" y="3171116"/>
                  </a:lnTo>
                  <a:lnTo>
                    <a:pt x="10509911" y="3171123"/>
                  </a:lnTo>
                  <a:lnTo>
                    <a:pt x="11981298" y="3171123"/>
                  </a:lnTo>
                  <a:lnTo>
                    <a:pt x="11981298" y="3162950"/>
                  </a:lnTo>
                  <a:lnTo>
                    <a:pt x="10509911" y="3162950"/>
                  </a:lnTo>
                  <a:lnTo>
                    <a:pt x="10508682" y="3162928"/>
                  </a:lnTo>
                  <a:lnTo>
                    <a:pt x="10500619" y="3162774"/>
                  </a:lnTo>
                  <a:lnTo>
                    <a:pt x="10480343" y="3162349"/>
                  </a:lnTo>
                  <a:lnTo>
                    <a:pt x="10444210" y="3161513"/>
                  </a:lnTo>
                  <a:lnTo>
                    <a:pt x="10390595" y="3160136"/>
                  </a:lnTo>
                  <a:lnTo>
                    <a:pt x="10320005" y="3158118"/>
                  </a:lnTo>
                  <a:lnTo>
                    <a:pt x="10234866" y="3155389"/>
                  </a:lnTo>
                  <a:lnTo>
                    <a:pt x="10138959" y="3151920"/>
                  </a:lnTo>
                  <a:lnTo>
                    <a:pt x="10036663" y="3147709"/>
                  </a:lnTo>
                  <a:lnTo>
                    <a:pt x="9932238" y="3142769"/>
                  </a:lnTo>
                  <a:lnTo>
                    <a:pt x="9829291" y="3137116"/>
                  </a:lnTo>
                  <a:lnTo>
                    <a:pt x="9730512" y="3130754"/>
                  </a:lnTo>
                  <a:lnTo>
                    <a:pt x="9637638" y="3123667"/>
                  </a:lnTo>
                  <a:lnTo>
                    <a:pt x="9551562" y="3115812"/>
                  </a:lnTo>
                  <a:lnTo>
                    <a:pt x="9472515" y="3107120"/>
                  </a:lnTo>
                  <a:lnTo>
                    <a:pt x="9400254" y="3097494"/>
                  </a:lnTo>
                  <a:lnTo>
                    <a:pt x="9334222" y="3086811"/>
                  </a:lnTo>
                  <a:lnTo>
                    <a:pt x="9273683" y="3074929"/>
                  </a:lnTo>
                  <a:lnTo>
                    <a:pt x="9217809" y="3061696"/>
                  </a:lnTo>
                  <a:lnTo>
                    <a:pt x="9165755" y="3046961"/>
                  </a:lnTo>
                  <a:lnTo>
                    <a:pt x="9116708" y="3030608"/>
                  </a:lnTo>
                  <a:lnTo>
                    <a:pt x="9084767" y="3018560"/>
                  </a:lnTo>
                  <a:lnTo>
                    <a:pt x="9032831" y="2996547"/>
                  </a:lnTo>
                  <a:lnTo>
                    <a:pt x="8982524" y="2972302"/>
                  </a:lnTo>
                  <a:lnTo>
                    <a:pt x="8933233" y="2945792"/>
                  </a:lnTo>
                  <a:lnTo>
                    <a:pt x="8884510" y="2917059"/>
                  </a:lnTo>
                  <a:lnTo>
                    <a:pt x="8836040" y="2886231"/>
                  </a:lnTo>
                  <a:lnTo>
                    <a:pt x="8787619" y="2853524"/>
                  </a:lnTo>
                  <a:lnTo>
                    <a:pt x="8739135" y="2819243"/>
                  </a:lnTo>
                  <a:lnTo>
                    <a:pt x="8690552" y="2783775"/>
                  </a:lnTo>
                  <a:lnTo>
                    <a:pt x="8641887" y="2747568"/>
                  </a:lnTo>
                  <a:lnTo>
                    <a:pt x="8593192" y="2711115"/>
                  </a:lnTo>
                  <a:lnTo>
                    <a:pt x="8544528" y="2674921"/>
                  </a:lnTo>
                  <a:lnTo>
                    <a:pt x="8495947" y="2639476"/>
                  </a:lnTo>
                  <a:lnTo>
                    <a:pt x="8447466" y="2605230"/>
                  </a:lnTo>
                  <a:lnTo>
                    <a:pt x="8399045" y="2572564"/>
                  </a:lnTo>
                  <a:lnTo>
                    <a:pt x="8350572" y="2541784"/>
                  </a:lnTo>
                  <a:lnTo>
                    <a:pt x="8301840" y="2513104"/>
                  </a:lnTo>
                  <a:lnTo>
                    <a:pt x="8252530" y="2486648"/>
                  </a:lnTo>
                  <a:lnTo>
                    <a:pt x="8202192" y="2462458"/>
                  </a:lnTo>
                  <a:lnTo>
                    <a:pt x="8151487" y="2441002"/>
                  </a:lnTo>
                  <a:lnTo>
                    <a:pt x="8104062" y="2423516"/>
                  </a:lnTo>
                  <a:lnTo>
                    <a:pt x="8054132" y="2407693"/>
                  </a:lnTo>
                  <a:lnTo>
                    <a:pt x="8000942" y="2393456"/>
                  </a:lnTo>
                  <a:lnTo>
                    <a:pt x="7943661" y="2380674"/>
                  </a:lnTo>
                  <a:lnTo>
                    <a:pt x="7881444" y="2369194"/>
                  </a:lnTo>
                  <a:lnTo>
                    <a:pt x="7813484" y="2358865"/>
                  </a:lnTo>
                  <a:lnTo>
                    <a:pt x="7739090" y="2349551"/>
                  </a:lnTo>
                  <a:lnTo>
                    <a:pt x="7657791" y="2341138"/>
                  </a:lnTo>
                  <a:lnTo>
                    <a:pt x="7569477" y="2333536"/>
                  </a:lnTo>
                  <a:lnTo>
                    <a:pt x="7474570" y="2326685"/>
                  </a:lnTo>
                  <a:lnTo>
                    <a:pt x="7374217" y="2320552"/>
                  </a:lnTo>
                  <a:lnTo>
                    <a:pt x="7270455" y="2315127"/>
                  </a:lnTo>
                  <a:lnTo>
                    <a:pt x="7166282" y="2310419"/>
                  </a:lnTo>
                  <a:lnTo>
                    <a:pt x="7065557" y="2306445"/>
                  </a:lnTo>
                  <a:lnTo>
                    <a:pt x="6972646" y="2303216"/>
                  </a:lnTo>
                  <a:lnTo>
                    <a:pt x="6891822" y="2300720"/>
                  </a:lnTo>
                  <a:lnTo>
                    <a:pt x="6826507" y="2298917"/>
                  </a:lnTo>
                  <a:lnTo>
                    <a:pt x="6778557" y="2297727"/>
                  </a:lnTo>
                  <a:lnTo>
                    <a:pt x="6747800" y="2297038"/>
                  </a:lnTo>
                  <a:lnTo>
                    <a:pt x="6731936" y="2296715"/>
                  </a:lnTo>
                  <a:lnTo>
                    <a:pt x="6726734" y="2296619"/>
                  </a:lnTo>
                  <a:lnTo>
                    <a:pt x="6726343" y="2296612"/>
                  </a:lnTo>
                  <a:lnTo>
                    <a:pt x="5254955" y="2296612"/>
                  </a:lnTo>
                  <a:lnTo>
                    <a:pt x="5253779" y="2296557"/>
                  </a:lnTo>
                  <a:lnTo>
                    <a:pt x="5246054" y="2296168"/>
                  </a:lnTo>
                  <a:lnTo>
                    <a:pt x="5226600" y="2295090"/>
                  </a:lnTo>
                  <a:lnTo>
                    <a:pt x="5191866" y="2292969"/>
                  </a:lnTo>
                  <a:lnTo>
                    <a:pt x="5140192" y="2289478"/>
                  </a:lnTo>
                  <a:lnTo>
                    <a:pt x="5071930" y="2284350"/>
                  </a:lnTo>
                  <a:lnTo>
                    <a:pt x="4989272" y="2277407"/>
                  </a:lnTo>
                  <a:lnTo>
                    <a:pt x="4895739" y="2268561"/>
                  </a:lnTo>
                  <a:lnTo>
                    <a:pt x="4795498" y="2257803"/>
                  </a:lnTo>
                  <a:lnTo>
                    <a:pt x="4692670" y="2245164"/>
                  </a:lnTo>
                  <a:lnTo>
                    <a:pt x="4590815" y="2230686"/>
                  </a:lnTo>
                  <a:lnTo>
                    <a:pt x="4492649" y="2214385"/>
                  </a:lnTo>
                  <a:lnTo>
                    <a:pt x="4399982" y="2196230"/>
                  </a:lnTo>
                  <a:lnTo>
                    <a:pt x="4313805" y="2176127"/>
                  </a:lnTo>
                  <a:lnTo>
                    <a:pt x="4234450" y="2153912"/>
                  </a:lnTo>
                  <a:lnTo>
                    <a:pt x="4161766" y="2129353"/>
                  </a:lnTo>
                  <a:lnTo>
                    <a:pt x="4095277" y="2102156"/>
                  </a:lnTo>
                  <a:lnTo>
                    <a:pt x="4034311" y="2071969"/>
                  </a:lnTo>
                  <a:lnTo>
                    <a:pt x="3978091" y="2038409"/>
                  </a:lnTo>
                  <a:lnTo>
                    <a:pt x="3925808" y="2001091"/>
                  </a:lnTo>
                  <a:lnTo>
                    <a:pt x="3876670" y="1959681"/>
                  </a:lnTo>
                  <a:lnTo>
                    <a:pt x="3829954" y="1913993"/>
                  </a:lnTo>
                  <a:lnTo>
                    <a:pt x="3829811" y="1913843"/>
                  </a:lnTo>
                  <a:lnTo>
                    <a:pt x="3789015" y="1868685"/>
                  </a:lnTo>
                  <a:lnTo>
                    <a:pt x="3749309" y="1819929"/>
                  </a:lnTo>
                  <a:lnTo>
                    <a:pt x="3710371" y="1767503"/>
                  </a:lnTo>
                  <a:lnTo>
                    <a:pt x="3671946" y="1711406"/>
                  </a:lnTo>
                  <a:lnTo>
                    <a:pt x="3633838" y="1651717"/>
                  </a:lnTo>
                  <a:lnTo>
                    <a:pt x="3595895" y="1588599"/>
                  </a:lnTo>
                  <a:lnTo>
                    <a:pt x="3558013" y="1522305"/>
                  </a:lnTo>
                  <a:lnTo>
                    <a:pt x="3520120" y="1453176"/>
                  </a:lnTo>
                  <a:lnTo>
                    <a:pt x="3482178" y="1381640"/>
                  </a:lnTo>
                  <a:lnTo>
                    <a:pt x="3444173" y="1308202"/>
                  </a:lnTo>
                  <a:lnTo>
                    <a:pt x="3406114" y="1233430"/>
                  </a:lnTo>
                  <a:lnTo>
                    <a:pt x="3368022" y="1157936"/>
                  </a:lnTo>
                  <a:lnTo>
                    <a:pt x="3329925" y="1082361"/>
                  </a:lnTo>
                  <a:lnTo>
                    <a:pt x="3291855" y="1007345"/>
                  </a:lnTo>
                  <a:lnTo>
                    <a:pt x="3253835" y="933512"/>
                  </a:lnTo>
                  <a:lnTo>
                    <a:pt x="3215878" y="861441"/>
                  </a:lnTo>
                  <a:lnTo>
                    <a:pt x="3177975" y="791655"/>
                  </a:lnTo>
                  <a:lnTo>
                    <a:pt x="3140095" y="724603"/>
                  </a:lnTo>
                  <a:lnTo>
                    <a:pt x="3102176" y="660649"/>
                  </a:lnTo>
                  <a:lnTo>
                    <a:pt x="3064123" y="600068"/>
                  </a:lnTo>
                  <a:lnTo>
                    <a:pt x="3025795" y="543046"/>
                  </a:lnTo>
                  <a:lnTo>
                    <a:pt x="2987010" y="489682"/>
                  </a:lnTo>
                  <a:lnTo>
                    <a:pt x="2947527" y="439996"/>
                  </a:lnTo>
                  <a:lnTo>
                    <a:pt x="2907043" y="393932"/>
                  </a:lnTo>
                  <a:lnTo>
                    <a:pt x="2896531" y="382768"/>
                  </a:lnTo>
                  <a:lnTo>
                    <a:pt x="2849822" y="337067"/>
                  </a:lnTo>
                  <a:lnTo>
                    <a:pt x="2800693" y="295644"/>
                  </a:lnTo>
                  <a:lnTo>
                    <a:pt x="2748420" y="258313"/>
                  </a:lnTo>
                  <a:lnTo>
                    <a:pt x="2692214" y="224742"/>
                  </a:lnTo>
                  <a:lnTo>
                    <a:pt x="2631264" y="194546"/>
                  </a:lnTo>
                  <a:lnTo>
                    <a:pt x="2564793" y="167339"/>
                  </a:lnTo>
                  <a:lnTo>
                    <a:pt x="2492129" y="142773"/>
                  </a:lnTo>
                  <a:lnTo>
                    <a:pt x="2412796" y="120551"/>
                  </a:lnTo>
                  <a:lnTo>
                    <a:pt x="2326640" y="100441"/>
                  </a:lnTo>
                  <a:lnTo>
                    <a:pt x="2233993" y="82280"/>
                  </a:lnTo>
                  <a:lnTo>
                    <a:pt x="2135841" y="65974"/>
                  </a:lnTo>
                  <a:lnTo>
                    <a:pt x="2033994" y="51490"/>
                  </a:lnTo>
                  <a:lnTo>
                    <a:pt x="1931164" y="38845"/>
                  </a:lnTo>
                  <a:lnTo>
                    <a:pt x="1830908" y="28081"/>
                  </a:lnTo>
                  <a:lnTo>
                    <a:pt x="1737348" y="19230"/>
                  </a:lnTo>
                  <a:lnTo>
                    <a:pt x="1654649" y="12281"/>
                  </a:lnTo>
                  <a:lnTo>
                    <a:pt x="1586339" y="7147"/>
                  </a:lnTo>
                  <a:lnTo>
                    <a:pt x="1534611" y="3651"/>
                  </a:lnTo>
                  <a:lnTo>
                    <a:pt x="1499825" y="1526"/>
                  </a:lnTo>
                  <a:lnTo>
                    <a:pt x="1480328" y="446"/>
                  </a:lnTo>
                  <a:lnTo>
                    <a:pt x="1472574" y="55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83" name="pl183"/>
            <p:cNvSpPr/>
            <p:nvPr/>
          </p:nvSpPr>
          <p:spPr>
            <a:xfrm>
              <a:off x="4799595" y="4938905"/>
              <a:ext cx="11981298" cy="3162950"/>
            </a:xfrm>
            <a:custGeom>
              <a:avLst/>
              <a:pathLst>
                <a:path w="11981298" h="3162950">
                  <a:moveTo>
                    <a:pt x="0" y="0"/>
                  </a:moveTo>
                  <a:lnTo>
                    <a:pt x="1471387" y="0"/>
                  </a:lnTo>
                  <a:lnTo>
                    <a:pt x="1472563" y="54"/>
                  </a:lnTo>
                  <a:lnTo>
                    <a:pt x="1480288" y="444"/>
                  </a:lnTo>
                  <a:lnTo>
                    <a:pt x="1499742" y="1521"/>
                  </a:lnTo>
                  <a:lnTo>
                    <a:pt x="1534476" y="3642"/>
                  </a:lnTo>
                  <a:lnTo>
                    <a:pt x="1586150" y="7134"/>
                  </a:lnTo>
                  <a:lnTo>
                    <a:pt x="1654412" y="12262"/>
                  </a:lnTo>
                  <a:lnTo>
                    <a:pt x="1737070" y="19205"/>
                  </a:lnTo>
                  <a:lnTo>
                    <a:pt x="1830603" y="28050"/>
                  </a:lnTo>
                  <a:lnTo>
                    <a:pt x="1930844" y="38809"/>
                  </a:lnTo>
                  <a:lnTo>
                    <a:pt x="2033672" y="51447"/>
                  </a:lnTo>
                  <a:lnTo>
                    <a:pt x="2135527" y="65925"/>
                  </a:lnTo>
                  <a:lnTo>
                    <a:pt x="2233694" y="82226"/>
                  </a:lnTo>
                  <a:lnTo>
                    <a:pt x="2326360" y="100381"/>
                  </a:lnTo>
                  <a:lnTo>
                    <a:pt x="2412537" y="120485"/>
                  </a:lnTo>
                  <a:lnTo>
                    <a:pt x="2491892" y="142700"/>
                  </a:lnTo>
                  <a:lnTo>
                    <a:pt x="2564576" y="167258"/>
                  </a:lnTo>
                  <a:lnTo>
                    <a:pt x="2631065" y="194456"/>
                  </a:lnTo>
                  <a:lnTo>
                    <a:pt x="2692031" y="224642"/>
                  </a:lnTo>
                  <a:lnTo>
                    <a:pt x="2748251" y="258202"/>
                  </a:lnTo>
                  <a:lnTo>
                    <a:pt x="2800534" y="295521"/>
                  </a:lnTo>
                  <a:lnTo>
                    <a:pt x="2849673" y="336931"/>
                  </a:lnTo>
                  <a:lnTo>
                    <a:pt x="2896388" y="382619"/>
                  </a:lnTo>
                  <a:lnTo>
                    <a:pt x="2896531" y="382768"/>
                  </a:lnTo>
                  <a:lnTo>
                    <a:pt x="2937327" y="427926"/>
                  </a:lnTo>
                  <a:lnTo>
                    <a:pt x="2977033" y="476683"/>
                  </a:lnTo>
                  <a:lnTo>
                    <a:pt x="3015971" y="529109"/>
                  </a:lnTo>
                  <a:lnTo>
                    <a:pt x="3054396" y="585205"/>
                  </a:lnTo>
                  <a:lnTo>
                    <a:pt x="3092505" y="644894"/>
                  </a:lnTo>
                  <a:lnTo>
                    <a:pt x="3130447" y="708012"/>
                  </a:lnTo>
                  <a:lnTo>
                    <a:pt x="3168329" y="774307"/>
                  </a:lnTo>
                  <a:lnTo>
                    <a:pt x="3206222" y="843436"/>
                  </a:lnTo>
                  <a:lnTo>
                    <a:pt x="3244164" y="914971"/>
                  </a:lnTo>
                  <a:lnTo>
                    <a:pt x="3282169" y="988409"/>
                  </a:lnTo>
                  <a:lnTo>
                    <a:pt x="3320228" y="1063182"/>
                  </a:lnTo>
                  <a:lnTo>
                    <a:pt x="3358320" y="1138675"/>
                  </a:lnTo>
                  <a:lnTo>
                    <a:pt x="3396417" y="1214251"/>
                  </a:lnTo>
                  <a:lnTo>
                    <a:pt x="3434487" y="1289266"/>
                  </a:lnTo>
                  <a:lnTo>
                    <a:pt x="3472507" y="1363100"/>
                  </a:lnTo>
                  <a:lnTo>
                    <a:pt x="3510465" y="1435171"/>
                  </a:lnTo>
                  <a:lnTo>
                    <a:pt x="3548368" y="1504956"/>
                  </a:lnTo>
                  <a:lnTo>
                    <a:pt x="3586247" y="1572008"/>
                  </a:lnTo>
                  <a:lnTo>
                    <a:pt x="3624166" y="1635963"/>
                  </a:lnTo>
                  <a:lnTo>
                    <a:pt x="3662220" y="1696544"/>
                  </a:lnTo>
                  <a:lnTo>
                    <a:pt x="3700547" y="1753566"/>
                  </a:lnTo>
                  <a:lnTo>
                    <a:pt x="3739333" y="1806929"/>
                  </a:lnTo>
                  <a:lnTo>
                    <a:pt x="3778815" y="1856616"/>
                  </a:lnTo>
                  <a:lnTo>
                    <a:pt x="3819299" y="1902680"/>
                  </a:lnTo>
                  <a:lnTo>
                    <a:pt x="3829811" y="1913843"/>
                  </a:lnTo>
                  <a:lnTo>
                    <a:pt x="3876520" y="1959544"/>
                  </a:lnTo>
                  <a:lnTo>
                    <a:pt x="3925650" y="2000968"/>
                  </a:lnTo>
                  <a:lnTo>
                    <a:pt x="3977922" y="2038299"/>
                  </a:lnTo>
                  <a:lnTo>
                    <a:pt x="4034128" y="2071870"/>
                  </a:lnTo>
                  <a:lnTo>
                    <a:pt x="4095078" y="2102066"/>
                  </a:lnTo>
                  <a:lnTo>
                    <a:pt x="4161549" y="2129272"/>
                  </a:lnTo>
                  <a:lnTo>
                    <a:pt x="4234213" y="2153839"/>
                  </a:lnTo>
                  <a:lnTo>
                    <a:pt x="4313546" y="2176061"/>
                  </a:lnTo>
                  <a:lnTo>
                    <a:pt x="4399702" y="2196171"/>
                  </a:lnTo>
                  <a:lnTo>
                    <a:pt x="4492349" y="2214332"/>
                  </a:lnTo>
                  <a:lnTo>
                    <a:pt x="4590501" y="2230638"/>
                  </a:lnTo>
                  <a:lnTo>
                    <a:pt x="4692348" y="2245122"/>
                  </a:lnTo>
                  <a:lnTo>
                    <a:pt x="4795178" y="2257766"/>
                  </a:lnTo>
                  <a:lnTo>
                    <a:pt x="4895434" y="2268531"/>
                  </a:lnTo>
                  <a:lnTo>
                    <a:pt x="4988994" y="2277382"/>
                  </a:lnTo>
                  <a:lnTo>
                    <a:pt x="5071693" y="2284331"/>
                  </a:lnTo>
                  <a:lnTo>
                    <a:pt x="5140003" y="2289464"/>
                  </a:lnTo>
                  <a:lnTo>
                    <a:pt x="5191731" y="2292961"/>
                  </a:lnTo>
                  <a:lnTo>
                    <a:pt x="5226517" y="2295085"/>
                  </a:lnTo>
                  <a:lnTo>
                    <a:pt x="5246014" y="2296165"/>
                  </a:lnTo>
                  <a:lnTo>
                    <a:pt x="5253768" y="2296557"/>
                  </a:lnTo>
                  <a:lnTo>
                    <a:pt x="5254955" y="2296612"/>
                  </a:lnTo>
                  <a:lnTo>
                    <a:pt x="5254955" y="2296612"/>
                  </a:lnTo>
                  <a:lnTo>
                    <a:pt x="6726343" y="2296612"/>
                  </a:lnTo>
                  <a:lnTo>
                    <a:pt x="6727571" y="2296634"/>
                  </a:lnTo>
                  <a:lnTo>
                    <a:pt x="6735634" y="2296787"/>
                  </a:lnTo>
                  <a:lnTo>
                    <a:pt x="6755910" y="2297213"/>
                  </a:lnTo>
                  <a:lnTo>
                    <a:pt x="6792043" y="2298049"/>
                  </a:lnTo>
                  <a:lnTo>
                    <a:pt x="6845658" y="2299426"/>
                  </a:lnTo>
                  <a:lnTo>
                    <a:pt x="6916248" y="2301444"/>
                  </a:lnTo>
                  <a:lnTo>
                    <a:pt x="7001387" y="2304173"/>
                  </a:lnTo>
                  <a:lnTo>
                    <a:pt x="7097295" y="2307642"/>
                  </a:lnTo>
                  <a:lnTo>
                    <a:pt x="7199590" y="2311853"/>
                  </a:lnTo>
                  <a:lnTo>
                    <a:pt x="7304015" y="2316793"/>
                  </a:lnTo>
                  <a:lnTo>
                    <a:pt x="7406962" y="2322446"/>
                  </a:lnTo>
                  <a:lnTo>
                    <a:pt x="7505741" y="2328808"/>
                  </a:lnTo>
                  <a:lnTo>
                    <a:pt x="7598615" y="2335895"/>
                  </a:lnTo>
                  <a:lnTo>
                    <a:pt x="7684691" y="2343750"/>
                  </a:lnTo>
                  <a:lnTo>
                    <a:pt x="7763738" y="2352442"/>
                  </a:lnTo>
                  <a:lnTo>
                    <a:pt x="7836000" y="2362068"/>
                  </a:lnTo>
                  <a:lnTo>
                    <a:pt x="7902031" y="2372751"/>
                  </a:lnTo>
                  <a:lnTo>
                    <a:pt x="7962570" y="2384633"/>
                  </a:lnTo>
                  <a:lnTo>
                    <a:pt x="8018444" y="2397866"/>
                  </a:lnTo>
                  <a:lnTo>
                    <a:pt x="8070498" y="2412601"/>
                  </a:lnTo>
                  <a:lnTo>
                    <a:pt x="8119545" y="2428954"/>
                  </a:lnTo>
                  <a:lnTo>
                    <a:pt x="8151487" y="2441002"/>
                  </a:lnTo>
                  <a:lnTo>
                    <a:pt x="8203423" y="2463015"/>
                  </a:lnTo>
                  <a:lnTo>
                    <a:pt x="8253730" y="2487260"/>
                  </a:lnTo>
                  <a:lnTo>
                    <a:pt x="8303020" y="2513770"/>
                  </a:lnTo>
                  <a:lnTo>
                    <a:pt x="8351743" y="2542503"/>
                  </a:lnTo>
                  <a:lnTo>
                    <a:pt x="8400213" y="2573331"/>
                  </a:lnTo>
                  <a:lnTo>
                    <a:pt x="8448634" y="2606038"/>
                  </a:lnTo>
                  <a:lnTo>
                    <a:pt x="8497118" y="2640319"/>
                  </a:lnTo>
                  <a:lnTo>
                    <a:pt x="8545701" y="2675787"/>
                  </a:lnTo>
                  <a:lnTo>
                    <a:pt x="8594366" y="2711994"/>
                  </a:lnTo>
                  <a:lnTo>
                    <a:pt x="8643062" y="2748446"/>
                  </a:lnTo>
                  <a:lnTo>
                    <a:pt x="8691725" y="2784641"/>
                  </a:lnTo>
                  <a:lnTo>
                    <a:pt x="8740306" y="2820085"/>
                  </a:lnTo>
                  <a:lnTo>
                    <a:pt x="8788787" y="2854332"/>
                  </a:lnTo>
                  <a:lnTo>
                    <a:pt x="8837208" y="2886998"/>
                  </a:lnTo>
                  <a:lnTo>
                    <a:pt x="8885681" y="2917778"/>
                  </a:lnTo>
                  <a:lnTo>
                    <a:pt x="8934414" y="2946458"/>
                  </a:lnTo>
                  <a:lnTo>
                    <a:pt x="8983723" y="2972913"/>
                  </a:lnTo>
                  <a:lnTo>
                    <a:pt x="9034061" y="2997104"/>
                  </a:lnTo>
                  <a:lnTo>
                    <a:pt x="9084767" y="3018560"/>
                  </a:lnTo>
                  <a:lnTo>
                    <a:pt x="9132192" y="3036046"/>
                  </a:lnTo>
                  <a:lnTo>
                    <a:pt x="9182121" y="3051869"/>
                  </a:lnTo>
                  <a:lnTo>
                    <a:pt x="9235312" y="3066106"/>
                  </a:lnTo>
                  <a:lnTo>
                    <a:pt x="9292592" y="3078888"/>
                  </a:lnTo>
                  <a:lnTo>
                    <a:pt x="9354809" y="3090368"/>
                  </a:lnTo>
                  <a:lnTo>
                    <a:pt x="9422770" y="3100697"/>
                  </a:lnTo>
                  <a:lnTo>
                    <a:pt x="9497164" y="3110011"/>
                  </a:lnTo>
                  <a:lnTo>
                    <a:pt x="9578462" y="3118424"/>
                  </a:lnTo>
                  <a:lnTo>
                    <a:pt x="9666777" y="3126026"/>
                  </a:lnTo>
                  <a:lnTo>
                    <a:pt x="9761683" y="3132877"/>
                  </a:lnTo>
                  <a:lnTo>
                    <a:pt x="9862036" y="3139010"/>
                  </a:lnTo>
                  <a:lnTo>
                    <a:pt x="9965798" y="3144435"/>
                  </a:lnTo>
                  <a:lnTo>
                    <a:pt x="10069971" y="3149143"/>
                  </a:lnTo>
                  <a:lnTo>
                    <a:pt x="10170697" y="3153117"/>
                  </a:lnTo>
                  <a:lnTo>
                    <a:pt x="10263608" y="3156346"/>
                  </a:lnTo>
                  <a:lnTo>
                    <a:pt x="10344431" y="3158841"/>
                  </a:lnTo>
                  <a:lnTo>
                    <a:pt x="10409746" y="3160644"/>
                  </a:lnTo>
                  <a:lnTo>
                    <a:pt x="10457696" y="3161835"/>
                  </a:lnTo>
                  <a:lnTo>
                    <a:pt x="10488453" y="3162524"/>
                  </a:lnTo>
                  <a:lnTo>
                    <a:pt x="10504317" y="3162847"/>
                  </a:lnTo>
                  <a:lnTo>
                    <a:pt x="10509520" y="3162943"/>
                  </a:lnTo>
                  <a:lnTo>
                    <a:pt x="10509911" y="3162950"/>
                  </a:lnTo>
                  <a:lnTo>
                    <a:pt x="11981298" y="316295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4" name="pl184"/>
            <p:cNvSpPr/>
            <p:nvPr/>
          </p:nvSpPr>
          <p:spPr>
            <a:xfrm>
              <a:off x="4799595" y="4930732"/>
              <a:ext cx="11981298" cy="3162950"/>
            </a:xfrm>
            <a:custGeom>
              <a:avLst/>
              <a:pathLst>
                <a:path w="11981298" h="3162950">
                  <a:moveTo>
                    <a:pt x="11981298" y="3162950"/>
                  </a:moveTo>
                  <a:lnTo>
                    <a:pt x="10509911" y="3162950"/>
                  </a:lnTo>
                  <a:lnTo>
                    <a:pt x="10508682" y="3162928"/>
                  </a:lnTo>
                  <a:lnTo>
                    <a:pt x="10500619" y="3162774"/>
                  </a:lnTo>
                  <a:lnTo>
                    <a:pt x="10480343" y="3162349"/>
                  </a:lnTo>
                  <a:lnTo>
                    <a:pt x="10444210" y="3161513"/>
                  </a:lnTo>
                  <a:lnTo>
                    <a:pt x="10390595" y="3160136"/>
                  </a:lnTo>
                  <a:lnTo>
                    <a:pt x="10320005" y="3158118"/>
                  </a:lnTo>
                  <a:lnTo>
                    <a:pt x="10234866" y="3155389"/>
                  </a:lnTo>
                  <a:lnTo>
                    <a:pt x="10138959" y="3151920"/>
                  </a:lnTo>
                  <a:lnTo>
                    <a:pt x="10036663" y="3147709"/>
                  </a:lnTo>
                  <a:lnTo>
                    <a:pt x="9932238" y="3142769"/>
                  </a:lnTo>
                  <a:lnTo>
                    <a:pt x="9829291" y="3137116"/>
                  </a:lnTo>
                  <a:lnTo>
                    <a:pt x="9730512" y="3130754"/>
                  </a:lnTo>
                  <a:lnTo>
                    <a:pt x="9637638" y="3123667"/>
                  </a:lnTo>
                  <a:lnTo>
                    <a:pt x="9551562" y="3115812"/>
                  </a:lnTo>
                  <a:lnTo>
                    <a:pt x="9472515" y="3107120"/>
                  </a:lnTo>
                  <a:lnTo>
                    <a:pt x="9400254" y="3097494"/>
                  </a:lnTo>
                  <a:lnTo>
                    <a:pt x="9334222" y="3086811"/>
                  </a:lnTo>
                  <a:lnTo>
                    <a:pt x="9273683" y="3074929"/>
                  </a:lnTo>
                  <a:lnTo>
                    <a:pt x="9217809" y="3061696"/>
                  </a:lnTo>
                  <a:lnTo>
                    <a:pt x="9165755" y="3046961"/>
                  </a:lnTo>
                  <a:lnTo>
                    <a:pt x="9116708" y="3030608"/>
                  </a:lnTo>
                  <a:lnTo>
                    <a:pt x="9084767" y="3018560"/>
                  </a:lnTo>
                  <a:lnTo>
                    <a:pt x="9032831" y="2996547"/>
                  </a:lnTo>
                  <a:lnTo>
                    <a:pt x="8982524" y="2972302"/>
                  </a:lnTo>
                  <a:lnTo>
                    <a:pt x="8933233" y="2945792"/>
                  </a:lnTo>
                  <a:lnTo>
                    <a:pt x="8884510" y="2917059"/>
                  </a:lnTo>
                  <a:lnTo>
                    <a:pt x="8836040" y="2886231"/>
                  </a:lnTo>
                  <a:lnTo>
                    <a:pt x="8787619" y="2853524"/>
                  </a:lnTo>
                  <a:lnTo>
                    <a:pt x="8739135" y="2819243"/>
                  </a:lnTo>
                  <a:lnTo>
                    <a:pt x="8690552" y="2783775"/>
                  </a:lnTo>
                  <a:lnTo>
                    <a:pt x="8641887" y="2747568"/>
                  </a:lnTo>
                  <a:lnTo>
                    <a:pt x="8593192" y="2711115"/>
                  </a:lnTo>
                  <a:lnTo>
                    <a:pt x="8544528" y="2674921"/>
                  </a:lnTo>
                  <a:lnTo>
                    <a:pt x="8495947" y="2639476"/>
                  </a:lnTo>
                  <a:lnTo>
                    <a:pt x="8447466" y="2605230"/>
                  </a:lnTo>
                  <a:lnTo>
                    <a:pt x="8399045" y="2572564"/>
                  </a:lnTo>
                  <a:lnTo>
                    <a:pt x="8350572" y="2541784"/>
                  </a:lnTo>
                  <a:lnTo>
                    <a:pt x="8301840" y="2513104"/>
                  </a:lnTo>
                  <a:lnTo>
                    <a:pt x="8252530" y="2486648"/>
                  </a:lnTo>
                  <a:lnTo>
                    <a:pt x="8202192" y="2462458"/>
                  </a:lnTo>
                  <a:lnTo>
                    <a:pt x="8151487" y="2441002"/>
                  </a:lnTo>
                  <a:lnTo>
                    <a:pt x="8104062" y="2423516"/>
                  </a:lnTo>
                  <a:lnTo>
                    <a:pt x="8054132" y="2407693"/>
                  </a:lnTo>
                  <a:lnTo>
                    <a:pt x="8000942" y="2393456"/>
                  </a:lnTo>
                  <a:lnTo>
                    <a:pt x="7943661" y="2380674"/>
                  </a:lnTo>
                  <a:lnTo>
                    <a:pt x="7881444" y="2369194"/>
                  </a:lnTo>
                  <a:lnTo>
                    <a:pt x="7813484" y="2358865"/>
                  </a:lnTo>
                  <a:lnTo>
                    <a:pt x="7739090" y="2349551"/>
                  </a:lnTo>
                  <a:lnTo>
                    <a:pt x="7657791" y="2341138"/>
                  </a:lnTo>
                  <a:lnTo>
                    <a:pt x="7569477" y="2333536"/>
                  </a:lnTo>
                  <a:lnTo>
                    <a:pt x="7474570" y="2326685"/>
                  </a:lnTo>
                  <a:lnTo>
                    <a:pt x="7374217" y="2320552"/>
                  </a:lnTo>
                  <a:lnTo>
                    <a:pt x="7270455" y="2315127"/>
                  </a:lnTo>
                  <a:lnTo>
                    <a:pt x="7166282" y="2310419"/>
                  </a:lnTo>
                  <a:lnTo>
                    <a:pt x="7065557" y="2306445"/>
                  </a:lnTo>
                  <a:lnTo>
                    <a:pt x="6972646" y="2303216"/>
                  </a:lnTo>
                  <a:lnTo>
                    <a:pt x="6891822" y="2300720"/>
                  </a:lnTo>
                  <a:lnTo>
                    <a:pt x="6826507" y="2298917"/>
                  </a:lnTo>
                  <a:lnTo>
                    <a:pt x="6778557" y="2297727"/>
                  </a:lnTo>
                  <a:lnTo>
                    <a:pt x="6747800" y="2297038"/>
                  </a:lnTo>
                  <a:lnTo>
                    <a:pt x="6731936" y="2296715"/>
                  </a:lnTo>
                  <a:lnTo>
                    <a:pt x="6726734" y="2296619"/>
                  </a:lnTo>
                  <a:lnTo>
                    <a:pt x="6726343" y="2296612"/>
                  </a:lnTo>
                  <a:lnTo>
                    <a:pt x="5254955" y="2296612"/>
                  </a:lnTo>
                  <a:lnTo>
                    <a:pt x="5253779" y="2296557"/>
                  </a:lnTo>
                  <a:lnTo>
                    <a:pt x="5246054" y="2296168"/>
                  </a:lnTo>
                  <a:lnTo>
                    <a:pt x="5226600" y="2295090"/>
                  </a:lnTo>
                  <a:lnTo>
                    <a:pt x="5191866" y="2292969"/>
                  </a:lnTo>
                  <a:lnTo>
                    <a:pt x="5140192" y="2289478"/>
                  </a:lnTo>
                  <a:lnTo>
                    <a:pt x="5071930" y="2284350"/>
                  </a:lnTo>
                  <a:lnTo>
                    <a:pt x="4989272" y="2277407"/>
                  </a:lnTo>
                  <a:lnTo>
                    <a:pt x="4895739" y="2268561"/>
                  </a:lnTo>
                  <a:lnTo>
                    <a:pt x="4795498" y="2257803"/>
                  </a:lnTo>
                  <a:lnTo>
                    <a:pt x="4692670" y="2245164"/>
                  </a:lnTo>
                  <a:lnTo>
                    <a:pt x="4590815" y="2230686"/>
                  </a:lnTo>
                  <a:lnTo>
                    <a:pt x="4492649" y="2214385"/>
                  </a:lnTo>
                  <a:lnTo>
                    <a:pt x="4399982" y="2196230"/>
                  </a:lnTo>
                  <a:lnTo>
                    <a:pt x="4313805" y="2176127"/>
                  </a:lnTo>
                  <a:lnTo>
                    <a:pt x="4234450" y="2153912"/>
                  </a:lnTo>
                  <a:lnTo>
                    <a:pt x="4161766" y="2129353"/>
                  </a:lnTo>
                  <a:lnTo>
                    <a:pt x="4095277" y="2102156"/>
                  </a:lnTo>
                  <a:lnTo>
                    <a:pt x="4034311" y="2071969"/>
                  </a:lnTo>
                  <a:lnTo>
                    <a:pt x="3978091" y="2038409"/>
                  </a:lnTo>
                  <a:lnTo>
                    <a:pt x="3925808" y="2001091"/>
                  </a:lnTo>
                  <a:lnTo>
                    <a:pt x="3876670" y="1959681"/>
                  </a:lnTo>
                  <a:lnTo>
                    <a:pt x="3829954" y="1913993"/>
                  </a:lnTo>
                  <a:lnTo>
                    <a:pt x="3829811" y="1913843"/>
                  </a:lnTo>
                  <a:lnTo>
                    <a:pt x="3789015" y="1868685"/>
                  </a:lnTo>
                  <a:lnTo>
                    <a:pt x="3749309" y="1819929"/>
                  </a:lnTo>
                  <a:lnTo>
                    <a:pt x="3710371" y="1767503"/>
                  </a:lnTo>
                  <a:lnTo>
                    <a:pt x="3671946" y="1711406"/>
                  </a:lnTo>
                  <a:lnTo>
                    <a:pt x="3633838" y="1651717"/>
                  </a:lnTo>
                  <a:lnTo>
                    <a:pt x="3595895" y="1588599"/>
                  </a:lnTo>
                  <a:lnTo>
                    <a:pt x="3558013" y="1522305"/>
                  </a:lnTo>
                  <a:lnTo>
                    <a:pt x="3520120" y="1453176"/>
                  </a:lnTo>
                  <a:lnTo>
                    <a:pt x="3482178" y="1381640"/>
                  </a:lnTo>
                  <a:lnTo>
                    <a:pt x="3444173" y="1308202"/>
                  </a:lnTo>
                  <a:lnTo>
                    <a:pt x="3406114" y="1233430"/>
                  </a:lnTo>
                  <a:lnTo>
                    <a:pt x="3368022" y="1157936"/>
                  </a:lnTo>
                  <a:lnTo>
                    <a:pt x="3329925" y="1082361"/>
                  </a:lnTo>
                  <a:lnTo>
                    <a:pt x="3291855" y="1007345"/>
                  </a:lnTo>
                  <a:lnTo>
                    <a:pt x="3253835" y="933512"/>
                  </a:lnTo>
                  <a:lnTo>
                    <a:pt x="3215878" y="861441"/>
                  </a:lnTo>
                  <a:lnTo>
                    <a:pt x="3177975" y="791655"/>
                  </a:lnTo>
                  <a:lnTo>
                    <a:pt x="3140095" y="724603"/>
                  </a:lnTo>
                  <a:lnTo>
                    <a:pt x="3102176" y="660649"/>
                  </a:lnTo>
                  <a:lnTo>
                    <a:pt x="3064123" y="600068"/>
                  </a:lnTo>
                  <a:lnTo>
                    <a:pt x="3025795" y="543046"/>
                  </a:lnTo>
                  <a:lnTo>
                    <a:pt x="2987010" y="489682"/>
                  </a:lnTo>
                  <a:lnTo>
                    <a:pt x="2947527" y="439996"/>
                  </a:lnTo>
                  <a:lnTo>
                    <a:pt x="2907043" y="393932"/>
                  </a:lnTo>
                  <a:lnTo>
                    <a:pt x="2896531" y="382768"/>
                  </a:lnTo>
                  <a:lnTo>
                    <a:pt x="2849822" y="337067"/>
                  </a:lnTo>
                  <a:lnTo>
                    <a:pt x="2800693" y="295644"/>
                  </a:lnTo>
                  <a:lnTo>
                    <a:pt x="2748420" y="258313"/>
                  </a:lnTo>
                  <a:lnTo>
                    <a:pt x="2692214" y="224742"/>
                  </a:lnTo>
                  <a:lnTo>
                    <a:pt x="2631264" y="194546"/>
                  </a:lnTo>
                  <a:lnTo>
                    <a:pt x="2564793" y="167339"/>
                  </a:lnTo>
                  <a:lnTo>
                    <a:pt x="2492129" y="142773"/>
                  </a:lnTo>
                  <a:lnTo>
                    <a:pt x="2412796" y="120551"/>
                  </a:lnTo>
                  <a:lnTo>
                    <a:pt x="2326640" y="100441"/>
                  </a:lnTo>
                  <a:lnTo>
                    <a:pt x="2233993" y="82280"/>
                  </a:lnTo>
                  <a:lnTo>
                    <a:pt x="2135841" y="65974"/>
                  </a:lnTo>
                  <a:lnTo>
                    <a:pt x="2033994" y="51490"/>
                  </a:lnTo>
                  <a:lnTo>
                    <a:pt x="1931164" y="38845"/>
                  </a:lnTo>
                  <a:lnTo>
                    <a:pt x="1830908" y="28081"/>
                  </a:lnTo>
                  <a:lnTo>
                    <a:pt x="1737348" y="19230"/>
                  </a:lnTo>
                  <a:lnTo>
                    <a:pt x="1654649" y="12281"/>
                  </a:lnTo>
                  <a:lnTo>
                    <a:pt x="1586339" y="7147"/>
                  </a:lnTo>
                  <a:lnTo>
                    <a:pt x="1534611" y="3651"/>
                  </a:lnTo>
                  <a:lnTo>
                    <a:pt x="1499825" y="1526"/>
                  </a:lnTo>
                  <a:lnTo>
                    <a:pt x="1480328" y="446"/>
                  </a:lnTo>
                  <a:lnTo>
                    <a:pt x="1472574" y="55"/>
                  </a:lnTo>
                  <a:lnTo>
                    <a:pt x="1471387" y="0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5" name="pg185"/>
            <p:cNvSpPr/>
            <p:nvPr/>
          </p:nvSpPr>
          <p:spPr>
            <a:xfrm>
              <a:off x="4799595" y="4938905"/>
              <a:ext cx="11981298" cy="5345140"/>
            </a:xfrm>
            <a:custGeom>
              <a:avLst/>
              <a:pathLst>
                <a:path w="11981298" h="5345140">
                  <a:moveTo>
                    <a:pt x="0" y="40864"/>
                  </a:moveTo>
                  <a:lnTo>
                    <a:pt x="1471387" y="40864"/>
                  </a:lnTo>
                  <a:lnTo>
                    <a:pt x="1472562" y="40920"/>
                  </a:lnTo>
                  <a:lnTo>
                    <a:pt x="1480282" y="41312"/>
                  </a:lnTo>
                  <a:lnTo>
                    <a:pt x="1499723" y="42396"/>
                  </a:lnTo>
                  <a:lnTo>
                    <a:pt x="1534434" y="44530"/>
                  </a:lnTo>
                  <a:lnTo>
                    <a:pt x="1586078" y="48044"/>
                  </a:lnTo>
                  <a:lnTo>
                    <a:pt x="1654302" y="53205"/>
                  </a:lnTo>
                  <a:lnTo>
                    <a:pt x="1736921" y="60193"/>
                  </a:lnTo>
                  <a:lnTo>
                    <a:pt x="1830415" y="69096"/>
                  </a:lnTo>
                  <a:lnTo>
                    <a:pt x="1930623" y="79924"/>
                  </a:lnTo>
                  <a:lnTo>
                    <a:pt x="2033425" y="92646"/>
                  </a:lnTo>
                  <a:lnTo>
                    <a:pt x="2135262" y="107219"/>
                  </a:lnTo>
                  <a:lnTo>
                    <a:pt x="2233418" y="123626"/>
                  </a:lnTo>
                  <a:lnTo>
                    <a:pt x="2326081" y="141901"/>
                  </a:lnTo>
                  <a:lnTo>
                    <a:pt x="2412259" y="162136"/>
                  </a:lnTo>
                  <a:lnTo>
                    <a:pt x="2491618" y="184496"/>
                  </a:lnTo>
                  <a:lnTo>
                    <a:pt x="2564309" y="209214"/>
                  </a:lnTo>
                  <a:lnTo>
                    <a:pt x="2630805" y="236587"/>
                  </a:lnTo>
                  <a:lnTo>
                    <a:pt x="2691778" y="266968"/>
                  </a:lnTo>
                  <a:lnTo>
                    <a:pt x="2748004" y="300742"/>
                  </a:lnTo>
                  <a:lnTo>
                    <a:pt x="2800291" y="338299"/>
                  </a:lnTo>
                  <a:lnTo>
                    <a:pt x="2849431" y="379973"/>
                  </a:lnTo>
                  <a:lnTo>
                    <a:pt x="2896146" y="425953"/>
                  </a:lnTo>
                  <a:lnTo>
                    <a:pt x="2896531" y="426358"/>
                  </a:lnTo>
                  <a:lnTo>
                    <a:pt x="2937223" y="471715"/>
                  </a:lnTo>
                  <a:lnTo>
                    <a:pt x="2976830" y="520677"/>
                  </a:lnTo>
                  <a:lnTo>
                    <a:pt x="3015671" y="573316"/>
                  </a:lnTo>
                  <a:lnTo>
                    <a:pt x="3054000" y="629632"/>
                  </a:lnTo>
                  <a:lnTo>
                    <a:pt x="3092013" y="689549"/>
                  </a:lnTo>
                  <a:lnTo>
                    <a:pt x="3129858" y="752904"/>
                  </a:lnTo>
                  <a:lnTo>
                    <a:pt x="3167643" y="819447"/>
                  </a:lnTo>
                  <a:lnTo>
                    <a:pt x="3205437" y="888837"/>
                  </a:lnTo>
                  <a:lnTo>
                    <a:pt x="3243280" y="960647"/>
                  </a:lnTo>
                  <a:lnTo>
                    <a:pt x="3281185" y="1034376"/>
                  </a:lnTo>
                  <a:lnTo>
                    <a:pt x="3319144" y="1109458"/>
                  </a:lnTo>
                  <a:lnTo>
                    <a:pt x="3357138" y="1185280"/>
                  </a:lnTo>
                  <a:lnTo>
                    <a:pt x="3395136" y="1261204"/>
                  </a:lnTo>
                  <a:lnTo>
                    <a:pt x="3433109" y="1336588"/>
                  </a:lnTo>
                  <a:lnTo>
                    <a:pt x="3471032" y="1410811"/>
                  </a:lnTo>
                  <a:lnTo>
                    <a:pt x="3508895" y="1483288"/>
                  </a:lnTo>
                  <a:lnTo>
                    <a:pt x="3546701" y="1553496"/>
                  </a:lnTo>
                  <a:lnTo>
                    <a:pt x="3584483" y="1620984"/>
                  </a:lnTo>
                  <a:lnTo>
                    <a:pt x="3622300" y="1685383"/>
                  </a:lnTo>
                  <a:lnTo>
                    <a:pt x="3660245" y="1746414"/>
                  </a:lnTo>
                  <a:lnTo>
                    <a:pt x="3698455" y="1803886"/>
                  </a:lnTo>
                  <a:lnTo>
                    <a:pt x="3737109" y="1857696"/>
                  </a:lnTo>
                  <a:lnTo>
                    <a:pt x="3776441" y="1907821"/>
                  </a:lnTo>
                  <a:lnTo>
                    <a:pt x="3816750" y="1954311"/>
                  </a:lnTo>
                  <a:lnTo>
                    <a:pt x="3829811" y="1968330"/>
                  </a:lnTo>
                  <a:lnTo>
                    <a:pt x="3876509" y="2014346"/>
                  </a:lnTo>
                  <a:lnTo>
                    <a:pt x="3925625" y="2056055"/>
                  </a:lnTo>
                  <a:lnTo>
                    <a:pt x="3977883" y="2093646"/>
                  </a:lnTo>
                  <a:lnTo>
                    <a:pt x="4034072" y="2127450"/>
                  </a:lnTo>
                  <a:lnTo>
                    <a:pt x="4095002" y="2157858"/>
                  </a:lnTo>
                  <a:lnTo>
                    <a:pt x="4161449" y="2185255"/>
                  </a:lnTo>
                  <a:lnTo>
                    <a:pt x="4234085" y="2209994"/>
                  </a:lnTo>
                  <a:lnTo>
                    <a:pt x="4313387" y="2232373"/>
                  </a:lnTo>
                  <a:lnTo>
                    <a:pt x="4399508" y="2252625"/>
                  </a:lnTo>
                  <a:lnTo>
                    <a:pt x="4492120" y="2270915"/>
                  </a:lnTo>
                  <a:lnTo>
                    <a:pt x="4590236" y="2287338"/>
                  </a:lnTo>
                  <a:lnTo>
                    <a:pt x="4692052" y="2301927"/>
                  </a:lnTo>
                  <a:lnTo>
                    <a:pt x="4794859" y="2314664"/>
                  </a:lnTo>
                  <a:lnTo>
                    <a:pt x="4895106" y="2325509"/>
                  </a:lnTo>
                  <a:lnTo>
                    <a:pt x="4988674" y="2334427"/>
                  </a:lnTo>
                  <a:lnTo>
                    <a:pt x="5071401" y="2341431"/>
                  </a:lnTo>
                  <a:lnTo>
                    <a:pt x="5139757" y="2346607"/>
                  </a:lnTo>
                  <a:lnTo>
                    <a:pt x="5191545" y="2350134"/>
                  </a:lnTo>
                  <a:lnTo>
                    <a:pt x="5226395" y="2352278"/>
                  </a:lnTo>
                  <a:lnTo>
                    <a:pt x="5245952" y="2353370"/>
                  </a:lnTo>
                  <a:lnTo>
                    <a:pt x="5253751" y="2353767"/>
                  </a:lnTo>
                  <a:lnTo>
                    <a:pt x="5254955" y="2353823"/>
                  </a:lnTo>
                  <a:lnTo>
                    <a:pt x="6726343" y="2353823"/>
                  </a:lnTo>
                  <a:lnTo>
                    <a:pt x="6727480" y="2353892"/>
                  </a:lnTo>
                  <a:lnTo>
                    <a:pt x="6734954" y="2354382"/>
                  </a:lnTo>
                  <a:lnTo>
                    <a:pt x="6753796" y="2355737"/>
                  </a:lnTo>
                  <a:lnTo>
                    <a:pt x="6787487" y="2358406"/>
                  </a:lnTo>
                  <a:lnTo>
                    <a:pt x="6837707" y="2362802"/>
                  </a:lnTo>
                  <a:lnTo>
                    <a:pt x="6904213" y="2369265"/>
                  </a:lnTo>
                  <a:lnTo>
                    <a:pt x="6984988" y="2378027"/>
                  </a:lnTo>
                  <a:lnTo>
                    <a:pt x="7076698" y="2389206"/>
                  </a:lnTo>
                  <a:lnTo>
                    <a:pt x="7175344" y="2402822"/>
                  </a:lnTo>
                  <a:lnTo>
                    <a:pt x="7276911" y="2418838"/>
                  </a:lnTo>
                  <a:lnTo>
                    <a:pt x="7377884" y="2437200"/>
                  </a:lnTo>
                  <a:lnTo>
                    <a:pt x="7475532" y="2457881"/>
                  </a:lnTo>
                  <a:lnTo>
                    <a:pt x="7567996" y="2480914"/>
                  </a:lnTo>
                  <a:lnTo>
                    <a:pt x="7654213" y="2506403"/>
                  </a:lnTo>
                  <a:lnTo>
                    <a:pt x="7733778" y="2534541"/>
                  </a:lnTo>
                  <a:lnTo>
                    <a:pt x="7806772" y="2565606"/>
                  </a:lnTo>
                  <a:lnTo>
                    <a:pt x="7873607" y="2599956"/>
                  </a:lnTo>
                  <a:lnTo>
                    <a:pt x="7934907" y="2638021"/>
                  </a:lnTo>
                  <a:lnTo>
                    <a:pt x="7991408" y="2680277"/>
                  </a:lnTo>
                  <a:lnTo>
                    <a:pt x="8043890" y="2727215"/>
                  </a:lnTo>
                  <a:lnTo>
                    <a:pt x="8093127" y="2779277"/>
                  </a:lnTo>
                  <a:lnTo>
                    <a:pt x="8139836" y="2836753"/>
                  </a:lnTo>
                  <a:lnTo>
                    <a:pt x="8151487" y="2852376"/>
                  </a:lnTo>
                  <a:lnTo>
                    <a:pt x="8188356" y="2905251"/>
                  </a:lnTo>
                  <a:lnTo>
                    <a:pt x="8224310" y="2961933"/>
                  </a:lnTo>
                  <a:lnTo>
                    <a:pt x="8259593" y="3022499"/>
                  </a:lnTo>
                  <a:lnTo>
                    <a:pt x="8294402" y="3086968"/>
                  </a:lnTo>
                  <a:lnTo>
                    <a:pt x="8328898" y="3155292"/>
                  </a:lnTo>
                  <a:lnTo>
                    <a:pt x="8363203" y="3227350"/>
                  </a:lnTo>
                  <a:lnTo>
                    <a:pt x="8397414" y="3302948"/>
                  </a:lnTo>
                  <a:lnTo>
                    <a:pt x="8431597" y="3381812"/>
                  </a:lnTo>
                  <a:lnTo>
                    <a:pt x="8465799" y="3463591"/>
                  </a:lnTo>
                  <a:lnTo>
                    <a:pt x="8500043" y="3547864"/>
                  </a:lnTo>
                  <a:lnTo>
                    <a:pt x="8534338" y="3634142"/>
                  </a:lnTo>
                  <a:lnTo>
                    <a:pt x="8568679" y="3721882"/>
                  </a:lnTo>
                  <a:lnTo>
                    <a:pt x="8603050" y="3810501"/>
                  </a:lnTo>
                  <a:lnTo>
                    <a:pt x="8637432" y="3899390"/>
                  </a:lnTo>
                  <a:lnTo>
                    <a:pt x="8671800" y="3987933"/>
                  </a:lnTo>
                  <a:lnTo>
                    <a:pt x="8706136" y="4075524"/>
                  </a:lnTo>
                  <a:lnTo>
                    <a:pt x="8740425" y="4161584"/>
                  </a:lnTo>
                  <a:lnTo>
                    <a:pt x="8774663" y="4245575"/>
                  </a:lnTo>
                  <a:lnTo>
                    <a:pt x="8808861" y="4327017"/>
                  </a:lnTo>
                  <a:lnTo>
                    <a:pt x="8843045" y="4405497"/>
                  </a:lnTo>
                  <a:lnTo>
                    <a:pt x="8877263" y="4480672"/>
                  </a:lnTo>
                  <a:lnTo>
                    <a:pt x="8911586" y="4552280"/>
                  </a:lnTo>
                  <a:lnTo>
                    <a:pt x="8946113" y="4620135"/>
                  </a:lnTo>
                  <a:lnTo>
                    <a:pt x="8980971" y="4684125"/>
                  </a:lnTo>
                  <a:lnTo>
                    <a:pt x="9016325" y="4744211"/>
                  </a:lnTo>
                  <a:lnTo>
                    <a:pt x="9052377" y="4800419"/>
                  </a:lnTo>
                  <a:lnTo>
                    <a:pt x="9084767" y="4846588"/>
                  </a:lnTo>
                  <a:lnTo>
                    <a:pt x="9130931" y="4905467"/>
                  </a:lnTo>
                  <a:lnTo>
                    <a:pt x="9179454" y="4958899"/>
                  </a:lnTo>
                  <a:lnTo>
                    <a:pt x="9231032" y="5007113"/>
                  </a:lnTo>
                  <a:lnTo>
                    <a:pt x="9286427" y="5050524"/>
                  </a:lnTo>
                  <a:lnTo>
                    <a:pt x="9346424" y="5089616"/>
                  </a:lnTo>
                  <a:lnTo>
                    <a:pt x="9411774" y="5124876"/>
                  </a:lnTo>
                  <a:lnTo>
                    <a:pt x="9483138" y="5156746"/>
                  </a:lnTo>
                  <a:lnTo>
                    <a:pt x="9560994" y="5185605"/>
                  </a:lnTo>
                  <a:lnTo>
                    <a:pt x="9645522" y="5211752"/>
                  </a:lnTo>
                  <a:lnTo>
                    <a:pt x="9736455" y="5235401"/>
                  </a:lnTo>
                  <a:lnTo>
                    <a:pt x="9832917" y="5256680"/>
                  </a:lnTo>
                  <a:lnTo>
                    <a:pt x="9933263" y="5275638"/>
                  </a:lnTo>
                  <a:lnTo>
                    <a:pt x="10034984" y="5292260"/>
                  </a:lnTo>
                  <a:lnTo>
                    <a:pt x="10134749" y="5306496"/>
                  </a:lnTo>
                  <a:lnTo>
                    <a:pt x="10228632" y="5318302"/>
                  </a:lnTo>
                  <a:lnTo>
                    <a:pt x="10312568" y="5327677"/>
                  </a:lnTo>
                  <a:lnTo>
                    <a:pt x="10382988" y="5334712"/>
                  </a:lnTo>
                  <a:lnTo>
                    <a:pt x="10437485" y="5339610"/>
                  </a:lnTo>
                  <a:lnTo>
                    <a:pt x="10475332" y="5342684"/>
                  </a:lnTo>
                  <a:lnTo>
                    <a:pt x="10497718" y="5344334"/>
                  </a:lnTo>
                  <a:lnTo>
                    <a:pt x="10507687" y="5345003"/>
                  </a:lnTo>
                  <a:lnTo>
                    <a:pt x="10509911" y="5345140"/>
                  </a:lnTo>
                  <a:lnTo>
                    <a:pt x="11981298" y="5345140"/>
                  </a:lnTo>
                  <a:lnTo>
                    <a:pt x="11981298" y="5304275"/>
                  </a:lnTo>
                  <a:lnTo>
                    <a:pt x="10509911" y="5304275"/>
                  </a:lnTo>
                  <a:lnTo>
                    <a:pt x="10508774" y="5304207"/>
                  </a:lnTo>
                  <a:lnTo>
                    <a:pt x="10501299" y="5303716"/>
                  </a:lnTo>
                  <a:lnTo>
                    <a:pt x="10482457" y="5302361"/>
                  </a:lnTo>
                  <a:lnTo>
                    <a:pt x="10448766" y="5299693"/>
                  </a:lnTo>
                  <a:lnTo>
                    <a:pt x="10398546" y="5295296"/>
                  </a:lnTo>
                  <a:lnTo>
                    <a:pt x="10332040" y="5288833"/>
                  </a:lnTo>
                  <a:lnTo>
                    <a:pt x="10251265" y="5280071"/>
                  </a:lnTo>
                  <a:lnTo>
                    <a:pt x="10159555" y="5268892"/>
                  </a:lnTo>
                  <a:lnTo>
                    <a:pt x="10060909" y="5255276"/>
                  </a:lnTo>
                  <a:lnTo>
                    <a:pt x="9959342" y="5239261"/>
                  </a:lnTo>
                  <a:lnTo>
                    <a:pt x="9858370" y="5220899"/>
                  </a:lnTo>
                  <a:lnTo>
                    <a:pt x="9760721" y="5200217"/>
                  </a:lnTo>
                  <a:lnTo>
                    <a:pt x="9668258" y="5177185"/>
                  </a:lnTo>
                  <a:lnTo>
                    <a:pt x="9582040" y="5151695"/>
                  </a:lnTo>
                  <a:lnTo>
                    <a:pt x="9502475" y="5123557"/>
                  </a:lnTo>
                  <a:lnTo>
                    <a:pt x="9429482" y="5092492"/>
                  </a:lnTo>
                  <a:lnTo>
                    <a:pt x="9362646" y="5058142"/>
                  </a:lnTo>
                  <a:lnTo>
                    <a:pt x="9301346" y="5020078"/>
                  </a:lnTo>
                  <a:lnTo>
                    <a:pt x="9244845" y="4977821"/>
                  </a:lnTo>
                  <a:lnTo>
                    <a:pt x="9192363" y="4930883"/>
                  </a:lnTo>
                  <a:lnTo>
                    <a:pt x="9143126" y="4878821"/>
                  </a:lnTo>
                  <a:lnTo>
                    <a:pt x="9096417" y="4821345"/>
                  </a:lnTo>
                  <a:lnTo>
                    <a:pt x="9084767" y="4805723"/>
                  </a:lnTo>
                  <a:lnTo>
                    <a:pt x="9047897" y="4752847"/>
                  </a:lnTo>
                  <a:lnTo>
                    <a:pt x="9011943" y="4696166"/>
                  </a:lnTo>
                  <a:lnTo>
                    <a:pt x="8976661" y="4635599"/>
                  </a:lnTo>
                  <a:lnTo>
                    <a:pt x="8941851" y="4571130"/>
                  </a:lnTo>
                  <a:lnTo>
                    <a:pt x="8907355" y="4502807"/>
                  </a:lnTo>
                  <a:lnTo>
                    <a:pt x="8873050" y="4430748"/>
                  </a:lnTo>
                  <a:lnTo>
                    <a:pt x="8838839" y="4355151"/>
                  </a:lnTo>
                  <a:lnTo>
                    <a:pt x="8804656" y="4276287"/>
                  </a:lnTo>
                  <a:lnTo>
                    <a:pt x="8770455" y="4194507"/>
                  </a:lnTo>
                  <a:lnTo>
                    <a:pt x="8736210" y="4110234"/>
                  </a:lnTo>
                  <a:lnTo>
                    <a:pt x="8701915" y="4023957"/>
                  </a:lnTo>
                  <a:lnTo>
                    <a:pt x="8667574" y="3936217"/>
                  </a:lnTo>
                  <a:lnTo>
                    <a:pt x="8633203" y="3847598"/>
                  </a:lnTo>
                  <a:lnTo>
                    <a:pt x="8598822" y="3758708"/>
                  </a:lnTo>
                  <a:lnTo>
                    <a:pt x="8564453" y="3670165"/>
                  </a:lnTo>
                  <a:lnTo>
                    <a:pt x="8530117" y="3582574"/>
                  </a:lnTo>
                  <a:lnTo>
                    <a:pt x="8495828" y="3496515"/>
                  </a:lnTo>
                  <a:lnTo>
                    <a:pt x="8461590" y="3412524"/>
                  </a:lnTo>
                  <a:lnTo>
                    <a:pt x="8427392" y="3331081"/>
                  </a:lnTo>
                  <a:lnTo>
                    <a:pt x="8393209" y="3252602"/>
                  </a:lnTo>
                  <a:lnTo>
                    <a:pt x="8358991" y="3177426"/>
                  </a:lnTo>
                  <a:lnTo>
                    <a:pt x="8324667" y="3105818"/>
                  </a:lnTo>
                  <a:lnTo>
                    <a:pt x="8290141" y="3037964"/>
                  </a:lnTo>
                  <a:lnTo>
                    <a:pt x="8255282" y="2973974"/>
                  </a:lnTo>
                  <a:lnTo>
                    <a:pt x="8219928" y="2913887"/>
                  </a:lnTo>
                  <a:lnTo>
                    <a:pt x="8183876" y="2857679"/>
                  </a:lnTo>
                  <a:lnTo>
                    <a:pt x="8151487" y="2811511"/>
                  </a:lnTo>
                  <a:lnTo>
                    <a:pt x="8105322" y="2752632"/>
                  </a:lnTo>
                  <a:lnTo>
                    <a:pt x="8056799" y="2699200"/>
                  </a:lnTo>
                  <a:lnTo>
                    <a:pt x="8005221" y="2650986"/>
                  </a:lnTo>
                  <a:lnTo>
                    <a:pt x="7949826" y="2607575"/>
                  </a:lnTo>
                  <a:lnTo>
                    <a:pt x="7889830" y="2568482"/>
                  </a:lnTo>
                  <a:lnTo>
                    <a:pt x="7824479" y="2533223"/>
                  </a:lnTo>
                  <a:lnTo>
                    <a:pt x="7753115" y="2501352"/>
                  </a:lnTo>
                  <a:lnTo>
                    <a:pt x="7675259" y="2472493"/>
                  </a:lnTo>
                  <a:lnTo>
                    <a:pt x="7590732" y="2446346"/>
                  </a:lnTo>
                  <a:lnTo>
                    <a:pt x="7499798" y="2422697"/>
                  </a:lnTo>
                  <a:lnTo>
                    <a:pt x="7403336" y="2401418"/>
                  </a:lnTo>
                  <a:lnTo>
                    <a:pt x="7302991" y="2382461"/>
                  </a:lnTo>
                  <a:lnTo>
                    <a:pt x="7201269" y="2365839"/>
                  </a:lnTo>
                  <a:lnTo>
                    <a:pt x="7101504" y="2351602"/>
                  </a:lnTo>
                  <a:lnTo>
                    <a:pt x="7007622" y="2339797"/>
                  </a:lnTo>
                  <a:lnTo>
                    <a:pt x="6923685" y="2330422"/>
                  </a:lnTo>
                  <a:lnTo>
                    <a:pt x="6853265" y="2323386"/>
                  </a:lnTo>
                  <a:lnTo>
                    <a:pt x="6798768" y="2318488"/>
                  </a:lnTo>
                  <a:lnTo>
                    <a:pt x="6760922" y="2315414"/>
                  </a:lnTo>
                  <a:lnTo>
                    <a:pt x="6738535" y="2313764"/>
                  </a:lnTo>
                  <a:lnTo>
                    <a:pt x="6728567" y="2313095"/>
                  </a:lnTo>
                  <a:lnTo>
                    <a:pt x="6726343" y="2312958"/>
                  </a:lnTo>
                  <a:lnTo>
                    <a:pt x="5254955" y="2312958"/>
                  </a:lnTo>
                  <a:lnTo>
                    <a:pt x="5253780" y="2312903"/>
                  </a:lnTo>
                  <a:lnTo>
                    <a:pt x="5246060" y="2312511"/>
                  </a:lnTo>
                  <a:lnTo>
                    <a:pt x="5226619" y="2311426"/>
                  </a:lnTo>
                  <a:lnTo>
                    <a:pt x="5191908" y="2309292"/>
                  </a:lnTo>
                  <a:lnTo>
                    <a:pt x="5140264" y="2305778"/>
                  </a:lnTo>
                  <a:lnTo>
                    <a:pt x="5072040" y="2300617"/>
                  </a:lnTo>
                  <a:lnTo>
                    <a:pt x="4989421" y="2293629"/>
                  </a:lnTo>
                  <a:lnTo>
                    <a:pt x="4895927" y="2284727"/>
                  </a:lnTo>
                  <a:lnTo>
                    <a:pt x="4795719" y="2273898"/>
                  </a:lnTo>
                  <a:lnTo>
                    <a:pt x="4692917" y="2261177"/>
                  </a:lnTo>
                  <a:lnTo>
                    <a:pt x="4591080" y="2246604"/>
                  </a:lnTo>
                  <a:lnTo>
                    <a:pt x="4492924" y="2230196"/>
                  </a:lnTo>
                  <a:lnTo>
                    <a:pt x="4400261" y="2211922"/>
                  </a:lnTo>
                  <a:lnTo>
                    <a:pt x="4314084" y="2191687"/>
                  </a:lnTo>
                  <a:lnTo>
                    <a:pt x="4234724" y="2169327"/>
                  </a:lnTo>
                  <a:lnTo>
                    <a:pt x="4162033" y="2144609"/>
                  </a:lnTo>
                  <a:lnTo>
                    <a:pt x="4095537" y="2117235"/>
                  </a:lnTo>
                  <a:lnTo>
                    <a:pt x="4034564" y="2086855"/>
                  </a:lnTo>
                  <a:lnTo>
                    <a:pt x="3978338" y="2053080"/>
                  </a:lnTo>
                  <a:lnTo>
                    <a:pt x="3926051" y="2015523"/>
                  </a:lnTo>
                  <a:lnTo>
                    <a:pt x="3876911" y="1973850"/>
                  </a:lnTo>
                  <a:lnTo>
                    <a:pt x="3830196" y="1927870"/>
                  </a:lnTo>
                  <a:lnTo>
                    <a:pt x="3829811" y="1927465"/>
                  </a:lnTo>
                  <a:lnTo>
                    <a:pt x="3789119" y="1882108"/>
                  </a:lnTo>
                  <a:lnTo>
                    <a:pt x="3749512" y="1833145"/>
                  </a:lnTo>
                  <a:lnTo>
                    <a:pt x="3710671" y="1780507"/>
                  </a:lnTo>
                  <a:lnTo>
                    <a:pt x="3672342" y="1724190"/>
                  </a:lnTo>
                  <a:lnTo>
                    <a:pt x="3634329" y="1664273"/>
                  </a:lnTo>
                  <a:lnTo>
                    <a:pt x="3596484" y="1600918"/>
                  </a:lnTo>
                  <a:lnTo>
                    <a:pt x="3558699" y="1534375"/>
                  </a:lnTo>
                  <a:lnTo>
                    <a:pt x="3520905" y="1464986"/>
                  </a:lnTo>
                  <a:lnTo>
                    <a:pt x="3483062" y="1393175"/>
                  </a:lnTo>
                  <a:lnTo>
                    <a:pt x="3445157" y="1319446"/>
                  </a:lnTo>
                  <a:lnTo>
                    <a:pt x="3407198" y="1244365"/>
                  </a:lnTo>
                  <a:lnTo>
                    <a:pt x="3369204" y="1168543"/>
                  </a:lnTo>
                  <a:lnTo>
                    <a:pt x="3331206" y="1092619"/>
                  </a:lnTo>
                  <a:lnTo>
                    <a:pt x="3293233" y="1017234"/>
                  </a:lnTo>
                  <a:lnTo>
                    <a:pt x="3255310" y="943012"/>
                  </a:lnTo>
                  <a:lnTo>
                    <a:pt x="3217448" y="870534"/>
                  </a:lnTo>
                  <a:lnTo>
                    <a:pt x="3179641" y="800326"/>
                  </a:lnTo>
                  <a:lnTo>
                    <a:pt x="3141859" y="732838"/>
                  </a:lnTo>
                  <a:lnTo>
                    <a:pt x="3104043" y="668439"/>
                  </a:lnTo>
                  <a:lnTo>
                    <a:pt x="3066097" y="607409"/>
                  </a:lnTo>
                  <a:lnTo>
                    <a:pt x="3027887" y="549937"/>
                  </a:lnTo>
                  <a:lnTo>
                    <a:pt x="2989233" y="496127"/>
                  </a:lnTo>
                  <a:lnTo>
                    <a:pt x="2949901" y="446002"/>
                  </a:lnTo>
                  <a:lnTo>
                    <a:pt x="2909592" y="399512"/>
                  </a:lnTo>
                  <a:lnTo>
                    <a:pt x="2896531" y="385493"/>
                  </a:lnTo>
                  <a:lnTo>
                    <a:pt x="2849834" y="339477"/>
                  </a:lnTo>
                  <a:lnTo>
                    <a:pt x="2800717" y="297767"/>
                  </a:lnTo>
                  <a:lnTo>
                    <a:pt x="2748459" y="260177"/>
                  </a:lnTo>
                  <a:lnTo>
                    <a:pt x="2692270" y="226372"/>
                  </a:lnTo>
                  <a:lnTo>
                    <a:pt x="2631340" y="195965"/>
                  </a:lnTo>
                  <a:lnTo>
                    <a:pt x="2564893" y="168568"/>
                  </a:lnTo>
                  <a:lnTo>
                    <a:pt x="2492257" y="143829"/>
                  </a:lnTo>
                  <a:lnTo>
                    <a:pt x="2412955" y="121450"/>
                  </a:lnTo>
                  <a:lnTo>
                    <a:pt x="2326834" y="101197"/>
                  </a:lnTo>
                  <a:lnTo>
                    <a:pt x="2234222" y="82907"/>
                  </a:lnTo>
                  <a:lnTo>
                    <a:pt x="2136107" y="66484"/>
                  </a:lnTo>
                  <a:lnTo>
                    <a:pt x="2034290" y="51896"/>
                  </a:lnTo>
                  <a:lnTo>
                    <a:pt x="1931483" y="39159"/>
                  </a:lnTo>
                  <a:lnTo>
                    <a:pt x="1831236" y="28314"/>
                  </a:lnTo>
                  <a:lnTo>
                    <a:pt x="1737668" y="19395"/>
                  </a:lnTo>
                  <a:lnTo>
                    <a:pt x="1654941" y="12391"/>
                  </a:lnTo>
                  <a:lnTo>
                    <a:pt x="1586585" y="7216"/>
                  </a:lnTo>
                  <a:lnTo>
                    <a:pt x="1534797" y="3689"/>
                  </a:lnTo>
                  <a:lnTo>
                    <a:pt x="1499947" y="1544"/>
                  </a:lnTo>
                  <a:lnTo>
                    <a:pt x="1480390" y="453"/>
                  </a:lnTo>
                  <a:lnTo>
                    <a:pt x="1472592" y="56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86" name="pl186"/>
            <p:cNvSpPr/>
            <p:nvPr/>
          </p:nvSpPr>
          <p:spPr>
            <a:xfrm>
              <a:off x="4799595" y="4979770"/>
              <a:ext cx="11981298" cy="5304275"/>
            </a:xfrm>
            <a:custGeom>
              <a:avLst/>
              <a:pathLst>
                <a:path w="11981298" h="5304275">
                  <a:moveTo>
                    <a:pt x="0" y="0"/>
                  </a:moveTo>
                  <a:lnTo>
                    <a:pt x="1471387" y="0"/>
                  </a:lnTo>
                  <a:lnTo>
                    <a:pt x="1472562" y="55"/>
                  </a:lnTo>
                  <a:lnTo>
                    <a:pt x="1480282" y="447"/>
                  </a:lnTo>
                  <a:lnTo>
                    <a:pt x="1499723" y="1531"/>
                  </a:lnTo>
                  <a:lnTo>
                    <a:pt x="1534434" y="3665"/>
                  </a:lnTo>
                  <a:lnTo>
                    <a:pt x="1586078" y="7179"/>
                  </a:lnTo>
                  <a:lnTo>
                    <a:pt x="1654302" y="12340"/>
                  </a:lnTo>
                  <a:lnTo>
                    <a:pt x="1736921" y="19328"/>
                  </a:lnTo>
                  <a:lnTo>
                    <a:pt x="1830415" y="28231"/>
                  </a:lnTo>
                  <a:lnTo>
                    <a:pt x="1930623" y="39059"/>
                  </a:lnTo>
                  <a:lnTo>
                    <a:pt x="2033425" y="51781"/>
                  </a:lnTo>
                  <a:lnTo>
                    <a:pt x="2135262" y="66354"/>
                  </a:lnTo>
                  <a:lnTo>
                    <a:pt x="2233418" y="82761"/>
                  </a:lnTo>
                  <a:lnTo>
                    <a:pt x="2326081" y="101036"/>
                  </a:lnTo>
                  <a:lnTo>
                    <a:pt x="2412259" y="121271"/>
                  </a:lnTo>
                  <a:lnTo>
                    <a:pt x="2491618" y="143631"/>
                  </a:lnTo>
                  <a:lnTo>
                    <a:pt x="2564309" y="168349"/>
                  </a:lnTo>
                  <a:lnTo>
                    <a:pt x="2630805" y="195722"/>
                  </a:lnTo>
                  <a:lnTo>
                    <a:pt x="2691778" y="226103"/>
                  </a:lnTo>
                  <a:lnTo>
                    <a:pt x="2748004" y="259877"/>
                  </a:lnTo>
                  <a:lnTo>
                    <a:pt x="2800291" y="297434"/>
                  </a:lnTo>
                  <a:lnTo>
                    <a:pt x="2849431" y="339108"/>
                  </a:lnTo>
                  <a:lnTo>
                    <a:pt x="2896146" y="385088"/>
                  </a:lnTo>
                  <a:lnTo>
                    <a:pt x="2896531" y="385493"/>
                  </a:lnTo>
                  <a:lnTo>
                    <a:pt x="2937223" y="430850"/>
                  </a:lnTo>
                  <a:lnTo>
                    <a:pt x="2976830" y="479812"/>
                  </a:lnTo>
                  <a:lnTo>
                    <a:pt x="3015671" y="532451"/>
                  </a:lnTo>
                  <a:lnTo>
                    <a:pt x="3054000" y="588767"/>
                  </a:lnTo>
                  <a:lnTo>
                    <a:pt x="3092013" y="648684"/>
                  </a:lnTo>
                  <a:lnTo>
                    <a:pt x="3129858" y="712039"/>
                  </a:lnTo>
                  <a:lnTo>
                    <a:pt x="3167643" y="778582"/>
                  </a:lnTo>
                  <a:lnTo>
                    <a:pt x="3205437" y="847972"/>
                  </a:lnTo>
                  <a:lnTo>
                    <a:pt x="3243280" y="919782"/>
                  </a:lnTo>
                  <a:lnTo>
                    <a:pt x="3281185" y="993511"/>
                  </a:lnTo>
                  <a:lnTo>
                    <a:pt x="3319144" y="1068593"/>
                  </a:lnTo>
                  <a:lnTo>
                    <a:pt x="3357138" y="1144415"/>
                  </a:lnTo>
                  <a:lnTo>
                    <a:pt x="3395136" y="1220339"/>
                  </a:lnTo>
                  <a:lnTo>
                    <a:pt x="3433109" y="1295723"/>
                  </a:lnTo>
                  <a:lnTo>
                    <a:pt x="3471032" y="1369946"/>
                  </a:lnTo>
                  <a:lnTo>
                    <a:pt x="3508895" y="1442423"/>
                  </a:lnTo>
                  <a:lnTo>
                    <a:pt x="3546701" y="1512631"/>
                  </a:lnTo>
                  <a:lnTo>
                    <a:pt x="3584483" y="1580119"/>
                  </a:lnTo>
                  <a:lnTo>
                    <a:pt x="3622300" y="1644518"/>
                  </a:lnTo>
                  <a:lnTo>
                    <a:pt x="3660245" y="1705549"/>
                  </a:lnTo>
                  <a:lnTo>
                    <a:pt x="3698455" y="1763021"/>
                  </a:lnTo>
                  <a:lnTo>
                    <a:pt x="3737109" y="1816831"/>
                  </a:lnTo>
                  <a:lnTo>
                    <a:pt x="3776441" y="1866956"/>
                  </a:lnTo>
                  <a:lnTo>
                    <a:pt x="3816750" y="1913446"/>
                  </a:lnTo>
                  <a:lnTo>
                    <a:pt x="3829811" y="1927465"/>
                  </a:lnTo>
                  <a:lnTo>
                    <a:pt x="3876509" y="1973481"/>
                  </a:lnTo>
                  <a:lnTo>
                    <a:pt x="3925625" y="2015190"/>
                  </a:lnTo>
                  <a:lnTo>
                    <a:pt x="3977883" y="2052781"/>
                  </a:lnTo>
                  <a:lnTo>
                    <a:pt x="4034072" y="2086585"/>
                  </a:lnTo>
                  <a:lnTo>
                    <a:pt x="4095002" y="2116993"/>
                  </a:lnTo>
                  <a:lnTo>
                    <a:pt x="4161449" y="2144390"/>
                  </a:lnTo>
                  <a:lnTo>
                    <a:pt x="4234085" y="2169129"/>
                  </a:lnTo>
                  <a:lnTo>
                    <a:pt x="4313387" y="2191508"/>
                  </a:lnTo>
                  <a:lnTo>
                    <a:pt x="4399508" y="2211760"/>
                  </a:lnTo>
                  <a:lnTo>
                    <a:pt x="4492120" y="2230050"/>
                  </a:lnTo>
                  <a:lnTo>
                    <a:pt x="4590236" y="2246473"/>
                  </a:lnTo>
                  <a:lnTo>
                    <a:pt x="4692052" y="2261062"/>
                  </a:lnTo>
                  <a:lnTo>
                    <a:pt x="4794859" y="2273799"/>
                  </a:lnTo>
                  <a:lnTo>
                    <a:pt x="4895106" y="2284644"/>
                  </a:lnTo>
                  <a:lnTo>
                    <a:pt x="4988674" y="2293562"/>
                  </a:lnTo>
                  <a:lnTo>
                    <a:pt x="5071401" y="2300566"/>
                  </a:lnTo>
                  <a:lnTo>
                    <a:pt x="5139757" y="2305742"/>
                  </a:lnTo>
                  <a:lnTo>
                    <a:pt x="5191545" y="2309269"/>
                  </a:lnTo>
                  <a:lnTo>
                    <a:pt x="5226395" y="2311413"/>
                  </a:lnTo>
                  <a:lnTo>
                    <a:pt x="5245952" y="2312505"/>
                  </a:lnTo>
                  <a:lnTo>
                    <a:pt x="5253751" y="2312902"/>
                  </a:lnTo>
                  <a:lnTo>
                    <a:pt x="5254955" y="2312958"/>
                  </a:lnTo>
                  <a:lnTo>
                    <a:pt x="5254955" y="2312958"/>
                  </a:lnTo>
                  <a:lnTo>
                    <a:pt x="6726343" y="2312958"/>
                  </a:lnTo>
                  <a:lnTo>
                    <a:pt x="6727480" y="2313027"/>
                  </a:lnTo>
                  <a:lnTo>
                    <a:pt x="6734954" y="2313517"/>
                  </a:lnTo>
                  <a:lnTo>
                    <a:pt x="6753796" y="2314872"/>
                  </a:lnTo>
                  <a:lnTo>
                    <a:pt x="6787487" y="2317541"/>
                  </a:lnTo>
                  <a:lnTo>
                    <a:pt x="6837707" y="2321937"/>
                  </a:lnTo>
                  <a:lnTo>
                    <a:pt x="6904213" y="2328400"/>
                  </a:lnTo>
                  <a:lnTo>
                    <a:pt x="6984988" y="2337162"/>
                  </a:lnTo>
                  <a:lnTo>
                    <a:pt x="7076698" y="2348341"/>
                  </a:lnTo>
                  <a:lnTo>
                    <a:pt x="7175344" y="2361957"/>
                  </a:lnTo>
                  <a:lnTo>
                    <a:pt x="7276911" y="2377973"/>
                  </a:lnTo>
                  <a:lnTo>
                    <a:pt x="7377884" y="2396335"/>
                  </a:lnTo>
                  <a:lnTo>
                    <a:pt x="7475532" y="2417016"/>
                  </a:lnTo>
                  <a:lnTo>
                    <a:pt x="7567996" y="2440049"/>
                  </a:lnTo>
                  <a:lnTo>
                    <a:pt x="7654213" y="2465538"/>
                  </a:lnTo>
                  <a:lnTo>
                    <a:pt x="7733778" y="2493676"/>
                  </a:lnTo>
                  <a:lnTo>
                    <a:pt x="7806772" y="2524741"/>
                  </a:lnTo>
                  <a:lnTo>
                    <a:pt x="7873607" y="2559091"/>
                  </a:lnTo>
                  <a:lnTo>
                    <a:pt x="7934907" y="2597156"/>
                  </a:lnTo>
                  <a:lnTo>
                    <a:pt x="7991408" y="2639412"/>
                  </a:lnTo>
                  <a:lnTo>
                    <a:pt x="8043890" y="2686350"/>
                  </a:lnTo>
                  <a:lnTo>
                    <a:pt x="8093127" y="2738412"/>
                  </a:lnTo>
                  <a:lnTo>
                    <a:pt x="8139836" y="2795888"/>
                  </a:lnTo>
                  <a:lnTo>
                    <a:pt x="8151487" y="2811511"/>
                  </a:lnTo>
                  <a:lnTo>
                    <a:pt x="8188356" y="2864386"/>
                  </a:lnTo>
                  <a:lnTo>
                    <a:pt x="8224310" y="2921068"/>
                  </a:lnTo>
                  <a:lnTo>
                    <a:pt x="8259593" y="2981634"/>
                  </a:lnTo>
                  <a:lnTo>
                    <a:pt x="8294402" y="3046103"/>
                  </a:lnTo>
                  <a:lnTo>
                    <a:pt x="8328898" y="3114427"/>
                  </a:lnTo>
                  <a:lnTo>
                    <a:pt x="8363203" y="3186485"/>
                  </a:lnTo>
                  <a:lnTo>
                    <a:pt x="8397414" y="3262083"/>
                  </a:lnTo>
                  <a:lnTo>
                    <a:pt x="8431597" y="3340947"/>
                  </a:lnTo>
                  <a:lnTo>
                    <a:pt x="8465799" y="3422726"/>
                  </a:lnTo>
                  <a:lnTo>
                    <a:pt x="8500043" y="3506999"/>
                  </a:lnTo>
                  <a:lnTo>
                    <a:pt x="8534338" y="3593277"/>
                  </a:lnTo>
                  <a:lnTo>
                    <a:pt x="8568679" y="3681017"/>
                  </a:lnTo>
                  <a:lnTo>
                    <a:pt x="8603050" y="3769636"/>
                  </a:lnTo>
                  <a:lnTo>
                    <a:pt x="8637432" y="3858525"/>
                  </a:lnTo>
                  <a:lnTo>
                    <a:pt x="8671800" y="3947068"/>
                  </a:lnTo>
                  <a:lnTo>
                    <a:pt x="8706136" y="4034659"/>
                  </a:lnTo>
                  <a:lnTo>
                    <a:pt x="8740425" y="4120719"/>
                  </a:lnTo>
                  <a:lnTo>
                    <a:pt x="8774663" y="4204710"/>
                  </a:lnTo>
                  <a:lnTo>
                    <a:pt x="8808861" y="4286152"/>
                  </a:lnTo>
                  <a:lnTo>
                    <a:pt x="8843045" y="4364632"/>
                  </a:lnTo>
                  <a:lnTo>
                    <a:pt x="8877263" y="4439807"/>
                  </a:lnTo>
                  <a:lnTo>
                    <a:pt x="8911586" y="4511415"/>
                  </a:lnTo>
                  <a:lnTo>
                    <a:pt x="8946113" y="4579270"/>
                  </a:lnTo>
                  <a:lnTo>
                    <a:pt x="8980971" y="4643260"/>
                  </a:lnTo>
                  <a:lnTo>
                    <a:pt x="9016325" y="4703346"/>
                  </a:lnTo>
                  <a:lnTo>
                    <a:pt x="9052377" y="4759554"/>
                  </a:lnTo>
                  <a:lnTo>
                    <a:pt x="9084767" y="4805723"/>
                  </a:lnTo>
                  <a:lnTo>
                    <a:pt x="9130931" y="4864602"/>
                  </a:lnTo>
                  <a:lnTo>
                    <a:pt x="9179454" y="4918034"/>
                  </a:lnTo>
                  <a:lnTo>
                    <a:pt x="9231032" y="4966248"/>
                  </a:lnTo>
                  <a:lnTo>
                    <a:pt x="9286427" y="5009659"/>
                  </a:lnTo>
                  <a:lnTo>
                    <a:pt x="9346424" y="5048751"/>
                  </a:lnTo>
                  <a:lnTo>
                    <a:pt x="9411774" y="5084011"/>
                  </a:lnTo>
                  <a:lnTo>
                    <a:pt x="9483138" y="5115881"/>
                  </a:lnTo>
                  <a:lnTo>
                    <a:pt x="9560994" y="5144740"/>
                  </a:lnTo>
                  <a:lnTo>
                    <a:pt x="9645522" y="5170887"/>
                  </a:lnTo>
                  <a:lnTo>
                    <a:pt x="9736455" y="5194536"/>
                  </a:lnTo>
                  <a:lnTo>
                    <a:pt x="9832917" y="5215815"/>
                  </a:lnTo>
                  <a:lnTo>
                    <a:pt x="9933263" y="5234773"/>
                  </a:lnTo>
                  <a:lnTo>
                    <a:pt x="10034984" y="5251395"/>
                  </a:lnTo>
                  <a:lnTo>
                    <a:pt x="10134749" y="5265632"/>
                  </a:lnTo>
                  <a:lnTo>
                    <a:pt x="10228632" y="5277437"/>
                  </a:lnTo>
                  <a:lnTo>
                    <a:pt x="10312568" y="5286812"/>
                  </a:lnTo>
                  <a:lnTo>
                    <a:pt x="10382988" y="5293847"/>
                  </a:lnTo>
                  <a:lnTo>
                    <a:pt x="10437485" y="5298745"/>
                  </a:lnTo>
                  <a:lnTo>
                    <a:pt x="10475332" y="5301819"/>
                  </a:lnTo>
                  <a:lnTo>
                    <a:pt x="10497718" y="5303469"/>
                  </a:lnTo>
                  <a:lnTo>
                    <a:pt x="10507687" y="5304138"/>
                  </a:lnTo>
                  <a:lnTo>
                    <a:pt x="10509891" y="5304274"/>
                  </a:lnTo>
                  <a:lnTo>
                    <a:pt x="10509911" y="5304275"/>
                  </a:lnTo>
                  <a:lnTo>
                    <a:pt x="11981298" y="530427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7" name="pl187"/>
            <p:cNvSpPr/>
            <p:nvPr/>
          </p:nvSpPr>
          <p:spPr>
            <a:xfrm>
              <a:off x="4799595" y="4938905"/>
              <a:ext cx="11981298" cy="5304275"/>
            </a:xfrm>
            <a:custGeom>
              <a:avLst/>
              <a:pathLst>
                <a:path w="11981298" h="5304275">
                  <a:moveTo>
                    <a:pt x="11981298" y="5304275"/>
                  </a:moveTo>
                  <a:lnTo>
                    <a:pt x="10509911" y="5304275"/>
                  </a:lnTo>
                  <a:lnTo>
                    <a:pt x="10508774" y="5304207"/>
                  </a:lnTo>
                  <a:lnTo>
                    <a:pt x="10501299" y="5303716"/>
                  </a:lnTo>
                  <a:lnTo>
                    <a:pt x="10482457" y="5302361"/>
                  </a:lnTo>
                  <a:lnTo>
                    <a:pt x="10448766" y="5299693"/>
                  </a:lnTo>
                  <a:lnTo>
                    <a:pt x="10398546" y="5295296"/>
                  </a:lnTo>
                  <a:lnTo>
                    <a:pt x="10332040" y="5288833"/>
                  </a:lnTo>
                  <a:lnTo>
                    <a:pt x="10251265" y="5280071"/>
                  </a:lnTo>
                  <a:lnTo>
                    <a:pt x="10159555" y="5268892"/>
                  </a:lnTo>
                  <a:lnTo>
                    <a:pt x="10060909" y="5255276"/>
                  </a:lnTo>
                  <a:lnTo>
                    <a:pt x="9959342" y="5239261"/>
                  </a:lnTo>
                  <a:lnTo>
                    <a:pt x="9858370" y="5220899"/>
                  </a:lnTo>
                  <a:lnTo>
                    <a:pt x="9760721" y="5200217"/>
                  </a:lnTo>
                  <a:lnTo>
                    <a:pt x="9668258" y="5177185"/>
                  </a:lnTo>
                  <a:lnTo>
                    <a:pt x="9582040" y="5151695"/>
                  </a:lnTo>
                  <a:lnTo>
                    <a:pt x="9502475" y="5123557"/>
                  </a:lnTo>
                  <a:lnTo>
                    <a:pt x="9429482" y="5092492"/>
                  </a:lnTo>
                  <a:lnTo>
                    <a:pt x="9362646" y="5058142"/>
                  </a:lnTo>
                  <a:lnTo>
                    <a:pt x="9301346" y="5020078"/>
                  </a:lnTo>
                  <a:lnTo>
                    <a:pt x="9244845" y="4977821"/>
                  </a:lnTo>
                  <a:lnTo>
                    <a:pt x="9192363" y="4930883"/>
                  </a:lnTo>
                  <a:lnTo>
                    <a:pt x="9143126" y="4878821"/>
                  </a:lnTo>
                  <a:lnTo>
                    <a:pt x="9096417" y="4821345"/>
                  </a:lnTo>
                  <a:lnTo>
                    <a:pt x="9084767" y="4805723"/>
                  </a:lnTo>
                  <a:lnTo>
                    <a:pt x="9047897" y="4752847"/>
                  </a:lnTo>
                  <a:lnTo>
                    <a:pt x="9011943" y="4696166"/>
                  </a:lnTo>
                  <a:lnTo>
                    <a:pt x="8976661" y="4635599"/>
                  </a:lnTo>
                  <a:lnTo>
                    <a:pt x="8941851" y="4571130"/>
                  </a:lnTo>
                  <a:lnTo>
                    <a:pt x="8907355" y="4502807"/>
                  </a:lnTo>
                  <a:lnTo>
                    <a:pt x="8873050" y="4430748"/>
                  </a:lnTo>
                  <a:lnTo>
                    <a:pt x="8838839" y="4355151"/>
                  </a:lnTo>
                  <a:lnTo>
                    <a:pt x="8804656" y="4276287"/>
                  </a:lnTo>
                  <a:lnTo>
                    <a:pt x="8770455" y="4194507"/>
                  </a:lnTo>
                  <a:lnTo>
                    <a:pt x="8736210" y="4110234"/>
                  </a:lnTo>
                  <a:lnTo>
                    <a:pt x="8701915" y="4023957"/>
                  </a:lnTo>
                  <a:lnTo>
                    <a:pt x="8667574" y="3936217"/>
                  </a:lnTo>
                  <a:lnTo>
                    <a:pt x="8633203" y="3847598"/>
                  </a:lnTo>
                  <a:lnTo>
                    <a:pt x="8598822" y="3758708"/>
                  </a:lnTo>
                  <a:lnTo>
                    <a:pt x="8564453" y="3670165"/>
                  </a:lnTo>
                  <a:lnTo>
                    <a:pt x="8530117" y="3582574"/>
                  </a:lnTo>
                  <a:lnTo>
                    <a:pt x="8495828" y="3496515"/>
                  </a:lnTo>
                  <a:lnTo>
                    <a:pt x="8461590" y="3412524"/>
                  </a:lnTo>
                  <a:lnTo>
                    <a:pt x="8427392" y="3331081"/>
                  </a:lnTo>
                  <a:lnTo>
                    <a:pt x="8393209" y="3252602"/>
                  </a:lnTo>
                  <a:lnTo>
                    <a:pt x="8358991" y="3177426"/>
                  </a:lnTo>
                  <a:lnTo>
                    <a:pt x="8324667" y="3105818"/>
                  </a:lnTo>
                  <a:lnTo>
                    <a:pt x="8290141" y="3037964"/>
                  </a:lnTo>
                  <a:lnTo>
                    <a:pt x="8255282" y="2973974"/>
                  </a:lnTo>
                  <a:lnTo>
                    <a:pt x="8219928" y="2913887"/>
                  </a:lnTo>
                  <a:lnTo>
                    <a:pt x="8183876" y="2857679"/>
                  </a:lnTo>
                  <a:lnTo>
                    <a:pt x="8151487" y="2811511"/>
                  </a:lnTo>
                  <a:lnTo>
                    <a:pt x="8105322" y="2752632"/>
                  </a:lnTo>
                  <a:lnTo>
                    <a:pt x="8056799" y="2699200"/>
                  </a:lnTo>
                  <a:lnTo>
                    <a:pt x="8005221" y="2650986"/>
                  </a:lnTo>
                  <a:lnTo>
                    <a:pt x="7949826" y="2607575"/>
                  </a:lnTo>
                  <a:lnTo>
                    <a:pt x="7889830" y="2568482"/>
                  </a:lnTo>
                  <a:lnTo>
                    <a:pt x="7824479" y="2533223"/>
                  </a:lnTo>
                  <a:lnTo>
                    <a:pt x="7753115" y="2501352"/>
                  </a:lnTo>
                  <a:lnTo>
                    <a:pt x="7675259" y="2472493"/>
                  </a:lnTo>
                  <a:lnTo>
                    <a:pt x="7590732" y="2446346"/>
                  </a:lnTo>
                  <a:lnTo>
                    <a:pt x="7499798" y="2422697"/>
                  </a:lnTo>
                  <a:lnTo>
                    <a:pt x="7403336" y="2401418"/>
                  </a:lnTo>
                  <a:lnTo>
                    <a:pt x="7302991" y="2382461"/>
                  </a:lnTo>
                  <a:lnTo>
                    <a:pt x="7201269" y="2365839"/>
                  </a:lnTo>
                  <a:lnTo>
                    <a:pt x="7101504" y="2351602"/>
                  </a:lnTo>
                  <a:lnTo>
                    <a:pt x="7007622" y="2339797"/>
                  </a:lnTo>
                  <a:lnTo>
                    <a:pt x="6923685" y="2330422"/>
                  </a:lnTo>
                  <a:lnTo>
                    <a:pt x="6853265" y="2323386"/>
                  </a:lnTo>
                  <a:lnTo>
                    <a:pt x="6798768" y="2318488"/>
                  </a:lnTo>
                  <a:lnTo>
                    <a:pt x="6760922" y="2315414"/>
                  </a:lnTo>
                  <a:lnTo>
                    <a:pt x="6738535" y="2313764"/>
                  </a:lnTo>
                  <a:lnTo>
                    <a:pt x="6728567" y="2313095"/>
                  </a:lnTo>
                  <a:lnTo>
                    <a:pt x="6726363" y="2312959"/>
                  </a:lnTo>
                  <a:lnTo>
                    <a:pt x="6726343" y="2312958"/>
                  </a:lnTo>
                  <a:lnTo>
                    <a:pt x="5254955" y="2312958"/>
                  </a:lnTo>
                  <a:lnTo>
                    <a:pt x="5253780" y="2312903"/>
                  </a:lnTo>
                  <a:lnTo>
                    <a:pt x="5246060" y="2312511"/>
                  </a:lnTo>
                  <a:lnTo>
                    <a:pt x="5226619" y="2311426"/>
                  </a:lnTo>
                  <a:lnTo>
                    <a:pt x="5191908" y="2309292"/>
                  </a:lnTo>
                  <a:lnTo>
                    <a:pt x="5140264" y="2305778"/>
                  </a:lnTo>
                  <a:lnTo>
                    <a:pt x="5072040" y="2300617"/>
                  </a:lnTo>
                  <a:lnTo>
                    <a:pt x="4989421" y="2293629"/>
                  </a:lnTo>
                  <a:lnTo>
                    <a:pt x="4895927" y="2284727"/>
                  </a:lnTo>
                  <a:lnTo>
                    <a:pt x="4795719" y="2273898"/>
                  </a:lnTo>
                  <a:lnTo>
                    <a:pt x="4692917" y="2261177"/>
                  </a:lnTo>
                  <a:lnTo>
                    <a:pt x="4591080" y="2246604"/>
                  </a:lnTo>
                  <a:lnTo>
                    <a:pt x="4492924" y="2230196"/>
                  </a:lnTo>
                  <a:lnTo>
                    <a:pt x="4400261" y="2211922"/>
                  </a:lnTo>
                  <a:lnTo>
                    <a:pt x="4314084" y="2191687"/>
                  </a:lnTo>
                  <a:lnTo>
                    <a:pt x="4234724" y="2169327"/>
                  </a:lnTo>
                  <a:lnTo>
                    <a:pt x="4162033" y="2144609"/>
                  </a:lnTo>
                  <a:lnTo>
                    <a:pt x="4095537" y="2117235"/>
                  </a:lnTo>
                  <a:lnTo>
                    <a:pt x="4034564" y="2086855"/>
                  </a:lnTo>
                  <a:lnTo>
                    <a:pt x="3978338" y="2053080"/>
                  </a:lnTo>
                  <a:lnTo>
                    <a:pt x="3926051" y="2015523"/>
                  </a:lnTo>
                  <a:lnTo>
                    <a:pt x="3876911" y="1973850"/>
                  </a:lnTo>
                  <a:lnTo>
                    <a:pt x="3830196" y="1927870"/>
                  </a:lnTo>
                  <a:lnTo>
                    <a:pt x="3829811" y="1927465"/>
                  </a:lnTo>
                  <a:lnTo>
                    <a:pt x="3789119" y="1882108"/>
                  </a:lnTo>
                  <a:lnTo>
                    <a:pt x="3749512" y="1833145"/>
                  </a:lnTo>
                  <a:lnTo>
                    <a:pt x="3710671" y="1780507"/>
                  </a:lnTo>
                  <a:lnTo>
                    <a:pt x="3672342" y="1724190"/>
                  </a:lnTo>
                  <a:lnTo>
                    <a:pt x="3634329" y="1664273"/>
                  </a:lnTo>
                  <a:lnTo>
                    <a:pt x="3596484" y="1600918"/>
                  </a:lnTo>
                  <a:lnTo>
                    <a:pt x="3558699" y="1534375"/>
                  </a:lnTo>
                  <a:lnTo>
                    <a:pt x="3520905" y="1464986"/>
                  </a:lnTo>
                  <a:lnTo>
                    <a:pt x="3483062" y="1393175"/>
                  </a:lnTo>
                  <a:lnTo>
                    <a:pt x="3445157" y="1319446"/>
                  </a:lnTo>
                  <a:lnTo>
                    <a:pt x="3407198" y="1244365"/>
                  </a:lnTo>
                  <a:lnTo>
                    <a:pt x="3369204" y="1168543"/>
                  </a:lnTo>
                  <a:lnTo>
                    <a:pt x="3331206" y="1092619"/>
                  </a:lnTo>
                  <a:lnTo>
                    <a:pt x="3293233" y="1017234"/>
                  </a:lnTo>
                  <a:lnTo>
                    <a:pt x="3255310" y="943012"/>
                  </a:lnTo>
                  <a:lnTo>
                    <a:pt x="3217448" y="870534"/>
                  </a:lnTo>
                  <a:lnTo>
                    <a:pt x="3179641" y="800326"/>
                  </a:lnTo>
                  <a:lnTo>
                    <a:pt x="3141859" y="732838"/>
                  </a:lnTo>
                  <a:lnTo>
                    <a:pt x="3104043" y="668439"/>
                  </a:lnTo>
                  <a:lnTo>
                    <a:pt x="3066097" y="607409"/>
                  </a:lnTo>
                  <a:lnTo>
                    <a:pt x="3027887" y="549937"/>
                  </a:lnTo>
                  <a:lnTo>
                    <a:pt x="2989233" y="496127"/>
                  </a:lnTo>
                  <a:lnTo>
                    <a:pt x="2949901" y="446002"/>
                  </a:lnTo>
                  <a:lnTo>
                    <a:pt x="2909592" y="399512"/>
                  </a:lnTo>
                  <a:lnTo>
                    <a:pt x="2896531" y="385493"/>
                  </a:lnTo>
                  <a:lnTo>
                    <a:pt x="2849834" y="339477"/>
                  </a:lnTo>
                  <a:lnTo>
                    <a:pt x="2800717" y="297767"/>
                  </a:lnTo>
                  <a:lnTo>
                    <a:pt x="2748459" y="260177"/>
                  </a:lnTo>
                  <a:lnTo>
                    <a:pt x="2692270" y="226372"/>
                  </a:lnTo>
                  <a:lnTo>
                    <a:pt x="2631340" y="195965"/>
                  </a:lnTo>
                  <a:lnTo>
                    <a:pt x="2564893" y="168568"/>
                  </a:lnTo>
                  <a:lnTo>
                    <a:pt x="2492257" y="143829"/>
                  </a:lnTo>
                  <a:lnTo>
                    <a:pt x="2412955" y="121450"/>
                  </a:lnTo>
                  <a:lnTo>
                    <a:pt x="2326834" y="101197"/>
                  </a:lnTo>
                  <a:lnTo>
                    <a:pt x="2234222" y="82907"/>
                  </a:lnTo>
                  <a:lnTo>
                    <a:pt x="2136107" y="66484"/>
                  </a:lnTo>
                  <a:lnTo>
                    <a:pt x="2034290" y="51896"/>
                  </a:lnTo>
                  <a:lnTo>
                    <a:pt x="1931483" y="39159"/>
                  </a:lnTo>
                  <a:lnTo>
                    <a:pt x="1831236" y="28314"/>
                  </a:lnTo>
                  <a:lnTo>
                    <a:pt x="1737668" y="19395"/>
                  </a:lnTo>
                  <a:lnTo>
                    <a:pt x="1654941" y="12391"/>
                  </a:lnTo>
                  <a:lnTo>
                    <a:pt x="1586585" y="7216"/>
                  </a:lnTo>
                  <a:lnTo>
                    <a:pt x="1534797" y="3689"/>
                  </a:lnTo>
                  <a:lnTo>
                    <a:pt x="1499947" y="1544"/>
                  </a:lnTo>
                  <a:lnTo>
                    <a:pt x="1480390" y="453"/>
                  </a:lnTo>
                  <a:lnTo>
                    <a:pt x="1472592" y="56"/>
                  </a:lnTo>
                  <a:lnTo>
                    <a:pt x="1471387" y="0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8" name="pg188"/>
            <p:cNvSpPr/>
            <p:nvPr/>
          </p:nvSpPr>
          <p:spPr>
            <a:xfrm>
              <a:off x="4799595" y="4979770"/>
              <a:ext cx="11981298" cy="6023499"/>
            </a:xfrm>
            <a:custGeom>
              <a:avLst/>
              <a:pathLst>
                <a:path w="11981298" h="6023499">
                  <a:moveTo>
                    <a:pt x="0" y="8172"/>
                  </a:moveTo>
                  <a:lnTo>
                    <a:pt x="1471387" y="8172"/>
                  </a:lnTo>
                  <a:lnTo>
                    <a:pt x="1472559" y="8229"/>
                  </a:lnTo>
                  <a:lnTo>
                    <a:pt x="1480260" y="8630"/>
                  </a:lnTo>
                  <a:lnTo>
                    <a:pt x="1499655" y="9738"/>
                  </a:lnTo>
                  <a:lnTo>
                    <a:pt x="1534288" y="11919"/>
                  </a:lnTo>
                  <a:lnTo>
                    <a:pt x="1585822" y="15511"/>
                  </a:lnTo>
                  <a:lnTo>
                    <a:pt x="1653914" y="20787"/>
                  </a:lnTo>
                  <a:lnTo>
                    <a:pt x="1736392" y="27931"/>
                  </a:lnTo>
                  <a:lnTo>
                    <a:pt x="1829751" y="37033"/>
                  </a:lnTo>
                  <a:lnTo>
                    <a:pt x="1929840" y="48106"/>
                  </a:lnTo>
                  <a:lnTo>
                    <a:pt x="2032549" y="61116"/>
                  </a:lnTo>
                  <a:lnTo>
                    <a:pt x="2134322" y="76019"/>
                  </a:lnTo>
                  <a:lnTo>
                    <a:pt x="2232440" y="92800"/>
                  </a:lnTo>
                  <a:lnTo>
                    <a:pt x="2325089" y="111490"/>
                  </a:lnTo>
                  <a:lnTo>
                    <a:pt x="2411271" y="132184"/>
                  </a:lnTo>
                  <a:lnTo>
                    <a:pt x="2490647" y="155049"/>
                  </a:lnTo>
                  <a:lnTo>
                    <a:pt x="2563361" y="180323"/>
                  </a:lnTo>
                  <a:lnTo>
                    <a:pt x="2629883" y="208309"/>
                  </a:lnTo>
                  <a:lnTo>
                    <a:pt x="2690881" y="239366"/>
                  </a:lnTo>
                  <a:lnTo>
                    <a:pt x="2747127" y="273888"/>
                  </a:lnTo>
                  <a:lnTo>
                    <a:pt x="2799429" y="312274"/>
                  </a:lnTo>
                  <a:lnTo>
                    <a:pt x="2848576" y="354866"/>
                  </a:lnTo>
                  <a:lnTo>
                    <a:pt x="2895289" y="401862"/>
                  </a:lnTo>
                  <a:lnTo>
                    <a:pt x="2896531" y="403201"/>
                  </a:lnTo>
                  <a:lnTo>
                    <a:pt x="2936864" y="449247"/>
                  </a:lnTo>
                  <a:lnTo>
                    <a:pt x="2976128" y="498921"/>
                  </a:lnTo>
                  <a:lnTo>
                    <a:pt x="3014635" y="552295"/>
                  </a:lnTo>
                  <a:lnTo>
                    <a:pt x="3052633" y="609371"/>
                  </a:lnTo>
                  <a:lnTo>
                    <a:pt x="3090315" y="670075"/>
                  </a:lnTo>
                  <a:lnTo>
                    <a:pt x="3127826" y="734249"/>
                  </a:lnTo>
                  <a:lnTo>
                    <a:pt x="3165274" y="801647"/>
                  </a:lnTo>
                  <a:lnTo>
                    <a:pt x="3202727" y="871935"/>
                  </a:lnTo>
                  <a:lnTo>
                    <a:pt x="3240227" y="944692"/>
                  </a:lnTo>
                  <a:lnTo>
                    <a:pt x="3277786" y="1019424"/>
                  </a:lnTo>
                  <a:lnTo>
                    <a:pt x="3315402" y="1095571"/>
                  </a:lnTo>
                  <a:lnTo>
                    <a:pt x="3353052" y="1172525"/>
                  </a:lnTo>
                  <a:lnTo>
                    <a:pt x="3390711" y="1249651"/>
                  </a:lnTo>
                  <a:lnTo>
                    <a:pt x="3428348" y="1326309"/>
                  </a:lnTo>
                  <a:lnTo>
                    <a:pt x="3465939" y="1401874"/>
                  </a:lnTo>
                  <a:lnTo>
                    <a:pt x="3503471" y="1475759"/>
                  </a:lnTo>
                  <a:lnTo>
                    <a:pt x="3540946" y="1547431"/>
                  </a:lnTo>
                  <a:lnTo>
                    <a:pt x="3578390" y="1616429"/>
                  </a:lnTo>
                  <a:lnTo>
                    <a:pt x="3615856" y="1682372"/>
                  </a:lnTo>
                  <a:lnTo>
                    <a:pt x="3653431" y="1744966"/>
                  </a:lnTo>
                  <a:lnTo>
                    <a:pt x="3691238" y="1804006"/>
                  </a:lnTo>
                  <a:lnTo>
                    <a:pt x="3729445" y="1859374"/>
                  </a:lnTo>
                  <a:lnTo>
                    <a:pt x="3768267" y="1911031"/>
                  </a:lnTo>
                  <a:lnTo>
                    <a:pt x="3807983" y="1959014"/>
                  </a:lnTo>
                  <a:lnTo>
                    <a:pt x="3829811" y="1983314"/>
                  </a:lnTo>
                  <a:lnTo>
                    <a:pt x="3876468" y="2030430"/>
                  </a:lnTo>
                  <a:lnTo>
                    <a:pt x="3925539" y="2073140"/>
                  </a:lnTo>
                  <a:lnTo>
                    <a:pt x="3977745" y="2111636"/>
                  </a:lnTo>
                  <a:lnTo>
                    <a:pt x="4033873" y="2146258"/>
                  </a:lnTo>
                  <a:lnTo>
                    <a:pt x="4094731" y="2177404"/>
                  </a:lnTo>
                  <a:lnTo>
                    <a:pt x="4161094" y="2205468"/>
                  </a:lnTo>
                  <a:lnTo>
                    <a:pt x="4233633" y="2230812"/>
                  </a:lnTo>
                  <a:lnTo>
                    <a:pt x="4312824" y="2253739"/>
                  </a:lnTo>
                  <a:lnTo>
                    <a:pt x="4398823" y="2274490"/>
                  </a:lnTo>
                  <a:lnTo>
                    <a:pt x="4491306" y="2293232"/>
                  </a:lnTo>
                  <a:lnTo>
                    <a:pt x="4589296" y="2310064"/>
                  </a:lnTo>
                  <a:lnTo>
                    <a:pt x="4691001" y="2325019"/>
                  </a:lnTo>
                  <a:lnTo>
                    <a:pt x="4793728" y="2338080"/>
                  </a:lnTo>
                  <a:lnTo>
                    <a:pt x="4893941" y="2349206"/>
                  </a:lnTo>
                  <a:lnTo>
                    <a:pt x="4987539" y="2358362"/>
                  </a:lnTo>
                  <a:lnTo>
                    <a:pt x="5070363" y="2365559"/>
                  </a:lnTo>
                  <a:lnTo>
                    <a:pt x="5138882" y="2370883"/>
                  </a:lnTo>
                  <a:lnTo>
                    <a:pt x="5190880" y="2374518"/>
                  </a:lnTo>
                  <a:lnTo>
                    <a:pt x="5225959" y="2376733"/>
                  </a:lnTo>
                  <a:lnTo>
                    <a:pt x="5245730" y="2377866"/>
                  </a:lnTo>
                  <a:lnTo>
                    <a:pt x="5253687" y="2378281"/>
                  </a:lnTo>
                  <a:lnTo>
                    <a:pt x="5254955" y="2378342"/>
                  </a:lnTo>
                  <a:lnTo>
                    <a:pt x="6726343" y="2378342"/>
                  </a:lnTo>
                  <a:lnTo>
                    <a:pt x="6727437" y="2378423"/>
                  </a:lnTo>
                  <a:lnTo>
                    <a:pt x="6734639" y="2378997"/>
                  </a:lnTo>
                  <a:lnTo>
                    <a:pt x="6752816" y="2380585"/>
                  </a:lnTo>
                  <a:lnTo>
                    <a:pt x="6785367" y="2383713"/>
                  </a:lnTo>
                  <a:lnTo>
                    <a:pt x="6833993" y="2388869"/>
                  </a:lnTo>
                  <a:lnTo>
                    <a:pt x="6898565" y="2396458"/>
                  </a:lnTo>
                  <a:lnTo>
                    <a:pt x="6977249" y="2406761"/>
                  </a:lnTo>
                  <a:lnTo>
                    <a:pt x="7066920" y="2419927"/>
                  </a:lnTo>
                  <a:lnTo>
                    <a:pt x="7163759" y="2435990"/>
                  </a:lnTo>
                  <a:lnTo>
                    <a:pt x="7263879" y="2454909"/>
                  </a:lnTo>
                  <a:lnTo>
                    <a:pt x="7363816" y="2476622"/>
                  </a:lnTo>
                  <a:lnTo>
                    <a:pt x="7460835" y="2501090"/>
                  </a:lnTo>
                  <a:lnTo>
                    <a:pt x="7553025" y="2528339"/>
                  </a:lnTo>
                  <a:lnTo>
                    <a:pt x="7639250" y="2558478"/>
                  </a:lnTo>
                  <a:lnTo>
                    <a:pt x="7719021" y="2591714"/>
                  </a:lnTo>
                  <a:lnTo>
                    <a:pt x="7792343" y="2628355"/>
                  </a:lnTo>
                  <a:lnTo>
                    <a:pt x="7859560" y="2668802"/>
                  </a:lnTo>
                  <a:lnTo>
                    <a:pt x="7921238" y="2713543"/>
                  </a:lnTo>
                  <a:lnTo>
                    <a:pt x="7978068" y="2763128"/>
                  </a:lnTo>
                  <a:lnTo>
                    <a:pt x="8030796" y="2818134"/>
                  </a:lnTo>
                  <a:lnTo>
                    <a:pt x="8080171" y="2879102"/>
                  </a:lnTo>
                  <a:lnTo>
                    <a:pt x="8126902" y="2946434"/>
                  </a:lnTo>
                  <a:lnTo>
                    <a:pt x="8151487" y="2985868"/>
                  </a:lnTo>
                  <a:lnTo>
                    <a:pt x="8185432" y="3044956"/>
                  </a:lnTo>
                  <a:lnTo>
                    <a:pt x="8218586" y="3107959"/>
                  </a:lnTo>
                  <a:lnTo>
                    <a:pt x="8251141" y="3174958"/>
                  </a:lnTo>
                  <a:lnTo>
                    <a:pt x="8283260" y="3245982"/>
                  </a:lnTo>
                  <a:lnTo>
                    <a:pt x="8315074" y="3321003"/>
                  </a:lnTo>
                  <a:lnTo>
                    <a:pt x="8346689" y="3399933"/>
                  </a:lnTo>
                  <a:lnTo>
                    <a:pt x="8378187" y="3482620"/>
                  </a:lnTo>
                  <a:lnTo>
                    <a:pt x="8409634" y="3568842"/>
                  </a:lnTo>
                  <a:lnTo>
                    <a:pt x="8441073" y="3658311"/>
                  </a:lnTo>
                  <a:lnTo>
                    <a:pt x="8472535" y="3750673"/>
                  </a:lnTo>
                  <a:lnTo>
                    <a:pt x="8504036" y="3845512"/>
                  </a:lnTo>
                  <a:lnTo>
                    <a:pt x="8535580" y="3942355"/>
                  </a:lnTo>
                  <a:lnTo>
                    <a:pt x="8567163" y="4040685"/>
                  </a:lnTo>
                  <a:lnTo>
                    <a:pt x="8598772" y="4139948"/>
                  </a:lnTo>
                  <a:lnTo>
                    <a:pt x="8630392" y="4239569"/>
                  </a:lnTo>
                  <a:lnTo>
                    <a:pt x="8662005" y="4338963"/>
                  </a:lnTo>
                  <a:lnTo>
                    <a:pt x="8693595" y="4437551"/>
                  </a:lnTo>
                  <a:lnTo>
                    <a:pt x="8725149" y="4534774"/>
                  </a:lnTo>
                  <a:lnTo>
                    <a:pt x="8756659" y="4630105"/>
                  </a:lnTo>
                  <a:lnTo>
                    <a:pt x="8788129" y="4723060"/>
                  </a:lnTo>
                  <a:lnTo>
                    <a:pt x="8819572" y="4813211"/>
                  </a:lnTo>
                  <a:lnTo>
                    <a:pt x="8851013" y="4900189"/>
                  </a:lnTo>
                  <a:lnTo>
                    <a:pt x="8882495" y="4983690"/>
                  </a:lnTo>
                  <a:lnTo>
                    <a:pt x="8914077" y="5063478"/>
                  </a:lnTo>
                  <a:lnTo>
                    <a:pt x="8945838" y="5139385"/>
                  </a:lnTo>
                  <a:lnTo>
                    <a:pt x="8977878" y="5211310"/>
                  </a:lnTo>
                  <a:lnTo>
                    <a:pt x="9010323" y="5279210"/>
                  </a:lnTo>
                  <a:lnTo>
                    <a:pt x="9043327" y="5343104"/>
                  </a:lnTo>
                  <a:lnTo>
                    <a:pt x="9077076" y="5403060"/>
                  </a:lnTo>
                  <a:lnTo>
                    <a:pt x="9084767" y="5415973"/>
                  </a:lnTo>
                  <a:lnTo>
                    <a:pt x="9130327" y="5486846"/>
                  </a:lnTo>
                  <a:lnTo>
                    <a:pt x="9178177" y="5551247"/>
                  </a:lnTo>
                  <a:lnTo>
                    <a:pt x="9228986" y="5609442"/>
                  </a:lnTo>
                  <a:lnTo>
                    <a:pt x="9283486" y="5661910"/>
                  </a:lnTo>
                  <a:lnTo>
                    <a:pt x="9342432" y="5709220"/>
                  </a:lnTo>
                  <a:lnTo>
                    <a:pt x="9406550" y="5751943"/>
                  </a:lnTo>
                  <a:lnTo>
                    <a:pt x="9476485" y="5790602"/>
                  </a:lnTo>
                  <a:lnTo>
                    <a:pt x="9552716" y="5825649"/>
                  </a:lnTo>
                  <a:lnTo>
                    <a:pt x="9635449" y="5857444"/>
                  </a:lnTo>
                  <a:lnTo>
                    <a:pt x="9724483" y="5886249"/>
                  </a:lnTo>
                  <a:lnTo>
                    <a:pt x="9819055" y="5912225"/>
                  </a:lnTo>
                  <a:lnTo>
                    <a:pt x="9917689" y="5935441"/>
                  </a:lnTo>
                  <a:lnTo>
                    <a:pt x="10018096" y="5955890"/>
                  </a:lnTo>
                  <a:lnTo>
                    <a:pt x="10117188" y="5973517"/>
                  </a:lnTo>
                  <a:lnTo>
                    <a:pt x="10211257" y="5988263"/>
                  </a:lnTo>
                  <a:lnTo>
                    <a:pt x="10296376" y="6000117"/>
                  </a:lnTo>
                  <a:lnTo>
                    <a:pt x="10368962" y="6009159"/>
                  </a:lnTo>
                  <a:lnTo>
                    <a:pt x="10426411" y="6015598"/>
                  </a:lnTo>
                  <a:lnTo>
                    <a:pt x="10467629" y="6019775"/>
                  </a:lnTo>
                  <a:lnTo>
                    <a:pt x="10493322" y="6022138"/>
                  </a:lnTo>
                  <a:lnTo>
                    <a:pt x="10505990" y="6023199"/>
                  </a:lnTo>
                  <a:lnTo>
                    <a:pt x="10509729" y="6023486"/>
                  </a:lnTo>
                  <a:lnTo>
                    <a:pt x="10509911" y="6023499"/>
                  </a:lnTo>
                  <a:lnTo>
                    <a:pt x="11981298" y="6023499"/>
                  </a:lnTo>
                  <a:lnTo>
                    <a:pt x="11981298" y="6015326"/>
                  </a:lnTo>
                  <a:lnTo>
                    <a:pt x="10509911" y="6015326"/>
                  </a:lnTo>
                  <a:lnTo>
                    <a:pt x="10508816" y="6015246"/>
                  </a:lnTo>
                  <a:lnTo>
                    <a:pt x="10501614" y="6014671"/>
                  </a:lnTo>
                  <a:lnTo>
                    <a:pt x="10483437" y="6013083"/>
                  </a:lnTo>
                  <a:lnTo>
                    <a:pt x="10450886" y="6009955"/>
                  </a:lnTo>
                  <a:lnTo>
                    <a:pt x="10402260" y="6004799"/>
                  </a:lnTo>
                  <a:lnTo>
                    <a:pt x="10337688" y="5997210"/>
                  </a:lnTo>
                  <a:lnTo>
                    <a:pt x="10259004" y="5986907"/>
                  </a:lnTo>
                  <a:lnTo>
                    <a:pt x="10169333" y="5973741"/>
                  </a:lnTo>
                  <a:lnTo>
                    <a:pt x="10072494" y="5957678"/>
                  </a:lnTo>
                  <a:lnTo>
                    <a:pt x="9972375" y="5938759"/>
                  </a:lnTo>
                  <a:lnTo>
                    <a:pt x="9872437" y="5917046"/>
                  </a:lnTo>
                  <a:lnTo>
                    <a:pt x="9775418" y="5892578"/>
                  </a:lnTo>
                  <a:lnTo>
                    <a:pt x="9683228" y="5865329"/>
                  </a:lnTo>
                  <a:lnTo>
                    <a:pt x="9597004" y="5835190"/>
                  </a:lnTo>
                  <a:lnTo>
                    <a:pt x="9517232" y="5801954"/>
                  </a:lnTo>
                  <a:lnTo>
                    <a:pt x="9443910" y="5765314"/>
                  </a:lnTo>
                  <a:lnTo>
                    <a:pt x="9376693" y="5724867"/>
                  </a:lnTo>
                  <a:lnTo>
                    <a:pt x="9315015" y="5680125"/>
                  </a:lnTo>
                  <a:lnTo>
                    <a:pt x="9258185" y="5630540"/>
                  </a:lnTo>
                  <a:lnTo>
                    <a:pt x="9205457" y="5575534"/>
                  </a:lnTo>
                  <a:lnTo>
                    <a:pt x="9156083" y="5514566"/>
                  </a:lnTo>
                  <a:lnTo>
                    <a:pt x="9109351" y="5447234"/>
                  </a:lnTo>
                  <a:lnTo>
                    <a:pt x="9084767" y="5407800"/>
                  </a:lnTo>
                  <a:lnTo>
                    <a:pt x="9050821" y="5348712"/>
                  </a:lnTo>
                  <a:lnTo>
                    <a:pt x="9017668" y="5285709"/>
                  </a:lnTo>
                  <a:lnTo>
                    <a:pt x="8985112" y="5218710"/>
                  </a:lnTo>
                  <a:lnTo>
                    <a:pt x="8952993" y="5147687"/>
                  </a:lnTo>
                  <a:lnTo>
                    <a:pt x="8921179" y="5072666"/>
                  </a:lnTo>
                  <a:lnTo>
                    <a:pt x="8889565" y="4993735"/>
                  </a:lnTo>
                  <a:lnTo>
                    <a:pt x="8858066" y="4911049"/>
                  </a:lnTo>
                  <a:lnTo>
                    <a:pt x="8826620" y="4824826"/>
                  </a:lnTo>
                  <a:lnTo>
                    <a:pt x="8795180" y="4735357"/>
                  </a:lnTo>
                  <a:lnTo>
                    <a:pt x="8763718" y="4642995"/>
                  </a:lnTo>
                  <a:lnTo>
                    <a:pt x="8732217" y="4548157"/>
                  </a:lnTo>
                  <a:lnTo>
                    <a:pt x="8700673" y="4451314"/>
                  </a:lnTo>
                  <a:lnTo>
                    <a:pt x="8669090" y="4352984"/>
                  </a:lnTo>
                  <a:lnTo>
                    <a:pt x="8637481" y="4253720"/>
                  </a:lnTo>
                  <a:lnTo>
                    <a:pt x="8605861" y="4154099"/>
                  </a:lnTo>
                  <a:lnTo>
                    <a:pt x="8574248" y="4054705"/>
                  </a:lnTo>
                  <a:lnTo>
                    <a:pt x="8542658" y="3956117"/>
                  </a:lnTo>
                  <a:lnTo>
                    <a:pt x="8511105" y="3858894"/>
                  </a:lnTo>
                  <a:lnTo>
                    <a:pt x="8479594" y="3763563"/>
                  </a:lnTo>
                  <a:lnTo>
                    <a:pt x="8448124" y="3670608"/>
                  </a:lnTo>
                  <a:lnTo>
                    <a:pt x="8416682" y="3580457"/>
                  </a:lnTo>
                  <a:lnTo>
                    <a:pt x="8385240" y="3493479"/>
                  </a:lnTo>
                  <a:lnTo>
                    <a:pt x="8353758" y="3409978"/>
                  </a:lnTo>
                  <a:lnTo>
                    <a:pt x="8322176" y="3330190"/>
                  </a:lnTo>
                  <a:lnTo>
                    <a:pt x="8290415" y="3254283"/>
                  </a:lnTo>
                  <a:lnTo>
                    <a:pt x="8258375" y="3182359"/>
                  </a:lnTo>
                  <a:lnTo>
                    <a:pt x="8225930" y="3114458"/>
                  </a:lnTo>
                  <a:lnTo>
                    <a:pt x="8192927" y="3050564"/>
                  </a:lnTo>
                  <a:lnTo>
                    <a:pt x="8159177" y="2990608"/>
                  </a:lnTo>
                  <a:lnTo>
                    <a:pt x="8151487" y="2977695"/>
                  </a:lnTo>
                  <a:lnTo>
                    <a:pt x="8105926" y="2906822"/>
                  </a:lnTo>
                  <a:lnTo>
                    <a:pt x="8058076" y="2842421"/>
                  </a:lnTo>
                  <a:lnTo>
                    <a:pt x="8007267" y="2784227"/>
                  </a:lnTo>
                  <a:lnTo>
                    <a:pt x="7952767" y="2731758"/>
                  </a:lnTo>
                  <a:lnTo>
                    <a:pt x="7893822" y="2684448"/>
                  </a:lnTo>
                  <a:lnTo>
                    <a:pt x="7829703" y="2641725"/>
                  </a:lnTo>
                  <a:lnTo>
                    <a:pt x="7759768" y="2603066"/>
                  </a:lnTo>
                  <a:lnTo>
                    <a:pt x="7683537" y="2568019"/>
                  </a:lnTo>
                  <a:lnTo>
                    <a:pt x="7600804" y="2536224"/>
                  </a:lnTo>
                  <a:lnTo>
                    <a:pt x="7511770" y="2507420"/>
                  </a:lnTo>
                  <a:lnTo>
                    <a:pt x="7417198" y="2481444"/>
                  </a:lnTo>
                  <a:lnTo>
                    <a:pt x="7318564" y="2458227"/>
                  </a:lnTo>
                  <a:lnTo>
                    <a:pt x="7218157" y="2437779"/>
                  </a:lnTo>
                  <a:lnTo>
                    <a:pt x="7119066" y="2420151"/>
                  </a:lnTo>
                  <a:lnTo>
                    <a:pt x="7024996" y="2405405"/>
                  </a:lnTo>
                  <a:lnTo>
                    <a:pt x="6939877" y="2393552"/>
                  </a:lnTo>
                  <a:lnTo>
                    <a:pt x="6867291" y="2384510"/>
                  </a:lnTo>
                  <a:lnTo>
                    <a:pt x="6809843" y="2378070"/>
                  </a:lnTo>
                  <a:lnTo>
                    <a:pt x="6768624" y="2373893"/>
                  </a:lnTo>
                  <a:lnTo>
                    <a:pt x="6742932" y="2371530"/>
                  </a:lnTo>
                  <a:lnTo>
                    <a:pt x="6730263" y="2370469"/>
                  </a:lnTo>
                  <a:lnTo>
                    <a:pt x="6726524" y="2370182"/>
                  </a:lnTo>
                  <a:lnTo>
                    <a:pt x="6726343" y="2370169"/>
                  </a:lnTo>
                  <a:lnTo>
                    <a:pt x="5254955" y="2370169"/>
                  </a:lnTo>
                  <a:lnTo>
                    <a:pt x="5253783" y="2370113"/>
                  </a:lnTo>
                  <a:lnTo>
                    <a:pt x="5246082" y="2369712"/>
                  </a:lnTo>
                  <a:lnTo>
                    <a:pt x="5226687" y="2368604"/>
                  </a:lnTo>
                  <a:lnTo>
                    <a:pt x="5192054" y="2366422"/>
                  </a:lnTo>
                  <a:lnTo>
                    <a:pt x="5140520" y="2362830"/>
                  </a:lnTo>
                  <a:lnTo>
                    <a:pt x="5072428" y="2357555"/>
                  </a:lnTo>
                  <a:lnTo>
                    <a:pt x="4989950" y="2350411"/>
                  </a:lnTo>
                  <a:lnTo>
                    <a:pt x="4896591" y="2341308"/>
                  </a:lnTo>
                  <a:lnTo>
                    <a:pt x="4796502" y="2330235"/>
                  </a:lnTo>
                  <a:lnTo>
                    <a:pt x="4693793" y="2317226"/>
                  </a:lnTo>
                  <a:lnTo>
                    <a:pt x="4592020" y="2302322"/>
                  </a:lnTo>
                  <a:lnTo>
                    <a:pt x="4493902" y="2285541"/>
                  </a:lnTo>
                  <a:lnTo>
                    <a:pt x="4401253" y="2266852"/>
                  </a:lnTo>
                  <a:lnTo>
                    <a:pt x="4315071" y="2246158"/>
                  </a:lnTo>
                  <a:lnTo>
                    <a:pt x="4235695" y="2223292"/>
                  </a:lnTo>
                  <a:lnTo>
                    <a:pt x="4162981" y="2198018"/>
                  </a:lnTo>
                  <a:lnTo>
                    <a:pt x="4096459" y="2170032"/>
                  </a:lnTo>
                  <a:lnTo>
                    <a:pt x="4035461" y="2138975"/>
                  </a:lnTo>
                  <a:lnTo>
                    <a:pt x="3979215" y="2104453"/>
                  </a:lnTo>
                  <a:lnTo>
                    <a:pt x="3926913" y="2066068"/>
                  </a:lnTo>
                  <a:lnTo>
                    <a:pt x="3877766" y="2023475"/>
                  </a:lnTo>
                  <a:lnTo>
                    <a:pt x="3831053" y="1976479"/>
                  </a:lnTo>
                  <a:lnTo>
                    <a:pt x="3829811" y="1975141"/>
                  </a:lnTo>
                  <a:lnTo>
                    <a:pt x="3789478" y="1929094"/>
                  </a:lnTo>
                  <a:lnTo>
                    <a:pt x="3750214" y="1879420"/>
                  </a:lnTo>
                  <a:lnTo>
                    <a:pt x="3711707" y="1826047"/>
                  </a:lnTo>
                  <a:lnTo>
                    <a:pt x="3673709" y="1768971"/>
                  </a:lnTo>
                  <a:lnTo>
                    <a:pt x="3636028" y="1708267"/>
                  </a:lnTo>
                  <a:lnTo>
                    <a:pt x="3598516" y="1644092"/>
                  </a:lnTo>
                  <a:lnTo>
                    <a:pt x="3561068" y="1576694"/>
                  </a:lnTo>
                  <a:lnTo>
                    <a:pt x="3523615" y="1506407"/>
                  </a:lnTo>
                  <a:lnTo>
                    <a:pt x="3486116" y="1433649"/>
                  </a:lnTo>
                  <a:lnTo>
                    <a:pt x="3448556" y="1358917"/>
                  </a:lnTo>
                  <a:lnTo>
                    <a:pt x="3410941" y="1282771"/>
                  </a:lnTo>
                  <a:lnTo>
                    <a:pt x="3373290" y="1205817"/>
                  </a:lnTo>
                  <a:lnTo>
                    <a:pt x="3335631" y="1128690"/>
                  </a:lnTo>
                  <a:lnTo>
                    <a:pt x="3297994" y="1052032"/>
                  </a:lnTo>
                  <a:lnTo>
                    <a:pt x="3260403" y="976467"/>
                  </a:lnTo>
                  <a:lnTo>
                    <a:pt x="3222871" y="902583"/>
                  </a:lnTo>
                  <a:lnTo>
                    <a:pt x="3185396" y="830910"/>
                  </a:lnTo>
                  <a:lnTo>
                    <a:pt x="3147952" y="761913"/>
                  </a:lnTo>
                  <a:lnTo>
                    <a:pt x="3110486" y="695970"/>
                  </a:lnTo>
                  <a:lnTo>
                    <a:pt x="3072911" y="633376"/>
                  </a:lnTo>
                  <a:lnTo>
                    <a:pt x="3035104" y="574335"/>
                  </a:lnTo>
                  <a:lnTo>
                    <a:pt x="2996898" y="518968"/>
                  </a:lnTo>
                  <a:lnTo>
                    <a:pt x="2958075" y="467311"/>
                  </a:lnTo>
                  <a:lnTo>
                    <a:pt x="2918359" y="419328"/>
                  </a:lnTo>
                  <a:lnTo>
                    <a:pt x="2896531" y="395028"/>
                  </a:lnTo>
                  <a:lnTo>
                    <a:pt x="2849874" y="347912"/>
                  </a:lnTo>
                  <a:lnTo>
                    <a:pt x="2800803" y="305202"/>
                  </a:lnTo>
                  <a:lnTo>
                    <a:pt x="2748597" y="266706"/>
                  </a:lnTo>
                  <a:lnTo>
                    <a:pt x="2692469" y="232084"/>
                  </a:lnTo>
                  <a:lnTo>
                    <a:pt x="2631611" y="200938"/>
                  </a:lnTo>
                  <a:lnTo>
                    <a:pt x="2565248" y="172873"/>
                  </a:lnTo>
                  <a:lnTo>
                    <a:pt x="2492710" y="147530"/>
                  </a:lnTo>
                  <a:lnTo>
                    <a:pt x="2413518" y="124602"/>
                  </a:lnTo>
                  <a:lnTo>
                    <a:pt x="2327519" y="103852"/>
                  </a:lnTo>
                  <a:lnTo>
                    <a:pt x="2235036" y="85109"/>
                  </a:lnTo>
                  <a:lnTo>
                    <a:pt x="2137047" y="68278"/>
                  </a:lnTo>
                  <a:lnTo>
                    <a:pt x="2035342" y="53323"/>
                  </a:lnTo>
                  <a:lnTo>
                    <a:pt x="1932615" y="40261"/>
                  </a:lnTo>
                  <a:lnTo>
                    <a:pt x="1832401" y="29135"/>
                  </a:lnTo>
                  <a:lnTo>
                    <a:pt x="1738803" y="19979"/>
                  </a:lnTo>
                  <a:lnTo>
                    <a:pt x="1655979" y="12783"/>
                  </a:lnTo>
                  <a:lnTo>
                    <a:pt x="1587460" y="7458"/>
                  </a:lnTo>
                  <a:lnTo>
                    <a:pt x="1535462" y="3824"/>
                  </a:lnTo>
                  <a:lnTo>
                    <a:pt x="1500383" y="1608"/>
                  </a:lnTo>
                  <a:lnTo>
                    <a:pt x="1480613" y="476"/>
                  </a:lnTo>
                  <a:lnTo>
                    <a:pt x="1472655" y="60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89" name="pl189"/>
            <p:cNvSpPr/>
            <p:nvPr/>
          </p:nvSpPr>
          <p:spPr>
            <a:xfrm>
              <a:off x="4799595" y="4987943"/>
              <a:ext cx="11981298" cy="6015326"/>
            </a:xfrm>
            <a:custGeom>
              <a:avLst/>
              <a:pathLst>
                <a:path w="11981298" h="6015326">
                  <a:moveTo>
                    <a:pt x="0" y="0"/>
                  </a:moveTo>
                  <a:lnTo>
                    <a:pt x="1471387" y="0"/>
                  </a:lnTo>
                  <a:lnTo>
                    <a:pt x="1472559" y="56"/>
                  </a:lnTo>
                  <a:lnTo>
                    <a:pt x="1480260" y="457"/>
                  </a:lnTo>
                  <a:lnTo>
                    <a:pt x="1499655" y="1565"/>
                  </a:lnTo>
                  <a:lnTo>
                    <a:pt x="1534288" y="3746"/>
                  </a:lnTo>
                  <a:lnTo>
                    <a:pt x="1585822" y="7338"/>
                  </a:lnTo>
                  <a:lnTo>
                    <a:pt x="1653914" y="12614"/>
                  </a:lnTo>
                  <a:lnTo>
                    <a:pt x="1736392" y="19758"/>
                  </a:lnTo>
                  <a:lnTo>
                    <a:pt x="1829751" y="28860"/>
                  </a:lnTo>
                  <a:lnTo>
                    <a:pt x="1929840" y="39933"/>
                  </a:lnTo>
                  <a:lnTo>
                    <a:pt x="2032549" y="52943"/>
                  </a:lnTo>
                  <a:lnTo>
                    <a:pt x="2134322" y="67846"/>
                  </a:lnTo>
                  <a:lnTo>
                    <a:pt x="2232440" y="84627"/>
                  </a:lnTo>
                  <a:lnTo>
                    <a:pt x="2325089" y="103317"/>
                  </a:lnTo>
                  <a:lnTo>
                    <a:pt x="2411271" y="124011"/>
                  </a:lnTo>
                  <a:lnTo>
                    <a:pt x="2490647" y="146876"/>
                  </a:lnTo>
                  <a:lnTo>
                    <a:pt x="2563361" y="172150"/>
                  </a:lnTo>
                  <a:lnTo>
                    <a:pt x="2629883" y="200136"/>
                  </a:lnTo>
                  <a:lnTo>
                    <a:pt x="2690881" y="231193"/>
                  </a:lnTo>
                  <a:lnTo>
                    <a:pt x="2747127" y="265715"/>
                  </a:lnTo>
                  <a:lnTo>
                    <a:pt x="2799429" y="304101"/>
                  </a:lnTo>
                  <a:lnTo>
                    <a:pt x="2848576" y="346693"/>
                  </a:lnTo>
                  <a:lnTo>
                    <a:pt x="2895289" y="393689"/>
                  </a:lnTo>
                  <a:lnTo>
                    <a:pt x="2896531" y="395028"/>
                  </a:lnTo>
                  <a:lnTo>
                    <a:pt x="2936864" y="441074"/>
                  </a:lnTo>
                  <a:lnTo>
                    <a:pt x="2976128" y="490748"/>
                  </a:lnTo>
                  <a:lnTo>
                    <a:pt x="3014635" y="544122"/>
                  </a:lnTo>
                  <a:lnTo>
                    <a:pt x="3052633" y="601198"/>
                  </a:lnTo>
                  <a:lnTo>
                    <a:pt x="3090315" y="661902"/>
                  </a:lnTo>
                  <a:lnTo>
                    <a:pt x="3127826" y="726076"/>
                  </a:lnTo>
                  <a:lnTo>
                    <a:pt x="3165274" y="793474"/>
                  </a:lnTo>
                  <a:lnTo>
                    <a:pt x="3202727" y="863762"/>
                  </a:lnTo>
                  <a:lnTo>
                    <a:pt x="3240227" y="936519"/>
                  </a:lnTo>
                  <a:lnTo>
                    <a:pt x="3277786" y="1011251"/>
                  </a:lnTo>
                  <a:lnTo>
                    <a:pt x="3315402" y="1087398"/>
                  </a:lnTo>
                  <a:lnTo>
                    <a:pt x="3353052" y="1164352"/>
                  </a:lnTo>
                  <a:lnTo>
                    <a:pt x="3390711" y="1241478"/>
                  </a:lnTo>
                  <a:lnTo>
                    <a:pt x="3428348" y="1318136"/>
                  </a:lnTo>
                  <a:lnTo>
                    <a:pt x="3465939" y="1393701"/>
                  </a:lnTo>
                  <a:lnTo>
                    <a:pt x="3503471" y="1467586"/>
                  </a:lnTo>
                  <a:lnTo>
                    <a:pt x="3540946" y="1539258"/>
                  </a:lnTo>
                  <a:lnTo>
                    <a:pt x="3578390" y="1608256"/>
                  </a:lnTo>
                  <a:lnTo>
                    <a:pt x="3615856" y="1674199"/>
                  </a:lnTo>
                  <a:lnTo>
                    <a:pt x="3653431" y="1736793"/>
                  </a:lnTo>
                  <a:lnTo>
                    <a:pt x="3691238" y="1795833"/>
                  </a:lnTo>
                  <a:lnTo>
                    <a:pt x="3729445" y="1851201"/>
                  </a:lnTo>
                  <a:lnTo>
                    <a:pt x="3768267" y="1902858"/>
                  </a:lnTo>
                  <a:lnTo>
                    <a:pt x="3807983" y="1950841"/>
                  </a:lnTo>
                  <a:lnTo>
                    <a:pt x="3829811" y="1975141"/>
                  </a:lnTo>
                  <a:lnTo>
                    <a:pt x="3876468" y="2022257"/>
                  </a:lnTo>
                  <a:lnTo>
                    <a:pt x="3925539" y="2064967"/>
                  </a:lnTo>
                  <a:lnTo>
                    <a:pt x="3977745" y="2103463"/>
                  </a:lnTo>
                  <a:lnTo>
                    <a:pt x="4033873" y="2138085"/>
                  </a:lnTo>
                  <a:lnTo>
                    <a:pt x="4094731" y="2169231"/>
                  </a:lnTo>
                  <a:lnTo>
                    <a:pt x="4161094" y="2197295"/>
                  </a:lnTo>
                  <a:lnTo>
                    <a:pt x="4233633" y="2222639"/>
                  </a:lnTo>
                  <a:lnTo>
                    <a:pt x="4312824" y="2245566"/>
                  </a:lnTo>
                  <a:lnTo>
                    <a:pt x="4398823" y="2266317"/>
                  </a:lnTo>
                  <a:lnTo>
                    <a:pt x="4491306" y="2285059"/>
                  </a:lnTo>
                  <a:lnTo>
                    <a:pt x="4589296" y="2301891"/>
                  </a:lnTo>
                  <a:lnTo>
                    <a:pt x="4691001" y="2316846"/>
                  </a:lnTo>
                  <a:lnTo>
                    <a:pt x="4793728" y="2329907"/>
                  </a:lnTo>
                  <a:lnTo>
                    <a:pt x="4893941" y="2341033"/>
                  </a:lnTo>
                  <a:lnTo>
                    <a:pt x="4987539" y="2350189"/>
                  </a:lnTo>
                  <a:lnTo>
                    <a:pt x="5070363" y="2357386"/>
                  </a:lnTo>
                  <a:lnTo>
                    <a:pt x="5138882" y="2362710"/>
                  </a:lnTo>
                  <a:lnTo>
                    <a:pt x="5190880" y="2366345"/>
                  </a:lnTo>
                  <a:lnTo>
                    <a:pt x="5225959" y="2368560"/>
                  </a:lnTo>
                  <a:lnTo>
                    <a:pt x="5245730" y="2369693"/>
                  </a:lnTo>
                  <a:lnTo>
                    <a:pt x="5253687" y="2370108"/>
                  </a:lnTo>
                  <a:lnTo>
                    <a:pt x="5254955" y="2370169"/>
                  </a:lnTo>
                  <a:lnTo>
                    <a:pt x="5254955" y="2370169"/>
                  </a:lnTo>
                  <a:lnTo>
                    <a:pt x="6726343" y="2370169"/>
                  </a:lnTo>
                  <a:lnTo>
                    <a:pt x="6727437" y="2370250"/>
                  </a:lnTo>
                  <a:lnTo>
                    <a:pt x="6734639" y="2370824"/>
                  </a:lnTo>
                  <a:lnTo>
                    <a:pt x="6752816" y="2372412"/>
                  </a:lnTo>
                  <a:lnTo>
                    <a:pt x="6785367" y="2375540"/>
                  </a:lnTo>
                  <a:lnTo>
                    <a:pt x="6833993" y="2380696"/>
                  </a:lnTo>
                  <a:lnTo>
                    <a:pt x="6898565" y="2388285"/>
                  </a:lnTo>
                  <a:lnTo>
                    <a:pt x="6977249" y="2398588"/>
                  </a:lnTo>
                  <a:lnTo>
                    <a:pt x="7066920" y="2411754"/>
                  </a:lnTo>
                  <a:lnTo>
                    <a:pt x="7163759" y="2427817"/>
                  </a:lnTo>
                  <a:lnTo>
                    <a:pt x="7263879" y="2446736"/>
                  </a:lnTo>
                  <a:lnTo>
                    <a:pt x="7363816" y="2468449"/>
                  </a:lnTo>
                  <a:lnTo>
                    <a:pt x="7460835" y="2492918"/>
                  </a:lnTo>
                  <a:lnTo>
                    <a:pt x="7553025" y="2520166"/>
                  </a:lnTo>
                  <a:lnTo>
                    <a:pt x="7639250" y="2550305"/>
                  </a:lnTo>
                  <a:lnTo>
                    <a:pt x="7719021" y="2583541"/>
                  </a:lnTo>
                  <a:lnTo>
                    <a:pt x="7792343" y="2620182"/>
                  </a:lnTo>
                  <a:lnTo>
                    <a:pt x="7859560" y="2660629"/>
                  </a:lnTo>
                  <a:lnTo>
                    <a:pt x="7921238" y="2705370"/>
                  </a:lnTo>
                  <a:lnTo>
                    <a:pt x="7978068" y="2754955"/>
                  </a:lnTo>
                  <a:lnTo>
                    <a:pt x="8030796" y="2809961"/>
                  </a:lnTo>
                  <a:lnTo>
                    <a:pt x="8080171" y="2870929"/>
                  </a:lnTo>
                  <a:lnTo>
                    <a:pt x="8126902" y="2938261"/>
                  </a:lnTo>
                  <a:lnTo>
                    <a:pt x="8151487" y="2977695"/>
                  </a:lnTo>
                  <a:lnTo>
                    <a:pt x="8185432" y="3036783"/>
                  </a:lnTo>
                  <a:lnTo>
                    <a:pt x="8218586" y="3099786"/>
                  </a:lnTo>
                  <a:lnTo>
                    <a:pt x="8251141" y="3166785"/>
                  </a:lnTo>
                  <a:lnTo>
                    <a:pt x="8283260" y="3237809"/>
                  </a:lnTo>
                  <a:lnTo>
                    <a:pt x="8315074" y="3312830"/>
                  </a:lnTo>
                  <a:lnTo>
                    <a:pt x="8346689" y="3391760"/>
                  </a:lnTo>
                  <a:lnTo>
                    <a:pt x="8378187" y="3474447"/>
                  </a:lnTo>
                  <a:lnTo>
                    <a:pt x="8409634" y="3560669"/>
                  </a:lnTo>
                  <a:lnTo>
                    <a:pt x="8441073" y="3650138"/>
                  </a:lnTo>
                  <a:lnTo>
                    <a:pt x="8472535" y="3742500"/>
                  </a:lnTo>
                  <a:lnTo>
                    <a:pt x="8504036" y="3837339"/>
                  </a:lnTo>
                  <a:lnTo>
                    <a:pt x="8535580" y="3934182"/>
                  </a:lnTo>
                  <a:lnTo>
                    <a:pt x="8567163" y="4032512"/>
                  </a:lnTo>
                  <a:lnTo>
                    <a:pt x="8598772" y="4131775"/>
                  </a:lnTo>
                  <a:lnTo>
                    <a:pt x="8630392" y="4231396"/>
                  </a:lnTo>
                  <a:lnTo>
                    <a:pt x="8662005" y="4330790"/>
                  </a:lnTo>
                  <a:lnTo>
                    <a:pt x="8693595" y="4429378"/>
                  </a:lnTo>
                  <a:lnTo>
                    <a:pt x="8725149" y="4526601"/>
                  </a:lnTo>
                  <a:lnTo>
                    <a:pt x="8756659" y="4621932"/>
                  </a:lnTo>
                  <a:lnTo>
                    <a:pt x="8788129" y="4714887"/>
                  </a:lnTo>
                  <a:lnTo>
                    <a:pt x="8819572" y="4805038"/>
                  </a:lnTo>
                  <a:lnTo>
                    <a:pt x="8851013" y="4892016"/>
                  </a:lnTo>
                  <a:lnTo>
                    <a:pt x="8882495" y="4975517"/>
                  </a:lnTo>
                  <a:lnTo>
                    <a:pt x="8914077" y="5055305"/>
                  </a:lnTo>
                  <a:lnTo>
                    <a:pt x="8945838" y="5131212"/>
                  </a:lnTo>
                  <a:lnTo>
                    <a:pt x="8977878" y="5203137"/>
                  </a:lnTo>
                  <a:lnTo>
                    <a:pt x="9010323" y="5271037"/>
                  </a:lnTo>
                  <a:lnTo>
                    <a:pt x="9043327" y="5334931"/>
                  </a:lnTo>
                  <a:lnTo>
                    <a:pt x="9077076" y="5394887"/>
                  </a:lnTo>
                  <a:lnTo>
                    <a:pt x="9084767" y="5407800"/>
                  </a:lnTo>
                  <a:lnTo>
                    <a:pt x="9130327" y="5478673"/>
                  </a:lnTo>
                  <a:lnTo>
                    <a:pt x="9178177" y="5543074"/>
                  </a:lnTo>
                  <a:lnTo>
                    <a:pt x="9228986" y="5601269"/>
                  </a:lnTo>
                  <a:lnTo>
                    <a:pt x="9283486" y="5653737"/>
                  </a:lnTo>
                  <a:lnTo>
                    <a:pt x="9342432" y="5701047"/>
                  </a:lnTo>
                  <a:lnTo>
                    <a:pt x="9406550" y="5743770"/>
                  </a:lnTo>
                  <a:lnTo>
                    <a:pt x="9476485" y="5782429"/>
                  </a:lnTo>
                  <a:lnTo>
                    <a:pt x="9552716" y="5817476"/>
                  </a:lnTo>
                  <a:lnTo>
                    <a:pt x="9635449" y="5849271"/>
                  </a:lnTo>
                  <a:lnTo>
                    <a:pt x="9724483" y="5878076"/>
                  </a:lnTo>
                  <a:lnTo>
                    <a:pt x="9819055" y="5904052"/>
                  </a:lnTo>
                  <a:lnTo>
                    <a:pt x="9917689" y="5927268"/>
                  </a:lnTo>
                  <a:lnTo>
                    <a:pt x="10018096" y="5947717"/>
                  </a:lnTo>
                  <a:lnTo>
                    <a:pt x="10117188" y="5965344"/>
                  </a:lnTo>
                  <a:lnTo>
                    <a:pt x="10211257" y="5980090"/>
                  </a:lnTo>
                  <a:lnTo>
                    <a:pt x="10296376" y="5991944"/>
                  </a:lnTo>
                  <a:lnTo>
                    <a:pt x="10368962" y="6000986"/>
                  </a:lnTo>
                  <a:lnTo>
                    <a:pt x="10426411" y="6007425"/>
                  </a:lnTo>
                  <a:lnTo>
                    <a:pt x="10467629" y="6011602"/>
                  </a:lnTo>
                  <a:lnTo>
                    <a:pt x="10493322" y="6013965"/>
                  </a:lnTo>
                  <a:lnTo>
                    <a:pt x="10505990" y="6015026"/>
                  </a:lnTo>
                  <a:lnTo>
                    <a:pt x="10509729" y="6015313"/>
                  </a:lnTo>
                  <a:lnTo>
                    <a:pt x="10509911" y="6015326"/>
                  </a:lnTo>
                  <a:lnTo>
                    <a:pt x="11981298" y="601532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0" name="pl190"/>
            <p:cNvSpPr/>
            <p:nvPr/>
          </p:nvSpPr>
          <p:spPr>
            <a:xfrm>
              <a:off x="4799595" y="4979770"/>
              <a:ext cx="11981298" cy="6015326"/>
            </a:xfrm>
            <a:custGeom>
              <a:avLst/>
              <a:pathLst>
                <a:path w="11981298" h="6015326">
                  <a:moveTo>
                    <a:pt x="11981298" y="6015326"/>
                  </a:moveTo>
                  <a:lnTo>
                    <a:pt x="10509911" y="6015326"/>
                  </a:lnTo>
                  <a:lnTo>
                    <a:pt x="10508816" y="6015246"/>
                  </a:lnTo>
                  <a:lnTo>
                    <a:pt x="10501614" y="6014671"/>
                  </a:lnTo>
                  <a:lnTo>
                    <a:pt x="10483437" y="6013083"/>
                  </a:lnTo>
                  <a:lnTo>
                    <a:pt x="10450886" y="6009955"/>
                  </a:lnTo>
                  <a:lnTo>
                    <a:pt x="10402260" y="6004799"/>
                  </a:lnTo>
                  <a:lnTo>
                    <a:pt x="10337688" y="5997210"/>
                  </a:lnTo>
                  <a:lnTo>
                    <a:pt x="10259004" y="5986907"/>
                  </a:lnTo>
                  <a:lnTo>
                    <a:pt x="10169333" y="5973741"/>
                  </a:lnTo>
                  <a:lnTo>
                    <a:pt x="10072494" y="5957678"/>
                  </a:lnTo>
                  <a:lnTo>
                    <a:pt x="9972375" y="5938759"/>
                  </a:lnTo>
                  <a:lnTo>
                    <a:pt x="9872437" y="5917046"/>
                  </a:lnTo>
                  <a:lnTo>
                    <a:pt x="9775418" y="5892578"/>
                  </a:lnTo>
                  <a:lnTo>
                    <a:pt x="9683228" y="5865329"/>
                  </a:lnTo>
                  <a:lnTo>
                    <a:pt x="9597004" y="5835190"/>
                  </a:lnTo>
                  <a:lnTo>
                    <a:pt x="9517232" y="5801954"/>
                  </a:lnTo>
                  <a:lnTo>
                    <a:pt x="9443910" y="5765314"/>
                  </a:lnTo>
                  <a:lnTo>
                    <a:pt x="9376693" y="5724867"/>
                  </a:lnTo>
                  <a:lnTo>
                    <a:pt x="9315015" y="5680125"/>
                  </a:lnTo>
                  <a:lnTo>
                    <a:pt x="9258185" y="5630540"/>
                  </a:lnTo>
                  <a:lnTo>
                    <a:pt x="9205457" y="5575534"/>
                  </a:lnTo>
                  <a:lnTo>
                    <a:pt x="9156083" y="5514566"/>
                  </a:lnTo>
                  <a:lnTo>
                    <a:pt x="9109351" y="5447234"/>
                  </a:lnTo>
                  <a:lnTo>
                    <a:pt x="9084767" y="5407800"/>
                  </a:lnTo>
                  <a:lnTo>
                    <a:pt x="9050821" y="5348712"/>
                  </a:lnTo>
                  <a:lnTo>
                    <a:pt x="9017668" y="5285709"/>
                  </a:lnTo>
                  <a:lnTo>
                    <a:pt x="8985112" y="5218710"/>
                  </a:lnTo>
                  <a:lnTo>
                    <a:pt x="8952993" y="5147687"/>
                  </a:lnTo>
                  <a:lnTo>
                    <a:pt x="8921179" y="5072666"/>
                  </a:lnTo>
                  <a:lnTo>
                    <a:pt x="8889565" y="4993735"/>
                  </a:lnTo>
                  <a:lnTo>
                    <a:pt x="8858066" y="4911049"/>
                  </a:lnTo>
                  <a:lnTo>
                    <a:pt x="8826620" y="4824826"/>
                  </a:lnTo>
                  <a:lnTo>
                    <a:pt x="8795180" y="4735357"/>
                  </a:lnTo>
                  <a:lnTo>
                    <a:pt x="8763718" y="4642995"/>
                  </a:lnTo>
                  <a:lnTo>
                    <a:pt x="8732217" y="4548157"/>
                  </a:lnTo>
                  <a:lnTo>
                    <a:pt x="8700673" y="4451314"/>
                  </a:lnTo>
                  <a:lnTo>
                    <a:pt x="8669090" y="4352984"/>
                  </a:lnTo>
                  <a:lnTo>
                    <a:pt x="8637481" y="4253720"/>
                  </a:lnTo>
                  <a:lnTo>
                    <a:pt x="8605861" y="4154099"/>
                  </a:lnTo>
                  <a:lnTo>
                    <a:pt x="8574248" y="4054705"/>
                  </a:lnTo>
                  <a:lnTo>
                    <a:pt x="8542658" y="3956117"/>
                  </a:lnTo>
                  <a:lnTo>
                    <a:pt x="8511105" y="3858894"/>
                  </a:lnTo>
                  <a:lnTo>
                    <a:pt x="8479594" y="3763563"/>
                  </a:lnTo>
                  <a:lnTo>
                    <a:pt x="8448124" y="3670608"/>
                  </a:lnTo>
                  <a:lnTo>
                    <a:pt x="8416682" y="3580457"/>
                  </a:lnTo>
                  <a:lnTo>
                    <a:pt x="8385240" y="3493479"/>
                  </a:lnTo>
                  <a:lnTo>
                    <a:pt x="8353758" y="3409978"/>
                  </a:lnTo>
                  <a:lnTo>
                    <a:pt x="8322176" y="3330190"/>
                  </a:lnTo>
                  <a:lnTo>
                    <a:pt x="8290415" y="3254283"/>
                  </a:lnTo>
                  <a:lnTo>
                    <a:pt x="8258375" y="3182359"/>
                  </a:lnTo>
                  <a:lnTo>
                    <a:pt x="8225930" y="3114458"/>
                  </a:lnTo>
                  <a:lnTo>
                    <a:pt x="8192927" y="3050564"/>
                  </a:lnTo>
                  <a:lnTo>
                    <a:pt x="8159177" y="2990608"/>
                  </a:lnTo>
                  <a:lnTo>
                    <a:pt x="8151487" y="2977695"/>
                  </a:lnTo>
                  <a:lnTo>
                    <a:pt x="8105926" y="2906822"/>
                  </a:lnTo>
                  <a:lnTo>
                    <a:pt x="8058076" y="2842421"/>
                  </a:lnTo>
                  <a:lnTo>
                    <a:pt x="8007267" y="2784227"/>
                  </a:lnTo>
                  <a:lnTo>
                    <a:pt x="7952767" y="2731758"/>
                  </a:lnTo>
                  <a:lnTo>
                    <a:pt x="7893822" y="2684448"/>
                  </a:lnTo>
                  <a:lnTo>
                    <a:pt x="7829703" y="2641725"/>
                  </a:lnTo>
                  <a:lnTo>
                    <a:pt x="7759768" y="2603066"/>
                  </a:lnTo>
                  <a:lnTo>
                    <a:pt x="7683537" y="2568019"/>
                  </a:lnTo>
                  <a:lnTo>
                    <a:pt x="7600804" y="2536224"/>
                  </a:lnTo>
                  <a:lnTo>
                    <a:pt x="7511770" y="2507420"/>
                  </a:lnTo>
                  <a:lnTo>
                    <a:pt x="7417198" y="2481444"/>
                  </a:lnTo>
                  <a:lnTo>
                    <a:pt x="7318564" y="2458227"/>
                  </a:lnTo>
                  <a:lnTo>
                    <a:pt x="7218157" y="2437779"/>
                  </a:lnTo>
                  <a:lnTo>
                    <a:pt x="7119066" y="2420151"/>
                  </a:lnTo>
                  <a:lnTo>
                    <a:pt x="7024996" y="2405405"/>
                  </a:lnTo>
                  <a:lnTo>
                    <a:pt x="6939877" y="2393552"/>
                  </a:lnTo>
                  <a:lnTo>
                    <a:pt x="6867291" y="2384510"/>
                  </a:lnTo>
                  <a:lnTo>
                    <a:pt x="6809843" y="2378070"/>
                  </a:lnTo>
                  <a:lnTo>
                    <a:pt x="6768624" y="2373893"/>
                  </a:lnTo>
                  <a:lnTo>
                    <a:pt x="6742932" y="2371530"/>
                  </a:lnTo>
                  <a:lnTo>
                    <a:pt x="6730263" y="2370469"/>
                  </a:lnTo>
                  <a:lnTo>
                    <a:pt x="6726524" y="2370182"/>
                  </a:lnTo>
                  <a:lnTo>
                    <a:pt x="6726343" y="2370169"/>
                  </a:lnTo>
                  <a:lnTo>
                    <a:pt x="5254955" y="2370169"/>
                  </a:lnTo>
                  <a:lnTo>
                    <a:pt x="5253783" y="2370113"/>
                  </a:lnTo>
                  <a:lnTo>
                    <a:pt x="5246082" y="2369712"/>
                  </a:lnTo>
                  <a:lnTo>
                    <a:pt x="5226687" y="2368604"/>
                  </a:lnTo>
                  <a:lnTo>
                    <a:pt x="5192054" y="2366422"/>
                  </a:lnTo>
                  <a:lnTo>
                    <a:pt x="5140520" y="2362830"/>
                  </a:lnTo>
                  <a:lnTo>
                    <a:pt x="5072428" y="2357555"/>
                  </a:lnTo>
                  <a:lnTo>
                    <a:pt x="4989950" y="2350411"/>
                  </a:lnTo>
                  <a:lnTo>
                    <a:pt x="4896591" y="2341308"/>
                  </a:lnTo>
                  <a:lnTo>
                    <a:pt x="4796502" y="2330235"/>
                  </a:lnTo>
                  <a:lnTo>
                    <a:pt x="4693793" y="2317226"/>
                  </a:lnTo>
                  <a:lnTo>
                    <a:pt x="4592020" y="2302322"/>
                  </a:lnTo>
                  <a:lnTo>
                    <a:pt x="4493902" y="2285541"/>
                  </a:lnTo>
                  <a:lnTo>
                    <a:pt x="4401253" y="2266852"/>
                  </a:lnTo>
                  <a:lnTo>
                    <a:pt x="4315071" y="2246158"/>
                  </a:lnTo>
                  <a:lnTo>
                    <a:pt x="4235695" y="2223292"/>
                  </a:lnTo>
                  <a:lnTo>
                    <a:pt x="4162981" y="2198018"/>
                  </a:lnTo>
                  <a:lnTo>
                    <a:pt x="4096459" y="2170032"/>
                  </a:lnTo>
                  <a:lnTo>
                    <a:pt x="4035461" y="2138975"/>
                  </a:lnTo>
                  <a:lnTo>
                    <a:pt x="3979215" y="2104453"/>
                  </a:lnTo>
                  <a:lnTo>
                    <a:pt x="3926913" y="2066068"/>
                  </a:lnTo>
                  <a:lnTo>
                    <a:pt x="3877766" y="2023475"/>
                  </a:lnTo>
                  <a:lnTo>
                    <a:pt x="3831053" y="1976479"/>
                  </a:lnTo>
                  <a:lnTo>
                    <a:pt x="3829811" y="1975141"/>
                  </a:lnTo>
                  <a:lnTo>
                    <a:pt x="3789478" y="1929094"/>
                  </a:lnTo>
                  <a:lnTo>
                    <a:pt x="3750214" y="1879420"/>
                  </a:lnTo>
                  <a:lnTo>
                    <a:pt x="3711707" y="1826047"/>
                  </a:lnTo>
                  <a:lnTo>
                    <a:pt x="3673709" y="1768971"/>
                  </a:lnTo>
                  <a:lnTo>
                    <a:pt x="3636028" y="1708267"/>
                  </a:lnTo>
                  <a:lnTo>
                    <a:pt x="3598516" y="1644092"/>
                  </a:lnTo>
                  <a:lnTo>
                    <a:pt x="3561068" y="1576694"/>
                  </a:lnTo>
                  <a:lnTo>
                    <a:pt x="3523615" y="1506407"/>
                  </a:lnTo>
                  <a:lnTo>
                    <a:pt x="3486116" y="1433649"/>
                  </a:lnTo>
                  <a:lnTo>
                    <a:pt x="3448556" y="1358917"/>
                  </a:lnTo>
                  <a:lnTo>
                    <a:pt x="3410941" y="1282771"/>
                  </a:lnTo>
                  <a:lnTo>
                    <a:pt x="3373290" y="1205817"/>
                  </a:lnTo>
                  <a:lnTo>
                    <a:pt x="3335631" y="1128690"/>
                  </a:lnTo>
                  <a:lnTo>
                    <a:pt x="3297994" y="1052032"/>
                  </a:lnTo>
                  <a:lnTo>
                    <a:pt x="3260403" y="976467"/>
                  </a:lnTo>
                  <a:lnTo>
                    <a:pt x="3222871" y="902583"/>
                  </a:lnTo>
                  <a:lnTo>
                    <a:pt x="3185396" y="830910"/>
                  </a:lnTo>
                  <a:lnTo>
                    <a:pt x="3147952" y="761913"/>
                  </a:lnTo>
                  <a:lnTo>
                    <a:pt x="3110486" y="695970"/>
                  </a:lnTo>
                  <a:lnTo>
                    <a:pt x="3072911" y="633376"/>
                  </a:lnTo>
                  <a:lnTo>
                    <a:pt x="3035104" y="574335"/>
                  </a:lnTo>
                  <a:lnTo>
                    <a:pt x="2996898" y="518968"/>
                  </a:lnTo>
                  <a:lnTo>
                    <a:pt x="2958075" y="467311"/>
                  </a:lnTo>
                  <a:lnTo>
                    <a:pt x="2918359" y="419328"/>
                  </a:lnTo>
                  <a:lnTo>
                    <a:pt x="2896531" y="395028"/>
                  </a:lnTo>
                  <a:lnTo>
                    <a:pt x="2849874" y="347912"/>
                  </a:lnTo>
                  <a:lnTo>
                    <a:pt x="2800803" y="305202"/>
                  </a:lnTo>
                  <a:lnTo>
                    <a:pt x="2748597" y="266706"/>
                  </a:lnTo>
                  <a:lnTo>
                    <a:pt x="2692469" y="232084"/>
                  </a:lnTo>
                  <a:lnTo>
                    <a:pt x="2631611" y="200938"/>
                  </a:lnTo>
                  <a:lnTo>
                    <a:pt x="2565248" y="172873"/>
                  </a:lnTo>
                  <a:lnTo>
                    <a:pt x="2492710" y="147530"/>
                  </a:lnTo>
                  <a:lnTo>
                    <a:pt x="2413518" y="124602"/>
                  </a:lnTo>
                  <a:lnTo>
                    <a:pt x="2327519" y="103852"/>
                  </a:lnTo>
                  <a:lnTo>
                    <a:pt x="2235036" y="85109"/>
                  </a:lnTo>
                  <a:lnTo>
                    <a:pt x="2137047" y="68278"/>
                  </a:lnTo>
                  <a:lnTo>
                    <a:pt x="2035342" y="53323"/>
                  </a:lnTo>
                  <a:lnTo>
                    <a:pt x="1932615" y="40261"/>
                  </a:lnTo>
                  <a:lnTo>
                    <a:pt x="1832401" y="29135"/>
                  </a:lnTo>
                  <a:lnTo>
                    <a:pt x="1738803" y="19979"/>
                  </a:lnTo>
                  <a:lnTo>
                    <a:pt x="1655979" y="12783"/>
                  </a:lnTo>
                  <a:lnTo>
                    <a:pt x="1587460" y="7458"/>
                  </a:lnTo>
                  <a:lnTo>
                    <a:pt x="1535462" y="3824"/>
                  </a:lnTo>
                  <a:lnTo>
                    <a:pt x="1500383" y="1608"/>
                  </a:lnTo>
                  <a:lnTo>
                    <a:pt x="1480613" y="476"/>
                  </a:lnTo>
                  <a:lnTo>
                    <a:pt x="1472655" y="60"/>
                  </a:lnTo>
                  <a:lnTo>
                    <a:pt x="1471387" y="0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1" name="pg191"/>
            <p:cNvSpPr/>
            <p:nvPr/>
          </p:nvSpPr>
          <p:spPr>
            <a:xfrm>
              <a:off x="4799595" y="3173537"/>
              <a:ext cx="11981298" cy="5386005"/>
            </a:xfrm>
            <a:custGeom>
              <a:avLst/>
              <a:pathLst>
                <a:path w="11981298" h="5386005">
                  <a:moveTo>
                    <a:pt x="0" y="2419207"/>
                  </a:moveTo>
                  <a:lnTo>
                    <a:pt x="1471387" y="2419207"/>
                  </a:lnTo>
                  <a:lnTo>
                    <a:pt x="1472525" y="2419275"/>
                  </a:lnTo>
                  <a:lnTo>
                    <a:pt x="1480010" y="2419762"/>
                  </a:lnTo>
                  <a:lnTo>
                    <a:pt x="1498875" y="2421108"/>
                  </a:lnTo>
                  <a:lnTo>
                    <a:pt x="1532606" y="2423758"/>
                  </a:lnTo>
                  <a:lnTo>
                    <a:pt x="1582882" y="2428124"/>
                  </a:lnTo>
                  <a:lnTo>
                    <a:pt x="1649456" y="2434543"/>
                  </a:lnTo>
                  <a:lnTo>
                    <a:pt x="1730303" y="2443244"/>
                  </a:lnTo>
                  <a:lnTo>
                    <a:pt x="1822085" y="2454344"/>
                  </a:lnTo>
                  <a:lnTo>
                    <a:pt x="1920793" y="2467864"/>
                  </a:lnTo>
                  <a:lnTo>
                    <a:pt x="2022409" y="2483765"/>
                  </a:lnTo>
                  <a:lnTo>
                    <a:pt x="2123417" y="2501995"/>
                  </a:lnTo>
                  <a:lnTo>
                    <a:pt x="2221086" y="2522528"/>
                  </a:lnTo>
                  <a:lnTo>
                    <a:pt x="2313558" y="2545395"/>
                  </a:lnTo>
                  <a:lnTo>
                    <a:pt x="2399775" y="2570702"/>
                  </a:lnTo>
                  <a:lnTo>
                    <a:pt x="2479332" y="2598640"/>
                  </a:lnTo>
                  <a:lnTo>
                    <a:pt x="2552314" y="2629485"/>
                  </a:lnTo>
                  <a:lnTo>
                    <a:pt x="2619136" y="2663594"/>
                  </a:lnTo>
                  <a:lnTo>
                    <a:pt x="2680423" y="2701394"/>
                  </a:lnTo>
                  <a:lnTo>
                    <a:pt x="2736912" y="2743359"/>
                  </a:lnTo>
                  <a:lnTo>
                    <a:pt x="2789387" y="2789976"/>
                  </a:lnTo>
                  <a:lnTo>
                    <a:pt x="2838619" y="2841682"/>
                  </a:lnTo>
                  <a:lnTo>
                    <a:pt x="2885328" y="2898764"/>
                  </a:lnTo>
                  <a:lnTo>
                    <a:pt x="2896531" y="2913673"/>
                  </a:lnTo>
                  <a:lnTo>
                    <a:pt x="2933523" y="2966298"/>
                  </a:lnTo>
                  <a:lnTo>
                    <a:pt x="2969595" y="3022725"/>
                  </a:lnTo>
                  <a:lnTo>
                    <a:pt x="3004992" y="3083031"/>
                  </a:lnTo>
                  <a:lnTo>
                    <a:pt x="3039915" y="3147233"/>
                  </a:lnTo>
                  <a:lnTo>
                    <a:pt x="3074523" y="3215282"/>
                  </a:lnTo>
                  <a:lnTo>
                    <a:pt x="3108942" y="3287059"/>
                  </a:lnTo>
                  <a:lnTo>
                    <a:pt x="3143266" y="3362365"/>
                  </a:lnTo>
                  <a:lnTo>
                    <a:pt x="3177565" y="3440924"/>
                  </a:lnTo>
                  <a:lnTo>
                    <a:pt x="3211883" y="3522385"/>
                  </a:lnTo>
                  <a:lnTo>
                    <a:pt x="3246245" y="3606321"/>
                  </a:lnTo>
                  <a:lnTo>
                    <a:pt x="3280657" y="3692241"/>
                  </a:lnTo>
                  <a:lnTo>
                    <a:pt x="3315115" y="3779600"/>
                  </a:lnTo>
                  <a:lnTo>
                    <a:pt x="3349604" y="3867813"/>
                  </a:lnTo>
                  <a:lnTo>
                    <a:pt x="3384101" y="3956269"/>
                  </a:lnTo>
                  <a:lnTo>
                    <a:pt x="3418585" y="4044351"/>
                  </a:lnTo>
                  <a:lnTo>
                    <a:pt x="3453034" y="4131451"/>
                  </a:lnTo>
                  <a:lnTo>
                    <a:pt x="3487436" y="4216992"/>
                  </a:lnTo>
                  <a:lnTo>
                    <a:pt x="3521787" y="4300439"/>
                  </a:lnTo>
                  <a:lnTo>
                    <a:pt x="3556098" y="4381313"/>
                  </a:lnTo>
                  <a:lnTo>
                    <a:pt x="3590398" y="4459205"/>
                  </a:lnTo>
                  <a:lnTo>
                    <a:pt x="3624736" y="4533778"/>
                  </a:lnTo>
                  <a:lnTo>
                    <a:pt x="3659187" y="4604773"/>
                  </a:lnTo>
                  <a:lnTo>
                    <a:pt x="3693851" y="4672009"/>
                  </a:lnTo>
                  <a:lnTo>
                    <a:pt x="3728860" y="4735381"/>
                  </a:lnTo>
                  <a:lnTo>
                    <a:pt x="3764383" y="4794855"/>
                  </a:lnTo>
                  <a:lnTo>
                    <a:pt x="3800628" y="4850462"/>
                  </a:lnTo>
                  <a:lnTo>
                    <a:pt x="3829811" y="4891539"/>
                  </a:lnTo>
                  <a:lnTo>
                    <a:pt x="3875997" y="4949960"/>
                  </a:lnTo>
                  <a:lnTo>
                    <a:pt x="3924543" y="5002974"/>
                  </a:lnTo>
                  <a:lnTo>
                    <a:pt x="3976148" y="5050809"/>
                  </a:lnTo>
                  <a:lnTo>
                    <a:pt x="4031575" y="5093876"/>
                  </a:lnTo>
                  <a:lnTo>
                    <a:pt x="4091607" y="5132658"/>
                  </a:lnTo>
                  <a:lnTo>
                    <a:pt x="4157001" y="5167635"/>
                  </a:lnTo>
                  <a:lnTo>
                    <a:pt x="4228415" y="5199249"/>
                  </a:lnTo>
                  <a:lnTo>
                    <a:pt x="4306328" y="5227875"/>
                  </a:lnTo>
                  <a:lnTo>
                    <a:pt x="4390918" y="5253810"/>
                  </a:lnTo>
                  <a:lnTo>
                    <a:pt x="4481918" y="5277265"/>
                  </a:lnTo>
                  <a:lnTo>
                    <a:pt x="4578446" y="5298368"/>
                  </a:lnTo>
                  <a:lnTo>
                    <a:pt x="4678850" y="5317167"/>
                  </a:lnTo>
                  <a:lnTo>
                    <a:pt x="4780616" y="5333647"/>
                  </a:lnTo>
                  <a:lnTo>
                    <a:pt x="4880402" y="5347759"/>
                  </a:lnTo>
                  <a:lnTo>
                    <a:pt x="4974274" y="5359457"/>
                  </a:lnTo>
                  <a:lnTo>
                    <a:pt x="5058166" y="5368743"/>
                  </a:lnTo>
                  <a:lnTo>
                    <a:pt x="5128508" y="5375707"/>
                  </a:lnTo>
                  <a:lnTo>
                    <a:pt x="5182899" y="5380551"/>
                  </a:lnTo>
                  <a:lnTo>
                    <a:pt x="5220627" y="5383589"/>
                  </a:lnTo>
                  <a:lnTo>
                    <a:pt x="5242900" y="5385215"/>
                  </a:lnTo>
                  <a:lnTo>
                    <a:pt x="5252779" y="5385873"/>
                  </a:lnTo>
                  <a:lnTo>
                    <a:pt x="5254955" y="5386005"/>
                  </a:lnTo>
                  <a:lnTo>
                    <a:pt x="6726343" y="5386005"/>
                  </a:lnTo>
                  <a:lnTo>
                    <a:pt x="6727201" y="5385913"/>
                  </a:lnTo>
                  <a:lnTo>
                    <a:pt x="6732878" y="5385257"/>
                  </a:lnTo>
                  <a:lnTo>
                    <a:pt x="6747301" y="5383444"/>
                  </a:lnTo>
                  <a:lnTo>
                    <a:pt x="6773371" y="5379871"/>
                  </a:lnTo>
                  <a:lnTo>
                    <a:pt x="6812803" y="5373957"/>
                  </a:lnTo>
                  <a:lnTo>
                    <a:pt x="6866005" y="5365199"/>
                  </a:lnTo>
                  <a:lnTo>
                    <a:pt x="6932092" y="5353209"/>
                  </a:lnTo>
                  <a:lnTo>
                    <a:pt x="7009082" y="5337739"/>
                  </a:lnTo>
                  <a:lnTo>
                    <a:pt x="7094245" y="5318678"/>
                  </a:lnTo>
                  <a:lnTo>
                    <a:pt x="7184522" y="5296021"/>
                  </a:lnTo>
                  <a:lnTo>
                    <a:pt x="7276919" y="5269829"/>
                  </a:lnTo>
                  <a:lnTo>
                    <a:pt x="7368816" y="5240172"/>
                  </a:lnTo>
                  <a:lnTo>
                    <a:pt x="7458129" y="5207090"/>
                  </a:lnTo>
                  <a:lnTo>
                    <a:pt x="7543375" y="5170554"/>
                  </a:lnTo>
                  <a:lnTo>
                    <a:pt x="7623631" y="5130446"/>
                  </a:lnTo>
                  <a:lnTo>
                    <a:pt x="7698450" y="5086546"/>
                  </a:lnTo>
                  <a:lnTo>
                    <a:pt x="7767762" y="5038528"/>
                  </a:lnTo>
                  <a:lnTo>
                    <a:pt x="7831767" y="4985962"/>
                  </a:lnTo>
                  <a:lnTo>
                    <a:pt x="7890853" y="4928327"/>
                  </a:lnTo>
                  <a:lnTo>
                    <a:pt x="7945523" y="4865021"/>
                  </a:lnTo>
                  <a:lnTo>
                    <a:pt x="7996341" y="4795391"/>
                  </a:lnTo>
                  <a:lnTo>
                    <a:pt x="8043899" y="4718782"/>
                  </a:lnTo>
                  <a:lnTo>
                    <a:pt x="8088774" y="4634604"/>
                  </a:lnTo>
                  <a:lnTo>
                    <a:pt x="8131510" y="4542448"/>
                  </a:lnTo>
                  <a:lnTo>
                    <a:pt x="8151487" y="4495149"/>
                  </a:lnTo>
                  <a:lnTo>
                    <a:pt x="8180082" y="4422692"/>
                  </a:lnTo>
                  <a:lnTo>
                    <a:pt x="8208093" y="4346194"/>
                  </a:lnTo>
                  <a:lnTo>
                    <a:pt x="8235641" y="4265576"/>
                  </a:lnTo>
                  <a:lnTo>
                    <a:pt x="8262830" y="4180793"/>
                  </a:lnTo>
                  <a:lnTo>
                    <a:pt x="8289747" y="4091842"/>
                  </a:lnTo>
                  <a:lnTo>
                    <a:pt x="8316465" y="3998759"/>
                  </a:lnTo>
                  <a:lnTo>
                    <a:pt x="8343045" y="3901629"/>
                  </a:lnTo>
                  <a:lnTo>
                    <a:pt x="8369538" y="3800584"/>
                  </a:lnTo>
                  <a:lnTo>
                    <a:pt x="8395983" y="3695803"/>
                  </a:lnTo>
                  <a:lnTo>
                    <a:pt x="8422411" y="3587517"/>
                  </a:lnTo>
                  <a:lnTo>
                    <a:pt x="8448844" y="3476006"/>
                  </a:lnTo>
                  <a:lnTo>
                    <a:pt x="8475298" y="3361596"/>
                  </a:lnTo>
                  <a:lnTo>
                    <a:pt x="8501779" y="3244660"/>
                  </a:lnTo>
                  <a:lnTo>
                    <a:pt x="8528291" y="3125608"/>
                  </a:lnTo>
                  <a:lnTo>
                    <a:pt x="8554832" y="3004887"/>
                  </a:lnTo>
                  <a:lnTo>
                    <a:pt x="8581395" y="2882971"/>
                  </a:lnTo>
                  <a:lnTo>
                    <a:pt x="8607972" y="2760354"/>
                  </a:lnTo>
                  <a:lnTo>
                    <a:pt x="8634554" y="2637542"/>
                  </a:lnTo>
                  <a:lnTo>
                    <a:pt x="8661129" y="2515044"/>
                  </a:lnTo>
                  <a:lnTo>
                    <a:pt x="8687688" y="2393366"/>
                  </a:lnTo>
                  <a:lnTo>
                    <a:pt x="8714222" y="2272997"/>
                  </a:lnTo>
                  <a:lnTo>
                    <a:pt x="8740727" y="2154406"/>
                  </a:lnTo>
                  <a:lnTo>
                    <a:pt x="8767201" y="2038030"/>
                  </a:lnTo>
                  <a:lnTo>
                    <a:pt x="8793649" y="1924273"/>
                  </a:lnTo>
                  <a:lnTo>
                    <a:pt x="8820079" y="1813495"/>
                  </a:lnTo>
                  <a:lnTo>
                    <a:pt x="8846509" y="1706013"/>
                  </a:lnTo>
                  <a:lnTo>
                    <a:pt x="8872962" y="1602095"/>
                  </a:lnTo>
                  <a:lnTo>
                    <a:pt x="8899472" y="1501959"/>
                  </a:lnTo>
                  <a:lnTo>
                    <a:pt x="8926080" y="1405774"/>
                  </a:lnTo>
                  <a:lnTo>
                    <a:pt x="8952839" y="1313661"/>
                  </a:lnTo>
                  <a:lnTo>
                    <a:pt x="8979812" y="1225691"/>
                  </a:lnTo>
                  <a:lnTo>
                    <a:pt x="9007078" y="1141893"/>
                  </a:lnTo>
                  <a:lnTo>
                    <a:pt x="9034725" y="1062253"/>
                  </a:lnTo>
                  <a:lnTo>
                    <a:pt x="9062863" y="986717"/>
                  </a:lnTo>
                  <a:lnTo>
                    <a:pt x="9084767" y="931721"/>
                  </a:lnTo>
                  <a:lnTo>
                    <a:pt x="9126647" y="835670"/>
                  </a:lnTo>
                  <a:lnTo>
                    <a:pt x="9170427" y="747681"/>
                  </a:lnTo>
                  <a:lnTo>
                    <a:pt x="9216621" y="667490"/>
                  </a:lnTo>
                  <a:lnTo>
                    <a:pt x="9265794" y="594577"/>
                  </a:lnTo>
                  <a:lnTo>
                    <a:pt x="9318535" y="528306"/>
                  </a:lnTo>
                  <a:lnTo>
                    <a:pt x="9375425" y="468016"/>
                  </a:lnTo>
                  <a:lnTo>
                    <a:pt x="9437002" y="413078"/>
                  </a:lnTo>
                  <a:lnTo>
                    <a:pt x="9503718" y="362928"/>
                  </a:lnTo>
                  <a:lnTo>
                    <a:pt x="9575873" y="317090"/>
                  </a:lnTo>
                  <a:lnTo>
                    <a:pt x="9653538" y="275189"/>
                  </a:lnTo>
                  <a:lnTo>
                    <a:pt x="9736463" y="236952"/>
                  </a:lnTo>
                  <a:lnTo>
                    <a:pt x="9823965" y="202214"/>
                  </a:lnTo>
                  <a:lnTo>
                    <a:pt x="9914840" y="170905"/>
                  </a:lnTo>
                  <a:lnTo>
                    <a:pt x="10007293" y="143035"/>
                  </a:lnTo>
                  <a:lnTo>
                    <a:pt x="10098948" y="118665"/>
                  </a:lnTo>
                  <a:lnTo>
                    <a:pt x="10186961" y="97867"/>
                  </a:lnTo>
                  <a:lnTo>
                    <a:pt x="10268262" y="80673"/>
                  </a:lnTo>
                  <a:lnTo>
                    <a:pt x="10339906" y="67028"/>
                  </a:lnTo>
                  <a:lnTo>
                    <a:pt x="10399503" y="56752"/>
                  </a:lnTo>
                  <a:lnTo>
                    <a:pt x="10445602" y="49524"/>
                  </a:lnTo>
                  <a:lnTo>
                    <a:pt x="10477977" y="44891"/>
                  </a:lnTo>
                  <a:lnTo>
                    <a:pt x="10497721" y="42305"/>
                  </a:lnTo>
                  <a:lnTo>
                    <a:pt x="10507183" y="41167"/>
                  </a:lnTo>
                  <a:lnTo>
                    <a:pt x="10509911" y="40864"/>
                  </a:lnTo>
                  <a:lnTo>
                    <a:pt x="11981298" y="40864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9052" y="92"/>
                  </a:lnTo>
                  <a:lnTo>
                    <a:pt x="10503376" y="748"/>
                  </a:lnTo>
                  <a:lnTo>
                    <a:pt x="10488952" y="2561"/>
                  </a:lnTo>
                  <a:lnTo>
                    <a:pt x="10462882" y="6134"/>
                  </a:lnTo>
                  <a:lnTo>
                    <a:pt x="10423450" y="12048"/>
                  </a:lnTo>
                  <a:lnTo>
                    <a:pt x="10370248" y="20806"/>
                  </a:lnTo>
                  <a:lnTo>
                    <a:pt x="10304161" y="32796"/>
                  </a:lnTo>
                  <a:lnTo>
                    <a:pt x="10227171" y="48266"/>
                  </a:lnTo>
                  <a:lnTo>
                    <a:pt x="10142008" y="67327"/>
                  </a:lnTo>
                  <a:lnTo>
                    <a:pt x="10051732" y="89984"/>
                  </a:lnTo>
                  <a:lnTo>
                    <a:pt x="9959334" y="116176"/>
                  </a:lnTo>
                  <a:lnTo>
                    <a:pt x="9867438" y="145833"/>
                  </a:lnTo>
                  <a:lnTo>
                    <a:pt x="9778124" y="178915"/>
                  </a:lnTo>
                  <a:lnTo>
                    <a:pt x="9692878" y="215451"/>
                  </a:lnTo>
                  <a:lnTo>
                    <a:pt x="9612622" y="255559"/>
                  </a:lnTo>
                  <a:lnTo>
                    <a:pt x="9537803" y="299459"/>
                  </a:lnTo>
                  <a:lnTo>
                    <a:pt x="9468491" y="347477"/>
                  </a:lnTo>
                  <a:lnTo>
                    <a:pt x="9404486" y="400042"/>
                  </a:lnTo>
                  <a:lnTo>
                    <a:pt x="9345400" y="457678"/>
                  </a:lnTo>
                  <a:lnTo>
                    <a:pt x="9290731" y="520984"/>
                  </a:lnTo>
                  <a:lnTo>
                    <a:pt x="9239912" y="590614"/>
                  </a:lnTo>
                  <a:lnTo>
                    <a:pt x="9192355" y="667223"/>
                  </a:lnTo>
                  <a:lnTo>
                    <a:pt x="9147480" y="751401"/>
                  </a:lnTo>
                  <a:lnTo>
                    <a:pt x="9104743" y="843557"/>
                  </a:lnTo>
                  <a:lnTo>
                    <a:pt x="9084767" y="890856"/>
                  </a:lnTo>
                  <a:lnTo>
                    <a:pt x="9056172" y="963313"/>
                  </a:lnTo>
                  <a:lnTo>
                    <a:pt x="9028160" y="1039811"/>
                  </a:lnTo>
                  <a:lnTo>
                    <a:pt x="9000612" y="1120429"/>
                  </a:lnTo>
                  <a:lnTo>
                    <a:pt x="8973423" y="1205212"/>
                  </a:lnTo>
                  <a:lnTo>
                    <a:pt x="8946507" y="1294163"/>
                  </a:lnTo>
                  <a:lnTo>
                    <a:pt x="8919789" y="1387246"/>
                  </a:lnTo>
                  <a:lnTo>
                    <a:pt x="8893208" y="1484375"/>
                  </a:lnTo>
                  <a:lnTo>
                    <a:pt x="8866715" y="1585421"/>
                  </a:lnTo>
                  <a:lnTo>
                    <a:pt x="8840270" y="1690202"/>
                  </a:lnTo>
                  <a:lnTo>
                    <a:pt x="8813842" y="1798488"/>
                  </a:lnTo>
                  <a:lnTo>
                    <a:pt x="8787409" y="1909999"/>
                  </a:lnTo>
                  <a:lnTo>
                    <a:pt x="8760956" y="2024409"/>
                  </a:lnTo>
                  <a:lnTo>
                    <a:pt x="8734474" y="2141345"/>
                  </a:lnTo>
                  <a:lnTo>
                    <a:pt x="8707962" y="2260397"/>
                  </a:lnTo>
                  <a:lnTo>
                    <a:pt x="8681421" y="2381118"/>
                  </a:lnTo>
                  <a:lnTo>
                    <a:pt x="8654858" y="2503034"/>
                  </a:lnTo>
                  <a:lnTo>
                    <a:pt x="8628281" y="2625651"/>
                  </a:lnTo>
                  <a:lnTo>
                    <a:pt x="8601699" y="2748463"/>
                  </a:lnTo>
                  <a:lnTo>
                    <a:pt x="8575124" y="2870961"/>
                  </a:lnTo>
                  <a:lnTo>
                    <a:pt x="8548566" y="2992639"/>
                  </a:lnTo>
                  <a:lnTo>
                    <a:pt x="8522031" y="3113008"/>
                  </a:lnTo>
                  <a:lnTo>
                    <a:pt x="8495526" y="3231599"/>
                  </a:lnTo>
                  <a:lnTo>
                    <a:pt x="8469052" y="3347975"/>
                  </a:lnTo>
                  <a:lnTo>
                    <a:pt x="8442605" y="3461732"/>
                  </a:lnTo>
                  <a:lnTo>
                    <a:pt x="8416174" y="3572510"/>
                  </a:lnTo>
                  <a:lnTo>
                    <a:pt x="8389744" y="3679992"/>
                  </a:lnTo>
                  <a:lnTo>
                    <a:pt x="8363291" y="3783910"/>
                  </a:lnTo>
                  <a:lnTo>
                    <a:pt x="8336781" y="3884046"/>
                  </a:lnTo>
                  <a:lnTo>
                    <a:pt x="8310174" y="3980231"/>
                  </a:lnTo>
                  <a:lnTo>
                    <a:pt x="8283415" y="4072344"/>
                  </a:lnTo>
                  <a:lnTo>
                    <a:pt x="8256441" y="4160314"/>
                  </a:lnTo>
                  <a:lnTo>
                    <a:pt x="8229176" y="4244112"/>
                  </a:lnTo>
                  <a:lnTo>
                    <a:pt x="8201528" y="4323752"/>
                  </a:lnTo>
                  <a:lnTo>
                    <a:pt x="8173391" y="4399288"/>
                  </a:lnTo>
                  <a:lnTo>
                    <a:pt x="8151487" y="4454284"/>
                  </a:lnTo>
                  <a:lnTo>
                    <a:pt x="8109606" y="4550335"/>
                  </a:lnTo>
                  <a:lnTo>
                    <a:pt x="8065826" y="4638324"/>
                  </a:lnTo>
                  <a:lnTo>
                    <a:pt x="8019632" y="4718515"/>
                  </a:lnTo>
                  <a:lnTo>
                    <a:pt x="7970459" y="4791428"/>
                  </a:lnTo>
                  <a:lnTo>
                    <a:pt x="7917718" y="4857699"/>
                  </a:lnTo>
                  <a:lnTo>
                    <a:pt x="7860829" y="4917989"/>
                  </a:lnTo>
                  <a:lnTo>
                    <a:pt x="7799251" y="4972927"/>
                  </a:lnTo>
                  <a:lnTo>
                    <a:pt x="7732535" y="5023077"/>
                  </a:lnTo>
                  <a:lnTo>
                    <a:pt x="7660381" y="5068915"/>
                  </a:lnTo>
                  <a:lnTo>
                    <a:pt x="7582715" y="5110816"/>
                  </a:lnTo>
                  <a:lnTo>
                    <a:pt x="7499790" y="5149053"/>
                  </a:lnTo>
                  <a:lnTo>
                    <a:pt x="7412288" y="5183791"/>
                  </a:lnTo>
                  <a:lnTo>
                    <a:pt x="7321413" y="5215100"/>
                  </a:lnTo>
                  <a:lnTo>
                    <a:pt x="7228961" y="5242970"/>
                  </a:lnTo>
                  <a:lnTo>
                    <a:pt x="7137306" y="5267340"/>
                  </a:lnTo>
                  <a:lnTo>
                    <a:pt x="7049292" y="5288138"/>
                  </a:lnTo>
                  <a:lnTo>
                    <a:pt x="6967992" y="5305332"/>
                  </a:lnTo>
                  <a:lnTo>
                    <a:pt x="6896347" y="5318977"/>
                  </a:lnTo>
                  <a:lnTo>
                    <a:pt x="6836750" y="5329253"/>
                  </a:lnTo>
                  <a:lnTo>
                    <a:pt x="6790651" y="5336481"/>
                  </a:lnTo>
                  <a:lnTo>
                    <a:pt x="6758276" y="5341114"/>
                  </a:lnTo>
                  <a:lnTo>
                    <a:pt x="6738533" y="5343700"/>
                  </a:lnTo>
                  <a:lnTo>
                    <a:pt x="6729071" y="5344838"/>
                  </a:lnTo>
                  <a:lnTo>
                    <a:pt x="6726343" y="5345140"/>
                  </a:lnTo>
                  <a:lnTo>
                    <a:pt x="5254955" y="5345140"/>
                  </a:lnTo>
                  <a:lnTo>
                    <a:pt x="5253817" y="5345072"/>
                  </a:lnTo>
                  <a:lnTo>
                    <a:pt x="5246333" y="5344585"/>
                  </a:lnTo>
                  <a:lnTo>
                    <a:pt x="5227467" y="5343239"/>
                  </a:lnTo>
                  <a:lnTo>
                    <a:pt x="5193736" y="5340589"/>
                  </a:lnTo>
                  <a:lnTo>
                    <a:pt x="5143460" y="5336223"/>
                  </a:lnTo>
                  <a:lnTo>
                    <a:pt x="5076886" y="5329805"/>
                  </a:lnTo>
                  <a:lnTo>
                    <a:pt x="4996039" y="5321104"/>
                  </a:lnTo>
                  <a:lnTo>
                    <a:pt x="4904257" y="5310004"/>
                  </a:lnTo>
                  <a:lnTo>
                    <a:pt x="4805550" y="5296484"/>
                  </a:lnTo>
                  <a:lnTo>
                    <a:pt x="4703933" y="5280583"/>
                  </a:lnTo>
                  <a:lnTo>
                    <a:pt x="4602926" y="5262352"/>
                  </a:lnTo>
                  <a:lnTo>
                    <a:pt x="4505256" y="5241819"/>
                  </a:lnTo>
                  <a:lnTo>
                    <a:pt x="4412784" y="5218952"/>
                  </a:lnTo>
                  <a:lnTo>
                    <a:pt x="4326567" y="5193645"/>
                  </a:lnTo>
                  <a:lnTo>
                    <a:pt x="4247010" y="5165707"/>
                  </a:lnTo>
                  <a:lnTo>
                    <a:pt x="4174029" y="5134862"/>
                  </a:lnTo>
                  <a:lnTo>
                    <a:pt x="4107207" y="5100753"/>
                  </a:lnTo>
                  <a:lnTo>
                    <a:pt x="4045920" y="5062953"/>
                  </a:lnTo>
                  <a:lnTo>
                    <a:pt x="3989430" y="5020988"/>
                  </a:lnTo>
                  <a:lnTo>
                    <a:pt x="3936955" y="4974372"/>
                  </a:lnTo>
                  <a:lnTo>
                    <a:pt x="3887723" y="4922666"/>
                  </a:lnTo>
                  <a:lnTo>
                    <a:pt x="3841014" y="4865583"/>
                  </a:lnTo>
                  <a:lnTo>
                    <a:pt x="3829811" y="4850674"/>
                  </a:lnTo>
                  <a:lnTo>
                    <a:pt x="3792819" y="4798049"/>
                  </a:lnTo>
                  <a:lnTo>
                    <a:pt x="3756747" y="4741622"/>
                  </a:lnTo>
                  <a:lnTo>
                    <a:pt x="3721350" y="4681317"/>
                  </a:lnTo>
                  <a:lnTo>
                    <a:pt x="3686428" y="4617115"/>
                  </a:lnTo>
                  <a:lnTo>
                    <a:pt x="3651819" y="4549065"/>
                  </a:lnTo>
                  <a:lnTo>
                    <a:pt x="3617400" y="4477289"/>
                  </a:lnTo>
                  <a:lnTo>
                    <a:pt x="3583076" y="4401983"/>
                  </a:lnTo>
                  <a:lnTo>
                    <a:pt x="3548777" y="4323423"/>
                  </a:lnTo>
                  <a:lnTo>
                    <a:pt x="3514459" y="4241963"/>
                  </a:lnTo>
                  <a:lnTo>
                    <a:pt x="3480098" y="4158027"/>
                  </a:lnTo>
                  <a:lnTo>
                    <a:pt x="3445685" y="4072106"/>
                  </a:lnTo>
                  <a:lnTo>
                    <a:pt x="3411227" y="3984747"/>
                  </a:lnTo>
                  <a:lnTo>
                    <a:pt x="3376738" y="3896534"/>
                  </a:lnTo>
                  <a:lnTo>
                    <a:pt x="3342241" y="3808078"/>
                  </a:lnTo>
                  <a:lnTo>
                    <a:pt x="3307757" y="3719997"/>
                  </a:lnTo>
                  <a:lnTo>
                    <a:pt x="3273308" y="3632896"/>
                  </a:lnTo>
                  <a:lnTo>
                    <a:pt x="3238906" y="3547355"/>
                  </a:lnTo>
                  <a:lnTo>
                    <a:pt x="3204555" y="3463909"/>
                  </a:lnTo>
                  <a:lnTo>
                    <a:pt x="3170244" y="3383034"/>
                  </a:lnTo>
                  <a:lnTo>
                    <a:pt x="3135944" y="3305142"/>
                  </a:lnTo>
                  <a:lnTo>
                    <a:pt x="3101606" y="3230569"/>
                  </a:lnTo>
                  <a:lnTo>
                    <a:pt x="3067155" y="3159574"/>
                  </a:lnTo>
                  <a:lnTo>
                    <a:pt x="3032492" y="3092338"/>
                  </a:lnTo>
                  <a:lnTo>
                    <a:pt x="2997482" y="3028966"/>
                  </a:lnTo>
                  <a:lnTo>
                    <a:pt x="2961959" y="2969492"/>
                  </a:lnTo>
                  <a:lnTo>
                    <a:pt x="2925714" y="2913885"/>
                  </a:lnTo>
                  <a:lnTo>
                    <a:pt x="2896531" y="2872808"/>
                  </a:lnTo>
                  <a:lnTo>
                    <a:pt x="2850345" y="2814387"/>
                  </a:lnTo>
                  <a:lnTo>
                    <a:pt x="2801799" y="2761373"/>
                  </a:lnTo>
                  <a:lnTo>
                    <a:pt x="2750194" y="2713538"/>
                  </a:lnTo>
                  <a:lnTo>
                    <a:pt x="2694768" y="2670471"/>
                  </a:lnTo>
                  <a:lnTo>
                    <a:pt x="2634735" y="2631690"/>
                  </a:lnTo>
                  <a:lnTo>
                    <a:pt x="2569341" y="2596712"/>
                  </a:lnTo>
                  <a:lnTo>
                    <a:pt x="2497927" y="2565098"/>
                  </a:lnTo>
                  <a:lnTo>
                    <a:pt x="2420014" y="2536472"/>
                  </a:lnTo>
                  <a:lnTo>
                    <a:pt x="2335424" y="2510538"/>
                  </a:lnTo>
                  <a:lnTo>
                    <a:pt x="2244424" y="2487082"/>
                  </a:lnTo>
                  <a:lnTo>
                    <a:pt x="2147896" y="2465979"/>
                  </a:lnTo>
                  <a:lnTo>
                    <a:pt x="2047492" y="2447181"/>
                  </a:lnTo>
                  <a:lnTo>
                    <a:pt x="1945726" y="2430701"/>
                  </a:lnTo>
                  <a:lnTo>
                    <a:pt x="1845940" y="2416589"/>
                  </a:lnTo>
                  <a:lnTo>
                    <a:pt x="1752068" y="2404891"/>
                  </a:lnTo>
                  <a:lnTo>
                    <a:pt x="1668176" y="2395605"/>
                  </a:lnTo>
                  <a:lnTo>
                    <a:pt x="1597835" y="2388640"/>
                  </a:lnTo>
                  <a:lnTo>
                    <a:pt x="1543443" y="2383796"/>
                  </a:lnTo>
                  <a:lnTo>
                    <a:pt x="1505715" y="2380759"/>
                  </a:lnTo>
                  <a:lnTo>
                    <a:pt x="1483442" y="2379132"/>
                  </a:lnTo>
                  <a:lnTo>
                    <a:pt x="1473563" y="2378475"/>
                  </a:lnTo>
                  <a:lnTo>
                    <a:pt x="1471387" y="2378342"/>
                  </a:lnTo>
                  <a:lnTo>
                    <a:pt x="0" y="2378342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92" name="pl192"/>
            <p:cNvSpPr/>
            <p:nvPr/>
          </p:nvSpPr>
          <p:spPr>
            <a:xfrm>
              <a:off x="4799595" y="3214402"/>
              <a:ext cx="11981298" cy="5345140"/>
            </a:xfrm>
            <a:custGeom>
              <a:avLst/>
              <a:pathLst>
                <a:path w="11981298" h="5345140">
                  <a:moveTo>
                    <a:pt x="0" y="2378342"/>
                  </a:moveTo>
                  <a:lnTo>
                    <a:pt x="1471387" y="2378342"/>
                  </a:lnTo>
                  <a:lnTo>
                    <a:pt x="1472525" y="2378410"/>
                  </a:lnTo>
                  <a:lnTo>
                    <a:pt x="1480010" y="2378897"/>
                  </a:lnTo>
                  <a:lnTo>
                    <a:pt x="1498875" y="2380243"/>
                  </a:lnTo>
                  <a:lnTo>
                    <a:pt x="1532606" y="2382893"/>
                  </a:lnTo>
                  <a:lnTo>
                    <a:pt x="1582882" y="2387259"/>
                  </a:lnTo>
                  <a:lnTo>
                    <a:pt x="1649456" y="2393678"/>
                  </a:lnTo>
                  <a:lnTo>
                    <a:pt x="1730303" y="2402379"/>
                  </a:lnTo>
                  <a:lnTo>
                    <a:pt x="1822085" y="2413479"/>
                  </a:lnTo>
                  <a:lnTo>
                    <a:pt x="1920793" y="2426999"/>
                  </a:lnTo>
                  <a:lnTo>
                    <a:pt x="2022409" y="2442900"/>
                  </a:lnTo>
                  <a:lnTo>
                    <a:pt x="2123417" y="2461130"/>
                  </a:lnTo>
                  <a:lnTo>
                    <a:pt x="2221086" y="2481663"/>
                  </a:lnTo>
                  <a:lnTo>
                    <a:pt x="2313558" y="2504530"/>
                  </a:lnTo>
                  <a:lnTo>
                    <a:pt x="2399775" y="2529837"/>
                  </a:lnTo>
                  <a:lnTo>
                    <a:pt x="2479332" y="2557775"/>
                  </a:lnTo>
                  <a:lnTo>
                    <a:pt x="2552314" y="2588620"/>
                  </a:lnTo>
                  <a:lnTo>
                    <a:pt x="2619136" y="2622729"/>
                  </a:lnTo>
                  <a:lnTo>
                    <a:pt x="2680423" y="2660529"/>
                  </a:lnTo>
                  <a:lnTo>
                    <a:pt x="2736912" y="2702494"/>
                  </a:lnTo>
                  <a:lnTo>
                    <a:pt x="2789387" y="2749111"/>
                  </a:lnTo>
                  <a:lnTo>
                    <a:pt x="2838619" y="2800817"/>
                  </a:lnTo>
                  <a:lnTo>
                    <a:pt x="2885328" y="2857899"/>
                  </a:lnTo>
                  <a:lnTo>
                    <a:pt x="2896531" y="2872808"/>
                  </a:lnTo>
                  <a:lnTo>
                    <a:pt x="2933523" y="2925434"/>
                  </a:lnTo>
                  <a:lnTo>
                    <a:pt x="2969595" y="2981860"/>
                  </a:lnTo>
                  <a:lnTo>
                    <a:pt x="3004992" y="3042166"/>
                  </a:lnTo>
                  <a:lnTo>
                    <a:pt x="3039915" y="3106368"/>
                  </a:lnTo>
                  <a:lnTo>
                    <a:pt x="3074523" y="3174417"/>
                  </a:lnTo>
                  <a:lnTo>
                    <a:pt x="3108942" y="3246194"/>
                  </a:lnTo>
                  <a:lnTo>
                    <a:pt x="3143266" y="3321500"/>
                  </a:lnTo>
                  <a:lnTo>
                    <a:pt x="3177565" y="3400059"/>
                  </a:lnTo>
                  <a:lnTo>
                    <a:pt x="3211883" y="3481520"/>
                  </a:lnTo>
                  <a:lnTo>
                    <a:pt x="3246245" y="3565456"/>
                  </a:lnTo>
                  <a:lnTo>
                    <a:pt x="3280657" y="3651376"/>
                  </a:lnTo>
                  <a:lnTo>
                    <a:pt x="3315115" y="3738736"/>
                  </a:lnTo>
                  <a:lnTo>
                    <a:pt x="3349604" y="3826948"/>
                  </a:lnTo>
                  <a:lnTo>
                    <a:pt x="3384101" y="3915404"/>
                  </a:lnTo>
                  <a:lnTo>
                    <a:pt x="3418585" y="4003486"/>
                  </a:lnTo>
                  <a:lnTo>
                    <a:pt x="3453034" y="4090586"/>
                  </a:lnTo>
                  <a:lnTo>
                    <a:pt x="3487436" y="4176127"/>
                  </a:lnTo>
                  <a:lnTo>
                    <a:pt x="3521787" y="4259574"/>
                  </a:lnTo>
                  <a:lnTo>
                    <a:pt x="3556098" y="4340448"/>
                  </a:lnTo>
                  <a:lnTo>
                    <a:pt x="3590398" y="4418340"/>
                  </a:lnTo>
                  <a:lnTo>
                    <a:pt x="3624736" y="4492913"/>
                  </a:lnTo>
                  <a:lnTo>
                    <a:pt x="3659187" y="4563908"/>
                  </a:lnTo>
                  <a:lnTo>
                    <a:pt x="3693851" y="4631144"/>
                  </a:lnTo>
                  <a:lnTo>
                    <a:pt x="3728860" y="4694516"/>
                  </a:lnTo>
                  <a:lnTo>
                    <a:pt x="3764383" y="4753990"/>
                  </a:lnTo>
                  <a:lnTo>
                    <a:pt x="3800628" y="4809597"/>
                  </a:lnTo>
                  <a:lnTo>
                    <a:pt x="3829811" y="4850674"/>
                  </a:lnTo>
                  <a:lnTo>
                    <a:pt x="3875997" y="4909095"/>
                  </a:lnTo>
                  <a:lnTo>
                    <a:pt x="3924543" y="4962109"/>
                  </a:lnTo>
                  <a:lnTo>
                    <a:pt x="3976148" y="5009944"/>
                  </a:lnTo>
                  <a:lnTo>
                    <a:pt x="4031575" y="5053011"/>
                  </a:lnTo>
                  <a:lnTo>
                    <a:pt x="4091607" y="5091793"/>
                  </a:lnTo>
                  <a:lnTo>
                    <a:pt x="4157001" y="5126770"/>
                  </a:lnTo>
                  <a:lnTo>
                    <a:pt x="4228415" y="5158384"/>
                  </a:lnTo>
                  <a:lnTo>
                    <a:pt x="4306328" y="5187010"/>
                  </a:lnTo>
                  <a:lnTo>
                    <a:pt x="4390918" y="5212945"/>
                  </a:lnTo>
                  <a:lnTo>
                    <a:pt x="4481918" y="5236400"/>
                  </a:lnTo>
                  <a:lnTo>
                    <a:pt x="4578446" y="5257503"/>
                  </a:lnTo>
                  <a:lnTo>
                    <a:pt x="4678850" y="5276302"/>
                  </a:lnTo>
                  <a:lnTo>
                    <a:pt x="4780616" y="5292782"/>
                  </a:lnTo>
                  <a:lnTo>
                    <a:pt x="4880402" y="5306894"/>
                  </a:lnTo>
                  <a:lnTo>
                    <a:pt x="4974274" y="5318592"/>
                  </a:lnTo>
                  <a:lnTo>
                    <a:pt x="5058166" y="5327878"/>
                  </a:lnTo>
                  <a:lnTo>
                    <a:pt x="5128508" y="5334842"/>
                  </a:lnTo>
                  <a:lnTo>
                    <a:pt x="5182899" y="5339686"/>
                  </a:lnTo>
                  <a:lnTo>
                    <a:pt x="5220627" y="5342724"/>
                  </a:lnTo>
                  <a:lnTo>
                    <a:pt x="5242900" y="5344350"/>
                  </a:lnTo>
                  <a:lnTo>
                    <a:pt x="5252779" y="5345008"/>
                  </a:lnTo>
                  <a:lnTo>
                    <a:pt x="5254937" y="5345139"/>
                  </a:lnTo>
                  <a:lnTo>
                    <a:pt x="5254955" y="5345140"/>
                  </a:lnTo>
                  <a:lnTo>
                    <a:pt x="6726343" y="5345140"/>
                  </a:lnTo>
                  <a:lnTo>
                    <a:pt x="6727201" y="5345048"/>
                  </a:lnTo>
                  <a:lnTo>
                    <a:pt x="6732878" y="5344392"/>
                  </a:lnTo>
                  <a:lnTo>
                    <a:pt x="6747301" y="5342579"/>
                  </a:lnTo>
                  <a:lnTo>
                    <a:pt x="6773371" y="5339006"/>
                  </a:lnTo>
                  <a:lnTo>
                    <a:pt x="6812803" y="5333092"/>
                  </a:lnTo>
                  <a:lnTo>
                    <a:pt x="6866005" y="5324334"/>
                  </a:lnTo>
                  <a:lnTo>
                    <a:pt x="6932092" y="5312344"/>
                  </a:lnTo>
                  <a:lnTo>
                    <a:pt x="7009082" y="5296874"/>
                  </a:lnTo>
                  <a:lnTo>
                    <a:pt x="7094245" y="5277813"/>
                  </a:lnTo>
                  <a:lnTo>
                    <a:pt x="7184522" y="5255156"/>
                  </a:lnTo>
                  <a:lnTo>
                    <a:pt x="7276919" y="5228964"/>
                  </a:lnTo>
                  <a:lnTo>
                    <a:pt x="7368816" y="5199307"/>
                  </a:lnTo>
                  <a:lnTo>
                    <a:pt x="7458129" y="5166225"/>
                  </a:lnTo>
                  <a:lnTo>
                    <a:pt x="7543375" y="5129689"/>
                  </a:lnTo>
                  <a:lnTo>
                    <a:pt x="7623631" y="5089581"/>
                  </a:lnTo>
                  <a:lnTo>
                    <a:pt x="7698450" y="5045681"/>
                  </a:lnTo>
                  <a:lnTo>
                    <a:pt x="7767762" y="4997663"/>
                  </a:lnTo>
                  <a:lnTo>
                    <a:pt x="7831767" y="4945097"/>
                  </a:lnTo>
                  <a:lnTo>
                    <a:pt x="7890853" y="4887462"/>
                  </a:lnTo>
                  <a:lnTo>
                    <a:pt x="7945523" y="4824156"/>
                  </a:lnTo>
                  <a:lnTo>
                    <a:pt x="7996341" y="4754526"/>
                  </a:lnTo>
                  <a:lnTo>
                    <a:pt x="8043899" y="4677917"/>
                  </a:lnTo>
                  <a:lnTo>
                    <a:pt x="8088774" y="4593739"/>
                  </a:lnTo>
                  <a:lnTo>
                    <a:pt x="8131510" y="4501583"/>
                  </a:lnTo>
                  <a:lnTo>
                    <a:pt x="8151487" y="4454284"/>
                  </a:lnTo>
                  <a:lnTo>
                    <a:pt x="8180082" y="4381827"/>
                  </a:lnTo>
                  <a:lnTo>
                    <a:pt x="8208093" y="4305329"/>
                  </a:lnTo>
                  <a:lnTo>
                    <a:pt x="8235641" y="4224711"/>
                  </a:lnTo>
                  <a:lnTo>
                    <a:pt x="8262830" y="4139928"/>
                  </a:lnTo>
                  <a:lnTo>
                    <a:pt x="8289747" y="4050977"/>
                  </a:lnTo>
                  <a:lnTo>
                    <a:pt x="8316465" y="3957894"/>
                  </a:lnTo>
                  <a:lnTo>
                    <a:pt x="8343045" y="3860764"/>
                  </a:lnTo>
                  <a:lnTo>
                    <a:pt x="8369538" y="3759719"/>
                  </a:lnTo>
                  <a:lnTo>
                    <a:pt x="8395983" y="3654938"/>
                  </a:lnTo>
                  <a:lnTo>
                    <a:pt x="8422411" y="3546652"/>
                  </a:lnTo>
                  <a:lnTo>
                    <a:pt x="8448844" y="3435141"/>
                  </a:lnTo>
                  <a:lnTo>
                    <a:pt x="8475298" y="3320731"/>
                  </a:lnTo>
                  <a:lnTo>
                    <a:pt x="8501779" y="3203795"/>
                  </a:lnTo>
                  <a:lnTo>
                    <a:pt x="8528291" y="3084743"/>
                  </a:lnTo>
                  <a:lnTo>
                    <a:pt x="8554832" y="2964022"/>
                  </a:lnTo>
                  <a:lnTo>
                    <a:pt x="8581395" y="2842106"/>
                  </a:lnTo>
                  <a:lnTo>
                    <a:pt x="8607972" y="2719489"/>
                  </a:lnTo>
                  <a:lnTo>
                    <a:pt x="8634554" y="2596677"/>
                  </a:lnTo>
                  <a:lnTo>
                    <a:pt x="8661129" y="2474179"/>
                  </a:lnTo>
                  <a:lnTo>
                    <a:pt x="8687688" y="2352501"/>
                  </a:lnTo>
                  <a:lnTo>
                    <a:pt x="8714222" y="2232132"/>
                  </a:lnTo>
                  <a:lnTo>
                    <a:pt x="8740727" y="2113541"/>
                  </a:lnTo>
                  <a:lnTo>
                    <a:pt x="8767201" y="1997165"/>
                  </a:lnTo>
                  <a:lnTo>
                    <a:pt x="8793649" y="1883408"/>
                  </a:lnTo>
                  <a:lnTo>
                    <a:pt x="8820079" y="1772630"/>
                  </a:lnTo>
                  <a:lnTo>
                    <a:pt x="8846509" y="1665148"/>
                  </a:lnTo>
                  <a:lnTo>
                    <a:pt x="8872962" y="1561230"/>
                  </a:lnTo>
                  <a:lnTo>
                    <a:pt x="8899472" y="1461094"/>
                  </a:lnTo>
                  <a:lnTo>
                    <a:pt x="8926080" y="1364909"/>
                  </a:lnTo>
                  <a:lnTo>
                    <a:pt x="8952839" y="1272796"/>
                  </a:lnTo>
                  <a:lnTo>
                    <a:pt x="8979812" y="1184826"/>
                  </a:lnTo>
                  <a:lnTo>
                    <a:pt x="9007078" y="1101028"/>
                  </a:lnTo>
                  <a:lnTo>
                    <a:pt x="9034725" y="1021388"/>
                  </a:lnTo>
                  <a:lnTo>
                    <a:pt x="9062863" y="945852"/>
                  </a:lnTo>
                  <a:lnTo>
                    <a:pt x="9084767" y="890856"/>
                  </a:lnTo>
                  <a:lnTo>
                    <a:pt x="9126647" y="794805"/>
                  </a:lnTo>
                  <a:lnTo>
                    <a:pt x="9170427" y="706816"/>
                  </a:lnTo>
                  <a:lnTo>
                    <a:pt x="9216621" y="626625"/>
                  </a:lnTo>
                  <a:lnTo>
                    <a:pt x="9265794" y="553712"/>
                  </a:lnTo>
                  <a:lnTo>
                    <a:pt x="9318535" y="487441"/>
                  </a:lnTo>
                  <a:lnTo>
                    <a:pt x="9375425" y="427151"/>
                  </a:lnTo>
                  <a:lnTo>
                    <a:pt x="9437002" y="372213"/>
                  </a:lnTo>
                  <a:lnTo>
                    <a:pt x="9503718" y="322063"/>
                  </a:lnTo>
                  <a:lnTo>
                    <a:pt x="9575873" y="276225"/>
                  </a:lnTo>
                  <a:lnTo>
                    <a:pt x="9653538" y="234324"/>
                  </a:lnTo>
                  <a:lnTo>
                    <a:pt x="9736463" y="196087"/>
                  </a:lnTo>
                  <a:lnTo>
                    <a:pt x="9823965" y="161349"/>
                  </a:lnTo>
                  <a:lnTo>
                    <a:pt x="9914840" y="130040"/>
                  </a:lnTo>
                  <a:lnTo>
                    <a:pt x="10007293" y="102170"/>
                  </a:lnTo>
                  <a:lnTo>
                    <a:pt x="10098948" y="77800"/>
                  </a:lnTo>
                  <a:lnTo>
                    <a:pt x="10186961" y="57002"/>
                  </a:lnTo>
                  <a:lnTo>
                    <a:pt x="10268262" y="39808"/>
                  </a:lnTo>
                  <a:lnTo>
                    <a:pt x="10339906" y="26163"/>
                  </a:lnTo>
                  <a:lnTo>
                    <a:pt x="10399503" y="15887"/>
                  </a:lnTo>
                  <a:lnTo>
                    <a:pt x="10445602" y="8659"/>
                  </a:lnTo>
                  <a:lnTo>
                    <a:pt x="10477977" y="4026"/>
                  </a:lnTo>
                  <a:lnTo>
                    <a:pt x="10497721" y="1440"/>
                  </a:lnTo>
                  <a:lnTo>
                    <a:pt x="10507183" y="302"/>
                  </a:lnTo>
                  <a:lnTo>
                    <a:pt x="10509812" y="10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3" name="pl193"/>
            <p:cNvSpPr/>
            <p:nvPr/>
          </p:nvSpPr>
          <p:spPr>
            <a:xfrm>
              <a:off x="4799595" y="3173537"/>
              <a:ext cx="11981298" cy="5345140"/>
            </a:xfrm>
            <a:custGeom>
              <a:avLst/>
              <a:pathLst>
                <a:path w="11981298" h="5345140">
                  <a:moveTo>
                    <a:pt x="11981298" y="0"/>
                  </a:moveTo>
                  <a:lnTo>
                    <a:pt x="10509911" y="0"/>
                  </a:lnTo>
                  <a:lnTo>
                    <a:pt x="10509052" y="92"/>
                  </a:lnTo>
                  <a:lnTo>
                    <a:pt x="10503376" y="748"/>
                  </a:lnTo>
                  <a:lnTo>
                    <a:pt x="10488952" y="2561"/>
                  </a:lnTo>
                  <a:lnTo>
                    <a:pt x="10462882" y="6134"/>
                  </a:lnTo>
                  <a:lnTo>
                    <a:pt x="10423450" y="12048"/>
                  </a:lnTo>
                  <a:lnTo>
                    <a:pt x="10370248" y="20806"/>
                  </a:lnTo>
                  <a:lnTo>
                    <a:pt x="10304161" y="32796"/>
                  </a:lnTo>
                  <a:lnTo>
                    <a:pt x="10227171" y="48266"/>
                  </a:lnTo>
                  <a:lnTo>
                    <a:pt x="10142008" y="67327"/>
                  </a:lnTo>
                  <a:lnTo>
                    <a:pt x="10051732" y="89984"/>
                  </a:lnTo>
                  <a:lnTo>
                    <a:pt x="9959334" y="116176"/>
                  </a:lnTo>
                  <a:lnTo>
                    <a:pt x="9867438" y="145833"/>
                  </a:lnTo>
                  <a:lnTo>
                    <a:pt x="9778124" y="178915"/>
                  </a:lnTo>
                  <a:lnTo>
                    <a:pt x="9692878" y="215451"/>
                  </a:lnTo>
                  <a:lnTo>
                    <a:pt x="9612622" y="255559"/>
                  </a:lnTo>
                  <a:lnTo>
                    <a:pt x="9537803" y="299459"/>
                  </a:lnTo>
                  <a:lnTo>
                    <a:pt x="9468491" y="347477"/>
                  </a:lnTo>
                  <a:lnTo>
                    <a:pt x="9404486" y="400042"/>
                  </a:lnTo>
                  <a:lnTo>
                    <a:pt x="9345400" y="457678"/>
                  </a:lnTo>
                  <a:lnTo>
                    <a:pt x="9290731" y="520984"/>
                  </a:lnTo>
                  <a:lnTo>
                    <a:pt x="9239912" y="590614"/>
                  </a:lnTo>
                  <a:lnTo>
                    <a:pt x="9192355" y="667223"/>
                  </a:lnTo>
                  <a:lnTo>
                    <a:pt x="9147480" y="751401"/>
                  </a:lnTo>
                  <a:lnTo>
                    <a:pt x="9104743" y="843557"/>
                  </a:lnTo>
                  <a:lnTo>
                    <a:pt x="9084767" y="890856"/>
                  </a:lnTo>
                  <a:lnTo>
                    <a:pt x="9056172" y="963313"/>
                  </a:lnTo>
                  <a:lnTo>
                    <a:pt x="9028160" y="1039811"/>
                  </a:lnTo>
                  <a:lnTo>
                    <a:pt x="9000612" y="1120429"/>
                  </a:lnTo>
                  <a:lnTo>
                    <a:pt x="8973423" y="1205212"/>
                  </a:lnTo>
                  <a:lnTo>
                    <a:pt x="8946507" y="1294163"/>
                  </a:lnTo>
                  <a:lnTo>
                    <a:pt x="8919789" y="1387246"/>
                  </a:lnTo>
                  <a:lnTo>
                    <a:pt x="8893208" y="1484375"/>
                  </a:lnTo>
                  <a:lnTo>
                    <a:pt x="8866715" y="1585421"/>
                  </a:lnTo>
                  <a:lnTo>
                    <a:pt x="8840270" y="1690202"/>
                  </a:lnTo>
                  <a:lnTo>
                    <a:pt x="8813842" y="1798488"/>
                  </a:lnTo>
                  <a:lnTo>
                    <a:pt x="8787409" y="1909999"/>
                  </a:lnTo>
                  <a:lnTo>
                    <a:pt x="8760956" y="2024409"/>
                  </a:lnTo>
                  <a:lnTo>
                    <a:pt x="8734474" y="2141345"/>
                  </a:lnTo>
                  <a:lnTo>
                    <a:pt x="8707962" y="2260397"/>
                  </a:lnTo>
                  <a:lnTo>
                    <a:pt x="8681421" y="2381118"/>
                  </a:lnTo>
                  <a:lnTo>
                    <a:pt x="8654858" y="2503034"/>
                  </a:lnTo>
                  <a:lnTo>
                    <a:pt x="8628281" y="2625651"/>
                  </a:lnTo>
                  <a:lnTo>
                    <a:pt x="8601699" y="2748463"/>
                  </a:lnTo>
                  <a:lnTo>
                    <a:pt x="8575124" y="2870961"/>
                  </a:lnTo>
                  <a:lnTo>
                    <a:pt x="8548566" y="2992639"/>
                  </a:lnTo>
                  <a:lnTo>
                    <a:pt x="8522031" y="3113008"/>
                  </a:lnTo>
                  <a:lnTo>
                    <a:pt x="8495526" y="3231599"/>
                  </a:lnTo>
                  <a:lnTo>
                    <a:pt x="8469052" y="3347975"/>
                  </a:lnTo>
                  <a:lnTo>
                    <a:pt x="8442605" y="3461732"/>
                  </a:lnTo>
                  <a:lnTo>
                    <a:pt x="8416174" y="3572510"/>
                  </a:lnTo>
                  <a:lnTo>
                    <a:pt x="8389744" y="3679992"/>
                  </a:lnTo>
                  <a:lnTo>
                    <a:pt x="8363291" y="3783910"/>
                  </a:lnTo>
                  <a:lnTo>
                    <a:pt x="8336781" y="3884046"/>
                  </a:lnTo>
                  <a:lnTo>
                    <a:pt x="8310174" y="3980231"/>
                  </a:lnTo>
                  <a:lnTo>
                    <a:pt x="8283415" y="4072344"/>
                  </a:lnTo>
                  <a:lnTo>
                    <a:pt x="8256441" y="4160314"/>
                  </a:lnTo>
                  <a:lnTo>
                    <a:pt x="8229176" y="4244112"/>
                  </a:lnTo>
                  <a:lnTo>
                    <a:pt x="8201528" y="4323752"/>
                  </a:lnTo>
                  <a:lnTo>
                    <a:pt x="8173391" y="4399288"/>
                  </a:lnTo>
                  <a:lnTo>
                    <a:pt x="8151487" y="4454284"/>
                  </a:lnTo>
                  <a:lnTo>
                    <a:pt x="8109606" y="4550335"/>
                  </a:lnTo>
                  <a:lnTo>
                    <a:pt x="8065826" y="4638324"/>
                  </a:lnTo>
                  <a:lnTo>
                    <a:pt x="8019632" y="4718515"/>
                  </a:lnTo>
                  <a:lnTo>
                    <a:pt x="7970459" y="4791428"/>
                  </a:lnTo>
                  <a:lnTo>
                    <a:pt x="7917718" y="4857699"/>
                  </a:lnTo>
                  <a:lnTo>
                    <a:pt x="7860829" y="4917989"/>
                  </a:lnTo>
                  <a:lnTo>
                    <a:pt x="7799251" y="4972927"/>
                  </a:lnTo>
                  <a:lnTo>
                    <a:pt x="7732535" y="5023077"/>
                  </a:lnTo>
                  <a:lnTo>
                    <a:pt x="7660381" y="5068915"/>
                  </a:lnTo>
                  <a:lnTo>
                    <a:pt x="7582715" y="5110816"/>
                  </a:lnTo>
                  <a:lnTo>
                    <a:pt x="7499790" y="5149053"/>
                  </a:lnTo>
                  <a:lnTo>
                    <a:pt x="7412288" y="5183791"/>
                  </a:lnTo>
                  <a:lnTo>
                    <a:pt x="7321413" y="5215100"/>
                  </a:lnTo>
                  <a:lnTo>
                    <a:pt x="7228961" y="5242970"/>
                  </a:lnTo>
                  <a:lnTo>
                    <a:pt x="7137306" y="5267340"/>
                  </a:lnTo>
                  <a:lnTo>
                    <a:pt x="7049292" y="5288138"/>
                  </a:lnTo>
                  <a:lnTo>
                    <a:pt x="6967992" y="5305332"/>
                  </a:lnTo>
                  <a:lnTo>
                    <a:pt x="6896347" y="5318977"/>
                  </a:lnTo>
                  <a:lnTo>
                    <a:pt x="6836750" y="5329253"/>
                  </a:lnTo>
                  <a:lnTo>
                    <a:pt x="6790651" y="5336481"/>
                  </a:lnTo>
                  <a:lnTo>
                    <a:pt x="6758276" y="5341114"/>
                  </a:lnTo>
                  <a:lnTo>
                    <a:pt x="6738533" y="5343700"/>
                  </a:lnTo>
                  <a:lnTo>
                    <a:pt x="6729071" y="5344838"/>
                  </a:lnTo>
                  <a:lnTo>
                    <a:pt x="6726441" y="5345130"/>
                  </a:lnTo>
                  <a:lnTo>
                    <a:pt x="6726343" y="5345140"/>
                  </a:lnTo>
                  <a:lnTo>
                    <a:pt x="5254955" y="5345140"/>
                  </a:lnTo>
                  <a:lnTo>
                    <a:pt x="5253817" y="5345072"/>
                  </a:lnTo>
                  <a:lnTo>
                    <a:pt x="5246333" y="5344585"/>
                  </a:lnTo>
                  <a:lnTo>
                    <a:pt x="5227467" y="5343239"/>
                  </a:lnTo>
                  <a:lnTo>
                    <a:pt x="5193736" y="5340589"/>
                  </a:lnTo>
                  <a:lnTo>
                    <a:pt x="5143460" y="5336223"/>
                  </a:lnTo>
                  <a:lnTo>
                    <a:pt x="5076886" y="5329805"/>
                  </a:lnTo>
                  <a:lnTo>
                    <a:pt x="4996039" y="5321104"/>
                  </a:lnTo>
                  <a:lnTo>
                    <a:pt x="4904257" y="5310004"/>
                  </a:lnTo>
                  <a:lnTo>
                    <a:pt x="4805550" y="5296484"/>
                  </a:lnTo>
                  <a:lnTo>
                    <a:pt x="4703933" y="5280583"/>
                  </a:lnTo>
                  <a:lnTo>
                    <a:pt x="4602926" y="5262352"/>
                  </a:lnTo>
                  <a:lnTo>
                    <a:pt x="4505256" y="5241819"/>
                  </a:lnTo>
                  <a:lnTo>
                    <a:pt x="4412784" y="5218952"/>
                  </a:lnTo>
                  <a:lnTo>
                    <a:pt x="4326567" y="5193645"/>
                  </a:lnTo>
                  <a:lnTo>
                    <a:pt x="4247010" y="5165707"/>
                  </a:lnTo>
                  <a:lnTo>
                    <a:pt x="4174029" y="5134862"/>
                  </a:lnTo>
                  <a:lnTo>
                    <a:pt x="4107207" y="5100753"/>
                  </a:lnTo>
                  <a:lnTo>
                    <a:pt x="4045920" y="5062953"/>
                  </a:lnTo>
                  <a:lnTo>
                    <a:pt x="3989430" y="5020988"/>
                  </a:lnTo>
                  <a:lnTo>
                    <a:pt x="3936955" y="4974372"/>
                  </a:lnTo>
                  <a:lnTo>
                    <a:pt x="3887723" y="4922666"/>
                  </a:lnTo>
                  <a:lnTo>
                    <a:pt x="3841014" y="4865583"/>
                  </a:lnTo>
                  <a:lnTo>
                    <a:pt x="3829811" y="4850674"/>
                  </a:lnTo>
                  <a:lnTo>
                    <a:pt x="3792819" y="4798049"/>
                  </a:lnTo>
                  <a:lnTo>
                    <a:pt x="3756747" y="4741622"/>
                  </a:lnTo>
                  <a:lnTo>
                    <a:pt x="3721350" y="4681317"/>
                  </a:lnTo>
                  <a:lnTo>
                    <a:pt x="3686428" y="4617115"/>
                  </a:lnTo>
                  <a:lnTo>
                    <a:pt x="3651819" y="4549065"/>
                  </a:lnTo>
                  <a:lnTo>
                    <a:pt x="3617400" y="4477289"/>
                  </a:lnTo>
                  <a:lnTo>
                    <a:pt x="3583076" y="4401983"/>
                  </a:lnTo>
                  <a:lnTo>
                    <a:pt x="3548777" y="4323423"/>
                  </a:lnTo>
                  <a:lnTo>
                    <a:pt x="3514459" y="4241963"/>
                  </a:lnTo>
                  <a:lnTo>
                    <a:pt x="3480098" y="4158027"/>
                  </a:lnTo>
                  <a:lnTo>
                    <a:pt x="3445685" y="4072106"/>
                  </a:lnTo>
                  <a:lnTo>
                    <a:pt x="3411227" y="3984747"/>
                  </a:lnTo>
                  <a:lnTo>
                    <a:pt x="3376738" y="3896534"/>
                  </a:lnTo>
                  <a:lnTo>
                    <a:pt x="3342241" y="3808078"/>
                  </a:lnTo>
                  <a:lnTo>
                    <a:pt x="3307757" y="3719997"/>
                  </a:lnTo>
                  <a:lnTo>
                    <a:pt x="3273308" y="3632896"/>
                  </a:lnTo>
                  <a:lnTo>
                    <a:pt x="3238906" y="3547355"/>
                  </a:lnTo>
                  <a:lnTo>
                    <a:pt x="3204555" y="3463909"/>
                  </a:lnTo>
                  <a:lnTo>
                    <a:pt x="3170244" y="3383034"/>
                  </a:lnTo>
                  <a:lnTo>
                    <a:pt x="3135944" y="3305142"/>
                  </a:lnTo>
                  <a:lnTo>
                    <a:pt x="3101606" y="3230569"/>
                  </a:lnTo>
                  <a:lnTo>
                    <a:pt x="3067155" y="3159574"/>
                  </a:lnTo>
                  <a:lnTo>
                    <a:pt x="3032492" y="3092338"/>
                  </a:lnTo>
                  <a:lnTo>
                    <a:pt x="2997482" y="3028966"/>
                  </a:lnTo>
                  <a:lnTo>
                    <a:pt x="2961959" y="2969492"/>
                  </a:lnTo>
                  <a:lnTo>
                    <a:pt x="2925714" y="2913885"/>
                  </a:lnTo>
                  <a:lnTo>
                    <a:pt x="2896531" y="2872808"/>
                  </a:lnTo>
                  <a:lnTo>
                    <a:pt x="2850345" y="2814387"/>
                  </a:lnTo>
                  <a:lnTo>
                    <a:pt x="2801799" y="2761373"/>
                  </a:lnTo>
                  <a:lnTo>
                    <a:pt x="2750194" y="2713538"/>
                  </a:lnTo>
                  <a:lnTo>
                    <a:pt x="2694768" y="2670471"/>
                  </a:lnTo>
                  <a:lnTo>
                    <a:pt x="2634735" y="2631690"/>
                  </a:lnTo>
                  <a:lnTo>
                    <a:pt x="2569341" y="2596712"/>
                  </a:lnTo>
                  <a:lnTo>
                    <a:pt x="2497927" y="2565098"/>
                  </a:lnTo>
                  <a:lnTo>
                    <a:pt x="2420014" y="2536472"/>
                  </a:lnTo>
                  <a:lnTo>
                    <a:pt x="2335424" y="2510538"/>
                  </a:lnTo>
                  <a:lnTo>
                    <a:pt x="2244424" y="2487082"/>
                  </a:lnTo>
                  <a:lnTo>
                    <a:pt x="2147896" y="2465979"/>
                  </a:lnTo>
                  <a:lnTo>
                    <a:pt x="2047492" y="2447181"/>
                  </a:lnTo>
                  <a:lnTo>
                    <a:pt x="1945726" y="2430701"/>
                  </a:lnTo>
                  <a:lnTo>
                    <a:pt x="1845940" y="2416589"/>
                  </a:lnTo>
                  <a:lnTo>
                    <a:pt x="1752068" y="2404891"/>
                  </a:lnTo>
                  <a:lnTo>
                    <a:pt x="1668176" y="2395605"/>
                  </a:lnTo>
                  <a:lnTo>
                    <a:pt x="1597835" y="2388640"/>
                  </a:lnTo>
                  <a:lnTo>
                    <a:pt x="1543443" y="2383796"/>
                  </a:lnTo>
                  <a:lnTo>
                    <a:pt x="1505715" y="2380759"/>
                  </a:lnTo>
                  <a:lnTo>
                    <a:pt x="1483442" y="2379132"/>
                  </a:lnTo>
                  <a:lnTo>
                    <a:pt x="1473563" y="2378475"/>
                  </a:lnTo>
                  <a:lnTo>
                    <a:pt x="1471405" y="2378343"/>
                  </a:lnTo>
                  <a:lnTo>
                    <a:pt x="1471387" y="2378342"/>
                  </a:lnTo>
                  <a:lnTo>
                    <a:pt x="0" y="237834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4" name="pg194"/>
            <p:cNvSpPr/>
            <p:nvPr/>
          </p:nvSpPr>
          <p:spPr>
            <a:xfrm>
              <a:off x="4799595" y="3565841"/>
              <a:ext cx="11981298" cy="5059085"/>
            </a:xfrm>
            <a:custGeom>
              <a:avLst/>
              <a:pathLst>
                <a:path w="11981298" h="5059085">
                  <a:moveTo>
                    <a:pt x="0" y="2035076"/>
                  </a:moveTo>
                  <a:lnTo>
                    <a:pt x="1471387" y="2035076"/>
                  </a:lnTo>
                  <a:lnTo>
                    <a:pt x="1472522" y="2035145"/>
                  </a:lnTo>
                  <a:lnTo>
                    <a:pt x="1479984" y="2035640"/>
                  </a:lnTo>
                  <a:lnTo>
                    <a:pt x="1498795" y="2037008"/>
                  </a:lnTo>
                  <a:lnTo>
                    <a:pt x="1532431" y="2039701"/>
                  </a:lnTo>
                  <a:lnTo>
                    <a:pt x="1582576" y="2044137"/>
                  </a:lnTo>
                  <a:lnTo>
                    <a:pt x="1648992" y="2050659"/>
                  </a:lnTo>
                  <a:lnTo>
                    <a:pt x="1729668" y="2059503"/>
                  </a:lnTo>
                  <a:lnTo>
                    <a:pt x="1821284" y="2070786"/>
                  </a:lnTo>
                  <a:lnTo>
                    <a:pt x="1919846" y="2084530"/>
                  </a:lnTo>
                  <a:lnTo>
                    <a:pt x="2021347" y="2100697"/>
                  </a:lnTo>
                  <a:lnTo>
                    <a:pt x="2122272" y="2119234"/>
                  </a:lnTo>
                  <a:lnTo>
                    <a:pt x="2219892" y="2140113"/>
                  </a:lnTo>
                  <a:lnTo>
                    <a:pt x="2312344" y="2163365"/>
                  </a:lnTo>
                  <a:lnTo>
                    <a:pt x="2398563" y="2189097"/>
                  </a:lnTo>
                  <a:lnTo>
                    <a:pt x="2478138" y="2217502"/>
                  </a:lnTo>
                  <a:lnTo>
                    <a:pt x="2551147" y="2248858"/>
                  </a:lnTo>
                  <a:lnTo>
                    <a:pt x="2618001" y="2283528"/>
                  </a:lnTo>
                  <a:lnTo>
                    <a:pt x="2679318" y="2321944"/>
                  </a:lnTo>
                  <a:lnTo>
                    <a:pt x="2735834" y="2364587"/>
                  </a:lnTo>
                  <a:lnTo>
                    <a:pt x="2788328" y="2411952"/>
                  </a:lnTo>
                  <a:lnTo>
                    <a:pt x="2837570" y="2464485"/>
                  </a:lnTo>
                  <a:lnTo>
                    <a:pt x="2884279" y="2522484"/>
                  </a:lnTo>
                  <a:lnTo>
                    <a:pt x="2896531" y="2539078"/>
                  </a:lnTo>
                  <a:lnTo>
                    <a:pt x="2933238" y="2592284"/>
                  </a:lnTo>
                  <a:lnTo>
                    <a:pt x="2969037" y="2649304"/>
                  </a:lnTo>
                  <a:lnTo>
                    <a:pt x="3004169" y="2710215"/>
                  </a:lnTo>
                  <a:lnTo>
                    <a:pt x="3038829" y="2775037"/>
                  </a:lnTo>
                  <a:lnTo>
                    <a:pt x="3073176" y="2843723"/>
                  </a:lnTo>
                  <a:lnTo>
                    <a:pt x="3107332" y="2916154"/>
                  </a:lnTo>
                  <a:lnTo>
                    <a:pt x="3141392" y="2992138"/>
                  </a:lnTo>
                  <a:lnTo>
                    <a:pt x="3175423" y="3071404"/>
                  </a:lnTo>
                  <a:lnTo>
                    <a:pt x="3209470" y="3153605"/>
                  </a:lnTo>
                  <a:lnTo>
                    <a:pt x="3243560" y="3238323"/>
                  </a:lnTo>
                  <a:lnTo>
                    <a:pt x="3277700" y="3325072"/>
                  </a:lnTo>
                  <a:lnTo>
                    <a:pt x="3311886" y="3413314"/>
                  </a:lnTo>
                  <a:lnTo>
                    <a:pt x="3346103" y="3502469"/>
                  </a:lnTo>
                  <a:lnTo>
                    <a:pt x="3380331" y="3591931"/>
                  </a:lnTo>
                  <a:lnTo>
                    <a:pt x="3414548" y="3681085"/>
                  </a:lnTo>
                  <a:lnTo>
                    <a:pt x="3448734" y="3769324"/>
                  </a:lnTo>
                  <a:lnTo>
                    <a:pt x="3482873" y="3856068"/>
                  </a:lnTo>
                  <a:lnTo>
                    <a:pt x="3516963" y="3940780"/>
                  </a:lnTo>
                  <a:lnTo>
                    <a:pt x="3551010" y="4022974"/>
                  </a:lnTo>
                  <a:lnTo>
                    <a:pt x="3585041" y="4102231"/>
                  </a:lnTo>
                  <a:lnTo>
                    <a:pt x="3619101" y="4178206"/>
                  </a:lnTo>
                  <a:lnTo>
                    <a:pt x="3653258" y="4250627"/>
                  </a:lnTo>
                  <a:lnTo>
                    <a:pt x="3687605" y="4319303"/>
                  </a:lnTo>
                  <a:lnTo>
                    <a:pt x="3722266" y="4384114"/>
                  </a:lnTo>
                  <a:lnTo>
                    <a:pt x="3757400" y="4445015"/>
                  </a:lnTo>
                  <a:lnTo>
                    <a:pt x="3793201" y="4502025"/>
                  </a:lnTo>
                  <a:lnTo>
                    <a:pt x="3829811" y="4555084"/>
                  </a:lnTo>
                  <a:lnTo>
                    <a:pt x="3875948" y="4614573"/>
                  </a:lnTo>
                  <a:lnTo>
                    <a:pt x="3924439" y="4668561"/>
                  </a:lnTo>
                  <a:lnTo>
                    <a:pt x="3975981" y="4717281"/>
                  </a:lnTo>
                  <a:lnTo>
                    <a:pt x="4031334" y="4761149"/>
                  </a:lnTo>
                  <a:lnTo>
                    <a:pt x="4091281" y="4800657"/>
                  </a:lnTo>
                  <a:lnTo>
                    <a:pt x="4156573" y="4836292"/>
                  </a:lnTo>
                  <a:lnTo>
                    <a:pt x="4227870" y="4868504"/>
                  </a:lnTo>
                  <a:lnTo>
                    <a:pt x="4305650" y="4897674"/>
                  </a:lnTo>
                  <a:lnTo>
                    <a:pt x="4390093" y="4924104"/>
                  </a:lnTo>
                  <a:lnTo>
                    <a:pt x="4480938" y="4948011"/>
                  </a:lnTo>
                  <a:lnTo>
                    <a:pt x="4577312" y="4969525"/>
                  </a:lnTo>
                  <a:lnTo>
                    <a:pt x="4677578" y="4988694"/>
                  </a:lnTo>
                  <a:lnTo>
                    <a:pt x="4779240" y="5005505"/>
                  </a:lnTo>
                  <a:lnTo>
                    <a:pt x="4878977" y="5019909"/>
                  </a:lnTo>
                  <a:lnTo>
                    <a:pt x="4972872" y="5031857"/>
                  </a:lnTo>
                  <a:lnTo>
                    <a:pt x="5056868" y="5041352"/>
                  </a:lnTo>
                  <a:lnTo>
                    <a:pt x="5127394" y="5048482"/>
                  </a:lnTo>
                  <a:lnTo>
                    <a:pt x="5182032" y="5053452"/>
                  </a:lnTo>
                  <a:lnTo>
                    <a:pt x="5220037" y="5056576"/>
                  </a:lnTo>
                  <a:lnTo>
                    <a:pt x="5242576" y="5058257"/>
                  </a:lnTo>
                  <a:lnTo>
                    <a:pt x="5252665" y="5058943"/>
                  </a:lnTo>
                  <a:lnTo>
                    <a:pt x="5254955" y="5059085"/>
                  </a:lnTo>
                  <a:lnTo>
                    <a:pt x="6726343" y="5059085"/>
                  </a:lnTo>
                  <a:lnTo>
                    <a:pt x="6727220" y="5058996"/>
                  </a:lnTo>
                  <a:lnTo>
                    <a:pt x="6733018" y="5058362"/>
                  </a:lnTo>
                  <a:lnTo>
                    <a:pt x="6747742" y="5056611"/>
                  </a:lnTo>
                  <a:lnTo>
                    <a:pt x="6774335" y="5053158"/>
                  </a:lnTo>
                  <a:lnTo>
                    <a:pt x="6814516" y="5047446"/>
                  </a:lnTo>
                  <a:lnTo>
                    <a:pt x="6868659" y="5038991"/>
                  </a:lnTo>
                  <a:lnTo>
                    <a:pt x="6935808" y="5027424"/>
                  </a:lnTo>
                  <a:lnTo>
                    <a:pt x="7013892" y="5012511"/>
                  </a:lnTo>
                  <a:lnTo>
                    <a:pt x="7100093" y="4994152"/>
                  </a:lnTo>
                  <a:lnTo>
                    <a:pt x="7191275" y="4972349"/>
                  </a:lnTo>
                  <a:lnTo>
                    <a:pt x="7284399" y="4947159"/>
                  </a:lnTo>
                  <a:lnTo>
                    <a:pt x="7376822" y="4918653"/>
                  </a:lnTo>
                  <a:lnTo>
                    <a:pt x="7466468" y="4886862"/>
                  </a:lnTo>
                  <a:lnTo>
                    <a:pt x="7551874" y="4851753"/>
                  </a:lnTo>
                  <a:lnTo>
                    <a:pt x="7632150" y="4813201"/>
                  </a:lnTo>
                  <a:lnTo>
                    <a:pt x="7706885" y="4770983"/>
                  </a:lnTo>
                  <a:lnTo>
                    <a:pt x="7776042" y="4724773"/>
                  </a:lnTo>
                  <a:lnTo>
                    <a:pt x="7839856" y="4674145"/>
                  </a:lnTo>
                  <a:lnTo>
                    <a:pt x="7898740" y="4618583"/>
                  </a:lnTo>
                  <a:lnTo>
                    <a:pt x="7953220" y="4557497"/>
                  </a:lnTo>
                  <a:lnTo>
                    <a:pt x="8003879" y="4490255"/>
                  </a:lnTo>
                  <a:lnTo>
                    <a:pt x="8051321" y="4416227"/>
                  </a:lnTo>
                  <a:lnTo>
                    <a:pt x="8096134" y="4334862"/>
                  </a:lnTo>
                  <a:lnTo>
                    <a:pt x="8138863" y="4245809"/>
                  </a:lnTo>
                  <a:lnTo>
                    <a:pt x="8151487" y="4217267"/>
                  </a:lnTo>
                  <a:lnTo>
                    <a:pt x="8180838" y="4146915"/>
                  </a:lnTo>
                  <a:lnTo>
                    <a:pt x="8209577" y="4072536"/>
                  </a:lnTo>
                  <a:lnTo>
                    <a:pt x="8237835" y="3994049"/>
                  </a:lnTo>
                  <a:lnTo>
                    <a:pt x="8265721" y="3911411"/>
                  </a:lnTo>
                  <a:lnTo>
                    <a:pt x="8293329" y="3824623"/>
                  </a:lnTo>
                  <a:lnTo>
                    <a:pt x="8320738" y="3733728"/>
                  </a:lnTo>
                  <a:lnTo>
                    <a:pt x="8348010" y="3638820"/>
                  </a:lnTo>
                  <a:lnTo>
                    <a:pt x="8375199" y="3540041"/>
                  </a:lnTo>
                  <a:lnTo>
                    <a:pt x="8402345" y="3437586"/>
                  </a:lnTo>
                  <a:lnTo>
                    <a:pt x="8429479" y="3331702"/>
                  </a:lnTo>
                  <a:lnTo>
                    <a:pt x="8456624" y="3222688"/>
                  </a:lnTo>
                  <a:lnTo>
                    <a:pt x="8483793" y="3110891"/>
                  </a:lnTo>
                  <a:lnTo>
                    <a:pt x="8510993" y="2996705"/>
                  </a:lnTo>
                  <a:lnTo>
                    <a:pt x="8538225" y="2880563"/>
                  </a:lnTo>
                  <a:lnTo>
                    <a:pt x="8565486" y="2762932"/>
                  </a:lnTo>
                  <a:lnTo>
                    <a:pt x="8592767" y="2644306"/>
                  </a:lnTo>
                  <a:lnTo>
                    <a:pt x="8620058" y="2525196"/>
                  </a:lnTo>
                  <a:lnTo>
                    <a:pt x="8647348" y="2406123"/>
                  </a:lnTo>
                  <a:lnTo>
                    <a:pt x="8674627" y="2287607"/>
                  </a:lnTo>
                  <a:lnTo>
                    <a:pt x="8701884" y="2170157"/>
                  </a:lnTo>
                  <a:lnTo>
                    <a:pt x="8729112" y="2054264"/>
                  </a:lnTo>
                  <a:lnTo>
                    <a:pt x="8756307" y="1940390"/>
                  </a:lnTo>
                  <a:lnTo>
                    <a:pt x="8783472" y="1828965"/>
                  </a:lnTo>
                  <a:lnTo>
                    <a:pt x="8810614" y="1720374"/>
                  </a:lnTo>
                  <a:lnTo>
                    <a:pt x="8837749" y="1614958"/>
                  </a:lnTo>
                  <a:lnTo>
                    <a:pt x="8864899" y="1513010"/>
                  </a:lnTo>
                  <a:lnTo>
                    <a:pt x="8892097" y="1414768"/>
                  </a:lnTo>
                  <a:lnTo>
                    <a:pt x="8919385" y="1320420"/>
                  </a:lnTo>
                  <a:lnTo>
                    <a:pt x="8946817" y="1230102"/>
                  </a:lnTo>
                  <a:lnTo>
                    <a:pt x="8974460" y="1143899"/>
                  </a:lnTo>
                  <a:lnTo>
                    <a:pt x="9002393" y="1061850"/>
                  </a:lnTo>
                  <a:lnTo>
                    <a:pt x="9030711" y="983948"/>
                  </a:lnTo>
                  <a:lnTo>
                    <a:pt x="9059529" y="910144"/>
                  </a:lnTo>
                  <a:lnTo>
                    <a:pt x="9084767" y="849991"/>
                  </a:lnTo>
                  <a:lnTo>
                    <a:pt x="9126962" y="758589"/>
                  </a:lnTo>
                  <a:lnTo>
                    <a:pt x="9171087" y="674915"/>
                  </a:lnTo>
                  <a:lnTo>
                    <a:pt x="9217671" y="598713"/>
                  </a:lnTo>
                  <a:lnTo>
                    <a:pt x="9267291" y="529478"/>
                  </a:lnTo>
                  <a:lnTo>
                    <a:pt x="9320549" y="466593"/>
                  </a:lnTo>
                  <a:lnTo>
                    <a:pt x="9378038" y="409420"/>
                  </a:lnTo>
                  <a:lnTo>
                    <a:pt x="9440306" y="357353"/>
                  </a:lnTo>
                  <a:lnTo>
                    <a:pt x="9507808" y="309852"/>
                  </a:lnTo>
                  <a:lnTo>
                    <a:pt x="9580840" y="266463"/>
                  </a:lnTo>
                  <a:lnTo>
                    <a:pt x="9659459" y="226827"/>
                  </a:lnTo>
                  <a:lnTo>
                    <a:pt x="9743379" y="190691"/>
                  </a:lnTo>
                  <a:lnTo>
                    <a:pt x="9831866" y="157901"/>
                  </a:lnTo>
                  <a:lnTo>
                    <a:pt x="9923638" y="128398"/>
                  </a:lnTo>
                  <a:lnTo>
                    <a:pt x="10016805" y="102196"/>
                  </a:lnTo>
                  <a:lnTo>
                    <a:pt x="10108884" y="79358"/>
                  </a:lnTo>
                  <a:lnTo>
                    <a:pt x="10196929" y="59950"/>
                  </a:lnTo>
                  <a:lnTo>
                    <a:pt x="10277797" y="43997"/>
                  </a:lnTo>
                  <a:lnTo>
                    <a:pt x="10348524" y="31433"/>
                  </a:lnTo>
                  <a:lnTo>
                    <a:pt x="10406770" y="22067"/>
                  </a:lnTo>
                  <a:lnTo>
                    <a:pt x="10451210" y="15570"/>
                  </a:lnTo>
                  <a:lnTo>
                    <a:pt x="10481803" y="11488"/>
                  </a:lnTo>
                  <a:lnTo>
                    <a:pt x="10499869" y="9282"/>
                  </a:lnTo>
                  <a:lnTo>
                    <a:pt x="10507998" y="8371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9033" y="89"/>
                  </a:lnTo>
                  <a:lnTo>
                    <a:pt x="10503235" y="723"/>
                  </a:lnTo>
                  <a:lnTo>
                    <a:pt x="10488511" y="2474"/>
                  </a:lnTo>
                  <a:lnTo>
                    <a:pt x="10461918" y="5927"/>
                  </a:lnTo>
                  <a:lnTo>
                    <a:pt x="10421737" y="11639"/>
                  </a:lnTo>
                  <a:lnTo>
                    <a:pt x="10367595" y="20094"/>
                  </a:lnTo>
                  <a:lnTo>
                    <a:pt x="10300446" y="31661"/>
                  </a:lnTo>
                  <a:lnTo>
                    <a:pt x="10222361" y="46574"/>
                  </a:lnTo>
                  <a:lnTo>
                    <a:pt x="10136160" y="64933"/>
                  </a:lnTo>
                  <a:lnTo>
                    <a:pt x="10044978" y="86736"/>
                  </a:lnTo>
                  <a:lnTo>
                    <a:pt x="9951854" y="111926"/>
                  </a:lnTo>
                  <a:lnTo>
                    <a:pt x="9859431" y="140432"/>
                  </a:lnTo>
                  <a:lnTo>
                    <a:pt x="9769785" y="172223"/>
                  </a:lnTo>
                  <a:lnTo>
                    <a:pt x="9684379" y="207332"/>
                  </a:lnTo>
                  <a:lnTo>
                    <a:pt x="9604103" y="245884"/>
                  </a:lnTo>
                  <a:lnTo>
                    <a:pt x="9529368" y="288102"/>
                  </a:lnTo>
                  <a:lnTo>
                    <a:pt x="9460211" y="334312"/>
                  </a:lnTo>
                  <a:lnTo>
                    <a:pt x="9396397" y="384940"/>
                  </a:lnTo>
                  <a:lnTo>
                    <a:pt x="9337513" y="440502"/>
                  </a:lnTo>
                  <a:lnTo>
                    <a:pt x="9283034" y="501588"/>
                  </a:lnTo>
                  <a:lnTo>
                    <a:pt x="9232374" y="568830"/>
                  </a:lnTo>
                  <a:lnTo>
                    <a:pt x="9184932" y="642858"/>
                  </a:lnTo>
                  <a:lnTo>
                    <a:pt x="9140119" y="724223"/>
                  </a:lnTo>
                  <a:lnTo>
                    <a:pt x="9097390" y="813276"/>
                  </a:lnTo>
                  <a:lnTo>
                    <a:pt x="9084767" y="841818"/>
                  </a:lnTo>
                  <a:lnTo>
                    <a:pt x="9055416" y="912170"/>
                  </a:lnTo>
                  <a:lnTo>
                    <a:pt x="9026676" y="986549"/>
                  </a:lnTo>
                  <a:lnTo>
                    <a:pt x="8998419" y="1065036"/>
                  </a:lnTo>
                  <a:lnTo>
                    <a:pt x="8970532" y="1147674"/>
                  </a:lnTo>
                  <a:lnTo>
                    <a:pt x="8942924" y="1234462"/>
                  </a:lnTo>
                  <a:lnTo>
                    <a:pt x="8915516" y="1325357"/>
                  </a:lnTo>
                  <a:lnTo>
                    <a:pt x="8888243" y="1420265"/>
                  </a:lnTo>
                  <a:lnTo>
                    <a:pt x="8861055" y="1519044"/>
                  </a:lnTo>
                  <a:lnTo>
                    <a:pt x="8833908" y="1621499"/>
                  </a:lnTo>
                  <a:lnTo>
                    <a:pt x="8806774" y="1727383"/>
                  </a:lnTo>
                  <a:lnTo>
                    <a:pt x="8779629" y="1836397"/>
                  </a:lnTo>
                  <a:lnTo>
                    <a:pt x="8752460" y="1948193"/>
                  </a:lnTo>
                  <a:lnTo>
                    <a:pt x="8725260" y="2062380"/>
                  </a:lnTo>
                  <a:lnTo>
                    <a:pt x="8698028" y="2178522"/>
                  </a:lnTo>
                  <a:lnTo>
                    <a:pt x="8670768" y="2296153"/>
                  </a:lnTo>
                  <a:lnTo>
                    <a:pt x="8643487" y="2414779"/>
                  </a:lnTo>
                  <a:lnTo>
                    <a:pt x="8616195" y="2533889"/>
                  </a:lnTo>
                  <a:lnTo>
                    <a:pt x="8588905" y="2652962"/>
                  </a:lnTo>
                  <a:lnTo>
                    <a:pt x="8561626" y="2771478"/>
                  </a:lnTo>
                  <a:lnTo>
                    <a:pt x="8534370" y="2888928"/>
                  </a:lnTo>
                  <a:lnTo>
                    <a:pt x="8507142" y="3004821"/>
                  </a:lnTo>
                  <a:lnTo>
                    <a:pt x="8479946" y="3118694"/>
                  </a:lnTo>
                  <a:lnTo>
                    <a:pt x="8452781" y="3230120"/>
                  </a:lnTo>
                  <a:lnTo>
                    <a:pt x="8425639" y="3338711"/>
                  </a:lnTo>
                  <a:lnTo>
                    <a:pt x="8398504" y="3444127"/>
                  </a:lnTo>
                  <a:lnTo>
                    <a:pt x="8371354" y="3546075"/>
                  </a:lnTo>
                  <a:lnTo>
                    <a:pt x="8344157" y="3644317"/>
                  </a:lnTo>
                  <a:lnTo>
                    <a:pt x="8316868" y="3738665"/>
                  </a:lnTo>
                  <a:lnTo>
                    <a:pt x="8289436" y="3828983"/>
                  </a:lnTo>
                  <a:lnTo>
                    <a:pt x="8261794" y="3915185"/>
                  </a:lnTo>
                  <a:lnTo>
                    <a:pt x="8233861" y="3997235"/>
                  </a:lnTo>
                  <a:lnTo>
                    <a:pt x="8205542" y="4075137"/>
                  </a:lnTo>
                  <a:lnTo>
                    <a:pt x="8176724" y="4148941"/>
                  </a:lnTo>
                  <a:lnTo>
                    <a:pt x="8151487" y="4209094"/>
                  </a:lnTo>
                  <a:lnTo>
                    <a:pt x="8109292" y="4300496"/>
                  </a:lnTo>
                  <a:lnTo>
                    <a:pt x="8065166" y="4384169"/>
                  </a:lnTo>
                  <a:lnTo>
                    <a:pt x="8018582" y="4460372"/>
                  </a:lnTo>
                  <a:lnTo>
                    <a:pt x="7968962" y="4529607"/>
                  </a:lnTo>
                  <a:lnTo>
                    <a:pt x="7915705" y="4592492"/>
                  </a:lnTo>
                  <a:lnTo>
                    <a:pt x="7858216" y="4649665"/>
                  </a:lnTo>
                  <a:lnTo>
                    <a:pt x="7795948" y="4701732"/>
                  </a:lnTo>
                  <a:lnTo>
                    <a:pt x="7728446" y="4749233"/>
                  </a:lnTo>
                  <a:lnTo>
                    <a:pt x="7655413" y="4792622"/>
                  </a:lnTo>
                  <a:lnTo>
                    <a:pt x="7576794" y="4832258"/>
                  </a:lnTo>
                  <a:lnTo>
                    <a:pt x="7492874" y="4868394"/>
                  </a:lnTo>
                  <a:lnTo>
                    <a:pt x="7404387" y="4901184"/>
                  </a:lnTo>
                  <a:lnTo>
                    <a:pt x="7312615" y="4930687"/>
                  </a:lnTo>
                  <a:lnTo>
                    <a:pt x="7219448" y="4956889"/>
                  </a:lnTo>
                  <a:lnTo>
                    <a:pt x="7127370" y="4979727"/>
                  </a:lnTo>
                  <a:lnTo>
                    <a:pt x="7039324" y="4999135"/>
                  </a:lnTo>
                  <a:lnTo>
                    <a:pt x="6958456" y="5015088"/>
                  </a:lnTo>
                  <a:lnTo>
                    <a:pt x="6887729" y="5027652"/>
                  </a:lnTo>
                  <a:lnTo>
                    <a:pt x="6829483" y="5037018"/>
                  </a:lnTo>
                  <a:lnTo>
                    <a:pt x="6785044" y="5043515"/>
                  </a:lnTo>
                  <a:lnTo>
                    <a:pt x="6754450" y="5047597"/>
                  </a:lnTo>
                  <a:lnTo>
                    <a:pt x="6736384" y="5049803"/>
                  </a:lnTo>
                  <a:lnTo>
                    <a:pt x="6728255" y="5050714"/>
                  </a:lnTo>
                  <a:lnTo>
                    <a:pt x="6726343" y="5050912"/>
                  </a:lnTo>
                  <a:lnTo>
                    <a:pt x="5254955" y="5050912"/>
                  </a:lnTo>
                  <a:lnTo>
                    <a:pt x="5253820" y="5050843"/>
                  </a:lnTo>
                  <a:lnTo>
                    <a:pt x="5246359" y="5050348"/>
                  </a:lnTo>
                  <a:lnTo>
                    <a:pt x="5227548" y="5048981"/>
                  </a:lnTo>
                  <a:lnTo>
                    <a:pt x="5193911" y="5046288"/>
                  </a:lnTo>
                  <a:lnTo>
                    <a:pt x="5143766" y="5041852"/>
                  </a:lnTo>
                  <a:lnTo>
                    <a:pt x="5077350" y="5035329"/>
                  </a:lnTo>
                  <a:lnTo>
                    <a:pt x="4996674" y="5026486"/>
                  </a:lnTo>
                  <a:lnTo>
                    <a:pt x="4905058" y="5015203"/>
                  </a:lnTo>
                  <a:lnTo>
                    <a:pt x="4806496" y="5001458"/>
                  </a:lnTo>
                  <a:lnTo>
                    <a:pt x="4704995" y="4985291"/>
                  </a:lnTo>
                  <a:lnTo>
                    <a:pt x="4604070" y="4966754"/>
                  </a:lnTo>
                  <a:lnTo>
                    <a:pt x="4506450" y="4945875"/>
                  </a:lnTo>
                  <a:lnTo>
                    <a:pt x="4413998" y="4922623"/>
                  </a:lnTo>
                  <a:lnTo>
                    <a:pt x="4327779" y="4896891"/>
                  </a:lnTo>
                  <a:lnTo>
                    <a:pt x="4248204" y="4868487"/>
                  </a:lnTo>
                  <a:lnTo>
                    <a:pt x="4175195" y="4837130"/>
                  </a:lnTo>
                  <a:lnTo>
                    <a:pt x="4108341" y="4802460"/>
                  </a:lnTo>
                  <a:lnTo>
                    <a:pt x="4047024" y="4764045"/>
                  </a:lnTo>
                  <a:lnTo>
                    <a:pt x="3990508" y="4721402"/>
                  </a:lnTo>
                  <a:lnTo>
                    <a:pt x="3938014" y="4674037"/>
                  </a:lnTo>
                  <a:lnTo>
                    <a:pt x="3888772" y="4621503"/>
                  </a:lnTo>
                  <a:lnTo>
                    <a:pt x="3842063" y="4563505"/>
                  </a:lnTo>
                  <a:lnTo>
                    <a:pt x="3829811" y="4546911"/>
                  </a:lnTo>
                  <a:lnTo>
                    <a:pt x="3793104" y="4493705"/>
                  </a:lnTo>
                  <a:lnTo>
                    <a:pt x="3757305" y="4436685"/>
                  </a:lnTo>
                  <a:lnTo>
                    <a:pt x="3722173" y="4375773"/>
                  </a:lnTo>
                  <a:lnTo>
                    <a:pt x="3687513" y="4310951"/>
                  </a:lnTo>
                  <a:lnTo>
                    <a:pt x="3653166" y="4242266"/>
                  </a:lnTo>
                  <a:lnTo>
                    <a:pt x="3619010" y="4169834"/>
                  </a:lnTo>
                  <a:lnTo>
                    <a:pt x="3584950" y="4093851"/>
                  </a:lnTo>
                  <a:lnTo>
                    <a:pt x="3550919" y="4014585"/>
                  </a:lnTo>
                  <a:lnTo>
                    <a:pt x="3516872" y="3932383"/>
                  </a:lnTo>
                  <a:lnTo>
                    <a:pt x="3482782" y="3847666"/>
                  </a:lnTo>
                  <a:lnTo>
                    <a:pt x="3448642" y="3760917"/>
                  </a:lnTo>
                  <a:lnTo>
                    <a:pt x="3414456" y="3672674"/>
                  </a:lnTo>
                  <a:lnTo>
                    <a:pt x="3380239" y="3583519"/>
                  </a:lnTo>
                  <a:lnTo>
                    <a:pt x="3346011" y="3494057"/>
                  </a:lnTo>
                  <a:lnTo>
                    <a:pt x="3311794" y="3404904"/>
                  </a:lnTo>
                  <a:lnTo>
                    <a:pt x="3277609" y="3316665"/>
                  </a:lnTo>
                  <a:lnTo>
                    <a:pt x="3243469" y="3229920"/>
                  </a:lnTo>
                  <a:lnTo>
                    <a:pt x="3209379" y="3145209"/>
                  </a:lnTo>
                  <a:lnTo>
                    <a:pt x="3175332" y="3063015"/>
                  </a:lnTo>
                  <a:lnTo>
                    <a:pt x="3141301" y="2983757"/>
                  </a:lnTo>
                  <a:lnTo>
                    <a:pt x="3107241" y="2907783"/>
                  </a:lnTo>
                  <a:lnTo>
                    <a:pt x="3073084" y="2835361"/>
                  </a:lnTo>
                  <a:lnTo>
                    <a:pt x="3038737" y="2766686"/>
                  </a:lnTo>
                  <a:lnTo>
                    <a:pt x="3004076" y="2701874"/>
                  </a:lnTo>
                  <a:lnTo>
                    <a:pt x="2968942" y="2640973"/>
                  </a:lnTo>
                  <a:lnTo>
                    <a:pt x="2933142" y="2583964"/>
                  </a:lnTo>
                  <a:lnTo>
                    <a:pt x="2896531" y="2530905"/>
                  </a:lnTo>
                  <a:lnTo>
                    <a:pt x="2850394" y="2471416"/>
                  </a:lnTo>
                  <a:lnTo>
                    <a:pt x="2801903" y="2417428"/>
                  </a:lnTo>
                  <a:lnTo>
                    <a:pt x="2750361" y="2368708"/>
                  </a:lnTo>
                  <a:lnTo>
                    <a:pt x="2695008" y="2324839"/>
                  </a:lnTo>
                  <a:lnTo>
                    <a:pt x="2635061" y="2285332"/>
                  </a:lnTo>
                  <a:lnTo>
                    <a:pt x="2569769" y="2249696"/>
                  </a:lnTo>
                  <a:lnTo>
                    <a:pt x="2498472" y="2217485"/>
                  </a:lnTo>
                  <a:lnTo>
                    <a:pt x="2420692" y="2188315"/>
                  </a:lnTo>
                  <a:lnTo>
                    <a:pt x="2336249" y="2161884"/>
                  </a:lnTo>
                  <a:lnTo>
                    <a:pt x="2245404" y="2137977"/>
                  </a:lnTo>
                  <a:lnTo>
                    <a:pt x="2149030" y="2116464"/>
                  </a:lnTo>
                  <a:lnTo>
                    <a:pt x="2048764" y="2097294"/>
                  </a:lnTo>
                  <a:lnTo>
                    <a:pt x="1947102" y="2080483"/>
                  </a:lnTo>
                  <a:lnTo>
                    <a:pt x="1847365" y="2066080"/>
                  </a:lnTo>
                  <a:lnTo>
                    <a:pt x="1753470" y="2054131"/>
                  </a:lnTo>
                  <a:lnTo>
                    <a:pt x="1669474" y="2044637"/>
                  </a:lnTo>
                  <a:lnTo>
                    <a:pt x="1598948" y="2037506"/>
                  </a:lnTo>
                  <a:lnTo>
                    <a:pt x="1544310" y="2032537"/>
                  </a:lnTo>
                  <a:lnTo>
                    <a:pt x="1506305" y="2029413"/>
                  </a:lnTo>
                  <a:lnTo>
                    <a:pt x="1483766" y="2027731"/>
                  </a:lnTo>
                  <a:lnTo>
                    <a:pt x="1473677" y="2027046"/>
                  </a:lnTo>
                  <a:lnTo>
                    <a:pt x="1471387" y="2026903"/>
                  </a:lnTo>
                  <a:lnTo>
                    <a:pt x="0" y="2026903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95" name="pl195"/>
            <p:cNvSpPr/>
            <p:nvPr/>
          </p:nvSpPr>
          <p:spPr>
            <a:xfrm>
              <a:off x="4799595" y="3574014"/>
              <a:ext cx="11981298" cy="5050912"/>
            </a:xfrm>
            <a:custGeom>
              <a:avLst/>
              <a:pathLst>
                <a:path w="11981298" h="5050912">
                  <a:moveTo>
                    <a:pt x="0" y="2026903"/>
                  </a:moveTo>
                  <a:lnTo>
                    <a:pt x="1471387" y="2026903"/>
                  </a:lnTo>
                  <a:lnTo>
                    <a:pt x="1472522" y="2026972"/>
                  </a:lnTo>
                  <a:lnTo>
                    <a:pt x="1479984" y="2027467"/>
                  </a:lnTo>
                  <a:lnTo>
                    <a:pt x="1498795" y="2028835"/>
                  </a:lnTo>
                  <a:lnTo>
                    <a:pt x="1532431" y="2031528"/>
                  </a:lnTo>
                  <a:lnTo>
                    <a:pt x="1582576" y="2035964"/>
                  </a:lnTo>
                  <a:lnTo>
                    <a:pt x="1648992" y="2042486"/>
                  </a:lnTo>
                  <a:lnTo>
                    <a:pt x="1729668" y="2051330"/>
                  </a:lnTo>
                  <a:lnTo>
                    <a:pt x="1821284" y="2062613"/>
                  </a:lnTo>
                  <a:lnTo>
                    <a:pt x="1919846" y="2076357"/>
                  </a:lnTo>
                  <a:lnTo>
                    <a:pt x="2021347" y="2092524"/>
                  </a:lnTo>
                  <a:lnTo>
                    <a:pt x="2122272" y="2111061"/>
                  </a:lnTo>
                  <a:lnTo>
                    <a:pt x="2219892" y="2131940"/>
                  </a:lnTo>
                  <a:lnTo>
                    <a:pt x="2312344" y="2155192"/>
                  </a:lnTo>
                  <a:lnTo>
                    <a:pt x="2398563" y="2180924"/>
                  </a:lnTo>
                  <a:lnTo>
                    <a:pt x="2478138" y="2209329"/>
                  </a:lnTo>
                  <a:lnTo>
                    <a:pt x="2551147" y="2240685"/>
                  </a:lnTo>
                  <a:lnTo>
                    <a:pt x="2618001" y="2275355"/>
                  </a:lnTo>
                  <a:lnTo>
                    <a:pt x="2679318" y="2313771"/>
                  </a:lnTo>
                  <a:lnTo>
                    <a:pt x="2735834" y="2356414"/>
                  </a:lnTo>
                  <a:lnTo>
                    <a:pt x="2788328" y="2403779"/>
                  </a:lnTo>
                  <a:lnTo>
                    <a:pt x="2837570" y="2456312"/>
                  </a:lnTo>
                  <a:lnTo>
                    <a:pt x="2884279" y="2514311"/>
                  </a:lnTo>
                  <a:lnTo>
                    <a:pt x="2896531" y="2530905"/>
                  </a:lnTo>
                  <a:lnTo>
                    <a:pt x="2933238" y="2584111"/>
                  </a:lnTo>
                  <a:lnTo>
                    <a:pt x="2969037" y="2641131"/>
                  </a:lnTo>
                  <a:lnTo>
                    <a:pt x="3004169" y="2702042"/>
                  </a:lnTo>
                  <a:lnTo>
                    <a:pt x="3038829" y="2766864"/>
                  </a:lnTo>
                  <a:lnTo>
                    <a:pt x="3073176" y="2835550"/>
                  </a:lnTo>
                  <a:lnTo>
                    <a:pt x="3107332" y="2907981"/>
                  </a:lnTo>
                  <a:lnTo>
                    <a:pt x="3141392" y="2983965"/>
                  </a:lnTo>
                  <a:lnTo>
                    <a:pt x="3175423" y="3063231"/>
                  </a:lnTo>
                  <a:lnTo>
                    <a:pt x="3209470" y="3145432"/>
                  </a:lnTo>
                  <a:lnTo>
                    <a:pt x="3243560" y="3230150"/>
                  </a:lnTo>
                  <a:lnTo>
                    <a:pt x="3277700" y="3316899"/>
                  </a:lnTo>
                  <a:lnTo>
                    <a:pt x="3311886" y="3405141"/>
                  </a:lnTo>
                  <a:lnTo>
                    <a:pt x="3346103" y="3494296"/>
                  </a:lnTo>
                  <a:lnTo>
                    <a:pt x="3380331" y="3583758"/>
                  </a:lnTo>
                  <a:lnTo>
                    <a:pt x="3414548" y="3672912"/>
                  </a:lnTo>
                  <a:lnTo>
                    <a:pt x="3448734" y="3761151"/>
                  </a:lnTo>
                  <a:lnTo>
                    <a:pt x="3482873" y="3847895"/>
                  </a:lnTo>
                  <a:lnTo>
                    <a:pt x="3516963" y="3932607"/>
                  </a:lnTo>
                  <a:lnTo>
                    <a:pt x="3551010" y="4014801"/>
                  </a:lnTo>
                  <a:lnTo>
                    <a:pt x="3585041" y="4094058"/>
                  </a:lnTo>
                  <a:lnTo>
                    <a:pt x="3619101" y="4170033"/>
                  </a:lnTo>
                  <a:lnTo>
                    <a:pt x="3653258" y="4242454"/>
                  </a:lnTo>
                  <a:lnTo>
                    <a:pt x="3687605" y="4311130"/>
                  </a:lnTo>
                  <a:lnTo>
                    <a:pt x="3722266" y="4375941"/>
                  </a:lnTo>
                  <a:lnTo>
                    <a:pt x="3757400" y="4436842"/>
                  </a:lnTo>
                  <a:lnTo>
                    <a:pt x="3793201" y="4493852"/>
                  </a:lnTo>
                  <a:lnTo>
                    <a:pt x="3829811" y="4546911"/>
                  </a:lnTo>
                  <a:lnTo>
                    <a:pt x="3875948" y="4606400"/>
                  </a:lnTo>
                  <a:lnTo>
                    <a:pt x="3924439" y="4660388"/>
                  </a:lnTo>
                  <a:lnTo>
                    <a:pt x="3975981" y="4709108"/>
                  </a:lnTo>
                  <a:lnTo>
                    <a:pt x="4031334" y="4752976"/>
                  </a:lnTo>
                  <a:lnTo>
                    <a:pt x="4091281" y="4792484"/>
                  </a:lnTo>
                  <a:lnTo>
                    <a:pt x="4156573" y="4828119"/>
                  </a:lnTo>
                  <a:lnTo>
                    <a:pt x="4227870" y="4860331"/>
                  </a:lnTo>
                  <a:lnTo>
                    <a:pt x="4305650" y="4889501"/>
                  </a:lnTo>
                  <a:lnTo>
                    <a:pt x="4390093" y="4915931"/>
                  </a:lnTo>
                  <a:lnTo>
                    <a:pt x="4480938" y="4939838"/>
                  </a:lnTo>
                  <a:lnTo>
                    <a:pt x="4577312" y="4961352"/>
                  </a:lnTo>
                  <a:lnTo>
                    <a:pt x="4677578" y="4980521"/>
                  </a:lnTo>
                  <a:lnTo>
                    <a:pt x="4779240" y="4997332"/>
                  </a:lnTo>
                  <a:lnTo>
                    <a:pt x="4878977" y="5011736"/>
                  </a:lnTo>
                  <a:lnTo>
                    <a:pt x="4972872" y="5023684"/>
                  </a:lnTo>
                  <a:lnTo>
                    <a:pt x="5056868" y="5033179"/>
                  </a:lnTo>
                  <a:lnTo>
                    <a:pt x="5127394" y="5040309"/>
                  </a:lnTo>
                  <a:lnTo>
                    <a:pt x="5182032" y="5045279"/>
                  </a:lnTo>
                  <a:lnTo>
                    <a:pt x="5220037" y="5048403"/>
                  </a:lnTo>
                  <a:lnTo>
                    <a:pt x="5242576" y="5050084"/>
                  </a:lnTo>
                  <a:lnTo>
                    <a:pt x="5252665" y="5050770"/>
                  </a:lnTo>
                  <a:lnTo>
                    <a:pt x="5254932" y="5050911"/>
                  </a:lnTo>
                  <a:lnTo>
                    <a:pt x="5254955" y="5050912"/>
                  </a:lnTo>
                  <a:lnTo>
                    <a:pt x="6726343" y="5050912"/>
                  </a:lnTo>
                  <a:lnTo>
                    <a:pt x="6727220" y="5050823"/>
                  </a:lnTo>
                  <a:lnTo>
                    <a:pt x="6733018" y="5050189"/>
                  </a:lnTo>
                  <a:lnTo>
                    <a:pt x="6747742" y="5048438"/>
                  </a:lnTo>
                  <a:lnTo>
                    <a:pt x="6774335" y="5044985"/>
                  </a:lnTo>
                  <a:lnTo>
                    <a:pt x="6814516" y="5039273"/>
                  </a:lnTo>
                  <a:lnTo>
                    <a:pt x="6868659" y="5030818"/>
                  </a:lnTo>
                  <a:lnTo>
                    <a:pt x="6935808" y="5019251"/>
                  </a:lnTo>
                  <a:lnTo>
                    <a:pt x="7013892" y="5004338"/>
                  </a:lnTo>
                  <a:lnTo>
                    <a:pt x="7100093" y="4985979"/>
                  </a:lnTo>
                  <a:lnTo>
                    <a:pt x="7191275" y="4964176"/>
                  </a:lnTo>
                  <a:lnTo>
                    <a:pt x="7284399" y="4938986"/>
                  </a:lnTo>
                  <a:lnTo>
                    <a:pt x="7376822" y="4910480"/>
                  </a:lnTo>
                  <a:lnTo>
                    <a:pt x="7466468" y="4878689"/>
                  </a:lnTo>
                  <a:lnTo>
                    <a:pt x="7551874" y="4843580"/>
                  </a:lnTo>
                  <a:lnTo>
                    <a:pt x="7632150" y="4805028"/>
                  </a:lnTo>
                  <a:lnTo>
                    <a:pt x="7706885" y="4762810"/>
                  </a:lnTo>
                  <a:lnTo>
                    <a:pt x="7776042" y="4716600"/>
                  </a:lnTo>
                  <a:lnTo>
                    <a:pt x="7839856" y="4665972"/>
                  </a:lnTo>
                  <a:lnTo>
                    <a:pt x="7898740" y="4610410"/>
                  </a:lnTo>
                  <a:lnTo>
                    <a:pt x="7953220" y="4549324"/>
                  </a:lnTo>
                  <a:lnTo>
                    <a:pt x="8003879" y="4482082"/>
                  </a:lnTo>
                  <a:lnTo>
                    <a:pt x="8051321" y="4408054"/>
                  </a:lnTo>
                  <a:lnTo>
                    <a:pt x="8096134" y="4326689"/>
                  </a:lnTo>
                  <a:lnTo>
                    <a:pt x="8138863" y="4237636"/>
                  </a:lnTo>
                  <a:lnTo>
                    <a:pt x="8151487" y="4209094"/>
                  </a:lnTo>
                  <a:lnTo>
                    <a:pt x="8180838" y="4138742"/>
                  </a:lnTo>
                  <a:lnTo>
                    <a:pt x="8209577" y="4064363"/>
                  </a:lnTo>
                  <a:lnTo>
                    <a:pt x="8237835" y="3985876"/>
                  </a:lnTo>
                  <a:lnTo>
                    <a:pt x="8265721" y="3903238"/>
                  </a:lnTo>
                  <a:lnTo>
                    <a:pt x="8293329" y="3816450"/>
                  </a:lnTo>
                  <a:lnTo>
                    <a:pt x="8320738" y="3725555"/>
                  </a:lnTo>
                  <a:lnTo>
                    <a:pt x="8348010" y="3630647"/>
                  </a:lnTo>
                  <a:lnTo>
                    <a:pt x="8375199" y="3531868"/>
                  </a:lnTo>
                  <a:lnTo>
                    <a:pt x="8402345" y="3429413"/>
                  </a:lnTo>
                  <a:lnTo>
                    <a:pt x="8429479" y="3323529"/>
                  </a:lnTo>
                  <a:lnTo>
                    <a:pt x="8456624" y="3214515"/>
                  </a:lnTo>
                  <a:lnTo>
                    <a:pt x="8483793" y="3102718"/>
                  </a:lnTo>
                  <a:lnTo>
                    <a:pt x="8510993" y="2988532"/>
                  </a:lnTo>
                  <a:lnTo>
                    <a:pt x="8538225" y="2872390"/>
                  </a:lnTo>
                  <a:lnTo>
                    <a:pt x="8565486" y="2754759"/>
                  </a:lnTo>
                  <a:lnTo>
                    <a:pt x="8592767" y="2636133"/>
                  </a:lnTo>
                  <a:lnTo>
                    <a:pt x="8620058" y="2517023"/>
                  </a:lnTo>
                  <a:lnTo>
                    <a:pt x="8647348" y="2397950"/>
                  </a:lnTo>
                  <a:lnTo>
                    <a:pt x="8674627" y="2279434"/>
                  </a:lnTo>
                  <a:lnTo>
                    <a:pt x="8701884" y="2161984"/>
                  </a:lnTo>
                  <a:lnTo>
                    <a:pt x="8729112" y="2046091"/>
                  </a:lnTo>
                  <a:lnTo>
                    <a:pt x="8756307" y="1932217"/>
                  </a:lnTo>
                  <a:lnTo>
                    <a:pt x="8783472" y="1820792"/>
                  </a:lnTo>
                  <a:lnTo>
                    <a:pt x="8810614" y="1712201"/>
                  </a:lnTo>
                  <a:lnTo>
                    <a:pt x="8837749" y="1606785"/>
                  </a:lnTo>
                  <a:lnTo>
                    <a:pt x="8864899" y="1504837"/>
                  </a:lnTo>
                  <a:lnTo>
                    <a:pt x="8892097" y="1406595"/>
                  </a:lnTo>
                  <a:lnTo>
                    <a:pt x="8919385" y="1312247"/>
                  </a:lnTo>
                  <a:lnTo>
                    <a:pt x="8946817" y="1221929"/>
                  </a:lnTo>
                  <a:lnTo>
                    <a:pt x="8974460" y="1135726"/>
                  </a:lnTo>
                  <a:lnTo>
                    <a:pt x="9002393" y="1053677"/>
                  </a:lnTo>
                  <a:lnTo>
                    <a:pt x="9030711" y="975775"/>
                  </a:lnTo>
                  <a:lnTo>
                    <a:pt x="9059529" y="901971"/>
                  </a:lnTo>
                  <a:lnTo>
                    <a:pt x="9084767" y="841818"/>
                  </a:lnTo>
                  <a:lnTo>
                    <a:pt x="9126962" y="750416"/>
                  </a:lnTo>
                  <a:lnTo>
                    <a:pt x="9171087" y="666742"/>
                  </a:lnTo>
                  <a:lnTo>
                    <a:pt x="9217671" y="590540"/>
                  </a:lnTo>
                  <a:lnTo>
                    <a:pt x="9267291" y="521305"/>
                  </a:lnTo>
                  <a:lnTo>
                    <a:pt x="9320549" y="458420"/>
                  </a:lnTo>
                  <a:lnTo>
                    <a:pt x="9378038" y="401247"/>
                  </a:lnTo>
                  <a:lnTo>
                    <a:pt x="9440306" y="349180"/>
                  </a:lnTo>
                  <a:lnTo>
                    <a:pt x="9507808" y="301679"/>
                  </a:lnTo>
                  <a:lnTo>
                    <a:pt x="9580840" y="258290"/>
                  </a:lnTo>
                  <a:lnTo>
                    <a:pt x="9659459" y="218654"/>
                  </a:lnTo>
                  <a:lnTo>
                    <a:pt x="9743379" y="182518"/>
                  </a:lnTo>
                  <a:lnTo>
                    <a:pt x="9831866" y="149728"/>
                  </a:lnTo>
                  <a:lnTo>
                    <a:pt x="9923638" y="120225"/>
                  </a:lnTo>
                  <a:lnTo>
                    <a:pt x="10016805" y="94023"/>
                  </a:lnTo>
                  <a:lnTo>
                    <a:pt x="10108884" y="71185"/>
                  </a:lnTo>
                  <a:lnTo>
                    <a:pt x="10196929" y="51777"/>
                  </a:lnTo>
                  <a:lnTo>
                    <a:pt x="10277797" y="35824"/>
                  </a:lnTo>
                  <a:lnTo>
                    <a:pt x="10348524" y="23260"/>
                  </a:lnTo>
                  <a:lnTo>
                    <a:pt x="10406770" y="13894"/>
                  </a:lnTo>
                  <a:lnTo>
                    <a:pt x="10451210" y="7397"/>
                  </a:lnTo>
                  <a:lnTo>
                    <a:pt x="10481803" y="3315"/>
                  </a:lnTo>
                  <a:lnTo>
                    <a:pt x="10499869" y="1109"/>
                  </a:lnTo>
                  <a:lnTo>
                    <a:pt x="10507998" y="198"/>
                  </a:lnTo>
                  <a:lnTo>
                    <a:pt x="10509885" y="2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6" name="pl196"/>
            <p:cNvSpPr/>
            <p:nvPr/>
          </p:nvSpPr>
          <p:spPr>
            <a:xfrm>
              <a:off x="4799595" y="3565841"/>
              <a:ext cx="11981298" cy="5050912"/>
            </a:xfrm>
            <a:custGeom>
              <a:avLst/>
              <a:pathLst>
                <a:path w="11981298" h="5050912">
                  <a:moveTo>
                    <a:pt x="11981298" y="0"/>
                  </a:moveTo>
                  <a:lnTo>
                    <a:pt x="10509911" y="0"/>
                  </a:lnTo>
                  <a:lnTo>
                    <a:pt x="10509033" y="89"/>
                  </a:lnTo>
                  <a:lnTo>
                    <a:pt x="10503235" y="723"/>
                  </a:lnTo>
                  <a:lnTo>
                    <a:pt x="10488511" y="2474"/>
                  </a:lnTo>
                  <a:lnTo>
                    <a:pt x="10461918" y="5927"/>
                  </a:lnTo>
                  <a:lnTo>
                    <a:pt x="10421737" y="11639"/>
                  </a:lnTo>
                  <a:lnTo>
                    <a:pt x="10367595" y="20094"/>
                  </a:lnTo>
                  <a:lnTo>
                    <a:pt x="10300446" y="31661"/>
                  </a:lnTo>
                  <a:lnTo>
                    <a:pt x="10222361" y="46574"/>
                  </a:lnTo>
                  <a:lnTo>
                    <a:pt x="10136160" y="64933"/>
                  </a:lnTo>
                  <a:lnTo>
                    <a:pt x="10044978" y="86736"/>
                  </a:lnTo>
                  <a:lnTo>
                    <a:pt x="9951854" y="111926"/>
                  </a:lnTo>
                  <a:lnTo>
                    <a:pt x="9859431" y="140432"/>
                  </a:lnTo>
                  <a:lnTo>
                    <a:pt x="9769785" y="172223"/>
                  </a:lnTo>
                  <a:lnTo>
                    <a:pt x="9684379" y="207332"/>
                  </a:lnTo>
                  <a:lnTo>
                    <a:pt x="9604103" y="245884"/>
                  </a:lnTo>
                  <a:lnTo>
                    <a:pt x="9529368" y="288102"/>
                  </a:lnTo>
                  <a:lnTo>
                    <a:pt x="9460211" y="334312"/>
                  </a:lnTo>
                  <a:lnTo>
                    <a:pt x="9396397" y="384940"/>
                  </a:lnTo>
                  <a:lnTo>
                    <a:pt x="9337513" y="440502"/>
                  </a:lnTo>
                  <a:lnTo>
                    <a:pt x="9283034" y="501588"/>
                  </a:lnTo>
                  <a:lnTo>
                    <a:pt x="9232374" y="568830"/>
                  </a:lnTo>
                  <a:lnTo>
                    <a:pt x="9184932" y="642858"/>
                  </a:lnTo>
                  <a:lnTo>
                    <a:pt x="9140119" y="724223"/>
                  </a:lnTo>
                  <a:lnTo>
                    <a:pt x="9097390" y="813276"/>
                  </a:lnTo>
                  <a:lnTo>
                    <a:pt x="9084767" y="841818"/>
                  </a:lnTo>
                  <a:lnTo>
                    <a:pt x="9055416" y="912170"/>
                  </a:lnTo>
                  <a:lnTo>
                    <a:pt x="9026676" y="986549"/>
                  </a:lnTo>
                  <a:lnTo>
                    <a:pt x="8998419" y="1065036"/>
                  </a:lnTo>
                  <a:lnTo>
                    <a:pt x="8970532" y="1147674"/>
                  </a:lnTo>
                  <a:lnTo>
                    <a:pt x="8942924" y="1234462"/>
                  </a:lnTo>
                  <a:lnTo>
                    <a:pt x="8915516" y="1325357"/>
                  </a:lnTo>
                  <a:lnTo>
                    <a:pt x="8888243" y="1420265"/>
                  </a:lnTo>
                  <a:lnTo>
                    <a:pt x="8861055" y="1519044"/>
                  </a:lnTo>
                  <a:lnTo>
                    <a:pt x="8833908" y="1621499"/>
                  </a:lnTo>
                  <a:lnTo>
                    <a:pt x="8806774" y="1727383"/>
                  </a:lnTo>
                  <a:lnTo>
                    <a:pt x="8779629" y="1836397"/>
                  </a:lnTo>
                  <a:lnTo>
                    <a:pt x="8752460" y="1948193"/>
                  </a:lnTo>
                  <a:lnTo>
                    <a:pt x="8725260" y="2062380"/>
                  </a:lnTo>
                  <a:lnTo>
                    <a:pt x="8698028" y="2178522"/>
                  </a:lnTo>
                  <a:lnTo>
                    <a:pt x="8670768" y="2296153"/>
                  </a:lnTo>
                  <a:lnTo>
                    <a:pt x="8643487" y="2414779"/>
                  </a:lnTo>
                  <a:lnTo>
                    <a:pt x="8616195" y="2533889"/>
                  </a:lnTo>
                  <a:lnTo>
                    <a:pt x="8588905" y="2652962"/>
                  </a:lnTo>
                  <a:lnTo>
                    <a:pt x="8561626" y="2771478"/>
                  </a:lnTo>
                  <a:lnTo>
                    <a:pt x="8534370" y="2888928"/>
                  </a:lnTo>
                  <a:lnTo>
                    <a:pt x="8507142" y="3004821"/>
                  </a:lnTo>
                  <a:lnTo>
                    <a:pt x="8479946" y="3118694"/>
                  </a:lnTo>
                  <a:lnTo>
                    <a:pt x="8452781" y="3230120"/>
                  </a:lnTo>
                  <a:lnTo>
                    <a:pt x="8425639" y="3338711"/>
                  </a:lnTo>
                  <a:lnTo>
                    <a:pt x="8398504" y="3444127"/>
                  </a:lnTo>
                  <a:lnTo>
                    <a:pt x="8371354" y="3546075"/>
                  </a:lnTo>
                  <a:lnTo>
                    <a:pt x="8344157" y="3644317"/>
                  </a:lnTo>
                  <a:lnTo>
                    <a:pt x="8316868" y="3738665"/>
                  </a:lnTo>
                  <a:lnTo>
                    <a:pt x="8289436" y="3828983"/>
                  </a:lnTo>
                  <a:lnTo>
                    <a:pt x="8261794" y="3915185"/>
                  </a:lnTo>
                  <a:lnTo>
                    <a:pt x="8233861" y="3997235"/>
                  </a:lnTo>
                  <a:lnTo>
                    <a:pt x="8205542" y="4075137"/>
                  </a:lnTo>
                  <a:lnTo>
                    <a:pt x="8176724" y="4148941"/>
                  </a:lnTo>
                  <a:lnTo>
                    <a:pt x="8151487" y="4209094"/>
                  </a:lnTo>
                  <a:lnTo>
                    <a:pt x="8109292" y="4300496"/>
                  </a:lnTo>
                  <a:lnTo>
                    <a:pt x="8065166" y="4384169"/>
                  </a:lnTo>
                  <a:lnTo>
                    <a:pt x="8018582" y="4460372"/>
                  </a:lnTo>
                  <a:lnTo>
                    <a:pt x="7968962" y="4529607"/>
                  </a:lnTo>
                  <a:lnTo>
                    <a:pt x="7915705" y="4592492"/>
                  </a:lnTo>
                  <a:lnTo>
                    <a:pt x="7858216" y="4649665"/>
                  </a:lnTo>
                  <a:lnTo>
                    <a:pt x="7795948" y="4701732"/>
                  </a:lnTo>
                  <a:lnTo>
                    <a:pt x="7728446" y="4749233"/>
                  </a:lnTo>
                  <a:lnTo>
                    <a:pt x="7655413" y="4792622"/>
                  </a:lnTo>
                  <a:lnTo>
                    <a:pt x="7576794" y="4832258"/>
                  </a:lnTo>
                  <a:lnTo>
                    <a:pt x="7492874" y="4868394"/>
                  </a:lnTo>
                  <a:lnTo>
                    <a:pt x="7404387" y="4901184"/>
                  </a:lnTo>
                  <a:lnTo>
                    <a:pt x="7312615" y="4930687"/>
                  </a:lnTo>
                  <a:lnTo>
                    <a:pt x="7219448" y="4956889"/>
                  </a:lnTo>
                  <a:lnTo>
                    <a:pt x="7127370" y="4979727"/>
                  </a:lnTo>
                  <a:lnTo>
                    <a:pt x="7039324" y="4999135"/>
                  </a:lnTo>
                  <a:lnTo>
                    <a:pt x="6958456" y="5015088"/>
                  </a:lnTo>
                  <a:lnTo>
                    <a:pt x="6887729" y="5027652"/>
                  </a:lnTo>
                  <a:lnTo>
                    <a:pt x="6829483" y="5037018"/>
                  </a:lnTo>
                  <a:lnTo>
                    <a:pt x="6785044" y="5043515"/>
                  </a:lnTo>
                  <a:lnTo>
                    <a:pt x="6754450" y="5047597"/>
                  </a:lnTo>
                  <a:lnTo>
                    <a:pt x="6736384" y="5049803"/>
                  </a:lnTo>
                  <a:lnTo>
                    <a:pt x="6728255" y="5050714"/>
                  </a:lnTo>
                  <a:lnTo>
                    <a:pt x="6726368" y="5050910"/>
                  </a:lnTo>
                  <a:lnTo>
                    <a:pt x="6726343" y="5050912"/>
                  </a:lnTo>
                  <a:lnTo>
                    <a:pt x="5254955" y="5050912"/>
                  </a:lnTo>
                  <a:lnTo>
                    <a:pt x="5253820" y="5050843"/>
                  </a:lnTo>
                  <a:lnTo>
                    <a:pt x="5246359" y="5050348"/>
                  </a:lnTo>
                  <a:lnTo>
                    <a:pt x="5227548" y="5048981"/>
                  </a:lnTo>
                  <a:lnTo>
                    <a:pt x="5193911" y="5046288"/>
                  </a:lnTo>
                  <a:lnTo>
                    <a:pt x="5143766" y="5041852"/>
                  </a:lnTo>
                  <a:lnTo>
                    <a:pt x="5077350" y="5035329"/>
                  </a:lnTo>
                  <a:lnTo>
                    <a:pt x="4996674" y="5026486"/>
                  </a:lnTo>
                  <a:lnTo>
                    <a:pt x="4905058" y="5015203"/>
                  </a:lnTo>
                  <a:lnTo>
                    <a:pt x="4806496" y="5001458"/>
                  </a:lnTo>
                  <a:lnTo>
                    <a:pt x="4704995" y="4985291"/>
                  </a:lnTo>
                  <a:lnTo>
                    <a:pt x="4604070" y="4966754"/>
                  </a:lnTo>
                  <a:lnTo>
                    <a:pt x="4506450" y="4945875"/>
                  </a:lnTo>
                  <a:lnTo>
                    <a:pt x="4413998" y="4922623"/>
                  </a:lnTo>
                  <a:lnTo>
                    <a:pt x="4327779" y="4896891"/>
                  </a:lnTo>
                  <a:lnTo>
                    <a:pt x="4248204" y="4868487"/>
                  </a:lnTo>
                  <a:lnTo>
                    <a:pt x="4175195" y="4837130"/>
                  </a:lnTo>
                  <a:lnTo>
                    <a:pt x="4108341" y="4802460"/>
                  </a:lnTo>
                  <a:lnTo>
                    <a:pt x="4047024" y="4764045"/>
                  </a:lnTo>
                  <a:lnTo>
                    <a:pt x="3990508" y="4721402"/>
                  </a:lnTo>
                  <a:lnTo>
                    <a:pt x="3938014" y="4674037"/>
                  </a:lnTo>
                  <a:lnTo>
                    <a:pt x="3888772" y="4621503"/>
                  </a:lnTo>
                  <a:lnTo>
                    <a:pt x="3842063" y="4563505"/>
                  </a:lnTo>
                  <a:lnTo>
                    <a:pt x="3829811" y="4546911"/>
                  </a:lnTo>
                  <a:lnTo>
                    <a:pt x="3793104" y="4493705"/>
                  </a:lnTo>
                  <a:lnTo>
                    <a:pt x="3757305" y="4436685"/>
                  </a:lnTo>
                  <a:lnTo>
                    <a:pt x="3722173" y="4375773"/>
                  </a:lnTo>
                  <a:lnTo>
                    <a:pt x="3687513" y="4310951"/>
                  </a:lnTo>
                  <a:lnTo>
                    <a:pt x="3653166" y="4242266"/>
                  </a:lnTo>
                  <a:lnTo>
                    <a:pt x="3619010" y="4169834"/>
                  </a:lnTo>
                  <a:lnTo>
                    <a:pt x="3584950" y="4093851"/>
                  </a:lnTo>
                  <a:lnTo>
                    <a:pt x="3550919" y="4014585"/>
                  </a:lnTo>
                  <a:lnTo>
                    <a:pt x="3516872" y="3932383"/>
                  </a:lnTo>
                  <a:lnTo>
                    <a:pt x="3482782" y="3847666"/>
                  </a:lnTo>
                  <a:lnTo>
                    <a:pt x="3448642" y="3760917"/>
                  </a:lnTo>
                  <a:lnTo>
                    <a:pt x="3414456" y="3672674"/>
                  </a:lnTo>
                  <a:lnTo>
                    <a:pt x="3380239" y="3583519"/>
                  </a:lnTo>
                  <a:lnTo>
                    <a:pt x="3346011" y="3494057"/>
                  </a:lnTo>
                  <a:lnTo>
                    <a:pt x="3311794" y="3404904"/>
                  </a:lnTo>
                  <a:lnTo>
                    <a:pt x="3277609" y="3316665"/>
                  </a:lnTo>
                  <a:lnTo>
                    <a:pt x="3243469" y="3229920"/>
                  </a:lnTo>
                  <a:lnTo>
                    <a:pt x="3209379" y="3145209"/>
                  </a:lnTo>
                  <a:lnTo>
                    <a:pt x="3175332" y="3063015"/>
                  </a:lnTo>
                  <a:lnTo>
                    <a:pt x="3141301" y="2983757"/>
                  </a:lnTo>
                  <a:lnTo>
                    <a:pt x="3107241" y="2907783"/>
                  </a:lnTo>
                  <a:lnTo>
                    <a:pt x="3073084" y="2835361"/>
                  </a:lnTo>
                  <a:lnTo>
                    <a:pt x="3038737" y="2766686"/>
                  </a:lnTo>
                  <a:lnTo>
                    <a:pt x="3004076" y="2701874"/>
                  </a:lnTo>
                  <a:lnTo>
                    <a:pt x="2968942" y="2640973"/>
                  </a:lnTo>
                  <a:lnTo>
                    <a:pt x="2933142" y="2583964"/>
                  </a:lnTo>
                  <a:lnTo>
                    <a:pt x="2896531" y="2530905"/>
                  </a:lnTo>
                  <a:lnTo>
                    <a:pt x="2850394" y="2471416"/>
                  </a:lnTo>
                  <a:lnTo>
                    <a:pt x="2801903" y="2417428"/>
                  </a:lnTo>
                  <a:lnTo>
                    <a:pt x="2750361" y="2368708"/>
                  </a:lnTo>
                  <a:lnTo>
                    <a:pt x="2695008" y="2324839"/>
                  </a:lnTo>
                  <a:lnTo>
                    <a:pt x="2635061" y="2285332"/>
                  </a:lnTo>
                  <a:lnTo>
                    <a:pt x="2569769" y="2249696"/>
                  </a:lnTo>
                  <a:lnTo>
                    <a:pt x="2498472" y="2217485"/>
                  </a:lnTo>
                  <a:lnTo>
                    <a:pt x="2420692" y="2188315"/>
                  </a:lnTo>
                  <a:lnTo>
                    <a:pt x="2336249" y="2161884"/>
                  </a:lnTo>
                  <a:lnTo>
                    <a:pt x="2245404" y="2137977"/>
                  </a:lnTo>
                  <a:lnTo>
                    <a:pt x="2149030" y="2116464"/>
                  </a:lnTo>
                  <a:lnTo>
                    <a:pt x="2048764" y="2097294"/>
                  </a:lnTo>
                  <a:lnTo>
                    <a:pt x="1947102" y="2080483"/>
                  </a:lnTo>
                  <a:lnTo>
                    <a:pt x="1847365" y="2066080"/>
                  </a:lnTo>
                  <a:lnTo>
                    <a:pt x="1753470" y="2054131"/>
                  </a:lnTo>
                  <a:lnTo>
                    <a:pt x="1669474" y="2044637"/>
                  </a:lnTo>
                  <a:lnTo>
                    <a:pt x="1598948" y="2037506"/>
                  </a:lnTo>
                  <a:lnTo>
                    <a:pt x="1544310" y="2032537"/>
                  </a:lnTo>
                  <a:lnTo>
                    <a:pt x="1506305" y="2029413"/>
                  </a:lnTo>
                  <a:lnTo>
                    <a:pt x="1483766" y="2027731"/>
                  </a:lnTo>
                  <a:lnTo>
                    <a:pt x="1473677" y="2027046"/>
                  </a:lnTo>
                  <a:lnTo>
                    <a:pt x="1471410" y="2026904"/>
                  </a:lnTo>
                  <a:lnTo>
                    <a:pt x="1471387" y="2026903"/>
                  </a:lnTo>
                  <a:lnTo>
                    <a:pt x="0" y="202690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7" name="pg197"/>
            <p:cNvSpPr/>
            <p:nvPr/>
          </p:nvSpPr>
          <p:spPr>
            <a:xfrm>
              <a:off x="4799595" y="3868242"/>
              <a:ext cx="11981298" cy="4764858"/>
            </a:xfrm>
            <a:custGeom>
              <a:avLst/>
              <a:pathLst>
                <a:path w="11981298" h="4764858">
                  <a:moveTo>
                    <a:pt x="0" y="1740848"/>
                  </a:moveTo>
                  <a:lnTo>
                    <a:pt x="1471387" y="1740848"/>
                  </a:lnTo>
                  <a:lnTo>
                    <a:pt x="1472522" y="1740918"/>
                  </a:lnTo>
                  <a:lnTo>
                    <a:pt x="1479984" y="1741412"/>
                  </a:lnTo>
                  <a:lnTo>
                    <a:pt x="1498795" y="1742780"/>
                  </a:lnTo>
                  <a:lnTo>
                    <a:pt x="1532431" y="1745473"/>
                  </a:lnTo>
                  <a:lnTo>
                    <a:pt x="1582576" y="1749909"/>
                  </a:lnTo>
                  <a:lnTo>
                    <a:pt x="1648992" y="1756431"/>
                  </a:lnTo>
                  <a:lnTo>
                    <a:pt x="1729668" y="1765275"/>
                  </a:lnTo>
                  <a:lnTo>
                    <a:pt x="1821284" y="1776558"/>
                  </a:lnTo>
                  <a:lnTo>
                    <a:pt x="1919846" y="1790302"/>
                  </a:lnTo>
                  <a:lnTo>
                    <a:pt x="2021347" y="1806470"/>
                  </a:lnTo>
                  <a:lnTo>
                    <a:pt x="2122272" y="1825006"/>
                  </a:lnTo>
                  <a:lnTo>
                    <a:pt x="2219892" y="1845885"/>
                  </a:lnTo>
                  <a:lnTo>
                    <a:pt x="2312344" y="1869137"/>
                  </a:lnTo>
                  <a:lnTo>
                    <a:pt x="2398563" y="1894869"/>
                  </a:lnTo>
                  <a:lnTo>
                    <a:pt x="2478138" y="1923274"/>
                  </a:lnTo>
                  <a:lnTo>
                    <a:pt x="2551147" y="1954630"/>
                  </a:lnTo>
                  <a:lnTo>
                    <a:pt x="2618001" y="1989300"/>
                  </a:lnTo>
                  <a:lnTo>
                    <a:pt x="2679318" y="2027716"/>
                  </a:lnTo>
                  <a:lnTo>
                    <a:pt x="2735834" y="2070359"/>
                  </a:lnTo>
                  <a:lnTo>
                    <a:pt x="2788328" y="2117724"/>
                  </a:lnTo>
                  <a:lnTo>
                    <a:pt x="2837570" y="2170257"/>
                  </a:lnTo>
                  <a:lnTo>
                    <a:pt x="2884279" y="2228256"/>
                  </a:lnTo>
                  <a:lnTo>
                    <a:pt x="2896531" y="2244850"/>
                  </a:lnTo>
                  <a:lnTo>
                    <a:pt x="2933238" y="2298056"/>
                  </a:lnTo>
                  <a:lnTo>
                    <a:pt x="2969037" y="2355076"/>
                  </a:lnTo>
                  <a:lnTo>
                    <a:pt x="3004169" y="2415988"/>
                  </a:lnTo>
                  <a:lnTo>
                    <a:pt x="3038829" y="2480809"/>
                  </a:lnTo>
                  <a:lnTo>
                    <a:pt x="3073176" y="2549495"/>
                  </a:lnTo>
                  <a:lnTo>
                    <a:pt x="3107332" y="2621926"/>
                  </a:lnTo>
                  <a:lnTo>
                    <a:pt x="3141392" y="2697910"/>
                  </a:lnTo>
                  <a:lnTo>
                    <a:pt x="3175423" y="2777176"/>
                  </a:lnTo>
                  <a:lnTo>
                    <a:pt x="3209470" y="2859377"/>
                  </a:lnTo>
                  <a:lnTo>
                    <a:pt x="3243560" y="2944095"/>
                  </a:lnTo>
                  <a:lnTo>
                    <a:pt x="3277700" y="3030844"/>
                  </a:lnTo>
                  <a:lnTo>
                    <a:pt x="3311886" y="3119086"/>
                  </a:lnTo>
                  <a:lnTo>
                    <a:pt x="3346103" y="3208242"/>
                  </a:lnTo>
                  <a:lnTo>
                    <a:pt x="3380331" y="3297703"/>
                  </a:lnTo>
                  <a:lnTo>
                    <a:pt x="3414548" y="3386857"/>
                  </a:lnTo>
                  <a:lnTo>
                    <a:pt x="3448734" y="3475096"/>
                  </a:lnTo>
                  <a:lnTo>
                    <a:pt x="3482873" y="3561841"/>
                  </a:lnTo>
                  <a:lnTo>
                    <a:pt x="3516963" y="3646552"/>
                  </a:lnTo>
                  <a:lnTo>
                    <a:pt x="3551010" y="3728746"/>
                  </a:lnTo>
                  <a:lnTo>
                    <a:pt x="3585041" y="3808003"/>
                  </a:lnTo>
                  <a:lnTo>
                    <a:pt x="3619101" y="3883978"/>
                  </a:lnTo>
                  <a:lnTo>
                    <a:pt x="3653258" y="3956400"/>
                  </a:lnTo>
                  <a:lnTo>
                    <a:pt x="3687605" y="4025075"/>
                  </a:lnTo>
                  <a:lnTo>
                    <a:pt x="3722266" y="4089886"/>
                  </a:lnTo>
                  <a:lnTo>
                    <a:pt x="3757400" y="4150787"/>
                  </a:lnTo>
                  <a:lnTo>
                    <a:pt x="3793201" y="4207797"/>
                  </a:lnTo>
                  <a:lnTo>
                    <a:pt x="3829811" y="4260856"/>
                  </a:lnTo>
                  <a:lnTo>
                    <a:pt x="3875948" y="4320345"/>
                  </a:lnTo>
                  <a:lnTo>
                    <a:pt x="3924439" y="4374333"/>
                  </a:lnTo>
                  <a:lnTo>
                    <a:pt x="3975981" y="4423053"/>
                  </a:lnTo>
                  <a:lnTo>
                    <a:pt x="4031334" y="4466921"/>
                  </a:lnTo>
                  <a:lnTo>
                    <a:pt x="4091281" y="4506429"/>
                  </a:lnTo>
                  <a:lnTo>
                    <a:pt x="4156573" y="4542064"/>
                  </a:lnTo>
                  <a:lnTo>
                    <a:pt x="4227870" y="4574276"/>
                  </a:lnTo>
                  <a:lnTo>
                    <a:pt x="4305650" y="4603446"/>
                  </a:lnTo>
                  <a:lnTo>
                    <a:pt x="4390093" y="4629876"/>
                  </a:lnTo>
                  <a:lnTo>
                    <a:pt x="4480938" y="4653783"/>
                  </a:lnTo>
                  <a:lnTo>
                    <a:pt x="4577312" y="4675297"/>
                  </a:lnTo>
                  <a:lnTo>
                    <a:pt x="4677578" y="4694466"/>
                  </a:lnTo>
                  <a:lnTo>
                    <a:pt x="4779240" y="4711278"/>
                  </a:lnTo>
                  <a:lnTo>
                    <a:pt x="4878977" y="4725681"/>
                  </a:lnTo>
                  <a:lnTo>
                    <a:pt x="4972872" y="4737629"/>
                  </a:lnTo>
                  <a:lnTo>
                    <a:pt x="5056868" y="4747124"/>
                  </a:lnTo>
                  <a:lnTo>
                    <a:pt x="5127394" y="4754254"/>
                  </a:lnTo>
                  <a:lnTo>
                    <a:pt x="5182032" y="4759224"/>
                  </a:lnTo>
                  <a:lnTo>
                    <a:pt x="5220037" y="4762348"/>
                  </a:lnTo>
                  <a:lnTo>
                    <a:pt x="5242576" y="4764029"/>
                  </a:lnTo>
                  <a:lnTo>
                    <a:pt x="5252665" y="4764715"/>
                  </a:lnTo>
                  <a:lnTo>
                    <a:pt x="5254955" y="4764858"/>
                  </a:lnTo>
                  <a:lnTo>
                    <a:pt x="6726343" y="4764858"/>
                  </a:lnTo>
                  <a:lnTo>
                    <a:pt x="6727238" y="4764772"/>
                  </a:lnTo>
                  <a:lnTo>
                    <a:pt x="6733157" y="4764162"/>
                  </a:lnTo>
                  <a:lnTo>
                    <a:pt x="6748179" y="4762476"/>
                  </a:lnTo>
                  <a:lnTo>
                    <a:pt x="6775289" y="4759154"/>
                  </a:lnTo>
                  <a:lnTo>
                    <a:pt x="6816211" y="4753659"/>
                  </a:lnTo>
                  <a:lnTo>
                    <a:pt x="6871281" y="4745529"/>
                  </a:lnTo>
                  <a:lnTo>
                    <a:pt x="6939473" y="4734414"/>
                  </a:lnTo>
                  <a:lnTo>
                    <a:pt x="7018628" y="4720096"/>
                  </a:lnTo>
                  <a:lnTo>
                    <a:pt x="7105838" y="4702484"/>
                  </a:lnTo>
                  <a:lnTo>
                    <a:pt x="7197896" y="4681584"/>
                  </a:lnTo>
                  <a:lnTo>
                    <a:pt x="7291716" y="4657455"/>
                  </a:lnTo>
                  <a:lnTo>
                    <a:pt x="7384639" y="4630160"/>
                  </a:lnTo>
                  <a:lnTo>
                    <a:pt x="7474594" y="4599729"/>
                  </a:lnTo>
                  <a:lnTo>
                    <a:pt x="7560143" y="4566120"/>
                  </a:lnTo>
                  <a:lnTo>
                    <a:pt x="7640425" y="4529206"/>
                  </a:lnTo>
                  <a:lnTo>
                    <a:pt x="7715068" y="4488762"/>
                  </a:lnTo>
                  <a:lnTo>
                    <a:pt x="7784069" y="4444461"/>
                  </a:lnTo>
                  <a:lnTo>
                    <a:pt x="7847692" y="4395885"/>
                  </a:lnTo>
                  <a:lnTo>
                    <a:pt x="7906379" y="4342526"/>
                  </a:lnTo>
                  <a:lnTo>
                    <a:pt x="7960676" y="4283811"/>
                  </a:lnTo>
                  <a:lnTo>
                    <a:pt x="8011186" y="4219127"/>
                  </a:lnTo>
                  <a:lnTo>
                    <a:pt x="8058522" y="4147875"/>
                  </a:lnTo>
                  <a:lnTo>
                    <a:pt x="8103283" y="4069546"/>
                  </a:lnTo>
                  <a:lnTo>
                    <a:pt x="8146014" y="3983848"/>
                  </a:lnTo>
                  <a:lnTo>
                    <a:pt x="8151487" y="3972077"/>
                  </a:lnTo>
                  <a:lnTo>
                    <a:pt x="8181654" y="3903905"/>
                  </a:lnTo>
                  <a:lnTo>
                    <a:pt x="8211179" y="3831721"/>
                  </a:lnTo>
                  <a:lnTo>
                    <a:pt x="8240201" y="3755445"/>
                  </a:lnTo>
                  <a:lnTo>
                    <a:pt x="8268840" y="3675035"/>
                  </a:lnTo>
                  <a:lnTo>
                    <a:pt x="8297195" y="3590497"/>
                  </a:lnTo>
                  <a:lnTo>
                    <a:pt x="8325349" y="3501881"/>
                  </a:lnTo>
                  <a:lnTo>
                    <a:pt x="8353370" y="3409290"/>
                  </a:lnTo>
                  <a:lnTo>
                    <a:pt x="8381311" y="3312879"/>
                  </a:lnTo>
                  <a:lnTo>
                    <a:pt x="8409215" y="3212861"/>
                  </a:lnTo>
                  <a:lnTo>
                    <a:pt x="8437114" y="3109501"/>
                  </a:lnTo>
                  <a:lnTo>
                    <a:pt x="8465029" y="3003117"/>
                  </a:lnTo>
                  <a:lnTo>
                    <a:pt x="8492972" y="2894079"/>
                  </a:lnTo>
                  <a:lnTo>
                    <a:pt x="8520949" y="2782805"/>
                  </a:lnTo>
                  <a:lnTo>
                    <a:pt x="8548959" y="2669750"/>
                  </a:lnTo>
                  <a:lnTo>
                    <a:pt x="8576996" y="2555403"/>
                  </a:lnTo>
                  <a:lnTo>
                    <a:pt x="8605051" y="2440280"/>
                  </a:lnTo>
                  <a:lnTo>
                    <a:pt x="8633111" y="2324908"/>
                  </a:lnTo>
                  <a:lnTo>
                    <a:pt x="8661164" y="2209821"/>
                  </a:lnTo>
                  <a:lnTo>
                    <a:pt x="8689200" y="2095546"/>
                  </a:lnTo>
                  <a:lnTo>
                    <a:pt x="8717208" y="1982597"/>
                  </a:lnTo>
                  <a:lnTo>
                    <a:pt x="8745182" y="1871460"/>
                  </a:lnTo>
                  <a:lnTo>
                    <a:pt x="8773124" y="1762591"/>
                  </a:lnTo>
                  <a:lnTo>
                    <a:pt x="8801037" y="1656401"/>
                  </a:lnTo>
                  <a:lnTo>
                    <a:pt x="8828935" y="1553258"/>
                  </a:lnTo>
                  <a:lnTo>
                    <a:pt x="8856841" y="1453478"/>
                  </a:lnTo>
                  <a:lnTo>
                    <a:pt x="8884786" y="1357321"/>
                  </a:lnTo>
                  <a:lnTo>
                    <a:pt x="8912814" y="1264996"/>
                  </a:lnTo>
                  <a:lnTo>
                    <a:pt x="8940979" y="1176655"/>
                  </a:lnTo>
                  <a:lnTo>
                    <a:pt x="8969350" y="1092396"/>
                  </a:lnTo>
                  <a:lnTo>
                    <a:pt x="8998012" y="1012268"/>
                  </a:lnTo>
                  <a:lnTo>
                    <a:pt x="9027065" y="936271"/>
                  </a:lnTo>
                  <a:lnTo>
                    <a:pt x="9056629" y="864363"/>
                  </a:lnTo>
                  <a:lnTo>
                    <a:pt x="9084767" y="800953"/>
                  </a:lnTo>
                  <a:lnTo>
                    <a:pt x="9127269" y="714287"/>
                  </a:lnTo>
                  <a:lnTo>
                    <a:pt x="9171734" y="635002"/>
                  </a:lnTo>
                  <a:lnTo>
                    <a:pt x="9218700" y="562849"/>
                  </a:lnTo>
                  <a:lnTo>
                    <a:pt x="9268759" y="497338"/>
                  </a:lnTo>
                  <a:lnTo>
                    <a:pt x="9322525" y="437877"/>
                  </a:lnTo>
                  <a:lnTo>
                    <a:pt x="9380604" y="383850"/>
                  </a:lnTo>
                  <a:lnTo>
                    <a:pt x="9443553" y="334678"/>
                  </a:lnTo>
                  <a:lnTo>
                    <a:pt x="9511830" y="289843"/>
                  </a:lnTo>
                  <a:lnTo>
                    <a:pt x="9585727" y="248914"/>
                  </a:lnTo>
                  <a:lnTo>
                    <a:pt x="9665283" y="211553"/>
                  </a:lnTo>
                  <a:lnTo>
                    <a:pt x="9750179" y="177520"/>
                  </a:lnTo>
                  <a:lnTo>
                    <a:pt x="9839626" y="146677"/>
                  </a:lnTo>
                  <a:lnTo>
                    <a:pt x="9932264" y="118971"/>
                  </a:lnTo>
                  <a:lnTo>
                    <a:pt x="10026107" y="94424"/>
                  </a:lnTo>
                  <a:lnTo>
                    <a:pt x="10118565" y="73097"/>
                  </a:lnTo>
                  <a:lnTo>
                    <a:pt x="10206593" y="55053"/>
                  </a:lnTo>
                  <a:lnTo>
                    <a:pt x="10286980" y="40306"/>
                  </a:lnTo>
                  <a:lnTo>
                    <a:pt x="10356751" y="28781"/>
                  </a:lnTo>
                  <a:lnTo>
                    <a:pt x="10413625" y="20277"/>
                  </a:lnTo>
                  <a:lnTo>
                    <a:pt x="10456411" y="14462"/>
                  </a:lnTo>
                  <a:lnTo>
                    <a:pt x="10485262" y="10884"/>
                  </a:lnTo>
                  <a:lnTo>
                    <a:pt x="10501722" y="9016"/>
                  </a:lnTo>
                  <a:lnTo>
                    <a:pt x="10508623" y="8297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9015" y="85"/>
                  </a:lnTo>
                  <a:lnTo>
                    <a:pt x="10503096" y="695"/>
                  </a:lnTo>
                  <a:lnTo>
                    <a:pt x="10488074" y="2381"/>
                  </a:lnTo>
                  <a:lnTo>
                    <a:pt x="10460964" y="5703"/>
                  </a:lnTo>
                  <a:lnTo>
                    <a:pt x="10420042" y="11198"/>
                  </a:lnTo>
                  <a:lnTo>
                    <a:pt x="10364972" y="19328"/>
                  </a:lnTo>
                  <a:lnTo>
                    <a:pt x="10296780" y="30443"/>
                  </a:lnTo>
                  <a:lnTo>
                    <a:pt x="10217625" y="44761"/>
                  </a:lnTo>
                  <a:lnTo>
                    <a:pt x="10130415" y="62373"/>
                  </a:lnTo>
                  <a:lnTo>
                    <a:pt x="10038357" y="83273"/>
                  </a:lnTo>
                  <a:lnTo>
                    <a:pt x="9944537" y="107402"/>
                  </a:lnTo>
                  <a:lnTo>
                    <a:pt x="9851614" y="134697"/>
                  </a:lnTo>
                  <a:lnTo>
                    <a:pt x="9761659" y="165128"/>
                  </a:lnTo>
                  <a:lnTo>
                    <a:pt x="9676111" y="198737"/>
                  </a:lnTo>
                  <a:lnTo>
                    <a:pt x="9595828" y="235651"/>
                  </a:lnTo>
                  <a:lnTo>
                    <a:pt x="9521185" y="276095"/>
                  </a:lnTo>
                  <a:lnTo>
                    <a:pt x="9452184" y="320396"/>
                  </a:lnTo>
                  <a:lnTo>
                    <a:pt x="9388561" y="368972"/>
                  </a:lnTo>
                  <a:lnTo>
                    <a:pt x="9329874" y="422331"/>
                  </a:lnTo>
                  <a:lnTo>
                    <a:pt x="9275577" y="481046"/>
                  </a:lnTo>
                  <a:lnTo>
                    <a:pt x="9225068" y="545730"/>
                  </a:lnTo>
                  <a:lnTo>
                    <a:pt x="9177731" y="616982"/>
                  </a:lnTo>
                  <a:lnTo>
                    <a:pt x="9132971" y="695311"/>
                  </a:lnTo>
                  <a:lnTo>
                    <a:pt x="9090239" y="781009"/>
                  </a:lnTo>
                  <a:lnTo>
                    <a:pt x="9084767" y="792780"/>
                  </a:lnTo>
                  <a:lnTo>
                    <a:pt x="9054599" y="860952"/>
                  </a:lnTo>
                  <a:lnTo>
                    <a:pt x="9025075" y="933136"/>
                  </a:lnTo>
                  <a:lnTo>
                    <a:pt x="8996052" y="1009412"/>
                  </a:lnTo>
                  <a:lnTo>
                    <a:pt x="8967413" y="1089822"/>
                  </a:lnTo>
                  <a:lnTo>
                    <a:pt x="8939058" y="1174360"/>
                  </a:lnTo>
                  <a:lnTo>
                    <a:pt x="8910904" y="1262976"/>
                  </a:lnTo>
                  <a:lnTo>
                    <a:pt x="8882884" y="1355568"/>
                  </a:lnTo>
                  <a:lnTo>
                    <a:pt x="8854942" y="1451978"/>
                  </a:lnTo>
                  <a:lnTo>
                    <a:pt x="8827038" y="1551996"/>
                  </a:lnTo>
                  <a:lnTo>
                    <a:pt x="8799139" y="1655356"/>
                  </a:lnTo>
                  <a:lnTo>
                    <a:pt x="8771225" y="1761741"/>
                  </a:lnTo>
                  <a:lnTo>
                    <a:pt x="8743281" y="1870778"/>
                  </a:lnTo>
                  <a:lnTo>
                    <a:pt x="8715304" y="1982052"/>
                  </a:lnTo>
                  <a:lnTo>
                    <a:pt x="8687294" y="2095107"/>
                  </a:lnTo>
                  <a:lnTo>
                    <a:pt x="8659257" y="2209454"/>
                  </a:lnTo>
                  <a:lnTo>
                    <a:pt x="8631203" y="2324577"/>
                  </a:lnTo>
                  <a:lnTo>
                    <a:pt x="8603143" y="2439949"/>
                  </a:lnTo>
                  <a:lnTo>
                    <a:pt x="8575089" y="2555036"/>
                  </a:lnTo>
                  <a:lnTo>
                    <a:pt x="8547054" y="2669311"/>
                  </a:lnTo>
                  <a:lnTo>
                    <a:pt x="8519046" y="2782260"/>
                  </a:lnTo>
                  <a:lnTo>
                    <a:pt x="8491071" y="2893397"/>
                  </a:lnTo>
                  <a:lnTo>
                    <a:pt x="8463130" y="3002266"/>
                  </a:lnTo>
                  <a:lnTo>
                    <a:pt x="8435217" y="3108456"/>
                  </a:lnTo>
                  <a:lnTo>
                    <a:pt x="8407318" y="3211599"/>
                  </a:lnTo>
                  <a:lnTo>
                    <a:pt x="8379412" y="3311379"/>
                  </a:lnTo>
                  <a:lnTo>
                    <a:pt x="8351467" y="3407536"/>
                  </a:lnTo>
                  <a:lnTo>
                    <a:pt x="8323440" y="3499861"/>
                  </a:lnTo>
                  <a:lnTo>
                    <a:pt x="8295274" y="3588202"/>
                  </a:lnTo>
                  <a:lnTo>
                    <a:pt x="8266903" y="3672461"/>
                  </a:lnTo>
                  <a:lnTo>
                    <a:pt x="8238241" y="3752589"/>
                  </a:lnTo>
                  <a:lnTo>
                    <a:pt x="8209188" y="3828586"/>
                  </a:lnTo>
                  <a:lnTo>
                    <a:pt x="8179625" y="3900494"/>
                  </a:lnTo>
                  <a:lnTo>
                    <a:pt x="8151487" y="3963904"/>
                  </a:lnTo>
                  <a:lnTo>
                    <a:pt x="8108984" y="4050570"/>
                  </a:lnTo>
                  <a:lnTo>
                    <a:pt x="8064519" y="4129855"/>
                  </a:lnTo>
                  <a:lnTo>
                    <a:pt x="8017553" y="4202008"/>
                  </a:lnTo>
                  <a:lnTo>
                    <a:pt x="7967494" y="4267519"/>
                  </a:lnTo>
                  <a:lnTo>
                    <a:pt x="7913728" y="4326981"/>
                  </a:lnTo>
                  <a:lnTo>
                    <a:pt x="7855649" y="4381007"/>
                  </a:lnTo>
                  <a:lnTo>
                    <a:pt x="7792700" y="4430179"/>
                  </a:lnTo>
                  <a:lnTo>
                    <a:pt x="7724423" y="4475014"/>
                  </a:lnTo>
                  <a:lnTo>
                    <a:pt x="7650526" y="4515943"/>
                  </a:lnTo>
                  <a:lnTo>
                    <a:pt x="7570970" y="4553304"/>
                  </a:lnTo>
                  <a:lnTo>
                    <a:pt x="7486074" y="4587337"/>
                  </a:lnTo>
                  <a:lnTo>
                    <a:pt x="7396627" y="4618180"/>
                  </a:lnTo>
                  <a:lnTo>
                    <a:pt x="7303989" y="4645886"/>
                  </a:lnTo>
                  <a:lnTo>
                    <a:pt x="7210146" y="4670433"/>
                  </a:lnTo>
                  <a:lnTo>
                    <a:pt x="7117689" y="4691760"/>
                  </a:lnTo>
                  <a:lnTo>
                    <a:pt x="7029660" y="4709805"/>
                  </a:lnTo>
                  <a:lnTo>
                    <a:pt x="6949274" y="4724551"/>
                  </a:lnTo>
                  <a:lnTo>
                    <a:pt x="6879502" y="4736076"/>
                  </a:lnTo>
                  <a:lnTo>
                    <a:pt x="6822628" y="4744580"/>
                  </a:lnTo>
                  <a:lnTo>
                    <a:pt x="6779842" y="4750395"/>
                  </a:lnTo>
                  <a:lnTo>
                    <a:pt x="6750991" y="4753973"/>
                  </a:lnTo>
                  <a:lnTo>
                    <a:pt x="6734531" y="4755841"/>
                  </a:lnTo>
                  <a:lnTo>
                    <a:pt x="6727630" y="4756560"/>
                  </a:lnTo>
                  <a:lnTo>
                    <a:pt x="6726343" y="4756685"/>
                  </a:lnTo>
                  <a:lnTo>
                    <a:pt x="5254955" y="4756685"/>
                  </a:lnTo>
                  <a:lnTo>
                    <a:pt x="5253820" y="4756615"/>
                  </a:lnTo>
                  <a:lnTo>
                    <a:pt x="5246359" y="4756120"/>
                  </a:lnTo>
                  <a:lnTo>
                    <a:pt x="5227548" y="4754753"/>
                  </a:lnTo>
                  <a:lnTo>
                    <a:pt x="5193911" y="4752060"/>
                  </a:lnTo>
                  <a:lnTo>
                    <a:pt x="5143766" y="4747624"/>
                  </a:lnTo>
                  <a:lnTo>
                    <a:pt x="5077350" y="4741101"/>
                  </a:lnTo>
                  <a:lnTo>
                    <a:pt x="4996674" y="4732258"/>
                  </a:lnTo>
                  <a:lnTo>
                    <a:pt x="4905058" y="4720975"/>
                  </a:lnTo>
                  <a:lnTo>
                    <a:pt x="4806496" y="4707230"/>
                  </a:lnTo>
                  <a:lnTo>
                    <a:pt x="4704995" y="4691063"/>
                  </a:lnTo>
                  <a:lnTo>
                    <a:pt x="4604070" y="4672526"/>
                  </a:lnTo>
                  <a:lnTo>
                    <a:pt x="4506450" y="4651647"/>
                  </a:lnTo>
                  <a:lnTo>
                    <a:pt x="4413998" y="4628395"/>
                  </a:lnTo>
                  <a:lnTo>
                    <a:pt x="4327779" y="4602663"/>
                  </a:lnTo>
                  <a:lnTo>
                    <a:pt x="4248204" y="4574259"/>
                  </a:lnTo>
                  <a:lnTo>
                    <a:pt x="4175195" y="4542902"/>
                  </a:lnTo>
                  <a:lnTo>
                    <a:pt x="4108341" y="4508232"/>
                  </a:lnTo>
                  <a:lnTo>
                    <a:pt x="4047024" y="4469817"/>
                  </a:lnTo>
                  <a:lnTo>
                    <a:pt x="3990508" y="4427174"/>
                  </a:lnTo>
                  <a:lnTo>
                    <a:pt x="3938014" y="4379809"/>
                  </a:lnTo>
                  <a:lnTo>
                    <a:pt x="3888772" y="4327276"/>
                  </a:lnTo>
                  <a:lnTo>
                    <a:pt x="3842063" y="4269277"/>
                  </a:lnTo>
                  <a:lnTo>
                    <a:pt x="3829811" y="4252683"/>
                  </a:lnTo>
                  <a:lnTo>
                    <a:pt x="3793104" y="4199477"/>
                  </a:lnTo>
                  <a:lnTo>
                    <a:pt x="3757305" y="4142457"/>
                  </a:lnTo>
                  <a:lnTo>
                    <a:pt x="3722173" y="4081545"/>
                  </a:lnTo>
                  <a:lnTo>
                    <a:pt x="3687513" y="4016723"/>
                  </a:lnTo>
                  <a:lnTo>
                    <a:pt x="3653166" y="3948038"/>
                  </a:lnTo>
                  <a:lnTo>
                    <a:pt x="3619010" y="3875607"/>
                  </a:lnTo>
                  <a:lnTo>
                    <a:pt x="3584950" y="3799623"/>
                  </a:lnTo>
                  <a:lnTo>
                    <a:pt x="3550919" y="3720357"/>
                  </a:lnTo>
                  <a:lnTo>
                    <a:pt x="3516872" y="3638156"/>
                  </a:lnTo>
                  <a:lnTo>
                    <a:pt x="3482782" y="3553438"/>
                  </a:lnTo>
                  <a:lnTo>
                    <a:pt x="3448642" y="3466689"/>
                  </a:lnTo>
                  <a:lnTo>
                    <a:pt x="3414456" y="3378446"/>
                  </a:lnTo>
                  <a:lnTo>
                    <a:pt x="3380239" y="3289291"/>
                  </a:lnTo>
                  <a:lnTo>
                    <a:pt x="3346011" y="3199829"/>
                  </a:lnTo>
                  <a:lnTo>
                    <a:pt x="3311794" y="3110676"/>
                  </a:lnTo>
                  <a:lnTo>
                    <a:pt x="3277609" y="3022437"/>
                  </a:lnTo>
                  <a:lnTo>
                    <a:pt x="3243469" y="2935692"/>
                  </a:lnTo>
                  <a:lnTo>
                    <a:pt x="3209379" y="2850981"/>
                  </a:lnTo>
                  <a:lnTo>
                    <a:pt x="3175332" y="2768787"/>
                  </a:lnTo>
                  <a:lnTo>
                    <a:pt x="3141301" y="2689529"/>
                  </a:lnTo>
                  <a:lnTo>
                    <a:pt x="3107241" y="2613555"/>
                  </a:lnTo>
                  <a:lnTo>
                    <a:pt x="3073084" y="2541133"/>
                  </a:lnTo>
                  <a:lnTo>
                    <a:pt x="3038737" y="2472458"/>
                  </a:lnTo>
                  <a:lnTo>
                    <a:pt x="3004076" y="2407646"/>
                  </a:lnTo>
                  <a:lnTo>
                    <a:pt x="2968942" y="2346745"/>
                  </a:lnTo>
                  <a:lnTo>
                    <a:pt x="2933142" y="2289736"/>
                  </a:lnTo>
                  <a:lnTo>
                    <a:pt x="2896531" y="2236677"/>
                  </a:lnTo>
                  <a:lnTo>
                    <a:pt x="2850394" y="2177188"/>
                  </a:lnTo>
                  <a:lnTo>
                    <a:pt x="2801903" y="2123200"/>
                  </a:lnTo>
                  <a:lnTo>
                    <a:pt x="2750361" y="2074480"/>
                  </a:lnTo>
                  <a:lnTo>
                    <a:pt x="2695008" y="2030611"/>
                  </a:lnTo>
                  <a:lnTo>
                    <a:pt x="2635061" y="1991104"/>
                  </a:lnTo>
                  <a:lnTo>
                    <a:pt x="2569769" y="1955468"/>
                  </a:lnTo>
                  <a:lnTo>
                    <a:pt x="2498472" y="1923257"/>
                  </a:lnTo>
                  <a:lnTo>
                    <a:pt x="2420692" y="1894087"/>
                  </a:lnTo>
                  <a:lnTo>
                    <a:pt x="2336249" y="1867656"/>
                  </a:lnTo>
                  <a:lnTo>
                    <a:pt x="2245404" y="1843749"/>
                  </a:lnTo>
                  <a:lnTo>
                    <a:pt x="2149030" y="1822236"/>
                  </a:lnTo>
                  <a:lnTo>
                    <a:pt x="2048764" y="1803066"/>
                  </a:lnTo>
                  <a:lnTo>
                    <a:pt x="1947102" y="1786255"/>
                  </a:lnTo>
                  <a:lnTo>
                    <a:pt x="1847365" y="1771852"/>
                  </a:lnTo>
                  <a:lnTo>
                    <a:pt x="1753470" y="1759903"/>
                  </a:lnTo>
                  <a:lnTo>
                    <a:pt x="1669474" y="1750409"/>
                  </a:lnTo>
                  <a:lnTo>
                    <a:pt x="1598948" y="1743278"/>
                  </a:lnTo>
                  <a:lnTo>
                    <a:pt x="1544310" y="1738309"/>
                  </a:lnTo>
                  <a:lnTo>
                    <a:pt x="1506305" y="1735185"/>
                  </a:lnTo>
                  <a:lnTo>
                    <a:pt x="1483766" y="1733503"/>
                  </a:lnTo>
                  <a:lnTo>
                    <a:pt x="1473677" y="1732818"/>
                  </a:lnTo>
                  <a:lnTo>
                    <a:pt x="1471387" y="1732675"/>
                  </a:lnTo>
                  <a:lnTo>
                    <a:pt x="0" y="1732675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98" name="pl198"/>
            <p:cNvSpPr/>
            <p:nvPr/>
          </p:nvSpPr>
          <p:spPr>
            <a:xfrm>
              <a:off x="4799595" y="3876415"/>
              <a:ext cx="11981298" cy="4756685"/>
            </a:xfrm>
            <a:custGeom>
              <a:avLst/>
              <a:pathLst>
                <a:path w="11981298" h="4756685">
                  <a:moveTo>
                    <a:pt x="0" y="1732675"/>
                  </a:moveTo>
                  <a:lnTo>
                    <a:pt x="1471387" y="1732675"/>
                  </a:lnTo>
                  <a:lnTo>
                    <a:pt x="1472522" y="1732745"/>
                  </a:lnTo>
                  <a:lnTo>
                    <a:pt x="1479984" y="1733239"/>
                  </a:lnTo>
                  <a:lnTo>
                    <a:pt x="1498795" y="1734607"/>
                  </a:lnTo>
                  <a:lnTo>
                    <a:pt x="1532431" y="1737300"/>
                  </a:lnTo>
                  <a:lnTo>
                    <a:pt x="1582576" y="1741736"/>
                  </a:lnTo>
                  <a:lnTo>
                    <a:pt x="1648992" y="1748258"/>
                  </a:lnTo>
                  <a:lnTo>
                    <a:pt x="1729668" y="1757102"/>
                  </a:lnTo>
                  <a:lnTo>
                    <a:pt x="1821284" y="1768385"/>
                  </a:lnTo>
                  <a:lnTo>
                    <a:pt x="1919846" y="1782129"/>
                  </a:lnTo>
                  <a:lnTo>
                    <a:pt x="2021347" y="1798297"/>
                  </a:lnTo>
                  <a:lnTo>
                    <a:pt x="2122272" y="1816833"/>
                  </a:lnTo>
                  <a:lnTo>
                    <a:pt x="2219892" y="1837712"/>
                  </a:lnTo>
                  <a:lnTo>
                    <a:pt x="2312344" y="1860964"/>
                  </a:lnTo>
                  <a:lnTo>
                    <a:pt x="2398563" y="1886696"/>
                  </a:lnTo>
                  <a:lnTo>
                    <a:pt x="2478138" y="1915101"/>
                  </a:lnTo>
                  <a:lnTo>
                    <a:pt x="2551147" y="1946457"/>
                  </a:lnTo>
                  <a:lnTo>
                    <a:pt x="2618001" y="1981127"/>
                  </a:lnTo>
                  <a:lnTo>
                    <a:pt x="2679318" y="2019543"/>
                  </a:lnTo>
                  <a:lnTo>
                    <a:pt x="2735834" y="2062186"/>
                  </a:lnTo>
                  <a:lnTo>
                    <a:pt x="2788328" y="2109551"/>
                  </a:lnTo>
                  <a:lnTo>
                    <a:pt x="2837570" y="2162084"/>
                  </a:lnTo>
                  <a:lnTo>
                    <a:pt x="2884279" y="2220083"/>
                  </a:lnTo>
                  <a:lnTo>
                    <a:pt x="2896531" y="2236677"/>
                  </a:lnTo>
                  <a:lnTo>
                    <a:pt x="2933238" y="2289883"/>
                  </a:lnTo>
                  <a:lnTo>
                    <a:pt x="2969037" y="2346903"/>
                  </a:lnTo>
                  <a:lnTo>
                    <a:pt x="3004169" y="2407815"/>
                  </a:lnTo>
                  <a:lnTo>
                    <a:pt x="3038829" y="2472636"/>
                  </a:lnTo>
                  <a:lnTo>
                    <a:pt x="3073176" y="2541322"/>
                  </a:lnTo>
                  <a:lnTo>
                    <a:pt x="3107332" y="2613753"/>
                  </a:lnTo>
                  <a:lnTo>
                    <a:pt x="3141392" y="2689737"/>
                  </a:lnTo>
                  <a:lnTo>
                    <a:pt x="3175423" y="2769003"/>
                  </a:lnTo>
                  <a:lnTo>
                    <a:pt x="3209470" y="2851204"/>
                  </a:lnTo>
                  <a:lnTo>
                    <a:pt x="3243560" y="2935922"/>
                  </a:lnTo>
                  <a:lnTo>
                    <a:pt x="3277700" y="3022671"/>
                  </a:lnTo>
                  <a:lnTo>
                    <a:pt x="3311886" y="3110913"/>
                  </a:lnTo>
                  <a:lnTo>
                    <a:pt x="3346103" y="3200069"/>
                  </a:lnTo>
                  <a:lnTo>
                    <a:pt x="3380331" y="3289530"/>
                  </a:lnTo>
                  <a:lnTo>
                    <a:pt x="3414548" y="3378684"/>
                  </a:lnTo>
                  <a:lnTo>
                    <a:pt x="3448734" y="3466923"/>
                  </a:lnTo>
                  <a:lnTo>
                    <a:pt x="3482873" y="3553668"/>
                  </a:lnTo>
                  <a:lnTo>
                    <a:pt x="3516963" y="3638379"/>
                  </a:lnTo>
                  <a:lnTo>
                    <a:pt x="3551010" y="3720573"/>
                  </a:lnTo>
                  <a:lnTo>
                    <a:pt x="3585041" y="3799830"/>
                  </a:lnTo>
                  <a:lnTo>
                    <a:pt x="3619101" y="3875805"/>
                  </a:lnTo>
                  <a:lnTo>
                    <a:pt x="3653258" y="3948227"/>
                  </a:lnTo>
                  <a:lnTo>
                    <a:pt x="3687605" y="4016902"/>
                  </a:lnTo>
                  <a:lnTo>
                    <a:pt x="3722266" y="4081713"/>
                  </a:lnTo>
                  <a:lnTo>
                    <a:pt x="3757400" y="4142614"/>
                  </a:lnTo>
                  <a:lnTo>
                    <a:pt x="3793201" y="4199624"/>
                  </a:lnTo>
                  <a:lnTo>
                    <a:pt x="3829811" y="4252683"/>
                  </a:lnTo>
                  <a:lnTo>
                    <a:pt x="3875948" y="4312172"/>
                  </a:lnTo>
                  <a:lnTo>
                    <a:pt x="3924439" y="4366160"/>
                  </a:lnTo>
                  <a:lnTo>
                    <a:pt x="3975981" y="4414880"/>
                  </a:lnTo>
                  <a:lnTo>
                    <a:pt x="4031334" y="4458748"/>
                  </a:lnTo>
                  <a:lnTo>
                    <a:pt x="4091281" y="4498256"/>
                  </a:lnTo>
                  <a:lnTo>
                    <a:pt x="4156573" y="4533891"/>
                  </a:lnTo>
                  <a:lnTo>
                    <a:pt x="4227870" y="4566103"/>
                  </a:lnTo>
                  <a:lnTo>
                    <a:pt x="4305650" y="4595273"/>
                  </a:lnTo>
                  <a:lnTo>
                    <a:pt x="4390093" y="4621703"/>
                  </a:lnTo>
                  <a:lnTo>
                    <a:pt x="4480938" y="4645610"/>
                  </a:lnTo>
                  <a:lnTo>
                    <a:pt x="4577312" y="4667124"/>
                  </a:lnTo>
                  <a:lnTo>
                    <a:pt x="4677578" y="4686293"/>
                  </a:lnTo>
                  <a:lnTo>
                    <a:pt x="4779240" y="4703105"/>
                  </a:lnTo>
                  <a:lnTo>
                    <a:pt x="4878977" y="4717508"/>
                  </a:lnTo>
                  <a:lnTo>
                    <a:pt x="4972872" y="4729456"/>
                  </a:lnTo>
                  <a:lnTo>
                    <a:pt x="5056868" y="4738951"/>
                  </a:lnTo>
                  <a:lnTo>
                    <a:pt x="5127394" y="4746081"/>
                  </a:lnTo>
                  <a:lnTo>
                    <a:pt x="5182032" y="4751051"/>
                  </a:lnTo>
                  <a:lnTo>
                    <a:pt x="5220037" y="4754175"/>
                  </a:lnTo>
                  <a:lnTo>
                    <a:pt x="5242576" y="4755856"/>
                  </a:lnTo>
                  <a:lnTo>
                    <a:pt x="5252665" y="4756542"/>
                  </a:lnTo>
                  <a:lnTo>
                    <a:pt x="5254932" y="4756683"/>
                  </a:lnTo>
                  <a:lnTo>
                    <a:pt x="5254955" y="4756685"/>
                  </a:lnTo>
                  <a:lnTo>
                    <a:pt x="6726343" y="4756685"/>
                  </a:lnTo>
                  <a:lnTo>
                    <a:pt x="6727238" y="4756599"/>
                  </a:lnTo>
                  <a:lnTo>
                    <a:pt x="6733157" y="4755989"/>
                  </a:lnTo>
                  <a:lnTo>
                    <a:pt x="6748179" y="4754303"/>
                  </a:lnTo>
                  <a:lnTo>
                    <a:pt x="6775289" y="4750981"/>
                  </a:lnTo>
                  <a:lnTo>
                    <a:pt x="6816211" y="4745486"/>
                  </a:lnTo>
                  <a:lnTo>
                    <a:pt x="6871281" y="4737356"/>
                  </a:lnTo>
                  <a:lnTo>
                    <a:pt x="6939473" y="4726241"/>
                  </a:lnTo>
                  <a:lnTo>
                    <a:pt x="7018628" y="4711923"/>
                  </a:lnTo>
                  <a:lnTo>
                    <a:pt x="7105838" y="4694311"/>
                  </a:lnTo>
                  <a:lnTo>
                    <a:pt x="7197896" y="4673411"/>
                  </a:lnTo>
                  <a:lnTo>
                    <a:pt x="7291716" y="4649282"/>
                  </a:lnTo>
                  <a:lnTo>
                    <a:pt x="7384639" y="4621987"/>
                  </a:lnTo>
                  <a:lnTo>
                    <a:pt x="7474594" y="4591556"/>
                  </a:lnTo>
                  <a:lnTo>
                    <a:pt x="7560143" y="4557947"/>
                  </a:lnTo>
                  <a:lnTo>
                    <a:pt x="7640425" y="4521033"/>
                  </a:lnTo>
                  <a:lnTo>
                    <a:pt x="7715068" y="4480589"/>
                  </a:lnTo>
                  <a:lnTo>
                    <a:pt x="7784069" y="4436288"/>
                  </a:lnTo>
                  <a:lnTo>
                    <a:pt x="7847692" y="4387712"/>
                  </a:lnTo>
                  <a:lnTo>
                    <a:pt x="7906379" y="4334353"/>
                  </a:lnTo>
                  <a:lnTo>
                    <a:pt x="7960676" y="4275638"/>
                  </a:lnTo>
                  <a:lnTo>
                    <a:pt x="8011186" y="4210954"/>
                  </a:lnTo>
                  <a:lnTo>
                    <a:pt x="8058522" y="4139702"/>
                  </a:lnTo>
                  <a:lnTo>
                    <a:pt x="8103283" y="4061373"/>
                  </a:lnTo>
                  <a:lnTo>
                    <a:pt x="8146014" y="3975675"/>
                  </a:lnTo>
                  <a:lnTo>
                    <a:pt x="8151487" y="3963904"/>
                  </a:lnTo>
                  <a:lnTo>
                    <a:pt x="8181654" y="3895732"/>
                  </a:lnTo>
                  <a:lnTo>
                    <a:pt x="8211179" y="3823548"/>
                  </a:lnTo>
                  <a:lnTo>
                    <a:pt x="8240201" y="3747272"/>
                  </a:lnTo>
                  <a:lnTo>
                    <a:pt x="8268840" y="3666862"/>
                  </a:lnTo>
                  <a:lnTo>
                    <a:pt x="8297195" y="3582324"/>
                  </a:lnTo>
                  <a:lnTo>
                    <a:pt x="8325349" y="3493708"/>
                  </a:lnTo>
                  <a:lnTo>
                    <a:pt x="8353370" y="3401117"/>
                  </a:lnTo>
                  <a:lnTo>
                    <a:pt x="8381311" y="3304706"/>
                  </a:lnTo>
                  <a:lnTo>
                    <a:pt x="8409215" y="3204688"/>
                  </a:lnTo>
                  <a:lnTo>
                    <a:pt x="8437114" y="3101328"/>
                  </a:lnTo>
                  <a:lnTo>
                    <a:pt x="8465029" y="2994944"/>
                  </a:lnTo>
                  <a:lnTo>
                    <a:pt x="8492972" y="2885906"/>
                  </a:lnTo>
                  <a:lnTo>
                    <a:pt x="8520949" y="2774632"/>
                  </a:lnTo>
                  <a:lnTo>
                    <a:pt x="8548959" y="2661577"/>
                  </a:lnTo>
                  <a:lnTo>
                    <a:pt x="8576996" y="2547230"/>
                  </a:lnTo>
                  <a:lnTo>
                    <a:pt x="8605051" y="2432107"/>
                  </a:lnTo>
                  <a:lnTo>
                    <a:pt x="8633111" y="2316735"/>
                  </a:lnTo>
                  <a:lnTo>
                    <a:pt x="8661164" y="2201648"/>
                  </a:lnTo>
                  <a:lnTo>
                    <a:pt x="8689200" y="2087373"/>
                  </a:lnTo>
                  <a:lnTo>
                    <a:pt x="8717208" y="1974424"/>
                  </a:lnTo>
                  <a:lnTo>
                    <a:pt x="8745182" y="1863287"/>
                  </a:lnTo>
                  <a:lnTo>
                    <a:pt x="8773124" y="1754418"/>
                  </a:lnTo>
                  <a:lnTo>
                    <a:pt x="8801037" y="1648228"/>
                  </a:lnTo>
                  <a:lnTo>
                    <a:pt x="8828935" y="1545085"/>
                  </a:lnTo>
                  <a:lnTo>
                    <a:pt x="8856841" y="1445305"/>
                  </a:lnTo>
                  <a:lnTo>
                    <a:pt x="8884786" y="1349148"/>
                  </a:lnTo>
                  <a:lnTo>
                    <a:pt x="8912814" y="1256823"/>
                  </a:lnTo>
                  <a:lnTo>
                    <a:pt x="8940979" y="1168482"/>
                  </a:lnTo>
                  <a:lnTo>
                    <a:pt x="8969350" y="1084223"/>
                  </a:lnTo>
                  <a:lnTo>
                    <a:pt x="8998012" y="1004095"/>
                  </a:lnTo>
                  <a:lnTo>
                    <a:pt x="9027065" y="928098"/>
                  </a:lnTo>
                  <a:lnTo>
                    <a:pt x="9056629" y="856190"/>
                  </a:lnTo>
                  <a:lnTo>
                    <a:pt x="9084767" y="792780"/>
                  </a:lnTo>
                  <a:lnTo>
                    <a:pt x="9127269" y="706114"/>
                  </a:lnTo>
                  <a:lnTo>
                    <a:pt x="9171734" y="626829"/>
                  </a:lnTo>
                  <a:lnTo>
                    <a:pt x="9218700" y="554676"/>
                  </a:lnTo>
                  <a:lnTo>
                    <a:pt x="9268759" y="489165"/>
                  </a:lnTo>
                  <a:lnTo>
                    <a:pt x="9322525" y="429704"/>
                  </a:lnTo>
                  <a:lnTo>
                    <a:pt x="9380604" y="375677"/>
                  </a:lnTo>
                  <a:lnTo>
                    <a:pt x="9443553" y="326505"/>
                  </a:lnTo>
                  <a:lnTo>
                    <a:pt x="9511830" y="281670"/>
                  </a:lnTo>
                  <a:lnTo>
                    <a:pt x="9585727" y="240741"/>
                  </a:lnTo>
                  <a:lnTo>
                    <a:pt x="9665283" y="203380"/>
                  </a:lnTo>
                  <a:lnTo>
                    <a:pt x="9750179" y="169347"/>
                  </a:lnTo>
                  <a:lnTo>
                    <a:pt x="9839626" y="138504"/>
                  </a:lnTo>
                  <a:lnTo>
                    <a:pt x="9932264" y="110798"/>
                  </a:lnTo>
                  <a:lnTo>
                    <a:pt x="10026107" y="86251"/>
                  </a:lnTo>
                  <a:lnTo>
                    <a:pt x="10118565" y="64924"/>
                  </a:lnTo>
                  <a:lnTo>
                    <a:pt x="10206593" y="46880"/>
                  </a:lnTo>
                  <a:lnTo>
                    <a:pt x="10286980" y="32133"/>
                  </a:lnTo>
                  <a:lnTo>
                    <a:pt x="10356751" y="20608"/>
                  </a:lnTo>
                  <a:lnTo>
                    <a:pt x="10413625" y="12104"/>
                  </a:lnTo>
                  <a:lnTo>
                    <a:pt x="10456411" y="6289"/>
                  </a:lnTo>
                  <a:lnTo>
                    <a:pt x="10485262" y="2711"/>
                  </a:lnTo>
                  <a:lnTo>
                    <a:pt x="10501722" y="843"/>
                  </a:lnTo>
                  <a:lnTo>
                    <a:pt x="10508623" y="124"/>
                  </a:lnTo>
                  <a:lnTo>
                    <a:pt x="10509909" y="0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9" name="pl199"/>
            <p:cNvSpPr/>
            <p:nvPr/>
          </p:nvSpPr>
          <p:spPr>
            <a:xfrm>
              <a:off x="4799595" y="3868242"/>
              <a:ext cx="11981298" cy="4756685"/>
            </a:xfrm>
            <a:custGeom>
              <a:avLst/>
              <a:pathLst>
                <a:path w="11981298" h="4756685">
                  <a:moveTo>
                    <a:pt x="11981298" y="0"/>
                  </a:moveTo>
                  <a:lnTo>
                    <a:pt x="10509911" y="0"/>
                  </a:lnTo>
                  <a:lnTo>
                    <a:pt x="10509015" y="85"/>
                  </a:lnTo>
                  <a:lnTo>
                    <a:pt x="10503096" y="695"/>
                  </a:lnTo>
                  <a:lnTo>
                    <a:pt x="10488074" y="2381"/>
                  </a:lnTo>
                  <a:lnTo>
                    <a:pt x="10460964" y="5703"/>
                  </a:lnTo>
                  <a:lnTo>
                    <a:pt x="10420042" y="11198"/>
                  </a:lnTo>
                  <a:lnTo>
                    <a:pt x="10364972" y="19328"/>
                  </a:lnTo>
                  <a:lnTo>
                    <a:pt x="10296780" y="30443"/>
                  </a:lnTo>
                  <a:lnTo>
                    <a:pt x="10217625" y="44761"/>
                  </a:lnTo>
                  <a:lnTo>
                    <a:pt x="10130415" y="62373"/>
                  </a:lnTo>
                  <a:lnTo>
                    <a:pt x="10038357" y="83273"/>
                  </a:lnTo>
                  <a:lnTo>
                    <a:pt x="9944537" y="107402"/>
                  </a:lnTo>
                  <a:lnTo>
                    <a:pt x="9851614" y="134697"/>
                  </a:lnTo>
                  <a:lnTo>
                    <a:pt x="9761659" y="165128"/>
                  </a:lnTo>
                  <a:lnTo>
                    <a:pt x="9676111" y="198737"/>
                  </a:lnTo>
                  <a:lnTo>
                    <a:pt x="9595828" y="235651"/>
                  </a:lnTo>
                  <a:lnTo>
                    <a:pt x="9521185" y="276095"/>
                  </a:lnTo>
                  <a:lnTo>
                    <a:pt x="9452184" y="320396"/>
                  </a:lnTo>
                  <a:lnTo>
                    <a:pt x="9388561" y="368972"/>
                  </a:lnTo>
                  <a:lnTo>
                    <a:pt x="9329874" y="422331"/>
                  </a:lnTo>
                  <a:lnTo>
                    <a:pt x="9275577" y="481046"/>
                  </a:lnTo>
                  <a:lnTo>
                    <a:pt x="9225068" y="545730"/>
                  </a:lnTo>
                  <a:lnTo>
                    <a:pt x="9177731" y="616982"/>
                  </a:lnTo>
                  <a:lnTo>
                    <a:pt x="9132971" y="695311"/>
                  </a:lnTo>
                  <a:lnTo>
                    <a:pt x="9090239" y="781009"/>
                  </a:lnTo>
                  <a:lnTo>
                    <a:pt x="9084767" y="792780"/>
                  </a:lnTo>
                  <a:lnTo>
                    <a:pt x="9054599" y="860952"/>
                  </a:lnTo>
                  <a:lnTo>
                    <a:pt x="9025075" y="933136"/>
                  </a:lnTo>
                  <a:lnTo>
                    <a:pt x="8996052" y="1009412"/>
                  </a:lnTo>
                  <a:lnTo>
                    <a:pt x="8967413" y="1089822"/>
                  </a:lnTo>
                  <a:lnTo>
                    <a:pt x="8939058" y="1174360"/>
                  </a:lnTo>
                  <a:lnTo>
                    <a:pt x="8910904" y="1262976"/>
                  </a:lnTo>
                  <a:lnTo>
                    <a:pt x="8882884" y="1355568"/>
                  </a:lnTo>
                  <a:lnTo>
                    <a:pt x="8854942" y="1451978"/>
                  </a:lnTo>
                  <a:lnTo>
                    <a:pt x="8827038" y="1551996"/>
                  </a:lnTo>
                  <a:lnTo>
                    <a:pt x="8799139" y="1655356"/>
                  </a:lnTo>
                  <a:lnTo>
                    <a:pt x="8771225" y="1761741"/>
                  </a:lnTo>
                  <a:lnTo>
                    <a:pt x="8743281" y="1870778"/>
                  </a:lnTo>
                  <a:lnTo>
                    <a:pt x="8715304" y="1982052"/>
                  </a:lnTo>
                  <a:lnTo>
                    <a:pt x="8687294" y="2095107"/>
                  </a:lnTo>
                  <a:lnTo>
                    <a:pt x="8659257" y="2209454"/>
                  </a:lnTo>
                  <a:lnTo>
                    <a:pt x="8631203" y="2324577"/>
                  </a:lnTo>
                  <a:lnTo>
                    <a:pt x="8603143" y="2439949"/>
                  </a:lnTo>
                  <a:lnTo>
                    <a:pt x="8575089" y="2555036"/>
                  </a:lnTo>
                  <a:lnTo>
                    <a:pt x="8547054" y="2669311"/>
                  </a:lnTo>
                  <a:lnTo>
                    <a:pt x="8519046" y="2782260"/>
                  </a:lnTo>
                  <a:lnTo>
                    <a:pt x="8491071" y="2893397"/>
                  </a:lnTo>
                  <a:lnTo>
                    <a:pt x="8463130" y="3002266"/>
                  </a:lnTo>
                  <a:lnTo>
                    <a:pt x="8435217" y="3108456"/>
                  </a:lnTo>
                  <a:lnTo>
                    <a:pt x="8407318" y="3211599"/>
                  </a:lnTo>
                  <a:lnTo>
                    <a:pt x="8379412" y="3311379"/>
                  </a:lnTo>
                  <a:lnTo>
                    <a:pt x="8351467" y="3407536"/>
                  </a:lnTo>
                  <a:lnTo>
                    <a:pt x="8323440" y="3499861"/>
                  </a:lnTo>
                  <a:lnTo>
                    <a:pt x="8295274" y="3588202"/>
                  </a:lnTo>
                  <a:lnTo>
                    <a:pt x="8266903" y="3672461"/>
                  </a:lnTo>
                  <a:lnTo>
                    <a:pt x="8238241" y="3752589"/>
                  </a:lnTo>
                  <a:lnTo>
                    <a:pt x="8209188" y="3828586"/>
                  </a:lnTo>
                  <a:lnTo>
                    <a:pt x="8179625" y="3900494"/>
                  </a:lnTo>
                  <a:lnTo>
                    <a:pt x="8151487" y="3963904"/>
                  </a:lnTo>
                  <a:lnTo>
                    <a:pt x="8108984" y="4050570"/>
                  </a:lnTo>
                  <a:lnTo>
                    <a:pt x="8064519" y="4129855"/>
                  </a:lnTo>
                  <a:lnTo>
                    <a:pt x="8017553" y="4202008"/>
                  </a:lnTo>
                  <a:lnTo>
                    <a:pt x="7967494" y="4267519"/>
                  </a:lnTo>
                  <a:lnTo>
                    <a:pt x="7913728" y="4326981"/>
                  </a:lnTo>
                  <a:lnTo>
                    <a:pt x="7855649" y="4381007"/>
                  </a:lnTo>
                  <a:lnTo>
                    <a:pt x="7792700" y="4430179"/>
                  </a:lnTo>
                  <a:lnTo>
                    <a:pt x="7724423" y="4475014"/>
                  </a:lnTo>
                  <a:lnTo>
                    <a:pt x="7650526" y="4515943"/>
                  </a:lnTo>
                  <a:lnTo>
                    <a:pt x="7570970" y="4553304"/>
                  </a:lnTo>
                  <a:lnTo>
                    <a:pt x="7486074" y="4587337"/>
                  </a:lnTo>
                  <a:lnTo>
                    <a:pt x="7396627" y="4618180"/>
                  </a:lnTo>
                  <a:lnTo>
                    <a:pt x="7303989" y="4645886"/>
                  </a:lnTo>
                  <a:lnTo>
                    <a:pt x="7210146" y="4670433"/>
                  </a:lnTo>
                  <a:lnTo>
                    <a:pt x="7117689" y="4691760"/>
                  </a:lnTo>
                  <a:lnTo>
                    <a:pt x="7029660" y="4709805"/>
                  </a:lnTo>
                  <a:lnTo>
                    <a:pt x="6949274" y="4724551"/>
                  </a:lnTo>
                  <a:lnTo>
                    <a:pt x="6879502" y="4736076"/>
                  </a:lnTo>
                  <a:lnTo>
                    <a:pt x="6822628" y="4744580"/>
                  </a:lnTo>
                  <a:lnTo>
                    <a:pt x="6779842" y="4750395"/>
                  </a:lnTo>
                  <a:lnTo>
                    <a:pt x="6750991" y="4753973"/>
                  </a:lnTo>
                  <a:lnTo>
                    <a:pt x="6734531" y="4755841"/>
                  </a:lnTo>
                  <a:lnTo>
                    <a:pt x="6727630" y="4756560"/>
                  </a:lnTo>
                  <a:lnTo>
                    <a:pt x="6726345" y="4756684"/>
                  </a:lnTo>
                  <a:lnTo>
                    <a:pt x="6726343" y="4756685"/>
                  </a:lnTo>
                  <a:lnTo>
                    <a:pt x="5254955" y="4756685"/>
                  </a:lnTo>
                  <a:lnTo>
                    <a:pt x="5253820" y="4756615"/>
                  </a:lnTo>
                  <a:lnTo>
                    <a:pt x="5246359" y="4756120"/>
                  </a:lnTo>
                  <a:lnTo>
                    <a:pt x="5227548" y="4754753"/>
                  </a:lnTo>
                  <a:lnTo>
                    <a:pt x="5193911" y="4752060"/>
                  </a:lnTo>
                  <a:lnTo>
                    <a:pt x="5143766" y="4747624"/>
                  </a:lnTo>
                  <a:lnTo>
                    <a:pt x="5077350" y="4741101"/>
                  </a:lnTo>
                  <a:lnTo>
                    <a:pt x="4996674" y="4732258"/>
                  </a:lnTo>
                  <a:lnTo>
                    <a:pt x="4905058" y="4720975"/>
                  </a:lnTo>
                  <a:lnTo>
                    <a:pt x="4806496" y="4707230"/>
                  </a:lnTo>
                  <a:lnTo>
                    <a:pt x="4704995" y="4691063"/>
                  </a:lnTo>
                  <a:lnTo>
                    <a:pt x="4604070" y="4672526"/>
                  </a:lnTo>
                  <a:lnTo>
                    <a:pt x="4506450" y="4651647"/>
                  </a:lnTo>
                  <a:lnTo>
                    <a:pt x="4413998" y="4628395"/>
                  </a:lnTo>
                  <a:lnTo>
                    <a:pt x="4327779" y="4602663"/>
                  </a:lnTo>
                  <a:lnTo>
                    <a:pt x="4248204" y="4574259"/>
                  </a:lnTo>
                  <a:lnTo>
                    <a:pt x="4175195" y="4542902"/>
                  </a:lnTo>
                  <a:lnTo>
                    <a:pt x="4108341" y="4508232"/>
                  </a:lnTo>
                  <a:lnTo>
                    <a:pt x="4047024" y="4469817"/>
                  </a:lnTo>
                  <a:lnTo>
                    <a:pt x="3990508" y="4427174"/>
                  </a:lnTo>
                  <a:lnTo>
                    <a:pt x="3938014" y="4379809"/>
                  </a:lnTo>
                  <a:lnTo>
                    <a:pt x="3888772" y="4327276"/>
                  </a:lnTo>
                  <a:lnTo>
                    <a:pt x="3842063" y="4269277"/>
                  </a:lnTo>
                  <a:lnTo>
                    <a:pt x="3829811" y="4252683"/>
                  </a:lnTo>
                  <a:lnTo>
                    <a:pt x="3793104" y="4199477"/>
                  </a:lnTo>
                  <a:lnTo>
                    <a:pt x="3757305" y="4142457"/>
                  </a:lnTo>
                  <a:lnTo>
                    <a:pt x="3722173" y="4081545"/>
                  </a:lnTo>
                  <a:lnTo>
                    <a:pt x="3687513" y="4016723"/>
                  </a:lnTo>
                  <a:lnTo>
                    <a:pt x="3653166" y="3948038"/>
                  </a:lnTo>
                  <a:lnTo>
                    <a:pt x="3619010" y="3875607"/>
                  </a:lnTo>
                  <a:lnTo>
                    <a:pt x="3584950" y="3799623"/>
                  </a:lnTo>
                  <a:lnTo>
                    <a:pt x="3550919" y="3720357"/>
                  </a:lnTo>
                  <a:lnTo>
                    <a:pt x="3516872" y="3638156"/>
                  </a:lnTo>
                  <a:lnTo>
                    <a:pt x="3482782" y="3553438"/>
                  </a:lnTo>
                  <a:lnTo>
                    <a:pt x="3448642" y="3466689"/>
                  </a:lnTo>
                  <a:lnTo>
                    <a:pt x="3414456" y="3378446"/>
                  </a:lnTo>
                  <a:lnTo>
                    <a:pt x="3380239" y="3289291"/>
                  </a:lnTo>
                  <a:lnTo>
                    <a:pt x="3346011" y="3199829"/>
                  </a:lnTo>
                  <a:lnTo>
                    <a:pt x="3311794" y="3110676"/>
                  </a:lnTo>
                  <a:lnTo>
                    <a:pt x="3277609" y="3022437"/>
                  </a:lnTo>
                  <a:lnTo>
                    <a:pt x="3243469" y="2935692"/>
                  </a:lnTo>
                  <a:lnTo>
                    <a:pt x="3209379" y="2850981"/>
                  </a:lnTo>
                  <a:lnTo>
                    <a:pt x="3175332" y="2768787"/>
                  </a:lnTo>
                  <a:lnTo>
                    <a:pt x="3141301" y="2689529"/>
                  </a:lnTo>
                  <a:lnTo>
                    <a:pt x="3107241" y="2613555"/>
                  </a:lnTo>
                  <a:lnTo>
                    <a:pt x="3073084" y="2541133"/>
                  </a:lnTo>
                  <a:lnTo>
                    <a:pt x="3038737" y="2472458"/>
                  </a:lnTo>
                  <a:lnTo>
                    <a:pt x="3004076" y="2407646"/>
                  </a:lnTo>
                  <a:lnTo>
                    <a:pt x="2968942" y="2346745"/>
                  </a:lnTo>
                  <a:lnTo>
                    <a:pt x="2933142" y="2289736"/>
                  </a:lnTo>
                  <a:lnTo>
                    <a:pt x="2896531" y="2236677"/>
                  </a:lnTo>
                  <a:lnTo>
                    <a:pt x="2850394" y="2177188"/>
                  </a:lnTo>
                  <a:lnTo>
                    <a:pt x="2801903" y="2123200"/>
                  </a:lnTo>
                  <a:lnTo>
                    <a:pt x="2750361" y="2074480"/>
                  </a:lnTo>
                  <a:lnTo>
                    <a:pt x="2695008" y="2030611"/>
                  </a:lnTo>
                  <a:lnTo>
                    <a:pt x="2635061" y="1991104"/>
                  </a:lnTo>
                  <a:lnTo>
                    <a:pt x="2569769" y="1955468"/>
                  </a:lnTo>
                  <a:lnTo>
                    <a:pt x="2498472" y="1923257"/>
                  </a:lnTo>
                  <a:lnTo>
                    <a:pt x="2420692" y="1894087"/>
                  </a:lnTo>
                  <a:lnTo>
                    <a:pt x="2336249" y="1867656"/>
                  </a:lnTo>
                  <a:lnTo>
                    <a:pt x="2245404" y="1843749"/>
                  </a:lnTo>
                  <a:lnTo>
                    <a:pt x="2149030" y="1822236"/>
                  </a:lnTo>
                  <a:lnTo>
                    <a:pt x="2048764" y="1803066"/>
                  </a:lnTo>
                  <a:lnTo>
                    <a:pt x="1947102" y="1786255"/>
                  </a:lnTo>
                  <a:lnTo>
                    <a:pt x="1847365" y="1771852"/>
                  </a:lnTo>
                  <a:lnTo>
                    <a:pt x="1753470" y="1759903"/>
                  </a:lnTo>
                  <a:lnTo>
                    <a:pt x="1669474" y="1750409"/>
                  </a:lnTo>
                  <a:lnTo>
                    <a:pt x="1598948" y="1743278"/>
                  </a:lnTo>
                  <a:lnTo>
                    <a:pt x="1544310" y="1738309"/>
                  </a:lnTo>
                  <a:lnTo>
                    <a:pt x="1506305" y="1735185"/>
                  </a:lnTo>
                  <a:lnTo>
                    <a:pt x="1483766" y="1733503"/>
                  </a:lnTo>
                  <a:lnTo>
                    <a:pt x="1473677" y="1732818"/>
                  </a:lnTo>
                  <a:lnTo>
                    <a:pt x="1471410" y="1732676"/>
                  </a:lnTo>
                  <a:lnTo>
                    <a:pt x="1471387" y="1732675"/>
                  </a:lnTo>
                  <a:lnTo>
                    <a:pt x="0" y="173267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0" name="pg200"/>
            <p:cNvSpPr/>
            <p:nvPr/>
          </p:nvSpPr>
          <p:spPr>
            <a:xfrm>
              <a:off x="4799595" y="4513909"/>
              <a:ext cx="11981298" cy="4135537"/>
            </a:xfrm>
            <a:custGeom>
              <a:avLst/>
              <a:pathLst>
                <a:path w="11981298" h="4135537">
                  <a:moveTo>
                    <a:pt x="0" y="1103354"/>
                  </a:moveTo>
                  <a:lnTo>
                    <a:pt x="1471387" y="1103354"/>
                  </a:lnTo>
                  <a:lnTo>
                    <a:pt x="1472521" y="1103424"/>
                  </a:lnTo>
                  <a:lnTo>
                    <a:pt x="1479980" y="1103920"/>
                  </a:lnTo>
                  <a:lnTo>
                    <a:pt x="1498783" y="1105290"/>
                  </a:lnTo>
                  <a:lnTo>
                    <a:pt x="1532406" y="1107989"/>
                  </a:lnTo>
                  <a:lnTo>
                    <a:pt x="1582532" y="1112435"/>
                  </a:lnTo>
                  <a:lnTo>
                    <a:pt x="1648925" y="1118973"/>
                  </a:lnTo>
                  <a:lnTo>
                    <a:pt x="1729577" y="1127836"/>
                  </a:lnTo>
                  <a:lnTo>
                    <a:pt x="1821169" y="1139145"/>
                  </a:lnTo>
                  <a:lnTo>
                    <a:pt x="1919710" y="1152922"/>
                  </a:lnTo>
                  <a:lnTo>
                    <a:pt x="2021194" y="1169127"/>
                  </a:lnTo>
                  <a:lnTo>
                    <a:pt x="2122107" y="1187707"/>
                  </a:lnTo>
                  <a:lnTo>
                    <a:pt x="2219720" y="1208635"/>
                  </a:lnTo>
                  <a:lnTo>
                    <a:pt x="2312169" y="1231942"/>
                  </a:lnTo>
                  <a:lnTo>
                    <a:pt x="2398388" y="1257735"/>
                  </a:lnTo>
                  <a:lnTo>
                    <a:pt x="2477966" y="1286205"/>
                  </a:lnTo>
                  <a:lnTo>
                    <a:pt x="2550979" y="1317635"/>
                  </a:lnTo>
                  <a:lnTo>
                    <a:pt x="2617837" y="1352384"/>
                  </a:lnTo>
                  <a:lnTo>
                    <a:pt x="2679159" y="1390888"/>
                  </a:lnTo>
                  <a:lnTo>
                    <a:pt x="2735679" y="1433627"/>
                  </a:lnTo>
                  <a:lnTo>
                    <a:pt x="2788175" y="1481098"/>
                  </a:lnTo>
                  <a:lnTo>
                    <a:pt x="2837419" y="1533749"/>
                  </a:lnTo>
                  <a:lnTo>
                    <a:pt x="2884128" y="1591878"/>
                  </a:lnTo>
                  <a:lnTo>
                    <a:pt x="2896531" y="1608718"/>
                  </a:lnTo>
                  <a:lnTo>
                    <a:pt x="2933198" y="1662007"/>
                  </a:lnTo>
                  <a:lnTo>
                    <a:pt x="2968958" y="1719111"/>
                  </a:lnTo>
                  <a:lnTo>
                    <a:pt x="3004053" y="1780108"/>
                  </a:lnTo>
                  <a:lnTo>
                    <a:pt x="3038676" y="1845018"/>
                  </a:lnTo>
                  <a:lnTo>
                    <a:pt x="3072986" y="1913793"/>
                  </a:lnTo>
                  <a:lnTo>
                    <a:pt x="3107105" y="1986317"/>
                  </a:lnTo>
                  <a:lnTo>
                    <a:pt x="3141127" y="2062397"/>
                  </a:lnTo>
                  <a:lnTo>
                    <a:pt x="3175120" y="2141763"/>
                  </a:lnTo>
                  <a:lnTo>
                    <a:pt x="3209130" y="2224069"/>
                  </a:lnTo>
                  <a:lnTo>
                    <a:pt x="3243181" y="2308897"/>
                  </a:lnTo>
                  <a:lnTo>
                    <a:pt x="3277282" y="2395763"/>
                  </a:lnTo>
                  <a:lnTo>
                    <a:pt x="3311430" y="2484130"/>
                  </a:lnTo>
                  <a:lnTo>
                    <a:pt x="3345608" y="2573418"/>
                  </a:lnTo>
                  <a:lnTo>
                    <a:pt x="3379798" y="2663022"/>
                  </a:lnTo>
                  <a:lnTo>
                    <a:pt x="3413978" y="2752327"/>
                  </a:lnTo>
                  <a:lnTo>
                    <a:pt x="3448126" y="2840727"/>
                  </a:lnTo>
                  <a:lnTo>
                    <a:pt x="3482229" y="2927642"/>
                  </a:lnTo>
                  <a:lnTo>
                    <a:pt x="3516281" y="3012533"/>
                  </a:lnTo>
                  <a:lnTo>
                    <a:pt x="3550292" y="3094914"/>
                  </a:lnTo>
                  <a:lnTo>
                    <a:pt x="3584285" y="3174365"/>
                  </a:lnTo>
                  <a:lnTo>
                    <a:pt x="3618306" y="3250538"/>
                  </a:lnTo>
                  <a:lnTo>
                    <a:pt x="3652421" y="3323162"/>
                  </a:lnTo>
                  <a:lnTo>
                    <a:pt x="3686724" y="3392042"/>
                  </a:lnTo>
                  <a:lnTo>
                    <a:pt x="3721337" y="3457059"/>
                  </a:lnTo>
                  <a:lnTo>
                    <a:pt x="3756416" y="3518163"/>
                  </a:lnTo>
                  <a:lnTo>
                    <a:pt x="3792155" y="3575373"/>
                  </a:lnTo>
                  <a:lnTo>
                    <a:pt x="3828793" y="3628765"/>
                  </a:lnTo>
                  <a:lnTo>
                    <a:pt x="3829811" y="3630173"/>
                  </a:lnTo>
                  <a:lnTo>
                    <a:pt x="3875941" y="3689814"/>
                  </a:lnTo>
                  <a:lnTo>
                    <a:pt x="3924424" y="3743941"/>
                  </a:lnTo>
                  <a:lnTo>
                    <a:pt x="3975957" y="3792787"/>
                  </a:lnTo>
                  <a:lnTo>
                    <a:pt x="4031300" y="3836770"/>
                  </a:lnTo>
                  <a:lnTo>
                    <a:pt x="4091234" y="3876381"/>
                  </a:lnTo>
                  <a:lnTo>
                    <a:pt x="4156512" y="3912111"/>
                  </a:lnTo>
                  <a:lnTo>
                    <a:pt x="4227792" y="3944408"/>
                  </a:lnTo>
                  <a:lnTo>
                    <a:pt x="4305552" y="3973655"/>
                  </a:lnTo>
                  <a:lnTo>
                    <a:pt x="4389975" y="4000156"/>
                  </a:lnTo>
                  <a:lnTo>
                    <a:pt x="4480797" y="4024128"/>
                  </a:lnTo>
                  <a:lnTo>
                    <a:pt x="4577149" y="4045700"/>
                  </a:lnTo>
                  <a:lnTo>
                    <a:pt x="4677395" y="4064923"/>
                  </a:lnTo>
                  <a:lnTo>
                    <a:pt x="4779042" y="4081781"/>
                  </a:lnTo>
                  <a:lnTo>
                    <a:pt x="4878772" y="4096226"/>
                  </a:lnTo>
                  <a:lnTo>
                    <a:pt x="4972670" y="4108211"/>
                  </a:lnTo>
                  <a:lnTo>
                    <a:pt x="5056681" y="4117735"/>
                  </a:lnTo>
                  <a:lnTo>
                    <a:pt x="5127233" y="4124889"/>
                  </a:lnTo>
                  <a:lnTo>
                    <a:pt x="5181907" y="4129877"/>
                  </a:lnTo>
                  <a:lnTo>
                    <a:pt x="5219951" y="4133014"/>
                  </a:lnTo>
                  <a:lnTo>
                    <a:pt x="5242529" y="4134703"/>
                  </a:lnTo>
                  <a:lnTo>
                    <a:pt x="5252649" y="4135392"/>
                  </a:lnTo>
                  <a:lnTo>
                    <a:pt x="5254955" y="4135537"/>
                  </a:lnTo>
                  <a:lnTo>
                    <a:pt x="6726343" y="4135537"/>
                  </a:lnTo>
                  <a:lnTo>
                    <a:pt x="6727277" y="4135459"/>
                  </a:lnTo>
                  <a:lnTo>
                    <a:pt x="6733448" y="4134906"/>
                  </a:lnTo>
                  <a:lnTo>
                    <a:pt x="6749091" y="4133378"/>
                  </a:lnTo>
                  <a:lnTo>
                    <a:pt x="6777278" y="4130366"/>
                  </a:lnTo>
                  <a:lnTo>
                    <a:pt x="6819738" y="4125389"/>
                  </a:lnTo>
                  <a:lnTo>
                    <a:pt x="6876724" y="4118032"/>
                  </a:lnTo>
                  <a:lnTo>
                    <a:pt x="6947061" y="4107987"/>
                  </a:lnTo>
                  <a:lnTo>
                    <a:pt x="7028405" y="4095070"/>
                  </a:lnTo>
                  <a:lnTo>
                    <a:pt x="7117661" y="4079207"/>
                  </a:lnTo>
                  <a:lnTo>
                    <a:pt x="7211477" y="4060413"/>
                  </a:lnTo>
                  <a:lnTo>
                    <a:pt x="7306678" y="4038744"/>
                  </a:lnTo>
                  <a:lnTo>
                    <a:pt x="7400574" y="4014256"/>
                  </a:lnTo>
                  <a:lnTo>
                    <a:pt x="7491112" y="3986964"/>
                  </a:lnTo>
                  <a:lnTo>
                    <a:pt x="7576906" y="3956820"/>
                  </a:lnTo>
                  <a:lnTo>
                    <a:pt x="7657166" y="3923689"/>
                  </a:lnTo>
                  <a:lnTo>
                    <a:pt x="7731594" y="3887350"/>
                  </a:lnTo>
                  <a:lnTo>
                    <a:pt x="7800258" y="3847487"/>
                  </a:lnTo>
                  <a:lnTo>
                    <a:pt x="7863485" y="3803700"/>
                  </a:lnTo>
                  <a:lnTo>
                    <a:pt x="7921771" y="3755513"/>
                  </a:lnTo>
                  <a:lnTo>
                    <a:pt x="7975706" y="3702393"/>
                  </a:lnTo>
                  <a:lnTo>
                    <a:pt x="8025926" y="3643784"/>
                  </a:lnTo>
                  <a:lnTo>
                    <a:pt x="8073072" y="3579158"/>
                  </a:lnTo>
                  <a:lnTo>
                    <a:pt x="8117753" y="3508101"/>
                  </a:lnTo>
                  <a:lnTo>
                    <a:pt x="8151487" y="3447643"/>
                  </a:lnTo>
                  <a:lnTo>
                    <a:pt x="8183639" y="3384426"/>
                  </a:lnTo>
                  <a:lnTo>
                    <a:pt x="8215072" y="3317243"/>
                  </a:lnTo>
                  <a:lnTo>
                    <a:pt x="8245953" y="3246013"/>
                  </a:lnTo>
                  <a:lnTo>
                    <a:pt x="8276421" y="3170701"/>
                  </a:lnTo>
                  <a:lnTo>
                    <a:pt x="8306593" y="3091321"/>
                  </a:lnTo>
                  <a:lnTo>
                    <a:pt x="8336563" y="3007945"/>
                  </a:lnTo>
                  <a:lnTo>
                    <a:pt x="8366408" y="2920701"/>
                  </a:lnTo>
                  <a:lnTo>
                    <a:pt x="8396186" y="2829778"/>
                  </a:lnTo>
                  <a:lnTo>
                    <a:pt x="8425943" y="2735427"/>
                  </a:lnTo>
                  <a:lnTo>
                    <a:pt x="8455710" y="2637959"/>
                  </a:lnTo>
                  <a:lnTo>
                    <a:pt x="8485505" y="2537745"/>
                  </a:lnTo>
                  <a:lnTo>
                    <a:pt x="8515337" y="2435210"/>
                  </a:lnTo>
                  <a:lnTo>
                    <a:pt x="8545208" y="2330823"/>
                  </a:lnTo>
                  <a:lnTo>
                    <a:pt x="8575110" y="2225097"/>
                  </a:lnTo>
                  <a:lnTo>
                    <a:pt x="8605033" y="2118568"/>
                  </a:lnTo>
                  <a:lnTo>
                    <a:pt x="8634963" y="2011794"/>
                  </a:lnTo>
                  <a:lnTo>
                    <a:pt x="8664884" y="1905336"/>
                  </a:lnTo>
                  <a:lnTo>
                    <a:pt x="8694783" y="1799748"/>
                  </a:lnTo>
                  <a:lnTo>
                    <a:pt x="8724649" y="1695566"/>
                  </a:lnTo>
                  <a:lnTo>
                    <a:pt x="8754477" y="1593296"/>
                  </a:lnTo>
                  <a:lnTo>
                    <a:pt x="8784267" y="1493403"/>
                  </a:lnTo>
                  <a:lnTo>
                    <a:pt x="8814031" y="1396306"/>
                  </a:lnTo>
                  <a:lnTo>
                    <a:pt x="8843789" y="1302368"/>
                  </a:lnTo>
                  <a:lnTo>
                    <a:pt x="8873573" y="1211892"/>
                  </a:lnTo>
                  <a:lnTo>
                    <a:pt x="8903430" y="1125122"/>
                  </a:lnTo>
                  <a:lnTo>
                    <a:pt x="8933421" y="1042240"/>
                  </a:lnTo>
                  <a:lnTo>
                    <a:pt x="8963624" y="963367"/>
                  </a:lnTo>
                  <a:lnTo>
                    <a:pt x="8994137" y="888565"/>
                  </a:lnTo>
                  <a:lnTo>
                    <a:pt x="9025079" y="817844"/>
                  </a:lnTo>
                  <a:lnTo>
                    <a:pt x="9056592" y="751162"/>
                  </a:lnTo>
                  <a:lnTo>
                    <a:pt x="9084767" y="696067"/>
                  </a:lnTo>
                  <a:lnTo>
                    <a:pt x="9127900" y="619822"/>
                  </a:lnTo>
                  <a:lnTo>
                    <a:pt x="9173060" y="550168"/>
                  </a:lnTo>
                  <a:lnTo>
                    <a:pt x="9220812" y="486872"/>
                  </a:lnTo>
                  <a:lnTo>
                    <a:pt x="9271774" y="429486"/>
                  </a:lnTo>
                  <a:lnTo>
                    <a:pt x="9326589" y="377470"/>
                  </a:lnTo>
                  <a:lnTo>
                    <a:pt x="9385887" y="330270"/>
                  </a:lnTo>
                  <a:lnTo>
                    <a:pt x="9450242" y="287362"/>
                  </a:lnTo>
                  <a:lnTo>
                    <a:pt x="9520121" y="248285"/>
                  </a:lnTo>
                  <a:lnTo>
                    <a:pt x="9595804" y="212657"/>
                  </a:lnTo>
                  <a:lnTo>
                    <a:pt x="9677291" y="180182"/>
                  </a:lnTo>
                  <a:lnTo>
                    <a:pt x="9764187" y="150657"/>
                  </a:lnTo>
                  <a:lnTo>
                    <a:pt x="9855584" y="123968"/>
                  </a:lnTo>
                  <a:lnTo>
                    <a:pt x="9949955" y="100081"/>
                  </a:lnTo>
                  <a:lnTo>
                    <a:pt x="10045106" y="79023"/>
                  </a:lnTo>
                  <a:lnTo>
                    <a:pt x="10138224" y="60854"/>
                  </a:lnTo>
                  <a:lnTo>
                    <a:pt x="10226064" y="45623"/>
                  </a:lnTo>
                  <a:lnTo>
                    <a:pt x="10305291" y="33331"/>
                  </a:lnTo>
                  <a:lnTo>
                    <a:pt x="10372930" y="23883"/>
                  </a:lnTo>
                  <a:lnTo>
                    <a:pt x="10426854" y="17066"/>
                  </a:lnTo>
                  <a:lnTo>
                    <a:pt x="10466182" y="12547"/>
                  </a:lnTo>
                  <a:lnTo>
                    <a:pt x="10491487" y="9896"/>
                  </a:lnTo>
                  <a:lnTo>
                    <a:pt x="10504798" y="8620"/>
                  </a:lnTo>
                  <a:lnTo>
                    <a:pt x="10509452" y="8210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8976" y="77"/>
                  </a:lnTo>
                  <a:lnTo>
                    <a:pt x="10502805" y="630"/>
                  </a:lnTo>
                  <a:lnTo>
                    <a:pt x="10487163" y="2158"/>
                  </a:lnTo>
                  <a:lnTo>
                    <a:pt x="10458975" y="5170"/>
                  </a:lnTo>
                  <a:lnTo>
                    <a:pt x="10416516" y="10147"/>
                  </a:lnTo>
                  <a:lnTo>
                    <a:pt x="10359530" y="17504"/>
                  </a:lnTo>
                  <a:lnTo>
                    <a:pt x="10289192" y="27549"/>
                  </a:lnTo>
                  <a:lnTo>
                    <a:pt x="10207848" y="40467"/>
                  </a:lnTo>
                  <a:lnTo>
                    <a:pt x="10118593" y="56329"/>
                  </a:lnTo>
                  <a:lnTo>
                    <a:pt x="10024776" y="75123"/>
                  </a:lnTo>
                  <a:lnTo>
                    <a:pt x="9929575" y="96792"/>
                  </a:lnTo>
                  <a:lnTo>
                    <a:pt x="9835680" y="121280"/>
                  </a:lnTo>
                  <a:lnTo>
                    <a:pt x="9745141" y="148572"/>
                  </a:lnTo>
                  <a:lnTo>
                    <a:pt x="9659347" y="178716"/>
                  </a:lnTo>
                  <a:lnTo>
                    <a:pt x="9579087" y="211847"/>
                  </a:lnTo>
                  <a:lnTo>
                    <a:pt x="9504659" y="248186"/>
                  </a:lnTo>
                  <a:lnTo>
                    <a:pt x="9435996" y="288049"/>
                  </a:lnTo>
                  <a:lnTo>
                    <a:pt x="9372768" y="331836"/>
                  </a:lnTo>
                  <a:lnTo>
                    <a:pt x="9314483" y="380023"/>
                  </a:lnTo>
                  <a:lnTo>
                    <a:pt x="9260547" y="433143"/>
                  </a:lnTo>
                  <a:lnTo>
                    <a:pt x="9210327" y="491752"/>
                  </a:lnTo>
                  <a:lnTo>
                    <a:pt x="9163181" y="556378"/>
                  </a:lnTo>
                  <a:lnTo>
                    <a:pt x="9118501" y="627435"/>
                  </a:lnTo>
                  <a:lnTo>
                    <a:pt x="9084767" y="687894"/>
                  </a:lnTo>
                  <a:lnTo>
                    <a:pt x="9052614" y="751110"/>
                  </a:lnTo>
                  <a:lnTo>
                    <a:pt x="9021181" y="818293"/>
                  </a:lnTo>
                  <a:lnTo>
                    <a:pt x="8990301" y="889523"/>
                  </a:lnTo>
                  <a:lnTo>
                    <a:pt x="8959832" y="964835"/>
                  </a:lnTo>
                  <a:lnTo>
                    <a:pt x="8929660" y="1044215"/>
                  </a:lnTo>
                  <a:lnTo>
                    <a:pt x="8899690" y="1127591"/>
                  </a:lnTo>
                  <a:lnTo>
                    <a:pt x="8869846" y="1214835"/>
                  </a:lnTo>
                  <a:lnTo>
                    <a:pt x="8840067" y="1305758"/>
                  </a:lnTo>
                  <a:lnTo>
                    <a:pt x="8810310" y="1400110"/>
                  </a:lnTo>
                  <a:lnTo>
                    <a:pt x="8780544" y="1497577"/>
                  </a:lnTo>
                  <a:lnTo>
                    <a:pt x="8750749" y="1597791"/>
                  </a:lnTo>
                  <a:lnTo>
                    <a:pt x="8720916" y="1700327"/>
                  </a:lnTo>
                  <a:lnTo>
                    <a:pt x="8691046" y="1804713"/>
                  </a:lnTo>
                  <a:lnTo>
                    <a:pt x="8661143" y="1910439"/>
                  </a:lnTo>
                  <a:lnTo>
                    <a:pt x="8631220" y="2016968"/>
                  </a:lnTo>
                  <a:lnTo>
                    <a:pt x="8601290" y="2123742"/>
                  </a:lnTo>
                  <a:lnTo>
                    <a:pt x="8571369" y="2230200"/>
                  </a:lnTo>
                  <a:lnTo>
                    <a:pt x="8541470" y="2335788"/>
                  </a:lnTo>
                  <a:lnTo>
                    <a:pt x="8511604" y="2439970"/>
                  </a:lnTo>
                  <a:lnTo>
                    <a:pt x="8481777" y="2542240"/>
                  </a:lnTo>
                  <a:lnTo>
                    <a:pt x="8451986" y="2642133"/>
                  </a:lnTo>
                  <a:lnTo>
                    <a:pt x="8422222" y="2739230"/>
                  </a:lnTo>
                  <a:lnTo>
                    <a:pt x="8392464" y="2833169"/>
                  </a:lnTo>
                  <a:lnTo>
                    <a:pt x="8362680" y="2923644"/>
                  </a:lnTo>
                  <a:lnTo>
                    <a:pt x="8332823" y="3010414"/>
                  </a:lnTo>
                  <a:lnTo>
                    <a:pt x="8302833" y="3093296"/>
                  </a:lnTo>
                  <a:lnTo>
                    <a:pt x="8272629" y="3172169"/>
                  </a:lnTo>
                  <a:lnTo>
                    <a:pt x="8242116" y="3246971"/>
                  </a:lnTo>
                  <a:lnTo>
                    <a:pt x="8211175" y="3317692"/>
                  </a:lnTo>
                  <a:lnTo>
                    <a:pt x="8179662" y="3384374"/>
                  </a:lnTo>
                  <a:lnTo>
                    <a:pt x="8151487" y="3439470"/>
                  </a:lnTo>
                  <a:lnTo>
                    <a:pt x="8108354" y="3515715"/>
                  </a:lnTo>
                  <a:lnTo>
                    <a:pt x="8063193" y="3585368"/>
                  </a:lnTo>
                  <a:lnTo>
                    <a:pt x="8015442" y="3648665"/>
                  </a:lnTo>
                  <a:lnTo>
                    <a:pt x="7964479" y="3706050"/>
                  </a:lnTo>
                  <a:lnTo>
                    <a:pt x="7909664" y="3758066"/>
                  </a:lnTo>
                  <a:lnTo>
                    <a:pt x="7850366" y="3805267"/>
                  </a:lnTo>
                  <a:lnTo>
                    <a:pt x="7786011" y="3848175"/>
                  </a:lnTo>
                  <a:lnTo>
                    <a:pt x="7716132" y="3887251"/>
                  </a:lnTo>
                  <a:lnTo>
                    <a:pt x="7640449" y="3922879"/>
                  </a:lnTo>
                  <a:lnTo>
                    <a:pt x="7558962" y="3955354"/>
                  </a:lnTo>
                  <a:lnTo>
                    <a:pt x="7472066" y="3984879"/>
                  </a:lnTo>
                  <a:lnTo>
                    <a:pt x="7380669" y="4011568"/>
                  </a:lnTo>
                  <a:lnTo>
                    <a:pt x="7286298" y="4035455"/>
                  </a:lnTo>
                  <a:lnTo>
                    <a:pt x="7191147" y="4056513"/>
                  </a:lnTo>
                  <a:lnTo>
                    <a:pt x="7098029" y="4074682"/>
                  </a:lnTo>
                  <a:lnTo>
                    <a:pt x="7010189" y="4089913"/>
                  </a:lnTo>
                  <a:lnTo>
                    <a:pt x="6930963" y="4102205"/>
                  </a:lnTo>
                  <a:lnTo>
                    <a:pt x="6863324" y="4111653"/>
                  </a:lnTo>
                  <a:lnTo>
                    <a:pt x="6809399" y="4118470"/>
                  </a:lnTo>
                  <a:lnTo>
                    <a:pt x="6770071" y="4122989"/>
                  </a:lnTo>
                  <a:lnTo>
                    <a:pt x="6744767" y="4125640"/>
                  </a:lnTo>
                  <a:lnTo>
                    <a:pt x="6731455" y="4126916"/>
                  </a:lnTo>
                  <a:lnTo>
                    <a:pt x="6726801" y="4127326"/>
                  </a:lnTo>
                  <a:lnTo>
                    <a:pt x="6726343" y="4127364"/>
                  </a:lnTo>
                  <a:lnTo>
                    <a:pt x="5254955" y="4127364"/>
                  </a:lnTo>
                  <a:lnTo>
                    <a:pt x="5253821" y="4127294"/>
                  </a:lnTo>
                  <a:lnTo>
                    <a:pt x="5246362" y="4126798"/>
                  </a:lnTo>
                  <a:lnTo>
                    <a:pt x="5227559" y="4125427"/>
                  </a:lnTo>
                  <a:lnTo>
                    <a:pt x="5193936" y="4122729"/>
                  </a:lnTo>
                  <a:lnTo>
                    <a:pt x="5143810" y="4118282"/>
                  </a:lnTo>
                  <a:lnTo>
                    <a:pt x="5077417" y="4111745"/>
                  </a:lnTo>
                  <a:lnTo>
                    <a:pt x="4996765" y="4102882"/>
                  </a:lnTo>
                  <a:lnTo>
                    <a:pt x="4905173" y="4091572"/>
                  </a:lnTo>
                  <a:lnTo>
                    <a:pt x="4806632" y="4077796"/>
                  </a:lnTo>
                  <a:lnTo>
                    <a:pt x="4705148" y="4061591"/>
                  </a:lnTo>
                  <a:lnTo>
                    <a:pt x="4604235" y="4043011"/>
                  </a:lnTo>
                  <a:lnTo>
                    <a:pt x="4506622" y="4022083"/>
                  </a:lnTo>
                  <a:lnTo>
                    <a:pt x="4414173" y="3998776"/>
                  </a:lnTo>
                  <a:lnTo>
                    <a:pt x="4327954" y="3972983"/>
                  </a:lnTo>
                  <a:lnTo>
                    <a:pt x="4248376" y="3944512"/>
                  </a:lnTo>
                  <a:lnTo>
                    <a:pt x="4175363" y="3913083"/>
                  </a:lnTo>
                  <a:lnTo>
                    <a:pt x="4108505" y="3878333"/>
                  </a:lnTo>
                  <a:lnTo>
                    <a:pt x="4047183" y="3839830"/>
                  </a:lnTo>
                  <a:lnTo>
                    <a:pt x="3990663" y="3797091"/>
                  </a:lnTo>
                  <a:lnTo>
                    <a:pt x="3938167" y="3749620"/>
                  </a:lnTo>
                  <a:lnTo>
                    <a:pt x="3888923" y="3696969"/>
                  </a:lnTo>
                  <a:lnTo>
                    <a:pt x="3842214" y="3638840"/>
                  </a:lnTo>
                  <a:lnTo>
                    <a:pt x="3829811" y="3622000"/>
                  </a:lnTo>
                  <a:lnTo>
                    <a:pt x="3793144" y="3568711"/>
                  </a:lnTo>
                  <a:lnTo>
                    <a:pt x="3757384" y="3511607"/>
                  </a:lnTo>
                  <a:lnTo>
                    <a:pt x="3722289" y="3450610"/>
                  </a:lnTo>
                  <a:lnTo>
                    <a:pt x="3687666" y="3385700"/>
                  </a:lnTo>
                  <a:lnTo>
                    <a:pt x="3653356" y="3316925"/>
                  </a:lnTo>
                  <a:lnTo>
                    <a:pt x="3619237" y="3244401"/>
                  </a:lnTo>
                  <a:lnTo>
                    <a:pt x="3585215" y="3168321"/>
                  </a:lnTo>
                  <a:lnTo>
                    <a:pt x="3551222" y="3088955"/>
                  </a:lnTo>
                  <a:lnTo>
                    <a:pt x="3517212" y="3006649"/>
                  </a:lnTo>
                  <a:lnTo>
                    <a:pt x="3483161" y="2921821"/>
                  </a:lnTo>
                  <a:lnTo>
                    <a:pt x="3449060" y="2834955"/>
                  </a:lnTo>
                  <a:lnTo>
                    <a:pt x="3414913" y="2746588"/>
                  </a:lnTo>
                  <a:lnTo>
                    <a:pt x="3380734" y="2657299"/>
                  </a:lnTo>
                  <a:lnTo>
                    <a:pt x="3346544" y="2567696"/>
                  </a:lnTo>
                  <a:lnTo>
                    <a:pt x="3312364" y="2478391"/>
                  </a:lnTo>
                  <a:lnTo>
                    <a:pt x="3278216" y="2389991"/>
                  </a:lnTo>
                  <a:lnTo>
                    <a:pt x="3244113" y="2303076"/>
                  </a:lnTo>
                  <a:lnTo>
                    <a:pt x="3210061" y="2218185"/>
                  </a:lnTo>
                  <a:lnTo>
                    <a:pt x="3176050" y="2135804"/>
                  </a:lnTo>
                  <a:lnTo>
                    <a:pt x="3142057" y="2056353"/>
                  </a:lnTo>
                  <a:lnTo>
                    <a:pt x="3108037" y="1980180"/>
                  </a:lnTo>
                  <a:lnTo>
                    <a:pt x="3073921" y="1907555"/>
                  </a:lnTo>
                  <a:lnTo>
                    <a:pt x="3039618" y="1838676"/>
                  </a:lnTo>
                  <a:lnTo>
                    <a:pt x="3005005" y="1773659"/>
                  </a:lnTo>
                  <a:lnTo>
                    <a:pt x="2969927" y="1712555"/>
                  </a:lnTo>
                  <a:lnTo>
                    <a:pt x="2934187" y="1655345"/>
                  </a:lnTo>
                  <a:lnTo>
                    <a:pt x="2897549" y="1601953"/>
                  </a:lnTo>
                  <a:lnTo>
                    <a:pt x="2896531" y="1600545"/>
                  </a:lnTo>
                  <a:lnTo>
                    <a:pt x="2850402" y="1540904"/>
                  </a:lnTo>
                  <a:lnTo>
                    <a:pt x="2801918" y="1486777"/>
                  </a:lnTo>
                  <a:lnTo>
                    <a:pt x="2750385" y="1437931"/>
                  </a:lnTo>
                  <a:lnTo>
                    <a:pt x="2695043" y="1393948"/>
                  </a:lnTo>
                  <a:lnTo>
                    <a:pt x="2635108" y="1354337"/>
                  </a:lnTo>
                  <a:lnTo>
                    <a:pt x="2569830" y="1318607"/>
                  </a:lnTo>
                  <a:lnTo>
                    <a:pt x="2498550" y="1286310"/>
                  </a:lnTo>
                  <a:lnTo>
                    <a:pt x="2420790" y="1257063"/>
                  </a:lnTo>
                  <a:lnTo>
                    <a:pt x="2336367" y="1230561"/>
                  </a:lnTo>
                  <a:lnTo>
                    <a:pt x="2245545" y="1206590"/>
                  </a:lnTo>
                  <a:lnTo>
                    <a:pt x="2149193" y="1185018"/>
                  </a:lnTo>
                  <a:lnTo>
                    <a:pt x="2048947" y="1165795"/>
                  </a:lnTo>
                  <a:lnTo>
                    <a:pt x="1947300" y="1148937"/>
                  </a:lnTo>
                  <a:lnTo>
                    <a:pt x="1847570" y="1134492"/>
                  </a:lnTo>
                  <a:lnTo>
                    <a:pt x="1753672" y="1122507"/>
                  </a:lnTo>
                  <a:lnTo>
                    <a:pt x="1669661" y="1112983"/>
                  </a:lnTo>
                  <a:lnTo>
                    <a:pt x="1599109" y="1105829"/>
                  </a:lnTo>
                  <a:lnTo>
                    <a:pt x="1544435" y="1100841"/>
                  </a:lnTo>
                  <a:lnTo>
                    <a:pt x="1506391" y="1097704"/>
                  </a:lnTo>
                  <a:lnTo>
                    <a:pt x="1483813" y="1096015"/>
                  </a:lnTo>
                  <a:lnTo>
                    <a:pt x="1473694" y="1095325"/>
                  </a:lnTo>
                  <a:lnTo>
                    <a:pt x="1471387" y="1095181"/>
                  </a:lnTo>
                  <a:lnTo>
                    <a:pt x="0" y="1095181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201" name="pl201"/>
            <p:cNvSpPr/>
            <p:nvPr/>
          </p:nvSpPr>
          <p:spPr>
            <a:xfrm>
              <a:off x="4799595" y="4522082"/>
              <a:ext cx="11981298" cy="4127364"/>
            </a:xfrm>
            <a:custGeom>
              <a:avLst/>
              <a:pathLst>
                <a:path w="11981298" h="4127364">
                  <a:moveTo>
                    <a:pt x="0" y="1095181"/>
                  </a:moveTo>
                  <a:lnTo>
                    <a:pt x="1471387" y="1095181"/>
                  </a:lnTo>
                  <a:lnTo>
                    <a:pt x="1472521" y="1095251"/>
                  </a:lnTo>
                  <a:lnTo>
                    <a:pt x="1479980" y="1095747"/>
                  </a:lnTo>
                  <a:lnTo>
                    <a:pt x="1498783" y="1097117"/>
                  </a:lnTo>
                  <a:lnTo>
                    <a:pt x="1532406" y="1099816"/>
                  </a:lnTo>
                  <a:lnTo>
                    <a:pt x="1582532" y="1104262"/>
                  </a:lnTo>
                  <a:lnTo>
                    <a:pt x="1648925" y="1110800"/>
                  </a:lnTo>
                  <a:lnTo>
                    <a:pt x="1729577" y="1119663"/>
                  </a:lnTo>
                  <a:lnTo>
                    <a:pt x="1821169" y="1130972"/>
                  </a:lnTo>
                  <a:lnTo>
                    <a:pt x="1919710" y="1144749"/>
                  </a:lnTo>
                  <a:lnTo>
                    <a:pt x="2021194" y="1160954"/>
                  </a:lnTo>
                  <a:lnTo>
                    <a:pt x="2122107" y="1179534"/>
                  </a:lnTo>
                  <a:lnTo>
                    <a:pt x="2219720" y="1200462"/>
                  </a:lnTo>
                  <a:lnTo>
                    <a:pt x="2312169" y="1223769"/>
                  </a:lnTo>
                  <a:lnTo>
                    <a:pt x="2398388" y="1249562"/>
                  </a:lnTo>
                  <a:lnTo>
                    <a:pt x="2477966" y="1278032"/>
                  </a:lnTo>
                  <a:lnTo>
                    <a:pt x="2550979" y="1309462"/>
                  </a:lnTo>
                  <a:lnTo>
                    <a:pt x="2617837" y="1344211"/>
                  </a:lnTo>
                  <a:lnTo>
                    <a:pt x="2679159" y="1382715"/>
                  </a:lnTo>
                  <a:lnTo>
                    <a:pt x="2735679" y="1425454"/>
                  </a:lnTo>
                  <a:lnTo>
                    <a:pt x="2788175" y="1472925"/>
                  </a:lnTo>
                  <a:lnTo>
                    <a:pt x="2837419" y="1525576"/>
                  </a:lnTo>
                  <a:lnTo>
                    <a:pt x="2884128" y="1583705"/>
                  </a:lnTo>
                  <a:lnTo>
                    <a:pt x="2896531" y="1600545"/>
                  </a:lnTo>
                  <a:lnTo>
                    <a:pt x="2933198" y="1653834"/>
                  </a:lnTo>
                  <a:lnTo>
                    <a:pt x="2968958" y="1710938"/>
                  </a:lnTo>
                  <a:lnTo>
                    <a:pt x="3004053" y="1771935"/>
                  </a:lnTo>
                  <a:lnTo>
                    <a:pt x="3038676" y="1836845"/>
                  </a:lnTo>
                  <a:lnTo>
                    <a:pt x="3072986" y="1905620"/>
                  </a:lnTo>
                  <a:lnTo>
                    <a:pt x="3107105" y="1978144"/>
                  </a:lnTo>
                  <a:lnTo>
                    <a:pt x="3141127" y="2054224"/>
                  </a:lnTo>
                  <a:lnTo>
                    <a:pt x="3175120" y="2133590"/>
                  </a:lnTo>
                  <a:lnTo>
                    <a:pt x="3209130" y="2215896"/>
                  </a:lnTo>
                  <a:lnTo>
                    <a:pt x="3243181" y="2300724"/>
                  </a:lnTo>
                  <a:lnTo>
                    <a:pt x="3277282" y="2387590"/>
                  </a:lnTo>
                  <a:lnTo>
                    <a:pt x="3311430" y="2475957"/>
                  </a:lnTo>
                  <a:lnTo>
                    <a:pt x="3345608" y="2565245"/>
                  </a:lnTo>
                  <a:lnTo>
                    <a:pt x="3379798" y="2654849"/>
                  </a:lnTo>
                  <a:lnTo>
                    <a:pt x="3413978" y="2744154"/>
                  </a:lnTo>
                  <a:lnTo>
                    <a:pt x="3448126" y="2832554"/>
                  </a:lnTo>
                  <a:lnTo>
                    <a:pt x="3482229" y="2919469"/>
                  </a:lnTo>
                  <a:lnTo>
                    <a:pt x="3516281" y="3004360"/>
                  </a:lnTo>
                  <a:lnTo>
                    <a:pt x="3550292" y="3086741"/>
                  </a:lnTo>
                  <a:lnTo>
                    <a:pt x="3584285" y="3166192"/>
                  </a:lnTo>
                  <a:lnTo>
                    <a:pt x="3618306" y="3242365"/>
                  </a:lnTo>
                  <a:lnTo>
                    <a:pt x="3652421" y="3314989"/>
                  </a:lnTo>
                  <a:lnTo>
                    <a:pt x="3686724" y="3383869"/>
                  </a:lnTo>
                  <a:lnTo>
                    <a:pt x="3721337" y="3448886"/>
                  </a:lnTo>
                  <a:lnTo>
                    <a:pt x="3756416" y="3509990"/>
                  </a:lnTo>
                  <a:lnTo>
                    <a:pt x="3792155" y="3567200"/>
                  </a:lnTo>
                  <a:lnTo>
                    <a:pt x="3828793" y="3620592"/>
                  </a:lnTo>
                  <a:lnTo>
                    <a:pt x="3829811" y="3622000"/>
                  </a:lnTo>
                  <a:lnTo>
                    <a:pt x="3875941" y="3681641"/>
                  </a:lnTo>
                  <a:lnTo>
                    <a:pt x="3924424" y="3735768"/>
                  </a:lnTo>
                  <a:lnTo>
                    <a:pt x="3975957" y="3784614"/>
                  </a:lnTo>
                  <a:lnTo>
                    <a:pt x="4031300" y="3828597"/>
                  </a:lnTo>
                  <a:lnTo>
                    <a:pt x="4091234" y="3868208"/>
                  </a:lnTo>
                  <a:lnTo>
                    <a:pt x="4156512" y="3903938"/>
                  </a:lnTo>
                  <a:lnTo>
                    <a:pt x="4227792" y="3936235"/>
                  </a:lnTo>
                  <a:lnTo>
                    <a:pt x="4305552" y="3965482"/>
                  </a:lnTo>
                  <a:lnTo>
                    <a:pt x="4389975" y="3991983"/>
                  </a:lnTo>
                  <a:lnTo>
                    <a:pt x="4480797" y="4015955"/>
                  </a:lnTo>
                  <a:lnTo>
                    <a:pt x="4577149" y="4037527"/>
                  </a:lnTo>
                  <a:lnTo>
                    <a:pt x="4677395" y="4056750"/>
                  </a:lnTo>
                  <a:lnTo>
                    <a:pt x="4779042" y="4073608"/>
                  </a:lnTo>
                  <a:lnTo>
                    <a:pt x="4878772" y="4088053"/>
                  </a:lnTo>
                  <a:lnTo>
                    <a:pt x="4972670" y="4100038"/>
                  </a:lnTo>
                  <a:lnTo>
                    <a:pt x="5056681" y="4109562"/>
                  </a:lnTo>
                  <a:lnTo>
                    <a:pt x="5127233" y="4116716"/>
                  </a:lnTo>
                  <a:lnTo>
                    <a:pt x="5181907" y="4121704"/>
                  </a:lnTo>
                  <a:lnTo>
                    <a:pt x="5219951" y="4124841"/>
                  </a:lnTo>
                  <a:lnTo>
                    <a:pt x="5242529" y="4126530"/>
                  </a:lnTo>
                  <a:lnTo>
                    <a:pt x="5252649" y="4127219"/>
                  </a:lnTo>
                  <a:lnTo>
                    <a:pt x="5254931" y="4127362"/>
                  </a:lnTo>
                  <a:lnTo>
                    <a:pt x="5254955" y="4127364"/>
                  </a:lnTo>
                  <a:lnTo>
                    <a:pt x="6726343" y="4127364"/>
                  </a:lnTo>
                  <a:lnTo>
                    <a:pt x="6727277" y="4127286"/>
                  </a:lnTo>
                  <a:lnTo>
                    <a:pt x="6733448" y="4126733"/>
                  </a:lnTo>
                  <a:lnTo>
                    <a:pt x="6749091" y="4125205"/>
                  </a:lnTo>
                  <a:lnTo>
                    <a:pt x="6777278" y="4122193"/>
                  </a:lnTo>
                  <a:lnTo>
                    <a:pt x="6819738" y="4117216"/>
                  </a:lnTo>
                  <a:lnTo>
                    <a:pt x="6876724" y="4109859"/>
                  </a:lnTo>
                  <a:lnTo>
                    <a:pt x="6947061" y="4099814"/>
                  </a:lnTo>
                  <a:lnTo>
                    <a:pt x="7028405" y="4086897"/>
                  </a:lnTo>
                  <a:lnTo>
                    <a:pt x="7117661" y="4071034"/>
                  </a:lnTo>
                  <a:lnTo>
                    <a:pt x="7211477" y="4052240"/>
                  </a:lnTo>
                  <a:lnTo>
                    <a:pt x="7306678" y="4030571"/>
                  </a:lnTo>
                  <a:lnTo>
                    <a:pt x="7400574" y="4006083"/>
                  </a:lnTo>
                  <a:lnTo>
                    <a:pt x="7491112" y="3978791"/>
                  </a:lnTo>
                  <a:lnTo>
                    <a:pt x="7576906" y="3948647"/>
                  </a:lnTo>
                  <a:lnTo>
                    <a:pt x="7657166" y="3915516"/>
                  </a:lnTo>
                  <a:lnTo>
                    <a:pt x="7731594" y="3879177"/>
                  </a:lnTo>
                  <a:lnTo>
                    <a:pt x="7800258" y="3839314"/>
                  </a:lnTo>
                  <a:lnTo>
                    <a:pt x="7863485" y="3795527"/>
                  </a:lnTo>
                  <a:lnTo>
                    <a:pt x="7921771" y="3747340"/>
                  </a:lnTo>
                  <a:lnTo>
                    <a:pt x="7975706" y="3694220"/>
                  </a:lnTo>
                  <a:lnTo>
                    <a:pt x="8025926" y="3635611"/>
                  </a:lnTo>
                  <a:lnTo>
                    <a:pt x="8073072" y="3570985"/>
                  </a:lnTo>
                  <a:lnTo>
                    <a:pt x="8117753" y="3499928"/>
                  </a:lnTo>
                  <a:lnTo>
                    <a:pt x="8151487" y="3439470"/>
                  </a:lnTo>
                  <a:lnTo>
                    <a:pt x="8183639" y="3376253"/>
                  </a:lnTo>
                  <a:lnTo>
                    <a:pt x="8215072" y="3309070"/>
                  </a:lnTo>
                  <a:lnTo>
                    <a:pt x="8245953" y="3237840"/>
                  </a:lnTo>
                  <a:lnTo>
                    <a:pt x="8276421" y="3162528"/>
                  </a:lnTo>
                  <a:lnTo>
                    <a:pt x="8306593" y="3083148"/>
                  </a:lnTo>
                  <a:lnTo>
                    <a:pt x="8336563" y="2999772"/>
                  </a:lnTo>
                  <a:lnTo>
                    <a:pt x="8366408" y="2912528"/>
                  </a:lnTo>
                  <a:lnTo>
                    <a:pt x="8396186" y="2821605"/>
                  </a:lnTo>
                  <a:lnTo>
                    <a:pt x="8425943" y="2727254"/>
                  </a:lnTo>
                  <a:lnTo>
                    <a:pt x="8455710" y="2629786"/>
                  </a:lnTo>
                  <a:lnTo>
                    <a:pt x="8485505" y="2529572"/>
                  </a:lnTo>
                  <a:lnTo>
                    <a:pt x="8515337" y="2427037"/>
                  </a:lnTo>
                  <a:lnTo>
                    <a:pt x="8545208" y="2322650"/>
                  </a:lnTo>
                  <a:lnTo>
                    <a:pt x="8575110" y="2216924"/>
                  </a:lnTo>
                  <a:lnTo>
                    <a:pt x="8605033" y="2110395"/>
                  </a:lnTo>
                  <a:lnTo>
                    <a:pt x="8634963" y="2003621"/>
                  </a:lnTo>
                  <a:lnTo>
                    <a:pt x="8664884" y="1897163"/>
                  </a:lnTo>
                  <a:lnTo>
                    <a:pt x="8694783" y="1791575"/>
                  </a:lnTo>
                  <a:lnTo>
                    <a:pt x="8724649" y="1687393"/>
                  </a:lnTo>
                  <a:lnTo>
                    <a:pt x="8754477" y="1585123"/>
                  </a:lnTo>
                  <a:lnTo>
                    <a:pt x="8784267" y="1485230"/>
                  </a:lnTo>
                  <a:lnTo>
                    <a:pt x="8814031" y="1388133"/>
                  </a:lnTo>
                  <a:lnTo>
                    <a:pt x="8843789" y="1294195"/>
                  </a:lnTo>
                  <a:lnTo>
                    <a:pt x="8873573" y="1203719"/>
                  </a:lnTo>
                  <a:lnTo>
                    <a:pt x="8903430" y="1116949"/>
                  </a:lnTo>
                  <a:lnTo>
                    <a:pt x="8933421" y="1034067"/>
                  </a:lnTo>
                  <a:lnTo>
                    <a:pt x="8963624" y="955194"/>
                  </a:lnTo>
                  <a:lnTo>
                    <a:pt x="8994137" y="880392"/>
                  </a:lnTo>
                  <a:lnTo>
                    <a:pt x="9025079" y="809671"/>
                  </a:lnTo>
                  <a:lnTo>
                    <a:pt x="9056592" y="742989"/>
                  </a:lnTo>
                  <a:lnTo>
                    <a:pt x="9084767" y="687894"/>
                  </a:lnTo>
                  <a:lnTo>
                    <a:pt x="9127900" y="611649"/>
                  </a:lnTo>
                  <a:lnTo>
                    <a:pt x="9173060" y="541995"/>
                  </a:lnTo>
                  <a:lnTo>
                    <a:pt x="9220812" y="478699"/>
                  </a:lnTo>
                  <a:lnTo>
                    <a:pt x="9271774" y="421313"/>
                  </a:lnTo>
                  <a:lnTo>
                    <a:pt x="9326589" y="369297"/>
                  </a:lnTo>
                  <a:lnTo>
                    <a:pt x="9385887" y="322097"/>
                  </a:lnTo>
                  <a:lnTo>
                    <a:pt x="9450242" y="279189"/>
                  </a:lnTo>
                  <a:lnTo>
                    <a:pt x="9520121" y="240112"/>
                  </a:lnTo>
                  <a:lnTo>
                    <a:pt x="9595804" y="204484"/>
                  </a:lnTo>
                  <a:lnTo>
                    <a:pt x="9677291" y="172009"/>
                  </a:lnTo>
                  <a:lnTo>
                    <a:pt x="9764187" y="142484"/>
                  </a:lnTo>
                  <a:lnTo>
                    <a:pt x="9855584" y="115795"/>
                  </a:lnTo>
                  <a:lnTo>
                    <a:pt x="9949955" y="91908"/>
                  </a:lnTo>
                  <a:lnTo>
                    <a:pt x="10045106" y="70850"/>
                  </a:lnTo>
                  <a:lnTo>
                    <a:pt x="10138224" y="52681"/>
                  </a:lnTo>
                  <a:lnTo>
                    <a:pt x="10226064" y="37450"/>
                  </a:lnTo>
                  <a:lnTo>
                    <a:pt x="10305291" y="25158"/>
                  </a:lnTo>
                  <a:lnTo>
                    <a:pt x="10372930" y="15710"/>
                  </a:lnTo>
                  <a:lnTo>
                    <a:pt x="10426854" y="8893"/>
                  </a:lnTo>
                  <a:lnTo>
                    <a:pt x="10466182" y="4374"/>
                  </a:lnTo>
                  <a:lnTo>
                    <a:pt x="10491487" y="1723"/>
                  </a:lnTo>
                  <a:lnTo>
                    <a:pt x="10504798" y="447"/>
                  </a:lnTo>
                  <a:lnTo>
                    <a:pt x="10509452" y="37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2" name="pl202"/>
            <p:cNvSpPr/>
            <p:nvPr/>
          </p:nvSpPr>
          <p:spPr>
            <a:xfrm>
              <a:off x="4799595" y="4513909"/>
              <a:ext cx="11981298" cy="4127364"/>
            </a:xfrm>
            <a:custGeom>
              <a:avLst/>
              <a:pathLst>
                <a:path w="11981298" h="4127364">
                  <a:moveTo>
                    <a:pt x="11981298" y="0"/>
                  </a:moveTo>
                  <a:lnTo>
                    <a:pt x="10509911" y="0"/>
                  </a:lnTo>
                  <a:lnTo>
                    <a:pt x="10508976" y="77"/>
                  </a:lnTo>
                  <a:lnTo>
                    <a:pt x="10502805" y="630"/>
                  </a:lnTo>
                  <a:lnTo>
                    <a:pt x="10487163" y="2158"/>
                  </a:lnTo>
                  <a:lnTo>
                    <a:pt x="10458975" y="5170"/>
                  </a:lnTo>
                  <a:lnTo>
                    <a:pt x="10416516" y="10147"/>
                  </a:lnTo>
                  <a:lnTo>
                    <a:pt x="10359530" y="17504"/>
                  </a:lnTo>
                  <a:lnTo>
                    <a:pt x="10289192" y="27549"/>
                  </a:lnTo>
                  <a:lnTo>
                    <a:pt x="10207848" y="40467"/>
                  </a:lnTo>
                  <a:lnTo>
                    <a:pt x="10118593" y="56329"/>
                  </a:lnTo>
                  <a:lnTo>
                    <a:pt x="10024776" y="75123"/>
                  </a:lnTo>
                  <a:lnTo>
                    <a:pt x="9929575" y="96792"/>
                  </a:lnTo>
                  <a:lnTo>
                    <a:pt x="9835680" y="121280"/>
                  </a:lnTo>
                  <a:lnTo>
                    <a:pt x="9745141" y="148572"/>
                  </a:lnTo>
                  <a:lnTo>
                    <a:pt x="9659347" y="178716"/>
                  </a:lnTo>
                  <a:lnTo>
                    <a:pt x="9579087" y="211847"/>
                  </a:lnTo>
                  <a:lnTo>
                    <a:pt x="9504659" y="248186"/>
                  </a:lnTo>
                  <a:lnTo>
                    <a:pt x="9435996" y="288049"/>
                  </a:lnTo>
                  <a:lnTo>
                    <a:pt x="9372768" y="331836"/>
                  </a:lnTo>
                  <a:lnTo>
                    <a:pt x="9314483" y="380023"/>
                  </a:lnTo>
                  <a:lnTo>
                    <a:pt x="9260547" y="433143"/>
                  </a:lnTo>
                  <a:lnTo>
                    <a:pt x="9210327" y="491752"/>
                  </a:lnTo>
                  <a:lnTo>
                    <a:pt x="9163181" y="556378"/>
                  </a:lnTo>
                  <a:lnTo>
                    <a:pt x="9118501" y="627435"/>
                  </a:lnTo>
                  <a:lnTo>
                    <a:pt x="9084767" y="687894"/>
                  </a:lnTo>
                  <a:lnTo>
                    <a:pt x="9052614" y="751110"/>
                  </a:lnTo>
                  <a:lnTo>
                    <a:pt x="9021181" y="818293"/>
                  </a:lnTo>
                  <a:lnTo>
                    <a:pt x="8990301" y="889523"/>
                  </a:lnTo>
                  <a:lnTo>
                    <a:pt x="8959832" y="964835"/>
                  </a:lnTo>
                  <a:lnTo>
                    <a:pt x="8929660" y="1044215"/>
                  </a:lnTo>
                  <a:lnTo>
                    <a:pt x="8899690" y="1127591"/>
                  </a:lnTo>
                  <a:lnTo>
                    <a:pt x="8869846" y="1214835"/>
                  </a:lnTo>
                  <a:lnTo>
                    <a:pt x="8840067" y="1305758"/>
                  </a:lnTo>
                  <a:lnTo>
                    <a:pt x="8810310" y="1400110"/>
                  </a:lnTo>
                  <a:lnTo>
                    <a:pt x="8780544" y="1497577"/>
                  </a:lnTo>
                  <a:lnTo>
                    <a:pt x="8750749" y="1597791"/>
                  </a:lnTo>
                  <a:lnTo>
                    <a:pt x="8720916" y="1700327"/>
                  </a:lnTo>
                  <a:lnTo>
                    <a:pt x="8691046" y="1804713"/>
                  </a:lnTo>
                  <a:lnTo>
                    <a:pt x="8661143" y="1910439"/>
                  </a:lnTo>
                  <a:lnTo>
                    <a:pt x="8631220" y="2016968"/>
                  </a:lnTo>
                  <a:lnTo>
                    <a:pt x="8601290" y="2123742"/>
                  </a:lnTo>
                  <a:lnTo>
                    <a:pt x="8571369" y="2230200"/>
                  </a:lnTo>
                  <a:lnTo>
                    <a:pt x="8541470" y="2335788"/>
                  </a:lnTo>
                  <a:lnTo>
                    <a:pt x="8511604" y="2439970"/>
                  </a:lnTo>
                  <a:lnTo>
                    <a:pt x="8481777" y="2542240"/>
                  </a:lnTo>
                  <a:lnTo>
                    <a:pt x="8451986" y="2642133"/>
                  </a:lnTo>
                  <a:lnTo>
                    <a:pt x="8422222" y="2739230"/>
                  </a:lnTo>
                  <a:lnTo>
                    <a:pt x="8392464" y="2833169"/>
                  </a:lnTo>
                  <a:lnTo>
                    <a:pt x="8362680" y="2923644"/>
                  </a:lnTo>
                  <a:lnTo>
                    <a:pt x="8332823" y="3010414"/>
                  </a:lnTo>
                  <a:lnTo>
                    <a:pt x="8302833" y="3093296"/>
                  </a:lnTo>
                  <a:lnTo>
                    <a:pt x="8272629" y="3172169"/>
                  </a:lnTo>
                  <a:lnTo>
                    <a:pt x="8242116" y="3246971"/>
                  </a:lnTo>
                  <a:lnTo>
                    <a:pt x="8211175" y="3317692"/>
                  </a:lnTo>
                  <a:lnTo>
                    <a:pt x="8179662" y="3384374"/>
                  </a:lnTo>
                  <a:lnTo>
                    <a:pt x="8151487" y="3439470"/>
                  </a:lnTo>
                  <a:lnTo>
                    <a:pt x="8108354" y="3515715"/>
                  </a:lnTo>
                  <a:lnTo>
                    <a:pt x="8063193" y="3585368"/>
                  </a:lnTo>
                  <a:lnTo>
                    <a:pt x="8015442" y="3648665"/>
                  </a:lnTo>
                  <a:lnTo>
                    <a:pt x="7964479" y="3706050"/>
                  </a:lnTo>
                  <a:lnTo>
                    <a:pt x="7909664" y="3758066"/>
                  </a:lnTo>
                  <a:lnTo>
                    <a:pt x="7850366" y="3805267"/>
                  </a:lnTo>
                  <a:lnTo>
                    <a:pt x="7786011" y="3848175"/>
                  </a:lnTo>
                  <a:lnTo>
                    <a:pt x="7716132" y="3887251"/>
                  </a:lnTo>
                  <a:lnTo>
                    <a:pt x="7640449" y="3922879"/>
                  </a:lnTo>
                  <a:lnTo>
                    <a:pt x="7558962" y="3955354"/>
                  </a:lnTo>
                  <a:lnTo>
                    <a:pt x="7472066" y="3984879"/>
                  </a:lnTo>
                  <a:lnTo>
                    <a:pt x="7380669" y="4011568"/>
                  </a:lnTo>
                  <a:lnTo>
                    <a:pt x="7286298" y="4035455"/>
                  </a:lnTo>
                  <a:lnTo>
                    <a:pt x="7191147" y="4056513"/>
                  </a:lnTo>
                  <a:lnTo>
                    <a:pt x="7098029" y="4074682"/>
                  </a:lnTo>
                  <a:lnTo>
                    <a:pt x="7010189" y="4089913"/>
                  </a:lnTo>
                  <a:lnTo>
                    <a:pt x="6930963" y="4102205"/>
                  </a:lnTo>
                  <a:lnTo>
                    <a:pt x="6863324" y="4111653"/>
                  </a:lnTo>
                  <a:lnTo>
                    <a:pt x="6809399" y="4118470"/>
                  </a:lnTo>
                  <a:lnTo>
                    <a:pt x="6770071" y="4122989"/>
                  </a:lnTo>
                  <a:lnTo>
                    <a:pt x="6744767" y="4125640"/>
                  </a:lnTo>
                  <a:lnTo>
                    <a:pt x="6731455" y="4126916"/>
                  </a:lnTo>
                  <a:lnTo>
                    <a:pt x="6726801" y="4127326"/>
                  </a:lnTo>
                  <a:lnTo>
                    <a:pt x="6726343" y="4127364"/>
                  </a:lnTo>
                  <a:lnTo>
                    <a:pt x="5254955" y="4127364"/>
                  </a:lnTo>
                  <a:lnTo>
                    <a:pt x="5253821" y="4127294"/>
                  </a:lnTo>
                  <a:lnTo>
                    <a:pt x="5246362" y="4126798"/>
                  </a:lnTo>
                  <a:lnTo>
                    <a:pt x="5227559" y="4125427"/>
                  </a:lnTo>
                  <a:lnTo>
                    <a:pt x="5193936" y="4122729"/>
                  </a:lnTo>
                  <a:lnTo>
                    <a:pt x="5143810" y="4118282"/>
                  </a:lnTo>
                  <a:lnTo>
                    <a:pt x="5077417" y="4111745"/>
                  </a:lnTo>
                  <a:lnTo>
                    <a:pt x="4996765" y="4102882"/>
                  </a:lnTo>
                  <a:lnTo>
                    <a:pt x="4905173" y="4091572"/>
                  </a:lnTo>
                  <a:lnTo>
                    <a:pt x="4806632" y="4077796"/>
                  </a:lnTo>
                  <a:lnTo>
                    <a:pt x="4705148" y="4061591"/>
                  </a:lnTo>
                  <a:lnTo>
                    <a:pt x="4604235" y="4043011"/>
                  </a:lnTo>
                  <a:lnTo>
                    <a:pt x="4506622" y="4022083"/>
                  </a:lnTo>
                  <a:lnTo>
                    <a:pt x="4414173" y="3998776"/>
                  </a:lnTo>
                  <a:lnTo>
                    <a:pt x="4327954" y="3972983"/>
                  </a:lnTo>
                  <a:lnTo>
                    <a:pt x="4248376" y="3944512"/>
                  </a:lnTo>
                  <a:lnTo>
                    <a:pt x="4175363" y="3913083"/>
                  </a:lnTo>
                  <a:lnTo>
                    <a:pt x="4108505" y="3878333"/>
                  </a:lnTo>
                  <a:lnTo>
                    <a:pt x="4047183" y="3839830"/>
                  </a:lnTo>
                  <a:lnTo>
                    <a:pt x="3990663" y="3797091"/>
                  </a:lnTo>
                  <a:lnTo>
                    <a:pt x="3938167" y="3749620"/>
                  </a:lnTo>
                  <a:lnTo>
                    <a:pt x="3888923" y="3696969"/>
                  </a:lnTo>
                  <a:lnTo>
                    <a:pt x="3842214" y="3638840"/>
                  </a:lnTo>
                  <a:lnTo>
                    <a:pt x="3829811" y="3622000"/>
                  </a:lnTo>
                  <a:lnTo>
                    <a:pt x="3793144" y="3568711"/>
                  </a:lnTo>
                  <a:lnTo>
                    <a:pt x="3757384" y="3511607"/>
                  </a:lnTo>
                  <a:lnTo>
                    <a:pt x="3722289" y="3450610"/>
                  </a:lnTo>
                  <a:lnTo>
                    <a:pt x="3687666" y="3385700"/>
                  </a:lnTo>
                  <a:lnTo>
                    <a:pt x="3653356" y="3316925"/>
                  </a:lnTo>
                  <a:lnTo>
                    <a:pt x="3619237" y="3244401"/>
                  </a:lnTo>
                  <a:lnTo>
                    <a:pt x="3585215" y="3168321"/>
                  </a:lnTo>
                  <a:lnTo>
                    <a:pt x="3551222" y="3088955"/>
                  </a:lnTo>
                  <a:lnTo>
                    <a:pt x="3517212" y="3006649"/>
                  </a:lnTo>
                  <a:lnTo>
                    <a:pt x="3483161" y="2921821"/>
                  </a:lnTo>
                  <a:lnTo>
                    <a:pt x="3449060" y="2834955"/>
                  </a:lnTo>
                  <a:lnTo>
                    <a:pt x="3414913" y="2746588"/>
                  </a:lnTo>
                  <a:lnTo>
                    <a:pt x="3380734" y="2657299"/>
                  </a:lnTo>
                  <a:lnTo>
                    <a:pt x="3346544" y="2567696"/>
                  </a:lnTo>
                  <a:lnTo>
                    <a:pt x="3312364" y="2478391"/>
                  </a:lnTo>
                  <a:lnTo>
                    <a:pt x="3278216" y="2389991"/>
                  </a:lnTo>
                  <a:lnTo>
                    <a:pt x="3244113" y="2303076"/>
                  </a:lnTo>
                  <a:lnTo>
                    <a:pt x="3210061" y="2218185"/>
                  </a:lnTo>
                  <a:lnTo>
                    <a:pt x="3176050" y="2135804"/>
                  </a:lnTo>
                  <a:lnTo>
                    <a:pt x="3142057" y="2056353"/>
                  </a:lnTo>
                  <a:lnTo>
                    <a:pt x="3108037" y="1980180"/>
                  </a:lnTo>
                  <a:lnTo>
                    <a:pt x="3073921" y="1907555"/>
                  </a:lnTo>
                  <a:lnTo>
                    <a:pt x="3039618" y="1838676"/>
                  </a:lnTo>
                  <a:lnTo>
                    <a:pt x="3005005" y="1773659"/>
                  </a:lnTo>
                  <a:lnTo>
                    <a:pt x="2969927" y="1712555"/>
                  </a:lnTo>
                  <a:lnTo>
                    <a:pt x="2934187" y="1655345"/>
                  </a:lnTo>
                  <a:lnTo>
                    <a:pt x="2897549" y="1601953"/>
                  </a:lnTo>
                  <a:lnTo>
                    <a:pt x="2896531" y="1600545"/>
                  </a:lnTo>
                  <a:lnTo>
                    <a:pt x="2850402" y="1540904"/>
                  </a:lnTo>
                  <a:lnTo>
                    <a:pt x="2801918" y="1486777"/>
                  </a:lnTo>
                  <a:lnTo>
                    <a:pt x="2750385" y="1437931"/>
                  </a:lnTo>
                  <a:lnTo>
                    <a:pt x="2695043" y="1393948"/>
                  </a:lnTo>
                  <a:lnTo>
                    <a:pt x="2635108" y="1354337"/>
                  </a:lnTo>
                  <a:lnTo>
                    <a:pt x="2569830" y="1318607"/>
                  </a:lnTo>
                  <a:lnTo>
                    <a:pt x="2498550" y="1286310"/>
                  </a:lnTo>
                  <a:lnTo>
                    <a:pt x="2420790" y="1257063"/>
                  </a:lnTo>
                  <a:lnTo>
                    <a:pt x="2336367" y="1230561"/>
                  </a:lnTo>
                  <a:lnTo>
                    <a:pt x="2245545" y="1206590"/>
                  </a:lnTo>
                  <a:lnTo>
                    <a:pt x="2149193" y="1185018"/>
                  </a:lnTo>
                  <a:lnTo>
                    <a:pt x="2048947" y="1165795"/>
                  </a:lnTo>
                  <a:lnTo>
                    <a:pt x="1947300" y="1148937"/>
                  </a:lnTo>
                  <a:lnTo>
                    <a:pt x="1847570" y="1134492"/>
                  </a:lnTo>
                  <a:lnTo>
                    <a:pt x="1753672" y="1122507"/>
                  </a:lnTo>
                  <a:lnTo>
                    <a:pt x="1669661" y="1112983"/>
                  </a:lnTo>
                  <a:lnTo>
                    <a:pt x="1599109" y="1105829"/>
                  </a:lnTo>
                  <a:lnTo>
                    <a:pt x="1544435" y="1100841"/>
                  </a:lnTo>
                  <a:lnTo>
                    <a:pt x="1506391" y="1097704"/>
                  </a:lnTo>
                  <a:lnTo>
                    <a:pt x="1483813" y="1096015"/>
                  </a:lnTo>
                  <a:lnTo>
                    <a:pt x="1473694" y="1095325"/>
                  </a:lnTo>
                  <a:lnTo>
                    <a:pt x="1471411" y="1095183"/>
                  </a:lnTo>
                  <a:lnTo>
                    <a:pt x="1471387" y="1095181"/>
                  </a:lnTo>
                  <a:lnTo>
                    <a:pt x="0" y="109518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3" name="pg203"/>
            <p:cNvSpPr/>
            <p:nvPr/>
          </p:nvSpPr>
          <p:spPr>
            <a:xfrm>
              <a:off x="4799595" y="5617264"/>
              <a:ext cx="11981298" cy="3048528"/>
            </a:xfrm>
            <a:custGeom>
              <a:avLst/>
              <a:pathLst>
                <a:path w="11981298" h="3048528">
                  <a:moveTo>
                    <a:pt x="0" y="8172"/>
                  </a:moveTo>
                  <a:lnTo>
                    <a:pt x="1471387" y="8172"/>
                  </a:lnTo>
                  <a:lnTo>
                    <a:pt x="1472521" y="8242"/>
                  </a:lnTo>
                  <a:lnTo>
                    <a:pt x="1479976" y="8739"/>
                  </a:lnTo>
                  <a:lnTo>
                    <a:pt x="1498771" y="10113"/>
                  </a:lnTo>
                  <a:lnTo>
                    <a:pt x="1532381" y="12818"/>
                  </a:lnTo>
                  <a:lnTo>
                    <a:pt x="1582488" y="17274"/>
                  </a:lnTo>
                  <a:lnTo>
                    <a:pt x="1648858" y="23826"/>
                  </a:lnTo>
                  <a:lnTo>
                    <a:pt x="1729486" y="32710"/>
                  </a:lnTo>
                  <a:lnTo>
                    <a:pt x="1821054" y="44045"/>
                  </a:lnTo>
                  <a:lnTo>
                    <a:pt x="1919573" y="57853"/>
                  </a:lnTo>
                  <a:lnTo>
                    <a:pt x="2021040" y="74096"/>
                  </a:lnTo>
                  <a:lnTo>
                    <a:pt x="2121942" y="92720"/>
                  </a:lnTo>
                  <a:lnTo>
                    <a:pt x="2219548" y="113697"/>
                  </a:lnTo>
                  <a:lnTo>
                    <a:pt x="2311994" y="137059"/>
                  </a:lnTo>
                  <a:lnTo>
                    <a:pt x="2398214" y="162912"/>
                  </a:lnTo>
                  <a:lnTo>
                    <a:pt x="2477794" y="191449"/>
                  </a:lnTo>
                  <a:lnTo>
                    <a:pt x="2550811" y="222951"/>
                  </a:lnTo>
                  <a:lnTo>
                    <a:pt x="2617673" y="257780"/>
                  </a:lnTo>
                  <a:lnTo>
                    <a:pt x="2679000" y="296371"/>
                  </a:lnTo>
                  <a:lnTo>
                    <a:pt x="2735523" y="339206"/>
                  </a:lnTo>
                  <a:lnTo>
                    <a:pt x="2788022" y="386783"/>
                  </a:lnTo>
                  <a:lnTo>
                    <a:pt x="2837267" y="439552"/>
                  </a:lnTo>
                  <a:lnTo>
                    <a:pt x="2883977" y="497810"/>
                  </a:lnTo>
                  <a:lnTo>
                    <a:pt x="2896531" y="514898"/>
                  </a:lnTo>
                  <a:lnTo>
                    <a:pt x="2933158" y="568269"/>
                  </a:lnTo>
                  <a:lnTo>
                    <a:pt x="2968880" y="625457"/>
                  </a:lnTo>
                  <a:lnTo>
                    <a:pt x="3003937" y="686540"/>
                  </a:lnTo>
                  <a:lnTo>
                    <a:pt x="3038523" y="751538"/>
                  </a:lnTo>
                  <a:lnTo>
                    <a:pt x="3072796" y="820403"/>
                  </a:lnTo>
                  <a:lnTo>
                    <a:pt x="3106878" y="893019"/>
                  </a:lnTo>
                  <a:lnTo>
                    <a:pt x="3140863" y="969195"/>
                  </a:lnTo>
                  <a:lnTo>
                    <a:pt x="3174819" y="1048660"/>
                  </a:lnTo>
                  <a:lnTo>
                    <a:pt x="3208790" y="1131071"/>
                  </a:lnTo>
                  <a:lnTo>
                    <a:pt x="3242803" y="1216009"/>
                  </a:lnTo>
                  <a:lnTo>
                    <a:pt x="3276866" y="1302992"/>
                  </a:lnTo>
                  <a:lnTo>
                    <a:pt x="3310975" y="1391483"/>
                  </a:lnTo>
                  <a:lnTo>
                    <a:pt x="3345115" y="1480904"/>
                  </a:lnTo>
                  <a:lnTo>
                    <a:pt x="3379267" y="1570650"/>
                  </a:lnTo>
                  <a:lnTo>
                    <a:pt x="3413409" y="1660106"/>
                  </a:lnTo>
                  <a:lnTo>
                    <a:pt x="3447520" y="1748667"/>
                  </a:lnTo>
                  <a:lnTo>
                    <a:pt x="3481586" y="1835751"/>
                  </a:lnTo>
                  <a:lnTo>
                    <a:pt x="3515602" y="1920820"/>
                  </a:lnTo>
                  <a:lnTo>
                    <a:pt x="3549575" y="2003388"/>
                  </a:lnTo>
                  <a:lnTo>
                    <a:pt x="3583531" y="2083032"/>
                  </a:lnTo>
                  <a:lnTo>
                    <a:pt x="3617512" y="2159404"/>
                  </a:lnTo>
                  <a:lnTo>
                    <a:pt x="3651586" y="2232231"/>
                  </a:lnTo>
                  <a:lnTo>
                    <a:pt x="3685845" y="2301315"/>
                  </a:lnTo>
                  <a:lnTo>
                    <a:pt x="3720410" y="2366536"/>
                  </a:lnTo>
                  <a:lnTo>
                    <a:pt x="3755435" y="2427844"/>
                  </a:lnTo>
                  <a:lnTo>
                    <a:pt x="3791113" y="2485254"/>
                  </a:lnTo>
                  <a:lnTo>
                    <a:pt x="3827680" y="2538841"/>
                  </a:lnTo>
                  <a:lnTo>
                    <a:pt x="3829811" y="2541802"/>
                  </a:lnTo>
                  <a:lnTo>
                    <a:pt x="3875933" y="2601595"/>
                  </a:lnTo>
                  <a:lnTo>
                    <a:pt x="3924409" y="2655861"/>
                  </a:lnTo>
                  <a:lnTo>
                    <a:pt x="3975933" y="2704833"/>
                  </a:lnTo>
                  <a:lnTo>
                    <a:pt x="4031265" y="2748931"/>
                  </a:lnTo>
                  <a:lnTo>
                    <a:pt x="4091187" y="2788645"/>
                  </a:lnTo>
                  <a:lnTo>
                    <a:pt x="4156450" y="2824469"/>
                  </a:lnTo>
                  <a:lnTo>
                    <a:pt x="4227713" y="2856851"/>
                  </a:lnTo>
                  <a:lnTo>
                    <a:pt x="4305455" y="2886177"/>
                  </a:lnTo>
                  <a:lnTo>
                    <a:pt x="4389856" y="2912749"/>
                  </a:lnTo>
                  <a:lnTo>
                    <a:pt x="4480656" y="2936785"/>
                  </a:lnTo>
                  <a:lnTo>
                    <a:pt x="4576985" y="2958415"/>
                  </a:lnTo>
                  <a:lnTo>
                    <a:pt x="4677212" y="2977691"/>
                  </a:lnTo>
                  <a:lnTo>
                    <a:pt x="4778844" y="2994597"/>
                  </a:lnTo>
                  <a:lnTo>
                    <a:pt x="4878566" y="3009084"/>
                  </a:lnTo>
                  <a:lnTo>
                    <a:pt x="4972467" y="3021104"/>
                  </a:lnTo>
                  <a:lnTo>
                    <a:pt x="5056493" y="3030658"/>
                  </a:lnTo>
                  <a:lnTo>
                    <a:pt x="5127072" y="3037836"/>
                  </a:lnTo>
                  <a:lnTo>
                    <a:pt x="5181781" y="3042842"/>
                  </a:lnTo>
                  <a:lnTo>
                    <a:pt x="5219865" y="3045991"/>
                  </a:lnTo>
                  <a:lnTo>
                    <a:pt x="5242481" y="3047688"/>
                  </a:lnTo>
                  <a:lnTo>
                    <a:pt x="5252632" y="3048382"/>
                  </a:lnTo>
                  <a:lnTo>
                    <a:pt x="5254955" y="3048528"/>
                  </a:lnTo>
                  <a:lnTo>
                    <a:pt x="6726343" y="3048528"/>
                  </a:lnTo>
                  <a:lnTo>
                    <a:pt x="6727533" y="3048480"/>
                  </a:lnTo>
                  <a:lnTo>
                    <a:pt x="6735349" y="3048136"/>
                  </a:lnTo>
                  <a:lnTo>
                    <a:pt x="6755025" y="3047184"/>
                  </a:lnTo>
                  <a:lnTo>
                    <a:pt x="6790136" y="3045313"/>
                  </a:lnTo>
                  <a:lnTo>
                    <a:pt x="6842336" y="3042231"/>
                  </a:lnTo>
                  <a:lnTo>
                    <a:pt x="6911229" y="3037708"/>
                  </a:lnTo>
                  <a:lnTo>
                    <a:pt x="6994562" y="3031586"/>
                  </a:lnTo>
                  <a:lnTo>
                    <a:pt x="7088744" y="3023791"/>
                  </a:lnTo>
                  <a:lnTo>
                    <a:pt x="7189549" y="3014315"/>
                  </a:lnTo>
                  <a:lnTo>
                    <a:pt x="7292819" y="3003188"/>
                  </a:lnTo>
                  <a:lnTo>
                    <a:pt x="7394979" y="2990445"/>
                  </a:lnTo>
                  <a:lnTo>
                    <a:pt x="7493320" y="2976100"/>
                  </a:lnTo>
                  <a:lnTo>
                    <a:pt x="7586049" y="2960122"/>
                  </a:lnTo>
                  <a:lnTo>
                    <a:pt x="7672204" y="2942425"/>
                  </a:lnTo>
                  <a:lnTo>
                    <a:pt x="7751478" y="2922862"/>
                  </a:lnTo>
                  <a:lnTo>
                    <a:pt x="7824049" y="2901224"/>
                  </a:lnTo>
                  <a:lnTo>
                    <a:pt x="7890413" y="2877248"/>
                  </a:lnTo>
                  <a:lnTo>
                    <a:pt x="7951262" y="2850623"/>
                  </a:lnTo>
                  <a:lnTo>
                    <a:pt x="8007385" y="2821007"/>
                  </a:lnTo>
                  <a:lnTo>
                    <a:pt x="8059602" y="2788061"/>
                  </a:lnTo>
                  <a:lnTo>
                    <a:pt x="8108711" y="2751500"/>
                  </a:lnTo>
                  <a:lnTo>
                    <a:pt x="8151487" y="2714797"/>
                  </a:lnTo>
                  <a:lnTo>
                    <a:pt x="8194260" y="2673406"/>
                  </a:lnTo>
                  <a:lnTo>
                    <a:pt x="8235851" y="2628557"/>
                  </a:lnTo>
                  <a:lnTo>
                    <a:pt x="8276628" y="2580183"/>
                  </a:lnTo>
                  <a:lnTo>
                    <a:pt x="8316874" y="2528293"/>
                  </a:lnTo>
                  <a:lnTo>
                    <a:pt x="8356808" y="2472980"/>
                  </a:lnTo>
                  <a:lnTo>
                    <a:pt x="8396592" y="2414428"/>
                  </a:lnTo>
                  <a:lnTo>
                    <a:pt x="8436336" y="2352916"/>
                  </a:lnTo>
                  <a:lnTo>
                    <a:pt x="8476111" y="2288816"/>
                  </a:lnTo>
                  <a:lnTo>
                    <a:pt x="8515947" y="2222589"/>
                  </a:lnTo>
                  <a:lnTo>
                    <a:pt x="8555851" y="2154772"/>
                  </a:lnTo>
                  <a:lnTo>
                    <a:pt x="8595805" y="2085960"/>
                  </a:lnTo>
                  <a:lnTo>
                    <a:pt x="8635779" y="2016786"/>
                  </a:lnTo>
                  <a:lnTo>
                    <a:pt x="8675737" y="1947898"/>
                  </a:lnTo>
                  <a:lnTo>
                    <a:pt x="8715647" y="1879933"/>
                  </a:lnTo>
                  <a:lnTo>
                    <a:pt x="8755492" y="1813492"/>
                  </a:lnTo>
                  <a:lnTo>
                    <a:pt x="8795273" y="1749118"/>
                  </a:lnTo>
                  <a:lnTo>
                    <a:pt x="8835018" y="1687283"/>
                  </a:lnTo>
                  <a:lnTo>
                    <a:pt x="8874792" y="1628369"/>
                  </a:lnTo>
                  <a:lnTo>
                    <a:pt x="8914702" y="1572666"/>
                  </a:lnTo>
                  <a:lnTo>
                    <a:pt x="8954902" y="1520369"/>
                  </a:lnTo>
                  <a:lnTo>
                    <a:pt x="8995603" y="1471583"/>
                  </a:lnTo>
                  <a:lnTo>
                    <a:pt x="9037082" y="1426324"/>
                  </a:lnTo>
                  <a:lnTo>
                    <a:pt x="9079695" y="1384535"/>
                  </a:lnTo>
                  <a:lnTo>
                    <a:pt x="9084767" y="1379874"/>
                  </a:lnTo>
                  <a:lnTo>
                    <a:pt x="9131670" y="1339873"/>
                  </a:lnTo>
                  <a:lnTo>
                    <a:pt x="9181017" y="1303632"/>
                  </a:lnTo>
                  <a:lnTo>
                    <a:pt x="9233539" y="1270986"/>
                  </a:lnTo>
                  <a:lnTo>
                    <a:pt x="9290037" y="1241641"/>
                  </a:lnTo>
                  <a:lnTo>
                    <a:pt x="9351331" y="1215257"/>
                  </a:lnTo>
                  <a:lnTo>
                    <a:pt x="9418205" y="1191494"/>
                  </a:lnTo>
                  <a:lnTo>
                    <a:pt x="9491337" y="1170046"/>
                  </a:lnTo>
                  <a:lnTo>
                    <a:pt x="9571203" y="1150651"/>
                  </a:lnTo>
                  <a:lnTo>
                    <a:pt x="9657945" y="1133107"/>
                  </a:lnTo>
                  <a:lnTo>
                    <a:pt x="9751207" y="1117272"/>
                  </a:lnTo>
                  <a:lnTo>
                    <a:pt x="9849959" y="1103065"/>
                  </a:lnTo>
                  <a:lnTo>
                    <a:pt x="9952335" y="1090460"/>
                  </a:lnTo>
                  <a:lnTo>
                    <a:pt x="10055544" y="1079474"/>
                  </a:lnTo>
                  <a:lnTo>
                    <a:pt x="10155948" y="1070142"/>
                  </a:lnTo>
                  <a:lnTo>
                    <a:pt x="10249357" y="1062492"/>
                  </a:lnTo>
                  <a:lnTo>
                    <a:pt x="10331573" y="1056512"/>
                  </a:lnTo>
                  <a:lnTo>
                    <a:pt x="10399092" y="1052120"/>
                  </a:lnTo>
                  <a:lnTo>
                    <a:pt x="10449806" y="1049153"/>
                  </a:lnTo>
                  <a:lnTo>
                    <a:pt x="10483493" y="1047373"/>
                  </a:lnTo>
                  <a:lnTo>
                    <a:pt x="10501981" y="1046487"/>
                  </a:lnTo>
                  <a:lnTo>
                    <a:pt x="10508998" y="1046180"/>
                  </a:lnTo>
                  <a:lnTo>
                    <a:pt x="10509911" y="1046143"/>
                  </a:lnTo>
                  <a:lnTo>
                    <a:pt x="11981298" y="1046143"/>
                  </a:lnTo>
                  <a:lnTo>
                    <a:pt x="11981298" y="1037970"/>
                  </a:lnTo>
                  <a:lnTo>
                    <a:pt x="10509911" y="1037970"/>
                  </a:lnTo>
                  <a:lnTo>
                    <a:pt x="10508721" y="1038019"/>
                  </a:lnTo>
                  <a:lnTo>
                    <a:pt x="10500905" y="1038363"/>
                  </a:lnTo>
                  <a:lnTo>
                    <a:pt x="10481229" y="1039314"/>
                  </a:lnTo>
                  <a:lnTo>
                    <a:pt x="10446117" y="1041185"/>
                  </a:lnTo>
                  <a:lnTo>
                    <a:pt x="10393917" y="1044267"/>
                  </a:lnTo>
                  <a:lnTo>
                    <a:pt x="10325025" y="1048790"/>
                  </a:lnTo>
                  <a:lnTo>
                    <a:pt x="10241691" y="1054912"/>
                  </a:lnTo>
                  <a:lnTo>
                    <a:pt x="10147509" y="1062707"/>
                  </a:lnTo>
                  <a:lnTo>
                    <a:pt x="10046704" y="1072183"/>
                  </a:lnTo>
                  <a:lnTo>
                    <a:pt x="9943434" y="1083310"/>
                  </a:lnTo>
                  <a:lnTo>
                    <a:pt x="9841274" y="1096053"/>
                  </a:lnTo>
                  <a:lnTo>
                    <a:pt x="9742934" y="1110399"/>
                  </a:lnTo>
                  <a:lnTo>
                    <a:pt x="9650204" y="1126377"/>
                  </a:lnTo>
                  <a:lnTo>
                    <a:pt x="9564050" y="1144074"/>
                  </a:lnTo>
                  <a:lnTo>
                    <a:pt x="9484775" y="1163637"/>
                  </a:lnTo>
                  <a:lnTo>
                    <a:pt x="9412204" y="1185274"/>
                  </a:lnTo>
                  <a:lnTo>
                    <a:pt x="9345840" y="1209250"/>
                  </a:lnTo>
                  <a:lnTo>
                    <a:pt x="9284991" y="1235875"/>
                  </a:lnTo>
                  <a:lnTo>
                    <a:pt x="9228869" y="1265492"/>
                  </a:lnTo>
                  <a:lnTo>
                    <a:pt x="9176651" y="1298437"/>
                  </a:lnTo>
                  <a:lnTo>
                    <a:pt x="9127542" y="1334998"/>
                  </a:lnTo>
                  <a:lnTo>
                    <a:pt x="9084767" y="1371701"/>
                  </a:lnTo>
                  <a:lnTo>
                    <a:pt x="9041994" y="1413092"/>
                  </a:lnTo>
                  <a:lnTo>
                    <a:pt x="9000402" y="1457941"/>
                  </a:lnTo>
                  <a:lnTo>
                    <a:pt x="8959626" y="1506315"/>
                  </a:lnTo>
                  <a:lnTo>
                    <a:pt x="8919379" y="1558205"/>
                  </a:lnTo>
                  <a:lnTo>
                    <a:pt x="8879445" y="1613518"/>
                  </a:lnTo>
                  <a:lnTo>
                    <a:pt x="8839661" y="1672070"/>
                  </a:lnTo>
                  <a:lnTo>
                    <a:pt x="8799917" y="1733583"/>
                  </a:lnTo>
                  <a:lnTo>
                    <a:pt x="8760143" y="1797682"/>
                  </a:lnTo>
                  <a:lnTo>
                    <a:pt x="8720306" y="1863909"/>
                  </a:lnTo>
                  <a:lnTo>
                    <a:pt x="8680402" y="1931726"/>
                  </a:lnTo>
                  <a:lnTo>
                    <a:pt x="8640448" y="2000538"/>
                  </a:lnTo>
                  <a:lnTo>
                    <a:pt x="8600475" y="2069712"/>
                  </a:lnTo>
                  <a:lnTo>
                    <a:pt x="8560517" y="2138600"/>
                  </a:lnTo>
                  <a:lnTo>
                    <a:pt x="8520606" y="2206565"/>
                  </a:lnTo>
                  <a:lnTo>
                    <a:pt x="8480761" y="2273006"/>
                  </a:lnTo>
                  <a:lnTo>
                    <a:pt x="8440980" y="2337380"/>
                  </a:lnTo>
                  <a:lnTo>
                    <a:pt x="8401235" y="2399215"/>
                  </a:lnTo>
                  <a:lnTo>
                    <a:pt x="8361461" y="2458130"/>
                  </a:lnTo>
                  <a:lnTo>
                    <a:pt x="8321551" y="2513832"/>
                  </a:lnTo>
                  <a:lnTo>
                    <a:pt x="8281352" y="2566129"/>
                  </a:lnTo>
                  <a:lnTo>
                    <a:pt x="8240651" y="2614915"/>
                  </a:lnTo>
                  <a:lnTo>
                    <a:pt x="8199172" y="2660174"/>
                  </a:lnTo>
                  <a:lnTo>
                    <a:pt x="8156558" y="2701963"/>
                  </a:lnTo>
                  <a:lnTo>
                    <a:pt x="8151487" y="2706624"/>
                  </a:lnTo>
                  <a:lnTo>
                    <a:pt x="8104583" y="2746625"/>
                  </a:lnTo>
                  <a:lnTo>
                    <a:pt x="8055236" y="2782866"/>
                  </a:lnTo>
                  <a:lnTo>
                    <a:pt x="8002714" y="2815512"/>
                  </a:lnTo>
                  <a:lnTo>
                    <a:pt x="7946216" y="2844857"/>
                  </a:lnTo>
                  <a:lnTo>
                    <a:pt x="7884923" y="2871241"/>
                  </a:lnTo>
                  <a:lnTo>
                    <a:pt x="7818049" y="2895004"/>
                  </a:lnTo>
                  <a:lnTo>
                    <a:pt x="7744916" y="2916453"/>
                  </a:lnTo>
                  <a:lnTo>
                    <a:pt x="7665050" y="2935848"/>
                  </a:lnTo>
                  <a:lnTo>
                    <a:pt x="7578309" y="2953391"/>
                  </a:lnTo>
                  <a:lnTo>
                    <a:pt x="7485047" y="2969226"/>
                  </a:lnTo>
                  <a:lnTo>
                    <a:pt x="7386294" y="2983433"/>
                  </a:lnTo>
                  <a:lnTo>
                    <a:pt x="7283918" y="2996038"/>
                  </a:lnTo>
                  <a:lnTo>
                    <a:pt x="7180709" y="3007024"/>
                  </a:lnTo>
                  <a:lnTo>
                    <a:pt x="7080306" y="3016356"/>
                  </a:lnTo>
                  <a:lnTo>
                    <a:pt x="6986896" y="3024006"/>
                  </a:lnTo>
                  <a:lnTo>
                    <a:pt x="6904680" y="3029986"/>
                  </a:lnTo>
                  <a:lnTo>
                    <a:pt x="6837161" y="3034378"/>
                  </a:lnTo>
                  <a:lnTo>
                    <a:pt x="6786447" y="3037345"/>
                  </a:lnTo>
                  <a:lnTo>
                    <a:pt x="6752760" y="3039125"/>
                  </a:lnTo>
                  <a:lnTo>
                    <a:pt x="6734272" y="3040012"/>
                  </a:lnTo>
                  <a:lnTo>
                    <a:pt x="6727255" y="3040318"/>
                  </a:lnTo>
                  <a:lnTo>
                    <a:pt x="6726343" y="3040355"/>
                  </a:lnTo>
                  <a:lnTo>
                    <a:pt x="5254955" y="3040355"/>
                  </a:lnTo>
                  <a:lnTo>
                    <a:pt x="5253821" y="3040285"/>
                  </a:lnTo>
                  <a:lnTo>
                    <a:pt x="5246366" y="3039788"/>
                  </a:lnTo>
                  <a:lnTo>
                    <a:pt x="5227571" y="3038414"/>
                  </a:lnTo>
                  <a:lnTo>
                    <a:pt x="5193961" y="3035710"/>
                  </a:lnTo>
                  <a:lnTo>
                    <a:pt x="5143854" y="3031253"/>
                  </a:lnTo>
                  <a:lnTo>
                    <a:pt x="5077484" y="3024701"/>
                  </a:lnTo>
                  <a:lnTo>
                    <a:pt x="4996856" y="3015818"/>
                  </a:lnTo>
                  <a:lnTo>
                    <a:pt x="4905289" y="3004482"/>
                  </a:lnTo>
                  <a:lnTo>
                    <a:pt x="4806769" y="2990674"/>
                  </a:lnTo>
                  <a:lnTo>
                    <a:pt x="4705302" y="2974431"/>
                  </a:lnTo>
                  <a:lnTo>
                    <a:pt x="4604400" y="2955808"/>
                  </a:lnTo>
                  <a:lnTo>
                    <a:pt x="4506794" y="2934830"/>
                  </a:lnTo>
                  <a:lnTo>
                    <a:pt x="4414348" y="2911469"/>
                  </a:lnTo>
                  <a:lnTo>
                    <a:pt x="4328129" y="2885616"/>
                  </a:lnTo>
                  <a:lnTo>
                    <a:pt x="4248548" y="2857079"/>
                  </a:lnTo>
                  <a:lnTo>
                    <a:pt x="4175531" y="2825577"/>
                  </a:lnTo>
                  <a:lnTo>
                    <a:pt x="4108669" y="2790747"/>
                  </a:lnTo>
                  <a:lnTo>
                    <a:pt x="4047342" y="2752157"/>
                  </a:lnTo>
                  <a:lnTo>
                    <a:pt x="3990819" y="2709321"/>
                  </a:lnTo>
                  <a:lnTo>
                    <a:pt x="3938320" y="2661744"/>
                  </a:lnTo>
                  <a:lnTo>
                    <a:pt x="3889075" y="2608976"/>
                  </a:lnTo>
                  <a:lnTo>
                    <a:pt x="3842365" y="2550717"/>
                  </a:lnTo>
                  <a:lnTo>
                    <a:pt x="3829811" y="2533629"/>
                  </a:lnTo>
                  <a:lnTo>
                    <a:pt x="3793184" y="2480258"/>
                  </a:lnTo>
                  <a:lnTo>
                    <a:pt x="3757462" y="2423070"/>
                  </a:lnTo>
                  <a:lnTo>
                    <a:pt x="3722405" y="2361987"/>
                  </a:lnTo>
                  <a:lnTo>
                    <a:pt x="3687819" y="2296990"/>
                  </a:lnTo>
                  <a:lnTo>
                    <a:pt x="3653546" y="2228124"/>
                  </a:lnTo>
                  <a:lnTo>
                    <a:pt x="3619464" y="2155508"/>
                  </a:lnTo>
                  <a:lnTo>
                    <a:pt x="3585479" y="2079333"/>
                  </a:lnTo>
                  <a:lnTo>
                    <a:pt x="3551524" y="1999867"/>
                  </a:lnTo>
                  <a:lnTo>
                    <a:pt x="3517552" y="1917457"/>
                  </a:lnTo>
                  <a:lnTo>
                    <a:pt x="3483539" y="1832519"/>
                  </a:lnTo>
                  <a:lnTo>
                    <a:pt x="3449476" y="1745535"/>
                  </a:lnTo>
                  <a:lnTo>
                    <a:pt x="3415367" y="1657044"/>
                  </a:lnTo>
                  <a:lnTo>
                    <a:pt x="3381227" y="1567623"/>
                  </a:lnTo>
                  <a:lnTo>
                    <a:pt x="3347075" y="1477878"/>
                  </a:lnTo>
                  <a:lnTo>
                    <a:pt x="3312933" y="1388422"/>
                  </a:lnTo>
                  <a:lnTo>
                    <a:pt x="3278822" y="1299861"/>
                  </a:lnTo>
                  <a:lnTo>
                    <a:pt x="3244756" y="1212776"/>
                  </a:lnTo>
                  <a:lnTo>
                    <a:pt x="3210740" y="1127707"/>
                  </a:lnTo>
                  <a:lnTo>
                    <a:pt x="3176767" y="1045140"/>
                  </a:lnTo>
                  <a:lnTo>
                    <a:pt x="3142811" y="965495"/>
                  </a:lnTo>
                  <a:lnTo>
                    <a:pt x="3108830" y="889123"/>
                  </a:lnTo>
                  <a:lnTo>
                    <a:pt x="3074756" y="816297"/>
                  </a:lnTo>
                  <a:lnTo>
                    <a:pt x="3040497" y="747212"/>
                  </a:lnTo>
                  <a:lnTo>
                    <a:pt x="3005932" y="681991"/>
                  </a:lnTo>
                  <a:lnTo>
                    <a:pt x="2970907" y="620683"/>
                  </a:lnTo>
                  <a:lnTo>
                    <a:pt x="2935230" y="563273"/>
                  </a:lnTo>
                  <a:lnTo>
                    <a:pt x="2898662" y="509686"/>
                  </a:lnTo>
                  <a:lnTo>
                    <a:pt x="2896531" y="506725"/>
                  </a:lnTo>
                  <a:lnTo>
                    <a:pt x="2850409" y="446932"/>
                  </a:lnTo>
                  <a:lnTo>
                    <a:pt x="2801933" y="392666"/>
                  </a:lnTo>
                  <a:lnTo>
                    <a:pt x="2750409" y="343694"/>
                  </a:lnTo>
                  <a:lnTo>
                    <a:pt x="2695077" y="299597"/>
                  </a:lnTo>
                  <a:lnTo>
                    <a:pt x="2635155" y="259882"/>
                  </a:lnTo>
                  <a:lnTo>
                    <a:pt x="2569892" y="224059"/>
                  </a:lnTo>
                  <a:lnTo>
                    <a:pt x="2498629" y="191676"/>
                  </a:lnTo>
                  <a:lnTo>
                    <a:pt x="2420888" y="162351"/>
                  </a:lnTo>
                  <a:lnTo>
                    <a:pt x="2336486" y="135779"/>
                  </a:lnTo>
                  <a:lnTo>
                    <a:pt x="2245686" y="111743"/>
                  </a:lnTo>
                  <a:lnTo>
                    <a:pt x="2149357" y="90112"/>
                  </a:lnTo>
                  <a:lnTo>
                    <a:pt x="2049130" y="70837"/>
                  </a:lnTo>
                  <a:lnTo>
                    <a:pt x="1947498" y="53931"/>
                  </a:lnTo>
                  <a:lnTo>
                    <a:pt x="1847776" y="39444"/>
                  </a:lnTo>
                  <a:lnTo>
                    <a:pt x="1753875" y="27424"/>
                  </a:lnTo>
                  <a:lnTo>
                    <a:pt x="1669849" y="17869"/>
                  </a:lnTo>
                  <a:lnTo>
                    <a:pt x="1599270" y="10691"/>
                  </a:lnTo>
                  <a:lnTo>
                    <a:pt x="1544561" y="5685"/>
                  </a:lnTo>
                  <a:lnTo>
                    <a:pt x="1506477" y="2536"/>
                  </a:lnTo>
                  <a:lnTo>
                    <a:pt x="1483861" y="839"/>
                  </a:lnTo>
                  <a:lnTo>
                    <a:pt x="1473710" y="145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204" name="pl204"/>
            <p:cNvSpPr/>
            <p:nvPr/>
          </p:nvSpPr>
          <p:spPr>
            <a:xfrm>
              <a:off x="4799595" y="5625437"/>
              <a:ext cx="11981298" cy="3040355"/>
            </a:xfrm>
            <a:custGeom>
              <a:avLst/>
              <a:pathLst>
                <a:path w="11981298" h="3040355">
                  <a:moveTo>
                    <a:pt x="0" y="0"/>
                  </a:moveTo>
                  <a:lnTo>
                    <a:pt x="1471387" y="0"/>
                  </a:lnTo>
                  <a:lnTo>
                    <a:pt x="1472521" y="69"/>
                  </a:lnTo>
                  <a:lnTo>
                    <a:pt x="1479976" y="566"/>
                  </a:lnTo>
                  <a:lnTo>
                    <a:pt x="1498771" y="1940"/>
                  </a:lnTo>
                  <a:lnTo>
                    <a:pt x="1532381" y="4645"/>
                  </a:lnTo>
                  <a:lnTo>
                    <a:pt x="1582488" y="9101"/>
                  </a:lnTo>
                  <a:lnTo>
                    <a:pt x="1648858" y="15653"/>
                  </a:lnTo>
                  <a:lnTo>
                    <a:pt x="1729486" y="24537"/>
                  </a:lnTo>
                  <a:lnTo>
                    <a:pt x="1821054" y="35872"/>
                  </a:lnTo>
                  <a:lnTo>
                    <a:pt x="1919573" y="49680"/>
                  </a:lnTo>
                  <a:lnTo>
                    <a:pt x="2021040" y="65923"/>
                  </a:lnTo>
                  <a:lnTo>
                    <a:pt x="2121942" y="84547"/>
                  </a:lnTo>
                  <a:lnTo>
                    <a:pt x="2219548" y="105524"/>
                  </a:lnTo>
                  <a:lnTo>
                    <a:pt x="2311994" y="128886"/>
                  </a:lnTo>
                  <a:lnTo>
                    <a:pt x="2398214" y="154739"/>
                  </a:lnTo>
                  <a:lnTo>
                    <a:pt x="2477794" y="183276"/>
                  </a:lnTo>
                  <a:lnTo>
                    <a:pt x="2550811" y="214778"/>
                  </a:lnTo>
                  <a:lnTo>
                    <a:pt x="2617673" y="249607"/>
                  </a:lnTo>
                  <a:lnTo>
                    <a:pt x="2679000" y="288198"/>
                  </a:lnTo>
                  <a:lnTo>
                    <a:pt x="2735523" y="331033"/>
                  </a:lnTo>
                  <a:lnTo>
                    <a:pt x="2788022" y="378610"/>
                  </a:lnTo>
                  <a:lnTo>
                    <a:pt x="2837267" y="431379"/>
                  </a:lnTo>
                  <a:lnTo>
                    <a:pt x="2883977" y="489637"/>
                  </a:lnTo>
                  <a:lnTo>
                    <a:pt x="2896531" y="506725"/>
                  </a:lnTo>
                  <a:lnTo>
                    <a:pt x="2933158" y="560096"/>
                  </a:lnTo>
                  <a:lnTo>
                    <a:pt x="2968880" y="617284"/>
                  </a:lnTo>
                  <a:lnTo>
                    <a:pt x="3003937" y="678368"/>
                  </a:lnTo>
                  <a:lnTo>
                    <a:pt x="3038523" y="743365"/>
                  </a:lnTo>
                  <a:lnTo>
                    <a:pt x="3072796" y="812230"/>
                  </a:lnTo>
                  <a:lnTo>
                    <a:pt x="3106878" y="884846"/>
                  </a:lnTo>
                  <a:lnTo>
                    <a:pt x="3140863" y="961022"/>
                  </a:lnTo>
                  <a:lnTo>
                    <a:pt x="3174819" y="1040487"/>
                  </a:lnTo>
                  <a:lnTo>
                    <a:pt x="3208790" y="1122898"/>
                  </a:lnTo>
                  <a:lnTo>
                    <a:pt x="3242803" y="1207836"/>
                  </a:lnTo>
                  <a:lnTo>
                    <a:pt x="3276866" y="1294819"/>
                  </a:lnTo>
                  <a:lnTo>
                    <a:pt x="3310975" y="1383310"/>
                  </a:lnTo>
                  <a:lnTo>
                    <a:pt x="3345115" y="1472731"/>
                  </a:lnTo>
                  <a:lnTo>
                    <a:pt x="3379267" y="1562477"/>
                  </a:lnTo>
                  <a:lnTo>
                    <a:pt x="3413409" y="1651933"/>
                  </a:lnTo>
                  <a:lnTo>
                    <a:pt x="3447520" y="1740494"/>
                  </a:lnTo>
                  <a:lnTo>
                    <a:pt x="3481586" y="1827578"/>
                  </a:lnTo>
                  <a:lnTo>
                    <a:pt x="3515602" y="1912647"/>
                  </a:lnTo>
                  <a:lnTo>
                    <a:pt x="3549575" y="1995215"/>
                  </a:lnTo>
                  <a:lnTo>
                    <a:pt x="3583531" y="2074859"/>
                  </a:lnTo>
                  <a:lnTo>
                    <a:pt x="3617512" y="2151231"/>
                  </a:lnTo>
                  <a:lnTo>
                    <a:pt x="3651586" y="2224058"/>
                  </a:lnTo>
                  <a:lnTo>
                    <a:pt x="3685845" y="2293142"/>
                  </a:lnTo>
                  <a:lnTo>
                    <a:pt x="3720410" y="2358363"/>
                  </a:lnTo>
                  <a:lnTo>
                    <a:pt x="3755435" y="2419671"/>
                  </a:lnTo>
                  <a:lnTo>
                    <a:pt x="3791113" y="2477081"/>
                  </a:lnTo>
                  <a:lnTo>
                    <a:pt x="3827680" y="2530668"/>
                  </a:lnTo>
                  <a:lnTo>
                    <a:pt x="3829811" y="2533629"/>
                  </a:lnTo>
                  <a:lnTo>
                    <a:pt x="3875933" y="2593422"/>
                  </a:lnTo>
                  <a:lnTo>
                    <a:pt x="3924409" y="2647688"/>
                  </a:lnTo>
                  <a:lnTo>
                    <a:pt x="3975933" y="2696660"/>
                  </a:lnTo>
                  <a:lnTo>
                    <a:pt x="4031265" y="2740758"/>
                  </a:lnTo>
                  <a:lnTo>
                    <a:pt x="4091187" y="2780472"/>
                  </a:lnTo>
                  <a:lnTo>
                    <a:pt x="4156450" y="2816296"/>
                  </a:lnTo>
                  <a:lnTo>
                    <a:pt x="4227713" y="2848678"/>
                  </a:lnTo>
                  <a:lnTo>
                    <a:pt x="4305455" y="2878004"/>
                  </a:lnTo>
                  <a:lnTo>
                    <a:pt x="4389856" y="2904576"/>
                  </a:lnTo>
                  <a:lnTo>
                    <a:pt x="4480656" y="2928612"/>
                  </a:lnTo>
                  <a:lnTo>
                    <a:pt x="4576985" y="2950242"/>
                  </a:lnTo>
                  <a:lnTo>
                    <a:pt x="4677212" y="2969518"/>
                  </a:lnTo>
                  <a:lnTo>
                    <a:pt x="4778844" y="2986424"/>
                  </a:lnTo>
                  <a:lnTo>
                    <a:pt x="4878566" y="3000911"/>
                  </a:lnTo>
                  <a:lnTo>
                    <a:pt x="4972467" y="3012931"/>
                  </a:lnTo>
                  <a:lnTo>
                    <a:pt x="5056493" y="3022485"/>
                  </a:lnTo>
                  <a:lnTo>
                    <a:pt x="5127072" y="3029663"/>
                  </a:lnTo>
                  <a:lnTo>
                    <a:pt x="5181781" y="3034669"/>
                  </a:lnTo>
                  <a:lnTo>
                    <a:pt x="5219865" y="3037818"/>
                  </a:lnTo>
                  <a:lnTo>
                    <a:pt x="5242481" y="3039515"/>
                  </a:lnTo>
                  <a:lnTo>
                    <a:pt x="5252632" y="3040209"/>
                  </a:lnTo>
                  <a:lnTo>
                    <a:pt x="5254930" y="3040353"/>
                  </a:lnTo>
                  <a:lnTo>
                    <a:pt x="5254955" y="3040355"/>
                  </a:lnTo>
                  <a:lnTo>
                    <a:pt x="6726343" y="3040355"/>
                  </a:lnTo>
                  <a:lnTo>
                    <a:pt x="6727533" y="3040307"/>
                  </a:lnTo>
                  <a:lnTo>
                    <a:pt x="6735349" y="3039963"/>
                  </a:lnTo>
                  <a:lnTo>
                    <a:pt x="6755025" y="3039011"/>
                  </a:lnTo>
                  <a:lnTo>
                    <a:pt x="6790136" y="3037140"/>
                  </a:lnTo>
                  <a:lnTo>
                    <a:pt x="6842336" y="3034058"/>
                  </a:lnTo>
                  <a:lnTo>
                    <a:pt x="6911229" y="3029535"/>
                  </a:lnTo>
                  <a:lnTo>
                    <a:pt x="6994562" y="3023413"/>
                  </a:lnTo>
                  <a:lnTo>
                    <a:pt x="7088744" y="3015618"/>
                  </a:lnTo>
                  <a:lnTo>
                    <a:pt x="7189549" y="3006142"/>
                  </a:lnTo>
                  <a:lnTo>
                    <a:pt x="7292819" y="2995015"/>
                  </a:lnTo>
                  <a:lnTo>
                    <a:pt x="7394979" y="2982272"/>
                  </a:lnTo>
                  <a:lnTo>
                    <a:pt x="7493320" y="2967927"/>
                  </a:lnTo>
                  <a:lnTo>
                    <a:pt x="7586049" y="2951949"/>
                  </a:lnTo>
                  <a:lnTo>
                    <a:pt x="7672204" y="2934252"/>
                  </a:lnTo>
                  <a:lnTo>
                    <a:pt x="7751478" y="2914689"/>
                  </a:lnTo>
                  <a:lnTo>
                    <a:pt x="7824049" y="2893051"/>
                  </a:lnTo>
                  <a:lnTo>
                    <a:pt x="7890413" y="2869075"/>
                  </a:lnTo>
                  <a:lnTo>
                    <a:pt x="7951262" y="2842450"/>
                  </a:lnTo>
                  <a:lnTo>
                    <a:pt x="8007385" y="2812834"/>
                  </a:lnTo>
                  <a:lnTo>
                    <a:pt x="8059602" y="2779888"/>
                  </a:lnTo>
                  <a:lnTo>
                    <a:pt x="8108711" y="2743327"/>
                  </a:lnTo>
                  <a:lnTo>
                    <a:pt x="8151487" y="2706624"/>
                  </a:lnTo>
                  <a:lnTo>
                    <a:pt x="8194260" y="2665233"/>
                  </a:lnTo>
                  <a:lnTo>
                    <a:pt x="8235851" y="2620384"/>
                  </a:lnTo>
                  <a:lnTo>
                    <a:pt x="8276628" y="2572010"/>
                  </a:lnTo>
                  <a:lnTo>
                    <a:pt x="8316874" y="2520120"/>
                  </a:lnTo>
                  <a:lnTo>
                    <a:pt x="8356808" y="2464807"/>
                  </a:lnTo>
                  <a:lnTo>
                    <a:pt x="8396592" y="2406255"/>
                  </a:lnTo>
                  <a:lnTo>
                    <a:pt x="8436336" y="2344743"/>
                  </a:lnTo>
                  <a:lnTo>
                    <a:pt x="8476111" y="2280643"/>
                  </a:lnTo>
                  <a:lnTo>
                    <a:pt x="8515947" y="2214416"/>
                  </a:lnTo>
                  <a:lnTo>
                    <a:pt x="8555851" y="2146599"/>
                  </a:lnTo>
                  <a:lnTo>
                    <a:pt x="8595805" y="2077787"/>
                  </a:lnTo>
                  <a:lnTo>
                    <a:pt x="8635779" y="2008613"/>
                  </a:lnTo>
                  <a:lnTo>
                    <a:pt x="8675737" y="1939725"/>
                  </a:lnTo>
                  <a:lnTo>
                    <a:pt x="8715647" y="1871760"/>
                  </a:lnTo>
                  <a:lnTo>
                    <a:pt x="8755492" y="1805319"/>
                  </a:lnTo>
                  <a:lnTo>
                    <a:pt x="8795273" y="1740945"/>
                  </a:lnTo>
                  <a:lnTo>
                    <a:pt x="8835018" y="1679110"/>
                  </a:lnTo>
                  <a:lnTo>
                    <a:pt x="8874792" y="1620196"/>
                  </a:lnTo>
                  <a:lnTo>
                    <a:pt x="8914702" y="1564493"/>
                  </a:lnTo>
                  <a:lnTo>
                    <a:pt x="8954902" y="1512196"/>
                  </a:lnTo>
                  <a:lnTo>
                    <a:pt x="8995603" y="1463410"/>
                  </a:lnTo>
                  <a:lnTo>
                    <a:pt x="9037082" y="1418151"/>
                  </a:lnTo>
                  <a:lnTo>
                    <a:pt x="9079695" y="1376362"/>
                  </a:lnTo>
                  <a:lnTo>
                    <a:pt x="9084767" y="1371701"/>
                  </a:lnTo>
                  <a:lnTo>
                    <a:pt x="9131670" y="1331700"/>
                  </a:lnTo>
                  <a:lnTo>
                    <a:pt x="9181017" y="1295459"/>
                  </a:lnTo>
                  <a:lnTo>
                    <a:pt x="9233539" y="1262813"/>
                  </a:lnTo>
                  <a:lnTo>
                    <a:pt x="9290037" y="1233468"/>
                  </a:lnTo>
                  <a:lnTo>
                    <a:pt x="9351331" y="1207084"/>
                  </a:lnTo>
                  <a:lnTo>
                    <a:pt x="9418205" y="1183321"/>
                  </a:lnTo>
                  <a:lnTo>
                    <a:pt x="9491337" y="1161873"/>
                  </a:lnTo>
                  <a:lnTo>
                    <a:pt x="9571203" y="1142478"/>
                  </a:lnTo>
                  <a:lnTo>
                    <a:pt x="9657945" y="1124934"/>
                  </a:lnTo>
                  <a:lnTo>
                    <a:pt x="9751207" y="1109099"/>
                  </a:lnTo>
                  <a:lnTo>
                    <a:pt x="9849959" y="1094892"/>
                  </a:lnTo>
                  <a:lnTo>
                    <a:pt x="9952335" y="1082287"/>
                  </a:lnTo>
                  <a:lnTo>
                    <a:pt x="10055544" y="1071301"/>
                  </a:lnTo>
                  <a:lnTo>
                    <a:pt x="10155948" y="1061969"/>
                  </a:lnTo>
                  <a:lnTo>
                    <a:pt x="10249357" y="1054319"/>
                  </a:lnTo>
                  <a:lnTo>
                    <a:pt x="10331573" y="1048339"/>
                  </a:lnTo>
                  <a:lnTo>
                    <a:pt x="10399092" y="1043947"/>
                  </a:lnTo>
                  <a:lnTo>
                    <a:pt x="10449806" y="1040980"/>
                  </a:lnTo>
                  <a:lnTo>
                    <a:pt x="10483493" y="1039200"/>
                  </a:lnTo>
                  <a:lnTo>
                    <a:pt x="10501981" y="1038314"/>
                  </a:lnTo>
                  <a:lnTo>
                    <a:pt x="10508998" y="1038007"/>
                  </a:lnTo>
                  <a:lnTo>
                    <a:pt x="10509911" y="1037970"/>
                  </a:lnTo>
                  <a:lnTo>
                    <a:pt x="11981298" y="103797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5" name="pl205"/>
            <p:cNvSpPr/>
            <p:nvPr/>
          </p:nvSpPr>
          <p:spPr>
            <a:xfrm>
              <a:off x="4799595" y="5617264"/>
              <a:ext cx="11981298" cy="3040355"/>
            </a:xfrm>
            <a:custGeom>
              <a:avLst/>
              <a:pathLst>
                <a:path w="11981298" h="3040355">
                  <a:moveTo>
                    <a:pt x="11981298" y="1037970"/>
                  </a:moveTo>
                  <a:lnTo>
                    <a:pt x="10509911" y="1037970"/>
                  </a:lnTo>
                  <a:lnTo>
                    <a:pt x="10508721" y="1038019"/>
                  </a:lnTo>
                  <a:lnTo>
                    <a:pt x="10500905" y="1038363"/>
                  </a:lnTo>
                  <a:lnTo>
                    <a:pt x="10481229" y="1039314"/>
                  </a:lnTo>
                  <a:lnTo>
                    <a:pt x="10446117" y="1041185"/>
                  </a:lnTo>
                  <a:lnTo>
                    <a:pt x="10393917" y="1044267"/>
                  </a:lnTo>
                  <a:lnTo>
                    <a:pt x="10325025" y="1048790"/>
                  </a:lnTo>
                  <a:lnTo>
                    <a:pt x="10241691" y="1054912"/>
                  </a:lnTo>
                  <a:lnTo>
                    <a:pt x="10147509" y="1062707"/>
                  </a:lnTo>
                  <a:lnTo>
                    <a:pt x="10046704" y="1072183"/>
                  </a:lnTo>
                  <a:lnTo>
                    <a:pt x="9943434" y="1083310"/>
                  </a:lnTo>
                  <a:lnTo>
                    <a:pt x="9841274" y="1096053"/>
                  </a:lnTo>
                  <a:lnTo>
                    <a:pt x="9742934" y="1110399"/>
                  </a:lnTo>
                  <a:lnTo>
                    <a:pt x="9650204" y="1126377"/>
                  </a:lnTo>
                  <a:lnTo>
                    <a:pt x="9564050" y="1144074"/>
                  </a:lnTo>
                  <a:lnTo>
                    <a:pt x="9484775" y="1163637"/>
                  </a:lnTo>
                  <a:lnTo>
                    <a:pt x="9412204" y="1185274"/>
                  </a:lnTo>
                  <a:lnTo>
                    <a:pt x="9345840" y="1209250"/>
                  </a:lnTo>
                  <a:lnTo>
                    <a:pt x="9284991" y="1235875"/>
                  </a:lnTo>
                  <a:lnTo>
                    <a:pt x="9228869" y="1265492"/>
                  </a:lnTo>
                  <a:lnTo>
                    <a:pt x="9176651" y="1298437"/>
                  </a:lnTo>
                  <a:lnTo>
                    <a:pt x="9127542" y="1334998"/>
                  </a:lnTo>
                  <a:lnTo>
                    <a:pt x="9084767" y="1371701"/>
                  </a:lnTo>
                  <a:lnTo>
                    <a:pt x="9041994" y="1413092"/>
                  </a:lnTo>
                  <a:lnTo>
                    <a:pt x="9000402" y="1457941"/>
                  </a:lnTo>
                  <a:lnTo>
                    <a:pt x="8959626" y="1506315"/>
                  </a:lnTo>
                  <a:lnTo>
                    <a:pt x="8919379" y="1558205"/>
                  </a:lnTo>
                  <a:lnTo>
                    <a:pt x="8879445" y="1613518"/>
                  </a:lnTo>
                  <a:lnTo>
                    <a:pt x="8839661" y="1672070"/>
                  </a:lnTo>
                  <a:lnTo>
                    <a:pt x="8799917" y="1733583"/>
                  </a:lnTo>
                  <a:lnTo>
                    <a:pt x="8760143" y="1797682"/>
                  </a:lnTo>
                  <a:lnTo>
                    <a:pt x="8720306" y="1863909"/>
                  </a:lnTo>
                  <a:lnTo>
                    <a:pt x="8680402" y="1931726"/>
                  </a:lnTo>
                  <a:lnTo>
                    <a:pt x="8640448" y="2000538"/>
                  </a:lnTo>
                  <a:lnTo>
                    <a:pt x="8600475" y="2069712"/>
                  </a:lnTo>
                  <a:lnTo>
                    <a:pt x="8560517" y="2138600"/>
                  </a:lnTo>
                  <a:lnTo>
                    <a:pt x="8520606" y="2206565"/>
                  </a:lnTo>
                  <a:lnTo>
                    <a:pt x="8480761" y="2273006"/>
                  </a:lnTo>
                  <a:lnTo>
                    <a:pt x="8440980" y="2337380"/>
                  </a:lnTo>
                  <a:lnTo>
                    <a:pt x="8401235" y="2399215"/>
                  </a:lnTo>
                  <a:lnTo>
                    <a:pt x="8361461" y="2458130"/>
                  </a:lnTo>
                  <a:lnTo>
                    <a:pt x="8321551" y="2513832"/>
                  </a:lnTo>
                  <a:lnTo>
                    <a:pt x="8281352" y="2566129"/>
                  </a:lnTo>
                  <a:lnTo>
                    <a:pt x="8240651" y="2614915"/>
                  </a:lnTo>
                  <a:lnTo>
                    <a:pt x="8199172" y="2660174"/>
                  </a:lnTo>
                  <a:lnTo>
                    <a:pt x="8156558" y="2701963"/>
                  </a:lnTo>
                  <a:lnTo>
                    <a:pt x="8151487" y="2706624"/>
                  </a:lnTo>
                  <a:lnTo>
                    <a:pt x="8104583" y="2746625"/>
                  </a:lnTo>
                  <a:lnTo>
                    <a:pt x="8055236" y="2782866"/>
                  </a:lnTo>
                  <a:lnTo>
                    <a:pt x="8002714" y="2815512"/>
                  </a:lnTo>
                  <a:lnTo>
                    <a:pt x="7946216" y="2844857"/>
                  </a:lnTo>
                  <a:lnTo>
                    <a:pt x="7884923" y="2871241"/>
                  </a:lnTo>
                  <a:lnTo>
                    <a:pt x="7818049" y="2895004"/>
                  </a:lnTo>
                  <a:lnTo>
                    <a:pt x="7744916" y="2916453"/>
                  </a:lnTo>
                  <a:lnTo>
                    <a:pt x="7665050" y="2935848"/>
                  </a:lnTo>
                  <a:lnTo>
                    <a:pt x="7578309" y="2953391"/>
                  </a:lnTo>
                  <a:lnTo>
                    <a:pt x="7485047" y="2969226"/>
                  </a:lnTo>
                  <a:lnTo>
                    <a:pt x="7386294" y="2983433"/>
                  </a:lnTo>
                  <a:lnTo>
                    <a:pt x="7283918" y="2996038"/>
                  </a:lnTo>
                  <a:lnTo>
                    <a:pt x="7180709" y="3007024"/>
                  </a:lnTo>
                  <a:lnTo>
                    <a:pt x="7080306" y="3016356"/>
                  </a:lnTo>
                  <a:lnTo>
                    <a:pt x="6986896" y="3024006"/>
                  </a:lnTo>
                  <a:lnTo>
                    <a:pt x="6904680" y="3029986"/>
                  </a:lnTo>
                  <a:lnTo>
                    <a:pt x="6837161" y="3034378"/>
                  </a:lnTo>
                  <a:lnTo>
                    <a:pt x="6786447" y="3037345"/>
                  </a:lnTo>
                  <a:lnTo>
                    <a:pt x="6752760" y="3039125"/>
                  </a:lnTo>
                  <a:lnTo>
                    <a:pt x="6734272" y="3040012"/>
                  </a:lnTo>
                  <a:lnTo>
                    <a:pt x="6727255" y="3040318"/>
                  </a:lnTo>
                  <a:lnTo>
                    <a:pt x="6726343" y="3040355"/>
                  </a:lnTo>
                  <a:lnTo>
                    <a:pt x="5254955" y="3040355"/>
                  </a:lnTo>
                  <a:lnTo>
                    <a:pt x="5253821" y="3040285"/>
                  </a:lnTo>
                  <a:lnTo>
                    <a:pt x="5246366" y="3039788"/>
                  </a:lnTo>
                  <a:lnTo>
                    <a:pt x="5227571" y="3038414"/>
                  </a:lnTo>
                  <a:lnTo>
                    <a:pt x="5193961" y="3035710"/>
                  </a:lnTo>
                  <a:lnTo>
                    <a:pt x="5143854" y="3031253"/>
                  </a:lnTo>
                  <a:lnTo>
                    <a:pt x="5077484" y="3024701"/>
                  </a:lnTo>
                  <a:lnTo>
                    <a:pt x="4996856" y="3015818"/>
                  </a:lnTo>
                  <a:lnTo>
                    <a:pt x="4905289" y="3004482"/>
                  </a:lnTo>
                  <a:lnTo>
                    <a:pt x="4806769" y="2990674"/>
                  </a:lnTo>
                  <a:lnTo>
                    <a:pt x="4705302" y="2974431"/>
                  </a:lnTo>
                  <a:lnTo>
                    <a:pt x="4604400" y="2955808"/>
                  </a:lnTo>
                  <a:lnTo>
                    <a:pt x="4506794" y="2934830"/>
                  </a:lnTo>
                  <a:lnTo>
                    <a:pt x="4414348" y="2911469"/>
                  </a:lnTo>
                  <a:lnTo>
                    <a:pt x="4328129" y="2885616"/>
                  </a:lnTo>
                  <a:lnTo>
                    <a:pt x="4248548" y="2857079"/>
                  </a:lnTo>
                  <a:lnTo>
                    <a:pt x="4175531" y="2825577"/>
                  </a:lnTo>
                  <a:lnTo>
                    <a:pt x="4108669" y="2790747"/>
                  </a:lnTo>
                  <a:lnTo>
                    <a:pt x="4047342" y="2752157"/>
                  </a:lnTo>
                  <a:lnTo>
                    <a:pt x="3990819" y="2709321"/>
                  </a:lnTo>
                  <a:lnTo>
                    <a:pt x="3938320" y="2661744"/>
                  </a:lnTo>
                  <a:lnTo>
                    <a:pt x="3889075" y="2608976"/>
                  </a:lnTo>
                  <a:lnTo>
                    <a:pt x="3842365" y="2550717"/>
                  </a:lnTo>
                  <a:lnTo>
                    <a:pt x="3829811" y="2533629"/>
                  </a:lnTo>
                  <a:lnTo>
                    <a:pt x="3793184" y="2480258"/>
                  </a:lnTo>
                  <a:lnTo>
                    <a:pt x="3757462" y="2423070"/>
                  </a:lnTo>
                  <a:lnTo>
                    <a:pt x="3722405" y="2361987"/>
                  </a:lnTo>
                  <a:lnTo>
                    <a:pt x="3687819" y="2296990"/>
                  </a:lnTo>
                  <a:lnTo>
                    <a:pt x="3653546" y="2228124"/>
                  </a:lnTo>
                  <a:lnTo>
                    <a:pt x="3619464" y="2155508"/>
                  </a:lnTo>
                  <a:lnTo>
                    <a:pt x="3585479" y="2079333"/>
                  </a:lnTo>
                  <a:lnTo>
                    <a:pt x="3551524" y="1999867"/>
                  </a:lnTo>
                  <a:lnTo>
                    <a:pt x="3517552" y="1917457"/>
                  </a:lnTo>
                  <a:lnTo>
                    <a:pt x="3483539" y="1832519"/>
                  </a:lnTo>
                  <a:lnTo>
                    <a:pt x="3449476" y="1745535"/>
                  </a:lnTo>
                  <a:lnTo>
                    <a:pt x="3415367" y="1657044"/>
                  </a:lnTo>
                  <a:lnTo>
                    <a:pt x="3381227" y="1567623"/>
                  </a:lnTo>
                  <a:lnTo>
                    <a:pt x="3347075" y="1477878"/>
                  </a:lnTo>
                  <a:lnTo>
                    <a:pt x="3312933" y="1388422"/>
                  </a:lnTo>
                  <a:lnTo>
                    <a:pt x="3278822" y="1299861"/>
                  </a:lnTo>
                  <a:lnTo>
                    <a:pt x="3244756" y="1212776"/>
                  </a:lnTo>
                  <a:lnTo>
                    <a:pt x="3210740" y="1127707"/>
                  </a:lnTo>
                  <a:lnTo>
                    <a:pt x="3176767" y="1045140"/>
                  </a:lnTo>
                  <a:lnTo>
                    <a:pt x="3142811" y="965495"/>
                  </a:lnTo>
                  <a:lnTo>
                    <a:pt x="3108830" y="889123"/>
                  </a:lnTo>
                  <a:lnTo>
                    <a:pt x="3074756" y="816297"/>
                  </a:lnTo>
                  <a:lnTo>
                    <a:pt x="3040497" y="747212"/>
                  </a:lnTo>
                  <a:lnTo>
                    <a:pt x="3005932" y="681991"/>
                  </a:lnTo>
                  <a:lnTo>
                    <a:pt x="2970907" y="620683"/>
                  </a:lnTo>
                  <a:lnTo>
                    <a:pt x="2935230" y="563273"/>
                  </a:lnTo>
                  <a:lnTo>
                    <a:pt x="2898662" y="509686"/>
                  </a:lnTo>
                  <a:lnTo>
                    <a:pt x="2896531" y="506725"/>
                  </a:lnTo>
                  <a:lnTo>
                    <a:pt x="2850409" y="446932"/>
                  </a:lnTo>
                  <a:lnTo>
                    <a:pt x="2801933" y="392666"/>
                  </a:lnTo>
                  <a:lnTo>
                    <a:pt x="2750409" y="343694"/>
                  </a:lnTo>
                  <a:lnTo>
                    <a:pt x="2695077" y="299597"/>
                  </a:lnTo>
                  <a:lnTo>
                    <a:pt x="2635155" y="259882"/>
                  </a:lnTo>
                  <a:lnTo>
                    <a:pt x="2569892" y="224059"/>
                  </a:lnTo>
                  <a:lnTo>
                    <a:pt x="2498629" y="191676"/>
                  </a:lnTo>
                  <a:lnTo>
                    <a:pt x="2420888" y="162351"/>
                  </a:lnTo>
                  <a:lnTo>
                    <a:pt x="2336486" y="135779"/>
                  </a:lnTo>
                  <a:lnTo>
                    <a:pt x="2245686" y="111743"/>
                  </a:lnTo>
                  <a:lnTo>
                    <a:pt x="2149357" y="90112"/>
                  </a:lnTo>
                  <a:lnTo>
                    <a:pt x="2049130" y="70837"/>
                  </a:lnTo>
                  <a:lnTo>
                    <a:pt x="1947498" y="53931"/>
                  </a:lnTo>
                  <a:lnTo>
                    <a:pt x="1847776" y="39444"/>
                  </a:lnTo>
                  <a:lnTo>
                    <a:pt x="1753875" y="27424"/>
                  </a:lnTo>
                  <a:lnTo>
                    <a:pt x="1669849" y="17869"/>
                  </a:lnTo>
                  <a:lnTo>
                    <a:pt x="1599270" y="10691"/>
                  </a:lnTo>
                  <a:lnTo>
                    <a:pt x="1544561" y="5685"/>
                  </a:lnTo>
                  <a:lnTo>
                    <a:pt x="1506477" y="2536"/>
                  </a:lnTo>
                  <a:lnTo>
                    <a:pt x="1483861" y="839"/>
                  </a:lnTo>
                  <a:lnTo>
                    <a:pt x="1473710" y="145"/>
                  </a:lnTo>
                  <a:lnTo>
                    <a:pt x="1471412" y="1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6" name="pg206"/>
            <p:cNvSpPr/>
            <p:nvPr/>
          </p:nvSpPr>
          <p:spPr>
            <a:xfrm>
              <a:off x="4799595" y="5625437"/>
              <a:ext cx="11981298" cy="3056701"/>
            </a:xfrm>
            <a:custGeom>
              <a:avLst/>
              <a:pathLst>
                <a:path w="11981298" h="3056701">
                  <a:moveTo>
                    <a:pt x="0" y="16345"/>
                  </a:moveTo>
                  <a:lnTo>
                    <a:pt x="1471387" y="16345"/>
                  </a:lnTo>
                  <a:lnTo>
                    <a:pt x="1472521" y="16415"/>
                  </a:lnTo>
                  <a:lnTo>
                    <a:pt x="1479976" y="16912"/>
                  </a:lnTo>
                  <a:lnTo>
                    <a:pt x="1498771" y="18286"/>
                  </a:lnTo>
                  <a:lnTo>
                    <a:pt x="1532381" y="20991"/>
                  </a:lnTo>
                  <a:lnTo>
                    <a:pt x="1582488" y="25447"/>
                  </a:lnTo>
                  <a:lnTo>
                    <a:pt x="1648858" y="31999"/>
                  </a:lnTo>
                  <a:lnTo>
                    <a:pt x="1729486" y="40883"/>
                  </a:lnTo>
                  <a:lnTo>
                    <a:pt x="1821054" y="52218"/>
                  </a:lnTo>
                  <a:lnTo>
                    <a:pt x="1919573" y="66026"/>
                  </a:lnTo>
                  <a:lnTo>
                    <a:pt x="2021040" y="82269"/>
                  </a:lnTo>
                  <a:lnTo>
                    <a:pt x="2121942" y="100893"/>
                  </a:lnTo>
                  <a:lnTo>
                    <a:pt x="2219548" y="121870"/>
                  </a:lnTo>
                  <a:lnTo>
                    <a:pt x="2311994" y="145232"/>
                  </a:lnTo>
                  <a:lnTo>
                    <a:pt x="2398214" y="171085"/>
                  </a:lnTo>
                  <a:lnTo>
                    <a:pt x="2477794" y="199622"/>
                  </a:lnTo>
                  <a:lnTo>
                    <a:pt x="2550811" y="231124"/>
                  </a:lnTo>
                  <a:lnTo>
                    <a:pt x="2617673" y="265953"/>
                  </a:lnTo>
                  <a:lnTo>
                    <a:pt x="2679000" y="304544"/>
                  </a:lnTo>
                  <a:lnTo>
                    <a:pt x="2735523" y="347379"/>
                  </a:lnTo>
                  <a:lnTo>
                    <a:pt x="2788022" y="394956"/>
                  </a:lnTo>
                  <a:lnTo>
                    <a:pt x="2837267" y="447725"/>
                  </a:lnTo>
                  <a:lnTo>
                    <a:pt x="2883977" y="505983"/>
                  </a:lnTo>
                  <a:lnTo>
                    <a:pt x="2896531" y="523071"/>
                  </a:lnTo>
                  <a:lnTo>
                    <a:pt x="2933158" y="576442"/>
                  </a:lnTo>
                  <a:lnTo>
                    <a:pt x="2968880" y="633630"/>
                  </a:lnTo>
                  <a:lnTo>
                    <a:pt x="3003937" y="694713"/>
                  </a:lnTo>
                  <a:lnTo>
                    <a:pt x="3038523" y="759711"/>
                  </a:lnTo>
                  <a:lnTo>
                    <a:pt x="3072796" y="828576"/>
                  </a:lnTo>
                  <a:lnTo>
                    <a:pt x="3106878" y="901192"/>
                  </a:lnTo>
                  <a:lnTo>
                    <a:pt x="3140863" y="977368"/>
                  </a:lnTo>
                  <a:lnTo>
                    <a:pt x="3174819" y="1056833"/>
                  </a:lnTo>
                  <a:lnTo>
                    <a:pt x="3208790" y="1139244"/>
                  </a:lnTo>
                  <a:lnTo>
                    <a:pt x="3242803" y="1224182"/>
                  </a:lnTo>
                  <a:lnTo>
                    <a:pt x="3276866" y="1311165"/>
                  </a:lnTo>
                  <a:lnTo>
                    <a:pt x="3310975" y="1399656"/>
                  </a:lnTo>
                  <a:lnTo>
                    <a:pt x="3345115" y="1489077"/>
                  </a:lnTo>
                  <a:lnTo>
                    <a:pt x="3379267" y="1578823"/>
                  </a:lnTo>
                  <a:lnTo>
                    <a:pt x="3413409" y="1668279"/>
                  </a:lnTo>
                  <a:lnTo>
                    <a:pt x="3447520" y="1756840"/>
                  </a:lnTo>
                  <a:lnTo>
                    <a:pt x="3481586" y="1843924"/>
                  </a:lnTo>
                  <a:lnTo>
                    <a:pt x="3515602" y="1928993"/>
                  </a:lnTo>
                  <a:lnTo>
                    <a:pt x="3549575" y="2011561"/>
                  </a:lnTo>
                  <a:lnTo>
                    <a:pt x="3583531" y="2091205"/>
                  </a:lnTo>
                  <a:lnTo>
                    <a:pt x="3617512" y="2167577"/>
                  </a:lnTo>
                  <a:lnTo>
                    <a:pt x="3651586" y="2240404"/>
                  </a:lnTo>
                  <a:lnTo>
                    <a:pt x="3685845" y="2309488"/>
                  </a:lnTo>
                  <a:lnTo>
                    <a:pt x="3720410" y="2374709"/>
                  </a:lnTo>
                  <a:lnTo>
                    <a:pt x="3755435" y="2436017"/>
                  </a:lnTo>
                  <a:lnTo>
                    <a:pt x="3791113" y="2493427"/>
                  </a:lnTo>
                  <a:lnTo>
                    <a:pt x="3827680" y="2547014"/>
                  </a:lnTo>
                  <a:lnTo>
                    <a:pt x="3829811" y="2549975"/>
                  </a:lnTo>
                  <a:lnTo>
                    <a:pt x="3875933" y="2609768"/>
                  </a:lnTo>
                  <a:lnTo>
                    <a:pt x="3924409" y="2664034"/>
                  </a:lnTo>
                  <a:lnTo>
                    <a:pt x="3975933" y="2713006"/>
                  </a:lnTo>
                  <a:lnTo>
                    <a:pt x="4031265" y="2757104"/>
                  </a:lnTo>
                  <a:lnTo>
                    <a:pt x="4091187" y="2796818"/>
                  </a:lnTo>
                  <a:lnTo>
                    <a:pt x="4156450" y="2832642"/>
                  </a:lnTo>
                  <a:lnTo>
                    <a:pt x="4227713" y="2865024"/>
                  </a:lnTo>
                  <a:lnTo>
                    <a:pt x="4305455" y="2894350"/>
                  </a:lnTo>
                  <a:lnTo>
                    <a:pt x="4389856" y="2920922"/>
                  </a:lnTo>
                  <a:lnTo>
                    <a:pt x="4480656" y="2944958"/>
                  </a:lnTo>
                  <a:lnTo>
                    <a:pt x="4576985" y="2966588"/>
                  </a:lnTo>
                  <a:lnTo>
                    <a:pt x="4677212" y="2985864"/>
                  </a:lnTo>
                  <a:lnTo>
                    <a:pt x="4778844" y="3002770"/>
                  </a:lnTo>
                  <a:lnTo>
                    <a:pt x="4878566" y="3017257"/>
                  </a:lnTo>
                  <a:lnTo>
                    <a:pt x="4972467" y="3029277"/>
                  </a:lnTo>
                  <a:lnTo>
                    <a:pt x="5056493" y="3038831"/>
                  </a:lnTo>
                  <a:lnTo>
                    <a:pt x="5127072" y="3046009"/>
                  </a:lnTo>
                  <a:lnTo>
                    <a:pt x="5181781" y="3051015"/>
                  </a:lnTo>
                  <a:lnTo>
                    <a:pt x="5219865" y="3054164"/>
                  </a:lnTo>
                  <a:lnTo>
                    <a:pt x="5242481" y="3055861"/>
                  </a:lnTo>
                  <a:lnTo>
                    <a:pt x="5252632" y="3056555"/>
                  </a:lnTo>
                  <a:lnTo>
                    <a:pt x="5254955" y="3056701"/>
                  </a:lnTo>
                  <a:lnTo>
                    <a:pt x="6726343" y="3056701"/>
                  </a:lnTo>
                  <a:lnTo>
                    <a:pt x="6727568" y="3056676"/>
                  </a:lnTo>
                  <a:lnTo>
                    <a:pt x="6735609" y="3056496"/>
                  </a:lnTo>
                  <a:lnTo>
                    <a:pt x="6755833" y="3056000"/>
                  </a:lnTo>
                  <a:lnTo>
                    <a:pt x="6791876" y="3055024"/>
                  </a:lnTo>
                  <a:lnTo>
                    <a:pt x="6845368" y="3053419"/>
                  </a:lnTo>
                  <a:lnTo>
                    <a:pt x="6915809" y="3051064"/>
                  </a:lnTo>
                  <a:lnTo>
                    <a:pt x="7000791" y="3047880"/>
                  </a:lnTo>
                  <a:lnTo>
                    <a:pt x="7096549" y="3043832"/>
                  </a:lnTo>
                  <a:lnTo>
                    <a:pt x="7198716" y="3038917"/>
                  </a:lnTo>
                  <a:lnTo>
                    <a:pt x="7303042" y="3033151"/>
                  </a:lnTo>
                  <a:lnTo>
                    <a:pt x="7405922" y="3026552"/>
                  </a:lnTo>
                  <a:lnTo>
                    <a:pt x="7504665" y="3019126"/>
                  </a:lnTo>
                  <a:lnTo>
                    <a:pt x="7597527" y="3010853"/>
                  </a:lnTo>
                  <a:lnTo>
                    <a:pt x="7683611" y="3001685"/>
                  </a:lnTo>
                  <a:lnTo>
                    <a:pt x="7762679" y="2991540"/>
                  </a:lnTo>
                  <a:lnTo>
                    <a:pt x="7834968" y="2980306"/>
                  </a:lnTo>
                  <a:lnTo>
                    <a:pt x="7901028" y="2967841"/>
                  </a:lnTo>
                  <a:lnTo>
                    <a:pt x="7961594" y="2953979"/>
                  </a:lnTo>
                  <a:lnTo>
                    <a:pt x="8017488" y="2938542"/>
                  </a:lnTo>
                  <a:lnTo>
                    <a:pt x="8069556" y="2921355"/>
                  </a:lnTo>
                  <a:lnTo>
                    <a:pt x="8118607" y="2902279"/>
                  </a:lnTo>
                  <a:lnTo>
                    <a:pt x="8151487" y="2887792"/>
                  </a:lnTo>
                  <a:lnTo>
                    <a:pt x="8202198" y="2862689"/>
                  </a:lnTo>
                  <a:lnTo>
                    <a:pt x="8251343" y="2835101"/>
                  </a:lnTo>
                  <a:lnTo>
                    <a:pt x="8299495" y="2804988"/>
                  </a:lnTo>
                  <a:lnTo>
                    <a:pt x="8347082" y="2772391"/>
                  </a:lnTo>
                  <a:lnTo>
                    <a:pt x="8394403" y="2737441"/>
                  </a:lnTo>
                  <a:lnTo>
                    <a:pt x="8441661" y="2700362"/>
                  </a:lnTo>
                  <a:lnTo>
                    <a:pt x="8488967" y="2661475"/>
                  </a:lnTo>
                  <a:lnTo>
                    <a:pt x="8536367" y="2621187"/>
                  </a:lnTo>
                  <a:lnTo>
                    <a:pt x="8583851" y="2579975"/>
                  </a:lnTo>
                  <a:lnTo>
                    <a:pt x="8631377" y="2538367"/>
                  </a:lnTo>
                  <a:lnTo>
                    <a:pt x="8678886" y="2496914"/>
                  </a:lnTo>
                  <a:lnTo>
                    <a:pt x="8726327" y="2456154"/>
                  </a:lnTo>
                  <a:lnTo>
                    <a:pt x="8773673" y="2416592"/>
                  </a:lnTo>
                  <a:lnTo>
                    <a:pt x="8820942" y="2378668"/>
                  </a:lnTo>
                  <a:lnTo>
                    <a:pt x="8868216" y="2342743"/>
                  </a:lnTo>
                  <a:lnTo>
                    <a:pt x="8915655" y="2309083"/>
                  </a:lnTo>
                  <a:lnTo>
                    <a:pt x="8963512" y="2277861"/>
                  </a:lnTo>
                  <a:lnTo>
                    <a:pt x="9012157" y="2249156"/>
                  </a:lnTo>
                  <a:lnTo>
                    <a:pt x="9062093" y="2222963"/>
                  </a:lnTo>
                  <a:lnTo>
                    <a:pt x="9084767" y="2212158"/>
                  </a:lnTo>
                  <a:lnTo>
                    <a:pt x="9132146" y="2191721"/>
                  </a:lnTo>
                  <a:lnTo>
                    <a:pt x="9182025" y="2173225"/>
                  </a:lnTo>
                  <a:lnTo>
                    <a:pt x="9235157" y="2156582"/>
                  </a:lnTo>
                  <a:lnTo>
                    <a:pt x="9292370" y="2141638"/>
                  </a:lnTo>
                  <a:lnTo>
                    <a:pt x="9354506" y="2128216"/>
                  </a:lnTo>
                  <a:lnTo>
                    <a:pt x="9422371" y="2116138"/>
                  </a:lnTo>
                  <a:lnTo>
                    <a:pt x="9496655" y="2105246"/>
                  </a:lnTo>
                  <a:lnTo>
                    <a:pt x="9577829" y="2095406"/>
                  </a:lnTo>
                  <a:lnTo>
                    <a:pt x="9666006" y="2086514"/>
                  </a:lnTo>
                  <a:lnTo>
                    <a:pt x="9760770" y="2078500"/>
                  </a:lnTo>
                  <a:lnTo>
                    <a:pt x="9860983" y="2071324"/>
                  </a:lnTo>
                  <a:lnTo>
                    <a:pt x="9964627" y="2064975"/>
                  </a:lnTo>
                  <a:lnTo>
                    <a:pt x="10068719" y="2059463"/>
                  </a:lnTo>
                  <a:lnTo>
                    <a:pt x="10169421" y="2054807"/>
                  </a:lnTo>
                  <a:lnTo>
                    <a:pt x="10262380" y="2051021"/>
                  </a:lnTo>
                  <a:lnTo>
                    <a:pt x="10343331" y="2048093"/>
                  </a:lnTo>
                  <a:lnTo>
                    <a:pt x="10408843" y="2045974"/>
                  </a:lnTo>
                  <a:lnTo>
                    <a:pt x="10457036" y="2044572"/>
                  </a:lnTo>
                  <a:lnTo>
                    <a:pt x="10488047" y="2043757"/>
                  </a:lnTo>
                  <a:lnTo>
                    <a:pt x="10504134" y="2043374"/>
                  </a:lnTo>
                  <a:lnTo>
                    <a:pt x="10509485" y="2043258"/>
                  </a:lnTo>
                  <a:lnTo>
                    <a:pt x="10509911" y="2043249"/>
                  </a:lnTo>
                  <a:lnTo>
                    <a:pt x="11981298" y="2043249"/>
                  </a:lnTo>
                  <a:lnTo>
                    <a:pt x="11981298" y="2026903"/>
                  </a:lnTo>
                  <a:lnTo>
                    <a:pt x="10509911" y="2026903"/>
                  </a:lnTo>
                  <a:lnTo>
                    <a:pt x="10508685" y="2026928"/>
                  </a:lnTo>
                  <a:lnTo>
                    <a:pt x="10500644" y="2027108"/>
                  </a:lnTo>
                  <a:lnTo>
                    <a:pt x="10480421" y="2027604"/>
                  </a:lnTo>
                  <a:lnTo>
                    <a:pt x="10444378" y="2028580"/>
                  </a:lnTo>
                  <a:lnTo>
                    <a:pt x="10390886" y="2030185"/>
                  </a:lnTo>
                  <a:lnTo>
                    <a:pt x="10320444" y="2032540"/>
                  </a:lnTo>
                  <a:lnTo>
                    <a:pt x="10235462" y="2035724"/>
                  </a:lnTo>
                  <a:lnTo>
                    <a:pt x="10139704" y="2039772"/>
                  </a:lnTo>
                  <a:lnTo>
                    <a:pt x="10037537" y="2044687"/>
                  </a:lnTo>
                  <a:lnTo>
                    <a:pt x="9933211" y="2050453"/>
                  </a:lnTo>
                  <a:lnTo>
                    <a:pt x="9830331" y="2057052"/>
                  </a:lnTo>
                  <a:lnTo>
                    <a:pt x="9731589" y="2064478"/>
                  </a:lnTo>
                  <a:lnTo>
                    <a:pt x="9638726" y="2072751"/>
                  </a:lnTo>
                  <a:lnTo>
                    <a:pt x="9552642" y="2081919"/>
                  </a:lnTo>
                  <a:lnTo>
                    <a:pt x="9473575" y="2092064"/>
                  </a:lnTo>
                  <a:lnTo>
                    <a:pt x="9401286" y="2103298"/>
                  </a:lnTo>
                  <a:lnTo>
                    <a:pt x="9335225" y="2115763"/>
                  </a:lnTo>
                  <a:lnTo>
                    <a:pt x="9274659" y="2129625"/>
                  </a:lnTo>
                  <a:lnTo>
                    <a:pt x="9218765" y="2145062"/>
                  </a:lnTo>
                  <a:lnTo>
                    <a:pt x="9166697" y="2162249"/>
                  </a:lnTo>
                  <a:lnTo>
                    <a:pt x="9117646" y="2181325"/>
                  </a:lnTo>
                  <a:lnTo>
                    <a:pt x="9084767" y="2195812"/>
                  </a:lnTo>
                  <a:lnTo>
                    <a:pt x="9034055" y="2220915"/>
                  </a:lnTo>
                  <a:lnTo>
                    <a:pt x="8984911" y="2248503"/>
                  </a:lnTo>
                  <a:lnTo>
                    <a:pt x="8936758" y="2278616"/>
                  </a:lnTo>
                  <a:lnTo>
                    <a:pt x="8889172" y="2311213"/>
                  </a:lnTo>
                  <a:lnTo>
                    <a:pt x="8841850" y="2346163"/>
                  </a:lnTo>
                  <a:lnTo>
                    <a:pt x="8794593" y="2383242"/>
                  </a:lnTo>
                  <a:lnTo>
                    <a:pt x="8747286" y="2422129"/>
                  </a:lnTo>
                  <a:lnTo>
                    <a:pt x="8699887" y="2462417"/>
                  </a:lnTo>
                  <a:lnTo>
                    <a:pt x="8652402" y="2503629"/>
                  </a:lnTo>
                  <a:lnTo>
                    <a:pt x="8604876" y="2545237"/>
                  </a:lnTo>
                  <a:lnTo>
                    <a:pt x="8557367" y="2586690"/>
                  </a:lnTo>
                  <a:lnTo>
                    <a:pt x="8509926" y="2627450"/>
                  </a:lnTo>
                  <a:lnTo>
                    <a:pt x="8462580" y="2667012"/>
                  </a:lnTo>
                  <a:lnTo>
                    <a:pt x="8415311" y="2704936"/>
                  </a:lnTo>
                  <a:lnTo>
                    <a:pt x="8368037" y="2740861"/>
                  </a:lnTo>
                  <a:lnTo>
                    <a:pt x="8320598" y="2774521"/>
                  </a:lnTo>
                  <a:lnTo>
                    <a:pt x="8272741" y="2805743"/>
                  </a:lnTo>
                  <a:lnTo>
                    <a:pt x="8224097" y="2834448"/>
                  </a:lnTo>
                  <a:lnTo>
                    <a:pt x="8174160" y="2860641"/>
                  </a:lnTo>
                  <a:lnTo>
                    <a:pt x="8151487" y="2871446"/>
                  </a:lnTo>
                  <a:lnTo>
                    <a:pt x="8104107" y="2891883"/>
                  </a:lnTo>
                  <a:lnTo>
                    <a:pt x="8054229" y="2910379"/>
                  </a:lnTo>
                  <a:lnTo>
                    <a:pt x="8001096" y="2927022"/>
                  </a:lnTo>
                  <a:lnTo>
                    <a:pt x="7943884" y="2941966"/>
                  </a:lnTo>
                  <a:lnTo>
                    <a:pt x="7881747" y="2955388"/>
                  </a:lnTo>
                  <a:lnTo>
                    <a:pt x="7813882" y="2967466"/>
                  </a:lnTo>
                  <a:lnTo>
                    <a:pt x="7739598" y="2978358"/>
                  </a:lnTo>
                  <a:lnTo>
                    <a:pt x="7658424" y="2988198"/>
                  </a:lnTo>
                  <a:lnTo>
                    <a:pt x="7570247" y="2997090"/>
                  </a:lnTo>
                  <a:lnTo>
                    <a:pt x="7475484" y="3005104"/>
                  </a:lnTo>
                  <a:lnTo>
                    <a:pt x="7375270" y="3012280"/>
                  </a:lnTo>
                  <a:lnTo>
                    <a:pt x="7271627" y="3018629"/>
                  </a:lnTo>
                  <a:lnTo>
                    <a:pt x="7167534" y="3024141"/>
                  </a:lnTo>
                  <a:lnTo>
                    <a:pt x="7066833" y="3028797"/>
                  </a:lnTo>
                  <a:lnTo>
                    <a:pt x="6973873" y="3032583"/>
                  </a:lnTo>
                  <a:lnTo>
                    <a:pt x="6892922" y="3035511"/>
                  </a:lnTo>
                  <a:lnTo>
                    <a:pt x="6827411" y="3037630"/>
                  </a:lnTo>
                  <a:lnTo>
                    <a:pt x="6779218" y="3039032"/>
                  </a:lnTo>
                  <a:lnTo>
                    <a:pt x="6748207" y="3039847"/>
                  </a:lnTo>
                  <a:lnTo>
                    <a:pt x="6732119" y="3040230"/>
                  </a:lnTo>
                  <a:lnTo>
                    <a:pt x="6726768" y="3040346"/>
                  </a:lnTo>
                  <a:lnTo>
                    <a:pt x="6726343" y="3040355"/>
                  </a:lnTo>
                  <a:lnTo>
                    <a:pt x="5254955" y="3040355"/>
                  </a:lnTo>
                  <a:lnTo>
                    <a:pt x="5253821" y="3040285"/>
                  </a:lnTo>
                  <a:lnTo>
                    <a:pt x="5246366" y="3039788"/>
                  </a:lnTo>
                  <a:lnTo>
                    <a:pt x="5227571" y="3038414"/>
                  </a:lnTo>
                  <a:lnTo>
                    <a:pt x="5193961" y="3035710"/>
                  </a:lnTo>
                  <a:lnTo>
                    <a:pt x="5143854" y="3031253"/>
                  </a:lnTo>
                  <a:lnTo>
                    <a:pt x="5077484" y="3024701"/>
                  </a:lnTo>
                  <a:lnTo>
                    <a:pt x="4996856" y="3015818"/>
                  </a:lnTo>
                  <a:lnTo>
                    <a:pt x="4905289" y="3004482"/>
                  </a:lnTo>
                  <a:lnTo>
                    <a:pt x="4806769" y="2990674"/>
                  </a:lnTo>
                  <a:lnTo>
                    <a:pt x="4705302" y="2974431"/>
                  </a:lnTo>
                  <a:lnTo>
                    <a:pt x="4604400" y="2955808"/>
                  </a:lnTo>
                  <a:lnTo>
                    <a:pt x="4506794" y="2934830"/>
                  </a:lnTo>
                  <a:lnTo>
                    <a:pt x="4414348" y="2911469"/>
                  </a:lnTo>
                  <a:lnTo>
                    <a:pt x="4328129" y="2885616"/>
                  </a:lnTo>
                  <a:lnTo>
                    <a:pt x="4248548" y="2857079"/>
                  </a:lnTo>
                  <a:lnTo>
                    <a:pt x="4175531" y="2825577"/>
                  </a:lnTo>
                  <a:lnTo>
                    <a:pt x="4108669" y="2790747"/>
                  </a:lnTo>
                  <a:lnTo>
                    <a:pt x="4047342" y="2752157"/>
                  </a:lnTo>
                  <a:lnTo>
                    <a:pt x="3990819" y="2709321"/>
                  </a:lnTo>
                  <a:lnTo>
                    <a:pt x="3938320" y="2661744"/>
                  </a:lnTo>
                  <a:lnTo>
                    <a:pt x="3889075" y="2608976"/>
                  </a:lnTo>
                  <a:lnTo>
                    <a:pt x="3842365" y="2550717"/>
                  </a:lnTo>
                  <a:lnTo>
                    <a:pt x="3829811" y="2533629"/>
                  </a:lnTo>
                  <a:lnTo>
                    <a:pt x="3793184" y="2480258"/>
                  </a:lnTo>
                  <a:lnTo>
                    <a:pt x="3757462" y="2423070"/>
                  </a:lnTo>
                  <a:lnTo>
                    <a:pt x="3722405" y="2361987"/>
                  </a:lnTo>
                  <a:lnTo>
                    <a:pt x="3687819" y="2296990"/>
                  </a:lnTo>
                  <a:lnTo>
                    <a:pt x="3653546" y="2228124"/>
                  </a:lnTo>
                  <a:lnTo>
                    <a:pt x="3619464" y="2155508"/>
                  </a:lnTo>
                  <a:lnTo>
                    <a:pt x="3585479" y="2079333"/>
                  </a:lnTo>
                  <a:lnTo>
                    <a:pt x="3551524" y="1999867"/>
                  </a:lnTo>
                  <a:lnTo>
                    <a:pt x="3517552" y="1917457"/>
                  </a:lnTo>
                  <a:lnTo>
                    <a:pt x="3483539" y="1832519"/>
                  </a:lnTo>
                  <a:lnTo>
                    <a:pt x="3449476" y="1745535"/>
                  </a:lnTo>
                  <a:lnTo>
                    <a:pt x="3415367" y="1657044"/>
                  </a:lnTo>
                  <a:lnTo>
                    <a:pt x="3381227" y="1567623"/>
                  </a:lnTo>
                  <a:lnTo>
                    <a:pt x="3347075" y="1477878"/>
                  </a:lnTo>
                  <a:lnTo>
                    <a:pt x="3312933" y="1388422"/>
                  </a:lnTo>
                  <a:lnTo>
                    <a:pt x="3278822" y="1299861"/>
                  </a:lnTo>
                  <a:lnTo>
                    <a:pt x="3244756" y="1212776"/>
                  </a:lnTo>
                  <a:lnTo>
                    <a:pt x="3210740" y="1127707"/>
                  </a:lnTo>
                  <a:lnTo>
                    <a:pt x="3176767" y="1045140"/>
                  </a:lnTo>
                  <a:lnTo>
                    <a:pt x="3142811" y="965495"/>
                  </a:lnTo>
                  <a:lnTo>
                    <a:pt x="3108830" y="889123"/>
                  </a:lnTo>
                  <a:lnTo>
                    <a:pt x="3074756" y="816297"/>
                  </a:lnTo>
                  <a:lnTo>
                    <a:pt x="3040497" y="747212"/>
                  </a:lnTo>
                  <a:lnTo>
                    <a:pt x="3005932" y="681991"/>
                  </a:lnTo>
                  <a:lnTo>
                    <a:pt x="2970907" y="620683"/>
                  </a:lnTo>
                  <a:lnTo>
                    <a:pt x="2935230" y="563273"/>
                  </a:lnTo>
                  <a:lnTo>
                    <a:pt x="2898662" y="509686"/>
                  </a:lnTo>
                  <a:lnTo>
                    <a:pt x="2896531" y="506725"/>
                  </a:lnTo>
                  <a:lnTo>
                    <a:pt x="2850409" y="446932"/>
                  </a:lnTo>
                  <a:lnTo>
                    <a:pt x="2801933" y="392666"/>
                  </a:lnTo>
                  <a:lnTo>
                    <a:pt x="2750409" y="343694"/>
                  </a:lnTo>
                  <a:lnTo>
                    <a:pt x="2695077" y="299597"/>
                  </a:lnTo>
                  <a:lnTo>
                    <a:pt x="2635155" y="259882"/>
                  </a:lnTo>
                  <a:lnTo>
                    <a:pt x="2569892" y="224059"/>
                  </a:lnTo>
                  <a:lnTo>
                    <a:pt x="2498629" y="191676"/>
                  </a:lnTo>
                  <a:lnTo>
                    <a:pt x="2420888" y="162351"/>
                  </a:lnTo>
                  <a:lnTo>
                    <a:pt x="2336486" y="135779"/>
                  </a:lnTo>
                  <a:lnTo>
                    <a:pt x="2245686" y="111743"/>
                  </a:lnTo>
                  <a:lnTo>
                    <a:pt x="2149357" y="90112"/>
                  </a:lnTo>
                  <a:lnTo>
                    <a:pt x="2049130" y="70837"/>
                  </a:lnTo>
                  <a:lnTo>
                    <a:pt x="1947498" y="53931"/>
                  </a:lnTo>
                  <a:lnTo>
                    <a:pt x="1847776" y="39444"/>
                  </a:lnTo>
                  <a:lnTo>
                    <a:pt x="1753875" y="27424"/>
                  </a:lnTo>
                  <a:lnTo>
                    <a:pt x="1669849" y="17869"/>
                  </a:lnTo>
                  <a:lnTo>
                    <a:pt x="1599270" y="10691"/>
                  </a:lnTo>
                  <a:lnTo>
                    <a:pt x="1544561" y="5685"/>
                  </a:lnTo>
                  <a:lnTo>
                    <a:pt x="1506477" y="2536"/>
                  </a:lnTo>
                  <a:lnTo>
                    <a:pt x="1483861" y="839"/>
                  </a:lnTo>
                  <a:lnTo>
                    <a:pt x="1473710" y="145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207" name="pl207"/>
            <p:cNvSpPr/>
            <p:nvPr/>
          </p:nvSpPr>
          <p:spPr>
            <a:xfrm>
              <a:off x="4799595" y="5641783"/>
              <a:ext cx="11981298" cy="3040355"/>
            </a:xfrm>
            <a:custGeom>
              <a:avLst/>
              <a:pathLst>
                <a:path w="11981298" h="3040355">
                  <a:moveTo>
                    <a:pt x="0" y="0"/>
                  </a:moveTo>
                  <a:lnTo>
                    <a:pt x="1471387" y="0"/>
                  </a:lnTo>
                  <a:lnTo>
                    <a:pt x="1472521" y="69"/>
                  </a:lnTo>
                  <a:lnTo>
                    <a:pt x="1479976" y="566"/>
                  </a:lnTo>
                  <a:lnTo>
                    <a:pt x="1498771" y="1940"/>
                  </a:lnTo>
                  <a:lnTo>
                    <a:pt x="1532381" y="4645"/>
                  </a:lnTo>
                  <a:lnTo>
                    <a:pt x="1582488" y="9101"/>
                  </a:lnTo>
                  <a:lnTo>
                    <a:pt x="1648858" y="15653"/>
                  </a:lnTo>
                  <a:lnTo>
                    <a:pt x="1729486" y="24537"/>
                  </a:lnTo>
                  <a:lnTo>
                    <a:pt x="1821054" y="35872"/>
                  </a:lnTo>
                  <a:lnTo>
                    <a:pt x="1919573" y="49680"/>
                  </a:lnTo>
                  <a:lnTo>
                    <a:pt x="2021040" y="65923"/>
                  </a:lnTo>
                  <a:lnTo>
                    <a:pt x="2121942" y="84547"/>
                  </a:lnTo>
                  <a:lnTo>
                    <a:pt x="2219548" y="105524"/>
                  </a:lnTo>
                  <a:lnTo>
                    <a:pt x="2311994" y="128886"/>
                  </a:lnTo>
                  <a:lnTo>
                    <a:pt x="2398214" y="154739"/>
                  </a:lnTo>
                  <a:lnTo>
                    <a:pt x="2477794" y="183276"/>
                  </a:lnTo>
                  <a:lnTo>
                    <a:pt x="2550811" y="214778"/>
                  </a:lnTo>
                  <a:lnTo>
                    <a:pt x="2617673" y="249607"/>
                  </a:lnTo>
                  <a:lnTo>
                    <a:pt x="2679000" y="288198"/>
                  </a:lnTo>
                  <a:lnTo>
                    <a:pt x="2735523" y="331033"/>
                  </a:lnTo>
                  <a:lnTo>
                    <a:pt x="2788022" y="378610"/>
                  </a:lnTo>
                  <a:lnTo>
                    <a:pt x="2837267" y="431379"/>
                  </a:lnTo>
                  <a:lnTo>
                    <a:pt x="2883977" y="489637"/>
                  </a:lnTo>
                  <a:lnTo>
                    <a:pt x="2896531" y="506725"/>
                  </a:lnTo>
                  <a:lnTo>
                    <a:pt x="2933158" y="560096"/>
                  </a:lnTo>
                  <a:lnTo>
                    <a:pt x="2968880" y="617284"/>
                  </a:lnTo>
                  <a:lnTo>
                    <a:pt x="3003937" y="678368"/>
                  </a:lnTo>
                  <a:lnTo>
                    <a:pt x="3038523" y="743365"/>
                  </a:lnTo>
                  <a:lnTo>
                    <a:pt x="3072796" y="812230"/>
                  </a:lnTo>
                  <a:lnTo>
                    <a:pt x="3106878" y="884846"/>
                  </a:lnTo>
                  <a:lnTo>
                    <a:pt x="3140863" y="961022"/>
                  </a:lnTo>
                  <a:lnTo>
                    <a:pt x="3174819" y="1040487"/>
                  </a:lnTo>
                  <a:lnTo>
                    <a:pt x="3208790" y="1122898"/>
                  </a:lnTo>
                  <a:lnTo>
                    <a:pt x="3242803" y="1207836"/>
                  </a:lnTo>
                  <a:lnTo>
                    <a:pt x="3276866" y="1294819"/>
                  </a:lnTo>
                  <a:lnTo>
                    <a:pt x="3310975" y="1383310"/>
                  </a:lnTo>
                  <a:lnTo>
                    <a:pt x="3345115" y="1472731"/>
                  </a:lnTo>
                  <a:lnTo>
                    <a:pt x="3379267" y="1562477"/>
                  </a:lnTo>
                  <a:lnTo>
                    <a:pt x="3413409" y="1651933"/>
                  </a:lnTo>
                  <a:lnTo>
                    <a:pt x="3447520" y="1740494"/>
                  </a:lnTo>
                  <a:lnTo>
                    <a:pt x="3481586" y="1827578"/>
                  </a:lnTo>
                  <a:lnTo>
                    <a:pt x="3515602" y="1912647"/>
                  </a:lnTo>
                  <a:lnTo>
                    <a:pt x="3549575" y="1995215"/>
                  </a:lnTo>
                  <a:lnTo>
                    <a:pt x="3583531" y="2074859"/>
                  </a:lnTo>
                  <a:lnTo>
                    <a:pt x="3617512" y="2151231"/>
                  </a:lnTo>
                  <a:lnTo>
                    <a:pt x="3651586" y="2224058"/>
                  </a:lnTo>
                  <a:lnTo>
                    <a:pt x="3685845" y="2293142"/>
                  </a:lnTo>
                  <a:lnTo>
                    <a:pt x="3720410" y="2358363"/>
                  </a:lnTo>
                  <a:lnTo>
                    <a:pt x="3755435" y="2419671"/>
                  </a:lnTo>
                  <a:lnTo>
                    <a:pt x="3791113" y="2477081"/>
                  </a:lnTo>
                  <a:lnTo>
                    <a:pt x="3827680" y="2530668"/>
                  </a:lnTo>
                  <a:lnTo>
                    <a:pt x="3829811" y="2533629"/>
                  </a:lnTo>
                  <a:lnTo>
                    <a:pt x="3875933" y="2593422"/>
                  </a:lnTo>
                  <a:lnTo>
                    <a:pt x="3924409" y="2647688"/>
                  </a:lnTo>
                  <a:lnTo>
                    <a:pt x="3975933" y="2696660"/>
                  </a:lnTo>
                  <a:lnTo>
                    <a:pt x="4031265" y="2740758"/>
                  </a:lnTo>
                  <a:lnTo>
                    <a:pt x="4091187" y="2780472"/>
                  </a:lnTo>
                  <a:lnTo>
                    <a:pt x="4156450" y="2816296"/>
                  </a:lnTo>
                  <a:lnTo>
                    <a:pt x="4227713" y="2848678"/>
                  </a:lnTo>
                  <a:lnTo>
                    <a:pt x="4305455" y="2878004"/>
                  </a:lnTo>
                  <a:lnTo>
                    <a:pt x="4389856" y="2904576"/>
                  </a:lnTo>
                  <a:lnTo>
                    <a:pt x="4480656" y="2928612"/>
                  </a:lnTo>
                  <a:lnTo>
                    <a:pt x="4576985" y="2950242"/>
                  </a:lnTo>
                  <a:lnTo>
                    <a:pt x="4677212" y="2969518"/>
                  </a:lnTo>
                  <a:lnTo>
                    <a:pt x="4778844" y="2986424"/>
                  </a:lnTo>
                  <a:lnTo>
                    <a:pt x="4878566" y="3000911"/>
                  </a:lnTo>
                  <a:lnTo>
                    <a:pt x="4972467" y="3012931"/>
                  </a:lnTo>
                  <a:lnTo>
                    <a:pt x="5056493" y="3022485"/>
                  </a:lnTo>
                  <a:lnTo>
                    <a:pt x="5127072" y="3029663"/>
                  </a:lnTo>
                  <a:lnTo>
                    <a:pt x="5181781" y="3034669"/>
                  </a:lnTo>
                  <a:lnTo>
                    <a:pt x="5219865" y="3037818"/>
                  </a:lnTo>
                  <a:lnTo>
                    <a:pt x="5242481" y="3039515"/>
                  </a:lnTo>
                  <a:lnTo>
                    <a:pt x="5252632" y="3040209"/>
                  </a:lnTo>
                  <a:lnTo>
                    <a:pt x="5254930" y="3040353"/>
                  </a:lnTo>
                  <a:lnTo>
                    <a:pt x="5254955" y="3040355"/>
                  </a:lnTo>
                  <a:lnTo>
                    <a:pt x="6726343" y="3040355"/>
                  </a:lnTo>
                  <a:lnTo>
                    <a:pt x="6727568" y="3040330"/>
                  </a:lnTo>
                  <a:lnTo>
                    <a:pt x="6735609" y="3040150"/>
                  </a:lnTo>
                  <a:lnTo>
                    <a:pt x="6755833" y="3039654"/>
                  </a:lnTo>
                  <a:lnTo>
                    <a:pt x="6791876" y="3038678"/>
                  </a:lnTo>
                  <a:lnTo>
                    <a:pt x="6845368" y="3037073"/>
                  </a:lnTo>
                  <a:lnTo>
                    <a:pt x="6915809" y="3034718"/>
                  </a:lnTo>
                  <a:lnTo>
                    <a:pt x="7000791" y="3031534"/>
                  </a:lnTo>
                  <a:lnTo>
                    <a:pt x="7096549" y="3027486"/>
                  </a:lnTo>
                  <a:lnTo>
                    <a:pt x="7198716" y="3022571"/>
                  </a:lnTo>
                  <a:lnTo>
                    <a:pt x="7303042" y="3016805"/>
                  </a:lnTo>
                  <a:lnTo>
                    <a:pt x="7405922" y="3010206"/>
                  </a:lnTo>
                  <a:lnTo>
                    <a:pt x="7504665" y="3002780"/>
                  </a:lnTo>
                  <a:lnTo>
                    <a:pt x="7597527" y="2994507"/>
                  </a:lnTo>
                  <a:lnTo>
                    <a:pt x="7683611" y="2985339"/>
                  </a:lnTo>
                  <a:lnTo>
                    <a:pt x="7762679" y="2975194"/>
                  </a:lnTo>
                  <a:lnTo>
                    <a:pt x="7834968" y="2963960"/>
                  </a:lnTo>
                  <a:lnTo>
                    <a:pt x="7901028" y="2951495"/>
                  </a:lnTo>
                  <a:lnTo>
                    <a:pt x="7961594" y="2937633"/>
                  </a:lnTo>
                  <a:lnTo>
                    <a:pt x="8017488" y="2922196"/>
                  </a:lnTo>
                  <a:lnTo>
                    <a:pt x="8069556" y="2905009"/>
                  </a:lnTo>
                  <a:lnTo>
                    <a:pt x="8118607" y="2885933"/>
                  </a:lnTo>
                  <a:lnTo>
                    <a:pt x="8151487" y="2871446"/>
                  </a:lnTo>
                  <a:lnTo>
                    <a:pt x="8202198" y="2846343"/>
                  </a:lnTo>
                  <a:lnTo>
                    <a:pt x="8251343" y="2818755"/>
                  </a:lnTo>
                  <a:lnTo>
                    <a:pt x="8299495" y="2788642"/>
                  </a:lnTo>
                  <a:lnTo>
                    <a:pt x="8347082" y="2756045"/>
                  </a:lnTo>
                  <a:lnTo>
                    <a:pt x="8394403" y="2721095"/>
                  </a:lnTo>
                  <a:lnTo>
                    <a:pt x="8441661" y="2684016"/>
                  </a:lnTo>
                  <a:lnTo>
                    <a:pt x="8488967" y="2645129"/>
                  </a:lnTo>
                  <a:lnTo>
                    <a:pt x="8536367" y="2604841"/>
                  </a:lnTo>
                  <a:lnTo>
                    <a:pt x="8583851" y="2563629"/>
                  </a:lnTo>
                  <a:lnTo>
                    <a:pt x="8631377" y="2522021"/>
                  </a:lnTo>
                  <a:lnTo>
                    <a:pt x="8678886" y="2480568"/>
                  </a:lnTo>
                  <a:lnTo>
                    <a:pt x="8726327" y="2439808"/>
                  </a:lnTo>
                  <a:lnTo>
                    <a:pt x="8773673" y="2400246"/>
                  </a:lnTo>
                  <a:lnTo>
                    <a:pt x="8820942" y="2362322"/>
                  </a:lnTo>
                  <a:lnTo>
                    <a:pt x="8868216" y="2326397"/>
                  </a:lnTo>
                  <a:lnTo>
                    <a:pt x="8915655" y="2292737"/>
                  </a:lnTo>
                  <a:lnTo>
                    <a:pt x="8963512" y="2261515"/>
                  </a:lnTo>
                  <a:lnTo>
                    <a:pt x="9012157" y="2232810"/>
                  </a:lnTo>
                  <a:lnTo>
                    <a:pt x="9062093" y="2206617"/>
                  </a:lnTo>
                  <a:lnTo>
                    <a:pt x="9084767" y="2195812"/>
                  </a:lnTo>
                  <a:lnTo>
                    <a:pt x="9132146" y="2175375"/>
                  </a:lnTo>
                  <a:lnTo>
                    <a:pt x="9182025" y="2156879"/>
                  </a:lnTo>
                  <a:lnTo>
                    <a:pt x="9235157" y="2140236"/>
                  </a:lnTo>
                  <a:lnTo>
                    <a:pt x="9292370" y="2125292"/>
                  </a:lnTo>
                  <a:lnTo>
                    <a:pt x="9354506" y="2111870"/>
                  </a:lnTo>
                  <a:lnTo>
                    <a:pt x="9422371" y="2099792"/>
                  </a:lnTo>
                  <a:lnTo>
                    <a:pt x="9496655" y="2088900"/>
                  </a:lnTo>
                  <a:lnTo>
                    <a:pt x="9577829" y="2079060"/>
                  </a:lnTo>
                  <a:lnTo>
                    <a:pt x="9666006" y="2070168"/>
                  </a:lnTo>
                  <a:lnTo>
                    <a:pt x="9760770" y="2062154"/>
                  </a:lnTo>
                  <a:lnTo>
                    <a:pt x="9860983" y="2054978"/>
                  </a:lnTo>
                  <a:lnTo>
                    <a:pt x="9964627" y="2048629"/>
                  </a:lnTo>
                  <a:lnTo>
                    <a:pt x="10068719" y="2043117"/>
                  </a:lnTo>
                  <a:lnTo>
                    <a:pt x="10169421" y="2038461"/>
                  </a:lnTo>
                  <a:lnTo>
                    <a:pt x="10262380" y="2034675"/>
                  </a:lnTo>
                  <a:lnTo>
                    <a:pt x="10343331" y="2031747"/>
                  </a:lnTo>
                  <a:lnTo>
                    <a:pt x="10408843" y="2029628"/>
                  </a:lnTo>
                  <a:lnTo>
                    <a:pt x="10457036" y="2028226"/>
                  </a:lnTo>
                  <a:lnTo>
                    <a:pt x="10488047" y="2027411"/>
                  </a:lnTo>
                  <a:lnTo>
                    <a:pt x="10504134" y="2027028"/>
                  </a:lnTo>
                  <a:lnTo>
                    <a:pt x="10509485" y="2026912"/>
                  </a:lnTo>
                  <a:lnTo>
                    <a:pt x="10509911" y="2026903"/>
                  </a:lnTo>
                  <a:lnTo>
                    <a:pt x="11981298" y="202690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8" name="pl208"/>
            <p:cNvSpPr/>
            <p:nvPr/>
          </p:nvSpPr>
          <p:spPr>
            <a:xfrm>
              <a:off x="4799595" y="5625437"/>
              <a:ext cx="11981298" cy="3040355"/>
            </a:xfrm>
            <a:custGeom>
              <a:avLst/>
              <a:pathLst>
                <a:path w="11981298" h="3040355">
                  <a:moveTo>
                    <a:pt x="11981298" y="2026903"/>
                  </a:moveTo>
                  <a:lnTo>
                    <a:pt x="10509911" y="2026903"/>
                  </a:lnTo>
                  <a:lnTo>
                    <a:pt x="10508685" y="2026928"/>
                  </a:lnTo>
                  <a:lnTo>
                    <a:pt x="10500644" y="2027108"/>
                  </a:lnTo>
                  <a:lnTo>
                    <a:pt x="10480421" y="2027604"/>
                  </a:lnTo>
                  <a:lnTo>
                    <a:pt x="10444378" y="2028580"/>
                  </a:lnTo>
                  <a:lnTo>
                    <a:pt x="10390886" y="2030185"/>
                  </a:lnTo>
                  <a:lnTo>
                    <a:pt x="10320444" y="2032540"/>
                  </a:lnTo>
                  <a:lnTo>
                    <a:pt x="10235462" y="2035724"/>
                  </a:lnTo>
                  <a:lnTo>
                    <a:pt x="10139704" y="2039772"/>
                  </a:lnTo>
                  <a:lnTo>
                    <a:pt x="10037537" y="2044687"/>
                  </a:lnTo>
                  <a:lnTo>
                    <a:pt x="9933211" y="2050453"/>
                  </a:lnTo>
                  <a:lnTo>
                    <a:pt x="9830331" y="2057052"/>
                  </a:lnTo>
                  <a:lnTo>
                    <a:pt x="9731589" y="2064478"/>
                  </a:lnTo>
                  <a:lnTo>
                    <a:pt x="9638726" y="2072751"/>
                  </a:lnTo>
                  <a:lnTo>
                    <a:pt x="9552642" y="2081919"/>
                  </a:lnTo>
                  <a:lnTo>
                    <a:pt x="9473575" y="2092064"/>
                  </a:lnTo>
                  <a:lnTo>
                    <a:pt x="9401286" y="2103298"/>
                  </a:lnTo>
                  <a:lnTo>
                    <a:pt x="9335225" y="2115763"/>
                  </a:lnTo>
                  <a:lnTo>
                    <a:pt x="9274659" y="2129625"/>
                  </a:lnTo>
                  <a:lnTo>
                    <a:pt x="9218765" y="2145062"/>
                  </a:lnTo>
                  <a:lnTo>
                    <a:pt x="9166697" y="2162249"/>
                  </a:lnTo>
                  <a:lnTo>
                    <a:pt x="9117646" y="2181325"/>
                  </a:lnTo>
                  <a:lnTo>
                    <a:pt x="9084767" y="2195812"/>
                  </a:lnTo>
                  <a:lnTo>
                    <a:pt x="9034055" y="2220915"/>
                  </a:lnTo>
                  <a:lnTo>
                    <a:pt x="8984911" y="2248503"/>
                  </a:lnTo>
                  <a:lnTo>
                    <a:pt x="8936758" y="2278616"/>
                  </a:lnTo>
                  <a:lnTo>
                    <a:pt x="8889172" y="2311213"/>
                  </a:lnTo>
                  <a:lnTo>
                    <a:pt x="8841850" y="2346163"/>
                  </a:lnTo>
                  <a:lnTo>
                    <a:pt x="8794593" y="2383242"/>
                  </a:lnTo>
                  <a:lnTo>
                    <a:pt x="8747286" y="2422129"/>
                  </a:lnTo>
                  <a:lnTo>
                    <a:pt x="8699887" y="2462417"/>
                  </a:lnTo>
                  <a:lnTo>
                    <a:pt x="8652402" y="2503629"/>
                  </a:lnTo>
                  <a:lnTo>
                    <a:pt x="8604876" y="2545237"/>
                  </a:lnTo>
                  <a:lnTo>
                    <a:pt x="8557367" y="2586690"/>
                  </a:lnTo>
                  <a:lnTo>
                    <a:pt x="8509926" y="2627450"/>
                  </a:lnTo>
                  <a:lnTo>
                    <a:pt x="8462580" y="2667012"/>
                  </a:lnTo>
                  <a:lnTo>
                    <a:pt x="8415311" y="2704936"/>
                  </a:lnTo>
                  <a:lnTo>
                    <a:pt x="8368037" y="2740861"/>
                  </a:lnTo>
                  <a:lnTo>
                    <a:pt x="8320598" y="2774521"/>
                  </a:lnTo>
                  <a:lnTo>
                    <a:pt x="8272741" y="2805743"/>
                  </a:lnTo>
                  <a:lnTo>
                    <a:pt x="8224097" y="2834448"/>
                  </a:lnTo>
                  <a:lnTo>
                    <a:pt x="8174160" y="2860641"/>
                  </a:lnTo>
                  <a:lnTo>
                    <a:pt x="8151487" y="2871446"/>
                  </a:lnTo>
                  <a:lnTo>
                    <a:pt x="8104107" y="2891883"/>
                  </a:lnTo>
                  <a:lnTo>
                    <a:pt x="8054229" y="2910379"/>
                  </a:lnTo>
                  <a:lnTo>
                    <a:pt x="8001096" y="2927022"/>
                  </a:lnTo>
                  <a:lnTo>
                    <a:pt x="7943884" y="2941966"/>
                  </a:lnTo>
                  <a:lnTo>
                    <a:pt x="7881747" y="2955388"/>
                  </a:lnTo>
                  <a:lnTo>
                    <a:pt x="7813882" y="2967466"/>
                  </a:lnTo>
                  <a:lnTo>
                    <a:pt x="7739598" y="2978358"/>
                  </a:lnTo>
                  <a:lnTo>
                    <a:pt x="7658424" y="2988198"/>
                  </a:lnTo>
                  <a:lnTo>
                    <a:pt x="7570247" y="2997090"/>
                  </a:lnTo>
                  <a:lnTo>
                    <a:pt x="7475484" y="3005104"/>
                  </a:lnTo>
                  <a:lnTo>
                    <a:pt x="7375270" y="3012280"/>
                  </a:lnTo>
                  <a:lnTo>
                    <a:pt x="7271627" y="3018629"/>
                  </a:lnTo>
                  <a:lnTo>
                    <a:pt x="7167534" y="3024141"/>
                  </a:lnTo>
                  <a:lnTo>
                    <a:pt x="7066833" y="3028797"/>
                  </a:lnTo>
                  <a:lnTo>
                    <a:pt x="6973873" y="3032583"/>
                  </a:lnTo>
                  <a:lnTo>
                    <a:pt x="6892922" y="3035511"/>
                  </a:lnTo>
                  <a:lnTo>
                    <a:pt x="6827411" y="3037630"/>
                  </a:lnTo>
                  <a:lnTo>
                    <a:pt x="6779218" y="3039032"/>
                  </a:lnTo>
                  <a:lnTo>
                    <a:pt x="6748207" y="3039847"/>
                  </a:lnTo>
                  <a:lnTo>
                    <a:pt x="6732119" y="3040230"/>
                  </a:lnTo>
                  <a:lnTo>
                    <a:pt x="6726768" y="3040346"/>
                  </a:lnTo>
                  <a:lnTo>
                    <a:pt x="6726343" y="3040355"/>
                  </a:lnTo>
                  <a:lnTo>
                    <a:pt x="5254955" y="3040355"/>
                  </a:lnTo>
                  <a:lnTo>
                    <a:pt x="5253821" y="3040285"/>
                  </a:lnTo>
                  <a:lnTo>
                    <a:pt x="5246366" y="3039788"/>
                  </a:lnTo>
                  <a:lnTo>
                    <a:pt x="5227571" y="3038414"/>
                  </a:lnTo>
                  <a:lnTo>
                    <a:pt x="5193961" y="3035710"/>
                  </a:lnTo>
                  <a:lnTo>
                    <a:pt x="5143854" y="3031253"/>
                  </a:lnTo>
                  <a:lnTo>
                    <a:pt x="5077484" y="3024701"/>
                  </a:lnTo>
                  <a:lnTo>
                    <a:pt x="4996856" y="3015818"/>
                  </a:lnTo>
                  <a:lnTo>
                    <a:pt x="4905289" y="3004482"/>
                  </a:lnTo>
                  <a:lnTo>
                    <a:pt x="4806769" y="2990674"/>
                  </a:lnTo>
                  <a:lnTo>
                    <a:pt x="4705302" y="2974431"/>
                  </a:lnTo>
                  <a:lnTo>
                    <a:pt x="4604400" y="2955808"/>
                  </a:lnTo>
                  <a:lnTo>
                    <a:pt x="4506794" y="2934830"/>
                  </a:lnTo>
                  <a:lnTo>
                    <a:pt x="4414348" y="2911469"/>
                  </a:lnTo>
                  <a:lnTo>
                    <a:pt x="4328129" y="2885616"/>
                  </a:lnTo>
                  <a:lnTo>
                    <a:pt x="4248548" y="2857079"/>
                  </a:lnTo>
                  <a:lnTo>
                    <a:pt x="4175531" y="2825577"/>
                  </a:lnTo>
                  <a:lnTo>
                    <a:pt x="4108669" y="2790747"/>
                  </a:lnTo>
                  <a:lnTo>
                    <a:pt x="4047342" y="2752157"/>
                  </a:lnTo>
                  <a:lnTo>
                    <a:pt x="3990819" y="2709321"/>
                  </a:lnTo>
                  <a:lnTo>
                    <a:pt x="3938320" y="2661744"/>
                  </a:lnTo>
                  <a:lnTo>
                    <a:pt x="3889075" y="2608976"/>
                  </a:lnTo>
                  <a:lnTo>
                    <a:pt x="3842365" y="2550717"/>
                  </a:lnTo>
                  <a:lnTo>
                    <a:pt x="3829811" y="2533629"/>
                  </a:lnTo>
                  <a:lnTo>
                    <a:pt x="3793184" y="2480258"/>
                  </a:lnTo>
                  <a:lnTo>
                    <a:pt x="3757462" y="2423070"/>
                  </a:lnTo>
                  <a:lnTo>
                    <a:pt x="3722405" y="2361987"/>
                  </a:lnTo>
                  <a:lnTo>
                    <a:pt x="3687819" y="2296990"/>
                  </a:lnTo>
                  <a:lnTo>
                    <a:pt x="3653546" y="2228124"/>
                  </a:lnTo>
                  <a:lnTo>
                    <a:pt x="3619464" y="2155508"/>
                  </a:lnTo>
                  <a:lnTo>
                    <a:pt x="3585479" y="2079333"/>
                  </a:lnTo>
                  <a:lnTo>
                    <a:pt x="3551524" y="1999867"/>
                  </a:lnTo>
                  <a:lnTo>
                    <a:pt x="3517552" y="1917457"/>
                  </a:lnTo>
                  <a:lnTo>
                    <a:pt x="3483539" y="1832519"/>
                  </a:lnTo>
                  <a:lnTo>
                    <a:pt x="3449476" y="1745535"/>
                  </a:lnTo>
                  <a:lnTo>
                    <a:pt x="3415367" y="1657044"/>
                  </a:lnTo>
                  <a:lnTo>
                    <a:pt x="3381227" y="1567623"/>
                  </a:lnTo>
                  <a:lnTo>
                    <a:pt x="3347075" y="1477878"/>
                  </a:lnTo>
                  <a:lnTo>
                    <a:pt x="3312933" y="1388422"/>
                  </a:lnTo>
                  <a:lnTo>
                    <a:pt x="3278822" y="1299861"/>
                  </a:lnTo>
                  <a:lnTo>
                    <a:pt x="3244756" y="1212776"/>
                  </a:lnTo>
                  <a:lnTo>
                    <a:pt x="3210740" y="1127707"/>
                  </a:lnTo>
                  <a:lnTo>
                    <a:pt x="3176767" y="1045140"/>
                  </a:lnTo>
                  <a:lnTo>
                    <a:pt x="3142811" y="965495"/>
                  </a:lnTo>
                  <a:lnTo>
                    <a:pt x="3108830" y="889123"/>
                  </a:lnTo>
                  <a:lnTo>
                    <a:pt x="3074756" y="816297"/>
                  </a:lnTo>
                  <a:lnTo>
                    <a:pt x="3040497" y="747212"/>
                  </a:lnTo>
                  <a:lnTo>
                    <a:pt x="3005932" y="681991"/>
                  </a:lnTo>
                  <a:lnTo>
                    <a:pt x="2970907" y="620683"/>
                  </a:lnTo>
                  <a:lnTo>
                    <a:pt x="2935230" y="563273"/>
                  </a:lnTo>
                  <a:lnTo>
                    <a:pt x="2898662" y="509686"/>
                  </a:lnTo>
                  <a:lnTo>
                    <a:pt x="2896531" y="506725"/>
                  </a:lnTo>
                  <a:lnTo>
                    <a:pt x="2850409" y="446932"/>
                  </a:lnTo>
                  <a:lnTo>
                    <a:pt x="2801933" y="392666"/>
                  </a:lnTo>
                  <a:lnTo>
                    <a:pt x="2750409" y="343694"/>
                  </a:lnTo>
                  <a:lnTo>
                    <a:pt x="2695077" y="299597"/>
                  </a:lnTo>
                  <a:lnTo>
                    <a:pt x="2635155" y="259882"/>
                  </a:lnTo>
                  <a:lnTo>
                    <a:pt x="2569892" y="224059"/>
                  </a:lnTo>
                  <a:lnTo>
                    <a:pt x="2498629" y="191676"/>
                  </a:lnTo>
                  <a:lnTo>
                    <a:pt x="2420888" y="162351"/>
                  </a:lnTo>
                  <a:lnTo>
                    <a:pt x="2336486" y="135779"/>
                  </a:lnTo>
                  <a:lnTo>
                    <a:pt x="2245686" y="111743"/>
                  </a:lnTo>
                  <a:lnTo>
                    <a:pt x="2149357" y="90112"/>
                  </a:lnTo>
                  <a:lnTo>
                    <a:pt x="2049130" y="70837"/>
                  </a:lnTo>
                  <a:lnTo>
                    <a:pt x="1947498" y="53931"/>
                  </a:lnTo>
                  <a:lnTo>
                    <a:pt x="1847776" y="39444"/>
                  </a:lnTo>
                  <a:lnTo>
                    <a:pt x="1753875" y="27424"/>
                  </a:lnTo>
                  <a:lnTo>
                    <a:pt x="1669849" y="17869"/>
                  </a:lnTo>
                  <a:lnTo>
                    <a:pt x="1599270" y="10691"/>
                  </a:lnTo>
                  <a:lnTo>
                    <a:pt x="1544561" y="5685"/>
                  </a:lnTo>
                  <a:lnTo>
                    <a:pt x="1506477" y="2536"/>
                  </a:lnTo>
                  <a:lnTo>
                    <a:pt x="1483861" y="839"/>
                  </a:lnTo>
                  <a:lnTo>
                    <a:pt x="1473710" y="145"/>
                  </a:lnTo>
                  <a:lnTo>
                    <a:pt x="1471412" y="1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9" name="pg209"/>
            <p:cNvSpPr/>
            <p:nvPr/>
          </p:nvSpPr>
          <p:spPr>
            <a:xfrm>
              <a:off x="4799595" y="5641783"/>
              <a:ext cx="11981298" cy="3064874"/>
            </a:xfrm>
            <a:custGeom>
              <a:avLst/>
              <a:pathLst>
                <a:path w="11981298" h="3064874">
                  <a:moveTo>
                    <a:pt x="0" y="8172"/>
                  </a:moveTo>
                  <a:lnTo>
                    <a:pt x="1471387" y="8172"/>
                  </a:lnTo>
                  <a:lnTo>
                    <a:pt x="1472520" y="8243"/>
                  </a:lnTo>
                  <a:lnTo>
                    <a:pt x="1479969" y="8742"/>
                  </a:lnTo>
                  <a:lnTo>
                    <a:pt x="1498748" y="10122"/>
                  </a:lnTo>
                  <a:lnTo>
                    <a:pt x="1532330" y="12838"/>
                  </a:lnTo>
                  <a:lnTo>
                    <a:pt x="1582400" y="17315"/>
                  </a:lnTo>
                  <a:lnTo>
                    <a:pt x="1648724" y="23896"/>
                  </a:lnTo>
                  <a:lnTo>
                    <a:pt x="1729302" y="32820"/>
                  </a:lnTo>
                  <a:lnTo>
                    <a:pt x="1820822" y="44207"/>
                  </a:lnTo>
                  <a:lnTo>
                    <a:pt x="1919300" y="58079"/>
                  </a:lnTo>
                  <a:lnTo>
                    <a:pt x="2020733" y="74397"/>
                  </a:lnTo>
                  <a:lnTo>
                    <a:pt x="2121611" y="93108"/>
                  </a:lnTo>
                  <a:lnTo>
                    <a:pt x="2219202" y="114184"/>
                  </a:lnTo>
                  <a:lnTo>
                    <a:pt x="2311642" y="137655"/>
                  </a:lnTo>
                  <a:lnTo>
                    <a:pt x="2397863" y="163628"/>
                  </a:lnTo>
                  <a:lnTo>
                    <a:pt x="2477448" y="192298"/>
                  </a:lnTo>
                  <a:lnTo>
                    <a:pt x="2550473" y="223945"/>
                  </a:lnTo>
                  <a:lnTo>
                    <a:pt x="2617344" y="258933"/>
                  </a:lnTo>
                  <a:lnTo>
                    <a:pt x="2678680" y="297698"/>
                  </a:lnTo>
                  <a:lnTo>
                    <a:pt x="2735211" y="340725"/>
                  </a:lnTo>
                  <a:lnTo>
                    <a:pt x="2787715" y="388514"/>
                  </a:lnTo>
                  <a:lnTo>
                    <a:pt x="2836964" y="441517"/>
                  </a:lnTo>
                  <a:lnTo>
                    <a:pt x="2883673" y="500035"/>
                  </a:lnTo>
                  <a:lnTo>
                    <a:pt x="2896531" y="517623"/>
                  </a:lnTo>
                  <a:lnTo>
                    <a:pt x="2933078" y="571158"/>
                  </a:lnTo>
                  <a:lnTo>
                    <a:pt x="2968724" y="628513"/>
                  </a:lnTo>
                  <a:lnTo>
                    <a:pt x="3003706" y="689767"/>
                  </a:lnTo>
                  <a:lnTo>
                    <a:pt x="3038219" y="754939"/>
                  </a:lnTo>
                  <a:lnTo>
                    <a:pt x="3072418" y="823983"/>
                  </a:lnTo>
                  <a:lnTo>
                    <a:pt x="3106427" y="896784"/>
                  </a:lnTo>
                  <a:lnTo>
                    <a:pt x="3140337" y="973150"/>
                  </a:lnTo>
                  <a:lnTo>
                    <a:pt x="3174218" y="1052814"/>
                  </a:lnTo>
                  <a:lnTo>
                    <a:pt x="3208114" y="1135432"/>
                  </a:lnTo>
                  <a:lnTo>
                    <a:pt x="3242050" y="1220590"/>
                  </a:lnTo>
                  <a:lnTo>
                    <a:pt x="3276037" y="1307806"/>
                  </a:lnTo>
                  <a:lnTo>
                    <a:pt x="3310069" y="1396545"/>
                  </a:lnTo>
                  <a:lnTo>
                    <a:pt x="3344133" y="1486230"/>
                  </a:lnTo>
                  <a:lnTo>
                    <a:pt x="3378210" y="1576258"/>
                  </a:lnTo>
                  <a:lnTo>
                    <a:pt x="3412277" y="1666015"/>
                  </a:lnTo>
                  <a:lnTo>
                    <a:pt x="3446314" y="1754895"/>
                  </a:lnTo>
                  <a:lnTo>
                    <a:pt x="3480306" y="1842319"/>
                  </a:lnTo>
                  <a:lnTo>
                    <a:pt x="3514249" y="1927744"/>
                  </a:lnTo>
                  <a:lnTo>
                    <a:pt x="3548148" y="2010683"/>
                  </a:lnTo>
                  <a:lnTo>
                    <a:pt x="3582029" y="2090713"/>
                  </a:lnTo>
                  <a:lnTo>
                    <a:pt x="3615933" y="2167481"/>
                  </a:lnTo>
                  <a:lnTo>
                    <a:pt x="3649925" y="2240711"/>
                  </a:lnTo>
                  <a:lnTo>
                    <a:pt x="3684096" y="2310204"/>
                  </a:lnTo>
                  <a:lnTo>
                    <a:pt x="3718565" y="2375834"/>
                  </a:lnTo>
                  <a:lnTo>
                    <a:pt x="3753483" y="2437548"/>
                  </a:lnTo>
                  <a:lnTo>
                    <a:pt x="3789039" y="2495358"/>
                  </a:lnTo>
                  <a:lnTo>
                    <a:pt x="3825467" y="2549335"/>
                  </a:lnTo>
                  <a:lnTo>
                    <a:pt x="3829811" y="2555424"/>
                  </a:lnTo>
                  <a:lnTo>
                    <a:pt x="3875919" y="2615521"/>
                  </a:lnTo>
                  <a:lnTo>
                    <a:pt x="3924379" y="2670065"/>
                  </a:lnTo>
                  <a:lnTo>
                    <a:pt x="3975884" y="2719289"/>
                  </a:lnTo>
                  <a:lnTo>
                    <a:pt x="4031195" y="2763615"/>
                  </a:lnTo>
                  <a:lnTo>
                    <a:pt x="4091092" y="2803537"/>
                  </a:lnTo>
                  <a:lnTo>
                    <a:pt x="4156327" y="2839548"/>
                  </a:lnTo>
                  <a:lnTo>
                    <a:pt x="4227556" y="2872101"/>
                  </a:lnTo>
                  <a:lnTo>
                    <a:pt x="4305259" y="2901582"/>
                  </a:lnTo>
                  <a:lnTo>
                    <a:pt x="4389617" y="2928295"/>
                  </a:lnTo>
                  <a:lnTo>
                    <a:pt x="4480372" y="2952461"/>
                  </a:lnTo>
                  <a:lnTo>
                    <a:pt x="4576658" y="2974208"/>
                  </a:lnTo>
                  <a:lnTo>
                    <a:pt x="4676844" y="2993590"/>
                  </a:lnTo>
                  <a:lnTo>
                    <a:pt x="4778446" y="3010591"/>
                  </a:lnTo>
                  <a:lnTo>
                    <a:pt x="4878153" y="3025161"/>
                  </a:lnTo>
                  <a:lnTo>
                    <a:pt x="4972061" y="3037253"/>
                  </a:lnTo>
                  <a:lnTo>
                    <a:pt x="5056117" y="3046868"/>
                  </a:lnTo>
                  <a:lnTo>
                    <a:pt x="5126749" y="3054094"/>
                  </a:lnTo>
                  <a:lnTo>
                    <a:pt x="5181528" y="3059135"/>
                  </a:lnTo>
                  <a:lnTo>
                    <a:pt x="5219693" y="3062310"/>
                  </a:lnTo>
                  <a:lnTo>
                    <a:pt x="5242386" y="3064023"/>
                  </a:lnTo>
                  <a:lnTo>
                    <a:pt x="5252598" y="3064725"/>
                  </a:lnTo>
                  <a:lnTo>
                    <a:pt x="5254955" y="3064874"/>
                  </a:lnTo>
                  <a:lnTo>
                    <a:pt x="6726343" y="3064874"/>
                  </a:lnTo>
                  <a:lnTo>
                    <a:pt x="6727576" y="3064860"/>
                  </a:lnTo>
                  <a:lnTo>
                    <a:pt x="6735672" y="3064758"/>
                  </a:lnTo>
                  <a:lnTo>
                    <a:pt x="6756030" y="3064476"/>
                  </a:lnTo>
                  <a:lnTo>
                    <a:pt x="6792301" y="3063921"/>
                  </a:lnTo>
                  <a:lnTo>
                    <a:pt x="6846107" y="3063008"/>
                  </a:lnTo>
                  <a:lnTo>
                    <a:pt x="6916925" y="3061669"/>
                  </a:lnTo>
                  <a:lnTo>
                    <a:pt x="7002306" y="3059860"/>
                  </a:lnTo>
                  <a:lnTo>
                    <a:pt x="7098443" y="3057561"/>
                  </a:lnTo>
                  <a:lnTo>
                    <a:pt x="7200936" y="3054770"/>
                  </a:lnTo>
                  <a:lnTo>
                    <a:pt x="7305513" y="3051496"/>
                  </a:lnTo>
                  <a:lnTo>
                    <a:pt x="7408563" y="3047751"/>
                  </a:lnTo>
                  <a:lnTo>
                    <a:pt x="7507397" y="3043536"/>
                  </a:lnTo>
                  <a:lnTo>
                    <a:pt x="7600288" y="3038840"/>
                  </a:lnTo>
                  <a:lnTo>
                    <a:pt x="7686351" y="3033635"/>
                  </a:lnTo>
                  <a:lnTo>
                    <a:pt x="7765366" y="3027875"/>
                  </a:lnTo>
                  <a:lnTo>
                    <a:pt x="7837586" y="3021494"/>
                  </a:lnTo>
                  <a:lnTo>
                    <a:pt x="7903573" y="3014411"/>
                  </a:lnTo>
                  <a:lnTo>
                    <a:pt x="7964071" y="3006532"/>
                  </a:lnTo>
                  <a:lnTo>
                    <a:pt x="8019913" y="2997756"/>
                  </a:lnTo>
                  <a:lnTo>
                    <a:pt x="8071947" y="2987982"/>
                  </a:lnTo>
                  <a:lnTo>
                    <a:pt x="8120987" y="2977135"/>
                  </a:lnTo>
                  <a:lnTo>
                    <a:pt x="8151487" y="2969522"/>
                  </a:lnTo>
                  <a:lnTo>
                    <a:pt x="8205633" y="2954322"/>
                  </a:lnTo>
                  <a:lnTo>
                    <a:pt x="8258037" y="2937515"/>
                  </a:lnTo>
                  <a:lnTo>
                    <a:pt x="8309382" y="2919081"/>
                  </a:lnTo>
                  <a:lnTo>
                    <a:pt x="8360161" y="2899058"/>
                  </a:lnTo>
                  <a:lnTo>
                    <a:pt x="8410710" y="2877551"/>
                  </a:lnTo>
                  <a:lnTo>
                    <a:pt x="8461239" y="2854737"/>
                  </a:lnTo>
                  <a:lnTo>
                    <a:pt x="8511853" y="2830858"/>
                  </a:lnTo>
                  <a:lnTo>
                    <a:pt x="8562575" y="2806220"/>
                  </a:lnTo>
                  <a:lnTo>
                    <a:pt x="8613369" y="2781172"/>
                  </a:lnTo>
                  <a:lnTo>
                    <a:pt x="8664170" y="2756088"/>
                  </a:lnTo>
                  <a:lnTo>
                    <a:pt x="8714909" y="2731346"/>
                  </a:lnTo>
                  <a:lnTo>
                    <a:pt x="8765544" y="2707300"/>
                  </a:lnTo>
                  <a:lnTo>
                    <a:pt x="8816083" y="2684266"/>
                  </a:lnTo>
                  <a:lnTo>
                    <a:pt x="8866616" y="2662499"/>
                  </a:lnTo>
                  <a:lnTo>
                    <a:pt x="8917330" y="2642188"/>
                  </a:lnTo>
                  <a:lnTo>
                    <a:pt x="8968537" y="2623451"/>
                  </a:lnTo>
                  <a:lnTo>
                    <a:pt x="9020698" y="2606340"/>
                  </a:lnTo>
                  <a:lnTo>
                    <a:pt x="9074455" y="2590843"/>
                  </a:lnTo>
                  <a:lnTo>
                    <a:pt x="9084767" y="2588116"/>
                  </a:lnTo>
                  <a:lnTo>
                    <a:pt x="9132261" y="2576553"/>
                  </a:lnTo>
                  <a:lnTo>
                    <a:pt x="9182269" y="2566091"/>
                  </a:lnTo>
                  <a:lnTo>
                    <a:pt x="9235549" y="2556679"/>
                  </a:lnTo>
                  <a:lnTo>
                    <a:pt x="9292935" y="2548231"/>
                  </a:lnTo>
                  <a:lnTo>
                    <a:pt x="9355276" y="2540644"/>
                  </a:lnTo>
                  <a:lnTo>
                    <a:pt x="9423383" y="2533819"/>
                  </a:lnTo>
                  <a:lnTo>
                    <a:pt x="9497947" y="2527665"/>
                  </a:lnTo>
                  <a:lnTo>
                    <a:pt x="9579438" y="2522107"/>
                  </a:lnTo>
                  <a:lnTo>
                    <a:pt x="9667964" y="2517086"/>
                  </a:lnTo>
                  <a:lnTo>
                    <a:pt x="9763091" y="2512562"/>
                  </a:lnTo>
                  <a:lnTo>
                    <a:pt x="9863657" y="2508513"/>
                  </a:lnTo>
                  <a:lnTo>
                    <a:pt x="9967602" y="2504933"/>
                  </a:lnTo>
                  <a:lnTo>
                    <a:pt x="10071898" y="2501828"/>
                  </a:lnTo>
                  <a:lnTo>
                    <a:pt x="10172659" y="2499210"/>
                  </a:lnTo>
                  <a:lnTo>
                    <a:pt x="10265492" y="2497084"/>
                  </a:lnTo>
                  <a:lnTo>
                    <a:pt x="10346118" y="2495445"/>
                  </a:lnTo>
                  <a:lnTo>
                    <a:pt x="10411129" y="2494263"/>
                  </a:lnTo>
                  <a:lnTo>
                    <a:pt x="10458703" y="2493485"/>
                  </a:lnTo>
                  <a:lnTo>
                    <a:pt x="10489069" y="2493036"/>
                  </a:lnTo>
                  <a:lnTo>
                    <a:pt x="10504591" y="2492829"/>
                  </a:lnTo>
                  <a:lnTo>
                    <a:pt x="10509569" y="2492768"/>
                  </a:lnTo>
                  <a:lnTo>
                    <a:pt x="10509911" y="2492764"/>
                  </a:lnTo>
                  <a:lnTo>
                    <a:pt x="11981298" y="2492764"/>
                  </a:lnTo>
                  <a:lnTo>
                    <a:pt x="11981298" y="2484591"/>
                  </a:lnTo>
                  <a:lnTo>
                    <a:pt x="10509911" y="2484591"/>
                  </a:lnTo>
                  <a:lnTo>
                    <a:pt x="10508677" y="2484605"/>
                  </a:lnTo>
                  <a:lnTo>
                    <a:pt x="10500581" y="2484707"/>
                  </a:lnTo>
                  <a:lnTo>
                    <a:pt x="10480223" y="2484989"/>
                  </a:lnTo>
                  <a:lnTo>
                    <a:pt x="10443953" y="2485544"/>
                  </a:lnTo>
                  <a:lnTo>
                    <a:pt x="10390146" y="2486457"/>
                  </a:lnTo>
                  <a:lnTo>
                    <a:pt x="10319328" y="2487796"/>
                  </a:lnTo>
                  <a:lnTo>
                    <a:pt x="10233948" y="2489604"/>
                  </a:lnTo>
                  <a:lnTo>
                    <a:pt x="10137810" y="2491904"/>
                  </a:lnTo>
                  <a:lnTo>
                    <a:pt x="10035317" y="2494695"/>
                  </a:lnTo>
                  <a:lnTo>
                    <a:pt x="9930740" y="2497969"/>
                  </a:lnTo>
                  <a:lnTo>
                    <a:pt x="9827691" y="2501714"/>
                  </a:lnTo>
                  <a:lnTo>
                    <a:pt x="9728856" y="2505929"/>
                  </a:lnTo>
                  <a:lnTo>
                    <a:pt x="9635966" y="2510625"/>
                  </a:lnTo>
                  <a:lnTo>
                    <a:pt x="9549902" y="2515830"/>
                  </a:lnTo>
                  <a:lnTo>
                    <a:pt x="9470887" y="2521590"/>
                  </a:lnTo>
                  <a:lnTo>
                    <a:pt x="9398667" y="2527971"/>
                  </a:lnTo>
                  <a:lnTo>
                    <a:pt x="9332680" y="2535054"/>
                  </a:lnTo>
                  <a:lnTo>
                    <a:pt x="9272182" y="2542932"/>
                  </a:lnTo>
                  <a:lnTo>
                    <a:pt x="9216341" y="2551709"/>
                  </a:lnTo>
                  <a:lnTo>
                    <a:pt x="9164306" y="2561482"/>
                  </a:lnTo>
                  <a:lnTo>
                    <a:pt x="9115266" y="2572330"/>
                  </a:lnTo>
                  <a:lnTo>
                    <a:pt x="9084767" y="2579943"/>
                  </a:lnTo>
                  <a:lnTo>
                    <a:pt x="9030621" y="2595143"/>
                  </a:lnTo>
                  <a:lnTo>
                    <a:pt x="8978216" y="2611950"/>
                  </a:lnTo>
                  <a:lnTo>
                    <a:pt x="8926871" y="2630384"/>
                  </a:lnTo>
                  <a:lnTo>
                    <a:pt x="8876092" y="2650407"/>
                  </a:lnTo>
                  <a:lnTo>
                    <a:pt x="8825543" y="2671913"/>
                  </a:lnTo>
                  <a:lnTo>
                    <a:pt x="8775014" y="2694728"/>
                  </a:lnTo>
                  <a:lnTo>
                    <a:pt x="8724400" y="2718607"/>
                  </a:lnTo>
                  <a:lnTo>
                    <a:pt x="8673678" y="2743245"/>
                  </a:lnTo>
                  <a:lnTo>
                    <a:pt x="8622884" y="2768293"/>
                  </a:lnTo>
                  <a:lnTo>
                    <a:pt x="8572083" y="2793377"/>
                  </a:lnTo>
                  <a:lnTo>
                    <a:pt x="8521344" y="2818119"/>
                  </a:lnTo>
                  <a:lnTo>
                    <a:pt x="8470710" y="2842165"/>
                  </a:lnTo>
                  <a:lnTo>
                    <a:pt x="8420170" y="2865199"/>
                  </a:lnTo>
                  <a:lnTo>
                    <a:pt x="8369637" y="2886966"/>
                  </a:lnTo>
                  <a:lnTo>
                    <a:pt x="8318923" y="2907277"/>
                  </a:lnTo>
                  <a:lnTo>
                    <a:pt x="8267716" y="2926014"/>
                  </a:lnTo>
                  <a:lnTo>
                    <a:pt x="8215555" y="2943125"/>
                  </a:lnTo>
                  <a:lnTo>
                    <a:pt x="8161798" y="2958622"/>
                  </a:lnTo>
                  <a:lnTo>
                    <a:pt x="8151487" y="2961349"/>
                  </a:lnTo>
                  <a:lnTo>
                    <a:pt x="8103992" y="2972912"/>
                  </a:lnTo>
                  <a:lnTo>
                    <a:pt x="8053985" y="2983374"/>
                  </a:lnTo>
                  <a:lnTo>
                    <a:pt x="8000704" y="2992786"/>
                  </a:lnTo>
                  <a:lnTo>
                    <a:pt x="7943318" y="3001234"/>
                  </a:lnTo>
                  <a:lnTo>
                    <a:pt x="7880977" y="3008821"/>
                  </a:lnTo>
                  <a:lnTo>
                    <a:pt x="7812870" y="3015646"/>
                  </a:lnTo>
                  <a:lnTo>
                    <a:pt x="7738306" y="3021800"/>
                  </a:lnTo>
                  <a:lnTo>
                    <a:pt x="7656815" y="3027358"/>
                  </a:lnTo>
                  <a:lnTo>
                    <a:pt x="7568289" y="3032379"/>
                  </a:lnTo>
                  <a:lnTo>
                    <a:pt x="7473162" y="3036903"/>
                  </a:lnTo>
                  <a:lnTo>
                    <a:pt x="7372597" y="3040952"/>
                  </a:lnTo>
                  <a:lnTo>
                    <a:pt x="7268652" y="3044532"/>
                  </a:lnTo>
                  <a:lnTo>
                    <a:pt x="7164355" y="3047636"/>
                  </a:lnTo>
                  <a:lnTo>
                    <a:pt x="7063595" y="3050255"/>
                  </a:lnTo>
                  <a:lnTo>
                    <a:pt x="6970761" y="3052381"/>
                  </a:lnTo>
                  <a:lnTo>
                    <a:pt x="6890135" y="3054020"/>
                  </a:lnTo>
                  <a:lnTo>
                    <a:pt x="6825125" y="3055202"/>
                  </a:lnTo>
                  <a:lnTo>
                    <a:pt x="6777550" y="3055980"/>
                  </a:lnTo>
                  <a:lnTo>
                    <a:pt x="6747185" y="3056428"/>
                  </a:lnTo>
                  <a:lnTo>
                    <a:pt x="6731662" y="3056636"/>
                  </a:lnTo>
                  <a:lnTo>
                    <a:pt x="6726684" y="3056697"/>
                  </a:lnTo>
                  <a:lnTo>
                    <a:pt x="6726343" y="3056701"/>
                  </a:lnTo>
                  <a:lnTo>
                    <a:pt x="5254955" y="3056701"/>
                  </a:lnTo>
                  <a:lnTo>
                    <a:pt x="5253822" y="3056631"/>
                  </a:lnTo>
                  <a:lnTo>
                    <a:pt x="5246374" y="3056132"/>
                  </a:lnTo>
                  <a:lnTo>
                    <a:pt x="5227594" y="3054752"/>
                  </a:lnTo>
                  <a:lnTo>
                    <a:pt x="5194012" y="3052035"/>
                  </a:lnTo>
                  <a:lnTo>
                    <a:pt x="5143942" y="3047559"/>
                  </a:lnTo>
                  <a:lnTo>
                    <a:pt x="5077618" y="3040977"/>
                  </a:lnTo>
                  <a:lnTo>
                    <a:pt x="4997040" y="3032053"/>
                  </a:lnTo>
                  <a:lnTo>
                    <a:pt x="4905520" y="3020666"/>
                  </a:lnTo>
                  <a:lnTo>
                    <a:pt x="4807042" y="3006794"/>
                  </a:lnTo>
                  <a:lnTo>
                    <a:pt x="4705609" y="2990476"/>
                  </a:lnTo>
                  <a:lnTo>
                    <a:pt x="4604731" y="2971765"/>
                  </a:lnTo>
                  <a:lnTo>
                    <a:pt x="4507140" y="2950689"/>
                  </a:lnTo>
                  <a:lnTo>
                    <a:pt x="4414700" y="2927219"/>
                  </a:lnTo>
                  <a:lnTo>
                    <a:pt x="4328480" y="2901245"/>
                  </a:lnTo>
                  <a:lnTo>
                    <a:pt x="4248894" y="2872576"/>
                  </a:lnTo>
                  <a:lnTo>
                    <a:pt x="4175869" y="2840929"/>
                  </a:lnTo>
                  <a:lnTo>
                    <a:pt x="4108998" y="2805941"/>
                  </a:lnTo>
                  <a:lnTo>
                    <a:pt x="4047662" y="2767175"/>
                  </a:lnTo>
                  <a:lnTo>
                    <a:pt x="3991131" y="2724148"/>
                  </a:lnTo>
                  <a:lnTo>
                    <a:pt x="3938627" y="2676359"/>
                  </a:lnTo>
                  <a:lnTo>
                    <a:pt x="3889379" y="2623356"/>
                  </a:lnTo>
                  <a:lnTo>
                    <a:pt x="3842669" y="2564839"/>
                  </a:lnTo>
                  <a:lnTo>
                    <a:pt x="3829811" y="2547251"/>
                  </a:lnTo>
                  <a:lnTo>
                    <a:pt x="3793264" y="2493716"/>
                  </a:lnTo>
                  <a:lnTo>
                    <a:pt x="3757619" y="2436360"/>
                  </a:lnTo>
                  <a:lnTo>
                    <a:pt x="3722636" y="2375106"/>
                  </a:lnTo>
                  <a:lnTo>
                    <a:pt x="3688123" y="2309934"/>
                  </a:lnTo>
                  <a:lnTo>
                    <a:pt x="3653924" y="2240890"/>
                  </a:lnTo>
                  <a:lnTo>
                    <a:pt x="3619915" y="2168089"/>
                  </a:lnTo>
                  <a:lnTo>
                    <a:pt x="3586005" y="2091723"/>
                  </a:lnTo>
                  <a:lnTo>
                    <a:pt x="3552124" y="2012060"/>
                  </a:lnTo>
                  <a:lnTo>
                    <a:pt x="3518229" y="1929441"/>
                  </a:lnTo>
                  <a:lnTo>
                    <a:pt x="3484292" y="1844284"/>
                  </a:lnTo>
                  <a:lnTo>
                    <a:pt x="3450305" y="1757068"/>
                  </a:lnTo>
                  <a:lnTo>
                    <a:pt x="3416273" y="1668329"/>
                  </a:lnTo>
                  <a:lnTo>
                    <a:pt x="3382209" y="1578643"/>
                  </a:lnTo>
                  <a:lnTo>
                    <a:pt x="3348132" y="1488616"/>
                  </a:lnTo>
                  <a:lnTo>
                    <a:pt x="3314065" y="1398859"/>
                  </a:lnTo>
                  <a:lnTo>
                    <a:pt x="3280028" y="1309978"/>
                  </a:lnTo>
                  <a:lnTo>
                    <a:pt x="3246036" y="1222555"/>
                  </a:lnTo>
                  <a:lnTo>
                    <a:pt x="3212094" y="1137130"/>
                  </a:lnTo>
                  <a:lnTo>
                    <a:pt x="3178194" y="1054190"/>
                  </a:lnTo>
                  <a:lnTo>
                    <a:pt x="3144314" y="974161"/>
                  </a:lnTo>
                  <a:lnTo>
                    <a:pt x="3110410" y="897392"/>
                  </a:lnTo>
                  <a:lnTo>
                    <a:pt x="3076417" y="824162"/>
                  </a:lnTo>
                  <a:lnTo>
                    <a:pt x="3042246" y="754669"/>
                  </a:lnTo>
                  <a:lnTo>
                    <a:pt x="3007777" y="689039"/>
                  </a:lnTo>
                  <a:lnTo>
                    <a:pt x="2972859" y="627326"/>
                  </a:lnTo>
                  <a:lnTo>
                    <a:pt x="2937303" y="569516"/>
                  </a:lnTo>
                  <a:lnTo>
                    <a:pt x="2900875" y="515538"/>
                  </a:lnTo>
                  <a:lnTo>
                    <a:pt x="2896531" y="509450"/>
                  </a:lnTo>
                  <a:lnTo>
                    <a:pt x="2850423" y="449352"/>
                  </a:lnTo>
                  <a:lnTo>
                    <a:pt x="2801963" y="394808"/>
                  </a:lnTo>
                  <a:lnTo>
                    <a:pt x="2750458" y="345584"/>
                  </a:lnTo>
                  <a:lnTo>
                    <a:pt x="2695147" y="301258"/>
                  </a:lnTo>
                  <a:lnTo>
                    <a:pt x="2635250" y="261337"/>
                  </a:lnTo>
                  <a:lnTo>
                    <a:pt x="2570016" y="225325"/>
                  </a:lnTo>
                  <a:lnTo>
                    <a:pt x="2498786" y="192772"/>
                  </a:lnTo>
                  <a:lnTo>
                    <a:pt x="2421084" y="163292"/>
                  </a:lnTo>
                  <a:lnTo>
                    <a:pt x="2336725" y="136578"/>
                  </a:lnTo>
                  <a:lnTo>
                    <a:pt x="2245970" y="112413"/>
                  </a:lnTo>
                  <a:lnTo>
                    <a:pt x="2149685" y="90665"/>
                  </a:lnTo>
                  <a:lnTo>
                    <a:pt x="2049498" y="71284"/>
                  </a:lnTo>
                  <a:lnTo>
                    <a:pt x="1947896" y="54283"/>
                  </a:lnTo>
                  <a:lnTo>
                    <a:pt x="1848189" y="39712"/>
                  </a:lnTo>
                  <a:lnTo>
                    <a:pt x="1754281" y="27620"/>
                  </a:lnTo>
                  <a:lnTo>
                    <a:pt x="1670226" y="18006"/>
                  </a:lnTo>
                  <a:lnTo>
                    <a:pt x="1599593" y="10780"/>
                  </a:lnTo>
                  <a:lnTo>
                    <a:pt x="1544814" y="5738"/>
                  </a:lnTo>
                  <a:lnTo>
                    <a:pt x="1506649" y="2563"/>
                  </a:lnTo>
                  <a:lnTo>
                    <a:pt x="1483956" y="850"/>
                  </a:lnTo>
                  <a:lnTo>
                    <a:pt x="1473744" y="148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210" name="pl210"/>
            <p:cNvSpPr/>
            <p:nvPr/>
          </p:nvSpPr>
          <p:spPr>
            <a:xfrm>
              <a:off x="4799595" y="5649956"/>
              <a:ext cx="11981298" cy="3056701"/>
            </a:xfrm>
            <a:custGeom>
              <a:avLst/>
              <a:pathLst>
                <a:path w="11981298" h="3056701">
                  <a:moveTo>
                    <a:pt x="0" y="0"/>
                  </a:moveTo>
                  <a:lnTo>
                    <a:pt x="1471387" y="0"/>
                  </a:lnTo>
                  <a:lnTo>
                    <a:pt x="1472520" y="70"/>
                  </a:lnTo>
                  <a:lnTo>
                    <a:pt x="1479969" y="569"/>
                  </a:lnTo>
                  <a:lnTo>
                    <a:pt x="1498748" y="1949"/>
                  </a:lnTo>
                  <a:lnTo>
                    <a:pt x="1532330" y="4665"/>
                  </a:lnTo>
                  <a:lnTo>
                    <a:pt x="1582400" y="9142"/>
                  </a:lnTo>
                  <a:lnTo>
                    <a:pt x="1648724" y="15723"/>
                  </a:lnTo>
                  <a:lnTo>
                    <a:pt x="1729302" y="24647"/>
                  </a:lnTo>
                  <a:lnTo>
                    <a:pt x="1820822" y="36034"/>
                  </a:lnTo>
                  <a:lnTo>
                    <a:pt x="1919300" y="49906"/>
                  </a:lnTo>
                  <a:lnTo>
                    <a:pt x="2020733" y="66224"/>
                  </a:lnTo>
                  <a:lnTo>
                    <a:pt x="2121611" y="84935"/>
                  </a:lnTo>
                  <a:lnTo>
                    <a:pt x="2219202" y="106011"/>
                  </a:lnTo>
                  <a:lnTo>
                    <a:pt x="2311642" y="129482"/>
                  </a:lnTo>
                  <a:lnTo>
                    <a:pt x="2397863" y="155455"/>
                  </a:lnTo>
                  <a:lnTo>
                    <a:pt x="2477448" y="184125"/>
                  </a:lnTo>
                  <a:lnTo>
                    <a:pt x="2550473" y="215772"/>
                  </a:lnTo>
                  <a:lnTo>
                    <a:pt x="2617344" y="250760"/>
                  </a:lnTo>
                  <a:lnTo>
                    <a:pt x="2678680" y="289525"/>
                  </a:lnTo>
                  <a:lnTo>
                    <a:pt x="2735211" y="332552"/>
                  </a:lnTo>
                  <a:lnTo>
                    <a:pt x="2787715" y="380341"/>
                  </a:lnTo>
                  <a:lnTo>
                    <a:pt x="2836964" y="433344"/>
                  </a:lnTo>
                  <a:lnTo>
                    <a:pt x="2883673" y="491862"/>
                  </a:lnTo>
                  <a:lnTo>
                    <a:pt x="2896531" y="509450"/>
                  </a:lnTo>
                  <a:lnTo>
                    <a:pt x="2933078" y="562985"/>
                  </a:lnTo>
                  <a:lnTo>
                    <a:pt x="2968724" y="620340"/>
                  </a:lnTo>
                  <a:lnTo>
                    <a:pt x="3003706" y="681594"/>
                  </a:lnTo>
                  <a:lnTo>
                    <a:pt x="3038219" y="746766"/>
                  </a:lnTo>
                  <a:lnTo>
                    <a:pt x="3072418" y="815810"/>
                  </a:lnTo>
                  <a:lnTo>
                    <a:pt x="3106427" y="888611"/>
                  </a:lnTo>
                  <a:lnTo>
                    <a:pt x="3140337" y="964977"/>
                  </a:lnTo>
                  <a:lnTo>
                    <a:pt x="3174218" y="1044641"/>
                  </a:lnTo>
                  <a:lnTo>
                    <a:pt x="3208114" y="1127259"/>
                  </a:lnTo>
                  <a:lnTo>
                    <a:pt x="3242050" y="1212417"/>
                  </a:lnTo>
                  <a:lnTo>
                    <a:pt x="3276037" y="1299633"/>
                  </a:lnTo>
                  <a:lnTo>
                    <a:pt x="3310069" y="1388372"/>
                  </a:lnTo>
                  <a:lnTo>
                    <a:pt x="3344133" y="1478057"/>
                  </a:lnTo>
                  <a:lnTo>
                    <a:pt x="3378210" y="1568085"/>
                  </a:lnTo>
                  <a:lnTo>
                    <a:pt x="3412277" y="1657842"/>
                  </a:lnTo>
                  <a:lnTo>
                    <a:pt x="3446314" y="1746722"/>
                  </a:lnTo>
                  <a:lnTo>
                    <a:pt x="3480306" y="1834146"/>
                  </a:lnTo>
                  <a:lnTo>
                    <a:pt x="3514249" y="1919571"/>
                  </a:lnTo>
                  <a:lnTo>
                    <a:pt x="3548148" y="2002510"/>
                  </a:lnTo>
                  <a:lnTo>
                    <a:pt x="3582029" y="2082540"/>
                  </a:lnTo>
                  <a:lnTo>
                    <a:pt x="3615933" y="2159308"/>
                  </a:lnTo>
                  <a:lnTo>
                    <a:pt x="3649925" y="2232538"/>
                  </a:lnTo>
                  <a:lnTo>
                    <a:pt x="3684096" y="2302031"/>
                  </a:lnTo>
                  <a:lnTo>
                    <a:pt x="3718565" y="2367661"/>
                  </a:lnTo>
                  <a:lnTo>
                    <a:pt x="3753483" y="2429375"/>
                  </a:lnTo>
                  <a:lnTo>
                    <a:pt x="3789039" y="2487185"/>
                  </a:lnTo>
                  <a:lnTo>
                    <a:pt x="3825467" y="2541162"/>
                  </a:lnTo>
                  <a:lnTo>
                    <a:pt x="3829811" y="2547251"/>
                  </a:lnTo>
                  <a:lnTo>
                    <a:pt x="3875919" y="2607348"/>
                  </a:lnTo>
                  <a:lnTo>
                    <a:pt x="3924379" y="2661892"/>
                  </a:lnTo>
                  <a:lnTo>
                    <a:pt x="3975884" y="2711116"/>
                  </a:lnTo>
                  <a:lnTo>
                    <a:pt x="4031195" y="2755442"/>
                  </a:lnTo>
                  <a:lnTo>
                    <a:pt x="4091092" y="2795364"/>
                  </a:lnTo>
                  <a:lnTo>
                    <a:pt x="4156327" y="2831375"/>
                  </a:lnTo>
                  <a:lnTo>
                    <a:pt x="4227556" y="2863928"/>
                  </a:lnTo>
                  <a:lnTo>
                    <a:pt x="4305259" y="2893409"/>
                  </a:lnTo>
                  <a:lnTo>
                    <a:pt x="4389617" y="2920122"/>
                  </a:lnTo>
                  <a:lnTo>
                    <a:pt x="4480372" y="2944288"/>
                  </a:lnTo>
                  <a:lnTo>
                    <a:pt x="4576658" y="2966035"/>
                  </a:lnTo>
                  <a:lnTo>
                    <a:pt x="4676844" y="2985417"/>
                  </a:lnTo>
                  <a:lnTo>
                    <a:pt x="4778446" y="3002418"/>
                  </a:lnTo>
                  <a:lnTo>
                    <a:pt x="4878153" y="3016988"/>
                  </a:lnTo>
                  <a:lnTo>
                    <a:pt x="4972061" y="3029080"/>
                  </a:lnTo>
                  <a:lnTo>
                    <a:pt x="5056117" y="3038695"/>
                  </a:lnTo>
                  <a:lnTo>
                    <a:pt x="5126749" y="3045921"/>
                  </a:lnTo>
                  <a:lnTo>
                    <a:pt x="5181528" y="3050962"/>
                  </a:lnTo>
                  <a:lnTo>
                    <a:pt x="5219693" y="3054137"/>
                  </a:lnTo>
                  <a:lnTo>
                    <a:pt x="5242386" y="3055850"/>
                  </a:lnTo>
                  <a:lnTo>
                    <a:pt x="5252598" y="3056552"/>
                  </a:lnTo>
                  <a:lnTo>
                    <a:pt x="5254928" y="3056699"/>
                  </a:lnTo>
                  <a:lnTo>
                    <a:pt x="5254955" y="3056701"/>
                  </a:lnTo>
                  <a:lnTo>
                    <a:pt x="6726343" y="3056701"/>
                  </a:lnTo>
                  <a:lnTo>
                    <a:pt x="6727576" y="3056687"/>
                  </a:lnTo>
                  <a:lnTo>
                    <a:pt x="6735672" y="3056585"/>
                  </a:lnTo>
                  <a:lnTo>
                    <a:pt x="6756030" y="3056303"/>
                  </a:lnTo>
                  <a:lnTo>
                    <a:pt x="6792301" y="3055748"/>
                  </a:lnTo>
                  <a:lnTo>
                    <a:pt x="6846107" y="3054835"/>
                  </a:lnTo>
                  <a:lnTo>
                    <a:pt x="6916925" y="3053496"/>
                  </a:lnTo>
                  <a:lnTo>
                    <a:pt x="7002306" y="3051687"/>
                  </a:lnTo>
                  <a:lnTo>
                    <a:pt x="7098443" y="3049388"/>
                  </a:lnTo>
                  <a:lnTo>
                    <a:pt x="7200936" y="3046597"/>
                  </a:lnTo>
                  <a:lnTo>
                    <a:pt x="7305513" y="3043323"/>
                  </a:lnTo>
                  <a:lnTo>
                    <a:pt x="7408563" y="3039578"/>
                  </a:lnTo>
                  <a:lnTo>
                    <a:pt x="7507397" y="3035363"/>
                  </a:lnTo>
                  <a:lnTo>
                    <a:pt x="7600288" y="3030667"/>
                  </a:lnTo>
                  <a:lnTo>
                    <a:pt x="7686351" y="3025462"/>
                  </a:lnTo>
                  <a:lnTo>
                    <a:pt x="7765366" y="3019702"/>
                  </a:lnTo>
                  <a:lnTo>
                    <a:pt x="7837586" y="3013321"/>
                  </a:lnTo>
                  <a:lnTo>
                    <a:pt x="7903573" y="3006238"/>
                  </a:lnTo>
                  <a:lnTo>
                    <a:pt x="7964071" y="2998359"/>
                  </a:lnTo>
                  <a:lnTo>
                    <a:pt x="8019913" y="2989583"/>
                  </a:lnTo>
                  <a:lnTo>
                    <a:pt x="8071947" y="2979809"/>
                  </a:lnTo>
                  <a:lnTo>
                    <a:pt x="8120987" y="2968962"/>
                  </a:lnTo>
                  <a:lnTo>
                    <a:pt x="8151487" y="2961349"/>
                  </a:lnTo>
                  <a:lnTo>
                    <a:pt x="8205633" y="2946149"/>
                  </a:lnTo>
                  <a:lnTo>
                    <a:pt x="8258037" y="2929342"/>
                  </a:lnTo>
                  <a:lnTo>
                    <a:pt x="8309382" y="2910908"/>
                  </a:lnTo>
                  <a:lnTo>
                    <a:pt x="8360161" y="2890885"/>
                  </a:lnTo>
                  <a:lnTo>
                    <a:pt x="8410710" y="2869378"/>
                  </a:lnTo>
                  <a:lnTo>
                    <a:pt x="8461239" y="2846564"/>
                  </a:lnTo>
                  <a:lnTo>
                    <a:pt x="8511853" y="2822685"/>
                  </a:lnTo>
                  <a:lnTo>
                    <a:pt x="8562575" y="2798047"/>
                  </a:lnTo>
                  <a:lnTo>
                    <a:pt x="8613369" y="2772999"/>
                  </a:lnTo>
                  <a:lnTo>
                    <a:pt x="8664170" y="2747915"/>
                  </a:lnTo>
                  <a:lnTo>
                    <a:pt x="8714909" y="2723173"/>
                  </a:lnTo>
                  <a:lnTo>
                    <a:pt x="8765544" y="2699127"/>
                  </a:lnTo>
                  <a:lnTo>
                    <a:pt x="8816083" y="2676093"/>
                  </a:lnTo>
                  <a:lnTo>
                    <a:pt x="8866616" y="2654326"/>
                  </a:lnTo>
                  <a:lnTo>
                    <a:pt x="8917330" y="2634015"/>
                  </a:lnTo>
                  <a:lnTo>
                    <a:pt x="8968537" y="2615278"/>
                  </a:lnTo>
                  <a:lnTo>
                    <a:pt x="9020698" y="2598167"/>
                  </a:lnTo>
                  <a:lnTo>
                    <a:pt x="9074455" y="2582670"/>
                  </a:lnTo>
                  <a:lnTo>
                    <a:pt x="9084767" y="2579943"/>
                  </a:lnTo>
                  <a:lnTo>
                    <a:pt x="9132261" y="2568380"/>
                  </a:lnTo>
                  <a:lnTo>
                    <a:pt x="9182269" y="2557918"/>
                  </a:lnTo>
                  <a:lnTo>
                    <a:pt x="9235549" y="2548506"/>
                  </a:lnTo>
                  <a:lnTo>
                    <a:pt x="9292935" y="2540058"/>
                  </a:lnTo>
                  <a:lnTo>
                    <a:pt x="9355276" y="2532471"/>
                  </a:lnTo>
                  <a:lnTo>
                    <a:pt x="9423383" y="2525646"/>
                  </a:lnTo>
                  <a:lnTo>
                    <a:pt x="9497947" y="2519492"/>
                  </a:lnTo>
                  <a:lnTo>
                    <a:pt x="9579438" y="2513934"/>
                  </a:lnTo>
                  <a:lnTo>
                    <a:pt x="9667964" y="2508913"/>
                  </a:lnTo>
                  <a:lnTo>
                    <a:pt x="9763091" y="2504389"/>
                  </a:lnTo>
                  <a:lnTo>
                    <a:pt x="9863657" y="2500340"/>
                  </a:lnTo>
                  <a:lnTo>
                    <a:pt x="9967602" y="2496760"/>
                  </a:lnTo>
                  <a:lnTo>
                    <a:pt x="10071898" y="2493655"/>
                  </a:lnTo>
                  <a:lnTo>
                    <a:pt x="10172659" y="2491037"/>
                  </a:lnTo>
                  <a:lnTo>
                    <a:pt x="10265492" y="2488911"/>
                  </a:lnTo>
                  <a:lnTo>
                    <a:pt x="10346118" y="2487272"/>
                  </a:lnTo>
                  <a:lnTo>
                    <a:pt x="10411129" y="2486090"/>
                  </a:lnTo>
                  <a:lnTo>
                    <a:pt x="10458703" y="2485312"/>
                  </a:lnTo>
                  <a:lnTo>
                    <a:pt x="10489069" y="2484863"/>
                  </a:lnTo>
                  <a:lnTo>
                    <a:pt x="10504591" y="2484656"/>
                  </a:lnTo>
                  <a:lnTo>
                    <a:pt x="10509569" y="2484595"/>
                  </a:lnTo>
                  <a:lnTo>
                    <a:pt x="10509911" y="2484591"/>
                  </a:lnTo>
                  <a:lnTo>
                    <a:pt x="11981298" y="248459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1" name="pl211"/>
            <p:cNvSpPr/>
            <p:nvPr/>
          </p:nvSpPr>
          <p:spPr>
            <a:xfrm>
              <a:off x="4799595" y="5641783"/>
              <a:ext cx="11981298" cy="3056701"/>
            </a:xfrm>
            <a:custGeom>
              <a:avLst/>
              <a:pathLst>
                <a:path w="11981298" h="3056701">
                  <a:moveTo>
                    <a:pt x="11981298" y="2484591"/>
                  </a:moveTo>
                  <a:lnTo>
                    <a:pt x="10509911" y="2484591"/>
                  </a:lnTo>
                  <a:lnTo>
                    <a:pt x="10508677" y="2484605"/>
                  </a:lnTo>
                  <a:lnTo>
                    <a:pt x="10500581" y="2484707"/>
                  </a:lnTo>
                  <a:lnTo>
                    <a:pt x="10480223" y="2484989"/>
                  </a:lnTo>
                  <a:lnTo>
                    <a:pt x="10443953" y="2485544"/>
                  </a:lnTo>
                  <a:lnTo>
                    <a:pt x="10390146" y="2486457"/>
                  </a:lnTo>
                  <a:lnTo>
                    <a:pt x="10319328" y="2487796"/>
                  </a:lnTo>
                  <a:lnTo>
                    <a:pt x="10233948" y="2489604"/>
                  </a:lnTo>
                  <a:lnTo>
                    <a:pt x="10137810" y="2491904"/>
                  </a:lnTo>
                  <a:lnTo>
                    <a:pt x="10035317" y="2494695"/>
                  </a:lnTo>
                  <a:lnTo>
                    <a:pt x="9930740" y="2497969"/>
                  </a:lnTo>
                  <a:lnTo>
                    <a:pt x="9827691" y="2501714"/>
                  </a:lnTo>
                  <a:lnTo>
                    <a:pt x="9728856" y="2505929"/>
                  </a:lnTo>
                  <a:lnTo>
                    <a:pt x="9635966" y="2510625"/>
                  </a:lnTo>
                  <a:lnTo>
                    <a:pt x="9549902" y="2515830"/>
                  </a:lnTo>
                  <a:lnTo>
                    <a:pt x="9470887" y="2521590"/>
                  </a:lnTo>
                  <a:lnTo>
                    <a:pt x="9398667" y="2527971"/>
                  </a:lnTo>
                  <a:lnTo>
                    <a:pt x="9332680" y="2535054"/>
                  </a:lnTo>
                  <a:lnTo>
                    <a:pt x="9272182" y="2542932"/>
                  </a:lnTo>
                  <a:lnTo>
                    <a:pt x="9216341" y="2551709"/>
                  </a:lnTo>
                  <a:lnTo>
                    <a:pt x="9164306" y="2561482"/>
                  </a:lnTo>
                  <a:lnTo>
                    <a:pt x="9115266" y="2572330"/>
                  </a:lnTo>
                  <a:lnTo>
                    <a:pt x="9084767" y="2579943"/>
                  </a:lnTo>
                  <a:lnTo>
                    <a:pt x="9030621" y="2595143"/>
                  </a:lnTo>
                  <a:lnTo>
                    <a:pt x="8978216" y="2611950"/>
                  </a:lnTo>
                  <a:lnTo>
                    <a:pt x="8926871" y="2630384"/>
                  </a:lnTo>
                  <a:lnTo>
                    <a:pt x="8876092" y="2650407"/>
                  </a:lnTo>
                  <a:lnTo>
                    <a:pt x="8825543" y="2671913"/>
                  </a:lnTo>
                  <a:lnTo>
                    <a:pt x="8775014" y="2694728"/>
                  </a:lnTo>
                  <a:lnTo>
                    <a:pt x="8724400" y="2718607"/>
                  </a:lnTo>
                  <a:lnTo>
                    <a:pt x="8673678" y="2743245"/>
                  </a:lnTo>
                  <a:lnTo>
                    <a:pt x="8622884" y="2768293"/>
                  </a:lnTo>
                  <a:lnTo>
                    <a:pt x="8572083" y="2793377"/>
                  </a:lnTo>
                  <a:lnTo>
                    <a:pt x="8521344" y="2818119"/>
                  </a:lnTo>
                  <a:lnTo>
                    <a:pt x="8470710" y="2842165"/>
                  </a:lnTo>
                  <a:lnTo>
                    <a:pt x="8420170" y="2865199"/>
                  </a:lnTo>
                  <a:lnTo>
                    <a:pt x="8369637" y="2886966"/>
                  </a:lnTo>
                  <a:lnTo>
                    <a:pt x="8318923" y="2907277"/>
                  </a:lnTo>
                  <a:lnTo>
                    <a:pt x="8267716" y="2926014"/>
                  </a:lnTo>
                  <a:lnTo>
                    <a:pt x="8215555" y="2943125"/>
                  </a:lnTo>
                  <a:lnTo>
                    <a:pt x="8161798" y="2958622"/>
                  </a:lnTo>
                  <a:lnTo>
                    <a:pt x="8151487" y="2961349"/>
                  </a:lnTo>
                  <a:lnTo>
                    <a:pt x="8103992" y="2972912"/>
                  </a:lnTo>
                  <a:lnTo>
                    <a:pt x="8053985" y="2983374"/>
                  </a:lnTo>
                  <a:lnTo>
                    <a:pt x="8000704" y="2992786"/>
                  </a:lnTo>
                  <a:lnTo>
                    <a:pt x="7943318" y="3001234"/>
                  </a:lnTo>
                  <a:lnTo>
                    <a:pt x="7880977" y="3008821"/>
                  </a:lnTo>
                  <a:lnTo>
                    <a:pt x="7812870" y="3015646"/>
                  </a:lnTo>
                  <a:lnTo>
                    <a:pt x="7738306" y="3021800"/>
                  </a:lnTo>
                  <a:lnTo>
                    <a:pt x="7656815" y="3027358"/>
                  </a:lnTo>
                  <a:lnTo>
                    <a:pt x="7568289" y="3032379"/>
                  </a:lnTo>
                  <a:lnTo>
                    <a:pt x="7473162" y="3036903"/>
                  </a:lnTo>
                  <a:lnTo>
                    <a:pt x="7372597" y="3040952"/>
                  </a:lnTo>
                  <a:lnTo>
                    <a:pt x="7268652" y="3044532"/>
                  </a:lnTo>
                  <a:lnTo>
                    <a:pt x="7164355" y="3047636"/>
                  </a:lnTo>
                  <a:lnTo>
                    <a:pt x="7063595" y="3050255"/>
                  </a:lnTo>
                  <a:lnTo>
                    <a:pt x="6970761" y="3052381"/>
                  </a:lnTo>
                  <a:lnTo>
                    <a:pt x="6890135" y="3054020"/>
                  </a:lnTo>
                  <a:lnTo>
                    <a:pt x="6825125" y="3055202"/>
                  </a:lnTo>
                  <a:lnTo>
                    <a:pt x="6777550" y="3055980"/>
                  </a:lnTo>
                  <a:lnTo>
                    <a:pt x="6747185" y="3056428"/>
                  </a:lnTo>
                  <a:lnTo>
                    <a:pt x="6731662" y="3056636"/>
                  </a:lnTo>
                  <a:lnTo>
                    <a:pt x="6726684" y="3056697"/>
                  </a:lnTo>
                  <a:lnTo>
                    <a:pt x="6726343" y="3056701"/>
                  </a:lnTo>
                  <a:lnTo>
                    <a:pt x="5254955" y="3056701"/>
                  </a:lnTo>
                  <a:lnTo>
                    <a:pt x="5253822" y="3056631"/>
                  </a:lnTo>
                  <a:lnTo>
                    <a:pt x="5246374" y="3056132"/>
                  </a:lnTo>
                  <a:lnTo>
                    <a:pt x="5227594" y="3054752"/>
                  </a:lnTo>
                  <a:lnTo>
                    <a:pt x="5194012" y="3052035"/>
                  </a:lnTo>
                  <a:lnTo>
                    <a:pt x="5143942" y="3047559"/>
                  </a:lnTo>
                  <a:lnTo>
                    <a:pt x="5077618" y="3040977"/>
                  </a:lnTo>
                  <a:lnTo>
                    <a:pt x="4997040" y="3032053"/>
                  </a:lnTo>
                  <a:lnTo>
                    <a:pt x="4905520" y="3020666"/>
                  </a:lnTo>
                  <a:lnTo>
                    <a:pt x="4807042" y="3006794"/>
                  </a:lnTo>
                  <a:lnTo>
                    <a:pt x="4705609" y="2990476"/>
                  </a:lnTo>
                  <a:lnTo>
                    <a:pt x="4604731" y="2971765"/>
                  </a:lnTo>
                  <a:lnTo>
                    <a:pt x="4507140" y="2950689"/>
                  </a:lnTo>
                  <a:lnTo>
                    <a:pt x="4414700" y="2927219"/>
                  </a:lnTo>
                  <a:lnTo>
                    <a:pt x="4328480" y="2901245"/>
                  </a:lnTo>
                  <a:lnTo>
                    <a:pt x="4248894" y="2872576"/>
                  </a:lnTo>
                  <a:lnTo>
                    <a:pt x="4175869" y="2840929"/>
                  </a:lnTo>
                  <a:lnTo>
                    <a:pt x="4108998" y="2805941"/>
                  </a:lnTo>
                  <a:lnTo>
                    <a:pt x="4047662" y="2767175"/>
                  </a:lnTo>
                  <a:lnTo>
                    <a:pt x="3991131" y="2724148"/>
                  </a:lnTo>
                  <a:lnTo>
                    <a:pt x="3938627" y="2676359"/>
                  </a:lnTo>
                  <a:lnTo>
                    <a:pt x="3889379" y="2623356"/>
                  </a:lnTo>
                  <a:lnTo>
                    <a:pt x="3842669" y="2564839"/>
                  </a:lnTo>
                  <a:lnTo>
                    <a:pt x="3829811" y="2547251"/>
                  </a:lnTo>
                  <a:lnTo>
                    <a:pt x="3793264" y="2493716"/>
                  </a:lnTo>
                  <a:lnTo>
                    <a:pt x="3757619" y="2436360"/>
                  </a:lnTo>
                  <a:lnTo>
                    <a:pt x="3722636" y="2375106"/>
                  </a:lnTo>
                  <a:lnTo>
                    <a:pt x="3688123" y="2309934"/>
                  </a:lnTo>
                  <a:lnTo>
                    <a:pt x="3653924" y="2240890"/>
                  </a:lnTo>
                  <a:lnTo>
                    <a:pt x="3619915" y="2168089"/>
                  </a:lnTo>
                  <a:lnTo>
                    <a:pt x="3586005" y="2091723"/>
                  </a:lnTo>
                  <a:lnTo>
                    <a:pt x="3552124" y="2012060"/>
                  </a:lnTo>
                  <a:lnTo>
                    <a:pt x="3518229" y="1929441"/>
                  </a:lnTo>
                  <a:lnTo>
                    <a:pt x="3484292" y="1844284"/>
                  </a:lnTo>
                  <a:lnTo>
                    <a:pt x="3450305" y="1757068"/>
                  </a:lnTo>
                  <a:lnTo>
                    <a:pt x="3416273" y="1668329"/>
                  </a:lnTo>
                  <a:lnTo>
                    <a:pt x="3382209" y="1578643"/>
                  </a:lnTo>
                  <a:lnTo>
                    <a:pt x="3348132" y="1488616"/>
                  </a:lnTo>
                  <a:lnTo>
                    <a:pt x="3314065" y="1398859"/>
                  </a:lnTo>
                  <a:lnTo>
                    <a:pt x="3280028" y="1309978"/>
                  </a:lnTo>
                  <a:lnTo>
                    <a:pt x="3246036" y="1222555"/>
                  </a:lnTo>
                  <a:lnTo>
                    <a:pt x="3212094" y="1137130"/>
                  </a:lnTo>
                  <a:lnTo>
                    <a:pt x="3178194" y="1054190"/>
                  </a:lnTo>
                  <a:lnTo>
                    <a:pt x="3144314" y="974161"/>
                  </a:lnTo>
                  <a:lnTo>
                    <a:pt x="3110410" y="897392"/>
                  </a:lnTo>
                  <a:lnTo>
                    <a:pt x="3076417" y="824162"/>
                  </a:lnTo>
                  <a:lnTo>
                    <a:pt x="3042246" y="754669"/>
                  </a:lnTo>
                  <a:lnTo>
                    <a:pt x="3007777" y="689039"/>
                  </a:lnTo>
                  <a:lnTo>
                    <a:pt x="2972859" y="627326"/>
                  </a:lnTo>
                  <a:lnTo>
                    <a:pt x="2937303" y="569516"/>
                  </a:lnTo>
                  <a:lnTo>
                    <a:pt x="2900875" y="515538"/>
                  </a:lnTo>
                  <a:lnTo>
                    <a:pt x="2896531" y="509450"/>
                  </a:lnTo>
                  <a:lnTo>
                    <a:pt x="2850423" y="449352"/>
                  </a:lnTo>
                  <a:lnTo>
                    <a:pt x="2801963" y="394808"/>
                  </a:lnTo>
                  <a:lnTo>
                    <a:pt x="2750458" y="345584"/>
                  </a:lnTo>
                  <a:lnTo>
                    <a:pt x="2695147" y="301258"/>
                  </a:lnTo>
                  <a:lnTo>
                    <a:pt x="2635250" y="261337"/>
                  </a:lnTo>
                  <a:lnTo>
                    <a:pt x="2570016" y="225325"/>
                  </a:lnTo>
                  <a:lnTo>
                    <a:pt x="2498786" y="192772"/>
                  </a:lnTo>
                  <a:lnTo>
                    <a:pt x="2421084" y="163292"/>
                  </a:lnTo>
                  <a:lnTo>
                    <a:pt x="2336725" y="136578"/>
                  </a:lnTo>
                  <a:lnTo>
                    <a:pt x="2245970" y="112413"/>
                  </a:lnTo>
                  <a:lnTo>
                    <a:pt x="2149685" y="90665"/>
                  </a:lnTo>
                  <a:lnTo>
                    <a:pt x="2049498" y="71284"/>
                  </a:lnTo>
                  <a:lnTo>
                    <a:pt x="1947896" y="54283"/>
                  </a:lnTo>
                  <a:lnTo>
                    <a:pt x="1848189" y="39712"/>
                  </a:lnTo>
                  <a:lnTo>
                    <a:pt x="1754281" y="27620"/>
                  </a:lnTo>
                  <a:lnTo>
                    <a:pt x="1670226" y="18006"/>
                  </a:lnTo>
                  <a:lnTo>
                    <a:pt x="1599593" y="10780"/>
                  </a:lnTo>
                  <a:lnTo>
                    <a:pt x="1544814" y="5738"/>
                  </a:lnTo>
                  <a:lnTo>
                    <a:pt x="1506649" y="2563"/>
                  </a:lnTo>
                  <a:lnTo>
                    <a:pt x="1483956" y="850"/>
                  </a:lnTo>
                  <a:lnTo>
                    <a:pt x="1473744" y="148"/>
                  </a:lnTo>
                  <a:lnTo>
                    <a:pt x="1471414" y="1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2" name="pg212"/>
            <p:cNvSpPr/>
            <p:nvPr/>
          </p:nvSpPr>
          <p:spPr>
            <a:xfrm>
              <a:off x="4799595" y="5649956"/>
              <a:ext cx="11981298" cy="3449005"/>
            </a:xfrm>
            <a:custGeom>
              <a:avLst/>
              <a:pathLst>
                <a:path w="11981298" h="3449005">
                  <a:moveTo>
                    <a:pt x="0" y="24518"/>
                  </a:moveTo>
                  <a:lnTo>
                    <a:pt x="1471387" y="24518"/>
                  </a:lnTo>
                  <a:lnTo>
                    <a:pt x="1472520" y="24589"/>
                  </a:lnTo>
                  <a:lnTo>
                    <a:pt x="1479969" y="25088"/>
                  </a:lnTo>
                  <a:lnTo>
                    <a:pt x="1498748" y="26468"/>
                  </a:lnTo>
                  <a:lnTo>
                    <a:pt x="1532330" y="29184"/>
                  </a:lnTo>
                  <a:lnTo>
                    <a:pt x="1582400" y="33661"/>
                  </a:lnTo>
                  <a:lnTo>
                    <a:pt x="1648724" y="40242"/>
                  </a:lnTo>
                  <a:lnTo>
                    <a:pt x="1729302" y="49166"/>
                  </a:lnTo>
                  <a:lnTo>
                    <a:pt x="1820822" y="60553"/>
                  </a:lnTo>
                  <a:lnTo>
                    <a:pt x="1919300" y="74425"/>
                  </a:lnTo>
                  <a:lnTo>
                    <a:pt x="2020733" y="90743"/>
                  </a:lnTo>
                  <a:lnTo>
                    <a:pt x="2121611" y="109454"/>
                  </a:lnTo>
                  <a:lnTo>
                    <a:pt x="2219202" y="130530"/>
                  </a:lnTo>
                  <a:lnTo>
                    <a:pt x="2311642" y="154001"/>
                  </a:lnTo>
                  <a:lnTo>
                    <a:pt x="2397863" y="179974"/>
                  </a:lnTo>
                  <a:lnTo>
                    <a:pt x="2477448" y="208644"/>
                  </a:lnTo>
                  <a:lnTo>
                    <a:pt x="2550473" y="240291"/>
                  </a:lnTo>
                  <a:lnTo>
                    <a:pt x="2617344" y="275279"/>
                  </a:lnTo>
                  <a:lnTo>
                    <a:pt x="2678680" y="314044"/>
                  </a:lnTo>
                  <a:lnTo>
                    <a:pt x="2735211" y="357071"/>
                  </a:lnTo>
                  <a:lnTo>
                    <a:pt x="2787715" y="404860"/>
                  </a:lnTo>
                  <a:lnTo>
                    <a:pt x="2836964" y="457863"/>
                  </a:lnTo>
                  <a:lnTo>
                    <a:pt x="2883673" y="516381"/>
                  </a:lnTo>
                  <a:lnTo>
                    <a:pt x="2896531" y="533969"/>
                  </a:lnTo>
                  <a:lnTo>
                    <a:pt x="2933078" y="587504"/>
                  </a:lnTo>
                  <a:lnTo>
                    <a:pt x="2968724" y="644859"/>
                  </a:lnTo>
                  <a:lnTo>
                    <a:pt x="3003706" y="706113"/>
                  </a:lnTo>
                  <a:lnTo>
                    <a:pt x="3038219" y="771285"/>
                  </a:lnTo>
                  <a:lnTo>
                    <a:pt x="3072418" y="840329"/>
                  </a:lnTo>
                  <a:lnTo>
                    <a:pt x="3106427" y="913130"/>
                  </a:lnTo>
                  <a:lnTo>
                    <a:pt x="3140337" y="989496"/>
                  </a:lnTo>
                  <a:lnTo>
                    <a:pt x="3174218" y="1069160"/>
                  </a:lnTo>
                  <a:lnTo>
                    <a:pt x="3208114" y="1151778"/>
                  </a:lnTo>
                  <a:lnTo>
                    <a:pt x="3242050" y="1236936"/>
                  </a:lnTo>
                  <a:lnTo>
                    <a:pt x="3276037" y="1324151"/>
                  </a:lnTo>
                  <a:lnTo>
                    <a:pt x="3310069" y="1412891"/>
                  </a:lnTo>
                  <a:lnTo>
                    <a:pt x="3344133" y="1502576"/>
                  </a:lnTo>
                  <a:lnTo>
                    <a:pt x="3378210" y="1592604"/>
                  </a:lnTo>
                  <a:lnTo>
                    <a:pt x="3412277" y="1682361"/>
                  </a:lnTo>
                  <a:lnTo>
                    <a:pt x="3446314" y="1771241"/>
                  </a:lnTo>
                  <a:lnTo>
                    <a:pt x="3480306" y="1858665"/>
                  </a:lnTo>
                  <a:lnTo>
                    <a:pt x="3514249" y="1944090"/>
                  </a:lnTo>
                  <a:lnTo>
                    <a:pt x="3548148" y="2027029"/>
                  </a:lnTo>
                  <a:lnTo>
                    <a:pt x="3582029" y="2107059"/>
                  </a:lnTo>
                  <a:lnTo>
                    <a:pt x="3615933" y="2183827"/>
                  </a:lnTo>
                  <a:lnTo>
                    <a:pt x="3649925" y="2257057"/>
                  </a:lnTo>
                  <a:lnTo>
                    <a:pt x="3684096" y="2326550"/>
                  </a:lnTo>
                  <a:lnTo>
                    <a:pt x="3718565" y="2392180"/>
                  </a:lnTo>
                  <a:lnTo>
                    <a:pt x="3753483" y="2453894"/>
                  </a:lnTo>
                  <a:lnTo>
                    <a:pt x="3789039" y="2511704"/>
                  </a:lnTo>
                  <a:lnTo>
                    <a:pt x="3825467" y="2565681"/>
                  </a:lnTo>
                  <a:lnTo>
                    <a:pt x="3829811" y="2571770"/>
                  </a:lnTo>
                  <a:lnTo>
                    <a:pt x="3875919" y="2631867"/>
                  </a:lnTo>
                  <a:lnTo>
                    <a:pt x="3924379" y="2686411"/>
                  </a:lnTo>
                  <a:lnTo>
                    <a:pt x="3975884" y="2735635"/>
                  </a:lnTo>
                  <a:lnTo>
                    <a:pt x="4031195" y="2779961"/>
                  </a:lnTo>
                  <a:lnTo>
                    <a:pt x="4091092" y="2819883"/>
                  </a:lnTo>
                  <a:lnTo>
                    <a:pt x="4156327" y="2855894"/>
                  </a:lnTo>
                  <a:lnTo>
                    <a:pt x="4227556" y="2888447"/>
                  </a:lnTo>
                  <a:lnTo>
                    <a:pt x="4305259" y="2917928"/>
                  </a:lnTo>
                  <a:lnTo>
                    <a:pt x="4389617" y="2944641"/>
                  </a:lnTo>
                  <a:lnTo>
                    <a:pt x="4480372" y="2968806"/>
                  </a:lnTo>
                  <a:lnTo>
                    <a:pt x="4576658" y="2990554"/>
                  </a:lnTo>
                  <a:lnTo>
                    <a:pt x="4676844" y="3009936"/>
                  </a:lnTo>
                  <a:lnTo>
                    <a:pt x="4778446" y="3026937"/>
                  </a:lnTo>
                  <a:lnTo>
                    <a:pt x="4878153" y="3041507"/>
                  </a:lnTo>
                  <a:lnTo>
                    <a:pt x="4972061" y="3053599"/>
                  </a:lnTo>
                  <a:lnTo>
                    <a:pt x="5056117" y="3063213"/>
                  </a:lnTo>
                  <a:lnTo>
                    <a:pt x="5126749" y="3070440"/>
                  </a:lnTo>
                  <a:lnTo>
                    <a:pt x="5181528" y="3075481"/>
                  </a:lnTo>
                  <a:lnTo>
                    <a:pt x="5219693" y="3078656"/>
                  </a:lnTo>
                  <a:lnTo>
                    <a:pt x="5242386" y="3080369"/>
                  </a:lnTo>
                  <a:lnTo>
                    <a:pt x="5252598" y="3081071"/>
                  </a:lnTo>
                  <a:lnTo>
                    <a:pt x="5254955" y="3081220"/>
                  </a:lnTo>
                  <a:lnTo>
                    <a:pt x="6726343" y="3081220"/>
                  </a:lnTo>
                  <a:lnTo>
                    <a:pt x="6727579" y="3081229"/>
                  </a:lnTo>
                  <a:lnTo>
                    <a:pt x="6735690" y="3081295"/>
                  </a:lnTo>
                  <a:lnTo>
                    <a:pt x="6756085" y="3081476"/>
                  </a:lnTo>
                  <a:lnTo>
                    <a:pt x="6792418" y="3081834"/>
                  </a:lnTo>
                  <a:lnTo>
                    <a:pt x="6846312" y="3082422"/>
                  </a:lnTo>
                  <a:lnTo>
                    <a:pt x="6917234" y="3083284"/>
                  </a:lnTo>
                  <a:lnTo>
                    <a:pt x="7002725" y="3084449"/>
                  </a:lnTo>
                  <a:lnTo>
                    <a:pt x="7098968" y="3085930"/>
                  </a:lnTo>
                  <a:lnTo>
                    <a:pt x="7201550" y="3087727"/>
                  </a:lnTo>
                  <a:lnTo>
                    <a:pt x="7306196" y="3089835"/>
                  </a:lnTo>
                  <a:lnTo>
                    <a:pt x="7409292" y="3092246"/>
                  </a:lnTo>
                  <a:lnTo>
                    <a:pt x="7508152" y="3094960"/>
                  </a:lnTo>
                  <a:lnTo>
                    <a:pt x="7601050" y="3097983"/>
                  </a:lnTo>
                  <a:lnTo>
                    <a:pt x="7687107" y="3101334"/>
                  </a:lnTo>
                  <a:lnTo>
                    <a:pt x="7766108" y="3105043"/>
                  </a:lnTo>
                  <a:lnTo>
                    <a:pt x="7838308" y="3109152"/>
                  </a:lnTo>
                  <a:lnTo>
                    <a:pt x="7904275" y="3113714"/>
                  </a:lnTo>
                  <a:lnTo>
                    <a:pt x="7964755" y="3118788"/>
                  </a:lnTo>
                  <a:lnTo>
                    <a:pt x="8020582" y="3124441"/>
                  </a:lnTo>
                  <a:lnTo>
                    <a:pt x="8072607" y="3130737"/>
                  </a:lnTo>
                  <a:lnTo>
                    <a:pt x="8121644" y="3137724"/>
                  </a:lnTo>
                  <a:lnTo>
                    <a:pt x="8151487" y="3142517"/>
                  </a:lnTo>
                  <a:lnTo>
                    <a:pt x="8206810" y="3152517"/>
                  </a:lnTo>
                  <a:lnTo>
                    <a:pt x="8260332" y="3163596"/>
                  </a:lnTo>
                  <a:lnTo>
                    <a:pt x="8312773" y="3175769"/>
                  </a:lnTo>
                  <a:lnTo>
                    <a:pt x="8364649" y="3189004"/>
                  </a:lnTo>
                  <a:lnTo>
                    <a:pt x="8416309" y="3203228"/>
                  </a:lnTo>
                  <a:lnTo>
                    <a:pt x="8467965" y="3218314"/>
                  </a:lnTo>
                  <a:lnTo>
                    <a:pt x="8519717" y="3234090"/>
                  </a:lnTo>
                  <a:lnTo>
                    <a:pt x="8571579" y="3250340"/>
                  </a:lnTo>
                  <a:lnTo>
                    <a:pt x="8623506" y="3266823"/>
                  </a:lnTo>
                  <a:lnTo>
                    <a:pt x="8675425" y="3283278"/>
                  </a:lnTo>
                  <a:lnTo>
                    <a:pt x="8727267" y="3299450"/>
                  </a:lnTo>
                  <a:lnTo>
                    <a:pt x="8778995" y="3315099"/>
                  </a:lnTo>
                  <a:lnTo>
                    <a:pt x="8830641" y="3330019"/>
                  </a:lnTo>
                  <a:lnTo>
                    <a:pt x="8882324" y="3344047"/>
                  </a:lnTo>
                  <a:lnTo>
                    <a:pt x="8934284" y="3357067"/>
                  </a:lnTo>
                  <a:lnTo>
                    <a:pt x="8986900" y="3369013"/>
                  </a:lnTo>
                  <a:lnTo>
                    <a:pt x="9040728" y="3379867"/>
                  </a:lnTo>
                  <a:lnTo>
                    <a:pt x="9084767" y="3387707"/>
                  </a:lnTo>
                  <a:lnTo>
                    <a:pt x="9132293" y="3395145"/>
                  </a:lnTo>
                  <a:lnTo>
                    <a:pt x="9182336" y="3401875"/>
                  </a:lnTo>
                  <a:lnTo>
                    <a:pt x="9235658" y="3407928"/>
                  </a:lnTo>
                  <a:lnTo>
                    <a:pt x="9293092" y="3413361"/>
                  </a:lnTo>
                  <a:lnTo>
                    <a:pt x="9355490" y="3418240"/>
                  </a:lnTo>
                  <a:lnTo>
                    <a:pt x="9423663" y="3422629"/>
                  </a:lnTo>
                  <a:lnTo>
                    <a:pt x="9498304" y="3426586"/>
                  </a:lnTo>
                  <a:lnTo>
                    <a:pt x="9579884" y="3430159"/>
                  </a:lnTo>
                  <a:lnTo>
                    <a:pt x="9668506" y="3433387"/>
                  </a:lnTo>
                  <a:lnTo>
                    <a:pt x="9763734" y="3436295"/>
                  </a:lnTo>
                  <a:lnTo>
                    <a:pt x="9864396" y="3438898"/>
                  </a:lnTo>
                  <a:lnTo>
                    <a:pt x="9968424" y="3441199"/>
                  </a:lnTo>
                  <a:lnTo>
                    <a:pt x="10072777" y="3443193"/>
                  </a:lnTo>
                  <a:lnTo>
                    <a:pt x="10173552" y="3444875"/>
                  </a:lnTo>
                  <a:lnTo>
                    <a:pt x="10266350" y="3446239"/>
                  </a:lnTo>
                  <a:lnTo>
                    <a:pt x="10346885" y="3447291"/>
                  </a:lnTo>
                  <a:lnTo>
                    <a:pt x="10411756" y="3448048"/>
                  </a:lnTo>
                  <a:lnTo>
                    <a:pt x="10459159" y="3448546"/>
                  </a:lnTo>
                  <a:lnTo>
                    <a:pt x="10489346" y="3448832"/>
                  </a:lnTo>
                  <a:lnTo>
                    <a:pt x="10504713" y="3448964"/>
                  </a:lnTo>
                  <a:lnTo>
                    <a:pt x="10509590" y="3449002"/>
                  </a:lnTo>
                  <a:lnTo>
                    <a:pt x="10509911" y="3449005"/>
                  </a:lnTo>
                  <a:lnTo>
                    <a:pt x="11981298" y="3449005"/>
                  </a:lnTo>
                  <a:lnTo>
                    <a:pt x="11981298" y="3424486"/>
                  </a:lnTo>
                  <a:lnTo>
                    <a:pt x="10509911" y="3424486"/>
                  </a:lnTo>
                  <a:lnTo>
                    <a:pt x="10508675" y="3424477"/>
                  </a:lnTo>
                  <a:lnTo>
                    <a:pt x="10500563" y="3424411"/>
                  </a:lnTo>
                  <a:lnTo>
                    <a:pt x="10480168" y="3424229"/>
                  </a:lnTo>
                  <a:lnTo>
                    <a:pt x="10443835" y="3423872"/>
                  </a:lnTo>
                  <a:lnTo>
                    <a:pt x="10389941" y="3423284"/>
                  </a:lnTo>
                  <a:lnTo>
                    <a:pt x="10319019" y="3422422"/>
                  </a:lnTo>
                  <a:lnTo>
                    <a:pt x="10233528" y="3421257"/>
                  </a:lnTo>
                  <a:lnTo>
                    <a:pt x="10137286" y="3419776"/>
                  </a:lnTo>
                  <a:lnTo>
                    <a:pt x="10034703" y="3417979"/>
                  </a:lnTo>
                  <a:lnTo>
                    <a:pt x="9930057" y="3415871"/>
                  </a:lnTo>
                  <a:lnTo>
                    <a:pt x="9826961" y="3413460"/>
                  </a:lnTo>
                  <a:lnTo>
                    <a:pt x="9728102" y="3410746"/>
                  </a:lnTo>
                  <a:lnTo>
                    <a:pt x="9635203" y="3407723"/>
                  </a:lnTo>
                  <a:lnTo>
                    <a:pt x="9549146" y="3404372"/>
                  </a:lnTo>
                  <a:lnTo>
                    <a:pt x="9470145" y="3400662"/>
                  </a:lnTo>
                  <a:lnTo>
                    <a:pt x="9397945" y="3396553"/>
                  </a:lnTo>
                  <a:lnTo>
                    <a:pt x="9331978" y="3391992"/>
                  </a:lnTo>
                  <a:lnTo>
                    <a:pt x="9271498" y="3386918"/>
                  </a:lnTo>
                  <a:lnTo>
                    <a:pt x="9215672" y="3381264"/>
                  </a:lnTo>
                  <a:lnTo>
                    <a:pt x="9163647" y="3374969"/>
                  </a:lnTo>
                  <a:lnTo>
                    <a:pt x="9114609" y="3367981"/>
                  </a:lnTo>
                  <a:lnTo>
                    <a:pt x="9084767" y="3363188"/>
                  </a:lnTo>
                  <a:lnTo>
                    <a:pt x="9029443" y="3353188"/>
                  </a:lnTo>
                  <a:lnTo>
                    <a:pt x="8975922" y="3342109"/>
                  </a:lnTo>
                  <a:lnTo>
                    <a:pt x="8923481" y="3329937"/>
                  </a:lnTo>
                  <a:lnTo>
                    <a:pt x="8871604" y="3316701"/>
                  </a:lnTo>
                  <a:lnTo>
                    <a:pt x="8819944" y="3302477"/>
                  </a:lnTo>
                  <a:lnTo>
                    <a:pt x="8768288" y="3287391"/>
                  </a:lnTo>
                  <a:lnTo>
                    <a:pt x="8716536" y="3271616"/>
                  </a:lnTo>
                  <a:lnTo>
                    <a:pt x="8664674" y="3255365"/>
                  </a:lnTo>
                  <a:lnTo>
                    <a:pt x="8612747" y="3238883"/>
                  </a:lnTo>
                  <a:lnTo>
                    <a:pt x="8560828" y="3222427"/>
                  </a:lnTo>
                  <a:lnTo>
                    <a:pt x="8508986" y="3206256"/>
                  </a:lnTo>
                  <a:lnTo>
                    <a:pt x="8457258" y="3190607"/>
                  </a:lnTo>
                  <a:lnTo>
                    <a:pt x="8405612" y="3175687"/>
                  </a:lnTo>
                  <a:lnTo>
                    <a:pt x="8353929" y="3161659"/>
                  </a:lnTo>
                  <a:lnTo>
                    <a:pt x="8301969" y="3148639"/>
                  </a:lnTo>
                  <a:lnTo>
                    <a:pt x="8249353" y="3136692"/>
                  </a:lnTo>
                  <a:lnTo>
                    <a:pt x="8195525" y="3125839"/>
                  </a:lnTo>
                  <a:lnTo>
                    <a:pt x="8151487" y="3117998"/>
                  </a:lnTo>
                  <a:lnTo>
                    <a:pt x="8103960" y="3110561"/>
                  </a:lnTo>
                  <a:lnTo>
                    <a:pt x="8053917" y="3103831"/>
                  </a:lnTo>
                  <a:lnTo>
                    <a:pt x="8000596" y="3097778"/>
                  </a:lnTo>
                  <a:lnTo>
                    <a:pt x="7943162" y="3092344"/>
                  </a:lnTo>
                  <a:lnTo>
                    <a:pt x="7880764" y="3087466"/>
                  </a:lnTo>
                  <a:lnTo>
                    <a:pt x="7812591" y="3083077"/>
                  </a:lnTo>
                  <a:lnTo>
                    <a:pt x="7737949" y="3079120"/>
                  </a:lnTo>
                  <a:lnTo>
                    <a:pt x="7656369" y="3075547"/>
                  </a:lnTo>
                  <a:lnTo>
                    <a:pt x="7567747" y="3072318"/>
                  </a:lnTo>
                  <a:lnTo>
                    <a:pt x="7472520" y="3069410"/>
                  </a:lnTo>
                  <a:lnTo>
                    <a:pt x="7371857" y="3066808"/>
                  </a:lnTo>
                  <a:lnTo>
                    <a:pt x="7267829" y="3064507"/>
                  </a:lnTo>
                  <a:lnTo>
                    <a:pt x="7163476" y="3062512"/>
                  </a:lnTo>
                  <a:lnTo>
                    <a:pt x="7062701" y="3060831"/>
                  </a:lnTo>
                  <a:lnTo>
                    <a:pt x="6969903" y="3059466"/>
                  </a:lnTo>
                  <a:lnTo>
                    <a:pt x="6889368" y="3058415"/>
                  </a:lnTo>
                  <a:lnTo>
                    <a:pt x="6824498" y="3057657"/>
                  </a:lnTo>
                  <a:lnTo>
                    <a:pt x="6777095" y="3057160"/>
                  </a:lnTo>
                  <a:lnTo>
                    <a:pt x="6746907" y="3056874"/>
                  </a:lnTo>
                  <a:lnTo>
                    <a:pt x="6731540" y="3056741"/>
                  </a:lnTo>
                  <a:lnTo>
                    <a:pt x="6726663" y="3056703"/>
                  </a:lnTo>
                  <a:lnTo>
                    <a:pt x="6726343" y="3056701"/>
                  </a:lnTo>
                  <a:lnTo>
                    <a:pt x="5254955" y="3056701"/>
                  </a:lnTo>
                  <a:lnTo>
                    <a:pt x="5253822" y="3056631"/>
                  </a:lnTo>
                  <a:lnTo>
                    <a:pt x="5246374" y="3056132"/>
                  </a:lnTo>
                  <a:lnTo>
                    <a:pt x="5227594" y="3054752"/>
                  </a:lnTo>
                  <a:lnTo>
                    <a:pt x="5194012" y="3052035"/>
                  </a:lnTo>
                  <a:lnTo>
                    <a:pt x="5143942" y="3047559"/>
                  </a:lnTo>
                  <a:lnTo>
                    <a:pt x="5077618" y="3040977"/>
                  </a:lnTo>
                  <a:lnTo>
                    <a:pt x="4997040" y="3032053"/>
                  </a:lnTo>
                  <a:lnTo>
                    <a:pt x="4905520" y="3020666"/>
                  </a:lnTo>
                  <a:lnTo>
                    <a:pt x="4807042" y="3006794"/>
                  </a:lnTo>
                  <a:lnTo>
                    <a:pt x="4705609" y="2990476"/>
                  </a:lnTo>
                  <a:lnTo>
                    <a:pt x="4604731" y="2971765"/>
                  </a:lnTo>
                  <a:lnTo>
                    <a:pt x="4507140" y="2950689"/>
                  </a:lnTo>
                  <a:lnTo>
                    <a:pt x="4414700" y="2927219"/>
                  </a:lnTo>
                  <a:lnTo>
                    <a:pt x="4328480" y="2901245"/>
                  </a:lnTo>
                  <a:lnTo>
                    <a:pt x="4248894" y="2872576"/>
                  </a:lnTo>
                  <a:lnTo>
                    <a:pt x="4175869" y="2840929"/>
                  </a:lnTo>
                  <a:lnTo>
                    <a:pt x="4108998" y="2805941"/>
                  </a:lnTo>
                  <a:lnTo>
                    <a:pt x="4047662" y="2767175"/>
                  </a:lnTo>
                  <a:lnTo>
                    <a:pt x="3991131" y="2724148"/>
                  </a:lnTo>
                  <a:lnTo>
                    <a:pt x="3938627" y="2676359"/>
                  </a:lnTo>
                  <a:lnTo>
                    <a:pt x="3889379" y="2623356"/>
                  </a:lnTo>
                  <a:lnTo>
                    <a:pt x="3842669" y="2564839"/>
                  </a:lnTo>
                  <a:lnTo>
                    <a:pt x="3829811" y="2547251"/>
                  </a:lnTo>
                  <a:lnTo>
                    <a:pt x="3793264" y="2493716"/>
                  </a:lnTo>
                  <a:lnTo>
                    <a:pt x="3757619" y="2436360"/>
                  </a:lnTo>
                  <a:lnTo>
                    <a:pt x="3722636" y="2375106"/>
                  </a:lnTo>
                  <a:lnTo>
                    <a:pt x="3688123" y="2309934"/>
                  </a:lnTo>
                  <a:lnTo>
                    <a:pt x="3653924" y="2240890"/>
                  </a:lnTo>
                  <a:lnTo>
                    <a:pt x="3619915" y="2168089"/>
                  </a:lnTo>
                  <a:lnTo>
                    <a:pt x="3586005" y="2091723"/>
                  </a:lnTo>
                  <a:lnTo>
                    <a:pt x="3552124" y="2012060"/>
                  </a:lnTo>
                  <a:lnTo>
                    <a:pt x="3518229" y="1929441"/>
                  </a:lnTo>
                  <a:lnTo>
                    <a:pt x="3484292" y="1844284"/>
                  </a:lnTo>
                  <a:lnTo>
                    <a:pt x="3450305" y="1757068"/>
                  </a:lnTo>
                  <a:lnTo>
                    <a:pt x="3416273" y="1668329"/>
                  </a:lnTo>
                  <a:lnTo>
                    <a:pt x="3382209" y="1578643"/>
                  </a:lnTo>
                  <a:lnTo>
                    <a:pt x="3348132" y="1488616"/>
                  </a:lnTo>
                  <a:lnTo>
                    <a:pt x="3314065" y="1398859"/>
                  </a:lnTo>
                  <a:lnTo>
                    <a:pt x="3280028" y="1309978"/>
                  </a:lnTo>
                  <a:lnTo>
                    <a:pt x="3246036" y="1222555"/>
                  </a:lnTo>
                  <a:lnTo>
                    <a:pt x="3212094" y="1137130"/>
                  </a:lnTo>
                  <a:lnTo>
                    <a:pt x="3178194" y="1054190"/>
                  </a:lnTo>
                  <a:lnTo>
                    <a:pt x="3144314" y="974161"/>
                  </a:lnTo>
                  <a:lnTo>
                    <a:pt x="3110410" y="897392"/>
                  </a:lnTo>
                  <a:lnTo>
                    <a:pt x="3076417" y="824162"/>
                  </a:lnTo>
                  <a:lnTo>
                    <a:pt x="3042246" y="754669"/>
                  </a:lnTo>
                  <a:lnTo>
                    <a:pt x="3007777" y="689039"/>
                  </a:lnTo>
                  <a:lnTo>
                    <a:pt x="2972859" y="627326"/>
                  </a:lnTo>
                  <a:lnTo>
                    <a:pt x="2937303" y="569516"/>
                  </a:lnTo>
                  <a:lnTo>
                    <a:pt x="2900875" y="515538"/>
                  </a:lnTo>
                  <a:lnTo>
                    <a:pt x="2896531" y="509450"/>
                  </a:lnTo>
                  <a:lnTo>
                    <a:pt x="2850423" y="449352"/>
                  </a:lnTo>
                  <a:lnTo>
                    <a:pt x="2801963" y="394808"/>
                  </a:lnTo>
                  <a:lnTo>
                    <a:pt x="2750458" y="345584"/>
                  </a:lnTo>
                  <a:lnTo>
                    <a:pt x="2695147" y="301258"/>
                  </a:lnTo>
                  <a:lnTo>
                    <a:pt x="2635250" y="261337"/>
                  </a:lnTo>
                  <a:lnTo>
                    <a:pt x="2570016" y="225325"/>
                  </a:lnTo>
                  <a:lnTo>
                    <a:pt x="2498786" y="192772"/>
                  </a:lnTo>
                  <a:lnTo>
                    <a:pt x="2421084" y="163292"/>
                  </a:lnTo>
                  <a:lnTo>
                    <a:pt x="2336725" y="136578"/>
                  </a:lnTo>
                  <a:lnTo>
                    <a:pt x="2245970" y="112413"/>
                  </a:lnTo>
                  <a:lnTo>
                    <a:pt x="2149685" y="90665"/>
                  </a:lnTo>
                  <a:lnTo>
                    <a:pt x="2049498" y="71284"/>
                  </a:lnTo>
                  <a:lnTo>
                    <a:pt x="1947896" y="54283"/>
                  </a:lnTo>
                  <a:lnTo>
                    <a:pt x="1848189" y="39712"/>
                  </a:lnTo>
                  <a:lnTo>
                    <a:pt x="1754281" y="27620"/>
                  </a:lnTo>
                  <a:lnTo>
                    <a:pt x="1670226" y="18006"/>
                  </a:lnTo>
                  <a:lnTo>
                    <a:pt x="1599593" y="10780"/>
                  </a:lnTo>
                  <a:lnTo>
                    <a:pt x="1544814" y="5738"/>
                  </a:lnTo>
                  <a:lnTo>
                    <a:pt x="1506649" y="2563"/>
                  </a:lnTo>
                  <a:lnTo>
                    <a:pt x="1483956" y="850"/>
                  </a:lnTo>
                  <a:lnTo>
                    <a:pt x="1473744" y="148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213" name="pl213"/>
            <p:cNvSpPr/>
            <p:nvPr/>
          </p:nvSpPr>
          <p:spPr>
            <a:xfrm>
              <a:off x="4799595" y="5674475"/>
              <a:ext cx="11981298" cy="3424486"/>
            </a:xfrm>
            <a:custGeom>
              <a:avLst/>
              <a:pathLst>
                <a:path w="11981298" h="3424486">
                  <a:moveTo>
                    <a:pt x="0" y="0"/>
                  </a:moveTo>
                  <a:lnTo>
                    <a:pt x="1471387" y="0"/>
                  </a:lnTo>
                  <a:lnTo>
                    <a:pt x="1472520" y="70"/>
                  </a:lnTo>
                  <a:lnTo>
                    <a:pt x="1479969" y="569"/>
                  </a:lnTo>
                  <a:lnTo>
                    <a:pt x="1498748" y="1949"/>
                  </a:lnTo>
                  <a:lnTo>
                    <a:pt x="1532330" y="4665"/>
                  </a:lnTo>
                  <a:lnTo>
                    <a:pt x="1582400" y="9142"/>
                  </a:lnTo>
                  <a:lnTo>
                    <a:pt x="1648724" y="15723"/>
                  </a:lnTo>
                  <a:lnTo>
                    <a:pt x="1729302" y="24647"/>
                  </a:lnTo>
                  <a:lnTo>
                    <a:pt x="1820822" y="36034"/>
                  </a:lnTo>
                  <a:lnTo>
                    <a:pt x="1919300" y="49906"/>
                  </a:lnTo>
                  <a:lnTo>
                    <a:pt x="2020733" y="66224"/>
                  </a:lnTo>
                  <a:lnTo>
                    <a:pt x="2121611" y="84935"/>
                  </a:lnTo>
                  <a:lnTo>
                    <a:pt x="2219202" y="106011"/>
                  </a:lnTo>
                  <a:lnTo>
                    <a:pt x="2311642" y="129482"/>
                  </a:lnTo>
                  <a:lnTo>
                    <a:pt x="2397863" y="155455"/>
                  </a:lnTo>
                  <a:lnTo>
                    <a:pt x="2477448" y="184125"/>
                  </a:lnTo>
                  <a:lnTo>
                    <a:pt x="2550473" y="215772"/>
                  </a:lnTo>
                  <a:lnTo>
                    <a:pt x="2617344" y="250760"/>
                  </a:lnTo>
                  <a:lnTo>
                    <a:pt x="2678680" y="289525"/>
                  </a:lnTo>
                  <a:lnTo>
                    <a:pt x="2735211" y="332552"/>
                  </a:lnTo>
                  <a:lnTo>
                    <a:pt x="2787715" y="380341"/>
                  </a:lnTo>
                  <a:lnTo>
                    <a:pt x="2836964" y="433344"/>
                  </a:lnTo>
                  <a:lnTo>
                    <a:pt x="2883673" y="491862"/>
                  </a:lnTo>
                  <a:lnTo>
                    <a:pt x="2896531" y="509450"/>
                  </a:lnTo>
                  <a:lnTo>
                    <a:pt x="2933078" y="562985"/>
                  </a:lnTo>
                  <a:lnTo>
                    <a:pt x="2968724" y="620340"/>
                  </a:lnTo>
                  <a:lnTo>
                    <a:pt x="3003706" y="681594"/>
                  </a:lnTo>
                  <a:lnTo>
                    <a:pt x="3038219" y="746766"/>
                  </a:lnTo>
                  <a:lnTo>
                    <a:pt x="3072418" y="815810"/>
                  </a:lnTo>
                  <a:lnTo>
                    <a:pt x="3106427" y="888611"/>
                  </a:lnTo>
                  <a:lnTo>
                    <a:pt x="3140337" y="964977"/>
                  </a:lnTo>
                  <a:lnTo>
                    <a:pt x="3174218" y="1044641"/>
                  </a:lnTo>
                  <a:lnTo>
                    <a:pt x="3208114" y="1127259"/>
                  </a:lnTo>
                  <a:lnTo>
                    <a:pt x="3242050" y="1212417"/>
                  </a:lnTo>
                  <a:lnTo>
                    <a:pt x="3276037" y="1299633"/>
                  </a:lnTo>
                  <a:lnTo>
                    <a:pt x="3310069" y="1388372"/>
                  </a:lnTo>
                  <a:lnTo>
                    <a:pt x="3344133" y="1478057"/>
                  </a:lnTo>
                  <a:lnTo>
                    <a:pt x="3378210" y="1568085"/>
                  </a:lnTo>
                  <a:lnTo>
                    <a:pt x="3412277" y="1657842"/>
                  </a:lnTo>
                  <a:lnTo>
                    <a:pt x="3446314" y="1746722"/>
                  </a:lnTo>
                  <a:lnTo>
                    <a:pt x="3480306" y="1834146"/>
                  </a:lnTo>
                  <a:lnTo>
                    <a:pt x="3514249" y="1919571"/>
                  </a:lnTo>
                  <a:lnTo>
                    <a:pt x="3548148" y="2002510"/>
                  </a:lnTo>
                  <a:lnTo>
                    <a:pt x="3582029" y="2082540"/>
                  </a:lnTo>
                  <a:lnTo>
                    <a:pt x="3615933" y="2159308"/>
                  </a:lnTo>
                  <a:lnTo>
                    <a:pt x="3649925" y="2232538"/>
                  </a:lnTo>
                  <a:lnTo>
                    <a:pt x="3684096" y="2302031"/>
                  </a:lnTo>
                  <a:lnTo>
                    <a:pt x="3718565" y="2367661"/>
                  </a:lnTo>
                  <a:lnTo>
                    <a:pt x="3753483" y="2429375"/>
                  </a:lnTo>
                  <a:lnTo>
                    <a:pt x="3789039" y="2487185"/>
                  </a:lnTo>
                  <a:lnTo>
                    <a:pt x="3825467" y="2541162"/>
                  </a:lnTo>
                  <a:lnTo>
                    <a:pt x="3829811" y="2547251"/>
                  </a:lnTo>
                  <a:lnTo>
                    <a:pt x="3875919" y="2607348"/>
                  </a:lnTo>
                  <a:lnTo>
                    <a:pt x="3924379" y="2661892"/>
                  </a:lnTo>
                  <a:lnTo>
                    <a:pt x="3975884" y="2711116"/>
                  </a:lnTo>
                  <a:lnTo>
                    <a:pt x="4031195" y="2755442"/>
                  </a:lnTo>
                  <a:lnTo>
                    <a:pt x="4091092" y="2795364"/>
                  </a:lnTo>
                  <a:lnTo>
                    <a:pt x="4156327" y="2831375"/>
                  </a:lnTo>
                  <a:lnTo>
                    <a:pt x="4227556" y="2863928"/>
                  </a:lnTo>
                  <a:lnTo>
                    <a:pt x="4305259" y="2893409"/>
                  </a:lnTo>
                  <a:lnTo>
                    <a:pt x="4389617" y="2920122"/>
                  </a:lnTo>
                  <a:lnTo>
                    <a:pt x="4480372" y="2944288"/>
                  </a:lnTo>
                  <a:lnTo>
                    <a:pt x="4576658" y="2966035"/>
                  </a:lnTo>
                  <a:lnTo>
                    <a:pt x="4676844" y="2985417"/>
                  </a:lnTo>
                  <a:lnTo>
                    <a:pt x="4778446" y="3002418"/>
                  </a:lnTo>
                  <a:lnTo>
                    <a:pt x="4878153" y="3016988"/>
                  </a:lnTo>
                  <a:lnTo>
                    <a:pt x="4972061" y="3029080"/>
                  </a:lnTo>
                  <a:lnTo>
                    <a:pt x="5056117" y="3038695"/>
                  </a:lnTo>
                  <a:lnTo>
                    <a:pt x="5126749" y="3045921"/>
                  </a:lnTo>
                  <a:lnTo>
                    <a:pt x="5181528" y="3050962"/>
                  </a:lnTo>
                  <a:lnTo>
                    <a:pt x="5219693" y="3054137"/>
                  </a:lnTo>
                  <a:lnTo>
                    <a:pt x="5242386" y="3055850"/>
                  </a:lnTo>
                  <a:lnTo>
                    <a:pt x="5252598" y="3056552"/>
                  </a:lnTo>
                  <a:lnTo>
                    <a:pt x="5254928" y="3056699"/>
                  </a:lnTo>
                  <a:lnTo>
                    <a:pt x="5254955" y="3056701"/>
                  </a:lnTo>
                  <a:lnTo>
                    <a:pt x="6726343" y="3056701"/>
                  </a:lnTo>
                  <a:lnTo>
                    <a:pt x="6727579" y="3056710"/>
                  </a:lnTo>
                  <a:lnTo>
                    <a:pt x="6735690" y="3056776"/>
                  </a:lnTo>
                  <a:lnTo>
                    <a:pt x="6756085" y="3056957"/>
                  </a:lnTo>
                  <a:lnTo>
                    <a:pt x="6792418" y="3057315"/>
                  </a:lnTo>
                  <a:lnTo>
                    <a:pt x="6846312" y="3057903"/>
                  </a:lnTo>
                  <a:lnTo>
                    <a:pt x="6917234" y="3058765"/>
                  </a:lnTo>
                  <a:lnTo>
                    <a:pt x="7002725" y="3059930"/>
                  </a:lnTo>
                  <a:lnTo>
                    <a:pt x="7098968" y="3061411"/>
                  </a:lnTo>
                  <a:lnTo>
                    <a:pt x="7201550" y="3063208"/>
                  </a:lnTo>
                  <a:lnTo>
                    <a:pt x="7306196" y="3065316"/>
                  </a:lnTo>
                  <a:lnTo>
                    <a:pt x="7409292" y="3067727"/>
                  </a:lnTo>
                  <a:lnTo>
                    <a:pt x="7508152" y="3070441"/>
                  </a:lnTo>
                  <a:lnTo>
                    <a:pt x="7601050" y="3073464"/>
                  </a:lnTo>
                  <a:lnTo>
                    <a:pt x="7687107" y="3076815"/>
                  </a:lnTo>
                  <a:lnTo>
                    <a:pt x="7766108" y="3080524"/>
                  </a:lnTo>
                  <a:lnTo>
                    <a:pt x="7838308" y="3084633"/>
                  </a:lnTo>
                  <a:lnTo>
                    <a:pt x="7904275" y="3089195"/>
                  </a:lnTo>
                  <a:lnTo>
                    <a:pt x="7964755" y="3094269"/>
                  </a:lnTo>
                  <a:lnTo>
                    <a:pt x="8020582" y="3099922"/>
                  </a:lnTo>
                  <a:lnTo>
                    <a:pt x="8072607" y="3106218"/>
                  </a:lnTo>
                  <a:lnTo>
                    <a:pt x="8121644" y="3113205"/>
                  </a:lnTo>
                  <a:lnTo>
                    <a:pt x="8151487" y="3117998"/>
                  </a:lnTo>
                  <a:lnTo>
                    <a:pt x="8206810" y="3127998"/>
                  </a:lnTo>
                  <a:lnTo>
                    <a:pt x="8260332" y="3139077"/>
                  </a:lnTo>
                  <a:lnTo>
                    <a:pt x="8312773" y="3151250"/>
                  </a:lnTo>
                  <a:lnTo>
                    <a:pt x="8364649" y="3164485"/>
                  </a:lnTo>
                  <a:lnTo>
                    <a:pt x="8416309" y="3178709"/>
                  </a:lnTo>
                  <a:lnTo>
                    <a:pt x="8467965" y="3193795"/>
                  </a:lnTo>
                  <a:lnTo>
                    <a:pt x="8519717" y="3209571"/>
                  </a:lnTo>
                  <a:lnTo>
                    <a:pt x="8571579" y="3225821"/>
                  </a:lnTo>
                  <a:lnTo>
                    <a:pt x="8623506" y="3242304"/>
                  </a:lnTo>
                  <a:lnTo>
                    <a:pt x="8675425" y="3258759"/>
                  </a:lnTo>
                  <a:lnTo>
                    <a:pt x="8727267" y="3274931"/>
                  </a:lnTo>
                  <a:lnTo>
                    <a:pt x="8778995" y="3290580"/>
                  </a:lnTo>
                  <a:lnTo>
                    <a:pt x="8830641" y="3305500"/>
                  </a:lnTo>
                  <a:lnTo>
                    <a:pt x="8882324" y="3319528"/>
                  </a:lnTo>
                  <a:lnTo>
                    <a:pt x="8934284" y="3332548"/>
                  </a:lnTo>
                  <a:lnTo>
                    <a:pt x="8986900" y="3344494"/>
                  </a:lnTo>
                  <a:lnTo>
                    <a:pt x="9040728" y="3355348"/>
                  </a:lnTo>
                  <a:lnTo>
                    <a:pt x="9084767" y="3363188"/>
                  </a:lnTo>
                  <a:lnTo>
                    <a:pt x="9132293" y="3370626"/>
                  </a:lnTo>
                  <a:lnTo>
                    <a:pt x="9182336" y="3377356"/>
                  </a:lnTo>
                  <a:lnTo>
                    <a:pt x="9235658" y="3383409"/>
                  </a:lnTo>
                  <a:lnTo>
                    <a:pt x="9293092" y="3388842"/>
                  </a:lnTo>
                  <a:lnTo>
                    <a:pt x="9355490" y="3393721"/>
                  </a:lnTo>
                  <a:lnTo>
                    <a:pt x="9423663" y="3398110"/>
                  </a:lnTo>
                  <a:lnTo>
                    <a:pt x="9498304" y="3402067"/>
                  </a:lnTo>
                  <a:lnTo>
                    <a:pt x="9579884" y="3405640"/>
                  </a:lnTo>
                  <a:lnTo>
                    <a:pt x="9668506" y="3408868"/>
                  </a:lnTo>
                  <a:lnTo>
                    <a:pt x="9763734" y="3411776"/>
                  </a:lnTo>
                  <a:lnTo>
                    <a:pt x="9864396" y="3414379"/>
                  </a:lnTo>
                  <a:lnTo>
                    <a:pt x="9968424" y="3416680"/>
                  </a:lnTo>
                  <a:lnTo>
                    <a:pt x="10072777" y="3418674"/>
                  </a:lnTo>
                  <a:lnTo>
                    <a:pt x="10173552" y="3420356"/>
                  </a:lnTo>
                  <a:lnTo>
                    <a:pt x="10266350" y="3421720"/>
                  </a:lnTo>
                  <a:lnTo>
                    <a:pt x="10346885" y="3422772"/>
                  </a:lnTo>
                  <a:lnTo>
                    <a:pt x="10411756" y="3423529"/>
                  </a:lnTo>
                  <a:lnTo>
                    <a:pt x="10459159" y="3424027"/>
                  </a:lnTo>
                  <a:lnTo>
                    <a:pt x="10489346" y="3424313"/>
                  </a:lnTo>
                  <a:lnTo>
                    <a:pt x="10504713" y="3424445"/>
                  </a:lnTo>
                  <a:lnTo>
                    <a:pt x="10509590" y="3424483"/>
                  </a:lnTo>
                  <a:lnTo>
                    <a:pt x="10509911" y="3424486"/>
                  </a:lnTo>
                  <a:lnTo>
                    <a:pt x="11981298" y="342448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4" name="pl214"/>
            <p:cNvSpPr/>
            <p:nvPr/>
          </p:nvSpPr>
          <p:spPr>
            <a:xfrm>
              <a:off x="4799595" y="5649956"/>
              <a:ext cx="11981298" cy="3424486"/>
            </a:xfrm>
            <a:custGeom>
              <a:avLst/>
              <a:pathLst>
                <a:path w="11981298" h="3424486">
                  <a:moveTo>
                    <a:pt x="11981298" y="3424486"/>
                  </a:moveTo>
                  <a:lnTo>
                    <a:pt x="10509911" y="3424486"/>
                  </a:lnTo>
                  <a:lnTo>
                    <a:pt x="10508675" y="3424477"/>
                  </a:lnTo>
                  <a:lnTo>
                    <a:pt x="10500563" y="3424411"/>
                  </a:lnTo>
                  <a:lnTo>
                    <a:pt x="10480168" y="3424229"/>
                  </a:lnTo>
                  <a:lnTo>
                    <a:pt x="10443835" y="3423872"/>
                  </a:lnTo>
                  <a:lnTo>
                    <a:pt x="10389941" y="3423284"/>
                  </a:lnTo>
                  <a:lnTo>
                    <a:pt x="10319019" y="3422422"/>
                  </a:lnTo>
                  <a:lnTo>
                    <a:pt x="10233528" y="3421257"/>
                  </a:lnTo>
                  <a:lnTo>
                    <a:pt x="10137286" y="3419776"/>
                  </a:lnTo>
                  <a:lnTo>
                    <a:pt x="10034703" y="3417979"/>
                  </a:lnTo>
                  <a:lnTo>
                    <a:pt x="9930057" y="3415871"/>
                  </a:lnTo>
                  <a:lnTo>
                    <a:pt x="9826961" y="3413460"/>
                  </a:lnTo>
                  <a:lnTo>
                    <a:pt x="9728102" y="3410746"/>
                  </a:lnTo>
                  <a:lnTo>
                    <a:pt x="9635203" y="3407723"/>
                  </a:lnTo>
                  <a:lnTo>
                    <a:pt x="9549146" y="3404372"/>
                  </a:lnTo>
                  <a:lnTo>
                    <a:pt x="9470145" y="3400662"/>
                  </a:lnTo>
                  <a:lnTo>
                    <a:pt x="9397945" y="3396553"/>
                  </a:lnTo>
                  <a:lnTo>
                    <a:pt x="9331978" y="3391992"/>
                  </a:lnTo>
                  <a:lnTo>
                    <a:pt x="9271498" y="3386918"/>
                  </a:lnTo>
                  <a:lnTo>
                    <a:pt x="9215672" y="3381264"/>
                  </a:lnTo>
                  <a:lnTo>
                    <a:pt x="9163647" y="3374969"/>
                  </a:lnTo>
                  <a:lnTo>
                    <a:pt x="9114609" y="3367981"/>
                  </a:lnTo>
                  <a:lnTo>
                    <a:pt x="9084767" y="3363188"/>
                  </a:lnTo>
                  <a:lnTo>
                    <a:pt x="9029443" y="3353188"/>
                  </a:lnTo>
                  <a:lnTo>
                    <a:pt x="8975922" y="3342109"/>
                  </a:lnTo>
                  <a:lnTo>
                    <a:pt x="8923481" y="3329937"/>
                  </a:lnTo>
                  <a:lnTo>
                    <a:pt x="8871604" y="3316701"/>
                  </a:lnTo>
                  <a:lnTo>
                    <a:pt x="8819944" y="3302477"/>
                  </a:lnTo>
                  <a:lnTo>
                    <a:pt x="8768288" y="3287391"/>
                  </a:lnTo>
                  <a:lnTo>
                    <a:pt x="8716536" y="3271616"/>
                  </a:lnTo>
                  <a:lnTo>
                    <a:pt x="8664674" y="3255365"/>
                  </a:lnTo>
                  <a:lnTo>
                    <a:pt x="8612747" y="3238883"/>
                  </a:lnTo>
                  <a:lnTo>
                    <a:pt x="8560828" y="3222427"/>
                  </a:lnTo>
                  <a:lnTo>
                    <a:pt x="8508986" y="3206256"/>
                  </a:lnTo>
                  <a:lnTo>
                    <a:pt x="8457258" y="3190607"/>
                  </a:lnTo>
                  <a:lnTo>
                    <a:pt x="8405612" y="3175687"/>
                  </a:lnTo>
                  <a:lnTo>
                    <a:pt x="8353929" y="3161659"/>
                  </a:lnTo>
                  <a:lnTo>
                    <a:pt x="8301969" y="3148639"/>
                  </a:lnTo>
                  <a:lnTo>
                    <a:pt x="8249353" y="3136692"/>
                  </a:lnTo>
                  <a:lnTo>
                    <a:pt x="8195525" y="3125839"/>
                  </a:lnTo>
                  <a:lnTo>
                    <a:pt x="8151487" y="3117998"/>
                  </a:lnTo>
                  <a:lnTo>
                    <a:pt x="8103960" y="3110561"/>
                  </a:lnTo>
                  <a:lnTo>
                    <a:pt x="8053917" y="3103831"/>
                  </a:lnTo>
                  <a:lnTo>
                    <a:pt x="8000596" y="3097778"/>
                  </a:lnTo>
                  <a:lnTo>
                    <a:pt x="7943162" y="3092344"/>
                  </a:lnTo>
                  <a:lnTo>
                    <a:pt x="7880764" y="3087466"/>
                  </a:lnTo>
                  <a:lnTo>
                    <a:pt x="7812591" y="3083077"/>
                  </a:lnTo>
                  <a:lnTo>
                    <a:pt x="7737949" y="3079120"/>
                  </a:lnTo>
                  <a:lnTo>
                    <a:pt x="7656369" y="3075547"/>
                  </a:lnTo>
                  <a:lnTo>
                    <a:pt x="7567747" y="3072318"/>
                  </a:lnTo>
                  <a:lnTo>
                    <a:pt x="7472520" y="3069410"/>
                  </a:lnTo>
                  <a:lnTo>
                    <a:pt x="7371857" y="3066808"/>
                  </a:lnTo>
                  <a:lnTo>
                    <a:pt x="7267829" y="3064507"/>
                  </a:lnTo>
                  <a:lnTo>
                    <a:pt x="7163476" y="3062512"/>
                  </a:lnTo>
                  <a:lnTo>
                    <a:pt x="7062701" y="3060831"/>
                  </a:lnTo>
                  <a:lnTo>
                    <a:pt x="6969903" y="3059466"/>
                  </a:lnTo>
                  <a:lnTo>
                    <a:pt x="6889368" y="3058415"/>
                  </a:lnTo>
                  <a:lnTo>
                    <a:pt x="6824498" y="3057657"/>
                  </a:lnTo>
                  <a:lnTo>
                    <a:pt x="6777095" y="3057160"/>
                  </a:lnTo>
                  <a:lnTo>
                    <a:pt x="6746907" y="3056874"/>
                  </a:lnTo>
                  <a:lnTo>
                    <a:pt x="6731540" y="3056741"/>
                  </a:lnTo>
                  <a:lnTo>
                    <a:pt x="6726663" y="3056703"/>
                  </a:lnTo>
                  <a:lnTo>
                    <a:pt x="6726343" y="3056701"/>
                  </a:lnTo>
                  <a:lnTo>
                    <a:pt x="5254955" y="3056701"/>
                  </a:lnTo>
                  <a:lnTo>
                    <a:pt x="5253822" y="3056631"/>
                  </a:lnTo>
                  <a:lnTo>
                    <a:pt x="5246374" y="3056132"/>
                  </a:lnTo>
                  <a:lnTo>
                    <a:pt x="5227594" y="3054752"/>
                  </a:lnTo>
                  <a:lnTo>
                    <a:pt x="5194012" y="3052035"/>
                  </a:lnTo>
                  <a:lnTo>
                    <a:pt x="5143942" y="3047559"/>
                  </a:lnTo>
                  <a:lnTo>
                    <a:pt x="5077618" y="3040977"/>
                  </a:lnTo>
                  <a:lnTo>
                    <a:pt x="4997040" y="3032053"/>
                  </a:lnTo>
                  <a:lnTo>
                    <a:pt x="4905520" y="3020666"/>
                  </a:lnTo>
                  <a:lnTo>
                    <a:pt x="4807042" y="3006794"/>
                  </a:lnTo>
                  <a:lnTo>
                    <a:pt x="4705609" y="2990476"/>
                  </a:lnTo>
                  <a:lnTo>
                    <a:pt x="4604731" y="2971765"/>
                  </a:lnTo>
                  <a:lnTo>
                    <a:pt x="4507140" y="2950689"/>
                  </a:lnTo>
                  <a:lnTo>
                    <a:pt x="4414700" y="2927219"/>
                  </a:lnTo>
                  <a:lnTo>
                    <a:pt x="4328480" y="2901245"/>
                  </a:lnTo>
                  <a:lnTo>
                    <a:pt x="4248894" y="2872576"/>
                  </a:lnTo>
                  <a:lnTo>
                    <a:pt x="4175869" y="2840929"/>
                  </a:lnTo>
                  <a:lnTo>
                    <a:pt x="4108998" y="2805941"/>
                  </a:lnTo>
                  <a:lnTo>
                    <a:pt x="4047662" y="2767175"/>
                  </a:lnTo>
                  <a:lnTo>
                    <a:pt x="3991131" y="2724148"/>
                  </a:lnTo>
                  <a:lnTo>
                    <a:pt x="3938627" y="2676359"/>
                  </a:lnTo>
                  <a:lnTo>
                    <a:pt x="3889379" y="2623356"/>
                  </a:lnTo>
                  <a:lnTo>
                    <a:pt x="3842669" y="2564839"/>
                  </a:lnTo>
                  <a:lnTo>
                    <a:pt x="3829811" y="2547251"/>
                  </a:lnTo>
                  <a:lnTo>
                    <a:pt x="3793264" y="2493716"/>
                  </a:lnTo>
                  <a:lnTo>
                    <a:pt x="3757619" y="2436360"/>
                  </a:lnTo>
                  <a:lnTo>
                    <a:pt x="3722636" y="2375106"/>
                  </a:lnTo>
                  <a:lnTo>
                    <a:pt x="3688123" y="2309934"/>
                  </a:lnTo>
                  <a:lnTo>
                    <a:pt x="3653924" y="2240890"/>
                  </a:lnTo>
                  <a:lnTo>
                    <a:pt x="3619915" y="2168089"/>
                  </a:lnTo>
                  <a:lnTo>
                    <a:pt x="3586005" y="2091723"/>
                  </a:lnTo>
                  <a:lnTo>
                    <a:pt x="3552124" y="2012060"/>
                  </a:lnTo>
                  <a:lnTo>
                    <a:pt x="3518229" y="1929441"/>
                  </a:lnTo>
                  <a:lnTo>
                    <a:pt x="3484292" y="1844284"/>
                  </a:lnTo>
                  <a:lnTo>
                    <a:pt x="3450305" y="1757068"/>
                  </a:lnTo>
                  <a:lnTo>
                    <a:pt x="3416273" y="1668329"/>
                  </a:lnTo>
                  <a:lnTo>
                    <a:pt x="3382209" y="1578643"/>
                  </a:lnTo>
                  <a:lnTo>
                    <a:pt x="3348132" y="1488616"/>
                  </a:lnTo>
                  <a:lnTo>
                    <a:pt x="3314065" y="1398859"/>
                  </a:lnTo>
                  <a:lnTo>
                    <a:pt x="3280028" y="1309978"/>
                  </a:lnTo>
                  <a:lnTo>
                    <a:pt x="3246036" y="1222555"/>
                  </a:lnTo>
                  <a:lnTo>
                    <a:pt x="3212094" y="1137130"/>
                  </a:lnTo>
                  <a:lnTo>
                    <a:pt x="3178194" y="1054190"/>
                  </a:lnTo>
                  <a:lnTo>
                    <a:pt x="3144314" y="974161"/>
                  </a:lnTo>
                  <a:lnTo>
                    <a:pt x="3110410" y="897392"/>
                  </a:lnTo>
                  <a:lnTo>
                    <a:pt x="3076417" y="824162"/>
                  </a:lnTo>
                  <a:lnTo>
                    <a:pt x="3042246" y="754669"/>
                  </a:lnTo>
                  <a:lnTo>
                    <a:pt x="3007777" y="689039"/>
                  </a:lnTo>
                  <a:lnTo>
                    <a:pt x="2972859" y="627326"/>
                  </a:lnTo>
                  <a:lnTo>
                    <a:pt x="2937303" y="569516"/>
                  </a:lnTo>
                  <a:lnTo>
                    <a:pt x="2900875" y="515538"/>
                  </a:lnTo>
                  <a:lnTo>
                    <a:pt x="2896531" y="509450"/>
                  </a:lnTo>
                  <a:lnTo>
                    <a:pt x="2850423" y="449352"/>
                  </a:lnTo>
                  <a:lnTo>
                    <a:pt x="2801963" y="394808"/>
                  </a:lnTo>
                  <a:lnTo>
                    <a:pt x="2750458" y="345584"/>
                  </a:lnTo>
                  <a:lnTo>
                    <a:pt x="2695147" y="301258"/>
                  </a:lnTo>
                  <a:lnTo>
                    <a:pt x="2635250" y="261337"/>
                  </a:lnTo>
                  <a:lnTo>
                    <a:pt x="2570016" y="225325"/>
                  </a:lnTo>
                  <a:lnTo>
                    <a:pt x="2498786" y="192772"/>
                  </a:lnTo>
                  <a:lnTo>
                    <a:pt x="2421084" y="163292"/>
                  </a:lnTo>
                  <a:lnTo>
                    <a:pt x="2336725" y="136578"/>
                  </a:lnTo>
                  <a:lnTo>
                    <a:pt x="2245970" y="112413"/>
                  </a:lnTo>
                  <a:lnTo>
                    <a:pt x="2149685" y="90665"/>
                  </a:lnTo>
                  <a:lnTo>
                    <a:pt x="2049498" y="71284"/>
                  </a:lnTo>
                  <a:lnTo>
                    <a:pt x="1947896" y="54283"/>
                  </a:lnTo>
                  <a:lnTo>
                    <a:pt x="1848189" y="39712"/>
                  </a:lnTo>
                  <a:lnTo>
                    <a:pt x="1754281" y="27620"/>
                  </a:lnTo>
                  <a:lnTo>
                    <a:pt x="1670226" y="18006"/>
                  </a:lnTo>
                  <a:lnTo>
                    <a:pt x="1599593" y="10780"/>
                  </a:lnTo>
                  <a:lnTo>
                    <a:pt x="1544814" y="5738"/>
                  </a:lnTo>
                  <a:lnTo>
                    <a:pt x="1506649" y="2563"/>
                  </a:lnTo>
                  <a:lnTo>
                    <a:pt x="1483956" y="850"/>
                  </a:lnTo>
                  <a:lnTo>
                    <a:pt x="1473744" y="148"/>
                  </a:lnTo>
                  <a:lnTo>
                    <a:pt x="1471414" y="1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5" name="pg215"/>
            <p:cNvSpPr/>
            <p:nvPr/>
          </p:nvSpPr>
          <p:spPr>
            <a:xfrm>
              <a:off x="4799595" y="3778339"/>
              <a:ext cx="11981298" cy="7192238"/>
            </a:xfrm>
            <a:custGeom>
              <a:avLst/>
              <a:pathLst>
                <a:path w="11981298" h="7192238">
                  <a:moveTo>
                    <a:pt x="0" y="2974971"/>
                  </a:moveTo>
                  <a:lnTo>
                    <a:pt x="1471387" y="2974971"/>
                  </a:lnTo>
                  <a:lnTo>
                    <a:pt x="1472316" y="2975050"/>
                  </a:lnTo>
                  <a:lnTo>
                    <a:pt x="1478452" y="2975612"/>
                  </a:lnTo>
                  <a:lnTo>
                    <a:pt x="1494007" y="2977163"/>
                  </a:lnTo>
                  <a:lnTo>
                    <a:pt x="1522044" y="2980222"/>
                  </a:lnTo>
                  <a:lnTo>
                    <a:pt x="1564289" y="2985278"/>
                  </a:lnTo>
                  <a:lnTo>
                    <a:pt x="1621008" y="2992752"/>
                  </a:lnTo>
                  <a:lnTo>
                    <a:pt x="1691048" y="3002958"/>
                  </a:lnTo>
                  <a:lnTo>
                    <a:pt x="1772088" y="3016087"/>
                  </a:lnTo>
                  <a:lnTo>
                    <a:pt x="1861062" y="3032212"/>
                  </a:lnTo>
                  <a:lnTo>
                    <a:pt x="1954638" y="3051321"/>
                  </a:lnTo>
                  <a:lnTo>
                    <a:pt x="2049651" y="3073358"/>
                  </a:lnTo>
                  <a:lnTo>
                    <a:pt x="2143416" y="3098265"/>
                  </a:lnTo>
                  <a:lnTo>
                    <a:pt x="2233878" y="3126024"/>
                  </a:lnTo>
                  <a:lnTo>
                    <a:pt x="2319641" y="3156685"/>
                  </a:lnTo>
                  <a:lnTo>
                    <a:pt x="2399907" y="3190380"/>
                  </a:lnTo>
                  <a:lnTo>
                    <a:pt x="2474367" y="3227332"/>
                  </a:lnTo>
                  <a:lnTo>
                    <a:pt x="2543078" y="3267859"/>
                  </a:lnTo>
                  <a:lnTo>
                    <a:pt x="2606361" y="3312364"/>
                  </a:lnTo>
                  <a:lnTo>
                    <a:pt x="2664702" y="3361329"/>
                  </a:lnTo>
                  <a:lnTo>
                    <a:pt x="2718687" y="3415293"/>
                  </a:lnTo>
                  <a:lnTo>
                    <a:pt x="2768945" y="3474822"/>
                  </a:lnTo>
                  <a:lnTo>
                    <a:pt x="2816115" y="3540454"/>
                  </a:lnTo>
                  <a:lnTo>
                    <a:pt x="2860805" y="3612616"/>
                  </a:lnTo>
                  <a:lnTo>
                    <a:pt x="2896531" y="3677849"/>
                  </a:lnTo>
                  <a:lnTo>
                    <a:pt x="2928378" y="3741800"/>
                  </a:lnTo>
                  <a:lnTo>
                    <a:pt x="2959516" y="3809726"/>
                  </a:lnTo>
                  <a:lnTo>
                    <a:pt x="2990111" y="3881707"/>
                  </a:lnTo>
                  <a:lnTo>
                    <a:pt x="3020297" y="3957779"/>
                  </a:lnTo>
                  <a:lnTo>
                    <a:pt x="3050189" y="4037929"/>
                  </a:lnTo>
                  <a:lnTo>
                    <a:pt x="3079879" y="4122088"/>
                  </a:lnTo>
                  <a:lnTo>
                    <a:pt x="3109442" y="4210134"/>
                  </a:lnTo>
                  <a:lnTo>
                    <a:pt x="3138936" y="4301881"/>
                  </a:lnTo>
                  <a:lnTo>
                    <a:pt x="3168407" y="4397086"/>
                  </a:lnTo>
                  <a:lnTo>
                    <a:pt x="3197884" y="4495443"/>
                  </a:lnTo>
                  <a:lnTo>
                    <a:pt x="3227389" y="4596591"/>
                  </a:lnTo>
                  <a:lnTo>
                    <a:pt x="3256930" y="4700113"/>
                  </a:lnTo>
                  <a:lnTo>
                    <a:pt x="3286508" y="4805546"/>
                  </a:lnTo>
                  <a:lnTo>
                    <a:pt x="3316119" y="4912389"/>
                  </a:lnTo>
                  <a:lnTo>
                    <a:pt x="3345751" y="5020109"/>
                  </a:lnTo>
                  <a:lnTo>
                    <a:pt x="3375392" y="5128157"/>
                  </a:lnTo>
                  <a:lnTo>
                    <a:pt x="3405028" y="5235976"/>
                  </a:lnTo>
                  <a:lnTo>
                    <a:pt x="3434643" y="5343011"/>
                  </a:lnTo>
                  <a:lnTo>
                    <a:pt x="3464228" y="5448729"/>
                  </a:lnTo>
                  <a:lnTo>
                    <a:pt x="3493775" y="5552621"/>
                  </a:lnTo>
                  <a:lnTo>
                    <a:pt x="3523285" y="5654217"/>
                  </a:lnTo>
                  <a:lnTo>
                    <a:pt x="3552767" y="5753091"/>
                  </a:lnTo>
                  <a:lnTo>
                    <a:pt x="3582237" y="5848873"/>
                  </a:lnTo>
                  <a:lnTo>
                    <a:pt x="3611724" y="5941246"/>
                  </a:lnTo>
                  <a:lnTo>
                    <a:pt x="3641271" y="6029955"/>
                  </a:lnTo>
                  <a:lnTo>
                    <a:pt x="3670934" y="6114807"/>
                  </a:lnTo>
                  <a:lnTo>
                    <a:pt x="3700784" y="6195666"/>
                  </a:lnTo>
                  <a:lnTo>
                    <a:pt x="3730911" y="6272456"/>
                  </a:lnTo>
                  <a:lnTo>
                    <a:pt x="3761425" y="6345153"/>
                  </a:lnTo>
                  <a:lnTo>
                    <a:pt x="3792457" y="6413786"/>
                  </a:lnTo>
                  <a:lnTo>
                    <a:pt x="3824166" y="6478427"/>
                  </a:lnTo>
                  <a:lnTo>
                    <a:pt x="3829811" y="6489360"/>
                  </a:lnTo>
                  <a:lnTo>
                    <a:pt x="3872857" y="6567118"/>
                  </a:lnTo>
                  <a:lnTo>
                    <a:pt x="3917921" y="6638168"/>
                  </a:lnTo>
                  <a:lnTo>
                    <a:pt x="3965563" y="6702746"/>
                  </a:lnTo>
                  <a:lnTo>
                    <a:pt x="4016400" y="6761305"/>
                  </a:lnTo>
                  <a:lnTo>
                    <a:pt x="4071069" y="6814394"/>
                  </a:lnTo>
                  <a:lnTo>
                    <a:pt x="4130197" y="6862578"/>
                  </a:lnTo>
                  <a:lnTo>
                    <a:pt x="4194357" y="6906387"/>
                  </a:lnTo>
                  <a:lnTo>
                    <a:pt x="4264012" y="6946291"/>
                  </a:lnTo>
                  <a:lnTo>
                    <a:pt x="4339447" y="6982679"/>
                  </a:lnTo>
                  <a:lnTo>
                    <a:pt x="4420665" y="7015854"/>
                  </a:lnTo>
                  <a:lnTo>
                    <a:pt x="4507284" y="7046023"/>
                  </a:lnTo>
                  <a:lnTo>
                    <a:pt x="4598412" y="7073304"/>
                  </a:lnTo>
                  <a:lnTo>
                    <a:pt x="4692546" y="7097734"/>
                  </a:lnTo>
                  <a:lnTo>
                    <a:pt x="4787522" y="7119286"/>
                  </a:lnTo>
                  <a:lnTo>
                    <a:pt x="4880558" y="7137900"/>
                  </a:lnTo>
                  <a:lnTo>
                    <a:pt x="4968437" y="7153524"/>
                  </a:lnTo>
                  <a:lnTo>
                    <a:pt x="5047838" y="7166156"/>
                  </a:lnTo>
                  <a:lnTo>
                    <a:pt x="5115787" y="7175889"/>
                  </a:lnTo>
                  <a:lnTo>
                    <a:pt x="5170131" y="7182934"/>
                  </a:lnTo>
                  <a:lnTo>
                    <a:pt x="5209943" y="7187624"/>
                  </a:lnTo>
                  <a:lnTo>
                    <a:pt x="5235735" y="7190396"/>
                  </a:lnTo>
                  <a:lnTo>
                    <a:pt x="5249471" y="7191746"/>
                  </a:lnTo>
                  <a:lnTo>
                    <a:pt x="5254413" y="7192193"/>
                  </a:lnTo>
                  <a:lnTo>
                    <a:pt x="5254955" y="7192238"/>
                  </a:lnTo>
                  <a:lnTo>
                    <a:pt x="6726343" y="7192238"/>
                  </a:lnTo>
                  <a:lnTo>
                    <a:pt x="6727085" y="7192131"/>
                  </a:lnTo>
                  <a:lnTo>
                    <a:pt x="6732011" y="7191371"/>
                  </a:lnTo>
                  <a:lnTo>
                    <a:pt x="6744571" y="7189272"/>
                  </a:lnTo>
                  <a:lnTo>
                    <a:pt x="6767384" y="7185132"/>
                  </a:lnTo>
                  <a:lnTo>
                    <a:pt x="6802112" y="7178270"/>
                  </a:lnTo>
                  <a:lnTo>
                    <a:pt x="6849354" y="7168077"/>
                  </a:lnTo>
                  <a:lnTo>
                    <a:pt x="6908629" y="7154063"/>
                  </a:lnTo>
                  <a:lnTo>
                    <a:pt x="6978491" y="7135889"/>
                  </a:lnTo>
                  <a:lnTo>
                    <a:pt x="7056770" y="7113372"/>
                  </a:lnTo>
                  <a:lnTo>
                    <a:pt x="7140891" y="7086463"/>
                  </a:lnTo>
                  <a:lnTo>
                    <a:pt x="7228204" y="7055204"/>
                  </a:lnTo>
                  <a:lnTo>
                    <a:pt x="7316256" y="7019680"/>
                  </a:lnTo>
                  <a:lnTo>
                    <a:pt x="7402980" y="6979963"/>
                  </a:lnTo>
                  <a:lnTo>
                    <a:pt x="7486787" y="6936071"/>
                  </a:lnTo>
                  <a:lnTo>
                    <a:pt x="7566573" y="6887936"/>
                  </a:lnTo>
                  <a:lnTo>
                    <a:pt x="7641677" y="6835388"/>
                  </a:lnTo>
                  <a:lnTo>
                    <a:pt x="7711808" y="6778138"/>
                  </a:lnTo>
                  <a:lnTo>
                    <a:pt x="7776961" y="6715783"/>
                  </a:lnTo>
                  <a:lnTo>
                    <a:pt x="7837343" y="6647806"/>
                  </a:lnTo>
                  <a:lnTo>
                    <a:pt x="7893302" y="6573589"/>
                  </a:lnTo>
                  <a:lnTo>
                    <a:pt x="7945279" y="6492428"/>
                  </a:lnTo>
                  <a:lnTo>
                    <a:pt x="7993761" y="6403567"/>
                  </a:lnTo>
                  <a:lnTo>
                    <a:pt x="8039258" y="6306242"/>
                  </a:lnTo>
                  <a:lnTo>
                    <a:pt x="8082273" y="6199756"/>
                  </a:lnTo>
                  <a:lnTo>
                    <a:pt x="8123279" y="6083599"/>
                  </a:lnTo>
                  <a:lnTo>
                    <a:pt x="8151487" y="5994894"/>
                  </a:lnTo>
                  <a:lnTo>
                    <a:pt x="8176368" y="5910587"/>
                  </a:lnTo>
                  <a:lnTo>
                    <a:pt x="8200795" y="5822192"/>
                  </a:lnTo>
                  <a:lnTo>
                    <a:pt x="8224852" y="5729633"/>
                  </a:lnTo>
                  <a:lnTo>
                    <a:pt x="8248607" y="5632861"/>
                  </a:lnTo>
                  <a:lnTo>
                    <a:pt x="8272125" y="5531855"/>
                  </a:lnTo>
                  <a:lnTo>
                    <a:pt x="8295457" y="5426627"/>
                  </a:lnTo>
                  <a:lnTo>
                    <a:pt x="8318650" y="5317221"/>
                  </a:lnTo>
                  <a:lnTo>
                    <a:pt x="8341742" y="5203716"/>
                  </a:lnTo>
                  <a:lnTo>
                    <a:pt x="8364768" y="5086230"/>
                  </a:lnTo>
                  <a:lnTo>
                    <a:pt x="8387752" y="4964915"/>
                  </a:lnTo>
                  <a:lnTo>
                    <a:pt x="8410717" y="4839965"/>
                  </a:lnTo>
                  <a:lnTo>
                    <a:pt x="8433679" y="4711610"/>
                  </a:lnTo>
                  <a:lnTo>
                    <a:pt x="8456651" y="4580117"/>
                  </a:lnTo>
                  <a:lnTo>
                    <a:pt x="8479641" y="4445789"/>
                  </a:lnTo>
                  <a:lnTo>
                    <a:pt x="8502652" y="4308962"/>
                  </a:lnTo>
                  <a:lnTo>
                    <a:pt x="8525686" y="4170003"/>
                  </a:lnTo>
                  <a:lnTo>
                    <a:pt x="8548743" y="4029303"/>
                  </a:lnTo>
                  <a:lnTo>
                    <a:pt x="8571818" y="3887278"/>
                  </a:lnTo>
                  <a:lnTo>
                    <a:pt x="8594906" y="3744359"/>
                  </a:lnTo>
                  <a:lnTo>
                    <a:pt x="8618001" y="3600988"/>
                  </a:lnTo>
                  <a:lnTo>
                    <a:pt x="8641096" y="3457615"/>
                  </a:lnTo>
                  <a:lnTo>
                    <a:pt x="8664184" y="3314688"/>
                  </a:lnTo>
                  <a:lnTo>
                    <a:pt x="8687259" y="3172651"/>
                  </a:lnTo>
                  <a:lnTo>
                    <a:pt x="8710315" y="3031935"/>
                  </a:lnTo>
                  <a:lnTo>
                    <a:pt x="8733350" y="2892954"/>
                  </a:lnTo>
                  <a:lnTo>
                    <a:pt x="8756362" y="2756102"/>
                  </a:lnTo>
                  <a:lnTo>
                    <a:pt x="8779351" y="2621745"/>
                  </a:lnTo>
                  <a:lnTo>
                    <a:pt x="8802323" y="2490219"/>
                  </a:lnTo>
                  <a:lnTo>
                    <a:pt x="8825286" y="2361828"/>
                  </a:lnTo>
                  <a:lnTo>
                    <a:pt x="8848251" y="2236840"/>
                  </a:lnTo>
                  <a:lnTo>
                    <a:pt x="8871235" y="2115485"/>
                  </a:lnTo>
                  <a:lnTo>
                    <a:pt x="8894259" y="1997955"/>
                  </a:lnTo>
                  <a:lnTo>
                    <a:pt x="8917351" y="1884406"/>
                  </a:lnTo>
                  <a:lnTo>
                    <a:pt x="8940543" y="1774955"/>
                  </a:lnTo>
                  <a:lnTo>
                    <a:pt x="8963873" y="1669681"/>
                  </a:lnTo>
                  <a:lnTo>
                    <a:pt x="8987388" y="1568629"/>
                  </a:lnTo>
                  <a:lnTo>
                    <a:pt x="9011141" y="1471811"/>
                  </a:lnTo>
                  <a:lnTo>
                    <a:pt x="9035193" y="1379206"/>
                  </a:lnTo>
                  <a:lnTo>
                    <a:pt x="9059617" y="1290766"/>
                  </a:lnTo>
                  <a:lnTo>
                    <a:pt x="9084492" y="1206415"/>
                  </a:lnTo>
                  <a:lnTo>
                    <a:pt x="9084767" y="1205517"/>
                  </a:lnTo>
                  <a:lnTo>
                    <a:pt x="9124604" y="1082349"/>
                  </a:lnTo>
                  <a:lnTo>
                    <a:pt x="9166142" y="969013"/>
                  </a:lnTo>
                  <a:lnTo>
                    <a:pt x="9209822" y="865228"/>
                  </a:lnTo>
                  <a:lnTo>
                    <a:pt x="9256127" y="770417"/>
                  </a:lnTo>
                  <a:lnTo>
                    <a:pt x="9305563" y="683852"/>
                  </a:lnTo>
                  <a:lnTo>
                    <a:pt x="9358638" y="604768"/>
                  </a:lnTo>
                  <a:lnTo>
                    <a:pt x="9415829" y="532416"/>
                  </a:lnTo>
                  <a:lnTo>
                    <a:pt x="9477554" y="466118"/>
                  </a:lnTo>
                  <a:lnTo>
                    <a:pt x="9544128" y="405281"/>
                  </a:lnTo>
                  <a:lnTo>
                    <a:pt x="9615703" y="349421"/>
                  </a:lnTo>
                  <a:lnTo>
                    <a:pt x="9692200" y="298169"/>
                  </a:lnTo>
                  <a:lnTo>
                    <a:pt x="9773230" y="251269"/>
                  </a:lnTo>
                  <a:lnTo>
                    <a:pt x="9858011" y="208582"/>
                  </a:lnTo>
                  <a:lnTo>
                    <a:pt x="9945303" y="170067"/>
                  </a:lnTo>
                  <a:lnTo>
                    <a:pt x="10033373" y="135763"/>
                  </a:lnTo>
                  <a:lnTo>
                    <a:pt x="10120031" y="105749"/>
                  </a:lnTo>
                  <a:lnTo>
                    <a:pt x="10202744" y="80103"/>
                  </a:lnTo>
                  <a:lnTo>
                    <a:pt x="10278851" y="58847"/>
                  </a:lnTo>
                  <a:lnTo>
                    <a:pt x="10345861" y="41897"/>
                  </a:lnTo>
                  <a:lnTo>
                    <a:pt x="10401780" y="29025"/>
                  </a:lnTo>
                  <a:lnTo>
                    <a:pt x="10445420" y="19848"/>
                  </a:lnTo>
                  <a:lnTo>
                    <a:pt x="10476607" y="13836"/>
                  </a:lnTo>
                  <a:lnTo>
                    <a:pt x="10496252" y="10356"/>
                  </a:lnTo>
                  <a:lnTo>
                    <a:pt x="10506307" y="8714"/>
                  </a:lnTo>
                  <a:lnTo>
                    <a:pt x="10509639" y="8211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9168" y="106"/>
                  </a:lnTo>
                  <a:lnTo>
                    <a:pt x="10504242" y="867"/>
                  </a:lnTo>
                  <a:lnTo>
                    <a:pt x="10491682" y="2965"/>
                  </a:lnTo>
                  <a:lnTo>
                    <a:pt x="10468869" y="7105"/>
                  </a:lnTo>
                  <a:lnTo>
                    <a:pt x="10434142" y="13967"/>
                  </a:lnTo>
                  <a:lnTo>
                    <a:pt x="10386899" y="24161"/>
                  </a:lnTo>
                  <a:lnTo>
                    <a:pt x="10327624" y="38174"/>
                  </a:lnTo>
                  <a:lnTo>
                    <a:pt x="10257762" y="56348"/>
                  </a:lnTo>
                  <a:lnTo>
                    <a:pt x="10179484" y="78865"/>
                  </a:lnTo>
                  <a:lnTo>
                    <a:pt x="10095362" y="105775"/>
                  </a:lnTo>
                  <a:lnTo>
                    <a:pt x="10008050" y="137033"/>
                  </a:lnTo>
                  <a:lnTo>
                    <a:pt x="9919997" y="172557"/>
                  </a:lnTo>
                  <a:lnTo>
                    <a:pt x="9833273" y="212275"/>
                  </a:lnTo>
                  <a:lnTo>
                    <a:pt x="9749466" y="256167"/>
                  </a:lnTo>
                  <a:lnTo>
                    <a:pt x="9669680" y="304301"/>
                  </a:lnTo>
                  <a:lnTo>
                    <a:pt x="9594576" y="356849"/>
                  </a:lnTo>
                  <a:lnTo>
                    <a:pt x="9524445" y="414099"/>
                  </a:lnTo>
                  <a:lnTo>
                    <a:pt x="9459292" y="476454"/>
                  </a:lnTo>
                  <a:lnTo>
                    <a:pt x="9398910" y="544431"/>
                  </a:lnTo>
                  <a:lnTo>
                    <a:pt x="9342951" y="618649"/>
                  </a:lnTo>
                  <a:lnTo>
                    <a:pt x="9290975" y="699809"/>
                  </a:lnTo>
                  <a:lnTo>
                    <a:pt x="9242492" y="788670"/>
                  </a:lnTo>
                  <a:lnTo>
                    <a:pt x="9196995" y="885996"/>
                  </a:lnTo>
                  <a:lnTo>
                    <a:pt x="9153981" y="992481"/>
                  </a:lnTo>
                  <a:lnTo>
                    <a:pt x="9112975" y="1108638"/>
                  </a:lnTo>
                  <a:lnTo>
                    <a:pt x="9084767" y="1197344"/>
                  </a:lnTo>
                  <a:lnTo>
                    <a:pt x="9059886" y="1281651"/>
                  </a:lnTo>
                  <a:lnTo>
                    <a:pt x="9035458" y="1370046"/>
                  </a:lnTo>
                  <a:lnTo>
                    <a:pt x="9011402" y="1462605"/>
                  </a:lnTo>
                  <a:lnTo>
                    <a:pt x="8987646" y="1559376"/>
                  </a:lnTo>
                  <a:lnTo>
                    <a:pt x="8964129" y="1660382"/>
                  </a:lnTo>
                  <a:lnTo>
                    <a:pt x="8940796" y="1765610"/>
                  </a:lnTo>
                  <a:lnTo>
                    <a:pt x="8917604" y="1875016"/>
                  </a:lnTo>
                  <a:lnTo>
                    <a:pt x="8894511" y="1988521"/>
                  </a:lnTo>
                  <a:lnTo>
                    <a:pt x="8871486" y="2106008"/>
                  </a:lnTo>
                  <a:lnTo>
                    <a:pt x="8848501" y="2227322"/>
                  </a:lnTo>
                  <a:lnTo>
                    <a:pt x="8825536" y="2352272"/>
                  </a:lnTo>
                  <a:lnTo>
                    <a:pt x="8802574" y="2480628"/>
                  </a:lnTo>
                  <a:lnTo>
                    <a:pt x="8779602" y="2612121"/>
                  </a:lnTo>
                  <a:lnTo>
                    <a:pt x="8756613" y="2746449"/>
                  </a:lnTo>
                  <a:lnTo>
                    <a:pt x="8733601" y="2883275"/>
                  </a:lnTo>
                  <a:lnTo>
                    <a:pt x="8710567" y="3022235"/>
                  </a:lnTo>
                  <a:lnTo>
                    <a:pt x="8687510" y="3162934"/>
                  </a:lnTo>
                  <a:lnTo>
                    <a:pt x="8664436" y="3304959"/>
                  </a:lnTo>
                  <a:lnTo>
                    <a:pt x="8641348" y="3447879"/>
                  </a:lnTo>
                  <a:lnTo>
                    <a:pt x="8618253" y="3591250"/>
                  </a:lnTo>
                  <a:lnTo>
                    <a:pt x="8595158" y="3734623"/>
                  </a:lnTo>
                  <a:lnTo>
                    <a:pt x="8572070" y="3877549"/>
                  </a:lnTo>
                  <a:lnTo>
                    <a:pt x="8548995" y="4019587"/>
                  </a:lnTo>
                  <a:lnTo>
                    <a:pt x="8525938" y="4160303"/>
                  </a:lnTo>
                  <a:lnTo>
                    <a:pt x="8502903" y="4299283"/>
                  </a:lnTo>
                  <a:lnTo>
                    <a:pt x="8479892" y="4436135"/>
                  </a:lnTo>
                  <a:lnTo>
                    <a:pt x="8456902" y="4570493"/>
                  </a:lnTo>
                  <a:lnTo>
                    <a:pt x="8433930" y="4702018"/>
                  </a:lnTo>
                  <a:lnTo>
                    <a:pt x="8410968" y="4830409"/>
                  </a:lnTo>
                  <a:lnTo>
                    <a:pt x="8388003" y="4955398"/>
                  </a:lnTo>
                  <a:lnTo>
                    <a:pt x="8365019" y="5076753"/>
                  </a:lnTo>
                  <a:lnTo>
                    <a:pt x="8341994" y="5194282"/>
                  </a:lnTo>
                  <a:lnTo>
                    <a:pt x="8318902" y="5307831"/>
                  </a:lnTo>
                  <a:lnTo>
                    <a:pt x="8295711" y="5417283"/>
                  </a:lnTo>
                  <a:lnTo>
                    <a:pt x="8272380" y="5522557"/>
                  </a:lnTo>
                  <a:lnTo>
                    <a:pt x="8248865" y="5623609"/>
                  </a:lnTo>
                  <a:lnTo>
                    <a:pt x="8225112" y="5720427"/>
                  </a:lnTo>
                  <a:lnTo>
                    <a:pt x="8201060" y="5813031"/>
                  </a:lnTo>
                  <a:lnTo>
                    <a:pt x="8176637" y="5901471"/>
                  </a:lnTo>
                  <a:lnTo>
                    <a:pt x="8151761" y="5985822"/>
                  </a:lnTo>
                  <a:lnTo>
                    <a:pt x="8151487" y="5986721"/>
                  </a:lnTo>
                  <a:lnTo>
                    <a:pt x="8111649" y="6109889"/>
                  </a:lnTo>
                  <a:lnTo>
                    <a:pt x="8070111" y="6223225"/>
                  </a:lnTo>
                  <a:lnTo>
                    <a:pt x="8026432" y="6327009"/>
                  </a:lnTo>
                  <a:lnTo>
                    <a:pt x="7980127" y="6421821"/>
                  </a:lnTo>
                  <a:lnTo>
                    <a:pt x="7930690" y="6508385"/>
                  </a:lnTo>
                  <a:lnTo>
                    <a:pt x="7877615" y="6587470"/>
                  </a:lnTo>
                  <a:lnTo>
                    <a:pt x="7820424" y="6659821"/>
                  </a:lnTo>
                  <a:lnTo>
                    <a:pt x="7758699" y="6726120"/>
                  </a:lnTo>
                  <a:lnTo>
                    <a:pt x="7692125" y="6786957"/>
                  </a:lnTo>
                  <a:lnTo>
                    <a:pt x="7620550" y="6842816"/>
                  </a:lnTo>
                  <a:lnTo>
                    <a:pt x="7544053" y="6894069"/>
                  </a:lnTo>
                  <a:lnTo>
                    <a:pt x="7463024" y="6940968"/>
                  </a:lnTo>
                  <a:lnTo>
                    <a:pt x="7378242" y="6983656"/>
                  </a:lnTo>
                  <a:lnTo>
                    <a:pt x="7290951" y="7022170"/>
                  </a:lnTo>
                  <a:lnTo>
                    <a:pt x="7202880" y="7056475"/>
                  </a:lnTo>
                  <a:lnTo>
                    <a:pt x="7116222" y="7086489"/>
                  </a:lnTo>
                  <a:lnTo>
                    <a:pt x="7033509" y="7112134"/>
                  </a:lnTo>
                  <a:lnTo>
                    <a:pt x="6957402" y="7133390"/>
                  </a:lnTo>
                  <a:lnTo>
                    <a:pt x="6890393" y="7150341"/>
                  </a:lnTo>
                  <a:lnTo>
                    <a:pt x="6834474" y="7163212"/>
                  </a:lnTo>
                  <a:lnTo>
                    <a:pt x="6790833" y="7172390"/>
                  </a:lnTo>
                  <a:lnTo>
                    <a:pt x="6759646" y="7178401"/>
                  </a:lnTo>
                  <a:lnTo>
                    <a:pt x="6740001" y="7181882"/>
                  </a:lnTo>
                  <a:lnTo>
                    <a:pt x="6729947" y="7183523"/>
                  </a:lnTo>
                  <a:lnTo>
                    <a:pt x="6726614" y="7184027"/>
                  </a:lnTo>
                  <a:lnTo>
                    <a:pt x="6726343" y="7184065"/>
                  </a:lnTo>
                  <a:lnTo>
                    <a:pt x="5254955" y="7184065"/>
                  </a:lnTo>
                  <a:lnTo>
                    <a:pt x="5254026" y="7183986"/>
                  </a:lnTo>
                  <a:lnTo>
                    <a:pt x="5247891" y="7183424"/>
                  </a:lnTo>
                  <a:lnTo>
                    <a:pt x="5232335" y="7181873"/>
                  </a:lnTo>
                  <a:lnTo>
                    <a:pt x="5204298" y="7178814"/>
                  </a:lnTo>
                  <a:lnTo>
                    <a:pt x="5162053" y="7173758"/>
                  </a:lnTo>
                  <a:lnTo>
                    <a:pt x="5105334" y="7166284"/>
                  </a:lnTo>
                  <a:lnTo>
                    <a:pt x="5035294" y="7156078"/>
                  </a:lnTo>
                  <a:lnTo>
                    <a:pt x="4954254" y="7142949"/>
                  </a:lnTo>
                  <a:lnTo>
                    <a:pt x="4865280" y="7126824"/>
                  </a:lnTo>
                  <a:lnTo>
                    <a:pt x="4771704" y="7107714"/>
                  </a:lnTo>
                  <a:lnTo>
                    <a:pt x="4676691" y="7085678"/>
                  </a:lnTo>
                  <a:lnTo>
                    <a:pt x="4582926" y="7060771"/>
                  </a:lnTo>
                  <a:lnTo>
                    <a:pt x="4492464" y="7033011"/>
                  </a:lnTo>
                  <a:lnTo>
                    <a:pt x="4406701" y="7002351"/>
                  </a:lnTo>
                  <a:lnTo>
                    <a:pt x="4326435" y="6968656"/>
                  </a:lnTo>
                  <a:lnTo>
                    <a:pt x="4251975" y="6931704"/>
                  </a:lnTo>
                  <a:lnTo>
                    <a:pt x="4183264" y="6891177"/>
                  </a:lnTo>
                  <a:lnTo>
                    <a:pt x="4119981" y="6846671"/>
                  </a:lnTo>
                  <a:lnTo>
                    <a:pt x="4061640" y="6797706"/>
                  </a:lnTo>
                  <a:lnTo>
                    <a:pt x="4007656" y="6743742"/>
                  </a:lnTo>
                  <a:lnTo>
                    <a:pt x="3957397" y="6684214"/>
                  </a:lnTo>
                  <a:lnTo>
                    <a:pt x="3910227" y="6618582"/>
                  </a:lnTo>
                  <a:lnTo>
                    <a:pt x="3865537" y="6546420"/>
                  </a:lnTo>
                  <a:lnTo>
                    <a:pt x="3829811" y="6481187"/>
                  </a:lnTo>
                  <a:lnTo>
                    <a:pt x="3797965" y="6417236"/>
                  </a:lnTo>
                  <a:lnTo>
                    <a:pt x="3766826" y="6349310"/>
                  </a:lnTo>
                  <a:lnTo>
                    <a:pt x="3736231" y="6277329"/>
                  </a:lnTo>
                  <a:lnTo>
                    <a:pt x="3706045" y="6201256"/>
                  </a:lnTo>
                  <a:lnTo>
                    <a:pt x="3676153" y="6121107"/>
                  </a:lnTo>
                  <a:lnTo>
                    <a:pt x="3646464" y="6036948"/>
                  </a:lnTo>
                  <a:lnTo>
                    <a:pt x="3616901" y="5948902"/>
                  </a:lnTo>
                  <a:lnTo>
                    <a:pt x="3587406" y="5857155"/>
                  </a:lnTo>
                  <a:lnTo>
                    <a:pt x="3557935" y="5761950"/>
                  </a:lnTo>
                  <a:lnTo>
                    <a:pt x="3528458" y="5663593"/>
                  </a:lnTo>
                  <a:lnTo>
                    <a:pt x="3498953" y="5562445"/>
                  </a:lnTo>
                  <a:lnTo>
                    <a:pt x="3469413" y="5458923"/>
                  </a:lnTo>
                  <a:lnTo>
                    <a:pt x="3439834" y="5353490"/>
                  </a:lnTo>
                  <a:lnTo>
                    <a:pt x="3410223" y="5246647"/>
                  </a:lnTo>
                  <a:lnTo>
                    <a:pt x="3380591" y="5138926"/>
                  </a:lnTo>
                  <a:lnTo>
                    <a:pt x="3350950" y="5030879"/>
                  </a:lnTo>
                  <a:lnTo>
                    <a:pt x="3321315" y="4923060"/>
                  </a:lnTo>
                  <a:lnTo>
                    <a:pt x="3291699" y="4816025"/>
                  </a:lnTo>
                  <a:lnTo>
                    <a:pt x="3262114" y="4710307"/>
                  </a:lnTo>
                  <a:lnTo>
                    <a:pt x="3232567" y="4606415"/>
                  </a:lnTo>
                  <a:lnTo>
                    <a:pt x="3203057" y="4504819"/>
                  </a:lnTo>
                  <a:lnTo>
                    <a:pt x="3173575" y="4405945"/>
                  </a:lnTo>
                  <a:lnTo>
                    <a:pt x="3144106" y="4310163"/>
                  </a:lnTo>
                  <a:lnTo>
                    <a:pt x="3114618" y="4217790"/>
                  </a:lnTo>
                  <a:lnTo>
                    <a:pt x="3085071" y="4129081"/>
                  </a:lnTo>
                  <a:lnTo>
                    <a:pt x="3055408" y="4044229"/>
                  </a:lnTo>
                  <a:lnTo>
                    <a:pt x="3025558" y="3963370"/>
                  </a:lnTo>
                  <a:lnTo>
                    <a:pt x="2995431" y="3886580"/>
                  </a:lnTo>
                  <a:lnTo>
                    <a:pt x="2964917" y="3813883"/>
                  </a:lnTo>
                  <a:lnTo>
                    <a:pt x="2933885" y="3745250"/>
                  </a:lnTo>
                  <a:lnTo>
                    <a:pt x="2902176" y="3680609"/>
                  </a:lnTo>
                  <a:lnTo>
                    <a:pt x="2896531" y="3669676"/>
                  </a:lnTo>
                  <a:lnTo>
                    <a:pt x="2853485" y="3591918"/>
                  </a:lnTo>
                  <a:lnTo>
                    <a:pt x="2808422" y="3520868"/>
                  </a:lnTo>
                  <a:lnTo>
                    <a:pt x="2760779" y="3456290"/>
                  </a:lnTo>
                  <a:lnTo>
                    <a:pt x="2709942" y="3397731"/>
                  </a:lnTo>
                  <a:lnTo>
                    <a:pt x="2655273" y="3344641"/>
                  </a:lnTo>
                  <a:lnTo>
                    <a:pt x="2596145" y="3296458"/>
                  </a:lnTo>
                  <a:lnTo>
                    <a:pt x="2531985" y="3252649"/>
                  </a:lnTo>
                  <a:lnTo>
                    <a:pt x="2462330" y="3212745"/>
                  </a:lnTo>
                  <a:lnTo>
                    <a:pt x="2386896" y="3176357"/>
                  </a:lnTo>
                  <a:lnTo>
                    <a:pt x="2305677" y="3143182"/>
                  </a:lnTo>
                  <a:lnTo>
                    <a:pt x="2219058" y="3113013"/>
                  </a:lnTo>
                  <a:lnTo>
                    <a:pt x="2127930" y="3085732"/>
                  </a:lnTo>
                  <a:lnTo>
                    <a:pt x="2033796" y="3061302"/>
                  </a:lnTo>
                  <a:lnTo>
                    <a:pt x="1938820" y="3039750"/>
                  </a:lnTo>
                  <a:lnTo>
                    <a:pt x="1845784" y="3021136"/>
                  </a:lnTo>
                  <a:lnTo>
                    <a:pt x="1757905" y="3005512"/>
                  </a:lnTo>
                  <a:lnTo>
                    <a:pt x="1678504" y="2992880"/>
                  </a:lnTo>
                  <a:lnTo>
                    <a:pt x="1610555" y="2983147"/>
                  </a:lnTo>
                  <a:lnTo>
                    <a:pt x="1556211" y="2976102"/>
                  </a:lnTo>
                  <a:lnTo>
                    <a:pt x="1516399" y="2971412"/>
                  </a:lnTo>
                  <a:lnTo>
                    <a:pt x="1490607" y="2968640"/>
                  </a:lnTo>
                  <a:lnTo>
                    <a:pt x="1476871" y="2967290"/>
                  </a:lnTo>
                  <a:lnTo>
                    <a:pt x="1471929" y="2966843"/>
                  </a:lnTo>
                  <a:lnTo>
                    <a:pt x="1471387" y="2966798"/>
                  </a:lnTo>
                  <a:lnTo>
                    <a:pt x="0" y="2966798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216" name="pl216"/>
            <p:cNvSpPr/>
            <p:nvPr/>
          </p:nvSpPr>
          <p:spPr>
            <a:xfrm>
              <a:off x="4799595" y="3786512"/>
              <a:ext cx="11981298" cy="7184065"/>
            </a:xfrm>
            <a:custGeom>
              <a:avLst/>
              <a:pathLst>
                <a:path w="11981298" h="7184065">
                  <a:moveTo>
                    <a:pt x="0" y="2966798"/>
                  </a:moveTo>
                  <a:lnTo>
                    <a:pt x="1471387" y="2966798"/>
                  </a:lnTo>
                  <a:lnTo>
                    <a:pt x="1472316" y="2966877"/>
                  </a:lnTo>
                  <a:lnTo>
                    <a:pt x="1478452" y="2967439"/>
                  </a:lnTo>
                  <a:lnTo>
                    <a:pt x="1494007" y="2968990"/>
                  </a:lnTo>
                  <a:lnTo>
                    <a:pt x="1522044" y="2972049"/>
                  </a:lnTo>
                  <a:lnTo>
                    <a:pt x="1564289" y="2977105"/>
                  </a:lnTo>
                  <a:lnTo>
                    <a:pt x="1621008" y="2984579"/>
                  </a:lnTo>
                  <a:lnTo>
                    <a:pt x="1691048" y="2994785"/>
                  </a:lnTo>
                  <a:lnTo>
                    <a:pt x="1772088" y="3007914"/>
                  </a:lnTo>
                  <a:lnTo>
                    <a:pt x="1861062" y="3024039"/>
                  </a:lnTo>
                  <a:lnTo>
                    <a:pt x="1954638" y="3043148"/>
                  </a:lnTo>
                  <a:lnTo>
                    <a:pt x="2049651" y="3065185"/>
                  </a:lnTo>
                  <a:lnTo>
                    <a:pt x="2143416" y="3090092"/>
                  </a:lnTo>
                  <a:lnTo>
                    <a:pt x="2233878" y="3117851"/>
                  </a:lnTo>
                  <a:lnTo>
                    <a:pt x="2319641" y="3148512"/>
                  </a:lnTo>
                  <a:lnTo>
                    <a:pt x="2399907" y="3182207"/>
                  </a:lnTo>
                  <a:lnTo>
                    <a:pt x="2474367" y="3219159"/>
                  </a:lnTo>
                  <a:lnTo>
                    <a:pt x="2543078" y="3259686"/>
                  </a:lnTo>
                  <a:lnTo>
                    <a:pt x="2606361" y="3304191"/>
                  </a:lnTo>
                  <a:lnTo>
                    <a:pt x="2664702" y="3353156"/>
                  </a:lnTo>
                  <a:lnTo>
                    <a:pt x="2718687" y="3407120"/>
                  </a:lnTo>
                  <a:lnTo>
                    <a:pt x="2768945" y="3466649"/>
                  </a:lnTo>
                  <a:lnTo>
                    <a:pt x="2816115" y="3532281"/>
                  </a:lnTo>
                  <a:lnTo>
                    <a:pt x="2860805" y="3604443"/>
                  </a:lnTo>
                  <a:lnTo>
                    <a:pt x="2896531" y="3669676"/>
                  </a:lnTo>
                  <a:lnTo>
                    <a:pt x="2928378" y="3733627"/>
                  </a:lnTo>
                  <a:lnTo>
                    <a:pt x="2959516" y="3801553"/>
                  </a:lnTo>
                  <a:lnTo>
                    <a:pt x="2990111" y="3873534"/>
                  </a:lnTo>
                  <a:lnTo>
                    <a:pt x="3020297" y="3949606"/>
                  </a:lnTo>
                  <a:lnTo>
                    <a:pt x="3050189" y="4029756"/>
                  </a:lnTo>
                  <a:lnTo>
                    <a:pt x="3079879" y="4113915"/>
                  </a:lnTo>
                  <a:lnTo>
                    <a:pt x="3109442" y="4201961"/>
                  </a:lnTo>
                  <a:lnTo>
                    <a:pt x="3138936" y="4293708"/>
                  </a:lnTo>
                  <a:lnTo>
                    <a:pt x="3168407" y="4388913"/>
                  </a:lnTo>
                  <a:lnTo>
                    <a:pt x="3197884" y="4487270"/>
                  </a:lnTo>
                  <a:lnTo>
                    <a:pt x="3227389" y="4588418"/>
                  </a:lnTo>
                  <a:lnTo>
                    <a:pt x="3256930" y="4691940"/>
                  </a:lnTo>
                  <a:lnTo>
                    <a:pt x="3286508" y="4797373"/>
                  </a:lnTo>
                  <a:lnTo>
                    <a:pt x="3316119" y="4904216"/>
                  </a:lnTo>
                  <a:lnTo>
                    <a:pt x="3345751" y="5011936"/>
                  </a:lnTo>
                  <a:lnTo>
                    <a:pt x="3375392" y="5119984"/>
                  </a:lnTo>
                  <a:lnTo>
                    <a:pt x="3405028" y="5227803"/>
                  </a:lnTo>
                  <a:lnTo>
                    <a:pt x="3434643" y="5334838"/>
                  </a:lnTo>
                  <a:lnTo>
                    <a:pt x="3464228" y="5440556"/>
                  </a:lnTo>
                  <a:lnTo>
                    <a:pt x="3493775" y="5544448"/>
                  </a:lnTo>
                  <a:lnTo>
                    <a:pt x="3523285" y="5646044"/>
                  </a:lnTo>
                  <a:lnTo>
                    <a:pt x="3552767" y="5744918"/>
                  </a:lnTo>
                  <a:lnTo>
                    <a:pt x="3582237" y="5840700"/>
                  </a:lnTo>
                  <a:lnTo>
                    <a:pt x="3611724" y="5933073"/>
                  </a:lnTo>
                  <a:lnTo>
                    <a:pt x="3641271" y="6021782"/>
                  </a:lnTo>
                  <a:lnTo>
                    <a:pt x="3670934" y="6106634"/>
                  </a:lnTo>
                  <a:lnTo>
                    <a:pt x="3700784" y="6187493"/>
                  </a:lnTo>
                  <a:lnTo>
                    <a:pt x="3730911" y="6264283"/>
                  </a:lnTo>
                  <a:lnTo>
                    <a:pt x="3761425" y="6336980"/>
                  </a:lnTo>
                  <a:lnTo>
                    <a:pt x="3792457" y="6405613"/>
                  </a:lnTo>
                  <a:lnTo>
                    <a:pt x="3824166" y="6470254"/>
                  </a:lnTo>
                  <a:lnTo>
                    <a:pt x="3829811" y="6481187"/>
                  </a:lnTo>
                  <a:lnTo>
                    <a:pt x="3872857" y="6558945"/>
                  </a:lnTo>
                  <a:lnTo>
                    <a:pt x="3917921" y="6629995"/>
                  </a:lnTo>
                  <a:lnTo>
                    <a:pt x="3965563" y="6694573"/>
                  </a:lnTo>
                  <a:lnTo>
                    <a:pt x="4016400" y="6753132"/>
                  </a:lnTo>
                  <a:lnTo>
                    <a:pt x="4071069" y="6806221"/>
                  </a:lnTo>
                  <a:lnTo>
                    <a:pt x="4130197" y="6854405"/>
                  </a:lnTo>
                  <a:lnTo>
                    <a:pt x="4194357" y="6898214"/>
                  </a:lnTo>
                  <a:lnTo>
                    <a:pt x="4264012" y="6938118"/>
                  </a:lnTo>
                  <a:lnTo>
                    <a:pt x="4339447" y="6974506"/>
                  </a:lnTo>
                  <a:lnTo>
                    <a:pt x="4420665" y="7007681"/>
                  </a:lnTo>
                  <a:lnTo>
                    <a:pt x="4507284" y="7037850"/>
                  </a:lnTo>
                  <a:lnTo>
                    <a:pt x="4598412" y="7065131"/>
                  </a:lnTo>
                  <a:lnTo>
                    <a:pt x="4692546" y="7089561"/>
                  </a:lnTo>
                  <a:lnTo>
                    <a:pt x="4787522" y="7111113"/>
                  </a:lnTo>
                  <a:lnTo>
                    <a:pt x="4880558" y="7129727"/>
                  </a:lnTo>
                  <a:lnTo>
                    <a:pt x="4968437" y="7145351"/>
                  </a:lnTo>
                  <a:lnTo>
                    <a:pt x="5047838" y="7157983"/>
                  </a:lnTo>
                  <a:lnTo>
                    <a:pt x="5115787" y="7167716"/>
                  </a:lnTo>
                  <a:lnTo>
                    <a:pt x="5170131" y="7174761"/>
                  </a:lnTo>
                  <a:lnTo>
                    <a:pt x="5209943" y="7179451"/>
                  </a:lnTo>
                  <a:lnTo>
                    <a:pt x="5235735" y="7182223"/>
                  </a:lnTo>
                  <a:lnTo>
                    <a:pt x="5249471" y="7183573"/>
                  </a:lnTo>
                  <a:lnTo>
                    <a:pt x="5254413" y="7184020"/>
                  </a:lnTo>
                  <a:lnTo>
                    <a:pt x="5254955" y="7184065"/>
                  </a:lnTo>
                  <a:lnTo>
                    <a:pt x="6726343" y="7184065"/>
                  </a:lnTo>
                  <a:lnTo>
                    <a:pt x="6727085" y="7183958"/>
                  </a:lnTo>
                  <a:lnTo>
                    <a:pt x="6732011" y="7183198"/>
                  </a:lnTo>
                  <a:lnTo>
                    <a:pt x="6744571" y="7181099"/>
                  </a:lnTo>
                  <a:lnTo>
                    <a:pt x="6767384" y="7176959"/>
                  </a:lnTo>
                  <a:lnTo>
                    <a:pt x="6802112" y="7170097"/>
                  </a:lnTo>
                  <a:lnTo>
                    <a:pt x="6849354" y="7159904"/>
                  </a:lnTo>
                  <a:lnTo>
                    <a:pt x="6908629" y="7145890"/>
                  </a:lnTo>
                  <a:lnTo>
                    <a:pt x="6978491" y="7127716"/>
                  </a:lnTo>
                  <a:lnTo>
                    <a:pt x="7056770" y="7105199"/>
                  </a:lnTo>
                  <a:lnTo>
                    <a:pt x="7140891" y="7078290"/>
                  </a:lnTo>
                  <a:lnTo>
                    <a:pt x="7228204" y="7047031"/>
                  </a:lnTo>
                  <a:lnTo>
                    <a:pt x="7316256" y="7011507"/>
                  </a:lnTo>
                  <a:lnTo>
                    <a:pt x="7402980" y="6971790"/>
                  </a:lnTo>
                  <a:lnTo>
                    <a:pt x="7486787" y="6927898"/>
                  </a:lnTo>
                  <a:lnTo>
                    <a:pt x="7566573" y="6879763"/>
                  </a:lnTo>
                  <a:lnTo>
                    <a:pt x="7641677" y="6827215"/>
                  </a:lnTo>
                  <a:lnTo>
                    <a:pt x="7711808" y="6769965"/>
                  </a:lnTo>
                  <a:lnTo>
                    <a:pt x="7776961" y="6707610"/>
                  </a:lnTo>
                  <a:lnTo>
                    <a:pt x="7837343" y="6639633"/>
                  </a:lnTo>
                  <a:lnTo>
                    <a:pt x="7893302" y="6565416"/>
                  </a:lnTo>
                  <a:lnTo>
                    <a:pt x="7945279" y="6484255"/>
                  </a:lnTo>
                  <a:lnTo>
                    <a:pt x="7993761" y="6395394"/>
                  </a:lnTo>
                  <a:lnTo>
                    <a:pt x="8039258" y="6298069"/>
                  </a:lnTo>
                  <a:lnTo>
                    <a:pt x="8082273" y="6191583"/>
                  </a:lnTo>
                  <a:lnTo>
                    <a:pt x="8123279" y="6075426"/>
                  </a:lnTo>
                  <a:lnTo>
                    <a:pt x="8151487" y="5986721"/>
                  </a:lnTo>
                  <a:lnTo>
                    <a:pt x="8176368" y="5902414"/>
                  </a:lnTo>
                  <a:lnTo>
                    <a:pt x="8200795" y="5814019"/>
                  </a:lnTo>
                  <a:lnTo>
                    <a:pt x="8224852" y="5721460"/>
                  </a:lnTo>
                  <a:lnTo>
                    <a:pt x="8248607" y="5624688"/>
                  </a:lnTo>
                  <a:lnTo>
                    <a:pt x="8272125" y="5523682"/>
                  </a:lnTo>
                  <a:lnTo>
                    <a:pt x="8295457" y="5418454"/>
                  </a:lnTo>
                  <a:lnTo>
                    <a:pt x="8318650" y="5309048"/>
                  </a:lnTo>
                  <a:lnTo>
                    <a:pt x="8341742" y="5195543"/>
                  </a:lnTo>
                  <a:lnTo>
                    <a:pt x="8364768" y="5078057"/>
                  </a:lnTo>
                  <a:lnTo>
                    <a:pt x="8387752" y="4956742"/>
                  </a:lnTo>
                  <a:lnTo>
                    <a:pt x="8410717" y="4831792"/>
                  </a:lnTo>
                  <a:lnTo>
                    <a:pt x="8433679" y="4703437"/>
                  </a:lnTo>
                  <a:lnTo>
                    <a:pt x="8456651" y="4571944"/>
                  </a:lnTo>
                  <a:lnTo>
                    <a:pt x="8479641" y="4437616"/>
                  </a:lnTo>
                  <a:lnTo>
                    <a:pt x="8502652" y="4300789"/>
                  </a:lnTo>
                  <a:lnTo>
                    <a:pt x="8525686" y="4161830"/>
                  </a:lnTo>
                  <a:lnTo>
                    <a:pt x="8548743" y="4021130"/>
                  </a:lnTo>
                  <a:lnTo>
                    <a:pt x="8571818" y="3879105"/>
                  </a:lnTo>
                  <a:lnTo>
                    <a:pt x="8594906" y="3736186"/>
                  </a:lnTo>
                  <a:lnTo>
                    <a:pt x="8618001" y="3592815"/>
                  </a:lnTo>
                  <a:lnTo>
                    <a:pt x="8641096" y="3449442"/>
                  </a:lnTo>
                  <a:lnTo>
                    <a:pt x="8664184" y="3306515"/>
                  </a:lnTo>
                  <a:lnTo>
                    <a:pt x="8687259" y="3164478"/>
                  </a:lnTo>
                  <a:lnTo>
                    <a:pt x="8710315" y="3023762"/>
                  </a:lnTo>
                  <a:lnTo>
                    <a:pt x="8733350" y="2884781"/>
                  </a:lnTo>
                  <a:lnTo>
                    <a:pt x="8756362" y="2747929"/>
                  </a:lnTo>
                  <a:lnTo>
                    <a:pt x="8779351" y="2613572"/>
                  </a:lnTo>
                  <a:lnTo>
                    <a:pt x="8802323" y="2482046"/>
                  </a:lnTo>
                  <a:lnTo>
                    <a:pt x="8825286" y="2353655"/>
                  </a:lnTo>
                  <a:lnTo>
                    <a:pt x="8848251" y="2228667"/>
                  </a:lnTo>
                  <a:lnTo>
                    <a:pt x="8871235" y="2107312"/>
                  </a:lnTo>
                  <a:lnTo>
                    <a:pt x="8894259" y="1989782"/>
                  </a:lnTo>
                  <a:lnTo>
                    <a:pt x="8917351" y="1876233"/>
                  </a:lnTo>
                  <a:lnTo>
                    <a:pt x="8940543" y="1766782"/>
                  </a:lnTo>
                  <a:lnTo>
                    <a:pt x="8963873" y="1661508"/>
                  </a:lnTo>
                  <a:lnTo>
                    <a:pt x="8987388" y="1560456"/>
                  </a:lnTo>
                  <a:lnTo>
                    <a:pt x="9011141" y="1463638"/>
                  </a:lnTo>
                  <a:lnTo>
                    <a:pt x="9035193" y="1371033"/>
                  </a:lnTo>
                  <a:lnTo>
                    <a:pt x="9059617" y="1282593"/>
                  </a:lnTo>
                  <a:lnTo>
                    <a:pt x="9084492" y="1198242"/>
                  </a:lnTo>
                  <a:lnTo>
                    <a:pt x="9084767" y="1197344"/>
                  </a:lnTo>
                  <a:lnTo>
                    <a:pt x="9124604" y="1074176"/>
                  </a:lnTo>
                  <a:lnTo>
                    <a:pt x="9166142" y="960840"/>
                  </a:lnTo>
                  <a:lnTo>
                    <a:pt x="9209822" y="857055"/>
                  </a:lnTo>
                  <a:lnTo>
                    <a:pt x="9256127" y="762244"/>
                  </a:lnTo>
                  <a:lnTo>
                    <a:pt x="9305563" y="675680"/>
                  </a:lnTo>
                  <a:lnTo>
                    <a:pt x="9358638" y="596595"/>
                  </a:lnTo>
                  <a:lnTo>
                    <a:pt x="9415829" y="524243"/>
                  </a:lnTo>
                  <a:lnTo>
                    <a:pt x="9477554" y="457945"/>
                  </a:lnTo>
                  <a:lnTo>
                    <a:pt x="9544128" y="397108"/>
                  </a:lnTo>
                  <a:lnTo>
                    <a:pt x="9615703" y="341248"/>
                  </a:lnTo>
                  <a:lnTo>
                    <a:pt x="9692200" y="289996"/>
                  </a:lnTo>
                  <a:lnTo>
                    <a:pt x="9773230" y="243096"/>
                  </a:lnTo>
                  <a:lnTo>
                    <a:pt x="9858011" y="200409"/>
                  </a:lnTo>
                  <a:lnTo>
                    <a:pt x="9945303" y="161894"/>
                  </a:lnTo>
                  <a:lnTo>
                    <a:pt x="10033373" y="127590"/>
                  </a:lnTo>
                  <a:lnTo>
                    <a:pt x="10120031" y="97576"/>
                  </a:lnTo>
                  <a:lnTo>
                    <a:pt x="10202744" y="71930"/>
                  </a:lnTo>
                  <a:lnTo>
                    <a:pt x="10278851" y="50674"/>
                  </a:lnTo>
                  <a:lnTo>
                    <a:pt x="10345861" y="33724"/>
                  </a:lnTo>
                  <a:lnTo>
                    <a:pt x="10401780" y="20852"/>
                  </a:lnTo>
                  <a:lnTo>
                    <a:pt x="10445420" y="11675"/>
                  </a:lnTo>
                  <a:lnTo>
                    <a:pt x="10476607" y="5663"/>
                  </a:lnTo>
                  <a:lnTo>
                    <a:pt x="10496252" y="2183"/>
                  </a:lnTo>
                  <a:lnTo>
                    <a:pt x="10506307" y="541"/>
                  </a:lnTo>
                  <a:lnTo>
                    <a:pt x="10509639" y="38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7" name="pl217"/>
            <p:cNvSpPr/>
            <p:nvPr/>
          </p:nvSpPr>
          <p:spPr>
            <a:xfrm>
              <a:off x="4799595" y="3778339"/>
              <a:ext cx="11981298" cy="7184065"/>
            </a:xfrm>
            <a:custGeom>
              <a:avLst/>
              <a:pathLst>
                <a:path w="11981298" h="7184065">
                  <a:moveTo>
                    <a:pt x="11981298" y="0"/>
                  </a:moveTo>
                  <a:lnTo>
                    <a:pt x="10509911" y="0"/>
                  </a:lnTo>
                  <a:lnTo>
                    <a:pt x="10509168" y="106"/>
                  </a:lnTo>
                  <a:lnTo>
                    <a:pt x="10504242" y="867"/>
                  </a:lnTo>
                  <a:lnTo>
                    <a:pt x="10491682" y="2965"/>
                  </a:lnTo>
                  <a:lnTo>
                    <a:pt x="10468869" y="7105"/>
                  </a:lnTo>
                  <a:lnTo>
                    <a:pt x="10434142" y="13967"/>
                  </a:lnTo>
                  <a:lnTo>
                    <a:pt x="10386899" y="24161"/>
                  </a:lnTo>
                  <a:lnTo>
                    <a:pt x="10327624" y="38174"/>
                  </a:lnTo>
                  <a:lnTo>
                    <a:pt x="10257762" y="56348"/>
                  </a:lnTo>
                  <a:lnTo>
                    <a:pt x="10179484" y="78865"/>
                  </a:lnTo>
                  <a:lnTo>
                    <a:pt x="10095362" y="105775"/>
                  </a:lnTo>
                  <a:lnTo>
                    <a:pt x="10008050" y="137033"/>
                  </a:lnTo>
                  <a:lnTo>
                    <a:pt x="9919997" y="172557"/>
                  </a:lnTo>
                  <a:lnTo>
                    <a:pt x="9833273" y="212275"/>
                  </a:lnTo>
                  <a:lnTo>
                    <a:pt x="9749466" y="256167"/>
                  </a:lnTo>
                  <a:lnTo>
                    <a:pt x="9669680" y="304301"/>
                  </a:lnTo>
                  <a:lnTo>
                    <a:pt x="9594576" y="356849"/>
                  </a:lnTo>
                  <a:lnTo>
                    <a:pt x="9524445" y="414099"/>
                  </a:lnTo>
                  <a:lnTo>
                    <a:pt x="9459292" y="476454"/>
                  </a:lnTo>
                  <a:lnTo>
                    <a:pt x="9398910" y="544431"/>
                  </a:lnTo>
                  <a:lnTo>
                    <a:pt x="9342951" y="618649"/>
                  </a:lnTo>
                  <a:lnTo>
                    <a:pt x="9290975" y="699809"/>
                  </a:lnTo>
                  <a:lnTo>
                    <a:pt x="9242492" y="788670"/>
                  </a:lnTo>
                  <a:lnTo>
                    <a:pt x="9196995" y="885996"/>
                  </a:lnTo>
                  <a:lnTo>
                    <a:pt x="9153981" y="992481"/>
                  </a:lnTo>
                  <a:lnTo>
                    <a:pt x="9112975" y="1108638"/>
                  </a:lnTo>
                  <a:lnTo>
                    <a:pt x="9084767" y="1197344"/>
                  </a:lnTo>
                  <a:lnTo>
                    <a:pt x="9059886" y="1281651"/>
                  </a:lnTo>
                  <a:lnTo>
                    <a:pt x="9035458" y="1370046"/>
                  </a:lnTo>
                  <a:lnTo>
                    <a:pt x="9011402" y="1462605"/>
                  </a:lnTo>
                  <a:lnTo>
                    <a:pt x="8987646" y="1559376"/>
                  </a:lnTo>
                  <a:lnTo>
                    <a:pt x="8964129" y="1660382"/>
                  </a:lnTo>
                  <a:lnTo>
                    <a:pt x="8940796" y="1765610"/>
                  </a:lnTo>
                  <a:lnTo>
                    <a:pt x="8917604" y="1875016"/>
                  </a:lnTo>
                  <a:lnTo>
                    <a:pt x="8894511" y="1988521"/>
                  </a:lnTo>
                  <a:lnTo>
                    <a:pt x="8871486" y="2106008"/>
                  </a:lnTo>
                  <a:lnTo>
                    <a:pt x="8848501" y="2227322"/>
                  </a:lnTo>
                  <a:lnTo>
                    <a:pt x="8825536" y="2352272"/>
                  </a:lnTo>
                  <a:lnTo>
                    <a:pt x="8802574" y="2480628"/>
                  </a:lnTo>
                  <a:lnTo>
                    <a:pt x="8779602" y="2612121"/>
                  </a:lnTo>
                  <a:lnTo>
                    <a:pt x="8756613" y="2746449"/>
                  </a:lnTo>
                  <a:lnTo>
                    <a:pt x="8733601" y="2883275"/>
                  </a:lnTo>
                  <a:lnTo>
                    <a:pt x="8710567" y="3022235"/>
                  </a:lnTo>
                  <a:lnTo>
                    <a:pt x="8687510" y="3162934"/>
                  </a:lnTo>
                  <a:lnTo>
                    <a:pt x="8664436" y="3304959"/>
                  </a:lnTo>
                  <a:lnTo>
                    <a:pt x="8641348" y="3447879"/>
                  </a:lnTo>
                  <a:lnTo>
                    <a:pt x="8618253" y="3591250"/>
                  </a:lnTo>
                  <a:lnTo>
                    <a:pt x="8595158" y="3734623"/>
                  </a:lnTo>
                  <a:lnTo>
                    <a:pt x="8572070" y="3877549"/>
                  </a:lnTo>
                  <a:lnTo>
                    <a:pt x="8548995" y="4019587"/>
                  </a:lnTo>
                  <a:lnTo>
                    <a:pt x="8525938" y="4160303"/>
                  </a:lnTo>
                  <a:lnTo>
                    <a:pt x="8502903" y="4299283"/>
                  </a:lnTo>
                  <a:lnTo>
                    <a:pt x="8479892" y="4436135"/>
                  </a:lnTo>
                  <a:lnTo>
                    <a:pt x="8456902" y="4570493"/>
                  </a:lnTo>
                  <a:lnTo>
                    <a:pt x="8433930" y="4702018"/>
                  </a:lnTo>
                  <a:lnTo>
                    <a:pt x="8410968" y="4830409"/>
                  </a:lnTo>
                  <a:lnTo>
                    <a:pt x="8388003" y="4955398"/>
                  </a:lnTo>
                  <a:lnTo>
                    <a:pt x="8365019" y="5076753"/>
                  </a:lnTo>
                  <a:lnTo>
                    <a:pt x="8341994" y="5194282"/>
                  </a:lnTo>
                  <a:lnTo>
                    <a:pt x="8318902" y="5307831"/>
                  </a:lnTo>
                  <a:lnTo>
                    <a:pt x="8295711" y="5417283"/>
                  </a:lnTo>
                  <a:lnTo>
                    <a:pt x="8272380" y="5522557"/>
                  </a:lnTo>
                  <a:lnTo>
                    <a:pt x="8248865" y="5623609"/>
                  </a:lnTo>
                  <a:lnTo>
                    <a:pt x="8225112" y="5720427"/>
                  </a:lnTo>
                  <a:lnTo>
                    <a:pt x="8201060" y="5813031"/>
                  </a:lnTo>
                  <a:lnTo>
                    <a:pt x="8176637" y="5901471"/>
                  </a:lnTo>
                  <a:lnTo>
                    <a:pt x="8151761" y="5985822"/>
                  </a:lnTo>
                  <a:lnTo>
                    <a:pt x="8151487" y="5986721"/>
                  </a:lnTo>
                  <a:lnTo>
                    <a:pt x="8111649" y="6109889"/>
                  </a:lnTo>
                  <a:lnTo>
                    <a:pt x="8070111" y="6223225"/>
                  </a:lnTo>
                  <a:lnTo>
                    <a:pt x="8026432" y="6327009"/>
                  </a:lnTo>
                  <a:lnTo>
                    <a:pt x="7980127" y="6421821"/>
                  </a:lnTo>
                  <a:lnTo>
                    <a:pt x="7930690" y="6508385"/>
                  </a:lnTo>
                  <a:lnTo>
                    <a:pt x="7877615" y="6587470"/>
                  </a:lnTo>
                  <a:lnTo>
                    <a:pt x="7820424" y="6659821"/>
                  </a:lnTo>
                  <a:lnTo>
                    <a:pt x="7758699" y="6726120"/>
                  </a:lnTo>
                  <a:lnTo>
                    <a:pt x="7692125" y="6786957"/>
                  </a:lnTo>
                  <a:lnTo>
                    <a:pt x="7620550" y="6842816"/>
                  </a:lnTo>
                  <a:lnTo>
                    <a:pt x="7544053" y="6894069"/>
                  </a:lnTo>
                  <a:lnTo>
                    <a:pt x="7463024" y="6940968"/>
                  </a:lnTo>
                  <a:lnTo>
                    <a:pt x="7378242" y="6983656"/>
                  </a:lnTo>
                  <a:lnTo>
                    <a:pt x="7290951" y="7022170"/>
                  </a:lnTo>
                  <a:lnTo>
                    <a:pt x="7202880" y="7056475"/>
                  </a:lnTo>
                  <a:lnTo>
                    <a:pt x="7116222" y="7086489"/>
                  </a:lnTo>
                  <a:lnTo>
                    <a:pt x="7033509" y="7112134"/>
                  </a:lnTo>
                  <a:lnTo>
                    <a:pt x="6957402" y="7133390"/>
                  </a:lnTo>
                  <a:lnTo>
                    <a:pt x="6890393" y="7150341"/>
                  </a:lnTo>
                  <a:lnTo>
                    <a:pt x="6834474" y="7163212"/>
                  </a:lnTo>
                  <a:lnTo>
                    <a:pt x="6790833" y="7172390"/>
                  </a:lnTo>
                  <a:lnTo>
                    <a:pt x="6759646" y="7178401"/>
                  </a:lnTo>
                  <a:lnTo>
                    <a:pt x="6740001" y="7181882"/>
                  </a:lnTo>
                  <a:lnTo>
                    <a:pt x="6729947" y="7183523"/>
                  </a:lnTo>
                  <a:lnTo>
                    <a:pt x="6726614" y="7184027"/>
                  </a:lnTo>
                  <a:lnTo>
                    <a:pt x="6726343" y="7184065"/>
                  </a:lnTo>
                  <a:lnTo>
                    <a:pt x="5254955" y="7184065"/>
                  </a:lnTo>
                  <a:lnTo>
                    <a:pt x="5254026" y="7183986"/>
                  </a:lnTo>
                  <a:lnTo>
                    <a:pt x="5247891" y="7183424"/>
                  </a:lnTo>
                  <a:lnTo>
                    <a:pt x="5232335" y="7181873"/>
                  </a:lnTo>
                  <a:lnTo>
                    <a:pt x="5204298" y="7178814"/>
                  </a:lnTo>
                  <a:lnTo>
                    <a:pt x="5162053" y="7173758"/>
                  </a:lnTo>
                  <a:lnTo>
                    <a:pt x="5105334" y="7166284"/>
                  </a:lnTo>
                  <a:lnTo>
                    <a:pt x="5035294" y="7156078"/>
                  </a:lnTo>
                  <a:lnTo>
                    <a:pt x="4954254" y="7142949"/>
                  </a:lnTo>
                  <a:lnTo>
                    <a:pt x="4865280" y="7126824"/>
                  </a:lnTo>
                  <a:lnTo>
                    <a:pt x="4771704" y="7107714"/>
                  </a:lnTo>
                  <a:lnTo>
                    <a:pt x="4676691" y="7085678"/>
                  </a:lnTo>
                  <a:lnTo>
                    <a:pt x="4582926" y="7060771"/>
                  </a:lnTo>
                  <a:lnTo>
                    <a:pt x="4492464" y="7033011"/>
                  </a:lnTo>
                  <a:lnTo>
                    <a:pt x="4406701" y="7002351"/>
                  </a:lnTo>
                  <a:lnTo>
                    <a:pt x="4326435" y="6968656"/>
                  </a:lnTo>
                  <a:lnTo>
                    <a:pt x="4251975" y="6931704"/>
                  </a:lnTo>
                  <a:lnTo>
                    <a:pt x="4183264" y="6891177"/>
                  </a:lnTo>
                  <a:lnTo>
                    <a:pt x="4119981" y="6846671"/>
                  </a:lnTo>
                  <a:lnTo>
                    <a:pt x="4061640" y="6797706"/>
                  </a:lnTo>
                  <a:lnTo>
                    <a:pt x="4007656" y="6743742"/>
                  </a:lnTo>
                  <a:lnTo>
                    <a:pt x="3957397" y="6684214"/>
                  </a:lnTo>
                  <a:lnTo>
                    <a:pt x="3910227" y="6618582"/>
                  </a:lnTo>
                  <a:lnTo>
                    <a:pt x="3865537" y="6546420"/>
                  </a:lnTo>
                  <a:lnTo>
                    <a:pt x="3829811" y="6481187"/>
                  </a:lnTo>
                  <a:lnTo>
                    <a:pt x="3797965" y="6417236"/>
                  </a:lnTo>
                  <a:lnTo>
                    <a:pt x="3766826" y="6349310"/>
                  </a:lnTo>
                  <a:lnTo>
                    <a:pt x="3736231" y="6277329"/>
                  </a:lnTo>
                  <a:lnTo>
                    <a:pt x="3706045" y="6201256"/>
                  </a:lnTo>
                  <a:lnTo>
                    <a:pt x="3676153" y="6121107"/>
                  </a:lnTo>
                  <a:lnTo>
                    <a:pt x="3646464" y="6036948"/>
                  </a:lnTo>
                  <a:lnTo>
                    <a:pt x="3616901" y="5948902"/>
                  </a:lnTo>
                  <a:lnTo>
                    <a:pt x="3587406" y="5857155"/>
                  </a:lnTo>
                  <a:lnTo>
                    <a:pt x="3557935" y="5761950"/>
                  </a:lnTo>
                  <a:lnTo>
                    <a:pt x="3528458" y="5663593"/>
                  </a:lnTo>
                  <a:lnTo>
                    <a:pt x="3498953" y="5562445"/>
                  </a:lnTo>
                  <a:lnTo>
                    <a:pt x="3469413" y="5458923"/>
                  </a:lnTo>
                  <a:lnTo>
                    <a:pt x="3439834" y="5353490"/>
                  </a:lnTo>
                  <a:lnTo>
                    <a:pt x="3410223" y="5246647"/>
                  </a:lnTo>
                  <a:lnTo>
                    <a:pt x="3380591" y="5138926"/>
                  </a:lnTo>
                  <a:lnTo>
                    <a:pt x="3350950" y="5030879"/>
                  </a:lnTo>
                  <a:lnTo>
                    <a:pt x="3321315" y="4923060"/>
                  </a:lnTo>
                  <a:lnTo>
                    <a:pt x="3291699" y="4816025"/>
                  </a:lnTo>
                  <a:lnTo>
                    <a:pt x="3262114" y="4710307"/>
                  </a:lnTo>
                  <a:lnTo>
                    <a:pt x="3232567" y="4606415"/>
                  </a:lnTo>
                  <a:lnTo>
                    <a:pt x="3203057" y="4504819"/>
                  </a:lnTo>
                  <a:lnTo>
                    <a:pt x="3173575" y="4405945"/>
                  </a:lnTo>
                  <a:lnTo>
                    <a:pt x="3144106" y="4310163"/>
                  </a:lnTo>
                  <a:lnTo>
                    <a:pt x="3114618" y="4217790"/>
                  </a:lnTo>
                  <a:lnTo>
                    <a:pt x="3085071" y="4129081"/>
                  </a:lnTo>
                  <a:lnTo>
                    <a:pt x="3055408" y="4044229"/>
                  </a:lnTo>
                  <a:lnTo>
                    <a:pt x="3025558" y="3963370"/>
                  </a:lnTo>
                  <a:lnTo>
                    <a:pt x="2995431" y="3886580"/>
                  </a:lnTo>
                  <a:lnTo>
                    <a:pt x="2964917" y="3813883"/>
                  </a:lnTo>
                  <a:lnTo>
                    <a:pt x="2933885" y="3745250"/>
                  </a:lnTo>
                  <a:lnTo>
                    <a:pt x="2902176" y="3680609"/>
                  </a:lnTo>
                  <a:lnTo>
                    <a:pt x="2896531" y="3669676"/>
                  </a:lnTo>
                  <a:lnTo>
                    <a:pt x="2853485" y="3591918"/>
                  </a:lnTo>
                  <a:lnTo>
                    <a:pt x="2808422" y="3520868"/>
                  </a:lnTo>
                  <a:lnTo>
                    <a:pt x="2760779" y="3456290"/>
                  </a:lnTo>
                  <a:lnTo>
                    <a:pt x="2709942" y="3397731"/>
                  </a:lnTo>
                  <a:lnTo>
                    <a:pt x="2655273" y="3344641"/>
                  </a:lnTo>
                  <a:lnTo>
                    <a:pt x="2596145" y="3296458"/>
                  </a:lnTo>
                  <a:lnTo>
                    <a:pt x="2531985" y="3252649"/>
                  </a:lnTo>
                  <a:lnTo>
                    <a:pt x="2462330" y="3212745"/>
                  </a:lnTo>
                  <a:lnTo>
                    <a:pt x="2386896" y="3176357"/>
                  </a:lnTo>
                  <a:lnTo>
                    <a:pt x="2305677" y="3143182"/>
                  </a:lnTo>
                  <a:lnTo>
                    <a:pt x="2219058" y="3113013"/>
                  </a:lnTo>
                  <a:lnTo>
                    <a:pt x="2127930" y="3085732"/>
                  </a:lnTo>
                  <a:lnTo>
                    <a:pt x="2033796" y="3061302"/>
                  </a:lnTo>
                  <a:lnTo>
                    <a:pt x="1938820" y="3039750"/>
                  </a:lnTo>
                  <a:lnTo>
                    <a:pt x="1845784" y="3021136"/>
                  </a:lnTo>
                  <a:lnTo>
                    <a:pt x="1757905" y="3005512"/>
                  </a:lnTo>
                  <a:lnTo>
                    <a:pt x="1678504" y="2992880"/>
                  </a:lnTo>
                  <a:lnTo>
                    <a:pt x="1610555" y="2983147"/>
                  </a:lnTo>
                  <a:lnTo>
                    <a:pt x="1556211" y="2976102"/>
                  </a:lnTo>
                  <a:lnTo>
                    <a:pt x="1516399" y="2971412"/>
                  </a:lnTo>
                  <a:lnTo>
                    <a:pt x="1490607" y="2968640"/>
                  </a:lnTo>
                  <a:lnTo>
                    <a:pt x="1476871" y="2967290"/>
                  </a:lnTo>
                  <a:lnTo>
                    <a:pt x="1471929" y="2966843"/>
                  </a:lnTo>
                  <a:lnTo>
                    <a:pt x="1471387" y="2966798"/>
                  </a:lnTo>
                  <a:lnTo>
                    <a:pt x="0" y="296679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8" name="pg218"/>
            <p:cNvSpPr/>
            <p:nvPr/>
          </p:nvSpPr>
          <p:spPr>
            <a:xfrm>
              <a:off x="4799595" y="6222066"/>
              <a:ext cx="11981298" cy="4764858"/>
            </a:xfrm>
            <a:custGeom>
              <a:avLst/>
              <a:pathLst>
                <a:path w="11981298" h="4764858">
                  <a:moveTo>
                    <a:pt x="0" y="539417"/>
                  </a:moveTo>
                  <a:lnTo>
                    <a:pt x="1471387" y="539417"/>
                  </a:lnTo>
                  <a:lnTo>
                    <a:pt x="1472316" y="539496"/>
                  </a:lnTo>
                  <a:lnTo>
                    <a:pt x="1478448" y="540059"/>
                  </a:lnTo>
                  <a:lnTo>
                    <a:pt x="1493996" y="541613"/>
                  </a:lnTo>
                  <a:lnTo>
                    <a:pt x="1522019" y="544676"/>
                  </a:lnTo>
                  <a:lnTo>
                    <a:pt x="1564244" y="549739"/>
                  </a:lnTo>
                  <a:lnTo>
                    <a:pt x="1620939" y="557223"/>
                  </a:lnTo>
                  <a:lnTo>
                    <a:pt x="1690951" y="567444"/>
                  </a:lnTo>
                  <a:lnTo>
                    <a:pt x="1771964" y="580592"/>
                  </a:lnTo>
                  <a:lnTo>
                    <a:pt x="1860912" y="596741"/>
                  </a:lnTo>
                  <a:lnTo>
                    <a:pt x="1954466" y="615878"/>
                  </a:lnTo>
                  <a:lnTo>
                    <a:pt x="2049462" y="637948"/>
                  </a:lnTo>
                  <a:lnTo>
                    <a:pt x="2143215" y="662893"/>
                  </a:lnTo>
                  <a:lnTo>
                    <a:pt x="2233669" y="690695"/>
                  </a:lnTo>
                  <a:lnTo>
                    <a:pt x="2319430" y="721402"/>
                  </a:lnTo>
                  <a:lnTo>
                    <a:pt x="2399697" y="755148"/>
                  </a:lnTo>
                  <a:lnTo>
                    <a:pt x="2474159" y="792155"/>
                  </a:lnTo>
                  <a:lnTo>
                    <a:pt x="2542875" y="832742"/>
                  </a:lnTo>
                  <a:lnTo>
                    <a:pt x="2606162" y="877312"/>
                  </a:lnTo>
                  <a:lnTo>
                    <a:pt x="2664508" y="926347"/>
                  </a:lnTo>
                  <a:lnTo>
                    <a:pt x="2718497" y="980387"/>
                  </a:lnTo>
                  <a:lnTo>
                    <a:pt x="2768760" y="1039998"/>
                  </a:lnTo>
                  <a:lnTo>
                    <a:pt x="2815932" y="1105720"/>
                  </a:lnTo>
                  <a:lnTo>
                    <a:pt x="2860623" y="1177982"/>
                  </a:lnTo>
                  <a:lnTo>
                    <a:pt x="2896531" y="1243657"/>
                  </a:lnTo>
                  <a:lnTo>
                    <a:pt x="2928350" y="1307675"/>
                  </a:lnTo>
                  <a:lnTo>
                    <a:pt x="2959463" y="1375668"/>
                  </a:lnTo>
                  <a:lnTo>
                    <a:pt x="2990031" y="1447717"/>
                  </a:lnTo>
                  <a:lnTo>
                    <a:pt x="3020192" y="1523858"/>
                  </a:lnTo>
                  <a:lnTo>
                    <a:pt x="3050059" y="1604076"/>
                  </a:lnTo>
                  <a:lnTo>
                    <a:pt x="3079724" y="1688307"/>
                  </a:lnTo>
                  <a:lnTo>
                    <a:pt x="3109261" y="1776424"/>
                  </a:lnTo>
                  <a:lnTo>
                    <a:pt x="3138731" y="1868246"/>
                  </a:lnTo>
                  <a:lnTo>
                    <a:pt x="3168176" y="1963527"/>
                  </a:lnTo>
                  <a:lnTo>
                    <a:pt x="3197627" y="2061964"/>
                  </a:lnTo>
                  <a:lnTo>
                    <a:pt x="3227106" y="2163196"/>
                  </a:lnTo>
                  <a:lnTo>
                    <a:pt x="3256620" y="2266807"/>
                  </a:lnTo>
                  <a:lnTo>
                    <a:pt x="3286173" y="2372334"/>
                  </a:lnTo>
                  <a:lnTo>
                    <a:pt x="3315757" y="2479277"/>
                  </a:lnTo>
                  <a:lnTo>
                    <a:pt x="3345364" y="2587105"/>
                  </a:lnTo>
                  <a:lnTo>
                    <a:pt x="3374979" y="2695267"/>
                  </a:lnTo>
                  <a:lnTo>
                    <a:pt x="3404589" y="2803207"/>
                  </a:lnTo>
                  <a:lnTo>
                    <a:pt x="3434178" y="2910373"/>
                  </a:lnTo>
                  <a:lnTo>
                    <a:pt x="3463738" y="3016229"/>
                  </a:lnTo>
                  <a:lnTo>
                    <a:pt x="3493260" y="3120267"/>
                  </a:lnTo>
                  <a:lnTo>
                    <a:pt x="3522745" y="3222015"/>
                  </a:lnTo>
                  <a:lnTo>
                    <a:pt x="3552201" y="3321050"/>
                  </a:lnTo>
                  <a:lnTo>
                    <a:pt x="3581646" y="3416997"/>
                  </a:lnTo>
                  <a:lnTo>
                    <a:pt x="3611107" y="3509541"/>
                  </a:lnTo>
                  <a:lnTo>
                    <a:pt x="3640626" y="3598426"/>
                  </a:lnTo>
                  <a:lnTo>
                    <a:pt x="3670260" y="3683455"/>
                  </a:lnTo>
                  <a:lnTo>
                    <a:pt x="3700079" y="3764494"/>
                  </a:lnTo>
                  <a:lnTo>
                    <a:pt x="3730172" y="3841464"/>
                  </a:lnTo>
                  <a:lnTo>
                    <a:pt x="3760648" y="3914340"/>
                  </a:lnTo>
                  <a:lnTo>
                    <a:pt x="3791638" y="3983149"/>
                  </a:lnTo>
                  <a:lnTo>
                    <a:pt x="3823299" y="4047964"/>
                  </a:lnTo>
                  <a:lnTo>
                    <a:pt x="3829811" y="4060617"/>
                  </a:lnTo>
                  <a:lnTo>
                    <a:pt x="3872849" y="4138513"/>
                  </a:lnTo>
                  <a:lnTo>
                    <a:pt x="3917904" y="4209689"/>
                  </a:lnTo>
                  <a:lnTo>
                    <a:pt x="3965536" y="4274383"/>
                  </a:lnTo>
                  <a:lnTo>
                    <a:pt x="4016362" y="4333049"/>
                  </a:lnTo>
                  <a:lnTo>
                    <a:pt x="4071018" y="4386236"/>
                  </a:lnTo>
                  <a:lnTo>
                    <a:pt x="4130130" y="4434508"/>
                  </a:lnTo>
                  <a:lnTo>
                    <a:pt x="4194272" y="4478399"/>
                  </a:lnTo>
                  <a:lnTo>
                    <a:pt x="4263907" y="4518378"/>
                  </a:lnTo>
                  <a:lnTo>
                    <a:pt x="4339318" y="4554835"/>
                  </a:lnTo>
                  <a:lnTo>
                    <a:pt x="4420512" y="4588074"/>
                  </a:lnTo>
                  <a:lnTo>
                    <a:pt x="4507106" y="4618301"/>
                  </a:lnTo>
                  <a:lnTo>
                    <a:pt x="4598209" y="4645637"/>
                  </a:lnTo>
                  <a:lnTo>
                    <a:pt x="4692322" y="4670116"/>
                  </a:lnTo>
                  <a:lnTo>
                    <a:pt x="4787282" y="4691713"/>
                  </a:lnTo>
                  <a:lnTo>
                    <a:pt x="4880310" y="4710368"/>
                  </a:lnTo>
                  <a:lnTo>
                    <a:pt x="4968192" y="4726027"/>
                  </a:lnTo>
                  <a:lnTo>
                    <a:pt x="5047609" y="4738691"/>
                  </a:lnTo>
                  <a:lnTo>
                    <a:pt x="5115586" y="4748449"/>
                  </a:lnTo>
                  <a:lnTo>
                    <a:pt x="5169968" y="4755515"/>
                  </a:lnTo>
                  <a:lnTo>
                    <a:pt x="5209824" y="4760222"/>
                  </a:lnTo>
                  <a:lnTo>
                    <a:pt x="5235662" y="4763004"/>
                  </a:lnTo>
                  <a:lnTo>
                    <a:pt x="5249436" y="4764361"/>
                  </a:lnTo>
                  <a:lnTo>
                    <a:pt x="5254405" y="4764811"/>
                  </a:lnTo>
                  <a:lnTo>
                    <a:pt x="5254955" y="4764858"/>
                  </a:lnTo>
                  <a:lnTo>
                    <a:pt x="6726343" y="4764858"/>
                  </a:lnTo>
                  <a:lnTo>
                    <a:pt x="6727238" y="4764772"/>
                  </a:lnTo>
                  <a:lnTo>
                    <a:pt x="6733157" y="4764162"/>
                  </a:lnTo>
                  <a:lnTo>
                    <a:pt x="6748179" y="4762476"/>
                  </a:lnTo>
                  <a:lnTo>
                    <a:pt x="6775289" y="4759154"/>
                  </a:lnTo>
                  <a:lnTo>
                    <a:pt x="6816211" y="4753659"/>
                  </a:lnTo>
                  <a:lnTo>
                    <a:pt x="6871281" y="4745529"/>
                  </a:lnTo>
                  <a:lnTo>
                    <a:pt x="6939473" y="4734414"/>
                  </a:lnTo>
                  <a:lnTo>
                    <a:pt x="7018628" y="4720096"/>
                  </a:lnTo>
                  <a:lnTo>
                    <a:pt x="7105838" y="4702484"/>
                  </a:lnTo>
                  <a:lnTo>
                    <a:pt x="7197896" y="4681584"/>
                  </a:lnTo>
                  <a:lnTo>
                    <a:pt x="7291716" y="4657455"/>
                  </a:lnTo>
                  <a:lnTo>
                    <a:pt x="7384639" y="4630160"/>
                  </a:lnTo>
                  <a:lnTo>
                    <a:pt x="7474594" y="4599729"/>
                  </a:lnTo>
                  <a:lnTo>
                    <a:pt x="7560143" y="4566120"/>
                  </a:lnTo>
                  <a:lnTo>
                    <a:pt x="7640425" y="4529206"/>
                  </a:lnTo>
                  <a:lnTo>
                    <a:pt x="7715068" y="4488762"/>
                  </a:lnTo>
                  <a:lnTo>
                    <a:pt x="7784069" y="4444461"/>
                  </a:lnTo>
                  <a:lnTo>
                    <a:pt x="7847692" y="4395885"/>
                  </a:lnTo>
                  <a:lnTo>
                    <a:pt x="7906379" y="4342526"/>
                  </a:lnTo>
                  <a:lnTo>
                    <a:pt x="7960676" y="4283811"/>
                  </a:lnTo>
                  <a:lnTo>
                    <a:pt x="8011186" y="4219127"/>
                  </a:lnTo>
                  <a:lnTo>
                    <a:pt x="8058522" y="4147875"/>
                  </a:lnTo>
                  <a:lnTo>
                    <a:pt x="8103283" y="4069546"/>
                  </a:lnTo>
                  <a:lnTo>
                    <a:pt x="8146014" y="3983848"/>
                  </a:lnTo>
                  <a:lnTo>
                    <a:pt x="8151487" y="3972077"/>
                  </a:lnTo>
                  <a:lnTo>
                    <a:pt x="8181654" y="3903905"/>
                  </a:lnTo>
                  <a:lnTo>
                    <a:pt x="8211179" y="3831721"/>
                  </a:lnTo>
                  <a:lnTo>
                    <a:pt x="8240201" y="3755445"/>
                  </a:lnTo>
                  <a:lnTo>
                    <a:pt x="8268840" y="3675035"/>
                  </a:lnTo>
                  <a:lnTo>
                    <a:pt x="8297195" y="3590497"/>
                  </a:lnTo>
                  <a:lnTo>
                    <a:pt x="8325349" y="3501881"/>
                  </a:lnTo>
                  <a:lnTo>
                    <a:pt x="8353370" y="3409290"/>
                  </a:lnTo>
                  <a:lnTo>
                    <a:pt x="8381311" y="3312879"/>
                  </a:lnTo>
                  <a:lnTo>
                    <a:pt x="8409215" y="3212861"/>
                  </a:lnTo>
                  <a:lnTo>
                    <a:pt x="8437114" y="3109501"/>
                  </a:lnTo>
                  <a:lnTo>
                    <a:pt x="8465029" y="3003117"/>
                  </a:lnTo>
                  <a:lnTo>
                    <a:pt x="8492972" y="2894079"/>
                  </a:lnTo>
                  <a:lnTo>
                    <a:pt x="8520949" y="2782805"/>
                  </a:lnTo>
                  <a:lnTo>
                    <a:pt x="8548959" y="2669750"/>
                  </a:lnTo>
                  <a:lnTo>
                    <a:pt x="8576996" y="2555403"/>
                  </a:lnTo>
                  <a:lnTo>
                    <a:pt x="8605051" y="2440280"/>
                  </a:lnTo>
                  <a:lnTo>
                    <a:pt x="8633111" y="2324908"/>
                  </a:lnTo>
                  <a:lnTo>
                    <a:pt x="8661164" y="2209821"/>
                  </a:lnTo>
                  <a:lnTo>
                    <a:pt x="8689200" y="2095546"/>
                  </a:lnTo>
                  <a:lnTo>
                    <a:pt x="8717208" y="1982597"/>
                  </a:lnTo>
                  <a:lnTo>
                    <a:pt x="8745182" y="1871460"/>
                  </a:lnTo>
                  <a:lnTo>
                    <a:pt x="8773124" y="1762591"/>
                  </a:lnTo>
                  <a:lnTo>
                    <a:pt x="8801037" y="1656401"/>
                  </a:lnTo>
                  <a:lnTo>
                    <a:pt x="8828935" y="1553258"/>
                  </a:lnTo>
                  <a:lnTo>
                    <a:pt x="8856841" y="1453478"/>
                  </a:lnTo>
                  <a:lnTo>
                    <a:pt x="8884786" y="1357321"/>
                  </a:lnTo>
                  <a:lnTo>
                    <a:pt x="8912814" y="1264996"/>
                  </a:lnTo>
                  <a:lnTo>
                    <a:pt x="8940979" y="1176655"/>
                  </a:lnTo>
                  <a:lnTo>
                    <a:pt x="8969350" y="1092396"/>
                  </a:lnTo>
                  <a:lnTo>
                    <a:pt x="8998012" y="1012268"/>
                  </a:lnTo>
                  <a:lnTo>
                    <a:pt x="9027065" y="936271"/>
                  </a:lnTo>
                  <a:lnTo>
                    <a:pt x="9056629" y="864363"/>
                  </a:lnTo>
                  <a:lnTo>
                    <a:pt x="9084767" y="800953"/>
                  </a:lnTo>
                  <a:lnTo>
                    <a:pt x="9127269" y="714287"/>
                  </a:lnTo>
                  <a:lnTo>
                    <a:pt x="9171734" y="635002"/>
                  </a:lnTo>
                  <a:lnTo>
                    <a:pt x="9218700" y="562849"/>
                  </a:lnTo>
                  <a:lnTo>
                    <a:pt x="9268759" y="497338"/>
                  </a:lnTo>
                  <a:lnTo>
                    <a:pt x="9322525" y="437877"/>
                  </a:lnTo>
                  <a:lnTo>
                    <a:pt x="9380604" y="383850"/>
                  </a:lnTo>
                  <a:lnTo>
                    <a:pt x="9443553" y="334678"/>
                  </a:lnTo>
                  <a:lnTo>
                    <a:pt x="9511830" y="289843"/>
                  </a:lnTo>
                  <a:lnTo>
                    <a:pt x="9585727" y="248914"/>
                  </a:lnTo>
                  <a:lnTo>
                    <a:pt x="9665283" y="211553"/>
                  </a:lnTo>
                  <a:lnTo>
                    <a:pt x="9750179" y="177520"/>
                  </a:lnTo>
                  <a:lnTo>
                    <a:pt x="9839626" y="146677"/>
                  </a:lnTo>
                  <a:lnTo>
                    <a:pt x="9932264" y="118971"/>
                  </a:lnTo>
                  <a:lnTo>
                    <a:pt x="10026107" y="94424"/>
                  </a:lnTo>
                  <a:lnTo>
                    <a:pt x="10118565" y="73097"/>
                  </a:lnTo>
                  <a:lnTo>
                    <a:pt x="10206593" y="55053"/>
                  </a:lnTo>
                  <a:lnTo>
                    <a:pt x="10286980" y="40306"/>
                  </a:lnTo>
                  <a:lnTo>
                    <a:pt x="10356751" y="28781"/>
                  </a:lnTo>
                  <a:lnTo>
                    <a:pt x="10413625" y="20277"/>
                  </a:lnTo>
                  <a:lnTo>
                    <a:pt x="10456411" y="14462"/>
                  </a:lnTo>
                  <a:lnTo>
                    <a:pt x="10485262" y="10884"/>
                  </a:lnTo>
                  <a:lnTo>
                    <a:pt x="10501722" y="9016"/>
                  </a:lnTo>
                  <a:lnTo>
                    <a:pt x="10508623" y="8297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9015" y="85"/>
                  </a:lnTo>
                  <a:lnTo>
                    <a:pt x="10503096" y="695"/>
                  </a:lnTo>
                  <a:lnTo>
                    <a:pt x="10488074" y="2381"/>
                  </a:lnTo>
                  <a:lnTo>
                    <a:pt x="10460964" y="5703"/>
                  </a:lnTo>
                  <a:lnTo>
                    <a:pt x="10420042" y="11198"/>
                  </a:lnTo>
                  <a:lnTo>
                    <a:pt x="10364972" y="19328"/>
                  </a:lnTo>
                  <a:lnTo>
                    <a:pt x="10296780" y="30443"/>
                  </a:lnTo>
                  <a:lnTo>
                    <a:pt x="10217625" y="44761"/>
                  </a:lnTo>
                  <a:lnTo>
                    <a:pt x="10130415" y="62373"/>
                  </a:lnTo>
                  <a:lnTo>
                    <a:pt x="10038357" y="83273"/>
                  </a:lnTo>
                  <a:lnTo>
                    <a:pt x="9944537" y="107402"/>
                  </a:lnTo>
                  <a:lnTo>
                    <a:pt x="9851614" y="134697"/>
                  </a:lnTo>
                  <a:lnTo>
                    <a:pt x="9761659" y="165128"/>
                  </a:lnTo>
                  <a:lnTo>
                    <a:pt x="9676111" y="198737"/>
                  </a:lnTo>
                  <a:lnTo>
                    <a:pt x="9595828" y="235651"/>
                  </a:lnTo>
                  <a:lnTo>
                    <a:pt x="9521185" y="276095"/>
                  </a:lnTo>
                  <a:lnTo>
                    <a:pt x="9452184" y="320396"/>
                  </a:lnTo>
                  <a:lnTo>
                    <a:pt x="9388561" y="368972"/>
                  </a:lnTo>
                  <a:lnTo>
                    <a:pt x="9329874" y="422331"/>
                  </a:lnTo>
                  <a:lnTo>
                    <a:pt x="9275577" y="481046"/>
                  </a:lnTo>
                  <a:lnTo>
                    <a:pt x="9225068" y="545730"/>
                  </a:lnTo>
                  <a:lnTo>
                    <a:pt x="9177731" y="616982"/>
                  </a:lnTo>
                  <a:lnTo>
                    <a:pt x="9132971" y="695311"/>
                  </a:lnTo>
                  <a:lnTo>
                    <a:pt x="9090239" y="781009"/>
                  </a:lnTo>
                  <a:lnTo>
                    <a:pt x="9084767" y="792780"/>
                  </a:lnTo>
                  <a:lnTo>
                    <a:pt x="9054599" y="860952"/>
                  </a:lnTo>
                  <a:lnTo>
                    <a:pt x="9025075" y="933136"/>
                  </a:lnTo>
                  <a:lnTo>
                    <a:pt x="8996052" y="1009412"/>
                  </a:lnTo>
                  <a:lnTo>
                    <a:pt x="8967413" y="1089822"/>
                  </a:lnTo>
                  <a:lnTo>
                    <a:pt x="8939058" y="1174360"/>
                  </a:lnTo>
                  <a:lnTo>
                    <a:pt x="8910904" y="1262976"/>
                  </a:lnTo>
                  <a:lnTo>
                    <a:pt x="8882884" y="1355568"/>
                  </a:lnTo>
                  <a:lnTo>
                    <a:pt x="8854942" y="1451978"/>
                  </a:lnTo>
                  <a:lnTo>
                    <a:pt x="8827038" y="1551996"/>
                  </a:lnTo>
                  <a:lnTo>
                    <a:pt x="8799139" y="1655356"/>
                  </a:lnTo>
                  <a:lnTo>
                    <a:pt x="8771225" y="1761741"/>
                  </a:lnTo>
                  <a:lnTo>
                    <a:pt x="8743281" y="1870778"/>
                  </a:lnTo>
                  <a:lnTo>
                    <a:pt x="8715304" y="1982052"/>
                  </a:lnTo>
                  <a:lnTo>
                    <a:pt x="8687294" y="2095107"/>
                  </a:lnTo>
                  <a:lnTo>
                    <a:pt x="8659257" y="2209454"/>
                  </a:lnTo>
                  <a:lnTo>
                    <a:pt x="8631203" y="2324577"/>
                  </a:lnTo>
                  <a:lnTo>
                    <a:pt x="8603143" y="2439949"/>
                  </a:lnTo>
                  <a:lnTo>
                    <a:pt x="8575089" y="2555036"/>
                  </a:lnTo>
                  <a:lnTo>
                    <a:pt x="8547054" y="2669311"/>
                  </a:lnTo>
                  <a:lnTo>
                    <a:pt x="8519046" y="2782260"/>
                  </a:lnTo>
                  <a:lnTo>
                    <a:pt x="8491071" y="2893397"/>
                  </a:lnTo>
                  <a:lnTo>
                    <a:pt x="8463130" y="3002266"/>
                  </a:lnTo>
                  <a:lnTo>
                    <a:pt x="8435217" y="3108456"/>
                  </a:lnTo>
                  <a:lnTo>
                    <a:pt x="8407318" y="3211599"/>
                  </a:lnTo>
                  <a:lnTo>
                    <a:pt x="8379412" y="3311379"/>
                  </a:lnTo>
                  <a:lnTo>
                    <a:pt x="8351467" y="3407536"/>
                  </a:lnTo>
                  <a:lnTo>
                    <a:pt x="8323440" y="3499861"/>
                  </a:lnTo>
                  <a:lnTo>
                    <a:pt x="8295274" y="3588202"/>
                  </a:lnTo>
                  <a:lnTo>
                    <a:pt x="8266903" y="3672461"/>
                  </a:lnTo>
                  <a:lnTo>
                    <a:pt x="8238241" y="3752589"/>
                  </a:lnTo>
                  <a:lnTo>
                    <a:pt x="8209188" y="3828586"/>
                  </a:lnTo>
                  <a:lnTo>
                    <a:pt x="8179625" y="3900494"/>
                  </a:lnTo>
                  <a:lnTo>
                    <a:pt x="8151487" y="3963904"/>
                  </a:lnTo>
                  <a:lnTo>
                    <a:pt x="8108984" y="4050570"/>
                  </a:lnTo>
                  <a:lnTo>
                    <a:pt x="8064519" y="4129855"/>
                  </a:lnTo>
                  <a:lnTo>
                    <a:pt x="8017553" y="4202008"/>
                  </a:lnTo>
                  <a:lnTo>
                    <a:pt x="7967494" y="4267519"/>
                  </a:lnTo>
                  <a:lnTo>
                    <a:pt x="7913728" y="4326981"/>
                  </a:lnTo>
                  <a:lnTo>
                    <a:pt x="7855649" y="4381007"/>
                  </a:lnTo>
                  <a:lnTo>
                    <a:pt x="7792700" y="4430179"/>
                  </a:lnTo>
                  <a:lnTo>
                    <a:pt x="7724423" y="4475014"/>
                  </a:lnTo>
                  <a:lnTo>
                    <a:pt x="7650526" y="4515943"/>
                  </a:lnTo>
                  <a:lnTo>
                    <a:pt x="7570970" y="4553304"/>
                  </a:lnTo>
                  <a:lnTo>
                    <a:pt x="7486074" y="4587337"/>
                  </a:lnTo>
                  <a:lnTo>
                    <a:pt x="7396627" y="4618180"/>
                  </a:lnTo>
                  <a:lnTo>
                    <a:pt x="7303989" y="4645886"/>
                  </a:lnTo>
                  <a:lnTo>
                    <a:pt x="7210146" y="4670433"/>
                  </a:lnTo>
                  <a:lnTo>
                    <a:pt x="7117689" y="4691760"/>
                  </a:lnTo>
                  <a:lnTo>
                    <a:pt x="7029660" y="4709805"/>
                  </a:lnTo>
                  <a:lnTo>
                    <a:pt x="6949274" y="4724551"/>
                  </a:lnTo>
                  <a:lnTo>
                    <a:pt x="6879502" y="4736076"/>
                  </a:lnTo>
                  <a:lnTo>
                    <a:pt x="6822628" y="4744580"/>
                  </a:lnTo>
                  <a:lnTo>
                    <a:pt x="6779842" y="4750395"/>
                  </a:lnTo>
                  <a:lnTo>
                    <a:pt x="6750991" y="4753973"/>
                  </a:lnTo>
                  <a:lnTo>
                    <a:pt x="6734531" y="4755841"/>
                  </a:lnTo>
                  <a:lnTo>
                    <a:pt x="6727630" y="4756560"/>
                  </a:lnTo>
                  <a:lnTo>
                    <a:pt x="6726343" y="4756685"/>
                  </a:lnTo>
                  <a:lnTo>
                    <a:pt x="5254955" y="4756685"/>
                  </a:lnTo>
                  <a:lnTo>
                    <a:pt x="5254026" y="4756606"/>
                  </a:lnTo>
                  <a:lnTo>
                    <a:pt x="5247894" y="4756043"/>
                  </a:lnTo>
                  <a:lnTo>
                    <a:pt x="5232346" y="4754489"/>
                  </a:lnTo>
                  <a:lnTo>
                    <a:pt x="5204323" y="4751426"/>
                  </a:lnTo>
                  <a:lnTo>
                    <a:pt x="5162098" y="4746363"/>
                  </a:lnTo>
                  <a:lnTo>
                    <a:pt x="5105403" y="4738879"/>
                  </a:lnTo>
                  <a:lnTo>
                    <a:pt x="5035391" y="4728658"/>
                  </a:lnTo>
                  <a:lnTo>
                    <a:pt x="4954378" y="4715510"/>
                  </a:lnTo>
                  <a:lnTo>
                    <a:pt x="4865430" y="4699361"/>
                  </a:lnTo>
                  <a:lnTo>
                    <a:pt x="4771877" y="4680223"/>
                  </a:lnTo>
                  <a:lnTo>
                    <a:pt x="4676880" y="4658154"/>
                  </a:lnTo>
                  <a:lnTo>
                    <a:pt x="4583127" y="4633209"/>
                  </a:lnTo>
                  <a:lnTo>
                    <a:pt x="4492673" y="4605407"/>
                  </a:lnTo>
                  <a:lnTo>
                    <a:pt x="4406912" y="4574700"/>
                  </a:lnTo>
                  <a:lnTo>
                    <a:pt x="4326646" y="4540954"/>
                  </a:lnTo>
                  <a:lnTo>
                    <a:pt x="4252183" y="4503947"/>
                  </a:lnTo>
                  <a:lnTo>
                    <a:pt x="4183467" y="4463360"/>
                  </a:lnTo>
                  <a:lnTo>
                    <a:pt x="4120180" y="4418790"/>
                  </a:lnTo>
                  <a:lnTo>
                    <a:pt x="4061834" y="4369755"/>
                  </a:lnTo>
                  <a:lnTo>
                    <a:pt x="4007845" y="4315715"/>
                  </a:lnTo>
                  <a:lnTo>
                    <a:pt x="3957582" y="4256104"/>
                  </a:lnTo>
                  <a:lnTo>
                    <a:pt x="3910410" y="4190382"/>
                  </a:lnTo>
                  <a:lnTo>
                    <a:pt x="3865720" y="4118120"/>
                  </a:lnTo>
                  <a:lnTo>
                    <a:pt x="3829811" y="4052445"/>
                  </a:lnTo>
                  <a:lnTo>
                    <a:pt x="3797992" y="3988427"/>
                  </a:lnTo>
                  <a:lnTo>
                    <a:pt x="3766879" y="3920434"/>
                  </a:lnTo>
                  <a:lnTo>
                    <a:pt x="3736311" y="3848385"/>
                  </a:lnTo>
                  <a:lnTo>
                    <a:pt x="3706150" y="3772244"/>
                  </a:lnTo>
                  <a:lnTo>
                    <a:pt x="3676283" y="3692025"/>
                  </a:lnTo>
                  <a:lnTo>
                    <a:pt x="3646618" y="3607795"/>
                  </a:lnTo>
                  <a:lnTo>
                    <a:pt x="3617081" y="3519678"/>
                  </a:lnTo>
                  <a:lnTo>
                    <a:pt x="3587612" y="3427856"/>
                  </a:lnTo>
                  <a:lnTo>
                    <a:pt x="3558167" y="3332575"/>
                  </a:lnTo>
                  <a:lnTo>
                    <a:pt x="3528715" y="3234137"/>
                  </a:lnTo>
                  <a:lnTo>
                    <a:pt x="3499236" y="3132906"/>
                  </a:lnTo>
                  <a:lnTo>
                    <a:pt x="3469722" y="3029295"/>
                  </a:lnTo>
                  <a:lnTo>
                    <a:pt x="3440170" y="2923768"/>
                  </a:lnTo>
                  <a:lnTo>
                    <a:pt x="3410585" y="2816825"/>
                  </a:lnTo>
                  <a:lnTo>
                    <a:pt x="3380978" y="2708997"/>
                  </a:lnTo>
                  <a:lnTo>
                    <a:pt x="3351363" y="2600835"/>
                  </a:lnTo>
                  <a:lnTo>
                    <a:pt x="3321754" y="2492895"/>
                  </a:lnTo>
                  <a:lnTo>
                    <a:pt x="3292164" y="2385729"/>
                  </a:lnTo>
                  <a:lnTo>
                    <a:pt x="3262604" y="2279873"/>
                  </a:lnTo>
                  <a:lnTo>
                    <a:pt x="3233082" y="2175835"/>
                  </a:lnTo>
                  <a:lnTo>
                    <a:pt x="3203597" y="2074087"/>
                  </a:lnTo>
                  <a:lnTo>
                    <a:pt x="3174141" y="1975052"/>
                  </a:lnTo>
                  <a:lnTo>
                    <a:pt x="3144697" y="1879105"/>
                  </a:lnTo>
                  <a:lnTo>
                    <a:pt x="3115235" y="1786561"/>
                  </a:lnTo>
                  <a:lnTo>
                    <a:pt x="3085716" y="1697676"/>
                  </a:lnTo>
                  <a:lnTo>
                    <a:pt x="3056082" y="1612646"/>
                  </a:lnTo>
                  <a:lnTo>
                    <a:pt x="3026263" y="1531608"/>
                  </a:lnTo>
                  <a:lnTo>
                    <a:pt x="2996170" y="1454638"/>
                  </a:lnTo>
                  <a:lnTo>
                    <a:pt x="2965695" y="1381762"/>
                  </a:lnTo>
                  <a:lnTo>
                    <a:pt x="2934705" y="1312952"/>
                  </a:lnTo>
                  <a:lnTo>
                    <a:pt x="2903043" y="1248138"/>
                  </a:lnTo>
                  <a:lnTo>
                    <a:pt x="2896531" y="1235484"/>
                  </a:lnTo>
                  <a:lnTo>
                    <a:pt x="2853493" y="1157589"/>
                  </a:lnTo>
                  <a:lnTo>
                    <a:pt x="2808438" y="1086413"/>
                  </a:lnTo>
                  <a:lnTo>
                    <a:pt x="2760806" y="1021719"/>
                  </a:lnTo>
                  <a:lnTo>
                    <a:pt x="2709980" y="963053"/>
                  </a:lnTo>
                  <a:lnTo>
                    <a:pt x="2655324" y="909866"/>
                  </a:lnTo>
                  <a:lnTo>
                    <a:pt x="2596212" y="861593"/>
                  </a:lnTo>
                  <a:lnTo>
                    <a:pt x="2532070" y="817703"/>
                  </a:lnTo>
                  <a:lnTo>
                    <a:pt x="2462435" y="777724"/>
                  </a:lnTo>
                  <a:lnTo>
                    <a:pt x="2387024" y="741266"/>
                  </a:lnTo>
                  <a:lnTo>
                    <a:pt x="2305830" y="708028"/>
                  </a:lnTo>
                  <a:lnTo>
                    <a:pt x="2219236" y="677800"/>
                  </a:lnTo>
                  <a:lnTo>
                    <a:pt x="2128133" y="650465"/>
                  </a:lnTo>
                  <a:lnTo>
                    <a:pt x="2034020" y="625986"/>
                  </a:lnTo>
                  <a:lnTo>
                    <a:pt x="1939060" y="604389"/>
                  </a:lnTo>
                  <a:lnTo>
                    <a:pt x="1846032" y="585734"/>
                  </a:lnTo>
                  <a:lnTo>
                    <a:pt x="1758150" y="570075"/>
                  </a:lnTo>
                  <a:lnTo>
                    <a:pt x="1678733" y="557411"/>
                  </a:lnTo>
                  <a:lnTo>
                    <a:pt x="1610756" y="547653"/>
                  </a:lnTo>
                  <a:lnTo>
                    <a:pt x="1556374" y="540587"/>
                  </a:lnTo>
                  <a:lnTo>
                    <a:pt x="1516518" y="535880"/>
                  </a:lnTo>
                  <a:lnTo>
                    <a:pt x="1490681" y="533098"/>
                  </a:lnTo>
                  <a:lnTo>
                    <a:pt x="1476906" y="531740"/>
                  </a:lnTo>
                  <a:lnTo>
                    <a:pt x="1471937" y="531291"/>
                  </a:lnTo>
                  <a:lnTo>
                    <a:pt x="1471387" y="531244"/>
                  </a:lnTo>
                  <a:lnTo>
                    <a:pt x="0" y="531244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219" name="pl219"/>
            <p:cNvSpPr/>
            <p:nvPr/>
          </p:nvSpPr>
          <p:spPr>
            <a:xfrm>
              <a:off x="4799595" y="6230239"/>
              <a:ext cx="11981298" cy="4756685"/>
            </a:xfrm>
            <a:custGeom>
              <a:avLst/>
              <a:pathLst>
                <a:path w="11981298" h="4756685">
                  <a:moveTo>
                    <a:pt x="0" y="531244"/>
                  </a:moveTo>
                  <a:lnTo>
                    <a:pt x="1471387" y="531244"/>
                  </a:lnTo>
                  <a:lnTo>
                    <a:pt x="1472316" y="531323"/>
                  </a:lnTo>
                  <a:lnTo>
                    <a:pt x="1478448" y="531886"/>
                  </a:lnTo>
                  <a:lnTo>
                    <a:pt x="1493996" y="533440"/>
                  </a:lnTo>
                  <a:lnTo>
                    <a:pt x="1522019" y="536503"/>
                  </a:lnTo>
                  <a:lnTo>
                    <a:pt x="1564244" y="541566"/>
                  </a:lnTo>
                  <a:lnTo>
                    <a:pt x="1620939" y="549050"/>
                  </a:lnTo>
                  <a:lnTo>
                    <a:pt x="1690951" y="559271"/>
                  </a:lnTo>
                  <a:lnTo>
                    <a:pt x="1771964" y="572419"/>
                  </a:lnTo>
                  <a:lnTo>
                    <a:pt x="1860912" y="588568"/>
                  </a:lnTo>
                  <a:lnTo>
                    <a:pt x="1954466" y="607705"/>
                  </a:lnTo>
                  <a:lnTo>
                    <a:pt x="2049462" y="629775"/>
                  </a:lnTo>
                  <a:lnTo>
                    <a:pt x="2143215" y="654720"/>
                  </a:lnTo>
                  <a:lnTo>
                    <a:pt x="2233669" y="682522"/>
                  </a:lnTo>
                  <a:lnTo>
                    <a:pt x="2319430" y="713229"/>
                  </a:lnTo>
                  <a:lnTo>
                    <a:pt x="2399697" y="746975"/>
                  </a:lnTo>
                  <a:lnTo>
                    <a:pt x="2474159" y="783982"/>
                  </a:lnTo>
                  <a:lnTo>
                    <a:pt x="2542875" y="824569"/>
                  </a:lnTo>
                  <a:lnTo>
                    <a:pt x="2606162" y="869139"/>
                  </a:lnTo>
                  <a:lnTo>
                    <a:pt x="2664508" y="918174"/>
                  </a:lnTo>
                  <a:lnTo>
                    <a:pt x="2718497" y="972214"/>
                  </a:lnTo>
                  <a:lnTo>
                    <a:pt x="2768760" y="1031825"/>
                  </a:lnTo>
                  <a:lnTo>
                    <a:pt x="2815932" y="1097547"/>
                  </a:lnTo>
                  <a:lnTo>
                    <a:pt x="2860623" y="1169809"/>
                  </a:lnTo>
                  <a:lnTo>
                    <a:pt x="2896531" y="1235484"/>
                  </a:lnTo>
                  <a:lnTo>
                    <a:pt x="2928350" y="1299502"/>
                  </a:lnTo>
                  <a:lnTo>
                    <a:pt x="2959463" y="1367495"/>
                  </a:lnTo>
                  <a:lnTo>
                    <a:pt x="2990031" y="1439544"/>
                  </a:lnTo>
                  <a:lnTo>
                    <a:pt x="3020192" y="1515685"/>
                  </a:lnTo>
                  <a:lnTo>
                    <a:pt x="3050059" y="1595903"/>
                  </a:lnTo>
                  <a:lnTo>
                    <a:pt x="3079724" y="1680134"/>
                  </a:lnTo>
                  <a:lnTo>
                    <a:pt x="3109261" y="1768251"/>
                  </a:lnTo>
                  <a:lnTo>
                    <a:pt x="3138731" y="1860073"/>
                  </a:lnTo>
                  <a:lnTo>
                    <a:pt x="3168176" y="1955354"/>
                  </a:lnTo>
                  <a:lnTo>
                    <a:pt x="3197627" y="2053791"/>
                  </a:lnTo>
                  <a:lnTo>
                    <a:pt x="3227106" y="2155023"/>
                  </a:lnTo>
                  <a:lnTo>
                    <a:pt x="3256620" y="2258634"/>
                  </a:lnTo>
                  <a:lnTo>
                    <a:pt x="3286173" y="2364161"/>
                  </a:lnTo>
                  <a:lnTo>
                    <a:pt x="3315757" y="2471104"/>
                  </a:lnTo>
                  <a:lnTo>
                    <a:pt x="3345364" y="2578932"/>
                  </a:lnTo>
                  <a:lnTo>
                    <a:pt x="3374979" y="2687094"/>
                  </a:lnTo>
                  <a:lnTo>
                    <a:pt x="3404589" y="2795034"/>
                  </a:lnTo>
                  <a:lnTo>
                    <a:pt x="3434178" y="2902200"/>
                  </a:lnTo>
                  <a:lnTo>
                    <a:pt x="3463738" y="3008056"/>
                  </a:lnTo>
                  <a:lnTo>
                    <a:pt x="3493260" y="3112094"/>
                  </a:lnTo>
                  <a:lnTo>
                    <a:pt x="3522745" y="3213842"/>
                  </a:lnTo>
                  <a:lnTo>
                    <a:pt x="3552201" y="3312877"/>
                  </a:lnTo>
                  <a:lnTo>
                    <a:pt x="3581646" y="3408824"/>
                  </a:lnTo>
                  <a:lnTo>
                    <a:pt x="3611107" y="3501368"/>
                  </a:lnTo>
                  <a:lnTo>
                    <a:pt x="3640626" y="3590253"/>
                  </a:lnTo>
                  <a:lnTo>
                    <a:pt x="3670260" y="3675282"/>
                  </a:lnTo>
                  <a:lnTo>
                    <a:pt x="3700079" y="3756321"/>
                  </a:lnTo>
                  <a:lnTo>
                    <a:pt x="3730172" y="3833291"/>
                  </a:lnTo>
                  <a:lnTo>
                    <a:pt x="3760648" y="3906167"/>
                  </a:lnTo>
                  <a:lnTo>
                    <a:pt x="3791638" y="3974976"/>
                  </a:lnTo>
                  <a:lnTo>
                    <a:pt x="3823299" y="4039791"/>
                  </a:lnTo>
                  <a:lnTo>
                    <a:pt x="3829811" y="4052445"/>
                  </a:lnTo>
                  <a:lnTo>
                    <a:pt x="3872849" y="4130340"/>
                  </a:lnTo>
                  <a:lnTo>
                    <a:pt x="3917904" y="4201516"/>
                  </a:lnTo>
                  <a:lnTo>
                    <a:pt x="3965536" y="4266210"/>
                  </a:lnTo>
                  <a:lnTo>
                    <a:pt x="4016362" y="4324876"/>
                  </a:lnTo>
                  <a:lnTo>
                    <a:pt x="4071018" y="4378063"/>
                  </a:lnTo>
                  <a:lnTo>
                    <a:pt x="4130130" y="4426335"/>
                  </a:lnTo>
                  <a:lnTo>
                    <a:pt x="4194272" y="4470226"/>
                  </a:lnTo>
                  <a:lnTo>
                    <a:pt x="4263907" y="4510205"/>
                  </a:lnTo>
                  <a:lnTo>
                    <a:pt x="4339318" y="4546662"/>
                  </a:lnTo>
                  <a:lnTo>
                    <a:pt x="4420512" y="4579901"/>
                  </a:lnTo>
                  <a:lnTo>
                    <a:pt x="4507106" y="4610128"/>
                  </a:lnTo>
                  <a:lnTo>
                    <a:pt x="4598209" y="4637464"/>
                  </a:lnTo>
                  <a:lnTo>
                    <a:pt x="4692322" y="4661943"/>
                  </a:lnTo>
                  <a:lnTo>
                    <a:pt x="4787282" y="4683540"/>
                  </a:lnTo>
                  <a:lnTo>
                    <a:pt x="4880310" y="4702195"/>
                  </a:lnTo>
                  <a:lnTo>
                    <a:pt x="4968192" y="4717854"/>
                  </a:lnTo>
                  <a:lnTo>
                    <a:pt x="5047609" y="4730518"/>
                  </a:lnTo>
                  <a:lnTo>
                    <a:pt x="5115586" y="4740276"/>
                  </a:lnTo>
                  <a:lnTo>
                    <a:pt x="5169968" y="4747342"/>
                  </a:lnTo>
                  <a:lnTo>
                    <a:pt x="5209824" y="4752049"/>
                  </a:lnTo>
                  <a:lnTo>
                    <a:pt x="5235662" y="4754831"/>
                  </a:lnTo>
                  <a:lnTo>
                    <a:pt x="5249436" y="4756188"/>
                  </a:lnTo>
                  <a:lnTo>
                    <a:pt x="5254405" y="4756638"/>
                  </a:lnTo>
                  <a:lnTo>
                    <a:pt x="5254955" y="4756685"/>
                  </a:lnTo>
                  <a:lnTo>
                    <a:pt x="6726343" y="4756685"/>
                  </a:lnTo>
                  <a:lnTo>
                    <a:pt x="6727238" y="4756599"/>
                  </a:lnTo>
                  <a:lnTo>
                    <a:pt x="6733157" y="4755989"/>
                  </a:lnTo>
                  <a:lnTo>
                    <a:pt x="6748179" y="4754303"/>
                  </a:lnTo>
                  <a:lnTo>
                    <a:pt x="6775289" y="4750981"/>
                  </a:lnTo>
                  <a:lnTo>
                    <a:pt x="6816211" y="4745486"/>
                  </a:lnTo>
                  <a:lnTo>
                    <a:pt x="6871281" y="4737356"/>
                  </a:lnTo>
                  <a:lnTo>
                    <a:pt x="6939473" y="4726241"/>
                  </a:lnTo>
                  <a:lnTo>
                    <a:pt x="7018628" y="4711923"/>
                  </a:lnTo>
                  <a:lnTo>
                    <a:pt x="7105838" y="4694311"/>
                  </a:lnTo>
                  <a:lnTo>
                    <a:pt x="7197896" y="4673411"/>
                  </a:lnTo>
                  <a:lnTo>
                    <a:pt x="7291716" y="4649282"/>
                  </a:lnTo>
                  <a:lnTo>
                    <a:pt x="7384639" y="4621987"/>
                  </a:lnTo>
                  <a:lnTo>
                    <a:pt x="7474594" y="4591556"/>
                  </a:lnTo>
                  <a:lnTo>
                    <a:pt x="7560143" y="4557947"/>
                  </a:lnTo>
                  <a:lnTo>
                    <a:pt x="7640425" y="4521033"/>
                  </a:lnTo>
                  <a:lnTo>
                    <a:pt x="7715068" y="4480589"/>
                  </a:lnTo>
                  <a:lnTo>
                    <a:pt x="7784069" y="4436288"/>
                  </a:lnTo>
                  <a:lnTo>
                    <a:pt x="7847692" y="4387712"/>
                  </a:lnTo>
                  <a:lnTo>
                    <a:pt x="7906379" y="4334353"/>
                  </a:lnTo>
                  <a:lnTo>
                    <a:pt x="7960676" y="4275638"/>
                  </a:lnTo>
                  <a:lnTo>
                    <a:pt x="8011186" y="4210954"/>
                  </a:lnTo>
                  <a:lnTo>
                    <a:pt x="8058522" y="4139702"/>
                  </a:lnTo>
                  <a:lnTo>
                    <a:pt x="8103283" y="4061373"/>
                  </a:lnTo>
                  <a:lnTo>
                    <a:pt x="8146014" y="3975675"/>
                  </a:lnTo>
                  <a:lnTo>
                    <a:pt x="8151487" y="3963904"/>
                  </a:lnTo>
                  <a:lnTo>
                    <a:pt x="8181654" y="3895732"/>
                  </a:lnTo>
                  <a:lnTo>
                    <a:pt x="8211179" y="3823548"/>
                  </a:lnTo>
                  <a:lnTo>
                    <a:pt x="8240201" y="3747272"/>
                  </a:lnTo>
                  <a:lnTo>
                    <a:pt x="8268840" y="3666862"/>
                  </a:lnTo>
                  <a:lnTo>
                    <a:pt x="8297195" y="3582324"/>
                  </a:lnTo>
                  <a:lnTo>
                    <a:pt x="8325349" y="3493708"/>
                  </a:lnTo>
                  <a:lnTo>
                    <a:pt x="8353370" y="3401117"/>
                  </a:lnTo>
                  <a:lnTo>
                    <a:pt x="8381311" y="3304706"/>
                  </a:lnTo>
                  <a:lnTo>
                    <a:pt x="8409215" y="3204688"/>
                  </a:lnTo>
                  <a:lnTo>
                    <a:pt x="8437114" y="3101328"/>
                  </a:lnTo>
                  <a:lnTo>
                    <a:pt x="8465029" y="2994944"/>
                  </a:lnTo>
                  <a:lnTo>
                    <a:pt x="8492972" y="2885906"/>
                  </a:lnTo>
                  <a:lnTo>
                    <a:pt x="8520949" y="2774632"/>
                  </a:lnTo>
                  <a:lnTo>
                    <a:pt x="8548959" y="2661577"/>
                  </a:lnTo>
                  <a:lnTo>
                    <a:pt x="8576996" y="2547230"/>
                  </a:lnTo>
                  <a:lnTo>
                    <a:pt x="8605051" y="2432107"/>
                  </a:lnTo>
                  <a:lnTo>
                    <a:pt x="8633111" y="2316735"/>
                  </a:lnTo>
                  <a:lnTo>
                    <a:pt x="8661164" y="2201648"/>
                  </a:lnTo>
                  <a:lnTo>
                    <a:pt x="8689200" y="2087373"/>
                  </a:lnTo>
                  <a:lnTo>
                    <a:pt x="8717208" y="1974424"/>
                  </a:lnTo>
                  <a:lnTo>
                    <a:pt x="8745182" y="1863287"/>
                  </a:lnTo>
                  <a:lnTo>
                    <a:pt x="8773124" y="1754418"/>
                  </a:lnTo>
                  <a:lnTo>
                    <a:pt x="8801037" y="1648228"/>
                  </a:lnTo>
                  <a:lnTo>
                    <a:pt x="8828935" y="1545085"/>
                  </a:lnTo>
                  <a:lnTo>
                    <a:pt x="8856841" y="1445305"/>
                  </a:lnTo>
                  <a:lnTo>
                    <a:pt x="8884786" y="1349148"/>
                  </a:lnTo>
                  <a:lnTo>
                    <a:pt x="8912814" y="1256823"/>
                  </a:lnTo>
                  <a:lnTo>
                    <a:pt x="8940979" y="1168482"/>
                  </a:lnTo>
                  <a:lnTo>
                    <a:pt x="8969350" y="1084223"/>
                  </a:lnTo>
                  <a:lnTo>
                    <a:pt x="8998012" y="1004095"/>
                  </a:lnTo>
                  <a:lnTo>
                    <a:pt x="9027065" y="928098"/>
                  </a:lnTo>
                  <a:lnTo>
                    <a:pt x="9056629" y="856190"/>
                  </a:lnTo>
                  <a:lnTo>
                    <a:pt x="9084767" y="792780"/>
                  </a:lnTo>
                  <a:lnTo>
                    <a:pt x="9127269" y="706114"/>
                  </a:lnTo>
                  <a:lnTo>
                    <a:pt x="9171734" y="626829"/>
                  </a:lnTo>
                  <a:lnTo>
                    <a:pt x="9218700" y="554676"/>
                  </a:lnTo>
                  <a:lnTo>
                    <a:pt x="9268759" y="489165"/>
                  </a:lnTo>
                  <a:lnTo>
                    <a:pt x="9322525" y="429704"/>
                  </a:lnTo>
                  <a:lnTo>
                    <a:pt x="9380604" y="375677"/>
                  </a:lnTo>
                  <a:lnTo>
                    <a:pt x="9443553" y="326505"/>
                  </a:lnTo>
                  <a:lnTo>
                    <a:pt x="9511830" y="281670"/>
                  </a:lnTo>
                  <a:lnTo>
                    <a:pt x="9585727" y="240741"/>
                  </a:lnTo>
                  <a:lnTo>
                    <a:pt x="9665283" y="203380"/>
                  </a:lnTo>
                  <a:lnTo>
                    <a:pt x="9750179" y="169347"/>
                  </a:lnTo>
                  <a:lnTo>
                    <a:pt x="9839626" y="138504"/>
                  </a:lnTo>
                  <a:lnTo>
                    <a:pt x="9932264" y="110798"/>
                  </a:lnTo>
                  <a:lnTo>
                    <a:pt x="10026107" y="86251"/>
                  </a:lnTo>
                  <a:lnTo>
                    <a:pt x="10118565" y="64924"/>
                  </a:lnTo>
                  <a:lnTo>
                    <a:pt x="10206593" y="46880"/>
                  </a:lnTo>
                  <a:lnTo>
                    <a:pt x="10286980" y="32133"/>
                  </a:lnTo>
                  <a:lnTo>
                    <a:pt x="10356751" y="20608"/>
                  </a:lnTo>
                  <a:lnTo>
                    <a:pt x="10413625" y="12104"/>
                  </a:lnTo>
                  <a:lnTo>
                    <a:pt x="10456411" y="6289"/>
                  </a:lnTo>
                  <a:lnTo>
                    <a:pt x="10485262" y="2711"/>
                  </a:lnTo>
                  <a:lnTo>
                    <a:pt x="10501722" y="843"/>
                  </a:lnTo>
                  <a:lnTo>
                    <a:pt x="10508623" y="124"/>
                  </a:lnTo>
                  <a:lnTo>
                    <a:pt x="10509909" y="0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20" name="pl220"/>
            <p:cNvSpPr/>
            <p:nvPr/>
          </p:nvSpPr>
          <p:spPr>
            <a:xfrm>
              <a:off x="4799595" y="6222066"/>
              <a:ext cx="11981298" cy="4756685"/>
            </a:xfrm>
            <a:custGeom>
              <a:avLst/>
              <a:pathLst>
                <a:path w="11981298" h="4756685">
                  <a:moveTo>
                    <a:pt x="11981298" y="0"/>
                  </a:moveTo>
                  <a:lnTo>
                    <a:pt x="10509911" y="0"/>
                  </a:lnTo>
                  <a:lnTo>
                    <a:pt x="10509015" y="85"/>
                  </a:lnTo>
                  <a:lnTo>
                    <a:pt x="10503096" y="695"/>
                  </a:lnTo>
                  <a:lnTo>
                    <a:pt x="10488074" y="2381"/>
                  </a:lnTo>
                  <a:lnTo>
                    <a:pt x="10460964" y="5703"/>
                  </a:lnTo>
                  <a:lnTo>
                    <a:pt x="10420042" y="11198"/>
                  </a:lnTo>
                  <a:lnTo>
                    <a:pt x="10364972" y="19328"/>
                  </a:lnTo>
                  <a:lnTo>
                    <a:pt x="10296780" y="30443"/>
                  </a:lnTo>
                  <a:lnTo>
                    <a:pt x="10217625" y="44761"/>
                  </a:lnTo>
                  <a:lnTo>
                    <a:pt x="10130415" y="62373"/>
                  </a:lnTo>
                  <a:lnTo>
                    <a:pt x="10038357" y="83273"/>
                  </a:lnTo>
                  <a:lnTo>
                    <a:pt x="9944537" y="107402"/>
                  </a:lnTo>
                  <a:lnTo>
                    <a:pt x="9851614" y="134697"/>
                  </a:lnTo>
                  <a:lnTo>
                    <a:pt x="9761659" y="165128"/>
                  </a:lnTo>
                  <a:lnTo>
                    <a:pt x="9676111" y="198737"/>
                  </a:lnTo>
                  <a:lnTo>
                    <a:pt x="9595828" y="235651"/>
                  </a:lnTo>
                  <a:lnTo>
                    <a:pt x="9521185" y="276095"/>
                  </a:lnTo>
                  <a:lnTo>
                    <a:pt x="9452184" y="320396"/>
                  </a:lnTo>
                  <a:lnTo>
                    <a:pt x="9388561" y="368972"/>
                  </a:lnTo>
                  <a:lnTo>
                    <a:pt x="9329874" y="422331"/>
                  </a:lnTo>
                  <a:lnTo>
                    <a:pt x="9275577" y="481046"/>
                  </a:lnTo>
                  <a:lnTo>
                    <a:pt x="9225068" y="545730"/>
                  </a:lnTo>
                  <a:lnTo>
                    <a:pt x="9177731" y="616982"/>
                  </a:lnTo>
                  <a:lnTo>
                    <a:pt x="9132971" y="695311"/>
                  </a:lnTo>
                  <a:lnTo>
                    <a:pt x="9090239" y="781009"/>
                  </a:lnTo>
                  <a:lnTo>
                    <a:pt x="9084767" y="792780"/>
                  </a:lnTo>
                  <a:lnTo>
                    <a:pt x="9054599" y="860952"/>
                  </a:lnTo>
                  <a:lnTo>
                    <a:pt x="9025075" y="933136"/>
                  </a:lnTo>
                  <a:lnTo>
                    <a:pt x="8996052" y="1009412"/>
                  </a:lnTo>
                  <a:lnTo>
                    <a:pt x="8967413" y="1089822"/>
                  </a:lnTo>
                  <a:lnTo>
                    <a:pt x="8939058" y="1174360"/>
                  </a:lnTo>
                  <a:lnTo>
                    <a:pt x="8910904" y="1262976"/>
                  </a:lnTo>
                  <a:lnTo>
                    <a:pt x="8882884" y="1355568"/>
                  </a:lnTo>
                  <a:lnTo>
                    <a:pt x="8854942" y="1451978"/>
                  </a:lnTo>
                  <a:lnTo>
                    <a:pt x="8827038" y="1551996"/>
                  </a:lnTo>
                  <a:lnTo>
                    <a:pt x="8799139" y="1655356"/>
                  </a:lnTo>
                  <a:lnTo>
                    <a:pt x="8771225" y="1761741"/>
                  </a:lnTo>
                  <a:lnTo>
                    <a:pt x="8743281" y="1870778"/>
                  </a:lnTo>
                  <a:lnTo>
                    <a:pt x="8715304" y="1982052"/>
                  </a:lnTo>
                  <a:lnTo>
                    <a:pt x="8687294" y="2095107"/>
                  </a:lnTo>
                  <a:lnTo>
                    <a:pt x="8659257" y="2209454"/>
                  </a:lnTo>
                  <a:lnTo>
                    <a:pt x="8631203" y="2324577"/>
                  </a:lnTo>
                  <a:lnTo>
                    <a:pt x="8603143" y="2439949"/>
                  </a:lnTo>
                  <a:lnTo>
                    <a:pt x="8575089" y="2555036"/>
                  </a:lnTo>
                  <a:lnTo>
                    <a:pt x="8547054" y="2669311"/>
                  </a:lnTo>
                  <a:lnTo>
                    <a:pt x="8519046" y="2782260"/>
                  </a:lnTo>
                  <a:lnTo>
                    <a:pt x="8491071" y="2893397"/>
                  </a:lnTo>
                  <a:lnTo>
                    <a:pt x="8463130" y="3002266"/>
                  </a:lnTo>
                  <a:lnTo>
                    <a:pt x="8435217" y="3108456"/>
                  </a:lnTo>
                  <a:lnTo>
                    <a:pt x="8407318" y="3211599"/>
                  </a:lnTo>
                  <a:lnTo>
                    <a:pt x="8379412" y="3311379"/>
                  </a:lnTo>
                  <a:lnTo>
                    <a:pt x="8351467" y="3407536"/>
                  </a:lnTo>
                  <a:lnTo>
                    <a:pt x="8323440" y="3499861"/>
                  </a:lnTo>
                  <a:lnTo>
                    <a:pt x="8295274" y="3588202"/>
                  </a:lnTo>
                  <a:lnTo>
                    <a:pt x="8266903" y="3672461"/>
                  </a:lnTo>
                  <a:lnTo>
                    <a:pt x="8238241" y="3752589"/>
                  </a:lnTo>
                  <a:lnTo>
                    <a:pt x="8209188" y="3828586"/>
                  </a:lnTo>
                  <a:lnTo>
                    <a:pt x="8179625" y="3900494"/>
                  </a:lnTo>
                  <a:lnTo>
                    <a:pt x="8151487" y="3963904"/>
                  </a:lnTo>
                  <a:lnTo>
                    <a:pt x="8108984" y="4050570"/>
                  </a:lnTo>
                  <a:lnTo>
                    <a:pt x="8064519" y="4129855"/>
                  </a:lnTo>
                  <a:lnTo>
                    <a:pt x="8017553" y="4202008"/>
                  </a:lnTo>
                  <a:lnTo>
                    <a:pt x="7967494" y="4267519"/>
                  </a:lnTo>
                  <a:lnTo>
                    <a:pt x="7913728" y="4326981"/>
                  </a:lnTo>
                  <a:lnTo>
                    <a:pt x="7855649" y="4381007"/>
                  </a:lnTo>
                  <a:lnTo>
                    <a:pt x="7792700" y="4430179"/>
                  </a:lnTo>
                  <a:lnTo>
                    <a:pt x="7724423" y="4475014"/>
                  </a:lnTo>
                  <a:lnTo>
                    <a:pt x="7650526" y="4515943"/>
                  </a:lnTo>
                  <a:lnTo>
                    <a:pt x="7570970" y="4553304"/>
                  </a:lnTo>
                  <a:lnTo>
                    <a:pt x="7486074" y="4587337"/>
                  </a:lnTo>
                  <a:lnTo>
                    <a:pt x="7396627" y="4618180"/>
                  </a:lnTo>
                  <a:lnTo>
                    <a:pt x="7303989" y="4645886"/>
                  </a:lnTo>
                  <a:lnTo>
                    <a:pt x="7210146" y="4670433"/>
                  </a:lnTo>
                  <a:lnTo>
                    <a:pt x="7117689" y="4691760"/>
                  </a:lnTo>
                  <a:lnTo>
                    <a:pt x="7029660" y="4709805"/>
                  </a:lnTo>
                  <a:lnTo>
                    <a:pt x="6949274" y="4724551"/>
                  </a:lnTo>
                  <a:lnTo>
                    <a:pt x="6879502" y="4736076"/>
                  </a:lnTo>
                  <a:lnTo>
                    <a:pt x="6822628" y="4744580"/>
                  </a:lnTo>
                  <a:lnTo>
                    <a:pt x="6779842" y="4750395"/>
                  </a:lnTo>
                  <a:lnTo>
                    <a:pt x="6750991" y="4753973"/>
                  </a:lnTo>
                  <a:lnTo>
                    <a:pt x="6734531" y="4755841"/>
                  </a:lnTo>
                  <a:lnTo>
                    <a:pt x="6727630" y="4756560"/>
                  </a:lnTo>
                  <a:lnTo>
                    <a:pt x="6726345" y="4756684"/>
                  </a:lnTo>
                  <a:lnTo>
                    <a:pt x="6726343" y="4756685"/>
                  </a:lnTo>
                  <a:lnTo>
                    <a:pt x="5254955" y="4756685"/>
                  </a:lnTo>
                  <a:lnTo>
                    <a:pt x="5254026" y="4756606"/>
                  </a:lnTo>
                  <a:lnTo>
                    <a:pt x="5247894" y="4756043"/>
                  </a:lnTo>
                  <a:lnTo>
                    <a:pt x="5232346" y="4754489"/>
                  </a:lnTo>
                  <a:lnTo>
                    <a:pt x="5204323" y="4751426"/>
                  </a:lnTo>
                  <a:lnTo>
                    <a:pt x="5162098" y="4746363"/>
                  </a:lnTo>
                  <a:lnTo>
                    <a:pt x="5105403" y="4738879"/>
                  </a:lnTo>
                  <a:lnTo>
                    <a:pt x="5035391" y="4728658"/>
                  </a:lnTo>
                  <a:lnTo>
                    <a:pt x="4954378" y="4715510"/>
                  </a:lnTo>
                  <a:lnTo>
                    <a:pt x="4865430" y="4699361"/>
                  </a:lnTo>
                  <a:lnTo>
                    <a:pt x="4771877" y="4680223"/>
                  </a:lnTo>
                  <a:lnTo>
                    <a:pt x="4676880" y="4658154"/>
                  </a:lnTo>
                  <a:lnTo>
                    <a:pt x="4583127" y="4633209"/>
                  </a:lnTo>
                  <a:lnTo>
                    <a:pt x="4492673" y="4605407"/>
                  </a:lnTo>
                  <a:lnTo>
                    <a:pt x="4406912" y="4574700"/>
                  </a:lnTo>
                  <a:lnTo>
                    <a:pt x="4326646" y="4540954"/>
                  </a:lnTo>
                  <a:lnTo>
                    <a:pt x="4252183" y="4503947"/>
                  </a:lnTo>
                  <a:lnTo>
                    <a:pt x="4183467" y="4463360"/>
                  </a:lnTo>
                  <a:lnTo>
                    <a:pt x="4120180" y="4418790"/>
                  </a:lnTo>
                  <a:lnTo>
                    <a:pt x="4061834" y="4369755"/>
                  </a:lnTo>
                  <a:lnTo>
                    <a:pt x="4007845" y="4315715"/>
                  </a:lnTo>
                  <a:lnTo>
                    <a:pt x="3957582" y="4256104"/>
                  </a:lnTo>
                  <a:lnTo>
                    <a:pt x="3910410" y="4190382"/>
                  </a:lnTo>
                  <a:lnTo>
                    <a:pt x="3865720" y="4118120"/>
                  </a:lnTo>
                  <a:lnTo>
                    <a:pt x="3829811" y="4052445"/>
                  </a:lnTo>
                  <a:lnTo>
                    <a:pt x="3797992" y="3988427"/>
                  </a:lnTo>
                  <a:lnTo>
                    <a:pt x="3766879" y="3920434"/>
                  </a:lnTo>
                  <a:lnTo>
                    <a:pt x="3736311" y="3848385"/>
                  </a:lnTo>
                  <a:lnTo>
                    <a:pt x="3706150" y="3772244"/>
                  </a:lnTo>
                  <a:lnTo>
                    <a:pt x="3676283" y="3692025"/>
                  </a:lnTo>
                  <a:lnTo>
                    <a:pt x="3646618" y="3607795"/>
                  </a:lnTo>
                  <a:lnTo>
                    <a:pt x="3617081" y="3519678"/>
                  </a:lnTo>
                  <a:lnTo>
                    <a:pt x="3587612" y="3427856"/>
                  </a:lnTo>
                  <a:lnTo>
                    <a:pt x="3558167" y="3332575"/>
                  </a:lnTo>
                  <a:lnTo>
                    <a:pt x="3528715" y="3234137"/>
                  </a:lnTo>
                  <a:lnTo>
                    <a:pt x="3499236" y="3132906"/>
                  </a:lnTo>
                  <a:lnTo>
                    <a:pt x="3469722" y="3029295"/>
                  </a:lnTo>
                  <a:lnTo>
                    <a:pt x="3440170" y="2923768"/>
                  </a:lnTo>
                  <a:lnTo>
                    <a:pt x="3410585" y="2816825"/>
                  </a:lnTo>
                  <a:lnTo>
                    <a:pt x="3380978" y="2708997"/>
                  </a:lnTo>
                  <a:lnTo>
                    <a:pt x="3351363" y="2600835"/>
                  </a:lnTo>
                  <a:lnTo>
                    <a:pt x="3321754" y="2492895"/>
                  </a:lnTo>
                  <a:lnTo>
                    <a:pt x="3292164" y="2385729"/>
                  </a:lnTo>
                  <a:lnTo>
                    <a:pt x="3262604" y="2279873"/>
                  </a:lnTo>
                  <a:lnTo>
                    <a:pt x="3233082" y="2175835"/>
                  </a:lnTo>
                  <a:lnTo>
                    <a:pt x="3203597" y="2074087"/>
                  </a:lnTo>
                  <a:lnTo>
                    <a:pt x="3174141" y="1975052"/>
                  </a:lnTo>
                  <a:lnTo>
                    <a:pt x="3144697" y="1879105"/>
                  </a:lnTo>
                  <a:lnTo>
                    <a:pt x="3115235" y="1786561"/>
                  </a:lnTo>
                  <a:lnTo>
                    <a:pt x="3085716" y="1697676"/>
                  </a:lnTo>
                  <a:lnTo>
                    <a:pt x="3056082" y="1612646"/>
                  </a:lnTo>
                  <a:lnTo>
                    <a:pt x="3026263" y="1531608"/>
                  </a:lnTo>
                  <a:lnTo>
                    <a:pt x="2996170" y="1454638"/>
                  </a:lnTo>
                  <a:lnTo>
                    <a:pt x="2965695" y="1381762"/>
                  </a:lnTo>
                  <a:lnTo>
                    <a:pt x="2934705" y="1312952"/>
                  </a:lnTo>
                  <a:lnTo>
                    <a:pt x="2903043" y="1248138"/>
                  </a:lnTo>
                  <a:lnTo>
                    <a:pt x="2896531" y="1235484"/>
                  </a:lnTo>
                  <a:lnTo>
                    <a:pt x="2853493" y="1157589"/>
                  </a:lnTo>
                  <a:lnTo>
                    <a:pt x="2808438" y="1086413"/>
                  </a:lnTo>
                  <a:lnTo>
                    <a:pt x="2760806" y="1021719"/>
                  </a:lnTo>
                  <a:lnTo>
                    <a:pt x="2709980" y="963053"/>
                  </a:lnTo>
                  <a:lnTo>
                    <a:pt x="2655324" y="909866"/>
                  </a:lnTo>
                  <a:lnTo>
                    <a:pt x="2596212" y="861593"/>
                  </a:lnTo>
                  <a:lnTo>
                    <a:pt x="2532070" y="817703"/>
                  </a:lnTo>
                  <a:lnTo>
                    <a:pt x="2462435" y="777724"/>
                  </a:lnTo>
                  <a:lnTo>
                    <a:pt x="2387024" y="741266"/>
                  </a:lnTo>
                  <a:lnTo>
                    <a:pt x="2305830" y="708028"/>
                  </a:lnTo>
                  <a:lnTo>
                    <a:pt x="2219236" y="677800"/>
                  </a:lnTo>
                  <a:lnTo>
                    <a:pt x="2128133" y="650465"/>
                  </a:lnTo>
                  <a:lnTo>
                    <a:pt x="2034020" y="625986"/>
                  </a:lnTo>
                  <a:lnTo>
                    <a:pt x="1939060" y="604389"/>
                  </a:lnTo>
                  <a:lnTo>
                    <a:pt x="1846032" y="585734"/>
                  </a:lnTo>
                  <a:lnTo>
                    <a:pt x="1758150" y="570075"/>
                  </a:lnTo>
                  <a:lnTo>
                    <a:pt x="1678733" y="557411"/>
                  </a:lnTo>
                  <a:lnTo>
                    <a:pt x="1610756" y="547653"/>
                  </a:lnTo>
                  <a:lnTo>
                    <a:pt x="1556374" y="540587"/>
                  </a:lnTo>
                  <a:lnTo>
                    <a:pt x="1516518" y="535880"/>
                  </a:lnTo>
                  <a:lnTo>
                    <a:pt x="1490681" y="533098"/>
                  </a:lnTo>
                  <a:lnTo>
                    <a:pt x="1476906" y="531740"/>
                  </a:lnTo>
                  <a:lnTo>
                    <a:pt x="1471937" y="531291"/>
                  </a:lnTo>
                  <a:lnTo>
                    <a:pt x="1471387" y="531244"/>
                  </a:lnTo>
                  <a:lnTo>
                    <a:pt x="0" y="53124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21" name="pg221"/>
            <p:cNvSpPr/>
            <p:nvPr/>
          </p:nvSpPr>
          <p:spPr>
            <a:xfrm>
              <a:off x="4799595" y="6761483"/>
              <a:ext cx="11981298" cy="4249959"/>
            </a:xfrm>
            <a:custGeom>
              <a:avLst/>
              <a:pathLst>
                <a:path w="11981298" h="4249959">
                  <a:moveTo>
                    <a:pt x="0" y="8172"/>
                  </a:moveTo>
                  <a:lnTo>
                    <a:pt x="1471387" y="8172"/>
                  </a:lnTo>
                  <a:lnTo>
                    <a:pt x="1472315" y="8252"/>
                  </a:lnTo>
                  <a:lnTo>
                    <a:pt x="1478440" y="8816"/>
                  </a:lnTo>
                  <a:lnTo>
                    <a:pt x="1493972" y="10374"/>
                  </a:lnTo>
                  <a:lnTo>
                    <a:pt x="1521968" y="13446"/>
                  </a:lnTo>
                  <a:lnTo>
                    <a:pt x="1564154" y="18523"/>
                  </a:lnTo>
                  <a:lnTo>
                    <a:pt x="1620800" y="26028"/>
                  </a:lnTo>
                  <a:lnTo>
                    <a:pt x="1690758" y="36278"/>
                  </a:lnTo>
                  <a:lnTo>
                    <a:pt x="1771715" y="49463"/>
                  </a:lnTo>
                  <a:lnTo>
                    <a:pt x="1860611" y="65659"/>
                  </a:lnTo>
                  <a:lnTo>
                    <a:pt x="1954121" y="84854"/>
                  </a:lnTo>
                  <a:lnTo>
                    <a:pt x="2049082" y="106990"/>
                  </a:lnTo>
                  <a:lnTo>
                    <a:pt x="2142811" y="132010"/>
                  </a:lnTo>
                  <a:lnTo>
                    <a:pt x="2233251" y="159896"/>
                  </a:lnTo>
                  <a:lnTo>
                    <a:pt x="2319006" y="190696"/>
                  </a:lnTo>
                  <a:lnTo>
                    <a:pt x="2399274" y="224544"/>
                  </a:lnTo>
                  <a:lnTo>
                    <a:pt x="2473742" y="261662"/>
                  </a:lnTo>
                  <a:lnTo>
                    <a:pt x="2542467" y="302368"/>
                  </a:lnTo>
                  <a:lnTo>
                    <a:pt x="2605764" y="347067"/>
                  </a:lnTo>
                  <a:lnTo>
                    <a:pt x="2664121" y="396242"/>
                  </a:lnTo>
                  <a:lnTo>
                    <a:pt x="2718119" y="450433"/>
                  </a:lnTo>
                  <a:lnTo>
                    <a:pt x="2768388" y="510210"/>
                  </a:lnTo>
                  <a:lnTo>
                    <a:pt x="2815565" y="576112"/>
                  </a:lnTo>
                  <a:lnTo>
                    <a:pt x="2860257" y="648572"/>
                  </a:lnTo>
                  <a:lnTo>
                    <a:pt x="2896531" y="715137"/>
                  </a:lnTo>
                  <a:lnTo>
                    <a:pt x="2928296" y="779287"/>
                  </a:lnTo>
                  <a:lnTo>
                    <a:pt x="2959355" y="847414"/>
                  </a:lnTo>
                  <a:lnTo>
                    <a:pt x="2989873" y="919598"/>
                  </a:lnTo>
                  <a:lnTo>
                    <a:pt x="3019984" y="995875"/>
                  </a:lnTo>
                  <a:lnTo>
                    <a:pt x="3049800" y="1076233"/>
                  </a:lnTo>
                  <a:lnTo>
                    <a:pt x="3079415" y="1160604"/>
                  </a:lnTo>
                  <a:lnTo>
                    <a:pt x="3108902" y="1248865"/>
                  </a:lnTo>
                  <a:lnTo>
                    <a:pt x="3138321" y="1340835"/>
                  </a:lnTo>
                  <a:lnTo>
                    <a:pt x="3167715" y="1436269"/>
                  </a:lnTo>
                  <a:lnTo>
                    <a:pt x="3197115" y="1534866"/>
                  </a:lnTo>
                  <a:lnTo>
                    <a:pt x="3226542" y="1636265"/>
                  </a:lnTo>
                  <a:lnTo>
                    <a:pt x="3256004" y="1740053"/>
                  </a:lnTo>
                  <a:lnTo>
                    <a:pt x="3285504" y="1845768"/>
                  </a:lnTo>
                  <a:lnTo>
                    <a:pt x="3315037" y="1952911"/>
                  </a:lnTo>
                  <a:lnTo>
                    <a:pt x="3344591" y="2060951"/>
                  </a:lnTo>
                  <a:lnTo>
                    <a:pt x="3374155" y="2169342"/>
                  </a:lnTo>
                  <a:lnTo>
                    <a:pt x="3403714" y="2277525"/>
                  </a:lnTo>
                  <a:lnTo>
                    <a:pt x="3433253" y="2384950"/>
                  </a:lnTo>
                  <a:lnTo>
                    <a:pt x="3462762" y="2491082"/>
                  </a:lnTo>
                  <a:lnTo>
                    <a:pt x="3492234" y="2595410"/>
                  </a:lnTo>
                  <a:lnTo>
                    <a:pt x="3521669" y="2697464"/>
                  </a:lnTo>
                  <a:lnTo>
                    <a:pt x="3551075" y="2796817"/>
                  </a:lnTo>
                  <a:lnTo>
                    <a:pt x="3580468" y="2893096"/>
                  </a:lnTo>
                  <a:lnTo>
                    <a:pt x="3609877" y="2985981"/>
                  </a:lnTo>
                  <a:lnTo>
                    <a:pt x="3639341" y="3075215"/>
                  </a:lnTo>
                  <a:lnTo>
                    <a:pt x="3668917" y="3160600"/>
                  </a:lnTo>
                  <a:lnTo>
                    <a:pt x="3698673" y="3241997"/>
                  </a:lnTo>
                  <a:lnTo>
                    <a:pt x="3728699" y="3319326"/>
                  </a:lnTo>
                  <a:lnTo>
                    <a:pt x="3759100" y="3392560"/>
                  </a:lnTo>
                  <a:lnTo>
                    <a:pt x="3790006" y="3461723"/>
                  </a:lnTo>
                  <a:lnTo>
                    <a:pt x="3821572" y="3526886"/>
                  </a:lnTo>
                  <a:lnTo>
                    <a:pt x="3829811" y="3542994"/>
                  </a:lnTo>
                  <a:lnTo>
                    <a:pt x="3872833" y="3621164"/>
                  </a:lnTo>
                  <a:lnTo>
                    <a:pt x="3917870" y="3692593"/>
                  </a:lnTo>
                  <a:lnTo>
                    <a:pt x="3965483" y="3757519"/>
                  </a:lnTo>
                  <a:lnTo>
                    <a:pt x="4016285" y="3816398"/>
                  </a:lnTo>
                  <a:lnTo>
                    <a:pt x="4070914" y="3869780"/>
                  </a:lnTo>
                  <a:lnTo>
                    <a:pt x="4129996" y="3918231"/>
                  </a:lnTo>
                  <a:lnTo>
                    <a:pt x="4194101" y="3962285"/>
                  </a:lnTo>
                  <a:lnTo>
                    <a:pt x="4263696" y="4002414"/>
                  </a:lnTo>
                  <a:lnTo>
                    <a:pt x="4339062" y="4039010"/>
                  </a:lnTo>
                  <a:lnTo>
                    <a:pt x="4420206" y="4072375"/>
                  </a:lnTo>
                  <a:lnTo>
                    <a:pt x="4506749" y="4102720"/>
                  </a:lnTo>
                  <a:lnTo>
                    <a:pt x="4597803" y="4130163"/>
                  </a:lnTo>
                  <a:lnTo>
                    <a:pt x="4691873" y="4154741"/>
                  </a:lnTo>
                  <a:lnTo>
                    <a:pt x="4786800" y="4176428"/>
                  </a:lnTo>
                  <a:lnTo>
                    <a:pt x="4879813" y="4195164"/>
                  </a:lnTo>
                  <a:lnTo>
                    <a:pt x="4967702" y="4210895"/>
                  </a:lnTo>
                  <a:lnTo>
                    <a:pt x="5047150" y="4223621"/>
                  </a:lnTo>
                  <a:lnTo>
                    <a:pt x="5115183" y="4233432"/>
                  </a:lnTo>
                  <a:lnTo>
                    <a:pt x="5169641" y="4240540"/>
                  </a:lnTo>
                  <a:lnTo>
                    <a:pt x="5209586" y="4245278"/>
                  </a:lnTo>
                  <a:lnTo>
                    <a:pt x="5235513" y="4248083"/>
                  </a:lnTo>
                  <a:lnTo>
                    <a:pt x="5249366" y="4249454"/>
                  </a:lnTo>
                  <a:lnTo>
                    <a:pt x="5254389" y="4249911"/>
                  </a:lnTo>
                  <a:lnTo>
                    <a:pt x="5254955" y="4249959"/>
                  </a:lnTo>
                  <a:lnTo>
                    <a:pt x="6726343" y="4249959"/>
                  </a:lnTo>
                  <a:lnTo>
                    <a:pt x="6727490" y="4249893"/>
                  </a:lnTo>
                  <a:lnTo>
                    <a:pt x="6735030" y="4249427"/>
                  </a:lnTo>
                  <a:lnTo>
                    <a:pt x="6754034" y="4248137"/>
                  </a:lnTo>
                  <a:lnTo>
                    <a:pt x="6788000" y="4245599"/>
                  </a:lnTo>
                  <a:lnTo>
                    <a:pt x="6838605" y="4241417"/>
                  </a:lnTo>
                  <a:lnTo>
                    <a:pt x="6905577" y="4235271"/>
                  </a:lnTo>
                  <a:lnTo>
                    <a:pt x="6986852" y="4226941"/>
                  </a:lnTo>
                  <a:lnTo>
                    <a:pt x="7079049" y="4216319"/>
                  </a:lnTo>
                  <a:lnTo>
                    <a:pt x="7178121" y="4203385"/>
                  </a:lnTo>
                  <a:lnTo>
                    <a:pt x="7280028" y="4188177"/>
                  </a:lnTo>
                  <a:lnTo>
                    <a:pt x="7381239" y="4170745"/>
                  </a:lnTo>
                  <a:lnTo>
                    <a:pt x="7479030" y="4151113"/>
                  </a:lnTo>
                  <a:lnTo>
                    <a:pt x="7571551" y="4129249"/>
                  </a:lnTo>
                  <a:lnTo>
                    <a:pt x="7657761" y="4105049"/>
                  </a:lnTo>
                  <a:lnTo>
                    <a:pt x="7737272" y="4078327"/>
                  </a:lnTo>
                  <a:lnTo>
                    <a:pt x="7810184" y="4048816"/>
                  </a:lnTo>
                  <a:lnTo>
                    <a:pt x="7876928" y="4016170"/>
                  </a:lnTo>
                  <a:lnTo>
                    <a:pt x="7938139" y="3979979"/>
                  </a:lnTo>
                  <a:lnTo>
                    <a:pt x="7994563" y="3939787"/>
                  </a:lnTo>
                  <a:lnTo>
                    <a:pt x="8046991" y="3895128"/>
                  </a:lnTo>
                  <a:lnTo>
                    <a:pt x="8096199" y="3845588"/>
                  </a:lnTo>
                  <a:lnTo>
                    <a:pt x="8142907" y="3790903"/>
                  </a:lnTo>
                  <a:lnTo>
                    <a:pt x="8151487" y="3780011"/>
                  </a:lnTo>
                  <a:lnTo>
                    <a:pt x="8189238" y="3728917"/>
                  </a:lnTo>
                  <a:lnTo>
                    <a:pt x="8226036" y="3674055"/>
                  </a:lnTo>
                  <a:lnTo>
                    <a:pt x="8262140" y="3615350"/>
                  </a:lnTo>
                  <a:lnTo>
                    <a:pt x="8297762" y="3552787"/>
                  </a:lnTo>
                  <a:lnTo>
                    <a:pt x="8333067" y="3486421"/>
                  </a:lnTo>
                  <a:lnTo>
                    <a:pt x="8368188" y="3416381"/>
                  </a:lnTo>
                  <a:lnTo>
                    <a:pt x="8403220" y="3342875"/>
                  </a:lnTo>
                  <a:lnTo>
                    <a:pt x="8438233" y="3266194"/>
                  </a:lnTo>
                  <a:lnTo>
                    <a:pt x="8473272" y="3186705"/>
                  </a:lnTo>
                  <a:lnTo>
                    <a:pt x="8508359" y="3104851"/>
                  </a:lnTo>
                  <a:lnTo>
                    <a:pt x="8543499" y="3021141"/>
                  </a:lnTo>
                  <a:lnTo>
                    <a:pt x="8578684" y="2936135"/>
                  </a:lnTo>
                  <a:lnTo>
                    <a:pt x="8613894" y="2850433"/>
                  </a:lnTo>
                  <a:lnTo>
                    <a:pt x="8649108" y="2764656"/>
                  </a:lnTo>
                  <a:lnTo>
                    <a:pt x="8684301" y="2679427"/>
                  </a:lnTo>
                  <a:lnTo>
                    <a:pt x="8719453" y="2595352"/>
                  </a:lnTo>
                  <a:lnTo>
                    <a:pt x="8754553" y="2513004"/>
                  </a:lnTo>
                  <a:lnTo>
                    <a:pt x="8789602" y="2432903"/>
                  </a:lnTo>
                  <a:lnTo>
                    <a:pt x="8824618" y="2355511"/>
                  </a:lnTo>
                  <a:lnTo>
                    <a:pt x="8859641" y="2281212"/>
                  </a:lnTo>
                  <a:lnTo>
                    <a:pt x="8894732" y="2210317"/>
                  </a:lnTo>
                  <a:lnTo>
                    <a:pt x="8929982" y="2143053"/>
                  </a:lnTo>
                  <a:lnTo>
                    <a:pt x="8965514" y="2079569"/>
                  </a:lnTo>
                  <a:lnTo>
                    <a:pt x="9001485" y="2019935"/>
                  </a:lnTo>
                  <a:lnTo>
                    <a:pt x="9038094" y="1964155"/>
                  </a:lnTo>
                  <a:lnTo>
                    <a:pt x="9075590" y="1912165"/>
                  </a:lnTo>
                  <a:lnTo>
                    <a:pt x="9084767" y="1900222"/>
                  </a:lnTo>
                  <a:lnTo>
                    <a:pt x="9131076" y="1844559"/>
                  </a:lnTo>
                  <a:lnTo>
                    <a:pt x="9179760" y="1794062"/>
                  </a:lnTo>
                  <a:lnTo>
                    <a:pt x="9231522" y="1748511"/>
                  </a:lnTo>
                  <a:lnTo>
                    <a:pt x="9287133" y="1707512"/>
                  </a:lnTo>
                  <a:lnTo>
                    <a:pt x="9347382" y="1670602"/>
                  </a:lnTo>
                  <a:lnTo>
                    <a:pt x="9413029" y="1637321"/>
                  </a:lnTo>
                  <a:lnTo>
                    <a:pt x="9484737" y="1607247"/>
                  </a:lnTo>
                  <a:lnTo>
                    <a:pt x="9562985" y="1580023"/>
                  </a:lnTo>
                  <a:lnTo>
                    <a:pt x="9647944" y="1555364"/>
                  </a:lnTo>
                  <a:lnTo>
                    <a:pt x="9739333" y="1533070"/>
                  </a:lnTo>
                  <a:lnTo>
                    <a:pt x="9836245" y="1513021"/>
                  </a:lnTo>
                  <a:lnTo>
                    <a:pt x="9936994" y="1495174"/>
                  </a:lnTo>
                  <a:lnTo>
                    <a:pt x="10039017" y="1479543"/>
                  </a:lnTo>
                  <a:lnTo>
                    <a:pt x="10138923" y="1466177"/>
                  </a:lnTo>
                  <a:lnTo>
                    <a:pt x="10232734" y="1455117"/>
                  </a:lnTo>
                  <a:lnTo>
                    <a:pt x="10316357" y="1446361"/>
                  </a:lnTo>
                  <a:lnTo>
                    <a:pt x="10386232" y="1439816"/>
                  </a:lnTo>
                  <a:lnTo>
                    <a:pt x="10440002" y="1435286"/>
                  </a:lnTo>
                  <a:lnTo>
                    <a:pt x="10477036" y="1432466"/>
                  </a:lnTo>
                  <a:lnTo>
                    <a:pt x="10498646" y="1430973"/>
                  </a:lnTo>
                  <a:lnTo>
                    <a:pt x="10508004" y="1430384"/>
                  </a:lnTo>
                  <a:lnTo>
                    <a:pt x="10509911" y="1430274"/>
                  </a:lnTo>
                  <a:lnTo>
                    <a:pt x="11981298" y="1430274"/>
                  </a:lnTo>
                  <a:lnTo>
                    <a:pt x="11981298" y="1422101"/>
                  </a:lnTo>
                  <a:lnTo>
                    <a:pt x="10509911" y="1422101"/>
                  </a:lnTo>
                  <a:lnTo>
                    <a:pt x="10508763" y="1422167"/>
                  </a:lnTo>
                  <a:lnTo>
                    <a:pt x="10501223" y="1422633"/>
                  </a:lnTo>
                  <a:lnTo>
                    <a:pt x="10482219" y="1423923"/>
                  </a:lnTo>
                  <a:lnTo>
                    <a:pt x="10448253" y="1426461"/>
                  </a:lnTo>
                  <a:lnTo>
                    <a:pt x="10397648" y="1430643"/>
                  </a:lnTo>
                  <a:lnTo>
                    <a:pt x="10330676" y="1436789"/>
                  </a:lnTo>
                  <a:lnTo>
                    <a:pt x="10249401" y="1445118"/>
                  </a:lnTo>
                  <a:lnTo>
                    <a:pt x="10157205" y="1455741"/>
                  </a:lnTo>
                  <a:lnTo>
                    <a:pt x="10058132" y="1468675"/>
                  </a:lnTo>
                  <a:lnTo>
                    <a:pt x="9956226" y="1483883"/>
                  </a:lnTo>
                  <a:lnTo>
                    <a:pt x="9855014" y="1501315"/>
                  </a:lnTo>
                  <a:lnTo>
                    <a:pt x="9757224" y="1520947"/>
                  </a:lnTo>
                  <a:lnTo>
                    <a:pt x="9664702" y="1542811"/>
                  </a:lnTo>
                  <a:lnTo>
                    <a:pt x="9578492" y="1567011"/>
                  </a:lnTo>
                  <a:lnTo>
                    <a:pt x="9498981" y="1593733"/>
                  </a:lnTo>
                  <a:lnTo>
                    <a:pt x="9426069" y="1623244"/>
                  </a:lnTo>
                  <a:lnTo>
                    <a:pt x="9359325" y="1655890"/>
                  </a:lnTo>
                  <a:lnTo>
                    <a:pt x="9298115" y="1692080"/>
                  </a:lnTo>
                  <a:lnTo>
                    <a:pt x="9241690" y="1732273"/>
                  </a:lnTo>
                  <a:lnTo>
                    <a:pt x="9189262" y="1776932"/>
                  </a:lnTo>
                  <a:lnTo>
                    <a:pt x="9140054" y="1826472"/>
                  </a:lnTo>
                  <a:lnTo>
                    <a:pt x="9093346" y="1881157"/>
                  </a:lnTo>
                  <a:lnTo>
                    <a:pt x="9084767" y="1892049"/>
                  </a:lnTo>
                  <a:lnTo>
                    <a:pt x="9047015" y="1943143"/>
                  </a:lnTo>
                  <a:lnTo>
                    <a:pt x="9010217" y="1998005"/>
                  </a:lnTo>
                  <a:lnTo>
                    <a:pt x="8974113" y="2056710"/>
                  </a:lnTo>
                  <a:lnTo>
                    <a:pt x="8938492" y="2119273"/>
                  </a:lnTo>
                  <a:lnTo>
                    <a:pt x="8903186" y="2185639"/>
                  </a:lnTo>
                  <a:lnTo>
                    <a:pt x="8868066" y="2255679"/>
                  </a:lnTo>
                  <a:lnTo>
                    <a:pt x="8833033" y="2329184"/>
                  </a:lnTo>
                  <a:lnTo>
                    <a:pt x="8798020" y="2405866"/>
                  </a:lnTo>
                  <a:lnTo>
                    <a:pt x="8762981" y="2485355"/>
                  </a:lnTo>
                  <a:lnTo>
                    <a:pt x="8727894" y="2567208"/>
                  </a:lnTo>
                  <a:lnTo>
                    <a:pt x="8692754" y="2650919"/>
                  </a:lnTo>
                  <a:lnTo>
                    <a:pt x="8657570" y="2735925"/>
                  </a:lnTo>
                  <a:lnTo>
                    <a:pt x="8622359" y="2821627"/>
                  </a:lnTo>
                  <a:lnTo>
                    <a:pt x="8587145" y="2907404"/>
                  </a:lnTo>
                  <a:lnTo>
                    <a:pt x="8551952" y="2992633"/>
                  </a:lnTo>
                  <a:lnTo>
                    <a:pt x="8516800" y="3076708"/>
                  </a:lnTo>
                  <a:lnTo>
                    <a:pt x="8481700" y="3159056"/>
                  </a:lnTo>
                  <a:lnTo>
                    <a:pt x="8446651" y="3239157"/>
                  </a:lnTo>
                  <a:lnTo>
                    <a:pt x="8411635" y="3316549"/>
                  </a:lnTo>
                  <a:lnTo>
                    <a:pt x="8376613" y="3390847"/>
                  </a:lnTo>
                  <a:lnTo>
                    <a:pt x="8341521" y="3461742"/>
                  </a:lnTo>
                  <a:lnTo>
                    <a:pt x="8306271" y="3529006"/>
                  </a:lnTo>
                  <a:lnTo>
                    <a:pt x="8270739" y="3592491"/>
                  </a:lnTo>
                  <a:lnTo>
                    <a:pt x="8234768" y="3652125"/>
                  </a:lnTo>
                  <a:lnTo>
                    <a:pt x="8198159" y="3707905"/>
                  </a:lnTo>
                  <a:lnTo>
                    <a:pt x="8160663" y="3759895"/>
                  </a:lnTo>
                  <a:lnTo>
                    <a:pt x="8151487" y="3771838"/>
                  </a:lnTo>
                  <a:lnTo>
                    <a:pt x="8105177" y="3827501"/>
                  </a:lnTo>
                  <a:lnTo>
                    <a:pt x="8056493" y="3877998"/>
                  </a:lnTo>
                  <a:lnTo>
                    <a:pt x="8004731" y="3923549"/>
                  </a:lnTo>
                  <a:lnTo>
                    <a:pt x="7949120" y="3964548"/>
                  </a:lnTo>
                  <a:lnTo>
                    <a:pt x="7888871" y="4001458"/>
                  </a:lnTo>
                  <a:lnTo>
                    <a:pt x="7823224" y="4034739"/>
                  </a:lnTo>
                  <a:lnTo>
                    <a:pt x="7751516" y="4064812"/>
                  </a:lnTo>
                  <a:lnTo>
                    <a:pt x="7673269" y="4092037"/>
                  </a:lnTo>
                  <a:lnTo>
                    <a:pt x="7588309" y="4116696"/>
                  </a:lnTo>
                  <a:lnTo>
                    <a:pt x="7496920" y="4138990"/>
                  </a:lnTo>
                  <a:lnTo>
                    <a:pt x="7400008" y="4159038"/>
                  </a:lnTo>
                  <a:lnTo>
                    <a:pt x="7299260" y="4176886"/>
                  </a:lnTo>
                  <a:lnTo>
                    <a:pt x="7197236" y="4192517"/>
                  </a:lnTo>
                  <a:lnTo>
                    <a:pt x="7097330" y="4205883"/>
                  </a:lnTo>
                  <a:lnTo>
                    <a:pt x="7003519" y="4216943"/>
                  </a:lnTo>
                  <a:lnTo>
                    <a:pt x="6919896" y="4225699"/>
                  </a:lnTo>
                  <a:lnTo>
                    <a:pt x="6850021" y="4232244"/>
                  </a:lnTo>
                  <a:lnTo>
                    <a:pt x="6796251" y="4236774"/>
                  </a:lnTo>
                  <a:lnTo>
                    <a:pt x="6759217" y="4239594"/>
                  </a:lnTo>
                  <a:lnTo>
                    <a:pt x="6737608" y="4241087"/>
                  </a:lnTo>
                  <a:lnTo>
                    <a:pt x="6728249" y="4241675"/>
                  </a:lnTo>
                  <a:lnTo>
                    <a:pt x="6726343" y="4241786"/>
                  </a:lnTo>
                  <a:lnTo>
                    <a:pt x="5254955" y="4241786"/>
                  </a:lnTo>
                  <a:lnTo>
                    <a:pt x="5254027" y="4241706"/>
                  </a:lnTo>
                  <a:lnTo>
                    <a:pt x="5247902" y="4241142"/>
                  </a:lnTo>
                  <a:lnTo>
                    <a:pt x="5232370" y="4239584"/>
                  </a:lnTo>
                  <a:lnTo>
                    <a:pt x="5204374" y="4236513"/>
                  </a:lnTo>
                  <a:lnTo>
                    <a:pt x="5162188" y="4231435"/>
                  </a:lnTo>
                  <a:lnTo>
                    <a:pt x="5105542" y="4223930"/>
                  </a:lnTo>
                  <a:lnTo>
                    <a:pt x="5035585" y="4213681"/>
                  </a:lnTo>
                  <a:lnTo>
                    <a:pt x="4954627" y="4200495"/>
                  </a:lnTo>
                  <a:lnTo>
                    <a:pt x="4865731" y="4184299"/>
                  </a:lnTo>
                  <a:lnTo>
                    <a:pt x="4772222" y="4165104"/>
                  </a:lnTo>
                  <a:lnTo>
                    <a:pt x="4677260" y="4142968"/>
                  </a:lnTo>
                  <a:lnTo>
                    <a:pt x="4583531" y="4117948"/>
                  </a:lnTo>
                  <a:lnTo>
                    <a:pt x="4493091" y="4090062"/>
                  </a:lnTo>
                  <a:lnTo>
                    <a:pt x="4407336" y="4059262"/>
                  </a:lnTo>
                  <a:lnTo>
                    <a:pt x="4327068" y="4025415"/>
                  </a:lnTo>
                  <a:lnTo>
                    <a:pt x="4252600" y="3988296"/>
                  </a:lnTo>
                  <a:lnTo>
                    <a:pt x="4183875" y="3947590"/>
                  </a:lnTo>
                  <a:lnTo>
                    <a:pt x="4120578" y="3902891"/>
                  </a:lnTo>
                  <a:lnTo>
                    <a:pt x="4062222" y="3853716"/>
                  </a:lnTo>
                  <a:lnTo>
                    <a:pt x="4008224" y="3799525"/>
                  </a:lnTo>
                  <a:lnTo>
                    <a:pt x="3957954" y="3739749"/>
                  </a:lnTo>
                  <a:lnTo>
                    <a:pt x="3910777" y="3673846"/>
                  </a:lnTo>
                  <a:lnTo>
                    <a:pt x="3866085" y="3601386"/>
                  </a:lnTo>
                  <a:lnTo>
                    <a:pt x="3829811" y="3534821"/>
                  </a:lnTo>
                  <a:lnTo>
                    <a:pt x="3798047" y="3470671"/>
                  </a:lnTo>
                  <a:lnTo>
                    <a:pt x="3766987" y="3402544"/>
                  </a:lnTo>
                  <a:lnTo>
                    <a:pt x="3736469" y="3330360"/>
                  </a:lnTo>
                  <a:lnTo>
                    <a:pt x="3706358" y="3254083"/>
                  </a:lnTo>
                  <a:lnTo>
                    <a:pt x="3676542" y="3173726"/>
                  </a:lnTo>
                  <a:lnTo>
                    <a:pt x="3646927" y="3089354"/>
                  </a:lnTo>
                  <a:lnTo>
                    <a:pt x="3617440" y="3001093"/>
                  </a:lnTo>
                  <a:lnTo>
                    <a:pt x="3588021" y="2909123"/>
                  </a:lnTo>
                  <a:lnTo>
                    <a:pt x="3558627" y="2813689"/>
                  </a:lnTo>
                  <a:lnTo>
                    <a:pt x="3529227" y="2715092"/>
                  </a:lnTo>
                  <a:lnTo>
                    <a:pt x="3499801" y="2613693"/>
                  </a:lnTo>
                  <a:lnTo>
                    <a:pt x="3470338" y="2509906"/>
                  </a:lnTo>
                  <a:lnTo>
                    <a:pt x="3440838" y="2404190"/>
                  </a:lnTo>
                  <a:lnTo>
                    <a:pt x="3411305" y="2297048"/>
                  </a:lnTo>
                  <a:lnTo>
                    <a:pt x="3381751" y="2189007"/>
                  </a:lnTo>
                  <a:lnTo>
                    <a:pt x="3352187" y="2080616"/>
                  </a:lnTo>
                  <a:lnTo>
                    <a:pt x="3322629" y="1972433"/>
                  </a:lnTo>
                  <a:lnTo>
                    <a:pt x="3293089" y="1865008"/>
                  </a:lnTo>
                  <a:lnTo>
                    <a:pt x="3263580" y="1758877"/>
                  </a:lnTo>
                  <a:lnTo>
                    <a:pt x="3234108" y="1654548"/>
                  </a:lnTo>
                  <a:lnTo>
                    <a:pt x="3204673" y="1552494"/>
                  </a:lnTo>
                  <a:lnTo>
                    <a:pt x="3175267" y="1453141"/>
                  </a:lnTo>
                  <a:lnTo>
                    <a:pt x="3145874" y="1356862"/>
                  </a:lnTo>
                  <a:lnTo>
                    <a:pt x="3116466" y="1263977"/>
                  </a:lnTo>
                  <a:lnTo>
                    <a:pt x="3087001" y="1174743"/>
                  </a:lnTo>
                  <a:lnTo>
                    <a:pt x="3057425" y="1089358"/>
                  </a:lnTo>
                  <a:lnTo>
                    <a:pt x="3027669" y="1007961"/>
                  </a:lnTo>
                  <a:lnTo>
                    <a:pt x="2997643" y="930632"/>
                  </a:lnTo>
                  <a:lnTo>
                    <a:pt x="2967242" y="857398"/>
                  </a:lnTo>
                  <a:lnTo>
                    <a:pt x="2936336" y="788235"/>
                  </a:lnTo>
                  <a:lnTo>
                    <a:pt x="2904770" y="723073"/>
                  </a:lnTo>
                  <a:lnTo>
                    <a:pt x="2896531" y="706964"/>
                  </a:lnTo>
                  <a:lnTo>
                    <a:pt x="2853509" y="628795"/>
                  </a:lnTo>
                  <a:lnTo>
                    <a:pt x="2808472" y="557365"/>
                  </a:lnTo>
                  <a:lnTo>
                    <a:pt x="2760859" y="492439"/>
                  </a:lnTo>
                  <a:lnTo>
                    <a:pt x="2710057" y="433560"/>
                  </a:lnTo>
                  <a:lnTo>
                    <a:pt x="2655428" y="380179"/>
                  </a:lnTo>
                  <a:lnTo>
                    <a:pt x="2596346" y="331727"/>
                  </a:lnTo>
                  <a:lnTo>
                    <a:pt x="2532241" y="287673"/>
                  </a:lnTo>
                  <a:lnTo>
                    <a:pt x="2462646" y="247544"/>
                  </a:lnTo>
                  <a:lnTo>
                    <a:pt x="2387280" y="210949"/>
                  </a:lnTo>
                  <a:lnTo>
                    <a:pt x="2306136" y="177583"/>
                  </a:lnTo>
                  <a:lnTo>
                    <a:pt x="2219593" y="147238"/>
                  </a:lnTo>
                  <a:lnTo>
                    <a:pt x="2128539" y="119795"/>
                  </a:lnTo>
                  <a:lnTo>
                    <a:pt x="2034470" y="95217"/>
                  </a:lnTo>
                  <a:lnTo>
                    <a:pt x="1939542" y="73530"/>
                  </a:lnTo>
                  <a:lnTo>
                    <a:pt x="1846529" y="54794"/>
                  </a:lnTo>
                  <a:lnTo>
                    <a:pt x="1758640" y="39063"/>
                  </a:lnTo>
                  <a:lnTo>
                    <a:pt x="1679192" y="26337"/>
                  </a:lnTo>
                  <a:lnTo>
                    <a:pt x="1611159" y="16526"/>
                  </a:lnTo>
                  <a:lnTo>
                    <a:pt x="1556701" y="9419"/>
                  </a:lnTo>
                  <a:lnTo>
                    <a:pt x="1516756" y="4680"/>
                  </a:lnTo>
                  <a:lnTo>
                    <a:pt x="1490829" y="1875"/>
                  </a:lnTo>
                  <a:lnTo>
                    <a:pt x="1476976" y="504"/>
                  </a:lnTo>
                  <a:lnTo>
                    <a:pt x="1471953" y="47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222" name="pl222"/>
            <p:cNvSpPr/>
            <p:nvPr/>
          </p:nvSpPr>
          <p:spPr>
            <a:xfrm>
              <a:off x="4799595" y="6769656"/>
              <a:ext cx="11981298" cy="4241786"/>
            </a:xfrm>
            <a:custGeom>
              <a:avLst/>
              <a:pathLst>
                <a:path w="11981298" h="4241786">
                  <a:moveTo>
                    <a:pt x="0" y="0"/>
                  </a:moveTo>
                  <a:lnTo>
                    <a:pt x="1471387" y="0"/>
                  </a:lnTo>
                  <a:lnTo>
                    <a:pt x="1472315" y="79"/>
                  </a:lnTo>
                  <a:lnTo>
                    <a:pt x="1478440" y="643"/>
                  </a:lnTo>
                  <a:lnTo>
                    <a:pt x="1493972" y="2201"/>
                  </a:lnTo>
                  <a:lnTo>
                    <a:pt x="1521968" y="5273"/>
                  </a:lnTo>
                  <a:lnTo>
                    <a:pt x="1564154" y="10350"/>
                  </a:lnTo>
                  <a:lnTo>
                    <a:pt x="1620800" y="17855"/>
                  </a:lnTo>
                  <a:lnTo>
                    <a:pt x="1690758" y="28105"/>
                  </a:lnTo>
                  <a:lnTo>
                    <a:pt x="1771715" y="41290"/>
                  </a:lnTo>
                  <a:lnTo>
                    <a:pt x="1860611" y="57486"/>
                  </a:lnTo>
                  <a:lnTo>
                    <a:pt x="1954121" y="76681"/>
                  </a:lnTo>
                  <a:lnTo>
                    <a:pt x="2049082" y="98817"/>
                  </a:lnTo>
                  <a:lnTo>
                    <a:pt x="2142811" y="123837"/>
                  </a:lnTo>
                  <a:lnTo>
                    <a:pt x="2233251" y="151723"/>
                  </a:lnTo>
                  <a:lnTo>
                    <a:pt x="2319006" y="182523"/>
                  </a:lnTo>
                  <a:lnTo>
                    <a:pt x="2399274" y="216371"/>
                  </a:lnTo>
                  <a:lnTo>
                    <a:pt x="2473742" y="253489"/>
                  </a:lnTo>
                  <a:lnTo>
                    <a:pt x="2542467" y="294195"/>
                  </a:lnTo>
                  <a:lnTo>
                    <a:pt x="2605764" y="338894"/>
                  </a:lnTo>
                  <a:lnTo>
                    <a:pt x="2664121" y="388069"/>
                  </a:lnTo>
                  <a:lnTo>
                    <a:pt x="2718119" y="442260"/>
                  </a:lnTo>
                  <a:lnTo>
                    <a:pt x="2768388" y="502037"/>
                  </a:lnTo>
                  <a:lnTo>
                    <a:pt x="2815565" y="567939"/>
                  </a:lnTo>
                  <a:lnTo>
                    <a:pt x="2860257" y="640399"/>
                  </a:lnTo>
                  <a:lnTo>
                    <a:pt x="2896531" y="706964"/>
                  </a:lnTo>
                  <a:lnTo>
                    <a:pt x="2928296" y="771114"/>
                  </a:lnTo>
                  <a:lnTo>
                    <a:pt x="2959355" y="839241"/>
                  </a:lnTo>
                  <a:lnTo>
                    <a:pt x="2989873" y="911425"/>
                  </a:lnTo>
                  <a:lnTo>
                    <a:pt x="3019984" y="987702"/>
                  </a:lnTo>
                  <a:lnTo>
                    <a:pt x="3049800" y="1068060"/>
                  </a:lnTo>
                  <a:lnTo>
                    <a:pt x="3079415" y="1152431"/>
                  </a:lnTo>
                  <a:lnTo>
                    <a:pt x="3108902" y="1240692"/>
                  </a:lnTo>
                  <a:lnTo>
                    <a:pt x="3138321" y="1332662"/>
                  </a:lnTo>
                  <a:lnTo>
                    <a:pt x="3167715" y="1428096"/>
                  </a:lnTo>
                  <a:lnTo>
                    <a:pt x="3197115" y="1526693"/>
                  </a:lnTo>
                  <a:lnTo>
                    <a:pt x="3226542" y="1628092"/>
                  </a:lnTo>
                  <a:lnTo>
                    <a:pt x="3256004" y="1731880"/>
                  </a:lnTo>
                  <a:lnTo>
                    <a:pt x="3285504" y="1837595"/>
                  </a:lnTo>
                  <a:lnTo>
                    <a:pt x="3315037" y="1944738"/>
                  </a:lnTo>
                  <a:lnTo>
                    <a:pt x="3344591" y="2052778"/>
                  </a:lnTo>
                  <a:lnTo>
                    <a:pt x="3374155" y="2161169"/>
                  </a:lnTo>
                  <a:lnTo>
                    <a:pt x="3403714" y="2269352"/>
                  </a:lnTo>
                  <a:lnTo>
                    <a:pt x="3433253" y="2376777"/>
                  </a:lnTo>
                  <a:lnTo>
                    <a:pt x="3462762" y="2482909"/>
                  </a:lnTo>
                  <a:lnTo>
                    <a:pt x="3492234" y="2587237"/>
                  </a:lnTo>
                  <a:lnTo>
                    <a:pt x="3521669" y="2689291"/>
                  </a:lnTo>
                  <a:lnTo>
                    <a:pt x="3551075" y="2788644"/>
                  </a:lnTo>
                  <a:lnTo>
                    <a:pt x="3580468" y="2884923"/>
                  </a:lnTo>
                  <a:lnTo>
                    <a:pt x="3609877" y="2977808"/>
                  </a:lnTo>
                  <a:lnTo>
                    <a:pt x="3639341" y="3067042"/>
                  </a:lnTo>
                  <a:lnTo>
                    <a:pt x="3668917" y="3152427"/>
                  </a:lnTo>
                  <a:lnTo>
                    <a:pt x="3698673" y="3233824"/>
                  </a:lnTo>
                  <a:lnTo>
                    <a:pt x="3728699" y="3311153"/>
                  </a:lnTo>
                  <a:lnTo>
                    <a:pt x="3759100" y="3384387"/>
                  </a:lnTo>
                  <a:lnTo>
                    <a:pt x="3790006" y="3453550"/>
                  </a:lnTo>
                  <a:lnTo>
                    <a:pt x="3821572" y="3518713"/>
                  </a:lnTo>
                  <a:lnTo>
                    <a:pt x="3829811" y="3534821"/>
                  </a:lnTo>
                  <a:lnTo>
                    <a:pt x="3872833" y="3612991"/>
                  </a:lnTo>
                  <a:lnTo>
                    <a:pt x="3917870" y="3684420"/>
                  </a:lnTo>
                  <a:lnTo>
                    <a:pt x="3965483" y="3749346"/>
                  </a:lnTo>
                  <a:lnTo>
                    <a:pt x="4016285" y="3808225"/>
                  </a:lnTo>
                  <a:lnTo>
                    <a:pt x="4070914" y="3861607"/>
                  </a:lnTo>
                  <a:lnTo>
                    <a:pt x="4129996" y="3910058"/>
                  </a:lnTo>
                  <a:lnTo>
                    <a:pt x="4194101" y="3954112"/>
                  </a:lnTo>
                  <a:lnTo>
                    <a:pt x="4263696" y="3994241"/>
                  </a:lnTo>
                  <a:lnTo>
                    <a:pt x="4339062" y="4030837"/>
                  </a:lnTo>
                  <a:lnTo>
                    <a:pt x="4420206" y="4064202"/>
                  </a:lnTo>
                  <a:lnTo>
                    <a:pt x="4506749" y="4094547"/>
                  </a:lnTo>
                  <a:lnTo>
                    <a:pt x="4597803" y="4121990"/>
                  </a:lnTo>
                  <a:lnTo>
                    <a:pt x="4691873" y="4146568"/>
                  </a:lnTo>
                  <a:lnTo>
                    <a:pt x="4786800" y="4168255"/>
                  </a:lnTo>
                  <a:lnTo>
                    <a:pt x="4879813" y="4186991"/>
                  </a:lnTo>
                  <a:lnTo>
                    <a:pt x="4967702" y="4202722"/>
                  </a:lnTo>
                  <a:lnTo>
                    <a:pt x="5047150" y="4215448"/>
                  </a:lnTo>
                  <a:lnTo>
                    <a:pt x="5115183" y="4225259"/>
                  </a:lnTo>
                  <a:lnTo>
                    <a:pt x="5169641" y="4232367"/>
                  </a:lnTo>
                  <a:lnTo>
                    <a:pt x="5209586" y="4237105"/>
                  </a:lnTo>
                  <a:lnTo>
                    <a:pt x="5235513" y="4239910"/>
                  </a:lnTo>
                  <a:lnTo>
                    <a:pt x="5249366" y="4241281"/>
                  </a:lnTo>
                  <a:lnTo>
                    <a:pt x="5254389" y="4241738"/>
                  </a:lnTo>
                  <a:lnTo>
                    <a:pt x="5254955" y="4241786"/>
                  </a:lnTo>
                  <a:lnTo>
                    <a:pt x="6726343" y="4241786"/>
                  </a:lnTo>
                  <a:lnTo>
                    <a:pt x="6727490" y="4241720"/>
                  </a:lnTo>
                  <a:lnTo>
                    <a:pt x="6735030" y="4241254"/>
                  </a:lnTo>
                  <a:lnTo>
                    <a:pt x="6754034" y="4239964"/>
                  </a:lnTo>
                  <a:lnTo>
                    <a:pt x="6788000" y="4237426"/>
                  </a:lnTo>
                  <a:lnTo>
                    <a:pt x="6838605" y="4233244"/>
                  </a:lnTo>
                  <a:lnTo>
                    <a:pt x="6905577" y="4227098"/>
                  </a:lnTo>
                  <a:lnTo>
                    <a:pt x="6986852" y="4218768"/>
                  </a:lnTo>
                  <a:lnTo>
                    <a:pt x="7079049" y="4208146"/>
                  </a:lnTo>
                  <a:lnTo>
                    <a:pt x="7178121" y="4195212"/>
                  </a:lnTo>
                  <a:lnTo>
                    <a:pt x="7280028" y="4180004"/>
                  </a:lnTo>
                  <a:lnTo>
                    <a:pt x="7381239" y="4162572"/>
                  </a:lnTo>
                  <a:lnTo>
                    <a:pt x="7479030" y="4142940"/>
                  </a:lnTo>
                  <a:lnTo>
                    <a:pt x="7571551" y="4121076"/>
                  </a:lnTo>
                  <a:lnTo>
                    <a:pt x="7657761" y="4096876"/>
                  </a:lnTo>
                  <a:lnTo>
                    <a:pt x="7737272" y="4070154"/>
                  </a:lnTo>
                  <a:lnTo>
                    <a:pt x="7810184" y="4040643"/>
                  </a:lnTo>
                  <a:lnTo>
                    <a:pt x="7876928" y="4007997"/>
                  </a:lnTo>
                  <a:lnTo>
                    <a:pt x="7938139" y="3971806"/>
                  </a:lnTo>
                  <a:lnTo>
                    <a:pt x="7994563" y="3931614"/>
                  </a:lnTo>
                  <a:lnTo>
                    <a:pt x="8046991" y="3886955"/>
                  </a:lnTo>
                  <a:lnTo>
                    <a:pt x="8096199" y="3837415"/>
                  </a:lnTo>
                  <a:lnTo>
                    <a:pt x="8142907" y="3782730"/>
                  </a:lnTo>
                  <a:lnTo>
                    <a:pt x="8151487" y="3771838"/>
                  </a:lnTo>
                  <a:lnTo>
                    <a:pt x="8189238" y="3720744"/>
                  </a:lnTo>
                  <a:lnTo>
                    <a:pt x="8226036" y="3665882"/>
                  </a:lnTo>
                  <a:lnTo>
                    <a:pt x="8262140" y="3607177"/>
                  </a:lnTo>
                  <a:lnTo>
                    <a:pt x="8297762" y="3544614"/>
                  </a:lnTo>
                  <a:lnTo>
                    <a:pt x="8333067" y="3478248"/>
                  </a:lnTo>
                  <a:lnTo>
                    <a:pt x="8368188" y="3408208"/>
                  </a:lnTo>
                  <a:lnTo>
                    <a:pt x="8403220" y="3334702"/>
                  </a:lnTo>
                  <a:lnTo>
                    <a:pt x="8438233" y="3258021"/>
                  </a:lnTo>
                  <a:lnTo>
                    <a:pt x="8473272" y="3178532"/>
                  </a:lnTo>
                  <a:lnTo>
                    <a:pt x="8508359" y="3096678"/>
                  </a:lnTo>
                  <a:lnTo>
                    <a:pt x="8543499" y="3012968"/>
                  </a:lnTo>
                  <a:lnTo>
                    <a:pt x="8578684" y="2927962"/>
                  </a:lnTo>
                  <a:lnTo>
                    <a:pt x="8613894" y="2842260"/>
                  </a:lnTo>
                  <a:lnTo>
                    <a:pt x="8649108" y="2756483"/>
                  </a:lnTo>
                  <a:lnTo>
                    <a:pt x="8684301" y="2671254"/>
                  </a:lnTo>
                  <a:lnTo>
                    <a:pt x="8719453" y="2587179"/>
                  </a:lnTo>
                  <a:lnTo>
                    <a:pt x="8754553" y="2504831"/>
                  </a:lnTo>
                  <a:lnTo>
                    <a:pt x="8789602" y="2424730"/>
                  </a:lnTo>
                  <a:lnTo>
                    <a:pt x="8824618" y="2347338"/>
                  </a:lnTo>
                  <a:lnTo>
                    <a:pt x="8859641" y="2273039"/>
                  </a:lnTo>
                  <a:lnTo>
                    <a:pt x="8894732" y="2202144"/>
                  </a:lnTo>
                  <a:lnTo>
                    <a:pt x="8929982" y="2134880"/>
                  </a:lnTo>
                  <a:lnTo>
                    <a:pt x="8965514" y="2071396"/>
                  </a:lnTo>
                  <a:lnTo>
                    <a:pt x="9001485" y="2011762"/>
                  </a:lnTo>
                  <a:lnTo>
                    <a:pt x="9038094" y="1955982"/>
                  </a:lnTo>
                  <a:lnTo>
                    <a:pt x="9075590" y="1903992"/>
                  </a:lnTo>
                  <a:lnTo>
                    <a:pt x="9084767" y="1892049"/>
                  </a:lnTo>
                  <a:lnTo>
                    <a:pt x="9131076" y="1836386"/>
                  </a:lnTo>
                  <a:lnTo>
                    <a:pt x="9179760" y="1785889"/>
                  </a:lnTo>
                  <a:lnTo>
                    <a:pt x="9231522" y="1740338"/>
                  </a:lnTo>
                  <a:lnTo>
                    <a:pt x="9287133" y="1699339"/>
                  </a:lnTo>
                  <a:lnTo>
                    <a:pt x="9347382" y="1662429"/>
                  </a:lnTo>
                  <a:lnTo>
                    <a:pt x="9413029" y="1629148"/>
                  </a:lnTo>
                  <a:lnTo>
                    <a:pt x="9484737" y="1599074"/>
                  </a:lnTo>
                  <a:lnTo>
                    <a:pt x="9562985" y="1571850"/>
                  </a:lnTo>
                  <a:lnTo>
                    <a:pt x="9647944" y="1547191"/>
                  </a:lnTo>
                  <a:lnTo>
                    <a:pt x="9739333" y="1524897"/>
                  </a:lnTo>
                  <a:lnTo>
                    <a:pt x="9836245" y="1504848"/>
                  </a:lnTo>
                  <a:lnTo>
                    <a:pt x="9936994" y="1487001"/>
                  </a:lnTo>
                  <a:lnTo>
                    <a:pt x="10039017" y="1471370"/>
                  </a:lnTo>
                  <a:lnTo>
                    <a:pt x="10138923" y="1458004"/>
                  </a:lnTo>
                  <a:lnTo>
                    <a:pt x="10232734" y="1446944"/>
                  </a:lnTo>
                  <a:lnTo>
                    <a:pt x="10316357" y="1438188"/>
                  </a:lnTo>
                  <a:lnTo>
                    <a:pt x="10386232" y="1431643"/>
                  </a:lnTo>
                  <a:lnTo>
                    <a:pt x="10440002" y="1427113"/>
                  </a:lnTo>
                  <a:lnTo>
                    <a:pt x="10477036" y="1424293"/>
                  </a:lnTo>
                  <a:lnTo>
                    <a:pt x="10498646" y="1422800"/>
                  </a:lnTo>
                  <a:lnTo>
                    <a:pt x="10508004" y="1422211"/>
                  </a:lnTo>
                  <a:lnTo>
                    <a:pt x="10509903" y="1422102"/>
                  </a:lnTo>
                  <a:lnTo>
                    <a:pt x="10509911" y="1422101"/>
                  </a:lnTo>
                  <a:lnTo>
                    <a:pt x="11981298" y="142210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23" name="pl223"/>
            <p:cNvSpPr/>
            <p:nvPr/>
          </p:nvSpPr>
          <p:spPr>
            <a:xfrm>
              <a:off x="4799595" y="6761483"/>
              <a:ext cx="11981298" cy="4241786"/>
            </a:xfrm>
            <a:custGeom>
              <a:avLst/>
              <a:pathLst>
                <a:path w="11981298" h="4241786">
                  <a:moveTo>
                    <a:pt x="11981298" y="1422101"/>
                  </a:moveTo>
                  <a:lnTo>
                    <a:pt x="10509911" y="1422101"/>
                  </a:lnTo>
                  <a:lnTo>
                    <a:pt x="10508763" y="1422167"/>
                  </a:lnTo>
                  <a:lnTo>
                    <a:pt x="10501223" y="1422633"/>
                  </a:lnTo>
                  <a:lnTo>
                    <a:pt x="10482219" y="1423923"/>
                  </a:lnTo>
                  <a:lnTo>
                    <a:pt x="10448253" y="1426461"/>
                  </a:lnTo>
                  <a:lnTo>
                    <a:pt x="10397648" y="1430643"/>
                  </a:lnTo>
                  <a:lnTo>
                    <a:pt x="10330676" y="1436789"/>
                  </a:lnTo>
                  <a:lnTo>
                    <a:pt x="10249401" y="1445118"/>
                  </a:lnTo>
                  <a:lnTo>
                    <a:pt x="10157205" y="1455741"/>
                  </a:lnTo>
                  <a:lnTo>
                    <a:pt x="10058132" y="1468675"/>
                  </a:lnTo>
                  <a:lnTo>
                    <a:pt x="9956226" y="1483883"/>
                  </a:lnTo>
                  <a:lnTo>
                    <a:pt x="9855014" y="1501315"/>
                  </a:lnTo>
                  <a:lnTo>
                    <a:pt x="9757224" y="1520947"/>
                  </a:lnTo>
                  <a:lnTo>
                    <a:pt x="9664702" y="1542811"/>
                  </a:lnTo>
                  <a:lnTo>
                    <a:pt x="9578492" y="1567011"/>
                  </a:lnTo>
                  <a:lnTo>
                    <a:pt x="9498981" y="1593733"/>
                  </a:lnTo>
                  <a:lnTo>
                    <a:pt x="9426069" y="1623244"/>
                  </a:lnTo>
                  <a:lnTo>
                    <a:pt x="9359325" y="1655890"/>
                  </a:lnTo>
                  <a:lnTo>
                    <a:pt x="9298115" y="1692080"/>
                  </a:lnTo>
                  <a:lnTo>
                    <a:pt x="9241690" y="1732273"/>
                  </a:lnTo>
                  <a:lnTo>
                    <a:pt x="9189262" y="1776932"/>
                  </a:lnTo>
                  <a:lnTo>
                    <a:pt x="9140054" y="1826472"/>
                  </a:lnTo>
                  <a:lnTo>
                    <a:pt x="9093346" y="1881157"/>
                  </a:lnTo>
                  <a:lnTo>
                    <a:pt x="9084767" y="1892049"/>
                  </a:lnTo>
                  <a:lnTo>
                    <a:pt x="9047015" y="1943143"/>
                  </a:lnTo>
                  <a:lnTo>
                    <a:pt x="9010217" y="1998005"/>
                  </a:lnTo>
                  <a:lnTo>
                    <a:pt x="8974113" y="2056710"/>
                  </a:lnTo>
                  <a:lnTo>
                    <a:pt x="8938492" y="2119273"/>
                  </a:lnTo>
                  <a:lnTo>
                    <a:pt x="8903186" y="2185639"/>
                  </a:lnTo>
                  <a:lnTo>
                    <a:pt x="8868066" y="2255679"/>
                  </a:lnTo>
                  <a:lnTo>
                    <a:pt x="8833033" y="2329184"/>
                  </a:lnTo>
                  <a:lnTo>
                    <a:pt x="8798020" y="2405866"/>
                  </a:lnTo>
                  <a:lnTo>
                    <a:pt x="8762981" y="2485355"/>
                  </a:lnTo>
                  <a:lnTo>
                    <a:pt x="8727894" y="2567208"/>
                  </a:lnTo>
                  <a:lnTo>
                    <a:pt x="8692754" y="2650919"/>
                  </a:lnTo>
                  <a:lnTo>
                    <a:pt x="8657570" y="2735925"/>
                  </a:lnTo>
                  <a:lnTo>
                    <a:pt x="8622359" y="2821627"/>
                  </a:lnTo>
                  <a:lnTo>
                    <a:pt x="8587145" y="2907404"/>
                  </a:lnTo>
                  <a:lnTo>
                    <a:pt x="8551952" y="2992633"/>
                  </a:lnTo>
                  <a:lnTo>
                    <a:pt x="8516800" y="3076708"/>
                  </a:lnTo>
                  <a:lnTo>
                    <a:pt x="8481700" y="3159056"/>
                  </a:lnTo>
                  <a:lnTo>
                    <a:pt x="8446651" y="3239157"/>
                  </a:lnTo>
                  <a:lnTo>
                    <a:pt x="8411635" y="3316549"/>
                  </a:lnTo>
                  <a:lnTo>
                    <a:pt x="8376613" y="3390847"/>
                  </a:lnTo>
                  <a:lnTo>
                    <a:pt x="8341521" y="3461742"/>
                  </a:lnTo>
                  <a:lnTo>
                    <a:pt x="8306271" y="3529006"/>
                  </a:lnTo>
                  <a:lnTo>
                    <a:pt x="8270739" y="3592491"/>
                  </a:lnTo>
                  <a:lnTo>
                    <a:pt x="8234768" y="3652125"/>
                  </a:lnTo>
                  <a:lnTo>
                    <a:pt x="8198159" y="3707905"/>
                  </a:lnTo>
                  <a:lnTo>
                    <a:pt x="8160663" y="3759895"/>
                  </a:lnTo>
                  <a:lnTo>
                    <a:pt x="8151487" y="3771838"/>
                  </a:lnTo>
                  <a:lnTo>
                    <a:pt x="8105177" y="3827501"/>
                  </a:lnTo>
                  <a:lnTo>
                    <a:pt x="8056493" y="3877998"/>
                  </a:lnTo>
                  <a:lnTo>
                    <a:pt x="8004731" y="3923549"/>
                  </a:lnTo>
                  <a:lnTo>
                    <a:pt x="7949120" y="3964548"/>
                  </a:lnTo>
                  <a:lnTo>
                    <a:pt x="7888871" y="4001458"/>
                  </a:lnTo>
                  <a:lnTo>
                    <a:pt x="7823224" y="4034739"/>
                  </a:lnTo>
                  <a:lnTo>
                    <a:pt x="7751516" y="4064812"/>
                  </a:lnTo>
                  <a:lnTo>
                    <a:pt x="7673269" y="4092037"/>
                  </a:lnTo>
                  <a:lnTo>
                    <a:pt x="7588309" y="4116696"/>
                  </a:lnTo>
                  <a:lnTo>
                    <a:pt x="7496920" y="4138990"/>
                  </a:lnTo>
                  <a:lnTo>
                    <a:pt x="7400008" y="4159038"/>
                  </a:lnTo>
                  <a:lnTo>
                    <a:pt x="7299260" y="4176886"/>
                  </a:lnTo>
                  <a:lnTo>
                    <a:pt x="7197236" y="4192517"/>
                  </a:lnTo>
                  <a:lnTo>
                    <a:pt x="7097330" y="4205883"/>
                  </a:lnTo>
                  <a:lnTo>
                    <a:pt x="7003519" y="4216943"/>
                  </a:lnTo>
                  <a:lnTo>
                    <a:pt x="6919896" y="4225699"/>
                  </a:lnTo>
                  <a:lnTo>
                    <a:pt x="6850021" y="4232244"/>
                  </a:lnTo>
                  <a:lnTo>
                    <a:pt x="6796251" y="4236774"/>
                  </a:lnTo>
                  <a:lnTo>
                    <a:pt x="6759217" y="4239594"/>
                  </a:lnTo>
                  <a:lnTo>
                    <a:pt x="6737608" y="4241087"/>
                  </a:lnTo>
                  <a:lnTo>
                    <a:pt x="6728249" y="4241675"/>
                  </a:lnTo>
                  <a:lnTo>
                    <a:pt x="6726351" y="4241785"/>
                  </a:lnTo>
                  <a:lnTo>
                    <a:pt x="6726343" y="4241786"/>
                  </a:lnTo>
                  <a:lnTo>
                    <a:pt x="5254955" y="4241786"/>
                  </a:lnTo>
                  <a:lnTo>
                    <a:pt x="5254027" y="4241706"/>
                  </a:lnTo>
                  <a:lnTo>
                    <a:pt x="5247902" y="4241142"/>
                  </a:lnTo>
                  <a:lnTo>
                    <a:pt x="5232370" y="4239584"/>
                  </a:lnTo>
                  <a:lnTo>
                    <a:pt x="5204374" y="4236513"/>
                  </a:lnTo>
                  <a:lnTo>
                    <a:pt x="5162188" y="4231435"/>
                  </a:lnTo>
                  <a:lnTo>
                    <a:pt x="5105542" y="4223930"/>
                  </a:lnTo>
                  <a:lnTo>
                    <a:pt x="5035585" y="4213681"/>
                  </a:lnTo>
                  <a:lnTo>
                    <a:pt x="4954627" y="4200495"/>
                  </a:lnTo>
                  <a:lnTo>
                    <a:pt x="4865731" y="4184299"/>
                  </a:lnTo>
                  <a:lnTo>
                    <a:pt x="4772222" y="4165104"/>
                  </a:lnTo>
                  <a:lnTo>
                    <a:pt x="4677260" y="4142968"/>
                  </a:lnTo>
                  <a:lnTo>
                    <a:pt x="4583531" y="4117948"/>
                  </a:lnTo>
                  <a:lnTo>
                    <a:pt x="4493091" y="4090062"/>
                  </a:lnTo>
                  <a:lnTo>
                    <a:pt x="4407336" y="4059262"/>
                  </a:lnTo>
                  <a:lnTo>
                    <a:pt x="4327068" y="4025415"/>
                  </a:lnTo>
                  <a:lnTo>
                    <a:pt x="4252600" y="3988296"/>
                  </a:lnTo>
                  <a:lnTo>
                    <a:pt x="4183875" y="3947590"/>
                  </a:lnTo>
                  <a:lnTo>
                    <a:pt x="4120578" y="3902891"/>
                  </a:lnTo>
                  <a:lnTo>
                    <a:pt x="4062222" y="3853716"/>
                  </a:lnTo>
                  <a:lnTo>
                    <a:pt x="4008224" y="3799525"/>
                  </a:lnTo>
                  <a:lnTo>
                    <a:pt x="3957954" y="3739749"/>
                  </a:lnTo>
                  <a:lnTo>
                    <a:pt x="3910777" y="3673846"/>
                  </a:lnTo>
                  <a:lnTo>
                    <a:pt x="3866085" y="3601386"/>
                  </a:lnTo>
                  <a:lnTo>
                    <a:pt x="3829811" y="3534821"/>
                  </a:lnTo>
                  <a:lnTo>
                    <a:pt x="3798047" y="3470671"/>
                  </a:lnTo>
                  <a:lnTo>
                    <a:pt x="3766987" y="3402544"/>
                  </a:lnTo>
                  <a:lnTo>
                    <a:pt x="3736469" y="3330360"/>
                  </a:lnTo>
                  <a:lnTo>
                    <a:pt x="3706358" y="3254083"/>
                  </a:lnTo>
                  <a:lnTo>
                    <a:pt x="3676542" y="3173726"/>
                  </a:lnTo>
                  <a:lnTo>
                    <a:pt x="3646927" y="3089354"/>
                  </a:lnTo>
                  <a:lnTo>
                    <a:pt x="3617440" y="3001093"/>
                  </a:lnTo>
                  <a:lnTo>
                    <a:pt x="3588021" y="2909123"/>
                  </a:lnTo>
                  <a:lnTo>
                    <a:pt x="3558627" y="2813689"/>
                  </a:lnTo>
                  <a:lnTo>
                    <a:pt x="3529227" y="2715092"/>
                  </a:lnTo>
                  <a:lnTo>
                    <a:pt x="3499801" y="2613693"/>
                  </a:lnTo>
                  <a:lnTo>
                    <a:pt x="3470338" y="2509906"/>
                  </a:lnTo>
                  <a:lnTo>
                    <a:pt x="3440838" y="2404190"/>
                  </a:lnTo>
                  <a:lnTo>
                    <a:pt x="3411305" y="2297048"/>
                  </a:lnTo>
                  <a:lnTo>
                    <a:pt x="3381751" y="2189007"/>
                  </a:lnTo>
                  <a:lnTo>
                    <a:pt x="3352187" y="2080616"/>
                  </a:lnTo>
                  <a:lnTo>
                    <a:pt x="3322629" y="1972433"/>
                  </a:lnTo>
                  <a:lnTo>
                    <a:pt x="3293089" y="1865008"/>
                  </a:lnTo>
                  <a:lnTo>
                    <a:pt x="3263580" y="1758877"/>
                  </a:lnTo>
                  <a:lnTo>
                    <a:pt x="3234108" y="1654548"/>
                  </a:lnTo>
                  <a:lnTo>
                    <a:pt x="3204673" y="1552494"/>
                  </a:lnTo>
                  <a:lnTo>
                    <a:pt x="3175267" y="1453141"/>
                  </a:lnTo>
                  <a:lnTo>
                    <a:pt x="3145874" y="1356862"/>
                  </a:lnTo>
                  <a:lnTo>
                    <a:pt x="3116466" y="1263977"/>
                  </a:lnTo>
                  <a:lnTo>
                    <a:pt x="3087001" y="1174743"/>
                  </a:lnTo>
                  <a:lnTo>
                    <a:pt x="3057425" y="1089358"/>
                  </a:lnTo>
                  <a:lnTo>
                    <a:pt x="3027669" y="1007961"/>
                  </a:lnTo>
                  <a:lnTo>
                    <a:pt x="2997643" y="930632"/>
                  </a:lnTo>
                  <a:lnTo>
                    <a:pt x="2967242" y="857398"/>
                  </a:lnTo>
                  <a:lnTo>
                    <a:pt x="2936336" y="788235"/>
                  </a:lnTo>
                  <a:lnTo>
                    <a:pt x="2904770" y="723073"/>
                  </a:lnTo>
                  <a:lnTo>
                    <a:pt x="2896531" y="706964"/>
                  </a:lnTo>
                  <a:lnTo>
                    <a:pt x="2853509" y="628795"/>
                  </a:lnTo>
                  <a:lnTo>
                    <a:pt x="2808472" y="557365"/>
                  </a:lnTo>
                  <a:lnTo>
                    <a:pt x="2760859" y="492439"/>
                  </a:lnTo>
                  <a:lnTo>
                    <a:pt x="2710057" y="433560"/>
                  </a:lnTo>
                  <a:lnTo>
                    <a:pt x="2655428" y="380179"/>
                  </a:lnTo>
                  <a:lnTo>
                    <a:pt x="2596346" y="331727"/>
                  </a:lnTo>
                  <a:lnTo>
                    <a:pt x="2532241" y="287673"/>
                  </a:lnTo>
                  <a:lnTo>
                    <a:pt x="2462646" y="247544"/>
                  </a:lnTo>
                  <a:lnTo>
                    <a:pt x="2387280" y="210949"/>
                  </a:lnTo>
                  <a:lnTo>
                    <a:pt x="2306136" y="177583"/>
                  </a:lnTo>
                  <a:lnTo>
                    <a:pt x="2219593" y="147238"/>
                  </a:lnTo>
                  <a:lnTo>
                    <a:pt x="2128539" y="119795"/>
                  </a:lnTo>
                  <a:lnTo>
                    <a:pt x="2034470" y="95217"/>
                  </a:lnTo>
                  <a:lnTo>
                    <a:pt x="1939542" y="73530"/>
                  </a:lnTo>
                  <a:lnTo>
                    <a:pt x="1846529" y="54794"/>
                  </a:lnTo>
                  <a:lnTo>
                    <a:pt x="1758640" y="39063"/>
                  </a:lnTo>
                  <a:lnTo>
                    <a:pt x="1679192" y="26337"/>
                  </a:lnTo>
                  <a:lnTo>
                    <a:pt x="1611159" y="16526"/>
                  </a:lnTo>
                  <a:lnTo>
                    <a:pt x="1556701" y="9419"/>
                  </a:lnTo>
                  <a:lnTo>
                    <a:pt x="1516756" y="4680"/>
                  </a:lnTo>
                  <a:lnTo>
                    <a:pt x="1490829" y="1875"/>
                  </a:lnTo>
                  <a:lnTo>
                    <a:pt x="1476976" y="504"/>
                  </a:lnTo>
                  <a:lnTo>
                    <a:pt x="1471953" y="47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24" name="pg224"/>
            <p:cNvSpPr/>
            <p:nvPr/>
          </p:nvSpPr>
          <p:spPr>
            <a:xfrm>
              <a:off x="4799595" y="6769656"/>
              <a:ext cx="11981298" cy="4258132"/>
            </a:xfrm>
            <a:custGeom>
              <a:avLst/>
              <a:pathLst>
                <a:path w="11981298" h="4258132">
                  <a:moveTo>
                    <a:pt x="0" y="8172"/>
                  </a:moveTo>
                  <a:lnTo>
                    <a:pt x="1471387" y="8172"/>
                  </a:lnTo>
                  <a:lnTo>
                    <a:pt x="1472314" y="8252"/>
                  </a:lnTo>
                  <a:lnTo>
                    <a:pt x="1478437" y="8817"/>
                  </a:lnTo>
                  <a:lnTo>
                    <a:pt x="1493961" y="10377"/>
                  </a:lnTo>
                  <a:lnTo>
                    <a:pt x="1521942" y="13453"/>
                  </a:lnTo>
                  <a:lnTo>
                    <a:pt x="1564109" y="18537"/>
                  </a:lnTo>
                  <a:lnTo>
                    <a:pt x="1620730" y="26053"/>
                  </a:lnTo>
                  <a:lnTo>
                    <a:pt x="1690661" y="36317"/>
                  </a:lnTo>
                  <a:lnTo>
                    <a:pt x="1771590" y="49521"/>
                  </a:lnTo>
                  <a:lnTo>
                    <a:pt x="1860461" y="65741"/>
                  </a:lnTo>
                  <a:lnTo>
                    <a:pt x="1953948" y="84964"/>
                  </a:lnTo>
                  <a:lnTo>
                    <a:pt x="2048892" y="107133"/>
                  </a:lnTo>
                  <a:lnTo>
                    <a:pt x="2142609" y="132191"/>
                  </a:lnTo>
                  <a:lnTo>
                    <a:pt x="2233042" y="160119"/>
                  </a:lnTo>
                  <a:lnTo>
                    <a:pt x="2318794" y="190966"/>
                  </a:lnTo>
                  <a:lnTo>
                    <a:pt x="2399062" y="224863"/>
                  </a:lnTo>
                  <a:lnTo>
                    <a:pt x="2473533" y="262037"/>
                  </a:lnTo>
                  <a:lnTo>
                    <a:pt x="2542262" y="302802"/>
                  </a:lnTo>
                  <a:lnTo>
                    <a:pt x="2605565" y="347566"/>
                  </a:lnTo>
                  <a:lnTo>
                    <a:pt x="2663926" y="396811"/>
                  </a:lnTo>
                  <a:lnTo>
                    <a:pt x="2717929" y="451078"/>
                  </a:lnTo>
                  <a:lnTo>
                    <a:pt x="2768202" y="510936"/>
                  </a:lnTo>
                  <a:lnTo>
                    <a:pt x="2815381" y="576929"/>
                  </a:lnTo>
                  <a:lnTo>
                    <a:pt x="2860074" y="649487"/>
                  </a:lnTo>
                  <a:lnTo>
                    <a:pt x="2896531" y="716499"/>
                  </a:lnTo>
                  <a:lnTo>
                    <a:pt x="2928268" y="780715"/>
                  </a:lnTo>
                  <a:lnTo>
                    <a:pt x="2959302" y="848909"/>
                  </a:lnTo>
                  <a:lnTo>
                    <a:pt x="2989794" y="921161"/>
                  </a:lnTo>
                  <a:lnTo>
                    <a:pt x="3019880" y="997506"/>
                  </a:lnTo>
                  <a:lnTo>
                    <a:pt x="3049671" y="1077932"/>
                  </a:lnTo>
                  <a:lnTo>
                    <a:pt x="3079261" y="1162374"/>
                  </a:lnTo>
                  <a:lnTo>
                    <a:pt x="3108724" y="1250707"/>
                  </a:lnTo>
                  <a:lnTo>
                    <a:pt x="3138117" y="1342751"/>
                  </a:lnTo>
                  <a:lnTo>
                    <a:pt x="3167485" y="1438261"/>
                  </a:lnTo>
                  <a:lnTo>
                    <a:pt x="3196860" y="1536938"/>
                  </a:lnTo>
                  <a:lnTo>
                    <a:pt x="3226261" y="1638420"/>
                  </a:lnTo>
                  <a:lnTo>
                    <a:pt x="3255697" y="1742296"/>
                  </a:lnTo>
                  <a:lnTo>
                    <a:pt x="3285171" y="1848105"/>
                  </a:lnTo>
                  <a:lnTo>
                    <a:pt x="3314678" y="1955347"/>
                  </a:lnTo>
                  <a:lnTo>
                    <a:pt x="3344207" y="2063494"/>
                  </a:lnTo>
                  <a:lnTo>
                    <a:pt x="3373745" y="2171998"/>
                  </a:lnTo>
                  <a:lnTo>
                    <a:pt x="3403278" y="2280303"/>
                  </a:lnTo>
                  <a:lnTo>
                    <a:pt x="3432792" y="2387857"/>
                  </a:lnTo>
                  <a:lnTo>
                    <a:pt x="3462276" y="2494126"/>
                  </a:lnTo>
                  <a:lnTo>
                    <a:pt x="3491723" y="2598599"/>
                  </a:lnTo>
                  <a:lnTo>
                    <a:pt x="3521133" y="2700805"/>
                  </a:lnTo>
                  <a:lnTo>
                    <a:pt x="3550514" y="2800318"/>
                  </a:lnTo>
                  <a:lnTo>
                    <a:pt x="3579881" y="2896762"/>
                  </a:lnTo>
                  <a:lnTo>
                    <a:pt x="3609264" y="2989817"/>
                  </a:lnTo>
                  <a:lnTo>
                    <a:pt x="3638701" y="3079226"/>
                  </a:lnTo>
                  <a:lnTo>
                    <a:pt x="3668248" y="3164788"/>
                  </a:lnTo>
                  <a:lnTo>
                    <a:pt x="3697974" y="3246364"/>
                  </a:lnTo>
                  <a:lnTo>
                    <a:pt x="3727965" y="3323872"/>
                  </a:lnTo>
                  <a:lnTo>
                    <a:pt x="3758329" y="3397285"/>
                  </a:lnTo>
                  <a:lnTo>
                    <a:pt x="3789194" y="3466625"/>
                  </a:lnTo>
                  <a:lnTo>
                    <a:pt x="3820713" y="3531961"/>
                  </a:lnTo>
                  <a:lnTo>
                    <a:pt x="3829811" y="3549805"/>
                  </a:lnTo>
                  <a:lnTo>
                    <a:pt x="3872825" y="3628111"/>
                  </a:lnTo>
                  <a:lnTo>
                    <a:pt x="3917853" y="3699667"/>
                  </a:lnTo>
                  <a:lnTo>
                    <a:pt x="3965456" y="3764709"/>
                  </a:lnTo>
                  <a:lnTo>
                    <a:pt x="4016247" y="3823695"/>
                  </a:lnTo>
                  <a:lnTo>
                    <a:pt x="4070863" y="3877174"/>
                  </a:lnTo>
                  <a:lnTo>
                    <a:pt x="4129928" y="3925714"/>
                  </a:lnTo>
                  <a:lnTo>
                    <a:pt x="4194016" y="3969850"/>
                  </a:lnTo>
                  <a:lnTo>
                    <a:pt x="4263590" y="4010054"/>
                  </a:lnTo>
                  <a:lnTo>
                    <a:pt x="4338933" y="4046719"/>
                  </a:lnTo>
                  <a:lnTo>
                    <a:pt x="4420053" y="4080148"/>
                  </a:lnTo>
                  <a:lnTo>
                    <a:pt x="4506571" y="4110551"/>
                  </a:lnTo>
                  <a:lnTo>
                    <a:pt x="4597600" y="4138048"/>
                  </a:lnTo>
                  <a:lnTo>
                    <a:pt x="4691648" y="4162676"/>
                  </a:lnTo>
                  <a:lnTo>
                    <a:pt x="4786559" y="4184408"/>
                  </a:lnTo>
                  <a:lnTo>
                    <a:pt x="4879564" y="4203184"/>
                  </a:lnTo>
                  <a:lnTo>
                    <a:pt x="4967456" y="4218951"/>
                  </a:lnTo>
                  <a:lnTo>
                    <a:pt x="5046920" y="4231708"/>
                  </a:lnTo>
                  <a:lnTo>
                    <a:pt x="5114981" y="4241545"/>
                  </a:lnTo>
                  <a:lnTo>
                    <a:pt x="5169478" y="4248674"/>
                  </a:lnTo>
                  <a:lnTo>
                    <a:pt x="5209467" y="4253428"/>
                  </a:lnTo>
                  <a:lnTo>
                    <a:pt x="5235439" y="4256245"/>
                  </a:lnTo>
                  <a:lnTo>
                    <a:pt x="5249330" y="4257623"/>
                  </a:lnTo>
                  <a:lnTo>
                    <a:pt x="5254381" y="4258083"/>
                  </a:lnTo>
                  <a:lnTo>
                    <a:pt x="5254955" y="4258132"/>
                  </a:lnTo>
                  <a:lnTo>
                    <a:pt x="6726343" y="4258132"/>
                  </a:lnTo>
                  <a:lnTo>
                    <a:pt x="6727563" y="4258102"/>
                  </a:lnTo>
                  <a:lnTo>
                    <a:pt x="6735573" y="4257892"/>
                  </a:lnTo>
                  <a:lnTo>
                    <a:pt x="6755722" y="4257310"/>
                  </a:lnTo>
                  <a:lnTo>
                    <a:pt x="6791638" y="4256166"/>
                  </a:lnTo>
                  <a:lnTo>
                    <a:pt x="6844953" y="4254283"/>
                  </a:lnTo>
                  <a:lnTo>
                    <a:pt x="6915184" y="4251520"/>
                  </a:lnTo>
                  <a:lnTo>
                    <a:pt x="6999941" y="4247786"/>
                  </a:lnTo>
                  <a:lnTo>
                    <a:pt x="7095486" y="4243036"/>
                  </a:lnTo>
                  <a:lnTo>
                    <a:pt x="7197469" y="4237267"/>
                  </a:lnTo>
                  <a:lnTo>
                    <a:pt x="7301653" y="4230500"/>
                  </a:lnTo>
                  <a:lnTo>
                    <a:pt x="7404438" y="4222755"/>
                  </a:lnTo>
                  <a:lnTo>
                    <a:pt x="7503127" y="4214038"/>
                  </a:lnTo>
                  <a:lnTo>
                    <a:pt x="7595974" y="4204327"/>
                  </a:lnTo>
                  <a:lnTo>
                    <a:pt x="7682069" y="4193566"/>
                  </a:lnTo>
                  <a:lnTo>
                    <a:pt x="7761165" y="4181661"/>
                  </a:lnTo>
                  <a:lnTo>
                    <a:pt x="7833493" y="4168480"/>
                  </a:lnTo>
                  <a:lnTo>
                    <a:pt x="7899594" y="4153857"/>
                  </a:lnTo>
                  <a:lnTo>
                    <a:pt x="7960198" y="4137598"/>
                  </a:lnTo>
                  <a:lnTo>
                    <a:pt x="8016123" y="4119494"/>
                  </a:lnTo>
                  <a:lnTo>
                    <a:pt x="8068210" y="4099341"/>
                  </a:lnTo>
                  <a:lnTo>
                    <a:pt x="8117268" y="4076973"/>
                  </a:lnTo>
                  <a:lnTo>
                    <a:pt x="8151487" y="4059255"/>
                  </a:lnTo>
                  <a:lnTo>
                    <a:pt x="8200668" y="4030649"/>
                  </a:lnTo>
                  <a:lnTo>
                    <a:pt x="8248359" y="3999295"/>
                  </a:lnTo>
                  <a:lnTo>
                    <a:pt x="8295090" y="3965149"/>
                  </a:lnTo>
                  <a:lnTo>
                    <a:pt x="8341257" y="3928246"/>
                  </a:lnTo>
                  <a:lnTo>
                    <a:pt x="8387147" y="3888716"/>
                  </a:lnTo>
                  <a:lnTo>
                    <a:pt x="8432954" y="3846786"/>
                  </a:lnTo>
                  <a:lnTo>
                    <a:pt x="8478793" y="3802782"/>
                  </a:lnTo>
                  <a:lnTo>
                    <a:pt x="8524716" y="3757123"/>
                  </a:lnTo>
                  <a:lnTo>
                    <a:pt x="8570724" y="3710306"/>
                  </a:lnTo>
                  <a:lnTo>
                    <a:pt x="8616785" y="3662887"/>
                  </a:lnTo>
                  <a:lnTo>
                    <a:pt x="8662847" y="3615450"/>
                  </a:lnTo>
                  <a:lnTo>
                    <a:pt x="8708860" y="3568583"/>
                  </a:lnTo>
                  <a:lnTo>
                    <a:pt x="8754788" y="3522842"/>
                  </a:lnTo>
                  <a:lnTo>
                    <a:pt x="8800631" y="3478729"/>
                  </a:lnTo>
                  <a:lnTo>
                    <a:pt x="8846437" y="3436668"/>
                  </a:lnTo>
                  <a:lnTo>
                    <a:pt x="8892318" y="3396991"/>
                  </a:lnTo>
                  <a:lnTo>
                    <a:pt x="8938462" y="3359931"/>
                  </a:lnTo>
                  <a:lnTo>
                    <a:pt x="8985151" y="3325622"/>
                  </a:lnTo>
                  <a:lnTo>
                    <a:pt x="9032773" y="3294107"/>
                  </a:lnTo>
                  <a:lnTo>
                    <a:pt x="9081850" y="3265343"/>
                  </a:lnTo>
                  <a:lnTo>
                    <a:pt x="9084767" y="3263750"/>
                  </a:lnTo>
                  <a:lnTo>
                    <a:pt x="9132082" y="3239719"/>
                  </a:lnTo>
                  <a:lnTo>
                    <a:pt x="9181888" y="3217965"/>
                  </a:lnTo>
                  <a:lnTo>
                    <a:pt x="9234937" y="3198389"/>
                  </a:lnTo>
                  <a:lnTo>
                    <a:pt x="9292052" y="3180808"/>
                  </a:lnTo>
                  <a:lnTo>
                    <a:pt x="9354074" y="3165015"/>
                  </a:lnTo>
                  <a:lnTo>
                    <a:pt x="9421804" y="3150803"/>
                  </a:lnTo>
                  <a:lnTo>
                    <a:pt x="9495931" y="3137984"/>
                  </a:lnTo>
                  <a:lnTo>
                    <a:pt x="9576926" y="3126402"/>
                  </a:lnTo>
                  <a:lnTo>
                    <a:pt x="9664907" y="3115934"/>
                  </a:lnTo>
                  <a:lnTo>
                    <a:pt x="9759467" y="3106498"/>
                  </a:lnTo>
                  <a:lnTo>
                    <a:pt x="9859483" y="3098047"/>
                  </a:lnTo>
                  <a:lnTo>
                    <a:pt x="9962956" y="3090566"/>
                  </a:lnTo>
                  <a:lnTo>
                    <a:pt x="10066931" y="3084068"/>
                  </a:lnTo>
                  <a:lnTo>
                    <a:pt x="10167598" y="3078576"/>
                  </a:lnTo>
                  <a:lnTo>
                    <a:pt x="10260625" y="3074104"/>
                  </a:lnTo>
                  <a:lnTo>
                    <a:pt x="10341755" y="3070640"/>
                  </a:lnTo>
                  <a:lnTo>
                    <a:pt x="10407546" y="3068128"/>
                  </a:lnTo>
                  <a:lnTo>
                    <a:pt x="10456085" y="3066462"/>
                  </a:lnTo>
                  <a:lnTo>
                    <a:pt x="10487459" y="3065489"/>
                  </a:lnTo>
                  <a:lnTo>
                    <a:pt x="10503867" y="3065028"/>
                  </a:lnTo>
                  <a:lnTo>
                    <a:pt x="10509433" y="3064885"/>
                  </a:lnTo>
                  <a:lnTo>
                    <a:pt x="10509911" y="3064874"/>
                  </a:lnTo>
                  <a:lnTo>
                    <a:pt x="11981298" y="3064874"/>
                  </a:lnTo>
                  <a:lnTo>
                    <a:pt x="11981298" y="3056701"/>
                  </a:lnTo>
                  <a:lnTo>
                    <a:pt x="10509911" y="3056701"/>
                  </a:lnTo>
                  <a:lnTo>
                    <a:pt x="10508690" y="3056730"/>
                  </a:lnTo>
                  <a:lnTo>
                    <a:pt x="10500680" y="3056941"/>
                  </a:lnTo>
                  <a:lnTo>
                    <a:pt x="10480531" y="3057522"/>
                  </a:lnTo>
                  <a:lnTo>
                    <a:pt x="10444616" y="3058667"/>
                  </a:lnTo>
                  <a:lnTo>
                    <a:pt x="10391300" y="3060550"/>
                  </a:lnTo>
                  <a:lnTo>
                    <a:pt x="10321069" y="3063312"/>
                  </a:lnTo>
                  <a:lnTo>
                    <a:pt x="10236312" y="3067047"/>
                  </a:lnTo>
                  <a:lnTo>
                    <a:pt x="10140767" y="3071797"/>
                  </a:lnTo>
                  <a:lnTo>
                    <a:pt x="10038784" y="3077565"/>
                  </a:lnTo>
                  <a:lnTo>
                    <a:pt x="9934600" y="3084333"/>
                  </a:lnTo>
                  <a:lnTo>
                    <a:pt x="9831815" y="3092078"/>
                  </a:lnTo>
                  <a:lnTo>
                    <a:pt x="9733126" y="3100795"/>
                  </a:lnTo>
                  <a:lnTo>
                    <a:pt x="9640279" y="3110506"/>
                  </a:lnTo>
                  <a:lnTo>
                    <a:pt x="9554185" y="3121266"/>
                  </a:lnTo>
                  <a:lnTo>
                    <a:pt x="9475088" y="3133171"/>
                  </a:lnTo>
                  <a:lnTo>
                    <a:pt x="9402760" y="3146353"/>
                  </a:lnTo>
                  <a:lnTo>
                    <a:pt x="9336659" y="3160976"/>
                  </a:lnTo>
                  <a:lnTo>
                    <a:pt x="9276055" y="3177235"/>
                  </a:lnTo>
                  <a:lnTo>
                    <a:pt x="9220130" y="3195338"/>
                  </a:lnTo>
                  <a:lnTo>
                    <a:pt x="9168043" y="3215492"/>
                  </a:lnTo>
                  <a:lnTo>
                    <a:pt x="9118985" y="3237860"/>
                  </a:lnTo>
                  <a:lnTo>
                    <a:pt x="9084767" y="3255577"/>
                  </a:lnTo>
                  <a:lnTo>
                    <a:pt x="9035585" y="3284184"/>
                  </a:lnTo>
                  <a:lnTo>
                    <a:pt x="8987895" y="3315537"/>
                  </a:lnTo>
                  <a:lnTo>
                    <a:pt x="8941164" y="3349684"/>
                  </a:lnTo>
                  <a:lnTo>
                    <a:pt x="8894996" y="3386586"/>
                  </a:lnTo>
                  <a:lnTo>
                    <a:pt x="8849106" y="3426116"/>
                  </a:lnTo>
                  <a:lnTo>
                    <a:pt x="8803299" y="3468046"/>
                  </a:lnTo>
                  <a:lnTo>
                    <a:pt x="8757460" y="3512050"/>
                  </a:lnTo>
                  <a:lnTo>
                    <a:pt x="8711537" y="3557709"/>
                  </a:lnTo>
                  <a:lnTo>
                    <a:pt x="8665529" y="3604526"/>
                  </a:lnTo>
                  <a:lnTo>
                    <a:pt x="8619468" y="3651946"/>
                  </a:lnTo>
                  <a:lnTo>
                    <a:pt x="8573406" y="3699382"/>
                  </a:lnTo>
                  <a:lnTo>
                    <a:pt x="8527394" y="3746250"/>
                  </a:lnTo>
                  <a:lnTo>
                    <a:pt x="8481465" y="3791991"/>
                  </a:lnTo>
                  <a:lnTo>
                    <a:pt x="8435622" y="3836103"/>
                  </a:lnTo>
                  <a:lnTo>
                    <a:pt x="8389816" y="3878164"/>
                  </a:lnTo>
                  <a:lnTo>
                    <a:pt x="8343935" y="3917841"/>
                  </a:lnTo>
                  <a:lnTo>
                    <a:pt x="8297791" y="3954901"/>
                  </a:lnTo>
                  <a:lnTo>
                    <a:pt x="8251102" y="3989210"/>
                  </a:lnTo>
                  <a:lnTo>
                    <a:pt x="8203481" y="4020726"/>
                  </a:lnTo>
                  <a:lnTo>
                    <a:pt x="8154404" y="4049490"/>
                  </a:lnTo>
                  <a:lnTo>
                    <a:pt x="8151487" y="4051082"/>
                  </a:lnTo>
                  <a:lnTo>
                    <a:pt x="8104172" y="4075114"/>
                  </a:lnTo>
                  <a:lnTo>
                    <a:pt x="8054365" y="4096867"/>
                  </a:lnTo>
                  <a:lnTo>
                    <a:pt x="8001316" y="4116444"/>
                  </a:lnTo>
                  <a:lnTo>
                    <a:pt x="7944201" y="4134024"/>
                  </a:lnTo>
                  <a:lnTo>
                    <a:pt x="7882179" y="4149817"/>
                  </a:lnTo>
                  <a:lnTo>
                    <a:pt x="7814449" y="4164030"/>
                  </a:lnTo>
                  <a:lnTo>
                    <a:pt x="7740323" y="4176849"/>
                  </a:lnTo>
                  <a:lnTo>
                    <a:pt x="7659327" y="4188431"/>
                  </a:lnTo>
                  <a:lnTo>
                    <a:pt x="7571346" y="4198898"/>
                  </a:lnTo>
                  <a:lnTo>
                    <a:pt x="7476787" y="4208334"/>
                  </a:lnTo>
                  <a:lnTo>
                    <a:pt x="7376771" y="4216786"/>
                  </a:lnTo>
                  <a:lnTo>
                    <a:pt x="7273298" y="4224267"/>
                  </a:lnTo>
                  <a:lnTo>
                    <a:pt x="7169322" y="4230765"/>
                  </a:lnTo>
                  <a:lnTo>
                    <a:pt x="7068655" y="4236257"/>
                  </a:lnTo>
                  <a:lnTo>
                    <a:pt x="6975628" y="4240729"/>
                  </a:lnTo>
                  <a:lnTo>
                    <a:pt x="6894498" y="4244192"/>
                  </a:lnTo>
                  <a:lnTo>
                    <a:pt x="6828707" y="4246704"/>
                  </a:lnTo>
                  <a:lnTo>
                    <a:pt x="6780168" y="4248370"/>
                  </a:lnTo>
                  <a:lnTo>
                    <a:pt x="6748794" y="4249343"/>
                  </a:lnTo>
                  <a:lnTo>
                    <a:pt x="6732386" y="4249805"/>
                  </a:lnTo>
                  <a:lnTo>
                    <a:pt x="6726820" y="4249947"/>
                  </a:lnTo>
                  <a:lnTo>
                    <a:pt x="6726343" y="4249959"/>
                  </a:lnTo>
                  <a:lnTo>
                    <a:pt x="5254955" y="4249959"/>
                  </a:lnTo>
                  <a:lnTo>
                    <a:pt x="5254028" y="4249879"/>
                  </a:lnTo>
                  <a:lnTo>
                    <a:pt x="5247905" y="4249314"/>
                  </a:lnTo>
                  <a:lnTo>
                    <a:pt x="5232381" y="4247754"/>
                  </a:lnTo>
                  <a:lnTo>
                    <a:pt x="5204400" y="4244678"/>
                  </a:lnTo>
                  <a:lnTo>
                    <a:pt x="5162233" y="4239594"/>
                  </a:lnTo>
                  <a:lnTo>
                    <a:pt x="5105612" y="4232078"/>
                  </a:lnTo>
                  <a:lnTo>
                    <a:pt x="5035681" y="4221814"/>
                  </a:lnTo>
                  <a:lnTo>
                    <a:pt x="4954752" y="4208610"/>
                  </a:lnTo>
                  <a:lnTo>
                    <a:pt x="4865881" y="4192390"/>
                  </a:lnTo>
                  <a:lnTo>
                    <a:pt x="4772394" y="4173167"/>
                  </a:lnTo>
                  <a:lnTo>
                    <a:pt x="4677450" y="4150998"/>
                  </a:lnTo>
                  <a:lnTo>
                    <a:pt x="4583733" y="4125940"/>
                  </a:lnTo>
                  <a:lnTo>
                    <a:pt x="4493300" y="4098012"/>
                  </a:lnTo>
                  <a:lnTo>
                    <a:pt x="4407548" y="4067166"/>
                  </a:lnTo>
                  <a:lnTo>
                    <a:pt x="4327280" y="4033268"/>
                  </a:lnTo>
                  <a:lnTo>
                    <a:pt x="4252809" y="3996095"/>
                  </a:lnTo>
                  <a:lnTo>
                    <a:pt x="4184080" y="3955329"/>
                  </a:lnTo>
                  <a:lnTo>
                    <a:pt x="4120777" y="3910565"/>
                  </a:lnTo>
                  <a:lnTo>
                    <a:pt x="4062416" y="3861321"/>
                  </a:lnTo>
                  <a:lnTo>
                    <a:pt x="4008413" y="3807053"/>
                  </a:lnTo>
                  <a:lnTo>
                    <a:pt x="3958140" y="3747195"/>
                  </a:lnTo>
                  <a:lnTo>
                    <a:pt x="3910961" y="3681203"/>
                  </a:lnTo>
                  <a:lnTo>
                    <a:pt x="3866268" y="3608644"/>
                  </a:lnTo>
                  <a:lnTo>
                    <a:pt x="3829811" y="3541632"/>
                  </a:lnTo>
                  <a:lnTo>
                    <a:pt x="3798074" y="3477416"/>
                  </a:lnTo>
                  <a:lnTo>
                    <a:pt x="3767040" y="3409222"/>
                  </a:lnTo>
                  <a:lnTo>
                    <a:pt x="3736548" y="3336970"/>
                  </a:lnTo>
                  <a:lnTo>
                    <a:pt x="3706462" y="3260625"/>
                  </a:lnTo>
                  <a:lnTo>
                    <a:pt x="3676671" y="3180199"/>
                  </a:lnTo>
                  <a:lnTo>
                    <a:pt x="3647081" y="3095757"/>
                  </a:lnTo>
                  <a:lnTo>
                    <a:pt x="3617619" y="3007424"/>
                  </a:lnTo>
                  <a:lnTo>
                    <a:pt x="3588225" y="2915381"/>
                  </a:lnTo>
                  <a:lnTo>
                    <a:pt x="3558857" y="2819870"/>
                  </a:lnTo>
                  <a:lnTo>
                    <a:pt x="3529482" y="2721193"/>
                  </a:lnTo>
                  <a:lnTo>
                    <a:pt x="3500082" y="2619711"/>
                  </a:lnTo>
                  <a:lnTo>
                    <a:pt x="3470645" y="2515835"/>
                  </a:lnTo>
                  <a:lnTo>
                    <a:pt x="3441171" y="2410027"/>
                  </a:lnTo>
                  <a:lnTo>
                    <a:pt x="3411664" y="2302784"/>
                  </a:lnTo>
                  <a:lnTo>
                    <a:pt x="3382136" y="2194637"/>
                  </a:lnTo>
                  <a:lnTo>
                    <a:pt x="3352597" y="2086133"/>
                  </a:lnTo>
                  <a:lnTo>
                    <a:pt x="3323065" y="1977828"/>
                  </a:lnTo>
                  <a:lnTo>
                    <a:pt x="3293550" y="1870274"/>
                  </a:lnTo>
                  <a:lnTo>
                    <a:pt x="3264066" y="1764005"/>
                  </a:lnTo>
                  <a:lnTo>
                    <a:pt x="3234619" y="1659532"/>
                  </a:lnTo>
                  <a:lnTo>
                    <a:pt x="3205209" y="1557326"/>
                  </a:lnTo>
                  <a:lnTo>
                    <a:pt x="3175828" y="1457813"/>
                  </a:lnTo>
                  <a:lnTo>
                    <a:pt x="3146461" y="1361370"/>
                  </a:lnTo>
                  <a:lnTo>
                    <a:pt x="3117078" y="1268314"/>
                  </a:lnTo>
                  <a:lnTo>
                    <a:pt x="3087641" y="1178905"/>
                  </a:lnTo>
                  <a:lnTo>
                    <a:pt x="3058094" y="1093343"/>
                  </a:lnTo>
                  <a:lnTo>
                    <a:pt x="3028369" y="1011767"/>
                  </a:lnTo>
                  <a:lnTo>
                    <a:pt x="2998377" y="934259"/>
                  </a:lnTo>
                  <a:lnTo>
                    <a:pt x="2968013" y="860846"/>
                  </a:lnTo>
                  <a:lnTo>
                    <a:pt x="2937148" y="791506"/>
                  </a:lnTo>
                  <a:lnTo>
                    <a:pt x="2905629" y="726170"/>
                  </a:lnTo>
                  <a:lnTo>
                    <a:pt x="2896531" y="708326"/>
                  </a:lnTo>
                  <a:lnTo>
                    <a:pt x="2853517" y="630020"/>
                  </a:lnTo>
                  <a:lnTo>
                    <a:pt x="2808489" y="558464"/>
                  </a:lnTo>
                  <a:lnTo>
                    <a:pt x="2760886" y="493422"/>
                  </a:lnTo>
                  <a:lnTo>
                    <a:pt x="2710095" y="434437"/>
                  </a:lnTo>
                  <a:lnTo>
                    <a:pt x="2655479" y="380957"/>
                  </a:lnTo>
                  <a:lnTo>
                    <a:pt x="2596414" y="332417"/>
                  </a:lnTo>
                  <a:lnTo>
                    <a:pt x="2532326" y="288281"/>
                  </a:lnTo>
                  <a:lnTo>
                    <a:pt x="2462752" y="248077"/>
                  </a:lnTo>
                  <a:lnTo>
                    <a:pt x="2387409" y="211412"/>
                  </a:lnTo>
                  <a:lnTo>
                    <a:pt x="2306289" y="177983"/>
                  </a:lnTo>
                  <a:lnTo>
                    <a:pt x="2219771" y="147580"/>
                  </a:lnTo>
                  <a:lnTo>
                    <a:pt x="2128742" y="120083"/>
                  </a:lnTo>
                  <a:lnTo>
                    <a:pt x="2034695" y="95455"/>
                  </a:lnTo>
                  <a:lnTo>
                    <a:pt x="1939783" y="73723"/>
                  </a:lnTo>
                  <a:lnTo>
                    <a:pt x="1846778" y="54947"/>
                  </a:lnTo>
                  <a:lnTo>
                    <a:pt x="1758886" y="39180"/>
                  </a:lnTo>
                  <a:lnTo>
                    <a:pt x="1679422" y="26423"/>
                  </a:lnTo>
                  <a:lnTo>
                    <a:pt x="1611361" y="16586"/>
                  </a:lnTo>
                  <a:lnTo>
                    <a:pt x="1556864" y="9457"/>
                  </a:lnTo>
                  <a:lnTo>
                    <a:pt x="1516875" y="4703"/>
                  </a:lnTo>
                  <a:lnTo>
                    <a:pt x="1490904" y="1887"/>
                  </a:lnTo>
                  <a:lnTo>
                    <a:pt x="1477012" y="508"/>
                  </a:lnTo>
                  <a:lnTo>
                    <a:pt x="1471961" y="48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225" name="pl225"/>
            <p:cNvSpPr/>
            <p:nvPr/>
          </p:nvSpPr>
          <p:spPr>
            <a:xfrm>
              <a:off x="4799595" y="6777829"/>
              <a:ext cx="11981298" cy="4249959"/>
            </a:xfrm>
            <a:custGeom>
              <a:avLst/>
              <a:pathLst>
                <a:path w="11981298" h="4249959">
                  <a:moveTo>
                    <a:pt x="0" y="0"/>
                  </a:moveTo>
                  <a:lnTo>
                    <a:pt x="1471387" y="0"/>
                  </a:lnTo>
                  <a:lnTo>
                    <a:pt x="1472314" y="79"/>
                  </a:lnTo>
                  <a:lnTo>
                    <a:pt x="1478437" y="644"/>
                  </a:lnTo>
                  <a:lnTo>
                    <a:pt x="1493961" y="2204"/>
                  </a:lnTo>
                  <a:lnTo>
                    <a:pt x="1521942" y="5280"/>
                  </a:lnTo>
                  <a:lnTo>
                    <a:pt x="1564109" y="10364"/>
                  </a:lnTo>
                  <a:lnTo>
                    <a:pt x="1620730" y="17880"/>
                  </a:lnTo>
                  <a:lnTo>
                    <a:pt x="1690661" y="28144"/>
                  </a:lnTo>
                  <a:lnTo>
                    <a:pt x="1771590" y="41348"/>
                  </a:lnTo>
                  <a:lnTo>
                    <a:pt x="1860461" y="57568"/>
                  </a:lnTo>
                  <a:lnTo>
                    <a:pt x="1953948" y="76791"/>
                  </a:lnTo>
                  <a:lnTo>
                    <a:pt x="2048892" y="98960"/>
                  </a:lnTo>
                  <a:lnTo>
                    <a:pt x="2142609" y="124018"/>
                  </a:lnTo>
                  <a:lnTo>
                    <a:pt x="2233042" y="151946"/>
                  </a:lnTo>
                  <a:lnTo>
                    <a:pt x="2318794" y="182793"/>
                  </a:lnTo>
                  <a:lnTo>
                    <a:pt x="2399062" y="216690"/>
                  </a:lnTo>
                  <a:lnTo>
                    <a:pt x="2473533" y="253864"/>
                  </a:lnTo>
                  <a:lnTo>
                    <a:pt x="2542262" y="294629"/>
                  </a:lnTo>
                  <a:lnTo>
                    <a:pt x="2605565" y="339393"/>
                  </a:lnTo>
                  <a:lnTo>
                    <a:pt x="2663926" y="388638"/>
                  </a:lnTo>
                  <a:lnTo>
                    <a:pt x="2717929" y="442905"/>
                  </a:lnTo>
                  <a:lnTo>
                    <a:pt x="2768202" y="502763"/>
                  </a:lnTo>
                  <a:lnTo>
                    <a:pt x="2815381" y="568756"/>
                  </a:lnTo>
                  <a:lnTo>
                    <a:pt x="2860074" y="641314"/>
                  </a:lnTo>
                  <a:lnTo>
                    <a:pt x="2896531" y="708326"/>
                  </a:lnTo>
                  <a:lnTo>
                    <a:pt x="2928268" y="772542"/>
                  </a:lnTo>
                  <a:lnTo>
                    <a:pt x="2959302" y="840736"/>
                  </a:lnTo>
                  <a:lnTo>
                    <a:pt x="2989794" y="912988"/>
                  </a:lnTo>
                  <a:lnTo>
                    <a:pt x="3019880" y="989333"/>
                  </a:lnTo>
                  <a:lnTo>
                    <a:pt x="3049671" y="1069759"/>
                  </a:lnTo>
                  <a:lnTo>
                    <a:pt x="3079261" y="1154201"/>
                  </a:lnTo>
                  <a:lnTo>
                    <a:pt x="3108724" y="1242534"/>
                  </a:lnTo>
                  <a:lnTo>
                    <a:pt x="3138117" y="1334578"/>
                  </a:lnTo>
                  <a:lnTo>
                    <a:pt x="3167485" y="1430088"/>
                  </a:lnTo>
                  <a:lnTo>
                    <a:pt x="3196860" y="1528765"/>
                  </a:lnTo>
                  <a:lnTo>
                    <a:pt x="3226261" y="1630247"/>
                  </a:lnTo>
                  <a:lnTo>
                    <a:pt x="3255697" y="1734123"/>
                  </a:lnTo>
                  <a:lnTo>
                    <a:pt x="3285171" y="1839932"/>
                  </a:lnTo>
                  <a:lnTo>
                    <a:pt x="3314678" y="1947174"/>
                  </a:lnTo>
                  <a:lnTo>
                    <a:pt x="3344207" y="2055321"/>
                  </a:lnTo>
                  <a:lnTo>
                    <a:pt x="3373745" y="2163825"/>
                  </a:lnTo>
                  <a:lnTo>
                    <a:pt x="3403278" y="2272130"/>
                  </a:lnTo>
                  <a:lnTo>
                    <a:pt x="3432792" y="2379684"/>
                  </a:lnTo>
                  <a:lnTo>
                    <a:pt x="3462276" y="2485953"/>
                  </a:lnTo>
                  <a:lnTo>
                    <a:pt x="3491723" y="2590426"/>
                  </a:lnTo>
                  <a:lnTo>
                    <a:pt x="3521133" y="2692632"/>
                  </a:lnTo>
                  <a:lnTo>
                    <a:pt x="3550514" y="2792145"/>
                  </a:lnTo>
                  <a:lnTo>
                    <a:pt x="3579881" y="2888589"/>
                  </a:lnTo>
                  <a:lnTo>
                    <a:pt x="3609264" y="2981644"/>
                  </a:lnTo>
                  <a:lnTo>
                    <a:pt x="3638701" y="3071053"/>
                  </a:lnTo>
                  <a:lnTo>
                    <a:pt x="3668248" y="3156615"/>
                  </a:lnTo>
                  <a:lnTo>
                    <a:pt x="3697974" y="3238191"/>
                  </a:lnTo>
                  <a:lnTo>
                    <a:pt x="3727965" y="3315699"/>
                  </a:lnTo>
                  <a:lnTo>
                    <a:pt x="3758329" y="3389112"/>
                  </a:lnTo>
                  <a:lnTo>
                    <a:pt x="3789194" y="3458452"/>
                  </a:lnTo>
                  <a:lnTo>
                    <a:pt x="3820713" y="3523788"/>
                  </a:lnTo>
                  <a:lnTo>
                    <a:pt x="3829811" y="3541632"/>
                  </a:lnTo>
                  <a:lnTo>
                    <a:pt x="3872825" y="3619938"/>
                  </a:lnTo>
                  <a:lnTo>
                    <a:pt x="3917853" y="3691494"/>
                  </a:lnTo>
                  <a:lnTo>
                    <a:pt x="3965456" y="3756536"/>
                  </a:lnTo>
                  <a:lnTo>
                    <a:pt x="4016247" y="3815522"/>
                  </a:lnTo>
                  <a:lnTo>
                    <a:pt x="4070863" y="3869001"/>
                  </a:lnTo>
                  <a:lnTo>
                    <a:pt x="4129928" y="3917541"/>
                  </a:lnTo>
                  <a:lnTo>
                    <a:pt x="4194016" y="3961677"/>
                  </a:lnTo>
                  <a:lnTo>
                    <a:pt x="4263590" y="4001881"/>
                  </a:lnTo>
                  <a:lnTo>
                    <a:pt x="4338933" y="4038546"/>
                  </a:lnTo>
                  <a:lnTo>
                    <a:pt x="4420053" y="4071975"/>
                  </a:lnTo>
                  <a:lnTo>
                    <a:pt x="4506571" y="4102378"/>
                  </a:lnTo>
                  <a:lnTo>
                    <a:pt x="4597600" y="4129875"/>
                  </a:lnTo>
                  <a:lnTo>
                    <a:pt x="4691648" y="4154503"/>
                  </a:lnTo>
                  <a:lnTo>
                    <a:pt x="4786559" y="4176235"/>
                  </a:lnTo>
                  <a:lnTo>
                    <a:pt x="4879564" y="4195011"/>
                  </a:lnTo>
                  <a:lnTo>
                    <a:pt x="4967456" y="4210778"/>
                  </a:lnTo>
                  <a:lnTo>
                    <a:pt x="5046920" y="4223535"/>
                  </a:lnTo>
                  <a:lnTo>
                    <a:pt x="5114981" y="4233372"/>
                  </a:lnTo>
                  <a:lnTo>
                    <a:pt x="5169478" y="4240501"/>
                  </a:lnTo>
                  <a:lnTo>
                    <a:pt x="5209467" y="4245255"/>
                  </a:lnTo>
                  <a:lnTo>
                    <a:pt x="5235439" y="4248072"/>
                  </a:lnTo>
                  <a:lnTo>
                    <a:pt x="5249330" y="4249450"/>
                  </a:lnTo>
                  <a:lnTo>
                    <a:pt x="5254381" y="4249910"/>
                  </a:lnTo>
                  <a:lnTo>
                    <a:pt x="5254955" y="4249959"/>
                  </a:lnTo>
                  <a:lnTo>
                    <a:pt x="6726343" y="4249959"/>
                  </a:lnTo>
                  <a:lnTo>
                    <a:pt x="6727563" y="4249929"/>
                  </a:lnTo>
                  <a:lnTo>
                    <a:pt x="6735573" y="4249719"/>
                  </a:lnTo>
                  <a:lnTo>
                    <a:pt x="6755722" y="4249137"/>
                  </a:lnTo>
                  <a:lnTo>
                    <a:pt x="6791638" y="4247993"/>
                  </a:lnTo>
                  <a:lnTo>
                    <a:pt x="6844953" y="4246110"/>
                  </a:lnTo>
                  <a:lnTo>
                    <a:pt x="6915184" y="4243347"/>
                  </a:lnTo>
                  <a:lnTo>
                    <a:pt x="6999941" y="4239613"/>
                  </a:lnTo>
                  <a:lnTo>
                    <a:pt x="7095486" y="4234863"/>
                  </a:lnTo>
                  <a:lnTo>
                    <a:pt x="7197469" y="4229094"/>
                  </a:lnTo>
                  <a:lnTo>
                    <a:pt x="7301653" y="4222327"/>
                  </a:lnTo>
                  <a:lnTo>
                    <a:pt x="7404438" y="4214582"/>
                  </a:lnTo>
                  <a:lnTo>
                    <a:pt x="7503127" y="4205865"/>
                  </a:lnTo>
                  <a:lnTo>
                    <a:pt x="7595974" y="4196154"/>
                  </a:lnTo>
                  <a:lnTo>
                    <a:pt x="7682069" y="4185393"/>
                  </a:lnTo>
                  <a:lnTo>
                    <a:pt x="7761165" y="4173488"/>
                  </a:lnTo>
                  <a:lnTo>
                    <a:pt x="7833493" y="4160307"/>
                  </a:lnTo>
                  <a:lnTo>
                    <a:pt x="7899594" y="4145684"/>
                  </a:lnTo>
                  <a:lnTo>
                    <a:pt x="7960198" y="4129425"/>
                  </a:lnTo>
                  <a:lnTo>
                    <a:pt x="8016123" y="4111321"/>
                  </a:lnTo>
                  <a:lnTo>
                    <a:pt x="8068210" y="4091168"/>
                  </a:lnTo>
                  <a:lnTo>
                    <a:pt x="8117268" y="4068800"/>
                  </a:lnTo>
                  <a:lnTo>
                    <a:pt x="8151487" y="4051082"/>
                  </a:lnTo>
                  <a:lnTo>
                    <a:pt x="8200668" y="4022476"/>
                  </a:lnTo>
                  <a:lnTo>
                    <a:pt x="8248359" y="3991122"/>
                  </a:lnTo>
                  <a:lnTo>
                    <a:pt x="8295090" y="3956976"/>
                  </a:lnTo>
                  <a:lnTo>
                    <a:pt x="8341257" y="3920073"/>
                  </a:lnTo>
                  <a:lnTo>
                    <a:pt x="8387147" y="3880543"/>
                  </a:lnTo>
                  <a:lnTo>
                    <a:pt x="8432954" y="3838613"/>
                  </a:lnTo>
                  <a:lnTo>
                    <a:pt x="8478793" y="3794609"/>
                  </a:lnTo>
                  <a:lnTo>
                    <a:pt x="8524716" y="3748950"/>
                  </a:lnTo>
                  <a:lnTo>
                    <a:pt x="8570724" y="3702133"/>
                  </a:lnTo>
                  <a:lnTo>
                    <a:pt x="8616785" y="3654714"/>
                  </a:lnTo>
                  <a:lnTo>
                    <a:pt x="8662847" y="3607277"/>
                  </a:lnTo>
                  <a:lnTo>
                    <a:pt x="8708860" y="3560410"/>
                  </a:lnTo>
                  <a:lnTo>
                    <a:pt x="8754788" y="3514669"/>
                  </a:lnTo>
                  <a:lnTo>
                    <a:pt x="8800631" y="3470556"/>
                  </a:lnTo>
                  <a:lnTo>
                    <a:pt x="8846437" y="3428495"/>
                  </a:lnTo>
                  <a:lnTo>
                    <a:pt x="8892318" y="3388818"/>
                  </a:lnTo>
                  <a:lnTo>
                    <a:pt x="8938462" y="3351758"/>
                  </a:lnTo>
                  <a:lnTo>
                    <a:pt x="8985151" y="3317449"/>
                  </a:lnTo>
                  <a:lnTo>
                    <a:pt x="9032773" y="3285934"/>
                  </a:lnTo>
                  <a:lnTo>
                    <a:pt x="9081850" y="3257170"/>
                  </a:lnTo>
                  <a:lnTo>
                    <a:pt x="9084767" y="3255577"/>
                  </a:lnTo>
                  <a:lnTo>
                    <a:pt x="9132082" y="3231546"/>
                  </a:lnTo>
                  <a:lnTo>
                    <a:pt x="9181888" y="3209792"/>
                  </a:lnTo>
                  <a:lnTo>
                    <a:pt x="9234937" y="3190216"/>
                  </a:lnTo>
                  <a:lnTo>
                    <a:pt x="9292052" y="3172635"/>
                  </a:lnTo>
                  <a:lnTo>
                    <a:pt x="9354074" y="3156842"/>
                  </a:lnTo>
                  <a:lnTo>
                    <a:pt x="9421804" y="3142630"/>
                  </a:lnTo>
                  <a:lnTo>
                    <a:pt x="9495931" y="3129811"/>
                  </a:lnTo>
                  <a:lnTo>
                    <a:pt x="9576926" y="3118229"/>
                  </a:lnTo>
                  <a:lnTo>
                    <a:pt x="9664907" y="3107761"/>
                  </a:lnTo>
                  <a:lnTo>
                    <a:pt x="9759467" y="3098325"/>
                  </a:lnTo>
                  <a:lnTo>
                    <a:pt x="9859483" y="3089874"/>
                  </a:lnTo>
                  <a:lnTo>
                    <a:pt x="9962956" y="3082393"/>
                  </a:lnTo>
                  <a:lnTo>
                    <a:pt x="10066931" y="3075895"/>
                  </a:lnTo>
                  <a:lnTo>
                    <a:pt x="10167598" y="3070403"/>
                  </a:lnTo>
                  <a:lnTo>
                    <a:pt x="10260625" y="3065931"/>
                  </a:lnTo>
                  <a:lnTo>
                    <a:pt x="10341755" y="3062467"/>
                  </a:lnTo>
                  <a:lnTo>
                    <a:pt x="10407546" y="3059955"/>
                  </a:lnTo>
                  <a:lnTo>
                    <a:pt x="10456085" y="3058289"/>
                  </a:lnTo>
                  <a:lnTo>
                    <a:pt x="10487459" y="3057316"/>
                  </a:lnTo>
                  <a:lnTo>
                    <a:pt x="10503867" y="3056855"/>
                  </a:lnTo>
                  <a:lnTo>
                    <a:pt x="10509433" y="3056712"/>
                  </a:lnTo>
                  <a:lnTo>
                    <a:pt x="10509911" y="3056701"/>
                  </a:lnTo>
                  <a:lnTo>
                    <a:pt x="11981298" y="305670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26" name="pl226"/>
            <p:cNvSpPr/>
            <p:nvPr/>
          </p:nvSpPr>
          <p:spPr>
            <a:xfrm>
              <a:off x="4799595" y="6769656"/>
              <a:ext cx="11981298" cy="4249959"/>
            </a:xfrm>
            <a:custGeom>
              <a:avLst/>
              <a:pathLst>
                <a:path w="11981298" h="4249959">
                  <a:moveTo>
                    <a:pt x="11981298" y="3056701"/>
                  </a:moveTo>
                  <a:lnTo>
                    <a:pt x="10509911" y="3056701"/>
                  </a:lnTo>
                  <a:lnTo>
                    <a:pt x="10508690" y="3056730"/>
                  </a:lnTo>
                  <a:lnTo>
                    <a:pt x="10500680" y="3056941"/>
                  </a:lnTo>
                  <a:lnTo>
                    <a:pt x="10480531" y="3057522"/>
                  </a:lnTo>
                  <a:lnTo>
                    <a:pt x="10444616" y="3058667"/>
                  </a:lnTo>
                  <a:lnTo>
                    <a:pt x="10391300" y="3060550"/>
                  </a:lnTo>
                  <a:lnTo>
                    <a:pt x="10321069" y="3063312"/>
                  </a:lnTo>
                  <a:lnTo>
                    <a:pt x="10236312" y="3067047"/>
                  </a:lnTo>
                  <a:lnTo>
                    <a:pt x="10140767" y="3071797"/>
                  </a:lnTo>
                  <a:lnTo>
                    <a:pt x="10038784" y="3077565"/>
                  </a:lnTo>
                  <a:lnTo>
                    <a:pt x="9934600" y="3084333"/>
                  </a:lnTo>
                  <a:lnTo>
                    <a:pt x="9831815" y="3092078"/>
                  </a:lnTo>
                  <a:lnTo>
                    <a:pt x="9733126" y="3100795"/>
                  </a:lnTo>
                  <a:lnTo>
                    <a:pt x="9640279" y="3110506"/>
                  </a:lnTo>
                  <a:lnTo>
                    <a:pt x="9554185" y="3121266"/>
                  </a:lnTo>
                  <a:lnTo>
                    <a:pt x="9475088" y="3133171"/>
                  </a:lnTo>
                  <a:lnTo>
                    <a:pt x="9402760" y="3146353"/>
                  </a:lnTo>
                  <a:lnTo>
                    <a:pt x="9336659" y="3160976"/>
                  </a:lnTo>
                  <a:lnTo>
                    <a:pt x="9276055" y="3177235"/>
                  </a:lnTo>
                  <a:lnTo>
                    <a:pt x="9220130" y="3195338"/>
                  </a:lnTo>
                  <a:lnTo>
                    <a:pt x="9168043" y="3215492"/>
                  </a:lnTo>
                  <a:lnTo>
                    <a:pt x="9118985" y="3237860"/>
                  </a:lnTo>
                  <a:lnTo>
                    <a:pt x="9084767" y="3255577"/>
                  </a:lnTo>
                  <a:lnTo>
                    <a:pt x="9035585" y="3284184"/>
                  </a:lnTo>
                  <a:lnTo>
                    <a:pt x="8987895" y="3315537"/>
                  </a:lnTo>
                  <a:lnTo>
                    <a:pt x="8941164" y="3349684"/>
                  </a:lnTo>
                  <a:lnTo>
                    <a:pt x="8894996" y="3386586"/>
                  </a:lnTo>
                  <a:lnTo>
                    <a:pt x="8849106" y="3426116"/>
                  </a:lnTo>
                  <a:lnTo>
                    <a:pt x="8803299" y="3468046"/>
                  </a:lnTo>
                  <a:lnTo>
                    <a:pt x="8757460" y="3512050"/>
                  </a:lnTo>
                  <a:lnTo>
                    <a:pt x="8711537" y="3557709"/>
                  </a:lnTo>
                  <a:lnTo>
                    <a:pt x="8665529" y="3604526"/>
                  </a:lnTo>
                  <a:lnTo>
                    <a:pt x="8619468" y="3651946"/>
                  </a:lnTo>
                  <a:lnTo>
                    <a:pt x="8573406" y="3699382"/>
                  </a:lnTo>
                  <a:lnTo>
                    <a:pt x="8527394" y="3746250"/>
                  </a:lnTo>
                  <a:lnTo>
                    <a:pt x="8481465" y="3791991"/>
                  </a:lnTo>
                  <a:lnTo>
                    <a:pt x="8435622" y="3836103"/>
                  </a:lnTo>
                  <a:lnTo>
                    <a:pt x="8389816" y="3878164"/>
                  </a:lnTo>
                  <a:lnTo>
                    <a:pt x="8343935" y="3917841"/>
                  </a:lnTo>
                  <a:lnTo>
                    <a:pt x="8297791" y="3954901"/>
                  </a:lnTo>
                  <a:lnTo>
                    <a:pt x="8251102" y="3989210"/>
                  </a:lnTo>
                  <a:lnTo>
                    <a:pt x="8203481" y="4020726"/>
                  </a:lnTo>
                  <a:lnTo>
                    <a:pt x="8154404" y="4049490"/>
                  </a:lnTo>
                  <a:lnTo>
                    <a:pt x="8151487" y="4051082"/>
                  </a:lnTo>
                  <a:lnTo>
                    <a:pt x="8104172" y="4075114"/>
                  </a:lnTo>
                  <a:lnTo>
                    <a:pt x="8054365" y="4096867"/>
                  </a:lnTo>
                  <a:lnTo>
                    <a:pt x="8001316" y="4116444"/>
                  </a:lnTo>
                  <a:lnTo>
                    <a:pt x="7944201" y="4134024"/>
                  </a:lnTo>
                  <a:lnTo>
                    <a:pt x="7882179" y="4149817"/>
                  </a:lnTo>
                  <a:lnTo>
                    <a:pt x="7814449" y="4164030"/>
                  </a:lnTo>
                  <a:lnTo>
                    <a:pt x="7740323" y="4176849"/>
                  </a:lnTo>
                  <a:lnTo>
                    <a:pt x="7659327" y="4188431"/>
                  </a:lnTo>
                  <a:lnTo>
                    <a:pt x="7571346" y="4198898"/>
                  </a:lnTo>
                  <a:lnTo>
                    <a:pt x="7476787" y="4208334"/>
                  </a:lnTo>
                  <a:lnTo>
                    <a:pt x="7376771" y="4216786"/>
                  </a:lnTo>
                  <a:lnTo>
                    <a:pt x="7273298" y="4224267"/>
                  </a:lnTo>
                  <a:lnTo>
                    <a:pt x="7169322" y="4230765"/>
                  </a:lnTo>
                  <a:lnTo>
                    <a:pt x="7068655" y="4236257"/>
                  </a:lnTo>
                  <a:lnTo>
                    <a:pt x="6975628" y="4240729"/>
                  </a:lnTo>
                  <a:lnTo>
                    <a:pt x="6894498" y="4244192"/>
                  </a:lnTo>
                  <a:lnTo>
                    <a:pt x="6828707" y="4246704"/>
                  </a:lnTo>
                  <a:lnTo>
                    <a:pt x="6780168" y="4248370"/>
                  </a:lnTo>
                  <a:lnTo>
                    <a:pt x="6748794" y="4249343"/>
                  </a:lnTo>
                  <a:lnTo>
                    <a:pt x="6732386" y="4249805"/>
                  </a:lnTo>
                  <a:lnTo>
                    <a:pt x="6726820" y="4249947"/>
                  </a:lnTo>
                  <a:lnTo>
                    <a:pt x="6726343" y="4249959"/>
                  </a:lnTo>
                  <a:lnTo>
                    <a:pt x="5254955" y="4249959"/>
                  </a:lnTo>
                  <a:lnTo>
                    <a:pt x="5254028" y="4249879"/>
                  </a:lnTo>
                  <a:lnTo>
                    <a:pt x="5247905" y="4249314"/>
                  </a:lnTo>
                  <a:lnTo>
                    <a:pt x="5232381" y="4247754"/>
                  </a:lnTo>
                  <a:lnTo>
                    <a:pt x="5204400" y="4244678"/>
                  </a:lnTo>
                  <a:lnTo>
                    <a:pt x="5162233" y="4239594"/>
                  </a:lnTo>
                  <a:lnTo>
                    <a:pt x="5105612" y="4232078"/>
                  </a:lnTo>
                  <a:lnTo>
                    <a:pt x="5035681" y="4221814"/>
                  </a:lnTo>
                  <a:lnTo>
                    <a:pt x="4954752" y="4208610"/>
                  </a:lnTo>
                  <a:lnTo>
                    <a:pt x="4865881" y="4192390"/>
                  </a:lnTo>
                  <a:lnTo>
                    <a:pt x="4772394" y="4173167"/>
                  </a:lnTo>
                  <a:lnTo>
                    <a:pt x="4677450" y="4150998"/>
                  </a:lnTo>
                  <a:lnTo>
                    <a:pt x="4583733" y="4125940"/>
                  </a:lnTo>
                  <a:lnTo>
                    <a:pt x="4493300" y="4098012"/>
                  </a:lnTo>
                  <a:lnTo>
                    <a:pt x="4407548" y="4067166"/>
                  </a:lnTo>
                  <a:lnTo>
                    <a:pt x="4327280" y="4033268"/>
                  </a:lnTo>
                  <a:lnTo>
                    <a:pt x="4252809" y="3996095"/>
                  </a:lnTo>
                  <a:lnTo>
                    <a:pt x="4184080" y="3955329"/>
                  </a:lnTo>
                  <a:lnTo>
                    <a:pt x="4120777" y="3910565"/>
                  </a:lnTo>
                  <a:lnTo>
                    <a:pt x="4062416" y="3861321"/>
                  </a:lnTo>
                  <a:lnTo>
                    <a:pt x="4008413" y="3807053"/>
                  </a:lnTo>
                  <a:lnTo>
                    <a:pt x="3958140" y="3747195"/>
                  </a:lnTo>
                  <a:lnTo>
                    <a:pt x="3910961" y="3681203"/>
                  </a:lnTo>
                  <a:lnTo>
                    <a:pt x="3866268" y="3608644"/>
                  </a:lnTo>
                  <a:lnTo>
                    <a:pt x="3829811" y="3541632"/>
                  </a:lnTo>
                  <a:lnTo>
                    <a:pt x="3798074" y="3477416"/>
                  </a:lnTo>
                  <a:lnTo>
                    <a:pt x="3767040" y="3409222"/>
                  </a:lnTo>
                  <a:lnTo>
                    <a:pt x="3736548" y="3336970"/>
                  </a:lnTo>
                  <a:lnTo>
                    <a:pt x="3706462" y="3260625"/>
                  </a:lnTo>
                  <a:lnTo>
                    <a:pt x="3676671" y="3180199"/>
                  </a:lnTo>
                  <a:lnTo>
                    <a:pt x="3647081" y="3095757"/>
                  </a:lnTo>
                  <a:lnTo>
                    <a:pt x="3617619" y="3007424"/>
                  </a:lnTo>
                  <a:lnTo>
                    <a:pt x="3588225" y="2915381"/>
                  </a:lnTo>
                  <a:lnTo>
                    <a:pt x="3558857" y="2819870"/>
                  </a:lnTo>
                  <a:lnTo>
                    <a:pt x="3529482" y="2721193"/>
                  </a:lnTo>
                  <a:lnTo>
                    <a:pt x="3500082" y="2619711"/>
                  </a:lnTo>
                  <a:lnTo>
                    <a:pt x="3470645" y="2515835"/>
                  </a:lnTo>
                  <a:lnTo>
                    <a:pt x="3441171" y="2410027"/>
                  </a:lnTo>
                  <a:lnTo>
                    <a:pt x="3411664" y="2302784"/>
                  </a:lnTo>
                  <a:lnTo>
                    <a:pt x="3382136" y="2194637"/>
                  </a:lnTo>
                  <a:lnTo>
                    <a:pt x="3352597" y="2086133"/>
                  </a:lnTo>
                  <a:lnTo>
                    <a:pt x="3323065" y="1977828"/>
                  </a:lnTo>
                  <a:lnTo>
                    <a:pt x="3293550" y="1870274"/>
                  </a:lnTo>
                  <a:lnTo>
                    <a:pt x="3264066" y="1764005"/>
                  </a:lnTo>
                  <a:lnTo>
                    <a:pt x="3234619" y="1659532"/>
                  </a:lnTo>
                  <a:lnTo>
                    <a:pt x="3205209" y="1557326"/>
                  </a:lnTo>
                  <a:lnTo>
                    <a:pt x="3175828" y="1457813"/>
                  </a:lnTo>
                  <a:lnTo>
                    <a:pt x="3146461" y="1361370"/>
                  </a:lnTo>
                  <a:lnTo>
                    <a:pt x="3117078" y="1268314"/>
                  </a:lnTo>
                  <a:lnTo>
                    <a:pt x="3087641" y="1178905"/>
                  </a:lnTo>
                  <a:lnTo>
                    <a:pt x="3058094" y="1093343"/>
                  </a:lnTo>
                  <a:lnTo>
                    <a:pt x="3028369" y="1011767"/>
                  </a:lnTo>
                  <a:lnTo>
                    <a:pt x="2998377" y="934259"/>
                  </a:lnTo>
                  <a:lnTo>
                    <a:pt x="2968013" y="860846"/>
                  </a:lnTo>
                  <a:lnTo>
                    <a:pt x="2937148" y="791506"/>
                  </a:lnTo>
                  <a:lnTo>
                    <a:pt x="2905629" y="726170"/>
                  </a:lnTo>
                  <a:lnTo>
                    <a:pt x="2896531" y="708326"/>
                  </a:lnTo>
                  <a:lnTo>
                    <a:pt x="2853517" y="630020"/>
                  </a:lnTo>
                  <a:lnTo>
                    <a:pt x="2808489" y="558464"/>
                  </a:lnTo>
                  <a:lnTo>
                    <a:pt x="2760886" y="493422"/>
                  </a:lnTo>
                  <a:lnTo>
                    <a:pt x="2710095" y="434437"/>
                  </a:lnTo>
                  <a:lnTo>
                    <a:pt x="2655479" y="380957"/>
                  </a:lnTo>
                  <a:lnTo>
                    <a:pt x="2596414" y="332417"/>
                  </a:lnTo>
                  <a:lnTo>
                    <a:pt x="2532326" y="288281"/>
                  </a:lnTo>
                  <a:lnTo>
                    <a:pt x="2462752" y="248077"/>
                  </a:lnTo>
                  <a:lnTo>
                    <a:pt x="2387409" y="211412"/>
                  </a:lnTo>
                  <a:lnTo>
                    <a:pt x="2306289" y="177983"/>
                  </a:lnTo>
                  <a:lnTo>
                    <a:pt x="2219771" y="147580"/>
                  </a:lnTo>
                  <a:lnTo>
                    <a:pt x="2128742" y="120083"/>
                  </a:lnTo>
                  <a:lnTo>
                    <a:pt x="2034695" y="95455"/>
                  </a:lnTo>
                  <a:lnTo>
                    <a:pt x="1939783" y="73723"/>
                  </a:lnTo>
                  <a:lnTo>
                    <a:pt x="1846778" y="54947"/>
                  </a:lnTo>
                  <a:lnTo>
                    <a:pt x="1758886" y="39180"/>
                  </a:lnTo>
                  <a:lnTo>
                    <a:pt x="1679422" y="26423"/>
                  </a:lnTo>
                  <a:lnTo>
                    <a:pt x="1611361" y="16586"/>
                  </a:lnTo>
                  <a:lnTo>
                    <a:pt x="1556864" y="9457"/>
                  </a:lnTo>
                  <a:lnTo>
                    <a:pt x="1516875" y="4703"/>
                  </a:lnTo>
                  <a:lnTo>
                    <a:pt x="1490904" y="1887"/>
                  </a:lnTo>
                  <a:lnTo>
                    <a:pt x="1477012" y="508"/>
                  </a:lnTo>
                  <a:lnTo>
                    <a:pt x="1471961" y="48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27" name="pg227"/>
            <p:cNvSpPr/>
            <p:nvPr/>
          </p:nvSpPr>
          <p:spPr>
            <a:xfrm>
              <a:off x="4799595" y="6777829"/>
              <a:ext cx="11981298" cy="4266305"/>
            </a:xfrm>
            <a:custGeom>
              <a:avLst/>
              <a:pathLst>
                <a:path w="11981298" h="4266305">
                  <a:moveTo>
                    <a:pt x="0" y="8172"/>
                  </a:moveTo>
                  <a:lnTo>
                    <a:pt x="1471387" y="8172"/>
                  </a:lnTo>
                  <a:lnTo>
                    <a:pt x="1472314" y="8252"/>
                  </a:lnTo>
                  <a:lnTo>
                    <a:pt x="1478433" y="8818"/>
                  </a:lnTo>
                  <a:lnTo>
                    <a:pt x="1493949" y="10380"/>
                  </a:lnTo>
                  <a:lnTo>
                    <a:pt x="1521917" y="13460"/>
                  </a:lnTo>
                  <a:lnTo>
                    <a:pt x="1564064" y="18551"/>
                  </a:lnTo>
                  <a:lnTo>
                    <a:pt x="1620660" y="26077"/>
                  </a:lnTo>
                  <a:lnTo>
                    <a:pt x="1690564" y="36356"/>
                  </a:lnTo>
                  <a:lnTo>
                    <a:pt x="1771465" y="49579"/>
                  </a:lnTo>
                  <a:lnTo>
                    <a:pt x="1860310" y="65823"/>
                  </a:lnTo>
                  <a:lnTo>
                    <a:pt x="1953775" y="85074"/>
                  </a:lnTo>
                  <a:lnTo>
                    <a:pt x="2048702" y="107276"/>
                  </a:lnTo>
                  <a:lnTo>
                    <a:pt x="2142407" y="132371"/>
                  </a:lnTo>
                  <a:lnTo>
                    <a:pt x="2232832" y="160341"/>
                  </a:lnTo>
                  <a:lnTo>
                    <a:pt x="2318581" y="191234"/>
                  </a:lnTo>
                  <a:lnTo>
                    <a:pt x="2398850" y="225183"/>
                  </a:lnTo>
                  <a:lnTo>
                    <a:pt x="2473324" y="262411"/>
                  </a:lnTo>
                  <a:lnTo>
                    <a:pt x="2542057" y="303236"/>
                  </a:lnTo>
                  <a:lnTo>
                    <a:pt x="2605365" y="348064"/>
                  </a:lnTo>
                  <a:lnTo>
                    <a:pt x="2663732" y="397378"/>
                  </a:lnTo>
                  <a:lnTo>
                    <a:pt x="2717739" y="451721"/>
                  </a:lnTo>
                  <a:lnTo>
                    <a:pt x="2768016" y="511662"/>
                  </a:lnTo>
                  <a:lnTo>
                    <a:pt x="2815197" y="577744"/>
                  </a:lnTo>
                  <a:lnTo>
                    <a:pt x="2859891" y="650401"/>
                  </a:lnTo>
                  <a:lnTo>
                    <a:pt x="2896531" y="717861"/>
                  </a:lnTo>
                  <a:lnTo>
                    <a:pt x="2928241" y="782144"/>
                  </a:lnTo>
                  <a:lnTo>
                    <a:pt x="2959249" y="850404"/>
                  </a:lnTo>
                  <a:lnTo>
                    <a:pt x="2989716" y="922723"/>
                  </a:lnTo>
                  <a:lnTo>
                    <a:pt x="3019776" y="999136"/>
                  </a:lnTo>
                  <a:lnTo>
                    <a:pt x="3049543" y="1079632"/>
                  </a:lnTo>
                  <a:lnTo>
                    <a:pt x="3079108" y="1164143"/>
                  </a:lnTo>
                  <a:lnTo>
                    <a:pt x="3108545" y="1252548"/>
                  </a:lnTo>
                  <a:lnTo>
                    <a:pt x="3137913" y="1344666"/>
                  </a:lnTo>
                  <a:lnTo>
                    <a:pt x="3167256" y="1440253"/>
                  </a:lnTo>
                  <a:lnTo>
                    <a:pt x="3196605" y="1539009"/>
                  </a:lnTo>
                  <a:lnTo>
                    <a:pt x="3225980" y="1640574"/>
                  </a:lnTo>
                  <a:lnTo>
                    <a:pt x="3255391" y="1744538"/>
                  </a:lnTo>
                  <a:lnTo>
                    <a:pt x="3284839" y="1850440"/>
                  </a:lnTo>
                  <a:lnTo>
                    <a:pt x="3314320" y="1957782"/>
                  </a:lnTo>
                  <a:lnTo>
                    <a:pt x="3343823" y="2066035"/>
                  </a:lnTo>
                  <a:lnTo>
                    <a:pt x="3373335" y="2174653"/>
                  </a:lnTo>
                  <a:lnTo>
                    <a:pt x="3402843" y="2283079"/>
                  </a:lnTo>
                  <a:lnTo>
                    <a:pt x="3432332" y="2390762"/>
                  </a:lnTo>
                  <a:lnTo>
                    <a:pt x="3461791" y="2497167"/>
                  </a:lnTo>
                  <a:lnTo>
                    <a:pt x="3491213" y="2601785"/>
                  </a:lnTo>
                  <a:lnTo>
                    <a:pt x="3520599" y="2704143"/>
                  </a:lnTo>
                  <a:lnTo>
                    <a:pt x="3549954" y="2803815"/>
                  </a:lnTo>
                  <a:lnTo>
                    <a:pt x="3579296" y="2900423"/>
                  </a:lnTo>
                  <a:lnTo>
                    <a:pt x="3608652" y="2993649"/>
                  </a:lnTo>
                  <a:lnTo>
                    <a:pt x="3638063" y="3083232"/>
                  </a:lnTo>
                  <a:lnTo>
                    <a:pt x="3667581" y="3168971"/>
                  </a:lnTo>
                  <a:lnTo>
                    <a:pt x="3697276" y="3250726"/>
                  </a:lnTo>
                  <a:lnTo>
                    <a:pt x="3727234" y="3328413"/>
                  </a:lnTo>
                  <a:lnTo>
                    <a:pt x="3757561" y="3402005"/>
                  </a:lnTo>
                  <a:lnTo>
                    <a:pt x="3788384" y="3471521"/>
                  </a:lnTo>
                  <a:lnTo>
                    <a:pt x="3819857" y="3537031"/>
                  </a:lnTo>
                  <a:lnTo>
                    <a:pt x="3829811" y="3556616"/>
                  </a:lnTo>
                  <a:lnTo>
                    <a:pt x="3872817" y="3635059"/>
                  </a:lnTo>
                  <a:lnTo>
                    <a:pt x="3917836" y="3706741"/>
                  </a:lnTo>
                  <a:lnTo>
                    <a:pt x="3965429" y="3771899"/>
                  </a:lnTo>
                  <a:lnTo>
                    <a:pt x="4016208" y="3830991"/>
                  </a:lnTo>
                  <a:lnTo>
                    <a:pt x="4070811" y="3884567"/>
                  </a:lnTo>
                  <a:lnTo>
                    <a:pt x="4129861" y="3933197"/>
                  </a:lnTo>
                  <a:lnTo>
                    <a:pt x="4193931" y="3977415"/>
                  </a:lnTo>
                  <a:lnTo>
                    <a:pt x="4263484" y="4017694"/>
                  </a:lnTo>
                  <a:lnTo>
                    <a:pt x="4338805" y="4054427"/>
                  </a:lnTo>
                  <a:lnTo>
                    <a:pt x="4419900" y="4087920"/>
                  </a:lnTo>
                  <a:lnTo>
                    <a:pt x="4506392" y="4118382"/>
                  </a:lnTo>
                  <a:lnTo>
                    <a:pt x="4597397" y="4145933"/>
                  </a:lnTo>
                  <a:lnTo>
                    <a:pt x="4691422" y="4170610"/>
                  </a:lnTo>
                  <a:lnTo>
                    <a:pt x="4786317" y="4192387"/>
                  </a:lnTo>
                  <a:lnTo>
                    <a:pt x="4879315" y="4211204"/>
                  </a:lnTo>
                  <a:lnTo>
                    <a:pt x="4967210" y="4227007"/>
                  </a:lnTo>
                  <a:lnTo>
                    <a:pt x="5046690" y="4239795"/>
                  </a:lnTo>
                  <a:lnTo>
                    <a:pt x="5114778" y="4249659"/>
                  </a:lnTo>
                  <a:lnTo>
                    <a:pt x="5169314" y="4256808"/>
                  </a:lnTo>
                  <a:lnTo>
                    <a:pt x="5209347" y="4261579"/>
                  </a:lnTo>
                  <a:lnTo>
                    <a:pt x="5235364" y="4264406"/>
                  </a:lnTo>
                  <a:lnTo>
                    <a:pt x="5249295" y="4265791"/>
                  </a:lnTo>
                  <a:lnTo>
                    <a:pt x="5254372" y="4266255"/>
                  </a:lnTo>
                  <a:lnTo>
                    <a:pt x="5254955" y="4266305"/>
                  </a:lnTo>
                  <a:lnTo>
                    <a:pt x="6726343" y="4266305"/>
                  </a:lnTo>
                  <a:lnTo>
                    <a:pt x="6727578" y="4266293"/>
                  </a:lnTo>
                  <a:lnTo>
                    <a:pt x="6735684" y="4266213"/>
                  </a:lnTo>
                  <a:lnTo>
                    <a:pt x="6756066" y="4265991"/>
                  </a:lnTo>
                  <a:lnTo>
                    <a:pt x="6792377" y="4265555"/>
                  </a:lnTo>
                  <a:lnTo>
                    <a:pt x="6846241" y="4264837"/>
                  </a:lnTo>
                  <a:lnTo>
                    <a:pt x="6917127" y="4263784"/>
                  </a:lnTo>
                  <a:lnTo>
                    <a:pt x="7002579" y="4262361"/>
                  </a:lnTo>
                  <a:lnTo>
                    <a:pt x="7098785" y="4260552"/>
                  </a:lnTo>
                  <a:lnTo>
                    <a:pt x="7201336" y="4258357"/>
                  </a:lnTo>
                  <a:lnTo>
                    <a:pt x="7305958" y="4255782"/>
                  </a:lnTo>
                  <a:lnTo>
                    <a:pt x="7409038" y="4252836"/>
                  </a:lnTo>
                  <a:lnTo>
                    <a:pt x="7507889" y="4249521"/>
                  </a:lnTo>
                  <a:lnTo>
                    <a:pt x="7600785" y="4245828"/>
                  </a:lnTo>
                  <a:lnTo>
                    <a:pt x="7686844" y="4241734"/>
                  </a:lnTo>
                  <a:lnTo>
                    <a:pt x="7765850" y="4237203"/>
                  </a:lnTo>
                  <a:lnTo>
                    <a:pt x="7838057" y="4232184"/>
                  </a:lnTo>
                  <a:lnTo>
                    <a:pt x="7904031" y="4226613"/>
                  </a:lnTo>
                  <a:lnTo>
                    <a:pt x="7964517" y="4220415"/>
                  </a:lnTo>
                  <a:lnTo>
                    <a:pt x="8020349" y="4213510"/>
                  </a:lnTo>
                  <a:lnTo>
                    <a:pt x="8072377" y="4205821"/>
                  </a:lnTo>
                  <a:lnTo>
                    <a:pt x="8121415" y="4197287"/>
                  </a:lnTo>
                  <a:lnTo>
                    <a:pt x="8151487" y="4191385"/>
                  </a:lnTo>
                  <a:lnTo>
                    <a:pt x="8206386" y="4179264"/>
                  </a:lnTo>
                  <a:lnTo>
                    <a:pt x="8259505" y="4165844"/>
                  </a:lnTo>
                  <a:lnTo>
                    <a:pt x="8311551" y="4151109"/>
                  </a:lnTo>
                  <a:lnTo>
                    <a:pt x="8363032" y="4135093"/>
                  </a:lnTo>
                  <a:lnTo>
                    <a:pt x="8414291" y="4117884"/>
                  </a:lnTo>
                  <a:lnTo>
                    <a:pt x="8465541" y="4099630"/>
                  </a:lnTo>
                  <a:lnTo>
                    <a:pt x="8516883" y="4080536"/>
                  </a:lnTo>
                  <a:lnTo>
                    <a:pt x="8568334" y="4060855"/>
                  </a:lnTo>
                  <a:lnTo>
                    <a:pt x="8619853" y="4040876"/>
                  </a:lnTo>
                  <a:lnTo>
                    <a:pt x="8671370" y="4020908"/>
                  </a:lnTo>
                  <a:lnTo>
                    <a:pt x="8722814" y="4001257"/>
                  </a:lnTo>
                  <a:lnTo>
                    <a:pt x="8774148" y="3982212"/>
                  </a:lnTo>
                  <a:lnTo>
                    <a:pt x="8825395" y="3964023"/>
                  </a:lnTo>
                  <a:lnTo>
                    <a:pt x="8876661" y="3946890"/>
                  </a:lnTo>
                  <a:lnTo>
                    <a:pt x="8928167" y="3930957"/>
                  </a:lnTo>
                  <a:lnTo>
                    <a:pt x="8980268" y="3916310"/>
                  </a:lnTo>
                  <a:lnTo>
                    <a:pt x="9033481" y="3902978"/>
                  </a:lnTo>
                  <a:lnTo>
                    <a:pt x="9084767" y="3891709"/>
                  </a:lnTo>
                  <a:lnTo>
                    <a:pt x="9132282" y="3882620"/>
                  </a:lnTo>
                  <a:lnTo>
                    <a:pt x="9182313" y="3874397"/>
                  </a:lnTo>
                  <a:lnTo>
                    <a:pt x="9235620" y="3867000"/>
                  </a:lnTo>
                  <a:lnTo>
                    <a:pt x="9293037" y="3860360"/>
                  </a:lnTo>
                  <a:lnTo>
                    <a:pt x="9355415" y="3854398"/>
                  </a:lnTo>
                  <a:lnTo>
                    <a:pt x="9423565" y="3849034"/>
                  </a:lnTo>
                  <a:lnTo>
                    <a:pt x="9498180" y="3844198"/>
                  </a:lnTo>
                  <a:lnTo>
                    <a:pt x="9579729" y="3839831"/>
                  </a:lnTo>
                  <a:lnTo>
                    <a:pt x="9668317" y="3835886"/>
                  </a:lnTo>
                  <a:lnTo>
                    <a:pt x="9763510" y="3832331"/>
                  </a:lnTo>
                  <a:lnTo>
                    <a:pt x="9864139" y="3829150"/>
                  </a:lnTo>
                  <a:lnTo>
                    <a:pt x="9968138" y="3826338"/>
                  </a:lnTo>
                  <a:lnTo>
                    <a:pt x="10072471" y="3823899"/>
                  </a:lnTo>
                  <a:lnTo>
                    <a:pt x="10173241" y="3821843"/>
                  </a:lnTo>
                  <a:lnTo>
                    <a:pt x="10266051" y="3820175"/>
                  </a:lnTo>
                  <a:lnTo>
                    <a:pt x="10346618" y="3818888"/>
                  </a:lnTo>
                  <a:lnTo>
                    <a:pt x="10411538" y="3817962"/>
                  </a:lnTo>
                  <a:lnTo>
                    <a:pt x="10459000" y="3817353"/>
                  </a:lnTo>
                  <a:lnTo>
                    <a:pt x="10489250" y="3817002"/>
                  </a:lnTo>
                  <a:lnTo>
                    <a:pt x="10504671" y="3816840"/>
                  </a:lnTo>
                  <a:lnTo>
                    <a:pt x="10509583" y="3816793"/>
                  </a:lnTo>
                  <a:lnTo>
                    <a:pt x="10509911" y="3816790"/>
                  </a:lnTo>
                  <a:lnTo>
                    <a:pt x="11981298" y="3816790"/>
                  </a:lnTo>
                  <a:lnTo>
                    <a:pt x="11981298" y="3808617"/>
                  </a:lnTo>
                  <a:lnTo>
                    <a:pt x="10509911" y="3808617"/>
                  </a:lnTo>
                  <a:lnTo>
                    <a:pt x="10508675" y="3808628"/>
                  </a:lnTo>
                  <a:lnTo>
                    <a:pt x="10500569" y="3808708"/>
                  </a:lnTo>
                  <a:lnTo>
                    <a:pt x="10480187" y="3808930"/>
                  </a:lnTo>
                  <a:lnTo>
                    <a:pt x="10443876" y="3809367"/>
                  </a:lnTo>
                  <a:lnTo>
                    <a:pt x="10390013" y="3810085"/>
                  </a:lnTo>
                  <a:lnTo>
                    <a:pt x="10319127" y="3811138"/>
                  </a:lnTo>
                  <a:lnTo>
                    <a:pt x="10233674" y="3812561"/>
                  </a:lnTo>
                  <a:lnTo>
                    <a:pt x="10137468" y="3814369"/>
                  </a:lnTo>
                  <a:lnTo>
                    <a:pt x="10034917" y="3816565"/>
                  </a:lnTo>
                  <a:lnTo>
                    <a:pt x="9930295" y="3819139"/>
                  </a:lnTo>
                  <a:lnTo>
                    <a:pt x="9827215" y="3822085"/>
                  </a:lnTo>
                  <a:lnTo>
                    <a:pt x="9728364" y="3825400"/>
                  </a:lnTo>
                  <a:lnTo>
                    <a:pt x="9635469" y="3829093"/>
                  </a:lnTo>
                  <a:lnTo>
                    <a:pt x="9549409" y="3833187"/>
                  </a:lnTo>
                  <a:lnTo>
                    <a:pt x="9470404" y="3837718"/>
                  </a:lnTo>
                  <a:lnTo>
                    <a:pt x="9398196" y="3842737"/>
                  </a:lnTo>
                  <a:lnTo>
                    <a:pt x="9332223" y="3848308"/>
                  </a:lnTo>
                  <a:lnTo>
                    <a:pt x="9271736" y="3854507"/>
                  </a:lnTo>
                  <a:lnTo>
                    <a:pt x="9215904" y="3861411"/>
                  </a:lnTo>
                  <a:lnTo>
                    <a:pt x="9163876" y="3869101"/>
                  </a:lnTo>
                  <a:lnTo>
                    <a:pt x="9114838" y="3877635"/>
                  </a:lnTo>
                  <a:lnTo>
                    <a:pt x="9084767" y="3883536"/>
                  </a:lnTo>
                  <a:lnTo>
                    <a:pt x="9029867" y="3895657"/>
                  </a:lnTo>
                  <a:lnTo>
                    <a:pt x="8976748" y="3909077"/>
                  </a:lnTo>
                  <a:lnTo>
                    <a:pt x="8924702" y="3923812"/>
                  </a:lnTo>
                  <a:lnTo>
                    <a:pt x="8873222" y="3939829"/>
                  </a:lnTo>
                  <a:lnTo>
                    <a:pt x="8821962" y="3957038"/>
                  </a:lnTo>
                  <a:lnTo>
                    <a:pt x="8770712" y="3975291"/>
                  </a:lnTo>
                  <a:lnTo>
                    <a:pt x="8719370" y="3994385"/>
                  </a:lnTo>
                  <a:lnTo>
                    <a:pt x="8667919" y="4014066"/>
                  </a:lnTo>
                  <a:lnTo>
                    <a:pt x="8616400" y="4034045"/>
                  </a:lnTo>
                  <a:lnTo>
                    <a:pt x="8564884" y="4054014"/>
                  </a:lnTo>
                  <a:lnTo>
                    <a:pt x="8513439" y="4073664"/>
                  </a:lnTo>
                  <a:lnTo>
                    <a:pt x="8462105" y="4092709"/>
                  </a:lnTo>
                  <a:lnTo>
                    <a:pt x="8410859" y="4110898"/>
                  </a:lnTo>
                  <a:lnTo>
                    <a:pt x="8359592" y="4128031"/>
                  </a:lnTo>
                  <a:lnTo>
                    <a:pt x="8308086" y="4143964"/>
                  </a:lnTo>
                  <a:lnTo>
                    <a:pt x="8255986" y="4158611"/>
                  </a:lnTo>
                  <a:lnTo>
                    <a:pt x="8202772" y="4171943"/>
                  </a:lnTo>
                  <a:lnTo>
                    <a:pt x="8151487" y="4183212"/>
                  </a:lnTo>
                  <a:lnTo>
                    <a:pt x="8103971" y="4192301"/>
                  </a:lnTo>
                  <a:lnTo>
                    <a:pt x="8053941" y="4200524"/>
                  </a:lnTo>
                  <a:lnTo>
                    <a:pt x="8000633" y="4207922"/>
                  </a:lnTo>
                  <a:lnTo>
                    <a:pt x="7943216" y="4214561"/>
                  </a:lnTo>
                  <a:lnTo>
                    <a:pt x="7880838" y="4220524"/>
                  </a:lnTo>
                  <a:lnTo>
                    <a:pt x="7812688" y="4225887"/>
                  </a:lnTo>
                  <a:lnTo>
                    <a:pt x="7738073" y="4230723"/>
                  </a:lnTo>
                  <a:lnTo>
                    <a:pt x="7656524" y="4235090"/>
                  </a:lnTo>
                  <a:lnTo>
                    <a:pt x="7567936" y="4239036"/>
                  </a:lnTo>
                  <a:lnTo>
                    <a:pt x="7472743" y="4242590"/>
                  </a:lnTo>
                  <a:lnTo>
                    <a:pt x="7372114" y="4245771"/>
                  </a:lnTo>
                  <a:lnTo>
                    <a:pt x="7268115" y="4248584"/>
                  </a:lnTo>
                  <a:lnTo>
                    <a:pt x="7163782" y="4251022"/>
                  </a:lnTo>
                  <a:lnTo>
                    <a:pt x="7063012" y="4253078"/>
                  </a:lnTo>
                  <a:lnTo>
                    <a:pt x="6970202" y="4254747"/>
                  </a:lnTo>
                  <a:lnTo>
                    <a:pt x="6889635" y="4256033"/>
                  </a:lnTo>
                  <a:lnTo>
                    <a:pt x="6824716" y="4256960"/>
                  </a:lnTo>
                  <a:lnTo>
                    <a:pt x="6777253" y="4257569"/>
                  </a:lnTo>
                  <a:lnTo>
                    <a:pt x="6747004" y="4257920"/>
                  </a:lnTo>
                  <a:lnTo>
                    <a:pt x="6731582" y="4258082"/>
                  </a:lnTo>
                  <a:lnTo>
                    <a:pt x="6726670" y="4258129"/>
                  </a:lnTo>
                  <a:lnTo>
                    <a:pt x="6726343" y="4258132"/>
                  </a:lnTo>
                  <a:lnTo>
                    <a:pt x="5254955" y="4258132"/>
                  </a:lnTo>
                  <a:lnTo>
                    <a:pt x="5254028" y="4258052"/>
                  </a:lnTo>
                  <a:lnTo>
                    <a:pt x="5247909" y="4257487"/>
                  </a:lnTo>
                  <a:lnTo>
                    <a:pt x="5232393" y="4255924"/>
                  </a:lnTo>
                  <a:lnTo>
                    <a:pt x="5204425" y="4252844"/>
                  </a:lnTo>
                  <a:lnTo>
                    <a:pt x="5162278" y="4247753"/>
                  </a:lnTo>
                  <a:lnTo>
                    <a:pt x="5105682" y="4240227"/>
                  </a:lnTo>
                  <a:lnTo>
                    <a:pt x="5035778" y="4229948"/>
                  </a:lnTo>
                  <a:lnTo>
                    <a:pt x="4954877" y="4216725"/>
                  </a:lnTo>
                  <a:lnTo>
                    <a:pt x="4866032" y="4200482"/>
                  </a:lnTo>
                  <a:lnTo>
                    <a:pt x="4772567" y="4181230"/>
                  </a:lnTo>
                  <a:lnTo>
                    <a:pt x="4677640" y="4159028"/>
                  </a:lnTo>
                  <a:lnTo>
                    <a:pt x="4583936" y="4133933"/>
                  </a:lnTo>
                  <a:lnTo>
                    <a:pt x="4493510" y="4105963"/>
                  </a:lnTo>
                  <a:lnTo>
                    <a:pt x="4407761" y="4075070"/>
                  </a:lnTo>
                  <a:lnTo>
                    <a:pt x="4327492" y="4041121"/>
                  </a:lnTo>
                  <a:lnTo>
                    <a:pt x="4253018" y="4003893"/>
                  </a:lnTo>
                  <a:lnTo>
                    <a:pt x="4184285" y="3963068"/>
                  </a:lnTo>
                  <a:lnTo>
                    <a:pt x="4120977" y="3918240"/>
                  </a:lnTo>
                  <a:lnTo>
                    <a:pt x="4062610" y="3868926"/>
                  </a:lnTo>
                  <a:lnTo>
                    <a:pt x="4008603" y="3814583"/>
                  </a:lnTo>
                  <a:lnTo>
                    <a:pt x="3958327" y="3754642"/>
                  </a:lnTo>
                  <a:lnTo>
                    <a:pt x="3911145" y="3688560"/>
                  </a:lnTo>
                  <a:lnTo>
                    <a:pt x="3866451" y="3615903"/>
                  </a:lnTo>
                  <a:lnTo>
                    <a:pt x="3829811" y="3548443"/>
                  </a:lnTo>
                  <a:lnTo>
                    <a:pt x="3798101" y="3484160"/>
                  </a:lnTo>
                  <a:lnTo>
                    <a:pt x="3767093" y="3415900"/>
                  </a:lnTo>
                  <a:lnTo>
                    <a:pt x="3736627" y="3343581"/>
                  </a:lnTo>
                  <a:lnTo>
                    <a:pt x="3706566" y="3267168"/>
                  </a:lnTo>
                  <a:lnTo>
                    <a:pt x="3676799" y="3186672"/>
                  </a:lnTo>
                  <a:lnTo>
                    <a:pt x="3647234" y="3102161"/>
                  </a:lnTo>
                  <a:lnTo>
                    <a:pt x="3617797" y="3013756"/>
                  </a:lnTo>
                  <a:lnTo>
                    <a:pt x="3588429" y="2921639"/>
                  </a:lnTo>
                  <a:lnTo>
                    <a:pt x="3559086" y="2826051"/>
                  </a:lnTo>
                  <a:lnTo>
                    <a:pt x="3529737" y="2727295"/>
                  </a:lnTo>
                  <a:lnTo>
                    <a:pt x="3500362" y="2625730"/>
                  </a:lnTo>
                  <a:lnTo>
                    <a:pt x="3470951" y="2521766"/>
                  </a:lnTo>
                  <a:lnTo>
                    <a:pt x="3441503" y="2415864"/>
                  </a:lnTo>
                  <a:lnTo>
                    <a:pt x="3412022" y="2308522"/>
                  </a:lnTo>
                  <a:lnTo>
                    <a:pt x="3382519" y="2200269"/>
                  </a:lnTo>
                  <a:lnTo>
                    <a:pt x="3353007" y="2091652"/>
                  </a:lnTo>
                  <a:lnTo>
                    <a:pt x="3323499" y="1983226"/>
                  </a:lnTo>
                  <a:lnTo>
                    <a:pt x="3294011" y="1875542"/>
                  </a:lnTo>
                  <a:lnTo>
                    <a:pt x="3264551" y="1769137"/>
                  </a:lnTo>
                  <a:lnTo>
                    <a:pt x="3235129" y="1664519"/>
                  </a:lnTo>
                  <a:lnTo>
                    <a:pt x="3205743" y="1562161"/>
                  </a:lnTo>
                  <a:lnTo>
                    <a:pt x="3176388" y="1462489"/>
                  </a:lnTo>
                  <a:lnTo>
                    <a:pt x="3147046" y="1365881"/>
                  </a:lnTo>
                  <a:lnTo>
                    <a:pt x="3117690" y="1272655"/>
                  </a:lnTo>
                  <a:lnTo>
                    <a:pt x="3088279" y="1183073"/>
                  </a:lnTo>
                  <a:lnTo>
                    <a:pt x="3058761" y="1097334"/>
                  </a:lnTo>
                  <a:lnTo>
                    <a:pt x="3029067" y="1015579"/>
                  </a:lnTo>
                  <a:lnTo>
                    <a:pt x="2999108" y="937891"/>
                  </a:lnTo>
                  <a:lnTo>
                    <a:pt x="2968781" y="864300"/>
                  </a:lnTo>
                  <a:lnTo>
                    <a:pt x="2937958" y="794783"/>
                  </a:lnTo>
                  <a:lnTo>
                    <a:pt x="2906486" y="729273"/>
                  </a:lnTo>
                  <a:lnTo>
                    <a:pt x="2896531" y="709688"/>
                  </a:lnTo>
                  <a:lnTo>
                    <a:pt x="2853525" y="631245"/>
                  </a:lnTo>
                  <a:lnTo>
                    <a:pt x="2808506" y="559563"/>
                  </a:lnTo>
                  <a:lnTo>
                    <a:pt x="2760913" y="494405"/>
                  </a:lnTo>
                  <a:lnTo>
                    <a:pt x="2710134" y="435313"/>
                  </a:lnTo>
                  <a:lnTo>
                    <a:pt x="2655531" y="381737"/>
                  </a:lnTo>
                  <a:lnTo>
                    <a:pt x="2596481" y="333107"/>
                  </a:lnTo>
                  <a:lnTo>
                    <a:pt x="2532411" y="288889"/>
                  </a:lnTo>
                  <a:lnTo>
                    <a:pt x="2462858" y="248610"/>
                  </a:lnTo>
                  <a:lnTo>
                    <a:pt x="2387537" y="211877"/>
                  </a:lnTo>
                  <a:lnTo>
                    <a:pt x="2306442" y="178384"/>
                  </a:lnTo>
                  <a:lnTo>
                    <a:pt x="2219950" y="147922"/>
                  </a:lnTo>
                  <a:lnTo>
                    <a:pt x="2128945" y="120371"/>
                  </a:lnTo>
                  <a:lnTo>
                    <a:pt x="2034920" y="95694"/>
                  </a:lnTo>
                  <a:lnTo>
                    <a:pt x="1940025" y="73917"/>
                  </a:lnTo>
                  <a:lnTo>
                    <a:pt x="1847027" y="55100"/>
                  </a:lnTo>
                  <a:lnTo>
                    <a:pt x="1759132" y="39297"/>
                  </a:lnTo>
                  <a:lnTo>
                    <a:pt x="1679652" y="26509"/>
                  </a:lnTo>
                  <a:lnTo>
                    <a:pt x="1611564" y="16645"/>
                  </a:lnTo>
                  <a:lnTo>
                    <a:pt x="1557029" y="9496"/>
                  </a:lnTo>
                  <a:lnTo>
                    <a:pt x="1516995" y="4725"/>
                  </a:lnTo>
                  <a:lnTo>
                    <a:pt x="1490978" y="1898"/>
                  </a:lnTo>
                  <a:lnTo>
                    <a:pt x="1477047" y="513"/>
                  </a:lnTo>
                  <a:lnTo>
                    <a:pt x="1471970" y="49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228" name="pl228"/>
            <p:cNvSpPr/>
            <p:nvPr/>
          </p:nvSpPr>
          <p:spPr>
            <a:xfrm>
              <a:off x="4799595" y="6786002"/>
              <a:ext cx="11981298" cy="4258132"/>
            </a:xfrm>
            <a:custGeom>
              <a:avLst/>
              <a:pathLst>
                <a:path w="11981298" h="4258132">
                  <a:moveTo>
                    <a:pt x="0" y="0"/>
                  </a:moveTo>
                  <a:lnTo>
                    <a:pt x="1471387" y="0"/>
                  </a:lnTo>
                  <a:lnTo>
                    <a:pt x="1472314" y="79"/>
                  </a:lnTo>
                  <a:lnTo>
                    <a:pt x="1478433" y="645"/>
                  </a:lnTo>
                  <a:lnTo>
                    <a:pt x="1493949" y="2207"/>
                  </a:lnTo>
                  <a:lnTo>
                    <a:pt x="1521917" y="5287"/>
                  </a:lnTo>
                  <a:lnTo>
                    <a:pt x="1564064" y="10378"/>
                  </a:lnTo>
                  <a:lnTo>
                    <a:pt x="1620660" y="17904"/>
                  </a:lnTo>
                  <a:lnTo>
                    <a:pt x="1690564" y="28183"/>
                  </a:lnTo>
                  <a:lnTo>
                    <a:pt x="1771465" y="41406"/>
                  </a:lnTo>
                  <a:lnTo>
                    <a:pt x="1860310" y="57650"/>
                  </a:lnTo>
                  <a:lnTo>
                    <a:pt x="1953775" y="76901"/>
                  </a:lnTo>
                  <a:lnTo>
                    <a:pt x="2048702" y="99103"/>
                  </a:lnTo>
                  <a:lnTo>
                    <a:pt x="2142407" y="124198"/>
                  </a:lnTo>
                  <a:lnTo>
                    <a:pt x="2232832" y="152168"/>
                  </a:lnTo>
                  <a:lnTo>
                    <a:pt x="2318581" y="183061"/>
                  </a:lnTo>
                  <a:lnTo>
                    <a:pt x="2398850" y="217010"/>
                  </a:lnTo>
                  <a:lnTo>
                    <a:pt x="2473324" y="254238"/>
                  </a:lnTo>
                  <a:lnTo>
                    <a:pt x="2542057" y="295063"/>
                  </a:lnTo>
                  <a:lnTo>
                    <a:pt x="2605365" y="339891"/>
                  </a:lnTo>
                  <a:lnTo>
                    <a:pt x="2663732" y="389205"/>
                  </a:lnTo>
                  <a:lnTo>
                    <a:pt x="2717739" y="443548"/>
                  </a:lnTo>
                  <a:lnTo>
                    <a:pt x="2768016" y="503489"/>
                  </a:lnTo>
                  <a:lnTo>
                    <a:pt x="2815197" y="569571"/>
                  </a:lnTo>
                  <a:lnTo>
                    <a:pt x="2859891" y="642228"/>
                  </a:lnTo>
                  <a:lnTo>
                    <a:pt x="2896531" y="709688"/>
                  </a:lnTo>
                  <a:lnTo>
                    <a:pt x="2928241" y="773971"/>
                  </a:lnTo>
                  <a:lnTo>
                    <a:pt x="2959249" y="842231"/>
                  </a:lnTo>
                  <a:lnTo>
                    <a:pt x="2989716" y="914550"/>
                  </a:lnTo>
                  <a:lnTo>
                    <a:pt x="3019776" y="990963"/>
                  </a:lnTo>
                  <a:lnTo>
                    <a:pt x="3049543" y="1071459"/>
                  </a:lnTo>
                  <a:lnTo>
                    <a:pt x="3079108" y="1155970"/>
                  </a:lnTo>
                  <a:lnTo>
                    <a:pt x="3108545" y="1244376"/>
                  </a:lnTo>
                  <a:lnTo>
                    <a:pt x="3137913" y="1336493"/>
                  </a:lnTo>
                  <a:lnTo>
                    <a:pt x="3167256" y="1432080"/>
                  </a:lnTo>
                  <a:lnTo>
                    <a:pt x="3196605" y="1530836"/>
                  </a:lnTo>
                  <a:lnTo>
                    <a:pt x="3225980" y="1632401"/>
                  </a:lnTo>
                  <a:lnTo>
                    <a:pt x="3255391" y="1736365"/>
                  </a:lnTo>
                  <a:lnTo>
                    <a:pt x="3284839" y="1842267"/>
                  </a:lnTo>
                  <a:lnTo>
                    <a:pt x="3314320" y="1949609"/>
                  </a:lnTo>
                  <a:lnTo>
                    <a:pt x="3343823" y="2057862"/>
                  </a:lnTo>
                  <a:lnTo>
                    <a:pt x="3373335" y="2166480"/>
                  </a:lnTo>
                  <a:lnTo>
                    <a:pt x="3402843" y="2274906"/>
                  </a:lnTo>
                  <a:lnTo>
                    <a:pt x="3432332" y="2382589"/>
                  </a:lnTo>
                  <a:lnTo>
                    <a:pt x="3461791" y="2488994"/>
                  </a:lnTo>
                  <a:lnTo>
                    <a:pt x="3491213" y="2593612"/>
                  </a:lnTo>
                  <a:lnTo>
                    <a:pt x="3520599" y="2695970"/>
                  </a:lnTo>
                  <a:lnTo>
                    <a:pt x="3549954" y="2795642"/>
                  </a:lnTo>
                  <a:lnTo>
                    <a:pt x="3579296" y="2892250"/>
                  </a:lnTo>
                  <a:lnTo>
                    <a:pt x="3608652" y="2985476"/>
                  </a:lnTo>
                  <a:lnTo>
                    <a:pt x="3638063" y="3075059"/>
                  </a:lnTo>
                  <a:lnTo>
                    <a:pt x="3667581" y="3160798"/>
                  </a:lnTo>
                  <a:lnTo>
                    <a:pt x="3697276" y="3242553"/>
                  </a:lnTo>
                  <a:lnTo>
                    <a:pt x="3727234" y="3320240"/>
                  </a:lnTo>
                  <a:lnTo>
                    <a:pt x="3757561" y="3393832"/>
                  </a:lnTo>
                  <a:lnTo>
                    <a:pt x="3788384" y="3463348"/>
                  </a:lnTo>
                  <a:lnTo>
                    <a:pt x="3819857" y="3528858"/>
                  </a:lnTo>
                  <a:lnTo>
                    <a:pt x="3829811" y="3548443"/>
                  </a:lnTo>
                  <a:lnTo>
                    <a:pt x="3872817" y="3626886"/>
                  </a:lnTo>
                  <a:lnTo>
                    <a:pt x="3917836" y="3698568"/>
                  </a:lnTo>
                  <a:lnTo>
                    <a:pt x="3965429" y="3763726"/>
                  </a:lnTo>
                  <a:lnTo>
                    <a:pt x="4016208" y="3822818"/>
                  </a:lnTo>
                  <a:lnTo>
                    <a:pt x="4070811" y="3876394"/>
                  </a:lnTo>
                  <a:lnTo>
                    <a:pt x="4129861" y="3925024"/>
                  </a:lnTo>
                  <a:lnTo>
                    <a:pt x="4193931" y="3969242"/>
                  </a:lnTo>
                  <a:lnTo>
                    <a:pt x="4263484" y="4009521"/>
                  </a:lnTo>
                  <a:lnTo>
                    <a:pt x="4338805" y="4046255"/>
                  </a:lnTo>
                  <a:lnTo>
                    <a:pt x="4419900" y="4079747"/>
                  </a:lnTo>
                  <a:lnTo>
                    <a:pt x="4506392" y="4110209"/>
                  </a:lnTo>
                  <a:lnTo>
                    <a:pt x="4597397" y="4137760"/>
                  </a:lnTo>
                  <a:lnTo>
                    <a:pt x="4691422" y="4162437"/>
                  </a:lnTo>
                  <a:lnTo>
                    <a:pt x="4786317" y="4184214"/>
                  </a:lnTo>
                  <a:lnTo>
                    <a:pt x="4879315" y="4203031"/>
                  </a:lnTo>
                  <a:lnTo>
                    <a:pt x="4967210" y="4218834"/>
                  </a:lnTo>
                  <a:lnTo>
                    <a:pt x="5046690" y="4231622"/>
                  </a:lnTo>
                  <a:lnTo>
                    <a:pt x="5114778" y="4241486"/>
                  </a:lnTo>
                  <a:lnTo>
                    <a:pt x="5169314" y="4248635"/>
                  </a:lnTo>
                  <a:lnTo>
                    <a:pt x="5209347" y="4253406"/>
                  </a:lnTo>
                  <a:lnTo>
                    <a:pt x="5235364" y="4256233"/>
                  </a:lnTo>
                  <a:lnTo>
                    <a:pt x="5249295" y="4257618"/>
                  </a:lnTo>
                  <a:lnTo>
                    <a:pt x="5254372" y="4258082"/>
                  </a:lnTo>
                  <a:lnTo>
                    <a:pt x="5254955" y="4258132"/>
                  </a:lnTo>
                  <a:lnTo>
                    <a:pt x="6726343" y="4258132"/>
                  </a:lnTo>
                  <a:lnTo>
                    <a:pt x="6727578" y="4258120"/>
                  </a:lnTo>
                  <a:lnTo>
                    <a:pt x="6735684" y="4258040"/>
                  </a:lnTo>
                  <a:lnTo>
                    <a:pt x="6756066" y="4257818"/>
                  </a:lnTo>
                  <a:lnTo>
                    <a:pt x="6792377" y="4257382"/>
                  </a:lnTo>
                  <a:lnTo>
                    <a:pt x="6846241" y="4256664"/>
                  </a:lnTo>
                  <a:lnTo>
                    <a:pt x="6917127" y="4255611"/>
                  </a:lnTo>
                  <a:lnTo>
                    <a:pt x="7002579" y="4254188"/>
                  </a:lnTo>
                  <a:lnTo>
                    <a:pt x="7098785" y="4252379"/>
                  </a:lnTo>
                  <a:lnTo>
                    <a:pt x="7201336" y="4250184"/>
                  </a:lnTo>
                  <a:lnTo>
                    <a:pt x="7305958" y="4247609"/>
                  </a:lnTo>
                  <a:lnTo>
                    <a:pt x="7409038" y="4244663"/>
                  </a:lnTo>
                  <a:lnTo>
                    <a:pt x="7507889" y="4241348"/>
                  </a:lnTo>
                  <a:lnTo>
                    <a:pt x="7600785" y="4237655"/>
                  </a:lnTo>
                  <a:lnTo>
                    <a:pt x="7686844" y="4233561"/>
                  </a:lnTo>
                  <a:lnTo>
                    <a:pt x="7765850" y="4229030"/>
                  </a:lnTo>
                  <a:lnTo>
                    <a:pt x="7838057" y="4224011"/>
                  </a:lnTo>
                  <a:lnTo>
                    <a:pt x="7904031" y="4218440"/>
                  </a:lnTo>
                  <a:lnTo>
                    <a:pt x="7964517" y="4212242"/>
                  </a:lnTo>
                  <a:lnTo>
                    <a:pt x="8020349" y="4205337"/>
                  </a:lnTo>
                  <a:lnTo>
                    <a:pt x="8072377" y="4197648"/>
                  </a:lnTo>
                  <a:lnTo>
                    <a:pt x="8121415" y="4189114"/>
                  </a:lnTo>
                  <a:lnTo>
                    <a:pt x="8151487" y="4183212"/>
                  </a:lnTo>
                  <a:lnTo>
                    <a:pt x="8206386" y="4171091"/>
                  </a:lnTo>
                  <a:lnTo>
                    <a:pt x="8259505" y="4157671"/>
                  </a:lnTo>
                  <a:lnTo>
                    <a:pt x="8311551" y="4142936"/>
                  </a:lnTo>
                  <a:lnTo>
                    <a:pt x="8363032" y="4126920"/>
                  </a:lnTo>
                  <a:lnTo>
                    <a:pt x="8414291" y="4109711"/>
                  </a:lnTo>
                  <a:lnTo>
                    <a:pt x="8465541" y="4091457"/>
                  </a:lnTo>
                  <a:lnTo>
                    <a:pt x="8516883" y="4072363"/>
                  </a:lnTo>
                  <a:lnTo>
                    <a:pt x="8568334" y="4052682"/>
                  </a:lnTo>
                  <a:lnTo>
                    <a:pt x="8619853" y="4032703"/>
                  </a:lnTo>
                  <a:lnTo>
                    <a:pt x="8671370" y="4012735"/>
                  </a:lnTo>
                  <a:lnTo>
                    <a:pt x="8722814" y="3993084"/>
                  </a:lnTo>
                  <a:lnTo>
                    <a:pt x="8774148" y="3974039"/>
                  </a:lnTo>
                  <a:lnTo>
                    <a:pt x="8825395" y="3955850"/>
                  </a:lnTo>
                  <a:lnTo>
                    <a:pt x="8876661" y="3938717"/>
                  </a:lnTo>
                  <a:lnTo>
                    <a:pt x="8928167" y="3922784"/>
                  </a:lnTo>
                  <a:lnTo>
                    <a:pt x="8980268" y="3908137"/>
                  </a:lnTo>
                  <a:lnTo>
                    <a:pt x="9033481" y="3894805"/>
                  </a:lnTo>
                  <a:lnTo>
                    <a:pt x="9084767" y="3883536"/>
                  </a:lnTo>
                  <a:lnTo>
                    <a:pt x="9132282" y="3874447"/>
                  </a:lnTo>
                  <a:lnTo>
                    <a:pt x="9182313" y="3866224"/>
                  </a:lnTo>
                  <a:lnTo>
                    <a:pt x="9235620" y="3858827"/>
                  </a:lnTo>
                  <a:lnTo>
                    <a:pt x="9293037" y="3852187"/>
                  </a:lnTo>
                  <a:lnTo>
                    <a:pt x="9355415" y="3846225"/>
                  </a:lnTo>
                  <a:lnTo>
                    <a:pt x="9423565" y="3840861"/>
                  </a:lnTo>
                  <a:lnTo>
                    <a:pt x="9498180" y="3836025"/>
                  </a:lnTo>
                  <a:lnTo>
                    <a:pt x="9579729" y="3831658"/>
                  </a:lnTo>
                  <a:lnTo>
                    <a:pt x="9668317" y="3827713"/>
                  </a:lnTo>
                  <a:lnTo>
                    <a:pt x="9763510" y="3824158"/>
                  </a:lnTo>
                  <a:lnTo>
                    <a:pt x="9864139" y="3820977"/>
                  </a:lnTo>
                  <a:lnTo>
                    <a:pt x="9968138" y="3818165"/>
                  </a:lnTo>
                  <a:lnTo>
                    <a:pt x="10072471" y="3815726"/>
                  </a:lnTo>
                  <a:lnTo>
                    <a:pt x="10173241" y="3813670"/>
                  </a:lnTo>
                  <a:lnTo>
                    <a:pt x="10266051" y="3812002"/>
                  </a:lnTo>
                  <a:lnTo>
                    <a:pt x="10346618" y="3810715"/>
                  </a:lnTo>
                  <a:lnTo>
                    <a:pt x="10411538" y="3809789"/>
                  </a:lnTo>
                  <a:lnTo>
                    <a:pt x="10459000" y="3809180"/>
                  </a:lnTo>
                  <a:lnTo>
                    <a:pt x="10489250" y="3808829"/>
                  </a:lnTo>
                  <a:lnTo>
                    <a:pt x="10504671" y="3808667"/>
                  </a:lnTo>
                  <a:lnTo>
                    <a:pt x="10509583" y="3808620"/>
                  </a:lnTo>
                  <a:lnTo>
                    <a:pt x="10509911" y="3808617"/>
                  </a:lnTo>
                  <a:lnTo>
                    <a:pt x="11981298" y="380861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29" name="pl229"/>
            <p:cNvSpPr/>
            <p:nvPr/>
          </p:nvSpPr>
          <p:spPr>
            <a:xfrm>
              <a:off x="4799595" y="6777829"/>
              <a:ext cx="11981298" cy="4258132"/>
            </a:xfrm>
            <a:custGeom>
              <a:avLst/>
              <a:pathLst>
                <a:path w="11981298" h="4258132">
                  <a:moveTo>
                    <a:pt x="11981298" y="3808617"/>
                  </a:moveTo>
                  <a:lnTo>
                    <a:pt x="10509911" y="3808617"/>
                  </a:lnTo>
                  <a:lnTo>
                    <a:pt x="10508675" y="3808628"/>
                  </a:lnTo>
                  <a:lnTo>
                    <a:pt x="10500569" y="3808708"/>
                  </a:lnTo>
                  <a:lnTo>
                    <a:pt x="10480187" y="3808930"/>
                  </a:lnTo>
                  <a:lnTo>
                    <a:pt x="10443876" y="3809367"/>
                  </a:lnTo>
                  <a:lnTo>
                    <a:pt x="10390013" y="3810085"/>
                  </a:lnTo>
                  <a:lnTo>
                    <a:pt x="10319127" y="3811138"/>
                  </a:lnTo>
                  <a:lnTo>
                    <a:pt x="10233674" y="3812561"/>
                  </a:lnTo>
                  <a:lnTo>
                    <a:pt x="10137468" y="3814369"/>
                  </a:lnTo>
                  <a:lnTo>
                    <a:pt x="10034917" y="3816565"/>
                  </a:lnTo>
                  <a:lnTo>
                    <a:pt x="9930295" y="3819139"/>
                  </a:lnTo>
                  <a:lnTo>
                    <a:pt x="9827215" y="3822085"/>
                  </a:lnTo>
                  <a:lnTo>
                    <a:pt x="9728364" y="3825400"/>
                  </a:lnTo>
                  <a:lnTo>
                    <a:pt x="9635469" y="3829093"/>
                  </a:lnTo>
                  <a:lnTo>
                    <a:pt x="9549409" y="3833187"/>
                  </a:lnTo>
                  <a:lnTo>
                    <a:pt x="9470404" y="3837718"/>
                  </a:lnTo>
                  <a:lnTo>
                    <a:pt x="9398196" y="3842737"/>
                  </a:lnTo>
                  <a:lnTo>
                    <a:pt x="9332223" y="3848308"/>
                  </a:lnTo>
                  <a:lnTo>
                    <a:pt x="9271736" y="3854507"/>
                  </a:lnTo>
                  <a:lnTo>
                    <a:pt x="9215904" y="3861411"/>
                  </a:lnTo>
                  <a:lnTo>
                    <a:pt x="9163876" y="3869101"/>
                  </a:lnTo>
                  <a:lnTo>
                    <a:pt x="9114838" y="3877635"/>
                  </a:lnTo>
                  <a:lnTo>
                    <a:pt x="9084767" y="3883536"/>
                  </a:lnTo>
                  <a:lnTo>
                    <a:pt x="9029867" y="3895657"/>
                  </a:lnTo>
                  <a:lnTo>
                    <a:pt x="8976748" y="3909077"/>
                  </a:lnTo>
                  <a:lnTo>
                    <a:pt x="8924702" y="3923812"/>
                  </a:lnTo>
                  <a:lnTo>
                    <a:pt x="8873222" y="3939829"/>
                  </a:lnTo>
                  <a:lnTo>
                    <a:pt x="8821962" y="3957038"/>
                  </a:lnTo>
                  <a:lnTo>
                    <a:pt x="8770712" y="3975291"/>
                  </a:lnTo>
                  <a:lnTo>
                    <a:pt x="8719370" y="3994385"/>
                  </a:lnTo>
                  <a:lnTo>
                    <a:pt x="8667919" y="4014066"/>
                  </a:lnTo>
                  <a:lnTo>
                    <a:pt x="8616400" y="4034045"/>
                  </a:lnTo>
                  <a:lnTo>
                    <a:pt x="8564884" y="4054014"/>
                  </a:lnTo>
                  <a:lnTo>
                    <a:pt x="8513439" y="4073664"/>
                  </a:lnTo>
                  <a:lnTo>
                    <a:pt x="8462105" y="4092709"/>
                  </a:lnTo>
                  <a:lnTo>
                    <a:pt x="8410859" y="4110898"/>
                  </a:lnTo>
                  <a:lnTo>
                    <a:pt x="8359592" y="4128031"/>
                  </a:lnTo>
                  <a:lnTo>
                    <a:pt x="8308086" y="4143964"/>
                  </a:lnTo>
                  <a:lnTo>
                    <a:pt x="8255986" y="4158611"/>
                  </a:lnTo>
                  <a:lnTo>
                    <a:pt x="8202772" y="4171943"/>
                  </a:lnTo>
                  <a:lnTo>
                    <a:pt x="8151487" y="4183212"/>
                  </a:lnTo>
                  <a:lnTo>
                    <a:pt x="8103971" y="4192301"/>
                  </a:lnTo>
                  <a:lnTo>
                    <a:pt x="8053941" y="4200524"/>
                  </a:lnTo>
                  <a:lnTo>
                    <a:pt x="8000633" y="4207922"/>
                  </a:lnTo>
                  <a:lnTo>
                    <a:pt x="7943216" y="4214561"/>
                  </a:lnTo>
                  <a:lnTo>
                    <a:pt x="7880838" y="4220524"/>
                  </a:lnTo>
                  <a:lnTo>
                    <a:pt x="7812688" y="4225887"/>
                  </a:lnTo>
                  <a:lnTo>
                    <a:pt x="7738073" y="4230723"/>
                  </a:lnTo>
                  <a:lnTo>
                    <a:pt x="7656524" y="4235090"/>
                  </a:lnTo>
                  <a:lnTo>
                    <a:pt x="7567936" y="4239036"/>
                  </a:lnTo>
                  <a:lnTo>
                    <a:pt x="7472743" y="4242590"/>
                  </a:lnTo>
                  <a:lnTo>
                    <a:pt x="7372114" y="4245771"/>
                  </a:lnTo>
                  <a:lnTo>
                    <a:pt x="7268115" y="4248584"/>
                  </a:lnTo>
                  <a:lnTo>
                    <a:pt x="7163782" y="4251022"/>
                  </a:lnTo>
                  <a:lnTo>
                    <a:pt x="7063012" y="4253078"/>
                  </a:lnTo>
                  <a:lnTo>
                    <a:pt x="6970202" y="4254747"/>
                  </a:lnTo>
                  <a:lnTo>
                    <a:pt x="6889635" y="4256033"/>
                  </a:lnTo>
                  <a:lnTo>
                    <a:pt x="6824716" y="4256960"/>
                  </a:lnTo>
                  <a:lnTo>
                    <a:pt x="6777253" y="4257569"/>
                  </a:lnTo>
                  <a:lnTo>
                    <a:pt x="6747004" y="4257920"/>
                  </a:lnTo>
                  <a:lnTo>
                    <a:pt x="6731582" y="4258082"/>
                  </a:lnTo>
                  <a:lnTo>
                    <a:pt x="6726670" y="4258129"/>
                  </a:lnTo>
                  <a:lnTo>
                    <a:pt x="6726343" y="4258132"/>
                  </a:lnTo>
                  <a:lnTo>
                    <a:pt x="5254955" y="4258132"/>
                  </a:lnTo>
                  <a:lnTo>
                    <a:pt x="5254028" y="4258052"/>
                  </a:lnTo>
                  <a:lnTo>
                    <a:pt x="5247909" y="4257487"/>
                  </a:lnTo>
                  <a:lnTo>
                    <a:pt x="5232393" y="4255924"/>
                  </a:lnTo>
                  <a:lnTo>
                    <a:pt x="5204425" y="4252844"/>
                  </a:lnTo>
                  <a:lnTo>
                    <a:pt x="5162278" y="4247753"/>
                  </a:lnTo>
                  <a:lnTo>
                    <a:pt x="5105682" y="4240227"/>
                  </a:lnTo>
                  <a:lnTo>
                    <a:pt x="5035778" y="4229948"/>
                  </a:lnTo>
                  <a:lnTo>
                    <a:pt x="4954877" y="4216725"/>
                  </a:lnTo>
                  <a:lnTo>
                    <a:pt x="4866032" y="4200482"/>
                  </a:lnTo>
                  <a:lnTo>
                    <a:pt x="4772567" y="4181230"/>
                  </a:lnTo>
                  <a:lnTo>
                    <a:pt x="4677640" y="4159028"/>
                  </a:lnTo>
                  <a:lnTo>
                    <a:pt x="4583936" y="4133933"/>
                  </a:lnTo>
                  <a:lnTo>
                    <a:pt x="4493510" y="4105963"/>
                  </a:lnTo>
                  <a:lnTo>
                    <a:pt x="4407761" y="4075070"/>
                  </a:lnTo>
                  <a:lnTo>
                    <a:pt x="4327492" y="4041121"/>
                  </a:lnTo>
                  <a:lnTo>
                    <a:pt x="4253018" y="4003893"/>
                  </a:lnTo>
                  <a:lnTo>
                    <a:pt x="4184285" y="3963068"/>
                  </a:lnTo>
                  <a:lnTo>
                    <a:pt x="4120977" y="3918240"/>
                  </a:lnTo>
                  <a:lnTo>
                    <a:pt x="4062610" y="3868926"/>
                  </a:lnTo>
                  <a:lnTo>
                    <a:pt x="4008603" y="3814583"/>
                  </a:lnTo>
                  <a:lnTo>
                    <a:pt x="3958327" y="3754642"/>
                  </a:lnTo>
                  <a:lnTo>
                    <a:pt x="3911145" y="3688560"/>
                  </a:lnTo>
                  <a:lnTo>
                    <a:pt x="3866451" y="3615903"/>
                  </a:lnTo>
                  <a:lnTo>
                    <a:pt x="3829811" y="3548443"/>
                  </a:lnTo>
                  <a:lnTo>
                    <a:pt x="3798101" y="3484160"/>
                  </a:lnTo>
                  <a:lnTo>
                    <a:pt x="3767093" y="3415900"/>
                  </a:lnTo>
                  <a:lnTo>
                    <a:pt x="3736627" y="3343581"/>
                  </a:lnTo>
                  <a:lnTo>
                    <a:pt x="3706566" y="3267168"/>
                  </a:lnTo>
                  <a:lnTo>
                    <a:pt x="3676799" y="3186672"/>
                  </a:lnTo>
                  <a:lnTo>
                    <a:pt x="3647234" y="3102161"/>
                  </a:lnTo>
                  <a:lnTo>
                    <a:pt x="3617797" y="3013756"/>
                  </a:lnTo>
                  <a:lnTo>
                    <a:pt x="3588429" y="2921639"/>
                  </a:lnTo>
                  <a:lnTo>
                    <a:pt x="3559086" y="2826051"/>
                  </a:lnTo>
                  <a:lnTo>
                    <a:pt x="3529737" y="2727295"/>
                  </a:lnTo>
                  <a:lnTo>
                    <a:pt x="3500362" y="2625730"/>
                  </a:lnTo>
                  <a:lnTo>
                    <a:pt x="3470951" y="2521766"/>
                  </a:lnTo>
                  <a:lnTo>
                    <a:pt x="3441503" y="2415864"/>
                  </a:lnTo>
                  <a:lnTo>
                    <a:pt x="3412022" y="2308522"/>
                  </a:lnTo>
                  <a:lnTo>
                    <a:pt x="3382519" y="2200269"/>
                  </a:lnTo>
                  <a:lnTo>
                    <a:pt x="3353007" y="2091652"/>
                  </a:lnTo>
                  <a:lnTo>
                    <a:pt x="3323499" y="1983226"/>
                  </a:lnTo>
                  <a:lnTo>
                    <a:pt x="3294011" y="1875542"/>
                  </a:lnTo>
                  <a:lnTo>
                    <a:pt x="3264551" y="1769137"/>
                  </a:lnTo>
                  <a:lnTo>
                    <a:pt x="3235129" y="1664519"/>
                  </a:lnTo>
                  <a:lnTo>
                    <a:pt x="3205743" y="1562161"/>
                  </a:lnTo>
                  <a:lnTo>
                    <a:pt x="3176388" y="1462489"/>
                  </a:lnTo>
                  <a:lnTo>
                    <a:pt x="3147046" y="1365881"/>
                  </a:lnTo>
                  <a:lnTo>
                    <a:pt x="3117690" y="1272655"/>
                  </a:lnTo>
                  <a:lnTo>
                    <a:pt x="3088279" y="1183073"/>
                  </a:lnTo>
                  <a:lnTo>
                    <a:pt x="3058761" y="1097334"/>
                  </a:lnTo>
                  <a:lnTo>
                    <a:pt x="3029067" y="1015579"/>
                  </a:lnTo>
                  <a:lnTo>
                    <a:pt x="2999108" y="937891"/>
                  </a:lnTo>
                  <a:lnTo>
                    <a:pt x="2968781" y="864300"/>
                  </a:lnTo>
                  <a:lnTo>
                    <a:pt x="2937958" y="794783"/>
                  </a:lnTo>
                  <a:lnTo>
                    <a:pt x="2906486" y="729273"/>
                  </a:lnTo>
                  <a:lnTo>
                    <a:pt x="2896531" y="709688"/>
                  </a:lnTo>
                  <a:lnTo>
                    <a:pt x="2853525" y="631245"/>
                  </a:lnTo>
                  <a:lnTo>
                    <a:pt x="2808506" y="559563"/>
                  </a:lnTo>
                  <a:lnTo>
                    <a:pt x="2760913" y="494405"/>
                  </a:lnTo>
                  <a:lnTo>
                    <a:pt x="2710134" y="435313"/>
                  </a:lnTo>
                  <a:lnTo>
                    <a:pt x="2655531" y="381737"/>
                  </a:lnTo>
                  <a:lnTo>
                    <a:pt x="2596481" y="333107"/>
                  </a:lnTo>
                  <a:lnTo>
                    <a:pt x="2532411" y="288889"/>
                  </a:lnTo>
                  <a:lnTo>
                    <a:pt x="2462858" y="248610"/>
                  </a:lnTo>
                  <a:lnTo>
                    <a:pt x="2387537" y="211877"/>
                  </a:lnTo>
                  <a:lnTo>
                    <a:pt x="2306442" y="178384"/>
                  </a:lnTo>
                  <a:lnTo>
                    <a:pt x="2219950" y="147922"/>
                  </a:lnTo>
                  <a:lnTo>
                    <a:pt x="2128945" y="120371"/>
                  </a:lnTo>
                  <a:lnTo>
                    <a:pt x="2034920" y="95694"/>
                  </a:lnTo>
                  <a:lnTo>
                    <a:pt x="1940025" y="73917"/>
                  </a:lnTo>
                  <a:lnTo>
                    <a:pt x="1847027" y="55100"/>
                  </a:lnTo>
                  <a:lnTo>
                    <a:pt x="1759132" y="39297"/>
                  </a:lnTo>
                  <a:lnTo>
                    <a:pt x="1679652" y="26509"/>
                  </a:lnTo>
                  <a:lnTo>
                    <a:pt x="1611564" y="16645"/>
                  </a:lnTo>
                  <a:lnTo>
                    <a:pt x="1557029" y="9496"/>
                  </a:lnTo>
                  <a:lnTo>
                    <a:pt x="1516995" y="4725"/>
                  </a:lnTo>
                  <a:lnTo>
                    <a:pt x="1490978" y="1898"/>
                  </a:lnTo>
                  <a:lnTo>
                    <a:pt x="1477047" y="513"/>
                  </a:lnTo>
                  <a:lnTo>
                    <a:pt x="1471970" y="49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30" name="pg230"/>
            <p:cNvSpPr/>
            <p:nvPr/>
          </p:nvSpPr>
          <p:spPr>
            <a:xfrm>
              <a:off x="4799595" y="2854790"/>
              <a:ext cx="11981298" cy="7527331"/>
            </a:xfrm>
            <a:custGeom>
              <a:avLst/>
              <a:pathLst>
                <a:path w="11981298" h="7527331">
                  <a:moveTo>
                    <a:pt x="0" y="3669676"/>
                  </a:moveTo>
                  <a:lnTo>
                    <a:pt x="1471387" y="3669676"/>
                  </a:lnTo>
                  <a:lnTo>
                    <a:pt x="1472467" y="3669760"/>
                  </a:lnTo>
                  <a:lnTo>
                    <a:pt x="1479575" y="3670360"/>
                  </a:lnTo>
                  <a:lnTo>
                    <a:pt x="1497520" y="3672017"/>
                  </a:lnTo>
                  <a:lnTo>
                    <a:pt x="1529676" y="3675282"/>
                  </a:lnTo>
                  <a:lnTo>
                    <a:pt x="1577747" y="3680665"/>
                  </a:lnTo>
                  <a:lnTo>
                    <a:pt x="1641643" y="3688591"/>
                  </a:lnTo>
                  <a:lnTo>
                    <a:pt x="1719593" y="3699357"/>
                  </a:lnTo>
                  <a:lnTo>
                    <a:pt x="1808543" y="3713123"/>
                  </a:lnTo>
                  <a:lnTo>
                    <a:pt x="1904739" y="3729927"/>
                  </a:lnTo>
                  <a:lnTo>
                    <a:pt x="2004337" y="3749729"/>
                  </a:lnTo>
                  <a:lnTo>
                    <a:pt x="2103897" y="3772463"/>
                  </a:lnTo>
                  <a:lnTo>
                    <a:pt x="2200681" y="3798087"/>
                  </a:lnTo>
                  <a:lnTo>
                    <a:pt x="2292762" y="3826624"/>
                  </a:lnTo>
                  <a:lnTo>
                    <a:pt x="2378979" y="3858182"/>
                  </a:lnTo>
                  <a:lnTo>
                    <a:pt x="2458817" y="3892970"/>
                  </a:lnTo>
                  <a:lnTo>
                    <a:pt x="2532249" y="3931303"/>
                  </a:lnTo>
                  <a:lnTo>
                    <a:pt x="2599600" y="3973594"/>
                  </a:lnTo>
                  <a:lnTo>
                    <a:pt x="2661412" y="4020346"/>
                  </a:lnTo>
                  <a:lnTo>
                    <a:pt x="2718362" y="4072128"/>
                  </a:lnTo>
                  <a:lnTo>
                    <a:pt x="2771181" y="4129543"/>
                  </a:lnTo>
                  <a:lnTo>
                    <a:pt x="2820612" y="4193162"/>
                  </a:lnTo>
                  <a:lnTo>
                    <a:pt x="2867358" y="4263426"/>
                  </a:lnTo>
                  <a:lnTo>
                    <a:pt x="2896531" y="4312618"/>
                  </a:lnTo>
                  <a:lnTo>
                    <a:pt x="2929653" y="4373566"/>
                  </a:lnTo>
                  <a:lnTo>
                    <a:pt x="2962017" y="4438454"/>
                  </a:lnTo>
                  <a:lnTo>
                    <a:pt x="2993804" y="4507363"/>
                  </a:lnTo>
                  <a:lnTo>
                    <a:pt x="3025165" y="4580324"/>
                  </a:lnTo>
                  <a:lnTo>
                    <a:pt x="3056225" y="4657316"/>
                  </a:lnTo>
                  <a:lnTo>
                    <a:pt x="3087084" y="4738259"/>
                  </a:lnTo>
                  <a:lnTo>
                    <a:pt x="3117822" y="4823012"/>
                  </a:lnTo>
                  <a:lnTo>
                    <a:pt x="3148502" y="4911369"/>
                  </a:lnTo>
                  <a:lnTo>
                    <a:pt x="3179168" y="5003058"/>
                  </a:lnTo>
                  <a:lnTo>
                    <a:pt x="3209850" y="5097744"/>
                  </a:lnTo>
                  <a:lnTo>
                    <a:pt x="3240567" y="5195033"/>
                  </a:lnTo>
                  <a:lnTo>
                    <a:pt x="3271325" y="5294474"/>
                  </a:lnTo>
                  <a:lnTo>
                    <a:pt x="3302121" y="5395570"/>
                  </a:lnTo>
                  <a:lnTo>
                    <a:pt x="3332947" y="5497787"/>
                  </a:lnTo>
                  <a:lnTo>
                    <a:pt x="3363789" y="5600565"/>
                  </a:lnTo>
                  <a:lnTo>
                    <a:pt x="3394631" y="5703331"/>
                  </a:lnTo>
                  <a:lnTo>
                    <a:pt x="3425456" y="5805514"/>
                  </a:lnTo>
                  <a:lnTo>
                    <a:pt x="3456251" y="5906554"/>
                  </a:lnTo>
                  <a:lnTo>
                    <a:pt x="3487007" y="6005918"/>
                  </a:lnTo>
                  <a:lnTo>
                    <a:pt x="3517722" y="6103110"/>
                  </a:lnTo>
                  <a:lnTo>
                    <a:pt x="3548404" y="6197684"/>
                  </a:lnTo>
                  <a:lnTo>
                    <a:pt x="3579069" y="6289245"/>
                  </a:lnTo>
                  <a:lnTo>
                    <a:pt x="3609750" y="6377462"/>
                  </a:lnTo>
                  <a:lnTo>
                    <a:pt x="3640492" y="6462066"/>
                  </a:lnTo>
                  <a:lnTo>
                    <a:pt x="3671358" y="6542853"/>
                  </a:lnTo>
                  <a:lnTo>
                    <a:pt x="3702427" y="6619685"/>
                  </a:lnTo>
                  <a:lnTo>
                    <a:pt x="3733803" y="6692484"/>
                  </a:lnTo>
                  <a:lnTo>
                    <a:pt x="3765610" y="6761230"/>
                  </a:lnTo>
                  <a:lnTo>
                    <a:pt x="3798000" y="6825959"/>
                  </a:lnTo>
                  <a:lnTo>
                    <a:pt x="3829811" y="6884388"/>
                  </a:lnTo>
                  <a:lnTo>
                    <a:pt x="3875159" y="6959067"/>
                  </a:lnTo>
                  <a:lnTo>
                    <a:pt x="3922773" y="7026957"/>
                  </a:lnTo>
                  <a:lnTo>
                    <a:pt x="3973312" y="7088335"/>
                  </a:lnTo>
                  <a:lnTo>
                    <a:pt x="4027499" y="7143701"/>
                  </a:lnTo>
                  <a:lnTo>
                    <a:pt x="4086077" y="7193646"/>
                  </a:lnTo>
                  <a:lnTo>
                    <a:pt x="4149765" y="7238766"/>
                  </a:lnTo>
                  <a:lnTo>
                    <a:pt x="4219202" y="7279612"/>
                  </a:lnTo>
                  <a:lnTo>
                    <a:pt x="4294865" y="7316657"/>
                  </a:lnTo>
                  <a:lnTo>
                    <a:pt x="4376971" y="7350278"/>
                  </a:lnTo>
                  <a:lnTo>
                    <a:pt x="4465339" y="7380755"/>
                  </a:lnTo>
                  <a:lnTo>
                    <a:pt x="4559243" y="7408260"/>
                  </a:lnTo>
                  <a:lnTo>
                    <a:pt x="4657265" y="7432870"/>
                  </a:lnTo>
                  <a:lnTo>
                    <a:pt x="4757191" y="7454580"/>
                  </a:lnTo>
                  <a:lnTo>
                    <a:pt x="4856014" y="7473334"/>
                  </a:lnTo>
                  <a:lnTo>
                    <a:pt x="4950108" y="7489071"/>
                  </a:lnTo>
                  <a:lnTo>
                    <a:pt x="5035594" y="7501772"/>
                  </a:lnTo>
                  <a:lnTo>
                    <a:pt x="5108895" y="7511515"/>
                  </a:lnTo>
                  <a:lnTo>
                    <a:pt x="5167347" y="7518506"/>
                  </a:lnTo>
                  <a:lnTo>
                    <a:pt x="5209739" y="7523090"/>
                  </a:lnTo>
                  <a:lnTo>
                    <a:pt x="5236612" y="7525728"/>
                  </a:lnTo>
                  <a:lnTo>
                    <a:pt x="5250284" y="7526950"/>
                  </a:lnTo>
                  <a:lnTo>
                    <a:pt x="5254655" y="7527308"/>
                  </a:lnTo>
                  <a:lnTo>
                    <a:pt x="5254955" y="7527331"/>
                  </a:lnTo>
                  <a:lnTo>
                    <a:pt x="6726343" y="7527331"/>
                  </a:lnTo>
                  <a:lnTo>
                    <a:pt x="6727065" y="7527222"/>
                  </a:lnTo>
                  <a:lnTo>
                    <a:pt x="6731860" y="7526449"/>
                  </a:lnTo>
                  <a:lnTo>
                    <a:pt x="6744094" y="7524313"/>
                  </a:lnTo>
                  <a:lnTo>
                    <a:pt x="6766333" y="7520101"/>
                  </a:lnTo>
                  <a:lnTo>
                    <a:pt x="6800227" y="7513117"/>
                  </a:lnTo>
                  <a:lnTo>
                    <a:pt x="6846402" y="7502737"/>
                  </a:lnTo>
                  <a:lnTo>
                    <a:pt x="6904443" y="7488456"/>
                  </a:lnTo>
                  <a:lnTo>
                    <a:pt x="6972993" y="7469919"/>
                  </a:lnTo>
                  <a:lnTo>
                    <a:pt x="7049981" y="7446928"/>
                  </a:lnTo>
                  <a:lnTo>
                    <a:pt x="7132921" y="7419425"/>
                  </a:lnTo>
                  <a:lnTo>
                    <a:pt x="7219231" y="7387446"/>
                  </a:lnTo>
                  <a:lnTo>
                    <a:pt x="7306496" y="7351077"/>
                  </a:lnTo>
                  <a:lnTo>
                    <a:pt x="7392660" y="7310393"/>
                  </a:lnTo>
                  <a:lnTo>
                    <a:pt x="7476122" y="7265423"/>
                  </a:lnTo>
                  <a:lnTo>
                    <a:pt x="7555752" y="7216110"/>
                  </a:lnTo>
                  <a:lnTo>
                    <a:pt x="7630852" y="7162293"/>
                  </a:lnTo>
                  <a:lnTo>
                    <a:pt x="7701092" y="7103698"/>
                  </a:lnTo>
                  <a:lnTo>
                    <a:pt x="7766433" y="7039932"/>
                  </a:lnTo>
                  <a:lnTo>
                    <a:pt x="7827044" y="6970486"/>
                  </a:lnTo>
                  <a:lnTo>
                    <a:pt x="7883245" y="6894749"/>
                  </a:lnTo>
                  <a:lnTo>
                    <a:pt x="7935453" y="6812017"/>
                  </a:lnTo>
                  <a:lnTo>
                    <a:pt x="7984135" y="6721529"/>
                  </a:lnTo>
                  <a:lnTo>
                    <a:pt x="8029786" y="6622502"/>
                  </a:lnTo>
                  <a:lnTo>
                    <a:pt x="8072896" y="6514205"/>
                  </a:lnTo>
                  <a:lnTo>
                    <a:pt x="8113934" y="6396065"/>
                  </a:lnTo>
                  <a:lnTo>
                    <a:pt x="8151487" y="6274138"/>
                  </a:lnTo>
                  <a:lnTo>
                    <a:pt x="8175832" y="6187863"/>
                  </a:lnTo>
                  <a:lnTo>
                    <a:pt x="8199741" y="6097496"/>
                  </a:lnTo>
                  <a:lnTo>
                    <a:pt x="8223291" y="6002961"/>
                  </a:lnTo>
                  <a:lnTo>
                    <a:pt x="8246550" y="5904209"/>
                  </a:lnTo>
                  <a:lnTo>
                    <a:pt x="8269576" y="5801216"/>
                  </a:lnTo>
                  <a:lnTo>
                    <a:pt x="8292420" y="5693992"/>
                  </a:lnTo>
                  <a:lnTo>
                    <a:pt x="8315125" y="5582574"/>
                  </a:lnTo>
                  <a:lnTo>
                    <a:pt x="8337729" y="5467037"/>
                  </a:lnTo>
                  <a:lnTo>
                    <a:pt x="8360263" y="5347488"/>
                  </a:lnTo>
                  <a:lnTo>
                    <a:pt x="8382754" y="5224073"/>
                  </a:lnTo>
                  <a:lnTo>
                    <a:pt x="8405222" y="5096970"/>
                  </a:lnTo>
                  <a:lnTo>
                    <a:pt x="8427684" y="4966398"/>
                  </a:lnTo>
                  <a:lnTo>
                    <a:pt x="8450153" y="4832610"/>
                  </a:lnTo>
                  <a:lnTo>
                    <a:pt x="8472636" y="4695893"/>
                  </a:lnTo>
                  <a:lnTo>
                    <a:pt x="8495140" y="4556567"/>
                  </a:lnTo>
                  <a:lnTo>
                    <a:pt x="8517666" y="4414982"/>
                  </a:lnTo>
                  <a:lnTo>
                    <a:pt x="8540213" y="4271515"/>
                  </a:lnTo>
                  <a:lnTo>
                    <a:pt x="8562780" y="4126564"/>
                  </a:lnTo>
                  <a:lnTo>
                    <a:pt x="8585361" y="3980546"/>
                  </a:lnTo>
                  <a:lnTo>
                    <a:pt x="8607951" y="3833892"/>
                  </a:lnTo>
                  <a:lnTo>
                    <a:pt x="8630544" y="3687040"/>
                  </a:lnTo>
                  <a:lnTo>
                    <a:pt x="8653134" y="3540429"/>
                  </a:lnTo>
                  <a:lnTo>
                    <a:pt x="8675714" y="3394498"/>
                  </a:lnTo>
                  <a:lnTo>
                    <a:pt x="8698279" y="3249676"/>
                  </a:lnTo>
                  <a:lnTo>
                    <a:pt x="8720824" y="3106378"/>
                  </a:lnTo>
                  <a:lnTo>
                    <a:pt x="8743348" y="2965001"/>
                  </a:lnTo>
                  <a:lnTo>
                    <a:pt x="8765849" y="2825919"/>
                  </a:lnTo>
                  <a:lnTo>
                    <a:pt x="8788331" y="2689479"/>
                  </a:lnTo>
                  <a:lnTo>
                    <a:pt x="8810799" y="2555997"/>
                  </a:lnTo>
                  <a:lnTo>
                    <a:pt x="8833261" y="2425759"/>
                  </a:lnTo>
                  <a:lnTo>
                    <a:pt x="8855730" y="2299014"/>
                  </a:lnTo>
                  <a:lnTo>
                    <a:pt x="8878224" y="2175974"/>
                  </a:lnTo>
                  <a:lnTo>
                    <a:pt x="8900764" y="2056818"/>
                  </a:lnTo>
                  <a:lnTo>
                    <a:pt x="8923377" y="1941685"/>
                  </a:lnTo>
                  <a:lnTo>
                    <a:pt x="8946094" y="1830681"/>
                  </a:lnTo>
                  <a:lnTo>
                    <a:pt x="8968953" y="1723875"/>
                  </a:lnTo>
                  <a:lnTo>
                    <a:pt x="8992000" y="1621304"/>
                  </a:lnTo>
                  <a:lnTo>
                    <a:pt x="9015285" y="1522971"/>
                  </a:lnTo>
                  <a:lnTo>
                    <a:pt x="9038868" y="1428853"/>
                  </a:lnTo>
                  <a:lnTo>
                    <a:pt x="9062817" y="1338896"/>
                  </a:lnTo>
                  <a:lnTo>
                    <a:pt x="9084767" y="1261366"/>
                  </a:lnTo>
                  <a:lnTo>
                    <a:pt x="9124228" y="1133600"/>
                  </a:lnTo>
                  <a:lnTo>
                    <a:pt x="9165355" y="1015936"/>
                  </a:lnTo>
                  <a:lnTo>
                    <a:pt x="9208574" y="908094"/>
                  </a:lnTo>
                  <a:lnTo>
                    <a:pt x="9254357" y="809490"/>
                  </a:lnTo>
                  <a:lnTo>
                    <a:pt x="9303196" y="719388"/>
                  </a:lnTo>
                  <a:lnTo>
                    <a:pt x="9355583" y="637006"/>
                  </a:lnTo>
                  <a:lnTo>
                    <a:pt x="9411985" y="561582"/>
                  </a:lnTo>
                  <a:lnTo>
                    <a:pt x="9472815" y="492419"/>
                  </a:lnTo>
                  <a:lnTo>
                    <a:pt x="9538385" y="428909"/>
                  </a:lnTo>
                  <a:lnTo>
                    <a:pt x="9608860" y="370549"/>
                  </a:lnTo>
                  <a:lnTo>
                    <a:pt x="9684185" y="316952"/>
                  </a:lnTo>
                  <a:lnTo>
                    <a:pt x="9764015" y="267847"/>
                  </a:lnTo>
                  <a:lnTo>
                    <a:pt x="9847635" y="223081"/>
                  </a:lnTo>
                  <a:lnTo>
                    <a:pt x="9933892" y="182601"/>
                  </a:lnTo>
                  <a:lnTo>
                    <a:pt x="10021161" y="146438"/>
                  </a:lnTo>
                  <a:lnTo>
                    <a:pt x="10107367" y="114671"/>
                  </a:lnTo>
                  <a:lnTo>
                    <a:pt x="10190084" y="87382"/>
                  </a:lnTo>
                  <a:lnTo>
                    <a:pt x="10266725" y="64605"/>
                  </a:lnTo>
                  <a:lnTo>
                    <a:pt x="10334819" y="46275"/>
                  </a:lnTo>
                  <a:lnTo>
                    <a:pt x="10392320" y="32189"/>
                  </a:lnTo>
                  <a:lnTo>
                    <a:pt x="10437913" y="21983"/>
                  </a:lnTo>
                  <a:lnTo>
                    <a:pt x="10471231" y="15145"/>
                  </a:lnTo>
                  <a:lnTo>
                    <a:pt x="10492950" y="11048"/>
                  </a:lnTo>
                  <a:lnTo>
                    <a:pt x="10504766" y="8993"/>
                  </a:lnTo>
                  <a:lnTo>
                    <a:pt x="10509285" y="8266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9188" y="108"/>
                  </a:lnTo>
                  <a:lnTo>
                    <a:pt x="10504394" y="882"/>
                  </a:lnTo>
                  <a:lnTo>
                    <a:pt x="10492160" y="3017"/>
                  </a:lnTo>
                  <a:lnTo>
                    <a:pt x="10469920" y="7230"/>
                  </a:lnTo>
                  <a:lnTo>
                    <a:pt x="10436027" y="14214"/>
                  </a:lnTo>
                  <a:lnTo>
                    <a:pt x="10389851" y="24593"/>
                  </a:lnTo>
                  <a:lnTo>
                    <a:pt x="10331811" y="38874"/>
                  </a:lnTo>
                  <a:lnTo>
                    <a:pt x="10263261" y="57412"/>
                  </a:lnTo>
                  <a:lnTo>
                    <a:pt x="10186273" y="80402"/>
                  </a:lnTo>
                  <a:lnTo>
                    <a:pt x="10103332" y="107906"/>
                  </a:lnTo>
                  <a:lnTo>
                    <a:pt x="10017023" y="139884"/>
                  </a:lnTo>
                  <a:lnTo>
                    <a:pt x="9929758" y="176254"/>
                  </a:lnTo>
                  <a:lnTo>
                    <a:pt x="9843593" y="216937"/>
                  </a:lnTo>
                  <a:lnTo>
                    <a:pt x="9760131" y="261907"/>
                  </a:lnTo>
                  <a:lnTo>
                    <a:pt x="9680502" y="311221"/>
                  </a:lnTo>
                  <a:lnTo>
                    <a:pt x="9605402" y="365037"/>
                  </a:lnTo>
                  <a:lnTo>
                    <a:pt x="9535161" y="423632"/>
                  </a:lnTo>
                  <a:lnTo>
                    <a:pt x="9469821" y="487399"/>
                  </a:lnTo>
                  <a:lnTo>
                    <a:pt x="9409210" y="556844"/>
                  </a:lnTo>
                  <a:lnTo>
                    <a:pt x="9353008" y="632582"/>
                  </a:lnTo>
                  <a:lnTo>
                    <a:pt x="9300800" y="715313"/>
                  </a:lnTo>
                  <a:lnTo>
                    <a:pt x="9252118" y="805802"/>
                  </a:lnTo>
                  <a:lnTo>
                    <a:pt x="9206467" y="904829"/>
                  </a:lnTo>
                  <a:lnTo>
                    <a:pt x="9163358" y="1013125"/>
                  </a:lnTo>
                  <a:lnTo>
                    <a:pt x="9122319" y="1131266"/>
                  </a:lnTo>
                  <a:lnTo>
                    <a:pt x="9084767" y="1253193"/>
                  </a:lnTo>
                  <a:lnTo>
                    <a:pt x="9060422" y="1339467"/>
                  </a:lnTo>
                  <a:lnTo>
                    <a:pt x="9036512" y="1429834"/>
                  </a:lnTo>
                  <a:lnTo>
                    <a:pt x="9012962" y="1524369"/>
                  </a:lnTo>
                  <a:lnTo>
                    <a:pt x="8989703" y="1623122"/>
                  </a:lnTo>
                  <a:lnTo>
                    <a:pt x="8966677" y="1726114"/>
                  </a:lnTo>
                  <a:lnTo>
                    <a:pt x="8943833" y="1833339"/>
                  </a:lnTo>
                  <a:lnTo>
                    <a:pt x="8921128" y="1944756"/>
                  </a:lnTo>
                  <a:lnTo>
                    <a:pt x="8898524" y="2060293"/>
                  </a:lnTo>
                  <a:lnTo>
                    <a:pt x="8875990" y="2179842"/>
                  </a:lnTo>
                  <a:lnTo>
                    <a:pt x="8853500" y="2303258"/>
                  </a:lnTo>
                  <a:lnTo>
                    <a:pt x="8831031" y="2430360"/>
                  </a:lnTo>
                  <a:lnTo>
                    <a:pt x="8808569" y="2560932"/>
                  </a:lnTo>
                  <a:lnTo>
                    <a:pt x="8786101" y="2694720"/>
                  </a:lnTo>
                  <a:lnTo>
                    <a:pt x="8763617" y="2831438"/>
                  </a:lnTo>
                  <a:lnTo>
                    <a:pt x="8741113" y="2970763"/>
                  </a:lnTo>
                  <a:lnTo>
                    <a:pt x="8718588" y="3112348"/>
                  </a:lnTo>
                  <a:lnTo>
                    <a:pt x="8696040" y="3255816"/>
                  </a:lnTo>
                  <a:lnTo>
                    <a:pt x="8673474" y="3400767"/>
                  </a:lnTo>
                  <a:lnTo>
                    <a:pt x="8650892" y="3546784"/>
                  </a:lnTo>
                  <a:lnTo>
                    <a:pt x="8628302" y="3693438"/>
                  </a:lnTo>
                  <a:lnTo>
                    <a:pt x="8605709" y="3840291"/>
                  </a:lnTo>
                  <a:lnTo>
                    <a:pt x="8583119" y="3986901"/>
                  </a:lnTo>
                  <a:lnTo>
                    <a:pt x="8560539" y="4132832"/>
                  </a:lnTo>
                  <a:lnTo>
                    <a:pt x="8537974" y="4277654"/>
                  </a:lnTo>
                  <a:lnTo>
                    <a:pt x="8515429" y="4420952"/>
                  </a:lnTo>
                  <a:lnTo>
                    <a:pt x="8492905" y="4562329"/>
                  </a:lnTo>
                  <a:lnTo>
                    <a:pt x="8470404" y="4701411"/>
                  </a:lnTo>
                  <a:lnTo>
                    <a:pt x="8447922" y="4837852"/>
                  </a:lnTo>
                  <a:lnTo>
                    <a:pt x="8425454" y="4971333"/>
                  </a:lnTo>
                  <a:lnTo>
                    <a:pt x="8402992" y="5101571"/>
                  </a:lnTo>
                  <a:lnTo>
                    <a:pt x="8380523" y="5228317"/>
                  </a:lnTo>
                  <a:lnTo>
                    <a:pt x="8358029" y="5351356"/>
                  </a:lnTo>
                  <a:lnTo>
                    <a:pt x="8335489" y="5470513"/>
                  </a:lnTo>
                  <a:lnTo>
                    <a:pt x="8312877" y="5585645"/>
                  </a:lnTo>
                  <a:lnTo>
                    <a:pt x="8290159" y="5696649"/>
                  </a:lnTo>
                  <a:lnTo>
                    <a:pt x="8267300" y="5803455"/>
                  </a:lnTo>
                  <a:lnTo>
                    <a:pt x="8244253" y="5906026"/>
                  </a:lnTo>
                  <a:lnTo>
                    <a:pt x="8220968" y="6004359"/>
                  </a:lnTo>
                  <a:lnTo>
                    <a:pt x="8197385" y="6098477"/>
                  </a:lnTo>
                  <a:lnTo>
                    <a:pt x="8173436" y="6188435"/>
                  </a:lnTo>
                  <a:lnTo>
                    <a:pt x="8151487" y="6265965"/>
                  </a:lnTo>
                  <a:lnTo>
                    <a:pt x="8112025" y="6393730"/>
                  </a:lnTo>
                  <a:lnTo>
                    <a:pt x="8070899" y="6511394"/>
                  </a:lnTo>
                  <a:lnTo>
                    <a:pt x="8027679" y="6619236"/>
                  </a:lnTo>
                  <a:lnTo>
                    <a:pt x="7981896" y="6717840"/>
                  </a:lnTo>
                  <a:lnTo>
                    <a:pt x="7933057" y="6807943"/>
                  </a:lnTo>
                  <a:lnTo>
                    <a:pt x="7880670" y="6890325"/>
                  </a:lnTo>
                  <a:lnTo>
                    <a:pt x="7824268" y="6965748"/>
                  </a:lnTo>
                  <a:lnTo>
                    <a:pt x="7763438" y="7034911"/>
                  </a:lnTo>
                  <a:lnTo>
                    <a:pt x="7697868" y="7098421"/>
                  </a:lnTo>
                  <a:lnTo>
                    <a:pt x="7627394" y="7156782"/>
                  </a:lnTo>
                  <a:lnTo>
                    <a:pt x="7552068" y="7210379"/>
                  </a:lnTo>
                  <a:lnTo>
                    <a:pt x="7472238" y="7259483"/>
                  </a:lnTo>
                  <a:lnTo>
                    <a:pt x="7388618" y="7304249"/>
                  </a:lnTo>
                  <a:lnTo>
                    <a:pt x="7302362" y="7344729"/>
                  </a:lnTo>
                  <a:lnTo>
                    <a:pt x="7215092" y="7380892"/>
                  </a:lnTo>
                  <a:lnTo>
                    <a:pt x="7128886" y="7412660"/>
                  </a:lnTo>
                  <a:lnTo>
                    <a:pt x="7046169" y="7439949"/>
                  </a:lnTo>
                  <a:lnTo>
                    <a:pt x="6969528" y="7462726"/>
                  </a:lnTo>
                  <a:lnTo>
                    <a:pt x="6901435" y="7481055"/>
                  </a:lnTo>
                  <a:lnTo>
                    <a:pt x="6843933" y="7495142"/>
                  </a:lnTo>
                  <a:lnTo>
                    <a:pt x="6798340" y="7505348"/>
                  </a:lnTo>
                  <a:lnTo>
                    <a:pt x="6765022" y="7512185"/>
                  </a:lnTo>
                  <a:lnTo>
                    <a:pt x="6743303" y="7516283"/>
                  </a:lnTo>
                  <a:lnTo>
                    <a:pt x="6731487" y="7518337"/>
                  </a:lnTo>
                  <a:lnTo>
                    <a:pt x="6726969" y="7519064"/>
                  </a:lnTo>
                  <a:lnTo>
                    <a:pt x="6726343" y="7519158"/>
                  </a:lnTo>
                  <a:lnTo>
                    <a:pt x="5254955" y="7519158"/>
                  </a:lnTo>
                  <a:lnTo>
                    <a:pt x="5253875" y="7519074"/>
                  </a:lnTo>
                  <a:lnTo>
                    <a:pt x="5246767" y="7518474"/>
                  </a:lnTo>
                  <a:lnTo>
                    <a:pt x="5228822" y="7516817"/>
                  </a:lnTo>
                  <a:lnTo>
                    <a:pt x="5196666" y="7513552"/>
                  </a:lnTo>
                  <a:lnTo>
                    <a:pt x="5148595" y="7508169"/>
                  </a:lnTo>
                  <a:lnTo>
                    <a:pt x="5084699" y="7500243"/>
                  </a:lnTo>
                  <a:lnTo>
                    <a:pt x="5006749" y="7489476"/>
                  </a:lnTo>
                  <a:lnTo>
                    <a:pt x="4917799" y="7475711"/>
                  </a:lnTo>
                  <a:lnTo>
                    <a:pt x="4821603" y="7458907"/>
                  </a:lnTo>
                  <a:lnTo>
                    <a:pt x="4722005" y="7439105"/>
                  </a:lnTo>
                  <a:lnTo>
                    <a:pt x="4622445" y="7416371"/>
                  </a:lnTo>
                  <a:lnTo>
                    <a:pt x="4525661" y="7390746"/>
                  </a:lnTo>
                  <a:lnTo>
                    <a:pt x="4433580" y="7362210"/>
                  </a:lnTo>
                  <a:lnTo>
                    <a:pt x="4347363" y="7330652"/>
                  </a:lnTo>
                  <a:lnTo>
                    <a:pt x="4267526" y="7295864"/>
                  </a:lnTo>
                  <a:lnTo>
                    <a:pt x="4194093" y="7257531"/>
                  </a:lnTo>
                  <a:lnTo>
                    <a:pt x="4126742" y="7215240"/>
                  </a:lnTo>
                  <a:lnTo>
                    <a:pt x="4064930" y="7168488"/>
                  </a:lnTo>
                  <a:lnTo>
                    <a:pt x="4007981" y="7116706"/>
                  </a:lnTo>
                  <a:lnTo>
                    <a:pt x="3955161" y="7059291"/>
                  </a:lnTo>
                  <a:lnTo>
                    <a:pt x="3905731" y="6995672"/>
                  </a:lnTo>
                  <a:lnTo>
                    <a:pt x="3858984" y="6925408"/>
                  </a:lnTo>
                  <a:lnTo>
                    <a:pt x="3829811" y="6876215"/>
                  </a:lnTo>
                  <a:lnTo>
                    <a:pt x="3796689" y="6815268"/>
                  </a:lnTo>
                  <a:lnTo>
                    <a:pt x="3764325" y="6750380"/>
                  </a:lnTo>
                  <a:lnTo>
                    <a:pt x="3732538" y="6681471"/>
                  </a:lnTo>
                  <a:lnTo>
                    <a:pt x="3701177" y="6608510"/>
                  </a:lnTo>
                  <a:lnTo>
                    <a:pt x="3670117" y="6531518"/>
                  </a:lnTo>
                  <a:lnTo>
                    <a:pt x="3639258" y="6450574"/>
                  </a:lnTo>
                  <a:lnTo>
                    <a:pt x="3608520" y="6365821"/>
                  </a:lnTo>
                  <a:lnTo>
                    <a:pt x="3577840" y="6277465"/>
                  </a:lnTo>
                  <a:lnTo>
                    <a:pt x="3547174" y="6185776"/>
                  </a:lnTo>
                  <a:lnTo>
                    <a:pt x="3516492" y="6091090"/>
                  </a:lnTo>
                  <a:lnTo>
                    <a:pt x="3485775" y="5993801"/>
                  </a:lnTo>
                  <a:lnTo>
                    <a:pt x="3455017" y="5894360"/>
                  </a:lnTo>
                  <a:lnTo>
                    <a:pt x="3424221" y="5793264"/>
                  </a:lnTo>
                  <a:lnTo>
                    <a:pt x="3393395" y="5691047"/>
                  </a:lnTo>
                  <a:lnTo>
                    <a:pt x="3362553" y="5588269"/>
                  </a:lnTo>
                  <a:lnTo>
                    <a:pt x="3331711" y="5485502"/>
                  </a:lnTo>
                  <a:lnTo>
                    <a:pt x="3300886" y="5383320"/>
                  </a:lnTo>
                  <a:lnTo>
                    <a:pt x="3270091" y="5282280"/>
                  </a:lnTo>
                  <a:lnTo>
                    <a:pt x="3239335" y="5182916"/>
                  </a:lnTo>
                  <a:lnTo>
                    <a:pt x="3208620" y="5085723"/>
                  </a:lnTo>
                  <a:lnTo>
                    <a:pt x="3177939" y="4991150"/>
                  </a:lnTo>
                  <a:lnTo>
                    <a:pt x="3147273" y="4899588"/>
                  </a:lnTo>
                  <a:lnTo>
                    <a:pt x="3116592" y="4811372"/>
                  </a:lnTo>
                  <a:lnTo>
                    <a:pt x="3085850" y="4726768"/>
                  </a:lnTo>
                  <a:lnTo>
                    <a:pt x="3054985" y="4645981"/>
                  </a:lnTo>
                  <a:lnTo>
                    <a:pt x="3023915" y="4569149"/>
                  </a:lnTo>
                  <a:lnTo>
                    <a:pt x="2992539" y="4496350"/>
                  </a:lnTo>
                  <a:lnTo>
                    <a:pt x="2960732" y="4427603"/>
                  </a:lnTo>
                  <a:lnTo>
                    <a:pt x="2928342" y="4362875"/>
                  </a:lnTo>
                  <a:lnTo>
                    <a:pt x="2896531" y="4304445"/>
                  </a:lnTo>
                  <a:lnTo>
                    <a:pt x="2851183" y="4229767"/>
                  </a:lnTo>
                  <a:lnTo>
                    <a:pt x="2803569" y="4161876"/>
                  </a:lnTo>
                  <a:lnTo>
                    <a:pt x="2753030" y="4100499"/>
                  </a:lnTo>
                  <a:lnTo>
                    <a:pt x="2698843" y="4045133"/>
                  </a:lnTo>
                  <a:lnTo>
                    <a:pt x="2640265" y="3995188"/>
                  </a:lnTo>
                  <a:lnTo>
                    <a:pt x="2576577" y="3950067"/>
                  </a:lnTo>
                  <a:lnTo>
                    <a:pt x="2507141" y="3909221"/>
                  </a:lnTo>
                  <a:lnTo>
                    <a:pt x="2431477" y="3872177"/>
                  </a:lnTo>
                  <a:lnTo>
                    <a:pt x="2349372" y="3838555"/>
                  </a:lnTo>
                  <a:lnTo>
                    <a:pt x="2261004" y="3808079"/>
                  </a:lnTo>
                  <a:lnTo>
                    <a:pt x="2167099" y="3780573"/>
                  </a:lnTo>
                  <a:lnTo>
                    <a:pt x="2069077" y="3755964"/>
                  </a:lnTo>
                  <a:lnTo>
                    <a:pt x="1969151" y="3734254"/>
                  </a:lnTo>
                  <a:lnTo>
                    <a:pt x="1870328" y="3715499"/>
                  </a:lnTo>
                  <a:lnTo>
                    <a:pt x="1776234" y="3699762"/>
                  </a:lnTo>
                  <a:lnTo>
                    <a:pt x="1690748" y="3687061"/>
                  </a:lnTo>
                  <a:lnTo>
                    <a:pt x="1617447" y="3677319"/>
                  </a:lnTo>
                  <a:lnTo>
                    <a:pt x="1558995" y="3670328"/>
                  </a:lnTo>
                  <a:lnTo>
                    <a:pt x="1516603" y="3665744"/>
                  </a:lnTo>
                  <a:lnTo>
                    <a:pt x="1489730" y="3663106"/>
                  </a:lnTo>
                  <a:lnTo>
                    <a:pt x="1476058" y="3661883"/>
                  </a:lnTo>
                  <a:lnTo>
                    <a:pt x="1471687" y="3661526"/>
                  </a:lnTo>
                  <a:lnTo>
                    <a:pt x="1471387" y="3661503"/>
                  </a:lnTo>
                  <a:lnTo>
                    <a:pt x="0" y="3661503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231" name="pl231"/>
            <p:cNvSpPr/>
            <p:nvPr/>
          </p:nvSpPr>
          <p:spPr>
            <a:xfrm>
              <a:off x="4799595" y="2862963"/>
              <a:ext cx="11981298" cy="7519158"/>
            </a:xfrm>
            <a:custGeom>
              <a:avLst/>
              <a:pathLst>
                <a:path w="11981298" h="7519158">
                  <a:moveTo>
                    <a:pt x="0" y="3661503"/>
                  </a:moveTo>
                  <a:lnTo>
                    <a:pt x="1471387" y="3661503"/>
                  </a:lnTo>
                  <a:lnTo>
                    <a:pt x="1472467" y="3661587"/>
                  </a:lnTo>
                  <a:lnTo>
                    <a:pt x="1479575" y="3662187"/>
                  </a:lnTo>
                  <a:lnTo>
                    <a:pt x="1497520" y="3663844"/>
                  </a:lnTo>
                  <a:lnTo>
                    <a:pt x="1529676" y="3667109"/>
                  </a:lnTo>
                  <a:lnTo>
                    <a:pt x="1577747" y="3672492"/>
                  </a:lnTo>
                  <a:lnTo>
                    <a:pt x="1641643" y="3680418"/>
                  </a:lnTo>
                  <a:lnTo>
                    <a:pt x="1719593" y="3691184"/>
                  </a:lnTo>
                  <a:lnTo>
                    <a:pt x="1808543" y="3704950"/>
                  </a:lnTo>
                  <a:lnTo>
                    <a:pt x="1904739" y="3721754"/>
                  </a:lnTo>
                  <a:lnTo>
                    <a:pt x="2004337" y="3741556"/>
                  </a:lnTo>
                  <a:lnTo>
                    <a:pt x="2103897" y="3764290"/>
                  </a:lnTo>
                  <a:lnTo>
                    <a:pt x="2200681" y="3789914"/>
                  </a:lnTo>
                  <a:lnTo>
                    <a:pt x="2292762" y="3818451"/>
                  </a:lnTo>
                  <a:lnTo>
                    <a:pt x="2378979" y="3850009"/>
                  </a:lnTo>
                  <a:lnTo>
                    <a:pt x="2458817" y="3884797"/>
                  </a:lnTo>
                  <a:lnTo>
                    <a:pt x="2532249" y="3923130"/>
                  </a:lnTo>
                  <a:lnTo>
                    <a:pt x="2599600" y="3965421"/>
                  </a:lnTo>
                  <a:lnTo>
                    <a:pt x="2661412" y="4012173"/>
                  </a:lnTo>
                  <a:lnTo>
                    <a:pt x="2718362" y="4063955"/>
                  </a:lnTo>
                  <a:lnTo>
                    <a:pt x="2771181" y="4121370"/>
                  </a:lnTo>
                  <a:lnTo>
                    <a:pt x="2820612" y="4184989"/>
                  </a:lnTo>
                  <a:lnTo>
                    <a:pt x="2867358" y="4255253"/>
                  </a:lnTo>
                  <a:lnTo>
                    <a:pt x="2896531" y="4304445"/>
                  </a:lnTo>
                  <a:lnTo>
                    <a:pt x="2929653" y="4365393"/>
                  </a:lnTo>
                  <a:lnTo>
                    <a:pt x="2962017" y="4430281"/>
                  </a:lnTo>
                  <a:lnTo>
                    <a:pt x="2993804" y="4499190"/>
                  </a:lnTo>
                  <a:lnTo>
                    <a:pt x="3025165" y="4572151"/>
                  </a:lnTo>
                  <a:lnTo>
                    <a:pt x="3056225" y="4649143"/>
                  </a:lnTo>
                  <a:lnTo>
                    <a:pt x="3087084" y="4730086"/>
                  </a:lnTo>
                  <a:lnTo>
                    <a:pt x="3117822" y="4814839"/>
                  </a:lnTo>
                  <a:lnTo>
                    <a:pt x="3148502" y="4903196"/>
                  </a:lnTo>
                  <a:lnTo>
                    <a:pt x="3179168" y="4994885"/>
                  </a:lnTo>
                  <a:lnTo>
                    <a:pt x="3209850" y="5089571"/>
                  </a:lnTo>
                  <a:lnTo>
                    <a:pt x="3240567" y="5186860"/>
                  </a:lnTo>
                  <a:lnTo>
                    <a:pt x="3271325" y="5286301"/>
                  </a:lnTo>
                  <a:lnTo>
                    <a:pt x="3302121" y="5387397"/>
                  </a:lnTo>
                  <a:lnTo>
                    <a:pt x="3332947" y="5489614"/>
                  </a:lnTo>
                  <a:lnTo>
                    <a:pt x="3363789" y="5592392"/>
                  </a:lnTo>
                  <a:lnTo>
                    <a:pt x="3394631" y="5695158"/>
                  </a:lnTo>
                  <a:lnTo>
                    <a:pt x="3425456" y="5797341"/>
                  </a:lnTo>
                  <a:lnTo>
                    <a:pt x="3456251" y="5898381"/>
                  </a:lnTo>
                  <a:lnTo>
                    <a:pt x="3487007" y="5997745"/>
                  </a:lnTo>
                  <a:lnTo>
                    <a:pt x="3517722" y="6094937"/>
                  </a:lnTo>
                  <a:lnTo>
                    <a:pt x="3548404" y="6189511"/>
                  </a:lnTo>
                  <a:lnTo>
                    <a:pt x="3579069" y="6281072"/>
                  </a:lnTo>
                  <a:lnTo>
                    <a:pt x="3609750" y="6369289"/>
                  </a:lnTo>
                  <a:lnTo>
                    <a:pt x="3640492" y="6453893"/>
                  </a:lnTo>
                  <a:lnTo>
                    <a:pt x="3671358" y="6534680"/>
                  </a:lnTo>
                  <a:lnTo>
                    <a:pt x="3702427" y="6611512"/>
                  </a:lnTo>
                  <a:lnTo>
                    <a:pt x="3733803" y="6684311"/>
                  </a:lnTo>
                  <a:lnTo>
                    <a:pt x="3765610" y="6753057"/>
                  </a:lnTo>
                  <a:lnTo>
                    <a:pt x="3798000" y="6817786"/>
                  </a:lnTo>
                  <a:lnTo>
                    <a:pt x="3829811" y="6876215"/>
                  </a:lnTo>
                  <a:lnTo>
                    <a:pt x="3875159" y="6950894"/>
                  </a:lnTo>
                  <a:lnTo>
                    <a:pt x="3922773" y="7018784"/>
                  </a:lnTo>
                  <a:lnTo>
                    <a:pt x="3973312" y="7080162"/>
                  </a:lnTo>
                  <a:lnTo>
                    <a:pt x="4027499" y="7135528"/>
                  </a:lnTo>
                  <a:lnTo>
                    <a:pt x="4086077" y="7185473"/>
                  </a:lnTo>
                  <a:lnTo>
                    <a:pt x="4149765" y="7230593"/>
                  </a:lnTo>
                  <a:lnTo>
                    <a:pt x="4219202" y="7271439"/>
                  </a:lnTo>
                  <a:lnTo>
                    <a:pt x="4294865" y="7308484"/>
                  </a:lnTo>
                  <a:lnTo>
                    <a:pt x="4376971" y="7342105"/>
                  </a:lnTo>
                  <a:lnTo>
                    <a:pt x="4465339" y="7372582"/>
                  </a:lnTo>
                  <a:lnTo>
                    <a:pt x="4559243" y="7400087"/>
                  </a:lnTo>
                  <a:lnTo>
                    <a:pt x="4657265" y="7424697"/>
                  </a:lnTo>
                  <a:lnTo>
                    <a:pt x="4757191" y="7446407"/>
                  </a:lnTo>
                  <a:lnTo>
                    <a:pt x="4856014" y="7465161"/>
                  </a:lnTo>
                  <a:lnTo>
                    <a:pt x="4950108" y="7480898"/>
                  </a:lnTo>
                  <a:lnTo>
                    <a:pt x="5035594" y="7493599"/>
                  </a:lnTo>
                  <a:lnTo>
                    <a:pt x="5108895" y="7503342"/>
                  </a:lnTo>
                  <a:lnTo>
                    <a:pt x="5167347" y="7510333"/>
                  </a:lnTo>
                  <a:lnTo>
                    <a:pt x="5209739" y="7514917"/>
                  </a:lnTo>
                  <a:lnTo>
                    <a:pt x="5236612" y="7517555"/>
                  </a:lnTo>
                  <a:lnTo>
                    <a:pt x="5250284" y="7518777"/>
                  </a:lnTo>
                  <a:lnTo>
                    <a:pt x="5254655" y="7519135"/>
                  </a:lnTo>
                  <a:lnTo>
                    <a:pt x="5254955" y="7519158"/>
                  </a:lnTo>
                  <a:lnTo>
                    <a:pt x="6726343" y="7519158"/>
                  </a:lnTo>
                  <a:lnTo>
                    <a:pt x="6727065" y="7519049"/>
                  </a:lnTo>
                  <a:lnTo>
                    <a:pt x="6731860" y="7518276"/>
                  </a:lnTo>
                  <a:lnTo>
                    <a:pt x="6744094" y="7516140"/>
                  </a:lnTo>
                  <a:lnTo>
                    <a:pt x="6766333" y="7511928"/>
                  </a:lnTo>
                  <a:lnTo>
                    <a:pt x="6800227" y="7504944"/>
                  </a:lnTo>
                  <a:lnTo>
                    <a:pt x="6846402" y="7494564"/>
                  </a:lnTo>
                  <a:lnTo>
                    <a:pt x="6904443" y="7480283"/>
                  </a:lnTo>
                  <a:lnTo>
                    <a:pt x="6972993" y="7461746"/>
                  </a:lnTo>
                  <a:lnTo>
                    <a:pt x="7049981" y="7438755"/>
                  </a:lnTo>
                  <a:lnTo>
                    <a:pt x="7132921" y="7411252"/>
                  </a:lnTo>
                  <a:lnTo>
                    <a:pt x="7219231" y="7379273"/>
                  </a:lnTo>
                  <a:lnTo>
                    <a:pt x="7306496" y="7342904"/>
                  </a:lnTo>
                  <a:lnTo>
                    <a:pt x="7392660" y="7302220"/>
                  </a:lnTo>
                  <a:lnTo>
                    <a:pt x="7476122" y="7257250"/>
                  </a:lnTo>
                  <a:lnTo>
                    <a:pt x="7555752" y="7207937"/>
                  </a:lnTo>
                  <a:lnTo>
                    <a:pt x="7630852" y="7154120"/>
                  </a:lnTo>
                  <a:lnTo>
                    <a:pt x="7701092" y="7095525"/>
                  </a:lnTo>
                  <a:lnTo>
                    <a:pt x="7766433" y="7031759"/>
                  </a:lnTo>
                  <a:lnTo>
                    <a:pt x="7827044" y="6962313"/>
                  </a:lnTo>
                  <a:lnTo>
                    <a:pt x="7883245" y="6886576"/>
                  </a:lnTo>
                  <a:lnTo>
                    <a:pt x="7935453" y="6803844"/>
                  </a:lnTo>
                  <a:lnTo>
                    <a:pt x="7984135" y="6713356"/>
                  </a:lnTo>
                  <a:lnTo>
                    <a:pt x="8029786" y="6614329"/>
                  </a:lnTo>
                  <a:lnTo>
                    <a:pt x="8072896" y="6506032"/>
                  </a:lnTo>
                  <a:lnTo>
                    <a:pt x="8113934" y="6387892"/>
                  </a:lnTo>
                  <a:lnTo>
                    <a:pt x="8151487" y="6265965"/>
                  </a:lnTo>
                  <a:lnTo>
                    <a:pt x="8175832" y="6179690"/>
                  </a:lnTo>
                  <a:lnTo>
                    <a:pt x="8199741" y="6089323"/>
                  </a:lnTo>
                  <a:lnTo>
                    <a:pt x="8223291" y="5994788"/>
                  </a:lnTo>
                  <a:lnTo>
                    <a:pt x="8246550" y="5896036"/>
                  </a:lnTo>
                  <a:lnTo>
                    <a:pt x="8269576" y="5793043"/>
                  </a:lnTo>
                  <a:lnTo>
                    <a:pt x="8292420" y="5685819"/>
                  </a:lnTo>
                  <a:lnTo>
                    <a:pt x="8315125" y="5574401"/>
                  </a:lnTo>
                  <a:lnTo>
                    <a:pt x="8337729" y="5458864"/>
                  </a:lnTo>
                  <a:lnTo>
                    <a:pt x="8360263" y="5339315"/>
                  </a:lnTo>
                  <a:lnTo>
                    <a:pt x="8382754" y="5215900"/>
                  </a:lnTo>
                  <a:lnTo>
                    <a:pt x="8405222" y="5088797"/>
                  </a:lnTo>
                  <a:lnTo>
                    <a:pt x="8427684" y="4958225"/>
                  </a:lnTo>
                  <a:lnTo>
                    <a:pt x="8450153" y="4824437"/>
                  </a:lnTo>
                  <a:lnTo>
                    <a:pt x="8472636" y="4687720"/>
                  </a:lnTo>
                  <a:lnTo>
                    <a:pt x="8495140" y="4548394"/>
                  </a:lnTo>
                  <a:lnTo>
                    <a:pt x="8517666" y="4406809"/>
                  </a:lnTo>
                  <a:lnTo>
                    <a:pt x="8540213" y="4263342"/>
                  </a:lnTo>
                  <a:lnTo>
                    <a:pt x="8562780" y="4118391"/>
                  </a:lnTo>
                  <a:lnTo>
                    <a:pt x="8585361" y="3972373"/>
                  </a:lnTo>
                  <a:lnTo>
                    <a:pt x="8607951" y="3825719"/>
                  </a:lnTo>
                  <a:lnTo>
                    <a:pt x="8630544" y="3678867"/>
                  </a:lnTo>
                  <a:lnTo>
                    <a:pt x="8653134" y="3532256"/>
                  </a:lnTo>
                  <a:lnTo>
                    <a:pt x="8675714" y="3386325"/>
                  </a:lnTo>
                  <a:lnTo>
                    <a:pt x="8698279" y="3241503"/>
                  </a:lnTo>
                  <a:lnTo>
                    <a:pt x="8720824" y="3098205"/>
                  </a:lnTo>
                  <a:lnTo>
                    <a:pt x="8743348" y="2956828"/>
                  </a:lnTo>
                  <a:lnTo>
                    <a:pt x="8765849" y="2817746"/>
                  </a:lnTo>
                  <a:lnTo>
                    <a:pt x="8788331" y="2681306"/>
                  </a:lnTo>
                  <a:lnTo>
                    <a:pt x="8810799" y="2547824"/>
                  </a:lnTo>
                  <a:lnTo>
                    <a:pt x="8833261" y="2417586"/>
                  </a:lnTo>
                  <a:lnTo>
                    <a:pt x="8855730" y="2290841"/>
                  </a:lnTo>
                  <a:lnTo>
                    <a:pt x="8878224" y="2167801"/>
                  </a:lnTo>
                  <a:lnTo>
                    <a:pt x="8900764" y="2048645"/>
                  </a:lnTo>
                  <a:lnTo>
                    <a:pt x="8923377" y="1933512"/>
                  </a:lnTo>
                  <a:lnTo>
                    <a:pt x="8946094" y="1822508"/>
                  </a:lnTo>
                  <a:lnTo>
                    <a:pt x="8968953" y="1715702"/>
                  </a:lnTo>
                  <a:lnTo>
                    <a:pt x="8992000" y="1613131"/>
                  </a:lnTo>
                  <a:lnTo>
                    <a:pt x="9015285" y="1514798"/>
                  </a:lnTo>
                  <a:lnTo>
                    <a:pt x="9038868" y="1420680"/>
                  </a:lnTo>
                  <a:lnTo>
                    <a:pt x="9062817" y="1330723"/>
                  </a:lnTo>
                  <a:lnTo>
                    <a:pt x="9084767" y="1253193"/>
                  </a:lnTo>
                  <a:lnTo>
                    <a:pt x="9124228" y="1125427"/>
                  </a:lnTo>
                  <a:lnTo>
                    <a:pt x="9165355" y="1007763"/>
                  </a:lnTo>
                  <a:lnTo>
                    <a:pt x="9208574" y="899921"/>
                  </a:lnTo>
                  <a:lnTo>
                    <a:pt x="9254357" y="801317"/>
                  </a:lnTo>
                  <a:lnTo>
                    <a:pt x="9303196" y="711215"/>
                  </a:lnTo>
                  <a:lnTo>
                    <a:pt x="9355583" y="628833"/>
                  </a:lnTo>
                  <a:lnTo>
                    <a:pt x="9411985" y="553409"/>
                  </a:lnTo>
                  <a:lnTo>
                    <a:pt x="9472815" y="484246"/>
                  </a:lnTo>
                  <a:lnTo>
                    <a:pt x="9538385" y="420736"/>
                  </a:lnTo>
                  <a:lnTo>
                    <a:pt x="9608860" y="362376"/>
                  </a:lnTo>
                  <a:lnTo>
                    <a:pt x="9684185" y="308779"/>
                  </a:lnTo>
                  <a:lnTo>
                    <a:pt x="9764015" y="259674"/>
                  </a:lnTo>
                  <a:lnTo>
                    <a:pt x="9847635" y="214908"/>
                  </a:lnTo>
                  <a:lnTo>
                    <a:pt x="9933892" y="174428"/>
                  </a:lnTo>
                  <a:lnTo>
                    <a:pt x="10021161" y="138265"/>
                  </a:lnTo>
                  <a:lnTo>
                    <a:pt x="10107367" y="106498"/>
                  </a:lnTo>
                  <a:lnTo>
                    <a:pt x="10190084" y="79209"/>
                  </a:lnTo>
                  <a:lnTo>
                    <a:pt x="10266725" y="56432"/>
                  </a:lnTo>
                  <a:lnTo>
                    <a:pt x="10334819" y="38102"/>
                  </a:lnTo>
                  <a:lnTo>
                    <a:pt x="10392320" y="24016"/>
                  </a:lnTo>
                  <a:lnTo>
                    <a:pt x="10437913" y="13810"/>
                  </a:lnTo>
                  <a:lnTo>
                    <a:pt x="10471231" y="6972"/>
                  </a:lnTo>
                  <a:lnTo>
                    <a:pt x="10492950" y="2875"/>
                  </a:lnTo>
                  <a:lnTo>
                    <a:pt x="10504766" y="820"/>
                  </a:lnTo>
                  <a:lnTo>
                    <a:pt x="10509285" y="93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32" name="pl232"/>
            <p:cNvSpPr/>
            <p:nvPr/>
          </p:nvSpPr>
          <p:spPr>
            <a:xfrm>
              <a:off x="4799595" y="2854790"/>
              <a:ext cx="11981298" cy="7519158"/>
            </a:xfrm>
            <a:custGeom>
              <a:avLst/>
              <a:pathLst>
                <a:path w="11981298" h="7519158">
                  <a:moveTo>
                    <a:pt x="11981298" y="0"/>
                  </a:moveTo>
                  <a:lnTo>
                    <a:pt x="10509911" y="0"/>
                  </a:lnTo>
                  <a:lnTo>
                    <a:pt x="10509188" y="108"/>
                  </a:lnTo>
                  <a:lnTo>
                    <a:pt x="10504394" y="882"/>
                  </a:lnTo>
                  <a:lnTo>
                    <a:pt x="10492160" y="3017"/>
                  </a:lnTo>
                  <a:lnTo>
                    <a:pt x="10469920" y="7230"/>
                  </a:lnTo>
                  <a:lnTo>
                    <a:pt x="10436027" y="14214"/>
                  </a:lnTo>
                  <a:lnTo>
                    <a:pt x="10389851" y="24593"/>
                  </a:lnTo>
                  <a:lnTo>
                    <a:pt x="10331811" y="38874"/>
                  </a:lnTo>
                  <a:lnTo>
                    <a:pt x="10263261" y="57412"/>
                  </a:lnTo>
                  <a:lnTo>
                    <a:pt x="10186273" y="80402"/>
                  </a:lnTo>
                  <a:lnTo>
                    <a:pt x="10103332" y="107906"/>
                  </a:lnTo>
                  <a:lnTo>
                    <a:pt x="10017023" y="139884"/>
                  </a:lnTo>
                  <a:lnTo>
                    <a:pt x="9929758" y="176254"/>
                  </a:lnTo>
                  <a:lnTo>
                    <a:pt x="9843593" y="216937"/>
                  </a:lnTo>
                  <a:lnTo>
                    <a:pt x="9760131" y="261907"/>
                  </a:lnTo>
                  <a:lnTo>
                    <a:pt x="9680502" y="311221"/>
                  </a:lnTo>
                  <a:lnTo>
                    <a:pt x="9605402" y="365037"/>
                  </a:lnTo>
                  <a:lnTo>
                    <a:pt x="9535161" y="423632"/>
                  </a:lnTo>
                  <a:lnTo>
                    <a:pt x="9469821" y="487399"/>
                  </a:lnTo>
                  <a:lnTo>
                    <a:pt x="9409210" y="556844"/>
                  </a:lnTo>
                  <a:lnTo>
                    <a:pt x="9353008" y="632582"/>
                  </a:lnTo>
                  <a:lnTo>
                    <a:pt x="9300800" y="715313"/>
                  </a:lnTo>
                  <a:lnTo>
                    <a:pt x="9252118" y="805802"/>
                  </a:lnTo>
                  <a:lnTo>
                    <a:pt x="9206467" y="904829"/>
                  </a:lnTo>
                  <a:lnTo>
                    <a:pt x="9163358" y="1013125"/>
                  </a:lnTo>
                  <a:lnTo>
                    <a:pt x="9122319" y="1131266"/>
                  </a:lnTo>
                  <a:lnTo>
                    <a:pt x="9084767" y="1253193"/>
                  </a:lnTo>
                  <a:lnTo>
                    <a:pt x="9060422" y="1339467"/>
                  </a:lnTo>
                  <a:lnTo>
                    <a:pt x="9036512" y="1429834"/>
                  </a:lnTo>
                  <a:lnTo>
                    <a:pt x="9012962" y="1524369"/>
                  </a:lnTo>
                  <a:lnTo>
                    <a:pt x="8989703" y="1623122"/>
                  </a:lnTo>
                  <a:lnTo>
                    <a:pt x="8966677" y="1726114"/>
                  </a:lnTo>
                  <a:lnTo>
                    <a:pt x="8943833" y="1833339"/>
                  </a:lnTo>
                  <a:lnTo>
                    <a:pt x="8921128" y="1944756"/>
                  </a:lnTo>
                  <a:lnTo>
                    <a:pt x="8898524" y="2060293"/>
                  </a:lnTo>
                  <a:lnTo>
                    <a:pt x="8875990" y="2179842"/>
                  </a:lnTo>
                  <a:lnTo>
                    <a:pt x="8853500" y="2303258"/>
                  </a:lnTo>
                  <a:lnTo>
                    <a:pt x="8831031" y="2430360"/>
                  </a:lnTo>
                  <a:lnTo>
                    <a:pt x="8808569" y="2560932"/>
                  </a:lnTo>
                  <a:lnTo>
                    <a:pt x="8786101" y="2694720"/>
                  </a:lnTo>
                  <a:lnTo>
                    <a:pt x="8763617" y="2831438"/>
                  </a:lnTo>
                  <a:lnTo>
                    <a:pt x="8741113" y="2970763"/>
                  </a:lnTo>
                  <a:lnTo>
                    <a:pt x="8718588" y="3112348"/>
                  </a:lnTo>
                  <a:lnTo>
                    <a:pt x="8696040" y="3255816"/>
                  </a:lnTo>
                  <a:lnTo>
                    <a:pt x="8673474" y="3400767"/>
                  </a:lnTo>
                  <a:lnTo>
                    <a:pt x="8650892" y="3546784"/>
                  </a:lnTo>
                  <a:lnTo>
                    <a:pt x="8628302" y="3693438"/>
                  </a:lnTo>
                  <a:lnTo>
                    <a:pt x="8605709" y="3840291"/>
                  </a:lnTo>
                  <a:lnTo>
                    <a:pt x="8583119" y="3986901"/>
                  </a:lnTo>
                  <a:lnTo>
                    <a:pt x="8560539" y="4132832"/>
                  </a:lnTo>
                  <a:lnTo>
                    <a:pt x="8537974" y="4277654"/>
                  </a:lnTo>
                  <a:lnTo>
                    <a:pt x="8515429" y="4420952"/>
                  </a:lnTo>
                  <a:lnTo>
                    <a:pt x="8492905" y="4562329"/>
                  </a:lnTo>
                  <a:lnTo>
                    <a:pt x="8470404" y="4701411"/>
                  </a:lnTo>
                  <a:lnTo>
                    <a:pt x="8447922" y="4837852"/>
                  </a:lnTo>
                  <a:lnTo>
                    <a:pt x="8425454" y="4971333"/>
                  </a:lnTo>
                  <a:lnTo>
                    <a:pt x="8402992" y="5101571"/>
                  </a:lnTo>
                  <a:lnTo>
                    <a:pt x="8380523" y="5228317"/>
                  </a:lnTo>
                  <a:lnTo>
                    <a:pt x="8358029" y="5351356"/>
                  </a:lnTo>
                  <a:lnTo>
                    <a:pt x="8335489" y="5470513"/>
                  </a:lnTo>
                  <a:lnTo>
                    <a:pt x="8312877" y="5585645"/>
                  </a:lnTo>
                  <a:lnTo>
                    <a:pt x="8290159" y="5696649"/>
                  </a:lnTo>
                  <a:lnTo>
                    <a:pt x="8267300" y="5803455"/>
                  </a:lnTo>
                  <a:lnTo>
                    <a:pt x="8244253" y="5906026"/>
                  </a:lnTo>
                  <a:lnTo>
                    <a:pt x="8220968" y="6004359"/>
                  </a:lnTo>
                  <a:lnTo>
                    <a:pt x="8197385" y="6098477"/>
                  </a:lnTo>
                  <a:lnTo>
                    <a:pt x="8173436" y="6188435"/>
                  </a:lnTo>
                  <a:lnTo>
                    <a:pt x="8151487" y="6265965"/>
                  </a:lnTo>
                  <a:lnTo>
                    <a:pt x="8112025" y="6393730"/>
                  </a:lnTo>
                  <a:lnTo>
                    <a:pt x="8070899" y="6511394"/>
                  </a:lnTo>
                  <a:lnTo>
                    <a:pt x="8027679" y="6619236"/>
                  </a:lnTo>
                  <a:lnTo>
                    <a:pt x="7981896" y="6717840"/>
                  </a:lnTo>
                  <a:lnTo>
                    <a:pt x="7933057" y="6807943"/>
                  </a:lnTo>
                  <a:lnTo>
                    <a:pt x="7880670" y="6890325"/>
                  </a:lnTo>
                  <a:lnTo>
                    <a:pt x="7824268" y="6965748"/>
                  </a:lnTo>
                  <a:lnTo>
                    <a:pt x="7763438" y="7034911"/>
                  </a:lnTo>
                  <a:lnTo>
                    <a:pt x="7697868" y="7098421"/>
                  </a:lnTo>
                  <a:lnTo>
                    <a:pt x="7627394" y="7156782"/>
                  </a:lnTo>
                  <a:lnTo>
                    <a:pt x="7552068" y="7210379"/>
                  </a:lnTo>
                  <a:lnTo>
                    <a:pt x="7472238" y="7259483"/>
                  </a:lnTo>
                  <a:lnTo>
                    <a:pt x="7388618" y="7304249"/>
                  </a:lnTo>
                  <a:lnTo>
                    <a:pt x="7302362" y="7344729"/>
                  </a:lnTo>
                  <a:lnTo>
                    <a:pt x="7215092" y="7380892"/>
                  </a:lnTo>
                  <a:lnTo>
                    <a:pt x="7128886" y="7412660"/>
                  </a:lnTo>
                  <a:lnTo>
                    <a:pt x="7046169" y="7439949"/>
                  </a:lnTo>
                  <a:lnTo>
                    <a:pt x="6969528" y="7462726"/>
                  </a:lnTo>
                  <a:lnTo>
                    <a:pt x="6901435" y="7481055"/>
                  </a:lnTo>
                  <a:lnTo>
                    <a:pt x="6843933" y="7495142"/>
                  </a:lnTo>
                  <a:lnTo>
                    <a:pt x="6798340" y="7505348"/>
                  </a:lnTo>
                  <a:lnTo>
                    <a:pt x="6765022" y="7512185"/>
                  </a:lnTo>
                  <a:lnTo>
                    <a:pt x="6743303" y="7516283"/>
                  </a:lnTo>
                  <a:lnTo>
                    <a:pt x="6731487" y="7518337"/>
                  </a:lnTo>
                  <a:lnTo>
                    <a:pt x="6726969" y="7519064"/>
                  </a:lnTo>
                  <a:lnTo>
                    <a:pt x="6726343" y="7519158"/>
                  </a:lnTo>
                  <a:lnTo>
                    <a:pt x="5254955" y="7519158"/>
                  </a:lnTo>
                  <a:lnTo>
                    <a:pt x="5253875" y="7519074"/>
                  </a:lnTo>
                  <a:lnTo>
                    <a:pt x="5246767" y="7518474"/>
                  </a:lnTo>
                  <a:lnTo>
                    <a:pt x="5228822" y="7516817"/>
                  </a:lnTo>
                  <a:lnTo>
                    <a:pt x="5196666" y="7513552"/>
                  </a:lnTo>
                  <a:lnTo>
                    <a:pt x="5148595" y="7508169"/>
                  </a:lnTo>
                  <a:lnTo>
                    <a:pt x="5084699" y="7500243"/>
                  </a:lnTo>
                  <a:lnTo>
                    <a:pt x="5006749" y="7489476"/>
                  </a:lnTo>
                  <a:lnTo>
                    <a:pt x="4917799" y="7475711"/>
                  </a:lnTo>
                  <a:lnTo>
                    <a:pt x="4821603" y="7458907"/>
                  </a:lnTo>
                  <a:lnTo>
                    <a:pt x="4722005" y="7439105"/>
                  </a:lnTo>
                  <a:lnTo>
                    <a:pt x="4622445" y="7416371"/>
                  </a:lnTo>
                  <a:lnTo>
                    <a:pt x="4525661" y="7390746"/>
                  </a:lnTo>
                  <a:lnTo>
                    <a:pt x="4433580" y="7362210"/>
                  </a:lnTo>
                  <a:lnTo>
                    <a:pt x="4347363" y="7330652"/>
                  </a:lnTo>
                  <a:lnTo>
                    <a:pt x="4267526" y="7295864"/>
                  </a:lnTo>
                  <a:lnTo>
                    <a:pt x="4194093" y="7257531"/>
                  </a:lnTo>
                  <a:lnTo>
                    <a:pt x="4126742" y="7215240"/>
                  </a:lnTo>
                  <a:lnTo>
                    <a:pt x="4064930" y="7168488"/>
                  </a:lnTo>
                  <a:lnTo>
                    <a:pt x="4007981" y="7116706"/>
                  </a:lnTo>
                  <a:lnTo>
                    <a:pt x="3955161" y="7059291"/>
                  </a:lnTo>
                  <a:lnTo>
                    <a:pt x="3905731" y="6995672"/>
                  </a:lnTo>
                  <a:lnTo>
                    <a:pt x="3858984" y="6925408"/>
                  </a:lnTo>
                  <a:lnTo>
                    <a:pt x="3829811" y="6876215"/>
                  </a:lnTo>
                  <a:lnTo>
                    <a:pt x="3796689" y="6815268"/>
                  </a:lnTo>
                  <a:lnTo>
                    <a:pt x="3764325" y="6750380"/>
                  </a:lnTo>
                  <a:lnTo>
                    <a:pt x="3732538" y="6681471"/>
                  </a:lnTo>
                  <a:lnTo>
                    <a:pt x="3701177" y="6608510"/>
                  </a:lnTo>
                  <a:lnTo>
                    <a:pt x="3670117" y="6531518"/>
                  </a:lnTo>
                  <a:lnTo>
                    <a:pt x="3639258" y="6450574"/>
                  </a:lnTo>
                  <a:lnTo>
                    <a:pt x="3608520" y="6365821"/>
                  </a:lnTo>
                  <a:lnTo>
                    <a:pt x="3577840" y="6277465"/>
                  </a:lnTo>
                  <a:lnTo>
                    <a:pt x="3547174" y="6185776"/>
                  </a:lnTo>
                  <a:lnTo>
                    <a:pt x="3516492" y="6091090"/>
                  </a:lnTo>
                  <a:lnTo>
                    <a:pt x="3485775" y="5993801"/>
                  </a:lnTo>
                  <a:lnTo>
                    <a:pt x="3455017" y="5894360"/>
                  </a:lnTo>
                  <a:lnTo>
                    <a:pt x="3424221" y="5793264"/>
                  </a:lnTo>
                  <a:lnTo>
                    <a:pt x="3393395" y="5691047"/>
                  </a:lnTo>
                  <a:lnTo>
                    <a:pt x="3362553" y="5588269"/>
                  </a:lnTo>
                  <a:lnTo>
                    <a:pt x="3331711" y="5485502"/>
                  </a:lnTo>
                  <a:lnTo>
                    <a:pt x="3300886" y="5383320"/>
                  </a:lnTo>
                  <a:lnTo>
                    <a:pt x="3270091" y="5282280"/>
                  </a:lnTo>
                  <a:lnTo>
                    <a:pt x="3239335" y="5182916"/>
                  </a:lnTo>
                  <a:lnTo>
                    <a:pt x="3208620" y="5085723"/>
                  </a:lnTo>
                  <a:lnTo>
                    <a:pt x="3177939" y="4991150"/>
                  </a:lnTo>
                  <a:lnTo>
                    <a:pt x="3147273" y="4899588"/>
                  </a:lnTo>
                  <a:lnTo>
                    <a:pt x="3116592" y="4811372"/>
                  </a:lnTo>
                  <a:lnTo>
                    <a:pt x="3085850" y="4726768"/>
                  </a:lnTo>
                  <a:lnTo>
                    <a:pt x="3054985" y="4645981"/>
                  </a:lnTo>
                  <a:lnTo>
                    <a:pt x="3023915" y="4569149"/>
                  </a:lnTo>
                  <a:lnTo>
                    <a:pt x="2992539" y="4496350"/>
                  </a:lnTo>
                  <a:lnTo>
                    <a:pt x="2960732" y="4427603"/>
                  </a:lnTo>
                  <a:lnTo>
                    <a:pt x="2928342" y="4362875"/>
                  </a:lnTo>
                  <a:lnTo>
                    <a:pt x="2896531" y="4304445"/>
                  </a:lnTo>
                  <a:lnTo>
                    <a:pt x="2851183" y="4229767"/>
                  </a:lnTo>
                  <a:lnTo>
                    <a:pt x="2803569" y="4161876"/>
                  </a:lnTo>
                  <a:lnTo>
                    <a:pt x="2753030" y="4100499"/>
                  </a:lnTo>
                  <a:lnTo>
                    <a:pt x="2698843" y="4045133"/>
                  </a:lnTo>
                  <a:lnTo>
                    <a:pt x="2640265" y="3995188"/>
                  </a:lnTo>
                  <a:lnTo>
                    <a:pt x="2576577" y="3950067"/>
                  </a:lnTo>
                  <a:lnTo>
                    <a:pt x="2507141" y="3909221"/>
                  </a:lnTo>
                  <a:lnTo>
                    <a:pt x="2431477" y="3872177"/>
                  </a:lnTo>
                  <a:lnTo>
                    <a:pt x="2349372" y="3838555"/>
                  </a:lnTo>
                  <a:lnTo>
                    <a:pt x="2261004" y="3808079"/>
                  </a:lnTo>
                  <a:lnTo>
                    <a:pt x="2167099" y="3780573"/>
                  </a:lnTo>
                  <a:lnTo>
                    <a:pt x="2069077" y="3755964"/>
                  </a:lnTo>
                  <a:lnTo>
                    <a:pt x="1969151" y="3734254"/>
                  </a:lnTo>
                  <a:lnTo>
                    <a:pt x="1870328" y="3715499"/>
                  </a:lnTo>
                  <a:lnTo>
                    <a:pt x="1776234" y="3699762"/>
                  </a:lnTo>
                  <a:lnTo>
                    <a:pt x="1690748" y="3687061"/>
                  </a:lnTo>
                  <a:lnTo>
                    <a:pt x="1617447" y="3677319"/>
                  </a:lnTo>
                  <a:lnTo>
                    <a:pt x="1558995" y="3670328"/>
                  </a:lnTo>
                  <a:lnTo>
                    <a:pt x="1516603" y="3665744"/>
                  </a:lnTo>
                  <a:lnTo>
                    <a:pt x="1489730" y="3663106"/>
                  </a:lnTo>
                  <a:lnTo>
                    <a:pt x="1476058" y="3661883"/>
                  </a:lnTo>
                  <a:lnTo>
                    <a:pt x="1471687" y="3661526"/>
                  </a:lnTo>
                  <a:lnTo>
                    <a:pt x="1471387" y="3661503"/>
                  </a:lnTo>
                  <a:lnTo>
                    <a:pt x="0" y="366150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33" name="pg233"/>
            <p:cNvSpPr/>
            <p:nvPr/>
          </p:nvSpPr>
          <p:spPr>
            <a:xfrm>
              <a:off x="4799595" y="3320651"/>
              <a:ext cx="11981298" cy="7077816"/>
            </a:xfrm>
            <a:custGeom>
              <a:avLst/>
              <a:pathLst>
                <a:path w="11981298" h="7077816">
                  <a:moveTo>
                    <a:pt x="0" y="3220161"/>
                  </a:moveTo>
                  <a:lnTo>
                    <a:pt x="1471387" y="3220161"/>
                  </a:lnTo>
                  <a:lnTo>
                    <a:pt x="1472467" y="3220245"/>
                  </a:lnTo>
                  <a:lnTo>
                    <a:pt x="1479575" y="3220845"/>
                  </a:lnTo>
                  <a:lnTo>
                    <a:pt x="1497520" y="3222502"/>
                  </a:lnTo>
                  <a:lnTo>
                    <a:pt x="1529676" y="3225767"/>
                  </a:lnTo>
                  <a:lnTo>
                    <a:pt x="1577747" y="3231150"/>
                  </a:lnTo>
                  <a:lnTo>
                    <a:pt x="1641643" y="3239076"/>
                  </a:lnTo>
                  <a:lnTo>
                    <a:pt x="1719593" y="3249842"/>
                  </a:lnTo>
                  <a:lnTo>
                    <a:pt x="1808543" y="3263608"/>
                  </a:lnTo>
                  <a:lnTo>
                    <a:pt x="1904739" y="3280412"/>
                  </a:lnTo>
                  <a:lnTo>
                    <a:pt x="2004337" y="3300214"/>
                  </a:lnTo>
                  <a:lnTo>
                    <a:pt x="2103897" y="3322948"/>
                  </a:lnTo>
                  <a:lnTo>
                    <a:pt x="2200681" y="3348572"/>
                  </a:lnTo>
                  <a:lnTo>
                    <a:pt x="2292762" y="3377109"/>
                  </a:lnTo>
                  <a:lnTo>
                    <a:pt x="2378979" y="3408667"/>
                  </a:lnTo>
                  <a:lnTo>
                    <a:pt x="2458817" y="3443455"/>
                  </a:lnTo>
                  <a:lnTo>
                    <a:pt x="2532249" y="3481788"/>
                  </a:lnTo>
                  <a:lnTo>
                    <a:pt x="2599600" y="3524079"/>
                  </a:lnTo>
                  <a:lnTo>
                    <a:pt x="2661412" y="3570831"/>
                  </a:lnTo>
                  <a:lnTo>
                    <a:pt x="2718362" y="3622613"/>
                  </a:lnTo>
                  <a:lnTo>
                    <a:pt x="2771181" y="3680028"/>
                  </a:lnTo>
                  <a:lnTo>
                    <a:pt x="2820612" y="3743647"/>
                  </a:lnTo>
                  <a:lnTo>
                    <a:pt x="2867358" y="3813911"/>
                  </a:lnTo>
                  <a:lnTo>
                    <a:pt x="2896531" y="3863103"/>
                  </a:lnTo>
                  <a:lnTo>
                    <a:pt x="2929653" y="3924051"/>
                  </a:lnTo>
                  <a:lnTo>
                    <a:pt x="2962017" y="3988939"/>
                  </a:lnTo>
                  <a:lnTo>
                    <a:pt x="2993804" y="4057848"/>
                  </a:lnTo>
                  <a:lnTo>
                    <a:pt x="3025165" y="4130809"/>
                  </a:lnTo>
                  <a:lnTo>
                    <a:pt x="3056225" y="4207801"/>
                  </a:lnTo>
                  <a:lnTo>
                    <a:pt x="3087084" y="4288745"/>
                  </a:lnTo>
                  <a:lnTo>
                    <a:pt x="3117822" y="4373497"/>
                  </a:lnTo>
                  <a:lnTo>
                    <a:pt x="3148502" y="4461854"/>
                  </a:lnTo>
                  <a:lnTo>
                    <a:pt x="3179168" y="4553543"/>
                  </a:lnTo>
                  <a:lnTo>
                    <a:pt x="3209850" y="4648229"/>
                  </a:lnTo>
                  <a:lnTo>
                    <a:pt x="3240567" y="4745518"/>
                  </a:lnTo>
                  <a:lnTo>
                    <a:pt x="3271325" y="4844959"/>
                  </a:lnTo>
                  <a:lnTo>
                    <a:pt x="3302121" y="4946055"/>
                  </a:lnTo>
                  <a:lnTo>
                    <a:pt x="3332947" y="5048272"/>
                  </a:lnTo>
                  <a:lnTo>
                    <a:pt x="3363789" y="5151050"/>
                  </a:lnTo>
                  <a:lnTo>
                    <a:pt x="3394631" y="5253817"/>
                  </a:lnTo>
                  <a:lnTo>
                    <a:pt x="3425456" y="5355999"/>
                  </a:lnTo>
                  <a:lnTo>
                    <a:pt x="3456251" y="5457039"/>
                  </a:lnTo>
                  <a:lnTo>
                    <a:pt x="3487007" y="5556403"/>
                  </a:lnTo>
                  <a:lnTo>
                    <a:pt x="3517722" y="5653596"/>
                  </a:lnTo>
                  <a:lnTo>
                    <a:pt x="3548404" y="5748169"/>
                  </a:lnTo>
                  <a:lnTo>
                    <a:pt x="3579069" y="5839730"/>
                  </a:lnTo>
                  <a:lnTo>
                    <a:pt x="3609750" y="5927947"/>
                  </a:lnTo>
                  <a:lnTo>
                    <a:pt x="3640492" y="6012551"/>
                  </a:lnTo>
                  <a:lnTo>
                    <a:pt x="3671358" y="6093338"/>
                  </a:lnTo>
                  <a:lnTo>
                    <a:pt x="3702427" y="6170170"/>
                  </a:lnTo>
                  <a:lnTo>
                    <a:pt x="3733803" y="6242969"/>
                  </a:lnTo>
                  <a:lnTo>
                    <a:pt x="3765610" y="6311715"/>
                  </a:lnTo>
                  <a:lnTo>
                    <a:pt x="3798000" y="6376444"/>
                  </a:lnTo>
                  <a:lnTo>
                    <a:pt x="3829811" y="6434874"/>
                  </a:lnTo>
                  <a:lnTo>
                    <a:pt x="3875159" y="6509552"/>
                  </a:lnTo>
                  <a:lnTo>
                    <a:pt x="3922773" y="6577443"/>
                  </a:lnTo>
                  <a:lnTo>
                    <a:pt x="3973312" y="6638820"/>
                  </a:lnTo>
                  <a:lnTo>
                    <a:pt x="4027499" y="6694186"/>
                  </a:lnTo>
                  <a:lnTo>
                    <a:pt x="4086077" y="6744131"/>
                  </a:lnTo>
                  <a:lnTo>
                    <a:pt x="4149765" y="6789252"/>
                  </a:lnTo>
                  <a:lnTo>
                    <a:pt x="4219202" y="6830098"/>
                  </a:lnTo>
                  <a:lnTo>
                    <a:pt x="4294865" y="6867142"/>
                  </a:lnTo>
                  <a:lnTo>
                    <a:pt x="4376971" y="6900764"/>
                  </a:lnTo>
                  <a:lnTo>
                    <a:pt x="4465339" y="6931240"/>
                  </a:lnTo>
                  <a:lnTo>
                    <a:pt x="4559243" y="6958745"/>
                  </a:lnTo>
                  <a:lnTo>
                    <a:pt x="4657265" y="6983355"/>
                  </a:lnTo>
                  <a:lnTo>
                    <a:pt x="4757191" y="7005065"/>
                  </a:lnTo>
                  <a:lnTo>
                    <a:pt x="4856014" y="7023819"/>
                  </a:lnTo>
                  <a:lnTo>
                    <a:pt x="4950108" y="7039556"/>
                  </a:lnTo>
                  <a:lnTo>
                    <a:pt x="5035594" y="7052257"/>
                  </a:lnTo>
                  <a:lnTo>
                    <a:pt x="5108895" y="7062000"/>
                  </a:lnTo>
                  <a:lnTo>
                    <a:pt x="5167347" y="7068991"/>
                  </a:lnTo>
                  <a:lnTo>
                    <a:pt x="5209739" y="7073575"/>
                  </a:lnTo>
                  <a:lnTo>
                    <a:pt x="5236612" y="7076213"/>
                  </a:lnTo>
                  <a:lnTo>
                    <a:pt x="5250284" y="7077435"/>
                  </a:lnTo>
                  <a:lnTo>
                    <a:pt x="5254655" y="7077793"/>
                  </a:lnTo>
                  <a:lnTo>
                    <a:pt x="5254955" y="7077816"/>
                  </a:lnTo>
                  <a:lnTo>
                    <a:pt x="6726343" y="7077816"/>
                  </a:lnTo>
                  <a:lnTo>
                    <a:pt x="6727093" y="7077710"/>
                  </a:lnTo>
                  <a:lnTo>
                    <a:pt x="6732067" y="7076955"/>
                  </a:lnTo>
                  <a:lnTo>
                    <a:pt x="6744748" y="7074871"/>
                  </a:lnTo>
                  <a:lnTo>
                    <a:pt x="6767773" y="7070759"/>
                  </a:lnTo>
                  <a:lnTo>
                    <a:pt x="6802809" y="7063945"/>
                  </a:lnTo>
                  <a:lnTo>
                    <a:pt x="6850444" y="7053826"/>
                  </a:lnTo>
                  <a:lnTo>
                    <a:pt x="6910173" y="7039917"/>
                  </a:lnTo>
                  <a:lnTo>
                    <a:pt x="6980516" y="7021885"/>
                  </a:lnTo>
                  <a:lnTo>
                    <a:pt x="7059266" y="6999552"/>
                  </a:lnTo>
                  <a:lnTo>
                    <a:pt x="7143816" y="6972873"/>
                  </a:lnTo>
                  <a:lnTo>
                    <a:pt x="7231492" y="6941892"/>
                  </a:lnTo>
                  <a:lnTo>
                    <a:pt x="7319826" y="6906693"/>
                  </a:lnTo>
                  <a:lnTo>
                    <a:pt x="7406749" y="6867346"/>
                  </a:lnTo>
                  <a:lnTo>
                    <a:pt x="7490676" y="6823867"/>
                  </a:lnTo>
                  <a:lnTo>
                    <a:pt x="7570513" y="6776185"/>
                  </a:lnTo>
                  <a:lnTo>
                    <a:pt x="7645614" y="6724122"/>
                  </a:lnTo>
                  <a:lnTo>
                    <a:pt x="7715701" y="6667388"/>
                  </a:lnTo>
                  <a:lnTo>
                    <a:pt x="7780784" y="6605575"/>
                  </a:lnTo>
                  <a:lnTo>
                    <a:pt x="7841081" y="6538163"/>
                  </a:lnTo>
                  <a:lnTo>
                    <a:pt x="7896951" y="6464534"/>
                  </a:lnTo>
                  <a:lnTo>
                    <a:pt x="7948843" y="6383983"/>
                  </a:lnTo>
                  <a:lnTo>
                    <a:pt x="7997255" y="6295758"/>
                  </a:lnTo>
                  <a:lnTo>
                    <a:pt x="8042699" y="6199102"/>
                  </a:lnTo>
                  <a:lnTo>
                    <a:pt x="8085682" y="6093332"/>
                  </a:lnTo>
                  <a:lnTo>
                    <a:pt x="8126679" y="5977963"/>
                  </a:lnTo>
                  <a:lnTo>
                    <a:pt x="8151487" y="5900904"/>
                  </a:lnTo>
                  <a:lnTo>
                    <a:pt x="8176573" y="5817330"/>
                  </a:lnTo>
                  <a:lnTo>
                    <a:pt x="8201199" y="5729669"/>
                  </a:lnTo>
                  <a:lnTo>
                    <a:pt x="8225448" y="5637846"/>
                  </a:lnTo>
                  <a:lnTo>
                    <a:pt x="8249394" y="5541812"/>
                  </a:lnTo>
                  <a:lnTo>
                    <a:pt x="8273099" y="5441547"/>
                  </a:lnTo>
                  <a:lnTo>
                    <a:pt x="8296618" y="5337064"/>
                  </a:lnTo>
                  <a:lnTo>
                    <a:pt x="8319997" y="5228407"/>
                  </a:lnTo>
                  <a:lnTo>
                    <a:pt x="8343277" y="5115661"/>
                  </a:lnTo>
                  <a:lnTo>
                    <a:pt x="8366490" y="4998945"/>
                  </a:lnTo>
                  <a:lnTo>
                    <a:pt x="8389663" y="4878417"/>
                  </a:lnTo>
                  <a:lnTo>
                    <a:pt x="8412818" y="4754273"/>
                  </a:lnTo>
                  <a:lnTo>
                    <a:pt x="8435972" y="4626749"/>
                  </a:lnTo>
                  <a:lnTo>
                    <a:pt x="8459137" y="4496117"/>
                  </a:lnTo>
                  <a:lnTo>
                    <a:pt x="8482320" y="4362688"/>
                  </a:lnTo>
                  <a:lnTo>
                    <a:pt x="8505525" y="4226803"/>
                  </a:lnTo>
                  <a:lnTo>
                    <a:pt x="8528755" y="4088834"/>
                  </a:lnTo>
                  <a:lnTo>
                    <a:pt x="8552006" y="3949180"/>
                  </a:lnTo>
                  <a:lnTo>
                    <a:pt x="8575275" y="3808261"/>
                  </a:lnTo>
                  <a:lnTo>
                    <a:pt x="8598556" y="3666514"/>
                  </a:lnTo>
                  <a:lnTo>
                    <a:pt x="8621844" y="3524387"/>
                  </a:lnTo>
                  <a:lnTo>
                    <a:pt x="8645130" y="3382332"/>
                  </a:lnTo>
                  <a:lnTo>
                    <a:pt x="8668409" y="3240802"/>
                  </a:lnTo>
                  <a:lnTo>
                    <a:pt x="8691673" y="3100240"/>
                  </a:lnTo>
                  <a:lnTo>
                    <a:pt x="8714917" y="2961079"/>
                  </a:lnTo>
                  <a:lnTo>
                    <a:pt x="8738139" y="2823733"/>
                  </a:lnTo>
                  <a:lnTo>
                    <a:pt x="8761337" y="2688593"/>
                  </a:lnTo>
                  <a:lnTo>
                    <a:pt x="8784513" y="2556021"/>
                  </a:lnTo>
                  <a:lnTo>
                    <a:pt x="8807673" y="2426350"/>
                  </a:lnTo>
                  <a:lnTo>
                    <a:pt x="8830826" y="2299877"/>
                  </a:lnTo>
                  <a:lnTo>
                    <a:pt x="8853985" y="2176864"/>
                  </a:lnTo>
                  <a:lnTo>
                    <a:pt x="8877169" y="2057533"/>
                  </a:lnTo>
                  <a:lnTo>
                    <a:pt x="8900400" y="1942069"/>
                  </a:lnTo>
                  <a:lnTo>
                    <a:pt x="8923707" y="1830617"/>
                  </a:lnTo>
                  <a:lnTo>
                    <a:pt x="8947127" y="1723286"/>
                  </a:lnTo>
                  <a:lnTo>
                    <a:pt x="8970700" y="1620145"/>
                  </a:lnTo>
                  <a:lnTo>
                    <a:pt x="8994475" y="1521231"/>
                  </a:lnTo>
                  <a:lnTo>
                    <a:pt x="9018511" y="1426545"/>
                  </a:lnTo>
                  <a:lnTo>
                    <a:pt x="9042872" y="1336058"/>
                  </a:lnTo>
                  <a:lnTo>
                    <a:pt x="9067635" y="1249712"/>
                  </a:lnTo>
                  <a:lnTo>
                    <a:pt x="9084767" y="1193257"/>
                  </a:lnTo>
                  <a:lnTo>
                    <a:pt x="9124742" y="1071797"/>
                  </a:lnTo>
                  <a:lnTo>
                    <a:pt x="9166431" y="960066"/>
                  </a:lnTo>
                  <a:lnTo>
                    <a:pt x="9210279" y="857784"/>
                  </a:lnTo>
                  <a:lnTo>
                    <a:pt x="9256775" y="764374"/>
                  </a:lnTo>
                  <a:lnTo>
                    <a:pt x="9306432" y="679117"/>
                  </a:lnTo>
                  <a:lnTo>
                    <a:pt x="9359760" y="601248"/>
                  </a:lnTo>
                  <a:lnTo>
                    <a:pt x="9417241" y="530029"/>
                  </a:lnTo>
                  <a:lnTo>
                    <a:pt x="9479297" y="464784"/>
                  </a:lnTo>
                  <a:lnTo>
                    <a:pt x="9546240" y="404930"/>
                  </a:lnTo>
                  <a:lnTo>
                    <a:pt x="9618219" y="349989"/>
                  </a:lnTo>
                  <a:lnTo>
                    <a:pt x="9695147" y="299596"/>
                  </a:lnTo>
                  <a:lnTo>
                    <a:pt x="9776616" y="253505"/>
                  </a:lnTo>
                  <a:lnTo>
                    <a:pt x="9861820" y="211578"/>
                  </a:lnTo>
                  <a:lnTo>
                    <a:pt x="9949485" y="173781"/>
                  </a:lnTo>
                  <a:lnTo>
                    <a:pt x="10037839" y="140154"/>
                  </a:lnTo>
                  <a:lnTo>
                    <a:pt x="10124648" y="110777"/>
                  </a:lnTo>
                  <a:lnTo>
                    <a:pt x="10207340" y="85726"/>
                  </a:lnTo>
                  <a:lnTo>
                    <a:pt x="10283229" y="65018"/>
                  </a:lnTo>
                  <a:lnTo>
                    <a:pt x="10349818" y="48561"/>
                  </a:lnTo>
                  <a:lnTo>
                    <a:pt x="10405138" y="36120"/>
                  </a:lnTo>
                  <a:lnTo>
                    <a:pt x="10448051" y="27304"/>
                  </a:lnTo>
                  <a:lnTo>
                    <a:pt x="10478454" y="21579"/>
                  </a:lnTo>
                  <a:lnTo>
                    <a:pt x="10497350" y="18309"/>
                  </a:lnTo>
                  <a:lnTo>
                    <a:pt x="10506785" y="16805"/>
                  </a:lnTo>
                  <a:lnTo>
                    <a:pt x="10509724" y="16371"/>
                  </a:lnTo>
                  <a:lnTo>
                    <a:pt x="10509911" y="16345"/>
                  </a:lnTo>
                  <a:lnTo>
                    <a:pt x="11981298" y="16345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9160" y="106"/>
                  </a:lnTo>
                  <a:lnTo>
                    <a:pt x="10504186" y="861"/>
                  </a:lnTo>
                  <a:lnTo>
                    <a:pt x="10491505" y="2945"/>
                  </a:lnTo>
                  <a:lnTo>
                    <a:pt x="10468480" y="7056"/>
                  </a:lnTo>
                  <a:lnTo>
                    <a:pt x="10433444" y="13870"/>
                  </a:lnTo>
                  <a:lnTo>
                    <a:pt x="10385809" y="23990"/>
                  </a:lnTo>
                  <a:lnTo>
                    <a:pt x="10326080" y="37899"/>
                  </a:lnTo>
                  <a:lnTo>
                    <a:pt x="10255737" y="55931"/>
                  </a:lnTo>
                  <a:lnTo>
                    <a:pt x="10176987" y="78263"/>
                  </a:lnTo>
                  <a:lnTo>
                    <a:pt x="10092437" y="104943"/>
                  </a:lnTo>
                  <a:lnTo>
                    <a:pt x="10004762" y="135923"/>
                  </a:lnTo>
                  <a:lnTo>
                    <a:pt x="9916427" y="171122"/>
                  </a:lnTo>
                  <a:lnTo>
                    <a:pt x="9829504" y="210469"/>
                  </a:lnTo>
                  <a:lnTo>
                    <a:pt x="9745578" y="253948"/>
                  </a:lnTo>
                  <a:lnTo>
                    <a:pt x="9665740" y="301631"/>
                  </a:lnTo>
                  <a:lnTo>
                    <a:pt x="9590639" y="353694"/>
                  </a:lnTo>
                  <a:lnTo>
                    <a:pt x="9520552" y="410428"/>
                  </a:lnTo>
                  <a:lnTo>
                    <a:pt x="9455469" y="472241"/>
                  </a:lnTo>
                  <a:lnTo>
                    <a:pt x="9395173" y="539652"/>
                  </a:lnTo>
                  <a:lnTo>
                    <a:pt x="9339302" y="613282"/>
                  </a:lnTo>
                  <a:lnTo>
                    <a:pt x="9287410" y="693832"/>
                  </a:lnTo>
                  <a:lnTo>
                    <a:pt x="9238999" y="782057"/>
                  </a:lnTo>
                  <a:lnTo>
                    <a:pt x="9193555" y="878714"/>
                  </a:lnTo>
                  <a:lnTo>
                    <a:pt x="9150572" y="984483"/>
                  </a:lnTo>
                  <a:lnTo>
                    <a:pt x="9109574" y="1099852"/>
                  </a:lnTo>
                  <a:lnTo>
                    <a:pt x="9084767" y="1176911"/>
                  </a:lnTo>
                  <a:lnTo>
                    <a:pt x="9059681" y="1260486"/>
                  </a:lnTo>
                  <a:lnTo>
                    <a:pt x="9035055" y="1348147"/>
                  </a:lnTo>
                  <a:lnTo>
                    <a:pt x="9010805" y="1439969"/>
                  </a:lnTo>
                  <a:lnTo>
                    <a:pt x="8986860" y="1536003"/>
                  </a:lnTo>
                  <a:lnTo>
                    <a:pt x="8963155" y="1636268"/>
                  </a:lnTo>
                  <a:lnTo>
                    <a:pt x="8939636" y="1740752"/>
                  </a:lnTo>
                  <a:lnTo>
                    <a:pt x="8916256" y="1849408"/>
                  </a:lnTo>
                  <a:lnTo>
                    <a:pt x="8892976" y="1962154"/>
                  </a:lnTo>
                  <a:lnTo>
                    <a:pt x="8869763" y="2078870"/>
                  </a:lnTo>
                  <a:lnTo>
                    <a:pt x="8846590" y="2199399"/>
                  </a:lnTo>
                  <a:lnTo>
                    <a:pt x="8823435" y="2323543"/>
                  </a:lnTo>
                  <a:lnTo>
                    <a:pt x="8800281" y="2451067"/>
                  </a:lnTo>
                  <a:lnTo>
                    <a:pt x="8777116" y="2581698"/>
                  </a:lnTo>
                  <a:lnTo>
                    <a:pt x="8753933" y="2715127"/>
                  </a:lnTo>
                  <a:lnTo>
                    <a:pt x="8730728" y="2851013"/>
                  </a:lnTo>
                  <a:lnTo>
                    <a:pt x="8707499" y="2988982"/>
                  </a:lnTo>
                  <a:lnTo>
                    <a:pt x="8684248" y="3128636"/>
                  </a:lnTo>
                  <a:lnTo>
                    <a:pt x="8660978" y="3269555"/>
                  </a:lnTo>
                  <a:lnTo>
                    <a:pt x="8637697" y="3411301"/>
                  </a:lnTo>
                  <a:lnTo>
                    <a:pt x="8614409" y="3553428"/>
                  </a:lnTo>
                  <a:lnTo>
                    <a:pt x="8591123" y="3695483"/>
                  </a:lnTo>
                  <a:lnTo>
                    <a:pt x="8567845" y="3837014"/>
                  </a:lnTo>
                  <a:lnTo>
                    <a:pt x="8544581" y="3977575"/>
                  </a:lnTo>
                  <a:lnTo>
                    <a:pt x="8521336" y="4116736"/>
                  </a:lnTo>
                  <a:lnTo>
                    <a:pt x="8498115" y="4254082"/>
                  </a:lnTo>
                  <a:lnTo>
                    <a:pt x="8474916" y="4389223"/>
                  </a:lnTo>
                  <a:lnTo>
                    <a:pt x="8451740" y="4521794"/>
                  </a:lnTo>
                  <a:lnTo>
                    <a:pt x="8428580" y="4651465"/>
                  </a:lnTo>
                  <a:lnTo>
                    <a:pt x="8405427" y="4777938"/>
                  </a:lnTo>
                  <a:lnTo>
                    <a:pt x="8382268" y="4900952"/>
                  </a:lnTo>
                  <a:lnTo>
                    <a:pt x="8359085" y="5020283"/>
                  </a:lnTo>
                  <a:lnTo>
                    <a:pt x="8335854" y="5135747"/>
                  </a:lnTo>
                  <a:lnTo>
                    <a:pt x="8312546" y="5247199"/>
                  </a:lnTo>
                  <a:lnTo>
                    <a:pt x="8289126" y="5354530"/>
                  </a:lnTo>
                  <a:lnTo>
                    <a:pt x="8265554" y="5457670"/>
                  </a:lnTo>
                  <a:lnTo>
                    <a:pt x="8241778" y="5556584"/>
                  </a:lnTo>
                  <a:lnTo>
                    <a:pt x="8217743" y="5651270"/>
                  </a:lnTo>
                  <a:lnTo>
                    <a:pt x="8193382" y="5741757"/>
                  </a:lnTo>
                  <a:lnTo>
                    <a:pt x="8168618" y="5828104"/>
                  </a:lnTo>
                  <a:lnTo>
                    <a:pt x="8151487" y="5884558"/>
                  </a:lnTo>
                  <a:lnTo>
                    <a:pt x="8111511" y="6006019"/>
                  </a:lnTo>
                  <a:lnTo>
                    <a:pt x="8069822" y="6117750"/>
                  </a:lnTo>
                  <a:lnTo>
                    <a:pt x="8025974" y="6220032"/>
                  </a:lnTo>
                  <a:lnTo>
                    <a:pt x="7979478" y="6313441"/>
                  </a:lnTo>
                  <a:lnTo>
                    <a:pt x="7929821" y="6398699"/>
                  </a:lnTo>
                  <a:lnTo>
                    <a:pt x="7876493" y="6476567"/>
                  </a:lnTo>
                  <a:lnTo>
                    <a:pt x="7819012" y="6547787"/>
                  </a:lnTo>
                  <a:lnTo>
                    <a:pt x="7756957" y="6613032"/>
                  </a:lnTo>
                  <a:lnTo>
                    <a:pt x="7690013" y="6672886"/>
                  </a:lnTo>
                  <a:lnTo>
                    <a:pt x="7618034" y="6727827"/>
                  </a:lnTo>
                  <a:lnTo>
                    <a:pt x="7541106" y="6778219"/>
                  </a:lnTo>
                  <a:lnTo>
                    <a:pt x="7459638" y="6824311"/>
                  </a:lnTo>
                  <a:lnTo>
                    <a:pt x="7374433" y="6866237"/>
                  </a:lnTo>
                  <a:lnTo>
                    <a:pt x="7286768" y="6904034"/>
                  </a:lnTo>
                  <a:lnTo>
                    <a:pt x="7198414" y="6937662"/>
                  </a:lnTo>
                  <a:lnTo>
                    <a:pt x="7111606" y="6967038"/>
                  </a:lnTo>
                  <a:lnTo>
                    <a:pt x="7028913" y="6992089"/>
                  </a:lnTo>
                  <a:lnTo>
                    <a:pt x="6953024" y="7012798"/>
                  </a:lnTo>
                  <a:lnTo>
                    <a:pt x="6886435" y="7029255"/>
                  </a:lnTo>
                  <a:lnTo>
                    <a:pt x="6831115" y="7041695"/>
                  </a:lnTo>
                  <a:lnTo>
                    <a:pt x="6788203" y="7050511"/>
                  </a:lnTo>
                  <a:lnTo>
                    <a:pt x="6757799" y="7056236"/>
                  </a:lnTo>
                  <a:lnTo>
                    <a:pt x="6738903" y="7059506"/>
                  </a:lnTo>
                  <a:lnTo>
                    <a:pt x="6729468" y="7061011"/>
                  </a:lnTo>
                  <a:lnTo>
                    <a:pt x="6726529" y="7061444"/>
                  </a:lnTo>
                  <a:lnTo>
                    <a:pt x="6726343" y="7061470"/>
                  </a:lnTo>
                  <a:lnTo>
                    <a:pt x="5254955" y="7061470"/>
                  </a:lnTo>
                  <a:lnTo>
                    <a:pt x="5253875" y="7061386"/>
                  </a:lnTo>
                  <a:lnTo>
                    <a:pt x="5246767" y="7060786"/>
                  </a:lnTo>
                  <a:lnTo>
                    <a:pt x="5228822" y="7059129"/>
                  </a:lnTo>
                  <a:lnTo>
                    <a:pt x="5196666" y="7055864"/>
                  </a:lnTo>
                  <a:lnTo>
                    <a:pt x="5148595" y="7050481"/>
                  </a:lnTo>
                  <a:lnTo>
                    <a:pt x="5084699" y="7042555"/>
                  </a:lnTo>
                  <a:lnTo>
                    <a:pt x="5006749" y="7031789"/>
                  </a:lnTo>
                  <a:lnTo>
                    <a:pt x="4917799" y="7018023"/>
                  </a:lnTo>
                  <a:lnTo>
                    <a:pt x="4821603" y="7001219"/>
                  </a:lnTo>
                  <a:lnTo>
                    <a:pt x="4722005" y="6981417"/>
                  </a:lnTo>
                  <a:lnTo>
                    <a:pt x="4622445" y="6958683"/>
                  </a:lnTo>
                  <a:lnTo>
                    <a:pt x="4525661" y="6933058"/>
                  </a:lnTo>
                  <a:lnTo>
                    <a:pt x="4433580" y="6904522"/>
                  </a:lnTo>
                  <a:lnTo>
                    <a:pt x="4347363" y="6872964"/>
                  </a:lnTo>
                  <a:lnTo>
                    <a:pt x="4267526" y="6838176"/>
                  </a:lnTo>
                  <a:lnTo>
                    <a:pt x="4194093" y="6799843"/>
                  </a:lnTo>
                  <a:lnTo>
                    <a:pt x="4126742" y="6757552"/>
                  </a:lnTo>
                  <a:lnTo>
                    <a:pt x="4064930" y="6710800"/>
                  </a:lnTo>
                  <a:lnTo>
                    <a:pt x="4007981" y="6659018"/>
                  </a:lnTo>
                  <a:lnTo>
                    <a:pt x="3955161" y="6601603"/>
                  </a:lnTo>
                  <a:lnTo>
                    <a:pt x="3905731" y="6537984"/>
                  </a:lnTo>
                  <a:lnTo>
                    <a:pt x="3858984" y="6467720"/>
                  </a:lnTo>
                  <a:lnTo>
                    <a:pt x="3829811" y="6418528"/>
                  </a:lnTo>
                  <a:lnTo>
                    <a:pt x="3796689" y="6357580"/>
                  </a:lnTo>
                  <a:lnTo>
                    <a:pt x="3764325" y="6292692"/>
                  </a:lnTo>
                  <a:lnTo>
                    <a:pt x="3732538" y="6223783"/>
                  </a:lnTo>
                  <a:lnTo>
                    <a:pt x="3701177" y="6150822"/>
                  </a:lnTo>
                  <a:lnTo>
                    <a:pt x="3670117" y="6073830"/>
                  </a:lnTo>
                  <a:lnTo>
                    <a:pt x="3639258" y="5992886"/>
                  </a:lnTo>
                  <a:lnTo>
                    <a:pt x="3608520" y="5908133"/>
                  </a:lnTo>
                  <a:lnTo>
                    <a:pt x="3577840" y="5819777"/>
                  </a:lnTo>
                  <a:lnTo>
                    <a:pt x="3547174" y="5728088"/>
                  </a:lnTo>
                  <a:lnTo>
                    <a:pt x="3516492" y="5633402"/>
                  </a:lnTo>
                  <a:lnTo>
                    <a:pt x="3485775" y="5536113"/>
                  </a:lnTo>
                  <a:lnTo>
                    <a:pt x="3455017" y="5436672"/>
                  </a:lnTo>
                  <a:lnTo>
                    <a:pt x="3424221" y="5335576"/>
                  </a:lnTo>
                  <a:lnTo>
                    <a:pt x="3393395" y="5233359"/>
                  </a:lnTo>
                  <a:lnTo>
                    <a:pt x="3362553" y="5130581"/>
                  </a:lnTo>
                  <a:lnTo>
                    <a:pt x="3331711" y="5027814"/>
                  </a:lnTo>
                  <a:lnTo>
                    <a:pt x="3300886" y="4925632"/>
                  </a:lnTo>
                  <a:lnTo>
                    <a:pt x="3270091" y="4824592"/>
                  </a:lnTo>
                  <a:lnTo>
                    <a:pt x="3239335" y="4725228"/>
                  </a:lnTo>
                  <a:lnTo>
                    <a:pt x="3208620" y="4628035"/>
                  </a:lnTo>
                  <a:lnTo>
                    <a:pt x="3177939" y="4533462"/>
                  </a:lnTo>
                  <a:lnTo>
                    <a:pt x="3147273" y="4441901"/>
                  </a:lnTo>
                  <a:lnTo>
                    <a:pt x="3116592" y="4353684"/>
                  </a:lnTo>
                  <a:lnTo>
                    <a:pt x="3085850" y="4269080"/>
                  </a:lnTo>
                  <a:lnTo>
                    <a:pt x="3054985" y="4188293"/>
                  </a:lnTo>
                  <a:lnTo>
                    <a:pt x="3023915" y="4111461"/>
                  </a:lnTo>
                  <a:lnTo>
                    <a:pt x="2992539" y="4038662"/>
                  </a:lnTo>
                  <a:lnTo>
                    <a:pt x="2960732" y="3969915"/>
                  </a:lnTo>
                  <a:lnTo>
                    <a:pt x="2928342" y="3905187"/>
                  </a:lnTo>
                  <a:lnTo>
                    <a:pt x="2896531" y="3846757"/>
                  </a:lnTo>
                  <a:lnTo>
                    <a:pt x="2851183" y="3772079"/>
                  </a:lnTo>
                  <a:lnTo>
                    <a:pt x="2803569" y="3704188"/>
                  </a:lnTo>
                  <a:lnTo>
                    <a:pt x="2753030" y="3642811"/>
                  </a:lnTo>
                  <a:lnTo>
                    <a:pt x="2698843" y="3587445"/>
                  </a:lnTo>
                  <a:lnTo>
                    <a:pt x="2640265" y="3537500"/>
                  </a:lnTo>
                  <a:lnTo>
                    <a:pt x="2576577" y="3492379"/>
                  </a:lnTo>
                  <a:lnTo>
                    <a:pt x="2507141" y="3451533"/>
                  </a:lnTo>
                  <a:lnTo>
                    <a:pt x="2431477" y="3414489"/>
                  </a:lnTo>
                  <a:lnTo>
                    <a:pt x="2349372" y="3380867"/>
                  </a:lnTo>
                  <a:lnTo>
                    <a:pt x="2261004" y="3350391"/>
                  </a:lnTo>
                  <a:lnTo>
                    <a:pt x="2167099" y="3322886"/>
                  </a:lnTo>
                  <a:lnTo>
                    <a:pt x="2069077" y="3298276"/>
                  </a:lnTo>
                  <a:lnTo>
                    <a:pt x="1969151" y="3276566"/>
                  </a:lnTo>
                  <a:lnTo>
                    <a:pt x="1870328" y="3257812"/>
                  </a:lnTo>
                  <a:lnTo>
                    <a:pt x="1776234" y="3242075"/>
                  </a:lnTo>
                  <a:lnTo>
                    <a:pt x="1690748" y="3229373"/>
                  </a:lnTo>
                  <a:lnTo>
                    <a:pt x="1617447" y="3219631"/>
                  </a:lnTo>
                  <a:lnTo>
                    <a:pt x="1558995" y="3212640"/>
                  </a:lnTo>
                  <a:lnTo>
                    <a:pt x="1516603" y="3208056"/>
                  </a:lnTo>
                  <a:lnTo>
                    <a:pt x="1489730" y="3205418"/>
                  </a:lnTo>
                  <a:lnTo>
                    <a:pt x="1476058" y="3204196"/>
                  </a:lnTo>
                  <a:lnTo>
                    <a:pt x="1471687" y="3203838"/>
                  </a:lnTo>
                  <a:lnTo>
                    <a:pt x="1471387" y="3203815"/>
                  </a:lnTo>
                  <a:lnTo>
                    <a:pt x="0" y="3203815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234" name="pl234"/>
            <p:cNvSpPr/>
            <p:nvPr/>
          </p:nvSpPr>
          <p:spPr>
            <a:xfrm>
              <a:off x="4799595" y="3336997"/>
              <a:ext cx="11981298" cy="7061470"/>
            </a:xfrm>
            <a:custGeom>
              <a:avLst/>
              <a:pathLst>
                <a:path w="11981298" h="7061470">
                  <a:moveTo>
                    <a:pt x="0" y="3203815"/>
                  </a:moveTo>
                  <a:lnTo>
                    <a:pt x="1471387" y="3203815"/>
                  </a:lnTo>
                  <a:lnTo>
                    <a:pt x="1472467" y="3203899"/>
                  </a:lnTo>
                  <a:lnTo>
                    <a:pt x="1479575" y="3204499"/>
                  </a:lnTo>
                  <a:lnTo>
                    <a:pt x="1497520" y="3206156"/>
                  </a:lnTo>
                  <a:lnTo>
                    <a:pt x="1529676" y="3209421"/>
                  </a:lnTo>
                  <a:lnTo>
                    <a:pt x="1577747" y="3214804"/>
                  </a:lnTo>
                  <a:lnTo>
                    <a:pt x="1641643" y="3222730"/>
                  </a:lnTo>
                  <a:lnTo>
                    <a:pt x="1719593" y="3233496"/>
                  </a:lnTo>
                  <a:lnTo>
                    <a:pt x="1808543" y="3247262"/>
                  </a:lnTo>
                  <a:lnTo>
                    <a:pt x="1904739" y="3264066"/>
                  </a:lnTo>
                  <a:lnTo>
                    <a:pt x="2004337" y="3283868"/>
                  </a:lnTo>
                  <a:lnTo>
                    <a:pt x="2103897" y="3306602"/>
                  </a:lnTo>
                  <a:lnTo>
                    <a:pt x="2200681" y="3332226"/>
                  </a:lnTo>
                  <a:lnTo>
                    <a:pt x="2292762" y="3360763"/>
                  </a:lnTo>
                  <a:lnTo>
                    <a:pt x="2378979" y="3392321"/>
                  </a:lnTo>
                  <a:lnTo>
                    <a:pt x="2458817" y="3427109"/>
                  </a:lnTo>
                  <a:lnTo>
                    <a:pt x="2532249" y="3465442"/>
                  </a:lnTo>
                  <a:lnTo>
                    <a:pt x="2599600" y="3507733"/>
                  </a:lnTo>
                  <a:lnTo>
                    <a:pt x="2661412" y="3554485"/>
                  </a:lnTo>
                  <a:lnTo>
                    <a:pt x="2718362" y="3606267"/>
                  </a:lnTo>
                  <a:lnTo>
                    <a:pt x="2771181" y="3663682"/>
                  </a:lnTo>
                  <a:lnTo>
                    <a:pt x="2820612" y="3727301"/>
                  </a:lnTo>
                  <a:lnTo>
                    <a:pt x="2867358" y="3797565"/>
                  </a:lnTo>
                  <a:lnTo>
                    <a:pt x="2896531" y="3846757"/>
                  </a:lnTo>
                  <a:lnTo>
                    <a:pt x="2929653" y="3907705"/>
                  </a:lnTo>
                  <a:lnTo>
                    <a:pt x="2962017" y="3972593"/>
                  </a:lnTo>
                  <a:lnTo>
                    <a:pt x="2993804" y="4041502"/>
                  </a:lnTo>
                  <a:lnTo>
                    <a:pt x="3025165" y="4114463"/>
                  </a:lnTo>
                  <a:lnTo>
                    <a:pt x="3056225" y="4191455"/>
                  </a:lnTo>
                  <a:lnTo>
                    <a:pt x="3087084" y="4272399"/>
                  </a:lnTo>
                  <a:lnTo>
                    <a:pt x="3117822" y="4357151"/>
                  </a:lnTo>
                  <a:lnTo>
                    <a:pt x="3148502" y="4445508"/>
                  </a:lnTo>
                  <a:lnTo>
                    <a:pt x="3179168" y="4537197"/>
                  </a:lnTo>
                  <a:lnTo>
                    <a:pt x="3209850" y="4631883"/>
                  </a:lnTo>
                  <a:lnTo>
                    <a:pt x="3240567" y="4729172"/>
                  </a:lnTo>
                  <a:lnTo>
                    <a:pt x="3271325" y="4828613"/>
                  </a:lnTo>
                  <a:lnTo>
                    <a:pt x="3302121" y="4929709"/>
                  </a:lnTo>
                  <a:lnTo>
                    <a:pt x="3332947" y="5031926"/>
                  </a:lnTo>
                  <a:lnTo>
                    <a:pt x="3363789" y="5134704"/>
                  </a:lnTo>
                  <a:lnTo>
                    <a:pt x="3394631" y="5237471"/>
                  </a:lnTo>
                  <a:lnTo>
                    <a:pt x="3425456" y="5339653"/>
                  </a:lnTo>
                  <a:lnTo>
                    <a:pt x="3456251" y="5440693"/>
                  </a:lnTo>
                  <a:lnTo>
                    <a:pt x="3487007" y="5540057"/>
                  </a:lnTo>
                  <a:lnTo>
                    <a:pt x="3517722" y="5637250"/>
                  </a:lnTo>
                  <a:lnTo>
                    <a:pt x="3548404" y="5731823"/>
                  </a:lnTo>
                  <a:lnTo>
                    <a:pt x="3579069" y="5823384"/>
                  </a:lnTo>
                  <a:lnTo>
                    <a:pt x="3609750" y="5911601"/>
                  </a:lnTo>
                  <a:lnTo>
                    <a:pt x="3640492" y="5996205"/>
                  </a:lnTo>
                  <a:lnTo>
                    <a:pt x="3671358" y="6076992"/>
                  </a:lnTo>
                  <a:lnTo>
                    <a:pt x="3702427" y="6153824"/>
                  </a:lnTo>
                  <a:lnTo>
                    <a:pt x="3733803" y="6226623"/>
                  </a:lnTo>
                  <a:lnTo>
                    <a:pt x="3765610" y="6295369"/>
                  </a:lnTo>
                  <a:lnTo>
                    <a:pt x="3798000" y="6360098"/>
                  </a:lnTo>
                  <a:lnTo>
                    <a:pt x="3829811" y="6418528"/>
                  </a:lnTo>
                  <a:lnTo>
                    <a:pt x="3875159" y="6493206"/>
                  </a:lnTo>
                  <a:lnTo>
                    <a:pt x="3922773" y="6561097"/>
                  </a:lnTo>
                  <a:lnTo>
                    <a:pt x="3973312" y="6622474"/>
                  </a:lnTo>
                  <a:lnTo>
                    <a:pt x="4027499" y="6677840"/>
                  </a:lnTo>
                  <a:lnTo>
                    <a:pt x="4086077" y="6727785"/>
                  </a:lnTo>
                  <a:lnTo>
                    <a:pt x="4149765" y="6772906"/>
                  </a:lnTo>
                  <a:lnTo>
                    <a:pt x="4219202" y="6813752"/>
                  </a:lnTo>
                  <a:lnTo>
                    <a:pt x="4294865" y="6850796"/>
                  </a:lnTo>
                  <a:lnTo>
                    <a:pt x="4376971" y="6884418"/>
                  </a:lnTo>
                  <a:lnTo>
                    <a:pt x="4465339" y="6914894"/>
                  </a:lnTo>
                  <a:lnTo>
                    <a:pt x="4559243" y="6942399"/>
                  </a:lnTo>
                  <a:lnTo>
                    <a:pt x="4657265" y="6967009"/>
                  </a:lnTo>
                  <a:lnTo>
                    <a:pt x="4757191" y="6988719"/>
                  </a:lnTo>
                  <a:lnTo>
                    <a:pt x="4856014" y="7007473"/>
                  </a:lnTo>
                  <a:lnTo>
                    <a:pt x="4950108" y="7023210"/>
                  </a:lnTo>
                  <a:lnTo>
                    <a:pt x="5035594" y="7035911"/>
                  </a:lnTo>
                  <a:lnTo>
                    <a:pt x="5108895" y="7045654"/>
                  </a:lnTo>
                  <a:lnTo>
                    <a:pt x="5167347" y="7052645"/>
                  </a:lnTo>
                  <a:lnTo>
                    <a:pt x="5209739" y="7057229"/>
                  </a:lnTo>
                  <a:lnTo>
                    <a:pt x="5236612" y="7059867"/>
                  </a:lnTo>
                  <a:lnTo>
                    <a:pt x="5250284" y="7061089"/>
                  </a:lnTo>
                  <a:lnTo>
                    <a:pt x="5254655" y="7061447"/>
                  </a:lnTo>
                  <a:lnTo>
                    <a:pt x="5254955" y="7061470"/>
                  </a:lnTo>
                  <a:lnTo>
                    <a:pt x="6726343" y="7061470"/>
                  </a:lnTo>
                  <a:lnTo>
                    <a:pt x="6727093" y="7061364"/>
                  </a:lnTo>
                  <a:lnTo>
                    <a:pt x="6732067" y="7060609"/>
                  </a:lnTo>
                  <a:lnTo>
                    <a:pt x="6744748" y="7058525"/>
                  </a:lnTo>
                  <a:lnTo>
                    <a:pt x="6767773" y="7054413"/>
                  </a:lnTo>
                  <a:lnTo>
                    <a:pt x="6802809" y="7047599"/>
                  </a:lnTo>
                  <a:lnTo>
                    <a:pt x="6850444" y="7037480"/>
                  </a:lnTo>
                  <a:lnTo>
                    <a:pt x="6910173" y="7023571"/>
                  </a:lnTo>
                  <a:lnTo>
                    <a:pt x="6980516" y="7005539"/>
                  </a:lnTo>
                  <a:lnTo>
                    <a:pt x="7059266" y="6983206"/>
                  </a:lnTo>
                  <a:lnTo>
                    <a:pt x="7143816" y="6956527"/>
                  </a:lnTo>
                  <a:lnTo>
                    <a:pt x="7231492" y="6925546"/>
                  </a:lnTo>
                  <a:lnTo>
                    <a:pt x="7319826" y="6890347"/>
                  </a:lnTo>
                  <a:lnTo>
                    <a:pt x="7406749" y="6851000"/>
                  </a:lnTo>
                  <a:lnTo>
                    <a:pt x="7490676" y="6807521"/>
                  </a:lnTo>
                  <a:lnTo>
                    <a:pt x="7570513" y="6759839"/>
                  </a:lnTo>
                  <a:lnTo>
                    <a:pt x="7645614" y="6707776"/>
                  </a:lnTo>
                  <a:lnTo>
                    <a:pt x="7715701" y="6651042"/>
                  </a:lnTo>
                  <a:lnTo>
                    <a:pt x="7780784" y="6589229"/>
                  </a:lnTo>
                  <a:lnTo>
                    <a:pt x="7841081" y="6521817"/>
                  </a:lnTo>
                  <a:lnTo>
                    <a:pt x="7896951" y="6448188"/>
                  </a:lnTo>
                  <a:lnTo>
                    <a:pt x="7948843" y="6367637"/>
                  </a:lnTo>
                  <a:lnTo>
                    <a:pt x="7997255" y="6279412"/>
                  </a:lnTo>
                  <a:lnTo>
                    <a:pt x="8042699" y="6182756"/>
                  </a:lnTo>
                  <a:lnTo>
                    <a:pt x="8085682" y="6076986"/>
                  </a:lnTo>
                  <a:lnTo>
                    <a:pt x="8126679" y="5961617"/>
                  </a:lnTo>
                  <a:lnTo>
                    <a:pt x="8151487" y="5884558"/>
                  </a:lnTo>
                  <a:lnTo>
                    <a:pt x="8176573" y="5800984"/>
                  </a:lnTo>
                  <a:lnTo>
                    <a:pt x="8201199" y="5713323"/>
                  </a:lnTo>
                  <a:lnTo>
                    <a:pt x="8225448" y="5621500"/>
                  </a:lnTo>
                  <a:lnTo>
                    <a:pt x="8249394" y="5525466"/>
                  </a:lnTo>
                  <a:lnTo>
                    <a:pt x="8273099" y="5425201"/>
                  </a:lnTo>
                  <a:lnTo>
                    <a:pt x="8296618" y="5320718"/>
                  </a:lnTo>
                  <a:lnTo>
                    <a:pt x="8319997" y="5212061"/>
                  </a:lnTo>
                  <a:lnTo>
                    <a:pt x="8343277" y="5099315"/>
                  </a:lnTo>
                  <a:lnTo>
                    <a:pt x="8366490" y="4982599"/>
                  </a:lnTo>
                  <a:lnTo>
                    <a:pt x="8389663" y="4862071"/>
                  </a:lnTo>
                  <a:lnTo>
                    <a:pt x="8412818" y="4737927"/>
                  </a:lnTo>
                  <a:lnTo>
                    <a:pt x="8435972" y="4610403"/>
                  </a:lnTo>
                  <a:lnTo>
                    <a:pt x="8459137" y="4479771"/>
                  </a:lnTo>
                  <a:lnTo>
                    <a:pt x="8482320" y="4346342"/>
                  </a:lnTo>
                  <a:lnTo>
                    <a:pt x="8505525" y="4210457"/>
                  </a:lnTo>
                  <a:lnTo>
                    <a:pt x="8528755" y="4072488"/>
                  </a:lnTo>
                  <a:lnTo>
                    <a:pt x="8552006" y="3932834"/>
                  </a:lnTo>
                  <a:lnTo>
                    <a:pt x="8575275" y="3791915"/>
                  </a:lnTo>
                  <a:lnTo>
                    <a:pt x="8598556" y="3650168"/>
                  </a:lnTo>
                  <a:lnTo>
                    <a:pt x="8621844" y="3508041"/>
                  </a:lnTo>
                  <a:lnTo>
                    <a:pt x="8645130" y="3365986"/>
                  </a:lnTo>
                  <a:lnTo>
                    <a:pt x="8668409" y="3224456"/>
                  </a:lnTo>
                  <a:lnTo>
                    <a:pt x="8691673" y="3083894"/>
                  </a:lnTo>
                  <a:lnTo>
                    <a:pt x="8714917" y="2944733"/>
                  </a:lnTo>
                  <a:lnTo>
                    <a:pt x="8738139" y="2807387"/>
                  </a:lnTo>
                  <a:lnTo>
                    <a:pt x="8761337" y="2672247"/>
                  </a:lnTo>
                  <a:lnTo>
                    <a:pt x="8784513" y="2539675"/>
                  </a:lnTo>
                  <a:lnTo>
                    <a:pt x="8807673" y="2410004"/>
                  </a:lnTo>
                  <a:lnTo>
                    <a:pt x="8830826" y="2283531"/>
                  </a:lnTo>
                  <a:lnTo>
                    <a:pt x="8853985" y="2160518"/>
                  </a:lnTo>
                  <a:lnTo>
                    <a:pt x="8877169" y="2041187"/>
                  </a:lnTo>
                  <a:lnTo>
                    <a:pt x="8900400" y="1925723"/>
                  </a:lnTo>
                  <a:lnTo>
                    <a:pt x="8923707" y="1814271"/>
                  </a:lnTo>
                  <a:lnTo>
                    <a:pt x="8947127" y="1706940"/>
                  </a:lnTo>
                  <a:lnTo>
                    <a:pt x="8970700" y="1603799"/>
                  </a:lnTo>
                  <a:lnTo>
                    <a:pt x="8994475" y="1504885"/>
                  </a:lnTo>
                  <a:lnTo>
                    <a:pt x="9018511" y="1410199"/>
                  </a:lnTo>
                  <a:lnTo>
                    <a:pt x="9042872" y="1319712"/>
                  </a:lnTo>
                  <a:lnTo>
                    <a:pt x="9067635" y="1233366"/>
                  </a:lnTo>
                  <a:lnTo>
                    <a:pt x="9084767" y="1176911"/>
                  </a:lnTo>
                  <a:lnTo>
                    <a:pt x="9124742" y="1055451"/>
                  </a:lnTo>
                  <a:lnTo>
                    <a:pt x="9166431" y="943720"/>
                  </a:lnTo>
                  <a:lnTo>
                    <a:pt x="9210279" y="841438"/>
                  </a:lnTo>
                  <a:lnTo>
                    <a:pt x="9256775" y="748028"/>
                  </a:lnTo>
                  <a:lnTo>
                    <a:pt x="9306432" y="662771"/>
                  </a:lnTo>
                  <a:lnTo>
                    <a:pt x="9359760" y="584902"/>
                  </a:lnTo>
                  <a:lnTo>
                    <a:pt x="9417241" y="513683"/>
                  </a:lnTo>
                  <a:lnTo>
                    <a:pt x="9479297" y="448438"/>
                  </a:lnTo>
                  <a:lnTo>
                    <a:pt x="9546240" y="388584"/>
                  </a:lnTo>
                  <a:lnTo>
                    <a:pt x="9618219" y="333643"/>
                  </a:lnTo>
                  <a:lnTo>
                    <a:pt x="9695147" y="283250"/>
                  </a:lnTo>
                  <a:lnTo>
                    <a:pt x="9776616" y="237159"/>
                  </a:lnTo>
                  <a:lnTo>
                    <a:pt x="9861820" y="195232"/>
                  </a:lnTo>
                  <a:lnTo>
                    <a:pt x="9949485" y="157435"/>
                  </a:lnTo>
                  <a:lnTo>
                    <a:pt x="10037839" y="123808"/>
                  </a:lnTo>
                  <a:lnTo>
                    <a:pt x="10124648" y="94431"/>
                  </a:lnTo>
                  <a:lnTo>
                    <a:pt x="10207340" y="69380"/>
                  </a:lnTo>
                  <a:lnTo>
                    <a:pt x="10283229" y="48672"/>
                  </a:lnTo>
                  <a:lnTo>
                    <a:pt x="10349818" y="32215"/>
                  </a:lnTo>
                  <a:lnTo>
                    <a:pt x="10405138" y="19774"/>
                  </a:lnTo>
                  <a:lnTo>
                    <a:pt x="10448051" y="10958"/>
                  </a:lnTo>
                  <a:lnTo>
                    <a:pt x="10478454" y="5233"/>
                  </a:lnTo>
                  <a:lnTo>
                    <a:pt x="10497350" y="1963"/>
                  </a:lnTo>
                  <a:lnTo>
                    <a:pt x="10506785" y="459"/>
                  </a:lnTo>
                  <a:lnTo>
                    <a:pt x="10509724" y="25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35" name="pl235"/>
            <p:cNvSpPr/>
            <p:nvPr/>
          </p:nvSpPr>
          <p:spPr>
            <a:xfrm>
              <a:off x="4799595" y="3320651"/>
              <a:ext cx="11981298" cy="7061470"/>
            </a:xfrm>
            <a:custGeom>
              <a:avLst/>
              <a:pathLst>
                <a:path w="11981298" h="7061470">
                  <a:moveTo>
                    <a:pt x="11981298" y="0"/>
                  </a:moveTo>
                  <a:lnTo>
                    <a:pt x="10509911" y="0"/>
                  </a:lnTo>
                  <a:lnTo>
                    <a:pt x="10509160" y="106"/>
                  </a:lnTo>
                  <a:lnTo>
                    <a:pt x="10504186" y="861"/>
                  </a:lnTo>
                  <a:lnTo>
                    <a:pt x="10491505" y="2945"/>
                  </a:lnTo>
                  <a:lnTo>
                    <a:pt x="10468480" y="7056"/>
                  </a:lnTo>
                  <a:lnTo>
                    <a:pt x="10433444" y="13870"/>
                  </a:lnTo>
                  <a:lnTo>
                    <a:pt x="10385809" y="23990"/>
                  </a:lnTo>
                  <a:lnTo>
                    <a:pt x="10326080" y="37899"/>
                  </a:lnTo>
                  <a:lnTo>
                    <a:pt x="10255737" y="55931"/>
                  </a:lnTo>
                  <a:lnTo>
                    <a:pt x="10176987" y="78263"/>
                  </a:lnTo>
                  <a:lnTo>
                    <a:pt x="10092437" y="104943"/>
                  </a:lnTo>
                  <a:lnTo>
                    <a:pt x="10004762" y="135923"/>
                  </a:lnTo>
                  <a:lnTo>
                    <a:pt x="9916427" y="171122"/>
                  </a:lnTo>
                  <a:lnTo>
                    <a:pt x="9829504" y="210469"/>
                  </a:lnTo>
                  <a:lnTo>
                    <a:pt x="9745578" y="253948"/>
                  </a:lnTo>
                  <a:lnTo>
                    <a:pt x="9665740" y="301631"/>
                  </a:lnTo>
                  <a:lnTo>
                    <a:pt x="9590639" y="353694"/>
                  </a:lnTo>
                  <a:lnTo>
                    <a:pt x="9520552" y="410428"/>
                  </a:lnTo>
                  <a:lnTo>
                    <a:pt x="9455469" y="472241"/>
                  </a:lnTo>
                  <a:lnTo>
                    <a:pt x="9395173" y="539652"/>
                  </a:lnTo>
                  <a:lnTo>
                    <a:pt x="9339302" y="613282"/>
                  </a:lnTo>
                  <a:lnTo>
                    <a:pt x="9287410" y="693832"/>
                  </a:lnTo>
                  <a:lnTo>
                    <a:pt x="9238999" y="782057"/>
                  </a:lnTo>
                  <a:lnTo>
                    <a:pt x="9193555" y="878714"/>
                  </a:lnTo>
                  <a:lnTo>
                    <a:pt x="9150572" y="984483"/>
                  </a:lnTo>
                  <a:lnTo>
                    <a:pt x="9109574" y="1099852"/>
                  </a:lnTo>
                  <a:lnTo>
                    <a:pt x="9084767" y="1176911"/>
                  </a:lnTo>
                  <a:lnTo>
                    <a:pt x="9059681" y="1260486"/>
                  </a:lnTo>
                  <a:lnTo>
                    <a:pt x="9035055" y="1348147"/>
                  </a:lnTo>
                  <a:lnTo>
                    <a:pt x="9010805" y="1439969"/>
                  </a:lnTo>
                  <a:lnTo>
                    <a:pt x="8986860" y="1536003"/>
                  </a:lnTo>
                  <a:lnTo>
                    <a:pt x="8963155" y="1636268"/>
                  </a:lnTo>
                  <a:lnTo>
                    <a:pt x="8939636" y="1740752"/>
                  </a:lnTo>
                  <a:lnTo>
                    <a:pt x="8916256" y="1849408"/>
                  </a:lnTo>
                  <a:lnTo>
                    <a:pt x="8892976" y="1962154"/>
                  </a:lnTo>
                  <a:lnTo>
                    <a:pt x="8869763" y="2078870"/>
                  </a:lnTo>
                  <a:lnTo>
                    <a:pt x="8846590" y="2199399"/>
                  </a:lnTo>
                  <a:lnTo>
                    <a:pt x="8823435" y="2323543"/>
                  </a:lnTo>
                  <a:lnTo>
                    <a:pt x="8800281" y="2451067"/>
                  </a:lnTo>
                  <a:lnTo>
                    <a:pt x="8777116" y="2581698"/>
                  </a:lnTo>
                  <a:lnTo>
                    <a:pt x="8753933" y="2715127"/>
                  </a:lnTo>
                  <a:lnTo>
                    <a:pt x="8730728" y="2851013"/>
                  </a:lnTo>
                  <a:lnTo>
                    <a:pt x="8707499" y="2988982"/>
                  </a:lnTo>
                  <a:lnTo>
                    <a:pt x="8684248" y="3128636"/>
                  </a:lnTo>
                  <a:lnTo>
                    <a:pt x="8660978" y="3269555"/>
                  </a:lnTo>
                  <a:lnTo>
                    <a:pt x="8637697" y="3411301"/>
                  </a:lnTo>
                  <a:lnTo>
                    <a:pt x="8614409" y="3553428"/>
                  </a:lnTo>
                  <a:lnTo>
                    <a:pt x="8591123" y="3695483"/>
                  </a:lnTo>
                  <a:lnTo>
                    <a:pt x="8567845" y="3837014"/>
                  </a:lnTo>
                  <a:lnTo>
                    <a:pt x="8544581" y="3977575"/>
                  </a:lnTo>
                  <a:lnTo>
                    <a:pt x="8521336" y="4116736"/>
                  </a:lnTo>
                  <a:lnTo>
                    <a:pt x="8498115" y="4254082"/>
                  </a:lnTo>
                  <a:lnTo>
                    <a:pt x="8474916" y="4389223"/>
                  </a:lnTo>
                  <a:lnTo>
                    <a:pt x="8451740" y="4521794"/>
                  </a:lnTo>
                  <a:lnTo>
                    <a:pt x="8428580" y="4651465"/>
                  </a:lnTo>
                  <a:lnTo>
                    <a:pt x="8405427" y="4777938"/>
                  </a:lnTo>
                  <a:lnTo>
                    <a:pt x="8382268" y="4900952"/>
                  </a:lnTo>
                  <a:lnTo>
                    <a:pt x="8359085" y="5020283"/>
                  </a:lnTo>
                  <a:lnTo>
                    <a:pt x="8335854" y="5135747"/>
                  </a:lnTo>
                  <a:lnTo>
                    <a:pt x="8312546" y="5247199"/>
                  </a:lnTo>
                  <a:lnTo>
                    <a:pt x="8289126" y="5354530"/>
                  </a:lnTo>
                  <a:lnTo>
                    <a:pt x="8265554" y="5457670"/>
                  </a:lnTo>
                  <a:lnTo>
                    <a:pt x="8241778" y="5556584"/>
                  </a:lnTo>
                  <a:lnTo>
                    <a:pt x="8217743" y="5651270"/>
                  </a:lnTo>
                  <a:lnTo>
                    <a:pt x="8193382" y="5741757"/>
                  </a:lnTo>
                  <a:lnTo>
                    <a:pt x="8168618" y="5828104"/>
                  </a:lnTo>
                  <a:lnTo>
                    <a:pt x="8151487" y="5884558"/>
                  </a:lnTo>
                  <a:lnTo>
                    <a:pt x="8111511" y="6006019"/>
                  </a:lnTo>
                  <a:lnTo>
                    <a:pt x="8069822" y="6117750"/>
                  </a:lnTo>
                  <a:lnTo>
                    <a:pt x="8025974" y="6220032"/>
                  </a:lnTo>
                  <a:lnTo>
                    <a:pt x="7979478" y="6313441"/>
                  </a:lnTo>
                  <a:lnTo>
                    <a:pt x="7929821" y="6398699"/>
                  </a:lnTo>
                  <a:lnTo>
                    <a:pt x="7876493" y="6476567"/>
                  </a:lnTo>
                  <a:lnTo>
                    <a:pt x="7819012" y="6547787"/>
                  </a:lnTo>
                  <a:lnTo>
                    <a:pt x="7756957" y="6613032"/>
                  </a:lnTo>
                  <a:lnTo>
                    <a:pt x="7690013" y="6672886"/>
                  </a:lnTo>
                  <a:lnTo>
                    <a:pt x="7618034" y="6727827"/>
                  </a:lnTo>
                  <a:lnTo>
                    <a:pt x="7541106" y="6778219"/>
                  </a:lnTo>
                  <a:lnTo>
                    <a:pt x="7459638" y="6824311"/>
                  </a:lnTo>
                  <a:lnTo>
                    <a:pt x="7374433" y="6866237"/>
                  </a:lnTo>
                  <a:lnTo>
                    <a:pt x="7286768" y="6904034"/>
                  </a:lnTo>
                  <a:lnTo>
                    <a:pt x="7198414" y="6937662"/>
                  </a:lnTo>
                  <a:lnTo>
                    <a:pt x="7111606" y="6967038"/>
                  </a:lnTo>
                  <a:lnTo>
                    <a:pt x="7028913" y="6992089"/>
                  </a:lnTo>
                  <a:lnTo>
                    <a:pt x="6953024" y="7012798"/>
                  </a:lnTo>
                  <a:lnTo>
                    <a:pt x="6886435" y="7029255"/>
                  </a:lnTo>
                  <a:lnTo>
                    <a:pt x="6831115" y="7041695"/>
                  </a:lnTo>
                  <a:lnTo>
                    <a:pt x="6788203" y="7050511"/>
                  </a:lnTo>
                  <a:lnTo>
                    <a:pt x="6757799" y="7056236"/>
                  </a:lnTo>
                  <a:lnTo>
                    <a:pt x="6738903" y="7059506"/>
                  </a:lnTo>
                  <a:lnTo>
                    <a:pt x="6729468" y="7061011"/>
                  </a:lnTo>
                  <a:lnTo>
                    <a:pt x="6726529" y="7061444"/>
                  </a:lnTo>
                  <a:lnTo>
                    <a:pt x="6726343" y="7061470"/>
                  </a:lnTo>
                  <a:lnTo>
                    <a:pt x="5254955" y="7061470"/>
                  </a:lnTo>
                  <a:lnTo>
                    <a:pt x="5253875" y="7061386"/>
                  </a:lnTo>
                  <a:lnTo>
                    <a:pt x="5246767" y="7060786"/>
                  </a:lnTo>
                  <a:lnTo>
                    <a:pt x="5228822" y="7059129"/>
                  </a:lnTo>
                  <a:lnTo>
                    <a:pt x="5196666" y="7055864"/>
                  </a:lnTo>
                  <a:lnTo>
                    <a:pt x="5148595" y="7050481"/>
                  </a:lnTo>
                  <a:lnTo>
                    <a:pt x="5084699" y="7042555"/>
                  </a:lnTo>
                  <a:lnTo>
                    <a:pt x="5006749" y="7031789"/>
                  </a:lnTo>
                  <a:lnTo>
                    <a:pt x="4917799" y="7018023"/>
                  </a:lnTo>
                  <a:lnTo>
                    <a:pt x="4821603" y="7001219"/>
                  </a:lnTo>
                  <a:lnTo>
                    <a:pt x="4722005" y="6981417"/>
                  </a:lnTo>
                  <a:lnTo>
                    <a:pt x="4622445" y="6958683"/>
                  </a:lnTo>
                  <a:lnTo>
                    <a:pt x="4525661" y="6933058"/>
                  </a:lnTo>
                  <a:lnTo>
                    <a:pt x="4433580" y="6904522"/>
                  </a:lnTo>
                  <a:lnTo>
                    <a:pt x="4347363" y="6872964"/>
                  </a:lnTo>
                  <a:lnTo>
                    <a:pt x="4267526" y="6838176"/>
                  </a:lnTo>
                  <a:lnTo>
                    <a:pt x="4194093" y="6799843"/>
                  </a:lnTo>
                  <a:lnTo>
                    <a:pt x="4126742" y="6757552"/>
                  </a:lnTo>
                  <a:lnTo>
                    <a:pt x="4064930" y="6710800"/>
                  </a:lnTo>
                  <a:lnTo>
                    <a:pt x="4007981" y="6659018"/>
                  </a:lnTo>
                  <a:lnTo>
                    <a:pt x="3955161" y="6601603"/>
                  </a:lnTo>
                  <a:lnTo>
                    <a:pt x="3905731" y="6537984"/>
                  </a:lnTo>
                  <a:lnTo>
                    <a:pt x="3858984" y="6467720"/>
                  </a:lnTo>
                  <a:lnTo>
                    <a:pt x="3829811" y="6418528"/>
                  </a:lnTo>
                  <a:lnTo>
                    <a:pt x="3796689" y="6357580"/>
                  </a:lnTo>
                  <a:lnTo>
                    <a:pt x="3764325" y="6292692"/>
                  </a:lnTo>
                  <a:lnTo>
                    <a:pt x="3732538" y="6223783"/>
                  </a:lnTo>
                  <a:lnTo>
                    <a:pt x="3701177" y="6150822"/>
                  </a:lnTo>
                  <a:lnTo>
                    <a:pt x="3670117" y="6073830"/>
                  </a:lnTo>
                  <a:lnTo>
                    <a:pt x="3639258" y="5992886"/>
                  </a:lnTo>
                  <a:lnTo>
                    <a:pt x="3608520" y="5908133"/>
                  </a:lnTo>
                  <a:lnTo>
                    <a:pt x="3577840" y="5819777"/>
                  </a:lnTo>
                  <a:lnTo>
                    <a:pt x="3547174" y="5728088"/>
                  </a:lnTo>
                  <a:lnTo>
                    <a:pt x="3516492" y="5633402"/>
                  </a:lnTo>
                  <a:lnTo>
                    <a:pt x="3485775" y="5536113"/>
                  </a:lnTo>
                  <a:lnTo>
                    <a:pt x="3455017" y="5436672"/>
                  </a:lnTo>
                  <a:lnTo>
                    <a:pt x="3424221" y="5335576"/>
                  </a:lnTo>
                  <a:lnTo>
                    <a:pt x="3393395" y="5233359"/>
                  </a:lnTo>
                  <a:lnTo>
                    <a:pt x="3362553" y="5130581"/>
                  </a:lnTo>
                  <a:lnTo>
                    <a:pt x="3331711" y="5027814"/>
                  </a:lnTo>
                  <a:lnTo>
                    <a:pt x="3300886" y="4925632"/>
                  </a:lnTo>
                  <a:lnTo>
                    <a:pt x="3270091" y="4824592"/>
                  </a:lnTo>
                  <a:lnTo>
                    <a:pt x="3239335" y="4725228"/>
                  </a:lnTo>
                  <a:lnTo>
                    <a:pt x="3208620" y="4628035"/>
                  </a:lnTo>
                  <a:lnTo>
                    <a:pt x="3177939" y="4533462"/>
                  </a:lnTo>
                  <a:lnTo>
                    <a:pt x="3147273" y="4441901"/>
                  </a:lnTo>
                  <a:lnTo>
                    <a:pt x="3116592" y="4353684"/>
                  </a:lnTo>
                  <a:lnTo>
                    <a:pt x="3085850" y="4269080"/>
                  </a:lnTo>
                  <a:lnTo>
                    <a:pt x="3054985" y="4188293"/>
                  </a:lnTo>
                  <a:lnTo>
                    <a:pt x="3023915" y="4111461"/>
                  </a:lnTo>
                  <a:lnTo>
                    <a:pt x="2992539" y="4038662"/>
                  </a:lnTo>
                  <a:lnTo>
                    <a:pt x="2960732" y="3969915"/>
                  </a:lnTo>
                  <a:lnTo>
                    <a:pt x="2928342" y="3905187"/>
                  </a:lnTo>
                  <a:lnTo>
                    <a:pt x="2896531" y="3846757"/>
                  </a:lnTo>
                  <a:lnTo>
                    <a:pt x="2851183" y="3772079"/>
                  </a:lnTo>
                  <a:lnTo>
                    <a:pt x="2803569" y="3704188"/>
                  </a:lnTo>
                  <a:lnTo>
                    <a:pt x="2753030" y="3642811"/>
                  </a:lnTo>
                  <a:lnTo>
                    <a:pt x="2698843" y="3587445"/>
                  </a:lnTo>
                  <a:lnTo>
                    <a:pt x="2640265" y="3537500"/>
                  </a:lnTo>
                  <a:lnTo>
                    <a:pt x="2576577" y="3492379"/>
                  </a:lnTo>
                  <a:lnTo>
                    <a:pt x="2507141" y="3451533"/>
                  </a:lnTo>
                  <a:lnTo>
                    <a:pt x="2431477" y="3414489"/>
                  </a:lnTo>
                  <a:lnTo>
                    <a:pt x="2349372" y="3380867"/>
                  </a:lnTo>
                  <a:lnTo>
                    <a:pt x="2261004" y="3350391"/>
                  </a:lnTo>
                  <a:lnTo>
                    <a:pt x="2167099" y="3322886"/>
                  </a:lnTo>
                  <a:lnTo>
                    <a:pt x="2069077" y="3298276"/>
                  </a:lnTo>
                  <a:lnTo>
                    <a:pt x="1969151" y="3276566"/>
                  </a:lnTo>
                  <a:lnTo>
                    <a:pt x="1870328" y="3257812"/>
                  </a:lnTo>
                  <a:lnTo>
                    <a:pt x="1776234" y="3242075"/>
                  </a:lnTo>
                  <a:lnTo>
                    <a:pt x="1690748" y="3229373"/>
                  </a:lnTo>
                  <a:lnTo>
                    <a:pt x="1617447" y="3219631"/>
                  </a:lnTo>
                  <a:lnTo>
                    <a:pt x="1558995" y="3212640"/>
                  </a:lnTo>
                  <a:lnTo>
                    <a:pt x="1516603" y="3208056"/>
                  </a:lnTo>
                  <a:lnTo>
                    <a:pt x="1489730" y="3205418"/>
                  </a:lnTo>
                  <a:lnTo>
                    <a:pt x="1476058" y="3204196"/>
                  </a:lnTo>
                  <a:lnTo>
                    <a:pt x="1471687" y="3203838"/>
                  </a:lnTo>
                  <a:lnTo>
                    <a:pt x="1471387" y="3203815"/>
                  </a:lnTo>
                  <a:lnTo>
                    <a:pt x="0" y="320381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36" name="pg236"/>
            <p:cNvSpPr/>
            <p:nvPr/>
          </p:nvSpPr>
          <p:spPr>
            <a:xfrm>
              <a:off x="4799595" y="3753820"/>
              <a:ext cx="11981298" cy="6660993"/>
            </a:xfrm>
            <a:custGeom>
              <a:avLst/>
              <a:pathLst>
                <a:path w="11981298" h="6660993">
                  <a:moveTo>
                    <a:pt x="0" y="2795165"/>
                  </a:moveTo>
                  <a:lnTo>
                    <a:pt x="1471387" y="2795165"/>
                  </a:lnTo>
                  <a:lnTo>
                    <a:pt x="1472466" y="2795249"/>
                  </a:lnTo>
                  <a:lnTo>
                    <a:pt x="1479571" y="2795850"/>
                  </a:lnTo>
                  <a:lnTo>
                    <a:pt x="1497507" y="2797510"/>
                  </a:lnTo>
                  <a:lnTo>
                    <a:pt x="1529647" y="2800780"/>
                  </a:lnTo>
                  <a:lnTo>
                    <a:pt x="1577697" y="2806171"/>
                  </a:lnTo>
                  <a:lnTo>
                    <a:pt x="1641566" y="2814110"/>
                  </a:lnTo>
                  <a:lnTo>
                    <a:pt x="1719487" y="2824894"/>
                  </a:lnTo>
                  <a:lnTo>
                    <a:pt x="1808409" y="2838682"/>
                  </a:lnTo>
                  <a:lnTo>
                    <a:pt x="1904580" y="2855514"/>
                  </a:lnTo>
                  <a:lnTo>
                    <a:pt x="2004158" y="2875349"/>
                  </a:lnTo>
                  <a:lnTo>
                    <a:pt x="2103703" y="2898122"/>
                  </a:lnTo>
                  <a:lnTo>
                    <a:pt x="2200478" y="2923790"/>
                  </a:lnTo>
                  <a:lnTo>
                    <a:pt x="2292554" y="2952376"/>
                  </a:lnTo>
                  <a:lnTo>
                    <a:pt x="2378771" y="2983987"/>
                  </a:lnTo>
                  <a:lnTo>
                    <a:pt x="2458611" y="3018834"/>
                  </a:lnTo>
                  <a:lnTo>
                    <a:pt x="2532048" y="3057231"/>
                  </a:lnTo>
                  <a:lnTo>
                    <a:pt x="2599403" y="3099591"/>
                  </a:lnTo>
                  <a:lnTo>
                    <a:pt x="2661221" y="3146419"/>
                  </a:lnTo>
                  <a:lnTo>
                    <a:pt x="2718175" y="3198284"/>
                  </a:lnTo>
                  <a:lnTo>
                    <a:pt x="2770998" y="3255789"/>
                  </a:lnTo>
                  <a:lnTo>
                    <a:pt x="2820431" y="3319508"/>
                  </a:lnTo>
                  <a:lnTo>
                    <a:pt x="2867178" y="3389882"/>
                  </a:lnTo>
                  <a:lnTo>
                    <a:pt x="2896531" y="3439470"/>
                  </a:lnTo>
                  <a:lnTo>
                    <a:pt x="2929623" y="3500487"/>
                  </a:lnTo>
                  <a:lnTo>
                    <a:pt x="2961957" y="3565447"/>
                  </a:lnTo>
                  <a:lnTo>
                    <a:pt x="2993716" y="3634427"/>
                  </a:lnTo>
                  <a:lnTo>
                    <a:pt x="3025049" y="3707461"/>
                  </a:lnTo>
                  <a:lnTo>
                    <a:pt x="3056080" y="3784528"/>
                  </a:lnTo>
                  <a:lnTo>
                    <a:pt x="3086911" y="3865547"/>
                  </a:lnTo>
                  <a:lnTo>
                    <a:pt x="3117621" y="3950377"/>
                  </a:lnTo>
                  <a:lnTo>
                    <a:pt x="3148273" y="4038814"/>
                  </a:lnTo>
                  <a:lnTo>
                    <a:pt x="3178910" y="4130586"/>
                  </a:lnTo>
                  <a:lnTo>
                    <a:pt x="3209563" y="4225359"/>
                  </a:lnTo>
                  <a:lnTo>
                    <a:pt x="3240251" y="4322739"/>
                  </a:lnTo>
                  <a:lnTo>
                    <a:pt x="3270980" y="4422277"/>
                  </a:lnTo>
                  <a:lnTo>
                    <a:pt x="3301747" y="4523476"/>
                  </a:lnTo>
                  <a:lnTo>
                    <a:pt x="3332544" y="4625803"/>
                  </a:lnTo>
                  <a:lnTo>
                    <a:pt x="3363357" y="4728699"/>
                  </a:lnTo>
                  <a:lnTo>
                    <a:pt x="3394169" y="4831592"/>
                  </a:lnTo>
                  <a:lnTo>
                    <a:pt x="3424966" y="4933909"/>
                  </a:lnTo>
                  <a:lnTo>
                    <a:pt x="3455733" y="5035091"/>
                  </a:lnTo>
                  <a:lnTo>
                    <a:pt x="3486461" y="5134606"/>
                  </a:lnTo>
                  <a:lnTo>
                    <a:pt x="3517148" y="5231957"/>
                  </a:lnTo>
                  <a:lnTo>
                    <a:pt x="3547801" y="5326696"/>
                  </a:lnTo>
                  <a:lnTo>
                    <a:pt x="3578439" y="5418430"/>
                  </a:lnTo>
                  <a:lnTo>
                    <a:pt x="3609090" y="5506824"/>
                  </a:lnTo>
                  <a:lnTo>
                    <a:pt x="3639801" y="5591610"/>
                  </a:lnTo>
                  <a:lnTo>
                    <a:pt x="3670634" y="5672582"/>
                  </a:lnTo>
                  <a:lnTo>
                    <a:pt x="3701669" y="5749600"/>
                  </a:lnTo>
                  <a:lnTo>
                    <a:pt x="3733006" y="5822586"/>
                  </a:lnTo>
                  <a:lnTo>
                    <a:pt x="3764771" y="5891518"/>
                  </a:lnTo>
                  <a:lnTo>
                    <a:pt x="3797113" y="5956429"/>
                  </a:lnTo>
                  <a:lnTo>
                    <a:pt x="3829811" y="6016688"/>
                  </a:lnTo>
                  <a:lnTo>
                    <a:pt x="3875151" y="6091512"/>
                  </a:lnTo>
                  <a:lnTo>
                    <a:pt x="3922756" y="6159536"/>
                  </a:lnTo>
                  <a:lnTo>
                    <a:pt x="3973284" y="6221036"/>
                  </a:lnTo>
                  <a:lnTo>
                    <a:pt x="4027459" y="6276512"/>
                  </a:lnTo>
                  <a:lnTo>
                    <a:pt x="4086022" y="6326558"/>
                  </a:lnTo>
                  <a:lnTo>
                    <a:pt x="4149694" y="6371771"/>
                  </a:lnTo>
                  <a:lnTo>
                    <a:pt x="4219111" y="6412701"/>
                  </a:lnTo>
                  <a:lnTo>
                    <a:pt x="4294752" y="6449822"/>
                  </a:lnTo>
                  <a:lnTo>
                    <a:pt x="4376833" y="6483514"/>
                  </a:lnTo>
                  <a:lnTo>
                    <a:pt x="4465175" y="6514055"/>
                  </a:lnTo>
                  <a:lnTo>
                    <a:pt x="4559053" y="6541619"/>
                  </a:lnTo>
                  <a:lnTo>
                    <a:pt x="4657052" y="6566282"/>
                  </a:lnTo>
                  <a:lnTo>
                    <a:pt x="4756958" y="6588040"/>
                  </a:lnTo>
                  <a:lnTo>
                    <a:pt x="4855770" y="6606839"/>
                  </a:lnTo>
                  <a:lnTo>
                    <a:pt x="4949864" y="6622614"/>
                  </a:lnTo>
                  <a:lnTo>
                    <a:pt x="5035365" y="6635348"/>
                  </a:lnTo>
                  <a:lnTo>
                    <a:pt x="5108693" y="6645118"/>
                  </a:lnTo>
                  <a:lnTo>
                    <a:pt x="5167184" y="6652131"/>
                  </a:lnTo>
                  <a:lnTo>
                    <a:pt x="5209622" y="6656731"/>
                  </a:lnTo>
                  <a:lnTo>
                    <a:pt x="5236542" y="6659380"/>
                  </a:lnTo>
                  <a:lnTo>
                    <a:pt x="5250253" y="6660609"/>
                  </a:lnTo>
                  <a:lnTo>
                    <a:pt x="5254650" y="6660970"/>
                  </a:lnTo>
                  <a:lnTo>
                    <a:pt x="5254955" y="6660993"/>
                  </a:lnTo>
                  <a:lnTo>
                    <a:pt x="6726343" y="6660993"/>
                  </a:lnTo>
                  <a:lnTo>
                    <a:pt x="6727118" y="6660890"/>
                  </a:lnTo>
                  <a:lnTo>
                    <a:pt x="6732256" y="6660154"/>
                  </a:lnTo>
                  <a:lnTo>
                    <a:pt x="6745345" y="6658122"/>
                  </a:lnTo>
                  <a:lnTo>
                    <a:pt x="6769085" y="6654115"/>
                  </a:lnTo>
                  <a:lnTo>
                    <a:pt x="6805157" y="6647476"/>
                  </a:lnTo>
                  <a:lnTo>
                    <a:pt x="6854112" y="6637622"/>
                  </a:lnTo>
                  <a:lnTo>
                    <a:pt x="6915360" y="6624091"/>
                  </a:lnTo>
                  <a:lnTo>
                    <a:pt x="6987306" y="6606570"/>
                  </a:lnTo>
                  <a:lnTo>
                    <a:pt x="7067620" y="6584896"/>
                  </a:lnTo>
                  <a:lnTo>
                    <a:pt x="7153586" y="6559036"/>
                  </a:lnTo>
                  <a:lnTo>
                    <a:pt x="7242449" y="6529040"/>
                  </a:lnTo>
                  <a:lnTo>
                    <a:pt x="7331700" y="6494989"/>
                  </a:lnTo>
                  <a:lnTo>
                    <a:pt x="7419259" y="6456948"/>
                  </a:lnTo>
                  <a:lnTo>
                    <a:pt x="7503561" y="6414921"/>
                  </a:lnTo>
                  <a:lnTo>
                    <a:pt x="7583548" y="6368825"/>
                  </a:lnTo>
                  <a:lnTo>
                    <a:pt x="7658621" y="6318468"/>
                  </a:lnTo>
                  <a:lnTo>
                    <a:pt x="7728549" y="6263547"/>
                  </a:lnTo>
                  <a:lnTo>
                    <a:pt x="7793388" y="6203645"/>
                  </a:lnTo>
                  <a:lnTo>
                    <a:pt x="7853398" y="6138236"/>
                  </a:lnTo>
                  <a:lnTo>
                    <a:pt x="7908973" y="6066697"/>
                  </a:lnTo>
                  <a:lnTo>
                    <a:pt x="7960592" y="5988328"/>
                  </a:lnTo>
                  <a:lnTo>
                    <a:pt x="8008774" y="5902391"/>
                  </a:lnTo>
                  <a:lnTo>
                    <a:pt x="8054052" y="5808157"/>
                  </a:lnTo>
                  <a:lnTo>
                    <a:pt x="8096943" y="5704998"/>
                  </a:lnTo>
                  <a:lnTo>
                    <a:pt x="8137927" y="5592517"/>
                  </a:lnTo>
                  <a:lnTo>
                    <a:pt x="8151487" y="5552190"/>
                  </a:lnTo>
                  <a:lnTo>
                    <a:pt x="8177294" y="5471109"/>
                  </a:lnTo>
                  <a:lnTo>
                    <a:pt x="8202616" y="5385950"/>
                  </a:lnTo>
                  <a:lnTo>
                    <a:pt x="8227544" y="5296635"/>
                  </a:lnTo>
                  <a:lnTo>
                    <a:pt x="8252157" y="5203116"/>
                  </a:lnTo>
                  <a:lnTo>
                    <a:pt x="8276522" y="5105376"/>
                  </a:lnTo>
                  <a:lnTo>
                    <a:pt x="8300698" y="5003432"/>
                  </a:lnTo>
                  <a:lnTo>
                    <a:pt x="8324734" y="4897338"/>
                  </a:lnTo>
                  <a:lnTo>
                    <a:pt x="8348672" y="4787184"/>
                  </a:lnTo>
                  <a:lnTo>
                    <a:pt x="8372546" y="4673104"/>
                  </a:lnTo>
                  <a:lnTo>
                    <a:pt x="8396385" y="4555268"/>
                  </a:lnTo>
                  <a:lnTo>
                    <a:pt x="8420210" y="4433889"/>
                  </a:lnTo>
                  <a:lnTo>
                    <a:pt x="8444039" y="4309222"/>
                  </a:lnTo>
                  <a:lnTo>
                    <a:pt x="8467882" y="4181558"/>
                  </a:lnTo>
                  <a:lnTo>
                    <a:pt x="8491747" y="4051228"/>
                  </a:lnTo>
                  <a:lnTo>
                    <a:pt x="8515636" y="3918596"/>
                  </a:lnTo>
                  <a:lnTo>
                    <a:pt x="8539550" y="3784055"/>
                  </a:lnTo>
                  <a:lnTo>
                    <a:pt x="8563485" y="3648026"/>
                  </a:lnTo>
                  <a:lnTo>
                    <a:pt x="8587437" y="3510949"/>
                  </a:lnTo>
                  <a:lnTo>
                    <a:pt x="8611399" y="3373277"/>
                  </a:lnTo>
                  <a:lnTo>
                    <a:pt x="8635362" y="3235476"/>
                  </a:lnTo>
                  <a:lnTo>
                    <a:pt x="8659321" y="3098008"/>
                  </a:lnTo>
                  <a:lnTo>
                    <a:pt x="8683266" y="2961335"/>
                  </a:lnTo>
                  <a:lnTo>
                    <a:pt x="8707192" y="2825905"/>
                  </a:lnTo>
                  <a:lnTo>
                    <a:pt x="8731096" y="2692151"/>
                  </a:lnTo>
                  <a:lnTo>
                    <a:pt x="8754974" y="2560482"/>
                  </a:lnTo>
                  <a:lnTo>
                    <a:pt x="8778829" y="2431278"/>
                  </a:lnTo>
                  <a:lnTo>
                    <a:pt x="8802664" y="2304890"/>
                  </a:lnTo>
                  <a:lnTo>
                    <a:pt x="8826490" y="2181631"/>
                  </a:lnTo>
                  <a:lnTo>
                    <a:pt x="8850319" y="2061777"/>
                  </a:lnTo>
                  <a:lnTo>
                    <a:pt x="8874170" y="1945564"/>
                  </a:lnTo>
                  <a:lnTo>
                    <a:pt x="8898069" y="1833187"/>
                  </a:lnTo>
                  <a:lnTo>
                    <a:pt x="8922045" y="1724799"/>
                  </a:lnTo>
                  <a:lnTo>
                    <a:pt x="8946136" y="1620516"/>
                  </a:lnTo>
                  <a:lnTo>
                    <a:pt x="8970389" y="1520411"/>
                  </a:lnTo>
                  <a:lnTo>
                    <a:pt x="8994855" y="1424522"/>
                  </a:lnTo>
                  <a:lnTo>
                    <a:pt x="9019597" y="1332851"/>
                  </a:lnTo>
                  <a:lnTo>
                    <a:pt x="9044688" y="1245366"/>
                  </a:lnTo>
                  <a:lnTo>
                    <a:pt x="9070211" y="1162006"/>
                  </a:lnTo>
                  <a:lnTo>
                    <a:pt x="9084767" y="1116976"/>
                  </a:lnTo>
                  <a:lnTo>
                    <a:pt x="9125201" y="1001308"/>
                  </a:lnTo>
                  <a:lnTo>
                    <a:pt x="9167394" y="895012"/>
                  </a:lnTo>
                  <a:lnTo>
                    <a:pt x="9211804" y="797809"/>
                  </a:lnTo>
                  <a:lnTo>
                    <a:pt x="9258941" y="709133"/>
                  </a:lnTo>
                  <a:lnTo>
                    <a:pt x="9309334" y="628278"/>
                  </a:lnTo>
                  <a:lnTo>
                    <a:pt x="9363509" y="554501"/>
                  </a:lnTo>
                  <a:lnTo>
                    <a:pt x="9421964" y="487084"/>
                  </a:lnTo>
                  <a:lnTo>
                    <a:pt x="9485126" y="425377"/>
                  </a:lnTo>
                  <a:lnTo>
                    <a:pt x="9553308" y="368817"/>
                  </a:lnTo>
                  <a:lnTo>
                    <a:pt x="9626643" y="316950"/>
                  </a:lnTo>
                  <a:lnTo>
                    <a:pt x="9705008" y="269434"/>
                  </a:lnTo>
                  <a:lnTo>
                    <a:pt x="9787939" y="226039"/>
                  </a:lnTo>
                  <a:lnTo>
                    <a:pt x="9874542" y="186648"/>
                  </a:lnTo>
                  <a:lnTo>
                    <a:pt x="9963427" y="151238"/>
                  </a:lnTo>
                  <a:lnTo>
                    <a:pt x="10052684" y="119856"/>
                  </a:lnTo>
                  <a:lnTo>
                    <a:pt x="10139935" y="92583"/>
                  </a:lnTo>
                  <a:lnTo>
                    <a:pt x="10222482" y="69486"/>
                  </a:lnTo>
                  <a:lnTo>
                    <a:pt x="10297558" y="50565"/>
                  </a:lnTo>
                  <a:lnTo>
                    <a:pt x="10362660" y="35707"/>
                  </a:lnTo>
                  <a:lnTo>
                    <a:pt x="10415911" y="24649"/>
                  </a:lnTo>
                  <a:lnTo>
                    <a:pt x="10456354" y="16979"/>
                  </a:lnTo>
                  <a:lnTo>
                    <a:pt x="10484148" y="12149"/>
                  </a:lnTo>
                  <a:lnTo>
                    <a:pt x="10500599" y="9522"/>
                  </a:lnTo>
                  <a:lnTo>
                    <a:pt x="10508077" y="8422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9135" y="103"/>
                  </a:lnTo>
                  <a:lnTo>
                    <a:pt x="10503997" y="839"/>
                  </a:lnTo>
                  <a:lnTo>
                    <a:pt x="10490908" y="2871"/>
                  </a:lnTo>
                  <a:lnTo>
                    <a:pt x="10467168" y="6878"/>
                  </a:lnTo>
                  <a:lnTo>
                    <a:pt x="10431096" y="13517"/>
                  </a:lnTo>
                  <a:lnTo>
                    <a:pt x="10382141" y="23370"/>
                  </a:lnTo>
                  <a:lnTo>
                    <a:pt x="10320893" y="36901"/>
                  </a:lnTo>
                  <a:lnTo>
                    <a:pt x="10248948" y="54423"/>
                  </a:lnTo>
                  <a:lnTo>
                    <a:pt x="10168633" y="76096"/>
                  </a:lnTo>
                  <a:lnTo>
                    <a:pt x="10082667" y="101957"/>
                  </a:lnTo>
                  <a:lnTo>
                    <a:pt x="9993804" y="131953"/>
                  </a:lnTo>
                  <a:lnTo>
                    <a:pt x="9904554" y="166004"/>
                  </a:lnTo>
                  <a:lnTo>
                    <a:pt x="9816994" y="204044"/>
                  </a:lnTo>
                  <a:lnTo>
                    <a:pt x="9732692" y="246071"/>
                  </a:lnTo>
                  <a:lnTo>
                    <a:pt x="9652705" y="292168"/>
                  </a:lnTo>
                  <a:lnTo>
                    <a:pt x="9577633" y="342525"/>
                  </a:lnTo>
                  <a:lnTo>
                    <a:pt x="9507705" y="397445"/>
                  </a:lnTo>
                  <a:lnTo>
                    <a:pt x="9442865" y="457347"/>
                  </a:lnTo>
                  <a:lnTo>
                    <a:pt x="9382856" y="522756"/>
                  </a:lnTo>
                  <a:lnTo>
                    <a:pt x="9327280" y="594296"/>
                  </a:lnTo>
                  <a:lnTo>
                    <a:pt x="9275661" y="672664"/>
                  </a:lnTo>
                  <a:lnTo>
                    <a:pt x="9227479" y="758602"/>
                  </a:lnTo>
                  <a:lnTo>
                    <a:pt x="9182201" y="852836"/>
                  </a:lnTo>
                  <a:lnTo>
                    <a:pt x="9139310" y="955995"/>
                  </a:lnTo>
                  <a:lnTo>
                    <a:pt x="9098326" y="1068475"/>
                  </a:lnTo>
                  <a:lnTo>
                    <a:pt x="9084767" y="1108803"/>
                  </a:lnTo>
                  <a:lnTo>
                    <a:pt x="9058960" y="1189884"/>
                  </a:lnTo>
                  <a:lnTo>
                    <a:pt x="9033637" y="1275043"/>
                  </a:lnTo>
                  <a:lnTo>
                    <a:pt x="9008709" y="1364358"/>
                  </a:lnTo>
                  <a:lnTo>
                    <a:pt x="8984096" y="1457877"/>
                  </a:lnTo>
                  <a:lnTo>
                    <a:pt x="8959731" y="1555617"/>
                  </a:lnTo>
                  <a:lnTo>
                    <a:pt x="8935555" y="1657561"/>
                  </a:lnTo>
                  <a:lnTo>
                    <a:pt x="8911519" y="1763655"/>
                  </a:lnTo>
                  <a:lnTo>
                    <a:pt x="8887581" y="1873808"/>
                  </a:lnTo>
                  <a:lnTo>
                    <a:pt x="8863707" y="1987889"/>
                  </a:lnTo>
                  <a:lnTo>
                    <a:pt x="8839868" y="2105725"/>
                  </a:lnTo>
                  <a:lnTo>
                    <a:pt x="8816043" y="2227104"/>
                  </a:lnTo>
                  <a:lnTo>
                    <a:pt x="8792214" y="2351771"/>
                  </a:lnTo>
                  <a:lnTo>
                    <a:pt x="8768371" y="2479434"/>
                  </a:lnTo>
                  <a:lnTo>
                    <a:pt x="8744507" y="2609764"/>
                  </a:lnTo>
                  <a:lnTo>
                    <a:pt x="8720617" y="2742396"/>
                  </a:lnTo>
                  <a:lnTo>
                    <a:pt x="8696703" y="2876937"/>
                  </a:lnTo>
                  <a:lnTo>
                    <a:pt x="8672768" y="3012966"/>
                  </a:lnTo>
                  <a:lnTo>
                    <a:pt x="8648816" y="3150044"/>
                  </a:lnTo>
                  <a:lnTo>
                    <a:pt x="8624855" y="3287715"/>
                  </a:lnTo>
                  <a:lnTo>
                    <a:pt x="8600891" y="3425517"/>
                  </a:lnTo>
                  <a:lnTo>
                    <a:pt x="8576933" y="3562985"/>
                  </a:lnTo>
                  <a:lnTo>
                    <a:pt x="8552987" y="3699658"/>
                  </a:lnTo>
                  <a:lnTo>
                    <a:pt x="8529061" y="3835087"/>
                  </a:lnTo>
                  <a:lnTo>
                    <a:pt x="8505157" y="3968841"/>
                  </a:lnTo>
                  <a:lnTo>
                    <a:pt x="8481279" y="4100511"/>
                  </a:lnTo>
                  <a:lnTo>
                    <a:pt x="8457424" y="4229714"/>
                  </a:lnTo>
                  <a:lnTo>
                    <a:pt x="8433589" y="4356103"/>
                  </a:lnTo>
                  <a:lnTo>
                    <a:pt x="8409763" y="4479362"/>
                  </a:lnTo>
                  <a:lnTo>
                    <a:pt x="8385934" y="4599216"/>
                  </a:lnTo>
                  <a:lnTo>
                    <a:pt x="8362083" y="4715429"/>
                  </a:lnTo>
                  <a:lnTo>
                    <a:pt x="8338185" y="4827806"/>
                  </a:lnTo>
                  <a:lnTo>
                    <a:pt x="8314208" y="4936193"/>
                  </a:lnTo>
                  <a:lnTo>
                    <a:pt x="8290117" y="5040477"/>
                  </a:lnTo>
                  <a:lnTo>
                    <a:pt x="8265865" y="5140581"/>
                  </a:lnTo>
                  <a:lnTo>
                    <a:pt x="8241398" y="5236471"/>
                  </a:lnTo>
                  <a:lnTo>
                    <a:pt x="8216656" y="5328142"/>
                  </a:lnTo>
                  <a:lnTo>
                    <a:pt x="8191566" y="5415627"/>
                  </a:lnTo>
                  <a:lnTo>
                    <a:pt x="8166043" y="5498987"/>
                  </a:lnTo>
                  <a:lnTo>
                    <a:pt x="8151487" y="5544017"/>
                  </a:lnTo>
                  <a:lnTo>
                    <a:pt x="8111052" y="5659685"/>
                  </a:lnTo>
                  <a:lnTo>
                    <a:pt x="8068860" y="5765981"/>
                  </a:lnTo>
                  <a:lnTo>
                    <a:pt x="8024449" y="5863184"/>
                  </a:lnTo>
                  <a:lnTo>
                    <a:pt x="7977312" y="5951859"/>
                  </a:lnTo>
                  <a:lnTo>
                    <a:pt x="7926919" y="6032714"/>
                  </a:lnTo>
                  <a:lnTo>
                    <a:pt x="7872744" y="6106491"/>
                  </a:lnTo>
                  <a:lnTo>
                    <a:pt x="7814289" y="6173908"/>
                  </a:lnTo>
                  <a:lnTo>
                    <a:pt x="7751127" y="6235616"/>
                  </a:lnTo>
                  <a:lnTo>
                    <a:pt x="7682945" y="6292176"/>
                  </a:lnTo>
                  <a:lnTo>
                    <a:pt x="7609610" y="6344042"/>
                  </a:lnTo>
                  <a:lnTo>
                    <a:pt x="7531245" y="6391559"/>
                  </a:lnTo>
                  <a:lnTo>
                    <a:pt x="7448314" y="6434953"/>
                  </a:lnTo>
                  <a:lnTo>
                    <a:pt x="7361711" y="6474344"/>
                  </a:lnTo>
                  <a:lnTo>
                    <a:pt x="7272827" y="6509755"/>
                  </a:lnTo>
                  <a:lnTo>
                    <a:pt x="7183569" y="6541137"/>
                  </a:lnTo>
                  <a:lnTo>
                    <a:pt x="7096318" y="6568410"/>
                  </a:lnTo>
                  <a:lnTo>
                    <a:pt x="7013771" y="6591507"/>
                  </a:lnTo>
                  <a:lnTo>
                    <a:pt x="6938696" y="6610427"/>
                  </a:lnTo>
                  <a:lnTo>
                    <a:pt x="6873593" y="6625286"/>
                  </a:lnTo>
                  <a:lnTo>
                    <a:pt x="6820343" y="6636343"/>
                  </a:lnTo>
                  <a:lnTo>
                    <a:pt x="6779899" y="6644014"/>
                  </a:lnTo>
                  <a:lnTo>
                    <a:pt x="6752105" y="6648844"/>
                  </a:lnTo>
                  <a:lnTo>
                    <a:pt x="6735655" y="6651470"/>
                  </a:lnTo>
                  <a:lnTo>
                    <a:pt x="6728177" y="6652570"/>
                  </a:lnTo>
                  <a:lnTo>
                    <a:pt x="6726343" y="6652820"/>
                  </a:lnTo>
                  <a:lnTo>
                    <a:pt x="5254955" y="6652820"/>
                  </a:lnTo>
                  <a:lnTo>
                    <a:pt x="5253876" y="6652736"/>
                  </a:lnTo>
                  <a:lnTo>
                    <a:pt x="5246772" y="6652135"/>
                  </a:lnTo>
                  <a:lnTo>
                    <a:pt x="5228835" y="6650475"/>
                  </a:lnTo>
                  <a:lnTo>
                    <a:pt x="5196695" y="6647205"/>
                  </a:lnTo>
                  <a:lnTo>
                    <a:pt x="5148645" y="6641814"/>
                  </a:lnTo>
                  <a:lnTo>
                    <a:pt x="5084776" y="6633875"/>
                  </a:lnTo>
                  <a:lnTo>
                    <a:pt x="5006855" y="6623091"/>
                  </a:lnTo>
                  <a:lnTo>
                    <a:pt x="4917933" y="6609303"/>
                  </a:lnTo>
                  <a:lnTo>
                    <a:pt x="4821762" y="6592471"/>
                  </a:lnTo>
                  <a:lnTo>
                    <a:pt x="4722184" y="6572636"/>
                  </a:lnTo>
                  <a:lnTo>
                    <a:pt x="4622640" y="6549863"/>
                  </a:lnTo>
                  <a:lnTo>
                    <a:pt x="4525864" y="6524195"/>
                  </a:lnTo>
                  <a:lnTo>
                    <a:pt x="4433788" y="6495609"/>
                  </a:lnTo>
                  <a:lnTo>
                    <a:pt x="4347571" y="6463998"/>
                  </a:lnTo>
                  <a:lnTo>
                    <a:pt x="4267732" y="6429151"/>
                  </a:lnTo>
                  <a:lnTo>
                    <a:pt x="4194294" y="6390754"/>
                  </a:lnTo>
                  <a:lnTo>
                    <a:pt x="4126939" y="6348394"/>
                  </a:lnTo>
                  <a:lnTo>
                    <a:pt x="4065121" y="6301566"/>
                  </a:lnTo>
                  <a:lnTo>
                    <a:pt x="4008167" y="6249701"/>
                  </a:lnTo>
                  <a:lnTo>
                    <a:pt x="3955344" y="6192196"/>
                  </a:lnTo>
                  <a:lnTo>
                    <a:pt x="3905911" y="6128477"/>
                  </a:lnTo>
                  <a:lnTo>
                    <a:pt x="3859164" y="6058103"/>
                  </a:lnTo>
                  <a:lnTo>
                    <a:pt x="3829811" y="6008515"/>
                  </a:lnTo>
                  <a:lnTo>
                    <a:pt x="3796719" y="5947498"/>
                  </a:lnTo>
                  <a:lnTo>
                    <a:pt x="3764385" y="5882538"/>
                  </a:lnTo>
                  <a:lnTo>
                    <a:pt x="3732627" y="5813558"/>
                  </a:lnTo>
                  <a:lnTo>
                    <a:pt x="3701294" y="5740524"/>
                  </a:lnTo>
                  <a:lnTo>
                    <a:pt x="3670262" y="5663457"/>
                  </a:lnTo>
                  <a:lnTo>
                    <a:pt x="3639431" y="5582438"/>
                  </a:lnTo>
                  <a:lnTo>
                    <a:pt x="3608721" y="5497608"/>
                  </a:lnTo>
                  <a:lnTo>
                    <a:pt x="3578070" y="5409171"/>
                  </a:lnTo>
                  <a:lnTo>
                    <a:pt x="3547432" y="5317399"/>
                  </a:lnTo>
                  <a:lnTo>
                    <a:pt x="3516779" y="5222626"/>
                  </a:lnTo>
                  <a:lnTo>
                    <a:pt x="3486091" y="5125246"/>
                  </a:lnTo>
                  <a:lnTo>
                    <a:pt x="3455363" y="5025708"/>
                  </a:lnTo>
                  <a:lnTo>
                    <a:pt x="3424595" y="4924509"/>
                  </a:lnTo>
                  <a:lnTo>
                    <a:pt x="3393798" y="4822182"/>
                  </a:lnTo>
                  <a:lnTo>
                    <a:pt x="3362985" y="4719286"/>
                  </a:lnTo>
                  <a:lnTo>
                    <a:pt x="3332173" y="4616393"/>
                  </a:lnTo>
                  <a:lnTo>
                    <a:pt x="3301376" y="4514076"/>
                  </a:lnTo>
                  <a:lnTo>
                    <a:pt x="3270609" y="4412894"/>
                  </a:lnTo>
                  <a:lnTo>
                    <a:pt x="3239881" y="4313380"/>
                  </a:lnTo>
                  <a:lnTo>
                    <a:pt x="3209194" y="4216028"/>
                  </a:lnTo>
                  <a:lnTo>
                    <a:pt x="3178541" y="4121289"/>
                  </a:lnTo>
                  <a:lnTo>
                    <a:pt x="3147904" y="4029555"/>
                  </a:lnTo>
                  <a:lnTo>
                    <a:pt x="3117252" y="3941161"/>
                  </a:lnTo>
                  <a:lnTo>
                    <a:pt x="3086541" y="3856375"/>
                  </a:lnTo>
                  <a:lnTo>
                    <a:pt x="3055708" y="3775403"/>
                  </a:lnTo>
                  <a:lnTo>
                    <a:pt x="3024673" y="3698385"/>
                  </a:lnTo>
                  <a:lnTo>
                    <a:pt x="2993336" y="3625399"/>
                  </a:lnTo>
                  <a:lnTo>
                    <a:pt x="2961571" y="3556467"/>
                  </a:lnTo>
                  <a:lnTo>
                    <a:pt x="2929229" y="3491556"/>
                  </a:lnTo>
                  <a:lnTo>
                    <a:pt x="2896531" y="3431297"/>
                  </a:lnTo>
                  <a:lnTo>
                    <a:pt x="2851191" y="3356473"/>
                  </a:lnTo>
                  <a:lnTo>
                    <a:pt x="2803587" y="3288449"/>
                  </a:lnTo>
                  <a:lnTo>
                    <a:pt x="2753058" y="3226949"/>
                  </a:lnTo>
                  <a:lnTo>
                    <a:pt x="2698883" y="3171473"/>
                  </a:lnTo>
                  <a:lnTo>
                    <a:pt x="2640320" y="3121427"/>
                  </a:lnTo>
                  <a:lnTo>
                    <a:pt x="2576648" y="3076214"/>
                  </a:lnTo>
                  <a:lnTo>
                    <a:pt x="2507231" y="3035284"/>
                  </a:lnTo>
                  <a:lnTo>
                    <a:pt x="2431590" y="2998163"/>
                  </a:lnTo>
                  <a:lnTo>
                    <a:pt x="2349509" y="2964471"/>
                  </a:lnTo>
                  <a:lnTo>
                    <a:pt x="2261167" y="2933930"/>
                  </a:lnTo>
                  <a:lnTo>
                    <a:pt x="2167289" y="2906366"/>
                  </a:lnTo>
                  <a:lnTo>
                    <a:pt x="2069291" y="2881703"/>
                  </a:lnTo>
                  <a:lnTo>
                    <a:pt x="1969384" y="2859945"/>
                  </a:lnTo>
                  <a:lnTo>
                    <a:pt x="1870572" y="2841146"/>
                  </a:lnTo>
                  <a:lnTo>
                    <a:pt x="1776478" y="2825371"/>
                  </a:lnTo>
                  <a:lnTo>
                    <a:pt x="1690977" y="2812637"/>
                  </a:lnTo>
                  <a:lnTo>
                    <a:pt x="1617649" y="2802867"/>
                  </a:lnTo>
                  <a:lnTo>
                    <a:pt x="1559158" y="2795855"/>
                  </a:lnTo>
                  <a:lnTo>
                    <a:pt x="1516720" y="2791254"/>
                  </a:lnTo>
                  <a:lnTo>
                    <a:pt x="1489801" y="2788605"/>
                  </a:lnTo>
                  <a:lnTo>
                    <a:pt x="1476089" y="2787376"/>
                  </a:lnTo>
                  <a:lnTo>
                    <a:pt x="1471692" y="2787015"/>
                  </a:lnTo>
                  <a:lnTo>
                    <a:pt x="1471387" y="2786992"/>
                  </a:lnTo>
                  <a:lnTo>
                    <a:pt x="0" y="2786992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237" name="pl237"/>
            <p:cNvSpPr/>
            <p:nvPr/>
          </p:nvSpPr>
          <p:spPr>
            <a:xfrm>
              <a:off x="4799595" y="3761993"/>
              <a:ext cx="11981298" cy="6652820"/>
            </a:xfrm>
            <a:custGeom>
              <a:avLst/>
              <a:pathLst>
                <a:path w="11981298" h="6652820">
                  <a:moveTo>
                    <a:pt x="0" y="2786992"/>
                  </a:moveTo>
                  <a:lnTo>
                    <a:pt x="1471387" y="2786992"/>
                  </a:lnTo>
                  <a:lnTo>
                    <a:pt x="1472466" y="2787076"/>
                  </a:lnTo>
                  <a:lnTo>
                    <a:pt x="1479571" y="2787677"/>
                  </a:lnTo>
                  <a:lnTo>
                    <a:pt x="1497507" y="2789337"/>
                  </a:lnTo>
                  <a:lnTo>
                    <a:pt x="1529647" y="2792607"/>
                  </a:lnTo>
                  <a:lnTo>
                    <a:pt x="1577697" y="2797998"/>
                  </a:lnTo>
                  <a:lnTo>
                    <a:pt x="1641566" y="2805937"/>
                  </a:lnTo>
                  <a:lnTo>
                    <a:pt x="1719487" y="2816721"/>
                  </a:lnTo>
                  <a:lnTo>
                    <a:pt x="1808409" y="2830509"/>
                  </a:lnTo>
                  <a:lnTo>
                    <a:pt x="1904580" y="2847341"/>
                  </a:lnTo>
                  <a:lnTo>
                    <a:pt x="2004158" y="2867176"/>
                  </a:lnTo>
                  <a:lnTo>
                    <a:pt x="2103703" y="2889949"/>
                  </a:lnTo>
                  <a:lnTo>
                    <a:pt x="2200478" y="2915617"/>
                  </a:lnTo>
                  <a:lnTo>
                    <a:pt x="2292554" y="2944203"/>
                  </a:lnTo>
                  <a:lnTo>
                    <a:pt x="2378771" y="2975814"/>
                  </a:lnTo>
                  <a:lnTo>
                    <a:pt x="2458611" y="3010661"/>
                  </a:lnTo>
                  <a:lnTo>
                    <a:pt x="2532048" y="3049058"/>
                  </a:lnTo>
                  <a:lnTo>
                    <a:pt x="2599403" y="3091418"/>
                  </a:lnTo>
                  <a:lnTo>
                    <a:pt x="2661221" y="3138246"/>
                  </a:lnTo>
                  <a:lnTo>
                    <a:pt x="2718175" y="3190111"/>
                  </a:lnTo>
                  <a:lnTo>
                    <a:pt x="2770998" y="3247616"/>
                  </a:lnTo>
                  <a:lnTo>
                    <a:pt x="2820431" y="3311335"/>
                  </a:lnTo>
                  <a:lnTo>
                    <a:pt x="2867178" y="3381709"/>
                  </a:lnTo>
                  <a:lnTo>
                    <a:pt x="2896531" y="3431297"/>
                  </a:lnTo>
                  <a:lnTo>
                    <a:pt x="2929623" y="3492314"/>
                  </a:lnTo>
                  <a:lnTo>
                    <a:pt x="2961957" y="3557274"/>
                  </a:lnTo>
                  <a:lnTo>
                    <a:pt x="2993716" y="3626254"/>
                  </a:lnTo>
                  <a:lnTo>
                    <a:pt x="3025049" y="3699288"/>
                  </a:lnTo>
                  <a:lnTo>
                    <a:pt x="3056080" y="3776355"/>
                  </a:lnTo>
                  <a:lnTo>
                    <a:pt x="3086911" y="3857374"/>
                  </a:lnTo>
                  <a:lnTo>
                    <a:pt x="3117621" y="3942204"/>
                  </a:lnTo>
                  <a:lnTo>
                    <a:pt x="3148273" y="4030641"/>
                  </a:lnTo>
                  <a:lnTo>
                    <a:pt x="3178910" y="4122413"/>
                  </a:lnTo>
                  <a:lnTo>
                    <a:pt x="3209563" y="4217186"/>
                  </a:lnTo>
                  <a:lnTo>
                    <a:pt x="3240251" y="4314566"/>
                  </a:lnTo>
                  <a:lnTo>
                    <a:pt x="3270980" y="4414104"/>
                  </a:lnTo>
                  <a:lnTo>
                    <a:pt x="3301747" y="4515303"/>
                  </a:lnTo>
                  <a:lnTo>
                    <a:pt x="3332544" y="4617630"/>
                  </a:lnTo>
                  <a:lnTo>
                    <a:pt x="3363357" y="4720526"/>
                  </a:lnTo>
                  <a:lnTo>
                    <a:pt x="3394169" y="4823419"/>
                  </a:lnTo>
                  <a:lnTo>
                    <a:pt x="3424966" y="4925736"/>
                  </a:lnTo>
                  <a:lnTo>
                    <a:pt x="3455733" y="5026918"/>
                  </a:lnTo>
                  <a:lnTo>
                    <a:pt x="3486461" y="5126433"/>
                  </a:lnTo>
                  <a:lnTo>
                    <a:pt x="3517148" y="5223784"/>
                  </a:lnTo>
                  <a:lnTo>
                    <a:pt x="3547801" y="5318523"/>
                  </a:lnTo>
                  <a:lnTo>
                    <a:pt x="3578439" y="5410257"/>
                  </a:lnTo>
                  <a:lnTo>
                    <a:pt x="3609090" y="5498651"/>
                  </a:lnTo>
                  <a:lnTo>
                    <a:pt x="3639801" y="5583437"/>
                  </a:lnTo>
                  <a:lnTo>
                    <a:pt x="3670634" y="5664409"/>
                  </a:lnTo>
                  <a:lnTo>
                    <a:pt x="3701669" y="5741427"/>
                  </a:lnTo>
                  <a:lnTo>
                    <a:pt x="3733006" y="5814413"/>
                  </a:lnTo>
                  <a:lnTo>
                    <a:pt x="3764771" y="5883345"/>
                  </a:lnTo>
                  <a:lnTo>
                    <a:pt x="3797113" y="5948256"/>
                  </a:lnTo>
                  <a:lnTo>
                    <a:pt x="3829811" y="6008515"/>
                  </a:lnTo>
                  <a:lnTo>
                    <a:pt x="3875151" y="6083339"/>
                  </a:lnTo>
                  <a:lnTo>
                    <a:pt x="3922756" y="6151363"/>
                  </a:lnTo>
                  <a:lnTo>
                    <a:pt x="3973284" y="6212863"/>
                  </a:lnTo>
                  <a:lnTo>
                    <a:pt x="4027459" y="6268339"/>
                  </a:lnTo>
                  <a:lnTo>
                    <a:pt x="4086022" y="6318385"/>
                  </a:lnTo>
                  <a:lnTo>
                    <a:pt x="4149694" y="6363598"/>
                  </a:lnTo>
                  <a:lnTo>
                    <a:pt x="4219111" y="6404528"/>
                  </a:lnTo>
                  <a:lnTo>
                    <a:pt x="4294752" y="6441649"/>
                  </a:lnTo>
                  <a:lnTo>
                    <a:pt x="4376833" y="6475341"/>
                  </a:lnTo>
                  <a:lnTo>
                    <a:pt x="4465175" y="6505882"/>
                  </a:lnTo>
                  <a:lnTo>
                    <a:pt x="4559053" y="6533446"/>
                  </a:lnTo>
                  <a:lnTo>
                    <a:pt x="4657052" y="6558109"/>
                  </a:lnTo>
                  <a:lnTo>
                    <a:pt x="4756958" y="6579867"/>
                  </a:lnTo>
                  <a:lnTo>
                    <a:pt x="4855770" y="6598666"/>
                  </a:lnTo>
                  <a:lnTo>
                    <a:pt x="4949864" y="6614441"/>
                  </a:lnTo>
                  <a:lnTo>
                    <a:pt x="5035365" y="6627175"/>
                  </a:lnTo>
                  <a:lnTo>
                    <a:pt x="5108693" y="6636945"/>
                  </a:lnTo>
                  <a:lnTo>
                    <a:pt x="5167184" y="6643958"/>
                  </a:lnTo>
                  <a:lnTo>
                    <a:pt x="5209622" y="6648558"/>
                  </a:lnTo>
                  <a:lnTo>
                    <a:pt x="5236542" y="6651207"/>
                  </a:lnTo>
                  <a:lnTo>
                    <a:pt x="5250253" y="6652436"/>
                  </a:lnTo>
                  <a:lnTo>
                    <a:pt x="5254650" y="6652797"/>
                  </a:lnTo>
                  <a:lnTo>
                    <a:pt x="5254955" y="6652820"/>
                  </a:lnTo>
                  <a:lnTo>
                    <a:pt x="6726343" y="6652820"/>
                  </a:lnTo>
                  <a:lnTo>
                    <a:pt x="6727118" y="6652717"/>
                  </a:lnTo>
                  <a:lnTo>
                    <a:pt x="6732256" y="6651981"/>
                  </a:lnTo>
                  <a:lnTo>
                    <a:pt x="6745345" y="6649949"/>
                  </a:lnTo>
                  <a:lnTo>
                    <a:pt x="6769085" y="6645942"/>
                  </a:lnTo>
                  <a:lnTo>
                    <a:pt x="6805157" y="6639303"/>
                  </a:lnTo>
                  <a:lnTo>
                    <a:pt x="6854112" y="6629449"/>
                  </a:lnTo>
                  <a:lnTo>
                    <a:pt x="6915360" y="6615918"/>
                  </a:lnTo>
                  <a:lnTo>
                    <a:pt x="6987306" y="6598397"/>
                  </a:lnTo>
                  <a:lnTo>
                    <a:pt x="7067620" y="6576723"/>
                  </a:lnTo>
                  <a:lnTo>
                    <a:pt x="7153586" y="6550863"/>
                  </a:lnTo>
                  <a:lnTo>
                    <a:pt x="7242449" y="6520867"/>
                  </a:lnTo>
                  <a:lnTo>
                    <a:pt x="7331700" y="6486816"/>
                  </a:lnTo>
                  <a:lnTo>
                    <a:pt x="7419259" y="6448775"/>
                  </a:lnTo>
                  <a:lnTo>
                    <a:pt x="7503561" y="6406748"/>
                  </a:lnTo>
                  <a:lnTo>
                    <a:pt x="7583548" y="6360652"/>
                  </a:lnTo>
                  <a:lnTo>
                    <a:pt x="7658621" y="6310295"/>
                  </a:lnTo>
                  <a:lnTo>
                    <a:pt x="7728549" y="6255374"/>
                  </a:lnTo>
                  <a:lnTo>
                    <a:pt x="7793388" y="6195472"/>
                  </a:lnTo>
                  <a:lnTo>
                    <a:pt x="7853398" y="6130063"/>
                  </a:lnTo>
                  <a:lnTo>
                    <a:pt x="7908973" y="6058524"/>
                  </a:lnTo>
                  <a:lnTo>
                    <a:pt x="7960592" y="5980155"/>
                  </a:lnTo>
                  <a:lnTo>
                    <a:pt x="8008774" y="5894218"/>
                  </a:lnTo>
                  <a:lnTo>
                    <a:pt x="8054052" y="5799984"/>
                  </a:lnTo>
                  <a:lnTo>
                    <a:pt x="8096943" y="5696825"/>
                  </a:lnTo>
                  <a:lnTo>
                    <a:pt x="8137927" y="5584344"/>
                  </a:lnTo>
                  <a:lnTo>
                    <a:pt x="8151487" y="5544017"/>
                  </a:lnTo>
                  <a:lnTo>
                    <a:pt x="8177294" y="5462936"/>
                  </a:lnTo>
                  <a:lnTo>
                    <a:pt x="8202616" y="5377777"/>
                  </a:lnTo>
                  <a:lnTo>
                    <a:pt x="8227544" y="5288462"/>
                  </a:lnTo>
                  <a:lnTo>
                    <a:pt x="8252157" y="5194943"/>
                  </a:lnTo>
                  <a:lnTo>
                    <a:pt x="8276522" y="5097203"/>
                  </a:lnTo>
                  <a:lnTo>
                    <a:pt x="8300698" y="4995259"/>
                  </a:lnTo>
                  <a:lnTo>
                    <a:pt x="8324734" y="4889165"/>
                  </a:lnTo>
                  <a:lnTo>
                    <a:pt x="8348672" y="4779011"/>
                  </a:lnTo>
                  <a:lnTo>
                    <a:pt x="8372546" y="4664931"/>
                  </a:lnTo>
                  <a:lnTo>
                    <a:pt x="8396385" y="4547095"/>
                  </a:lnTo>
                  <a:lnTo>
                    <a:pt x="8420210" y="4425716"/>
                  </a:lnTo>
                  <a:lnTo>
                    <a:pt x="8444039" y="4301049"/>
                  </a:lnTo>
                  <a:lnTo>
                    <a:pt x="8467882" y="4173385"/>
                  </a:lnTo>
                  <a:lnTo>
                    <a:pt x="8491747" y="4043055"/>
                  </a:lnTo>
                  <a:lnTo>
                    <a:pt x="8515636" y="3910423"/>
                  </a:lnTo>
                  <a:lnTo>
                    <a:pt x="8539550" y="3775882"/>
                  </a:lnTo>
                  <a:lnTo>
                    <a:pt x="8563485" y="3639853"/>
                  </a:lnTo>
                  <a:lnTo>
                    <a:pt x="8587437" y="3502776"/>
                  </a:lnTo>
                  <a:lnTo>
                    <a:pt x="8611399" y="3365104"/>
                  </a:lnTo>
                  <a:lnTo>
                    <a:pt x="8635362" y="3227303"/>
                  </a:lnTo>
                  <a:lnTo>
                    <a:pt x="8659321" y="3089835"/>
                  </a:lnTo>
                  <a:lnTo>
                    <a:pt x="8683266" y="2953162"/>
                  </a:lnTo>
                  <a:lnTo>
                    <a:pt x="8707192" y="2817732"/>
                  </a:lnTo>
                  <a:lnTo>
                    <a:pt x="8731096" y="2683978"/>
                  </a:lnTo>
                  <a:lnTo>
                    <a:pt x="8754974" y="2552309"/>
                  </a:lnTo>
                  <a:lnTo>
                    <a:pt x="8778829" y="2423105"/>
                  </a:lnTo>
                  <a:lnTo>
                    <a:pt x="8802664" y="2296717"/>
                  </a:lnTo>
                  <a:lnTo>
                    <a:pt x="8826490" y="2173458"/>
                  </a:lnTo>
                  <a:lnTo>
                    <a:pt x="8850319" y="2053604"/>
                  </a:lnTo>
                  <a:lnTo>
                    <a:pt x="8874170" y="1937391"/>
                  </a:lnTo>
                  <a:lnTo>
                    <a:pt x="8898069" y="1825014"/>
                  </a:lnTo>
                  <a:lnTo>
                    <a:pt x="8922045" y="1716626"/>
                  </a:lnTo>
                  <a:lnTo>
                    <a:pt x="8946136" y="1612343"/>
                  </a:lnTo>
                  <a:lnTo>
                    <a:pt x="8970389" y="1512238"/>
                  </a:lnTo>
                  <a:lnTo>
                    <a:pt x="8994855" y="1416349"/>
                  </a:lnTo>
                  <a:lnTo>
                    <a:pt x="9019597" y="1324678"/>
                  </a:lnTo>
                  <a:lnTo>
                    <a:pt x="9044688" y="1237193"/>
                  </a:lnTo>
                  <a:lnTo>
                    <a:pt x="9070211" y="1153833"/>
                  </a:lnTo>
                  <a:lnTo>
                    <a:pt x="9084767" y="1108803"/>
                  </a:lnTo>
                  <a:lnTo>
                    <a:pt x="9125201" y="993135"/>
                  </a:lnTo>
                  <a:lnTo>
                    <a:pt x="9167394" y="886839"/>
                  </a:lnTo>
                  <a:lnTo>
                    <a:pt x="9211804" y="789636"/>
                  </a:lnTo>
                  <a:lnTo>
                    <a:pt x="9258941" y="700960"/>
                  </a:lnTo>
                  <a:lnTo>
                    <a:pt x="9309334" y="620105"/>
                  </a:lnTo>
                  <a:lnTo>
                    <a:pt x="9363509" y="546328"/>
                  </a:lnTo>
                  <a:lnTo>
                    <a:pt x="9421964" y="478911"/>
                  </a:lnTo>
                  <a:lnTo>
                    <a:pt x="9485126" y="417204"/>
                  </a:lnTo>
                  <a:lnTo>
                    <a:pt x="9553308" y="360644"/>
                  </a:lnTo>
                  <a:lnTo>
                    <a:pt x="9626643" y="308777"/>
                  </a:lnTo>
                  <a:lnTo>
                    <a:pt x="9705008" y="261261"/>
                  </a:lnTo>
                  <a:lnTo>
                    <a:pt x="9787939" y="217866"/>
                  </a:lnTo>
                  <a:lnTo>
                    <a:pt x="9874542" y="178475"/>
                  </a:lnTo>
                  <a:lnTo>
                    <a:pt x="9963427" y="143065"/>
                  </a:lnTo>
                  <a:lnTo>
                    <a:pt x="10052684" y="111683"/>
                  </a:lnTo>
                  <a:lnTo>
                    <a:pt x="10139935" y="84410"/>
                  </a:lnTo>
                  <a:lnTo>
                    <a:pt x="10222482" y="61313"/>
                  </a:lnTo>
                  <a:lnTo>
                    <a:pt x="10297558" y="42392"/>
                  </a:lnTo>
                  <a:lnTo>
                    <a:pt x="10362660" y="27534"/>
                  </a:lnTo>
                  <a:lnTo>
                    <a:pt x="10415911" y="16476"/>
                  </a:lnTo>
                  <a:lnTo>
                    <a:pt x="10456354" y="8806"/>
                  </a:lnTo>
                  <a:lnTo>
                    <a:pt x="10484148" y="3976"/>
                  </a:lnTo>
                  <a:lnTo>
                    <a:pt x="10500599" y="1349"/>
                  </a:lnTo>
                  <a:lnTo>
                    <a:pt x="10508077" y="249"/>
                  </a:lnTo>
                  <a:lnTo>
                    <a:pt x="10509879" y="4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38" name="pl238"/>
            <p:cNvSpPr/>
            <p:nvPr/>
          </p:nvSpPr>
          <p:spPr>
            <a:xfrm>
              <a:off x="4799595" y="3753820"/>
              <a:ext cx="11981298" cy="6652820"/>
            </a:xfrm>
            <a:custGeom>
              <a:avLst/>
              <a:pathLst>
                <a:path w="11981298" h="6652820">
                  <a:moveTo>
                    <a:pt x="11981298" y="0"/>
                  </a:moveTo>
                  <a:lnTo>
                    <a:pt x="10509911" y="0"/>
                  </a:lnTo>
                  <a:lnTo>
                    <a:pt x="10509135" y="103"/>
                  </a:lnTo>
                  <a:lnTo>
                    <a:pt x="10503997" y="839"/>
                  </a:lnTo>
                  <a:lnTo>
                    <a:pt x="10490908" y="2871"/>
                  </a:lnTo>
                  <a:lnTo>
                    <a:pt x="10467168" y="6878"/>
                  </a:lnTo>
                  <a:lnTo>
                    <a:pt x="10431096" y="13517"/>
                  </a:lnTo>
                  <a:lnTo>
                    <a:pt x="10382141" y="23370"/>
                  </a:lnTo>
                  <a:lnTo>
                    <a:pt x="10320893" y="36901"/>
                  </a:lnTo>
                  <a:lnTo>
                    <a:pt x="10248948" y="54423"/>
                  </a:lnTo>
                  <a:lnTo>
                    <a:pt x="10168633" y="76096"/>
                  </a:lnTo>
                  <a:lnTo>
                    <a:pt x="10082667" y="101957"/>
                  </a:lnTo>
                  <a:lnTo>
                    <a:pt x="9993804" y="131953"/>
                  </a:lnTo>
                  <a:lnTo>
                    <a:pt x="9904554" y="166004"/>
                  </a:lnTo>
                  <a:lnTo>
                    <a:pt x="9816994" y="204044"/>
                  </a:lnTo>
                  <a:lnTo>
                    <a:pt x="9732692" y="246071"/>
                  </a:lnTo>
                  <a:lnTo>
                    <a:pt x="9652705" y="292168"/>
                  </a:lnTo>
                  <a:lnTo>
                    <a:pt x="9577633" y="342525"/>
                  </a:lnTo>
                  <a:lnTo>
                    <a:pt x="9507705" y="397445"/>
                  </a:lnTo>
                  <a:lnTo>
                    <a:pt x="9442865" y="457347"/>
                  </a:lnTo>
                  <a:lnTo>
                    <a:pt x="9382856" y="522756"/>
                  </a:lnTo>
                  <a:lnTo>
                    <a:pt x="9327280" y="594296"/>
                  </a:lnTo>
                  <a:lnTo>
                    <a:pt x="9275661" y="672664"/>
                  </a:lnTo>
                  <a:lnTo>
                    <a:pt x="9227479" y="758602"/>
                  </a:lnTo>
                  <a:lnTo>
                    <a:pt x="9182201" y="852836"/>
                  </a:lnTo>
                  <a:lnTo>
                    <a:pt x="9139310" y="955995"/>
                  </a:lnTo>
                  <a:lnTo>
                    <a:pt x="9098326" y="1068475"/>
                  </a:lnTo>
                  <a:lnTo>
                    <a:pt x="9084767" y="1108803"/>
                  </a:lnTo>
                  <a:lnTo>
                    <a:pt x="9058960" y="1189884"/>
                  </a:lnTo>
                  <a:lnTo>
                    <a:pt x="9033637" y="1275043"/>
                  </a:lnTo>
                  <a:lnTo>
                    <a:pt x="9008709" y="1364358"/>
                  </a:lnTo>
                  <a:lnTo>
                    <a:pt x="8984096" y="1457877"/>
                  </a:lnTo>
                  <a:lnTo>
                    <a:pt x="8959731" y="1555617"/>
                  </a:lnTo>
                  <a:lnTo>
                    <a:pt x="8935555" y="1657561"/>
                  </a:lnTo>
                  <a:lnTo>
                    <a:pt x="8911519" y="1763655"/>
                  </a:lnTo>
                  <a:lnTo>
                    <a:pt x="8887581" y="1873808"/>
                  </a:lnTo>
                  <a:lnTo>
                    <a:pt x="8863707" y="1987889"/>
                  </a:lnTo>
                  <a:lnTo>
                    <a:pt x="8839868" y="2105725"/>
                  </a:lnTo>
                  <a:lnTo>
                    <a:pt x="8816043" y="2227104"/>
                  </a:lnTo>
                  <a:lnTo>
                    <a:pt x="8792214" y="2351771"/>
                  </a:lnTo>
                  <a:lnTo>
                    <a:pt x="8768371" y="2479434"/>
                  </a:lnTo>
                  <a:lnTo>
                    <a:pt x="8744507" y="2609764"/>
                  </a:lnTo>
                  <a:lnTo>
                    <a:pt x="8720617" y="2742396"/>
                  </a:lnTo>
                  <a:lnTo>
                    <a:pt x="8696703" y="2876937"/>
                  </a:lnTo>
                  <a:lnTo>
                    <a:pt x="8672768" y="3012966"/>
                  </a:lnTo>
                  <a:lnTo>
                    <a:pt x="8648816" y="3150044"/>
                  </a:lnTo>
                  <a:lnTo>
                    <a:pt x="8624855" y="3287715"/>
                  </a:lnTo>
                  <a:lnTo>
                    <a:pt x="8600891" y="3425517"/>
                  </a:lnTo>
                  <a:lnTo>
                    <a:pt x="8576933" y="3562985"/>
                  </a:lnTo>
                  <a:lnTo>
                    <a:pt x="8552987" y="3699658"/>
                  </a:lnTo>
                  <a:lnTo>
                    <a:pt x="8529061" y="3835087"/>
                  </a:lnTo>
                  <a:lnTo>
                    <a:pt x="8505157" y="3968841"/>
                  </a:lnTo>
                  <a:lnTo>
                    <a:pt x="8481279" y="4100511"/>
                  </a:lnTo>
                  <a:lnTo>
                    <a:pt x="8457424" y="4229714"/>
                  </a:lnTo>
                  <a:lnTo>
                    <a:pt x="8433589" y="4356103"/>
                  </a:lnTo>
                  <a:lnTo>
                    <a:pt x="8409763" y="4479362"/>
                  </a:lnTo>
                  <a:lnTo>
                    <a:pt x="8385934" y="4599216"/>
                  </a:lnTo>
                  <a:lnTo>
                    <a:pt x="8362083" y="4715429"/>
                  </a:lnTo>
                  <a:lnTo>
                    <a:pt x="8338185" y="4827806"/>
                  </a:lnTo>
                  <a:lnTo>
                    <a:pt x="8314208" y="4936193"/>
                  </a:lnTo>
                  <a:lnTo>
                    <a:pt x="8290117" y="5040477"/>
                  </a:lnTo>
                  <a:lnTo>
                    <a:pt x="8265865" y="5140581"/>
                  </a:lnTo>
                  <a:lnTo>
                    <a:pt x="8241398" y="5236471"/>
                  </a:lnTo>
                  <a:lnTo>
                    <a:pt x="8216656" y="5328142"/>
                  </a:lnTo>
                  <a:lnTo>
                    <a:pt x="8191566" y="5415627"/>
                  </a:lnTo>
                  <a:lnTo>
                    <a:pt x="8166043" y="5498987"/>
                  </a:lnTo>
                  <a:lnTo>
                    <a:pt x="8151487" y="5544017"/>
                  </a:lnTo>
                  <a:lnTo>
                    <a:pt x="8111052" y="5659685"/>
                  </a:lnTo>
                  <a:lnTo>
                    <a:pt x="8068860" y="5765981"/>
                  </a:lnTo>
                  <a:lnTo>
                    <a:pt x="8024449" y="5863184"/>
                  </a:lnTo>
                  <a:lnTo>
                    <a:pt x="7977312" y="5951859"/>
                  </a:lnTo>
                  <a:lnTo>
                    <a:pt x="7926919" y="6032714"/>
                  </a:lnTo>
                  <a:lnTo>
                    <a:pt x="7872744" y="6106491"/>
                  </a:lnTo>
                  <a:lnTo>
                    <a:pt x="7814289" y="6173908"/>
                  </a:lnTo>
                  <a:lnTo>
                    <a:pt x="7751127" y="6235616"/>
                  </a:lnTo>
                  <a:lnTo>
                    <a:pt x="7682945" y="6292176"/>
                  </a:lnTo>
                  <a:lnTo>
                    <a:pt x="7609610" y="6344042"/>
                  </a:lnTo>
                  <a:lnTo>
                    <a:pt x="7531245" y="6391559"/>
                  </a:lnTo>
                  <a:lnTo>
                    <a:pt x="7448314" y="6434953"/>
                  </a:lnTo>
                  <a:lnTo>
                    <a:pt x="7361711" y="6474344"/>
                  </a:lnTo>
                  <a:lnTo>
                    <a:pt x="7272827" y="6509755"/>
                  </a:lnTo>
                  <a:lnTo>
                    <a:pt x="7183569" y="6541137"/>
                  </a:lnTo>
                  <a:lnTo>
                    <a:pt x="7096318" y="6568410"/>
                  </a:lnTo>
                  <a:lnTo>
                    <a:pt x="7013771" y="6591507"/>
                  </a:lnTo>
                  <a:lnTo>
                    <a:pt x="6938696" y="6610427"/>
                  </a:lnTo>
                  <a:lnTo>
                    <a:pt x="6873593" y="6625286"/>
                  </a:lnTo>
                  <a:lnTo>
                    <a:pt x="6820343" y="6636343"/>
                  </a:lnTo>
                  <a:lnTo>
                    <a:pt x="6779899" y="6644014"/>
                  </a:lnTo>
                  <a:lnTo>
                    <a:pt x="6752105" y="6648844"/>
                  </a:lnTo>
                  <a:lnTo>
                    <a:pt x="6735655" y="6651470"/>
                  </a:lnTo>
                  <a:lnTo>
                    <a:pt x="6728177" y="6652570"/>
                  </a:lnTo>
                  <a:lnTo>
                    <a:pt x="6726374" y="6652816"/>
                  </a:lnTo>
                  <a:lnTo>
                    <a:pt x="6726343" y="6652820"/>
                  </a:lnTo>
                  <a:lnTo>
                    <a:pt x="5254955" y="6652820"/>
                  </a:lnTo>
                  <a:lnTo>
                    <a:pt x="5253876" y="6652736"/>
                  </a:lnTo>
                  <a:lnTo>
                    <a:pt x="5246772" y="6652135"/>
                  </a:lnTo>
                  <a:lnTo>
                    <a:pt x="5228835" y="6650475"/>
                  </a:lnTo>
                  <a:lnTo>
                    <a:pt x="5196695" y="6647205"/>
                  </a:lnTo>
                  <a:lnTo>
                    <a:pt x="5148645" y="6641814"/>
                  </a:lnTo>
                  <a:lnTo>
                    <a:pt x="5084776" y="6633875"/>
                  </a:lnTo>
                  <a:lnTo>
                    <a:pt x="5006855" y="6623091"/>
                  </a:lnTo>
                  <a:lnTo>
                    <a:pt x="4917933" y="6609303"/>
                  </a:lnTo>
                  <a:lnTo>
                    <a:pt x="4821762" y="6592471"/>
                  </a:lnTo>
                  <a:lnTo>
                    <a:pt x="4722184" y="6572636"/>
                  </a:lnTo>
                  <a:lnTo>
                    <a:pt x="4622640" y="6549863"/>
                  </a:lnTo>
                  <a:lnTo>
                    <a:pt x="4525864" y="6524195"/>
                  </a:lnTo>
                  <a:lnTo>
                    <a:pt x="4433788" y="6495609"/>
                  </a:lnTo>
                  <a:lnTo>
                    <a:pt x="4347571" y="6463998"/>
                  </a:lnTo>
                  <a:lnTo>
                    <a:pt x="4267732" y="6429151"/>
                  </a:lnTo>
                  <a:lnTo>
                    <a:pt x="4194294" y="6390754"/>
                  </a:lnTo>
                  <a:lnTo>
                    <a:pt x="4126939" y="6348394"/>
                  </a:lnTo>
                  <a:lnTo>
                    <a:pt x="4065121" y="6301566"/>
                  </a:lnTo>
                  <a:lnTo>
                    <a:pt x="4008167" y="6249701"/>
                  </a:lnTo>
                  <a:lnTo>
                    <a:pt x="3955344" y="6192196"/>
                  </a:lnTo>
                  <a:lnTo>
                    <a:pt x="3905911" y="6128477"/>
                  </a:lnTo>
                  <a:lnTo>
                    <a:pt x="3859164" y="6058103"/>
                  </a:lnTo>
                  <a:lnTo>
                    <a:pt x="3829811" y="6008515"/>
                  </a:lnTo>
                  <a:lnTo>
                    <a:pt x="3796719" y="5947498"/>
                  </a:lnTo>
                  <a:lnTo>
                    <a:pt x="3764385" y="5882538"/>
                  </a:lnTo>
                  <a:lnTo>
                    <a:pt x="3732627" y="5813558"/>
                  </a:lnTo>
                  <a:lnTo>
                    <a:pt x="3701294" y="5740524"/>
                  </a:lnTo>
                  <a:lnTo>
                    <a:pt x="3670262" y="5663457"/>
                  </a:lnTo>
                  <a:lnTo>
                    <a:pt x="3639431" y="5582438"/>
                  </a:lnTo>
                  <a:lnTo>
                    <a:pt x="3608721" y="5497608"/>
                  </a:lnTo>
                  <a:lnTo>
                    <a:pt x="3578070" y="5409171"/>
                  </a:lnTo>
                  <a:lnTo>
                    <a:pt x="3547432" y="5317399"/>
                  </a:lnTo>
                  <a:lnTo>
                    <a:pt x="3516779" y="5222626"/>
                  </a:lnTo>
                  <a:lnTo>
                    <a:pt x="3486091" y="5125246"/>
                  </a:lnTo>
                  <a:lnTo>
                    <a:pt x="3455363" y="5025708"/>
                  </a:lnTo>
                  <a:lnTo>
                    <a:pt x="3424595" y="4924509"/>
                  </a:lnTo>
                  <a:lnTo>
                    <a:pt x="3393798" y="4822182"/>
                  </a:lnTo>
                  <a:lnTo>
                    <a:pt x="3362985" y="4719286"/>
                  </a:lnTo>
                  <a:lnTo>
                    <a:pt x="3332173" y="4616393"/>
                  </a:lnTo>
                  <a:lnTo>
                    <a:pt x="3301376" y="4514076"/>
                  </a:lnTo>
                  <a:lnTo>
                    <a:pt x="3270609" y="4412894"/>
                  </a:lnTo>
                  <a:lnTo>
                    <a:pt x="3239881" y="4313380"/>
                  </a:lnTo>
                  <a:lnTo>
                    <a:pt x="3209194" y="4216028"/>
                  </a:lnTo>
                  <a:lnTo>
                    <a:pt x="3178541" y="4121289"/>
                  </a:lnTo>
                  <a:lnTo>
                    <a:pt x="3147904" y="4029555"/>
                  </a:lnTo>
                  <a:lnTo>
                    <a:pt x="3117252" y="3941161"/>
                  </a:lnTo>
                  <a:lnTo>
                    <a:pt x="3086541" y="3856375"/>
                  </a:lnTo>
                  <a:lnTo>
                    <a:pt x="3055708" y="3775403"/>
                  </a:lnTo>
                  <a:lnTo>
                    <a:pt x="3024673" y="3698385"/>
                  </a:lnTo>
                  <a:lnTo>
                    <a:pt x="2993336" y="3625399"/>
                  </a:lnTo>
                  <a:lnTo>
                    <a:pt x="2961571" y="3556467"/>
                  </a:lnTo>
                  <a:lnTo>
                    <a:pt x="2929229" y="3491556"/>
                  </a:lnTo>
                  <a:lnTo>
                    <a:pt x="2896531" y="3431297"/>
                  </a:lnTo>
                  <a:lnTo>
                    <a:pt x="2851191" y="3356473"/>
                  </a:lnTo>
                  <a:lnTo>
                    <a:pt x="2803587" y="3288449"/>
                  </a:lnTo>
                  <a:lnTo>
                    <a:pt x="2753058" y="3226949"/>
                  </a:lnTo>
                  <a:lnTo>
                    <a:pt x="2698883" y="3171473"/>
                  </a:lnTo>
                  <a:lnTo>
                    <a:pt x="2640320" y="3121427"/>
                  </a:lnTo>
                  <a:lnTo>
                    <a:pt x="2576648" y="3076214"/>
                  </a:lnTo>
                  <a:lnTo>
                    <a:pt x="2507231" y="3035284"/>
                  </a:lnTo>
                  <a:lnTo>
                    <a:pt x="2431590" y="2998163"/>
                  </a:lnTo>
                  <a:lnTo>
                    <a:pt x="2349509" y="2964471"/>
                  </a:lnTo>
                  <a:lnTo>
                    <a:pt x="2261167" y="2933930"/>
                  </a:lnTo>
                  <a:lnTo>
                    <a:pt x="2167289" y="2906366"/>
                  </a:lnTo>
                  <a:lnTo>
                    <a:pt x="2069291" y="2881703"/>
                  </a:lnTo>
                  <a:lnTo>
                    <a:pt x="1969384" y="2859945"/>
                  </a:lnTo>
                  <a:lnTo>
                    <a:pt x="1870572" y="2841146"/>
                  </a:lnTo>
                  <a:lnTo>
                    <a:pt x="1776478" y="2825371"/>
                  </a:lnTo>
                  <a:lnTo>
                    <a:pt x="1690977" y="2812637"/>
                  </a:lnTo>
                  <a:lnTo>
                    <a:pt x="1617649" y="2802867"/>
                  </a:lnTo>
                  <a:lnTo>
                    <a:pt x="1559158" y="2795855"/>
                  </a:lnTo>
                  <a:lnTo>
                    <a:pt x="1516720" y="2791254"/>
                  </a:lnTo>
                  <a:lnTo>
                    <a:pt x="1489801" y="2788605"/>
                  </a:lnTo>
                  <a:lnTo>
                    <a:pt x="1476089" y="2787376"/>
                  </a:lnTo>
                  <a:lnTo>
                    <a:pt x="1471692" y="2787015"/>
                  </a:lnTo>
                  <a:lnTo>
                    <a:pt x="1471387" y="2786992"/>
                  </a:lnTo>
                  <a:lnTo>
                    <a:pt x="0" y="278699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39" name="pg239"/>
            <p:cNvSpPr/>
            <p:nvPr/>
          </p:nvSpPr>
          <p:spPr>
            <a:xfrm>
              <a:off x="4799595" y="4325930"/>
              <a:ext cx="11981298" cy="6105229"/>
            </a:xfrm>
            <a:custGeom>
              <a:avLst/>
              <a:pathLst>
                <a:path w="11981298" h="6105229">
                  <a:moveTo>
                    <a:pt x="0" y="2239401"/>
                  </a:moveTo>
                  <a:lnTo>
                    <a:pt x="1471387" y="2239401"/>
                  </a:lnTo>
                  <a:lnTo>
                    <a:pt x="1472466" y="2239485"/>
                  </a:lnTo>
                  <a:lnTo>
                    <a:pt x="1479571" y="2240086"/>
                  </a:lnTo>
                  <a:lnTo>
                    <a:pt x="1497507" y="2241746"/>
                  </a:lnTo>
                  <a:lnTo>
                    <a:pt x="1529647" y="2245016"/>
                  </a:lnTo>
                  <a:lnTo>
                    <a:pt x="1577697" y="2250407"/>
                  </a:lnTo>
                  <a:lnTo>
                    <a:pt x="1641566" y="2258346"/>
                  </a:lnTo>
                  <a:lnTo>
                    <a:pt x="1719487" y="2269130"/>
                  </a:lnTo>
                  <a:lnTo>
                    <a:pt x="1808409" y="2282918"/>
                  </a:lnTo>
                  <a:lnTo>
                    <a:pt x="1904580" y="2299750"/>
                  </a:lnTo>
                  <a:lnTo>
                    <a:pt x="2004158" y="2319585"/>
                  </a:lnTo>
                  <a:lnTo>
                    <a:pt x="2103703" y="2342358"/>
                  </a:lnTo>
                  <a:lnTo>
                    <a:pt x="2200478" y="2368026"/>
                  </a:lnTo>
                  <a:lnTo>
                    <a:pt x="2292554" y="2396612"/>
                  </a:lnTo>
                  <a:lnTo>
                    <a:pt x="2378771" y="2428223"/>
                  </a:lnTo>
                  <a:lnTo>
                    <a:pt x="2458611" y="2463070"/>
                  </a:lnTo>
                  <a:lnTo>
                    <a:pt x="2532048" y="2501467"/>
                  </a:lnTo>
                  <a:lnTo>
                    <a:pt x="2599403" y="2543828"/>
                  </a:lnTo>
                  <a:lnTo>
                    <a:pt x="2661221" y="2590655"/>
                  </a:lnTo>
                  <a:lnTo>
                    <a:pt x="2718175" y="2642520"/>
                  </a:lnTo>
                  <a:lnTo>
                    <a:pt x="2770998" y="2700025"/>
                  </a:lnTo>
                  <a:lnTo>
                    <a:pt x="2820431" y="2763744"/>
                  </a:lnTo>
                  <a:lnTo>
                    <a:pt x="2867178" y="2834118"/>
                  </a:lnTo>
                  <a:lnTo>
                    <a:pt x="2896531" y="2883706"/>
                  </a:lnTo>
                  <a:lnTo>
                    <a:pt x="2929623" y="2944724"/>
                  </a:lnTo>
                  <a:lnTo>
                    <a:pt x="2961957" y="3009683"/>
                  </a:lnTo>
                  <a:lnTo>
                    <a:pt x="2993716" y="3078663"/>
                  </a:lnTo>
                  <a:lnTo>
                    <a:pt x="3025049" y="3151698"/>
                  </a:lnTo>
                  <a:lnTo>
                    <a:pt x="3056080" y="3228764"/>
                  </a:lnTo>
                  <a:lnTo>
                    <a:pt x="3086911" y="3309783"/>
                  </a:lnTo>
                  <a:lnTo>
                    <a:pt x="3117621" y="3394613"/>
                  </a:lnTo>
                  <a:lnTo>
                    <a:pt x="3148273" y="3483050"/>
                  </a:lnTo>
                  <a:lnTo>
                    <a:pt x="3178910" y="3574822"/>
                  </a:lnTo>
                  <a:lnTo>
                    <a:pt x="3209563" y="3669595"/>
                  </a:lnTo>
                  <a:lnTo>
                    <a:pt x="3240251" y="3766975"/>
                  </a:lnTo>
                  <a:lnTo>
                    <a:pt x="3270980" y="3866513"/>
                  </a:lnTo>
                  <a:lnTo>
                    <a:pt x="3301747" y="3967712"/>
                  </a:lnTo>
                  <a:lnTo>
                    <a:pt x="3332544" y="4070039"/>
                  </a:lnTo>
                  <a:lnTo>
                    <a:pt x="3363357" y="4172935"/>
                  </a:lnTo>
                  <a:lnTo>
                    <a:pt x="3394169" y="4275828"/>
                  </a:lnTo>
                  <a:lnTo>
                    <a:pt x="3424966" y="4378145"/>
                  </a:lnTo>
                  <a:lnTo>
                    <a:pt x="3455733" y="4479327"/>
                  </a:lnTo>
                  <a:lnTo>
                    <a:pt x="3486461" y="4578842"/>
                  </a:lnTo>
                  <a:lnTo>
                    <a:pt x="3517148" y="4676193"/>
                  </a:lnTo>
                  <a:lnTo>
                    <a:pt x="3547801" y="4770932"/>
                  </a:lnTo>
                  <a:lnTo>
                    <a:pt x="3578439" y="4862666"/>
                  </a:lnTo>
                  <a:lnTo>
                    <a:pt x="3609090" y="4951061"/>
                  </a:lnTo>
                  <a:lnTo>
                    <a:pt x="3639801" y="5035846"/>
                  </a:lnTo>
                  <a:lnTo>
                    <a:pt x="3670634" y="5116818"/>
                  </a:lnTo>
                  <a:lnTo>
                    <a:pt x="3701669" y="5193837"/>
                  </a:lnTo>
                  <a:lnTo>
                    <a:pt x="3733006" y="5266822"/>
                  </a:lnTo>
                  <a:lnTo>
                    <a:pt x="3764771" y="5335754"/>
                  </a:lnTo>
                  <a:lnTo>
                    <a:pt x="3797113" y="5400665"/>
                  </a:lnTo>
                  <a:lnTo>
                    <a:pt x="3829811" y="5460925"/>
                  </a:lnTo>
                  <a:lnTo>
                    <a:pt x="3875151" y="5535748"/>
                  </a:lnTo>
                  <a:lnTo>
                    <a:pt x="3922756" y="5603772"/>
                  </a:lnTo>
                  <a:lnTo>
                    <a:pt x="3973284" y="5665272"/>
                  </a:lnTo>
                  <a:lnTo>
                    <a:pt x="4027459" y="5720748"/>
                  </a:lnTo>
                  <a:lnTo>
                    <a:pt x="4086022" y="5770794"/>
                  </a:lnTo>
                  <a:lnTo>
                    <a:pt x="4149694" y="5816007"/>
                  </a:lnTo>
                  <a:lnTo>
                    <a:pt x="4219111" y="5856937"/>
                  </a:lnTo>
                  <a:lnTo>
                    <a:pt x="4294752" y="5894058"/>
                  </a:lnTo>
                  <a:lnTo>
                    <a:pt x="4376833" y="5927750"/>
                  </a:lnTo>
                  <a:lnTo>
                    <a:pt x="4465175" y="5958291"/>
                  </a:lnTo>
                  <a:lnTo>
                    <a:pt x="4559053" y="5985855"/>
                  </a:lnTo>
                  <a:lnTo>
                    <a:pt x="4657052" y="6010518"/>
                  </a:lnTo>
                  <a:lnTo>
                    <a:pt x="4756958" y="6032276"/>
                  </a:lnTo>
                  <a:lnTo>
                    <a:pt x="4855770" y="6051075"/>
                  </a:lnTo>
                  <a:lnTo>
                    <a:pt x="4949864" y="6066850"/>
                  </a:lnTo>
                  <a:lnTo>
                    <a:pt x="5035365" y="6079584"/>
                  </a:lnTo>
                  <a:lnTo>
                    <a:pt x="5108693" y="6089354"/>
                  </a:lnTo>
                  <a:lnTo>
                    <a:pt x="5167184" y="6096367"/>
                  </a:lnTo>
                  <a:lnTo>
                    <a:pt x="5209622" y="6100967"/>
                  </a:lnTo>
                  <a:lnTo>
                    <a:pt x="5236542" y="6103616"/>
                  </a:lnTo>
                  <a:lnTo>
                    <a:pt x="5250253" y="6104845"/>
                  </a:lnTo>
                  <a:lnTo>
                    <a:pt x="5254650" y="6105206"/>
                  </a:lnTo>
                  <a:lnTo>
                    <a:pt x="5254955" y="6105229"/>
                  </a:lnTo>
                  <a:lnTo>
                    <a:pt x="6726343" y="6105229"/>
                  </a:lnTo>
                  <a:lnTo>
                    <a:pt x="6727154" y="6105130"/>
                  </a:lnTo>
                  <a:lnTo>
                    <a:pt x="6732522" y="6104425"/>
                  </a:lnTo>
                  <a:lnTo>
                    <a:pt x="6746184" y="6102478"/>
                  </a:lnTo>
                  <a:lnTo>
                    <a:pt x="6770925" y="6098638"/>
                  </a:lnTo>
                  <a:lnTo>
                    <a:pt x="6808443" y="6092279"/>
                  </a:lnTo>
                  <a:lnTo>
                    <a:pt x="6859233" y="6082849"/>
                  </a:lnTo>
                  <a:lnTo>
                    <a:pt x="6922581" y="6069918"/>
                  </a:lnTo>
                  <a:lnTo>
                    <a:pt x="6996727" y="6053200"/>
                  </a:lnTo>
                  <a:lnTo>
                    <a:pt x="7079170" y="6032555"/>
                  </a:lnTo>
                  <a:lnTo>
                    <a:pt x="7167043" y="6007963"/>
                  </a:lnTo>
                  <a:lnTo>
                    <a:pt x="7257486" y="5979480"/>
                  </a:lnTo>
                  <a:lnTo>
                    <a:pt x="7347935" y="5947185"/>
                  </a:lnTo>
                  <a:lnTo>
                    <a:pt x="7436305" y="5911131"/>
                  </a:lnTo>
                  <a:lnTo>
                    <a:pt x="7521062" y="5871308"/>
                  </a:lnTo>
                  <a:lnTo>
                    <a:pt x="7601203" y="5827616"/>
                  </a:lnTo>
                  <a:lnTo>
                    <a:pt x="7676194" y="5779848"/>
                  </a:lnTo>
                  <a:lnTo>
                    <a:pt x="7745873" y="5727688"/>
                  </a:lnTo>
                  <a:lnTo>
                    <a:pt x="7810360" y="5670709"/>
                  </a:lnTo>
                  <a:lnTo>
                    <a:pt x="7869970" y="5608381"/>
                  </a:lnTo>
                  <a:lnTo>
                    <a:pt x="7925144" y="5540083"/>
                  </a:lnTo>
                  <a:lnTo>
                    <a:pt x="7976402" y="5465133"/>
                  </a:lnTo>
                  <a:lnTo>
                    <a:pt x="8024293" y="5382816"/>
                  </a:lnTo>
                  <a:lnTo>
                    <a:pt x="8069373" y="5292459"/>
                  </a:lnTo>
                  <a:lnTo>
                    <a:pt x="8112171" y="5193517"/>
                  </a:lnTo>
                  <a:lnTo>
                    <a:pt x="8151487" y="5090415"/>
                  </a:lnTo>
                  <a:lnTo>
                    <a:pt x="8178395" y="5012922"/>
                  </a:lnTo>
                  <a:lnTo>
                    <a:pt x="8204781" y="4931364"/>
                  </a:lnTo>
                  <a:lnTo>
                    <a:pt x="8230746" y="4845661"/>
                  </a:lnTo>
                  <a:lnTo>
                    <a:pt x="8256378" y="4755768"/>
                  </a:lnTo>
                  <a:lnTo>
                    <a:pt x="8281752" y="4661672"/>
                  </a:lnTo>
                  <a:lnTo>
                    <a:pt x="8306932" y="4563398"/>
                  </a:lnTo>
                  <a:lnTo>
                    <a:pt x="8331972" y="4461010"/>
                  </a:lnTo>
                  <a:lnTo>
                    <a:pt x="8356918" y="4354616"/>
                  </a:lnTo>
                  <a:lnTo>
                    <a:pt x="8381806" y="4244365"/>
                  </a:lnTo>
                  <a:lnTo>
                    <a:pt x="8406666" y="4130452"/>
                  </a:lnTo>
                  <a:lnTo>
                    <a:pt x="8431519" y="4013115"/>
                  </a:lnTo>
                  <a:lnTo>
                    <a:pt x="8456382" y="3892637"/>
                  </a:lnTo>
                  <a:lnTo>
                    <a:pt x="8481265" y="3769341"/>
                  </a:lnTo>
                  <a:lnTo>
                    <a:pt x="8506174" y="3643589"/>
                  </a:lnTo>
                  <a:lnTo>
                    <a:pt x="8531111" y="3515778"/>
                  </a:lnTo>
                  <a:lnTo>
                    <a:pt x="8556072" y="3386334"/>
                  </a:lnTo>
                  <a:lnTo>
                    <a:pt x="8581053" y="3255709"/>
                  </a:lnTo>
                  <a:lnTo>
                    <a:pt x="8606046" y="3124371"/>
                  </a:lnTo>
                  <a:lnTo>
                    <a:pt x="8631044" y="2992799"/>
                  </a:lnTo>
                  <a:lnTo>
                    <a:pt x="8656037" y="2861477"/>
                  </a:lnTo>
                  <a:lnTo>
                    <a:pt x="8681018" y="2730884"/>
                  </a:lnTo>
                  <a:lnTo>
                    <a:pt x="8705978" y="2601488"/>
                  </a:lnTo>
                  <a:lnTo>
                    <a:pt x="8730914" y="2473739"/>
                  </a:lnTo>
                  <a:lnTo>
                    <a:pt x="8755822" y="2348063"/>
                  </a:lnTo>
                  <a:lnTo>
                    <a:pt x="8780705" y="2224855"/>
                  </a:lnTo>
                  <a:lnTo>
                    <a:pt x="8805567" y="2104477"/>
                  </a:lnTo>
                  <a:lnTo>
                    <a:pt x="8830420" y="1987251"/>
                  </a:lnTo>
                  <a:lnTo>
                    <a:pt x="8855280" y="1873457"/>
                  </a:lnTo>
                  <a:lnTo>
                    <a:pt x="8880169" y="1763332"/>
                  </a:lnTo>
                  <a:lnTo>
                    <a:pt x="8905118" y="1657070"/>
                  </a:lnTo>
                  <a:lnTo>
                    <a:pt x="8930162" y="1554818"/>
                  </a:lnTo>
                  <a:lnTo>
                    <a:pt x="8955348" y="1456683"/>
                  </a:lnTo>
                  <a:lnTo>
                    <a:pt x="8980729" y="1362728"/>
                  </a:lnTo>
                  <a:lnTo>
                    <a:pt x="9006371" y="1272975"/>
                  </a:lnTo>
                  <a:lnTo>
                    <a:pt x="9032348" y="1187413"/>
                  </a:lnTo>
                  <a:lnTo>
                    <a:pt x="9058750" y="1105992"/>
                  </a:lnTo>
                  <a:lnTo>
                    <a:pt x="9084767" y="1031159"/>
                  </a:lnTo>
                  <a:lnTo>
                    <a:pt x="9125832" y="923745"/>
                  </a:lnTo>
                  <a:lnTo>
                    <a:pt x="9168715" y="825170"/>
                  </a:lnTo>
                  <a:lnTo>
                    <a:pt x="9213902" y="735161"/>
                  </a:lnTo>
                  <a:lnTo>
                    <a:pt x="9261923" y="653167"/>
                  </a:lnTo>
                  <a:lnTo>
                    <a:pt x="9313333" y="578508"/>
                  </a:lnTo>
                  <a:lnTo>
                    <a:pt x="9368683" y="510474"/>
                  </a:lnTo>
                  <a:lnTo>
                    <a:pt x="9428488" y="448381"/>
                  </a:lnTo>
                  <a:lnTo>
                    <a:pt x="9493187" y="391613"/>
                  </a:lnTo>
                  <a:lnTo>
                    <a:pt x="9563087" y="339645"/>
                  </a:lnTo>
                  <a:lnTo>
                    <a:pt x="9638299" y="292053"/>
                  </a:lnTo>
                  <a:lnTo>
                    <a:pt x="9718647" y="248525"/>
                  </a:lnTo>
                  <a:lnTo>
                    <a:pt x="9803578" y="208861"/>
                  </a:lnTo>
                  <a:lnTo>
                    <a:pt x="9892070" y="172964"/>
                  </a:lnTo>
                  <a:lnTo>
                    <a:pt x="9982564" y="140827"/>
                  </a:lnTo>
                  <a:lnTo>
                    <a:pt x="10072954" y="112505"/>
                  </a:lnTo>
                  <a:lnTo>
                    <a:pt x="10160659" y="88078"/>
                  </a:lnTo>
                  <a:lnTo>
                    <a:pt x="10242811" y="67598"/>
                  </a:lnTo>
                  <a:lnTo>
                    <a:pt x="10316552" y="51041"/>
                  </a:lnTo>
                  <a:lnTo>
                    <a:pt x="10379403" y="38264"/>
                  </a:lnTo>
                  <a:lnTo>
                    <a:pt x="10429645" y="28972"/>
                  </a:lnTo>
                  <a:lnTo>
                    <a:pt x="10466611" y="22730"/>
                  </a:lnTo>
                  <a:lnTo>
                    <a:pt x="10490847" y="18982"/>
                  </a:lnTo>
                  <a:lnTo>
                    <a:pt x="10504098" y="17100"/>
                  </a:lnTo>
                  <a:lnTo>
                    <a:pt x="10509196" y="16433"/>
                  </a:lnTo>
                  <a:lnTo>
                    <a:pt x="10509911" y="16345"/>
                  </a:lnTo>
                  <a:lnTo>
                    <a:pt x="11981298" y="16345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9100" y="99"/>
                  </a:lnTo>
                  <a:lnTo>
                    <a:pt x="10503731" y="804"/>
                  </a:lnTo>
                  <a:lnTo>
                    <a:pt x="10490070" y="2751"/>
                  </a:lnTo>
                  <a:lnTo>
                    <a:pt x="10465329" y="6591"/>
                  </a:lnTo>
                  <a:lnTo>
                    <a:pt x="10427810" y="12950"/>
                  </a:lnTo>
                  <a:lnTo>
                    <a:pt x="10377020" y="22379"/>
                  </a:lnTo>
                  <a:lnTo>
                    <a:pt x="10313673" y="35310"/>
                  </a:lnTo>
                  <a:lnTo>
                    <a:pt x="10239526" y="52029"/>
                  </a:lnTo>
                  <a:lnTo>
                    <a:pt x="10157083" y="72674"/>
                  </a:lnTo>
                  <a:lnTo>
                    <a:pt x="10069210" y="97266"/>
                  </a:lnTo>
                  <a:lnTo>
                    <a:pt x="9978767" y="125749"/>
                  </a:lnTo>
                  <a:lnTo>
                    <a:pt x="9888318" y="158044"/>
                  </a:lnTo>
                  <a:lnTo>
                    <a:pt x="9799948" y="194097"/>
                  </a:lnTo>
                  <a:lnTo>
                    <a:pt x="9715191" y="233920"/>
                  </a:lnTo>
                  <a:lnTo>
                    <a:pt x="9635050" y="277613"/>
                  </a:lnTo>
                  <a:lnTo>
                    <a:pt x="9560059" y="325381"/>
                  </a:lnTo>
                  <a:lnTo>
                    <a:pt x="9490380" y="377541"/>
                  </a:lnTo>
                  <a:lnTo>
                    <a:pt x="9425893" y="434520"/>
                  </a:lnTo>
                  <a:lnTo>
                    <a:pt x="9366284" y="496848"/>
                  </a:lnTo>
                  <a:lnTo>
                    <a:pt x="9311109" y="565145"/>
                  </a:lnTo>
                  <a:lnTo>
                    <a:pt x="9259851" y="640096"/>
                  </a:lnTo>
                  <a:lnTo>
                    <a:pt x="9211960" y="722412"/>
                  </a:lnTo>
                  <a:lnTo>
                    <a:pt x="9166880" y="812770"/>
                  </a:lnTo>
                  <a:lnTo>
                    <a:pt x="9124082" y="911711"/>
                  </a:lnTo>
                  <a:lnTo>
                    <a:pt x="9084767" y="1014813"/>
                  </a:lnTo>
                  <a:lnTo>
                    <a:pt x="9057858" y="1092306"/>
                  </a:lnTo>
                  <a:lnTo>
                    <a:pt x="9031472" y="1173865"/>
                  </a:lnTo>
                  <a:lnTo>
                    <a:pt x="9005507" y="1259567"/>
                  </a:lnTo>
                  <a:lnTo>
                    <a:pt x="8979875" y="1349460"/>
                  </a:lnTo>
                  <a:lnTo>
                    <a:pt x="8954501" y="1443557"/>
                  </a:lnTo>
                  <a:lnTo>
                    <a:pt x="8929321" y="1541831"/>
                  </a:lnTo>
                  <a:lnTo>
                    <a:pt x="8904281" y="1644218"/>
                  </a:lnTo>
                  <a:lnTo>
                    <a:pt x="8879335" y="1750613"/>
                  </a:lnTo>
                  <a:lnTo>
                    <a:pt x="8854447" y="1860864"/>
                  </a:lnTo>
                  <a:lnTo>
                    <a:pt x="8829588" y="1974777"/>
                  </a:lnTo>
                  <a:lnTo>
                    <a:pt x="8804735" y="2092113"/>
                  </a:lnTo>
                  <a:lnTo>
                    <a:pt x="8779872" y="2212592"/>
                  </a:lnTo>
                  <a:lnTo>
                    <a:pt x="8754988" y="2335888"/>
                  </a:lnTo>
                  <a:lnTo>
                    <a:pt x="8730079" y="2461640"/>
                  </a:lnTo>
                  <a:lnTo>
                    <a:pt x="8705143" y="2589451"/>
                  </a:lnTo>
                  <a:lnTo>
                    <a:pt x="8680181" y="2718895"/>
                  </a:lnTo>
                  <a:lnTo>
                    <a:pt x="8655201" y="2849520"/>
                  </a:lnTo>
                  <a:lnTo>
                    <a:pt x="8630207" y="2980858"/>
                  </a:lnTo>
                  <a:lnTo>
                    <a:pt x="8605209" y="3112430"/>
                  </a:lnTo>
                  <a:lnTo>
                    <a:pt x="8580216" y="3243752"/>
                  </a:lnTo>
                  <a:lnTo>
                    <a:pt x="8555235" y="3374345"/>
                  </a:lnTo>
                  <a:lnTo>
                    <a:pt x="8530275" y="3503741"/>
                  </a:lnTo>
                  <a:lnTo>
                    <a:pt x="8505339" y="3631490"/>
                  </a:lnTo>
                  <a:lnTo>
                    <a:pt x="8480431" y="3757166"/>
                  </a:lnTo>
                  <a:lnTo>
                    <a:pt x="8455549" y="3880374"/>
                  </a:lnTo>
                  <a:lnTo>
                    <a:pt x="8430686" y="4000752"/>
                  </a:lnTo>
                  <a:lnTo>
                    <a:pt x="8405833" y="4117978"/>
                  </a:lnTo>
                  <a:lnTo>
                    <a:pt x="8380973" y="4231772"/>
                  </a:lnTo>
                  <a:lnTo>
                    <a:pt x="8356084" y="4341897"/>
                  </a:lnTo>
                  <a:lnTo>
                    <a:pt x="8331136" y="4448159"/>
                  </a:lnTo>
                  <a:lnTo>
                    <a:pt x="8306091" y="4550410"/>
                  </a:lnTo>
                  <a:lnTo>
                    <a:pt x="8280906" y="4648545"/>
                  </a:lnTo>
                  <a:lnTo>
                    <a:pt x="8255524" y="4742501"/>
                  </a:lnTo>
                  <a:lnTo>
                    <a:pt x="8229883" y="4832253"/>
                  </a:lnTo>
                  <a:lnTo>
                    <a:pt x="8203905" y="4917816"/>
                  </a:lnTo>
                  <a:lnTo>
                    <a:pt x="8177503" y="4999237"/>
                  </a:lnTo>
                  <a:lnTo>
                    <a:pt x="8151487" y="5074069"/>
                  </a:lnTo>
                  <a:lnTo>
                    <a:pt x="8110421" y="5181484"/>
                  </a:lnTo>
                  <a:lnTo>
                    <a:pt x="8067538" y="5280058"/>
                  </a:lnTo>
                  <a:lnTo>
                    <a:pt x="8022352" y="5370068"/>
                  </a:lnTo>
                  <a:lnTo>
                    <a:pt x="7974331" y="5452062"/>
                  </a:lnTo>
                  <a:lnTo>
                    <a:pt x="7922920" y="5526721"/>
                  </a:lnTo>
                  <a:lnTo>
                    <a:pt x="7867570" y="5594755"/>
                  </a:lnTo>
                  <a:lnTo>
                    <a:pt x="7807765" y="5656848"/>
                  </a:lnTo>
                  <a:lnTo>
                    <a:pt x="7743066" y="5713616"/>
                  </a:lnTo>
                  <a:lnTo>
                    <a:pt x="7673166" y="5765584"/>
                  </a:lnTo>
                  <a:lnTo>
                    <a:pt x="7597954" y="5813176"/>
                  </a:lnTo>
                  <a:lnTo>
                    <a:pt x="7517606" y="5856703"/>
                  </a:lnTo>
                  <a:lnTo>
                    <a:pt x="7432675" y="5896367"/>
                  </a:lnTo>
                  <a:lnTo>
                    <a:pt x="7344183" y="5932265"/>
                  </a:lnTo>
                  <a:lnTo>
                    <a:pt x="7253689" y="5964402"/>
                  </a:lnTo>
                  <a:lnTo>
                    <a:pt x="7163300" y="5992723"/>
                  </a:lnTo>
                  <a:lnTo>
                    <a:pt x="7075595" y="6017151"/>
                  </a:lnTo>
                  <a:lnTo>
                    <a:pt x="6993442" y="6037631"/>
                  </a:lnTo>
                  <a:lnTo>
                    <a:pt x="6919701" y="6054187"/>
                  </a:lnTo>
                  <a:lnTo>
                    <a:pt x="6856850" y="6066965"/>
                  </a:lnTo>
                  <a:lnTo>
                    <a:pt x="6806609" y="6076256"/>
                  </a:lnTo>
                  <a:lnTo>
                    <a:pt x="6769642" y="6082498"/>
                  </a:lnTo>
                  <a:lnTo>
                    <a:pt x="6745407" y="6086246"/>
                  </a:lnTo>
                  <a:lnTo>
                    <a:pt x="6732155" y="6088129"/>
                  </a:lnTo>
                  <a:lnTo>
                    <a:pt x="6727058" y="6088796"/>
                  </a:lnTo>
                  <a:lnTo>
                    <a:pt x="6726343" y="6088883"/>
                  </a:lnTo>
                  <a:lnTo>
                    <a:pt x="5254955" y="6088883"/>
                  </a:lnTo>
                  <a:lnTo>
                    <a:pt x="5253876" y="6088799"/>
                  </a:lnTo>
                  <a:lnTo>
                    <a:pt x="5246772" y="6088198"/>
                  </a:lnTo>
                  <a:lnTo>
                    <a:pt x="5228835" y="6086538"/>
                  </a:lnTo>
                  <a:lnTo>
                    <a:pt x="5196695" y="6083269"/>
                  </a:lnTo>
                  <a:lnTo>
                    <a:pt x="5148645" y="6077877"/>
                  </a:lnTo>
                  <a:lnTo>
                    <a:pt x="5084776" y="6069938"/>
                  </a:lnTo>
                  <a:lnTo>
                    <a:pt x="5006855" y="6059154"/>
                  </a:lnTo>
                  <a:lnTo>
                    <a:pt x="4917933" y="6045366"/>
                  </a:lnTo>
                  <a:lnTo>
                    <a:pt x="4821762" y="6028534"/>
                  </a:lnTo>
                  <a:lnTo>
                    <a:pt x="4722184" y="6008699"/>
                  </a:lnTo>
                  <a:lnTo>
                    <a:pt x="4622640" y="5985926"/>
                  </a:lnTo>
                  <a:lnTo>
                    <a:pt x="4525864" y="5960258"/>
                  </a:lnTo>
                  <a:lnTo>
                    <a:pt x="4433788" y="5931673"/>
                  </a:lnTo>
                  <a:lnTo>
                    <a:pt x="4347571" y="5900061"/>
                  </a:lnTo>
                  <a:lnTo>
                    <a:pt x="4267732" y="5865214"/>
                  </a:lnTo>
                  <a:lnTo>
                    <a:pt x="4194294" y="5826817"/>
                  </a:lnTo>
                  <a:lnTo>
                    <a:pt x="4126939" y="5784457"/>
                  </a:lnTo>
                  <a:lnTo>
                    <a:pt x="4065121" y="5737629"/>
                  </a:lnTo>
                  <a:lnTo>
                    <a:pt x="4008167" y="5685764"/>
                  </a:lnTo>
                  <a:lnTo>
                    <a:pt x="3955344" y="5628259"/>
                  </a:lnTo>
                  <a:lnTo>
                    <a:pt x="3905911" y="5564540"/>
                  </a:lnTo>
                  <a:lnTo>
                    <a:pt x="3859164" y="5494167"/>
                  </a:lnTo>
                  <a:lnTo>
                    <a:pt x="3829811" y="5444579"/>
                  </a:lnTo>
                  <a:lnTo>
                    <a:pt x="3796719" y="5383561"/>
                  </a:lnTo>
                  <a:lnTo>
                    <a:pt x="3764385" y="5318602"/>
                  </a:lnTo>
                  <a:lnTo>
                    <a:pt x="3732627" y="5249621"/>
                  </a:lnTo>
                  <a:lnTo>
                    <a:pt x="3701294" y="5176587"/>
                  </a:lnTo>
                  <a:lnTo>
                    <a:pt x="3670262" y="5099520"/>
                  </a:lnTo>
                  <a:lnTo>
                    <a:pt x="3639431" y="5018501"/>
                  </a:lnTo>
                  <a:lnTo>
                    <a:pt x="3608721" y="4933671"/>
                  </a:lnTo>
                  <a:lnTo>
                    <a:pt x="3578070" y="4845234"/>
                  </a:lnTo>
                  <a:lnTo>
                    <a:pt x="3547432" y="4753463"/>
                  </a:lnTo>
                  <a:lnTo>
                    <a:pt x="3516779" y="4658689"/>
                  </a:lnTo>
                  <a:lnTo>
                    <a:pt x="3486091" y="4561309"/>
                  </a:lnTo>
                  <a:lnTo>
                    <a:pt x="3455363" y="4461771"/>
                  </a:lnTo>
                  <a:lnTo>
                    <a:pt x="3424595" y="4360572"/>
                  </a:lnTo>
                  <a:lnTo>
                    <a:pt x="3393798" y="4258245"/>
                  </a:lnTo>
                  <a:lnTo>
                    <a:pt x="3362985" y="4155349"/>
                  </a:lnTo>
                  <a:lnTo>
                    <a:pt x="3332173" y="4052456"/>
                  </a:lnTo>
                  <a:lnTo>
                    <a:pt x="3301376" y="3950140"/>
                  </a:lnTo>
                  <a:lnTo>
                    <a:pt x="3270609" y="3848957"/>
                  </a:lnTo>
                  <a:lnTo>
                    <a:pt x="3239881" y="3749443"/>
                  </a:lnTo>
                  <a:lnTo>
                    <a:pt x="3209194" y="3652091"/>
                  </a:lnTo>
                  <a:lnTo>
                    <a:pt x="3178541" y="3557352"/>
                  </a:lnTo>
                  <a:lnTo>
                    <a:pt x="3147904" y="3465618"/>
                  </a:lnTo>
                  <a:lnTo>
                    <a:pt x="3117252" y="3377224"/>
                  </a:lnTo>
                  <a:lnTo>
                    <a:pt x="3086541" y="3292438"/>
                  </a:lnTo>
                  <a:lnTo>
                    <a:pt x="3055708" y="3211466"/>
                  </a:lnTo>
                  <a:lnTo>
                    <a:pt x="3024673" y="3134448"/>
                  </a:lnTo>
                  <a:lnTo>
                    <a:pt x="2993336" y="3061462"/>
                  </a:lnTo>
                  <a:lnTo>
                    <a:pt x="2961571" y="2992530"/>
                  </a:lnTo>
                  <a:lnTo>
                    <a:pt x="2929229" y="2927619"/>
                  </a:lnTo>
                  <a:lnTo>
                    <a:pt x="2896531" y="2867360"/>
                  </a:lnTo>
                  <a:lnTo>
                    <a:pt x="2851191" y="2792536"/>
                  </a:lnTo>
                  <a:lnTo>
                    <a:pt x="2803587" y="2724512"/>
                  </a:lnTo>
                  <a:lnTo>
                    <a:pt x="2753058" y="2663012"/>
                  </a:lnTo>
                  <a:lnTo>
                    <a:pt x="2698883" y="2607536"/>
                  </a:lnTo>
                  <a:lnTo>
                    <a:pt x="2640320" y="2557490"/>
                  </a:lnTo>
                  <a:lnTo>
                    <a:pt x="2576648" y="2512277"/>
                  </a:lnTo>
                  <a:lnTo>
                    <a:pt x="2507231" y="2471347"/>
                  </a:lnTo>
                  <a:lnTo>
                    <a:pt x="2431590" y="2434226"/>
                  </a:lnTo>
                  <a:lnTo>
                    <a:pt x="2349509" y="2400534"/>
                  </a:lnTo>
                  <a:lnTo>
                    <a:pt x="2261167" y="2369993"/>
                  </a:lnTo>
                  <a:lnTo>
                    <a:pt x="2167289" y="2342430"/>
                  </a:lnTo>
                  <a:lnTo>
                    <a:pt x="2069291" y="2317766"/>
                  </a:lnTo>
                  <a:lnTo>
                    <a:pt x="1969384" y="2296008"/>
                  </a:lnTo>
                  <a:lnTo>
                    <a:pt x="1870572" y="2277210"/>
                  </a:lnTo>
                  <a:lnTo>
                    <a:pt x="1776478" y="2261434"/>
                  </a:lnTo>
                  <a:lnTo>
                    <a:pt x="1690977" y="2248700"/>
                  </a:lnTo>
                  <a:lnTo>
                    <a:pt x="1617649" y="2238930"/>
                  </a:lnTo>
                  <a:lnTo>
                    <a:pt x="1559158" y="2231918"/>
                  </a:lnTo>
                  <a:lnTo>
                    <a:pt x="1516720" y="2227317"/>
                  </a:lnTo>
                  <a:lnTo>
                    <a:pt x="1489801" y="2224668"/>
                  </a:lnTo>
                  <a:lnTo>
                    <a:pt x="1476089" y="2223439"/>
                  </a:lnTo>
                  <a:lnTo>
                    <a:pt x="1471692" y="2223078"/>
                  </a:lnTo>
                  <a:lnTo>
                    <a:pt x="1471387" y="2223055"/>
                  </a:lnTo>
                  <a:lnTo>
                    <a:pt x="0" y="2223055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240" name="pl240"/>
            <p:cNvSpPr/>
            <p:nvPr/>
          </p:nvSpPr>
          <p:spPr>
            <a:xfrm>
              <a:off x="4799595" y="4342276"/>
              <a:ext cx="11981298" cy="6088883"/>
            </a:xfrm>
            <a:custGeom>
              <a:avLst/>
              <a:pathLst>
                <a:path w="11981298" h="6088883">
                  <a:moveTo>
                    <a:pt x="0" y="2223055"/>
                  </a:moveTo>
                  <a:lnTo>
                    <a:pt x="1471387" y="2223055"/>
                  </a:lnTo>
                  <a:lnTo>
                    <a:pt x="1472466" y="2223139"/>
                  </a:lnTo>
                  <a:lnTo>
                    <a:pt x="1479571" y="2223740"/>
                  </a:lnTo>
                  <a:lnTo>
                    <a:pt x="1497507" y="2225400"/>
                  </a:lnTo>
                  <a:lnTo>
                    <a:pt x="1529647" y="2228670"/>
                  </a:lnTo>
                  <a:lnTo>
                    <a:pt x="1577697" y="2234061"/>
                  </a:lnTo>
                  <a:lnTo>
                    <a:pt x="1641566" y="2242000"/>
                  </a:lnTo>
                  <a:lnTo>
                    <a:pt x="1719487" y="2252784"/>
                  </a:lnTo>
                  <a:lnTo>
                    <a:pt x="1808409" y="2266572"/>
                  </a:lnTo>
                  <a:lnTo>
                    <a:pt x="1904580" y="2283404"/>
                  </a:lnTo>
                  <a:lnTo>
                    <a:pt x="2004158" y="2303239"/>
                  </a:lnTo>
                  <a:lnTo>
                    <a:pt x="2103703" y="2326012"/>
                  </a:lnTo>
                  <a:lnTo>
                    <a:pt x="2200478" y="2351680"/>
                  </a:lnTo>
                  <a:lnTo>
                    <a:pt x="2292554" y="2380266"/>
                  </a:lnTo>
                  <a:lnTo>
                    <a:pt x="2378771" y="2411877"/>
                  </a:lnTo>
                  <a:lnTo>
                    <a:pt x="2458611" y="2446724"/>
                  </a:lnTo>
                  <a:lnTo>
                    <a:pt x="2532048" y="2485121"/>
                  </a:lnTo>
                  <a:lnTo>
                    <a:pt x="2599403" y="2527482"/>
                  </a:lnTo>
                  <a:lnTo>
                    <a:pt x="2661221" y="2574309"/>
                  </a:lnTo>
                  <a:lnTo>
                    <a:pt x="2718175" y="2626174"/>
                  </a:lnTo>
                  <a:lnTo>
                    <a:pt x="2770998" y="2683679"/>
                  </a:lnTo>
                  <a:lnTo>
                    <a:pt x="2820431" y="2747398"/>
                  </a:lnTo>
                  <a:lnTo>
                    <a:pt x="2867178" y="2817772"/>
                  </a:lnTo>
                  <a:lnTo>
                    <a:pt x="2896531" y="2867360"/>
                  </a:lnTo>
                  <a:lnTo>
                    <a:pt x="2929623" y="2928378"/>
                  </a:lnTo>
                  <a:lnTo>
                    <a:pt x="2961957" y="2993337"/>
                  </a:lnTo>
                  <a:lnTo>
                    <a:pt x="2993716" y="3062317"/>
                  </a:lnTo>
                  <a:lnTo>
                    <a:pt x="3025049" y="3135352"/>
                  </a:lnTo>
                  <a:lnTo>
                    <a:pt x="3056080" y="3212418"/>
                  </a:lnTo>
                  <a:lnTo>
                    <a:pt x="3086911" y="3293437"/>
                  </a:lnTo>
                  <a:lnTo>
                    <a:pt x="3117621" y="3378267"/>
                  </a:lnTo>
                  <a:lnTo>
                    <a:pt x="3148273" y="3466704"/>
                  </a:lnTo>
                  <a:lnTo>
                    <a:pt x="3178910" y="3558476"/>
                  </a:lnTo>
                  <a:lnTo>
                    <a:pt x="3209563" y="3653249"/>
                  </a:lnTo>
                  <a:lnTo>
                    <a:pt x="3240251" y="3750629"/>
                  </a:lnTo>
                  <a:lnTo>
                    <a:pt x="3270980" y="3850167"/>
                  </a:lnTo>
                  <a:lnTo>
                    <a:pt x="3301747" y="3951366"/>
                  </a:lnTo>
                  <a:lnTo>
                    <a:pt x="3332544" y="4053693"/>
                  </a:lnTo>
                  <a:lnTo>
                    <a:pt x="3363357" y="4156589"/>
                  </a:lnTo>
                  <a:lnTo>
                    <a:pt x="3394169" y="4259482"/>
                  </a:lnTo>
                  <a:lnTo>
                    <a:pt x="3424966" y="4361799"/>
                  </a:lnTo>
                  <a:lnTo>
                    <a:pt x="3455733" y="4462981"/>
                  </a:lnTo>
                  <a:lnTo>
                    <a:pt x="3486461" y="4562496"/>
                  </a:lnTo>
                  <a:lnTo>
                    <a:pt x="3517148" y="4659847"/>
                  </a:lnTo>
                  <a:lnTo>
                    <a:pt x="3547801" y="4754586"/>
                  </a:lnTo>
                  <a:lnTo>
                    <a:pt x="3578439" y="4846320"/>
                  </a:lnTo>
                  <a:lnTo>
                    <a:pt x="3609090" y="4934715"/>
                  </a:lnTo>
                  <a:lnTo>
                    <a:pt x="3639801" y="5019500"/>
                  </a:lnTo>
                  <a:lnTo>
                    <a:pt x="3670634" y="5100472"/>
                  </a:lnTo>
                  <a:lnTo>
                    <a:pt x="3701669" y="5177491"/>
                  </a:lnTo>
                  <a:lnTo>
                    <a:pt x="3733006" y="5250476"/>
                  </a:lnTo>
                  <a:lnTo>
                    <a:pt x="3764771" y="5319408"/>
                  </a:lnTo>
                  <a:lnTo>
                    <a:pt x="3797113" y="5384319"/>
                  </a:lnTo>
                  <a:lnTo>
                    <a:pt x="3829811" y="5444579"/>
                  </a:lnTo>
                  <a:lnTo>
                    <a:pt x="3875151" y="5519402"/>
                  </a:lnTo>
                  <a:lnTo>
                    <a:pt x="3922756" y="5587426"/>
                  </a:lnTo>
                  <a:lnTo>
                    <a:pt x="3973284" y="5648926"/>
                  </a:lnTo>
                  <a:lnTo>
                    <a:pt x="4027459" y="5704402"/>
                  </a:lnTo>
                  <a:lnTo>
                    <a:pt x="4086022" y="5754448"/>
                  </a:lnTo>
                  <a:lnTo>
                    <a:pt x="4149694" y="5799661"/>
                  </a:lnTo>
                  <a:lnTo>
                    <a:pt x="4219111" y="5840591"/>
                  </a:lnTo>
                  <a:lnTo>
                    <a:pt x="4294752" y="5877712"/>
                  </a:lnTo>
                  <a:lnTo>
                    <a:pt x="4376833" y="5911404"/>
                  </a:lnTo>
                  <a:lnTo>
                    <a:pt x="4465175" y="5941945"/>
                  </a:lnTo>
                  <a:lnTo>
                    <a:pt x="4559053" y="5969509"/>
                  </a:lnTo>
                  <a:lnTo>
                    <a:pt x="4657052" y="5994172"/>
                  </a:lnTo>
                  <a:lnTo>
                    <a:pt x="4756958" y="6015930"/>
                  </a:lnTo>
                  <a:lnTo>
                    <a:pt x="4855770" y="6034729"/>
                  </a:lnTo>
                  <a:lnTo>
                    <a:pt x="4949864" y="6050504"/>
                  </a:lnTo>
                  <a:lnTo>
                    <a:pt x="5035365" y="6063238"/>
                  </a:lnTo>
                  <a:lnTo>
                    <a:pt x="5108693" y="6073008"/>
                  </a:lnTo>
                  <a:lnTo>
                    <a:pt x="5167184" y="6080021"/>
                  </a:lnTo>
                  <a:lnTo>
                    <a:pt x="5209622" y="6084621"/>
                  </a:lnTo>
                  <a:lnTo>
                    <a:pt x="5236542" y="6087270"/>
                  </a:lnTo>
                  <a:lnTo>
                    <a:pt x="5250253" y="6088499"/>
                  </a:lnTo>
                  <a:lnTo>
                    <a:pt x="5254650" y="6088860"/>
                  </a:lnTo>
                  <a:lnTo>
                    <a:pt x="5254955" y="6088883"/>
                  </a:lnTo>
                  <a:lnTo>
                    <a:pt x="6726343" y="6088883"/>
                  </a:lnTo>
                  <a:lnTo>
                    <a:pt x="6727154" y="6088784"/>
                  </a:lnTo>
                  <a:lnTo>
                    <a:pt x="6732522" y="6088079"/>
                  </a:lnTo>
                  <a:lnTo>
                    <a:pt x="6746184" y="6086132"/>
                  </a:lnTo>
                  <a:lnTo>
                    <a:pt x="6770925" y="6082292"/>
                  </a:lnTo>
                  <a:lnTo>
                    <a:pt x="6808443" y="6075933"/>
                  </a:lnTo>
                  <a:lnTo>
                    <a:pt x="6859233" y="6066503"/>
                  </a:lnTo>
                  <a:lnTo>
                    <a:pt x="6922581" y="6053572"/>
                  </a:lnTo>
                  <a:lnTo>
                    <a:pt x="6996727" y="6036854"/>
                  </a:lnTo>
                  <a:lnTo>
                    <a:pt x="7079170" y="6016209"/>
                  </a:lnTo>
                  <a:lnTo>
                    <a:pt x="7167043" y="5991617"/>
                  </a:lnTo>
                  <a:lnTo>
                    <a:pt x="7257486" y="5963134"/>
                  </a:lnTo>
                  <a:lnTo>
                    <a:pt x="7347935" y="5930839"/>
                  </a:lnTo>
                  <a:lnTo>
                    <a:pt x="7436305" y="5894785"/>
                  </a:lnTo>
                  <a:lnTo>
                    <a:pt x="7521062" y="5854962"/>
                  </a:lnTo>
                  <a:lnTo>
                    <a:pt x="7601203" y="5811270"/>
                  </a:lnTo>
                  <a:lnTo>
                    <a:pt x="7676194" y="5763502"/>
                  </a:lnTo>
                  <a:lnTo>
                    <a:pt x="7745873" y="5711342"/>
                  </a:lnTo>
                  <a:lnTo>
                    <a:pt x="7810360" y="5654363"/>
                  </a:lnTo>
                  <a:lnTo>
                    <a:pt x="7869970" y="5592035"/>
                  </a:lnTo>
                  <a:lnTo>
                    <a:pt x="7925144" y="5523737"/>
                  </a:lnTo>
                  <a:lnTo>
                    <a:pt x="7976402" y="5448787"/>
                  </a:lnTo>
                  <a:lnTo>
                    <a:pt x="8024293" y="5366470"/>
                  </a:lnTo>
                  <a:lnTo>
                    <a:pt x="8069373" y="5276113"/>
                  </a:lnTo>
                  <a:lnTo>
                    <a:pt x="8112171" y="5177171"/>
                  </a:lnTo>
                  <a:lnTo>
                    <a:pt x="8151487" y="5074069"/>
                  </a:lnTo>
                  <a:lnTo>
                    <a:pt x="8178395" y="4996576"/>
                  </a:lnTo>
                  <a:lnTo>
                    <a:pt x="8204781" y="4915018"/>
                  </a:lnTo>
                  <a:lnTo>
                    <a:pt x="8230746" y="4829315"/>
                  </a:lnTo>
                  <a:lnTo>
                    <a:pt x="8256378" y="4739422"/>
                  </a:lnTo>
                  <a:lnTo>
                    <a:pt x="8281752" y="4645326"/>
                  </a:lnTo>
                  <a:lnTo>
                    <a:pt x="8306932" y="4547052"/>
                  </a:lnTo>
                  <a:lnTo>
                    <a:pt x="8331972" y="4444664"/>
                  </a:lnTo>
                  <a:lnTo>
                    <a:pt x="8356918" y="4338270"/>
                  </a:lnTo>
                  <a:lnTo>
                    <a:pt x="8381806" y="4228019"/>
                  </a:lnTo>
                  <a:lnTo>
                    <a:pt x="8406666" y="4114106"/>
                  </a:lnTo>
                  <a:lnTo>
                    <a:pt x="8431519" y="3996769"/>
                  </a:lnTo>
                  <a:lnTo>
                    <a:pt x="8456382" y="3876291"/>
                  </a:lnTo>
                  <a:lnTo>
                    <a:pt x="8481265" y="3752995"/>
                  </a:lnTo>
                  <a:lnTo>
                    <a:pt x="8506174" y="3627243"/>
                  </a:lnTo>
                  <a:lnTo>
                    <a:pt x="8531111" y="3499432"/>
                  </a:lnTo>
                  <a:lnTo>
                    <a:pt x="8556072" y="3369988"/>
                  </a:lnTo>
                  <a:lnTo>
                    <a:pt x="8581053" y="3239363"/>
                  </a:lnTo>
                  <a:lnTo>
                    <a:pt x="8606046" y="3108025"/>
                  </a:lnTo>
                  <a:lnTo>
                    <a:pt x="8631044" y="2976453"/>
                  </a:lnTo>
                  <a:lnTo>
                    <a:pt x="8656037" y="2845131"/>
                  </a:lnTo>
                  <a:lnTo>
                    <a:pt x="8681018" y="2714538"/>
                  </a:lnTo>
                  <a:lnTo>
                    <a:pt x="8705978" y="2585142"/>
                  </a:lnTo>
                  <a:lnTo>
                    <a:pt x="8730914" y="2457393"/>
                  </a:lnTo>
                  <a:lnTo>
                    <a:pt x="8755822" y="2331717"/>
                  </a:lnTo>
                  <a:lnTo>
                    <a:pt x="8780705" y="2208509"/>
                  </a:lnTo>
                  <a:lnTo>
                    <a:pt x="8805567" y="2088131"/>
                  </a:lnTo>
                  <a:lnTo>
                    <a:pt x="8830420" y="1970905"/>
                  </a:lnTo>
                  <a:lnTo>
                    <a:pt x="8855280" y="1857111"/>
                  </a:lnTo>
                  <a:lnTo>
                    <a:pt x="8880169" y="1746986"/>
                  </a:lnTo>
                  <a:lnTo>
                    <a:pt x="8905118" y="1640724"/>
                  </a:lnTo>
                  <a:lnTo>
                    <a:pt x="8930162" y="1538472"/>
                  </a:lnTo>
                  <a:lnTo>
                    <a:pt x="8955348" y="1440337"/>
                  </a:lnTo>
                  <a:lnTo>
                    <a:pt x="8980729" y="1346382"/>
                  </a:lnTo>
                  <a:lnTo>
                    <a:pt x="9006371" y="1256629"/>
                  </a:lnTo>
                  <a:lnTo>
                    <a:pt x="9032348" y="1171067"/>
                  </a:lnTo>
                  <a:lnTo>
                    <a:pt x="9058750" y="1089646"/>
                  </a:lnTo>
                  <a:lnTo>
                    <a:pt x="9084767" y="1014813"/>
                  </a:lnTo>
                  <a:lnTo>
                    <a:pt x="9125832" y="907399"/>
                  </a:lnTo>
                  <a:lnTo>
                    <a:pt x="9168715" y="808824"/>
                  </a:lnTo>
                  <a:lnTo>
                    <a:pt x="9213902" y="718815"/>
                  </a:lnTo>
                  <a:lnTo>
                    <a:pt x="9261923" y="636821"/>
                  </a:lnTo>
                  <a:lnTo>
                    <a:pt x="9313333" y="562162"/>
                  </a:lnTo>
                  <a:lnTo>
                    <a:pt x="9368683" y="494128"/>
                  </a:lnTo>
                  <a:lnTo>
                    <a:pt x="9428488" y="432035"/>
                  </a:lnTo>
                  <a:lnTo>
                    <a:pt x="9493187" y="375267"/>
                  </a:lnTo>
                  <a:lnTo>
                    <a:pt x="9563087" y="323299"/>
                  </a:lnTo>
                  <a:lnTo>
                    <a:pt x="9638299" y="275707"/>
                  </a:lnTo>
                  <a:lnTo>
                    <a:pt x="9718647" y="232179"/>
                  </a:lnTo>
                  <a:lnTo>
                    <a:pt x="9803578" y="192515"/>
                  </a:lnTo>
                  <a:lnTo>
                    <a:pt x="9892070" y="156618"/>
                  </a:lnTo>
                  <a:lnTo>
                    <a:pt x="9982564" y="124481"/>
                  </a:lnTo>
                  <a:lnTo>
                    <a:pt x="10072954" y="96159"/>
                  </a:lnTo>
                  <a:lnTo>
                    <a:pt x="10160659" y="71732"/>
                  </a:lnTo>
                  <a:lnTo>
                    <a:pt x="10242811" y="51252"/>
                  </a:lnTo>
                  <a:lnTo>
                    <a:pt x="10316552" y="34695"/>
                  </a:lnTo>
                  <a:lnTo>
                    <a:pt x="10379403" y="21918"/>
                  </a:lnTo>
                  <a:lnTo>
                    <a:pt x="10429645" y="12626"/>
                  </a:lnTo>
                  <a:lnTo>
                    <a:pt x="10466611" y="6384"/>
                  </a:lnTo>
                  <a:lnTo>
                    <a:pt x="10490847" y="2636"/>
                  </a:lnTo>
                  <a:lnTo>
                    <a:pt x="10504098" y="754"/>
                  </a:lnTo>
                  <a:lnTo>
                    <a:pt x="10509196" y="87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41" name="pl241"/>
            <p:cNvSpPr/>
            <p:nvPr/>
          </p:nvSpPr>
          <p:spPr>
            <a:xfrm>
              <a:off x="4799595" y="4325930"/>
              <a:ext cx="11981298" cy="6088883"/>
            </a:xfrm>
            <a:custGeom>
              <a:avLst/>
              <a:pathLst>
                <a:path w="11981298" h="6088883">
                  <a:moveTo>
                    <a:pt x="11981298" y="0"/>
                  </a:moveTo>
                  <a:lnTo>
                    <a:pt x="10509911" y="0"/>
                  </a:lnTo>
                  <a:lnTo>
                    <a:pt x="10509100" y="99"/>
                  </a:lnTo>
                  <a:lnTo>
                    <a:pt x="10503731" y="804"/>
                  </a:lnTo>
                  <a:lnTo>
                    <a:pt x="10490070" y="2751"/>
                  </a:lnTo>
                  <a:lnTo>
                    <a:pt x="10465329" y="6591"/>
                  </a:lnTo>
                  <a:lnTo>
                    <a:pt x="10427810" y="12950"/>
                  </a:lnTo>
                  <a:lnTo>
                    <a:pt x="10377020" y="22379"/>
                  </a:lnTo>
                  <a:lnTo>
                    <a:pt x="10313673" y="35310"/>
                  </a:lnTo>
                  <a:lnTo>
                    <a:pt x="10239526" y="52029"/>
                  </a:lnTo>
                  <a:lnTo>
                    <a:pt x="10157083" y="72674"/>
                  </a:lnTo>
                  <a:lnTo>
                    <a:pt x="10069210" y="97266"/>
                  </a:lnTo>
                  <a:lnTo>
                    <a:pt x="9978767" y="125749"/>
                  </a:lnTo>
                  <a:lnTo>
                    <a:pt x="9888318" y="158044"/>
                  </a:lnTo>
                  <a:lnTo>
                    <a:pt x="9799948" y="194097"/>
                  </a:lnTo>
                  <a:lnTo>
                    <a:pt x="9715191" y="233920"/>
                  </a:lnTo>
                  <a:lnTo>
                    <a:pt x="9635050" y="277613"/>
                  </a:lnTo>
                  <a:lnTo>
                    <a:pt x="9560059" y="325381"/>
                  </a:lnTo>
                  <a:lnTo>
                    <a:pt x="9490380" y="377541"/>
                  </a:lnTo>
                  <a:lnTo>
                    <a:pt x="9425893" y="434520"/>
                  </a:lnTo>
                  <a:lnTo>
                    <a:pt x="9366284" y="496848"/>
                  </a:lnTo>
                  <a:lnTo>
                    <a:pt x="9311109" y="565145"/>
                  </a:lnTo>
                  <a:lnTo>
                    <a:pt x="9259851" y="640096"/>
                  </a:lnTo>
                  <a:lnTo>
                    <a:pt x="9211960" y="722412"/>
                  </a:lnTo>
                  <a:lnTo>
                    <a:pt x="9166880" y="812770"/>
                  </a:lnTo>
                  <a:lnTo>
                    <a:pt x="9124082" y="911711"/>
                  </a:lnTo>
                  <a:lnTo>
                    <a:pt x="9084767" y="1014813"/>
                  </a:lnTo>
                  <a:lnTo>
                    <a:pt x="9057858" y="1092306"/>
                  </a:lnTo>
                  <a:lnTo>
                    <a:pt x="9031472" y="1173865"/>
                  </a:lnTo>
                  <a:lnTo>
                    <a:pt x="9005507" y="1259567"/>
                  </a:lnTo>
                  <a:lnTo>
                    <a:pt x="8979875" y="1349460"/>
                  </a:lnTo>
                  <a:lnTo>
                    <a:pt x="8954501" y="1443557"/>
                  </a:lnTo>
                  <a:lnTo>
                    <a:pt x="8929321" y="1541831"/>
                  </a:lnTo>
                  <a:lnTo>
                    <a:pt x="8904281" y="1644218"/>
                  </a:lnTo>
                  <a:lnTo>
                    <a:pt x="8879335" y="1750613"/>
                  </a:lnTo>
                  <a:lnTo>
                    <a:pt x="8854447" y="1860864"/>
                  </a:lnTo>
                  <a:lnTo>
                    <a:pt x="8829588" y="1974777"/>
                  </a:lnTo>
                  <a:lnTo>
                    <a:pt x="8804735" y="2092113"/>
                  </a:lnTo>
                  <a:lnTo>
                    <a:pt x="8779872" y="2212592"/>
                  </a:lnTo>
                  <a:lnTo>
                    <a:pt x="8754988" y="2335888"/>
                  </a:lnTo>
                  <a:lnTo>
                    <a:pt x="8730079" y="2461640"/>
                  </a:lnTo>
                  <a:lnTo>
                    <a:pt x="8705143" y="2589451"/>
                  </a:lnTo>
                  <a:lnTo>
                    <a:pt x="8680181" y="2718895"/>
                  </a:lnTo>
                  <a:lnTo>
                    <a:pt x="8655201" y="2849520"/>
                  </a:lnTo>
                  <a:lnTo>
                    <a:pt x="8630207" y="2980858"/>
                  </a:lnTo>
                  <a:lnTo>
                    <a:pt x="8605209" y="3112430"/>
                  </a:lnTo>
                  <a:lnTo>
                    <a:pt x="8580216" y="3243752"/>
                  </a:lnTo>
                  <a:lnTo>
                    <a:pt x="8555235" y="3374345"/>
                  </a:lnTo>
                  <a:lnTo>
                    <a:pt x="8530275" y="3503741"/>
                  </a:lnTo>
                  <a:lnTo>
                    <a:pt x="8505339" y="3631490"/>
                  </a:lnTo>
                  <a:lnTo>
                    <a:pt x="8480431" y="3757166"/>
                  </a:lnTo>
                  <a:lnTo>
                    <a:pt x="8455549" y="3880374"/>
                  </a:lnTo>
                  <a:lnTo>
                    <a:pt x="8430686" y="4000752"/>
                  </a:lnTo>
                  <a:lnTo>
                    <a:pt x="8405833" y="4117978"/>
                  </a:lnTo>
                  <a:lnTo>
                    <a:pt x="8380973" y="4231772"/>
                  </a:lnTo>
                  <a:lnTo>
                    <a:pt x="8356084" y="4341897"/>
                  </a:lnTo>
                  <a:lnTo>
                    <a:pt x="8331136" y="4448159"/>
                  </a:lnTo>
                  <a:lnTo>
                    <a:pt x="8306091" y="4550410"/>
                  </a:lnTo>
                  <a:lnTo>
                    <a:pt x="8280906" y="4648545"/>
                  </a:lnTo>
                  <a:lnTo>
                    <a:pt x="8255524" y="4742501"/>
                  </a:lnTo>
                  <a:lnTo>
                    <a:pt x="8229883" y="4832253"/>
                  </a:lnTo>
                  <a:lnTo>
                    <a:pt x="8203905" y="4917816"/>
                  </a:lnTo>
                  <a:lnTo>
                    <a:pt x="8177503" y="4999237"/>
                  </a:lnTo>
                  <a:lnTo>
                    <a:pt x="8151487" y="5074069"/>
                  </a:lnTo>
                  <a:lnTo>
                    <a:pt x="8110421" y="5181484"/>
                  </a:lnTo>
                  <a:lnTo>
                    <a:pt x="8067538" y="5280058"/>
                  </a:lnTo>
                  <a:lnTo>
                    <a:pt x="8022352" y="5370068"/>
                  </a:lnTo>
                  <a:lnTo>
                    <a:pt x="7974331" y="5452062"/>
                  </a:lnTo>
                  <a:lnTo>
                    <a:pt x="7922920" y="5526721"/>
                  </a:lnTo>
                  <a:lnTo>
                    <a:pt x="7867570" y="5594755"/>
                  </a:lnTo>
                  <a:lnTo>
                    <a:pt x="7807765" y="5656848"/>
                  </a:lnTo>
                  <a:lnTo>
                    <a:pt x="7743066" y="5713616"/>
                  </a:lnTo>
                  <a:lnTo>
                    <a:pt x="7673166" y="5765584"/>
                  </a:lnTo>
                  <a:lnTo>
                    <a:pt x="7597954" y="5813176"/>
                  </a:lnTo>
                  <a:lnTo>
                    <a:pt x="7517606" y="5856703"/>
                  </a:lnTo>
                  <a:lnTo>
                    <a:pt x="7432675" y="5896367"/>
                  </a:lnTo>
                  <a:lnTo>
                    <a:pt x="7344183" y="5932265"/>
                  </a:lnTo>
                  <a:lnTo>
                    <a:pt x="7253689" y="5964402"/>
                  </a:lnTo>
                  <a:lnTo>
                    <a:pt x="7163300" y="5992723"/>
                  </a:lnTo>
                  <a:lnTo>
                    <a:pt x="7075595" y="6017151"/>
                  </a:lnTo>
                  <a:lnTo>
                    <a:pt x="6993442" y="6037631"/>
                  </a:lnTo>
                  <a:lnTo>
                    <a:pt x="6919701" y="6054187"/>
                  </a:lnTo>
                  <a:lnTo>
                    <a:pt x="6856850" y="6066965"/>
                  </a:lnTo>
                  <a:lnTo>
                    <a:pt x="6806609" y="6076256"/>
                  </a:lnTo>
                  <a:lnTo>
                    <a:pt x="6769642" y="6082498"/>
                  </a:lnTo>
                  <a:lnTo>
                    <a:pt x="6745407" y="6086246"/>
                  </a:lnTo>
                  <a:lnTo>
                    <a:pt x="6732155" y="6088129"/>
                  </a:lnTo>
                  <a:lnTo>
                    <a:pt x="6727058" y="6088796"/>
                  </a:lnTo>
                  <a:lnTo>
                    <a:pt x="6726343" y="6088883"/>
                  </a:lnTo>
                  <a:lnTo>
                    <a:pt x="5254955" y="6088883"/>
                  </a:lnTo>
                  <a:lnTo>
                    <a:pt x="5253876" y="6088799"/>
                  </a:lnTo>
                  <a:lnTo>
                    <a:pt x="5246772" y="6088198"/>
                  </a:lnTo>
                  <a:lnTo>
                    <a:pt x="5228835" y="6086538"/>
                  </a:lnTo>
                  <a:lnTo>
                    <a:pt x="5196695" y="6083269"/>
                  </a:lnTo>
                  <a:lnTo>
                    <a:pt x="5148645" y="6077877"/>
                  </a:lnTo>
                  <a:lnTo>
                    <a:pt x="5084776" y="6069938"/>
                  </a:lnTo>
                  <a:lnTo>
                    <a:pt x="5006855" y="6059154"/>
                  </a:lnTo>
                  <a:lnTo>
                    <a:pt x="4917933" y="6045366"/>
                  </a:lnTo>
                  <a:lnTo>
                    <a:pt x="4821762" y="6028534"/>
                  </a:lnTo>
                  <a:lnTo>
                    <a:pt x="4722184" y="6008699"/>
                  </a:lnTo>
                  <a:lnTo>
                    <a:pt x="4622640" y="5985926"/>
                  </a:lnTo>
                  <a:lnTo>
                    <a:pt x="4525864" y="5960258"/>
                  </a:lnTo>
                  <a:lnTo>
                    <a:pt x="4433788" y="5931673"/>
                  </a:lnTo>
                  <a:lnTo>
                    <a:pt x="4347571" y="5900061"/>
                  </a:lnTo>
                  <a:lnTo>
                    <a:pt x="4267732" y="5865214"/>
                  </a:lnTo>
                  <a:lnTo>
                    <a:pt x="4194294" y="5826817"/>
                  </a:lnTo>
                  <a:lnTo>
                    <a:pt x="4126939" y="5784457"/>
                  </a:lnTo>
                  <a:lnTo>
                    <a:pt x="4065121" y="5737629"/>
                  </a:lnTo>
                  <a:lnTo>
                    <a:pt x="4008167" y="5685764"/>
                  </a:lnTo>
                  <a:lnTo>
                    <a:pt x="3955344" y="5628259"/>
                  </a:lnTo>
                  <a:lnTo>
                    <a:pt x="3905911" y="5564540"/>
                  </a:lnTo>
                  <a:lnTo>
                    <a:pt x="3859164" y="5494167"/>
                  </a:lnTo>
                  <a:lnTo>
                    <a:pt x="3829811" y="5444579"/>
                  </a:lnTo>
                  <a:lnTo>
                    <a:pt x="3796719" y="5383561"/>
                  </a:lnTo>
                  <a:lnTo>
                    <a:pt x="3764385" y="5318602"/>
                  </a:lnTo>
                  <a:lnTo>
                    <a:pt x="3732627" y="5249621"/>
                  </a:lnTo>
                  <a:lnTo>
                    <a:pt x="3701294" y="5176587"/>
                  </a:lnTo>
                  <a:lnTo>
                    <a:pt x="3670262" y="5099520"/>
                  </a:lnTo>
                  <a:lnTo>
                    <a:pt x="3639431" y="5018501"/>
                  </a:lnTo>
                  <a:lnTo>
                    <a:pt x="3608721" y="4933671"/>
                  </a:lnTo>
                  <a:lnTo>
                    <a:pt x="3578070" y="4845234"/>
                  </a:lnTo>
                  <a:lnTo>
                    <a:pt x="3547432" y="4753463"/>
                  </a:lnTo>
                  <a:lnTo>
                    <a:pt x="3516779" y="4658689"/>
                  </a:lnTo>
                  <a:lnTo>
                    <a:pt x="3486091" y="4561309"/>
                  </a:lnTo>
                  <a:lnTo>
                    <a:pt x="3455363" y="4461771"/>
                  </a:lnTo>
                  <a:lnTo>
                    <a:pt x="3424595" y="4360572"/>
                  </a:lnTo>
                  <a:lnTo>
                    <a:pt x="3393798" y="4258245"/>
                  </a:lnTo>
                  <a:lnTo>
                    <a:pt x="3362985" y="4155349"/>
                  </a:lnTo>
                  <a:lnTo>
                    <a:pt x="3332173" y="4052456"/>
                  </a:lnTo>
                  <a:lnTo>
                    <a:pt x="3301376" y="3950140"/>
                  </a:lnTo>
                  <a:lnTo>
                    <a:pt x="3270609" y="3848957"/>
                  </a:lnTo>
                  <a:lnTo>
                    <a:pt x="3239881" y="3749443"/>
                  </a:lnTo>
                  <a:lnTo>
                    <a:pt x="3209194" y="3652091"/>
                  </a:lnTo>
                  <a:lnTo>
                    <a:pt x="3178541" y="3557352"/>
                  </a:lnTo>
                  <a:lnTo>
                    <a:pt x="3147904" y="3465618"/>
                  </a:lnTo>
                  <a:lnTo>
                    <a:pt x="3117252" y="3377224"/>
                  </a:lnTo>
                  <a:lnTo>
                    <a:pt x="3086541" y="3292438"/>
                  </a:lnTo>
                  <a:lnTo>
                    <a:pt x="3055708" y="3211466"/>
                  </a:lnTo>
                  <a:lnTo>
                    <a:pt x="3024673" y="3134448"/>
                  </a:lnTo>
                  <a:lnTo>
                    <a:pt x="2993336" y="3061462"/>
                  </a:lnTo>
                  <a:lnTo>
                    <a:pt x="2961571" y="2992530"/>
                  </a:lnTo>
                  <a:lnTo>
                    <a:pt x="2929229" y="2927619"/>
                  </a:lnTo>
                  <a:lnTo>
                    <a:pt x="2896531" y="2867360"/>
                  </a:lnTo>
                  <a:lnTo>
                    <a:pt x="2851191" y="2792536"/>
                  </a:lnTo>
                  <a:lnTo>
                    <a:pt x="2803587" y="2724512"/>
                  </a:lnTo>
                  <a:lnTo>
                    <a:pt x="2753058" y="2663012"/>
                  </a:lnTo>
                  <a:lnTo>
                    <a:pt x="2698883" y="2607536"/>
                  </a:lnTo>
                  <a:lnTo>
                    <a:pt x="2640320" y="2557490"/>
                  </a:lnTo>
                  <a:lnTo>
                    <a:pt x="2576648" y="2512277"/>
                  </a:lnTo>
                  <a:lnTo>
                    <a:pt x="2507231" y="2471347"/>
                  </a:lnTo>
                  <a:lnTo>
                    <a:pt x="2431590" y="2434226"/>
                  </a:lnTo>
                  <a:lnTo>
                    <a:pt x="2349509" y="2400534"/>
                  </a:lnTo>
                  <a:lnTo>
                    <a:pt x="2261167" y="2369993"/>
                  </a:lnTo>
                  <a:lnTo>
                    <a:pt x="2167289" y="2342430"/>
                  </a:lnTo>
                  <a:lnTo>
                    <a:pt x="2069291" y="2317766"/>
                  </a:lnTo>
                  <a:lnTo>
                    <a:pt x="1969384" y="2296008"/>
                  </a:lnTo>
                  <a:lnTo>
                    <a:pt x="1870572" y="2277210"/>
                  </a:lnTo>
                  <a:lnTo>
                    <a:pt x="1776478" y="2261434"/>
                  </a:lnTo>
                  <a:lnTo>
                    <a:pt x="1690977" y="2248700"/>
                  </a:lnTo>
                  <a:lnTo>
                    <a:pt x="1617649" y="2238930"/>
                  </a:lnTo>
                  <a:lnTo>
                    <a:pt x="1559158" y="2231918"/>
                  </a:lnTo>
                  <a:lnTo>
                    <a:pt x="1516720" y="2227317"/>
                  </a:lnTo>
                  <a:lnTo>
                    <a:pt x="1489801" y="2224668"/>
                  </a:lnTo>
                  <a:lnTo>
                    <a:pt x="1476089" y="2223439"/>
                  </a:lnTo>
                  <a:lnTo>
                    <a:pt x="1471692" y="2223078"/>
                  </a:lnTo>
                  <a:lnTo>
                    <a:pt x="1471387" y="2223055"/>
                  </a:lnTo>
                  <a:lnTo>
                    <a:pt x="0" y="222305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42" name="pg242"/>
            <p:cNvSpPr/>
            <p:nvPr/>
          </p:nvSpPr>
          <p:spPr>
            <a:xfrm>
              <a:off x="4799595" y="4644677"/>
              <a:ext cx="11981298" cy="5811001"/>
            </a:xfrm>
            <a:custGeom>
              <a:avLst/>
              <a:pathLst>
                <a:path w="11981298" h="5811001">
                  <a:moveTo>
                    <a:pt x="0" y="1928827"/>
                  </a:moveTo>
                  <a:lnTo>
                    <a:pt x="1471387" y="1928827"/>
                  </a:lnTo>
                  <a:lnTo>
                    <a:pt x="1472465" y="1928912"/>
                  </a:lnTo>
                  <a:lnTo>
                    <a:pt x="1479562" y="1929514"/>
                  </a:lnTo>
                  <a:lnTo>
                    <a:pt x="1497481" y="1931180"/>
                  </a:lnTo>
                  <a:lnTo>
                    <a:pt x="1529590" y="1934459"/>
                  </a:lnTo>
                  <a:lnTo>
                    <a:pt x="1577596" y="1939868"/>
                  </a:lnTo>
                  <a:lnTo>
                    <a:pt x="1641413" y="1947832"/>
                  </a:lnTo>
                  <a:lnTo>
                    <a:pt x="1719276" y="1958651"/>
                  </a:lnTo>
                  <a:lnTo>
                    <a:pt x="1808141" y="1972484"/>
                  </a:lnTo>
                  <a:lnTo>
                    <a:pt x="1904262" y="1989372"/>
                  </a:lnTo>
                  <a:lnTo>
                    <a:pt x="2003798" y="2009273"/>
                  </a:lnTo>
                  <a:lnTo>
                    <a:pt x="2103313" y="2032123"/>
                  </a:lnTo>
                  <a:lnTo>
                    <a:pt x="2200070" y="2057879"/>
                  </a:lnTo>
                  <a:lnTo>
                    <a:pt x="2292137" y="2086562"/>
                  </a:lnTo>
                  <a:lnTo>
                    <a:pt x="2378353" y="2118280"/>
                  </a:lnTo>
                  <a:lnTo>
                    <a:pt x="2458198" y="2153244"/>
                  </a:lnTo>
                  <a:lnTo>
                    <a:pt x="2531643" y="2191769"/>
                  </a:lnTo>
                  <a:lnTo>
                    <a:pt x="2599009" y="2234268"/>
                  </a:lnTo>
                  <a:lnTo>
                    <a:pt x="2660838" y="2281246"/>
                  </a:lnTo>
                  <a:lnTo>
                    <a:pt x="2717801" y="2333276"/>
                  </a:lnTo>
                  <a:lnTo>
                    <a:pt x="2770632" y="2390962"/>
                  </a:lnTo>
                  <a:lnTo>
                    <a:pt x="2820069" y="2454880"/>
                  </a:lnTo>
                  <a:lnTo>
                    <a:pt x="2866818" y="2525473"/>
                  </a:lnTo>
                  <a:lnTo>
                    <a:pt x="2896531" y="2575856"/>
                  </a:lnTo>
                  <a:lnTo>
                    <a:pt x="2929562" y="2637014"/>
                  </a:lnTo>
                  <a:lnTo>
                    <a:pt x="2961838" y="2702115"/>
                  </a:lnTo>
                  <a:lnTo>
                    <a:pt x="2993539" y="2771239"/>
                  </a:lnTo>
                  <a:lnTo>
                    <a:pt x="3024816" y="2844419"/>
                  </a:lnTo>
                  <a:lnTo>
                    <a:pt x="3055792" y="2921633"/>
                  </a:lnTo>
                  <a:lnTo>
                    <a:pt x="3086567" y="3002803"/>
                  </a:lnTo>
                  <a:lnTo>
                    <a:pt x="3117221" y="3087789"/>
                  </a:lnTo>
                  <a:lnTo>
                    <a:pt x="3147816" y="3176385"/>
                  </a:lnTo>
                  <a:lnTo>
                    <a:pt x="3178396" y="3268322"/>
                  </a:lnTo>
                  <a:lnTo>
                    <a:pt x="3208992" y="3363269"/>
                  </a:lnTo>
                  <a:lnTo>
                    <a:pt x="3239621" y="3460832"/>
                  </a:lnTo>
                  <a:lnTo>
                    <a:pt x="3270292" y="3560563"/>
                  </a:lnTo>
                  <a:lnTo>
                    <a:pt x="3301001" y="3661968"/>
                  </a:lnTo>
                  <a:lnTo>
                    <a:pt x="3331740" y="3764514"/>
                  </a:lnTo>
                  <a:lnTo>
                    <a:pt x="3362495" y="3867645"/>
                  </a:lnTo>
                  <a:lnTo>
                    <a:pt x="3393250" y="3970788"/>
                  </a:lnTo>
                  <a:lnTo>
                    <a:pt x="3423990" y="4073372"/>
                  </a:lnTo>
                  <a:lnTo>
                    <a:pt x="3454701" y="4174839"/>
                  </a:lnTo>
                  <a:lnTo>
                    <a:pt x="3485373" y="4274654"/>
                  </a:lnTo>
                  <a:lnTo>
                    <a:pt x="3516005" y="4372322"/>
                  </a:lnTo>
                  <a:lnTo>
                    <a:pt x="3546602" y="4467392"/>
                  </a:lnTo>
                  <a:lnTo>
                    <a:pt x="3577182" y="4559470"/>
                  </a:lnTo>
                  <a:lnTo>
                    <a:pt x="3607775" y="4648219"/>
                  </a:lnTo>
                  <a:lnTo>
                    <a:pt x="3638425" y="4733368"/>
                  </a:lnTo>
                  <a:lnTo>
                    <a:pt x="3669193" y="4814709"/>
                  </a:lnTo>
                  <a:lnTo>
                    <a:pt x="3700159" y="4892099"/>
                  </a:lnTo>
                  <a:lnTo>
                    <a:pt x="3731420" y="4965457"/>
                  </a:lnTo>
                  <a:lnTo>
                    <a:pt x="3763100" y="5034759"/>
                  </a:lnTo>
                  <a:lnTo>
                    <a:pt x="3795347" y="5100036"/>
                  </a:lnTo>
                  <a:lnTo>
                    <a:pt x="3828340" y="5161365"/>
                  </a:lnTo>
                  <a:lnTo>
                    <a:pt x="3829811" y="5163972"/>
                  </a:lnTo>
                  <a:lnTo>
                    <a:pt x="3875134" y="5239086"/>
                  </a:lnTo>
                  <a:lnTo>
                    <a:pt x="3922720" y="5307377"/>
                  </a:lnTo>
                  <a:lnTo>
                    <a:pt x="3973228" y="5369120"/>
                  </a:lnTo>
                  <a:lnTo>
                    <a:pt x="4027378" y="5424819"/>
                  </a:lnTo>
                  <a:lnTo>
                    <a:pt x="4085913" y="5475067"/>
                  </a:lnTo>
                  <a:lnTo>
                    <a:pt x="4149550" y="5520463"/>
                  </a:lnTo>
                  <a:lnTo>
                    <a:pt x="4218928" y="5561561"/>
                  </a:lnTo>
                  <a:lnTo>
                    <a:pt x="4294525" y="5598835"/>
                  </a:lnTo>
                  <a:lnTo>
                    <a:pt x="4376557" y="5632667"/>
                  </a:lnTo>
                  <a:lnTo>
                    <a:pt x="4464847" y="5663337"/>
                  </a:lnTo>
                  <a:lnTo>
                    <a:pt x="4558673" y="5691018"/>
                  </a:lnTo>
                  <a:lnTo>
                    <a:pt x="4656623" y="5715789"/>
                  </a:lnTo>
                  <a:lnTo>
                    <a:pt x="4756491" y="5737645"/>
                  </a:lnTo>
                  <a:lnTo>
                    <a:pt x="4855282" y="5756530"/>
                  </a:lnTo>
                  <a:lnTo>
                    <a:pt x="4949377" y="5772383"/>
                  </a:lnTo>
                  <a:lnTo>
                    <a:pt x="5034905" y="5785183"/>
                  </a:lnTo>
                  <a:lnTo>
                    <a:pt x="5108288" y="5795008"/>
                  </a:lnTo>
                  <a:lnTo>
                    <a:pt x="5166857" y="5802064"/>
                  </a:lnTo>
                  <a:lnTo>
                    <a:pt x="5209386" y="5806697"/>
                  </a:lnTo>
                  <a:lnTo>
                    <a:pt x="5236399" y="5809368"/>
                  </a:lnTo>
                  <a:lnTo>
                    <a:pt x="5250190" y="5810610"/>
                  </a:lnTo>
                  <a:lnTo>
                    <a:pt x="5254639" y="5810977"/>
                  </a:lnTo>
                  <a:lnTo>
                    <a:pt x="5254955" y="5811001"/>
                  </a:lnTo>
                  <a:lnTo>
                    <a:pt x="6726343" y="5811001"/>
                  </a:lnTo>
                  <a:lnTo>
                    <a:pt x="6727172" y="5810905"/>
                  </a:lnTo>
                  <a:lnTo>
                    <a:pt x="6732659" y="5810217"/>
                  </a:lnTo>
                  <a:lnTo>
                    <a:pt x="6746613" y="5808318"/>
                  </a:lnTo>
                  <a:lnTo>
                    <a:pt x="6771865" y="5804574"/>
                  </a:lnTo>
                  <a:lnTo>
                    <a:pt x="6810121" y="5798376"/>
                  </a:lnTo>
                  <a:lnTo>
                    <a:pt x="6861842" y="5789189"/>
                  </a:lnTo>
                  <a:lnTo>
                    <a:pt x="6926250" y="5776599"/>
                  </a:lnTo>
                  <a:lnTo>
                    <a:pt x="7001500" y="5760335"/>
                  </a:lnTo>
                  <a:lnTo>
                    <a:pt x="7085004" y="5740267"/>
                  </a:lnTo>
                  <a:lnTo>
                    <a:pt x="7173819" y="5716383"/>
                  </a:lnTo>
                  <a:lnTo>
                    <a:pt x="7265032" y="5688740"/>
                  </a:lnTo>
                  <a:lnTo>
                    <a:pt x="7356056" y="5657415"/>
                  </a:lnTo>
                  <a:lnTo>
                    <a:pt x="7444807" y="5622456"/>
                  </a:lnTo>
                  <a:lnTo>
                    <a:pt x="7529766" y="5583844"/>
                  </a:lnTo>
                  <a:lnTo>
                    <a:pt x="7609963" y="5541473"/>
                  </a:lnTo>
                  <a:lnTo>
                    <a:pt x="7684896" y="5495129"/>
                  </a:lnTo>
                  <a:lnTo>
                    <a:pt x="7754438" y="5444492"/>
                  </a:lnTo>
                  <a:lnTo>
                    <a:pt x="7818741" y="5389131"/>
                  </a:lnTo>
                  <a:lnTo>
                    <a:pt x="7878148" y="5328519"/>
                  </a:lnTo>
                  <a:lnTo>
                    <a:pt x="7933125" y="5262040"/>
                  </a:lnTo>
                  <a:lnTo>
                    <a:pt x="7984208" y="5189020"/>
                  </a:lnTo>
                  <a:lnTo>
                    <a:pt x="8031963" y="5108767"/>
                  </a:lnTo>
                  <a:lnTo>
                    <a:pt x="8076956" y="5020634"/>
                  </a:lnTo>
                  <a:lnTo>
                    <a:pt x="8119723" y="4924129"/>
                  </a:lnTo>
                  <a:lnTo>
                    <a:pt x="8151487" y="4843863"/>
                  </a:lnTo>
                  <a:lnTo>
                    <a:pt x="8179009" y="4768263"/>
                  </a:lnTo>
                  <a:lnTo>
                    <a:pt x="8205987" y="4688605"/>
                  </a:lnTo>
                  <a:lnTo>
                    <a:pt x="8232529" y="4604811"/>
                  </a:lnTo>
                  <a:lnTo>
                    <a:pt x="8258728" y="4516835"/>
                  </a:lnTo>
                  <a:lnTo>
                    <a:pt x="8284664" y="4424667"/>
                  </a:lnTo>
                  <a:lnTo>
                    <a:pt x="8310403" y="4328338"/>
                  </a:lnTo>
                  <a:lnTo>
                    <a:pt x="8336004" y="4227918"/>
                  </a:lnTo>
                  <a:lnTo>
                    <a:pt x="8361512" y="4123522"/>
                  </a:lnTo>
                  <a:lnTo>
                    <a:pt x="8386966" y="4015313"/>
                  </a:lnTo>
                  <a:lnTo>
                    <a:pt x="8412396" y="3903496"/>
                  </a:lnTo>
                  <a:lnTo>
                    <a:pt x="8437823" y="3788326"/>
                  </a:lnTo>
                  <a:lnTo>
                    <a:pt x="8463264" y="3670100"/>
                  </a:lnTo>
                  <a:lnTo>
                    <a:pt x="8488728" y="3549160"/>
                  </a:lnTo>
                  <a:lnTo>
                    <a:pt x="8514221" y="3425885"/>
                  </a:lnTo>
                  <a:lnTo>
                    <a:pt x="8539741" y="3300691"/>
                  </a:lnTo>
                  <a:lnTo>
                    <a:pt x="8565285" y="3174022"/>
                  </a:lnTo>
                  <a:lnTo>
                    <a:pt x="8590848" y="3046346"/>
                  </a:lnTo>
                  <a:lnTo>
                    <a:pt x="8616421" y="2918144"/>
                  </a:lnTo>
                  <a:lnTo>
                    <a:pt x="8641994" y="2789910"/>
                  </a:lnTo>
                  <a:lnTo>
                    <a:pt x="8667559" y="2662135"/>
                  </a:lnTo>
                  <a:lnTo>
                    <a:pt x="8693106" y="2535304"/>
                  </a:lnTo>
                  <a:lnTo>
                    <a:pt x="8718630" y="2409887"/>
                  </a:lnTo>
                  <a:lnTo>
                    <a:pt x="8744126" y="2286332"/>
                  </a:lnTo>
                  <a:lnTo>
                    <a:pt x="8769594" y="2165057"/>
                  </a:lnTo>
                  <a:lnTo>
                    <a:pt x="8795038" y="2046449"/>
                  </a:lnTo>
                  <a:lnTo>
                    <a:pt x="8820466" y="1930853"/>
                  </a:lnTo>
                  <a:lnTo>
                    <a:pt x="8845894" y="1818573"/>
                  </a:lnTo>
                  <a:lnTo>
                    <a:pt x="8871343" y="1709870"/>
                  </a:lnTo>
                  <a:lnTo>
                    <a:pt x="8896842" y="1604955"/>
                  </a:lnTo>
                  <a:lnTo>
                    <a:pt x="8922428" y="1503997"/>
                  </a:lnTo>
                  <a:lnTo>
                    <a:pt x="8948146" y="1407117"/>
                  </a:lnTo>
                  <a:lnTo>
                    <a:pt x="8974052" y="1314391"/>
                  </a:lnTo>
                  <a:lnTo>
                    <a:pt x="9000211" y="1225856"/>
                  </a:lnTo>
                  <a:lnTo>
                    <a:pt x="9026702" y="1141506"/>
                  </a:lnTo>
                  <a:lnTo>
                    <a:pt x="9053616" y="1061301"/>
                  </a:lnTo>
                  <a:lnTo>
                    <a:pt x="9081059" y="985164"/>
                  </a:lnTo>
                  <a:lnTo>
                    <a:pt x="9084767" y="975311"/>
                  </a:lnTo>
                  <a:lnTo>
                    <a:pt x="9126148" y="872202"/>
                  </a:lnTo>
                  <a:lnTo>
                    <a:pt x="9169380" y="777643"/>
                  </a:lnTo>
                  <a:lnTo>
                    <a:pt x="9214956" y="691365"/>
                  </a:lnTo>
                  <a:lnTo>
                    <a:pt x="9263423" y="612827"/>
                  </a:lnTo>
                  <a:lnTo>
                    <a:pt x="9315348" y="541366"/>
                  </a:lnTo>
                  <a:lnTo>
                    <a:pt x="9371293" y="476288"/>
                  </a:lnTo>
                  <a:lnTo>
                    <a:pt x="9431783" y="416929"/>
                  </a:lnTo>
                  <a:lnTo>
                    <a:pt x="9497260" y="362692"/>
                  </a:lnTo>
                  <a:lnTo>
                    <a:pt x="9568032" y="313072"/>
                  </a:lnTo>
                  <a:lnTo>
                    <a:pt x="9644192" y="267662"/>
                  </a:lnTo>
                  <a:lnTo>
                    <a:pt x="9725539" y="226166"/>
                  </a:lnTo>
                  <a:lnTo>
                    <a:pt x="9811471" y="188396"/>
                  </a:lnTo>
                  <a:lnTo>
                    <a:pt x="9900896" y="154267"/>
                  </a:lnTo>
                  <a:lnTo>
                    <a:pt x="9992168" y="123779"/>
                  </a:lnTo>
                  <a:lnTo>
                    <a:pt x="10083076" y="96990"/>
                  </a:lnTo>
                  <a:lnTo>
                    <a:pt x="10170939" y="73976"/>
                  </a:lnTo>
                  <a:lnTo>
                    <a:pt x="10252807" y="54784"/>
                  </a:lnTo>
                  <a:lnTo>
                    <a:pt x="10325783" y="39376"/>
                  </a:lnTo>
                  <a:lnTo>
                    <a:pt x="10387416" y="27594"/>
                  </a:lnTo>
                  <a:lnTo>
                    <a:pt x="10436080" y="19133"/>
                  </a:lnTo>
                  <a:lnTo>
                    <a:pt x="10471273" y="13547"/>
                  </a:lnTo>
                  <a:lnTo>
                    <a:pt x="10493746" y="10281"/>
                  </a:lnTo>
                  <a:lnTo>
                    <a:pt x="10505475" y="8715"/>
                  </a:lnTo>
                  <a:lnTo>
                    <a:pt x="10509526" y="8217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9081" y="96"/>
                  </a:lnTo>
                  <a:lnTo>
                    <a:pt x="10503594" y="784"/>
                  </a:lnTo>
                  <a:lnTo>
                    <a:pt x="10489640" y="2682"/>
                  </a:lnTo>
                  <a:lnTo>
                    <a:pt x="10464388" y="6427"/>
                  </a:lnTo>
                  <a:lnTo>
                    <a:pt x="10426132" y="12625"/>
                  </a:lnTo>
                  <a:lnTo>
                    <a:pt x="10374411" y="21812"/>
                  </a:lnTo>
                  <a:lnTo>
                    <a:pt x="10310004" y="34402"/>
                  </a:lnTo>
                  <a:lnTo>
                    <a:pt x="10234753" y="50666"/>
                  </a:lnTo>
                  <a:lnTo>
                    <a:pt x="10151249" y="70734"/>
                  </a:lnTo>
                  <a:lnTo>
                    <a:pt x="10062435" y="94618"/>
                  </a:lnTo>
                  <a:lnTo>
                    <a:pt x="9971221" y="122260"/>
                  </a:lnTo>
                  <a:lnTo>
                    <a:pt x="9880197" y="153585"/>
                  </a:lnTo>
                  <a:lnTo>
                    <a:pt x="9791446" y="188545"/>
                  </a:lnTo>
                  <a:lnTo>
                    <a:pt x="9706487" y="227157"/>
                  </a:lnTo>
                  <a:lnTo>
                    <a:pt x="9626290" y="269528"/>
                  </a:lnTo>
                  <a:lnTo>
                    <a:pt x="9551357" y="315872"/>
                  </a:lnTo>
                  <a:lnTo>
                    <a:pt x="9481815" y="366509"/>
                  </a:lnTo>
                  <a:lnTo>
                    <a:pt x="9417512" y="421869"/>
                  </a:lnTo>
                  <a:lnTo>
                    <a:pt x="9358105" y="482482"/>
                  </a:lnTo>
                  <a:lnTo>
                    <a:pt x="9303129" y="548961"/>
                  </a:lnTo>
                  <a:lnTo>
                    <a:pt x="9252045" y="621981"/>
                  </a:lnTo>
                  <a:lnTo>
                    <a:pt x="9204290" y="702234"/>
                  </a:lnTo>
                  <a:lnTo>
                    <a:pt x="9159297" y="790367"/>
                  </a:lnTo>
                  <a:lnTo>
                    <a:pt x="9116530" y="886872"/>
                  </a:lnTo>
                  <a:lnTo>
                    <a:pt x="9084767" y="967138"/>
                  </a:lnTo>
                  <a:lnTo>
                    <a:pt x="9057244" y="1042738"/>
                  </a:lnTo>
                  <a:lnTo>
                    <a:pt x="9030266" y="1122396"/>
                  </a:lnTo>
                  <a:lnTo>
                    <a:pt x="9003724" y="1206190"/>
                  </a:lnTo>
                  <a:lnTo>
                    <a:pt x="8977525" y="1294166"/>
                  </a:lnTo>
                  <a:lnTo>
                    <a:pt x="8951590" y="1386333"/>
                  </a:lnTo>
                  <a:lnTo>
                    <a:pt x="8925850" y="1482663"/>
                  </a:lnTo>
                  <a:lnTo>
                    <a:pt x="8900249" y="1583083"/>
                  </a:lnTo>
                  <a:lnTo>
                    <a:pt x="8874741" y="1687478"/>
                  </a:lnTo>
                  <a:lnTo>
                    <a:pt x="8849287" y="1795688"/>
                  </a:lnTo>
                  <a:lnTo>
                    <a:pt x="8823858" y="1907505"/>
                  </a:lnTo>
                  <a:lnTo>
                    <a:pt x="8798430" y="2022675"/>
                  </a:lnTo>
                  <a:lnTo>
                    <a:pt x="8772989" y="2140900"/>
                  </a:lnTo>
                  <a:lnTo>
                    <a:pt x="8747525" y="2261841"/>
                  </a:lnTo>
                  <a:lnTo>
                    <a:pt x="8722033" y="2385115"/>
                  </a:lnTo>
                  <a:lnTo>
                    <a:pt x="8696512" y="2510309"/>
                  </a:lnTo>
                  <a:lnTo>
                    <a:pt x="8670968" y="2636978"/>
                  </a:lnTo>
                  <a:lnTo>
                    <a:pt x="8645405" y="2764655"/>
                  </a:lnTo>
                  <a:lnTo>
                    <a:pt x="8619832" y="2892857"/>
                  </a:lnTo>
                  <a:lnTo>
                    <a:pt x="8594259" y="3021091"/>
                  </a:lnTo>
                  <a:lnTo>
                    <a:pt x="8568694" y="3148866"/>
                  </a:lnTo>
                  <a:lnTo>
                    <a:pt x="8543147" y="3275697"/>
                  </a:lnTo>
                  <a:lnTo>
                    <a:pt x="8517623" y="3401114"/>
                  </a:lnTo>
                  <a:lnTo>
                    <a:pt x="8492127" y="3524669"/>
                  </a:lnTo>
                  <a:lnTo>
                    <a:pt x="8466659" y="3645944"/>
                  </a:lnTo>
                  <a:lnTo>
                    <a:pt x="8441216" y="3764552"/>
                  </a:lnTo>
                  <a:lnTo>
                    <a:pt x="8415787" y="3880148"/>
                  </a:lnTo>
                  <a:lnTo>
                    <a:pt x="8390359" y="3992428"/>
                  </a:lnTo>
                  <a:lnTo>
                    <a:pt x="8364910" y="4101131"/>
                  </a:lnTo>
                  <a:lnTo>
                    <a:pt x="8339411" y="4206046"/>
                  </a:lnTo>
                  <a:lnTo>
                    <a:pt x="8313825" y="4307004"/>
                  </a:lnTo>
                  <a:lnTo>
                    <a:pt x="8288107" y="4403884"/>
                  </a:lnTo>
                  <a:lnTo>
                    <a:pt x="8262201" y="4496609"/>
                  </a:lnTo>
                  <a:lnTo>
                    <a:pt x="8236042" y="4585145"/>
                  </a:lnTo>
                  <a:lnTo>
                    <a:pt x="8209551" y="4669495"/>
                  </a:lnTo>
                  <a:lnTo>
                    <a:pt x="8182637" y="4749700"/>
                  </a:lnTo>
                  <a:lnTo>
                    <a:pt x="8155194" y="4825836"/>
                  </a:lnTo>
                  <a:lnTo>
                    <a:pt x="8151487" y="4835690"/>
                  </a:lnTo>
                  <a:lnTo>
                    <a:pt x="8110105" y="4938799"/>
                  </a:lnTo>
                  <a:lnTo>
                    <a:pt x="8066874" y="5033357"/>
                  </a:lnTo>
                  <a:lnTo>
                    <a:pt x="8021297" y="5119636"/>
                  </a:lnTo>
                  <a:lnTo>
                    <a:pt x="7972830" y="5198173"/>
                  </a:lnTo>
                  <a:lnTo>
                    <a:pt x="7920905" y="5269635"/>
                  </a:lnTo>
                  <a:lnTo>
                    <a:pt x="7864960" y="5334713"/>
                  </a:lnTo>
                  <a:lnTo>
                    <a:pt x="7804470" y="5394072"/>
                  </a:lnTo>
                  <a:lnTo>
                    <a:pt x="7738993" y="5448308"/>
                  </a:lnTo>
                  <a:lnTo>
                    <a:pt x="7668222" y="5497929"/>
                  </a:lnTo>
                  <a:lnTo>
                    <a:pt x="7592061" y="5543339"/>
                  </a:lnTo>
                  <a:lnTo>
                    <a:pt x="7510714" y="5584835"/>
                  </a:lnTo>
                  <a:lnTo>
                    <a:pt x="7424782" y="5622605"/>
                  </a:lnTo>
                  <a:lnTo>
                    <a:pt x="7335357" y="5656734"/>
                  </a:lnTo>
                  <a:lnTo>
                    <a:pt x="7244085" y="5687222"/>
                  </a:lnTo>
                  <a:lnTo>
                    <a:pt x="7153177" y="5714011"/>
                  </a:lnTo>
                  <a:lnTo>
                    <a:pt x="7065314" y="5737025"/>
                  </a:lnTo>
                  <a:lnTo>
                    <a:pt x="6983446" y="5756217"/>
                  </a:lnTo>
                  <a:lnTo>
                    <a:pt x="6910470" y="5771625"/>
                  </a:lnTo>
                  <a:lnTo>
                    <a:pt x="6848837" y="5783406"/>
                  </a:lnTo>
                  <a:lnTo>
                    <a:pt x="6800173" y="5791868"/>
                  </a:lnTo>
                  <a:lnTo>
                    <a:pt x="6764980" y="5797454"/>
                  </a:lnTo>
                  <a:lnTo>
                    <a:pt x="6742508" y="5800720"/>
                  </a:lnTo>
                  <a:lnTo>
                    <a:pt x="6730779" y="5802286"/>
                  </a:lnTo>
                  <a:lnTo>
                    <a:pt x="6726727" y="5802784"/>
                  </a:lnTo>
                  <a:lnTo>
                    <a:pt x="6726343" y="5802828"/>
                  </a:lnTo>
                  <a:lnTo>
                    <a:pt x="5254955" y="5802828"/>
                  </a:lnTo>
                  <a:lnTo>
                    <a:pt x="5253877" y="5802744"/>
                  </a:lnTo>
                  <a:lnTo>
                    <a:pt x="5246780" y="5802141"/>
                  </a:lnTo>
                  <a:lnTo>
                    <a:pt x="5228861" y="5800476"/>
                  </a:lnTo>
                  <a:lnTo>
                    <a:pt x="5196752" y="5797196"/>
                  </a:lnTo>
                  <a:lnTo>
                    <a:pt x="5148746" y="5791787"/>
                  </a:lnTo>
                  <a:lnTo>
                    <a:pt x="5084929" y="5783823"/>
                  </a:lnTo>
                  <a:lnTo>
                    <a:pt x="5007066" y="5773005"/>
                  </a:lnTo>
                  <a:lnTo>
                    <a:pt x="4918201" y="5759171"/>
                  </a:lnTo>
                  <a:lnTo>
                    <a:pt x="4822081" y="5742284"/>
                  </a:lnTo>
                  <a:lnTo>
                    <a:pt x="4722544" y="5722382"/>
                  </a:lnTo>
                  <a:lnTo>
                    <a:pt x="4623029" y="5699532"/>
                  </a:lnTo>
                  <a:lnTo>
                    <a:pt x="4526273" y="5673776"/>
                  </a:lnTo>
                  <a:lnTo>
                    <a:pt x="4434205" y="5645094"/>
                  </a:lnTo>
                  <a:lnTo>
                    <a:pt x="4347989" y="5613375"/>
                  </a:lnTo>
                  <a:lnTo>
                    <a:pt x="4268144" y="5578411"/>
                  </a:lnTo>
                  <a:lnTo>
                    <a:pt x="4194699" y="5539887"/>
                  </a:lnTo>
                  <a:lnTo>
                    <a:pt x="4127333" y="5497387"/>
                  </a:lnTo>
                  <a:lnTo>
                    <a:pt x="4065504" y="5450409"/>
                  </a:lnTo>
                  <a:lnTo>
                    <a:pt x="4008541" y="5398379"/>
                  </a:lnTo>
                  <a:lnTo>
                    <a:pt x="3955710" y="5340693"/>
                  </a:lnTo>
                  <a:lnTo>
                    <a:pt x="3906273" y="5276776"/>
                  </a:lnTo>
                  <a:lnTo>
                    <a:pt x="3859524" y="5206182"/>
                  </a:lnTo>
                  <a:lnTo>
                    <a:pt x="3829811" y="5155799"/>
                  </a:lnTo>
                  <a:lnTo>
                    <a:pt x="3796780" y="5094641"/>
                  </a:lnTo>
                  <a:lnTo>
                    <a:pt x="3764504" y="5029540"/>
                  </a:lnTo>
                  <a:lnTo>
                    <a:pt x="3732803" y="4960416"/>
                  </a:lnTo>
                  <a:lnTo>
                    <a:pt x="3701526" y="4887236"/>
                  </a:lnTo>
                  <a:lnTo>
                    <a:pt x="3670550" y="4810022"/>
                  </a:lnTo>
                  <a:lnTo>
                    <a:pt x="3639775" y="4728852"/>
                  </a:lnTo>
                  <a:lnTo>
                    <a:pt x="3609121" y="4643867"/>
                  </a:lnTo>
                  <a:lnTo>
                    <a:pt x="3578526" y="4555271"/>
                  </a:lnTo>
                  <a:lnTo>
                    <a:pt x="3547947" y="4463333"/>
                  </a:lnTo>
                  <a:lnTo>
                    <a:pt x="3517351" y="4368386"/>
                  </a:lnTo>
                  <a:lnTo>
                    <a:pt x="3486721" y="4270824"/>
                  </a:lnTo>
                  <a:lnTo>
                    <a:pt x="3456050" y="4171093"/>
                  </a:lnTo>
                  <a:lnTo>
                    <a:pt x="3425341" y="4069688"/>
                  </a:lnTo>
                  <a:lnTo>
                    <a:pt x="3394602" y="3967141"/>
                  </a:lnTo>
                  <a:lnTo>
                    <a:pt x="3363847" y="3864011"/>
                  </a:lnTo>
                  <a:lnTo>
                    <a:pt x="3333092" y="3760867"/>
                  </a:lnTo>
                  <a:lnTo>
                    <a:pt x="3302352" y="3658283"/>
                  </a:lnTo>
                  <a:lnTo>
                    <a:pt x="3271641" y="3556817"/>
                  </a:lnTo>
                  <a:lnTo>
                    <a:pt x="3240969" y="3457001"/>
                  </a:lnTo>
                  <a:lnTo>
                    <a:pt x="3210337" y="3359334"/>
                  </a:lnTo>
                  <a:lnTo>
                    <a:pt x="3179740" y="3264263"/>
                  </a:lnTo>
                  <a:lnTo>
                    <a:pt x="3149160" y="3172186"/>
                  </a:lnTo>
                  <a:lnTo>
                    <a:pt x="3118567" y="3083437"/>
                  </a:lnTo>
                  <a:lnTo>
                    <a:pt x="3087917" y="2998288"/>
                  </a:lnTo>
                  <a:lnTo>
                    <a:pt x="3057149" y="2916947"/>
                  </a:lnTo>
                  <a:lnTo>
                    <a:pt x="3026184" y="2839556"/>
                  </a:lnTo>
                  <a:lnTo>
                    <a:pt x="2994922" y="2766198"/>
                  </a:lnTo>
                  <a:lnTo>
                    <a:pt x="2963242" y="2696896"/>
                  </a:lnTo>
                  <a:lnTo>
                    <a:pt x="2930995" y="2631620"/>
                  </a:lnTo>
                  <a:lnTo>
                    <a:pt x="2898002" y="2570291"/>
                  </a:lnTo>
                  <a:lnTo>
                    <a:pt x="2896531" y="2567683"/>
                  </a:lnTo>
                  <a:lnTo>
                    <a:pt x="2851208" y="2492569"/>
                  </a:lnTo>
                  <a:lnTo>
                    <a:pt x="2803622" y="2424278"/>
                  </a:lnTo>
                  <a:lnTo>
                    <a:pt x="2753114" y="2362535"/>
                  </a:lnTo>
                  <a:lnTo>
                    <a:pt x="2698964" y="2306837"/>
                  </a:lnTo>
                  <a:lnTo>
                    <a:pt x="2640429" y="2256589"/>
                  </a:lnTo>
                  <a:lnTo>
                    <a:pt x="2576792" y="2211192"/>
                  </a:lnTo>
                  <a:lnTo>
                    <a:pt x="2507414" y="2170095"/>
                  </a:lnTo>
                  <a:lnTo>
                    <a:pt x="2431817" y="2132820"/>
                  </a:lnTo>
                  <a:lnTo>
                    <a:pt x="2349785" y="2098988"/>
                  </a:lnTo>
                  <a:lnTo>
                    <a:pt x="2261495" y="2068319"/>
                  </a:lnTo>
                  <a:lnTo>
                    <a:pt x="2167669" y="2040637"/>
                  </a:lnTo>
                  <a:lnTo>
                    <a:pt x="2069719" y="2015866"/>
                  </a:lnTo>
                  <a:lnTo>
                    <a:pt x="1969851" y="1994011"/>
                  </a:lnTo>
                  <a:lnTo>
                    <a:pt x="1871060" y="1975125"/>
                  </a:lnTo>
                  <a:lnTo>
                    <a:pt x="1776965" y="1959273"/>
                  </a:lnTo>
                  <a:lnTo>
                    <a:pt x="1691437" y="1946472"/>
                  </a:lnTo>
                  <a:lnTo>
                    <a:pt x="1618054" y="1936648"/>
                  </a:lnTo>
                  <a:lnTo>
                    <a:pt x="1559485" y="1929592"/>
                  </a:lnTo>
                  <a:lnTo>
                    <a:pt x="1516956" y="1924959"/>
                  </a:lnTo>
                  <a:lnTo>
                    <a:pt x="1489943" y="1922288"/>
                  </a:lnTo>
                  <a:lnTo>
                    <a:pt x="1476152" y="1921045"/>
                  </a:lnTo>
                  <a:lnTo>
                    <a:pt x="1471704" y="1920678"/>
                  </a:lnTo>
                  <a:lnTo>
                    <a:pt x="1471387" y="1920654"/>
                  </a:lnTo>
                  <a:lnTo>
                    <a:pt x="0" y="1920654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243" name="pl243"/>
            <p:cNvSpPr/>
            <p:nvPr/>
          </p:nvSpPr>
          <p:spPr>
            <a:xfrm>
              <a:off x="4799595" y="4652850"/>
              <a:ext cx="11981298" cy="5802828"/>
            </a:xfrm>
            <a:custGeom>
              <a:avLst/>
              <a:pathLst>
                <a:path w="11981298" h="5802828">
                  <a:moveTo>
                    <a:pt x="0" y="1920654"/>
                  </a:moveTo>
                  <a:lnTo>
                    <a:pt x="1471387" y="1920654"/>
                  </a:lnTo>
                  <a:lnTo>
                    <a:pt x="1472465" y="1920739"/>
                  </a:lnTo>
                  <a:lnTo>
                    <a:pt x="1479562" y="1921341"/>
                  </a:lnTo>
                  <a:lnTo>
                    <a:pt x="1497481" y="1923007"/>
                  </a:lnTo>
                  <a:lnTo>
                    <a:pt x="1529590" y="1926286"/>
                  </a:lnTo>
                  <a:lnTo>
                    <a:pt x="1577596" y="1931695"/>
                  </a:lnTo>
                  <a:lnTo>
                    <a:pt x="1641413" y="1939659"/>
                  </a:lnTo>
                  <a:lnTo>
                    <a:pt x="1719276" y="1950478"/>
                  </a:lnTo>
                  <a:lnTo>
                    <a:pt x="1808141" y="1964311"/>
                  </a:lnTo>
                  <a:lnTo>
                    <a:pt x="1904262" y="1981199"/>
                  </a:lnTo>
                  <a:lnTo>
                    <a:pt x="2003798" y="2001100"/>
                  </a:lnTo>
                  <a:lnTo>
                    <a:pt x="2103313" y="2023950"/>
                  </a:lnTo>
                  <a:lnTo>
                    <a:pt x="2200070" y="2049706"/>
                  </a:lnTo>
                  <a:lnTo>
                    <a:pt x="2292137" y="2078389"/>
                  </a:lnTo>
                  <a:lnTo>
                    <a:pt x="2378353" y="2110107"/>
                  </a:lnTo>
                  <a:lnTo>
                    <a:pt x="2458198" y="2145071"/>
                  </a:lnTo>
                  <a:lnTo>
                    <a:pt x="2531643" y="2183596"/>
                  </a:lnTo>
                  <a:lnTo>
                    <a:pt x="2599009" y="2226095"/>
                  </a:lnTo>
                  <a:lnTo>
                    <a:pt x="2660838" y="2273073"/>
                  </a:lnTo>
                  <a:lnTo>
                    <a:pt x="2717801" y="2325103"/>
                  </a:lnTo>
                  <a:lnTo>
                    <a:pt x="2770632" y="2382789"/>
                  </a:lnTo>
                  <a:lnTo>
                    <a:pt x="2820069" y="2446707"/>
                  </a:lnTo>
                  <a:lnTo>
                    <a:pt x="2866818" y="2517300"/>
                  </a:lnTo>
                  <a:lnTo>
                    <a:pt x="2896531" y="2567683"/>
                  </a:lnTo>
                  <a:lnTo>
                    <a:pt x="2929562" y="2628841"/>
                  </a:lnTo>
                  <a:lnTo>
                    <a:pt x="2961838" y="2693942"/>
                  </a:lnTo>
                  <a:lnTo>
                    <a:pt x="2993539" y="2763066"/>
                  </a:lnTo>
                  <a:lnTo>
                    <a:pt x="3024816" y="2836246"/>
                  </a:lnTo>
                  <a:lnTo>
                    <a:pt x="3055792" y="2913460"/>
                  </a:lnTo>
                  <a:lnTo>
                    <a:pt x="3086567" y="2994630"/>
                  </a:lnTo>
                  <a:lnTo>
                    <a:pt x="3117221" y="3079616"/>
                  </a:lnTo>
                  <a:lnTo>
                    <a:pt x="3147816" y="3168212"/>
                  </a:lnTo>
                  <a:lnTo>
                    <a:pt x="3178396" y="3260149"/>
                  </a:lnTo>
                  <a:lnTo>
                    <a:pt x="3208992" y="3355096"/>
                  </a:lnTo>
                  <a:lnTo>
                    <a:pt x="3239621" y="3452659"/>
                  </a:lnTo>
                  <a:lnTo>
                    <a:pt x="3270292" y="3552390"/>
                  </a:lnTo>
                  <a:lnTo>
                    <a:pt x="3301001" y="3653795"/>
                  </a:lnTo>
                  <a:lnTo>
                    <a:pt x="3331740" y="3756341"/>
                  </a:lnTo>
                  <a:lnTo>
                    <a:pt x="3362495" y="3859472"/>
                  </a:lnTo>
                  <a:lnTo>
                    <a:pt x="3393250" y="3962615"/>
                  </a:lnTo>
                  <a:lnTo>
                    <a:pt x="3423990" y="4065199"/>
                  </a:lnTo>
                  <a:lnTo>
                    <a:pt x="3454701" y="4166666"/>
                  </a:lnTo>
                  <a:lnTo>
                    <a:pt x="3485373" y="4266481"/>
                  </a:lnTo>
                  <a:lnTo>
                    <a:pt x="3516005" y="4364149"/>
                  </a:lnTo>
                  <a:lnTo>
                    <a:pt x="3546602" y="4459219"/>
                  </a:lnTo>
                  <a:lnTo>
                    <a:pt x="3577182" y="4551297"/>
                  </a:lnTo>
                  <a:lnTo>
                    <a:pt x="3607775" y="4640046"/>
                  </a:lnTo>
                  <a:lnTo>
                    <a:pt x="3638425" y="4725195"/>
                  </a:lnTo>
                  <a:lnTo>
                    <a:pt x="3669193" y="4806536"/>
                  </a:lnTo>
                  <a:lnTo>
                    <a:pt x="3700159" y="4883926"/>
                  </a:lnTo>
                  <a:lnTo>
                    <a:pt x="3731420" y="4957284"/>
                  </a:lnTo>
                  <a:lnTo>
                    <a:pt x="3763100" y="5026586"/>
                  </a:lnTo>
                  <a:lnTo>
                    <a:pt x="3795347" y="5091863"/>
                  </a:lnTo>
                  <a:lnTo>
                    <a:pt x="3828340" y="5153192"/>
                  </a:lnTo>
                  <a:lnTo>
                    <a:pt x="3829811" y="5155799"/>
                  </a:lnTo>
                  <a:lnTo>
                    <a:pt x="3875134" y="5230913"/>
                  </a:lnTo>
                  <a:lnTo>
                    <a:pt x="3922720" y="5299204"/>
                  </a:lnTo>
                  <a:lnTo>
                    <a:pt x="3973228" y="5360947"/>
                  </a:lnTo>
                  <a:lnTo>
                    <a:pt x="4027378" y="5416646"/>
                  </a:lnTo>
                  <a:lnTo>
                    <a:pt x="4085913" y="5466894"/>
                  </a:lnTo>
                  <a:lnTo>
                    <a:pt x="4149550" y="5512290"/>
                  </a:lnTo>
                  <a:lnTo>
                    <a:pt x="4218928" y="5553388"/>
                  </a:lnTo>
                  <a:lnTo>
                    <a:pt x="4294525" y="5590662"/>
                  </a:lnTo>
                  <a:lnTo>
                    <a:pt x="4376557" y="5624494"/>
                  </a:lnTo>
                  <a:lnTo>
                    <a:pt x="4464847" y="5655164"/>
                  </a:lnTo>
                  <a:lnTo>
                    <a:pt x="4558673" y="5682845"/>
                  </a:lnTo>
                  <a:lnTo>
                    <a:pt x="4656623" y="5707616"/>
                  </a:lnTo>
                  <a:lnTo>
                    <a:pt x="4756491" y="5729472"/>
                  </a:lnTo>
                  <a:lnTo>
                    <a:pt x="4855282" y="5748357"/>
                  </a:lnTo>
                  <a:lnTo>
                    <a:pt x="4949377" y="5764210"/>
                  </a:lnTo>
                  <a:lnTo>
                    <a:pt x="5034905" y="5777010"/>
                  </a:lnTo>
                  <a:lnTo>
                    <a:pt x="5108288" y="5786835"/>
                  </a:lnTo>
                  <a:lnTo>
                    <a:pt x="5166857" y="5793891"/>
                  </a:lnTo>
                  <a:lnTo>
                    <a:pt x="5209386" y="5798524"/>
                  </a:lnTo>
                  <a:lnTo>
                    <a:pt x="5236399" y="5801195"/>
                  </a:lnTo>
                  <a:lnTo>
                    <a:pt x="5250190" y="5802437"/>
                  </a:lnTo>
                  <a:lnTo>
                    <a:pt x="5254639" y="5802804"/>
                  </a:lnTo>
                  <a:lnTo>
                    <a:pt x="5254955" y="5802828"/>
                  </a:lnTo>
                  <a:lnTo>
                    <a:pt x="6726343" y="5802828"/>
                  </a:lnTo>
                  <a:lnTo>
                    <a:pt x="6727172" y="5802732"/>
                  </a:lnTo>
                  <a:lnTo>
                    <a:pt x="6732659" y="5802044"/>
                  </a:lnTo>
                  <a:lnTo>
                    <a:pt x="6746613" y="5800145"/>
                  </a:lnTo>
                  <a:lnTo>
                    <a:pt x="6771865" y="5796401"/>
                  </a:lnTo>
                  <a:lnTo>
                    <a:pt x="6810121" y="5790203"/>
                  </a:lnTo>
                  <a:lnTo>
                    <a:pt x="6861842" y="5781016"/>
                  </a:lnTo>
                  <a:lnTo>
                    <a:pt x="6926250" y="5768426"/>
                  </a:lnTo>
                  <a:lnTo>
                    <a:pt x="7001500" y="5752162"/>
                  </a:lnTo>
                  <a:lnTo>
                    <a:pt x="7085004" y="5732094"/>
                  </a:lnTo>
                  <a:lnTo>
                    <a:pt x="7173819" y="5708210"/>
                  </a:lnTo>
                  <a:lnTo>
                    <a:pt x="7265032" y="5680567"/>
                  </a:lnTo>
                  <a:lnTo>
                    <a:pt x="7356056" y="5649242"/>
                  </a:lnTo>
                  <a:lnTo>
                    <a:pt x="7444807" y="5614283"/>
                  </a:lnTo>
                  <a:lnTo>
                    <a:pt x="7529766" y="5575671"/>
                  </a:lnTo>
                  <a:lnTo>
                    <a:pt x="7609963" y="5533300"/>
                  </a:lnTo>
                  <a:lnTo>
                    <a:pt x="7684896" y="5486956"/>
                  </a:lnTo>
                  <a:lnTo>
                    <a:pt x="7754438" y="5436319"/>
                  </a:lnTo>
                  <a:lnTo>
                    <a:pt x="7818741" y="5380958"/>
                  </a:lnTo>
                  <a:lnTo>
                    <a:pt x="7878148" y="5320346"/>
                  </a:lnTo>
                  <a:lnTo>
                    <a:pt x="7933125" y="5253867"/>
                  </a:lnTo>
                  <a:lnTo>
                    <a:pt x="7984208" y="5180847"/>
                  </a:lnTo>
                  <a:lnTo>
                    <a:pt x="8031963" y="5100594"/>
                  </a:lnTo>
                  <a:lnTo>
                    <a:pt x="8076956" y="5012461"/>
                  </a:lnTo>
                  <a:lnTo>
                    <a:pt x="8119723" y="4915956"/>
                  </a:lnTo>
                  <a:lnTo>
                    <a:pt x="8151487" y="4835690"/>
                  </a:lnTo>
                  <a:lnTo>
                    <a:pt x="8179009" y="4760090"/>
                  </a:lnTo>
                  <a:lnTo>
                    <a:pt x="8205987" y="4680432"/>
                  </a:lnTo>
                  <a:lnTo>
                    <a:pt x="8232529" y="4596638"/>
                  </a:lnTo>
                  <a:lnTo>
                    <a:pt x="8258728" y="4508662"/>
                  </a:lnTo>
                  <a:lnTo>
                    <a:pt x="8284664" y="4416494"/>
                  </a:lnTo>
                  <a:lnTo>
                    <a:pt x="8310403" y="4320165"/>
                  </a:lnTo>
                  <a:lnTo>
                    <a:pt x="8336004" y="4219745"/>
                  </a:lnTo>
                  <a:lnTo>
                    <a:pt x="8361512" y="4115349"/>
                  </a:lnTo>
                  <a:lnTo>
                    <a:pt x="8386966" y="4007140"/>
                  </a:lnTo>
                  <a:lnTo>
                    <a:pt x="8412396" y="3895323"/>
                  </a:lnTo>
                  <a:lnTo>
                    <a:pt x="8437823" y="3780153"/>
                  </a:lnTo>
                  <a:lnTo>
                    <a:pt x="8463264" y="3661927"/>
                  </a:lnTo>
                  <a:lnTo>
                    <a:pt x="8488728" y="3540987"/>
                  </a:lnTo>
                  <a:lnTo>
                    <a:pt x="8514221" y="3417712"/>
                  </a:lnTo>
                  <a:lnTo>
                    <a:pt x="8539741" y="3292518"/>
                  </a:lnTo>
                  <a:lnTo>
                    <a:pt x="8565285" y="3165849"/>
                  </a:lnTo>
                  <a:lnTo>
                    <a:pt x="8590848" y="3038173"/>
                  </a:lnTo>
                  <a:lnTo>
                    <a:pt x="8616421" y="2909971"/>
                  </a:lnTo>
                  <a:lnTo>
                    <a:pt x="8641994" y="2781737"/>
                  </a:lnTo>
                  <a:lnTo>
                    <a:pt x="8667559" y="2653962"/>
                  </a:lnTo>
                  <a:lnTo>
                    <a:pt x="8693106" y="2527131"/>
                  </a:lnTo>
                  <a:lnTo>
                    <a:pt x="8718630" y="2401714"/>
                  </a:lnTo>
                  <a:lnTo>
                    <a:pt x="8744126" y="2278159"/>
                  </a:lnTo>
                  <a:lnTo>
                    <a:pt x="8769594" y="2156884"/>
                  </a:lnTo>
                  <a:lnTo>
                    <a:pt x="8795038" y="2038276"/>
                  </a:lnTo>
                  <a:lnTo>
                    <a:pt x="8820466" y="1922680"/>
                  </a:lnTo>
                  <a:lnTo>
                    <a:pt x="8845894" y="1810400"/>
                  </a:lnTo>
                  <a:lnTo>
                    <a:pt x="8871343" y="1701697"/>
                  </a:lnTo>
                  <a:lnTo>
                    <a:pt x="8896842" y="1596782"/>
                  </a:lnTo>
                  <a:lnTo>
                    <a:pt x="8922428" y="1495824"/>
                  </a:lnTo>
                  <a:lnTo>
                    <a:pt x="8948146" y="1398944"/>
                  </a:lnTo>
                  <a:lnTo>
                    <a:pt x="8974052" y="1306218"/>
                  </a:lnTo>
                  <a:lnTo>
                    <a:pt x="9000211" y="1217683"/>
                  </a:lnTo>
                  <a:lnTo>
                    <a:pt x="9026702" y="1133333"/>
                  </a:lnTo>
                  <a:lnTo>
                    <a:pt x="9053616" y="1053128"/>
                  </a:lnTo>
                  <a:lnTo>
                    <a:pt x="9081059" y="976991"/>
                  </a:lnTo>
                  <a:lnTo>
                    <a:pt x="9084767" y="967138"/>
                  </a:lnTo>
                  <a:lnTo>
                    <a:pt x="9126148" y="864029"/>
                  </a:lnTo>
                  <a:lnTo>
                    <a:pt x="9169380" y="769470"/>
                  </a:lnTo>
                  <a:lnTo>
                    <a:pt x="9214956" y="683192"/>
                  </a:lnTo>
                  <a:lnTo>
                    <a:pt x="9263423" y="604654"/>
                  </a:lnTo>
                  <a:lnTo>
                    <a:pt x="9315348" y="533193"/>
                  </a:lnTo>
                  <a:lnTo>
                    <a:pt x="9371293" y="468115"/>
                  </a:lnTo>
                  <a:lnTo>
                    <a:pt x="9431783" y="408756"/>
                  </a:lnTo>
                  <a:lnTo>
                    <a:pt x="9497260" y="354519"/>
                  </a:lnTo>
                  <a:lnTo>
                    <a:pt x="9568032" y="304899"/>
                  </a:lnTo>
                  <a:lnTo>
                    <a:pt x="9644192" y="259489"/>
                  </a:lnTo>
                  <a:lnTo>
                    <a:pt x="9725539" y="217993"/>
                  </a:lnTo>
                  <a:lnTo>
                    <a:pt x="9811471" y="180223"/>
                  </a:lnTo>
                  <a:lnTo>
                    <a:pt x="9900896" y="146094"/>
                  </a:lnTo>
                  <a:lnTo>
                    <a:pt x="9992168" y="115606"/>
                  </a:lnTo>
                  <a:lnTo>
                    <a:pt x="10083076" y="88817"/>
                  </a:lnTo>
                  <a:lnTo>
                    <a:pt x="10170939" y="65803"/>
                  </a:lnTo>
                  <a:lnTo>
                    <a:pt x="10252807" y="46611"/>
                  </a:lnTo>
                  <a:lnTo>
                    <a:pt x="10325783" y="31203"/>
                  </a:lnTo>
                  <a:lnTo>
                    <a:pt x="10387416" y="19421"/>
                  </a:lnTo>
                  <a:lnTo>
                    <a:pt x="10436080" y="10960"/>
                  </a:lnTo>
                  <a:lnTo>
                    <a:pt x="10471273" y="5374"/>
                  </a:lnTo>
                  <a:lnTo>
                    <a:pt x="10493746" y="2108"/>
                  </a:lnTo>
                  <a:lnTo>
                    <a:pt x="10505475" y="542"/>
                  </a:lnTo>
                  <a:lnTo>
                    <a:pt x="10509526" y="44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44" name="pl244"/>
            <p:cNvSpPr/>
            <p:nvPr/>
          </p:nvSpPr>
          <p:spPr>
            <a:xfrm>
              <a:off x="4799595" y="4644677"/>
              <a:ext cx="11981298" cy="5802828"/>
            </a:xfrm>
            <a:custGeom>
              <a:avLst/>
              <a:pathLst>
                <a:path w="11981298" h="5802828">
                  <a:moveTo>
                    <a:pt x="11981298" y="0"/>
                  </a:moveTo>
                  <a:lnTo>
                    <a:pt x="10509911" y="0"/>
                  </a:lnTo>
                  <a:lnTo>
                    <a:pt x="10509081" y="96"/>
                  </a:lnTo>
                  <a:lnTo>
                    <a:pt x="10503594" y="784"/>
                  </a:lnTo>
                  <a:lnTo>
                    <a:pt x="10489640" y="2682"/>
                  </a:lnTo>
                  <a:lnTo>
                    <a:pt x="10464388" y="6427"/>
                  </a:lnTo>
                  <a:lnTo>
                    <a:pt x="10426132" y="12625"/>
                  </a:lnTo>
                  <a:lnTo>
                    <a:pt x="10374411" y="21812"/>
                  </a:lnTo>
                  <a:lnTo>
                    <a:pt x="10310004" y="34402"/>
                  </a:lnTo>
                  <a:lnTo>
                    <a:pt x="10234753" y="50666"/>
                  </a:lnTo>
                  <a:lnTo>
                    <a:pt x="10151249" y="70734"/>
                  </a:lnTo>
                  <a:lnTo>
                    <a:pt x="10062435" y="94618"/>
                  </a:lnTo>
                  <a:lnTo>
                    <a:pt x="9971221" y="122260"/>
                  </a:lnTo>
                  <a:lnTo>
                    <a:pt x="9880197" y="153585"/>
                  </a:lnTo>
                  <a:lnTo>
                    <a:pt x="9791446" y="188545"/>
                  </a:lnTo>
                  <a:lnTo>
                    <a:pt x="9706487" y="227157"/>
                  </a:lnTo>
                  <a:lnTo>
                    <a:pt x="9626290" y="269528"/>
                  </a:lnTo>
                  <a:lnTo>
                    <a:pt x="9551357" y="315872"/>
                  </a:lnTo>
                  <a:lnTo>
                    <a:pt x="9481815" y="366509"/>
                  </a:lnTo>
                  <a:lnTo>
                    <a:pt x="9417512" y="421869"/>
                  </a:lnTo>
                  <a:lnTo>
                    <a:pt x="9358105" y="482482"/>
                  </a:lnTo>
                  <a:lnTo>
                    <a:pt x="9303129" y="548961"/>
                  </a:lnTo>
                  <a:lnTo>
                    <a:pt x="9252045" y="621981"/>
                  </a:lnTo>
                  <a:lnTo>
                    <a:pt x="9204290" y="702234"/>
                  </a:lnTo>
                  <a:lnTo>
                    <a:pt x="9159297" y="790367"/>
                  </a:lnTo>
                  <a:lnTo>
                    <a:pt x="9116530" y="886872"/>
                  </a:lnTo>
                  <a:lnTo>
                    <a:pt x="9084767" y="967138"/>
                  </a:lnTo>
                  <a:lnTo>
                    <a:pt x="9057244" y="1042738"/>
                  </a:lnTo>
                  <a:lnTo>
                    <a:pt x="9030266" y="1122396"/>
                  </a:lnTo>
                  <a:lnTo>
                    <a:pt x="9003724" y="1206190"/>
                  </a:lnTo>
                  <a:lnTo>
                    <a:pt x="8977525" y="1294166"/>
                  </a:lnTo>
                  <a:lnTo>
                    <a:pt x="8951590" y="1386333"/>
                  </a:lnTo>
                  <a:lnTo>
                    <a:pt x="8925850" y="1482663"/>
                  </a:lnTo>
                  <a:lnTo>
                    <a:pt x="8900249" y="1583083"/>
                  </a:lnTo>
                  <a:lnTo>
                    <a:pt x="8874741" y="1687478"/>
                  </a:lnTo>
                  <a:lnTo>
                    <a:pt x="8849287" y="1795688"/>
                  </a:lnTo>
                  <a:lnTo>
                    <a:pt x="8823858" y="1907505"/>
                  </a:lnTo>
                  <a:lnTo>
                    <a:pt x="8798430" y="2022675"/>
                  </a:lnTo>
                  <a:lnTo>
                    <a:pt x="8772989" y="2140900"/>
                  </a:lnTo>
                  <a:lnTo>
                    <a:pt x="8747525" y="2261841"/>
                  </a:lnTo>
                  <a:lnTo>
                    <a:pt x="8722033" y="2385115"/>
                  </a:lnTo>
                  <a:lnTo>
                    <a:pt x="8696512" y="2510309"/>
                  </a:lnTo>
                  <a:lnTo>
                    <a:pt x="8670968" y="2636978"/>
                  </a:lnTo>
                  <a:lnTo>
                    <a:pt x="8645405" y="2764655"/>
                  </a:lnTo>
                  <a:lnTo>
                    <a:pt x="8619832" y="2892857"/>
                  </a:lnTo>
                  <a:lnTo>
                    <a:pt x="8594259" y="3021091"/>
                  </a:lnTo>
                  <a:lnTo>
                    <a:pt x="8568694" y="3148866"/>
                  </a:lnTo>
                  <a:lnTo>
                    <a:pt x="8543147" y="3275697"/>
                  </a:lnTo>
                  <a:lnTo>
                    <a:pt x="8517623" y="3401114"/>
                  </a:lnTo>
                  <a:lnTo>
                    <a:pt x="8492127" y="3524669"/>
                  </a:lnTo>
                  <a:lnTo>
                    <a:pt x="8466659" y="3645944"/>
                  </a:lnTo>
                  <a:lnTo>
                    <a:pt x="8441216" y="3764552"/>
                  </a:lnTo>
                  <a:lnTo>
                    <a:pt x="8415787" y="3880148"/>
                  </a:lnTo>
                  <a:lnTo>
                    <a:pt x="8390359" y="3992428"/>
                  </a:lnTo>
                  <a:lnTo>
                    <a:pt x="8364910" y="4101131"/>
                  </a:lnTo>
                  <a:lnTo>
                    <a:pt x="8339411" y="4206046"/>
                  </a:lnTo>
                  <a:lnTo>
                    <a:pt x="8313825" y="4307004"/>
                  </a:lnTo>
                  <a:lnTo>
                    <a:pt x="8288107" y="4403884"/>
                  </a:lnTo>
                  <a:lnTo>
                    <a:pt x="8262201" y="4496609"/>
                  </a:lnTo>
                  <a:lnTo>
                    <a:pt x="8236042" y="4585145"/>
                  </a:lnTo>
                  <a:lnTo>
                    <a:pt x="8209551" y="4669495"/>
                  </a:lnTo>
                  <a:lnTo>
                    <a:pt x="8182637" y="4749700"/>
                  </a:lnTo>
                  <a:lnTo>
                    <a:pt x="8155194" y="4825836"/>
                  </a:lnTo>
                  <a:lnTo>
                    <a:pt x="8151487" y="4835690"/>
                  </a:lnTo>
                  <a:lnTo>
                    <a:pt x="8110105" y="4938799"/>
                  </a:lnTo>
                  <a:lnTo>
                    <a:pt x="8066874" y="5033357"/>
                  </a:lnTo>
                  <a:lnTo>
                    <a:pt x="8021297" y="5119636"/>
                  </a:lnTo>
                  <a:lnTo>
                    <a:pt x="7972830" y="5198173"/>
                  </a:lnTo>
                  <a:lnTo>
                    <a:pt x="7920905" y="5269635"/>
                  </a:lnTo>
                  <a:lnTo>
                    <a:pt x="7864960" y="5334713"/>
                  </a:lnTo>
                  <a:lnTo>
                    <a:pt x="7804470" y="5394072"/>
                  </a:lnTo>
                  <a:lnTo>
                    <a:pt x="7738993" y="5448308"/>
                  </a:lnTo>
                  <a:lnTo>
                    <a:pt x="7668222" y="5497929"/>
                  </a:lnTo>
                  <a:lnTo>
                    <a:pt x="7592061" y="5543339"/>
                  </a:lnTo>
                  <a:lnTo>
                    <a:pt x="7510714" y="5584835"/>
                  </a:lnTo>
                  <a:lnTo>
                    <a:pt x="7424782" y="5622605"/>
                  </a:lnTo>
                  <a:lnTo>
                    <a:pt x="7335357" y="5656734"/>
                  </a:lnTo>
                  <a:lnTo>
                    <a:pt x="7244085" y="5687222"/>
                  </a:lnTo>
                  <a:lnTo>
                    <a:pt x="7153177" y="5714011"/>
                  </a:lnTo>
                  <a:lnTo>
                    <a:pt x="7065314" y="5737025"/>
                  </a:lnTo>
                  <a:lnTo>
                    <a:pt x="6983446" y="5756217"/>
                  </a:lnTo>
                  <a:lnTo>
                    <a:pt x="6910470" y="5771625"/>
                  </a:lnTo>
                  <a:lnTo>
                    <a:pt x="6848837" y="5783406"/>
                  </a:lnTo>
                  <a:lnTo>
                    <a:pt x="6800173" y="5791868"/>
                  </a:lnTo>
                  <a:lnTo>
                    <a:pt x="6764980" y="5797454"/>
                  </a:lnTo>
                  <a:lnTo>
                    <a:pt x="6742508" y="5800720"/>
                  </a:lnTo>
                  <a:lnTo>
                    <a:pt x="6730779" y="5802286"/>
                  </a:lnTo>
                  <a:lnTo>
                    <a:pt x="6726727" y="5802784"/>
                  </a:lnTo>
                  <a:lnTo>
                    <a:pt x="6726343" y="5802828"/>
                  </a:lnTo>
                  <a:lnTo>
                    <a:pt x="5254955" y="5802828"/>
                  </a:lnTo>
                  <a:lnTo>
                    <a:pt x="5253877" y="5802744"/>
                  </a:lnTo>
                  <a:lnTo>
                    <a:pt x="5246780" y="5802141"/>
                  </a:lnTo>
                  <a:lnTo>
                    <a:pt x="5228861" y="5800476"/>
                  </a:lnTo>
                  <a:lnTo>
                    <a:pt x="5196752" y="5797196"/>
                  </a:lnTo>
                  <a:lnTo>
                    <a:pt x="5148746" y="5791787"/>
                  </a:lnTo>
                  <a:lnTo>
                    <a:pt x="5084929" y="5783823"/>
                  </a:lnTo>
                  <a:lnTo>
                    <a:pt x="5007066" y="5773005"/>
                  </a:lnTo>
                  <a:lnTo>
                    <a:pt x="4918201" y="5759171"/>
                  </a:lnTo>
                  <a:lnTo>
                    <a:pt x="4822081" y="5742284"/>
                  </a:lnTo>
                  <a:lnTo>
                    <a:pt x="4722544" y="5722382"/>
                  </a:lnTo>
                  <a:lnTo>
                    <a:pt x="4623029" y="5699532"/>
                  </a:lnTo>
                  <a:lnTo>
                    <a:pt x="4526273" y="5673776"/>
                  </a:lnTo>
                  <a:lnTo>
                    <a:pt x="4434205" y="5645094"/>
                  </a:lnTo>
                  <a:lnTo>
                    <a:pt x="4347989" y="5613375"/>
                  </a:lnTo>
                  <a:lnTo>
                    <a:pt x="4268144" y="5578411"/>
                  </a:lnTo>
                  <a:lnTo>
                    <a:pt x="4194699" y="5539887"/>
                  </a:lnTo>
                  <a:lnTo>
                    <a:pt x="4127333" y="5497387"/>
                  </a:lnTo>
                  <a:lnTo>
                    <a:pt x="4065504" y="5450409"/>
                  </a:lnTo>
                  <a:lnTo>
                    <a:pt x="4008541" y="5398379"/>
                  </a:lnTo>
                  <a:lnTo>
                    <a:pt x="3955710" y="5340693"/>
                  </a:lnTo>
                  <a:lnTo>
                    <a:pt x="3906273" y="5276776"/>
                  </a:lnTo>
                  <a:lnTo>
                    <a:pt x="3859524" y="5206182"/>
                  </a:lnTo>
                  <a:lnTo>
                    <a:pt x="3829811" y="5155799"/>
                  </a:lnTo>
                  <a:lnTo>
                    <a:pt x="3796780" y="5094641"/>
                  </a:lnTo>
                  <a:lnTo>
                    <a:pt x="3764504" y="5029540"/>
                  </a:lnTo>
                  <a:lnTo>
                    <a:pt x="3732803" y="4960416"/>
                  </a:lnTo>
                  <a:lnTo>
                    <a:pt x="3701526" y="4887236"/>
                  </a:lnTo>
                  <a:lnTo>
                    <a:pt x="3670550" y="4810022"/>
                  </a:lnTo>
                  <a:lnTo>
                    <a:pt x="3639775" y="4728852"/>
                  </a:lnTo>
                  <a:lnTo>
                    <a:pt x="3609121" y="4643867"/>
                  </a:lnTo>
                  <a:lnTo>
                    <a:pt x="3578526" y="4555271"/>
                  </a:lnTo>
                  <a:lnTo>
                    <a:pt x="3547947" y="4463333"/>
                  </a:lnTo>
                  <a:lnTo>
                    <a:pt x="3517351" y="4368386"/>
                  </a:lnTo>
                  <a:lnTo>
                    <a:pt x="3486721" y="4270824"/>
                  </a:lnTo>
                  <a:lnTo>
                    <a:pt x="3456050" y="4171093"/>
                  </a:lnTo>
                  <a:lnTo>
                    <a:pt x="3425341" y="4069688"/>
                  </a:lnTo>
                  <a:lnTo>
                    <a:pt x="3394602" y="3967141"/>
                  </a:lnTo>
                  <a:lnTo>
                    <a:pt x="3363847" y="3864011"/>
                  </a:lnTo>
                  <a:lnTo>
                    <a:pt x="3333092" y="3760867"/>
                  </a:lnTo>
                  <a:lnTo>
                    <a:pt x="3302352" y="3658283"/>
                  </a:lnTo>
                  <a:lnTo>
                    <a:pt x="3271641" y="3556817"/>
                  </a:lnTo>
                  <a:lnTo>
                    <a:pt x="3240969" y="3457001"/>
                  </a:lnTo>
                  <a:lnTo>
                    <a:pt x="3210337" y="3359334"/>
                  </a:lnTo>
                  <a:lnTo>
                    <a:pt x="3179740" y="3264263"/>
                  </a:lnTo>
                  <a:lnTo>
                    <a:pt x="3149160" y="3172186"/>
                  </a:lnTo>
                  <a:lnTo>
                    <a:pt x="3118567" y="3083437"/>
                  </a:lnTo>
                  <a:lnTo>
                    <a:pt x="3087917" y="2998288"/>
                  </a:lnTo>
                  <a:lnTo>
                    <a:pt x="3057149" y="2916947"/>
                  </a:lnTo>
                  <a:lnTo>
                    <a:pt x="3026184" y="2839556"/>
                  </a:lnTo>
                  <a:lnTo>
                    <a:pt x="2994922" y="2766198"/>
                  </a:lnTo>
                  <a:lnTo>
                    <a:pt x="2963242" y="2696896"/>
                  </a:lnTo>
                  <a:lnTo>
                    <a:pt x="2930995" y="2631620"/>
                  </a:lnTo>
                  <a:lnTo>
                    <a:pt x="2898002" y="2570291"/>
                  </a:lnTo>
                  <a:lnTo>
                    <a:pt x="2896531" y="2567683"/>
                  </a:lnTo>
                  <a:lnTo>
                    <a:pt x="2851208" y="2492569"/>
                  </a:lnTo>
                  <a:lnTo>
                    <a:pt x="2803622" y="2424278"/>
                  </a:lnTo>
                  <a:lnTo>
                    <a:pt x="2753114" y="2362535"/>
                  </a:lnTo>
                  <a:lnTo>
                    <a:pt x="2698964" y="2306837"/>
                  </a:lnTo>
                  <a:lnTo>
                    <a:pt x="2640429" y="2256589"/>
                  </a:lnTo>
                  <a:lnTo>
                    <a:pt x="2576792" y="2211192"/>
                  </a:lnTo>
                  <a:lnTo>
                    <a:pt x="2507414" y="2170095"/>
                  </a:lnTo>
                  <a:lnTo>
                    <a:pt x="2431817" y="2132820"/>
                  </a:lnTo>
                  <a:lnTo>
                    <a:pt x="2349785" y="2098988"/>
                  </a:lnTo>
                  <a:lnTo>
                    <a:pt x="2261495" y="2068319"/>
                  </a:lnTo>
                  <a:lnTo>
                    <a:pt x="2167669" y="2040637"/>
                  </a:lnTo>
                  <a:lnTo>
                    <a:pt x="2069719" y="2015866"/>
                  </a:lnTo>
                  <a:lnTo>
                    <a:pt x="1969851" y="1994011"/>
                  </a:lnTo>
                  <a:lnTo>
                    <a:pt x="1871060" y="1975125"/>
                  </a:lnTo>
                  <a:lnTo>
                    <a:pt x="1776965" y="1959273"/>
                  </a:lnTo>
                  <a:lnTo>
                    <a:pt x="1691437" y="1946472"/>
                  </a:lnTo>
                  <a:lnTo>
                    <a:pt x="1618054" y="1936648"/>
                  </a:lnTo>
                  <a:lnTo>
                    <a:pt x="1559485" y="1929592"/>
                  </a:lnTo>
                  <a:lnTo>
                    <a:pt x="1516956" y="1924959"/>
                  </a:lnTo>
                  <a:lnTo>
                    <a:pt x="1489943" y="1922288"/>
                  </a:lnTo>
                  <a:lnTo>
                    <a:pt x="1476152" y="1921045"/>
                  </a:lnTo>
                  <a:lnTo>
                    <a:pt x="1471704" y="1920678"/>
                  </a:lnTo>
                  <a:lnTo>
                    <a:pt x="1471387" y="1920654"/>
                  </a:lnTo>
                  <a:lnTo>
                    <a:pt x="0" y="192065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45" name="pg245"/>
            <p:cNvSpPr/>
            <p:nvPr/>
          </p:nvSpPr>
          <p:spPr>
            <a:xfrm>
              <a:off x="4799595" y="4889867"/>
              <a:ext cx="11981298" cy="5582157"/>
            </a:xfrm>
            <a:custGeom>
              <a:avLst/>
              <a:pathLst>
                <a:path w="11981298" h="5582157">
                  <a:moveTo>
                    <a:pt x="0" y="1691810"/>
                  </a:moveTo>
                  <a:lnTo>
                    <a:pt x="1471387" y="1691810"/>
                  </a:lnTo>
                  <a:lnTo>
                    <a:pt x="1472465" y="1691895"/>
                  </a:lnTo>
                  <a:lnTo>
                    <a:pt x="1479558" y="1692498"/>
                  </a:lnTo>
                  <a:lnTo>
                    <a:pt x="1497467" y="1694166"/>
                  </a:lnTo>
                  <a:lnTo>
                    <a:pt x="1529561" y="1697451"/>
                  </a:lnTo>
                  <a:lnTo>
                    <a:pt x="1577546" y="1702868"/>
                  </a:lnTo>
                  <a:lnTo>
                    <a:pt x="1641336" y="1710845"/>
                  </a:lnTo>
                  <a:lnTo>
                    <a:pt x="1719170" y="1721681"/>
                  </a:lnTo>
                  <a:lnTo>
                    <a:pt x="1808007" y="1735537"/>
                  </a:lnTo>
                  <a:lnTo>
                    <a:pt x="1904102" y="1752452"/>
                  </a:lnTo>
                  <a:lnTo>
                    <a:pt x="2003618" y="1772387"/>
                  </a:lnTo>
                  <a:lnTo>
                    <a:pt x="2103118" y="1795275"/>
                  </a:lnTo>
                  <a:lnTo>
                    <a:pt x="2199865" y="1821075"/>
                  </a:lnTo>
                  <a:lnTo>
                    <a:pt x="2291928" y="1849806"/>
                  </a:lnTo>
                  <a:lnTo>
                    <a:pt x="2378144" y="1881578"/>
                  </a:lnTo>
                  <a:lnTo>
                    <a:pt x="2457991" y="1916600"/>
                  </a:lnTo>
                  <a:lnTo>
                    <a:pt x="2531441" y="1955189"/>
                  </a:lnTo>
                  <a:lnTo>
                    <a:pt x="2598812" y="1997757"/>
                  </a:lnTo>
                  <a:lnTo>
                    <a:pt x="2660646" y="2044811"/>
                  </a:lnTo>
                  <a:lnTo>
                    <a:pt x="2717614" y="2096923"/>
                  </a:lnTo>
                  <a:lnTo>
                    <a:pt x="2770448" y="2154699"/>
                  </a:lnTo>
                  <a:lnTo>
                    <a:pt x="2819888" y="2218716"/>
                  </a:lnTo>
                  <a:lnTo>
                    <a:pt x="2866637" y="2289419"/>
                  </a:lnTo>
                  <a:lnTo>
                    <a:pt x="2896531" y="2340201"/>
                  </a:lnTo>
                  <a:lnTo>
                    <a:pt x="2929532" y="2401429"/>
                  </a:lnTo>
                  <a:lnTo>
                    <a:pt x="2961778" y="2466601"/>
                  </a:lnTo>
                  <a:lnTo>
                    <a:pt x="2993451" y="2535797"/>
                  </a:lnTo>
                  <a:lnTo>
                    <a:pt x="3024700" y="2609049"/>
                  </a:lnTo>
                  <a:lnTo>
                    <a:pt x="3055649" y="2686337"/>
                  </a:lnTo>
                  <a:lnTo>
                    <a:pt x="3086396" y="2767583"/>
                  </a:lnTo>
                  <a:lnTo>
                    <a:pt x="3117022" y="2852645"/>
                  </a:lnTo>
                  <a:lnTo>
                    <a:pt x="3147588" y="2941321"/>
                  </a:lnTo>
                  <a:lnTo>
                    <a:pt x="3178140" y="3033341"/>
                  </a:lnTo>
                  <a:lnTo>
                    <a:pt x="3208707" y="3128374"/>
                  </a:lnTo>
                  <a:lnTo>
                    <a:pt x="3239308" y="3226028"/>
                  </a:lnTo>
                  <a:lnTo>
                    <a:pt x="3269949" y="3325855"/>
                  </a:lnTo>
                  <a:lnTo>
                    <a:pt x="3300629" y="3427362"/>
                  </a:lnTo>
                  <a:lnTo>
                    <a:pt x="3331339" y="3530019"/>
                  </a:lnTo>
                  <a:lnTo>
                    <a:pt x="3362066" y="3633266"/>
                  </a:lnTo>
                  <a:lnTo>
                    <a:pt x="3392793" y="3736534"/>
                  </a:lnTo>
                  <a:lnTo>
                    <a:pt x="3423504" y="3839252"/>
                  </a:lnTo>
                  <a:lnTo>
                    <a:pt x="3454187" y="3940860"/>
                  </a:lnTo>
                  <a:lnTo>
                    <a:pt x="3484831" y="4040825"/>
                  </a:lnTo>
                  <a:lnTo>
                    <a:pt x="3515435" y="4138651"/>
                  </a:lnTo>
                  <a:lnTo>
                    <a:pt x="3546004" y="4233886"/>
                  </a:lnTo>
                  <a:lnTo>
                    <a:pt x="3576556" y="4326135"/>
                  </a:lnTo>
                  <a:lnTo>
                    <a:pt x="3607120" y="4415061"/>
                  </a:lnTo>
                  <a:lnTo>
                    <a:pt x="3637740" y="4500391"/>
                  </a:lnTo>
                  <a:lnTo>
                    <a:pt x="3668476" y="4581916"/>
                  </a:lnTo>
                  <a:lnTo>
                    <a:pt x="3699406" y="4659492"/>
                  </a:lnTo>
                  <a:lnTo>
                    <a:pt x="3730630" y="4733036"/>
                  </a:lnTo>
                  <a:lnTo>
                    <a:pt x="3762268" y="4802523"/>
                  </a:lnTo>
                  <a:lnTo>
                    <a:pt x="3794468" y="4867983"/>
                  </a:lnTo>
                  <a:lnTo>
                    <a:pt x="3827407" y="4929491"/>
                  </a:lnTo>
                  <a:lnTo>
                    <a:pt x="3829811" y="4933766"/>
                  </a:lnTo>
                  <a:lnTo>
                    <a:pt x="3875126" y="5009025"/>
                  </a:lnTo>
                  <a:lnTo>
                    <a:pt x="3922703" y="5077450"/>
                  </a:lnTo>
                  <a:lnTo>
                    <a:pt x="3973200" y="5139314"/>
                  </a:lnTo>
                  <a:lnTo>
                    <a:pt x="4027338" y="5195124"/>
                  </a:lnTo>
                  <a:lnTo>
                    <a:pt x="4085858" y="5245472"/>
                  </a:lnTo>
                  <a:lnTo>
                    <a:pt x="4149479" y="5290961"/>
                  </a:lnTo>
                  <a:lnTo>
                    <a:pt x="4218837" y="5332142"/>
                  </a:lnTo>
                  <a:lnTo>
                    <a:pt x="4294412" y="5369493"/>
                  </a:lnTo>
                  <a:lnTo>
                    <a:pt x="4376419" y="5403396"/>
                  </a:lnTo>
                  <a:lnTo>
                    <a:pt x="4464683" y="5434129"/>
                  </a:lnTo>
                  <a:lnTo>
                    <a:pt x="4558483" y="5461870"/>
                  </a:lnTo>
                  <a:lnTo>
                    <a:pt x="4656409" y="5486694"/>
                  </a:lnTo>
                  <a:lnTo>
                    <a:pt x="4756258" y="5508599"/>
                  </a:lnTo>
                  <a:lnTo>
                    <a:pt x="4855037" y="5527528"/>
                  </a:lnTo>
                  <a:lnTo>
                    <a:pt x="4949133" y="5543419"/>
                  </a:lnTo>
                  <a:lnTo>
                    <a:pt x="5034675" y="5556252"/>
                  </a:lnTo>
                  <a:lnTo>
                    <a:pt x="5108085" y="5566104"/>
                  </a:lnTo>
                  <a:lnTo>
                    <a:pt x="5166693" y="5573182"/>
                  </a:lnTo>
                  <a:lnTo>
                    <a:pt x="5209268" y="5577831"/>
                  </a:lnTo>
                  <a:lnTo>
                    <a:pt x="5236327" y="5580514"/>
                  </a:lnTo>
                  <a:lnTo>
                    <a:pt x="5250158" y="5581763"/>
                  </a:lnTo>
                  <a:lnTo>
                    <a:pt x="5254633" y="5582133"/>
                  </a:lnTo>
                  <a:lnTo>
                    <a:pt x="5254955" y="5582157"/>
                  </a:lnTo>
                  <a:lnTo>
                    <a:pt x="6726343" y="5582157"/>
                  </a:lnTo>
                  <a:lnTo>
                    <a:pt x="6727186" y="5582063"/>
                  </a:lnTo>
                  <a:lnTo>
                    <a:pt x="6732768" y="5581390"/>
                  </a:lnTo>
                  <a:lnTo>
                    <a:pt x="6746957" y="5579533"/>
                  </a:lnTo>
                  <a:lnTo>
                    <a:pt x="6772619" y="5575872"/>
                  </a:lnTo>
                  <a:lnTo>
                    <a:pt x="6811464" y="5569811"/>
                  </a:lnTo>
                  <a:lnTo>
                    <a:pt x="6863927" y="5560833"/>
                  </a:lnTo>
                  <a:lnTo>
                    <a:pt x="6929177" y="5548534"/>
                  </a:lnTo>
                  <a:lnTo>
                    <a:pt x="7005303" y="5532656"/>
                  </a:lnTo>
                  <a:lnTo>
                    <a:pt x="7089643" y="5513079"/>
                  </a:lnTo>
                  <a:lnTo>
                    <a:pt x="7179196" y="5489794"/>
                  </a:lnTo>
                  <a:lnTo>
                    <a:pt x="7271009" y="5462860"/>
                  </a:lnTo>
                  <a:lnTo>
                    <a:pt x="7362477" y="5432351"/>
                  </a:lnTo>
                  <a:lnTo>
                    <a:pt x="7451516" y="5398310"/>
                  </a:lnTo>
                  <a:lnTo>
                    <a:pt x="7536625" y="5360715"/>
                  </a:lnTo>
                  <a:lnTo>
                    <a:pt x="7616855" y="5319452"/>
                  </a:lnTo>
                  <a:lnTo>
                    <a:pt x="7691735" y="5274304"/>
                  </a:lnTo>
                  <a:lnTo>
                    <a:pt x="7761163" y="5224947"/>
                  </a:lnTo>
                  <a:lnTo>
                    <a:pt x="7825317" y="5170952"/>
                  </a:lnTo>
                  <a:lnTo>
                    <a:pt x="7884563" y="5111791"/>
                  </a:lnTo>
                  <a:lnTo>
                    <a:pt x="7939384" y="5046857"/>
                  </a:lnTo>
                  <a:lnTo>
                    <a:pt x="7990333" y="4975485"/>
                  </a:lnTo>
                  <a:lnTo>
                    <a:pt x="8037986" y="4896999"/>
                  </a:lnTo>
                  <a:lnTo>
                    <a:pt x="8082917" y="4810781"/>
                  </a:lnTo>
                  <a:lnTo>
                    <a:pt x="8125666" y="4716379"/>
                  </a:lnTo>
                  <a:lnTo>
                    <a:pt x="8151487" y="4653160"/>
                  </a:lnTo>
                  <a:lnTo>
                    <a:pt x="8179531" y="4579112"/>
                  </a:lnTo>
                  <a:lnTo>
                    <a:pt x="8207011" y="4501015"/>
                  </a:lnTo>
                  <a:lnTo>
                    <a:pt x="8234043" y="4418789"/>
                  </a:lnTo>
                  <a:lnTo>
                    <a:pt x="8260723" y="4332390"/>
                  </a:lnTo>
                  <a:lnTo>
                    <a:pt x="8287135" y="4241809"/>
                  </a:lnTo>
                  <a:lnTo>
                    <a:pt x="8313351" y="4147081"/>
                  </a:lnTo>
                  <a:lnTo>
                    <a:pt x="8339428" y="4048282"/>
                  </a:lnTo>
                  <a:lnTo>
                    <a:pt x="8365414" y="3945537"/>
                  </a:lnTo>
                  <a:lnTo>
                    <a:pt x="8391350" y="3839015"/>
                  </a:lnTo>
                  <a:lnTo>
                    <a:pt x="8417264" y="3728935"/>
                  </a:lnTo>
                  <a:lnTo>
                    <a:pt x="8443180" y="3615562"/>
                  </a:lnTo>
                  <a:lnTo>
                    <a:pt x="8469113" y="3499210"/>
                  </a:lnTo>
                  <a:lnTo>
                    <a:pt x="8495072" y="3380233"/>
                  </a:lnTo>
                  <a:lnTo>
                    <a:pt x="8521060" y="3259027"/>
                  </a:lnTo>
                  <a:lnTo>
                    <a:pt x="8547076" y="3136022"/>
                  </a:lnTo>
                  <a:lnTo>
                    <a:pt x="8573116" y="3011678"/>
                  </a:lnTo>
                  <a:lnTo>
                    <a:pt x="8599172" y="2886475"/>
                  </a:lnTo>
                  <a:lnTo>
                    <a:pt x="8625236" y="2760907"/>
                  </a:lnTo>
                  <a:lnTo>
                    <a:pt x="8651297" y="2635476"/>
                  </a:lnTo>
                  <a:lnTo>
                    <a:pt x="8677345" y="2510681"/>
                  </a:lnTo>
                  <a:lnTo>
                    <a:pt x="8703373" y="2387009"/>
                  </a:lnTo>
                  <a:lnTo>
                    <a:pt x="8729375" y="2264931"/>
                  </a:lnTo>
                  <a:lnTo>
                    <a:pt x="8755346" y="2144890"/>
                  </a:lnTo>
                  <a:lnTo>
                    <a:pt x="8781290" y="2027298"/>
                  </a:lnTo>
                  <a:lnTo>
                    <a:pt x="8807212" y="1912529"/>
                  </a:lnTo>
                  <a:lnTo>
                    <a:pt x="8833125" y="1800917"/>
                  </a:lnTo>
                  <a:lnTo>
                    <a:pt x="8859048" y="1692748"/>
                  </a:lnTo>
                  <a:lnTo>
                    <a:pt x="8885007" y="1588262"/>
                  </a:lnTo>
                  <a:lnTo>
                    <a:pt x="8911037" y="1487652"/>
                  </a:lnTo>
                  <a:lnTo>
                    <a:pt x="8937183" y="1391062"/>
                  </a:lnTo>
                  <a:lnTo>
                    <a:pt x="8963498" y="1298590"/>
                  </a:lnTo>
                  <a:lnTo>
                    <a:pt x="8990047" y="1210288"/>
                  </a:lnTo>
                  <a:lnTo>
                    <a:pt x="9016908" y="1126169"/>
                  </a:lnTo>
                  <a:lnTo>
                    <a:pt x="9044171" y="1046203"/>
                  </a:lnTo>
                  <a:lnTo>
                    <a:pt x="9071944" y="970327"/>
                  </a:lnTo>
                  <a:lnTo>
                    <a:pt x="9084767" y="937170"/>
                  </a:lnTo>
                  <a:lnTo>
                    <a:pt x="9126399" y="837564"/>
                  </a:lnTo>
                  <a:lnTo>
                    <a:pt x="9169906" y="746268"/>
                  </a:lnTo>
                  <a:lnTo>
                    <a:pt x="9215793" y="663015"/>
                  </a:lnTo>
                  <a:lnTo>
                    <a:pt x="9264614" y="587275"/>
                  </a:lnTo>
                  <a:lnTo>
                    <a:pt x="9316949" y="518398"/>
                  </a:lnTo>
                  <a:lnTo>
                    <a:pt x="9373367" y="455704"/>
                  </a:lnTo>
                  <a:lnTo>
                    <a:pt x="9434402" y="398549"/>
                  </a:lnTo>
                  <a:lnTo>
                    <a:pt x="9500501" y="346350"/>
                  </a:lnTo>
                  <a:lnTo>
                    <a:pt x="9571966" y="298617"/>
                  </a:lnTo>
                  <a:lnTo>
                    <a:pt x="9648882" y="254959"/>
                  </a:lnTo>
                  <a:lnTo>
                    <a:pt x="9731021" y="215091"/>
                  </a:lnTo>
                  <a:lnTo>
                    <a:pt x="9817744" y="178837"/>
                  </a:lnTo>
                  <a:lnTo>
                    <a:pt x="9907901" y="146120"/>
                  </a:lnTo>
                  <a:lnTo>
                    <a:pt x="9999773" y="116944"/>
                  </a:lnTo>
                  <a:lnTo>
                    <a:pt x="10091068" y="91370"/>
                  </a:lnTo>
                  <a:lnTo>
                    <a:pt x="10179022" y="69471"/>
                  </a:lnTo>
                  <a:lnTo>
                    <a:pt x="10260623" y="51288"/>
                  </a:lnTo>
                  <a:lnTo>
                    <a:pt x="10332949" y="36774"/>
                  </a:lnTo>
                  <a:lnTo>
                    <a:pt x="10393575" y="25759"/>
                  </a:lnTo>
                  <a:lnTo>
                    <a:pt x="10440962" y="17929"/>
                  </a:lnTo>
                  <a:lnTo>
                    <a:pt x="10474740" y="12834"/>
                  </a:lnTo>
                  <a:lnTo>
                    <a:pt x="10495833" y="9922"/>
                  </a:lnTo>
                  <a:lnTo>
                    <a:pt x="10506400" y="8582"/>
                  </a:lnTo>
                  <a:lnTo>
                    <a:pt x="10509701" y="8195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9067" y="94"/>
                  </a:lnTo>
                  <a:lnTo>
                    <a:pt x="10503485" y="766"/>
                  </a:lnTo>
                  <a:lnTo>
                    <a:pt x="10489296" y="2623"/>
                  </a:lnTo>
                  <a:lnTo>
                    <a:pt x="10463634" y="6285"/>
                  </a:lnTo>
                  <a:lnTo>
                    <a:pt x="10424790" y="12345"/>
                  </a:lnTo>
                  <a:lnTo>
                    <a:pt x="10372326" y="21324"/>
                  </a:lnTo>
                  <a:lnTo>
                    <a:pt x="10307076" y="33623"/>
                  </a:lnTo>
                  <a:lnTo>
                    <a:pt x="10230950" y="49501"/>
                  </a:lnTo>
                  <a:lnTo>
                    <a:pt x="10146611" y="69078"/>
                  </a:lnTo>
                  <a:lnTo>
                    <a:pt x="10057058" y="92363"/>
                  </a:lnTo>
                  <a:lnTo>
                    <a:pt x="9965244" y="119297"/>
                  </a:lnTo>
                  <a:lnTo>
                    <a:pt x="9873776" y="149806"/>
                  </a:lnTo>
                  <a:lnTo>
                    <a:pt x="9784737" y="183847"/>
                  </a:lnTo>
                  <a:lnTo>
                    <a:pt x="9699628" y="221442"/>
                  </a:lnTo>
                  <a:lnTo>
                    <a:pt x="9619398" y="262705"/>
                  </a:lnTo>
                  <a:lnTo>
                    <a:pt x="9544519" y="307853"/>
                  </a:lnTo>
                  <a:lnTo>
                    <a:pt x="9475090" y="357210"/>
                  </a:lnTo>
                  <a:lnTo>
                    <a:pt x="9410936" y="411205"/>
                  </a:lnTo>
                  <a:lnTo>
                    <a:pt x="9351690" y="470366"/>
                  </a:lnTo>
                  <a:lnTo>
                    <a:pt x="9296869" y="535300"/>
                  </a:lnTo>
                  <a:lnTo>
                    <a:pt x="9245920" y="606672"/>
                  </a:lnTo>
                  <a:lnTo>
                    <a:pt x="9198267" y="685158"/>
                  </a:lnTo>
                  <a:lnTo>
                    <a:pt x="9153336" y="771376"/>
                  </a:lnTo>
                  <a:lnTo>
                    <a:pt x="9110588" y="865778"/>
                  </a:lnTo>
                  <a:lnTo>
                    <a:pt x="9084767" y="928997"/>
                  </a:lnTo>
                  <a:lnTo>
                    <a:pt x="9056723" y="1003044"/>
                  </a:lnTo>
                  <a:lnTo>
                    <a:pt x="9029242" y="1081142"/>
                  </a:lnTo>
                  <a:lnTo>
                    <a:pt x="9002211" y="1163368"/>
                  </a:lnTo>
                  <a:lnTo>
                    <a:pt x="8975530" y="1249767"/>
                  </a:lnTo>
                  <a:lnTo>
                    <a:pt x="8949118" y="1340348"/>
                  </a:lnTo>
                  <a:lnTo>
                    <a:pt x="8922902" y="1435076"/>
                  </a:lnTo>
                  <a:lnTo>
                    <a:pt x="8896826" y="1533875"/>
                  </a:lnTo>
                  <a:lnTo>
                    <a:pt x="8870839" y="1636620"/>
                  </a:lnTo>
                  <a:lnTo>
                    <a:pt x="8844903" y="1743142"/>
                  </a:lnTo>
                  <a:lnTo>
                    <a:pt x="8818989" y="1853222"/>
                  </a:lnTo>
                  <a:lnTo>
                    <a:pt x="8793073" y="1966595"/>
                  </a:lnTo>
                  <a:lnTo>
                    <a:pt x="8767140" y="2082947"/>
                  </a:lnTo>
                  <a:lnTo>
                    <a:pt x="8741182" y="2201924"/>
                  </a:lnTo>
                  <a:lnTo>
                    <a:pt x="8715194" y="2323130"/>
                  </a:lnTo>
                  <a:lnTo>
                    <a:pt x="8689177" y="2446135"/>
                  </a:lnTo>
                  <a:lnTo>
                    <a:pt x="8663137" y="2570479"/>
                  </a:lnTo>
                  <a:lnTo>
                    <a:pt x="8637081" y="2695682"/>
                  </a:lnTo>
                  <a:lnTo>
                    <a:pt x="8611017" y="2821250"/>
                  </a:lnTo>
                  <a:lnTo>
                    <a:pt x="8584956" y="2946680"/>
                  </a:lnTo>
                  <a:lnTo>
                    <a:pt x="8558908" y="3071476"/>
                  </a:lnTo>
                  <a:lnTo>
                    <a:pt x="8532880" y="3195148"/>
                  </a:lnTo>
                  <a:lnTo>
                    <a:pt x="8506879" y="3317226"/>
                  </a:lnTo>
                  <a:lnTo>
                    <a:pt x="8480907" y="3437267"/>
                  </a:lnTo>
                  <a:lnTo>
                    <a:pt x="8454963" y="3554859"/>
                  </a:lnTo>
                  <a:lnTo>
                    <a:pt x="8429041" y="3669627"/>
                  </a:lnTo>
                  <a:lnTo>
                    <a:pt x="8403128" y="3781240"/>
                  </a:lnTo>
                  <a:lnTo>
                    <a:pt x="8377206" y="3889409"/>
                  </a:lnTo>
                  <a:lnTo>
                    <a:pt x="8351246" y="3993895"/>
                  </a:lnTo>
                  <a:lnTo>
                    <a:pt x="8325216" y="4094505"/>
                  </a:lnTo>
                  <a:lnTo>
                    <a:pt x="8299070" y="4191095"/>
                  </a:lnTo>
                  <a:lnTo>
                    <a:pt x="8272755" y="4283567"/>
                  </a:lnTo>
                  <a:lnTo>
                    <a:pt x="8246206" y="4371869"/>
                  </a:lnTo>
                  <a:lnTo>
                    <a:pt x="8219346" y="4455988"/>
                  </a:lnTo>
                  <a:lnTo>
                    <a:pt x="8192082" y="4535954"/>
                  </a:lnTo>
                  <a:lnTo>
                    <a:pt x="8164310" y="4611830"/>
                  </a:lnTo>
                  <a:lnTo>
                    <a:pt x="8151487" y="4644987"/>
                  </a:lnTo>
                  <a:lnTo>
                    <a:pt x="8109854" y="4744593"/>
                  </a:lnTo>
                  <a:lnTo>
                    <a:pt x="8066347" y="4835889"/>
                  </a:lnTo>
                  <a:lnTo>
                    <a:pt x="8020461" y="4919142"/>
                  </a:lnTo>
                  <a:lnTo>
                    <a:pt x="7971639" y="4994882"/>
                  </a:lnTo>
                  <a:lnTo>
                    <a:pt x="7919305" y="5063759"/>
                  </a:lnTo>
                  <a:lnTo>
                    <a:pt x="7862886" y="5126452"/>
                  </a:lnTo>
                  <a:lnTo>
                    <a:pt x="7801851" y="5183608"/>
                  </a:lnTo>
                  <a:lnTo>
                    <a:pt x="7735752" y="5235807"/>
                  </a:lnTo>
                  <a:lnTo>
                    <a:pt x="7664287" y="5283540"/>
                  </a:lnTo>
                  <a:lnTo>
                    <a:pt x="7587371" y="5327198"/>
                  </a:lnTo>
                  <a:lnTo>
                    <a:pt x="7505232" y="5367066"/>
                  </a:lnTo>
                  <a:lnTo>
                    <a:pt x="7418510" y="5403319"/>
                  </a:lnTo>
                  <a:lnTo>
                    <a:pt x="7328352" y="5436037"/>
                  </a:lnTo>
                  <a:lnTo>
                    <a:pt x="7236480" y="5465213"/>
                  </a:lnTo>
                  <a:lnTo>
                    <a:pt x="7145185" y="5490787"/>
                  </a:lnTo>
                  <a:lnTo>
                    <a:pt x="7057231" y="5512685"/>
                  </a:lnTo>
                  <a:lnTo>
                    <a:pt x="6975630" y="5530869"/>
                  </a:lnTo>
                  <a:lnTo>
                    <a:pt x="6903304" y="5545383"/>
                  </a:lnTo>
                  <a:lnTo>
                    <a:pt x="6842678" y="5556398"/>
                  </a:lnTo>
                  <a:lnTo>
                    <a:pt x="6795291" y="5564228"/>
                  </a:lnTo>
                  <a:lnTo>
                    <a:pt x="6761513" y="5569323"/>
                  </a:lnTo>
                  <a:lnTo>
                    <a:pt x="6740421" y="5572235"/>
                  </a:lnTo>
                  <a:lnTo>
                    <a:pt x="6729853" y="5573575"/>
                  </a:lnTo>
                  <a:lnTo>
                    <a:pt x="6726552" y="5573961"/>
                  </a:lnTo>
                  <a:lnTo>
                    <a:pt x="6726343" y="5573984"/>
                  </a:lnTo>
                  <a:lnTo>
                    <a:pt x="5254955" y="5573984"/>
                  </a:lnTo>
                  <a:lnTo>
                    <a:pt x="5253877" y="5573900"/>
                  </a:lnTo>
                  <a:lnTo>
                    <a:pt x="5246784" y="5573296"/>
                  </a:lnTo>
                  <a:lnTo>
                    <a:pt x="5228875" y="5571628"/>
                  </a:lnTo>
                  <a:lnTo>
                    <a:pt x="5196781" y="5568343"/>
                  </a:lnTo>
                  <a:lnTo>
                    <a:pt x="5148796" y="5562926"/>
                  </a:lnTo>
                  <a:lnTo>
                    <a:pt x="5085006" y="5554949"/>
                  </a:lnTo>
                  <a:lnTo>
                    <a:pt x="5007172" y="5544113"/>
                  </a:lnTo>
                  <a:lnTo>
                    <a:pt x="4918335" y="5530257"/>
                  </a:lnTo>
                  <a:lnTo>
                    <a:pt x="4822240" y="5513342"/>
                  </a:lnTo>
                  <a:lnTo>
                    <a:pt x="4722724" y="5493407"/>
                  </a:lnTo>
                  <a:lnTo>
                    <a:pt x="4623224" y="5470519"/>
                  </a:lnTo>
                  <a:lnTo>
                    <a:pt x="4526477" y="5444720"/>
                  </a:lnTo>
                  <a:lnTo>
                    <a:pt x="4434414" y="5415989"/>
                  </a:lnTo>
                  <a:lnTo>
                    <a:pt x="4348198" y="5384217"/>
                  </a:lnTo>
                  <a:lnTo>
                    <a:pt x="4268351" y="5349194"/>
                  </a:lnTo>
                  <a:lnTo>
                    <a:pt x="4194901" y="5310606"/>
                  </a:lnTo>
                  <a:lnTo>
                    <a:pt x="4127530" y="5268037"/>
                  </a:lnTo>
                  <a:lnTo>
                    <a:pt x="4065696" y="5220983"/>
                  </a:lnTo>
                  <a:lnTo>
                    <a:pt x="4008728" y="5168871"/>
                  </a:lnTo>
                  <a:lnTo>
                    <a:pt x="3955894" y="5111095"/>
                  </a:lnTo>
                  <a:lnTo>
                    <a:pt x="3906455" y="5047079"/>
                  </a:lnTo>
                  <a:lnTo>
                    <a:pt x="3859705" y="4976376"/>
                  </a:lnTo>
                  <a:lnTo>
                    <a:pt x="3829811" y="4925593"/>
                  </a:lnTo>
                  <a:lnTo>
                    <a:pt x="3796811" y="4864365"/>
                  </a:lnTo>
                  <a:lnTo>
                    <a:pt x="3764564" y="4799194"/>
                  </a:lnTo>
                  <a:lnTo>
                    <a:pt x="3732891" y="4729998"/>
                  </a:lnTo>
                  <a:lnTo>
                    <a:pt x="3701642" y="4656745"/>
                  </a:lnTo>
                  <a:lnTo>
                    <a:pt x="3670694" y="4579457"/>
                  </a:lnTo>
                  <a:lnTo>
                    <a:pt x="3639946" y="4498212"/>
                  </a:lnTo>
                  <a:lnTo>
                    <a:pt x="3609320" y="4413150"/>
                  </a:lnTo>
                  <a:lnTo>
                    <a:pt x="3578754" y="4324474"/>
                  </a:lnTo>
                  <a:lnTo>
                    <a:pt x="3548203" y="4232454"/>
                  </a:lnTo>
                  <a:lnTo>
                    <a:pt x="3517635" y="4137421"/>
                  </a:lnTo>
                  <a:lnTo>
                    <a:pt x="3487035" y="4039767"/>
                  </a:lnTo>
                  <a:lnTo>
                    <a:pt x="3456393" y="3939939"/>
                  </a:lnTo>
                  <a:lnTo>
                    <a:pt x="3425713" y="3838432"/>
                  </a:lnTo>
                  <a:lnTo>
                    <a:pt x="3395003" y="3735776"/>
                  </a:lnTo>
                  <a:lnTo>
                    <a:pt x="3364276" y="3632529"/>
                  </a:lnTo>
                  <a:lnTo>
                    <a:pt x="3333549" y="3529260"/>
                  </a:lnTo>
                  <a:lnTo>
                    <a:pt x="3302838" y="3426543"/>
                  </a:lnTo>
                  <a:lnTo>
                    <a:pt x="3272155" y="3324935"/>
                  </a:lnTo>
                  <a:lnTo>
                    <a:pt x="3241511" y="3224970"/>
                  </a:lnTo>
                  <a:lnTo>
                    <a:pt x="3210907" y="3127144"/>
                  </a:lnTo>
                  <a:lnTo>
                    <a:pt x="3180338" y="3031909"/>
                  </a:lnTo>
                  <a:lnTo>
                    <a:pt x="3149786" y="2939660"/>
                  </a:lnTo>
                  <a:lnTo>
                    <a:pt x="3119222" y="2850734"/>
                  </a:lnTo>
                  <a:lnTo>
                    <a:pt x="3088602" y="2765404"/>
                  </a:lnTo>
                  <a:lnTo>
                    <a:pt x="3057866" y="2683879"/>
                  </a:lnTo>
                  <a:lnTo>
                    <a:pt x="3026936" y="2606302"/>
                  </a:lnTo>
                  <a:lnTo>
                    <a:pt x="2995712" y="2532758"/>
                  </a:lnTo>
                  <a:lnTo>
                    <a:pt x="2964074" y="2463271"/>
                  </a:lnTo>
                  <a:lnTo>
                    <a:pt x="2931874" y="2397812"/>
                  </a:lnTo>
                  <a:lnTo>
                    <a:pt x="2898935" y="2336304"/>
                  </a:lnTo>
                  <a:lnTo>
                    <a:pt x="2896531" y="2332028"/>
                  </a:lnTo>
                  <a:lnTo>
                    <a:pt x="2851216" y="2256769"/>
                  </a:lnTo>
                  <a:lnTo>
                    <a:pt x="2803639" y="2188345"/>
                  </a:lnTo>
                  <a:lnTo>
                    <a:pt x="2753142" y="2126480"/>
                  </a:lnTo>
                  <a:lnTo>
                    <a:pt x="2699005" y="2070671"/>
                  </a:lnTo>
                  <a:lnTo>
                    <a:pt x="2640484" y="2020322"/>
                  </a:lnTo>
                  <a:lnTo>
                    <a:pt x="2576863" y="1974834"/>
                  </a:lnTo>
                  <a:lnTo>
                    <a:pt x="2507505" y="1933652"/>
                  </a:lnTo>
                  <a:lnTo>
                    <a:pt x="2431930" y="1896301"/>
                  </a:lnTo>
                  <a:lnTo>
                    <a:pt x="2349923" y="1862399"/>
                  </a:lnTo>
                  <a:lnTo>
                    <a:pt x="2261659" y="1831665"/>
                  </a:lnTo>
                  <a:lnTo>
                    <a:pt x="2167859" y="1803925"/>
                  </a:lnTo>
                  <a:lnTo>
                    <a:pt x="2069934" y="1779100"/>
                  </a:lnTo>
                  <a:lnTo>
                    <a:pt x="1970085" y="1757196"/>
                  </a:lnTo>
                  <a:lnTo>
                    <a:pt x="1871305" y="1738267"/>
                  </a:lnTo>
                  <a:lnTo>
                    <a:pt x="1777209" y="1722376"/>
                  </a:lnTo>
                  <a:lnTo>
                    <a:pt x="1691667" y="1709542"/>
                  </a:lnTo>
                  <a:lnTo>
                    <a:pt x="1618257" y="1699690"/>
                  </a:lnTo>
                  <a:lnTo>
                    <a:pt x="1559649" y="1692612"/>
                  </a:lnTo>
                  <a:lnTo>
                    <a:pt x="1517074" y="1687963"/>
                  </a:lnTo>
                  <a:lnTo>
                    <a:pt x="1490015" y="1685281"/>
                  </a:lnTo>
                  <a:lnTo>
                    <a:pt x="1476184" y="1684032"/>
                  </a:lnTo>
                  <a:lnTo>
                    <a:pt x="1471709" y="1683662"/>
                  </a:lnTo>
                  <a:lnTo>
                    <a:pt x="1471387" y="1683637"/>
                  </a:lnTo>
                  <a:lnTo>
                    <a:pt x="0" y="1683637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246" name="pl246"/>
            <p:cNvSpPr/>
            <p:nvPr/>
          </p:nvSpPr>
          <p:spPr>
            <a:xfrm>
              <a:off x="4799595" y="4898040"/>
              <a:ext cx="11981298" cy="5573984"/>
            </a:xfrm>
            <a:custGeom>
              <a:avLst/>
              <a:pathLst>
                <a:path w="11981298" h="5573984">
                  <a:moveTo>
                    <a:pt x="0" y="1683637"/>
                  </a:moveTo>
                  <a:lnTo>
                    <a:pt x="1471387" y="1683637"/>
                  </a:lnTo>
                  <a:lnTo>
                    <a:pt x="1472465" y="1683722"/>
                  </a:lnTo>
                  <a:lnTo>
                    <a:pt x="1479558" y="1684325"/>
                  </a:lnTo>
                  <a:lnTo>
                    <a:pt x="1497467" y="1685993"/>
                  </a:lnTo>
                  <a:lnTo>
                    <a:pt x="1529561" y="1689278"/>
                  </a:lnTo>
                  <a:lnTo>
                    <a:pt x="1577546" y="1694695"/>
                  </a:lnTo>
                  <a:lnTo>
                    <a:pt x="1641336" y="1702672"/>
                  </a:lnTo>
                  <a:lnTo>
                    <a:pt x="1719170" y="1713508"/>
                  </a:lnTo>
                  <a:lnTo>
                    <a:pt x="1808007" y="1727364"/>
                  </a:lnTo>
                  <a:lnTo>
                    <a:pt x="1904102" y="1744279"/>
                  </a:lnTo>
                  <a:lnTo>
                    <a:pt x="2003618" y="1764214"/>
                  </a:lnTo>
                  <a:lnTo>
                    <a:pt x="2103118" y="1787102"/>
                  </a:lnTo>
                  <a:lnTo>
                    <a:pt x="2199865" y="1812902"/>
                  </a:lnTo>
                  <a:lnTo>
                    <a:pt x="2291928" y="1841633"/>
                  </a:lnTo>
                  <a:lnTo>
                    <a:pt x="2378144" y="1873405"/>
                  </a:lnTo>
                  <a:lnTo>
                    <a:pt x="2457991" y="1908427"/>
                  </a:lnTo>
                  <a:lnTo>
                    <a:pt x="2531441" y="1947016"/>
                  </a:lnTo>
                  <a:lnTo>
                    <a:pt x="2598812" y="1989584"/>
                  </a:lnTo>
                  <a:lnTo>
                    <a:pt x="2660646" y="2036638"/>
                  </a:lnTo>
                  <a:lnTo>
                    <a:pt x="2717614" y="2088750"/>
                  </a:lnTo>
                  <a:lnTo>
                    <a:pt x="2770448" y="2146526"/>
                  </a:lnTo>
                  <a:lnTo>
                    <a:pt x="2819888" y="2210543"/>
                  </a:lnTo>
                  <a:lnTo>
                    <a:pt x="2866637" y="2281246"/>
                  </a:lnTo>
                  <a:lnTo>
                    <a:pt x="2896531" y="2332028"/>
                  </a:lnTo>
                  <a:lnTo>
                    <a:pt x="2929532" y="2393256"/>
                  </a:lnTo>
                  <a:lnTo>
                    <a:pt x="2961778" y="2458428"/>
                  </a:lnTo>
                  <a:lnTo>
                    <a:pt x="2993451" y="2527624"/>
                  </a:lnTo>
                  <a:lnTo>
                    <a:pt x="3024700" y="2600876"/>
                  </a:lnTo>
                  <a:lnTo>
                    <a:pt x="3055649" y="2678164"/>
                  </a:lnTo>
                  <a:lnTo>
                    <a:pt x="3086396" y="2759410"/>
                  </a:lnTo>
                  <a:lnTo>
                    <a:pt x="3117022" y="2844472"/>
                  </a:lnTo>
                  <a:lnTo>
                    <a:pt x="3147588" y="2933148"/>
                  </a:lnTo>
                  <a:lnTo>
                    <a:pt x="3178140" y="3025168"/>
                  </a:lnTo>
                  <a:lnTo>
                    <a:pt x="3208707" y="3120201"/>
                  </a:lnTo>
                  <a:lnTo>
                    <a:pt x="3239308" y="3217855"/>
                  </a:lnTo>
                  <a:lnTo>
                    <a:pt x="3269949" y="3317682"/>
                  </a:lnTo>
                  <a:lnTo>
                    <a:pt x="3300629" y="3419189"/>
                  </a:lnTo>
                  <a:lnTo>
                    <a:pt x="3331339" y="3521846"/>
                  </a:lnTo>
                  <a:lnTo>
                    <a:pt x="3362066" y="3625093"/>
                  </a:lnTo>
                  <a:lnTo>
                    <a:pt x="3392793" y="3728361"/>
                  </a:lnTo>
                  <a:lnTo>
                    <a:pt x="3423504" y="3831079"/>
                  </a:lnTo>
                  <a:lnTo>
                    <a:pt x="3454187" y="3932687"/>
                  </a:lnTo>
                  <a:lnTo>
                    <a:pt x="3484831" y="4032652"/>
                  </a:lnTo>
                  <a:lnTo>
                    <a:pt x="3515435" y="4130478"/>
                  </a:lnTo>
                  <a:lnTo>
                    <a:pt x="3546004" y="4225713"/>
                  </a:lnTo>
                  <a:lnTo>
                    <a:pt x="3576556" y="4317962"/>
                  </a:lnTo>
                  <a:lnTo>
                    <a:pt x="3607120" y="4406888"/>
                  </a:lnTo>
                  <a:lnTo>
                    <a:pt x="3637740" y="4492218"/>
                  </a:lnTo>
                  <a:lnTo>
                    <a:pt x="3668476" y="4573743"/>
                  </a:lnTo>
                  <a:lnTo>
                    <a:pt x="3699406" y="4651319"/>
                  </a:lnTo>
                  <a:lnTo>
                    <a:pt x="3730630" y="4724863"/>
                  </a:lnTo>
                  <a:lnTo>
                    <a:pt x="3762268" y="4794350"/>
                  </a:lnTo>
                  <a:lnTo>
                    <a:pt x="3794468" y="4859810"/>
                  </a:lnTo>
                  <a:lnTo>
                    <a:pt x="3827407" y="4921318"/>
                  </a:lnTo>
                  <a:lnTo>
                    <a:pt x="3829811" y="4925593"/>
                  </a:lnTo>
                  <a:lnTo>
                    <a:pt x="3875126" y="5000852"/>
                  </a:lnTo>
                  <a:lnTo>
                    <a:pt x="3922703" y="5069277"/>
                  </a:lnTo>
                  <a:lnTo>
                    <a:pt x="3973200" y="5131141"/>
                  </a:lnTo>
                  <a:lnTo>
                    <a:pt x="4027338" y="5186951"/>
                  </a:lnTo>
                  <a:lnTo>
                    <a:pt x="4085858" y="5237299"/>
                  </a:lnTo>
                  <a:lnTo>
                    <a:pt x="4149479" y="5282788"/>
                  </a:lnTo>
                  <a:lnTo>
                    <a:pt x="4218837" y="5323969"/>
                  </a:lnTo>
                  <a:lnTo>
                    <a:pt x="4294412" y="5361320"/>
                  </a:lnTo>
                  <a:lnTo>
                    <a:pt x="4376419" y="5395223"/>
                  </a:lnTo>
                  <a:lnTo>
                    <a:pt x="4464683" y="5425956"/>
                  </a:lnTo>
                  <a:lnTo>
                    <a:pt x="4558483" y="5453697"/>
                  </a:lnTo>
                  <a:lnTo>
                    <a:pt x="4656409" y="5478521"/>
                  </a:lnTo>
                  <a:lnTo>
                    <a:pt x="4756258" y="5500426"/>
                  </a:lnTo>
                  <a:lnTo>
                    <a:pt x="4855037" y="5519355"/>
                  </a:lnTo>
                  <a:lnTo>
                    <a:pt x="4949133" y="5535246"/>
                  </a:lnTo>
                  <a:lnTo>
                    <a:pt x="5034675" y="5548079"/>
                  </a:lnTo>
                  <a:lnTo>
                    <a:pt x="5108085" y="5557931"/>
                  </a:lnTo>
                  <a:lnTo>
                    <a:pt x="5166693" y="5565009"/>
                  </a:lnTo>
                  <a:lnTo>
                    <a:pt x="5209268" y="5569658"/>
                  </a:lnTo>
                  <a:lnTo>
                    <a:pt x="5236327" y="5572341"/>
                  </a:lnTo>
                  <a:lnTo>
                    <a:pt x="5250158" y="5573590"/>
                  </a:lnTo>
                  <a:lnTo>
                    <a:pt x="5254633" y="5573960"/>
                  </a:lnTo>
                  <a:lnTo>
                    <a:pt x="5254955" y="5573984"/>
                  </a:lnTo>
                  <a:lnTo>
                    <a:pt x="6726343" y="5573984"/>
                  </a:lnTo>
                  <a:lnTo>
                    <a:pt x="6727186" y="5573890"/>
                  </a:lnTo>
                  <a:lnTo>
                    <a:pt x="6732768" y="5573217"/>
                  </a:lnTo>
                  <a:lnTo>
                    <a:pt x="6746957" y="5571360"/>
                  </a:lnTo>
                  <a:lnTo>
                    <a:pt x="6772619" y="5567699"/>
                  </a:lnTo>
                  <a:lnTo>
                    <a:pt x="6811464" y="5561638"/>
                  </a:lnTo>
                  <a:lnTo>
                    <a:pt x="6863927" y="5552660"/>
                  </a:lnTo>
                  <a:lnTo>
                    <a:pt x="6929177" y="5540361"/>
                  </a:lnTo>
                  <a:lnTo>
                    <a:pt x="7005303" y="5524483"/>
                  </a:lnTo>
                  <a:lnTo>
                    <a:pt x="7089643" y="5504906"/>
                  </a:lnTo>
                  <a:lnTo>
                    <a:pt x="7179196" y="5481621"/>
                  </a:lnTo>
                  <a:lnTo>
                    <a:pt x="7271009" y="5454687"/>
                  </a:lnTo>
                  <a:lnTo>
                    <a:pt x="7362477" y="5424178"/>
                  </a:lnTo>
                  <a:lnTo>
                    <a:pt x="7451516" y="5390137"/>
                  </a:lnTo>
                  <a:lnTo>
                    <a:pt x="7536625" y="5352542"/>
                  </a:lnTo>
                  <a:lnTo>
                    <a:pt x="7616855" y="5311279"/>
                  </a:lnTo>
                  <a:lnTo>
                    <a:pt x="7691735" y="5266131"/>
                  </a:lnTo>
                  <a:lnTo>
                    <a:pt x="7761163" y="5216774"/>
                  </a:lnTo>
                  <a:lnTo>
                    <a:pt x="7825317" y="5162779"/>
                  </a:lnTo>
                  <a:lnTo>
                    <a:pt x="7884563" y="5103618"/>
                  </a:lnTo>
                  <a:lnTo>
                    <a:pt x="7939384" y="5038684"/>
                  </a:lnTo>
                  <a:lnTo>
                    <a:pt x="7990333" y="4967312"/>
                  </a:lnTo>
                  <a:lnTo>
                    <a:pt x="8037986" y="4888826"/>
                  </a:lnTo>
                  <a:lnTo>
                    <a:pt x="8082917" y="4802608"/>
                  </a:lnTo>
                  <a:lnTo>
                    <a:pt x="8125666" y="4708206"/>
                  </a:lnTo>
                  <a:lnTo>
                    <a:pt x="8151487" y="4644987"/>
                  </a:lnTo>
                  <a:lnTo>
                    <a:pt x="8179531" y="4570939"/>
                  </a:lnTo>
                  <a:lnTo>
                    <a:pt x="8207011" y="4492842"/>
                  </a:lnTo>
                  <a:lnTo>
                    <a:pt x="8234043" y="4410616"/>
                  </a:lnTo>
                  <a:lnTo>
                    <a:pt x="8260723" y="4324217"/>
                  </a:lnTo>
                  <a:lnTo>
                    <a:pt x="8287135" y="4233636"/>
                  </a:lnTo>
                  <a:lnTo>
                    <a:pt x="8313351" y="4138908"/>
                  </a:lnTo>
                  <a:lnTo>
                    <a:pt x="8339428" y="4040109"/>
                  </a:lnTo>
                  <a:lnTo>
                    <a:pt x="8365414" y="3937364"/>
                  </a:lnTo>
                  <a:lnTo>
                    <a:pt x="8391350" y="3830842"/>
                  </a:lnTo>
                  <a:lnTo>
                    <a:pt x="8417264" y="3720762"/>
                  </a:lnTo>
                  <a:lnTo>
                    <a:pt x="8443180" y="3607389"/>
                  </a:lnTo>
                  <a:lnTo>
                    <a:pt x="8469113" y="3491037"/>
                  </a:lnTo>
                  <a:lnTo>
                    <a:pt x="8495072" y="3372060"/>
                  </a:lnTo>
                  <a:lnTo>
                    <a:pt x="8521060" y="3250854"/>
                  </a:lnTo>
                  <a:lnTo>
                    <a:pt x="8547076" y="3127849"/>
                  </a:lnTo>
                  <a:lnTo>
                    <a:pt x="8573116" y="3003505"/>
                  </a:lnTo>
                  <a:lnTo>
                    <a:pt x="8599172" y="2878302"/>
                  </a:lnTo>
                  <a:lnTo>
                    <a:pt x="8625236" y="2752734"/>
                  </a:lnTo>
                  <a:lnTo>
                    <a:pt x="8651297" y="2627303"/>
                  </a:lnTo>
                  <a:lnTo>
                    <a:pt x="8677345" y="2502508"/>
                  </a:lnTo>
                  <a:lnTo>
                    <a:pt x="8703373" y="2378836"/>
                  </a:lnTo>
                  <a:lnTo>
                    <a:pt x="8729375" y="2256758"/>
                  </a:lnTo>
                  <a:lnTo>
                    <a:pt x="8755346" y="2136717"/>
                  </a:lnTo>
                  <a:lnTo>
                    <a:pt x="8781290" y="2019125"/>
                  </a:lnTo>
                  <a:lnTo>
                    <a:pt x="8807212" y="1904356"/>
                  </a:lnTo>
                  <a:lnTo>
                    <a:pt x="8833125" y="1792744"/>
                  </a:lnTo>
                  <a:lnTo>
                    <a:pt x="8859048" y="1684575"/>
                  </a:lnTo>
                  <a:lnTo>
                    <a:pt x="8885007" y="1580089"/>
                  </a:lnTo>
                  <a:lnTo>
                    <a:pt x="8911037" y="1479479"/>
                  </a:lnTo>
                  <a:lnTo>
                    <a:pt x="8937183" y="1382889"/>
                  </a:lnTo>
                  <a:lnTo>
                    <a:pt x="8963498" y="1290417"/>
                  </a:lnTo>
                  <a:lnTo>
                    <a:pt x="8990047" y="1202115"/>
                  </a:lnTo>
                  <a:lnTo>
                    <a:pt x="9016908" y="1117996"/>
                  </a:lnTo>
                  <a:lnTo>
                    <a:pt x="9044171" y="1038030"/>
                  </a:lnTo>
                  <a:lnTo>
                    <a:pt x="9071944" y="962154"/>
                  </a:lnTo>
                  <a:lnTo>
                    <a:pt x="9084767" y="928997"/>
                  </a:lnTo>
                  <a:lnTo>
                    <a:pt x="9126399" y="829391"/>
                  </a:lnTo>
                  <a:lnTo>
                    <a:pt x="9169906" y="738095"/>
                  </a:lnTo>
                  <a:lnTo>
                    <a:pt x="9215793" y="654842"/>
                  </a:lnTo>
                  <a:lnTo>
                    <a:pt x="9264614" y="579102"/>
                  </a:lnTo>
                  <a:lnTo>
                    <a:pt x="9316949" y="510225"/>
                  </a:lnTo>
                  <a:lnTo>
                    <a:pt x="9373367" y="447531"/>
                  </a:lnTo>
                  <a:lnTo>
                    <a:pt x="9434402" y="390376"/>
                  </a:lnTo>
                  <a:lnTo>
                    <a:pt x="9500501" y="338177"/>
                  </a:lnTo>
                  <a:lnTo>
                    <a:pt x="9571966" y="290444"/>
                  </a:lnTo>
                  <a:lnTo>
                    <a:pt x="9648882" y="246786"/>
                  </a:lnTo>
                  <a:lnTo>
                    <a:pt x="9731021" y="206918"/>
                  </a:lnTo>
                  <a:lnTo>
                    <a:pt x="9817744" y="170664"/>
                  </a:lnTo>
                  <a:lnTo>
                    <a:pt x="9907901" y="137947"/>
                  </a:lnTo>
                  <a:lnTo>
                    <a:pt x="9999773" y="108771"/>
                  </a:lnTo>
                  <a:lnTo>
                    <a:pt x="10091068" y="83197"/>
                  </a:lnTo>
                  <a:lnTo>
                    <a:pt x="10179022" y="61298"/>
                  </a:lnTo>
                  <a:lnTo>
                    <a:pt x="10260623" y="43115"/>
                  </a:lnTo>
                  <a:lnTo>
                    <a:pt x="10332949" y="28601"/>
                  </a:lnTo>
                  <a:lnTo>
                    <a:pt x="10393575" y="17586"/>
                  </a:lnTo>
                  <a:lnTo>
                    <a:pt x="10440962" y="9756"/>
                  </a:lnTo>
                  <a:lnTo>
                    <a:pt x="10474740" y="4661"/>
                  </a:lnTo>
                  <a:lnTo>
                    <a:pt x="10495833" y="1749"/>
                  </a:lnTo>
                  <a:lnTo>
                    <a:pt x="10506400" y="409"/>
                  </a:lnTo>
                  <a:lnTo>
                    <a:pt x="10509701" y="22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47" name="pl247"/>
            <p:cNvSpPr/>
            <p:nvPr/>
          </p:nvSpPr>
          <p:spPr>
            <a:xfrm>
              <a:off x="4799595" y="4889867"/>
              <a:ext cx="11981298" cy="5573984"/>
            </a:xfrm>
            <a:custGeom>
              <a:avLst/>
              <a:pathLst>
                <a:path w="11981298" h="5573984">
                  <a:moveTo>
                    <a:pt x="11981298" y="0"/>
                  </a:moveTo>
                  <a:lnTo>
                    <a:pt x="10509911" y="0"/>
                  </a:lnTo>
                  <a:lnTo>
                    <a:pt x="10509067" y="94"/>
                  </a:lnTo>
                  <a:lnTo>
                    <a:pt x="10503485" y="766"/>
                  </a:lnTo>
                  <a:lnTo>
                    <a:pt x="10489296" y="2623"/>
                  </a:lnTo>
                  <a:lnTo>
                    <a:pt x="10463634" y="6285"/>
                  </a:lnTo>
                  <a:lnTo>
                    <a:pt x="10424790" y="12345"/>
                  </a:lnTo>
                  <a:lnTo>
                    <a:pt x="10372326" y="21324"/>
                  </a:lnTo>
                  <a:lnTo>
                    <a:pt x="10307076" y="33623"/>
                  </a:lnTo>
                  <a:lnTo>
                    <a:pt x="10230950" y="49501"/>
                  </a:lnTo>
                  <a:lnTo>
                    <a:pt x="10146611" y="69078"/>
                  </a:lnTo>
                  <a:lnTo>
                    <a:pt x="10057058" y="92363"/>
                  </a:lnTo>
                  <a:lnTo>
                    <a:pt x="9965244" y="119297"/>
                  </a:lnTo>
                  <a:lnTo>
                    <a:pt x="9873776" y="149806"/>
                  </a:lnTo>
                  <a:lnTo>
                    <a:pt x="9784737" y="183847"/>
                  </a:lnTo>
                  <a:lnTo>
                    <a:pt x="9699628" y="221442"/>
                  </a:lnTo>
                  <a:lnTo>
                    <a:pt x="9619398" y="262705"/>
                  </a:lnTo>
                  <a:lnTo>
                    <a:pt x="9544519" y="307853"/>
                  </a:lnTo>
                  <a:lnTo>
                    <a:pt x="9475090" y="357210"/>
                  </a:lnTo>
                  <a:lnTo>
                    <a:pt x="9410936" y="411205"/>
                  </a:lnTo>
                  <a:lnTo>
                    <a:pt x="9351690" y="470366"/>
                  </a:lnTo>
                  <a:lnTo>
                    <a:pt x="9296869" y="535300"/>
                  </a:lnTo>
                  <a:lnTo>
                    <a:pt x="9245920" y="606672"/>
                  </a:lnTo>
                  <a:lnTo>
                    <a:pt x="9198267" y="685158"/>
                  </a:lnTo>
                  <a:lnTo>
                    <a:pt x="9153336" y="771376"/>
                  </a:lnTo>
                  <a:lnTo>
                    <a:pt x="9110588" y="865778"/>
                  </a:lnTo>
                  <a:lnTo>
                    <a:pt x="9084767" y="928997"/>
                  </a:lnTo>
                  <a:lnTo>
                    <a:pt x="9056723" y="1003044"/>
                  </a:lnTo>
                  <a:lnTo>
                    <a:pt x="9029242" y="1081142"/>
                  </a:lnTo>
                  <a:lnTo>
                    <a:pt x="9002211" y="1163368"/>
                  </a:lnTo>
                  <a:lnTo>
                    <a:pt x="8975530" y="1249767"/>
                  </a:lnTo>
                  <a:lnTo>
                    <a:pt x="8949118" y="1340348"/>
                  </a:lnTo>
                  <a:lnTo>
                    <a:pt x="8922902" y="1435076"/>
                  </a:lnTo>
                  <a:lnTo>
                    <a:pt x="8896826" y="1533875"/>
                  </a:lnTo>
                  <a:lnTo>
                    <a:pt x="8870839" y="1636620"/>
                  </a:lnTo>
                  <a:lnTo>
                    <a:pt x="8844903" y="1743142"/>
                  </a:lnTo>
                  <a:lnTo>
                    <a:pt x="8818989" y="1853222"/>
                  </a:lnTo>
                  <a:lnTo>
                    <a:pt x="8793073" y="1966595"/>
                  </a:lnTo>
                  <a:lnTo>
                    <a:pt x="8767140" y="2082947"/>
                  </a:lnTo>
                  <a:lnTo>
                    <a:pt x="8741182" y="2201924"/>
                  </a:lnTo>
                  <a:lnTo>
                    <a:pt x="8715194" y="2323130"/>
                  </a:lnTo>
                  <a:lnTo>
                    <a:pt x="8689177" y="2446135"/>
                  </a:lnTo>
                  <a:lnTo>
                    <a:pt x="8663137" y="2570479"/>
                  </a:lnTo>
                  <a:lnTo>
                    <a:pt x="8637081" y="2695682"/>
                  </a:lnTo>
                  <a:lnTo>
                    <a:pt x="8611017" y="2821250"/>
                  </a:lnTo>
                  <a:lnTo>
                    <a:pt x="8584956" y="2946680"/>
                  </a:lnTo>
                  <a:lnTo>
                    <a:pt x="8558908" y="3071476"/>
                  </a:lnTo>
                  <a:lnTo>
                    <a:pt x="8532880" y="3195148"/>
                  </a:lnTo>
                  <a:lnTo>
                    <a:pt x="8506879" y="3317226"/>
                  </a:lnTo>
                  <a:lnTo>
                    <a:pt x="8480907" y="3437267"/>
                  </a:lnTo>
                  <a:lnTo>
                    <a:pt x="8454963" y="3554859"/>
                  </a:lnTo>
                  <a:lnTo>
                    <a:pt x="8429041" y="3669627"/>
                  </a:lnTo>
                  <a:lnTo>
                    <a:pt x="8403128" y="3781240"/>
                  </a:lnTo>
                  <a:lnTo>
                    <a:pt x="8377206" y="3889409"/>
                  </a:lnTo>
                  <a:lnTo>
                    <a:pt x="8351246" y="3993895"/>
                  </a:lnTo>
                  <a:lnTo>
                    <a:pt x="8325216" y="4094505"/>
                  </a:lnTo>
                  <a:lnTo>
                    <a:pt x="8299070" y="4191095"/>
                  </a:lnTo>
                  <a:lnTo>
                    <a:pt x="8272755" y="4283567"/>
                  </a:lnTo>
                  <a:lnTo>
                    <a:pt x="8246206" y="4371869"/>
                  </a:lnTo>
                  <a:lnTo>
                    <a:pt x="8219346" y="4455988"/>
                  </a:lnTo>
                  <a:lnTo>
                    <a:pt x="8192082" y="4535954"/>
                  </a:lnTo>
                  <a:lnTo>
                    <a:pt x="8164310" y="4611830"/>
                  </a:lnTo>
                  <a:lnTo>
                    <a:pt x="8151487" y="4644987"/>
                  </a:lnTo>
                  <a:lnTo>
                    <a:pt x="8109854" y="4744593"/>
                  </a:lnTo>
                  <a:lnTo>
                    <a:pt x="8066347" y="4835889"/>
                  </a:lnTo>
                  <a:lnTo>
                    <a:pt x="8020461" y="4919142"/>
                  </a:lnTo>
                  <a:lnTo>
                    <a:pt x="7971639" y="4994882"/>
                  </a:lnTo>
                  <a:lnTo>
                    <a:pt x="7919305" y="5063759"/>
                  </a:lnTo>
                  <a:lnTo>
                    <a:pt x="7862886" y="5126452"/>
                  </a:lnTo>
                  <a:lnTo>
                    <a:pt x="7801851" y="5183608"/>
                  </a:lnTo>
                  <a:lnTo>
                    <a:pt x="7735752" y="5235807"/>
                  </a:lnTo>
                  <a:lnTo>
                    <a:pt x="7664287" y="5283540"/>
                  </a:lnTo>
                  <a:lnTo>
                    <a:pt x="7587371" y="5327198"/>
                  </a:lnTo>
                  <a:lnTo>
                    <a:pt x="7505232" y="5367066"/>
                  </a:lnTo>
                  <a:lnTo>
                    <a:pt x="7418510" y="5403319"/>
                  </a:lnTo>
                  <a:lnTo>
                    <a:pt x="7328352" y="5436037"/>
                  </a:lnTo>
                  <a:lnTo>
                    <a:pt x="7236480" y="5465213"/>
                  </a:lnTo>
                  <a:lnTo>
                    <a:pt x="7145185" y="5490787"/>
                  </a:lnTo>
                  <a:lnTo>
                    <a:pt x="7057231" y="5512685"/>
                  </a:lnTo>
                  <a:lnTo>
                    <a:pt x="6975630" y="5530869"/>
                  </a:lnTo>
                  <a:lnTo>
                    <a:pt x="6903304" y="5545383"/>
                  </a:lnTo>
                  <a:lnTo>
                    <a:pt x="6842678" y="5556398"/>
                  </a:lnTo>
                  <a:lnTo>
                    <a:pt x="6795291" y="5564228"/>
                  </a:lnTo>
                  <a:lnTo>
                    <a:pt x="6761513" y="5569323"/>
                  </a:lnTo>
                  <a:lnTo>
                    <a:pt x="6740421" y="5572235"/>
                  </a:lnTo>
                  <a:lnTo>
                    <a:pt x="6729853" y="5573575"/>
                  </a:lnTo>
                  <a:lnTo>
                    <a:pt x="6726552" y="5573961"/>
                  </a:lnTo>
                  <a:lnTo>
                    <a:pt x="6726343" y="5573984"/>
                  </a:lnTo>
                  <a:lnTo>
                    <a:pt x="5254955" y="5573984"/>
                  </a:lnTo>
                  <a:lnTo>
                    <a:pt x="5253877" y="5573900"/>
                  </a:lnTo>
                  <a:lnTo>
                    <a:pt x="5246784" y="5573296"/>
                  </a:lnTo>
                  <a:lnTo>
                    <a:pt x="5228875" y="5571628"/>
                  </a:lnTo>
                  <a:lnTo>
                    <a:pt x="5196781" y="5568343"/>
                  </a:lnTo>
                  <a:lnTo>
                    <a:pt x="5148796" y="5562926"/>
                  </a:lnTo>
                  <a:lnTo>
                    <a:pt x="5085006" y="5554949"/>
                  </a:lnTo>
                  <a:lnTo>
                    <a:pt x="5007172" y="5544113"/>
                  </a:lnTo>
                  <a:lnTo>
                    <a:pt x="4918335" y="5530257"/>
                  </a:lnTo>
                  <a:lnTo>
                    <a:pt x="4822240" y="5513342"/>
                  </a:lnTo>
                  <a:lnTo>
                    <a:pt x="4722724" y="5493407"/>
                  </a:lnTo>
                  <a:lnTo>
                    <a:pt x="4623224" y="5470519"/>
                  </a:lnTo>
                  <a:lnTo>
                    <a:pt x="4526477" y="5444720"/>
                  </a:lnTo>
                  <a:lnTo>
                    <a:pt x="4434414" y="5415989"/>
                  </a:lnTo>
                  <a:lnTo>
                    <a:pt x="4348198" y="5384217"/>
                  </a:lnTo>
                  <a:lnTo>
                    <a:pt x="4268351" y="5349194"/>
                  </a:lnTo>
                  <a:lnTo>
                    <a:pt x="4194901" y="5310606"/>
                  </a:lnTo>
                  <a:lnTo>
                    <a:pt x="4127530" y="5268037"/>
                  </a:lnTo>
                  <a:lnTo>
                    <a:pt x="4065696" y="5220983"/>
                  </a:lnTo>
                  <a:lnTo>
                    <a:pt x="4008728" y="5168871"/>
                  </a:lnTo>
                  <a:lnTo>
                    <a:pt x="3955894" y="5111095"/>
                  </a:lnTo>
                  <a:lnTo>
                    <a:pt x="3906455" y="5047079"/>
                  </a:lnTo>
                  <a:lnTo>
                    <a:pt x="3859705" y="4976376"/>
                  </a:lnTo>
                  <a:lnTo>
                    <a:pt x="3829811" y="4925593"/>
                  </a:lnTo>
                  <a:lnTo>
                    <a:pt x="3796811" y="4864365"/>
                  </a:lnTo>
                  <a:lnTo>
                    <a:pt x="3764564" y="4799194"/>
                  </a:lnTo>
                  <a:lnTo>
                    <a:pt x="3732891" y="4729998"/>
                  </a:lnTo>
                  <a:lnTo>
                    <a:pt x="3701642" y="4656745"/>
                  </a:lnTo>
                  <a:lnTo>
                    <a:pt x="3670694" y="4579457"/>
                  </a:lnTo>
                  <a:lnTo>
                    <a:pt x="3639946" y="4498212"/>
                  </a:lnTo>
                  <a:lnTo>
                    <a:pt x="3609320" y="4413150"/>
                  </a:lnTo>
                  <a:lnTo>
                    <a:pt x="3578754" y="4324474"/>
                  </a:lnTo>
                  <a:lnTo>
                    <a:pt x="3548203" y="4232454"/>
                  </a:lnTo>
                  <a:lnTo>
                    <a:pt x="3517635" y="4137421"/>
                  </a:lnTo>
                  <a:lnTo>
                    <a:pt x="3487035" y="4039767"/>
                  </a:lnTo>
                  <a:lnTo>
                    <a:pt x="3456393" y="3939939"/>
                  </a:lnTo>
                  <a:lnTo>
                    <a:pt x="3425713" y="3838432"/>
                  </a:lnTo>
                  <a:lnTo>
                    <a:pt x="3395003" y="3735776"/>
                  </a:lnTo>
                  <a:lnTo>
                    <a:pt x="3364276" y="3632529"/>
                  </a:lnTo>
                  <a:lnTo>
                    <a:pt x="3333549" y="3529260"/>
                  </a:lnTo>
                  <a:lnTo>
                    <a:pt x="3302838" y="3426543"/>
                  </a:lnTo>
                  <a:lnTo>
                    <a:pt x="3272155" y="3324935"/>
                  </a:lnTo>
                  <a:lnTo>
                    <a:pt x="3241511" y="3224970"/>
                  </a:lnTo>
                  <a:lnTo>
                    <a:pt x="3210907" y="3127144"/>
                  </a:lnTo>
                  <a:lnTo>
                    <a:pt x="3180338" y="3031909"/>
                  </a:lnTo>
                  <a:lnTo>
                    <a:pt x="3149786" y="2939660"/>
                  </a:lnTo>
                  <a:lnTo>
                    <a:pt x="3119222" y="2850734"/>
                  </a:lnTo>
                  <a:lnTo>
                    <a:pt x="3088602" y="2765404"/>
                  </a:lnTo>
                  <a:lnTo>
                    <a:pt x="3057866" y="2683879"/>
                  </a:lnTo>
                  <a:lnTo>
                    <a:pt x="3026936" y="2606302"/>
                  </a:lnTo>
                  <a:lnTo>
                    <a:pt x="2995712" y="2532758"/>
                  </a:lnTo>
                  <a:lnTo>
                    <a:pt x="2964074" y="2463271"/>
                  </a:lnTo>
                  <a:lnTo>
                    <a:pt x="2931874" y="2397812"/>
                  </a:lnTo>
                  <a:lnTo>
                    <a:pt x="2898935" y="2336304"/>
                  </a:lnTo>
                  <a:lnTo>
                    <a:pt x="2896531" y="2332028"/>
                  </a:lnTo>
                  <a:lnTo>
                    <a:pt x="2851216" y="2256769"/>
                  </a:lnTo>
                  <a:lnTo>
                    <a:pt x="2803639" y="2188345"/>
                  </a:lnTo>
                  <a:lnTo>
                    <a:pt x="2753142" y="2126480"/>
                  </a:lnTo>
                  <a:lnTo>
                    <a:pt x="2699005" y="2070671"/>
                  </a:lnTo>
                  <a:lnTo>
                    <a:pt x="2640484" y="2020322"/>
                  </a:lnTo>
                  <a:lnTo>
                    <a:pt x="2576863" y="1974834"/>
                  </a:lnTo>
                  <a:lnTo>
                    <a:pt x="2507505" y="1933652"/>
                  </a:lnTo>
                  <a:lnTo>
                    <a:pt x="2431930" y="1896301"/>
                  </a:lnTo>
                  <a:lnTo>
                    <a:pt x="2349923" y="1862399"/>
                  </a:lnTo>
                  <a:lnTo>
                    <a:pt x="2261659" y="1831665"/>
                  </a:lnTo>
                  <a:lnTo>
                    <a:pt x="2167859" y="1803925"/>
                  </a:lnTo>
                  <a:lnTo>
                    <a:pt x="2069934" y="1779100"/>
                  </a:lnTo>
                  <a:lnTo>
                    <a:pt x="1970085" y="1757196"/>
                  </a:lnTo>
                  <a:lnTo>
                    <a:pt x="1871305" y="1738267"/>
                  </a:lnTo>
                  <a:lnTo>
                    <a:pt x="1777209" y="1722376"/>
                  </a:lnTo>
                  <a:lnTo>
                    <a:pt x="1691667" y="1709542"/>
                  </a:lnTo>
                  <a:lnTo>
                    <a:pt x="1618257" y="1699690"/>
                  </a:lnTo>
                  <a:lnTo>
                    <a:pt x="1559649" y="1692612"/>
                  </a:lnTo>
                  <a:lnTo>
                    <a:pt x="1517074" y="1687963"/>
                  </a:lnTo>
                  <a:lnTo>
                    <a:pt x="1490015" y="1685281"/>
                  </a:lnTo>
                  <a:lnTo>
                    <a:pt x="1476184" y="1684032"/>
                  </a:lnTo>
                  <a:lnTo>
                    <a:pt x="1471709" y="1683662"/>
                  </a:lnTo>
                  <a:lnTo>
                    <a:pt x="1471387" y="1683637"/>
                  </a:lnTo>
                  <a:lnTo>
                    <a:pt x="0" y="168363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48" name="pg248"/>
            <p:cNvSpPr/>
            <p:nvPr/>
          </p:nvSpPr>
          <p:spPr>
            <a:xfrm>
              <a:off x="4799595" y="5576399"/>
              <a:ext cx="11981298" cy="4911971"/>
            </a:xfrm>
            <a:custGeom>
              <a:avLst/>
              <a:pathLst>
                <a:path w="11981298" h="4911971">
                  <a:moveTo>
                    <a:pt x="0" y="1013451"/>
                  </a:moveTo>
                  <a:lnTo>
                    <a:pt x="1471387" y="1013451"/>
                  </a:lnTo>
                  <a:lnTo>
                    <a:pt x="1472464" y="1013536"/>
                  </a:lnTo>
                  <a:lnTo>
                    <a:pt x="1479554" y="1014141"/>
                  </a:lnTo>
                  <a:lnTo>
                    <a:pt x="1497454" y="1015811"/>
                  </a:lnTo>
                  <a:lnTo>
                    <a:pt x="1529532" y="1019101"/>
                  </a:lnTo>
                  <a:lnTo>
                    <a:pt x="1577495" y="1024527"/>
                  </a:lnTo>
                  <a:lnTo>
                    <a:pt x="1641259" y="1032516"/>
                  </a:lnTo>
                  <a:lnTo>
                    <a:pt x="1719064" y="1043369"/>
                  </a:lnTo>
                  <a:lnTo>
                    <a:pt x="1807873" y="1057248"/>
                  </a:lnTo>
                  <a:lnTo>
                    <a:pt x="1903942" y="1074191"/>
                  </a:lnTo>
                  <a:lnTo>
                    <a:pt x="2003438" y="1094159"/>
                  </a:lnTo>
                  <a:lnTo>
                    <a:pt x="2102923" y="1117086"/>
                  </a:lnTo>
                  <a:lnTo>
                    <a:pt x="2199660" y="1142928"/>
                  </a:lnTo>
                  <a:lnTo>
                    <a:pt x="2291719" y="1171708"/>
                  </a:lnTo>
                  <a:lnTo>
                    <a:pt x="2377934" y="1203533"/>
                  </a:lnTo>
                  <a:lnTo>
                    <a:pt x="2457784" y="1238614"/>
                  </a:lnTo>
                  <a:lnTo>
                    <a:pt x="2531238" y="1277266"/>
                  </a:lnTo>
                  <a:lnTo>
                    <a:pt x="2598614" y="1319904"/>
                  </a:lnTo>
                  <a:lnTo>
                    <a:pt x="2660453" y="1367033"/>
                  </a:lnTo>
                  <a:lnTo>
                    <a:pt x="2717426" y="1419227"/>
                  </a:lnTo>
                  <a:lnTo>
                    <a:pt x="2770264" y="1477093"/>
                  </a:lnTo>
                  <a:lnTo>
                    <a:pt x="2819706" y="1541209"/>
                  </a:lnTo>
                  <a:lnTo>
                    <a:pt x="2866456" y="1612021"/>
                  </a:lnTo>
                  <a:lnTo>
                    <a:pt x="2896531" y="1663205"/>
                  </a:lnTo>
                  <a:lnTo>
                    <a:pt x="2929501" y="1724502"/>
                  </a:lnTo>
                  <a:lnTo>
                    <a:pt x="2961719" y="1789745"/>
                  </a:lnTo>
                  <a:lnTo>
                    <a:pt x="2993364" y="1859012"/>
                  </a:lnTo>
                  <a:lnTo>
                    <a:pt x="3024585" y="1932337"/>
                  </a:lnTo>
                  <a:lnTo>
                    <a:pt x="3055505" y="2009699"/>
                  </a:lnTo>
                  <a:lnTo>
                    <a:pt x="3086225" y="2091019"/>
                  </a:lnTo>
                  <a:lnTo>
                    <a:pt x="3116823" y="2176159"/>
                  </a:lnTo>
                  <a:lnTo>
                    <a:pt x="3147361" y="2264914"/>
                  </a:lnTo>
                  <a:lnTo>
                    <a:pt x="3177884" y="2357016"/>
                  </a:lnTo>
                  <a:lnTo>
                    <a:pt x="3208423" y="2452136"/>
                  </a:lnTo>
                  <a:lnTo>
                    <a:pt x="3238995" y="2549880"/>
                  </a:lnTo>
                  <a:lnTo>
                    <a:pt x="3269607" y="2649804"/>
                  </a:lnTo>
                  <a:lnTo>
                    <a:pt x="3300259" y="2751414"/>
                  </a:lnTo>
                  <a:lnTo>
                    <a:pt x="3330940" y="2854179"/>
                  </a:lnTo>
                  <a:lnTo>
                    <a:pt x="3361638" y="2957543"/>
                  </a:lnTo>
                  <a:lnTo>
                    <a:pt x="3392336" y="3060936"/>
                  </a:lnTo>
                  <a:lnTo>
                    <a:pt x="3423020" y="3163786"/>
                  </a:lnTo>
                  <a:lnTo>
                    <a:pt x="3453674" y="3265535"/>
                  </a:lnTo>
                  <a:lnTo>
                    <a:pt x="3484291" y="3365650"/>
                  </a:lnTo>
                  <a:lnTo>
                    <a:pt x="3514867" y="3463633"/>
                  </a:lnTo>
                  <a:lnTo>
                    <a:pt x="3545408" y="3559034"/>
                  </a:lnTo>
                  <a:lnTo>
                    <a:pt x="3575932" y="3651454"/>
                  </a:lnTo>
                  <a:lnTo>
                    <a:pt x="3606467" y="3740556"/>
                  </a:lnTo>
                  <a:lnTo>
                    <a:pt x="3637056" y="3826067"/>
                  </a:lnTo>
                  <a:lnTo>
                    <a:pt x="3667760" y="3907776"/>
                  </a:lnTo>
                  <a:lnTo>
                    <a:pt x="3698657" y="3985538"/>
                  </a:lnTo>
                  <a:lnTo>
                    <a:pt x="3729842" y="4059268"/>
                  </a:lnTo>
                  <a:lnTo>
                    <a:pt x="3761439" y="4128940"/>
                  </a:lnTo>
                  <a:lnTo>
                    <a:pt x="3793592" y="4194582"/>
                  </a:lnTo>
                  <a:lnTo>
                    <a:pt x="3826478" y="4256269"/>
                  </a:lnTo>
                  <a:lnTo>
                    <a:pt x="3829811" y="4262218"/>
                  </a:lnTo>
                  <a:lnTo>
                    <a:pt x="3875117" y="4337623"/>
                  </a:lnTo>
                  <a:lnTo>
                    <a:pt x="3922685" y="4406180"/>
                  </a:lnTo>
                  <a:lnTo>
                    <a:pt x="3973172" y="4468166"/>
                  </a:lnTo>
                  <a:lnTo>
                    <a:pt x="4027297" y="4524086"/>
                  </a:lnTo>
                  <a:lnTo>
                    <a:pt x="4085803" y="4574536"/>
                  </a:lnTo>
                  <a:lnTo>
                    <a:pt x="4149407" y="4620116"/>
                  </a:lnTo>
                  <a:lnTo>
                    <a:pt x="4218746" y="4661382"/>
                  </a:lnTo>
                  <a:lnTo>
                    <a:pt x="4294298" y="4698809"/>
                  </a:lnTo>
                  <a:lnTo>
                    <a:pt x="4376281" y="4732782"/>
                  </a:lnTo>
                  <a:lnTo>
                    <a:pt x="4464518" y="4763580"/>
                  </a:lnTo>
                  <a:lnTo>
                    <a:pt x="4558292" y="4791379"/>
                  </a:lnTo>
                  <a:lnTo>
                    <a:pt x="4656194" y="4816257"/>
                  </a:lnTo>
                  <a:lnTo>
                    <a:pt x="4756024" y="4838210"/>
                  </a:lnTo>
                  <a:lnTo>
                    <a:pt x="4854792" y="4857183"/>
                  </a:lnTo>
                  <a:lnTo>
                    <a:pt x="4948888" y="4873113"/>
                  </a:lnTo>
                  <a:lnTo>
                    <a:pt x="5034444" y="4885979"/>
                  </a:lnTo>
                  <a:lnTo>
                    <a:pt x="5107882" y="4895859"/>
                  </a:lnTo>
                  <a:lnTo>
                    <a:pt x="5166529" y="4902959"/>
                  </a:lnTo>
                  <a:lnTo>
                    <a:pt x="5209150" y="4907624"/>
                  </a:lnTo>
                  <a:lnTo>
                    <a:pt x="5236255" y="4910318"/>
                  </a:lnTo>
                  <a:lnTo>
                    <a:pt x="5250126" y="4911573"/>
                  </a:lnTo>
                  <a:lnTo>
                    <a:pt x="5254627" y="4911946"/>
                  </a:lnTo>
                  <a:lnTo>
                    <a:pt x="5254955" y="4911971"/>
                  </a:lnTo>
                  <a:lnTo>
                    <a:pt x="6726343" y="4911971"/>
                  </a:lnTo>
                  <a:lnTo>
                    <a:pt x="6727229" y="4911884"/>
                  </a:lnTo>
                  <a:lnTo>
                    <a:pt x="6733088" y="4911262"/>
                  </a:lnTo>
                  <a:lnTo>
                    <a:pt x="6747961" y="4909543"/>
                  </a:lnTo>
                  <a:lnTo>
                    <a:pt x="6774813" y="4906154"/>
                  </a:lnTo>
                  <a:lnTo>
                    <a:pt x="6815367" y="4900549"/>
                  </a:lnTo>
                  <a:lnTo>
                    <a:pt x="6869974" y="4892253"/>
                  </a:lnTo>
                  <a:lnTo>
                    <a:pt x="6937648" y="4880908"/>
                  </a:lnTo>
                  <a:lnTo>
                    <a:pt x="7016271" y="4866288"/>
                  </a:lnTo>
                  <a:lnTo>
                    <a:pt x="7102980" y="4848297"/>
                  </a:lnTo>
                  <a:lnTo>
                    <a:pt x="7194604" y="4826939"/>
                  </a:lnTo>
                  <a:lnTo>
                    <a:pt x="7288080" y="4802273"/>
                  </a:lnTo>
                  <a:lnTo>
                    <a:pt x="7380756" y="4774364"/>
                  </a:lnTo>
                  <a:lnTo>
                    <a:pt x="7470560" y="4743245"/>
                  </a:lnTo>
                  <a:lnTo>
                    <a:pt x="7556039" y="4708876"/>
                  </a:lnTo>
                  <a:lnTo>
                    <a:pt x="7636320" y="4671133"/>
                  </a:lnTo>
                  <a:lnTo>
                    <a:pt x="7711009" y="4629790"/>
                  </a:lnTo>
                  <a:lnTo>
                    <a:pt x="7780089" y="4584522"/>
                  </a:lnTo>
                  <a:lnTo>
                    <a:pt x="7843807" y="4534906"/>
                  </a:lnTo>
                  <a:lnTo>
                    <a:pt x="7902592" y="4480428"/>
                  </a:lnTo>
                  <a:lnTo>
                    <a:pt x="7956979" y="4420509"/>
                  </a:lnTo>
                  <a:lnTo>
                    <a:pt x="8007563" y="4354524"/>
                  </a:lnTo>
                  <a:lnTo>
                    <a:pt x="8054951" y="4281859"/>
                  </a:lnTo>
                  <a:lnTo>
                    <a:pt x="8099736" y="4201984"/>
                  </a:lnTo>
                  <a:lnTo>
                    <a:pt x="8142465" y="4114576"/>
                  </a:lnTo>
                  <a:lnTo>
                    <a:pt x="8151487" y="4094672"/>
                  </a:lnTo>
                  <a:lnTo>
                    <a:pt x="8181238" y="4025400"/>
                  </a:lnTo>
                  <a:lnTo>
                    <a:pt x="8210362" y="3952108"/>
                  </a:lnTo>
                  <a:lnTo>
                    <a:pt x="8238995" y="3874716"/>
                  </a:lnTo>
                  <a:lnTo>
                    <a:pt x="8267250" y="3793182"/>
                  </a:lnTo>
                  <a:lnTo>
                    <a:pt x="8295225" y="3707507"/>
                  </a:lnTo>
                  <a:lnTo>
                    <a:pt x="8322999" y="3617739"/>
                  </a:lnTo>
                  <a:lnTo>
                    <a:pt x="8350637" y="3523977"/>
                  </a:lnTo>
                  <a:lnTo>
                    <a:pt x="8378195" y="3426369"/>
                  </a:lnTo>
                  <a:lnTo>
                    <a:pt x="8405712" y="3325117"/>
                  </a:lnTo>
                  <a:lnTo>
                    <a:pt x="8433221" y="3220479"/>
                  </a:lnTo>
                  <a:lnTo>
                    <a:pt x="8460743" y="3112762"/>
                  </a:lnTo>
                  <a:lnTo>
                    <a:pt x="8488292" y="3002325"/>
                  </a:lnTo>
                  <a:lnTo>
                    <a:pt x="8515873" y="2889574"/>
                  </a:lnTo>
                  <a:lnTo>
                    <a:pt x="8543486" y="2774951"/>
                  </a:lnTo>
                  <a:lnTo>
                    <a:pt x="8571127" y="2658936"/>
                  </a:lnTo>
                  <a:lnTo>
                    <a:pt x="8598787" y="2542033"/>
                  </a:lnTo>
                  <a:lnTo>
                    <a:pt x="8626456" y="2424762"/>
                  </a:lnTo>
                  <a:lnTo>
                    <a:pt x="8654121" y="2307649"/>
                  </a:lnTo>
                  <a:lnTo>
                    <a:pt x="8681771" y="2191219"/>
                  </a:lnTo>
                  <a:lnTo>
                    <a:pt x="8709396" y="2075984"/>
                  </a:lnTo>
                  <a:lnTo>
                    <a:pt x="8736990" y="1962432"/>
                  </a:lnTo>
                  <a:lnTo>
                    <a:pt x="8764551" y="1851024"/>
                  </a:lnTo>
                  <a:lnTo>
                    <a:pt x="8792083" y="1742179"/>
                  </a:lnTo>
                  <a:lnTo>
                    <a:pt x="8819595" y="1636276"/>
                  </a:lnTo>
                  <a:lnTo>
                    <a:pt x="8847105" y="1533643"/>
                  </a:lnTo>
                  <a:lnTo>
                    <a:pt x="8874643" y="1434558"/>
                  </a:lnTo>
                  <a:lnTo>
                    <a:pt x="8902243" y="1339244"/>
                  </a:lnTo>
                  <a:lnTo>
                    <a:pt x="8929956" y="1247872"/>
                  </a:lnTo>
                  <a:lnTo>
                    <a:pt x="8957842" y="1160560"/>
                  </a:lnTo>
                  <a:lnTo>
                    <a:pt x="8985975" y="1077376"/>
                  </a:lnTo>
                  <a:lnTo>
                    <a:pt x="9014445" y="998338"/>
                  </a:lnTo>
                  <a:lnTo>
                    <a:pt x="9043359" y="923422"/>
                  </a:lnTo>
                  <a:lnTo>
                    <a:pt x="9072843" y="852562"/>
                  </a:lnTo>
                  <a:lnTo>
                    <a:pt x="9084767" y="825472"/>
                  </a:lnTo>
                  <a:lnTo>
                    <a:pt x="9127116" y="736427"/>
                  </a:lnTo>
                  <a:lnTo>
                    <a:pt x="9171413" y="654939"/>
                  </a:lnTo>
                  <a:lnTo>
                    <a:pt x="9218188" y="580754"/>
                  </a:lnTo>
                  <a:lnTo>
                    <a:pt x="9268029" y="513375"/>
                  </a:lnTo>
                  <a:lnTo>
                    <a:pt x="9321542" y="452196"/>
                  </a:lnTo>
                  <a:lnTo>
                    <a:pt x="9379327" y="396593"/>
                  </a:lnTo>
                  <a:lnTo>
                    <a:pt x="9441937" y="345971"/>
                  </a:lnTo>
                  <a:lnTo>
                    <a:pt x="9509828" y="299801"/>
                  </a:lnTo>
                  <a:lnTo>
                    <a:pt x="9583295" y="257640"/>
                  </a:lnTo>
                  <a:lnTo>
                    <a:pt x="9662385" y="219141"/>
                  </a:lnTo>
                  <a:lnTo>
                    <a:pt x="9746796" y="184056"/>
                  </a:lnTo>
                  <a:lnTo>
                    <a:pt x="9835766" y="152240"/>
                  </a:lnTo>
                  <a:lnTo>
                    <a:pt x="9927975" y="123636"/>
                  </a:lnTo>
                  <a:lnTo>
                    <a:pt x="10021485" y="98264"/>
                  </a:lnTo>
                  <a:lnTo>
                    <a:pt x="10113759" y="76184"/>
                  </a:lnTo>
                  <a:lnTo>
                    <a:pt x="10201801" y="57461"/>
                  </a:lnTo>
                  <a:lnTo>
                    <a:pt x="10282434" y="42116"/>
                  </a:lnTo>
                  <a:lnTo>
                    <a:pt x="10352688" y="30077"/>
                  </a:lnTo>
                  <a:lnTo>
                    <a:pt x="10410250" y="21148"/>
                  </a:lnTo>
                  <a:lnTo>
                    <a:pt x="10453861" y="14997"/>
                  </a:lnTo>
                  <a:lnTo>
                    <a:pt x="10483578" y="11173"/>
                  </a:lnTo>
                  <a:lnTo>
                    <a:pt x="10500831" y="9141"/>
                  </a:lnTo>
                  <a:lnTo>
                    <a:pt x="10508332" y="8330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9024" y="87"/>
                  </a:lnTo>
                  <a:lnTo>
                    <a:pt x="10503166" y="709"/>
                  </a:lnTo>
                  <a:lnTo>
                    <a:pt x="10488292" y="2428"/>
                  </a:lnTo>
                  <a:lnTo>
                    <a:pt x="10461440" y="5817"/>
                  </a:lnTo>
                  <a:lnTo>
                    <a:pt x="10420887" y="11422"/>
                  </a:lnTo>
                  <a:lnTo>
                    <a:pt x="10366279" y="19718"/>
                  </a:lnTo>
                  <a:lnTo>
                    <a:pt x="10298606" y="31063"/>
                  </a:lnTo>
                  <a:lnTo>
                    <a:pt x="10219982" y="45683"/>
                  </a:lnTo>
                  <a:lnTo>
                    <a:pt x="10133273" y="63674"/>
                  </a:lnTo>
                  <a:lnTo>
                    <a:pt x="10041650" y="85032"/>
                  </a:lnTo>
                  <a:lnTo>
                    <a:pt x="9948174" y="109698"/>
                  </a:lnTo>
                  <a:lnTo>
                    <a:pt x="9855497" y="137607"/>
                  </a:lnTo>
                  <a:lnTo>
                    <a:pt x="9765693" y="168726"/>
                  </a:lnTo>
                  <a:lnTo>
                    <a:pt x="9680214" y="203095"/>
                  </a:lnTo>
                  <a:lnTo>
                    <a:pt x="9599933" y="240838"/>
                  </a:lnTo>
                  <a:lnTo>
                    <a:pt x="9525244" y="282180"/>
                  </a:lnTo>
                  <a:lnTo>
                    <a:pt x="9456164" y="327449"/>
                  </a:lnTo>
                  <a:lnTo>
                    <a:pt x="9392446" y="377065"/>
                  </a:lnTo>
                  <a:lnTo>
                    <a:pt x="9333661" y="431543"/>
                  </a:lnTo>
                  <a:lnTo>
                    <a:pt x="9279274" y="491462"/>
                  </a:lnTo>
                  <a:lnTo>
                    <a:pt x="9228690" y="557447"/>
                  </a:lnTo>
                  <a:lnTo>
                    <a:pt x="9181302" y="630112"/>
                  </a:lnTo>
                  <a:lnTo>
                    <a:pt x="9136517" y="709987"/>
                  </a:lnTo>
                  <a:lnTo>
                    <a:pt x="9093788" y="797395"/>
                  </a:lnTo>
                  <a:lnTo>
                    <a:pt x="9084767" y="817299"/>
                  </a:lnTo>
                  <a:lnTo>
                    <a:pt x="9055015" y="886571"/>
                  </a:lnTo>
                  <a:lnTo>
                    <a:pt x="9025891" y="959863"/>
                  </a:lnTo>
                  <a:lnTo>
                    <a:pt x="8997258" y="1037255"/>
                  </a:lnTo>
                  <a:lnTo>
                    <a:pt x="8969003" y="1118789"/>
                  </a:lnTo>
                  <a:lnTo>
                    <a:pt x="8941028" y="1204464"/>
                  </a:lnTo>
                  <a:lnTo>
                    <a:pt x="8913255" y="1294232"/>
                  </a:lnTo>
                  <a:lnTo>
                    <a:pt x="8885616" y="1387994"/>
                  </a:lnTo>
                  <a:lnTo>
                    <a:pt x="8858058" y="1485602"/>
                  </a:lnTo>
                  <a:lnTo>
                    <a:pt x="8830541" y="1586854"/>
                  </a:lnTo>
                  <a:lnTo>
                    <a:pt x="8803032" y="1691492"/>
                  </a:lnTo>
                  <a:lnTo>
                    <a:pt x="8775510" y="1799209"/>
                  </a:lnTo>
                  <a:lnTo>
                    <a:pt x="8747962" y="1909646"/>
                  </a:lnTo>
                  <a:lnTo>
                    <a:pt x="8720381" y="2022397"/>
                  </a:lnTo>
                  <a:lnTo>
                    <a:pt x="8692767" y="2137020"/>
                  </a:lnTo>
                  <a:lnTo>
                    <a:pt x="8665126" y="2253035"/>
                  </a:lnTo>
                  <a:lnTo>
                    <a:pt x="8637466" y="2369938"/>
                  </a:lnTo>
                  <a:lnTo>
                    <a:pt x="8609797" y="2487209"/>
                  </a:lnTo>
                  <a:lnTo>
                    <a:pt x="8582132" y="2604322"/>
                  </a:lnTo>
                  <a:lnTo>
                    <a:pt x="8554482" y="2720752"/>
                  </a:lnTo>
                  <a:lnTo>
                    <a:pt x="8526857" y="2835987"/>
                  </a:lnTo>
                  <a:lnTo>
                    <a:pt x="8499263" y="2949539"/>
                  </a:lnTo>
                  <a:lnTo>
                    <a:pt x="8471702" y="3060947"/>
                  </a:lnTo>
                  <a:lnTo>
                    <a:pt x="8444171" y="3169792"/>
                  </a:lnTo>
                  <a:lnTo>
                    <a:pt x="8416659" y="3275695"/>
                  </a:lnTo>
                  <a:lnTo>
                    <a:pt x="8389148" y="3378328"/>
                  </a:lnTo>
                  <a:lnTo>
                    <a:pt x="8361611" y="3477413"/>
                  </a:lnTo>
                  <a:lnTo>
                    <a:pt x="8334010" y="3572727"/>
                  </a:lnTo>
                  <a:lnTo>
                    <a:pt x="8306297" y="3664099"/>
                  </a:lnTo>
                  <a:lnTo>
                    <a:pt x="8278411" y="3751411"/>
                  </a:lnTo>
                  <a:lnTo>
                    <a:pt x="8250278" y="3834595"/>
                  </a:lnTo>
                  <a:lnTo>
                    <a:pt x="8221808" y="3913633"/>
                  </a:lnTo>
                  <a:lnTo>
                    <a:pt x="8192894" y="3988549"/>
                  </a:lnTo>
                  <a:lnTo>
                    <a:pt x="8163410" y="4059409"/>
                  </a:lnTo>
                  <a:lnTo>
                    <a:pt x="8151487" y="4086499"/>
                  </a:lnTo>
                  <a:lnTo>
                    <a:pt x="8109137" y="4175544"/>
                  </a:lnTo>
                  <a:lnTo>
                    <a:pt x="8064841" y="4257032"/>
                  </a:lnTo>
                  <a:lnTo>
                    <a:pt x="8018065" y="4331217"/>
                  </a:lnTo>
                  <a:lnTo>
                    <a:pt x="7968224" y="4398596"/>
                  </a:lnTo>
                  <a:lnTo>
                    <a:pt x="7914711" y="4459775"/>
                  </a:lnTo>
                  <a:lnTo>
                    <a:pt x="7856926" y="4515378"/>
                  </a:lnTo>
                  <a:lnTo>
                    <a:pt x="7794316" y="4566000"/>
                  </a:lnTo>
                  <a:lnTo>
                    <a:pt x="7726425" y="4612170"/>
                  </a:lnTo>
                  <a:lnTo>
                    <a:pt x="7652958" y="4654331"/>
                  </a:lnTo>
                  <a:lnTo>
                    <a:pt x="7573868" y="4692830"/>
                  </a:lnTo>
                  <a:lnTo>
                    <a:pt x="7489458" y="4727915"/>
                  </a:lnTo>
                  <a:lnTo>
                    <a:pt x="7400487" y="4759731"/>
                  </a:lnTo>
                  <a:lnTo>
                    <a:pt x="7308278" y="4788335"/>
                  </a:lnTo>
                  <a:lnTo>
                    <a:pt x="7214769" y="4813707"/>
                  </a:lnTo>
                  <a:lnTo>
                    <a:pt x="7122495" y="4835787"/>
                  </a:lnTo>
                  <a:lnTo>
                    <a:pt x="7034452" y="4854510"/>
                  </a:lnTo>
                  <a:lnTo>
                    <a:pt x="6953819" y="4869855"/>
                  </a:lnTo>
                  <a:lnTo>
                    <a:pt x="6883565" y="4881894"/>
                  </a:lnTo>
                  <a:lnTo>
                    <a:pt x="6826004" y="4890823"/>
                  </a:lnTo>
                  <a:lnTo>
                    <a:pt x="6782392" y="4896974"/>
                  </a:lnTo>
                  <a:lnTo>
                    <a:pt x="6752676" y="4900798"/>
                  </a:lnTo>
                  <a:lnTo>
                    <a:pt x="6735422" y="4902830"/>
                  </a:lnTo>
                  <a:lnTo>
                    <a:pt x="6727921" y="4903641"/>
                  </a:lnTo>
                  <a:lnTo>
                    <a:pt x="6726343" y="4903798"/>
                  </a:lnTo>
                  <a:lnTo>
                    <a:pt x="5254955" y="4903798"/>
                  </a:lnTo>
                  <a:lnTo>
                    <a:pt x="5253878" y="4903714"/>
                  </a:lnTo>
                  <a:lnTo>
                    <a:pt x="5246789" y="4903109"/>
                  </a:lnTo>
                  <a:lnTo>
                    <a:pt x="5228888" y="4901439"/>
                  </a:lnTo>
                  <a:lnTo>
                    <a:pt x="5196810" y="4898149"/>
                  </a:lnTo>
                  <a:lnTo>
                    <a:pt x="5148847" y="4892723"/>
                  </a:lnTo>
                  <a:lnTo>
                    <a:pt x="5085083" y="4884734"/>
                  </a:lnTo>
                  <a:lnTo>
                    <a:pt x="5007278" y="4873880"/>
                  </a:lnTo>
                  <a:lnTo>
                    <a:pt x="4918469" y="4860002"/>
                  </a:lnTo>
                  <a:lnTo>
                    <a:pt x="4822400" y="4843059"/>
                  </a:lnTo>
                  <a:lnTo>
                    <a:pt x="4722904" y="4823091"/>
                  </a:lnTo>
                  <a:lnTo>
                    <a:pt x="4623419" y="4800164"/>
                  </a:lnTo>
                  <a:lnTo>
                    <a:pt x="4526682" y="4774321"/>
                  </a:lnTo>
                  <a:lnTo>
                    <a:pt x="4434623" y="4745542"/>
                  </a:lnTo>
                  <a:lnTo>
                    <a:pt x="4348408" y="4713717"/>
                  </a:lnTo>
                  <a:lnTo>
                    <a:pt x="4268559" y="4678635"/>
                  </a:lnTo>
                  <a:lnTo>
                    <a:pt x="4195104" y="4639984"/>
                  </a:lnTo>
                  <a:lnTo>
                    <a:pt x="4127728" y="4597346"/>
                  </a:lnTo>
                  <a:lnTo>
                    <a:pt x="4065889" y="4550217"/>
                  </a:lnTo>
                  <a:lnTo>
                    <a:pt x="4008916" y="4498022"/>
                  </a:lnTo>
                  <a:lnTo>
                    <a:pt x="3956078" y="4440156"/>
                  </a:lnTo>
                  <a:lnTo>
                    <a:pt x="3906636" y="4376041"/>
                  </a:lnTo>
                  <a:lnTo>
                    <a:pt x="3859886" y="4305229"/>
                  </a:lnTo>
                  <a:lnTo>
                    <a:pt x="3829811" y="4254045"/>
                  </a:lnTo>
                  <a:lnTo>
                    <a:pt x="3796841" y="4192747"/>
                  </a:lnTo>
                  <a:lnTo>
                    <a:pt x="3764623" y="4127505"/>
                  </a:lnTo>
                  <a:lnTo>
                    <a:pt x="3732978" y="4058238"/>
                  </a:lnTo>
                  <a:lnTo>
                    <a:pt x="3701757" y="3984913"/>
                  </a:lnTo>
                  <a:lnTo>
                    <a:pt x="3670837" y="3907551"/>
                  </a:lnTo>
                  <a:lnTo>
                    <a:pt x="3640117" y="3826231"/>
                  </a:lnTo>
                  <a:lnTo>
                    <a:pt x="3609519" y="3741091"/>
                  </a:lnTo>
                  <a:lnTo>
                    <a:pt x="3578981" y="3652336"/>
                  </a:lnTo>
                  <a:lnTo>
                    <a:pt x="3548458" y="3560233"/>
                  </a:lnTo>
                  <a:lnTo>
                    <a:pt x="3517919" y="3465114"/>
                  </a:lnTo>
                  <a:lnTo>
                    <a:pt x="3487347" y="3367369"/>
                  </a:lnTo>
                  <a:lnTo>
                    <a:pt x="3456735" y="3267446"/>
                  </a:lnTo>
                  <a:lnTo>
                    <a:pt x="3426084" y="3165836"/>
                  </a:lnTo>
                  <a:lnTo>
                    <a:pt x="3395402" y="3063071"/>
                  </a:lnTo>
                  <a:lnTo>
                    <a:pt x="3364705" y="2959707"/>
                  </a:lnTo>
                  <a:lnTo>
                    <a:pt x="3334006" y="2856314"/>
                  </a:lnTo>
                  <a:lnTo>
                    <a:pt x="3303322" y="2753464"/>
                  </a:lnTo>
                  <a:lnTo>
                    <a:pt x="3272668" y="2651714"/>
                  </a:lnTo>
                  <a:lnTo>
                    <a:pt x="3242051" y="2551599"/>
                  </a:lnTo>
                  <a:lnTo>
                    <a:pt x="3211475" y="2453616"/>
                  </a:lnTo>
                  <a:lnTo>
                    <a:pt x="3180934" y="2358216"/>
                  </a:lnTo>
                  <a:lnTo>
                    <a:pt x="3150410" y="2265796"/>
                  </a:lnTo>
                  <a:lnTo>
                    <a:pt x="3119876" y="2176694"/>
                  </a:lnTo>
                  <a:lnTo>
                    <a:pt x="3089286" y="2091183"/>
                  </a:lnTo>
                  <a:lnTo>
                    <a:pt x="3058582" y="2009474"/>
                  </a:lnTo>
                  <a:lnTo>
                    <a:pt x="3027686" y="1931712"/>
                  </a:lnTo>
                  <a:lnTo>
                    <a:pt x="2996500" y="1857982"/>
                  </a:lnTo>
                  <a:lnTo>
                    <a:pt x="2964903" y="1788310"/>
                  </a:lnTo>
                  <a:lnTo>
                    <a:pt x="2932750" y="1722668"/>
                  </a:lnTo>
                  <a:lnTo>
                    <a:pt x="2899864" y="1660981"/>
                  </a:lnTo>
                  <a:lnTo>
                    <a:pt x="2896531" y="1655032"/>
                  </a:lnTo>
                  <a:lnTo>
                    <a:pt x="2851225" y="1579627"/>
                  </a:lnTo>
                  <a:lnTo>
                    <a:pt x="2803657" y="1511070"/>
                  </a:lnTo>
                  <a:lnTo>
                    <a:pt x="2753170" y="1449083"/>
                  </a:lnTo>
                  <a:lnTo>
                    <a:pt x="2699045" y="1393163"/>
                  </a:lnTo>
                  <a:lnTo>
                    <a:pt x="2640539" y="1342714"/>
                  </a:lnTo>
                  <a:lnTo>
                    <a:pt x="2576935" y="1297133"/>
                  </a:lnTo>
                  <a:lnTo>
                    <a:pt x="2507596" y="1255868"/>
                  </a:lnTo>
                  <a:lnTo>
                    <a:pt x="2432044" y="1218441"/>
                  </a:lnTo>
                  <a:lnTo>
                    <a:pt x="2350061" y="1184468"/>
                  </a:lnTo>
                  <a:lnTo>
                    <a:pt x="2261824" y="1153670"/>
                  </a:lnTo>
                  <a:lnTo>
                    <a:pt x="2168050" y="1125871"/>
                  </a:lnTo>
                  <a:lnTo>
                    <a:pt x="2070148" y="1100993"/>
                  </a:lnTo>
                  <a:lnTo>
                    <a:pt x="1970319" y="1079039"/>
                  </a:lnTo>
                  <a:lnTo>
                    <a:pt x="1871550" y="1060067"/>
                  </a:lnTo>
                  <a:lnTo>
                    <a:pt x="1777454" y="1044137"/>
                  </a:lnTo>
                  <a:lnTo>
                    <a:pt x="1691898" y="1031271"/>
                  </a:lnTo>
                  <a:lnTo>
                    <a:pt x="1618460" y="1021391"/>
                  </a:lnTo>
                  <a:lnTo>
                    <a:pt x="1559814" y="1014291"/>
                  </a:lnTo>
                  <a:lnTo>
                    <a:pt x="1517193" y="1009626"/>
                  </a:lnTo>
                  <a:lnTo>
                    <a:pt x="1490087" y="1006932"/>
                  </a:lnTo>
                  <a:lnTo>
                    <a:pt x="1476216" y="1005677"/>
                  </a:lnTo>
                  <a:lnTo>
                    <a:pt x="1471715" y="1005304"/>
                  </a:lnTo>
                  <a:lnTo>
                    <a:pt x="1471387" y="1005278"/>
                  </a:lnTo>
                  <a:lnTo>
                    <a:pt x="0" y="1005278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249" name="pl249"/>
            <p:cNvSpPr/>
            <p:nvPr/>
          </p:nvSpPr>
          <p:spPr>
            <a:xfrm>
              <a:off x="4799595" y="5584572"/>
              <a:ext cx="11981298" cy="4903798"/>
            </a:xfrm>
            <a:custGeom>
              <a:avLst/>
              <a:pathLst>
                <a:path w="11981298" h="4903798">
                  <a:moveTo>
                    <a:pt x="0" y="1005278"/>
                  </a:moveTo>
                  <a:lnTo>
                    <a:pt x="1471387" y="1005278"/>
                  </a:lnTo>
                  <a:lnTo>
                    <a:pt x="1472464" y="1005363"/>
                  </a:lnTo>
                  <a:lnTo>
                    <a:pt x="1479554" y="1005968"/>
                  </a:lnTo>
                  <a:lnTo>
                    <a:pt x="1497454" y="1007638"/>
                  </a:lnTo>
                  <a:lnTo>
                    <a:pt x="1529532" y="1010928"/>
                  </a:lnTo>
                  <a:lnTo>
                    <a:pt x="1577495" y="1016354"/>
                  </a:lnTo>
                  <a:lnTo>
                    <a:pt x="1641259" y="1024343"/>
                  </a:lnTo>
                  <a:lnTo>
                    <a:pt x="1719064" y="1035196"/>
                  </a:lnTo>
                  <a:lnTo>
                    <a:pt x="1807873" y="1049075"/>
                  </a:lnTo>
                  <a:lnTo>
                    <a:pt x="1903942" y="1066018"/>
                  </a:lnTo>
                  <a:lnTo>
                    <a:pt x="2003438" y="1085986"/>
                  </a:lnTo>
                  <a:lnTo>
                    <a:pt x="2102923" y="1108913"/>
                  </a:lnTo>
                  <a:lnTo>
                    <a:pt x="2199660" y="1134755"/>
                  </a:lnTo>
                  <a:lnTo>
                    <a:pt x="2291719" y="1163535"/>
                  </a:lnTo>
                  <a:lnTo>
                    <a:pt x="2377934" y="1195360"/>
                  </a:lnTo>
                  <a:lnTo>
                    <a:pt x="2457784" y="1230441"/>
                  </a:lnTo>
                  <a:lnTo>
                    <a:pt x="2531238" y="1269093"/>
                  </a:lnTo>
                  <a:lnTo>
                    <a:pt x="2598614" y="1311731"/>
                  </a:lnTo>
                  <a:lnTo>
                    <a:pt x="2660453" y="1358860"/>
                  </a:lnTo>
                  <a:lnTo>
                    <a:pt x="2717426" y="1411054"/>
                  </a:lnTo>
                  <a:lnTo>
                    <a:pt x="2770264" y="1468920"/>
                  </a:lnTo>
                  <a:lnTo>
                    <a:pt x="2819706" y="1533036"/>
                  </a:lnTo>
                  <a:lnTo>
                    <a:pt x="2866456" y="1603848"/>
                  </a:lnTo>
                  <a:lnTo>
                    <a:pt x="2896531" y="1655032"/>
                  </a:lnTo>
                  <a:lnTo>
                    <a:pt x="2929501" y="1716329"/>
                  </a:lnTo>
                  <a:lnTo>
                    <a:pt x="2961719" y="1781572"/>
                  </a:lnTo>
                  <a:lnTo>
                    <a:pt x="2993364" y="1850839"/>
                  </a:lnTo>
                  <a:lnTo>
                    <a:pt x="3024585" y="1924164"/>
                  </a:lnTo>
                  <a:lnTo>
                    <a:pt x="3055505" y="2001526"/>
                  </a:lnTo>
                  <a:lnTo>
                    <a:pt x="3086225" y="2082846"/>
                  </a:lnTo>
                  <a:lnTo>
                    <a:pt x="3116823" y="2167986"/>
                  </a:lnTo>
                  <a:lnTo>
                    <a:pt x="3147361" y="2256741"/>
                  </a:lnTo>
                  <a:lnTo>
                    <a:pt x="3177884" y="2348843"/>
                  </a:lnTo>
                  <a:lnTo>
                    <a:pt x="3208423" y="2443963"/>
                  </a:lnTo>
                  <a:lnTo>
                    <a:pt x="3238995" y="2541707"/>
                  </a:lnTo>
                  <a:lnTo>
                    <a:pt x="3269607" y="2641631"/>
                  </a:lnTo>
                  <a:lnTo>
                    <a:pt x="3300259" y="2743241"/>
                  </a:lnTo>
                  <a:lnTo>
                    <a:pt x="3330940" y="2846006"/>
                  </a:lnTo>
                  <a:lnTo>
                    <a:pt x="3361638" y="2949370"/>
                  </a:lnTo>
                  <a:lnTo>
                    <a:pt x="3392336" y="3052763"/>
                  </a:lnTo>
                  <a:lnTo>
                    <a:pt x="3423020" y="3155613"/>
                  </a:lnTo>
                  <a:lnTo>
                    <a:pt x="3453674" y="3257362"/>
                  </a:lnTo>
                  <a:lnTo>
                    <a:pt x="3484291" y="3357477"/>
                  </a:lnTo>
                  <a:lnTo>
                    <a:pt x="3514867" y="3455460"/>
                  </a:lnTo>
                  <a:lnTo>
                    <a:pt x="3545408" y="3550861"/>
                  </a:lnTo>
                  <a:lnTo>
                    <a:pt x="3575932" y="3643281"/>
                  </a:lnTo>
                  <a:lnTo>
                    <a:pt x="3606467" y="3732383"/>
                  </a:lnTo>
                  <a:lnTo>
                    <a:pt x="3637056" y="3817894"/>
                  </a:lnTo>
                  <a:lnTo>
                    <a:pt x="3667760" y="3899603"/>
                  </a:lnTo>
                  <a:lnTo>
                    <a:pt x="3698657" y="3977365"/>
                  </a:lnTo>
                  <a:lnTo>
                    <a:pt x="3729842" y="4051095"/>
                  </a:lnTo>
                  <a:lnTo>
                    <a:pt x="3761439" y="4120767"/>
                  </a:lnTo>
                  <a:lnTo>
                    <a:pt x="3793592" y="4186409"/>
                  </a:lnTo>
                  <a:lnTo>
                    <a:pt x="3826478" y="4248096"/>
                  </a:lnTo>
                  <a:lnTo>
                    <a:pt x="3829811" y="4254045"/>
                  </a:lnTo>
                  <a:lnTo>
                    <a:pt x="3875117" y="4329450"/>
                  </a:lnTo>
                  <a:lnTo>
                    <a:pt x="3922685" y="4398007"/>
                  </a:lnTo>
                  <a:lnTo>
                    <a:pt x="3973172" y="4459993"/>
                  </a:lnTo>
                  <a:lnTo>
                    <a:pt x="4027297" y="4515913"/>
                  </a:lnTo>
                  <a:lnTo>
                    <a:pt x="4085803" y="4566363"/>
                  </a:lnTo>
                  <a:lnTo>
                    <a:pt x="4149407" y="4611943"/>
                  </a:lnTo>
                  <a:lnTo>
                    <a:pt x="4218746" y="4653209"/>
                  </a:lnTo>
                  <a:lnTo>
                    <a:pt x="4294298" y="4690636"/>
                  </a:lnTo>
                  <a:lnTo>
                    <a:pt x="4376281" y="4724609"/>
                  </a:lnTo>
                  <a:lnTo>
                    <a:pt x="4464518" y="4755407"/>
                  </a:lnTo>
                  <a:lnTo>
                    <a:pt x="4558292" y="4783206"/>
                  </a:lnTo>
                  <a:lnTo>
                    <a:pt x="4656194" y="4808084"/>
                  </a:lnTo>
                  <a:lnTo>
                    <a:pt x="4756024" y="4830037"/>
                  </a:lnTo>
                  <a:lnTo>
                    <a:pt x="4854792" y="4849010"/>
                  </a:lnTo>
                  <a:lnTo>
                    <a:pt x="4948888" y="4864940"/>
                  </a:lnTo>
                  <a:lnTo>
                    <a:pt x="5034444" y="4877806"/>
                  </a:lnTo>
                  <a:lnTo>
                    <a:pt x="5107882" y="4887686"/>
                  </a:lnTo>
                  <a:lnTo>
                    <a:pt x="5166529" y="4894786"/>
                  </a:lnTo>
                  <a:lnTo>
                    <a:pt x="5209150" y="4899451"/>
                  </a:lnTo>
                  <a:lnTo>
                    <a:pt x="5236255" y="4902145"/>
                  </a:lnTo>
                  <a:lnTo>
                    <a:pt x="5250126" y="4903400"/>
                  </a:lnTo>
                  <a:lnTo>
                    <a:pt x="5254627" y="4903773"/>
                  </a:lnTo>
                  <a:lnTo>
                    <a:pt x="5254955" y="4903798"/>
                  </a:lnTo>
                  <a:lnTo>
                    <a:pt x="6726343" y="4903798"/>
                  </a:lnTo>
                  <a:lnTo>
                    <a:pt x="6727229" y="4903711"/>
                  </a:lnTo>
                  <a:lnTo>
                    <a:pt x="6733088" y="4903089"/>
                  </a:lnTo>
                  <a:lnTo>
                    <a:pt x="6747961" y="4901370"/>
                  </a:lnTo>
                  <a:lnTo>
                    <a:pt x="6774813" y="4897981"/>
                  </a:lnTo>
                  <a:lnTo>
                    <a:pt x="6815367" y="4892376"/>
                  </a:lnTo>
                  <a:lnTo>
                    <a:pt x="6869974" y="4884080"/>
                  </a:lnTo>
                  <a:lnTo>
                    <a:pt x="6937648" y="4872735"/>
                  </a:lnTo>
                  <a:lnTo>
                    <a:pt x="7016271" y="4858115"/>
                  </a:lnTo>
                  <a:lnTo>
                    <a:pt x="7102980" y="4840124"/>
                  </a:lnTo>
                  <a:lnTo>
                    <a:pt x="7194604" y="4818766"/>
                  </a:lnTo>
                  <a:lnTo>
                    <a:pt x="7288080" y="4794100"/>
                  </a:lnTo>
                  <a:lnTo>
                    <a:pt x="7380756" y="4766191"/>
                  </a:lnTo>
                  <a:lnTo>
                    <a:pt x="7470560" y="4735072"/>
                  </a:lnTo>
                  <a:lnTo>
                    <a:pt x="7556039" y="4700703"/>
                  </a:lnTo>
                  <a:lnTo>
                    <a:pt x="7636320" y="4662960"/>
                  </a:lnTo>
                  <a:lnTo>
                    <a:pt x="7711009" y="4621617"/>
                  </a:lnTo>
                  <a:lnTo>
                    <a:pt x="7780089" y="4576349"/>
                  </a:lnTo>
                  <a:lnTo>
                    <a:pt x="7843807" y="4526733"/>
                  </a:lnTo>
                  <a:lnTo>
                    <a:pt x="7902592" y="4472255"/>
                  </a:lnTo>
                  <a:lnTo>
                    <a:pt x="7956979" y="4412336"/>
                  </a:lnTo>
                  <a:lnTo>
                    <a:pt x="8007563" y="4346351"/>
                  </a:lnTo>
                  <a:lnTo>
                    <a:pt x="8054951" y="4273686"/>
                  </a:lnTo>
                  <a:lnTo>
                    <a:pt x="8099736" y="4193811"/>
                  </a:lnTo>
                  <a:lnTo>
                    <a:pt x="8142465" y="4106403"/>
                  </a:lnTo>
                  <a:lnTo>
                    <a:pt x="8151487" y="4086499"/>
                  </a:lnTo>
                  <a:lnTo>
                    <a:pt x="8181238" y="4017227"/>
                  </a:lnTo>
                  <a:lnTo>
                    <a:pt x="8210362" y="3943935"/>
                  </a:lnTo>
                  <a:lnTo>
                    <a:pt x="8238995" y="3866543"/>
                  </a:lnTo>
                  <a:lnTo>
                    <a:pt x="8267250" y="3785009"/>
                  </a:lnTo>
                  <a:lnTo>
                    <a:pt x="8295225" y="3699334"/>
                  </a:lnTo>
                  <a:lnTo>
                    <a:pt x="8322999" y="3609566"/>
                  </a:lnTo>
                  <a:lnTo>
                    <a:pt x="8350637" y="3515804"/>
                  </a:lnTo>
                  <a:lnTo>
                    <a:pt x="8378195" y="3418196"/>
                  </a:lnTo>
                  <a:lnTo>
                    <a:pt x="8405712" y="3316944"/>
                  </a:lnTo>
                  <a:lnTo>
                    <a:pt x="8433221" y="3212306"/>
                  </a:lnTo>
                  <a:lnTo>
                    <a:pt x="8460743" y="3104589"/>
                  </a:lnTo>
                  <a:lnTo>
                    <a:pt x="8488292" y="2994152"/>
                  </a:lnTo>
                  <a:lnTo>
                    <a:pt x="8515873" y="2881401"/>
                  </a:lnTo>
                  <a:lnTo>
                    <a:pt x="8543486" y="2766778"/>
                  </a:lnTo>
                  <a:lnTo>
                    <a:pt x="8571127" y="2650763"/>
                  </a:lnTo>
                  <a:lnTo>
                    <a:pt x="8598787" y="2533860"/>
                  </a:lnTo>
                  <a:lnTo>
                    <a:pt x="8626456" y="2416589"/>
                  </a:lnTo>
                  <a:lnTo>
                    <a:pt x="8654121" y="2299476"/>
                  </a:lnTo>
                  <a:lnTo>
                    <a:pt x="8681771" y="2183046"/>
                  </a:lnTo>
                  <a:lnTo>
                    <a:pt x="8709396" y="2067811"/>
                  </a:lnTo>
                  <a:lnTo>
                    <a:pt x="8736990" y="1954259"/>
                  </a:lnTo>
                  <a:lnTo>
                    <a:pt x="8764551" y="1842851"/>
                  </a:lnTo>
                  <a:lnTo>
                    <a:pt x="8792083" y="1734006"/>
                  </a:lnTo>
                  <a:lnTo>
                    <a:pt x="8819595" y="1628103"/>
                  </a:lnTo>
                  <a:lnTo>
                    <a:pt x="8847105" y="1525470"/>
                  </a:lnTo>
                  <a:lnTo>
                    <a:pt x="8874643" y="1426385"/>
                  </a:lnTo>
                  <a:lnTo>
                    <a:pt x="8902243" y="1331071"/>
                  </a:lnTo>
                  <a:lnTo>
                    <a:pt x="8929956" y="1239699"/>
                  </a:lnTo>
                  <a:lnTo>
                    <a:pt x="8957842" y="1152387"/>
                  </a:lnTo>
                  <a:lnTo>
                    <a:pt x="8985975" y="1069203"/>
                  </a:lnTo>
                  <a:lnTo>
                    <a:pt x="9014445" y="990165"/>
                  </a:lnTo>
                  <a:lnTo>
                    <a:pt x="9043359" y="915249"/>
                  </a:lnTo>
                  <a:lnTo>
                    <a:pt x="9072843" y="844389"/>
                  </a:lnTo>
                  <a:lnTo>
                    <a:pt x="9084767" y="817299"/>
                  </a:lnTo>
                  <a:lnTo>
                    <a:pt x="9127116" y="728254"/>
                  </a:lnTo>
                  <a:lnTo>
                    <a:pt x="9171413" y="646766"/>
                  </a:lnTo>
                  <a:lnTo>
                    <a:pt x="9218188" y="572581"/>
                  </a:lnTo>
                  <a:lnTo>
                    <a:pt x="9268029" y="505202"/>
                  </a:lnTo>
                  <a:lnTo>
                    <a:pt x="9321542" y="444023"/>
                  </a:lnTo>
                  <a:lnTo>
                    <a:pt x="9379327" y="388420"/>
                  </a:lnTo>
                  <a:lnTo>
                    <a:pt x="9441937" y="337798"/>
                  </a:lnTo>
                  <a:lnTo>
                    <a:pt x="9509828" y="291628"/>
                  </a:lnTo>
                  <a:lnTo>
                    <a:pt x="9583295" y="249467"/>
                  </a:lnTo>
                  <a:lnTo>
                    <a:pt x="9662385" y="210968"/>
                  </a:lnTo>
                  <a:lnTo>
                    <a:pt x="9746796" y="175883"/>
                  </a:lnTo>
                  <a:lnTo>
                    <a:pt x="9835766" y="144067"/>
                  </a:lnTo>
                  <a:lnTo>
                    <a:pt x="9927975" y="115463"/>
                  </a:lnTo>
                  <a:lnTo>
                    <a:pt x="10021485" y="90091"/>
                  </a:lnTo>
                  <a:lnTo>
                    <a:pt x="10113759" y="68011"/>
                  </a:lnTo>
                  <a:lnTo>
                    <a:pt x="10201801" y="49288"/>
                  </a:lnTo>
                  <a:lnTo>
                    <a:pt x="10282434" y="33943"/>
                  </a:lnTo>
                  <a:lnTo>
                    <a:pt x="10352688" y="21904"/>
                  </a:lnTo>
                  <a:lnTo>
                    <a:pt x="10410250" y="12975"/>
                  </a:lnTo>
                  <a:lnTo>
                    <a:pt x="10453861" y="6824"/>
                  </a:lnTo>
                  <a:lnTo>
                    <a:pt x="10483578" y="3000"/>
                  </a:lnTo>
                  <a:lnTo>
                    <a:pt x="10500831" y="968"/>
                  </a:lnTo>
                  <a:lnTo>
                    <a:pt x="10508332" y="157"/>
                  </a:lnTo>
                  <a:lnTo>
                    <a:pt x="10509901" y="0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50" name="pl250"/>
            <p:cNvSpPr/>
            <p:nvPr/>
          </p:nvSpPr>
          <p:spPr>
            <a:xfrm>
              <a:off x="4799595" y="5576399"/>
              <a:ext cx="11981298" cy="4903798"/>
            </a:xfrm>
            <a:custGeom>
              <a:avLst/>
              <a:pathLst>
                <a:path w="11981298" h="4903798">
                  <a:moveTo>
                    <a:pt x="11981298" y="0"/>
                  </a:moveTo>
                  <a:lnTo>
                    <a:pt x="10509911" y="0"/>
                  </a:lnTo>
                  <a:lnTo>
                    <a:pt x="10509024" y="87"/>
                  </a:lnTo>
                  <a:lnTo>
                    <a:pt x="10503166" y="709"/>
                  </a:lnTo>
                  <a:lnTo>
                    <a:pt x="10488292" y="2428"/>
                  </a:lnTo>
                  <a:lnTo>
                    <a:pt x="10461440" y="5817"/>
                  </a:lnTo>
                  <a:lnTo>
                    <a:pt x="10420887" y="11422"/>
                  </a:lnTo>
                  <a:lnTo>
                    <a:pt x="10366279" y="19718"/>
                  </a:lnTo>
                  <a:lnTo>
                    <a:pt x="10298606" y="31063"/>
                  </a:lnTo>
                  <a:lnTo>
                    <a:pt x="10219982" y="45683"/>
                  </a:lnTo>
                  <a:lnTo>
                    <a:pt x="10133273" y="63674"/>
                  </a:lnTo>
                  <a:lnTo>
                    <a:pt x="10041650" y="85032"/>
                  </a:lnTo>
                  <a:lnTo>
                    <a:pt x="9948174" y="109698"/>
                  </a:lnTo>
                  <a:lnTo>
                    <a:pt x="9855497" y="137607"/>
                  </a:lnTo>
                  <a:lnTo>
                    <a:pt x="9765693" y="168726"/>
                  </a:lnTo>
                  <a:lnTo>
                    <a:pt x="9680214" y="203095"/>
                  </a:lnTo>
                  <a:lnTo>
                    <a:pt x="9599933" y="240838"/>
                  </a:lnTo>
                  <a:lnTo>
                    <a:pt x="9525244" y="282180"/>
                  </a:lnTo>
                  <a:lnTo>
                    <a:pt x="9456164" y="327449"/>
                  </a:lnTo>
                  <a:lnTo>
                    <a:pt x="9392446" y="377065"/>
                  </a:lnTo>
                  <a:lnTo>
                    <a:pt x="9333661" y="431543"/>
                  </a:lnTo>
                  <a:lnTo>
                    <a:pt x="9279274" y="491462"/>
                  </a:lnTo>
                  <a:lnTo>
                    <a:pt x="9228690" y="557447"/>
                  </a:lnTo>
                  <a:lnTo>
                    <a:pt x="9181302" y="630112"/>
                  </a:lnTo>
                  <a:lnTo>
                    <a:pt x="9136517" y="709987"/>
                  </a:lnTo>
                  <a:lnTo>
                    <a:pt x="9093788" y="797395"/>
                  </a:lnTo>
                  <a:lnTo>
                    <a:pt x="9084767" y="817299"/>
                  </a:lnTo>
                  <a:lnTo>
                    <a:pt x="9055015" y="886571"/>
                  </a:lnTo>
                  <a:lnTo>
                    <a:pt x="9025891" y="959863"/>
                  </a:lnTo>
                  <a:lnTo>
                    <a:pt x="8997258" y="1037255"/>
                  </a:lnTo>
                  <a:lnTo>
                    <a:pt x="8969003" y="1118789"/>
                  </a:lnTo>
                  <a:lnTo>
                    <a:pt x="8941028" y="1204464"/>
                  </a:lnTo>
                  <a:lnTo>
                    <a:pt x="8913255" y="1294232"/>
                  </a:lnTo>
                  <a:lnTo>
                    <a:pt x="8885616" y="1387994"/>
                  </a:lnTo>
                  <a:lnTo>
                    <a:pt x="8858058" y="1485602"/>
                  </a:lnTo>
                  <a:lnTo>
                    <a:pt x="8830541" y="1586854"/>
                  </a:lnTo>
                  <a:lnTo>
                    <a:pt x="8803032" y="1691492"/>
                  </a:lnTo>
                  <a:lnTo>
                    <a:pt x="8775510" y="1799209"/>
                  </a:lnTo>
                  <a:lnTo>
                    <a:pt x="8747962" y="1909646"/>
                  </a:lnTo>
                  <a:lnTo>
                    <a:pt x="8720381" y="2022397"/>
                  </a:lnTo>
                  <a:lnTo>
                    <a:pt x="8692767" y="2137020"/>
                  </a:lnTo>
                  <a:lnTo>
                    <a:pt x="8665126" y="2253035"/>
                  </a:lnTo>
                  <a:lnTo>
                    <a:pt x="8637466" y="2369938"/>
                  </a:lnTo>
                  <a:lnTo>
                    <a:pt x="8609797" y="2487209"/>
                  </a:lnTo>
                  <a:lnTo>
                    <a:pt x="8582132" y="2604322"/>
                  </a:lnTo>
                  <a:lnTo>
                    <a:pt x="8554482" y="2720752"/>
                  </a:lnTo>
                  <a:lnTo>
                    <a:pt x="8526857" y="2835987"/>
                  </a:lnTo>
                  <a:lnTo>
                    <a:pt x="8499263" y="2949539"/>
                  </a:lnTo>
                  <a:lnTo>
                    <a:pt x="8471702" y="3060947"/>
                  </a:lnTo>
                  <a:lnTo>
                    <a:pt x="8444171" y="3169792"/>
                  </a:lnTo>
                  <a:lnTo>
                    <a:pt x="8416659" y="3275695"/>
                  </a:lnTo>
                  <a:lnTo>
                    <a:pt x="8389148" y="3378328"/>
                  </a:lnTo>
                  <a:lnTo>
                    <a:pt x="8361611" y="3477413"/>
                  </a:lnTo>
                  <a:lnTo>
                    <a:pt x="8334010" y="3572727"/>
                  </a:lnTo>
                  <a:lnTo>
                    <a:pt x="8306297" y="3664099"/>
                  </a:lnTo>
                  <a:lnTo>
                    <a:pt x="8278411" y="3751411"/>
                  </a:lnTo>
                  <a:lnTo>
                    <a:pt x="8250278" y="3834595"/>
                  </a:lnTo>
                  <a:lnTo>
                    <a:pt x="8221808" y="3913633"/>
                  </a:lnTo>
                  <a:lnTo>
                    <a:pt x="8192894" y="3988549"/>
                  </a:lnTo>
                  <a:lnTo>
                    <a:pt x="8163410" y="4059409"/>
                  </a:lnTo>
                  <a:lnTo>
                    <a:pt x="8151487" y="4086499"/>
                  </a:lnTo>
                  <a:lnTo>
                    <a:pt x="8109137" y="4175544"/>
                  </a:lnTo>
                  <a:lnTo>
                    <a:pt x="8064841" y="4257032"/>
                  </a:lnTo>
                  <a:lnTo>
                    <a:pt x="8018065" y="4331217"/>
                  </a:lnTo>
                  <a:lnTo>
                    <a:pt x="7968224" y="4398596"/>
                  </a:lnTo>
                  <a:lnTo>
                    <a:pt x="7914711" y="4459775"/>
                  </a:lnTo>
                  <a:lnTo>
                    <a:pt x="7856926" y="4515378"/>
                  </a:lnTo>
                  <a:lnTo>
                    <a:pt x="7794316" y="4566000"/>
                  </a:lnTo>
                  <a:lnTo>
                    <a:pt x="7726425" y="4612170"/>
                  </a:lnTo>
                  <a:lnTo>
                    <a:pt x="7652958" y="4654331"/>
                  </a:lnTo>
                  <a:lnTo>
                    <a:pt x="7573868" y="4692830"/>
                  </a:lnTo>
                  <a:lnTo>
                    <a:pt x="7489458" y="4727915"/>
                  </a:lnTo>
                  <a:lnTo>
                    <a:pt x="7400487" y="4759731"/>
                  </a:lnTo>
                  <a:lnTo>
                    <a:pt x="7308278" y="4788335"/>
                  </a:lnTo>
                  <a:lnTo>
                    <a:pt x="7214769" y="4813707"/>
                  </a:lnTo>
                  <a:lnTo>
                    <a:pt x="7122495" y="4835787"/>
                  </a:lnTo>
                  <a:lnTo>
                    <a:pt x="7034452" y="4854510"/>
                  </a:lnTo>
                  <a:lnTo>
                    <a:pt x="6953819" y="4869855"/>
                  </a:lnTo>
                  <a:lnTo>
                    <a:pt x="6883565" y="4881894"/>
                  </a:lnTo>
                  <a:lnTo>
                    <a:pt x="6826004" y="4890823"/>
                  </a:lnTo>
                  <a:lnTo>
                    <a:pt x="6782392" y="4896974"/>
                  </a:lnTo>
                  <a:lnTo>
                    <a:pt x="6752676" y="4900798"/>
                  </a:lnTo>
                  <a:lnTo>
                    <a:pt x="6735422" y="4902830"/>
                  </a:lnTo>
                  <a:lnTo>
                    <a:pt x="6727921" y="4903641"/>
                  </a:lnTo>
                  <a:lnTo>
                    <a:pt x="6726352" y="4903798"/>
                  </a:lnTo>
                  <a:lnTo>
                    <a:pt x="6726343" y="4903798"/>
                  </a:lnTo>
                  <a:lnTo>
                    <a:pt x="5254955" y="4903798"/>
                  </a:lnTo>
                  <a:lnTo>
                    <a:pt x="5253878" y="4903714"/>
                  </a:lnTo>
                  <a:lnTo>
                    <a:pt x="5246789" y="4903109"/>
                  </a:lnTo>
                  <a:lnTo>
                    <a:pt x="5228888" y="4901439"/>
                  </a:lnTo>
                  <a:lnTo>
                    <a:pt x="5196810" y="4898149"/>
                  </a:lnTo>
                  <a:lnTo>
                    <a:pt x="5148847" y="4892723"/>
                  </a:lnTo>
                  <a:lnTo>
                    <a:pt x="5085083" y="4884734"/>
                  </a:lnTo>
                  <a:lnTo>
                    <a:pt x="5007278" y="4873880"/>
                  </a:lnTo>
                  <a:lnTo>
                    <a:pt x="4918469" y="4860002"/>
                  </a:lnTo>
                  <a:lnTo>
                    <a:pt x="4822400" y="4843059"/>
                  </a:lnTo>
                  <a:lnTo>
                    <a:pt x="4722904" y="4823091"/>
                  </a:lnTo>
                  <a:lnTo>
                    <a:pt x="4623419" y="4800164"/>
                  </a:lnTo>
                  <a:lnTo>
                    <a:pt x="4526682" y="4774321"/>
                  </a:lnTo>
                  <a:lnTo>
                    <a:pt x="4434623" y="4745542"/>
                  </a:lnTo>
                  <a:lnTo>
                    <a:pt x="4348408" y="4713717"/>
                  </a:lnTo>
                  <a:lnTo>
                    <a:pt x="4268559" y="4678635"/>
                  </a:lnTo>
                  <a:lnTo>
                    <a:pt x="4195104" y="4639984"/>
                  </a:lnTo>
                  <a:lnTo>
                    <a:pt x="4127728" y="4597346"/>
                  </a:lnTo>
                  <a:lnTo>
                    <a:pt x="4065889" y="4550217"/>
                  </a:lnTo>
                  <a:lnTo>
                    <a:pt x="4008916" y="4498022"/>
                  </a:lnTo>
                  <a:lnTo>
                    <a:pt x="3956078" y="4440156"/>
                  </a:lnTo>
                  <a:lnTo>
                    <a:pt x="3906636" y="4376041"/>
                  </a:lnTo>
                  <a:lnTo>
                    <a:pt x="3859886" y="4305229"/>
                  </a:lnTo>
                  <a:lnTo>
                    <a:pt x="3829811" y="4254045"/>
                  </a:lnTo>
                  <a:lnTo>
                    <a:pt x="3796841" y="4192747"/>
                  </a:lnTo>
                  <a:lnTo>
                    <a:pt x="3764623" y="4127505"/>
                  </a:lnTo>
                  <a:lnTo>
                    <a:pt x="3732978" y="4058238"/>
                  </a:lnTo>
                  <a:lnTo>
                    <a:pt x="3701757" y="3984913"/>
                  </a:lnTo>
                  <a:lnTo>
                    <a:pt x="3670837" y="3907551"/>
                  </a:lnTo>
                  <a:lnTo>
                    <a:pt x="3640117" y="3826231"/>
                  </a:lnTo>
                  <a:lnTo>
                    <a:pt x="3609519" y="3741091"/>
                  </a:lnTo>
                  <a:lnTo>
                    <a:pt x="3578981" y="3652336"/>
                  </a:lnTo>
                  <a:lnTo>
                    <a:pt x="3548458" y="3560233"/>
                  </a:lnTo>
                  <a:lnTo>
                    <a:pt x="3517919" y="3465114"/>
                  </a:lnTo>
                  <a:lnTo>
                    <a:pt x="3487347" y="3367369"/>
                  </a:lnTo>
                  <a:lnTo>
                    <a:pt x="3456735" y="3267446"/>
                  </a:lnTo>
                  <a:lnTo>
                    <a:pt x="3426084" y="3165836"/>
                  </a:lnTo>
                  <a:lnTo>
                    <a:pt x="3395402" y="3063071"/>
                  </a:lnTo>
                  <a:lnTo>
                    <a:pt x="3364705" y="2959707"/>
                  </a:lnTo>
                  <a:lnTo>
                    <a:pt x="3334006" y="2856314"/>
                  </a:lnTo>
                  <a:lnTo>
                    <a:pt x="3303322" y="2753464"/>
                  </a:lnTo>
                  <a:lnTo>
                    <a:pt x="3272668" y="2651714"/>
                  </a:lnTo>
                  <a:lnTo>
                    <a:pt x="3242051" y="2551599"/>
                  </a:lnTo>
                  <a:lnTo>
                    <a:pt x="3211475" y="2453616"/>
                  </a:lnTo>
                  <a:lnTo>
                    <a:pt x="3180934" y="2358216"/>
                  </a:lnTo>
                  <a:lnTo>
                    <a:pt x="3150410" y="2265796"/>
                  </a:lnTo>
                  <a:lnTo>
                    <a:pt x="3119876" y="2176694"/>
                  </a:lnTo>
                  <a:lnTo>
                    <a:pt x="3089286" y="2091183"/>
                  </a:lnTo>
                  <a:lnTo>
                    <a:pt x="3058582" y="2009474"/>
                  </a:lnTo>
                  <a:lnTo>
                    <a:pt x="3027686" y="1931712"/>
                  </a:lnTo>
                  <a:lnTo>
                    <a:pt x="2996500" y="1857982"/>
                  </a:lnTo>
                  <a:lnTo>
                    <a:pt x="2964903" y="1788310"/>
                  </a:lnTo>
                  <a:lnTo>
                    <a:pt x="2932750" y="1722668"/>
                  </a:lnTo>
                  <a:lnTo>
                    <a:pt x="2899864" y="1660981"/>
                  </a:lnTo>
                  <a:lnTo>
                    <a:pt x="2896531" y="1655032"/>
                  </a:lnTo>
                  <a:lnTo>
                    <a:pt x="2851225" y="1579627"/>
                  </a:lnTo>
                  <a:lnTo>
                    <a:pt x="2803657" y="1511070"/>
                  </a:lnTo>
                  <a:lnTo>
                    <a:pt x="2753170" y="1449083"/>
                  </a:lnTo>
                  <a:lnTo>
                    <a:pt x="2699045" y="1393163"/>
                  </a:lnTo>
                  <a:lnTo>
                    <a:pt x="2640539" y="1342714"/>
                  </a:lnTo>
                  <a:lnTo>
                    <a:pt x="2576935" y="1297133"/>
                  </a:lnTo>
                  <a:lnTo>
                    <a:pt x="2507596" y="1255868"/>
                  </a:lnTo>
                  <a:lnTo>
                    <a:pt x="2432044" y="1218441"/>
                  </a:lnTo>
                  <a:lnTo>
                    <a:pt x="2350061" y="1184468"/>
                  </a:lnTo>
                  <a:lnTo>
                    <a:pt x="2261824" y="1153670"/>
                  </a:lnTo>
                  <a:lnTo>
                    <a:pt x="2168050" y="1125871"/>
                  </a:lnTo>
                  <a:lnTo>
                    <a:pt x="2070148" y="1100993"/>
                  </a:lnTo>
                  <a:lnTo>
                    <a:pt x="1970319" y="1079039"/>
                  </a:lnTo>
                  <a:lnTo>
                    <a:pt x="1871550" y="1060067"/>
                  </a:lnTo>
                  <a:lnTo>
                    <a:pt x="1777454" y="1044137"/>
                  </a:lnTo>
                  <a:lnTo>
                    <a:pt x="1691898" y="1031271"/>
                  </a:lnTo>
                  <a:lnTo>
                    <a:pt x="1618460" y="1021391"/>
                  </a:lnTo>
                  <a:lnTo>
                    <a:pt x="1559814" y="1014291"/>
                  </a:lnTo>
                  <a:lnTo>
                    <a:pt x="1517193" y="1009626"/>
                  </a:lnTo>
                  <a:lnTo>
                    <a:pt x="1490087" y="1006932"/>
                  </a:lnTo>
                  <a:lnTo>
                    <a:pt x="1476216" y="1005677"/>
                  </a:lnTo>
                  <a:lnTo>
                    <a:pt x="1471715" y="1005304"/>
                  </a:lnTo>
                  <a:lnTo>
                    <a:pt x="1471387" y="1005278"/>
                  </a:lnTo>
                  <a:lnTo>
                    <a:pt x="0" y="100527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51" name="pg251"/>
            <p:cNvSpPr/>
            <p:nvPr/>
          </p:nvSpPr>
          <p:spPr>
            <a:xfrm>
              <a:off x="4799595" y="5886973"/>
              <a:ext cx="11981298" cy="4617744"/>
            </a:xfrm>
            <a:custGeom>
              <a:avLst/>
              <a:pathLst>
                <a:path w="11981298" h="4617744">
                  <a:moveTo>
                    <a:pt x="0" y="711050"/>
                  </a:moveTo>
                  <a:lnTo>
                    <a:pt x="1471387" y="711050"/>
                  </a:lnTo>
                  <a:lnTo>
                    <a:pt x="1472464" y="711135"/>
                  </a:lnTo>
                  <a:lnTo>
                    <a:pt x="1479549" y="711741"/>
                  </a:lnTo>
                  <a:lnTo>
                    <a:pt x="1497441" y="713414"/>
                  </a:lnTo>
                  <a:lnTo>
                    <a:pt x="1529504" y="716709"/>
                  </a:lnTo>
                  <a:lnTo>
                    <a:pt x="1577445" y="722143"/>
                  </a:lnTo>
                  <a:lnTo>
                    <a:pt x="1641182" y="730145"/>
                  </a:lnTo>
                  <a:lnTo>
                    <a:pt x="1718958" y="741016"/>
                  </a:lnTo>
                  <a:lnTo>
                    <a:pt x="1807738" y="754917"/>
                  </a:lnTo>
                  <a:lnTo>
                    <a:pt x="1903783" y="771887"/>
                  </a:lnTo>
                  <a:lnTo>
                    <a:pt x="2003257" y="791888"/>
                  </a:lnTo>
                  <a:lnTo>
                    <a:pt x="2102727" y="814853"/>
                  </a:lnTo>
                  <a:lnTo>
                    <a:pt x="2199455" y="840740"/>
                  </a:lnTo>
                  <a:lnTo>
                    <a:pt x="2291510" y="869568"/>
                  </a:lnTo>
                  <a:lnTo>
                    <a:pt x="2377724" y="901446"/>
                  </a:lnTo>
                  <a:lnTo>
                    <a:pt x="2457576" y="936586"/>
                  </a:lnTo>
                  <a:lnTo>
                    <a:pt x="2531035" y="975301"/>
                  </a:lnTo>
                  <a:lnTo>
                    <a:pt x="2598416" y="1018008"/>
                  </a:lnTo>
                  <a:lnTo>
                    <a:pt x="2660261" y="1065212"/>
                  </a:lnTo>
                  <a:lnTo>
                    <a:pt x="2717238" y="1117488"/>
                  </a:lnTo>
                  <a:lnTo>
                    <a:pt x="2770080" y="1175444"/>
                  </a:lnTo>
                  <a:lnTo>
                    <a:pt x="2819524" y="1239658"/>
                  </a:lnTo>
                  <a:lnTo>
                    <a:pt x="2866275" y="1310579"/>
                  </a:lnTo>
                  <a:lnTo>
                    <a:pt x="2896531" y="1362166"/>
                  </a:lnTo>
                  <a:lnTo>
                    <a:pt x="2929471" y="1423533"/>
                  </a:lnTo>
                  <a:lnTo>
                    <a:pt x="2961660" y="1488846"/>
                  </a:lnTo>
                  <a:lnTo>
                    <a:pt x="2993276" y="1558185"/>
                  </a:lnTo>
                  <a:lnTo>
                    <a:pt x="3024470" y="1631583"/>
                  </a:lnTo>
                  <a:lnTo>
                    <a:pt x="3055363" y="1709018"/>
                  </a:lnTo>
                  <a:lnTo>
                    <a:pt x="3086054" y="1790413"/>
                  </a:lnTo>
                  <a:lnTo>
                    <a:pt x="3116625" y="1875629"/>
                  </a:lnTo>
                  <a:lnTo>
                    <a:pt x="3147135" y="1964464"/>
                  </a:lnTo>
                  <a:lnTo>
                    <a:pt x="3177629" y="2056649"/>
                  </a:lnTo>
                  <a:lnTo>
                    <a:pt x="3208139" y="2151854"/>
                  </a:lnTo>
                  <a:lnTo>
                    <a:pt x="3238683" y="2249689"/>
                  </a:lnTo>
                  <a:lnTo>
                    <a:pt x="3269266" y="2349709"/>
                  </a:lnTo>
                  <a:lnTo>
                    <a:pt x="3299889" y="2451421"/>
                  </a:lnTo>
                  <a:lnTo>
                    <a:pt x="3330541" y="2554295"/>
                  </a:lnTo>
                  <a:lnTo>
                    <a:pt x="3361211" y="2657775"/>
                  </a:lnTo>
                  <a:lnTo>
                    <a:pt x="3391881" y="2761292"/>
                  </a:lnTo>
                  <a:lnTo>
                    <a:pt x="3422536" y="2864275"/>
                  </a:lnTo>
                  <a:lnTo>
                    <a:pt x="3453163" y="2966166"/>
                  </a:lnTo>
                  <a:lnTo>
                    <a:pt x="3483752" y="3066430"/>
                  </a:lnTo>
                  <a:lnTo>
                    <a:pt x="3514300" y="3164570"/>
                  </a:lnTo>
                  <a:lnTo>
                    <a:pt x="3544814" y="3260135"/>
                  </a:lnTo>
                  <a:lnTo>
                    <a:pt x="3575309" y="3352726"/>
                  </a:lnTo>
                  <a:lnTo>
                    <a:pt x="3605815" y="3442005"/>
                  </a:lnTo>
                  <a:lnTo>
                    <a:pt x="3636374" y="3527696"/>
                  </a:lnTo>
                  <a:lnTo>
                    <a:pt x="3667047" y="3609589"/>
                  </a:lnTo>
                  <a:lnTo>
                    <a:pt x="3697909" y="3687536"/>
                  </a:lnTo>
                  <a:lnTo>
                    <a:pt x="3729057" y="3761452"/>
                  </a:lnTo>
                  <a:lnTo>
                    <a:pt x="3760612" y="3831309"/>
                  </a:lnTo>
                  <a:lnTo>
                    <a:pt x="3792718" y="3897133"/>
                  </a:lnTo>
                  <a:lnTo>
                    <a:pt x="3825551" y="3958999"/>
                  </a:lnTo>
                  <a:lnTo>
                    <a:pt x="3829811" y="3966628"/>
                  </a:lnTo>
                  <a:lnTo>
                    <a:pt x="3875109" y="4042178"/>
                  </a:lnTo>
                  <a:lnTo>
                    <a:pt x="3922668" y="4110868"/>
                  </a:lnTo>
                  <a:lnTo>
                    <a:pt x="3973143" y="4172976"/>
                  </a:lnTo>
                  <a:lnTo>
                    <a:pt x="4027256" y="4229007"/>
                  </a:lnTo>
                  <a:lnTo>
                    <a:pt x="4085748" y="4279557"/>
                  </a:lnTo>
                  <a:lnTo>
                    <a:pt x="4149335" y="4325230"/>
                  </a:lnTo>
                  <a:lnTo>
                    <a:pt x="4218654" y="4366579"/>
                  </a:lnTo>
                  <a:lnTo>
                    <a:pt x="4294184" y="4404083"/>
                  </a:lnTo>
                  <a:lnTo>
                    <a:pt x="4376143" y="4438125"/>
                  </a:lnTo>
                  <a:lnTo>
                    <a:pt x="4464354" y="4468988"/>
                  </a:lnTo>
                  <a:lnTo>
                    <a:pt x="4558101" y="4496846"/>
                  </a:lnTo>
                  <a:lnTo>
                    <a:pt x="4655979" y="4521778"/>
                  </a:lnTo>
                  <a:lnTo>
                    <a:pt x="4755789" y="4543780"/>
                  </a:lnTo>
                  <a:lnTo>
                    <a:pt x="4854547" y="4562796"/>
                  </a:lnTo>
                  <a:lnTo>
                    <a:pt x="4948643" y="4578764"/>
                  </a:lnTo>
                  <a:lnTo>
                    <a:pt x="5034213" y="4591664"/>
                  </a:lnTo>
                  <a:lnTo>
                    <a:pt x="5107678" y="4601571"/>
                  </a:lnTo>
                  <a:lnTo>
                    <a:pt x="5166364" y="4608693"/>
                  </a:lnTo>
                  <a:lnTo>
                    <a:pt x="5209031" y="4613375"/>
                  </a:lnTo>
                  <a:lnTo>
                    <a:pt x="5236183" y="4616079"/>
                  </a:lnTo>
                  <a:lnTo>
                    <a:pt x="5250094" y="4617342"/>
                  </a:lnTo>
                  <a:lnTo>
                    <a:pt x="5254621" y="4617718"/>
                  </a:lnTo>
                  <a:lnTo>
                    <a:pt x="5254955" y="4617744"/>
                  </a:lnTo>
                  <a:lnTo>
                    <a:pt x="6726343" y="4617744"/>
                  </a:lnTo>
                  <a:lnTo>
                    <a:pt x="6727248" y="4617660"/>
                  </a:lnTo>
                  <a:lnTo>
                    <a:pt x="6733226" y="4617062"/>
                  </a:lnTo>
                  <a:lnTo>
                    <a:pt x="6748395" y="4615411"/>
                  </a:lnTo>
                  <a:lnTo>
                    <a:pt x="6775762" y="4612158"/>
                  </a:lnTo>
                  <a:lnTo>
                    <a:pt x="6817050" y="4606777"/>
                  </a:lnTo>
                  <a:lnTo>
                    <a:pt x="6872576" y="4598819"/>
                  </a:lnTo>
                  <a:lnTo>
                    <a:pt x="6941281" y="4587941"/>
                  </a:lnTo>
                  <a:lnTo>
                    <a:pt x="7020962" y="4573935"/>
                  </a:lnTo>
                  <a:lnTo>
                    <a:pt x="7108664" y="4556713"/>
                  </a:lnTo>
                  <a:lnTo>
                    <a:pt x="7201148" y="4536284"/>
                  </a:lnTo>
                  <a:lnTo>
                    <a:pt x="7295305" y="4512706"/>
                  </a:lnTo>
                  <a:lnTo>
                    <a:pt x="7388467" y="4486042"/>
                  </a:lnTo>
                  <a:lnTo>
                    <a:pt x="7478568" y="4456316"/>
                  </a:lnTo>
                  <a:lnTo>
                    <a:pt x="7564180" y="4423486"/>
                  </a:lnTo>
                  <a:lnTo>
                    <a:pt x="7644462" y="4387422"/>
                  </a:lnTo>
                  <a:lnTo>
                    <a:pt x="7719056" y="4347898"/>
                  </a:lnTo>
                  <a:lnTo>
                    <a:pt x="7787978" y="4304592"/>
                  </a:lnTo>
                  <a:lnTo>
                    <a:pt x="7851508" y="4257085"/>
                  </a:lnTo>
                  <a:lnTo>
                    <a:pt x="7910098" y="4204879"/>
                  </a:lnTo>
                  <a:lnTo>
                    <a:pt x="7964307" y="4147407"/>
                  </a:lnTo>
                  <a:lnTo>
                    <a:pt x="8014745" y="4084068"/>
                  </a:lnTo>
                  <a:lnTo>
                    <a:pt x="8062032" y="4014280"/>
                  </a:lnTo>
                  <a:lnTo>
                    <a:pt x="8106770" y="3937555"/>
                  </a:lnTo>
                  <a:lnTo>
                    <a:pt x="8149506" y="3853630"/>
                  </a:lnTo>
                  <a:lnTo>
                    <a:pt x="8151487" y="3849482"/>
                  </a:lnTo>
                  <a:lnTo>
                    <a:pt x="8182087" y="3782431"/>
                  </a:lnTo>
                  <a:lnTo>
                    <a:pt x="8212028" y="3711376"/>
                  </a:lnTo>
                  <a:lnTo>
                    <a:pt x="8241456" y="3636238"/>
                  </a:lnTo>
                  <a:lnTo>
                    <a:pt x="8270494" y="3556977"/>
                  </a:lnTo>
                  <a:lnTo>
                    <a:pt x="8299246" y="3473599"/>
                  </a:lnTo>
                  <a:lnTo>
                    <a:pt x="8327795" y="3386160"/>
                  </a:lnTo>
                  <a:lnTo>
                    <a:pt x="8356213" y="3294768"/>
                  </a:lnTo>
                  <a:lnTo>
                    <a:pt x="8384554" y="3199586"/>
                  </a:lnTo>
                  <a:lnTo>
                    <a:pt x="8412862" y="3100832"/>
                  </a:lnTo>
                  <a:lnTo>
                    <a:pt x="8441167" y="2998784"/>
                  </a:lnTo>
                  <a:lnTo>
                    <a:pt x="8469491" y="2893771"/>
                  </a:lnTo>
                  <a:lnTo>
                    <a:pt x="8497845" y="2786175"/>
                  </a:lnTo>
                  <a:lnTo>
                    <a:pt x="8526235" y="2676424"/>
                  </a:lnTo>
                  <a:lnTo>
                    <a:pt x="8554658" y="2564987"/>
                  </a:lnTo>
                  <a:lnTo>
                    <a:pt x="8583107" y="2452365"/>
                  </a:lnTo>
                  <a:lnTo>
                    <a:pt x="8611571" y="2339082"/>
                  </a:lnTo>
                  <a:lnTo>
                    <a:pt x="8640038" y="2225674"/>
                  </a:lnTo>
                  <a:lnTo>
                    <a:pt x="8668496" y="2112682"/>
                  </a:lnTo>
                  <a:lnTo>
                    <a:pt x="8696932" y="2000635"/>
                  </a:lnTo>
                  <a:lnTo>
                    <a:pt x="8725337" y="1890047"/>
                  </a:lnTo>
                  <a:lnTo>
                    <a:pt x="8753708" y="1781403"/>
                  </a:lnTo>
                  <a:lnTo>
                    <a:pt x="8782045" y="1675150"/>
                  </a:lnTo>
                  <a:lnTo>
                    <a:pt x="8810357" y="1571692"/>
                  </a:lnTo>
                  <a:lnTo>
                    <a:pt x="8838660" y="1471384"/>
                  </a:lnTo>
                  <a:lnTo>
                    <a:pt x="8866981" y="1374526"/>
                  </a:lnTo>
                  <a:lnTo>
                    <a:pt x="8895357" y="1281365"/>
                  </a:lnTo>
                  <a:lnTo>
                    <a:pt x="8923838" y="1192088"/>
                  </a:lnTo>
                  <a:lnTo>
                    <a:pt x="8952487" y="1106830"/>
                  </a:lnTo>
                  <a:lnTo>
                    <a:pt x="8981382" y="1025669"/>
                  </a:lnTo>
                  <a:lnTo>
                    <a:pt x="9010616" y="948635"/>
                  </a:lnTo>
                  <a:lnTo>
                    <a:pt x="9040304" y="875707"/>
                  </a:lnTo>
                  <a:lnTo>
                    <a:pt x="9070581" y="806825"/>
                  </a:lnTo>
                  <a:lnTo>
                    <a:pt x="9084767" y="776434"/>
                  </a:lnTo>
                  <a:lnTo>
                    <a:pt x="9127420" y="692168"/>
                  </a:lnTo>
                  <a:lnTo>
                    <a:pt x="9172052" y="615106"/>
                  </a:lnTo>
                  <a:lnTo>
                    <a:pt x="9219206" y="544999"/>
                  </a:lnTo>
                  <a:lnTo>
                    <a:pt x="9269480" y="481369"/>
                  </a:lnTo>
                  <a:lnTo>
                    <a:pt x="9323497" y="423632"/>
                  </a:lnTo>
                  <a:lnTo>
                    <a:pt x="9381867" y="371190"/>
                  </a:lnTo>
                  <a:lnTo>
                    <a:pt x="9445151" y="323473"/>
                  </a:lnTo>
                  <a:lnTo>
                    <a:pt x="9513810" y="279978"/>
                  </a:lnTo>
                  <a:lnTo>
                    <a:pt x="9588133" y="240284"/>
                  </a:lnTo>
                  <a:lnTo>
                    <a:pt x="9668151" y="204062"/>
                  </a:lnTo>
                  <a:lnTo>
                    <a:pt x="9753526" y="171082"/>
                  </a:lnTo>
                  <a:lnTo>
                    <a:pt x="9843442" y="141211"/>
                  </a:lnTo>
                  <a:lnTo>
                    <a:pt x="9936501" y="114402"/>
                  </a:lnTo>
                  <a:lnTo>
                    <a:pt x="10030666" y="90677"/>
                  </a:lnTo>
                  <a:lnTo>
                    <a:pt x="10123296" y="70097"/>
                  </a:lnTo>
                  <a:lnTo>
                    <a:pt x="10211299" y="52723"/>
                  </a:lnTo>
                  <a:lnTo>
                    <a:pt x="10291429" y="38566"/>
                  </a:lnTo>
                  <a:lnTo>
                    <a:pt x="10360711" y="27544"/>
                  </a:lnTo>
                  <a:lnTo>
                    <a:pt x="10416895" y="19454"/>
                  </a:lnTo>
                  <a:lnTo>
                    <a:pt x="10458860" y="13961"/>
                  </a:lnTo>
                  <a:lnTo>
                    <a:pt x="10486857" y="10618"/>
                  </a:lnTo>
                  <a:lnTo>
                    <a:pt x="10502545" y="8904"/>
                  </a:lnTo>
                  <a:lnTo>
                    <a:pt x="10508873" y="8269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9006" y="83"/>
                  </a:lnTo>
                  <a:lnTo>
                    <a:pt x="10503027" y="681"/>
                  </a:lnTo>
                  <a:lnTo>
                    <a:pt x="10487858" y="2332"/>
                  </a:lnTo>
                  <a:lnTo>
                    <a:pt x="10460492" y="5585"/>
                  </a:lnTo>
                  <a:lnTo>
                    <a:pt x="10419203" y="10966"/>
                  </a:lnTo>
                  <a:lnTo>
                    <a:pt x="10363677" y="18925"/>
                  </a:lnTo>
                  <a:lnTo>
                    <a:pt x="10294972" y="29802"/>
                  </a:lnTo>
                  <a:lnTo>
                    <a:pt x="10215292" y="43808"/>
                  </a:lnTo>
                  <a:lnTo>
                    <a:pt x="10127589" y="61030"/>
                  </a:lnTo>
                  <a:lnTo>
                    <a:pt x="10035105" y="81459"/>
                  </a:lnTo>
                  <a:lnTo>
                    <a:pt x="9940948" y="105037"/>
                  </a:lnTo>
                  <a:lnTo>
                    <a:pt x="9847786" y="131701"/>
                  </a:lnTo>
                  <a:lnTo>
                    <a:pt x="9757685" y="161427"/>
                  </a:lnTo>
                  <a:lnTo>
                    <a:pt x="9672073" y="194257"/>
                  </a:lnTo>
                  <a:lnTo>
                    <a:pt x="9591791" y="230321"/>
                  </a:lnTo>
                  <a:lnTo>
                    <a:pt x="9517197" y="269845"/>
                  </a:lnTo>
                  <a:lnTo>
                    <a:pt x="9448275" y="313151"/>
                  </a:lnTo>
                  <a:lnTo>
                    <a:pt x="9384746" y="360658"/>
                  </a:lnTo>
                  <a:lnTo>
                    <a:pt x="9326156" y="412864"/>
                  </a:lnTo>
                  <a:lnTo>
                    <a:pt x="9271946" y="470336"/>
                  </a:lnTo>
                  <a:lnTo>
                    <a:pt x="9221509" y="533675"/>
                  </a:lnTo>
                  <a:lnTo>
                    <a:pt x="9174221" y="603463"/>
                  </a:lnTo>
                  <a:lnTo>
                    <a:pt x="9129483" y="680188"/>
                  </a:lnTo>
                  <a:lnTo>
                    <a:pt x="9086747" y="764113"/>
                  </a:lnTo>
                  <a:lnTo>
                    <a:pt x="9084767" y="768261"/>
                  </a:lnTo>
                  <a:lnTo>
                    <a:pt x="9054166" y="835312"/>
                  </a:lnTo>
                  <a:lnTo>
                    <a:pt x="9024225" y="906367"/>
                  </a:lnTo>
                  <a:lnTo>
                    <a:pt x="8994797" y="981505"/>
                  </a:lnTo>
                  <a:lnTo>
                    <a:pt x="8965759" y="1060766"/>
                  </a:lnTo>
                  <a:lnTo>
                    <a:pt x="8937008" y="1144144"/>
                  </a:lnTo>
                  <a:lnTo>
                    <a:pt x="8908458" y="1231583"/>
                  </a:lnTo>
                  <a:lnTo>
                    <a:pt x="8880040" y="1322975"/>
                  </a:lnTo>
                  <a:lnTo>
                    <a:pt x="8851699" y="1418158"/>
                  </a:lnTo>
                  <a:lnTo>
                    <a:pt x="8823392" y="1516911"/>
                  </a:lnTo>
                  <a:lnTo>
                    <a:pt x="8795086" y="1618959"/>
                  </a:lnTo>
                  <a:lnTo>
                    <a:pt x="8766762" y="1723972"/>
                  </a:lnTo>
                  <a:lnTo>
                    <a:pt x="8738408" y="1831568"/>
                  </a:lnTo>
                  <a:lnTo>
                    <a:pt x="8710018" y="1941319"/>
                  </a:lnTo>
                  <a:lnTo>
                    <a:pt x="8681595" y="2052756"/>
                  </a:lnTo>
                  <a:lnTo>
                    <a:pt x="8653146" y="2165378"/>
                  </a:lnTo>
                  <a:lnTo>
                    <a:pt x="8624682" y="2278661"/>
                  </a:lnTo>
                  <a:lnTo>
                    <a:pt x="8596215" y="2392069"/>
                  </a:lnTo>
                  <a:lnTo>
                    <a:pt x="8567758" y="2505061"/>
                  </a:lnTo>
                  <a:lnTo>
                    <a:pt x="8539322" y="2617108"/>
                  </a:lnTo>
                  <a:lnTo>
                    <a:pt x="8510916" y="2727696"/>
                  </a:lnTo>
                  <a:lnTo>
                    <a:pt x="8482545" y="2836340"/>
                  </a:lnTo>
                  <a:lnTo>
                    <a:pt x="8454208" y="2942593"/>
                  </a:lnTo>
                  <a:lnTo>
                    <a:pt x="8425897" y="3046051"/>
                  </a:lnTo>
                  <a:lnTo>
                    <a:pt x="8397593" y="3146359"/>
                  </a:lnTo>
                  <a:lnTo>
                    <a:pt x="8369272" y="3243217"/>
                  </a:lnTo>
                  <a:lnTo>
                    <a:pt x="8340896" y="3336378"/>
                  </a:lnTo>
                  <a:lnTo>
                    <a:pt x="8312415" y="3425655"/>
                  </a:lnTo>
                  <a:lnTo>
                    <a:pt x="8283766" y="3510913"/>
                  </a:lnTo>
                  <a:lnTo>
                    <a:pt x="8254872" y="3592074"/>
                  </a:lnTo>
                  <a:lnTo>
                    <a:pt x="8225637" y="3669109"/>
                  </a:lnTo>
                  <a:lnTo>
                    <a:pt x="8195949" y="3742036"/>
                  </a:lnTo>
                  <a:lnTo>
                    <a:pt x="8165672" y="3810919"/>
                  </a:lnTo>
                  <a:lnTo>
                    <a:pt x="8151487" y="3841309"/>
                  </a:lnTo>
                  <a:lnTo>
                    <a:pt x="8108833" y="3925575"/>
                  </a:lnTo>
                  <a:lnTo>
                    <a:pt x="8064202" y="4002637"/>
                  </a:lnTo>
                  <a:lnTo>
                    <a:pt x="8017048" y="4072744"/>
                  </a:lnTo>
                  <a:lnTo>
                    <a:pt x="7966773" y="4136375"/>
                  </a:lnTo>
                  <a:lnTo>
                    <a:pt x="7912756" y="4194111"/>
                  </a:lnTo>
                  <a:lnTo>
                    <a:pt x="7854386" y="4246553"/>
                  </a:lnTo>
                  <a:lnTo>
                    <a:pt x="7791102" y="4294270"/>
                  </a:lnTo>
                  <a:lnTo>
                    <a:pt x="7722443" y="4337765"/>
                  </a:lnTo>
                  <a:lnTo>
                    <a:pt x="7648120" y="4377459"/>
                  </a:lnTo>
                  <a:lnTo>
                    <a:pt x="7568102" y="4413681"/>
                  </a:lnTo>
                  <a:lnTo>
                    <a:pt x="7482727" y="4446661"/>
                  </a:lnTo>
                  <a:lnTo>
                    <a:pt x="7392811" y="4476532"/>
                  </a:lnTo>
                  <a:lnTo>
                    <a:pt x="7299753" y="4503341"/>
                  </a:lnTo>
                  <a:lnTo>
                    <a:pt x="7205587" y="4527066"/>
                  </a:lnTo>
                  <a:lnTo>
                    <a:pt x="7112957" y="4547646"/>
                  </a:lnTo>
                  <a:lnTo>
                    <a:pt x="7024955" y="4565020"/>
                  </a:lnTo>
                  <a:lnTo>
                    <a:pt x="6944824" y="4579177"/>
                  </a:lnTo>
                  <a:lnTo>
                    <a:pt x="6875543" y="4590199"/>
                  </a:lnTo>
                  <a:lnTo>
                    <a:pt x="6819359" y="4598289"/>
                  </a:lnTo>
                  <a:lnTo>
                    <a:pt x="6777393" y="4603782"/>
                  </a:lnTo>
                  <a:lnTo>
                    <a:pt x="6749396" y="4607125"/>
                  </a:lnTo>
                  <a:lnTo>
                    <a:pt x="6733708" y="4608839"/>
                  </a:lnTo>
                  <a:lnTo>
                    <a:pt x="6727380" y="4609474"/>
                  </a:lnTo>
                  <a:lnTo>
                    <a:pt x="6726343" y="4609571"/>
                  </a:lnTo>
                  <a:lnTo>
                    <a:pt x="5254955" y="4609571"/>
                  </a:lnTo>
                  <a:lnTo>
                    <a:pt x="5253879" y="4609486"/>
                  </a:lnTo>
                  <a:lnTo>
                    <a:pt x="5246793" y="4608880"/>
                  </a:lnTo>
                  <a:lnTo>
                    <a:pt x="5228901" y="4607207"/>
                  </a:lnTo>
                  <a:lnTo>
                    <a:pt x="5196838" y="4603912"/>
                  </a:lnTo>
                  <a:lnTo>
                    <a:pt x="5148897" y="4598478"/>
                  </a:lnTo>
                  <a:lnTo>
                    <a:pt x="5085161" y="4590476"/>
                  </a:lnTo>
                  <a:lnTo>
                    <a:pt x="5007384" y="4579605"/>
                  </a:lnTo>
                  <a:lnTo>
                    <a:pt x="4918604" y="4565704"/>
                  </a:lnTo>
                  <a:lnTo>
                    <a:pt x="4822560" y="4548734"/>
                  </a:lnTo>
                  <a:lnTo>
                    <a:pt x="4723085" y="4528732"/>
                  </a:lnTo>
                  <a:lnTo>
                    <a:pt x="4623615" y="4505768"/>
                  </a:lnTo>
                  <a:lnTo>
                    <a:pt x="4526887" y="4479881"/>
                  </a:lnTo>
                  <a:lnTo>
                    <a:pt x="4434833" y="4451053"/>
                  </a:lnTo>
                  <a:lnTo>
                    <a:pt x="4348618" y="4419175"/>
                  </a:lnTo>
                  <a:lnTo>
                    <a:pt x="4268766" y="4384035"/>
                  </a:lnTo>
                  <a:lnTo>
                    <a:pt x="4195307" y="4345320"/>
                  </a:lnTo>
                  <a:lnTo>
                    <a:pt x="4127926" y="4302613"/>
                  </a:lnTo>
                  <a:lnTo>
                    <a:pt x="4066081" y="4255409"/>
                  </a:lnTo>
                  <a:lnTo>
                    <a:pt x="4009104" y="4203133"/>
                  </a:lnTo>
                  <a:lnTo>
                    <a:pt x="3956262" y="4145177"/>
                  </a:lnTo>
                  <a:lnTo>
                    <a:pt x="3906818" y="4080963"/>
                  </a:lnTo>
                  <a:lnTo>
                    <a:pt x="3860067" y="4010042"/>
                  </a:lnTo>
                  <a:lnTo>
                    <a:pt x="3829811" y="3958455"/>
                  </a:lnTo>
                  <a:lnTo>
                    <a:pt x="3796871" y="3897088"/>
                  </a:lnTo>
                  <a:lnTo>
                    <a:pt x="3764682" y="3831775"/>
                  </a:lnTo>
                  <a:lnTo>
                    <a:pt x="3733066" y="3762436"/>
                  </a:lnTo>
                  <a:lnTo>
                    <a:pt x="3701872" y="3689038"/>
                  </a:lnTo>
                  <a:lnTo>
                    <a:pt x="3670980" y="3611603"/>
                  </a:lnTo>
                  <a:lnTo>
                    <a:pt x="3640288" y="3530208"/>
                  </a:lnTo>
                  <a:lnTo>
                    <a:pt x="3609718" y="3444991"/>
                  </a:lnTo>
                  <a:lnTo>
                    <a:pt x="3579208" y="3356157"/>
                  </a:lnTo>
                  <a:lnTo>
                    <a:pt x="3548713" y="3263972"/>
                  </a:lnTo>
                  <a:lnTo>
                    <a:pt x="3518203" y="3168767"/>
                  </a:lnTo>
                  <a:lnTo>
                    <a:pt x="3487659" y="3070931"/>
                  </a:lnTo>
                  <a:lnTo>
                    <a:pt x="3457076" y="2970912"/>
                  </a:lnTo>
                  <a:lnTo>
                    <a:pt x="3426453" y="2869200"/>
                  </a:lnTo>
                  <a:lnTo>
                    <a:pt x="3395801" y="2766326"/>
                  </a:lnTo>
                  <a:lnTo>
                    <a:pt x="3365132" y="2662846"/>
                  </a:lnTo>
                  <a:lnTo>
                    <a:pt x="3334461" y="2559329"/>
                  </a:lnTo>
                  <a:lnTo>
                    <a:pt x="3303806" y="2456345"/>
                  </a:lnTo>
                  <a:lnTo>
                    <a:pt x="3273179" y="2354455"/>
                  </a:lnTo>
                  <a:lnTo>
                    <a:pt x="3242590" y="2254191"/>
                  </a:lnTo>
                  <a:lnTo>
                    <a:pt x="3212042" y="2156051"/>
                  </a:lnTo>
                  <a:lnTo>
                    <a:pt x="3181528" y="2060486"/>
                  </a:lnTo>
                  <a:lnTo>
                    <a:pt x="3151033" y="1967895"/>
                  </a:lnTo>
                  <a:lnTo>
                    <a:pt x="3120527" y="1878616"/>
                  </a:lnTo>
                  <a:lnTo>
                    <a:pt x="3089968" y="1792925"/>
                  </a:lnTo>
                  <a:lnTo>
                    <a:pt x="3059295" y="1711032"/>
                  </a:lnTo>
                  <a:lnTo>
                    <a:pt x="3028433" y="1633085"/>
                  </a:lnTo>
                  <a:lnTo>
                    <a:pt x="2997285" y="1559169"/>
                  </a:lnTo>
                  <a:lnTo>
                    <a:pt x="2965730" y="1489312"/>
                  </a:lnTo>
                  <a:lnTo>
                    <a:pt x="2933624" y="1423488"/>
                  </a:lnTo>
                  <a:lnTo>
                    <a:pt x="2900791" y="1361622"/>
                  </a:lnTo>
                  <a:lnTo>
                    <a:pt x="2896531" y="1353993"/>
                  </a:lnTo>
                  <a:lnTo>
                    <a:pt x="2851233" y="1278443"/>
                  </a:lnTo>
                  <a:lnTo>
                    <a:pt x="2803675" y="1209753"/>
                  </a:lnTo>
                  <a:lnTo>
                    <a:pt x="2753199" y="1147645"/>
                  </a:lnTo>
                  <a:lnTo>
                    <a:pt x="2699086" y="1091614"/>
                  </a:lnTo>
                  <a:lnTo>
                    <a:pt x="2640594" y="1041064"/>
                  </a:lnTo>
                  <a:lnTo>
                    <a:pt x="2577007" y="995391"/>
                  </a:lnTo>
                  <a:lnTo>
                    <a:pt x="2507688" y="954042"/>
                  </a:lnTo>
                  <a:lnTo>
                    <a:pt x="2432158" y="916538"/>
                  </a:lnTo>
                  <a:lnTo>
                    <a:pt x="2350199" y="882495"/>
                  </a:lnTo>
                  <a:lnTo>
                    <a:pt x="2261988" y="851633"/>
                  </a:lnTo>
                  <a:lnTo>
                    <a:pt x="2168241" y="823775"/>
                  </a:lnTo>
                  <a:lnTo>
                    <a:pt x="2070363" y="798843"/>
                  </a:lnTo>
                  <a:lnTo>
                    <a:pt x="1970553" y="776841"/>
                  </a:lnTo>
                  <a:lnTo>
                    <a:pt x="1871795" y="757825"/>
                  </a:lnTo>
                  <a:lnTo>
                    <a:pt x="1777699" y="741857"/>
                  </a:lnTo>
                  <a:lnTo>
                    <a:pt x="1692129" y="728957"/>
                  </a:lnTo>
                  <a:lnTo>
                    <a:pt x="1618664" y="719050"/>
                  </a:lnTo>
                  <a:lnTo>
                    <a:pt x="1559978" y="711928"/>
                  </a:lnTo>
                  <a:lnTo>
                    <a:pt x="1517311" y="707246"/>
                  </a:lnTo>
                  <a:lnTo>
                    <a:pt x="1490159" y="704542"/>
                  </a:lnTo>
                  <a:lnTo>
                    <a:pt x="1476248" y="703279"/>
                  </a:lnTo>
                  <a:lnTo>
                    <a:pt x="1471721" y="702903"/>
                  </a:lnTo>
                  <a:lnTo>
                    <a:pt x="1471387" y="702877"/>
                  </a:lnTo>
                  <a:lnTo>
                    <a:pt x="0" y="702877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252" name="pl252"/>
            <p:cNvSpPr/>
            <p:nvPr/>
          </p:nvSpPr>
          <p:spPr>
            <a:xfrm>
              <a:off x="4799595" y="5895146"/>
              <a:ext cx="11981298" cy="4609571"/>
            </a:xfrm>
            <a:custGeom>
              <a:avLst/>
              <a:pathLst>
                <a:path w="11981298" h="4609571">
                  <a:moveTo>
                    <a:pt x="0" y="702877"/>
                  </a:moveTo>
                  <a:lnTo>
                    <a:pt x="1471387" y="702877"/>
                  </a:lnTo>
                  <a:lnTo>
                    <a:pt x="1472464" y="702962"/>
                  </a:lnTo>
                  <a:lnTo>
                    <a:pt x="1479549" y="703568"/>
                  </a:lnTo>
                  <a:lnTo>
                    <a:pt x="1497441" y="705241"/>
                  </a:lnTo>
                  <a:lnTo>
                    <a:pt x="1529504" y="708536"/>
                  </a:lnTo>
                  <a:lnTo>
                    <a:pt x="1577445" y="713970"/>
                  </a:lnTo>
                  <a:lnTo>
                    <a:pt x="1641182" y="721972"/>
                  </a:lnTo>
                  <a:lnTo>
                    <a:pt x="1718958" y="732843"/>
                  </a:lnTo>
                  <a:lnTo>
                    <a:pt x="1807738" y="746744"/>
                  </a:lnTo>
                  <a:lnTo>
                    <a:pt x="1903783" y="763714"/>
                  </a:lnTo>
                  <a:lnTo>
                    <a:pt x="2003257" y="783715"/>
                  </a:lnTo>
                  <a:lnTo>
                    <a:pt x="2102727" y="806680"/>
                  </a:lnTo>
                  <a:lnTo>
                    <a:pt x="2199455" y="832567"/>
                  </a:lnTo>
                  <a:lnTo>
                    <a:pt x="2291510" y="861395"/>
                  </a:lnTo>
                  <a:lnTo>
                    <a:pt x="2377724" y="893273"/>
                  </a:lnTo>
                  <a:lnTo>
                    <a:pt x="2457576" y="928413"/>
                  </a:lnTo>
                  <a:lnTo>
                    <a:pt x="2531035" y="967128"/>
                  </a:lnTo>
                  <a:lnTo>
                    <a:pt x="2598416" y="1009835"/>
                  </a:lnTo>
                  <a:lnTo>
                    <a:pt x="2660261" y="1057039"/>
                  </a:lnTo>
                  <a:lnTo>
                    <a:pt x="2717238" y="1109315"/>
                  </a:lnTo>
                  <a:lnTo>
                    <a:pt x="2770080" y="1167271"/>
                  </a:lnTo>
                  <a:lnTo>
                    <a:pt x="2819524" y="1231485"/>
                  </a:lnTo>
                  <a:lnTo>
                    <a:pt x="2866275" y="1302406"/>
                  </a:lnTo>
                  <a:lnTo>
                    <a:pt x="2896531" y="1353993"/>
                  </a:lnTo>
                  <a:lnTo>
                    <a:pt x="2929471" y="1415360"/>
                  </a:lnTo>
                  <a:lnTo>
                    <a:pt x="2961660" y="1480673"/>
                  </a:lnTo>
                  <a:lnTo>
                    <a:pt x="2993276" y="1550012"/>
                  </a:lnTo>
                  <a:lnTo>
                    <a:pt x="3024470" y="1623410"/>
                  </a:lnTo>
                  <a:lnTo>
                    <a:pt x="3055363" y="1700845"/>
                  </a:lnTo>
                  <a:lnTo>
                    <a:pt x="3086054" y="1782240"/>
                  </a:lnTo>
                  <a:lnTo>
                    <a:pt x="3116625" y="1867456"/>
                  </a:lnTo>
                  <a:lnTo>
                    <a:pt x="3147135" y="1956291"/>
                  </a:lnTo>
                  <a:lnTo>
                    <a:pt x="3177629" y="2048476"/>
                  </a:lnTo>
                  <a:lnTo>
                    <a:pt x="3208139" y="2143681"/>
                  </a:lnTo>
                  <a:lnTo>
                    <a:pt x="3238683" y="2241516"/>
                  </a:lnTo>
                  <a:lnTo>
                    <a:pt x="3269266" y="2341536"/>
                  </a:lnTo>
                  <a:lnTo>
                    <a:pt x="3299889" y="2443248"/>
                  </a:lnTo>
                  <a:lnTo>
                    <a:pt x="3330541" y="2546122"/>
                  </a:lnTo>
                  <a:lnTo>
                    <a:pt x="3361211" y="2649602"/>
                  </a:lnTo>
                  <a:lnTo>
                    <a:pt x="3391881" y="2753119"/>
                  </a:lnTo>
                  <a:lnTo>
                    <a:pt x="3422536" y="2856102"/>
                  </a:lnTo>
                  <a:lnTo>
                    <a:pt x="3453163" y="2957993"/>
                  </a:lnTo>
                  <a:lnTo>
                    <a:pt x="3483752" y="3058257"/>
                  </a:lnTo>
                  <a:lnTo>
                    <a:pt x="3514300" y="3156397"/>
                  </a:lnTo>
                  <a:lnTo>
                    <a:pt x="3544814" y="3251962"/>
                  </a:lnTo>
                  <a:lnTo>
                    <a:pt x="3575309" y="3344553"/>
                  </a:lnTo>
                  <a:lnTo>
                    <a:pt x="3605815" y="3433832"/>
                  </a:lnTo>
                  <a:lnTo>
                    <a:pt x="3636374" y="3519523"/>
                  </a:lnTo>
                  <a:lnTo>
                    <a:pt x="3667047" y="3601416"/>
                  </a:lnTo>
                  <a:lnTo>
                    <a:pt x="3697909" y="3679363"/>
                  </a:lnTo>
                  <a:lnTo>
                    <a:pt x="3729057" y="3753279"/>
                  </a:lnTo>
                  <a:lnTo>
                    <a:pt x="3760612" y="3823136"/>
                  </a:lnTo>
                  <a:lnTo>
                    <a:pt x="3792718" y="3888960"/>
                  </a:lnTo>
                  <a:lnTo>
                    <a:pt x="3825551" y="3950826"/>
                  </a:lnTo>
                  <a:lnTo>
                    <a:pt x="3829811" y="3958455"/>
                  </a:lnTo>
                  <a:lnTo>
                    <a:pt x="3875109" y="4034005"/>
                  </a:lnTo>
                  <a:lnTo>
                    <a:pt x="3922668" y="4102695"/>
                  </a:lnTo>
                  <a:lnTo>
                    <a:pt x="3973143" y="4164803"/>
                  </a:lnTo>
                  <a:lnTo>
                    <a:pt x="4027256" y="4220834"/>
                  </a:lnTo>
                  <a:lnTo>
                    <a:pt x="4085748" y="4271384"/>
                  </a:lnTo>
                  <a:lnTo>
                    <a:pt x="4149335" y="4317057"/>
                  </a:lnTo>
                  <a:lnTo>
                    <a:pt x="4218654" y="4358406"/>
                  </a:lnTo>
                  <a:lnTo>
                    <a:pt x="4294184" y="4395910"/>
                  </a:lnTo>
                  <a:lnTo>
                    <a:pt x="4376143" y="4429952"/>
                  </a:lnTo>
                  <a:lnTo>
                    <a:pt x="4464354" y="4460815"/>
                  </a:lnTo>
                  <a:lnTo>
                    <a:pt x="4558101" y="4488673"/>
                  </a:lnTo>
                  <a:lnTo>
                    <a:pt x="4655979" y="4513605"/>
                  </a:lnTo>
                  <a:lnTo>
                    <a:pt x="4755789" y="4535607"/>
                  </a:lnTo>
                  <a:lnTo>
                    <a:pt x="4854547" y="4554623"/>
                  </a:lnTo>
                  <a:lnTo>
                    <a:pt x="4948643" y="4570591"/>
                  </a:lnTo>
                  <a:lnTo>
                    <a:pt x="5034213" y="4583491"/>
                  </a:lnTo>
                  <a:lnTo>
                    <a:pt x="5107678" y="4593398"/>
                  </a:lnTo>
                  <a:lnTo>
                    <a:pt x="5166364" y="4600520"/>
                  </a:lnTo>
                  <a:lnTo>
                    <a:pt x="5209031" y="4605202"/>
                  </a:lnTo>
                  <a:lnTo>
                    <a:pt x="5236183" y="4607906"/>
                  </a:lnTo>
                  <a:lnTo>
                    <a:pt x="5250094" y="4609169"/>
                  </a:lnTo>
                  <a:lnTo>
                    <a:pt x="5254621" y="4609545"/>
                  </a:lnTo>
                  <a:lnTo>
                    <a:pt x="5254955" y="4609571"/>
                  </a:lnTo>
                  <a:lnTo>
                    <a:pt x="6726343" y="4609571"/>
                  </a:lnTo>
                  <a:lnTo>
                    <a:pt x="6727248" y="4609487"/>
                  </a:lnTo>
                  <a:lnTo>
                    <a:pt x="6733226" y="4608889"/>
                  </a:lnTo>
                  <a:lnTo>
                    <a:pt x="6748395" y="4607238"/>
                  </a:lnTo>
                  <a:lnTo>
                    <a:pt x="6775762" y="4603985"/>
                  </a:lnTo>
                  <a:lnTo>
                    <a:pt x="6817050" y="4598604"/>
                  </a:lnTo>
                  <a:lnTo>
                    <a:pt x="6872576" y="4590646"/>
                  </a:lnTo>
                  <a:lnTo>
                    <a:pt x="6941281" y="4579768"/>
                  </a:lnTo>
                  <a:lnTo>
                    <a:pt x="7020962" y="4565762"/>
                  </a:lnTo>
                  <a:lnTo>
                    <a:pt x="7108664" y="4548540"/>
                  </a:lnTo>
                  <a:lnTo>
                    <a:pt x="7201148" y="4528111"/>
                  </a:lnTo>
                  <a:lnTo>
                    <a:pt x="7295305" y="4504533"/>
                  </a:lnTo>
                  <a:lnTo>
                    <a:pt x="7388467" y="4477869"/>
                  </a:lnTo>
                  <a:lnTo>
                    <a:pt x="7478568" y="4448143"/>
                  </a:lnTo>
                  <a:lnTo>
                    <a:pt x="7564180" y="4415313"/>
                  </a:lnTo>
                  <a:lnTo>
                    <a:pt x="7644462" y="4379249"/>
                  </a:lnTo>
                  <a:lnTo>
                    <a:pt x="7719056" y="4339725"/>
                  </a:lnTo>
                  <a:lnTo>
                    <a:pt x="7787978" y="4296419"/>
                  </a:lnTo>
                  <a:lnTo>
                    <a:pt x="7851508" y="4248912"/>
                  </a:lnTo>
                  <a:lnTo>
                    <a:pt x="7910098" y="4196706"/>
                  </a:lnTo>
                  <a:lnTo>
                    <a:pt x="7964307" y="4139234"/>
                  </a:lnTo>
                  <a:lnTo>
                    <a:pt x="8014745" y="4075895"/>
                  </a:lnTo>
                  <a:lnTo>
                    <a:pt x="8062032" y="4006107"/>
                  </a:lnTo>
                  <a:lnTo>
                    <a:pt x="8106770" y="3929382"/>
                  </a:lnTo>
                  <a:lnTo>
                    <a:pt x="8149506" y="3845457"/>
                  </a:lnTo>
                  <a:lnTo>
                    <a:pt x="8151487" y="3841309"/>
                  </a:lnTo>
                  <a:lnTo>
                    <a:pt x="8182087" y="3774258"/>
                  </a:lnTo>
                  <a:lnTo>
                    <a:pt x="8212028" y="3703203"/>
                  </a:lnTo>
                  <a:lnTo>
                    <a:pt x="8241456" y="3628065"/>
                  </a:lnTo>
                  <a:lnTo>
                    <a:pt x="8270494" y="3548804"/>
                  </a:lnTo>
                  <a:lnTo>
                    <a:pt x="8299246" y="3465426"/>
                  </a:lnTo>
                  <a:lnTo>
                    <a:pt x="8327795" y="3377987"/>
                  </a:lnTo>
                  <a:lnTo>
                    <a:pt x="8356213" y="3286595"/>
                  </a:lnTo>
                  <a:lnTo>
                    <a:pt x="8384554" y="3191413"/>
                  </a:lnTo>
                  <a:lnTo>
                    <a:pt x="8412862" y="3092659"/>
                  </a:lnTo>
                  <a:lnTo>
                    <a:pt x="8441167" y="2990611"/>
                  </a:lnTo>
                  <a:lnTo>
                    <a:pt x="8469491" y="2885598"/>
                  </a:lnTo>
                  <a:lnTo>
                    <a:pt x="8497845" y="2778002"/>
                  </a:lnTo>
                  <a:lnTo>
                    <a:pt x="8526235" y="2668251"/>
                  </a:lnTo>
                  <a:lnTo>
                    <a:pt x="8554658" y="2556814"/>
                  </a:lnTo>
                  <a:lnTo>
                    <a:pt x="8583107" y="2444192"/>
                  </a:lnTo>
                  <a:lnTo>
                    <a:pt x="8611571" y="2330909"/>
                  </a:lnTo>
                  <a:lnTo>
                    <a:pt x="8640038" y="2217501"/>
                  </a:lnTo>
                  <a:lnTo>
                    <a:pt x="8668496" y="2104509"/>
                  </a:lnTo>
                  <a:lnTo>
                    <a:pt x="8696932" y="1992462"/>
                  </a:lnTo>
                  <a:lnTo>
                    <a:pt x="8725337" y="1881874"/>
                  </a:lnTo>
                  <a:lnTo>
                    <a:pt x="8753708" y="1773230"/>
                  </a:lnTo>
                  <a:lnTo>
                    <a:pt x="8782045" y="1666977"/>
                  </a:lnTo>
                  <a:lnTo>
                    <a:pt x="8810357" y="1563519"/>
                  </a:lnTo>
                  <a:lnTo>
                    <a:pt x="8838660" y="1463211"/>
                  </a:lnTo>
                  <a:lnTo>
                    <a:pt x="8866981" y="1366353"/>
                  </a:lnTo>
                  <a:lnTo>
                    <a:pt x="8895357" y="1273192"/>
                  </a:lnTo>
                  <a:lnTo>
                    <a:pt x="8923838" y="1183915"/>
                  </a:lnTo>
                  <a:lnTo>
                    <a:pt x="8952487" y="1098657"/>
                  </a:lnTo>
                  <a:lnTo>
                    <a:pt x="8981382" y="1017496"/>
                  </a:lnTo>
                  <a:lnTo>
                    <a:pt x="9010616" y="940462"/>
                  </a:lnTo>
                  <a:lnTo>
                    <a:pt x="9040304" y="867534"/>
                  </a:lnTo>
                  <a:lnTo>
                    <a:pt x="9070581" y="798652"/>
                  </a:lnTo>
                  <a:lnTo>
                    <a:pt x="9084767" y="768261"/>
                  </a:lnTo>
                  <a:lnTo>
                    <a:pt x="9127420" y="683995"/>
                  </a:lnTo>
                  <a:lnTo>
                    <a:pt x="9172052" y="606933"/>
                  </a:lnTo>
                  <a:lnTo>
                    <a:pt x="9219206" y="536826"/>
                  </a:lnTo>
                  <a:lnTo>
                    <a:pt x="9269480" y="473196"/>
                  </a:lnTo>
                  <a:lnTo>
                    <a:pt x="9323497" y="415459"/>
                  </a:lnTo>
                  <a:lnTo>
                    <a:pt x="9381867" y="363017"/>
                  </a:lnTo>
                  <a:lnTo>
                    <a:pt x="9445151" y="315300"/>
                  </a:lnTo>
                  <a:lnTo>
                    <a:pt x="9513810" y="271805"/>
                  </a:lnTo>
                  <a:lnTo>
                    <a:pt x="9588133" y="232111"/>
                  </a:lnTo>
                  <a:lnTo>
                    <a:pt x="9668151" y="195889"/>
                  </a:lnTo>
                  <a:lnTo>
                    <a:pt x="9753526" y="162909"/>
                  </a:lnTo>
                  <a:lnTo>
                    <a:pt x="9843442" y="133038"/>
                  </a:lnTo>
                  <a:lnTo>
                    <a:pt x="9936501" y="106229"/>
                  </a:lnTo>
                  <a:lnTo>
                    <a:pt x="10030666" y="82504"/>
                  </a:lnTo>
                  <a:lnTo>
                    <a:pt x="10123296" y="61924"/>
                  </a:lnTo>
                  <a:lnTo>
                    <a:pt x="10211299" y="44550"/>
                  </a:lnTo>
                  <a:lnTo>
                    <a:pt x="10291429" y="30393"/>
                  </a:lnTo>
                  <a:lnTo>
                    <a:pt x="10360711" y="19371"/>
                  </a:lnTo>
                  <a:lnTo>
                    <a:pt x="10416895" y="11281"/>
                  </a:lnTo>
                  <a:lnTo>
                    <a:pt x="10458860" y="5788"/>
                  </a:lnTo>
                  <a:lnTo>
                    <a:pt x="10486857" y="2445"/>
                  </a:lnTo>
                  <a:lnTo>
                    <a:pt x="10502545" y="731"/>
                  </a:lnTo>
                  <a:lnTo>
                    <a:pt x="10508873" y="96"/>
                  </a:lnTo>
                  <a:lnTo>
                    <a:pt x="10509911" y="0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53" name="pl253"/>
            <p:cNvSpPr/>
            <p:nvPr/>
          </p:nvSpPr>
          <p:spPr>
            <a:xfrm>
              <a:off x="4799595" y="5886973"/>
              <a:ext cx="11981298" cy="4609571"/>
            </a:xfrm>
            <a:custGeom>
              <a:avLst/>
              <a:pathLst>
                <a:path w="11981298" h="4609571">
                  <a:moveTo>
                    <a:pt x="11981298" y="0"/>
                  </a:moveTo>
                  <a:lnTo>
                    <a:pt x="10509911" y="0"/>
                  </a:lnTo>
                  <a:lnTo>
                    <a:pt x="10509006" y="83"/>
                  </a:lnTo>
                  <a:lnTo>
                    <a:pt x="10503027" y="681"/>
                  </a:lnTo>
                  <a:lnTo>
                    <a:pt x="10487858" y="2332"/>
                  </a:lnTo>
                  <a:lnTo>
                    <a:pt x="10460492" y="5585"/>
                  </a:lnTo>
                  <a:lnTo>
                    <a:pt x="10419203" y="10966"/>
                  </a:lnTo>
                  <a:lnTo>
                    <a:pt x="10363677" y="18925"/>
                  </a:lnTo>
                  <a:lnTo>
                    <a:pt x="10294972" y="29802"/>
                  </a:lnTo>
                  <a:lnTo>
                    <a:pt x="10215292" y="43808"/>
                  </a:lnTo>
                  <a:lnTo>
                    <a:pt x="10127589" y="61030"/>
                  </a:lnTo>
                  <a:lnTo>
                    <a:pt x="10035105" y="81459"/>
                  </a:lnTo>
                  <a:lnTo>
                    <a:pt x="9940948" y="105037"/>
                  </a:lnTo>
                  <a:lnTo>
                    <a:pt x="9847786" y="131701"/>
                  </a:lnTo>
                  <a:lnTo>
                    <a:pt x="9757685" y="161427"/>
                  </a:lnTo>
                  <a:lnTo>
                    <a:pt x="9672073" y="194257"/>
                  </a:lnTo>
                  <a:lnTo>
                    <a:pt x="9591791" y="230321"/>
                  </a:lnTo>
                  <a:lnTo>
                    <a:pt x="9517197" y="269845"/>
                  </a:lnTo>
                  <a:lnTo>
                    <a:pt x="9448275" y="313151"/>
                  </a:lnTo>
                  <a:lnTo>
                    <a:pt x="9384746" y="360658"/>
                  </a:lnTo>
                  <a:lnTo>
                    <a:pt x="9326156" y="412864"/>
                  </a:lnTo>
                  <a:lnTo>
                    <a:pt x="9271946" y="470336"/>
                  </a:lnTo>
                  <a:lnTo>
                    <a:pt x="9221509" y="533675"/>
                  </a:lnTo>
                  <a:lnTo>
                    <a:pt x="9174221" y="603463"/>
                  </a:lnTo>
                  <a:lnTo>
                    <a:pt x="9129483" y="680188"/>
                  </a:lnTo>
                  <a:lnTo>
                    <a:pt x="9086747" y="764113"/>
                  </a:lnTo>
                  <a:lnTo>
                    <a:pt x="9084767" y="768261"/>
                  </a:lnTo>
                  <a:lnTo>
                    <a:pt x="9054166" y="835312"/>
                  </a:lnTo>
                  <a:lnTo>
                    <a:pt x="9024225" y="906367"/>
                  </a:lnTo>
                  <a:lnTo>
                    <a:pt x="8994797" y="981505"/>
                  </a:lnTo>
                  <a:lnTo>
                    <a:pt x="8965759" y="1060766"/>
                  </a:lnTo>
                  <a:lnTo>
                    <a:pt x="8937008" y="1144144"/>
                  </a:lnTo>
                  <a:lnTo>
                    <a:pt x="8908458" y="1231583"/>
                  </a:lnTo>
                  <a:lnTo>
                    <a:pt x="8880040" y="1322975"/>
                  </a:lnTo>
                  <a:lnTo>
                    <a:pt x="8851699" y="1418158"/>
                  </a:lnTo>
                  <a:lnTo>
                    <a:pt x="8823392" y="1516911"/>
                  </a:lnTo>
                  <a:lnTo>
                    <a:pt x="8795086" y="1618959"/>
                  </a:lnTo>
                  <a:lnTo>
                    <a:pt x="8766762" y="1723972"/>
                  </a:lnTo>
                  <a:lnTo>
                    <a:pt x="8738408" y="1831568"/>
                  </a:lnTo>
                  <a:lnTo>
                    <a:pt x="8710018" y="1941319"/>
                  </a:lnTo>
                  <a:lnTo>
                    <a:pt x="8681595" y="2052756"/>
                  </a:lnTo>
                  <a:lnTo>
                    <a:pt x="8653146" y="2165378"/>
                  </a:lnTo>
                  <a:lnTo>
                    <a:pt x="8624682" y="2278661"/>
                  </a:lnTo>
                  <a:lnTo>
                    <a:pt x="8596215" y="2392069"/>
                  </a:lnTo>
                  <a:lnTo>
                    <a:pt x="8567758" y="2505061"/>
                  </a:lnTo>
                  <a:lnTo>
                    <a:pt x="8539322" y="2617108"/>
                  </a:lnTo>
                  <a:lnTo>
                    <a:pt x="8510916" y="2727696"/>
                  </a:lnTo>
                  <a:lnTo>
                    <a:pt x="8482545" y="2836340"/>
                  </a:lnTo>
                  <a:lnTo>
                    <a:pt x="8454208" y="2942593"/>
                  </a:lnTo>
                  <a:lnTo>
                    <a:pt x="8425897" y="3046051"/>
                  </a:lnTo>
                  <a:lnTo>
                    <a:pt x="8397593" y="3146359"/>
                  </a:lnTo>
                  <a:lnTo>
                    <a:pt x="8369272" y="3243217"/>
                  </a:lnTo>
                  <a:lnTo>
                    <a:pt x="8340896" y="3336378"/>
                  </a:lnTo>
                  <a:lnTo>
                    <a:pt x="8312415" y="3425655"/>
                  </a:lnTo>
                  <a:lnTo>
                    <a:pt x="8283766" y="3510913"/>
                  </a:lnTo>
                  <a:lnTo>
                    <a:pt x="8254872" y="3592074"/>
                  </a:lnTo>
                  <a:lnTo>
                    <a:pt x="8225637" y="3669109"/>
                  </a:lnTo>
                  <a:lnTo>
                    <a:pt x="8195949" y="3742036"/>
                  </a:lnTo>
                  <a:lnTo>
                    <a:pt x="8165672" y="3810919"/>
                  </a:lnTo>
                  <a:lnTo>
                    <a:pt x="8151487" y="3841309"/>
                  </a:lnTo>
                  <a:lnTo>
                    <a:pt x="8108833" y="3925575"/>
                  </a:lnTo>
                  <a:lnTo>
                    <a:pt x="8064202" y="4002637"/>
                  </a:lnTo>
                  <a:lnTo>
                    <a:pt x="8017048" y="4072744"/>
                  </a:lnTo>
                  <a:lnTo>
                    <a:pt x="7966773" y="4136375"/>
                  </a:lnTo>
                  <a:lnTo>
                    <a:pt x="7912756" y="4194111"/>
                  </a:lnTo>
                  <a:lnTo>
                    <a:pt x="7854386" y="4246553"/>
                  </a:lnTo>
                  <a:lnTo>
                    <a:pt x="7791102" y="4294270"/>
                  </a:lnTo>
                  <a:lnTo>
                    <a:pt x="7722443" y="4337765"/>
                  </a:lnTo>
                  <a:lnTo>
                    <a:pt x="7648120" y="4377459"/>
                  </a:lnTo>
                  <a:lnTo>
                    <a:pt x="7568102" y="4413681"/>
                  </a:lnTo>
                  <a:lnTo>
                    <a:pt x="7482727" y="4446661"/>
                  </a:lnTo>
                  <a:lnTo>
                    <a:pt x="7392811" y="4476532"/>
                  </a:lnTo>
                  <a:lnTo>
                    <a:pt x="7299753" y="4503341"/>
                  </a:lnTo>
                  <a:lnTo>
                    <a:pt x="7205587" y="4527066"/>
                  </a:lnTo>
                  <a:lnTo>
                    <a:pt x="7112957" y="4547646"/>
                  </a:lnTo>
                  <a:lnTo>
                    <a:pt x="7024955" y="4565020"/>
                  </a:lnTo>
                  <a:lnTo>
                    <a:pt x="6944824" y="4579177"/>
                  </a:lnTo>
                  <a:lnTo>
                    <a:pt x="6875543" y="4590199"/>
                  </a:lnTo>
                  <a:lnTo>
                    <a:pt x="6819359" y="4598289"/>
                  </a:lnTo>
                  <a:lnTo>
                    <a:pt x="6777393" y="4603782"/>
                  </a:lnTo>
                  <a:lnTo>
                    <a:pt x="6749396" y="4607125"/>
                  </a:lnTo>
                  <a:lnTo>
                    <a:pt x="6733708" y="4608839"/>
                  </a:lnTo>
                  <a:lnTo>
                    <a:pt x="6727380" y="4609474"/>
                  </a:lnTo>
                  <a:lnTo>
                    <a:pt x="6726343" y="4609571"/>
                  </a:lnTo>
                  <a:lnTo>
                    <a:pt x="6726343" y="4609571"/>
                  </a:lnTo>
                  <a:lnTo>
                    <a:pt x="5254955" y="4609571"/>
                  </a:lnTo>
                  <a:lnTo>
                    <a:pt x="5253879" y="4609486"/>
                  </a:lnTo>
                  <a:lnTo>
                    <a:pt x="5246793" y="4608880"/>
                  </a:lnTo>
                  <a:lnTo>
                    <a:pt x="5228901" y="4607207"/>
                  </a:lnTo>
                  <a:lnTo>
                    <a:pt x="5196838" y="4603912"/>
                  </a:lnTo>
                  <a:lnTo>
                    <a:pt x="5148897" y="4598478"/>
                  </a:lnTo>
                  <a:lnTo>
                    <a:pt x="5085161" y="4590476"/>
                  </a:lnTo>
                  <a:lnTo>
                    <a:pt x="5007384" y="4579605"/>
                  </a:lnTo>
                  <a:lnTo>
                    <a:pt x="4918604" y="4565704"/>
                  </a:lnTo>
                  <a:lnTo>
                    <a:pt x="4822560" y="4548734"/>
                  </a:lnTo>
                  <a:lnTo>
                    <a:pt x="4723085" y="4528732"/>
                  </a:lnTo>
                  <a:lnTo>
                    <a:pt x="4623615" y="4505768"/>
                  </a:lnTo>
                  <a:lnTo>
                    <a:pt x="4526887" y="4479881"/>
                  </a:lnTo>
                  <a:lnTo>
                    <a:pt x="4434833" y="4451053"/>
                  </a:lnTo>
                  <a:lnTo>
                    <a:pt x="4348618" y="4419175"/>
                  </a:lnTo>
                  <a:lnTo>
                    <a:pt x="4268766" y="4384035"/>
                  </a:lnTo>
                  <a:lnTo>
                    <a:pt x="4195307" y="4345320"/>
                  </a:lnTo>
                  <a:lnTo>
                    <a:pt x="4127926" y="4302613"/>
                  </a:lnTo>
                  <a:lnTo>
                    <a:pt x="4066081" y="4255409"/>
                  </a:lnTo>
                  <a:lnTo>
                    <a:pt x="4009104" y="4203133"/>
                  </a:lnTo>
                  <a:lnTo>
                    <a:pt x="3956262" y="4145177"/>
                  </a:lnTo>
                  <a:lnTo>
                    <a:pt x="3906818" y="4080963"/>
                  </a:lnTo>
                  <a:lnTo>
                    <a:pt x="3860067" y="4010042"/>
                  </a:lnTo>
                  <a:lnTo>
                    <a:pt x="3829811" y="3958455"/>
                  </a:lnTo>
                  <a:lnTo>
                    <a:pt x="3796871" y="3897088"/>
                  </a:lnTo>
                  <a:lnTo>
                    <a:pt x="3764682" y="3831775"/>
                  </a:lnTo>
                  <a:lnTo>
                    <a:pt x="3733066" y="3762436"/>
                  </a:lnTo>
                  <a:lnTo>
                    <a:pt x="3701872" y="3689038"/>
                  </a:lnTo>
                  <a:lnTo>
                    <a:pt x="3670980" y="3611603"/>
                  </a:lnTo>
                  <a:lnTo>
                    <a:pt x="3640288" y="3530208"/>
                  </a:lnTo>
                  <a:lnTo>
                    <a:pt x="3609718" y="3444991"/>
                  </a:lnTo>
                  <a:lnTo>
                    <a:pt x="3579208" y="3356157"/>
                  </a:lnTo>
                  <a:lnTo>
                    <a:pt x="3548713" y="3263972"/>
                  </a:lnTo>
                  <a:lnTo>
                    <a:pt x="3518203" y="3168767"/>
                  </a:lnTo>
                  <a:lnTo>
                    <a:pt x="3487659" y="3070931"/>
                  </a:lnTo>
                  <a:lnTo>
                    <a:pt x="3457076" y="2970912"/>
                  </a:lnTo>
                  <a:lnTo>
                    <a:pt x="3426453" y="2869200"/>
                  </a:lnTo>
                  <a:lnTo>
                    <a:pt x="3395801" y="2766326"/>
                  </a:lnTo>
                  <a:lnTo>
                    <a:pt x="3365132" y="2662846"/>
                  </a:lnTo>
                  <a:lnTo>
                    <a:pt x="3334461" y="2559329"/>
                  </a:lnTo>
                  <a:lnTo>
                    <a:pt x="3303806" y="2456345"/>
                  </a:lnTo>
                  <a:lnTo>
                    <a:pt x="3273179" y="2354455"/>
                  </a:lnTo>
                  <a:lnTo>
                    <a:pt x="3242590" y="2254191"/>
                  </a:lnTo>
                  <a:lnTo>
                    <a:pt x="3212042" y="2156051"/>
                  </a:lnTo>
                  <a:lnTo>
                    <a:pt x="3181528" y="2060486"/>
                  </a:lnTo>
                  <a:lnTo>
                    <a:pt x="3151033" y="1967895"/>
                  </a:lnTo>
                  <a:lnTo>
                    <a:pt x="3120527" y="1878616"/>
                  </a:lnTo>
                  <a:lnTo>
                    <a:pt x="3089968" y="1792925"/>
                  </a:lnTo>
                  <a:lnTo>
                    <a:pt x="3059295" y="1711032"/>
                  </a:lnTo>
                  <a:lnTo>
                    <a:pt x="3028433" y="1633085"/>
                  </a:lnTo>
                  <a:lnTo>
                    <a:pt x="2997285" y="1559169"/>
                  </a:lnTo>
                  <a:lnTo>
                    <a:pt x="2965730" y="1489312"/>
                  </a:lnTo>
                  <a:lnTo>
                    <a:pt x="2933624" y="1423488"/>
                  </a:lnTo>
                  <a:lnTo>
                    <a:pt x="2900791" y="1361622"/>
                  </a:lnTo>
                  <a:lnTo>
                    <a:pt x="2896531" y="1353993"/>
                  </a:lnTo>
                  <a:lnTo>
                    <a:pt x="2851233" y="1278443"/>
                  </a:lnTo>
                  <a:lnTo>
                    <a:pt x="2803675" y="1209753"/>
                  </a:lnTo>
                  <a:lnTo>
                    <a:pt x="2753199" y="1147645"/>
                  </a:lnTo>
                  <a:lnTo>
                    <a:pt x="2699086" y="1091614"/>
                  </a:lnTo>
                  <a:lnTo>
                    <a:pt x="2640594" y="1041064"/>
                  </a:lnTo>
                  <a:lnTo>
                    <a:pt x="2577007" y="995391"/>
                  </a:lnTo>
                  <a:lnTo>
                    <a:pt x="2507688" y="954042"/>
                  </a:lnTo>
                  <a:lnTo>
                    <a:pt x="2432158" y="916538"/>
                  </a:lnTo>
                  <a:lnTo>
                    <a:pt x="2350199" y="882495"/>
                  </a:lnTo>
                  <a:lnTo>
                    <a:pt x="2261988" y="851633"/>
                  </a:lnTo>
                  <a:lnTo>
                    <a:pt x="2168241" y="823775"/>
                  </a:lnTo>
                  <a:lnTo>
                    <a:pt x="2070363" y="798843"/>
                  </a:lnTo>
                  <a:lnTo>
                    <a:pt x="1970553" y="776841"/>
                  </a:lnTo>
                  <a:lnTo>
                    <a:pt x="1871795" y="757825"/>
                  </a:lnTo>
                  <a:lnTo>
                    <a:pt x="1777699" y="741857"/>
                  </a:lnTo>
                  <a:lnTo>
                    <a:pt x="1692129" y="728957"/>
                  </a:lnTo>
                  <a:lnTo>
                    <a:pt x="1618664" y="719050"/>
                  </a:lnTo>
                  <a:lnTo>
                    <a:pt x="1559978" y="711928"/>
                  </a:lnTo>
                  <a:lnTo>
                    <a:pt x="1517311" y="707246"/>
                  </a:lnTo>
                  <a:lnTo>
                    <a:pt x="1490159" y="704542"/>
                  </a:lnTo>
                  <a:lnTo>
                    <a:pt x="1476248" y="703279"/>
                  </a:lnTo>
                  <a:lnTo>
                    <a:pt x="1471721" y="702903"/>
                  </a:lnTo>
                  <a:lnTo>
                    <a:pt x="1471387" y="702877"/>
                  </a:lnTo>
                  <a:lnTo>
                    <a:pt x="0" y="70287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54" name="pg254"/>
            <p:cNvSpPr/>
            <p:nvPr/>
          </p:nvSpPr>
          <p:spPr>
            <a:xfrm>
              <a:off x="4799595" y="6205720"/>
              <a:ext cx="11981298" cy="4307170"/>
            </a:xfrm>
            <a:custGeom>
              <a:avLst/>
              <a:pathLst>
                <a:path w="11981298" h="4307170">
                  <a:moveTo>
                    <a:pt x="0" y="400476"/>
                  </a:moveTo>
                  <a:lnTo>
                    <a:pt x="1471387" y="400476"/>
                  </a:lnTo>
                  <a:lnTo>
                    <a:pt x="1472464" y="400561"/>
                  </a:lnTo>
                  <a:lnTo>
                    <a:pt x="1479549" y="401167"/>
                  </a:lnTo>
                  <a:lnTo>
                    <a:pt x="1497441" y="402840"/>
                  </a:lnTo>
                  <a:lnTo>
                    <a:pt x="1529504" y="406135"/>
                  </a:lnTo>
                  <a:lnTo>
                    <a:pt x="1577445" y="411569"/>
                  </a:lnTo>
                  <a:lnTo>
                    <a:pt x="1641182" y="419571"/>
                  </a:lnTo>
                  <a:lnTo>
                    <a:pt x="1718958" y="430442"/>
                  </a:lnTo>
                  <a:lnTo>
                    <a:pt x="1807738" y="444343"/>
                  </a:lnTo>
                  <a:lnTo>
                    <a:pt x="1903783" y="461313"/>
                  </a:lnTo>
                  <a:lnTo>
                    <a:pt x="2003257" y="481315"/>
                  </a:lnTo>
                  <a:lnTo>
                    <a:pt x="2102727" y="504279"/>
                  </a:lnTo>
                  <a:lnTo>
                    <a:pt x="2199455" y="530166"/>
                  </a:lnTo>
                  <a:lnTo>
                    <a:pt x="2291510" y="558994"/>
                  </a:lnTo>
                  <a:lnTo>
                    <a:pt x="2377724" y="590872"/>
                  </a:lnTo>
                  <a:lnTo>
                    <a:pt x="2457576" y="626012"/>
                  </a:lnTo>
                  <a:lnTo>
                    <a:pt x="2531035" y="664727"/>
                  </a:lnTo>
                  <a:lnTo>
                    <a:pt x="2598416" y="707434"/>
                  </a:lnTo>
                  <a:lnTo>
                    <a:pt x="2660261" y="754638"/>
                  </a:lnTo>
                  <a:lnTo>
                    <a:pt x="2717238" y="806914"/>
                  </a:lnTo>
                  <a:lnTo>
                    <a:pt x="2770080" y="864870"/>
                  </a:lnTo>
                  <a:lnTo>
                    <a:pt x="2819524" y="929084"/>
                  </a:lnTo>
                  <a:lnTo>
                    <a:pt x="2866275" y="1000005"/>
                  </a:lnTo>
                  <a:lnTo>
                    <a:pt x="2896531" y="1051592"/>
                  </a:lnTo>
                  <a:lnTo>
                    <a:pt x="2929471" y="1112959"/>
                  </a:lnTo>
                  <a:lnTo>
                    <a:pt x="2961660" y="1178272"/>
                  </a:lnTo>
                  <a:lnTo>
                    <a:pt x="2993276" y="1247611"/>
                  </a:lnTo>
                  <a:lnTo>
                    <a:pt x="3024470" y="1321009"/>
                  </a:lnTo>
                  <a:lnTo>
                    <a:pt x="3055363" y="1398444"/>
                  </a:lnTo>
                  <a:lnTo>
                    <a:pt x="3086054" y="1479839"/>
                  </a:lnTo>
                  <a:lnTo>
                    <a:pt x="3116625" y="1565056"/>
                  </a:lnTo>
                  <a:lnTo>
                    <a:pt x="3147135" y="1653890"/>
                  </a:lnTo>
                  <a:lnTo>
                    <a:pt x="3177629" y="1746075"/>
                  </a:lnTo>
                  <a:lnTo>
                    <a:pt x="3208139" y="1841280"/>
                  </a:lnTo>
                  <a:lnTo>
                    <a:pt x="3238683" y="1939116"/>
                  </a:lnTo>
                  <a:lnTo>
                    <a:pt x="3269266" y="2039135"/>
                  </a:lnTo>
                  <a:lnTo>
                    <a:pt x="3299889" y="2140847"/>
                  </a:lnTo>
                  <a:lnTo>
                    <a:pt x="3330541" y="2243721"/>
                  </a:lnTo>
                  <a:lnTo>
                    <a:pt x="3361211" y="2347201"/>
                  </a:lnTo>
                  <a:lnTo>
                    <a:pt x="3391881" y="2450718"/>
                  </a:lnTo>
                  <a:lnTo>
                    <a:pt x="3422536" y="2553702"/>
                  </a:lnTo>
                  <a:lnTo>
                    <a:pt x="3453163" y="2655592"/>
                  </a:lnTo>
                  <a:lnTo>
                    <a:pt x="3483752" y="2755856"/>
                  </a:lnTo>
                  <a:lnTo>
                    <a:pt x="3514300" y="2853996"/>
                  </a:lnTo>
                  <a:lnTo>
                    <a:pt x="3544814" y="2949561"/>
                  </a:lnTo>
                  <a:lnTo>
                    <a:pt x="3575309" y="3042152"/>
                  </a:lnTo>
                  <a:lnTo>
                    <a:pt x="3605815" y="3131431"/>
                  </a:lnTo>
                  <a:lnTo>
                    <a:pt x="3636374" y="3217122"/>
                  </a:lnTo>
                  <a:lnTo>
                    <a:pt x="3667047" y="3299015"/>
                  </a:lnTo>
                  <a:lnTo>
                    <a:pt x="3697909" y="3376962"/>
                  </a:lnTo>
                  <a:lnTo>
                    <a:pt x="3729057" y="3450878"/>
                  </a:lnTo>
                  <a:lnTo>
                    <a:pt x="3760612" y="3520735"/>
                  </a:lnTo>
                  <a:lnTo>
                    <a:pt x="3792718" y="3586559"/>
                  </a:lnTo>
                  <a:lnTo>
                    <a:pt x="3825551" y="3648425"/>
                  </a:lnTo>
                  <a:lnTo>
                    <a:pt x="3829811" y="3656054"/>
                  </a:lnTo>
                  <a:lnTo>
                    <a:pt x="3875109" y="3731604"/>
                  </a:lnTo>
                  <a:lnTo>
                    <a:pt x="3922668" y="3800294"/>
                  </a:lnTo>
                  <a:lnTo>
                    <a:pt x="3973143" y="3862402"/>
                  </a:lnTo>
                  <a:lnTo>
                    <a:pt x="4027256" y="3918433"/>
                  </a:lnTo>
                  <a:lnTo>
                    <a:pt x="4085748" y="3968983"/>
                  </a:lnTo>
                  <a:lnTo>
                    <a:pt x="4149335" y="4014656"/>
                  </a:lnTo>
                  <a:lnTo>
                    <a:pt x="4218654" y="4056005"/>
                  </a:lnTo>
                  <a:lnTo>
                    <a:pt x="4294184" y="4093509"/>
                  </a:lnTo>
                  <a:lnTo>
                    <a:pt x="4376143" y="4127552"/>
                  </a:lnTo>
                  <a:lnTo>
                    <a:pt x="4464354" y="4158414"/>
                  </a:lnTo>
                  <a:lnTo>
                    <a:pt x="4558101" y="4186272"/>
                  </a:lnTo>
                  <a:lnTo>
                    <a:pt x="4655979" y="4211204"/>
                  </a:lnTo>
                  <a:lnTo>
                    <a:pt x="4755789" y="4233206"/>
                  </a:lnTo>
                  <a:lnTo>
                    <a:pt x="4854547" y="4252222"/>
                  </a:lnTo>
                  <a:lnTo>
                    <a:pt x="4948643" y="4268190"/>
                  </a:lnTo>
                  <a:lnTo>
                    <a:pt x="5034213" y="4281090"/>
                  </a:lnTo>
                  <a:lnTo>
                    <a:pt x="5107678" y="4290997"/>
                  </a:lnTo>
                  <a:lnTo>
                    <a:pt x="5166364" y="4298119"/>
                  </a:lnTo>
                  <a:lnTo>
                    <a:pt x="5209031" y="4302801"/>
                  </a:lnTo>
                  <a:lnTo>
                    <a:pt x="5236183" y="4305505"/>
                  </a:lnTo>
                  <a:lnTo>
                    <a:pt x="5250094" y="4306768"/>
                  </a:lnTo>
                  <a:lnTo>
                    <a:pt x="5254621" y="4307144"/>
                  </a:lnTo>
                  <a:lnTo>
                    <a:pt x="5254955" y="4307170"/>
                  </a:lnTo>
                  <a:lnTo>
                    <a:pt x="6726343" y="4307170"/>
                  </a:lnTo>
                  <a:lnTo>
                    <a:pt x="6727267" y="4307090"/>
                  </a:lnTo>
                  <a:lnTo>
                    <a:pt x="6733370" y="4306520"/>
                  </a:lnTo>
                  <a:lnTo>
                    <a:pt x="6748846" y="4304947"/>
                  </a:lnTo>
                  <a:lnTo>
                    <a:pt x="6776745" y="4301846"/>
                  </a:lnTo>
                  <a:lnTo>
                    <a:pt x="6818793" y="4296720"/>
                  </a:lnTo>
                  <a:lnTo>
                    <a:pt x="6875267" y="4289142"/>
                  </a:lnTo>
                  <a:lnTo>
                    <a:pt x="6945033" y="4278792"/>
                  </a:lnTo>
                  <a:lnTo>
                    <a:pt x="7025795" y="4265474"/>
                  </a:lnTo>
                  <a:lnTo>
                    <a:pt x="7114510" y="4249114"/>
                  </a:lnTo>
                  <a:lnTo>
                    <a:pt x="7207863" y="4229722"/>
                  </a:lnTo>
                  <a:lnTo>
                    <a:pt x="7302704" y="4207356"/>
                  </a:lnTo>
                  <a:lnTo>
                    <a:pt x="7396347" y="4182073"/>
                  </a:lnTo>
                  <a:lnTo>
                    <a:pt x="7486737" y="4153894"/>
                  </a:lnTo>
                  <a:lnTo>
                    <a:pt x="7572471" y="4122770"/>
                  </a:lnTo>
                  <a:lnTo>
                    <a:pt x="7652742" y="4088569"/>
                  </a:lnTo>
                  <a:lnTo>
                    <a:pt x="7727230" y="4051067"/>
                  </a:lnTo>
                  <a:lnTo>
                    <a:pt x="7795986" y="4009946"/>
                  </a:lnTo>
                  <a:lnTo>
                    <a:pt x="7859319" y="3964797"/>
                  </a:lnTo>
                  <a:lnTo>
                    <a:pt x="7917711" y="3915137"/>
                  </a:lnTo>
                  <a:lnTo>
                    <a:pt x="7971741" y="3860418"/>
                  </a:lnTo>
                  <a:lnTo>
                    <a:pt x="8022035" y="3800069"/>
                  </a:lnTo>
                  <a:lnTo>
                    <a:pt x="8069228" y="3733541"/>
                  </a:lnTo>
                  <a:lnTo>
                    <a:pt x="8113927" y="3660393"/>
                  </a:lnTo>
                  <a:lnTo>
                    <a:pt x="8151487" y="3590670"/>
                  </a:lnTo>
                  <a:lnTo>
                    <a:pt x="8183062" y="3526059"/>
                  </a:lnTo>
                  <a:lnTo>
                    <a:pt x="8213940" y="3457466"/>
                  </a:lnTo>
                  <a:lnTo>
                    <a:pt x="8244280" y="3384811"/>
                  </a:lnTo>
                  <a:lnTo>
                    <a:pt x="8274217" y="3308059"/>
                  </a:lnTo>
                  <a:lnTo>
                    <a:pt x="8303860" y="3227220"/>
                  </a:lnTo>
                  <a:lnTo>
                    <a:pt x="8333302" y="3142359"/>
                  </a:lnTo>
                  <a:lnTo>
                    <a:pt x="8362615" y="3053597"/>
                  </a:lnTo>
                  <a:lnTo>
                    <a:pt x="8391858" y="2961113"/>
                  </a:lnTo>
                  <a:lnTo>
                    <a:pt x="8421075" y="2865146"/>
                  </a:lnTo>
                  <a:lnTo>
                    <a:pt x="8450297" y="2765995"/>
                  </a:lnTo>
                  <a:lnTo>
                    <a:pt x="8479544" y="2664015"/>
                  </a:lnTo>
                  <a:lnTo>
                    <a:pt x="8508826" y="2559614"/>
                  </a:lnTo>
                  <a:lnTo>
                    <a:pt x="8538146" y="2453248"/>
                  </a:lnTo>
                  <a:lnTo>
                    <a:pt x="8567498" y="2345412"/>
                  </a:lnTo>
                  <a:lnTo>
                    <a:pt x="8596873" y="2236631"/>
                  </a:lnTo>
                  <a:lnTo>
                    <a:pt x="8626258" y="2127451"/>
                  </a:lnTo>
                  <a:lnTo>
                    <a:pt x="8655640" y="2018423"/>
                  </a:lnTo>
                  <a:lnTo>
                    <a:pt x="8685003" y="1910099"/>
                  </a:lnTo>
                  <a:lnTo>
                    <a:pt x="8714338" y="1803013"/>
                  </a:lnTo>
                  <a:lnTo>
                    <a:pt x="8743637" y="1697676"/>
                  </a:lnTo>
                  <a:lnTo>
                    <a:pt x="8772899" y="1594562"/>
                  </a:lnTo>
                  <a:lnTo>
                    <a:pt x="8802131" y="1494100"/>
                  </a:lnTo>
                  <a:lnTo>
                    <a:pt x="8831347" y="1396671"/>
                  </a:lnTo>
                  <a:lnTo>
                    <a:pt x="8860574" y="1302599"/>
                  </a:lnTo>
                  <a:lnTo>
                    <a:pt x="8889849" y="1212149"/>
                  </a:lnTo>
                  <a:lnTo>
                    <a:pt x="8919225" y="1125527"/>
                  </a:lnTo>
                  <a:lnTo>
                    <a:pt x="8948768" y="1042881"/>
                  </a:lnTo>
                  <a:lnTo>
                    <a:pt x="8978561" y="964299"/>
                  </a:lnTo>
                  <a:lnTo>
                    <a:pt x="9008706" y="889816"/>
                  </a:lnTo>
                  <a:lnTo>
                    <a:pt x="9039326" y="819417"/>
                  </a:lnTo>
                  <a:lnTo>
                    <a:pt x="9070569" y="753040"/>
                  </a:lnTo>
                  <a:lnTo>
                    <a:pt x="9084767" y="724672"/>
                  </a:lnTo>
                  <a:lnTo>
                    <a:pt x="9127732" y="645546"/>
                  </a:lnTo>
                  <a:lnTo>
                    <a:pt x="9172707" y="573233"/>
                  </a:lnTo>
                  <a:lnTo>
                    <a:pt x="9220250" y="507495"/>
                  </a:lnTo>
                  <a:lnTo>
                    <a:pt x="9270971" y="447872"/>
                  </a:lnTo>
                  <a:lnTo>
                    <a:pt x="9325507" y="393809"/>
                  </a:lnTo>
                  <a:lnTo>
                    <a:pt x="9384479" y="344734"/>
                  </a:lnTo>
                  <a:lnTo>
                    <a:pt x="9448459" y="300108"/>
                  </a:lnTo>
                  <a:lnTo>
                    <a:pt x="9517910" y="259454"/>
                  </a:lnTo>
                  <a:lnTo>
                    <a:pt x="9593116" y="222375"/>
                  </a:lnTo>
                  <a:lnTo>
                    <a:pt x="9674088" y="188565"/>
                  </a:lnTo>
                  <a:lnTo>
                    <a:pt x="9760452" y="157810"/>
                  </a:lnTo>
                  <a:lnTo>
                    <a:pt x="9851332" y="129989"/>
                  </a:lnTo>
                  <a:lnTo>
                    <a:pt x="9945249" y="105065"/>
                  </a:lnTo>
                  <a:lnTo>
                    <a:pt x="10040062" y="83063"/>
                  </a:lnTo>
                  <a:lnTo>
                    <a:pt x="10133020" y="64042"/>
                  </a:lnTo>
                  <a:lnTo>
                    <a:pt x="10220930" y="48059"/>
                  </a:lnTo>
                  <a:lnTo>
                    <a:pt x="10300489" y="35114"/>
                  </a:lnTo>
                  <a:lnTo>
                    <a:pt x="10368717" y="25119"/>
                  </a:lnTo>
                  <a:lnTo>
                    <a:pt x="10423443" y="17864"/>
                  </a:lnTo>
                  <a:lnTo>
                    <a:pt x="10463699" y="13013"/>
                  </a:lnTo>
                  <a:lnTo>
                    <a:pt x="10489941" y="10129"/>
                  </a:lnTo>
                  <a:lnTo>
                    <a:pt x="10504070" y="8708"/>
                  </a:lnTo>
                  <a:lnTo>
                    <a:pt x="10509284" y="8226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8986" y="79"/>
                  </a:lnTo>
                  <a:lnTo>
                    <a:pt x="10502883" y="649"/>
                  </a:lnTo>
                  <a:lnTo>
                    <a:pt x="10487407" y="2222"/>
                  </a:lnTo>
                  <a:lnTo>
                    <a:pt x="10459508" y="5323"/>
                  </a:lnTo>
                  <a:lnTo>
                    <a:pt x="10417460" y="10449"/>
                  </a:lnTo>
                  <a:lnTo>
                    <a:pt x="10360986" y="18027"/>
                  </a:lnTo>
                  <a:lnTo>
                    <a:pt x="10291220" y="28378"/>
                  </a:lnTo>
                  <a:lnTo>
                    <a:pt x="10210458" y="41695"/>
                  </a:lnTo>
                  <a:lnTo>
                    <a:pt x="10121743" y="58055"/>
                  </a:lnTo>
                  <a:lnTo>
                    <a:pt x="10028390" y="77447"/>
                  </a:lnTo>
                  <a:lnTo>
                    <a:pt x="9933550" y="99813"/>
                  </a:lnTo>
                  <a:lnTo>
                    <a:pt x="9839906" y="125096"/>
                  </a:lnTo>
                  <a:lnTo>
                    <a:pt x="9749516" y="153275"/>
                  </a:lnTo>
                  <a:lnTo>
                    <a:pt x="9663782" y="184399"/>
                  </a:lnTo>
                  <a:lnTo>
                    <a:pt x="9583511" y="218600"/>
                  </a:lnTo>
                  <a:lnTo>
                    <a:pt x="9509023" y="256102"/>
                  </a:lnTo>
                  <a:lnTo>
                    <a:pt x="9440268" y="297223"/>
                  </a:lnTo>
                  <a:lnTo>
                    <a:pt x="9376934" y="342372"/>
                  </a:lnTo>
                  <a:lnTo>
                    <a:pt x="9318543" y="392033"/>
                  </a:lnTo>
                  <a:lnTo>
                    <a:pt x="9264513" y="446751"/>
                  </a:lnTo>
                  <a:lnTo>
                    <a:pt x="9214218" y="507100"/>
                  </a:lnTo>
                  <a:lnTo>
                    <a:pt x="9167025" y="573629"/>
                  </a:lnTo>
                  <a:lnTo>
                    <a:pt x="9122326" y="646776"/>
                  </a:lnTo>
                  <a:lnTo>
                    <a:pt x="9084767" y="716499"/>
                  </a:lnTo>
                  <a:lnTo>
                    <a:pt x="9053191" y="781111"/>
                  </a:lnTo>
                  <a:lnTo>
                    <a:pt x="9022313" y="849703"/>
                  </a:lnTo>
                  <a:lnTo>
                    <a:pt x="8991973" y="922358"/>
                  </a:lnTo>
                  <a:lnTo>
                    <a:pt x="8962036" y="999110"/>
                  </a:lnTo>
                  <a:lnTo>
                    <a:pt x="8932393" y="1079949"/>
                  </a:lnTo>
                  <a:lnTo>
                    <a:pt x="8902952" y="1164810"/>
                  </a:lnTo>
                  <a:lnTo>
                    <a:pt x="8873638" y="1253573"/>
                  </a:lnTo>
                  <a:lnTo>
                    <a:pt x="8844395" y="1346056"/>
                  </a:lnTo>
                  <a:lnTo>
                    <a:pt x="8815178" y="1442023"/>
                  </a:lnTo>
                  <a:lnTo>
                    <a:pt x="8785956" y="1541174"/>
                  </a:lnTo>
                  <a:lnTo>
                    <a:pt x="8756709" y="1643154"/>
                  </a:lnTo>
                  <a:lnTo>
                    <a:pt x="8727427" y="1747555"/>
                  </a:lnTo>
                  <a:lnTo>
                    <a:pt x="8698107" y="1853921"/>
                  </a:lnTo>
                  <a:lnTo>
                    <a:pt x="8668755" y="1961757"/>
                  </a:lnTo>
                  <a:lnTo>
                    <a:pt x="8639380" y="2070538"/>
                  </a:lnTo>
                  <a:lnTo>
                    <a:pt x="8609995" y="2179718"/>
                  </a:lnTo>
                  <a:lnTo>
                    <a:pt x="8580614" y="2288746"/>
                  </a:lnTo>
                  <a:lnTo>
                    <a:pt x="8551250" y="2397070"/>
                  </a:lnTo>
                  <a:lnTo>
                    <a:pt x="8521915" y="2504156"/>
                  </a:lnTo>
                  <a:lnTo>
                    <a:pt x="8492616" y="2609493"/>
                  </a:lnTo>
                  <a:lnTo>
                    <a:pt x="8463354" y="2712607"/>
                  </a:lnTo>
                  <a:lnTo>
                    <a:pt x="8434123" y="2813069"/>
                  </a:lnTo>
                  <a:lnTo>
                    <a:pt x="8404907" y="2910498"/>
                  </a:lnTo>
                  <a:lnTo>
                    <a:pt x="8375680" y="3004570"/>
                  </a:lnTo>
                  <a:lnTo>
                    <a:pt x="8346404" y="3095020"/>
                  </a:lnTo>
                  <a:lnTo>
                    <a:pt x="8317028" y="3181642"/>
                  </a:lnTo>
                  <a:lnTo>
                    <a:pt x="8287485" y="3264288"/>
                  </a:lnTo>
                  <a:lnTo>
                    <a:pt x="8257692" y="3342870"/>
                  </a:lnTo>
                  <a:lnTo>
                    <a:pt x="8227547" y="3417353"/>
                  </a:lnTo>
                  <a:lnTo>
                    <a:pt x="8196927" y="3487752"/>
                  </a:lnTo>
                  <a:lnTo>
                    <a:pt x="8165685" y="3554129"/>
                  </a:lnTo>
                  <a:lnTo>
                    <a:pt x="8151487" y="3582497"/>
                  </a:lnTo>
                  <a:lnTo>
                    <a:pt x="8108521" y="3661624"/>
                  </a:lnTo>
                  <a:lnTo>
                    <a:pt x="8063546" y="3733936"/>
                  </a:lnTo>
                  <a:lnTo>
                    <a:pt x="8016004" y="3799675"/>
                  </a:lnTo>
                  <a:lnTo>
                    <a:pt x="7965282" y="3859297"/>
                  </a:lnTo>
                  <a:lnTo>
                    <a:pt x="7910747" y="3913360"/>
                  </a:lnTo>
                  <a:lnTo>
                    <a:pt x="7851774" y="3962435"/>
                  </a:lnTo>
                  <a:lnTo>
                    <a:pt x="7787795" y="4007061"/>
                  </a:lnTo>
                  <a:lnTo>
                    <a:pt x="7718344" y="4047715"/>
                  </a:lnTo>
                  <a:lnTo>
                    <a:pt x="7643137" y="4084794"/>
                  </a:lnTo>
                  <a:lnTo>
                    <a:pt x="7562166" y="4118605"/>
                  </a:lnTo>
                  <a:lnTo>
                    <a:pt x="7475801" y="4149359"/>
                  </a:lnTo>
                  <a:lnTo>
                    <a:pt x="7384921" y="4177180"/>
                  </a:lnTo>
                  <a:lnTo>
                    <a:pt x="7291005" y="4202104"/>
                  </a:lnTo>
                  <a:lnTo>
                    <a:pt x="7196191" y="4224107"/>
                  </a:lnTo>
                  <a:lnTo>
                    <a:pt x="7103233" y="4243127"/>
                  </a:lnTo>
                  <a:lnTo>
                    <a:pt x="7015323" y="4259111"/>
                  </a:lnTo>
                  <a:lnTo>
                    <a:pt x="6935765" y="4272055"/>
                  </a:lnTo>
                  <a:lnTo>
                    <a:pt x="6867536" y="4282050"/>
                  </a:lnTo>
                  <a:lnTo>
                    <a:pt x="6812810" y="4289305"/>
                  </a:lnTo>
                  <a:lnTo>
                    <a:pt x="6772554" y="4294156"/>
                  </a:lnTo>
                  <a:lnTo>
                    <a:pt x="6746312" y="4297040"/>
                  </a:lnTo>
                  <a:lnTo>
                    <a:pt x="6732183" y="4298461"/>
                  </a:lnTo>
                  <a:lnTo>
                    <a:pt x="6726969" y="4298943"/>
                  </a:lnTo>
                  <a:lnTo>
                    <a:pt x="6726343" y="4298997"/>
                  </a:lnTo>
                  <a:lnTo>
                    <a:pt x="5254955" y="4298997"/>
                  </a:lnTo>
                  <a:lnTo>
                    <a:pt x="5253879" y="4298912"/>
                  </a:lnTo>
                  <a:lnTo>
                    <a:pt x="5246793" y="4298306"/>
                  </a:lnTo>
                  <a:lnTo>
                    <a:pt x="5228901" y="4296633"/>
                  </a:lnTo>
                  <a:lnTo>
                    <a:pt x="5196838" y="4293338"/>
                  </a:lnTo>
                  <a:lnTo>
                    <a:pt x="5148897" y="4287904"/>
                  </a:lnTo>
                  <a:lnTo>
                    <a:pt x="5085161" y="4279902"/>
                  </a:lnTo>
                  <a:lnTo>
                    <a:pt x="5007384" y="4269031"/>
                  </a:lnTo>
                  <a:lnTo>
                    <a:pt x="4918604" y="4255130"/>
                  </a:lnTo>
                  <a:lnTo>
                    <a:pt x="4822560" y="4238160"/>
                  </a:lnTo>
                  <a:lnTo>
                    <a:pt x="4723085" y="4218159"/>
                  </a:lnTo>
                  <a:lnTo>
                    <a:pt x="4623615" y="4195194"/>
                  </a:lnTo>
                  <a:lnTo>
                    <a:pt x="4526887" y="4169307"/>
                  </a:lnTo>
                  <a:lnTo>
                    <a:pt x="4434833" y="4140479"/>
                  </a:lnTo>
                  <a:lnTo>
                    <a:pt x="4348618" y="4108601"/>
                  </a:lnTo>
                  <a:lnTo>
                    <a:pt x="4268766" y="4073461"/>
                  </a:lnTo>
                  <a:lnTo>
                    <a:pt x="4195307" y="4034746"/>
                  </a:lnTo>
                  <a:lnTo>
                    <a:pt x="4127926" y="3992039"/>
                  </a:lnTo>
                  <a:lnTo>
                    <a:pt x="4066081" y="3944835"/>
                  </a:lnTo>
                  <a:lnTo>
                    <a:pt x="4009104" y="3892559"/>
                  </a:lnTo>
                  <a:lnTo>
                    <a:pt x="3956262" y="3834603"/>
                  </a:lnTo>
                  <a:lnTo>
                    <a:pt x="3906818" y="3770389"/>
                  </a:lnTo>
                  <a:lnTo>
                    <a:pt x="3860067" y="3699468"/>
                  </a:lnTo>
                  <a:lnTo>
                    <a:pt x="3829811" y="3647881"/>
                  </a:lnTo>
                  <a:lnTo>
                    <a:pt x="3796871" y="3586514"/>
                  </a:lnTo>
                  <a:lnTo>
                    <a:pt x="3764682" y="3521201"/>
                  </a:lnTo>
                  <a:lnTo>
                    <a:pt x="3733066" y="3451862"/>
                  </a:lnTo>
                  <a:lnTo>
                    <a:pt x="3701872" y="3378464"/>
                  </a:lnTo>
                  <a:lnTo>
                    <a:pt x="3670980" y="3301029"/>
                  </a:lnTo>
                  <a:lnTo>
                    <a:pt x="3640288" y="3219634"/>
                  </a:lnTo>
                  <a:lnTo>
                    <a:pt x="3609718" y="3134417"/>
                  </a:lnTo>
                  <a:lnTo>
                    <a:pt x="3579208" y="3045583"/>
                  </a:lnTo>
                  <a:lnTo>
                    <a:pt x="3548713" y="2953398"/>
                  </a:lnTo>
                  <a:lnTo>
                    <a:pt x="3518203" y="2858193"/>
                  </a:lnTo>
                  <a:lnTo>
                    <a:pt x="3487659" y="2760358"/>
                  </a:lnTo>
                  <a:lnTo>
                    <a:pt x="3457076" y="2660338"/>
                  </a:lnTo>
                  <a:lnTo>
                    <a:pt x="3426453" y="2558626"/>
                  </a:lnTo>
                  <a:lnTo>
                    <a:pt x="3395801" y="2455752"/>
                  </a:lnTo>
                  <a:lnTo>
                    <a:pt x="3365132" y="2352272"/>
                  </a:lnTo>
                  <a:lnTo>
                    <a:pt x="3334461" y="2248755"/>
                  </a:lnTo>
                  <a:lnTo>
                    <a:pt x="3303806" y="2145772"/>
                  </a:lnTo>
                  <a:lnTo>
                    <a:pt x="3273179" y="2043881"/>
                  </a:lnTo>
                  <a:lnTo>
                    <a:pt x="3242590" y="1943617"/>
                  </a:lnTo>
                  <a:lnTo>
                    <a:pt x="3212042" y="1845477"/>
                  </a:lnTo>
                  <a:lnTo>
                    <a:pt x="3181528" y="1749912"/>
                  </a:lnTo>
                  <a:lnTo>
                    <a:pt x="3151033" y="1657321"/>
                  </a:lnTo>
                  <a:lnTo>
                    <a:pt x="3120527" y="1568042"/>
                  </a:lnTo>
                  <a:lnTo>
                    <a:pt x="3089968" y="1482351"/>
                  </a:lnTo>
                  <a:lnTo>
                    <a:pt x="3059295" y="1400458"/>
                  </a:lnTo>
                  <a:lnTo>
                    <a:pt x="3028433" y="1322511"/>
                  </a:lnTo>
                  <a:lnTo>
                    <a:pt x="2997285" y="1248595"/>
                  </a:lnTo>
                  <a:lnTo>
                    <a:pt x="2965730" y="1178738"/>
                  </a:lnTo>
                  <a:lnTo>
                    <a:pt x="2933624" y="1112914"/>
                  </a:lnTo>
                  <a:lnTo>
                    <a:pt x="2900791" y="1051048"/>
                  </a:lnTo>
                  <a:lnTo>
                    <a:pt x="2896531" y="1043419"/>
                  </a:lnTo>
                  <a:lnTo>
                    <a:pt x="2851233" y="967869"/>
                  </a:lnTo>
                  <a:lnTo>
                    <a:pt x="2803675" y="899179"/>
                  </a:lnTo>
                  <a:lnTo>
                    <a:pt x="2753199" y="837071"/>
                  </a:lnTo>
                  <a:lnTo>
                    <a:pt x="2699086" y="781040"/>
                  </a:lnTo>
                  <a:lnTo>
                    <a:pt x="2640594" y="730490"/>
                  </a:lnTo>
                  <a:lnTo>
                    <a:pt x="2577007" y="684817"/>
                  </a:lnTo>
                  <a:lnTo>
                    <a:pt x="2507688" y="643468"/>
                  </a:lnTo>
                  <a:lnTo>
                    <a:pt x="2432158" y="605964"/>
                  </a:lnTo>
                  <a:lnTo>
                    <a:pt x="2350199" y="571921"/>
                  </a:lnTo>
                  <a:lnTo>
                    <a:pt x="2261988" y="541059"/>
                  </a:lnTo>
                  <a:lnTo>
                    <a:pt x="2168241" y="513201"/>
                  </a:lnTo>
                  <a:lnTo>
                    <a:pt x="2070363" y="488269"/>
                  </a:lnTo>
                  <a:lnTo>
                    <a:pt x="1970553" y="466267"/>
                  </a:lnTo>
                  <a:lnTo>
                    <a:pt x="1871795" y="447251"/>
                  </a:lnTo>
                  <a:lnTo>
                    <a:pt x="1777699" y="431283"/>
                  </a:lnTo>
                  <a:lnTo>
                    <a:pt x="1692129" y="418383"/>
                  </a:lnTo>
                  <a:lnTo>
                    <a:pt x="1618664" y="408476"/>
                  </a:lnTo>
                  <a:lnTo>
                    <a:pt x="1559978" y="401354"/>
                  </a:lnTo>
                  <a:lnTo>
                    <a:pt x="1517311" y="396672"/>
                  </a:lnTo>
                  <a:lnTo>
                    <a:pt x="1490159" y="393968"/>
                  </a:lnTo>
                  <a:lnTo>
                    <a:pt x="1476248" y="392705"/>
                  </a:lnTo>
                  <a:lnTo>
                    <a:pt x="1471721" y="392329"/>
                  </a:lnTo>
                  <a:lnTo>
                    <a:pt x="1471387" y="392303"/>
                  </a:lnTo>
                  <a:lnTo>
                    <a:pt x="0" y="392303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255" name="pl255"/>
            <p:cNvSpPr/>
            <p:nvPr/>
          </p:nvSpPr>
          <p:spPr>
            <a:xfrm>
              <a:off x="4799595" y="6213893"/>
              <a:ext cx="11981298" cy="4298997"/>
            </a:xfrm>
            <a:custGeom>
              <a:avLst/>
              <a:pathLst>
                <a:path w="11981298" h="4298997">
                  <a:moveTo>
                    <a:pt x="0" y="392303"/>
                  </a:moveTo>
                  <a:lnTo>
                    <a:pt x="1471387" y="392303"/>
                  </a:lnTo>
                  <a:lnTo>
                    <a:pt x="1472464" y="392388"/>
                  </a:lnTo>
                  <a:lnTo>
                    <a:pt x="1479549" y="392994"/>
                  </a:lnTo>
                  <a:lnTo>
                    <a:pt x="1497441" y="394667"/>
                  </a:lnTo>
                  <a:lnTo>
                    <a:pt x="1529504" y="397962"/>
                  </a:lnTo>
                  <a:lnTo>
                    <a:pt x="1577445" y="403396"/>
                  </a:lnTo>
                  <a:lnTo>
                    <a:pt x="1641182" y="411398"/>
                  </a:lnTo>
                  <a:lnTo>
                    <a:pt x="1718958" y="422269"/>
                  </a:lnTo>
                  <a:lnTo>
                    <a:pt x="1807738" y="436170"/>
                  </a:lnTo>
                  <a:lnTo>
                    <a:pt x="1903783" y="453140"/>
                  </a:lnTo>
                  <a:lnTo>
                    <a:pt x="2003257" y="473142"/>
                  </a:lnTo>
                  <a:lnTo>
                    <a:pt x="2102727" y="496106"/>
                  </a:lnTo>
                  <a:lnTo>
                    <a:pt x="2199455" y="521993"/>
                  </a:lnTo>
                  <a:lnTo>
                    <a:pt x="2291510" y="550821"/>
                  </a:lnTo>
                  <a:lnTo>
                    <a:pt x="2377724" y="582699"/>
                  </a:lnTo>
                  <a:lnTo>
                    <a:pt x="2457576" y="617839"/>
                  </a:lnTo>
                  <a:lnTo>
                    <a:pt x="2531035" y="656554"/>
                  </a:lnTo>
                  <a:lnTo>
                    <a:pt x="2598416" y="699261"/>
                  </a:lnTo>
                  <a:lnTo>
                    <a:pt x="2660261" y="746465"/>
                  </a:lnTo>
                  <a:lnTo>
                    <a:pt x="2717238" y="798741"/>
                  </a:lnTo>
                  <a:lnTo>
                    <a:pt x="2770080" y="856697"/>
                  </a:lnTo>
                  <a:lnTo>
                    <a:pt x="2819524" y="920911"/>
                  </a:lnTo>
                  <a:lnTo>
                    <a:pt x="2866275" y="991832"/>
                  </a:lnTo>
                  <a:lnTo>
                    <a:pt x="2896531" y="1043419"/>
                  </a:lnTo>
                  <a:lnTo>
                    <a:pt x="2929471" y="1104786"/>
                  </a:lnTo>
                  <a:lnTo>
                    <a:pt x="2961660" y="1170099"/>
                  </a:lnTo>
                  <a:lnTo>
                    <a:pt x="2993276" y="1239438"/>
                  </a:lnTo>
                  <a:lnTo>
                    <a:pt x="3024470" y="1312836"/>
                  </a:lnTo>
                  <a:lnTo>
                    <a:pt x="3055363" y="1390271"/>
                  </a:lnTo>
                  <a:lnTo>
                    <a:pt x="3086054" y="1471666"/>
                  </a:lnTo>
                  <a:lnTo>
                    <a:pt x="3116625" y="1556883"/>
                  </a:lnTo>
                  <a:lnTo>
                    <a:pt x="3147135" y="1645717"/>
                  </a:lnTo>
                  <a:lnTo>
                    <a:pt x="3177629" y="1737902"/>
                  </a:lnTo>
                  <a:lnTo>
                    <a:pt x="3208139" y="1833107"/>
                  </a:lnTo>
                  <a:lnTo>
                    <a:pt x="3238683" y="1930943"/>
                  </a:lnTo>
                  <a:lnTo>
                    <a:pt x="3269266" y="2030962"/>
                  </a:lnTo>
                  <a:lnTo>
                    <a:pt x="3299889" y="2132674"/>
                  </a:lnTo>
                  <a:lnTo>
                    <a:pt x="3330541" y="2235548"/>
                  </a:lnTo>
                  <a:lnTo>
                    <a:pt x="3361211" y="2339028"/>
                  </a:lnTo>
                  <a:lnTo>
                    <a:pt x="3391881" y="2442545"/>
                  </a:lnTo>
                  <a:lnTo>
                    <a:pt x="3422536" y="2545529"/>
                  </a:lnTo>
                  <a:lnTo>
                    <a:pt x="3453163" y="2647419"/>
                  </a:lnTo>
                  <a:lnTo>
                    <a:pt x="3483752" y="2747683"/>
                  </a:lnTo>
                  <a:lnTo>
                    <a:pt x="3514300" y="2845823"/>
                  </a:lnTo>
                  <a:lnTo>
                    <a:pt x="3544814" y="2941388"/>
                  </a:lnTo>
                  <a:lnTo>
                    <a:pt x="3575309" y="3033979"/>
                  </a:lnTo>
                  <a:lnTo>
                    <a:pt x="3605815" y="3123258"/>
                  </a:lnTo>
                  <a:lnTo>
                    <a:pt x="3636374" y="3208949"/>
                  </a:lnTo>
                  <a:lnTo>
                    <a:pt x="3667047" y="3290842"/>
                  </a:lnTo>
                  <a:lnTo>
                    <a:pt x="3697909" y="3368789"/>
                  </a:lnTo>
                  <a:lnTo>
                    <a:pt x="3729057" y="3442705"/>
                  </a:lnTo>
                  <a:lnTo>
                    <a:pt x="3760612" y="3512562"/>
                  </a:lnTo>
                  <a:lnTo>
                    <a:pt x="3792718" y="3578386"/>
                  </a:lnTo>
                  <a:lnTo>
                    <a:pt x="3825551" y="3640252"/>
                  </a:lnTo>
                  <a:lnTo>
                    <a:pt x="3829811" y="3647881"/>
                  </a:lnTo>
                  <a:lnTo>
                    <a:pt x="3875109" y="3723431"/>
                  </a:lnTo>
                  <a:lnTo>
                    <a:pt x="3922668" y="3792121"/>
                  </a:lnTo>
                  <a:lnTo>
                    <a:pt x="3973143" y="3854229"/>
                  </a:lnTo>
                  <a:lnTo>
                    <a:pt x="4027256" y="3910260"/>
                  </a:lnTo>
                  <a:lnTo>
                    <a:pt x="4085748" y="3960810"/>
                  </a:lnTo>
                  <a:lnTo>
                    <a:pt x="4149335" y="4006483"/>
                  </a:lnTo>
                  <a:lnTo>
                    <a:pt x="4218654" y="4047832"/>
                  </a:lnTo>
                  <a:lnTo>
                    <a:pt x="4294184" y="4085336"/>
                  </a:lnTo>
                  <a:lnTo>
                    <a:pt x="4376143" y="4119379"/>
                  </a:lnTo>
                  <a:lnTo>
                    <a:pt x="4464354" y="4150241"/>
                  </a:lnTo>
                  <a:lnTo>
                    <a:pt x="4558101" y="4178099"/>
                  </a:lnTo>
                  <a:lnTo>
                    <a:pt x="4655979" y="4203031"/>
                  </a:lnTo>
                  <a:lnTo>
                    <a:pt x="4755789" y="4225033"/>
                  </a:lnTo>
                  <a:lnTo>
                    <a:pt x="4854547" y="4244049"/>
                  </a:lnTo>
                  <a:lnTo>
                    <a:pt x="4948643" y="4260017"/>
                  </a:lnTo>
                  <a:lnTo>
                    <a:pt x="5034213" y="4272917"/>
                  </a:lnTo>
                  <a:lnTo>
                    <a:pt x="5107678" y="4282824"/>
                  </a:lnTo>
                  <a:lnTo>
                    <a:pt x="5166364" y="4289946"/>
                  </a:lnTo>
                  <a:lnTo>
                    <a:pt x="5209031" y="4294628"/>
                  </a:lnTo>
                  <a:lnTo>
                    <a:pt x="5236183" y="4297332"/>
                  </a:lnTo>
                  <a:lnTo>
                    <a:pt x="5250094" y="4298595"/>
                  </a:lnTo>
                  <a:lnTo>
                    <a:pt x="5254621" y="4298971"/>
                  </a:lnTo>
                  <a:lnTo>
                    <a:pt x="5254955" y="4298997"/>
                  </a:lnTo>
                  <a:lnTo>
                    <a:pt x="6726343" y="4298997"/>
                  </a:lnTo>
                  <a:lnTo>
                    <a:pt x="6727267" y="4298917"/>
                  </a:lnTo>
                  <a:lnTo>
                    <a:pt x="6733370" y="4298347"/>
                  </a:lnTo>
                  <a:lnTo>
                    <a:pt x="6748846" y="4296774"/>
                  </a:lnTo>
                  <a:lnTo>
                    <a:pt x="6776745" y="4293673"/>
                  </a:lnTo>
                  <a:lnTo>
                    <a:pt x="6818793" y="4288547"/>
                  </a:lnTo>
                  <a:lnTo>
                    <a:pt x="6875267" y="4280969"/>
                  </a:lnTo>
                  <a:lnTo>
                    <a:pt x="6945033" y="4270619"/>
                  </a:lnTo>
                  <a:lnTo>
                    <a:pt x="7025795" y="4257301"/>
                  </a:lnTo>
                  <a:lnTo>
                    <a:pt x="7114510" y="4240941"/>
                  </a:lnTo>
                  <a:lnTo>
                    <a:pt x="7207863" y="4221549"/>
                  </a:lnTo>
                  <a:lnTo>
                    <a:pt x="7302704" y="4199183"/>
                  </a:lnTo>
                  <a:lnTo>
                    <a:pt x="7396347" y="4173900"/>
                  </a:lnTo>
                  <a:lnTo>
                    <a:pt x="7486737" y="4145721"/>
                  </a:lnTo>
                  <a:lnTo>
                    <a:pt x="7572471" y="4114597"/>
                  </a:lnTo>
                  <a:lnTo>
                    <a:pt x="7652742" y="4080396"/>
                  </a:lnTo>
                  <a:lnTo>
                    <a:pt x="7727230" y="4042894"/>
                  </a:lnTo>
                  <a:lnTo>
                    <a:pt x="7795986" y="4001773"/>
                  </a:lnTo>
                  <a:lnTo>
                    <a:pt x="7859319" y="3956624"/>
                  </a:lnTo>
                  <a:lnTo>
                    <a:pt x="7917711" y="3906964"/>
                  </a:lnTo>
                  <a:lnTo>
                    <a:pt x="7971741" y="3852245"/>
                  </a:lnTo>
                  <a:lnTo>
                    <a:pt x="8022035" y="3791896"/>
                  </a:lnTo>
                  <a:lnTo>
                    <a:pt x="8069228" y="3725368"/>
                  </a:lnTo>
                  <a:lnTo>
                    <a:pt x="8113927" y="3652220"/>
                  </a:lnTo>
                  <a:lnTo>
                    <a:pt x="8151487" y="3582497"/>
                  </a:lnTo>
                  <a:lnTo>
                    <a:pt x="8183062" y="3517886"/>
                  </a:lnTo>
                  <a:lnTo>
                    <a:pt x="8213940" y="3449293"/>
                  </a:lnTo>
                  <a:lnTo>
                    <a:pt x="8244280" y="3376638"/>
                  </a:lnTo>
                  <a:lnTo>
                    <a:pt x="8274217" y="3299886"/>
                  </a:lnTo>
                  <a:lnTo>
                    <a:pt x="8303860" y="3219047"/>
                  </a:lnTo>
                  <a:lnTo>
                    <a:pt x="8333302" y="3134186"/>
                  </a:lnTo>
                  <a:lnTo>
                    <a:pt x="8362615" y="3045424"/>
                  </a:lnTo>
                  <a:lnTo>
                    <a:pt x="8391858" y="2952940"/>
                  </a:lnTo>
                  <a:lnTo>
                    <a:pt x="8421075" y="2856973"/>
                  </a:lnTo>
                  <a:lnTo>
                    <a:pt x="8450297" y="2757822"/>
                  </a:lnTo>
                  <a:lnTo>
                    <a:pt x="8479544" y="2655842"/>
                  </a:lnTo>
                  <a:lnTo>
                    <a:pt x="8508826" y="2551441"/>
                  </a:lnTo>
                  <a:lnTo>
                    <a:pt x="8538146" y="2445075"/>
                  </a:lnTo>
                  <a:lnTo>
                    <a:pt x="8567498" y="2337239"/>
                  </a:lnTo>
                  <a:lnTo>
                    <a:pt x="8596873" y="2228458"/>
                  </a:lnTo>
                  <a:lnTo>
                    <a:pt x="8626258" y="2119278"/>
                  </a:lnTo>
                  <a:lnTo>
                    <a:pt x="8655640" y="2010250"/>
                  </a:lnTo>
                  <a:lnTo>
                    <a:pt x="8685003" y="1901926"/>
                  </a:lnTo>
                  <a:lnTo>
                    <a:pt x="8714338" y="1794840"/>
                  </a:lnTo>
                  <a:lnTo>
                    <a:pt x="8743637" y="1689503"/>
                  </a:lnTo>
                  <a:lnTo>
                    <a:pt x="8772899" y="1586389"/>
                  </a:lnTo>
                  <a:lnTo>
                    <a:pt x="8802131" y="1485927"/>
                  </a:lnTo>
                  <a:lnTo>
                    <a:pt x="8831347" y="1388498"/>
                  </a:lnTo>
                  <a:lnTo>
                    <a:pt x="8860574" y="1294426"/>
                  </a:lnTo>
                  <a:lnTo>
                    <a:pt x="8889849" y="1203976"/>
                  </a:lnTo>
                  <a:lnTo>
                    <a:pt x="8919225" y="1117354"/>
                  </a:lnTo>
                  <a:lnTo>
                    <a:pt x="8948768" y="1034708"/>
                  </a:lnTo>
                  <a:lnTo>
                    <a:pt x="8978561" y="956126"/>
                  </a:lnTo>
                  <a:lnTo>
                    <a:pt x="9008706" y="881643"/>
                  </a:lnTo>
                  <a:lnTo>
                    <a:pt x="9039326" y="811244"/>
                  </a:lnTo>
                  <a:lnTo>
                    <a:pt x="9070569" y="744867"/>
                  </a:lnTo>
                  <a:lnTo>
                    <a:pt x="9084767" y="716499"/>
                  </a:lnTo>
                  <a:lnTo>
                    <a:pt x="9127732" y="637373"/>
                  </a:lnTo>
                  <a:lnTo>
                    <a:pt x="9172707" y="565060"/>
                  </a:lnTo>
                  <a:lnTo>
                    <a:pt x="9220250" y="499322"/>
                  </a:lnTo>
                  <a:lnTo>
                    <a:pt x="9270971" y="439699"/>
                  </a:lnTo>
                  <a:lnTo>
                    <a:pt x="9325507" y="385636"/>
                  </a:lnTo>
                  <a:lnTo>
                    <a:pt x="9384479" y="336561"/>
                  </a:lnTo>
                  <a:lnTo>
                    <a:pt x="9448459" y="291935"/>
                  </a:lnTo>
                  <a:lnTo>
                    <a:pt x="9517910" y="251281"/>
                  </a:lnTo>
                  <a:lnTo>
                    <a:pt x="9593116" y="214202"/>
                  </a:lnTo>
                  <a:lnTo>
                    <a:pt x="9674088" y="180392"/>
                  </a:lnTo>
                  <a:lnTo>
                    <a:pt x="9760452" y="149637"/>
                  </a:lnTo>
                  <a:lnTo>
                    <a:pt x="9851332" y="121816"/>
                  </a:lnTo>
                  <a:lnTo>
                    <a:pt x="9945249" y="96892"/>
                  </a:lnTo>
                  <a:lnTo>
                    <a:pt x="10040062" y="74890"/>
                  </a:lnTo>
                  <a:lnTo>
                    <a:pt x="10133020" y="55869"/>
                  </a:lnTo>
                  <a:lnTo>
                    <a:pt x="10220930" y="39886"/>
                  </a:lnTo>
                  <a:lnTo>
                    <a:pt x="10300489" y="26941"/>
                  </a:lnTo>
                  <a:lnTo>
                    <a:pt x="10368717" y="16946"/>
                  </a:lnTo>
                  <a:lnTo>
                    <a:pt x="10423443" y="9691"/>
                  </a:lnTo>
                  <a:lnTo>
                    <a:pt x="10463699" y="4840"/>
                  </a:lnTo>
                  <a:lnTo>
                    <a:pt x="10489941" y="1956"/>
                  </a:lnTo>
                  <a:lnTo>
                    <a:pt x="10504070" y="535"/>
                  </a:lnTo>
                  <a:lnTo>
                    <a:pt x="10509284" y="53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56" name="pl256"/>
            <p:cNvSpPr/>
            <p:nvPr/>
          </p:nvSpPr>
          <p:spPr>
            <a:xfrm>
              <a:off x="4799595" y="6205720"/>
              <a:ext cx="11981298" cy="4298997"/>
            </a:xfrm>
            <a:custGeom>
              <a:avLst/>
              <a:pathLst>
                <a:path w="11981298" h="4298997">
                  <a:moveTo>
                    <a:pt x="11981298" y="0"/>
                  </a:moveTo>
                  <a:lnTo>
                    <a:pt x="10509911" y="0"/>
                  </a:lnTo>
                  <a:lnTo>
                    <a:pt x="10508986" y="79"/>
                  </a:lnTo>
                  <a:lnTo>
                    <a:pt x="10502883" y="649"/>
                  </a:lnTo>
                  <a:lnTo>
                    <a:pt x="10487407" y="2222"/>
                  </a:lnTo>
                  <a:lnTo>
                    <a:pt x="10459508" y="5323"/>
                  </a:lnTo>
                  <a:lnTo>
                    <a:pt x="10417460" y="10449"/>
                  </a:lnTo>
                  <a:lnTo>
                    <a:pt x="10360986" y="18027"/>
                  </a:lnTo>
                  <a:lnTo>
                    <a:pt x="10291220" y="28378"/>
                  </a:lnTo>
                  <a:lnTo>
                    <a:pt x="10210458" y="41695"/>
                  </a:lnTo>
                  <a:lnTo>
                    <a:pt x="10121743" y="58055"/>
                  </a:lnTo>
                  <a:lnTo>
                    <a:pt x="10028390" y="77447"/>
                  </a:lnTo>
                  <a:lnTo>
                    <a:pt x="9933550" y="99813"/>
                  </a:lnTo>
                  <a:lnTo>
                    <a:pt x="9839906" y="125096"/>
                  </a:lnTo>
                  <a:lnTo>
                    <a:pt x="9749516" y="153275"/>
                  </a:lnTo>
                  <a:lnTo>
                    <a:pt x="9663782" y="184399"/>
                  </a:lnTo>
                  <a:lnTo>
                    <a:pt x="9583511" y="218600"/>
                  </a:lnTo>
                  <a:lnTo>
                    <a:pt x="9509023" y="256102"/>
                  </a:lnTo>
                  <a:lnTo>
                    <a:pt x="9440268" y="297223"/>
                  </a:lnTo>
                  <a:lnTo>
                    <a:pt x="9376934" y="342372"/>
                  </a:lnTo>
                  <a:lnTo>
                    <a:pt x="9318543" y="392033"/>
                  </a:lnTo>
                  <a:lnTo>
                    <a:pt x="9264513" y="446751"/>
                  </a:lnTo>
                  <a:lnTo>
                    <a:pt x="9214218" y="507100"/>
                  </a:lnTo>
                  <a:lnTo>
                    <a:pt x="9167025" y="573629"/>
                  </a:lnTo>
                  <a:lnTo>
                    <a:pt x="9122326" y="646776"/>
                  </a:lnTo>
                  <a:lnTo>
                    <a:pt x="9084767" y="716499"/>
                  </a:lnTo>
                  <a:lnTo>
                    <a:pt x="9053191" y="781111"/>
                  </a:lnTo>
                  <a:lnTo>
                    <a:pt x="9022313" y="849703"/>
                  </a:lnTo>
                  <a:lnTo>
                    <a:pt x="8991973" y="922358"/>
                  </a:lnTo>
                  <a:lnTo>
                    <a:pt x="8962036" y="999110"/>
                  </a:lnTo>
                  <a:lnTo>
                    <a:pt x="8932393" y="1079949"/>
                  </a:lnTo>
                  <a:lnTo>
                    <a:pt x="8902952" y="1164810"/>
                  </a:lnTo>
                  <a:lnTo>
                    <a:pt x="8873638" y="1253573"/>
                  </a:lnTo>
                  <a:lnTo>
                    <a:pt x="8844395" y="1346056"/>
                  </a:lnTo>
                  <a:lnTo>
                    <a:pt x="8815178" y="1442023"/>
                  </a:lnTo>
                  <a:lnTo>
                    <a:pt x="8785956" y="1541174"/>
                  </a:lnTo>
                  <a:lnTo>
                    <a:pt x="8756709" y="1643154"/>
                  </a:lnTo>
                  <a:lnTo>
                    <a:pt x="8727427" y="1747555"/>
                  </a:lnTo>
                  <a:lnTo>
                    <a:pt x="8698107" y="1853921"/>
                  </a:lnTo>
                  <a:lnTo>
                    <a:pt x="8668755" y="1961757"/>
                  </a:lnTo>
                  <a:lnTo>
                    <a:pt x="8639380" y="2070538"/>
                  </a:lnTo>
                  <a:lnTo>
                    <a:pt x="8609995" y="2179718"/>
                  </a:lnTo>
                  <a:lnTo>
                    <a:pt x="8580614" y="2288746"/>
                  </a:lnTo>
                  <a:lnTo>
                    <a:pt x="8551250" y="2397070"/>
                  </a:lnTo>
                  <a:lnTo>
                    <a:pt x="8521915" y="2504156"/>
                  </a:lnTo>
                  <a:lnTo>
                    <a:pt x="8492616" y="2609493"/>
                  </a:lnTo>
                  <a:lnTo>
                    <a:pt x="8463354" y="2712607"/>
                  </a:lnTo>
                  <a:lnTo>
                    <a:pt x="8434123" y="2813069"/>
                  </a:lnTo>
                  <a:lnTo>
                    <a:pt x="8404907" y="2910498"/>
                  </a:lnTo>
                  <a:lnTo>
                    <a:pt x="8375680" y="3004570"/>
                  </a:lnTo>
                  <a:lnTo>
                    <a:pt x="8346404" y="3095020"/>
                  </a:lnTo>
                  <a:lnTo>
                    <a:pt x="8317028" y="3181642"/>
                  </a:lnTo>
                  <a:lnTo>
                    <a:pt x="8287485" y="3264288"/>
                  </a:lnTo>
                  <a:lnTo>
                    <a:pt x="8257692" y="3342870"/>
                  </a:lnTo>
                  <a:lnTo>
                    <a:pt x="8227547" y="3417353"/>
                  </a:lnTo>
                  <a:lnTo>
                    <a:pt x="8196927" y="3487752"/>
                  </a:lnTo>
                  <a:lnTo>
                    <a:pt x="8165685" y="3554129"/>
                  </a:lnTo>
                  <a:lnTo>
                    <a:pt x="8151487" y="3582497"/>
                  </a:lnTo>
                  <a:lnTo>
                    <a:pt x="8108521" y="3661624"/>
                  </a:lnTo>
                  <a:lnTo>
                    <a:pt x="8063546" y="3733936"/>
                  </a:lnTo>
                  <a:lnTo>
                    <a:pt x="8016004" y="3799675"/>
                  </a:lnTo>
                  <a:lnTo>
                    <a:pt x="7965282" y="3859297"/>
                  </a:lnTo>
                  <a:lnTo>
                    <a:pt x="7910747" y="3913360"/>
                  </a:lnTo>
                  <a:lnTo>
                    <a:pt x="7851774" y="3962435"/>
                  </a:lnTo>
                  <a:lnTo>
                    <a:pt x="7787795" y="4007061"/>
                  </a:lnTo>
                  <a:lnTo>
                    <a:pt x="7718344" y="4047715"/>
                  </a:lnTo>
                  <a:lnTo>
                    <a:pt x="7643137" y="4084794"/>
                  </a:lnTo>
                  <a:lnTo>
                    <a:pt x="7562166" y="4118605"/>
                  </a:lnTo>
                  <a:lnTo>
                    <a:pt x="7475801" y="4149359"/>
                  </a:lnTo>
                  <a:lnTo>
                    <a:pt x="7384921" y="4177180"/>
                  </a:lnTo>
                  <a:lnTo>
                    <a:pt x="7291005" y="4202104"/>
                  </a:lnTo>
                  <a:lnTo>
                    <a:pt x="7196191" y="4224107"/>
                  </a:lnTo>
                  <a:lnTo>
                    <a:pt x="7103233" y="4243127"/>
                  </a:lnTo>
                  <a:lnTo>
                    <a:pt x="7015323" y="4259111"/>
                  </a:lnTo>
                  <a:lnTo>
                    <a:pt x="6935765" y="4272055"/>
                  </a:lnTo>
                  <a:lnTo>
                    <a:pt x="6867536" y="4282050"/>
                  </a:lnTo>
                  <a:lnTo>
                    <a:pt x="6812810" y="4289305"/>
                  </a:lnTo>
                  <a:lnTo>
                    <a:pt x="6772554" y="4294156"/>
                  </a:lnTo>
                  <a:lnTo>
                    <a:pt x="6746312" y="4297040"/>
                  </a:lnTo>
                  <a:lnTo>
                    <a:pt x="6732183" y="4298461"/>
                  </a:lnTo>
                  <a:lnTo>
                    <a:pt x="6726969" y="4298943"/>
                  </a:lnTo>
                  <a:lnTo>
                    <a:pt x="6726343" y="4298997"/>
                  </a:lnTo>
                  <a:lnTo>
                    <a:pt x="5254955" y="4298997"/>
                  </a:lnTo>
                  <a:lnTo>
                    <a:pt x="5253879" y="4298912"/>
                  </a:lnTo>
                  <a:lnTo>
                    <a:pt x="5246793" y="4298306"/>
                  </a:lnTo>
                  <a:lnTo>
                    <a:pt x="5228901" y="4296633"/>
                  </a:lnTo>
                  <a:lnTo>
                    <a:pt x="5196838" y="4293338"/>
                  </a:lnTo>
                  <a:lnTo>
                    <a:pt x="5148897" y="4287904"/>
                  </a:lnTo>
                  <a:lnTo>
                    <a:pt x="5085161" y="4279902"/>
                  </a:lnTo>
                  <a:lnTo>
                    <a:pt x="5007384" y="4269031"/>
                  </a:lnTo>
                  <a:lnTo>
                    <a:pt x="4918604" y="4255130"/>
                  </a:lnTo>
                  <a:lnTo>
                    <a:pt x="4822560" y="4238160"/>
                  </a:lnTo>
                  <a:lnTo>
                    <a:pt x="4723085" y="4218159"/>
                  </a:lnTo>
                  <a:lnTo>
                    <a:pt x="4623615" y="4195194"/>
                  </a:lnTo>
                  <a:lnTo>
                    <a:pt x="4526887" y="4169307"/>
                  </a:lnTo>
                  <a:lnTo>
                    <a:pt x="4434833" y="4140479"/>
                  </a:lnTo>
                  <a:lnTo>
                    <a:pt x="4348618" y="4108601"/>
                  </a:lnTo>
                  <a:lnTo>
                    <a:pt x="4268766" y="4073461"/>
                  </a:lnTo>
                  <a:lnTo>
                    <a:pt x="4195307" y="4034746"/>
                  </a:lnTo>
                  <a:lnTo>
                    <a:pt x="4127926" y="3992039"/>
                  </a:lnTo>
                  <a:lnTo>
                    <a:pt x="4066081" y="3944835"/>
                  </a:lnTo>
                  <a:lnTo>
                    <a:pt x="4009104" y="3892559"/>
                  </a:lnTo>
                  <a:lnTo>
                    <a:pt x="3956262" y="3834603"/>
                  </a:lnTo>
                  <a:lnTo>
                    <a:pt x="3906818" y="3770389"/>
                  </a:lnTo>
                  <a:lnTo>
                    <a:pt x="3860067" y="3699468"/>
                  </a:lnTo>
                  <a:lnTo>
                    <a:pt x="3829811" y="3647881"/>
                  </a:lnTo>
                  <a:lnTo>
                    <a:pt x="3796871" y="3586514"/>
                  </a:lnTo>
                  <a:lnTo>
                    <a:pt x="3764682" y="3521201"/>
                  </a:lnTo>
                  <a:lnTo>
                    <a:pt x="3733066" y="3451862"/>
                  </a:lnTo>
                  <a:lnTo>
                    <a:pt x="3701872" y="3378464"/>
                  </a:lnTo>
                  <a:lnTo>
                    <a:pt x="3670980" y="3301029"/>
                  </a:lnTo>
                  <a:lnTo>
                    <a:pt x="3640288" y="3219634"/>
                  </a:lnTo>
                  <a:lnTo>
                    <a:pt x="3609718" y="3134417"/>
                  </a:lnTo>
                  <a:lnTo>
                    <a:pt x="3579208" y="3045583"/>
                  </a:lnTo>
                  <a:lnTo>
                    <a:pt x="3548713" y="2953398"/>
                  </a:lnTo>
                  <a:lnTo>
                    <a:pt x="3518203" y="2858193"/>
                  </a:lnTo>
                  <a:lnTo>
                    <a:pt x="3487659" y="2760358"/>
                  </a:lnTo>
                  <a:lnTo>
                    <a:pt x="3457076" y="2660338"/>
                  </a:lnTo>
                  <a:lnTo>
                    <a:pt x="3426453" y="2558626"/>
                  </a:lnTo>
                  <a:lnTo>
                    <a:pt x="3395801" y="2455752"/>
                  </a:lnTo>
                  <a:lnTo>
                    <a:pt x="3365132" y="2352272"/>
                  </a:lnTo>
                  <a:lnTo>
                    <a:pt x="3334461" y="2248755"/>
                  </a:lnTo>
                  <a:lnTo>
                    <a:pt x="3303806" y="2145772"/>
                  </a:lnTo>
                  <a:lnTo>
                    <a:pt x="3273179" y="2043881"/>
                  </a:lnTo>
                  <a:lnTo>
                    <a:pt x="3242590" y="1943617"/>
                  </a:lnTo>
                  <a:lnTo>
                    <a:pt x="3212042" y="1845477"/>
                  </a:lnTo>
                  <a:lnTo>
                    <a:pt x="3181528" y="1749912"/>
                  </a:lnTo>
                  <a:lnTo>
                    <a:pt x="3151033" y="1657321"/>
                  </a:lnTo>
                  <a:lnTo>
                    <a:pt x="3120527" y="1568042"/>
                  </a:lnTo>
                  <a:lnTo>
                    <a:pt x="3089968" y="1482351"/>
                  </a:lnTo>
                  <a:lnTo>
                    <a:pt x="3059295" y="1400458"/>
                  </a:lnTo>
                  <a:lnTo>
                    <a:pt x="3028433" y="1322511"/>
                  </a:lnTo>
                  <a:lnTo>
                    <a:pt x="2997285" y="1248595"/>
                  </a:lnTo>
                  <a:lnTo>
                    <a:pt x="2965730" y="1178738"/>
                  </a:lnTo>
                  <a:lnTo>
                    <a:pt x="2933624" y="1112914"/>
                  </a:lnTo>
                  <a:lnTo>
                    <a:pt x="2900791" y="1051048"/>
                  </a:lnTo>
                  <a:lnTo>
                    <a:pt x="2896531" y="1043419"/>
                  </a:lnTo>
                  <a:lnTo>
                    <a:pt x="2851233" y="967869"/>
                  </a:lnTo>
                  <a:lnTo>
                    <a:pt x="2803675" y="899179"/>
                  </a:lnTo>
                  <a:lnTo>
                    <a:pt x="2753199" y="837071"/>
                  </a:lnTo>
                  <a:lnTo>
                    <a:pt x="2699086" y="781040"/>
                  </a:lnTo>
                  <a:lnTo>
                    <a:pt x="2640594" y="730490"/>
                  </a:lnTo>
                  <a:lnTo>
                    <a:pt x="2577007" y="684817"/>
                  </a:lnTo>
                  <a:lnTo>
                    <a:pt x="2507688" y="643468"/>
                  </a:lnTo>
                  <a:lnTo>
                    <a:pt x="2432158" y="605964"/>
                  </a:lnTo>
                  <a:lnTo>
                    <a:pt x="2350199" y="571921"/>
                  </a:lnTo>
                  <a:lnTo>
                    <a:pt x="2261988" y="541059"/>
                  </a:lnTo>
                  <a:lnTo>
                    <a:pt x="2168241" y="513201"/>
                  </a:lnTo>
                  <a:lnTo>
                    <a:pt x="2070363" y="488269"/>
                  </a:lnTo>
                  <a:lnTo>
                    <a:pt x="1970553" y="466267"/>
                  </a:lnTo>
                  <a:lnTo>
                    <a:pt x="1871795" y="447251"/>
                  </a:lnTo>
                  <a:lnTo>
                    <a:pt x="1777699" y="431283"/>
                  </a:lnTo>
                  <a:lnTo>
                    <a:pt x="1692129" y="418383"/>
                  </a:lnTo>
                  <a:lnTo>
                    <a:pt x="1618664" y="408476"/>
                  </a:lnTo>
                  <a:lnTo>
                    <a:pt x="1559978" y="401354"/>
                  </a:lnTo>
                  <a:lnTo>
                    <a:pt x="1517311" y="396672"/>
                  </a:lnTo>
                  <a:lnTo>
                    <a:pt x="1490159" y="393968"/>
                  </a:lnTo>
                  <a:lnTo>
                    <a:pt x="1476248" y="392705"/>
                  </a:lnTo>
                  <a:lnTo>
                    <a:pt x="1471721" y="392329"/>
                  </a:lnTo>
                  <a:lnTo>
                    <a:pt x="1471387" y="392303"/>
                  </a:lnTo>
                  <a:lnTo>
                    <a:pt x="0" y="39230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57" name="pg257"/>
            <p:cNvSpPr/>
            <p:nvPr/>
          </p:nvSpPr>
          <p:spPr>
            <a:xfrm>
              <a:off x="4799595" y="6606196"/>
              <a:ext cx="11981298" cy="3923039"/>
            </a:xfrm>
            <a:custGeom>
              <a:avLst/>
              <a:pathLst>
                <a:path w="11981298" h="3923039">
                  <a:moveTo>
                    <a:pt x="0" y="8172"/>
                  </a:moveTo>
                  <a:lnTo>
                    <a:pt x="1471387" y="8172"/>
                  </a:lnTo>
                  <a:lnTo>
                    <a:pt x="1472463" y="8258"/>
                  </a:lnTo>
                  <a:lnTo>
                    <a:pt x="1479545" y="8864"/>
                  </a:lnTo>
                  <a:lnTo>
                    <a:pt x="1497428" y="10540"/>
                  </a:lnTo>
                  <a:lnTo>
                    <a:pt x="1529475" y="13840"/>
                  </a:lnTo>
                  <a:lnTo>
                    <a:pt x="1577394" y="19282"/>
                  </a:lnTo>
                  <a:lnTo>
                    <a:pt x="1641104" y="27297"/>
                  </a:lnTo>
                  <a:lnTo>
                    <a:pt x="1718852" y="38185"/>
                  </a:lnTo>
                  <a:lnTo>
                    <a:pt x="1807604" y="52108"/>
                  </a:lnTo>
                  <a:lnTo>
                    <a:pt x="1903623" y="69107"/>
                  </a:lnTo>
                  <a:lnTo>
                    <a:pt x="2003077" y="89141"/>
                  </a:lnTo>
                  <a:lnTo>
                    <a:pt x="2102531" y="112144"/>
                  </a:lnTo>
                  <a:lnTo>
                    <a:pt x="2199250" y="138074"/>
                  </a:lnTo>
                  <a:lnTo>
                    <a:pt x="2291300" y="166950"/>
                  </a:lnTo>
                  <a:lnTo>
                    <a:pt x="2377514" y="198882"/>
                  </a:lnTo>
                  <a:lnTo>
                    <a:pt x="2457368" y="234079"/>
                  </a:lnTo>
                  <a:lnTo>
                    <a:pt x="2530831" y="272858"/>
                  </a:lnTo>
                  <a:lnTo>
                    <a:pt x="2598218" y="315634"/>
                  </a:lnTo>
                  <a:lnTo>
                    <a:pt x="2660068" y="362913"/>
                  </a:lnTo>
                  <a:lnTo>
                    <a:pt x="2717050" y="415271"/>
                  </a:lnTo>
                  <a:lnTo>
                    <a:pt x="2769895" y="473317"/>
                  </a:lnTo>
                  <a:lnTo>
                    <a:pt x="2819342" y="537629"/>
                  </a:lnTo>
                  <a:lnTo>
                    <a:pt x="2866093" y="608659"/>
                  </a:lnTo>
                  <a:lnTo>
                    <a:pt x="2896531" y="660650"/>
                  </a:lnTo>
                  <a:lnTo>
                    <a:pt x="2929441" y="722087"/>
                  </a:lnTo>
                  <a:lnTo>
                    <a:pt x="2961601" y="787471"/>
                  </a:lnTo>
                  <a:lnTo>
                    <a:pt x="2993189" y="856881"/>
                  </a:lnTo>
                  <a:lnTo>
                    <a:pt x="3024355" y="930351"/>
                  </a:lnTo>
                  <a:lnTo>
                    <a:pt x="3055220" y="1007859"/>
                  </a:lnTo>
                  <a:lnTo>
                    <a:pt x="3085884" y="1089330"/>
                  </a:lnTo>
                  <a:lnTo>
                    <a:pt x="3116427" y="1174623"/>
                  </a:lnTo>
                  <a:lnTo>
                    <a:pt x="3146909" y="1263536"/>
                  </a:lnTo>
                  <a:lnTo>
                    <a:pt x="3177375" y="1355803"/>
                  </a:lnTo>
                  <a:lnTo>
                    <a:pt x="3207857" y="1451095"/>
                  </a:lnTo>
                  <a:lnTo>
                    <a:pt x="3238371" y="1549020"/>
                  </a:lnTo>
                  <a:lnTo>
                    <a:pt x="3268926" y="1649135"/>
                  </a:lnTo>
                  <a:lnTo>
                    <a:pt x="3299520" y="1750949"/>
                  </a:lnTo>
                  <a:lnTo>
                    <a:pt x="3330144" y="1853932"/>
                  </a:lnTo>
                  <a:lnTo>
                    <a:pt x="3360785" y="1957528"/>
                  </a:lnTo>
                  <a:lnTo>
                    <a:pt x="3391427" y="2061170"/>
                  </a:lnTo>
                  <a:lnTo>
                    <a:pt x="3422054" y="2164285"/>
                  </a:lnTo>
                  <a:lnTo>
                    <a:pt x="3452653" y="2266316"/>
                  </a:lnTo>
                  <a:lnTo>
                    <a:pt x="3483214" y="2366729"/>
                  </a:lnTo>
                  <a:lnTo>
                    <a:pt x="3513735" y="2465026"/>
                  </a:lnTo>
                  <a:lnTo>
                    <a:pt x="3544221" y="2560755"/>
                  </a:lnTo>
                  <a:lnTo>
                    <a:pt x="3574688" y="2653517"/>
                  </a:lnTo>
                  <a:lnTo>
                    <a:pt x="3605165" y="2742972"/>
                  </a:lnTo>
                  <a:lnTo>
                    <a:pt x="3635694" y="2828844"/>
                  </a:lnTo>
                  <a:lnTo>
                    <a:pt x="3666335" y="2910920"/>
                  </a:lnTo>
                  <a:lnTo>
                    <a:pt x="3697163" y="2989052"/>
                  </a:lnTo>
                  <a:lnTo>
                    <a:pt x="3728274" y="3063154"/>
                  </a:lnTo>
                  <a:lnTo>
                    <a:pt x="3759788" y="3133196"/>
                  </a:lnTo>
                  <a:lnTo>
                    <a:pt x="3791848" y="3199202"/>
                  </a:lnTo>
                  <a:lnTo>
                    <a:pt x="3824628" y="3261247"/>
                  </a:lnTo>
                  <a:lnTo>
                    <a:pt x="3829811" y="3270561"/>
                  </a:lnTo>
                  <a:lnTo>
                    <a:pt x="3875101" y="3346256"/>
                  </a:lnTo>
                  <a:lnTo>
                    <a:pt x="3922650" y="3415079"/>
                  </a:lnTo>
                  <a:lnTo>
                    <a:pt x="3973115" y="3477309"/>
                  </a:lnTo>
                  <a:lnTo>
                    <a:pt x="4027216" y="3533450"/>
                  </a:lnTo>
                  <a:lnTo>
                    <a:pt x="4085693" y="3584101"/>
                  </a:lnTo>
                  <a:lnTo>
                    <a:pt x="4149263" y="3629866"/>
                  </a:lnTo>
                  <a:lnTo>
                    <a:pt x="4218563" y="3671298"/>
                  </a:lnTo>
                  <a:lnTo>
                    <a:pt x="4294071" y="3708879"/>
                  </a:lnTo>
                  <a:lnTo>
                    <a:pt x="4376004" y="3742992"/>
                  </a:lnTo>
                  <a:lnTo>
                    <a:pt x="4464189" y="3773919"/>
                  </a:lnTo>
                  <a:lnTo>
                    <a:pt x="4557910" y="3801836"/>
                  </a:lnTo>
                  <a:lnTo>
                    <a:pt x="4655763" y="3826821"/>
                  </a:lnTo>
                  <a:lnTo>
                    <a:pt x="4755555" y="3848872"/>
                  </a:lnTo>
                  <a:lnTo>
                    <a:pt x="4854301" y="3867932"/>
                  </a:lnTo>
                  <a:lnTo>
                    <a:pt x="4948398" y="3883938"/>
                  </a:lnTo>
                  <a:lnTo>
                    <a:pt x="5033981" y="3896871"/>
                  </a:lnTo>
                  <a:lnTo>
                    <a:pt x="5107474" y="3906807"/>
                  </a:lnTo>
                  <a:lnTo>
                    <a:pt x="5166199" y="3913950"/>
                  </a:lnTo>
                  <a:lnTo>
                    <a:pt x="5208912" y="3918648"/>
                  </a:lnTo>
                  <a:lnTo>
                    <a:pt x="5236111" y="3921364"/>
                  </a:lnTo>
                  <a:lnTo>
                    <a:pt x="5250062" y="3922633"/>
                  </a:lnTo>
                  <a:lnTo>
                    <a:pt x="5254615" y="3923012"/>
                  </a:lnTo>
                  <a:lnTo>
                    <a:pt x="5254955" y="3923039"/>
                  </a:lnTo>
                  <a:lnTo>
                    <a:pt x="6726343" y="3923039"/>
                  </a:lnTo>
                  <a:lnTo>
                    <a:pt x="6727580" y="3923039"/>
                  </a:lnTo>
                  <a:lnTo>
                    <a:pt x="6735702" y="3923039"/>
                  </a:lnTo>
                  <a:lnTo>
                    <a:pt x="6756124" y="3923039"/>
                  </a:lnTo>
                  <a:lnTo>
                    <a:pt x="6792502" y="3923039"/>
                  </a:lnTo>
                  <a:lnTo>
                    <a:pt x="6846457" y="3923039"/>
                  </a:lnTo>
                  <a:lnTo>
                    <a:pt x="6917453" y="3923039"/>
                  </a:lnTo>
                  <a:lnTo>
                    <a:pt x="7003021" y="3923039"/>
                  </a:lnTo>
                  <a:lnTo>
                    <a:pt x="7099338" y="3923039"/>
                  </a:lnTo>
                  <a:lnTo>
                    <a:pt x="7201984" y="3923039"/>
                  </a:lnTo>
                  <a:lnTo>
                    <a:pt x="7306679" y="3923039"/>
                  </a:lnTo>
                  <a:lnTo>
                    <a:pt x="7409807" y="3923039"/>
                  </a:lnTo>
                  <a:lnTo>
                    <a:pt x="7508684" y="3923039"/>
                  </a:lnTo>
                  <a:lnTo>
                    <a:pt x="7601588" y="3923039"/>
                  </a:lnTo>
                  <a:lnTo>
                    <a:pt x="7687641" y="3923039"/>
                  </a:lnTo>
                  <a:lnTo>
                    <a:pt x="7766631" y="3923039"/>
                  </a:lnTo>
                  <a:lnTo>
                    <a:pt x="7838818" y="3923039"/>
                  </a:lnTo>
                  <a:lnTo>
                    <a:pt x="7904771" y="3923039"/>
                  </a:lnTo>
                  <a:lnTo>
                    <a:pt x="7965237" y="3923039"/>
                  </a:lnTo>
                  <a:lnTo>
                    <a:pt x="8021054" y="3923039"/>
                  </a:lnTo>
                  <a:lnTo>
                    <a:pt x="8073072" y="3923039"/>
                  </a:lnTo>
                  <a:lnTo>
                    <a:pt x="8122108" y="3923039"/>
                  </a:lnTo>
                  <a:lnTo>
                    <a:pt x="8151487" y="3923039"/>
                  </a:lnTo>
                  <a:lnTo>
                    <a:pt x="8207723" y="3923039"/>
                  </a:lnTo>
                  <a:lnTo>
                    <a:pt x="8262110" y="3923039"/>
                  </a:lnTo>
                  <a:lnTo>
                    <a:pt x="8315401" y="3923039"/>
                  </a:lnTo>
                  <a:lnTo>
                    <a:pt x="8368129" y="3923039"/>
                  </a:lnTo>
                  <a:lnTo>
                    <a:pt x="8420653" y="3923039"/>
                  </a:lnTo>
                  <a:lnTo>
                    <a:pt x="8473185" y="3923039"/>
                  </a:lnTo>
                  <a:lnTo>
                    <a:pt x="8525821" y="3923039"/>
                  </a:lnTo>
                  <a:lnTo>
                    <a:pt x="8578567" y="3923039"/>
                  </a:lnTo>
                  <a:lnTo>
                    <a:pt x="8631371" y="3923039"/>
                  </a:lnTo>
                  <a:lnTo>
                    <a:pt x="8684155" y="3923039"/>
                  </a:lnTo>
                  <a:lnTo>
                    <a:pt x="8736850" y="3923039"/>
                  </a:lnTo>
                  <a:lnTo>
                    <a:pt x="8789427" y="3923039"/>
                  </a:lnTo>
                  <a:lnTo>
                    <a:pt x="8841936" y="3923039"/>
                  </a:lnTo>
                  <a:lnTo>
                    <a:pt x="8894528" y="3923039"/>
                  </a:lnTo>
                  <a:lnTo>
                    <a:pt x="8947483" y="3923039"/>
                  </a:lnTo>
                  <a:lnTo>
                    <a:pt x="9001245" y="3923039"/>
                  </a:lnTo>
                  <a:lnTo>
                    <a:pt x="9056449" y="3923039"/>
                  </a:lnTo>
                  <a:lnTo>
                    <a:pt x="9084767" y="3923039"/>
                  </a:lnTo>
                  <a:lnTo>
                    <a:pt x="9132316" y="3923039"/>
                  </a:lnTo>
                  <a:lnTo>
                    <a:pt x="9182384" y="3923039"/>
                  </a:lnTo>
                  <a:lnTo>
                    <a:pt x="9235734" y="3923039"/>
                  </a:lnTo>
                  <a:lnTo>
                    <a:pt x="9293202" y="3923039"/>
                  </a:lnTo>
                  <a:lnTo>
                    <a:pt x="9355640" y="3923039"/>
                  </a:lnTo>
                  <a:lnTo>
                    <a:pt x="9423860" y="3923039"/>
                  </a:lnTo>
                  <a:lnTo>
                    <a:pt x="9498557" y="3923039"/>
                  </a:lnTo>
                  <a:lnTo>
                    <a:pt x="9580199" y="3923039"/>
                  </a:lnTo>
                  <a:lnTo>
                    <a:pt x="9668889" y="3923039"/>
                  </a:lnTo>
                  <a:lnTo>
                    <a:pt x="9764188" y="3923039"/>
                  </a:lnTo>
                  <a:lnTo>
                    <a:pt x="9864919" y="3923039"/>
                  </a:lnTo>
                  <a:lnTo>
                    <a:pt x="9969005" y="3923039"/>
                  </a:lnTo>
                  <a:lnTo>
                    <a:pt x="10073397" y="3923039"/>
                  </a:lnTo>
                  <a:lnTo>
                    <a:pt x="10174183" y="3923039"/>
                  </a:lnTo>
                  <a:lnTo>
                    <a:pt x="10266955" y="3923039"/>
                  </a:lnTo>
                  <a:lnTo>
                    <a:pt x="10347426" y="3923039"/>
                  </a:lnTo>
                  <a:lnTo>
                    <a:pt x="10412197" y="3923039"/>
                  </a:lnTo>
                  <a:lnTo>
                    <a:pt x="10459479" y="3923039"/>
                  </a:lnTo>
                  <a:lnTo>
                    <a:pt x="10489540" y="3923039"/>
                  </a:lnTo>
                  <a:lnTo>
                    <a:pt x="10504798" y="3923039"/>
                  </a:lnTo>
                  <a:lnTo>
                    <a:pt x="10509604" y="3923039"/>
                  </a:lnTo>
                  <a:lnTo>
                    <a:pt x="10509911" y="3923039"/>
                  </a:lnTo>
                  <a:lnTo>
                    <a:pt x="11981298" y="3923039"/>
                  </a:lnTo>
                  <a:lnTo>
                    <a:pt x="11981298" y="3914866"/>
                  </a:lnTo>
                  <a:lnTo>
                    <a:pt x="10509911" y="3914866"/>
                  </a:lnTo>
                  <a:lnTo>
                    <a:pt x="10508673" y="3914866"/>
                  </a:lnTo>
                  <a:lnTo>
                    <a:pt x="10500551" y="3914866"/>
                  </a:lnTo>
                  <a:lnTo>
                    <a:pt x="10480130" y="3914866"/>
                  </a:lnTo>
                  <a:lnTo>
                    <a:pt x="10443752" y="3914866"/>
                  </a:lnTo>
                  <a:lnTo>
                    <a:pt x="10389796" y="3914866"/>
                  </a:lnTo>
                  <a:lnTo>
                    <a:pt x="10318801" y="3914866"/>
                  </a:lnTo>
                  <a:lnTo>
                    <a:pt x="10233232" y="3914866"/>
                  </a:lnTo>
                  <a:lnTo>
                    <a:pt x="10136915" y="3914866"/>
                  </a:lnTo>
                  <a:lnTo>
                    <a:pt x="10034269" y="3914866"/>
                  </a:lnTo>
                  <a:lnTo>
                    <a:pt x="9929574" y="3914866"/>
                  </a:lnTo>
                  <a:lnTo>
                    <a:pt x="9826446" y="3914866"/>
                  </a:lnTo>
                  <a:lnTo>
                    <a:pt x="9727569" y="3914866"/>
                  </a:lnTo>
                  <a:lnTo>
                    <a:pt x="9634665" y="3914866"/>
                  </a:lnTo>
                  <a:lnTo>
                    <a:pt x="9548612" y="3914866"/>
                  </a:lnTo>
                  <a:lnTo>
                    <a:pt x="9469622" y="3914866"/>
                  </a:lnTo>
                  <a:lnTo>
                    <a:pt x="9397435" y="3914866"/>
                  </a:lnTo>
                  <a:lnTo>
                    <a:pt x="9331483" y="3914866"/>
                  </a:lnTo>
                  <a:lnTo>
                    <a:pt x="9271016" y="3914866"/>
                  </a:lnTo>
                  <a:lnTo>
                    <a:pt x="9215199" y="3914866"/>
                  </a:lnTo>
                  <a:lnTo>
                    <a:pt x="9163181" y="3914866"/>
                  </a:lnTo>
                  <a:lnTo>
                    <a:pt x="9114146" y="3914866"/>
                  </a:lnTo>
                  <a:lnTo>
                    <a:pt x="9084767" y="3914866"/>
                  </a:lnTo>
                  <a:lnTo>
                    <a:pt x="9028530" y="3914866"/>
                  </a:lnTo>
                  <a:lnTo>
                    <a:pt x="8974143" y="3914866"/>
                  </a:lnTo>
                  <a:lnTo>
                    <a:pt x="8920852" y="3914866"/>
                  </a:lnTo>
                  <a:lnTo>
                    <a:pt x="8868124" y="3914866"/>
                  </a:lnTo>
                  <a:lnTo>
                    <a:pt x="8815600" y="3914866"/>
                  </a:lnTo>
                  <a:lnTo>
                    <a:pt x="8763068" y="3914866"/>
                  </a:lnTo>
                  <a:lnTo>
                    <a:pt x="8710433" y="3914866"/>
                  </a:lnTo>
                  <a:lnTo>
                    <a:pt x="8657686" y="3914866"/>
                  </a:lnTo>
                  <a:lnTo>
                    <a:pt x="8604882" y="3914866"/>
                  </a:lnTo>
                  <a:lnTo>
                    <a:pt x="8552098" y="3914866"/>
                  </a:lnTo>
                  <a:lnTo>
                    <a:pt x="8499404" y="3914866"/>
                  </a:lnTo>
                  <a:lnTo>
                    <a:pt x="8446826" y="3914866"/>
                  </a:lnTo>
                  <a:lnTo>
                    <a:pt x="8394317" y="3914866"/>
                  </a:lnTo>
                  <a:lnTo>
                    <a:pt x="8341726" y="3914866"/>
                  </a:lnTo>
                  <a:lnTo>
                    <a:pt x="8288770" y="3914866"/>
                  </a:lnTo>
                  <a:lnTo>
                    <a:pt x="8235009" y="3914866"/>
                  </a:lnTo>
                  <a:lnTo>
                    <a:pt x="8179804" y="3914866"/>
                  </a:lnTo>
                  <a:lnTo>
                    <a:pt x="8151487" y="3914866"/>
                  </a:lnTo>
                  <a:lnTo>
                    <a:pt x="8103938" y="3914866"/>
                  </a:lnTo>
                  <a:lnTo>
                    <a:pt x="8053869" y="3914866"/>
                  </a:lnTo>
                  <a:lnTo>
                    <a:pt x="8000519" y="3914866"/>
                  </a:lnTo>
                  <a:lnTo>
                    <a:pt x="7943051" y="3914866"/>
                  </a:lnTo>
                  <a:lnTo>
                    <a:pt x="7880613" y="3914866"/>
                  </a:lnTo>
                  <a:lnTo>
                    <a:pt x="7812393" y="3914866"/>
                  </a:lnTo>
                  <a:lnTo>
                    <a:pt x="7737696" y="3914866"/>
                  </a:lnTo>
                  <a:lnTo>
                    <a:pt x="7656054" y="3914866"/>
                  </a:lnTo>
                  <a:lnTo>
                    <a:pt x="7567364" y="3914866"/>
                  </a:lnTo>
                  <a:lnTo>
                    <a:pt x="7472066" y="3914866"/>
                  </a:lnTo>
                  <a:lnTo>
                    <a:pt x="7371334" y="3914866"/>
                  </a:lnTo>
                  <a:lnTo>
                    <a:pt x="7267248" y="3914866"/>
                  </a:lnTo>
                  <a:lnTo>
                    <a:pt x="7162856" y="3914866"/>
                  </a:lnTo>
                  <a:lnTo>
                    <a:pt x="7062070" y="3914866"/>
                  </a:lnTo>
                  <a:lnTo>
                    <a:pt x="6969298" y="3914866"/>
                  </a:lnTo>
                  <a:lnTo>
                    <a:pt x="6888828" y="3914866"/>
                  </a:lnTo>
                  <a:lnTo>
                    <a:pt x="6824056" y="3914866"/>
                  </a:lnTo>
                  <a:lnTo>
                    <a:pt x="6776774" y="3914866"/>
                  </a:lnTo>
                  <a:lnTo>
                    <a:pt x="6746713" y="3914866"/>
                  </a:lnTo>
                  <a:lnTo>
                    <a:pt x="6731455" y="3914866"/>
                  </a:lnTo>
                  <a:lnTo>
                    <a:pt x="6726649" y="3914866"/>
                  </a:lnTo>
                  <a:lnTo>
                    <a:pt x="6726343" y="3914866"/>
                  </a:lnTo>
                  <a:lnTo>
                    <a:pt x="5254955" y="3914866"/>
                  </a:lnTo>
                  <a:lnTo>
                    <a:pt x="5253879" y="3914781"/>
                  </a:lnTo>
                  <a:lnTo>
                    <a:pt x="5246797" y="3914174"/>
                  </a:lnTo>
                  <a:lnTo>
                    <a:pt x="5228915" y="3912499"/>
                  </a:lnTo>
                  <a:lnTo>
                    <a:pt x="5196867" y="3909198"/>
                  </a:lnTo>
                  <a:lnTo>
                    <a:pt x="5148948" y="3903756"/>
                  </a:lnTo>
                  <a:lnTo>
                    <a:pt x="5085238" y="3895741"/>
                  </a:lnTo>
                  <a:lnTo>
                    <a:pt x="5007490" y="3884853"/>
                  </a:lnTo>
                  <a:lnTo>
                    <a:pt x="4918738" y="3870930"/>
                  </a:lnTo>
                  <a:lnTo>
                    <a:pt x="4822720" y="3853932"/>
                  </a:lnTo>
                  <a:lnTo>
                    <a:pt x="4723266" y="3833897"/>
                  </a:lnTo>
                  <a:lnTo>
                    <a:pt x="4623811" y="3810894"/>
                  </a:lnTo>
                  <a:lnTo>
                    <a:pt x="4527092" y="3784965"/>
                  </a:lnTo>
                  <a:lnTo>
                    <a:pt x="4435042" y="3756088"/>
                  </a:lnTo>
                  <a:lnTo>
                    <a:pt x="4348828" y="3724156"/>
                  </a:lnTo>
                  <a:lnTo>
                    <a:pt x="4268974" y="3688959"/>
                  </a:lnTo>
                  <a:lnTo>
                    <a:pt x="4195511" y="3650180"/>
                  </a:lnTo>
                  <a:lnTo>
                    <a:pt x="4128124" y="3607404"/>
                  </a:lnTo>
                  <a:lnTo>
                    <a:pt x="4066274" y="3560125"/>
                  </a:lnTo>
                  <a:lnTo>
                    <a:pt x="4009292" y="3507767"/>
                  </a:lnTo>
                  <a:lnTo>
                    <a:pt x="3956447" y="3449721"/>
                  </a:lnTo>
                  <a:lnTo>
                    <a:pt x="3907000" y="3385409"/>
                  </a:lnTo>
                  <a:lnTo>
                    <a:pt x="3860249" y="3314379"/>
                  </a:lnTo>
                  <a:lnTo>
                    <a:pt x="3829811" y="3262388"/>
                  </a:lnTo>
                  <a:lnTo>
                    <a:pt x="3796901" y="3200951"/>
                  </a:lnTo>
                  <a:lnTo>
                    <a:pt x="3764741" y="3135567"/>
                  </a:lnTo>
                  <a:lnTo>
                    <a:pt x="3733153" y="3066157"/>
                  </a:lnTo>
                  <a:lnTo>
                    <a:pt x="3701987" y="2992688"/>
                  </a:lnTo>
                  <a:lnTo>
                    <a:pt x="3671122" y="2915179"/>
                  </a:lnTo>
                  <a:lnTo>
                    <a:pt x="3640458" y="2833709"/>
                  </a:lnTo>
                  <a:lnTo>
                    <a:pt x="3609915" y="2748416"/>
                  </a:lnTo>
                  <a:lnTo>
                    <a:pt x="3579433" y="2659502"/>
                  </a:lnTo>
                  <a:lnTo>
                    <a:pt x="3548967" y="2567235"/>
                  </a:lnTo>
                  <a:lnTo>
                    <a:pt x="3518485" y="2471943"/>
                  </a:lnTo>
                  <a:lnTo>
                    <a:pt x="3487971" y="2374018"/>
                  </a:lnTo>
                  <a:lnTo>
                    <a:pt x="3457416" y="2273903"/>
                  </a:lnTo>
                  <a:lnTo>
                    <a:pt x="3426822" y="2172089"/>
                  </a:lnTo>
                  <a:lnTo>
                    <a:pt x="3396198" y="2069106"/>
                  </a:lnTo>
                  <a:lnTo>
                    <a:pt x="3365558" y="1965510"/>
                  </a:lnTo>
                  <a:lnTo>
                    <a:pt x="3334916" y="1861869"/>
                  </a:lnTo>
                  <a:lnTo>
                    <a:pt x="3304288" y="1758753"/>
                  </a:lnTo>
                  <a:lnTo>
                    <a:pt x="3273689" y="1656722"/>
                  </a:lnTo>
                  <a:lnTo>
                    <a:pt x="3243128" y="1556309"/>
                  </a:lnTo>
                  <a:lnTo>
                    <a:pt x="3212607" y="1458012"/>
                  </a:lnTo>
                  <a:lnTo>
                    <a:pt x="3182121" y="1362283"/>
                  </a:lnTo>
                  <a:lnTo>
                    <a:pt x="3151654" y="1269521"/>
                  </a:lnTo>
                  <a:lnTo>
                    <a:pt x="3121177" y="1180066"/>
                  </a:lnTo>
                  <a:lnTo>
                    <a:pt x="3090648" y="1094195"/>
                  </a:lnTo>
                  <a:lnTo>
                    <a:pt x="3060007" y="1012118"/>
                  </a:lnTo>
                  <a:lnTo>
                    <a:pt x="3029179" y="933986"/>
                  </a:lnTo>
                  <a:lnTo>
                    <a:pt x="2998068" y="859884"/>
                  </a:lnTo>
                  <a:lnTo>
                    <a:pt x="2966554" y="789843"/>
                  </a:lnTo>
                  <a:lnTo>
                    <a:pt x="2934495" y="723836"/>
                  </a:lnTo>
                  <a:lnTo>
                    <a:pt x="2901714" y="661791"/>
                  </a:lnTo>
                  <a:lnTo>
                    <a:pt x="2896531" y="652477"/>
                  </a:lnTo>
                  <a:lnTo>
                    <a:pt x="2851241" y="576783"/>
                  </a:lnTo>
                  <a:lnTo>
                    <a:pt x="2803692" y="507959"/>
                  </a:lnTo>
                  <a:lnTo>
                    <a:pt x="2753227" y="445729"/>
                  </a:lnTo>
                  <a:lnTo>
                    <a:pt x="2699126" y="389588"/>
                  </a:lnTo>
                  <a:lnTo>
                    <a:pt x="2640649" y="338937"/>
                  </a:lnTo>
                  <a:lnTo>
                    <a:pt x="2577079" y="293173"/>
                  </a:lnTo>
                  <a:lnTo>
                    <a:pt x="2507779" y="251740"/>
                  </a:lnTo>
                  <a:lnTo>
                    <a:pt x="2432271" y="214159"/>
                  </a:lnTo>
                  <a:lnTo>
                    <a:pt x="2350338" y="180046"/>
                  </a:lnTo>
                  <a:lnTo>
                    <a:pt x="2262153" y="149120"/>
                  </a:lnTo>
                  <a:lnTo>
                    <a:pt x="2168432" y="121203"/>
                  </a:lnTo>
                  <a:lnTo>
                    <a:pt x="2070579" y="96217"/>
                  </a:lnTo>
                  <a:lnTo>
                    <a:pt x="1970787" y="74167"/>
                  </a:lnTo>
                  <a:lnTo>
                    <a:pt x="1872041" y="55106"/>
                  </a:lnTo>
                  <a:lnTo>
                    <a:pt x="1777944" y="39100"/>
                  </a:lnTo>
                  <a:lnTo>
                    <a:pt x="1692361" y="26167"/>
                  </a:lnTo>
                  <a:lnTo>
                    <a:pt x="1618868" y="16232"/>
                  </a:lnTo>
                  <a:lnTo>
                    <a:pt x="1560144" y="9088"/>
                  </a:lnTo>
                  <a:lnTo>
                    <a:pt x="1517431" y="4390"/>
                  </a:lnTo>
                  <a:lnTo>
                    <a:pt x="1490231" y="1674"/>
                  </a:lnTo>
                  <a:lnTo>
                    <a:pt x="1476280" y="405"/>
                  </a:lnTo>
                  <a:lnTo>
                    <a:pt x="1471727" y="26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258" name="pl258"/>
            <p:cNvSpPr/>
            <p:nvPr/>
          </p:nvSpPr>
          <p:spPr>
            <a:xfrm>
              <a:off x="4799595" y="6614369"/>
              <a:ext cx="11981298" cy="3914866"/>
            </a:xfrm>
            <a:custGeom>
              <a:avLst/>
              <a:pathLst>
                <a:path w="11981298" h="3914866">
                  <a:moveTo>
                    <a:pt x="0" y="0"/>
                  </a:moveTo>
                  <a:lnTo>
                    <a:pt x="1471387" y="0"/>
                  </a:lnTo>
                  <a:lnTo>
                    <a:pt x="1472463" y="85"/>
                  </a:lnTo>
                  <a:lnTo>
                    <a:pt x="1479545" y="691"/>
                  </a:lnTo>
                  <a:lnTo>
                    <a:pt x="1497428" y="2367"/>
                  </a:lnTo>
                  <a:lnTo>
                    <a:pt x="1529475" y="5667"/>
                  </a:lnTo>
                  <a:lnTo>
                    <a:pt x="1577394" y="11109"/>
                  </a:lnTo>
                  <a:lnTo>
                    <a:pt x="1641104" y="19124"/>
                  </a:lnTo>
                  <a:lnTo>
                    <a:pt x="1718852" y="30012"/>
                  </a:lnTo>
                  <a:lnTo>
                    <a:pt x="1807604" y="43935"/>
                  </a:lnTo>
                  <a:lnTo>
                    <a:pt x="1903623" y="60934"/>
                  </a:lnTo>
                  <a:lnTo>
                    <a:pt x="2003077" y="80968"/>
                  </a:lnTo>
                  <a:lnTo>
                    <a:pt x="2102531" y="103971"/>
                  </a:lnTo>
                  <a:lnTo>
                    <a:pt x="2199250" y="129901"/>
                  </a:lnTo>
                  <a:lnTo>
                    <a:pt x="2291300" y="158777"/>
                  </a:lnTo>
                  <a:lnTo>
                    <a:pt x="2377514" y="190709"/>
                  </a:lnTo>
                  <a:lnTo>
                    <a:pt x="2457368" y="225906"/>
                  </a:lnTo>
                  <a:lnTo>
                    <a:pt x="2530831" y="264685"/>
                  </a:lnTo>
                  <a:lnTo>
                    <a:pt x="2598218" y="307461"/>
                  </a:lnTo>
                  <a:lnTo>
                    <a:pt x="2660068" y="354740"/>
                  </a:lnTo>
                  <a:lnTo>
                    <a:pt x="2717050" y="407098"/>
                  </a:lnTo>
                  <a:lnTo>
                    <a:pt x="2769895" y="465144"/>
                  </a:lnTo>
                  <a:lnTo>
                    <a:pt x="2819342" y="529456"/>
                  </a:lnTo>
                  <a:lnTo>
                    <a:pt x="2866093" y="600486"/>
                  </a:lnTo>
                  <a:lnTo>
                    <a:pt x="2896531" y="652477"/>
                  </a:lnTo>
                  <a:lnTo>
                    <a:pt x="2929441" y="713914"/>
                  </a:lnTo>
                  <a:lnTo>
                    <a:pt x="2961601" y="779298"/>
                  </a:lnTo>
                  <a:lnTo>
                    <a:pt x="2993189" y="848708"/>
                  </a:lnTo>
                  <a:lnTo>
                    <a:pt x="3024355" y="922178"/>
                  </a:lnTo>
                  <a:lnTo>
                    <a:pt x="3055220" y="999686"/>
                  </a:lnTo>
                  <a:lnTo>
                    <a:pt x="3085884" y="1081157"/>
                  </a:lnTo>
                  <a:lnTo>
                    <a:pt x="3116427" y="1166450"/>
                  </a:lnTo>
                  <a:lnTo>
                    <a:pt x="3146909" y="1255363"/>
                  </a:lnTo>
                  <a:lnTo>
                    <a:pt x="3177375" y="1347630"/>
                  </a:lnTo>
                  <a:lnTo>
                    <a:pt x="3207857" y="1442922"/>
                  </a:lnTo>
                  <a:lnTo>
                    <a:pt x="3238371" y="1540847"/>
                  </a:lnTo>
                  <a:lnTo>
                    <a:pt x="3268926" y="1640962"/>
                  </a:lnTo>
                  <a:lnTo>
                    <a:pt x="3299520" y="1742776"/>
                  </a:lnTo>
                  <a:lnTo>
                    <a:pt x="3330144" y="1845759"/>
                  </a:lnTo>
                  <a:lnTo>
                    <a:pt x="3360785" y="1949355"/>
                  </a:lnTo>
                  <a:lnTo>
                    <a:pt x="3391427" y="2052997"/>
                  </a:lnTo>
                  <a:lnTo>
                    <a:pt x="3422054" y="2156112"/>
                  </a:lnTo>
                  <a:lnTo>
                    <a:pt x="3452653" y="2258143"/>
                  </a:lnTo>
                  <a:lnTo>
                    <a:pt x="3483214" y="2358556"/>
                  </a:lnTo>
                  <a:lnTo>
                    <a:pt x="3513735" y="2456853"/>
                  </a:lnTo>
                  <a:lnTo>
                    <a:pt x="3544221" y="2552582"/>
                  </a:lnTo>
                  <a:lnTo>
                    <a:pt x="3574688" y="2645344"/>
                  </a:lnTo>
                  <a:lnTo>
                    <a:pt x="3605165" y="2734799"/>
                  </a:lnTo>
                  <a:lnTo>
                    <a:pt x="3635694" y="2820671"/>
                  </a:lnTo>
                  <a:lnTo>
                    <a:pt x="3666335" y="2902747"/>
                  </a:lnTo>
                  <a:lnTo>
                    <a:pt x="3697163" y="2980879"/>
                  </a:lnTo>
                  <a:lnTo>
                    <a:pt x="3728274" y="3054981"/>
                  </a:lnTo>
                  <a:lnTo>
                    <a:pt x="3759788" y="3125023"/>
                  </a:lnTo>
                  <a:lnTo>
                    <a:pt x="3791848" y="3191029"/>
                  </a:lnTo>
                  <a:lnTo>
                    <a:pt x="3824628" y="3253074"/>
                  </a:lnTo>
                  <a:lnTo>
                    <a:pt x="3829811" y="3262388"/>
                  </a:lnTo>
                  <a:lnTo>
                    <a:pt x="3875101" y="3338083"/>
                  </a:lnTo>
                  <a:lnTo>
                    <a:pt x="3922650" y="3406906"/>
                  </a:lnTo>
                  <a:lnTo>
                    <a:pt x="3973115" y="3469136"/>
                  </a:lnTo>
                  <a:lnTo>
                    <a:pt x="4027216" y="3525277"/>
                  </a:lnTo>
                  <a:lnTo>
                    <a:pt x="4085693" y="3575928"/>
                  </a:lnTo>
                  <a:lnTo>
                    <a:pt x="4149263" y="3621693"/>
                  </a:lnTo>
                  <a:lnTo>
                    <a:pt x="4218563" y="3663125"/>
                  </a:lnTo>
                  <a:lnTo>
                    <a:pt x="4294071" y="3700706"/>
                  </a:lnTo>
                  <a:lnTo>
                    <a:pt x="4376004" y="3734819"/>
                  </a:lnTo>
                  <a:lnTo>
                    <a:pt x="4464189" y="3765746"/>
                  </a:lnTo>
                  <a:lnTo>
                    <a:pt x="4557910" y="3793663"/>
                  </a:lnTo>
                  <a:lnTo>
                    <a:pt x="4655763" y="3818648"/>
                  </a:lnTo>
                  <a:lnTo>
                    <a:pt x="4755555" y="3840699"/>
                  </a:lnTo>
                  <a:lnTo>
                    <a:pt x="4854301" y="3859759"/>
                  </a:lnTo>
                  <a:lnTo>
                    <a:pt x="4948398" y="3875765"/>
                  </a:lnTo>
                  <a:lnTo>
                    <a:pt x="5033981" y="3888698"/>
                  </a:lnTo>
                  <a:lnTo>
                    <a:pt x="5107474" y="3898634"/>
                  </a:lnTo>
                  <a:lnTo>
                    <a:pt x="5166199" y="3905777"/>
                  </a:lnTo>
                  <a:lnTo>
                    <a:pt x="5208912" y="3910475"/>
                  </a:lnTo>
                  <a:lnTo>
                    <a:pt x="5236111" y="3913191"/>
                  </a:lnTo>
                  <a:lnTo>
                    <a:pt x="5250062" y="3914460"/>
                  </a:lnTo>
                  <a:lnTo>
                    <a:pt x="5254615" y="3914839"/>
                  </a:lnTo>
                  <a:lnTo>
                    <a:pt x="5254955" y="3914866"/>
                  </a:lnTo>
                  <a:lnTo>
                    <a:pt x="6726343" y="3914866"/>
                  </a:lnTo>
                  <a:lnTo>
                    <a:pt x="6727580" y="3914866"/>
                  </a:lnTo>
                  <a:lnTo>
                    <a:pt x="6735702" y="3914866"/>
                  </a:lnTo>
                  <a:lnTo>
                    <a:pt x="6756124" y="3914866"/>
                  </a:lnTo>
                  <a:lnTo>
                    <a:pt x="6792502" y="3914866"/>
                  </a:lnTo>
                  <a:lnTo>
                    <a:pt x="6846457" y="3914866"/>
                  </a:lnTo>
                  <a:lnTo>
                    <a:pt x="6917453" y="3914866"/>
                  </a:lnTo>
                  <a:lnTo>
                    <a:pt x="7003021" y="3914866"/>
                  </a:lnTo>
                  <a:lnTo>
                    <a:pt x="7099338" y="3914866"/>
                  </a:lnTo>
                  <a:lnTo>
                    <a:pt x="7201984" y="3914866"/>
                  </a:lnTo>
                  <a:lnTo>
                    <a:pt x="7306679" y="3914866"/>
                  </a:lnTo>
                  <a:lnTo>
                    <a:pt x="7409807" y="3914866"/>
                  </a:lnTo>
                  <a:lnTo>
                    <a:pt x="7508684" y="3914866"/>
                  </a:lnTo>
                  <a:lnTo>
                    <a:pt x="7601588" y="3914866"/>
                  </a:lnTo>
                  <a:lnTo>
                    <a:pt x="7687641" y="3914866"/>
                  </a:lnTo>
                  <a:lnTo>
                    <a:pt x="7766631" y="3914866"/>
                  </a:lnTo>
                  <a:lnTo>
                    <a:pt x="7838818" y="3914866"/>
                  </a:lnTo>
                  <a:lnTo>
                    <a:pt x="7904771" y="3914866"/>
                  </a:lnTo>
                  <a:lnTo>
                    <a:pt x="7965237" y="3914866"/>
                  </a:lnTo>
                  <a:lnTo>
                    <a:pt x="8021054" y="3914866"/>
                  </a:lnTo>
                  <a:lnTo>
                    <a:pt x="8073072" y="3914866"/>
                  </a:lnTo>
                  <a:lnTo>
                    <a:pt x="8122108" y="3914866"/>
                  </a:lnTo>
                  <a:lnTo>
                    <a:pt x="8151487" y="3914866"/>
                  </a:lnTo>
                  <a:lnTo>
                    <a:pt x="8207723" y="3914866"/>
                  </a:lnTo>
                  <a:lnTo>
                    <a:pt x="8262110" y="3914866"/>
                  </a:lnTo>
                  <a:lnTo>
                    <a:pt x="8315401" y="3914866"/>
                  </a:lnTo>
                  <a:lnTo>
                    <a:pt x="8368129" y="3914866"/>
                  </a:lnTo>
                  <a:lnTo>
                    <a:pt x="8420653" y="3914866"/>
                  </a:lnTo>
                  <a:lnTo>
                    <a:pt x="8473185" y="3914866"/>
                  </a:lnTo>
                  <a:lnTo>
                    <a:pt x="8525821" y="3914866"/>
                  </a:lnTo>
                  <a:lnTo>
                    <a:pt x="8578567" y="3914866"/>
                  </a:lnTo>
                  <a:lnTo>
                    <a:pt x="8631371" y="3914866"/>
                  </a:lnTo>
                  <a:lnTo>
                    <a:pt x="8684155" y="3914866"/>
                  </a:lnTo>
                  <a:lnTo>
                    <a:pt x="8736850" y="3914866"/>
                  </a:lnTo>
                  <a:lnTo>
                    <a:pt x="8789427" y="3914866"/>
                  </a:lnTo>
                  <a:lnTo>
                    <a:pt x="8841936" y="3914866"/>
                  </a:lnTo>
                  <a:lnTo>
                    <a:pt x="8894528" y="3914866"/>
                  </a:lnTo>
                  <a:lnTo>
                    <a:pt x="8947483" y="3914866"/>
                  </a:lnTo>
                  <a:lnTo>
                    <a:pt x="9001245" y="3914866"/>
                  </a:lnTo>
                  <a:lnTo>
                    <a:pt x="9056449" y="3914866"/>
                  </a:lnTo>
                  <a:lnTo>
                    <a:pt x="9084767" y="3914866"/>
                  </a:lnTo>
                  <a:lnTo>
                    <a:pt x="9132316" y="3914866"/>
                  </a:lnTo>
                  <a:lnTo>
                    <a:pt x="9182384" y="3914866"/>
                  </a:lnTo>
                  <a:lnTo>
                    <a:pt x="9235734" y="3914866"/>
                  </a:lnTo>
                  <a:lnTo>
                    <a:pt x="9293202" y="3914866"/>
                  </a:lnTo>
                  <a:lnTo>
                    <a:pt x="9355640" y="3914866"/>
                  </a:lnTo>
                  <a:lnTo>
                    <a:pt x="9423860" y="3914866"/>
                  </a:lnTo>
                  <a:lnTo>
                    <a:pt x="9498557" y="3914866"/>
                  </a:lnTo>
                  <a:lnTo>
                    <a:pt x="9580199" y="3914866"/>
                  </a:lnTo>
                  <a:lnTo>
                    <a:pt x="9668889" y="3914866"/>
                  </a:lnTo>
                  <a:lnTo>
                    <a:pt x="9764188" y="3914866"/>
                  </a:lnTo>
                  <a:lnTo>
                    <a:pt x="9864919" y="3914866"/>
                  </a:lnTo>
                  <a:lnTo>
                    <a:pt x="9969005" y="3914866"/>
                  </a:lnTo>
                  <a:lnTo>
                    <a:pt x="10073397" y="3914866"/>
                  </a:lnTo>
                  <a:lnTo>
                    <a:pt x="10174183" y="3914866"/>
                  </a:lnTo>
                  <a:lnTo>
                    <a:pt x="10266955" y="3914866"/>
                  </a:lnTo>
                  <a:lnTo>
                    <a:pt x="10347426" y="3914866"/>
                  </a:lnTo>
                  <a:lnTo>
                    <a:pt x="10412197" y="3914866"/>
                  </a:lnTo>
                  <a:lnTo>
                    <a:pt x="10459479" y="3914866"/>
                  </a:lnTo>
                  <a:lnTo>
                    <a:pt x="10489540" y="3914866"/>
                  </a:lnTo>
                  <a:lnTo>
                    <a:pt x="10504798" y="3914866"/>
                  </a:lnTo>
                  <a:lnTo>
                    <a:pt x="10509604" y="3914866"/>
                  </a:lnTo>
                  <a:lnTo>
                    <a:pt x="10509911" y="3914866"/>
                  </a:lnTo>
                  <a:lnTo>
                    <a:pt x="11981298" y="391486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59" name="pl259"/>
            <p:cNvSpPr/>
            <p:nvPr/>
          </p:nvSpPr>
          <p:spPr>
            <a:xfrm>
              <a:off x="4799595" y="6606196"/>
              <a:ext cx="11981298" cy="3914866"/>
            </a:xfrm>
            <a:custGeom>
              <a:avLst/>
              <a:pathLst>
                <a:path w="11981298" h="3914866">
                  <a:moveTo>
                    <a:pt x="11981298" y="3914866"/>
                  </a:moveTo>
                  <a:lnTo>
                    <a:pt x="10509911" y="3914866"/>
                  </a:lnTo>
                  <a:lnTo>
                    <a:pt x="10508673" y="3914866"/>
                  </a:lnTo>
                  <a:lnTo>
                    <a:pt x="10500551" y="3914866"/>
                  </a:lnTo>
                  <a:lnTo>
                    <a:pt x="10480130" y="3914866"/>
                  </a:lnTo>
                  <a:lnTo>
                    <a:pt x="10443752" y="3914866"/>
                  </a:lnTo>
                  <a:lnTo>
                    <a:pt x="10389796" y="3914866"/>
                  </a:lnTo>
                  <a:lnTo>
                    <a:pt x="10318801" y="3914866"/>
                  </a:lnTo>
                  <a:lnTo>
                    <a:pt x="10233232" y="3914866"/>
                  </a:lnTo>
                  <a:lnTo>
                    <a:pt x="10136915" y="3914866"/>
                  </a:lnTo>
                  <a:lnTo>
                    <a:pt x="10034269" y="3914866"/>
                  </a:lnTo>
                  <a:lnTo>
                    <a:pt x="9929574" y="3914866"/>
                  </a:lnTo>
                  <a:lnTo>
                    <a:pt x="9826446" y="3914866"/>
                  </a:lnTo>
                  <a:lnTo>
                    <a:pt x="9727569" y="3914866"/>
                  </a:lnTo>
                  <a:lnTo>
                    <a:pt x="9634665" y="3914866"/>
                  </a:lnTo>
                  <a:lnTo>
                    <a:pt x="9548612" y="3914866"/>
                  </a:lnTo>
                  <a:lnTo>
                    <a:pt x="9469622" y="3914866"/>
                  </a:lnTo>
                  <a:lnTo>
                    <a:pt x="9397435" y="3914866"/>
                  </a:lnTo>
                  <a:lnTo>
                    <a:pt x="9331483" y="3914866"/>
                  </a:lnTo>
                  <a:lnTo>
                    <a:pt x="9271016" y="3914866"/>
                  </a:lnTo>
                  <a:lnTo>
                    <a:pt x="9215199" y="3914866"/>
                  </a:lnTo>
                  <a:lnTo>
                    <a:pt x="9163181" y="3914866"/>
                  </a:lnTo>
                  <a:lnTo>
                    <a:pt x="9114146" y="3914866"/>
                  </a:lnTo>
                  <a:lnTo>
                    <a:pt x="9084767" y="3914866"/>
                  </a:lnTo>
                  <a:lnTo>
                    <a:pt x="9028530" y="3914866"/>
                  </a:lnTo>
                  <a:lnTo>
                    <a:pt x="8974143" y="3914866"/>
                  </a:lnTo>
                  <a:lnTo>
                    <a:pt x="8920852" y="3914866"/>
                  </a:lnTo>
                  <a:lnTo>
                    <a:pt x="8868124" y="3914866"/>
                  </a:lnTo>
                  <a:lnTo>
                    <a:pt x="8815600" y="3914866"/>
                  </a:lnTo>
                  <a:lnTo>
                    <a:pt x="8763068" y="3914866"/>
                  </a:lnTo>
                  <a:lnTo>
                    <a:pt x="8710433" y="3914866"/>
                  </a:lnTo>
                  <a:lnTo>
                    <a:pt x="8657686" y="3914866"/>
                  </a:lnTo>
                  <a:lnTo>
                    <a:pt x="8604882" y="3914866"/>
                  </a:lnTo>
                  <a:lnTo>
                    <a:pt x="8552098" y="3914866"/>
                  </a:lnTo>
                  <a:lnTo>
                    <a:pt x="8499404" y="3914866"/>
                  </a:lnTo>
                  <a:lnTo>
                    <a:pt x="8446826" y="3914866"/>
                  </a:lnTo>
                  <a:lnTo>
                    <a:pt x="8394317" y="3914866"/>
                  </a:lnTo>
                  <a:lnTo>
                    <a:pt x="8341726" y="3914866"/>
                  </a:lnTo>
                  <a:lnTo>
                    <a:pt x="8288770" y="3914866"/>
                  </a:lnTo>
                  <a:lnTo>
                    <a:pt x="8235009" y="3914866"/>
                  </a:lnTo>
                  <a:lnTo>
                    <a:pt x="8179804" y="3914866"/>
                  </a:lnTo>
                  <a:lnTo>
                    <a:pt x="8151487" y="3914866"/>
                  </a:lnTo>
                  <a:lnTo>
                    <a:pt x="8103938" y="3914866"/>
                  </a:lnTo>
                  <a:lnTo>
                    <a:pt x="8053869" y="3914866"/>
                  </a:lnTo>
                  <a:lnTo>
                    <a:pt x="8000519" y="3914866"/>
                  </a:lnTo>
                  <a:lnTo>
                    <a:pt x="7943051" y="3914866"/>
                  </a:lnTo>
                  <a:lnTo>
                    <a:pt x="7880613" y="3914866"/>
                  </a:lnTo>
                  <a:lnTo>
                    <a:pt x="7812393" y="3914866"/>
                  </a:lnTo>
                  <a:lnTo>
                    <a:pt x="7737696" y="3914866"/>
                  </a:lnTo>
                  <a:lnTo>
                    <a:pt x="7656054" y="3914866"/>
                  </a:lnTo>
                  <a:lnTo>
                    <a:pt x="7567364" y="3914866"/>
                  </a:lnTo>
                  <a:lnTo>
                    <a:pt x="7472066" y="3914866"/>
                  </a:lnTo>
                  <a:lnTo>
                    <a:pt x="7371334" y="3914866"/>
                  </a:lnTo>
                  <a:lnTo>
                    <a:pt x="7267248" y="3914866"/>
                  </a:lnTo>
                  <a:lnTo>
                    <a:pt x="7162856" y="3914866"/>
                  </a:lnTo>
                  <a:lnTo>
                    <a:pt x="7062070" y="3914866"/>
                  </a:lnTo>
                  <a:lnTo>
                    <a:pt x="6969298" y="3914866"/>
                  </a:lnTo>
                  <a:lnTo>
                    <a:pt x="6888828" y="3914866"/>
                  </a:lnTo>
                  <a:lnTo>
                    <a:pt x="6824056" y="3914866"/>
                  </a:lnTo>
                  <a:lnTo>
                    <a:pt x="6776774" y="3914866"/>
                  </a:lnTo>
                  <a:lnTo>
                    <a:pt x="6746713" y="3914866"/>
                  </a:lnTo>
                  <a:lnTo>
                    <a:pt x="6731455" y="3914866"/>
                  </a:lnTo>
                  <a:lnTo>
                    <a:pt x="6726649" y="3914866"/>
                  </a:lnTo>
                  <a:lnTo>
                    <a:pt x="6726343" y="3914866"/>
                  </a:lnTo>
                  <a:lnTo>
                    <a:pt x="5254955" y="3914866"/>
                  </a:lnTo>
                  <a:lnTo>
                    <a:pt x="5253879" y="3914781"/>
                  </a:lnTo>
                  <a:lnTo>
                    <a:pt x="5246797" y="3914174"/>
                  </a:lnTo>
                  <a:lnTo>
                    <a:pt x="5228915" y="3912499"/>
                  </a:lnTo>
                  <a:lnTo>
                    <a:pt x="5196867" y="3909198"/>
                  </a:lnTo>
                  <a:lnTo>
                    <a:pt x="5148948" y="3903756"/>
                  </a:lnTo>
                  <a:lnTo>
                    <a:pt x="5085238" y="3895741"/>
                  </a:lnTo>
                  <a:lnTo>
                    <a:pt x="5007490" y="3884853"/>
                  </a:lnTo>
                  <a:lnTo>
                    <a:pt x="4918738" y="3870930"/>
                  </a:lnTo>
                  <a:lnTo>
                    <a:pt x="4822720" y="3853932"/>
                  </a:lnTo>
                  <a:lnTo>
                    <a:pt x="4723266" y="3833897"/>
                  </a:lnTo>
                  <a:lnTo>
                    <a:pt x="4623811" y="3810894"/>
                  </a:lnTo>
                  <a:lnTo>
                    <a:pt x="4527092" y="3784965"/>
                  </a:lnTo>
                  <a:lnTo>
                    <a:pt x="4435042" y="3756088"/>
                  </a:lnTo>
                  <a:lnTo>
                    <a:pt x="4348828" y="3724156"/>
                  </a:lnTo>
                  <a:lnTo>
                    <a:pt x="4268974" y="3688959"/>
                  </a:lnTo>
                  <a:lnTo>
                    <a:pt x="4195511" y="3650180"/>
                  </a:lnTo>
                  <a:lnTo>
                    <a:pt x="4128124" y="3607404"/>
                  </a:lnTo>
                  <a:lnTo>
                    <a:pt x="4066274" y="3560125"/>
                  </a:lnTo>
                  <a:lnTo>
                    <a:pt x="4009292" y="3507767"/>
                  </a:lnTo>
                  <a:lnTo>
                    <a:pt x="3956447" y="3449721"/>
                  </a:lnTo>
                  <a:lnTo>
                    <a:pt x="3907000" y="3385409"/>
                  </a:lnTo>
                  <a:lnTo>
                    <a:pt x="3860249" y="3314379"/>
                  </a:lnTo>
                  <a:lnTo>
                    <a:pt x="3829811" y="3262388"/>
                  </a:lnTo>
                  <a:lnTo>
                    <a:pt x="3796901" y="3200951"/>
                  </a:lnTo>
                  <a:lnTo>
                    <a:pt x="3764741" y="3135567"/>
                  </a:lnTo>
                  <a:lnTo>
                    <a:pt x="3733153" y="3066157"/>
                  </a:lnTo>
                  <a:lnTo>
                    <a:pt x="3701987" y="2992688"/>
                  </a:lnTo>
                  <a:lnTo>
                    <a:pt x="3671122" y="2915179"/>
                  </a:lnTo>
                  <a:lnTo>
                    <a:pt x="3640458" y="2833709"/>
                  </a:lnTo>
                  <a:lnTo>
                    <a:pt x="3609915" y="2748416"/>
                  </a:lnTo>
                  <a:lnTo>
                    <a:pt x="3579433" y="2659502"/>
                  </a:lnTo>
                  <a:lnTo>
                    <a:pt x="3548967" y="2567235"/>
                  </a:lnTo>
                  <a:lnTo>
                    <a:pt x="3518485" y="2471943"/>
                  </a:lnTo>
                  <a:lnTo>
                    <a:pt x="3487971" y="2374018"/>
                  </a:lnTo>
                  <a:lnTo>
                    <a:pt x="3457416" y="2273903"/>
                  </a:lnTo>
                  <a:lnTo>
                    <a:pt x="3426822" y="2172089"/>
                  </a:lnTo>
                  <a:lnTo>
                    <a:pt x="3396198" y="2069106"/>
                  </a:lnTo>
                  <a:lnTo>
                    <a:pt x="3365558" y="1965510"/>
                  </a:lnTo>
                  <a:lnTo>
                    <a:pt x="3334916" y="1861869"/>
                  </a:lnTo>
                  <a:lnTo>
                    <a:pt x="3304288" y="1758753"/>
                  </a:lnTo>
                  <a:lnTo>
                    <a:pt x="3273689" y="1656722"/>
                  </a:lnTo>
                  <a:lnTo>
                    <a:pt x="3243128" y="1556309"/>
                  </a:lnTo>
                  <a:lnTo>
                    <a:pt x="3212607" y="1458012"/>
                  </a:lnTo>
                  <a:lnTo>
                    <a:pt x="3182121" y="1362283"/>
                  </a:lnTo>
                  <a:lnTo>
                    <a:pt x="3151654" y="1269521"/>
                  </a:lnTo>
                  <a:lnTo>
                    <a:pt x="3121177" y="1180066"/>
                  </a:lnTo>
                  <a:lnTo>
                    <a:pt x="3090648" y="1094195"/>
                  </a:lnTo>
                  <a:lnTo>
                    <a:pt x="3060007" y="1012118"/>
                  </a:lnTo>
                  <a:lnTo>
                    <a:pt x="3029179" y="933986"/>
                  </a:lnTo>
                  <a:lnTo>
                    <a:pt x="2998068" y="859884"/>
                  </a:lnTo>
                  <a:lnTo>
                    <a:pt x="2966554" y="789843"/>
                  </a:lnTo>
                  <a:lnTo>
                    <a:pt x="2934495" y="723836"/>
                  </a:lnTo>
                  <a:lnTo>
                    <a:pt x="2901714" y="661791"/>
                  </a:lnTo>
                  <a:lnTo>
                    <a:pt x="2896531" y="652477"/>
                  </a:lnTo>
                  <a:lnTo>
                    <a:pt x="2851241" y="576783"/>
                  </a:lnTo>
                  <a:lnTo>
                    <a:pt x="2803692" y="507959"/>
                  </a:lnTo>
                  <a:lnTo>
                    <a:pt x="2753227" y="445729"/>
                  </a:lnTo>
                  <a:lnTo>
                    <a:pt x="2699126" y="389588"/>
                  </a:lnTo>
                  <a:lnTo>
                    <a:pt x="2640649" y="338937"/>
                  </a:lnTo>
                  <a:lnTo>
                    <a:pt x="2577079" y="293173"/>
                  </a:lnTo>
                  <a:lnTo>
                    <a:pt x="2507779" y="251740"/>
                  </a:lnTo>
                  <a:lnTo>
                    <a:pt x="2432271" y="214159"/>
                  </a:lnTo>
                  <a:lnTo>
                    <a:pt x="2350338" y="180046"/>
                  </a:lnTo>
                  <a:lnTo>
                    <a:pt x="2262153" y="149120"/>
                  </a:lnTo>
                  <a:lnTo>
                    <a:pt x="2168432" y="121203"/>
                  </a:lnTo>
                  <a:lnTo>
                    <a:pt x="2070579" y="96217"/>
                  </a:lnTo>
                  <a:lnTo>
                    <a:pt x="1970787" y="74167"/>
                  </a:lnTo>
                  <a:lnTo>
                    <a:pt x="1872041" y="55106"/>
                  </a:lnTo>
                  <a:lnTo>
                    <a:pt x="1777944" y="39100"/>
                  </a:lnTo>
                  <a:lnTo>
                    <a:pt x="1692361" y="26167"/>
                  </a:lnTo>
                  <a:lnTo>
                    <a:pt x="1618868" y="16232"/>
                  </a:lnTo>
                  <a:lnTo>
                    <a:pt x="1560144" y="9088"/>
                  </a:lnTo>
                  <a:lnTo>
                    <a:pt x="1517431" y="4390"/>
                  </a:lnTo>
                  <a:lnTo>
                    <a:pt x="1490231" y="1674"/>
                  </a:lnTo>
                  <a:lnTo>
                    <a:pt x="1476280" y="405"/>
                  </a:lnTo>
                  <a:lnTo>
                    <a:pt x="1471727" y="26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60" name="pg260"/>
            <p:cNvSpPr/>
            <p:nvPr/>
          </p:nvSpPr>
          <p:spPr>
            <a:xfrm>
              <a:off x="4799595" y="6614369"/>
              <a:ext cx="11981298" cy="4568706"/>
            </a:xfrm>
            <a:custGeom>
              <a:avLst/>
              <a:pathLst>
                <a:path w="11981298" h="4568706">
                  <a:moveTo>
                    <a:pt x="0" y="16345"/>
                  </a:moveTo>
                  <a:lnTo>
                    <a:pt x="1471387" y="16345"/>
                  </a:lnTo>
                  <a:lnTo>
                    <a:pt x="1472462" y="16431"/>
                  </a:lnTo>
                  <a:lnTo>
                    <a:pt x="1479541" y="17038"/>
                  </a:lnTo>
                  <a:lnTo>
                    <a:pt x="1497414" y="18716"/>
                  </a:lnTo>
                  <a:lnTo>
                    <a:pt x="1529446" y="22022"/>
                  </a:lnTo>
                  <a:lnTo>
                    <a:pt x="1577343" y="27473"/>
                  </a:lnTo>
                  <a:lnTo>
                    <a:pt x="1641027" y="35499"/>
                  </a:lnTo>
                  <a:lnTo>
                    <a:pt x="1718746" y="46405"/>
                  </a:lnTo>
                  <a:lnTo>
                    <a:pt x="1807469" y="60350"/>
                  </a:lnTo>
                  <a:lnTo>
                    <a:pt x="1903462" y="77377"/>
                  </a:lnTo>
                  <a:lnTo>
                    <a:pt x="2002896" y="97444"/>
                  </a:lnTo>
                  <a:lnTo>
                    <a:pt x="2102335" y="120485"/>
                  </a:lnTo>
                  <a:lnTo>
                    <a:pt x="2199044" y="146458"/>
                  </a:lnTo>
                  <a:lnTo>
                    <a:pt x="2291090" y="175383"/>
                  </a:lnTo>
                  <a:lnTo>
                    <a:pt x="2377303" y="207368"/>
                  </a:lnTo>
                  <a:lnTo>
                    <a:pt x="2457160" y="242624"/>
                  </a:lnTo>
                  <a:lnTo>
                    <a:pt x="2530628" y="281465"/>
                  </a:lnTo>
                  <a:lnTo>
                    <a:pt x="2598019" y="324310"/>
                  </a:lnTo>
                  <a:lnTo>
                    <a:pt x="2659875" y="371665"/>
                  </a:lnTo>
                  <a:lnTo>
                    <a:pt x="2716862" y="424105"/>
                  </a:lnTo>
                  <a:lnTo>
                    <a:pt x="2769711" y="482239"/>
                  </a:lnTo>
                  <a:lnTo>
                    <a:pt x="2819159" y="546650"/>
                  </a:lnTo>
                  <a:lnTo>
                    <a:pt x="2865912" y="617789"/>
                  </a:lnTo>
                  <a:lnTo>
                    <a:pt x="2896531" y="670185"/>
                  </a:lnTo>
                  <a:lnTo>
                    <a:pt x="2929411" y="731692"/>
                  </a:lnTo>
                  <a:lnTo>
                    <a:pt x="2961542" y="797146"/>
                  </a:lnTo>
                  <a:lnTo>
                    <a:pt x="2993102" y="866627"/>
                  </a:lnTo>
                  <a:lnTo>
                    <a:pt x="3024240" y="940169"/>
                  </a:lnTo>
                  <a:lnTo>
                    <a:pt x="3055078" y="1017751"/>
                  </a:lnTo>
                  <a:lnTo>
                    <a:pt x="3085715" y="1099296"/>
                  </a:lnTo>
                  <a:lnTo>
                    <a:pt x="3116229" y="1184666"/>
                  </a:lnTo>
                  <a:lnTo>
                    <a:pt x="3146683" y="1273658"/>
                  </a:lnTo>
                  <a:lnTo>
                    <a:pt x="3177122" y="1366008"/>
                  </a:lnTo>
                  <a:lnTo>
                    <a:pt x="3207575" y="1461385"/>
                  </a:lnTo>
                  <a:lnTo>
                    <a:pt x="3238061" y="1559400"/>
                  </a:lnTo>
                  <a:lnTo>
                    <a:pt x="3268587" y="1659611"/>
                  </a:lnTo>
                  <a:lnTo>
                    <a:pt x="3299152" y="1761526"/>
                  </a:lnTo>
                  <a:lnTo>
                    <a:pt x="3329747" y="1864618"/>
                  </a:lnTo>
                  <a:lnTo>
                    <a:pt x="3360360" y="1968330"/>
                  </a:lnTo>
                  <a:lnTo>
                    <a:pt x="3390973" y="2072095"/>
                  </a:lnTo>
                  <a:lnTo>
                    <a:pt x="3421573" y="2175343"/>
                  </a:lnTo>
                  <a:lnTo>
                    <a:pt x="3452144" y="2277514"/>
                  </a:lnTo>
                  <a:lnTo>
                    <a:pt x="3482678" y="2378076"/>
                  </a:lnTo>
                  <a:lnTo>
                    <a:pt x="3513171" y="2476530"/>
                  </a:lnTo>
                  <a:lnTo>
                    <a:pt x="3543629" y="2572422"/>
                  </a:lnTo>
                  <a:lnTo>
                    <a:pt x="3574068" y="2665354"/>
                  </a:lnTo>
                  <a:lnTo>
                    <a:pt x="3604517" y="2754985"/>
                  </a:lnTo>
                  <a:lnTo>
                    <a:pt x="3635016" y="2841037"/>
                  </a:lnTo>
                  <a:lnTo>
                    <a:pt x="3665625" y="2923297"/>
                  </a:lnTo>
                  <a:lnTo>
                    <a:pt x="3696419" y="3001614"/>
                  </a:lnTo>
                  <a:lnTo>
                    <a:pt x="3727493" y="3075901"/>
                  </a:lnTo>
                  <a:lnTo>
                    <a:pt x="3758966" y="3146127"/>
                  </a:lnTo>
                  <a:lnTo>
                    <a:pt x="3790980" y="3212316"/>
                  </a:lnTo>
                  <a:lnTo>
                    <a:pt x="3823707" y="3274540"/>
                  </a:lnTo>
                  <a:lnTo>
                    <a:pt x="3829811" y="3285545"/>
                  </a:lnTo>
                  <a:lnTo>
                    <a:pt x="3875092" y="3361384"/>
                  </a:lnTo>
                  <a:lnTo>
                    <a:pt x="3922632" y="3430341"/>
                  </a:lnTo>
                  <a:lnTo>
                    <a:pt x="3973087" y="3492692"/>
                  </a:lnTo>
                  <a:lnTo>
                    <a:pt x="4027175" y="3548944"/>
                  </a:lnTo>
                  <a:lnTo>
                    <a:pt x="4085638" y="3599696"/>
                  </a:lnTo>
                  <a:lnTo>
                    <a:pt x="4149191" y="3645552"/>
                  </a:lnTo>
                  <a:lnTo>
                    <a:pt x="4218471" y="3687069"/>
                  </a:lnTo>
                  <a:lnTo>
                    <a:pt x="4293957" y="3724726"/>
                  </a:lnTo>
                  <a:lnTo>
                    <a:pt x="4375865" y="3758909"/>
                  </a:lnTo>
                  <a:lnTo>
                    <a:pt x="4464024" y="3789900"/>
                  </a:lnTo>
                  <a:lnTo>
                    <a:pt x="4557719" y="3817876"/>
                  </a:lnTo>
                  <a:lnTo>
                    <a:pt x="4655548" y="3842915"/>
                  </a:lnTo>
                  <a:lnTo>
                    <a:pt x="4755320" y="3865014"/>
                  </a:lnTo>
                  <a:lnTo>
                    <a:pt x="4854055" y="3884118"/>
                  </a:lnTo>
                  <a:lnTo>
                    <a:pt x="4948152" y="3900163"/>
                  </a:lnTo>
                  <a:lnTo>
                    <a:pt x="5033749" y="3913130"/>
                  </a:lnTo>
                  <a:lnTo>
                    <a:pt x="5107270" y="3923092"/>
                  </a:lnTo>
                  <a:lnTo>
                    <a:pt x="5166033" y="3930258"/>
                  </a:lnTo>
                  <a:lnTo>
                    <a:pt x="5208792" y="3934973"/>
                  </a:lnTo>
                  <a:lnTo>
                    <a:pt x="5236038" y="3937700"/>
                  </a:lnTo>
                  <a:lnTo>
                    <a:pt x="5250030" y="3938976"/>
                  </a:lnTo>
                  <a:lnTo>
                    <a:pt x="5254610" y="3939358"/>
                  </a:lnTo>
                  <a:lnTo>
                    <a:pt x="5254955" y="3939385"/>
                  </a:lnTo>
                  <a:lnTo>
                    <a:pt x="6726343" y="3939385"/>
                  </a:lnTo>
                  <a:lnTo>
                    <a:pt x="6727575" y="3939400"/>
                  </a:lnTo>
                  <a:lnTo>
                    <a:pt x="6735666" y="3939513"/>
                  </a:lnTo>
                  <a:lnTo>
                    <a:pt x="6756011" y="3939823"/>
                  </a:lnTo>
                  <a:lnTo>
                    <a:pt x="6792259" y="3940433"/>
                  </a:lnTo>
                  <a:lnTo>
                    <a:pt x="6846034" y="3941436"/>
                  </a:lnTo>
                  <a:lnTo>
                    <a:pt x="6916815" y="3942907"/>
                  </a:lnTo>
                  <a:lnTo>
                    <a:pt x="7002156" y="3944896"/>
                  </a:lnTo>
                  <a:lnTo>
                    <a:pt x="7098256" y="3947424"/>
                  </a:lnTo>
                  <a:lnTo>
                    <a:pt x="7200717" y="3950492"/>
                  </a:lnTo>
                  <a:lnTo>
                    <a:pt x="7305269" y="3954091"/>
                  </a:lnTo>
                  <a:lnTo>
                    <a:pt x="7408302" y="3958209"/>
                  </a:lnTo>
                  <a:lnTo>
                    <a:pt x="7507127" y="3962843"/>
                  </a:lnTo>
                  <a:lnTo>
                    <a:pt x="7600015" y="3968005"/>
                  </a:lnTo>
                  <a:lnTo>
                    <a:pt x="7686081" y="3973728"/>
                  </a:lnTo>
                  <a:lnTo>
                    <a:pt x="7765101" y="3980060"/>
                  </a:lnTo>
                  <a:lnTo>
                    <a:pt x="7837328" y="3987075"/>
                  </a:lnTo>
                  <a:lnTo>
                    <a:pt x="7903322" y="3994861"/>
                  </a:lnTo>
                  <a:lnTo>
                    <a:pt x="7963827" y="4003522"/>
                  </a:lnTo>
                  <a:lnTo>
                    <a:pt x="8019674" y="4013169"/>
                  </a:lnTo>
                  <a:lnTo>
                    <a:pt x="8071711" y="4023912"/>
                  </a:lnTo>
                  <a:lnTo>
                    <a:pt x="8120752" y="4035836"/>
                  </a:lnTo>
                  <a:lnTo>
                    <a:pt x="8151487" y="4044272"/>
                  </a:lnTo>
                  <a:lnTo>
                    <a:pt x="8205241" y="4060862"/>
                  </a:lnTo>
                  <a:lnTo>
                    <a:pt x="8257273" y="4079193"/>
                  </a:lnTo>
                  <a:lnTo>
                    <a:pt x="8308254" y="4099289"/>
                  </a:lnTo>
                  <a:lnTo>
                    <a:pt x="8358668" y="4121108"/>
                  </a:lnTo>
                  <a:lnTo>
                    <a:pt x="8408847" y="4144540"/>
                  </a:lnTo>
                  <a:lnTo>
                    <a:pt x="8459002" y="4169398"/>
                  </a:lnTo>
                  <a:lnTo>
                    <a:pt x="8509237" y="4195422"/>
                  </a:lnTo>
                  <a:lnTo>
                    <a:pt x="8559580" y="4222288"/>
                  </a:lnTo>
                  <a:lnTo>
                    <a:pt x="8609996" y="4249622"/>
                  </a:lnTo>
                  <a:lnTo>
                    <a:pt x="8660425" y="4277022"/>
                  </a:lnTo>
                  <a:lnTo>
                    <a:pt x="8710796" y="4304081"/>
                  </a:lnTo>
                  <a:lnTo>
                    <a:pt x="8761067" y="4330415"/>
                  </a:lnTo>
                  <a:lnTo>
                    <a:pt x="8811240" y="4355681"/>
                  </a:lnTo>
                  <a:lnTo>
                    <a:pt x="8861394" y="4379596"/>
                  </a:lnTo>
                  <a:lnTo>
                    <a:pt x="8911702" y="4401951"/>
                  </a:lnTo>
                  <a:lnTo>
                    <a:pt x="8962456" y="4422610"/>
                  </a:lnTo>
                  <a:lnTo>
                    <a:pt x="9014086" y="4441510"/>
                  </a:lnTo>
                  <a:lnTo>
                    <a:pt x="9067198" y="4458656"/>
                  </a:lnTo>
                  <a:lnTo>
                    <a:pt x="9084767" y="4463819"/>
                  </a:lnTo>
                  <a:lnTo>
                    <a:pt x="9132250" y="4476535"/>
                  </a:lnTo>
                  <a:lnTo>
                    <a:pt x="9182245" y="4488041"/>
                  </a:lnTo>
                  <a:lnTo>
                    <a:pt x="9235511" y="4498392"/>
                  </a:lnTo>
                  <a:lnTo>
                    <a:pt x="9292879" y="4507684"/>
                  </a:lnTo>
                  <a:lnTo>
                    <a:pt x="9355200" y="4516028"/>
                  </a:lnTo>
                  <a:lnTo>
                    <a:pt x="9423283" y="4523535"/>
                  </a:lnTo>
                  <a:lnTo>
                    <a:pt x="9497819" y="4530304"/>
                  </a:lnTo>
                  <a:lnTo>
                    <a:pt x="9579279" y="4536417"/>
                  </a:lnTo>
                  <a:lnTo>
                    <a:pt x="9667771" y="4541940"/>
                  </a:lnTo>
                  <a:lnTo>
                    <a:pt x="9762862" y="4546917"/>
                  </a:lnTo>
                  <a:lnTo>
                    <a:pt x="9863393" y="4551371"/>
                  </a:lnTo>
                  <a:lnTo>
                    <a:pt x="9967308" y="4555309"/>
                  </a:lnTo>
                  <a:lnTo>
                    <a:pt x="10071584" y="4558725"/>
                  </a:lnTo>
                  <a:lnTo>
                    <a:pt x="10172339" y="4561607"/>
                  </a:lnTo>
                  <a:lnTo>
                    <a:pt x="10265186" y="4563946"/>
                  </a:lnTo>
                  <a:lnTo>
                    <a:pt x="10345844" y="4565751"/>
                  </a:lnTo>
                  <a:lnTo>
                    <a:pt x="10410904" y="4567053"/>
                  </a:lnTo>
                  <a:lnTo>
                    <a:pt x="10458540" y="4567910"/>
                  </a:lnTo>
                  <a:lnTo>
                    <a:pt x="10488969" y="4568404"/>
                  </a:lnTo>
                  <a:lnTo>
                    <a:pt x="10504547" y="4568634"/>
                  </a:lnTo>
                  <a:lnTo>
                    <a:pt x="10509561" y="4568701"/>
                  </a:lnTo>
                  <a:lnTo>
                    <a:pt x="10509911" y="4568706"/>
                  </a:lnTo>
                  <a:lnTo>
                    <a:pt x="11981298" y="4568706"/>
                  </a:lnTo>
                  <a:lnTo>
                    <a:pt x="11981298" y="4552360"/>
                  </a:lnTo>
                  <a:lnTo>
                    <a:pt x="10509911" y="4552360"/>
                  </a:lnTo>
                  <a:lnTo>
                    <a:pt x="10508678" y="4552344"/>
                  </a:lnTo>
                  <a:lnTo>
                    <a:pt x="10500587" y="4552232"/>
                  </a:lnTo>
                  <a:lnTo>
                    <a:pt x="10480243" y="4551922"/>
                  </a:lnTo>
                  <a:lnTo>
                    <a:pt x="10443995" y="4551312"/>
                  </a:lnTo>
                  <a:lnTo>
                    <a:pt x="10390219" y="4550308"/>
                  </a:lnTo>
                  <a:lnTo>
                    <a:pt x="10319438" y="4548837"/>
                  </a:lnTo>
                  <a:lnTo>
                    <a:pt x="10234097" y="4546849"/>
                  </a:lnTo>
                  <a:lnTo>
                    <a:pt x="10137997" y="4544321"/>
                  </a:lnTo>
                  <a:lnTo>
                    <a:pt x="10035536" y="4541252"/>
                  </a:lnTo>
                  <a:lnTo>
                    <a:pt x="9930984" y="4537653"/>
                  </a:lnTo>
                  <a:lnTo>
                    <a:pt x="9827951" y="4533535"/>
                  </a:lnTo>
                  <a:lnTo>
                    <a:pt x="9729126" y="4528901"/>
                  </a:lnTo>
                  <a:lnTo>
                    <a:pt x="9636238" y="4523739"/>
                  </a:lnTo>
                  <a:lnTo>
                    <a:pt x="9550172" y="4518017"/>
                  </a:lnTo>
                  <a:lnTo>
                    <a:pt x="9471152" y="4511684"/>
                  </a:lnTo>
                  <a:lnTo>
                    <a:pt x="9398925" y="4504669"/>
                  </a:lnTo>
                  <a:lnTo>
                    <a:pt x="9332931" y="4496883"/>
                  </a:lnTo>
                  <a:lnTo>
                    <a:pt x="9272426" y="4488222"/>
                  </a:lnTo>
                  <a:lnTo>
                    <a:pt x="9216580" y="4478575"/>
                  </a:lnTo>
                  <a:lnTo>
                    <a:pt x="9164542" y="4467832"/>
                  </a:lnTo>
                  <a:lnTo>
                    <a:pt x="9115501" y="4455908"/>
                  </a:lnTo>
                  <a:lnTo>
                    <a:pt x="9084767" y="4447473"/>
                  </a:lnTo>
                  <a:lnTo>
                    <a:pt x="9031013" y="4430882"/>
                  </a:lnTo>
                  <a:lnTo>
                    <a:pt x="8978980" y="4412551"/>
                  </a:lnTo>
                  <a:lnTo>
                    <a:pt x="8927999" y="4392456"/>
                  </a:lnTo>
                  <a:lnTo>
                    <a:pt x="8877586" y="4370636"/>
                  </a:lnTo>
                  <a:lnTo>
                    <a:pt x="8827406" y="4347204"/>
                  </a:lnTo>
                  <a:lnTo>
                    <a:pt x="8777251" y="4322346"/>
                  </a:lnTo>
                  <a:lnTo>
                    <a:pt x="8727016" y="4296322"/>
                  </a:lnTo>
                  <a:lnTo>
                    <a:pt x="8676674" y="4269456"/>
                  </a:lnTo>
                  <a:lnTo>
                    <a:pt x="8626257" y="4242122"/>
                  </a:lnTo>
                  <a:lnTo>
                    <a:pt x="8575829" y="4214723"/>
                  </a:lnTo>
                  <a:lnTo>
                    <a:pt x="8525457" y="4187663"/>
                  </a:lnTo>
                  <a:lnTo>
                    <a:pt x="8475187" y="4161329"/>
                  </a:lnTo>
                  <a:lnTo>
                    <a:pt x="8425013" y="4136064"/>
                  </a:lnTo>
                  <a:lnTo>
                    <a:pt x="8374859" y="4112148"/>
                  </a:lnTo>
                  <a:lnTo>
                    <a:pt x="8324551" y="4089793"/>
                  </a:lnTo>
                  <a:lnTo>
                    <a:pt x="8273798" y="4069134"/>
                  </a:lnTo>
                  <a:lnTo>
                    <a:pt x="8222168" y="4050234"/>
                  </a:lnTo>
                  <a:lnTo>
                    <a:pt x="8169055" y="4033088"/>
                  </a:lnTo>
                  <a:lnTo>
                    <a:pt x="8151487" y="4027926"/>
                  </a:lnTo>
                  <a:lnTo>
                    <a:pt x="8104003" y="4015209"/>
                  </a:lnTo>
                  <a:lnTo>
                    <a:pt x="8054009" y="4003703"/>
                  </a:lnTo>
                  <a:lnTo>
                    <a:pt x="8000743" y="3993352"/>
                  </a:lnTo>
                  <a:lnTo>
                    <a:pt x="7943374" y="3984060"/>
                  </a:lnTo>
                  <a:lnTo>
                    <a:pt x="7881053" y="3975716"/>
                  </a:lnTo>
                  <a:lnTo>
                    <a:pt x="7812970" y="3968209"/>
                  </a:lnTo>
                  <a:lnTo>
                    <a:pt x="7738434" y="3961441"/>
                  </a:lnTo>
                  <a:lnTo>
                    <a:pt x="7656974" y="3955327"/>
                  </a:lnTo>
                  <a:lnTo>
                    <a:pt x="7568483" y="3949804"/>
                  </a:lnTo>
                  <a:lnTo>
                    <a:pt x="7473392" y="3944828"/>
                  </a:lnTo>
                  <a:lnTo>
                    <a:pt x="7372861" y="3940374"/>
                  </a:lnTo>
                  <a:lnTo>
                    <a:pt x="7268945" y="3936435"/>
                  </a:lnTo>
                  <a:lnTo>
                    <a:pt x="7164669" y="3933019"/>
                  </a:lnTo>
                  <a:lnTo>
                    <a:pt x="7063914" y="3930138"/>
                  </a:lnTo>
                  <a:lnTo>
                    <a:pt x="6971068" y="3927798"/>
                  </a:lnTo>
                  <a:lnTo>
                    <a:pt x="6890409" y="3925993"/>
                  </a:lnTo>
                  <a:lnTo>
                    <a:pt x="6825349" y="3924691"/>
                  </a:lnTo>
                  <a:lnTo>
                    <a:pt x="6777713" y="3923834"/>
                  </a:lnTo>
                  <a:lnTo>
                    <a:pt x="6747284" y="3923340"/>
                  </a:lnTo>
                  <a:lnTo>
                    <a:pt x="6731706" y="3923110"/>
                  </a:lnTo>
                  <a:lnTo>
                    <a:pt x="6726692" y="3923043"/>
                  </a:lnTo>
                  <a:lnTo>
                    <a:pt x="6726343" y="3923039"/>
                  </a:lnTo>
                  <a:lnTo>
                    <a:pt x="5254955" y="3923039"/>
                  </a:lnTo>
                  <a:lnTo>
                    <a:pt x="5253880" y="3922953"/>
                  </a:lnTo>
                  <a:lnTo>
                    <a:pt x="5246801" y="3922346"/>
                  </a:lnTo>
                  <a:lnTo>
                    <a:pt x="5228928" y="3920668"/>
                  </a:lnTo>
                  <a:lnTo>
                    <a:pt x="5196896" y="3917363"/>
                  </a:lnTo>
                  <a:lnTo>
                    <a:pt x="5148999" y="3911912"/>
                  </a:lnTo>
                  <a:lnTo>
                    <a:pt x="5085315" y="3903885"/>
                  </a:lnTo>
                  <a:lnTo>
                    <a:pt x="5007596" y="3892980"/>
                  </a:lnTo>
                  <a:lnTo>
                    <a:pt x="4918873" y="3879034"/>
                  </a:lnTo>
                  <a:lnTo>
                    <a:pt x="4822880" y="3862008"/>
                  </a:lnTo>
                  <a:lnTo>
                    <a:pt x="4723446" y="3841940"/>
                  </a:lnTo>
                  <a:lnTo>
                    <a:pt x="4624007" y="3818899"/>
                  </a:lnTo>
                  <a:lnTo>
                    <a:pt x="4527298" y="3792926"/>
                  </a:lnTo>
                  <a:lnTo>
                    <a:pt x="4435252" y="3764001"/>
                  </a:lnTo>
                  <a:lnTo>
                    <a:pt x="4349039" y="3732016"/>
                  </a:lnTo>
                  <a:lnTo>
                    <a:pt x="4269182" y="3696761"/>
                  </a:lnTo>
                  <a:lnTo>
                    <a:pt x="4195714" y="3657919"/>
                  </a:lnTo>
                  <a:lnTo>
                    <a:pt x="4128323" y="3615074"/>
                  </a:lnTo>
                  <a:lnTo>
                    <a:pt x="4066468" y="3567720"/>
                  </a:lnTo>
                  <a:lnTo>
                    <a:pt x="4009480" y="3515280"/>
                  </a:lnTo>
                  <a:lnTo>
                    <a:pt x="3956631" y="3457145"/>
                  </a:lnTo>
                  <a:lnTo>
                    <a:pt x="3907183" y="3392734"/>
                  </a:lnTo>
                  <a:lnTo>
                    <a:pt x="3860430" y="3321595"/>
                  </a:lnTo>
                  <a:lnTo>
                    <a:pt x="3829811" y="3269199"/>
                  </a:lnTo>
                  <a:lnTo>
                    <a:pt x="3796931" y="3207692"/>
                  </a:lnTo>
                  <a:lnTo>
                    <a:pt x="3764800" y="3142238"/>
                  </a:lnTo>
                  <a:lnTo>
                    <a:pt x="3733240" y="3072757"/>
                  </a:lnTo>
                  <a:lnTo>
                    <a:pt x="3702102" y="2999215"/>
                  </a:lnTo>
                  <a:lnTo>
                    <a:pt x="3671264" y="2921633"/>
                  </a:lnTo>
                  <a:lnTo>
                    <a:pt x="3640628" y="2840088"/>
                  </a:lnTo>
                  <a:lnTo>
                    <a:pt x="3610113" y="2754718"/>
                  </a:lnTo>
                  <a:lnTo>
                    <a:pt x="3579659" y="2665726"/>
                  </a:lnTo>
                  <a:lnTo>
                    <a:pt x="3549220" y="2573377"/>
                  </a:lnTo>
                  <a:lnTo>
                    <a:pt x="3518767" y="2477999"/>
                  </a:lnTo>
                  <a:lnTo>
                    <a:pt x="3488281" y="2379984"/>
                  </a:lnTo>
                  <a:lnTo>
                    <a:pt x="3457755" y="2279773"/>
                  </a:lnTo>
                  <a:lnTo>
                    <a:pt x="3427190" y="2177858"/>
                  </a:lnTo>
                  <a:lnTo>
                    <a:pt x="3396595" y="2074767"/>
                  </a:lnTo>
                  <a:lnTo>
                    <a:pt x="3365982" y="1971054"/>
                  </a:lnTo>
                  <a:lnTo>
                    <a:pt x="3335369" y="1867289"/>
                  </a:lnTo>
                  <a:lnTo>
                    <a:pt x="3304769" y="1764042"/>
                  </a:lnTo>
                  <a:lnTo>
                    <a:pt x="3274198" y="1661870"/>
                  </a:lnTo>
                  <a:lnTo>
                    <a:pt x="3243664" y="1561308"/>
                  </a:lnTo>
                  <a:lnTo>
                    <a:pt x="3213171" y="1462855"/>
                  </a:lnTo>
                  <a:lnTo>
                    <a:pt x="3182713" y="1366962"/>
                  </a:lnTo>
                  <a:lnTo>
                    <a:pt x="3152274" y="1274030"/>
                  </a:lnTo>
                  <a:lnTo>
                    <a:pt x="3121825" y="1184399"/>
                  </a:lnTo>
                  <a:lnTo>
                    <a:pt x="3091326" y="1098347"/>
                  </a:lnTo>
                  <a:lnTo>
                    <a:pt x="3060717" y="1016088"/>
                  </a:lnTo>
                  <a:lnTo>
                    <a:pt x="3029923" y="937770"/>
                  </a:lnTo>
                  <a:lnTo>
                    <a:pt x="2998849" y="863483"/>
                  </a:lnTo>
                  <a:lnTo>
                    <a:pt x="2967376" y="793257"/>
                  </a:lnTo>
                  <a:lnTo>
                    <a:pt x="2935362" y="727068"/>
                  </a:lnTo>
                  <a:lnTo>
                    <a:pt x="2902635" y="664845"/>
                  </a:lnTo>
                  <a:lnTo>
                    <a:pt x="2896531" y="653839"/>
                  </a:lnTo>
                  <a:lnTo>
                    <a:pt x="2851250" y="578000"/>
                  </a:lnTo>
                  <a:lnTo>
                    <a:pt x="2803710" y="509043"/>
                  </a:lnTo>
                  <a:lnTo>
                    <a:pt x="2753255" y="446692"/>
                  </a:lnTo>
                  <a:lnTo>
                    <a:pt x="2699167" y="390440"/>
                  </a:lnTo>
                  <a:lnTo>
                    <a:pt x="2640704" y="339688"/>
                  </a:lnTo>
                  <a:lnTo>
                    <a:pt x="2577151" y="293832"/>
                  </a:lnTo>
                  <a:lnTo>
                    <a:pt x="2507871" y="252315"/>
                  </a:lnTo>
                  <a:lnTo>
                    <a:pt x="2432385" y="214658"/>
                  </a:lnTo>
                  <a:lnTo>
                    <a:pt x="2350477" y="180475"/>
                  </a:lnTo>
                  <a:lnTo>
                    <a:pt x="2262318" y="149484"/>
                  </a:lnTo>
                  <a:lnTo>
                    <a:pt x="2168623" y="121508"/>
                  </a:lnTo>
                  <a:lnTo>
                    <a:pt x="2070794" y="96469"/>
                  </a:lnTo>
                  <a:lnTo>
                    <a:pt x="1971022" y="74370"/>
                  </a:lnTo>
                  <a:lnTo>
                    <a:pt x="1872287" y="55266"/>
                  </a:lnTo>
                  <a:lnTo>
                    <a:pt x="1778190" y="39221"/>
                  </a:lnTo>
                  <a:lnTo>
                    <a:pt x="1692593" y="26254"/>
                  </a:lnTo>
                  <a:lnTo>
                    <a:pt x="1619073" y="16292"/>
                  </a:lnTo>
                  <a:lnTo>
                    <a:pt x="1560309" y="9126"/>
                  </a:lnTo>
                  <a:lnTo>
                    <a:pt x="1517550" y="4411"/>
                  </a:lnTo>
                  <a:lnTo>
                    <a:pt x="1490304" y="1684"/>
                  </a:lnTo>
                  <a:lnTo>
                    <a:pt x="1476312" y="409"/>
                  </a:lnTo>
                  <a:lnTo>
                    <a:pt x="1471733" y="26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261" name="pl261"/>
            <p:cNvSpPr/>
            <p:nvPr/>
          </p:nvSpPr>
          <p:spPr>
            <a:xfrm>
              <a:off x="4799595" y="6630715"/>
              <a:ext cx="11981298" cy="4552360"/>
            </a:xfrm>
            <a:custGeom>
              <a:avLst/>
              <a:pathLst>
                <a:path w="11981298" h="4552360">
                  <a:moveTo>
                    <a:pt x="0" y="0"/>
                  </a:moveTo>
                  <a:lnTo>
                    <a:pt x="1471387" y="0"/>
                  </a:lnTo>
                  <a:lnTo>
                    <a:pt x="1472462" y="85"/>
                  </a:lnTo>
                  <a:lnTo>
                    <a:pt x="1479541" y="692"/>
                  </a:lnTo>
                  <a:lnTo>
                    <a:pt x="1497414" y="2370"/>
                  </a:lnTo>
                  <a:lnTo>
                    <a:pt x="1529446" y="5676"/>
                  </a:lnTo>
                  <a:lnTo>
                    <a:pt x="1577343" y="11127"/>
                  </a:lnTo>
                  <a:lnTo>
                    <a:pt x="1641027" y="19153"/>
                  </a:lnTo>
                  <a:lnTo>
                    <a:pt x="1718746" y="30059"/>
                  </a:lnTo>
                  <a:lnTo>
                    <a:pt x="1807469" y="44004"/>
                  </a:lnTo>
                  <a:lnTo>
                    <a:pt x="1903462" y="61031"/>
                  </a:lnTo>
                  <a:lnTo>
                    <a:pt x="2002896" y="81098"/>
                  </a:lnTo>
                  <a:lnTo>
                    <a:pt x="2102335" y="104139"/>
                  </a:lnTo>
                  <a:lnTo>
                    <a:pt x="2199044" y="130112"/>
                  </a:lnTo>
                  <a:lnTo>
                    <a:pt x="2291090" y="159037"/>
                  </a:lnTo>
                  <a:lnTo>
                    <a:pt x="2377303" y="191022"/>
                  </a:lnTo>
                  <a:lnTo>
                    <a:pt x="2457160" y="226278"/>
                  </a:lnTo>
                  <a:lnTo>
                    <a:pt x="2530628" y="265119"/>
                  </a:lnTo>
                  <a:lnTo>
                    <a:pt x="2598019" y="307964"/>
                  </a:lnTo>
                  <a:lnTo>
                    <a:pt x="2659875" y="355319"/>
                  </a:lnTo>
                  <a:lnTo>
                    <a:pt x="2716862" y="407759"/>
                  </a:lnTo>
                  <a:lnTo>
                    <a:pt x="2769711" y="465893"/>
                  </a:lnTo>
                  <a:lnTo>
                    <a:pt x="2819159" y="530304"/>
                  </a:lnTo>
                  <a:lnTo>
                    <a:pt x="2865912" y="601443"/>
                  </a:lnTo>
                  <a:lnTo>
                    <a:pt x="2896531" y="653839"/>
                  </a:lnTo>
                  <a:lnTo>
                    <a:pt x="2929411" y="715346"/>
                  </a:lnTo>
                  <a:lnTo>
                    <a:pt x="2961542" y="780800"/>
                  </a:lnTo>
                  <a:lnTo>
                    <a:pt x="2993102" y="850281"/>
                  </a:lnTo>
                  <a:lnTo>
                    <a:pt x="3024240" y="923823"/>
                  </a:lnTo>
                  <a:lnTo>
                    <a:pt x="3055078" y="1001405"/>
                  </a:lnTo>
                  <a:lnTo>
                    <a:pt x="3085715" y="1082950"/>
                  </a:lnTo>
                  <a:lnTo>
                    <a:pt x="3116229" y="1168320"/>
                  </a:lnTo>
                  <a:lnTo>
                    <a:pt x="3146683" y="1257312"/>
                  </a:lnTo>
                  <a:lnTo>
                    <a:pt x="3177122" y="1349662"/>
                  </a:lnTo>
                  <a:lnTo>
                    <a:pt x="3207575" y="1445039"/>
                  </a:lnTo>
                  <a:lnTo>
                    <a:pt x="3238061" y="1543054"/>
                  </a:lnTo>
                  <a:lnTo>
                    <a:pt x="3268587" y="1643265"/>
                  </a:lnTo>
                  <a:lnTo>
                    <a:pt x="3299152" y="1745180"/>
                  </a:lnTo>
                  <a:lnTo>
                    <a:pt x="3329747" y="1848272"/>
                  </a:lnTo>
                  <a:lnTo>
                    <a:pt x="3360360" y="1951984"/>
                  </a:lnTo>
                  <a:lnTo>
                    <a:pt x="3390973" y="2055749"/>
                  </a:lnTo>
                  <a:lnTo>
                    <a:pt x="3421573" y="2158997"/>
                  </a:lnTo>
                  <a:lnTo>
                    <a:pt x="3452144" y="2261168"/>
                  </a:lnTo>
                  <a:lnTo>
                    <a:pt x="3482678" y="2361730"/>
                  </a:lnTo>
                  <a:lnTo>
                    <a:pt x="3513171" y="2460184"/>
                  </a:lnTo>
                  <a:lnTo>
                    <a:pt x="3543629" y="2556076"/>
                  </a:lnTo>
                  <a:lnTo>
                    <a:pt x="3574068" y="2649008"/>
                  </a:lnTo>
                  <a:lnTo>
                    <a:pt x="3604517" y="2738639"/>
                  </a:lnTo>
                  <a:lnTo>
                    <a:pt x="3635016" y="2824691"/>
                  </a:lnTo>
                  <a:lnTo>
                    <a:pt x="3665625" y="2906951"/>
                  </a:lnTo>
                  <a:lnTo>
                    <a:pt x="3696419" y="2985268"/>
                  </a:lnTo>
                  <a:lnTo>
                    <a:pt x="3727493" y="3059555"/>
                  </a:lnTo>
                  <a:lnTo>
                    <a:pt x="3758966" y="3129781"/>
                  </a:lnTo>
                  <a:lnTo>
                    <a:pt x="3790980" y="3195970"/>
                  </a:lnTo>
                  <a:lnTo>
                    <a:pt x="3823707" y="3258194"/>
                  </a:lnTo>
                  <a:lnTo>
                    <a:pt x="3829811" y="3269199"/>
                  </a:lnTo>
                  <a:lnTo>
                    <a:pt x="3875092" y="3345038"/>
                  </a:lnTo>
                  <a:lnTo>
                    <a:pt x="3922632" y="3413995"/>
                  </a:lnTo>
                  <a:lnTo>
                    <a:pt x="3973087" y="3476346"/>
                  </a:lnTo>
                  <a:lnTo>
                    <a:pt x="4027175" y="3532598"/>
                  </a:lnTo>
                  <a:lnTo>
                    <a:pt x="4085638" y="3583350"/>
                  </a:lnTo>
                  <a:lnTo>
                    <a:pt x="4149191" y="3629206"/>
                  </a:lnTo>
                  <a:lnTo>
                    <a:pt x="4218471" y="3670723"/>
                  </a:lnTo>
                  <a:lnTo>
                    <a:pt x="4293957" y="3708380"/>
                  </a:lnTo>
                  <a:lnTo>
                    <a:pt x="4375865" y="3742563"/>
                  </a:lnTo>
                  <a:lnTo>
                    <a:pt x="4464024" y="3773554"/>
                  </a:lnTo>
                  <a:lnTo>
                    <a:pt x="4557719" y="3801530"/>
                  </a:lnTo>
                  <a:lnTo>
                    <a:pt x="4655548" y="3826569"/>
                  </a:lnTo>
                  <a:lnTo>
                    <a:pt x="4755320" y="3848668"/>
                  </a:lnTo>
                  <a:lnTo>
                    <a:pt x="4854055" y="3867772"/>
                  </a:lnTo>
                  <a:lnTo>
                    <a:pt x="4948152" y="3883817"/>
                  </a:lnTo>
                  <a:lnTo>
                    <a:pt x="5033749" y="3896784"/>
                  </a:lnTo>
                  <a:lnTo>
                    <a:pt x="5107270" y="3906746"/>
                  </a:lnTo>
                  <a:lnTo>
                    <a:pt x="5166033" y="3913912"/>
                  </a:lnTo>
                  <a:lnTo>
                    <a:pt x="5208792" y="3918627"/>
                  </a:lnTo>
                  <a:lnTo>
                    <a:pt x="5236038" y="3921354"/>
                  </a:lnTo>
                  <a:lnTo>
                    <a:pt x="5250030" y="3922630"/>
                  </a:lnTo>
                  <a:lnTo>
                    <a:pt x="5254610" y="3923012"/>
                  </a:lnTo>
                  <a:lnTo>
                    <a:pt x="5254955" y="3923039"/>
                  </a:lnTo>
                  <a:lnTo>
                    <a:pt x="6726343" y="3923039"/>
                  </a:lnTo>
                  <a:lnTo>
                    <a:pt x="6727575" y="3923054"/>
                  </a:lnTo>
                  <a:lnTo>
                    <a:pt x="6735666" y="3923167"/>
                  </a:lnTo>
                  <a:lnTo>
                    <a:pt x="6756011" y="3923477"/>
                  </a:lnTo>
                  <a:lnTo>
                    <a:pt x="6792259" y="3924087"/>
                  </a:lnTo>
                  <a:lnTo>
                    <a:pt x="6846034" y="3925090"/>
                  </a:lnTo>
                  <a:lnTo>
                    <a:pt x="6916815" y="3926561"/>
                  </a:lnTo>
                  <a:lnTo>
                    <a:pt x="7002156" y="3928550"/>
                  </a:lnTo>
                  <a:lnTo>
                    <a:pt x="7098256" y="3931078"/>
                  </a:lnTo>
                  <a:lnTo>
                    <a:pt x="7200717" y="3934146"/>
                  </a:lnTo>
                  <a:lnTo>
                    <a:pt x="7305269" y="3937745"/>
                  </a:lnTo>
                  <a:lnTo>
                    <a:pt x="7408302" y="3941863"/>
                  </a:lnTo>
                  <a:lnTo>
                    <a:pt x="7507127" y="3946497"/>
                  </a:lnTo>
                  <a:lnTo>
                    <a:pt x="7600015" y="3951659"/>
                  </a:lnTo>
                  <a:lnTo>
                    <a:pt x="7686081" y="3957382"/>
                  </a:lnTo>
                  <a:lnTo>
                    <a:pt x="7765101" y="3963714"/>
                  </a:lnTo>
                  <a:lnTo>
                    <a:pt x="7837328" y="3970729"/>
                  </a:lnTo>
                  <a:lnTo>
                    <a:pt x="7903322" y="3978515"/>
                  </a:lnTo>
                  <a:lnTo>
                    <a:pt x="7963827" y="3987176"/>
                  </a:lnTo>
                  <a:lnTo>
                    <a:pt x="8019674" y="3996823"/>
                  </a:lnTo>
                  <a:lnTo>
                    <a:pt x="8071711" y="4007566"/>
                  </a:lnTo>
                  <a:lnTo>
                    <a:pt x="8120752" y="4019490"/>
                  </a:lnTo>
                  <a:lnTo>
                    <a:pt x="8151487" y="4027926"/>
                  </a:lnTo>
                  <a:lnTo>
                    <a:pt x="8205241" y="4044516"/>
                  </a:lnTo>
                  <a:lnTo>
                    <a:pt x="8257273" y="4062847"/>
                  </a:lnTo>
                  <a:lnTo>
                    <a:pt x="8308254" y="4082943"/>
                  </a:lnTo>
                  <a:lnTo>
                    <a:pt x="8358668" y="4104762"/>
                  </a:lnTo>
                  <a:lnTo>
                    <a:pt x="8408847" y="4128194"/>
                  </a:lnTo>
                  <a:lnTo>
                    <a:pt x="8459002" y="4153052"/>
                  </a:lnTo>
                  <a:lnTo>
                    <a:pt x="8509237" y="4179076"/>
                  </a:lnTo>
                  <a:lnTo>
                    <a:pt x="8559580" y="4205942"/>
                  </a:lnTo>
                  <a:lnTo>
                    <a:pt x="8609996" y="4233276"/>
                  </a:lnTo>
                  <a:lnTo>
                    <a:pt x="8660425" y="4260676"/>
                  </a:lnTo>
                  <a:lnTo>
                    <a:pt x="8710796" y="4287735"/>
                  </a:lnTo>
                  <a:lnTo>
                    <a:pt x="8761067" y="4314069"/>
                  </a:lnTo>
                  <a:lnTo>
                    <a:pt x="8811240" y="4339335"/>
                  </a:lnTo>
                  <a:lnTo>
                    <a:pt x="8861394" y="4363250"/>
                  </a:lnTo>
                  <a:lnTo>
                    <a:pt x="8911702" y="4385605"/>
                  </a:lnTo>
                  <a:lnTo>
                    <a:pt x="8962456" y="4406264"/>
                  </a:lnTo>
                  <a:lnTo>
                    <a:pt x="9014086" y="4425164"/>
                  </a:lnTo>
                  <a:lnTo>
                    <a:pt x="9067198" y="4442310"/>
                  </a:lnTo>
                  <a:lnTo>
                    <a:pt x="9084767" y="4447473"/>
                  </a:lnTo>
                  <a:lnTo>
                    <a:pt x="9132250" y="4460189"/>
                  </a:lnTo>
                  <a:lnTo>
                    <a:pt x="9182245" y="4471695"/>
                  </a:lnTo>
                  <a:lnTo>
                    <a:pt x="9235511" y="4482046"/>
                  </a:lnTo>
                  <a:lnTo>
                    <a:pt x="9292879" y="4491338"/>
                  </a:lnTo>
                  <a:lnTo>
                    <a:pt x="9355200" y="4499683"/>
                  </a:lnTo>
                  <a:lnTo>
                    <a:pt x="9423283" y="4507189"/>
                  </a:lnTo>
                  <a:lnTo>
                    <a:pt x="9497819" y="4513958"/>
                  </a:lnTo>
                  <a:lnTo>
                    <a:pt x="9579279" y="4520071"/>
                  </a:lnTo>
                  <a:lnTo>
                    <a:pt x="9667771" y="4525594"/>
                  </a:lnTo>
                  <a:lnTo>
                    <a:pt x="9762862" y="4530571"/>
                  </a:lnTo>
                  <a:lnTo>
                    <a:pt x="9863393" y="4535025"/>
                  </a:lnTo>
                  <a:lnTo>
                    <a:pt x="9967308" y="4538963"/>
                  </a:lnTo>
                  <a:lnTo>
                    <a:pt x="10071584" y="4542379"/>
                  </a:lnTo>
                  <a:lnTo>
                    <a:pt x="10172339" y="4545261"/>
                  </a:lnTo>
                  <a:lnTo>
                    <a:pt x="10265186" y="4547600"/>
                  </a:lnTo>
                  <a:lnTo>
                    <a:pt x="10345844" y="4549405"/>
                  </a:lnTo>
                  <a:lnTo>
                    <a:pt x="10410904" y="4550707"/>
                  </a:lnTo>
                  <a:lnTo>
                    <a:pt x="10458540" y="4551564"/>
                  </a:lnTo>
                  <a:lnTo>
                    <a:pt x="10488969" y="4552058"/>
                  </a:lnTo>
                  <a:lnTo>
                    <a:pt x="10504547" y="4552288"/>
                  </a:lnTo>
                  <a:lnTo>
                    <a:pt x="10509561" y="4552355"/>
                  </a:lnTo>
                  <a:lnTo>
                    <a:pt x="10509911" y="4552360"/>
                  </a:lnTo>
                  <a:lnTo>
                    <a:pt x="11981298" y="455236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62" name="pl262"/>
            <p:cNvSpPr/>
            <p:nvPr/>
          </p:nvSpPr>
          <p:spPr>
            <a:xfrm>
              <a:off x="4799595" y="6614369"/>
              <a:ext cx="11981298" cy="4552360"/>
            </a:xfrm>
            <a:custGeom>
              <a:avLst/>
              <a:pathLst>
                <a:path w="11981298" h="4552360">
                  <a:moveTo>
                    <a:pt x="11981298" y="4552360"/>
                  </a:moveTo>
                  <a:lnTo>
                    <a:pt x="10509911" y="4552360"/>
                  </a:lnTo>
                  <a:lnTo>
                    <a:pt x="10508678" y="4552344"/>
                  </a:lnTo>
                  <a:lnTo>
                    <a:pt x="10500587" y="4552232"/>
                  </a:lnTo>
                  <a:lnTo>
                    <a:pt x="10480243" y="4551922"/>
                  </a:lnTo>
                  <a:lnTo>
                    <a:pt x="10443995" y="4551312"/>
                  </a:lnTo>
                  <a:lnTo>
                    <a:pt x="10390219" y="4550308"/>
                  </a:lnTo>
                  <a:lnTo>
                    <a:pt x="10319438" y="4548837"/>
                  </a:lnTo>
                  <a:lnTo>
                    <a:pt x="10234097" y="4546849"/>
                  </a:lnTo>
                  <a:lnTo>
                    <a:pt x="10137997" y="4544321"/>
                  </a:lnTo>
                  <a:lnTo>
                    <a:pt x="10035536" y="4541252"/>
                  </a:lnTo>
                  <a:lnTo>
                    <a:pt x="9930984" y="4537653"/>
                  </a:lnTo>
                  <a:lnTo>
                    <a:pt x="9827951" y="4533535"/>
                  </a:lnTo>
                  <a:lnTo>
                    <a:pt x="9729126" y="4528901"/>
                  </a:lnTo>
                  <a:lnTo>
                    <a:pt x="9636238" y="4523739"/>
                  </a:lnTo>
                  <a:lnTo>
                    <a:pt x="9550172" y="4518017"/>
                  </a:lnTo>
                  <a:lnTo>
                    <a:pt x="9471152" y="4511684"/>
                  </a:lnTo>
                  <a:lnTo>
                    <a:pt x="9398925" y="4504669"/>
                  </a:lnTo>
                  <a:lnTo>
                    <a:pt x="9332931" y="4496883"/>
                  </a:lnTo>
                  <a:lnTo>
                    <a:pt x="9272426" y="4488222"/>
                  </a:lnTo>
                  <a:lnTo>
                    <a:pt x="9216580" y="4478575"/>
                  </a:lnTo>
                  <a:lnTo>
                    <a:pt x="9164542" y="4467832"/>
                  </a:lnTo>
                  <a:lnTo>
                    <a:pt x="9115501" y="4455908"/>
                  </a:lnTo>
                  <a:lnTo>
                    <a:pt x="9084767" y="4447473"/>
                  </a:lnTo>
                  <a:lnTo>
                    <a:pt x="9031013" y="4430882"/>
                  </a:lnTo>
                  <a:lnTo>
                    <a:pt x="8978980" y="4412551"/>
                  </a:lnTo>
                  <a:lnTo>
                    <a:pt x="8927999" y="4392456"/>
                  </a:lnTo>
                  <a:lnTo>
                    <a:pt x="8877586" y="4370636"/>
                  </a:lnTo>
                  <a:lnTo>
                    <a:pt x="8827406" y="4347204"/>
                  </a:lnTo>
                  <a:lnTo>
                    <a:pt x="8777251" y="4322346"/>
                  </a:lnTo>
                  <a:lnTo>
                    <a:pt x="8727016" y="4296322"/>
                  </a:lnTo>
                  <a:lnTo>
                    <a:pt x="8676674" y="4269456"/>
                  </a:lnTo>
                  <a:lnTo>
                    <a:pt x="8626257" y="4242122"/>
                  </a:lnTo>
                  <a:lnTo>
                    <a:pt x="8575829" y="4214723"/>
                  </a:lnTo>
                  <a:lnTo>
                    <a:pt x="8525457" y="4187663"/>
                  </a:lnTo>
                  <a:lnTo>
                    <a:pt x="8475187" y="4161329"/>
                  </a:lnTo>
                  <a:lnTo>
                    <a:pt x="8425013" y="4136064"/>
                  </a:lnTo>
                  <a:lnTo>
                    <a:pt x="8374859" y="4112148"/>
                  </a:lnTo>
                  <a:lnTo>
                    <a:pt x="8324551" y="4089793"/>
                  </a:lnTo>
                  <a:lnTo>
                    <a:pt x="8273798" y="4069134"/>
                  </a:lnTo>
                  <a:lnTo>
                    <a:pt x="8222168" y="4050234"/>
                  </a:lnTo>
                  <a:lnTo>
                    <a:pt x="8169055" y="4033088"/>
                  </a:lnTo>
                  <a:lnTo>
                    <a:pt x="8151487" y="4027926"/>
                  </a:lnTo>
                  <a:lnTo>
                    <a:pt x="8104003" y="4015209"/>
                  </a:lnTo>
                  <a:lnTo>
                    <a:pt x="8054009" y="4003703"/>
                  </a:lnTo>
                  <a:lnTo>
                    <a:pt x="8000743" y="3993352"/>
                  </a:lnTo>
                  <a:lnTo>
                    <a:pt x="7943374" y="3984060"/>
                  </a:lnTo>
                  <a:lnTo>
                    <a:pt x="7881053" y="3975716"/>
                  </a:lnTo>
                  <a:lnTo>
                    <a:pt x="7812970" y="3968209"/>
                  </a:lnTo>
                  <a:lnTo>
                    <a:pt x="7738434" y="3961441"/>
                  </a:lnTo>
                  <a:lnTo>
                    <a:pt x="7656974" y="3955327"/>
                  </a:lnTo>
                  <a:lnTo>
                    <a:pt x="7568483" y="3949804"/>
                  </a:lnTo>
                  <a:lnTo>
                    <a:pt x="7473392" y="3944828"/>
                  </a:lnTo>
                  <a:lnTo>
                    <a:pt x="7372861" y="3940374"/>
                  </a:lnTo>
                  <a:lnTo>
                    <a:pt x="7268945" y="3936435"/>
                  </a:lnTo>
                  <a:lnTo>
                    <a:pt x="7164669" y="3933019"/>
                  </a:lnTo>
                  <a:lnTo>
                    <a:pt x="7063914" y="3930138"/>
                  </a:lnTo>
                  <a:lnTo>
                    <a:pt x="6971068" y="3927798"/>
                  </a:lnTo>
                  <a:lnTo>
                    <a:pt x="6890409" y="3925993"/>
                  </a:lnTo>
                  <a:lnTo>
                    <a:pt x="6825349" y="3924691"/>
                  </a:lnTo>
                  <a:lnTo>
                    <a:pt x="6777713" y="3923834"/>
                  </a:lnTo>
                  <a:lnTo>
                    <a:pt x="6747284" y="3923340"/>
                  </a:lnTo>
                  <a:lnTo>
                    <a:pt x="6731706" y="3923110"/>
                  </a:lnTo>
                  <a:lnTo>
                    <a:pt x="6726692" y="3923043"/>
                  </a:lnTo>
                  <a:lnTo>
                    <a:pt x="6726343" y="3923039"/>
                  </a:lnTo>
                  <a:lnTo>
                    <a:pt x="5254955" y="3923039"/>
                  </a:lnTo>
                  <a:lnTo>
                    <a:pt x="5253880" y="3922953"/>
                  </a:lnTo>
                  <a:lnTo>
                    <a:pt x="5246801" y="3922346"/>
                  </a:lnTo>
                  <a:lnTo>
                    <a:pt x="5228928" y="3920668"/>
                  </a:lnTo>
                  <a:lnTo>
                    <a:pt x="5196896" y="3917363"/>
                  </a:lnTo>
                  <a:lnTo>
                    <a:pt x="5148999" y="3911912"/>
                  </a:lnTo>
                  <a:lnTo>
                    <a:pt x="5085315" y="3903885"/>
                  </a:lnTo>
                  <a:lnTo>
                    <a:pt x="5007596" y="3892980"/>
                  </a:lnTo>
                  <a:lnTo>
                    <a:pt x="4918873" y="3879034"/>
                  </a:lnTo>
                  <a:lnTo>
                    <a:pt x="4822880" y="3862008"/>
                  </a:lnTo>
                  <a:lnTo>
                    <a:pt x="4723446" y="3841940"/>
                  </a:lnTo>
                  <a:lnTo>
                    <a:pt x="4624007" y="3818899"/>
                  </a:lnTo>
                  <a:lnTo>
                    <a:pt x="4527298" y="3792926"/>
                  </a:lnTo>
                  <a:lnTo>
                    <a:pt x="4435252" y="3764001"/>
                  </a:lnTo>
                  <a:lnTo>
                    <a:pt x="4349039" y="3732016"/>
                  </a:lnTo>
                  <a:lnTo>
                    <a:pt x="4269182" y="3696761"/>
                  </a:lnTo>
                  <a:lnTo>
                    <a:pt x="4195714" y="3657919"/>
                  </a:lnTo>
                  <a:lnTo>
                    <a:pt x="4128323" y="3615074"/>
                  </a:lnTo>
                  <a:lnTo>
                    <a:pt x="4066468" y="3567720"/>
                  </a:lnTo>
                  <a:lnTo>
                    <a:pt x="4009480" y="3515280"/>
                  </a:lnTo>
                  <a:lnTo>
                    <a:pt x="3956631" y="3457145"/>
                  </a:lnTo>
                  <a:lnTo>
                    <a:pt x="3907183" y="3392734"/>
                  </a:lnTo>
                  <a:lnTo>
                    <a:pt x="3860430" y="3321595"/>
                  </a:lnTo>
                  <a:lnTo>
                    <a:pt x="3829811" y="3269199"/>
                  </a:lnTo>
                  <a:lnTo>
                    <a:pt x="3796931" y="3207692"/>
                  </a:lnTo>
                  <a:lnTo>
                    <a:pt x="3764800" y="3142238"/>
                  </a:lnTo>
                  <a:lnTo>
                    <a:pt x="3733240" y="3072757"/>
                  </a:lnTo>
                  <a:lnTo>
                    <a:pt x="3702102" y="2999215"/>
                  </a:lnTo>
                  <a:lnTo>
                    <a:pt x="3671264" y="2921633"/>
                  </a:lnTo>
                  <a:lnTo>
                    <a:pt x="3640628" y="2840088"/>
                  </a:lnTo>
                  <a:lnTo>
                    <a:pt x="3610113" y="2754718"/>
                  </a:lnTo>
                  <a:lnTo>
                    <a:pt x="3579659" y="2665726"/>
                  </a:lnTo>
                  <a:lnTo>
                    <a:pt x="3549220" y="2573377"/>
                  </a:lnTo>
                  <a:lnTo>
                    <a:pt x="3518767" y="2477999"/>
                  </a:lnTo>
                  <a:lnTo>
                    <a:pt x="3488281" y="2379984"/>
                  </a:lnTo>
                  <a:lnTo>
                    <a:pt x="3457755" y="2279773"/>
                  </a:lnTo>
                  <a:lnTo>
                    <a:pt x="3427190" y="2177858"/>
                  </a:lnTo>
                  <a:lnTo>
                    <a:pt x="3396595" y="2074767"/>
                  </a:lnTo>
                  <a:lnTo>
                    <a:pt x="3365982" y="1971054"/>
                  </a:lnTo>
                  <a:lnTo>
                    <a:pt x="3335369" y="1867289"/>
                  </a:lnTo>
                  <a:lnTo>
                    <a:pt x="3304769" y="1764042"/>
                  </a:lnTo>
                  <a:lnTo>
                    <a:pt x="3274198" y="1661870"/>
                  </a:lnTo>
                  <a:lnTo>
                    <a:pt x="3243664" y="1561308"/>
                  </a:lnTo>
                  <a:lnTo>
                    <a:pt x="3213171" y="1462855"/>
                  </a:lnTo>
                  <a:lnTo>
                    <a:pt x="3182713" y="1366962"/>
                  </a:lnTo>
                  <a:lnTo>
                    <a:pt x="3152274" y="1274030"/>
                  </a:lnTo>
                  <a:lnTo>
                    <a:pt x="3121825" y="1184399"/>
                  </a:lnTo>
                  <a:lnTo>
                    <a:pt x="3091326" y="1098347"/>
                  </a:lnTo>
                  <a:lnTo>
                    <a:pt x="3060717" y="1016088"/>
                  </a:lnTo>
                  <a:lnTo>
                    <a:pt x="3029923" y="937770"/>
                  </a:lnTo>
                  <a:lnTo>
                    <a:pt x="2998849" y="863483"/>
                  </a:lnTo>
                  <a:lnTo>
                    <a:pt x="2967376" y="793257"/>
                  </a:lnTo>
                  <a:lnTo>
                    <a:pt x="2935362" y="727068"/>
                  </a:lnTo>
                  <a:lnTo>
                    <a:pt x="2902635" y="664845"/>
                  </a:lnTo>
                  <a:lnTo>
                    <a:pt x="2896531" y="653839"/>
                  </a:lnTo>
                  <a:lnTo>
                    <a:pt x="2851250" y="578000"/>
                  </a:lnTo>
                  <a:lnTo>
                    <a:pt x="2803710" y="509043"/>
                  </a:lnTo>
                  <a:lnTo>
                    <a:pt x="2753255" y="446692"/>
                  </a:lnTo>
                  <a:lnTo>
                    <a:pt x="2699167" y="390440"/>
                  </a:lnTo>
                  <a:lnTo>
                    <a:pt x="2640704" y="339688"/>
                  </a:lnTo>
                  <a:lnTo>
                    <a:pt x="2577151" y="293832"/>
                  </a:lnTo>
                  <a:lnTo>
                    <a:pt x="2507871" y="252315"/>
                  </a:lnTo>
                  <a:lnTo>
                    <a:pt x="2432385" y="214658"/>
                  </a:lnTo>
                  <a:lnTo>
                    <a:pt x="2350477" y="180475"/>
                  </a:lnTo>
                  <a:lnTo>
                    <a:pt x="2262318" y="149484"/>
                  </a:lnTo>
                  <a:lnTo>
                    <a:pt x="2168623" y="121508"/>
                  </a:lnTo>
                  <a:lnTo>
                    <a:pt x="2070794" y="96469"/>
                  </a:lnTo>
                  <a:lnTo>
                    <a:pt x="1971022" y="74370"/>
                  </a:lnTo>
                  <a:lnTo>
                    <a:pt x="1872287" y="55266"/>
                  </a:lnTo>
                  <a:lnTo>
                    <a:pt x="1778190" y="39221"/>
                  </a:lnTo>
                  <a:lnTo>
                    <a:pt x="1692593" y="26254"/>
                  </a:lnTo>
                  <a:lnTo>
                    <a:pt x="1619073" y="16292"/>
                  </a:lnTo>
                  <a:lnTo>
                    <a:pt x="1560309" y="9126"/>
                  </a:lnTo>
                  <a:lnTo>
                    <a:pt x="1517550" y="4411"/>
                  </a:lnTo>
                  <a:lnTo>
                    <a:pt x="1490304" y="1684"/>
                  </a:lnTo>
                  <a:lnTo>
                    <a:pt x="1476312" y="409"/>
                  </a:lnTo>
                  <a:lnTo>
                    <a:pt x="1471733" y="26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63" name="pg263"/>
            <p:cNvSpPr/>
            <p:nvPr/>
          </p:nvSpPr>
          <p:spPr>
            <a:xfrm>
              <a:off x="4799595" y="3524976"/>
              <a:ext cx="11981298" cy="2656224"/>
            </a:xfrm>
            <a:custGeom>
              <a:avLst/>
              <a:pathLst>
                <a:path w="11981298" h="2656224">
                  <a:moveTo>
                    <a:pt x="0" y="841818"/>
                  </a:moveTo>
                  <a:lnTo>
                    <a:pt x="1471387" y="841818"/>
                  </a:lnTo>
                  <a:lnTo>
                    <a:pt x="1472585" y="841862"/>
                  </a:lnTo>
                  <a:lnTo>
                    <a:pt x="1480454" y="842176"/>
                  </a:lnTo>
                  <a:lnTo>
                    <a:pt x="1500259" y="843044"/>
                  </a:lnTo>
                  <a:lnTo>
                    <a:pt x="1535589" y="844752"/>
                  </a:lnTo>
                  <a:lnTo>
                    <a:pt x="1588092" y="847564"/>
                  </a:lnTo>
                  <a:lnTo>
                    <a:pt x="1657350" y="851690"/>
                  </a:lnTo>
                  <a:lnTo>
                    <a:pt x="1741072" y="857273"/>
                  </a:lnTo>
                  <a:lnTo>
                    <a:pt x="1835627" y="864379"/>
                  </a:lnTo>
                  <a:lnTo>
                    <a:pt x="1936756" y="873016"/>
                  </a:lnTo>
                  <a:lnTo>
                    <a:pt x="2040278" y="883155"/>
                  </a:lnTo>
                  <a:lnTo>
                    <a:pt x="2142611" y="894765"/>
                  </a:lnTo>
                  <a:lnTo>
                    <a:pt x="2241050" y="907833"/>
                  </a:lnTo>
                  <a:lnTo>
                    <a:pt x="2333814" y="922389"/>
                  </a:lnTo>
                  <a:lnTo>
                    <a:pt x="2419953" y="938514"/>
                  </a:lnTo>
                  <a:lnTo>
                    <a:pt x="2499180" y="956342"/>
                  </a:lnTo>
                  <a:lnTo>
                    <a:pt x="2571685" y="976067"/>
                  </a:lnTo>
                  <a:lnTo>
                    <a:pt x="2637978" y="997930"/>
                  </a:lnTo>
                  <a:lnTo>
                    <a:pt x="2698759" y="1022218"/>
                  </a:lnTo>
                  <a:lnTo>
                    <a:pt x="2754827" y="1049241"/>
                  </a:lnTo>
                  <a:lnTo>
                    <a:pt x="2807008" y="1079308"/>
                  </a:lnTo>
                  <a:lnTo>
                    <a:pt x="2856101" y="1112677"/>
                  </a:lnTo>
                  <a:lnTo>
                    <a:pt x="2896531" y="1144219"/>
                  </a:lnTo>
                  <a:lnTo>
                    <a:pt x="2940673" y="1182997"/>
                  </a:lnTo>
                  <a:lnTo>
                    <a:pt x="2983570" y="1225118"/>
                  </a:lnTo>
                  <a:lnTo>
                    <a:pt x="3025619" y="1270645"/>
                  </a:lnTo>
                  <a:lnTo>
                    <a:pt x="3067128" y="1319564"/>
                  </a:lnTo>
                  <a:lnTo>
                    <a:pt x="3108331" y="1371771"/>
                  </a:lnTo>
                  <a:lnTo>
                    <a:pt x="3149394" y="1427069"/>
                  </a:lnTo>
                  <a:lnTo>
                    <a:pt x="3190434" y="1485162"/>
                  </a:lnTo>
                  <a:lnTo>
                    <a:pt x="3231516" y="1545661"/>
                  </a:lnTo>
                  <a:lnTo>
                    <a:pt x="3272669" y="1608085"/>
                  </a:lnTo>
                  <a:lnTo>
                    <a:pt x="3313889" y="1671883"/>
                  </a:lnTo>
                  <a:lnTo>
                    <a:pt x="3355154" y="1736445"/>
                  </a:lnTo>
                  <a:lnTo>
                    <a:pt x="3396425" y="1801133"/>
                  </a:lnTo>
                  <a:lnTo>
                    <a:pt x="3437667" y="1865303"/>
                  </a:lnTo>
                  <a:lnTo>
                    <a:pt x="3478848" y="1928330"/>
                  </a:lnTo>
                  <a:lnTo>
                    <a:pt x="3519956" y="1989638"/>
                  </a:lnTo>
                  <a:lnTo>
                    <a:pt x="3561006" y="2048717"/>
                  </a:lnTo>
                  <a:lnTo>
                    <a:pt x="3602050" y="2105142"/>
                  </a:lnTo>
                  <a:lnTo>
                    <a:pt x="3643181" y="2158578"/>
                  </a:lnTo>
                  <a:lnTo>
                    <a:pt x="3684547" y="2208792"/>
                  </a:lnTo>
                  <a:lnTo>
                    <a:pt x="3726354" y="2255643"/>
                  </a:lnTo>
                  <a:lnTo>
                    <a:pt x="3768880" y="2299084"/>
                  </a:lnTo>
                  <a:lnTo>
                    <a:pt x="3812484" y="2339148"/>
                  </a:lnTo>
                  <a:lnTo>
                    <a:pt x="3829811" y="2353823"/>
                  </a:lnTo>
                  <a:lnTo>
                    <a:pt x="3876827" y="2390149"/>
                  </a:lnTo>
                  <a:lnTo>
                    <a:pt x="3926300" y="2423053"/>
                  </a:lnTo>
                  <a:lnTo>
                    <a:pt x="3978965" y="2452686"/>
                  </a:lnTo>
                  <a:lnTo>
                    <a:pt x="4035632" y="2479314"/>
                  </a:lnTo>
                  <a:lnTo>
                    <a:pt x="4097124" y="2503251"/>
                  </a:lnTo>
                  <a:lnTo>
                    <a:pt x="4164231" y="2524805"/>
                  </a:lnTo>
                  <a:lnTo>
                    <a:pt x="4237634" y="2544256"/>
                  </a:lnTo>
                  <a:lnTo>
                    <a:pt x="4317808" y="2561840"/>
                  </a:lnTo>
                  <a:lnTo>
                    <a:pt x="4404888" y="2577742"/>
                  </a:lnTo>
                  <a:lnTo>
                    <a:pt x="4498504" y="2592091"/>
                  </a:lnTo>
                  <a:lnTo>
                    <a:pt x="4597603" y="2604958"/>
                  </a:lnTo>
                  <a:lnTo>
                    <a:pt x="4700281" y="2616367"/>
                  </a:lnTo>
                  <a:lnTo>
                    <a:pt x="4803703" y="2626302"/>
                  </a:lnTo>
                  <a:lnTo>
                    <a:pt x="4904186" y="2634730"/>
                  </a:lnTo>
                  <a:lnTo>
                    <a:pt x="4997499" y="2641625"/>
                  </a:lnTo>
                  <a:lnTo>
                    <a:pt x="5079427" y="2647003"/>
                  </a:lnTo>
                  <a:lnTo>
                    <a:pt x="5146482" y="2650938"/>
                  </a:lnTo>
                  <a:lnTo>
                    <a:pt x="5196606" y="2653584"/>
                  </a:lnTo>
                  <a:lnTo>
                    <a:pt x="5229661" y="2655161"/>
                  </a:lnTo>
                  <a:lnTo>
                    <a:pt x="5247574" y="2655935"/>
                  </a:lnTo>
                  <a:lnTo>
                    <a:pt x="5254180" y="2656196"/>
                  </a:lnTo>
                  <a:lnTo>
                    <a:pt x="5254955" y="2656224"/>
                  </a:lnTo>
                  <a:lnTo>
                    <a:pt x="6726343" y="2656224"/>
                  </a:lnTo>
                  <a:lnTo>
                    <a:pt x="6727500" y="2656162"/>
                  </a:lnTo>
                  <a:lnTo>
                    <a:pt x="6735104" y="2655720"/>
                  </a:lnTo>
                  <a:lnTo>
                    <a:pt x="6754263" y="2654498"/>
                  </a:lnTo>
                  <a:lnTo>
                    <a:pt x="6788493" y="2652093"/>
                  </a:lnTo>
                  <a:lnTo>
                    <a:pt x="6839467" y="2648132"/>
                  </a:lnTo>
                  <a:lnTo>
                    <a:pt x="6906884" y="2642312"/>
                  </a:lnTo>
                  <a:lnTo>
                    <a:pt x="6988637" y="2634426"/>
                  </a:lnTo>
                  <a:lnTo>
                    <a:pt x="7081297" y="2624373"/>
                  </a:lnTo>
                  <a:lnTo>
                    <a:pt x="7180776" y="2612137"/>
                  </a:lnTo>
                  <a:lnTo>
                    <a:pt x="7283003" y="2597755"/>
                  </a:lnTo>
                  <a:lnTo>
                    <a:pt x="7384440" y="2581273"/>
                  </a:lnTo>
                  <a:lnTo>
                    <a:pt x="7482363" y="2562712"/>
                  </a:lnTo>
                  <a:lnTo>
                    <a:pt x="7574937" y="2542041"/>
                  </a:lnTo>
                  <a:lnTo>
                    <a:pt x="7661138" y="2519159"/>
                  </a:lnTo>
                  <a:lnTo>
                    <a:pt x="7740596" y="2493885"/>
                  </a:lnTo>
                  <a:lnTo>
                    <a:pt x="7813430" y="2465963"/>
                  </a:lnTo>
                  <a:lnTo>
                    <a:pt x="7880086" y="2435064"/>
                  </a:lnTo>
                  <a:lnTo>
                    <a:pt x="7941211" y="2400795"/>
                  </a:lnTo>
                  <a:lnTo>
                    <a:pt x="7997564" y="2362723"/>
                  </a:lnTo>
                  <a:lnTo>
                    <a:pt x="8049941" y="2320408"/>
                  </a:lnTo>
                  <a:lnTo>
                    <a:pt x="8099123" y="2273463"/>
                  </a:lnTo>
                  <a:lnTo>
                    <a:pt x="8145832" y="2221651"/>
                  </a:lnTo>
                  <a:lnTo>
                    <a:pt x="8151487" y="2214882"/>
                  </a:lnTo>
                  <a:lnTo>
                    <a:pt x="8190175" y="2165644"/>
                  </a:lnTo>
                  <a:lnTo>
                    <a:pt x="8227869" y="2112685"/>
                  </a:lnTo>
                  <a:lnTo>
                    <a:pt x="8264846" y="2055931"/>
                  </a:lnTo>
                  <a:lnTo>
                    <a:pt x="8301330" y="1995371"/>
                  </a:lnTo>
                  <a:lnTo>
                    <a:pt x="8337497" y="1931067"/>
                  </a:lnTo>
                  <a:lnTo>
                    <a:pt x="8373484" y="1863158"/>
                  </a:lnTo>
                  <a:lnTo>
                    <a:pt x="8409392" y="1791868"/>
                  </a:lnTo>
                  <a:lnTo>
                    <a:pt x="8445289" y="1717502"/>
                  </a:lnTo>
                  <a:lnTo>
                    <a:pt x="8481219" y="1640447"/>
                  </a:lnTo>
                  <a:lnTo>
                    <a:pt x="8517203" y="1561166"/>
                  </a:lnTo>
                  <a:lnTo>
                    <a:pt x="8553241" y="1480188"/>
                  </a:lnTo>
                  <a:lnTo>
                    <a:pt x="8589322" y="1398093"/>
                  </a:lnTo>
                  <a:lnTo>
                    <a:pt x="8625423" y="1315495"/>
                  </a:lnTo>
                  <a:lnTo>
                    <a:pt x="8661519" y="1233024"/>
                  </a:lnTo>
                  <a:lnTo>
                    <a:pt x="8697585" y="1151308"/>
                  </a:lnTo>
                  <a:lnTo>
                    <a:pt x="8733602" y="1070949"/>
                  </a:lnTo>
                  <a:lnTo>
                    <a:pt x="8769563" y="992508"/>
                  </a:lnTo>
                  <a:lnTo>
                    <a:pt x="8805476" y="916488"/>
                  </a:lnTo>
                  <a:lnTo>
                    <a:pt x="8841371" y="843323"/>
                  </a:lnTo>
                  <a:lnTo>
                    <a:pt x="8877300" y="773368"/>
                  </a:lnTo>
                  <a:lnTo>
                    <a:pt x="8913346" y="706894"/>
                  </a:lnTo>
                  <a:lnTo>
                    <a:pt x="8949623" y="644091"/>
                  </a:lnTo>
                  <a:lnTo>
                    <a:pt x="8986283" y="585066"/>
                  </a:lnTo>
                  <a:lnTo>
                    <a:pt x="9023520" y="529851"/>
                  </a:lnTo>
                  <a:lnTo>
                    <a:pt x="9061578" y="478409"/>
                  </a:lnTo>
                  <a:lnTo>
                    <a:pt x="9084767" y="449514"/>
                  </a:lnTo>
                  <a:lnTo>
                    <a:pt x="9131214" y="397094"/>
                  </a:lnTo>
                  <a:lnTo>
                    <a:pt x="9180052" y="349554"/>
                  </a:lnTo>
                  <a:lnTo>
                    <a:pt x="9231991" y="306684"/>
                  </a:lnTo>
                  <a:lnTo>
                    <a:pt x="9287807" y="268109"/>
                  </a:lnTo>
                  <a:lnTo>
                    <a:pt x="9348298" y="233393"/>
                  </a:lnTo>
                  <a:lnTo>
                    <a:pt x="9414229" y="202098"/>
                  </a:lnTo>
                  <a:lnTo>
                    <a:pt x="9486267" y="173826"/>
                  </a:lnTo>
                  <a:lnTo>
                    <a:pt x="9564890" y="148239"/>
                  </a:lnTo>
                  <a:lnTo>
                    <a:pt x="9650262" y="125071"/>
                  </a:lnTo>
                  <a:lnTo>
                    <a:pt x="9742086" y="104133"/>
                  </a:lnTo>
                  <a:lnTo>
                    <a:pt x="9839428" y="85313"/>
                  </a:lnTo>
                  <a:lnTo>
                    <a:pt x="9940558" y="68573"/>
                  </a:lnTo>
                  <a:lnTo>
                    <a:pt x="10042865" y="53928"/>
                  </a:lnTo>
                  <a:lnTo>
                    <a:pt x="10142899" y="41423"/>
                  </a:lnTo>
                  <a:lnTo>
                    <a:pt x="10236633" y="31099"/>
                  </a:lnTo>
                  <a:lnTo>
                    <a:pt x="10319946" y="22948"/>
                  </a:lnTo>
                  <a:lnTo>
                    <a:pt x="10389288" y="16880"/>
                  </a:lnTo>
                  <a:lnTo>
                    <a:pt x="10442358" y="12703"/>
                  </a:lnTo>
                  <a:lnTo>
                    <a:pt x="10478615" y="10124"/>
                  </a:lnTo>
                  <a:lnTo>
                    <a:pt x="10499488" y="8777"/>
                  </a:lnTo>
                  <a:lnTo>
                    <a:pt x="10508278" y="8261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8754" y="61"/>
                  </a:lnTo>
                  <a:lnTo>
                    <a:pt x="10501149" y="504"/>
                  </a:lnTo>
                  <a:lnTo>
                    <a:pt x="10481991" y="1725"/>
                  </a:lnTo>
                  <a:lnTo>
                    <a:pt x="10447760" y="4130"/>
                  </a:lnTo>
                  <a:lnTo>
                    <a:pt x="10396786" y="8091"/>
                  </a:lnTo>
                  <a:lnTo>
                    <a:pt x="10329369" y="13912"/>
                  </a:lnTo>
                  <a:lnTo>
                    <a:pt x="10247616" y="21797"/>
                  </a:lnTo>
                  <a:lnTo>
                    <a:pt x="10154956" y="31850"/>
                  </a:lnTo>
                  <a:lnTo>
                    <a:pt x="10055478" y="44086"/>
                  </a:lnTo>
                  <a:lnTo>
                    <a:pt x="9953250" y="58468"/>
                  </a:lnTo>
                  <a:lnTo>
                    <a:pt x="9851813" y="74951"/>
                  </a:lnTo>
                  <a:lnTo>
                    <a:pt x="9753890" y="93511"/>
                  </a:lnTo>
                  <a:lnTo>
                    <a:pt x="9661316" y="114182"/>
                  </a:lnTo>
                  <a:lnTo>
                    <a:pt x="9575116" y="137065"/>
                  </a:lnTo>
                  <a:lnTo>
                    <a:pt x="9495657" y="162339"/>
                  </a:lnTo>
                  <a:lnTo>
                    <a:pt x="9422823" y="190260"/>
                  </a:lnTo>
                  <a:lnTo>
                    <a:pt x="9356167" y="221160"/>
                  </a:lnTo>
                  <a:lnTo>
                    <a:pt x="9295042" y="255429"/>
                  </a:lnTo>
                  <a:lnTo>
                    <a:pt x="9238689" y="293500"/>
                  </a:lnTo>
                  <a:lnTo>
                    <a:pt x="9186312" y="335815"/>
                  </a:lnTo>
                  <a:lnTo>
                    <a:pt x="9137130" y="382760"/>
                  </a:lnTo>
                  <a:lnTo>
                    <a:pt x="9090421" y="434573"/>
                  </a:lnTo>
                  <a:lnTo>
                    <a:pt x="9084767" y="441341"/>
                  </a:lnTo>
                  <a:lnTo>
                    <a:pt x="9046078" y="490580"/>
                  </a:lnTo>
                  <a:lnTo>
                    <a:pt x="9008385" y="543538"/>
                  </a:lnTo>
                  <a:lnTo>
                    <a:pt x="8971407" y="600292"/>
                  </a:lnTo>
                  <a:lnTo>
                    <a:pt x="8934923" y="660852"/>
                  </a:lnTo>
                  <a:lnTo>
                    <a:pt x="8898756" y="725157"/>
                  </a:lnTo>
                  <a:lnTo>
                    <a:pt x="8862769" y="793065"/>
                  </a:lnTo>
                  <a:lnTo>
                    <a:pt x="8826862" y="864356"/>
                  </a:lnTo>
                  <a:lnTo>
                    <a:pt x="8790964" y="938722"/>
                  </a:lnTo>
                  <a:lnTo>
                    <a:pt x="8755034" y="1015777"/>
                  </a:lnTo>
                  <a:lnTo>
                    <a:pt x="8719050" y="1095057"/>
                  </a:lnTo>
                  <a:lnTo>
                    <a:pt x="8683012" y="1176035"/>
                  </a:lnTo>
                  <a:lnTo>
                    <a:pt x="8646931" y="1258130"/>
                  </a:lnTo>
                  <a:lnTo>
                    <a:pt x="8610830" y="1340729"/>
                  </a:lnTo>
                  <a:lnTo>
                    <a:pt x="8574734" y="1423199"/>
                  </a:lnTo>
                  <a:lnTo>
                    <a:pt x="8538669" y="1504915"/>
                  </a:lnTo>
                  <a:lnTo>
                    <a:pt x="8502651" y="1585274"/>
                  </a:lnTo>
                  <a:lnTo>
                    <a:pt x="8466690" y="1663715"/>
                  </a:lnTo>
                  <a:lnTo>
                    <a:pt x="8430777" y="1739735"/>
                  </a:lnTo>
                  <a:lnTo>
                    <a:pt x="8394882" y="1812900"/>
                  </a:lnTo>
                  <a:lnTo>
                    <a:pt x="8358953" y="1882856"/>
                  </a:lnTo>
                  <a:lnTo>
                    <a:pt x="8322907" y="1949330"/>
                  </a:lnTo>
                  <a:lnTo>
                    <a:pt x="8286630" y="2012133"/>
                  </a:lnTo>
                  <a:lnTo>
                    <a:pt x="8249970" y="2071158"/>
                  </a:lnTo>
                  <a:lnTo>
                    <a:pt x="8212734" y="2126372"/>
                  </a:lnTo>
                  <a:lnTo>
                    <a:pt x="8174675" y="2177815"/>
                  </a:lnTo>
                  <a:lnTo>
                    <a:pt x="8151487" y="2206709"/>
                  </a:lnTo>
                  <a:lnTo>
                    <a:pt x="8105039" y="2259129"/>
                  </a:lnTo>
                  <a:lnTo>
                    <a:pt x="8056201" y="2306670"/>
                  </a:lnTo>
                  <a:lnTo>
                    <a:pt x="8004262" y="2349540"/>
                  </a:lnTo>
                  <a:lnTo>
                    <a:pt x="7948446" y="2388114"/>
                  </a:lnTo>
                  <a:lnTo>
                    <a:pt x="7887955" y="2422831"/>
                  </a:lnTo>
                  <a:lnTo>
                    <a:pt x="7822024" y="2454126"/>
                  </a:lnTo>
                  <a:lnTo>
                    <a:pt x="7749986" y="2482398"/>
                  </a:lnTo>
                  <a:lnTo>
                    <a:pt x="7671364" y="2507984"/>
                  </a:lnTo>
                  <a:lnTo>
                    <a:pt x="7585991" y="2531153"/>
                  </a:lnTo>
                  <a:lnTo>
                    <a:pt x="7494167" y="2552091"/>
                  </a:lnTo>
                  <a:lnTo>
                    <a:pt x="7396826" y="2570910"/>
                  </a:lnTo>
                  <a:lnTo>
                    <a:pt x="7295695" y="2587650"/>
                  </a:lnTo>
                  <a:lnTo>
                    <a:pt x="7193388" y="2602296"/>
                  </a:lnTo>
                  <a:lnTo>
                    <a:pt x="7093354" y="2614800"/>
                  </a:lnTo>
                  <a:lnTo>
                    <a:pt x="6999620" y="2625125"/>
                  </a:lnTo>
                  <a:lnTo>
                    <a:pt x="6916307" y="2633276"/>
                  </a:lnTo>
                  <a:lnTo>
                    <a:pt x="6846965" y="2639343"/>
                  </a:lnTo>
                  <a:lnTo>
                    <a:pt x="6793895" y="2643520"/>
                  </a:lnTo>
                  <a:lnTo>
                    <a:pt x="6757638" y="2646099"/>
                  </a:lnTo>
                  <a:lnTo>
                    <a:pt x="6736765" y="2647446"/>
                  </a:lnTo>
                  <a:lnTo>
                    <a:pt x="6727975" y="2647963"/>
                  </a:lnTo>
                  <a:lnTo>
                    <a:pt x="6726343" y="2648051"/>
                  </a:lnTo>
                  <a:lnTo>
                    <a:pt x="5254955" y="2648051"/>
                  </a:lnTo>
                  <a:lnTo>
                    <a:pt x="5253757" y="2648007"/>
                  </a:lnTo>
                  <a:lnTo>
                    <a:pt x="5245888" y="2647693"/>
                  </a:lnTo>
                  <a:lnTo>
                    <a:pt x="5226084" y="2646825"/>
                  </a:lnTo>
                  <a:lnTo>
                    <a:pt x="5190753" y="2645117"/>
                  </a:lnTo>
                  <a:lnTo>
                    <a:pt x="5138250" y="2642306"/>
                  </a:lnTo>
                  <a:lnTo>
                    <a:pt x="5068992" y="2638179"/>
                  </a:lnTo>
                  <a:lnTo>
                    <a:pt x="4985270" y="2632596"/>
                  </a:lnTo>
                  <a:lnTo>
                    <a:pt x="4890715" y="2625490"/>
                  </a:lnTo>
                  <a:lnTo>
                    <a:pt x="4789586" y="2616853"/>
                  </a:lnTo>
                  <a:lnTo>
                    <a:pt x="4686064" y="2606714"/>
                  </a:lnTo>
                  <a:lnTo>
                    <a:pt x="4583731" y="2595104"/>
                  </a:lnTo>
                  <a:lnTo>
                    <a:pt x="4485292" y="2582036"/>
                  </a:lnTo>
                  <a:lnTo>
                    <a:pt x="4392528" y="2567480"/>
                  </a:lnTo>
                  <a:lnTo>
                    <a:pt x="4306389" y="2551356"/>
                  </a:lnTo>
                  <a:lnTo>
                    <a:pt x="4227162" y="2533527"/>
                  </a:lnTo>
                  <a:lnTo>
                    <a:pt x="4154657" y="2513803"/>
                  </a:lnTo>
                  <a:lnTo>
                    <a:pt x="4088364" y="2491939"/>
                  </a:lnTo>
                  <a:lnTo>
                    <a:pt x="4027583" y="2467651"/>
                  </a:lnTo>
                  <a:lnTo>
                    <a:pt x="3971515" y="2440628"/>
                  </a:lnTo>
                  <a:lnTo>
                    <a:pt x="3919335" y="2410561"/>
                  </a:lnTo>
                  <a:lnTo>
                    <a:pt x="3870241" y="2377192"/>
                  </a:lnTo>
                  <a:lnTo>
                    <a:pt x="3829811" y="2345650"/>
                  </a:lnTo>
                  <a:lnTo>
                    <a:pt x="3785669" y="2306873"/>
                  </a:lnTo>
                  <a:lnTo>
                    <a:pt x="3742772" y="2264752"/>
                  </a:lnTo>
                  <a:lnTo>
                    <a:pt x="3700723" y="2219224"/>
                  </a:lnTo>
                  <a:lnTo>
                    <a:pt x="3659214" y="2170306"/>
                  </a:lnTo>
                  <a:lnTo>
                    <a:pt x="3618012" y="2118099"/>
                  </a:lnTo>
                  <a:lnTo>
                    <a:pt x="3576948" y="2062801"/>
                  </a:lnTo>
                  <a:lnTo>
                    <a:pt x="3535908" y="2004707"/>
                  </a:lnTo>
                  <a:lnTo>
                    <a:pt x="3494826" y="1944208"/>
                  </a:lnTo>
                  <a:lnTo>
                    <a:pt x="3453674" y="1881784"/>
                  </a:lnTo>
                  <a:lnTo>
                    <a:pt x="3412453" y="1817986"/>
                  </a:lnTo>
                  <a:lnTo>
                    <a:pt x="3371189" y="1753424"/>
                  </a:lnTo>
                  <a:lnTo>
                    <a:pt x="3329917" y="1688736"/>
                  </a:lnTo>
                  <a:lnTo>
                    <a:pt x="3288675" y="1624567"/>
                  </a:lnTo>
                  <a:lnTo>
                    <a:pt x="3247495" y="1561539"/>
                  </a:lnTo>
                  <a:lnTo>
                    <a:pt x="3206387" y="1500231"/>
                  </a:lnTo>
                  <a:lnTo>
                    <a:pt x="3165336" y="1441152"/>
                  </a:lnTo>
                  <a:lnTo>
                    <a:pt x="3124293" y="1384727"/>
                  </a:lnTo>
                  <a:lnTo>
                    <a:pt x="3083161" y="1331291"/>
                  </a:lnTo>
                  <a:lnTo>
                    <a:pt x="3041795" y="1281077"/>
                  </a:lnTo>
                  <a:lnTo>
                    <a:pt x="2999988" y="1234226"/>
                  </a:lnTo>
                  <a:lnTo>
                    <a:pt x="2957462" y="1190785"/>
                  </a:lnTo>
                  <a:lnTo>
                    <a:pt x="2913858" y="1150721"/>
                  </a:lnTo>
                  <a:lnTo>
                    <a:pt x="2896531" y="1136046"/>
                  </a:lnTo>
                  <a:lnTo>
                    <a:pt x="2849515" y="1099720"/>
                  </a:lnTo>
                  <a:lnTo>
                    <a:pt x="2800043" y="1066816"/>
                  </a:lnTo>
                  <a:lnTo>
                    <a:pt x="2747377" y="1037184"/>
                  </a:lnTo>
                  <a:lnTo>
                    <a:pt x="2690711" y="1010555"/>
                  </a:lnTo>
                  <a:lnTo>
                    <a:pt x="2629218" y="986618"/>
                  </a:lnTo>
                  <a:lnTo>
                    <a:pt x="2562111" y="965065"/>
                  </a:lnTo>
                  <a:lnTo>
                    <a:pt x="2488708" y="945614"/>
                  </a:lnTo>
                  <a:lnTo>
                    <a:pt x="2408534" y="928029"/>
                  </a:lnTo>
                  <a:lnTo>
                    <a:pt x="2321455" y="912127"/>
                  </a:lnTo>
                  <a:lnTo>
                    <a:pt x="2227838" y="897779"/>
                  </a:lnTo>
                  <a:lnTo>
                    <a:pt x="2128739" y="884911"/>
                  </a:lnTo>
                  <a:lnTo>
                    <a:pt x="2026062" y="873502"/>
                  </a:lnTo>
                  <a:lnTo>
                    <a:pt x="1922639" y="863567"/>
                  </a:lnTo>
                  <a:lnTo>
                    <a:pt x="1822157" y="855140"/>
                  </a:lnTo>
                  <a:lnTo>
                    <a:pt x="1728843" y="848244"/>
                  </a:lnTo>
                  <a:lnTo>
                    <a:pt x="1646915" y="842867"/>
                  </a:lnTo>
                  <a:lnTo>
                    <a:pt x="1579860" y="838931"/>
                  </a:lnTo>
                  <a:lnTo>
                    <a:pt x="1529736" y="836285"/>
                  </a:lnTo>
                  <a:lnTo>
                    <a:pt x="1496681" y="834709"/>
                  </a:lnTo>
                  <a:lnTo>
                    <a:pt x="1478769" y="833934"/>
                  </a:lnTo>
                  <a:lnTo>
                    <a:pt x="1472162" y="833674"/>
                  </a:lnTo>
                  <a:lnTo>
                    <a:pt x="1471387" y="833645"/>
                  </a:lnTo>
                  <a:lnTo>
                    <a:pt x="0" y="833645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264" name="pl264"/>
            <p:cNvSpPr/>
            <p:nvPr/>
          </p:nvSpPr>
          <p:spPr>
            <a:xfrm>
              <a:off x="4799595" y="3533149"/>
              <a:ext cx="11981298" cy="2648051"/>
            </a:xfrm>
            <a:custGeom>
              <a:avLst/>
              <a:pathLst>
                <a:path w="11981298" h="2648051">
                  <a:moveTo>
                    <a:pt x="0" y="833645"/>
                  </a:moveTo>
                  <a:lnTo>
                    <a:pt x="1471387" y="833645"/>
                  </a:lnTo>
                  <a:lnTo>
                    <a:pt x="1472585" y="833689"/>
                  </a:lnTo>
                  <a:lnTo>
                    <a:pt x="1480454" y="834003"/>
                  </a:lnTo>
                  <a:lnTo>
                    <a:pt x="1500259" y="834871"/>
                  </a:lnTo>
                  <a:lnTo>
                    <a:pt x="1535589" y="836579"/>
                  </a:lnTo>
                  <a:lnTo>
                    <a:pt x="1588092" y="839391"/>
                  </a:lnTo>
                  <a:lnTo>
                    <a:pt x="1657350" y="843517"/>
                  </a:lnTo>
                  <a:lnTo>
                    <a:pt x="1741072" y="849100"/>
                  </a:lnTo>
                  <a:lnTo>
                    <a:pt x="1835627" y="856206"/>
                  </a:lnTo>
                  <a:lnTo>
                    <a:pt x="1936756" y="864843"/>
                  </a:lnTo>
                  <a:lnTo>
                    <a:pt x="2040278" y="874982"/>
                  </a:lnTo>
                  <a:lnTo>
                    <a:pt x="2142611" y="886592"/>
                  </a:lnTo>
                  <a:lnTo>
                    <a:pt x="2241050" y="899660"/>
                  </a:lnTo>
                  <a:lnTo>
                    <a:pt x="2333814" y="914216"/>
                  </a:lnTo>
                  <a:lnTo>
                    <a:pt x="2419953" y="930341"/>
                  </a:lnTo>
                  <a:lnTo>
                    <a:pt x="2499180" y="948169"/>
                  </a:lnTo>
                  <a:lnTo>
                    <a:pt x="2571685" y="967894"/>
                  </a:lnTo>
                  <a:lnTo>
                    <a:pt x="2637978" y="989757"/>
                  </a:lnTo>
                  <a:lnTo>
                    <a:pt x="2698759" y="1014045"/>
                  </a:lnTo>
                  <a:lnTo>
                    <a:pt x="2754827" y="1041068"/>
                  </a:lnTo>
                  <a:lnTo>
                    <a:pt x="2807008" y="1071135"/>
                  </a:lnTo>
                  <a:lnTo>
                    <a:pt x="2856101" y="1104504"/>
                  </a:lnTo>
                  <a:lnTo>
                    <a:pt x="2896531" y="1136046"/>
                  </a:lnTo>
                  <a:lnTo>
                    <a:pt x="2940673" y="1174824"/>
                  </a:lnTo>
                  <a:lnTo>
                    <a:pt x="2983570" y="1216945"/>
                  </a:lnTo>
                  <a:lnTo>
                    <a:pt x="3025619" y="1262472"/>
                  </a:lnTo>
                  <a:lnTo>
                    <a:pt x="3067128" y="1311391"/>
                  </a:lnTo>
                  <a:lnTo>
                    <a:pt x="3108331" y="1363598"/>
                  </a:lnTo>
                  <a:lnTo>
                    <a:pt x="3149394" y="1418896"/>
                  </a:lnTo>
                  <a:lnTo>
                    <a:pt x="3190434" y="1476989"/>
                  </a:lnTo>
                  <a:lnTo>
                    <a:pt x="3231516" y="1537488"/>
                  </a:lnTo>
                  <a:lnTo>
                    <a:pt x="3272669" y="1599912"/>
                  </a:lnTo>
                  <a:lnTo>
                    <a:pt x="3313889" y="1663710"/>
                  </a:lnTo>
                  <a:lnTo>
                    <a:pt x="3355154" y="1728272"/>
                  </a:lnTo>
                  <a:lnTo>
                    <a:pt x="3396425" y="1792960"/>
                  </a:lnTo>
                  <a:lnTo>
                    <a:pt x="3437667" y="1857130"/>
                  </a:lnTo>
                  <a:lnTo>
                    <a:pt x="3478848" y="1920157"/>
                  </a:lnTo>
                  <a:lnTo>
                    <a:pt x="3519956" y="1981465"/>
                  </a:lnTo>
                  <a:lnTo>
                    <a:pt x="3561006" y="2040544"/>
                  </a:lnTo>
                  <a:lnTo>
                    <a:pt x="3602050" y="2096969"/>
                  </a:lnTo>
                  <a:lnTo>
                    <a:pt x="3643181" y="2150405"/>
                  </a:lnTo>
                  <a:lnTo>
                    <a:pt x="3684547" y="2200619"/>
                  </a:lnTo>
                  <a:lnTo>
                    <a:pt x="3726354" y="2247470"/>
                  </a:lnTo>
                  <a:lnTo>
                    <a:pt x="3768880" y="2290911"/>
                  </a:lnTo>
                  <a:lnTo>
                    <a:pt x="3812484" y="2330975"/>
                  </a:lnTo>
                  <a:lnTo>
                    <a:pt x="3829811" y="2345650"/>
                  </a:lnTo>
                  <a:lnTo>
                    <a:pt x="3876827" y="2381976"/>
                  </a:lnTo>
                  <a:lnTo>
                    <a:pt x="3926300" y="2414880"/>
                  </a:lnTo>
                  <a:lnTo>
                    <a:pt x="3978965" y="2444513"/>
                  </a:lnTo>
                  <a:lnTo>
                    <a:pt x="4035632" y="2471141"/>
                  </a:lnTo>
                  <a:lnTo>
                    <a:pt x="4097124" y="2495078"/>
                  </a:lnTo>
                  <a:lnTo>
                    <a:pt x="4164231" y="2516632"/>
                  </a:lnTo>
                  <a:lnTo>
                    <a:pt x="4237634" y="2536083"/>
                  </a:lnTo>
                  <a:lnTo>
                    <a:pt x="4317808" y="2553667"/>
                  </a:lnTo>
                  <a:lnTo>
                    <a:pt x="4404888" y="2569569"/>
                  </a:lnTo>
                  <a:lnTo>
                    <a:pt x="4498504" y="2583918"/>
                  </a:lnTo>
                  <a:lnTo>
                    <a:pt x="4597603" y="2596785"/>
                  </a:lnTo>
                  <a:lnTo>
                    <a:pt x="4700281" y="2608194"/>
                  </a:lnTo>
                  <a:lnTo>
                    <a:pt x="4803703" y="2618129"/>
                  </a:lnTo>
                  <a:lnTo>
                    <a:pt x="4904186" y="2626557"/>
                  </a:lnTo>
                  <a:lnTo>
                    <a:pt x="4997499" y="2633452"/>
                  </a:lnTo>
                  <a:lnTo>
                    <a:pt x="5079427" y="2638830"/>
                  </a:lnTo>
                  <a:lnTo>
                    <a:pt x="5146482" y="2642765"/>
                  </a:lnTo>
                  <a:lnTo>
                    <a:pt x="5196606" y="2645411"/>
                  </a:lnTo>
                  <a:lnTo>
                    <a:pt x="5229661" y="2646988"/>
                  </a:lnTo>
                  <a:lnTo>
                    <a:pt x="5247574" y="2647762"/>
                  </a:lnTo>
                  <a:lnTo>
                    <a:pt x="5254180" y="2648023"/>
                  </a:lnTo>
                  <a:lnTo>
                    <a:pt x="5254955" y="2648051"/>
                  </a:lnTo>
                  <a:lnTo>
                    <a:pt x="6726343" y="2648051"/>
                  </a:lnTo>
                  <a:lnTo>
                    <a:pt x="6727500" y="2647989"/>
                  </a:lnTo>
                  <a:lnTo>
                    <a:pt x="6735104" y="2647547"/>
                  </a:lnTo>
                  <a:lnTo>
                    <a:pt x="6754263" y="2646325"/>
                  </a:lnTo>
                  <a:lnTo>
                    <a:pt x="6788493" y="2643920"/>
                  </a:lnTo>
                  <a:lnTo>
                    <a:pt x="6839467" y="2639959"/>
                  </a:lnTo>
                  <a:lnTo>
                    <a:pt x="6906884" y="2634139"/>
                  </a:lnTo>
                  <a:lnTo>
                    <a:pt x="6988637" y="2626253"/>
                  </a:lnTo>
                  <a:lnTo>
                    <a:pt x="7081297" y="2616200"/>
                  </a:lnTo>
                  <a:lnTo>
                    <a:pt x="7180776" y="2603964"/>
                  </a:lnTo>
                  <a:lnTo>
                    <a:pt x="7283003" y="2589582"/>
                  </a:lnTo>
                  <a:lnTo>
                    <a:pt x="7384440" y="2573100"/>
                  </a:lnTo>
                  <a:lnTo>
                    <a:pt x="7482363" y="2554539"/>
                  </a:lnTo>
                  <a:lnTo>
                    <a:pt x="7574937" y="2533868"/>
                  </a:lnTo>
                  <a:lnTo>
                    <a:pt x="7661138" y="2510986"/>
                  </a:lnTo>
                  <a:lnTo>
                    <a:pt x="7740596" y="2485712"/>
                  </a:lnTo>
                  <a:lnTo>
                    <a:pt x="7813430" y="2457790"/>
                  </a:lnTo>
                  <a:lnTo>
                    <a:pt x="7880086" y="2426891"/>
                  </a:lnTo>
                  <a:lnTo>
                    <a:pt x="7941211" y="2392622"/>
                  </a:lnTo>
                  <a:lnTo>
                    <a:pt x="7997564" y="2354550"/>
                  </a:lnTo>
                  <a:lnTo>
                    <a:pt x="8049941" y="2312235"/>
                  </a:lnTo>
                  <a:lnTo>
                    <a:pt x="8099123" y="2265290"/>
                  </a:lnTo>
                  <a:lnTo>
                    <a:pt x="8145832" y="2213478"/>
                  </a:lnTo>
                  <a:lnTo>
                    <a:pt x="8151487" y="2206709"/>
                  </a:lnTo>
                  <a:lnTo>
                    <a:pt x="8190175" y="2157471"/>
                  </a:lnTo>
                  <a:lnTo>
                    <a:pt x="8227869" y="2104512"/>
                  </a:lnTo>
                  <a:lnTo>
                    <a:pt x="8264846" y="2047758"/>
                  </a:lnTo>
                  <a:lnTo>
                    <a:pt x="8301330" y="1987198"/>
                  </a:lnTo>
                  <a:lnTo>
                    <a:pt x="8337497" y="1922894"/>
                  </a:lnTo>
                  <a:lnTo>
                    <a:pt x="8373484" y="1854985"/>
                  </a:lnTo>
                  <a:lnTo>
                    <a:pt x="8409392" y="1783695"/>
                  </a:lnTo>
                  <a:lnTo>
                    <a:pt x="8445289" y="1709329"/>
                  </a:lnTo>
                  <a:lnTo>
                    <a:pt x="8481219" y="1632274"/>
                  </a:lnTo>
                  <a:lnTo>
                    <a:pt x="8517203" y="1552993"/>
                  </a:lnTo>
                  <a:lnTo>
                    <a:pt x="8553241" y="1472015"/>
                  </a:lnTo>
                  <a:lnTo>
                    <a:pt x="8589322" y="1389920"/>
                  </a:lnTo>
                  <a:lnTo>
                    <a:pt x="8625423" y="1307322"/>
                  </a:lnTo>
                  <a:lnTo>
                    <a:pt x="8661519" y="1224851"/>
                  </a:lnTo>
                  <a:lnTo>
                    <a:pt x="8697585" y="1143135"/>
                  </a:lnTo>
                  <a:lnTo>
                    <a:pt x="8733602" y="1062776"/>
                  </a:lnTo>
                  <a:lnTo>
                    <a:pt x="8769563" y="984335"/>
                  </a:lnTo>
                  <a:lnTo>
                    <a:pt x="8805476" y="908315"/>
                  </a:lnTo>
                  <a:lnTo>
                    <a:pt x="8841371" y="835150"/>
                  </a:lnTo>
                  <a:lnTo>
                    <a:pt x="8877300" y="765195"/>
                  </a:lnTo>
                  <a:lnTo>
                    <a:pt x="8913346" y="698721"/>
                  </a:lnTo>
                  <a:lnTo>
                    <a:pt x="8949623" y="635918"/>
                  </a:lnTo>
                  <a:lnTo>
                    <a:pt x="8986283" y="576893"/>
                  </a:lnTo>
                  <a:lnTo>
                    <a:pt x="9023520" y="521678"/>
                  </a:lnTo>
                  <a:lnTo>
                    <a:pt x="9061578" y="470236"/>
                  </a:lnTo>
                  <a:lnTo>
                    <a:pt x="9084767" y="441341"/>
                  </a:lnTo>
                  <a:lnTo>
                    <a:pt x="9131214" y="388921"/>
                  </a:lnTo>
                  <a:lnTo>
                    <a:pt x="9180052" y="341381"/>
                  </a:lnTo>
                  <a:lnTo>
                    <a:pt x="9231991" y="298511"/>
                  </a:lnTo>
                  <a:lnTo>
                    <a:pt x="9287807" y="259936"/>
                  </a:lnTo>
                  <a:lnTo>
                    <a:pt x="9348298" y="225220"/>
                  </a:lnTo>
                  <a:lnTo>
                    <a:pt x="9414229" y="193925"/>
                  </a:lnTo>
                  <a:lnTo>
                    <a:pt x="9486267" y="165653"/>
                  </a:lnTo>
                  <a:lnTo>
                    <a:pt x="9564890" y="140066"/>
                  </a:lnTo>
                  <a:lnTo>
                    <a:pt x="9650262" y="116898"/>
                  </a:lnTo>
                  <a:lnTo>
                    <a:pt x="9742086" y="95960"/>
                  </a:lnTo>
                  <a:lnTo>
                    <a:pt x="9839428" y="77140"/>
                  </a:lnTo>
                  <a:lnTo>
                    <a:pt x="9940558" y="60400"/>
                  </a:lnTo>
                  <a:lnTo>
                    <a:pt x="10042865" y="45755"/>
                  </a:lnTo>
                  <a:lnTo>
                    <a:pt x="10142899" y="33250"/>
                  </a:lnTo>
                  <a:lnTo>
                    <a:pt x="10236633" y="22926"/>
                  </a:lnTo>
                  <a:lnTo>
                    <a:pt x="10319946" y="14775"/>
                  </a:lnTo>
                  <a:lnTo>
                    <a:pt x="10389288" y="8707"/>
                  </a:lnTo>
                  <a:lnTo>
                    <a:pt x="10442358" y="4530"/>
                  </a:lnTo>
                  <a:lnTo>
                    <a:pt x="10478615" y="1951"/>
                  </a:lnTo>
                  <a:lnTo>
                    <a:pt x="10499488" y="604"/>
                  </a:lnTo>
                  <a:lnTo>
                    <a:pt x="10508278" y="88"/>
                  </a:lnTo>
                  <a:lnTo>
                    <a:pt x="10509908" y="0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65" name="pl265"/>
            <p:cNvSpPr/>
            <p:nvPr/>
          </p:nvSpPr>
          <p:spPr>
            <a:xfrm>
              <a:off x="4799595" y="3524976"/>
              <a:ext cx="11981298" cy="2648051"/>
            </a:xfrm>
            <a:custGeom>
              <a:avLst/>
              <a:pathLst>
                <a:path w="11981298" h="2648051">
                  <a:moveTo>
                    <a:pt x="11981298" y="0"/>
                  </a:moveTo>
                  <a:lnTo>
                    <a:pt x="10509911" y="0"/>
                  </a:lnTo>
                  <a:lnTo>
                    <a:pt x="10508754" y="61"/>
                  </a:lnTo>
                  <a:lnTo>
                    <a:pt x="10501149" y="504"/>
                  </a:lnTo>
                  <a:lnTo>
                    <a:pt x="10481991" y="1725"/>
                  </a:lnTo>
                  <a:lnTo>
                    <a:pt x="10447760" y="4130"/>
                  </a:lnTo>
                  <a:lnTo>
                    <a:pt x="10396786" y="8091"/>
                  </a:lnTo>
                  <a:lnTo>
                    <a:pt x="10329369" y="13912"/>
                  </a:lnTo>
                  <a:lnTo>
                    <a:pt x="10247616" y="21797"/>
                  </a:lnTo>
                  <a:lnTo>
                    <a:pt x="10154956" y="31850"/>
                  </a:lnTo>
                  <a:lnTo>
                    <a:pt x="10055478" y="44086"/>
                  </a:lnTo>
                  <a:lnTo>
                    <a:pt x="9953250" y="58468"/>
                  </a:lnTo>
                  <a:lnTo>
                    <a:pt x="9851813" y="74951"/>
                  </a:lnTo>
                  <a:lnTo>
                    <a:pt x="9753890" y="93511"/>
                  </a:lnTo>
                  <a:lnTo>
                    <a:pt x="9661316" y="114182"/>
                  </a:lnTo>
                  <a:lnTo>
                    <a:pt x="9575116" y="137065"/>
                  </a:lnTo>
                  <a:lnTo>
                    <a:pt x="9495657" y="162339"/>
                  </a:lnTo>
                  <a:lnTo>
                    <a:pt x="9422823" y="190260"/>
                  </a:lnTo>
                  <a:lnTo>
                    <a:pt x="9356167" y="221160"/>
                  </a:lnTo>
                  <a:lnTo>
                    <a:pt x="9295042" y="255429"/>
                  </a:lnTo>
                  <a:lnTo>
                    <a:pt x="9238689" y="293500"/>
                  </a:lnTo>
                  <a:lnTo>
                    <a:pt x="9186312" y="335815"/>
                  </a:lnTo>
                  <a:lnTo>
                    <a:pt x="9137130" y="382760"/>
                  </a:lnTo>
                  <a:lnTo>
                    <a:pt x="9090421" y="434573"/>
                  </a:lnTo>
                  <a:lnTo>
                    <a:pt x="9084767" y="441341"/>
                  </a:lnTo>
                  <a:lnTo>
                    <a:pt x="9046078" y="490580"/>
                  </a:lnTo>
                  <a:lnTo>
                    <a:pt x="9008385" y="543538"/>
                  </a:lnTo>
                  <a:lnTo>
                    <a:pt x="8971407" y="600292"/>
                  </a:lnTo>
                  <a:lnTo>
                    <a:pt x="8934923" y="660852"/>
                  </a:lnTo>
                  <a:lnTo>
                    <a:pt x="8898756" y="725157"/>
                  </a:lnTo>
                  <a:lnTo>
                    <a:pt x="8862769" y="793065"/>
                  </a:lnTo>
                  <a:lnTo>
                    <a:pt x="8826862" y="864356"/>
                  </a:lnTo>
                  <a:lnTo>
                    <a:pt x="8790964" y="938722"/>
                  </a:lnTo>
                  <a:lnTo>
                    <a:pt x="8755034" y="1015777"/>
                  </a:lnTo>
                  <a:lnTo>
                    <a:pt x="8719050" y="1095057"/>
                  </a:lnTo>
                  <a:lnTo>
                    <a:pt x="8683012" y="1176035"/>
                  </a:lnTo>
                  <a:lnTo>
                    <a:pt x="8646931" y="1258130"/>
                  </a:lnTo>
                  <a:lnTo>
                    <a:pt x="8610830" y="1340729"/>
                  </a:lnTo>
                  <a:lnTo>
                    <a:pt x="8574734" y="1423199"/>
                  </a:lnTo>
                  <a:lnTo>
                    <a:pt x="8538669" y="1504915"/>
                  </a:lnTo>
                  <a:lnTo>
                    <a:pt x="8502651" y="1585274"/>
                  </a:lnTo>
                  <a:lnTo>
                    <a:pt x="8466690" y="1663715"/>
                  </a:lnTo>
                  <a:lnTo>
                    <a:pt x="8430777" y="1739735"/>
                  </a:lnTo>
                  <a:lnTo>
                    <a:pt x="8394882" y="1812900"/>
                  </a:lnTo>
                  <a:lnTo>
                    <a:pt x="8358953" y="1882856"/>
                  </a:lnTo>
                  <a:lnTo>
                    <a:pt x="8322907" y="1949330"/>
                  </a:lnTo>
                  <a:lnTo>
                    <a:pt x="8286630" y="2012133"/>
                  </a:lnTo>
                  <a:lnTo>
                    <a:pt x="8249970" y="2071158"/>
                  </a:lnTo>
                  <a:lnTo>
                    <a:pt x="8212734" y="2126372"/>
                  </a:lnTo>
                  <a:lnTo>
                    <a:pt x="8174675" y="2177815"/>
                  </a:lnTo>
                  <a:lnTo>
                    <a:pt x="8151487" y="2206709"/>
                  </a:lnTo>
                  <a:lnTo>
                    <a:pt x="8105039" y="2259129"/>
                  </a:lnTo>
                  <a:lnTo>
                    <a:pt x="8056201" y="2306670"/>
                  </a:lnTo>
                  <a:lnTo>
                    <a:pt x="8004262" y="2349540"/>
                  </a:lnTo>
                  <a:lnTo>
                    <a:pt x="7948446" y="2388114"/>
                  </a:lnTo>
                  <a:lnTo>
                    <a:pt x="7887955" y="2422831"/>
                  </a:lnTo>
                  <a:lnTo>
                    <a:pt x="7822024" y="2454126"/>
                  </a:lnTo>
                  <a:lnTo>
                    <a:pt x="7749986" y="2482398"/>
                  </a:lnTo>
                  <a:lnTo>
                    <a:pt x="7671364" y="2507984"/>
                  </a:lnTo>
                  <a:lnTo>
                    <a:pt x="7585991" y="2531153"/>
                  </a:lnTo>
                  <a:lnTo>
                    <a:pt x="7494167" y="2552091"/>
                  </a:lnTo>
                  <a:lnTo>
                    <a:pt x="7396826" y="2570910"/>
                  </a:lnTo>
                  <a:lnTo>
                    <a:pt x="7295695" y="2587650"/>
                  </a:lnTo>
                  <a:lnTo>
                    <a:pt x="7193388" y="2602296"/>
                  </a:lnTo>
                  <a:lnTo>
                    <a:pt x="7093354" y="2614800"/>
                  </a:lnTo>
                  <a:lnTo>
                    <a:pt x="6999620" y="2625125"/>
                  </a:lnTo>
                  <a:lnTo>
                    <a:pt x="6916307" y="2633276"/>
                  </a:lnTo>
                  <a:lnTo>
                    <a:pt x="6846965" y="2639343"/>
                  </a:lnTo>
                  <a:lnTo>
                    <a:pt x="6793895" y="2643520"/>
                  </a:lnTo>
                  <a:lnTo>
                    <a:pt x="6757638" y="2646099"/>
                  </a:lnTo>
                  <a:lnTo>
                    <a:pt x="6736765" y="2647446"/>
                  </a:lnTo>
                  <a:lnTo>
                    <a:pt x="6727975" y="2647963"/>
                  </a:lnTo>
                  <a:lnTo>
                    <a:pt x="6726345" y="2648051"/>
                  </a:lnTo>
                  <a:lnTo>
                    <a:pt x="6726343" y="2648051"/>
                  </a:lnTo>
                  <a:lnTo>
                    <a:pt x="5254955" y="2648051"/>
                  </a:lnTo>
                  <a:lnTo>
                    <a:pt x="5253757" y="2648007"/>
                  </a:lnTo>
                  <a:lnTo>
                    <a:pt x="5245888" y="2647693"/>
                  </a:lnTo>
                  <a:lnTo>
                    <a:pt x="5226084" y="2646825"/>
                  </a:lnTo>
                  <a:lnTo>
                    <a:pt x="5190753" y="2645117"/>
                  </a:lnTo>
                  <a:lnTo>
                    <a:pt x="5138250" y="2642306"/>
                  </a:lnTo>
                  <a:lnTo>
                    <a:pt x="5068992" y="2638179"/>
                  </a:lnTo>
                  <a:lnTo>
                    <a:pt x="4985270" y="2632596"/>
                  </a:lnTo>
                  <a:lnTo>
                    <a:pt x="4890715" y="2625490"/>
                  </a:lnTo>
                  <a:lnTo>
                    <a:pt x="4789586" y="2616853"/>
                  </a:lnTo>
                  <a:lnTo>
                    <a:pt x="4686064" y="2606714"/>
                  </a:lnTo>
                  <a:lnTo>
                    <a:pt x="4583731" y="2595104"/>
                  </a:lnTo>
                  <a:lnTo>
                    <a:pt x="4485292" y="2582036"/>
                  </a:lnTo>
                  <a:lnTo>
                    <a:pt x="4392528" y="2567480"/>
                  </a:lnTo>
                  <a:lnTo>
                    <a:pt x="4306389" y="2551356"/>
                  </a:lnTo>
                  <a:lnTo>
                    <a:pt x="4227162" y="2533527"/>
                  </a:lnTo>
                  <a:lnTo>
                    <a:pt x="4154657" y="2513803"/>
                  </a:lnTo>
                  <a:lnTo>
                    <a:pt x="4088364" y="2491939"/>
                  </a:lnTo>
                  <a:lnTo>
                    <a:pt x="4027583" y="2467651"/>
                  </a:lnTo>
                  <a:lnTo>
                    <a:pt x="3971515" y="2440628"/>
                  </a:lnTo>
                  <a:lnTo>
                    <a:pt x="3919335" y="2410561"/>
                  </a:lnTo>
                  <a:lnTo>
                    <a:pt x="3870241" y="2377192"/>
                  </a:lnTo>
                  <a:lnTo>
                    <a:pt x="3829811" y="2345650"/>
                  </a:lnTo>
                  <a:lnTo>
                    <a:pt x="3785669" y="2306873"/>
                  </a:lnTo>
                  <a:lnTo>
                    <a:pt x="3742772" y="2264752"/>
                  </a:lnTo>
                  <a:lnTo>
                    <a:pt x="3700723" y="2219224"/>
                  </a:lnTo>
                  <a:lnTo>
                    <a:pt x="3659214" y="2170306"/>
                  </a:lnTo>
                  <a:lnTo>
                    <a:pt x="3618012" y="2118099"/>
                  </a:lnTo>
                  <a:lnTo>
                    <a:pt x="3576948" y="2062801"/>
                  </a:lnTo>
                  <a:lnTo>
                    <a:pt x="3535908" y="2004707"/>
                  </a:lnTo>
                  <a:lnTo>
                    <a:pt x="3494826" y="1944208"/>
                  </a:lnTo>
                  <a:lnTo>
                    <a:pt x="3453674" y="1881784"/>
                  </a:lnTo>
                  <a:lnTo>
                    <a:pt x="3412453" y="1817986"/>
                  </a:lnTo>
                  <a:lnTo>
                    <a:pt x="3371189" y="1753424"/>
                  </a:lnTo>
                  <a:lnTo>
                    <a:pt x="3329917" y="1688736"/>
                  </a:lnTo>
                  <a:lnTo>
                    <a:pt x="3288675" y="1624567"/>
                  </a:lnTo>
                  <a:lnTo>
                    <a:pt x="3247495" y="1561539"/>
                  </a:lnTo>
                  <a:lnTo>
                    <a:pt x="3206387" y="1500231"/>
                  </a:lnTo>
                  <a:lnTo>
                    <a:pt x="3165336" y="1441152"/>
                  </a:lnTo>
                  <a:lnTo>
                    <a:pt x="3124293" y="1384727"/>
                  </a:lnTo>
                  <a:lnTo>
                    <a:pt x="3083161" y="1331291"/>
                  </a:lnTo>
                  <a:lnTo>
                    <a:pt x="3041795" y="1281077"/>
                  </a:lnTo>
                  <a:lnTo>
                    <a:pt x="2999988" y="1234226"/>
                  </a:lnTo>
                  <a:lnTo>
                    <a:pt x="2957462" y="1190785"/>
                  </a:lnTo>
                  <a:lnTo>
                    <a:pt x="2913858" y="1150721"/>
                  </a:lnTo>
                  <a:lnTo>
                    <a:pt x="2896531" y="1136046"/>
                  </a:lnTo>
                  <a:lnTo>
                    <a:pt x="2849515" y="1099720"/>
                  </a:lnTo>
                  <a:lnTo>
                    <a:pt x="2800043" y="1066816"/>
                  </a:lnTo>
                  <a:lnTo>
                    <a:pt x="2747377" y="1037184"/>
                  </a:lnTo>
                  <a:lnTo>
                    <a:pt x="2690711" y="1010555"/>
                  </a:lnTo>
                  <a:lnTo>
                    <a:pt x="2629218" y="986618"/>
                  </a:lnTo>
                  <a:lnTo>
                    <a:pt x="2562111" y="965065"/>
                  </a:lnTo>
                  <a:lnTo>
                    <a:pt x="2488708" y="945614"/>
                  </a:lnTo>
                  <a:lnTo>
                    <a:pt x="2408534" y="928029"/>
                  </a:lnTo>
                  <a:lnTo>
                    <a:pt x="2321455" y="912127"/>
                  </a:lnTo>
                  <a:lnTo>
                    <a:pt x="2227838" y="897779"/>
                  </a:lnTo>
                  <a:lnTo>
                    <a:pt x="2128739" y="884911"/>
                  </a:lnTo>
                  <a:lnTo>
                    <a:pt x="2026062" y="873502"/>
                  </a:lnTo>
                  <a:lnTo>
                    <a:pt x="1922639" y="863567"/>
                  </a:lnTo>
                  <a:lnTo>
                    <a:pt x="1822157" y="855140"/>
                  </a:lnTo>
                  <a:lnTo>
                    <a:pt x="1728843" y="848244"/>
                  </a:lnTo>
                  <a:lnTo>
                    <a:pt x="1646915" y="842867"/>
                  </a:lnTo>
                  <a:lnTo>
                    <a:pt x="1579860" y="838931"/>
                  </a:lnTo>
                  <a:lnTo>
                    <a:pt x="1529736" y="836285"/>
                  </a:lnTo>
                  <a:lnTo>
                    <a:pt x="1496681" y="834709"/>
                  </a:lnTo>
                  <a:lnTo>
                    <a:pt x="1478769" y="833934"/>
                  </a:lnTo>
                  <a:lnTo>
                    <a:pt x="1472162" y="833674"/>
                  </a:lnTo>
                  <a:lnTo>
                    <a:pt x="1471387" y="833645"/>
                  </a:lnTo>
                  <a:lnTo>
                    <a:pt x="0" y="83364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66" name="pg266"/>
            <p:cNvSpPr/>
            <p:nvPr/>
          </p:nvSpPr>
          <p:spPr>
            <a:xfrm>
              <a:off x="4799595" y="3696609"/>
              <a:ext cx="11981298" cy="2492764"/>
            </a:xfrm>
            <a:custGeom>
              <a:avLst/>
              <a:pathLst>
                <a:path w="11981298" h="2492764">
                  <a:moveTo>
                    <a:pt x="0" y="678358"/>
                  </a:moveTo>
                  <a:lnTo>
                    <a:pt x="1471387" y="678358"/>
                  </a:lnTo>
                  <a:lnTo>
                    <a:pt x="1472585" y="678402"/>
                  </a:lnTo>
                  <a:lnTo>
                    <a:pt x="1480454" y="678716"/>
                  </a:lnTo>
                  <a:lnTo>
                    <a:pt x="1500259" y="679584"/>
                  </a:lnTo>
                  <a:lnTo>
                    <a:pt x="1535589" y="681292"/>
                  </a:lnTo>
                  <a:lnTo>
                    <a:pt x="1588092" y="684104"/>
                  </a:lnTo>
                  <a:lnTo>
                    <a:pt x="1657350" y="688230"/>
                  </a:lnTo>
                  <a:lnTo>
                    <a:pt x="1741072" y="693813"/>
                  </a:lnTo>
                  <a:lnTo>
                    <a:pt x="1835627" y="700919"/>
                  </a:lnTo>
                  <a:lnTo>
                    <a:pt x="1936756" y="709556"/>
                  </a:lnTo>
                  <a:lnTo>
                    <a:pt x="2040278" y="719695"/>
                  </a:lnTo>
                  <a:lnTo>
                    <a:pt x="2142611" y="731305"/>
                  </a:lnTo>
                  <a:lnTo>
                    <a:pt x="2241050" y="744373"/>
                  </a:lnTo>
                  <a:lnTo>
                    <a:pt x="2333814" y="758929"/>
                  </a:lnTo>
                  <a:lnTo>
                    <a:pt x="2419953" y="775054"/>
                  </a:lnTo>
                  <a:lnTo>
                    <a:pt x="2499180" y="792882"/>
                  </a:lnTo>
                  <a:lnTo>
                    <a:pt x="2571685" y="812607"/>
                  </a:lnTo>
                  <a:lnTo>
                    <a:pt x="2637978" y="834470"/>
                  </a:lnTo>
                  <a:lnTo>
                    <a:pt x="2698759" y="858758"/>
                  </a:lnTo>
                  <a:lnTo>
                    <a:pt x="2754827" y="885781"/>
                  </a:lnTo>
                  <a:lnTo>
                    <a:pt x="2807008" y="915848"/>
                  </a:lnTo>
                  <a:lnTo>
                    <a:pt x="2856101" y="949217"/>
                  </a:lnTo>
                  <a:lnTo>
                    <a:pt x="2896531" y="980759"/>
                  </a:lnTo>
                  <a:lnTo>
                    <a:pt x="2940673" y="1019537"/>
                  </a:lnTo>
                  <a:lnTo>
                    <a:pt x="2983570" y="1061658"/>
                  </a:lnTo>
                  <a:lnTo>
                    <a:pt x="3025619" y="1107185"/>
                  </a:lnTo>
                  <a:lnTo>
                    <a:pt x="3067128" y="1156104"/>
                  </a:lnTo>
                  <a:lnTo>
                    <a:pt x="3108331" y="1208311"/>
                  </a:lnTo>
                  <a:lnTo>
                    <a:pt x="3149394" y="1263609"/>
                  </a:lnTo>
                  <a:lnTo>
                    <a:pt x="3190434" y="1321702"/>
                  </a:lnTo>
                  <a:lnTo>
                    <a:pt x="3231516" y="1382201"/>
                  </a:lnTo>
                  <a:lnTo>
                    <a:pt x="3272669" y="1444625"/>
                  </a:lnTo>
                  <a:lnTo>
                    <a:pt x="3313889" y="1508423"/>
                  </a:lnTo>
                  <a:lnTo>
                    <a:pt x="3355154" y="1572985"/>
                  </a:lnTo>
                  <a:lnTo>
                    <a:pt x="3396425" y="1637674"/>
                  </a:lnTo>
                  <a:lnTo>
                    <a:pt x="3437667" y="1701843"/>
                  </a:lnTo>
                  <a:lnTo>
                    <a:pt x="3478848" y="1764870"/>
                  </a:lnTo>
                  <a:lnTo>
                    <a:pt x="3519956" y="1826178"/>
                  </a:lnTo>
                  <a:lnTo>
                    <a:pt x="3561006" y="1885257"/>
                  </a:lnTo>
                  <a:lnTo>
                    <a:pt x="3602050" y="1941682"/>
                  </a:lnTo>
                  <a:lnTo>
                    <a:pt x="3643181" y="1995119"/>
                  </a:lnTo>
                  <a:lnTo>
                    <a:pt x="3684547" y="2045332"/>
                  </a:lnTo>
                  <a:lnTo>
                    <a:pt x="3726354" y="2092183"/>
                  </a:lnTo>
                  <a:lnTo>
                    <a:pt x="3768880" y="2135624"/>
                  </a:lnTo>
                  <a:lnTo>
                    <a:pt x="3812484" y="2175688"/>
                  </a:lnTo>
                  <a:lnTo>
                    <a:pt x="3829811" y="2190363"/>
                  </a:lnTo>
                  <a:lnTo>
                    <a:pt x="3876827" y="2226690"/>
                  </a:lnTo>
                  <a:lnTo>
                    <a:pt x="3926300" y="2259593"/>
                  </a:lnTo>
                  <a:lnTo>
                    <a:pt x="3978965" y="2289226"/>
                  </a:lnTo>
                  <a:lnTo>
                    <a:pt x="4035632" y="2315854"/>
                  </a:lnTo>
                  <a:lnTo>
                    <a:pt x="4097124" y="2339791"/>
                  </a:lnTo>
                  <a:lnTo>
                    <a:pt x="4164231" y="2361345"/>
                  </a:lnTo>
                  <a:lnTo>
                    <a:pt x="4237634" y="2380796"/>
                  </a:lnTo>
                  <a:lnTo>
                    <a:pt x="4317808" y="2398380"/>
                  </a:lnTo>
                  <a:lnTo>
                    <a:pt x="4404888" y="2414282"/>
                  </a:lnTo>
                  <a:lnTo>
                    <a:pt x="4498504" y="2428631"/>
                  </a:lnTo>
                  <a:lnTo>
                    <a:pt x="4597603" y="2441498"/>
                  </a:lnTo>
                  <a:lnTo>
                    <a:pt x="4700281" y="2452907"/>
                  </a:lnTo>
                  <a:lnTo>
                    <a:pt x="4803703" y="2462842"/>
                  </a:lnTo>
                  <a:lnTo>
                    <a:pt x="4904186" y="2471270"/>
                  </a:lnTo>
                  <a:lnTo>
                    <a:pt x="4997499" y="2478165"/>
                  </a:lnTo>
                  <a:lnTo>
                    <a:pt x="5079427" y="2483543"/>
                  </a:lnTo>
                  <a:lnTo>
                    <a:pt x="5146482" y="2487479"/>
                  </a:lnTo>
                  <a:lnTo>
                    <a:pt x="5196606" y="2490124"/>
                  </a:lnTo>
                  <a:lnTo>
                    <a:pt x="5229661" y="2491701"/>
                  </a:lnTo>
                  <a:lnTo>
                    <a:pt x="5247574" y="2492475"/>
                  </a:lnTo>
                  <a:lnTo>
                    <a:pt x="5254180" y="2492736"/>
                  </a:lnTo>
                  <a:lnTo>
                    <a:pt x="5254955" y="2492764"/>
                  </a:lnTo>
                  <a:lnTo>
                    <a:pt x="6726343" y="2492764"/>
                  </a:lnTo>
                  <a:lnTo>
                    <a:pt x="6727509" y="2492705"/>
                  </a:lnTo>
                  <a:lnTo>
                    <a:pt x="6735171" y="2492287"/>
                  </a:lnTo>
                  <a:lnTo>
                    <a:pt x="6754471" y="2491132"/>
                  </a:lnTo>
                  <a:lnTo>
                    <a:pt x="6788942" y="2488857"/>
                  </a:lnTo>
                  <a:lnTo>
                    <a:pt x="6840251" y="2485111"/>
                  </a:lnTo>
                  <a:lnTo>
                    <a:pt x="6908072" y="2479609"/>
                  </a:lnTo>
                  <a:lnTo>
                    <a:pt x="6990260" y="2472156"/>
                  </a:lnTo>
                  <a:lnTo>
                    <a:pt x="7083338" y="2462658"/>
                  </a:lnTo>
                  <a:lnTo>
                    <a:pt x="7183183" y="2451102"/>
                  </a:lnTo>
                  <a:lnTo>
                    <a:pt x="7285700" y="2437522"/>
                  </a:lnTo>
                  <a:lnTo>
                    <a:pt x="7387339" y="2421962"/>
                  </a:lnTo>
                  <a:lnTo>
                    <a:pt x="7485380" y="2404442"/>
                  </a:lnTo>
                  <a:lnTo>
                    <a:pt x="7577999" y="2384929"/>
                  </a:lnTo>
                  <a:lnTo>
                    <a:pt x="7664189" y="2363326"/>
                  </a:lnTo>
                  <a:lnTo>
                    <a:pt x="7743599" y="2339459"/>
                  </a:lnTo>
                  <a:lnTo>
                    <a:pt x="7816361" y="2313084"/>
                  </a:lnTo>
                  <a:lnTo>
                    <a:pt x="7882937" y="2283886"/>
                  </a:lnTo>
                  <a:lnTo>
                    <a:pt x="7943986" y="2251492"/>
                  </a:lnTo>
                  <a:lnTo>
                    <a:pt x="8000274" y="2215491"/>
                  </a:lnTo>
                  <a:lnTo>
                    <a:pt x="8052606" y="2175468"/>
                  </a:lnTo>
                  <a:lnTo>
                    <a:pt x="8101766" y="2131061"/>
                  </a:lnTo>
                  <a:lnTo>
                    <a:pt x="8148478" y="2082058"/>
                  </a:lnTo>
                  <a:lnTo>
                    <a:pt x="8151487" y="2078665"/>
                  </a:lnTo>
                  <a:lnTo>
                    <a:pt x="8191123" y="2031275"/>
                  </a:lnTo>
                  <a:lnTo>
                    <a:pt x="8229721" y="1980215"/>
                  </a:lnTo>
                  <a:lnTo>
                    <a:pt x="8267580" y="1925413"/>
                  </a:lnTo>
                  <a:lnTo>
                    <a:pt x="8304936" y="1866863"/>
                  </a:lnTo>
                  <a:lnTo>
                    <a:pt x="8341976" y="1804634"/>
                  </a:lnTo>
                  <a:lnTo>
                    <a:pt x="8378841" y="1738876"/>
                  </a:lnTo>
                  <a:lnTo>
                    <a:pt x="8415635" y="1669825"/>
                  </a:lnTo>
                  <a:lnTo>
                    <a:pt x="8452428" y="1597804"/>
                  </a:lnTo>
                  <a:lnTo>
                    <a:pt x="8489262" y="1523218"/>
                  </a:lnTo>
                  <a:lnTo>
                    <a:pt x="8526153" y="1446551"/>
                  </a:lnTo>
                  <a:lnTo>
                    <a:pt x="8563100" y="1368350"/>
                  </a:lnTo>
                  <a:lnTo>
                    <a:pt x="8600085" y="1289210"/>
                  </a:lnTo>
                  <a:lnTo>
                    <a:pt x="8637085" y="1209759"/>
                  </a:lnTo>
                  <a:lnTo>
                    <a:pt x="8674070" y="1130634"/>
                  </a:lnTo>
                  <a:lnTo>
                    <a:pt x="8711015" y="1052464"/>
                  </a:lnTo>
                  <a:lnTo>
                    <a:pt x="8747905" y="975842"/>
                  </a:lnTo>
                  <a:lnTo>
                    <a:pt x="8784738" y="901315"/>
                  </a:lnTo>
                  <a:lnTo>
                    <a:pt x="8821530" y="829363"/>
                  </a:lnTo>
                  <a:lnTo>
                    <a:pt x="8858325" y="760390"/>
                  </a:lnTo>
                  <a:lnTo>
                    <a:pt x="8895193" y="694717"/>
                  </a:lnTo>
                  <a:lnTo>
                    <a:pt x="8932238" y="632577"/>
                  </a:lnTo>
                  <a:lnTo>
                    <a:pt x="8969605" y="574119"/>
                  </a:lnTo>
                  <a:lnTo>
                    <a:pt x="9007479" y="519411"/>
                  </a:lnTo>
                  <a:lnTo>
                    <a:pt x="9046099" y="468443"/>
                  </a:lnTo>
                  <a:lnTo>
                    <a:pt x="9084767" y="422271"/>
                  </a:lnTo>
                  <a:lnTo>
                    <a:pt x="9131340" y="372963"/>
                  </a:lnTo>
                  <a:lnTo>
                    <a:pt x="9180317" y="328258"/>
                  </a:lnTo>
                  <a:lnTo>
                    <a:pt x="9232416" y="287956"/>
                  </a:lnTo>
                  <a:lnTo>
                    <a:pt x="9288419" y="251702"/>
                  </a:lnTo>
                  <a:lnTo>
                    <a:pt x="9349130" y="219083"/>
                  </a:lnTo>
                  <a:lnTo>
                    <a:pt x="9415319" y="189687"/>
                  </a:lnTo>
                  <a:lnTo>
                    <a:pt x="9487657" y="163136"/>
                  </a:lnTo>
                  <a:lnTo>
                    <a:pt x="9566620" y="139112"/>
                  </a:lnTo>
                  <a:lnTo>
                    <a:pt x="9652367" y="117365"/>
                  </a:lnTo>
                  <a:lnTo>
                    <a:pt x="9744586" y="97719"/>
                  </a:lnTo>
                  <a:lnTo>
                    <a:pt x="9842316" y="80069"/>
                  </a:lnTo>
                  <a:lnTo>
                    <a:pt x="9943791" y="64380"/>
                  </a:lnTo>
                  <a:lnTo>
                    <a:pt x="10046351" y="50668"/>
                  </a:lnTo>
                  <a:lnTo>
                    <a:pt x="10146495" y="38977"/>
                  </a:lnTo>
                  <a:lnTo>
                    <a:pt x="10240149" y="29343"/>
                  </a:lnTo>
                  <a:lnTo>
                    <a:pt x="10323173" y="21757"/>
                  </a:lnTo>
                  <a:lnTo>
                    <a:pt x="10392025" y="16131"/>
                  </a:lnTo>
                  <a:lnTo>
                    <a:pt x="10444454" y="12277"/>
                  </a:lnTo>
                  <a:lnTo>
                    <a:pt x="10480006" y="9916"/>
                  </a:lnTo>
                  <a:lnTo>
                    <a:pt x="10500216" y="8698"/>
                  </a:lnTo>
                  <a:lnTo>
                    <a:pt x="10508503" y="8244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8745" y="58"/>
                  </a:lnTo>
                  <a:lnTo>
                    <a:pt x="10501083" y="476"/>
                  </a:lnTo>
                  <a:lnTo>
                    <a:pt x="10481783" y="1632"/>
                  </a:lnTo>
                  <a:lnTo>
                    <a:pt x="10447311" y="3906"/>
                  </a:lnTo>
                  <a:lnTo>
                    <a:pt x="10396002" y="7652"/>
                  </a:lnTo>
                  <a:lnTo>
                    <a:pt x="10328181" y="13155"/>
                  </a:lnTo>
                  <a:lnTo>
                    <a:pt x="10245994" y="20607"/>
                  </a:lnTo>
                  <a:lnTo>
                    <a:pt x="10152915" y="30105"/>
                  </a:lnTo>
                  <a:lnTo>
                    <a:pt x="10053070" y="41661"/>
                  </a:lnTo>
                  <a:lnTo>
                    <a:pt x="9950553" y="55242"/>
                  </a:lnTo>
                  <a:lnTo>
                    <a:pt x="9848915" y="70801"/>
                  </a:lnTo>
                  <a:lnTo>
                    <a:pt x="9750874" y="88321"/>
                  </a:lnTo>
                  <a:lnTo>
                    <a:pt x="9658254" y="107834"/>
                  </a:lnTo>
                  <a:lnTo>
                    <a:pt x="9572064" y="129438"/>
                  </a:lnTo>
                  <a:lnTo>
                    <a:pt x="9492655" y="153304"/>
                  </a:lnTo>
                  <a:lnTo>
                    <a:pt x="9419892" y="179679"/>
                  </a:lnTo>
                  <a:lnTo>
                    <a:pt x="9353317" y="208878"/>
                  </a:lnTo>
                  <a:lnTo>
                    <a:pt x="9292268" y="241272"/>
                  </a:lnTo>
                  <a:lnTo>
                    <a:pt x="9235979" y="277273"/>
                  </a:lnTo>
                  <a:lnTo>
                    <a:pt x="9183647" y="317296"/>
                  </a:lnTo>
                  <a:lnTo>
                    <a:pt x="9134487" y="361702"/>
                  </a:lnTo>
                  <a:lnTo>
                    <a:pt x="9087776" y="410706"/>
                  </a:lnTo>
                  <a:lnTo>
                    <a:pt x="9084767" y="414098"/>
                  </a:lnTo>
                  <a:lnTo>
                    <a:pt x="9045131" y="461489"/>
                  </a:lnTo>
                  <a:lnTo>
                    <a:pt x="9006532" y="512548"/>
                  </a:lnTo>
                  <a:lnTo>
                    <a:pt x="8968673" y="567350"/>
                  </a:lnTo>
                  <a:lnTo>
                    <a:pt x="8931317" y="625900"/>
                  </a:lnTo>
                  <a:lnTo>
                    <a:pt x="8894277" y="688129"/>
                  </a:lnTo>
                  <a:lnTo>
                    <a:pt x="8857413" y="753888"/>
                  </a:lnTo>
                  <a:lnTo>
                    <a:pt x="8820619" y="822939"/>
                  </a:lnTo>
                  <a:lnTo>
                    <a:pt x="8783825" y="894960"/>
                  </a:lnTo>
                  <a:lnTo>
                    <a:pt x="8746992" y="969545"/>
                  </a:lnTo>
                  <a:lnTo>
                    <a:pt x="8710100" y="1046212"/>
                  </a:lnTo>
                  <a:lnTo>
                    <a:pt x="8673153" y="1124414"/>
                  </a:lnTo>
                  <a:lnTo>
                    <a:pt x="8636168" y="1203554"/>
                  </a:lnTo>
                  <a:lnTo>
                    <a:pt x="8599168" y="1283005"/>
                  </a:lnTo>
                  <a:lnTo>
                    <a:pt x="8562183" y="1362129"/>
                  </a:lnTo>
                  <a:lnTo>
                    <a:pt x="8525238" y="1440300"/>
                  </a:lnTo>
                  <a:lnTo>
                    <a:pt x="8488348" y="1516922"/>
                  </a:lnTo>
                  <a:lnTo>
                    <a:pt x="8451515" y="1591449"/>
                  </a:lnTo>
                  <a:lnTo>
                    <a:pt x="8414723" y="1663401"/>
                  </a:lnTo>
                  <a:lnTo>
                    <a:pt x="8377928" y="1732374"/>
                  </a:lnTo>
                  <a:lnTo>
                    <a:pt x="8341060" y="1798047"/>
                  </a:lnTo>
                  <a:lnTo>
                    <a:pt x="8304015" y="1860187"/>
                  </a:lnTo>
                  <a:lnTo>
                    <a:pt x="8266649" y="1918644"/>
                  </a:lnTo>
                  <a:lnTo>
                    <a:pt x="8228774" y="1973353"/>
                  </a:lnTo>
                  <a:lnTo>
                    <a:pt x="8190154" y="2024320"/>
                  </a:lnTo>
                  <a:lnTo>
                    <a:pt x="8151487" y="2070492"/>
                  </a:lnTo>
                  <a:lnTo>
                    <a:pt x="8104914" y="2119800"/>
                  </a:lnTo>
                  <a:lnTo>
                    <a:pt x="8055936" y="2164506"/>
                  </a:lnTo>
                  <a:lnTo>
                    <a:pt x="8003837" y="2204808"/>
                  </a:lnTo>
                  <a:lnTo>
                    <a:pt x="7947834" y="2241061"/>
                  </a:lnTo>
                  <a:lnTo>
                    <a:pt x="7887123" y="2273680"/>
                  </a:lnTo>
                  <a:lnTo>
                    <a:pt x="7820934" y="2303077"/>
                  </a:lnTo>
                  <a:lnTo>
                    <a:pt x="7748597" y="2329628"/>
                  </a:lnTo>
                  <a:lnTo>
                    <a:pt x="7669634" y="2353651"/>
                  </a:lnTo>
                  <a:lnTo>
                    <a:pt x="7583886" y="2375398"/>
                  </a:lnTo>
                  <a:lnTo>
                    <a:pt x="7491667" y="2395045"/>
                  </a:lnTo>
                  <a:lnTo>
                    <a:pt x="7393937" y="2412695"/>
                  </a:lnTo>
                  <a:lnTo>
                    <a:pt x="7292462" y="2428384"/>
                  </a:lnTo>
                  <a:lnTo>
                    <a:pt x="7189902" y="2442096"/>
                  </a:lnTo>
                  <a:lnTo>
                    <a:pt x="7089758" y="2453787"/>
                  </a:lnTo>
                  <a:lnTo>
                    <a:pt x="6996104" y="2463421"/>
                  </a:lnTo>
                  <a:lnTo>
                    <a:pt x="6913081" y="2471006"/>
                  </a:lnTo>
                  <a:lnTo>
                    <a:pt x="6844228" y="2476632"/>
                  </a:lnTo>
                  <a:lnTo>
                    <a:pt x="6791799" y="2480486"/>
                  </a:lnTo>
                  <a:lnTo>
                    <a:pt x="6756247" y="2482847"/>
                  </a:lnTo>
                  <a:lnTo>
                    <a:pt x="6736037" y="2484065"/>
                  </a:lnTo>
                  <a:lnTo>
                    <a:pt x="6727750" y="2484520"/>
                  </a:lnTo>
                  <a:lnTo>
                    <a:pt x="6726343" y="2484591"/>
                  </a:lnTo>
                  <a:lnTo>
                    <a:pt x="5254955" y="2484591"/>
                  </a:lnTo>
                  <a:lnTo>
                    <a:pt x="5253757" y="2484547"/>
                  </a:lnTo>
                  <a:lnTo>
                    <a:pt x="5245888" y="2484233"/>
                  </a:lnTo>
                  <a:lnTo>
                    <a:pt x="5226084" y="2483365"/>
                  </a:lnTo>
                  <a:lnTo>
                    <a:pt x="5190753" y="2481657"/>
                  </a:lnTo>
                  <a:lnTo>
                    <a:pt x="5138250" y="2478846"/>
                  </a:lnTo>
                  <a:lnTo>
                    <a:pt x="5068992" y="2474719"/>
                  </a:lnTo>
                  <a:lnTo>
                    <a:pt x="4985270" y="2469136"/>
                  </a:lnTo>
                  <a:lnTo>
                    <a:pt x="4890715" y="2462030"/>
                  </a:lnTo>
                  <a:lnTo>
                    <a:pt x="4789586" y="2453393"/>
                  </a:lnTo>
                  <a:lnTo>
                    <a:pt x="4686064" y="2443254"/>
                  </a:lnTo>
                  <a:lnTo>
                    <a:pt x="4583731" y="2431644"/>
                  </a:lnTo>
                  <a:lnTo>
                    <a:pt x="4485292" y="2418576"/>
                  </a:lnTo>
                  <a:lnTo>
                    <a:pt x="4392528" y="2404020"/>
                  </a:lnTo>
                  <a:lnTo>
                    <a:pt x="4306389" y="2387896"/>
                  </a:lnTo>
                  <a:lnTo>
                    <a:pt x="4227162" y="2370067"/>
                  </a:lnTo>
                  <a:lnTo>
                    <a:pt x="4154657" y="2350343"/>
                  </a:lnTo>
                  <a:lnTo>
                    <a:pt x="4088364" y="2328479"/>
                  </a:lnTo>
                  <a:lnTo>
                    <a:pt x="4027583" y="2304192"/>
                  </a:lnTo>
                  <a:lnTo>
                    <a:pt x="3971515" y="2277168"/>
                  </a:lnTo>
                  <a:lnTo>
                    <a:pt x="3919335" y="2247101"/>
                  </a:lnTo>
                  <a:lnTo>
                    <a:pt x="3870241" y="2213732"/>
                  </a:lnTo>
                  <a:lnTo>
                    <a:pt x="3829811" y="2182190"/>
                  </a:lnTo>
                  <a:lnTo>
                    <a:pt x="3785669" y="2143413"/>
                  </a:lnTo>
                  <a:lnTo>
                    <a:pt x="3742772" y="2101292"/>
                  </a:lnTo>
                  <a:lnTo>
                    <a:pt x="3700723" y="2055764"/>
                  </a:lnTo>
                  <a:lnTo>
                    <a:pt x="3659214" y="2006846"/>
                  </a:lnTo>
                  <a:lnTo>
                    <a:pt x="3618012" y="1954639"/>
                  </a:lnTo>
                  <a:lnTo>
                    <a:pt x="3576948" y="1899341"/>
                  </a:lnTo>
                  <a:lnTo>
                    <a:pt x="3535908" y="1841247"/>
                  </a:lnTo>
                  <a:lnTo>
                    <a:pt x="3494826" y="1780748"/>
                  </a:lnTo>
                  <a:lnTo>
                    <a:pt x="3453674" y="1718324"/>
                  </a:lnTo>
                  <a:lnTo>
                    <a:pt x="3412453" y="1654526"/>
                  </a:lnTo>
                  <a:lnTo>
                    <a:pt x="3371189" y="1589964"/>
                  </a:lnTo>
                  <a:lnTo>
                    <a:pt x="3329917" y="1525276"/>
                  </a:lnTo>
                  <a:lnTo>
                    <a:pt x="3288675" y="1461107"/>
                  </a:lnTo>
                  <a:lnTo>
                    <a:pt x="3247495" y="1398080"/>
                  </a:lnTo>
                  <a:lnTo>
                    <a:pt x="3206387" y="1336771"/>
                  </a:lnTo>
                  <a:lnTo>
                    <a:pt x="3165336" y="1277692"/>
                  </a:lnTo>
                  <a:lnTo>
                    <a:pt x="3124293" y="1221267"/>
                  </a:lnTo>
                  <a:lnTo>
                    <a:pt x="3083161" y="1167831"/>
                  </a:lnTo>
                  <a:lnTo>
                    <a:pt x="3041795" y="1117617"/>
                  </a:lnTo>
                  <a:lnTo>
                    <a:pt x="2999988" y="1070766"/>
                  </a:lnTo>
                  <a:lnTo>
                    <a:pt x="2957462" y="1027325"/>
                  </a:lnTo>
                  <a:lnTo>
                    <a:pt x="2913858" y="987261"/>
                  </a:lnTo>
                  <a:lnTo>
                    <a:pt x="2896531" y="972586"/>
                  </a:lnTo>
                  <a:lnTo>
                    <a:pt x="2849515" y="936260"/>
                  </a:lnTo>
                  <a:lnTo>
                    <a:pt x="2800043" y="903356"/>
                  </a:lnTo>
                  <a:lnTo>
                    <a:pt x="2747377" y="873724"/>
                  </a:lnTo>
                  <a:lnTo>
                    <a:pt x="2690711" y="847095"/>
                  </a:lnTo>
                  <a:lnTo>
                    <a:pt x="2629218" y="823158"/>
                  </a:lnTo>
                  <a:lnTo>
                    <a:pt x="2562111" y="801605"/>
                  </a:lnTo>
                  <a:lnTo>
                    <a:pt x="2488708" y="782154"/>
                  </a:lnTo>
                  <a:lnTo>
                    <a:pt x="2408534" y="764569"/>
                  </a:lnTo>
                  <a:lnTo>
                    <a:pt x="2321455" y="748667"/>
                  </a:lnTo>
                  <a:lnTo>
                    <a:pt x="2227838" y="734319"/>
                  </a:lnTo>
                  <a:lnTo>
                    <a:pt x="2128739" y="721451"/>
                  </a:lnTo>
                  <a:lnTo>
                    <a:pt x="2026062" y="710042"/>
                  </a:lnTo>
                  <a:lnTo>
                    <a:pt x="1922639" y="700107"/>
                  </a:lnTo>
                  <a:lnTo>
                    <a:pt x="1822157" y="691680"/>
                  </a:lnTo>
                  <a:lnTo>
                    <a:pt x="1728843" y="684784"/>
                  </a:lnTo>
                  <a:lnTo>
                    <a:pt x="1646915" y="679407"/>
                  </a:lnTo>
                  <a:lnTo>
                    <a:pt x="1579860" y="675471"/>
                  </a:lnTo>
                  <a:lnTo>
                    <a:pt x="1529736" y="672825"/>
                  </a:lnTo>
                  <a:lnTo>
                    <a:pt x="1496681" y="671249"/>
                  </a:lnTo>
                  <a:lnTo>
                    <a:pt x="1478769" y="670474"/>
                  </a:lnTo>
                  <a:lnTo>
                    <a:pt x="1472162" y="670214"/>
                  </a:lnTo>
                  <a:lnTo>
                    <a:pt x="1471387" y="670185"/>
                  </a:lnTo>
                  <a:lnTo>
                    <a:pt x="0" y="670185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267" name="pl267"/>
            <p:cNvSpPr/>
            <p:nvPr/>
          </p:nvSpPr>
          <p:spPr>
            <a:xfrm>
              <a:off x="4799595" y="3704782"/>
              <a:ext cx="11981298" cy="2484591"/>
            </a:xfrm>
            <a:custGeom>
              <a:avLst/>
              <a:pathLst>
                <a:path w="11981298" h="2484591">
                  <a:moveTo>
                    <a:pt x="0" y="670185"/>
                  </a:moveTo>
                  <a:lnTo>
                    <a:pt x="1471387" y="670185"/>
                  </a:lnTo>
                  <a:lnTo>
                    <a:pt x="1472585" y="670229"/>
                  </a:lnTo>
                  <a:lnTo>
                    <a:pt x="1480454" y="670543"/>
                  </a:lnTo>
                  <a:lnTo>
                    <a:pt x="1500259" y="671411"/>
                  </a:lnTo>
                  <a:lnTo>
                    <a:pt x="1535589" y="673119"/>
                  </a:lnTo>
                  <a:lnTo>
                    <a:pt x="1588092" y="675931"/>
                  </a:lnTo>
                  <a:lnTo>
                    <a:pt x="1657350" y="680057"/>
                  </a:lnTo>
                  <a:lnTo>
                    <a:pt x="1741072" y="685640"/>
                  </a:lnTo>
                  <a:lnTo>
                    <a:pt x="1835627" y="692746"/>
                  </a:lnTo>
                  <a:lnTo>
                    <a:pt x="1936756" y="701383"/>
                  </a:lnTo>
                  <a:lnTo>
                    <a:pt x="2040278" y="711522"/>
                  </a:lnTo>
                  <a:lnTo>
                    <a:pt x="2142611" y="723132"/>
                  </a:lnTo>
                  <a:lnTo>
                    <a:pt x="2241050" y="736200"/>
                  </a:lnTo>
                  <a:lnTo>
                    <a:pt x="2333814" y="750756"/>
                  </a:lnTo>
                  <a:lnTo>
                    <a:pt x="2419953" y="766881"/>
                  </a:lnTo>
                  <a:lnTo>
                    <a:pt x="2499180" y="784709"/>
                  </a:lnTo>
                  <a:lnTo>
                    <a:pt x="2571685" y="804434"/>
                  </a:lnTo>
                  <a:lnTo>
                    <a:pt x="2637978" y="826297"/>
                  </a:lnTo>
                  <a:lnTo>
                    <a:pt x="2698759" y="850585"/>
                  </a:lnTo>
                  <a:lnTo>
                    <a:pt x="2754827" y="877608"/>
                  </a:lnTo>
                  <a:lnTo>
                    <a:pt x="2807008" y="907675"/>
                  </a:lnTo>
                  <a:lnTo>
                    <a:pt x="2856101" y="941044"/>
                  </a:lnTo>
                  <a:lnTo>
                    <a:pt x="2896531" y="972586"/>
                  </a:lnTo>
                  <a:lnTo>
                    <a:pt x="2940673" y="1011364"/>
                  </a:lnTo>
                  <a:lnTo>
                    <a:pt x="2983570" y="1053485"/>
                  </a:lnTo>
                  <a:lnTo>
                    <a:pt x="3025619" y="1099012"/>
                  </a:lnTo>
                  <a:lnTo>
                    <a:pt x="3067128" y="1147931"/>
                  </a:lnTo>
                  <a:lnTo>
                    <a:pt x="3108331" y="1200138"/>
                  </a:lnTo>
                  <a:lnTo>
                    <a:pt x="3149394" y="1255436"/>
                  </a:lnTo>
                  <a:lnTo>
                    <a:pt x="3190434" y="1313529"/>
                  </a:lnTo>
                  <a:lnTo>
                    <a:pt x="3231516" y="1374028"/>
                  </a:lnTo>
                  <a:lnTo>
                    <a:pt x="3272669" y="1436452"/>
                  </a:lnTo>
                  <a:lnTo>
                    <a:pt x="3313889" y="1500250"/>
                  </a:lnTo>
                  <a:lnTo>
                    <a:pt x="3355154" y="1564812"/>
                  </a:lnTo>
                  <a:lnTo>
                    <a:pt x="3396425" y="1629501"/>
                  </a:lnTo>
                  <a:lnTo>
                    <a:pt x="3437667" y="1693670"/>
                  </a:lnTo>
                  <a:lnTo>
                    <a:pt x="3478848" y="1756697"/>
                  </a:lnTo>
                  <a:lnTo>
                    <a:pt x="3519956" y="1818005"/>
                  </a:lnTo>
                  <a:lnTo>
                    <a:pt x="3561006" y="1877084"/>
                  </a:lnTo>
                  <a:lnTo>
                    <a:pt x="3602050" y="1933509"/>
                  </a:lnTo>
                  <a:lnTo>
                    <a:pt x="3643181" y="1986946"/>
                  </a:lnTo>
                  <a:lnTo>
                    <a:pt x="3684547" y="2037159"/>
                  </a:lnTo>
                  <a:lnTo>
                    <a:pt x="3726354" y="2084010"/>
                  </a:lnTo>
                  <a:lnTo>
                    <a:pt x="3768880" y="2127451"/>
                  </a:lnTo>
                  <a:lnTo>
                    <a:pt x="3812484" y="2167515"/>
                  </a:lnTo>
                  <a:lnTo>
                    <a:pt x="3829811" y="2182190"/>
                  </a:lnTo>
                  <a:lnTo>
                    <a:pt x="3876827" y="2218517"/>
                  </a:lnTo>
                  <a:lnTo>
                    <a:pt x="3926300" y="2251420"/>
                  </a:lnTo>
                  <a:lnTo>
                    <a:pt x="3978965" y="2281053"/>
                  </a:lnTo>
                  <a:lnTo>
                    <a:pt x="4035632" y="2307681"/>
                  </a:lnTo>
                  <a:lnTo>
                    <a:pt x="4097124" y="2331618"/>
                  </a:lnTo>
                  <a:lnTo>
                    <a:pt x="4164231" y="2353172"/>
                  </a:lnTo>
                  <a:lnTo>
                    <a:pt x="4237634" y="2372623"/>
                  </a:lnTo>
                  <a:lnTo>
                    <a:pt x="4317808" y="2390207"/>
                  </a:lnTo>
                  <a:lnTo>
                    <a:pt x="4404888" y="2406109"/>
                  </a:lnTo>
                  <a:lnTo>
                    <a:pt x="4498504" y="2420458"/>
                  </a:lnTo>
                  <a:lnTo>
                    <a:pt x="4597603" y="2433325"/>
                  </a:lnTo>
                  <a:lnTo>
                    <a:pt x="4700281" y="2444734"/>
                  </a:lnTo>
                  <a:lnTo>
                    <a:pt x="4803703" y="2454669"/>
                  </a:lnTo>
                  <a:lnTo>
                    <a:pt x="4904186" y="2463097"/>
                  </a:lnTo>
                  <a:lnTo>
                    <a:pt x="4997499" y="2469992"/>
                  </a:lnTo>
                  <a:lnTo>
                    <a:pt x="5079427" y="2475370"/>
                  </a:lnTo>
                  <a:lnTo>
                    <a:pt x="5146482" y="2479306"/>
                  </a:lnTo>
                  <a:lnTo>
                    <a:pt x="5196606" y="2481951"/>
                  </a:lnTo>
                  <a:lnTo>
                    <a:pt x="5229661" y="2483528"/>
                  </a:lnTo>
                  <a:lnTo>
                    <a:pt x="5247574" y="2484302"/>
                  </a:lnTo>
                  <a:lnTo>
                    <a:pt x="5254180" y="2484563"/>
                  </a:lnTo>
                  <a:lnTo>
                    <a:pt x="5254955" y="2484591"/>
                  </a:lnTo>
                  <a:lnTo>
                    <a:pt x="6726343" y="2484591"/>
                  </a:lnTo>
                  <a:lnTo>
                    <a:pt x="6727509" y="2484532"/>
                  </a:lnTo>
                  <a:lnTo>
                    <a:pt x="6735171" y="2484114"/>
                  </a:lnTo>
                  <a:lnTo>
                    <a:pt x="6754471" y="2482959"/>
                  </a:lnTo>
                  <a:lnTo>
                    <a:pt x="6788942" y="2480684"/>
                  </a:lnTo>
                  <a:lnTo>
                    <a:pt x="6840251" y="2476938"/>
                  </a:lnTo>
                  <a:lnTo>
                    <a:pt x="6908072" y="2471436"/>
                  </a:lnTo>
                  <a:lnTo>
                    <a:pt x="6990260" y="2463983"/>
                  </a:lnTo>
                  <a:lnTo>
                    <a:pt x="7083338" y="2454485"/>
                  </a:lnTo>
                  <a:lnTo>
                    <a:pt x="7183183" y="2442929"/>
                  </a:lnTo>
                  <a:lnTo>
                    <a:pt x="7285700" y="2429349"/>
                  </a:lnTo>
                  <a:lnTo>
                    <a:pt x="7387339" y="2413789"/>
                  </a:lnTo>
                  <a:lnTo>
                    <a:pt x="7485380" y="2396269"/>
                  </a:lnTo>
                  <a:lnTo>
                    <a:pt x="7577999" y="2376756"/>
                  </a:lnTo>
                  <a:lnTo>
                    <a:pt x="7664189" y="2355153"/>
                  </a:lnTo>
                  <a:lnTo>
                    <a:pt x="7743599" y="2331286"/>
                  </a:lnTo>
                  <a:lnTo>
                    <a:pt x="7816361" y="2304911"/>
                  </a:lnTo>
                  <a:lnTo>
                    <a:pt x="7882937" y="2275713"/>
                  </a:lnTo>
                  <a:lnTo>
                    <a:pt x="7943986" y="2243319"/>
                  </a:lnTo>
                  <a:lnTo>
                    <a:pt x="8000274" y="2207318"/>
                  </a:lnTo>
                  <a:lnTo>
                    <a:pt x="8052606" y="2167295"/>
                  </a:lnTo>
                  <a:lnTo>
                    <a:pt x="8101766" y="2122888"/>
                  </a:lnTo>
                  <a:lnTo>
                    <a:pt x="8148478" y="2073885"/>
                  </a:lnTo>
                  <a:lnTo>
                    <a:pt x="8151487" y="2070492"/>
                  </a:lnTo>
                  <a:lnTo>
                    <a:pt x="8191123" y="2023102"/>
                  </a:lnTo>
                  <a:lnTo>
                    <a:pt x="8229721" y="1972042"/>
                  </a:lnTo>
                  <a:lnTo>
                    <a:pt x="8267580" y="1917240"/>
                  </a:lnTo>
                  <a:lnTo>
                    <a:pt x="8304936" y="1858690"/>
                  </a:lnTo>
                  <a:lnTo>
                    <a:pt x="8341976" y="1796461"/>
                  </a:lnTo>
                  <a:lnTo>
                    <a:pt x="8378841" y="1730703"/>
                  </a:lnTo>
                  <a:lnTo>
                    <a:pt x="8415635" y="1661652"/>
                  </a:lnTo>
                  <a:lnTo>
                    <a:pt x="8452428" y="1589631"/>
                  </a:lnTo>
                  <a:lnTo>
                    <a:pt x="8489262" y="1515045"/>
                  </a:lnTo>
                  <a:lnTo>
                    <a:pt x="8526153" y="1438378"/>
                  </a:lnTo>
                  <a:lnTo>
                    <a:pt x="8563100" y="1360177"/>
                  </a:lnTo>
                  <a:lnTo>
                    <a:pt x="8600085" y="1281037"/>
                  </a:lnTo>
                  <a:lnTo>
                    <a:pt x="8637085" y="1201586"/>
                  </a:lnTo>
                  <a:lnTo>
                    <a:pt x="8674070" y="1122461"/>
                  </a:lnTo>
                  <a:lnTo>
                    <a:pt x="8711015" y="1044291"/>
                  </a:lnTo>
                  <a:lnTo>
                    <a:pt x="8747905" y="967669"/>
                  </a:lnTo>
                  <a:lnTo>
                    <a:pt x="8784738" y="893142"/>
                  </a:lnTo>
                  <a:lnTo>
                    <a:pt x="8821530" y="821190"/>
                  </a:lnTo>
                  <a:lnTo>
                    <a:pt x="8858325" y="752217"/>
                  </a:lnTo>
                  <a:lnTo>
                    <a:pt x="8895193" y="686544"/>
                  </a:lnTo>
                  <a:lnTo>
                    <a:pt x="8932238" y="624404"/>
                  </a:lnTo>
                  <a:lnTo>
                    <a:pt x="8969605" y="565946"/>
                  </a:lnTo>
                  <a:lnTo>
                    <a:pt x="9007479" y="511238"/>
                  </a:lnTo>
                  <a:lnTo>
                    <a:pt x="9046099" y="460270"/>
                  </a:lnTo>
                  <a:lnTo>
                    <a:pt x="9084767" y="414098"/>
                  </a:lnTo>
                  <a:lnTo>
                    <a:pt x="9131340" y="364790"/>
                  </a:lnTo>
                  <a:lnTo>
                    <a:pt x="9180317" y="320085"/>
                  </a:lnTo>
                  <a:lnTo>
                    <a:pt x="9232416" y="279783"/>
                  </a:lnTo>
                  <a:lnTo>
                    <a:pt x="9288419" y="243529"/>
                  </a:lnTo>
                  <a:lnTo>
                    <a:pt x="9349130" y="210910"/>
                  </a:lnTo>
                  <a:lnTo>
                    <a:pt x="9415319" y="181514"/>
                  </a:lnTo>
                  <a:lnTo>
                    <a:pt x="9487657" y="154963"/>
                  </a:lnTo>
                  <a:lnTo>
                    <a:pt x="9566620" y="130939"/>
                  </a:lnTo>
                  <a:lnTo>
                    <a:pt x="9652367" y="109192"/>
                  </a:lnTo>
                  <a:lnTo>
                    <a:pt x="9744586" y="89546"/>
                  </a:lnTo>
                  <a:lnTo>
                    <a:pt x="9842316" y="71896"/>
                  </a:lnTo>
                  <a:lnTo>
                    <a:pt x="9943791" y="56207"/>
                  </a:lnTo>
                  <a:lnTo>
                    <a:pt x="10046351" y="42495"/>
                  </a:lnTo>
                  <a:lnTo>
                    <a:pt x="10146495" y="30804"/>
                  </a:lnTo>
                  <a:lnTo>
                    <a:pt x="10240149" y="21170"/>
                  </a:lnTo>
                  <a:lnTo>
                    <a:pt x="10323173" y="13584"/>
                  </a:lnTo>
                  <a:lnTo>
                    <a:pt x="10392025" y="7958"/>
                  </a:lnTo>
                  <a:lnTo>
                    <a:pt x="10444454" y="4104"/>
                  </a:lnTo>
                  <a:lnTo>
                    <a:pt x="10480006" y="1743"/>
                  </a:lnTo>
                  <a:lnTo>
                    <a:pt x="10500216" y="525"/>
                  </a:lnTo>
                  <a:lnTo>
                    <a:pt x="10508503" y="71"/>
                  </a:lnTo>
                  <a:lnTo>
                    <a:pt x="10509910" y="0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68" name="pl268"/>
            <p:cNvSpPr/>
            <p:nvPr/>
          </p:nvSpPr>
          <p:spPr>
            <a:xfrm>
              <a:off x="4799595" y="3696609"/>
              <a:ext cx="11981298" cy="2484591"/>
            </a:xfrm>
            <a:custGeom>
              <a:avLst/>
              <a:pathLst>
                <a:path w="11981298" h="2484591">
                  <a:moveTo>
                    <a:pt x="11981298" y="0"/>
                  </a:moveTo>
                  <a:lnTo>
                    <a:pt x="10509911" y="0"/>
                  </a:lnTo>
                  <a:lnTo>
                    <a:pt x="10508745" y="58"/>
                  </a:lnTo>
                  <a:lnTo>
                    <a:pt x="10501083" y="476"/>
                  </a:lnTo>
                  <a:lnTo>
                    <a:pt x="10481783" y="1632"/>
                  </a:lnTo>
                  <a:lnTo>
                    <a:pt x="10447311" y="3906"/>
                  </a:lnTo>
                  <a:lnTo>
                    <a:pt x="10396002" y="7652"/>
                  </a:lnTo>
                  <a:lnTo>
                    <a:pt x="10328181" y="13155"/>
                  </a:lnTo>
                  <a:lnTo>
                    <a:pt x="10245994" y="20607"/>
                  </a:lnTo>
                  <a:lnTo>
                    <a:pt x="10152915" y="30105"/>
                  </a:lnTo>
                  <a:lnTo>
                    <a:pt x="10053070" y="41661"/>
                  </a:lnTo>
                  <a:lnTo>
                    <a:pt x="9950553" y="55242"/>
                  </a:lnTo>
                  <a:lnTo>
                    <a:pt x="9848915" y="70801"/>
                  </a:lnTo>
                  <a:lnTo>
                    <a:pt x="9750874" y="88321"/>
                  </a:lnTo>
                  <a:lnTo>
                    <a:pt x="9658254" y="107834"/>
                  </a:lnTo>
                  <a:lnTo>
                    <a:pt x="9572064" y="129438"/>
                  </a:lnTo>
                  <a:lnTo>
                    <a:pt x="9492655" y="153304"/>
                  </a:lnTo>
                  <a:lnTo>
                    <a:pt x="9419892" y="179679"/>
                  </a:lnTo>
                  <a:lnTo>
                    <a:pt x="9353317" y="208878"/>
                  </a:lnTo>
                  <a:lnTo>
                    <a:pt x="9292268" y="241272"/>
                  </a:lnTo>
                  <a:lnTo>
                    <a:pt x="9235979" y="277273"/>
                  </a:lnTo>
                  <a:lnTo>
                    <a:pt x="9183647" y="317296"/>
                  </a:lnTo>
                  <a:lnTo>
                    <a:pt x="9134487" y="361702"/>
                  </a:lnTo>
                  <a:lnTo>
                    <a:pt x="9087776" y="410706"/>
                  </a:lnTo>
                  <a:lnTo>
                    <a:pt x="9084767" y="414098"/>
                  </a:lnTo>
                  <a:lnTo>
                    <a:pt x="9045131" y="461489"/>
                  </a:lnTo>
                  <a:lnTo>
                    <a:pt x="9006532" y="512548"/>
                  </a:lnTo>
                  <a:lnTo>
                    <a:pt x="8968673" y="567350"/>
                  </a:lnTo>
                  <a:lnTo>
                    <a:pt x="8931317" y="625900"/>
                  </a:lnTo>
                  <a:lnTo>
                    <a:pt x="8894277" y="688129"/>
                  </a:lnTo>
                  <a:lnTo>
                    <a:pt x="8857413" y="753888"/>
                  </a:lnTo>
                  <a:lnTo>
                    <a:pt x="8820619" y="822939"/>
                  </a:lnTo>
                  <a:lnTo>
                    <a:pt x="8783825" y="894960"/>
                  </a:lnTo>
                  <a:lnTo>
                    <a:pt x="8746992" y="969545"/>
                  </a:lnTo>
                  <a:lnTo>
                    <a:pt x="8710100" y="1046212"/>
                  </a:lnTo>
                  <a:lnTo>
                    <a:pt x="8673153" y="1124414"/>
                  </a:lnTo>
                  <a:lnTo>
                    <a:pt x="8636168" y="1203554"/>
                  </a:lnTo>
                  <a:lnTo>
                    <a:pt x="8599168" y="1283005"/>
                  </a:lnTo>
                  <a:lnTo>
                    <a:pt x="8562183" y="1362129"/>
                  </a:lnTo>
                  <a:lnTo>
                    <a:pt x="8525238" y="1440300"/>
                  </a:lnTo>
                  <a:lnTo>
                    <a:pt x="8488348" y="1516922"/>
                  </a:lnTo>
                  <a:lnTo>
                    <a:pt x="8451515" y="1591449"/>
                  </a:lnTo>
                  <a:lnTo>
                    <a:pt x="8414723" y="1663401"/>
                  </a:lnTo>
                  <a:lnTo>
                    <a:pt x="8377928" y="1732374"/>
                  </a:lnTo>
                  <a:lnTo>
                    <a:pt x="8341060" y="1798047"/>
                  </a:lnTo>
                  <a:lnTo>
                    <a:pt x="8304015" y="1860187"/>
                  </a:lnTo>
                  <a:lnTo>
                    <a:pt x="8266649" y="1918644"/>
                  </a:lnTo>
                  <a:lnTo>
                    <a:pt x="8228774" y="1973353"/>
                  </a:lnTo>
                  <a:lnTo>
                    <a:pt x="8190154" y="2024320"/>
                  </a:lnTo>
                  <a:lnTo>
                    <a:pt x="8151487" y="2070492"/>
                  </a:lnTo>
                  <a:lnTo>
                    <a:pt x="8104914" y="2119800"/>
                  </a:lnTo>
                  <a:lnTo>
                    <a:pt x="8055936" y="2164506"/>
                  </a:lnTo>
                  <a:lnTo>
                    <a:pt x="8003837" y="2204808"/>
                  </a:lnTo>
                  <a:lnTo>
                    <a:pt x="7947834" y="2241061"/>
                  </a:lnTo>
                  <a:lnTo>
                    <a:pt x="7887123" y="2273680"/>
                  </a:lnTo>
                  <a:lnTo>
                    <a:pt x="7820934" y="2303077"/>
                  </a:lnTo>
                  <a:lnTo>
                    <a:pt x="7748597" y="2329628"/>
                  </a:lnTo>
                  <a:lnTo>
                    <a:pt x="7669634" y="2353651"/>
                  </a:lnTo>
                  <a:lnTo>
                    <a:pt x="7583886" y="2375398"/>
                  </a:lnTo>
                  <a:lnTo>
                    <a:pt x="7491667" y="2395045"/>
                  </a:lnTo>
                  <a:lnTo>
                    <a:pt x="7393937" y="2412695"/>
                  </a:lnTo>
                  <a:lnTo>
                    <a:pt x="7292462" y="2428384"/>
                  </a:lnTo>
                  <a:lnTo>
                    <a:pt x="7189902" y="2442096"/>
                  </a:lnTo>
                  <a:lnTo>
                    <a:pt x="7089758" y="2453787"/>
                  </a:lnTo>
                  <a:lnTo>
                    <a:pt x="6996104" y="2463421"/>
                  </a:lnTo>
                  <a:lnTo>
                    <a:pt x="6913081" y="2471006"/>
                  </a:lnTo>
                  <a:lnTo>
                    <a:pt x="6844228" y="2476632"/>
                  </a:lnTo>
                  <a:lnTo>
                    <a:pt x="6791799" y="2480486"/>
                  </a:lnTo>
                  <a:lnTo>
                    <a:pt x="6756247" y="2482847"/>
                  </a:lnTo>
                  <a:lnTo>
                    <a:pt x="6736037" y="2484065"/>
                  </a:lnTo>
                  <a:lnTo>
                    <a:pt x="6727750" y="2484520"/>
                  </a:lnTo>
                  <a:lnTo>
                    <a:pt x="6726343" y="2484591"/>
                  </a:lnTo>
                  <a:lnTo>
                    <a:pt x="6726343" y="2484591"/>
                  </a:lnTo>
                  <a:lnTo>
                    <a:pt x="5254955" y="2484591"/>
                  </a:lnTo>
                  <a:lnTo>
                    <a:pt x="5253757" y="2484547"/>
                  </a:lnTo>
                  <a:lnTo>
                    <a:pt x="5245888" y="2484233"/>
                  </a:lnTo>
                  <a:lnTo>
                    <a:pt x="5226084" y="2483365"/>
                  </a:lnTo>
                  <a:lnTo>
                    <a:pt x="5190753" y="2481657"/>
                  </a:lnTo>
                  <a:lnTo>
                    <a:pt x="5138250" y="2478846"/>
                  </a:lnTo>
                  <a:lnTo>
                    <a:pt x="5068992" y="2474719"/>
                  </a:lnTo>
                  <a:lnTo>
                    <a:pt x="4985270" y="2469136"/>
                  </a:lnTo>
                  <a:lnTo>
                    <a:pt x="4890715" y="2462030"/>
                  </a:lnTo>
                  <a:lnTo>
                    <a:pt x="4789586" y="2453393"/>
                  </a:lnTo>
                  <a:lnTo>
                    <a:pt x="4686064" y="2443254"/>
                  </a:lnTo>
                  <a:lnTo>
                    <a:pt x="4583731" y="2431644"/>
                  </a:lnTo>
                  <a:lnTo>
                    <a:pt x="4485292" y="2418576"/>
                  </a:lnTo>
                  <a:lnTo>
                    <a:pt x="4392528" y="2404020"/>
                  </a:lnTo>
                  <a:lnTo>
                    <a:pt x="4306389" y="2387896"/>
                  </a:lnTo>
                  <a:lnTo>
                    <a:pt x="4227162" y="2370067"/>
                  </a:lnTo>
                  <a:lnTo>
                    <a:pt x="4154657" y="2350343"/>
                  </a:lnTo>
                  <a:lnTo>
                    <a:pt x="4088364" y="2328479"/>
                  </a:lnTo>
                  <a:lnTo>
                    <a:pt x="4027583" y="2304192"/>
                  </a:lnTo>
                  <a:lnTo>
                    <a:pt x="3971515" y="2277168"/>
                  </a:lnTo>
                  <a:lnTo>
                    <a:pt x="3919335" y="2247101"/>
                  </a:lnTo>
                  <a:lnTo>
                    <a:pt x="3870241" y="2213732"/>
                  </a:lnTo>
                  <a:lnTo>
                    <a:pt x="3829811" y="2182190"/>
                  </a:lnTo>
                  <a:lnTo>
                    <a:pt x="3785669" y="2143413"/>
                  </a:lnTo>
                  <a:lnTo>
                    <a:pt x="3742772" y="2101292"/>
                  </a:lnTo>
                  <a:lnTo>
                    <a:pt x="3700723" y="2055764"/>
                  </a:lnTo>
                  <a:lnTo>
                    <a:pt x="3659214" y="2006846"/>
                  </a:lnTo>
                  <a:lnTo>
                    <a:pt x="3618012" y="1954639"/>
                  </a:lnTo>
                  <a:lnTo>
                    <a:pt x="3576948" y="1899341"/>
                  </a:lnTo>
                  <a:lnTo>
                    <a:pt x="3535908" y="1841247"/>
                  </a:lnTo>
                  <a:lnTo>
                    <a:pt x="3494826" y="1780748"/>
                  </a:lnTo>
                  <a:lnTo>
                    <a:pt x="3453674" y="1718324"/>
                  </a:lnTo>
                  <a:lnTo>
                    <a:pt x="3412453" y="1654526"/>
                  </a:lnTo>
                  <a:lnTo>
                    <a:pt x="3371189" y="1589964"/>
                  </a:lnTo>
                  <a:lnTo>
                    <a:pt x="3329917" y="1525276"/>
                  </a:lnTo>
                  <a:lnTo>
                    <a:pt x="3288675" y="1461107"/>
                  </a:lnTo>
                  <a:lnTo>
                    <a:pt x="3247495" y="1398080"/>
                  </a:lnTo>
                  <a:lnTo>
                    <a:pt x="3206387" y="1336771"/>
                  </a:lnTo>
                  <a:lnTo>
                    <a:pt x="3165336" y="1277692"/>
                  </a:lnTo>
                  <a:lnTo>
                    <a:pt x="3124293" y="1221267"/>
                  </a:lnTo>
                  <a:lnTo>
                    <a:pt x="3083161" y="1167831"/>
                  </a:lnTo>
                  <a:lnTo>
                    <a:pt x="3041795" y="1117617"/>
                  </a:lnTo>
                  <a:lnTo>
                    <a:pt x="2999988" y="1070766"/>
                  </a:lnTo>
                  <a:lnTo>
                    <a:pt x="2957462" y="1027325"/>
                  </a:lnTo>
                  <a:lnTo>
                    <a:pt x="2913858" y="987261"/>
                  </a:lnTo>
                  <a:lnTo>
                    <a:pt x="2896531" y="972586"/>
                  </a:lnTo>
                  <a:lnTo>
                    <a:pt x="2849515" y="936260"/>
                  </a:lnTo>
                  <a:lnTo>
                    <a:pt x="2800043" y="903356"/>
                  </a:lnTo>
                  <a:lnTo>
                    <a:pt x="2747377" y="873724"/>
                  </a:lnTo>
                  <a:lnTo>
                    <a:pt x="2690711" y="847095"/>
                  </a:lnTo>
                  <a:lnTo>
                    <a:pt x="2629218" y="823158"/>
                  </a:lnTo>
                  <a:lnTo>
                    <a:pt x="2562111" y="801605"/>
                  </a:lnTo>
                  <a:lnTo>
                    <a:pt x="2488708" y="782154"/>
                  </a:lnTo>
                  <a:lnTo>
                    <a:pt x="2408534" y="764569"/>
                  </a:lnTo>
                  <a:lnTo>
                    <a:pt x="2321455" y="748667"/>
                  </a:lnTo>
                  <a:lnTo>
                    <a:pt x="2227838" y="734319"/>
                  </a:lnTo>
                  <a:lnTo>
                    <a:pt x="2128739" y="721451"/>
                  </a:lnTo>
                  <a:lnTo>
                    <a:pt x="2026062" y="710042"/>
                  </a:lnTo>
                  <a:lnTo>
                    <a:pt x="1922639" y="700107"/>
                  </a:lnTo>
                  <a:lnTo>
                    <a:pt x="1822157" y="691680"/>
                  </a:lnTo>
                  <a:lnTo>
                    <a:pt x="1728843" y="684784"/>
                  </a:lnTo>
                  <a:lnTo>
                    <a:pt x="1646915" y="679407"/>
                  </a:lnTo>
                  <a:lnTo>
                    <a:pt x="1579860" y="675471"/>
                  </a:lnTo>
                  <a:lnTo>
                    <a:pt x="1529736" y="672825"/>
                  </a:lnTo>
                  <a:lnTo>
                    <a:pt x="1496681" y="671249"/>
                  </a:lnTo>
                  <a:lnTo>
                    <a:pt x="1478769" y="670474"/>
                  </a:lnTo>
                  <a:lnTo>
                    <a:pt x="1472162" y="670214"/>
                  </a:lnTo>
                  <a:lnTo>
                    <a:pt x="1471387" y="670185"/>
                  </a:lnTo>
                  <a:lnTo>
                    <a:pt x="0" y="67018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69" name="pg269"/>
            <p:cNvSpPr/>
            <p:nvPr/>
          </p:nvSpPr>
          <p:spPr>
            <a:xfrm>
              <a:off x="4799595" y="4374968"/>
              <a:ext cx="11981298" cy="1838924"/>
            </a:xfrm>
            <a:custGeom>
              <a:avLst/>
              <a:pathLst>
                <a:path w="11981298" h="1838924">
                  <a:moveTo>
                    <a:pt x="0" y="8172"/>
                  </a:moveTo>
                  <a:lnTo>
                    <a:pt x="1471387" y="8172"/>
                  </a:lnTo>
                  <a:lnTo>
                    <a:pt x="1472585" y="8217"/>
                  </a:lnTo>
                  <a:lnTo>
                    <a:pt x="1480449" y="8534"/>
                  </a:lnTo>
                  <a:lnTo>
                    <a:pt x="1500243" y="9409"/>
                  </a:lnTo>
                  <a:lnTo>
                    <a:pt x="1535555" y="11131"/>
                  </a:lnTo>
                  <a:lnTo>
                    <a:pt x="1588033" y="13966"/>
                  </a:lnTo>
                  <a:lnTo>
                    <a:pt x="1657260" y="18128"/>
                  </a:lnTo>
                  <a:lnTo>
                    <a:pt x="1740950" y="23758"/>
                  </a:lnTo>
                  <a:lnTo>
                    <a:pt x="1835474" y="30924"/>
                  </a:lnTo>
                  <a:lnTo>
                    <a:pt x="1936576" y="39635"/>
                  </a:lnTo>
                  <a:lnTo>
                    <a:pt x="2040077" y="49861"/>
                  </a:lnTo>
                  <a:lnTo>
                    <a:pt x="2142396" y="61569"/>
                  </a:lnTo>
                  <a:lnTo>
                    <a:pt x="2240826" y="74750"/>
                  </a:lnTo>
                  <a:lnTo>
                    <a:pt x="2333587" y="89430"/>
                  </a:lnTo>
                  <a:lnTo>
                    <a:pt x="2419728" y="105692"/>
                  </a:lnTo>
                  <a:lnTo>
                    <a:pt x="2498959" y="123673"/>
                  </a:lnTo>
                  <a:lnTo>
                    <a:pt x="2571469" y="143565"/>
                  </a:lnTo>
                  <a:lnTo>
                    <a:pt x="2637768" y="165614"/>
                  </a:lnTo>
                  <a:lnTo>
                    <a:pt x="2698555" y="190107"/>
                  </a:lnTo>
                  <a:lnTo>
                    <a:pt x="2754627" y="217357"/>
                  </a:lnTo>
                  <a:lnTo>
                    <a:pt x="2806811" y="247677"/>
                  </a:lnTo>
                  <a:lnTo>
                    <a:pt x="2855906" y="281327"/>
                  </a:lnTo>
                  <a:lnTo>
                    <a:pt x="2896531" y="313298"/>
                  </a:lnTo>
                  <a:lnTo>
                    <a:pt x="2940551" y="352310"/>
                  </a:lnTo>
                  <a:lnTo>
                    <a:pt x="2983331" y="394676"/>
                  </a:lnTo>
                  <a:lnTo>
                    <a:pt x="3025266" y="440460"/>
                  </a:lnTo>
                  <a:lnTo>
                    <a:pt x="3066663" y="489647"/>
                  </a:lnTo>
                  <a:lnTo>
                    <a:pt x="3107752" y="542135"/>
                  </a:lnTo>
                  <a:lnTo>
                    <a:pt x="3148701" y="597728"/>
                  </a:lnTo>
                  <a:lnTo>
                    <a:pt x="3189625" y="656132"/>
                  </a:lnTo>
                  <a:lnTo>
                    <a:pt x="3230590" y="716957"/>
                  </a:lnTo>
                  <a:lnTo>
                    <a:pt x="3271625" y="779727"/>
                  </a:lnTo>
                  <a:lnTo>
                    <a:pt x="3312727" y="843889"/>
                  </a:lnTo>
                  <a:lnTo>
                    <a:pt x="3353875" y="908836"/>
                  </a:lnTo>
                  <a:lnTo>
                    <a:pt x="3395031" y="973929"/>
                  </a:lnTo>
                  <a:lnTo>
                    <a:pt x="3436158" y="1038523"/>
                  </a:lnTo>
                  <a:lnTo>
                    <a:pt x="3477225" y="1101994"/>
                  </a:lnTo>
                  <a:lnTo>
                    <a:pt x="3518220" y="1163762"/>
                  </a:lnTo>
                  <a:lnTo>
                    <a:pt x="3559157" y="1223313"/>
                  </a:lnTo>
                  <a:lnTo>
                    <a:pt x="3600083" y="1280218"/>
                  </a:lnTo>
                  <a:lnTo>
                    <a:pt x="3641092" y="1334139"/>
                  </a:lnTo>
                  <a:lnTo>
                    <a:pt x="3682325" y="1384835"/>
                  </a:lnTo>
                  <a:lnTo>
                    <a:pt x="3723983" y="1432163"/>
                  </a:lnTo>
                  <a:lnTo>
                    <a:pt x="3766339" y="1476070"/>
                  </a:lnTo>
                  <a:lnTo>
                    <a:pt x="3809743" y="1516585"/>
                  </a:lnTo>
                  <a:lnTo>
                    <a:pt x="3829811" y="1533799"/>
                  </a:lnTo>
                  <a:lnTo>
                    <a:pt x="3876818" y="1570446"/>
                  </a:lnTo>
                  <a:lnTo>
                    <a:pt x="3926280" y="1603641"/>
                  </a:lnTo>
                  <a:lnTo>
                    <a:pt x="3978934" y="1633536"/>
                  </a:lnTo>
                  <a:lnTo>
                    <a:pt x="4035586" y="1660401"/>
                  </a:lnTo>
                  <a:lnTo>
                    <a:pt x="4097061" y="1684551"/>
                  </a:lnTo>
                  <a:lnTo>
                    <a:pt x="4164149" y="1706297"/>
                  </a:lnTo>
                  <a:lnTo>
                    <a:pt x="4237530" y="1725922"/>
                  </a:lnTo>
                  <a:lnTo>
                    <a:pt x="4317678" y="1743664"/>
                  </a:lnTo>
                  <a:lnTo>
                    <a:pt x="4404729" y="1759709"/>
                  </a:lnTo>
                  <a:lnTo>
                    <a:pt x="4498316" y="1774186"/>
                  </a:lnTo>
                  <a:lnTo>
                    <a:pt x="4597386" y="1787170"/>
                  </a:lnTo>
                  <a:lnTo>
                    <a:pt x="4700038" y="1798683"/>
                  </a:lnTo>
                  <a:lnTo>
                    <a:pt x="4803444" y="1808709"/>
                  </a:lnTo>
                  <a:lnTo>
                    <a:pt x="4903919" y="1817215"/>
                  </a:lnTo>
                  <a:lnTo>
                    <a:pt x="4997241" y="1824176"/>
                  </a:lnTo>
                  <a:lnTo>
                    <a:pt x="5079194" y="1829605"/>
                  </a:lnTo>
                  <a:lnTo>
                    <a:pt x="5146287" y="1833580"/>
                  </a:lnTo>
                  <a:lnTo>
                    <a:pt x="5196461" y="1836253"/>
                  </a:lnTo>
                  <a:lnTo>
                    <a:pt x="5229569" y="1837847"/>
                  </a:lnTo>
                  <a:lnTo>
                    <a:pt x="5247529" y="1838631"/>
                  </a:lnTo>
                  <a:lnTo>
                    <a:pt x="5254169" y="1838895"/>
                  </a:lnTo>
                  <a:lnTo>
                    <a:pt x="5254955" y="1838924"/>
                  </a:lnTo>
                  <a:lnTo>
                    <a:pt x="6726343" y="1838924"/>
                  </a:lnTo>
                  <a:lnTo>
                    <a:pt x="6727544" y="1838882"/>
                  </a:lnTo>
                  <a:lnTo>
                    <a:pt x="6735432" y="1838580"/>
                  </a:lnTo>
                  <a:lnTo>
                    <a:pt x="6755284" y="1837745"/>
                  </a:lnTo>
                  <a:lnTo>
                    <a:pt x="6790695" y="1836102"/>
                  </a:lnTo>
                  <a:lnTo>
                    <a:pt x="6843310" y="1833398"/>
                  </a:lnTo>
                  <a:lnTo>
                    <a:pt x="6912702" y="1829429"/>
                  </a:lnTo>
                  <a:lnTo>
                    <a:pt x="6996567" y="1824059"/>
                  </a:lnTo>
                  <a:lnTo>
                    <a:pt x="7091259" y="1817226"/>
                  </a:lnTo>
                  <a:lnTo>
                    <a:pt x="7192507" y="1808922"/>
                  </a:lnTo>
                  <a:lnTo>
                    <a:pt x="7296121" y="1799173"/>
                  </a:lnTo>
                  <a:lnTo>
                    <a:pt x="7398517" y="1788012"/>
                  </a:lnTo>
                  <a:lnTo>
                    <a:pt x="7496991" y="1775449"/>
                  </a:lnTo>
                  <a:lnTo>
                    <a:pt x="7589767" y="1761455"/>
                  </a:lnTo>
                  <a:lnTo>
                    <a:pt x="7675901" y="1745953"/>
                  </a:lnTo>
                  <a:lnTo>
                    <a:pt x="7755110" y="1728812"/>
                  </a:lnTo>
                  <a:lnTo>
                    <a:pt x="7827591" y="1709845"/>
                  </a:lnTo>
                  <a:lnTo>
                    <a:pt x="7893857" y="1688819"/>
                  </a:lnTo>
                  <a:lnTo>
                    <a:pt x="7954614" y="1665459"/>
                  </a:lnTo>
                  <a:lnTo>
                    <a:pt x="8010661" y="1639465"/>
                  </a:lnTo>
                  <a:lnTo>
                    <a:pt x="8062829" y="1610540"/>
                  </a:lnTo>
                  <a:lnTo>
                    <a:pt x="8111917" y="1578440"/>
                  </a:lnTo>
                  <a:lnTo>
                    <a:pt x="8151487" y="1548783"/>
                  </a:lnTo>
                  <a:lnTo>
                    <a:pt x="8196187" y="1511078"/>
                  </a:lnTo>
                  <a:lnTo>
                    <a:pt x="8239616" y="1470082"/>
                  </a:lnTo>
                  <a:lnTo>
                    <a:pt x="8282183" y="1425733"/>
                  </a:lnTo>
                  <a:lnTo>
                    <a:pt x="8324208" y="1378048"/>
                  </a:lnTo>
                  <a:lnTo>
                    <a:pt x="8365927" y="1327134"/>
                  </a:lnTo>
                  <a:lnTo>
                    <a:pt x="8407514" y="1273194"/>
                  </a:lnTo>
                  <a:lnTo>
                    <a:pt x="8449083" y="1216528"/>
                  </a:lnTo>
                  <a:lnTo>
                    <a:pt x="8490699" y="1157535"/>
                  </a:lnTo>
                  <a:lnTo>
                    <a:pt x="8532389" y="1096699"/>
                  </a:lnTo>
                  <a:lnTo>
                    <a:pt x="8574146" y="1034579"/>
                  </a:lnTo>
                  <a:lnTo>
                    <a:pt x="8615944" y="971785"/>
                  </a:lnTo>
                  <a:lnTo>
                    <a:pt x="8657744" y="908958"/>
                  </a:lnTo>
                  <a:lnTo>
                    <a:pt x="8699507" y="846738"/>
                  </a:lnTo>
                  <a:lnTo>
                    <a:pt x="8741204" y="785740"/>
                  </a:lnTo>
                  <a:lnTo>
                    <a:pt x="8782828" y="726531"/>
                  </a:lnTo>
                  <a:lnTo>
                    <a:pt x="8824399" y="669602"/>
                  </a:lnTo>
                  <a:lnTo>
                    <a:pt x="8865979" y="615361"/>
                  </a:lnTo>
                  <a:lnTo>
                    <a:pt x="8907678" y="564120"/>
                  </a:lnTo>
                  <a:lnTo>
                    <a:pt x="8949661" y="516092"/>
                  </a:lnTo>
                  <a:lnTo>
                    <a:pt x="8992159" y="471391"/>
                  </a:lnTo>
                  <a:lnTo>
                    <a:pt x="9035479" y="430047"/>
                  </a:lnTo>
                  <a:lnTo>
                    <a:pt x="9080025" y="392004"/>
                  </a:lnTo>
                  <a:lnTo>
                    <a:pt x="9084767" y="388217"/>
                  </a:lnTo>
                  <a:lnTo>
                    <a:pt x="9131824" y="353335"/>
                  </a:lnTo>
                  <a:lnTo>
                    <a:pt x="9181342" y="321742"/>
                  </a:lnTo>
                  <a:lnTo>
                    <a:pt x="9234061" y="293293"/>
                  </a:lnTo>
                  <a:lnTo>
                    <a:pt x="9290789" y="267730"/>
                  </a:lnTo>
                  <a:lnTo>
                    <a:pt x="9352354" y="244753"/>
                  </a:lnTo>
                  <a:lnTo>
                    <a:pt x="9419547" y="224066"/>
                  </a:lnTo>
                  <a:lnTo>
                    <a:pt x="9493051" y="205398"/>
                  </a:lnTo>
                  <a:lnTo>
                    <a:pt x="9573338" y="188523"/>
                  </a:lnTo>
                  <a:lnTo>
                    <a:pt x="9660541" y="173264"/>
                  </a:lnTo>
                  <a:lnTo>
                    <a:pt x="9754288" y="159497"/>
                  </a:lnTo>
                  <a:lnTo>
                    <a:pt x="9853514" y="147153"/>
                  </a:lnTo>
                  <a:lnTo>
                    <a:pt x="9956302" y="136211"/>
                  </a:lnTo>
                  <a:lnTo>
                    <a:pt x="10059803" y="126686"/>
                  </a:lnTo>
                  <a:lnTo>
                    <a:pt x="10160313" y="118610"/>
                  </a:lnTo>
                  <a:lnTo>
                    <a:pt x="10253589" y="112007"/>
                  </a:lnTo>
                  <a:lnTo>
                    <a:pt x="10335410" y="106862"/>
                  </a:lnTo>
                  <a:lnTo>
                    <a:pt x="10402293" y="103101"/>
                  </a:lnTo>
                  <a:lnTo>
                    <a:pt x="10452200" y="100578"/>
                  </a:lnTo>
                  <a:lnTo>
                    <a:pt x="10485022" y="99078"/>
                  </a:lnTo>
                  <a:lnTo>
                    <a:pt x="10502724" y="98345"/>
                  </a:lnTo>
                  <a:lnTo>
                    <a:pt x="10509182" y="98101"/>
                  </a:lnTo>
                  <a:lnTo>
                    <a:pt x="10509911" y="98075"/>
                  </a:lnTo>
                  <a:lnTo>
                    <a:pt x="11981298" y="98075"/>
                  </a:lnTo>
                  <a:lnTo>
                    <a:pt x="11981298" y="89902"/>
                  </a:lnTo>
                  <a:lnTo>
                    <a:pt x="10509911" y="89902"/>
                  </a:lnTo>
                  <a:lnTo>
                    <a:pt x="10508709" y="89945"/>
                  </a:lnTo>
                  <a:lnTo>
                    <a:pt x="10500821" y="90247"/>
                  </a:lnTo>
                  <a:lnTo>
                    <a:pt x="10480969" y="91082"/>
                  </a:lnTo>
                  <a:lnTo>
                    <a:pt x="10445558" y="92725"/>
                  </a:lnTo>
                  <a:lnTo>
                    <a:pt x="10392943" y="95429"/>
                  </a:lnTo>
                  <a:lnTo>
                    <a:pt x="10323551" y="99398"/>
                  </a:lnTo>
                  <a:lnTo>
                    <a:pt x="10239686" y="104767"/>
                  </a:lnTo>
                  <a:lnTo>
                    <a:pt x="10144994" y="111601"/>
                  </a:lnTo>
                  <a:lnTo>
                    <a:pt x="10043747" y="119905"/>
                  </a:lnTo>
                  <a:lnTo>
                    <a:pt x="9940132" y="129653"/>
                  </a:lnTo>
                  <a:lnTo>
                    <a:pt x="9837736" y="140814"/>
                  </a:lnTo>
                  <a:lnTo>
                    <a:pt x="9739262" y="153377"/>
                  </a:lnTo>
                  <a:lnTo>
                    <a:pt x="9646486" y="167371"/>
                  </a:lnTo>
                  <a:lnTo>
                    <a:pt x="9560352" y="182873"/>
                  </a:lnTo>
                  <a:lnTo>
                    <a:pt x="9481143" y="200015"/>
                  </a:lnTo>
                  <a:lnTo>
                    <a:pt x="9408662" y="218982"/>
                  </a:lnTo>
                  <a:lnTo>
                    <a:pt x="9342396" y="240008"/>
                  </a:lnTo>
                  <a:lnTo>
                    <a:pt x="9281640" y="263368"/>
                  </a:lnTo>
                  <a:lnTo>
                    <a:pt x="9225592" y="289362"/>
                  </a:lnTo>
                  <a:lnTo>
                    <a:pt x="9173424" y="318286"/>
                  </a:lnTo>
                  <a:lnTo>
                    <a:pt x="9124336" y="350387"/>
                  </a:lnTo>
                  <a:lnTo>
                    <a:pt x="9084767" y="380044"/>
                  </a:lnTo>
                  <a:lnTo>
                    <a:pt x="9040066" y="417748"/>
                  </a:lnTo>
                  <a:lnTo>
                    <a:pt x="8996638" y="458744"/>
                  </a:lnTo>
                  <a:lnTo>
                    <a:pt x="8954070" y="503094"/>
                  </a:lnTo>
                  <a:lnTo>
                    <a:pt x="8912046" y="550779"/>
                  </a:lnTo>
                  <a:lnTo>
                    <a:pt x="8870326" y="601693"/>
                  </a:lnTo>
                  <a:lnTo>
                    <a:pt x="8828739" y="655633"/>
                  </a:lnTo>
                  <a:lnTo>
                    <a:pt x="8787171" y="712298"/>
                  </a:lnTo>
                  <a:lnTo>
                    <a:pt x="8745554" y="771292"/>
                  </a:lnTo>
                  <a:lnTo>
                    <a:pt x="8703865" y="832128"/>
                  </a:lnTo>
                  <a:lnTo>
                    <a:pt x="8662107" y="894248"/>
                  </a:lnTo>
                  <a:lnTo>
                    <a:pt x="8620309" y="957042"/>
                  </a:lnTo>
                  <a:lnTo>
                    <a:pt x="8578509" y="1019869"/>
                  </a:lnTo>
                  <a:lnTo>
                    <a:pt x="8536746" y="1082089"/>
                  </a:lnTo>
                  <a:lnTo>
                    <a:pt x="8495049" y="1143086"/>
                  </a:lnTo>
                  <a:lnTo>
                    <a:pt x="8453426" y="1202296"/>
                  </a:lnTo>
                  <a:lnTo>
                    <a:pt x="8411854" y="1259225"/>
                  </a:lnTo>
                  <a:lnTo>
                    <a:pt x="8370274" y="1313465"/>
                  </a:lnTo>
                  <a:lnTo>
                    <a:pt x="8328575" y="1364706"/>
                  </a:lnTo>
                  <a:lnTo>
                    <a:pt x="8286592" y="1412735"/>
                  </a:lnTo>
                  <a:lnTo>
                    <a:pt x="8244095" y="1457435"/>
                  </a:lnTo>
                  <a:lnTo>
                    <a:pt x="8200774" y="1498780"/>
                  </a:lnTo>
                  <a:lnTo>
                    <a:pt x="8156228" y="1536823"/>
                  </a:lnTo>
                  <a:lnTo>
                    <a:pt x="8151487" y="1540610"/>
                  </a:lnTo>
                  <a:lnTo>
                    <a:pt x="8104429" y="1575492"/>
                  </a:lnTo>
                  <a:lnTo>
                    <a:pt x="8054911" y="1607085"/>
                  </a:lnTo>
                  <a:lnTo>
                    <a:pt x="8002192" y="1635534"/>
                  </a:lnTo>
                  <a:lnTo>
                    <a:pt x="7945464" y="1661097"/>
                  </a:lnTo>
                  <a:lnTo>
                    <a:pt x="7883899" y="1684073"/>
                  </a:lnTo>
                  <a:lnTo>
                    <a:pt x="7816706" y="1704761"/>
                  </a:lnTo>
                  <a:lnTo>
                    <a:pt x="7743203" y="1723428"/>
                  </a:lnTo>
                  <a:lnTo>
                    <a:pt x="7662916" y="1740303"/>
                  </a:lnTo>
                  <a:lnTo>
                    <a:pt x="7575712" y="1755563"/>
                  </a:lnTo>
                  <a:lnTo>
                    <a:pt x="7481965" y="1769330"/>
                  </a:lnTo>
                  <a:lnTo>
                    <a:pt x="7382739" y="1781673"/>
                  </a:lnTo>
                  <a:lnTo>
                    <a:pt x="7279951" y="1792615"/>
                  </a:lnTo>
                  <a:lnTo>
                    <a:pt x="7176450" y="1802140"/>
                  </a:lnTo>
                  <a:lnTo>
                    <a:pt x="7075941" y="1810216"/>
                  </a:lnTo>
                  <a:lnTo>
                    <a:pt x="6982664" y="1816820"/>
                  </a:lnTo>
                  <a:lnTo>
                    <a:pt x="6900843" y="1821965"/>
                  </a:lnTo>
                  <a:lnTo>
                    <a:pt x="6833960" y="1825725"/>
                  </a:lnTo>
                  <a:lnTo>
                    <a:pt x="6784054" y="1828249"/>
                  </a:lnTo>
                  <a:lnTo>
                    <a:pt x="6751231" y="1829748"/>
                  </a:lnTo>
                  <a:lnTo>
                    <a:pt x="6733529" y="1830482"/>
                  </a:lnTo>
                  <a:lnTo>
                    <a:pt x="6727071" y="1830726"/>
                  </a:lnTo>
                  <a:lnTo>
                    <a:pt x="6726343" y="1830751"/>
                  </a:lnTo>
                  <a:lnTo>
                    <a:pt x="5254955" y="1830751"/>
                  </a:lnTo>
                  <a:lnTo>
                    <a:pt x="5253757" y="1830707"/>
                  </a:lnTo>
                  <a:lnTo>
                    <a:pt x="5245893" y="1830390"/>
                  </a:lnTo>
                  <a:lnTo>
                    <a:pt x="5226099" y="1829515"/>
                  </a:lnTo>
                  <a:lnTo>
                    <a:pt x="5190787" y="1827792"/>
                  </a:lnTo>
                  <a:lnTo>
                    <a:pt x="5138309" y="1824957"/>
                  </a:lnTo>
                  <a:lnTo>
                    <a:pt x="5069082" y="1820796"/>
                  </a:lnTo>
                  <a:lnTo>
                    <a:pt x="4985392" y="1815166"/>
                  </a:lnTo>
                  <a:lnTo>
                    <a:pt x="4890868" y="1807999"/>
                  </a:lnTo>
                  <a:lnTo>
                    <a:pt x="4789766" y="1799289"/>
                  </a:lnTo>
                  <a:lnTo>
                    <a:pt x="4686266" y="1789063"/>
                  </a:lnTo>
                  <a:lnTo>
                    <a:pt x="4583947" y="1777354"/>
                  </a:lnTo>
                  <a:lnTo>
                    <a:pt x="4485516" y="1764174"/>
                  </a:lnTo>
                  <a:lnTo>
                    <a:pt x="4392755" y="1749493"/>
                  </a:lnTo>
                  <a:lnTo>
                    <a:pt x="4306614" y="1733231"/>
                  </a:lnTo>
                  <a:lnTo>
                    <a:pt x="4227383" y="1715251"/>
                  </a:lnTo>
                  <a:lnTo>
                    <a:pt x="4154873" y="1695359"/>
                  </a:lnTo>
                  <a:lnTo>
                    <a:pt x="4088574" y="1673310"/>
                  </a:lnTo>
                  <a:lnTo>
                    <a:pt x="4027788" y="1648817"/>
                  </a:lnTo>
                  <a:lnTo>
                    <a:pt x="3971715" y="1621566"/>
                  </a:lnTo>
                  <a:lnTo>
                    <a:pt x="3919531" y="1591246"/>
                  </a:lnTo>
                  <a:lnTo>
                    <a:pt x="3870437" y="1557597"/>
                  </a:lnTo>
                  <a:lnTo>
                    <a:pt x="3829811" y="1525626"/>
                  </a:lnTo>
                  <a:lnTo>
                    <a:pt x="3785791" y="1486614"/>
                  </a:lnTo>
                  <a:lnTo>
                    <a:pt x="3743011" y="1444248"/>
                  </a:lnTo>
                  <a:lnTo>
                    <a:pt x="3701076" y="1398464"/>
                  </a:lnTo>
                  <a:lnTo>
                    <a:pt x="3659679" y="1349277"/>
                  </a:lnTo>
                  <a:lnTo>
                    <a:pt x="3618590" y="1296788"/>
                  </a:lnTo>
                  <a:lnTo>
                    <a:pt x="3577641" y="1241196"/>
                  </a:lnTo>
                  <a:lnTo>
                    <a:pt x="3536718" y="1182792"/>
                  </a:lnTo>
                  <a:lnTo>
                    <a:pt x="3495753" y="1121966"/>
                  </a:lnTo>
                  <a:lnTo>
                    <a:pt x="3454718" y="1059197"/>
                  </a:lnTo>
                  <a:lnTo>
                    <a:pt x="3413615" y="995035"/>
                  </a:lnTo>
                  <a:lnTo>
                    <a:pt x="3372467" y="930088"/>
                  </a:lnTo>
                  <a:lnTo>
                    <a:pt x="3331311" y="864994"/>
                  </a:lnTo>
                  <a:lnTo>
                    <a:pt x="3290184" y="800400"/>
                  </a:lnTo>
                  <a:lnTo>
                    <a:pt x="3249117" y="736930"/>
                  </a:lnTo>
                  <a:lnTo>
                    <a:pt x="3208122" y="675162"/>
                  </a:lnTo>
                  <a:lnTo>
                    <a:pt x="3167185" y="615611"/>
                  </a:lnTo>
                  <a:lnTo>
                    <a:pt x="3126259" y="558706"/>
                  </a:lnTo>
                  <a:lnTo>
                    <a:pt x="3085250" y="504785"/>
                  </a:lnTo>
                  <a:lnTo>
                    <a:pt x="3044018" y="454089"/>
                  </a:lnTo>
                  <a:lnTo>
                    <a:pt x="3002359" y="406760"/>
                  </a:lnTo>
                  <a:lnTo>
                    <a:pt x="2960003" y="362854"/>
                  </a:lnTo>
                  <a:lnTo>
                    <a:pt x="2916599" y="322339"/>
                  </a:lnTo>
                  <a:lnTo>
                    <a:pt x="2896531" y="305125"/>
                  </a:lnTo>
                  <a:lnTo>
                    <a:pt x="2849524" y="268478"/>
                  </a:lnTo>
                  <a:lnTo>
                    <a:pt x="2800062" y="235283"/>
                  </a:lnTo>
                  <a:lnTo>
                    <a:pt x="2747409" y="205388"/>
                  </a:lnTo>
                  <a:lnTo>
                    <a:pt x="2690756" y="178523"/>
                  </a:lnTo>
                  <a:lnTo>
                    <a:pt x="2629281" y="154373"/>
                  </a:lnTo>
                  <a:lnTo>
                    <a:pt x="2562193" y="132627"/>
                  </a:lnTo>
                  <a:lnTo>
                    <a:pt x="2488812" y="113002"/>
                  </a:lnTo>
                  <a:lnTo>
                    <a:pt x="2408664" y="95260"/>
                  </a:lnTo>
                  <a:lnTo>
                    <a:pt x="2321613" y="79215"/>
                  </a:lnTo>
                  <a:lnTo>
                    <a:pt x="2228026" y="64737"/>
                  </a:lnTo>
                  <a:lnTo>
                    <a:pt x="2128956" y="51754"/>
                  </a:lnTo>
                  <a:lnTo>
                    <a:pt x="2026304" y="40241"/>
                  </a:lnTo>
                  <a:lnTo>
                    <a:pt x="1922899" y="30215"/>
                  </a:lnTo>
                  <a:lnTo>
                    <a:pt x="1822423" y="21709"/>
                  </a:lnTo>
                  <a:lnTo>
                    <a:pt x="1729101" y="14748"/>
                  </a:lnTo>
                  <a:lnTo>
                    <a:pt x="1647149" y="9318"/>
                  </a:lnTo>
                  <a:lnTo>
                    <a:pt x="1580055" y="5343"/>
                  </a:lnTo>
                  <a:lnTo>
                    <a:pt x="1529881" y="2670"/>
                  </a:lnTo>
                  <a:lnTo>
                    <a:pt x="1496774" y="1077"/>
                  </a:lnTo>
                  <a:lnTo>
                    <a:pt x="1478813" y="293"/>
                  </a:lnTo>
                  <a:lnTo>
                    <a:pt x="1472173" y="28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270" name="pl270"/>
            <p:cNvSpPr/>
            <p:nvPr/>
          </p:nvSpPr>
          <p:spPr>
            <a:xfrm>
              <a:off x="4799595" y="4383141"/>
              <a:ext cx="11981298" cy="1830751"/>
            </a:xfrm>
            <a:custGeom>
              <a:avLst/>
              <a:pathLst>
                <a:path w="11981298" h="1830751">
                  <a:moveTo>
                    <a:pt x="0" y="0"/>
                  </a:moveTo>
                  <a:lnTo>
                    <a:pt x="1471387" y="0"/>
                  </a:lnTo>
                  <a:lnTo>
                    <a:pt x="1472585" y="44"/>
                  </a:lnTo>
                  <a:lnTo>
                    <a:pt x="1480449" y="361"/>
                  </a:lnTo>
                  <a:lnTo>
                    <a:pt x="1500243" y="1236"/>
                  </a:lnTo>
                  <a:lnTo>
                    <a:pt x="1535555" y="2958"/>
                  </a:lnTo>
                  <a:lnTo>
                    <a:pt x="1588033" y="5793"/>
                  </a:lnTo>
                  <a:lnTo>
                    <a:pt x="1657260" y="9955"/>
                  </a:lnTo>
                  <a:lnTo>
                    <a:pt x="1740950" y="15585"/>
                  </a:lnTo>
                  <a:lnTo>
                    <a:pt x="1835474" y="22751"/>
                  </a:lnTo>
                  <a:lnTo>
                    <a:pt x="1936576" y="31462"/>
                  </a:lnTo>
                  <a:lnTo>
                    <a:pt x="2040077" y="41688"/>
                  </a:lnTo>
                  <a:lnTo>
                    <a:pt x="2142396" y="53396"/>
                  </a:lnTo>
                  <a:lnTo>
                    <a:pt x="2240826" y="66577"/>
                  </a:lnTo>
                  <a:lnTo>
                    <a:pt x="2333587" y="81257"/>
                  </a:lnTo>
                  <a:lnTo>
                    <a:pt x="2419728" y="97519"/>
                  </a:lnTo>
                  <a:lnTo>
                    <a:pt x="2498959" y="115500"/>
                  </a:lnTo>
                  <a:lnTo>
                    <a:pt x="2571469" y="135392"/>
                  </a:lnTo>
                  <a:lnTo>
                    <a:pt x="2637768" y="157441"/>
                  </a:lnTo>
                  <a:lnTo>
                    <a:pt x="2698555" y="181934"/>
                  </a:lnTo>
                  <a:lnTo>
                    <a:pt x="2754627" y="209184"/>
                  </a:lnTo>
                  <a:lnTo>
                    <a:pt x="2806811" y="239504"/>
                  </a:lnTo>
                  <a:lnTo>
                    <a:pt x="2855906" y="273154"/>
                  </a:lnTo>
                  <a:lnTo>
                    <a:pt x="2896531" y="305125"/>
                  </a:lnTo>
                  <a:lnTo>
                    <a:pt x="2940551" y="344137"/>
                  </a:lnTo>
                  <a:lnTo>
                    <a:pt x="2983331" y="386503"/>
                  </a:lnTo>
                  <a:lnTo>
                    <a:pt x="3025266" y="432287"/>
                  </a:lnTo>
                  <a:lnTo>
                    <a:pt x="3066663" y="481474"/>
                  </a:lnTo>
                  <a:lnTo>
                    <a:pt x="3107752" y="533962"/>
                  </a:lnTo>
                  <a:lnTo>
                    <a:pt x="3148701" y="589555"/>
                  </a:lnTo>
                  <a:lnTo>
                    <a:pt x="3189625" y="647959"/>
                  </a:lnTo>
                  <a:lnTo>
                    <a:pt x="3230590" y="708784"/>
                  </a:lnTo>
                  <a:lnTo>
                    <a:pt x="3271625" y="771554"/>
                  </a:lnTo>
                  <a:lnTo>
                    <a:pt x="3312727" y="835716"/>
                  </a:lnTo>
                  <a:lnTo>
                    <a:pt x="3353875" y="900663"/>
                  </a:lnTo>
                  <a:lnTo>
                    <a:pt x="3395031" y="965756"/>
                  </a:lnTo>
                  <a:lnTo>
                    <a:pt x="3436158" y="1030350"/>
                  </a:lnTo>
                  <a:lnTo>
                    <a:pt x="3477225" y="1093821"/>
                  </a:lnTo>
                  <a:lnTo>
                    <a:pt x="3518220" y="1155589"/>
                  </a:lnTo>
                  <a:lnTo>
                    <a:pt x="3559157" y="1215140"/>
                  </a:lnTo>
                  <a:lnTo>
                    <a:pt x="3600083" y="1272045"/>
                  </a:lnTo>
                  <a:lnTo>
                    <a:pt x="3641092" y="1325966"/>
                  </a:lnTo>
                  <a:lnTo>
                    <a:pt x="3682325" y="1376662"/>
                  </a:lnTo>
                  <a:lnTo>
                    <a:pt x="3723983" y="1423990"/>
                  </a:lnTo>
                  <a:lnTo>
                    <a:pt x="3766339" y="1467897"/>
                  </a:lnTo>
                  <a:lnTo>
                    <a:pt x="3809743" y="1508412"/>
                  </a:lnTo>
                  <a:lnTo>
                    <a:pt x="3829811" y="1525626"/>
                  </a:lnTo>
                  <a:lnTo>
                    <a:pt x="3876818" y="1562273"/>
                  </a:lnTo>
                  <a:lnTo>
                    <a:pt x="3926280" y="1595468"/>
                  </a:lnTo>
                  <a:lnTo>
                    <a:pt x="3978934" y="1625363"/>
                  </a:lnTo>
                  <a:lnTo>
                    <a:pt x="4035586" y="1652228"/>
                  </a:lnTo>
                  <a:lnTo>
                    <a:pt x="4097061" y="1676378"/>
                  </a:lnTo>
                  <a:lnTo>
                    <a:pt x="4164149" y="1698124"/>
                  </a:lnTo>
                  <a:lnTo>
                    <a:pt x="4237530" y="1717749"/>
                  </a:lnTo>
                  <a:lnTo>
                    <a:pt x="4317678" y="1735491"/>
                  </a:lnTo>
                  <a:lnTo>
                    <a:pt x="4404729" y="1751536"/>
                  </a:lnTo>
                  <a:lnTo>
                    <a:pt x="4498316" y="1766013"/>
                  </a:lnTo>
                  <a:lnTo>
                    <a:pt x="4597386" y="1778997"/>
                  </a:lnTo>
                  <a:lnTo>
                    <a:pt x="4700038" y="1790510"/>
                  </a:lnTo>
                  <a:lnTo>
                    <a:pt x="4803444" y="1800536"/>
                  </a:lnTo>
                  <a:lnTo>
                    <a:pt x="4903919" y="1809042"/>
                  </a:lnTo>
                  <a:lnTo>
                    <a:pt x="4997241" y="1816003"/>
                  </a:lnTo>
                  <a:lnTo>
                    <a:pt x="5079194" y="1821432"/>
                  </a:lnTo>
                  <a:lnTo>
                    <a:pt x="5146287" y="1825407"/>
                  </a:lnTo>
                  <a:lnTo>
                    <a:pt x="5196461" y="1828080"/>
                  </a:lnTo>
                  <a:lnTo>
                    <a:pt x="5229569" y="1829674"/>
                  </a:lnTo>
                  <a:lnTo>
                    <a:pt x="5247529" y="1830458"/>
                  </a:lnTo>
                  <a:lnTo>
                    <a:pt x="5254169" y="1830722"/>
                  </a:lnTo>
                  <a:lnTo>
                    <a:pt x="5254955" y="1830751"/>
                  </a:lnTo>
                  <a:lnTo>
                    <a:pt x="6726343" y="1830751"/>
                  </a:lnTo>
                  <a:lnTo>
                    <a:pt x="6727544" y="1830709"/>
                  </a:lnTo>
                  <a:lnTo>
                    <a:pt x="6735432" y="1830407"/>
                  </a:lnTo>
                  <a:lnTo>
                    <a:pt x="6755284" y="1829572"/>
                  </a:lnTo>
                  <a:lnTo>
                    <a:pt x="6790695" y="1827929"/>
                  </a:lnTo>
                  <a:lnTo>
                    <a:pt x="6843310" y="1825225"/>
                  </a:lnTo>
                  <a:lnTo>
                    <a:pt x="6912702" y="1821256"/>
                  </a:lnTo>
                  <a:lnTo>
                    <a:pt x="6996567" y="1815886"/>
                  </a:lnTo>
                  <a:lnTo>
                    <a:pt x="7091259" y="1809053"/>
                  </a:lnTo>
                  <a:lnTo>
                    <a:pt x="7192507" y="1800749"/>
                  </a:lnTo>
                  <a:lnTo>
                    <a:pt x="7296121" y="1791000"/>
                  </a:lnTo>
                  <a:lnTo>
                    <a:pt x="7398517" y="1779839"/>
                  </a:lnTo>
                  <a:lnTo>
                    <a:pt x="7496991" y="1767276"/>
                  </a:lnTo>
                  <a:lnTo>
                    <a:pt x="7589767" y="1753282"/>
                  </a:lnTo>
                  <a:lnTo>
                    <a:pt x="7675901" y="1737780"/>
                  </a:lnTo>
                  <a:lnTo>
                    <a:pt x="7755110" y="1720639"/>
                  </a:lnTo>
                  <a:lnTo>
                    <a:pt x="7827591" y="1701672"/>
                  </a:lnTo>
                  <a:lnTo>
                    <a:pt x="7893857" y="1680646"/>
                  </a:lnTo>
                  <a:lnTo>
                    <a:pt x="7954614" y="1657286"/>
                  </a:lnTo>
                  <a:lnTo>
                    <a:pt x="8010661" y="1631292"/>
                  </a:lnTo>
                  <a:lnTo>
                    <a:pt x="8062829" y="1602367"/>
                  </a:lnTo>
                  <a:lnTo>
                    <a:pt x="8111917" y="1570267"/>
                  </a:lnTo>
                  <a:lnTo>
                    <a:pt x="8151487" y="1540610"/>
                  </a:lnTo>
                  <a:lnTo>
                    <a:pt x="8196187" y="1502905"/>
                  </a:lnTo>
                  <a:lnTo>
                    <a:pt x="8239616" y="1461909"/>
                  </a:lnTo>
                  <a:lnTo>
                    <a:pt x="8282183" y="1417560"/>
                  </a:lnTo>
                  <a:lnTo>
                    <a:pt x="8324208" y="1369875"/>
                  </a:lnTo>
                  <a:lnTo>
                    <a:pt x="8365927" y="1318961"/>
                  </a:lnTo>
                  <a:lnTo>
                    <a:pt x="8407514" y="1265021"/>
                  </a:lnTo>
                  <a:lnTo>
                    <a:pt x="8449083" y="1208355"/>
                  </a:lnTo>
                  <a:lnTo>
                    <a:pt x="8490699" y="1149362"/>
                  </a:lnTo>
                  <a:lnTo>
                    <a:pt x="8532389" y="1088526"/>
                  </a:lnTo>
                  <a:lnTo>
                    <a:pt x="8574146" y="1026406"/>
                  </a:lnTo>
                  <a:lnTo>
                    <a:pt x="8615944" y="963612"/>
                  </a:lnTo>
                  <a:lnTo>
                    <a:pt x="8657744" y="900785"/>
                  </a:lnTo>
                  <a:lnTo>
                    <a:pt x="8699507" y="838565"/>
                  </a:lnTo>
                  <a:lnTo>
                    <a:pt x="8741204" y="777567"/>
                  </a:lnTo>
                  <a:lnTo>
                    <a:pt x="8782828" y="718358"/>
                  </a:lnTo>
                  <a:lnTo>
                    <a:pt x="8824399" y="661429"/>
                  </a:lnTo>
                  <a:lnTo>
                    <a:pt x="8865979" y="607188"/>
                  </a:lnTo>
                  <a:lnTo>
                    <a:pt x="8907678" y="555947"/>
                  </a:lnTo>
                  <a:lnTo>
                    <a:pt x="8949661" y="507919"/>
                  </a:lnTo>
                  <a:lnTo>
                    <a:pt x="8992159" y="463218"/>
                  </a:lnTo>
                  <a:lnTo>
                    <a:pt x="9035479" y="421874"/>
                  </a:lnTo>
                  <a:lnTo>
                    <a:pt x="9080025" y="383831"/>
                  </a:lnTo>
                  <a:lnTo>
                    <a:pt x="9084767" y="380044"/>
                  </a:lnTo>
                  <a:lnTo>
                    <a:pt x="9131824" y="345162"/>
                  </a:lnTo>
                  <a:lnTo>
                    <a:pt x="9181342" y="313569"/>
                  </a:lnTo>
                  <a:lnTo>
                    <a:pt x="9234061" y="285120"/>
                  </a:lnTo>
                  <a:lnTo>
                    <a:pt x="9290789" y="259557"/>
                  </a:lnTo>
                  <a:lnTo>
                    <a:pt x="9352354" y="236580"/>
                  </a:lnTo>
                  <a:lnTo>
                    <a:pt x="9419547" y="215893"/>
                  </a:lnTo>
                  <a:lnTo>
                    <a:pt x="9493051" y="197225"/>
                  </a:lnTo>
                  <a:lnTo>
                    <a:pt x="9573338" y="180350"/>
                  </a:lnTo>
                  <a:lnTo>
                    <a:pt x="9660541" y="165091"/>
                  </a:lnTo>
                  <a:lnTo>
                    <a:pt x="9754288" y="151324"/>
                  </a:lnTo>
                  <a:lnTo>
                    <a:pt x="9853514" y="138980"/>
                  </a:lnTo>
                  <a:lnTo>
                    <a:pt x="9956302" y="128038"/>
                  </a:lnTo>
                  <a:lnTo>
                    <a:pt x="10059803" y="118513"/>
                  </a:lnTo>
                  <a:lnTo>
                    <a:pt x="10160313" y="110437"/>
                  </a:lnTo>
                  <a:lnTo>
                    <a:pt x="10253589" y="103834"/>
                  </a:lnTo>
                  <a:lnTo>
                    <a:pt x="10335410" y="98689"/>
                  </a:lnTo>
                  <a:lnTo>
                    <a:pt x="10402293" y="94928"/>
                  </a:lnTo>
                  <a:lnTo>
                    <a:pt x="10452200" y="92405"/>
                  </a:lnTo>
                  <a:lnTo>
                    <a:pt x="10485022" y="90905"/>
                  </a:lnTo>
                  <a:lnTo>
                    <a:pt x="10502724" y="90172"/>
                  </a:lnTo>
                  <a:lnTo>
                    <a:pt x="10509182" y="89928"/>
                  </a:lnTo>
                  <a:lnTo>
                    <a:pt x="10509911" y="89902"/>
                  </a:lnTo>
                  <a:lnTo>
                    <a:pt x="11981298" y="8990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71" name="pl271"/>
            <p:cNvSpPr/>
            <p:nvPr/>
          </p:nvSpPr>
          <p:spPr>
            <a:xfrm>
              <a:off x="4799595" y="4374968"/>
              <a:ext cx="11981298" cy="1830751"/>
            </a:xfrm>
            <a:custGeom>
              <a:avLst/>
              <a:pathLst>
                <a:path w="11981298" h="1830751">
                  <a:moveTo>
                    <a:pt x="11981298" y="89902"/>
                  </a:moveTo>
                  <a:lnTo>
                    <a:pt x="10509911" y="89902"/>
                  </a:lnTo>
                  <a:lnTo>
                    <a:pt x="10508709" y="89945"/>
                  </a:lnTo>
                  <a:lnTo>
                    <a:pt x="10500821" y="90247"/>
                  </a:lnTo>
                  <a:lnTo>
                    <a:pt x="10480969" y="91082"/>
                  </a:lnTo>
                  <a:lnTo>
                    <a:pt x="10445558" y="92725"/>
                  </a:lnTo>
                  <a:lnTo>
                    <a:pt x="10392943" y="95429"/>
                  </a:lnTo>
                  <a:lnTo>
                    <a:pt x="10323551" y="99398"/>
                  </a:lnTo>
                  <a:lnTo>
                    <a:pt x="10239686" y="104767"/>
                  </a:lnTo>
                  <a:lnTo>
                    <a:pt x="10144994" y="111601"/>
                  </a:lnTo>
                  <a:lnTo>
                    <a:pt x="10043747" y="119905"/>
                  </a:lnTo>
                  <a:lnTo>
                    <a:pt x="9940132" y="129653"/>
                  </a:lnTo>
                  <a:lnTo>
                    <a:pt x="9837736" y="140814"/>
                  </a:lnTo>
                  <a:lnTo>
                    <a:pt x="9739262" y="153377"/>
                  </a:lnTo>
                  <a:lnTo>
                    <a:pt x="9646486" y="167371"/>
                  </a:lnTo>
                  <a:lnTo>
                    <a:pt x="9560352" y="182873"/>
                  </a:lnTo>
                  <a:lnTo>
                    <a:pt x="9481143" y="200015"/>
                  </a:lnTo>
                  <a:lnTo>
                    <a:pt x="9408662" y="218982"/>
                  </a:lnTo>
                  <a:lnTo>
                    <a:pt x="9342396" y="240008"/>
                  </a:lnTo>
                  <a:lnTo>
                    <a:pt x="9281640" y="263368"/>
                  </a:lnTo>
                  <a:lnTo>
                    <a:pt x="9225592" y="289362"/>
                  </a:lnTo>
                  <a:lnTo>
                    <a:pt x="9173424" y="318286"/>
                  </a:lnTo>
                  <a:lnTo>
                    <a:pt x="9124336" y="350387"/>
                  </a:lnTo>
                  <a:lnTo>
                    <a:pt x="9084767" y="380044"/>
                  </a:lnTo>
                  <a:lnTo>
                    <a:pt x="9040066" y="417748"/>
                  </a:lnTo>
                  <a:lnTo>
                    <a:pt x="8996638" y="458744"/>
                  </a:lnTo>
                  <a:lnTo>
                    <a:pt x="8954070" y="503094"/>
                  </a:lnTo>
                  <a:lnTo>
                    <a:pt x="8912046" y="550779"/>
                  </a:lnTo>
                  <a:lnTo>
                    <a:pt x="8870326" y="601693"/>
                  </a:lnTo>
                  <a:lnTo>
                    <a:pt x="8828739" y="655633"/>
                  </a:lnTo>
                  <a:lnTo>
                    <a:pt x="8787171" y="712298"/>
                  </a:lnTo>
                  <a:lnTo>
                    <a:pt x="8745554" y="771292"/>
                  </a:lnTo>
                  <a:lnTo>
                    <a:pt x="8703865" y="832128"/>
                  </a:lnTo>
                  <a:lnTo>
                    <a:pt x="8662107" y="894248"/>
                  </a:lnTo>
                  <a:lnTo>
                    <a:pt x="8620309" y="957042"/>
                  </a:lnTo>
                  <a:lnTo>
                    <a:pt x="8578509" y="1019869"/>
                  </a:lnTo>
                  <a:lnTo>
                    <a:pt x="8536746" y="1082089"/>
                  </a:lnTo>
                  <a:lnTo>
                    <a:pt x="8495049" y="1143086"/>
                  </a:lnTo>
                  <a:lnTo>
                    <a:pt x="8453426" y="1202296"/>
                  </a:lnTo>
                  <a:lnTo>
                    <a:pt x="8411854" y="1259225"/>
                  </a:lnTo>
                  <a:lnTo>
                    <a:pt x="8370274" y="1313465"/>
                  </a:lnTo>
                  <a:lnTo>
                    <a:pt x="8328575" y="1364706"/>
                  </a:lnTo>
                  <a:lnTo>
                    <a:pt x="8286592" y="1412735"/>
                  </a:lnTo>
                  <a:lnTo>
                    <a:pt x="8244095" y="1457435"/>
                  </a:lnTo>
                  <a:lnTo>
                    <a:pt x="8200774" y="1498780"/>
                  </a:lnTo>
                  <a:lnTo>
                    <a:pt x="8156228" y="1536823"/>
                  </a:lnTo>
                  <a:lnTo>
                    <a:pt x="8151487" y="1540610"/>
                  </a:lnTo>
                  <a:lnTo>
                    <a:pt x="8104429" y="1575492"/>
                  </a:lnTo>
                  <a:lnTo>
                    <a:pt x="8054911" y="1607085"/>
                  </a:lnTo>
                  <a:lnTo>
                    <a:pt x="8002192" y="1635534"/>
                  </a:lnTo>
                  <a:lnTo>
                    <a:pt x="7945464" y="1661097"/>
                  </a:lnTo>
                  <a:lnTo>
                    <a:pt x="7883899" y="1684073"/>
                  </a:lnTo>
                  <a:lnTo>
                    <a:pt x="7816706" y="1704761"/>
                  </a:lnTo>
                  <a:lnTo>
                    <a:pt x="7743203" y="1723428"/>
                  </a:lnTo>
                  <a:lnTo>
                    <a:pt x="7662916" y="1740303"/>
                  </a:lnTo>
                  <a:lnTo>
                    <a:pt x="7575712" y="1755563"/>
                  </a:lnTo>
                  <a:lnTo>
                    <a:pt x="7481965" y="1769330"/>
                  </a:lnTo>
                  <a:lnTo>
                    <a:pt x="7382739" y="1781673"/>
                  </a:lnTo>
                  <a:lnTo>
                    <a:pt x="7279951" y="1792615"/>
                  </a:lnTo>
                  <a:lnTo>
                    <a:pt x="7176450" y="1802140"/>
                  </a:lnTo>
                  <a:lnTo>
                    <a:pt x="7075941" y="1810216"/>
                  </a:lnTo>
                  <a:lnTo>
                    <a:pt x="6982664" y="1816820"/>
                  </a:lnTo>
                  <a:lnTo>
                    <a:pt x="6900843" y="1821965"/>
                  </a:lnTo>
                  <a:lnTo>
                    <a:pt x="6833960" y="1825725"/>
                  </a:lnTo>
                  <a:lnTo>
                    <a:pt x="6784054" y="1828249"/>
                  </a:lnTo>
                  <a:lnTo>
                    <a:pt x="6751231" y="1829748"/>
                  </a:lnTo>
                  <a:lnTo>
                    <a:pt x="6733529" y="1830482"/>
                  </a:lnTo>
                  <a:lnTo>
                    <a:pt x="6727071" y="1830726"/>
                  </a:lnTo>
                  <a:lnTo>
                    <a:pt x="6726343" y="1830751"/>
                  </a:lnTo>
                  <a:lnTo>
                    <a:pt x="5254955" y="1830751"/>
                  </a:lnTo>
                  <a:lnTo>
                    <a:pt x="5253757" y="1830707"/>
                  </a:lnTo>
                  <a:lnTo>
                    <a:pt x="5245893" y="1830390"/>
                  </a:lnTo>
                  <a:lnTo>
                    <a:pt x="5226099" y="1829515"/>
                  </a:lnTo>
                  <a:lnTo>
                    <a:pt x="5190787" y="1827792"/>
                  </a:lnTo>
                  <a:lnTo>
                    <a:pt x="5138309" y="1824957"/>
                  </a:lnTo>
                  <a:lnTo>
                    <a:pt x="5069082" y="1820796"/>
                  </a:lnTo>
                  <a:lnTo>
                    <a:pt x="4985392" y="1815166"/>
                  </a:lnTo>
                  <a:lnTo>
                    <a:pt x="4890868" y="1807999"/>
                  </a:lnTo>
                  <a:lnTo>
                    <a:pt x="4789766" y="1799289"/>
                  </a:lnTo>
                  <a:lnTo>
                    <a:pt x="4686266" y="1789063"/>
                  </a:lnTo>
                  <a:lnTo>
                    <a:pt x="4583947" y="1777354"/>
                  </a:lnTo>
                  <a:lnTo>
                    <a:pt x="4485516" y="1764174"/>
                  </a:lnTo>
                  <a:lnTo>
                    <a:pt x="4392755" y="1749493"/>
                  </a:lnTo>
                  <a:lnTo>
                    <a:pt x="4306614" y="1733231"/>
                  </a:lnTo>
                  <a:lnTo>
                    <a:pt x="4227383" y="1715251"/>
                  </a:lnTo>
                  <a:lnTo>
                    <a:pt x="4154873" y="1695359"/>
                  </a:lnTo>
                  <a:lnTo>
                    <a:pt x="4088574" y="1673310"/>
                  </a:lnTo>
                  <a:lnTo>
                    <a:pt x="4027788" y="1648817"/>
                  </a:lnTo>
                  <a:lnTo>
                    <a:pt x="3971715" y="1621566"/>
                  </a:lnTo>
                  <a:lnTo>
                    <a:pt x="3919531" y="1591246"/>
                  </a:lnTo>
                  <a:lnTo>
                    <a:pt x="3870437" y="1557597"/>
                  </a:lnTo>
                  <a:lnTo>
                    <a:pt x="3829811" y="1525626"/>
                  </a:lnTo>
                  <a:lnTo>
                    <a:pt x="3785791" y="1486614"/>
                  </a:lnTo>
                  <a:lnTo>
                    <a:pt x="3743011" y="1444248"/>
                  </a:lnTo>
                  <a:lnTo>
                    <a:pt x="3701076" y="1398464"/>
                  </a:lnTo>
                  <a:lnTo>
                    <a:pt x="3659679" y="1349277"/>
                  </a:lnTo>
                  <a:lnTo>
                    <a:pt x="3618590" y="1296788"/>
                  </a:lnTo>
                  <a:lnTo>
                    <a:pt x="3577641" y="1241196"/>
                  </a:lnTo>
                  <a:lnTo>
                    <a:pt x="3536718" y="1182792"/>
                  </a:lnTo>
                  <a:lnTo>
                    <a:pt x="3495753" y="1121966"/>
                  </a:lnTo>
                  <a:lnTo>
                    <a:pt x="3454718" y="1059197"/>
                  </a:lnTo>
                  <a:lnTo>
                    <a:pt x="3413615" y="995035"/>
                  </a:lnTo>
                  <a:lnTo>
                    <a:pt x="3372467" y="930088"/>
                  </a:lnTo>
                  <a:lnTo>
                    <a:pt x="3331311" y="864994"/>
                  </a:lnTo>
                  <a:lnTo>
                    <a:pt x="3290184" y="800400"/>
                  </a:lnTo>
                  <a:lnTo>
                    <a:pt x="3249117" y="736930"/>
                  </a:lnTo>
                  <a:lnTo>
                    <a:pt x="3208122" y="675162"/>
                  </a:lnTo>
                  <a:lnTo>
                    <a:pt x="3167185" y="615611"/>
                  </a:lnTo>
                  <a:lnTo>
                    <a:pt x="3126259" y="558706"/>
                  </a:lnTo>
                  <a:lnTo>
                    <a:pt x="3085250" y="504785"/>
                  </a:lnTo>
                  <a:lnTo>
                    <a:pt x="3044018" y="454089"/>
                  </a:lnTo>
                  <a:lnTo>
                    <a:pt x="3002359" y="406760"/>
                  </a:lnTo>
                  <a:lnTo>
                    <a:pt x="2960003" y="362854"/>
                  </a:lnTo>
                  <a:lnTo>
                    <a:pt x="2916599" y="322339"/>
                  </a:lnTo>
                  <a:lnTo>
                    <a:pt x="2896531" y="305125"/>
                  </a:lnTo>
                  <a:lnTo>
                    <a:pt x="2849524" y="268478"/>
                  </a:lnTo>
                  <a:lnTo>
                    <a:pt x="2800062" y="235283"/>
                  </a:lnTo>
                  <a:lnTo>
                    <a:pt x="2747409" y="205388"/>
                  </a:lnTo>
                  <a:lnTo>
                    <a:pt x="2690756" y="178523"/>
                  </a:lnTo>
                  <a:lnTo>
                    <a:pt x="2629281" y="154373"/>
                  </a:lnTo>
                  <a:lnTo>
                    <a:pt x="2562193" y="132627"/>
                  </a:lnTo>
                  <a:lnTo>
                    <a:pt x="2488812" y="113002"/>
                  </a:lnTo>
                  <a:lnTo>
                    <a:pt x="2408664" y="95260"/>
                  </a:lnTo>
                  <a:lnTo>
                    <a:pt x="2321613" y="79215"/>
                  </a:lnTo>
                  <a:lnTo>
                    <a:pt x="2228026" y="64737"/>
                  </a:lnTo>
                  <a:lnTo>
                    <a:pt x="2128956" y="51754"/>
                  </a:lnTo>
                  <a:lnTo>
                    <a:pt x="2026304" y="40241"/>
                  </a:lnTo>
                  <a:lnTo>
                    <a:pt x="1922899" y="30215"/>
                  </a:lnTo>
                  <a:lnTo>
                    <a:pt x="1822423" y="21709"/>
                  </a:lnTo>
                  <a:lnTo>
                    <a:pt x="1729101" y="14748"/>
                  </a:lnTo>
                  <a:lnTo>
                    <a:pt x="1647149" y="9318"/>
                  </a:lnTo>
                  <a:lnTo>
                    <a:pt x="1580055" y="5343"/>
                  </a:lnTo>
                  <a:lnTo>
                    <a:pt x="1529881" y="2670"/>
                  </a:lnTo>
                  <a:lnTo>
                    <a:pt x="1496774" y="1077"/>
                  </a:lnTo>
                  <a:lnTo>
                    <a:pt x="1478813" y="293"/>
                  </a:lnTo>
                  <a:lnTo>
                    <a:pt x="1472173" y="28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72" name="pg272"/>
            <p:cNvSpPr/>
            <p:nvPr/>
          </p:nvSpPr>
          <p:spPr>
            <a:xfrm>
              <a:off x="4799595" y="4383141"/>
              <a:ext cx="11981298" cy="1855270"/>
            </a:xfrm>
            <a:custGeom>
              <a:avLst/>
              <a:pathLst>
                <a:path w="11981298" h="1855270">
                  <a:moveTo>
                    <a:pt x="0" y="8172"/>
                  </a:moveTo>
                  <a:lnTo>
                    <a:pt x="1471387" y="8172"/>
                  </a:lnTo>
                  <a:lnTo>
                    <a:pt x="1472584" y="8217"/>
                  </a:lnTo>
                  <a:lnTo>
                    <a:pt x="1480444" y="8537"/>
                  </a:lnTo>
                  <a:lnTo>
                    <a:pt x="1500227" y="9419"/>
                  </a:lnTo>
                  <a:lnTo>
                    <a:pt x="1535520" y="11156"/>
                  </a:lnTo>
                  <a:lnTo>
                    <a:pt x="1587973" y="14015"/>
                  </a:lnTo>
                  <a:lnTo>
                    <a:pt x="1657169" y="18211"/>
                  </a:lnTo>
                  <a:lnTo>
                    <a:pt x="1740827" y="23888"/>
                  </a:lnTo>
                  <a:lnTo>
                    <a:pt x="1835319" y="31115"/>
                  </a:lnTo>
                  <a:lnTo>
                    <a:pt x="1936394" y="39899"/>
                  </a:lnTo>
                  <a:lnTo>
                    <a:pt x="2039873" y="50211"/>
                  </a:lnTo>
                  <a:lnTo>
                    <a:pt x="2142178" y="62019"/>
                  </a:lnTo>
                  <a:lnTo>
                    <a:pt x="2240600" y="75311"/>
                  </a:lnTo>
                  <a:lnTo>
                    <a:pt x="2333358" y="90116"/>
                  </a:lnTo>
                  <a:lnTo>
                    <a:pt x="2419500" y="106516"/>
                  </a:lnTo>
                  <a:lnTo>
                    <a:pt x="2498735" y="124648"/>
                  </a:lnTo>
                  <a:lnTo>
                    <a:pt x="2571251" y="144708"/>
                  </a:lnTo>
                  <a:lnTo>
                    <a:pt x="2637556" y="166941"/>
                  </a:lnTo>
                  <a:lnTo>
                    <a:pt x="2698348" y="191639"/>
                  </a:lnTo>
                  <a:lnTo>
                    <a:pt x="2754425" y="219117"/>
                  </a:lnTo>
                  <a:lnTo>
                    <a:pt x="2806612" y="249689"/>
                  </a:lnTo>
                  <a:lnTo>
                    <a:pt x="2855708" y="283618"/>
                  </a:lnTo>
                  <a:lnTo>
                    <a:pt x="2896531" y="316022"/>
                  </a:lnTo>
                  <a:lnTo>
                    <a:pt x="2940429" y="355267"/>
                  </a:lnTo>
                  <a:lnTo>
                    <a:pt x="2983093" y="397877"/>
                  </a:lnTo>
                  <a:lnTo>
                    <a:pt x="3024916" y="443916"/>
                  </a:lnTo>
                  <a:lnTo>
                    <a:pt x="3066200" y="493369"/>
                  </a:lnTo>
                  <a:lnTo>
                    <a:pt x="3107176" y="546136"/>
                  </a:lnTo>
                  <a:lnTo>
                    <a:pt x="3148011" y="602022"/>
                  </a:lnTo>
                  <a:lnTo>
                    <a:pt x="3188819" y="660733"/>
                  </a:lnTo>
                  <a:lnTo>
                    <a:pt x="3229668" y="721883"/>
                  </a:lnTo>
                  <a:lnTo>
                    <a:pt x="3270586" y="784994"/>
                  </a:lnTo>
                  <a:lnTo>
                    <a:pt x="3311572" y="849518"/>
                  </a:lnTo>
                  <a:lnTo>
                    <a:pt x="3352603" y="914847"/>
                  </a:lnTo>
                  <a:lnTo>
                    <a:pt x="3393643" y="980342"/>
                  </a:lnTo>
                  <a:lnTo>
                    <a:pt x="3434656" y="1045359"/>
                  </a:lnTo>
                  <a:lnTo>
                    <a:pt x="3475611" y="1109270"/>
                  </a:lnTo>
                  <a:lnTo>
                    <a:pt x="3516494" y="1171495"/>
                  </a:lnTo>
                  <a:lnTo>
                    <a:pt x="3557317" y="1231516"/>
                  </a:lnTo>
                  <a:lnTo>
                    <a:pt x="3598127" y="1288899"/>
                  </a:lnTo>
                  <a:lnTo>
                    <a:pt x="3639014" y="1343303"/>
                  </a:lnTo>
                  <a:lnTo>
                    <a:pt x="3680115" y="1394481"/>
                  </a:lnTo>
                  <a:lnTo>
                    <a:pt x="3721627" y="1442285"/>
                  </a:lnTo>
                  <a:lnTo>
                    <a:pt x="3763814" y="1486658"/>
                  </a:lnTo>
                  <a:lnTo>
                    <a:pt x="3807022" y="1527623"/>
                  </a:lnTo>
                  <a:lnTo>
                    <a:pt x="3829811" y="1547421"/>
                  </a:lnTo>
                  <a:lnTo>
                    <a:pt x="3876808" y="1584388"/>
                  </a:lnTo>
                  <a:lnTo>
                    <a:pt x="3926260" y="1617873"/>
                  </a:lnTo>
                  <a:lnTo>
                    <a:pt x="3978901" y="1648031"/>
                  </a:lnTo>
                  <a:lnTo>
                    <a:pt x="4035539" y="1675133"/>
                  </a:lnTo>
                  <a:lnTo>
                    <a:pt x="4096998" y="1699496"/>
                  </a:lnTo>
                  <a:lnTo>
                    <a:pt x="4164066" y="1721434"/>
                  </a:lnTo>
                  <a:lnTo>
                    <a:pt x="4237424" y="1741233"/>
                  </a:lnTo>
                  <a:lnTo>
                    <a:pt x="4317546" y="1759132"/>
                  </a:lnTo>
                  <a:lnTo>
                    <a:pt x="4404569" y="1775320"/>
                  </a:lnTo>
                  <a:lnTo>
                    <a:pt x="4498126" y="1789927"/>
                  </a:lnTo>
                  <a:lnTo>
                    <a:pt x="4597167" y="1803027"/>
                  </a:lnTo>
                  <a:lnTo>
                    <a:pt x="4699794" y="1814644"/>
                  </a:lnTo>
                  <a:lnTo>
                    <a:pt x="4803181" y="1824761"/>
                  </a:lnTo>
                  <a:lnTo>
                    <a:pt x="4903651" y="1833346"/>
                  </a:lnTo>
                  <a:lnTo>
                    <a:pt x="4996981" y="1840372"/>
                  </a:lnTo>
                  <a:lnTo>
                    <a:pt x="5078958" y="1845853"/>
                  </a:lnTo>
                  <a:lnTo>
                    <a:pt x="5146091" y="1849867"/>
                  </a:lnTo>
                  <a:lnTo>
                    <a:pt x="5196314" y="1852568"/>
                  </a:lnTo>
                  <a:lnTo>
                    <a:pt x="5229475" y="1854179"/>
                  </a:lnTo>
                  <a:lnTo>
                    <a:pt x="5247483" y="1854973"/>
                  </a:lnTo>
                  <a:lnTo>
                    <a:pt x="5254158" y="1855241"/>
                  </a:lnTo>
                  <a:lnTo>
                    <a:pt x="5254955" y="1855270"/>
                  </a:lnTo>
                  <a:lnTo>
                    <a:pt x="6726343" y="1855270"/>
                  </a:lnTo>
                  <a:lnTo>
                    <a:pt x="6727563" y="1855241"/>
                  </a:lnTo>
                  <a:lnTo>
                    <a:pt x="6735575" y="1855032"/>
                  </a:lnTo>
                  <a:lnTo>
                    <a:pt x="6755727" y="1854454"/>
                  </a:lnTo>
                  <a:lnTo>
                    <a:pt x="6791649" y="1853317"/>
                  </a:lnTo>
                  <a:lnTo>
                    <a:pt x="6844973" y="1851447"/>
                  </a:lnTo>
                  <a:lnTo>
                    <a:pt x="6915214" y="1848703"/>
                  </a:lnTo>
                  <a:lnTo>
                    <a:pt x="6999983" y="1844993"/>
                  </a:lnTo>
                  <a:lnTo>
                    <a:pt x="7095538" y="1840275"/>
                  </a:lnTo>
                  <a:lnTo>
                    <a:pt x="7197530" y="1834545"/>
                  </a:lnTo>
                  <a:lnTo>
                    <a:pt x="7301721" y="1827823"/>
                  </a:lnTo>
                  <a:lnTo>
                    <a:pt x="7404510" y="1820130"/>
                  </a:lnTo>
                  <a:lnTo>
                    <a:pt x="7503202" y="1811471"/>
                  </a:lnTo>
                  <a:lnTo>
                    <a:pt x="7596050" y="1801825"/>
                  </a:lnTo>
                  <a:lnTo>
                    <a:pt x="7682144" y="1791137"/>
                  </a:lnTo>
                  <a:lnTo>
                    <a:pt x="7761239" y="1779311"/>
                  </a:lnTo>
                  <a:lnTo>
                    <a:pt x="7833565" y="1766218"/>
                  </a:lnTo>
                  <a:lnTo>
                    <a:pt x="7899664" y="1751692"/>
                  </a:lnTo>
                  <a:lnTo>
                    <a:pt x="7960266" y="1735542"/>
                  </a:lnTo>
                  <a:lnTo>
                    <a:pt x="8016190" y="1717559"/>
                  </a:lnTo>
                  <a:lnTo>
                    <a:pt x="8068276" y="1697539"/>
                  </a:lnTo>
                  <a:lnTo>
                    <a:pt x="8117334" y="1675320"/>
                  </a:lnTo>
                  <a:lnTo>
                    <a:pt x="8151487" y="1657756"/>
                  </a:lnTo>
                  <a:lnTo>
                    <a:pt x="8200738" y="1629303"/>
                  </a:lnTo>
                  <a:lnTo>
                    <a:pt x="8248494" y="1598113"/>
                  </a:lnTo>
                  <a:lnTo>
                    <a:pt x="8295290" y="1564141"/>
                  </a:lnTo>
                  <a:lnTo>
                    <a:pt x="8341522" y="1527425"/>
                  </a:lnTo>
                  <a:lnTo>
                    <a:pt x="8387478" y="1488093"/>
                  </a:lnTo>
                  <a:lnTo>
                    <a:pt x="8433350" y="1446372"/>
                  </a:lnTo>
                  <a:lnTo>
                    <a:pt x="8479256" y="1402589"/>
                  </a:lnTo>
                  <a:lnTo>
                    <a:pt x="8525246" y="1357163"/>
                  </a:lnTo>
                  <a:lnTo>
                    <a:pt x="8571322" y="1310589"/>
                  </a:lnTo>
                  <a:lnTo>
                    <a:pt x="8617449" y="1263422"/>
                  </a:lnTo>
                  <a:lnTo>
                    <a:pt x="8663577" y="1216247"/>
                  </a:lnTo>
                  <a:lnTo>
                    <a:pt x="8709655" y="1169647"/>
                  </a:lnTo>
                  <a:lnTo>
                    <a:pt x="8755648" y="1124179"/>
                  </a:lnTo>
                  <a:lnTo>
                    <a:pt x="8801555" y="1080342"/>
                  </a:lnTo>
                  <a:lnTo>
                    <a:pt x="8847428" y="1038555"/>
                  </a:lnTo>
                  <a:lnTo>
                    <a:pt x="8893378" y="999149"/>
                  </a:lnTo>
                  <a:lnTo>
                    <a:pt x="8939599" y="962354"/>
                  </a:lnTo>
                  <a:lnTo>
                    <a:pt x="8986373" y="928301"/>
                  </a:lnTo>
                  <a:lnTo>
                    <a:pt x="9034094" y="897030"/>
                  </a:lnTo>
                  <a:lnTo>
                    <a:pt x="9083292" y="868497"/>
                  </a:lnTo>
                  <a:lnTo>
                    <a:pt x="9084767" y="867699"/>
                  </a:lnTo>
                  <a:lnTo>
                    <a:pt x="9132085" y="843831"/>
                  </a:lnTo>
                  <a:lnTo>
                    <a:pt x="9181894" y="822226"/>
                  </a:lnTo>
                  <a:lnTo>
                    <a:pt x="9234948" y="802782"/>
                  </a:lnTo>
                  <a:lnTo>
                    <a:pt x="9292068" y="785321"/>
                  </a:lnTo>
                  <a:lnTo>
                    <a:pt x="9354095" y="769636"/>
                  </a:lnTo>
                  <a:lnTo>
                    <a:pt x="9421832" y="755520"/>
                  </a:lnTo>
                  <a:lnTo>
                    <a:pt x="9495966" y="742789"/>
                  </a:lnTo>
                  <a:lnTo>
                    <a:pt x="9576970" y="731286"/>
                  </a:lnTo>
                  <a:lnTo>
                    <a:pt x="9664961" y="720890"/>
                  </a:lnTo>
                  <a:lnTo>
                    <a:pt x="9759530" y="711519"/>
                  </a:lnTo>
                  <a:lnTo>
                    <a:pt x="9859556" y="703125"/>
                  </a:lnTo>
                  <a:lnTo>
                    <a:pt x="9963037" y="695696"/>
                  </a:lnTo>
                  <a:lnTo>
                    <a:pt x="10067018" y="689243"/>
                  </a:lnTo>
                  <a:lnTo>
                    <a:pt x="10167687" y="683789"/>
                  </a:lnTo>
                  <a:lnTo>
                    <a:pt x="10260711" y="679348"/>
                  </a:lnTo>
                  <a:lnTo>
                    <a:pt x="10341832" y="675909"/>
                  </a:lnTo>
                  <a:lnTo>
                    <a:pt x="10407609" y="673415"/>
                  </a:lnTo>
                  <a:lnTo>
                    <a:pt x="10456132" y="671761"/>
                  </a:lnTo>
                  <a:lnTo>
                    <a:pt x="10487488" y="670796"/>
                  </a:lnTo>
                  <a:lnTo>
                    <a:pt x="10503880" y="670338"/>
                  </a:lnTo>
                  <a:lnTo>
                    <a:pt x="10509436" y="670197"/>
                  </a:lnTo>
                  <a:lnTo>
                    <a:pt x="10509911" y="670185"/>
                  </a:lnTo>
                  <a:lnTo>
                    <a:pt x="11981298" y="670185"/>
                  </a:lnTo>
                  <a:lnTo>
                    <a:pt x="11981298" y="662012"/>
                  </a:lnTo>
                  <a:lnTo>
                    <a:pt x="10509911" y="662012"/>
                  </a:lnTo>
                  <a:lnTo>
                    <a:pt x="10508690" y="662042"/>
                  </a:lnTo>
                  <a:lnTo>
                    <a:pt x="10500678" y="662251"/>
                  </a:lnTo>
                  <a:lnTo>
                    <a:pt x="10480526" y="662828"/>
                  </a:lnTo>
                  <a:lnTo>
                    <a:pt x="10444604" y="663965"/>
                  </a:lnTo>
                  <a:lnTo>
                    <a:pt x="10391280" y="665836"/>
                  </a:lnTo>
                  <a:lnTo>
                    <a:pt x="10321039" y="668580"/>
                  </a:lnTo>
                  <a:lnTo>
                    <a:pt x="10236270" y="672289"/>
                  </a:lnTo>
                  <a:lnTo>
                    <a:pt x="10140715" y="677008"/>
                  </a:lnTo>
                  <a:lnTo>
                    <a:pt x="10038723" y="682737"/>
                  </a:lnTo>
                  <a:lnTo>
                    <a:pt x="9934532" y="689459"/>
                  </a:lnTo>
                  <a:lnTo>
                    <a:pt x="9831743" y="697153"/>
                  </a:lnTo>
                  <a:lnTo>
                    <a:pt x="9733051" y="705812"/>
                  </a:lnTo>
                  <a:lnTo>
                    <a:pt x="9640203" y="715457"/>
                  </a:lnTo>
                  <a:lnTo>
                    <a:pt x="9554109" y="726146"/>
                  </a:lnTo>
                  <a:lnTo>
                    <a:pt x="9475014" y="737971"/>
                  </a:lnTo>
                  <a:lnTo>
                    <a:pt x="9402688" y="751064"/>
                  </a:lnTo>
                  <a:lnTo>
                    <a:pt x="9336589" y="765590"/>
                  </a:lnTo>
                  <a:lnTo>
                    <a:pt x="9275987" y="781741"/>
                  </a:lnTo>
                  <a:lnTo>
                    <a:pt x="9220063" y="799724"/>
                  </a:lnTo>
                  <a:lnTo>
                    <a:pt x="9167977" y="819743"/>
                  </a:lnTo>
                  <a:lnTo>
                    <a:pt x="9118920" y="841962"/>
                  </a:lnTo>
                  <a:lnTo>
                    <a:pt x="9084767" y="859526"/>
                  </a:lnTo>
                  <a:lnTo>
                    <a:pt x="9035516" y="887980"/>
                  </a:lnTo>
                  <a:lnTo>
                    <a:pt x="8987759" y="919170"/>
                  </a:lnTo>
                  <a:lnTo>
                    <a:pt x="8940963" y="953141"/>
                  </a:lnTo>
                  <a:lnTo>
                    <a:pt x="8894731" y="989857"/>
                  </a:lnTo>
                  <a:lnTo>
                    <a:pt x="8848776" y="1029189"/>
                  </a:lnTo>
                  <a:lnTo>
                    <a:pt x="8802903" y="1070910"/>
                  </a:lnTo>
                  <a:lnTo>
                    <a:pt x="8756997" y="1114693"/>
                  </a:lnTo>
                  <a:lnTo>
                    <a:pt x="8711007" y="1160120"/>
                  </a:lnTo>
                  <a:lnTo>
                    <a:pt x="8664932" y="1206694"/>
                  </a:lnTo>
                  <a:lnTo>
                    <a:pt x="8618804" y="1253860"/>
                  </a:lnTo>
                  <a:lnTo>
                    <a:pt x="8572676" y="1301036"/>
                  </a:lnTo>
                  <a:lnTo>
                    <a:pt x="8526598" y="1347635"/>
                  </a:lnTo>
                  <a:lnTo>
                    <a:pt x="8480606" y="1393103"/>
                  </a:lnTo>
                  <a:lnTo>
                    <a:pt x="8434698" y="1436941"/>
                  </a:lnTo>
                  <a:lnTo>
                    <a:pt x="8388826" y="1478727"/>
                  </a:lnTo>
                  <a:lnTo>
                    <a:pt x="8342875" y="1518133"/>
                  </a:lnTo>
                  <a:lnTo>
                    <a:pt x="8296655" y="1554929"/>
                  </a:lnTo>
                  <a:lnTo>
                    <a:pt x="8249881" y="1588982"/>
                  </a:lnTo>
                  <a:lnTo>
                    <a:pt x="8202159" y="1620253"/>
                  </a:lnTo>
                  <a:lnTo>
                    <a:pt x="8152961" y="1648785"/>
                  </a:lnTo>
                  <a:lnTo>
                    <a:pt x="8151487" y="1649583"/>
                  </a:lnTo>
                  <a:lnTo>
                    <a:pt x="8104169" y="1673451"/>
                  </a:lnTo>
                  <a:lnTo>
                    <a:pt x="8054359" y="1695057"/>
                  </a:lnTo>
                  <a:lnTo>
                    <a:pt x="8001305" y="1714500"/>
                  </a:lnTo>
                  <a:lnTo>
                    <a:pt x="7944186" y="1731961"/>
                  </a:lnTo>
                  <a:lnTo>
                    <a:pt x="7882158" y="1747647"/>
                  </a:lnTo>
                  <a:lnTo>
                    <a:pt x="7814422" y="1761762"/>
                  </a:lnTo>
                  <a:lnTo>
                    <a:pt x="7740287" y="1774494"/>
                  </a:lnTo>
                  <a:lnTo>
                    <a:pt x="7659283" y="1785996"/>
                  </a:lnTo>
                  <a:lnTo>
                    <a:pt x="7571292" y="1796392"/>
                  </a:lnTo>
                  <a:lnTo>
                    <a:pt x="7476723" y="1805764"/>
                  </a:lnTo>
                  <a:lnTo>
                    <a:pt x="7376697" y="1814157"/>
                  </a:lnTo>
                  <a:lnTo>
                    <a:pt x="7273216" y="1821587"/>
                  </a:lnTo>
                  <a:lnTo>
                    <a:pt x="7169235" y="1828040"/>
                  </a:lnTo>
                  <a:lnTo>
                    <a:pt x="7068566" y="1833494"/>
                  </a:lnTo>
                  <a:lnTo>
                    <a:pt x="6975542" y="1837934"/>
                  </a:lnTo>
                  <a:lnTo>
                    <a:pt x="6894421" y="1841373"/>
                  </a:lnTo>
                  <a:lnTo>
                    <a:pt x="6828644" y="1843867"/>
                  </a:lnTo>
                  <a:lnTo>
                    <a:pt x="6780122" y="1845521"/>
                  </a:lnTo>
                  <a:lnTo>
                    <a:pt x="6748765" y="1846487"/>
                  </a:lnTo>
                  <a:lnTo>
                    <a:pt x="6732373" y="1846945"/>
                  </a:lnTo>
                  <a:lnTo>
                    <a:pt x="6726818" y="1847086"/>
                  </a:lnTo>
                  <a:lnTo>
                    <a:pt x="6726343" y="1847097"/>
                  </a:lnTo>
                  <a:lnTo>
                    <a:pt x="5254955" y="1847097"/>
                  </a:lnTo>
                  <a:lnTo>
                    <a:pt x="5253758" y="1847052"/>
                  </a:lnTo>
                  <a:lnTo>
                    <a:pt x="5245898" y="1846733"/>
                  </a:lnTo>
                  <a:lnTo>
                    <a:pt x="5226115" y="1845851"/>
                  </a:lnTo>
                  <a:lnTo>
                    <a:pt x="5190822" y="1844114"/>
                  </a:lnTo>
                  <a:lnTo>
                    <a:pt x="5138369" y="1841255"/>
                  </a:lnTo>
                  <a:lnTo>
                    <a:pt x="5069173" y="1837059"/>
                  </a:lnTo>
                  <a:lnTo>
                    <a:pt x="4985516" y="1831382"/>
                  </a:lnTo>
                  <a:lnTo>
                    <a:pt x="4891023" y="1824155"/>
                  </a:lnTo>
                  <a:lnTo>
                    <a:pt x="4789948" y="1815371"/>
                  </a:lnTo>
                  <a:lnTo>
                    <a:pt x="4686469" y="1805059"/>
                  </a:lnTo>
                  <a:lnTo>
                    <a:pt x="4584164" y="1793251"/>
                  </a:lnTo>
                  <a:lnTo>
                    <a:pt x="4485742" y="1779959"/>
                  </a:lnTo>
                  <a:lnTo>
                    <a:pt x="4392984" y="1765154"/>
                  </a:lnTo>
                  <a:lnTo>
                    <a:pt x="4306842" y="1748754"/>
                  </a:lnTo>
                  <a:lnTo>
                    <a:pt x="4227607" y="1730622"/>
                  </a:lnTo>
                  <a:lnTo>
                    <a:pt x="4155091" y="1710562"/>
                  </a:lnTo>
                  <a:lnTo>
                    <a:pt x="4088786" y="1688328"/>
                  </a:lnTo>
                  <a:lnTo>
                    <a:pt x="4027994" y="1663631"/>
                  </a:lnTo>
                  <a:lnTo>
                    <a:pt x="3971917" y="1636153"/>
                  </a:lnTo>
                  <a:lnTo>
                    <a:pt x="3919730" y="1605580"/>
                  </a:lnTo>
                  <a:lnTo>
                    <a:pt x="3870634" y="1571651"/>
                  </a:lnTo>
                  <a:lnTo>
                    <a:pt x="3829811" y="1539248"/>
                  </a:lnTo>
                  <a:lnTo>
                    <a:pt x="3785913" y="1500003"/>
                  </a:lnTo>
                  <a:lnTo>
                    <a:pt x="3743249" y="1457393"/>
                  </a:lnTo>
                  <a:lnTo>
                    <a:pt x="3701427" y="1411354"/>
                  </a:lnTo>
                  <a:lnTo>
                    <a:pt x="3660142" y="1361900"/>
                  </a:lnTo>
                  <a:lnTo>
                    <a:pt x="3619166" y="1309133"/>
                  </a:lnTo>
                  <a:lnTo>
                    <a:pt x="3578331" y="1253248"/>
                  </a:lnTo>
                  <a:lnTo>
                    <a:pt x="3537523" y="1194536"/>
                  </a:lnTo>
                  <a:lnTo>
                    <a:pt x="3496674" y="1133387"/>
                  </a:lnTo>
                  <a:lnTo>
                    <a:pt x="3455756" y="1070275"/>
                  </a:lnTo>
                  <a:lnTo>
                    <a:pt x="3414770" y="1005752"/>
                  </a:lnTo>
                  <a:lnTo>
                    <a:pt x="3373739" y="940423"/>
                  </a:lnTo>
                  <a:lnTo>
                    <a:pt x="3332699" y="874927"/>
                  </a:lnTo>
                  <a:lnTo>
                    <a:pt x="3291686" y="809911"/>
                  </a:lnTo>
                  <a:lnTo>
                    <a:pt x="3250731" y="745999"/>
                  </a:lnTo>
                  <a:lnTo>
                    <a:pt x="3209848" y="683775"/>
                  </a:lnTo>
                  <a:lnTo>
                    <a:pt x="3169025" y="623754"/>
                  </a:lnTo>
                  <a:lnTo>
                    <a:pt x="3128215" y="566370"/>
                  </a:lnTo>
                  <a:lnTo>
                    <a:pt x="3087328" y="511967"/>
                  </a:lnTo>
                  <a:lnTo>
                    <a:pt x="3046227" y="460789"/>
                  </a:lnTo>
                  <a:lnTo>
                    <a:pt x="3004715" y="412984"/>
                  </a:lnTo>
                  <a:lnTo>
                    <a:pt x="2962528" y="368612"/>
                  </a:lnTo>
                  <a:lnTo>
                    <a:pt x="2919320" y="327646"/>
                  </a:lnTo>
                  <a:lnTo>
                    <a:pt x="2896531" y="307849"/>
                  </a:lnTo>
                  <a:lnTo>
                    <a:pt x="2849534" y="270882"/>
                  </a:lnTo>
                  <a:lnTo>
                    <a:pt x="2800082" y="237396"/>
                  </a:lnTo>
                  <a:lnTo>
                    <a:pt x="2747441" y="207239"/>
                  </a:lnTo>
                  <a:lnTo>
                    <a:pt x="2690803" y="180137"/>
                  </a:lnTo>
                  <a:lnTo>
                    <a:pt x="2629344" y="155774"/>
                  </a:lnTo>
                  <a:lnTo>
                    <a:pt x="2562276" y="133835"/>
                  </a:lnTo>
                  <a:lnTo>
                    <a:pt x="2488918" y="114037"/>
                  </a:lnTo>
                  <a:lnTo>
                    <a:pt x="2408796" y="96137"/>
                  </a:lnTo>
                  <a:lnTo>
                    <a:pt x="2321773" y="79950"/>
                  </a:lnTo>
                  <a:lnTo>
                    <a:pt x="2228216" y="65343"/>
                  </a:lnTo>
                  <a:lnTo>
                    <a:pt x="2129175" y="52242"/>
                  </a:lnTo>
                  <a:lnTo>
                    <a:pt x="2026548" y="40626"/>
                  </a:lnTo>
                  <a:lnTo>
                    <a:pt x="1923161" y="30508"/>
                  </a:lnTo>
                  <a:lnTo>
                    <a:pt x="1822691" y="21924"/>
                  </a:lnTo>
                  <a:lnTo>
                    <a:pt x="1729361" y="14898"/>
                  </a:lnTo>
                  <a:lnTo>
                    <a:pt x="1647384" y="9417"/>
                  </a:lnTo>
                  <a:lnTo>
                    <a:pt x="1580251" y="5402"/>
                  </a:lnTo>
                  <a:lnTo>
                    <a:pt x="1530028" y="2702"/>
                  </a:lnTo>
                  <a:lnTo>
                    <a:pt x="1496867" y="1091"/>
                  </a:lnTo>
                  <a:lnTo>
                    <a:pt x="1478859" y="297"/>
                  </a:lnTo>
                  <a:lnTo>
                    <a:pt x="1472184" y="29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273" name="pl273"/>
            <p:cNvSpPr/>
            <p:nvPr/>
          </p:nvSpPr>
          <p:spPr>
            <a:xfrm>
              <a:off x="4799595" y="4391314"/>
              <a:ext cx="11981298" cy="1847097"/>
            </a:xfrm>
            <a:custGeom>
              <a:avLst/>
              <a:pathLst>
                <a:path w="11981298" h="1847097">
                  <a:moveTo>
                    <a:pt x="0" y="0"/>
                  </a:moveTo>
                  <a:lnTo>
                    <a:pt x="1471387" y="0"/>
                  </a:lnTo>
                  <a:lnTo>
                    <a:pt x="1472584" y="44"/>
                  </a:lnTo>
                  <a:lnTo>
                    <a:pt x="1480444" y="364"/>
                  </a:lnTo>
                  <a:lnTo>
                    <a:pt x="1500227" y="1246"/>
                  </a:lnTo>
                  <a:lnTo>
                    <a:pt x="1535520" y="2983"/>
                  </a:lnTo>
                  <a:lnTo>
                    <a:pt x="1587973" y="5842"/>
                  </a:lnTo>
                  <a:lnTo>
                    <a:pt x="1657169" y="10038"/>
                  </a:lnTo>
                  <a:lnTo>
                    <a:pt x="1740827" y="15715"/>
                  </a:lnTo>
                  <a:lnTo>
                    <a:pt x="1835319" y="22942"/>
                  </a:lnTo>
                  <a:lnTo>
                    <a:pt x="1936394" y="31726"/>
                  </a:lnTo>
                  <a:lnTo>
                    <a:pt x="2039873" y="42038"/>
                  </a:lnTo>
                  <a:lnTo>
                    <a:pt x="2142178" y="53846"/>
                  </a:lnTo>
                  <a:lnTo>
                    <a:pt x="2240600" y="67138"/>
                  </a:lnTo>
                  <a:lnTo>
                    <a:pt x="2333358" y="81943"/>
                  </a:lnTo>
                  <a:lnTo>
                    <a:pt x="2419500" y="98343"/>
                  </a:lnTo>
                  <a:lnTo>
                    <a:pt x="2498735" y="116475"/>
                  </a:lnTo>
                  <a:lnTo>
                    <a:pt x="2571251" y="136535"/>
                  </a:lnTo>
                  <a:lnTo>
                    <a:pt x="2637556" y="158768"/>
                  </a:lnTo>
                  <a:lnTo>
                    <a:pt x="2698348" y="183466"/>
                  </a:lnTo>
                  <a:lnTo>
                    <a:pt x="2754425" y="210944"/>
                  </a:lnTo>
                  <a:lnTo>
                    <a:pt x="2806612" y="241516"/>
                  </a:lnTo>
                  <a:lnTo>
                    <a:pt x="2855708" y="275445"/>
                  </a:lnTo>
                  <a:lnTo>
                    <a:pt x="2896531" y="307849"/>
                  </a:lnTo>
                  <a:lnTo>
                    <a:pt x="2940429" y="347094"/>
                  </a:lnTo>
                  <a:lnTo>
                    <a:pt x="2983093" y="389704"/>
                  </a:lnTo>
                  <a:lnTo>
                    <a:pt x="3024916" y="435743"/>
                  </a:lnTo>
                  <a:lnTo>
                    <a:pt x="3066200" y="485196"/>
                  </a:lnTo>
                  <a:lnTo>
                    <a:pt x="3107176" y="537963"/>
                  </a:lnTo>
                  <a:lnTo>
                    <a:pt x="3148011" y="593849"/>
                  </a:lnTo>
                  <a:lnTo>
                    <a:pt x="3188819" y="652560"/>
                  </a:lnTo>
                  <a:lnTo>
                    <a:pt x="3229668" y="713710"/>
                  </a:lnTo>
                  <a:lnTo>
                    <a:pt x="3270586" y="776821"/>
                  </a:lnTo>
                  <a:lnTo>
                    <a:pt x="3311572" y="841345"/>
                  </a:lnTo>
                  <a:lnTo>
                    <a:pt x="3352603" y="906674"/>
                  </a:lnTo>
                  <a:lnTo>
                    <a:pt x="3393643" y="972169"/>
                  </a:lnTo>
                  <a:lnTo>
                    <a:pt x="3434656" y="1037186"/>
                  </a:lnTo>
                  <a:lnTo>
                    <a:pt x="3475611" y="1101097"/>
                  </a:lnTo>
                  <a:lnTo>
                    <a:pt x="3516494" y="1163322"/>
                  </a:lnTo>
                  <a:lnTo>
                    <a:pt x="3557317" y="1223343"/>
                  </a:lnTo>
                  <a:lnTo>
                    <a:pt x="3598127" y="1280726"/>
                  </a:lnTo>
                  <a:lnTo>
                    <a:pt x="3639014" y="1335130"/>
                  </a:lnTo>
                  <a:lnTo>
                    <a:pt x="3680115" y="1386308"/>
                  </a:lnTo>
                  <a:lnTo>
                    <a:pt x="3721627" y="1434112"/>
                  </a:lnTo>
                  <a:lnTo>
                    <a:pt x="3763814" y="1478485"/>
                  </a:lnTo>
                  <a:lnTo>
                    <a:pt x="3807022" y="1519450"/>
                  </a:lnTo>
                  <a:lnTo>
                    <a:pt x="3829811" y="1539248"/>
                  </a:lnTo>
                  <a:lnTo>
                    <a:pt x="3876808" y="1576215"/>
                  </a:lnTo>
                  <a:lnTo>
                    <a:pt x="3926260" y="1609700"/>
                  </a:lnTo>
                  <a:lnTo>
                    <a:pt x="3978901" y="1639858"/>
                  </a:lnTo>
                  <a:lnTo>
                    <a:pt x="4035539" y="1666960"/>
                  </a:lnTo>
                  <a:lnTo>
                    <a:pt x="4096998" y="1691323"/>
                  </a:lnTo>
                  <a:lnTo>
                    <a:pt x="4164066" y="1713261"/>
                  </a:lnTo>
                  <a:lnTo>
                    <a:pt x="4237424" y="1733060"/>
                  </a:lnTo>
                  <a:lnTo>
                    <a:pt x="4317546" y="1750959"/>
                  </a:lnTo>
                  <a:lnTo>
                    <a:pt x="4404569" y="1767147"/>
                  </a:lnTo>
                  <a:lnTo>
                    <a:pt x="4498126" y="1781754"/>
                  </a:lnTo>
                  <a:lnTo>
                    <a:pt x="4597167" y="1794854"/>
                  </a:lnTo>
                  <a:lnTo>
                    <a:pt x="4699794" y="1806471"/>
                  </a:lnTo>
                  <a:lnTo>
                    <a:pt x="4803181" y="1816588"/>
                  </a:lnTo>
                  <a:lnTo>
                    <a:pt x="4903651" y="1825173"/>
                  </a:lnTo>
                  <a:lnTo>
                    <a:pt x="4996981" y="1832199"/>
                  </a:lnTo>
                  <a:lnTo>
                    <a:pt x="5078958" y="1837680"/>
                  </a:lnTo>
                  <a:lnTo>
                    <a:pt x="5146091" y="1841694"/>
                  </a:lnTo>
                  <a:lnTo>
                    <a:pt x="5196314" y="1844395"/>
                  </a:lnTo>
                  <a:lnTo>
                    <a:pt x="5229475" y="1846006"/>
                  </a:lnTo>
                  <a:lnTo>
                    <a:pt x="5247483" y="1846800"/>
                  </a:lnTo>
                  <a:lnTo>
                    <a:pt x="5254158" y="1847068"/>
                  </a:lnTo>
                  <a:lnTo>
                    <a:pt x="5254955" y="1847097"/>
                  </a:lnTo>
                  <a:lnTo>
                    <a:pt x="6726343" y="1847097"/>
                  </a:lnTo>
                  <a:lnTo>
                    <a:pt x="6727563" y="1847068"/>
                  </a:lnTo>
                  <a:lnTo>
                    <a:pt x="6735575" y="1846859"/>
                  </a:lnTo>
                  <a:lnTo>
                    <a:pt x="6755727" y="1846281"/>
                  </a:lnTo>
                  <a:lnTo>
                    <a:pt x="6791649" y="1845144"/>
                  </a:lnTo>
                  <a:lnTo>
                    <a:pt x="6844973" y="1843274"/>
                  </a:lnTo>
                  <a:lnTo>
                    <a:pt x="6915214" y="1840530"/>
                  </a:lnTo>
                  <a:lnTo>
                    <a:pt x="6999983" y="1836820"/>
                  </a:lnTo>
                  <a:lnTo>
                    <a:pt x="7095538" y="1832102"/>
                  </a:lnTo>
                  <a:lnTo>
                    <a:pt x="7197530" y="1826372"/>
                  </a:lnTo>
                  <a:lnTo>
                    <a:pt x="7301721" y="1819650"/>
                  </a:lnTo>
                  <a:lnTo>
                    <a:pt x="7404510" y="1811957"/>
                  </a:lnTo>
                  <a:lnTo>
                    <a:pt x="7503202" y="1803298"/>
                  </a:lnTo>
                  <a:lnTo>
                    <a:pt x="7596050" y="1793652"/>
                  </a:lnTo>
                  <a:lnTo>
                    <a:pt x="7682144" y="1782964"/>
                  </a:lnTo>
                  <a:lnTo>
                    <a:pt x="7761239" y="1771138"/>
                  </a:lnTo>
                  <a:lnTo>
                    <a:pt x="7833565" y="1758045"/>
                  </a:lnTo>
                  <a:lnTo>
                    <a:pt x="7899664" y="1743519"/>
                  </a:lnTo>
                  <a:lnTo>
                    <a:pt x="7960266" y="1727369"/>
                  </a:lnTo>
                  <a:lnTo>
                    <a:pt x="8016190" y="1709386"/>
                  </a:lnTo>
                  <a:lnTo>
                    <a:pt x="8068276" y="1689366"/>
                  </a:lnTo>
                  <a:lnTo>
                    <a:pt x="8117334" y="1667147"/>
                  </a:lnTo>
                  <a:lnTo>
                    <a:pt x="8151487" y="1649583"/>
                  </a:lnTo>
                  <a:lnTo>
                    <a:pt x="8200738" y="1621130"/>
                  </a:lnTo>
                  <a:lnTo>
                    <a:pt x="8248494" y="1589940"/>
                  </a:lnTo>
                  <a:lnTo>
                    <a:pt x="8295290" y="1555968"/>
                  </a:lnTo>
                  <a:lnTo>
                    <a:pt x="8341522" y="1519252"/>
                  </a:lnTo>
                  <a:lnTo>
                    <a:pt x="8387478" y="1479920"/>
                  </a:lnTo>
                  <a:lnTo>
                    <a:pt x="8433350" y="1438199"/>
                  </a:lnTo>
                  <a:lnTo>
                    <a:pt x="8479256" y="1394416"/>
                  </a:lnTo>
                  <a:lnTo>
                    <a:pt x="8525246" y="1348990"/>
                  </a:lnTo>
                  <a:lnTo>
                    <a:pt x="8571322" y="1302416"/>
                  </a:lnTo>
                  <a:lnTo>
                    <a:pt x="8617449" y="1255249"/>
                  </a:lnTo>
                  <a:lnTo>
                    <a:pt x="8663577" y="1208074"/>
                  </a:lnTo>
                  <a:lnTo>
                    <a:pt x="8709655" y="1161474"/>
                  </a:lnTo>
                  <a:lnTo>
                    <a:pt x="8755648" y="1116006"/>
                  </a:lnTo>
                  <a:lnTo>
                    <a:pt x="8801555" y="1072169"/>
                  </a:lnTo>
                  <a:lnTo>
                    <a:pt x="8847428" y="1030382"/>
                  </a:lnTo>
                  <a:lnTo>
                    <a:pt x="8893378" y="990976"/>
                  </a:lnTo>
                  <a:lnTo>
                    <a:pt x="8939599" y="954181"/>
                  </a:lnTo>
                  <a:lnTo>
                    <a:pt x="8986373" y="920128"/>
                  </a:lnTo>
                  <a:lnTo>
                    <a:pt x="9034094" y="888857"/>
                  </a:lnTo>
                  <a:lnTo>
                    <a:pt x="9083292" y="860324"/>
                  </a:lnTo>
                  <a:lnTo>
                    <a:pt x="9084767" y="859526"/>
                  </a:lnTo>
                  <a:lnTo>
                    <a:pt x="9132085" y="835658"/>
                  </a:lnTo>
                  <a:lnTo>
                    <a:pt x="9181894" y="814053"/>
                  </a:lnTo>
                  <a:lnTo>
                    <a:pt x="9234948" y="794609"/>
                  </a:lnTo>
                  <a:lnTo>
                    <a:pt x="9292068" y="777148"/>
                  </a:lnTo>
                  <a:lnTo>
                    <a:pt x="9354095" y="761463"/>
                  </a:lnTo>
                  <a:lnTo>
                    <a:pt x="9421832" y="747347"/>
                  </a:lnTo>
                  <a:lnTo>
                    <a:pt x="9495966" y="734616"/>
                  </a:lnTo>
                  <a:lnTo>
                    <a:pt x="9576970" y="723113"/>
                  </a:lnTo>
                  <a:lnTo>
                    <a:pt x="9664961" y="712717"/>
                  </a:lnTo>
                  <a:lnTo>
                    <a:pt x="9759530" y="703346"/>
                  </a:lnTo>
                  <a:lnTo>
                    <a:pt x="9859556" y="694952"/>
                  </a:lnTo>
                  <a:lnTo>
                    <a:pt x="9963037" y="687523"/>
                  </a:lnTo>
                  <a:lnTo>
                    <a:pt x="10067018" y="681070"/>
                  </a:lnTo>
                  <a:lnTo>
                    <a:pt x="10167687" y="675616"/>
                  </a:lnTo>
                  <a:lnTo>
                    <a:pt x="10260711" y="671175"/>
                  </a:lnTo>
                  <a:lnTo>
                    <a:pt x="10341832" y="667736"/>
                  </a:lnTo>
                  <a:lnTo>
                    <a:pt x="10407609" y="665242"/>
                  </a:lnTo>
                  <a:lnTo>
                    <a:pt x="10456132" y="663588"/>
                  </a:lnTo>
                  <a:lnTo>
                    <a:pt x="10487488" y="662623"/>
                  </a:lnTo>
                  <a:lnTo>
                    <a:pt x="10503880" y="662165"/>
                  </a:lnTo>
                  <a:lnTo>
                    <a:pt x="10509436" y="662024"/>
                  </a:lnTo>
                  <a:lnTo>
                    <a:pt x="10509911" y="662012"/>
                  </a:lnTo>
                  <a:lnTo>
                    <a:pt x="11981298" y="66201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74" name="pl274"/>
            <p:cNvSpPr/>
            <p:nvPr/>
          </p:nvSpPr>
          <p:spPr>
            <a:xfrm>
              <a:off x="4799595" y="4383141"/>
              <a:ext cx="11981298" cy="1847097"/>
            </a:xfrm>
            <a:custGeom>
              <a:avLst/>
              <a:pathLst>
                <a:path w="11981298" h="1847097">
                  <a:moveTo>
                    <a:pt x="11981298" y="662012"/>
                  </a:moveTo>
                  <a:lnTo>
                    <a:pt x="10509911" y="662012"/>
                  </a:lnTo>
                  <a:lnTo>
                    <a:pt x="10508690" y="662042"/>
                  </a:lnTo>
                  <a:lnTo>
                    <a:pt x="10500678" y="662251"/>
                  </a:lnTo>
                  <a:lnTo>
                    <a:pt x="10480526" y="662828"/>
                  </a:lnTo>
                  <a:lnTo>
                    <a:pt x="10444604" y="663965"/>
                  </a:lnTo>
                  <a:lnTo>
                    <a:pt x="10391280" y="665836"/>
                  </a:lnTo>
                  <a:lnTo>
                    <a:pt x="10321039" y="668580"/>
                  </a:lnTo>
                  <a:lnTo>
                    <a:pt x="10236270" y="672289"/>
                  </a:lnTo>
                  <a:lnTo>
                    <a:pt x="10140715" y="677008"/>
                  </a:lnTo>
                  <a:lnTo>
                    <a:pt x="10038723" y="682737"/>
                  </a:lnTo>
                  <a:lnTo>
                    <a:pt x="9934532" y="689459"/>
                  </a:lnTo>
                  <a:lnTo>
                    <a:pt x="9831743" y="697153"/>
                  </a:lnTo>
                  <a:lnTo>
                    <a:pt x="9733051" y="705812"/>
                  </a:lnTo>
                  <a:lnTo>
                    <a:pt x="9640203" y="715457"/>
                  </a:lnTo>
                  <a:lnTo>
                    <a:pt x="9554109" y="726146"/>
                  </a:lnTo>
                  <a:lnTo>
                    <a:pt x="9475014" y="737971"/>
                  </a:lnTo>
                  <a:lnTo>
                    <a:pt x="9402688" y="751064"/>
                  </a:lnTo>
                  <a:lnTo>
                    <a:pt x="9336589" y="765590"/>
                  </a:lnTo>
                  <a:lnTo>
                    <a:pt x="9275987" y="781741"/>
                  </a:lnTo>
                  <a:lnTo>
                    <a:pt x="9220063" y="799724"/>
                  </a:lnTo>
                  <a:lnTo>
                    <a:pt x="9167977" y="819743"/>
                  </a:lnTo>
                  <a:lnTo>
                    <a:pt x="9118920" y="841962"/>
                  </a:lnTo>
                  <a:lnTo>
                    <a:pt x="9084767" y="859526"/>
                  </a:lnTo>
                  <a:lnTo>
                    <a:pt x="9035516" y="887980"/>
                  </a:lnTo>
                  <a:lnTo>
                    <a:pt x="8987759" y="919170"/>
                  </a:lnTo>
                  <a:lnTo>
                    <a:pt x="8940963" y="953141"/>
                  </a:lnTo>
                  <a:lnTo>
                    <a:pt x="8894731" y="989857"/>
                  </a:lnTo>
                  <a:lnTo>
                    <a:pt x="8848776" y="1029189"/>
                  </a:lnTo>
                  <a:lnTo>
                    <a:pt x="8802903" y="1070910"/>
                  </a:lnTo>
                  <a:lnTo>
                    <a:pt x="8756997" y="1114693"/>
                  </a:lnTo>
                  <a:lnTo>
                    <a:pt x="8711007" y="1160120"/>
                  </a:lnTo>
                  <a:lnTo>
                    <a:pt x="8664932" y="1206694"/>
                  </a:lnTo>
                  <a:lnTo>
                    <a:pt x="8618804" y="1253860"/>
                  </a:lnTo>
                  <a:lnTo>
                    <a:pt x="8572676" y="1301036"/>
                  </a:lnTo>
                  <a:lnTo>
                    <a:pt x="8526598" y="1347635"/>
                  </a:lnTo>
                  <a:lnTo>
                    <a:pt x="8480606" y="1393103"/>
                  </a:lnTo>
                  <a:lnTo>
                    <a:pt x="8434698" y="1436941"/>
                  </a:lnTo>
                  <a:lnTo>
                    <a:pt x="8388826" y="1478727"/>
                  </a:lnTo>
                  <a:lnTo>
                    <a:pt x="8342875" y="1518133"/>
                  </a:lnTo>
                  <a:lnTo>
                    <a:pt x="8296655" y="1554929"/>
                  </a:lnTo>
                  <a:lnTo>
                    <a:pt x="8249881" y="1588982"/>
                  </a:lnTo>
                  <a:lnTo>
                    <a:pt x="8202159" y="1620253"/>
                  </a:lnTo>
                  <a:lnTo>
                    <a:pt x="8152961" y="1648785"/>
                  </a:lnTo>
                  <a:lnTo>
                    <a:pt x="8151487" y="1649583"/>
                  </a:lnTo>
                  <a:lnTo>
                    <a:pt x="8104169" y="1673451"/>
                  </a:lnTo>
                  <a:lnTo>
                    <a:pt x="8054359" y="1695057"/>
                  </a:lnTo>
                  <a:lnTo>
                    <a:pt x="8001305" y="1714500"/>
                  </a:lnTo>
                  <a:lnTo>
                    <a:pt x="7944186" y="1731961"/>
                  </a:lnTo>
                  <a:lnTo>
                    <a:pt x="7882158" y="1747647"/>
                  </a:lnTo>
                  <a:lnTo>
                    <a:pt x="7814422" y="1761762"/>
                  </a:lnTo>
                  <a:lnTo>
                    <a:pt x="7740287" y="1774494"/>
                  </a:lnTo>
                  <a:lnTo>
                    <a:pt x="7659283" y="1785996"/>
                  </a:lnTo>
                  <a:lnTo>
                    <a:pt x="7571292" y="1796392"/>
                  </a:lnTo>
                  <a:lnTo>
                    <a:pt x="7476723" y="1805764"/>
                  </a:lnTo>
                  <a:lnTo>
                    <a:pt x="7376697" y="1814157"/>
                  </a:lnTo>
                  <a:lnTo>
                    <a:pt x="7273216" y="1821587"/>
                  </a:lnTo>
                  <a:lnTo>
                    <a:pt x="7169235" y="1828040"/>
                  </a:lnTo>
                  <a:lnTo>
                    <a:pt x="7068566" y="1833494"/>
                  </a:lnTo>
                  <a:lnTo>
                    <a:pt x="6975542" y="1837934"/>
                  </a:lnTo>
                  <a:lnTo>
                    <a:pt x="6894421" y="1841373"/>
                  </a:lnTo>
                  <a:lnTo>
                    <a:pt x="6828644" y="1843867"/>
                  </a:lnTo>
                  <a:lnTo>
                    <a:pt x="6780122" y="1845521"/>
                  </a:lnTo>
                  <a:lnTo>
                    <a:pt x="6748765" y="1846487"/>
                  </a:lnTo>
                  <a:lnTo>
                    <a:pt x="6732373" y="1846945"/>
                  </a:lnTo>
                  <a:lnTo>
                    <a:pt x="6726818" y="1847086"/>
                  </a:lnTo>
                  <a:lnTo>
                    <a:pt x="6726343" y="1847097"/>
                  </a:lnTo>
                  <a:lnTo>
                    <a:pt x="5254955" y="1847097"/>
                  </a:lnTo>
                  <a:lnTo>
                    <a:pt x="5253758" y="1847052"/>
                  </a:lnTo>
                  <a:lnTo>
                    <a:pt x="5245898" y="1846733"/>
                  </a:lnTo>
                  <a:lnTo>
                    <a:pt x="5226115" y="1845851"/>
                  </a:lnTo>
                  <a:lnTo>
                    <a:pt x="5190822" y="1844114"/>
                  </a:lnTo>
                  <a:lnTo>
                    <a:pt x="5138369" y="1841255"/>
                  </a:lnTo>
                  <a:lnTo>
                    <a:pt x="5069173" y="1837059"/>
                  </a:lnTo>
                  <a:lnTo>
                    <a:pt x="4985516" y="1831382"/>
                  </a:lnTo>
                  <a:lnTo>
                    <a:pt x="4891023" y="1824155"/>
                  </a:lnTo>
                  <a:lnTo>
                    <a:pt x="4789948" y="1815371"/>
                  </a:lnTo>
                  <a:lnTo>
                    <a:pt x="4686469" y="1805059"/>
                  </a:lnTo>
                  <a:lnTo>
                    <a:pt x="4584164" y="1793251"/>
                  </a:lnTo>
                  <a:lnTo>
                    <a:pt x="4485742" y="1779959"/>
                  </a:lnTo>
                  <a:lnTo>
                    <a:pt x="4392984" y="1765154"/>
                  </a:lnTo>
                  <a:lnTo>
                    <a:pt x="4306842" y="1748754"/>
                  </a:lnTo>
                  <a:lnTo>
                    <a:pt x="4227607" y="1730622"/>
                  </a:lnTo>
                  <a:lnTo>
                    <a:pt x="4155091" y="1710562"/>
                  </a:lnTo>
                  <a:lnTo>
                    <a:pt x="4088786" y="1688328"/>
                  </a:lnTo>
                  <a:lnTo>
                    <a:pt x="4027994" y="1663631"/>
                  </a:lnTo>
                  <a:lnTo>
                    <a:pt x="3971917" y="1636153"/>
                  </a:lnTo>
                  <a:lnTo>
                    <a:pt x="3919730" y="1605580"/>
                  </a:lnTo>
                  <a:lnTo>
                    <a:pt x="3870634" y="1571651"/>
                  </a:lnTo>
                  <a:lnTo>
                    <a:pt x="3829811" y="1539248"/>
                  </a:lnTo>
                  <a:lnTo>
                    <a:pt x="3785913" y="1500003"/>
                  </a:lnTo>
                  <a:lnTo>
                    <a:pt x="3743249" y="1457393"/>
                  </a:lnTo>
                  <a:lnTo>
                    <a:pt x="3701427" y="1411354"/>
                  </a:lnTo>
                  <a:lnTo>
                    <a:pt x="3660142" y="1361900"/>
                  </a:lnTo>
                  <a:lnTo>
                    <a:pt x="3619166" y="1309133"/>
                  </a:lnTo>
                  <a:lnTo>
                    <a:pt x="3578331" y="1253248"/>
                  </a:lnTo>
                  <a:lnTo>
                    <a:pt x="3537523" y="1194536"/>
                  </a:lnTo>
                  <a:lnTo>
                    <a:pt x="3496674" y="1133387"/>
                  </a:lnTo>
                  <a:lnTo>
                    <a:pt x="3455756" y="1070275"/>
                  </a:lnTo>
                  <a:lnTo>
                    <a:pt x="3414770" y="1005752"/>
                  </a:lnTo>
                  <a:lnTo>
                    <a:pt x="3373739" y="940423"/>
                  </a:lnTo>
                  <a:lnTo>
                    <a:pt x="3332699" y="874927"/>
                  </a:lnTo>
                  <a:lnTo>
                    <a:pt x="3291686" y="809911"/>
                  </a:lnTo>
                  <a:lnTo>
                    <a:pt x="3250731" y="745999"/>
                  </a:lnTo>
                  <a:lnTo>
                    <a:pt x="3209848" y="683775"/>
                  </a:lnTo>
                  <a:lnTo>
                    <a:pt x="3169025" y="623754"/>
                  </a:lnTo>
                  <a:lnTo>
                    <a:pt x="3128215" y="566370"/>
                  </a:lnTo>
                  <a:lnTo>
                    <a:pt x="3087328" y="511967"/>
                  </a:lnTo>
                  <a:lnTo>
                    <a:pt x="3046227" y="460789"/>
                  </a:lnTo>
                  <a:lnTo>
                    <a:pt x="3004715" y="412984"/>
                  </a:lnTo>
                  <a:lnTo>
                    <a:pt x="2962528" y="368612"/>
                  </a:lnTo>
                  <a:lnTo>
                    <a:pt x="2919320" y="327646"/>
                  </a:lnTo>
                  <a:lnTo>
                    <a:pt x="2896531" y="307849"/>
                  </a:lnTo>
                  <a:lnTo>
                    <a:pt x="2849534" y="270882"/>
                  </a:lnTo>
                  <a:lnTo>
                    <a:pt x="2800082" y="237396"/>
                  </a:lnTo>
                  <a:lnTo>
                    <a:pt x="2747441" y="207239"/>
                  </a:lnTo>
                  <a:lnTo>
                    <a:pt x="2690803" y="180137"/>
                  </a:lnTo>
                  <a:lnTo>
                    <a:pt x="2629344" y="155774"/>
                  </a:lnTo>
                  <a:lnTo>
                    <a:pt x="2562276" y="133835"/>
                  </a:lnTo>
                  <a:lnTo>
                    <a:pt x="2488918" y="114037"/>
                  </a:lnTo>
                  <a:lnTo>
                    <a:pt x="2408796" y="96137"/>
                  </a:lnTo>
                  <a:lnTo>
                    <a:pt x="2321773" y="79950"/>
                  </a:lnTo>
                  <a:lnTo>
                    <a:pt x="2228216" y="65343"/>
                  </a:lnTo>
                  <a:lnTo>
                    <a:pt x="2129175" y="52242"/>
                  </a:lnTo>
                  <a:lnTo>
                    <a:pt x="2026548" y="40626"/>
                  </a:lnTo>
                  <a:lnTo>
                    <a:pt x="1923161" y="30508"/>
                  </a:lnTo>
                  <a:lnTo>
                    <a:pt x="1822691" y="21924"/>
                  </a:lnTo>
                  <a:lnTo>
                    <a:pt x="1729361" y="14898"/>
                  </a:lnTo>
                  <a:lnTo>
                    <a:pt x="1647384" y="9417"/>
                  </a:lnTo>
                  <a:lnTo>
                    <a:pt x="1580251" y="5402"/>
                  </a:lnTo>
                  <a:lnTo>
                    <a:pt x="1530028" y="2702"/>
                  </a:lnTo>
                  <a:lnTo>
                    <a:pt x="1496867" y="1091"/>
                  </a:lnTo>
                  <a:lnTo>
                    <a:pt x="1478859" y="297"/>
                  </a:lnTo>
                  <a:lnTo>
                    <a:pt x="1472184" y="29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75" name="pg275"/>
            <p:cNvSpPr/>
            <p:nvPr/>
          </p:nvSpPr>
          <p:spPr>
            <a:xfrm>
              <a:off x="4799595" y="4391314"/>
              <a:ext cx="11981298" cy="1904308"/>
            </a:xfrm>
            <a:custGeom>
              <a:avLst/>
              <a:pathLst>
                <a:path w="11981298" h="1904308">
                  <a:moveTo>
                    <a:pt x="0" y="24518"/>
                  </a:moveTo>
                  <a:lnTo>
                    <a:pt x="1471387" y="24518"/>
                  </a:lnTo>
                  <a:lnTo>
                    <a:pt x="1472583" y="24564"/>
                  </a:lnTo>
                  <a:lnTo>
                    <a:pt x="1480434" y="24889"/>
                  </a:lnTo>
                  <a:lnTo>
                    <a:pt x="1500194" y="25786"/>
                  </a:lnTo>
                  <a:lnTo>
                    <a:pt x="1535451" y="27551"/>
                  </a:lnTo>
                  <a:lnTo>
                    <a:pt x="1587851" y="30457"/>
                  </a:lnTo>
                  <a:lnTo>
                    <a:pt x="1656986" y="34722"/>
                  </a:lnTo>
                  <a:lnTo>
                    <a:pt x="1740577" y="40494"/>
                  </a:lnTo>
                  <a:lnTo>
                    <a:pt x="1835006" y="47841"/>
                  </a:lnTo>
                  <a:lnTo>
                    <a:pt x="1936025" y="56771"/>
                  </a:lnTo>
                  <a:lnTo>
                    <a:pt x="2039462" y="67256"/>
                  </a:lnTo>
                  <a:lnTo>
                    <a:pt x="2141737" y="79262"/>
                  </a:lnTo>
                  <a:lnTo>
                    <a:pt x="2240143" y="92777"/>
                  </a:lnTo>
                  <a:lnTo>
                    <a:pt x="2332895" y="107830"/>
                  </a:lnTo>
                  <a:lnTo>
                    <a:pt x="2419040" y="124505"/>
                  </a:lnTo>
                  <a:lnTo>
                    <a:pt x="2498283" y="142940"/>
                  </a:lnTo>
                  <a:lnTo>
                    <a:pt x="2570810" y="163334"/>
                  </a:lnTo>
                  <a:lnTo>
                    <a:pt x="2637127" y="185936"/>
                  </a:lnTo>
                  <a:lnTo>
                    <a:pt x="2697931" y="211043"/>
                  </a:lnTo>
                  <a:lnTo>
                    <a:pt x="2754017" y="238974"/>
                  </a:lnTo>
                  <a:lnTo>
                    <a:pt x="2806210" y="270049"/>
                  </a:lnTo>
                  <a:lnTo>
                    <a:pt x="2855309" y="304536"/>
                  </a:lnTo>
                  <a:lnTo>
                    <a:pt x="2896531" y="337817"/>
                  </a:lnTo>
                  <a:lnTo>
                    <a:pt x="2940188" y="377524"/>
                  </a:lnTo>
                  <a:lnTo>
                    <a:pt x="2982622" y="420616"/>
                  </a:lnTo>
                  <a:lnTo>
                    <a:pt x="3024219" y="467159"/>
                  </a:lnTo>
                  <a:lnTo>
                    <a:pt x="3065280" y="517140"/>
                  </a:lnTo>
                  <a:lnTo>
                    <a:pt x="3106033" y="570458"/>
                  </a:lnTo>
                  <a:lnTo>
                    <a:pt x="3146642" y="626922"/>
                  </a:lnTo>
                  <a:lnTo>
                    <a:pt x="3187222" y="686241"/>
                  </a:lnTo>
                  <a:lnTo>
                    <a:pt x="3227839" y="748030"/>
                  </a:lnTo>
                  <a:lnTo>
                    <a:pt x="3268525" y="811818"/>
                  </a:lnTo>
                  <a:lnTo>
                    <a:pt x="3309279" y="877055"/>
                  </a:lnTo>
                  <a:lnTo>
                    <a:pt x="3350078" y="943139"/>
                  </a:lnTo>
                  <a:lnTo>
                    <a:pt x="3390890" y="1009430"/>
                  </a:lnTo>
                  <a:lnTo>
                    <a:pt x="3431677" y="1075283"/>
                  </a:lnTo>
                  <a:lnTo>
                    <a:pt x="3472408" y="1140068"/>
                  </a:lnTo>
                  <a:lnTo>
                    <a:pt x="3513068" y="1203198"/>
                  </a:lnTo>
                  <a:lnTo>
                    <a:pt x="3553666" y="1264152"/>
                  </a:lnTo>
                  <a:lnTo>
                    <a:pt x="3594247" y="1322487"/>
                  </a:lnTo>
                  <a:lnTo>
                    <a:pt x="3634892" y="1377852"/>
                  </a:lnTo>
                  <a:lnTo>
                    <a:pt x="3675733" y="1429991"/>
                  </a:lnTo>
                  <a:lnTo>
                    <a:pt x="3716956" y="1478746"/>
                  </a:lnTo>
                  <a:lnTo>
                    <a:pt x="3758815" y="1524050"/>
                  </a:lnTo>
                  <a:lnTo>
                    <a:pt x="3801638" y="1565918"/>
                  </a:lnTo>
                  <a:lnTo>
                    <a:pt x="3829811" y="1591010"/>
                  </a:lnTo>
                  <a:lnTo>
                    <a:pt x="3876789" y="1628617"/>
                  </a:lnTo>
                  <a:lnTo>
                    <a:pt x="3926219" y="1662684"/>
                  </a:lnTo>
                  <a:lnTo>
                    <a:pt x="3978836" y="1693366"/>
                  </a:lnTo>
                  <a:lnTo>
                    <a:pt x="4035446" y="1720941"/>
                  </a:lnTo>
                  <a:lnTo>
                    <a:pt x="4096871" y="1745730"/>
                  </a:lnTo>
                  <a:lnTo>
                    <a:pt x="4163899" y="1768053"/>
                  </a:lnTo>
                  <a:lnTo>
                    <a:pt x="4237211" y="1788199"/>
                  </a:lnTo>
                  <a:lnTo>
                    <a:pt x="4317281" y="1806414"/>
                  </a:lnTo>
                  <a:lnTo>
                    <a:pt x="4404246" y="1822887"/>
                  </a:lnTo>
                  <a:lnTo>
                    <a:pt x="4497742" y="1837752"/>
                  </a:lnTo>
                  <a:lnTo>
                    <a:pt x="4596724" y="1851085"/>
                  </a:lnTo>
                  <a:lnTo>
                    <a:pt x="4699300" y="1862910"/>
                  </a:lnTo>
                  <a:lnTo>
                    <a:pt x="4802651" y="1873210"/>
                  </a:lnTo>
                  <a:lnTo>
                    <a:pt x="4903107" y="1881951"/>
                  </a:lnTo>
                  <a:lnTo>
                    <a:pt x="4996454" y="1889108"/>
                  </a:lnTo>
                  <a:lnTo>
                    <a:pt x="5078480" y="1894694"/>
                  </a:lnTo>
                  <a:lnTo>
                    <a:pt x="5145693" y="1898787"/>
                  </a:lnTo>
                  <a:lnTo>
                    <a:pt x="5196016" y="1901543"/>
                  </a:lnTo>
                  <a:lnTo>
                    <a:pt x="5229285" y="1903189"/>
                  </a:lnTo>
                  <a:lnTo>
                    <a:pt x="5247391" y="1904001"/>
                  </a:lnTo>
                  <a:lnTo>
                    <a:pt x="5254135" y="1904277"/>
                  </a:lnTo>
                  <a:lnTo>
                    <a:pt x="5254955" y="1904308"/>
                  </a:lnTo>
                  <a:lnTo>
                    <a:pt x="6726343" y="1904308"/>
                  </a:lnTo>
                  <a:lnTo>
                    <a:pt x="6727580" y="1904304"/>
                  </a:lnTo>
                  <a:lnTo>
                    <a:pt x="6735700" y="1904271"/>
                  </a:lnTo>
                  <a:lnTo>
                    <a:pt x="6756114" y="1904183"/>
                  </a:lnTo>
                  <a:lnTo>
                    <a:pt x="6792482" y="1904008"/>
                  </a:lnTo>
                  <a:lnTo>
                    <a:pt x="6846422" y="1903720"/>
                  </a:lnTo>
                  <a:lnTo>
                    <a:pt x="6917400" y="1903298"/>
                  </a:lnTo>
                  <a:lnTo>
                    <a:pt x="7002950" y="1902728"/>
                  </a:lnTo>
                  <a:lnTo>
                    <a:pt x="7099249" y="1902003"/>
                  </a:lnTo>
                  <a:lnTo>
                    <a:pt x="7201880" y="1901124"/>
                  </a:lnTo>
                  <a:lnTo>
                    <a:pt x="7306563" y="1900093"/>
                  </a:lnTo>
                  <a:lnTo>
                    <a:pt x="7409684" y="1898913"/>
                  </a:lnTo>
                  <a:lnTo>
                    <a:pt x="7508557" y="1897585"/>
                  </a:lnTo>
                  <a:lnTo>
                    <a:pt x="7601459" y="1896106"/>
                  </a:lnTo>
                  <a:lnTo>
                    <a:pt x="7687514" y="1894466"/>
                  </a:lnTo>
                  <a:lnTo>
                    <a:pt x="7766506" y="1892651"/>
                  </a:lnTo>
                  <a:lnTo>
                    <a:pt x="7838696" y="1890640"/>
                  </a:lnTo>
                  <a:lnTo>
                    <a:pt x="7904652" y="1888408"/>
                  </a:lnTo>
                  <a:lnTo>
                    <a:pt x="7965122" y="1885925"/>
                  </a:lnTo>
                  <a:lnTo>
                    <a:pt x="8020941" y="1883158"/>
                  </a:lnTo>
                  <a:lnTo>
                    <a:pt x="8072961" y="1880077"/>
                  </a:lnTo>
                  <a:lnTo>
                    <a:pt x="8121997" y="1876657"/>
                  </a:lnTo>
                  <a:lnTo>
                    <a:pt x="8151487" y="1874340"/>
                  </a:lnTo>
                  <a:lnTo>
                    <a:pt x="8207498" y="1869386"/>
                  </a:lnTo>
                  <a:lnTo>
                    <a:pt x="8261672" y="1863891"/>
                  </a:lnTo>
                  <a:lnTo>
                    <a:pt x="8314753" y="1857848"/>
                  </a:lnTo>
                  <a:lnTo>
                    <a:pt x="8367271" y="1851272"/>
                  </a:lnTo>
                  <a:lnTo>
                    <a:pt x="8419581" y="1844204"/>
                  </a:lnTo>
                  <a:lnTo>
                    <a:pt x="8471897" y="1836708"/>
                  </a:lnTo>
                  <a:lnTo>
                    <a:pt x="8524315" y="1828875"/>
                  </a:lnTo>
                  <a:lnTo>
                    <a:pt x="8576843" y="1820813"/>
                  </a:lnTo>
                  <a:lnTo>
                    <a:pt x="8629431" y="1812648"/>
                  </a:lnTo>
                  <a:lnTo>
                    <a:pt x="8682002" y="1804512"/>
                  </a:lnTo>
                  <a:lnTo>
                    <a:pt x="8734486" y="1796533"/>
                  </a:lnTo>
                  <a:lnTo>
                    <a:pt x="8786854" y="1788833"/>
                  </a:lnTo>
                  <a:lnTo>
                    <a:pt x="8839150" y="1781511"/>
                  </a:lnTo>
                  <a:lnTo>
                    <a:pt x="8891516" y="1774648"/>
                  </a:lnTo>
                  <a:lnTo>
                    <a:pt x="8944223" y="1768298"/>
                  </a:lnTo>
                  <a:lnTo>
                    <a:pt x="8997697" y="1762490"/>
                  </a:lnTo>
                  <a:lnTo>
                    <a:pt x="9052555" y="1757229"/>
                  </a:lnTo>
                  <a:lnTo>
                    <a:pt x="9084767" y="1754470"/>
                  </a:lnTo>
                  <a:lnTo>
                    <a:pt x="9132310" y="1750832"/>
                  </a:lnTo>
                  <a:lnTo>
                    <a:pt x="9182372" y="1747541"/>
                  </a:lnTo>
                  <a:lnTo>
                    <a:pt x="9235716" y="1744581"/>
                  </a:lnTo>
                  <a:lnTo>
                    <a:pt x="9293176" y="1741924"/>
                  </a:lnTo>
                  <a:lnTo>
                    <a:pt x="9355604" y="1739539"/>
                  </a:lnTo>
                  <a:lnTo>
                    <a:pt x="9423813" y="1737393"/>
                  </a:lnTo>
                  <a:lnTo>
                    <a:pt x="9498496" y="1735458"/>
                  </a:lnTo>
                  <a:lnTo>
                    <a:pt x="9580123" y="1733711"/>
                  </a:lnTo>
                  <a:lnTo>
                    <a:pt x="9668797" y="1732133"/>
                  </a:lnTo>
                  <a:lnTo>
                    <a:pt x="9764079" y="1730711"/>
                  </a:lnTo>
                  <a:lnTo>
                    <a:pt x="9864794" y="1729439"/>
                  </a:lnTo>
                  <a:lnTo>
                    <a:pt x="9968866" y="1728314"/>
                  </a:lnTo>
                  <a:lnTo>
                    <a:pt x="10073249" y="1727339"/>
                  </a:lnTo>
                  <a:lnTo>
                    <a:pt x="10174032" y="1726517"/>
                  </a:lnTo>
                  <a:lnTo>
                    <a:pt x="10266810" y="1725851"/>
                  </a:lnTo>
                  <a:lnTo>
                    <a:pt x="10347296" y="1725338"/>
                  </a:lnTo>
                  <a:lnTo>
                    <a:pt x="10412092" y="1724968"/>
                  </a:lnTo>
                  <a:lnTo>
                    <a:pt x="10459402" y="1724725"/>
                  </a:lnTo>
                  <a:lnTo>
                    <a:pt x="10489494" y="1724586"/>
                  </a:lnTo>
                  <a:lnTo>
                    <a:pt x="10504778" y="1724522"/>
                  </a:lnTo>
                  <a:lnTo>
                    <a:pt x="10509601" y="1724503"/>
                  </a:lnTo>
                  <a:lnTo>
                    <a:pt x="10509911" y="1724502"/>
                  </a:lnTo>
                  <a:lnTo>
                    <a:pt x="11981298" y="1724502"/>
                  </a:lnTo>
                  <a:lnTo>
                    <a:pt x="11981298" y="1699983"/>
                  </a:lnTo>
                  <a:lnTo>
                    <a:pt x="10509911" y="1699983"/>
                  </a:lnTo>
                  <a:lnTo>
                    <a:pt x="10508673" y="1699988"/>
                  </a:lnTo>
                  <a:lnTo>
                    <a:pt x="10500554" y="1700020"/>
                  </a:lnTo>
                  <a:lnTo>
                    <a:pt x="10480139" y="1700109"/>
                  </a:lnTo>
                  <a:lnTo>
                    <a:pt x="10443771" y="1700284"/>
                  </a:lnTo>
                  <a:lnTo>
                    <a:pt x="10389831" y="1700571"/>
                  </a:lnTo>
                  <a:lnTo>
                    <a:pt x="10318853" y="1700993"/>
                  </a:lnTo>
                  <a:lnTo>
                    <a:pt x="10233303" y="1701563"/>
                  </a:lnTo>
                  <a:lnTo>
                    <a:pt x="10137004" y="1702288"/>
                  </a:lnTo>
                  <a:lnTo>
                    <a:pt x="10034373" y="1703167"/>
                  </a:lnTo>
                  <a:lnTo>
                    <a:pt x="9929690" y="1704199"/>
                  </a:lnTo>
                  <a:lnTo>
                    <a:pt x="9826569" y="1705379"/>
                  </a:lnTo>
                  <a:lnTo>
                    <a:pt x="9727696" y="1706706"/>
                  </a:lnTo>
                  <a:lnTo>
                    <a:pt x="9634794" y="1708186"/>
                  </a:lnTo>
                  <a:lnTo>
                    <a:pt x="9548740" y="1709825"/>
                  </a:lnTo>
                  <a:lnTo>
                    <a:pt x="9469747" y="1711640"/>
                  </a:lnTo>
                  <a:lnTo>
                    <a:pt x="9397557" y="1713651"/>
                  </a:lnTo>
                  <a:lnTo>
                    <a:pt x="9331601" y="1715883"/>
                  </a:lnTo>
                  <a:lnTo>
                    <a:pt x="9271131" y="1718366"/>
                  </a:lnTo>
                  <a:lnTo>
                    <a:pt x="9215312" y="1721133"/>
                  </a:lnTo>
                  <a:lnTo>
                    <a:pt x="9163292" y="1724214"/>
                  </a:lnTo>
                  <a:lnTo>
                    <a:pt x="9114257" y="1727634"/>
                  </a:lnTo>
                  <a:lnTo>
                    <a:pt x="9084767" y="1729951"/>
                  </a:lnTo>
                  <a:lnTo>
                    <a:pt x="9028755" y="1734905"/>
                  </a:lnTo>
                  <a:lnTo>
                    <a:pt x="8974582" y="1740400"/>
                  </a:lnTo>
                  <a:lnTo>
                    <a:pt x="8921500" y="1746444"/>
                  </a:lnTo>
                  <a:lnTo>
                    <a:pt x="8868982" y="1753019"/>
                  </a:lnTo>
                  <a:lnTo>
                    <a:pt x="8816672" y="1760087"/>
                  </a:lnTo>
                  <a:lnTo>
                    <a:pt x="8764356" y="1767583"/>
                  </a:lnTo>
                  <a:lnTo>
                    <a:pt x="8711938" y="1775417"/>
                  </a:lnTo>
                  <a:lnTo>
                    <a:pt x="8659410" y="1783478"/>
                  </a:lnTo>
                  <a:lnTo>
                    <a:pt x="8606822" y="1791643"/>
                  </a:lnTo>
                  <a:lnTo>
                    <a:pt x="8554252" y="1799780"/>
                  </a:lnTo>
                  <a:lnTo>
                    <a:pt x="8501767" y="1807758"/>
                  </a:lnTo>
                  <a:lnTo>
                    <a:pt x="8449399" y="1815459"/>
                  </a:lnTo>
                  <a:lnTo>
                    <a:pt x="8397104" y="1822780"/>
                  </a:lnTo>
                  <a:lnTo>
                    <a:pt x="8344738" y="1829643"/>
                  </a:lnTo>
                  <a:lnTo>
                    <a:pt x="8292031" y="1835993"/>
                  </a:lnTo>
                  <a:lnTo>
                    <a:pt x="8238556" y="1841801"/>
                  </a:lnTo>
                  <a:lnTo>
                    <a:pt x="8183698" y="1847062"/>
                  </a:lnTo>
                  <a:lnTo>
                    <a:pt x="8151487" y="1849821"/>
                  </a:lnTo>
                  <a:lnTo>
                    <a:pt x="8103943" y="1853459"/>
                  </a:lnTo>
                  <a:lnTo>
                    <a:pt x="8053881" y="1856750"/>
                  </a:lnTo>
                  <a:lnTo>
                    <a:pt x="8000537" y="1859710"/>
                  </a:lnTo>
                  <a:lnTo>
                    <a:pt x="7943078" y="1862367"/>
                  </a:lnTo>
                  <a:lnTo>
                    <a:pt x="7880649" y="1864753"/>
                  </a:lnTo>
                  <a:lnTo>
                    <a:pt x="7812440" y="1866898"/>
                  </a:lnTo>
                  <a:lnTo>
                    <a:pt x="7737757" y="1868833"/>
                  </a:lnTo>
                  <a:lnTo>
                    <a:pt x="7656130" y="1870580"/>
                  </a:lnTo>
                  <a:lnTo>
                    <a:pt x="7567456" y="1872159"/>
                  </a:lnTo>
                  <a:lnTo>
                    <a:pt x="7472174" y="1873580"/>
                  </a:lnTo>
                  <a:lnTo>
                    <a:pt x="7371459" y="1874853"/>
                  </a:lnTo>
                  <a:lnTo>
                    <a:pt x="7267387" y="1875977"/>
                  </a:lnTo>
                  <a:lnTo>
                    <a:pt x="7163004" y="1876952"/>
                  </a:lnTo>
                  <a:lnTo>
                    <a:pt x="7062221" y="1877774"/>
                  </a:lnTo>
                  <a:lnTo>
                    <a:pt x="6969443" y="1878440"/>
                  </a:lnTo>
                  <a:lnTo>
                    <a:pt x="6888957" y="1878954"/>
                  </a:lnTo>
                  <a:lnTo>
                    <a:pt x="6824162" y="1879323"/>
                  </a:lnTo>
                  <a:lnTo>
                    <a:pt x="6776851" y="1879566"/>
                  </a:lnTo>
                  <a:lnTo>
                    <a:pt x="6746759" y="1879705"/>
                  </a:lnTo>
                  <a:lnTo>
                    <a:pt x="6731475" y="1879770"/>
                  </a:lnTo>
                  <a:lnTo>
                    <a:pt x="6726652" y="1879788"/>
                  </a:lnTo>
                  <a:lnTo>
                    <a:pt x="6726343" y="1879789"/>
                  </a:lnTo>
                  <a:lnTo>
                    <a:pt x="5254955" y="1879789"/>
                  </a:lnTo>
                  <a:lnTo>
                    <a:pt x="5253760" y="1879744"/>
                  </a:lnTo>
                  <a:lnTo>
                    <a:pt x="5245909" y="1879419"/>
                  </a:lnTo>
                  <a:lnTo>
                    <a:pt x="5226148" y="1878522"/>
                  </a:lnTo>
                  <a:lnTo>
                    <a:pt x="5190891" y="1876757"/>
                  </a:lnTo>
                  <a:lnTo>
                    <a:pt x="5138491" y="1873851"/>
                  </a:lnTo>
                  <a:lnTo>
                    <a:pt x="5069356" y="1869585"/>
                  </a:lnTo>
                  <a:lnTo>
                    <a:pt x="4985765" y="1863814"/>
                  </a:lnTo>
                  <a:lnTo>
                    <a:pt x="4891337" y="1856466"/>
                  </a:lnTo>
                  <a:lnTo>
                    <a:pt x="4790317" y="1847536"/>
                  </a:lnTo>
                  <a:lnTo>
                    <a:pt x="4686880" y="1837051"/>
                  </a:lnTo>
                  <a:lnTo>
                    <a:pt x="4584605" y="1825045"/>
                  </a:lnTo>
                  <a:lnTo>
                    <a:pt x="4486200" y="1811531"/>
                  </a:lnTo>
                  <a:lnTo>
                    <a:pt x="4393447" y="1796477"/>
                  </a:lnTo>
                  <a:lnTo>
                    <a:pt x="4307302" y="1779803"/>
                  </a:lnTo>
                  <a:lnTo>
                    <a:pt x="4228059" y="1761368"/>
                  </a:lnTo>
                  <a:lnTo>
                    <a:pt x="4155532" y="1740974"/>
                  </a:lnTo>
                  <a:lnTo>
                    <a:pt x="4089215" y="1718371"/>
                  </a:lnTo>
                  <a:lnTo>
                    <a:pt x="4028411" y="1693265"/>
                  </a:lnTo>
                  <a:lnTo>
                    <a:pt x="3972325" y="1665334"/>
                  </a:lnTo>
                  <a:lnTo>
                    <a:pt x="3920132" y="1634258"/>
                  </a:lnTo>
                  <a:lnTo>
                    <a:pt x="3871033" y="1599771"/>
                  </a:lnTo>
                  <a:lnTo>
                    <a:pt x="3829811" y="1566491"/>
                  </a:lnTo>
                  <a:lnTo>
                    <a:pt x="3786154" y="1526784"/>
                  </a:lnTo>
                  <a:lnTo>
                    <a:pt x="3743721" y="1483691"/>
                  </a:lnTo>
                  <a:lnTo>
                    <a:pt x="3702123" y="1437148"/>
                  </a:lnTo>
                  <a:lnTo>
                    <a:pt x="3661062" y="1387168"/>
                  </a:lnTo>
                  <a:lnTo>
                    <a:pt x="3620309" y="1333849"/>
                  </a:lnTo>
                  <a:lnTo>
                    <a:pt x="3579700" y="1277386"/>
                  </a:lnTo>
                  <a:lnTo>
                    <a:pt x="3539120" y="1218067"/>
                  </a:lnTo>
                  <a:lnTo>
                    <a:pt x="3498503" y="1156277"/>
                  </a:lnTo>
                  <a:lnTo>
                    <a:pt x="3457817" y="1092490"/>
                  </a:lnTo>
                  <a:lnTo>
                    <a:pt x="3417064" y="1027252"/>
                  </a:lnTo>
                  <a:lnTo>
                    <a:pt x="3376264" y="961169"/>
                  </a:lnTo>
                  <a:lnTo>
                    <a:pt x="3335452" y="894877"/>
                  </a:lnTo>
                  <a:lnTo>
                    <a:pt x="3294665" y="829025"/>
                  </a:lnTo>
                  <a:lnTo>
                    <a:pt x="3253934" y="764240"/>
                  </a:lnTo>
                  <a:lnTo>
                    <a:pt x="3213275" y="701109"/>
                  </a:lnTo>
                  <a:lnTo>
                    <a:pt x="3172676" y="640155"/>
                  </a:lnTo>
                  <a:lnTo>
                    <a:pt x="3132095" y="581820"/>
                  </a:lnTo>
                  <a:lnTo>
                    <a:pt x="3091450" y="526456"/>
                  </a:lnTo>
                  <a:lnTo>
                    <a:pt x="3050610" y="474316"/>
                  </a:lnTo>
                  <a:lnTo>
                    <a:pt x="3009386" y="425561"/>
                  </a:lnTo>
                  <a:lnTo>
                    <a:pt x="2967527" y="380258"/>
                  </a:lnTo>
                  <a:lnTo>
                    <a:pt x="2924704" y="338389"/>
                  </a:lnTo>
                  <a:lnTo>
                    <a:pt x="2896531" y="313298"/>
                  </a:lnTo>
                  <a:lnTo>
                    <a:pt x="2849553" y="275691"/>
                  </a:lnTo>
                  <a:lnTo>
                    <a:pt x="2800123" y="241624"/>
                  </a:lnTo>
                  <a:lnTo>
                    <a:pt x="2747506" y="210941"/>
                  </a:lnTo>
                  <a:lnTo>
                    <a:pt x="2690896" y="183367"/>
                  </a:lnTo>
                  <a:lnTo>
                    <a:pt x="2629472" y="158578"/>
                  </a:lnTo>
                  <a:lnTo>
                    <a:pt x="2562443" y="136255"/>
                  </a:lnTo>
                  <a:lnTo>
                    <a:pt x="2489131" y="116109"/>
                  </a:lnTo>
                  <a:lnTo>
                    <a:pt x="2409062" y="97894"/>
                  </a:lnTo>
                  <a:lnTo>
                    <a:pt x="2322097" y="81421"/>
                  </a:lnTo>
                  <a:lnTo>
                    <a:pt x="2228600" y="66555"/>
                  </a:lnTo>
                  <a:lnTo>
                    <a:pt x="2129618" y="53222"/>
                  </a:lnTo>
                  <a:lnTo>
                    <a:pt x="2027042" y="41398"/>
                  </a:lnTo>
                  <a:lnTo>
                    <a:pt x="1923691" y="31097"/>
                  </a:lnTo>
                  <a:lnTo>
                    <a:pt x="1823235" y="22356"/>
                  </a:lnTo>
                  <a:lnTo>
                    <a:pt x="1729888" y="15199"/>
                  </a:lnTo>
                  <a:lnTo>
                    <a:pt x="1647862" y="9614"/>
                  </a:lnTo>
                  <a:lnTo>
                    <a:pt x="1580650" y="5521"/>
                  </a:lnTo>
                  <a:lnTo>
                    <a:pt x="1530326" y="2765"/>
                  </a:lnTo>
                  <a:lnTo>
                    <a:pt x="1497057" y="1119"/>
                  </a:lnTo>
                  <a:lnTo>
                    <a:pt x="1478951" y="306"/>
                  </a:lnTo>
                  <a:lnTo>
                    <a:pt x="1472207" y="30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276" name="pl276"/>
            <p:cNvSpPr/>
            <p:nvPr/>
          </p:nvSpPr>
          <p:spPr>
            <a:xfrm>
              <a:off x="4799595" y="4415833"/>
              <a:ext cx="11981298" cy="1879789"/>
            </a:xfrm>
            <a:custGeom>
              <a:avLst/>
              <a:pathLst>
                <a:path w="11981298" h="1879789">
                  <a:moveTo>
                    <a:pt x="0" y="0"/>
                  </a:moveTo>
                  <a:lnTo>
                    <a:pt x="1471387" y="0"/>
                  </a:lnTo>
                  <a:lnTo>
                    <a:pt x="1472583" y="45"/>
                  </a:lnTo>
                  <a:lnTo>
                    <a:pt x="1480434" y="370"/>
                  </a:lnTo>
                  <a:lnTo>
                    <a:pt x="1500194" y="1267"/>
                  </a:lnTo>
                  <a:lnTo>
                    <a:pt x="1535451" y="3032"/>
                  </a:lnTo>
                  <a:lnTo>
                    <a:pt x="1587851" y="5938"/>
                  </a:lnTo>
                  <a:lnTo>
                    <a:pt x="1656986" y="10203"/>
                  </a:lnTo>
                  <a:lnTo>
                    <a:pt x="1740577" y="15975"/>
                  </a:lnTo>
                  <a:lnTo>
                    <a:pt x="1835006" y="23322"/>
                  </a:lnTo>
                  <a:lnTo>
                    <a:pt x="1936025" y="32252"/>
                  </a:lnTo>
                  <a:lnTo>
                    <a:pt x="2039462" y="42737"/>
                  </a:lnTo>
                  <a:lnTo>
                    <a:pt x="2141737" y="54743"/>
                  </a:lnTo>
                  <a:lnTo>
                    <a:pt x="2240143" y="68258"/>
                  </a:lnTo>
                  <a:lnTo>
                    <a:pt x="2332895" y="83311"/>
                  </a:lnTo>
                  <a:lnTo>
                    <a:pt x="2419040" y="99986"/>
                  </a:lnTo>
                  <a:lnTo>
                    <a:pt x="2498283" y="118421"/>
                  </a:lnTo>
                  <a:lnTo>
                    <a:pt x="2570810" y="138815"/>
                  </a:lnTo>
                  <a:lnTo>
                    <a:pt x="2637127" y="161417"/>
                  </a:lnTo>
                  <a:lnTo>
                    <a:pt x="2697931" y="186524"/>
                  </a:lnTo>
                  <a:lnTo>
                    <a:pt x="2754017" y="214455"/>
                  </a:lnTo>
                  <a:lnTo>
                    <a:pt x="2806210" y="245530"/>
                  </a:lnTo>
                  <a:lnTo>
                    <a:pt x="2855309" y="280017"/>
                  </a:lnTo>
                  <a:lnTo>
                    <a:pt x="2896531" y="313298"/>
                  </a:lnTo>
                  <a:lnTo>
                    <a:pt x="2940188" y="353005"/>
                  </a:lnTo>
                  <a:lnTo>
                    <a:pt x="2982622" y="396097"/>
                  </a:lnTo>
                  <a:lnTo>
                    <a:pt x="3024219" y="442640"/>
                  </a:lnTo>
                  <a:lnTo>
                    <a:pt x="3065280" y="492621"/>
                  </a:lnTo>
                  <a:lnTo>
                    <a:pt x="3106033" y="545939"/>
                  </a:lnTo>
                  <a:lnTo>
                    <a:pt x="3146642" y="602403"/>
                  </a:lnTo>
                  <a:lnTo>
                    <a:pt x="3187222" y="661722"/>
                  </a:lnTo>
                  <a:lnTo>
                    <a:pt x="3227839" y="723511"/>
                  </a:lnTo>
                  <a:lnTo>
                    <a:pt x="3268525" y="787299"/>
                  </a:lnTo>
                  <a:lnTo>
                    <a:pt x="3309279" y="852536"/>
                  </a:lnTo>
                  <a:lnTo>
                    <a:pt x="3350078" y="918620"/>
                  </a:lnTo>
                  <a:lnTo>
                    <a:pt x="3390890" y="984911"/>
                  </a:lnTo>
                  <a:lnTo>
                    <a:pt x="3431677" y="1050764"/>
                  </a:lnTo>
                  <a:lnTo>
                    <a:pt x="3472408" y="1115549"/>
                  </a:lnTo>
                  <a:lnTo>
                    <a:pt x="3513068" y="1178679"/>
                  </a:lnTo>
                  <a:lnTo>
                    <a:pt x="3553666" y="1239633"/>
                  </a:lnTo>
                  <a:lnTo>
                    <a:pt x="3594247" y="1297968"/>
                  </a:lnTo>
                  <a:lnTo>
                    <a:pt x="3634892" y="1353333"/>
                  </a:lnTo>
                  <a:lnTo>
                    <a:pt x="3675733" y="1405472"/>
                  </a:lnTo>
                  <a:lnTo>
                    <a:pt x="3716956" y="1454227"/>
                  </a:lnTo>
                  <a:lnTo>
                    <a:pt x="3758815" y="1499531"/>
                  </a:lnTo>
                  <a:lnTo>
                    <a:pt x="3801638" y="1541399"/>
                  </a:lnTo>
                  <a:lnTo>
                    <a:pt x="3829811" y="1566491"/>
                  </a:lnTo>
                  <a:lnTo>
                    <a:pt x="3876789" y="1604098"/>
                  </a:lnTo>
                  <a:lnTo>
                    <a:pt x="3926219" y="1638165"/>
                  </a:lnTo>
                  <a:lnTo>
                    <a:pt x="3978836" y="1668847"/>
                  </a:lnTo>
                  <a:lnTo>
                    <a:pt x="4035446" y="1696422"/>
                  </a:lnTo>
                  <a:lnTo>
                    <a:pt x="4096871" y="1721211"/>
                  </a:lnTo>
                  <a:lnTo>
                    <a:pt x="4163899" y="1743534"/>
                  </a:lnTo>
                  <a:lnTo>
                    <a:pt x="4237211" y="1763680"/>
                  </a:lnTo>
                  <a:lnTo>
                    <a:pt x="4317281" y="1781895"/>
                  </a:lnTo>
                  <a:lnTo>
                    <a:pt x="4404246" y="1798368"/>
                  </a:lnTo>
                  <a:lnTo>
                    <a:pt x="4497742" y="1813233"/>
                  </a:lnTo>
                  <a:lnTo>
                    <a:pt x="4596724" y="1826566"/>
                  </a:lnTo>
                  <a:lnTo>
                    <a:pt x="4699300" y="1838391"/>
                  </a:lnTo>
                  <a:lnTo>
                    <a:pt x="4802651" y="1848691"/>
                  </a:lnTo>
                  <a:lnTo>
                    <a:pt x="4903107" y="1857432"/>
                  </a:lnTo>
                  <a:lnTo>
                    <a:pt x="4996454" y="1864589"/>
                  </a:lnTo>
                  <a:lnTo>
                    <a:pt x="5078480" y="1870175"/>
                  </a:lnTo>
                  <a:lnTo>
                    <a:pt x="5145693" y="1874268"/>
                  </a:lnTo>
                  <a:lnTo>
                    <a:pt x="5196016" y="1877024"/>
                  </a:lnTo>
                  <a:lnTo>
                    <a:pt x="5229285" y="1878670"/>
                  </a:lnTo>
                  <a:lnTo>
                    <a:pt x="5247391" y="1879482"/>
                  </a:lnTo>
                  <a:lnTo>
                    <a:pt x="5254135" y="1879758"/>
                  </a:lnTo>
                  <a:lnTo>
                    <a:pt x="5254955" y="1879789"/>
                  </a:lnTo>
                  <a:lnTo>
                    <a:pt x="6726343" y="1879789"/>
                  </a:lnTo>
                  <a:lnTo>
                    <a:pt x="6727580" y="1879785"/>
                  </a:lnTo>
                  <a:lnTo>
                    <a:pt x="6735700" y="1879752"/>
                  </a:lnTo>
                  <a:lnTo>
                    <a:pt x="6756114" y="1879664"/>
                  </a:lnTo>
                  <a:lnTo>
                    <a:pt x="6792482" y="1879489"/>
                  </a:lnTo>
                  <a:lnTo>
                    <a:pt x="6846422" y="1879201"/>
                  </a:lnTo>
                  <a:lnTo>
                    <a:pt x="6917400" y="1878779"/>
                  </a:lnTo>
                  <a:lnTo>
                    <a:pt x="7002950" y="1878209"/>
                  </a:lnTo>
                  <a:lnTo>
                    <a:pt x="7099249" y="1877484"/>
                  </a:lnTo>
                  <a:lnTo>
                    <a:pt x="7201880" y="1876605"/>
                  </a:lnTo>
                  <a:lnTo>
                    <a:pt x="7306563" y="1875574"/>
                  </a:lnTo>
                  <a:lnTo>
                    <a:pt x="7409684" y="1874394"/>
                  </a:lnTo>
                  <a:lnTo>
                    <a:pt x="7508557" y="1873066"/>
                  </a:lnTo>
                  <a:lnTo>
                    <a:pt x="7601459" y="1871587"/>
                  </a:lnTo>
                  <a:lnTo>
                    <a:pt x="7687514" y="1869947"/>
                  </a:lnTo>
                  <a:lnTo>
                    <a:pt x="7766506" y="1868132"/>
                  </a:lnTo>
                  <a:lnTo>
                    <a:pt x="7838696" y="1866121"/>
                  </a:lnTo>
                  <a:lnTo>
                    <a:pt x="7904652" y="1863889"/>
                  </a:lnTo>
                  <a:lnTo>
                    <a:pt x="7965122" y="1861406"/>
                  </a:lnTo>
                  <a:lnTo>
                    <a:pt x="8020941" y="1858639"/>
                  </a:lnTo>
                  <a:lnTo>
                    <a:pt x="8072961" y="1855558"/>
                  </a:lnTo>
                  <a:lnTo>
                    <a:pt x="8121997" y="1852138"/>
                  </a:lnTo>
                  <a:lnTo>
                    <a:pt x="8151487" y="1849821"/>
                  </a:lnTo>
                  <a:lnTo>
                    <a:pt x="8207498" y="1844867"/>
                  </a:lnTo>
                  <a:lnTo>
                    <a:pt x="8261672" y="1839372"/>
                  </a:lnTo>
                  <a:lnTo>
                    <a:pt x="8314753" y="1833329"/>
                  </a:lnTo>
                  <a:lnTo>
                    <a:pt x="8367271" y="1826753"/>
                  </a:lnTo>
                  <a:lnTo>
                    <a:pt x="8419581" y="1819685"/>
                  </a:lnTo>
                  <a:lnTo>
                    <a:pt x="8471897" y="1812189"/>
                  </a:lnTo>
                  <a:lnTo>
                    <a:pt x="8524315" y="1804356"/>
                  </a:lnTo>
                  <a:lnTo>
                    <a:pt x="8576843" y="1796294"/>
                  </a:lnTo>
                  <a:lnTo>
                    <a:pt x="8629431" y="1788129"/>
                  </a:lnTo>
                  <a:lnTo>
                    <a:pt x="8682002" y="1779993"/>
                  </a:lnTo>
                  <a:lnTo>
                    <a:pt x="8734486" y="1772014"/>
                  </a:lnTo>
                  <a:lnTo>
                    <a:pt x="8786854" y="1764314"/>
                  </a:lnTo>
                  <a:lnTo>
                    <a:pt x="8839150" y="1756992"/>
                  </a:lnTo>
                  <a:lnTo>
                    <a:pt x="8891516" y="1750129"/>
                  </a:lnTo>
                  <a:lnTo>
                    <a:pt x="8944223" y="1743779"/>
                  </a:lnTo>
                  <a:lnTo>
                    <a:pt x="8997697" y="1737971"/>
                  </a:lnTo>
                  <a:lnTo>
                    <a:pt x="9052555" y="1732710"/>
                  </a:lnTo>
                  <a:lnTo>
                    <a:pt x="9084767" y="1729951"/>
                  </a:lnTo>
                  <a:lnTo>
                    <a:pt x="9132310" y="1726313"/>
                  </a:lnTo>
                  <a:lnTo>
                    <a:pt x="9182372" y="1723022"/>
                  </a:lnTo>
                  <a:lnTo>
                    <a:pt x="9235716" y="1720062"/>
                  </a:lnTo>
                  <a:lnTo>
                    <a:pt x="9293176" y="1717405"/>
                  </a:lnTo>
                  <a:lnTo>
                    <a:pt x="9355604" y="1715020"/>
                  </a:lnTo>
                  <a:lnTo>
                    <a:pt x="9423813" y="1712874"/>
                  </a:lnTo>
                  <a:lnTo>
                    <a:pt x="9498496" y="1710939"/>
                  </a:lnTo>
                  <a:lnTo>
                    <a:pt x="9580123" y="1709192"/>
                  </a:lnTo>
                  <a:lnTo>
                    <a:pt x="9668797" y="1707614"/>
                  </a:lnTo>
                  <a:lnTo>
                    <a:pt x="9764079" y="1706192"/>
                  </a:lnTo>
                  <a:lnTo>
                    <a:pt x="9864794" y="1704920"/>
                  </a:lnTo>
                  <a:lnTo>
                    <a:pt x="9968866" y="1703795"/>
                  </a:lnTo>
                  <a:lnTo>
                    <a:pt x="10073249" y="1702820"/>
                  </a:lnTo>
                  <a:lnTo>
                    <a:pt x="10174032" y="1701998"/>
                  </a:lnTo>
                  <a:lnTo>
                    <a:pt x="10266810" y="1701332"/>
                  </a:lnTo>
                  <a:lnTo>
                    <a:pt x="10347296" y="1700819"/>
                  </a:lnTo>
                  <a:lnTo>
                    <a:pt x="10412092" y="1700449"/>
                  </a:lnTo>
                  <a:lnTo>
                    <a:pt x="10459402" y="1700206"/>
                  </a:lnTo>
                  <a:lnTo>
                    <a:pt x="10489494" y="1700067"/>
                  </a:lnTo>
                  <a:lnTo>
                    <a:pt x="10504778" y="1700003"/>
                  </a:lnTo>
                  <a:lnTo>
                    <a:pt x="10509601" y="1699984"/>
                  </a:lnTo>
                  <a:lnTo>
                    <a:pt x="10509911" y="1699983"/>
                  </a:lnTo>
                  <a:lnTo>
                    <a:pt x="11981298" y="169998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77" name="pl277"/>
            <p:cNvSpPr/>
            <p:nvPr/>
          </p:nvSpPr>
          <p:spPr>
            <a:xfrm>
              <a:off x="4799595" y="4391314"/>
              <a:ext cx="11981298" cy="1879789"/>
            </a:xfrm>
            <a:custGeom>
              <a:avLst/>
              <a:pathLst>
                <a:path w="11981298" h="1879789">
                  <a:moveTo>
                    <a:pt x="11981298" y="1699983"/>
                  </a:moveTo>
                  <a:lnTo>
                    <a:pt x="10509911" y="1699983"/>
                  </a:lnTo>
                  <a:lnTo>
                    <a:pt x="10508673" y="1699988"/>
                  </a:lnTo>
                  <a:lnTo>
                    <a:pt x="10500554" y="1700020"/>
                  </a:lnTo>
                  <a:lnTo>
                    <a:pt x="10480139" y="1700109"/>
                  </a:lnTo>
                  <a:lnTo>
                    <a:pt x="10443771" y="1700284"/>
                  </a:lnTo>
                  <a:lnTo>
                    <a:pt x="10389831" y="1700571"/>
                  </a:lnTo>
                  <a:lnTo>
                    <a:pt x="10318853" y="1700993"/>
                  </a:lnTo>
                  <a:lnTo>
                    <a:pt x="10233303" y="1701563"/>
                  </a:lnTo>
                  <a:lnTo>
                    <a:pt x="10137004" y="1702288"/>
                  </a:lnTo>
                  <a:lnTo>
                    <a:pt x="10034373" y="1703167"/>
                  </a:lnTo>
                  <a:lnTo>
                    <a:pt x="9929690" y="1704199"/>
                  </a:lnTo>
                  <a:lnTo>
                    <a:pt x="9826569" y="1705379"/>
                  </a:lnTo>
                  <a:lnTo>
                    <a:pt x="9727696" y="1706706"/>
                  </a:lnTo>
                  <a:lnTo>
                    <a:pt x="9634794" y="1708186"/>
                  </a:lnTo>
                  <a:lnTo>
                    <a:pt x="9548740" y="1709825"/>
                  </a:lnTo>
                  <a:lnTo>
                    <a:pt x="9469747" y="1711640"/>
                  </a:lnTo>
                  <a:lnTo>
                    <a:pt x="9397557" y="1713651"/>
                  </a:lnTo>
                  <a:lnTo>
                    <a:pt x="9331601" y="1715883"/>
                  </a:lnTo>
                  <a:lnTo>
                    <a:pt x="9271131" y="1718366"/>
                  </a:lnTo>
                  <a:lnTo>
                    <a:pt x="9215312" y="1721133"/>
                  </a:lnTo>
                  <a:lnTo>
                    <a:pt x="9163292" y="1724214"/>
                  </a:lnTo>
                  <a:lnTo>
                    <a:pt x="9114257" y="1727634"/>
                  </a:lnTo>
                  <a:lnTo>
                    <a:pt x="9084767" y="1729951"/>
                  </a:lnTo>
                  <a:lnTo>
                    <a:pt x="9028755" y="1734905"/>
                  </a:lnTo>
                  <a:lnTo>
                    <a:pt x="8974582" y="1740400"/>
                  </a:lnTo>
                  <a:lnTo>
                    <a:pt x="8921500" y="1746444"/>
                  </a:lnTo>
                  <a:lnTo>
                    <a:pt x="8868982" y="1753019"/>
                  </a:lnTo>
                  <a:lnTo>
                    <a:pt x="8816672" y="1760087"/>
                  </a:lnTo>
                  <a:lnTo>
                    <a:pt x="8764356" y="1767583"/>
                  </a:lnTo>
                  <a:lnTo>
                    <a:pt x="8711938" y="1775417"/>
                  </a:lnTo>
                  <a:lnTo>
                    <a:pt x="8659410" y="1783478"/>
                  </a:lnTo>
                  <a:lnTo>
                    <a:pt x="8606822" y="1791643"/>
                  </a:lnTo>
                  <a:lnTo>
                    <a:pt x="8554252" y="1799780"/>
                  </a:lnTo>
                  <a:lnTo>
                    <a:pt x="8501767" y="1807758"/>
                  </a:lnTo>
                  <a:lnTo>
                    <a:pt x="8449399" y="1815459"/>
                  </a:lnTo>
                  <a:lnTo>
                    <a:pt x="8397104" y="1822780"/>
                  </a:lnTo>
                  <a:lnTo>
                    <a:pt x="8344738" y="1829643"/>
                  </a:lnTo>
                  <a:lnTo>
                    <a:pt x="8292031" y="1835993"/>
                  </a:lnTo>
                  <a:lnTo>
                    <a:pt x="8238556" y="1841801"/>
                  </a:lnTo>
                  <a:lnTo>
                    <a:pt x="8183698" y="1847062"/>
                  </a:lnTo>
                  <a:lnTo>
                    <a:pt x="8151487" y="1849821"/>
                  </a:lnTo>
                  <a:lnTo>
                    <a:pt x="8103943" y="1853459"/>
                  </a:lnTo>
                  <a:lnTo>
                    <a:pt x="8053881" y="1856750"/>
                  </a:lnTo>
                  <a:lnTo>
                    <a:pt x="8000537" y="1859710"/>
                  </a:lnTo>
                  <a:lnTo>
                    <a:pt x="7943078" y="1862367"/>
                  </a:lnTo>
                  <a:lnTo>
                    <a:pt x="7880649" y="1864753"/>
                  </a:lnTo>
                  <a:lnTo>
                    <a:pt x="7812440" y="1866898"/>
                  </a:lnTo>
                  <a:lnTo>
                    <a:pt x="7737757" y="1868833"/>
                  </a:lnTo>
                  <a:lnTo>
                    <a:pt x="7656130" y="1870580"/>
                  </a:lnTo>
                  <a:lnTo>
                    <a:pt x="7567456" y="1872159"/>
                  </a:lnTo>
                  <a:lnTo>
                    <a:pt x="7472174" y="1873580"/>
                  </a:lnTo>
                  <a:lnTo>
                    <a:pt x="7371459" y="1874853"/>
                  </a:lnTo>
                  <a:lnTo>
                    <a:pt x="7267387" y="1875977"/>
                  </a:lnTo>
                  <a:lnTo>
                    <a:pt x="7163004" y="1876952"/>
                  </a:lnTo>
                  <a:lnTo>
                    <a:pt x="7062221" y="1877774"/>
                  </a:lnTo>
                  <a:lnTo>
                    <a:pt x="6969443" y="1878440"/>
                  </a:lnTo>
                  <a:lnTo>
                    <a:pt x="6888957" y="1878954"/>
                  </a:lnTo>
                  <a:lnTo>
                    <a:pt x="6824162" y="1879323"/>
                  </a:lnTo>
                  <a:lnTo>
                    <a:pt x="6776851" y="1879566"/>
                  </a:lnTo>
                  <a:lnTo>
                    <a:pt x="6746759" y="1879705"/>
                  </a:lnTo>
                  <a:lnTo>
                    <a:pt x="6731475" y="1879770"/>
                  </a:lnTo>
                  <a:lnTo>
                    <a:pt x="6726652" y="1879788"/>
                  </a:lnTo>
                  <a:lnTo>
                    <a:pt x="6726343" y="1879789"/>
                  </a:lnTo>
                  <a:lnTo>
                    <a:pt x="5254955" y="1879789"/>
                  </a:lnTo>
                  <a:lnTo>
                    <a:pt x="5253760" y="1879744"/>
                  </a:lnTo>
                  <a:lnTo>
                    <a:pt x="5245909" y="1879419"/>
                  </a:lnTo>
                  <a:lnTo>
                    <a:pt x="5226148" y="1878522"/>
                  </a:lnTo>
                  <a:lnTo>
                    <a:pt x="5190891" y="1876757"/>
                  </a:lnTo>
                  <a:lnTo>
                    <a:pt x="5138491" y="1873851"/>
                  </a:lnTo>
                  <a:lnTo>
                    <a:pt x="5069356" y="1869585"/>
                  </a:lnTo>
                  <a:lnTo>
                    <a:pt x="4985765" y="1863814"/>
                  </a:lnTo>
                  <a:lnTo>
                    <a:pt x="4891337" y="1856466"/>
                  </a:lnTo>
                  <a:lnTo>
                    <a:pt x="4790317" y="1847536"/>
                  </a:lnTo>
                  <a:lnTo>
                    <a:pt x="4686880" y="1837051"/>
                  </a:lnTo>
                  <a:lnTo>
                    <a:pt x="4584605" y="1825045"/>
                  </a:lnTo>
                  <a:lnTo>
                    <a:pt x="4486200" y="1811531"/>
                  </a:lnTo>
                  <a:lnTo>
                    <a:pt x="4393447" y="1796477"/>
                  </a:lnTo>
                  <a:lnTo>
                    <a:pt x="4307302" y="1779803"/>
                  </a:lnTo>
                  <a:lnTo>
                    <a:pt x="4228059" y="1761368"/>
                  </a:lnTo>
                  <a:lnTo>
                    <a:pt x="4155532" y="1740974"/>
                  </a:lnTo>
                  <a:lnTo>
                    <a:pt x="4089215" y="1718371"/>
                  </a:lnTo>
                  <a:lnTo>
                    <a:pt x="4028411" y="1693265"/>
                  </a:lnTo>
                  <a:lnTo>
                    <a:pt x="3972325" y="1665334"/>
                  </a:lnTo>
                  <a:lnTo>
                    <a:pt x="3920132" y="1634258"/>
                  </a:lnTo>
                  <a:lnTo>
                    <a:pt x="3871033" y="1599771"/>
                  </a:lnTo>
                  <a:lnTo>
                    <a:pt x="3829811" y="1566491"/>
                  </a:lnTo>
                  <a:lnTo>
                    <a:pt x="3786154" y="1526784"/>
                  </a:lnTo>
                  <a:lnTo>
                    <a:pt x="3743721" y="1483691"/>
                  </a:lnTo>
                  <a:lnTo>
                    <a:pt x="3702123" y="1437148"/>
                  </a:lnTo>
                  <a:lnTo>
                    <a:pt x="3661062" y="1387168"/>
                  </a:lnTo>
                  <a:lnTo>
                    <a:pt x="3620309" y="1333849"/>
                  </a:lnTo>
                  <a:lnTo>
                    <a:pt x="3579700" y="1277386"/>
                  </a:lnTo>
                  <a:lnTo>
                    <a:pt x="3539120" y="1218067"/>
                  </a:lnTo>
                  <a:lnTo>
                    <a:pt x="3498503" y="1156277"/>
                  </a:lnTo>
                  <a:lnTo>
                    <a:pt x="3457817" y="1092490"/>
                  </a:lnTo>
                  <a:lnTo>
                    <a:pt x="3417064" y="1027252"/>
                  </a:lnTo>
                  <a:lnTo>
                    <a:pt x="3376264" y="961169"/>
                  </a:lnTo>
                  <a:lnTo>
                    <a:pt x="3335452" y="894877"/>
                  </a:lnTo>
                  <a:lnTo>
                    <a:pt x="3294665" y="829025"/>
                  </a:lnTo>
                  <a:lnTo>
                    <a:pt x="3253934" y="764240"/>
                  </a:lnTo>
                  <a:lnTo>
                    <a:pt x="3213275" y="701109"/>
                  </a:lnTo>
                  <a:lnTo>
                    <a:pt x="3172676" y="640155"/>
                  </a:lnTo>
                  <a:lnTo>
                    <a:pt x="3132095" y="581820"/>
                  </a:lnTo>
                  <a:lnTo>
                    <a:pt x="3091450" y="526456"/>
                  </a:lnTo>
                  <a:lnTo>
                    <a:pt x="3050610" y="474316"/>
                  </a:lnTo>
                  <a:lnTo>
                    <a:pt x="3009386" y="425561"/>
                  </a:lnTo>
                  <a:lnTo>
                    <a:pt x="2967527" y="380258"/>
                  </a:lnTo>
                  <a:lnTo>
                    <a:pt x="2924704" y="338389"/>
                  </a:lnTo>
                  <a:lnTo>
                    <a:pt x="2896531" y="313298"/>
                  </a:lnTo>
                  <a:lnTo>
                    <a:pt x="2849553" y="275691"/>
                  </a:lnTo>
                  <a:lnTo>
                    <a:pt x="2800123" y="241624"/>
                  </a:lnTo>
                  <a:lnTo>
                    <a:pt x="2747506" y="210941"/>
                  </a:lnTo>
                  <a:lnTo>
                    <a:pt x="2690896" y="183367"/>
                  </a:lnTo>
                  <a:lnTo>
                    <a:pt x="2629472" y="158578"/>
                  </a:lnTo>
                  <a:lnTo>
                    <a:pt x="2562443" y="136255"/>
                  </a:lnTo>
                  <a:lnTo>
                    <a:pt x="2489131" y="116109"/>
                  </a:lnTo>
                  <a:lnTo>
                    <a:pt x="2409062" y="97894"/>
                  </a:lnTo>
                  <a:lnTo>
                    <a:pt x="2322097" y="81421"/>
                  </a:lnTo>
                  <a:lnTo>
                    <a:pt x="2228600" y="66555"/>
                  </a:lnTo>
                  <a:lnTo>
                    <a:pt x="2129618" y="53222"/>
                  </a:lnTo>
                  <a:lnTo>
                    <a:pt x="2027042" y="41398"/>
                  </a:lnTo>
                  <a:lnTo>
                    <a:pt x="1923691" y="31097"/>
                  </a:lnTo>
                  <a:lnTo>
                    <a:pt x="1823235" y="22356"/>
                  </a:lnTo>
                  <a:lnTo>
                    <a:pt x="1729888" y="15199"/>
                  </a:lnTo>
                  <a:lnTo>
                    <a:pt x="1647862" y="9614"/>
                  </a:lnTo>
                  <a:lnTo>
                    <a:pt x="1580650" y="5521"/>
                  </a:lnTo>
                  <a:lnTo>
                    <a:pt x="1530326" y="2765"/>
                  </a:lnTo>
                  <a:lnTo>
                    <a:pt x="1497057" y="1119"/>
                  </a:lnTo>
                  <a:lnTo>
                    <a:pt x="1478951" y="306"/>
                  </a:lnTo>
                  <a:lnTo>
                    <a:pt x="1472207" y="30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78" name="pg278"/>
            <p:cNvSpPr/>
            <p:nvPr/>
          </p:nvSpPr>
          <p:spPr>
            <a:xfrm>
              <a:off x="4799595" y="4415833"/>
              <a:ext cx="11981298" cy="2133152"/>
            </a:xfrm>
            <a:custGeom>
              <a:avLst/>
              <a:pathLst>
                <a:path w="11981298" h="2133152">
                  <a:moveTo>
                    <a:pt x="0" y="32691"/>
                  </a:moveTo>
                  <a:lnTo>
                    <a:pt x="1471387" y="32691"/>
                  </a:lnTo>
                  <a:lnTo>
                    <a:pt x="1472583" y="32737"/>
                  </a:lnTo>
                  <a:lnTo>
                    <a:pt x="1480434" y="33062"/>
                  </a:lnTo>
                  <a:lnTo>
                    <a:pt x="1500194" y="33959"/>
                  </a:lnTo>
                  <a:lnTo>
                    <a:pt x="1535451" y="35724"/>
                  </a:lnTo>
                  <a:lnTo>
                    <a:pt x="1587851" y="38630"/>
                  </a:lnTo>
                  <a:lnTo>
                    <a:pt x="1656986" y="42895"/>
                  </a:lnTo>
                  <a:lnTo>
                    <a:pt x="1740577" y="48667"/>
                  </a:lnTo>
                  <a:lnTo>
                    <a:pt x="1835006" y="56014"/>
                  </a:lnTo>
                  <a:lnTo>
                    <a:pt x="1936025" y="64944"/>
                  </a:lnTo>
                  <a:lnTo>
                    <a:pt x="2039462" y="75429"/>
                  </a:lnTo>
                  <a:lnTo>
                    <a:pt x="2141737" y="87435"/>
                  </a:lnTo>
                  <a:lnTo>
                    <a:pt x="2240143" y="100950"/>
                  </a:lnTo>
                  <a:lnTo>
                    <a:pt x="2332895" y="116003"/>
                  </a:lnTo>
                  <a:lnTo>
                    <a:pt x="2419040" y="132678"/>
                  </a:lnTo>
                  <a:lnTo>
                    <a:pt x="2498283" y="151113"/>
                  </a:lnTo>
                  <a:lnTo>
                    <a:pt x="2570810" y="171507"/>
                  </a:lnTo>
                  <a:lnTo>
                    <a:pt x="2637127" y="194109"/>
                  </a:lnTo>
                  <a:lnTo>
                    <a:pt x="2697931" y="219216"/>
                  </a:lnTo>
                  <a:lnTo>
                    <a:pt x="2754017" y="247147"/>
                  </a:lnTo>
                  <a:lnTo>
                    <a:pt x="2806210" y="278222"/>
                  </a:lnTo>
                  <a:lnTo>
                    <a:pt x="2855309" y="312709"/>
                  </a:lnTo>
                  <a:lnTo>
                    <a:pt x="2896531" y="345990"/>
                  </a:lnTo>
                  <a:lnTo>
                    <a:pt x="2940188" y="385697"/>
                  </a:lnTo>
                  <a:lnTo>
                    <a:pt x="2982622" y="428789"/>
                  </a:lnTo>
                  <a:lnTo>
                    <a:pt x="3024219" y="475332"/>
                  </a:lnTo>
                  <a:lnTo>
                    <a:pt x="3065280" y="525313"/>
                  </a:lnTo>
                  <a:lnTo>
                    <a:pt x="3106033" y="578631"/>
                  </a:lnTo>
                  <a:lnTo>
                    <a:pt x="3146642" y="635095"/>
                  </a:lnTo>
                  <a:lnTo>
                    <a:pt x="3187222" y="694414"/>
                  </a:lnTo>
                  <a:lnTo>
                    <a:pt x="3227839" y="756203"/>
                  </a:lnTo>
                  <a:lnTo>
                    <a:pt x="3268525" y="819991"/>
                  </a:lnTo>
                  <a:lnTo>
                    <a:pt x="3309279" y="885228"/>
                  </a:lnTo>
                  <a:lnTo>
                    <a:pt x="3350078" y="951312"/>
                  </a:lnTo>
                  <a:lnTo>
                    <a:pt x="3390890" y="1017603"/>
                  </a:lnTo>
                  <a:lnTo>
                    <a:pt x="3431677" y="1083456"/>
                  </a:lnTo>
                  <a:lnTo>
                    <a:pt x="3472408" y="1148241"/>
                  </a:lnTo>
                  <a:lnTo>
                    <a:pt x="3513068" y="1211371"/>
                  </a:lnTo>
                  <a:lnTo>
                    <a:pt x="3553666" y="1272325"/>
                  </a:lnTo>
                  <a:lnTo>
                    <a:pt x="3594247" y="1330660"/>
                  </a:lnTo>
                  <a:lnTo>
                    <a:pt x="3634892" y="1386025"/>
                  </a:lnTo>
                  <a:lnTo>
                    <a:pt x="3675733" y="1438164"/>
                  </a:lnTo>
                  <a:lnTo>
                    <a:pt x="3716956" y="1486919"/>
                  </a:lnTo>
                  <a:lnTo>
                    <a:pt x="3758815" y="1532223"/>
                  </a:lnTo>
                  <a:lnTo>
                    <a:pt x="3801638" y="1574091"/>
                  </a:lnTo>
                  <a:lnTo>
                    <a:pt x="3829811" y="1599183"/>
                  </a:lnTo>
                  <a:lnTo>
                    <a:pt x="3876789" y="1636790"/>
                  </a:lnTo>
                  <a:lnTo>
                    <a:pt x="3926219" y="1670857"/>
                  </a:lnTo>
                  <a:lnTo>
                    <a:pt x="3978836" y="1701539"/>
                  </a:lnTo>
                  <a:lnTo>
                    <a:pt x="4035446" y="1729114"/>
                  </a:lnTo>
                  <a:lnTo>
                    <a:pt x="4096871" y="1753903"/>
                  </a:lnTo>
                  <a:lnTo>
                    <a:pt x="4163899" y="1776226"/>
                  </a:lnTo>
                  <a:lnTo>
                    <a:pt x="4237211" y="1796372"/>
                  </a:lnTo>
                  <a:lnTo>
                    <a:pt x="4317281" y="1814587"/>
                  </a:lnTo>
                  <a:lnTo>
                    <a:pt x="4404246" y="1831060"/>
                  </a:lnTo>
                  <a:lnTo>
                    <a:pt x="4497742" y="1845925"/>
                  </a:lnTo>
                  <a:lnTo>
                    <a:pt x="4596724" y="1859258"/>
                  </a:lnTo>
                  <a:lnTo>
                    <a:pt x="4699300" y="1871083"/>
                  </a:lnTo>
                  <a:lnTo>
                    <a:pt x="4802651" y="1881383"/>
                  </a:lnTo>
                  <a:lnTo>
                    <a:pt x="4903107" y="1890124"/>
                  </a:lnTo>
                  <a:lnTo>
                    <a:pt x="4996454" y="1897281"/>
                  </a:lnTo>
                  <a:lnTo>
                    <a:pt x="5078480" y="1902867"/>
                  </a:lnTo>
                  <a:lnTo>
                    <a:pt x="5145693" y="1906960"/>
                  </a:lnTo>
                  <a:lnTo>
                    <a:pt x="5196016" y="1909716"/>
                  </a:lnTo>
                  <a:lnTo>
                    <a:pt x="5229285" y="1911362"/>
                  </a:lnTo>
                  <a:lnTo>
                    <a:pt x="5247391" y="1912174"/>
                  </a:lnTo>
                  <a:lnTo>
                    <a:pt x="5254135" y="1912450"/>
                  </a:lnTo>
                  <a:lnTo>
                    <a:pt x="5254955" y="1912481"/>
                  </a:lnTo>
                  <a:lnTo>
                    <a:pt x="6726343" y="1912481"/>
                  </a:lnTo>
                  <a:lnTo>
                    <a:pt x="6727580" y="1912487"/>
                  </a:lnTo>
                  <a:lnTo>
                    <a:pt x="6735698" y="1912526"/>
                  </a:lnTo>
                  <a:lnTo>
                    <a:pt x="6756110" y="1912635"/>
                  </a:lnTo>
                  <a:lnTo>
                    <a:pt x="6792472" y="1912850"/>
                  </a:lnTo>
                  <a:lnTo>
                    <a:pt x="6846405" y="1913203"/>
                  </a:lnTo>
                  <a:lnTo>
                    <a:pt x="6917374" y="1913721"/>
                  </a:lnTo>
                  <a:lnTo>
                    <a:pt x="7002914" y="1914420"/>
                  </a:lnTo>
                  <a:lnTo>
                    <a:pt x="7099204" y="1915309"/>
                  </a:lnTo>
                  <a:lnTo>
                    <a:pt x="7201828" y="1916388"/>
                  </a:lnTo>
                  <a:lnTo>
                    <a:pt x="7306505" y="1917654"/>
                  </a:lnTo>
                  <a:lnTo>
                    <a:pt x="7409622" y="1919102"/>
                  </a:lnTo>
                  <a:lnTo>
                    <a:pt x="7508492" y="1920731"/>
                  </a:lnTo>
                  <a:lnTo>
                    <a:pt x="7601394" y="1922546"/>
                  </a:lnTo>
                  <a:lnTo>
                    <a:pt x="7687449" y="1924558"/>
                  </a:lnTo>
                  <a:lnTo>
                    <a:pt x="7766443" y="1926786"/>
                  </a:lnTo>
                  <a:lnTo>
                    <a:pt x="7838635" y="1929253"/>
                  </a:lnTo>
                  <a:lnTo>
                    <a:pt x="7904592" y="1931992"/>
                  </a:lnTo>
                  <a:lnTo>
                    <a:pt x="7965064" y="1935039"/>
                  </a:lnTo>
                  <a:lnTo>
                    <a:pt x="8020884" y="1938434"/>
                  </a:lnTo>
                  <a:lnTo>
                    <a:pt x="8072905" y="1942215"/>
                  </a:lnTo>
                  <a:lnTo>
                    <a:pt x="8121941" y="1946411"/>
                  </a:lnTo>
                  <a:lnTo>
                    <a:pt x="8151487" y="1949260"/>
                  </a:lnTo>
                  <a:lnTo>
                    <a:pt x="8207386" y="1955327"/>
                  </a:lnTo>
                  <a:lnTo>
                    <a:pt x="8261453" y="1962055"/>
                  </a:lnTo>
                  <a:lnTo>
                    <a:pt x="8314430" y="1969453"/>
                  </a:lnTo>
                  <a:lnTo>
                    <a:pt x="8366843" y="1977502"/>
                  </a:lnTo>
                  <a:lnTo>
                    <a:pt x="8419047" y="1986154"/>
                  </a:lnTo>
                  <a:lnTo>
                    <a:pt x="8471255" y="1995329"/>
                  </a:lnTo>
                  <a:lnTo>
                    <a:pt x="8523564" y="2004919"/>
                  </a:lnTo>
                  <a:lnTo>
                    <a:pt x="8575984" y="2014789"/>
                  </a:lnTo>
                  <a:lnTo>
                    <a:pt x="8628464" y="2024788"/>
                  </a:lnTo>
                  <a:lnTo>
                    <a:pt x="8680928" y="2034756"/>
                  </a:lnTo>
                  <a:lnTo>
                    <a:pt x="8733307" y="2044533"/>
                  </a:lnTo>
                  <a:lnTo>
                    <a:pt x="8785571" y="2053974"/>
                  </a:lnTo>
                  <a:lnTo>
                    <a:pt x="8837760" y="2062955"/>
                  </a:lnTo>
                  <a:lnTo>
                    <a:pt x="8890014" y="2071377"/>
                  </a:lnTo>
                  <a:lnTo>
                    <a:pt x="8942598" y="2079173"/>
                  </a:lnTo>
                  <a:lnTo>
                    <a:pt x="8995931" y="2086308"/>
                  </a:lnTo>
                  <a:lnTo>
                    <a:pt x="9050618" y="2092774"/>
                  </a:lnTo>
                  <a:lnTo>
                    <a:pt x="9084767" y="2096374"/>
                  </a:lnTo>
                  <a:lnTo>
                    <a:pt x="9132308" y="2100838"/>
                  </a:lnTo>
                  <a:lnTo>
                    <a:pt x="9182367" y="2104876"/>
                  </a:lnTo>
                  <a:lnTo>
                    <a:pt x="9235707" y="2108509"/>
                  </a:lnTo>
                  <a:lnTo>
                    <a:pt x="9293162" y="2111770"/>
                  </a:lnTo>
                  <a:lnTo>
                    <a:pt x="9355586" y="2114697"/>
                  </a:lnTo>
                  <a:lnTo>
                    <a:pt x="9423789" y="2117331"/>
                  </a:lnTo>
                  <a:lnTo>
                    <a:pt x="9498466" y="2119705"/>
                  </a:lnTo>
                  <a:lnTo>
                    <a:pt x="9580085" y="2121849"/>
                  </a:lnTo>
                  <a:lnTo>
                    <a:pt x="9668751" y="2123786"/>
                  </a:lnTo>
                  <a:lnTo>
                    <a:pt x="9764024" y="2125531"/>
                  </a:lnTo>
                  <a:lnTo>
                    <a:pt x="9864731" y="2127093"/>
                  </a:lnTo>
                  <a:lnTo>
                    <a:pt x="9968796" y="2128473"/>
                  </a:lnTo>
                  <a:lnTo>
                    <a:pt x="10073174" y="2129669"/>
                  </a:lnTo>
                  <a:lnTo>
                    <a:pt x="10173956" y="2130678"/>
                  </a:lnTo>
                  <a:lnTo>
                    <a:pt x="10266737" y="2131496"/>
                  </a:lnTo>
                  <a:lnTo>
                    <a:pt x="10347231" y="2132126"/>
                  </a:lnTo>
                  <a:lnTo>
                    <a:pt x="10412038" y="2132580"/>
                  </a:lnTo>
                  <a:lnTo>
                    <a:pt x="10459364" y="2132878"/>
                  </a:lnTo>
                  <a:lnTo>
                    <a:pt x="10489470" y="2133049"/>
                  </a:lnTo>
                  <a:lnTo>
                    <a:pt x="10504768" y="2133128"/>
                  </a:lnTo>
                  <a:lnTo>
                    <a:pt x="10509599" y="2133151"/>
                  </a:lnTo>
                  <a:lnTo>
                    <a:pt x="10509911" y="2133152"/>
                  </a:lnTo>
                  <a:lnTo>
                    <a:pt x="11981298" y="2133152"/>
                  </a:lnTo>
                  <a:lnTo>
                    <a:pt x="11981298" y="2100460"/>
                  </a:lnTo>
                  <a:lnTo>
                    <a:pt x="10509911" y="2100460"/>
                  </a:lnTo>
                  <a:lnTo>
                    <a:pt x="10508673" y="2100455"/>
                  </a:lnTo>
                  <a:lnTo>
                    <a:pt x="10500555" y="2100415"/>
                  </a:lnTo>
                  <a:lnTo>
                    <a:pt x="10480144" y="2100306"/>
                  </a:lnTo>
                  <a:lnTo>
                    <a:pt x="10443782" y="2100091"/>
                  </a:lnTo>
                  <a:lnTo>
                    <a:pt x="10389848" y="2099738"/>
                  </a:lnTo>
                  <a:lnTo>
                    <a:pt x="10318879" y="2099221"/>
                  </a:lnTo>
                  <a:lnTo>
                    <a:pt x="10233339" y="2098521"/>
                  </a:lnTo>
                  <a:lnTo>
                    <a:pt x="10137049" y="2097632"/>
                  </a:lnTo>
                  <a:lnTo>
                    <a:pt x="10034425" y="2096553"/>
                  </a:lnTo>
                  <a:lnTo>
                    <a:pt x="9929748" y="2095287"/>
                  </a:lnTo>
                  <a:lnTo>
                    <a:pt x="9826632" y="2093839"/>
                  </a:lnTo>
                  <a:lnTo>
                    <a:pt x="9727761" y="2092210"/>
                  </a:lnTo>
                  <a:lnTo>
                    <a:pt x="9634859" y="2090395"/>
                  </a:lnTo>
                  <a:lnTo>
                    <a:pt x="9548804" y="2088383"/>
                  </a:lnTo>
                  <a:lnTo>
                    <a:pt x="9469810" y="2086156"/>
                  </a:lnTo>
                  <a:lnTo>
                    <a:pt x="9397619" y="2083688"/>
                  </a:lnTo>
                  <a:lnTo>
                    <a:pt x="9331661" y="2080949"/>
                  </a:lnTo>
                  <a:lnTo>
                    <a:pt x="9271190" y="2077902"/>
                  </a:lnTo>
                  <a:lnTo>
                    <a:pt x="9215370" y="2074507"/>
                  </a:lnTo>
                  <a:lnTo>
                    <a:pt x="9163349" y="2070726"/>
                  </a:lnTo>
                  <a:lnTo>
                    <a:pt x="9114313" y="2066530"/>
                  </a:lnTo>
                  <a:lnTo>
                    <a:pt x="9084767" y="2063682"/>
                  </a:lnTo>
                  <a:lnTo>
                    <a:pt x="9028867" y="2057615"/>
                  </a:lnTo>
                  <a:lnTo>
                    <a:pt x="8974800" y="2050886"/>
                  </a:lnTo>
                  <a:lnTo>
                    <a:pt x="8921824" y="2043488"/>
                  </a:lnTo>
                  <a:lnTo>
                    <a:pt x="8869410" y="2035439"/>
                  </a:lnTo>
                  <a:lnTo>
                    <a:pt x="8817206" y="2026787"/>
                  </a:lnTo>
                  <a:lnTo>
                    <a:pt x="8764998" y="2017612"/>
                  </a:lnTo>
                  <a:lnTo>
                    <a:pt x="8712689" y="2008022"/>
                  </a:lnTo>
                  <a:lnTo>
                    <a:pt x="8660270" y="1998152"/>
                  </a:lnTo>
                  <a:lnTo>
                    <a:pt x="8607790" y="1988153"/>
                  </a:lnTo>
                  <a:lnTo>
                    <a:pt x="8555325" y="1978185"/>
                  </a:lnTo>
                  <a:lnTo>
                    <a:pt x="8502946" y="1968408"/>
                  </a:lnTo>
                  <a:lnTo>
                    <a:pt x="8450682" y="1958967"/>
                  </a:lnTo>
                  <a:lnTo>
                    <a:pt x="8398493" y="1949987"/>
                  </a:lnTo>
                  <a:lnTo>
                    <a:pt x="8346239" y="1941565"/>
                  </a:lnTo>
                  <a:lnTo>
                    <a:pt x="8293655" y="1933768"/>
                  </a:lnTo>
                  <a:lnTo>
                    <a:pt x="8240322" y="1926633"/>
                  </a:lnTo>
                  <a:lnTo>
                    <a:pt x="8185636" y="1920167"/>
                  </a:lnTo>
                  <a:lnTo>
                    <a:pt x="8151487" y="1916568"/>
                  </a:lnTo>
                  <a:lnTo>
                    <a:pt x="8103946" y="1912104"/>
                  </a:lnTo>
                  <a:lnTo>
                    <a:pt x="8053887" y="1908065"/>
                  </a:lnTo>
                  <a:lnTo>
                    <a:pt x="8000547" y="1904432"/>
                  </a:lnTo>
                  <a:lnTo>
                    <a:pt x="7943091" y="1901172"/>
                  </a:lnTo>
                  <a:lnTo>
                    <a:pt x="7880667" y="1898244"/>
                  </a:lnTo>
                  <a:lnTo>
                    <a:pt x="7812464" y="1895610"/>
                  </a:lnTo>
                  <a:lnTo>
                    <a:pt x="7737787" y="1893236"/>
                  </a:lnTo>
                  <a:lnTo>
                    <a:pt x="7656168" y="1891092"/>
                  </a:lnTo>
                  <a:lnTo>
                    <a:pt x="7567502" y="1889155"/>
                  </a:lnTo>
                  <a:lnTo>
                    <a:pt x="7472229" y="1887410"/>
                  </a:lnTo>
                  <a:lnTo>
                    <a:pt x="7371523" y="1885848"/>
                  </a:lnTo>
                  <a:lnTo>
                    <a:pt x="7267457" y="1884468"/>
                  </a:lnTo>
                  <a:lnTo>
                    <a:pt x="7163079" y="1883272"/>
                  </a:lnTo>
                  <a:lnTo>
                    <a:pt x="7062297" y="1882263"/>
                  </a:lnTo>
                  <a:lnTo>
                    <a:pt x="6969516" y="1881445"/>
                  </a:lnTo>
                  <a:lnTo>
                    <a:pt x="6889022" y="1880815"/>
                  </a:lnTo>
                  <a:lnTo>
                    <a:pt x="6824215" y="1880361"/>
                  </a:lnTo>
                  <a:lnTo>
                    <a:pt x="6776890" y="1880063"/>
                  </a:lnTo>
                  <a:lnTo>
                    <a:pt x="6746783" y="1879892"/>
                  </a:lnTo>
                  <a:lnTo>
                    <a:pt x="6731486" y="1879813"/>
                  </a:lnTo>
                  <a:lnTo>
                    <a:pt x="6726654" y="1879790"/>
                  </a:lnTo>
                  <a:lnTo>
                    <a:pt x="6726343" y="1879789"/>
                  </a:lnTo>
                  <a:lnTo>
                    <a:pt x="5254955" y="1879789"/>
                  </a:lnTo>
                  <a:lnTo>
                    <a:pt x="5253760" y="1879744"/>
                  </a:lnTo>
                  <a:lnTo>
                    <a:pt x="5245909" y="1879419"/>
                  </a:lnTo>
                  <a:lnTo>
                    <a:pt x="5226148" y="1878522"/>
                  </a:lnTo>
                  <a:lnTo>
                    <a:pt x="5190891" y="1876757"/>
                  </a:lnTo>
                  <a:lnTo>
                    <a:pt x="5138491" y="1873851"/>
                  </a:lnTo>
                  <a:lnTo>
                    <a:pt x="5069356" y="1869585"/>
                  </a:lnTo>
                  <a:lnTo>
                    <a:pt x="4985765" y="1863814"/>
                  </a:lnTo>
                  <a:lnTo>
                    <a:pt x="4891337" y="1856466"/>
                  </a:lnTo>
                  <a:lnTo>
                    <a:pt x="4790317" y="1847536"/>
                  </a:lnTo>
                  <a:lnTo>
                    <a:pt x="4686880" y="1837051"/>
                  </a:lnTo>
                  <a:lnTo>
                    <a:pt x="4584605" y="1825045"/>
                  </a:lnTo>
                  <a:lnTo>
                    <a:pt x="4486200" y="1811531"/>
                  </a:lnTo>
                  <a:lnTo>
                    <a:pt x="4393447" y="1796477"/>
                  </a:lnTo>
                  <a:lnTo>
                    <a:pt x="4307302" y="1779803"/>
                  </a:lnTo>
                  <a:lnTo>
                    <a:pt x="4228059" y="1761368"/>
                  </a:lnTo>
                  <a:lnTo>
                    <a:pt x="4155532" y="1740974"/>
                  </a:lnTo>
                  <a:lnTo>
                    <a:pt x="4089215" y="1718371"/>
                  </a:lnTo>
                  <a:lnTo>
                    <a:pt x="4028411" y="1693265"/>
                  </a:lnTo>
                  <a:lnTo>
                    <a:pt x="3972325" y="1665334"/>
                  </a:lnTo>
                  <a:lnTo>
                    <a:pt x="3920132" y="1634258"/>
                  </a:lnTo>
                  <a:lnTo>
                    <a:pt x="3871033" y="1599771"/>
                  </a:lnTo>
                  <a:lnTo>
                    <a:pt x="3829811" y="1566491"/>
                  </a:lnTo>
                  <a:lnTo>
                    <a:pt x="3786154" y="1526784"/>
                  </a:lnTo>
                  <a:lnTo>
                    <a:pt x="3743721" y="1483691"/>
                  </a:lnTo>
                  <a:lnTo>
                    <a:pt x="3702123" y="1437148"/>
                  </a:lnTo>
                  <a:lnTo>
                    <a:pt x="3661062" y="1387168"/>
                  </a:lnTo>
                  <a:lnTo>
                    <a:pt x="3620309" y="1333849"/>
                  </a:lnTo>
                  <a:lnTo>
                    <a:pt x="3579700" y="1277386"/>
                  </a:lnTo>
                  <a:lnTo>
                    <a:pt x="3539120" y="1218067"/>
                  </a:lnTo>
                  <a:lnTo>
                    <a:pt x="3498503" y="1156277"/>
                  </a:lnTo>
                  <a:lnTo>
                    <a:pt x="3457817" y="1092490"/>
                  </a:lnTo>
                  <a:lnTo>
                    <a:pt x="3417064" y="1027252"/>
                  </a:lnTo>
                  <a:lnTo>
                    <a:pt x="3376264" y="961169"/>
                  </a:lnTo>
                  <a:lnTo>
                    <a:pt x="3335452" y="894877"/>
                  </a:lnTo>
                  <a:lnTo>
                    <a:pt x="3294665" y="829025"/>
                  </a:lnTo>
                  <a:lnTo>
                    <a:pt x="3253934" y="764240"/>
                  </a:lnTo>
                  <a:lnTo>
                    <a:pt x="3213275" y="701109"/>
                  </a:lnTo>
                  <a:lnTo>
                    <a:pt x="3172676" y="640155"/>
                  </a:lnTo>
                  <a:lnTo>
                    <a:pt x="3132095" y="581820"/>
                  </a:lnTo>
                  <a:lnTo>
                    <a:pt x="3091450" y="526456"/>
                  </a:lnTo>
                  <a:lnTo>
                    <a:pt x="3050610" y="474316"/>
                  </a:lnTo>
                  <a:lnTo>
                    <a:pt x="3009386" y="425561"/>
                  </a:lnTo>
                  <a:lnTo>
                    <a:pt x="2967527" y="380258"/>
                  </a:lnTo>
                  <a:lnTo>
                    <a:pt x="2924704" y="338389"/>
                  </a:lnTo>
                  <a:lnTo>
                    <a:pt x="2896531" y="313298"/>
                  </a:lnTo>
                  <a:lnTo>
                    <a:pt x="2849553" y="275691"/>
                  </a:lnTo>
                  <a:lnTo>
                    <a:pt x="2800123" y="241624"/>
                  </a:lnTo>
                  <a:lnTo>
                    <a:pt x="2747506" y="210941"/>
                  </a:lnTo>
                  <a:lnTo>
                    <a:pt x="2690896" y="183367"/>
                  </a:lnTo>
                  <a:lnTo>
                    <a:pt x="2629472" y="158578"/>
                  </a:lnTo>
                  <a:lnTo>
                    <a:pt x="2562443" y="136255"/>
                  </a:lnTo>
                  <a:lnTo>
                    <a:pt x="2489131" y="116109"/>
                  </a:lnTo>
                  <a:lnTo>
                    <a:pt x="2409062" y="97894"/>
                  </a:lnTo>
                  <a:lnTo>
                    <a:pt x="2322097" y="81421"/>
                  </a:lnTo>
                  <a:lnTo>
                    <a:pt x="2228600" y="66555"/>
                  </a:lnTo>
                  <a:lnTo>
                    <a:pt x="2129618" y="53222"/>
                  </a:lnTo>
                  <a:lnTo>
                    <a:pt x="2027042" y="41398"/>
                  </a:lnTo>
                  <a:lnTo>
                    <a:pt x="1923691" y="31097"/>
                  </a:lnTo>
                  <a:lnTo>
                    <a:pt x="1823235" y="22356"/>
                  </a:lnTo>
                  <a:lnTo>
                    <a:pt x="1729888" y="15199"/>
                  </a:lnTo>
                  <a:lnTo>
                    <a:pt x="1647862" y="9614"/>
                  </a:lnTo>
                  <a:lnTo>
                    <a:pt x="1580650" y="5521"/>
                  </a:lnTo>
                  <a:lnTo>
                    <a:pt x="1530326" y="2765"/>
                  </a:lnTo>
                  <a:lnTo>
                    <a:pt x="1497057" y="1119"/>
                  </a:lnTo>
                  <a:lnTo>
                    <a:pt x="1478951" y="306"/>
                  </a:lnTo>
                  <a:lnTo>
                    <a:pt x="1472207" y="30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279" name="pl279"/>
            <p:cNvSpPr/>
            <p:nvPr/>
          </p:nvSpPr>
          <p:spPr>
            <a:xfrm>
              <a:off x="4799595" y="4448525"/>
              <a:ext cx="11981298" cy="2100460"/>
            </a:xfrm>
            <a:custGeom>
              <a:avLst/>
              <a:pathLst>
                <a:path w="11981298" h="2100460">
                  <a:moveTo>
                    <a:pt x="0" y="0"/>
                  </a:moveTo>
                  <a:lnTo>
                    <a:pt x="1471387" y="0"/>
                  </a:lnTo>
                  <a:lnTo>
                    <a:pt x="1472583" y="45"/>
                  </a:lnTo>
                  <a:lnTo>
                    <a:pt x="1480434" y="370"/>
                  </a:lnTo>
                  <a:lnTo>
                    <a:pt x="1500194" y="1267"/>
                  </a:lnTo>
                  <a:lnTo>
                    <a:pt x="1535451" y="3032"/>
                  </a:lnTo>
                  <a:lnTo>
                    <a:pt x="1587851" y="5938"/>
                  </a:lnTo>
                  <a:lnTo>
                    <a:pt x="1656986" y="10203"/>
                  </a:lnTo>
                  <a:lnTo>
                    <a:pt x="1740577" y="15975"/>
                  </a:lnTo>
                  <a:lnTo>
                    <a:pt x="1835006" y="23322"/>
                  </a:lnTo>
                  <a:lnTo>
                    <a:pt x="1936025" y="32252"/>
                  </a:lnTo>
                  <a:lnTo>
                    <a:pt x="2039462" y="42737"/>
                  </a:lnTo>
                  <a:lnTo>
                    <a:pt x="2141737" y="54743"/>
                  </a:lnTo>
                  <a:lnTo>
                    <a:pt x="2240143" y="68258"/>
                  </a:lnTo>
                  <a:lnTo>
                    <a:pt x="2332895" y="83311"/>
                  </a:lnTo>
                  <a:lnTo>
                    <a:pt x="2419040" y="99986"/>
                  </a:lnTo>
                  <a:lnTo>
                    <a:pt x="2498283" y="118421"/>
                  </a:lnTo>
                  <a:lnTo>
                    <a:pt x="2570810" y="138815"/>
                  </a:lnTo>
                  <a:lnTo>
                    <a:pt x="2637127" y="161417"/>
                  </a:lnTo>
                  <a:lnTo>
                    <a:pt x="2697931" y="186524"/>
                  </a:lnTo>
                  <a:lnTo>
                    <a:pt x="2754017" y="214455"/>
                  </a:lnTo>
                  <a:lnTo>
                    <a:pt x="2806210" y="245530"/>
                  </a:lnTo>
                  <a:lnTo>
                    <a:pt x="2855309" y="280017"/>
                  </a:lnTo>
                  <a:lnTo>
                    <a:pt x="2896531" y="313298"/>
                  </a:lnTo>
                  <a:lnTo>
                    <a:pt x="2940188" y="353005"/>
                  </a:lnTo>
                  <a:lnTo>
                    <a:pt x="2982622" y="396097"/>
                  </a:lnTo>
                  <a:lnTo>
                    <a:pt x="3024219" y="442640"/>
                  </a:lnTo>
                  <a:lnTo>
                    <a:pt x="3065280" y="492621"/>
                  </a:lnTo>
                  <a:lnTo>
                    <a:pt x="3106033" y="545939"/>
                  </a:lnTo>
                  <a:lnTo>
                    <a:pt x="3146642" y="602403"/>
                  </a:lnTo>
                  <a:lnTo>
                    <a:pt x="3187222" y="661722"/>
                  </a:lnTo>
                  <a:lnTo>
                    <a:pt x="3227839" y="723511"/>
                  </a:lnTo>
                  <a:lnTo>
                    <a:pt x="3268525" y="787299"/>
                  </a:lnTo>
                  <a:lnTo>
                    <a:pt x="3309279" y="852536"/>
                  </a:lnTo>
                  <a:lnTo>
                    <a:pt x="3350078" y="918620"/>
                  </a:lnTo>
                  <a:lnTo>
                    <a:pt x="3390890" y="984911"/>
                  </a:lnTo>
                  <a:lnTo>
                    <a:pt x="3431677" y="1050764"/>
                  </a:lnTo>
                  <a:lnTo>
                    <a:pt x="3472408" y="1115549"/>
                  </a:lnTo>
                  <a:lnTo>
                    <a:pt x="3513068" y="1178679"/>
                  </a:lnTo>
                  <a:lnTo>
                    <a:pt x="3553666" y="1239633"/>
                  </a:lnTo>
                  <a:lnTo>
                    <a:pt x="3594247" y="1297968"/>
                  </a:lnTo>
                  <a:lnTo>
                    <a:pt x="3634892" y="1353333"/>
                  </a:lnTo>
                  <a:lnTo>
                    <a:pt x="3675733" y="1405472"/>
                  </a:lnTo>
                  <a:lnTo>
                    <a:pt x="3716956" y="1454227"/>
                  </a:lnTo>
                  <a:lnTo>
                    <a:pt x="3758815" y="1499531"/>
                  </a:lnTo>
                  <a:lnTo>
                    <a:pt x="3801638" y="1541399"/>
                  </a:lnTo>
                  <a:lnTo>
                    <a:pt x="3829811" y="1566491"/>
                  </a:lnTo>
                  <a:lnTo>
                    <a:pt x="3876789" y="1604098"/>
                  </a:lnTo>
                  <a:lnTo>
                    <a:pt x="3926219" y="1638165"/>
                  </a:lnTo>
                  <a:lnTo>
                    <a:pt x="3978836" y="1668847"/>
                  </a:lnTo>
                  <a:lnTo>
                    <a:pt x="4035446" y="1696422"/>
                  </a:lnTo>
                  <a:lnTo>
                    <a:pt x="4096871" y="1721211"/>
                  </a:lnTo>
                  <a:lnTo>
                    <a:pt x="4163899" y="1743534"/>
                  </a:lnTo>
                  <a:lnTo>
                    <a:pt x="4237211" y="1763680"/>
                  </a:lnTo>
                  <a:lnTo>
                    <a:pt x="4317281" y="1781895"/>
                  </a:lnTo>
                  <a:lnTo>
                    <a:pt x="4404246" y="1798368"/>
                  </a:lnTo>
                  <a:lnTo>
                    <a:pt x="4497742" y="1813233"/>
                  </a:lnTo>
                  <a:lnTo>
                    <a:pt x="4596724" y="1826566"/>
                  </a:lnTo>
                  <a:lnTo>
                    <a:pt x="4699300" y="1838391"/>
                  </a:lnTo>
                  <a:lnTo>
                    <a:pt x="4802651" y="1848691"/>
                  </a:lnTo>
                  <a:lnTo>
                    <a:pt x="4903107" y="1857432"/>
                  </a:lnTo>
                  <a:lnTo>
                    <a:pt x="4996454" y="1864589"/>
                  </a:lnTo>
                  <a:lnTo>
                    <a:pt x="5078480" y="1870175"/>
                  </a:lnTo>
                  <a:lnTo>
                    <a:pt x="5145693" y="1874268"/>
                  </a:lnTo>
                  <a:lnTo>
                    <a:pt x="5196016" y="1877024"/>
                  </a:lnTo>
                  <a:lnTo>
                    <a:pt x="5229285" y="1878670"/>
                  </a:lnTo>
                  <a:lnTo>
                    <a:pt x="5247391" y="1879482"/>
                  </a:lnTo>
                  <a:lnTo>
                    <a:pt x="5254135" y="1879758"/>
                  </a:lnTo>
                  <a:lnTo>
                    <a:pt x="5254955" y="1879789"/>
                  </a:lnTo>
                  <a:lnTo>
                    <a:pt x="6726343" y="1879789"/>
                  </a:lnTo>
                  <a:lnTo>
                    <a:pt x="6727580" y="1879795"/>
                  </a:lnTo>
                  <a:lnTo>
                    <a:pt x="6735698" y="1879834"/>
                  </a:lnTo>
                  <a:lnTo>
                    <a:pt x="6756110" y="1879943"/>
                  </a:lnTo>
                  <a:lnTo>
                    <a:pt x="6792472" y="1880158"/>
                  </a:lnTo>
                  <a:lnTo>
                    <a:pt x="6846405" y="1880511"/>
                  </a:lnTo>
                  <a:lnTo>
                    <a:pt x="6917374" y="1881029"/>
                  </a:lnTo>
                  <a:lnTo>
                    <a:pt x="7002914" y="1881728"/>
                  </a:lnTo>
                  <a:lnTo>
                    <a:pt x="7099204" y="1882617"/>
                  </a:lnTo>
                  <a:lnTo>
                    <a:pt x="7201828" y="1883696"/>
                  </a:lnTo>
                  <a:lnTo>
                    <a:pt x="7306505" y="1884962"/>
                  </a:lnTo>
                  <a:lnTo>
                    <a:pt x="7409622" y="1886410"/>
                  </a:lnTo>
                  <a:lnTo>
                    <a:pt x="7508492" y="1888039"/>
                  </a:lnTo>
                  <a:lnTo>
                    <a:pt x="7601394" y="1889854"/>
                  </a:lnTo>
                  <a:lnTo>
                    <a:pt x="7687449" y="1891866"/>
                  </a:lnTo>
                  <a:lnTo>
                    <a:pt x="7766443" y="1894094"/>
                  </a:lnTo>
                  <a:lnTo>
                    <a:pt x="7838635" y="1896561"/>
                  </a:lnTo>
                  <a:lnTo>
                    <a:pt x="7904592" y="1899300"/>
                  </a:lnTo>
                  <a:lnTo>
                    <a:pt x="7965064" y="1902347"/>
                  </a:lnTo>
                  <a:lnTo>
                    <a:pt x="8020884" y="1905742"/>
                  </a:lnTo>
                  <a:lnTo>
                    <a:pt x="8072905" y="1909523"/>
                  </a:lnTo>
                  <a:lnTo>
                    <a:pt x="8121941" y="1913719"/>
                  </a:lnTo>
                  <a:lnTo>
                    <a:pt x="8151487" y="1916568"/>
                  </a:lnTo>
                  <a:lnTo>
                    <a:pt x="8207386" y="1922635"/>
                  </a:lnTo>
                  <a:lnTo>
                    <a:pt x="8261453" y="1929363"/>
                  </a:lnTo>
                  <a:lnTo>
                    <a:pt x="8314430" y="1936761"/>
                  </a:lnTo>
                  <a:lnTo>
                    <a:pt x="8366843" y="1944810"/>
                  </a:lnTo>
                  <a:lnTo>
                    <a:pt x="8419047" y="1953462"/>
                  </a:lnTo>
                  <a:lnTo>
                    <a:pt x="8471255" y="1962637"/>
                  </a:lnTo>
                  <a:lnTo>
                    <a:pt x="8523564" y="1972227"/>
                  </a:lnTo>
                  <a:lnTo>
                    <a:pt x="8575984" y="1982097"/>
                  </a:lnTo>
                  <a:lnTo>
                    <a:pt x="8628464" y="1992096"/>
                  </a:lnTo>
                  <a:lnTo>
                    <a:pt x="8680928" y="2002064"/>
                  </a:lnTo>
                  <a:lnTo>
                    <a:pt x="8733307" y="2011841"/>
                  </a:lnTo>
                  <a:lnTo>
                    <a:pt x="8785571" y="2021282"/>
                  </a:lnTo>
                  <a:lnTo>
                    <a:pt x="8837760" y="2030263"/>
                  </a:lnTo>
                  <a:lnTo>
                    <a:pt x="8890014" y="2038685"/>
                  </a:lnTo>
                  <a:lnTo>
                    <a:pt x="8942598" y="2046481"/>
                  </a:lnTo>
                  <a:lnTo>
                    <a:pt x="8995931" y="2053616"/>
                  </a:lnTo>
                  <a:lnTo>
                    <a:pt x="9050618" y="2060082"/>
                  </a:lnTo>
                  <a:lnTo>
                    <a:pt x="9084767" y="2063682"/>
                  </a:lnTo>
                  <a:lnTo>
                    <a:pt x="9132308" y="2068146"/>
                  </a:lnTo>
                  <a:lnTo>
                    <a:pt x="9182367" y="2072184"/>
                  </a:lnTo>
                  <a:lnTo>
                    <a:pt x="9235707" y="2075817"/>
                  </a:lnTo>
                  <a:lnTo>
                    <a:pt x="9293162" y="2079078"/>
                  </a:lnTo>
                  <a:lnTo>
                    <a:pt x="9355586" y="2082005"/>
                  </a:lnTo>
                  <a:lnTo>
                    <a:pt x="9423789" y="2084639"/>
                  </a:lnTo>
                  <a:lnTo>
                    <a:pt x="9498466" y="2087013"/>
                  </a:lnTo>
                  <a:lnTo>
                    <a:pt x="9580085" y="2089157"/>
                  </a:lnTo>
                  <a:lnTo>
                    <a:pt x="9668751" y="2091094"/>
                  </a:lnTo>
                  <a:lnTo>
                    <a:pt x="9764024" y="2092839"/>
                  </a:lnTo>
                  <a:lnTo>
                    <a:pt x="9864731" y="2094401"/>
                  </a:lnTo>
                  <a:lnTo>
                    <a:pt x="9968796" y="2095781"/>
                  </a:lnTo>
                  <a:lnTo>
                    <a:pt x="10073174" y="2096977"/>
                  </a:lnTo>
                  <a:lnTo>
                    <a:pt x="10173956" y="2097986"/>
                  </a:lnTo>
                  <a:lnTo>
                    <a:pt x="10266737" y="2098804"/>
                  </a:lnTo>
                  <a:lnTo>
                    <a:pt x="10347231" y="2099434"/>
                  </a:lnTo>
                  <a:lnTo>
                    <a:pt x="10412038" y="2099888"/>
                  </a:lnTo>
                  <a:lnTo>
                    <a:pt x="10459364" y="2100186"/>
                  </a:lnTo>
                  <a:lnTo>
                    <a:pt x="10489470" y="2100357"/>
                  </a:lnTo>
                  <a:lnTo>
                    <a:pt x="10504768" y="2100436"/>
                  </a:lnTo>
                  <a:lnTo>
                    <a:pt x="10509599" y="2100459"/>
                  </a:lnTo>
                  <a:lnTo>
                    <a:pt x="10509911" y="2100460"/>
                  </a:lnTo>
                  <a:lnTo>
                    <a:pt x="11981298" y="210046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80" name="pl280"/>
            <p:cNvSpPr/>
            <p:nvPr/>
          </p:nvSpPr>
          <p:spPr>
            <a:xfrm>
              <a:off x="4799595" y="4415833"/>
              <a:ext cx="11981298" cy="2100460"/>
            </a:xfrm>
            <a:custGeom>
              <a:avLst/>
              <a:pathLst>
                <a:path w="11981298" h="2100460">
                  <a:moveTo>
                    <a:pt x="11981298" y="2100460"/>
                  </a:moveTo>
                  <a:lnTo>
                    <a:pt x="10509911" y="2100460"/>
                  </a:lnTo>
                  <a:lnTo>
                    <a:pt x="10508673" y="2100455"/>
                  </a:lnTo>
                  <a:lnTo>
                    <a:pt x="10500555" y="2100415"/>
                  </a:lnTo>
                  <a:lnTo>
                    <a:pt x="10480144" y="2100306"/>
                  </a:lnTo>
                  <a:lnTo>
                    <a:pt x="10443782" y="2100091"/>
                  </a:lnTo>
                  <a:lnTo>
                    <a:pt x="10389848" y="2099738"/>
                  </a:lnTo>
                  <a:lnTo>
                    <a:pt x="10318879" y="2099221"/>
                  </a:lnTo>
                  <a:lnTo>
                    <a:pt x="10233339" y="2098521"/>
                  </a:lnTo>
                  <a:lnTo>
                    <a:pt x="10137049" y="2097632"/>
                  </a:lnTo>
                  <a:lnTo>
                    <a:pt x="10034425" y="2096553"/>
                  </a:lnTo>
                  <a:lnTo>
                    <a:pt x="9929748" y="2095287"/>
                  </a:lnTo>
                  <a:lnTo>
                    <a:pt x="9826632" y="2093839"/>
                  </a:lnTo>
                  <a:lnTo>
                    <a:pt x="9727761" y="2092210"/>
                  </a:lnTo>
                  <a:lnTo>
                    <a:pt x="9634859" y="2090395"/>
                  </a:lnTo>
                  <a:lnTo>
                    <a:pt x="9548804" y="2088383"/>
                  </a:lnTo>
                  <a:lnTo>
                    <a:pt x="9469810" y="2086156"/>
                  </a:lnTo>
                  <a:lnTo>
                    <a:pt x="9397619" y="2083688"/>
                  </a:lnTo>
                  <a:lnTo>
                    <a:pt x="9331661" y="2080949"/>
                  </a:lnTo>
                  <a:lnTo>
                    <a:pt x="9271190" y="2077902"/>
                  </a:lnTo>
                  <a:lnTo>
                    <a:pt x="9215370" y="2074507"/>
                  </a:lnTo>
                  <a:lnTo>
                    <a:pt x="9163349" y="2070726"/>
                  </a:lnTo>
                  <a:lnTo>
                    <a:pt x="9114313" y="2066530"/>
                  </a:lnTo>
                  <a:lnTo>
                    <a:pt x="9084767" y="2063682"/>
                  </a:lnTo>
                  <a:lnTo>
                    <a:pt x="9028867" y="2057615"/>
                  </a:lnTo>
                  <a:lnTo>
                    <a:pt x="8974800" y="2050886"/>
                  </a:lnTo>
                  <a:lnTo>
                    <a:pt x="8921824" y="2043488"/>
                  </a:lnTo>
                  <a:lnTo>
                    <a:pt x="8869410" y="2035439"/>
                  </a:lnTo>
                  <a:lnTo>
                    <a:pt x="8817206" y="2026787"/>
                  </a:lnTo>
                  <a:lnTo>
                    <a:pt x="8764998" y="2017612"/>
                  </a:lnTo>
                  <a:lnTo>
                    <a:pt x="8712689" y="2008022"/>
                  </a:lnTo>
                  <a:lnTo>
                    <a:pt x="8660270" y="1998152"/>
                  </a:lnTo>
                  <a:lnTo>
                    <a:pt x="8607790" y="1988153"/>
                  </a:lnTo>
                  <a:lnTo>
                    <a:pt x="8555325" y="1978185"/>
                  </a:lnTo>
                  <a:lnTo>
                    <a:pt x="8502946" y="1968408"/>
                  </a:lnTo>
                  <a:lnTo>
                    <a:pt x="8450682" y="1958967"/>
                  </a:lnTo>
                  <a:lnTo>
                    <a:pt x="8398493" y="1949987"/>
                  </a:lnTo>
                  <a:lnTo>
                    <a:pt x="8346239" y="1941565"/>
                  </a:lnTo>
                  <a:lnTo>
                    <a:pt x="8293655" y="1933768"/>
                  </a:lnTo>
                  <a:lnTo>
                    <a:pt x="8240322" y="1926633"/>
                  </a:lnTo>
                  <a:lnTo>
                    <a:pt x="8185636" y="1920167"/>
                  </a:lnTo>
                  <a:lnTo>
                    <a:pt x="8151487" y="1916568"/>
                  </a:lnTo>
                  <a:lnTo>
                    <a:pt x="8103946" y="1912104"/>
                  </a:lnTo>
                  <a:lnTo>
                    <a:pt x="8053887" y="1908065"/>
                  </a:lnTo>
                  <a:lnTo>
                    <a:pt x="8000547" y="1904432"/>
                  </a:lnTo>
                  <a:lnTo>
                    <a:pt x="7943091" y="1901172"/>
                  </a:lnTo>
                  <a:lnTo>
                    <a:pt x="7880667" y="1898244"/>
                  </a:lnTo>
                  <a:lnTo>
                    <a:pt x="7812464" y="1895610"/>
                  </a:lnTo>
                  <a:lnTo>
                    <a:pt x="7737787" y="1893236"/>
                  </a:lnTo>
                  <a:lnTo>
                    <a:pt x="7656168" y="1891092"/>
                  </a:lnTo>
                  <a:lnTo>
                    <a:pt x="7567502" y="1889155"/>
                  </a:lnTo>
                  <a:lnTo>
                    <a:pt x="7472229" y="1887410"/>
                  </a:lnTo>
                  <a:lnTo>
                    <a:pt x="7371523" y="1885848"/>
                  </a:lnTo>
                  <a:lnTo>
                    <a:pt x="7267457" y="1884468"/>
                  </a:lnTo>
                  <a:lnTo>
                    <a:pt x="7163079" y="1883272"/>
                  </a:lnTo>
                  <a:lnTo>
                    <a:pt x="7062297" y="1882263"/>
                  </a:lnTo>
                  <a:lnTo>
                    <a:pt x="6969516" y="1881445"/>
                  </a:lnTo>
                  <a:lnTo>
                    <a:pt x="6889022" y="1880815"/>
                  </a:lnTo>
                  <a:lnTo>
                    <a:pt x="6824215" y="1880361"/>
                  </a:lnTo>
                  <a:lnTo>
                    <a:pt x="6776890" y="1880063"/>
                  </a:lnTo>
                  <a:lnTo>
                    <a:pt x="6746783" y="1879892"/>
                  </a:lnTo>
                  <a:lnTo>
                    <a:pt x="6731486" y="1879813"/>
                  </a:lnTo>
                  <a:lnTo>
                    <a:pt x="6726654" y="1879790"/>
                  </a:lnTo>
                  <a:lnTo>
                    <a:pt x="6726343" y="1879789"/>
                  </a:lnTo>
                  <a:lnTo>
                    <a:pt x="5254955" y="1879789"/>
                  </a:lnTo>
                  <a:lnTo>
                    <a:pt x="5253760" y="1879744"/>
                  </a:lnTo>
                  <a:lnTo>
                    <a:pt x="5245909" y="1879419"/>
                  </a:lnTo>
                  <a:lnTo>
                    <a:pt x="5226148" y="1878522"/>
                  </a:lnTo>
                  <a:lnTo>
                    <a:pt x="5190891" y="1876757"/>
                  </a:lnTo>
                  <a:lnTo>
                    <a:pt x="5138491" y="1873851"/>
                  </a:lnTo>
                  <a:lnTo>
                    <a:pt x="5069356" y="1869585"/>
                  </a:lnTo>
                  <a:lnTo>
                    <a:pt x="4985765" y="1863814"/>
                  </a:lnTo>
                  <a:lnTo>
                    <a:pt x="4891337" y="1856466"/>
                  </a:lnTo>
                  <a:lnTo>
                    <a:pt x="4790317" y="1847536"/>
                  </a:lnTo>
                  <a:lnTo>
                    <a:pt x="4686880" y="1837051"/>
                  </a:lnTo>
                  <a:lnTo>
                    <a:pt x="4584605" y="1825045"/>
                  </a:lnTo>
                  <a:lnTo>
                    <a:pt x="4486200" y="1811531"/>
                  </a:lnTo>
                  <a:lnTo>
                    <a:pt x="4393447" y="1796477"/>
                  </a:lnTo>
                  <a:lnTo>
                    <a:pt x="4307302" y="1779803"/>
                  </a:lnTo>
                  <a:lnTo>
                    <a:pt x="4228059" y="1761368"/>
                  </a:lnTo>
                  <a:lnTo>
                    <a:pt x="4155532" y="1740974"/>
                  </a:lnTo>
                  <a:lnTo>
                    <a:pt x="4089215" y="1718371"/>
                  </a:lnTo>
                  <a:lnTo>
                    <a:pt x="4028411" y="1693265"/>
                  </a:lnTo>
                  <a:lnTo>
                    <a:pt x="3972325" y="1665334"/>
                  </a:lnTo>
                  <a:lnTo>
                    <a:pt x="3920132" y="1634258"/>
                  </a:lnTo>
                  <a:lnTo>
                    <a:pt x="3871033" y="1599771"/>
                  </a:lnTo>
                  <a:lnTo>
                    <a:pt x="3829811" y="1566491"/>
                  </a:lnTo>
                  <a:lnTo>
                    <a:pt x="3786154" y="1526784"/>
                  </a:lnTo>
                  <a:lnTo>
                    <a:pt x="3743721" y="1483691"/>
                  </a:lnTo>
                  <a:lnTo>
                    <a:pt x="3702123" y="1437148"/>
                  </a:lnTo>
                  <a:lnTo>
                    <a:pt x="3661062" y="1387168"/>
                  </a:lnTo>
                  <a:lnTo>
                    <a:pt x="3620309" y="1333849"/>
                  </a:lnTo>
                  <a:lnTo>
                    <a:pt x="3579700" y="1277386"/>
                  </a:lnTo>
                  <a:lnTo>
                    <a:pt x="3539120" y="1218067"/>
                  </a:lnTo>
                  <a:lnTo>
                    <a:pt x="3498503" y="1156277"/>
                  </a:lnTo>
                  <a:lnTo>
                    <a:pt x="3457817" y="1092490"/>
                  </a:lnTo>
                  <a:lnTo>
                    <a:pt x="3417064" y="1027252"/>
                  </a:lnTo>
                  <a:lnTo>
                    <a:pt x="3376264" y="961169"/>
                  </a:lnTo>
                  <a:lnTo>
                    <a:pt x="3335452" y="894877"/>
                  </a:lnTo>
                  <a:lnTo>
                    <a:pt x="3294665" y="829025"/>
                  </a:lnTo>
                  <a:lnTo>
                    <a:pt x="3253934" y="764240"/>
                  </a:lnTo>
                  <a:lnTo>
                    <a:pt x="3213275" y="701109"/>
                  </a:lnTo>
                  <a:lnTo>
                    <a:pt x="3172676" y="640155"/>
                  </a:lnTo>
                  <a:lnTo>
                    <a:pt x="3132095" y="581820"/>
                  </a:lnTo>
                  <a:lnTo>
                    <a:pt x="3091450" y="526456"/>
                  </a:lnTo>
                  <a:lnTo>
                    <a:pt x="3050610" y="474316"/>
                  </a:lnTo>
                  <a:lnTo>
                    <a:pt x="3009386" y="425561"/>
                  </a:lnTo>
                  <a:lnTo>
                    <a:pt x="2967527" y="380258"/>
                  </a:lnTo>
                  <a:lnTo>
                    <a:pt x="2924704" y="338389"/>
                  </a:lnTo>
                  <a:lnTo>
                    <a:pt x="2896531" y="313298"/>
                  </a:lnTo>
                  <a:lnTo>
                    <a:pt x="2849553" y="275691"/>
                  </a:lnTo>
                  <a:lnTo>
                    <a:pt x="2800123" y="241624"/>
                  </a:lnTo>
                  <a:lnTo>
                    <a:pt x="2747506" y="210941"/>
                  </a:lnTo>
                  <a:lnTo>
                    <a:pt x="2690896" y="183367"/>
                  </a:lnTo>
                  <a:lnTo>
                    <a:pt x="2629472" y="158578"/>
                  </a:lnTo>
                  <a:lnTo>
                    <a:pt x="2562443" y="136255"/>
                  </a:lnTo>
                  <a:lnTo>
                    <a:pt x="2489131" y="116109"/>
                  </a:lnTo>
                  <a:lnTo>
                    <a:pt x="2409062" y="97894"/>
                  </a:lnTo>
                  <a:lnTo>
                    <a:pt x="2322097" y="81421"/>
                  </a:lnTo>
                  <a:lnTo>
                    <a:pt x="2228600" y="66555"/>
                  </a:lnTo>
                  <a:lnTo>
                    <a:pt x="2129618" y="53222"/>
                  </a:lnTo>
                  <a:lnTo>
                    <a:pt x="2027042" y="41398"/>
                  </a:lnTo>
                  <a:lnTo>
                    <a:pt x="1923691" y="31097"/>
                  </a:lnTo>
                  <a:lnTo>
                    <a:pt x="1823235" y="22356"/>
                  </a:lnTo>
                  <a:lnTo>
                    <a:pt x="1729888" y="15199"/>
                  </a:lnTo>
                  <a:lnTo>
                    <a:pt x="1647862" y="9614"/>
                  </a:lnTo>
                  <a:lnTo>
                    <a:pt x="1580650" y="5521"/>
                  </a:lnTo>
                  <a:lnTo>
                    <a:pt x="1530326" y="2765"/>
                  </a:lnTo>
                  <a:lnTo>
                    <a:pt x="1497057" y="1119"/>
                  </a:lnTo>
                  <a:lnTo>
                    <a:pt x="1478951" y="306"/>
                  </a:lnTo>
                  <a:lnTo>
                    <a:pt x="1472207" y="30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81" name="pg281"/>
            <p:cNvSpPr/>
            <p:nvPr/>
          </p:nvSpPr>
          <p:spPr>
            <a:xfrm>
              <a:off x="4799595" y="4448525"/>
              <a:ext cx="11981298" cy="2484591"/>
            </a:xfrm>
            <a:custGeom>
              <a:avLst/>
              <a:pathLst>
                <a:path w="11981298" h="2484591">
                  <a:moveTo>
                    <a:pt x="0" y="8172"/>
                  </a:moveTo>
                  <a:lnTo>
                    <a:pt x="1471387" y="8172"/>
                  </a:lnTo>
                  <a:lnTo>
                    <a:pt x="1472583" y="8218"/>
                  </a:lnTo>
                  <a:lnTo>
                    <a:pt x="1480434" y="8543"/>
                  </a:lnTo>
                  <a:lnTo>
                    <a:pt x="1500194" y="9440"/>
                  </a:lnTo>
                  <a:lnTo>
                    <a:pt x="1535451" y="11205"/>
                  </a:lnTo>
                  <a:lnTo>
                    <a:pt x="1587851" y="14111"/>
                  </a:lnTo>
                  <a:lnTo>
                    <a:pt x="1656986" y="18376"/>
                  </a:lnTo>
                  <a:lnTo>
                    <a:pt x="1740577" y="24148"/>
                  </a:lnTo>
                  <a:lnTo>
                    <a:pt x="1835006" y="31495"/>
                  </a:lnTo>
                  <a:lnTo>
                    <a:pt x="1936025" y="40425"/>
                  </a:lnTo>
                  <a:lnTo>
                    <a:pt x="2039462" y="50910"/>
                  </a:lnTo>
                  <a:lnTo>
                    <a:pt x="2141737" y="62916"/>
                  </a:lnTo>
                  <a:lnTo>
                    <a:pt x="2240143" y="76431"/>
                  </a:lnTo>
                  <a:lnTo>
                    <a:pt x="2332895" y="91484"/>
                  </a:lnTo>
                  <a:lnTo>
                    <a:pt x="2419040" y="108159"/>
                  </a:lnTo>
                  <a:lnTo>
                    <a:pt x="2498283" y="126594"/>
                  </a:lnTo>
                  <a:lnTo>
                    <a:pt x="2570810" y="146988"/>
                  </a:lnTo>
                  <a:lnTo>
                    <a:pt x="2637127" y="169590"/>
                  </a:lnTo>
                  <a:lnTo>
                    <a:pt x="2697931" y="194697"/>
                  </a:lnTo>
                  <a:lnTo>
                    <a:pt x="2754017" y="222628"/>
                  </a:lnTo>
                  <a:lnTo>
                    <a:pt x="2806210" y="253703"/>
                  </a:lnTo>
                  <a:lnTo>
                    <a:pt x="2855309" y="288190"/>
                  </a:lnTo>
                  <a:lnTo>
                    <a:pt x="2896531" y="321471"/>
                  </a:lnTo>
                  <a:lnTo>
                    <a:pt x="2940188" y="361178"/>
                  </a:lnTo>
                  <a:lnTo>
                    <a:pt x="2982622" y="404270"/>
                  </a:lnTo>
                  <a:lnTo>
                    <a:pt x="3024219" y="450813"/>
                  </a:lnTo>
                  <a:lnTo>
                    <a:pt x="3065280" y="500794"/>
                  </a:lnTo>
                  <a:lnTo>
                    <a:pt x="3106033" y="554112"/>
                  </a:lnTo>
                  <a:lnTo>
                    <a:pt x="3146642" y="610576"/>
                  </a:lnTo>
                  <a:lnTo>
                    <a:pt x="3187222" y="669895"/>
                  </a:lnTo>
                  <a:lnTo>
                    <a:pt x="3227839" y="731684"/>
                  </a:lnTo>
                  <a:lnTo>
                    <a:pt x="3268525" y="795472"/>
                  </a:lnTo>
                  <a:lnTo>
                    <a:pt x="3309279" y="860709"/>
                  </a:lnTo>
                  <a:lnTo>
                    <a:pt x="3350078" y="926793"/>
                  </a:lnTo>
                  <a:lnTo>
                    <a:pt x="3390890" y="993084"/>
                  </a:lnTo>
                  <a:lnTo>
                    <a:pt x="3431677" y="1058937"/>
                  </a:lnTo>
                  <a:lnTo>
                    <a:pt x="3472408" y="1123722"/>
                  </a:lnTo>
                  <a:lnTo>
                    <a:pt x="3513068" y="1186852"/>
                  </a:lnTo>
                  <a:lnTo>
                    <a:pt x="3553666" y="1247806"/>
                  </a:lnTo>
                  <a:lnTo>
                    <a:pt x="3594247" y="1306141"/>
                  </a:lnTo>
                  <a:lnTo>
                    <a:pt x="3634892" y="1361506"/>
                  </a:lnTo>
                  <a:lnTo>
                    <a:pt x="3675733" y="1413645"/>
                  </a:lnTo>
                  <a:lnTo>
                    <a:pt x="3716956" y="1462400"/>
                  </a:lnTo>
                  <a:lnTo>
                    <a:pt x="3758815" y="1507704"/>
                  </a:lnTo>
                  <a:lnTo>
                    <a:pt x="3801638" y="1549572"/>
                  </a:lnTo>
                  <a:lnTo>
                    <a:pt x="3829811" y="1574664"/>
                  </a:lnTo>
                  <a:lnTo>
                    <a:pt x="3876789" y="1612271"/>
                  </a:lnTo>
                  <a:lnTo>
                    <a:pt x="3926219" y="1646338"/>
                  </a:lnTo>
                  <a:lnTo>
                    <a:pt x="3978836" y="1677020"/>
                  </a:lnTo>
                  <a:lnTo>
                    <a:pt x="4035446" y="1704595"/>
                  </a:lnTo>
                  <a:lnTo>
                    <a:pt x="4096871" y="1729384"/>
                  </a:lnTo>
                  <a:lnTo>
                    <a:pt x="4163899" y="1751707"/>
                  </a:lnTo>
                  <a:lnTo>
                    <a:pt x="4237211" y="1771853"/>
                  </a:lnTo>
                  <a:lnTo>
                    <a:pt x="4317281" y="1790068"/>
                  </a:lnTo>
                  <a:lnTo>
                    <a:pt x="4404246" y="1806541"/>
                  </a:lnTo>
                  <a:lnTo>
                    <a:pt x="4497742" y="1821406"/>
                  </a:lnTo>
                  <a:lnTo>
                    <a:pt x="4596724" y="1834739"/>
                  </a:lnTo>
                  <a:lnTo>
                    <a:pt x="4699300" y="1846564"/>
                  </a:lnTo>
                  <a:lnTo>
                    <a:pt x="4802651" y="1856864"/>
                  </a:lnTo>
                  <a:lnTo>
                    <a:pt x="4903107" y="1865605"/>
                  </a:lnTo>
                  <a:lnTo>
                    <a:pt x="4996454" y="1872762"/>
                  </a:lnTo>
                  <a:lnTo>
                    <a:pt x="5078480" y="1878348"/>
                  </a:lnTo>
                  <a:lnTo>
                    <a:pt x="5145693" y="1882441"/>
                  </a:lnTo>
                  <a:lnTo>
                    <a:pt x="5196016" y="1885197"/>
                  </a:lnTo>
                  <a:lnTo>
                    <a:pt x="5229285" y="1886843"/>
                  </a:lnTo>
                  <a:lnTo>
                    <a:pt x="5247391" y="1887655"/>
                  </a:lnTo>
                  <a:lnTo>
                    <a:pt x="5254135" y="1887931"/>
                  </a:lnTo>
                  <a:lnTo>
                    <a:pt x="5254955" y="1887962"/>
                  </a:lnTo>
                  <a:lnTo>
                    <a:pt x="6726343" y="1887962"/>
                  </a:lnTo>
                  <a:lnTo>
                    <a:pt x="6727576" y="1887977"/>
                  </a:lnTo>
                  <a:lnTo>
                    <a:pt x="6735670" y="1888083"/>
                  </a:lnTo>
                  <a:lnTo>
                    <a:pt x="6756022" y="1888377"/>
                  </a:lnTo>
                  <a:lnTo>
                    <a:pt x="6792283" y="1888956"/>
                  </a:lnTo>
                  <a:lnTo>
                    <a:pt x="6846077" y="1889908"/>
                  </a:lnTo>
                  <a:lnTo>
                    <a:pt x="6916879" y="1891303"/>
                  </a:lnTo>
                  <a:lnTo>
                    <a:pt x="7002243" y="1893189"/>
                  </a:lnTo>
                  <a:lnTo>
                    <a:pt x="7098365" y="1895586"/>
                  </a:lnTo>
                  <a:lnTo>
                    <a:pt x="7200845" y="1898496"/>
                  </a:lnTo>
                  <a:lnTo>
                    <a:pt x="7305411" y="1901909"/>
                  </a:lnTo>
                  <a:lnTo>
                    <a:pt x="7408454" y="1905815"/>
                  </a:lnTo>
                  <a:lnTo>
                    <a:pt x="7507284" y="1910209"/>
                  </a:lnTo>
                  <a:lnTo>
                    <a:pt x="7600174" y="1915105"/>
                  </a:lnTo>
                  <a:lnTo>
                    <a:pt x="7686238" y="1920532"/>
                  </a:lnTo>
                  <a:lnTo>
                    <a:pt x="7765256" y="1926538"/>
                  </a:lnTo>
                  <a:lnTo>
                    <a:pt x="7837478" y="1933190"/>
                  </a:lnTo>
                  <a:lnTo>
                    <a:pt x="7903468" y="1940574"/>
                  </a:lnTo>
                  <a:lnTo>
                    <a:pt x="7963969" y="1948789"/>
                  </a:lnTo>
                  <a:lnTo>
                    <a:pt x="8019813" y="1957939"/>
                  </a:lnTo>
                  <a:lnTo>
                    <a:pt x="8071849" y="1968128"/>
                  </a:lnTo>
                  <a:lnTo>
                    <a:pt x="8120889" y="1979437"/>
                  </a:lnTo>
                  <a:lnTo>
                    <a:pt x="8151487" y="1987400"/>
                  </a:lnTo>
                  <a:lnTo>
                    <a:pt x="8205467" y="2003200"/>
                  </a:lnTo>
                  <a:lnTo>
                    <a:pt x="8257715" y="2020665"/>
                  </a:lnTo>
                  <a:lnTo>
                    <a:pt x="8308907" y="2039816"/>
                  </a:lnTo>
                  <a:lnTo>
                    <a:pt x="8359532" y="2060615"/>
                  </a:lnTo>
                  <a:lnTo>
                    <a:pt x="8409925" y="2082953"/>
                  </a:lnTo>
                  <a:lnTo>
                    <a:pt x="8460296" y="2106650"/>
                  </a:lnTo>
                  <a:lnTo>
                    <a:pt x="8510751" y="2131456"/>
                  </a:lnTo>
                  <a:lnTo>
                    <a:pt x="8561313" y="2157055"/>
                  </a:lnTo>
                  <a:lnTo>
                    <a:pt x="8611948" y="2183090"/>
                  </a:lnTo>
                  <a:lnTo>
                    <a:pt x="8662592" y="2209172"/>
                  </a:lnTo>
                  <a:lnTo>
                    <a:pt x="8713176" y="2234912"/>
                  </a:lnTo>
                  <a:lnTo>
                    <a:pt x="8763657" y="2259942"/>
                  </a:lnTo>
                  <a:lnTo>
                    <a:pt x="8814042" y="2283935"/>
                  </a:lnTo>
                  <a:lnTo>
                    <a:pt x="8864415" y="2306625"/>
                  </a:lnTo>
                  <a:lnTo>
                    <a:pt x="8914958" y="2327812"/>
                  </a:lnTo>
                  <a:lnTo>
                    <a:pt x="8965973" y="2347371"/>
                  </a:lnTo>
                  <a:lnTo>
                    <a:pt x="9017908" y="2365247"/>
                  </a:lnTo>
                  <a:lnTo>
                    <a:pt x="9071392" y="2381448"/>
                  </a:lnTo>
                  <a:lnTo>
                    <a:pt x="9084767" y="2385153"/>
                  </a:lnTo>
                  <a:lnTo>
                    <a:pt x="9132257" y="2397210"/>
                  </a:lnTo>
                  <a:lnTo>
                    <a:pt x="9182259" y="2408120"/>
                  </a:lnTo>
                  <a:lnTo>
                    <a:pt x="9235533" y="2417934"/>
                  </a:lnTo>
                  <a:lnTo>
                    <a:pt x="9292912" y="2426744"/>
                  </a:lnTo>
                  <a:lnTo>
                    <a:pt x="9355245" y="2434656"/>
                  </a:lnTo>
                  <a:lnTo>
                    <a:pt x="9423341" y="2441773"/>
                  </a:lnTo>
                  <a:lnTo>
                    <a:pt x="9497894" y="2448190"/>
                  </a:lnTo>
                  <a:lnTo>
                    <a:pt x="9579372" y="2453986"/>
                  </a:lnTo>
                  <a:lnTo>
                    <a:pt x="9667883" y="2459222"/>
                  </a:lnTo>
                  <a:lnTo>
                    <a:pt x="9762995" y="2463940"/>
                  </a:lnTo>
                  <a:lnTo>
                    <a:pt x="9863547" y="2468163"/>
                  </a:lnTo>
                  <a:lnTo>
                    <a:pt x="9967479" y="2471896"/>
                  </a:lnTo>
                  <a:lnTo>
                    <a:pt x="10071767" y="2475134"/>
                  </a:lnTo>
                  <a:lnTo>
                    <a:pt x="10172525" y="2477866"/>
                  </a:lnTo>
                  <a:lnTo>
                    <a:pt x="10265364" y="2480083"/>
                  </a:lnTo>
                  <a:lnTo>
                    <a:pt x="10346004" y="2481793"/>
                  </a:lnTo>
                  <a:lnTo>
                    <a:pt x="10411035" y="2483026"/>
                  </a:lnTo>
                  <a:lnTo>
                    <a:pt x="10458635" y="2483838"/>
                  </a:lnTo>
                  <a:lnTo>
                    <a:pt x="10489027" y="2484306"/>
                  </a:lnTo>
                  <a:lnTo>
                    <a:pt x="10504573" y="2484523"/>
                  </a:lnTo>
                  <a:lnTo>
                    <a:pt x="10509566" y="2484587"/>
                  </a:lnTo>
                  <a:lnTo>
                    <a:pt x="10509911" y="2484591"/>
                  </a:lnTo>
                  <a:lnTo>
                    <a:pt x="11981298" y="2484591"/>
                  </a:lnTo>
                  <a:lnTo>
                    <a:pt x="11981298" y="2476418"/>
                  </a:lnTo>
                  <a:lnTo>
                    <a:pt x="10509911" y="2476418"/>
                  </a:lnTo>
                  <a:lnTo>
                    <a:pt x="10508677" y="2476403"/>
                  </a:lnTo>
                  <a:lnTo>
                    <a:pt x="10500583" y="2476297"/>
                  </a:lnTo>
                  <a:lnTo>
                    <a:pt x="10480231" y="2476003"/>
                  </a:lnTo>
                  <a:lnTo>
                    <a:pt x="10443970" y="2475424"/>
                  </a:lnTo>
                  <a:lnTo>
                    <a:pt x="10390177" y="2474473"/>
                  </a:lnTo>
                  <a:lnTo>
                    <a:pt x="10319374" y="2473077"/>
                  </a:lnTo>
                  <a:lnTo>
                    <a:pt x="10234010" y="2471191"/>
                  </a:lnTo>
                  <a:lnTo>
                    <a:pt x="10137888" y="2468794"/>
                  </a:lnTo>
                  <a:lnTo>
                    <a:pt x="10035408" y="2465884"/>
                  </a:lnTo>
                  <a:lnTo>
                    <a:pt x="9930842" y="2462471"/>
                  </a:lnTo>
                  <a:lnTo>
                    <a:pt x="9827799" y="2458566"/>
                  </a:lnTo>
                  <a:lnTo>
                    <a:pt x="9728969" y="2454171"/>
                  </a:lnTo>
                  <a:lnTo>
                    <a:pt x="9636079" y="2449275"/>
                  </a:lnTo>
                  <a:lnTo>
                    <a:pt x="9550015" y="2443848"/>
                  </a:lnTo>
                  <a:lnTo>
                    <a:pt x="9470998" y="2437842"/>
                  </a:lnTo>
                  <a:lnTo>
                    <a:pt x="9398775" y="2431190"/>
                  </a:lnTo>
                  <a:lnTo>
                    <a:pt x="9332785" y="2423806"/>
                  </a:lnTo>
                  <a:lnTo>
                    <a:pt x="9272284" y="2415591"/>
                  </a:lnTo>
                  <a:lnTo>
                    <a:pt x="9216440" y="2406441"/>
                  </a:lnTo>
                  <a:lnTo>
                    <a:pt x="9164405" y="2396252"/>
                  </a:lnTo>
                  <a:lnTo>
                    <a:pt x="9115364" y="2384943"/>
                  </a:lnTo>
                  <a:lnTo>
                    <a:pt x="9084767" y="2376980"/>
                  </a:lnTo>
                  <a:lnTo>
                    <a:pt x="9030786" y="2361180"/>
                  </a:lnTo>
                  <a:lnTo>
                    <a:pt x="8978538" y="2343715"/>
                  </a:lnTo>
                  <a:lnTo>
                    <a:pt x="8927346" y="2324564"/>
                  </a:lnTo>
                  <a:lnTo>
                    <a:pt x="8876722" y="2303765"/>
                  </a:lnTo>
                  <a:lnTo>
                    <a:pt x="8826328" y="2281427"/>
                  </a:lnTo>
                  <a:lnTo>
                    <a:pt x="8775957" y="2257730"/>
                  </a:lnTo>
                  <a:lnTo>
                    <a:pt x="8725502" y="2232925"/>
                  </a:lnTo>
                  <a:lnTo>
                    <a:pt x="8674941" y="2207325"/>
                  </a:lnTo>
                  <a:lnTo>
                    <a:pt x="8624306" y="2181291"/>
                  </a:lnTo>
                  <a:lnTo>
                    <a:pt x="8573662" y="2155208"/>
                  </a:lnTo>
                  <a:lnTo>
                    <a:pt x="8523077" y="2129468"/>
                  </a:lnTo>
                  <a:lnTo>
                    <a:pt x="8472596" y="2104438"/>
                  </a:lnTo>
                  <a:lnTo>
                    <a:pt x="8422211" y="2080445"/>
                  </a:lnTo>
                  <a:lnTo>
                    <a:pt x="8371838" y="2057755"/>
                  </a:lnTo>
                  <a:lnTo>
                    <a:pt x="8321295" y="2036568"/>
                  </a:lnTo>
                  <a:lnTo>
                    <a:pt x="8270280" y="2017009"/>
                  </a:lnTo>
                  <a:lnTo>
                    <a:pt x="8218345" y="1999133"/>
                  </a:lnTo>
                  <a:lnTo>
                    <a:pt x="8164861" y="1982932"/>
                  </a:lnTo>
                  <a:lnTo>
                    <a:pt x="8151487" y="1979227"/>
                  </a:lnTo>
                  <a:lnTo>
                    <a:pt x="8103997" y="1967170"/>
                  </a:lnTo>
                  <a:lnTo>
                    <a:pt x="8053995" y="1956260"/>
                  </a:lnTo>
                  <a:lnTo>
                    <a:pt x="8000720" y="1946446"/>
                  </a:lnTo>
                  <a:lnTo>
                    <a:pt x="7943341" y="1937636"/>
                  </a:lnTo>
                  <a:lnTo>
                    <a:pt x="7881009" y="1929725"/>
                  </a:lnTo>
                  <a:lnTo>
                    <a:pt x="7812912" y="1922607"/>
                  </a:lnTo>
                  <a:lnTo>
                    <a:pt x="7738360" y="1916190"/>
                  </a:lnTo>
                  <a:lnTo>
                    <a:pt x="7656881" y="1910394"/>
                  </a:lnTo>
                  <a:lnTo>
                    <a:pt x="7568370" y="1905158"/>
                  </a:lnTo>
                  <a:lnTo>
                    <a:pt x="7473258" y="1900440"/>
                  </a:lnTo>
                  <a:lnTo>
                    <a:pt x="7372707" y="1896217"/>
                  </a:lnTo>
                  <a:lnTo>
                    <a:pt x="7268774" y="1892484"/>
                  </a:lnTo>
                  <a:lnTo>
                    <a:pt x="7164486" y="1889246"/>
                  </a:lnTo>
                  <a:lnTo>
                    <a:pt x="7063728" y="1886515"/>
                  </a:lnTo>
                  <a:lnTo>
                    <a:pt x="6970889" y="1884297"/>
                  </a:lnTo>
                  <a:lnTo>
                    <a:pt x="6890249" y="1882587"/>
                  </a:lnTo>
                  <a:lnTo>
                    <a:pt x="6825218" y="1881354"/>
                  </a:lnTo>
                  <a:lnTo>
                    <a:pt x="6777618" y="1880542"/>
                  </a:lnTo>
                  <a:lnTo>
                    <a:pt x="6747226" y="1880074"/>
                  </a:lnTo>
                  <a:lnTo>
                    <a:pt x="6731681" y="1879857"/>
                  </a:lnTo>
                  <a:lnTo>
                    <a:pt x="6726687" y="1879793"/>
                  </a:lnTo>
                  <a:lnTo>
                    <a:pt x="6726343" y="1879789"/>
                  </a:lnTo>
                  <a:lnTo>
                    <a:pt x="5254955" y="1879789"/>
                  </a:lnTo>
                  <a:lnTo>
                    <a:pt x="5253760" y="1879744"/>
                  </a:lnTo>
                  <a:lnTo>
                    <a:pt x="5245909" y="1879419"/>
                  </a:lnTo>
                  <a:lnTo>
                    <a:pt x="5226148" y="1878522"/>
                  </a:lnTo>
                  <a:lnTo>
                    <a:pt x="5190891" y="1876757"/>
                  </a:lnTo>
                  <a:lnTo>
                    <a:pt x="5138491" y="1873851"/>
                  </a:lnTo>
                  <a:lnTo>
                    <a:pt x="5069356" y="1869585"/>
                  </a:lnTo>
                  <a:lnTo>
                    <a:pt x="4985765" y="1863814"/>
                  </a:lnTo>
                  <a:lnTo>
                    <a:pt x="4891337" y="1856466"/>
                  </a:lnTo>
                  <a:lnTo>
                    <a:pt x="4790317" y="1847536"/>
                  </a:lnTo>
                  <a:lnTo>
                    <a:pt x="4686880" y="1837051"/>
                  </a:lnTo>
                  <a:lnTo>
                    <a:pt x="4584605" y="1825045"/>
                  </a:lnTo>
                  <a:lnTo>
                    <a:pt x="4486200" y="1811531"/>
                  </a:lnTo>
                  <a:lnTo>
                    <a:pt x="4393447" y="1796477"/>
                  </a:lnTo>
                  <a:lnTo>
                    <a:pt x="4307302" y="1779803"/>
                  </a:lnTo>
                  <a:lnTo>
                    <a:pt x="4228059" y="1761368"/>
                  </a:lnTo>
                  <a:lnTo>
                    <a:pt x="4155532" y="1740974"/>
                  </a:lnTo>
                  <a:lnTo>
                    <a:pt x="4089215" y="1718371"/>
                  </a:lnTo>
                  <a:lnTo>
                    <a:pt x="4028411" y="1693265"/>
                  </a:lnTo>
                  <a:lnTo>
                    <a:pt x="3972325" y="1665334"/>
                  </a:lnTo>
                  <a:lnTo>
                    <a:pt x="3920132" y="1634258"/>
                  </a:lnTo>
                  <a:lnTo>
                    <a:pt x="3871033" y="1599771"/>
                  </a:lnTo>
                  <a:lnTo>
                    <a:pt x="3829811" y="1566491"/>
                  </a:lnTo>
                  <a:lnTo>
                    <a:pt x="3786154" y="1526784"/>
                  </a:lnTo>
                  <a:lnTo>
                    <a:pt x="3743721" y="1483691"/>
                  </a:lnTo>
                  <a:lnTo>
                    <a:pt x="3702123" y="1437148"/>
                  </a:lnTo>
                  <a:lnTo>
                    <a:pt x="3661062" y="1387168"/>
                  </a:lnTo>
                  <a:lnTo>
                    <a:pt x="3620309" y="1333849"/>
                  </a:lnTo>
                  <a:lnTo>
                    <a:pt x="3579700" y="1277386"/>
                  </a:lnTo>
                  <a:lnTo>
                    <a:pt x="3539120" y="1218067"/>
                  </a:lnTo>
                  <a:lnTo>
                    <a:pt x="3498503" y="1156277"/>
                  </a:lnTo>
                  <a:lnTo>
                    <a:pt x="3457817" y="1092490"/>
                  </a:lnTo>
                  <a:lnTo>
                    <a:pt x="3417064" y="1027252"/>
                  </a:lnTo>
                  <a:lnTo>
                    <a:pt x="3376264" y="961169"/>
                  </a:lnTo>
                  <a:lnTo>
                    <a:pt x="3335452" y="894877"/>
                  </a:lnTo>
                  <a:lnTo>
                    <a:pt x="3294665" y="829025"/>
                  </a:lnTo>
                  <a:lnTo>
                    <a:pt x="3253934" y="764240"/>
                  </a:lnTo>
                  <a:lnTo>
                    <a:pt x="3213275" y="701109"/>
                  </a:lnTo>
                  <a:lnTo>
                    <a:pt x="3172676" y="640155"/>
                  </a:lnTo>
                  <a:lnTo>
                    <a:pt x="3132095" y="581820"/>
                  </a:lnTo>
                  <a:lnTo>
                    <a:pt x="3091450" y="526456"/>
                  </a:lnTo>
                  <a:lnTo>
                    <a:pt x="3050610" y="474316"/>
                  </a:lnTo>
                  <a:lnTo>
                    <a:pt x="3009386" y="425561"/>
                  </a:lnTo>
                  <a:lnTo>
                    <a:pt x="2967527" y="380258"/>
                  </a:lnTo>
                  <a:lnTo>
                    <a:pt x="2924704" y="338389"/>
                  </a:lnTo>
                  <a:lnTo>
                    <a:pt x="2896531" y="313298"/>
                  </a:lnTo>
                  <a:lnTo>
                    <a:pt x="2849553" y="275691"/>
                  </a:lnTo>
                  <a:lnTo>
                    <a:pt x="2800123" y="241624"/>
                  </a:lnTo>
                  <a:lnTo>
                    <a:pt x="2747506" y="210941"/>
                  </a:lnTo>
                  <a:lnTo>
                    <a:pt x="2690896" y="183367"/>
                  </a:lnTo>
                  <a:lnTo>
                    <a:pt x="2629472" y="158578"/>
                  </a:lnTo>
                  <a:lnTo>
                    <a:pt x="2562443" y="136255"/>
                  </a:lnTo>
                  <a:lnTo>
                    <a:pt x="2489131" y="116109"/>
                  </a:lnTo>
                  <a:lnTo>
                    <a:pt x="2409062" y="97894"/>
                  </a:lnTo>
                  <a:lnTo>
                    <a:pt x="2322097" y="81421"/>
                  </a:lnTo>
                  <a:lnTo>
                    <a:pt x="2228600" y="66555"/>
                  </a:lnTo>
                  <a:lnTo>
                    <a:pt x="2129618" y="53222"/>
                  </a:lnTo>
                  <a:lnTo>
                    <a:pt x="2027042" y="41398"/>
                  </a:lnTo>
                  <a:lnTo>
                    <a:pt x="1923691" y="31097"/>
                  </a:lnTo>
                  <a:lnTo>
                    <a:pt x="1823235" y="22356"/>
                  </a:lnTo>
                  <a:lnTo>
                    <a:pt x="1729888" y="15199"/>
                  </a:lnTo>
                  <a:lnTo>
                    <a:pt x="1647862" y="9614"/>
                  </a:lnTo>
                  <a:lnTo>
                    <a:pt x="1580650" y="5521"/>
                  </a:lnTo>
                  <a:lnTo>
                    <a:pt x="1530326" y="2765"/>
                  </a:lnTo>
                  <a:lnTo>
                    <a:pt x="1497057" y="1119"/>
                  </a:lnTo>
                  <a:lnTo>
                    <a:pt x="1478951" y="306"/>
                  </a:lnTo>
                  <a:lnTo>
                    <a:pt x="1472207" y="30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282" name="pl282"/>
            <p:cNvSpPr/>
            <p:nvPr/>
          </p:nvSpPr>
          <p:spPr>
            <a:xfrm>
              <a:off x="4799595" y="4456698"/>
              <a:ext cx="11981298" cy="2476418"/>
            </a:xfrm>
            <a:custGeom>
              <a:avLst/>
              <a:pathLst>
                <a:path w="11981298" h="2476418">
                  <a:moveTo>
                    <a:pt x="0" y="0"/>
                  </a:moveTo>
                  <a:lnTo>
                    <a:pt x="1471387" y="0"/>
                  </a:lnTo>
                  <a:lnTo>
                    <a:pt x="1472583" y="45"/>
                  </a:lnTo>
                  <a:lnTo>
                    <a:pt x="1480434" y="370"/>
                  </a:lnTo>
                  <a:lnTo>
                    <a:pt x="1500194" y="1267"/>
                  </a:lnTo>
                  <a:lnTo>
                    <a:pt x="1535451" y="3032"/>
                  </a:lnTo>
                  <a:lnTo>
                    <a:pt x="1587851" y="5938"/>
                  </a:lnTo>
                  <a:lnTo>
                    <a:pt x="1656986" y="10203"/>
                  </a:lnTo>
                  <a:lnTo>
                    <a:pt x="1740577" y="15975"/>
                  </a:lnTo>
                  <a:lnTo>
                    <a:pt x="1835006" y="23322"/>
                  </a:lnTo>
                  <a:lnTo>
                    <a:pt x="1936025" y="32252"/>
                  </a:lnTo>
                  <a:lnTo>
                    <a:pt x="2039462" y="42737"/>
                  </a:lnTo>
                  <a:lnTo>
                    <a:pt x="2141737" y="54743"/>
                  </a:lnTo>
                  <a:lnTo>
                    <a:pt x="2240143" y="68258"/>
                  </a:lnTo>
                  <a:lnTo>
                    <a:pt x="2332895" y="83311"/>
                  </a:lnTo>
                  <a:lnTo>
                    <a:pt x="2419040" y="99986"/>
                  </a:lnTo>
                  <a:lnTo>
                    <a:pt x="2498283" y="118421"/>
                  </a:lnTo>
                  <a:lnTo>
                    <a:pt x="2570810" y="138815"/>
                  </a:lnTo>
                  <a:lnTo>
                    <a:pt x="2637127" y="161417"/>
                  </a:lnTo>
                  <a:lnTo>
                    <a:pt x="2697931" y="186524"/>
                  </a:lnTo>
                  <a:lnTo>
                    <a:pt x="2754017" y="214455"/>
                  </a:lnTo>
                  <a:lnTo>
                    <a:pt x="2806210" y="245530"/>
                  </a:lnTo>
                  <a:lnTo>
                    <a:pt x="2855309" y="280017"/>
                  </a:lnTo>
                  <a:lnTo>
                    <a:pt x="2896531" y="313298"/>
                  </a:lnTo>
                  <a:lnTo>
                    <a:pt x="2940188" y="353005"/>
                  </a:lnTo>
                  <a:lnTo>
                    <a:pt x="2982622" y="396097"/>
                  </a:lnTo>
                  <a:lnTo>
                    <a:pt x="3024219" y="442640"/>
                  </a:lnTo>
                  <a:lnTo>
                    <a:pt x="3065280" y="492621"/>
                  </a:lnTo>
                  <a:lnTo>
                    <a:pt x="3106033" y="545939"/>
                  </a:lnTo>
                  <a:lnTo>
                    <a:pt x="3146642" y="602403"/>
                  </a:lnTo>
                  <a:lnTo>
                    <a:pt x="3187222" y="661722"/>
                  </a:lnTo>
                  <a:lnTo>
                    <a:pt x="3227839" y="723511"/>
                  </a:lnTo>
                  <a:lnTo>
                    <a:pt x="3268525" y="787299"/>
                  </a:lnTo>
                  <a:lnTo>
                    <a:pt x="3309279" y="852536"/>
                  </a:lnTo>
                  <a:lnTo>
                    <a:pt x="3350078" y="918620"/>
                  </a:lnTo>
                  <a:lnTo>
                    <a:pt x="3390890" y="984911"/>
                  </a:lnTo>
                  <a:lnTo>
                    <a:pt x="3431677" y="1050764"/>
                  </a:lnTo>
                  <a:lnTo>
                    <a:pt x="3472408" y="1115549"/>
                  </a:lnTo>
                  <a:lnTo>
                    <a:pt x="3513068" y="1178679"/>
                  </a:lnTo>
                  <a:lnTo>
                    <a:pt x="3553666" y="1239633"/>
                  </a:lnTo>
                  <a:lnTo>
                    <a:pt x="3594247" y="1297968"/>
                  </a:lnTo>
                  <a:lnTo>
                    <a:pt x="3634892" y="1353333"/>
                  </a:lnTo>
                  <a:lnTo>
                    <a:pt x="3675733" y="1405472"/>
                  </a:lnTo>
                  <a:lnTo>
                    <a:pt x="3716956" y="1454227"/>
                  </a:lnTo>
                  <a:lnTo>
                    <a:pt x="3758815" y="1499531"/>
                  </a:lnTo>
                  <a:lnTo>
                    <a:pt x="3801638" y="1541399"/>
                  </a:lnTo>
                  <a:lnTo>
                    <a:pt x="3829811" y="1566491"/>
                  </a:lnTo>
                  <a:lnTo>
                    <a:pt x="3876789" y="1604098"/>
                  </a:lnTo>
                  <a:lnTo>
                    <a:pt x="3926219" y="1638165"/>
                  </a:lnTo>
                  <a:lnTo>
                    <a:pt x="3978836" y="1668847"/>
                  </a:lnTo>
                  <a:lnTo>
                    <a:pt x="4035446" y="1696422"/>
                  </a:lnTo>
                  <a:lnTo>
                    <a:pt x="4096871" y="1721211"/>
                  </a:lnTo>
                  <a:lnTo>
                    <a:pt x="4163899" y="1743534"/>
                  </a:lnTo>
                  <a:lnTo>
                    <a:pt x="4237211" y="1763680"/>
                  </a:lnTo>
                  <a:lnTo>
                    <a:pt x="4317281" y="1781895"/>
                  </a:lnTo>
                  <a:lnTo>
                    <a:pt x="4404246" y="1798368"/>
                  </a:lnTo>
                  <a:lnTo>
                    <a:pt x="4497742" y="1813233"/>
                  </a:lnTo>
                  <a:lnTo>
                    <a:pt x="4596724" y="1826566"/>
                  </a:lnTo>
                  <a:lnTo>
                    <a:pt x="4699300" y="1838391"/>
                  </a:lnTo>
                  <a:lnTo>
                    <a:pt x="4802651" y="1848691"/>
                  </a:lnTo>
                  <a:lnTo>
                    <a:pt x="4903107" y="1857432"/>
                  </a:lnTo>
                  <a:lnTo>
                    <a:pt x="4996454" y="1864589"/>
                  </a:lnTo>
                  <a:lnTo>
                    <a:pt x="5078480" y="1870175"/>
                  </a:lnTo>
                  <a:lnTo>
                    <a:pt x="5145693" y="1874268"/>
                  </a:lnTo>
                  <a:lnTo>
                    <a:pt x="5196016" y="1877024"/>
                  </a:lnTo>
                  <a:lnTo>
                    <a:pt x="5229285" y="1878670"/>
                  </a:lnTo>
                  <a:lnTo>
                    <a:pt x="5247391" y="1879482"/>
                  </a:lnTo>
                  <a:lnTo>
                    <a:pt x="5254135" y="1879758"/>
                  </a:lnTo>
                  <a:lnTo>
                    <a:pt x="5254955" y="1879789"/>
                  </a:lnTo>
                  <a:lnTo>
                    <a:pt x="6726343" y="1879789"/>
                  </a:lnTo>
                  <a:lnTo>
                    <a:pt x="6727576" y="1879804"/>
                  </a:lnTo>
                  <a:lnTo>
                    <a:pt x="6735670" y="1879910"/>
                  </a:lnTo>
                  <a:lnTo>
                    <a:pt x="6756022" y="1880204"/>
                  </a:lnTo>
                  <a:lnTo>
                    <a:pt x="6792283" y="1880783"/>
                  </a:lnTo>
                  <a:lnTo>
                    <a:pt x="6846077" y="1881735"/>
                  </a:lnTo>
                  <a:lnTo>
                    <a:pt x="6916879" y="1883130"/>
                  </a:lnTo>
                  <a:lnTo>
                    <a:pt x="7002243" y="1885016"/>
                  </a:lnTo>
                  <a:lnTo>
                    <a:pt x="7098365" y="1887413"/>
                  </a:lnTo>
                  <a:lnTo>
                    <a:pt x="7200845" y="1890323"/>
                  </a:lnTo>
                  <a:lnTo>
                    <a:pt x="7305411" y="1893736"/>
                  </a:lnTo>
                  <a:lnTo>
                    <a:pt x="7408454" y="1897642"/>
                  </a:lnTo>
                  <a:lnTo>
                    <a:pt x="7507284" y="1902036"/>
                  </a:lnTo>
                  <a:lnTo>
                    <a:pt x="7600174" y="1906932"/>
                  </a:lnTo>
                  <a:lnTo>
                    <a:pt x="7686238" y="1912359"/>
                  </a:lnTo>
                  <a:lnTo>
                    <a:pt x="7765256" y="1918365"/>
                  </a:lnTo>
                  <a:lnTo>
                    <a:pt x="7837478" y="1925017"/>
                  </a:lnTo>
                  <a:lnTo>
                    <a:pt x="7903468" y="1932401"/>
                  </a:lnTo>
                  <a:lnTo>
                    <a:pt x="7963969" y="1940616"/>
                  </a:lnTo>
                  <a:lnTo>
                    <a:pt x="8019813" y="1949766"/>
                  </a:lnTo>
                  <a:lnTo>
                    <a:pt x="8071849" y="1959955"/>
                  </a:lnTo>
                  <a:lnTo>
                    <a:pt x="8120889" y="1971264"/>
                  </a:lnTo>
                  <a:lnTo>
                    <a:pt x="8151487" y="1979227"/>
                  </a:lnTo>
                  <a:lnTo>
                    <a:pt x="8205467" y="1995027"/>
                  </a:lnTo>
                  <a:lnTo>
                    <a:pt x="8257715" y="2012492"/>
                  </a:lnTo>
                  <a:lnTo>
                    <a:pt x="8308907" y="2031643"/>
                  </a:lnTo>
                  <a:lnTo>
                    <a:pt x="8359532" y="2052442"/>
                  </a:lnTo>
                  <a:lnTo>
                    <a:pt x="8409925" y="2074780"/>
                  </a:lnTo>
                  <a:lnTo>
                    <a:pt x="8460296" y="2098477"/>
                  </a:lnTo>
                  <a:lnTo>
                    <a:pt x="8510751" y="2123283"/>
                  </a:lnTo>
                  <a:lnTo>
                    <a:pt x="8561313" y="2148882"/>
                  </a:lnTo>
                  <a:lnTo>
                    <a:pt x="8611948" y="2174917"/>
                  </a:lnTo>
                  <a:lnTo>
                    <a:pt x="8662592" y="2200999"/>
                  </a:lnTo>
                  <a:lnTo>
                    <a:pt x="8713176" y="2226739"/>
                  </a:lnTo>
                  <a:lnTo>
                    <a:pt x="8763657" y="2251769"/>
                  </a:lnTo>
                  <a:lnTo>
                    <a:pt x="8814042" y="2275762"/>
                  </a:lnTo>
                  <a:lnTo>
                    <a:pt x="8864415" y="2298452"/>
                  </a:lnTo>
                  <a:lnTo>
                    <a:pt x="8914958" y="2319639"/>
                  </a:lnTo>
                  <a:lnTo>
                    <a:pt x="8965973" y="2339198"/>
                  </a:lnTo>
                  <a:lnTo>
                    <a:pt x="9017908" y="2357074"/>
                  </a:lnTo>
                  <a:lnTo>
                    <a:pt x="9071392" y="2373275"/>
                  </a:lnTo>
                  <a:lnTo>
                    <a:pt x="9084767" y="2376980"/>
                  </a:lnTo>
                  <a:lnTo>
                    <a:pt x="9132257" y="2389037"/>
                  </a:lnTo>
                  <a:lnTo>
                    <a:pt x="9182259" y="2399947"/>
                  </a:lnTo>
                  <a:lnTo>
                    <a:pt x="9235533" y="2409761"/>
                  </a:lnTo>
                  <a:lnTo>
                    <a:pt x="9292912" y="2418571"/>
                  </a:lnTo>
                  <a:lnTo>
                    <a:pt x="9355245" y="2426483"/>
                  </a:lnTo>
                  <a:lnTo>
                    <a:pt x="9423341" y="2433600"/>
                  </a:lnTo>
                  <a:lnTo>
                    <a:pt x="9497894" y="2440017"/>
                  </a:lnTo>
                  <a:lnTo>
                    <a:pt x="9579372" y="2445813"/>
                  </a:lnTo>
                  <a:lnTo>
                    <a:pt x="9667883" y="2451049"/>
                  </a:lnTo>
                  <a:lnTo>
                    <a:pt x="9762995" y="2455767"/>
                  </a:lnTo>
                  <a:lnTo>
                    <a:pt x="9863547" y="2459990"/>
                  </a:lnTo>
                  <a:lnTo>
                    <a:pt x="9967479" y="2463723"/>
                  </a:lnTo>
                  <a:lnTo>
                    <a:pt x="10071767" y="2466961"/>
                  </a:lnTo>
                  <a:lnTo>
                    <a:pt x="10172525" y="2469693"/>
                  </a:lnTo>
                  <a:lnTo>
                    <a:pt x="10265364" y="2471910"/>
                  </a:lnTo>
                  <a:lnTo>
                    <a:pt x="10346004" y="2473620"/>
                  </a:lnTo>
                  <a:lnTo>
                    <a:pt x="10411035" y="2474853"/>
                  </a:lnTo>
                  <a:lnTo>
                    <a:pt x="10458635" y="2475665"/>
                  </a:lnTo>
                  <a:lnTo>
                    <a:pt x="10489027" y="2476133"/>
                  </a:lnTo>
                  <a:lnTo>
                    <a:pt x="10504573" y="2476350"/>
                  </a:lnTo>
                  <a:lnTo>
                    <a:pt x="10509566" y="2476414"/>
                  </a:lnTo>
                  <a:lnTo>
                    <a:pt x="10509911" y="2476418"/>
                  </a:lnTo>
                  <a:lnTo>
                    <a:pt x="11981298" y="247641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83" name="pl283"/>
            <p:cNvSpPr/>
            <p:nvPr/>
          </p:nvSpPr>
          <p:spPr>
            <a:xfrm>
              <a:off x="4799595" y="4448525"/>
              <a:ext cx="11981298" cy="2476418"/>
            </a:xfrm>
            <a:custGeom>
              <a:avLst/>
              <a:pathLst>
                <a:path w="11981298" h="2476418">
                  <a:moveTo>
                    <a:pt x="11981298" y="2476418"/>
                  </a:moveTo>
                  <a:lnTo>
                    <a:pt x="10509911" y="2476418"/>
                  </a:lnTo>
                  <a:lnTo>
                    <a:pt x="10508677" y="2476403"/>
                  </a:lnTo>
                  <a:lnTo>
                    <a:pt x="10500583" y="2476297"/>
                  </a:lnTo>
                  <a:lnTo>
                    <a:pt x="10480231" y="2476003"/>
                  </a:lnTo>
                  <a:lnTo>
                    <a:pt x="10443970" y="2475424"/>
                  </a:lnTo>
                  <a:lnTo>
                    <a:pt x="10390177" y="2474473"/>
                  </a:lnTo>
                  <a:lnTo>
                    <a:pt x="10319374" y="2473077"/>
                  </a:lnTo>
                  <a:lnTo>
                    <a:pt x="10234010" y="2471191"/>
                  </a:lnTo>
                  <a:lnTo>
                    <a:pt x="10137888" y="2468794"/>
                  </a:lnTo>
                  <a:lnTo>
                    <a:pt x="10035408" y="2465884"/>
                  </a:lnTo>
                  <a:lnTo>
                    <a:pt x="9930842" y="2462471"/>
                  </a:lnTo>
                  <a:lnTo>
                    <a:pt x="9827799" y="2458566"/>
                  </a:lnTo>
                  <a:lnTo>
                    <a:pt x="9728969" y="2454171"/>
                  </a:lnTo>
                  <a:lnTo>
                    <a:pt x="9636079" y="2449275"/>
                  </a:lnTo>
                  <a:lnTo>
                    <a:pt x="9550015" y="2443848"/>
                  </a:lnTo>
                  <a:lnTo>
                    <a:pt x="9470998" y="2437842"/>
                  </a:lnTo>
                  <a:lnTo>
                    <a:pt x="9398775" y="2431190"/>
                  </a:lnTo>
                  <a:lnTo>
                    <a:pt x="9332785" y="2423806"/>
                  </a:lnTo>
                  <a:lnTo>
                    <a:pt x="9272284" y="2415591"/>
                  </a:lnTo>
                  <a:lnTo>
                    <a:pt x="9216440" y="2406441"/>
                  </a:lnTo>
                  <a:lnTo>
                    <a:pt x="9164405" y="2396252"/>
                  </a:lnTo>
                  <a:lnTo>
                    <a:pt x="9115364" y="2384943"/>
                  </a:lnTo>
                  <a:lnTo>
                    <a:pt x="9084767" y="2376980"/>
                  </a:lnTo>
                  <a:lnTo>
                    <a:pt x="9030786" y="2361180"/>
                  </a:lnTo>
                  <a:lnTo>
                    <a:pt x="8978538" y="2343715"/>
                  </a:lnTo>
                  <a:lnTo>
                    <a:pt x="8927346" y="2324564"/>
                  </a:lnTo>
                  <a:lnTo>
                    <a:pt x="8876722" y="2303765"/>
                  </a:lnTo>
                  <a:lnTo>
                    <a:pt x="8826328" y="2281427"/>
                  </a:lnTo>
                  <a:lnTo>
                    <a:pt x="8775957" y="2257730"/>
                  </a:lnTo>
                  <a:lnTo>
                    <a:pt x="8725502" y="2232925"/>
                  </a:lnTo>
                  <a:lnTo>
                    <a:pt x="8674941" y="2207325"/>
                  </a:lnTo>
                  <a:lnTo>
                    <a:pt x="8624306" y="2181291"/>
                  </a:lnTo>
                  <a:lnTo>
                    <a:pt x="8573662" y="2155208"/>
                  </a:lnTo>
                  <a:lnTo>
                    <a:pt x="8523077" y="2129468"/>
                  </a:lnTo>
                  <a:lnTo>
                    <a:pt x="8472596" y="2104438"/>
                  </a:lnTo>
                  <a:lnTo>
                    <a:pt x="8422211" y="2080445"/>
                  </a:lnTo>
                  <a:lnTo>
                    <a:pt x="8371838" y="2057755"/>
                  </a:lnTo>
                  <a:lnTo>
                    <a:pt x="8321295" y="2036568"/>
                  </a:lnTo>
                  <a:lnTo>
                    <a:pt x="8270280" y="2017009"/>
                  </a:lnTo>
                  <a:lnTo>
                    <a:pt x="8218345" y="1999133"/>
                  </a:lnTo>
                  <a:lnTo>
                    <a:pt x="8164861" y="1982932"/>
                  </a:lnTo>
                  <a:lnTo>
                    <a:pt x="8151487" y="1979227"/>
                  </a:lnTo>
                  <a:lnTo>
                    <a:pt x="8103997" y="1967170"/>
                  </a:lnTo>
                  <a:lnTo>
                    <a:pt x="8053995" y="1956260"/>
                  </a:lnTo>
                  <a:lnTo>
                    <a:pt x="8000720" y="1946446"/>
                  </a:lnTo>
                  <a:lnTo>
                    <a:pt x="7943341" y="1937636"/>
                  </a:lnTo>
                  <a:lnTo>
                    <a:pt x="7881009" y="1929725"/>
                  </a:lnTo>
                  <a:lnTo>
                    <a:pt x="7812912" y="1922607"/>
                  </a:lnTo>
                  <a:lnTo>
                    <a:pt x="7738360" y="1916190"/>
                  </a:lnTo>
                  <a:lnTo>
                    <a:pt x="7656881" y="1910394"/>
                  </a:lnTo>
                  <a:lnTo>
                    <a:pt x="7568370" y="1905158"/>
                  </a:lnTo>
                  <a:lnTo>
                    <a:pt x="7473258" y="1900440"/>
                  </a:lnTo>
                  <a:lnTo>
                    <a:pt x="7372707" y="1896217"/>
                  </a:lnTo>
                  <a:lnTo>
                    <a:pt x="7268774" y="1892484"/>
                  </a:lnTo>
                  <a:lnTo>
                    <a:pt x="7164486" y="1889246"/>
                  </a:lnTo>
                  <a:lnTo>
                    <a:pt x="7063728" y="1886515"/>
                  </a:lnTo>
                  <a:lnTo>
                    <a:pt x="6970889" y="1884297"/>
                  </a:lnTo>
                  <a:lnTo>
                    <a:pt x="6890249" y="1882587"/>
                  </a:lnTo>
                  <a:lnTo>
                    <a:pt x="6825218" y="1881354"/>
                  </a:lnTo>
                  <a:lnTo>
                    <a:pt x="6777618" y="1880542"/>
                  </a:lnTo>
                  <a:lnTo>
                    <a:pt x="6747226" y="1880074"/>
                  </a:lnTo>
                  <a:lnTo>
                    <a:pt x="6731681" y="1879857"/>
                  </a:lnTo>
                  <a:lnTo>
                    <a:pt x="6726687" y="1879793"/>
                  </a:lnTo>
                  <a:lnTo>
                    <a:pt x="6726343" y="1879789"/>
                  </a:lnTo>
                  <a:lnTo>
                    <a:pt x="5254955" y="1879789"/>
                  </a:lnTo>
                  <a:lnTo>
                    <a:pt x="5253760" y="1879744"/>
                  </a:lnTo>
                  <a:lnTo>
                    <a:pt x="5245909" y="1879419"/>
                  </a:lnTo>
                  <a:lnTo>
                    <a:pt x="5226148" y="1878522"/>
                  </a:lnTo>
                  <a:lnTo>
                    <a:pt x="5190891" y="1876757"/>
                  </a:lnTo>
                  <a:lnTo>
                    <a:pt x="5138491" y="1873851"/>
                  </a:lnTo>
                  <a:lnTo>
                    <a:pt x="5069356" y="1869585"/>
                  </a:lnTo>
                  <a:lnTo>
                    <a:pt x="4985765" y="1863814"/>
                  </a:lnTo>
                  <a:lnTo>
                    <a:pt x="4891337" y="1856466"/>
                  </a:lnTo>
                  <a:lnTo>
                    <a:pt x="4790317" y="1847536"/>
                  </a:lnTo>
                  <a:lnTo>
                    <a:pt x="4686880" y="1837051"/>
                  </a:lnTo>
                  <a:lnTo>
                    <a:pt x="4584605" y="1825045"/>
                  </a:lnTo>
                  <a:lnTo>
                    <a:pt x="4486200" y="1811531"/>
                  </a:lnTo>
                  <a:lnTo>
                    <a:pt x="4393447" y="1796477"/>
                  </a:lnTo>
                  <a:lnTo>
                    <a:pt x="4307302" y="1779803"/>
                  </a:lnTo>
                  <a:lnTo>
                    <a:pt x="4228059" y="1761368"/>
                  </a:lnTo>
                  <a:lnTo>
                    <a:pt x="4155532" y="1740974"/>
                  </a:lnTo>
                  <a:lnTo>
                    <a:pt x="4089215" y="1718371"/>
                  </a:lnTo>
                  <a:lnTo>
                    <a:pt x="4028411" y="1693265"/>
                  </a:lnTo>
                  <a:lnTo>
                    <a:pt x="3972325" y="1665334"/>
                  </a:lnTo>
                  <a:lnTo>
                    <a:pt x="3920132" y="1634258"/>
                  </a:lnTo>
                  <a:lnTo>
                    <a:pt x="3871033" y="1599771"/>
                  </a:lnTo>
                  <a:lnTo>
                    <a:pt x="3829811" y="1566491"/>
                  </a:lnTo>
                  <a:lnTo>
                    <a:pt x="3786154" y="1526784"/>
                  </a:lnTo>
                  <a:lnTo>
                    <a:pt x="3743721" y="1483691"/>
                  </a:lnTo>
                  <a:lnTo>
                    <a:pt x="3702123" y="1437148"/>
                  </a:lnTo>
                  <a:lnTo>
                    <a:pt x="3661062" y="1387168"/>
                  </a:lnTo>
                  <a:lnTo>
                    <a:pt x="3620309" y="1333849"/>
                  </a:lnTo>
                  <a:lnTo>
                    <a:pt x="3579700" y="1277386"/>
                  </a:lnTo>
                  <a:lnTo>
                    <a:pt x="3539120" y="1218067"/>
                  </a:lnTo>
                  <a:lnTo>
                    <a:pt x="3498503" y="1156277"/>
                  </a:lnTo>
                  <a:lnTo>
                    <a:pt x="3457817" y="1092490"/>
                  </a:lnTo>
                  <a:lnTo>
                    <a:pt x="3417064" y="1027252"/>
                  </a:lnTo>
                  <a:lnTo>
                    <a:pt x="3376264" y="961169"/>
                  </a:lnTo>
                  <a:lnTo>
                    <a:pt x="3335452" y="894877"/>
                  </a:lnTo>
                  <a:lnTo>
                    <a:pt x="3294665" y="829025"/>
                  </a:lnTo>
                  <a:lnTo>
                    <a:pt x="3253934" y="764240"/>
                  </a:lnTo>
                  <a:lnTo>
                    <a:pt x="3213275" y="701109"/>
                  </a:lnTo>
                  <a:lnTo>
                    <a:pt x="3172676" y="640155"/>
                  </a:lnTo>
                  <a:lnTo>
                    <a:pt x="3132095" y="581820"/>
                  </a:lnTo>
                  <a:lnTo>
                    <a:pt x="3091450" y="526456"/>
                  </a:lnTo>
                  <a:lnTo>
                    <a:pt x="3050610" y="474316"/>
                  </a:lnTo>
                  <a:lnTo>
                    <a:pt x="3009386" y="425561"/>
                  </a:lnTo>
                  <a:lnTo>
                    <a:pt x="2967527" y="380258"/>
                  </a:lnTo>
                  <a:lnTo>
                    <a:pt x="2924704" y="338389"/>
                  </a:lnTo>
                  <a:lnTo>
                    <a:pt x="2896531" y="313298"/>
                  </a:lnTo>
                  <a:lnTo>
                    <a:pt x="2849553" y="275691"/>
                  </a:lnTo>
                  <a:lnTo>
                    <a:pt x="2800123" y="241624"/>
                  </a:lnTo>
                  <a:lnTo>
                    <a:pt x="2747506" y="210941"/>
                  </a:lnTo>
                  <a:lnTo>
                    <a:pt x="2690896" y="183367"/>
                  </a:lnTo>
                  <a:lnTo>
                    <a:pt x="2629472" y="158578"/>
                  </a:lnTo>
                  <a:lnTo>
                    <a:pt x="2562443" y="136255"/>
                  </a:lnTo>
                  <a:lnTo>
                    <a:pt x="2489131" y="116109"/>
                  </a:lnTo>
                  <a:lnTo>
                    <a:pt x="2409062" y="97894"/>
                  </a:lnTo>
                  <a:lnTo>
                    <a:pt x="2322097" y="81421"/>
                  </a:lnTo>
                  <a:lnTo>
                    <a:pt x="2228600" y="66555"/>
                  </a:lnTo>
                  <a:lnTo>
                    <a:pt x="2129618" y="53222"/>
                  </a:lnTo>
                  <a:lnTo>
                    <a:pt x="2027042" y="41398"/>
                  </a:lnTo>
                  <a:lnTo>
                    <a:pt x="1923691" y="31097"/>
                  </a:lnTo>
                  <a:lnTo>
                    <a:pt x="1823235" y="22356"/>
                  </a:lnTo>
                  <a:lnTo>
                    <a:pt x="1729888" y="15199"/>
                  </a:lnTo>
                  <a:lnTo>
                    <a:pt x="1647862" y="9614"/>
                  </a:lnTo>
                  <a:lnTo>
                    <a:pt x="1580650" y="5521"/>
                  </a:lnTo>
                  <a:lnTo>
                    <a:pt x="1530326" y="2765"/>
                  </a:lnTo>
                  <a:lnTo>
                    <a:pt x="1497057" y="1119"/>
                  </a:lnTo>
                  <a:lnTo>
                    <a:pt x="1478951" y="306"/>
                  </a:lnTo>
                  <a:lnTo>
                    <a:pt x="1472207" y="30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84" name="pg284"/>
            <p:cNvSpPr/>
            <p:nvPr/>
          </p:nvSpPr>
          <p:spPr>
            <a:xfrm>
              <a:off x="4799595" y="4456698"/>
              <a:ext cx="11981298" cy="3612465"/>
            </a:xfrm>
            <a:custGeom>
              <a:avLst/>
              <a:pathLst>
                <a:path w="11981298" h="3612465">
                  <a:moveTo>
                    <a:pt x="0" y="24518"/>
                  </a:moveTo>
                  <a:lnTo>
                    <a:pt x="1471387" y="24518"/>
                  </a:lnTo>
                  <a:lnTo>
                    <a:pt x="1472582" y="24564"/>
                  </a:lnTo>
                  <a:lnTo>
                    <a:pt x="1480428" y="24892"/>
                  </a:lnTo>
                  <a:lnTo>
                    <a:pt x="1500178" y="25796"/>
                  </a:lnTo>
                  <a:lnTo>
                    <a:pt x="1535416" y="27576"/>
                  </a:lnTo>
                  <a:lnTo>
                    <a:pt x="1587790" y="30505"/>
                  </a:lnTo>
                  <a:lnTo>
                    <a:pt x="1656893" y="34805"/>
                  </a:lnTo>
                  <a:lnTo>
                    <a:pt x="1740450" y="40623"/>
                  </a:lnTo>
                  <a:lnTo>
                    <a:pt x="1834847" y="48031"/>
                  </a:lnTo>
                  <a:lnTo>
                    <a:pt x="1935839" y="57034"/>
                  </a:lnTo>
                  <a:lnTo>
                    <a:pt x="2039254" y="67605"/>
                  </a:lnTo>
                  <a:lnTo>
                    <a:pt x="2141514" y="79710"/>
                  </a:lnTo>
                  <a:lnTo>
                    <a:pt x="2239911" y="93336"/>
                  </a:lnTo>
                  <a:lnTo>
                    <a:pt x="2332661" y="108513"/>
                  </a:lnTo>
                  <a:lnTo>
                    <a:pt x="2418807" y="125324"/>
                  </a:lnTo>
                  <a:lnTo>
                    <a:pt x="2498054" y="143911"/>
                  </a:lnTo>
                  <a:lnTo>
                    <a:pt x="2570587" y="164471"/>
                  </a:lnTo>
                  <a:lnTo>
                    <a:pt x="2636910" y="187258"/>
                  </a:lnTo>
                  <a:lnTo>
                    <a:pt x="2697720" y="212568"/>
                  </a:lnTo>
                  <a:lnTo>
                    <a:pt x="2753811" y="240725"/>
                  </a:lnTo>
                  <a:lnTo>
                    <a:pt x="2806007" y="272051"/>
                  </a:lnTo>
                  <a:lnTo>
                    <a:pt x="2855107" y="306817"/>
                  </a:lnTo>
                  <a:lnTo>
                    <a:pt x="2896531" y="340541"/>
                  </a:lnTo>
                  <a:lnTo>
                    <a:pt x="2940068" y="380477"/>
                  </a:lnTo>
                  <a:lnTo>
                    <a:pt x="2982388" y="423809"/>
                  </a:lnTo>
                  <a:lnTo>
                    <a:pt x="3023874" y="470601"/>
                  </a:lnTo>
                  <a:lnTo>
                    <a:pt x="3064824" y="520842"/>
                  </a:lnTo>
                  <a:lnTo>
                    <a:pt x="3105466" y="574433"/>
                  </a:lnTo>
                  <a:lnTo>
                    <a:pt x="3145963" y="631182"/>
                  </a:lnTo>
                  <a:lnTo>
                    <a:pt x="3186429" y="690801"/>
                  </a:lnTo>
                  <a:lnTo>
                    <a:pt x="3226932" y="752907"/>
                  </a:lnTo>
                  <a:lnTo>
                    <a:pt x="3267503" y="817028"/>
                  </a:lnTo>
                  <a:lnTo>
                    <a:pt x="3308141" y="882619"/>
                  </a:lnTo>
                  <a:lnTo>
                    <a:pt x="3348826" y="949075"/>
                  </a:lnTo>
                  <a:lnTo>
                    <a:pt x="3389524" y="1015760"/>
                  </a:lnTo>
                  <a:lnTo>
                    <a:pt x="3430199" y="1082026"/>
                  </a:lnTo>
                  <a:lnTo>
                    <a:pt x="3470818" y="1147244"/>
                  </a:lnTo>
                  <a:lnTo>
                    <a:pt x="3511368" y="1210824"/>
                  </a:lnTo>
                  <a:lnTo>
                    <a:pt x="3551855" y="1272241"/>
                  </a:lnTo>
                  <a:lnTo>
                    <a:pt x="3592322" y="1331049"/>
                  </a:lnTo>
                  <a:lnTo>
                    <a:pt x="3632848" y="1386892"/>
                  </a:lnTo>
                  <a:lnTo>
                    <a:pt x="3673560" y="1439510"/>
                  </a:lnTo>
                  <a:lnTo>
                    <a:pt x="3714643" y="1488740"/>
                  </a:lnTo>
                  <a:lnTo>
                    <a:pt x="3756340" y="1534509"/>
                  </a:lnTo>
                  <a:lnTo>
                    <a:pt x="3798975" y="1576829"/>
                  </a:lnTo>
                  <a:lnTo>
                    <a:pt x="3829811" y="1604632"/>
                  </a:lnTo>
                  <a:lnTo>
                    <a:pt x="3876780" y="1642559"/>
                  </a:lnTo>
                  <a:lnTo>
                    <a:pt x="3926199" y="1676916"/>
                  </a:lnTo>
                  <a:lnTo>
                    <a:pt x="3978804" y="1707860"/>
                  </a:lnTo>
                  <a:lnTo>
                    <a:pt x="4035398" y="1735671"/>
                  </a:lnTo>
                  <a:lnTo>
                    <a:pt x="4096806" y="1760673"/>
                  </a:lnTo>
                  <a:lnTo>
                    <a:pt x="4163814" y="1783188"/>
                  </a:lnTo>
                  <a:lnTo>
                    <a:pt x="4237103" y="1803508"/>
                  </a:lnTo>
                  <a:lnTo>
                    <a:pt x="4317146" y="1821880"/>
                  </a:lnTo>
                  <a:lnTo>
                    <a:pt x="4404082" y="1838496"/>
                  </a:lnTo>
                  <a:lnTo>
                    <a:pt x="4497548" y="1853491"/>
                  </a:lnTo>
                  <a:lnTo>
                    <a:pt x="4596500" y="1866941"/>
                  </a:lnTo>
                  <a:lnTo>
                    <a:pt x="4699050" y="1878869"/>
                  </a:lnTo>
                  <a:lnTo>
                    <a:pt x="4802383" y="1889261"/>
                  </a:lnTo>
                  <a:lnTo>
                    <a:pt x="4902832" y="1898080"/>
                  </a:lnTo>
                  <a:lnTo>
                    <a:pt x="4996187" y="1905303"/>
                  </a:lnTo>
                  <a:lnTo>
                    <a:pt x="5078238" y="1910941"/>
                  </a:lnTo>
                  <a:lnTo>
                    <a:pt x="5145491" y="1915073"/>
                  </a:lnTo>
                  <a:lnTo>
                    <a:pt x="5195865" y="1917857"/>
                  </a:lnTo>
                  <a:lnTo>
                    <a:pt x="5229188" y="1919521"/>
                  </a:lnTo>
                  <a:lnTo>
                    <a:pt x="5247344" y="1920343"/>
                  </a:lnTo>
                  <a:lnTo>
                    <a:pt x="5254123" y="1920622"/>
                  </a:lnTo>
                  <a:lnTo>
                    <a:pt x="5254955" y="1920654"/>
                  </a:lnTo>
                  <a:lnTo>
                    <a:pt x="6726343" y="1920654"/>
                  </a:lnTo>
                  <a:lnTo>
                    <a:pt x="6727546" y="1920695"/>
                  </a:lnTo>
                  <a:lnTo>
                    <a:pt x="6735447" y="1920989"/>
                  </a:lnTo>
                  <a:lnTo>
                    <a:pt x="6755329" y="1921802"/>
                  </a:lnTo>
                  <a:lnTo>
                    <a:pt x="6790792" y="1923402"/>
                  </a:lnTo>
                  <a:lnTo>
                    <a:pt x="6843480" y="1926034"/>
                  </a:lnTo>
                  <a:lnTo>
                    <a:pt x="6912958" y="1929897"/>
                  </a:lnTo>
                  <a:lnTo>
                    <a:pt x="6996916" y="1935123"/>
                  </a:lnTo>
                  <a:lnTo>
                    <a:pt x="7091696" y="1941774"/>
                  </a:lnTo>
                  <a:lnTo>
                    <a:pt x="7193020" y="1949855"/>
                  </a:lnTo>
                  <a:lnTo>
                    <a:pt x="7296694" y="1959341"/>
                  </a:lnTo>
                  <a:lnTo>
                    <a:pt x="7399131" y="1970202"/>
                  </a:lnTo>
                  <a:lnTo>
                    <a:pt x="7497627" y="1982427"/>
                  </a:lnTo>
                  <a:lnTo>
                    <a:pt x="7590411" y="1996044"/>
                  </a:lnTo>
                  <a:lnTo>
                    <a:pt x="7676541" y="2011129"/>
                  </a:lnTo>
                  <a:lnTo>
                    <a:pt x="7755739" y="2027810"/>
                  </a:lnTo>
                  <a:lnTo>
                    <a:pt x="7828204" y="2046269"/>
                  </a:lnTo>
                  <a:lnTo>
                    <a:pt x="7894453" y="2066734"/>
                  </a:lnTo>
                  <a:lnTo>
                    <a:pt x="7955194" y="2089472"/>
                  </a:lnTo>
                  <a:lnTo>
                    <a:pt x="8011229" y="2114775"/>
                  </a:lnTo>
                  <a:lnTo>
                    <a:pt x="8063388" y="2142933"/>
                  </a:lnTo>
                  <a:lnTo>
                    <a:pt x="8112472" y="2174182"/>
                  </a:lnTo>
                  <a:lnTo>
                    <a:pt x="8151487" y="2202623"/>
                  </a:lnTo>
                  <a:lnTo>
                    <a:pt x="8196566" y="2239594"/>
                  </a:lnTo>
                  <a:lnTo>
                    <a:pt x="8240355" y="2279821"/>
                  </a:lnTo>
                  <a:lnTo>
                    <a:pt x="8283275" y="2323364"/>
                  </a:lnTo>
                  <a:lnTo>
                    <a:pt x="8325649" y="2370202"/>
                  </a:lnTo>
                  <a:lnTo>
                    <a:pt x="8367721" y="2420227"/>
                  </a:lnTo>
                  <a:lnTo>
                    <a:pt x="8409663" y="2473233"/>
                  </a:lnTo>
                  <a:lnTo>
                    <a:pt x="8451591" y="2528916"/>
                  </a:lnTo>
                  <a:lnTo>
                    <a:pt x="8493570" y="2586873"/>
                  </a:lnTo>
                  <a:lnTo>
                    <a:pt x="8535624" y="2646615"/>
                  </a:lnTo>
                  <a:lnTo>
                    <a:pt x="8577746" y="2707583"/>
                  </a:lnTo>
                  <a:lnTo>
                    <a:pt x="8619906" y="2769162"/>
                  </a:lnTo>
                  <a:lnTo>
                    <a:pt x="8662064" y="2830713"/>
                  </a:lnTo>
                  <a:lnTo>
                    <a:pt x="8704181" y="2891600"/>
                  </a:lnTo>
                  <a:lnTo>
                    <a:pt x="8746229" y="2951213"/>
                  </a:lnTo>
                  <a:lnTo>
                    <a:pt x="8788202" y="3008996"/>
                  </a:lnTo>
                  <a:lnTo>
                    <a:pt x="8830128" y="3064467"/>
                  </a:lnTo>
                  <a:lnTo>
                    <a:pt x="8872076" y="3117232"/>
                  </a:lnTo>
                  <a:lnTo>
                    <a:pt x="8914165" y="3166995"/>
                  </a:lnTo>
                  <a:lnTo>
                    <a:pt x="8956575" y="3213558"/>
                  </a:lnTo>
                  <a:lnTo>
                    <a:pt x="8999554" y="3256820"/>
                  </a:lnTo>
                  <a:lnTo>
                    <a:pt x="9043435" y="3296769"/>
                  </a:lnTo>
                  <a:lnTo>
                    <a:pt x="9084767" y="3330496"/>
                  </a:lnTo>
                  <a:lnTo>
                    <a:pt x="9131851" y="3364414"/>
                  </a:lnTo>
                  <a:lnTo>
                    <a:pt x="9181399" y="3395131"/>
                  </a:lnTo>
                  <a:lnTo>
                    <a:pt x="9234152" y="3422790"/>
                  </a:lnTo>
                  <a:lnTo>
                    <a:pt x="9290920" y="3447641"/>
                  </a:lnTo>
                  <a:lnTo>
                    <a:pt x="9352532" y="3469977"/>
                  </a:lnTo>
                  <a:lnTo>
                    <a:pt x="9419781" y="3490087"/>
                  </a:lnTo>
                  <a:lnTo>
                    <a:pt x="9493348" y="3508232"/>
                  </a:lnTo>
                  <a:lnTo>
                    <a:pt x="9573709" y="3524634"/>
                  </a:lnTo>
                  <a:lnTo>
                    <a:pt x="9660993" y="3539465"/>
                  </a:lnTo>
                  <a:lnTo>
                    <a:pt x="9754823" y="3552844"/>
                  </a:lnTo>
                  <a:lnTo>
                    <a:pt x="9854131" y="3564838"/>
                  </a:lnTo>
                  <a:lnTo>
                    <a:pt x="9956991" y="3575469"/>
                  </a:lnTo>
                  <a:lnTo>
                    <a:pt x="10060542" y="3584721"/>
                  </a:lnTo>
                  <a:lnTo>
                    <a:pt x="10161069" y="3592564"/>
                  </a:lnTo>
                  <a:lnTo>
                    <a:pt x="10254321" y="3598973"/>
                  </a:lnTo>
                  <a:lnTo>
                    <a:pt x="10336072" y="3603964"/>
                  </a:lnTo>
                  <a:lnTo>
                    <a:pt x="10402843" y="3607609"/>
                  </a:lnTo>
                  <a:lnTo>
                    <a:pt x="10452609" y="3610052"/>
                  </a:lnTo>
                  <a:lnTo>
                    <a:pt x="10485281" y="3611501"/>
                  </a:lnTo>
                  <a:lnTo>
                    <a:pt x="10502848" y="3612208"/>
                  </a:lnTo>
                  <a:lnTo>
                    <a:pt x="10509211" y="3612441"/>
                  </a:lnTo>
                  <a:lnTo>
                    <a:pt x="10509911" y="3612465"/>
                  </a:lnTo>
                  <a:lnTo>
                    <a:pt x="11981298" y="3612465"/>
                  </a:lnTo>
                  <a:lnTo>
                    <a:pt x="11981298" y="3587946"/>
                  </a:lnTo>
                  <a:lnTo>
                    <a:pt x="10509911" y="3587946"/>
                  </a:lnTo>
                  <a:lnTo>
                    <a:pt x="10508707" y="3587905"/>
                  </a:lnTo>
                  <a:lnTo>
                    <a:pt x="10500807" y="3587611"/>
                  </a:lnTo>
                  <a:lnTo>
                    <a:pt x="10480924" y="3586798"/>
                  </a:lnTo>
                  <a:lnTo>
                    <a:pt x="10445461" y="3585198"/>
                  </a:lnTo>
                  <a:lnTo>
                    <a:pt x="10392774" y="3582566"/>
                  </a:lnTo>
                  <a:lnTo>
                    <a:pt x="10323295" y="3578703"/>
                  </a:lnTo>
                  <a:lnTo>
                    <a:pt x="10239337" y="3573477"/>
                  </a:lnTo>
                  <a:lnTo>
                    <a:pt x="10144557" y="3566826"/>
                  </a:lnTo>
                  <a:lnTo>
                    <a:pt x="10043233" y="3558745"/>
                  </a:lnTo>
                  <a:lnTo>
                    <a:pt x="9939560" y="3549258"/>
                  </a:lnTo>
                  <a:lnTo>
                    <a:pt x="9837122" y="3538398"/>
                  </a:lnTo>
                  <a:lnTo>
                    <a:pt x="9738626" y="3526173"/>
                  </a:lnTo>
                  <a:lnTo>
                    <a:pt x="9645842" y="3512556"/>
                  </a:lnTo>
                  <a:lnTo>
                    <a:pt x="9559712" y="3497471"/>
                  </a:lnTo>
                  <a:lnTo>
                    <a:pt x="9480514" y="3480790"/>
                  </a:lnTo>
                  <a:lnTo>
                    <a:pt x="9408049" y="3462331"/>
                  </a:lnTo>
                  <a:lnTo>
                    <a:pt x="9341800" y="3441866"/>
                  </a:lnTo>
                  <a:lnTo>
                    <a:pt x="9281059" y="3419128"/>
                  </a:lnTo>
                  <a:lnTo>
                    <a:pt x="9225024" y="3393825"/>
                  </a:lnTo>
                  <a:lnTo>
                    <a:pt x="9172866" y="3365667"/>
                  </a:lnTo>
                  <a:lnTo>
                    <a:pt x="9123781" y="3334418"/>
                  </a:lnTo>
                  <a:lnTo>
                    <a:pt x="9084767" y="3305977"/>
                  </a:lnTo>
                  <a:lnTo>
                    <a:pt x="9039687" y="3269006"/>
                  </a:lnTo>
                  <a:lnTo>
                    <a:pt x="8995898" y="3228779"/>
                  </a:lnTo>
                  <a:lnTo>
                    <a:pt x="8952978" y="3185236"/>
                  </a:lnTo>
                  <a:lnTo>
                    <a:pt x="8910604" y="3138398"/>
                  </a:lnTo>
                  <a:lnTo>
                    <a:pt x="8868533" y="3088373"/>
                  </a:lnTo>
                  <a:lnTo>
                    <a:pt x="8826591" y="3035367"/>
                  </a:lnTo>
                  <a:lnTo>
                    <a:pt x="8784663" y="2979684"/>
                  </a:lnTo>
                  <a:lnTo>
                    <a:pt x="8742683" y="2921727"/>
                  </a:lnTo>
                  <a:lnTo>
                    <a:pt x="8700629" y="2861985"/>
                  </a:lnTo>
                  <a:lnTo>
                    <a:pt x="8658507" y="2801017"/>
                  </a:lnTo>
                  <a:lnTo>
                    <a:pt x="8616348" y="2739438"/>
                  </a:lnTo>
                  <a:lnTo>
                    <a:pt x="8574189" y="2677886"/>
                  </a:lnTo>
                  <a:lnTo>
                    <a:pt x="8532072" y="2616999"/>
                  </a:lnTo>
                  <a:lnTo>
                    <a:pt x="8490025" y="2557387"/>
                  </a:lnTo>
                  <a:lnTo>
                    <a:pt x="8448051" y="2499604"/>
                  </a:lnTo>
                  <a:lnTo>
                    <a:pt x="8406125" y="2444133"/>
                  </a:lnTo>
                  <a:lnTo>
                    <a:pt x="8364177" y="2391368"/>
                  </a:lnTo>
                  <a:lnTo>
                    <a:pt x="8322088" y="2341605"/>
                  </a:lnTo>
                  <a:lnTo>
                    <a:pt x="8279678" y="2295042"/>
                  </a:lnTo>
                  <a:lnTo>
                    <a:pt x="8236699" y="2251780"/>
                  </a:lnTo>
                  <a:lnTo>
                    <a:pt x="8192819" y="2211831"/>
                  </a:lnTo>
                  <a:lnTo>
                    <a:pt x="8151487" y="2178104"/>
                  </a:lnTo>
                  <a:lnTo>
                    <a:pt x="8104403" y="2144186"/>
                  </a:lnTo>
                  <a:lnTo>
                    <a:pt x="8054854" y="2113469"/>
                  </a:lnTo>
                  <a:lnTo>
                    <a:pt x="8002101" y="2085810"/>
                  </a:lnTo>
                  <a:lnTo>
                    <a:pt x="7945333" y="2060959"/>
                  </a:lnTo>
                  <a:lnTo>
                    <a:pt x="7883721" y="2038623"/>
                  </a:lnTo>
                  <a:lnTo>
                    <a:pt x="7816473" y="2018513"/>
                  </a:lnTo>
                  <a:lnTo>
                    <a:pt x="7742905" y="2000368"/>
                  </a:lnTo>
                  <a:lnTo>
                    <a:pt x="7662545" y="1983966"/>
                  </a:lnTo>
                  <a:lnTo>
                    <a:pt x="7575261" y="1969135"/>
                  </a:lnTo>
                  <a:lnTo>
                    <a:pt x="7481430" y="1955756"/>
                  </a:lnTo>
                  <a:lnTo>
                    <a:pt x="7382122" y="1943762"/>
                  </a:lnTo>
                  <a:lnTo>
                    <a:pt x="7279262" y="1933131"/>
                  </a:lnTo>
                  <a:lnTo>
                    <a:pt x="7175712" y="1923878"/>
                  </a:lnTo>
                  <a:lnTo>
                    <a:pt x="7075185" y="1916036"/>
                  </a:lnTo>
                  <a:lnTo>
                    <a:pt x="6981932" y="1909627"/>
                  </a:lnTo>
                  <a:lnTo>
                    <a:pt x="6900181" y="1904636"/>
                  </a:lnTo>
                  <a:lnTo>
                    <a:pt x="6833410" y="1900991"/>
                  </a:lnTo>
                  <a:lnTo>
                    <a:pt x="6783644" y="1898548"/>
                  </a:lnTo>
                  <a:lnTo>
                    <a:pt x="6750972" y="1897099"/>
                  </a:lnTo>
                  <a:lnTo>
                    <a:pt x="6733405" y="1896392"/>
                  </a:lnTo>
                  <a:lnTo>
                    <a:pt x="6727042" y="1896159"/>
                  </a:lnTo>
                  <a:lnTo>
                    <a:pt x="6726343" y="1896135"/>
                  </a:lnTo>
                  <a:lnTo>
                    <a:pt x="5254955" y="1896135"/>
                  </a:lnTo>
                  <a:lnTo>
                    <a:pt x="5253760" y="1896089"/>
                  </a:lnTo>
                  <a:lnTo>
                    <a:pt x="5245914" y="1895762"/>
                  </a:lnTo>
                  <a:lnTo>
                    <a:pt x="5226164" y="1894858"/>
                  </a:lnTo>
                  <a:lnTo>
                    <a:pt x="5190927" y="1893078"/>
                  </a:lnTo>
                  <a:lnTo>
                    <a:pt x="5138552" y="1890149"/>
                  </a:lnTo>
                  <a:lnTo>
                    <a:pt x="5069449" y="1885849"/>
                  </a:lnTo>
                  <a:lnTo>
                    <a:pt x="4985892" y="1880030"/>
                  </a:lnTo>
                  <a:lnTo>
                    <a:pt x="4891495" y="1872623"/>
                  </a:lnTo>
                  <a:lnTo>
                    <a:pt x="4790503" y="1863619"/>
                  </a:lnTo>
                  <a:lnTo>
                    <a:pt x="4687088" y="1853048"/>
                  </a:lnTo>
                  <a:lnTo>
                    <a:pt x="4584828" y="1840944"/>
                  </a:lnTo>
                  <a:lnTo>
                    <a:pt x="4486431" y="1827318"/>
                  </a:lnTo>
                  <a:lnTo>
                    <a:pt x="4393681" y="1812141"/>
                  </a:lnTo>
                  <a:lnTo>
                    <a:pt x="4307535" y="1795329"/>
                  </a:lnTo>
                  <a:lnTo>
                    <a:pt x="4228288" y="1776743"/>
                  </a:lnTo>
                  <a:lnTo>
                    <a:pt x="4155755" y="1756183"/>
                  </a:lnTo>
                  <a:lnTo>
                    <a:pt x="4089432" y="1733396"/>
                  </a:lnTo>
                  <a:lnTo>
                    <a:pt x="4028622" y="1708086"/>
                  </a:lnTo>
                  <a:lnTo>
                    <a:pt x="3972531" y="1679929"/>
                  </a:lnTo>
                  <a:lnTo>
                    <a:pt x="3920335" y="1648602"/>
                  </a:lnTo>
                  <a:lnTo>
                    <a:pt x="3871235" y="1613837"/>
                  </a:lnTo>
                  <a:lnTo>
                    <a:pt x="3829811" y="1580113"/>
                  </a:lnTo>
                  <a:lnTo>
                    <a:pt x="3786274" y="1540177"/>
                  </a:lnTo>
                  <a:lnTo>
                    <a:pt x="3743955" y="1496845"/>
                  </a:lnTo>
                  <a:lnTo>
                    <a:pt x="3702468" y="1450052"/>
                  </a:lnTo>
                  <a:lnTo>
                    <a:pt x="3661518" y="1399811"/>
                  </a:lnTo>
                  <a:lnTo>
                    <a:pt x="3620877" y="1346220"/>
                  </a:lnTo>
                  <a:lnTo>
                    <a:pt x="3580379" y="1289471"/>
                  </a:lnTo>
                  <a:lnTo>
                    <a:pt x="3539913" y="1229852"/>
                  </a:lnTo>
                  <a:lnTo>
                    <a:pt x="3499410" y="1167747"/>
                  </a:lnTo>
                  <a:lnTo>
                    <a:pt x="3458839" y="1103625"/>
                  </a:lnTo>
                  <a:lnTo>
                    <a:pt x="3418201" y="1038035"/>
                  </a:lnTo>
                  <a:lnTo>
                    <a:pt x="3377516" y="971578"/>
                  </a:lnTo>
                  <a:lnTo>
                    <a:pt x="3336818" y="904894"/>
                  </a:lnTo>
                  <a:lnTo>
                    <a:pt x="3296143" y="838627"/>
                  </a:lnTo>
                  <a:lnTo>
                    <a:pt x="3255524" y="773410"/>
                  </a:lnTo>
                  <a:lnTo>
                    <a:pt x="3214974" y="709830"/>
                  </a:lnTo>
                  <a:lnTo>
                    <a:pt x="3174487" y="648412"/>
                  </a:lnTo>
                  <a:lnTo>
                    <a:pt x="3134020" y="589604"/>
                  </a:lnTo>
                  <a:lnTo>
                    <a:pt x="3093495" y="533762"/>
                  </a:lnTo>
                  <a:lnTo>
                    <a:pt x="3052782" y="481144"/>
                  </a:lnTo>
                  <a:lnTo>
                    <a:pt x="3011700" y="431914"/>
                  </a:lnTo>
                  <a:lnTo>
                    <a:pt x="2970002" y="386145"/>
                  </a:lnTo>
                  <a:lnTo>
                    <a:pt x="2927367" y="343825"/>
                  </a:lnTo>
                  <a:lnTo>
                    <a:pt x="2896531" y="316022"/>
                  </a:lnTo>
                  <a:lnTo>
                    <a:pt x="2849563" y="278095"/>
                  </a:lnTo>
                  <a:lnTo>
                    <a:pt x="2800143" y="243738"/>
                  </a:lnTo>
                  <a:lnTo>
                    <a:pt x="2747539" y="212793"/>
                  </a:lnTo>
                  <a:lnTo>
                    <a:pt x="2690944" y="184982"/>
                  </a:lnTo>
                  <a:lnTo>
                    <a:pt x="2629536" y="159980"/>
                  </a:lnTo>
                  <a:lnTo>
                    <a:pt x="2562528" y="137465"/>
                  </a:lnTo>
                  <a:lnTo>
                    <a:pt x="2489239" y="117145"/>
                  </a:lnTo>
                  <a:lnTo>
                    <a:pt x="2409196" y="98773"/>
                  </a:lnTo>
                  <a:lnTo>
                    <a:pt x="2322260" y="82157"/>
                  </a:lnTo>
                  <a:lnTo>
                    <a:pt x="2228794" y="67163"/>
                  </a:lnTo>
                  <a:lnTo>
                    <a:pt x="2129842" y="53713"/>
                  </a:lnTo>
                  <a:lnTo>
                    <a:pt x="2027292" y="41785"/>
                  </a:lnTo>
                  <a:lnTo>
                    <a:pt x="1923959" y="31393"/>
                  </a:lnTo>
                  <a:lnTo>
                    <a:pt x="1823510" y="22573"/>
                  </a:lnTo>
                  <a:lnTo>
                    <a:pt x="1730155" y="15351"/>
                  </a:lnTo>
                  <a:lnTo>
                    <a:pt x="1648104" y="9713"/>
                  </a:lnTo>
                  <a:lnTo>
                    <a:pt x="1580851" y="5581"/>
                  </a:lnTo>
                  <a:lnTo>
                    <a:pt x="1530477" y="2797"/>
                  </a:lnTo>
                  <a:lnTo>
                    <a:pt x="1497154" y="1133"/>
                  </a:lnTo>
                  <a:lnTo>
                    <a:pt x="1478998" y="311"/>
                  </a:lnTo>
                  <a:lnTo>
                    <a:pt x="1472219" y="31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285" name="pl285"/>
            <p:cNvSpPr/>
            <p:nvPr/>
          </p:nvSpPr>
          <p:spPr>
            <a:xfrm>
              <a:off x="4799595" y="4481217"/>
              <a:ext cx="11981298" cy="3587946"/>
            </a:xfrm>
            <a:custGeom>
              <a:avLst/>
              <a:pathLst>
                <a:path w="11981298" h="3587946">
                  <a:moveTo>
                    <a:pt x="0" y="0"/>
                  </a:moveTo>
                  <a:lnTo>
                    <a:pt x="1471387" y="0"/>
                  </a:lnTo>
                  <a:lnTo>
                    <a:pt x="1472582" y="45"/>
                  </a:lnTo>
                  <a:lnTo>
                    <a:pt x="1480428" y="373"/>
                  </a:lnTo>
                  <a:lnTo>
                    <a:pt x="1500178" y="1277"/>
                  </a:lnTo>
                  <a:lnTo>
                    <a:pt x="1535416" y="3057"/>
                  </a:lnTo>
                  <a:lnTo>
                    <a:pt x="1587790" y="5986"/>
                  </a:lnTo>
                  <a:lnTo>
                    <a:pt x="1656893" y="10286"/>
                  </a:lnTo>
                  <a:lnTo>
                    <a:pt x="1740450" y="16104"/>
                  </a:lnTo>
                  <a:lnTo>
                    <a:pt x="1834847" y="23512"/>
                  </a:lnTo>
                  <a:lnTo>
                    <a:pt x="1935839" y="32515"/>
                  </a:lnTo>
                  <a:lnTo>
                    <a:pt x="2039254" y="43086"/>
                  </a:lnTo>
                  <a:lnTo>
                    <a:pt x="2141514" y="55191"/>
                  </a:lnTo>
                  <a:lnTo>
                    <a:pt x="2239911" y="68817"/>
                  </a:lnTo>
                  <a:lnTo>
                    <a:pt x="2332661" y="83994"/>
                  </a:lnTo>
                  <a:lnTo>
                    <a:pt x="2418807" y="100805"/>
                  </a:lnTo>
                  <a:lnTo>
                    <a:pt x="2498054" y="119392"/>
                  </a:lnTo>
                  <a:lnTo>
                    <a:pt x="2570587" y="139952"/>
                  </a:lnTo>
                  <a:lnTo>
                    <a:pt x="2636910" y="162739"/>
                  </a:lnTo>
                  <a:lnTo>
                    <a:pt x="2697720" y="188049"/>
                  </a:lnTo>
                  <a:lnTo>
                    <a:pt x="2753811" y="216206"/>
                  </a:lnTo>
                  <a:lnTo>
                    <a:pt x="2806007" y="247532"/>
                  </a:lnTo>
                  <a:lnTo>
                    <a:pt x="2855107" y="282298"/>
                  </a:lnTo>
                  <a:lnTo>
                    <a:pt x="2896531" y="316022"/>
                  </a:lnTo>
                  <a:lnTo>
                    <a:pt x="2940068" y="355958"/>
                  </a:lnTo>
                  <a:lnTo>
                    <a:pt x="2982388" y="399290"/>
                  </a:lnTo>
                  <a:lnTo>
                    <a:pt x="3023874" y="446082"/>
                  </a:lnTo>
                  <a:lnTo>
                    <a:pt x="3064824" y="496323"/>
                  </a:lnTo>
                  <a:lnTo>
                    <a:pt x="3105466" y="549914"/>
                  </a:lnTo>
                  <a:lnTo>
                    <a:pt x="3145963" y="606663"/>
                  </a:lnTo>
                  <a:lnTo>
                    <a:pt x="3186429" y="666282"/>
                  </a:lnTo>
                  <a:lnTo>
                    <a:pt x="3226932" y="728388"/>
                  </a:lnTo>
                  <a:lnTo>
                    <a:pt x="3267503" y="792509"/>
                  </a:lnTo>
                  <a:lnTo>
                    <a:pt x="3308141" y="858100"/>
                  </a:lnTo>
                  <a:lnTo>
                    <a:pt x="3348826" y="924556"/>
                  </a:lnTo>
                  <a:lnTo>
                    <a:pt x="3389524" y="991241"/>
                  </a:lnTo>
                  <a:lnTo>
                    <a:pt x="3430199" y="1057507"/>
                  </a:lnTo>
                  <a:lnTo>
                    <a:pt x="3470818" y="1122725"/>
                  </a:lnTo>
                  <a:lnTo>
                    <a:pt x="3511368" y="1186305"/>
                  </a:lnTo>
                  <a:lnTo>
                    <a:pt x="3551855" y="1247722"/>
                  </a:lnTo>
                  <a:lnTo>
                    <a:pt x="3592322" y="1306530"/>
                  </a:lnTo>
                  <a:lnTo>
                    <a:pt x="3632848" y="1362373"/>
                  </a:lnTo>
                  <a:lnTo>
                    <a:pt x="3673560" y="1414991"/>
                  </a:lnTo>
                  <a:lnTo>
                    <a:pt x="3714643" y="1464221"/>
                  </a:lnTo>
                  <a:lnTo>
                    <a:pt x="3756340" y="1509990"/>
                  </a:lnTo>
                  <a:lnTo>
                    <a:pt x="3798975" y="1552310"/>
                  </a:lnTo>
                  <a:lnTo>
                    <a:pt x="3829811" y="1580113"/>
                  </a:lnTo>
                  <a:lnTo>
                    <a:pt x="3876780" y="1618040"/>
                  </a:lnTo>
                  <a:lnTo>
                    <a:pt x="3926199" y="1652397"/>
                  </a:lnTo>
                  <a:lnTo>
                    <a:pt x="3978804" y="1683341"/>
                  </a:lnTo>
                  <a:lnTo>
                    <a:pt x="4035398" y="1711152"/>
                  </a:lnTo>
                  <a:lnTo>
                    <a:pt x="4096806" y="1736154"/>
                  </a:lnTo>
                  <a:lnTo>
                    <a:pt x="4163814" y="1758669"/>
                  </a:lnTo>
                  <a:lnTo>
                    <a:pt x="4237103" y="1778989"/>
                  </a:lnTo>
                  <a:lnTo>
                    <a:pt x="4317146" y="1797361"/>
                  </a:lnTo>
                  <a:lnTo>
                    <a:pt x="4404082" y="1813977"/>
                  </a:lnTo>
                  <a:lnTo>
                    <a:pt x="4497548" y="1828972"/>
                  </a:lnTo>
                  <a:lnTo>
                    <a:pt x="4596500" y="1842422"/>
                  </a:lnTo>
                  <a:lnTo>
                    <a:pt x="4699050" y="1854350"/>
                  </a:lnTo>
                  <a:lnTo>
                    <a:pt x="4802383" y="1864742"/>
                  </a:lnTo>
                  <a:lnTo>
                    <a:pt x="4902832" y="1873561"/>
                  </a:lnTo>
                  <a:lnTo>
                    <a:pt x="4996187" y="1880784"/>
                  </a:lnTo>
                  <a:lnTo>
                    <a:pt x="5078238" y="1886422"/>
                  </a:lnTo>
                  <a:lnTo>
                    <a:pt x="5145491" y="1890554"/>
                  </a:lnTo>
                  <a:lnTo>
                    <a:pt x="5195865" y="1893338"/>
                  </a:lnTo>
                  <a:lnTo>
                    <a:pt x="5229188" y="1895002"/>
                  </a:lnTo>
                  <a:lnTo>
                    <a:pt x="5247344" y="1895824"/>
                  </a:lnTo>
                  <a:lnTo>
                    <a:pt x="5254123" y="1896103"/>
                  </a:lnTo>
                  <a:lnTo>
                    <a:pt x="5254955" y="1896135"/>
                  </a:lnTo>
                  <a:lnTo>
                    <a:pt x="6726343" y="1896135"/>
                  </a:lnTo>
                  <a:lnTo>
                    <a:pt x="6727546" y="1896176"/>
                  </a:lnTo>
                  <a:lnTo>
                    <a:pt x="6735447" y="1896470"/>
                  </a:lnTo>
                  <a:lnTo>
                    <a:pt x="6755329" y="1897283"/>
                  </a:lnTo>
                  <a:lnTo>
                    <a:pt x="6790792" y="1898883"/>
                  </a:lnTo>
                  <a:lnTo>
                    <a:pt x="6843480" y="1901515"/>
                  </a:lnTo>
                  <a:lnTo>
                    <a:pt x="6912958" y="1905378"/>
                  </a:lnTo>
                  <a:lnTo>
                    <a:pt x="6996916" y="1910604"/>
                  </a:lnTo>
                  <a:lnTo>
                    <a:pt x="7091696" y="1917255"/>
                  </a:lnTo>
                  <a:lnTo>
                    <a:pt x="7193020" y="1925336"/>
                  </a:lnTo>
                  <a:lnTo>
                    <a:pt x="7296694" y="1934822"/>
                  </a:lnTo>
                  <a:lnTo>
                    <a:pt x="7399131" y="1945683"/>
                  </a:lnTo>
                  <a:lnTo>
                    <a:pt x="7497627" y="1957908"/>
                  </a:lnTo>
                  <a:lnTo>
                    <a:pt x="7590411" y="1971525"/>
                  </a:lnTo>
                  <a:lnTo>
                    <a:pt x="7676541" y="1986610"/>
                  </a:lnTo>
                  <a:lnTo>
                    <a:pt x="7755739" y="2003291"/>
                  </a:lnTo>
                  <a:lnTo>
                    <a:pt x="7828204" y="2021750"/>
                  </a:lnTo>
                  <a:lnTo>
                    <a:pt x="7894453" y="2042215"/>
                  </a:lnTo>
                  <a:lnTo>
                    <a:pt x="7955194" y="2064953"/>
                  </a:lnTo>
                  <a:lnTo>
                    <a:pt x="8011229" y="2090256"/>
                  </a:lnTo>
                  <a:lnTo>
                    <a:pt x="8063388" y="2118414"/>
                  </a:lnTo>
                  <a:lnTo>
                    <a:pt x="8112472" y="2149663"/>
                  </a:lnTo>
                  <a:lnTo>
                    <a:pt x="8151487" y="2178104"/>
                  </a:lnTo>
                  <a:lnTo>
                    <a:pt x="8196566" y="2215075"/>
                  </a:lnTo>
                  <a:lnTo>
                    <a:pt x="8240355" y="2255302"/>
                  </a:lnTo>
                  <a:lnTo>
                    <a:pt x="8283275" y="2298845"/>
                  </a:lnTo>
                  <a:lnTo>
                    <a:pt x="8325649" y="2345683"/>
                  </a:lnTo>
                  <a:lnTo>
                    <a:pt x="8367721" y="2395708"/>
                  </a:lnTo>
                  <a:lnTo>
                    <a:pt x="8409663" y="2448714"/>
                  </a:lnTo>
                  <a:lnTo>
                    <a:pt x="8451591" y="2504397"/>
                  </a:lnTo>
                  <a:lnTo>
                    <a:pt x="8493570" y="2562354"/>
                  </a:lnTo>
                  <a:lnTo>
                    <a:pt x="8535624" y="2622096"/>
                  </a:lnTo>
                  <a:lnTo>
                    <a:pt x="8577746" y="2683064"/>
                  </a:lnTo>
                  <a:lnTo>
                    <a:pt x="8619906" y="2744643"/>
                  </a:lnTo>
                  <a:lnTo>
                    <a:pt x="8662064" y="2806194"/>
                  </a:lnTo>
                  <a:lnTo>
                    <a:pt x="8704181" y="2867081"/>
                  </a:lnTo>
                  <a:lnTo>
                    <a:pt x="8746229" y="2926694"/>
                  </a:lnTo>
                  <a:lnTo>
                    <a:pt x="8788202" y="2984477"/>
                  </a:lnTo>
                  <a:lnTo>
                    <a:pt x="8830128" y="3039948"/>
                  </a:lnTo>
                  <a:lnTo>
                    <a:pt x="8872076" y="3092713"/>
                  </a:lnTo>
                  <a:lnTo>
                    <a:pt x="8914165" y="3142476"/>
                  </a:lnTo>
                  <a:lnTo>
                    <a:pt x="8956575" y="3189039"/>
                  </a:lnTo>
                  <a:lnTo>
                    <a:pt x="8999554" y="3232301"/>
                  </a:lnTo>
                  <a:lnTo>
                    <a:pt x="9043435" y="3272250"/>
                  </a:lnTo>
                  <a:lnTo>
                    <a:pt x="9084767" y="3305977"/>
                  </a:lnTo>
                  <a:lnTo>
                    <a:pt x="9131851" y="3339895"/>
                  </a:lnTo>
                  <a:lnTo>
                    <a:pt x="9181399" y="3370612"/>
                  </a:lnTo>
                  <a:lnTo>
                    <a:pt x="9234152" y="3398271"/>
                  </a:lnTo>
                  <a:lnTo>
                    <a:pt x="9290920" y="3423122"/>
                  </a:lnTo>
                  <a:lnTo>
                    <a:pt x="9352532" y="3445458"/>
                  </a:lnTo>
                  <a:lnTo>
                    <a:pt x="9419781" y="3465568"/>
                  </a:lnTo>
                  <a:lnTo>
                    <a:pt x="9493348" y="3483713"/>
                  </a:lnTo>
                  <a:lnTo>
                    <a:pt x="9573709" y="3500115"/>
                  </a:lnTo>
                  <a:lnTo>
                    <a:pt x="9660993" y="3514946"/>
                  </a:lnTo>
                  <a:lnTo>
                    <a:pt x="9754823" y="3528325"/>
                  </a:lnTo>
                  <a:lnTo>
                    <a:pt x="9854131" y="3540319"/>
                  </a:lnTo>
                  <a:lnTo>
                    <a:pt x="9956991" y="3550950"/>
                  </a:lnTo>
                  <a:lnTo>
                    <a:pt x="10060542" y="3560202"/>
                  </a:lnTo>
                  <a:lnTo>
                    <a:pt x="10161069" y="3568045"/>
                  </a:lnTo>
                  <a:lnTo>
                    <a:pt x="10254321" y="3574454"/>
                  </a:lnTo>
                  <a:lnTo>
                    <a:pt x="10336072" y="3579445"/>
                  </a:lnTo>
                  <a:lnTo>
                    <a:pt x="10402843" y="3583090"/>
                  </a:lnTo>
                  <a:lnTo>
                    <a:pt x="10452609" y="3585533"/>
                  </a:lnTo>
                  <a:lnTo>
                    <a:pt x="10485281" y="3586982"/>
                  </a:lnTo>
                  <a:lnTo>
                    <a:pt x="10502848" y="3587689"/>
                  </a:lnTo>
                  <a:lnTo>
                    <a:pt x="10509211" y="3587922"/>
                  </a:lnTo>
                  <a:lnTo>
                    <a:pt x="10509911" y="3587946"/>
                  </a:lnTo>
                  <a:lnTo>
                    <a:pt x="11981298" y="358794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86" name="pl286"/>
            <p:cNvSpPr/>
            <p:nvPr/>
          </p:nvSpPr>
          <p:spPr>
            <a:xfrm>
              <a:off x="4799595" y="4456698"/>
              <a:ext cx="11981298" cy="3587946"/>
            </a:xfrm>
            <a:custGeom>
              <a:avLst/>
              <a:pathLst>
                <a:path w="11981298" h="3587946">
                  <a:moveTo>
                    <a:pt x="11981298" y="3587946"/>
                  </a:moveTo>
                  <a:lnTo>
                    <a:pt x="10509911" y="3587946"/>
                  </a:lnTo>
                  <a:lnTo>
                    <a:pt x="10508707" y="3587905"/>
                  </a:lnTo>
                  <a:lnTo>
                    <a:pt x="10500807" y="3587611"/>
                  </a:lnTo>
                  <a:lnTo>
                    <a:pt x="10480924" y="3586798"/>
                  </a:lnTo>
                  <a:lnTo>
                    <a:pt x="10445461" y="3585198"/>
                  </a:lnTo>
                  <a:lnTo>
                    <a:pt x="10392774" y="3582566"/>
                  </a:lnTo>
                  <a:lnTo>
                    <a:pt x="10323295" y="3578703"/>
                  </a:lnTo>
                  <a:lnTo>
                    <a:pt x="10239337" y="3573477"/>
                  </a:lnTo>
                  <a:lnTo>
                    <a:pt x="10144557" y="3566826"/>
                  </a:lnTo>
                  <a:lnTo>
                    <a:pt x="10043233" y="3558745"/>
                  </a:lnTo>
                  <a:lnTo>
                    <a:pt x="9939560" y="3549258"/>
                  </a:lnTo>
                  <a:lnTo>
                    <a:pt x="9837122" y="3538398"/>
                  </a:lnTo>
                  <a:lnTo>
                    <a:pt x="9738626" y="3526173"/>
                  </a:lnTo>
                  <a:lnTo>
                    <a:pt x="9645842" y="3512556"/>
                  </a:lnTo>
                  <a:lnTo>
                    <a:pt x="9559712" y="3497471"/>
                  </a:lnTo>
                  <a:lnTo>
                    <a:pt x="9480514" y="3480790"/>
                  </a:lnTo>
                  <a:lnTo>
                    <a:pt x="9408049" y="3462331"/>
                  </a:lnTo>
                  <a:lnTo>
                    <a:pt x="9341800" y="3441866"/>
                  </a:lnTo>
                  <a:lnTo>
                    <a:pt x="9281059" y="3419128"/>
                  </a:lnTo>
                  <a:lnTo>
                    <a:pt x="9225024" y="3393825"/>
                  </a:lnTo>
                  <a:lnTo>
                    <a:pt x="9172866" y="3365667"/>
                  </a:lnTo>
                  <a:lnTo>
                    <a:pt x="9123781" y="3334418"/>
                  </a:lnTo>
                  <a:lnTo>
                    <a:pt x="9084767" y="3305977"/>
                  </a:lnTo>
                  <a:lnTo>
                    <a:pt x="9039687" y="3269006"/>
                  </a:lnTo>
                  <a:lnTo>
                    <a:pt x="8995898" y="3228779"/>
                  </a:lnTo>
                  <a:lnTo>
                    <a:pt x="8952978" y="3185236"/>
                  </a:lnTo>
                  <a:lnTo>
                    <a:pt x="8910604" y="3138398"/>
                  </a:lnTo>
                  <a:lnTo>
                    <a:pt x="8868533" y="3088373"/>
                  </a:lnTo>
                  <a:lnTo>
                    <a:pt x="8826591" y="3035367"/>
                  </a:lnTo>
                  <a:lnTo>
                    <a:pt x="8784663" y="2979684"/>
                  </a:lnTo>
                  <a:lnTo>
                    <a:pt x="8742683" y="2921727"/>
                  </a:lnTo>
                  <a:lnTo>
                    <a:pt x="8700629" y="2861985"/>
                  </a:lnTo>
                  <a:lnTo>
                    <a:pt x="8658507" y="2801017"/>
                  </a:lnTo>
                  <a:lnTo>
                    <a:pt x="8616348" y="2739438"/>
                  </a:lnTo>
                  <a:lnTo>
                    <a:pt x="8574189" y="2677886"/>
                  </a:lnTo>
                  <a:lnTo>
                    <a:pt x="8532072" y="2616999"/>
                  </a:lnTo>
                  <a:lnTo>
                    <a:pt x="8490025" y="2557387"/>
                  </a:lnTo>
                  <a:lnTo>
                    <a:pt x="8448051" y="2499604"/>
                  </a:lnTo>
                  <a:lnTo>
                    <a:pt x="8406125" y="2444133"/>
                  </a:lnTo>
                  <a:lnTo>
                    <a:pt x="8364177" y="2391368"/>
                  </a:lnTo>
                  <a:lnTo>
                    <a:pt x="8322088" y="2341605"/>
                  </a:lnTo>
                  <a:lnTo>
                    <a:pt x="8279678" y="2295042"/>
                  </a:lnTo>
                  <a:lnTo>
                    <a:pt x="8236699" y="2251780"/>
                  </a:lnTo>
                  <a:lnTo>
                    <a:pt x="8192819" y="2211831"/>
                  </a:lnTo>
                  <a:lnTo>
                    <a:pt x="8151487" y="2178104"/>
                  </a:lnTo>
                  <a:lnTo>
                    <a:pt x="8104403" y="2144186"/>
                  </a:lnTo>
                  <a:lnTo>
                    <a:pt x="8054854" y="2113469"/>
                  </a:lnTo>
                  <a:lnTo>
                    <a:pt x="8002101" y="2085810"/>
                  </a:lnTo>
                  <a:lnTo>
                    <a:pt x="7945333" y="2060959"/>
                  </a:lnTo>
                  <a:lnTo>
                    <a:pt x="7883721" y="2038623"/>
                  </a:lnTo>
                  <a:lnTo>
                    <a:pt x="7816473" y="2018513"/>
                  </a:lnTo>
                  <a:lnTo>
                    <a:pt x="7742905" y="2000368"/>
                  </a:lnTo>
                  <a:lnTo>
                    <a:pt x="7662545" y="1983966"/>
                  </a:lnTo>
                  <a:lnTo>
                    <a:pt x="7575261" y="1969135"/>
                  </a:lnTo>
                  <a:lnTo>
                    <a:pt x="7481430" y="1955756"/>
                  </a:lnTo>
                  <a:lnTo>
                    <a:pt x="7382122" y="1943762"/>
                  </a:lnTo>
                  <a:lnTo>
                    <a:pt x="7279262" y="1933131"/>
                  </a:lnTo>
                  <a:lnTo>
                    <a:pt x="7175712" y="1923878"/>
                  </a:lnTo>
                  <a:lnTo>
                    <a:pt x="7075185" y="1916036"/>
                  </a:lnTo>
                  <a:lnTo>
                    <a:pt x="6981932" y="1909627"/>
                  </a:lnTo>
                  <a:lnTo>
                    <a:pt x="6900181" y="1904636"/>
                  </a:lnTo>
                  <a:lnTo>
                    <a:pt x="6833410" y="1900991"/>
                  </a:lnTo>
                  <a:lnTo>
                    <a:pt x="6783644" y="1898548"/>
                  </a:lnTo>
                  <a:lnTo>
                    <a:pt x="6750972" y="1897099"/>
                  </a:lnTo>
                  <a:lnTo>
                    <a:pt x="6733405" y="1896392"/>
                  </a:lnTo>
                  <a:lnTo>
                    <a:pt x="6727042" y="1896159"/>
                  </a:lnTo>
                  <a:lnTo>
                    <a:pt x="6726343" y="1896135"/>
                  </a:lnTo>
                  <a:lnTo>
                    <a:pt x="5254955" y="1896135"/>
                  </a:lnTo>
                  <a:lnTo>
                    <a:pt x="5253760" y="1896089"/>
                  </a:lnTo>
                  <a:lnTo>
                    <a:pt x="5245914" y="1895762"/>
                  </a:lnTo>
                  <a:lnTo>
                    <a:pt x="5226164" y="1894858"/>
                  </a:lnTo>
                  <a:lnTo>
                    <a:pt x="5190927" y="1893078"/>
                  </a:lnTo>
                  <a:lnTo>
                    <a:pt x="5138552" y="1890149"/>
                  </a:lnTo>
                  <a:lnTo>
                    <a:pt x="5069449" y="1885849"/>
                  </a:lnTo>
                  <a:lnTo>
                    <a:pt x="4985892" y="1880030"/>
                  </a:lnTo>
                  <a:lnTo>
                    <a:pt x="4891495" y="1872623"/>
                  </a:lnTo>
                  <a:lnTo>
                    <a:pt x="4790503" y="1863619"/>
                  </a:lnTo>
                  <a:lnTo>
                    <a:pt x="4687088" y="1853048"/>
                  </a:lnTo>
                  <a:lnTo>
                    <a:pt x="4584828" y="1840944"/>
                  </a:lnTo>
                  <a:lnTo>
                    <a:pt x="4486431" y="1827318"/>
                  </a:lnTo>
                  <a:lnTo>
                    <a:pt x="4393681" y="1812141"/>
                  </a:lnTo>
                  <a:lnTo>
                    <a:pt x="4307535" y="1795329"/>
                  </a:lnTo>
                  <a:lnTo>
                    <a:pt x="4228288" y="1776743"/>
                  </a:lnTo>
                  <a:lnTo>
                    <a:pt x="4155755" y="1756183"/>
                  </a:lnTo>
                  <a:lnTo>
                    <a:pt x="4089432" y="1733396"/>
                  </a:lnTo>
                  <a:lnTo>
                    <a:pt x="4028622" y="1708086"/>
                  </a:lnTo>
                  <a:lnTo>
                    <a:pt x="3972531" y="1679929"/>
                  </a:lnTo>
                  <a:lnTo>
                    <a:pt x="3920335" y="1648602"/>
                  </a:lnTo>
                  <a:lnTo>
                    <a:pt x="3871235" y="1613837"/>
                  </a:lnTo>
                  <a:lnTo>
                    <a:pt x="3829811" y="1580113"/>
                  </a:lnTo>
                  <a:lnTo>
                    <a:pt x="3786274" y="1540177"/>
                  </a:lnTo>
                  <a:lnTo>
                    <a:pt x="3743955" y="1496845"/>
                  </a:lnTo>
                  <a:lnTo>
                    <a:pt x="3702468" y="1450052"/>
                  </a:lnTo>
                  <a:lnTo>
                    <a:pt x="3661518" y="1399811"/>
                  </a:lnTo>
                  <a:lnTo>
                    <a:pt x="3620877" y="1346220"/>
                  </a:lnTo>
                  <a:lnTo>
                    <a:pt x="3580379" y="1289471"/>
                  </a:lnTo>
                  <a:lnTo>
                    <a:pt x="3539913" y="1229852"/>
                  </a:lnTo>
                  <a:lnTo>
                    <a:pt x="3499410" y="1167747"/>
                  </a:lnTo>
                  <a:lnTo>
                    <a:pt x="3458839" y="1103625"/>
                  </a:lnTo>
                  <a:lnTo>
                    <a:pt x="3418201" y="1038035"/>
                  </a:lnTo>
                  <a:lnTo>
                    <a:pt x="3377516" y="971578"/>
                  </a:lnTo>
                  <a:lnTo>
                    <a:pt x="3336818" y="904894"/>
                  </a:lnTo>
                  <a:lnTo>
                    <a:pt x="3296143" y="838627"/>
                  </a:lnTo>
                  <a:lnTo>
                    <a:pt x="3255524" y="773410"/>
                  </a:lnTo>
                  <a:lnTo>
                    <a:pt x="3214974" y="709830"/>
                  </a:lnTo>
                  <a:lnTo>
                    <a:pt x="3174487" y="648412"/>
                  </a:lnTo>
                  <a:lnTo>
                    <a:pt x="3134020" y="589604"/>
                  </a:lnTo>
                  <a:lnTo>
                    <a:pt x="3093495" y="533762"/>
                  </a:lnTo>
                  <a:lnTo>
                    <a:pt x="3052782" y="481144"/>
                  </a:lnTo>
                  <a:lnTo>
                    <a:pt x="3011700" y="431914"/>
                  </a:lnTo>
                  <a:lnTo>
                    <a:pt x="2970002" y="386145"/>
                  </a:lnTo>
                  <a:lnTo>
                    <a:pt x="2927367" y="343825"/>
                  </a:lnTo>
                  <a:lnTo>
                    <a:pt x="2896531" y="316022"/>
                  </a:lnTo>
                  <a:lnTo>
                    <a:pt x="2849563" y="278095"/>
                  </a:lnTo>
                  <a:lnTo>
                    <a:pt x="2800143" y="243738"/>
                  </a:lnTo>
                  <a:lnTo>
                    <a:pt x="2747539" y="212793"/>
                  </a:lnTo>
                  <a:lnTo>
                    <a:pt x="2690944" y="184982"/>
                  </a:lnTo>
                  <a:lnTo>
                    <a:pt x="2629536" y="159980"/>
                  </a:lnTo>
                  <a:lnTo>
                    <a:pt x="2562528" y="137465"/>
                  </a:lnTo>
                  <a:lnTo>
                    <a:pt x="2489239" y="117145"/>
                  </a:lnTo>
                  <a:lnTo>
                    <a:pt x="2409196" y="98773"/>
                  </a:lnTo>
                  <a:lnTo>
                    <a:pt x="2322260" y="82157"/>
                  </a:lnTo>
                  <a:lnTo>
                    <a:pt x="2228794" y="67163"/>
                  </a:lnTo>
                  <a:lnTo>
                    <a:pt x="2129842" y="53713"/>
                  </a:lnTo>
                  <a:lnTo>
                    <a:pt x="2027292" y="41785"/>
                  </a:lnTo>
                  <a:lnTo>
                    <a:pt x="1923959" y="31393"/>
                  </a:lnTo>
                  <a:lnTo>
                    <a:pt x="1823510" y="22573"/>
                  </a:lnTo>
                  <a:lnTo>
                    <a:pt x="1730155" y="15351"/>
                  </a:lnTo>
                  <a:lnTo>
                    <a:pt x="1648104" y="9713"/>
                  </a:lnTo>
                  <a:lnTo>
                    <a:pt x="1580851" y="5581"/>
                  </a:lnTo>
                  <a:lnTo>
                    <a:pt x="1530477" y="2797"/>
                  </a:lnTo>
                  <a:lnTo>
                    <a:pt x="1497154" y="1133"/>
                  </a:lnTo>
                  <a:lnTo>
                    <a:pt x="1478998" y="311"/>
                  </a:lnTo>
                  <a:lnTo>
                    <a:pt x="1472219" y="31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87" name="pg287"/>
            <p:cNvSpPr/>
            <p:nvPr/>
          </p:nvSpPr>
          <p:spPr>
            <a:xfrm>
              <a:off x="4799595" y="4481217"/>
              <a:ext cx="11981298" cy="3980250"/>
            </a:xfrm>
            <a:custGeom>
              <a:avLst/>
              <a:pathLst>
                <a:path w="11981298" h="3980250">
                  <a:moveTo>
                    <a:pt x="0" y="16345"/>
                  </a:moveTo>
                  <a:lnTo>
                    <a:pt x="1471387" y="16345"/>
                  </a:lnTo>
                  <a:lnTo>
                    <a:pt x="1472582" y="16392"/>
                  </a:lnTo>
                  <a:lnTo>
                    <a:pt x="1480426" y="16720"/>
                  </a:lnTo>
                  <a:lnTo>
                    <a:pt x="1500170" y="17628"/>
                  </a:lnTo>
                  <a:lnTo>
                    <a:pt x="1535398" y="19415"/>
                  </a:lnTo>
                  <a:lnTo>
                    <a:pt x="1587759" y="22356"/>
                  </a:lnTo>
                  <a:lnTo>
                    <a:pt x="1656846" y="26673"/>
                  </a:lnTo>
                  <a:lnTo>
                    <a:pt x="1740387" y="32515"/>
                  </a:lnTo>
                  <a:lnTo>
                    <a:pt x="1834767" y="39952"/>
                  </a:lnTo>
                  <a:lnTo>
                    <a:pt x="1935745" y="48992"/>
                  </a:lnTo>
                  <a:lnTo>
                    <a:pt x="2039149" y="59606"/>
                  </a:lnTo>
                  <a:lnTo>
                    <a:pt x="2141402" y="71760"/>
                  </a:lnTo>
                  <a:lnTo>
                    <a:pt x="2239795" y="85442"/>
                  </a:lnTo>
                  <a:lnTo>
                    <a:pt x="2332543" y="100681"/>
                  </a:lnTo>
                  <a:lnTo>
                    <a:pt x="2418690" y="117561"/>
                  </a:lnTo>
                  <a:lnTo>
                    <a:pt x="2497939" y="136222"/>
                  </a:lnTo>
                  <a:lnTo>
                    <a:pt x="2570475" y="156866"/>
                  </a:lnTo>
                  <a:lnTo>
                    <a:pt x="2636801" y="179745"/>
                  </a:lnTo>
                  <a:lnTo>
                    <a:pt x="2697614" y="205157"/>
                  </a:lnTo>
                  <a:lnTo>
                    <a:pt x="2753707" y="233427"/>
                  </a:lnTo>
                  <a:lnTo>
                    <a:pt x="2805905" y="264878"/>
                  </a:lnTo>
                  <a:lnTo>
                    <a:pt x="2855005" y="299783"/>
                  </a:lnTo>
                  <a:lnTo>
                    <a:pt x="2896531" y="333730"/>
                  </a:lnTo>
                  <a:lnTo>
                    <a:pt x="2940008" y="373780"/>
                  </a:lnTo>
                  <a:lnTo>
                    <a:pt x="2982271" y="417231"/>
                  </a:lnTo>
                  <a:lnTo>
                    <a:pt x="3023702" y="464147"/>
                  </a:lnTo>
                  <a:lnTo>
                    <a:pt x="3064597" y="514518"/>
                  </a:lnTo>
                  <a:lnTo>
                    <a:pt x="3105183" y="568244"/>
                  </a:lnTo>
                  <a:lnTo>
                    <a:pt x="3145625" y="625135"/>
                  </a:lnTo>
                  <a:lnTo>
                    <a:pt x="3186034" y="684904"/>
                  </a:lnTo>
                  <a:lnTo>
                    <a:pt x="3226481" y="747166"/>
                  </a:lnTo>
                  <a:lnTo>
                    <a:pt x="3266994" y="811454"/>
                  </a:lnTo>
                  <a:lnTo>
                    <a:pt x="3307575" y="877219"/>
                  </a:lnTo>
                  <a:lnTo>
                    <a:pt x="3348203" y="943861"/>
                  </a:lnTo>
                  <a:lnTo>
                    <a:pt x="3388844" y="1010742"/>
                  </a:lnTo>
                  <a:lnTo>
                    <a:pt x="3429463" y="1077214"/>
                  </a:lnTo>
                  <a:lnTo>
                    <a:pt x="3470027" y="1142647"/>
                  </a:lnTo>
                  <a:lnTo>
                    <a:pt x="3510521" y="1206451"/>
                  </a:lnTo>
                  <a:lnTo>
                    <a:pt x="3550953" y="1268099"/>
                  </a:lnTo>
                  <a:lnTo>
                    <a:pt x="3591363" y="1327142"/>
                  </a:lnTo>
                  <a:lnTo>
                    <a:pt x="3631830" y="1383224"/>
                  </a:lnTo>
                  <a:lnTo>
                    <a:pt x="3672479" y="1436081"/>
                  </a:lnTo>
                  <a:lnTo>
                    <a:pt x="3713491" y="1485548"/>
                  </a:lnTo>
                  <a:lnTo>
                    <a:pt x="3755109" y="1531549"/>
                  </a:lnTo>
                  <a:lnTo>
                    <a:pt x="3797650" y="1574095"/>
                  </a:lnTo>
                  <a:lnTo>
                    <a:pt x="3829811" y="1603269"/>
                  </a:lnTo>
                  <a:lnTo>
                    <a:pt x="3876775" y="1641356"/>
                  </a:lnTo>
                  <a:lnTo>
                    <a:pt x="3926188" y="1675858"/>
                  </a:lnTo>
                  <a:lnTo>
                    <a:pt x="3978787" y="1706934"/>
                  </a:lnTo>
                  <a:lnTo>
                    <a:pt x="4035374" y="1734863"/>
                  </a:lnTo>
                  <a:lnTo>
                    <a:pt x="4096774" y="1759972"/>
                  </a:lnTo>
                  <a:lnTo>
                    <a:pt x="4163772" y="1782583"/>
                  </a:lnTo>
                  <a:lnTo>
                    <a:pt x="4237049" y="1802990"/>
                  </a:lnTo>
                  <a:lnTo>
                    <a:pt x="4317079" y="1821440"/>
                  </a:lnTo>
                  <a:lnTo>
                    <a:pt x="4404000" y="1838128"/>
                  </a:lnTo>
                  <a:lnTo>
                    <a:pt x="4497450" y="1853187"/>
                  </a:lnTo>
                  <a:lnTo>
                    <a:pt x="4596388" y="1866695"/>
                  </a:lnTo>
                  <a:lnTo>
                    <a:pt x="4698925" y="1878675"/>
                  </a:lnTo>
                  <a:lnTo>
                    <a:pt x="4802248" y="1889113"/>
                  </a:lnTo>
                  <a:lnTo>
                    <a:pt x="4902694" y="1897972"/>
                  </a:lnTo>
                  <a:lnTo>
                    <a:pt x="4996053" y="1905227"/>
                  </a:lnTo>
                  <a:lnTo>
                    <a:pt x="5078116" y="1910891"/>
                  </a:lnTo>
                  <a:lnTo>
                    <a:pt x="5145389" y="1915043"/>
                  </a:lnTo>
                  <a:lnTo>
                    <a:pt x="5195789" y="1917841"/>
                  </a:lnTo>
                  <a:lnTo>
                    <a:pt x="5229140" y="1919513"/>
                  </a:lnTo>
                  <a:lnTo>
                    <a:pt x="5247320" y="1920340"/>
                  </a:lnTo>
                  <a:lnTo>
                    <a:pt x="5254117" y="1920622"/>
                  </a:lnTo>
                  <a:lnTo>
                    <a:pt x="5254955" y="1920654"/>
                  </a:lnTo>
                  <a:lnTo>
                    <a:pt x="6726343" y="1920654"/>
                  </a:lnTo>
                  <a:lnTo>
                    <a:pt x="6727530" y="1920704"/>
                  </a:lnTo>
                  <a:lnTo>
                    <a:pt x="6735329" y="1921057"/>
                  </a:lnTo>
                  <a:lnTo>
                    <a:pt x="6754964" y="1922033"/>
                  </a:lnTo>
                  <a:lnTo>
                    <a:pt x="6790005" y="1923954"/>
                  </a:lnTo>
                  <a:lnTo>
                    <a:pt x="6842107" y="1927116"/>
                  </a:lnTo>
                  <a:lnTo>
                    <a:pt x="6910883" y="1931759"/>
                  </a:lnTo>
                  <a:lnTo>
                    <a:pt x="6994092" y="1938042"/>
                  </a:lnTo>
                  <a:lnTo>
                    <a:pt x="7088153" y="1946044"/>
                  </a:lnTo>
                  <a:lnTo>
                    <a:pt x="7188854" y="1955772"/>
                  </a:lnTo>
                  <a:lnTo>
                    <a:pt x="7292043" y="1967197"/>
                  </a:lnTo>
                  <a:lnTo>
                    <a:pt x="7394147" y="1980281"/>
                  </a:lnTo>
                  <a:lnTo>
                    <a:pt x="7492455" y="1995011"/>
                  </a:lnTo>
                  <a:lnTo>
                    <a:pt x="7585174" y="2011417"/>
                  </a:lnTo>
                  <a:lnTo>
                    <a:pt x="7671333" y="2029588"/>
                  </a:lnTo>
                  <a:lnTo>
                    <a:pt x="7750622" y="2049673"/>
                  </a:lnTo>
                  <a:lnTo>
                    <a:pt x="7823214" y="2071885"/>
                  </a:lnTo>
                  <a:lnTo>
                    <a:pt x="7889602" y="2096496"/>
                  </a:lnTo>
                  <a:lnTo>
                    <a:pt x="7950472" y="2123823"/>
                  </a:lnTo>
                  <a:lnTo>
                    <a:pt x="8006612" y="2154217"/>
                  </a:lnTo>
                  <a:lnTo>
                    <a:pt x="8058842" y="2188026"/>
                  </a:lnTo>
                  <a:lnTo>
                    <a:pt x="8107956" y="2225545"/>
                  </a:lnTo>
                  <a:lnTo>
                    <a:pt x="8151487" y="2263920"/>
                  </a:lnTo>
                  <a:lnTo>
                    <a:pt x="8193859" y="2306072"/>
                  </a:lnTo>
                  <a:lnTo>
                    <a:pt x="8235069" y="2351714"/>
                  </a:lnTo>
                  <a:lnTo>
                    <a:pt x="8275474" y="2400911"/>
                  </a:lnTo>
                  <a:lnTo>
                    <a:pt x="8315351" y="2453659"/>
                  </a:lnTo>
                  <a:lnTo>
                    <a:pt x="8354915" y="2509866"/>
                  </a:lnTo>
                  <a:lnTo>
                    <a:pt x="8394326" y="2569352"/>
                  </a:lnTo>
                  <a:lnTo>
                    <a:pt x="8433692" y="2631845"/>
                  </a:lnTo>
                  <a:lnTo>
                    <a:pt x="8473085" y="2696977"/>
                  </a:lnTo>
                  <a:lnTo>
                    <a:pt x="8512538" y="2764293"/>
                  </a:lnTo>
                  <a:lnTo>
                    <a:pt x="8552057" y="2833263"/>
                  </a:lnTo>
                  <a:lnTo>
                    <a:pt x="8591627" y="2903297"/>
                  </a:lnTo>
                  <a:lnTo>
                    <a:pt x="8631221" y="2973763"/>
                  </a:lnTo>
                  <a:lnTo>
                    <a:pt x="8670802" y="3044016"/>
                  </a:lnTo>
                  <a:lnTo>
                    <a:pt x="8710341" y="3113415"/>
                  </a:lnTo>
                  <a:lnTo>
                    <a:pt x="8749817" y="3181354"/>
                  </a:lnTo>
                  <a:lnTo>
                    <a:pt x="8789228" y="3247280"/>
                  </a:lnTo>
                  <a:lnTo>
                    <a:pt x="8828598" y="3310712"/>
                  </a:lnTo>
                  <a:lnTo>
                    <a:pt x="8867983" y="3371252"/>
                  </a:lnTo>
                  <a:lnTo>
                    <a:pt x="8907480" y="3428594"/>
                  </a:lnTo>
                  <a:lnTo>
                    <a:pt x="8947230" y="3482527"/>
                  </a:lnTo>
                  <a:lnTo>
                    <a:pt x="8987428" y="3532932"/>
                  </a:lnTo>
                  <a:lnTo>
                    <a:pt x="9028330" y="3579773"/>
                  </a:lnTo>
                  <a:lnTo>
                    <a:pt x="9070263" y="3623095"/>
                  </a:lnTo>
                  <a:lnTo>
                    <a:pt x="9084767" y="3636984"/>
                  </a:lnTo>
                  <a:lnTo>
                    <a:pt x="9131634" y="3678098"/>
                  </a:lnTo>
                  <a:lnTo>
                    <a:pt x="9180941" y="3715351"/>
                  </a:lnTo>
                  <a:lnTo>
                    <a:pt x="9233417" y="3748911"/>
                  </a:lnTo>
                  <a:lnTo>
                    <a:pt x="9289860" y="3779080"/>
                  </a:lnTo>
                  <a:lnTo>
                    <a:pt x="9351090" y="3806207"/>
                  </a:lnTo>
                  <a:lnTo>
                    <a:pt x="9417889" y="3830641"/>
                  </a:lnTo>
                  <a:lnTo>
                    <a:pt x="9490935" y="3852697"/>
                  </a:lnTo>
                  <a:lnTo>
                    <a:pt x="9570702" y="3872642"/>
                  </a:lnTo>
                  <a:lnTo>
                    <a:pt x="9657335" y="3890686"/>
                  </a:lnTo>
                  <a:lnTo>
                    <a:pt x="9750483" y="3906973"/>
                  </a:lnTo>
                  <a:lnTo>
                    <a:pt x="9849125" y="3921587"/>
                  </a:lnTo>
                  <a:lnTo>
                    <a:pt x="9951403" y="3934557"/>
                  </a:lnTo>
                  <a:lnTo>
                    <a:pt x="10054542" y="3945865"/>
                  </a:lnTo>
                  <a:lnTo>
                    <a:pt x="10154920" y="3955474"/>
                  </a:lnTo>
                  <a:lnTo>
                    <a:pt x="10248358" y="3963355"/>
                  </a:lnTo>
                  <a:lnTo>
                    <a:pt x="10330665" y="3969521"/>
                  </a:lnTo>
                  <a:lnTo>
                    <a:pt x="10398333" y="3974054"/>
                  </a:lnTo>
                  <a:lnTo>
                    <a:pt x="10449235" y="3977121"/>
                  </a:lnTo>
                  <a:lnTo>
                    <a:pt x="10483126" y="3978966"/>
                  </a:lnTo>
                  <a:lnTo>
                    <a:pt x="10501799" y="3979888"/>
                  </a:lnTo>
                  <a:lnTo>
                    <a:pt x="10508951" y="3980210"/>
                  </a:lnTo>
                  <a:lnTo>
                    <a:pt x="10509911" y="3980250"/>
                  </a:lnTo>
                  <a:lnTo>
                    <a:pt x="11981298" y="3980250"/>
                  </a:lnTo>
                  <a:lnTo>
                    <a:pt x="11981298" y="3963904"/>
                  </a:lnTo>
                  <a:lnTo>
                    <a:pt x="10509911" y="3963904"/>
                  </a:lnTo>
                  <a:lnTo>
                    <a:pt x="10508723" y="3963854"/>
                  </a:lnTo>
                  <a:lnTo>
                    <a:pt x="10500924" y="3963501"/>
                  </a:lnTo>
                  <a:lnTo>
                    <a:pt x="10481289" y="3962525"/>
                  </a:lnTo>
                  <a:lnTo>
                    <a:pt x="10446248" y="3960604"/>
                  </a:lnTo>
                  <a:lnTo>
                    <a:pt x="10394146" y="3957442"/>
                  </a:lnTo>
                  <a:lnTo>
                    <a:pt x="10325370" y="3952799"/>
                  </a:lnTo>
                  <a:lnTo>
                    <a:pt x="10242162" y="3946515"/>
                  </a:lnTo>
                  <a:lnTo>
                    <a:pt x="10148100" y="3938514"/>
                  </a:lnTo>
                  <a:lnTo>
                    <a:pt x="10047399" y="3928785"/>
                  </a:lnTo>
                  <a:lnTo>
                    <a:pt x="9944211" y="3917361"/>
                  </a:lnTo>
                  <a:lnTo>
                    <a:pt x="9842106" y="3904276"/>
                  </a:lnTo>
                  <a:lnTo>
                    <a:pt x="9743798" y="3889547"/>
                  </a:lnTo>
                  <a:lnTo>
                    <a:pt x="9651079" y="3873140"/>
                  </a:lnTo>
                  <a:lnTo>
                    <a:pt x="9564921" y="3854970"/>
                  </a:lnTo>
                  <a:lnTo>
                    <a:pt x="9485631" y="3834885"/>
                  </a:lnTo>
                  <a:lnTo>
                    <a:pt x="9413039" y="3812673"/>
                  </a:lnTo>
                  <a:lnTo>
                    <a:pt x="9346652" y="3788062"/>
                  </a:lnTo>
                  <a:lnTo>
                    <a:pt x="9285781" y="3760734"/>
                  </a:lnTo>
                  <a:lnTo>
                    <a:pt x="9229641" y="3730340"/>
                  </a:lnTo>
                  <a:lnTo>
                    <a:pt x="9177411" y="3696532"/>
                  </a:lnTo>
                  <a:lnTo>
                    <a:pt x="9128297" y="3659013"/>
                  </a:lnTo>
                  <a:lnTo>
                    <a:pt x="9084767" y="3620638"/>
                  </a:lnTo>
                  <a:lnTo>
                    <a:pt x="9042394" y="3578485"/>
                  </a:lnTo>
                  <a:lnTo>
                    <a:pt x="9001184" y="3532844"/>
                  </a:lnTo>
                  <a:lnTo>
                    <a:pt x="8960780" y="3483647"/>
                  </a:lnTo>
                  <a:lnTo>
                    <a:pt x="8920902" y="3430899"/>
                  </a:lnTo>
                  <a:lnTo>
                    <a:pt x="8881338" y="3374692"/>
                  </a:lnTo>
                  <a:lnTo>
                    <a:pt x="8841928" y="3315205"/>
                  </a:lnTo>
                  <a:lnTo>
                    <a:pt x="8802561" y="3252713"/>
                  </a:lnTo>
                  <a:lnTo>
                    <a:pt x="8763168" y="3187581"/>
                  </a:lnTo>
                  <a:lnTo>
                    <a:pt x="8723716" y="3120265"/>
                  </a:lnTo>
                  <a:lnTo>
                    <a:pt x="8684196" y="3051295"/>
                  </a:lnTo>
                  <a:lnTo>
                    <a:pt x="8644626" y="2981261"/>
                  </a:lnTo>
                  <a:lnTo>
                    <a:pt x="8605033" y="2910794"/>
                  </a:lnTo>
                  <a:lnTo>
                    <a:pt x="8565451" y="2840542"/>
                  </a:lnTo>
                  <a:lnTo>
                    <a:pt x="8525912" y="2771143"/>
                  </a:lnTo>
                  <a:lnTo>
                    <a:pt x="8486436" y="2703204"/>
                  </a:lnTo>
                  <a:lnTo>
                    <a:pt x="8447025" y="2637278"/>
                  </a:lnTo>
                  <a:lnTo>
                    <a:pt x="8407656" y="2573846"/>
                  </a:lnTo>
                  <a:lnTo>
                    <a:pt x="8368270" y="2513306"/>
                  </a:lnTo>
                  <a:lnTo>
                    <a:pt x="8328773" y="2455964"/>
                  </a:lnTo>
                  <a:lnTo>
                    <a:pt x="8289023" y="2402031"/>
                  </a:lnTo>
                  <a:lnTo>
                    <a:pt x="8248825" y="2351626"/>
                  </a:lnTo>
                  <a:lnTo>
                    <a:pt x="8207924" y="2304785"/>
                  </a:lnTo>
                  <a:lnTo>
                    <a:pt x="8165990" y="2261463"/>
                  </a:lnTo>
                  <a:lnTo>
                    <a:pt x="8151487" y="2247574"/>
                  </a:lnTo>
                  <a:lnTo>
                    <a:pt x="8104619" y="2206460"/>
                  </a:lnTo>
                  <a:lnTo>
                    <a:pt x="8055312" y="2169207"/>
                  </a:lnTo>
                  <a:lnTo>
                    <a:pt x="8002837" y="2135647"/>
                  </a:lnTo>
                  <a:lnTo>
                    <a:pt x="7946393" y="2105478"/>
                  </a:lnTo>
                  <a:lnTo>
                    <a:pt x="7885163" y="2078350"/>
                  </a:lnTo>
                  <a:lnTo>
                    <a:pt x="7818364" y="2053917"/>
                  </a:lnTo>
                  <a:lnTo>
                    <a:pt x="7745318" y="2031861"/>
                  </a:lnTo>
                  <a:lnTo>
                    <a:pt x="7665551" y="2011915"/>
                  </a:lnTo>
                  <a:lnTo>
                    <a:pt x="7578918" y="1993872"/>
                  </a:lnTo>
                  <a:lnTo>
                    <a:pt x="7485770" y="1977585"/>
                  </a:lnTo>
                  <a:lnTo>
                    <a:pt x="7387129" y="1962970"/>
                  </a:lnTo>
                  <a:lnTo>
                    <a:pt x="7284850" y="1950001"/>
                  </a:lnTo>
                  <a:lnTo>
                    <a:pt x="7181711" y="1938693"/>
                  </a:lnTo>
                  <a:lnTo>
                    <a:pt x="7081334" y="1929084"/>
                  </a:lnTo>
                  <a:lnTo>
                    <a:pt x="6987895" y="1921203"/>
                  </a:lnTo>
                  <a:lnTo>
                    <a:pt x="6905588" y="1915037"/>
                  </a:lnTo>
                  <a:lnTo>
                    <a:pt x="6837921" y="1910504"/>
                  </a:lnTo>
                  <a:lnTo>
                    <a:pt x="6787018" y="1907437"/>
                  </a:lnTo>
                  <a:lnTo>
                    <a:pt x="6753127" y="1905592"/>
                  </a:lnTo>
                  <a:lnTo>
                    <a:pt x="6734454" y="1904670"/>
                  </a:lnTo>
                  <a:lnTo>
                    <a:pt x="6727302" y="1904348"/>
                  </a:lnTo>
                  <a:lnTo>
                    <a:pt x="6726343" y="1904308"/>
                  </a:lnTo>
                  <a:lnTo>
                    <a:pt x="5254955" y="1904308"/>
                  </a:lnTo>
                  <a:lnTo>
                    <a:pt x="5253761" y="1904262"/>
                  </a:lnTo>
                  <a:lnTo>
                    <a:pt x="5245917" y="1903934"/>
                  </a:lnTo>
                  <a:lnTo>
                    <a:pt x="5226172" y="1903026"/>
                  </a:lnTo>
                  <a:lnTo>
                    <a:pt x="5190944" y="1901239"/>
                  </a:lnTo>
                  <a:lnTo>
                    <a:pt x="5138583" y="1898298"/>
                  </a:lnTo>
                  <a:lnTo>
                    <a:pt x="5069496" y="1893980"/>
                  </a:lnTo>
                  <a:lnTo>
                    <a:pt x="4985955" y="1888138"/>
                  </a:lnTo>
                  <a:lnTo>
                    <a:pt x="4891575" y="1880701"/>
                  </a:lnTo>
                  <a:lnTo>
                    <a:pt x="4790597" y="1871661"/>
                  </a:lnTo>
                  <a:lnTo>
                    <a:pt x="4687193" y="1861047"/>
                  </a:lnTo>
                  <a:lnTo>
                    <a:pt x="4584940" y="1848893"/>
                  </a:lnTo>
                  <a:lnTo>
                    <a:pt x="4486547" y="1835212"/>
                  </a:lnTo>
                  <a:lnTo>
                    <a:pt x="4393799" y="1819973"/>
                  </a:lnTo>
                  <a:lnTo>
                    <a:pt x="4307652" y="1803093"/>
                  </a:lnTo>
                  <a:lnTo>
                    <a:pt x="4228403" y="1784431"/>
                  </a:lnTo>
                  <a:lnTo>
                    <a:pt x="4155867" y="1763788"/>
                  </a:lnTo>
                  <a:lnTo>
                    <a:pt x="4089541" y="1740909"/>
                  </a:lnTo>
                  <a:lnTo>
                    <a:pt x="4028729" y="1715497"/>
                  </a:lnTo>
                  <a:lnTo>
                    <a:pt x="3972635" y="1687227"/>
                  </a:lnTo>
                  <a:lnTo>
                    <a:pt x="3920437" y="1655775"/>
                  </a:lnTo>
                  <a:lnTo>
                    <a:pt x="3871337" y="1620871"/>
                  </a:lnTo>
                  <a:lnTo>
                    <a:pt x="3829811" y="1586923"/>
                  </a:lnTo>
                  <a:lnTo>
                    <a:pt x="3786334" y="1546874"/>
                  </a:lnTo>
                  <a:lnTo>
                    <a:pt x="3744071" y="1503423"/>
                  </a:lnTo>
                  <a:lnTo>
                    <a:pt x="3702640" y="1456506"/>
                  </a:lnTo>
                  <a:lnTo>
                    <a:pt x="3661745" y="1406136"/>
                  </a:lnTo>
                  <a:lnTo>
                    <a:pt x="3621159" y="1352409"/>
                  </a:lnTo>
                  <a:lnTo>
                    <a:pt x="3580717" y="1295518"/>
                  </a:lnTo>
                  <a:lnTo>
                    <a:pt x="3540308" y="1235750"/>
                  </a:lnTo>
                  <a:lnTo>
                    <a:pt x="3499862" y="1173487"/>
                  </a:lnTo>
                  <a:lnTo>
                    <a:pt x="3459348" y="1109200"/>
                  </a:lnTo>
                  <a:lnTo>
                    <a:pt x="3418768" y="1043434"/>
                  </a:lnTo>
                  <a:lnTo>
                    <a:pt x="3378140" y="976792"/>
                  </a:lnTo>
                  <a:lnTo>
                    <a:pt x="3337498" y="909912"/>
                  </a:lnTo>
                  <a:lnTo>
                    <a:pt x="3296880" y="843440"/>
                  </a:lnTo>
                  <a:lnTo>
                    <a:pt x="3256315" y="778007"/>
                  </a:lnTo>
                  <a:lnTo>
                    <a:pt x="3215821" y="714203"/>
                  </a:lnTo>
                  <a:lnTo>
                    <a:pt x="3175389" y="652555"/>
                  </a:lnTo>
                  <a:lnTo>
                    <a:pt x="3134979" y="593511"/>
                  </a:lnTo>
                  <a:lnTo>
                    <a:pt x="3094512" y="537430"/>
                  </a:lnTo>
                  <a:lnTo>
                    <a:pt x="3053863" y="484573"/>
                  </a:lnTo>
                  <a:lnTo>
                    <a:pt x="3012851" y="435106"/>
                  </a:lnTo>
                  <a:lnTo>
                    <a:pt x="2971233" y="389104"/>
                  </a:lnTo>
                  <a:lnTo>
                    <a:pt x="2928692" y="346559"/>
                  </a:lnTo>
                  <a:lnTo>
                    <a:pt x="2896531" y="317384"/>
                  </a:lnTo>
                  <a:lnTo>
                    <a:pt x="2849567" y="279297"/>
                  </a:lnTo>
                  <a:lnTo>
                    <a:pt x="2800154" y="244795"/>
                  </a:lnTo>
                  <a:lnTo>
                    <a:pt x="2747555" y="213720"/>
                  </a:lnTo>
                  <a:lnTo>
                    <a:pt x="2690968" y="185790"/>
                  </a:lnTo>
                  <a:lnTo>
                    <a:pt x="2629568" y="160682"/>
                  </a:lnTo>
                  <a:lnTo>
                    <a:pt x="2562570" y="138071"/>
                  </a:lnTo>
                  <a:lnTo>
                    <a:pt x="2489294" y="117664"/>
                  </a:lnTo>
                  <a:lnTo>
                    <a:pt x="2409264" y="99213"/>
                  </a:lnTo>
                  <a:lnTo>
                    <a:pt x="2322342" y="82526"/>
                  </a:lnTo>
                  <a:lnTo>
                    <a:pt x="2228892" y="67467"/>
                  </a:lnTo>
                  <a:lnTo>
                    <a:pt x="2129954" y="53959"/>
                  </a:lnTo>
                  <a:lnTo>
                    <a:pt x="2027418" y="41978"/>
                  </a:lnTo>
                  <a:lnTo>
                    <a:pt x="1924094" y="31541"/>
                  </a:lnTo>
                  <a:lnTo>
                    <a:pt x="1823648" y="22682"/>
                  </a:lnTo>
                  <a:lnTo>
                    <a:pt x="1730289" y="15427"/>
                  </a:lnTo>
                  <a:lnTo>
                    <a:pt x="1648226" y="9763"/>
                  </a:lnTo>
                  <a:lnTo>
                    <a:pt x="1580953" y="5611"/>
                  </a:lnTo>
                  <a:lnTo>
                    <a:pt x="1530553" y="2813"/>
                  </a:lnTo>
                  <a:lnTo>
                    <a:pt x="1497202" y="1140"/>
                  </a:lnTo>
                  <a:lnTo>
                    <a:pt x="1479022" y="313"/>
                  </a:lnTo>
                  <a:lnTo>
                    <a:pt x="1472225" y="32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288" name="pl288"/>
            <p:cNvSpPr/>
            <p:nvPr/>
          </p:nvSpPr>
          <p:spPr>
            <a:xfrm>
              <a:off x="4799595" y="4497563"/>
              <a:ext cx="11981298" cy="3963904"/>
            </a:xfrm>
            <a:custGeom>
              <a:avLst/>
              <a:pathLst>
                <a:path w="11981298" h="3963904">
                  <a:moveTo>
                    <a:pt x="0" y="0"/>
                  </a:moveTo>
                  <a:lnTo>
                    <a:pt x="1471387" y="0"/>
                  </a:lnTo>
                  <a:lnTo>
                    <a:pt x="1472582" y="46"/>
                  </a:lnTo>
                  <a:lnTo>
                    <a:pt x="1480426" y="374"/>
                  </a:lnTo>
                  <a:lnTo>
                    <a:pt x="1500170" y="1282"/>
                  </a:lnTo>
                  <a:lnTo>
                    <a:pt x="1535398" y="3069"/>
                  </a:lnTo>
                  <a:lnTo>
                    <a:pt x="1587759" y="6010"/>
                  </a:lnTo>
                  <a:lnTo>
                    <a:pt x="1656846" y="10327"/>
                  </a:lnTo>
                  <a:lnTo>
                    <a:pt x="1740387" y="16169"/>
                  </a:lnTo>
                  <a:lnTo>
                    <a:pt x="1834767" y="23606"/>
                  </a:lnTo>
                  <a:lnTo>
                    <a:pt x="1935745" y="32646"/>
                  </a:lnTo>
                  <a:lnTo>
                    <a:pt x="2039149" y="43260"/>
                  </a:lnTo>
                  <a:lnTo>
                    <a:pt x="2141402" y="55414"/>
                  </a:lnTo>
                  <a:lnTo>
                    <a:pt x="2239795" y="69096"/>
                  </a:lnTo>
                  <a:lnTo>
                    <a:pt x="2332543" y="84335"/>
                  </a:lnTo>
                  <a:lnTo>
                    <a:pt x="2418690" y="101215"/>
                  </a:lnTo>
                  <a:lnTo>
                    <a:pt x="2497939" y="119876"/>
                  </a:lnTo>
                  <a:lnTo>
                    <a:pt x="2570475" y="140520"/>
                  </a:lnTo>
                  <a:lnTo>
                    <a:pt x="2636801" y="163399"/>
                  </a:lnTo>
                  <a:lnTo>
                    <a:pt x="2697614" y="188811"/>
                  </a:lnTo>
                  <a:lnTo>
                    <a:pt x="2753707" y="217081"/>
                  </a:lnTo>
                  <a:lnTo>
                    <a:pt x="2805905" y="248532"/>
                  </a:lnTo>
                  <a:lnTo>
                    <a:pt x="2855005" y="283437"/>
                  </a:lnTo>
                  <a:lnTo>
                    <a:pt x="2896531" y="317384"/>
                  </a:lnTo>
                  <a:lnTo>
                    <a:pt x="2940008" y="357434"/>
                  </a:lnTo>
                  <a:lnTo>
                    <a:pt x="2982271" y="400885"/>
                  </a:lnTo>
                  <a:lnTo>
                    <a:pt x="3023702" y="447801"/>
                  </a:lnTo>
                  <a:lnTo>
                    <a:pt x="3064597" y="498172"/>
                  </a:lnTo>
                  <a:lnTo>
                    <a:pt x="3105183" y="551898"/>
                  </a:lnTo>
                  <a:lnTo>
                    <a:pt x="3145625" y="608789"/>
                  </a:lnTo>
                  <a:lnTo>
                    <a:pt x="3186034" y="668558"/>
                  </a:lnTo>
                  <a:lnTo>
                    <a:pt x="3226481" y="730820"/>
                  </a:lnTo>
                  <a:lnTo>
                    <a:pt x="3266994" y="795108"/>
                  </a:lnTo>
                  <a:lnTo>
                    <a:pt x="3307575" y="860873"/>
                  </a:lnTo>
                  <a:lnTo>
                    <a:pt x="3348203" y="927515"/>
                  </a:lnTo>
                  <a:lnTo>
                    <a:pt x="3388844" y="994396"/>
                  </a:lnTo>
                  <a:lnTo>
                    <a:pt x="3429463" y="1060868"/>
                  </a:lnTo>
                  <a:lnTo>
                    <a:pt x="3470027" y="1126301"/>
                  </a:lnTo>
                  <a:lnTo>
                    <a:pt x="3510521" y="1190105"/>
                  </a:lnTo>
                  <a:lnTo>
                    <a:pt x="3550953" y="1251753"/>
                  </a:lnTo>
                  <a:lnTo>
                    <a:pt x="3591363" y="1310796"/>
                  </a:lnTo>
                  <a:lnTo>
                    <a:pt x="3631830" y="1366878"/>
                  </a:lnTo>
                  <a:lnTo>
                    <a:pt x="3672479" y="1419735"/>
                  </a:lnTo>
                  <a:lnTo>
                    <a:pt x="3713491" y="1469202"/>
                  </a:lnTo>
                  <a:lnTo>
                    <a:pt x="3755109" y="1515203"/>
                  </a:lnTo>
                  <a:lnTo>
                    <a:pt x="3797650" y="1557749"/>
                  </a:lnTo>
                  <a:lnTo>
                    <a:pt x="3829811" y="1586923"/>
                  </a:lnTo>
                  <a:lnTo>
                    <a:pt x="3876775" y="1625010"/>
                  </a:lnTo>
                  <a:lnTo>
                    <a:pt x="3926188" y="1659512"/>
                  </a:lnTo>
                  <a:lnTo>
                    <a:pt x="3978787" y="1690588"/>
                  </a:lnTo>
                  <a:lnTo>
                    <a:pt x="4035374" y="1718517"/>
                  </a:lnTo>
                  <a:lnTo>
                    <a:pt x="4096774" y="1743626"/>
                  </a:lnTo>
                  <a:lnTo>
                    <a:pt x="4163772" y="1766237"/>
                  </a:lnTo>
                  <a:lnTo>
                    <a:pt x="4237049" y="1786644"/>
                  </a:lnTo>
                  <a:lnTo>
                    <a:pt x="4317079" y="1805094"/>
                  </a:lnTo>
                  <a:lnTo>
                    <a:pt x="4404000" y="1821782"/>
                  </a:lnTo>
                  <a:lnTo>
                    <a:pt x="4497450" y="1836841"/>
                  </a:lnTo>
                  <a:lnTo>
                    <a:pt x="4596388" y="1850349"/>
                  </a:lnTo>
                  <a:lnTo>
                    <a:pt x="4698925" y="1862329"/>
                  </a:lnTo>
                  <a:lnTo>
                    <a:pt x="4802248" y="1872767"/>
                  </a:lnTo>
                  <a:lnTo>
                    <a:pt x="4902694" y="1881626"/>
                  </a:lnTo>
                  <a:lnTo>
                    <a:pt x="4996053" y="1888881"/>
                  </a:lnTo>
                  <a:lnTo>
                    <a:pt x="5078116" y="1894545"/>
                  </a:lnTo>
                  <a:lnTo>
                    <a:pt x="5145389" y="1898697"/>
                  </a:lnTo>
                  <a:lnTo>
                    <a:pt x="5195789" y="1901495"/>
                  </a:lnTo>
                  <a:lnTo>
                    <a:pt x="5229140" y="1903167"/>
                  </a:lnTo>
                  <a:lnTo>
                    <a:pt x="5247320" y="1903994"/>
                  </a:lnTo>
                  <a:lnTo>
                    <a:pt x="5254117" y="1904276"/>
                  </a:lnTo>
                  <a:lnTo>
                    <a:pt x="5254955" y="1904308"/>
                  </a:lnTo>
                  <a:lnTo>
                    <a:pt x="6726343" y="1904308"/>
                  </a:lnTo>
                  <a:lnTo>
                    <a:pt x="6727530" y="1904358"/>
                  </a:lnTo>
                  <a:lnTo>
                    <a:pt x="6735329" y="1904711"/>
                  </a:lnTo>
                  <a:lnTo>
                    <a:pt x="6754964" y="1905687"/>
                  </a:lnTo>
                  <a:lnTo>
                    <a:pt x="6790005" y="1907608"/>
                  </a:lnTo>
                  <a:lnTo>
                    <a:pt x="6842107" y="1910770"/>
                  </a:lnTo>
                  <a:lnTo>
                    <a:pt x="6910883" y="1915413"/>
                  </a:lnTo>
                  <a:lnTo>
                    <a:pt x="6994092" y="1921696"/>
                  </a:lnTo>
                  <a:lnTo>
                    <a:pt x="7088153" y="1929698"/>
                  </a:lnTo>
                  <a:lnTo>
                    <a:pt x="7188854" y="1939426"/>
                  </a:lnTo>
                  <a:lnTo>
                    <a:pt x="7292043" y="1950851"/>
                  </a:lnTo>
                  <a:lnTo>
                    <a:pt x="7394147" y="1963935"/>
                  </a:lnTo>
                  <a:lnTo>
                    <a:pt x="7492455" y="1978665"/>
                  </a:lnTo>
                  <a:lnTo>
                    <a:pt x="7585174" y="1995071"/>
                  </a:lnTo>
                  <a:lnTo>
                    <a:pt x="7671333" y="2013242"/>
                  </a:lnTo>
                  <a:lnTo>
                    <a:pt x="7750622" y="2033327"/>
                  </a:lnTo>
                  <a:lnTo>
                    <a:pt x="7823214" y="2055539"/>
                  </a:lnTo>
                  <a:lnTo>
                    <a:pt x="7889602" y="2080150"/>
                  </a:lnTo>
                  <a:lnTo>
                    <a:pt x="7950472" y="2107477"/>
                  </a:lnTo>
                  <a:lnTo>
                    <a:pt x="8006612" y="2137871"/>
                  </a:lnTo>
                  <a:lnTo>
                    <a:pt x="8058842" y="2171680"/>
                  </a:lnTo>
                  <a:lnTo>
                    <a:pt x="8107956" y="2209199"/>
                  </a:lnTo>
                  <a:lnTo>
                    <a:pt x="8151487" y="2247574"/>
                  </a:lnTo>
                  <a:lnTo>
                    <a:pt x="8193859" y="2289726"/>
                  </a:lnTo>
                  <a:lnTo>
                    <a:pt x="8235069" y="2335368"/>
                  </a:lnTo>
                  <a:lnTo>
                    <a:pt x="8275474" y="2384565"/>
                  </a:lnTo>
                  <a:lnTo>
                    <a:pt x="8315351" y="2437313"/>
                  </a:lnTo>
                  <a:lnTo>
                    <a:pt x="8354915" y="2493520"/>
                  </a:lnTo>
                  <a:lnTo>
                    <a:pt x="8394326" y="2553006"/>
                  </a:lnTo>
                  <a:lnTo>
                    <a:pt x="8433692" y="2615499"/>
                  </a:lnTo>
                  <a:lnTo>
                    <a:pt x="8473085" y="2680631"/>
                  </a:lnTo>
                  <a:lnTo>
                    <a:pt x="8512538" y="2747947"/>
                  </a:lnTo>
                  <a:lnTo>
                    <a:pt x="8552057" y="2816917"/>
                  </a:lnTo>
                  <a:lnTo>
                    <a:pt x="8591627" y="2886951"/>
                  </a:lnTo>
                  <a:lnTo>
                    <a:pt x="8631221" y="2957417"/>
                  </a:lnTo>
                  <a:lnTo>
                    <a:pt x="8670802" y="3027670"/>
                  </a:lnTo>
                  <a:lnTo>
                    <a:pt x="8710341" y="3097069"/>
                  </a:lnTo>
                  <a:lnTo>
                    <a:pt x="8749817" y="3165008"/>
                  </a:lnTo>
                  <a:lnTo>
                    <a:pt x="8789228" y="3230934"/>
                  </a:lnTo>
                  <a:lnTo>
                    <a:pt x="8828598" y="3294366"/>
                  </a:lnTo>
                  <a:lnTo>
                    <a:pt x="8867983" y="3354906"/>
                  </a:lnTo>
                  <a:lnTo>
                    <a:pt x="8907480" y="3412248"/>
                  </a:lnTo>
                  <a:lnTo>
                    <a:pt x="8947230" y="3466181"/>
                  </a:lnTo>
                  <a:lnTo>
                    <a:pt x="8987428" y="3516586"/>
                  </a:lnTo>
                  <a:lnTo>
                    <a:pt x="9028330" y="3563427"/>
                  </a:lnTo>
                  <a:lnTo>
                    <a:pt x="9070263" y="3606749"/>
                  </a:lnTo>
                  <a:lnTo>
                    <a:pt x="9084767" y="3620638"/>
                  </a:lnTo>
                  <a:lnTo>
                    <a:pt x="9131634" y="3661752"/>
                  </a:lnTo>
                  <a:lnTo>
                    <a:pt x="9180941" y="3699005"/>
                  </a:lnTo>
                  <a:lnTo>
                    <a:pt x="9233417" y="3732565"/>
                  </a:lnTo>
                  <a:lnTo>
                    <a:pt x="9289860" y="3762734"/>
                  </a:lnTo>
                  <a:lnTo>
                    <a:pt x="9351090" y="3789861"/>
                  </a:lnTo>
                  <a:lnTo>
                    <a:pt x="9417889" y="3814295"/>
                  </a:lnTo>
                  <a:lnTo>
                    <a:pt x="9490935" y="3836351"/>
                  </a:lnTo>
                  <a:lnTo>
                    <a:pt x="9570702" y="3856296"/>
                  </a:lnTo>
                  <a:lnTo>
                    <a:pt x="9657335" y="3874340"/>
                  </a:lnTo>
                  <a:lnTo>
                    <a:pt x="9750483" y="3890627"/>
                  </a:lnTo>
                  <a:lnTo>
                    <a:pt x="9849125" y="3905241"/>
                  </a:lnTo>
                  <a:lnTo>
                    <a:pt x="9951403" y="3918211"/>
                  </a:lnTo>
                  <a:lnTo>
                    <a:pt x="10054542" y="3929519"/>
                  </a:lnTo>
                  <a:lnTo>
                    <a:pt x="10154920" y="3939128"/>
                  </a:lnTo>
                  <a:lnTo>
                    <a:pt x="10248358" y="3947009"/>
                  </a:lnTo>
                  <a:lnTo>
                    <a:pt x="10330665" y="3953175"/>
                  </a:lnTo>
                  <a:lnTo>
                    <a:pt x="10398333" y="3957708"/>
                  </a:lnTo>
                  <a:lnTo>
                    <a:pt x="10449235" y="3960775"/>
                  </a:lnTo>
                  <a:lnTo>
                    <a:pt x="10483126" y="3962620"/>
                  </a:lnTo>
                  <a:lnTo>
                    <a:pt x="10501799" y="3963542"/>
                  </a:lnTo>
                  <a:lnTo>
                    <a:pt x="10508951" y="3963864"/>
                  </a:lnTo>
                  <a:lnTo>
                    <a:pt x="10509911" y="3963904"/>
                  </a:lnTo>
                  <a:lnTo>
                    <a:pt x="11981298" y="396390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89" name="pl289"/>
            <p:cNvSpPr/>
            <p:nvPr/>
          </p:nvSpPr>
          <p:spPr>
            <a:xfrm>
              <a:off x="4799595" y="4481217"/>
              <a:ext cx="11981298" cy="3963904"/>
            </a:xfrm>
            <a:custGeom>
              <a:avLst/>
              <a:pathLst>
                <a:path w="11981298" h="3963904">
                  <a:moveTo>
                    <a:pt x="11981298" y="3963904"/>
                  </a:moveTo>
                  <a:lnTo>
                    <a:pt x="10509911" y="3963904"/>
                  </a:lnTo>
                  <a:lnTo>
                    <a:pt x="10508723" y="3963854"/>
                  </a:lnTo>
                  <a:lnTo>
                    <a:pt x="10500924" y="3963501"/>
                  </a:lnTo>
                  <a:lnTo>
                    <a:pt x="10481289" y="3962525"/>
                  </a:lnTo>
                  <a:lnTo>
                    <a:pt x="10446248" y="3960604"/>
                  </a:lnTo>
                  <a:lnTo>
                    <a:pt x="10394146" y="3957442"/>
                  </a:lnTo>
                  <a:lnTo>
                    <a:pt x="10325370" y="3952799"/>
                  </a:lnTo>
                  <a:lnTo>
                    <a:pt x="10242162" y="3946515"/>
                  </a:lnTo>
                  <a:lnTo>
                    <a:pt x="10148100" y="3938514"/>
                  </a:lnTo>
                  <a:lnTo>
                    <a:pt x="10047399" y="3928785"/>
                  </a:lnTo>
                  <a:lnTo>
                    <a:pt x="9944211" y="3917361"/>
                  </a:lnTo>
                  <a:lnTo>
                    <a:pt x="9842106" y="3904276"/>
                  </a:lnTo>
                  <a:lnTo>
                    <a:pt x="9743798" y="3889547"/>
                  </a:lnTo>
                  <a:lnTo>
                    <a:pt x="9651079" y="3873140"/>
                  </a:lnTo>
                  <a:lnTo>
                    <a:pt x="9564921" y="3854970"/>
                  </a:lnTo>
                  <a:lnTo>
                    <a:pt x="9485631" y="3834885"/>
                  </a:lnTo>
                  <a:lnTo>
                    <a:pt x="9413039" y="3812673"/>
                  </a:lnTo>
                  <a:lnTo>
                    <a:pt x="9346652" y="3788062"/>
                  </a:lnTo>
                  <a:lnTo>
                    <a:pt x="9285781" y="3760734"/>
                  </a:lnTo>
                  <a:lnTo>
                    <a:pt x="9229641" y="3730340"/>
                  </a:lnTo>
                  <a:lnTo>
                    <a:pt x="9177411" y="3696532"/>
                  </a:lnTo>
                  <a:lnTo>
                    <a:pt x="9128297" y="3659013"/>
                  </a:lnTo>
                  <a:lnTo>
                    <a:pt x="9084767" y="3620638"/>
                  </a:lnTo>
                  <a:lnTo>
                    <a:pt x="9042394" y="3578485"/>
                  </a:lnTo>
                  <a:lnTo>
                    <a:pt x="9001184" y="3532844"/>
                  </a:lnTo>
                  <a:lnTo>
                    <a:pt x="8960780" y="3483647"/>
                  </a:lnTo>
                  <a:lnTo>
                    <a:pt x="8920902" y="3430899"/>
                  </a:lnTo>
                  <a:lnTo>
                    <a:pt x="8881338" y="3374692"/>
                  </a:lnTo>
                  <a:lnTo>
                    <a:pt x="8841928" y="3315205"/>
                  </a:lnTo>
                  <a:lnTo>
                    <a:pt x="8802561" y="3252713"/>
                  </a:lnTo>
                  <a:lnTo>
                    <a:pt x="8763168" y="3187581"/>
                  </a:lnTo>
                  <a:lnTo>
                    <a:pt x="8723716" y="3120265"/>
                  </a:lnTo>
                  <a:lnTo>
                    <a:pt x="8684196" y="3051295"/>
                  </a:lnTo>
                  <a:lnTo>
                    <a:pt x="8644626" y="2981261"/>
                  </a:lnTo>
                  <a:lnTo>
                    <a:pt x="8605033" y="2910794"/>
                  </a:lnTo>
                  <a:lnTo>
                    <a:pt x="8565451" y="2840542"/>
                  </a:lnTo>
                  <a:lnTo>
                    <a:pt x="8525912" y="2771143"/>
                  </a:lnTo>
                  <a:lnTo>
                    <a:pt x="8486436" y="2703204"/>
                  </a:lnTo>
                  <a:lnTo>
                    <a:pt x="8447025" y="2637278"/>
                  </a:lnTo>
                  <a:lnTo>
                    <a:pt x="8407656" y="2573846"/>
                  </a:lnTo>
                  <a:lnTo>
                    <a:pt x="8368270" y="2513306"/>
                  </a:lnTo>
                  <a:lnTo>
                    <a:pt x="8328773" y="2455964"/>
                  </a:lnTo>
                  <a:lnTo>
                    <a:pt x="8289023" y="2402031"/>
                  </a:lnTo>
                  <a:lnTo>
                    <a:pt x="8248825" y="2351626"/>
                  </a:lnTo>
                  <a:lnTo>
                    <a:pt x="8207924" y="2304785"/>
                  </a:lnTo>
                  <a:lnTo>
                    <a:pt x="8165990" y="2261463"/>
                  </a:lnTo>
                  <a:lnTo>
                    <a:pt x="8151487" y="2247574"/>
                  </a:lnTo>
                  <a:lnTo>
                    <a:pt x="8104619" y="2206460"/>
                  </a:lnTo>
                  <a:lnTo>
                    <a:pt x="8055312" y="2169207"/>
                  </a:lnTo>
                  <a:lnTo>
                    <a:pt x="8002837" y="2135647"/>
                  </a:lnTo>
                  <a:lnTo>
                    <a:pt x="7946393" y="2105478"/>
                  </a:lnTo>
                  <a:lnTo>
                    <a:pt x="7885163" y="2078350"/>
                  </a:lnTo>
                  <a:lnTo>
                    <a:pt x="7818364" y="2053917"/>
                  </a:lnTo>
                  <a:lnTo>
                    <a:pt x="7745318" y="2031861"/>
                  </a:lnTo>
                  <a:lnTo>
                    <a:pt x="7665551" y="2011915"/>
                  </a:lnTo>
                  <a:lnTo>
                    <a:pt x="7578918" y="1993872"/>
                  </a:lnTo>
                  <a:lnTo>
                    <a:pt x="7485770" y="1977585"/>
                  </a:lnTo>
                  <a:lnTo>
                    <a:pt x="7387129" y="1962970"/>
                  </a:lnTo>
                  <a:lnTo>
                    <a:pt x="7284850" y="1950001"/>
                  </a:lnTo>
                  <a:lnTo>
                    <a:pt x="7181711" y="1938693"/>
                  </a:lnTo>
                  <a:lnTo>
                    <a:pt x="7081334" y="1929084"/>
                  </a:lnTo>
                  <a:lnTo>
                    <a:pt x="6987895" y="1921203"/>
                  </a:lnTo>
                  <a:lnTo>
                    <a:pt x="6905588" y="1915037"/>
                  </a:lnTo>
                  <a:lnTo>
                    <a:pt x="6837921" y="1910504"/>
                  </a:lnTo>
                  <a:lnTo>
                    <a:pt x="6787018" y="1907437"/>
                  </a:lnTo>
                  <a:lnTo>
                    <a:pt x="6753127" y="1905592"/>
                  </a:lnTo>
                  <a:lnTo>
                    <a:pt x="6734454" y="1904670"/>
                  </a:lnTo>
                  <a:lnTo>
                    <a:pt x="6727302" y="1904348"/>
                  </a:lnTo>
                  <a:lnTo>
                    <a:pt x="6726343" y="1904308"/>
                  </a:lnTo>
                  <a:lnTo>
                    <a:pt x="5254955" y="1904308"/>
                  </a:lnTo>
                  <a:lnTo>
                    <a:pt x="5253761" y="1904262"/>
                  </a:lnTo>
                  <a:lnTo>
                    <a:pt x="5245917" y="1903934"/>
                  </a:lnTo>
                  <a:lnTo>
                    <a:pt x="5226172" y="1903026"/>
                  </a:lnTo>
                  <a:lnTo>
                    <a:pt x="5190944" y="1901239"/>
                  </a:lnTo>
                  <a:lnTo>
                    <a:pt x="5138583" y="1898298"/>
                  </a:lnTo>
                  <a:lnTo>
                    <a:pt x="5069496" y="1893980"/>
                  </a:lnTo>
                  <a:lnTo>
                    <a:pt x="4985955" y="1888138"/>
                  </a:lnTo>
                  <a:lnTo>
                    <a:pt x="4891575" y="1880701"/>
                  </a:lnTo>
                  <a:lnTo>
                    <a:pt x="4790597" y="1871661"/>
                  </a:lnTo>
                  <a:lnTo>
                    <a:pt x="4687193" y="1861047"/>
                  </a:lnTo>
                  <a:lnTo>
                    <a:pt x="4584940" y="1848893"/>
                  </a:lnTo>
                  <a:lnTo>
                    <a:pt x="4486547" y="1835212"/>
                  </a:lnTo>
                  <a:lnTo>
                    <a:pt x="4393799" y="1819973"/>
                  </a:lnTo>
                  <a:lnTo>
                    <a:pt x="4307652" y="1803093"/>
                  </a:lnTo>
                  <a:lnTo>
                    <a:pt x="4228403" y="1784431"/>
                  </a:lnTo>
                  <a:lnTo>
                    <a:pt x="4155867" y="1763788"/>
                  </a:lnTo>
                  <a:lnTo>
                    <a:pt x="4089541" y="1740909"/>
                  </a:lnTo>
                  <a:lnTo>
                    <a:pt x="4028729" y="1715497"/>
                  </a:lnTo>
                  <a:lnTo>
                    <a:pt x="3972635" y="1687227"/>
                  </a:lnTo>
                  <a:lnTo>
                    <a:pt x="3920437" y="1655775"/>
                  </a:lnTo>
                  <a:lnTo>
                    <a:pt x="3871337" y="1620871"/>
                  </a:lnTo>
                  <a:lnTo>
                    <a:pt x="3829811" y="1586923"/>
                  </a:lnTo>
                  <a:lnTo>
                    <a:pt x="3786334" y="1546874"/>
                  </a:lnTo>
                  <a:lnTo>
                    <a:pt x="3744071" y="1503423"/>
                  </a:lnTo>
                  <a:lnTo>
                    <a:pt x="3702640" y="1456506"/>
                  </a:lnTo>
                  <a:lnTo>
                    <a:pt x="3661745" y="1406136"/>
                  </a:lnTo>
                  <a:lnTo>
                    <a:pt x="3621159" y="1352409"/>
                  </a:lnTo>
                  <a:lnTo>
                    <a:pt x="3580717" y="1295518"/>
                  </a:lnTo>
                  <a:lnTo>
                    <a:pt x="3540308" y="1235750"/>
                  </a:lnTo>
                  <a:lnTo>
                    <a:pt x="3499862" y="1173487"/>
                  </a:lnTo>
                  <a:lnTo>
                    <a:pt x="3459348" y="1109200"/>
                  </a:lnTo>
                  <a:lnTo>
                    <a:pt x="3418768" y="1043434"/>
                  </a:lnTo>
                  <a:lnTo>
                    <a:pt x="3378140" y="976792"/>
                  </a:lnTo>
                  <a:lnTo>
                    <a:pt x="3337498" y="909912"/>
                  </a:lnTo>
                  <a:lnTo>
                    <a:pt x="3296880" y="843440"/>
                  </a:lnTo>
                  <a:lnTo>
                    <a:pt x="3256315" y="778007"/>
                  </a:lnTo>
                  <a:lnTo>
                    <a:pt x="3215821" y="714203"/>
                  </a:lnTo>
                  <a:lnTo>
                    <a:pt x="3175389" y="652555"/>
                  </a:lnTo>
                  <a:lnTo>
                    <a:pt x="3134979" y="593511"/>
                  </a:lnTo>
                  <a:lnTo>
                    <a:pt x="3094512" y="537430"/>
                  </a:lnTo>
                  <a:lnTo>
                    <a:pt x="3053863" y="484573"/>
                  </a:lnTo>
                  <a:lnTo>
                    <a:pt x="3012851" y="435106"/>
                  </a:lnTo>
                  <a:lnTo>
                    <a:pt x="2971233" y="389104"/>
                  </a:lnTo>
                  <a:lnTo>
                    <a:pt x="2928692" y="346559"/>
                  </a:lnTo>
                  <a:lnTo>
                    <a:pt x="2896531" y="317384"/>
                  </a:lnTo>
                  <a:lnTo>
                    <a:pt x="2849567" y="279297"/>
                  </a:lnTo>
                  <a:lnTo>
                    <a:pt x="2800154" y="244795"/>
                  </a:lnTo>
                  <a:lnTo>
                    <a:pt x="2747555" y="213720"/>
                  </a:lnTo>
                  <a:lnTo>
                    <a:pt x="2690968" y="185790"/>
                  </a:lnTo>
                  <a:lnTo>
                    <a:pt x="2629568" y="160682"/>
                  </a:lnTo>
                  <a:lnTo>
                    <a:pt x="2562570" y="138071"/>
                  </a:lnTo>
                  <a:lnTo>
                    <a:pt x="2489294" y="117664"/>
                  </a:lnTo>
                  <a:lnTo>
                    <a:pt x="2409264" y="99213"/>
                  </a:lnTo>
                  <a:lnTo>
                    <a:pt x="2322342" y="82526"/>
                  </a:lnTo>
                  <a:lnTo>
                    <a:pt x="2228892" y="67467"/>
                  </a:lnTo>
                  <a:lnTo>
                    <a:pt x="2129954" y="53959"/>
                  </a:lnTo>
                  <a:lnTo>
                    <a:pt x="2027418" y="41978"/>
                  </a:lnTo>
                  <a:lnTo>
                    <a:pt x="1924094" y="31541"/>
                  </a:lnTo>
                  <a:lnTo>
                    <a:pt x="1823648" y="22682"/>
                  </a:lnTo>
                  <a:lnTo>
                    <a:pt x="1730289" y="15427"/>
                  </a:lnTo>
                  <a:lnTo>
                    <a:pt x="1648226" y="9763"/>
                  </a:lnTo>
                  <a:lnTo>
                    <a:pt x="1580953" y="5611"/>
                  </a:lnTo>
                  <a:lnTo>
                    <a:pt x="1530553" y="2813"/>
                  </a:lnTo>
                  <a:lnTo>
                    <a:pt x="1497202" y="1140"/>
                  </a:lnTo>
                  <a:lnTo>
                    <a:pt x="1479022" y="313"/>
                  </a:lnTo>
                  <a:lnTo>
                    <a:pt x="1472225" y="32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90" name="pg290"/>
            <p:cNvSpPr/>
            <p:nvPr/>
          </p:nvSpPr>
          <p:spPr>
            <a:xfrm>
              <a:off x="4799595" y="4497563"/>
              <a:ext cx="11981298" cy="4397073"/>
            </a:xfrm>
            <a:custGeom>
              <a:avLst/>
              <a:pathLst>
                <a:path w="11981298" h="4397073">
                  <a:moveTo>
                    <a:pt x="0" y="8172"/>
                  </a:moveTo>
                  <a:lnTo>
                    <a:pt x="1471387" y="8172"/>
                  </a:lnTo>
                  <a:lnTo>
                    <a:pt x="1472581" y="8219"/>
                  </a:lnTo>
                  <a:lnTo>
                    <a:pt x="1480423" y="8548"/>
                  </a:lnTo>
                  <a:lnTo>
                    <a:pt x="1500162" y="9460"/>
                  </a:lnTo>
                  <a:lnTo>
                    <a:pt x="1535380" y="11254"/>
                  </a:lnTo>
                  <a:lnTo>
                    <a:pt x="1587728" y="14207"/>
                  </a:lnTo>
                  <a:lnTo>
                    <a:pt x="1656799" y="18541"/>
                  </a:lnTo>
                  <a:lnTo>
                    <a:pt x="1740323" y="24407"/>
                  </a:lnTo>
                  <a:lnTo>
                    <a:pt x="1834687" y="31874"/>
                  </a:lnTo>
                  <a:lnTo>
                    <a:pt x="1935651" y="40950"/>
                  </a:lnTo>
                  <a:lnTo>
                    <a:pt x="2039044" y="51607"/>
                  </a:lnTo>
                  <a:lnTo>
                    <a:pt x="2141290" y="63811"/>
                  </a:lnTo>
                  <a:lnTo>
                    <a:pt x="2239678" y="77548"/>
                  </a:lnTo>
                  <a:lnTo>
                    <a:pt x="2332425" y="92849"/>
                  </a:lnTo>
                  <a:lnTo>
                    <a:pt x="2418572" y="109797"/>
                  </a:lnTo>
                  <a:lnTo>
                    <a:pt x="2497824" y="128534"/>
                  </a:lnTo>
                  <a:lnTo>
                    <a:pt x="2570362" y="149261"/>
                  </a:lnTo>
                  <a:lnTo>
                    <a:pt x="2636691" y="172231"/>
                  </a:lnTo>
                  <a:lnTo>
                    <a:pt x="2697507" y="197745"/>
                  </a:lnTo>
                  <a:lnTo>
                    <a:pt x="2753603" y="226128"/>
                  </a:lnTo>
                  <a:lnTo>
                    <a:pt x="2805802" y="257704"/>
                  </a:lnTo>
                  <a:lnTo>
                    <a:pt x="2854904" y="292748"/>
                  </a:lnTo>
                  <a:lnTo>
                    <a:pt x="2896531" y="326919"/>
                  </a:lnTo>
                  <a:lnTo>
                    <a:pt x="2939949" y="367083"/>
                  </a:lnTo>
                  <a:lnTo>
                    <a:pt x="2982155" y="410652"/>
                  </a:lnTo>
                  <a:lnTo>
                    <a:pt x="3023530" y="457692"/>
                  </a:lnTo>
                  <a:lnTo>
                    <a:pt x="3064371" y="508192"/>
                  </a:lnTo>
                  <a:lnTo>
                    <a:pt x="3104902" y="562053"/>
                  </a:lnTo>
                  <a:lnTo>
                    <a:pt x="3145287" y="619086"/>
                  </a:lnTo>
                  <a:lnTo>
                    <a:pt x="3185641" y="679003"/>
                  </a:lnTo>
                  <a:lnTo>
                    <a:pt x="3226030" y="741422"/>
                  </a:lnTo>
                  <a:lnTo>
                    <a:pt x="3266486" y="805874"/>
                  </a:lnTo>
                  <a:lnTo>
                    <a:pt x="3307010" y="871815"/>
                  </a:lnTo>
                  <a:lnTo>
                    <a:pt x="3347581" y="938641"/>
                  </a:lnTo>
                  <a:lnTo>
                    <a:pt x="3388166" y="1005717"/>
                  </a:lnTo>
                  <a:lnTo>
                    <a:pt x="3428728" y="1072394"/>
                  </a:lnTo>
                  <a:lnTo>
                    <a:pt x="3469237" y="1138041"/>
                  </a:lnTo>
                  <a:lnTo>
                    <a:pt x="3509677" y="1202069"/>
                  </a:lnTo>
                  <a:lnTo>
                    <a:pt x="3550054" y="1263947"/>
                  </a:lnTo>
                  <a:lnTo>
                    <a:pt x="3590407" y="1323226"/>
                  </a:lnTo>
                  <a:lnTo>
                    <a:pt x="3630815" y="1379545"/>
                  </a:lnTo>
                  <a:lnTo>
                    <a:pt x="3671401" y="1432641"/>
                  </a:lnTo>
                  <a:lnTo>
                    <a:pt x="3712343" y="1482345"/>
                  </a:lnTo>
                  <a:lnTo>
                    <a:pt x="3753882" y="1528579"/>
                  </a:lnTo>
                  <a:lnTo>
                    <a:pt x="3796331" y="1571350"/>
                  </a:lnTo>
                  <a:lnTo>
                    <a:pt x="3829811" y="1601907"/>
                  </a:lnTo>
                  <a:lnTo>
                    <a:pt x="3876770" y="1640154"/>
                  </a:lnTo>
                  <a:lnTo>
                    <a:pt x="3926178" y="1674801"/>
                  </a:lnTo>
                  <a:lnTo>
                    <a:pt x="3978770" y="1706008"/>
                  </a:lnTo>
                  <a:lnTo>
                    <a:pt x="4035351" y="1734055"/>
                  </a:lnTo>
                  <a:lnTo>
                    <a:pt x="4096741" y="1759270"/>
                  </a:lnTo>
                  <a:lnTo>
                    <a:pt x="4163729" y="1781977"/>
                  </a:lnTo>
                  <a:lnTo>
                    <a:pt x="4236994" y="1802471"/>
                  </a:lnTo>
                  <a:lnTo>
                    <a:pt x="4317011" y="1821000"/>
                  </a:lnTo>
                  <a:lnTo>
                    <a:pt x="4403917" y="1837759"/>
                  </a:lnTo>
                  <a:lnTo>
                    <a:pt x="4497352" y="1852883"/>
                  </a:lnTo>
                  <a:lnTo>
                    <a:pt x="4596275" y="1866449"/>
                  </a:lnTo>
                  <a:lnTo>
                    <a:pt x="4698798" y="1878481"/>
                  </a:lnTo>
                  <a:lnTo>
                    <a:pt x="4802112" y="1888964"/>
                  </a:lnTo>
                  <a:lnTo>
                    <a:pt x="4902555" y="1897863"/>
                  </a:lnTo>
                  <a:lnTo>
                    <a:pt x="4995918" y="1905151"/>
                  </a:lnTo>
                  <a:lnTo>
                    <a:pt x="5077994" y="1910841"/>
                  </a:lnTo>
                  <a:lnTo>
                    <a:pt x="5145287" y="1915013"/>
                  </a:lnTo>
                  <a:lnTo>
                    <a:pt x="5195713" y="1917825"/>
                  </a:lnTo>
                  <a:lnTo>
                    <a:pt x="5229091" y="1919506"/>
                  </a:lnTo>
                  <a:lnTo>
                    <a:pt x="5247297" y="1920338"/>
                  </a:lnTo>
                  <a:lnTo>
                    <a:pt x="5254111" y="1920622"/>
                  </a:lnTo>
                  <a:lnTo>
                    <a:pt x="5254955" y="1920654"/>
                  </a:lnTo>
                  <a:lnTo>
                    <a:pt x="6726343" y="1920654"/>
                  </a:lnTo>
                  <a:lnTo>
                    <a:pt x="6727509" y="1920713"/>
                  </a:lnTo>
                  <a:lnTo>
                    <a:pt x="6735174" y="1921129"/>
                  </a:lnTo>
                  <a:lnTo>
                    <a:pt x="6754481" y="1922282"/>
                  </a:lnTo>
                  <a:lnTo>
                    <a:pt x="6788964" y="1924550"/>
                  </a:lnTo>
                  <a:lnTo>
                    <a:pt x="6840289" y="1928284"/>
                  </a:lnTo>
                  <a:lnTo>
                    <a:pt x="6908130" y="1933771"/>
                  </a:lnTo>
                  <a:lnTo>
                    <a:pt x="6990339" y="1941202"/>
                  </a:lnTo>
                  <a:lnTo>
                    <a:pt x="7083438" y="1950671"/>
                  </a:lnTo>
                  <a:lnTo>
                    <a:pt x="7183300" y="1962193"/>
                  </a:lnTo>
                  <a:lnTo>
                    <a:pt x="7285831" y="1975733"/>
                  </a:lnTo>
                  <a:lnTo>
                    <a:pt x="7387480" y="1991246"/>
                  </a:lnTo>
                  <a:lnTo>
                    <a:pt x="7485526" y="2008714"/>
                  </a:lnTo>
                  <a:lnTo>
                    <a:pt x="7578148" y="2028168"/>
                  </a:lnTo>
                  <a:lnTo>
                    <a:pt x="7664337" y="2049707"/>
                  </a:lnTo>
                  <a:lnTo>
                    <a:pt x="7743744" y="2073502"/>
                  </a:lnTo>
                  <a:lnTo>
                    <a:pt x="7816503" y="2099799"/>
                  </a:lnTo>
                  <a:lnTo>
                    <a:pt x="7883075" y="2128912"/>
                  </a:lnTo>
                  <a:lnTo>
                    <a:pt x="7944120" y="2161211"/>
                  </a:lnTo>
                  <a:lnTo>
                    <a:pt x="8000406" y="2197107"/>
                  </a:lnTo>
                  <a:lnTo>
                    <a:pt x="8052735" y="2237014"/>
                  </a:lnTo>
                  <a:lnTo>
                    <a:pt x="8101895" y="2281292"/>
                  </a:lnTo>
                  <a:lnTo>
                    <a:pt x="8148606" y="2330153"/>
                  </a:lnTo>
                  <a:lnTo>
                    <a:pt x="8151487" y="2333391"/>
                  </a:lnTo>
                  <a:lnTo>
                    <a:pt x="8191172" y="2380687"/>
                  </a:lnTo>
                  <a:lnTo>
                    <a:pt x="8229817" y="2431649"/>
                  </a:lnTo>
                  <a:lnTo>
                    <a:pt x="8267721" y="2486350"/>
                  </a:lnTo>
                  <a:lnTo>
                    <a:pt x="8305122" y="2544797"/>
                  </a:lnTo>
                  <a:lnTo>
                    <a:pt x="8342207" y="2606919"/>
                  </a:lnTo>
                  <a:lnTo>
                    <a:pt x="8379117" y="2672567"/>
                  </a:lnTo>
                  <a:lnTo>
                    <a:pt x="8415957" y="2741502"/>
                  </a:lnTo>
                  <a:lnTo>
                    <a:pt x="8452796" y="2813402"/>
                  </a:lnTo>
                  <a:lnTo>
                    <a:pt x="8489676" y="2887860"/>
                  </a:lnTo>
                  <a:lnTo>
                    <a:pt x="8526615" y="2964391"/>
                  </a:lnTo>
                  <a:lnTo>
                    <a:pt x="8563608" y="3042450"/>
                  </a:lnTo>
                  <a:lnTo>
                    <a:pt x="8600641" y="3121437"/>
                  </a:lnTo>
                  <a:lnTo>
                    <a:pt x="8637686" y="3200725"/>
                  </a:lnTo>
                  <a:lnTo>
                    <a:pt x="8674717" y="3279677"/>
                  </a:lnTo>
                  <a:lnTo>
                    <a:pt x="8711708" y="3357665"/>
                  </a:lnTo>
                  <a:lnTo>
                    <a:pt x="8748643" y="3434094"/>
                  </a:lnTo>
                  <a:lnTo>
                    <a:pt x="8785520" y="3508421"/>
                  </a:lnTo>
                  <a:lnTo>
                    <a:pt x="8822358" y="3580165"/>
                  </a:lnTo>
                  <a:lnTo>
                    <a:pt x="8859200" y="3648924"/>
                  </a:lnTo>
                  <a:lnTo>
                    <a:pt x="8896117" y="3714379"/>
                  </a:lnTo>
                  <a:lnTo>
                    <a:pt x="8933215" y="3776299"/>
                  </a:lnTo>
                  <a:lnTo>
                    <a:pt x="8970639" y="3834537"/>
                  </a:lnTo>
                  <a:lnTo>
                    <a:pt x="9008578" y="3889029"/>
                  </a:lnTo>
                  <a:lnTo>
                    <a:pt x="9047272" y="3939783"/>
                  </a:lnTo>
                  <a:lnTo>
                    <a:pt x="9084767" y="3984336"/>
                  </a:lnTo>
                  <a:lnTo>
                    <a:pt x="9131346" y="4033488"/>
                  </a:lnTo>
                  <a:lnTo>
                    <a:pt x="9180330" y="4078051"/>
                  </a:lnTo>
                  <a:lnTo>
                    <a:pt x="9232437" y="4118224"/>
                  </a:lnTo>
                  <a:lnTo>
                    <a:pt x="9288449" y="4154361"/>
                  </a:lnTo>
                  <a:lnTo>
                    <a:pt x="9349170" y="4186875"/>
                  </a:lnTo>
                  <a:lnTo>
                    <a:pt x="9415372" y="4216177"/>
                  </a:lnTo>
                  <a:lnTo>
                    <a:pt x="9487724" y="4242642"/>
                  </a:lnTo>
                  <a:lnTo>
                    <a:pt x="9566704" y="4266587"/>
                  </a:lnTo>
                  <a:lnTo>
                    <a:pt x="9652470" y="4288263"/>
                  </a:lnTo>
                  <a:lnTo>
                    <a:pt x="9744708" y="4307845"/>
                  </a:lnTo>
                  <a:lnTo>
                    <a:pt x="9842457" y="4325436"/>
                  </a:lnTo>
                  <a:lnTo>
                    <a:pt x="9943949" y="4341073"/>
                  </a:lnTo>
                  <a:lnTo>
                    <a:pt x="10046521" y="4354738"/>
                  </a:lnTo>
                  <a:lnTo>
                    <a:pt x="10146670" y="4366389"/>
                  </a:lnTo>
                  <a:lnTo>
                    <a:pt x="10240320" y="4375988"/>
                  </a:lnTo>
                  <a:lnTo>
                    <a:pt x="10323329" y="4383546"/>
                  </a:lnTo>
                  <a:lnTo>
                    <a:pt x="10392157" y="4389150"/>
                  </a:lnTo>
                  <a:lnTo>
                    <a:pt x="10444555" y="4392988"/>
                  </a:lnTo>
                  <a:lnTo>
                    <a:pt x="10480072" y="4395339"/>
                  </a:lnTo>
                  <a:lnTo>
                    <a:pt x="10500251" y="4396550"/>
                  </a:lnTo>
                  <a:lnTo>
                    <a:pt x="10508514" y="4397002"/>
                  </a:lnTo>
                  <a:lnTo>
                    <a:pt x="10509911" y="4397073"/>
                  </a:lnTo>
                  <a:lnTo>
                    <a:pt x="11981298" y="4397073"/>
                  </a:lnTo>
                  <a:lnTo>
                    <a:pt x="11981298" y="4388900"/>
                  </a:lnTo>
                  <a:lnTo>
                    <a:pt x="10509911" y="4388900"/>
                  </a:lnTo>
                  <a:lnTo>
                    <a:pt x="10508744" y="4388841"/>
                  </a:lnTo>
                  <a:lnTo>
                    <a:pt x="10501079" y="4388424"/>
                  </a:lnTo>
                  <a:lnTo>
                    <a:pt x="10481772" y="4387272"/>
                  </a:lnTo>
                  <a:lnTo>
                    <a:pt x="10447289" y="4385004"/>
                  </a:lnTo>
                  <a:lnTo>
                    <a:pt x="10395964" y="4381269"/>
                  </a:lnTo>
                  <a:lnTo>
                    <a:pt x="10328123" y="4375783"/>
                  </a:lnTo>
                  <a:lnTo>
                    <a:pt x="10245914" y="4368352"/>
                  </a:lnTo>
                  <a:lnTo>
                    <a:pt x="10152816" y="4358882"/>
                  </a:lnTo>
                  <a:lnTo>
                    <a:pt x="10052953" y="4347360"/>
                  </a:lnTo>
                  <a:lnTo>
                    <a:pt x="9950422" y="4333821"/>
                  </a:lnTo>
                  <a:lnTo>
                    <a:pt x="9848774" y="4318307"/>
                  </a:lnTo>
                  <a:lnTo>
                    <a:pt x="9750727" y="4300840"/>
                  </a:lnTo>
                  <a:lnTo>
                    <a:pt x="9658105" y="4281386"/>
                  </a:lnTo>
                  <a:lnTo>
                    <a:pt x="9571916" y="4259847"/>
                  </a:lnTo>
                  <a:lnTo>
                    <a:pt x="9492509" y="4236051"/>
                  </a:lnTo>
                  <a:lnTo>
                    <a:pt x="9419750" y="4209754"/>
                  </a:lnTo>
                  <a:lnTo>
                    <a:pt x="9353178" y="4180642"/>
                  </a:lnTo>
                  <a:lnTo>
                    <a:pt x="9292133" y="4148343"/>
                  </a:lnTo>
                  <a:lnTo>
                    <a:pt x="9235847" y="4112447"/>
                  </a:lnTo>
                  <a:lnTo>
                    <a:pt x="9183518" y="4072540"/>
                  </a:lnTo>
                  <a:lnTo>
                    <a:pt x="9134359" y="4028262"/>
                  </a:lnTo>
                  <a:lnTo>
                    <a:pt x="9087647" y="3979400"/>
                  </a:lnTo>
                  <a:lnTo>
                    <a:pt x="9084767" y="3976163"/>
                  </a:lnTo>
                  <a:lnTo>
                    <a:pt x="9045082" y="3928867"/>
                  </a:lnTo>
                  <a:lnTo>
                    <a:pt x="9006437" y="3877905"/>
                  </a:lnTo>
                  <a:lnTo>
                    <a:pt x="8968532" y="3823203"/>
                  </a:lnTo>
                  <a:lnTo>
                    <a:pt x="8931131" y="3764757"/>
                  </a:lnTo>
                  <a:lnTo>
                    <a:pt x="8894047" y="3702634"/>
                  </a:lnTo>
                  <a:lnTo>
                    <a:pt x="8857136" y="3636987"/>
                  </a:lnTo>
                  <a:lnTo>
                    <a:pt x="8820297" y="3568052"/>
                  </a:lnTo>
                  <a:lnTo>
                    <a:pt x="8783457" y="3496152"/>
                  </a:lnTo>
                  <a:lnTo>
                    <a:pt x="8746577" y="3421694"/>
                  </a:lnTo>
                  <a:lnTo>
                    <a:pt x="8709639" y="3345162"/>
                  </a:lnTo>
                  <a:lnTo>
                    <a:pt x="8672645" y="3267104"/>
                  </a:lnTo>
                  <a:lnTo>
                    <a:pt x="8635613" y="3188117"/>
                  </a:lnTo>
                  <a:lnTo>
                    <a:pt x="8598567" y="3108829"/>
                  </a:lnTo>
                  <a:lnTo>
                    <a:pt x="8561536" y="3029877"/>
                  </a:lnTo>
                  <a:lnTo>
                    <a:pt x="8524546" y="2951889"/>
                  </a:lnTo>
                  <a:lnTo>
                    <a:pt x="8487611" y="2875459"/>
                  </a:lnTo>
                  <a:lnTo>
                    <a:pt x="8450733" y="2801133"/>
                  </a:lnTo>
                  <a:lnTo>
                    <a:pt x="8413895" y="2729389"/>
                  </a:lnTo>
                  <a:lnTo>
                    <a:pt x="8377054" y="2660630"/>
                  </a:lnTo>
                  <a:lnTo>
                    <a:pt x="8340137" y="2595174"/>
                  </a:lnTo>
                  <a:lnTo>
                    <a:pt x="8303039" y="2533254"/>
                  </a:lnTo>
                  <a:lnTo>
                    <a:pt x="8265615" y="2475016"/>
                  </a:lnTo>
                  <a:lnTo>
                    <a:pt x="8227676" y="2420525"/>
                  </a:lnTo>
                  <a:lnTo>
                    <a:pt x="8188981" y="2369771"/>
                  </a:lnTo>
                  <a:lnTo>
                    <a:pt x="8151487" y="2325218"/>
                  </a:lnTo>
                  <a:lnTo>
                    <a:pt x="8104908" y="2276066"/>
                  </a:lnTo>
                  <a:lnTo>
                    <a:pt x="8055923" y="2231503"/>
                  </a:lnTo>
                  <a:lnTo>
                    <a:pt x="8003817" y="2191329"/>
                  </a:lnTo>
                  <a:lnTo>
                    <a:pt x="7947805" y="2155192"/>
                  </a:lnTo>
                  <a:lnTo>
                    <a:pt x="7887083" y="2122679"/>
                  </a:lnTo>
                  <a:lnTo>
                    <a:pt x="7820881" y="2093377"/>
                  </a:lnTo>
                  <a:lnTo>
                    <a:pt x="7748529" y="2066912"/>
                  </a:lnTo>
                  <a:lnTo>
                    <a:pt x="7669549" y="2042967"/>
                  </a:lnTo>
                  <a:lnTo>
                    <a:pt x="7583784" y="2021291"/>
                  </a:lnTo>
                  <a:lnTo>
                    <a:pt x="7491546" y="2001709"/>
                  </a:lnTo>
                  <a:lnTo>
                    <a:pt x="7393797" y="1984118"/>
                  </a:lnTo>
                  <a:lnTo>
                    <a:pt x="7292305" y="1968481"/>
                  </a:lnTo>
                  <a:lnTo>
                    <a:pt x="7189732" y="1954816"/>
                  </a:lnTo>
                  <a:lnTo>
                    <a:pt x="7089584" y="1943165"/>
                  </a:lnTo>
                  <a:lnTo>
                    <a:pt x="6995933" y="1933566"/>
                  </a:lnTo>
                  <a:lnTo>
                    <a:pt x="6912924" y="1926008"/>
                  </a:lnTo>
                  <a:lnTo>
                    <a:pt x="6844096" y="1920403"/>
                  </a:lnTo>
                  <a:lnTo>
                    <a:pt x="6791698" y="1916566"/>
                  </a:lnTo>
                  <a:lnTo>
                    <a:pt x="6756181" y="1914215"/>
                  </a:lnTo>
                  <a:lnTo>
                    <a:pt x="6736002" y="1913003"/>
                  </a:lnTo>
                  <a:lnTo>
                    <a:pt x="6727739" y="1912551"/>
                  </a:lnTo>
                  <a:lnTo>
                    <a:pt x="6726343" y="1912481"/>
                  </a:lnTo>
                  <a:lnTo>
                    <a:pt x="5254955" y="1912481"/>
                  </a:lnTo>
                  <a:lnTo>
                    <a:pt x="5253761" y="1912435"/>
                  </a:lnTo>
                  <a:lnTo>
                    <a:pt x="5245919" y="1912105"/>
                  </a:lnTo>
                  <a:lnTo>
                    <a:pt x="5226180" y="1911194"/>
                  </a:lnTo>
                  <a:lnTo>
                    <a:pt x="5190962" y="1909400"/>
                  </a:lnTo>
                  <a:lnTo>
                    <a:pt x="5138614" y="1906447"/>
                  </a:lnTo>
                  <a:lnTo>
                    <a:pt x="5069543" y="1902112"/>
                  </a:lnTo>
                  <a:lnTo>
                    <a:pt x="4986019" y="1896247"/>
                  </a:lnTo>
                  <a:lnTo>
                    <a:pt x="4891655" y="1888780"/>
                  </a:lnTo>
                  <a:lnTo>
                    <a:pt x="4790691" y="1879703"/>
                  </a:lnTo>
                  <a:lnTo>
                    <a:pt x="4687298" y="1869046"/>
                  </a:lnTo>
                  <a:lnTo>
                    <a:pt x="4585052" y="1856843"/>
                  </a:lnTo>
                  <a:lnTo>
                    <a:pt x="4486664" y="1843106"/>
                  </a:lnTo>
                  <a:lnTo>
                    <a:pt x="4393917" y="1827805"/>
                  </a:lnTo>
                  <a:lnTo>
                    <a:pt x="4307770" y="1810857"/>
                  </a:lnTo>
                  <a:lnTo>
                    <a:pt x="4228519" y="1792120"/>
                  </a:lnTo>
                  <a:lnTo>
                    <a:pt x="4155980" y="1771393"/>
                  </a:lnTo>
                  <a:lnTo>
                    <a:pt x="4089651" y="1748422"/>
                  </a:lnTo>
                  <a:lnTo>
                    <a:pt x="4028835" y="1722909"/>
                  </a:lnTo>
                  <a:lnTo>
                    <a:pt x="3972739" y="1694526"/>
                  </a:lnTo>
                  <a:lnTo>
                    <a:pt x="3920540" y="1662949"/>
                  </a:lnTo>
                  <a:lnTo>
                    <a:pt x="3871439" y="1627906"/>
                  </a:lnTo>
                  <a:lnTo>
                    <a:pt x="3829811" y="1593734"/>
                  </a:lnTo>
                  <a:lnTo>
                    <a:pt x="3786393" y="1553571"/>
                  </a:lnTo>
                  <a:lnTo>
                    <a:pt x="3744187" y="1510002"/>
                  </a:lnTo>
                  <a:lnTo>
                    <a:pt x="3702812" y="1462961"/>
                  </a:lnTo>
                  <a:lnTo>
                    <a:pt x="3661971" y="1412462"/>
                  </a:lnTo>
                  <a:lnTo>
                    <a:pt x="3621441" y="1358600"/>
                  </a:lnTo>
                  <a:lnTo>
                    <a:pt x="3581055" y="1301568"/>
                  </a:lnTo>
                  <a:lnTo>
                    <a:pt x="3540701" y="1241651"/>
                  </a:lnTo>
                  <a:lnTo>
                    <a:pt x="3500312" y="1179232"/>
                  </a:lnTo>
                  <a:lnTo>
                    <a:pt x="3459856" y="1114779"/>
                  </a:lnTo>
                  <a:lnTo>
                    <a:pt x="3419333" y="1048839"/>
                  </a:lnTo>
                  <a:lnTo>
                    <a:pt x="3378762" y="982012"/>
                  </a:lnTo>
                  <a:lnTo>
                    <a:pt x="3338176" y="914937"/>
                  </a:lnTo>
                  <a:lnTo>
                    <a:pt x="3297614" y="848260"/>
                  </a:lnTo>
                  <a:lnTo>
                    <a:pt x="3257105" y="782612"/>
                  </a:lnTo>
                  <a:lnTo>
                    <a:pt x="3216665" y="718585"/>
                  </a:lnTo>
                  <a:lnTo>
                    <a:pt x="3176288" y="656707"/>
                  </a:lnTo>
                  <a:lnTo>
                    <a:pt x="3135935" y="597428"/>
                  </a:lnTo>
                  <a:lnTo>
                    <a:pt x="3095527" y="541108"/>
                  </a:lnTo>
                  <a:lnTo>
                    <a:pt x="3054941" y="488012"/>
                  </a:lnTo>
                  <a:lnTo>
                    <a:pt x="3013999" y="438309"/>
                  </a:lnTo>
                  <a:lnTo>
                    <a:pt x="2972461" y="392075"/>
                  </a:lnTo>
                  <a:lnTo>
                    <a:pt x="2930011" y="349303"/>
                  </a:lnTo>
                  <a:lnTo>
                    <a:pt x="2896531" y="318746"/>
                  </a:lnTo>
                  <a:lnTo>
                    <a:pt x="2849572" y="280500"/>
                  </a:lnTo>
                  <a:lnTo>
                    <a:pt x="2800164" y="245852"/>
                  </a:lnTo>
                  <a:lnTo>
                    <a:pt x="2747572" y="214646"/>
                  </a:lnTo>
                  <a:lnTo>
                    <a:pt x="2690992" y="186599"/>
                  </a:lnTo>
                  <a:lnTo>
                    <a:pt x="2629601" y="161384"/>
                  </a:lnTo>
                  <a:lnTo>
                    <a:pt x="2562613" y="138677"/>
                  </a:lnTo>
                  <a:lnTo>
                    <a:pt x="2489348" y="118183"/>
                  </a:lnTo>
                  <a:lnTo>
                    <a:pt x="2409331" y="99654"/>
                  </a:lnTo>
                  <a:lnTo>
                    <a:pt x="2322425" y="82895"/>
                  </a:lnTo>
                  <a:lnTo>
                    <a:pt x="2228990" y="67771"/>
                  </a:lnTo>
                  <a:lnTo>
                    <a:pt x="2130068" y="54205"/>
                  </a:lnTo>
                  <a:lnTo>
                    <a:pt x="2027544" y="42172"/>
                  </a:lnTo>
                  <a:lnTo>
                    <a:pt x="1924230" y="31689"/>
                  </a:lnTo>
                  <a:lnTo>
                    <a:pt x="1823787" y="22791"/>
                  </a:lnTo>
                  <a:lnTo>
                    <a:pt x="1730424" y="15503"/>
                  </a:lnTo>
                  <a:lnTo>
                    <a:pt x="1648348" y="9813"/>
                  </a:lnTo>
                  <a:lnTo>
                    <a:pt x="1581055" y="5641"/>
                  </a:lnTo>
                  <a:lnTo>
                    <a:pt x="1530629" y="2829"/>
                  </a:lnTo>
                  <a:lnTo>
                    <a:pt x="1497251" y="1147"/>
                  </a:lnTo>
                  <a:lnTo>
                    <a:pt x="1479045" y="316"/>
                  </a:lnTo>
                  <a:lnTo>
                    <a:pt x="1472231" y="32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291" name="pl291"/>
            <p:cNvSpPr/>
            <p:nvPr/>
          </p:nvSpPr>
          <p:spPr>
            <a:xfrm>
              <a:off x="4799595" y="4505736"/>
              <a:ext cx="11981298" cy="4388900"/>
            </a:xfrm>
            <a:custGeom>
              <a:avLst/>
              <a:pathLst>
                <a:path w="11981298" h="4388900">
                  <a:moveTo>
                    <a:pt x="0" y="0"/>
                  </a:moveTo>
                  <a:lnTo>
                    <a:pt x="1471387" y="0"/>
                  </a:lnTo>
                  <a:lnTo>
                    <a:pt x="1472581" y="46"/>
                  </a:lnTo>
                  <a:lnTo>
                    <a:pt x="1480423" y="375"/>
                  </a:lnTo>
                  <a:lnTo>
                    <a:pt x="1500162" y="1287"/>
                  </a:lnTo>
                  <a:lnTo>
                    <a:pt x="1535380" y="3081"/>
                  </a:lnTo>
                  <a:lnTo>
                    <a:pt x="1587728" y="6034"/>
                  </a:lnTo>
                  <a:lnTo>
                    <a:pt x="1656799" y="10368"/>
                  </a:lnTo>
                  <a:lnTo>
                    <a:pt x="1740323" y="16234"/>
                  </a:lnTo>
                  <a:lnTo>
                    <a:pt x="1834687" y="23701"/>
                  </a:lnTo>
                  <a:lnTo>
                    <a:pt x="1935651" y="32777"/>
                  </a:lnTo>
                  <a:lnTo>
                    <a:pt x="2039044" y="43434"/>
                  </a:lnTo>
                  <a:lnTo>
                    <a:pt x="2141290" y="55638"/>
                  </a:lnTo>
                  <a:lnTo>
                    <a:pt x="2239678" y="69375"/>
                  </a:lnTo>
                  <a:lnTo>
                    <a:pt x="2332425" y="84676"/>
                  </a:lnTo>
                  <a:lnTo>
                    <a:pt x="2418572" y="101624"/>
                  </a:lnTo>
                  <a:lnTo>
                    <a:pt x="2497824" y="120361"/>
                  </a:lnTo>
                  <a:lnTo>
                    <a:pt x="2570362" y="141088"/>
                  </a:lnTo>
                  <a:lnTo>
                    <a:pt x="2636691" y="164058"/>
                  </a:lnTo>
                  <a:lnTo>
                    <a:pt x="2697507" y="189572"/>
                  </a:lnTo>
                  <a:lnTo>
                    <a:pt x="2753603" y="217955"/>
                  </a:lnTo>
                  <a:lnTo>
                    <a:pt x="2805802" y="249531"/>
                  </a:lnTo>
                  <a:lnTo>
                    <a:pt x="2854904" y="284575"/>
                  </a:lnTo>
                  <a:lnTo>
                    <a:pt x="2896531" y="318746"/>
                  </a:lnTo>
                  <a:lnTo>
                    <a:pt x="2939949" y="358910"/>
                  </a:lnTo>
                  <a:lnTo>
                    <a:pt x="2982155" y="402479"/>
                  </a:lnTo>
                  <a:lnTo>
                    <a:pt x="3023530" y="449519"/>
                  </a:lnTo>
                  <a:lnTo>
                    <a:pt x="3064371" y="500019"/>
                  </a:lnTo>
                  <a:lnTo>
                    <a:pt x="3104902" y="553880"/>
                  </a:lnTo>
                  <a:lnTo>
                    <a:pt x="3145287" y="610913"/>
                  </a:lnTo>
                  <a:lnTo>
                    <a:pt x="3185641" y="670830"/>
                  </a:lnTo>
                  <a:lnTo>
                    <a:pt x="3226030" y="733249"/>
                  </a:lnTo>
                  <a:lnTo>
                    <a:pt x="3266486" y="797701"/>
                  </a:lnTo>
                  <a:lnTo>
                    <a:pt x="3307010" y="863642"/>
                  </a:lnTo>
                  <a:lnTo>
                    <a:pt x="3347581" y="930468"/>
                  </a:lnTo>
                  <a:lnTo>
                    <a:pt x="3388166" y="997544"/>
                  </a:lnTo>
                  <a:lnTo>
                    <a:pt x="3428728" y="1064221"/>
                  </a:lnTo>
                  <a:lnTo>
                    <a:pt x="3469237" y="1129868"/>
                  </a:lnTo>
                  <a:lnTo>
                    <a:pt x="3509677" y="1193896"/>
                  </a:lnTo>
                  <a:lnTo>
                    <a:pt x="3550054" y="1255774"/>
                  </a:lnTo>
                  <a:lnTo>
                    <a:pt x="3590407" y="1315053"/>
                  </a:lnTo>
                  <a:lnTo>
                    <a:pt x="3630815" y="1371372"/>
                  </a:lnTo>
                  <a:lnTo>
                    <a:pt x="3671401" y="1424468"/>
                  </a:lnTo>
                  <a:lnTo>
                    <a:pt x="3712343" y="1474172"/>
                  </a:lnTo>
                  <a:lnTo>
                    <a:pt x="3753882" y="1520406"/>
                  </a:lnTo>
                  <a:lnTo>
                    <a:pt x="3796331" y="1563177"/>
                  </a:lnTo>
                  <a:lnTo>
                    <a:pt x="3829811" y="1593734"/>
                  </a:lnTo>
                  <a:lnTo>
                    <a:pt x="3876770" y="1631981"/>
                  </a:lnTo>
                  <a:lnTo>
                    <a:pt x="3926178" y="1666628"/>
                  </a:lnTo>
                  <a:lnTo>
                    <a:pt x="3978770" y="1697835"/>
                  </a:lnTo>
                  <a:lnTo>
                    <a:pt x="4035351" y="1725882"/>
                  </a:lnTo>
                  <a:lnTo>
                    <a:pt x="4096741" y="1751097"/>
                  </a:lnTo>
                  <a:lnTo>
                    <a:pt x="4163729" y="1773804"/>
                  </a:lnTo>
                  <a:lnTo>
                    <a:pt x="4236994" y="1794298"/>
                  </a:lnTo>
                  <a:lnTo>
                    <a:pt x="4317011" y="1812827"/>
                  </a:lnTo>
                  <a:lnTo>
                    <a:pt x="4403917" y="1829586"/>
                  </a:lnTo>
                  <a:lnTo>
                    <a:pt x="4497352" y="1844710"/>
                  </a:lnTo>
                  <a:lnTo>
                    <a:pt x="4596275" y="1858276"/>
                  </a:lnTo>
                  <a:lnTo>
                    <a:pt x="4698798" y="1870308"/>
                  </a:lnTo>
                  <a:lnTo>
                    <a:pt x="4802112" y="1880791"/>
                  </a:lnTo>
                  <a:lnTo>
                    <a:pt x="4902555" y="1889690"/>
                  </a:lnTo>
                  <a:lnTo>
                    <a:pt x="4995918" y="1896978"/>
                  </a:lnTo>
                  <a:lnTo>
                    <a:pt x="5077994" y="1902668"/>
                  </a:lnTo>
                  <a:lnTo>
                    <a:pt x="5145287" y="1906840"/>
                  </a:lnTo>
                  <a:lnTo>
                    <a:pt x="5195713" y="1909652"/>
                  </a:lnTo>
                  <a:lnTo>
                    <a:pt x="5229091" y="1911333"/>
                  </a:lnTo>
                  <a:lnTo>
                    <a:pt x="5247297" y="1912165"/>
                  </a:lnTo>
                  <a:lnTo>
                    <a:pt x="5254111" y="1912449"/>
                  </a:lnTo>
                  <a:lnTo>
                    <a:pt x="5254955" y="1912481"/>
                  </a:lnTo>
                  <a:lnTo>
                    <a:pt x="6726343" y="1912481"/>
                  </a:lnTo>
                  <a:lnTo>
                    <a:pt x="6727509" y="1912540"/>
                  </a:lnTo>
                  <a:lnTo>
                    <a:pt x="6735174" y="1912956"/>
                  </a:lnTo>
                  <a:lnTo>
                    <a:pt x="6754481" y="1914109"/>
                  </a:lnTo>
                  <a:lnTo>
                    <a:pt x="6788964" y="1916377"/>
                  </a:lnTo>
                  <a:lnTo>
                    <a:pt x="6840289" y="1920111"/>
                  </a:lnTo>
                  <a:lnTo>
                    <a:pt x="6908130" y="1925598"/>
                  </a:lnTo>
                  <a:lnTo>
                    <a:pt x="6990339" y="1933029"/>
                  </a:lnTo>
                  <a:lnTo>
                    <a:pt x="7083438" y="1942498"/>
                  </a:lnTo>
                  <a:lnTo>
                    <a:pt x="7183300" y="1954020"/>
                  </a:lnTo>
                  <a:lnTo>
                    <a:pt x="7285831" y="1967560"/>
                  </a:lnTo>
                  <a:lnTo>
                    <a:pt x="7387480" y="1983073"/>
                  </a:lnTo>
                  <a:lnTo>
                    <a:pt x="7485526" y="2000541"/>
                  </a:lnTo>
                  <a:lnTo>
                    <a:pt x="7578148" y="2019995"/>
                  </a:lnTo>
                  <a:lnTo>
                    <a:pt x="7664337" y="2041534"/>
                  </a:lnTo>
                  <a:lnTo>
                    <a:pt x="7743744" y="2065329"/>
                  </a:lnTo>
                  <a:lnTo>
                    <a:pt x="7816503" y="2091626"/>
                  </a:lnTo>
                  <a:lnTo>
                    <a:pt x="7883075" y="2120739"/>
                  </a:lnTo>
                  <a:lnTo>
                    <a:pt x="7944120" y="2153038"/>
                  </a:lnTo>
                  <a:lnTo>
                    <a:pt x="8000406" y="2188934"/>
                  </a:lnTo>
                  <a:lnTo>
                    <a:pt x="8052735" y="2228841"/>
                  </a:lnTo>
                  <a:lnTo>
                    <a:pt x="8101895" y="2273119"/>
                  </a:lnTo>
                  <a:lnTo>
                    <a:pt x="8148606" y="2321980"/>
                  </a:lnTo>
                  <a:lnTo>
                    <a:pt x="8151487" y="2325218"/>
                  </a:lnTo>
                  <a:lnTo>
                    <a:pt x="8191172" y="2372514"/>
                  </a:lnTo>
                  <a:lnTo>
                    <a:pt x="8229817" y="2423476"/>
                  </a:lnTo>
                  <a:lnTo>
                    <a:pt x="8267721" y="2478177"/>
                  </a:lnTo>
                  <a:lnTo>
                    <a:pt x="8305122" y="2536624"/>
                  </a:lnTo>
                  <a:lnTo>
                    <a:pt x="8342207" y="2598746"/>
                  </a:lnTo>
                  <a:lnTo>
                    <a:pt x="8379117" y="2664394"/>
                  </a:lnTo>
                  <a:lnTo>
                    <a:pt x="8415957" y="2733329"/>
                  </a:lnTo>
                  <a:lnTo>
                    <a:pt x="8452796" y="2805229"/>
                  </a:lnTo>
                  <a:lnTo>
                    <a:pt x="8489676" y="2879687"/>
                  </a:lnTo>
                  <a:lnTo>
                    <a:pt x="8526615" y="2956218"/>
                  </a:lnTo>
                  <a:lnTo>
                    <a:pt x="8563608" y="3034277"/>
                  </a:lnTo>
                  <a:lnTo>
                    <a:pt x="8600641" y="3113264"/>
                  </a:lnTo>
                  <a:lnTo>
                    <a:pt x="8637686" y="3192552"/>
                  </a:lnTo>
                  <a:lnTo>
                    <a:pt x="8674717" y="3271504"/>
                  </a:lnTo>
                  <a:lnTo>
                    <a:pt x="8711708" y="3349492"/>
                  </a:lnTo>
                  <a:lnTo>
                    <a:pt x="8748643" y="3425921"/>
                  </a:lnTo>
                  <a:lnTo>
                    <a:pt x="8785520" y="3500248"/>
                  </a:lnTo>
                  <a:lnTo>
                    <a:pt x="8822358" y="3571992"/>
                  </a:lnTo>
                  <a:lnTo>
                    <a:pt x="8859200" y="3640751"/>
                  </a:lnTo>
                  <a:lnTo>
                    <a:pt x="8896117" y="3706206"/>
                  </a:lnTo>
                  <a:lnTo>
                    <a:pt x="8933215" y="3768126"/>
                  </a:lnTo>
                  <a:lnTo>
                    <a:pt x="8970639" y="3826364"/>
                  </a:lnTo>
                  <a:lnTo>
                    <a:pt x="9008578" y="3880856"/>
                  </a:lnTo>
                  <a:lnTo>
                    <a:pt x="9047272" y="3931610"/>
                  </a:lnTo>
                  <a:lnTo>
                    <a:pt x="9084767" y="3976163"/>
                  </a:lnTo>
                  <a:lnTo>
                    <a:pt x="9131346" y="4025315"/>
                  </a:lnTo>
                  <a:lnTo>
                    <a:pt x="9180330" y="4069878"/>
                  </a:lnTo>
                  <a:lnTo>
                    <a:pt x="9232437" y="4110051"/>
                  </a:lnTo>
                  <a:lnTo>
                    <a:pt x="9288449" y="4146188"/>
                  </a:lnTo>
                  <a:lnTo>
                    <a:pt x="9349170" y="4178702"/>
                  </a:lnTo>
                  <a:lnTo>
                    <a:pt x="9415372" y="4208004"/>
                  </a:lnTo>
                  <a:lnTo>
                    <a:pt x="9487724" y="4234469"/>
                  </a:lnTo>
                  <a:lnTo>
                    <a:pt x="9566704" y="4258414"/>
                  </a:lnTo>
                  <a:lnTo>
                    <a:pt x="9652470" y="4280090"/>
                  </a:lnTo>
                  <a:lnTo>
                    <a:pt x="9744708" y="4299672"/>
                  </a:lnTo>
                  <a:lnTo>
                    <a:pt x="9842457" y="4317263"/>
                  </a:lnTo>
                  <a:lnTo>
                    <a:pt x="9943949" y="4332900"/>
                  </a:lnTo>
                  <a:lnTo>
                    <a:pt x="10046521" y="4346565"/>
                  </a:lnTo>
                  <a:lnTo>
                    <a:pt x="10146670" y="4358216"/>
                  </a:lnTo>
                  <a:lnTo>
                    <a:pt x="10240320" y="4367815"/>
                  </a:lnTo>
                  <a:lnTo>
                    <a:pt x="10323329" y="4375373"/>
                  </a:lnTo>
                  <a:lnTo>
                    <a:pt x="10392157" y="4380977"/>
                  </a:lnTo>
                  <a:lnTo>
                    <a:pt x="10444555" y="4384815"/>
                  </a:lnTo>
                  <a:lnTo>
                    <a:pt x="10480072" y="4387166"/>
                  </a:lnTo>
                  <a:lnTo>
                    <a:pt x="10500251" y="4388377"/>
                  </a:lnTo>
                  <a:lnTo>
                    <a:pt x="10508514" y="4388829"/>
                  </a:lnTo>
                  <a:lnTo>
                    <a:pt x="10509910" y="4388900"/>
                  </a:lnTo>
                  <a:lnTo>
                    <a:pt x="10509911" y="4388900"/>
                  </a:lnTo>
                  <a:lnTo>
                    <a:pt x="11981298" y="438890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92" name="pl292"/>
            <p:cNvSpPr/>
            <p:nvPr/>
          </p:nvSpPr>
          <p:spPr>
            <a:xfrm>
              <a:off x="4799595" y="4497563"/>
              <a:ext cx="11981298" cy="4388900"/>
            </a:xfrm>
            <a:custGeom>
              <a:avLst/>
              <a:pathLst>
                <a:path w="11981298" h="4388900">
                  <a:moveTo>
                    <a:pt x="11981298" y="4388900"/>
                  </a:moveTo>
                  <a:lnTo>
                    <a:pt x="10509911" y="4388900"/>
                  </a:lnTo>
                  <a:lnTo>
                    <a:pt x="10508744" y="4388841"/>
                  </a:lnTo>
                  <a:lnTo>
                    <a:pt x="10501079" y="4388424"/>
                  </a:lnTo>
                  <a:lnTo>
                    <a:pt x="10481772" y="4387272"/>
                  </a:lnTo>
                  <a:lnTo>
                    <a:pt x="10447289" y="4385004"/>
                  </a:lnTo>
                  <a:lnTo>
                    <a:pt x="10395964" y="4381269"/>
                  </a:lnTo>
                  <a:lnTo>
                    <a:pt x="10328123" y="4375783"/>
                  </a:lnTo>
                  <a:lnTo>
                    <a:pt x="10245914" y="4368352"/>
                  </a:lnTo>
                  <a:lnTo>
                    <a:pt x="10152816" y="4358882"/>
                  </a:lnTo>
                  <a:lnTo>
                    <a:pt x="10052953" y="4347360"/>
                  </a:lnTo>
                  <a:lnTo>
                    <a:pt x="9950422" y="4333821"/>
                  </a:lnTo>
                  <a:lnTo>
                    <a:pt x="9848774" y="4318307"/>
                  </a:lnTo>
                  <a:lnTo>
                    <a:pt x="9750727" y="4300840"/>
                  </a:lnTo>
                  <a:lnTo>
                    <a:pt x="9658105" y="4281386"/>
                  </a:lnTo>
                  <a:lnTo>
                    <a:pt x="9571916" y="4259847"/>
                  </a:lnTo>
                  <a:lnTo>
                    <a:pt x="9492509" y="4236051"/>
                  </a:lnTo>
                  <a:lnTo>
                    <a:pt x="9419750" y="4209754"/>
                  </a:lnTo>
                  <a:lnTo>
                    <a:pt x="9353178" y="4180642"/>
                  </a:lnTo>
                  <a:lnTo>
                    <a:pt x="9292133" y="4148343"/>
                  </a:lnTo>
                  <a:lnTo>
                    <a:pt x="9235847" y="4112447"/>
                  </a:lnTo>
                  <a:lnTo>
                    <a:pt x="9183518" y="4072540"/>
                  </a:lnTo>
                  <a:lnTo>
                    <a:pt x="9134359" y="4028262"/>
                  </a:lnTo>
                  <a:lnTo>
                    <a:pt x="9087647" y="3979400"/>
                  </a:lnTo>
                  <a:lnTo>
                    <a:pt x="9084767" y="3976163"/>
                  </a:lnTo>
                  <a:lnTo>
                    <a:pt x="9045082" y="3928867"/>
                  </a:lnTo>
                  <a:lnTo>
                    <a:pt x="9006437" y="3877905"/>
                  </a:lnTo>
                  <a:lnTo>
                    <a:pt x="8968532" y="3823203"/>
                  </a:lnTo>
                  <a:lnTo>
                    <a:pt x="8931131" y="3764757"/>
                  </a:lnTo>
                  <a:lnTo>
                    <a:pt x="8894047" y="3702634"/>
                  </a:lnTo>
                  <a:lnTo>
                    <a:pt x="8857136" y="3636987"/>
                  </a:lnTo>
                  <a:lnTo>
                    <a:pt x="8820297" y="3568052"/>
                  </a:lnTo>
                  <a:lnTo>
                    <a:pt x="8783457" y="3496152"/>
                  </a:lnTo>
                  <a:lnTo>
                    <a:pt x="8746577" y="3421694"/>
                  </a:lnTo>
                  <a:lnTo>
                    <a:pt x="8709639" y="3345162"/>
                  </a:lnTo>
                  <a:lnTo>
                    <a:pt x="8672645" y="3267104"/>
                  </a:lnTo>
                  <a:lnTo>
                    <a:pt x="8635613" y="3188117"/>
                  </a:lnTo>
                  <a:lnTo>
                    <a:pt x="8598567" y="3108829"/>
                  </a:lnTo>
                  <a:lnTo>
                    <a:pt x="8561536" y="3029877"/>
                  </a:lnTo>
                  <a:lnTo>
                    <a:pt x="8524546" y="2951889"/>
                  </a:lnTo>
                  <a:lnTo>
                    <a:pt x="8487611" y="2875459"/>
                  </a:lnTo>
                  <a:lnTo>
                    <a:pt x="8450733" y="2801133"/>
                  </a:lnTo>
                  <a:lnTo>
                    <a:pt x="8413895" y="2729389"/>
                  </a:lnTo>
                  <a:lnTo>
                    <a:pt x="8377054" y="2660630"/>
                  </a:lnTo>
                  <a:lnTo>
                    <a:pt x="8340137" y="2595174"/>
                  </a:lnTo>
                  <a:lnTo>
                    <a:pt x="8303039" y="2533254"/>
                  </a:lnTo>
                  <a:lnTo>
                    <a:pt x="8265615" y="2475016"/>
                  </a:lnTo>
                  <a:lnTo>
                    <a:pt x="8227676" y="2420525"/>
                  </a:lnTo>
                  <a:lnTo>
                    <a:pt x="8188981" y="2369771"/>
                  </a:lnTo>
                  <a:lnTo>
                    <a:pt x="8151487" y="2325218"/>
                  </a:lnTo>
                  <a:lnTo>
                    <a:pt x="8104908" y="2276066"/>
                  </a:lnTo>
                  <a:lnTo>
                    <a:pt x="8055923" y="2231503"/>
                  </a:lnTo>
                  <a:lnTo>
                    <a:pt x="8003817" y="2191329"/>
                  </a:lnTo>
                  <a:lnTo>
                    <a:pt x="7947805" y="2155192"/>
                  </a:lnTo>
                  <a:lnTo>
                    <a:pt x="7887083" y="2122679"/>
                  </a:lnTo>
                  <a:lnTo>
                    <a:pt x="7820881" y="2093377"/>
                  </a:lnTo>
                  <a:lnTo>
                    <a:pt x="7748529" y="2066912"/>
                  </a:lnTo>
                  <a:lnTo>
                    <a:pt x="7669549" y="2042967"/>
                  </a:lnTo>
                  <a:lnTo>
                    <a:pt x="7583784" y="2021291"/>
                  </a:lnTo>
                  <a:lnTo>
                    <a:pt x="7491546" y="2001709"/>
                  </a:lnTo>
                  <a:lnTo>
                    <a:pt x="7393797" y="1984118"/>
                  </a:lnTo>
                  <a:lnTo>
                    <a:pt x="7292305" y="1968481"/>
                  </a:lnTo>
                  <a:lnTo>
                    <a:pt x="7189732" y="1954816"/>
                  </a:lnTo>
                  <a:lnTo>
                    <a:pt x="7089584" y="1943165"/>
                  </a:lnTo>
                  <a:lnTo>
                    <a:pt x="6995933" y="1933566"/>
                  </a:lnTo>
                  <a:lnTo>
                    <a:pt x="6912924" y="1926008"/>
                  </a:lnTo>
                  <a:lnTo>
                    <a:pt x="6844096" y="1920403"/>
                  </a:lnTo>
                  <a:lnTo>
                    <a:pt x="6791698" y="1916566"/>
                  </a:lnTo>
                  <a:lnTo>
                    <a:pt x="6756181" y="1914215"/>
                  </a:lnTo>
                  <a:lnTo>
                    <a:pt x="6736002" y="1913003"/>
                  </a:lnTo>
                  <a:lnTo>
                    <a:pt x="6727739" y="1912551"/>
                  </a:lnTo>
                  <a:lnTo>
                    <a:pt x="6726343" y="1912481"/>
                  </a:lnTo>
                  <a:lnTo>
                    <a:pt x="6726343" y="1912481"/>
                  </a:lnTo>
                  <a:lnTo>
                    <a:pt x="5254955" y="1912481"/>
                  </a:lnTo>
                  <a:lnTo>
                    <a:pt x="5253761" y="1912435"/>
                  </a:lnTo>
                  <a:lnTo>
                    <a:pt x="5245919" y="1912105"/>
                  </a:lnTo>
                  <a:lnTo>
                    <a:pt x="5226180" y="1911194"/>
                  </a:lnTo>
                  <a:lnTo>
                    <a:pt x="5190962" y="1909400"/>
                  </a:lnTo>
                  <a:lnTo>
                    <a:pt x="5138614" y="1906447"/>
                  </a:lnTo>
                  <a:lnTo>
                    <a:pt x="5069543" y="1902112"/>
                  </a:lnTo>
                  <a:lnTo>
                    <a:pt x="4986019" y="1896247"/>
                  </a:lnTo>
                  <a:lnTo>
                    <a:pt x="4891655" y="1888780"/>
                  </a:lnTo>
                  <a:lnTo>
                    <a:pt x="4790691" y="1879703"/>
                  </a:lnTo>
                  <a:lnTo>
                    <a:pt x="4687298" y="1869046"/>
                  </a:lnTo>
                  <a:lnTo>
                    <a:pt x="4585052" y="1856843"/>
                  </a:lnTo>
                  <a:lnTo>
                    <a:pt x="4486664" y="1843106"/>
                  </a:lnTo>
                  <a:lnTo>
                    <a:pt x="4393917" y="1827805"/>
                  </a:lnTo>
                  <a:lnTo>
                    <a:pt x="4307770" y="1810857"/>
                  </a:lnTo>
                  <a:lnTo>
                    <a:pt x="4228519" y="1792120"/>
                  </a:lnTo>
                  <a:lnTo>
                    <a:pt x="4155980" y="1771393"/>
                  </a:lnTo>
                  <a:lnTo>
                    <a:pt x="4089651" y="1748422"/>
                  </a:lnTo>
                  <a:lnTo>
                    <a:pt x="4028835" y="1722909"/>
                  </a:lnTo>
                  <a:lnTo>
                    <a:pt x="3972739" y="1694526"/>
                  </a:lnTo>
                  <a:lnTo>
                    <a:pt x="3920540" y="1662949"/>
                  </a:lnTo>
                  <a:lnTo>
                    <a:pt x="3871439" y="1627906"/>
                  </a:lnTo>
                  <a:lnTo>
                    <a:pt x="3829811" y="1593734"/>
                  </a:lnTo>
                  <a:lnTo>
                    <a:pt x="3786393" y="1553571"/>
                  </a:lnTo>
                  <a:lnTo>
                    <a:pt x="3744187" y="1510002"/>
                  </a:lnTo>
                  <a:lnTo>
                    <a:pt x="3702812" y="1462961"/>
                  </a:lnTo>
                  <a:lnTo>
                    <a:pt x="3661971" y="1412462"/>
                  </a:lnTo>
                  <a:lnTo>
                    <a:pt x="3621441" y="1358600"/>
                  </a:lnTo>
                  <a:lnTo>
                    <a:pt x="3581055" y="1301568"/>
                  </a:lnTo>
                  <a:lnTo>
                    <a:pt x="3540701" y="1241651"/>
                  </a:lnTo>
                  <a:lnTo>
                    <a:pt x="3500312" y="1179232"/>
                  </a:lnTo>
                  <a:lnTo>
                    <a:pt x="3459856" y="1114779"/>
                  </a:lnTo>
                  <a:lnTo>
                    <a:pt x="3419333" y="1048839"/>
                  </a:lnTo>
                  <a:lnTo>
                    <a:pt x="3378762" y="982012"/>
                  </a:lnTo>
                  <a:lnTo>
                    <a:pt x="3338176" y="914937"/>
                  </a:lnTo>
                  <a:lnTo>
                    <a:pt x="3297614" y="848260"/>
                  </a:lnTo>
                  <a:lnTo>
                    <a:pt x="3257105" y="782612"/>
                  </a:lnTo>
                  <a:lnTo>
                    <a:pt x="3216665" y="718585"/>
                  </a:lnTo>
                  <a:lnTo>
                    <a:pt x="3176288" y="656707"/>
                  </a:lnTo>
                  <a:lnTo>
                    <a:pt x="3135935" y="597428"/>
                  </a:lnTo>
                  <a:lnTo>
                    <a:pt x="3095527" y="541108"/>
                  </a:lnTo>
                  <a:lnTo>
                    <a:pt x="3054941" y="488012"/>
                  </a:lnTo>
                  <a:lnTo>
                    <a:pt x="3013999" y="438309"/>
                  </a:lnTo>
                  <a:lnTo>
                    <a:pt x="2972461" y="392075"/>
                  </a:lnTo>
                  <a:lnTo>
                    <a:pt x="2930011" y="349303"/>
                  </a:lnTo>
                  <a:lnTo>
                    <a:pt x="2896531" y="318746"/>
                  </a:lnTo>
                  <a:lnTo>
                    <a:pt x="2849572" y="280500"/>
                  </a:lnTo>
                  <a:lnTo>
                    <a:pt x="2800164" y="245852"/>
                  </a:lnTo>
                  <a:lnTo>
                    <a:pt x="2747572" y="214646"/>
                  </a:lnTo>
                  <a:lnTo>
                    <a:pt x="2690992" y="186599"/>
                  </a:lnTo>
                  <a:lnTo>
                    <a:pt x="2629601" y="161384"/>
                  </a:lnTo>
                  <a:lnTo>
                    <a:pt x="2562613" y="138677"/>
                  </a:lnTo>
                  <a:lnTo>
                    <a:pt x="2489348" y="118183"/>
                  </a:lnTo>
                  <a:lnTo>
                    <a:pt x="2409331" y="99654"/>
                  </a:lnTo>
                  <a:lnTo>
                    <a:pt x="2322425" y="82895"/>
                  </a:lnTo>
                  <a:lnTo>
                    <a:pt x="2228990" y="67771"/>
                  </a:lnTo>
                  <a:lnTo>
                    <a:pt x="2130068" y="54205"/>
                  </a:lnTo>
                  <a:lnTo>
                    <a:pt x="2027544" y="42172"/>
                  </a:lnTo>
                  <a:lnTo>
                    <a:pt x="1924230" y="31689"/>
                  </a:lnTo>
                  <a:lnTo>
                    <a:pt x="1823787" y="22791"/>
                  </a:lnTo>
                  <a:lnTo>
                    <a:pt x="1730424" y="15503"/>
                  </a:lnTo>
                  <a:lnTo>
                    <a:pt x="1648348" y="9813"/>
                  </a:lnTo>
                  <a:lnTo>
                    <a:pt x="1581055" y="5641"/>
                  </a:lnTo>
                  <a:lnTo>
                    <a:pt x="1530629" y="2829"/>
                  </a:lnTo>
                  <a:lnTo>
                    <a:pt x="1497251" y="1147"/>
                  </a:lnTo>
                  <a:lnTo>
                    <a:pt x="1479045" y="316"/>
                  </a:lnTo>
                  <a:lnTo>
                    <a:pt x="1472231" y="32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93" name="pg293"/>
            <p:cNvSpPr/>
            <p:nvPr/>
          </p:nvSpPr>
          <p:spPr>
            <a:xfrm>
              <a:off x="4799595" y="4505736"/>
              <a:ext cx="11981298" cy="4920144"/>
            </a:xfrm>
            <a:custGeom>
              <a:avLst/>
              <a:pathLst>
                <a:path w="11981298" h="4920144">
                  <a:moveTo>
                    <a:pt x="0" y="8172"/>
                  </a:moveTo>
                  <a:lnTo>
                    <a:pt x="1471387" y="8172"/>
                  </a:lnTo>
                  <a:lnTo>
                    <a:pt x="1472581" y="8219"/>
                  </a:lnTo>
                  <a:lnTo>
                    <a:pt x="1480423" y="8548"/>
                  </a:lnTo>
                  <a:lnTo>
                    <a:pt x="1500162" y="9460"/>
                  </a:lnTo>
                  <a:lnTo>
                    <a:pt x="1535380" y="11254"/>
                  </a:lnTo>
                  <a:lnTo>
                    <a:pt x="1587728" y="14207"/>
                  </a:lnTo>
                  <a:lnTo>
                    <a:pt x="1656799" y="18541"/>
                  </a:lnTo>
                  <a:lnTo>
                    <a:pt x="1740323" y="24407"/>
                  </a:lnTo>
                  <a:lnTo>
                    <a:pt x="1834687" y="31874"/>
                  </a:lnTo>
                  <a:lnTo>
                    <a:pt x="1935651" y="40950"/>
                  </a:lnTo>
                  <a:lnTo>
                    <a:pt x="2039044" y="51607"/>
                  </a:lnTo>
                  <a:lnTo>
                    <a:pt x="2141290" y="63811"/>
                  </a:lnTo>
                  <a:lnTo>
                    <a:pt x="2239678" y="77548"/>
                  </a:lnTo>
                  <a:lnTo>
                    <a:pt x="2332425" y="92849"/>
                  </a:lnTo>
                  <a:lnTo>
                    <a:pt x="2418572" y="109797"/>
                  </a:lnTo>
                  <a:lnTo>
                    <a:pt x="2497824" y="128534"/>
                  </a:lnTo>
                  <a:lnTo>
                    <a:pt x="2570362" y="149261"/>
                  </a:lnTo>
                  <a:lnTo>
                    <a:pt x="2636691" y="172231"/>
                  </a:lnTo>
                  <a:lnTo>
                    <a:pt x="2697507" y="197745"/>
                  </a:lnTo>
                  <a:lnTo>
                    <a:pt x="2753603" y="226128"/>
                  </a:lnTo>
                  <a:lnTo>
                    <a:pt x="2805802" y="257704"/>
                  </a:lnTo>
                  <a:lnTo>
                    <a:pt x="2854904" y="292748"/>
                  </a:lnTo>
                  <a:lnTo>
                    <a:pt x="2896531" y="326919"/>
                  </a:lnTo>
                  <a:lnTo>
                    <a:pt x="2939949" y="367083"/>
                  </a:lnTo>
                  <a:lnTo>
                    <a:pt x="2982155" y="410652"/>
                  </a:lnTo>
                  <a:lnTo>
                    <a:pt x="3023530" y="457692"/>
                  </a:lnTo>
                  <a:lnTo>
                    <a:pt x="3064371" y="508192"/>
                  </a:lnTo>
                  <a:lnTo>
                    <a:pt x="3104902" y="562053"/>
                  </a:lnTo>
                  <a:lnTo>
                    <a:pt x="3145287" y="619086"/>
                  </a:lnTo>
                  <a:lnTo>
                    <a:pt x="3185641" y="679003"/>
                  </a:lnTo>
                  <a:lnTo>
                    <a:pt x="3226030" y="741422"/>
                  </a:lnTo>
                  <a:lnTo>
                    <a:pt x="3266486" y="805874"/>
                  </a:lnTo>
                  <a:lnTo>
                    <a:pt x="3307010" y="871815"/>
                  </a:lnTo>
                  <a:lnTo>
                    <a:pt x="3347581" y="938641"/>
                  </a:lnTo>
                  <a:lnTo>
                    <a:pt x="3388166" y="1005717"/>
                  </a:lnTo>
                  <a:lnTo>
                    <a:pt x="3428728" y="1072394"/>
                  </a:lnTo>
                  <a:lnTo>
                    <a:pt x="3469237" y="1138041"/>
                  </a:lnTo>
                  <a:lnTo>
                    <a:pt x="3509677" y="1202069"/>
                  </a:lnTo>
                  <a:lnTo>
                    <a:pt x="3550054" y="1263947"/>
                  </a:lnTo>
                  <a:lnTo>
                    <a:pt x="3590407" y="1323226"/>
                  </a:lnTo>
                  <a:lnTo>
                    <a:pt x="3630815" y="1379545"/>
                  </a:lnTo>
                  <a:lnTo>
                    <a:pt x="3671401" y="1432641"/>
                  </a:lnTo>
                  <a:lnTo>
                    <a:pt x="3712343" y="1482345"/>
                  </a:lnTo>
                  <a:lnTo>
                    <a:pt x="3753882" y="1528579"/>
                  </a:lnTo>
                  <a:lnTo>
                    <a:pt x="3796331" y="1571350"/>
                  </a:lnTo>
                  <a:lnTo>
                    <a:pt x="3829811" y="1601907"/>
                  </a:lnTo>
                  <a:lnTo>
                    <a:pt x="3876770" y="1640154"/>
                  </a:lnTo>
                  <a:lnTo>
                    <a:pt x="3926178" y="1674801"/>
                  </a:lnTo>
                  <a:lnTo>
                    <a:pt x="3978770" y="1706008"/>
                  </a:lnTo>
                  <a:lnTo>
                    <a:pt x="4035351" y="1734055"/>
                  </a:lnTo>
                  <a:lnTo>
                    <a:pt x="4096741" y="1759270"/>
                  </a:lnTo>
                  <a:lnTo>
                    <a:pt x="4163729" y="1781977"/>
                  </a:lnTo>
                  <a:lnTo>
                    <a:pt x="4236994" y="1802471"/>
                  </a:lnTo>
                  <a:lnTo>
                    <a:pt x="4317011" y="1821000"/>
                  </a:lnTo>
                  <a:lnTo>
                    <a:pt x="4403917" y="1837759"/>
                  </a:lnTo>
                  <a:lnTo>
                    <a:pt x="4497352" y="1852883"/>
                  </a:lnTo>
                  <a:lnTo>
                    <a:pt x="4596275" y="1866449"/>
                  </a:lnTo>
                  <a:lnTo>
                    <a:pt x="4698798" y="1878481"/>
                  </a:lnTo>
                  <a:lnTo>
                    <a:pt x="4802112" y="1888964"/>
                  </a:lnTo>
                  <a:lnTo>
                    <a:pt x="4902555" y="1897863"/>
                  </a:lnTo>
                  <a:lnTo>
                    <a:pt x="4995918" y="1905151"/>
                  </a:lnTo>
                  <a:lnTo>
                    <a:pt x="5077994" y="1910841"/>
                  </a:lnTo>
                  <a:lnTo>
                    <a:pt x="5145287" y="1915013"/>
                  </a:lnTo>
                  <a:lnTo>
                    <a:pt x="5195713" y="1917825"/>
                  </a:lnTo>
                  <a:lnTo>
                    <a:pt x="5229091" y="1919506"/>
                  </a:lnTo>
                  <a:lnTo>
                    <a:pt x="5247297" y="1920338"/>
                  </a:lnTo>
                  <a:lnTo>
                    <a:pt x="5254111" y="1920622"/>
                  </a:lnTo>
                  <a:lnTo>
                    <a:pt x="5254955" y="1920654"/>
                  </a:lnTo>
                  <a:lnTo>
                    <a:pt x="6726343" y="1920654"/>
                  </a:lnTo>
                  <a:lnTo>
                    <a:pt x="6727479" y="1920723"/>
                  </a:lnTo>
                  <a:lnTo>
                    <a:pt x="6734950" y="1921215"/>
                  </a:lnTo>
                  <a:lnTo>
                    <a:pt x="6753785" y="1922573"/>
                  </a:lnTo>
                  <a:lnTo>
                    <a:pt x="6787462" y="1925247"/>
                  </a:lnTo>
                  <a:lnTo>
                    <a:pt x="6837663" y="1929654"/>
                  </a:lnTo>
                  <a:lnTo>
                    <a:pt x="6904147" y="1936131"/>
                  </a:lnTo>
                  <a:lnTo>
                    <a:pt x="6984897" y="1944914"/>
                  </a:lnTo>
                  <a:lnTo>
                    <a:pt x="7076584" y="1956119"/>
                  </a:lnTo>
                  <a:lnTo>
                    <a:pt x="7175209" y="1969767"/>
                  </a:lnTo>
                  <a:lnTo>
                    <a:pt x="7276759" y="1985821"/>
                  </a:lnTo>
                  <a:lnTo>
                    <a:pt x="7377720" y="2004226"/>
                  </a:lnTo>
                  <a:lnTo>
                    <a:pt x="7475361" y="2024958"/>
                  </a:lnTo>
                  <a:lnTo>
                    <a:pt x="7567822" y="2048045"/>
                  </a:lnTo>
                  <a:lnTo>
                    <a:pt x="7654040" y="2073595"/>
                  </a:lnTo>
                  <a:lnTo>
                    <a:pt x="7733608" y="2101800"/>
                  </a:lnTo>
                  <a:lnTo>
                    <a:pt x="7806605" y="2132938"/>
                  </a:lnTo>
                  <a:lnTo>
                    <a:pt x="7873445" y="2167368"/>
                  </a:lnTo>
                  <a:lnTo>
                    <a:pt x="7934749" y="2205521"/>
                  </a:lnTo>
                  <a:lnTo>
                    <a:pt x="7991254" y="2247874"/>
                  </a:lnTo>
                  <a:lnTo>
                    <a:pt x="8043739" y="2294919"/>
                  </a:lnTo>
                  <a:lnTo>
                    <a:pt x="8092977" y="2347099"/>
                  </a:lnTo>
                  <a:lnTo>
                    <a:pt x="8139686" y="2404706"/>
                  </a:lnTo>
                  <a:lnTo>
                    <a:pt x="8151487" y="2420569"/>
                  </a:lnTo>
                  <a:lnTo>
                    <a:pt x="8188315" y="2473527"/>
                  </a:lnTo>
                  <a:lnTo>
                    <a:pt x="8224230" y="2530294"/>
                  </a:lnTo>
                  <a:lnTo>
                    <a:pt x="8259475" y="2590947"/>
                  </a:lnTo>
                  <a:lnTo>
                    <a:pt x="8294247" y="2655504"/>
                  </a:lnTo>
                  <a:lnTo>
                    <a:pt x="8328705" y="2723918"/>
                  </a:lnTo>
                  <a:lnTo>
                    <a:pt x="8362974" y="2796070"/>
                  </a:lnTo>
                  <a:lnTo>
                    <a:pt x="8397146" y="2871765"/>
                  </a:lnTo>
                  <a:lnTo>
                    <a:pt x="8431291" y="2950730"/>
                  </a:lnTo>
                  <a:lnTo>
                    <a:pt x="8465454" y="3032615"/>
                  </a:lnTo>
                  <a:lnTo>
                    <a:pt x="8499659" y="3117000"/>
                  </a:lnTo>
                  <a:lnTo>
                    <a:pt x="8533916" y="3203396"/>
                  </a:lnTo>
                  <a:lnTo>
                    <a:pt x="8568217" y="3291262"/>
                  </a:lnTo>
                  <a:lnTo>
                    <a:pt x="8602550" y="3380016"/>
                  </a:lnTo>
                  <a:lnTo>
                    <a:pt x="8636893" y="3469049"/>
                  </a:lnTo>
                  <a:lnTo>
                    <a:pt x="8671224" y="3557745"/>
                  </a:lnTo>
                  <a:lnTo>
                    <a:pt x="8705522" y="3645499"/>
                  </a:lnTo>
                  <a:lnTo>
                    <a:pt x="8739773" y="3731730"/>
                  </a:lnTo>
                  <a:lnTo>
                    <a:pt x="8773974" y="3815902"/>
                  </a:lnTo>
                  <a:lnTo>
                    <a:pt x="8808134" y="3897533"/>
                  </a:lnTo>
                  <a:lnTo>
                    <a:pt x="8842279" y="3976207"/>
                  </a:lnTo>
                  <a:lnTo>
                    <a:pt x="8876458" y="4051583"/>
                  </a:lnTo>
                  <a:lnTo>
                    <a:pt x="8910739" y="4123395"/>
                  </a:lnTo>
                  <a:lnTo>
                    <a:pt x="8945220" y="4191455"/>
                  </a:lnTo>
                  <a:lnTo>
                    <a:pt x="8980029" y="4255651"/>
                  </a:lnTo>
                  <a:lnTo>
                    <a:pt x="9015328" y="4315941"/>
                  </a:lnTo>
                  <a:lnTo>
                    <a:pt x="9051316" y="4372350"/>
                  </a:lnTo>
                  <a:lnTo>
                    <a:pt x="9084767" y="4420229"/>
                  </a:lnTo>
                  <a:lnTo>
                    <a:pt x="9130924" y="4479261"/>
                  </a:lnTo>
                  <a:lnTo>
                    <a:pt x="9179440" y="4532832"/>
                  </a:lnTo>
                  <a:lnTo>
                    <a:pt x="9231008" y="4581173"/>
                  </a:lnTo>
                  <a:lnTo>
                    <a:pt x="9286393" y="4624698"/>
                  </a:lnTo>
                  <a:lnTo>
                    <a:pt x="9346377" y="4663895"/>
                  </a:lnTo>
                  <a:lnTo>
                    <a:pt x="9411713" y="4699248"/>
                  </a:lnTo>
                  <a:lnTo>
                    <a:pt x="9483060" y="4731204"/>
                  </a:lnTo>
                  <a:lnTo>
                    <a:pt x="9560897" y="4760141"/>
                  </a:lnTo>
                  <a:lnTo>
                    <a:pt x="9645404" y="4786359"/>
                  </a:lnTo>
                  <a:lnTo>
                    <a:pt x="9736315" y="4810072"/>
                  </a:lnTo>
                  <a:lnTo>
                    <a:pt x="9832755" y="4831410"/>
                  </a:lnTo>
                  <a:lnTo>
                    <a:pt x="9933081" y="4850420"/>
                  </a:lnTo>
                  <a:lnTo>
                    <a:pt x="10034788" y="4867089"/>
                  </a:lnTo>
                  <a:lnTo>
                    <a:pt x="10134546" y="4881368"/>
                  </a:lnTo>
                  <a:lnTo>
                    <a:pt x="10228431" y="4893209"/>
                  </a:lnTo>
                  <a:lnTo>
                    <a:pt x="10312382" y="4902614"/>
                  </a:lnTo>
                  <a:lnTo>
                    <a:pt x="10382829" y="4909673"/>
                  </a:lnTo>
                  <a:lnTo>
                    <a:pt x="10437361" y="4914588"/>
                  </a:lnTo>
                  <a:lnTo>
                    <a:pt x="10475247" y="4917675"/>
                  </a:lnTo>
                  <a:lnTo>
                    <a:pt x="10497672" y="4919333"/>
                  </a:lnTo>
                  <a:lnTo>
                    <a:pt x="10507670" y="4920006"/>
                  </a:lnTo>
                  <a:lnTo>
                    <a:pt x="10509911" y="4920144"/>
                  </a:lnTo>
                  <a:lnTo>
                    <a:pt x="11981298" y="4920144"/>
                  </a:lnTo>
                  <a:lnTo>
                    <a:pt x="11981298" y="4911971"/>
                  </a:lnTo>
                  <a:lnTo>
                    <a:pt x="10509911" y="4911971"/>
                  </a:lnTo>
                  <a:lnTo>
                    <a:pt x="10508774" y="4911903"/>
                  </a:lnTo>
                  <a:lnTo>
                    <a:pt x="10501303" y="4911411"/>
                  </a:lnTo>
                  <a:lnTo>
                    <a:pt x="10482468" y="4910053"/>
                  </a:lnTo>
                  <a:lnTo>
                    <a:pt x="10448791" y="4907378"/>
                  </a:lnTo>
                  <a:lnTo>
                    <a:pt x="10398590" y="4902972"/>
                  </a:lnTo>
                  <a:lnTo>
                    <a:pt x="10332106" y="4896494"/>
                  </a:lnTo>
                  <a:lnTo>
                    <a:pt x="10251356" y="4887712"/>
                  </a:lnTo>
                  <a:lnTo>
                    <a:pt x="10159669" y="4876507"/>
                  </a:lnTo>
                  <a:lnTo>
                    <a:pt x="10061044" y="4862858"/>
                  </a:lnTo>
                  <a:lnTo>
                    <a:pt x="9959494" y="4846805"/>
                  </a:lnTo>
                  <a:lnTo>
                    <a:pt x="9858533" y="4828399"/>
                  </a:lnTo>
                  <a:lnTo>
                    <a:pt x="9760892" y="4807668"/>
                  </a:lnTo>
                  <a:lnTo>
                    <a:pt x="9668431" y="4784581"/>
                  </a:lnTo>
                  <a:lnTo>
                    <a:pt x="9582213" y="4759031"/>
                  </a:lnTo>
                  <a:lnTo>
                    <a:pt x="9502645" y="4730826"/>
                  </a:lnTo>
                  <a:lnTo>
                    <a:pt x="9429648" y="4699688"/>
                  </a:lnTo>
                  <a:lnTo>
                    <a:pt x="9362808" y="4665257"/>
                  </a:lnTo>
                  <a:lnTo>
                    <a:pt x="9301504" y="4627105"/>
                  </a:lnTo>
                  <a:lnTo>
                    <a:pt x="9244999" y="4584752"/>
                  </a:lnTo>
                  <a:lnTo>
                    <a:pt x="9192514" y="4537707"/>
                  </a:lnTo>
                  <a:lnTo>
                    <a:pt x="9143276" y="4485527"/>
                  </a:lnTo>
                  <a:lnTo>
                    <a:pt x="9096567" y="4427920"/>
                  </a:lnTo>
                  <a:lnTo>
                    <a:pt x="9084767" y="4412056"/>
                  </a:lnTo>
                  <a:lnTo>
                    <a:pt x="9047938" y="4359098"/>
                  </a:lnTo>
                  <a:lnTo>
                    <a:pt x="9012023" y="4302332"/>
                  </a:lnTo>
                  <a:lnTo>
                    <a:pt x="8976778" y="4241679"/>
                  </a:lnTo>
                  <a:lnTo>
                    <a:pt x="8942006" y="4177121"/>
                  </a:lnTo>
                  <a:lnTo>
                    <a:pt x="8907548" y="4108707"/>
                  </a:lnTo>
                  <a:lnTo>
                    <a:pt x="8873280" y="4036555"/>
                  </a:lnTo>
                  <a:lnTo>
                    <a:pt x="8839107" y="3960860"/>
                  </a:lnTo>
                  <a:lnTo>
                    <a:pt x="8804962" y="3881896"/>
                  </a:lnTo>
                  <a:lnTo>
                    <a:pt x="8770799" y="3800010"/>
                  </a:lnTo>
                  <a:lnTo>
                    <a:pt x="8736594" y="3715626"/>
                  </a:lnTo>
                  <a:lnTo>
                    <a:pt x="8702338" y="3629230"/>
                  </a:lnTo>
                  <a:lnTo>
                    <a:pt x="8668036" y="3541364"/>
                  </a:lnTo>
                  <a:lnTo>
                    <a:pt x="8633703" y="3452610"/>
                  </a:lnTo>
                  <a:lnTo>
                    <a:pt x="8599360" y="3363577"/>
                  </a:lnTo>
                  <a:lnTo>
                    <a:pt x="8565029" y="3274880"/>
                  </a:lnTo>
                  <a:lnTo>
                    <a:pt x="8530731" y="3187127"/>
                  </a:lnTo>
                  <a:lnTo>
                    <a:pt x="8496480" y="3100895"/>
                  </a:lnTo>
                  <a:lnTo>
                    <a:pt x="8462279" y="3016724"/>
                  </a:lnTo>
                  <a:lnTo>
                    <a:pt x="8428119" y="2935093"/>
                  </a:lnTo>
                  <a:lnTo>
                    <a:pt x="8393974" y="2856418"/>
                  </a:lnTo>
                  <a:lnTo>
                    <a:pt x="8359796" y="2781042"/>
                  </a:lnTo>
                  <a:lnTo>
                    <a:pt x="8325514" y="2709230"/>
                  </a:lnTo>
                  <a:lnTo>
                    <a:pt x="8291033" y="2641171"/>
                  </a:lnTo>
                  <a:lnTo>
                    <a:pt x="8256224" y="2576975"/>
                  </a:lnTo>
                  <a:lnTo>
                    <a:pt x="8220926" y="2516685"/>
                  </a:lnTo>
                  <a:lnTo>
                    <a:pt x="8184937" y="2460276"/>
                  </a:lnTo>
                  <a:lnTo>
                    <a:pt x="8151487" y="2412396"/>
                  </a:lnTo>
                  <a:lnTo>
                    <a:pt x="8105329" y="2353364"/>
                  </a:lnTo>
                  <a:lnTo>
                    <a:pt x="8056814" y="2299793"/>
                  </a:lnTo>
                  <a:lnTo>
                    <a:pt x="8005245" y="2251453"/>
                  </a:lnTo>
                  <a:lnTo>
                    <a:pt x="7949860" y="2207927"/>
                  </a:lnTo>
                  <a:lnTo>
                    <a:pt x="7889876" y="2168731"/>
                  </a:lnTo>
                  <a:lnTo>
                    <a:pt x="7824540" y="2133377"/>
                  </a:lnTo>
                  <a:lnTo>
                    <a:pt x="7753193" y="2101422"/>
                  </a:lnTo>
                  <a:lnTo>
                    <a:pt x="7675356" y="2072485"/>
                  </a:lnTo>
                  <a:lnTo>
                    <a:pt x="7590849" y="2046267"/>
                  </a:lnTo>
                  <a:lnTo>
                    <a:pt x="7499938" y="2022554"/>
                  </a:lnTo>
                  <a:lnTo>
                    <a:pt x="7403498" y="2001216"/>
                  </a:lnTo>
                  <a:lnTo>
                    <a:pt x="7303172" y="1982205"/>
                  </a:lnTo>
                  <a:lnTo>
                    <a:pt x="7201465" y="1965536"/>
                  </a:lnTo>
                  <a:lnTo>
                    <a:pt x="7101707" y="1951258"/>
                  </a:lnTo>
                  <a:lnTo>
                    <a:pt x="7007822" y="1939417"/>
                  </a:lnTo>
                  <a:lnTo>
                    <a:pt x="6923871" y="1930012"/>
                  </a:lnTo>
                  <a:lnTo>
                    <a:pt x="6853424" y="1922953"/>
                  </a:lnTo>
                  <a:lnTo>
                    <a:pt x="6798892" y="1918037"/>
                  </a:lnTo>
                  <a:lnTo>
                    <a:pt x="6761006" y="1914951"/>
                  </a:lnTo>
                  <a:lnTo>
                    <a:pt x="6738581" y="1913293"/>
                  </a:lnTo>
                  <a:lnTo>
                    <a:pt x="6728583" y="1912620"/>
                  </a:lnTo>
                  <a:lnTo>
                    <a:pt x="6726343" y="1912481"/>
                  </a:lnTo>
                  <a:lnTo>
                    <a:pt x="5254955" y="1912481"/>
                  </a:lnTo>
                  <a:lnTo>
                    <a:pt x="5253761" y="1912435"/>
                  </a:lnTo>
                  <a:lnTo>
                    <a:pt x="5245919" y="1912105"/>
                  </a:lnTo>
                  <a:lnTo>
                    <a:pt x="5226180" y="1911194"/>
                  </a:lnTo>
                  <a:lnTo>
                    <a:pt x="5190962" y="1909400"/>
                  </a:lnTo>
                  <a:lnTo>
                    <a:pt x="5138614" y="1906447"/>
                  </a:lnTo>
                  <a:lnTo>
                    <a:pt x="5069543" y="1902112"/>
                  </a:lnTo>
                  <a:lnTo>
                    <a:pt x="4986019" y="1896247"/>
                  </a:lnTo>
                  <a:lnTo>
                    <a:pt x="4891655" y="1888780"/>
                  </a:lnTo>
                  <a:lnTo>
                    <a:pt x="4790691" y="1879703"/>
                  </a:lnTo>
                  <a:lnTo>
                    <a:pt x="4687298" y="1869046"/>
                  </a:lnTo>
                  <a:lnTo>
                    <a:pt x="4585052" y="1856843"/>
                  </a:lnTo>
                  <a:lnTo>
                    <a:pt x="4486664" y="1843106"/>
                  </a:lnTo>
                  <a:lnTo>
                    <a:pt x="4393917" y="1827805"/>
                  </a:lnTo>
                  <a:lnTo>
                    <a:pt x="4307770" y="1810857"/>
                  </a:lnTo>
                  <a:lnTo>
                    <a:pt x="4228519" y="1792120"/>
                  </a:lnTo>
                  <a:lnTo>
                    <a:pt x="4155980" y="1771393"/>
                  </a:lnTo>
                  <a:lnTo>
                    <a:pt x="4089651" y="1748422"/>
                  </a:lnTo>
                  <a:lnTo>
                    <a:pt x="4028835" y="1722909"/>
                  </a:lnTo>
                  <a:lnTo>
                    <a:pt x="3972739" y="1694526"/>
                  </a:lnTo>
                  <a:lnTo>
                    <a:pt x="3920540" y="1662949"/>
                  </a:lnTo>
                  <a:lnTo>
                    <a:pt x="3871439" y="1627906"/>
                  </a:lnTo>
                  <a:lnTo>
                    <a:pt x="3829811" y="1593734"/>
                  </a:lnTo>
                  <a:lnTo>
                    <a:pt x="3786393" y="1553571"/>
                  </a:lnTo>
                  <a:lnTo>
                    <a:pt x="3744187" y="1510002"/>
                  </a:lnTo>
                  <a:lnTo>
                    <a:pt x="3702812" y="1462961"/>
                  </a:lnTo>
                  <a:lnTo>
                    <a:pt x="3661971" y="1412462"/>
                  </a:lnTo>
                  <a:lnTo>
                    <a:pt x="3621441" y="1358600"/>
                  </a:lnTo>
                  <a:lnTo>
                    <a:pt x="3581055" y="1301568"/>
                  </a:lnTo>
                  <a:lnTo>
                    <a:pt x="3540701" y="1241651"/>
                  </a:lnTo>
                  <a:lnTo>
                    <a:pt x="3500312" y="1179232"/>
                  </a:lnTo>
                  <a:lnTo>
                    <a:pt x="3459856" y="1114779"/>
                  </a:lnTo>
                  <a:lnTo>
                    <a:pt x="3419333" y="1048839"/>
                  </a:lnTo>
                  <a:lnTo>
                    <a:pt x="3378762" y="982012"/>
                  </a:lnTo>
                  <a:lnTo>
                    <a:pt x="3338176" y="914937"/>
                  </a:lnTo>
                  <a:lnTo>
                    <a:pt x="3297614" y="848260"/>
                  </a:lnTo>
                  <a:lnTo>
                    <a:pt x="3257105" y="782612"/>
                  </a:lnTo>
                  <a:lnTo>
                    <a:pt x="3216665" y="718585"/>
                  </a:lnTo>
                  <a:lnTo>
                    <a:pt x="3176288" y="656707"/>
                  </a:lnTo>
                  <a:lnTo>
                    <a:pt x="3135935" y="597428"/>
                  </a:lnTo>
                  <a:lnTo>
                    <a:pt x="3095527" y="541108"/>
                  </a:lnTo>
                  <a:lnTo>
                    <a:pt x="3054941" y="488012"/>
                  </a:lnTo>
                  <a:lnTo>
                    <a:pt x="3013999" y="438309"/>
                  </a:lnTo>
                  <a:lnTo>
                    <a:pt x="2972461" y="392075"/>
                  </a:lnTo>
                  <a:lnTo>
                    <a:pt x="2930011" y="349303"/>
                  </a:lnTo>
                  <a:lnTo>
                    <a:pt x="2896531" y="318746"/>
                  </a:lnTo>
                  <a:lnTo>
                    <a:pt x="2849572" y="280500"/>
                  </a:lnTo>
                  <a:lnTo>
                    <a:pt x="2800164" y="245852"/>
                  </a:lnTo>
                  <a:lnTo>
                    <a:pt x="2747572" y="214646"/>
                  </a:lnTo>
                  <a:lnTo>
                    <a:pt x="2690992" y="186599"/>
                  </a:lnTo>
                  <a:lnTo>
                    <a:pt x="2629601" y="161384"/>
                  </a:lnTo>
                  <a:lnTo>
                    <a:pt x="2562613" y="138677"/>
                  </a:lnTo>
                  <a:lnTo>
                    <a:pt x="2489348" y="118183"/>
                  </a:lnTo>
                  <a:lnTo>
                    <a:pt x="2409331" y="99654"/>
                  </a:lnTo>
                  <a:lnTo>
                    <a:pt x="2322425" y="82895"/>
                  </a:lnTo>
                  <a:lnTo>
                    <a:pt x="2228990" y="67771"/>
                  </a:lnTo>
                  <a:lnTo>
                    <a:pt x="2130068" y="54205"/>
                  </a:lnTo>
                  <a:lnTo>
                    <a:pt x="2027544" y="42172"/>
                  </a:lnTo>
                  <a:lnTo>
                    <a:pt x="1924230" y="31689"/>
                  </a:lnTo>
                  <a:lnTo>
                    <a:pt x="1823787" y="22791"/>
                  </a:lnTo>
                  <a:lnTo>
                    <a:pt x="1730424" y="15503"/>
                  </a:lnTo>
                  <a:lnTo>
                    <a:pt x="1648348" y="9813"/>
                  </a:lnTo>
                  <a:lnTo>
                    <a:pt x="1581055" y="5641"/>
                  </a:lnTo>
                  <a:lnTo>
                    <a:pt x="1530629" y="2829"/>
                  </a:lnTo>
                  <a:lnTo>
                    <a:pt x="1497251" y="1147"/>
                  </a:lnTo>
                  <a:lnTo>
                    <a:pt x="1479045" y="316"/>
                  </a:lnTo>
                  <a:lnTo>
                    <a:pt x="1472231" y="32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294" name="pl294"/>
            <p:cNvSpPr/>
            <p:nvPr/>
          </p:nvSpPr>
          <p:spPr>
            <a:xfrm>
              <a:off x="4799595" y="4513909"/>
              <a:ext cx="11981298" cy="4911971"/>
            </a:xfrm>
            <a:custGeom>
              <a:avLst/>
              <a:pathLst>
                <a:path w="11981298" h="4911971">
                  <a:moveTo>
                    <a:pt x="0" y="0"/>
                  </a:moveTo>
                  <a:lnTo>
                    <a:pt x="1471387" y="0"/>
                  </a:lnTo>
                  <a:lnTo>
                    <a:pt x="1472581" y="46"/>
                  </a:lnTo>
                  <a:lnTo>
                    <a:pt x="1480423" y="375"/>
                  </a:lnTo>
                  <a:lnTo>
                    <a:pt x="1500162" y="1287"/>
                  </a:lnTo>
                  <a:lnTo>
                    <a:pt x="1535380" y="3081"/>
                  </a:lnTo>
                  <a:lnTo>
                    <a:pt x="1587728" y="6034"/>
                  </a:lnTo>
                  <a:lnTo>
                    <a:pt x="1656799" y="10368"/>
                  </a:lnTo>
                  <a:lnTo>
                    <a:pt x="1740323" y="16234"/>
                  </a:lnTo>
                  <a:lnTo>
                    <a:pt x="1834687" y="23701"/>
                  </a:lnTo>
                  <a:lnTo>
                    <a:pt x="1935651" y="32777"/>
                  </a:lnTo>
                  <a:lnTo>
                    <a:pt x="2039044" y="43434"/>
                  </a:lnTo>
                  <a:lnTo>
                    <a:pt x="2141290" y="55638"/>
                  </a:lnTo>
                  <a:lnTo>
                    <a:pt x="2239678" y="69375"/>
                  </a:lnTo>
                  <a:lnTo>
                    <a:pt x="2332425" y="84676"/>
                  </a:lnTo>
                  <a:lnTo>
                    <a:pt x="2418572" y="101624"/>
                  </a:lnTo>
                  <a:lnTo>
                    <a:pt x="2497824" y="120361"/>
                  </a:lnTo>
                  <a:lnTo>
                    <a:pt x="2570362" y="141088"/>
                  </a:lnTo>
                  <a:lnTo>
                    <a:pt x="2636691" y="164058"/>
                  </a:lnTo>
                  <a:lnTo>
                    <a:pt x="2697507" y="189572"/>
                  </a:lnTo>
                  <a:lnTo>
                    <a:pt x="2753603" y="217955"/>
                  </a:lnTo>
                  <a:lnTo>
                    <a:pt x="2805802" y="249531"/>
                  </a:lnTo>
                  <a:lnTo>
                    <a:pt x="2854904" y="284575"/>
                  </a:lnTo>
                  <a:lnTo>
                    <a:pt x="2896531" y="318746"/>
                  </a:lnTo>
                  <a:lnTo>
                    <a:pt x="2939949" y="358910"/>
                  </a:lnTo>
                  <a:lnTo>
                    <a:pt x="2982155" y="402479"/>
                  </a:lnTo>
                  <a:lnTo>
                    <a:pt x="3023530" y="449519"/>
                  </a:lnTo>
                  <a:lnTo>
                    <a:pt x="3064371" y="500019"/>
                  </a:lnTo>
                  <a:lnTo>
                    <a:pt x="3104902" y="553880"/>
                  </a:lnTo>
                  <a:lnTo>
                    <a:pt x="3145287" y="610913"/>
                  </a:lnTo>
                  <a:lnTo>
                    <a:pt x="3185641" y="670830"/>
                  </a:lnTo>
                  <a:lnTo>
                    <a:pt x="3226030" y="733249"/>
                  </a:lnTo>
                  <a:lnTo>
                    <a:pt x="3266486" y="797701"/>
                  </a:lnTo>
                  <a:lnTo>
                    <a:pt x="3307010" y="863642"/>
                  </a:lnTo>
                  <a:lnTo>
                    <a:pt x="3347581" y="930468"/>
                  </a:lnTo>
                  <a:lnTo>
                    <a:pt x="3388166" y="997544"/>
                  </a:lnTo>
                  <a:lnTo>
                    <a:pt x="3428728" y="1064221"/>
                  </a:lnTo>
                  <a:lnTo>
                    <a:pt x="3469237" y="1129868"/>
                  </a:lnTo>
                  <a:lnTo>
                    <a:pt x="3509677" y="1193896"/>
                  </a:lnTo>
                  <a:lnTo>
                    <a:pt x="3550054" y="1255774"/>
                  </a:lnTo>
                  <a:lnTo>
                    <a:pt x="3590407" y="1315053"/>
                  </a:lnTo>
                  <a:lnTo>
                    <a:pt x="3630815" y="1371372"/>
                  </a:lnTo>
                  <a:lnTo>
                    <a:pt x="3671401" y="1424468"/>
                  </a:lnTo>
                  <a:lnTo>
                    <a:pt x="3712343" y="1474172"/>
                  </a:lnTo>
                  <a:lnTo>
                    <a:pt x="3753882" y="1520406"/>
                  </a:lnTo>
                  <a:lnTo>
                    <a:pt x="3796331" y="1563177"/>
                  </a:lnTo>
                  <a:lnTo>
                    <a:pt x="3829811" y="1593734"/>
                  </a:lnTo>
                  <a:lnTo>
                    <a:pt x="3876770" y="1631981"/>
                  </a:lnTo>
                  <a:lnTo>
                    <a:pt x="3926178" y="1666628"/>
                  </a:lnTo>
                  <a:lnTo>
                    <a:pt x="3978770" y="1697835"/>
                  </a:lnTo>
                  <a:lnTo>
                    <a:pt x="4035351" y="1725882"/>
                  </a:lnTo>
                  <a:lnTo>
                    <a:pt x="4096741" y="1751097"/>
                  </a:lnTo>
                  <a:lnTo>
                    <a:pt x="4163729" y="1773804"/>
                  </a:lnTo>
                  <a:lnTo>
                    <a:pt x="4236994" y="1794298"/>
                  </a:lnTo>
                  <a:lnTo>
                    <a:pt x="4317011" y="1812827"/>
                  </a:lnTo>
                  <a:lnTo>
                    <a:pt x="4403917" y="1829586"/>
                  </a:lnTo>
                  <a:lnTo>
                    <a:pt x="4497352" y="1844710"/>
                  </a:lnTo>
                  <a:lnTo>
                    <a:pt x="4596275" y="1858276"/>
                  </a:lnTo>
                  <a:lnTo>
                    <a:pt x="4698798" y="1870308"/>
                  </a:lnTo>
                  <a:lnTo>
                    <a:pt x="4802112" y="1880791"/>
                  </a:lnTo>
                  <a:lnTo>
                    <a:pt x="4902555" y="1889690"/>
                  </a:lnTo>
                  <a:lnTo>
                    <a:pt x="4995918" y="1896978"/>
                  </a:lnTo>
                  <a:lnTo>
                    <a:pt x="5077994" y="1902668"/>
                  </a:lnTo>
                  <a:lnTo>
                    <a:pt x="5145287" y="1906840"/>
                  </a:lnTo>
                  <a:lnTo>
                    <a:pt x="5195713" y="1909652"/>
                  </a:lnTo>
                  <a:lnTo>
                    <a:pt x="5229091" y="1911333"/>
                  </a:lnTo>
                  <a:lnTo>
                    <a:pt x="5247297" y="1912165"/>
                  </a:lnTo>
                  <a:lnTo>
                    <a:pt x="5254111" y="1912449"/>
                  </a:lnTo>
                  <a:lnTo>
                    <a:pt x="5254955" y="1912481"/>
                  </a:lnTo>
                  <a:lnTo>
                    <a:pt x="6726343" y="1912481"/>
                  </a:lnTo>
                  <a:lnTo>
                    <a:pt x="6727479" y="1912550"/>
                  </a:lnTo>
                  <a:lnTo>
                    <a:pt x="6734950" y="1913042"/>
                  </a:lnTo>
                  <a:lnTo>
                    <a:pt x="6753785" y="1914400"/>
                  </a:lnTo>
                  <a:lnTo>
                    <a:pt x="6787462" y="1917074"/>
                  </a:lnTo>
                  <a:lnTo>
                    <a:pt x="6837663" y="1921481"/>
                  </a:lnTo>
                  <a:lnTo>
                    <a:pt x="6904147" y="1927958"/>
                  </a:lnTo>
                  <a:lnTo>
                    <a:pt x="6984897" y="1936741"/>
                  </a:lnTo>
                  <a:lnTo>
                    <a:pt x="7076584" y="1947946"/>
                  </a:lnTo>
                  <a:lnTo>
                    <a:pt x="7175209" y="1961594"/>
                  </a:lnTo>
                  <a:lnTo>
                    <a:pt x="7276759" y="1977648"/>
                  </a:lnTo>
                  <a:lnTo>
                    <a:pt x="7377720" y="1996053"/>
                  </a:lnTo>
                  <a:lnTo>
                    <a:pt x="7475361" y="2016785"/>
                  </a:lnTo>
                  <a:lnTo>
                    <a:pt x="7567822" y="2039872"/>
                  </a:lnTo>
                  <a:lnTo>
                    <a:pt x="7654040" y="2065422"/>
                  </a:lnTo>
                  <a:lnTo>
                    <a:pt x="7733608" y="2093627"/>
                  </a:lnTo>
                  <a:lnTo>
                    <a:pt x="7806605" y="2124765"/>
                  </a:lnTo>
                  <a:lnTo>
                    <a:pt x="7873445" y="2159195"/>
                  </a:lnTo>
                  <a:lnTo>
                    <a:pt x="7934749" y="2197348"/>
                  </a:lnTo>
                  <a:lnTo>
                    <a:pt x="7991254" y="2239701"/>
                  </a:lnTo>
                  <a:lnTo>
                    <a:pt x="8043739" y="2286746"/>
                  </a:lnTo>
                  <a:lnTo>
                    <a:pt x="8092977" y="2338926"/>
                  </a:lnTo>
                  <a:lnTo>
                    <a:pt x="8139686" y="2396533"/>
                  </a:lnTo>
                  <a:lnTo>
                    <a:pt x="8151487" y="2412396"/>
                  </a:lnTo>
                  <a:lnTo>
                    <a:pt x="8188315" y="2465354"/>
                  </a:lnTo>
                  <a:lnTo>
                    <a:pt x="8224230" y="2522121"/>
                  </a:lnTo>
                  <a:lnTo>
                    <a:pt x="8259475" y="2582774"/>
                  </a:lnTo>
                  <a:lnTo>
                    <a:pt x="8294247" y="2647331"/>
                  </a:lnTo>
                  <a:lnTo>
                    <a:pt x="8328705" y="2715745"/>
                  </a:lnTo>
                  <a:lnTo>
                    <a:pt x="8362974" y="2787898"/>
                  </a:lnTo>
                  <a:lnTo>
                    <a:pt x="8397146" y="2863592"/>
                  </a:lnTo>
                  <a:lnTo>
                    <a:pt x="8431291" y="2942557"/>
                  </a:lnTo>
                  <a:lnTo>
                    <a:pt x="8465454" y="3024442"/>
                  </a:lnTo>
                  <a:lnTo>
                    <a:pt x="8499659" y="3108827"/>
                  </a:lnTo>
                  <a:lnTo>
                    <a:pt x="8533916" y="3195223"/>
                  </a:lnTo>
                  <a:lnTo>
                    <a:pt x="8568217" y="3283089"/>
                  </a:lnTo>
                  <a:lnTo>
                    <a:pt x="8602550" y="3371843"/>
                  </a:lnTo>
                  <a:lnTo>
                    <a:pt x="8636893" y="3460876"/>
                  </a:lnTo>
                  <a:lnTo>
                    <a:pt x="8671224" y="3549572"/>
                  </a:lnTo>
                  <a:lnTo>
                    <a:pt x="8705522" y="3637326"/>
                  </a:lnTo>
                  <a:lnTo>
                    <a:pt x="8739773" y="3723557"/>
                  </a:lnTo>
                  <a:lnTo>
                    <a:pt x="8773974" y="3807729"/>
                  </a:lnTo>
                  <a:lnTo>
                    <a:pt x="8808134" y="3889360"/>
                  </a:lnTo>
                  <a:lnTo>
                    <a:pt x="8842279" y="3968034"/>
                  </a:lnTo>
                  <a:lnTo>
                    <a:pt x="8876458" y="4043410"/>
                  </a:lnTo>
                  <a:lnTo>
                    <a:pt x="8910739" y="4115222"/>
                  </a:lnTo>
                  <a:lnTo>
                    <a:pt x="8945220" y="4183282"/>
                  </a:lnTo>
                  <a:lnTo>
                    <a:pt x="8980029" y="4247478"/>
                  </a:lnTo>
                  <a:lnTo>
                    <a:pt x="9015328" y="4307768"/>
                  </a:lnTo>
                  <a:lnTo>
                    <a:pt x="9051316" y="4364177"/>
                  </a:lnTo>
                  <a:lnTo>
                    <a:pt x="9084767" y="4412056"/>
                  </a:lnTo>
                  <a:lnTo>
                    <a:pt x="9130924" y="4471088"/>
                  </a:lnTo>
                  <a:lnTo>
                    <a:pt x="9179440" y="4524659"/>
                  </a:lnTo>
                  <a:lnTo>
                    <a:pt x="9231008" y="4573000"/>
                  </a:lnTo>
                  <a:lnTo>
                    <a:pt x="9286393" y="4616525"/>
                  </a:lnTo>
                  <a:lnTo>
                    <a:pt x="9346377" y="4655722"/>
                  </a:lnTo>
                  <a:lnTo>
                    <a:pt x="9411713" y="4691075"/>
                  </a:lnTo>
                  <a:lnTo>
                    <a:pt x="9483060" y="4723031"/>
                  </a:lnTo>
                  <a:lnTo>
                    <a:pt x="9560897" y="4751968"/>
                  </a:lnTo>
                  <a:lnTo>
                    <a:pt x="9645404" y="4778186"/>
                  </a:lnTo>
                  <a:lnTo>
                    <a:pt x="9736315" y="4801899"/>
                  </a:lnTo>
                  <a:lnTo>
                    <a:pt x="9832755" y="4823237"/>
                  </a:lnTo>
                  <a:lnTo>
                    <a:pt x="9933081" y="4842247"/>
                  </a:lnTo>
                  <a:lnTo>
                    <a:pt x="10034788" y="4858916"/>
                  </a:lnTo>
                  <a:lnTo>
                    <a:pt x="10134546" y="4873195"/>
                  </a:lnTo>
                  <a:lnTo>
                    <a:pt x="10228431" y="4885036"/>
                  </a:lnTo>
                  <a:lnTo>
                    <a:pt x="10312382" y="4894441"/>
                  </a:lnTo>
                  <a:lnTo>
                    <a:pt x="10382829" y="4901500"/>
                  </a:lnTo>
                  <a:lnTo>
                    <a:pt x="10437361" y="4906415"/>
                  </a:lnTo>
                  <a:lnTo>
                    <a:pt x="10475247" y="4909502"/>
                  </a:lnTo>
                  <a:lnTo>
                    <a:pt x="10497672" y="4911160"/>
                  </a:lnTo>
                  <a:lnTo>
                    <a:pt x="10507670" y="4911833"/>
                  </a:lnTo>
                  <a:lnTo>
                    <a:pt x="10509890" y="4911970"/>
                  </a:lnTo>
                  <a:lnTo>
                    <a:pt x="10509911" y="4911971"/>
                  </a:lnTo>
                  <a:lnTo>
                    <a:pt x="11981298" y="491197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95" name="pl295"/>
            <p:cNvSpPr/>
            <p:nvPr/>
          </p:nvSpPr>
          <p:spPr>
            <a:xfrm>
              <a:off x="4799595" y="4505736"/>
              <a:ext cx="11981298" cy="4911971"/>
            </a:xfrm>
            <a:custGeom>
              <a:avLst/>
              <a:pathLst>
                <a:path w="11981298" h="4911971">
                  <a:moveTo>
                    <a:pt x="11981298" y="4911971"/>
                  </a:moveTo>
                  <a:lnTo>
                    <a:pt x="10509911" y="4911971"/>
                  </a:lnTo>
                  <a:lnTo>
                    <a:pt x="10508774" y="4911903"/>
                  </a:lnTo>
                  <a:lnTo>
                    <a:pt x="10501303" y="4911411"/>
                  </a:lnTo>
                  <a:lnTo>
                    <a:pt x="10482468" y="4910053"/>
                  </a:lnTo>
                  <a:lnTo>
                    <a:pt x="10448791" y="4907378"/>
                  </a:lnTo>
                  <a:lnTo>
                    <a:pt x="10398590" y="4902972"/>
                  </a:lnTo>
                  <a:lnTo>
                    <a:pt x="10332106" y="4896494"/>
                  </a:lnTo>
                  <a:lnTo>
                    <a:pt x="10251356" y="4887712"/>
                  </a:lnTo>
                  <a:lnTo>
                    <a:pt x="10159669" y="4876507"/>
                  </a:lnTo>
                  <a:lnTo>
                    <a:pt x="10061044" y="4862858"/>
                  </a:lnTo>
                  <a:lnTo>
                    <a:pt x="9959494" y="4846805"/>
                  </a:lnTo>
                  <a:lnTo>
                    <a:pt x="9858533" y="4828399"/>
                  </a:lnTo>
                  <a:lnTo>
                    <a:pt x="9760892" y="4807668"/>
                  </a:lnTo>
                  <a:lnTo>
                    <a:pt x="9668431" y="4784581"/>
                  </a:lnTo>
                  <a:lnTo>
                    <a:pt x="9582213" y="4759031"/>
                  </a:lnTo>
                  <a:lnTo>
                    <a:pt x="9502645" y="4730826"/>
                  </a:lnTo>
                  <a:lnTo>
                    <a:pt x="9429648" y="4699688"/>
                  </a:lnTo>
                  <a:lnTo>
                    <a:pt x="9362808" y="4665257"/>
                  </a:lnTo>
                  <a:lnTo>
                    <a:pt x="9301504" y="4627105"/>
                  </a:lnTo>
                  <a:lnTo>
                    <a:pt x="9244999" y="4584752"/>
                  </a:lnTo>
                  <a:lnTo>
                    <a:pt x="9192514" y="4537707"/>
                  </a:lnTo>
                  <a:lnTo>
                    <a:pt x="9143276" y="4485527"/>
                  </a:lnTo>
                  <a:lnTo>
                    <a:pt x="9096567" y="4427920"/>
                  </a:lnTo>
                  <a:lnTo>
                    <a:pt x="9084767" y="4412056"/>
                  </a:lnTo>
                  <a:lnTo>
                    <a:pt x="9047938" y="4359098"/>
                  </a:lnTo>
                  <a:lnTo>
                    <a:pt x="9012023" y="4302332"/>
                  </a:lnTo>
                  <a:lnTo>
                    <a:pt x="8976778" y="4241679"/>
                  </a:lnTo>
                  <a:lnTo>
                    <a:pt x="8942006" y="4177121"/>
                  </a:lnTo>
                  <a:lnTo>
                    <a:pt x="8907548" y="4108707"/>
                  </a:lnTo>
                  <a:lnTo>
                    <a:pt x="8873280" y="4036555"/>
                  </a:lnTo>
                  <a:lnTo>
                    <a:pt x="8839107" y="3960860"/>
                  </a:lnTo>
                  <a:lnTo>
                    <a:pt x="8804962" y="3881896"/>
                  </a:lnTo>
                  <a:lnTo>
                    <a:pt x="8770799" y="3800010"/>
                  </a:lnTo>
                  <a:lnTo>
                    <a:pt x="8736594" y="3715626"/>
                  </a:lnTo>
                  <a:lnTo>
                    <a:pt x="8702338" y="3629230"/>
                  </a:lnTo>
                  <a:lnTo>
                    <a:pt x="8668036" y="3541364"/>
                  </a:lnTo>
                  <a:lnTo>
                    <a:pt x="8633703" y="3452610"/>
                  </a:lnTo>
                  <a:lnTo>
                    <a:pt x="8599360" y="3363577"/>
                  </a:lnTo>
                  <a:lnTo>
                    <a:pt x="8565029" y="3274880"/>
                  </a:lnTo>
                  <a:lnTo>
                    <a:pt x="8530731" y="3187127"/>
                  </a:lnTo>
                  <a:lnTo>
                    <a:pt x="8496480" y="3100895"/>
                  </a:lnTo>
                  <a:lnTo>
                    <a:pt x="8462279" y="3016724"/>
                  </a:lnTo>
                  <a:lnTo>
                    <a:pt x="8428119" y="2935093"/>
                  </a:lnTo>
                  <a:lnTo>
                    <a:pt x="8393974" y="2856418"/>
                  </a:lnTo>
                  <a:lnTo>
                    <a:pt x="8359796" y="2781042"/>
                  </a:lnTo>
                  <a:lnTo>
                    <a:pt x="8325514" y="2709230"/>
                  </a:lnTo>
                  <a:lnTo>
                    <a:pt x="8291033" y="2641171"/>
                  </a:lnTo>
                  <a:lnTo>
                    <a:pt x="8256224" y="2576975"/>
                  </a:lnTo>
                  <a:lnTo>
                    <a:pt x="8220926" y="2516685"/>
                  </a:lnTo>
                  <a:lnTo>
                    <a:pt x="8184937" y="2460276"/>
                  </a:lnTo>
                  <a:lnTo>
                    <a:pt x="8151487" y="2412396"/>
                  </a:lnTo>
                  <a:lnTo>
                    <a:pt x="8105329" y="2353364"/>
                  </a:lnTo>
                  <a:lnTo>
                    <a:pt x="8056814" y="2299793"/>
                  </a:lnTo>
                  <a:lnTo>
                    <a:pt x="8005245" y="2251453"/>
                  </a:lnTo>
                  <a:lnTo>
                    <a:pt x="7949860" y="2207927"/>
                  </a:lnTo>
                  <a:lnTo>
                    <a:pt x="7889876" y="2168731"/>
                  </a:lnTo>
                  <a:lnTo>
                    <a:pt x="7824540" y="2133377"/>
                  </a:lnTo>
                  <a:lnTo>
                    <a:pt x="7753193" y="2101422"/>
                  </a:lnTo>
                  <a:lnTo>
                    <a:pt x="7675356" y="2072485"/>
                  </a:lnTo>
                  <a:lnTo>
                    <a:pt x="7590849" y="2046267"/>
                  </a:lnTo>
                  <a:lnTo>
                    <a:pt x="7499938" y="2022554"/>
                  </a:lnTo>
                  <a:lnTo>
                    <a:pt x="7403498" y="2001216"/>
                  </a:lnTo>
                  <a:lnTo>
                    <a:pt x="7303172" y="1982205"/>
                  </a:lnTo>
                  <a:lnTo>
                    <a:pt x="7201465" y="1965536"/>
                  </a:lnTo>
                  <a:lnTo>
                    <a:pt x="7101707" y="1951258"/>
                  </a:lnTo>
                  <a:lnTo>
                    <a:pt x="7007822" y="1939417"/>
                  </a:lnTo>
                  <a:lnTo>
                    <a:pt x="6923871" y="1930012"/>
                  </a:lnTo>
                  <a:lnTo>
                    <a:pt x="6853424" y="1922953"/>
                  </a:lnTo>
                  <a:lnTo>
                    <a:pt x="6798892" y="1918037"/>
                  </a:lnTo>
                  <a:lnTo>
                    <a:pt x="6761006" y="1914951"/>
                  </a:lnTo>
                  <a:lnTo>
                    <a:pt x="6738581" y="1913293"/>
                  </a:lnTo>
                  <a:lnTo>
                    <a:pt x="6728583" y="1912620"/>
                  </a:lnTo>
                  <a:lnTo>
                    <a:pt x="6726363" y="1912482"/>
                  </a:lnTo>
                  <a:lnTo>
                    <a:pt x="6726343" y="1912481"/>
                  </a:lnTo>
                  <a:lnTo>
                    <a:pt x="5254955" y="1912481"/>
                  </a:lnTo>
                  <a:lnTo>
                    <a:pt x="5253761" y="1912435"/>
                  </a:lnTo>
                  <a:lnTo>
                    <a:pt x="5245919" y="1912105"/>
                  </a:lnTo>
                  <a:lnTo>
                    <a:pt x="5226180" y="1911194"/>
                  </a:lnTo>
                  <a:lnTo>
                    <a:pt x="5190962" y="1909400"/>
                  </a:lnTo>
                  <a:lnTo>
                    <a:pt x="5138614" y="1906447"/>
                  </a:lnTo>
                  <a:lnTo>
                    <a:pt x="5069543" y="1902112"/>
                  </a:lnTo>
                  <a:lnTo>
                    <a:pt x="4986019" y="1896247"/>
                  </a:lnTo>
                  <a:lnTo>
                    <a:pt x="4891655" y="1888780"/>
                  </a:lnTo>
                  <a:lnTo>
                    <a:pt x="4790691" y="1879703"/>
                  </a:lnTo>
                  <a:lnTo>
                    <a:pt x="4687298" y="1869046"/>
                  </a:lnTo>
                  <a:lnTo>
                    <a:pt x="4585052" y="1856843"/>
                  </a:lnTo>
                  <a:lnTo>
                    <a:pt x="4486664" y="1843106"/>
                  </a:lnTo>
                  <a:lnTo>
                    <a:pt x="4393917" y="1827805"/>
                  </a:lnTo>
                  <a:lnTo>
                    <a:pt x="4307770" y="1810857"/>
                  </a:lnTo>
                  <a:lnTo>
                    <a:pt x="4228519" y="1792120"/>
                  </a:lnTo>
                  <a:lnTo>
                    <a:pt x="4155980" y="1771393"/>
                  </a:lnTo>
                  <a:lnTo>
                    <a:pt x="4089651" y="1748422"/>
                  </a:lnTo>
                  <a:lnTo>
                    <a:pt x="4028835" y="1722909"/>
                  </a:lnTo>
                  <a:lnTo>
                    <a:pt x="3972739" y="1694526"/>
                  </a:lnTo>
                  <a:lnTo>
                    <a:pt x="3920540" y="1662949"/>
                  </a:lnTo>
                  <a:lnTo>
                    <a:pt x="3871439" y="1627906"/>
                  </a:lnTo>
                  <a:lnTo>
                    <a:pt x="3829811" y="1593734"/>
                  </a:lnTo>
                  <a:lnTo>
                    <a:pt x="3786393" y="1553571"/>
                  </a:lnTo>
                  <a:lnTo>
                    <a:pt x="3744187" y="1510002"/>
                  </a:lnTo>
                  <a:lnTo>
                    <a:pt x="3702812" y="1462961"/>
                  </a:lnTo>
                  <a:lnTo>
                    <a:pt x="3661971" y="1412462"/>
                  </a:lnTo>
                  <a:lnTo>
                    <a:pt x="3621441" y="1358600"/>
                  </a:lnTo>
                  <a:lnTo>
                    <a:pt x="3581055" y="1301568"/>
                  </a:lnTo>
                  <a:lnTo>
                    <a:pt x="3540701" y="1241651"/>
                  </a:lnTo>
                  <a:lnTo>
                    <a:pt x="3500312" y="1179232"/>
                  </a:lnTo>
                  <a:lnTo>
                    <a:pt x="3459856" y="1114779"/>
                  </a:lnTo>
                  <a:lnTo>
                    <a:pt x="3419333" y="1048839"/>
                  </a:lnTo>
                  <a:lnTo>
                    <a:pt x="3378762" y="982012"/>
                  </a:lnTo>
                  <a:lnTo>
                    <a:pt x="3338176" y="914937"/>
                  </a:lnTo>
                  <a:lnTo>
                    <a:pt x="3297614" y="848260"/>
                  </a:lnTo>
                  <a:lnTo>
                    <a:pt x="3257105" y="782612"/>
                  </a:lnTo>
                  <a:lnTo>
                    <a:pt x="3216665" y="718585"/>
                  </a:lnTo>
                  <a:lnTo>
                    <a:pt x="3176288" y="656707"/>
                  </a:lnTo>
                  <a:lnTo>
                    <a:pt x="3135935" y="597428"/>
                  </a:lnTo>
                  <a:lnTo>
                    <a:pt x="3095527" y="541108"/>
                  </a:lnTo>
                  <a:lnTo>
                    <a:pt x="3054941" y="488012"/>
                  </a:lnTo>
                  <a:lnTo>
                    <a:pt x="3013999" y="438309"/>
                  </a:lnTo>
                  <a:lnTo>
                    <a:pt x="2972461" y="392075"/>
                  </a:lnTo>
                  <a:lnTo>
                    <a:pt x="2930011" y="349303"/>
                  </a:lnTo>
                  <a:lnTo>
                    <a:pt x="2896531" y="318746"/>
                  </a:lnTo>
                  <a:lnTo>
                    <a:pt x="2849572" y="280500"/>
                  </a:lnTo>
                  <a:lnTo>
                    <a:pt x="2800164" y="245852"/>
                  </a:lnTo>
                  <a:lnTo>
                    <a:pt x="2747572" y="214646"/>
                  </a:lnTo>
                  <a:lnTo>
                    <a:pt x="2690992" y="186599"/>
                  </a:lnTo>
                  <a:lnTo>
                    <a:pt x="2629601" y="161384"/>
                  </a:lnTo>
                  <a:lnTo>
                    <a:pt x="2562613" y="138677"/>
                  </a:lnTo>
                  <a:lnTo>
                    <a:pt x="2489348" y="118183"/>
                  </a:lnTo>
                  <a:lnTo>
                    <a:pt x="2409331" y="99654"/>
                  </a:lnTo>
                  <a:lnTo>
                    <a:pt x="2322425" y="82895"/>
                  </a:lnTo>
                  <a:lnTo>
                    <a:pt x="2228990" y="67771"/>
                  </a:lnTo>
                  <a:lnTo>
                    <a:pt x="2130068" y="54205"/>
                  </a:lnTo>
                  <a:lnTo>
                    <a:pt x="2027544" y="42172"/>
                  </a:lnTo>
                  <a:lnTo>
                    <a:pt x="1924230" y="31689"/>
                  </a:lnTo>
                  <a:lnTo>
                    <a:pt x="1823787" y="22791"/>
                  </a:lnTo>
                  <a:lnTo>
                    <a:pt x="1730424" y="15503"/>
                  </a:lnTo>
                  <a:lnTo>
                    <a:pt x="1648348" y="9813"/>
                  </a:lnTo>
                  <a:lnTo>
                    <a:pt x="1581055" y="5641"/>
                  </a:lnTo>
                  <a:lnTo>
                    <a:pt x="1530629" y="2829"/>
                  </a:lnTo>
                  <a:lnTo>
                    <a:pt x="1497251" y="1147"/>
                  </a:lnTo>
                  <a:lnTo>
                    <a:pt x="1479045" y="316"/>
                  </a:lnTo>
                  <a:lnTo>
                    <a:pt x="1472231" y="32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96" name="pg296"/>
            <p:cNvSpPr/>
            <p:nvPr/>
          </p:nvSpPr>
          <p:spPr>
            <a:xfrm>
              <a:off x="4799595" y="4513909"/>
              <a:ext cx="11981298" cy="5696579"/>
            </a:xfrm>
            <a:custGeom>
              <a:avLst/>
              <a:pathLst>
                <a:path w="11981298" h="5696579">
                  <a:moveTo>
                    <a:pt x="0" y="16345"/>
                  </a:moveTo>
                  <a:lnTo>
                    <a:pt x="1471387" y="16345"/>
                  </a:lnTo>
                  <a:lnTo>
                    <a:pt x="1472581" y="16392"/>
                  </a:lnTo>
                  <a:lnTo>
                    <a:pt x="1480420" y="16723"/>
                  </a:lnTo>
                  <a:lnTo>
                    <a:pt x="1500153" y="17638"/>
                  </a:lnTo>
                  <a:lnTo>
                    <a:pt x="1535362" y="19439"/>
                  </a:lnTo>
                  <a:lnTo>
                    <a:pt x="1587697" y="22404"/>
                  </a:lnTo>
                  <a:lnTo>
                    <a:pt x="1656752" y="26756"/>
                  </a:lnTo>
                  <a:lnTo>
                    <a:pt x="1740259" y="32644"/>
                  </a:lnTo>
                  <a:lnTo>
                    <a:pt x="1834607" y="40141"/>
                  </a:lnTo>
                  <a:lnTo>
                    <a:pt x="1935557" y="49254"/>
                  </a:lnTo>
                  <a:lnTo>
                    <a:pt x="2038939" y="59954"/>
                  </a:lnTo>
                  <a:lnTo>
                    <a:pt x="2141177" y="72207"/>
                  </a:lnTo>
                  <a:lnTo>
                    <a:pt x="2239561" y="85999"/>
                  </a:lnTo>
                  <a:lnTo>
                    <a:pt x="2332306" y="101362"/>
                  </a:lnTo>
                  <a:lnTo>
                    <a:pt x="2418454" y="118378"/>
                  </a:lnTo>
                  <a:lnTo>
                    <a:pt x="2497708" y="137191"/>
                  </a:lnTo>
                  <a:lnTo>
                    <a:pt x="2570249" y="158001"/>
                  </a:lnTo>
                  <a:lnTo>
                    <a:pt x="2636581" y="181063"/>
                  </a:lnTo>
                  <a:lnTo>
                    <a:pt x="2697400" y="206678"/>
                  </a:lnTo>
                  <a:lnTo>
                    <a:pt x="2753498" y="235174"/>
                  </a:lnTo>
                  <a:lnTo>
                    <a:pt x="2805699" y="266876"/>
                  </a:lnTo>
                  <a:lnTo>
                    <a:pt x="2854801" y="302057"/>
                  </a:lnTo>
                  <a:lnTo>
                    <a:pt x="2896531" y="336455"/>
                  </a:lnTo>
                  <a:lnTo>
                    <a:pt x="2939889" y="376731"/>
                  </a:lnTo>
                  <a:lnTo>
                    <a:pt x="2982039" y="420418"/>
                  </a:lnTo>
                  <a:lnTo>
                    <a:pt x="3023359" y="467582"/>
                  </a:lnTo>
                  <a:lnTo>
                    <a:pt x="3064145" y="518210"/>
                  </a:lnTo>
                  <a:lnTo>
                    <a:pt x="3104621" y="572206"/>
                  </a:lnTo>
                  <a:lnTo>
                    <a:pt x="3144951" y="629380"/>
                  </a:lnTo>
                  <a:lnTo>
                    <a:pt x="3185248" y="689444"/>
                  </a:lnTo>
                  <a:lnTo>
                    <a:pt x="3225581" y="752020"/>
                  </a:lnTo>
                  <a:lnTo>
                    <a:pt x="3265980" y="816636"/>
                  </a:lnTo>
                  <a:lnTo>
                    <a:pt x="3306446" y="882751"/>
                  </a:lnTo>
                  <a:lnTo>
                    <a:pt x="3346960" y="949762"/>
                  </a:lnTo>
                  <a:lnTo>
                    <a:pt x="3387489" y="1017031"/>
                  </a:lnTo>
                  <a:lnTo>
                    <a:pt x="3427996" y="1083913"/>
                  </a:lnTo>
                  <a:lnTo>
                    <a:pt x="3468450" y="1149774"/>
                  </a:lnTo>
                  <a:lnTo>
                    <a:pt x="3508835" y="1214024"/>
                  </a:lnTo>
                  <a:lnTo>
                    <a:pt x="3549157" y="1276132"/>
                  </a:lnTo>
                  <a:lnTo>
                    <a:pt x="3589454" y="1335645"/>
                  </a:lnTo>
                  <a:lnTo>
                    <a:pt x="3629803" y="1392203"/>
                  </a:lnTo>
                  <a:lnTo>
                    <a:pt x="3670326" y="1445537"/>
                  </a:lnTo>
                  <a:lnTo>
                    <a:pt x="3711198" y="1495478"/>
                  </a:lnTo>
                  <a:lnTo>
                    <a:pt x="3752658" y="1541944"/>
                  </a:lnTo>
                  <a:lnTo>
                    <a:pt x="3795016" y="1584942"/>
                  </a:lnTo>
                  <a:lnTo>
                    <a:pt x="3829811" y="1616891"/>
                  </a:lnTo>
                  <a:lnTo>
                    <a:pt x="3876765" y="1655297"/>
                  </a:lnTo>
                  <a:lnTo>
                    <a:pt x="3926168" y="1690090"/>
                  </a:lnTo>
                  <a:lnTo>
                    <a:pt x="3978754" y="1721427"/>
                  </a:lnTo>
                  <a:lnTo>
                    <a:pt x="4035327" y="1749593"/>
                  </a:lnTo>
                  <a:lnTo>
                    <a:pt x="4096708" y="1774914"/>
                  </a:lnTo>
                  <a:lnTo>
                    <a:pt x="4163686" y="1797717"/>
                  </a:lnTo>
                  <a:lnTo>
                    <a:pt x="4236939" y="1818298"/>
                  </a:lnTo>
                  <a:lnTo>
                    <a:pt x="4316943" y="1836906"/>
                  </a:lnTo>
                  <a:lnTo>
                    <a:pt x="4403834" y="1853736"/>
                  </a:lnTo>
                  <a:lnTo>
                    <a:pt x="4497254" y="1868925"/>
                  </a:lnTo>
                  <a:lnTo>
                    <a:pt x="4596161" y="1882549"/>
                  </a:lnTo>
                  <a:lnTo>
                    <a:pt x="4698672" y="1894633"/>
                  </a:lnTo>
                  <a:lnTo>
                    <a:pt x="4801976" y="1905162"/>
                  </a:lnTo>
                  <a:lnTo>
                    <a:pt x="4902416" y="1914100"/>
                  </a:lnTo>
                  <a:lnTo>
                    <a:pt x="4995783" y="1921420"/>
                  </a:lnTo>
                  <a:lnTo>
                    <a:pt x="5077872" y="1927137"/>
                  </a:lnTo>
                  <a:lnTo>
                    <a:pt x="5145185" y="1931329"/>
                  </a:lnTo>
                  <a:lnTo>
                    <a:pt x="5195636" y="1934155"/>
                  </a:lnTo>
                  <a:lnTo>
                    <a:pt x="5229042" y="1935845"/>
                  </a:lnTo>
                  <a:lnTo>
                    <a:pt x="5247273" y="1936682"/>
                  </a:lnTo>
                  <a:lnTo>
                    <a:pt x="5254105" y="1936967"/>
                  </a:lnTo>
                  <a:lnTo>
                    <a:pt x="5254955" y="1937000"/>
                  </a:lnTo>
                  <a:lnTo>
                    <a:pt x="6726343" y="1937000"/>
                  </a:lnTo>
                  <a:lnTo>
                    <a:pt x="6727429" y="1937083"/>
                  </a:lnTo>
                  <a:lnTo>
                    <a:pt x="6734581" y="1937671"/>
                  </a:lnTo>
                  <a:lnTo>
                    <a:pt x="6752634" y="1939297"/>
                  </a:lnTo>
                  <a:lnTo>
                    <a:pt x="6784973" y="1942499"/>
                  </a:lnTo>
                  <a:lnTo>
                    <a:pt x="6833303" y="1947778"/>
                  </a:lnTo>
                  <a:lnTo>
                    <a:pt x="6897513" y="1955551"/>
                  </a:lnTo>
                  <a:lnTo>
                    <a:pt x="6975805" y="1966106"/>
                  </a:lnTo>
                  <a:lnTo>
                    <a:pt x="7065091" y="1979598"/>
                  </a:lnTo>
                  <a:lnTo>
                    <a:pt x="7161587" y="1996063"/>
                  </a:lnTo>
                  <a:lnTo>
                    <a:pt x="7261429" y="2015461"/>
                  </a:lnTo>
                  <a:lnTo>
                    <a:pt x="7361165" y="2037728"/>
                  </a:lnTo>
                  <a:lnTo>
                    <a:pt x="7458060" y="2062823"/>
                  </a:lnTo>
                  <a:lnTo>
                    <a:pt x="7550192" y="2090771"/>
                  </a:lnTo>
                  <a:lnTo>
                    <a:pt x="7636413" y="2121679"/>
                  </a:lnTo>
                  <a:lnTo>
                    <a:pt x="7716221" y="2155758"/>
                  </a:lnTo>
                  <a:lnTo>
                    <a:pt x="7789602" y="2193317"/>
                  </a:lnTo>
                  <a:lnTo>
                    <a:pt x="7856890" y="2234765"/>
                  </a:lnTo>
                  <a:lnTo>
                    <a:pt x="7918640" y="2280599"/>
                  </a:lnTo>
                  <a:lnTo>
                    <a:pt x="7975534" y="2331378"/>
                  </a:lnTo>
                  <a:lnTo>
                    <a:pt x="8028310" y="2387694"/>
                  </a:lnTo>
                  <a:lnTo>
                    <a:pt x="8077714" y="2450105"/>
                  </a:lnTo>
                  <a:lnTo>
                    <a:pt x="8124453" y="2519032"/>
                  </a:lnTo>
                  <a:lnTo>
                    <a:pt x="8151487" y="2563597"/>
                  </a:lnTo>
                  <a:lnTo>
                    <a:pt x="8184982" y="2623694"/>
                  </a:lnTo>
                  <a:lnTo>
                    <a:pt x="8217704" y="2687721"/>
                  </a:lnTo>
                  <a:lnTo>
                    <a:pt x="8249839" y="2755758"/>
                  </a:lnTo>
                  <a:lnTo>
                    <a:pt x="8281544" y="2827835"/>
                  </a:lnTo>
                  <a:lnTo>
                    <a:pt x="8312945" y="2903928"/>
                  </a:lnTo>
                  <a:lnTo>
                    <a:pt x="8344147" y="2983954"/>
                  </a:lnTo>
                  <a:lnTo>
                    <a:pt x="8375229" y="3067765"/>
                  </a:lnTo>
                  <a:lnTo>
                    <a:pt x="8406256" y="3155150"/>
                  </a:lnTo>
                  <a:lnTo>
                    <a:pt x="8437272" y="3245828"/>
                  </a:lnTo>
                  <a:lnTo>
                    <a:pt x="8468308" y="3339458"/>
                  </a:lnTo>
                  <a:lnTo>
                    <a:pt x="8499380" y="3435633"/>
                  </a:lnTo>
                  <a:lnTo>
                    <a:pt x="8530494" y="3533893"/>
                  </a:lnTo>
                  <a:lnTo>
                    <a:pt x="8561647" y="3633733"/>
                  </a:lnTo>
                  <a:lnTo>
                    <a:pt x="8592828" y="3734609"/>
                  </a:lnTo>
                  <a:lnTo>
                    <a:pt x="8624023" y="3835953"/>
                  </a:lnTo>
                  <a:lnTo>
                    <a:pt x="8655214" y="3937188"/>
                  </a:lnTo>
                  <a:lnTo>
                    <a:pt x="8686386" y="4037738"/>
                  </a:lnTo>
                  <a:lnTo>
                    <a:pt x="8717525" y="4137043"/>
                  </a:lnTo>
                  <a:lnTo>
                    <a:pt x="8748623" y="4234572"/>
                  </a:lnTo>
                  <a:lnTo>
                    <a:pt x="8779680" y="4329836"/>
                  </a:lnTo>
                  <a:lnTo>
                    <a:pt x="8810706" y="4422395"/>
                  </a:lnTo>
                  <a:lnTo>
                    <a:pt x="8841722" y="4511865"/>
                  </a:lnTo>
                  <a:lnTo>
                    <a:pt x="8872764" y="4597928"/>
                  </a:lnTo>
                  <a:lnTo>
                    <a:pt x="8903883" y="4680330"/>
                  </a:lnTo>
                  <a:lnTo>
                    <a:pt x="8935149" y="4758883"/>
                  </a:lnTo>
                  <a:lnTo>
                    <a:pt x="8966652" y="4833465"/>
                  </a:lnTo>
                  <a:lnTo>
                    <a:pt x="8998503" y="4904014"/>
                  </a:lnTo>
                  <a:lnTo>
                    <a:pt x="9030840" y="4970529"/>
                  </a:lnTo>
                  <a:lnTo>
                    <a:pt x="9063830" y="5033058"/>
                  </a:lnTo>
                  <a:lnTo>
                    <a:pt x="9084767" y="5069983"/>
                  </a:lnTo>
                  <a:lnTo>
                    <a:pt x="9130214" y="5142910"/>
                  </a:lnTo>
                  <a:lnTo>
                    <a:pt x="9177938" y="5209196"/>
                  </a:lnTo>
                  <a:lnTo>
                    <a:pt x="9228602" y="5269108"/>
                  </a:lnTo>
                  <a:lnTo>
                    <a:pt x="9282935" y="5323139"/>
                  </a:lnTo>
                  <a:lnTo>
                    <a:pt x="9341684" y="5371870"/>
                  </a:lnTo>
                  <a:lnTo>
                    <a:pt x="9405572" y="5415886"/>
                  </a:lnTo>
                  <a:lnTo>
                    <a:pt x="9475241" y="5455724"/>
                  </a:lnTo>
                  <a:lnTo>
                    <a:pt x="9551168" y="5491848"/>
                  </a:lnTo>
                  <a:lnTo>
                    <a:pt x="9633565" y="5524627"/>
                  </a:lnTo>
                  <a:lnTo>
                    <a:pt x="9722244" y="5554332"/>
                  </a:lnTo>
                  <a:lnTo>
                    <a:pt x="9816459" y="5581131"/>
                  </a:lnTo>
                  <a:lnTo>
                    <a:pt x="9914767" y="5605097"/>
                  </a:lnTo>
                  <a:lnTo>
                    <a:pt x="10014918" y="5626224"/>
                  </a:lnTo>
                  <a:lnTo>
                    <a:pt x="10113868" y="5644456"/>
                  </a:lnTo>
                  <a:lnTo>
                    <a:pt x="10207953" y="5659734"/>
                  </a:lnTo>
                  <a:lnTo>
                    <a:pt x="10293272" y="5672041"/>
                  </a:lnTo>
                  <a:lnTo>
                    <a:pt x="10366243" y="5681458"/>
                  </a:lnTo>
                  <a:lnTo>
                    <a:pt x="10424230" y="5688191"/>
                  </a:lnTo>
                  <a:lnTo>
                    <a:pt x="10466076" y="5692584"/>
                  </a:lnTo>
                  <a:lnTo>
                    <a:pt x="10492399" y="5695092"/>
                  </a:lnTo>
                  <a:lnTo>
                    <a:pt x="10505600" y="5696238"/>
                  </a:lnTo>
                  <a:lnTo>
                    <a:pt x="10509671" y="5696562"/>
                  </a:lnTo>
                  <a:lnTo>
                    <a:pt x="10509911" y="5696579"/>
                  </a:lnTo>
                  <a:lnTo>
                    <a:pt x="11981298" y="5696579"/>
                  </a:lnTo>
                  <a:lnTo>
                    <a:pt x="11981298" y="5680233"/>
                  </a:lnTo>
                  <a:lnTo>
                    <a:pt x="10509911" y="5680233"/>
                  </a:lnTo>
                  <a:lnTo>
                    <a:pt x="10508824" y="5680151"/>
                  </a:lnTo>
                  <a:lnTo>
                    <a:pt x="10501672" y="5679562"/>
                  </a:lnTo>
                  <a:lnTo>
                    <a:pt x="10483619" y="5677937"/>
                  </a:lnTo>
                  <a:lnTo>
                    <a:pt x="10451280" y="5674735"/>
                  </a:lnTo>
                  <a:lnTo>
                    <a:pt x="10402950" y="5669455"/>
                  </a:lnTo>
                  <a:lnTo>
                    <a:pt x="10338740" y="5661683"/>
                  </a:lnTo>
                  <a:lnTo>
                    <a:pt x="10260449" y="5651128"/>
                  </a:lnTo>
                  <a:lnTo>
                    <a:pt x="10171163" y="5637636"/>
                  </a:lnTo>
                  <a:lnTo>
                    <a:pt x="10074666" y="5621171"/>
                  </a:lnTo>
                  <a:lnTo>
                    <a:pt x="9974825" y="5601773"/>
                  </a:lnTo>
                  <a:lnTo>
                    <a:pt x="9875088" y="5579506"/>
                  </a:lnTo>
                  <a:lnTo>
                    <a:pt x="9778193" y="5554410"/>
                  </a:lnTo>
                  <a:lnTo>
                    <a:pt x="9686061" y="5526463"/>
                  </a:lnTo>
                  <a:lnTo>
                    <a:pt x="9599840" y="5495554"/>
                  </a:lnTo>
                  <a:lnTo>
                    <a:pt x="9520033" y="5461476"/>
                  </a:lnTo>
                  <a:lnTo>
                    <a:pt x="9446651" y="5423917"/>
                  </a:lnTo>
                  <a:lnTo>
                    <a:pt x="9379363" y="5382468"/>
                  </a:lnTo>
                  <a:lnTo>
                    <a:pt x="9317613" y="5336635"/>
                  </a:lnTo>
                  <a:lnTo>
                    <a:pt x="9260719" y="5285855"/>
                  </a:lnTo>
                  <a:lnTo>
                    <a:pt x="9207943" y="5229539"/>
                  </a:lnTo>
                  <a:lnTo>
                    <a:pt x="9158539" y="5167129"/>
                  </a:lnTo>
                  <a:lnTo>
                    <a:pt x="9111800" y="5098201"/>
                  </a:lnTo>
                  <a:lnTo>
                    <a:pt x="9084767" y="5053637"/>
                  </a:lnTo>
                  <a:lnTo>
                    <a:pt x="9051271" y="4993539"/>
                  </a:lnTo>
                  <a:lnTo>
                    <a:pt x="9018550" y="4929512"/>
                  </a:lnTo>
                  <a:lnTo>
                    <a:pt x="8986414" y="4861475"/>
                  </a:lnTo>
                  <a:lnTo>
                    <a:pt x="8954709" y="4789399"/>
                  </a:lnTo>
                  <a:lnTo>
                    <a:pt x="8923308" y="4713305"/>
                  </a:lnTo>
                  <a:lnTo>
                    <a:pt x="8892107" y="4633280"/>
                  </a:lnTo>
                  <a:lnTo>
                    <a:pt x="8861024" y="4549468"/>
                  </a:lnTo>
                  <a:lnTo>
                    <a:pt x="8829997" y="4462084"/>
                  </a:lnTo>
                  <a:lnTo>
                    <a:pt x="8798981" y="4371405"/>
                  </a:lnTo>
                  <a:lnTo>
                    <a:pt x="8767945" y="4277776"/>
                  </a:lnTo>
                  <a:lnTo>
                    <a:pt x="8736873" y="4181601"/>
                  </a:lnTo>
                  <a:lnTo>
                    <a:pt x="8705759" y="4083340"/>
                  </a:lnTo>
                  <a:lnTo>
                    <a:pt x="8674606" y="3983501"/>
                  </a:lnTo>
                  <a:lnTo>
                    <a:pt x="8643425" y="3882625"/>
                  </a:lnTo>
                  <a:lnTo>
                    <a:pt x="8612230" y="3781280"/>
                  </a:lnTo>
                  <a:lnTo>
                    <a:pt x="8581039" y="3680045"/>
                  </a:lnTo>
                  <a:lnTo>
                    <a:pt x="8549867" y="3579495"/>
                  </a:lnTo>
                  <a:lnTo>
                    <a:pt x="8518728" y="3480190"/>
                  </a:lnTo>
                  <a:lnTo>
                    <a:pt x="8487630" y="3382661"/>
                  </a:lnTo>
                  <a:lnTo>
                    <a:pt x="8456573" y="3287397"/>
                  </a:lnTo>
                  <a:lnTo>
                    <a:pt x="8425547" y="3194839"/>
                  </a:lnTo>
                  <a:lnTo>
                    <a:pt x="8394531" y="3105368"/>
                  </a:lnTo>
                  <a:lnTo>
                    <a:pt x="8363489" y="3019305"/>
                  </a:lnTo>
                  <a:lnTo>
                    <a:pt x="8332370" y="2936903"/>
                  </a:lnTo>
                  <a:lnTo>
                    <a:pt x="8301104" y="2858350"/>
                  </a:lnTo>
                  <a:lnTo>
                    <a:pt x="8269601" y="2783769"/>
                  </a:lnTo>
                  <a:lnTo>
                    <a:pt x="8237750" y="2713220"/>
                  </a:lnTo>
                  <a:lnTo>
                    <a:pt x="8205413" y="2646705"/>
                  </a:lnTo>
                  <a:lnTo>
                    <a:pt x="8172423" y="2584175"/>
                  </a:lnTo>
                  <a:lnTo>
                    <a:pt x="8151487" y="2547251"/>
                  </a:lnTo>
                  <a:lnTo>
                    <a:pt x="8106040" y="2474323"/>
                  </a:lnTo>
                  <a:lnTo>
                    <a:pt x="8058316" y="2408038"/>
                  </a:lnTo>
                  <a:lnTo>
                    <a:pt x="8007651" y="2348126"/>
                  </a:lnTo>
                  <a:lnTo>
                    <a:pt x="7953318" y="2294094"/>
                  </a:lnTo>
                  <a:lnTo>
                    <a:pt x="7894569" y="2245363"/>
                  </a:lnTo>
                  <a:lnTo>
                    <a:pt x="7830681" y="2201347"/>
                  </a:lnTo>
                  <a:lnTo>
                    <a:pt x="7761013" y="2161509"/>
                  </a:lnTo>
                  <a:lnTo>
                    <a:pt x="7685085" y="2125386"/>
                  </a:lnTo>
                  <a:lnTo>
                    <a:pt x="7602688" y="2092607"/>
                  </a:lnTo>
                  <a:lnTo>
                    <a:pt x="7514009" y="2062902"/>
                  </a:lnTo>
                  <a:lnTo>
                    <a:pt x="7419794" y="2036102"/>
                  </a:lnTo>
                  <a:lnTo>
                    <a:pt x="7321486" y="2012136"/>
                  </a:lnTo>
                  <a:lnTo>
                    <a:pt x="7221335" y="1991010"/>
                  </a:lnTo>
                  <a:lnTo>
                    <a:pt x="7122385" y="1972777"/>
                  </a:lnTo>
                  <a:lnTo>
                    <a:pt x="7028300" y="1957499"/>
                  </a:lnTo>
                  <a:lnTo>
                    <a:pt x="6942981" y="1945192"/>
                  </a:lnTo>
                  <a:lnTo>
                    <a:pt x="6870011" y="1935776"/>
                  </a:lnTo>
                  <a:lnTo>
                    <a:pt x="6812024" y="1929043"/>
                  </a:lnTo>
                  <a:lnTo>
                    <a:pt x="6770177" y="1924650"/>
                  </a:lnTo>
                  <a:lnTo>
                    <a:pt x="6743855" y="1922141"/>
                  </a:lnTo>
                  <a:lnTo>
                    <a:pt x="6730654" y="1920995"/>
                  </a:lnTo>
                  <a:lnTo>
                    <a:pt x="6726583" y="1920672"/>
                  </a:lnTo>
                  <a:lnTo>
                    <a:pt x="6726343" y="1920654"/>
                  </a:lnTo>
                  <a:lnTo>
                    <a:pt x="5254955" y="1920654"/>
                  </a:lnTo>
                  <a:lnTo>
                    <a:pt x="5253761" y="1920608"/>
                  </a:lnTo>
                  <a:lnTo>
                    <a:pt x="5245922" y="1920277"/>
                  </a:lnTo>
                  <a:lnTo>
                    <a:pt x="5226189" y="1919361"/>
                  </a:lnTo>
                  <a:lnTo>
                    <a:pt x="5190980" y="1917560"/>
                  </a:lnTo>
                  <a:lnTo>
                    <a:pt x="5138645" y="1914596"/>
                  </a:lnTo>
                  <a:lnTo>
                    <a:pt x="5069590" y="1910244"/>
                  </a:lnTo>
                  <a:lnTo>
                    <a:pt x="4986083" y="1904355"/>
                  </a:lnTo>
                  <a:lnTo>
                    <a:pt x="4891735" y="1896858"/>
                  </a:lnTo>
                  <a:lnTo>
                    <a:pt x="4790785" y="1887745"/>
                  </a:lnTo>
                  <a:lnTo>
                    <a:pt x="4687403" y="1877045"/>
                  </a:lnTo>
                  <a:lnTo>
                    <a:pt x="4585165" y="1864793"/>
                  </a:lnTo>
                  <a:lnTo>
                    <a:pt x="4486781" y="1851000"/>
                  </a:lnTo>
                  <a:lnTo>
                    <a:pt x="4394036" y="1835638"/>
                  </a:lnTo>
                  <a:lnTo>
                    <a:pt x="4307888" y="1818621"/>
                  </a:lnTo>
                  <a:lnTo>
                    <a:pt x="4228635" y="1799809"/>
                  </a:lnTo>
                  <a:lnTo>
                    <a:pt x="4156093" y="1778999"/>
                  </a:lnTo>
                  <a:lnTo>
                    <a:pt x="4089761" y="1755936"/>
                  </a:lnTo>
                  <a:lnTo>
                    <a:pt x="4028942" y="1730321"/>
                  </a:lnTo>
                  <a:lnTo>
                    <a:pt x="3972844" y="1701826"/>
                  </a:lnTo>
                  <a:lnTo>
                    <a:pt x="3920643" y="1670124"/>
                  </a:lnTo>
                  <a:lnTo>
                    <a:pt x="3871541" y="1634942"/>
                  </a:lnTo>
                  <a:lnTo>
                    <a:pt x="3829811" y="1600545"/>
                  </a:lnTo>
                  <a:lnTo>
                    <a:pt x="3786453" y="1560269"/>
                  </a:lnTo>
                  <a:lnTo>
                    <a:pt x="3744303" y="1516581"/>
                  </a:lnTo>
                  <a:lnTo>
                    <a:pt x="3702983" y="1469417"/>
                  </a:lnTo>
                  <a:lnTo>
                    <a:pt x="3662197" y="1418789"/>
                  </a:lnTo>
                  <a:lnTo>
                    <a:pt x="3621722" y="1364793"/>
                  </a:lnTo>
                  <a:lnTo>
                    <a:pt x="3581391" y="1307620"/>
                  </a:lnTo>
                  <a:lnTo>
                    <a:pt x="3541094" y="1247555"/>
                  </a:lnTo>
                  <a:lnTo>
                    <a:pt x="3500761" y="1184980"/>
                  </a:lnTo>
                  <a:lnTo>
                    <a:pt x="3460362" y="1120363"/>
                  </a:lnTo>
                  <a:lnTo>
                    <a:pt x="3419896" y="1054249"/>
                  </a:lnTo>
                  <a:lnTo>
                    <a:pt x="3379382" y="987238"/>
                  </a:lnTo>
                  <a:lnTo>
                    <a:pt x="3338853" y="919968"/>
                  </a:lnTo>
                  <a:lnTo>
                    <a:pt x="3298346" y="853087"/>
                  </a:lnTo>
                  <a:lnTo>
                    <a:pt x="3257892" y="787225"/>
                  </a:lnTo>
                  <a:lnTo>
                    <a:pt x="3217507" y="722976"/>
                  </a:lnTo>
                  <a:lnTo>
                    <a:pt x="3177185" y="660868"/>
                  </a:lnTo>
                  <a:lnTo>
                    <a:pt x="3136888" y="601354"/>
                  </a:lnTo>
                  <a:lnTo>
                    <a:pt x="3096539" y="544797"/>
                  </a:lnTo>
                  <a:lnTo>
                    <a:pt x="3056016" y="491462"/>
                  </a:lnTo>
                  <a:lnTo>
                    <a:pt x="3015144" y="441522"/>
                  </a:lnTo>
                  <a:lnTo>
                    <a:pt x="2973684" y="395056"/>
                  </a:lnTo>
                  <a:lnTo>
                    <a:pt x="2931326" y="352058"/>
                  </a:lnTo>
                  <a:lnTo>
                    <a:pt x="2896531" y="320109"/>
                  </a:lnTo>
                  <a:lnTo>
                    <a:pt x="2849577" y="281702"/>
                  </a:lnTo>
                  <a:lnTo>
                    <a:pt x="2800174" y="246910"/>
                  </a:lnTo>
                  <a:lnTo>
                    <a:pt x="2747588" y="215572"/>
                  </a:lnTo>
                  <a:lnTo>
                    <a:pt x="2691016" y="187407"/>
                  </a:lnTo>
                  <a:lnTo>
                    <a:pt x="2629634" y="162086"/>
                  </a:lnTo>
                  <a:lnTo>
                    <a:pt x="2562656" y="139283"/>
                  </a:lnTo>
                  <a:lnTo>
                    <a:pt x="2489403" y="118702"/>
                  </a:lnTo>
                  <a:lnTo>
                    <a:pt x="2409400" y="100094"/>
                  </a:lnTo>
                  <a:lnTo>
                    <a:pt x="2322508" y="83263"/>
                  </a:lnTo>
                  <a:lnTo>
                    <a:pt x="2229088" y="68075"/>
                  </a:lnTo>
                  <a:lnTo>
                    <a:pt x="2130181" y="54451"/>
                  </a:lnTo>
                  <a:lnTo>
                    <a:pt x="2027670" y="42366"/>
                  </a:lnTo>
                  <a:lnTo>
                    <a:pt x="1924366" y="31838"/>
                  </a:lnTo>
                  <a:lnTo>
                    <a:pt x="1823927" y="22900"/>
                  </a:lnTo>
                  <a:lnTo>
                    <a:pt x="1730559" y="15579"/>
                  </a:lnTo>
                  <a:lnTo>
                    <a:pt x="1648471" y="9863"/>
                  </a:lnTo>
                  <a:lnTo>
                    <a:pt x="1581157" y="5671"/>
                  </a:lnTo>
                  <a:lnTo>
                    <a:pt x="1530706" y="2845"/>
                  </a:lnTo>
                  <a:lnTo>
                    <a:pt x="1497300" y="1155"/>
                  </a:lnTo>
                  <a:lnTo>
                    <a:pt x="1479069" y="318"/>
                  </a:lnTo>
                  <a:lnTo>
                    <a:pt x="1472237" y="32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297" name="pl297"/>
            <p:cNvSpPr/>
            <p:nvPr/>
          </p:nvSpPr>
          <p:spPr>
            <a:xfrm>
              <a:off x="4799595" y="4530255"/>
              <a:ext cx="11981298" cy="5680233"/>
            </a:xfrm>
            <a:custGeom>
              <a:avLst/>
              <a:pathLst>
                <a:path w="11981298" h="5680233">
                  <a:moveTo>
                    <a:pt x="0" y="0"/>
                  </a:moveTo>
                  <a:lnTo>
                    <a:pt x="1471387" y="0"/>
                  </a:lnTo>
                  <a:lnTo>
                    <a:pt x="1472581" y="46"/>
                  </a:lnTo>
                  <a:lnTo>
                    <a:pt x="1480420" y="377"/>
                  </a:lnTo>
                  <a:lnTo>
                    <a:pt x="1500153" y="1292"/>
                  </a:lnTo>
                  <a:lnTo>
                    <a:pt x="1535362" y="3093"/>
                  </a:lnTo>
                  <a:lnTo>
                    <a:pt x="1587697" y="6058"/>
                  </a:lnTo>
                  <a:lnTo>
                    <a:pt x="1656752" y="10410"/>
                  </a:lnTo>
                  <a:lnTo>
                    <a:pt x="1740259" y="16298"/>
                  </a:lnTo>
                  <a:lnTo>
                    <a:pt x="1834607" y="23796"/>
                  </a:lnTo>
                  <a:lnTo>
                    <a:pt x="1935557" y="32908"/>
                  </a:lnTo>
                  <a:lnTo>
                    <a:pt x="2038939" y="43608"/>
                  </a:lnTo>
                  <a:lnTo>
                    <a:pt x="2141177" y="55861"/>
                  </a:lnTo>
                  <a:lnTo>
                    <a:pt x="2239561" y="69653"/>
                  </a:lnTo>
                  <a:lnTo>
                    <a:pt x="2332306" y="85016"/>
                  </a:lnTo>
                  <a:lnTo>
                    <a:pt x="2418454" y="102032"/>
                  </a:lnTo>
                  <a:lnTo>
                    <a:pt x="2497708" y="120845"/>
                  </a:lnTo>
                  <a:lnTo>
                    <a:pt x="2570249" y="141655"/>
                  </a:lnTo>
                  <a:lnTo>
                    <a:pt x="2636581" y="164717"/>
                  </a:lnTo>
                  <a:lnTo>
                    <a:pt x="2697400" y="190332"/>
                  </a:lnTo>
                  <a:lnTo>
                    <a:pt x="2753498" y="218828"/>
                  </a:lnTo>
                  <a:lnTo>
                    <a:pt x="2805699" y="250530"/>
                  </a:lnTo>
                  <a:lnTo>
                    <a:pt x="2854801" y="285711"/>
                  </a:lnTo>
                  <a:lnTo>
                    <a:pt x="2896531" y="320109"/>
                  </a:lnTo>
                  <a:lnTo>
                    <a:pt x="2939889" y="360385"/>
                  </a:lnTo>
                  <a:lnTo>
                    <a:pt x="2982039" y="404072"/>
                  </a:lnTo>
                  <a:lnTo>
                    <a:pt x="3023359" y="451236"/>
                  </a:lnTo>
                  <a:lnTo>
                    <a:pt x="3064145" y="501865"/>
                  </a:lnTo>
                  <a:lnTo>
                    <a:pt x="3104621" y="555860"/>
                  </a:lnTo>
                  <a:lnTo>
                    <a:pt x="3144951" y="613034"/>
                  </a:lnTo>
                  <a:lnTo>
                    <a:pt x="3185248" y="673098"/>
                  </a:lnTo>
                  <a:lnTo>
                    <a:pt x="3225581" y="735674"/>
                  </a:lnTo>
                  <a:lnTo>
                    <a:pt x="3265980" y="800290"/>
                  </a:lnTo>
                  <a:lnTo>
                    <a:pt x="3306446" y="866405"/>
                  </a:lnTo>
                  <a:lnTo>
                    <a:pt x="3346960" y="933416"/>
                  </a:lnTo>
                  <a:lnTo>
                    <a:pt x="3387489" y="1000685"/>
                  </a:lnTo>
                  <a:lnTo>
                    <a:pt x="3427996" y="1067567"/>
                  </a:lnTo>
                  <a:lnTo>
                    <a:pt x="3468450" y="1133428"/>
                  </a:lnTo>
                  <a:lnTo>
                    <a:pt x="3508835" y="1197678"/>
                  </a:lnTo>
                  <a:lnTo>
                    <a:pt x="3549157" y="1259786"/>
                  </a:lnTo>
                  <a:lnTo>
                    <a:pt x="3589454" y="1319299"/>
                  </a:lnTo>
                  <a:lnTo>
                    <a:pt x="3629803" y="1375857"/>
                  </a:lnTo>
                  <a:lnTo>
                    <a:pt x="3670326" y="1429191"/>
                  </a:lnTo>
                  <a:lnTo>
                    <a:pt x="3711198" y="1479132"/>
                  </a:lnTo>
                  <a:lnTo>
                    <a:pt x="3752658" y="1525598"/>
                  </a:lnTo>
                  <a:lnTo>
                    <a:pt x="3795016" y="1568596"/>
                  </a:lnTo>
                  <a:lnTo>
                    <a:pt x="3829811" y="1600545"/>
                  </a:lnTo>
                  <a:lnTo>
                    <a:pt x="3876765" y="1638951"/>
                  </a:lnTo>
                  <a:lnTo>
                    <a:pt x="3926168" y="1673744"/>
                  </a:lnTo>
                  <a:lnTo>
                    <a:pt x="3978754" y="1705081"/>
                  </a:lnTo>
                  <a:lnTo>
                    <a:pt x="4035327" y="1733247"/>
                  </a:lnTo>
                  <a:lnTo>
                    <a:pt x="4096708" y="1758568"/>
                  </a:lnTo>
                  <a:lnTo>
                    <a:pt x="4163686" y="1781371"/>
                  </a:lnTo>
                  <a:lnTo>
                    <a:pt x="4236939" y="1801952"/>
                  </a:lnTo>
                  <a:lnTo>
                    <a:pt x="4316943" y="1820560"/>
                  </a:lnTo>
                  <a:lnTo>
                    <a:pt x="4403834" y="1837390"/>
                  </a:lnTo>
                  <a:lnTo>
                    <a:pt x="4497254" y="1852579"/>
                  </a:lnTo>
                  <a:lnTo>
                    <a:pt x="4596161" y="1866203"/>
                  </a:lnTo>
                  <a:lnTo>
                    <a:pt x="4698672" y="1878287"/>
                  </a:lnTo>
                  <a:lnTo>
                    <a:pt x="4801976" y="1888816"/>
                  </a:lnTo>
                  <a:lnTo>
                    <a:pt x="4902416" y="1897754"/>
                  </a:lnTo>
                  <a:lnTo>
                    <a:pt x="4995783" y="1905074"/>
                  </a:lnTo>
                  <a:lnTo>
                    <a:pt x="5077872" y="1910791"/>
                  </a:lnTo>
                  <a:lnTo>
                    <a:pt x="5145185" y="1914983"/>
                  </a:lnTo>
                  <a:lnTo>
                    <a:pt x="5195636" y="1917809"/>
                  </a:lnTo>
                  <a:lnTo>
                    <a:pt x="5229042" y="1919499"/>
                  </a:lnTo>
                  <a:lnTo>
                    <a:pt x="5247273" y="1920336"/>
                  </a:lnTo>
                  <a:lnTo>
                    <a:pt x="5254105" y="1920621"/>
                  </a:lnTo>
                  <a:lnTo>
                    <a:pt x="5254955" y="1920654"/>
                  </a:lnTo>
                  <a:lnTo>
                    <a:pt x="6726343" y="1920654"/>
                  </a:lnTo>
                  <a:lnTo>
                    <a:pt x="6727429" y="1920737"/>
                  </a:lnTo>
                  <a:lnTo>
                    <a:pt x="6734581" y="1921325"/>
                  </a:lnTo>
                  <a:lnTo>
                    <a:pt x="6752634" y="1922951"/>
                  </a:lnTo>
                  <a:lnTo>
                    <a:pt x="6784973" y="1926153"/>
                  </a:lnTo>
                  <a:lnTo>
                    <a:pt x="6833303" y="1931432"/>
                  </a:lnTo>
                  <a:lnTo>
                    <a:pt x="6897513" y="1939205"/>
                  </a:lnTo>
                  <a:lnTo>
                    <a:pt x="6975805" y="1949760"/>
                  </a:lnTo>
                  <a:lnTo>
                    <a:pt x="7065091" y="1963252"/>
                  </a:lnTo>
                  <a:lnTo>
                    <a:pt x="7161587" y="1979717"/>
                  </a:lnTo>
                  <a:lnTo>
                    <a:pt x="7261429" y="1999115"/>
                  </a:lnTo>
                  <a:lnTo>
                    <a:pt x="7361165" y="2021382"/>
                  </a:lnTo>
                  <a:lnTo>
                    <a:pt x="7458060" y="2046477"/>
                  </a:lnTo>
                  <a:lnTo>
                    <a:pt x="7550192" y="2074425"/>
                  </a:lnTo>
                  <a:lnTo>
                    <a:pt x="7636413" y="2105333"/>
                  </a:lnTo>
                  <a:lnTo>
                    <a:pt x="7716221" y="2139412"/>
                  </a:lnTo>
                  <a:lnTo>
                    <a:pt x="7789602" y="2176971"/>
                  </a:lnTo>
                  <a:lnTo>
                    <a:pt x="7856890" y="2218419"/>
                  </a:lnTo>
                  <a:lnTo>
                    <a:pt x="7918640" y="2264253"/>
                  </a:lnTo>
                  <a:lnTo>
                    <a:pt x="7975534" y="2315032"/>
                  </a:lnTo>
                  <a:lnTo>
                    <a:pt x="8028310" y="2371348"/>
                  </a:lnTo>
                  <a:lnTo>
                    <a:pt x="8077714" y="2433759"/>
                  </a:lnTo>
                  <a:lnTo>
                    <a:pt x="8124453" y="2502686"/>
                  </a:lnTo>
                  <a:lnTo>
                    <a:pt x="8151487" y="2547251"/>
                  </a:lnTo>
                  <a:lnTo>
                    <a:pt x="8184982" y="2607348"/>
                  </a:lnTo>
                  <a:lnTo>
                    <a:pt x="8217704" y="2671375"/>
                  </a:lnTo>
                  <a:lnTo>
                    <a:pt x="8249839" y="2739412"/>
                  </a:lnTo>
                  <a:lnTo>
                    <a:pt x="8281544" y="2811489"/>
                  </a:lnTo>
                  <a:lnTo>
                    <a:pt x="8312945" y="2887582"/>
                  </a:lnTo>
                  <a:lnTo>
                    <a:pt x="8344147" y="2967608"/>
                  </a:lnTo>
                  <a:lnTo>
                    <a:pt x="8375229" y="3051419"/>
                  </a:lnTo>
                  <a:lnTo>
                    <a:pt x="8406256" y="3138804"/>
                  </a:lnTo>
                  <a:lnTo>
                    <a:pt x="8437272" y="3229482"/>
                  </a:lnTo>
                  <a:lnTo>
                    <a:pt x="8468308" y="3323112"/>
                  </a:lnTo>
                  <a:lnTo>
                    <a:pt x="8499380" y="3419287"/>
                  </a:lnTo>
                  <a:lnTo>
                    <a:pt x="8530494" y="3517547"/>
                  </a:lnTo>
                  <a:lnTo>
                    <a:pt x="8561647" y="3617387"/>
                  </a:lnTo>
                  <a:lnTo>
                    <a:pt x="8592828" y="3718263"/>
                  </a:lnTo>
                  <a:lnTo>
                    <a:pt x="8624023" y="3819607"/>
                  </a:lnTo>
                  <a:lnTo>
                    <a:pt x="8655214" y="3920842"/>
                  </a:lnTo>
                  <a:lnTo>
                    <a:pt x="8686386" y="4021392"/>
                  </a:lnTo>
                  <a:lnTo>
                    <a:pt x="8717525" y="4120697"/>
                  </a:lnTo>
                  <a:lnTo>
                    <a:pt x="8748623" y="4218226"/>
                  </a:lnTo>
                  <a:lnTo>
                    <a:pt x="8779680" y="4313490"/>
                  </a:lnTo>
                  <a:lnTo>
                    <a:pt x="8810706" y="4406049"/>
                  </a:lnTo>
                  <a:lnTo>
                    <a:pt x="8841722" y="4495519"/>
                  </a:lnTo>
                  <a:lnTo>
                    <a:pt x="8872764" y="4581582"/>
                  </a:lnTo>
                  <a:lnTo>
                    <a:pt x="8903883" y="4663984"/>
                  </a:lnTo>
                  <a:lnTo>
                    <a:pt x="8935149" y="4742537"/>
                  </a:lnTo>
                  <a:lnTo>
                    <a:pt x="8966652" y="4817119"/>
                  </a:lnTo>
                  <a:lnTo>
                    <a:pt x="8998503" y="4887668"/>
                  </a:lnTo>
                  <a:lnTo>
                    <a:pt x="9030840" y="4954183"/>
                  </a:lnTo>
                  <a:lnTo>
                    <a:pt x="9063830" y="5016712"/>
                  </a:lnTo>
                  <a:lnTo>
                    <a:pt x="9084767" y="5053637"/>
                  </a:lnTo>
                  <a:lnTo>
                    <a:pt x="9130214" y="5126564"/>
                  </a:lnTo>
                  <a:lnTo>
                    <a:pt x="9177938" y="5192850"/>
                  </a:lnTo>
                  <a:lnTo>
                    <a:pt x="9228602" y="5252762"/>
                  </a:lnTo>
                  <a:lnTo>
                    <a:pt x="9282935" y="5306793"/>
                  </a:lnTo>
                  <a:lnTo>
                    <a:pt x="9341684" y="5355524"/>
                  </a:lnTo>
                  <a:lnTo>
                    <a:pt x="9405572" y="5399540"/>
                  </a:lnTo>
                  <a:lnTo>
                    <a:pt x="9475241" y="5439378"/>
                  </a:lnTo>
                  <a:lnTo>
                    <a:pt x="9551168" y="5475502"/>
                  </a:lnTo>
                  <a:lnTo>
                    <a:pt x="9633565" y="5508281"/>
                  </a:lnTo>
                  <a:lnTo>
                    <a:pt x="9722244" y="5537986"/>
                  </a:lnTo>
                  <a:lnTo>
                    <a:pt x="9816459" y="5564785"/>
                  </a:lnTo>
                  <a:lnTo>
                    <a:pt x="9914767" y="5588751"/>
                  </a:lnTo>
                  <a:lnTo>
                    <a:pt x="10014918" y="5609878"/>
                  </a:lnTo>
                  <a:lnTo>
                    <a:pt x="10113868" y="5628110"/>
                  </a:lnTo>
                  <a:lnTo>
                    <a:pt x="10207953" y="5643388"/>
                  </a:lnTo>
                  <a:lnTo>
                    <a:pt x="10293272" y="5655695"/>
                  </a:lnTo>
                  <a:lnTo>
                    <a:pt x="10366243" y="5665112"/>
                  </a:lnTo>
                  <a:lnTo>
                    <a:pt x="10424230" y="5671845"/>
                  </a:lnTo>
                  <a:lnTo>
                    <a:pt x="10466076" y="5676238"/>
                  </a:lnTo>
                  <a:lnTo>
                    <a:pt x="10492399" y="5678746"/>
                  </a:lnTo>
                  <a:lnTo>
                    <a:pt x="10505600" y="5679892"/>
                  </a:lnTo>
                  <a:lnTo>
                    <a:pt x="10509671" y="5680216"/>
                  </a:lnTo>
                  <a:lnTo>
                    <a:pt x="10509911" y="5680233"/>
                  </a:lnTo>
                  <a:lnTo>
                    <a:pt x="11981298" y="568023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98" name="pl298"/>
            <p:cNvSpPr/>
            <p:nvPr/>
          </p:nvSpPr>
          <p:spPr>
            <a:xfrm>
              <a:off x="4799595" y="4513909"/>
              <a:ext cx="11981298" cy="5680233"/>
            </a:xfrm>
            <a:custGeom>
              <a:avLst/>
              <a:pathLst>
                <a:path w="11981298" h="5680233">
                  <a:moveTo>
                    <a:pt x="11981298" y="5680233"/>
                  </a:moveTo>
                  <a:lnTo>
                    <a:pt x="10509911" y="5680233"/>
                  </a:lnTo>
                  <a:lnTo>
                    <a:pt x="10508824" y="5680151"/>
                  </a:lnTo>
                  <a:lnTo>
                    <a:pt x="10501672" y="5679562"/>
                  </a:lnTo>
                  <a:lnTo>
                    <a:pt x="10483619" y="5677937"/>
                  </a:lnTo>
                  <a:lnTo>
                    <a:pt x="10451280" y="5674735"/>
                  </a:lnTo>
                  <a:lnTo>
                    <a:pt x="10402950" y="5669455"/>
                  </a:lnTo>
                  <a:lnTo>
                    <a:pt x="10338740" y="5661683"/>
                  </a:lnTo>
                  <a:lnTo>
                    <a:pt x="10260449" y="5651128"/>
                  </a:lnTo>
                  <a:lnTo>
                    <a:pt x="10171163" y="5637636"/>
                  </a:lnTo>
                  <a:lnTo>
                    <a:pt x="10074666" y="5621171"/>
                  </a:lnTo>
                  <a:lnTo>
                    <a:pt x="9974825" y="5601773"/>
                  </a:lnTo>
                  <a:lnTo>
                    <a:pt x="9875088" y="5579506"/>
                  </a:lnTo>
                  <a:lnTo>
                    <a:pt x="9778193" y="5554410"/>
                  </a:lnTo>
                  <a:lnTo>
                    <a:pt x="9686061" y="5526463"/>
                  </a:lnTo>
                  <a:lnTo>
                    <a:pt x="9599840" y="5495554"/>
                  </a:lnTo>
                  <a:lnTo>
                    <a:pt x="9520033" y="5461476"/>
                  </a:lnTo>
                  <a:lnTo>
                    <a:pt x="9446651" y="5423917"/>
                  </a:lnTo>
                  <a:lnTo>
                    <a:pt x="9379363" y="5382468"/>
                  </a:lnTo>
                  <a:lnTo>
                    <a:pt x="9317613" y="5336635"/>
                  </a:lnTo>
                  <a:lnTo>
                    <a:pt x="9260719" y="5285855"/>
                  </a:lnTo>
                  <a:lnTo>
                    <a:pt x="9207943" y="5229539"/>
                  </a:lnTo>
                  <a:lnTo>
                    <a:pt x="9158539" y="5167129"/>
                  </a:lnTo>
                  <a:lnTo>
                    <a:pt x="9111800" y="5098201"/>
                  </a:lnTo>
                  <a:lnTo>
                    <a:pt x="9084767" y="5053637"/>
                  </a:lnTo>
                  <a:lnTo>
                    <a:pt x="9051271" y="4993539"/>
                  </a:lnTo>
                  <a:lnTo>
                    <a:pt x="9018550" y="4929512"/>
                  </a:lnTo>
                  <a:lnTo>
                    <a:pt x="8986414" y="4861475"/>
                  </a:lnTo>
                  <a:lnTo>
                    <a:pt x="8954709" y="4789399"/>
                  </a:lnTo>
                  <a:lnTo>
                    <a:pt x="8923308" y="4713305"/>
                  </a:lnTo>
                  <a:lnTo>
                    <a:pt x="8892107" y="4633280"/>
                  </a:lnTo>
                  <a:lnTo>
                    <a:pt x="8861024" y="4549468"/>
                  </a:lnTo>
                  <a:lnTo>
                    <a:pt x="8829997" y="4462084"/>
                  </a:lnTo>
                  <a:lnTo>
                    <a:pt x="8798981" y="4371405"/>
                  </a:lnTo>
                  <a:lnTo>
                    <a:pt x="8767945" y="4277776"/>
                  </a:lnTo>
                  <a:lnTo>
                    <a:pt x="8736873" y="4181601"/>
                  </a:lnTo>
                  <a:lnTo>
                    <a:pt x="8705759" y="4083340"/>
                  </a:lnTo>
                  <a:lnTo>
                    <a:pt x="8674606" y="3983501"/>
                  </a:lnTo>
                  <a:lnTo>
                    <a:pt x="8643425" y="3882625"/>
                  </a:lnTo>
                  <a:lnTo>
                    <a:pt x="8612230" y="3781280"/>
                  </a:lnTo>
                  <a:lnTo>
                    <a:pt x="8581039" y="3680045"/>
                  </a:lnTo>
                  <a:lnTo>
                    <a:pt x="8549867" y="3579495"/>
                  </a:lnTo>
                  <a:lnTo>
                    <a:pt x="8518728" y="3480190"/>
                  </a:lnTo>
                  <a:lnTo>
                    <a:pt x="8487630" y="3382661"/>
                  </a:lnTo>
                  <a:lnTo>
                    <a:pt x="8456573" y="3287397"/>
                  </a:lnTo>
                  <a:lnTo>
                    <a:pt x="8425547" y="3194839"/>
                  </a:lnTo>
                  <a:lnTo>
                    <a:pt x="8394531" y="3105368"/>
                  </a:lnTo>
                  <a:lnTo>
                    <a:pt x="8363489" y="3019305"/>
                  </a:lnTo>
                  <a:lnTo>
                    <a:pt x="8332370" y="2936903"/>
                  </a:lnTo>
                  <a:lnTo>
                    <a:pt x="8301104" y="2858350"/>
                  </a:lnTo>
                  <a:lnTo>
                    <a:pt x="8269601" y="2783769"/>
                  </a:lnTo>
                  <a:lnTo>
                    <a:pt x="8237750" y="2713220"/>
                  </a:lnTo>
                  <a:lnTo>
                    <a:pt x="8205413" y="2646705"/>
                  </a:lnTo>
                  <a:lnTo>
                    <a:pt x="8172423" y="2584175"/>
                  </a:lnTo>
                  <a:lnTo>
                    <a:pt x="8151487" y="2547251"/>
                  </a:lnTo>
                  <a:lnTo>
                    <a:pt x="8106040" y="2474323"/>
                  </a:lnTo>
                  <a:lnTo>
                    <a:pt x="8058316" y="2408038"/>
                  </a:lnTo>
                  <a:lnTo>
                    <a:pt x="8007651" y="2348126"/>
                  </a:lnTo>
                  <a:lnTo>
                    <a:pt x="7953318" y="2294094"/>
                  </a:lnTo>
                  <a:lnTo>
                    <a:pt x="7894569" y="2245363"/>
                  </a:lnTo>
                  <a:lnTo>
                    <a:pt x="7830681" y="2201347"/>
                  </a:lnTo>
                  <a:lnTo>
                    <a:pt x="7761013" y="2161509"/>
                  </a:lnTo>
                  <a:lnTo>
                    <a:pt x="7685085" y="2125386"/>
                  </a:lnTo>
                  <a:lnTo>
                    <a:pt x="7602688" y="2092607"/>
                  </a:lnTo>
                  <a:lnTo>
                    <a:pt x="7514009" y="2062902"/>
                  </a:lnTo>
                  <a:lnTo>
                    <a:pt x="7419794" y="2036102"/>
                  </a:lnTo>
                  <a:lnTo>
                    <a:pt x="7321486" y="2012136"/>
                  </a:lnTo>
                  <a:lnTo>
                    <a:pt x="7221335" y="1991010"/>
                  </a:lnTo>
                  <a:lnTo>
                    <a:pt x="7122385" y="1972777"/>
                  </a:lnTo>
                  <a:lnTo>
                    <a:pt x="7028300" y="1957499"/>
                  </a:lnTo>
                  <a:lnTo>
                    <a:pt x="6942981" y="1945192"/>
                  </a:lnTo>
                  <a:lnTo>
                    <a:pt x="6870011" y="1935776"/>
                  </a:lnTo>
                  <a:lnTo>
                    <a:pt x="6812024" y="1929043"/>
                  </a:lnTo>
                  <a:lnTo>
                    <a:pt x="6770177" y="1924650"/>
                  </a:lnTo>
                  <a:lnTo>
                    <a:pt x="6743855" y="1922141"/>
                  </a:lnTo>
                  <a:lnTo>
                    <a:pt x="6730654" y="1920995"/>
                  </a:lnTo>
                  <a:lnTo>
                    <a:pt x="6726583" y="1920672"/>
                  </a:lnTo>
                  <a:lnTo>
                    <a:pt x="6726343" y="1920654"/>
                  </a:lnTo>
                  <a:lnTo>
                    <a:pt x="5254955" y="1920654"/>
                  </a:lnTo>
                  <a:lnTo>
                    <a:pt x="5253761" y="1920608"/>
                  </a:lnTo>
                  <a:lnTo>
                    <a:pt x="5245922" y="1920277"/>
                  </a:lnTo>
                  <a:lnTo>
                    <a:pt x="5226189" y="1919361"/>
                  </a:lnTo>
                  <a:lnTo>
                    <a:pt x="5190980" y="1917560"/>
                  </a:lnTo>
                  <a:lnTo>
                    <a:pt x="5138645" y="1914596"/>
                  </a:lnTo>
                  <a:lnTo>
                    <a:pt x="5069590" y="1910244"/>
                  </a:lnTo>
                  <a:lnTo>
                    <a:pt x="4986083" y="1904355"/>
                  </a:lnTo>
                  <a:lnTo>
                    <a:pt x="4891735" y="1896858"/>
                  </a:lnTo>
                  <a:lnTo>
                    <a:pt x="4790785" y="1887745"/>
                  </a:lnTo>
                  <a:lnTo>
                    <a:pt x="4687403" y="1877045"/>
                  </a:lnTo>
                  <a:lnTo>
                    <a:pt x="4585165" y="1864793"/>
                  </a:lnTo>
                  <a:lnTo>
                    <a:pt x="4486781" y="1851000"/>
                  </a:lnTo>
                  <a:lnTo>
                    <a:pt x="4394036" y="1835638"/>
                  </a:lnTo>
                  <a:lnTo>
                    <a:pt x="4307888" y="1818621"/>
                  </a:lnTo>
                  <a:lnTo>
                    <a:pt x="4228635" y="1799809"/>
                  </a:lnTo>
                  <a:lnTo>
                    <a:pt x="4156093" y="1778999"/>
                  </a:lnTo>
                  <a:lnTo>
                    <a:pt x="4089761" y="1755936"/>
                  </a:lnTo>
                  <a:lnTo>
                    <a:pt x="4028942" y="1730321"/>
                  </a:lnTo>
                  <a:lnTo>
                    <a:pt x="3972844" y="1701826"/>
                  </a:lnTo>
                  <a:lnTo>
                    <a:pt x="3920643" y="1670124"/>
                  </a:lnTo>
                  <a:lnTo>
                    <a:pt x="3871541" y="1634942"/>
                  </a:lnTo>
                  <a:lnTo>
                    <a:pt x="3829811" y="1600545"/>
                  </a:lnTo>
                  <a:lnTo>
                    <a:pt x="3786453" y="1560269"/>
                  </a:lnTo>
                  <a:lnTo>
                    <a:pt x="3744303" y="1516581"/>
                  </a:lnTo>
                  <a:lnTo>
                    <a:pt x="3702983" y="1469417"/>
                  </a:lnTo>
                  <a:lnTo>
                    <a:pt x="3662197" y="1418789"/>
                  </a:lnTo>
                  <a:lnTo>
                    <a:pt x="3621722" y="1364793"/>
                  </a:lnTo>
                  <a:lnTo>
                    <a:pt x="3581391" y="1307620"/>
                  </a:lnTo>
                  <a:lnTo>
                    <a:pt x="3541094" y="1247555"/>
                  </a:lnTo>
                  <a:lnTo>
                    <a:pt x="3500761" y="1184980"/>
                  </a:lnTo>
                  <a:lnTo>
                    <a:pt x="3460362" y="1120363"/>
                  </a:lnTo>
                  <a:lnTo>
                    <a:pt x="3419896" y="1054249"/>
                  </a:lnTo>
                  <a:lnTo>
                    <a:pt x="3379382" y="987238"/>
                  </a:lnTo>
                  <a:lnTo>
                    <a:pt x="3338853" y="919968"/>
                  </a:lnTo>
                  <a:lnTo>
                    <a:pt x="3298346" y="853087"/>
                  </a:lnTo>
                  <a:lnTo>
                    <a:pt x="3257892" y="787225"/>
                  </a:lnTo>
                  <a:lnTo>
                    <a:pt x="3217507" y="722976"/>
                  </a:lnTo>
                  <a:lnTo>
                    <a:pt x="3177185" y="660868"/>
                  </a:lnTo>
                  <a:lnTo>
                    <a:pt x="3136888" y="601354"/>
                  </a:lnTo>
                  <a:lnTo>
                    <a:pt x="3096539" y="544797"/>
                  </a:lnTo>
                  <a:lnTo>
                    <a:pt x="3056016" y="491462"/>
                  </a:lnTo>
                  <a:lnTo>
                    <a:pt x="3015144" y="441522"/>
                  </a:lnTo>
                  <a:lnTo>
                    <a:pt x="2973684" y="395056"/>
                  </a:lnTo>
                  <a:lnTo>
                    <a:pt x="2931326" y="352058"/>
                  </a:lnTo>
                  <a:lnTo>
                    <a:pt x="2896531" y="320109"/>
                  </a:lnTo>
                  <a:lnTo>
                    <a:pt x="2849577" y="281702"/>
                  </a:lnTo>
                  <a:lnTo>
                    <a:pt x="2800174" y="246910"/>
                  </a:lnTo>
                  <a:lnTo>
                    <a:pt x="2747588" y="215572"/>
                  </a:lnTo>
                  <a:lnTo>
                    <a:pt x="2691016" y="187407"/>
                  </a:lnTo>
                  <a:lnTo>
                    <a:pt x="2629634" y="162086"/>
                  </a:lnTo>
                  <a:lnTo>
                    <a:pt x="2562656" y="139283"/>
                  </a:lnTo>
                  <a:lnTo>
                    <a:pt x="2489403" y="118702"/>
                  </a:lnTo>
                  <a:lnTo>
                    <a:pt x="2409400" y="100094"/>
                  </a:lnTo>
                  <a:lnTo>
                    <a:pt x="2322508" y="83263"/>
                  </a:lnTo>
                  <a:lnTo>
                    <a:pt x="2229088" y="68075"/>
                  </a:lnTo>
                  <a:lnTo>
                    <a:pt x="2130181" y="54451"/>
                  </a:lnTo>
                  <a:lnTo>
                    <a:pt x="2027670" y="42366"/>
                  </a:lnTo>
                  <a:lnTo>
                    <a:pt x="1924366" y="31838"/>
                  </a:lnTo>
                  <a:lnTo>
                    <a:pt x="1823927" y="22900"/>
                  </a:lnTo>
                  <a:lnTo>
                    <a:pt x="1730559" y="15579"/>
                  </a:lnTo>
                  <a:lnTo>
                    <a:pt x="1648471" y="9863"/>
                  </a:lnTo>
                  <a:lnTo>
                    <a:pt x="1581157" y="5671"/>
                  </a:lnTo>
                  <a:lnTo>
                    <a:pt x="1530706" y="2845"/>
                  </a:lnTo>
                  <a:lnTo>
                    <a:pt x="1497300" y="1155"/>
                  </a:lnTo>
                  <a:lnTo>
                    <a:pt x="1479069" y="318"/>
                  </a:lnTo>
                  <a:lnTo>
                    <a:pt x="1472237" y="32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99" name="pg299"/>
            <p:cNvSpPr/>
            <p:nvPr/>
          </p:nvSpPr>
          <p:spPr>
            <a:xfrm>
              <a:off x="4799595" y="4530255"/>
              <a:ext cx="11981298" cy="6440322"/>
            </a:xfrm>
            <a:custGeom>
              <a:avLst/>
              <a:pathLst>
                <a:path w="11981298" h="6440322">
                  <a:moveTo>
                    <a:pt x="0" y="8172"/>
                  </a:moveTo>
                  <a:lnTo>
                    <a:pt x="1471387" y="8172"/>
                  </a:lnTo>
                  <a:lnTo>
                    <a:pt x="1472580" y="8219"/>
                  </a:lnTo>
                  <a:lnTo>
                    <a:pt x="1480415" y="8553"/>
                  </a:lnTo>
                  <a:lnTo>
                    <a:pt x="1500137" y="9475"/>
                  </a:lnTo>
                  <a:lnTo>
                    <a:pt x="1535326" y="11291"/>
                  </a:lnTo>
                  <a:lnTo>
                    <a:pt x="1587635" y="14279"/>
                  </a:lnTo>
                  <a:lnTo>
                    <a:pt x="1656658" y="18665"/>
                  </a:lnTo>
                  <a:lnTo>
                    <a:pt x="1740131" y="24600"/>
                  </a:lnTo>
                  <a:lnTo>
                    <a:pt x="1834446" y="32157"/>
                  </a:lnTo>
                  <a:lnTo>
                    <a:pt x="1935367" y="41343"/>
                  </a:lnTo>
                  <a:lnTo>
                    <a:pt x="2038727" y="52129"/>
                  </a:lnTo>
                  <a:lnTo>
                    <a:pt x="2140949" y="64479"/>
                  </a:lnTo>
                  <a:lnTo>
                    <a:pt x="2239325" y="78383"/>
                  </a:lnTo>
                  <a:lnTo>
                    <a:pt x="2332067" y="93869"/>
                  </a:lnTo>
                  <a:lnTo>
                    <a:pt x="2418217" y="111022"/>
                  </a:lnTo>
                  <a:lnTo>
                    <a:pt x="2497474" y="129985"/>
                  </a:lnTo>
                  <a:lnTo>
                    <a:pt x="2570021" y="150961"/>
                  </a:lnTo>
                  <a:lnTo>
                    <a:pt x="2636360" y="174207"/>
                  </a:lnTo>
                  <a:lnTo>
                    <a:pt x="2697184" y="200025"/>
                  </a:lnTo>
                  <a:lnTo>
                    <a:pt x="2753288" y="228745"/>
                  </a:lnTo>
                  <a:lnTo>
                    <a:pt x="2805492" y="260697"/>
                  </a:lnTo>
                  <a:lnTo>
                    <a:pt x="2854595" y="296155"/>
                  </a:lnTo>
                  <a:lnTo>
                    <a:pt x="2896531" y="331006"/>
                  </a:lnTo>
                  <a:lnTo>
                    <a:pt x="2939771" y="371508"/>
                  </a:lnTo>
                  <a:lnTo>
                    <a:pt x="2981808" y="415431"/>
                  </a:lnTo>
                  <a:lnTo>
                    <a:pt x="3023018" y="462839"/>
                  </a:lnTo>
                  <a:lnTo>
                    <a:pt x="3063695" y="513724"/>
                  </a:lnTo>
                  <a:lnTo>
                    <a:pt x="3104061" y="567987"/>
                  </a:lnTo>
                  <a:lnTo>
                    <a:pt x="3144281" y="625440"/>
                  </a:lnTo>
                  <a:lnTo>
                    <a:pt x="3184466" y="685799"/>
                  </a:lnTo>
                  <a:lnTo>
                    <a:pt x="3224686" y="748684"/>
                  </a:lnTo>
                  <a:lnTo>
                    <a:pt x="3264971" y="813628"/>
                  </a:lnTo>
                  <a:lnTo>
                    <a:pt x="3305324" y="880089"/>
                  </a:lnTo>
                  <a:lnTo>
                    <a:pt x="3345725" y="947465"/>
                  </a:lnTo>
                  <a:lnTo>
                    <a:pt x="3386141" y="1015121"/>
                  </a:lnTo>
                  <a:lnTo>
                    <a:pt x="3426537" y="1082409"/>
                  </a:lnTo>
                  <a:lnTo>
                    <a:pt x="3466882" y="1148697"/>
                  </a:lnTo>
                  <a:lnTo>
                    <a:pt x="3507157" y="1213390"/>
                  </a:lnTo>
                  <a:lnTo>
                    <a:pt x="3547370" y="1275955"/>
                  </a:lnTo>
                  <a:lnTo>
                    <a:pt x="3587555" y="1335937"/>
                  </a:lnTo>
                  <a:lnTo>
                    <a:pt x="3627787" y="1392969"/>
                  </a:lnTo>
                  <a:lnTo>
                    <a:pt x="3668185" y="1446780"/>
                  </a:lnTo>
                  <a:lnTo>
                    <a:pt x="3708920" y="1497193"/>
                  </a:lnTo>
                  <a:lnTo>
                    <a:pt x="3750224" y="1544124"/>
                  </a:lnTo>
                  <a:lnTo>
                    <a:pt x="3792401" y="1587573"/>
                  </a:lnTo>
                  <a:lnTo>
                    <a:pt x="3829811" y="1622340"/>
                  </a:lnTo>
                  <a:lnTo>
                    <a:pt x="3876755" y="1661065"/>
                  </a:lnTo>
                  <a:lnTo>
                    <a:pt x="3926147" y="1696148"/>
                  </a:lnTo>
                  <a:lnTo>
                    <a:pt x="3978720" y="1727747"/>
                  </a:lnTo>
                  <a:lnTo>
                    <a:pt x="4035278" y="1756149"/>
                  </a:lnTo>
                  <a:lnTo>
                    <a:pt x="4096643" y="1781683"/>
                  </a:lnTo>
                  <a:lnTo>
                    <a:pt x="4163600" y="1804678"/>
                  </a:lnTo>
                  <a:lnTo>
                    <a:pt x="4236829" y="1825432"/>
                  </a:lnTo>
                  <a:lnTo>
                    <a:pt x="4316806" y="1844198"/>
                  </a:lnTo>
                  <a:lnTo>
                    <a:pt x="4403668" y="1861171"/>
                  </a:lnTo>
                  <a:lnTo>
                    <a:pt x="4497056" y="1876489"/>
                  </a:lnTo>
                  <a:lnTo>
                    <a:pt x="4595933" y="1890229"/>
                  </a:lnTo>
                  <a:lnTo>
                    <a:pt x="4698417" y="1902418"/>
                  </a:lnTo>
                  <a:lnTo>
                    <a:pt x="4801703" y="1913038"/>
                  </a:lnTo>
                  <a:lnTo>
                    <a:pt x="4902135" y="1922054"/>
                  </a:lnTo>
                  <a:lnTo>
                    <a:pt x="4995511" y="1929441"/>
                  </a:lnTo>
                  <a:lnTo>
                    <a:pt x="5077625" y="1935210"/>
                  </a:lnTo>
                  <a:lnTo>
                    <a:pt x="5144979" y="1939441"/>
                  </a:lnTo>
                  <a:lnTo>
                    <a:pt x="5195482" y="1942295"/>
                  </a:lnTo>
                  <a:lnTo>
                    <a:pt x="5228943" y="1944003"/>
                  </a:lnTo>
                  <a:lnTo>
                    <a:pt x="5247224" y="1944850"/>
                  </a:lnTo>
                  <a:lnTo>
                    <a:pt x="5254093" y="1945140"/>
                  </a:lnTo>
                  <a:lnTo>
                    <a:pt x="5254955" y="1945173"/>
                  </a:lnTo>
                  <a:lnTo>
                    <a:pt x="6726343" y="1945173"/>
                  </a:lnTo>
                  <a:lnTo>
                    <a:pt x="6727255" y="1945256"/>
                  </a:lnTo>
                  <a:lnTo>
                    <a:pt x="6733279" y="1945843"/>
                  </a:lnTo>
                  <a:lnTo>
                    <a:pt x="6748562" y="1947466"/>
                  </a:lnTo>
                  <a:lnTo>
                    <a:pt x="6776126" y="1950665"/>
                  </a:lnTo>
                  <a:lnTo>
                    <a:pt x="6817697" y="1955953"/>
                  </a:lnTo>
                  <a:lnTo>
                    <a:pt x="6873575" y="1963775"/>
                  </a:lnTo>
                  <a:lnTo>
                    <a:pt x="6942675" y="1974462"/>
                  </a:lnTo>
                  <a:lnTo>
                    <a:pt x="7022758" y="1988219"/>
                  </a:lnTo>
                  <a:lnTo>
                    <a:pt x="7110838" y="2005130"/>
                  </a:lnTo>
                  <a:lnTo>
                    <a:pt x="7203647" y="2025184"/>
                  </a:lnTo>
                  <a:lnTo>
                    <a:pt x="7298060" y="2048323"/>
                  </a:lnTo>
                  <a:lnTo>
                    <a:pt x="7391403" y="2074486"/>
                  </a:lnTo>
                  <a:lnTo>
                    <a:pt x="7481613" y="2103651"/>
                  </a:lnTo>
                  <a:lnTo>
                    <a:pt x="7567273" y="2135862"/>
                  </a:lnTo>
                  <a:lnTo>
                    <a:pt x="7647552" y="2171251"/>
                  </a:lnTo>
                  <a:lnTo>
                    <a:pt x="7722108" y="2210042"/>
                  </a:lnTo>
                  <a:lnTo>
                    <a:pt x="7790968" y="2252557"/>
                  </a:lnTo>
                  <a:lnTo>
                    <a:pt x="7854425" y="2299211"/>
                  </a:lnTo>
                  <a:lnTo>
                    <a:pt x="7912941" y="2350497"/>
                  </a:lnTo>
                  <a:lnTo>
                    <a:pt x="7967083" y="2406976"/>
                  </a:lnTo>
                  <a:lnTo>
                    <a:pt x="8017467" y="2469236"/>
                  </a:lnTo>
                  <a:lnTo>
                    <a:pt x="8064718" y="2537851"/>
                  </a:lnTo>
                  <a:lnTo>
                    <a:pt x="8109441" y="2613288"/>
                  </a:lnTo>
                  <a:lnTo>
                    <a:pt x="8151487" y="2694365"/>
                  </a:lnTo>
                  <a:lnTo>
                    <a:pt x="8182436" y="2760529"/>
                  </a:lnTo>
                  <a:lnTo>
                    <a:pt x="8212713" y="2830689"/>
                  </a:lnTo>
                  <a:lnTo>
                    <a:pt x="8242468" y="2904925"/>
                  </a:lnTo>
                  <a:lnTo>
                    <a:pt x="8271828" y="2983276"/>
                  </a:lnTo>
                  <a:lnTo>
                    <a:pt x="8300899" y="3065733"/>
                  </a:lnTo>
                  <a:lnTo>
                    <a:pt x="8329768" y="3152238"/>
                  </a:lnTo>
                  <a:lnTo>
                    <a:pt x="8358506" y="3242677"/>
                  </a:lnTo>
                  <a:lnTo>
                    <a:pt x="8387170" y="3336883"/>
                  </a:lnTo>
                  <a:lnTo>
                    <a:pt x="8415803" y="3434629"/>
                  </a:lnTo>
                  <a:lnTo>
                    <a:pt x="8444436" y="3535631"/>
                  </a:lnTo>
                  <a:lnTo>
                    <a:pt x="8473091" y="3639549"/>
                  </a:lnTo>
                  <a:lnTo>
                    <a:pt x="8501777" y="3745993"/>
                  </a:lnTo>
                  <a:lnTo>
                    <a:pt x="8530500" y="3854525"/>
                  </a:lnTo>
                  <a:lnTo>
                    <a:pt x="8559256" y="3964665"/>
                  </a:lnTo>
                  <a:lnTo>
                    <a:pt x="8588037" y="4075905"/>
                  </a:lnTo>
                  <a:lnTo>
                    <a:pt x="8616831" y="4187713"/>
                  </a:lnTo>
                  <a:lnTo>
                    <a:pt x="8645626" y="4299545"/>
                  </a:lnTo>
                  <a:lnTo>
                    <a:pt x="8674409" y="4410858"/>
                  </a:lnTo>
                  <a:lnTo>
                    <a:pt x="8703167" y="4521119"/>
                  </a:lnTo>
                  <a:lnTo>
                    <a:pt x="8731893" y="4629815"/>
                  </a:lnTo>
                  <a:lnTo>
                    <a:pt x="8760583" y="4736466"/>
                  </a:lnTo>
                  <a:lnTo>
                    <a:pt x="8789240" y="4840628"/>
                  </a:lnTo>
                  <a:lnTo>
                    <a:pt x="8817874" y="4941907"/>
                  </a:lnTo>
                  <a:lnTo>
                    <a:pt x="8846506" y="5039958"/>
                  </a:lnTo>
                  <a:lnTo>
                    <a:pt x="8875166" y="5134493"/>
                  </a:lnTo>
                  <a:lnTo>
                    <a:pt x="8903895" y="5225279"/>
                  </a:lnTo>
                  <a:lnTo>
                    <a:pt x="8932750" y="5312143"/>
                  </a:lnTo>
                  <a:lnTo>
                    <a:pt x="8961799" y="5394967"/>
                  </a:lnTo>
                  <a:lnTo>
                    <a:pt x="8991129" y="5473689"/>
                  </a:lnTo>
                  <a:lnTo>
                    <a:pt x="9020844" y="5548294"/>
                  </a:lnTo>
                  <a:lnTo>
                    <a:pt x="9051068" y="5618818"/>
                  </a:lnTo>
                  <a:lnTo>
                    <a:pt x="9081950" y="5685338"/>
                  </a:lnTo>
                  <a:lnTo>
                    <a:pt x="9084767" y="5691131"/>
                  </a:lnTo>
                  <a:lnTo>
                    <a:pt x="9127536" y="5773514"/>
                  </a:lnTo>
                  <a:lnTo>
                    <a:pt x="9172296" y="5848836"/>
                  </a:lnTo>
                  <a:lnTo>
                    <a:pt x="9219594" y="5917341"/>
                  </a:lnTo>
                  <a:lnTo>
                    <a:pt x="9270035" y="5979501"/>
                  </a:lnTo>
                  <a:lnTo>
                    <a:pt x="9324245" y="6035889"/>
                  </a:lnTo>
                  <a:lnTo>
                    <a:pt x="9382838" y="6087094"/>
                  </a:lnTo>
                  <a:lnTo>
                    <a:pt x="9446381" y="6133675"/>
                  </a:lnTo>
                  <a:lnTo>
                    <a:pt x="9515334" y="6176126"/>
                  </a:lnTo>
                  <a:lnTo>
                    <a:pt x="9589985" y="6214858"/>
                  </a:lnTo>
                  <a:lnTo>
                    <a:pt x="9670358" y="6250192"/>
                  </a:lnTo>
                  <a:lnTo>
                    <a:pt x="9756101" y="6282352"/>
                  </a:lnTo>
                  <a:lnTo>
                    <a:pt x="9846376" y="6311467"/>
                  </a:lnTo>
                  <a:lnTo>
                    <a:pt x="9939756" y="6337581"/>
                  </a:lnTo>
                  <a:lnTo>
                    <a:pt x="10034166" y="6360669"/>
                  </a:lnTo>
                  <a:lnTo>
                    <a:pt x="10126922" y="6380671"/>
                  </a:lnTo>
                  <a:lnTo>
                    <a:pt x="10214896" y="6397529"/>
                  </a:lnTo>
                  <a:lnTo>
                    <a:pt x="10294821" y="6411235"/>
                  </a:lnTo>
                  <a:lnTo>
                    <a:pt x="10363717" y="6421873"/>
                  </a:lnTo>
                  <a:lnTo>
                    <a:pt x="10419363" y="6429649"/>
                  </a:lnTo>
                  <a:lnTo>
                    <a:pt x="10460695" y="6434899"/>
                  </a:lnTo>
                  <a:lnTo>
                    <a:pt x="10488037" y="6438068"/>
                  </a:lnTo>
                  <a:lnTo>
                    <a:pt x="10503139" y="6439669"/>
                  </a:lnTo>
                  <a:lnTo>
                    <a:pt x="10509042" y="6440244"/>
                  </a:lnTo>
                  <a:lnTo>
                    <a:pt x="10509911" y="6440322"/>
                  </a:lnTo>
                  <a:lnTo>
                    <a:pt x="11981298" y="6440322"/>
                  </a:lnTo>
                  <a:lnTo>
                    <a:pt x="11981298" y="6432149"/>
                  </a:lnTo>
                  <a:lnTo>
                    <a:pt x="10509911" y="6432149"/>
                  </a:lnTo>
                  <a:lnTo>
                    <a:pt x="10508998" y="6432067"/>
                  </a:lnTo>
                  <a:lnTo>
                    <a:pt x="10502974" y="6431479"/>
                  </a:lnTo>
                  <a:lnTo>
                    <a:pt x="10487691" y="6429857"/>
                  </a:lnTo>
                  <a:lnTo>
                    <a:pt x="10460127" y="6426658"/>
                  </a:lnTo>
                  <a:lnTo>
                    <a:pt x="10418557" y="6421369"/>
                  </a:lnTo>
                  <a:lnTo>
                    <a:pt x="10362678" y="6413548"/>
                  </a:lnTo>
                  <a:lnTo>
                    <a:pt x="10293578" y="6402860"/>
                  </a:lnTo>
                  <a:lnTo>
                    <a:pt x="10213495" y="6389103"/>
                  </a:lnTo>
                  <a:lnTo>
                    <a:pt x="10125415" y="6372192"/>
                  </a:lnTo>
                  <a:lnTo>
                    <a:pt x="10032606" y="6352139"/>
                  </a:lnTo>
                  <a:lnTo>
                    <a:pt x="9938193" y="6329000"/>
                  </a:lnTo>
                  <a:lnTo>
                    <a:pt x="9844850" y="6302836"/>
                  </a:lnTo>
                  <a:lnTo>
                    <a:pt x="9754640" y="6273671"/>
                  </a:lnTo>
                  <a:lnTo>
                    <a:pt x="9668980" y="6241460"/>
                  </a:lnTo>
                  <a:lnTo>
                    <a:pt x="9588701" y="6206071"/>
                  </a:lnTo>
                  <a:lnTo>
                    <a:pt x="9514145" y="6167280"/>
                  </a:lnTo>
                  <a:lnTo>
                    <a:pt x="9445285" y="6124765"/>
                  </a:lnTo>
                  <a:lnTo>
                    <a:pt x="9381828" y="6078112"/>
                  </a:lnTo>
                  <a:lnTo>
                    <a:pt x="9323312" y="6026825"/>
                  </a:lnTo>
                  <a:lnTo>
                    <a:pt x="9269170" y="5970347"/>
                  </a:lnTo>
                  <a:lnTo>
                    <a:pt x="9218786" y="5908086"/>
                  </a:lnTo>
                  <a:lnTo>
                    <a:pt x="9171535" y="5839472"/>
                  </a:lnTo>
                  <a:lnTo>
                    <a:pt x="9126813" y="5764034"/>
                  </a:lnTo>
                  <a:lnTo>
                    <a:pt x="9084767" y="5682958"/>
                  </a:lnTo>
                  <a:lnTo>
                    <a:pt x="9053817" y="5616793"/>
                  </a:lnTo>
                  <a:lnTo>
                    <a:pt x="9023540" y="5546633"/>
                  </a:lnTo>
                  <a:lnTo>
                    <a:pt x="8993785" y="5472397"/>
                  </a:lnTo>
                  <a:lnTo>
                    <a:pt x="8964425" y="5394046"/>
                  </a:lnTo>
                  <a:lnTo>
                    <a:pt x="8935354" y="5311589"/>
                  </a:lnTo>
                  <a:lnTo>
                    <a:pt x="8906485" y="5225085"/>
                  </a:lnTo>
                  <a:lnTo>
                    <a:pt x="8877747" y="5134645"/>
                  </a:lnTo>
                  <a:lnTo>
                    <a:pt x="8849083" y="5040439"/>
                  </a:lnTo>
                  <a:lnTo>
                    <a:pt x="8820450" y="4942694"/>
                  </a:lnTo>
                  <a:lnTo>
                    <a:pt x="8791817" y="4841692"/>
                  </a:lnTo>
                  <a:lnTo>
                    <a:pt x="8763162" y="4737773"/>
                  </a:lnTo>
                  <a:lnTo>
                    <a:pt x="8734476" y="4631329"/>
                  </a:lnTo>
                  <a:lnTo>
                    <a:pt x="8705753" y="4522797"/>
                  </a:lnTo>
                  <a:lnTo>
                    <a:pt x="8676997" y="4412657"/>
                  </a:lnTo>
                  <a:lnTo>
                    <a:pt x="8648217" y="4301417"/>
                  </a:lnTo>
                  <a:lnTo>
                    <a:pt x="8619422" y="4189609"/>
                  </a:lnTo>
                  <a:lnTo>
                    <a:pt x="8590627" y="4077777"/>
                  </a:lnTo>
                  <a:lnTo>
                    <a:pt x="8561845" y="3966464"/>
                  </a:lnTo>
                  <a:lnTo>
                    <a:pt x="8533086" y="3856203"/>
                  </a:lnTo>
                  <a:lnTo>
                    <a:pt x="8504360" y="3747507"/>
                  </a:lnTo>
                  <a:lnTo>
                    <a:pt x="8475670" y="3640857"/>
                  </a:lnTo>
                  <a:lnTo>
                    <a:pt x="8447014" y="3536694"/>
                  </a:lnTo>
                  <a:lnTo>
                    <a:pt x="8418379" y="3435415"/>
                  </a:lnTo>
                  <a:lnTo>
                    <a:pt x="8389747" y="3337364"/>
                  </a:lnTo>
                  <a:lnTo>
                    <a:pt x="8361088" y="3242830"/>
                  </a:lnTo>
                  <a:lnTo>
                    <a:pt x="8332358" y="3152043"/>
                  </a:lnTo>
                  <a:lnTo>
                    <a:pt x="8303504" y="3065179"/>
                  </a:lnTo>
                  <a:lnTo>
                    <a:pt x="8274454" y="2982355"/>
                  </a:lnTo>
                  <a:lnTo>
                    <a:pt x="8245124" y="2903634"/>
                  </a:lnTo>
                  <a:lnTo>
                    <a:pt x="8215410" y="2829028"/>
                  </a:lnTo>
                  <a:lnTo>
                    <a:pt x="8185186" y="2758504"/>
                  </a:lnTo>
                  <a:lnTo>
                    <a:pt x="8154303" y="2691984"/>
                  </a:lnTo>
                  <a:lnTo>
                    <a:pt x="8151487" y="2686192"/>
                  </a:lnTo>
                  <a:lnTo>
                    <a:pt x="8108717" y="2603808"/>
                  </a:lnTo>
                  <a:lnTo>
                    <a:pt x="8063958" y="2528486"/>
                  </a:lnTo>
                  <a:lnTo>
                    <a:pt x="8016659" y="2459981"/>
                  </a:lnTo>
                  <a:lnTo>
                    <a:pt x="7966218" y="2397821"/>
                  </a:lnTo>
                  <a:lnTo>
                    <a:pt x="7912009" y="2341434"/>
                  </a:lnTo>
                  <a:lnTo>
                    <a:pt x="7853415" y="2290228"/>
                  </a:lnTo>
                  <a:lnTo>
                    <a:pt x="7789872" y="2243647"/>
                  </a:lnTo>
                  <a:lnTo>
                    <a:pt x="7720919" y="2201197"/>
                  </a:lnTo>
                  <a:lnTo>
                    <a:pt x="7646268" y="2162464"/>
                  </a:lnTo>
                  <a:lnTo>
                    <a:pt x="7565896" y="2127130"/>
                  </a:lnTo>
                  <a:lnTo>
                    <a:pt x="7480153" y="2094970"/>
                  </a:lnTo>
                  <a:lnTo>
                    <a:pt x="7389877" y="2065855"/>
                  </a:lnTo>
                  <a:lnTo>
                    <a:pt x="7296497" y="2039741"/>
                  </a:lnTo>
                  <a:lnTo>
                    <a:pt x="7202088" y="2016653"/>
                  </a:lnTo>
                  <a:lnTo>
                    <a:pt x="7109331" y="1996651"/>
                  </a:lnTo>
                  <a:lnTo>
                    <a:pt x="7021357" y="1979793"/>
                  </a:lnTo>
                  <a:lnTo>
                    <a:pt x="6941433" y="1966087"/>
                  </a:lnTo>
                  <a:lnTo>
                    <a:pt x="6872536" y="1955450"/>
                  </a:lnTo>
                  <a:lnTo>
                    <a:pt x="6816890" y="1947673"/>
                  </a:lnTo>
                  <a:lnTo>
                    <a:pt x="6775558" y="1942423"/>
                  </a:lnTo>
                  <a:lnTo>
                    <a:pt x="6748216" y="1939255"/>
                  </a:lnTo>
                  <a:lnTo>
                    <a:pt x="6733114" y="1937653"/>
                  </a:lnTo>
                  <a:lnTo>
                    <a:pt x="6727211" y="1937079"/>
                  </a:lnTo>
                  <a:lnTo>
                    <a:pt x="6726343" y="1937000"/>
                  </a:lnTo>
                  <a:lnTo>
                    <a:pt x="5254955" y="1937000"/>
                  </a:lnTo>
                  <a:lnTo>
                    <a:pt x="5253762" y="1936953"/>
                  </a:lnTo>
                  <a:lnTo>
                    <a:pt x="5245927" y="1936620"/>
                  </a:lnTo>
                  <a:lnTo>
                    <a:pt x="5226205" y="1935697"/>
                  </a:lnTo>
                  <a:lnTo>
                    <a:pt x="5191016" y="1933882"/>
                  </a:lnTo>
                  <a:lnTo>
                    <a:pt x="5138707" y="1930894"/>
                  </a:lnTo>
                  <a:lnTo>
                    <a:pt x="5069684" y="1926508"/>
                  </a:lnTo>
                  <a:lnTo>
                    <a:pt x="4986212" y="1920572"/>
                  </a:lnTo>
                  <a:lnTo>
                    <a:pt x="4891896" y="1913015"/>
                  </a:lnTo>
                  <a:lnTo>
                    <a:pt x="4790975" y="1903830"/>
                  </a:lnTo>
                  <a:lnTo>
                    <a:pt x="4687615" y="1893044"/>
                  </a:lnTo>
                  <a:lnTo>
                    <a:pt x="4585393" y="1880693"/>
                  </a:lnTo>
                  <a:lnTo>
                    <a:pt x="4487017" y="1866790"/>
                  </a:lnTo>
                  <a:lnTo>
                    <a:pt x="4394275" y="1851303"/>
                  </a:lnTo>
                  <a:lnTo>
                    <a:pt x="4308126" y="1834151"/>
                  </a:lnTo>
                  <a:lnTo>
                    <a:pt x="4228868" y="1815187"/>
                  </a:lnTo>
                  <a:lnTo>
                    <a:pt x="4156321" y="1794212"/>
                  </a:lnTo>
                  <a:lnTo>
                    <a:pt x="4089982" y="1770966"/>
                  </a:lnTo>
                  <a:lnTo>
                    <a:pt x="4029158" y="1745148"/>
                  </a:lnTo>
                  <a:lnTo>
                    <a:pt x="3973055" y="1716428"/>
                  </a:lnTo>
                  <a:lnTo>
                    <a:pt x="3920850" y="1684476"/>
                  </a:lnTo>
                  <a:lnTo>
                    <a:pt x="3871747" y="1649017"/>
                  </a:lnTo>
                  <a:lnTo>
                    <a:pt x="3829811" y="1614167"/>
                  </a:lnTo>
                  <a:lnTo>
                    <a:pt x="3786571" y="1573665"/>
                  </a:lnTo>
                  <a:lnTo>
                    <a:pt x="3744534" y="1529742"/>
                  </a:lnTo>
                  <a:lnTo>
                    <a:pt x="3703324" y="1482333"/>
                  </a:lnTo>
                  <a:lnTo>
                    <a:pt x="3662648" y="1431449"/>
                  </a:lnTo>
                  <a:lnTo>
                    <a:pt x="3622281" y="1377186"/>
                  </a:lnTo>
                  <a:lnTo>
                    <a:pt x="3582061" y="1319732"/>
                  </a:lnTo>
                  <a:lnTo>
                    <a:pt x="3541876" y="1259373"/>
                  </a:lnTo>
                  <a:lnTo>
                    <a:pt x="3501656" y="1196488"/>
                  </a:lnTo>
                  <a:lnTo>
                    <a:pt x="3461371" y="1131544"/>
                  </a:lnTo>
                  <a:lnTo>
                    <a:pt x="3421018" y="1065084"/>
                  </a:lnTo>
                  <a:lnTo>
                    <a:pt x="3380617" y="997708"/>
                  </a:lnTo>
                  <a:lnTo>
                    <a:pt x="3340201" y="930052"/>
                  </a:lnTo>
                  <a:lnTo>
                    <a:pt x="3299805" y="862763"/>
                  </a:lnTo>
                  <a:lnTo>
                    <a:pt x="3259460" y="796476"/>
                  </a:lnTo>
                  <a:lnTo>
                    <a:pt x="3219185" y="731783"/>
                  </a:lnTo>
                  <a:lnTo>
                    <a:pt x="3178973" y="669217"/>
                  </a:lnTo>
                  <a:lnTo>
                    <a:pt x="3138787" y="609235"/>
                  </a:lnTo>
                  <a:lnTo>
                    <a:pt x="3098555" y="552203"/>
                  </a:lnTo>
                  <a:lnTo>
                    <a:pt x="3058157" y="498393"/>
                  </a:lnTo>
                  <a:lnTo>
                    <a:pt x="3017422" y="447980"/>
                  </a:lnTo>
                  <a:lnTo>
                    <a:pt x="2976118" y="401049"/>
                  </a:lnTo>
                  <a:lnTo>
                    <a:pt x="2933941" y="357599"/>
                  </a:lnTo>
                  <a:lnTo>
                    <a:pt x="2896531" y="322833"/>
                  </a:lnTo>
                  <a:lnTo>
                    <a:pt x="2849587" y="284107"/>
                  </a:lnTo>
                  <a:lnTo>
                    <a:pt x="2800195" y="249025"/>
                  </a:lnTo>
                  <a:lnTo>
                    <a:pt x="2747622" y="217425"/>
                  </a:lnTo>
                  <a:lnTo>
                    <a:pt x="2691064" y="189024"/>
                  </a:lnTo>
                  <a:lnTo>
                    <a:pt x="2629699" y="163490"/>
                  </a:lnTo>
                  <a:lnTo>
                    <a:pt x="2562742" y="140495"/>
                  </a:lnTo>
                  <a:lnTo>
                    <a:pt x="2489513" y="119740"/>
                  </a:lnTo>
                  <a:lnTo>
                    <a:pt x="2409537" y="100975"/>
                  </a:lnTo>
                  <a:lnTo>
                    <a:pt x="2322674" y="84002"/>
                  </a:lnTo>
                  <a:lnTo>
                    <a:pt x="2229286" y="68684"/>
                  </a:lnTo>
                  <a:lnTo>
                    <a:pt x="2130409" y="54943"/>
                  </a:lnTo>
                  <a:lnTo>
                    <a:pt x="2027925" y="42755"/>
                  </a:lnTo>
                  <a:lnTo>
                    <a:pt x="1924639" y="32135"/>
                  </a:lnTo>
                  <a:lnTo>
                    <a:pt x="1824207" y="23118"/>
                  </a:lnTo>
                  <a:lnTo>
                    <a:pt x="1730831" y="15732"/>
                  </a:lnTo>
                  <a:lnTo>
                    <a:pt x="1648717" y="9963"/>
                  </a:lnTo>
                  <a:lnTo>
                    <a:pt x="1581364" y="5731"/>
                  </a:lnTo>
                  <a:lnTo>
                    <a:pt x="1530860" y="2878"/>
                  </a:lnTo>
                  <a:lnTo>
                    <a:pt x="1497399" y="1169"/>
                  </a:lnTo>
                  <a:lnTo>
                    <a:pt x="1479118" y="323"/>
                  </a:lnTo>
                  <a:lnTo>
                    <a:pt x="1472249" y="33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300" name="pl300"/>
            <p:cNvSpPr/>
            <p:nvPr/>
          </p:nvSpPr>
          <p:spPr>
            <a:xfrm>
              <a:off x="4799595" y="4538428"/>
              <a:ext cx="11981298" cy="6432149"/>
            </a:xfrm>
            <a:custGeom>
              <a:avLst/>
              <a:pathLst>
                <a:path w="11981298" h="6432149">
                  <a:moveTo>
                    <a:pt x="0" y="0"/>
                  </a:moveTo>
                  <a:lnTo>
                    <a:pt x="1471387" y="0"/>
                  </a:lnTo>
                  <a:lnTo>
                    <a:pt x="1472580" y="46"/>
                  </a:lnTo>
                  <a:lnTo>
                    <a:pt x="1480415" y="380"/>
                  </a:lnTo>
                  <a:lnTo>
                    <a:pt x="1500137" y="1302"/>
                  </a:lnTo>
                  <a:lnTo>
                    <a:pt x="1535326" y="3118"/>
                  </a:lnTo>
                  <a:lnTo>
                    <a:pt x="1587635" y="6106"/>
                  </a:lnTo>
                  <a:lnTo>
                    <a:pt x="1656658" y="10492"/>
                  </a:lnTo>
                  <a:lnTo>
                    <a:pt x="1740131" y="16427"/>
                  </a:lnTo>
                  <a:lnTo>
                    <a:pt x="1834446" y="23984"/>
                  </a:lnTo>
                  <a:lnTo>
                    <a:pt x="1935367" y="33170"/>
                  </a:lnTo>
                  <a:lnTo>
                    <a:pt x="2038727" y="43956"/>
                  </a:lnTo>
                  <a:lnTo>
                    <a:pt x="2140949" y="56307"/>
                  </a:lnTo>
                  <a:lnTo>
                    <a:pt x="2239325" y="70210"/>
                  </a:lnTo>
                  <a:lnTo>
                    <a:pt x="2332067" y="85696"/>
                  </a:lnTo>
                  <a:lnTo>
                    <a:pt x="2418217" y="102849"/>
                  </a:lnTo>
                  <a:lnTo>
                    <a:pt x="2497474" y="121812"/>
                  </a:lnTo>
                  <a:lnTo>
                    <a:pt x="2570021" y="142788"/>
                  </a:lnTo>
                  <a:lnTo>
                    <a:pt x="2636360" y="166034"/>
                  </a:lnTo>
                  <a:lnTo>
                    <a:pt x="2697184" y="191852"/>
                  </a:lnTo>
                  <a:lnTo>
                    <a:pt x="2753288" y="220572"/>
                  </a:lnTo>
                  <a:lnTo>
                    <a:pt x="2805492" y="252524"/>
                  </a:lnTo>
                  <a:lnTo>
                    <a:pt x="2854595" y="287982"/>
                  </a:lnTo>
                  <a:lnTo>
                    <a:pt x="2896531" y="322833"/>
                  </a:lnTo>
                  <a:lnTo>
                    <a:pt x="2939771" y="363335"/>
                  </a:lnTo>
                  <a:lnTo>
                    <a:pt x="2981808" y="407258"/>
                  </a:lnTo>
                  <a:lnTo>
                    <a:pt x="3023018" y="454666"/>
                  </a:lnTo>
                  <a:lnTo>
                    <a:pt x="3063695" y="505551"/>
                  </a:lnTo>
                  <a:lnTo>
                    <a:pt x="3104061" y="559814"/>
                  </a:lnTo>
                  <a:lnTo>
                    <a:pt x="3144281" y="617267"/>
                  </a:lnTo>
                  <a:lnTo>
                    <a:pt x="3184466" y="677626"/>
                  </a:lnTo>
                  <a:lnTo>
                    <a:pt x="3224686" y="740511"/>
                  </a:lnTo>
                  <a:lnTo>
                    <a:pt x="3264971" y="805455"/>
                  </a:lnTo>
                  <a:lnTo>
                    <a:pt x="3305324" y="871916"/>
                  </a:lnTo>
                  <a:lnTo>
                    <a:pt x="3345725" y="939292"/>
                  </a:lnTo>
                  <a:lnTo>
                    <a:pt x="3386141" y="1006948"/>
                  </a:lnTo>
                  <a:lnTo>
                    <a:pt x="3426537" y="1074236"/>
                  </a:lnTo>
                  <a:lnTo>
                    <a:pt x="3466882" y="1140524"/>
                  </a:lnTo>
                  <a:lnTo>
                    <a:pt x="3507157" y="1205217"/>
                  </a:lnTo>
                  <a:lnTo>
                    <a:pt x="3547370" y="1267782"/>
                  </a:lnTo>
                  <a:lnTo>
                    <a:pt x="3587555" y="1327764"/>
                  </a:lnTo>
                  <a:lnTo>
                    <a:pt x="3627787" y="1384796"/>
                  </a:lnTo>
                  <a:lnTo>
                    <a:pt x="3668185" y="1438607"/>
                  </a:lnTo>
                  <a:lnTo>
                    <a:pt x="3708920" y="1489020"/>
                  </a:lnTo>
                  <a:lnTo>
                    <a:pt x="3750224" y="1535951"/>
                  </a:lnTo>
                  <a:lnTo>
                    <a:pt x="3792401" y="1579400"/>
                  </a:lnTo>
                  <a:lnTo>
                    <a:pt x="3829811" y="1614167"/>
                  </a:lnTo>
                  <a:lnTo>
                    <a:pt x="3876755" y="1652892"/>
                  </a:lnTo>
                  <a:lnTo>
                    <a:pt x="3926147" y="1687975"/>
                  </a:lnTo>
                  <a:lnTo>
                    <a:pt x="3978720" y="1719574"/>
                  </a:lnTo>
                  <a:lnTo>
                    <a:pt x="4035278" y="1747976"/>
                  </a:lnTo>
                  <a:lnTo>
                    <a:pt x="4096643" y="1773510"/>
                  </a:lnTo>
                  <a:lnTo>
                    <a:pt x="4163600" y="1796505"/>
                  </a:lnTo>
                  <a:lnTo>
                    <a:pt x="4236829" y="1817259"/>
                  </a:lnTo>
                  <a:lnTo>
                    <a:pt x="4316806" y="1836025"/>
                  </a:lnTo>
                  <a:lnTo>
                    <a:pt x="4403668" y="1852998"/>
                  </a:lnTo>
                  <a:lnTo>
                    <a:pt x="4497056" y="1868316"/>
                  </a:lnTo>
                  <a:lnTo>
                    <a:pt x="4595933" y="1882056"/>
                  </a:lnTo>
                  <a:lnTo>
                    <a:pt x="4698417" y="1894245"/>
                  </a:lnTo>
                  <a:lnTo>
                    <a:pt x="4801703" y="1904865"/>
                  </a:lnTo>
                  <a:lnTo>
                    <a:pt x="4902135" y="1913881"/>
                  </a:lnTo>
                  <a:lnTo>
                    <a:pt x="4995511" y="1921268"/>
                  </a:lnTo>
                  <a:lnTo>
                    <a:pt x="5077625" y="1927037"/>
                  </a:lnTo>
                  <a:lnTo>
                    <a:pt x="5144979" y="1931268"/>
                  </a:lnTo>
                  <a:lnTo>
                    <a:pt x="5195482" y="1934122"/>
                  </a:lnTo>
                  <a:lnTo>
                    <a:pt x="5228943" y="1935830"/>
                  </a:lnTo>
                  <a:lnTo>
                    <a:pt x="5247224" y="1936677"/>
                  </a:lnTo>
                  <a:lnTo>
                    <a:pt x="5254093" y="1936967"/>
                  </a:lnTo>
                  <a:lnTo>
                    <a:pt x="5254955" y="1937000"/>
                  </a:lnTo>
                  <a:lnTo>
                    <a:pt x="6726343" y="1937000"/>
                  </a:lnTo>
                  <a:lnTo>
                    <a:pt x="6727255" y="1937083"/>
                  </a:lnTo>
                  <a:lnTo>
                    <a:pt x="6733279" y="1937670"/>
                  </a:lnTo>
                  <a:lnTo>
                    <a:pt x="6748562" y="1939293"/>
                  </a:lnTo>
                  <a:lnTo>
                    <a:pt x="6776126" y="1942492"/>
                  </a:lnTo>
                  <a:lnTo>
                    <a:pt x="6817697" y="1947780"/>
                  </a:lnTo>
                  <a:lnTo>
                    <a:pt x="6873575" y="1955602"/>
                  </a:lnTo>
                  <a:lnTo>
                    <a:pt x="6942675" y="1966289"/>
                  </a:lnTo>
                  <a:lnTo>
                    <a:pt x="7022758" y="1980046"/>
                  </a:lnTo>
                  <a:lnTo>
                    <a:pt x="7110838" y="1996957"/>
                  </a:lnTo>
                  <a:lnTo>
                    <a:pt x="7203647" y="2017011"/>
                  </a:lnTo>
                  <a:lnTo>
                    <a:pt x="7298060" y="2040150"/>
                  </a:lnTo>
                  <a:lnTo>
                    <a:pt x="7391403" y="2066313"/>
                  </a:lnTo>
                  <a:lnTo>
                    <a:pt x="7481613" y="2095478"/>
                  </a:lnTo>
                  <a:lnTo>
                    <a:pt x="7567273" y="2127689"/>
                  </a:lnTo>
                  <a:lnTo>
                    <a:pt x="7647552" y="2163078"/>
                  </a:lnTo>
                  <a:lnTo>
                    <a:pt x="7722108" y="2201869"/>
                  </a:lnTo>
                  <a:lnTo>
                    <a:pt x="7790968" y="2244384"/>
                  </a:lnTo>
                  <a:lnTo>
                    <a:pt x="7854425" y="2291038"/>
                  </a:lnTo>
                  <a:lnTo>
                    <a:pt x="7912941" y="2342324"/>
                  </a:lnTo>
                  <a:lnTo>
                    <a:pt x="7967083" y="2398803"/>
                  </a:lnTo>
                  <a:lnTo>
                    <a:pt x="8017467" y="2461063"/>
                  </a:lnTo>
                  <a:lnTo>
                    <a:pt x="8064718" y="2529678"/>
                  </a:lnTo>
                  <a:lnTo>
                    <a:pt x="8109441" y="2605115"/>
                  </a:lnTo>
                  <a:lnTo>
                    <a:pt x="8151487" y="2686192"/>
                  </a:lnTo>
                  <a:lnTo>
                    <a:pt x="8182436" y="2752356"/>
                  </a:lnTo>
                  <a:lnTo>
                    <a:pt x="8212713" y="2822516"/>
                  </a:lnTo>
                  <a:lnTo>
                    <a:pt x="8242468" y="2896752"/>
                  </a:lnTo>
                  <a:lnTo>
                    <a:pt x="8271828" y="2975103"/>
                  </a:lnTo>
                  <a:lnTo>
                    <a:pt x="8300899" y="3057560"/>
                  </a:lnTo>
                  <a:lnTo>
                    <a:pt x="8329768" y="3144065"/>
                  </a:lnTo>
                  <a:lnTo>
                    <a:pt x="8358506" y="3234504"/>
                  </a:lnTo>
                  <a:lnTo>
                    <a:pt x="8387170" y="3328710"/>
                  </a:lnTo>
                  <a:lnTo>
                    <a:pt x="8415803" y="3426456"/>
                  </a:lnTo>
                  <a:lnTo>
                    <a:pt x="8444436" y="3527458"/>
                  </a:lnTo>
                  <a:lnTo>
                    <a:pt x="8473091" y="3631376"/>
                  </a:lnTo>
                  <a:lnTo>
                    <a:pt x="8501777" y="3737820"/>
                  </a:lnTo>
                  <a:lnTo>
                    <a:pt x="8530500" y="3846352"/>
                  </a:lnTo>
                  <a:lnTo>
                    <a:pt x="8559256" y="3956492"/>
                  </a:lnTo>
                  <a:lnTo>
                    <a:pt x="8588037" y="4067732"/>
                  </a:lnTo>
                  <a:lnTo>
                    <a:pt x="8616831" y="4179540"/>
                  </a:lnTo>
                  <a:lnTo>
                    <a:pt x="8645626" y="4291372"/>
                  </a:lnTo>
                  <a:lnTo>
                    <a:pt x="8674409" y="4402685"/>
                  </a:lnTo>
                  <a:lnTo>
                    <a:pt x="8703167" y="4512946"/>
                  </a:lnTo>
                  <a:lnTo>
                    <a:pt x="8731893" y="4621642"/>
                  </a:lnTo>
                  <a:lnTo>
                    <a:pt x="8760583" y="4728293"/>
                  </a:lnTo>
                  <a:lnTo>
                    <a:pt x="8789240" y="4832455"/>
                  </a:lnTo>
                  <a:lnTo>
                    <a:pt x="8817874" y="4933734"/>
                  </a:lnTo>
                  <a:lnTo>
                    <a:pt x="8846506" y="5031785"/>
                  </a:lnTo>
                  <a:lnTo>
                    <a:pt x="8875166" y="5126320"/>
                  </a:lnTo>
                  <a:lnTo>
                    <a:pt x="8903895" y="5217106"/>
                  </a:lnTo>
                  <a:lnTo>
                    <a:pt x="8932750" y="5303970"/>
                  </a:lnTo>
                  <a:lnTo>
                    <a:pt x="8961799" y="5386794"/>
                  </a:lnTo>
                  <a:lnTo>
                    <a:pt x="8991129" y="5465516"/>
                  </a:lnTo>
                  <a:lnTo>
                    <a:pt x="9020844" y="5540121"/>
                  </a:lnTo>
                  <a:lnTo>
                    <a:pt x="9051068" y="5610645"/>
                  </a:lnTo>
                  <a:lnTo>
                    <a:pt x="9081950" y="5677165"/>
                  </a:lnTo>
                  <a:lnTo>
                    <a:pt x="9084767" y="5682958"/>
                  </a:lnTo>
                  <a:lnTo>
                    <a:pt x="9127536" y="5765341"/>
                  </a:lnTo>
                  <a:lnTo>
                    <a:pt x="9172296" y="5840663"/>
                  </a:lnTo>
                  <a:lnTo>
                    <a:pt x="9219594" y="5909168"/>
                  </a:lnTo>
                  <a:lnTo>
                    <a:pt x="9270035" y="5971328"/>
                  </a:lnTo>
                  <a:lnTo>
                    <a:pt x="9324245" y="6027716"/>
                  </a:lnTo>
                  <a:lnTo>
                    <a:pt x="9382838" y="6078921"/>
                  </a:lnTo>
                  <a:lnTo>
                    <a:pt x="9446381" y="6125502"/>
                  </a:lnTo>
                  <a:lnTo>
                    <a:pt x="9515334" y="6167953"/>
                  </a:lnTo>
                  <a:lnTo>
                    <a:pt x="9589985" y="6206685"/>
                  </a:lnTo>
                  <a:lnTo>
                    <a:pt x="9670358" y="6242019"/>
                  </a:lnTo>
                  <a:lnTo>
                    <a:pt x="9756101" y="6274179"/>
                  </a:lnTo>
                  <a:lnTo>
                    <a:pt x="9846376" y="6303294"/>
                  </a:lnTo>
                  <a:lnTo>
                    <a:pt x="9939756" y="6329408"/>
                  </a:lnTo>
                  <a:lnTo>
                    <a:pt x="10034166" y="6352496"/>
                  </a:lnTo>
                  <a:lnTo>
                    <a:pt x="10126922" y="6372498"/>
                  </a:lnTo>
                  <a:lnTo>
                    <a:pt x="10214896" y="6389356"/>
                  </a:lnTo>
                  <a:lnTo>
                    <a:pt x="10294821" y="6403062"/>
                  </a:lnTo>
                  <a:lnTo>
                    <a:pt x="10363717" y="6413700"/>
                  </a:lnTo>
                  <a:lnTo>
                    <a:pt x="10419363" y="6421476"/>
                  </a:lnTo>
                  <a:lnTo>
                    <a:pt x="10460695" y="6426726"/>
                  </a:lnTo>
                  <a:lnTo>
                    <a:pt x="10488037" y="6429895"/>
                  </a:lnTo>
                  <a:lnTo>
                    <a:pt x="10503139" y="6431496"/>
                  </a:lnTo>
                  <a:lnTo>
                    <a:pt x="10509042" y="6432071"/>
                  </a:lnTo>
                  <a:lnTo>
                    <a:pt x="10509911" y="6432149"/>
                  </a:lnTo>
                  <a:lnTo>
                    <a:pt x="11981298" y="643214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01" name="pl301"/>
            <p:cNvSpPr/>
            <p:nvPr/>
          </p:nvSpPr>
          <p:spPr>
            <a:xfrm>
              <a:off x="4799595" y="4530255"/>
              <a:ext cx="11981298" cy="6432149"/>
            </a:xfrm>
            <a:custGeom>
              <a:avLst/>
              <a:pathLst>
                <a:path w="11981298" h="6432149">
                  <a:moveTo>
                    <a:pt x="11981298" y="6432149"/>
                  </a:moveTo>
                  <a:lnTo>
                    <a:pt x="10509911" y="6432149"/>
                  </a:lnTo>
                  <a:lnTo>
                    <a:pt x="10508998" y="6432067"/>
                  </a:lnTo>
                  <a:lnTo>
                    <a:pt x="10502974" y="6431479"/>
                  </a:lnTo>
                  <a:lnTo>
                    <a:pt x="10487691" y="6429857"/>
                  </a:lnTo>
                  <a:lnTo>
                    <a:pt x="10460127" y="6426658"/>
                  </a:lnTo>
                  <a:lnTo>
                    <a:pt x="10418557" y="6421369"/>
                  </a:lnTo>
                  <a:lnTo>
                    <a:pt x="10362678" y="6413548"/>
                  </a:lnTo>
                  <a:lnTo>
                    <a:pt x="10293578" y="6402860"/>
                  </a:lnTo>
                  <a:lnTo>
                    <a:pt x="10213495" y="6389103"/>
                  </a:lnTo>
                  <a:lnTo>
                    <a:pt x="10125415" y="6372192"/>
                  </a:lnTo>
                  <a:lnTo>
                    <a:pt x="10032606" y="6352139"/>
                  </a:lnTo>
                  <a:lnTo>
                    <a:pt x="9938193" y="6329000"/>
                  </a:lnTo>
                  <a:lnTo>
                    <a:pt x="9844850" y="6302836"/>
                  </a:lnTo>
                  <a:lnTo>
                    <a:pt x="9754640" y="6273671"/>
                  </a:lnTo>
                  <a:lnTo>
                    <a:pt x="9668980" y="6241460"/>
                  </a:lnTo>
                  <a:lnTo>
                    <a:pt x="9588701" y="6206071"/>
                  </a:lnTo>
                  <a:lnTo>
                    <a:pt x="9514145" y="6167280"/>
                  </a:lnTo>
                  <a:lnTo>
                    <a:pt x="9445285" y="6124765"/>
                  </a:lnTo>
                  <a:lnTo>
                    <a:pt x="9381828" y="6078112"/>
                  </a:lnTo>
                  <a:lnTo>
                    <a:pt x="9323312" y="6026825"/>
                  </a:lnTo>
                  <a:lnTo>
                    <a:pt x="9269170" y="5970347"/>
                  </a:lnTo>
                  <a:lnTo>
                    <a:pt x="9218786" y="5908086"/>
                  </a:lnTo>
                  <a:lnTo>
                    <a:pt x="9171535" y="5839472"/>
                  </a:lnTo>
                  <a:lnTo>
                    <a:pt x="9126813" y="5764034"/>
                  </a:lnTo>
                  <a:lnTo>
                    <a:pt x="9084767" y="5682958"/>
                  </a:lnTo>
                  <a:lnTo>
                    <a:pt x="9053817" y="5616793"/>
                  </a:lnTo>
                  <a:lnTo>
                    <a:pt x="9023540" y="5546633"/>
                  </a:lnTo>
                  <a:lnTo>
                    <a:pt x="8993785" y="5472397"/>
                  </a:lnTo>
                  <a:lnTo>
                    <a:pt x="8964425" y="5394046"/>
                  </a:lnTo>
                  <a:lnTo>
                    <a:pt x="8935354" y="5311589"/>
                  </a:lnTo>
                  <a:lnTo>
                    <a:pt x="8906485" y="5225085"/>
                  </a:lnTo>
                  <a:lnTo>
                    <a:pt x="8877747" y="5134645"/>
                  </a:lnTo>
                  <a:lnTo>
                    <a:pt x="8849083" y="5040439"/>
                  </a:lnTo>
                  <a:lnTo>
                    <a:pt x="8820450" y="4942694"/>
                  </a:lnTo>
                  <a:lnTo>
                    <a:pt x="8791817" y="4841692"/>
                  </a:lnTo>
                  <a:lnTo>
                    <a:pt x="8763162" y="4737773"/>
                  </a:lnTo>
                  <a:lnTo>
                    <a:pt x="8734476" y="4631329"/>
                  </a:lnTo>
                  <a:lnTo>
                    <a:pt x="8705753" y="4522797"/>
                  </a:lnTo>
                  <a:lnTo>
                    <a:pt x="8676997" y="4412657"/>
                  </a:lnTo>
                  <a:lnTo>
                    <a:pt x="8648217" y="4301417"/>
                  </a:lnTo>
                  <a:lnTo>
                    <a:pt x="8619422" y="4189609"/>
                  </a:lnTo>
                  <a:lnTo>
                    <a:pt x="8590627" y="4077777"/>
                  </a:lnTo>
                  <a:lnTo>
                    <a:pt x="8561845" y="3966464"/>
                  </a:lnTo>
                  <a:lnTo>
                    <a:pt x="8533086" y="3856203"/>
                  </a:lnTo>
                  <a:lnTo>
                    <a:pt x="8504360" y="3747507"/>
                  </a:lnTo>
                  <a:lnTo>
                    <a:pt x="8475670" y="3640857"/>
                  </a:lnTo>
                  <a:lnTo>
                    <a:pt x="8447014" y="3536694"/>
                  </a:lnTo>
                  <a:lnTo>
                    <a:pt x="8418379" y="3435415"/>
                  </a:lnTo>
                  <a:lnTo>
                    <a:pt x="8389747" y="3337364"/>
                  </a:lnTo>
                  <a:lnTo>
                    <a:pt x="8361088" y="3242830"/>
                  </a:lnTo>
                  <a:lnTo>
                    <a:pt x="8332358" y="3152043"/>
                  </a:lnTo>
                  <a:lnTo>
                    <a:pt x="8303504" y="3065179"/>
                  </a:lnTo>
                  <a:lnTo>
                    <a:pt x="8274454" y="2982355"/>
                  </a:lnTo>
                  <a:lnTo>
                    <a:pt x="8245124" y="2903634"/>
                  </a:lnTo>
                  <a:lnTo>
                    <a:pt x="8215410" y="2829028"/>
                  </a:lnTo>
                  <a:lnTo>
                    <a:pt x="8185186" y="2758504"/>
                  </a:lnTo>
                  <a:lnTo>
                    <a:pt x="8154303" y="2691984"/>
                  </a:lnTo>
                  <a:lnTo>
                    <a:pt x="8151487" y="2686192"/>
                  </a:lnTo>
                  <a:lnTo>
                    <a:pt x="8108717" y="2603808"/>
                  </a:lnTo>
                  <a:lnTo>
                    <a:pt x="8063958" y="2528486"/>
                  </a:lnTo>
                  <a:lnTo>
                    <a:pt x="8016659" y="2459981"/>
                  </a:lnTo>
                  <a:lnTo>
                    <a:pt x="7966218" y="2397821"/>
                  </a:lnTo>
                  <a:lnTo>
                    <a:pt x="7912009" y="2341434"/>
                  </a:lnTo>
                  <a:lnTo>
                    <a:pt x="7853415" y="2290228"/>
                  </a:lnTo>
                  <a:lnTo>
                    <a:pt x="7789872" y="2243647"/>
                  </a:lnTo>
                  <a:lnTo>
                    <a:pt x="7720919" y="2201197"/>
                  </a:lnTo>
                  <a:lnTo>
                    <a:pt x="7646268" y="2162464"/>
                  </a:lnTo>
                  <a:lnTo>
                    <a:pt x="7565896" y="2127130"/>
                  </a:lnTo>
                  <a:lnTo>
                    <a:pt x="7480153" y="2094970"/>
                  </a:lnTo>
                  <a:lnTo>
                    <a:pt x="7389877" y="2065855"/>
                  </a:lnTo>
                  <a:lnTo>
                    <a:pt x="7296497" y="2039741"/>
                  </a:lnTo>
                  <a:lnTo>
                    <a:pt x="7202088" y="2016653"/>
                  </a:lnTo>
                  <a:lnTo>
                    <a:pt x="7109331" y="1996651"/>
                  </a:lnTo>
                  <a:lnTo>
                    <a:pt x="7021357" y="1979793"/>
                  </a:lnTo>
                  <a:lnTo>
                    <a:pt x="6941433" y="1966087"/>
                  </a:lnTo>
                  <a:lnTo>
                    <a:pt x="6872536" y="1955450"/>
                  </a:lnTo>
                  <a:lnTo>
                    <a:pt x="6816890" y="1947673"/>
                  </a:lnTo>
                  <a:lnTo>
                    <a:pt x="6775558" y="1942423"/>
                  </a:lnTo>
                  <a:lnTo>
                    <a:pt x="6748216" y="1939255"/>
                  </a:lnTo>
                  <a:lnTo>
                    <a:pt x="6733114" y="1937653"/>
                  </a:lnTo>
                  <a:lnTo>
                    <a:pt x="6727211" y="1937079"/>
                  </a:lnTo>
                  <a:lnTo>
                    <a:pt x="6726343" y="1937000"/>
                  </a:lnTo>
                  <a:lnTo>
                    <a:pt x="5254955" y="1937000"/>
                  </a:lnTo>
                  <a:lnTo>
                    <a:pt x="5253762" y="1936953"/>
                  </a:lnTo>
                  <a:lnTo>
                    <a:pt x="5245927" y="1936620"/>
                  </a:lnTo>
                  <a:lnTo>
                    <a:pt x="5226205" y="1935697"/>
                  </a:lnTo>
                  <a:lnTo>
                    <a:pt x="5191016" y="1933882"/>
                  </a:lnTo>
                  <a:lnTo>
                    <a:pt x="5138707" y="1930894"/>
                  </a:lnTo>
                  <a:lnTo>
                    <a:pt x="5069684" y="1926508"/>
                  </a:lnTo>
                  <a:lnTo>
                    <a:pt x="4986212" y="1920572"/>
                  </a:lnTo>
                  <a:lnTo>
                    <a:pt x="4891896" y="1913015"/>
                  </a:lnTo>
                  <a:lnTo>
                    <a:pt x="4790975" y="1903830"/>
                  </a:lnTo>
                  <a:lnTo>
                    <a:pt x="4687615" y="1893044"/>
                  </a:lnTo>
                  <a:lnTo>
                    <a:pt x="4585393" y="1880693"/>
                  </a:lnTo>
                  <a:lnTo>
                    <a:pt x="4487017" y="1866790"/>
                  </a:lnTo>
                  <a:lnTo>
                    <a:pt x="4394275" y="1851303"/>
                  </a:lnTo>
                  <a:lnTo>
                    <a:pt x="4308126" y="1834151"/>
                  </a:lnTo>
                  <a:lnTo>
                    <a:pt x="4228868" y="1815187"/>
                  </a:lnTo>
                  <a:lnTo>
                    <a:pt x="4156321" y="1794212"/>
                  </a:lnTo>
                  <a:lnTo>
                    <a:pt x="4089982" y="1770966"/>
                  </a:lnTo>
                  <a:lnTo>
                    <a:pt x="4029158" y="1745148"/>
                  </a:lnTo>
                  <a:lnTo>
                    <a:pt x="3973055" y="1716428"/>
                  </a:lnTo>
                  <a:lnTo>
                    <a:pt x="3920850" y="1684476"/>
                  </a:lnTo>
                  <a:lnTo>
                    <a:pt x="3871747" y="1649017"/>
                  </a:lnTo>
                  <a:lnTo>
                    <a:pt x="3829811" y="1614167"/>
                  </a:lnTo>
                  <a:lnTo>
                    <a:pt x="3786571" y="1573665"/>
                  </a:lnTo>
                  <a:lnTo>
                    <a:pt x="3744534" y="1529742"/>
                  </a:lnTo>
                  <a:lnTo>
                    <a:pt x="3703324" y="1482333"/>
                  </a:lnTo>
                  <a:lnTo>
                    <a:pt x="3662648" y="1431449"/>
                  </a:lnTo>
                  <a:lnTo>
                    <a:pt x="3622281" y="1377186"/>
                  </a:lnTo>
                  <a:lnTo>
                    <a:pt x="3582061" y="1319732"/>
                  </a:lnTo>
                  <a:lnTo>
                    <a:pt x="3541876" y="1259373"/>
                  </a:lnTo>
                  <a:lnTo>
                    <a:pt x="3501656" y="1196488"/>
                  </a:lnTo>
                  <a:lnTo>
                    <a:pt x="3461371" y="1131544"/>
                  </a:lnTo>
                  <a:lnTo>
                    <a:pt x="3421018" y="1065084"/>
                  </a:lnTo>
                  <a:lnTo>
                    <a:pt x="3380617" y="997708"/>
                  </a:lnTo>
                  <a:lnTo>
                    <a:pt x="3340201" y="930052"/>
                  </a:lnTo>
                  <a:lnTo>
                    <a:pt x="3299805" y="862763"/>
                  </a:lnTo>
                  <a:lnTo>
                    <a:pt x="3259460" y="796476"/>
                  </a:lnTo>
                  <a:lnTo>
                    <a:pt x="3219185" y="731783"/>
                  </a:lnTo>
                  <a:lnTo>
                    <a:pt x="3178973" y="669217"/>
                  </a:lnTo>
                  <a:lnTo>
                    <a:pt x="3138787" y="609235"/>
                  </a:lnTo>
                  <a:lnTo>
                    <a:pt x="3098555" y="552203"/>
                  </a:lnTo>
                  <a:lnTo>
                    <a:pt x="3058157" y="498393"/>
                  </a:lnTo>
                  <a:lnTo>
                    <a:pt x="3017422" y="447980"/>
                  </a:lnTo>
                  <a:lnTo>
                    <a:pt x="2976118" y="401049"/>
                  </a:lnTo>
                  <a:lnTo>
                    <a:pt x="2933941" y="357599"/>
                  </a:lnTo>
                  <a:lnTo>
                    <a:pt x="2896531" y="322833"/>
                  </a:lnTo>
                  <a:lnTo>
                    <a:pt x="2849587" y="284107"/>
                  </a:lnTo>
                  <a:lnTo>
                    <a:pt x="2800195" y="249025"/>
                  </a:lnTo>
                  <a:lnTo>
                    <a:pt x="2747622" y="217425"/>
                  </a:lnTo>
                  <a:lnTo>
                    <a:pt x="2691064" y="189024"/>
                  </a:lnTo>
                  <a:lnTo>
                    <a:pt x="2629699" y="163490"/>
                  </a:lnTo>
                  <a:lnTo>
                    <a:pt x="2562742" y="140495"/>
                  </a:lnTo>
                  <a:lnTo>
                    <a:pt x="2489513" y="119740"/>
                  </a:lnTo>
                  <a:lnTo>
                    <a:pt x="2409537" y="100975"/>
                  </a:lnTo>
                  <a:lnTo>
                    <a:pt x="2322674" y="84002"/>
                  </a:lnTo>
                  <a:lnTo>
                    <a:pt x="2229286" y="68684"/>
                  </a:lnTo>
                  <a:lnTo>
                    <a:pt x="2130409" y="54943"/>
                  </a:lnTo>
                  <a:lnTo>
                    <a:pt x="2027925" y="42755"/>
                  </a:lnTo>
                  <a:lnTo>
                    <a:pt x="1924639" y="32135"/>
                  </a:lnTo>
                  <a:lnTo>
                    <a:pt x="1824207" y="23118"/>
                  </a:lnTo>
                  <a:lnTo>
                    <a:pt x="1730831" y="15732"/>
                  </a:lnTo>
                  <a:lnTo>
                    <a:pt x="1648717" y="9963"/>
                  </a:lnTo>
                  <a:lnTo>
                    <a:pt x="1581364" y="5731"/>
                  </a:lnTo>
                  <a:lnTo>
                    <a:pt x="1530860" y="2878"/>
                  </a:lnTo>
                  <a:lnTo>
                    <a:pt x="1497399" y="1169"/>
                  </a:lnTo>
                  <a:lnTo>
                    <a:pt x="1479118" y="323"/>
                  </a:lnTo>
                  <a:lnTo>
                    <a:pt x="1472249" y="33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02" name="pg302"/>
            <p:cNvSpPr/>
            <p:nvPr/>
          </p:nvSpPr>
          <p:spPr>
            <a:xfrm>
              <a:off x="4799595" y="3786512"/>
              <a:ext cx="11981298" cy="7461947"/>
            </a:xfrm>
            <a:custGeom>
              <a:avLst/>
              <a:pathLst>
                <a:path w="11981298" h="7461947">
                  <a:moveTo>
                    <a:pt x="0" y="3097566"/>
                  </a:moveTo>
                  <a:lnTo>
                    <a:pt x="1471387" y="3097566"/>
                  </a:lnTo>
                  <a:lnTo>
                    <a:pt x="1472307" y="3097647"/>
                  </a:lnTo>
                  <a:lnTo>
                    <a:pt x="1478384" y="3098222"/>
                  </a:lnTo>
                  <a:lnTo>
                    <a:pt x="1493796" y="3099812"/>
                  </a:lnTo>
                  <a:lnTo>
                    <a:pt x="1521584" y="3102946"/>
                  </a:lnTo>
                  <a:lnTo>
                    <a:pt x="1563474" y="3108127"/>
                  </a:lnTo>
                  <a:lnTo>
                    <a:pt x="1619750" y="3115788"/>
                  </a:lnTo>
                  <a:lnTo>
                    <a:pt x="1689296" y="3126252"/>
                  </a:lnTo>
                  <a:lnTo>
                    <a:pt x="1769834" y="3139718"/>
                  </a:lnTo>
                  <a:lnTo>
                    <a:pt x="1858339" y="3156264"/>
                  </a:lnTo>
                  <a:lnTo>
                    <a:pt x="1951512" y="3175879"/>
                  </a:lnTo>
                  <a:lnTo>
                    <a:pt x="2046212" y="3198505"/>
                  </a:lnTo>
                  <a:lnTo>
                    <a:pt x="2139756" y="3224085"/>
                  </a:lnTo>
                  <a:lnTo>
                    <a:pt x="2230088" y="3252596"/>
                  </a:lnTo>
                  <a:lnTo>
                    <a:pt x="2315798" y="3284086"/>
                  </a:lnTo>
                  <a:lnTo>
                    <a:pt x="2396072" y="3318687"/>
                  </a:lnTo>
                  <a:lnTo>
                    <a:pt x="2470583" y="3356623"/>
                  </a:lnTo>
                  <a:lnTo>
                    <a:pt x="2539373" y="3398215"/>
                  </a:lnTo>
                  <a:lnTo>
                    <a:pt x="2602747" y="3443871"/>
                  </a:lnTo>
                  <a:lnTo>
                    <a:pt x="2661180" y="3494081"/>
                  </a:lnTo>
                  <a:lnTo>
                    <a:pt x="2715247" y="3549394"/>
                  </a:lnTo>
                  <a:lnTo>
                    <a:pt x="2765571" y="3610389"/>
                  </a:lnTo>
                  <a:lnTo>
                    <a:pt x="2812783" y="3677623"/>
                  </a:lnTo>
                  <a:lnTo>
                    <a:pt x="2857489" y="3751546"/>
                  </a:lnTo>
                  <a:lnTo>
                    <a:pt x="2896531" y="3824963"/>
                  </a:lnTo>
                  <a:lnTo>
                    <a:pt x="2927894" y="3890097"/>
                  </a:lnTo>
                  <a:lnTo>
                    <a:pt x="2958568" y="3959217"/>
                  </a:lnTo>
                  <a:lnTo>
                    <a:pt x="2988710" y="4032404"/>
                  </a:lnTo>
                  <a:lnTo>
                    <a:pt x="3018450" y="4109695"/>
                  </a:lnTo>
                  <a:lnTo>
                    <a:pt x="3047899" y="4191079"/>
                  </a:lnTo>
                  <a:lnTo>
                    <a:pt x="3077146" y="4276494"/>
                  </a:lnTo>
                  <a:lnTo>
                    <a:pt x="3106264" y="4365821"/>
                  </a:lnTo>
                  <a:lnTo>
                    <a:pt x="3135310" y="4458886"/>
                  </a:lnTo>
                  <a:lnTo>
                    <a:pt x="3164329" y="4555453"/>
                  </a:lnTo>
                  <a:lnTo>
                    <a:pt x="3193351" y="4655230"/>
                  </a:lnTo>
                  <a:lnTo>
                    <a:pt x="3222396" y="4757865"/>
                  </a:lnTo>
                  <a:lnTo>
                    <a:pt x="3251476" y="4862957"/>
                  </a:lnTo>
                  <a:lnTo>
                    <a:pt x="3280593" y="4970056"/>
                  </a:lnTo>
                  <a:lnTo>
                    <a:pt x="3309743" y="5078672"/>
                  </a:lnTo>
                  <a:lnTo>
                    <a:pt x="3338916" y="5188286"/>
                  </a:lnTo>
                  <a:lnTo>
                    <a:pt x="3368101" y="5298356"/>
                  </a:lnTo>
                  <a:lnTo>
                    <a:pt x="3397283" y="5408334"/>
                  </a:lnTo>
                  <a:lnTo>
                    <a:pt x="3426450" y="5517670"/>
                  </a:lnTo>
                  <a:lnTo>
                    <a:pt x="3455589" y="5625831"/>
                  </a:lnTo>
                  <a:lnTo>
                    <a:pt x="3484693" y="5732304"/>
                  </a:lnTo>
                  <a:lnTo>
                    <a:pt x="3513761" y="5836614"/>
                  </a:lnTo>
                  <a:lnTo>
                    <a:pt x="3542797" y="5938327"/>
                  </a:lnTo>
                  <a:lnTo>
                    <a:pt x="3571815" y="6037055"/>
                  </a:lnTo>
                  <a:lnTo>
                    <a:pt x="3600839" y="6132469"/>
                  </a:lnTo>
                  <a:lnTo>
                    <a:pt x="3629904" y="6224295"/>
                  </a:lnTo>
                  <a:lnTo>
                    <a:pt x="3659058" y="6312318"/>
                  </a:lnTo>
                  <a:lnTo>
                    <a:pt x="3688364" y="6396381"/>
                  </a:lnTo>
                  <a:lnTo>
                    <a:pt x="3717901" y="6476387"/>
                  </a:lnTo>
                  <a:lnTo>
                    <a:pt x="3747764" y="6552290"/>
                  </a:lnTo>
                  <a:lnTo>
                    <a:pt x="3778069" y="6624097"/>
                  </a:lnTo>
                  <a:lnTo>
                    <a:pt x="3808957" y="6691860"/>
                  </a:lnTo>
                  <a:lnTo>
                    <a:pt x="3829811" y="6734550"/>
                  </a:lnTo>
                  <a:lnTo>
                    <a:pt x="3872712" y="6814767"/>
                  </a:lnTo>
                  <a:lnTo>
                    <a:pt x="3917615" y="6888086"/>
                  </a:lnTo>
                  <a:lnTo>
                    <a:pt x="3965077" y="6954749"/>
                  </a:lnTo>
                  <a:lnTo>
                    <a:pt x="4015706" y="7015220"/>
                  </a:lnTo>
                  <a:lnTo>
                    <a:pt x="4070133" y="7070060"/>
                  </a:lnTo>
                  <a:lnTo>
                    <a:pt x="4128980" y="7119846"/>
                  </a:lnTo>
                  <a:lnTo>
                    <a:pt x="4192815" y="7165125"/>
                  </a:lnTo>
                  <a:lnTo>
                    <a:pt x="4262101" y="7206379"/>
                  </a:lnTo>
                  <a:lnTo>
                    <a:pt x="4337123" y="7244009"/>
                  </a:lnTo>
                  <a:lnTo>
                    <a:pt x="4417897" y="7278328"/>
                  </a:lnTo>
                  <a:lnTo>
                    <a:pt x="4504055" y="7309551"/>
                  </a:lnTo>
                  <a:lnTo>
                    <a:pt x="4594736" y="7337803"/>
                  </a:lnTo>
                  <a:lnTo>
                    <a:pt x="4688475" y="7363123"/>
                  </a:lnTo>
                  <a:lnTo>
                    <a:pt x="4783156" y="7385487"/>
                  </a:lnTo>
                  <a:lnTo>
                    <a:pt x="4876049" y="7404833"/>
                  </a:lnTo>
                  <a:lnTo>
                    <a:pt x="4963983" y="7421107"/>
                  </a:lnTo>
                  <a:lnTo>
                    <a:pt x="5043665" y="7434303"/>
                  </a:lnTo>
                  <a:lnTo>
                    <a:pt x="5112116" y="7444510"/>
                  </a:lnTo>
                  <a:lnTo>
                    <a:pt x="5167149" y="7451937"/>
                  </a:lnTo>
                  <a:lnTo>
                    <a:pt x="5207762" y="7456919"/>
                  </a:lnTo>
                  <a:lnTo>
                    <a:pt x="5234368" y="7459895"/>
                  </a:lnTo>
                  <a:lnTo>
                    <a:pt x="5248816" y="7461374"/>
                  </a:lnTo>
                  <a:lnTo>
                    <a:pt x="5254254" y="7461886"/>
                  </a:lnTo>
                  <a:lnTo>
                    <a:pt x="5254955" y="7461947"/>
                  </a:lnTo>
                  <a:lnTo>
                    <a:pt x="6726343" y="7461947"/>
                  </a:lnTo>
                  <a:lnTo>
                    <a:pt x="6727069" y="7461839"/>
                  </a:lnTo>
                  <a:lnTo>
                    <a:pt x="6731889" y="7461067"/>
                  </a:lnTo>
                  <a:lnTo>
                    <a:pt x="6744186" y="7458939"/>
                  </a:lnTo>
                  <a:lnTo>
                    <a:pt x="6766536" y="7454740"/>
                  </a:lnTo>
                  <a:lnTo>
                    <a:pt x="6800592" y="7447779"/>
                  </a:lnTo>
                  <a:lnTo>
                    <a:pt x="6846974" y="7437434"/>
                  </a:lnTo>
                  <a:lnTo>
                    <a:pt x="6905255" y="7423203"/>
                  </a:lnTo>
                  <a:lnTo>
                    <a:pt x="6974061" y="7404734"/>
                  </a:lnTo>
                  <a:lnTo>
                    <a:pt x="7051301" y="7381832"/>
                  </a:lnTo>
                  <a:lnTo>
                    <a:pt x="7134473" y="7354440"/>
                  </a:lnTo>
                  <a:lnTo>
                    <a:pt x="7220979" y="7322598"/>
                  </a:lnTo>
                  <a:lnTo>
                    <a:pt x="7308399" y="7286389"/>
                  </a:lnTo>
                  <a:lnTo>
                    <a:pt x="7394675" y="7245888"/>
                  </a:lnTo>
                  <a:lnTo>
                    <a:pt x="7478207" y="7201123"/>
                  </a:lnTo>
                  <a:lnTo>
                    <a:pt x="7557868" y="7152033"/>
                  </a:lnTo>
                  <a:lnTo>
                    <a:pt x="7632970" y="7098458"/>
                  </a:lnTo>
                  <a:lnTo>
                    <a:pt x="7703191" y="7040118"/>
                  </a:lnTo>
                  <a:lnTo>
                    <a:pt x="7768496" y="6976619"/>
                  </a:lnTo>
                  <a:lnTo>
                    <a:pt x="7829062" y="6907451"/>
                  </a:lnTo>
                  <a:lnTo>
                    <a:pt x="7885217" y="6832001"/>
                  </a:lnTo>
                  <a:lnTo>
                    <a:pt x="7937379" y="6749565"/>
                  </a:lnTo>
                  <a:lnTo>
                    <a:pt x="7986022" y="6659382"/>
                  </a:lnTo>
                  <a:lnTo>
                    <a:pt x="8031641" y="6560673"/>
                  </a:lnTo>
                  <a:lnTo>
                    <a:pt x="8074732" y="6452713"/>
                  </a:lnTo>
                  <a:lnTo>
                    <a:pt x="8115762" y="6334941"/>
                  </a:lnTo>
                  <a:lnTo>
                    <a:pt x="8151487" y="6219651"/>
                  </a:lnTo>
                  <a:lnTo>
                    <a:pt x="8175934" y="6133757"/>
                  </a:lnTo>
                  <a:lnTo>
                    <a:pt x="8199941" y="6043770"/>
                  </a:lnTo>
                  <a:lnTo>
                    <a:pt x="8223588" y="5949617"/>
                  </a:lnTo>
                  <a:lnTo>
                    <a:pt x="8246942" y="5851247"/>
                  </a:lnTo>
                  <a:lnTo>
                    <a:pt x="8270061" y="5748638"/>
                  </a:lnTo>
                  <a:lnTo>
                    <a:pt x="8292997" y="5641799"/>
                  </a:lnTo>
                  <a:lnTo>
                    <a:pt x="8315795" y="5530769"/>
                  </a:lnTo>
                  <a:lnTo>
                    <a:pt x="8338492" y="5415624"/>
                  </a:lnTo>
                  <a:lnTo>
                    <a:pt x="8361120" y="5296473"/>
                  </a:lnTo>
                  <a:lnTo>
                    <a:pt x="8383704" y="5173462"/>
                  </a:lnTo>
                  <a:lnTo>
                    <a:pt x="8406267" y="5046774"/>
                  </a:lnTo>
                  <a:lnTo>
                    <a:pt x="8428824" y="4916629"/>
                  </a:lnTo>
                  <a:lnTo>
                    <a:pt x="8451388" y="4783282"/>
                  </a:lnTo>
                  <a:lnTo>
                    <a:pt x="8473968" y="4647023"/>
                  </a:lnTo>
                  <a:lnTo>
                    <a:pt x="8496568" y="4508177"/>
                  </a:lnTo>
                  <a:lnTo>
                    <a:pt x="8519190" y="4367095"/>
                  </a:lnTo>
                  <a:lnTo>
                    <a:pt x="8541834" y="4224158"/>
                  </a:lnTo>
                  <a:lnTo>
                    <a:pt x="8564498" y="4079767"/>
                  </a:lnTo>
                  <a:lnTo>
                    <a:pt x="8587175" y="3934342"/>
                  </a:lnTo>
                  <a:lnTo>
                    <a:pt x="8609862" y="3788316"/>
                  </a:lnTo>
                  <a:lnTo>
                    <a:pt x="8632551" y="3642129"/>
                  </a:lnTo>
                  <a:lnTo>
                    <a:pt x="8655235" y="3496222"/>
                  </a:lnTo>
                  <a:lnTo>
                    <a:pt x="8677909" y="3351036"/>
                  </a:lnTo>
                  <a:lnTo>
                    <a:pt x="8700568" y="3206999"/>
                  </a:lnTo>
                  <a:lnTo>
                    <a:pt x="8723206" y="3064526"/>
                  </a:lnTo>
                  <a:lnTo>
                    <a:pt x="8745823" y="2924015"/>
                  </a:lnTo>
                  <a:lnTo>
                    <a:pt x="8768417" y="2785837"/>
                  </a:lnTo>
                  <a:lnTo>
                    <a:pt x="8790992" y="2650339"/>
                  </a:lnTo>
                  <a:lnTo>
                    <a:pt x="8813553" y="2517834"/>
                  </a:lnTo>
                  <a:lnTo>
                    <a:pt x="8836110" y="2388603"/>
                  </a:lnTo>
                  <a:lnTo>
                    <a:pt x="8858677" y="2262893"/>
                  </a:lnTo>
                  <a:lnTo>
                    <a:pt x="8881271" y="2140913"/>
                  </a:lnTo>
                  <a:lnTo>
                    <a:pt x="8903914" y="2022836"/>
                  </a:lnTo>
                  <a:lnTo>
                    <a:pt x="8926635" y="1908799"/>
                  </a:lnTo>
                  <a:lnTo>
                    <a:pt x="8949467" y="1798901"/>
                  </a:lnTo>
                  <a:lnTo>
                    <a:pt x="8972448" y="1693208"/>
                  </a:lnTo>
                  <a:lnTo>
                    <a:pt x="8995626" y="1591750"/>
                  </a:lnTo>
                  <a:lnTo>
                    <a:pt x="9019053" y="1494528"/>
                  </a:lnTo>
                  <a:lnTo>
                    <a:pt x="9042790" y="1401512"/>
                  </a:lnTo>
                  <a:lnTo>
                    <a:pt x="9066909" y="1312645"/>
                  </a:lnTo>
                  <a:lnTo>
                    <a:pt x="9084767" y="1250468"/>
                  </a:lnTo>
                  <a:lnTo>
                    <a:pt x="9124301" y="1123592"/>
                  </a:lnTo>
                  <a:lnTo>
                    <a:pt x="9165508" y="1006766"/>
                  </a:lnTo>
                  <a:lnTo>
                    <a:pt x="9208817" y="899710"/>
                  </a:lnTo>
                  <a:lnTo>
                    <a:pt x="9254702" y="801841"/>
                  </a:lnTo>
                  <a:lnTo>
                    <a:pt x="9303657" y="712425"/>
                  </a:lnTo>
                  <a:lnTo>
                    <a:pt x="9356178" y="630683"/>
                  </a:lnTo>
                  <a:lnTo>
                    <a:pt x="9412733" y="555857"/>
                  </a:lnTo>
                  <a:lnTo>
                    <a:pt x="9473737" y="487251"/>
                  </a:lnTo>
                  <a:lnTo>
                    <a:pt x="9539502" y="424261"/>
                  </a:lnTo>
                  <a:lnTo>
                    <a:pt x="9610190" y="366388"/>
                  </a:lnTo>
                  <a:lnTo>
                    <a:pt x="9685744" y="313247"/>
                  </a:lnTo>
                  <a:lnTo>
                    <a:pt x="9765808" y="264572"/>
                  </a:lnTo>
                  <a:lnTo>
                    <a:pt x="9849654" y="220212"/>
                  </a:lnTo>
                  <a:lnTo>
                    <a:pt x="9936115" y="180116"/>
                  </a:lnTo>
                  <a:lnTo>
                    <a:pt x="10023543" y="144316"/>
                  </a:lnTo>
                  <a:lnTo>
                    <a:pt x="10109842" y="112892"/>
                  </a:lnTo>
                  <a:lnTo>
                    <a:pt x="10192564" y="85926"/>
                  </a:lnTo>
                  <a:lnTo>
                    <a:pt x="10269109" y="63448"/>
                  </a:lnTo>
                  <a:lnTo>
                    <a:pt x="10336998" y="45391"/>
                  </a:lnTo>
                  <a:lnTo>
                    <a:pt x="10394197" y="31546"/>
                  </a:lnTo>
                  <a:lnTo>
                    <a:pt x="10439414" y="21545"/>
                  </a:lnTo>
                  <a:lnTo>
                    <a:pt x="10472318" y="14874"/>
                  </a:lnTo>
                  <a:lnTo>
                    <a:pt x="10493629" y="10901"/>
                  </a:lnTo>
                  <a:lnTo>
                    <a:pt x="10505094" y="8932"/>
                  </a:lnTo>
                  <a:lnTo>
                    <a:pt x="10509369" y="8253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9184" y="108"/>
                  </a:lnTo>
                  <a:lnTo>
                    <a:pt x="10504364" y="879"/>
                  </a:lnTo>
                  <a:lnTo>
                    <a:pt x="10492067" y="3008"/>
                  </a:lnTo>
                  <a:lnTo>
                    <a:pt x="10469717" y="7206"/>
                  </a:lnTo>
                  <a:lnTo>
                    <a:pt x="10435661" y="14168"/>
                  </a:lnTo>
                  <a:lnTo>
                    <a:pt x="10389279" y="24513"/>
                  </a:lnTo>
                  <a:lnTo>
                    <a:pt x="10330998" y="38744"/>
                  </a:lnTo>
                  <a:lnTo>
                    <a:pt x="10262192" y="57213"/>
                  </a:lnTo>
                  <a:lnTo>
                    <a:pt x="10184953" y="80115"/>
                  </a:lnTo>
                  <a:lnTo>
                    <a:pt x="10101781" y="107506"/>
                  </a:lnTo>
                  <a:lnTo>
                    <a:pt x="10015274" y="139348"/>
                  </a:lnTo>
                  <a:lnTo>
                    <a:pt x="9927854" y="175558"/>
                  </a:lnTo>
                  <a:lnTo>
                    <a:pt x="9841578" y="216058"/>
                  </a:lnTo>
                  <a:lnTo>
                    <a:pt x="9758047" y="260824"/>
                  </a:lnTo>
                  <a:lnTo>
                    <a:pt x="9678385" y="309913"/>
                  </a:lnTo>
                  <a:lnTo>
                    <a:pt x="9603283" y="363489"/>
                  </a:lnTo>
                  <a:lnTo>
                    <a:pt x="9533062" y="421828"/>
                  </a:lnTo>
                  <a:lnTo>
                    <a:pt x="9467758" y="485327"/>
                  </a:lnTo>
                  <a:lnTo>
                    <a:pt x="9407191" y="554495"/>
                  </a:lnTo>
                  <a:lnTo>
                    <a:pt x="9351036" y="629946"/>
                  </a:lnTo>
                  <a:lnTo>
                    <a:pt x="9298874" y="712381"/>
                  </a:lnTo>
                  <a:lnTo>
                    <a:pt x="9250231" y="802564"/>
                  </a:lnTo>
                  <a:lnTo>
                    <a:pt x="9204612" y="901274"/>
                  </a:lnTo>
                  <a:lnTo>
                    <a:pt x="9161522" y="1009233"/>
                  </a:lnTo>
                  <a:lnTo>
                    <a:pt x="9120491" y="1127006"/>
                  </a:lnTo>
                  <a:lnTo>
                    <a:pt x="9084767" y="1242295"/>
                  </a:lnTo>
                  <a:lnTo>
                    <a:pt x="9060320" y="1328190"/>
                  </a:lnTo>
                  <a:lnTo>
                    <a:pt x="9036312" y="1418176"/>
                  </a:lnTo>
                  <a:lnTo>
                    <a:pt x="9012665" y="1512329"/>
                  </a:lnTo>
                  <a:lnTo>
                    <a:pt x="8989312" y="1610699"/>
                  </a:lnTo>
                  <a:lnTo>
                    <a:pt x="8966192" y="1713308"/>
                  </a:lnTo>
                  <a:lnTo>
                    <a:pt x="8943256" y="1820148"/>
                  </a:lnTo>
                  <a:lnTo>
                    <a:pt x="8920458" y="1931177"/>
                  </a:lnTo>
                  <a:lnTo>
                    <a:pt x="8897761" y="2046322"/>
                  </a:lnTo>
                  <a:lnTo>
                    <a:pt x="8875134" y="2165473"/>
                  </a:lnTo>
                  <a:lnTo>
                    <a:pt x="8852549" y="2288484"/>
                  </a:lnTo>
                  <a:lnTo>
                    <a:pt x="8829987" y="2415172"/>
                  </a:lnTo>
                  <a:lnTo>
                    <a:pt x="8807429" y="2545318"/>
                  </a:lnTo>
                  <a:lnTo>
                    <a:pt x="8784865" y="2678665"/>
                  </a:lnTo>
                  <a:lnTo>
                    <a:pt x="8762286" y="2814923"/>
                  </a:lnTo>
                  <a:lnTo>
                    <a:pt x="8739685" y="2953770"/>
                  </a:lnTo>
                  <a:lnTo>
                    <a:pt x="8717063" y="3094851"/>
                  </a:lnTo>
                  <a:lnTo>
                    <a:pt x="8694419" y="3237788"/>
                  </a:lnTo>
                  <a:lnTo>
                    <a:pt x="8671756" y="3382179"/>
                  </a:lnTo>
                  <a:lnTo>
                    <a:pt x="8649078" y="3527604"/>
                  </a:lnTo>
                  <a:lnTo>
                    <a:pt x="8626392" y="3673630"/>
                  </a:lnTo>
                  <a:lnTo>
                    <a:pt x="8603703" y="3819818"/>
                  </a:lnTo>
                  <a:lnTo>
                    <a:pt x="8581018" y="3965724"/>
                  </a:lnTo>
                  <a:lnTo>
                    <a:pt x="8558344" y="4110911"/>
                  </a:lnTo>
                  <a:lnTo>
                    <a:pt x="8535685" y="4254948"/>
                  </a:lnTo>
                  <a:lnTo>
                    <a:pt x="8513047" y="4397420"/>
                  </a:lnTo>
                  <a:lnTo>
                    <a:pt x="8490431" y="4537931"/>
                  </a:lnTo>
                  <a:lnTo>
                    <a:pt x="8467836" y="4676109"/>
                  </a:lnTo>
                  <a:lnTo>
                    <a:pt x="8445261" y="4811608"/>
                  </a:lnTo>
                  <a:lnTo>
                    <a:pt x="8422700" y="4944113"/>
                  </a:lnTo>
                  <a:lnTo>
                    <a:pt x="8400143" y="5073344"/>
                  </a:lnTo>
                  <a:lnTo>
                    <a:pt x="8377576" y="5199054"/>
                  </a:lnTo>
                  <a:lnTo>
                    <a:pt x="8354982" y="5321033"/>
                  </a:lnTo>
                  <a:lnTo>
                    <a:pt x="8332339" y="5439110"/>
                  </a:lnTo>
                  <a:lnTo>
                    <a:pt x="8309618" y="5553147"/>
                  </a:lnTo>
                  <a:lnTo>
                    <a:pt x="8286787" y="5663045"/>
                  </a:lnTo>
                  <a:lnTo>
                    <a:pt x="8263805" y="5768739"/>
                  </a:lnTo>
                  <a:lnTo>
                    <a:pt x="8240627" y="5870196"/>
                  </a:lnTo>
                  <a:lnTo>
                    <a:pt x="8217201" y="5967419"/>
                  </a:lnTo>
                  <a:lnTo>
                    <a:pt x="8193463" y="6060434"/>
                  </a:lnTo>
                  <a:lnTo>
                    <a:pt x="8169344" y="6149301"/>
                  </a:lnTo>
                  <a:lnTo>
                    <a:pt x="8151487" y="6211478"/>
                  </a:lnTo>
                  <a:lnTo>
                    <a:pt x="8111952" y="6338355"/>
                  </a:lnTo>
                  <a:lnTo>
                    <a:pt x="8070745" y="6455181"/>
                  </a:lnTo>
                  <a:lnTo>
                    <a:pt x="8027436" y="6562236"/>
                  </a:lnTo>
                  <a:lnTo>
                    <a:pt x="7981551" y="6660105"/>
                  </a:lnTo>
                  <a:lnTo>
                    <a:pt x="7932596" y="6749521"/>
                  </a:lnTo>
                  <a:lnTo>
                    <a:pt x="7880076" y="6831263"/>
                  </a:lnTo>
                  <a:lnTo>
                    <a:pt x="7823520" y="6906090"/>
                  </a:lnTo>
                  <a:lnTo>
                    <a:pt x="7762517" y="6974695"/>
                  </a:lnTo>
                  <a:lnTo>
                    <a:pt x="7696751" y="7037685"/>
                  </a:lnTo>
                  <a:lnTo>
                    <a:pt x="7626063" y="7095559"/>
                  </a:lnTo>
                  <a:lnTo>
                    <a:pt x="7550510" y="7148699"/>
                  </a:lnTo>
                  <a:lnTo>
                    <a:pt x="7470446" y="7197374"/>
                  </a:lnTo>
                  <a:lnTo>
                    <a:pt x="7386599" y="7241735"/>
                  </a:lnTo>
                  <a:lnTo>
                    <a:pt x="7300138" y="7281831"/>
                  </a:lnTo>
                  <a:lnTo>
                    <a:pt x="7212710" y="7317630"/>
                  </a:lnTo>
                  <a:lnTo>
                    <a:pt x="7126411" y="7349054"/>
                  </a:lnTo>
                  <a:lnTo>
                    <a:pt x="7043689" y="7376021"/>
                  </a:lnTo>
                  <a:lnTo>
                    <a:pt x="6967145" y="7398498"/>
                  </a:lnTo>
                  <a:lnTo>
                    <a:pt x="6899255" y="7416555"/>
                  </a:lnTo>
                  <a:lnTo>
                    <a:pt x="6842056" y="7430401"/>
                  </a:lnTo>
                  <a:lnTo>
                    <a:pt x="6796839" y="7440401"/>
                  </a:lnTo>
                  <a:lnTo>
                    <a:pt x="6763936" y="7447073"/>
                  </a:lnTo>
                  <a:lnTo>
                    <a:pt x="6742624" y="7451045"/>
                  </a:lnTo>
                  <a:lnTo>
                    <a:pt x="6731159" y="7453015"/>
                  </a:lnTo>
                  <a:lnTo>
                    <a:pt x="6726884" y="7453694"/>
                  </a:lnTo>
                  <a:lnTo>
                    <a:pt x="6726343" y="7453774"/>
                  </a:lnTo>
                  <a:lnTo>
                    <a:pt x="5254955" y="7453774"/>
                  </a:lnTo>
                  <a:lnTo>
                    <a:pt x="5254035" y="7453693"/>
                  </a:lnTo>
                  <a:lnTo>
                    <a:pt x="5247958" y="7453118"/>
                  </a:lnTo>
                  <a:lnTo>
                    <a:pt x="5232546" y="7451528"/>
                  </a:lnTo>
                  <a:lnTo>
                    <a:pt x="5204758" y="7448394"/>
                  </a:lnTo>
                  <a:lnTo>
                    <a:pt x="5162868" y="7443213"/>
                  </a:lnTo>
                  <a:lnTo>
                    <a:pt x="5106592" y="7435552"/>
                  </a:lnTo>
                  <a:lnTo>
                    <a:pt x="5037046" y="7425088"/>
                  </a:lnTo>
                  <a:lnTo>
                    <a:pt x="4956508" y="7411622"/>
                  </a:lnTo>
                  <a:lnTo>
                    <a:pt x="4868004" y="7395076"/>
                  </a:lnTo>
                  <a:lnTo>
                    <a:pt x="4774830" y="7375461"/>
                  </a:lnTo>
                  <a:lnTo>
                    <a:pt x="4680130" y="7352834"/>
                  </a:lnTo>
                  <a:lnTo>
                    <a:pt x="4586586" y="7327255"/>
                  </a:lnTo>
                  <a:lnTo>
                    <a:pt x="4496254" y="7298744"/>
                  </a:lnTo>
                  <a:lnTo>
                    <a:pt x="4410544" y="7267254"/>
                  </a:lnTo>
                  <a:lnTo>
                    <a:pt x="4330270" y="7232653"/>
                  </a:lnTo>
                  <a:lnTo>
                    <a:pt x="4255759" y="7194716"/>
                  </a:lnTo>
                  <a:lnTo>
                    <a:pt x="4186969" y="7153125"/>
                  </a:lnTo>
                  <a:lnTo>
                    <a:pt x="4123595" y="7107469"/>
                  </a:lnTo>
                  <a:lnTo>
                    <a:pt x="4065162" y="7057259"/>
                  </a:lnTo>
                  <a:lnTo>
                    <a:pt x="4011095" y="7001946"/>
                  </a:lnTo>
                  <a:lnTo>
                    <a:pt x="3960771" y="6940951"/>
                  </a:lnTo>
                  <a:lnTo>
                    <a:pt x="3913559" y="6873717"/>
                  </a:lnTo>
                  <a:lnTo>
                    <a:pt x="3868853" y="6799794"/>
                  </a:lnTo>
                  <a:lnTo>
                    <a:pt x="3829811" y="6726377"/>
                  </a:lnTo>
                  <a:lnTo>
                    <a:pt x="3798448" y="6661243"/>
                  </a:lnTo>
                  <a:lnTo>
                    <a:pt x="3767774" y="6592123"/>
                  </a:lnTo>
                  <a:lnTo>
                    <a:pt x="3737633" y="6518936"/>
                  </a:lnTo>
                  <a:lnTo>
                    <a:pt x="3707892" y="6441645"/>
                  </a:lnTo>
                  <a:lnTo>
                    <a:pt x="3678443" y="6360261"/>
                  </a:lnTo>
                  <a:lnTo>
                    <a:pt x="3649196" y="6274846"/>
                  </a:lnTo>
                  <a:lnTo>
                    <a:pt x="3620078" y="6185518"/>
                  </a:lnTo>
                  <a:lnTo>
                    <a:pt x="3591032" y="6092454"/>
                  </a:lnTo>
                  <a:lnTo>
                    <a:pt x="3562013" y="5995886"/>
                  </a:lnTo>
                  <a:lnTo>
                    <a:pt x="3532991" y="5896110"/>
                  </a:lnTo>
                  <a:lnTo>
                    <a:pt x="3503946" y="5793475"/>
                  </a:lnTo>
                  <a:lnTo>
                    <a:pt x="3474866" y="5688383"/>
                  </a:lnTo>
                  <a:lnTo>
                    <a:pt x="3445749" y="5581284"/>
                  </a:lnTo>
                  <a:lnTo>
                    <a:pt x="3416599" y="5472668"/>
                  </a:lnTo>
                  <a:lnTo>
                    <a:pt x="3387426" y="5363054"/>
                  </a:lnTo>
                  <a:lnTo>
                    <a:pt x="3358241" y="5252984"/>
                  </a:lnTo>
                  <a:lnTo>
                    <a:pt x="3329059" y="5143006"/>
                  </a:lnTo>
                  <a:lnTo>
                    <a:pt x="3299893" y="5033670"/>
                  </a:lnTo>
                  <a:lnTo>
                    <a:pt x="3270753" y="4925509"/>
                  </a:lnTo>
                  <a:lnTo>
                    <a:pt x="3241649" y="4819036"/>
                  </a:lnTo>
                  <a:lnTo>
                    <a:pt x="3212581" y="4714725"/>
                  </a:lnTo>
                  <a:lnTo>
                    <a:pt x="3183545" y="4613013"/>
                  </a:lnTo>
                  <a:lnTo>
                    <a:pt x="3154527" y="4514285"/>
                  </a:lnTo>
                  <a:lnTo>
                    <a:pt x="3125503" y="4418871"/>
                  </a:lnTo>
                  <a:lnTo>
                    <a:pt x="3096438" y="4327045"/>
                  </a:lnTo>
                  <a:lnTo>
                    <a:pt x="3067284" y="4239022"/>
                  </a:lnTo>
                  <a:lnTo>
                    <a:pt x="3037978" y="4154959"/>
                  </a:lnTo>
                  <a:lnTo>
                    <a:pt x="3008441" y="4074953"/>
                  </a:lnTo>
                  <a:lnTo>
                    <a:pt x="2978578" y="3999050"/>
                  </a:lnTo>
                  <a:lnTo>
                    <a:pt x="2948273" y="3927243"/>
                  </a:lnTo>
                  <a:lnTo>
                    <a:pt x="2917385" y="3859480"/>
                  </a:lnTo>
                  <a:lnTo>
                    <a:pt x="2896531" y="3816790"/>
                  </a:lnTo>
                  <a:lnTo>
                    <a:pt x="2853630" y="3736573"/>
                  </a:lnTo>
                  <a:lnTo>
                    <a:pt x="2808727" y="3663254"/>
                  </a:lnTo>
                  <a:lnTo>
                    <a:pt x="2761265" y="3596591"/>
                  </a:lnTo>
                  <a:lnTo>
                    <a:pt x="2710636" y="3536120"/>
                  </a:lnTo>
                  <a:lnTo>
                    <a:pt x="2656209" y="3481280"/>
                  </a:lnTo>
                  <a:lnTo>
                    <a:pt x="2597362" y="3431494"/>
                  </a:lnTo>
                  <a:lnTo>
                    <a:pt x="2533527" y="3386215"/>
                  </a:lnTo>
                  <a:lnTo>
                    <a:pt x="2464241" y="3344961"/>
                  </a:lnTo>
                  <a:lnTo>
                    <a:pt x="2389219" y="3307331"/>
                  </a:lnTo>
                  <a:lnTo>
                    <a:pt x="2308446" y="3273012"/>
                  </a:lnTo>
                  <a:lnTo>
                    <a:pt x="2222287" y="3241789"/>
                  </a:lnTo>
                  <a:lnTo>
                    <a:pt x="2131606" y="3213537"/>
                  </a:lnTo>
                  <a:lnTo>
                    <a:pt x="2037867" y="3188217"/>
                  </a:lnTo>
                  <a:lnTo>
                    <a:pt x="1943186" y="3165853"/>
                  </a:lnTo>
                  <a:lnTo>
                    <a:pt x="1850293" y="3146507"/>
                  </a:lnTo>
                  <a:lnTo>
                    <a:pt x="1762359" y="3130233"/>
                  </a:lnTo>
                  <a:lnTo>
                    <a:pt x="1682678" y="3117037"/>
                  </a:lnTo>
                  <a:lnTo>
                    <a:pt x="1614226" y="3106830"/>
                  </a:lnTo>
                  <a:lnTo>
                    <a:pt x="1559193" y="3099403"/>
                  </a:lnTo>
                  <a:lnTo>
                    <a:pt x="1518580" y="3094421"/>
                  </a:lnTo>
                  <a:lnTo>
                    <a:pt x="1491974" y="3091444"/>
                  </a:lnTo>
                  <a:lnTo>
                    <a:pt x="1477526" y="3089965"/>
                  </a:lnTo>
                  <a:lnTo>
                    <a:pt x="1472088" y="3089454"/>
                  </a:lnTo>
                  <a:lnTo>
                    <a:pt x="1471387" y="3089393"/>
                  </a:lnTo>
                  <a:lnTo>
                    <a:pt x="0" y="3089393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303" name="pl303"/>
            <p:cNvSpPr/>
            <p:nvPr/>
          </p:nvSpPr>
          <p:spPr>
            <a:xfrm>
              <a:off x="4799595" y="3794685"/>
              <a:ext cx="11981298" cy="7453774"/>
            </a:xfrm>
            <a:custGeom>
              <a:avLst/>
              <a:pathLst>
                <a:path w="11981298" h="7453774">
                  <a:moveTo>
                    <a:pt x="0" y="3089393"/>
                  </a:moveTo>
                  <a:lnTo>
                    <a:pt x="1471387" y="3089393"/>
                  </a:lnTo>
                  <a:lnTo>
                    <a:pt x="1472307" y="3089474"/>
                  </a:lnTo>
                  <a:lnTo>
                    <a:pt x="1478384" y="3090049"/>
                  </a:lnTo>
                  <a:lnTo>
                    <a:pt x="1493796" y="3091639"/>
                  </a:lnTo>
                  <a:lnTo>
                    <a:pt x="1521584" y="3094773"/>
                  </a:lnTo>
                  <a:lnTo>
                    <a:pt x="1563474" y="3099954"/>
                  </a:lnTo>
                  <a:lnTo>
                    <a:pt x="1619750" y="3107615"/>
                  </a:lnTo>
                  <a:lnTo>
                    <a:pt x="1689296" y="3118079"/>
                  </a:lnTo>
                  <a:lnTo>
                    <a:pt x="1769834" y="3131545"/>
                  </a:lnTo>
                  <a:lnTo>
                    <a:pt x="1858339" y="3148091"/>
                  </a:lnTo>
                  <a:lnTo>
                    <a:pt x="1951512" y="3167706"/>
                  </a:lnTo>
                  <a:lnTo>
                    <a:pt x="2046212" y="3190332"/>
                  </a:lnTo>
                  <a:lnTo>
                    <a:pt x="2139756" y="3215912"/>
                  </a:lnTo>
                  <a:lnTo>
                    <a:pt x="2230088" y="3244423"/>
                  </a:lnTo>
                  <a:lnTo>
                    <a:pt x="2315798" y="3275913"/>
                  </a:lnTo>
                  <a:lnTo>
                    <a:pt x="2396072" y="3310514"/>
                  </a:lnTo>
                  <a:lnTo>
                    <a:pt x="2470583" y="3348450"/>
                  </a:lnTo>
                  <a:lnTo>
                    <a:pt x="2539373" y="3390042"/>
                  </a:lnTo>
                  <a:lnTo>
                    <a:pt x="2602747" y="3435698"/>
                  </a:lnTo>
                  <a:lnTo>
                    <a:pt x="2661180" y="3485908"/>
                  </a:lnTo>
                  <a:lnTo>
                    <a:pt x="2715247" y="3541221"/>
                  </a:lnTo>
                  <a:lnTo>
                    <a:pt x="2765571" y="3602216"/>
                  </a:lnTo>
                  <a:lnTo>
                    <a:pt x="2812783" y="3669450"/>
                  </a:lnTo>
                  <a:lnTo>
                    <a:pt x="2857489" y="3743373"/>
                  </a:lnTo>
                  <a:lnTo>
                    <a:pt x="2896531" y="3816790"/>
                  </a:lnTo>
                  <a:lnTo>
                    <a:pt x="2927894" y="3881924"/>
                  </a:lnTo>
                  <a:lnTo>
                    <a:pt x="2958568" y="3951044"/>
                  </a:lnTo>
                  <a:lnTo>
                    <a:pt x="2988710" y="4024231"/>
                  </a:lnTo>
                  <a:lnTo>
                    <a:pt x="3018450" y="4101522"/>
                  </a:lnTo>
                  <a:lnTo>
                    <a:pt x="3047899" y="4182906"/>
                  </a:lnTo>
                  <a:lnTo>
                    <a:pt x="3077146" y="4268321"/>
                  </a:lnTo>
                  <a:lnTo>
                    <a:pt x="3106264" y="4357648"/>
                  </a:lnTo>
                  <a:lnTo>
                    <a:pt x="3135310" y="4450713"/>
                  </a:lnTo>
                  <a:lnTo>
                    <a:pt x="3164329" y="4547281"/>
                  </a:lnTo>
                  <a:lnTo>
                    <a:pt x="3193351" y="4647057"/>
                  </a:lnTo>
                  <a:lnTo>
                    <a:pt x="3222396" y="4749692"/>
                  </a:lnTo>
                  <a:lnTo>
                    <a:pt x="3251476" y="4854784"/>
                  </a:lnTo>
                  <a:lnTo>
                    <a:pt x="3280593" y="4961883"/>
                  </a:lnTo>
                  <a:lnTo>
                    <a:pt x="3309743" y="5070499"/>
                  </a:lnTo>
                  <a:lnTo>
                    <a:pt x="3338916" y="5180113"/>
                  </a:lnTo>
                  <a:lnTo>
                    <a:pt x="3368101" y="5290183"/>
                  </a:lnTo>
                  <a:lnTo>
                    <a:pt x="3397283" y="5400161"/>
                  </a:lnTo>
                  <a:lnTo>
                    <a:pt x="3426450" y="5509497"/>
                  </a:lnTo>
                  <a:lnTo>
                    <a:pt x="3455589" y="5617658"/>
                  </a:lnTo>
                  <a:lnTo>
                    <a:pt x="3484693" y="5724131"/>
                  </a:lnTo>
                  <a:lnTo>
                    <a:pt x="3513761" y="5828441"/>
                  </a:lnTo>
                  <a:lnTo>
                    <a:pt x="3542797" y="5930154"/>
                  </a:lnTo>
                  <a:lnTo>
                    <a:pt x="3571815" y="6028882"/>
                  </a:lnTo>
                  <a:lnTo>
                    <a:pt x="3600839" y="6124296"/>
                  </a:lnTo>
                  <a:lnTo>
                    <a:pt x="3629904" y="6216122"/>
                  </a:lnTo>
                  <a:lnTo>
                    <a:pt x="3659058" y="6304145"/>
                  </a:lnTo>
                  <a:lnTo>
                    <a:pt x="3688364" y="6388208"/>
                  </a:lnTo>
                  <a:lnTo>
                    <a:pt x="3717901" y="6468214"/>
                  </a:lnTo>
                  <a:lnTo>
                    <a:pt x="3747764" y="6544117"/>
                  </a:lnTo>
                  <a:lnTo>
                    <a:pt x="3778069" y="6615924"/>
                  </a:lnTo>
                  <a:lnTo>
                    <a:pt x="3808957" y="6683687"/>
                  </a:lnTo>
                  <a:lnTo>
                    <a:pt x="3829811" y="6726377"/>
                  </a:lnTo>
                  <a:lnTo>
                    <a:pt x="3872712" y="6806594"/>
                  </a:lnTo>
                  <a:lnTo>
                    <a:pt x="3917615" y="6879913"/>
                  </a:lnTo>
                  <a:lnTo>
                    <a:pt x="3965077" y="6946576"/>
                  </a:lnTo>
                  <a:lnTo>
                    <a:pt x="4015706" y="7007047"/>
                  </a:lnTo>
                  <a:lnTo>
                    <a:pt x="4070133" y="7061887"/>
                  </a:lnTo>
                  <a:lnTo>
                    <a:pt x="4128980" y="7111673"/>
                  </a:lnTo>
                  <a:lnTo>
                    <a:pt x="4192815" y="7156952"/>
                  </a:lnTo>
                  <a:lnTo>
                    <a:pt x="4262101" y="7198206"/>
                  </a:lnTo>
                  <a:lnTo>
                    <a:pt x="4337123" y="7235836"/>
                  </a:lnTo>
                  <a:lnTo>
                    <a:pt x="4417897" y="7270155"/>
                  </a:lnTo>
                  <a:lnTo>
                    <a:pt x="4504055" y="7301378"/>
                  </a:lnTo>
                  <a:lnTo>
                    <a:pt x="4594736" y="7329630"/>
                  </a:lnTo>
                  <a:lnTo>
                    <a:pt x="4688475" y="7354950"/>
                  </a:lnTo>
                  <a:lnTo>
                    <a:pt x="4783156" y="7377314"/>
                  </a:lnTo>
                  <a:lnTo>
                    <a:pt x="4876049" y="7396660"/>
                  </a:lnTo>
                  <a:lnTo>
                    <a:pt x="4963983" y="7412934"/>
                  </a:lnTo>
                  <a:lnTo>
                    <a:pt x="5043665" y="7426130"/>
                  </a:lnTo>
                  <a:lnTo>
                    <a:pt x="5112116" y="7436337"/>
                  </a:lnTo>
                  <a:lnTo>
                    <a:pt x="5167149" y="7443764"/>
                  </a:lnTo>
                  <a:lnTo>
                    <a:pt x="5207762" y="7448746"/>
                  </a:lnTo>
                  <a:lnTo>
                    <a:pt x="5234368" y="7451722"/>
                  </a:lnTo>
                  <a:lnTo>
                    <a:pt x="5248816" y="7453201"/>
                  </a:lnTo>
                  <a:lnTo>
                    <a:pt x="5254254" y="7453713"/>
                  </a:lnTo>
                  <a:lnTo>
                    <a:pt x="5254955" y="7453774"/>
                  </a:lnTo>
                  <a:lnTo>
                    <a:pt x="6726343" y="7453774"/>
                  </a:lnTo>
                  <a:lnTo>
                    <a:pt x="6727069" y="7453666"/>
                  </a:lnTo>
                  <a:lnTo>
                    <a:pt x="6731889" y="7452894"/>
                  </a:lnTo>
                  <a:lnTo>
                    <a:pt x="6744186" y="7450766"/>
                  </a:lnTo>
                  <a:lnTo>
                    <a:pt x="6766536" y="7446567"/>
                  </a:lnTo>
                  <a:lnTo>
                    <a:pt x="6800592" y="7439606"/>
                  </a:lnTo>
                  <a:lnTo>
                    <a:pt x="6846974" y="7429261"/>
                  </a:lnTo>
                  <a:lnTo>
                    <a:pt x="6905255" y="7415030"/>
                  </a:lnTo>
                  <a:lnTo>
                    <a:pt x="6974061" y="7396561"/>
                  </a:lnTo>
                  <a:lnTo>
                    <a:pt x="7051301" y="7373659"/>
                  </a:lnTo>
                  <a:lnTo>
                    <a:pt x="7134473" y="7346267"/>
                  </a:lnTo>
                  <a:lnTo>
                    <a:pt x="7220979" y="7314425"/>
                  </a:lnTo>
                  <a:lnTo>
                    <a:pt x="7308399" y="7278216"/>
                  </a:lnTo>
                  <a:lnTo>
                    <a:pt x="7394675" y="7237715"/>
                  </a:lnTo>
                  <a:lnTo>
                    <a:pt x="7478207" y="7192950"/>
                  </a:lnTo>
                  <a:lnTo>
                    <a:pt x="7557868" y="7143860"/>
                  </a:lnTo>
                  <a:lnTo>
                    <a:pt x="7632970" y="7090285"/>
                  </a:lnTo>
                  <a:lnTo>
                    <a:pt x="7703191" y="7031945"/>
                  </a:lnTo>
                  <a:lnTo>
                    <a:pt x="7768496" y="6968446"/>
                  </a:lnTo>
                  <a:lnTo>
                    <a:pt x="7829062" y="6899278"/>
                  </a:lnTo>
                  <a:lnTo>
                    <a:pt x="7885217" y="6823828"/>
                  </a:lnTo>
                  <a:lnTo>
                    <a:pt x="7937379" y="6741392"/>
                  </a:lnTo>
                  <a:lnTo>
                    <a:pt x="7986022" y="6651209"/>
                  </a:lnTo>
                  <a:lnTo>
                    <a:pt x="8031641" y="6552500"/>
                  </a:lnTo>
                  <a:lnTo>
                    <a:pt x="8074732" y="6444540"/>
                  </a:lnTo>
                  <a:lnTo>
                    <a:pt x="8115762" y="6326768"/>
                  </a:lnTo>
                  <a:lnTo>
                    <a:pt x="8151487" y="6211478"/>
                  </a:lnTo>
                  <a:lnTo>
                    <a:pt x="8175934" y="6125584"/>
                  </a:lnTo>
                  <a:lnTo>
                    <a:pt x="8199941" y="6035597"/>
                  </a:lnTo>
                  <a:lnTo>
                    <a:pt x="8223588" y="5941444"/>
                  </a:lnTo>
                  <a:lnTo>
                    <a:pt x="8246942" y="5843074"/>
                  </a:lnTo>
                  <a:lnTo>
                    <a:pt x="8270061" y="5740465"/>
                  </a:lnTo>
                  <a:lnTo>
                    <a:pt x="8292997" y="5633626"/>
                  </a:lnTo>
                  <a:lnTo>
                    <a:pt x="8315795" y="5522596"/>
                  </a:lnTo>
                  <a:lnTo>
                    <a:pt x="8338492" y="5407451"/>
                  </a:lnTo>
                  <a:lnTo>
                    <a:pt x="8361120" y="5288300"/>
                  </a:lnTo>
                  <a:lnTo>
                    <a:pt x="8383704" y="5165289"/>
                  </a:lnTo>
                  <a:lnTo>
                    <a:pt x="8406267" y="5038601"/>
                  </a:lnTo>
                  <a:lnTo>
                    <a:pt x="8428824" y="4908456"/>
                  </a:lnTo>
                  <a:lnTo>
                    <a:pt x="8451388" y="4775109"/>
                  </a:lnTo>
                  <a:lnTo>
                    <a:pt x="8473968" y="4638850"/>
                  </a:lnTo>
                  <a:lnTo>
                    <a:pt x="8496568" y="4500004"/>
                  </a:lnTo>
                  <a:lnTo>
                    <a:pt x="8519190" y="4358922"/>
                  </a:lnTo>
                  <a:lnTo>
                    <a:pt x="8541834" y="4215985"/>
                  </a:lnTo>
                  <a:lnTo>
                    <a:pt x="8564498" y="4071594"/>
                  </a:lnTo>
                  <a:lnTo>
                    <a:pt x="8587175" y="3926169"/>
                  </a:lnTo>
                  <a:lnTo>
                    <a:pt x="8609862" y="3780143"/>
                  </a:lnTo>
                  <a:lnTo>
                    <a:pt x="8632551" y="3633956"/>
                  </a:lnTo>
                  <a:lnTo>
                    <a:pt x="8655235" y="3488049"/>
                  </a:lnTo>
                  <a:lnTo>
                    <a:pt x="8677909" y="3342863"/>
                  </a:lnTo>
                  <a:lnTo>
                    <a:pt x="8700568" y="3198826"/>
                  </a:lnTo>
                  <a:lnTo>
                    <a:pt x="8723206" y="3056353"/>
                  </a:lnTo>
                  <a:lnTo>
                    <a:pt x="8745823" y="2915842"/>
                  </a:lnTo>
                  <a:lnTo>
                    <a:pt x="8768417" y="2777664"/>
                  </a:lnTo>
                  <a:lnTo>
                    <a:pt x="8790992" y="2642166"/>
                  </a:lnTo>
                  <a:lnTo>
                    <a:pt x="8813553" y="2509661"/>
                  </a:lnTo>
                  <a:lnTo>
                    <a:pt x="8836110" y="2380430"/>
                  </a:lnTo>
                  <a:lnTo>
                    <a:pt x="8858677" y="2254720"/>
                  </a:lnTo>
                  <a:lnTo>
                    <a:pt x="8881271" y="2132740"/>
                  </a:lnTo>
                  <a:lnTo>
                    <a:pt x="8903914" y="2014663"/>
                  </a:lnTo>
                  <a:lnTo>
                    <a:pt x="8926635" y="1900626"/>
                  </a:lnTo>
                  <a:lnTo>
                    <a:pt x="8949467" y="1790728"/>
                  </a:lnTo>
                  <a:lnTo>
                    <a:pt x="8972448" y="1685035"/>
                  </a:lnTo>
                  <a:lnTo>
                    <a:pt x="8995626" y="1583577"/>
                  </a:lnTo>
                  <a:lnTo>
                    <a:pt x="9019053" y="1486355"/>
                  </a:lnTo>
                  <a:lnTo>
                    <a:pt x="9042790" y="1393339"/>
                  </a:lnTo>
                  <a:lnTo>
                    <a:pt x="9066909" y="1304472"/>
                  </a:lnTo>
                  <a:lnTo>
                    <a:pt x="9084767" y="1242295"/>
                  </a:lnTo>
                  <a:lnTo>
                    <a:pt x="9124301" y="1115419"/>
                  </a:lnTo>
                  <a:lnTo>
                    <a:pt x="9165508" y="998593"/>
                  </a:lnTo>
                  <a:lnTo>
                    <a:pt x="9208817" y="891537"/>
                  </a:lnTo>
                  <a:lnTo>
                    <a:pt x="9254702" y="793668"/>
                  </a:lnTo>
                  <a:lnTo>
                    <a:pt x="9303657" y="704252"/>
                  </a:lnTo>
                  <a:lnTo>
                    <a:pt x="9356178" y="622510"/>
                  </a:lnTo>
                  <a:lnTo>
                    <a:pt x="9412733" y="547684"/>
                  </a:lnTo>
                  <a:lnTo>
                    <a:pt x="9473737" y="479078"/>
                  </a:lnTo>
                  <a:lnTo>
                    <a:pt x="9539502" y="416088"/>
                  </a:lnTo>
                  <a:lnTo>
                    <a:pt x="9610190" y="358215"/>
                  </a:lnTo>
                  <a:lnTo>
                    <a:pt x="9685744" y="305074"/>
                  </a:lnTo>
                  <a:lnTo>
                    <a:pt x="9765808" y="256399"/>
                  </a:lnTo>
                  <a:lnTo>
                    <a:pt x="9849654" y="212039"/>
                  </a:lnTo>
                  <a:lnTo>
                    <a:pt x="9936115" y="171943"/>
                  </a:lnTo>
                  <a:lnTo>
                    <a:pt x="10023543" y="136143"/>
                  </a:lnTo>
                  <a:lnTo>
                    <a:pt x="10109842" y="104719"/>
                  </a:lnTo>
                  <a:lnTo>
                    <a:pt x="10192564" y="77753"/>
                  </a:lnTo>
                  <a:lnTo>
                    <a:pt x="10269109" y="55275"/>
                  </a:lnTo>
                  <a:lnTo>
                    <a:pt x="10336998" y="37218"/>
                  </a:lnTo>
                  <a:lnTo>
                    <a:pt x="10394197" y="23373"/>
                  </a:lnTo>
                  <a:lnTo>
                    <a:pt x="10439414" y="13372"/>
                  </a:lnTo>
                  <a:lnTo>
                    <a:pt x="10472318" y="6701"/>
                  </a:lnTo>
                  <a:lnTo>
                    <a:pt x="10493629" y="2728"/>
                  </a:lnTo>
                  <a:lnTo>
                    <a:pt x="10505094" y="759"/>
                  </a:lnTo>
                  <a:lnTo>
                    <a:pt x="10509369" y="80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04" name="pl304"/>
            <p:cNvSpPr/>
            <p:nvPr/>
          </p:nvSpPr>
          <p:spPr>
            <a:xfrm>
              <a:off x="4799595" y="3786512"/>
              <a:ext cx="11981298" cy="7453774"/>
            </a:xfrm>
            <a:custGeom>
              <a:avLst/>
              <a:pathLst>
                <a:path w="11981298" h="7453774">
                  <a:moveTo>
                    <a:pt x="11981298" y="0"/>
                  </a:moveTo>
                  <a:lnTo>
                    <a:pt x="10509911" y="0"/>
                  </a:lnTo>
                  <a:lnTo>
                    <a:pt x="10509184" y="108"/>
                  </a:lnTo>
                  <a:lnTo>
                    <a:pt x="10504364" y="879"/>
                  </a:lnTo>
                  <a:lnTo>
                    <a:pt x="10492067" y="3008"/>
                  </a:lnTo>
                  <a:lnTo>
                    <a:pt x="10469717" y="7206"/>
                  </a:lnTo>
                  <a:lnTo>
                    <a:pt x="10435661" y="14168"/>
                  </a:lnTo>
                  <a:lnTo>
                    <a:pt x="10389279" y="24513"/>
                  </a:lnTo>
                  <a:lnTo>
                    <a:pt x="10330998" y="38744"/>
                  </a:lnTo>
                  <a:lnTo>
                    <a:pt x="10262192" y="57213"/>
                  </a:lnTo>
                  <a:lnTo>
                    <a:pt x="10184953" y="80115"/>
                  </a:lnTo>
                  <a:lnTo>
                    <a:pt x="10101781" y="107506"/>
                  </a:lnTo>
                  <a:lnTo>
                    <a:pt x="10015274" y="139348"/>
                  </a:lnTo>
                  <a:lnTo>
                    <a:pt x="9927854" y="175558"/>
                  </a:lnTo>
                  <a:lnTo>
                    <a:pt x="9841578" y="216058"/>
                  </a:lnTo>
                  <a:lnTo>
                    <a:pt x="9758047" y="260824"/>
                  </a:lnTo>
                  <a:lnTo>
                    <a:pt x="9678385" y="309913"/>
                  </a:lnTo>
                  <a:lnTo>
                    <a:pt x="9603283" y="363489"/>
                  </a:lnTo>
                  <a:lnTo>
                    <a:pt x="9533062" y="421828"/>
                  </a:lnTo>
                  <a:lnTo>
                    <a:pt x="9467758" y="485327"/>
                  </a:lnTo>
                  <a:lnTo>
                    <a:pt x="9407191" y="554495"/>
                  </a:lnTo>
                  <a:lnTo>
                    <a:pt x="9351036" y="629946"/>
                  </a:lnTo>
                  <a:lnTo>
                    <a:pt x="9298874" y="712381"/>
                  </a:lnTo>
                  <a:lnTo>
                    <a:pt x="9250231" y="802564"/>
                  </a:lnTo>
                  <a:lnTo>
                    <a:pt x="9204612" y="901274"/>
                  </a:lnTo>
                  <a:lnTo>
                    <a:pt x="9161522" y="1009233"/>
                  </a:lnTo>
                  <a:lnTo>
                    <a:pt x="9120491" y="1127006"/>
                  </a:lnTo>
                  <a:lnTo>
                    <a:pt x="9084767" y="1242295"/>
                  </a:lnTo>
                  <a:lnTo>
                    <a:pt x="9060320" y="1328190"/>
                  </a:lnTo>
                  <a:lnTo>
                    <a:pt x="9036312" y="1418176"/>
                  </a:lnTo>
                  <a:lnTo>
                    <a:pt x="9012665" y="1512329"/>
                  </a:lnTo>
                  <a:lnTo>
                    <a:pt x="8989312" y="1610699"/>
                  </a:lnTo>
                  <a:lnTo>
                    <a:pt x="8966192" y="1713308"/>
                  </a:lnTo>
                  <a:lnTo>
                    <a:pt x="8943256" y="1820148"/>
                  </a:lnTo>
                  <a:lnTo>
                    <a:pt x="8920458" y="1931177"/>
                  </a:lnTo>
                  <a:lnTo>
                    <a:pt x="8897761" y="2046322"/>
                  </a:lnTo>
                  <a:lnTo>
                    <a:pt x="8875134" y="2165473"/>
                  </a:lnTo>
                  <a:lnTo>
                    <a:pt x="8852549" y="2288484"/>
                  </a:lnTo>
                  <a:lnTo>
                    <a:pt x="8829987" y="2415172"/>
                  </a:lnTo>
                  <a:lnTo>
                    <a:pt x="8807429" y="2545318"/>
                  </a:lnTo>
                  <a:lnTo>
                    <a:pt x="8784865" y="2678665"/>
                  </a:lnTo>
                  <a:lnTo>
                    <a:pt x="8762286" y="2814923"/>
                  </a:lnTo>
                  <a:lnTo>
                    <a:pt x="8739685" y="2953770"/>
                  </a:lnTo>
                  <a:lnTo>
                    <a:pt x="8717063" y="3094851"/>
                  </a:lnTo>
                  <a:lnTo>
                    <a:pt x="8694419" y="3237788"/>
                  </a:lnTo>
                  <a:lnTo>
                    <a:pt x="8671756" y="3382179"/>
                  </a:lnTo>
                  <a:lnTo>
                    <a:pt x="8649078" y="3527604"/>
                  </a:lnTo>
                  <a:lnTo>
                    <a:pt x="8626392" y="3673630"/>
                  </a:lnTo>
                  <a:lnTo>
                    <a:pt x="8603703" y="3819818"/>
                  </a:lnTo>
                  <a:lnTo>
                    <a:pt x="8581018" y="3965724"/>
                  </a:lnTo>
                  <a:lnTo>
                    <a:pt x="8558344" y="4110911"/>
                  </a:lnTo>
                  <a:lnTo>
                    <a:pt x="8535685" y="4254948"/>
                  </a:lnTo>
                  <a:lnTo>
                    <a:pt x="8513047" y="4397420"/>
                  </a:lnTo>
                  <a:lnTo>
                    <a:pt x="8490431" y="4537931"/>
                  </a:lnTo>
                  <a:lnTo>
                    <a:pt x="8467836" y="4676109"/>
                  </a:lnTo>
                  <a:lnTo>
                    <a:pt x="8445261" y="4811608"/>
                  </a:lnTo>
                  <a:lnTo>
                    <a:pt x="8422700" y="4944113"/>
                  </a:lnTo>
                  <a:lnTo>
                    <a:pt x="8400143" y="5073344"/>
                  </a:lnTo>
                  <a:lnTo>
                    <a:pt x="8377576" y="5199054"/>
                  </a:lnTo>
                  <a:lnTo>
                    <a:pt x="8354982" y="5321033"/>
                  </a:lnTo>
                  <a:lnTo>
                    <a:pt x="8332339" y="5439110"/>
                  </a:lnTo>
                  <a:lnTo>
                    <a:pt x="8309618" y="5553147"/>
                  </a:lnTo>
                  <a:lnTo>
                    <a:pt x="8286787" y="5663045"/>
                  </a:lnTo>
                  <a:lnTo>
                    <a:pt x="8263805" y="5768739"/>
                  </a:lnTo>
                  <a:lnTo>
                    <a:pt x="8240627" y="5870196"/>
                  </a:lnTo>
                  <a:lnTo>
                    <a:pt x="8217201" y="5967419"/>
                  </a:lnTo>
                  <a:lnTo>
                    <a:pt x="8193463" y="6060434"/>
                  </a:lnTo>
                  <a:lnTo>
                    <a:pt x="8169344" y="6149301"/>
                  </a:lnTo>
                  <a:lnTo>
                    <a:pt x="8151487" y="6211478"/>
                  </a:lnTo>
                  <a:lnTo>
                    <a:pt x="8111952" y="6338355"/>
                  </a:lnTo>
                  <a:lnTo>
                    <a:pt x="8070745" y="6455181"/>
                  </a:lnTo>
                  <a:lnTo>
                    <a:pt x="8027436" y="6562236"/>
                  </a:lnTo>
                  <a:lnTo>
                    <a:pt x="7981551" y="6660105"/>
                  </a:lnTo>
                  <a:lnTo>
                    <a:pt x="7932596" y="6749521"/>
                  </a:lnTo>
                  <a:lnTo>
                    <a:pt x="7880076" y="6831263"/>
                  </a:lnTo>
                  <a:lnTo>
                    <a:pt x="7823520" y="6906090"/>
                  </a:lnTo>
                  <a:lnTo>
                    <a:pt x="7762517" y="6974695"/>
                  </a:lnTo>
                  <a:lnTo>
                    <a:pt x="7696751" y="7037685"/>
                  </a:lnTo>
                  <a:lnTo>
                    <a:pt x="7626063" y="7095559"/>
                  </a:lnTo>
                  <a:lnTo>
                    <a:pt x="7550510" y="7148699"/>
                  </a:lnTo>
                  <a:lnTo>
                    <a:pt x="7470446" y="7197374"/>
                  </a:lnTo>
                  <a:lnTo>
                    <a:pt x="7386599" y="7241735"/>
                  </a:lnTo>
                  <a:lnTo>
                    <a:pt x="7300138" y="7281831"/>
                  </a:lnTo>
                  <a:lnTo>
                    <a:pt x="7212710" y="7317630"/>
                  </a:lnTo>
                  <a:lnTo>
                    <a:pt x="7126411" y="7349054"/>
                  </a:lnTo>
                  <a:lnTo>
                    <a:pt x="7043689" y="7376021"/>
                  </a:lnTo>
                  <a:lnTo>
                    <a:pt x="6967145" y="7398498"/>
                  </a:lnTo>
                  <a:lnTo>
                    <a:pt x="6899255" y="7416555"/>
                  </a:lnTo>
                  <a:lnTo>
                    <a:pt x="6842056" y="7430401"/>
                  </a:lnTo>
                  <a:lnTo>
                    <a:pt x="6796839" y="7440401"/>
                  </a:lnTo>
                  <a:lnTo>
                    <a:pt x="6763936" y="7447073"/>
                  </a:lnTo>
                  <a:lnTo>
                    <a:pt x="6742624" y="7451045"/>
                  </a:lnTo>
                  <a:lnTo>
                    <a:pt x="6731159" y="7453015"/>
                  </a:lnTo>
                  <a:lnTo>
                    <a:pt x="6726884" y="7453694"/>
                  </a:lnTo>
                  <a:lnTo>
                    <a:pt x="6726343" y="7453774"/>
                  </a:lnTo>
                  <a:lnTo>
                    <a:pt x="5254955" y="7453774"/>
                  </a:lnTo>
                  <a:lnTo>
                    <a:pt x="5254035" y="7453693"/>
                  </a:lnTo>
                  <a:lnTo>
                    <a:pt x="5247958" y="7453118"/>
                  </a:lnTo>
                  <a:lnTo>
                    <a:pt x="5232546" y="7451528"/>
                  </a:lnTo>
                  <a:lnTo>
                    <a:pt x="5204758" y="7448394"/>
                  </a:lnTo>
                  <a:lnTo>
                    <a:pt x="5162868" y="7443213"/>
                  </a:lnTo>
                  <a:lnTo>
                    <a:pt x="5106592" y="7435552"/>
                  </a:lnTo>
                  <a:lnTo>
                    <a:pt x="5037046" y="7425088"/>
                  </a:lnTo>
                  <a:lnTo>
                    <a:pt x="4956508" y="7411622"/>
                  </a:lnTo>
                  <a:lnTo>
                    <a:pt x="4868004" y="7395076"/>
                  </a:lnTo>
                  <a:lnTo>
                    <a:pt x="4774830" y="7375461"/>
                  </a:lnTo>
                  <a:lnTo>
                    <a:pt x="4680130" y="7352834"/>
                  </a:lnTo>
                  <a:lnTo>
                    <a:pt x="4586586" y="7327255"/>
                  </a:lnTo>
                  <a:lnTo>
                    <a:pt x="4496254" y="7298744"/>
                  </a:lnTo>
                  <a:lnTo>
                    <a:pt x="4410544" y="7267254"/>
                  </a:lnTo>
                  <a:lnTo>
                    <a:pt x="4330270" y="7232653"/>
                  </a:lnTo>
                  <a:lnTo>
                    <a:pt x="4255759" y="7194716"/>
                  </a:lnTo>
                  <a:lnTo>
                    <a:pt x="4186969" y="7153125"/>
                  </a:lnTo>
                  <a:lnTo>
                    <a:pt x="4123595" y="7107469"/>
                  </a:lnTo>
                  <a:lnTo>
                    <a:pt x="4065162" y="7057259"/>
                  </a:lnTo>
                  <a:lnTo>
                    <a:pt x="4011095" y="7001946"/>
                  </a:lnTo>
                  <a:lnTo>
                    <a:pt x="3960771" y="6940951"/>
                  </a:lnTo>
                  <a:lnTo>
                    <a:pt x="3913559" y="6873717"/>
                  </a:lnTo>
                  <a:lnTo>
                    <a:pt x="3868853" y="6799794"/>
                  </a:lnTo>
                  <a:lnTo>
                    <a:pt x="3829811" y="6726377"/>
                  </a:lnTo>
                  <a:lnTo>
                    <a:pt x="3798448" y="6661243"/>
                  </a:lnTo>
                  <a:lnTo>
                    <a:pt x="3767774" y="6592123"/>
                  </a:lnTo>
                  <a:lnTo>
                    <a:pt x="3737633" y="6518936"/>
                  </a:lnTo>
                  <a:lnTo>
                    <a:pt x="3707892" y="6441645"/>
                  </a:lnTo>
                  <a:lnTo>
                    <a:pt x="3678443" y="6360261"/>
                  </a:lnTo>
                  <a:lnTo>
                    <a:pt x="3649196" y="6274846"/>
                  </a:lnTo>
                  <a:lnTo>
                    <a:pt x="3620078" y="6185518"/>
                  </a:lnTo>
                  <a:lnTo>
                    <a:pt x="3591032" y="6092454"/>
                  </a:lnTo>
                  <a:lnTo>
                    <a:pt x="3562013" y="5995886"/>
                  </a:lnTo>
                  <a:lnTo>
                    <a:pt x="3532991" y="5896110"/>
                  </a:lnTo>
                  <a:lnTo>
                    <a:pt x="3503946" y="5793475"/>
                  </a:lnTo>
                  <a:lnTo>
                    <a:pt x="3474866" y="5688383"/>
                  </a:lnTo>
                  <a:lnTo>
                    <a:pt x="3445749" y="5581284"/>
                  </a:lnTo>
                  <a:lnTo>
                    <a:pt x="3416599" y="5472668"/>
                  </a:lnTo>
                  <a:lnTo>
                    <a:pt x="3387426" y="5363054"/>
                  </a:lnTo>
                  <a:lnTo>
                    <a:pt x="3358241" y="5252984"/>
                  </a:lnTo>
                  <a:lnTo>
                    <a:pt x="3329059" y="5143006"/>
                  </a:lnTo>
                  <a:lnTo>
                    <a:pt x="3299893" y="5033670"/>
                  </a:lnTo>
                  <a:lnTo>
                    <a:pt x="3270753" y="4925509"/>
                  </a:lnTo>
                  <a:lnTo>
                    <a:pt x="3241649" y="4819036"/>
                  </a:lnTo>
                  <a:lnTo>
                    <a:pt x="3212581" y="4714725"/>
                  </a:lnTo>
                  <a:lnTo>
                    <a:pt x="3183545" y="4613013"/>
                  </a:lnTo>
                  <a:lnTo>
                    <a:pt x="3154527" y="4514285"/>
                  </a:lnTo>
                  <a:lnTo>
                    <a:pt x="3125503" y="4418871"/>
                  </a:lnTo>
                  <a:lnTo>
                    <a:pt x="3096438" y="4327045"/>
                  </a:lnTo>
                  <a:lnTo>
                    <a:pt x="3067284" y="4239022"/>
                  </a:lnTo>
                  <a:lnTo>
                    <a:pt x="3037978" y="4154959"/>
                  </a:lnTo>
                  <a:lnTo>
                    <a:pt x="3008441" y="4074953"/>
                  </a:lnTo>
                  <a:lnTo>
                    <a:pt x="2978578" y="3999050"/>
                  </a:lnTo>
                  <a:lnTo>
                    <a:pt x="2948273" y="3927243"/>
                  </a:lnTo>
                  <a:lnTo>
                    <a:pt x="2917385" y="3859480"/>
                  </a:lnTo>
                  <a:lnTo>
                    <a:pt x="2896531" y="3816790"/>
                  </a:lnTo>
                  <a:lnTo>
                    <a:pt x="2853630" y="3736573"/>
                  </a:lnTo>
                  <a:lnTo>
                    <a:pt x="2808727" y="3663254"/>
                  </a:lnTo>
                  <a:lnTo>
                    <a:pt x="2761265" y="3596591"/>
                  </a:lnTo>
                  <a:lnTo>
                    <a:pt x="2710636" y="3536120"/>
                  </a:lnTo>
                  <a:lnTo>
                    <a:pt x="2656209" y="3481280"/>
                  </a:lnTo>
                  <a:lnTo>
                    <a:pt x="2597362" y="3431494"/>
                  </a:lnTo>
                  <a:lnTo>
                    <a:pt x="2533527" y="3386215"/>
                  </a:lnTo>
                  <a:lnTo>
                    <a:pt x="2464241" y="3344961"/>
                  </a:lnTo>
                  <a:lnTo>
                    <a:pt x="2389219" y="3307331"/>
                  </a:lnTo>
                  <a:lnTo>
                    <a:pt x="2308446" y="3273012"/>
                  </a:lnTo>
                  <a:lnTo>
                    <a:pt x="2222287" y="3241789"/>
                  </a:lnTo>
                  <a:lnTo>
                    <a:pt x="2131606" y="3213537"/>
                  </a:lnTo>
                  <a:lnTo>
                    <a:pt x="2037867" y="3188217"/>
                  </a:lnTo>
                  <a:lnTo>
                    <a:pt x="1943186" y="3165853"/>
                  </a:lnTo>
                  <a:lnTo>
                    <a:pt x="1850293" y="3146507"/>
                  </a:lnTo>
                  <a:lnTo>
                    <a:pt x="1762359" y="3130233"/>
                  </a:lnTo>
                  <a:lnTo>
                    <a:pt x="1682678" y="3117037"/>
                  </a:lnTo>
                  <a:lnTo>
                    <a:pt x="1614226" y="3106830"/>
                  </a:lnTo>
                  <a:lnTo>
                    <a:pt x="1559193" y="3099403"/>
                  </a:lnTo>
                  <a:lnTo>
                    <a:pt x="1518580" y="3094421"/>
                  </a:lnTo>
                  <a:lnTo>
                    <a:pt x="1491974" y="3091444"/>
                  </a:lnTo>
                  <a:lnTo>
                    <a:pt x="1477526" y="3089965"/>
                  </a:lnTo>
                  <a:lnTo>
                    <a:pt x="1472088" y="3089454"/>
                  </a:lnTo>
                  <a:lnTo>
                    <a:pt x="1471387" y="3089393"/>
                  </a:lnTo>
                  <a:lnTo>
                    <a:pt x="0" y="308939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05" name="pg305"/>
            <p:cNvSpPr/>
            <p:nvPr/>
          </p:nvSpPr>
          <p:spPr>
            <a:xfrm>
              <a:off x="4799595" y="2650465"/>
              <a:ext cx="11981298" cy="4732166"/>
            </a:xfrm>
            <a:custGeom>
              <a:avLst/>
              <a:pathLst>
                <a:path w="11981298" h="4732166">
                  <a:moveTo>
                    <a:pt x="0" y="2345650"/>
                  </a:moveTo>
                  <a:lnTo>
                    <a:pt x="1471387" y="2345650"/>
                  </a:lnTo>
                  <a:lnTo>
                    <a:pt x="1472558" y="2345707"/>
                  </a:lnTo>
                  <a:lnTo>
                    <a:pt x="1480254" y="2346110"/>
                  </a:lnTo>
                  <a:lnTo>
                    <a:pt x="1499635" y="2347225"/>
                  </a:lnTo>
                  <a:lnTo>
                    <a:pt x="1534245" y="2349420"/>
                  </a:lnTo>
                  <a:lnTo>
                    <a:pt x="1585748" y="2353034"/>
                  </a:lnTo>
                  <a:lnTo>
                    <a:pt x="1653802" y="2358342"/>
                  </a:lnTo>
                  <a:lnTo>
                    <a:pt x="1736239" y="2365531"/>
                  </a:lnTo>
                  <a:lnTo>
                    <a:pt x="1829558" y="2374690"/>
                  </a:lnTo>
                  <a:lnTo>
                    <a:pt x="1929614" y="2385832"/>
                  </a:lnTo>
                  <a:lnTo>
                    <a:pt x="2032296" y="2398923"/>
                  </a:lnTo>
                  <a:lnTo>
                    <a:pt x="2134049" y="2413922"/>
                  </a:lnTo>
                  <a:lnTo>
                    <a:pt x="2232157" y="2430808"/>
                  </a:lnTo>
                  <a:lnTo>
                    <a:pt x="2324802" y="2449616"/>
                  </a:lnTo>
                  <a:lnTo>
                    <a:pt x="2410985" y="2470441"/>
                  </a:lnTo>
                  <a:lnTo>
                    <a:pt x="2490366" y="2493450"/>
                  </a:lnTo>
                  <a:lnTo>
                    <a:pt x="2563087" y="2518882"/>
                  </a:lnTo>
                  <a:lnTo>
                    <a:pt x="2629616" y="2547043"/>
                  </a:lnTo>
                  <a:lnTo>
                    <a:pt x="2690621" y="2578292"/>
                  </a:lnTo>
                  <a:lnTo>
                    <a:pt x="2746874" y="2613027"/>
                  </a:lnTo>
                  <a:lnTo>
                    <a:pt x="2799179" y="2651648"/>
                  </a:lnTo>
                  <a:lnTo>
                    <a:pt x="2848328" y="2694501"/>
                  </a:lnTo>
                  <a:lnTo>
                    <a:pt x="2895041" y="2741786"/>
                  </a:lnTo>
                  <a:lnTo>
                    <a:pt x="2896531" y="2743403"/>
                  </a:lnTo>
                  <a:lnTo>
                    <a:pt x="2936763" y="2789644"/>
                  </a:lnTo>
                  <a:lnTo>
                    <a:pt x="2975930" y="2839519"/>
                  </a:lnTo>
                  <a:lnTo>
                    <a:pt x="3014343" y="2893100"/>
                  </a:lnTo>
                  <a:lnTo>
                    <a:pt x="3052247" y="2950390"/>
                  </a:lnTo>
                  <a:lnTo>
                    <a:pt x="3089836" y="3011316"/>
                  </a:lnTo>
                  <a:lnTo>
                    <a:pt x="3127253" y="3075721"/>
                  </a:lnTo>
                  <a:lnTo>
                    <a:pt x="3164606" y="3143359"/>
                  </a:lnTo>
                  <a:lnTo>
                    <a:pt x="3201963" y="3213899"/>
                  </a:lnTo>
                  <a:lnTo>
                    <a:pt x="3239366" y="3286924"/>
                  </a:lnTo>
                  <a:lnTo>
                    <a:pt x="3276828" y="3361938"/>
                  </a:lnTo>
                  <a:lnTo>
                    <a:pt x="3314346" y="3438384"/>
                  </a:lnTo>
                  <a:lnTo>
                    <a:pt x="3351900" y="3515656"/>
                  </a:lnTo>
                  <a:lnTo>
                    <a:pt x="3389463" y="3593121"/>
                  </a:lnTo>
                  <a:lnTo>
                    <a:pt x="3427006" y="3670138"/>
                  </a:lnTo>
                  <a:lnTo>
                    <a:pt x="3464503" y="3746082"/>
                  </a:lnTo>
                  <a:lnTo>
                    <a:pt x="3501941" y="3820364"/>
                  </a:lnTo>
                  <a:lnTo>
                    <a:pt x="3539323" y="3892450"/>
                  </a:lnTo>
                  <a:lnTo>
                    <a:pt x="3576672" y="3961875"/>
                  </a:lnTo>
                  <a:lnTo>
                    <a:pt x="3614040" y="4028256"/>
                  </a:lnTo>
                  <a:lnTo>
                    <a:pt x="3651511" y="4091293"/>
                  </a:lnTo>
                  <a:lnTo>
                    <a:pt x="3689206" y="4150780"/>
                  </a:lnTo>
                  <a:lnTo>
                    <a:pt x="3727288" y="4206591"/>
                  </a:lnTo>
                  <a:lnTo>
                    <a:pt x="3765970" y="4258685"/>
                  </a:lnTo>
                  <a:lnTo>
                    <a:pt x="3805521" y="4307094"/>
                  </a:lnTo>
                  <a:lnTo>
                    <a:pt x="3829811" y="4334413"/>
                  </a:lnTo>
                  <a:lnTo>
                    <a:pt x="3876456" y="4381843"/>
                  </a:lnTo>
                  <a:lnTo>
                    <a:pt x="3925514" y="4424839"/>
                  </a:lnTo>
                  <a:lnTo>
                    <a:pt x="3977705" y="4463593"/>
                  </a:lnTo>
                  <a:lnTo>
                    <a:pt x="4033816" y="4498448"/>
                  </a:lnTo>
                  <a:lnTo>
                    <a:pt x="4094653" y="4529805"/>
                  </a:lnTo>
                  <a:lnTo>
                    <a:pt x="4160991" y="4558060"/>
                  </a:lnTo>
                  <a:lnTo>
                    <a:pt x="4233502" y="4583576"/>
                  </a:lnTo>
                  <a:lnTo>
                    <a:pt x="4312661" y="4606660"/>
                  </a:lnTo>
                  <a:lnTo>
                    <a:pt x="4398624" y="4627553"/>
                  </a:lnTo>
                  <a:lnTo>
                    <a:pt x="4491070" y="4646424"/>
                  </a:lnTo>
                  <a:lnTo>
                    <a:pt x="4589024" y="4663373"/>
                  </a:lnTo>
                  <a:lnTo>
                    <a:pt x="4690696" y="4678433"/>
                  </a:lnTo>
                  <a:lnTo>
                    <a:pt x="4793400" y="4691587"/>
                  </a:lnTo>
                  <a:lnTo>
                    <a:pt x="4893604" y="4702794"/>
                  </a:lnTo>
                  <a:lnTo>
                    <a:pt x="4987210" y="4712018"/>
                  </a:lnTo>
                  <a:lnTo>
                    <a:pt x="5070062" y="4719269"/>
                  </a:lnTo>
                  <a:lnTo>
                    <a:pt x="5138629" y="4724637"/>
                  </a:lnTo>
                  <a:lnTo>
                    <a:pt x="5190687" y="4728302"/>
                  </a:lnTo>
                  <a:lnTo>
                    <a:pt x="5225833" y="4730538"/>
                  </a:lnTo>
                  <a:lnTo>
                    <a:pt x="5245665" y="4731682"/>
                  </a:lnTo>
                  <a:lnTo>
                    <a:pt x="5253668" y="4732103"/>
                  </a:lnTo>
                  <a:lnTo>
                    <a:pt x="5254955" y="4732166"/>
                  </a:lnTo>
                  <a:lnTo>
                    <a:pt x="6726343" y="4732166"/>
                  </a:lnTo>
                  <a:lnTo>
                    <a:pt x="6727241" y="4732080"/>
                  </a:lnTo>
                  <a:lnTo>
                    <a:pt x="6733172" y="4731473"/>
                  </a:lnTo>
                  <a:lnTo>
                    <a:pt x="6748227" y="4729795"/>
                  </a:lnTo>
                  <a:lnTo>
                    <a:pt x="6775395" y="4726488"/>
                  </a:lnTo>
                  <a:lnTo>
                    <a:pt x="6816398" y="4721018"/>
                  </a:lnTo>
                  <a:lnTo>
                    <a:pt x="6871570" y="4712926"/>
                  </a:lnTo>
                  <a:lnTo>
                    <a:pt x="6939876" y="4701863"/>
                  </a:lnTo>
                  <a:lnTo>
                    <a:pt x="7019149" y="4687613"/>
                  </a:lnTo>
                  <a:lnTo>
                    <a:pt x="7106469" y="4670087"/>
                  </a:lnTo>
                  <a:lnTo>
                    <a:pt x="7198622" y="4649290"/>
                  </a:lnTo>
                  <a:lnTo>
                    <a:pt x="7292518" y="4625282"/>
                  </a:lnTo>
                  <a:lnTo>
                    <a:pt x="7385495" y="4598127"/>
                  </a:lnTo>
                  <a:lnTo>
                    <a:pt x="7475483" y="4567851"/>
                  </a:lnTo>
                  <a:lnTo>
                    <a:pt x="7561046" y="4534413"/>
                  </a:lnTo>
                  <a:lnTo>
                    <a:pt x="7641328" y="4497686"/>
                  </a:lnTo>
                  <a:lnTo>
                    <a:pt x="7715960" y="4457444"/>
                  </a:lnTo>
                  <a:lnTo>
                    <a:pt x="7784944" y="4413363"/>
                  </a:lnTo>
                  <a:lnTo>
                    <a:pt x="7848546" y="4365021"/>
                  </a:lnTo>
                  <a:lnTo>
                    <a:pt x="7907211" y="4311916"/>
                  </a:lnTo>
                  <a:lnTo>
                    <a:pt x="7961489" y="4253473"/>
                  </a:lnTo>
                  <a:lnTo>
                    <a:pt x="8011982" y="4189085"/>
                  </a:lnTo>
                  <a:lnTo>
                    <a:pt x="8059308" y="4118154"/>
                  </a:lnTo>
                  <a:lnTo>
                    <a:pt x="8104063" y="4040176"/>
                  </a:lnTo>
                  <a:lnTo>
                    <a:pt x="8146795" y="3954866"/>
                  </a:lnTo>
                  <a:lnTo>
                    <a:pt x="8151487" y="3944833"/>
                  </a:lnTo>
                  <a:lnTo>
                    <a:pt x="8181749" y="3876909"/>
                  </a:lnTo>
                  <a:lnTo>
                    <a:pt x="8211364" y="3804974"/>
                  </a:lnTo>
                  <a:lnTo>
                    <a:pt x="8240476" y="3728949"/>
                  </a:lnTo>
                  <a:lnTo>
                    <a:pt x="8269202" y="3648792"/>
                  </a:lnTo>
                  <a:lnTo>
                    <a:pt x="8297644" y="3564509"/>
                  </a:lnTo>
                  <a:lnTo>
                    <a:pt x="8325884" y="3476153"/>
                  </a:lnTo>
                  <a:lnTo>
                    <a:pt x="8353992" y="3383826"/>
                  </a:lnTo>
                  <a:lnTo>
                    <a:pt x="8382020" y="3287686"/>
                  </a:lnTo>
                  <a:lnTo>
                    <a:pt x="8410013" y="3187946"/>
                  </a:lnTo>
                  <a:lnTo>
                    <a:pt x="8438000" y="3084874"/>
                  </a:lnTo>
                  <a:lnTo>
                    <a:pt x="8466005" y="2978791"/>
                  </a:lnTo>
                  <a:lnTo>
                    <a:pt x="8494038" y="2870070"/>
                  </a:lnTo>
                  <a:lnTo>
                    <a:pt x="8522105" y="2759130"/>
                  </a:lnTo>
                  <a:lnTo>
                    <a:pt x="8550206" y="2646430"/>
                  </a:lnTo>
                  <a:lnTo>
                    <a:pt x="8578333" y="2532462"/>
                  </a:lnTo>
                  <a:lnTo>
                    <a:pt x="8606477" y="2417742"/>
                  </a:lnTo>
                  <a:lnTo>
                    <a:pt x="8634626" y="2302801"/>
                  </a:lnTo>
                  <a:lnTo>
                    <a:pt x="8662768" y="2188173"/>
                  </a:lnTo>
                  <a:lnTo>
                    <a:pt x="8690891" y="2074387"/>
                  </a:lnTo>
                  <a:lnTo>
                    <a:pt x="8718986" y="1961956"/>
                  </a:lnTo>
                  <a:lnTo>
                    <a:pt x="8747047" y="1851367"/>
                  </a:lnTo>
                  <a:lnTo>
                    <a:pt x="8775075" y="1743072"/>
                  </a:lnTo>
                  <a:lnTo>
                    <a:pt x="8803075" y="1637482"/>
                  </a:lnTo>
                  <a:lnTo>
                    <a:pt x="8831062" y="1534963"/>
                  </a:lnTo>
                  <a:lnTo>
                    <a:pt x="8859058" y="1435826"/>
                  </a:lnTo>
                  <a:lnTo>
                    <a:pt x="8887097" y="1340329"/>
                  </a:lnTo>
                  <a:lnTo>
                    <a:pt x="8915223" y="1248676"/>
                  </a:lnTo>
                  <a:lnTo>
                    <a:pt x="8943493" y="1161015"/>
                  </a:lnTo>
                  <a:lnTo>
                    <a:pt x="8971977" y="1077441"/>
                  </a:lnTo>
                  <a:lnTo>
                    <a:pt x="9000762" y="997998"/>
                  </a:lnTo>
                  <a:lnTo>
                    <a:pt x="9029952" y="922681"/>
                  </a:lnTo>
                  <a:lnTo>
                    <a:pt x="9059668" y="851444"/>
                  </a:lnTo>
                  <a:lnTo>
                    <a:pt x="9084767" y="795505"/>
                  </a:lnTo>
                  <a:lnTo>
                    <a:pt x="9127303" y="709370"/>
                  </a:lnTo>
                  <a:lnTo>
                    <a:pt x="9171805" y="630577"/>
                  </a:lnTo>
                  <a:lnTo>
                    <a:pt x="9218813" y="558878"/>
                  </a:lnTo>
                  <a:lnTo>
                    <a:pt x="9268920" y="493784"/>
                  </a:lnTo>
                  <a:lnTo>
                    <a:pt x="9322742" y="434705"/>
                  </a:lnTo>
                  <a:lnTo>
                    <a:pt x="9380886" y="381030"/>
                  </a:lnTo>
                  <a:lnTo>
                    <a:pt x="9443910" y="332180"/>
                  </a:lnTo>
                  <a:lnTo>
                    <a:pt x="9512272" y="287643"/>
                  </a:lnTo>
                  <a:lnTo>
                    <a:pt x="9586264" y="246988"/>
                  </a:lnTo>
                  <a:lnTo>
                    <a:pt x="9665923" y="209880"/>
                  </a:lnTo>
                  <a:lnTo>
                    <a:pt x="9750926" y="176081"/>
                  </a:lnTo>
                  <a:lnTo>
                    <a:pt x="9840478" y="145454"/>
                  </a:lnTo>
                  <a:lnTo>
                    <a:pt x="9933210" y="117948"/>
                  </a:lnTo>
                  <a:lnTo>
                    <a:pt x="10027126" y="93584"/>
                  </a:lnTo>
                  <a:lnTo>
                    <a:pt x="10119623" y="72423"/>
                  </a:lnTo>
                  <a:lnTo>
                    <a:pt x="10207646" y="54528"/>
                  </a:lnTo>
                  <a:lnTo>
                    <a:pt x="10287977" y="39913"/>
                  </a:lnTo>
                  <a:lnTo>
                    <a:pt x="10357640" y="28501"/>
                  </a:lnTo>
                  <a:lnTo>
                    <a:pt x="10414361" y="20090"/>
                  </a:lnTo>
                  <a:lnTo>
                    <a:pt x="10456964" y="14347"/>
                  </a:lnTo>
                  <a:lnTo>
                    <a:pt x="10485624" y="10823"/>
                  </a:lnTo>
                  <a:lnTo>
                    <a:pt x="10501911" y="8990"/>
                  </a:lnTo>
                  <a:lnTo>
                    <a:pt x="10508682" y="8290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9013" y="85"/>
                  </a:lnTo>
                  <a:lnTo>
                    <a:pt x="10503081" y="692"/>
                  </a:lnTo>
                  <a:lnTo>
                    <a:pt x="10488026" y="2370"/>
                  </a:lnTo>
                  <a:lnTo>
                    <a:pt x="10460859" y="5677"/>
                  </a:lnTo>
                  <a:lnTo>
                    <a:pt x="10419855" y="11147"/>
                  </a:lnTo>
                  <a:lnTo>
                    <a:pt x="10364684" y="19240"/>
                  </a:lnTo>
                  <a:lnTo>
                    <a:pt x="10296377" y="30302"/>
                  </a:lnTo>
                  <a:lnTo>
                    <a:pt x="10217104" y="44552"/>
                  </a:lnTo>
                  <a:lnTo>
                    <a:pt x="10129784" y="62078"/>
                  </a:lnTo>
                  <a:lnTo>
                    <a:pt x="10037631" y="82875"/>
                  </a:lnTo>
                  <a:lnTo>
                    <a:pt x="9943735" y="106883"/>
                  </a:lnTo>
                  <a:lnTo>
                    <a:pt x="9850759" y="134038"/>
                  </a:lnTo>
                  <a:lnTo>
                    <a:pt x="9760770" y="164314"/>
                  </a:lnTo>
                  <a:lnTo>
                    <a:pt x="9675208" y="197752"/>
                  </a:lnTo>
                  <a:lnTo>
                    <a:pt x="9594925" y="234479"/>
                  </a:lnTo>
                  <a:lnTo>
                    <a:pt x="9520293" y="274721"/>
                  </a:lnTo>
                  <a:lnTo>
                    <a:pt x="9451309" y="318802"/>
                  </a:lnTo>
                  <a:lnTo>
                    <a:pt x="9387707" y="367144"/>
                  </a:lnTo>
                  <a:lnTo>
                    <a:pt x="9329042" y="420249"/>
                  </a:lnTo>
                  <a:lnTo>
                    <a:pt x="9274764" y="478692"/>
                  </a:lnTo>
                  <a:lnTo>
                    <a:pt x="9224271" y="543080"/>
                  </a:lnTo>
                  <a:lnTo>
                    <a:pt x="9176946" y="614011"/>
                  </a:lnTo>
                  <a:lnTo>
                    <a:pt x="9132190" y="691989"/>
                  </a:lnTo>
                  <a:lnTo>
                    <a:pt x="9089458" y="777299"/>
                  </a:lnTo>
                  <a:lnTo>
                    <a:pt x="9084767" y="787332"/>
                  </a:lnTo>
                  <a:lnTo>
                    <a:pt x="9054505" y="855256"/>
                  </a:lnTo>
                  <a:lnTo>
                    <a:pt x="9024889" y="927191"/>
                  </a:lnTo>
                  <a:lnTo>
                    <a:pt x="8995777" y="1003216"/>
                  </a:lnTo>
                  <a:lnTo>
                    <a:pt x="8967051" y="1083373"/>
                  </a:lnTo>
                  <a:lnTo>
                    <a:pt x="8938609" y="1167656"/>
                  </a:lnTo>
                  <a:lnTo>
                    <a:pt x="8910369" y="1256012"/>
                  </a:lnTo>
                  <a:lnTo>
                    <a:pt x="8882262" y="1348339"/>
                  </a:lnTo>
                  <a:lnTo>
                    <a:pt x="8854233" y="1444479"/>
                  </a:lnTo>
                  <a:lnTo>
                    <a:pt x="8826240" y="1544219"/>
                  </a:lnTo>
                  <a:lnTo>
                    <a:pt x="8798253" y="1647291"/>
                  </a:lnTo>
                  <a:lnTo>
                    <a:pt x="8770249" y="1753374"/>
                  </a:lnTo>
                  <a:lnTo>
                    <a:pt x="8742215" y="1862095"/>
                  </a:lnTo>
                  <a:lnTo>
                    <a:pt x="8714148" y="1973035"/>
                  </a:lnTo>
                  <a:lnTo>
                    <a:pt x="8686048" y="2085735"/>
                  </a:lnTo>
                  <a:lnTo>
                    <a:pt x="8657921" y="2199703"/>
                  </a:lnTo>
                  <a:lnTo>
                    <a:pt x="8629777" y="2314423"/>
                  </a:lnTo>
                  <a:lnTo>
                    <a:pt x="8601627" y="2429364"/>
                  </a:lnTo>
                  <a:lnTo>
                    <a:pt x="8573485" y="2543992"/>
                  </a:lnTo>
                  <a:lnTo>
                    <a:pt x="8545362" y="2657778"/>
                  </a:lnTo>
                  <a:lnTo>
                    <a:pt x="8517267" y="2770209"/>
                  </a:lnTo>
                  <a:lnTo>
                    <a:pt x="8489206" y="2880798"/>
                  </a:lnTo>
                  <a:lnTo>
                    <a:pt x="8461178" y="2989093"/>
                  </a:lnTo>
                  <a:lnTo>
                    <a:pt x="8433178" y="3094683"/>
                  </a:lnTo>
                  <a:lnTo>
                    <a:pt x="8405191" y="3197202"/>
                  </a:lnTo>
                  <a:lnTo>
                    <a:pt x="8377195" y="3296339"/>
                  </a:lnTo>
                  <a:lnTo>
                    <a:pt x="8349156" y="3391836"/>
                  </a:lnTo>
                  <a:lnTo>
                    <a:pt x="8321030" y="3483489"/>
                  </a:lnTo>
                  <a:lnTo>
                    <a:pt x="8292760" y="3571150"/>
                  </a:lnTo>
                  <a:lnTo>
                    <a:pt x="8264276" y="3654724"/>
                  </a:lnTo>
                  <a:lnTo>
                    <a:pt x="8235491" y="3734167"/>
                  </a:lnTo>
                  <a:lnTo>
                    <a:pt x="8206302" y="3809484"/>
                  </a:lnTo>
                  <a:lnTo>
                    <a:pt x="8176585" y="3880721"/>
                  </a:lnTo>
                  <a:lnTo>
                    <a:pt x="8151487" y="3936660"/>
                  </a:lnTo>
                  <a:lnTo>
                    <a:pt x="8108950" y="4022796"/>
                  </a:lnTo>
                  <a:lnTo>
                    <a:pt x="8064448" y="4101588"/>
                  </a:lnTo>
                  <a:lnTo>
                    <a:pt x="8017440" y="4173287"/>
                  </a:lnTo>
                  <a:lnTo>
                    <a:pt x="7967333" y="4238381"/>
                  </a:lnTo>
                  <a:lnTo>
                    <a:pt x="7913511" y="4297460"/>
                  </a:lnTo>
                  <a:lnTo>
                    <a:pt x="7855367" y="4351135"/>
                  </a:lnTo>
                  <a:lnTo>
                    <a:pt x="7792343" y="4399985"/>
                  </a:lnTo>
                  <a:lnTo>
                    <a:pt x="7723981" y="4444522"/>
                  </a:lnTo>
                  <a:lnTo>
                    <a:pt x="7649989" y="4485177"/>
                  </a:lnTo>
                  <a:lnTo>
                    <a:pt x="7570330" y="4522285"/>
                  </a:lnTo>
                  <a:lnTo>
                    <a:pt x="7485327" y="4556084"/>
                  </a:lnTo>
                  <a:lnTo>
                    <a:pt x="7395775" y="4586711"/>
                  </a:lnTo>
                  <a:lnTo>
                    <a:pt x="7303043" y="4614217"/>
                  </a:lnTo>
                  <a:lnTo>
                    <a:pt x="7209128" y="4638581"/>
                  </a:lnTo>
                  <a:lnTo>
                    <a:pt x="7116631" y="4659742"/>
                  </a:lnTo>
                  <a:lnTo>
                    <a:pt x="7028607" y="4677637"/>
                  </a:lnTo>
                  <a:lnTo>
                    <a:pt x="6948276" y="4692252"/>
                  </a:lnTo>
                  <a:lnTo>
                    <a:pt x="6878613" y="4703664"/>
                  </a:lnTo>
                  <a:lnTo>
                    <a:pt x="6821892" y="4712075"/>
                  </a:lnTo>
                  <a:lnTo>
                    <a:pt x="6779289" y="4717818"/>
                  </a:lnTo>
                  <a:lnTo>
                    <a:pt x="6750629" y="4721342"/>
                  </a:lnTo>
                  <a:lnTo>
                    <a:pt x="6734342" y="4723175"/>
                  </a:lnTo>
                  <a:lnTo>
                    <a:pt x="6727571" y="4723875"/>
                  </a:lnTo>
                  <a:lnTo>
                    <a:pt x="6726343" y="4723993"/>
                  </a:lnTo>
                  <a:lnTo>
                    <a:pt x="5254955" y="4723993"/>
                  </a:lnTo>
                  <a:lnTo>
                    <a:pt x="5253784" y="4723936"/>
                  </a:lnTo>
                  <a:lnTo>
                    <a:pt x="5246088" y="4723533"/>
                  </a:lnTo>
                  <a:lnTo>
                    <a:pt x="5226707" y="4722418"/>
                  </a:lnTo>
                  <a:lnTo>
                    <a:pt x="5192097" y="4720223"/>
                  </a:lnTo>
                  <a:lnTo>
                    <a:pt x="5140594" y="4716609"/>
                  </a:lnTo>
                  <a:lnTo>
                    <a:pt x="5072540" y="4711300"/>
                  </a:lnTo>
                  <a:lnTo>
                    <a:pt x="4990103" y="4704112"/>
                  </a:lnTo>
                  <a:lnTo>
                    <a:pt x="4896784" y="4694953"/>
                  </a:lnTo>
                  <a:lnTo>
                    <a:pt x="4796728" y="4683811"/>
                  </a:lnTo>
                  <a:lnTo>
                    <a:pt x="4694047" y="4670719"/>
                  </a:lnTo>
                  <a:lnTo>
                    <a:pt x="4592293" y="4655721"/>
                  </a:lnTo>
                  <a:lnTo>
                    <a:pt x="4494185" y="4638834"/>
                  </a:lnTo>
                  <a:lnTo>
                    <a:pt x="4401540" y="4620026"/>
                  </a:lnTo>
                  <a:lnTo>
                    <a:pt x="4315357" y="4599202"/>
                  </a:lnTo>
                  <a:lnTo>
                    <a:pt x="4235976" y="4576192"/>
                  </a:lnTo>
                  <a:lnTo>
                    <a:pt x="4163255" y="4550760"/>
                  </a:lnTo>
                  <a:lnTo>
                    <a:pt x="4096726" y="4522600"/>
                  </a:lnTo>
                  <a:lnTo>
                    <a:pt x="4035721" y="4491351"/>
                  </a:lnTo>
                  <a:lnTo>
                    <a:pt x="3979469" y="4456616"/>
                  </a:lnTo>
                  <a:lnTo>
                    <a:pt x="3927163" y="4417995"/>
                  </a:lnTo>
                  <a:lnTo>
                    <a:pt x="3878014" y="4375141"/>
                  </a:lnTo>
                  <a:lnTo>
                    <a:pt x="3831301" y="4327857"/>
                  </a:lnTo>
                  <a:lnTo>
                    <a:pt x="3829811" y="4326240"/>
                  </a:lnTo>
                  <a:lnTo>
                    <a:pt x="3789579" y="4279999"/>
                  </a:lnTo>
                  <a:lnTo>
                    <a:pt x="3750412" y="4230124"/>
                  </a:lnTo>
                  <a:lnTo>
                    <a:pt x="3711999" y="4176543"/>
                  </a:lnTo>
                  <a:lnTo>
                    <a:pt x="3674095" y="4119253"/>
                  </a:lnTo>
                  <a:lnTo>
                    <a:pt x="3636506" y="4058327"/>
                  </a:lnTo>
                  <a:lnTo>
                    <a:pt x="3599089" y="3993922"/>
                  </a:lnTo>
                  <a:lnTo>
                    <a:pt x="3561736" y="3926283"/>
                  </a:lnTo>
                  <a:lnTo>
                    <a:pt x="3524379" y="3855743"/>
                  </a:lnTo>
                  <a:lnTo>
                    <a:pt x="3486976" y="3782719"/>
                  </a:lnTo>
                  <a:lnTo>
                    <a:pt x="3449514" y="3707705"/>
                  </a:lnTo>
                  <a:lnTo>
                    <a:pt x="3411996" y="3631259"/>
                  </a:lnTo>
                  <a:lnTo>
                    <a:pt x="3374442" y="3553986"/>
                  </a:lnTo>
                  <a:lnTo>
                    <a:pt x="3336879" y="3476521"/>
                  </a:lnTo>
                  <a:lnTo>
                    <a:pt x="3299336" y="3399504"/>
                  </a:lnTo>
                  <a:lnTo>
                    <a:pt x="3261839" y="3323561"/>
                  </a:lnTo>
                  <a:lnTo>
                    <a:pt x="3224401" y="3249279"/>
                  </a:lnTo>
                  <a:lnTo>
                    <a:pt x="3187019" y="3177193"/>
                  </a:lnTo>
                  <a:lnTo>
                    <a:pt x="3149670" y="3107767"/>
                  </a:lnTo>
                  <a:lnTo>
                    <a:pt x="3112302" y="3041387"/>
                  </a:lnTo>
                  <a:lnTo>
                    <a:pt x="3074831" y="2978349"/>
                  </a:lnTo>
                  <a:lnTo>
                    <a:pt x="3037136" y="2918863"/>
                  </a:lnTo>
                  <a:lnTo>
                    <a:pt x="2999054" y="2863052"/>
                  </a:lnTo>
                  <a:lnTo>
                    <a:pt x="2960372" y="2810958"/>
                  </a:lnTo>
                  <a:lnTo>
                    <a:pt x="2920821" y="2762548"/>
                  </a:lnTo>
                  <a:lnTo>
                    <a:pt x="2896531" y="2735230"/>
                  </a:lnTo>
                  <a:lnTo>
                    <a:pt x="2849886" y="2687800"/>
                  </a:lnTo>
                  <a:lnTo>
                    <a:pt x="2800828" y="2644804"/>
                  </a:lnTo>
                  <a:lnTo>
                    <a:pt x="2748637" y="2606050"/>
                  </a:lnTo>
                  <a:lnTo>
                    <a:pt x="2692527" y="2571194"/>
                  </a:lnTo>
                  <a:lnTo>
                    <a:pt x="2631689" y="2539838"/>
                  </a:lnTo>
                  <a:lnTo>
                    <a:pt x="2565351" y="2511583"/>
                  </a:lnTo>
                  <a:lnTo>
                    <a:pt x="2492841" y="2486067"/>
                  </a:lnTo>
                  <a:lnTo>
                    <a:pt x="2413681" y="2462983"/>
                  </a:lnTo>
                  <a:lnTo>
                    <a:pt x="2327718" y="2442090"/>
                  </a:lnTo>
                  <a:lnTo>
                    <a:pt x="2235272" y="2423218"/>
                  </a:lnTo>
                  <a:lnTo>
                    <a:pt x="2137319" y="2406269"/>
                  </a:lnTo>
                  <a:lnTo>
                    <a:pt x="2035646" y="2391210"/>
                  </a:lnTo>
                  <a:lnTo>
                    <a:pt x="1932942" y="2378055"/>
                  </a:lnTo>
                  <a:lnTo>
                    <a:pt x="1832738" y="2366849"/>
                  </a:lnTo>
                  <a:lnTo>
                    <a:pt x="1739132" y="2357625"/>
                  </a:lnTo>
                  <a:lnTo>
                    <a:pt x="1656280" y="2350373"/>
                  </a:lnTo>
                  <a:lnTo>
                    <a:pt x="1587714" y="2345006"/>
                  </a:lnTo>
                  <a:lnTo>
                    <a:pt x="1535655" y="2341341"/>
                  </a:lnTo>
                  <a:lnTo>
                    <a:pt x="1500509" y="2339105"/>
                  </a:lnTo>
                  <a:lnTo>
                    <a:pt x="1480678" y="2337960"/>
                  </a:lnTo>
                  <a:lnTo>
                    <a:pt x="1472674" y="2337539"/>
                  </a:lnTo>
                  <a:lnTo>
                    <a:pt x="1471387" y="2337477"/>
                  </a:lnTo>
                  <a:lnTo>
                    <a:pt x="0" y="2337477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306" name="pl306"/>
            <p:cNvSpPr/>
            <p:nvPr/>
          </p:nvSpPr>
          <p:spPr>
            <a:xfrm>
              <a:off x="4799595" y="2658638"/>
              <a:ext cx="11981298" cy="4723993"/>
            </a:xfrm>
            <a:custGeom>
              <a:avLst/>
              <a:pathLst>
                <a:path w="11981298" h="4723993">
                  <a:moveTo>
                    <a:pt x="0" y="2337477"/>
                  </a:moveTo>
                  <a:lnTo>
                    <a:pt x="1471387" y="2337477"/>
                  </a:lnTo>
                  <a:lnTo>
                    <a:pt x="1472558" y="2337534"/>
                  </a:lnTo>
                  <a:lnTo>
                    <a:pt x="1480254" y="2337937"/>
                  </a:lnTo>
                  <a:lnTo>
                    <a:pt x="1499635" y="2339052"/>
                  </a:lnTo>
                  <a:lnTo>
                    <a:pt x="1534245" y="2341247"/>
                  </a:lnTo>
                  <a:lnTo>
                    <a:pt x="1585748" y="2344861"/>
                  </a:lnTo>
                  <a:lnTo>
                    <a:pt x="1653802" y="2350169"/>
                  </a:lnTo>
                  <a:lnTo>
                    <a:pt x="1736239" y="2357358"/>
                  </a:lnTo>
                  <a:lnTo>
                    <a:pt x="1829558" y="2366517"/>
                  </a:lnTo>
                  <a:lnTo>
                    <a:pt x="1929614" y="2377659"/>
                  </a:lnTo>
                  <a:lnTo>
                    <a:pt x="2032296" y="2390750"/>
                  </a:lnTo>
                  <a:lnTo>
                    <a:pt x="2134049" y="2405749"/>
                  </a:lnTo>
                  <a:lnTo>
                    <a:pt x="2232157" y="2422635"/>
                  </a:lnTo>
                  <a:lnTo>
                    <a:pt x="2324802" y="2441443"/>
                  </a:lnTo>
                  <a:lnTo>
                    <a:pt x="2410985" y="2462268"/>
                  </a:lnTo>
                  <a:lnTo>
                    <a:pt x="2490366" y="2485277"/>
                  </a:lnTo>
                  <a:lnTo>
                    <a:pt x="2563087" y="2510709"/>
                  </a:lnTo>
                  <a:lnTo>
                    <a:pt x="2629616" y="2538870"/>
                  </a:lnTo>
                  <a:lnTo>
                    <a:pt x="2690621" y="2570119"/>
                  </a:lnTo>
                  <a:lnTo>
                    <a:pt x="2746874" y="2604854"/>
                  </a:lnTo>
                  <a:lnTo>
                    <a:pt x="2799179" y="2643475"/>
                  </a:lnTo>
                  <a:lnTo>
                    <a:pt x="2848328" y="2686328"/>
                  </a:lnTo>
                  <a:lnTo>
                    <a:pt x="2895041" y="2733613"/>
                  </a:lnTo>
                  <a:lnTo>
                    <a:pt x="2896531" y="2735230"/>
                  </a:lnTo>
                  <a:lnTo>
                    <a:pt x="2936763" y="2781471"/>
                  </a:lnTo>
                  <a:lnTo>
                    <a:pt x="2975930" y="2831346"/>
                  </a:lnTo>
                  <a:lnTo>
                    <a:pt x="3014343" y="2884927"/>
                  </a:lnTo>
                  <a:lnTo>
                    <a:pt x="3052247" y="2942217"/>
                  </a:lnTo>
                  <a:lnTo>
                    <a:pt x="3089836" y="3003143"/>
                  </a:lnTo>
                  <a:lnTo>
                    <a:pt x="3127253" y="3067548"/>
                  </a:lnTo>
                  <a:lnTo>
                    <a:pt x="3164606" y="3135186"/>
                  </a:lnTo>
                  <a:lnTo>
                    <a:pt x="3201963" y="3205726"/>
                  </a:lnTo>
                  <a:lnTo>
                    <a:pt x="3239366" y="3278751"/>
                  </a:lnTo>
                  <a:lnTo>
                    <a:pt x="3276828" y="3353765"/>
                  </a:lnTo>
                  <a:lnTo>
                    <a:pt x="3314346" y="3430211"/>
                  </a:lnTo>
                  <a:lnTo>
                    <a:pt x="3351900" y="3507483"/>
                  </a:lnTo>
                  <a:lnTo>
                    <a:pt x="3389463" y="3584948"/>
                  </a:lnTo>
                  <a:lnTo>
                    <a:pt x="3427006" y="3661965"/>
                  </a:lnTo>
                  <a:lnTo>
                    <a:pt x="3464503" y="3737909"/>
                  </a:lnTo>
                  <a:lnTo>
                    <a:pt x="3501941" y="3812191"/>
                  </a:lnTo>
                  <a:lnTo>
                    <a:pt x="3539323" y="3884277"/>
                  </a:lnTo>
                  <a:lnTo>
                    <a:pt x="3576672" y="3953702"/>
                  </a:lnTo>
                  <a:lnTo>
                    <a:pt x="3614040" y="4020083"/>
                  </a:lnTo>
                  <a:lnTo>
                    <a:pt x="3651511" y="4083120"/>
                  </a:lnTo>
                  <a:lnTo>
                    <a:pt x="3689206" y="4142607"/>
                  </a:lnTo>
                  <a:lnTo>
                    <a:pt x="3727288" y="4198418"/>
                  </a:lnTo>
                  <a:lnTo>
                    <a:pt x="3765970" y="4250512"/>
                  </a:lnTo>
                  <a:lnTo>
                    <a:pt x="3805521" y="4298921"/>
                  </a:lnTo>
                  <a:lnTo>
                    <a:pt x="3829811" y="4326240"/>
                  </a:lnTo>
                  <a:lnTo>
                    <a:pt x="3876456" y="4373670"/>
                  </a:lnTo>
                  <a:lnTo>
                    <a:pt x="3925514" y="4416666"/>
                  </a:lnTo>
                  <a:lnTo>
                    <a:pt x="3977705" y="4455420"/>
                  </a:lnTo>
                  <a:lnTo>
                    <a:pt x="4033816" y="4490275"/>
                  </a:lnTo>
                  <a:lnTo>
                    <a:pt x="4094653" y="4521632"/>
                  </a:lnTo>
                  <a:lnTo>
                    <a:pt x="4160991" y="4549887"/>
                  </a:lnTo>
                  <a:lnTo>
                    <a:pt x="4233502" y="4575403"/>
                  </a:lnTo>
                  <a:lnTo>
                    <a:pt x="4312661" y="4598487"/>
                  </a:lnTo>
                  <a:lnTo>
                    <a:pt x="4398624" y="4619380"/>
                  </a:lnTo>
                  <a:lnTo>
                    <a:pt x="4491070" y="4638251"/>
                  </a:lnTo>
                  <a:lnTo>
                    <a:pt x="4589024" y="4655200"/>
                  </a:lnTo>
                  <a:lnTo>
                    <a:pt x="4690696" y="4670260"/>
                  </a:lnTo>
                  <a:lnTo>
                    <a:pt x="4793400" y="4683414"/>
                  </a:lnTo>
                  <a:lnTo>
                    <a:pt x="4893604" y="4694621"/>
                  </a:lnTo>
                  <a:lnTo>
                    <a:pt x="4987210" y="4703845"/>
                  </a:lnTo>
                  <a:lnTo>
                    <a:pt x="5070062" y="4711096"/>
                  </a:lnTo>
                  <a:lnTo>
                    <a:pt x="5138629" y="4716464"/>
                  </a:lnTo>
                  <a:lnTo>
                    <a:pt x="5190687" y="4720129"/>
                  </a:lnTo>
                  <a:lnTo>
                    <a:pt x="5225833" y="4722365"/>
                  </a:lnTo>
                  <a:lnTo>
                    <a:pt x="5245665" y="4723509"/>
                  </a:lnTo>
                  <a:lnTo>
                    <a:pt x="5253668" y="4723930"/>
                  </a:lnTo>
                  <a:lnTo>
                    <a:pt x="5254955" y="4723993"/>
                  </a:lnTo>
                  <a:lnTo>
                    <a:pt x="5254955" y="4723993"/>
                  </a:lnTo>
                  <a:lnTo>
                    <a:pt x="6726343" y="4723993"/>
                  </a:lnTo>
                  <a:lnTo>
                    <a:pt x="6727241" y="4723907"/>
                  </a:lnTo>
                  <a:lnTo>
                    <a:pt x="6733172" y="4723300"/>
                  </a:lnTo>
                  <a:lnTo>
                    <a:pt x="6748227" y="4721622"/>
                  </a:lnTo>
                  <a:lnTo>
                    <a:pt x="6775395" y="4718315"/>
                  </a:lnTo>
                  <a:lnTo>
                    <a:pt x="6816398" y="4712845"/>
                  </a:lnTo>
                  <a:lnTo>
                    <a:pt x="6871570" y="4704753"/>
                  </a:lnTo>
                  <a:lnTo>
                    <a:pt x="6939876" y="4693690"/>
                  </a:lnTo>
                  <a:lnTo>
                    <a:pt x="7019149" y="4679440"/>
                  </a:lnTo>
                  <a:lnTo>
                    <a:pt x="7106469" y="4661914"/>
                  </a:lnTo>
                  <a:lnTo>
                    <a:pt x="7198622" y="4641117"/>
                  </a:lnTo>
                  <a:lnTo>
                    <a:pt x="7292518" y="4617109"/>
                  </a:lnTo>
                  <a:lnTo>
                    <a:pt x="7385495" y="4589954"/>
                  </a:lnTo>
                  <a:lnTo>
                    <a:pt x="7475483" y="4559678"/>
                  </a:lnTo>
                  <a:lnTo>
                    <a:pt x="7561046" y="4526240"/>
                  </a:lnTo>
                  <a:lnTo>
                    <a:pt x="7641328" y="4489513"/>
                  </a:lnTo>
                  <a:lnTo>
                    <a:pt x="7715960" y="4449271"/>
                  </a:lnTo>
                  <a:lnTo>
                    <a:pt x="7784944" y="4405190"/>
                  </a:lnTo>
                  <a:lnTo>
                    <a:pt x="7848546" y="4356848"/>
                  </a:lnTo>
                  <a:lnTo>
                    <a:pt x="7907211" y="4303743"/>
                  </a:lnTo>
                  <a:lnTo>
                    <a:pt x="7961489" y="4245300"/>
                  </a:lnTo>
                  <a:lnTo>
                    <a:pt x="8011982" y="4180912"/>
                  </a:lnTo>
                  <a:lnTo>
                    <a:pt x="8059308" y="4109981"/>
                  </a:lnTo>
                  <a:lnTo>
                    <a:pt x="8104063" y="4032003"/>
                  </a:lnTo>
                  <a:lnTo>
                    <a:pt x="8146795" y="3946693"/>
                  </a:lnTo>
                  <a:lnTo>
                    <a:pt x="8151487" y="3936660"/>
                  </a:lnTo>
                  <a:lnTo>
                    <a:pt x="8181749" y="3868736"/>
                  </a:lnTo>
                  <a:lnTo>
                    <a:pt x="8211364" y="3796801"/>
                  </a:lnTo>
                  <a:lnTo>
                    <a:pt x="8240476" y="3720776"/>
                  </a:lnTo>
                  <a:lnTo>
                    <a:pt x="8269202" y="3640619"/>
                  </a:lnTo>
                  <a:lnTo>
                    <a:pt x="8297644" y="3556336"/>
                  </a:lnTo>
                  <a:lnTo>
                    <a:pt x="8325884" y="3467980"/>
                  </a:lnTo>
                  <a:lnTo>
                    <a:pt x="8353992" y="3375653"/>
                  </a:lnTo>
                  <a:lnTo>
                    <a:pt x="8382020" y="3279513"/>
                  </a:lnTo>
                  <a:lnTo>
                    <a:pt x="8410013" y="3179773"/>
                  </a:lnTo>
                  <a:lnTo>
                    <a:pt x="8438000" y="3076701"/>
                  </a:lnTo>
                  <a:lnTo>
                    <a:pt x="8466005" y="2970618"/>
                  </a:lnTo>
                  <a:lnTo>
                    <a:pt x="8494038" y="2861897"/>
                  </a:lnTo>
                  <a:lnTo>
                    <a:pt x="8522105" y="2750957"/>
                  </a:lnTo>
                  <a:lnTo>
                    <a:pt x="8550206" y="2638257"/>
                  </a:lnTo>
                  <a:lnTo>
                    <a:pt x="8578333" y="2524289"/>
                  </a:lnTo>
                  <a:lnTo>
                    <a:pt x="8606477" y="2409569"/>
                  </a:lnTo>
                  <a:lnTo>
                    <a:pt x="8634626" y="2294628"/>
                  </a:lnTo>
                  <a:lnTo>
                    <a:pt x="8662768" y="2180000"/>
                  </a:lnTo>
                  <a:lnTo>
                    <a:pt x="8690891" y="2066214"/>
                  </a:lnTo>
                  <a:lnTo>
                    <a:pt x="8718986" y="1953783"/>
                  </a:lnTo>
                  <a:lnTo>
                    <a:pt x="8747047" y="1843194"/>
                  </a:lnTo>
                  <a:lnTo>
                    <a:pt x="8775075" y="1734899"/>
                  </a:lnTo>
                  <a:lnTo>
                    <a:pt x="8803075" y="1629309"/>
                  </a:lnTo>
                  <a:lnTo>
                    <a:pt x="8831062" y="1526790"/>
                  </a:lnTo>
                  <a:lnTo>
                    <a:pt x="8859058" y="1427653"/>
                  </a:lnTo>
                  <a:lnTo>
                    <a:pt x="8887097" y="1332156"/>
                  </a:lnTo>
                  <a:lnTo>
                    <a:pt x="8915223" y="1240503"/>
                  </a:lnTo>
                  <a:lnTo>
                    <a:pt x="8943493" y="1152842"/>
                  </a:lnTo>
                  <a:lnTo>
                    <a:pt x="8971977" y="1069268"/>
                  </a:lnTo>
                  <a:lnTo>
                    <a:pt x="9000762" y="989825"/>
                  </a:lnTo>
                  <a:lnTo>
                    <a:pt x="9029952" y="914508"/>
                  </a:lnTo>
                  <a:lnTo>
                    <a:pt x="9059668" y="843271"/>
                  </a:lnTo>
                  <a:lnTo>
                    <a:pt x="9084767" y="787332"/>
                  </a:lnTo>
                  <a:lnTo>
                    <a:pt x="9127303" y="701197"/>
                  </a:lnTo>
                  <a:lnTo>
                    <a:pt x="9171805" y="622404"/>
                  </a:lnTo>
                  <a:lnTo>
                    <a:pt x="9218813" y="550705"/>
                  </a:lnTo>
                  <a:lnTo>
                    <a:pt x="9268920" y="485611"/>
                  </a:lnTo>
                  <a:lnTo>
                    <a:pt x="9322742" y="426532"/>
                  </a:lnTo>
                  <a:lnTo>
                    <a:pt x="9380886" y="372857"/>
                  </a:lnTo>
                  <a:lnTo>
                    <a:pt x="9443910" y="324007"/>
                  </a:lnTo>
                  <a:lnTo>
                    <a:pt x="9512272" y="279470"/>
                  </a:lnTo>
                  <a:lnTo>
                    <a:pt x="9586264" y="238815"/>
                  </a:lnTo>
                  <a:lnTo>
                    <a:pt x="9665923" y="201707"/>
                  </a:lnTo>
                  <a:lnTo>
                    <a:pt x="9750926" y="167908"/>
                  </a:lnTo>
                  <a:lnTo>
                    <a:pt x="9840478" y="137281"/>
                  </a:lnTo>
                  <a:lnTo>
                    <a:pt x="9933210" y="109775"/>
                  </a:lnTo>
                  <a:lnTo>
                    <a:pt x="10027126" y="85411"/>
                  </a:lnTo>
                  <a:lnTo>
                    <a:pt x="10119623" y="64250"/>
                  </a:lnTo>
                  <a:lnTo>
                    <a:pt x="10207646" y="46355"/>
                  </a:lnTo>
                  <a:lnTo>
                    <a:pt x="10287977" y="31740"/>
                  </a:lnTo>
                  <a:lnTo>
                    <a:pt x="10357640" y="20328"/>
                  </a:lnTo>
                  <a:lnTo>
                    <a:pt x="10414361" y="11917"/>
                  </a:lnTo>
                  <a:lnTo>
                    <a:pt x="10456964" y="6174"/>
                  </a:lnTo>
                  <a:lnTo>
                    <a:pt x="10485624" y="2650"/>
                  </a:lnTo>
                  <a:lnTo>
                    <a:pt x="10501911" y="817"/>
                  </a:lnTo>
                  <a:lnTo>
                    <a:pt x="10508682" y="117"/>
                  </a:lnTo>
                  <a:lnTo>
                    <a:pt x="10509909" y="0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07" name="pl307"/>
            <p:cNvSpPr/>
            <p:nvPr/>
          </p:nvSpPr>
          <p:spPr>
            <a:xfrm>
              <a:off x="4799595" y="2650465"/>
              <a:ext cx="11981298" cy="4723993"/>
            </a:xfrm>
            <a:custGeom>
              <a:avLst/>
              <a:pathLst>
                <a:path w="11981298" h="4723993">
                  <a:moveTo>
                    <a:pt x="11981298" y="0"/>
                  </a:moveTo>
                  <a:lnTo>
                    <a:pt x="10509911" y="0"/>
                  </a:lnTo>
                  <a:lnTo>
                    <a:pt x="10509013" y="85"/>
                  </a:lnTo>
                  <a:lnTo>
                    <a:pt x="10503081" y="692"/>
                  </a:lnTo>
                  <a:lnTo>
                    <a:pt x="10488026" y="2370"/>
                  </a:lnTo>
                  <a:lnTo>
                    <a:pt x="10460859" y="5677"/>
                  </a:lnTo>
                  <a:lnTo>
                    <a:pt x="10419855" y="11147"/>
                  </a:lnTo>
                  <a:lnTo>
                    <a:pt x="10364684" y="19240"/>
                  </a:lnTo>
                  <a:lnTo>
                    <a:pt x="10296377" y="30302"/>
                  </a:lnTo>
                  <a:lnTo>
                    <a:pt x="10217104" y="44552"/>
                  </a:lnTo>
                  <a:lnTo>
                    <a:pt x="10129784" y="62078"/>
                  </a:lnTo>
                  <a:lnTo>
                    <a:pt x="10037631" y="82875"/>
                  </a:lnTo>
                  <a:lnTo>
                    <a:pt x="9943735" y="106883"/>
                  </a:lnTo>
                  <a:lnTo>
                    <a:pt x="9850759" y="134038"/>
                  </a:lnTo>
                  <a:lnTo>
                    <a:pt x="9760770" y="164314"/>
                  </a:lnTo>
                  <a:lnTo>
                    <a:pt x="9675208" y="197752"/>
                  </a:lnTo>
                  <a:lnTo>
                    <a:pt x="9594925" y="234479"/>
                  </a:lnTo>
                  <a:lnTo>
                    <a:pt x="9520293" y="274721"/>
                  </a:lnTo>
                  <a:lnTo>
                    <a:pt x="9451309" y="318802"/>
                  </a:lnTo>
                  <a:lnTo>
                    <a:pt x="9387707" y="367144"/>
                  </a:lnTo>
                  <a:lnTo>
                    <a:pt x="9329042" y="420249"/>
                  </a:lnTo>
                  <a:lnTo>
                    <a:pt x="9274764" y="478692"/>
                  </a:lnTo>
                  <a:lnTo>
                    <a:pt x="9224271" y="543080"/>
                  </a:lnTo>
                  <a:lnTo>
                    <a:pt x="9176946" y="614011"/>
                  </a:lnTo>
                  <a:lnTo>
                    <a:pt x="9132190" y="691989"/>
                  </a:lnTo>
                  <a:lnTo>
                    <a:pt x="9089458" y="777299"/>
                  </a:lnTo>
                  <a:lnTo>
                    <a:pt x="9084767" y="787332"/>
                  </a:lnTo>
                  <a:lnTo>
                    <a:pt x="9054505" y="855256"/>
                  </a:lnTo>
                  <a:lnTo>
                    <a:pt x="9024889" y="927191"/>
                  </a:lnTo>
                  <a:lnTo>
                    <a:pt x="8995777" y="1003216"/>
                  </a:lnTo>
                  <a:lnTo>
                    <a:pt x="8967051" y="1083373"/>
                  </a:lnTo>
                  <a:lnTo>
                    <a:pt x="8938609" y="1167656"/>
                  </a:lnTo>
                  <a:lnTo>
                    <a:pt x="8910369" y="1256012"/>
                  </a:lnTo>
                  <a:lnTo>
                    <a:pt x="8882262" y="1348339"/>
                  </a:lnTo>
                  <a:lnTo>
                    <a:pt x="8854233" y="1444479"/>
                  </a:lnTo>
                  <a:lnTo>
                    <a:pt x="8826240" y="1544219"/>
                  </a:lnTo>
                  <a:lnTo>
                    <a:pt x="8798253" y="1647291"/>
                  </a:lnTo>
                  <a:lnTo>
                    <a:pt x="8770249" y="1753374"/>
                  </a:lnTo>
                  <a:lnTo>
                    <a:pt x="8742215" y="1862095"/>
                  </a:lnTo>
                  <a:lnTo>
                    <a:pt x="8714148" y="1973035"/>
                  </a:lnTo>
                  <a:lnTo>
                    <a:pt x="8686048" y="2085735"/>
                  </a:lnTo>
                  <a:lnTo>
                    <a:pt x="8657921" y="2199703"/>
                  </a:lnTo>
                  <a:lnTo>
                    <a:pt x="8629777" y="2314423"/>
                  </a:lnTo>
                  <a:lnTo>
                    <a:pt x="8601627" y="2429364"/>
                  </a:lnTo>
                  <a:lnTo>
                    <a:pt x="8573485" y="2543992"/>
                  </a:lnTo>
                  <a:lnTo>
                    <a:pt x="8545362" y="2657778"/>
                  </a:lnTo>
                  <a:lnTo>
                    <a:pt x="8517267" y="2770209"/>
                  </a:lnTo>
                  <a:lnTo>
                    <a:pt x="8489206" y="2880798"/>
                  </a:lnTo>
                  <a:lnTo>
                    <a:pt x="8461178" y="2989093"/>
                  </a:lnTo>
                  <a:lnTo>
                    <a:pt x="8433178" y="3094683"/>
                  </a:lnTo>
                  <a:lnTo>
                    <a:pt x="8405191" y="3197202"/>
                  </a:lnTo>
                  <a:lnTo>
                    <a:pt x="8377195" y="3296339"/>
                  </a:lnTo>
                  <a:lnTo>
                    <a:pt x="8349156" y="3391836"/>
                  </a:lnTo>
                  <a:lnTo>
                    <a:pt x="8321030" y="3483489"/>
                  </a:lnTo>
                  <a:lnTo>
                    <a:pt x="8292760" y="3571150"/>
                  </a:lnTo>
                  <a:lnTo>
                    <a:pt x="8264276" y="3654724"/>
                  </a:lnTo>
                  <a:lnTo>
                    <a:pt x="8235491" y="3734167"/>
                  </a:lnTo>
                  <a:lnTo>
                    <a:pt x="8206302" y="3809484"/>
                  </a:lnTo>
                  <a:lnTo>
                    <a:pt x="8176585" y="3880721"/>
                  </a:lnTo>
                  <a:lnTo>
                    <a:pt x="8151487" y="3936660"/>
                  </a:lnTo>
                  <a:lnTo>
                    <a:pt x="8108950" y="4022796"/>
                  </a:lnTo>
                  <a:lnTo>
                    <a:pt x="8064448" y="4101588"/>
                  </a:lnTo>
                  <a:lnTo>
                    <a:pt x="8017440" y="4173287"/>
                  </a:lnTo>
                  <a:lnTo>
                    <a:pt x="7967333" y="4238381"/>
                  </a:lnTo>
                  <a:lnTo>
                    <a:pt x="7913511" y="4297460"/>
                  </a:lnTo>
                  <a:lnTo>
                    <a:pt x="7855367" y="4351135"/>
                  </a:lnTo>
                  <a:lnTo>
                    <a:pt x="7792343" y="4399985"/>
                  </a:lnTo>
                  <a:lnTo>
                    <a:pt x="7723981" y="4444522"/>
                  </a:lnTo>
                  <a:lnTo>
                    <a:pt x="7649989" y="4485177"/>
                  </a:lnTo>
                  <a:lnTo>
                    <a:pt x="7570330" y="4522285"/>
                  </a:lnTo>
                  <a:lnTo>
                    <a:pt x="7485327" y="4556084"/>
                  </a:lnTo>
                  <a:lnTo>
                    <a:pt x="7395775" y="4586711"/>
                  </a:lnTo>
                  <a:lnTo>
                    <a:pt x="7303043" y="4614217"/>
                  </a:lnTo>
                  <a:lnTo>
                    <a:pt x="7209128" y="4638581"/>
                  </a:lnTo>
                  <a:lnTo>
                    <a:pt x="7116631" y="4659742"/>
                  </a:lnTo>
                  <a:lnTo>
                    <a:pt x="7028607" y="4677637"/>
                  </a:lnTo>
                  <a:lnTo>
                    <a:pt x="6948276" y="4692252"/>
                  </a:lnTo>
                  <a:lnTo>
                    <a:pt x="6878613" y="4703664"/>
                  </a:lnTo>
                  <a:lnTo>
                    <a:pt x="6821892" y="4712075"/>
                  </a:lnTo>
                  <a:lnTo>
                    <a:pt x="6779289" y="4717818"/>
                  </a:lnTo>
                  <a:lnTo>
                    <a:pt x="6750629" y="4721342"/>
                  </a:lnTo>
                  <a:lnTo>
                    <a:pt x="6734342" y="4723175"/>
                  </a:lnTo>
                  <a:lnTo>
                    <a:pt x="6727571" y="4723875"/>
                  </a:lnTo>
                  <a:lnTo>
                    <a:pt x="6726344" y="4723992"/>
                  </a:lnTo>
                  <a:lnTo>
                    <a:pt x="6726343" y="4723993"/>
                  </a:lnTo>
                  <a:lnTo>
                    <a:pt x="5254955" y="4723993"/>
                  </a:lnTo>
                  <a:lnTo>
                    <a:pt x="5253784" y="4723936"/>
                  </a:lnTo>
                  <a:lnTo>
                    <a:pt x="5246088" y="4723533"/>
                  </a:lnTo>
                  <a:lnTo>
                    <a:pt x="5226707" y="4722418"/>
                  </a:lnTo>
                  <a:lnTo>
                    <a:pt x="5192097" y="4720223"/>
                  </a:lnTo>
                  <a:lnTo>
                    <a:pt x="5140594" y="4716609"/>
                  </a:lnTo>
                  <a:lnTo>
                    <a:pt x="5072540" y="4711300"/>
                  </a:lnTo>
                  <a:lnTo>
                    <a:pt x="4990103" y="4704112"/>
                  </a:lnTo>
                  <a:lnTo>
                    <a:pt x="4896784" y="4694953"/>
                  </a:lnTo>
                  <a:lnTo>
                    <a:pt x="4796728" y="4683811"/>
                  </a:lnTo>
                  <a:lnTo>
                    <a:pt x="4694047" y="4670719"/>
                  </a:lnTo>
                  <a:lnTo>
                    <a:pt x="4592293" y="4655721"/>
                  </a:lnTo>
                  <a:lnTo>
                    <a:pt x="4494185" y="4638834"/>
                  </a:lnTo>
                  <a:lnTo>
                    <a:pt x="4401540" y="4620026"/>
                  </a:lnTo>
                  <a:lnTo>
                    <a:pt x="4315357" y="4599202"/>
                  </a:lnTo>
                  <a:lnTo>
                    <a:pt x="4235976" y="4576192"/>
                  </a:lnTo>
                  <a:lnTo>
                    <a:pt x="4163255" y="4550760"/>
                  </a:lnTo>
                  <a:lnTo>
                    <a:pt x="4096726" y="4522600"/>
                  </a:lnTo>
                  <a:lnTo>
                    <a:pt x="4035721" y="4491351"/>
                  </a:lnTo>
                  <a:lnTo>
                    <a:pt x="3979469" y="4456616"/>
                  </a:lnTo>
                  <a:lnTo>
                    <a:pt x="3927163" y="4417995"/>
                  </a:lnTo>
                  <a:lnTo>
                    <a:pt x="3878014" y="4375141"/>
                  </a:lnTo>
                  <a:lnTo>
                    <a:pt x="3831301" y="4327857"/>
                  </a:lnTo>
                  <a:lnTo>
                    <a:pt x="3829811" y="4326240"/>
                  </a:lnTo>
                  <a:lnTo>
                    <a:pt x="3789579" y="4279999"/>
                  </a:lnTo>
                  <a:lnTo>
                    <a:pt x="3750412" y="4230124"/>
                  </a:lnTo>
                  <a:lnTo>
                    <a:pt x="3711999" y="4176543"/>
                  </a:lnTo>
                  <a:lnTo>
                    <a:pt x="3674095" y="4119253"/>
                  </a:lnTo>
                  <a:lnTo>
                    <a:pt x="3636506" y="4058327"/>
                  </a:lnTo>
                  <a:lnTo>
                    <a:pt x="3599089" y="3993922"/>
                  </a:lnTo>
                  <a:lnTo>
                    <a:pt x="3561736" y="3926283"/>
                  </a:lnTo>
                  <a:lnTo>
                    <a:pt x="3524379" y="3855743"/>
                  </a:lnTo>
                  <a:lnTo>
                    <a:pt x="3486976" y="3782719"/>
                  </a:lnTo>
                  <a:lnTo>
                    <a:pt x="3449514" y="3707705"/>
                  </a:lnTo>
                  <a:lnTo>
                    <a:pt x="3411996" y="3631259"/>
                  </a:lnTo>
                  <a:lnTo>
                    <a:pt x="3374442" y="3553986"/>
                  </a:lnTo>
                  <a:lnTo>
                    <a:pt x="3336879" y="3476521"/>
                  </a:lnTo>
                  <a:lnTo>
                    <a:pt x="3299336" y="3399504"/>
                  </a:lnTo>
                  <a:lnTo>
                    <a:pt x="3261839" y="3323561"/>
                  </a:lnTo>
                  <a:lnTo>
                    <a:pt x="3224401" y="3249279"/>
                  </a:lnTo>
                  <a:lnTo>
                    <a:pt x="3187019" y="3177193"/>
                  </a:lnTo>
                  <a:lnTo>
                    <a:pt x="3149670" y="3107767"/>
                  </a:lnTo>
                  <a:lnTo>
                    <a:pt x="3112302" y="3041387"/>
                  </a:lnTo>
                  <a:lnTo>
                    <a:pt x="3074831" y="2978349"/>
                  </a:lnTo>
                  <a:lnTo>
                    <a:pt x="3037136" y="2918863"/>
                  </a:lnTo>
                  <a:lnTo>
                    <a:pt x="2999054" y="2863052"/>
                  </a:lnTo>
                  <a:lnTo>
                    <a:pt x="2960372" y="2810958"/>
                  </a:lnTo>
                  <a:lnTo>
                    <a:pt x="2920821" y="2762548"/>
                  </a:lnTo>
                  <a:lnTo>
                    <a:pt x="2896531" y="2735230"/>
                  </a:lnTo>
                  <a:lnTo>
                    <a:pt x="2849886" y="2687800"/>
                  </a:lnTo>
                  <a:lnTo>
                    <a:pt x="2800828" y="2644804"/>
                  </a:lnTo>
                  <a:lnTo>
                    <a:pt x="2748637" y="2606050"/>
                  </a:lnTo>
                  <a:lnTo>
                    <a:pt x="2692527" y="2571194"/>
                  </a:lnTo>
                  <a:lnTo>
                    <a:pt x="2631689" y="2539838"/>
                  </a:lnTo>
                  <a:lnTo>
                    <a:pt x="2565351" y="2511583"/>
                  </a:lnTo>
                  <a:lnTo>
                    <a:pt x="2492841" y="2486067"/>
                  </a:lnTo>
                  <a:lnTo>
                    <a:pt x="2413681" y="2462983"/>
                  </a:lnTo>
                  <a:lnTo>
                    <a:pt x="2327718" y="2442090"/>
                  </a:lnTo>
                  <a:lnTo>
                    <a:pt x="2235272" y="2423218"/>
                  </a:lnTo>
                  <a:lnTo>
                    <a:pt x="2137319" y="2406269"/>
                  </a:lnTo>
                  <a:lnTo>
                    <a:pt x="2035646" y="2391210"/>
                  </a:lnTo>
                  <a:lnTo>
                    <a:pt x="1932942" y="2378055"/>
                  </a:lnTo>
                  <a:lnTo>
                    <a:pt x="1832738" y="2366849"/>
                  </a:lnTo>
                  <a:lnTo>
                    <a:pt x="1739132" y="2357625"/>
                  </a:lnTo>
                  <a:lnTo>
                    <a:pt x="1656280" y="2350373"/>
                  </a:lnTo>
                  <a:lnTo>
                    <a:pt x="1587714" y="2345006"/>
                  </a:lnTo>
                  <a:lnTo>
                    <a:pt x="1535655" y="2341341"/>
                  </a:lnTo>
                  <a:lnTo>
                    <a:pt x="1500509" y="2339105"/>
                  </a:lnTo>
                  <a:lnTo>
                    <a:pt x="1480678" y="2337960"/>
                  </a:lnTo>
                  <a:lnTo>
                    <a:pt x="1472674" y="2337539"/>
                  </a:lnTo>
                  <a:lnTo>
                    <a:pt x="1471387" y="2337477"/>
                  </a:lnTo>
                  <a:lnTo>
                    <a:pt x="1471387" y="2337477"/>
                  </a:lnTo>
                  <a:lnTo>
                    <a:pt x="0" y="233747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08" name="pg308"/>
            <p:cNvSpPr/>
            <p:nvPr/>
          </p:nvSpPr>
          <p:spPr>
            <a:xfrm>
              <a:off x="4799595" y="2912001"/>
              <a:ext cx="11981298" cy="4486976"/>
            </a:xfrm>
            <a:custGeom>
              <a:avLst/>
              <a:pathLst>
                <a:path w="11981298" h="4486976">
                  <a:moveTo>
                    <a:pt x="0" y="2092287"/>
                  </a:moveTo>
                  <a:lnTo>
                    <a:pt x="1471387" y="2092287"/>
                  </a:lnTo>
                  <a:lnTo>
                    <a:pt x="1472558" y="2092344"/>
                  </a:lnTo>
                  <a:lnTo>
                    <a:pt x="1480250" y="2092748"/>
                  </a:lnTo>
                  <a:lnTo>
                    <a:pt x="1499625" y="2093867"/>
                  </a:lnTo>
                  <a:lnTo>
                    <a:pt x="1534224" y="2096068"/>
                  </a:lnTo>
                  <a:lnTo>
                    <a:pt x="1585711" y="2099693"/>
                  </a:lnTo>
                  <a:lnTo>
                    <a:pt x="1653746" y="2105018"/>
                  </a:lnTo>
                  <a:lnTo>
                    <a:pt x="1736162" y="2112229"/>
                  </a:lnTo>
                  <a:lnTo>
                    <a:pt x="1829462" y="2121416"/>
                  </a:lnTo>
                  <a:lnTo>
                    <a:pt x="1929500" y="2132593"/>
                  </a:lnTo>
                  <a:lnTo>
                    <a:pt x="2032168" y="2145726"/>
                  </a:lnTo>
                  <a:lnTo>
                    <a:pt x="2133913" y="2160771"/>
                  </a:lnTo>
                  <a:lnTo>
                    <a:pt x="2232015" y="2177710"/>
                  </a:lnTo>
                  <a:lnTo>
                    <a:pt x="2324658" y="2196577"/>
                  </a:lnTo>
                  <a:lnTo>
                    <a:pt x="2410841" y="2217467"/>
                  </a:lnTo>
                  <a:lnTo>
                    <a:pt x="2490224" y="2240548"/>
                  </a:lnTo>
                  <a:lnTo>
                    <a:pt x="2562949" y="2266060"/>
                  </a:lnTo>
                  <a:lnTo>
                    <a:pt x="2629482" y="2294307"/>
                  </a:lnTo>
                  <a:lnTo>
                    <a:pt x="2690491" y="2325652"/>
                  </a:lnTo>
                  <a:lnTo>
                    <a:pt x="2746746" y="2360493"/>
                  </a:lnTo>
                  <a:lnTo>
                    <a:pt x="2799054" y="2399232"/>
                  </a:lnTo>
                  <a:lnTo>
                    <a:pt x="2848203" y="2442215"/>
                  </a:lnTo>
                  <a:lnTo>
                    <a:pt x="2894917" y="2489644"/>
                  </a:lnTo>
                  <a:lnTo>
                    <a:pt x="2896531" y="2491402"/>
                  </a:lnTo>
                  <a:lnTo>
                    <a:pt x="2936712" y="2537740"/>
                  </a:lnTo>
                  <a:lnTo>
                    <a:pt x="2975831" y="2587715"/>
                  </a:lnTo>
                  <a:lnTo>
                    <a:pt x="3014197" y="2641399"/>
                  </a:lnTo>
                  <a:lnTo>
                    <a:pt x="3052055" y="2698796"/>
                  </a:lnTo>
                  <a:lnTo>
                    <a:pt x="3089597" y="2759832"/>
                  </a:lnTo>
                  <a:lnTo>
                    <a:pt x="3126968" y="2824352"/>
                  </a:lnTo>
                  <a:lnTo>
                    <a:pt x="3164273" y="2892111"/>
                  </a:lnTo>
                  <a:lnTo>
                    <a:pt x="3201583" y="2962776"/>
                  </a:lnTo>
                  <a:lnTo>
                    <a:pt x="3238937" y="3035933"/>
                  </a:lnTo>
                  <a:lnTo>
                    <a:pt x="3276351" y="3111087"/>
                  </a:lnTo>
                  <a:lnTo>
                    <a:pt x="3313821" y="3187683"/>
                  </a:lnTo>
                  <a:lnTo>
                    <a:pt x="3351327" y="3265113"/>
                  </a:lnTo>
                  <a:lnTo>
                    <a:pt x="3388842" y="3342747"/>
                  </a:lnTo>
                  <a:lnTo>
                    <a:pt x="3426337" y="3419942"/>
                  </a:lnTo>
                  <a:lnTo>
                    <a:pt x="3463788" y="3496075"/>
                  </a:lnTo>
                  <a:lnTo>
                    <a:pt x="3501180" y="3570555"/>
                  </a:lnTo>
                  <a:lnTo>
                    <a:pt x="3538515" y="3642847"/>
                  </a:lnTo>
                  <a:lnTo>
                    <a:pt x="3575817" y="3712485"/>
                  </a:lnTo>
                  <a:lnTo>
                    <a:pt x="3613136" y="3779084"/>
                  </a:lnTo>
                  <a:lnTo>
                    <a:pt x="3650556" y="3842343"/>
                  </a:lnTo>
                  <a:lnTo>
                    <a:pt x="3688195" y="3902052"/>
                  </a:lnTo>
                  <a:lnTo>
                    <a:pt x="3726215" y="3958084"/>
                  </a:lnTo>
                  <a:lnTo>
                    <a:pt x="3764827" y="4010397"/>
                  </a:lnTo>
                  <a:lnTo>
                    <a:pt x="3804298" y="4059020"/>
                  </a:lnTo>
                  <a:lnTo>
                    <a:pt x="3829811" y="4087861"/>
                  </a:lnTo>
                  <a:lnTo>
                    <a:pt x="3876450" y="4135447"/>
                  </a:lnTo>
                  <a:lnTo>
                    <a:pt x="3925502" y="4178586"/>
                  </a:lnTo>
                  <a:lnTo>
                    <a:pt x="3977685" y="4217469"/>
                  </a:lnTo>
                  <a:lnTo>
                    <a:pt x="4033787" y="4252442"/>
                  </a:lnTo>
                  <a:lnTo>
                    <a:pt x="4094614" y="4283903"/>
                  </a:lnTo>
                  <a:lnTo>
                    <a:pt x="4160940" y="4312253"/>
                  </a:lnTo>
                  <a:lnTo>
                    <a:pt x="4233436" y="4337856"/>
                  </a:lnTo>
                  <a:lnTo>
                    <a:pt x="4312579" y="4361018"/>
                  </a:lnTo>
                  <a:lnTo>
                    <a:pt x="4398525" y="4381982"/>
                  </a:lnTo>
                  <a:lnTo>
                    <a:pt x="4490952" y="4400919"/>
                  </a:lnTo>
                  <a:lnTo>
                    <a:pt x="4588887" y="4417926"/>
                  </a:lnTo>
                  <a:lnTo>
                    <a:pt x="4690544" y="4433038"/>
                  </a:lnTo>
                  <a:lnTo>
                    <a:pt x="4793236" y="4446238"/>
                  </a:lnTo>
                  <a:lnTo>
                    <a:pt x="4893434" y="4457485"/>
                  </a:lnTo>
                  <a:lnTo>
                    <a:pt x="4987044" y="4466743"/>
                  </a:lnTo>
                  <a:lnTo>
                    <a:pt x="5069911" y="4474023"/>
                  </a:lnTo>
                  <a:lnTo>
                    <a:pt x="5138501" y="4479411"/>
                  </a:lnTo>
                  <a:lnTo>
                    <a:pt x="5190590" y="4483092"/>
                  </a:lnTo>
                  <a:lnTo>
                    <a:pt x="5225769" y="4485339"/>
                  </a:lnTo>
                  <a:lnTo>
                    <a:pt x="5245632" y="4486489"/>
                  </a:lnTo>
                  <a:lnTo>
                    <a:pt x="5253658" y="4486913"/>
                  </a:lnTo>
                  <a:lnTo>
                    <a:pt x="5254955" y="4486976"/>
                  </a:lnTo>
                  <a:lnTo>
                    <a:pt x="6726343" y="4486976"/>
                  </a:lnTo>
                  <a:lnTo>
                    <a:pt x="6727256" y="4486893"/>
                  </a:lnTo>
                  <a:lnTo>
                    <a:pt x="6733287" y="4486307"/>
                  </a:lnTo>
                  <a:lnTo>
                    <a:pt x="6748586" y="4484689"/>
                  </a:lnTo>
                  <a:lnTo>
                    <a:pt x="6776178" y="4481498"/>
                  </a:lnTo>
                  <a:lnTo>
                    <a:pt x="6817788" y="4476222"/>
                  </a:lnTo>
                  <a:lnTo>
                    <a:pt x="6873717" y="4468421"/>
                  </a:lnTo>
                  <a:lnTo>
                    <a:pt x="6942873" y="4457761"/>
                  </a:lnTo>
                  <a:lnTo>
                    <a:pt x="7023013" y="4444040"/>
                  </a:lnTo>
                  <a:lnTo>
                    <a:pt x="7111147" y="4427174"/>
                  </a:lnTo>
                  <a:lnTo>
                    <a:pt x="7204001" y="4407175"/>
                  </a:lnTo>
                  <a:lnTo>
                    <a:pt x="7298451" y="4384099"/>
                  </a:lnTo>
                  <a:lnTo>
                    <a:pt x="7391819" y="4358008"/>
                  </a:lnTo>
                  <a:lnTo>
                    <a:pt x="7482045" y="4328924"/>
                  </a:lnTo>
                  <a:lnTo>
                    <a:pt x="7567711" y="4296802"/>
                  </a:lnTo>
                  <a:lnTo>
                    <a:pt x="7647990" y="4261511"/>
                  </a:lnTo>
                  <a:lnTo>
                    <a:pt x="7722540" y="4222826"/>
                  </a:lnTo>
                  <a:lnTo>
                    <a:pt x="7791392" y="4180425"/>
                  </a:lnTo>
                  <a:lnTo>
                    <a:pt x="7854838" y="4133895"/>
                  </a:lnTo>
                  <a:lnTo>
                    <a:pt x="7913344" y="4082741"/>
                  </a:lnTo>
                  <a:lnTo>
                    <a:pt x="7967476" y="4026407"/>
                  </a:lnTo>
                  <a:lnTo>
                    <a:pt x="8017852" y="3964303"/>
                  </a:lnTo>
                  <a:lnTo>
                    <a:pt x="8065099" y="3895859"/>
                  </a:lnTo>
                  <a:lnTo>
                    <a:pt x="8109819" y="3820608"/>
                  </a:lnTo>
                  <a:lnTo>
                    <a:pt x="8151487" y="3740508"/>
                  </a:lnTo>
                  <a:lnTo>
                    <a:pt x="8182487" y="3674472"/>
                  </a:lnTo>
                  <a:lnTo>
                    <a:pt x="8212813" y="3604441"/>
                  </a:lnTo>
                  <a:lnTo>
                    <a:pt x="8242615" y="3530334"/>
                  </a:lnTo>
                  <a:lnTo>
                    <a:pt x="8272022" y="3452115"/>
                  </a:lnTo>
                  <a:lnTo>
                    <a:pt x="8301139" y="3369791"/>
                  </a:lnTo>
                  <a:lnTo>
                    <a:pt x="8330055" y="3283421"/>
                  </a:lnTo>
                  <a:lnTo>
                    <a:pt x="8358840" y="3193119"/>
                  </a:lnTo>
                  <a:lnTo>
                    <a:pt x="8387551" y="3099055"/>
                  </a:lnTo>
                  <a:lnTo>
                    <a:pt x="8416231" y="3001455"/>
                  </a:lnTo>
                  <a:lnTo>
                    <a:pt x="8444912" y="2900604"/>
                  </a:lnTo>
                  <a:lnTo>
                    <a:pt x="8473615" y="2796844"/>
                  </a:lnTo>
                  <a:lnTo>
                    <a:pt x="8502350" y="2690567"/>
                  </a:lnTo>
                  <a:lnTo>
                    <a:pt x="8531121" y="2582212"/>
                  </a:lnTo>
                  <a:lnTo>
                    <a:pt x="8559925" y="2472260"/>
                  </a:lnTo>
                  <a:lnTo>
                    <a:pt x="8588754" y="2361220"/>
                  </a:lnTo>
                  <a:lnTo>
                    <a:pt x="8617597" y="2249627"/>
                  </a:lnTo>
                  <a:lnTo>
                    <a:pt x="8646439" y="2138023"/>
                  </a:lnTo>
                  <a:lnTo>
                    <a:pt x="8675269" y="2026954"/>
                  </a:lnTo>
                  <a:lnTo>
                    <a:pt x="8704074" y="1916952"/>
                  </a:lnTo>
                  <a:lnTo>
                    <a:pt x="8732847" y="1808530"/>
                  </a:lnTo>
                  <a:lnTo>
                    <a:pt x="8761583" y="1702168"/>
                  </a:lnTo>
                  <a:lnTo>
                    <a:pt x="8790286" y="1598308"/>
                  </a:lnTo>
                  <a:lnTo>
                    <a:pt x="8818968" y="1497345"/>
                  </a:lnTo>
                  <a:lnTo>
                    <a:pt x="8847648" y="1399620"/>
                  </a:lnTo>
                  <a:lnTo>
                    <a:pt x="8876357" y="1305421"/>
                  </a:lnTo>
                  <a:lnTo>
                    <a:pt x="8905138" y="1214977"/>
                  </a:lnTo>
                  <a:lnTo>
                    <a:pt x="8934048" y="1128461"/>
                  </a:lnTo>
                  <a:lnTo>
                    <a:pt x="8963156" y="1045987"/>
                  </a:lnTo>
                  <a:lnTo>
                    <a:pt x="8992551" y="967616"/>
                  </a:lnTo>
                  <a:lnTo>
                    <a:pt x="9022337" y="893359"/>
                  </a:lnTo>
                  <a:lnTo>
                    <a:pt x="9052641" y="823179"/>
                  </a:lnTo>
                  <a:lnTo>
                    <a:pt x="9083613" y="756997"/>
                  </a:lnTo>
                  <a:lnTo>
                    <a:pt x="9084767" y="754640"/>
                  </a:lnTo>
                  <a:lnTo>
                    <a:pt x="9127553" y="672526"/>
                  </a:lnTo>
                  <a:lnTo>
                    <a:pt x="9172330" y="597454"/>
                  </a:lnTo>
                  <a:lnTo>
                    <a:pt x="9219649" y="529178"/>
                  </a:lnTo>
                  <a:lnTo>
                    <a:pt x="9270114" y="467229"/>
                  </a:lnTo>
                  <a:lnTo>
                    <a:pt x="9324351" y="411034"/>
                  </a:lnTo>
                  <a:lnTo>
                    <a:pt x="9382976" y="360006"/>
                  </a:lnTo>
                  <a:lnTo>
                    <a:pt x="9446555" y="313588"/>
                  </a:lnTo>
                  <a:lnTo>
                    <a:pt x="9515551" y="271287"/>
                  </a:lnTo>
                  <a:lnTo>
                    <a:pt x="9590248" y="232692"/>
                  </a:lnTo>
                  <a:lnTo>
                    <a:pt x="9670671" y="197485"/>
                  </a:lnTo>
                  <a:lnTo>
                    <a:pt x="9756466" y="165441"/>
                  </a:lnTo>
                  <a:lnTo>
                    <a:pt x="9846793" y="136434"/>
                  </a:lnTo>
                  <a:lnTo>
                    <a:pt x="9940218" y="110420"/>
                  </a:lnTo>
                  <a:lnTo>
                    <a:pt x="10034662" y="87422"/>
                  </a:lnTo>
                  <a:lnTo>
                    <a:pt x="10127436" y="67503"/>
                  </a:lnTo>
                  <a:lnTo>
                    <a:pt x="10215406" y="50718"/>
                  </a:lnTo>
                  <a:lnTo>
                    <a:pt x="10295300" y="37076"/>
                  </a:lnTo>
                  <a:lnTo>
                    <a:pt x="10364141" y="26493"/>
                  </a:lnTo>
                  <a:lnTo>
                    <a:pt x="10419711" y="18761"/>
                  </a:lnTo>
                  <a:lnTo>
                    <a:pt x="10460952" y="13545"/>
                  </a:lnTo>
                  <a:lnTo>
                    <a:pt x="10488202" y="10401"/>
                  </a:lnTo>
                  <a:lnTo>
                    <a:pt x="10503221" y="8815"/>
                  </a:lnTo>
                  <a:lnTo>
                    <a:pt x="10509065" y="8249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8997" y="82"/>
                  </a:lnTo>
                  <a:lnTo>
                    <a:pt x="10502966" y="668"/>
                  </a:lnTo>
                  <a:lnTo>
                    <a:pt x="10487667" y="2286"/>
                  </a:lnTo>
                  <a:lnTo>
                    <a:pt x="10460075" y="5477"/>
                  </a:lnTo>
                  <a:lnTo>
                    <a:pt x="10418465" y="10753"/>
                  </a:lnTo>
                  <a:lnTo>
                    <a:pt x="10362536" y="18554"/>
                  </a:lnTo>
                  <a:lnTo>
                    <a:pt x="10293380" y="29214"/>
                  </a:lnTo>
                  <a:lnTo>
                    <a:pt x="10213240" y="42935"/>
                  </a:lnTo>
                  <a:lnTo>
                    <a:pt x="10125106" y="59801"/>
                  </a:lnTo>
                  <a:lnTo>
                    <a:pt x="10032252" y="79800"/>
                  </a:lnTo>
                  <a:lnTo>
                    <a:pt x="9937803" y="102876"/>
                  </a:lnTo>
                  <a:lnTo>
                    <a:pt x="9844434" y="128967"/>
                  </a:lnTo>
                  <a:lnTo>
                    <a:pt x="9754208" y="158051"/>
                  </a:lnTo>
                  <a:lnTo>
                    <a:pt x="9668542" y="190173"/>
                  </a:lnTo>
                  <a:lnTo>
                    <a:pt x="9588263" y="225464"/>
                  </a:lnTo>
                  <a:lnTo>
                    <a:pt x="9513713" y="264149"/>
                  </a:lnTo>
                  <a:lnTo>
                    <a:pt x="9444861" y="306550"/>
                  </a:lnTo>
                  <a:lnTo>
                    <a:pt x="9381415" y="353080"/>
                  </a:lnTo>
                  <a:lnTo>
                    <a:pt x="9322910" y="404234"/>
                  </a:lnTo>
                  <a:lnTo>
                    <a:pt x="9268777" y="460568"/>
                  </a:lnTo>
                  <a:lnTo>
                    <a:pt x="9218401" y="522672"/>
                  </a:lnTo>
                  <a:lnTo>
                    <a:pt x="9171154" y="591117"/>
                  </a:lnTo>
                  <a:lnTo>
                    <a:pt x="9126434" y="666368"/>
                  </a:lnTo>
                  <a:lnTo>
                    <a:pt x="9084767" y="746467"/>
                  </a:lnTo>
                  <a:lnTo>
                    <a:pt x="9053766" y="812503"/>
                  </a:lnTo>
                  <a:lnTo>
                    <a:pt x="9023441" y="882535"/>
                  </a:lnTo>
                  <a:lnTo>
                    <a:pt x="8993638" y="956641"/>
                  </a:lnTo>
                  <a:lnTo>
                    <a:pt x="8964231" y="1034860"/>
                  </a:lnTo>
                  <a:lnTo>
                    <a:pt x="8935114" y="1117184"/>
                  </a:lnTo>
                  <a:lnTo>
                    <a:pt x="8906198" y="1203554"/>
                  </a:lnTo>
                  <a:lnTo>
                    <a:pt x="8877413" y="1293856"/>
                  </a:lnTo>
                  <a:lnTo>
                    <a:pt x="8848702" y="1387921"/>
                  </a:lnTo>
                  <a:lnTo>
                    <a:pt x="8820022" y="1485521"/>
                  </a:lnTo>
                  <a:lnTo>
                    <a:pt x="8791341" y="1586371"/>
                  </a:lnTo>
                  <a:lnTo>
                    <a:pt x="8762639" y="1690131"/>
                  </a:lnTo>
                  <a:lnTo>
                    <a:pt x="8733903" y="1796408"/>
                  </a:lnTo>
                  <a:lnTo>
                    <a:pt x="8705132" y="1904763"/>
                  </a:lnTo>
                  <a:lnTo>
                    <a:pt x="8676328" y="2014716"/>
                  </a:lnTo>
                  <a:lnTo>
                    <a:pt x="8647499" y="2125755"/>
                  </a:lnTo>
                  <a:lnTo>
                    <a:pt x="8618657" y="2237348"/>
                  </a:lnTo>
                  <a:lnTo>
                    <a:pt x="8589814" y="2348952"/>
                  </a:lnTo>
                  <a:lnTo>
                    <a:pt x="8560984" y="2460021"/>
                  </a:lnTo>
                  <a:lnTo>
                    <a:pt x="8532179" y="2570023"/>
                  </a:lnTo>
                  <a:lnTo>
                    <a:pt x="8503407" y="2678445"/>
                  </a:lnTo>
                  <a:lnTo>
                    <a:pt x="8474670" y="2784807"/>
                  </a:lnTo>
                  <a:lnTo>
                    <a:pt x="8445967" y="2888667"/>
                  </a:lnTo>
                  <a:lnTo>
                    <a:pt x="8417285" y="2989630"/>
                  </a:lnTo>
                  <a:lnTo>
                    <a:pt x="8388605" y="3087355"/>
                  </a:lnTo>
                  <a:lnTo>
                    <a:pt x="8359896" y="3181554"/>
                  </a:lnTo>
                  <a:lnTo>
                    <a:pt x="8331115" y="3271998"/>
                  </a:lnTo>
                  <a:lnTo>
                    <a:pt x="8302205" y="3358514"/>
                  </a:lnTo>
                  <a:lnTo>
                    <a:pt x="8273097" y="3440989"/>
                  </a:lnTo>
                  <a:lnTo>
                    <a:pt x="8243702" y="3519359"/>
                  </a:lnTo>
                  <a:lnTo>
                    <a:pt x="8213917" y="3593616"/>
                  </a:lnTo>
                  <a:lnTo>
                    <a:pt x="8183613" y="3663796"/>
                  </a:lnTo>
                  <a:lnTo>
                    <a:pt x="8152640" y="3729978"/>
                  </a:lnTo>
                  <a:lnTo>
                    <a:pt x="8151487" y="3732335"/>
                  </a:lnTo>
                  <a:lnTo>
                    <a:pt x="8108700" y="3814449"/>
                  </a:lnTo>
                  <a:lnTo>
                    <a:pt x="8063923" y="3889522"/>
                  </a:lnTo>
                  <a:lnTo>
                    <a:pt x="8016604" y="3957797"/>
                  </a:lnTo>
                  <a:lnTo>
                    <a:pt x="7966139" y="4019746"/>
                  </a:lnTo>
                  <a:lnTo>
                    <a:pt x="7911902" y="4075941"/>
                  </a:lnTo>
                  <a:lnTo>
                    <a:pt x="7853277" y="4126969"/>
                  </a:lnTo>
                  <a:lnTo>
                    <a:pt x="7789698" y="4173387"/>
                  </a:lnTo>
                  <a:lnTo>
                    <a:pt x="7720703" y="4215688"/>
                  </a:lnTo>
                  <a:lnTo>
                    <a:pt x="7646005" y="4254283"/>
                  </a:lnTo>
                  <a:lnTo>
                    <a:pt x="7565582" y="4289491"/>
                  </a:lnTo>
                  <a:lnTo>
                    <a:pt x="7479787" y="4321534"/>
                  </a:lnTo>
                  <a:lnTo>
                    <a:pt x="7389460" y="4350541"/>
                  </a:lnTo>
                  <a:lnTo>
                    <a:pt x="7296035" y="4376555"/>
                  </a:lnTo>
                  <a:lnTo>
                    <a:pt x="7201591" y="4399553"/>
                  </a:lnTo>
                  <a:lnTo>
                    <a:pt x="7108817" y="4419473"/>
                  </a:lnTo>
                  <a:lnTo>
                    <a:pt x="7020847" y="4436257"/>
                  </a:lnTo>
                  <a:lnTo>
                    <a:pt x="6940953" y="4449899"/>
                  </a:lnTo>
                  <a:lnTo>
                    <a:pt x="6872112" y="4460482"/>
                  </a:lnTo>
                  <a:lnTo>
                    <a:pt x="6816542" y="4468214"/>
                  </a:lnTo>
                  <a:lnTo>
                    <a:pt x="6775301" y="4473431"/>
                  </a:lnTo>
                  <a:lnTo>
                    <a:pt x="6748051" y="4476574"/>
                  </a:lnTo>
                  <a:lnTo>
                    <a:pt x="6733032" y="4478160"/>
                  </a:lnTo>
                  <a:lnTo>
                    <a:pt x="6727189" y="4478726"/>
                  </a:lnTo>
                  <a:lnTo>
                    <a:pt x="6726343" y="4478803"/>
                  </a:lnTo>
                  <a:lnTo>
                    <a:pt x="5254955" y="4478803"/>
                  </a:lnTo>
                  <a:lnTo>
                    <a:pt x="5253784" y="4478746"/>
                  </a:lnTo>
                  <a:lnTo>
                    <a:pt x="5246092" y="4478341"/>
                  </a:lnTo>
                  <a:lnTo>
                    <a:pt x="5226717" y="4477223"/>
                  </a:lnTo>
                  <a:lnTo>
                    <a:pt x="5192118" y="4475021"/>
                  </a:lnTo>
                  <a:lnTo>
                    <a:pt x="5140631" y="4471396"/>
                  </a:lnTo>
                  <a:lnTo>
                    <a:pt x="5072596" y="4466072"/>
                  </a:lnTo>
                  <a:lnTo>
                    <a:pt x="4990180" y="4458861"/>
                  </a:lnTo>
                  <a:lnTo>
                    <a:pt x="4896880" y="4449673"/>
                  </a:lnTo>
                  <a:lnTo>
                    <a:pt x="4796842" y="4438497"/>
                  </a:lnTo>
                  <a:lnTo>
                    <a:pt x="4694174" y="4425364"/>
                  </a:lnTo>
                  <a:lnTo>
                    <a:pt x="4592429" y="4410319"/>
                  </a:lnTo>
                  <a:lnTo>
                    <a:pt x="4494327" y="4393379"/>
                  </a:lnTo>
                  <a:lnTo>
                    <a:pt x="4401685" y="4374512"/>
                  </a:lnTo>
                  <a:lnTo>
                    <a:pt x="4315501" y="4353622"/>
                  </a:lnTo>
                  <a:lnTo>
                    <a:pt x="4236118" y="4330541"/>
                  </a:lnTo>
                  <a:lnTo>
                    <a:pt x="4163393" y="4305030"/>
                  </a:lnTo>
                  <a:lnTo>
                    <a:pt x="4096860" y="4276783"/>
                  </a:lnTo>
                  <a:lnTo>
                    <a:pt x="4035851" y="4245438"/>
                  </a:lnTo>
                  <a:lnTo>
                    <a:pt x="3979596" y="4210597"/>
                  </a:lnTo>
                  <a:lnTo>
                    <a:pt x="3927288" y="4171858"/>
                  </a:lnTo>
                  <a:lnTo>
                    <a:pt x="3878139" y="4128874"/>
                  </a:lnTo>
                  <a:lnTo>
                    <a:pt x="3831425" y="4081445"/>
                  </a:lnTo>
                  <a:lnTo>
                    <a:pt x="3829811" y="4079688"/>
                  </a:lnTo>
                  <a:lnTo>
                    <a:pt x="3789630" y="4033350"/>
                  </a:lnTo>
                  <a:lnTo>
                    <a:pt x="3750511" y="3983375"/>
                  </a:lnTo>
                  <a:lnTo>
                    <a:pt x="3712145" y="3929690"/>
                  </a:lnTo>
                  <a:lnTo>
                    <a:pt x="3674287" y="3872294"/>
                  </a:lnTo>
                  <a:lnTo>
                    <a:pt x="3636745" y="3811257"/>
                  </a:lnTo>
                  <a:lnTo>
                    <a:pt x="3599374" y="3746738"/>
                  </a:lnTo>
                  <a:lnTo>
                    <a:pt x="3562069" y="3678979"/>
                  </a:lnTo>
                  <a:lnTo>
                    <a:pt x="3524759" y="3608313"/>
                  </a:lnTo>
                  <a:lnTo>
                    <a:pt x="3487405" y="3535157"/>
                  </a:lnTo>
                  <a:lnTo>
                    <a:pt x="3449991" y="3460002"/>
                  </a:lnTo>
                  <a:lnTo>
                    <a:pt x="3412521" y="3383407"/>
                  </a:lnTo>
                  <a:lnTo>
                    <a:pt x="3375015" y="3305976"/>
                  </a:lnTo>
                  <a:lnTo>
                    <a:pt x="3337500" y="3228343"/>
                  </a:lnTo>
                  <a:lnTo>
                    <a:pt x="3300005" y="3151147"/>
                  </a:lnTo>
                  <a:lnTo>
                    <a:pt x="3262554" y="3075015"/>
                  </a:lnTo>
                  <a:lnTo>
                    <a:pt x="3225162" y="3000535"/>
                  </a:lnTo>
                  <a:lnTo>
                    <a:pt x="3187827" y="2928243"/>
                  </a:lnTo>
                  <a:lnTo>
                    <a:pt x="3150525" y="2858605"/>
                  </a:lnTo>
                  <a:lnTo>
                    <a:pt x="3113206" y="2792006"/>
                  </a:lnTo>
                  <a:lnTo>
                    <a:pt x="3075787" y="2728747"/>
                  </a:lnTo>
                  <a:lnTo>
                    <a:pt x="3038147" y="2669038"/>
                  </a:lnTo>
                  <a:lnTo>
                    <a:pt x="3000127" y="2613005"/>
                  </a:lnTo>
                  <a:lnTo>
                    <a:pt x="2961515" y="2560693"/>
                  </a:lnTo>
                  <a:lnTo>
                    <a:pt x="2922044" y="2512070"/>
                  </a:lnTo>
                  <a:lnTo>
                    <a:pt x="2896531" y="2483229"/>
                  </a:lnTo>
                  <a:lnTo>
                    <a:pt x="2849892" y="2435642"/>
                  </a:lnTo>
                  <a:lnTo>
                    <a:pt x="2800840" y="2392504"/>
                  </a:lnTo>
                  <a:lnTo>
                    <a:pt x="2748657" y="2353620"/>
                  </a:lnTo>
                  <a:lnTo>
                    <a:pt x="2692556" y="2318648"/>
                  </a:lnTo>
                  <a:lnTo>
                    <a:pt x="2631728" y="2287187"/>
                  </a:lnTo>
                  <a:lnTo>
                    <a:pt x="2565402" y="2258836"/>
                  </a:lnTo>
                  <a:lnTo>
                    <a:pt x="2492906" y="2233234"/>
                  </a:lnTo>
                  <a:lnTo>
                    <a:pt x="2413763" y="2210071"/>
                  </a:lnTo>
                  <a:lnTo>
                    <a:pt x="2327817" y="2189107"/>
                  </a:lnTo>
                  <a:lnTo>
                    <a:pt x="2235390" y="2170171"/>
                  </a:lnTo>
                  <a:lnTo>
                    <a:pt x="2137455" y="2153164"/>
                  </a:lnTo>
                  <a:lnTo>
                    <a:pt x="2035798" y="2138052"/>
                  </a:lnTo>
                  <a:lnTo>
                    <a:pt x="1933107" y="2124851"/>
                  </a:lnTo>
                  <a:lnTo>
                    <a:pt x="1832908" y="2113604"/>
                  </a:lnTo>
                  <a:lnTo>
                    <a:pt x="1739298" y="2104346"/>
                  </a:lnTo>
                  <a:lnTo>
                    <a:pt x="1656431" y="2097067"/>
                  </a:lnTo>
                  <a:lnTo>
                    <a:pt x="1587841" y="2091678"/>
                  </a:lnTo>
                  <a:lnTo>
                    <a:pt x="1535752" y="2087997"/>
                  </a:lnTo>
                  <a:lnTo>
                    <a:pt x="1500573" y="2085751"/>
                  </a:lnTo>
                  <a:lnTo>
                    <a:pt x="1480710" y="2084601"/>
                  </a:lnTo>
                  <a:lnTo>
                    <a:pt x="1472684" y="2084177"/>
                  </a:lnTo>
                  <a:lnTo>
                    <a:pt x="1471387" y="2084114"/>
                  </a:lnTo>
                  <a:lnTo>
                    <a:pt x="0" y="2084114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309" name="pl309"/>
            <p:cNvSpPr/>
            <p:nvPr/>
          </p:nvSpPr>
          <p:spPr>
            <a:xfrm>
              <a:off x="4799595" y="2920174"/>
              <a:ext cx="11981298" cy="4478803"/>
            </a:xfrm>
            <a:custGeom>
              <a:avLst/>
              <a:pathLst>
                <a:path w="11981298" h="4478803">
                  <a:moveTo>
                    <a:pt x="0" y="2084114"/>
                  </a:moveTo>
                  <a:lnTo>
                    <a:pt x="1471387" y="2084114"/>
                  </a:lnTo>
                  <a:lnTo>
                    <a:pt x="1472558" y="2084171"/>
                  </a:lnTo>
                  <a:lnTo>
                    <a:pt x="1480250" y="2084575"/>
                  </a:lnTo>
                  <a:lnTo>
                    <a:pt x="1499625" y="2085694"/>
                  </a:lnTo>
                  <a:lnTo>
                    <a:pt x="1534224" y="2087895"/>
                  </a:lnTo>
                  <a:lnTo>
                    <a:pt x="1585711" y="2091520"/>
                  </a:lnTo>
                  <a:lnTo>
                    <a:pt x="1653746" y="2096845"/>
                  </a:lnTo>
                  <a:lnTo>
                    <a:pt x="1736162" y="2104056"/>
                  </a:lnTo>
                  <a:lnTo>
                    <a:pt x="1829462" y="2113243"/>
                  </a:lnTo>
                  <a:lnTo>
                    <a:pt x="1929500" y="2124420"/>
                  </a:lnTo>
                  <a:lnTo>
                    <a:pt x="2032168" y="2137553"/>
                  </a:lnTo>
                  <a:lnTo>
                    <a:pt x="2133913" y="2152598"/>
                  </a:lnTo>
                  <a:lnTo>
                    <a:pt x="2232015" y="2169537"/>
                  </a:lnTo>
                  <a:lnTo>
                    <a:pt x="2324658" y="2188404"/>
                  </a:lnTo>
                  <a:lnTo>
                    <a:pt x="2410841" y="2209294"/>
                  </a:lnTo>
                  <a:lnTo>
                    <a:pt x="2490224" y="2232375"/>
                  </a:lnTo>
                  <a:lnTo>
                    <a:pt x="2562949" y="2257887"/>
                  </a:lnTo>
                  <a:lnTo>
                    <a:pt x="2629482" y="2286134"/>
                  </a:lnTo>
                  <a:lnTo>
                    <a:pt x="2690491" y="2317479"/>
                  </a:lnTo>
                  <a:lnTo>
                    <a:pt x="2746746" y="2352320"/>
                  </a:lnTo>
                  <a:lnTo>
                    <a:pt x="2799054" y="2391059"/>
                  </a:lnTo>
                  <a:lnTo>
                    <a:pt x="2848203" y="2434042"/>
                  </a:lnTo>
                  <a:lnTo>
                    <a:pt x="2894917" y="2481471"/>
                  </a:lnTo>
                  <a:lnTo>
                    <a:pt x="2896531" y="2483229"/>
                  </a:lnTo>
                  <a:lnTo>
                    <a:pt x="2936712" y="2529567"/>
                  </a:lnTo>
                  <a:lnTo>
                    <a:pt x="2975831" y="2579542"/>
                  </a:lnTo>
                  <a:lnTo>
                    <a:pt x="3014197" y="2633226"/>
                  </a:lnTo>
                  <a:lnTo>
                    <a:pt x="3052055" y="2690623"/>
                  </a:lnTo>
                  <a:lnTo>
                    <a:pt x="3089597" y="2751659"/>
                  </a:lnTo>
                  <a:lnTo>
                    <a:pt x="3126968" y="2816179"/>
                  </a:lnTo>
                  <a:lnTo>
                    <a:pt x="3164273" y="2883938"/>
                  </a:lnTo>
                  <a:lnTo>
                    <a:pt x="3201583" y="2954603"/>
                  </a:lnTo>
                  <a:lnTo>
                    <a:pt x="3238937" y="3027760"/>
                  </a:lnTo>
                  <a:lnTo>
                    <a:pt x="3276351" y="3102914"/>
                  </a:lnTo>
                  <a:lnTo>
                    <a:pt x="3313821" y="3179510"/>
                  </a:lnTo>
                  <a:lnTo>
                    <a:pt x="3351327" y="3256940"/>
                  </a:lnTo>
                  <a:lnTo>
                    <a:pt x="3388842" y="3334574"/>
                  </a:lnTo>
                  <a:lnTo>
                    <a:pt x="3426337" y="3411769"/>
                  </a:lnTo>
                  <a:lnTo>
                    <a:pt x="3463788" y="3487902"/>
                  </a:lnTo>
                  <a:lnTo>
                    <a:pt x="3501180" y="3562382"/>
                  </a:lnTo>
                  <a:lnTo>
                    <a:pt x="3538515" y="3634674"/>
                  </a:lnTo>
                  <a:lnTo>
                    <a:pt x="3575817" y="3704312"/>
                  </a:lnTo>
                  <a:lnTo>
                    <a:pt x="3613136" y="3770911"/>
                  </a:lnTo>
                  <a:lnTo>
                    <a:pt x="3650556" y="3834170"/>
                  </a:lnTo>
                  <a:lnTo>
                    <a:pt x="3688195" y="3893879"/>
                  </a:lnTo>
                  <a:lnTo>
                    <a:pt x="3726215" y="3949911"/>
                  </a:lnTo>
                  <a:lnTo>
                    <a:pt x="3764827" y="4002224"/>
                  </a:lnTo>
                  <a:lnTo>
                    <a:pt x="3804298" y="4050847"/>
                  </a:lnTo>
                  <a:lnTo>
                    <a:pt x="3829811" y="4079688"/>
                  </a:lnTo>
                  <a:lnTo>
                    <a:pt x="3876450" y="4127274"/>
                  </a:lnTo>
                  <a:lnTo>
                    <a:pt x="3925502" y="4170413"/>
                  </a:lnTo>
                  <a:lnTo>
                    <a:pt x="3977685" y="4209296"/>
                  </a:lnTo>
                  <a:lnTo>
                    <a:pt x="4033787" y="4244269"/>
                  </a:lnTo>
                  <a:lnTo>
                    <a:pt x="4094614" y="4275730"/>
                  </a:lnTo>
                  <a:lnTo>
                    <a:pt x="4160940" y="4304080"/>
                  </a:lnTo>
                  <a:lnTo>
                    <a:pt x="4233436" y="4329683"/>
                  </a:lnTo>
                  <a:lnTo>
                    <a:pt x="4312579" y="4352845"/>
                  </a:lnTo>
                  <a:lnTo>
                    <a:pt x="4398525" y="4373809"/>
                  </a:lnTo>
                  <a:lnTo>
                    <a:pt x="4490952" y="4392746"/>
                  </a:lnTo>
                  <a:lnTo>
                    <a:pt x="4588887" y="4409753"/>
                  </a:lnTo>
                  <a:lnTo>
                    <a:pt x="4690544" y="4424865"/>
                  </a:lnTo>
                  <a:lnTo>
                    <a:pt x="4793236" y="4438065"/>
                  </a:lnTo>
                  <a:lnTo>
                    <a:pt x="4893434" y="4449312"/>
                  </a:lnTo>
                  <a:lnTo>
                    <a:pt x="4987044" y="4458570"/>
                  </a:lnTo>
                  <a:lnTo>
                    <a:pt x="5069911" y="4465850"/>
                  </a:lnTo>
                  <a:lnTo>
                    <a:pt x="5138501" y="4471238"/>
                  </a:lnTo>
                  <a:lnTo>
                    <a:pt x="5190590" y="4474919"/>
                  </a:lnTo>
                  <a:lnTo>
                    <a:pt x="5225769" y="4477166"/>
                  </a:lnTo>
                  <a:lnTo>
                    <a:pt x="5245632" y="4478316"/>
                  </a:lnTo>
                  <a:lnTo>
                    <a:pt x="5253658" y="4478740"/>
                  </a:lnTo>
                  <a:lnTo>
                    <a:pt x="5254955" y="4478803"/>
                  </a:lnTo>
                  <a:lnTo>
                    <a:pt x="5254955" y="4478803"/>
                  </a:lnTo>
                  <a:lnTo>
                    <a:pt x="6726343" y="4478803"/>
                  </a:lnTo>
                  <a:lnTo>
                    <a:pt x="6727256" y="4478720"/>
                  </a:lnTo>
                  <a:lnTo>
                    <a:pt x="6733287" y="4478134"/>
                  </a:lnTo>
                  <a:lnTo>
                    <a:pt x="6748586" y="4476516"/>
                  </a:lnTo>
                  <a:lnTo>
                    <a:pt x="6776178" y="4473325"/>
                  </a:lnTo>
                  <a:lnTo>
                    <a:pt x="6817788" y="4468049"/>
                  </a:lnTo>
                  <a:lnTo>
                    <a:pt x="6873717" y="4460248"/>
                  </a:lnTo>
                  <a:lnTo>
                    <a:pt x="6942873" y="4449588"/>
                  </a:lnTo>
                  <a:lnTo>
                    <a:pt x="7023013" y="4435867"/>
                  </a:lnTo>
                  <a:lnTo>
                    <a:pt x="7111147" y="4419001"/>
                  </a:lnTo>
                  <a:lnTo>
                    <a:pt x="7204001" y="4399002"/>
                  </a:lnTo>
                  <a:lnTo>
                    <a:pt x="7298451" y="4375926"/>
                  </a:lnTo>
                  <a:lnTo>
                    <a:pt x="7391819" y="4349835"/>
                  </a:lnTo>
                  <a:lnTo>
                    <a:pt x="7482045" y="4320751"/>
                  </a:lnTo>
                  <a:lnTo>
                    <a:pt x="7567711" y="4288629"/>
                  </a:lnTo>
                  <a:lnTo>
                    <a:pt x="7647990" y="4253338"/>
                  </a:lnTo>
                  <a:lnTo>
                    <a:pt x="7722540" y="4214653"/>
                  </a:lnTo>
                  <a:lnTo>
                    <a:pt x="7791392" y="4172252"/>
                  </a:lnTo>
                  <a:lnTo>
                    <a:pt x="7854838" y="4125722"/>
                  </a:lnTo>
                  <a:lnTo>
                    <a:pt x="7913344" y="4074568"/>
                  </a:lnTo>
                  <a:lnTo>
                    <a:pt x="7967476" y="4018234"/>
                  </a:lnTo>
                  <a:lnTo>
                    <a:pt x="8017852" y="3956130"/>
                  </a:lnTo>
                  <a:lnTo>
                    <a:pt x="8065099" y="3887686"/>
                  </a:lnTo>
                  <a:lnTo>
                    <a:pt x="8109819" y="3812435"/>
                  </a:lnTo>
                  <a:lnTo>
                    <a:pt x="8151487" y="3732335"/>
                  </a:lnTo>
                  <a:lnTo>
                    <a:pt x="8182487" y="3666299"/>
                  </a:lnTo>
                  <a:lnTo>
                    <a:pt x="8212813" y="3596268"/>
                  </a:lnTo>
                  <a:lnTo>
                    <a:pt x="8242615" y="3522161"/>
                  </a:lnTo>
                  <a:lnTo>
                    <a:pt x="8272022" y="3443942"/>
                  </a:lnTo>
                  <a:lnTo>
                    <a:pt x="8301139" y="3361618"/>
                  </a:lnTo>
                  <a:lnTo>
                    <a:pt x="8330055" y="3275248"/>
                  </a:lnTo>
                  <a:lnTo>
                    <a:pt x="8358840" y="3184946"/>
                  </a:lnTo>
                  <a:lnTo>
                    <a:pt x="8387551" y="3090882"/>
                  </a:lnTo>
                  <a:lnTo>
                    <a:pt x="8416231" y="2993282"/>
                  </a:lnTo>
                  <a:lnTo>
                    <a:pt x="8444912" y="2892431"/>
                  </a:lnTo>
                  <a:lnTo>
                    <a:pt x="8473615" y="2788671"/>
                  </a:lnTo>
                  <a:lnTo>
                    <a:pt x="8502350" y="2682394"/>
                  </a:lnTo>
                  <a:lnTo>
                    <a:pt x="8531121" y="2574039"/>
                  </a:lnTo>
                  <a:lnTo>
                    <a:pt x="8559925" y="2464087"/>
                  </a:lnTo>
                  <a:lnTo>
                    <a:pt x="8588754" y="2353047"/>
                  </a:lnTo>
                  <a:lnTo>
                    <a:pt x="8617597" y="2241454"/>
                  </a:lnTo>
                  <a:lnTo>
                    <a:pt x="8646439" y="2129850"/>
                  </a:lnTo>
                  <a:lnTo>
                    <a:pt x="8675269" y="2018781"/>
                  </a:lnTo>
                  <a:lnTo>
                    <a:pt x="8704074" y="1908779"/>
                  </a:lnTo>
                  <a:lnTo>
                    <a:pt x="8732847" y="1800357"/>
                  </a:lnTo>
                  <a:lnTo>
                    <a:pt x="8761583" y="1693995"/>
                  </a:lnTo>
                  <a:lnTo>
                    <a:pt x="8790286" y="1590135"/>
                  </a:lnTo>
                  <a:lnTo>
                    <a:pt x="8818968" y="1489172"/>
                  </a:lnTo>
                  <a:lnTo>
                    <a:pt x="8847648" y="1391447"/>
                  </a:lnTo>
                  <a:lnTo>
                    <a:pt x="8876357" y="1297248"/>
                  </a:lnTo>
                  <a:lnTo>
                    <a:pt x="8905138" y="1206804"/>
                  </a:lnTo>
                  <a:lnTo>
                    <a:pt x="8934048" y="1120288"/>
                  </a:lnTo>
                  <a:lnTo>
                    <a:pt x="8963156" y="1037814"/>
                  </a:lnTo>
                  <a:lnTo>
                    <a:pt x="8992551" y="959443"/>
                  </a:lnTo>
                  <a:lnTo>
                    <a:pt x="9022337" y="885186"/>
                  </a:lnTo>
                  <a:lnTo>
                    <a:pt x="9052641" y="815006"/>
                  </a:lnTo>
                  <a:lnTo>
                    <a:pt x="9083613" y="748824"/>
                  </a:lnTo>
                  <a:lnTo>
                    <a:pt x="9084767" y="746467"/>
                  </a:lnTo>
                  <a:lnTo>
                    <a:pt x="9127553" y="664353"/>
                  </a:lnTo>
                  <a:lnTo>
                    <a:pt x="9172330" y="589281"/>
                  </a:lnTo>
                  <a:lnTo>
                    <a:pt x="9219649" y="521005"/>
                  </a:lnTo>
                  <a:lnTo>
                    <a:pt x="9270114" y="459056"/>
                  </a:lnTo>
                  <a:lnTo>
                    <a:pt x="9324351" y="402861"/>
                  </a:lnTo>
                  <a:lnTo>
                    <a:pt x="9382976" y="351833"/>
                  </a:lnTo>
                  <a:lnTo>
                    <a:pt x="9446555" y="305415"/>
                  </a:lnTo>
                  <a:lnTo>
                    <a:pt x="9515551" y="263114"/>
                  </a:lnTo>
                  <a:lnTo>
                    <a:pt x="9590248" y="224519"/>
                  </a:lnTo>
                  <a:lnTo>
                    <a:pt x="9670671" y="189312"/>
                  </a:lnTo>
                  <a:lnTo>
                    <a:pt x="9756466" y="157268"/>
                  </a:lnTo>
                  <a:lnTo>
                    <a:pt x="9846793" y="128261"/>
                  </a:lnTo>
                  <a:lnTo>
                    <a:pt x="9940218" y="102247"/>
                  </a:lnTo>
                  <a:lnTo>
                    <a:pt x="10034662" y="79249"/>
                  </a:lnTo>
                  <a:lnTo>
                    <a:pt x="10127436" y="59330"/>
                  </a:lnTo>
                  <a:lnTo>
                    <a:pt x="10215406" y="42545"/>
                  </a:lnTo>
                  <a:lnTo>
                    <a:pt x="10295300" y="28903"/>
                  </a:lnTo>
                  <a:lnTo>
                    <a:pt x="10364141" y="18320"/>
                  </a:lnTo>
                  <a:lnTo>
                    <a:pt x="10419711" y="10588"/>
                  </a:lnTo>
                  <a:lnTo>
                    <a:pt x="10460952" y="5372"/>
                  </a:lnTo>
                  <a:lnTo>
                    <a:pt x="10488202" y="2228"/>
                  </a:lnTo>
                  <a:lnTo>
                    <a:pt x="10503221" y="642"/>
                  </a:lnTo>
                  <a:lnTo>
                    <a:pt x="10509065" y="76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10" name="pl310"/>
            <p:cNvSpPr/>
            <p:nvPr/>
          </p:nvSpPr>
          <p:spPr>
            <a:xfrm>
              <a:off x="4799595" y="2912001"/>
              <a:ext cx="11981298" cy="4478803"/>
            </a:xfrm>
            <a:custGeom>
              <a:avLst/>
              <a:pathLst>
                <a:path w="11981298" h="4478803">
                  <a:moveTo>
                    <a:pt x="11981298" y="0"/>
                  </a:moveTo>
                  <a:lnTo>
                    <a:pt x="10509911" y="0"/>
                  </a:lnTo>
                  <a:lnTo>
                    <a:pt x="10508997" y="82"/>
                  </a:lnTo>
                  <a:lnTo>
                    <a:pt x="10502966" y="668"/>
                  </a:lnTo>
                  <a:lnTo>
                    <a:pt x="10487667" y="2286"/>
                  </a:lnTo>
                  <a:lnTo>
                    <a:pt x="10460075" y="5477"/>
                  </a:lnTo>
                  <a:lnTo>
                    <a:pt x="10418465" y="10753"/>
                  </a:lnTo>
                  <a:lnTo>
                    <a:pt x="10362536" y="18554"/>
                  </a:lnTo>
                  <a:lnTo>
                    <a:pt x="10293380" y="29214"/>
                  </a:lnTo>
                  <a:lnTo>
                    <a:pt x="10213240" y="42935"/>
                  </a:lnTo>
                  <a:lnTo>
                    <a:pt x="10125106" y="59801"/>
                  </a:lnTo>
                  <a:lnTo>
                    <a:pt x="10032252" y="79800"/>
                  </a:lnTo>
                  <a:lnTo>
                    <a:pt x="9937803" y="102876"/>
                  </a:lnTo>
                  <a:lnTo>
                    <a:pt x="9844434" y="128967"/>
                  </a:lnTo>
                  <a:lnTo>
                    <a:pt x="9754208" y="158051"/>
                  </a:lnTo>
                  <a:lnTo>
                    <a:pt x="9668542" y="190173"/>
                  </a:lnTo>
                  <a:lnTo>
                    <a:pt x="9588263" y="225464"/>
                  </a:lnTo>
                  <a:lnTo>
                    <a:pt x="9513713" y="264149"/>
                  </a:lnTo>
                  <a:lnTo>
                    <a:pt x="9444861" y="306550"/>
                  </a:lnTo>
                  <a:lnTo>
                    <a:pt x="9381415" y="353080"/>
                  </a:lnTo>
                  <a:lnTo>
                    <a:pt x="9322910" y="404234"/>
                  </a:lnTo>
                  <a:lnTo>
                    <a:pt x="9268777" y="460568"/>
                  </a:lnTo>
                  <a:lnTo>
                    <a:pt x="9218401" y="522672"/>
                  </a:lnTo>
                  <a:lnTo>
                    <a:pt x="9171154" y="591117"/>
                  </a:lnTo>
                  <a:lnTo>
                    <a:pt x="9126434" y="666368"/>
                  </a:lnTo>
                  <a:lnTo>
                    <a:pt x="9084767" y="746467"/>
                  </a:lnTo>
                  <a:lnTo>
                    <a:pt x="9053766" y="812503"/>
                  </a:lnTo>
                  <a:lnTo>
                    <a:pt x="9023441" y="882535"/>
                  </a:lnTo>
                  <a:lnTo>
                    <a:pt x="8993638" y="956641"/>
                  </a:lnTo>
                  <a:lnTo>
                    <a:pt x="8964231" y="1034860"/>
                  </a:lnTo>
                  <a:lnTo>
                    <a:pt x="8935114" y="1117184"/>
                  </a:lnTo>
                  <a:lnTo>
                    <a:pt x="8906198" y="1203554"/>
                  </a:lnTo>
                  <a:lnTo>
                    <a:pt x="8877413" y="1293856"/>
                  </a:lnTo>
                  <a:lnTo>
                    <a:pt x="8848702" y="1387921"/>
                  </a:lnTo>
                  <a:lnTo>
                    <a:pt x="8820022" y="1485521"/>
                  </a:lnTo>
                  <a:lnTo>
                    <a:pt x="8791341" y="1586371"/>
                  </a:lnTo>
                  <a:lnTo>
                    <a:pt x="8762639" y="1690131"/>
                  </a:lnTo>
                  <a:lnTo>
                    <a:pt x="8733903" y="1796408"/>
                  </a:lnTo>
                  <a:lnTo>
                    <a:pt x="8705132" y="1904763"/>
                  </a:lnTo>
                  <a:lnTo>
                    <a:pt x="8676328" y="2014716"/>
                  </a:lnTo>
                  <a:lnTo>
                    <a:pt x="8647499" y="2125755"/>
                  </a:lnTo>
                  <a:lnTo>
                    <a:pt x="8618657" y="2237348"/>
                  </a:lnTo>
                  <a:lnTo>
                    <a:pt x="8589814" y="2348952"/>
                  </a:lnTo>
                  <a:lnTo>
                    <a:pt x="8560984" y="2460021"/>
                  </a:lnTo>
                  <a:lnTo>
                    <a:pt x="8532179" y="2570023"/>
                  </a:lnTo>
                  <a:lnTo>
                    <a:pt x="8503407" y="2678445"/>
                  </a:lnTo>
                  <a:lnTo>
                    <a:pt x="8474670" y="2784807"/>
                  </a:lnTo>
                  <a:lnTo>
                    <a:pt x="8445967" y="2888667"/>
                  </a:lnTo>
                  <a:lnTo>
                    <a:pt x="8417285" y="2989630"/>
                  </a:lnTo>
                  <a:lnTo>
                    <a:pt x="8388605" y="3087355"/>
                  </a:lnTo>
                  <a:lnTo>
                    <a:pt x="8359896" y="3181554"/>
                  </a:lnTo>
                  <a:lnTo>
                    <a:pt x="8331115" y="3271998"/>
                  </a:lnTo>
                  <a:lnTo>
                    <a:pt x="8302205" y="3358514"/>
                  </a:lnTo>
                  <a:lnTo>
                    <a:pt x="8273097" y="3440989"/>
                  </a:lnTo>
                  <a:lnTo>
                    <a:pt x="8243702" y="3519359"/>
                  </a:lnTo>
                  <a:lnTo>
                    <a:pt x="8213917" y="3593616"/>
                  </a:lnTo>
                  <a:lnTo>
                    <a:pt x="8183613" y="3663796"/>
                  </a:lnTo>
                  <a:lnTo>
                    <a:pt x="8152640" y="3729978"/>
                  </a:lnTo>
                  <a:lnTo>
                    <a:pt x="8151487" y="3732335"/>
                  </a:lnTo>
                  <a:lnTo>
                    <a:pt x="8108700" y="3814449"/>
                  </a:lnTo>
                  <a:lnTo>
                    <a:pt x="8063923" y="3889522"/>
                  </a:lnTo>
                  <a:lnTo>
                    <a:pt x="8016604" y="3957797"/>
                  </a:lnTo>
                  <a:lnTo>
                    <a:pt x="7966139" y="4019746"/>
                  </a:lnTo>
                  <a:lnTo>
                    <a:pt x="7911902" y="4075941"/>
                  </a:lnTo>
                  <a:lnTo>
                    <a:pt x="7853277" y="4126969"/>
                  </a:lnTo>
                  <a:lnTo>
                    <a:pt x="7789698" y="4173387"/>
                  </a:lnTo>
                  <a:lnTo>
                    <a:pt x="7720703" y="4215688"/>
                  </a:lnTo>
                  <a:lnTo>
                    <a:pt x="7646005" y="4254283"/>
                  </a:lnTo>
                  <a:lnTo>
                    <a:pt x="7565582" y="4289491"/>
                  </a:lnTo>
                  <a:lnTo>
                    <a:pt x="7479787" y="4321534"/>
                  </a:lnTo>
                  <a:lnTo>
                    <a:pt x="7389460" y="4350541"/>
                  </a:lnTo>
                  <a:lnTo>
                    <a:pt x="7296035" y="4376555"/>
                  </a:lnTo>
                  <a:lnTo>
                    <a:pt x="7201591" y="4399553"/>
                  </a:lnTo>
                  <a:lnTo>
                    <a:pt x="7108817" y="4419473"/>
                  </a:lnTo>
                  <a:lnTo>
                    <a:pt x="7020847" y="4436257"/>
                  </a:lnTo>
                  <a:lnTo>
                    <a:pt x="6940953" y="4449899"/>
                  </a:lnTo>
                  <a:lnTo>
                    <a:pt x="6872112" y="4460482"/>
                  </a:lnTo>
                  <a:lnTo>
                    <a:pt x="6816542" y="4468214"/>
                  </a:lnTo>
                  <a:lnTo>
                    <a:pt x="6775301" y="4473431"/>
                  </a:lnTo>
                  <a:lnTo>
                    <a:pt x="6748051" y="4476574"/>
                  </a:lnTo>
                  <a:lnTo>
                    <a:pt x="6733032" y="4478160"/>
                  </a:lnTo>
                  <a:lnTo>
                    <a:pt x="6727189" y="4478726"/>
                  </a:lnTo>
                  <a:lnTo>
                    <a:pt x="6726343" y="4478803"/>
                  </a:lnTo>
                  <a:lnTo>
                    <a:pt x="5254955" y="4478803"/>
                  </a:lnTo>
                  <a:lnTo>
                    <a:pt x="5253784" y="4478746"/>
                  </a:lnTo>
                  <a:lnTo>
                    <a:pt x="5246092" y="4478341"/>
                  </a:lnTo>
                  <a:lnTo>
                    <a:pt x="5226717" y="4477223"/>
                  </a:lnTo>
                  <a:lnTo>
                    <a:pt x="5192118" y="4475021"/>
                  </a:lnTo>
                  <a:lnTo>
                    <a:pt x="5140631" y="4471396"/>
                  </a:lnTo>
                  <a:lnTo>
                    <a:pt x="5072596" y="4466072"/>
                  </a:lnTo>
                  <a:lnTo>
                    <a:pt x="4990180" y="4458861"/>
                  </a:lnTo>
                  <a:lnTo>
                    <a:pt x="4896880" y="4449673"/>
                  </a:lnTo>
                  <a:lnTo>
                    <a:pt x="4796842" y="4438497"/>
                  </a:lnTo>
                  <a:lnTo>
                    <a:pt x="4694174" y="4425364"/>
                  </a:lnTo>
                  <a:lnTo>
                    <a:pt x="4592429" y="4410319"/>
                  </a:lnTo>
                  <a:lnTo>
                    <a:pt x="4494327" y="4393379"/>
                  </a:lnTo>
                  <a:lnTo>
                    <a:pt x="4401685" y="4374512"/>
                  </a:lnTo>
                  <a:lnTo>
                    <a:pt x="4315501" y="4353622"/>
                  </a:lnTo>
                  <a:lnTo>
                    <a:pt x="4236118" y="4330541"/>
                  </a:lnTo>
                  <a:lnTo>
                    <a:pt x="4163393" y="4305030"/>
                  </a:lnTo>
                  <a:lnTo>
                    <a:pt x="4096860" y="4276783"/>
                  </a:lnTo>
                  <a:lnTo>
                    <a:pt x="4035851" y="4245438"/>
                  </a:lnTo>
                  <a:lnTo>
                    <a:pt x="3979596" y="4210597"/>
                  </a:lnTo>
                  <a:lnTo>
                    <a:pt x="3927288" y="4171858"/>
                  </a:lnTo>
                  <a:lnTo>
                    <a:pt x="3878139" y="4128874"/>
                  </a:lnTo>
                  <a:lnTo>
                    <a:pt x="3831425" y="4081445"/>
                  </a:lnTo>
                  <a:lnTo>
                    <a:pt x="3829811" y="4079688"/>
                  </a:lnTo>
                  <a:lnTo>
                    <a:pt x="3789630" y="4033350"/>
                  </a:lnTo>
                  <a:lnTo>
                    <a:pt x="3750511" y="3983375"/>
                  </a:lnTo>
                  <a:lnTo>
                    <a:pt x="3712145" y="3929690"/>
                  </a:lnTo>
                  <a:lnTo>
                    <a:pt x="3674287" y="3872294"/>
                  </a:lnTo>
                  <a:lnTo>
                    <a:pt x="3636745" y="3811257"/>
                  </a:lnTo>
                  <a:lnTo>
                    <a:pt x="3599374" y="3746738"/>
                  </a:lnTo>
                  <a:lnTo>
                    <a:pt x="3562069" y="3678979"/>
                  </a:lnTo>
                  <a:lnTo>
                    <a:pt x="3524759" y="3608313"/>
                  </a:lnTo>
                  <a:lnTo>
                    <a:pt x="3487405" y="3535157"/>
                  </a:lnTo>
                  <a:lnTo>
                    <a:pt x="3449991" y="3460002"/>
                  </a:lnTo>
                  <a:lnTo>
                    <a:pt x="3412521" y="3383407"/>
                  </a:lnTo>
                  <a:lnTo>
                    <a:pt x="3375015" y="3305976"/>
                  </a:lnTo>
                  <a:lnTo>
                    <a:pt x="3337500" y="3228343"/>
                  </a:lnTo>
                  <a:lnTo>
                    <a:pt x="3300005" y="3151147"/>
                  </a:lnTo>
                  <a:lnTo>
                    <a:pt x="3262554" y="3075015"/>
                  </a:lnTo>
                  <a:lnTo>
                    <a:pt x="3225162" y="3000535"/>
                  </a:lnTo>
                  <a:lnTo>
                    <a:pt x="3187827" y="2928243"/>
                  </a:lnTo>
                  <a:lnTo>
                    <a:pt x="3150525" y="2858605"/>
                  </a:lnTo>
                  <a:lnTo>
                    <a:pt x="3113206" y="2792006"/>
                  </a:lnTo>
                  <a:lnTo>
                    <a:pt x="3075787" y="2728747"/>
                  </a:lnTo>
                  <a:lnTo>
                    <a:pt x="3038147" y="2669038"/>
                  </a:lnTo>
                  <a:lnTo>
                    <a:pt x="3000127" y="2613005"/>
                  </a:lnTo>
                  <a:lnTo>
                    <a:pt x="2961515" y="2560693"/>
                  </a:lnTo>
                  <a:lnTo>
                    <a:pt x="2922044" y="2512070"/>
                  </a:lnTo>
                  <a:lnTo>
                    <a:pt x="2896531" y="2483229"/>
                  </a:lnTo>
                  <a:lnTo>
                    <a:pt x="2849892" y="2435642"/>
                  </a:lnTo>
                  <a:lnTo>
                    <a:pt x="2800840" y="2392504"/>
                  </a:lnTo>
                  <a:lnTo>
                    <a:pt x="2748657" y="2353620"/>
                  </a:lnTo>
                  <a:lnTo>
                    <a:pt x="2692556" y="2318648"/>
                  </a:lnTo>
                  <a:lnTo>
                    <a:pt x="2631728" y="2287187"/>
                  </a:lnTo>
                  <a:lnTo>
                    <a:pt x="2565402" y="2258836"/>
                  </a:lnTo>
                  <a:lnTo>
                    <a:pt x="2492906" y="2233234"/>
                  </a:lnTo>
                  <a:lnTo>
                    <a:pt x="2413763" y="2210071"/>
                  </a:lnTo>
                  <a:lnTo>
                    <a:pt x="2327817" y="2189107"/>
                  </a:lnTo>
                  <a:lnTo>
                    <a:pt x="2235390" y="2170171"/>
                  </a:lnTo>
                  <a:lnTo>
                    <a:pt x="2137455" y="2153164"/>
                  </a:lnTo>
                  <a:lnTo>
                    <a:pt x="2035798" y="2138052"/>
                  </a:lnTo>
                  <a:lnTo>
                    <a:pt x="1933107" y="2124851"/>
                  </a:lnTo>
                  <a:lnTo>
                    <a:pt x="1832908" y="2113604"/>
                  </a:lnTo>
                  <a:lnTo>
                    <a:pt x="1739298" y="2104346"/>
                  </a:lnTo>
                  <a:lnTo>
                    <a:pt x="1656431" y="2097067"/>
                  </a:lnTo>
                  <a:lnTo>
                    <a:pt x="1587841" y="2091678"/>
                  </a:lnTo>
                  <a:lnTo>
                    <a:pt x="1535752" y="2087997"/>
                  </a:lnTo>
                  <a:lnTo>
                    <a:pt x="1500573" y="2085751"/>
                  </a:lnTo>
                  <a:lnTo>
                    <a:pt x="1480710" y="2084601"/>
                  </a:lnTo>
                  <a:lnTo>
                    <a:pt x="1472684" y="2084177"/>
                  </a:lnTo>
                  <a:lnTo>
                    <a:pt x="1471387" y="2084114"/>
                  </a:lnTo>
                  <a:lnTo>
                    <a:pt x="1471387" y="2084114"/>
                  </a:lnTo>
                  <a:lnTo>
                    <a:pt x="0" y="208411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11" name="pg311"/>
            <p:cNvSpPr/>
            <p:nvPr/>
          </p:nvSpPr>
          <p:spPr>
            <a:xfrm>
              <a:off x="4799595" y="4203335"/>
              <a:ext cx="11981298" cy="3203815"/>
            </a:xfrm>
            <a:custGeom>
              <a:avLst/>
              <a:pathLst>
                <a:path w="11981298" h="3203815">
                  <a:moveTo>
                    <a:pt x="0" y="809126"/>
                  </a:moveTo>
                  <a:lnTo>
                    <a:pt x="1471387" y="809126"/>
                  </a:lnTo>
                  <a:lnTo>
                    <a:pt x="1472558" y="809183"/>
                  </a:lnTo>
                  <a:lnTo>
                    <a:pt x="1480250" y="809588"/>
                  </a:lnTo>
                  <a:lnTo>
                    <a:pt x="1499625" y="810706"/>
                  </a:lnTo>
                  <a:lnTo>
                    <a:pt x="1534224" y="812908"/>
                  </a:lnTo>
                  <a:lnTo>
                    <a:pt x="1585711" y="816533"/>
                  </a:lnTo>
                  <a:lnTo>
                    <a:pt x="1653746" y="821857"/>
                  </a:lnTo>
                  <a:lnTo>
                    <a:pt x="1736162" y="829068"/>
                  </a:lnTo>
                  <a:lnTo>
                    <a:pt x="1829462" y="838255"/>
                  </a:lnTo>
                  <a:lnTo>
                    <a:pt x="1929500" y="849432"/>
                  </a:lnTo>
                  <a:lnTo>
                    <a:pt x="2032168" y="862565"/>
                  </a:lnTo>
                  <a:lnTo>
                    <a:pt x="2133913" y="877610"/>
                  </a:lnTo>
                  <a:lnTo>
                    <a:pt x="2232015" y="894550"/>
                  </a:lnTo>
                  <a:lnTo>
                    <a:pt x="2324658" y="913416"/>
                  </a:lnTo>
                  <a:lnTo>
                    <a:pt x="2410841" y="934306"/>
                  </a:lnTo>
                  <a:lnTo>
                    <a:pt x="2490224" y="957387"/>
                  </a:lnTo>
                  <a:lnTo>
                    <a:pt x="2562949" y="982899"/>
                  </a:lnTo>
                  <a:lnTo>
                    <a:pt x="2629482" y="1011146"/>
                  </a:lnTo>
                  <a:lnTo>
                    <a:pt x="2690491" y="1042491"/>
                  </a:lnTo>
                  <a:lnTo>
                    <a:pt x="2746746" y="1077332"/>
                  </a:lnTo>
                  <a:lnTo>
                    <a:pt x="2799054" y="1116071"/>
                  </a:lnTo>
                  <a:lnTo>
                    <a:pt x="2848203" y="1159055"/>
                  </a:lnTo>
                  <a:lnTo>
                    <a:pt x="2894917" y="1206483"/>
                  </a:lnTo>
                  <a:lnTo>
                    <a:pt x="2896531" y="1208241"/>
                  </a:lnTo>
                  <a:lnTo>
                    <a:pt x="2936712" y="1254579"/>
                  </a:lnTo>
                  <a:lnTo>
                    <a:pt x="2975831" y="1304554"/>
                  </a:lnTo>
                  <a:lnTo>
                    <a:pt x="3014197" y="1358238"/>
                  </a:lnTo>
                  <a:lnTo>
                    <a:pt x="3052055" y="1415635"/>
                  </a:lnTo>
                  <a:lnTo>
                    <a:pt x="3089597" y="1476672"/>
                  </a:lnTo>
                  <a:lnTo>
                    <a:pt x="3126968" y="1541191"/>
                  </a:lnTo>
                  <a:lnTo>
                    <a:pt x="3164273" y="1608950"/>
                  </a:lnTo>
                  <a:lnTo>
                    <a:pt x="3201583" y="1679616"/>
                  </a:lnTo>
                  <a:lnTo>
                    <a:pt x="3238937" y="1752772"/>
                  </a:lnTo>
                  <a:lnTo>
                    <a:pt x="3276351" y="1827927"/>
                  </a:lnTo>
                  <a:lnTo>
                    <a:pt x="3313821" y="1904522"/>
                  </a:lnTo>
                  <a:lnTo>
                    <a:pt x="3351327" y="1981953"/>
                  </a:lnTo>
                  <a:lnTo>
                    <a:pt x="3388842" y="2059586"/>
                  </a:lnTo>
                  <a:lnTo>
                    <a:pt x="3426337" y="2136782"/>
                  </a:lnTo>
                  <a:lnTo>
                    <a:pt x="3463788" y="2212914"/>
                  </a:lnTo>
                  <a:lnTo>
                    <a:pt x="3501180" y="2287394"/>
                  </a:lnTo>
                  <a:lnTo>
                    <a:pt x="3538515" y="2359686"/>
                  </a:lnTo>
                  <a:lnTo>
                    <a:pt x="3575817" y="2429324"/>
                  </a:lnTo>
                  <a:lnTo>
                    <a:pt x="3613136" y="2495923"/>
                  </a:lnTo>
                  <a:lnTo>
                    <a:pt x="3650556" y="2559182"/>
                  </a:lnTo>
                  <a:lnTo>
                    <a:pt x="3688195" y="2618891"/>
                  </a:lnTo>
                  <a:lnTo>
                    <a:pt x="3726215" y="2674923"/>
                  </a:lnTo>
                  <a:lnTo>
                    <a:pt x="3764827" y="2727236"/>
                  </a:lnTo>
                  <a:lnTo>
                    <a:pt x="3804298" y="2775859"/>
                  </a:lnTo>
                  <a:lnTo>
                    <a:pt x="3829811" y="2804700"/>
                  </a:lnTo>
                  <a:lnTo>
                    <a:pt x="3876450" y="2852287"/>
                  </a:lnTo>
                  <a:lnTo>
                    <a:pt x="3925502" y="2895425"/>
                  </a:lnTo>
                  <a:lnTo>
                    <a:pt x="3977685" y="2934309"/>
                  </a:lnTo>
                  <a:lnTo>
                    <a:pt x="4033787" y="2969281"/>
                  </a:lnTo>
                  <a:lnTo>
                    <a:pt x="4094614" y="3000742"/>
                  </a:lnTo>
                  <a:lnTo>
                    <a:pt x="4160940" y="3029093"/>
                  </a:lnTo>
                  <a:lnTo>
                    <a:pt x="4233436" y="3054695"/>
                  </a:lnTo>
                  <a:lnTo>
                    <a:pt x="4312579" y="3077858"/>
                  </a:lnTo>
                  <a:lnTo>
                    <a:pt x="4398525" y="3098822"/>
                  </a:lnTo>
                  <a:lnTo>
                    <a:pt x="4490952" y="3117758"/>
                  </a:lnTo>
                  <a:lnTo>
                    <a:pt x="4588887" y="3134765"/>
                  </a:lnTo>
                  <a:lnTo>
                    <a:pt x="4690544" y="3149877"/>
                  </a:lnTo>
                  <a:lnTo>
                    <a:pt x="4793236" y="3163078"/>
                  </a:lnTo>
                  <a:lnTo>
                    <a:pt x="4893434" y="3174325"/>
                  </a:lnTo>
                  <a:lnTo>
                    <a:pt x="4987044" y="3183583"/>
                  </a:lnTo>
                  <a:lnTo>
                    <a:pt x="5069911" y="3190862"/>
                  </a:lnTo>
                  <a:lnTo>
                    <a:pt x="5138501" y="3196251"/>
                  </a:lnTo>
                  <a:lnTo>
                    <a:pt x="5190590" y="3199932"/>
                  </a:lnTo>
                  <a:lnTo>
                    <a:pt x="5225769" y="3202178"/>
                  </a:lnTo>
                  <a:lnTo>
                    <a:pt x="5245632" y="3203328"/>
                  </a:lnTo>
                  <a:lnTo>
                    <a:pt x="5253658" y="3203752"/>
                  </a:lnTo>
                  <a:lnTo>
                    <a:pt x="5254955" y="3203815"/>
                  </a:lnTo>
                  <a:lnTo>
                    <a:pt x="6726343" y="3203815"/>
                  </a:lnTo>
                  <a:lnTo>
                    <a:pt x="6727467" y="3203742"/>
                  </a:lnTo>
                  <a:lnTo>
                    <a:pt x="6734859" y="3203224"/>
                  </a:lnTo>
                  <a:lnTo>
                    <a:pt x="6753502" y="3201793"/>
                  </a:lnTo>
                  <a:lnTo>
                    <a:pt x="6786850" y="3198975"/>
                  </a:lnTo>
                  <a:lnTo>
                    <a:pt x="6836593" y="3194332"/>
                  </a:lnTo>
                  <a:lnTo>
                    <a:pt x="6902521" y="3187503"/>
                  </a:lnTo>
                  <a:lnTo>
                    <a:pt x="6982672" y="3178241"/>
                  </a:lnTo>
                  <a:lnTo>
                    <a:pt x="7073776" y="3166418"/>
                  </a:lnTo>
                  <a:lnTo>
                    <a:pt x="7171887" y="3152011"/>
                  </a:lnTo>
                  <a:lnTo>
                    <a:pt x="7273028" y="3135058"/>
                  </a:lnTo>
                  <a:lnTo>
                    <a:pt x="7373698" y="3115616"/>
                  </a:lnTo>
                  <a:lnTo>
                    <a:pt x="7471165" y="3093714"/>
                  </a:lnTo>
                  <a:lnTo>
                    <a:pt x="7563552" y="3069324"/>
                  </a:lnTo>
                  <a:lnTo>
                    <a:pt x="7649776" y="3042336"/>
                  </a:lnTo>
                  <a:lnTo>
                    <a:pt x="7729406" y="3012553"/>
                  </a:lnTo>
                  <a:lnTo>
                    <a:pt x="7802499" y="2979687"/>
                  </a:lnTo>
                  <a:lnTo>
                    <a:pt x="7869448" y="2943364"/>
                  </a:lnTo>
                  <a:lnTo>
                    <a:pt x="7930860" y="2903134"/>
                  </a:lnTo>
                  <a:lnTo>
                    <a:pt x="7987458" y="2858496"/>
                  </a:lnTo>
                  <a:lnTo>
                    <a:pt x="8040011" y="2808931"/>
                  </a:lnTo>
                  <a:lnTo>
                    <a:pt x="8089285" y="2753966"/>
                  </a:lnTo>
                  <a:lnTo>
                    <a:pt x="8135997" y="2693275"/>
                  </a:lnTo>
                  <a:lnTo>
                    <a:pt x="8151487" y="2671208"/>
                  </a:lnTo>
                  <a:lnTo>
                    <a:pt x="8187372" y="2616302"/>
                  </a:lnTo>
                  <a:lnTo>
                    <a:pt x="8222385" y="2557548"/>
                  </a:lnTo>
                  <a:lnTo>
                    <a:pt x="8256750" y="2494869"/>
                  </a:lnTo>
                  <a:lnTo>
                    <a:pt x="8290655" y="2428242"/>
                  </a:lnTo>
                  <a:lnTo>
                    <a:pt x="8324247" y="2357707"/>
                  </a:lnTo>
                  <a:lnTo>
                    <a:pt x="8357646" y="2283374"/>
                  </a:lnTo>
                  <a:lnTo>
                    <a:pt x="8390942" y="2205424"/>
                  </a:lnTo>
                  <a:lnTo>
                    <a:pt x="8424202" y="2124113"/>
                  </a:lnTo>
                  <a:lnTo>
                    <a:pt x="8457472" y="2039769"/>
                  </a:lnTo>
                  <a:lnTo>
                    <a:pt x="8490778" y="1952793"/>
                  </a:lnTo>
                  <a:lnTo>
                    <a:pt x="8524131" y="1863650"/>
                  </a:lnTo>
                  <a:lnTo>
                    <a:pt x="8557531" y="1772860"/>
                  </a:lnTo>
                  <a:lnTo>
                    <a:pt x="8590965" y="1680985"/>
                  </a:lnTo>
                  <a:lnTo>
                    <a:pt x="8624416" y="1588619"/>
                  </a:lnTo>
                  <a:lnTo>
                    <a:pt x="8657862" y="1496367"/>
                  </a:lnTo>
                  <a:lnTo>
                    <a:pt x="8691285" y="1404832"/>
                  </a:lnTo>
                  <a:lnTo>
                    <a:pt x="8724669" y="1314597"/>
                  </a:lnTo>
                  <a:lnTo>
                    <a:pt x="8758004" y="1226210"/>
                  </a:lnTo>
                  <a:lnTo>
                    <a:pt x="8791294" y="1140173"/>
                  </a:lnTo>
                  <a:lnTo>
                    <a:pt x="8824556" y="1056926"/>
                  </a:lnTo>
                  <a:lnTo>
                    <a:pt x="8857823" y="976844"/>
                  </a:lnTo>
                  <a:lnTo>
                    <a:pt x="8891149" y="900228"/>
                  </a:lnTo>
                  <a:lnTo>
                    <a:pt x="8924608" y="827306"/>
                  </a:lnTo>
                  <a:lnTo>
                    <a:pt x="8958303" y="758232"/>
                  </a:lnTo>
                  <a:lnTo>
                    <a:pt x="8992361" y="693088"/>
                  </a:lnTo>
                  <a:lnTo>
                    <a:pt x="9026946" y="631890"/>
                  </a:lnTo>
                  <a:lnTo>
                    <a:pt x="9062258" y="574596"/>
                  </a:lnTo>
                  <a:lnTo>
                    <a:pt x="9084767" y="540780"/>
                  </a:lnTo>
                  <a:lnTo>
                    <a:pt x="9130751" y="478107"/>
                  </a:lnTo>
                  <a:lnTo>
                    <a:pt x="9179074" y="421211"/>
                  </a:lnTo>
                  <a:lnTo>
                    <a:pt x="9230422" y="369849"/>
                  </a:lnTo>
                  <a:lnTo>
                    <a:pt x="9285550" y="323585"/>
                  </a:lnTo>
                  <a:lnTo>
                    <a:pt x="9345232" y="281907"/>
                  </a:lnTo>
                  <a:lnTo>
                    <a:pt x="9410213" y="244302"/>
                  </a:lnTo>
                  <a:lnTo>
                    <a:pt x="9481150" y="210301"/>
                  </a:lnTo>
                  <a:lnTo>
                    <a:pt x="9558519" y="179501"/>
                  </a:lnTo>
                  <a:lnTo>
                    <a:pt x="9642511" y="151585"/>
                  </a:lnTo>
                  <a:lnTo>
                    <a:pt x="9732878" y="126324"/>
                  </a:lnTo>
                  <a:lnTo>
                    <a:pt x="9828778" y="103579"/>
                  </a:lnTo>
                  <a:lnTo>
                    <a:pt x="9928617" y="83295"/>
                  </a:lnTo>
                  <a:lnTo>
                    <a:pt x="10029956" y="65486"/>
                  </a:lnTo>
                  <a:lnTo>
                    <a:pt x="10129534" y="50203"/>
                  </a:lnTo>
                  <a:lnTo>
                    <a:pt x="10223491" y="37496"/>
                  </a:lnTo>
                  <a:lnTo>
                    <a:pt x="10307801" y="27367"/>
                  </a:lnTo>
                  <a:lnTo>
                    <a:pt x="10378887" y="19728"/>
                  </a:lnTo>
                  <a:lnTo>
                    <a:pt x="10434278" y="14373"/>
                  </a:lnTo>
                  <a:lnTo>
                    <a:pt x="10473134" y="10978"/>
                  </a:lnTo>
                  <a:lnTo>
                    <a:pt x="10496497" y="9125"/>
                  </a:lnTo>
                  <a:lnTo>
                    <a:pt x="10507245" y="8349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8786" y="72"/>
                  </a:lnTo>
                  <a:lnTo>
                    <a:pt x="10501394" y="590"/>
                  </a:lnTo>
                  <a:lnTo>
                    <a:pt x="10482751" y="2021"/>
                  </a:lnTo>
                  <a:lnTo>
                    <a:pt x="10449403" y="4839"/>
                  </a:lnTo>
                  <a:lnTo>
                    <a:pt x="10399660" y="9482"/>
                  </a:lnTo>
                  <a:lnTo>
                    <a:pt x="10333732" y="16311"/>
                  </a:lnTo>
                  <a:lnTo>
                    <a:pt x="10253581" y="25574"/>
                  </a:lnTo>
                  <a:lnTo>
                    <a:pt x="10162477" y="37396"/>
                  </a:lnTo>
                  <a:lnTo>
                    <a:pt x="10064366" y="51804"/>
                  </a:lnTo>
                  <a:lnTo>
                    <a:pt x="9963225" y="68756"/>
                  </a:lnTo>
                  <a:lnTo>
                    <a:pt x="9862556" y="88198"/>
                  </a:lnTo>
                  <a:lnTo>
                    <a:pt x="9765089" y="110100"/>
                  </a:lnTo>
                  <a:lnTo>
                    <a:pt x="9672701" y="134491"/>
                  </a:lnTo>
                  <a:lnTo>
                    <a:pt x="9586477" y="161478"/>
                  </a:lnTo>
                  <a:lnTo>
                    <a:pt x="9506847" y="191261"/>
                  </a:lnTo>
                  <a:lnTo>
                    <a:pt x="9433755" y="224127"/>
                  </a:lnTo>
                  <a:lnTo>
                    <a:pt x="9366805" y="260451"/>
                  </a:lnTo>
                  <a:lnTo>
                    <a:pt x="9305393" y="300681"/>
                  </a:lnTo>
                  <a:lnTo>
                    <a:pt x="9248796" y="345319"/>
                  </a:lnTo>
                  <a:lnTo>
                    <a:pt x="9196243" y="394884"/>
                  </a:lnTo>
                  <a:lnTo>
                    <a:pt x="9146968" y="449849"/>
                  </a:lnTo>
                  <a:lnTo>
                    <a:pt x="9100256" y="510539"/>
                  </a:lnTo>
                  <a:lnTo>
                    <a:pt x="9084767" y="532607"/>
                  </a:lnTo>
                  <a:lnTo>
                    <a:pt x="9048881" y="587513"/>
                  </a:lnTo>
                  <a:lnTo>
                    <a:pt x="9013869" y="646266"/>
                  </a:lnTo>
                  <a:lnTo>
                    <a:pt x="8979503" y="708946"/>
                  </a:lnTo>
                  <a:lnTo>
                    <a:pt x="8945598" y="775573"/>
                  </a:lnTo>
                  <a:lnTo>
                    <a:pt x="8912006" y="846107"/>
                  </a:lnTo>
                  <a:lnTo>
                    <a:pt x="8878607" y="920440"/>
                  </a:lnTo>
                  <a:lnTo>
                    <a:pt x="8845311" y="998390"/>
                  </a:lnTo>
                  <a:lnTo>
                    <a:pt x="8812051" y="1079701"/>
                  </a:lnTo>
                  <a:lnTo>
                    <a:pt x="8778782" y="1164045"/>
                  </a:lnTo>
                  <a:lnTo>
                    <a:pt x="8745476" y="1251021"/>
                  </a:lnTo>
                  <a:lnTo>
                    <a:pt x="8712122" y="1340164"/>
                  </a:lnTo>
                  <a:lnTo>
                    <a:pt x="8678722" y="1430955"/>
                  </a:lnTo>
                  <a:lnTo>
                    <a:pt x="8645288" y="1522829"/>
                  </a:lnTo>
                  <a:lnTo>
                    <a:pt x="8611838" y="1615195"/>
                  </a:lnTo>
                  <a:lnTo>
                    <a:pt x="8578391" y="1707447"/>
                  </a:lnTo>
                  <a:lnTo>
                    <a:pt x="8544968" y="1798982"/>
                  </a:lnTo>
                  <a:lnTo>
                    <a:pt x="8511585" y="1889217"/>
                  </a:lnTo>
                  <a:lnTo>
                    <a:pt x="8478249" y="1977604"/>
                  </a:lnTo>
                  <a:lnTo>
                    <a:pt x="8444959" y="2063641"/>
                  </a:lnTo>
                  <a:lnTo>
                    <a:pt x="8411697" y="2146888"/>
                  </a:lnTo>
                  <a:lnTo>
                    <a:pt x="8378430" y="2226970"/>
                  </a:lnTo>
                  <a:lnTo>
                    <a:pt x="8345104" y="2303586"/>
                  </a:lnTo>
                  <a:lnTo>
                    <a:pt x="8311645" y="2376508"/>
                  </a:lnTo>
                  <a:lnTo>
                    <a:pt x="8277951" y="2445582"/>
                  </a:lnTo>
                  <a:lnTo>
                    <a:pt x="8243892" y="2510726"/>
                  </a:lnTo>
                  <a:lnTo>
                    <a:pt x="8209307" y="2571924"/>
                  </a:lnTo>
                  <a:lnTo>
                    <a:pt x="8173995" y="2629219"/>
                  </a:lnTo>
                  <a:lnTo>
                    <a:pt x="8151487" y="2663035"/>
                  </a:lnTo>
                  <a:lnTo>
                    <a:pt x="8105502" y="2725707"/>
                  </a:lnTo>
                  <a:lnTo>
                    <a:pt x="8057180" y="2782603"/>
                  </a:lnTo>
                  <a:lnTo>
                    <a:pt x="8005831" y="2833965"/>
                  </a:lnTo>
                  <a:lnTo>
                    <a:pt x="7950704" y="2880229"/>
                  </a:lnTo>
                  <a:lnTo>
                    <a:pt x="7891022" y="2921907"/>
                  </a:lnTo>
                  <a:lnTo>
                    <a:pt x="7826040" y="2959512"/>
                  </a:lnTo>
                  <a:lnTo>
                    <a:pt x="7755104" y="2993513"/>
                  </a:lnTo>
                  <a:lnTo>
                    <a:pt x="7677734" y="3024313"/>
                  </a:lnTo>
                  <a:lnTo>
                    <a:pt x="7593743" y="3052229"/>
                  </a:lnTo>
                  <a:lnTo>
                    <a:pt x="7503376" y="3077490"/>
                  </a:lnTo>
                  <a:lnTo>
                    <a:pt x="7407476" y="3100236"/>
                  </a:lnTo>
                  <a:lnTo>
                    <a:pt x="7307636" y="3120519"/>
                  </a:lnTo>
                  <a:lnTo>
                    <a:pt x="7206297" y="3138328"/>
                  </a:lnTo>
                  <a:lnTo>
                    <a:pt x="7106719" y="3153611"/>
                  </a:lnTo>
                  <a:lnTo>
                    <a:pt x="7012763" y="3166319"/>
                  </a:lnTo>
                  <a:lnTo>
                    <a:pt x="6928453" y="3176447"/>
                  </a:lnTo>
                  <a:lnTo>
                    <a:pt x="6857366" y="3184086"/>
                  </a:lnTo>
                  <a:lnTo>
                    <a:pt x="6801975" y="3189441"/>
                  </a:lnTo>
                  <a:lnTo>
                    <a:pt x="6763119" y="3192837"/>
                  </a:lnTo>
                  <a:lnTo>
                    <a:pt x="6739756" y="3194689"/>
                  </a:lnTo>
                  <a:lnTo>
                    <a:pt x="6729008" y="3195465"/>
                  </a:lnTo>
                  <a:lnTo>
                    <a:pt x="6726343" y="3195642"/>
                  </a:lnTo>
                  <a:lnTo>
                    <a:pt x="5254955" y="3195642"/>
                  </a:lnTo>
                  <a:lnTo>
                    <a:pt x="5253784" y="3195585"/>
                  </a:lnTo>
                  <a:lnTo>
                    <a:pt x="5246092" y="3195180"/>
                  </a:lnTo>
                  <a:lnTo>
                    <a:pt x="5226717" y="3194062"/>
                  </a:lnTo>
                  <a:lnTo>
                    <a:pt x="5192118" y="3191861"/>
                  </a:lnTo>
                  <a:lnTo>
                    <a:pt x="5140631" y="3188236"/>
                  </a:lnTo>
                  <a:lnTo>
                    <a:pt x="5072596" y="3182911"/>
                  </a:lnTo>
                  <a:lnTo>
                    <a:pt x="4990180" y="3175700"/>
                  </a:lnTo>
                  <a:lnTo>
                    <a:pt x="4896880" y="3166513"/>
                  </a:lnTo>
                  <a:lnTo>
                    <a:pt x="4796842" y="3155336"/>
                  </a:lnTo>
                  <a:lnTo>
                    <a:pt x="4694174" y="3142203"/>
                  </a:lnTo>
                  <a:lnTo>
                    <a:pt x="4592429" y="3127158"/>
                  </a:lnTo>
                  <a:lnTo>
                    <a:pt x="4494327" y="3110218"/>
                  </a:lnTo>
                  <a:lnTo>
                    <a:pt x="4401685" y="3091352"/>
                  </a:lnTo>
                  <a:lnTo>
                    <a:pt x="4315501" y="3070462"/>
                  </a:lnTo>
                  <a:lnTo>
                    <a:pt x="4236118" y="3047381"/>
                  </a:lnTo>
                  <a:lnTo>
                    <a:pt x="4163393" y="3021869"/>
                  </a:lnTo>
                  <a:lnTo>
                    <a:pt x="4096860" y="2993622"/>
                  </a:lnTo>
                  <a:lnTo>
                    <a:pt x="4035851" y="2962277"/>
                  </a:lnTo>
                  <a:lnTo>
                    <a:pt x="3979596" y="2927436"/>
                  </a:lnTo>
                  <a:lnTo>
                    <a:pt x="3927288" y="2888697"/>
                  </a:lnTo>
                  <a:lnTo>
                    <a:pt x="3878139" y="2845713"/>
                  </a:lnTo>
                  <a:lnTo>
                    <a:pt x="3831425" y="2798285"/>
                  </a:lnTo>
                  <a:lnTo>
                    <a:pt x="3829811" y="2796527"/>
                  </a:lnTo>
                  <a:lnTo>
                    <a:pt x="3789630" y="2750189"/>
                  </a:lnTo>
                  <a:lnTo>
                    <a:pt x="3750511" y="2700214"/>
                  </a:lnTo>
                  <a:lnTo>
                    <a:pt x="3712145" y="2646530"/>
                  </a:lnTo>
                  <a:lnTo>
                    <a:pt x="3674287" y="2589133"/>
                  </a:lnTo>
                  <a:lnTo>
                    <a:pt x="3636745" y="2528096"/>
                  </a:lnTo>
                  <a:lnTo>
                    <a:pt x="3599374" y="2463577"/>
                  </a:lnTo>
                  <a:lnTo>
                    <a:pt x="3562069" y="2395818"/>
                  </a:lnTo>
                  <a:lnTo>
                    <a:pt x="3524759" y="2325153"/>
                  </a:lnTo>
                  <a:lnTo>
                    <a:pt x="3487405" y="2251996"/>
                  </a:lnTo>
                  <a:lnTo>
                    <a:pt x="3449991" y="2176842"/>
                  </a:lnTo>
                  <a:lnTo>
                    <a:pt x="3412521" y="2100246"/>
                  </a:lnTo>
                  <a:lnTo>
                    <a:pt x="3375015" y="2022815"/>
                  </a:lnTo>
                  <a:lnTo>
                    <a:pt x="3337500" y="1945182"/>
                  </a:lnTo>
                  <a:lnTo>
                    <a:pt x="3300005" y="1867987"/>
                  </a:lnTo>
                  <a:lnTo>
                    <a:pt x="3262554" y="1791854"/>
                  </a:lnTo>
                  <a:lnTo>
                    <a:pt x="3225162" y="1717374"/>
                  </a:lnTo>
                  <a:lnTo>
                    <a:pt x="3187827" y="1645082"/>
                  </a:lnTo>
                  <a:lnTo>
                    <a:pt x="3150525" y="1575444"/>
                  </a:lnTo>
                  <a:lnTo>
                    <a:pt x="3113206" y="1508845"/>
                  </a:lnTo>
                  <a:lnTo>
                    <a:pt x="3075787" y="1445586"/>
                  </a:lnTo>
                  <a:lnTo>
                    <a:pt x="3038147" y="1385877"/>
                  </a:lnTo>
                  <a:lnTo>
                    <a:pt x="3000127" y="1329845"/>
                  </a:lnTo>
                  <a:lnTo>
                    <a:pt x="2961515" y="1277532"/>
                  </a:lnTo>
                  <a:lnTo>
                    <a:pt x="2922044" y="1228909"/>
                  </a:lnTo>
                  <a:lnTo>
                    <a:pt x="2896531" y="1200068"/>
                  </a:lnTo>
                  <a:lnTo>
                    <a:pt x="2849892" y="1152482"/>
                  </a:lnTo>
                  <a:lnTo>
                    <a:pt x="2800840" y="1109343"/>
                  </a:lnTo>
                  <a:lnTo>
                    <a:pt x="2748657" y="1070460"/>
                  </a:lnTo>
                  <a:lnTo>
                    <a:pt x="2692556" y="1035487"/>
                  </a:lnTo>
                  <a:lnTo>
                    <a:pt x="2631728" y="1004026"/>
                  </a:lnTo>
                  <a:lnTo>
                    <a:pt x="2565402" y="975675"/>
                  </a:lnTo>
                  <a:lnTo>
                    <a:pt x="2492906" y="950073"/>
                  </a:lnTo>
                  <a:lnTo>
                    <a:pt x="2413763" y="926911"/>
                  </a:lnTo>
                  <a:lnTo>
                    <a:pt x="2327817" y="905946"/>
                  </a:lnTo>
                  <a:lnTo>
                    <a:pt x="2235390" y="887010"/>
                  </a:lnTo>
                  <a:lnTo>
                    <a:pt x="2137455" y="870003"/>
                  </a:lnTo>
                  <a:lnTo>
                    <a:pt x="2035798" y="854891"/>
                  </a:lnTo>
                  <a:lnTo>
                    <a:pt x="1933107" y="841690"/>
                  </a:lnTo>
                  <a:lnTo>
                    <a:pt x="1832908" y="830444"/>
                  </a:lnTo>
                  <a:lnTo>
                    <a:pt x="1739298" y="821186"/>
                  </a:lnTo>
                  <a:lnTo>
                    <a:pt x="1656431" y="813906"/>
                  </a:lnTo>
                  <a:lnTo>
                    <a:pt x="1587841" y="808517"/>
                  </a:lnTo>
                  <a:lnTo>
                    <a:pt x="1535752" y="804837"/>
                  </a:lnTo>
                  <a:lnTo>
                    <a:pt x="1500573" y="802590"/>
                  </a:lnTo>
                  <a:lnTo>
                    <a:pt x="1480710" y="801440"/>
                  </a:lnTo>
                  <a:lnTo>
                    <a:pt x="1472684" y="801016"/>
                  </a:lnTo>
                  <a:lnTo>
                    <a:pt x="1471387" y="800953"/>
                  </a:lnTo>
                  <a:lnTo>
                    <a:pt x="0" y="800953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312" name="pl312"/>
            <p:cNvSpPr/>
            <p:nvPr/>
          </p:nvSpPr>
          <p:spPr>
            <a:xfrm>
              <a:off x="4799595" y="4211508"/>
              <a:ext cx="11981298" cy="3195642"/>
            </a:xfrm>
            <a:custGeom>
              <a:avLst/>
              <a:pathLst>
                <a:path w="11981298" h="3195642">
                  <a:moveTo>
                    <a:pt x="0" y="800953"/>
                  </a:moveTo>
                  <a:lnTo>
                    <a:pt x="1471387" y="800953"/>
                  </a:lnTo>
                  <a:lnTo>
                    <a:pt x="1472558" y="801010"/>
                  </a:lnTo>
                  <a:lnTo>
                    <a:pt x="1480250" y="801415"/>
                  </a:lnTo>
                  <a:lnTo>
                    <a:pt x="1499625" y="802533"/>
                  </a:lnTo>
                  <a:lnTo>
                    <a:pt x="1534224" y="804735"/>
                  </a:lnTo>
                  <a:lnTo>
                    <a:pt x="1585711" y="808360"/>
                  </a:lnTo>
                  <a:lnTo>
                    <a:pt x="1653746" y="813684"/>
                  </a:lnTo>
                  <a:lnTo>
                    <a:pt x="1736162" y="820895"/>
                  </a:lnTo>
                  <a:lnTo>
                    <a:pt x="1829462" y="830082"/>
                  </a:lnTo>
                  <a:lnTo>
                    <a:pt x="1929500" y="841259"/>
                  </a:lnTo>
                  <a:lnTo>
                    <a:pt x="2032168" y="854392"/>
                  </a:lnTo>
                  <a:lnTo>
                    <a:pt x="2133913" y="869437"/>
                  </a:lnTo>
                  <a:lnTo>
                    <a:pt x="2232015" y="886377"/>
                  </a:lnTo>
                  <a:lnTo>
                    <a:pt x="2324658" y="905243"/>
                  </a:lnTo>
                  <a:lnTo>
                    <a:pt x="2410841" y="926133"/>
                  </a:lnTo>
                  <a:lnTo>
                    <a:pt x="2490224" y="949214"/>
                  </a:lnTo>
                  <a:lnTo>
                    <a:pt x="2562949" y="974726"/>
                  </a:lnTo>
                  <a:lnTo>
                    <a:pt x="2629482" y="1002973"/>
                  </a:lnTo>
                  <a:lnTo>
                    <a:pt x="2690491" y="1034318"/>
                  </a:lnTo>
                  <a:lnTo>
                    <a:pt x="2746746" y="1069159"/>
                  </a:lnTo>
                  <a:lnTo>
                    <a:pt x="2799054" y="1107898"/>
                  </a:lnTo>
                  <a:lnTo>
                    <a:pt x="2848203" y="1150882"/>
                  </a:lnTo>
                  <a:lnTo>
                    <a:pt x="2894917" y="1198310"/>
                  </a:lnTo>
                  <a:lnTo>
                    <a:pt x="2896531" y="1200068"/>
                  </a:lnTo>
                  <a:lnTo>
                    <a:pt x="2936712" y="1246406"/>
                  </a:lnTo>
                  <a:lnTo>
                    <a:pt x="2975831" y="1296381"/>
                  </a:lnTo>
                  <a:lnTo>
                    <a:pt x="3014197" y="1350065"/>
                  </a:lnTo>
                  <a:lnTo>
                    <a:pt x="3052055" y="1407462"/>
                  </a:lnTo>
                  <a:lnTo>
                    <a:pt x="3089597" y="1468499"/>
                  </a:lnTo>
                  <a:lnTo>
                    <a:pt x="3126968" y="1533018"/>
                  </a:lnTo>
                  <a:lnTo>
                    <a:pt x="3164273" y="1600777"/>
                  </a:lnTo>
                  <a:lnTo>
                    <a:pt x="3201583" y="1671443"/>
                  </a:lnTo>
                  <a:lnTo>
                    <a:pt x="3238937" y="1744599"/>
                  </a:lnTo>
                  <a:lnTo>
                    <a:pt x="3276351" y="1819754"/>
                  </a:lnTo>
                  <a:lnTo>
                    <a:pt x="3313821" y="1896349"/>
                  </a:lnTo>
                  <a:lnTo>
                    <a:pt x="3351327" y="1973780"/>
                  </a:lnTo>
                  <a:lnTo>
                    <a:pt x="3388842" y="2051413"/>
                  </a:lnTo>
                  <a:lnTo>
                    <a:pt x="3426337" y="2128609"/>
                  </a:lnTo>
                  <a:lnTo>
                    <a:pt x="3463788" y="2204741"/>
                  </a:lnTo>
                  <a:lnTo>
                    <a:pt x="3501180" y="2279221"/>
                  </a:lnTo>
                  <a:lnTo>
                    <a:pt x="3538515" y="2351513"/>
                  </a:lnTo>
                  <a:lnTo>
                    <a:pt x="3575817" y="2421151"/>
                  </a:lnTo>
                  <a:lnTo>
                    <a:pt x="3613136" y="2487750"/>
                  </a:lnTo>
                  <a:lnTo>
                    <a:pt x="3650556" y="2551009"/>
                  </a:lnTo>
                  <a:lnTo>
                    <a:pt x="3688195" y="2610718"/>
                  </a:lnTo>
                  <a:lnTo>
                    <a:pt x="3726215" y="2666750"/>
                  </a:lnTo>
                  <a:lnTo>
                    <a:pt x="3764827" y="2719063"/>
                  </a:lnTo>
                  <a:lnTo>
                    <a:pt x="3804298" y="2767686"/>
                  </a:lnTo>
                  <a:lnTo>
                    <a:pt x="3829811" y="2796527"/>
                  </a:lnTo>
                  <a:lnTo>
                    <a:pt x="3876450" y="2844114"/>
                  </a:lnTo>
                  <a:lnTo>
                    <a:pt x="3925502" y="2887252"/>
                  </a:lnTo>
                  <a:lnTo>
                    <a:pt x="3977685" y="2926136"/>
                  </a:lnTo>
                  <a:lnTo>
                    <a:pt x="4033787" y="2961108"/>
                  </a:lnTo>
                  <a:lnTo>
                    <a:pt x="4094614" y="2992569"/>
                  </a:lnTo>
                  <a:lnTo>
                    <a:pt x="4160940" y="3020920"/>
                  </a:lnTo>
                  <a:lnTo>
                    <a:pt x="4233436" y="3046522"/>
                  </a:lnTo>
                  <a:lnTo>
                    <a:pt x="4312579" y="3069685"/>
                  </a:lnTo>
                  <a:lnTo>
                    <a:pt x="4398525" y="3090649"/>
                  </a:lnTo>
                  <a:lnTo>
                    <a:pt x="4490952" y="3109585"/>
                  </a:lnTo>
                  <a:lnTo>
                    <a:pt x="4588887" y="3126592"/>
                  </a:lnTo>
                  <a:lnTo>
                    <a:pt x="4690544" y="3141704"/>
                  </a:lnTo>
                  <a:lnTo>
                    <a:pt x="4793236" y="3154905"/>
                  </a:lnTo>
                  <a:lnTo>
                    <a:pt x="4893434" y="3166152"/>
                  </a:lnTo>
                  <a:lnTo>
                    <a:pt x="4987044" y="3175410"/>
                  </a:lnTo>
                  <a:lnTo>
                    <a:pt x="5069911" y="3182689"/>
                  </a:lnTo>
                  <a:lnTo>
                    <a:pt x="5138501" y="3188078"/>
                  </a:lnTo>
                  <a:lnTo>
                    <a:pt x="5190590" y="3191759"/>
                  </a:lnTo>
                  <a:lnTo>
                    <a:pt x="5225769" y="3194005"/>
                  </a:lnTo>
                  <a:lnTo>
                    <a:pt x="5245632" y="3195155"/>
                  </a:lnTo>
                  <a:lnTo>
                    <a:pt x="5253658" y="3195579"/>
                  </a:lnTo>
                  <a:lnTo>
                    <a:pt x="5254955" y="3195642"/>
                  </a:lnTo>
                  <a:lnTo>
                    <a:pt x="5254955" y="3195642"/>
                  </a:lnTo>
                  <a:lnTo>
                    <a:pt x="6726343" y="3195642"/>
                  </a:lnTo>
                  <a:lnTo>
                    <a:pt x="6727467" y="3195569"/>
                  </a:lnTo>
                  <a:lnTo>
                    <a:pt x="6734859" y="3195051"/>
                  </a:lnTo>
                  <a:lnTo>
                    <a:pt x="6753502" y="3193620"/>
                  </a:lnTo>
                  <a:lnTo>
                    <a:pt x="6786850" y="3190802"/>
                  </a:lnTo>
                  <a:lnTo>
                    <a:pt x="6836593" y="3186159"/>
                  </a:lnTo>
                  <a:lnTo>
                    <a:pt x="6902521" y="3179330"/>
                  </a:lnTo>
                  <a:lnTo>
                    <a:pt x="6982672" y="3170068"/>
                  </a:lnTo>
                  <a:lnTo>
                    <a:pt x="7073776" y="3158245"/>
                  </a:lnTo>
                  <a:lnTo>
                    <a:pt x="7171887" y="3143838"/>
                  </a:lnTo>
                  <a:lnTo>
                    <a:pt x="7273028" y="3126885"/>
                  </a:lnTo>
                  <a:lnTo>
                    <a:pt x="7373698" y="3107443"/>
                  </a:lnTo>
                  <a:lnTo>
                    <a:pt x="7471165" y="3085541"/>
                  </a:lnTo>
                  <a:lnTo>
                    <a:pt x="7563552" y="3061151"/>
                  </a:lnTo>
                  <a:lnTo>
                    <a:pt x="7649776" y="3034163"/>
                  </a:lnTo>
                  <a:lnTo>
                    <a:pt x="7729406" y="3004380"/>
                  </a:lnTo>
                  <a:lnTo>
                    <a:pt x="7802499" y="2971514"/>
                  </a:lnTo>
                  <a:lnTo>
                    <a:pt x="7869448" y="2935191"/>
                  </a:lnTo>
                  <a:lnTo>
                    <a:pt x="7930860" y="2894961"/>
                  </a:lnTo>
                  <a:lnTo>
                    <a:pt x="7987458" y="2850323"/>
                  </a:lnTo>
                  <a:lnTo>
                    <a:pt x="8040011" y="2800758"/>
                  </a:lnTo>
                  <a:lnTo>
                    <a:pt x="8089285" y="2745793"/>
                  </a:lnTo>
                  <a:lnTo>
                    <a:pt x="8135997" y="2685102"/>
                  </a:lnTo>
                  <a:lnTo>
                    <a:pt x="8151487" y="2663035"/>
                  </a:lnTo>
                  <a:lnTo>
                    <a:pt x="8187372" y="2608129"/>
                  </a:lnTo>
                  <a:lnTo>
                    <a:pt x="8222385" y="2549375"/>
                  </a:lnTo>
                  <a:lnTo>
                    <a:pt x="8256750" y="2486696"/>
                  </a:lnTo>
                  <a:lnTo>
                    <a:pt x="8290655" y="2420069"/>
                  </a:lnTo>
                  <a:lnTo>
                    <a:pt x="8324247" y="2349534"/>
                  </a:lnTo>
                  <a:lnTo>
                    <a:pt x="8357646" y="2275201"/>
                  </a:lnTo>
                  <a:lnTo>
                    <a:pt x="8390942" y="2197251"/>
                  </a:lnTo>
                  <a:lnTo>
                    <a:pt x="8424202" y="2115940"/>
                  </a:lnTo>
                  <a:lnTo>
                    <a:pt x="8457472" y="2031596"/>
                  </a:lnTo>
                  <a:lnTo>
                    <a:pt x="8490778" y="1944620"/>
                  </a:lnTo>
                  <a:lnTo>
                    <a:pt x="8524131" y="1855477"/>
                  </a:lnTo>
                  <a:lnTo>
                    <a:pt x="8557531" y="1764687"/>
                  </a:lnTo>
                  <a:lnTo>
                    <a:pt x="8590965" y="1672812"/>
                  </a:lnTo>
                  <a:lnTo>
                    <a:pt x="8624416" y="1580446"/>
                  </a:lnTo>
                  <a:lnTo>
                    <a:pt x="8657862" y="1488194"/>
                  </a:lnTo>
                  <a:lnTo>
                    <a:pt x="8691285" y="1396659"/>
                  </a:lnTo>
                  <a:lnTo>
                    <a:pt x="8724669" y="1306424"/>
                  </a:lnTo>
                  <a:lnTo>
                    <a:pt x="8758004" y="1218037"/>
                  </a:lnTo>
                  <a:lnTo>
                    <a:pt x="8791294" y="1132000"/>
                  </a:lnTo>
                  <a:lnTo>
                    <a:pt x="8824556" y="1048753"/>
                  </a:lnTo>
                  <a:lnTo>
                    <a:pt x="8857823" y="968671"/>
                  </a:lnTo>
                  <a:lnTo>
                    <a:pt x="8891149" y="892055"/>
                  </a:lnTo>
                  <a:lnTo>
                    <a:pt x="8924608" y="819133"/>
                  </a:lnTo>
                  <a:lnTo>
                    <a:pt x="8958303" y="750059"/>
                  </a:lnTo>
                  <a:lnTo>
                    <a:pt x="8992361" y="684915"/>
                  </a:lnTo>
                  <a:lnTo>
                    <a:pt x="9026946" y="623717"/>
                  </a:lnTo>
                  <a:lnTo>
                    <a:pt x="9062258" y="566423"/>
                  </a:lnTo>
                  <a:lnTo>
                    <a:pt x="9084767" y="532607"/>
                  </a:lnTo>
                  <a:lnTo>
                    <a:pt x="9130751" y="469934"/>
                  </a:lnTo>
                  <a:lnTo>
                    <a:pt x="9179074" y="413038"/>
                  </a:lnTo>
                  <a:lnTo>
                    <a:pt x="9230422" y="361676"/>
                  </a:lnTo>
                  <a:lnTo>
                    <a:pt x="9285550" y="315412"/>
                  </a:lnTo>
                  <a:lnTo>
                    <a:pt x="9345232" y="273734"/>
                  </a:lnTo>
                  <a:lnTo>
                    <a:pt x="9410213" y="236129"/>
                  </a:lnTo>
                  <a:lnTo>
                    <a:pt x="9481150" y="202128"/>
                  </a:lnTo>
                  <a:lnTo>
                    <a:pt x="9558519" y="171328"/>
                  </a:lnTo>
                  <a:lnTo>
                    <a:pt x="9642511" y="143412"/>
                  </a:lnTo>
                  <a:lnTo>
                    <a:pt x="9732878" y="118151"/>
                  </a:lnTo>
                  <a:lnTo>
                    <a:pt x="9828778" y="95406"/>
                  </a:lnTo>
                  <a:lnTo>
                    <a:pt x="9928617" y="75122"/>
                  </a:lnTo>
                  <a:lnTo>
                    <a:pt x="10029956" y="57313"/>
                  </a:lnTo>
                  <a:lnTo>
                    <a:pt x="10129534" y="42030"/>
                  </a:lnTo>
                  <a:lnTo>
                    <a:pt x="10223491" y="29323"/>
                  </a:lnTo>
                  <a:lnTo>
                    <a:pt x="10307801" y="19194"/>
                  </a:lnTo>
                  <a:lnTo>
                    <a:pt x="10378887" y="11555"/>
                  </a:lnTo>
                  <a:lnTo>
                    <a:pt x="10434278" y="6200"/>
                  </a:lnTo>
                  <a:lnTo>
                    <a:pt x="10473134" y="2805"/>
                  </a:lnTo>
                  <a:lnTo>
                    <a:pt x="10496497" y="952"/>
                  </a:lnTo>
                  <a:lnTo>
                    <a:pt x="10507245" y="176"/>
                  </a:lnTo>
                  <a:lnTo>
                    <a:pt x="10509864" y="2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13" name="pl313"/>
            <p:cNvSpPr/>
            <p:nvPr/>
          </p:nvSpPr>
          <p:spPr>
            <a:xfrm>
              <a:off x="4799595" y="4203335"/>
              <a:ext cx="11981298" cy="3195642"/>
            </a:xfrm>
            <a:custGeom>
              <a:avLst/>
              <a:pathLst>
                <a:path w="11981298" h="3195642">
                  <a:moveTo>
                    <a:pt x="11981298" y="0"/>
                  </a:moveTo>
                  <a:lnTo>
                    <a:pt x="10509911" y="0"/>
                  </a:lnTo>
                  <a:lnTo>
                    <a:pt x="10508786" y="72"/>
                  </a:lnTo>
                  <a:lnTo>
                    <a:pt x="10501394" y="590"/>
                  </a:lnTo>
                  <a:lnTo>
                    <a:pt x="10482751" y="2021"/>
                  </a:lnTo>
                  <a:lnTo>
                    <a:pt x="10449403" y="4839"/>
                  </a:lnTo>
                  <a:lnTo>
                    <a:pt x="10399660" y="9482"/>
                  </a:lnTo>
                  <a:lnTo>
                    <a:pt x="10333732" y="16311"/>
                  </a:lnTo>
                  <a:lnTo>
                    <a:pt x="10253581" y="25574"/>
                  </a:lnTo>
                  <a:lnTo>
                    <a:pt x="10162477" y="37396"/>
                  </a:lnTo>
                  <a:lnTo>
                    <a:pt x="10064366" y="51804"/>
                  </a:lnTo>
                  <a:lnTo>
                    <a:pt x="9963225" y="68756"/>
                  </a:lnTo>
                  <a:lnTo>
                    <a:pt x="9862556" y="88198"/>
                  </a:lnTo>
                  <a:lnTo>
                    <a:pt x="9765089" y="110100"/>
                  </a:lnTo>
                  <a:lnTo>
                    <a:pt x="9672701" y="134491"/>
                  </a:lnTo>
                  <a:lnTo>
                    <a:pt x="9586477" y="161478"/>
                  </a:lnTo>
                  <a:lnTo>
                    <a:pt x="9506847" y="191261"/>
                  </a:lnTo>
                  <a:lnTo>
                    <a:pt x="9433755" y="224127"/>
                  </a:lnTo>
                  <a:lnTo>
                    <a:pt x="9366805" y="260451"/>
                  </a:lnTo>
                  <a:lnTo>
                    <a:pt x="9305393" y="300681"/>
                  </a:lnTo>
                  <a:lnTo>
                    <a:pt x="9248796" y="345319"/>
                  </a:lnTo>
                  <a:lnTo>
                    <a:pt x="9196243" y="394884"/>
                  </a:lnTo>
                  <a:lnTo>
                    <a:pt x="9146968" y="449849"/>
                  </a:lnTo>
                  <a:lnTo>
                    <a:pt x="9100256" y="510539"/>
                  </a:lnTo>
                  <a:lnTo>
                    <a:pt x="9084767" y="532607"/>
                  </a:lnTo>
                  <a:lnTo>
                    <a:pt x="9048881" y="587513"/>
                  </a:lnTo>
                  <a:lnTo>
                    <a:pt x="9013869" y="646266"/>
                  </a:lnTo>
                  <a:lnTo>
                    <a:pt x="8979503" y="708946"/>
                  </a:lnTo>
                  <a:lnTo>
                    <a:pt x="8945598" y="775573"/>
                  </a:lnTo>
                  <a:lnTo>
                    <a:pt x="8912006" y="846107"/>
                  </a:lnTo>
                  <a:lnTo>
                    <a:pt x="8878607" y="920440"/>
                  </a:lnTo>
                  <a:lnTo>
                    <a:pt x="8845311" y="998390"/>
                  </a:lnTo>
                  <a:lnTo>
                    <a:pt x="8812051" y="1079701"/>
                  </a:lnTo>
                  <a:lnTo>
                    <a:pt x="8778782" y="1164045"/>
                  </a:lnTo>
                  <a:lnTo>
                    <a:pt x="8745476" y="1251021"/>
                  </a:lnTo>
                  <a:lnTo>
                    <a:pt x="8712122" y="1340164"/>
                  </a:lnTo>
                  <a:lnTo>
                    <a:pt x="8678722" y="1430955"/>
                  </a:lnTo>
                  <a:lnTo>
                    <a:pt x="8645288" y="1522829"/>
                  </a:lnTo>
                  <a:lnTo>
                    <a:pt x="8611838" y="1615195"/>
                  </a:lnTo>
                  <a:lnTo>
                    <a:pt x="8578391" y="1707447"/>
                  </a:lnTo>
                  <a:lnTo>
                    <a:pt x="8544968" y="1798982"/>
                  </a:lnTo>
                  <a:lnTo>
                    <a:pt x="8511585" y="1889217"/>
                  </a:lnTo>
                  <a:lnTo>
                    <a:pt x="8478249" y="1977604"/>
                  </a:lnTo>
                  <a:lnTo>
                    <a:pt x="8444959" y="2063641"/>
                  </a:lnTo>
                  <a:lnTo>
                    <a:pt x="8411697" y="2146888"/>
                  </a:lnTo>
                  <a:lnTo>
                    <a:pt x="8378430" y="2226970"/>
                  </a:lnTo>
                  <a:lnTo>
                    <a:pt x="8345104" y="2303586"/>
                  </a:lnTo>
                  <a:lnTo>
                    <a:pt x="8311645" y="2376508"/>
                  </a:lnTo>
                  <a:lnTo>
                    <a:pt x="8277951" y="2445582"/>
                  </a:lnTo>
                  <a:lnTo>
                    <a:pt x="8243892" y="2510726"/>
                  </a:lnTo>
                  <a:lnTo>
                    <a:pt x="8209307" y="2571924"/>
                  </a:lnTo>
                  <a:lnTo>
                    <a:pt x="8173995" y="2629219"/>
                  </a:lnTo>
                  <a:lnTo>
                    <a:pt x="8151487" y="2663035"/>
                  </a:lnTo>
                  <a:lnTo>
                    <a:pt x="8105502" y="2725707"/>
                  </a:lnTo>
                  <a:lnTo>
                    <a:pt x="8057180" y="2782603"/>
                  </a:lnTo>
                  <a:lnTo>
                    <a:pt x="8005831" y="2833965"/>
                  </a:lnTo>
                  <a:lnTo>
                    <a:pt x="7950704" y="2880229"/>
                  </a:lnTo>
                  <a:lnTo>
                    <a:pt x="7891022" y="2921907"/>
                  </a:lnTo>
                  <a:lnTo>
                    <a:pt x="7826040" y="2959512"/>
                  </a:lnTo>
                  <a:lnTo>
                    <a:pt x="7755104" y="2993513"/>
                  </a:lnTo>
                  <a:lnTo>
                    <a:pt x="7677734" y="3024313"/>
                  </a:lnTo>
                  <a:lnTo>
                    <a:pt x="7593743" y="3052229"/>
                  </a:lnTo>
                  <a:lnTo>
                    <a:pt x="7503376" y="3077490"/>
                  </a:lnTo>
                  <a:lnTo>
                    <a:pt x="7407476" y="3100236"/>
                  </a:lnTo>
                  <a:lnTo>
                    <a:pt x="7307636" y="3120519"/>
                  </a:lnTo>
                  <a:lnTo>
                    <a:pt x="7206297" y="3138328"/>
                  </a:lnTo>
                  <a:lnTo>
                    <a:pt x="7106719" y="3153611"/>
                  </a:lnTo>
                  <a:lnTo>
                    <a:pt x="7012763" y="3166319"/>
                  </a:lnTo>
                  <a:lnTo>
                    <a:pt x="6928453" y="3176447"/>
                  </a:lnTo>
                  <a:lnTo>
                    <a:pt x="6857366" y="3184086"/>
                  </a:lnTo>
                  <a:lnTo>
                    <a:pt x="6801975" y="3189441"/>
                  </a:lnTo>
                  <a:lnTo>
                    <a:pt x="6763119" y="3192837"/>
                  </a:lnTo>
                  <a:lnTo>
                    <a:pt x="6739756" y="3194689"/>
                  </a:lnTo>
                  <a:lnTo>
                    <a:pt x="6729008" y="3195465"/>
                  </a:lnTo>
                  <a:lnTo>
                    <a:pt x="6726389" y="3195639"/>
                  </a:lnTo>
                  <a:lnTo>
                    <a:pt x="6726343" y="3195642"/>
                  </a:lnTo>
                  <a:lnTo>
                    <a:pt x="5254955" y="3195642"/>
                  </a:lnTo>
                  <a:lnTo>
                    <a:pt x="5253784" y="3195585"/>
                  </a:lnTo>
                  <a:lnTo>
                    <a:pt x="5246092" y="3195180"/>
                  </a:lnTo>
                  <a:lnTo>
                    <a:pt x="5226717" y="3194062"/>
                  </a:lnTo>
                  <a:lnTo>
                    <a:pt x="5192118" y="3191861"/>
                  </a:lnTo>
                  <a:lnTo>
                    <a:pt x="5140631" y="3188236"/>
                  </a:lnTo>
                  <a:lnTo>
                    <a:pt x="5072596" y="3182911"/>
                  </a:lnTo>
                  <a:lnTo>
                    <a:pt x="4990180" y="3175700"/>
                  </a:lnTo>
                  <a:lnTo>
                    <a:pt x="4896880" y="3166513"/>
                  </a:lnTo>
                  <a:lnTo>
                    <a:pt x="4796842" y="3155336"/>
                  </a:lnTo>
                  <a:lnTo>
                    <a:pt x="4694174" y="3142203"/>
                  </a:lnTo>
                  <a:lnTo>
                    <a:pt x="4592429" y="3127158"/>
                  </a:lnTo>
                  <a:lnTo>
                    <a:pt x="4494327" y="3110218"/>
                  </a:lnTo>
                  <a:lnTo>
                    <a:pt x="4401685" y="3091352"/>
                  </a:lnTo>
                  <a:lnTo>
                    <a:pt x="4315501" y="3070462"/>
                  </a:lnTo>
                  <a:lnTo>
                    <a:pt x="4236118" y="3047381"/>
                  </a:lnTo>
                  <a:lnTo>
                    <a:pt x="4163393" y="3021869"/>
                  </a:lnTo>
                  <a:lnTo>
                    <a:pt x="4096860" y="2993622"/>
                  </a:lnTo>
                  <a:lnTo>
                    <a:pt x="4035851" y="2962277"/>
                  </a:lnTo>
                  <a:lnTo>
                    <a:pt x="3979596" y="2927436"/>
                  </a:lnTo>
                  <a:lnTo>
                    <a:pt x="3927288" y="2888697"/>
                  </a:lnTo>
                  <a:lnTo>
                    <a:pt x="3878139" y="2845713"/>
                  </a:lnTo>
                  <a:lnTo>
                    <a:pt x="3831425" y="2798285"/>
                  </a:lnTo>
                  <a:lnTo>
                    <a:pt x="3829811" y="2796527"/>
                  </a:lnTo>
                  <a:lnTo>
                    <a:pt x="3789630" y="2750189"/>
                  </a:lnTo>
                  <a:lnTo>
                    <a:pt x="3750511" y="2700214"/>
                  </a:lnTo>
                  <a:lnTo>
                    <a:pt x="3712145" y="2646530"/>
                  </a:lnTo>
                  <a:lnTo>
                    <a:pt x="3674287" y="2589133"/>
                  </a:lnTo>
                  <a:lnTo>
                    <a:pt x="3636745" y="2528096"/>
                  </a:lnTo>
                  <a:lnTo>
                    <a:pt x="3599374" y="2463577"/>
                  </a:lnTo>
                  <a:lnTo>
                    <a:pt x="3562069" y="2395818"/>
                  </a:lnTo>
                  <a:lnTo>
                    <a:pt x="3524759" y="2325153"/>
                  </a:lnTo>
                  <a:lnTo>
                    <a:pt x="3487405" y="2251996"/>
                  </a:lnTo>
                  <a:lnTo>
                    <a:pt x="3449991" y="2176842"/>
                  </a:lnTo>
                  <a:lnTo>
                    <a:pt x="3412521" y="2100246"/>
                  </a:lnTo>
                  <a:lnTo>
                    <a:pt x="3375015" y="2022815"/>
                  </a:lnTo>
                  <a:lnTo>
                    <a:pt x="3337500" y="1945182"/>
                  </a:lnTo>
                  <a:lnTo>
                    <a:pt x="3300005" y="1867987"/>
                  </a:lnTo>
                  <a:lnTo>
                    <a:pt x="3262554" y="1791854"/>
                  </a:lnTo>
                  <a:lnTo>
                    <a:pt x="3225162" y="1717374"/>
                  </a:lnTo>
                  <a:lnTo>
                    <a:pt x="3187827" y="1645082"/>
                  </a:lnTo>
                  <a:lnTo>
                    <a:pt x="3150525" y="1575444"/>
                  </a:lnTo>
                  <a:lnTo>
                    <a:pt x="3113206" y="1508845"/>
                  </a:lnTo>
                  <a:lnTo>
                    <a:pt x="3075787" y="1445586"/>
                  </a:lnTo>
                  <a:lnTo>
                    <a:pt x="3038147" y="1385877"/>
                  </a:lnTo>
                  <a:lnTo>
                    <a:pt x="3000127" y="1329845"/>
                  </a:lnTo>
                  <a:lnTo>
                    <a:pt x="2961515" y="1277532"/>
                  </a:lnTo>
                  <a:lnTo>
                    <a:pt x="2922044" y="1228909"/>
                  </a:lnTo>
                  <a:lnTo>
                    <a:pt x="2896531" y="1200068"/>
                  </a:lnTo>
                  <a:lnTo>
                    <a:pt x="2849892" y="1152482"/>
                  </a:lnTo>
                  <a:lnTo>
                    <a:pt x="2800840" y="1109343"/>
                  </a:lnTo>
                  <a:lnTo>
                    <a:pt x="2748657" y="1070460"/>
                  </a:lnTo>
                  <a:lnTo>
                    <a:pt x="2692556" y="1035487"/>
                  </a:lnTo>
                  <a:lnTo>
                    <a:pt x="2631728" y="1004026"/>
                  </a:lnTo>
                  <a:lnTo>
                    <a:pt x="2565402" y="975675"/>
                  </a:lnTo>
                  <a:lnTo>
                    <a:pt x="2492906" y="950073"/>
                  </a:lnTo>
                  <a:lnTo>
                    <a:pt x="2413763" y="926911"/>
                  </a:lnTo>
                  <a:lnTo>
                    <a:pt x="2327817" y="905946"/>
                  </a:lnTo>
                  <a:lnTo>
                    <a:pt x="2235390" y="887010"/>
                  </a:lnTo>
                  <a:lnTo>
                    <a:pt x="2137455" y="870003"/>
                  </a:lnTo>
                  <a:lnTo>
                    <a:pt x="2035798" y="854891"/>
                  </a:lnTo>
                  <a:lnTo>
                    <a:pt x="1933107" y="841690"/>
                  </a:lnTo>
                  <a:lnTo>
                    <a:pt x="1832908" y="830444"/>
                  </a:lnTo>
                  <a:lnTo>
                    <a:pt x="1739298" y="821186"/>
                  </a:lnTo>
                  <a:lnTo>
                    <a:pt x="1656431" y="813906"/>
                  </a:lnTo>
                  <a:lnTo>
                    <a:pt x="1587841" y="808517"/>
                  </a:lnTo>
                  <a:lnTo>
                    <a:pt x="1535752" y="804837"/>
                  </a:lnTo>
                  <a:lnTo>
                    <a:pt x="1500573" y="802590"/>
                  </a:lnTo>
                  <a:lnTo>
                    <a:pt x="1480710" y="801440"/>
                  </a:lnTo>
                  <a:lnTo>
                    <a:pt x="1472684" y="801016"/>
                  </a:lnTo>
                  <a:lnTo>
                    <a:pt x="1471387" y="800953"/>
                  </a:lnTo>
                  <a:lnTo>
                    <a:pt x="1471387" y="800953"/>
                  </a:lnTo>
                  <a:lnTo>
                    <a:pt x="0" y="80095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14" name="pg314"/>
            <p:cNvSpPr/>
            <p:nvPr/>
          </p:nvSpPr>
          <p:spPr>
            <a:xfrm>
              <a:off x="4799595" y="4473044"/>
              <a:ext cx="11981298" cy="2942279"/>
            </a:xfrm>
            <a:custGeom>
              <a:avLst/>
              <a:pathLst>
                <a:path w="11981298" h="2942279">
                  <a:moveTo>
                    <a:pt x="0" y="547590"/>
                  </a:moveTo>
                  <a:lnTo>
                    <a:pt x="1471387" y="547590"/>
                  </a:lnTo>
                  <a:lnTo>
                    <a:pt x="1472558" y="547647"/>
                  </a:lnTo>
                  <a:lnTo>
                    <a:pt x="1480250" y="548052"/>
                  </a:lnTo>
                  <a:lnTo>
                    <a:pt x="1499625" y="549170"/>
                  </a:lnTo>
                  <a:lnTo>
                    <a:pt x="1534224" y="551372"/>
                  </a:lnTo>
                  <a:lnTo>
                    <a:pt x="1585711" y="554997"/>
                  </a:lnTo>
                  <a:lnTo>
                    <a:pt x="1653746" y="560321"/>
                  </a:lnTo>
                  <a:lnTo>
                    <a:pt x="1736162" y="567532"/>
                  </a:lnTo>
                  <a:lnTo>
                    <a:pt x="1829462" y="576719"/>
                  </a:lnTo>
                  <a:lnTo>
                    <a:pt x="1929500" y="587896"/>
                  </a:lnTo>
                  <a:lnTo>
                    <a:pt x="2032168" y="601029"/>
                  </a:lnTo>
                  <a:lnTo>
                    <a:pt x="2133913" y="616074"/>
                  </a:lnTo>
                  <a:lnTo>
                    <a:pt x="2232015" y="633014"/>
                  </a:lnTo>
                  <a:lnTo>
                    <a:pt x="2324658" y="651880"/>
                  </a:lnTo>
                  <a:lnTo>
                    <a:pt x="2410841" y="672770"/>
                  </a:lnTo>
                  <a:lnTo>
                    <a:pt x="2490224" y="695852"/>
                  </a:lnTo>
                  <a:lnTo>
                    <a:pt x="2562949" y="721363"/>
                  </a:lnTo>
                  <a:lnTo>
                    <a:pt x="2629482" y="749610"/>
                  </a:lnTo>
                  <a:lnTo>
                    <a:pt x="2690491" y="780955"/>
                  </a:lnTo>
                  <a:lnTo>
                    <a:pt x="2746746" y="815796"/>
                  </a:lnTo>
                  <a:lnTo>
                    <a:pt x="2799054" y="854535"/>
                  </a:lnTo>
                  <a:lnTo>
                    <a:pt x="2848203" y="897519"/>
                  </a:lnTo>
                  <a:lnTo>
                    <a:pt x="2894917" y="944948"/>
                  </a:lnTo>
                  <a:lnTo>
                    <a:pt x="2896531" y="946705"/>
                  </a:lnTo>
                  <a:lnTo>
                    <a:pt x="2936712" y="993043"/>
                  </a:lnTo>
                  <a:lnTo>
                    <a:pt x="2975831" y="1043018"/>
                  </a:lnTo>
                  <a:lnTo>
                    <a:pt x="3014197" y="1096702"/>
                  </a:lnTo>
                  <a:lnTo>
                    <a:pt x="3052055" y="1154099"/>
                  </a:lnTo>
                  <a:lnTo>
                    <a:pt x="3089597" y="1215136"/>
                  </a:lnTo>
                  <a:lnTo>
                    <a:pt x="3126968" y="1279655"/>
                  </a:lnTo>
                  <a:lnTo>
                    <a:pt x="3164273" y="1347414"/>
                  </a:lnTo>
                  <a:lnTo>
                    <a:pt x="3201583" y="1418080"/>
                  </a:lnTo>
                  <a:lnTo>
                    <a:pt x="3238937" y="1491236"/>
                  </a:lnTo>
                  <a:lnTo>
                    <a:pt x="3276351" y="1566391"/>
                  </a:lnTo>
                  <a:lnTo>
                    <a:pt x="3313821" y="1642986"/>
                  </a:lnTo>
                  <a:lnTo>
                    <a:pt x="3351327" y="1720417"/>
                  </a:lnTo>
                  <a:lnTo>
                    <a:pt x="3388842" y="1798050"/>
                  </a:lnTo>
                  <a:lnTo>
                    <a:pt x="3426337" y="1875246"/>
                  </a:lnTo>
                  <a:lnTo>
                    <a:pt x="3463788" y="1951378"/>
                  </a:lnTo>
                  <a:lnTo>
                    <a:pt x="3501180" y="2025858"/>
                  </a:lnTo>
                  <a:lnTo>
                    <a:pt x="3538515" y="2098150"/>
                  </a:lnTo>
                  <a:lnTo>
                    <a:pt x="3575817" y="2167788"/>
                  </a:lnTo>
                  <a:lnTo>
                    <a:pt x="3613136" y="2234387"/>
                  </a:lnTo>
                  <a:lnTo>
                    <a:pt x="3650556" y="2297646"/>
                  </a:lnTo>
                  <a:lnTo>
                    <a:pt x="3688195" y="2357355"/>
                  </a:lnTo>
                  <a:lnTo>
                    <a:pt x="3726215" y="2413388"/>
                  </a:lnTo>
                  <a:lnTo>
                    <a:pt x="3764827" y="2465700"/>
                  </a:lnTo>
                  <a:lnTo>
                    <a:pt x="3804298" y="2514323"/>
                  </a:lnTo>
                  <a:lnTo>
                    <a:pt x="3829811" y="2543164"/>
                  </a:lnTo>
                  <a:lnTo>
                    <a:pt x="3876450" y="2590751"/>
                  </a:lnTo>
                  <a:lnTo>
                    <a:pt x="3925502" y="2633889"/>
                  </a:lnTo>
                  <a:lnTo>
                    <a:pt x="3977685" y="2672773"/>
                  </a:lnTo>
                  <a:lnTo>
                    <a:pt x="4033787" y="2707745"/>
                  </a:lnTo>
                  <a:lnTo>
                    <a:pt x="4094614" y="2739206"/>
                  </a:lnTo>
                  <a:lnTo>
                    <a:pt x="4160940" y="2767557"/>
                  </a:lnTo>
                  <a:lnTo>
                    <a:pt x="4233436" y="2793159"/>
                  </a:lnTo>
                  <a:lnTo>
                    <a:pt x="4312579" y="2816322"/>
                  </a:lnTo>
                  <a:lnTo>
                    <a:pt x="4398525" y="2837286"/>
                  </a:lnTo>
                  <a:lnTo>
                    <a:pt x="4490952" y="2856222"/>
                  </a:lnTo>
                  <a:lnTo>
                    <a:pt x="4588887" y="2873229"/>
                  </a:lnTo>
                  <a:lnTo>
                    <a:pt x="4690544" y="2888341"/>
                  </a:lnTo>
                  <a:lnTo>
                    <a:pt x="4793236" y="2901542"/>
                  </a:lnTo>
                  <a:lnTo>
                    <a:pt x="4893434" y="2912789"/>
                  </a:lnTo>
                  <a:lnTo>
                    <a:pt x="4987044" y="2922047"/>
                  </a:lnTo>
                  <a:lnTo>
                    <a:pt x="5069911" y="2929326"/>
                  </a:lnTo>
                  <a:lnTo>
                    <a:pt x="5138501" y="2934715"/>
                  </a:lnTo>
                  <a:lnTo>
                    <a:pt x="5190590" y="2938396"/>
                  </a:lnTo>
                  <a:lnTo>
                    <a:pt x="5225769" y="2940642"/>
                  </a:lnTo>
                  <a:lnTo>
                    <a:pt x="5245632" y="2941792"/>
                  </a:lnTo>
                  <a:lnTo>
                    <a:pt x="5253658" y="2942216"/>
                  </a:lnTo>
                  <a:lnTo>
                    <a:pt x="5254955" y="2942279"/>
                  </a:lnTo>
                  <a:lnTo>
                    <a:pt x="6726343" y="2942279"/>
                  </a:lnTo>
                  <a:lnTo>
                    <a:pt x="6727483" y="2942211"/>
                  </a:lnTo>
                  <a:lnTo>
                    <a:pt x="6734980" y="2941729"/>
                  </a:lnTo>
                  <a:lnTo>
                    <a:pt x="6753877" y="2940395"/>
                  </a:lnTo>
                  <a:lnTo>
                    <a:pt x="6787660" y="2937770"/>
                  </a:lnTo>
                  <a:lnTo>
                    <a:pt x="6838010" y="2933444"/>
                  </a:lnTo>
                  <a:lnTo>
                    <a:pt x="6904674" y="2927086"/>
                  </a:lnTo>
                  <a:lnTo>
                    <a:pt x="6985618" y="2918467"/>
                  </a:lnTo>
                  <a:lnTo>
                    <a:pt x="7077493" y="2907472"/>
                  </a:lnTo>
                  <a:lnTo>
                    <a:pt x="7176283" y="2894081"/>
                  </a:lnTo>
                  <a:lnTo>
                    <a:pt x="7277965" y="2878333"/>
                  </a:lnTo>
                  <a:lnTo>
                    <a:pt x="7379019" y="2860279"/>
                  </a:lnTo>
                  <a:lnTo>
                    <a:pt x="7476716" y="2839944"/>
                  </a:lnTo>
                  <a:lnTo>
                    <a:pt x="7569199" y="2817299"/>
                  </a:lnTo>
                  <a:lnTo>
                    <a:pt x="7655414" y="2792236"/>
                  </a:lnTo>
                  <a:lnTo>
                    <a:pt x="7734961" y="2764566"/>
                  </a:lnTo>
                  <a:lnTo>
                    <a:pt x="7807927" y="2734015"/>
                  </a:lnTo>
                  <a:lnTo>
                    <a:pt x="7874732" y="2700229"/>
                  </a:lnTo>
                  <a:lnTo>
                    <a:pt x="7936001" y="2662783"/>
                  </a:lnTo>
                  <a:lnTo>
                    <a:pt x="7992477" y="2621209"/>
                  </a:lnTo>
                  <a:lnTo>
                    <a:pt x="8044940" y="2575023"/>
                  </a:lnTo>
                  <a:lnTo>
                    <a:pt x="8094167" y="2523793"/>
                  </a:lnTo>
                  <a:lnTo>
                    <a:pt x="8140875" y="2467238"/>
                  </a:lnTo>
                  <a:lnTo>
                    <a:pt x="8151487" y="2453261"/>
                  </a:lnTo>
                  <a:lnTo>
                    <a:pt x="8188644" y="2400972"/>
                  </a:lnTo>
                  <a:lnTo>
                    <a:pt x="8224874" y="2344888"/>
                  </a:lnTo>
                  <a:lnTo>
                    <a:pt x="8260425" y="2284933"/>
                  </a:lnTo>
                  <a:lnTo>
                    <a:pt x="8295500" y="2221089"/>
                  </a:lnTo>
                  <a:lnTo>
                    <a:pt x="8330260" y="2153407"/>
                  </a:lnTo>
                  <a:lnTo>
                    <a:pt x="8364832" y="2082010"/>
                  </a:lnTo>
                  <a:lnTo>
                    <a:pt x="8399310" y="2007097"/>
                  </a:lnTo>
                  <a:lnTo>
                    <a:pt x="8433765" y="1928947"/>
                  </a:lnTo>
                  <a:lnTo>
                    <a:pt x="8468239" y="1847916"/>
                  </a:lnTo>
                  <a:lnTo>
                    <a:pt x="8502759" y="1764434"/>
                  </a:lnTo>
                  <a:lnTo>
                    <a:pt x="8537330" y="1678995"/>
                  </a:lnTo>
                  <a:lnTo>
                    <a:pt x="8571946" y="1592147"/>
                  </a:lnTo>
                  <a:lnTo>
                    <a:pt x="8606592" y="1504481"/>
                  </a:lnTo>
                  <a:lnTo>
                    <a:pt x="8641246" y="1416609"/>
                  </a:lnTo>
                  <a:lnTo>
                    <a:pt x="8675884" y="1329149"/>
                  </a:lnTo>
                  <a:lnTo>
                    <a:pt x="8710486" y="1242709"/>
                  </a:lnTo>
                  <a:lnTo>
                    <a:pt x="8745040" y="1157865"/>
                  </a:lnTo>
                  <a:lnTo>
                    <a:pt x="8779543" y="1075151"/>
                  </a:lnTo>
                  <a:lnTo>
                    <a:pt x="8814007" y="995039"/>
                  </a:lnTo>
                  <a:lnTo>
                    <a:pt x="8848464" y="917935"/>
                  </a:lnTo>
                  <a:lnTo>
                    <a:pt x="8882965" y="844170"/>
                  </a:lnTo>
                  <a:lnTo>
                    <a:pt x="8917587" y="773996"/>
                  </a:lnTo>
                  <a:lnTo>
                    <a:pt x="8952437" y="707588"/>
                  </a:lnTo>
                  <a:lnTo>
                    <a:pt x="8987651" y="645042"/>
                  </a:lnTo>
                  <a:lnTo>
                    <a:pt x="9023404" y="586386"/>
                  </a:lnTo>
                  <a:lnTo>
                    <a:pt x="9059914" y="531582"/>
                  </a:lnTo>
                  <a:lnTo>
                    <a:pt x="9084767" y="497190"/>
                  </a:lnTo>
                  <a:lnTo>
                    <a:pt x="9130980" y="439380"/>
                  </a:lnTo>
                  <a:lnTo>
                    <a:pt x="9179558" y="386924"/>
                  </a:lnTo>
                  <a:lnTo>
                    <a:pt x="9231198" y="339596"/>
                  </a:lnTo>
                  <a:lnTo>
                    <a:pt x="9286666" y="296987"/>
                  </a:lnTo>
                  <a:lnTo>
                    <a:pt x="9346748" y="258621"/>
                  </a:lnTo>
                  <a:lnTo>
                    <a:pt x="9412198" y="224020"/>
                  </a:lnTo>
                  <a:lnTo>
                    <a:pt x="9483678" y="192748"/>
                  </a:lnTo>
                  <a:lnTo>
                    <a:pt x="9561667" y="164433"/>
                  </a:lnTo>
                  <a:lnTo>
                    <a:pt x="9646340" y="138782"/>
                  </a:lnTo>
                  <a:lnTo>
                    <a:pt x="9737428" y="115585"/>
                  </a:lnTo>
                  <a:lnTo>
                    <a:pt x="9834042" y="94716"/>
                  </a:lnTo>
                  <a:lnTo>
                    <a:pt x="9934524" y="76129"/>
                  </a:lnTo>
                  <a:lnTo>
                    <a:pt x="10036348" y="59838"/>
                  </a:lnTo>
                  <a:lnTo>
                    <a:pt x="10136162" y="45892"/>
                  </a:lnTo>
                  <a:lnTo>
                    <a:pt x="10230021" y="34337"/>
                  </a:lnTo>
                  <a:lnTo>
                    <a:pt x="10313853" y="25169"/>
                  </a:lnTo>
                  <a:lnTo>
                    <a:pt x="10384090" y="18299"/>
                  </a:lnTo>
                  <a:lnTo>
                    <a:pt x="10438342" y="13526"/>
                  </a:lnTo>
                  <a:lnTo>
                    <a:pt x="10475914" y="10538"/>
                  </a:lnTo>
                  <a:lnTo>
                    <a:pt x="10498037" y="8941"/>
                  </a:lnTo>
                  <a:lnTo>
                    <a:pt x="10507798" y="8300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8770" y="67"/>
                  </a:lnTo>
                  <a:lnTo>
                    <a:pt x="10501273" y="550"/>
                  </a:lnTo>
                  <a:lnTo>
                    <a:pt x="10482377" y="1883"/>
                  </a:lnTo>
                  <a:lnTo>
                    <a:pt x="10448593" y="4509"/>
                  </a:lnTo>
                  <a:lnTo>
                    <a:pt x="10398243" y="8834"/>
                  </a:lnTo>
                  <a:lnTo>
                    <a:pt x="10331580" y="15192"/>
                  </a:lnTo>
                  <a:lnTo>
                    <a:pt x="10250636" y="23812"/>
                  </a:lnTo>
                  <a:lnTo>
                    <a:pt x="10158760" y="34807"/>
                  </a:lnTo>
                  <a:lnTo>
                    <a:pt x="10059970" y="48197"/>
                  </a:lnTo>
                  <a:lnTo>
                    <a:pt x="9958288" y="63946"/>
                  </a:lnTo>
                  <a:lnTo>
                    <a:pt x="9857234" y="82000"/>
                  </a:lnTo>
                  <a:lnTo>
                    <a:pt x="9759538" y="102334"/>
                  </a:lnTo>
                  <a:lnTo>
                    <a:pt x="9667054" y="124980"/>
                  </a:lnTo>
                  <a:lnTo>
                    <a:pt x="9580839" y="150042"/>
                  </a:lnTo>
                  <a:lnTo>
                    <a:pt x="9501292" y="177712"/>
                  </a:lnTo>
                  <a:lnTo>
                    <a:pt x="9428326" y="208263"/>
                  </a:lnTo>
                  <a:lnTo>
                    <a:pt x="9361522" y="242050"/>
                  </a:lnTo>
                  <a:lnTo>
                    <a:pt x="9300252" y="279495"/>
                  </a:lnTo>
                  <a:lnTo>
                    <a:pt x="9243777" y="321070"/>
                  </a:lnTo>
                  <a:lnTo>
                    <a:pt x="9191313" y="367256"/>
                  </a:lnTo>
                  <a:lnTo>
                    <a:pt x="9142086" y="418485"/>
                  </a:lnTo>
                  <a:lnTo>
                    <a:pt x="9095378" y="475040"/>
                  </a:lnTo>
                  <a:lnTo>
                    <a:pt x="9084767" y="489017"/>
                  </a:lnTo>
                  <a:lnTo>
                    <a:pt x="9047609" y="541307"/>
                  </a:lnTo>
                  <a:lnTo>
                    <a:pt x="9011379" y="597391"/>
                  </a:lnTo>
                  <a:lnTo>
                    <a:pt x="8975828" y="657346"/>
                  </a:lnTo>
                  <a:lnTo>
                    <a:pt x="8940753" y="721189"/>
                  </a:lnTo>
                  <a:lnTo>
                    <a:pt x="8905993" y="788871"/>
                  </a:lnTo>
                  <a:lnTo>
                    <a:pt x="8871422" y="860268"/>
                  </a:lnTo>
                  <a:lnTo>
                    <a:pt x="8836943" y="935181"/>
                  </a:lnTo>
                  <a:lnTo>
                    <a:pt x="8802489" y="1013331"/>
                  </a:lnTo>
                  <a:lnTo>
                    <a:pt x="8768014" y="1094362"/>
                  </a:lnTo>
                  <a:lnTo>
                    <a:pt x="8733495" y="1177845"/>
                  </a:lnTo>
                  <a:lnTo>
                    <a:pt x="8698923" y="1263284"/>
                  </a:lnTo>
                  <a:lnTo>
                    <a:pt x="8664307" y="1350131"/>
                  </a:lnTo>
                  <a:lnTo>
                    <a:pt x="8629661" y="1437797"/>
                  </a:lnTo>
                  <a:lnTo>
                    <a:pt x="8595008" y="1525669"/>
                  </a:lnTo>
                  <a:lnTo>
                    <a:pt x="8560369" y="1613129"/>
                  </a:lnTo>
                  <a:lnTo>
                    <a:pt x="8525767" y="1699569"/>
                  </a:lnTo>
                  <a:lnTo>
                    <a:pt x="8491213" y="1784413"/>
                  </a:lnTo>
                  <a:lnTo>
                    <a:pt x="8456710" y="1867128"/>
                  </a:lnTo>
                  <a:lnTo>
                    <a:pt x="8422246" y="1947240"/>
                  </a:lnTo>
                  <a:lnTo>
                    <a:pt x="8387789" y="2024344"/>
                  </a:lnTo>
                  <a:lnTo>
                    <a:pt x="8353288" y="2098108"/>
                  </a:lnTo>
                  <a:lnTo>
                    <a:pt x="8318666" y="2168282"/>
                  </a:lnTo>
                  <a:lnTo>
                    <a:pt x="8283816" y="2234691"/>
                  </a:lnTo>
                  <a:lnTo>
                    <a:pt x="8248602" y="2297236"/>
                  </a:lnTo>
                  <a:lnTo>
                    <a:pt x="8212849" y="2355892"/>
                  </a:lnTo>
                  <a:lnTo>
                    <a:pt x="8176339" y="2410696"/>
                  </a:lnTo>
                  <a:lnTo>
                    <a:pt x="8151487" y="2445088"/>
                  </a:lnTo>
                  <a:lnTo>
                    <a:pt x="8105273" y="2502898"/>
                  </a:lnTo>
                  <a:lnTo>
                    <a:pt x="8056695" y="2555354"/>
                  </a:lnTo>
                  <a:lnTo>
                    <a:pt x="8005055" y="2602683"/>
                  </a:lnTo>
                  <a:lnTo>
                    <a:pt x="7949587" y="2645291"/>
                  </a:lnTo>
                  <a:lnTo>
                    <a:pt x="7889506" y="2683657"/>
                  </a:lnTo>
                  <a:lnTo>
                    <a:pt x="7824055" y="2718258"/>
                  </a:lnTo>
                  <a:lnTo>
                    <a:pt x="7752575" y="2749530"/>
                  </a:lnTo>
                  <a:lnTo>
                    <a:pt x="7674587" y="2777845"/>
                  </a:lnTo>
                  <a:lnTo>
                    <a:pt x="7589913" y="2803496"/>
                  </a:lnTo>
                  <a:lnTo>
                    <a:pt x="7498825" y="2826694"/>
                  </a:lnTo>
                  <a:lnTo>
                    <a:pt x="7402211" y="2847562"/>
                  </a:lnTo>
                  <a:lnTo>
                    <a:pt x="7301729" y="2866149"/>
                  </a:lnTo>
                  <a:lnTo>
                    <a:pt x="7199905" y="2882440"/>
                  </a:lnTo>
                  <a:lnTo>
                    <a:pt x="7100091" y="2896386"/>
                  </a:lnTo>
                  <a:lnTo>
                    <a:pt x="7006232" y="2907941"/>
                  </a:lnTo>
                  <a:lnTo>
                    <a:pt x="6922400" y="2917109"/>
                  </a:lnTo>
                  <a:lnTo>
                    <a:pt x="6852163" y="2923979"/>
                  </a:lnTo>
                  <a:lnTo>
                    <a:pt x="6797911" y="2928753"/>
                  </a:lnTo>
                  <a:lnTo>
                    <a:pt x="6760339" y="2931741"/>
                  </a:lnTo>
                  <a:lnTo>
                    <a:pt x="6738216" y="2933337"/>
                  </a:lnTo>
                  <a:lnTo>
                    <a:pt x="6728456" y="2933978"/>
                  </a:lnTo>
                  <a:lnTo>
                    <a:pt x="6726343" y="2934106"/>
                  </a:lnTo>
                  <a:lnTo>
                    <a:pt x="5254955" y="2934106"/>
                  </a:lnTo>
                  <a:lnTo>
                    <a:pt x="5253784" y="2934049"/>
                  </a:lnTo>
                  <a:lnTo>
                    <a:pt x="5246092" y="2933645"/>
                  </a:lnTo>
                  <a:lnTo>
                    <a:pt x="5226717" y="2932526"/>
                  </a:lnTo>
                  <a:lnTo>
                    <a:pt x="5192118" y="2930325"/>
                  </a:lnTo>
                  <a:lnTo>
                    <a:pt x="5140631" y="2926700"/>
                  </a:lnTo>
                  <a:lnTo>
                    <a:pt x="5072596" y="2921375"/>
                  </a:lnTo>
                  <a:lnTo>
                    <a:pt x="4990180" y="2914164"/>
                  </a:lnTo>
                  <a:lnTo>
                    <a:pt x="4896880" y="2904977"/>
                  </a:lnTo>
                  <a:lnTo>
                    <a:pt x="4796842" y="2893800"/>
                  </a:lnTo>
                  <a:lnTo>
                    <a:pt x="4694174" y="2880667"/>
                  </a:lnTo>
                  <a:lnTo>
                    <a:pt x="4592429" y="2865622"/>
                  </a:lnTo>
                  <a:lnTo>
                    <a:pt x="4494327" y="2848682"/>
                  </a:lnTo>
                  <a:lnTo>
                    <a:pt x="4401685" y="2829816"/>
                  </a:lnTo>
                  <a:lnTo>
                    <a:pt x="4315501" y="2808926"/>
                  </a:lnTo>
                  <a:lnTo>
                    <a:pt x="4236118" y="2785845"/>
                  </a:lnTo>
                  <a:lnTo>
                    <a:pt x="4163393" y="2760333"/>
                  </a:lnTo>
                  <a:lnTo>
                    <a:pt x="4096860" y="2732086"/>
                  </a:lnTo>
                  <a:lnTo>
                    <a:pt x="4035851" y="2700741"/>
                  </a:lnTo>
                  <a:lnTo>
                    <a:pt x="3979596" y="2665900"/>
                  </a:lnTo>
                  <a:lnTo>
                    <a:pt x="3927288" y="2627161"/>
                  </a:lnTo>
                  <a:lnTo>
                    <a:pt x="3878139" y="2584178"/>
                  </a:lnTo>
                  <a:lnTo>
                    <a:pt x="3831425" y="2536749"/>
                  </a:lnTo>
                  <a:lnTo>
                    <a:pt x="3829811" y="2534991"/>
                  </a:lnTo>
                  <a:lnTo>
                    <a:pt x="3789630" y="2488653"/>
                  </a:lnTo>
                  <a:lnTo>
                    <a:pt x="3750511" y="2438678"/>
                  </a:lnTo>
                  <a:lnTo>
                    <a:pt x="3712145" y="2384994"/>
                  </a:lnTo>
                  <a:lnTo>
                    <a:pt x="3674287" y="2327597"/>
                  </a:lnTo>
                  <a:lnTo>
                    <a:pt x="3636745" y="2266560"/>
                  </a:lnTo>
                  <a:lnTo>
                    <a:pt x="3599374" y="2202041"/>
                  </a:lnTo>
                  <a:lnTo>
                    <a:pt x="3562069" y="2134282"/>
                  </a:lnTo>
                  <a:lnTo>
                    <a:pt x="3524759" y="2063617"/>
                  </a:lnTo>
                  <a:lnTo>
                    <a:pt x="3487405" y="1990460"/>
                  </a:lnTo>
                  <a:lnTo>
                    <a:pt x="3449991" y="1915306"/>
                  </a:lnTo>
                  <a:lnTo>
                    <a:pt x="3412521" y="1838710"/>
                  </a:lnTo>
                  <a:lnTo>
                    <a:pt x="3375015" y="1761279"/>
                  </a:lnTo>
                  <a:lnTo>
                    <a:pt x="3337500" y="1683646"/>
                  </a:lnTo>
                  <a:lnTo>
                    <a:pt x="3300005" y="1606451"/>
                  </a:lnTo>
                  <a:lnTo>
                    <a:pt x="3262554" y="1530318"/>
                  </a:lnTo>
                  <a:lnTo>
                    <a:pt x="3225162" y="1455838"/>
                  </a:lnTo>
                  <a:lnTo>
                    <a:pt x="3187827" y="1383546"/>
                  </a:lnTo>
                  <a:lnTo>
                    <a:pt x="3150525" y="1313908"/>
                  </a:lnTo>
                  <a:lnTo>
                    <a:pt x="3113206" y="1247309"/>
                  </a:lnTo>
                  <a:lnTo>
                    <a:pt x="3075787" y="1184050"/>
                  </a:lnTo>
                  <a:lnTo>
                    <a:pt x="3038147" y="1124341"/>
                  </a:lnTo>
                  <a:lnTo>
                    <a:pt x="3000127" y="1068309"/>
                  </a:lnTo>
                  <a:lnTo>
                    <a:pt x="2961515" y="1015996"/>
                  </a:lnTo>
                  <a:lnTo>
                    <a:pt x="2922044" y="967373"/>
                  </a:lnTo>
                  <a:lnTo>
                    <a:pt x="2896531" y="938532"/>
                  </a:lnTo>
                  <a:lnTo>
                    <a:pt x="2849892" y="890946"/>
                  </a:lnTo>
                  <a:lnTo>
                    <a:pt x="2800840" y="847807"/>
                  </a:lnTo>
                  <a:lnTo>
                    <a:pt x="2748657" y="808924"/>
                  </a:lnTo>
                  <a:lnTo>
                    <a:pt x="2692556" y="773951"/>
                  </a:lnTo>
                  <a:lnTo>
                    <a:pt x="2631728" y="742490"/>
                  </a:lnTo>
                  <a:lnTo>
                    <a:pt x="2565402" y="714140"/>
                  </a:lnTo>
                  <a:lnTo>
                    <a:pt x="2492906" y="688537"/>
                  </a:lnTo>
                  <a:lnTo>
                    <a:pt x="2413763" y="665375"/>
                  </a:lnTo>
                  <a:lnTo>
                    <a:pt x="2327817" y="644411"/>
                  </a:lnTo>
                  <a:lnTo>
                    <a:pt x="2235390" y="625474"/>
                  </a:lnTo>
                  <a:lnTo>
                    <a:pt x="2137455" y="608467"/>
                  </a:lnTo>
                  <a:lnTo>
                    <a:pt x="2035798" y="593355"/>
                  </a:lnTo>
                  <a:lnTo>
                    <a:pt x="1933107" y="580154"/>
                  </a:lnTo>
                  <a:lnTo>
                    <a:pt x="1832908" y="568908"/>
                  </a:lnTo>
                  <a:lnTo>
                    <a:pt x="1739298" y="559650"/>
                  </a:lnTo>
                  <a:lnTo>
                    <a:pt x="1656431" y="552370"/>
                  </a:lnTo>
                  <a:lnTo>
                    <a:pt x="1587841" y="546982"/>
                  </a:lnTo>
                  <a:lnTo>
                    <a:pt x="1535752" y="543301"/>
                  </a:lnTo>
                  <a:lnTo>
                    <a:pt x="1500573" y="541054"/>
                  </a:lnTo>
                  <a:lnTo>
                    <a:pt x="1480710" y="539904"/>
                  </a:lnTo>
                  <a:lnTo>
                    <a:pt x="1472684" y="539480"/>
                  </a:lnTo>
                  <a:lnTo>
                    <a:pt x="1471387" y="539417"/>
                  </a:lnTo>
                  <a:lnTo>
                    <a:pt x="0" y="539417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315" name="pl315"/>
            <p:cNvSpPr/>
            <p:nvPr/>
          </p:nvSpPr>
          <p:spPr>
            <a:xfrm>
              <a:off x="4799595" y="4481217"/>
              <a:ext cx="11981298" cy="2934106"/>
            </a:xfrm>
            <a:custGeom>
              <a:avLst/>
              <a:pathLst>
                <a:path w="11981298" h="2934106">
                  <a:moveTo>
                    <a:pt x="0" y="539417"/>
                  </a:moveTo>
                  <a:lnTo>
                    <a:pt x="1471387" y="539417"/>
                  </a:lnTo>
                  <a:lnTo>
                    <a:pt x="1472558" y="539474"/>
                  </a:lnTo>
                  <a:lnTo>
                    <a:pt x="1480250" y="539879"/>
                  </a:lnTo>
                  <a:lnTo>
                    <a:pt x="1499625" y="540997"/>
                  </a:lnTo>
                  <a:lnTo>
                    <a:pt x="1534224" y="543199"/>
                  </a:lnTo>
                  <a:lnTo>
                    <a:pt x="1585711" y="546824"/>
                  </a:lnTo>
                  <a:lnTo>
                    <a:pt x="1653746" y="552148"/>
                  </a:lnTo>
                  <a:lnTo>
                    <a:pt x="1736162" y="559359"/>
                  </a:lnTo>
                  <a:lnTo>
                    <a:pt x="1829462" y="568546"/>
                  </a:lnTo>
                  <a:lnTo>
                    <a:pt x="1929500" y="579723"/>
                  </a:lnTo>
                  <a:lnTo>
                    <a:pt x="2032168" y="592856"/>
                  </a:lnTo>
                  <a:lnTo>
                    <a:pt x="2133913" y="607901"/>
                  </a:lnTo>
                  <a:lnTo>
                    <a:pt x="2232015" y="624841"/>
                  </a:lnTo>
                  <a:lnTo>
                    <a:pt x="2324658" y="643707"/>
                  </a:lnTo>
                  <a:lnTo>
                    <a:pt x="2410841" y="664597"/>
                  </a:lnTo>
                  <a:lnTo>
                    <a:pt x="2490224" y="687679"/>
                  </a:lnTo>
                  <a:lnTo>
                    <a:pt x="2562949" y="713190"/>
                  </a:lnTo>
                  <a:lnTo>
                    <a:pt x="2629482" y="741437"/>
                  </a:lnTo>
                  <a:lnTo>
                    <a:pt x="2690491" y="772782"/>
                  </a:lnTo>
                  <a:lnTo>
                    <a:pt x="2746746" y="807623"/>
                  </a:lnTo>
                  <a:lnTo>
                    <a:pt x="2799054" y="846362"/>
                  </a:lnTo>
                  <a:lnTo>
                    <a:pt x="2848203" y="889346"/>
                  </a:lnTo>
                  <a:lnTo>
                    <a:pt x="2894917" y="936775"/>
                  </a:lnTo>
                  <a:lnTo>
                    <a:pt x="2896531" y="938532"/>
                  </a:lnTo>
                  <a:lnTo>
                    <a:pt x="2936712" y="984870"/>
                  </a:lnTo>
                  <a:lnTo>
                    <a:pt x="2975831" y="1034845"/>
                  </a:lnTo>
                  <a:lnTo>
                    <a:pt x="3014197" y="1088530"/>
                  </a:lnTo>
                  <a:lnTo>
                    <a:pt x="3052055" y="1145926"/>
                  </a:lnTo>
                  <a:lnTo>
                    <a:pt x="3089597" y="1206963"/>
                  </a:lnTo>
                  <a:lnTo>
                    <a:pt x="3126968" y="1271482"/>
                  </a:lnTo>
                  <a:lnTo>
                    <a:pt x="3164273" y="1339241"/>
                  </a:lnTo>
                  <a:lnTo>
                    <a:pt x="3201583" y="1409907"/>
                  </a:lnTo>
                  <a:lnTo>
                    <a:pt x="3238937" y="1483063"/>
                  </a:lnTo>
                  <a:lnTo>
                    <a:pt x="3276351" y="1558218"/>
                  </a:lnTo>
                  <a:lnTo>
                    <a:pt x="3313821" y="1634813"/>
                  </a:lnTo>
                  <a:lnTo>
                    <a:pt x="3351327" y="1712244"/>
                  </a:lnTo>
                  <a:lnTo>
                    <a:pt x="3388842" y="1789877"/>
                  </a:lnTo>
                  <a:lnTo>
                    <a:pt x="3426337" y="1867073"/>
                  </a:lnTo>
                  <a:lnTo>
                    <a:pt x="3463788" y="1943205"/>
                  </a:lnTo>
                  <a:lnTo>
                    <a:pt x="3501180" y="2017685"/>
                  </a:lnTo>
                  <a:lnTo>
                    <a:pt x="3538515" y="2089977"/>
                  </a:lnTo>
                  <a:lnTo>
                    <a:pt x="3575817" y="2159615"/>
                  </a:lnTo>
                  <a:lnTo>
                    <a:pt x="3613136" y="2226214"/>
                  </a:lnTo>
                  <a:lnTo>
                    <a:pt x="3650556" y="2289473"/>
                  </a:lnTo>
                  <a:lnTo>
                    <a:pt x="3688195" y="2349182"/>
                  </a:lnTo>
                  <a:lnTo>
                    <a:pt x="3726215" y="2405215"/>
                  </a:lnTo>
                  <a:lnTo>
                    <a:pt x="3764827" y="2457527"/>
                  </a:lnTo>
                  <a:lnTo>
                    <a:pt x="3804298" y="2506150"/>
                  </a:lnTo>
                  <a:lnTo>
                    <a:pt x="3829811" y="2534991"/>
                  </a:lnTo>
                  <a:lnTo>
                    <a:pt x="3876450" y="2582578"/>
                  </a:lnTo>
                  <a:lnTo>
                    <a:pt x="3925502" y="2625716"/>
                  </a:lnTo>
                  <a:lnTo>
                    <a:pt x="3977685" y="2664600"/>
                  </a:lnTo>
                  <a:lnTo>
                    <a:pt x="4033787" y="2699572"/>
                  </a:lnTo>
                  <a:lnTo>
                    <a:pt x="4094614" y="2731033"/>
                  </a:lnTo>
                  <a:lnTo>
                    <a:pt x="4160940" y="2759384"/>
                  </a:lnTo>
                  <a:lnTo>
                    <a:pt x="4233436" y="2784986"/>
                  </a:lnTo>
                  <a:lnTo>
                    <a:pt x="4312579" y="2808149"/>
                  </a:lnTo>
                  <a:lnTo>
                    <a:pt x="4398525" y="2829113"/>
                  </a:lnTo>
                  <a:lnTo>
                    <a:pt x="4490952" y="2848049"/>
                  </a:lnTo>
                  <a:lnTo>
                    <a:pt x="4588887" y="2865056"/>
                  </a:lnTo>
                  <a:lnTo>
                    <a:pt x="4690544" y="2880168"/>
                  </a:lnTo>
                  <a:lnTo>
                    <a:pt x="4793236" y="2893369"/>
                  </a:lnTo>
                  <a:lnTo>
                    <a:pt x="4893434" y="2904616"/>
                  </a:lnTo>
                  <a:lnTo>
                    <a:pt x="4987044" y="2913874"/>
                  </a:lnTo>
                  <a:lnTo>
                    <a:pt x="5069911" y="2921153"/>
                  </a:lnTo>
                  <a:lnTo>
                    <a:pt x="5138501" y="2926542"/>
                  </a:lnTo>
                  <a:lnTo>
                    <a:pt x="5190590" y="2930223"/>
                  </a:lnTo>
                  <a:lnTo>
                    <a:pt x="5225769" y="2932469"/>
                  </a:lnTo>
                  <a:lnTo>
                    <a:pt x="5245632" y="2933619"/>
                  </a:lnTo>
                  <a:lnTo>
                    <a:pt x="5253658" y="2934043"/>
                  </a:lnTo>
                  <a:lnTo>
                    <a:pt x="5254955" y="2934106"/>
                  </a:lnTo>
                  <a:lnTo>
                    <a:pt x="5254955" y="2934106"/>
                  </a:lnTo>
                  <a:lnTo>
                    <a:pt x="6726343" y="2934106"/>
                  </a:lnTo>
                  <a:lnTo>
                    <a:pt x="6727483" y="2934038"/>
                  </a:lnTo>
                  <a:lnTo>
                    <a:pt x="6734980" y="2933556"/>
                  </a:lnTo>
                  <a:lnTo>
                    <a:pt x="6753877" y="2932222"/>
                  </a:lnTo>
                  <a:lnTo>
                    <a:pt x="6787660" y="2929597"/>
                  </a:lnTo>
                  <a:lnTo>
                    <a:pt x="6838010" y="2925271"/>
                  </a:lnTo>
                  <a:lnTo>
                    <a:pt x="6904674" y="2918913"/>
                  </a:lnTo>
                  <a:lnTo>
                    <a:pt x="6985618" y="2910294"/>
                  </a:lnTo>
                  <a:lnTo>
                    <a:pt x="7077493" y="2899299"/>
                  </a:lnTo>
                  <a:lnTo>
                    <a:pt x="7176283" y="2885908"/>
                  </a:lnTo>
                  <a:lnTo>
                    <a:pt x="7277965" y="2870160"/>
                  </a:lnTo>
                  <a:lnTo>
                    <a:pt x="7379019" y="2852106"/>
                  </a:lnTo>
                  <a:lnTo>
                    <a:pt x="7476716" y="2831771"/>
                  </a:lnTo>
                  <a:lnTo>
                    <a:pt x="7569199" y="2809126"/>
                  </a:lnTo>
                  <a:lnTo>
                    <a:pt x="7655414" y="2784063"/>
                  </a:lnTo>
                  <a:lnTo>
                    <a:pt x="7734961" y="2756393"/>
                  </a:lnTo>
                  <a:lnTo>
                    <a:pt x="7807927" y="2725842"/>
                  </a:lnTo>
                  <a:lnTo>
                    <a:pt x="7874732" y="2692056"/>
                  </a:lnTo>
                  <a:lnTo>
                    <a:pt x="7936001" y="2654610"/>
                  </a:lnTo>
                  <a:lnTo>
                    <a:pt x="7992477" y="2613036"/>
                  </a:lnTo>
                  <a:lnTo>
                    <a:pt x="8044940" y="2566850"/>
                  </a:lnTo>
                  <a:lnTo>
                    <a:pt x="8094167" y="2515620"/>
                  </a:lnTo>
                  <a:lnTo>
                    <a:pt x="8140875" y="2459065"/>
                  </a:lnTo>
                  <a:lnTo>
                    <a:pt x="8151487" y="2445088"/>
                  </a:lnTo>
                  <a:lnTo>
                    <a:pt x="8188644" y="2392799"/>
                  </a:lnTo>
                  <a:lnTo>
                    <a:pt x="8224874" y="2336715"/>
                  </a:lnTo>
                  <a:lnTo>
                    <a:pt x="8260425" y="2276760"/>
                  </a:lnTo>
                  <a:lnTo>
                    <a:pt x="8295500" y="2212916"/>
                  </a:lnTo>
                  <a:lnTo>
                    <a:pt x="8330260" y="2145234"/>
                  </a:lnTo>
                  <a:lnTo>
                    <a:pt x="8364832" y="2073837"/>
                  </a:lnTo>
                  <a:lnTo>
                    <a:pt x="8399310" y="1998924"/>
                  </a:lnTo>
                  <a:lnTo>
                    <a:pt x="8433765" y="1920774"/>
                  </a:lnTo>
                  <a:lnTo>
                    <a:pt x="8468239" y="1839743"/>
                  </a:lnTo>
                  <a:lnTo>
                    <a:pt x="8502759" y="1756261"/>
                  </a:lnTo>
                  <a:lnTo>
                    <a:pt x="8537330" y="1670822"/>
                  </a:lnTo>
                  <a:lnTo>
                    <a:pt x="8571946" y="1583974"/>
                  </a:lnTo>
                  <a:lnTo>
                    <a:pt x="8606592" y="1496308"/>
                  </a:lnTo>
                  <a:lnTo>
                    <a:pt x="8641246" y="1408436"/>
                  </a:lnTo>
                  <a:lnTo>
                    <a:pt x="8675884" y="1320976"/>
                  </a:lnTo>
                  <a:lnTo>
                    <a:pt x="8710486" y="1234536"/>
                  </a:lnTo>
                  <a:lnTo>
                    <a:pt x="8745040" y="1149692"/>
                  </a:lnTo>
                  <a:lnTo>
                    <a:pt x="8779543" y="1066978"/>
                  </a:lnTo>
                  <a:lnTo>
                    <a:pt x="8814007" y="986866"/>
                  </a:lnTo>
                  <a:lnTo>
                    <a:pt x="8848464" y="909762"/>
                  </a:lnTo>
                  <a:lnTo>
                    <a:pt x="8882965" y="835997"/>
                  </a:lnTo>
                  <a:lnTo>
                    <a:pt x="8917587" y="765823"/>
                  </a:lnTo>
                  <a:lnTo>
                    <a:pt x="8952437" y="699415"/>
                  </a:lnTo>
                  <a:lnTo>
                    <a:pt x="8987651" y="636869"/>
                  </a:lnTo>
                  <a:lnTo>
                    <a:pt x="9023404" y="578213"/>
                  </a:lnTo>
                  <a:lnTo>
                    <a:pt x="9059914" y="523409"/>
                  </a:lnTo>
                  <a:lnTo>
                    <a:pt x="9084767" y="489017"/>
                  </a:lnTo>
                  <a:lnTo>
                    <a:pt x="9130980" y="431207"/>
                  </a:lnTo>
                  <a:lnTo>
                    <a:pt x="9179558" y="378751"/>
                  </a:lnTo>
                  <a:lnTo>
                    <a:pt x="9231198" y="331423"/>
                  </a:lnTo>
                  <a:lnTo>
                    <a:pt x="9286666" y="288814"/>
                  </a:lnTo>
                  <a:lnTo>
                    <a:pt x="9346748" y="250448"/>
                  </a:lnTo>
                  <a:lnTo>
                    <a:pt x="9412198" y="215847"/>
                  </a:lnTo>
                  <a:lnTo>
                    <a:pt x="9483678" y="184575"/>
                  </a:lnTo>
                  <a:lnTo>
                    <a:pt x="9561667" y="156260"/>
                  </a:lnTo>
                  <a:lnTo>
                    <a:pt x="9646340" y="130609"/>
                  </a:lnTo>
                  <a:lnTo>
                    <a:pt x="9737428" y="107412"/>
                  </a:lnTo>
                  <a:lnTo>
                    <a:pt x="9834042" y="86543"/>
                  </a:lnTo>
                  <a:lnTo>
                    <a:pt x="9934524" y="67956"/>
                  </a:lnTo>
                  <a:lnTo>
                    <a:pt x="10036348" y="51665"/>
                  </a:lnTo>
                  <a:lnTo>
                    <a:pt x="10136162" y="37719"/>
                  </a:lnTo>
                  <a:lnTo>
                    <a:pt x="10230021" y="26164"/>
                  </a:lnTo>
                  <a:lnTo>
                    <a:pt x="10313853" y="16996"/>
                  </a:lnTo>
                  <a:lnTo>
                    <a:pt x="10384090" y="10126"/>
                  </a:lnTo>
                  <a:lnTo>
                    <a:pt x="10438342" y="5353"/>
                  </a:lnTo>
                  <a:lnTo>
                    <a:pt x="10475914" y="2365"/>
                  </a:lnTo>
                  <a:lnTo>
                    <a:pt x="10498037" y="768"/>
                  </a:lnTo>
                  <a:lnTo>
                    <a:pt x="10507798" y="127"/>
                  </a:lnTo>
                  <a:lnTo>
                    <a:pt x="10509895" y="0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16" name="pl316"/>
            <p:cNvSpPr/>
            <p:nvPr/>
          </p:nvSpPr>
          <p:spPr>
            <a:xfrm>
              <a:off x="4799595" y="4473044"/>
              <a:ext cx="11981298" cy="2934106"/>
            </a:xfrm>
            <a:custGeom>
              <a:avLst/>
              <a:pathLst>
                <a:path w="11981298" h="2934106">
                  <a:moveTo>
                    <a:pt x="11981298" y="0"/>
                  </a:moveTo>
                  <a:lnTo>
                    <a:pt x="10509911" y="0"/>
                  </a:lnTo>
                  <a:lnTo>
                    <a:pt x="10508770" y="67"/>
                  </a:lnTo>
                  <a:lnTo>
                    <a:pt x="10501273" y="550"/>
                  </a:lnTo>
                  <a:lnTo>
                    <a:pt x="10482377" y="1883"/>
                  </a:lnTo>
                  <a:lnTo>
                    <a:pt x="10448593" y="4509"/>
                  </a:lnTo>
                  <a:lnTo>
                    <a:pt x="10398243" y="8834"/>
                  </a:lnTo>
                  <a:lnTo>
                    <a:pt x="10331580" y="15192"/>
                  </a:lnTo>
                  <a:lnTo>
                    <a:pt x="10250636" y="23812"/>
                  </a:lnTo>
                  <a:lnTo>
                    <a:pt x="10158760" y="34807"/>
                  </a:lnTo>
                  <a:lnTo>
                    <a:pt x="10059970" y="48197"/>
                  </a:lnTo>
                  <a:lnTo>
                    <a:pt x="9958288" y="63946"/>
                  </a:lnTo>
                  <a:lnTo>
                    <a:pt x="9857234" y="82000"/>
                  </a:lnTo>
                  <a:lnTo>
                    <a:pt x="9759538" y="102334"/>
                  </a:lnTo>
                  <a:lnTo>
                    <a:pt x="9667054" y="124980"/>
                  </a:lnTo>
                  <a:lnTo>
                    <a:pt x="9580839" y="150042"/>
                  </a:lnTo>
                  <a:lnTo>
                    <a:pt x="9501292" y="177712"/>
                  </a:lnTo>
                  <a:lnTo>
                    <a:pt x="9428326" y="208263"/>
                  </a:lnTo>
                  <a:lnTo>
                    <a:pt x="9361522" y="242050"/>
                  </a:lnTo>
                  <a:lnTo>
                    <a:pt x="9300252" y="279495"/>
                  </a:lnTo>
                  <a:lnTo>
                    <a:pt x="9243777" y="321070"/>
                  </a:lnTo>
                  <a:lnTo>
                    <a:pt x="9191313" y="367256"/>
                  </a:lnTo>
                  <a:lnTo>
                    <a:pt x="9142086" y="418485"/>
                  </a:lnTo>
                  <a:lnTo>
                    <a:pt x="9095378" y="475040"/>
                  </a:lnTo>
                  <a:lnTo>
                    <a:pt x="9084767" y="489017"/>
                  </a:lnTo>
                  <a:lnTo>
                    <a:pt x="9047609" y="541307"/>
                  </a:lnTo>
                  <a:lnTo>
                    <a:pt x="9011379" y="597391"/>
                  </a:lnTo>
                  <a:lnTo>
                    <a:pt x="8975828" y="657346"/>
                  </a:lnTo>
                  <a:lnTo>
                    <a:pt x="8940753" y="721189"/>
                  </a:lnTo>
                  <a:lnTo>
                    <a:pt x="8905993" y="788871"/>
                  </a:lnTo>
                  <a:lnTo>
                    <a:pt x="8871422" y="860268"/>
                  </a:lnTo>
                  <a:lnTo>
                    <a:pt x="8836943" y="935181"/>
                  </a:lnTo>
                  <a:lnTo>
                    <a:pt x="8802489" y="1013331"/>
                  </a:lnTo>
                  <a:lnTo>
                    <a:pt x="8768014" y="1094362"/>
                  </a:lnTo>
                  <a:lnTo>
                    <a:pt x="8733495" y="1177845"/>
                  </a:lnTo>
                  <a:lnTo>
                    <a:pt x="8698923" y="1263284"/>
                  </a:lnTo>
                  <a:lnTo>
                    <a:pt x="8664307" y="1350131"/>
                  </a:lnTo>
                  <a:lnTo>
                    <a:pt x="8629661" y="1437797"/>
                  </a:lnTo>
                  <a:lnTo>
                    <a:pt x="8595008" y="1525669"/>
                  </a:lnTo>
                  <a:lnTo>
                    <a:pt x="8560369" y="1613129"/>
                  </a:lnTo>
                  <a:lnTo>
                    <a:pt x="8525767" y="1699569"/>
                  </a:lnTo>
                  <a:lnTo>
                    <a:pt x="8491213" y="1784413"/>
                  </a:lnTo>
                  <a:lnTo>
                    <a:pt x="8456710" y="1867128"/>
                  </a:lnTo>
                  <a:lnTo>
                    <a:pt x="8422246" y="1947240"/>
                  </a:lnTo>
                  <a:lnTo>
                    <a:pt x="8387789" y="2024344"/>
                  </a:lnTo>
                  <a:lnTo>
                    <a:pt x="8353288" y="2098108"/>
                  </a:lnTo>
                  <a:lnTo>
                    <a:pt x="8318666" y="2168282"/>
                  </a:lnTo>
                  <a:lnTo>
                    <a:pt x="8283816" y="2234691"/>
                  </a:lnTo>
                  <a:lnTo>
                    <a:pt x="8248602" y="2297236"/>
                  </a:lnTo>
                  <a:lnTo>
                    <a:pt x="8212849" y="2355892"/>
                  </a:lnTo>
                  <a:lnTo>
                    <a:pt x="8176339" y="2410696"/>
                  </a:lnTo>
                  <a:lnTo>
                    <a:pt x="8151487" y="2445088"/>
                  </a:lnTo>
                  <a:lnTo>
                    <a:pt x="8105273" y="2502898"/>
                  </a:lnTo>
                  <a:lnTo>
                    <a:pt x="8056695" y="2555354"/>
                  </a:lnTo>
                  <a:lnTo>
                    <a:pt x="8005055" y="2602683"/>
                  </a:lnTo>
                  <a:lnTo>
                    <a:pt x="7949587" y="2645291"/>
                  </a:lnTo>
                  <a:lnTo>
                    <a:pt x="7889506" y="2683657"/>
                  </a:lnTo>
                  <a:lnTo>
                    <a:pt x="7824055" y="2718258"/>
                  </a:lnTo>
                  <a:lnTo>
                    <a:pt x="7752575" y="2749530"/>
                  </a:lnTo>
                  <a:lnTo>
                    <a:pt x="7674587" y="2777845"/>
                  </a:lnTo>
                  <a:lnTo>
                    <a:pt x="7589913" y="2803496"/>
                  </a:lnTo>
                  <a:lnTo>
                    <a:pt x="7498825" y="2826694"/>
                  </a:lnTo>
                  <a:lnTo>
                    <a:pt x="7402211" y="2847562"/>
                  </a:lnTo>
                  <a:lnTo>
                    <a:pt x="7301729" y="2866149"/>
                  </a:lnTo>
                  <a:lnTo>
                    <a:pt x="7199905" y="2882440"/>
                  </a:lnTo>
                  <a:lnTo>
                    <a:pt x="7100091" y="2896386"/>
                  </a:lnTo>
                  <a:lnTo>
                    <a:pt x="7006232" y="2907941"/>
                  </a:lnTo>
                  <a:lnTo>
                    <a:pt x="6922400" y="2917109"/>
                  </a:lnTo>
                  <a:lnTo>
                    <a:pt x="6852163" y="2923979"/>
                  </a:lnTo>
                  <a:lnTo>
                    <a:pt x="6797911" y="2928753"/>
                  </a:lnTo>
                  <a:lnTo>
                    <a:pt x="6760339" y="2931741"/>
                  </a:lnTo>
                  <a:lnTo>
                    <a:pt x="6738216" y="2933337"/>
                  </a:lnTo>
                  <a:lnTo>
                    <a:pt x="6728456" y="2933978"/>
                  </a:lnTo>
                  <a:lnTo>
                    <a:pt x="6726358" y="2934105"/>
                  </a:lnTo>
                  <a:lnTo>
                    <a:pt x="6726343" y="2934106"/>
                  </a:lnTo>
                  <a:lnTo>
                    <a:pt x="5254955" y="2934106"/>
                  </a:lnTo>
                  <a:lnTo>
                    <a:pt x="5253784" y="2934049"/>
                  </a:lnTo>
                  <a:lnTo>
                    <a:pt x="5246092" y="2933645"/>
                  </a:lnTo>
                  <a:lnTo>
                    <a:pt x="5226717" y="2932526"/>
                  </a:lnTo>
                  <a:lnTo>
                    <a:pt x="5192118" y="2930325"/>
                  </a:lnTo>
                  <a:lnTo>
                    <a:pt x="5140631" y="2926700"/>
                  </a:lnTo>
                  <a:lnTo>
                    <a:pt x="5072596" y="2921375"/>
                  </a:lnTo>
                  <a:lnTo>
                    <a:pt x="4990180" y="2914164"/>
                  </a:lnTo>
                  <a:lnTo>
                    <a:pt x="4896880" y="2904977"/>
                  </a:lnTo>
                  <a:lnTo>
                    <a:pt x="4796842" y="2893800"/>
                  </a:lnTo>
                  <a:lnTo>
                    <a:pt x="4694174" y="2880667"/>
                  </a:lnTo>
                  <a:lnTo>
                    <a:pt x="4592429" y="2865622"/>
                  </a:lnTo>
                  <a:lnTo>
                    <a:pt x="4494327" y="2848682"/>
                  </a:lnTo>
                  <a:lnTo>
                    <a:pt x="4401685" y="2829816"/>
                  </a:lnTo>
                  <a:lnTo>
                    <a:pt x="4315501" y="2808926"/>
                  </a:lnTo>
                  <a:lnTo>
                    <a:pt x="4236118" y="2785845"/>
                  </a:lnTo>
                  <a:lnTo>
                    <a:pt x="4163393" y="2760333"/>
                  </a:lnTo>
                  <a:lnTo>
                    <a:pt x="4096860" y="2732086"/>
                  </a:lnTo>
                  <a:lnTo>
                    <a:pt x="4035851" y="2700741"/>
                  </a:lnTo>
                  <a:lnTo>
                    <a:pt x="3979596" y="2665900"/>
                  </a:lnTo>
                  <a:lnTo>
                    <a:pt x="3927288" y="2627161"/>
                  </a:lnTo>
                  <a:lnTo>
                    <a:pt x="3878139" y="2584178"/>
                  </a:lnTo>
                  <a:lnTo>
                    <a:pt x="3831425" y="2536749"/>
                  </a:lnTo>
                  <a:lnTo>
                    <a:pt x="3829811" y="2534991"/>
                  </a:lnTo>
                  <a:lnTo>
                    <a:pt x="3789630" y="2488653"/>
                  </a:lnTo>
                  <a:lnTo>
                    <a:pt x="3750511" y="2438678"/>
                  </a:lnTo>
                  <a:lnTo>
                    <a:pt x="3712145" y="2384994"/>
                  </a:lnTo>
                  <a:lnTo>
                    <a:pt x="3674287" y="2327597"/>
                  </a:lnTo>
                  <a:lnTo>
                    <a:pt x="3636745" y="2266560"/>
                  </a:lnTo>
                  <a:lnTo>
                    <a:pt x="3599374" y="2202041"/>
                  </a:lnTo>
                  <a:lnTo>
                    <a:pt x="3562069" y="2134282"/>
                  </a:lnTo>
                  <a:lnTo>
                    <a:pt x="3524759" y="2063617"/>
                  </a:lnTo>
                  <a:lnTo>
                    <a:pt x="3487405" y="1990460"/>
                  </a:lnTo>
                  <a:lnTo>
                    <a:pt x="3449991" y="1915306"/>
                  </a:lnTo>
                  <a:lnTo>
                    <a:pt x="3412521" y="1838710"/>
                  </a:lnTo>
                  <a:lnTo>
                    <a:pt x="3375015" y="1761279"/>
                  </a:lnTo>
                  <a:lnTo>
                    <a:pt x="3337500" y="1683646"/>
                  </a:lnTo>
                  <a:lnTo>
                    <a:pt x="3300005" y="1606451"/>
                  </a:lnTo>
                  <a:lnTo>
                    <a:pt x="3262554" y="1530318"/>
                  </a:lnTo>
                  <a:lnTo>
                    <a:pt x="3225162" y="1455838"/>
                  </a:lnTo>
                  <a:lnTo>
                    <a:pt x="3187827" y="1383546"/>
                  </a:lnTo>
                  <a:lnTo>
                    <a:pt x="3150525" y="1313908"/>
                  </a:lnTo>
                  <a:lnTo>
                    <a:pt x="3113206" y="1247309"/>
                  </a:lnTo>
                  <a:lnTo>
                    <a:pt x="3075787" y="1184050"/>
                  </a:lnTo>
                  <a:lnTo>
                    <a:pt x="3038147" y="1124341"/>
                  </a:lnTo>
                  <a:lnTo>
                    <a:pt x="3000127" y="1068309"/>
                  </a:lnTo>
                  <a:lnTo>
                    <a:pt x="2961515" y="1015996"/>
                  </a:lnTo>
                  <a:lnTo>
                    <a:pt x="2922044" y="967373"/>
                  </a:lnTo>
                  <a:lnTo>
                    <a:pt x="2896531" y="938532"/>
                  </a:lnTo>
                  <a:lnTo>
                    <a:pt x="2849892" y="890946"/>
                  </a:lnTo>
                  <a:lnTo>
                    <a:pt x="2800840" y="847807"/>
                  </a:lnTo>
                  <a:lnTo>
                    <a:pt x="2748657" y="808924"/>
                  </a:lnTo>
                  <a:lnTo>
                    <a:pt x="2692556" y="773951"/>
                  </a:lnTo>
                  <a:lnTo>
                    <a:pt x="2631728" y="742490"/>
                  </a:lnTo>
                  <a:lnTo>
                    <a:pt x="2565402" y="714140"/>
                  </a:lnTo>
                  <a:lnTo>
                    <a:pt x="2492906" y="688537"/>
                  </a:lnTo>
                  <a:lnTo>
                    <a:pt x="2413763" y="665375"/>
                  </a:lnTo>
                  <a:lnTo>
                    <a:pt x="2327817" y="644411"/>
                  </a:lnTo>
                  <a:lnTo>
                    <a:pt x="2235390" y="625474"/>
                  </a:lnTo>
                  <a:lnTo>
                    <a:pt x="2137455" y="608467"/>
                  </a:lnTo>
                  <a:lnTo>
                    <a:pt x="2035798" y="593355"/>
                  </a:lnTo>
                  <a:lnTo>
                    <a:pt x="1933107" y="580154"/>
                  </a:lnTo>
                  <a:lnTo>
                    <a:pt x="1832908" y="568908"/>
                  </a:lnTo>
                  <a:lnTo>
                    <a:pt x="1739298" y="559650"/>
                  </a:lnTo>
                  <a:lnTo>
                    <a:pt x="1656431" y="552370"/>
                  </a:lnTo>
                  <a:lnTo>
                    <a:pt x="1587841" y="546982"/>
                  </a:lnTo>
                  <a:lnTo>
                    <a:pt x="1535752" y="543301"/>
                  </a:lnTo>
                  <a:lnTo>
                    <a:pt x="1500573" y="541054"/>
                  </a:lnTo>
                  <a:lnTo>
                    <a:pt x="1480710" y="539904"/>
                  </a:lnTo>
                  <a:lnTo>
                    <a:pt x="1472684" y="539480"/>
                  </a:lnTo>
                  <a:lnTo>
                    <a:pt x="1471387" y="539417"/>
                  </a:lnTo>
                  <a:lnTo>
                    <a:pt x="1471387" y="539417"/>
                  </a:lnTo>
                  <a:lnTo>
                    <a:pt x="0" y="53941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17" name="pg317"/>
            <p:cNvSpPr/>
            <p:nvPr/>
          </p:nvSpPr>
          <p:spPr>
            <a:xfrm>
              <a:off x="4799595" y="4775445"/>
              <a:ext cx="11981298" cy="2648051"/>
            </a:xfrm>
            <a:custGeom>
              <a:avLst/>
              <a:pathLst>
                <a:path w="11981298" h="2648051">
                  <a:moveTo>
                    <a:pt x="0" y="253362"/>
                  </a:moveTo>
                  <a:lnTo>
                    <a:pt x="1471387" y="253362"/>
                  </a:lnTo>
                  <a:lnTo>
                    <a:pt x="1472558" y="253419"/>
                  </a:lnTo>
                  <a:lnTo>
                    <a:pt x="1480250" y="253824"/>
                  </a:lnTo>
                  <a:lnTo>
                    <a:pt x="1499625" y="254942"/>
                  </a:lnTo>
                  <a:lnTo>
                    <a:pt x="1534224" y="257144"/>
                  </a:lnTo>
                  <a:lnTo>
                    <a:pt x="1585711" y="260769"/>
                  </a:lnTo>
                  <a:lnTo>
                    <a:pt x="1653746" y="266093"/>
                  </a:lnTo>
                  <a:lnTo>
                    <a:pt x="1736162" y="273304"/>
                  </a:lnTo>
                  <a:lnTo>
                    <a:pt x="1829462" y="282492"/>
                  </a:lnTo>
                  <a:lnTo>
                    <a:pt x="1929500" y="293668"/>
                  </a:lnTo>
                  <a:lnTo>
                    <a:pt x="2032168" y="306801"/>
                  </a:lnTo>
                  <a:lnTo>
                    <a:pt x="2133913" y="321846"/>
                  </a:lnTo>
                  <a:lnTo>
                    <a:pt x="2232015" y="338786"/>
                  </a:lnTo>
                  <a:lnTo>
                    <a:pt x="2324658" y="357653"/>
                  </a:lnTo>
                  <a:lnTo>
                    <a:pt x="2410841" y="378543"/>
                  </a:lnTo>
                  <a:lnTo>
                    <a:pt x="2490224" y="401624"/>
                  </a:lnTo>
                  <a:lnTo>
                    <a:pt x="2562949" y="427135"/>
                  </a:lnTo>
                  <a:lnTo>
                    <a:pt x="2629482" y="455382"/>
                  </a:lnTo>
                  <a:lnTo>
                    <a:pt x="2690491" y="486727"/>
                  </a:lnTo>
                  <a:lnTo>
                    <a:pt x="2746746" y="521568"/>
                  </a:lnTo>
                  <a:lnTo>
                    <a:pt x="2799054" y="560307"/>
                  </a:lnTo>
                  <a:lnTo>
                    <a:pt x="2848203" y="603291"/>
                  </a:lnTo>
                  <a:lnTo>
                    <a:pt x="2894917" y="650720"/>
                  </a:lnTo>
                  <a:lnTo>
                    <a:pt x="2896531" y="652477"/>
                  </a:lnTo>
                  <a:lnTo>
                    <a:pt x="2936712" y="698816"/>
                  </a:lnTo>
                  <a:lnTo>
                    <a:pt x="2975831" y="748790"/>
                  </a:lnTo>
                  <a:lnTo>
                    <a:pt x="3014197" y="802475"/>
                  </a:lnTo>
                  <a:lnTo>
                    <a:pt x="3052055" y="859871"/>
                  </a:lnTo>
                  <a:lnTo>
                    <a:pt x="3089597" y="920908"/>
                  </a:lnTo>
                  <a:lnTo>
                    <a:pt x="3126968" y="985427"/>
                  </a:lnTo>
                  <a:lnTo>
                    <a:pt x="3164273" y="1053186"/>
                  </a:lnTo>
                  <a:lnTo>
                    <a:pt x="3201583" y="1123852"/>
                  </a:lnTo>
                  <a:lnTo>
                    <a:pt x="3238937" y="1197008"/>
                  </a:lnTo>
                  <a:lnTo>
                    <a:pt x="3276351" y="1272163"/>
                  </a:lnTo>
                  <a:lnTo>
                    <a:pt x="3313821" y="1348758"/>
                  </a:lnTo>
                  <a:lnTo>
                    <a:pt x="3351327" y="1426189"/>
                  </a:lnTo>
                  <a:lnTo>
                    <a:pt x="3388842" y="1503822"/>
                  </a:lnTo>
                  <a:lnTo>
                    <a:pt x="3426337" y="1581018"/>
                  </a:lnTo>
                  <a:lnTo>
                    <a:pt x="3463788" y="1657150"/>
                  </a:lnTo>
                  <a:lnTo>
                    <a:pt x="3501180" y="1731630"/>
                  </a:lnTo>
                  <a:lnTo>
                    <a:pt x="3538515" y="1803922"/>
                  </a:lnTo>
                  <a:lnTo>
                    <a:pt x="3575817" y="1873560"/>
                  </a:lnTo>
                  <a:lnTo>
                    <a:pt x="3613136" y="1940159"/>
                  </a:lnTo>
                  <a:lnTo>
                    <a:pt x="3650556" y="2003418"/>
                  </a:lnTo>
                  <a:lnTo>
                    <a:pt x="3688195" y="2063127"/>
                  </a:lnTo>
                  <a:lnTo>
                    <a:pt x="3726215" y="2119160"/>
                  </a:lnTo>
                  <a:lnTo>
                    <a:pt x="3764827" y="2171472"/>
                  </a:lnTo>
                  <a:lnTo>
                    <a:pt x="3804298" y="2220095"/>
                  </a:lnTo>
                  <a:lnTo>
                    <a:pt x="3829811" y="2248936"/>
                  </a:lnTo>
                  <a:lnTo>
                    <a:pt x="3876450" y="2296523"/>
                  </a:lnTo>
                  <a:lnTo>
                    <a:pt x="3925502" y="2339661"/>
                  </a:lnTo>
                  <a:lnTo>
                    <a:pt x="3977685" y="2378545"/>
                  </a:lnTo>
                  <a:lnTo>
                    <a:pt x="4033787" y="2413517"/>
                  </a:lnTo>
                  <a:lnTo>
                    <a:pt x="4094614" y="2444979"/>
                  </a:lnTo>
                  <a:lnTo>
                    <a:pt x="4160940" y="2473329"/>
                  </a:lnTo>
                  <a:lnTo>
                    <a:pt x="4233436" y="2498931"/>
                  </a:lnTo>
                  <a:lnTo>
                    <a:pt x="4312579" y="2522094"/>
                  </a:lnTo>
                  <a:lnTo>
                    <a:pt x="4398525" y="2543058"/>
                  </a:lnTo>
                  <a:lnTo>
                    <a:pt x="4490952" y="2561994"/>
                  </a:lnTo>
                  <a:lnTo>
                    <a:pt x="4588887" y="2579001"/>
                  </a:lnTo>
                  <a:lnTo>
                    <a:pt x="4690544" y="2594113"/>
                  </a:lnTo>
                  <a:lnTo>
                    <a:pt x="4793236" y="2607314"/>
                  </a:lnTo>
                  <a:lnTo>
                    <a:pt x="4893434" y="2618561"/>
                  </a:lnTo>
                  <a:lnTo>
                    <a:pt x="4987044" y="2627819"/>
                  </a:lnTo>
                  <a:lnTo>
                    <a:pt x="5069911" y="2635098"/>
                  </a:lnTo>
                  <a:lnTo>
                    <a:pt x="5138501" y="2640487"/>
                  </a:lnTo>
                  <a:lnTo>
                    <a:pt x="5190590" y="2644168"/>
                  </a:lnTo>
                  <a:lnTo>
                    <a:pt x="5225769" y="2646414"/>
                  </a:lnTo>
                  <a:lnTo>
                    <a:pt x="5245632" y="2647564"/>
                  </a:lnTo>
                  <a:lnTo>
                    <a:pt x="5253658" y="2647988"/>
                  </a:lnTo>
                  <a:lnTo>
                    <a:pt x="5254955" y="2648051"/>
                  </a:lnTo>
                  <a:lnTo>
                    <a:pt x="6726343" y="2648051"/>
                  </a:lnTo>
                  <a:lnTo>
                    <a:pt x="6727500" y="2647989"/>
                  </a:lnTo>
                  <a:lnTo>
                    <a:pt x="6735107" y="2647548"/>
                  </a:lnTo>
                  <a:lnTo>
                    <a:pt x="6754273" y="2646330"/>
                  </a:lnTo>
                  <a:lnTo>
                    <a:pt x="6788516" y="2643931"/>
                  </a:lnTo>
                  <a:lnTo>
                    <a:pt x="6839507" y="2639981"/>
                  </a:lnTo>
                  <a:lnTo>
                    <a:pt x="6906945" y="2634176"/>
                  </a:lnTo>
                  <a:lnTo>
                    <a:pt x="6988720" y="2626312"/>
                  </a:lnTo>
                  <a:lnTo>
                    <a:pt x="7081401" y="2616286"/>
                  </a:lnTo>
                  <a:lnTo>
                    <a:pt x="7180899" y="2604084"/>
                  </a:lnTo>
                  <a:lnTo>
                    <a:pt x="7283141" y="2589742"/>
                  </a:lnTo>
                  <a:lnTo>
                    <a:pt x="7384589" y="2573305"/>
                  </a:lnTo>
                  <a:lnTo>
                    <a:pt x="7482518" y="2554796"/>
                  </a:lnTo>
                  <a:lnTo>
                    <a:pt x="7575094" y="2534183"/>
                  </a:lnTo>
                  <a:lnTo>
                    <a:pt x="7661294" y="2511363"/>
                  </a:lnTo>
                  <a:lnTo>
                    <a:pt x="7740750" y="2486159"/>
                  </a:lnTo>
                  <a:lnTo>
                    <a:pt x="7813581" y="2458314"/>
                  </a:lnTo>
                  <a:lnTo>
                    <a:pt x="7880232" y="2427499"/>
                  </a:lnTo>
                  <a:lnTo>
                    <a:pt x="7941354" y="2393323"/>
                  </a:lnTo>
                  <a:lnTo>
                    <a:pt x="7997703" y="2355354"/>
                  </a:lnTo>
                  <a:lnTo>
                    <a:pt x="8050078" y="2313152"/>
                  </a:lnTo>
                  <a:lnTo>
                    <a:pt x="8099259" y="2266332"/>
                  </a:lnTo>
                  <a:lnTo>
                    <a:pt x="8145968" y="2214659"/>
                  </a:lnTo>
                  <a:lnTo>
                    <a:pt x="8151487" y="2208071"/>
                  </a:lnTo>
                  <a:lnTo>
                    <a:pt x="8190221" y="2158923"/>
                  </a:lnTo>
                  <a:lnTo>
                    <a:pt x="8227959" y="2106058"/>
                  </a:lnTo>
                  <a:lnTo>
                    <a:pt x="8264979" y="2049399"/>
                  </a:lnTo>
                  <a:lnTo>
                    <a:pt x="8301505" y="1988937"/>
                  </a:lnTo>
                  <a:lnTo>
                    <a:pt x="8337715" y="1924734"/>
                  </a:lnTo>
                  <a:lnTo>
                    <a:pt x="8373745" y="1856930"/>
                  </a:lnTo>
                  <a:lnTo>
                    <a:pt x="8409695" y="1785748"/>
                  </a:lnTo>
                  <a:lnTo>
                    <a:pt x="8445636" y="1711496"/>
                  </a:lnTo>
                  <a:lnTo>
                    <a:pt x="8481610" y="1634561"/>
                  </a:lnTo>
                  <a:lnTo>
                    <a:pt x="8517638" y="1555407"/>
                  </a:lnTo>
                  <a:lnTo>
                    <a:pt x="8553721" y="1474564"/>
                  </a:lnTo>
                  <a:lnTo>
                    <a:pt x="8589845" y="1392612"/>
                  </a:lnTo>
                  <a:lnTo>
                    <a:pt x="8625990" y="1310166"/>
                  </a:lnTo>
                  <a:lnTo>
                    <a:pt x="8662129" y="1227858"/>
                  </a:lnTo>
                  <a:lnTo>
                    <a:pt x="8698238" y="1146315"/>
                  </a:lnTo>
                  <a:lnTo>
                    <a:pt x="8734297" y="1066138"/>
                  </a:lnTo>
                  <a:lnTo>
                    <a:pt x="8770301" y="987888"/>
                  </a:lnTo>
                  <a:lnTo>
                    <a:pt x="8806257" y="912067"/>
                  </a:lnTo>
                  <a:lnTo>
                    <a:pt x="8842195" y="839108"/>
                  </a:lnTo>
                  <a:lnTo>
                    <a:pt x="8878169" y="769363"/>
                  </a:lnTo>
                  <a:lnTo>
                    <a:pt x="8914263" y="703103"/>
                  </a:lnTo>
                  <a:lnTo>
                    <a:pt x="8950592" y="640515"/>
                  </a:lnTo>
                  <a:lnTo>
                    <a:pt x="8987309" y="581705"/>
                  </a:lnTo>
                  <a:lnTo>
                    <a:pt x="9024610" y="526702"/>
                  </a:lnTo>
                  <a:lnTo>
                    <a:pt x="9062743" y="475466"/>
                  </a:lnTo>
                  <a:lnTo>
                    <a:pt x="9084767" y="448152"/>
                  </a:lnTo>
                  <a:lnTo>
                    <a:pt x="9131221" y="395887"/>
                  </a:lnTo>
                  <a:lnTo>
                    <a:pt x="9180066" y="348488"/>
                  </a:lnTo>
                  <a:lnTo>
                    <a:pt x="9232013" y="305746"/>
                  </a:lnTo>
                  <a:lnTo>
                    <a:pt x="9287838" y="267287"/>
                  </a:lnTo>
                  <a:lnTo>
                    <a:pt x="9348341" y="232676"/>
                  </a:lnTo>
                  <a:lnTo>
                    <a:pt x="9414285" y="201475"/>
                  </a:lnTo>
                  <a:lnTo>
                    <a:pt x="9486338" y="173289"/>
                  </a:lnTo>
                  <a:lnTo>
                    <a:pt x="9564978" y="147781"/>
                  </a:lnTo>
                  <a:lnTo>
                    <a:pt x="9650370" y="124683"/>
                  </a:lnTo>
                  <a:lnTo>
                    <a:pt x="9742214" y="103810"/>
                  </a:lnTo>
                  <a:lnTo>
                    <a:pt x="9839575" y="85049"/>
                  </a:lnTo>
                  <a:lnTo>
                    <a:pt x="9940724" y="68361"/>
                  </a:lnTo>
                  <a:lnTo>
                    <a:pt x="10043044" y="53763"/>
                  </a:lnTo>
                  <a:lnTo>
                    <a:pt x="10143084" y="41299"/>
                  </a:lnTo>
                  <a:lnTo>
                    <a:pt x="10236813" y="31010"/>
                  </a:lnTo>
                  <a:lnTo>
                    <a:pt x="10320112" y="22887"/>
                  </a:lnTo>
                  <a:lnTo>
                    <a:pt x="10389429" y="16842"/>
                  </a:lnTo>
                  <a:lnTo>
                    <a:pt x="10442467" y="12681"/>
                  </a:lnTo>
                  <a:lnTo>
                    <a:pt x="10478687" y="10113"/>
                  </a:lnTo>
                  <a:lnTo>
                    <a:pt x="10499526" y="8773"/>
                  </a:lnTo>
                  <a:lnTo>
                    <a:pt x="10508290" y="8260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8753" y="61"/>
                  </a:lnTo>
                  <a:lnTo>
                    <a:pt x="10501146" y="502"/>
                  </a:lnTo>
                  <a:lnTo>
                    <a:pt x="10481980" y="1721"/>
                  </a:lnTo>
                  <a:lnTo>
                    <a:pt x="10447737" y="4119"/>
                  </a:lnTo>
                  <a:lnTo>
                    <a:pt x="10396746" y="8070"/>
                  </a:lnTo>
                  <a:lnTo>
                    <a:pt x="10329309" y="13874"/>
                  </a:lnTo>
                  <a:lnTo>
                    <a:pt x="10247533" y="21739"/>
                  </a:lnTo>
                  <a:lnTo>
                    <a:pt x="10154852" y="31764"/>
                  </a:lnTo>
                  <a:lnTo>
                    <a:pt x="10055354" y="43966"/>
                  </a:lnTo>
                  <a:lnTo>
                    <a:pt x="9953112" y="58309"/>
                  </a:lnTo>
                  <a:lnTo>
                    <a:pt x="9851665" y="74745"/>
                  </a:lnTo>
                  <a:lnTo>
                    <a:pt x="9753735" y="93254"/>
                  </a:lnTo>
                  <a:lnTo>
                    <a:pt x="9661159" y="113868"/>
                  </a:lnTo>
                  <a:lnTo>
                    <a:pt x="9574959" y="136687"/>
                  </a:lnTo>
                  <a:lnTo>
                    <a:pt x="9495503" y="161891"/>
                  </a:lnTo>
                  <a:lnTo>
                    <a:pt x="9422673" y="189736"/>
                  </a:lnTo>
                  <a:lnTo>
                    <a:pt x="9356021" y="220552"/>
                  </a:lnTo>
                  <a:lnTo>
                    <a:pt x="9294900" y="254728"/>
                  </a:lnTo>
                  <a:lnTo>
                    <a:pt x="9238550" y="292697"/>
                  </a:lnTo>
                  <a:lnTo>
                    <a:pt x="9186176" y="334898"/>
                  </a:lnTo>
                  <a:lnTo>
                    <a:pt x="9136994" y="381718"/>
                  </a:lnTo>
                  <a:lnTo>
                    <a:pt x="9090285" y="433392"/>
                  </a:lnTo>
                  <a:lnTo>
                    <a:pt x="9084767" y="439979"/>
                  </a:lnTo>
                  <a:lnTo>
                    <a:pt x="9046032" y="489127"/>
                  </a:lnTo>
                  <a:lnTo>
                    <a:pt x="9008294" y="541993"/>
                  </a:lnTo>
                  <a:lnTo>
                    <a:pt x="8971274" y="598651"/>
                  </a:lnTo>
                  <a:lnTo>
                    <a:pt x="8934748" y="659113"/>
                  </a:lnTo>
                  <a:lnTo>
                    <a:pt x="8898538" y="723317"/>
                  </a:lnTo>
                  <a:lnTo>
                    <a:pt x="8862508" y="791121"/>
                  </a:lnTo>
                  <a:lnTo>
                    <a:pt x="8826558" y="862302"/>
                  </a:lnTo>
                  <a:lnTo>
                    <a:pt x="8790617" y="936555"/>
                  </a:lnTo>
                  <a:lnTo>
                    <a:pt x="8754643" y="1013490"/>
                  </a:lnTo>
                  <a:lnTo>
                    <a:pt x="8718615" y="1092643"/>
                  </a:lnTo>
                  <a:lnTo>
                    <a:pt x="8682533" y="1173487"/>
                  </a:lnTo>
                  <a:lnTo>
                    <a:pt x="8646408" y="1255439"/>
                  </a:lnTo>
                  <a:lnTo>
                    <a:pt x="8610263" y="1337884"/>
                  </a:lnTo>
                  <a:lnTo>
                    <a:pt x="8574124" y="1420192"/>
                  </a:lnTo>
                  <a:lnTo>
                    <a:pt x="8538015" y="1501736"/>
                  </a:lnTo>
                  <a:lnTo>
                    <a:pt x="8501956" y="1581913"/>
                  </a:lnTo>
                  <a:lnTo>
                    <a:pt x="8465953" y="1660162"/>
                  </a:lnTo>
                  <a:lnTo>
                    <a:pt x="8429997" y="1735983"/>
                  </a:lnTo>
                  <a:lnTo>
                    <a:pt x="8394058" y="1808943"/>
                  </a:lnTo>
                  <a:lnTo>
                    <a:pt x="8358084" y="1878687"/>
                  </a:lnTo>
                  <a:lnTo>
                    <a:pt x="8321990" y="1944947"/>
                  </a:lnTo>
                  <a:lnTo>
                    <a:pt x="8285661" y="2007535"/>
                  </a:lnTo>
                  <a:lnTo>
                    <a:pt x="8248945" y="2066346"/>
                  </a:lnTo>
                  <a:lnTo>
                    <a:pt x="8211643" y="2121349"/>
                  </a:lnTo>
                  <a:lnTo>
                    <a:pt x="8173510" y="2172584"/>
                  </a:lnTo>
                  <a:lnTo>
                    <a:pt x="8151487" y="2199898"/>
                  </a:lnTo>
                  <a:lnTo>
                    <a:pt x="8105033" y="2252163"/>
                  </a:lnTo>
                  <a:lnTo>
                    <a:pt x="8056187" y="2299562"/>
                  </a:lnTo>
                  <a:lnTo>
                    <a:pt x="8004241" y="2342304"/>
                  </a:lnTo>
                  <a:lnTo>
                    <a:pt x="7948415" y="2380763"/>
                  </a:lnTo>
                  <a:lnTo>
                    <a:pt x="7887913" y="2415375"/>
                  </a:lnTo>
                  <a:lnTo>
                    <a:pt x="7821968" y="2446575"/>
                  </a:lnTo>
                  <a:lnTo>
                    <a:pt x="7749915" y="2474761"/>
                  </a:lnTo>
                  <a:lnTo>
                    <a:pt x="7671275" y="2500270"/>
                  </a:lnTo>
                  <a:lnTo>
                    <a:pt x="7585884" y="2523367"/>
                  </a:lnTo>
                  <a:lnTo>
                    <a:pt x="7494039" y="2544241"/>
                  </a:lnTo>
                  <a:lnTo>
                    <a:pt x="7396678" y="2563001"/>
                  </a:lnTo>
                  <a:lnTo>
                    <a:pt x="7295529" y="2579689"/>
                  </a:lnTo>
                  <a:lnTo>
                    <a:pt x="7193209" y="2594288"/>
                  </a:lnTo>
                  <a:lnTo>
                    <a:pt x="7093169" y="2606751"/>
                  </a:lnTo>
                  <a:lnTo>
                    <a:pt x="6999440" y="2617041"/>
                  </a:lnTo>
                  <a:lnTo>
                    <a:pt x="6916141" y="2625163"/>
                  </a:lnTo>
                  <a:lnTo>
                    <a:pt x="6846824" y="2631209"/>
                  </a:lnTo>
                  <a:lnTo>
                    <a:pt x="6793787" y="2635369"/>
                  </a:lnTo>
                  <a:lnTo>
                    <a:pt x="6757566" y="2637937"/>
                  </a:lnTo>
                  <a:lnTo>
                    <a:pt x="6736727" y="2639277"/>
                  </a:lnTo>
                  <a:lnTo>
                    <a:pt x="6727963" y="2639791"/>
                  </a:lnTo>
                  <a:lnTo>
                    <a:pt x="6726343" y="2639878"/>
                  </a:lnTo>
                  <a:lnTo>
                    <a:pt x="5254955" y="2639878"/>
                  </a:lnTo>
                  <a:lnTo>
                    <a:pt x="5253784" y="2639821"/>
                  </a:lnTo>
                  <a:lnTo>
                    <a:pt x="5246092" y="2639417"/>
                  </a:lnTo>
                  <a:lnTo>
                    <a:pt x="5226717" y="2638298"/>
                  </a:lnTo>
                  <a:lnTo>
                    <a:pt x="5192118" y="2636097"/>
                  </a:lnTo>
                  <a:lnTo>
                    <a:pt x="5140631" y="2632472"/>
                  </a:lnTo>
                  <a:lnTo>
                    <a:pt x="5072596" y="2627147"/>
                  </a:lnTo>
                  <a:lnTo>
                    <a:pt x="4990180" y="2619936"/>
                  </a:lnTo>
                  <a:lnTo>
                    <a:pt x="4896880" y="2610749"/>
                  </a:lnTo>
                  <a:lnTo>
                    <a:pt x="4796842" y="2599572"/>
                  </a:lnTo>
                  <a:lnTo>
                    <a:pt x="4694174" y="2586440"/>
                  </a:lnTo>
                  <a:lnTo>
                    <a:pt x="4592429" y="2571394"/>
                  </a:lnTo>
                  <a:lnTo>
                    <a:pt x="4494327" y="2554455"/>
                  </a:lnTo>
                  <a:lnTo>
                    <a:pt x="4401685" y="2535588"/>
                  </a:lnTo>
                  <a:lnTo>
                    <a:pt x="4315501" y="2514698"/>
                  </a:lnTo>
                  <a:lnTo>
                    <a:pt x="4236118" y="2491617"/>
                  </a:lnTo>
                  <a:lnTo>
                    <a:pt x="4163393" y="2466106"/>
                  </a:lnTo>
                  <a:lnTo>
                    <a:pt x="4096860" y="2437858"/>
                  </a:lnTo>
                  <a:lnTo>
                    <a:pt x="4035851" y="2406513"/>
                  </a:lnTo>
                  <a:lnTo>
                    <a:pt x="3979596" y="2371672"/>
                  </a:lnTo>
                  <a:lnTo>
                    <a:pt x="3927288" y="2332933"/>
                  </a:lnTo>
                  <a:lnTo>
                    <a:pt x="3878139" y="2289950"/>
                  </a:lnTo>
                  <a:lnTo>
                    <a:pt x="3831425" y="2242521"/>
                  </a:lnTo>
                  <a:lnTo>
                    <a:pt x="3829811" y="2240763"/>
                  </a:lnTo>
                  <a:lnTo>
                    <a:pt x="3789630" y="2194425"/>
                  </a:lnTo>
                  <a:lnTo>
                    <a:pt x="3750511" y="2144450"/>
                  </a:lnTo>
                  <a:lnTo>
                    <a:pt x="3712145" y="2090766"/>
                  </a:lnTo>
                  <a:lnTo>
                    <a:pt x="3674287" y="2033369"/>
                  </a:lnTo>
                  <a:lnTo>
                    <a:pt x="3636745" y="1972333"/>
                  </a:lnTo>
                  <a:lnTo>
                    <a:pt x="3599374" y="1907813"/>
                  </a:lnTo>
                  <a:lnTo>
                    <a:pt x="3562069" y="1840054"/>
                  </a:lnTo>
                  <a:lnTo>
                    <a:pt x="3524759" y="1769389"/>
                  </a:lnTo>
                  <a:lnTo>
                    <a:pt x="3487405" y="1696232"/>
                  </a:lnTo>
                  <a:lnTo>
                    <a:pt x="3449991" y="1621078"/>
                  </a:lnTo>
                  <a:lnTo>
                    <a:pt x="3412521" y="1544482"/>
                  </a:lnTo>
                  <a:lnTo>
                    <a:pt x="3375015" y="1467052"/>
                  </a:lnTo>
                  <a:lnTo>
                    <a:pt x="3337500" y="1389418"/>
                  </a:lnTo>
                  <a:lnTo>
                    <a:pt x="3300005" y="1312223"/>
                  </a:lnTo>
                  <a:lnTo>
                    <a:pt x="3262554" y="1236090"/>
                  </a:lnTo>
                  <a:lnTo>
                    <a:pt x="3225162" y="1161610"/>
                  </a:lnTo>
                  <a:lnTo>
                    <a:pt x="3187827" y="1089318"/>
                  </a:lnTo>
                  <a:lnTo>
                    <a:pt x="3150525" y="1019680"/>
                  </a:lnTo>
                  <a:lnTo>
                    <a:pt x="3113206" y="953081"/>
                  </a:lnTo>
                  <a:lnTo>
                    <a:pt x="3075787" y="889822"/>
                  </a:lnTo>
                  <a:lnTo>
                    <a:pt x="3038147" y="830113"/>
                  </a:lnTo>
                  <a:lnTo>
                    <a:pt x="3000127" y="774081"/>
                  </a:lnTo>
                  <a:lnTo>
                    <a:pt x="2961515" y="721768"/>
                  </a:lnTo>
                  <a:lnTo>
                    <a:pt x="2922044" y="673145"/>
                  </a:lnTo>
                  <a:lnTo>
                    <a:pt x="2896531" y="644304"/>
                  </a:lnTo>
                  <a:lnTo>
                    <a:pt x="2849892" y="596718"/>
                  </a:lnTo>
                  <a:lnTo>
                    <a:pt x="2800840" y="553579"/>
                  </a:lnTo>
                  <a:lnTo>
                    <a:pt x="2748657" y="514696"/>
                  </a:lnTo>
                  <a:lnTo>
                    <a:pt x="2692556" y="479724"/>
                  </a:lnTo>
                  <a:lnTo>
                    <a:pt x="2631728" y="448262"/>
                  </a:lnTo>
                  <a:lnTo>
                    <a:pt x="2565402" y="419912"/>
                  </a:lnTo>
                  <a:lnTo>
                    <a:pt x="2492906" y="394309"/>
                  </a:lnTo>
                  <a:lnTo>
                    <a:pt x="2413763" y="371147"/>
                  </a:lnTo>
                  <a:lnTo>
                    <a:pt x="2327817" y="350183"/>
                  </a:lnTo>
                  <a:lnTo>
                    <a:pt x="2235390" y="331246"/>
                  </a:lnTo>
                  <a:lnTo>
                    <a:pt x="2137455" y="314239"/>
                  </a:lnTo>
                  <a:lnTo>
                    <a:pt x="2035798" y="299127"/>
                  </a:lnTo>
                  <a:lnTo>
                    <a:pt x="1933107" y="285927"/>
                  </a:lnTo>
                  <a:lnTo>
                    <a:pt x="1832908" y="274680"/>
                  </a:lnTo>
                  <a:lnTo>
                    <a:pt x="1739298" y="265422"/>
                  </a:lnTo>
                  <a:lnTo>
                    <a:pt x="1656431" y="258142"/>
                  </a:lnTo>
                  <a:lnTo>
                    <a:pt x="1587841" y="252754"/>
                  </a:lnTo>
                  <a:lnTo>
                    <a:pt x="1535752" y="249073"/>
                  </a:lnTo>
                  <a:lnTo>
                    <a:pt x="1500573" y="246826"/>
                  </a:lnTo>
                  <a:lnTo>
                    <a:pt x="1480710" y="245676"/>
                  </a:lnTo>
                  <a:lnTo>
                    <a:pt x="1472684" y="245252"/>
                  </a:lnTo>
                  <a:lnTo>
                    <a:pt x="1471387" y="245189"/>
                  </a:lnTo>
                  <a:lnTo>
                    <a:pt x="0" y="245189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318" name="pl318"/>
            <p:cNvSpPr/>
            <p:nvPr/>
          </p:nvSpPr>
          <p:spPr>
            <a:xfrm>
              <a:off x="4799595" y="4783618"/>
              <a:ext cx="11981298" cy="2639878"/>
            </a:xfrm>
            <a:custGeom>
              <a:avLst/>
              <a:pathLst>
                <a:path w="11981298" h="2639878">
                  <a:moveTo>
                    <a:pt x="0" y="245189"/>
                  </a:moveTo>
                  <a:lnTo>
                    <a:pt x="1471387" y="245189"/>
                  </a:lnTo>
                  <a:lnTo>
                    <a:pt x="1472558" y="245246"/>
                  </a:lnTo>
                  <a:lnTo>
                    <a:pt x="1480250" y="245651"/>
                  </a:lnTo>
                  <a:lnTo>
                    <a:pt x="1499625" y="246769"/>
                  </a:lnTo>
                  <a:lnTo>
                    <a:pt x="1534224" y="248971"/>
                  </a:lnTo>
                  <a:lnTo>
                    <a:pt x="1585711" y="252596"/>
                  </a:lnTo>
                  <a:lnTo>
                    <a:pt x="1653746" y="257920"/>
                  </a:lnTo>
                  <a:lnTo>
                    <a:pt x="1736162" y="265131"/>
                  </a:lnTo>
                  <a:lnTo>
                    <a:pt x="1829462" y="274319"/>
                  </a:lnTo>
                  <a:lnTo>
                    <a:pt x="1929500" y="285495"/>
                  </a:lnTo>
                  <a:lnTo>
                    <a:pt x="2032168" y="298628"/>
                  </a:lnTo>
                  <a:lnTo>
                    <a:pt x="2133913" y="313673"/>
                  </a:lnTo>
                  <a:lnTo>
                    <a:pt x="2232015" y="330613"/>
                  </a:lnTo>
                  <a:lnTo>
                    <a:pt x="2324658" y="349480"/>
                  </a:lnTo>
                  <a:lnTo>
                    <a:pt x="2410841" y="370370"/>
                  </a:lnTo>
                  <a:lnTo>
                    <a:pt x="2490224" y="393451"/>
                  </a:lnTo>
                  <a:lnTo>
                    <a:pt x="2562949" y="418962"/>
                  </a:lnTo>
                  <a:lnTo>
                    <a:pt x="2629482" y="447209"/>
                  </a:lnTo>
                  <a:lnTo>
                    <a:pt x="2690491" y="478554"/>
                  </a:lnTo>
                  <a:lnTo>
                    <a:pt x="2746746" y="513395"/>
                  </a:lnTo>
                  <a:lnTo>
                    <a:pt x="2799054" y="552134"/>
                  </a:lnTo>
                  <a:lnTo>
                    <a:pt x="2848203" y="595118"/>
                  </a:lnTo>
                  <a:lnTo>
                    <a:pt x="2894917" y="642547"/>
                  </a:lnTo>
                  <a:lnTo>
                    <a:pt x="2896531" y="644304"/>
                  </a:lnTo>
                  <a:lnTo>
                    <a:pt x="2936712" y="690643"/>
                  </a:lnTo>
                  <a:lnTo>
                    <a:pt x="2975831" y="740617"/>
                  </a:lnTo>
                  <a:lnTo>
                    <a:pt x="3014197" y="794302"/>
                  </a:lnTo>
                  <a:lnTo>
                    <a:pt x="3052055" y="851698"/>
                  </a:lnTo>
                  <a:lnTo>
                    <a:pt x="3089597" y="912735"/>
                  </a:lnTo>
                  <a:lnTo>
                    <a:pt x="3126968" y="977254"/>
                  </a:lnTo>
                  <a:lnTo>
                    <a:pt x="3164273" y="1045013"/>
                  </a:lnTo>
                  <a:lnTo>
                    <a:pt x="3201583" y="1115679"/>
                  </a:lnTo>
                  <a:lnTo>
                    <a:pt x="3238937" y="1188835"/>
                  </a:lnTo>
                  <a:lnTo>
                    <a:pt x="3276351" y="1263990"/>
                  </a:lnTo>
                  <a:lnTo>
                    <a:pt x="3313821" y="1340585"/>
                  </a:lnTo>
                  <a:lnTo>
                    <a:pt x="3351327" y="1418016"/>
                  </a:lnTo>
                  <a:lnTo>
                    <a:pt x="3388842" y="1495649"/>
                  </a:lnTo>
                  <a:lnTo>
                    <a:pt x="3426337" y="1572845"/>
                  </a:lnTo>
                  <a:lnTo>
                    <a:pt x="3463788" y="1648977"/>
                  </a:lnTo>
                  <a:lnTo>
                    <a:pt x="3501180" y="1723457"/>
                  </a:lnTo>
                  <a:lnTo>
                    <a:pt x="3538515" y="1795749"/>
                  </a:lnTo>
                  <a:lnTo>
                    <a:pt x="3575817" y="1865387"/>
                  </a:lnTo>
                  <a:lnTo>
                    <a:pt x="3613136" y="1931986"/>
                  </a:lnTo>
                  <a:lnTo>
                    <a:pt x="3650556" y="1995245"/>
                  </a:lnTo>
                  <a:lnTo>
                    <a:pt x="3688195" y="2054954"/>
                  </a:lnTo>
                  <a:lnTo>
                    <a:pt x="3726215" y="2110987"/>
                  </a:lnTo>
                  <a:lnTo>
                    <a:pt x="3764827" y="2163299"/>
                  </a:lnTo>
                  <a:lnTo>
                    <a:pt x="3804298" y="2211922"/>
                  </a:lnTo>
                  <a:lnTo>
                    <a:pt x="3829811" y="2240763"/>
                  </a:lnTo>
                  <a:lnTo>
                    <a:pt x="3876450" y="2288350"/>
                  </a:lnTo>
                  <a:lnTo>
                    <a:pt x="3925502" y="2331488"/>
                  </a:lnTo>
                  <a:lnTo>
                    <a:pt x="3977685" y="2370372"/>
                  </a:lnTo>
                  <a:lnTo>
                    <a:pt x="4033787" y="2405344"/>
                  </a:lnTo>
                  <a:lnTo>
                    <a:pt x="4094614" y="2436806"/>
                  </a:lnTo>
                  <a:lnTo>
                    <a:pt x="4160940" y="2465156"/>
                  </a:lnTo>
                  <a:lnTo>
                    <a:pt x="4233436" y="2490758"/>
                  </a:lnTo>
                  <a:lnTo>
                    <a:pt x="4312579" y="2513921"/>
                  </a:lnTo>
                  <a:lnTo>
                    <a:pt x="4398525" y="2534885"/>
                  </a:lnTo>
                  <a:lnTo>
                    <a:pt x="4490952" y="2553821"/>
                  </a:lnTo>
                  <a:lnTo>
                    <a:pt x="4588887" y="2570828"/>
                  </a:lnTo>
                  <a:lnTo>
                    <a:pt x="4690544" y="2585940"/>
                  </a:lnTo>
                  <a:lnTo>
                    <a:pt x="4793236" y="2599141"/>
                  </a:lnTo>
                  <a:lnTo>
                    <a:pt x="4893434" y="2610388"/>
                  </a:lnTo>
                  <a:lnTo>
                    <a:pt x="4987044" y="2619646"/>
                  </a:lnTo>
                  <a:lnTo>
                    <a:pt x="5069911" y="2626925"/>
                  </a:lnTo>
                  <a:lnTo>
                    <a:pt x="5138501" y="2632314"/>
                  </a:lnTo>
                  <a:lnTo>
                    <a:pt x="5190590" y="2635995"/>
                  </a:lnTo>
                  <a:lnTo>
                    <a:pt x="5225769" y="2638241"/>
                  </a:lnTo>
                  <a:lnTo>
                    <a:pt x="5245632" y="2639391"/>
                  </a:lnTo>
                  <a:lnTo>
                    <a:pt x="5253658" y="2639815"/>
                  </a:lnTo>
                  <a:lnTo>
                    <a:pt x="5254955" y="2639878"/>
                  </a:lnTo>
                  <a:lnTo>
                    <a:pt x="5254955" y="2639878"/>
                  </a:lnTo>
                  <a:lnTo>
                    <a:pt x="6726343" y="2639878"/>
                  </a:lnTo>
                  <a:lnTo>
                    <a:pt x="6727500" y="2639816"/>
                  </a:lnTo>
                  <a:lnTo>
                    <a:pt x="6735107" y="2639375"/>
                  </a:lnTo>
                  <a:lnTo>
                    <a:pt x="6754273" y="2638157"/>
                  </a:lnTo>
                  <a:lnTo>
                    <a:pt x="6788516" y="2635758"/>
                  </a:lnTo>
                  <a:lnTo>
                    <a:pt x="6839507" y="2631808"/>
                  </a:lnTo>
                  <a:lnTo>
                    <a:pt x="6906945" y="2626003"/>
                  </a:lnTo>
                  <a:lnTo>
                    <a:pt x="6988720" y="2618139"/>
                  </a:lnTo>
                  <a:lnTo>
                    <a:pt x="7081401" y="2608113"/>
                  </a:lnTo>
                  <a:lnTo>
                    <a:pt x="7180899" y="2595911"/>
                  </a:lnTo>
                  <a:lnTo>
                    <a:pt x="7283141" y="2581569"/>
                  </a:lnTo>
                  <a:lnTo>
                    <a:pt x="7384589" y="2565132"/>
                  </a:lnTo>
                  <a:lnTo>
                    <a:pt x="7482518" y="2546623"/>
                  </a:lnTo>
                  <a:lnTo>
                    <a:pt x="7575094" y="2526010"/>
                  </a:lnTo>
                  <a:lnTo>
                    <a:pt x="7661294" y="2503190"/>
                  </a:lnTo>
                  <a:lnTo>
                    <a:pt x="7740750" y="2477986"/>
                  </a:lnTo>
                  <a:lnTo>
                    <a:pt x="7813581" y="2450141"/>
                  </a:lnTo>
                  <a:lnTo>
                    <a:pt x="7880232" y="2419326"/>
                  </a:lnTo>
                  <a:lnTo>
                    <a:pt x="7941354" y="2385150"/>
                  </a:lnTo>
                  <a:lnTo>
                    <a:pt x="7997703" y="2347181"/>
                  </a:lnTo>
                  <a:lnTo>
                    <a:pt x="8050078" y="2304979"/>
                  </a:lnTo>
                  <a:lnTo>
                    <a:pt x="8099259" y="2258159"/>
                  </a:lnTo>
                  <a:lnTo>
                    <a:pt x="8145968" y="2206486"/>
                  </a:lnTo>
                  <a:lnTo>
                    <a:pt x="8151487" y="2199898"/>
                  </a:lnTo>
                  <a:lnTo>
                    <a:pt x="8190221" y="2150750"/>
                  </a:lnTo>
                  <a:lnTo>
                    <a:pt x="8227959" y="2097885"/>
                  </a:lnTo>
                  <a:lnTo>
                    <a:pt x="8264979" y="2041226"/>
                  </a:lnTo>
                  <a:lnTo>
                    <a:pt x="8301505" y="1980764"/>
                  </a:lnTo>
                  <a:lnTo>
                    <a:pt x="8337715" y="1916561"/>
                  </a:lnTo>
                  <a:lnTo>
                    <a:pt x="8373745" y="1848757"/>
                  </a:lnTo>
                  <a:lnTo>
                    <a:pt x="8409695" y="1777575"/>
                  </a:lnTo>
                  <a:lnTo>
                    <a:pt x="8445636" y="1703323"/>
                  </a:lnTo>
                  <a:lnTo>
                    <a:pt x="8481610" y="1626388"/>
                  </a:lnTo>
                  <a:lnTo>
                    <a:pt x="8517638" y="1547234"/>
                  </a:lnTo>
                  <a:lnTo>
                    <a:pt x="8553721" y="1466391"/>
                  </a:lnTo>
                  <a:lnTo>
                    <a:pt x="8589845" y="1384439"/>
                  </a:lnTo>
                  <a:lnTo>
                    <a:pt x="8625990" y="1301993"/>
                  </a:lnTo>
                  <a:lnTo>
                    <a:pt x="8662129" y="1219685"/>
                  </a:lnTo>
                  <a:lnTo>
                    <a:pt x="8698238" y="1138142"/>
                  </a:lnTo>
                  <a:lnTo>
                    <a:pt x="8734297" y="1057965"/>
                  </a:lnTo>
                  <a:lnTo>
                    <a:pt x="8770301" y="979715"/>
                  </a:lnTo>
                  <a:lnTo>
                    <a:pt x="8806257" y="903894"/>
                  </a:lnTo>
                  <a:lnTo>
                    <a:pt x="8842195" y="830935"/>
                  </a:lnTo>
                  <a:lnTo>
                    <a:pt x="8878169" y="761190"/>
                  </a:lnTo>
                  <a:lnTo>
                    <a:pt x="8914263" y="694930"/>
                  </a:lnTo>
                  <a:lnTo>
                    <a:pt x="8950592" y="632342"/>
                  </a:lnTo>
                  <a:lnTo>
                    <a:pt x="8987309" y="573532"/>
                  </a:lnTo>
                  <a:lnTo>
                    <a:pt x="9024610" y="518529"/>
                  </a:lnTo>
                  <a:lnTo>
                    <a:pt x="9062743" y="467293"/>
                  </a:lnTo>
                  <a:lnTo>
                    <a:pt x="9084767" y="439979"/>
                  </a:lnTo>
                  <a:lnTo>
                    <a:pt x="9131221" y="387714"/>
                  </a:lnTo>
                  <a:lnTo>
                    <a:pt x="9180066" y="340315"/>
                  </a:lnTo>
                  <a:lnTo>
                    <a:pt x="9232013" y="297573"/>
                  </a:lnTo>
                  <a:lnTo>
                    <a:pt x="9287838" y="259114"/>
                  </a:lnTo>
                  <a:lnTo>
                    <a:pt x="9348341" y="224503"/>
                  </a:lnTo>
                  <a:lnTo>
                    <a:pt x="9414285" y="193302"/>
                  </a:lnTo>
                  <a:lnTo>
                    <a:pt x="9486338" y="165116"/>
                  </a:lnTo>
                  <a:lnTo>
                    <a:pt x="9564978" y="139608"/>
                  </a:lnTo>
                  <a:lnTo>
                    <a:pt x="9650370" y="116510"/>
                  </a:lnTo>
                  <a:lnTo>
                    <a:pt x="9742214" y="95637"/>
                  </a:lnTo>
                  <a:lnTo>
                    <a:pt x="9839575" y="76876"/>
                  </a:lnTo>
                  <a:lnTo>
                    <a:pt x="9940724" y="60188"/>
                  </a:lnTo>
                  <a:lnTo>
                    <a:pt x="10043044" y="45590"/>
                  </a:lnTo>
                  <a:lnTo>
                    <a:pt x="10143084" y="33126"/>
                  </a:lnTo>
                  <a:lnTo>
                    <a:pt x="10236813" y="22837"/>
                  </a:lnTo>
                  <a:lnTo>
                    <a:pt x="10320112" y="14714"/>
                  </a:lnTo>
                  <a:lnTo>
                    <a:pt x="10389429" y="8669"/>
                  </a:lnTo>
                  <a:lnTo>
                    <a:pt x="10442467" y="4508"/>
                  </a:lnTo>
                  <a:lnTo>
                    <a:pt x="10478687" y="1940"/>
                  </a:lnTo>
                  <a:lnTo>
                    <a:pt x="10499526" y="600"/>
                  </a:lnTo>
                  <a:lnTo>
                    <a:pt x="10508290" y="87"/>
                  </a:lnTo>
                  <a:lnTo>
                    <a:pt x="10509908" y="0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19" name="pl319"/>
            <p:cNvSpPr/>
            <p:nvPr/>
          </p:nvSpPr>
          <p:spPr>
            <a:xfrm>
              <a:off x="4799595" y="4775445"/>
              <a:ext cx="11981298" cy="2639878"/>
            </a:xfrm>
            <a:custGeom>
              <a:avLst/>
              <a:pathLst>
                <a:path w="11981298" h="2639878">
                  <a:moveTo>
                    <a:pt x="11981298" y="0"/>
                  </a:moveTo>
                  <a:lnTo>
                    <a:pt x="10509911" y="0"/>
                  </a:lnTo>
                  <a:lnTo>
                    <a:pt x="10508753" y="61"/>
                  </a:lnTo>
                  <a:lnTo>
                    <a:pt x="10501146" y="502"/>
                  </a:lnTo>
                  <a:lnTo>
                    <a:pt x="10481980" y="1721"/>
                  </a:lnTo>
                  <a:lnTo>
                    <a:pt x="10447737" y="4119"/>
                  </a:lnTo>
                  <a:lnTo>
                    <a:pt x="10396746" y="8070"/>
                  </a:lnTo>
                  <a:lnTo>
                    <a:pt x="10329309" y="13874"/>
                  </a:lnTo>
                  <a:lnTo>
                    <a:pt x="10247533" y="21739"/>
                  </a:lnTo>
                  <a:lnTo>
                    <a:pt x="10154852" y="31764"/>
                  </a:lnTo>
                  <a:lnTo>
                    <a:pt x="10055354" y="43966"/>
                  </a:lnTo>
                  <a:lnTo>
                    <a:pt x="9953112" y="58309"/>
                  </a:lnTo>
                  <a:lnTo>
                    <a:pt x="9851665" y="74745"/>
                  </a:lnTo>
                  <a:lnTo>
                    <a:pt x="9753735" y="93254"/>
                  </a:lnTo>
                  <a:lnTo>
                    <a:pt x="9661159" y="113868"/>
                  </a:lnTo>
                  <a:lnTo>
                    <a:pt x="9574959" y="136687"/>
                  </a:lnTo>
                  <a:lnTo>
                    <a:pt x="9495503" y="161891"/>
                  </a:lnTo>
                  <a:lnTo>
                    <a:pt x="9422673" y="189736"/>
                  </a:lnTo>
                  <a:lnTo>
                    <a:pt x="9356021" y="220552"/>
                  </a:lnTo>
                  <a:lnTo>
                    <a:pt x="9294900" y="254728"/>
                  </a:lnTo>
                  <a:lnTo>
                    <a:pt x="9238550" y="292697"/>
                  </a:lnTo>
                  <a:lnTo>
                    <a:pt x="9186176" y="334898"/>
                  </a:lnTo>
                  <a:lnTo>
                    <a:pt x="9136994" y="381718"/>
                  </a:lnTo>
                  <a:lnTo>
                    <a:pt x="9090285" y="433392"/>
                  </a:lnTo>
                  <a:lnTo>
                    <a:pt x="9084767" y="439979"/>
                  </a:lnTo>
                  <a:lnTo>
                    <a:pt x="9046032" y="489127"/>
                  </a:lnTo>
                  <a:lnTo>
                    <a:pt x="9008294" y="541993"/>
                  </a:lnTo>
                  <a:lnTo>
                    <a:pt x="8971274" y="598651"/>
                  </a:lnTo>
                  <a:lnTo>
                    <a:pt x="8934748" y="659113"/>
                  </a:lnTo>
                  <a:lnTo>
                    <a:pt x="8898538" y="723317"/>
                  </a:lnTo>
                  <a:lnTo>
                    <a:pt x="8862508" y="791121"/>
                  </a:lnTo>
                  <a:lnTo>
                    <a:pt x="8826558" y="862302"/>
                  </a:lnTo>
                  <a:lnTo>
                    <a:pt x="8790617" y="936555"/>
                  </a:lnTo>
                  <a:lnTo>
                    <a:pt x="8754643" y="1013490"/>
                  </a:lnTo>
                  <a:lnTo>
                    <a:pt x="8718615" y="1092643"/>
                  </a:lnTo>
                  <a:lnTo>
                    <a:pt x="8682533" y="1173487"/>
                  </a:lnTo>
                  <a:lnTo>
                    <a:pt x="8646408" y="1255439"/>
                  </a:lnTo>
                  <a:lnTo>
                    <a:pt x="8610263" y="1337884"/>
                  </a:lnTo>
                  <a:lnTo>
                    <a:pt x="8574124" y="1420192"/>
                  </a:lnTo>
                  <a:lnTo>
                    <a:pt x="8538015" y="1501736"/>
                  </a:lnTo>
                  <a:lnTo>
                    <a:pt x="8501956" y="1581913"/>
                  </a:lnTo>
                  <a:lnTo>
                    <a:pt x="8465953" y="1660162"/>
                  </a:lnTo>
                  <a:lnTo>
                    <a:pt x="8429997" y="1735983"/>
                  </a:lnTo>
                  <a:lnTo>
                    <a:pt x="8394058" y="1808943"/>
                  </a:lnTo>
                  <a:lnTo>
                    <a:pt x="8358084" y="1878687"/>
                  </a:lnTo>
                  <a:lnTo>
                    <a:pt x="8321990" y="1944947"/>
                  </a:lnTo>
                  <a:lnTo>
                    <a:pt x="8285661" y="2007535"/>
                  </a:lnTo>
                  <a:lnTo>
                    <a:pt x="8248945" y="2066346"/>
                  </a:lnTo>
                  <a:lnTo>
                    <a:pt x="8211643" y="2121349"/>
                  </a:lnTo>
                  <a:lnTo>
                    <a:pt x="8173510" y="2172584"/>
                  </a:lnTo>
                  <a:lnTo>
                    <a:pt x="8151487" y="2199898"/>
                  </a:lnTo>
                  <a:lnTo>
                    <a:pt x="8105033" y="2252163"/>
                  </a:lnTo>
                  <a:lnTo>
                    <a:pt x="8056187" y="2299562"/>
                  </a:lnTo>
                  <a:lnTo>
                    <a:pt x="8004241" y="2342304"/>
                  </a:lnTo>
                  <a:lnTo>
                    <a:pt x="7948415" y="2380763"/>
                  </a:lnTo>
                  <a:lnTo>
                    <a:pt x="7887913" y="2415375"/>
                  </a:lnTo>
                  <a:lnTo>
                    <a:pt x="7821968" y="2446575"/>
                  </a:lnTo>
                  <a:lnTo>
                    <a:pt x="7749915" y="2474761"/>
                  </a:lnTo>
                  <a:lnTo>
                    <a:pt x="7671275" y="2500270"/>
                  </a:lnTo>
                  <a:lnTo>
                    <a:pt x="7585884" y="2523367"/>
                  </a:lnTo>
                  <a:lnTo>
                    <a:pt x="7494039" y="2544241"/>
                  </a:lnTo>
                  <a:lnTo>
                    <a:pt x="7396678" y="2563001"/>
                  </a:lnTo>
                  <a:lnTo>
                    <a:pt x="7295529" y="2579689"/>
                  </a:lnTo>
                  <a:lnTo>
                    <a:pt x="7193209" y="2594288"/>
                  </a:lnTo>
                  <a:lnTo>
                    <a:pt x="7093169" y="2606751"/>
                  </a:lnTo>
                  <a:lnTo>
                    <a:pt x="6999440" y="2617041"/>
                  </a:lnTo>
                  <a:lnTo>
                    <a:pt x="6916141" y="2625163"/>
                  </a:lnTo>
                  <a:lnTo>
                    <a:pt x="6846824" y="2631209"/>
                  </a:lnTo>
                  <a:lnTo>
                    <a:pt x="6793787" y="2635369"/>
                  </a:lnTo>
                  <a:lnTo>
                    <a:pt x="6757566" y="2637937"/>
                  </a:lnTo>
                  <a:lnTo>
                    <a:pt x="6736727" y="2639277"/>
                  </a:lnTo>
                  <a:lnTo>
                    <a:pt x="6727963" y="2639791"/>
                  </a:lnTo>
                  <a:lnTo>
                    <a:pt x="6726345" y="2639878"/>
                  </a:lnTo>
                  <a:lnTo>
                    <a:pt x="6726343" y="2639878"/>
                  </a:lnTo>
                  <a:lnTo>
                    <a:pt x="5254955" y="2639878"/>
                  </a:lnTo>
                  <a:lnTo>
                    <a:pt x="5253784" y="2639821"/>
                  </a:lnTo>
                  <a:lnTo>
                    <a:pt x="5246092" y="2639417"/>
                  </a:lnTo>
                  <a:lnTo>
                    <a:pt x="5226717" y="2638298"/>
                  </a:lnTo>
                  <a:lnTo>
                    <a:pt x="5192118" y="2636097"/>
                  </a:lnTo>
                  <a:lnTo>
                    <a:pt x="5140631" y="2632472"/>
                  </a:lnTo>
                  <a:lnTo>
                    <a:pt x="5072596" y="2627147"/>
                  </a:lnTo>
                  <a:lnTo>
                    <a:pt x="4990180" y="2619936"/>
                  </a:lnTo>
                  <a:lnTo>
                    <a:pt x="4896880" y="2610749"/>
                  </a:lnTo>
                  <a:lnTo>
                    <a:pt x="4796842" y="2599572"/>
                  </a:lnTo>
                  <a:lnTo>
                    <a:pt x="4694174" y="2586440"/>
                  </a:lnTo>
                  <a:lnTo>
                    <a:pt x="4592429" y="2571394"/>
                  </a:lnTo>
                  <a:lnTo>
                    <a:pt x="4494327" y="2554455"/>
                  </a:lnTo>
                  <a:lnTo>
                    <a:pt x="4401685" y="2535588"/>
                  </a:lnTo>
                  <a:lnTo>
                    <a:pt x="4315501" y="2514698"/>
                  </a:lnTo>
                  <a:lnTo>
                    <a:pt x="4236118" y="2491617"/>
                  </a:lnTo>
                  <a:lnTo>
                    <a:pt x="4163393" y="2466106"/>
                  </a:lnTo>
                  <a:lnTo>
                    <a:pt x="4096860" y="2437858"/>
                  </a:lnTo>
                  <a:lnTo>
                    <a:pt x="4035851" y="2406513"/>
                  </a:lnTo>
                  <a:lnTo>
                    <a:pt x="3979596" y="2371672"/>
                  </a:lnTo>
                  <a:lnTo>
                    <a:pt x="3927288" y="2332933"/>
                  </a:lnTo>
                  <a:lnTo>
                    <a:pt x="3878139" y="2289950"/>
                  </a:lnTo>
                  <a:lnTo>
                    <a:pt x="3831425" y="2242521"/>
                  </a:lnTo>
                  <a:lnTo>
                    <a:pt x="3829811" y="2240763"/>
                  </a:lnTo>
                  <a:lnTo>
                    <a:pt x="3789630" y="2194425"/>
                  </a:lnTo>
                  <a:lnTo>
                    <a:pt x="3750511" y="2144450"/>
                  </a:lnTo>
                  <a:lnTo>
                    <a:pt x="3712145" y="2090766"/>
                  </a:lnTo>
                  <a:lnTo>
                    <a:pt x="3674287" y="2033369"/>
                  </a:lnTo>
                  <a:lnTo>
                    <a:pt x="3636745" y="1972333"/>
                  </a:lnTo>
                  <a:lnTo>
                    <a:pt x="3599374" y="1907813"/>
                  </a:lnTo>
                  <a:lnTo>
                    <a:pt x="3562069" y="1840054"/>
                  </a:lnTo>
                  <a:lnTo>
                    <a:pt x="3524759" y="1769389"/>
                  </a:lnTo>
                  <a:lnTo>
                    <a:pt x="3487405" y="1696232"/>
                  </a:lnTo>
                  <a:lnTo>
                    <a:pt x="3449991" y="1621078"/>
                  </a:lnTo>
                  <a:lnTo>
                    <a:pt x="3412521" y="1544482"/>
                  </a:lnTo>
                  <a:lnTo>
                    <a:pt x="3375015" y="1467052"/>
                  </a:lnTo>
                  <a:lnTo>
                    <a:pt x="3337500" y="1389418"/>
                  </a:lnTo>
                  <a:lnTo>
                    <a:pt x="3300005" y="1312223"/>
                  </a:lnTo>
                  <a:lnTo>
                    <a:pt x="3262554" y="1236090"/>
                  </a:lnTo>
                  <a:lnTo>
                    <a:pt x="3225162" y="1161610"/>
                  </a:lnTo>
                  <a:lnTo>
                    <a:pt x="3187827" y="1089318"/>
                  </a:lnTo>
                  <a:lnTo>
                    <a:pt x="3150525" y="1019680"/>
                  </a:lnTo>
                  <a:lnTo>
                    <a:pt x="3113206" y="953081"/>
                  </a:lnTo>
                  <a:lnTo>
                    <a:pt x="3075787" y="889822"/>
                  </a:lnTo>
                  <a:lnTo>
                    <a:pt x="3038147" y="830113"/>
                  </a:lnTo>
                  <a:lnTo>
                    <a:pt x="3000127" y="774081"/>
                  </a:lnTo>
                  <a:lnTo>
                    <a:pt x="2961515" y="721768"/>
                  </a:lnTo>
                  <a:lnTo>
                    <a:pt x="2922044" y="673145"/>
                  </a:lnTo>
                  <a:lnTo>
                    <a:pt x="2896531" y="644304"/>
                  </a:lnTo>
                  <a:lnTo>
                    <a:pt x="2849892" y="596718"/>
                  </a:lnTo>
                  <a:lnTo>
                    <a:pt x="2800840" y="553579"/>
                  </a:lnTo>
                  <a:lnTo>
                    <a:pt x="2748657" y="514696"/>
                  </a:lnTo>
                  <a:lnTo>
                    <a:pt x="2692556" y="479724"/>
                  </a:lnTo>
                  <a:lnTo>
                    <a:pt x="2631728" y="448262"/>
                  </a:lnTo>
                  <a:lnTo>
                    <a:pt x="2565402" y="419912"/>
                  </a:lnTo>
                  <a:lnTo>
                    <a:pt x="2492906" y="394309"/>
                  </a:lnTo>
                  <a:lnTo>
                    <a:pt x="2413763" y="371147"/>
                  </a:lnTo>
                  <a:lnTo>
                    <a:pt x="2327817" y="350183"/>
                  </a:lnTo>
                  <a:lnTo>
                    <a:pt x="2235390" y="331246"/>
                  </a:lnTo>
                  <a:lnTo>
                    <a:pt x="2137455" y="314239"/>
                  </a:lnTo>
                  <a:lnTo>
                    <a:pt x="2035798" y="299127"/>
                  </a:lnTo>
                  <a:lnTo>
                    <a:pt x="1933107" y="285927"/>
                  </a:lnTo>
                  <a:lnTo>
                    <a:pt x="1832908" y="274680"/>
                  </a:lnTo>
                  <a:lnTo>
                    <a:pt x="1739298" y="265422"/>
                  </a:lnTo>
                  <a:lnTo>
                    <a:pt x="1656431" y="258142"/>
                  </a:lnTo>
                  <a:lnTo>
                    <a:pt x="1587841" y="252754"/>
                  </a:lnTo>
                  <a:lnTo>
                    <a:pt x="1535752" y="249073"/>
                  </a:lnTo>
                  <a:lnTo>
                    <a:pt x="1500573" y="246826"/>
                  </a:lnTo>
                  <a:lnTo>
                    <a:pt x="1480710" y="245676"/>
                  </a:lnTo>
                  <a:lnTo>
                    <a:pt x="1472684" y="245252"/>
                  </a:lnTo>
                  <a:lnTo>
                    <a:pt x="1471387" y="245189"/>
                  </a:lnTo>
                  <a:lnTo>
                    <a:pt x="1471387" y="245189"/>
                  </a:lnTo>
                  <a:lnTo>
                    <a:pt x="0" y="24518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20" name="pg320"/>
            <p:cNvSpPr/>
            <p:nvPr/>
          </p:nvSpPr>
          <p:spPr>
            <a:xfrm>
              <a:off x="4799595" y="5028808"/>
              <a:ext cx="11981298" cy="2402861"/>
            </a:xfrm>
            <a:custGeom>
              <a:avLst/>
              <a:pathLst>
                <a:path w="11981298" h="2402861">
                  <a:moveTo>
                    <a:pt x="0" y="8172"/>
                  </a:moveTo>
                  <a:lnTo>
                    <a:pt x="1471387" y="8172"/>
                  </a:lnTo>
                  <a:lnTo>
                    <a:pt x="1472558" y="8229"/>
                  </a:lnTo>
                  <a:lnTo>
                    <a:pt x="1480250" y="8634"/>
                  </a:lnTo>
                  <a:lnTo>
                    <a:pt x="1499625" y="9752"/>
                  </a:lnTo>
                  <a:lnTo>
                    <a:pt x="1534224" y="11954"/>
                  </a:lnTo>
                  <a:lnTo>
                    <a:pt x="1585711" y="15579"/>
                  </a:lnTo>
                  <a:lnTo>
                    <a:pt x="1653746" y="20903"/>
                  </a:lnTo>
                  <a:lnTo>
                    <a:pt x="1736162" y="28114"/>
                  </a:lnTo>
                  <a:lnTo>
                    <a:pt x="1829462" y="37302"/>
                  </a:lnTo>
                  <a:lnTo>
                    <a:pt x="1929500" y="48479"/>
                  </a:lnTo>
                  <a:lnTo>
                    <a:pt x="2032168" y="61611"/>
                  </a:lnTo>
                  <a:lnTo>
                    <a:pt x="2133913" y="76656"/>
                  </a:lnTo>
                  <a:lnTo>
                    <a:pt x="2232015" y="93596"/>
                  </a:lnTo>
                  <a:lnTo>
                    <a:pt x="2324658" y="112463"/>
                  </a:lnTo>
                  <a:lnTo>
                    <a:pt x="2410841" y="133353"/>
                  </a:lnTo>
                  <a:lnTo>
                    <a:pt x="2490224" y="156434"/>
                  </a:lnTo>
                  <a:lnTo>
                    <a:pt x="2562949" y="181945"/>
                  </a:lnTo>
                  <a:lnTo>
                    <a:pt x="2629482" y="210192"/>
                  </a:lnTo>
                  <a:lnTo>
                    <a:pt x="2690491" y="241537"/>
                  </a:lnTo>
                  <a:lnTo>
                    <a:pt x="2746746" y="276378"/>
                  </a:lnTo>
                  <a:lnTo>
                    <a:pt x="2799054" y="315117"/>
                  </a:lnTo>
                  <a:lnTo>
                    <a:pt x="2848203" y="358101"/>
                  </a:lnTo>
                  <a:lnTo>
                    <a:pt x="2894917" y="405530"/>
                  </a:lnTo>
                  <a:lnTo>
                    <a:pt x="2896531" y="407287"/>
                  </a:lnTo>
                  <a:lnTo>
                    <a:pt x="2936712" y="453626"/>
                  </a:lnTo>
                  <a:lnTo>
                    <a:pt x="2975831" y="503601"/>
                  </a:lnTo>
                  <a:lnTo>
                    <a:pt x="3014197" y="557285"/>
                  </a:lnTo>
                  <a:lnTo>
                    <a:pt x="3052055" y="614681"/>
                  </a:lnTo>
                  <a:lnTo>
                    <a:pt x="3089597" y="675718"/>
                  </a:lnTo>
                  <a:lnTo>
                    <a:pt x="3126968" y="740237"/>
                  </a:lnTo>
                  <a:lnTo>
                    <a:pt x="3164273" y="807996"/>
                  </a:lnTo>
                  <a:lnTo>
                    <a:pt x="3201583" y="878662"/>
                  </a:lnTo>
                  <a:lnTo>
                    <a:pt x="3238937" y="951818"/>
                  </a:lnTo>
                  <a:lnTo>
                    <a:pt x="3276351" y="1026973"/>
                  </a:lnTo>
                  <a:lnTo>
                    <a:pt x="3313821" y="1103568"/>
                  </a:lnTo>
                  <a:lnTo>
                    <a:pt x="3351327" y="1180999"/>
                  </a:lnTo>
                  <a:lnTo>
                    <a:pt x="3388842" y="1258632"/>
                  </a:lnTo>
                  <a:lnTo>
                    <a:pt x="3426337" y="1335828"/>
                  </a:lnTo>
                  <a:lnTo>
                    <a:pt x="3463788" y="1411960"/>
                  </a:lnTo>
                  <a:lnTo>
                    <a:pt x="3501180" y="1486440"/>
                  </a:lnTo>
                  <a:lnTo>
                    <a:pt x="3538515" y="1558732"/>
                  </a:lnTo>
                  <a:lnTo>
                    <a:pt x="3575817" y="1628370"/>
                  </a:lnTo>
                  <a:lnTo>
                    <a:pt x="3613136" y="1694969"/>
                  </a:lnTo>
                  <a:lnTo>
                    <a:pt x="3650556" y="1758228"/>
                  </a:lnTo>
                  <a:lnTo>
                    <a:pt x="3688195" y="1817937"/>
                  </a:lnTo>
                  <a:lnTo>
                    <a:pt x="3726215" y="1873970"/>
                  </a:lnTo>
                  <a:lnTo>
                    <a:pt x="3764827" y="1926282"/>
                  </a:lnTo>
                  <a:lnTo>
                    <a:pt x="3804298" y="1974905"/>
                  </a:lnTo>
                  <a:lnTo>
                    <a:pt x="3829811" y="2003746"/>
                  </a:lnTo>
                  <a:lnTo>
                    <a:pt x="3876450" y="2051333"/>
                  </a:lnTo>
                  <a:lnTo>
                    <a:pt x="3925502" y="2094471"/>
                  </a:lnTo>
                  <a:lnTo>
                    <a:pt x="3977685" y="2133355"/>
                  </a:lnTo>
                  <a:lnTo>
                    <a:pt x="4033787" y="2168327"/>
                  </a:lnTo>
                  <a:lnTo>
                    <a:pt x="4094614" y="2199789"/>
                  </a:lnTo>
                  <a:lnTo>
                    <a:pt x="4160940" y="2228139"/>
                  </a:lnTo>
                  <a:lnTo>
                    <a:pt x="4233436" y="2253741"/>
                  </a:lnTo>
                  <a:lnTo>
                    <a:pt x="4312579" y="2276904"/>
                  </a:lnTo>
                  <a:lnTo>
                    <a:pt x="4398525" y="2297868"/>
                  </a:lnTo>
                  <a:lnTo>
                    <a:pt x="4490952" y="2316804"/>
                  </a:lnTo>
                  <a:lnTo>
                    <a:pt x="4588887" y="2333811"/>
                  </a:lnTo>
                  <a:lnTo>
                    <a:pt x="4690544" y="2348923"/>
                  </a:lnTo>
                  <a:lnTo>
                    <a:pt x="4793236" y="2362124"/>
                  </a:lnTo>
                  <a:lnTo>
                    <a:pt x="4893434" y="2373371"/>
                  </a:lnTo>
                  <a:lnTo>
                    <a:pt x="4987044" y="2382629"/>
                  </a:lnTo>
                  <a:lnTo>
                    <a:pt x="5069911" y="2389908"/>
                  </a:lnTo>
                  <a:lnTo>
                    <a:pt x="5138501" y="2395297"/>
                  </a:lnTo>
                  <a:lnTo>
                    <a:pt x="5190590" y="2398978"/>
                  </a:lnTo>
                  <a:lnTo>
                    <a:pt x="5225769" y="2401224"/>
                  </a:lnTo>
                  <a:lnTo>
                    <a:pt x="5245632" y="2402374"/>
                  </a:lnTo>
                  <a:lnTo>
                    <a:pt x="5253658" y="2402798"/>
                  </a:lnTo>
                  <a:lnTo>
                    <a:pt x="5254955" y="2402861"/>
                  </a:lnTo>
                  <a:lnTo>
                    <a:pt x="6726343" y="2402861"/>
                  </a:lnTo>
                  <a:lnTo>
                    <a:pt x="6727515" y="2402805"/>
                  </a:lnTo>
                  <a:lnTo>
                    <a:pt x="6735219" y="2402405"/>
                  </a:lnTo>
                  <a:lnTo>
                    <a:pt x="6754620" y="2401300"/>
                  </a:lnTo>
                  <a:lnTo>
                    <a:pt x="6789264" y="2399126"/>
                  </a:lnTo>
                  <a:lnTo>
                    <a:pt x="6840815" y="2395545"/>
                  </a:lnTo>
                  <a:lnTo>
                    <a:pt x="6908926" y="2390286"/>
                  </a:lnTo>
                  <a:lnTo>
                    <a:pt x="6991424" y="2383164"/>
                  </a:lnTo>
                  <a:lnTo>
                    <a:pt x="7084802" y="2374090"/>
                  </a:lnTo>
                  <a:lnTo>
                    <a:pt x="7184909" y="2363052"/>
                  </a:lnTo>
                  <a:lnTo>
                    <a:pt x="7287631" y="2350083"/>
                  </a:lnTo>
                  <a:lnTo>
                    <a:pt x="7389413" y="2335227"/>
                  </a:lnTo>
                  <a:lnTo>
                    <a:pt x="7487537" y="2318499"/>
                  </a:lnTo>
                  <a:lnTo>
                    <a:pt x="7580187" y="2299869"/>
                  </a:lnTo>
                  <a:lnTo>
                    <a:pt x="7666369" y="2279240"/>
                  </a:lnTo>
                  <a:lnTo>
                    <a:pt x="7745743" y="2256447"/>
                  </a:lnTo>
                  <a:lnTo>
                    <a:pt x="7818454" y="2231252"/>
                  </a:lnTo>
                  <a:lnTo>
                    <a:pt x="7884972" y="2203353"/>
                  </a:lnTo>
                  <a:lnTo>
                    <a:pt x="7945966" y="2172393"/>
                  </a:lnTo>
                  <a:lnTo>
                    <a:pt x="8002209" y="2137977"/>
                  </a:lnTo>
                  <a:lnTo>
                    <a:pt x="8054509" y="2099709"/>
                  </a:lnTo>
                  <a:lnTo>
                    <a:pt x="8103655" y="2057247"/>
                  </a:lnTo>
                  <a:lnTo>
                    <a:pt x="8150369" y="2010396"/>
                  </a:lnTo>
                  <a:lnTo>
                    <a:pt x="8151487" y="2009195"/>
                  </a:lnTo>
                  <a:lnTo>
                    <a:pt x="8191870" y="1963246"/>
                  </a:lnTo>
                  <a:lnTo>
                    <a:pt x="8231183" y="1913673"/>
                  </a:lnTo>
                  <a:lnTo>
                    <a:pt x="8269737" y="1860404"/>
                  </a:lnTo>
                  <a:lnTo>
                    <a:pt x="8307782" y="1803435"/>
                  </a:lnTo>
                  <a:lnTo>
                    <a:pt x="8345511" y="1742842"/>
                  </a:lnTo>
                  <a:lnTo>
                    <a:pt x="8383070" y="1678784"/>
                  </a:lnTo>
                  <a:lnTo>
                    <a:pt x="8420565" y="1611507"/>
                  </a:lnTo>
                  <a:lnTo>
                    <a:pt x="8458066" y="1541347"/>
                  </a:lnTo>
                  <a:lnTo>
                    <a:pt x="8495614" y="1468723"/>
                  </a:lnTo>
                  <a:lnTo>
                    <a:pt x="8533223" y="1394133"/>
                  </a:lnTo>
                  <a:lnTo>
                    <a:pt x="8570887" y="1318137"/>
                  </a:lnTo>
                  <a:lnTo>
                    <a:pt x="8608586" y="1241343"/>
                  </a:lnTo>
                  <a:lnTo>
                    <a:pt x="8646293" y="1164387"/>
                  </a:lnTo>
                  <a:lnTo>
                    <a:pt x="8683978" y="1087909"/>
                  </a:lnTo>
                  <a:lnTo>
                    <a:pt x="8721616" y="1012534"/>
                  </a:lnTo>
                  <a:lnTo>
                    <a:pt x="8759195" y="938848"/>
                  </a:lnTo>
                  <a:lnTo>
                    <a:pt x="8796716" y="867384"/>
                  </a:lnTo>
                  <a:lnTo>
                    <a:pt x="8834208" y="798601"/>
                  </a:lnTo>
                  <a:lnTo>
                    <a:pt x="8871724" y="732877"/>
                  </a:lnTo>
                  <a:lnTo>
                    <a:pt x="8909351" y="670505"/>
                  </a:lnTo>
                  <a:lnTo>
                    <a:pt x="8947215" y="611688"/>
                  </a:lnTo>
                  <a:lnTo>
                    <a:pt x="8985484" y="556543"/>
                  </a:lnTo>
                  <a:lnTo>
                    <a:pt x="9024378" y="505104"/>
                  </a:lnTo>
                  <a:lnTo>
                    <a:pt x="9064176" y="457335"/>
                  </a:lnTo>
                  <a:lnTo>
                    <a:pt x="9084767" y="434531"/>
                  </a:lnTo>
                  <a:lnTo>
                    <a:pt x="9131429" y="387572"/>
                  </a:lnTo>
                  <a:lnTo>
                    <a:pt x="9180507" y="345004"/>
                  </a:lnTo>
                  <a:lnTo>
                    <a:pt x="9232720" y="306638"/>
                  </a:lnTo>
                  <a:lnTo>
                    <a:pt x="9288857" y="272132"/>
                  </a:lnTo>
                  <a:lnTo>
                    <a:pt x="9349726" y="241092"/>
                  </a:lnTo>
                  <a:lnTo>
                    <a:pt x="9416101" y="213123"/>
                  </a:lnTo>
                  <a:lnTo>
                    <a:pt x="9488653" y="187866"/>
                  </a:lnTo>
                  <a:lnTo>
                    <a:pt x="9567861" y="165016"/>
                  </a:lnTo>
                  <a:lnTo>
                    <a:pt x="9653877" y="144337"/>
                  </a:lnTo>
                  <a:lnTo>
                    <a:pt x="9746379" y="125659"/>
                  </a:lnTo>
                  <a:lnTo>
                    <a:pt x="9844387" y="108886"/>
                  </a:lnTo>
                  <a:lnTo>
                    <a:pt x="9946108" y="93983"/>
                  </a:lnTo>
                  <a:lnTo>
                    <a:pt x="10048846" y="80968"/>
                  </a:lnTo>
                  <a:lnTo>
                    <a:pt x="10149064" y="69882"/>
                  </a:lnTo>
                  <a:lnTo>
                    <a:pt x="10242658" y="60760"/>
                  </a:lnTo>
                  <a:lnTo>
                    <a:pt x="10325468" y="53591"/>
                  </a:lnTo>
                  <a:lnTo>
                    <a:pt x="10393964" y="48288"/>
                  </a:lnTo>
                  <a:lnTo>
                    <a:pt x="10445932" y="44669"/>
                  </a:lnTo>
                  <a:lnTo>
                    <a:pt x="10480978" y="42464"/>
                  </a:lnTo>
                  <a:lnTo>
                    <a:pt x="10500717" y="41337"/>
                  </a:lnTo>
                  <a:lnTo>
                    <a:pt x="10508652" y="40925"/>
                  </a:lnTo>
                  <a:lnTo>
                    <a:pt x="10509911" y="40864"/>
                  </a:lnTo>
                  <a:lnTo>
                    <a:pt x="11981298" y="40864"/>
                  </a:lnTo>
                  <a:lnTo>
                    <a:pt x="11981298" y="32691"/>
                  </a:lnTo>
                  <a:lnTo>
                    <a:pt x="10509911" y="32691"/>
                  </a:lnTo>
                  <a:lnTo>
                    <a:pt x="10508738" y="32748"/>
                  </a:lnTo>
                  <a:lnTo>
                    <a:pt x="10501035" y="33147"/>
                  </a:lnTo>
                  <a:lnTo>
                    <a:pt x="10481633" y="34252"/>
                  </a:lnTo>
                  <a:lnTo>
                    <a:pt x="10446989" y="36427"/>
                  </a:lnTo>
                  <a:lnTo>
                    <a:pt x="10395439" y="40008"/>
                  </a:lnTo>
                  <a:lnTo>
                    <a:pt x="10327327" y="45267"/>
                  </a:lnTo>
                  <a:lnTo>
                    <a:pt x="10244829" y="52389"/>
                  </a:lnTo>
                  <a:lnTo>
                    <a:pt x="10151451" y="61463"/>
                  </a:lnTo>
                  <a:lnTo>
                    <a:pt x="10051345" y="72501"/>
                  </a:lnTo>
                  <a:lnTo>
                    <a:pt x="9948622" y="85469"/>
                  </a:lnTo>
                  <a:lnTo>
                    <a:pt x="9846840" y="100326"/>
                  </a:lnTo>
                  <a:lnTo>
                    <a:pt x="9748717" y="117053"/>
                  </a:lnTo>
                  <a:lnTo>
                    <a:pt x="9656066" y="135684"/>
                  </a:lnTo>
                  <a:lnTo>
                    <a:pt x="9569884" y="156312"/>
                  </a:lnTo>
                  <a:lnTo>
                    <a:pt x="9490511" y="179106"/>
                  </a:lnTo>
                  <a:lnTo>
                    <a:pt x="9417800" y="204301"/>
                  </a:lnTo>
                  <a:lnTo>
                    <a:pt x="9351281" y="232199"/>
                  </a:lnTo>
                  <a:lnTo>
                    <a:pt x="9290287" y="263160"/>
                  </a:lnTo>
                  <a:lnTo>
                    <a:pt x="9234044" y="297576"/>
                  </a:lnTo>
                  <a:lnTo>
                    <a:pt x="9181744" y="335843"/>
                  </a:lnTo>
                  <a:lnTo>
                    <a:pt x="9132599" y="378305"/>
                  </a:lnTo>
                  <a:lnTo>
                    <a:pt x="9085885" y="425156"/>
                  </a:lnTo>
                  <a:lnTo>
                    <a:pt x="9084767" y="426358"/>
                  </a:lnTo>
                  <a:lnTo>
                    <a:pt x="9044383" y="472306"/>
                  </a:lnTo>
                  <a:lnTo>
                    <a:pt x="9005070" y="521879"/>
                  </a:lnTo>
                  <a:lnTo>
                    <a:pt x="8966516" y="575149"/>
                  </a:lnTo>
                  <a:lnTo>
                    <a:pt x="8928471" y="632117"/>
                  </a:lnTo>
                  <a:lnTo>
                    <a:pt x="8890743" y="692710"/>
                  </a:lnTo>
                  <a:lnTo>
                    <a:pt x="8853184" y="756768"/>
                  </a:lnTo>
                  <a:lnTo>
                    <a:pt x="8815688" y="824045"/>
                  </a:lnTo>
                  <a:lnTo>
                    <a:pt x="8778187" y="894206"/>
                  </a:lnTo>
                  <a:lnTo>
                    <a:pt x="8740639" y="966830"/>
                  </a:lnTo>
                  <a:lnTo>
                    <a:pt x="8703030" y="1041420"/>
                  </a:lnTo>
                  <a:lnTo>
                    <a:pt x="8665366" y="1117416"/>
                  </a:lnTo>
                  <a:lnTo>
                    <a:pt x="8627667" y="1194210"/>
                  </a:lnTo>
                  <a:lnTo>
                    <a:pt x="8589960" y="1271166"/>
                  </a:lnTo>
                  <a:lnTo>
                    <a:pt x="8552275" y="1347644"/>
                  </a:lnTo>
                  <a:lnTo>
                    <a:pt x="8514637" y="1423019"/>
                  </a:lnTo>
                  <a:lnTo>
                    <a:pt x="8477059" y="1496704"/>
                  </a:lnTo>
                  <a:lnTo>
                    <a:pt x="8439537" y="1568169"/>
                  </a:lnTo>
                  <a:lnTo>
                    <a:pt x="8402045" y="1636952"/>
                  </a:lnTo>
                  <a:lnTo>
                    <a:pt x="8364529" y="1702675"/>
                  </a:lnTo>
                  <a:lnTo>
                    <a:pt x="8326902" y="1765047"/>
                  </a:lnTo>
                  <a:lnTo>
                    <a:pt x="8289039" y="1823864"/>
                  </a:lnTo>
                  <a:lnTo>
                    <a:pt x="8250769" y="1879009"/>
                  </a:lnTo>
                  <a:lnTo>
                    <a:pt x="8211875" y="1930448"/>
                  </a:lnTo>
                  <a:lnTo>
                    <a:pt x="8172077" y="1978218"/>
                  </a:lnTo>
                  <a:lnTo>
                    <a:pt x="8151487" y="2001022"/>
                  </a:lnTo>
                  <a:lnTo>
                    <a:pt x="8104824" y="2047981"/>
                  </a:lnTo>
                  <a:lnTo>
                    <a:pt x="8055746" y="2090548"/>
                  </a:lnTo>
                  <a:lnTo>
                    <a:pt x="8003533" y="2128915"/>
                  </a:lnTo>
                  <a:lnTo>
                    <a:pt x="7947396" y="2163420"/>
                  </a:lnTo>
                  <a:lnTo>
                    <a:pt x="7886527" y="2194461"/>
                  </a:lnTo>
                  <a:lnTo>
                    <a:pt x="7820153" y="2222430"/>
                  </a:lnTo>
                  <a:lnTo>
                    <a:pt x="7747600" y="2247687"/>
                  </a:lnTo>
                  <a:lnTo>
                    <a:pt x="7668393" y="2270536"/>
                  </a:lnTo>
                  <a:lnTo>
                    <a:pt x="7582376" y="2291216"/>
                  </a:lnTo>
                  <a:lnTo>
                    <a:pt x="7489875" y="2309893"/>
                  </a:lnTo>
                  <a:lnTo>
                    <a:pt x="7391867" y="2326667"/>
                  </a:lnTo>
                  <a:lnTo>
                    <a:pt x="7290146" y="2341569"/>
                  </a:lnTo>
                  <a:lnTo>
                    <a:pt x="7187407" y="2354584"/>
                  </a:lnTo>
                  <a:lnTo>
                    <a:pt x="7087189" y="2365670"/>
                  </a:lnTo>
                  <a:lnTo>
                    <a:pt x="6993595" y="2374792"/>
                  </a:lnTo>
                  <a:lnTo>
                    <a:pt x="6910785" y="2381961"/>
                  </a:lnTo>
                  <a:lnTo>
                    <a:pt x="6842289" y="2387264"/>
                  </a:lnTo>
                  <a:lnTo>
                    <a:pt x="6790321" y="2390883"/>
                  </a:lnTo>
                  <a:lnTo>
                    <a:pt x="6755275" y="2393088"/>
                  </a:lnTo>
                  <a:lnTo>
                    <a:pt x="6735536" y="2394215"/>
                  </a:lnTo>
                  <a:lnTo>
                    <a:pt x="6727602" y="2394628"/>
                  </a:lnTo>
                  <a:lnTo>
                    <a:pt x="6726343" y="2394688"/>
                  </a:lnTo>
                  <a:lnTo>
                    <a:pt x="5254955" y="2394688"/>
                  </a:lnTo>
                  <a:lnTo>
                    <a:pt x="5253784" y="2394631"/>
                  </a:lnTo>
                  <a:lnTo>
                    <a:pt x="5246092" y="2394227"/>
                  </a:lnTo>
                  <a:lnTo>
                    <a:pt x="5226717" y="2393108"/>
                  </a:lnTo>
                  <a:lnTo>
                    <a:pt x="5192118" y="2390907"/>
                  </a:lnTo>
                  <a:lnTo>
                    <a:pt x="5140631" y="2387282"/>
                  </a:lnTo>
                  <a:lnTo>
                    <a:pt x="5072596" y="2381957"/>
                  </a:lnTo>
                  <a:lnTo>
                    <a:pt x="4990180" y="2374746"/>
                  </a:lnTo>
                  <a:lnTo>
                    <a:pt x="4896880" y="2365559"/>
                  </a:lnTo>
                  <a:lnTo>
                    <a:pt x="4796842" y="2354382"/>
                  </a:lnTo>
                  <a:lnTo>
                    <a:pt x="4694174" y="2341250"/>
                  </a:lnTo>
                  <a:lnTo>
                    <a:pt x="4592429" y="2326205"/>
                  </a:lnTo>
                  <a:lnTo>
                    <a:pt x="4494327" y="2309265"/>
                  </a:lnTo>
                  <a:lnTo>
                    <a:pt x="4401685" y="2290398"/>
                  </a:lnTo>
                  <a:lnTo>
                    <a:pt x="4315501" y="2269508"/>
                  </a:lnTo>
                  <a:lnTo>
                    <a:pt x="4236118" y="2246427"/>
                  </a:lnTo>
                  <a:lnTo>
                    <a:pt x="4163393" y="2220916"/>
                  </a:lnTo>
                  <a:lnTo>
                    <a:pt x="4096860" y="2192668"/>
                  </a:lnTo>
                  <a:lnTo>
                    <a:pt x="4035851" y="2161323"/>
                  </a:lnTo>
                  <a:lnTo>
                    <a:pt x="3979596" y="2126482"/>
                  </a:lnTo>
                  <a:lnTo>
                    <a:pt x="3927288" y="2087743"/>
                  </a:lnTo>
                  <a:lnTo>
                    <a:pt x="3878139" y="2044760"/>
                  </a:lnTo>
                  <a:lnTo>
                    <a:pt x="3831425" y="1997331"/>
                  </a:lnTo>
                  <a:lnTo>
                    <a:pt x="3829811" y="1995573"/>
                  </a:lnTo>
                  <a:lnTo>
                    <a:pt x="3789630" y="1949235"/>
                  </a:lnTo>
                  <a:lnTo>
                    <a:pt x="3750511" y="1899260"/>
                  </a:lnTo>
                  <a:lnTo>
                    <a:pt x="3712145" y="1845576"/>
                  </a:lnTo>
                  <a:lnTo>
                    <a:pt x="3674287" y="1788179"/>
                  </a:lnTo>
                  <a:lnTo>
                    <a:pt x="3636745" y="1727143"/>
                  </a:lnTo>
                  <a:lnTo>
                    <a:pt x="3599374" y="1662623"/>
                  </a:lnTo>
                  <a:lnTo>
                    <a:pt x="3562069" y="1594865"/>
                  </a:lnTo>
                  <a:lnTo>
                    <a:pt x="3524759" y="1524199"/>
                  </a:lnTo>
                  <a:lnTo>
                    <a:pt x="3487405" y="1451042"/>
                  </a:lnTo>
                  <a:lnTo>
                    <a:pt x="3449991" y="1375888"/>
                  </a:lnTo>
                  <a:lnTo>
                    <a:pt x="3412521" y="1299293"/>
                  </a:lnTo>
                  <a:lnTo>
                    <a:pt x="3375015" y="1221862"/>
                  </a:lnTo>
                  <a:lnTo>
                    <a:pt x="3337500" y="1144228"/>
                  </a:lnTo>
                  <a:lnTo>
                    <a:pt x="3300005" y="1067033"/>
                  </a:lnTo>
                  <a:lnTo>
                    <a:pt x="3262554" y="990900"/>
                  </a:lnTo>
                  <a:lnTo>
                    <a:pt x="3225162" y="916421"/>
                  </a:lnTo>
                  <a:lnTo>
                    <a:pt x="3187827" y="844128"/>
                  </a:lnTo>
                  <a:lnTo>
                    <a:pt x="3150525" y="774490"/>
                  </a:lnTo>
                  <a:lnTo>
                    <a:pt x="3113206" y="707891"/>
                  </a:lnTo>
                  <a:lnTo>
                    <a:pt x="3075787" y="644632"/>
                  </a:lnTo>
                  <a:lnTo>
                    <a:pt x="3038147" y="584923"/>
                  </a:lnTo>
                  <a:lnTo>
                    <a:pt x="3000127" y="528891"/>
                  </a:lnTo>
                  <a:lnTo>
                    <a:pt x="2961515" y="476578"/>
                  </a:lnTo>
                  <a:lnTo>
                    <a:pt x="2922044" y="427955"/>
                  </a:lnTo>
                  <a:lnTo>
                    <a:pt x="2896531" y="399114"/>
                  </a:lnTo>
                  <a:lnTo>
                    <a:pt x="2849892" y="351528"/>
                  </a:lnTo>
                  <a:lnTo>
                    <a:pt x="2800840" y="308389"/>
                  </a:lnTo>
                  <a:lnTo>
                    <a:pt x="2748657" y="269506"/>
                  </a:lnTo>
                  <a:lnTo>
                    <a:pt x="2692556" y="234534"/>
                  </a:lnTo>
                  <a:lnTo>
                    <a:pt x="2631728" y="203072"/>
                  </a:lnTo>
                  <a:lnTo>
                    <a:pt x="2565402" y="174722"/>
                  </a:lnTo>
                  <a:lnTo>
                    <a:pt x="2492906" y="149119"/>
                  </a:lnTo>
                  <a:lnTo>
                    <a:pt x="2413763" y="125957"/>
                  </a:lnTo>
                  <a:lnTo>
                    <a:pt x="2327817" y="104993"/>
                  </a:lnTo>
                  <a:lnTo>
                    <a:pt x="2235390" y="86056"/>
                  </a:lnTo>
                  <a:lnTo>
                    <a:pt x="2137455" y="69049"/>
                  </a:lnTo>
                  <a:lnTo>
                    <a:pt x="2035798" y="53937"/>
                  </a:lnTo>
                  <a:lnTo>
                    <a:pt x="1933107" y="40737"/>
                  </a:lnTo>
                  <a:lnTo>
                    <a:pt x="1832908" y="29490"/>
                  </a:lnTo>
                  <a:lnTo>
                    <a:pt x="1739298" y="20232"/>
                  </a:lnTo>
                  <a:lnTo>
                    <a:pt x="1656431" y="12952"/>
                  </a:lnTo>
                  <a:lnTo>
                    <a:pt x="1587841" y="7564"/>
                  </a:lnTo>
                  <a:lnTo>
                    <a:pt x="1535752" y="3883"/>
                  </a:lnTo>
                  <a:lnTo>
                    <a:pt x="1500573" y="1637"/>
                  </a:lnTo>
                  <a:lnTo>
                    <a:pt x="1480710" y="486"/>
                  </a:lnTo>
                  <a:lnTo>
                    <a:pt x="1472684" y="63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321" name="pl321"/>
            <p:cNvSpPr/>
            <p:nvPr/>
          </p:nvSpPr>
          <p:spPr>
            <a:xfrm>
              <a:off x="4799595" y="5036981"/>
              <a:ext cx="11981298" cy="2394688"/>
            </a:xfrm>
            <a:custGeom>
              <a:avLst/>
              <a:pathLst>
                <a:path w="11981298" h="2394688">
                  <a:moveTo>
                    <a:pt x="0" y="0"/>
                  </a:moveTo>
                  <a:lnTo>
                    <a:pt x="1471387" y="0"/>
                  </a:lnTo>
                  <a:lnTo>
                    <a:pt x="1472558" y="56"/>
                  </a:lnTo>
                  <a:lnTo>
                    <a:pt x="1480250" y="461"/>
                  </a:lnTo>
                  <a:lnTo>
                    <a:pt x="1499625" y="1579"/>
                  </a:lnTo>
                  <a:lnTo>
                    <a:pt x="1534224" y="3781"/>
                  </a:lnTo>
                  <a:lnTo>
                    <a:pt x="1585711" y="7406"/>
                  </a:lnTo>
                  <a:lnTo>
                    <a:pt x="1653746" y="12730"/>
                  </a:lnTo>
                  <a:lnTo>
                    <a:pt x="1736162" y="19941"/>
                  </a:lnTo>
                  <a:lnTo>
                    <a:pt x="1829462" y="29129"/>
                  </a:lnTo>
                  <a:lnTo>
                    <a:pt x="1929500" y="40306"/>
                  </a:lnTo>
                  <a:lnTo>
                    <a:pt x="2032168" y="53438"/>
                  </a:lnTo>
                  <a:lnTo>
                    <a:pt x="2133913" y="68483"/>
                  </a:lnTo>
                  <a:lnTo>
                    <a:pt x="2232015" y="85423"/>
                  </a:lnTo>
                  <a:lnTo>
                    <a:pt x="2324658" y="104290"/>
                  </a:lnTo>
                  <a:lnTo>
                    <a:pt x="2410841" y="125180"/>
                  </a:lnTo>
                  <a:lnTo>
                    <a:pt x="2490224" y="148261"/>
                  </a:lnTo>
                  <a:lnTo>
                    <a:pt x="2562949" y="173772"/>
                  </a:lnTo>
                  <a:lnTo>
                    <a:pt x="2629482" y="202019"/>
                  </a:lnTo>
                  <a:lnTo>
                    <a:pt x="2690491" y="233364"/>
                  </a:lnTo>
                  <a:lnTo>
                    <a:pt x="2746746" y="268205"/>
                  </a:lnTo>
                  <a:lnTo>
                    <a:pt x="2799054" y="306944"/>
                  </a:lnTo>
                  <a:lnTo>
                    <a:pt x="2848203" y="349928"/>
                  </a:lnTo>
                  <a:lnTo>
                    <a:pt x="2894917" y="397357"/>
                  </a:lnTo>
                  <a:lnTo>
                    <a:pt x="2896531" y="399114"/>
                  </a:lnTo>
                  <a:lnTo>
                    <a:pt x="2936712" y="445453"/>
                  </a:lnTo>
                  <a:lnTo>
                    <a:pt x="2975831" y="495428"/>
                  </a:lnTo>
                  <a:lnTo>
                    <a:pt x="3014197" y="549112"/>
                  </a:lnTo>
                  <a:lnTo>
                    <a:pt x="3052055" y="606508"/>
                  </a:lnTo>
                  <a:lnTo>
                    <a:pt x="3089597" y="667545"/>
                  </a:lnTo>
                  <a:lnTo>
                    <a:pt x="3126968" y="732064"/>
                  </a:lnTo>
                  <a:lnTo>
                    <a:pt x="3164273" y="799823"/>
                  </a:lnTo>
                  <a:lnTo>
                    <a:pt x="3201583" y="870489"/>
                  </a:lnTo>
                  <a:lnTo>
                    <a:pt x="3238937" y="943645"/>
                  </a:lnTo>
                  <a:lnTo>
                    <a:pt x="3276351" y="1018800"/>
                  </a:lnTo>
                  <a:lnTo>
                    <a:pt x="3313821" y="1095395"/>
                  </a:lnTo>
                  <a:lnTo>
                    <a:pt x="3351327" y="1172826"/>
                  </a:lnTo>
                  <a:lnTo>
                    <a:pt x="3388842" y="1250459"/>
                  </a:lnTo>
                  <a:lnTo>
                    <a:pt x="3426337" y="1327655"/>
                  </a:lnTo>
                  <a:lnTo>
                    <a:pt x="3463788" y="1403787"/>
                  </a:lnTo>
                  <a:lnTo>
                    <a:pt x="3501180" y="1478267"/>
                  </a:lnTo>
                  <a:lnTo>
                    <a:pt x="3538515" y="1550559"/>
                  </a:lnTo>
                  <a:lnTo>
                    <a:pt x="3575817" y="1620197"/>
                  </a:lnTo>
                  <a:lnTo>
                    <a:pt x="3613136" y="1686796"/>
                  </a:lnTo>
                  <a:lnTo>
                    <a:pt x="3650556" y="1750055"/>
                  </a:lnTo>
                  <a:lnTo>
                    <a:pt x="3688195" y="1809764"/>
                  </a:lnTo>
                  <a:lnTo>
                    <a:pt x="3726215" y="1865797"/>
                  </a:lnTo>
                  <a:lnTo>
                    <a:pt x="3764827" y="1918109"/>
                  </a:lnTo>
                  <a:lnTo>
                    <a:pt x="3804298" y="1966732"/>
                  </a:lnTo>
                  <a:lnTo>
                    <a:pt x="3829811" y="1995573"/>
                  </a:lnTo>
                  <a:lnTo>
                    <a:pt x="3876450" y="2043160"/>
                  </a:lnTo>
                  <a:lnTo>
                    <a:pt x="3925502" y="2086298"/>
                  </a:lnTo>
                  <a:lnTo>
                    <a:pt x="3977685" y="2125182"/>
                  </a:lnTo>
                  <a:lnTo>
                    <a:pt x="4033787" y="2160154"/>
                  </a:lnTo>
                  <a:lnTo>
                    <a:pt x="4094614" y="2191616"/>
                  </a:lnTo>
                  <a:lnTo>
                    <a:pt x="4160940" y="2219966"/>
                  </a:lnTo>
                  <a:lnTo>
                    <a:pt x="4233436" y="2245568"/>
                  </a:lnTo>
                  <a:lnTo>
                    <a:pt x="4312579" y="2268731"/>
                  </a:lnTo>
                  <a:lnTo>
                    <a:pt x="4398525" y="2289695"/>
                  </a:lnTo>
                  <a:lnTo>
                    <a:pt x="4490952" y="2308631"/>
                  </a:lnTo>
                  <a:lnTo>
                    <a:pt x="4588887" y="2325638"/>
                  </a:lnTo>
                  <a:lnTo>
                    <a:pt x="4690544" y="2340750"/>
                  </a:lnTo>
                  <a:lnTo>
                    <a:pt x="4793236" y="2353951"/>
                  </a:lnTo>
                  <a:lnTo>
                    <a:pt x="4893434" y="2365198"/>
                  </a:lnTo>
                  <a:lnTo>
                    <a:pt x="4987044" y="2374456"/>
                  </a:lnTo>
                  <a:lnTo>
                    <a:pt x="5069911" y="2381735"/>
                  </a:lnTo>
                  <a:lnTo>
                    <a:pt x="5138501" y="2387124"/>
                  </a:lnTo>
                  <a:lnTo>
                    <a:pt x="5190590" y="2390805"/>
                  </a:lnTo>
                  <a:lnTo>
                    <a:pt x="5225769" y="2393051"/>
                  </a:lnTo>
                  <a:lnTo>
                    <a:pt x="5245632" y="2394201"/>
                  </a:lnTo>
                  <a:lnTo>
                    <a:pt x="5253658" y="2394625"/>
                  </a:lnTo>
                  <a:lnTo>
                    <a:pt x="5254955" y="2394688"/>
                  </a:lnTo>
                  <a:lnTo>
                    <a:pt x="5254955" y="2394688"/>
                  </a:lnTo>
                  <a:lnTo>
                    <a:pt x="6726343" y="2394688"/>
                  </a:lnTo>
                  <a:lnTo>
                    <a:pt x="6727515" y="2394632"/>
                  </a:lnTo>
                  <a:lnTo>
                    <a:pt x="6735219" y="2394232"/>
                  </a:lnTo>
                  <a:lnTo>
                    <a:pt x="6754620" y="2393127"/>
                  </a:lnTo>
                  <a:lnTo>
                    <a:pt x="6789264" y="2390953"/>
                  </a:lnTo>
                  <a:lnTo>
                    <a:pt x="6840815" y="2387372"/>
                  </a:lnTo>
                  <a:lnTo>
                    <a:pt x="6908926" y="2382113"/>
                  </a:lnTo>
                  <a:lnTo>
                    <a:pt x="6991424" y="2374991"/>
                  </a:lnTo>
                  <a:lnTo>
                    <a:pt x="7084802" y="2365917"/>
                  </a:lnTo>
                  <a:lnTo>
                    <a:pt x="7184909" y="2354879"/>
                  </a:lnTo>
                  <a:lnTo>
                    <a:pt x="7287631" y="2341910"/>
                  </a:lnTo>
                  <a:lnTo>
                    <a:pt x="7389413" y="2327054"/>
                  </a:lnTo>
                  <a:lnTo>
                    <a:pt x="7487537" y="2310326"/>
                  </a:lnTo>
                  <a:lnTo>
                    <a:pt x="7580187" y="2291696"/>
                  </a:lnTo>
                  <a:lnTo>
                    <a:pt x="7666369" y="2271067"/>
                  </a:lnTo>
                  <a:lnTo>
                    <a:pt x="7745743" y="2248274"/>
                  </a:lnTo>
                  <a:lnTo>
                    <a:pt x="7818454" y="2223079"/>
                  </a:lnTo>
                  <a:lnTo>
                    <a:pt x="7884972" y="2195180"/>
                  </a:lnTo>
                  <a:lnTo>
                    <a:pt x="7945966" y="2164220"/>
                  </a:lnTo>
                  <a:lnTo>
                    <a:pt x="8002209" y="2129804"/>
                  </a:lnTo>
                  <a:lnTo>
                    <a:pt x="8054509" y="2091536"/>
                  </a:lnTo>
                  <a:lnTo>
                    <a:pt x="8103655" y="2049074"/>
                  </a:lnTo>
                  <a:lnTo>
                    <a:pt x="8150369" y="2002223"/>
                  </a:lnTo>
                  <a:lnTo>
                    <a:pt x="8151487" y="2001022"/>
                  </a:lnTo>
                  <a:lnTo>
                    <a:pt x="8191870" y="1955073"/>
                  </a:lnTo>
                  <a:lnTo>
                    <a:pt x="8231183" y="1905500"/>
                  </a:lnTo>
                  <a:lnTo>
                    <a:pt x="8269737" y="1852231"/>
                  </a:lnTo>
                  <a:lnTo>
                    <a:pt x="8307782" y="1795262"/>
                  </a:lnTo>
                  <a:lnTo>
                    <a:pt x="8345511" y="1734669"/>
                  </a:lnTo>
                  <a:lnTo>
                    <a:pt x="8383070" y="1670611"/>
                  </a:lnTo>
                  <a:lnTo>
                    <a:pt x="8420565" y="1603334"/>
                  </a:lnTo>
                  <a:lnTo>
                    <a:pt x="8458066" y="1533174"/>
                  </a:lnTo>
                  <a:lnTo>
                    <a:pt x="8495614" y="1460550"/>
                  </a:lnTo>
                  <a:lnTo>
                    <a:pt x="8533223" y="1385960"/>
                  </a:lnTo>
                  <a:lnTo>
                    <a:pt x="8570887" y="1309964"/>
                  </a:lnTo>
                  <a:lnTo>
                    <a:pt x="8608586" y="1233170"/>
                  </a:lnTo>
                  <a:lnTo>
                    <a:pt x="8646293" y="1156214"/>
                  </a:lnTo>
                  <a:lnTo>
                    <a:pt x="8683978" y="1079736"/>
                  </a:lnTo>
                  <a:lnTo>
                    <a:pt x="8721616" y="1004361"/>
                  </a:lnTo>
                  <a:lnTo>
                    <a:pt x="8759195" y="930675"/>
                  </a:lnTo>
                  <a:lnTo>
                    <a:pt x="8796716" y="859211"/>
                  </a:lnTo>
                  <a:lnTo>
                    <a:pt x="8834208" y="790428"/>
                  </a:lnTo>
                  <a:lnTo>
                    <a:pt x="8871724" y="724704"/>
                  </a:lnTo>
                  <a:lnTo>
                    <a:pt x="8909351" y="662332"/>
                  </a:lnTo>
                  <a:lnTo>
                    <a:pt x="8947215" y="603515"/>
                  </a:lnTo>
                  <a:lnTo>
                    <a:pt x="8985484" y="548370"/>
                  </a:lnTo>
                  <a:lnTo>
                    <a:pt x="9024378" y="496931"/>
                  </a:lnTo>
                  <a:lnTo>
                    <a:pt x="9064176" y="449162"/>
                  </a:lnTo>
                  <a:lnTo>
                    <a:pt x="9084767" y="426358"/>
                  </a:lnTo>
                  <a:lnTo>
                    <a:pt x="9131429" y="379399"/>
                  </a:lnTo>
                  <a:lnTo>
                    <a:pt x="9180507" y="336831"/>
                  </a:lnTo>
                  <a:lnTo>
                    <a:pt x="9232720" y="298465"/>
                  </a:lnTo>
                  <a:lnTo>
                    <a:pt x="9288857" y="263959"/>
                  </a:lnTo>
                  <a:lnTo>
                    <a:pt x="9349726" y="232919"/>
                  </a:lnTo>
                  <a:lnTo>
                    <a:pt x="9416101" y="204950"/>
                  </a:lnTo>
                  <a:lnTo>
                    <a:pt x="9488653" y="179693"/>
                  </a:lnTo>
                  <a:lnTo>
                    <a:pt x="9567861" y="156843"/>
                  </a:lnTo>
                  <a:lnTo>
                    <a:pt x="9653877" y="136164"/>
                  </a:lnTo>
                  <a:lnTo>
                    <a:pt x="9746379" y="117486"/>
                  </a:lnTo>
                  <a:lnTo>
                    <a:pt x="9844387" y="100713"/>
                  </a:lnTo>
                  <a:lnTo>
                    <a:pt x="9946108" y="85810"/>
                  </a:lnTo>
                  <a:lnTo>
                    <a:pt x="10048846" y="72795"/>
                  </a:lnTo>
                  <a:lnTo>
                    <a:pt x="10149064" y="61709"/>
                  </a:lnTo>
                  <a:lnTo>
                    <a:pt x="10242658" y="52587"/>
                  </a:lnTo>
                  <a:lnTo>
                    <a:pt x="10325468" y="45418"/>
                  </a:lnTo>
                  <a:lnTo>
                    <a:pt x="10393964" y="40115"/>
                  </a:lnTo>
                  <a:lnTo>
                    <a:pt x="10445932" y="36496"/>
                  </a:lnTo>
                  <a:lnTo>
                    <a:pt x="10480978" y="34291"/>
                  </a:lnTo>
                  <a:lnTo>
                    <a:pt x="10500717" y="33164"/>
                  </a:lnTo>
                  <a:lnTo>
                    <a:pt x="10508652" y="32752"/>
                  </a:lnTo>
                  <a:lnTo>
                    <a:pt x="10509911" y="32691"/>
                  </a:lnTo>
                  <a:lnTo>
                    <a:pt x="10509911" y="32691"/>
                  </a:lnTo>
                  <a:lnTo>
                    <a:pt x="11981298" y="3269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22" name="pl322"/>
            <p:cNvSpPr/>
            <p:nvPr/>
          </p:nvSpPr>
          <p:spPr>
            <a:xfrm>
              <a:off x="4799595" y="5028808"/>
              <a:ext cx="11981298" cy="2394688"/>
            </a:xfrm>
            <a:custGeom>
              <a:avLst/>
              <a:pathLst>
                <a:path w="11981298" h="2394688">
                  <a:moveTo>
                    <a:pt x="11981298" y="32691"/>
                  </a:moveTo>
                  <a:lnTo>
                    <a:pt x="10509911" y="32691"/>
                  </a:lnTo>
                  <a:lnTo>
                    <a:pt x="10508738" y="32748"/>
                  </a:lnTo>
                  <a:lnTo>
                    <a:pt x="10501035" y="33147"/>
                  </a:lnTo>
                  <a:lnTo>
                    <a:pt x="10481633" y="34252"/>
                  </a:lnTo>
                  <a:lnTo>
                    <a:pt x="10446989" y="36427"/>
                  </a:lnTo>
                  <a:lnTo>
                    <a:pt x="10395439" y="40008"/>
                  </a:lnTo>
                  <a:lnTo>
                    <a:pt x="10327327" y="45267"/>
                  </a:lnTo>
                  <a:lnTo>
                    <a:pt x="10244829" y="52389"/>
                  </a:lnTo>
                  <a:lnTo>
                    <a:pt x="10151451" y="61463"/>
                  </a:lnTo>
                  <a:lnTo>
                    <a:pt x="10051345" y="72501"/>
                  </a:lnTo>
                  <a:lnTo>
                    <a:pt x="9948622" y="85469"/>
                  </a:lnTo>
                  <a:lnTo>
                    <a:pt x="9846840" y="100326"/>
                  </a:lnTo>
                  <a:lnTo>
                    <a:pt x="9748717" y="117053"/>
                  </a:lnTo>
                  <a:lnTo>
                    <a:pt x="9656066" y="135684"/>
                  </a:lnTo>
                  <a:lnTo>
                    <a:pt x="9569884" y="156312"/>
                  </a:lnTo>
                  <a:lnTo>
                    <a:pt x="9490511" y="179106"/>
                  </a:lnTo>
                  <a:lnTo>
                    <a:pt x="9417800" y="204301"/>
                  </a:lnTo>
                  <a:lnTo>
                    <a:pt x="9351281" y="232199"/>
                  </a:lnTo>
                  <a:lnTo>
                    <a:pt x="9290287" y="263160"/>
                  </a:lnTo>
                  <a:lnTo>
                    <a:pt x="9234044" y="297576"/>
                  </a:lnTo>
                  <a:lnTo>
                    <a:pt x="9181744" y="335843"/>
                  </a:lnTo>
                  <a:lnTo>
                    <a:pt x="9132599" y="378305"/>
                  </a:lnTo>
                  <a:lnTo>
                    <a:pt x="9085885" y="425156"/>
                  </a:lnTo>
                  <a:lnTo>
                    <a:pt x="9084767" y="426358"/>
                  </a:lnTo>
                  <a:lnTo>
                    <a:pt x="9044383" y="472306"/>
                  </a:lnTo>
                  <a:lnTo>
                    <a:pt x="9005070" y="521879"/>
                  </a:lnTo>
                  <a:lnTo>
                    <a:pt x="8966516" y="575149"/>
                  </a:lnTo>
                  <a:lnTo>
                    <a:pt x="8928471" y="632117"/>
                  </a:lnTo>
                  <a:lnTo>
                    <a:pt x="8890743" y="692710"/>
                  </a:lnTo>
                  <a:lnTo>
                    <a:pt x="8853184" y="756768"/>
                  </a:lnTo>
                  <a:lnTo>
                    <a:pt x="8815688" y="824045"/>
                  </a:lnTo>
                  <a:lnTo>
                    <a:pt x="8778187" y="894206"/>
                  </a:lnTo>
                  <a:lnTo>
                    <a:pt x="8740639" y="966830"/>
                  </a:lnTo>
                  <a:lnTo>
                    <a:pt x="8703030" y="1041420"/>
                  </a:lnTo>
                  <a:lnTo>
                    <a:pt x="8665366" y="1117416"/>
                  </a:lnTo>
                  <a:lnTo>
                    <a:pt x="8627667" y="1194210"/>
                  </a:lnTo>
                  <a:lnTo>
                    <a:pt x="8589960" y="1271166"/>
                  </a:lnTo>
                  <a:lnTo>
                    <a:pt x="8552275" y="1347644"/>
                  </a:lnTo>
                  <a:lnTo>
                    <a:pt x="8514637" y="1423019"/>
                  </a:lnTo>
                  <a:lnTo>
                    <a:pt x="8477059" y="1496704"/>
                  </a:lnTo>
                  <a:lnTo>
                    <a:pt x="8439537" y="1568169"/>
                  </a:lnTo>
                  <a:lnTo>
                    <a:pt x="8402045" y="1636952"/>
                  </a:lnTo>
                  <a:lnTo>
                    <a:pt x="8364529" y="1702675"/>
                  </a:lnTo>
                  <a:lnTo>
                    <a:pt x="8326902" y="1765047"/>
                  </a:lnTo>
                  <a:lnTo>
                    <a:pt x="8289039" y="1823864"/>
                  </a:lnTo>
                  <a:lnTo>
                    <a:pt x="8250769" y="1879009"/>
                  </a:lnTo>
                  <a:lnTo>
                    <a:pt x="8211875" y="1930448"/>
                  </a:lnTo>
                  <a:lnTo>
                    <a:pt x="8172077" y="1978218"/>
                  </a:lnTo>
                  <a:lnTo>
                    <a:pt x="8151487" y="2001022"/>
                  </a:lnTo>
                  <a:lnTo>
                    <a:pt x="8104824" y="2047981"/>
                  </a:lnTo>
                  <a:lnTo>
                    <a:pt x="8055746" y="2090548"/>
                  </a:lnTo>
                  <a:lnTo>
                    <a:pt x="8003533" y="2128915"/>
                  </a:lnTo>
                  <a:lnTo>
                    <a:pt x="7947396" y="2163420"/>
                  </a:lnTo>
                  <a:lnTo>
                    <a:pt x="7886527" y="2194461"/>
                  </a:lnTo>
                  <a:lnTo>
                    <a:pt x="7820153" y="2222430"/>
                  </a:lnTo>
                  <a:lnTo>
                    <a:pt x="7747600" y="2247687"/>
                  </a:lnTo>
                  <a:lnTo>
                    <a:pt x="7668393" y="2270536"/>
                  </a:lnTo>
                  <a:lnTo>
                    <a:pt x="7582376" y="2291216"/>
                  </a:lnTo>
                  <a:lnTo>
                    <a:pt x="7489875" y="2309893"/>
                  </a:lnTo>
                  <a:lnTo>
                    <a:pt x="7391867" y="2326667"/>
                  </a:lnTo>
                  <a:lnTo>
                    <a:pt x="7290146" y="2341569"/>
                  </a:lnTo>
                  <a:lnTo>
                    <a:pt x="7187407" y="2354584"/>
                  </a:lnTo>
                  <a:lnTo>
                    <a:pt x="7087189" y="2365670"/>
                  </a:lnTo>
                  <a:lnTo>
                    <a:pt x="6993595" y="2374792"/>
                  </a:lnTo>
                  <a:lnTo>
                    <a:pt x="6910785" y="2381961"/>
                  </a:lnTo>
                  <a:lnTo>
                    <a:pt x="6842289" y="2387264"/>
                  </a:lnTo>
                  <a:lnTo>
                    <a:pt x="6790321" y="2390883"/>
                  </a:lnTo>
                  <a:lnTo>
                    <a:pt x="6755275" y="2393088"/>
                  </a:lnTo>
                  <a:lnTo>
                    <a:pt x="6735536" y="2394215"/>
                  </a:lnTo>
                  <a:lnTo>
                    <a:pt x="6727602" y="2394628"/>
                  </a:lnTo>
                  <a:lnTo>
                    <a:pt x="6726343" y="2394688"/>
                  </a:lnTo>
                  <a:lnTo>
                    <a:pt x="6726343" y="2394688"/>
                  </a:lnTo>
                  <a:lnTo>
                    <a:pt x="5254955" y="2394688"/>
                  </a:lnTo>
                  <a:lnTo>
                    <a:pt x="5253784" y="2394631"/>
                  </a:lnTo>
                  <a:lnTo>
                    <a:pt x="5246092" y="2394227"/>
                  </a:lnTo>
                  <a:lnTo>
                    <a:pt x="5226717" y="2393108"/>
                  </a:lnTo>
                  <a:lnTo>
                    <a:pt x="5192118" y="2390907"/>
                  </a:lnTo>
                  <a:lnTo>
                    <a:pt x="5140631" y="2387282"/>
                  </a:lnTo>
                  <a:lnTo>
                    <a:pt x="5072596" y="2381957"/>
                  </a:lnTo>
                  <a:lnTo>
                    <a:pt x="4990180" y="2374746"/>
                  </a:lnTo>
                  <a:lnTo>
                    <a:pt x="4896880" y="2365559"/>
                  </a:lnTo>
                  <a:lnTo>
                    <a:pt x="4796842" y="2354382"/>
                  </a:lnTo>
                  <a:lnTo>
                    <a:pt x="4694174" y="2341250"/>
                  </a:lnTo>
                  <a:lnTo>
                    <a:pt x="4592429" y="2326205"/>
                  </a:lnTo>
                  <a:lnTo>
                    <a:pt x="4494327" y="2309265"/>
                  </a:lnTo>
                  <a:lnTo>
                    <a:pt x="4401685" y="2290398"/>
                  </a:lnTo>
                  <a:lnTo>
                    <a:pt x="4315501" y="2269508"/>
                  </a:lnTo>
                  <a:lnTo>
                    <a:pt x="4236118" y="2246427"/>
                  </a:lnTo>
                  <a:lnTo>
                    <a:pt x="4163393" y="2220916"/>
                  </a:lnTo>
                  <a:lnTo>
                    <a:pt x="4096860" y="2192668"/>
                  </a:lnTo>
                  <a:lnTo>
                    <a:pt x="4035851" y="2161323"/>
                  </a:lnTo>
                  <a:lnTo>
                    <a:pt x="3979596" y="2126482"/>
                  </a:lnTo>
                  <a:lnTo>
                    <a:pt x="3927288" y="2087743"/>
                  </a:lnTo>
                  <a:lnTo>
                    <a:pt x="3878139" y="2044760"/>
                  </a:lnTo>
                  <a:lnTo>
                    <a:pt x="3831425" y="1997331"/>
                  </a:lnTo>
                  <a:lnTo>
                    <a:pt x="3829811" y="1995573"/>
                  </a:lnTo>
                  <a:lnTo>
                    <a:pt x="3789630" y="1949235"/>
                  </a:lnTo>
                  <a:lnTo>
                    <a:pt x="3750511" y="1899260"/>
                  </a:lnTo>
                  <a:lnTo>
                    <a:pt x="3712145" y="1845576"/>
                  </a:lnTo>
                  <a:lnTo>
                    <a:pt x="3674287" y="1788179"/>
                  </a:lnTo>
                  <a:lnTo>
                    <a:pt x="3636745" y="1727143"/>
                  </a:lnTo>
                  <a:lnTo>
                    <a:pt x="3599374" y="1662623"/>
                  </a:lnTo>
                  <a:lnTo>
                    <a:pt x="3562069" y="1594865"/>
                  </a:lnTo>
                  <a:lnTo>
                    <a:pt x="3524759" y="1524199"/>
                  </a:lnTo>
                  <a:lnTo>
                    <a:pt x="3487405" y="1451042"/>
                  </a:lnTo>
                  <a:lnTo>
                    <a:pt x="3449991" y="1375888"/>
                  </a:lnTo>
                  <a:lnTo>
                    <a:pt x="3412521" y="1299293"/>
                  </a:lnTo>
                  <a:lnTo>
                    <a:pt x="3375015" y="1221862"/>
                  </a:lnTo>
                  <a:lnTo>
                    <a:pt x="3337500" y="1144228"/>
                  </a:lnTo>
                  <a:lnTo>
                    <a:pt x="3300005" y="1067033"/>
                  </a:lnTo>
                  <a:lnTo>
                    <a:pt x="3262554" y="990900"/>
                  </a:lnTo>
                  <a:lnTo>
                    <a:pt x="3225162" y="916421"/>
                  </a:lnTo>
                  <a:lnTo>
                    <a:pt x="3187827" y="844128"/>
                  </a:lnTo>
                  <a:lnTo>
                    <a:pt x="3150525" y="774490"/>
                  </a:lnTo>
                  <a:lnTo>
                    <a:pt x="3113206" y="707891"/>
                  </a:lnTo>
                  <a:lnTo>
                    <a:pt x="3075787" y="644632"/>
                  </a:lnTo>
                  <a:lnTo>
                    <a:pt x="3038147" y="584923"/>
                  </a:lnTo>
                  <a:lnTo>
                    <a:pt x="3000127" y="528891"/>
                  </a:lnTo>
                  <a:lnTo>
                    <a:pt x="2961515" y="476578"/>
                  </a:lnTo>
                  <a:lnTo>
                    <a:pt x="2922044" y="427955"/>
                  </a:lnTo>
                  <a:lnTo>
                    <a:pt x="2896531" y="399114"/>
                  </a:lnTo>
                  <a:lnTo>
                    <a:pt x="2849892" y="351528"/>
                  </a:lnTo>
                  <a:lnTo>
                    <a:pt x="2800840" y="308389"/>
                  </a:lnTo>
                  <a:lnTo>
                    <a:pt x="2748657" y="269506"/>
                  </a:lnTo>
                  <a:lnTo>
                    <a:pt x="2692556" y="234534"/>
                  </a:lnTo>
                  <a:lnTo>
                    <a:pt x="2631728" y="203072"/>
                  </a:lnTo>
                  <a:lnTo>
                    <a:pt x="2565402" y="174722"/>
                  </a:lnTo>
                  <a:lnTo>
                    <a:pt x="2492906" y="149119"/>
                  </a:lnTo>
                  <a:lnTo>
                    <a:pt x="2413763" y="125957"/>
                  </a:lnTo>
                  <a:lnTo>
                    <a:pt x="2327817" y="104993"/>
                  </a:lnTo>
                  <a:lnTo>
                    <a:pt x="2235390" y="86056"/>
                  </a:lnTo>
                  <a:lnTo>
                    <a:pt x="2137455" y="69049"/>
                  </a:lnTo>
                  <a:lnTo>
                    <a:pt x="2035798" y="53937"/>
                  </a:lnTo>
                  <a:lnTo>
                    <a:pt x="1933107" y="40737"/>
                  </a:lnTo>
                  <a:lnTo>
                    <a:pt x="1832908" y="29490"/>
                  </a:lnTo>
                  <a:lnTo>
                    <a:pt x="1739298" y="20232"/>
                  </a:lnTo>
                  <a:lnTo>
                    <a:pt x="1656431" y="12952"/>
                  </a:lnTo>
                  <a:lnTo>
                    <a:pt x="1587841" y="7564"/>
                  </a:lnTo>
                  <a:lnTo>
                    <a:pt x="1535752" y="3883"/>
                  </a:lnTo>
                  <a:lnTo>
                    <a:pt x="1500573" y="1637"/>
                  </a:lnTo>
                  <a:lnTo>
                    <a:pt x="1480710" y="486"/>
                  </a:lnTo>
                  <a:lnTo>
                    <a:pt x="1472684" y="63"/>
                  </a:lnTo>
                  <a:lnTo>
                    <a:pt x="1471387" y="0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23" name="pg323"/>
            <p:cNvSpPr/>
            <p:nvPr/>
          </p:nvSpPr>
          <p:spPr>
            <a:xfrm>
              <a:off x="4799595" y="5036981"/>
              <a:ext cx="11981298" cy="2402861"/>
            </a:xfrm>
            <a:custGeom>
              <a:avLst/>
              <a:pathLst>
                <a:path w="11981298" h="2402861">
                  <a:moveTo>
                    <a:pt x="0" y="8172"/>
                  </a:moveTo>
                  <a:lnTo>
                    <a:pt x="1471387" y="8172"/>
                  </a:lnTo>
                  <a:lnTo>
                    <a:pt x="1472558" y="8229"/>
                  </a:lnTo>
                  <a:lnTo>
                    <a:pt x="1480250" y="8634"/>
                  </a:lnTo>
                  <a:lnTo>
                    <a:pt x="1499625" y="9752"/>
                  </a:lnTo>
                  <a:lnTo>
                    <a:pt x="1534224" y="11954"/>
                  </a:lnTo>
                  <a:lnTo>
                    <a:pt x="1585711" y="15579"/>
                  </a:lnTo>
                  <a:lnTo>
                    <a:pt x="1653746" y="20903"/>
                  </a:lnTo>
                  <a:lnTo>
                    <a:pt x="1736162" y="28114"/>
                  </a:lnTo>
                  <a:lnTo>
                    <a:pt x="1829462" y="37302"/>
                  </a:lnTo>
                  <a:lnTo>
                    <a:pt x="1929500" y="48479"/>
                  </a:lnTo>
                  <a:lnTo>
                    <a:pt x="2032168" y="61611"/>
                  </a:lnTo>
                  <a:lnTo>
                    <a:pt x="2133913" y="76656"/>
                  </a:lnTo>
                  <a:lnTo>
                    <a:pt x="2232015" y="93596"/>
                  </a:lnTo>
                  <a:lnTo>
                    <a:pt x="2324658" y="112463"/>
                  </a:lnTo>
                  <a:lnTo>
                    <a:pt x="2410841" y="133353"/>
                  </a:lnTo>
                  <a:lnTo>
                    <a:pt x="2490224" y="156434"/>
                  </a:lnTo>
                  <a:lnTo>
                    <a:pt x="2562949" y="181945"/>
                  </a:lnTo>
                  <a:lnTo>
                    <a:pt x="2629482" y="210192"/>
                  </a:lnTo>
                  <a:lnTo>
                    <a:pt x="2690491" y="241537"/>
                  </a:lnTo>
                  <a:lnTo>
                    <a:pt x="2746746" y="276378"/>
                  </a:lnTo>
                  <a:lnTo>
                    <a:pt x="2799054" y="315117"/>
                  </a:lnTo>
                  <a:lnTo>
                    <a:pt x="2848203" y="358101"/>
                  </a:lnTo>
                  <a:lnTo>
                    <a:pt x="2894917" y="405530"/>
                  </a:lnTo>
                  <a:lnTo>
                    <a:pt x="2896531" y="407287"/>
                  </a:lnTo>
                  <a:lnTo>
                    <a:pt x="2936712" y="453626"/>
                  </a:lnTo>
                  <a:lnTo>
                    <a:pt x="2975831" y="503601"/>
                  </a:lnTo>
                  <a:lnTo>
                    <a:pt x="3014197" y="557285"/>
                  </a:lnTo>
                  <a:lnTo>
                    <a:pt x="3052055" y="614681"/>
                  </a:lnTo>
                  <a:lnTo>
                    <a:pt x="3089597" y="675718"/>
                  </a:lnTo>
                  <a:lnTo>
                    <a:pt x="3126968" y="740237"/>
                  </a:lnTo>
                  <a:lnTo>
                    <a:pt x="3164273" y="807996"/>
                  </a:lnTo>
                  <a:lnTo>
                    <a:pt x="3201583" y="878662"/>
                  </a:lnTo>
                  <a:lnTo>
                    <a:pt x="3238937" y="951818"/>
                  </a:lnTo>
                  <a:lnTo>
                    <a:pt x="3276351" y="1026973"/>
                  </a:lnTo>
                  <a:lnTo>
                    <a:pt x="3313821" y="1103568"/>
                  </a:lnTo>
                  <a:lnTo>
                    <a:pt x="3351327" y="1180999"/>
                  </a:lnTo>
                  <a:lnTo>
                    <a:pt x="3388842" y="1258632"/>
                  </a:lnTo>
                  <a:lnTo>
                    <a:pt x="3426337" y="1335828"/>
                  </a:lnTo>
                  <a:lnTo>
                    <a:pt x="3463788" y="1411960"/>
                  </a:lnTo>
                  <a:lnTo>
                    <a:pt x="3501180" y="1486440"/>
                  </a:lnTo>
                  <a:lnTo>
                    <a:pt x="3538515" y="1558732"/>
                  </a:lnTo>
                  <a:lnTo>
                    <a:pt x="3575817" y="1628370"/>
                  </a:lnTo>
                  <a:lnTo>
                    <a:pt x="3613136" y="1694969"/>
                  </a:lnTo>
                  <a:lnTo>
                    <a:pt x="3650556" y="1758228"/>
                  </a:lnTo>
                  <a:lnTo>
                    <a:pt x="3688195" y="1817937"/>
                  </a:lnTo>
                  <a:lnTo>
                    <a:pt x="3726215" y="1873970"/>
                  </a:lnTo>
                  <a:lnTo>
                    <a:pt x="3764827" y="1926282"/>
                  </a:lnTo>
                  <a:lnTo>
                    <a:pt x="3804298" y="1974905"/>
                  </a:lnTo>
                  <a:lnTo>
                    <a:pt x="3829811" y="2003746"/>
                  </a:lnTo>
                  <a:lnTo>
                    <a:pt x="3876450" y="2051333"/>
                  </a:lnTo>
                  <a:lnTo>
                    <a:pt x="3925502" y="2094471"/>
                  </a:lnTo>
                  <a:lnTo>
                    <a:pt x="3977685" y="2133355"/>
                  </a:lnTo>
                  <a:lnTo>
                    <a:pt x="4033787" y="2168327"/>
                  </a:lnTo>
                  <a:lnTo>
                    <a:pt x="4094614" y="2199789"/>
                  </a:lnTo>
                  <a:lnTo>
                    <a:pt x="4160940" y="2228139"/>
                  </a:lnTo>
                  <a:lnTo>
                    <a:pt x="4233436" y="2253741"/>
                  </a:lnTo>
                  <a:lnTo>
                    <a:pt x="4312579" y="2276904"/>
                  </a:lnTo>
                  <a:lnTo>
                    <a:pt x="4398525" y="2297868"/>
                  </a:lnTo>
                  <a:lnTo>
                    <a:pt x="4490952" y="2316804"/>
                  </a:lnTo>
                  <a:lnTo>
                    <a:pt x="4588887" y="2333811"/>
                  </a:lnTo>
                  <a:lnTo>
                    <a:pt x="4690544" y="2348923"/>
                  </a:lnTo>
                  <a:lnTo>
                    <a:pt x="4793236" y="2362124"/>
                  </a:lnTo>
                  <a:lnTo>
                    <a:pt x="4893434" y="2373371"/>
                  </a:lnTo>
                  <a:lnTo>
                    <a:pt x="4987044" y="2382629"/>
                  </a:lnTo>
                  <a:lnTo>
                    <a:pt x="5069911" y="2389908"/>
                  </a:lnTo>
                  <a:lnTo>
                    <a:pt x="5138501" y="2395297"/>
                  </a:lnTo>
                  <a:lnTo>
                    <a:pt x="5190590" y="2398978"/>
                  </a:lnTo>
                  <a:lnTo>
                    <a:pt x="5225769" y="2401224"/>
                  </a:lnTo>
                  <a:lnTo>
                    <a:pt x="5245632" y="2402374"/>
                  </a:lnTo>
                  <a:lnTo>
                    <a:pt x="5253658" y="2402798"/>
                  </a:lnTo>
                  <a:lnTo>
                    <a:pt x="5254955" y="2402861"/>
                  </a:lnTo>
                  <a:lnTo>
                    <a:pt x="6726343" y="2402861"/>
                  </a:lnTo>
                  <a:lnTo>
                    <a:pt x="6727535" y="2402814"/>
                  </a:lnTo>
                  <a:lnTo>
                    <a:pt x="6735368" y="2402479"/>
                  </a:lnTo>
                  <a:lnTo>
                    <a:pt x="6755084" y="2401553"/>
                  </a:lnTo>
                  <a:lnTo>
                    <a:pt x="6790264" y="2399731"/>
                  </a:lnTo>
                  <a:lnTo>
                    <a:pt x="6842559" y="2396731"/>
                  </a:lnTo>
                  <a:lnTo>
                    <a:pt x="6911566" y="2392328"/>
                  </a:lnTo>
                  <a:lnTo>
                    <a:pt x="6995021" y="2386369"/>
                  </a:lnTo>
                  <a:lnTo>
                    <a:pt x="7089320" y="2378782"/>
                  </a:lnTo>
                  <a:lnTo>
                    <a:pt x="7190227" y="2369560"/>
                  </a:lnTo>
                  <a:lnTo>
                    <a:pt x="7293576" y="2358731"/>
                  </a:lnTo>
                  <a:lnTo>
                    <a:pt x="7395791" y="2346331"/>
                  </a:lnTo>
                  <a:lnTo>
                    <a:pt x="7494162" y="2332373"/>
                  </a:lnTo>
                  <a:lnTo>
                    <a:pt x="7586903" y="2316825"/>
                  </a:lnTo>
                  <a:lnTo>
                    <a:pt x="7673053" y="2299604"/>
                  </a:lnTo>
                  <a:lnTo>
                    <a:pt x="7752312" y="2280565"/>
                  </a:lnTo>
                  <a:lnTo>
                    <a:pt x="7824863" y="2259507"/>
                  </a:lnTo>
                  <a:lnTo>
                    <a:pt x="7891204" y="2236169"/>
                  </a:lnTo>
                  <a:lnTo>
                    <a:pt x="7952032" y="2210250"/>
                  </a:lnTo>
                  <a:lnTo>
                    <a:pt x="8008137" y="2181417"/>
                  </a:lnTo>
                  <a:lnTo>
                    <a:pt x="8060343" y="2149341"/>
                  </a:lnTo>
                  <a:lnTo>
                    <a:pt x="8109447" y="2113744"/>
                  </a:lnTo>
                  <a:lnTo>
                    <a:pt x="8151487" y="2078665"/>
                  </a:lnTo>
                  <a:lnTo>
                    <a:pt x="8194668" y="2038051"/>
                  </a:lnTo>
                  <a:lnTo>
                    <a:pt x="8236648" y="1994011"/>
                  </a:lnTo>
                  <a:lnTo>
                    <a:pt x="8277804" y="1946481"/>
                  </a:lnTo>
                  <a:lnTo>
                    <a:pt x="8318426" y="1895469"/>
                  </a:lnTo>
                  <a:lnTo>
                    <a:pt x="8358738" y="1841073"/>
                  </a:lnTo>
                  <a:lnTo>
                    <a:pt x="8398903" y="1783480"/>
                  </a:lnTo>
                  <a:lnTo>
                    <a:pt x="8439032" y="1722975"/>
                  </a:lnTo>
                  <a:lnTo>
                    <a:pt x="8479196" y="1659936"/>
                  </a:lnTo>
                  <a:lnTo>
                    <a:pt x="8519424" y="1594830"/>
                  </a:lnTo>
                  <a:lnTo>
                    <a:pt x="8559721" y="1528197"/>
                  </a:lnTo>
                  <a:lnTo>
                    <a:pt x="8600065" y="1460639"/>
                  </a:lnTo>
                  <a:lnTo>
                    <a:pt x="8640426" y="1392791"/>
                  </a:lnTo>
                  <a:lnTo>
                    <a:pt x="8680767" y="1325300"/>
                  </a:lnTo>
                  <a:lnTo>
                    <a:pt x="8721056" y="1258801"/>
                  </a:lnTo>
                  <a:lnTo>
                    <a:pt x="8761277" y="1193887"/>
                  </a:lnTo>
                  <a:lnTo>
                    <a:pt x="8801435" y="1131094"/>
                  </a:lnTo>
                  <a:lnTo>
                    <a:pt x="8841565" y="1070878"/>
                  </a:lnTo>
                  <a:lnTo>
                    <a:pt x="8881739" y="1013610"/>
                  </a:lnTo>
                  <a:lnTo>
                    <a:pt x="8922075" y="959562"/>
                  </a:lnTo>
                  <a:lnTo>
                    <a:pt x="8962742" y="908913"/>
                  </a:lnTo>
                  <a:lnTo>
                    <a:pt x="9003969" y="861749"/>
                  </a:lnTo>
                  <a:lnTo>
                    <a:pt x="9046056" y="818073"/>
                  </a:lnTo>
                  <a:lnTo>
                    <a:pt x="9084767" y="781883"/>
                  </a:lnTo>
                  <a:lnTo>
                    <a:pt x="9131706" y="742998"/>
                  </a:lnTo>
                  <a:lnTo>
                    <a:pt x="9181092" y="707770"/>
                  </a:lnTo>
                  <a:lnTo>
                    <a:pt x="9233659" y="676040"/>
                  </a:lnTo>
                  <a:lnTo>
                    <a:pt x="9290210" y="647521"/>
                  </a:lnTo>
                  <a:lnTo>
                    <a:pt x="9351565" y="621880"/>
                  </a:lnTo>
                  <a:lnTo>
                    <a:pt x="9418512" y="598789"/>
                  </a:lnTo>
                  <a:lnTo>
                    <a:pt x="9491730" y="577948"/>
                  </a:lnTo>
                  <a:lnTo>
                    <a:pt x="9571692" y="559104"/>
                  </a:lnTo>
                  <a:lnTo>
                    <a:pt x="9658539" y="542059"/>
                  </a:lnTo>
                  <a:lnTo>
                    <a:pt x="9751913" y="526677"/>
                  </a:lnTo>
                  <a:lnTo>
                    <a:pt x="9850774" y="512878"/>
                  </a:lnTo>
                  <a:lnTo>
                    <a:pt x="9953245" y="500637"/>
                  </a:lnTo>
                  <a:lnTo>
                    <a:pt x="10056521" y="489971"/>
                  </a:lnTo>
                  <a:lnTo>
                    <a:pt x="10156950" y="480916"/>
                  </a:lnTo>
                  <a:lnTo>
                    <a:pt x="10250330" y="473497"/>
                  </a:lnTo>
                  <a:lnTo>
                    <a:pt x="10332456" y="467701"/>
                  </a:lnTo>
                  <a:lnTo>
                    <a:pt x="10399830" y="463450"/>
                  </a:lnTo>
                  <a:lnTo>
                    <a:pt x="10450360" y="460582"/>
                  </a:lnTo>
                  <a:lnTo>
                    <a:pt x="10483849" y="458865"/>
                  </a:lnTo>
                  <a:lnTo>
                    <a:pt x="10502156" y="458013"/>
                  </a:lnTo>
                  <a:lnTo>
                    <a:pt x="10509043" y="457721"/>
                  </a:lnTo>
                  <a:lnTo>
                    <a:pt x="10509911" y="457687"/>
                  </a:lnTo>
                  <a:lnTo>
                    <a:pt x="11981298" y="457687"/>
                  </a:lnTo>
                  <a:lnTo>
                    <a:pt x="11981298" y="449514"/>
                  </a:lnTo>
                  <a:lnTo>
                    <a:pt x="10509911" y="449514"/>
                  </a:lnTo>
                  <a:lnTo>
                    <a:pt x="10508718" y="449561"/>
                  </a:lnTo>
                  <a:lnTo>
                    <a:pt x="10500885" y="449896"/>
                  </a:lnTo>
                  <a:lnTo>
                    <a:pt x="10481169" y="450822"/>
                  </a:lnTo>
                  <a:lnTo>
                    <a:pt x="10445989" y="452645"/>
                  </a:lnTo>
                  <a:lnTo>
                    <a:pt x="10393694" y="455644"/>
                  </a:lnTo>
                  <a:lnTo>
                    <a:pt x="10324687" y="460048"/>
                  </a:lnTo>
                  <a:lnTo>
                    <a:pt x="10241232" y="466007"/>
                  </a:lnTo>
                  <a:lnTo>
                    <a:pt x="10146933" y="473593"/>
                  </a:lnTo>
                  <a:lnTo>
                    <a:pt x="10046026" y="482816"/>
                  </a:lnTo>
                  <a:lnTo>
                    <a:pt x="9942677" y="493644"/>
                  </a:lnTo>
                  <a:lnTo>
                    <a:pt x="9840462" y="506044"/>
                  </a:lnTo>
                  <a:lnTo>
                    <a:pt x="9742091" y="520003"/>
                  </a:lnTo>
                  <a:lnTo>
                    <a:pt x="9649351" y="535551"/>
                  </a:lnTo>
                  <a:lnTo>
                    <a:pt x="9563201" y="552772"/>
                  </a:lnTo>
                  <a:lnTo>
                    <a:pt x="9483941" y="571810"/>
                  </a:lnTo>
                  <a:lnTo>
                    <a:pt x="9411391" y="592869"/>
                  </a:lnTo>
                  <a:lnTo>
                    <a:pt x="9345049" y="616206"/>
                  </a:lnTo>
                  <a:lnTo>
                    <a:pt x="9284222" y="642125"/>
                  </a:lnTo>
                  <a:lnTo>
                    <a:pt x="9228116" y="670958"/>
                  </a:lnTo>
                  <a:lnTo>
                    <a:pt x="9175910" y="703034"/>
                  </a:lnTo>
                  <a:lnTo>
                    <a:pt x="9126806" y="738631"/>
                  </a:lnTo>
                  <a:lnTo>
                    <a:pt x="9084767" y="773710"/>
                  </a:lnTo>
                  <a:lnTo>
                    <a:pt x="9041586" y="814324"/>
                  </a:lnTo>
                  <a:lnTo>
                    <a:pt x="8999605" y="858364"/>
                  </a:lnTo>
                  <a:lnTo>
                    <a:pt x="8958450" y="905895"/>
                  </a:lnTo>
                  <a:lnTo>
                    <a:pt x="8917827" y="956906"/>
                  </a:lnTo>
                  <a:lnTo>
                    <a:pt x="8877515" y="1011303"/>
                  </a:lnTo>
                  <a:lnTo>
                    <a:pt x="8837351" y="1068895"/>
                  </a:lnTo>
                  <a:lnTo>
                    <a:pt x="8797221" y="1129400"/>
                  </a:lnTo>
                  <a:lnTo>
                    <a:pt x="8757057" y="1192439"/>
                  </a:lnTo>
                  <a:lnTo>
                    <a:pt x="8716829" y="1257546"/>
                  </a:lnTo>
                  <a:lnTo>
                    <a:pt x="8676533" y="1324178"/>
                  </a:lnTo>
                  <a:lnTo>
                    <a:pt x="8636188" y="1391736"/>
                  </a:lnTo>
                  <a:lnTo>
                    <a:pt x="8595827" y="1459585"/>
                  </a:lnTo>
                  <a:lnTo>
                    <a:pt x="8555487" y="1527075"/>
                  </a:lnTo>
                  <a:lnTo>
                    <a:pt x="8515197" y="1593575"/>
                  </a:lnTo>
                  <a:lnTo>
                    <a:pt x="8474976" y="1658488"/>
                  </a:lnTo>
                  <a:lnTo>
                    <a:pt x="8434818" y="1721282"/>
                  </a:lnTo>
                  <a:lnTo>
                    <a:pt x="8394688" y="1781497"/>
                  </a:lnTo>
                  <a:lnTo>
                    <a:pt x="8354514" y="1838766"/>
                  </a:lnTo>
                  <a:lnTo>
                    <a:pt x="8314178" y="1892814"/>
                  </a:lnTo>
                  <a:lnTo>
                    <a:pt x="8273512" y="1943463"/>
                  </a:lnTo>
                  <a:lnTo>
                    <a:pt x="8232285" y="1990626"/>
                  </a:lnTo>
                  <a:lnTo>
                    <a:pt x="8190197" y="2034302"/>
                  </a:lnTo>
                  <a:lnTo>
                    <a:pt x="8151487" y="2070492"/>
                  </a:lnTo>
                  <a:lnTo>
                    <a:pt x="8104548" y="2109378"/>
                  </a:lnTo>
                  <a:lnTo>
                    <a:pt x="8055161" y="2144605"/>
                  </a:lnTo>
                  <a:lnTo>
                    <a:pt x="8002594" y="2176335"/>
                  </a:lnTo>
                  <a:lnTo>
                    <a:pt x="7946044" y="2204855"/>
                  </a:lnTo>
                  <a:lnTo>
                    <a:pt x="7884688" y="2230495"/>
                  </a:lnTo>
                  <a:lnTo>
                    <a:pt x="7817741" y="2253586"/>
                  </a:lnTo>
                  <a:lnTo>
                    <a:pt x="7744523" y="2274427"/>
                  </a:lnTo>
                  <a:lnTo>
                    <a:pt x="7664561" y="2293272"/>
                  </a:lnTo>
                  <a:lnTo>
                    <a:pt x="7577714" y="2310316"/>
                  </a:lnTo>
                  <a:lnTo>
                    <a:pt x="7484341" y="2325699"/>
                  </a:lnTo>
                  <a:lnTo>
                    <a:pt x="7385479" y="2339498"/>
                  </a:lnTo>
                  <a:lnTo>
                    <a:pt x="7283009" y="2351738"/>
                  </a:lnTo>
                  <a:lnTo>
                    <a:pt x="7179732" y="2362404"/>
                  </a:lnTo>
                  <a:lnTo>
                    <a:pt x="7079304" y="2371460"/>
                  </a:lnTo>
                  <a:lnTo>
                    <a:pt x="6985924" y="2378879"/>
                  </a:lnTo>
                  <a:lnTo>
                    <a:pt x="6903797" y="2384674"/>
                  </a:lnTo>
                  <a:lnTo>
                    <a:pt x="6836423" y="2388926"/>
                  </a:lnTo>
                  <a:lnTo>
                    <a:pt x="6785893" y="2391794"/>
                  </a:lnTo>
                  <a:lnTo>
                    <a:pt x="6752404" y="2393511"/>
                  </a:lnTo>
                  <a:lnTo>
                    <a:pt x="6734098" y="2394362"/>
                  </a:lnTo>
                  <a:lnTo>
                    <a:pt x="6727211" y="2394654"/>
                  </a:lnTo>
                  <a:lnTo>
                    <a:pt x="6726343" y="2394688"/>
                  </a:lnTo>
                  <a:lnTo>
                    <a:pt x="5254955" y="2394688"/>
                  </a:lnTo>
                  <a:lnTo>
                    <a:pt x="5253784" y="2394631"/>
                  </a:lnTo>
                  <a:lnTo>
                    <a:pt x="5246092" y="2394227"/>
                  </a:lnTo>
                  <a:lnTo>
                    <a:pt x="5226717" y="2393108"/>
                  </a:lnTo>
                  <a:lnTo>
                    <a:pt x="5192118" y="2390907"/>
                  </a:lnTo>
                  <a:lnTo>
                    <a:pt x="5140631" y="2387282"/>
                  </a:lnTo>
                  <a:lnTo>
                    <a:pt x="5072596" y="2381957"/>
                  </a:lnTo>
                  <a:lnTo>
                    <a:pt x="4990180" y="2374746"/>
                  </a:lnTo>
                  <a:lnTo>
                    <a:pt x="4896880" y="2365559"/>
                  </a:lnTo>
                  <a:lnTo>
                    <a:pt x="4796842" y="2354382"/>
                  </a:lnTo>
                  <a:lnTo>
                    <a:pt x="4694174" y="2341250"/>
                  </a:lnTo>
                  <a:lnTo>
                    <a:pt x="4592429" y="2326205"/>
                  </a:lnTo>
                  <a:lnTo>
                    <a:pt x="4494327" y="2309265"/>
                  </a:lnTo>
                  <a:lnTo>
                    <a:pt x="4401685" y="2290398"/>
                  </a:lnTo>
                  <a:lnTo>
                    <a:pt x="4315501" y="2269508"/>
                  </a:lnTo>
                  <a:lnTo>
                    <a:pt x="4236118" y="2246427"/>
                  </a:lnTo>
                  <a:lnTo>
                    <a:pt x="4163393" y="2220916"/>
                  </a:lnTo>
                  <a:lnTo>
                    <a:pt x="4096860" y="2192668"/>
                  </a:lnTo>
                  <a:lnTo>
                    <a:pt x="4035851" y="2161323"/>
                  </a:lnTo>
                  <a:lnTo>
                    <a:pt x="3979596" y="2126482"/>
                  </a:lnTo>
                  <a:lnTo>
                    <a:pt x="3927288" y="2087743"/>
                  </a:lnTo>
                  <a:lnTo>
                    <a:pt x="3878139" y="2044760"/>
                  </a:lnTo>
                  <a:lnTo>
                    <a:pt x="3831425" y="1997331"/>
                  </a:lnTo>
                  <a:lnTo>
                    <a:pt x="3829811" y="1995573"/>
                  </a:lnTo>
                  <a:lnTo>
                    <a:pt x="3789630" y="1949235"/>
                  </a:lnTo>
                  <a:lnTo>
                    <a:pt x="3750511" y="1899260"/>
                  </a:lnTo>
                  <a:lnTo>
                    <a:pt x="3712145" y="1845576"/>
                  </a:lnTo>
                  <a:lnTo>
                    <a:pt x="3674287" y="1788179"/>
                  </a:lnTo>
                  <a:lnTo>
                    <a:pt x="3636745" y="1727143"/>
                  </a:lnTo>
                  <a:lnTo>
                    <a:pt x="3599374" y="1662623"/>
                  </a:lnTo>
                  <a:lnTo>
                    <a:pt x="3562069" y="1594865"/>
                  </a:lnTo>
                  <a:lnTo>
                    <a:pt x="3524759" y="1524199"/>
                  </a:lnTo>
                  <a:lnTo>
                    <a:pt x="3487405" y="1451042"/>
                  </a:lnTo>
                  <a:lnTo>
                    <a:pt x="3449991" y="1375888"/>
                  </a:lnTo>
                  <a:lnTo>
                    <a:pt x="3412521" y="1299293"/>
                  </a:lnTo>
                  <a:lnTo>
                    <a:pt x="3375015" y="1221862"/>
                  </a:lnTo>
                  <a:lnTo>
                    <a:pt x="3337500" y="1144228"/>
                  </a:lnTo>
                  <a:lnTo>
                    <a:pt x="3300005" y="1067033"/>
                  </a:lnTo>
                  <a:lnTo>
                    <a:pt x="3262554" y="990900"/>
                  </a:lnTo>
                  <a:lnTo>
                    <a:pt x="3225162" y="916421"/>
                  </a:lnTo>
                  <a:lnTo>
                    <a:pt x="3187827" y="844128"/>
                  </a:lnTo>
                  <a:lnTo>
                    <a:pt x="3150525" y="774490"/>
                  </a:lnTo>
                  <a:lnTo>
                    <a:pt x="3113206" y="707891"/>
                  </a:lnTo>
                  <a:lnTo>
                    <a:pt x="3075787" y="644632"/>
                  </a:lnTo>
                  <a:lnTo>
                    <a:pt x="3038147" y="584923"/>
                  </a:lnTo>
                  <a:lnTo>
                    <a:pt x="3000127" y="528891"/>
                  </a:lnTo>
                  <a:lnTo>
                    <a:pt x="2961515" y="476578"/>
                  </a:lnTo>
                  <a:lnTo>
                    <a:pt x="2922044" y="427955"/>
                  </a:lnTo>
                  <a:lnTo>
                    <a:pt x="2896531" y="399114"/>
                  </a:lnTo>
                  <a:lnTo>
                    <a:pt x="2849892" y="351528"/>
                  </a:lnTo>
                  <a:lnTo>
                    <a:pt x="2800840" y="308389"/>
                  </a:lnTo>
                  <a:lnTo>
                    <a:pt x="2748657" y="269506"/>
                  </a:lnTo>
                  <a:lnTo>
                    <a:pt x="2692556" y="234534"/>
                  </a:lnTo>
                  <a:lnTo>
                    <a:pt x="2631728" y="203072"/>
                  </a:lnTo>
                  <a:lnTo>
                    <a:pt x="2565402" y="174722"/>
                  </a:lnTo>
                  <a:lnTo>
                    <a:pt x="2492906" y="149119"/>
                  </a:lnTo>
                  <a:lnTo>
                    <a:pt x="2413763" y="125957"/>
                  </a:lnTo>
                  <a:lnTo>
                    <a:pt x="2327817" y="104993"/>
                  </a:lnTo>
                  <a:lnTo>
                    <a:pt x="2235390" y="86056"/>
                  </a:lnTo>
                  <a:lnTo>
                    <a:pt x="2137455" y="69049"/>
                  </a:lnTo>
                  <a:lnTo>
                    <a:pt x="2035798" y="53937"/>
                  </a:lnTo>
                  <a:lnTo>
                    <a:pt x="1933107" y="40737"/>
                  </a:lnTo>
                  <a:lnTo>
                    <a:pt x="1832908" y="29490"/>
                  </a:lnTo>
                  <a:lnTo>
                    <a:pt x="1739298" y="20232"/>
                  </a:lnTo>
                  <a:lnTo>
                    <a:pt x="1656431" y="12952"/>
                  </a:lnTo>
                  <a:lnTo>
                    <a:pt x="1587841" y="7564"/>
                  </a:lnTo>
                  <a:lnTo>
                    <a:pt x="1535752" y="3883"/>
                  </a:lnTo>
                  <a:lnTo>
                    <a:pt x="1500573" y="1637"/>
                  </a:lnTo>
                  <a:lnTo>
                    <a:pt x="1480710" y="486"/>
                  </a:lnTo>
                  <a:lnTo>
                    <a:pt x="1472684" y="63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324" name="pl324"/>
            <p:cNvSpPr/>
            <p:nvPr/>
          </p:nvSpPr>
          <p:spPr>
            <a:xfrm>
              <a:off x="4799595" y="5045154"/>
              <a:ext cx="11981298" cy="2394688"/>
            </a:xfrm>
            <a:custGeom>
              <a:avLst/>
              <a:pathLst>
                <a:path w="11981298" h="2394688">
                  <a:moveTo>
                    <a:pt x="0" y="0"/>
                  </a:moveTo>
                  <a:lnTo>
                    <a:pt x="1471387" y="0"/>
                  </a:lnTo>
                  <a:lnTo>
                    <a:pt x="1472558" y="56"/>
                  </a:lnTo>
                  <a:lnTo>
                    <a:pt x="1480250" y="461"/>
                  </a:lnTo>
                  <a:lnTo>
                    <a:pt x="1499625" y="1579"/>
                  </a:lnTo>
                  <a:lnTo>
                    <a:pt x="1534224" y="3781"/>
                  </a:lnTo>
                  <a:lnTo>
                    <a:pt x="1585711" y="7406"/>
                  </a:lnTo>
                  <a:lnTo>
                    <a:pt x="1653746" y="12730"/>
                  </a:lnTo>
                  <a:lnTo>
                    <a:pt x="1736162" y="19941"/>
                  </a:lnTo>
                  <a:lnTo>
                    <a:pt x="1829462" y="29129"/>
                  </a:lnTo>
                  <a:lnTo>
                    <a:pt x="1929500" y="40306"/>
                  </a:lnTo>
                  <a:lnTo>
                    <a:pt x="2032168" y="53438"/>
                  </a:lnTo>
                  <a:lnTo>
                    <a:pt x="2133913" y="68483"/>
                  </a:lnTo>
                  <a:lnTo>
                    <a:pt x="2232015" y="85423"/>
                  </a:lnTo>
                  <a:lnTo>
                    <a:pt x="2324658" y="104290"/>
                  </a:lnTo>
                  <a:lnTo>
                    <a:pt x="2410841" y="125180"/>
                  </a:lnTo>
                  <a:lnTo>
                    <a:pt x="2490224" y="148261"/>
                  </a:lnTo>
                  <a:lnTo>
                    <a:pt x="2562949" y="173772"/>
                  </a:lnTo>
                  <a:lnTo>
                    <a:pt x="2629482" y="202019"/>
                  </a:lnTo>
                  <a:lnTo>
                    <a:pt x="2690491" y="233364"/>
                  </a:lnTo>
                  <a:lnTo>
                    <a:pt x="2746746" y="268205"/>
                  </a:lnTo>
                  <a:lnTo>
                    <a:pt x="2799054" y="306944"/>
                  </a:lnTo>
                  <a:lnTo>
                    <a:pt x="2848203" y="349928"/>
                  </a:lnTo>
                  <a:lnTo>
                    <a:pt x="2894917" y="397357"/>
                  </a:lnTo>
                  <a:lnTo>
                    <a:pt x="2896531" y="399114"/>
                  </a:lnTo>
                  <a:lnTo>
                    <a:pt x="2936712" y="445453"/>
                  </a:lnTo>
                  <a:lnTo>
                    <a:pt x="2975831" y="495428"/>
                  </a:lnTo>
                  <a:lnTo>
                    <a:pt x="3014197" y="549112"/>
                  </a:lnTo>
                  <a:lnTo>
                    <a:pt x="3052055" y="606508"/>
                  </a:lnTo>
                  <a:lnTo>
                    <a:pt x="3089597" y="667545"/>
                  </a:lnTo>
                  <a:lnTo>
                    <a:pt x="3126968" y="732064"/>
                  </a:lnTo>
                  <a:lnTo>
                    <a:pt x="3164273" y="799823"/>
                  </a:lnTo>
                  <a:lnTo>
                    <a:pt x="3201583" y="870489"/>
                  </a:lnTo>
                  <a:lnTo>
                    <a:pt x="3238937" y="943645"/>
                  </a:lnTo>
                  <a:lnTo>
                    <a:pt x="3276351" y="1018800"/>
                  </a:lnTo>
                  <a:lnTo>
                    <a:pt x="3313821" y="1095395"/>
                  </a:lnTo>
                  <a:lnTo>
                    <a:pt x="3351327" y="1172826"/>
                  </a:lnTo>
                  <a:lnTo>
                    <a:pt x="3388842" y="1250459"/>
                  </a:lnTo>
                  <a:lnTo>
                    <a:pt x="3426337" y="1327655"/>
                  </a:lnTo>
                  <a:lnTo>
                    <a:pt x="3463788" y="1403787"/>
                  </a:lnTo>
                  <a:lnTo>
                    <a:pt x="3501180" y="1478267"/>
                  </a:lnTo>
                  <a:lnTo>
                    <a:pt x="3538515" y="1550559"/>
                  </a:lnTo>
                  <a:lnTo>
                    <a:pt x="3575817" y="1620197"/>
                  </a:lnTo>
                  <a:lnTo>
                    <a:pt x="3613136" y="1686796"/>
                  </a:lnTo>
                  <a:lnTo>
                    <a:pt x="3650556" y="1750055"/>
                  </a:lnTo>
                  <a:lnTo>
                    <a:pt x="3688195" y="1809764"/>
                  </a:lnTo>
                  <a:lnTo>
                    <a:pt x="3726215" y="1865797"/>
                  </a:lnTo>
                  <a:lnTo>
                    <a:pt x="3764827" y="1918109"/>
                  </a:lnTo>
                  <a:lnTo>
                    <a:pt x="3804298" y="1966732"/>
                  </a:lnTo>
                  <a:lnTo>
                    <a:pt x="3829811" y="1995573"/>
                  </a:lnTo>
                  <a:lnTo>
                    <a:pt x="3876450" y="2043160"/>
                  </a:lnTo>
                  <a:lnTo>
                    <a:pt x="3925502" y="2086298"/>
                  </a:lnTo>
                  <a:lnTo>
                    <a:pt x="3977685" y="2125182"/>
                  </a:lnTo>
                  <a:lnTo>
                    <a:pt x="4033787" y="2160154"/>
                  </a:lnTo>
                  <a:lnTo>
                    <a:pt x="4094614" y="2191616"/>
                  </a:lnTo>
                  <a:lnTo>
                    <a:pt x="4160940" y="2219966"/>
                  </a:lnTo>
                  <a:lnTo>
                    <a:pt x="4233436" y="2245568"/>
                  </a:lnTo>
                  <a:lnTo>
                    <a:pt x="4312579" y="2268731"/>
                  </a:lnTo>
                  <a:lnTo>
                    <a:pt x="4398525" y="2289695"/>
                  </a:lnTo>
                  <a:lnTo>
                    <a:pt x="4490952" y="2308631"/>
                  </a:lnTo>
                  <a:lnTo>
                    <a:pt x="4588887" y="2325638"/>
                  </a:lnTo>
                  <a:lnTo>
                    <a:pt x="4690544" y="2340750"/>
                  </a:lnTo>
                  <a:lnTo>
                    <a:pt x="4793236" y="2353951"/>
                  </a:lnTo>
                  <a:lnTo>
                    <a:pt x="4893434" y="2365198"/>
                  </a:lnTo>
                  <a:lnTo>
                    <a:pt x="4987044" y="2374456"/>
                  </a:lnTo>
                  <a:lnTo>
                    <a:pt x="5069911" y="2381735"/>
                  </a:lnTo>
                  <a:lnTo>
                    <a:pt x="5138501" y="2387124"/>
                  </a:lnTo>
                  <a:lnTo>
                    <a:pt x="5190590" y="2390805"/>
                  </a:lnTo>
                  <a:lnTo>
                    <a:pt x="5225769" y="2393051"/>
                  </a:lnTo>
                  <a:lnTo>
                    <a:pt x="5245632" y="2394201"/>
                  </a:lnTo>
                  <a:lnTo>
                    <a:pt x="5253658" y="2394625"/>
                  </a:lnTo>
                  <a:lnTo>
                    <a:pt x="5254955" y="2394688"/>
                  </a:lnTo>
                  <a:lnTo>
                    <a:pt x="5254955" y="2394688"/>
                  </a:lnTo>
                  <a:lnTo>
                    <a:pt x="6726343" y="2394688"/>
                  </a:lnTo>
                  <a:lnTo>
                    <a:pt x="6727535" y="2394641"/>
                  </a:lnTo>
                  <a:lnTo>
                    <a:pt x="6735368" y="2394306"/>
                  </a:lnTo>
                  <a:lnTo>
                    <a:pt x="6755084" y="2393380"/>
                  </a:lnTo>
                  <a:lnTo>
                    <a:pt x="6790264" y="2391558"/>
                  </a:lnTo>
                  <a:lnTo>
                    <a:pt x="6842559" y="2388558"/>
                  </a:lnTo>
                  <a:lnTo>
                    <a:pt x="6911566" y="2384155"/>
                  </a:lnTo>
                  <a:lnTo>
                    <a:pt x="6995021" y="2378196"/>
                  </a:lnTo>
                  <a:lnTo>
                    <a:pt x="7089320" y="2370609"/>
                  </a:lnTo>
                  <a:lnTo>
                    <a:pt x="7190227" y="2361387"/>
                  </a:lnTo>
                  <a:lnTo>
                    <a:pt x="7293576" y="2350558"/>
                  </a:lnTo>
                  <a:lnTo>
                    <a:pt x="7395791" y="2338158"/>
                  </a:lnTo>
                  <a:lnTo>
                    <a:pt x="7494162" y="2324200"/>
                  </a:lnTo>
                  <a:lnTo>
                    <a:pt x="7586903" y="2308652"/>
                  </a:lnTo>
                  <a:lnTo>
                    <a:pt x="7673053" y="2291431"/>
                  </a:lnTo>
                  <a:lnTo>
                    <a:pt x="7752312" y="2272392"/>
                  </a:lnTo>
                  <a:lnTo>
                    <a:pt x="7824863" y="2251334"/>
                  </a:lnTo>
                  <a:lnTo>
                    <a:pt x="7891204" y="2227996"/>
                  </a:lnTo>
                  <a:lnTo>
                    <a:pt x="7952032" y="2202077"/>
                  </a:lnTo>
                  <a:lnTo>
                    <a:pt x="8008137" y="2173244"/>
                  </a:lnTo>
                  <a:lnTo>
                    <a:pt x="8060343" y="2141168"/>
                  </a:lnTo>
                  <a:lnTo>
                    <a:pt x="8109447" y="2105571"/>
                  </a:lnTo>
                  <a:lnTo>
                    <a:pt x="8151487" y="2070492"/>
                  </a:lnTo>
                  <a:lnTo>
                    <a:pt x="8194668" y="2029878"/>
                  </a:lnTo>
                  <a:lnTo>
                    <a:pt x="8236648" y="1985838"/>
                  </a:lnTo>
                  <a:lnTo>
                    <a:pt x="8277804" y="1938308"/>
                  </a:lnTo>
                  <a:lnTo>
                    <a:pt x="8318426" y="1887296"/>
                  </a:lnTo>
                  <a:lnTo>
                    <a:pt x="8358738" y="1832900"/>
                  </a:lnTo>
                  <a:lnTo>
                    <a:pt x="8398903" y="1775307"/>
                  </a:lnTo>
                  <a:lnTo>
                    <a:pt x="8439032" y="1714802"/>
                  </a:lnTo>
                  <a:lnTo>
                    <a:pt x="8479196" y="1651763"/>
                  </a:lnTo>
                  <a:lnTo>
                    <a:pt x="8519424" y="1586657"/>
                  </a:lnTo>
                  <a:lnTo>
                    <a:pt x="8559721" y="1520024"/>
                  </a:lnTo>
                  <a:lnTo>
                    <a:pt x="8600065" y="1452466"/>
                  </a:lnTo>
                  <a:lnTo>
                    <a:pt x="8640426" y="1384618"/>
                  </a:lnTo>
                  <a:lnTo>
                    <a:pt x="8680767" y="1317127"/>
                  </a:lnTo>
                  <a:lnTo>
                    <a:pt x="8721056" y="1250628"/>
                  </a:lnTo>
                  <a:lnTo>
                    <a:pt x="8761277" y="1185714"/>
                  </a:lnTo>
                  <a:lnTo>
                    <a:pt x="8801435" y="1122921"/>
                  </a:lnTo>
                  <a:lnTo>
                    <a:pt x="8841565" y="1062705"/>
                  </a:lnTo>
                  <a:lnTo>
                    <a:pt x="8881739" y="1005437"/>
                  </a:lnTo>
                  <a:lnTo>
                    <a:pt x="8922075" y="951389"/>
                  </a:lnTo>
                  <a:lnTo>
                    <a:pt x="8962742" y="900740"/>
                  </a:lnTo>
                  <a:lnTo>
                    <a:pt x="9003969" y="853576"/>
                  </a:lnTo>
                  <a:lnTo>
                    <a:pt x="9046056" y="809900"/>
                  </a:lnTo>
                  <a:lnTo>
                    <a:pt x="9084767" y="773710"/>
                  </a:lnTo>
                  <a:lnTo>
                    <a:pt x="9131706" y="734825"/>
                  </a:lnTo>
                  <a:lnTo>
                    <a:pt x="9181092" y="699597"/>
                  </a:lnTo>
                  <a:lnTo>
                    <a:pt x="9233659" y="667867"/>
                  </a:lnTo>
                  <a:lnTo>
                    <a:pt x="9290210" y="639348"/>
                  </a:lnTo>
                  <a:lnTo>
                    <a:pt x="9351565" y="613707"/>
                  </a:lnTo>
                  <a:lnTo>
                    <a:pt x="9418512" y="590616"/>
                  </a:lnTo>
                  <a:lnTo>
                    <a:pt x="9491730" y="569775"/>
                  </a:lnTo>
                  <a:lnTo>
                    <a:pt x="9571692" y="550931"/>
                  </a:lnTo>
                  <a:lnTo>
                    <a:pt x="9658539" y="533886"/>
                  </a:lnTo>
                  <a:lnTo>
                    <a:pt x="9751913" y="518504"/>
                  </a:lnTo>
                  <a:lnTo>
                    <a:pt x="9850774" y="504705"/>
                  </a:lnTo>
                  <a:lnTo>
                    <a:pt x="9953245" y="492464"/>
                  </a:lnTo>
                  <a:lnTo>
                    <a:pt x="10056521" y="481798"/>
                  </a:lnTo>
                  <a:lnTo>
                    <a:pt x="10156950" y="472743"/>
                  </a:lnTo>
                  <a:lnTo>
                    <a:pt x="10250330" y="465324"/>
                  </a:lnTo>
                  <a:lnTo>
                    <a:pt x="10332456" y="459528"/>
                  </a:lnTo>
                  <a:lnTo>
                    <a:pt x="10399830" y="455277"/>
                  </a:lnTo>
                  <a:lnTo>
                    <a:pt x="10450360" y="452409"/>
                  </a:lnTo>
                  <a:lnTo>
                    <a:pt x="10483849" y="450692"/>
                  </a:lnTo>
                  <a:lnTo>
                    <a:pt x="10502156" y="449840"/>
                  </a:lnTo>
                  <a:lnTo>
                    <a:pt x="10509043" y="449548"/>
                  </a:lnTo>
                  <a:lnTo>
                    <a:pt x="10509911" y="449514"/>
                  </a:lnTo>
                  <a:lnTo>
                    <a:pt x="11981298" y="44951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25" name="pl325"/>
            <p:cNvSpPr/>
            <p:nvPr/>
          </p:nvSpPr>
          <p:spPr>
            <a:xfrm>
              <a:off x="4799595" y="5036981"/>
              <a:ext cx="11981298" cy="2394688"/>
            </a:xfrm>
            <a:custGeom>
              <a:avLst/>
              <a:pathLst>
                <a:path w="11981298" h="2394688">
                  <a:moveTo>
                    <a:pt x="11981298" y="449514"/>
                  </a:moveTo>
                  <a:lnTo>
                    <a:pt x="10509911" y="449514"/>
                  </a:lnTo>
                  <a:lnTo>
                    <a:pt x="10508718" y="449561"/>
                  </a:lnTo>
                  <a:lnTo>
                    <a:pt x="10500885" y="449896"/>
                  </a:lnTo>
                  <a:lnTo>
                    <a:pt x="10481169" y="450822"/>
                  </a:lnTo>
                  <a:lnTo>
                    <a:pt x="10445989" y="452645"/>
                  </a:lnTo>
                  <a:lnTo>
                    <a:pt x="10393694" y="455644"/>
                  </a:lnTo>
                  <a:lnTo>
                    <a:pt x="10324687" y="460048"/>
                  </a:lnTo>
                  <a:lnTo>
                    <a:pt x="10241232" y="466007"/>
                  </a:lnTo>
                  <a:lnTo>
                    <a:pt x="10146933" y="473593"/>
                  </a:lnTo>
                  <a:lnTo>
                    <a:pt x="10046026" y="482816"/>
                  </a:lnTo>
                  <a:lnTo>
                    <a:pt x="9942677" y="493644"/>
                  </a:lnTo>
                  <a:lnTo>
                    <a:pt x="9840462" y="506044"/>
                  </a:lnTo>
                  <a:lnTo>
                    <a:pt x="9742091" y="520003"/>
                  </a:lnTo>
                  <a:lnTo>
                    <a:pt x="9649351" y="535551"/>
                  </a:lnTo>
                  <a:lnTo>
                    <a:pt x="9563201" y="552772"/>
                  </a:lnTo>
                  <a:lnTo>
                    <a:pt x="9483941" y="571810"/>
                  </a:lnTo>
                  <a:lnTo>
                    <a:pt x="9411391" y="592869"/>
                  </a:lnTo>
                  <a:lnTo>
                    <a:pt x="9345049" y="616206"/>
                  </a:lnTo>
                  <a:lnTo>
                    <a:pt x="9284222" y="642125"/>
                  </a:lnTo>
                  <a:lnTo>
                    <a:pt x="9228116" y="670958"/>
                  </a:lnTo>
                  <a:lnTo>
                    <a:pt x="9175910" y="703034"/>
                  </a:lnTo>
                  <a:lnTo>
                    <a:pt x="9126806" y="738631"/>
                  </a:lnTo>
                  <a:lnTo>
                    <a:pt x="9084767" y="773710"/>
                  </a:lnTo>
                  <a:lnTo>
                    <a:pt x="9041586" y="814324"/>
                  </a:lnTo>
                  <a:lnTo>
                    <a:pt x="8999605" y="858364"/>
                  </a:lnTo>
                  <a:lnTo>
                    <a:pt x="8958450" y="905895"/>
                  </a:lnTo>
                  <a:lnTo>
                    <a:pt x="8917827" y="956906"/>
                  </a:lnTo>
                  <a:lnTo>
                    <a:pt x="8877515" y="1011303"/>
                  </a:lnTo>
                  <a:lnTo>
                    <a:pt x="8837351" y="1068895"/>
                  </a:lnTo>
                  <a:lnTo>
                    <a:pt x="8797221" y="1129400"/>
                  </a:lnTo>
                  <a:lnTo>
                    <a:pt x="8757057" y="1192439"/>
                  </a:lnTo>
                  <a:lnTo>
                    <a:pt x="8716829" y="1257546"/>
                  </a:lnTo>
                  <a:lnTo>
                    <a:pt x="8676533" y="1324178"/>
                  </a:lnTo>
                  <a:lnTo>
                    <a:pt x="8636188" y="1391736"/>
                  </a:lnTo>
                  <a:lnTo>
                    <a:pt x="8595827" y="1459585"/>
                  </a:lnTo>
                  <a:lnTo>
                    <a:pt x="8555487" y="1527075"/>
                  </a:lnTo>
                  <a:lnTo>
                    <a:pt x="8515197" y="1593575"/>
                  </a:lnTo>
                  <a:lnTo>
                    <a:pt x="8474976" y="1658488"/>
                  </a:lnTo>
                  <a:lnTo>
                    <a:pt x="8434818" y="1721282"/>
                  </a:lnTo>
                  <a:lnTo>
                    <a:pt x="8394688" y="1781497"/>
                  </a:lnTo>
                  <a:lnTo>
                    <a:pt x="8354514" y="1838766"/>
                  </a:lnTo>
                  <a:lnTo>
                    <a:pt x="8314178" y="1892814"/>
                  </a:lnTo>
                  <a:lnTo>
                    <a:pt x="8273512" y="1943463"/>
                  </a:lnTo>
                  <a:lnTo>
                    <a:pt x="8232285" y="1990626"/>
                  </a:lnTo>
                  <a:lnTo>
                    <a:pt x="8190197" y="2034302"/>
                  </a:lnTo>
                  <a:lnTo>
                    <a:pt x="8151487" y="2070492"/>
                  </a:lnTo>
                  <a:lnTo>
                    <a:pt x="8104548" y="2109378"/>
                  </a:lnTo>
                  <a:lnTo>
                    <a:pt x="8055161" y="2144605"/>
                  </a:lnTo>
                  <a:lnTo>
                    <a:pt x="8002594" y="2176335"/>
                  </a:lnTo>
                  <a:lnTo>
                    <a:pt x="7946044" y="2204855"/>
                  </a:lnTo>
                  <a:lnTo>
                    <a:pt x="7884688" y="2230495"/>
                  </a:lnTo>
                  <a:lnTo>
                    <a:pt x="7817741" y="2253586"/>
                  </a:lnTo>
                  <a:lnTo>
                    <a:pt x="7744523" y="2274427"/>
                  </a:lnTo>
                  <a:lnTo>
                    <a:pt x="7664561" y="2293272"/>
                  </a:lnTo>
                  <a:lnTo>
                    <a:pt x="7577714" y="2310316"/>
                  </a:lnTo>
                  <a:lnTo>
                    <a:pt x="7484341" y="2325699"/>
                  </a:lnTo>
                  <a:lnTo>
                    <a:pt x="7385479" y="2339498"/>
                  </a:lnTo>
                  <a:lnTo>
                    <a:pt x="7283009" y="2351738"/>
                  </a:lnTo>
                  <a:lnTo>
                    <a:pt x="7179732" y="2362404"/>
                  </a:lnTo>
                  <a:lnTo>
                    <a:pt x="7079304" y="2371460"/>
                  </a:lnTo>
                  <a:lnTo>
                    <a:pt x="6985924" y="2378879"/>
                  </a:lnTo>
                  <a:lnTo>
                    <a:pt x="6903797" y="2384674"/>
                  </a:lnTo>
                  <a:lnTo>
                    <a:pt x="6836423" y="2388926"/>
                  </a:lnTo>
                  <a:lnTo>
                    <a:pt x="6785893" y="2391794"/>
                  </a:lnTo>
                  <a:lnTo>
                    <a:pt x="6752404" y="2393511"/>
                  </a:lnTo>
                  <a:lnTo>
                    <a:pt x="6734098" y="2394362"/>
                  </a:lnTo>
                  <a:lnTo>
                    <a:pt x="6727211" y="2394654"/>
                  </a:lnTo>
                  <a:lnTo>
                    <a:pt x="6726343" y="2394688"/>
                  </a:lnTo>
                  <a:lnTo>
                    <a:pt x="5254955" y="2394688"/>
                  </a:lnTo>
                  <a:lnTo>
                    <a:pt x="5253784" y="2394631"/>
                  </a:lnTo>
                  <a:lnTo>
                    <a:pt x="5246092" y="2394227"/>
                  </a:lnTo>
                  <a:lnTo>
                    <a:pt x="5226717" y="2393108"/>
                  </a:lnTo>
                  <a:lnTo>
                    <a:pt x="5192118" y="2390907"/>
                  </a:lnTo>
                  <a:lnTo>
                    <a:pt x="5140631" y="2387282"/>
                  </a:lnTo>
                  <a:lnTo>
                    <a:pt x="5072596" y="2381957"/>
                  </a:lnTo>
                  <a:lnTo>
                    <a:pt x="4990180" y="2374746"/>
                  </a:lnTo>
                  <a:lnTo>
                    <a:pt x="4896880" y="2365559"/>
                  </a:lnTo>
                  <a:lnTo>
                    <a:pt x="4796842" y="2354382"/>
                  </a:lnTo>
                  <a:lnTo>
                    <a:pt x="4694174" y="2341250"/>
                  </a:lnTo>
                  <a:lnTo>
                    <a:pt x="4592429" y="2326205"/>
                  </a:lnTo>
                  <a:lnTo>
                    <a:pt x="4494327" y="2309265"/>
                  </a:lnTo>
                  <a:lnTo>
                    <a:pt x="4401685" y="2290398"/>
                  </a:lnTo>
                  <a:lnTo>
                    <a:pt x="4315501" y="2269508"/>
                  </a:lnTo>
                  <a:lnTo>
                    <a:pt x="4236118" y="2246427"/>
                  </a:lnTo>
                  <a:lnTo>
                    <a:pt x="4163393" y="2220916"/>
                  </a:lnTo>
                  <a:lnTo>
                    <a:pt x="4096860" y="2192668"/>
                  </a:lnTo>
                  <a:lnTo>
                    <a:pt x="4035851" y="2161323"/>
                  </a:lnTo>
                  <a:lnTo>
                    <a:pt x="3979596" y="2126482"/>
                  </a:lnTo>
                  <a:lnTo>
                    <a:pt x="3927288" y="2087743"/>
                  </a:lnTo>
                  <a:lnTo>
                    <a:pt x="3878139" y="2044760"/>
                  </a:lnTo>
                  <a:lnTo>
                    <a:pt x="3831425" y="1997331"/>
                  </a:lnTo>
                  <a:lnTo>
                    <a:pt x="3829811" y="1995573"/>
                  </a:lnTo>
                  <a:lnTo>
                    <a:pt x="3789630" y="1949235"/>
                  </a:lnTo>
                  <a:lnTo>
                    <a:pt x="3750511" y="1899260"/>
                  </a:lnTo>
                  <a:lnTo>
                    <a:pt x="3712145" y="1845576"/>
                  </a:lnTo>
                  <a:lnTo>
                    <a:pt x="3674287" y="1788179"/>
                  </a:lnTo>
                  <a:lnTo>
                    <a:pt x="3636745" y="1727143"/>
                  </a:lnTo>
                  <a:lnTo>
                    <a:pt x="3599374" y="1662623"/>
                  </a:lnTo>
                  <a:lnTo>
                    <a:pt x="3562069" y="1594865"/>
                  </a:lnTo>
                  <a:lnTo>
                    <a:pt x="3524759" y="1524199"/>
                  </a:lnTo>
                  <a:lnTo>
                    <a:pt x="3487405" y="1451042"/>
                  </a:lnTo>
                  <a:lnTo>
                    <a:pt x="3449991" y="1375888"/>
                  </a:lnTo>
                  <a:lnTo>
                    <a:pt x="3412521" y="1299293"/>
                  </a:lnTo>
                  <a:lnTo>
                    <a:pt x="3375015" y="1221862"/>
                  </a:lnTo>
                  <a:lnTo>
                    <a:pt x="3337500" y="1144228"/>
                  </a:lnTo>
                  <a:lnTo>
                    <a:pt x="3300005" y="1067033"/>
                  </a:lnTo>
                  <a:lnTo>
                    <a:pt x="3262554" y="990900"/>
                  </a:lnTo>
                  <a:lnTo>
                    <a:pt x="3225162" y="916421"/>
                  </a:lnTo>
                  <a:lnTo>
                    <a:pt x="3187827" y="844128"/>
                  </a:lnTo>
                  <a:lnTo>
                    <a:pt x="3150525" y="774490"/>
                  </a:lnTo>
                  <a:lnTo>
                    <a:pt x="3113206" y="707891"/>
                  </a:lnTo>
                  <a:lnTo>
                    <a:pt x="3075787" y="644632"/>
                  </a:lnTo>
                  <a:lnTo>
                    <a:pt x="3038147" y="584923"/>
                  </a:lnTo>
                  <a:lnTo>
                    <a:pt x="3000127" y="528891"/>
                  </a:lnTo>
                  <a:lnTo>
                    <a:pt x="2961515" y="476578"/>
                  </a:lnTo>
                  <a:lnTo>
                    <a:pt x="2922044" y="427955"/>
                  </a:lnTo>
                  <a:lnTo>
                    <a:pt x="2896531" y="399114"/>
                  </a:lnTo>
                  <a:lnTo>
                    <a:pt x="2849892" y="351528"/>
                  </a:lnTo>
                  <a:lnTo>
                    <a:pt x="2800840" y="308389"/>
                  </a:lnTo>
                  <a:lnTo>
                    <a:pt x="2748657" y="269506"/>
                  </a:lnTo>
                  <a:lnTo>
                    <a:pt x="2692556" y="234534"/>
                  </a:lnTo>
                  <a:lnTo>
                    <a:pt x="2631728" y="203072"/>
                  </a:lnTo>
                  <a:lnTo>
                    <a:pt x="2565402" y="174722"/>
                  </a:lnTo>
                  <a:lnTo>
                    <a:pt x="2492906" y="149119"/>
                  </a:lnTo>
                  <a:lnTo>
                    <a:pt x="2413763" y="125957"/>
                  </a:lnTo>
                  <a:lnTo>
                    <a:pt x="2327817" y="104993"/>
                  </a:lnTo>
                  <a:lnTo>
                    <a:pt x="2235390" y="86056"/>
                  </a:lnTo>
                  <a:lnTo>
                    <a:pt x="2137455" y="69049"/>
                  </a:lnTo>
                  <a:lnTo>
                    <a:pt x="2035798" y="53937"/>
                  </a:lnTo>
                  <a:lnTo>
                    <a:pt x="1933107" y="40737"/>
                  </a:lnTo>
                  <a:lnTo>
                    <a:pt x="1832908" y="29490"/>
                  </a:lnTo>
                  <a:lnTo>
                    <a:pt x="1739298" y="20232"/>
                  </a:lnTo>
                  <a:lnTo>
                    <a:pt x="1656431" y="12952"/>
                  </a:lnTo>
                  <a:lnTo>
                    <a:pt x="1587841" y="7564"/>
                  </a:lnTo>
                  <a:lnTo>
                    <a:pt x="1535752" y="3883"/>
                  </a:lnTo>
                  <a:lnTo>
                    <a:pt x="1500573" y="1637"/>
                  </a:lnTo>
                  <a:lnTo>
                    <a:pt x="1480710" y="486"/>
                  </a:lnTo>
                  <a:lnTo>
                    <a:pt x="1472684" y="63"/>
                  </a:lnTo>
                  <a:lnTo>
                    <a:pt x="1471387" y="0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26" name="pg326"/>
            <p:cNvSpPr/>
            <p:nvPr/>
          </p:nvSpPr>
          <p:spPr>
            <a:xfrm>
              <a:off x="4799595" y="5045154"/>
              <a:ext cx="11981298" cy="2411034"/>
            </a:xfrm>
            <a:custGeom>
              <a:avLst/>
              <a:pathLst>
                <a:path w="11981298" h="2411034">
                  <a:moveTo>
                    <a:pt x="0" y="8172"/>
                  </a:moveTo>
                  <a:lnTo>
                    <a:pt x="1471387" y="8172"/>
                  </a:lnTo>
                  <a:lnTo>
                    <a:pt x="1472558" y="8229"/>
                  </a:lnTo>
                  <a:lnTo>
                    <a:pt x="1480247" y="8635"/>
                  </a:lnTo>
                  <a:lnTo>
                    <a:pt x="1499615" y="9757"/>
                  </a:lnTo>
                  <a:lnTo>
                    <a:pt x="1534203" y="11965"/>
                  </a:lnTo>
                  <a:lnTo>
                    <a:pt x="1585674" y="15601"/>
                  </a:lnTo>
                  <a:lnTo>
                    <a:pt x="1653689" y="20942"/>
                  </a:lnTo>
                  <a:lnTo>
                    <a:pt x="1736085" y="28175"/>
                  </a:lnTo>
                  <a:lnTo>
                    <a:pt x="1829365" y="37391"/>
                  </a:lnTo>
                  <a:lnTo>
                    <a:pt x="1929386" y="48602"/>
                  </a:lnTo>
                  <a:lnTo>
                    <a:pt x="2032041" y="61776"/>
                  </a:lnTo>
                  <a:lnTo>
                    <a:pt x="2133775" y="76868"/>
                  </a:lnTo>
                  <a:lnTo>
                    <a:pt x="2231872" y="93861"/>
                  </a:lnTo>
                  <a:lnTo>
                    <a:pt x="2324513" y="112786"/>
                  </a:lnTo>
                  <a:lnTo>
                    <a:pt x="2410697" y="133742"/>
                  </a:lnTo>
                  <a:lnTo>
                    <a:pt x="2490083" y="156894"/>
                  </a:lnTo>
                  <a:lnTo>
                    <a:pt x="2562811" y="182485"/>
                  </a:lnTo>
                  <a:lnTo>
                    <a:pt x="2629348" y="210819"/>
                  </a:lnTo>
                  <a:lnTo>
                    <a:pt x="2690360" y="242260"/>
                  </a:lnTo>
                  <a:lnTo>
                    <a:pt x="2746618" y="277207"/>
                  </a:lnTo>
                  <a:lnTo>
                    <a:pt x="2798928" y="316063"/>
                  </a:lnTo>
                  <a:lnTo>
                    <a:pt x="2848079" y="359177"/>
                  </a:lnTo>
                  <a:lnTo>
                    <a:pt x="2894792" y="406750"/>
                  </a:lnTo>
                  <a:lnTo>
                    <a:pt x="2896531" y="408649"/>
                  </a:lnTo>
                  <a:lnTo>
                    <a:pt x="2936662" y="455085"/>
                  </a:lnTo>
                  <a:lnTo>
                    <a:pt x="2975733" y="505159"/>
                  </a:lnTo>
                  <a:lnTo>
                    <a:pt x="3014052" y="558946"/>
                  </a:lnTo>
                  <a:lnTo>
                    <a:pt x="3051864" y="616450"/>
                  </a:lnTo>
                  <a:lnTo>
                    <a:pt x="3089360" y="677596"/>
                  </a:lnTo>
                  <a:lnTo>
                    <a:pt x="3126684" y="742230"/>
                  </a:lnTo>
                  <a:lnTo>
                    <a:pt x="3163942" y="810108"/>
                  </a:lnTo>
                  <a:lnTo>
                    <a:pt x="3201203" y="880899"/>
                  </a:lnTo>
                  <a:lnTo>
                    <a:pt x="3238510" y="954188"/>
                  </a:lnTo>
                  <a:lnTo>
                    <a:pt x="3275876" y="1029482"/>
                  </a:lnTo>
                  <a:lnTo>
                    <a:pt x="3313297" y="1106226"/>
                  </a:lnTo>
                  <a:lnTo>
                    <a:pt x="3350755" y="1183815"/>
                  </a:lnTo>
                  <a:lnTo>
                    <a:pt x="3388223" y="1261616"/>
                  </a:lnTo>
                  <a:lnTo>
                    <a:pt x="3425671" y="1338989"/>
                  </a:lnTo>
                  <a:lnTo>
                    <a:pt x="3463075" y="1415310"/>
                  </a:lnTo>
                  <a:lnTo>
                    <a:pt x="3500421" y="1489987"/>
                  </a:lnTo>
                  <a:lnTo>
                    <a:pt x="3537709" y="1562485"/>
                  </a:lnTo>
                  <a:lnTo>
                    <a:pt x="3574964" y="1632335"/>
                  </a:lnTo>
                  <a:lnTo>
                    <a:pt x="3612235" y="1699152"/>
                  </a:lnTo>
                  <a:lnTo>
                    <a:pt x="3649603" y="1762632"/>
                  </a:lnTo>
                  <a:lnTo>
                    <a:pt x="3687187" y="1822563"/>
                  </a:lnTo>
                  <a:lnTo>
                    <a:pt x="3725146" y="1878817"/>
                  </a:lnTo>
                  <a:lnTo>
                    <a:pt x="3763689" y="1931348"/>
                  </a:lnTo>
                  <a:lnTo>
                    <a:pt x="3803079" y="1980184"/>
                  </a:lnTo>
                  <a:lnTo>
                    <a:pt x="3829811" y="2010557"/>
                  </a:lnTo>
                  <a:lnTo>
                    <a:pt x="3876444" y="2058300"/>
                  </a:lnTo>
                  <a:lnTo>
                    <a:pt x="3925489" y="2101582"/>
                  </a:lnTo>
                  <a:lnTo>
                    <a:pt x="3977665" y="2140594"/>
                  </a:lnTo>
                  <a:lnTo>
                    <a:pt x="4033758" y="2175683"/>
                  </a:lnTo>
                  <a:lnTo>
                    <a:pt x="4094574" y="2207250"/>
                  </a:lnTo>
                  <a:lnTo>
                    <a:pt x="4160888" y="2235695"/>
                  </a:lnTo>
                  <a:lnTo>
                    <a:pt x="4233370" y="2261384"/>
                  </a:lnTo>
                  <a:lnTo>
                    <a:pt x="4312497" y="2284625"/>
                  </a:lnTo>
                  <a:lnTo>
                    <a:pt x="4398425" y="2305660"/>
                  </a:lnTo>
                  <a:lnTo>
                    <a:pt x="4490833" y="2324661"/>
                  </a:lnTo>
                  <a:lnTo>
                    <a:pt x="4588750" y="2341726"/>
                  </a:lnTo>
                  <a:lnTo>
                    <a:pt x="4690391" y="2356891"/>
                  </a:lnTo>
                  <a:lnTo>
                    <a:pt x="4793071" y="2370138"/>
                  </a:lnTo>
                  <a:lnTo>
                    <a:pt x="4893265" y="2381425"/>
                  </a:lnTo>
                  <a:lnTo>
                    <a:pt x="4986879" y="2390717"/>
                  </a:lnTo>
                  <a:lnTo>
                    <a:pt x="5069759" y="2398024"/>
                  </a:lnTo>
                  <a:lnTo>
                    <a:pt x="5138373" y="2403434"/>
                  </a:lnTo>
                  <a:lnTo>
                    <a:pt x="5190493" y="2407131"/>
                  </a:lnTo>
                  <a:lnTo>
                    <a:pt x="5225705" y="2409388"/>
                  </a:lnTo>
                  <a:lnTo>
                    <a:pt x="5245599" y="2410544"/>
                  </a:lnTo>
                  <a:lnTo>
                    <a:pt x="5253648" y="2410970"/>
                  </a:lnTo>
                  <a:lnTo>
                    <a:pt x="5254955" y="2411034"/>
                  </a:lnTo>
                  <a:lnTo>
                    <a:pt x="6726343" y="2411034"/>
                  </a:lnTo>
                  <a:lnTo>
                    <a:pt x="6727548" y="2410994"/>
                  </a:lnTo>
                  <a:lnTo>
                    <a:pt x="6735461" y="2410708"/>
                  </a:lnTo>
                  <a:lnTo>
                    <a:pt x="6755373" y="2409917"/>
                  </a:lnTo>
                  <a:lnTo>
                    <a:pt x="6790887" y="2408362"/>
                  </a:lnTo>
                  <a:lnTo>
                    <a:pt x="6843645" y="2405802"/>
                  </a:lnTo>
                  <a:lnTo>
                    <a:pt x="6913208" y="2402045"/>
                  </a:lnTo>
                  <a:lnTo>
                    <a:pt x="6997256" y="2396963"/>
                  </a:lnTo>
                  <a:lnTo>
                    <a:pt x="7092122" y="2390496"/>
                  </a:lnTo>
                  <a:lnTo>
                    <a:pt x="7193520" y="2382638"/>
                  </a:lnTo>
                  <a:lnTo>
                    <a:pt x="7297252" y="2373415"/>
                  </a:lnTo>
                  <a:lnTo>
                    <a:pt x="7399728" y="2362856"/>
                  </a:lnTo>
                  <a:lnTo>
                    <a:pt x="7498247" y="2350971"/>
                  </a:lnTo>
                  <a:lnTo>
                    <a:pt x="7591038" y="2337732"/>
                  </a:lnTo>
                  <a:lnTo>
                    <a:pt x="7677165" y="2323066"/>
                  </a:lnTo>
                  <a:lnTo>
                    <a:pt x="7756351" y="2306846"/>
                  </a:lnTo>
                  <a:lnTo>
                    <a:pt x="7828801" y="2288897"/>
                  </a:lnTo>
                  <a:lnTo>
                    <a:pt x="7895033" y="2268997"/>
                  </a:lnTo>
                  <a:lnTo>
                    <a:pt x="7955758" y="2246884"/>
                  </a:lnTo>
                  <a:lnTo>
                    <a:pt x="8011781" y="2222274"/>
                  </a:lnTo>
                  <a:lnTo>
                    <a:pt x="8063931" y="2194888"/>
                  </a:lnTo>
                  <a:lnTo>
                    <a:pt x="8113013" y="2164493"/>
                  </a:lnTo>
                  <a:lnTo>
                    <a:pt x="8151487" y="2137239"/>
                  </a:lnTo>
                  <a:lnTo>
                    <a:pt x="8196950" y="2101014"/>
                  </a:lnTo>
                  <a:lnTo>
                    <a:pt x="8241105" y="2061573"/>
                  </a:lnTo>
                  <a:lnTo>
                    <a:pt x="8284382" y="2018856"/>
                  </a:lnTo>
                  <a:lnTo>
                    <a:pt x="8327111" y="1972884"/>
                  </a:lnTo>
                  <a:lnTo>
                    <a:pt x="8369539" y="1923770"/>
                  </a:lnTo>
                  <a:lnTo>
                    <a:pt x="8411841" y="1871723"/>
                  </a:lnTo>
                  <a:lnTo>
                    <a:pt x="8454134" y="1817049"/>
                  </a:lnTo>
                  <a:lnTo>
                    <a:pt x="8496482" y="1760156"/>
                  </a:lnTo>
                  <a:lnTo>
                    <a:pt x="8538906" y="1701535"/>
                  </a:lnTo>
                  <a:lnTo>
                    <a:pt x="8581397" y="1641750"/>
                  </a:lnTo>
                  <a:lnTo>
                    <a:pt x="8623923" y="1581415"/>
                  </a:lnTo>
                  <a:lnTo>
                    <a:pt x="8666444" y="1521167"/>
                  </a:lnTo>
                  <a:lnTo>
                    <a:pt x="8708920" y="1461640"/>
                  </a:lnTo>
                  <a:lnTo>
                    <a:pt x="8751323" y="1403437"/>
                  </a:lnTo>
                  <a:lnTo>
                    <a:pt x="8793651" y="1347104"/>
                  </a:lnTo>
                  <a:lnTo>
                    <a:pt x="8835938" y="1293110"/>
                  </a:lnTo>
                  <a:lnTo>
                    <a:pt x="8878261" y="1241835"/>
                  </a:lnTo>
                  <a:lnTo>
                    <a:pt x="8920751" y="1193562"/>
                  </a:lnTo>
                  <a:lnTo>
                    <a:pt x="8963602" y="1148470"/>
                  </a:lnTo>
                  <a:lnTo>
                    <a:pt x="9007081" y="1106648"/>
                  </a:lnTo>
                  <a:lnTo>
                    <a:pt x="9051545" y="1068092"/>
                  </a:lnTo>
                  <a:lnTo>
                    <a:pt x="9084767" y="1042057"/>
                  </a:lnTo>
                  <a:lnTo>
                    <a:pt x="9131877" y="1009105"/>
                  </a:lnTo>
                  <a:lnTo>
                    <a:pt x="9181454" y="979265"/>
                  </a:lnTo>
                  <a:lnTo>
                    <a:pt x="9234240" y="952397"/>
                  </a:lnTo>
                  <a:lnTo>
                    <a:pt x="9291047" y="928258"/>
                  </a:lnTo>
                  <a:lnTo>
                    <a:pt x="9352705" y="906563"/>
                  </a:lnTo>
                  <a:lnTo>
                    <a:pt x="9420008" y="887032"/>
                  </a:lnTo>
                  <a:lnTo>
                    <a:pt x="9493638" y="869410"/>
                  </a:lnTo>
                  <a:lnTo>
                    <a:pt x="9574070" y="853481"/>
                  </a:lnTo>
                  <a:lnTo>
                    <a:pt x="9661432" y="839079"/>
                  </a:lnTo>
                  <a:lnTo>
                    <a:pt x="9755345" y="826088"/>
                  </a:lnTo>
                  <a:lnTo>
                    <a:pt x="9854733" y="814442"/>
                  </a:lnTo>
                  <a:lnTo>
                    <a:pt x="9957662" y="804122"/>
                  </a:lnTo>
                  <a:lnTo>
                    <a:pt x="10061261" y="795142"/>
                  </a:lnTo>
                  <a:lnTo>
                    <a:pt x="10161805" y="787533"/>
                  </a:lnTo>
                  <a:lnTo>
                    <a:pt x="10255033" y="781317"/>
                  </a:lnTo>
                  <a:lnTo>
                    <a:pt x="10336716" y="776480"/>
                  </a:lnTo>
                  <a:lnTo>
                    <a:pt x="10403378" y="772950"/>
                  </a:lnTo>
                  <a:lnTo>
                    <a:pt x="10453007" y="770586"/>
                  </a:lnTo>
                  <a:lnTo>
                    <a:pt x="10485533" y="769187"/>
                  </a:lnTo>
                  <a:lnTo>
                    <a:pt x="10502968" y="768506"/>
                  </a:lnTo>
                  <a:lnTo>
                    <a:pt x="10509239" y="768283"/>
                  </a:lnTo>
                  <a:lnTo>
                    <a:pt x="10509911" y="768261"/>
                  </a:lnTo>
                  <a:lnTo>
                    <a:pt x="11981298" y="768261"/>
                  </a:lnTo>
                  <a:lnTo>
                    <a:pt x="11981298" y="760088"/>
                  </a:lnTo>
                  <a:lnTo>
                    <a:pt x="10509911" y="760088"/>
                  </a:lnTo>
                  <a:lnTo>
                    <a:pt x="10508705" y="760128"/>
                  </a:lnTo>
                  <a:lnTo>
                    <a:pt x="10500792" y="760414"/>
                  </a:lnTo>
                  <a:lnTo>
                    <a:pt x="10480880" y="761205"/>
                  </a:lnTo>
                  <a:lnTo>
                    <a:pt x="10445366" y="762761"/>
                  </a:lnTo>
                  <a:lnTo>
                    <a:pt x="10392608" y="765321"/>
                  </a:lnTo>
                  <a:lnTo>
                    <a:pt x="10323045" y="769078"/>
                  </a:lnTo>
                  <a:lnTo>
                    <a:pt x="10238998" y="774160"/>
                  </a:lnTo>
                  <a:lnTo>
                    <a:pt x="10144131" y="780627"/>
                  </a:lnTo>
                  <a:lnTo>
                    <a:pt x="10042733" y="788485"/>
                  </a:lnTo>
                  <a:lnTo>
                    <a:pt x="9939001" y="797708"/>
                  </a:lnTo>
                  <a:lnTo>
                    <a:pt x="9836525" y="808266"/>
                  </a:lnTo>
                  <a:lnTo>
                    <a:pt x="9738006" y="820152"/>
                  </a:lnTo>
                  <a:lnTo>
                    <a:pt x="9645215" y="833390"/>
                  </a:lnTo>
                  <a:lnTo>
                    <a:pt x="9559088" y="848057"/>
                  </a:lnTo>
                  <a:lnTo>
                    <a:pt x="9479902" y="864276"/>
                  </a:lnTo>
                  <a:lnTo>
                    <a:pt x="9407452" y="882225"/>
                  </a:lnTo>
                  <a:lnTo>
                    <a:pt x="9341220" y="902125"/>
                  </a:lnTo>
                  <a:lnTo>
                    <a:pt x="9280495" y="924239"/>
                  </a:lnTo>
                  <a:lnTo>
                    <a:pt x="9224472" y="948848"/>
                  </a:lnTo>
                  <a:lnTo>
                    <a:pt x="9172322" y="976235"/>
                  </a:lnTo>
                  <a:lnTo>
                    <a:pt x="9123240" y="1006629"/>
                  </a:lnTo>
                  <a:lnTo>
                    <a:pt x="9084767" y="1033884"/>
                  </a:lnTo>
                  <a:lnTo>
                    <a:pt x="9039303" y="1070108"/>
                  </a:lnTo>
                  <a:lnTo>
                    <a:pt x="8995148" y="1109550"/>
                  </a:lnTo>
                  <a:lnTo>
                    <a:pt x="8951871" y="1152267"/>
                  </a:lnTo>
                  <a:lnTo>
                    <a:pt x="8909142" y="1198238"/>
                  </a:lnTo>
                  <a:lnTo>
                    <a:pt x="8866714" y="1247352"/>
                  </a:lnTo>
                  <a:lnTo>
                    <a:pt x="8824412" y="1299400"/>
                  </a:lnTo>
                  <a:lnTo>
                    <a:pt x="8782119" y="1354073"/>
                  </a:lnTo>
                  <a:lnTo>
                    <a:pt x="8739772" y="1410966"/>
                  </a:lnTo>
                  <a:lnTo>
                    <a:pt x="8697347" y="1469587"/>
                  </a:lnTo>
                  <a:lnTo>
                    <a:pt x="8654856" y="1529372"/>
                  </a:lnTo>
                  <a:lnTo>
                    <a:pt x="8612330" y="1589707"/>
                  </a:lnTo>
                  <a:lnTo>
                    <a:pt x="8569809" y="1649955"/>
                  </a:lnTo>
                  <a:lnTo>
                    <a:pt x="8527334" y="1709482"/>
                  </a:lnTo>
                  <a:lnTo>
                    <a:pt x="8484931" y="1767685"/>
                  </a:lnTo>
                  <a:lnTo>
                    <a:pt x="8442602" y="1824019"/>
                  </a:lnTo>
                  <a:lnTo>
                    <a:pt x="8400315" y="1878012"/>
                  </a:lnTo>
                  <a:lnTo>
                    <a:pt x="8357992" y="1929287"/>
                  </a:lnTo>
                  <a:lnTo>
                    <a:pt x="8315502" y="1977561"/>
                  </a:lnTo>
                  <a:lnTo>
                    <a:pt x="8272652" y="2022652"/>
                  </a:lnTo>
                  <a:lnTo>
                    <a:pt x="8229172" y="2064475"/>
                  </a:lnTo>
                  <a:lnTo>
                    <a:pt x="8184708" y="2103030"/>
                  </a:lnTo>
                  <a:lnTo>
                    <a:pt x="8151487" y="2129066"/>
                  </a:lnTo>
                  <a:lnTo>
                    <a:pt x="8104377" y="2162017"/>
                  </a:lnTo>
                  <a:lnTo>
                    <a:pt x="8054799" y="2191857"/>
                  </a:lnTo>
                  <a:lnTo>
                    <a:pt x="8002013" y="2218725"/>
                  </a:lnTo>
                  <a:lnTo>
                    <a:pt x="7945206" y="2242864"/>
                  </a:lnTo>
                  <a:lnTo>
                    <a:pt x="7883548" y="2264559"/>
                  </a:lnTo>
                  <a:lnTo>
                    <a:pt x="7816245" y="2284090"/>
                  </a:lnTo>
                  <a:lnTo>
                    <a:pt x="7742615" y="2301713"/>
                  </a:lnTo>
                  <a:lnTo>
                    <a:pt x="7662183" y="2317641"/>
                  </a:lnTo>
                  <a:lnTo>
                    <a:pt x="7574821" y="2332043"/>
                  </a:lnTo>
                  <a:lnTo>
                    <a:pt x="7480908" y="2345034"/>
                  </a:lnTo>
                  <a:lnTo>
                    <a:pt x="7381521" y="2356680"/>
                  </a:lnTo>
                  <a:lnTo>
                    <a:pt x="7278592" y="2367000"/>
                  </a:lnTo>
                  <a:lnTo>
                    <a:pt x="7174992" y="2375980"/>
                  </a:lnTo>
                  <a:lnTo>
                    <a:pt x="7074448" y="2383589"/>
                  </a:lnTo>
                  <a:lnTo>
                    <a:pt x="6981220" y="2389805"/>
                  </a:lnTo>
                  <a:lnTo>
                    <a:pt x="6899537" y="2394642"/>
                  </a:lnTo>
                  <a:lnTo>
                    <a:pt x="6832875" y="2398173"/>
                  </a:lnTo>
                  <a:lnTo>
                    <a:pt x="6783247" y="2400536"/>
                  </a:lnTo>
                  <a:lnTo>
                    <a:pt x="6750721" y="2401936"/>
                  </a:lnTo>
                  <a:lnTo>
                    <a:pt x="6733285" y="2402616"/>
                  </a:lnTo>
                  <a:lnTo>
                    <a:pt x="6727014" y="2402839"/>
                  </a:lnTo>
                  <a:lnTo>
                    <a:pt x="6726343" y="2402861"/>
                  </a:lnTo>
                  <a:lnTo>
                    <a:pt x="5254955" y="2402861"/>
                  </a:lnTo>
                  <a:lnTo>
                    <a:pt x="5253785" y="2402804"/>
                  </a:lnTo>
                  <a:lnTo>
                    <a:pt x="5246095" y="2402398"/>
                  </a:lnTo>
                  <a:lnTo>
                    <a:pt x="5226727" y="2401276"/>
                  </a:lnTo>
                  <a:lnTo>
                    <a:pt x="5192139" y="2399068"/>
                  </a:lnTo>
                  <a:lnTo>
                    <a:pt x="5140669" y="2395432"/>
                  </a:lnTo>
                  <a:lnTo>
                    <a:pt x="5072653" y="2390091"/>
                  </a:lnTo>
                  <a:lnTo>
                    <a:pt x="4990257" y="2382859"/>
                  </a:lnTo>
                  <a:lnTo>
                    <a:pt x="4896977" y="2373643"/>
                  </a:lnTo>
                  <a:lnTo>
                    <a:pt x="4796956" y="2362431"/>
                  </a:lnTo>
                  <a:lnTo>
                    <a:pt x="4694302" y="2349258"/>
                  </a:lnTo>
                  <a:lnTo>
                    <a:pt x="4592567" y="2334166"/>
                  </a:lnTo>
                  <a:lnTo>
                    <a:pt x="4494470" y="2317173"/>
                  </a:lnTo>
                  <a:lnTo>
                    <a:pt x="4401829" y="2298247"/>
                  </a:lnTo>
                  <a:lnTo>
                    <a:pt x="4315645" y="2277292"/>
                  </a:lnTo>
                  <a:lnTo>
                    <a:pt x="4236259" y="2254139"/>
                  </a:lnTo>
                  <a:lnTo>
                    <a:pt x="4163531" y="2228549"/>
                  </a:lnTo>
                  <a:lnTo>
                    <a:pt x="4096994" y="2200215"/>
                  </a:lnTo>
                  <a:lnTo>
                    <a:pt x="4035982" y="2168774"/>
                  </a:lnTo>
                  <a:lnTo>
                    <a:pt x="3979724" y="2133827"/>
                  </a:lnTo>
                  <a:lnTo>
                    <a:pt x="3927414" y="2094971"/>
                  </a:lnTo>
                  <a:lnTo>
                    <a:pt x="3878263" y="2051857"/>
                  </a:lnTo>
                  <a:lnTo>
                    <a:pt x="3831550" y="2004284"/>
                  </a:lnTo>
                  <a:lnTo>
                    <a:pt x="3829811" y="2002384"/>
                  </a:lnTo>
                  <a:lnTo>
                    <a:pt x="3789680" y="1955949"/>
                  </a:lnTo>
                  <a:lnTo>
                    <a:pt x="3750609" y="1905874"/>
                  </a:lnTo>
                  <a:lnTo>
                    <a:pt x="3712290" y="1852087"/>
                  </a:lnTo>
                  <a:lnTo>
                    <a:pt x="3674478" y="1794584"/>
                  </a:lnTo>
                  <a:lnTo>
                    <a:pt x="3636983" y="1733437"/>
                  </a:lnTo>
                  <a:lnTo>
                    <a:pt x="3599658" y="1668804"/>
                  </a:lnTo>
                  <a:lnTo>
                    <a:pt x="3562401" y="1600926"/>
                  </a:lnTo>
                  <a:lnTo>
                    <a:pt x="3525139" y="1530135"/>
                  </a:lnTo>
                  <a:lnTo>
                    <a:pt x="3487832" y="1456846"/>
                  </a:lnTo>
                  <a:lnTo>
                    <a:pt x="3450466" y="1381552"/>
                  </a:lnTo>
                  <a:lnTo>
                    <a:pt x="3413045" y="1304808"/>
                  </a:lnTo>
                  <a:lnTo>
                    <a:pt x="3375587" y="1227219"/>
                  </a:lnTo>
                  <a:lnTo>
                    <a:pt x="3338119" y="1149418"/>
                  </a:lnTo>
                  <a:lnTo>
                    <a:pt x="3300671" y="1072044"/>
                  </a:lnTo>
                  <a:lnTo>
                    <a:pt x="3263267" y="995724"/>
                  </a:lnTo>
                  <a:lnTo>
                    <a:pt x="3225921" y="921047"/>
                  </a:lnTo>
                  <a:lnTo>
                    <a:pt x="3188633" y="848549"/>
                  </a:lnTo>
                  <a:lnTo>
                    <a:pt x="3151378" y="778698"/>
                  </a:lnTo>
                  <a:lnTo>
                    <a:pt x="3114107" y="711882"/>
                  </a:lnTo>
                  <a:lnTo>
                    <a:pt x="3076739" y="648401"/>
                  </a:lnTo>
                  <a:lnTo>
                    <a:pt x="3039155" y="588470"/>
                  </a:lnTo>
                  <a:lnTo>
                    <a:pt x="3001196" y="532216"/>
                  </a:lnTo>
                  <a:lnTo>
                    <a:pt x="2962654" y="479685"/>
                  </a:lnTo>
                  <a:lnTo>
                    <a:pt x="2923263" y="430849"/>
                  </a:lnTo>
                  <a:lnTo>
                    <a:pt x="2896531" y="400476"/>
                  </a:lnTo>
                  <a:lnTo>
                    <a:pt x="2849898" y="352733"/>
                  </a:lnTo>
                  <a:lnTo>
                    <a:pt x="2800853" y="309452"/>
                  </a:lnTo>
                  <a:lnTo>
                    <a:pt x="2748677" y="270439"/>
                  </a:lnTo>
                  <a:lnTo>
                    <a:pt x="2692585" y="235351"/>
                  </a:lnTo>
                  <a:lnTo>
                    <a:pt x="2631768" y="203784"/>
                  </a:lnTo>
                  <a:lnTo>
                    <a:pt x="2565454" y="175338"/>
                  </a:lnTo>
                  <a:lnTo>
                    <a:pt x="2492972" y="149649"/>
                  </a:lnTo>
                  <a:lnTo>
                    <a:pt x="2413845" y="126409"/>
                  </a:lnTo>
                  <a:lnTo>
                    <a:pt x="2327917" y="105373"/>
                  </a:lnTo>
                  <a:lnTo>
                    <a:pt x="2235509" y="86373"/>
                  </a:lnTo>
                  <a:lnTo>
                    <a:pt x="2137592" y="69307"/>
                  </a:lnTo>
                  <a:lnTo>
                    <a:pt x="2035952" y="54143"/>
                  </a:lnTo>
                  <a:lnTo>
                    <a:pt x="1933272" y="40895"/>
                  </a:lnTo>
                  <a:lnTo>
                    <a:pt x="1833077" y="29608"/>
                  </a:lnTo>
                  <a:lnTo>
                    <a:pt x="1739463" y="20316"/>
                  </a:lnTo>
                  <a:lnTo>
                    <a:pt x="1656583" y="13009"/>
                  </a:lnTo>
                  <a:lnTo>
                    <a:pt x="1587969" y="7599"/>
                  </a:lnTo>
                  <a:lnTo>
                    <a:pt x="1535850" y="3903"/>
                  </a:lnTo>
                  <a:lnTo>
                    <a:pt x="1500637" y="1646"/>
                  </a:lnTo>
                  <a:lnTo>
                    <a:pt x="1480743" y="490"/>
                  </a:lnTo>
                  <a:lnTo>
                    <a:pt x="1472694" y="63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327" name="pl327"/>
            <p:cNvSpPr/>
            <p:nvPr/>
          </p:nvSpPr>
          <p:spPr>
            <a:xfrm>
              <a:off x="4799595" y="5053327"/>
              <a:ext cx="11981298" cy="2402861"/>
            </a:xfrm>
            <a:custGeom>
              <a:avLst/>
              <a:pathLst>
                <a:path w="11981298" h="2402861">
                  <a:moveTo>
                    <a:pt x="0" y="0"/>
                  </a:moveTo>
                  <a:lnTo>
                    <a:pt x="1471387" y="0"/>
                  </a:lnTo>
                  <a:lnTo>
                    <a:pt x="1472558" y="56"/>
                  </a:lnTo>
                  <a:lnTo>
                    <a:pt x="1480247" y="462"/>
                  </a:lnTo>
                  <a:lnTo>
                    <a:pt x="1499615" y="1584"/>
                  </a:lnTo>
                  <a:lnTo>
                    <a:pt x="1534203" y="3792"/>
                  </a:lnTo>
                  <a:lnTo>
                    <a:pt x="1585674" y="7428"/>
                  </a:lnTo>
                  <a:lnTo>
                    <a:pt x="1653689" y="12769"/>
                  </a:lnTo>
                  <a:lnTo>
                    <a:pt x="1736085" y="20002"/>
                  </a:lnTo>
                  <a:lnTo>
                    <a:pt x="1829365" y="29218"/>
                  </a:lnTo>
                  <a:lnTo>
                    <a:pt x="1929386" y="40429"/>
                  </a:lnTo>
                  <a:lnTo>
                    <a:pt x="2032041" y="53603"/>
                  </a:lnTo>
                  <a:lnTo>
                    <a:pt x="2133775" y="68695"/>
                  </a:lnTo>
                  <a:lnTo>
                    <a:pt x="2231872" y="85688"/>
                  </a:lnTo>
                  <a:lnTo>
                    <a:pt x="2324513" y="104613"/>
                  </a:lnTo>
                  <a:lnTo>
                    <a:pt x="2410697" y="125569"/>
                  </a:lnTo>
                  <a:lnTo>
                    <a:pt x="2490083" y="148721"/>
                  </a:lnTo>
                  <a:lnTo>
                    <a:pt x="2562811" y="174312"/>
                  </a:lnTo>
                  <a:lnTo>
                    <a:pt x="2629348" y="202646"/>
                  </a:lnTo>
                  <a:lnTo>
                    <a:pt x="2690360" y="234087"/>
                  </a:lnTo>
                  <a:lnTo>
                    <a:pt x="2746618" y="269034"/>
                  </a:lnTo>
                  <a:lnTo>
                    <a:pt x="2798928" y="307890"/>
                  </a:lnTo>
                  <a:lnTo>
                    <a:pt x="2848079" y="351004"/>
                  </a:lnTo>
                  <a:lnTo>
                    <a:pt x="2894792" y="398577"/>
                  </a:lnTo>
                  <a:lnTo>
                    <a:pt x="2896531" y="400476"/>
                  </a:lnTo>
                  <a:lnTo>
                    <a:pt x="2936662" y="446912"/>
                  </a:lnTo>
                  <a:lnTo>
                    <a:pt x="2975733" y="496986"/>
                  </a:lnTo>
                  <a:lnTo>
                    <a:pt x="3014052" y="550773"/>
                  </a:lnTo>
                  <a:lnTo>
                    <a:pt x="3051864" y="608277"/>
                  </a:lnTo>
                  <a:lnTo>
                    <a:pt x="3089360" y="669423"/>
                  </a:lnTo>
                  <a:lnTo>
                    <a:pt x="3126684" y="734057"/>
                  </a:lnTo>
                  <a:lnTo>
                    <a:pt x="3163942" y="801935"/>
                  </a:lnTo>
                  <a:lnTo>
                    <a:pt x="3201203" y="872726"/>
                  </a:lnTo>
                  <a:lnTo>
                    <a:pt x="3238510" y="946015"/>
                  </a:lnTo>
                  <a:lnTo>
                    <a:pt x="3275876" y="1021309"/>
                  </a:lnTo>
                  <a:lnTo>
                    <a:pt x="3313297" y="1098053"/>
                  </a:lnTo>
                  <a:lnTo>
                    <a:pt x="3350755" y="1175642"/>
                  </a:lnTo>
                  <a:lnTo>
                    <a:pt x="3388223" y="1253443"/>
                  </a:lnTo>
                  <a:lnTo>
                    <a:pt x="3425671" y="1330816"/>
                  </a:lnTo>
                  <a:lnTo>
                    <a:pt x="3463075" y="1407137"/>
                  </a:lnTo>
                  <a:lnTo>
                    <a:pt x="3500421" y="1481814"/>
                  </a:lnTo>
                  <a:lnTo>
                    <a:pt x="3537709" y="1554312"/>
                  </a:lnTo>
                  <a:lnTo>
                    <a:pt x="3574964" y="1624162"/>
                  </a:lnTo>
                  <a:lnTo>
                    <a:pt x="3612235" y="1690979"/>
                  </a:lnTo>
                  <a:lnTo>
                    <a:pt x="3649603" y="1754459"/>
                  </a:lnTo>
                  <a:lnTo>
                    <a:pt x="3687187" y="1814390"/>
                  </a:lnTo>
                  <a:lnTo>
                    <a:pt x="3725146" y="1870644"/>
                  </a:lnTo>
                  <a:lnTo>
                    <a:pt x="3763689" y="1923175"/>
                  </a:lnTo>
                  <a:lnTo>
                    <a:pt x="3803079" y="1972011"/>
                  </a:lnTo>
                  <a:lnTo>
                    <a:pt x="3829811" y="2002384"/>
                  </a:lnTo>
                  <a:lnTo>
                    <a:pt x="3876444" y="2050127"/>
                  </a:lnTo>
                  <a:lnTo>
                    <a:pt x="3925489" y="2093409"/>
                  </a:lnTo>
                  <a:lnTo>
                    <a:pt x="3977665" y="2132421"/>
                  </a:lnTo>
                  <a:lnTo>
                    <a:pt x="4033758" y="2167510"/>
                  </a:lnTo>
                  <a:lnTo>
                    <a:pt x="4094574" y="2199077"/>
                  </a:lnTo>
                  <a:lnTo>
                    <a:pt x="4160888" y="2227522"/>
                  </a:lnTo>
                  <a:lnTo>
                    <a:pt x="4233370" y="2253211"/>
                  </a:lnTo>
                  <a:lnTo>
                    <a:pt x="4312497" y="2276452"/>
                  </a:lnTo>
                  <a:lnTo>
                    <a:pt x="4398425" y="2297487"/>
                  </a:lnTo>
                  <a:lnTo>
                    <a:pt x="4490833" y="2316488"/>
                  </a:lnTo>
                  <a:lnTo>
                    <a:pt x="4588750" y="2333553"/>
                  </a:lnTo>
                  <a:lnTo>
                    <a:pt x="4690391" y="2348718"/>
                  </a:lnTo>
                  <a:lnTo>
                    <a:pt x="4793071" y="2361965"/>
                  </a:lnTo>
                  <a:lnTo>
                    <a:pt x="4893265" y="2373252"/>
                  </a:lnTo>
                  <a:lnTo>
                    <a:pt x="4986879" y="2382544"/>
                  </a:lnTo>
                  <a:lnTo>
                    <a:pt x="5069759" y="2389851"/>
                  </a:lnTo>
                  <a:lnTo>
                    <a:pt x="5138373" y="2395262"/>
                  </a:lnTo>
                  <a:lnTo>
                    <a:pt x="5190493" y="2398958"/>
                  </a:lnTo>
                  <a:lnTo>
                    <a:pt x="5225705" y="2401215"/>
                  </a:lnTo>
                  <a:lnTo>
                    <a:pt x="5245599" y="2402371"/>
                  </a:lnTo>
                  <a:lnTo>
                    <a:pt x="5253648" y="2402797"/>
                  </a:lnTo>
                  <a:lnTo>
                    <a:pt x="5254955" y="2402861"/>
                  </a:lnTo>
                  <a:lnTo>
                    <a:pt x="5254955" y="2402861"/>
                  </a:lnTo>
                  <a:lnTo>
                    <a:pt x="6726343" y="2402861"/>
                  </a:lnTo>
                  <a:lnTo>
                    <a:pt x="6727548" y="2402821"/>
                  </a:lnTo>
                  <a:lnTo>
                    <a:pt x="6735461" y="2402535"/>
                  </a:lnTo>
                  <a:lnTo>
                    <a:pt x="6755373" y="2401744"/>
                  </a:lnTo>
                  <a:lnTo>
                    <a:pt x="6790887" y="2400189"/>
                  </a:lnTo>
                  <a:lnTo>
                    <a:pt x="6843645" y="2397629"/>
                  </a:lnTo>
                  <a:lnTo>
                    <a:pt x="6913208" y="2393872"/>
                  </a:lnTo>
                  <a:lnTo>
                    <a:pt x="6997256" y="2388790"/>
                  </a:lnTo>
                  <a:lnTo>
                    <a:pt x="7092122" y="2382323"/>
                  </a:lnTo>
                  <a:lnTo>
                    <a:pt x="7193520" y="2374465"/>
                  </a:lnTo>
                  <a:lnTo>
                    <a:pt x="7297252" y="2365242"/>
                  </a:lnTo>
                  <a:lnTo>
                    <a:pt x="7399728" y="2354683"/>
                  </a:lnTo>
                  <a:lnTo>
                    <a:pt x="7498247" y="2342798"/>
                  </a:lnTo>
                  <a:lnTo>
                    <a:pt x="7591038" y="2329559"/>
                  </a:lnTo>
                  <a:lnTo>
                    <a:pt x="7677165" y="2314893"/>
                  </a:lnTo>
                  <a:lnTo>
                    <a:pt x="7756351" y="2298673"/>
                  </a:lnTo>
                  <a:lnTo>
                    <a:pt x="7828801" y="2280724"/>
                  </a:lnTo>
                  <a:lnTo>
                    <a:pt x="7895033" y="2260824"/>
                  </a:lnTo>
                  <a:lnTo>
                    <a:pt x="7955758" y="2238711"/>
                  </a:lnTo>
                  <a:lnTo>
                    <a:pt x="8011781" y="2214101"/>
                  </a:lnTo>
                  <a:lnTo>
                    <a:pt x="8063931" y="2186715"/>
                  </a:lnTo>
                  <a:lnTo>
                    <a:pt x="8113013" y="2156320"/>
                  </a:lnTo>
                  <a:lnTo>
                    <a:pt x="8151487" y="2129066"/>
                  </a:lnTo>
                  <a:lnTo>
                    <a:pt x="8196950" y="2092841"/>
                  </a:lnTo>
                  <a:lnTo>
                    <a:pt x="8241105" y="2053400"/>
                  </a:lnTo>
                  <a:lnTo>
                    <a:pt x="8284382" y="2010683"/>
                  </a:lnTo>
                  <a:lnTo>
                    <a:pt x="8327111" y="1964711"/>
                  </a:lnTo>
                  <a:lnTo>
                    <a:pt x="8369539" y="1915597"/>
                  </a:lnTo>
                  <a:lnTo>
                    <a:pt x="8411841" y="1863550"/>
                  </a:lnTo>
                  <a:lnTo>
                    <a:pt x="8454134" y="1808876"/>
                  </a:lnTo>
                  <a:lnTo>
                    <a:pt x="8496482" y="1751983"/>
                  </a:lnTo>
                  <a:lnTo>
                    <a:pt x="8538906" y="1693362"/>
                  </a:lnTo>
                  <a:lnTo>
                    <a:pt x="8581397" y="1633577"/>
                  </a:lnTo>
                  <a:lnTo>
                    <a:pt x="8623923" y="1573242"/>
                  </a:lnTo>
                  <a:lnTo>
                    <a:pt x="8666444" y="1512994"/>
                  </a:lnTo>
                  <a:lnTo>
                    <a:pt x="8708920" y="1453467"/>
                  </a:lnTo>
                  <a:lnTo>
                    <a:pt x="8751323" y="1395264"/>
                  </a:lnTo>
                  <a:lnTo>
                    <a:pt x="8793651" y="1338931"/>
                  </a:lnTo>
                  <a:lnTo>
                    <a:pt x="8835938" y="1284937"/>
                  </a:lnTo>
                  <a:lnTo>
                    <a:pt x="8878261" y="1233662"/>
                  </a:lnTo>
                  <a:lnTo>
                    <a:pt x="8920751" y="1185389"/>
                  </a:lnTo>
                  <a:lnTo>
                    <a:pt x="8963602" y="1140297"/>
                  </a:lnTo>
                  <a:lnTo>
                    <a:pt x="9007081" y="1098475"/>
                  </a:lnTo>
                  <a:lnTo>
                    <a:pt x="9051545" y="1059919"/>
                  </a:lnTo>
                  <a:lnTo>
                    <a:pt x="9084767" y="1033884"/>
                  </a:lnTo>
                  <a:lnTo>
                    <a:pt x="9131877" y="1000932"/>
                  </a:lnTo>
                  <a:lnTo>
                    <a:pt x="9181454" y="971092"/>
                  </a:lnTo>
                  <a:lnTo>
                    <a:pt x="9234240" y="944224"/>
                  </a:lnTo>
                  <a:lnTo>
                    <a:pt x="9291047" y="920085"/>
                  </a:lnTo>
                  <a:lnTo>
                    <a:pt x="9352705" y="898390"/>
                  </a:lnTo>
                  <a:lnTo>
                    <a:pt x="9420008" y="878859"/>
                  </a:lnTo>
                  <a:lnTo>
                    <a:pt x="9493638" y="861237"/>
                  </a:lnTo>
                  <a:lnTo>
                    <a:pt x="9574070" y="845308"/>
                  </a:lnTo>
                  <a:lnTo>
                    <a:pt x="9661432" y="830906"/>
                  </a:lnTo>
                  <a:lnTo>
                    <a:pt x="9755345" y="817915"/>
                  </a:lnTo>
                  <a:lnTo>
                    <a:pt x="9854733" y="806269"/>
                  </a:lnTo>
                  <a:lnTo>
                    <a:pt x="9957662" y="795949"/>
                  </a:lnTo>
                  <a:lnTo>
                    <a:pt x="10061261" y="786969"/>
                  </a:lnTo>
                  <a:lnTo>
                    <a:pt x="10161805" y="779360"/>
                  </a:lnTo>
                  <a:lnTo>
                    <a:pt x="10255033" y="773144"/>
                  </a:lnTo>
                  <a:lnTo>
                    <a:pt x="10336716" y="768307"/>
                  </a:lnTo>
                  <a:lnTo>
                    <a:pt x="10403378" y="764777"/>
                  </a:lnTo>
                  <a:lnTo>
                    <a:pt x="10453007" y="762413"/>
                  </a:lnTo>
                  <a:lnTo>
                    <a:pt x="10485533" y="761014"/>
                  </a:lnTo>
                  <a:lnTo>
                    <a:pt x="10502968" y="760333"/>
                  </a:lnTo>
                  <a:lnTo>
                    <a:pt x="10509239" y="760110"/>
                  </a:lnTo>
                  <a:lnTo>
                    <a:pt x="10509911" y="760088"/>
                  </a:lnTo>
                  <a:lnTo>
                    <a:pt x="11981298" y="76008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28" name="pl328"/>
            <p:cNvSpPr/>
            <p:nvPr/>
          </p:nvSpPr>
          <p:spPr>
            <a:xfrm>
              <a:off x="4799595" y="5045154"/>
              <a:ext cx="11981298" cy="2402861"/>
            </a:xfrm>
            <a:custGeom>
              <a:avLst/>
              <a:pathLst>
                <a:path w="11981298" h="2402861">
                  <a:moveTo>
                    <a:pt x="11981298" y="760088"/>
                  </a:moveTo>
                  <a:lnTo>
                    <a:pt x="10509911" y="760088"/>
                  </a:lnTo>
                  <a:lnTo>
                    <a:pt x="10508705" y="760128"/>
                  </a:lnTo>
                  <a:lnTo>
                    <a:pt x="10500792" y="760414"/>
                  </a:lnTo>
                  <a:lnTo>
                    <a:pt x="10480880" y="761205"/>
                  </a:lnTo>
                  <a:lnTo>
                    <a:pt x="10445366" y="762761"/>
                  </a:lnTo>
                  <a:lnTo>
                    <a:pt x="10392608" y="765321"/>
                  </a:lnTo>
                  <a:lnTo>
                    <a:pt x="10323045" y="769078"/>
                  </a:lnTo>
                  <a:lnTo>
                    <a:pt x="10238998" y="774160"/>
                  </a:lnTo>
                  <a:lnTo>
                    <a:pt x="10144131" y="780627"/>
                  </a:lnTo>
                  <a:lnTo>
                    <a:pt x="10042733" y="788485"/>
                  </a:lnTo>
                  <a:lnTo>
                    <a:pt x="9939001" y="797708"/>
                  </a:lnTo>
                  <a:lnTo>
                    <a:pt x="9836525" y="808266"/>
                  </a:lnTo>
                  <a:lnTo>
                    <a:pt x="9738006" y="820152"/>
                  </a:lnTo>
                  <a:lnTo>
                    <a:pt x="9645215" y="833390"/>
                  </a:lnTo>
                  <a:lnTo>
                    <a:pt x="9559088" y="848057"/>
                  </a:lnTo>
                  <a:lnTo>
                    <a:pt x="9479902" y="864276"/>
                  </a:lnTo>
                  <a:lnTo>
                    <a:pt x="9407452" y="882225"/>
                  </a:lnTo>
                  <a:lnTo>
                    <a:pt x="9341220" y="902125"/>
                  </a:lnTo>
                  <a:lnTo>
                    <a:pt x="9280495" y="924239"/>
                  </a:lnTo>
                  <a:lnTo>
                    <a:pt x="9224472" y="948848"/>
                  </a:lnTo>
                  <a:lnTo>
                    <a:pt x="9172322" y="976235"/>
                  </a:lnTo>
                  <a:lnTo>
                    <a:pt x="9123240" y="1006629"/>
                  </a:lnTo>
                  <a:lnTo>
                    <a:pt x="9084767" y="1033884"/>
                  </a:lnTo>
                  <a:lnTo>
                    <a:pt x="9039303" y="1070108"/>
                  </a:lnTo>
                  <a:lnTo>
                    <a:pt x="8995148" y="1109550"/>
                  </a:lnTo>
                  <a:lnTo>
                    <a:pt x="8951871" y="1152267"/>
                  </a:lnTo>
                  <a:lnTo>
                    <a:pt x="8909142" y="1198238"/>
                  </a:lnTo>
                  <a:lnTo>
                    <a:pt x="8866714" y="1247352"/>
                  </a:lnTo>
                  <a:lnTo>
                    <a:pt x="8824412" y="1299400"/>
                  </a:lnTo>
                  <a:lnTo>
                    <a:pt x="8782119" y="1354073"/>
                  </a:lnTo>
                  <a:lnTo>
                    <a:pt x="8739772" y="1410966"/>
                  </a:lnTo>
                  <a:lnTo>
                    <a:pt x="8697347" y="1469587"/>
                  </a:lnTo>
                  <a:lnTo>
                    <a:pt x="8654856" y="1529372"/>
                  </a:lnTo>
                  <a:lnTo>
                    <a:pt x="8612330" y="1589707"/>
                  </a:lnTo>
                  <a:lnTo>
                    <a:pt x="8569809" y="1649955"/>
                  </a:lnTo>
                  <a:lnTo>
                    <a:pt x="8527334" y="1709482"/>
                  </a:lnTo>
                  <a:lnTo>
                    <a:pt x="8484931" y="1767685"/>
                  </a:lnTo>
                  <a:lnTo>
                    <a:pt x="8442602" y="1824019"/>
                  </a:lnTo>
                  <a:lnTo>
                    <a:pt x="8400315" y="1878012"/>
                  </a:lnTo>
                  <a:lnTo>
                    <a:pt x="8357992" y="1929287"/>
                  </a:lnTo>
                  <a:lnTo>
                    <a:pt x="8315502" y="1977561"/>
                  </a:lnTo>
                  <a:lnTo>
                    <a:pt x="8272652" y="2022652"/>
                  </a:lnTo>
                  <a:lnTo>
                    <a:pt x="8229172" y="2064475"/>
                  </a:lnTo>
                  <a:lnTo>
                    <a:pt x="8184708" y="2103030"/>
                  </a:lnTo>
                  <a:lnTo>
                    <a:pt x="8151487" y="2129066"/>
                  </a:lnTo>
                  <a:lnTo>
                    <a:pt x="8104377" y="2162017"/>
                  </a:lnTo>
                  <a:lnTo>
                    <a:pt x="8054799" y="2191857"/>
                  </a:lnTo>
                  <a:lnTo>
                    <a:pt x="8002013" y="2218725"/>
                  </a:lnTo>
                  <a:lnTo>
                    <a:pt x="7945206" y="2242864"/>
                  </a:lnTo>
                  <a:lnTo>
                    <a:pt x="7883548" y="2264559"/>
                  </a:lnTo>
                  <a:lnTo>
                    <a:pt x="7816245" y="2284090"/>
                  </a:lnTo>
                  <a:lnTo>
                    <a:pt x="7742615" y="2301713"/>
                  </a:lnTo>
                  <a:lnTo>
                    <a:pt x="7662183" y="2317641"/>
                  </a:lnTo>
                  <a:lnTo>
                    <a:pt x="7574821" y="2332043"/>
                  </a:lnTo>
                  <a:lnTo>
                    <a:pt x="7480908" y="2345034"/>
                  </a:lnTo>
                  <a:lnTo>
                    <a:pt x="7381521" y="2356680"/>
                  </a:lnTo>
                  <a:lnTo>
                    <a:pt x="7278592" y="2367000"/>
                  </a:lnTo>
                  <a:lnTo>
                    <a:pt x="7174992" y="2375980"/>
                  </a:lnTo>
                  <a:lnTo>
                    <a:pt x="7074448" y="2383589"/>
                  </a:lnTo>
                  <a:lnTo>
                    <a:pt x="6981220" y="2389805"/>
                  </a:lnTo>
                  <a:lnTo>
                    <a:pt x="6899537" y="2394642"/>
                  </a:lnTo>
                  <a:lnTo>
                    <a:pt x="6832875" y="2398173"/>
                  </a:lnTo>
                  <a:lnTo>
                    <a:pt x="6783247" y="2400536"/>
                  </a:lnTo>
                  <a:lnTo>
                    <a:pt x="6750721" y="2401936"/>
                  </a:lnTo>
                  <a:lnTo>
                    <a:pt x="6733285" y="2402616"/>
                  </a:lnTo>
                  <a:lnTo>
                    <a:pt x="6727014" y="2402839"/>
                  </a:lnTo>
                  <a:lnTo>
                    <a:pt x="6726343" y="2402861"/>
                  </a:lnTo>
                  <a:lnTo>
                    <a:pt x="5254955" y="2402861"/>
                  </a:lnTo>
                  <a:lnTo>
                    <a:pt x="5253785" y="2402804"/>
                  </a:lnTo>
                  <a:lnTo>
                    <a:pt x="5246095" y="2402398"/>
                  </a:lnTo>
                  <a:lnTo>
                    <a:pt x="5226727" y="2401276"/>
                  </a:lnTo>
                  <a:lnTo>
                    <a:pt x="5192139" y="2399068"/>
                  </a:lnTo>
                  <a:lnTo>
                    <a:pt x="5140669" y="2395432"/>
                  </a:lnTo>
                  <a:lnTo>
                    <a:pt x="5072653" y="2390091"/>
                  </a:lnTo>
                  <a:lnTo>
                    <a:pt x="4990257" y="2382859"/>
                  </a:lnTo>
                  <a:lnTo>
                    <a:pt x="4896977" y="2373643"/>
                  </a:lnTo>
                  <a:lnTo>
                    <a:pt x="4796956" y="2362431"/>
                  </a:lnTo>
                  <a:lnTo>
                    <a:pt x="4694302" y="2349258"/>
                  </a:lnTo>
                  <a:lnTo>
                    <a:pt x="4592567" y="2334166"/>
                  </a:lnTo>
                  <a:lnTo>
                    <a:pt x="4494470" y="2317173"/>
                  </a:lnTo>
                  <a:lnTo>
                    <a:pt x="4401829" y="2298247"/>
                  </a:lnTo>
                  <a:lnTo>
                    <a:pt x="4315645" y="2277292"/>
                  </a:lnTo>
                  <a:lnTo>
                    <a:pt x="4236259" y="2254139"/>
                  </a:lnTo>
                  <a:lnTo>
                    <a:pt x="4163531" y="2228549"/>
                  </a:lnTo>
                  <a:lnTo>
                    <a:pt x="4096994" y="2200215"/>
                  </a:lnTo>
                  <a:lnTo>
                    <a:pt x="4035982" y="2168774"/>
                  </a:lnTo>
                  <a:lnTo>
                    <a:pt x="3979724" y="2133827"/>
                  </a:lnTo>
                  <a:lnTo>
                    <a:pt x="3927414" y="2094971"/>
                  </a:lnTo>
                  <a:lnTo>
                    <a:pt x="3878263" y="2051857"/>
                  </a:lnTo>
                  <a:lnTo>
                    <a:pt x="3831550" y="2004284"/>
                  </a:lnTo>
                  <a:lnTo>
                    <a:pt x="3829811" y="2002384"/>
                  </a:lnTo>
                  <a:lnTo>
                    <a:pt x="3789680" y="1955949"/>
                  </a:lnTo>
                  <a:lnTo>
                    <a:pt x="3750609" y="1905874"/>
                  </a:lnTo>
                  <a:lnTo>
                    <a:pt x="3712290" y="1852087"/>
                  </a:lnTo>
                  <a:lnTo>
                    <a:pt x="3674478" y="1794584"/>
                  </a:lnTo>
                  <a:lnTo>
                    <a:pt x="3636983" y="1733437"/>
                  </a:lnTo>
                  <a:lnTo>
                    <a:pt x="3599658" y="1668804"/>
                  </a:lnTo>
                  <a:lnTo>
                    <a:pt x="3562401" y="1600926"/>
                  </a:lnTo>
                  <a:lnTo>
                    <a:pt x="3525139" y="1530135"/>
                  </a:lnTo>
                  <a:lnTo>
                    <a:pt x="3487832" y="1456846"/>
                  </a:lnTo>
                  <a:lnTo>
                    <a:pt x="3450466" y="1381552"/>
                  </a:lnTo>
                  <a:lnTo>
                    <a:pt x="3413045" y="1304808"/>
                  </a:lnTo>
                  <a:lnTo>
                    <a:pt x="3375587" y="1227219"/>
                  </a:lnTo>
                  <a:lnTo>
                    <a:pt x="3338119" y="1149418"/>
                  </a:lnTo>
                  <a:lnTo>
                    <a:pt x="3300671" y="1072044"/>
                  </a:lnTo>
                  <a:lnTo>
                    <a:pt x="3263267" y="995724"/>
                  </a:lnTo>
                  <a:lnTo>
                    <a:pt x="3225921" y="921047"/>
                  </a:lnTo>
                  <a:lnTo>
                    <a:pt x="3188633" y="848549"/>
                  </a:lnTo>
                  <a:lnTo>
                    <a:pt x="3151378" y="778698"/>
                  </a:lnTo>
                  <a:lnTo>
                    <a:pt x="3114107" y="711882"/>
                  </a:lnTo>
                  <a:lnTo>
                    <a:pt x="3076739" y="648401"/>
                  </a:lnTo>
                  <a:lnTo>
                    <a:pt x="3039155" y="588470"/>
                  </a:lnTo>
                  <a:lnTo>
                    <a:pt x="3001196" y="532216"/>
                  </a:lnTo>
                  <a:lnTo>
                    <a:pt x="2962654" y="479685"/>
                  </a:lnTo>
                  <a:lnTo>
                    <a:pt x="2923263" y="430849"/>
                  </a:lnTo>
                  <a:lnTo>
                    <a:pt x="2896531" y="400476"/>
                  </a:lnTo>
                  <a:lnTo>
                    <a:pt x="2849898" y="352733"/>
                  </a:lnTo>
                  <a:lnTo>
                    <a:pt x="2800853" y="309452"/>
                  </a:lnTo>
                  <a:lnTo>
                    <a:pt x="2748677" y="270439"/>
                  </a:lnTo>
                  <a:lnTo>
                    <a:pt x="2692585" y="235351"/>
                  </a:lnTo>
                  <a:lnTo>
                    <a:pt x="2631768" y="203784"/>
                  </a:lnTo>
                  <a:lnTo>
                    <a:pt x="2565454" y="175338"/>
                  </a:lnTo>
                  <a:lnTo>
                    <a:pt x="2492972" y="149649"/>
                  </a:lnTo>
                  <a:lnTo>
                    <a:pt x="2413845" y="126409"/>
                  </a:lnTo>
                  <a:lnTo>
                    <a:pt x="2327917" y="105373"/>
                  </a:lnTo>
                  <a:lnTo>
                    <a:pt x="2235509" y="86373"/>
                  </a:lnTo>
                  <a:lnTo>
                    <a:pt x="2137592" y="69307"/>
                  </a:lnTo>
                  <a:lnTo>
                    <a:pt x="2035952" y="54143"/>
                  </a:lnTo>
                  <a:lnTo>
                    <a:pt x="1933272" y="40895"/>
                  </a:lnTo>
                  <a:lnTo>
                    <a:pt x="1833077" y="29608"/>
                  </a:lnTo>
                  <a:lnTo>
                    <a:pt x="1739463" y="20316"/>
                  </a:lnTo>
                  <a:lnTo>
                    <a:pt x="1656583" y="13009"/>
                  </a:lnTo>
                  <a:lnTo>
                    <a:pt x="1587969" y="7599"/>
                  </a:lnTo>
                  <a:lnTo>
                    <a:pt x="1535850" y="3903"/>
                  </a:lnTo>
                  <a:lnTo>
                    <a:pt x="1500637" y="1646"/>
                  </a:lnTo>
                  <a:lnTo>
                    <a:pt x="1480743" y="490"/>
                  </a:lnTo>
                  <a:lnTo>
                    <a:pt x="1472694" y="63"/>
                  </a:lnTo>
                  <a:lnTo>
                    <a:pt x="1471387" y="0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29" name="pg329"/>
            <p:cNvSpPr/>
            <p:nvPr/>
          </p:nvSpPr>
          <p:spPr>
            <a:xfrm>
              <a:off x="4799595" y="5053327"/>
              <a:ext cx="11981298" cy="2419207"/>
            </a:xfrm>
            <a:custGeom>
              <a:avLst/>
              <a:pathLst>
                <a:path w="11981298" h="2419207">
                  <a:moveTo>
                    <a:pt x="0" y="16345"/>
                  </a:moveTo>
                  <a:lnTo>
                    <a:pt x="1471387" y="16345"/>
                  </a:lnTo>
                  <a:lnTo>
                    <a:pt x="1472558" y="16402"/>
                  </a:lnTo>
                  <a:lnTo>
                    <a:pt x="1480247" y="16808"/>
                  </a:lnTo>
                  <a:lnTo>
                    <a:pt x="1499615" y="17930"/>
                  </a:lnTo>
                  <a:lnTo>
                    <a:pt x="1534203" y="20138"/>
                  </a:lnTo>
                  <a:lnTo>
                    <a:pt x="1585674" y="23774"/>
                  </a:lnTo>
                  <a:lnTo>
                    <a:pt x="1653689" y="29115"/>
                  </a:lnTo>
                  <a:lnTo>
                    <a:pt x="1736085" y="36348"/>
                  </a:lnTo>
                  <a:lnTo>
                    <a:pt x="1829365" y="45564"/>
                  </a:lnTo>
                  <a:lnTo>
                    <a:pt x="1929386" y="56775"/>
                  </a:lnTo>
                  <a:lnTo>
                    <a:pt x="2032041" y="69949"/>
                  </a:lnTo>
                  <a:lnTo>
                    <a:pt x="2133775" y="85041"/>
                  </a:lnTo>
                  <a:lnTo>
                    <a:pt x="2231872" y="102034"/>
                  </a:lnTo>
                  <a:lnTo>
                    <a:pt x="2324513" y="120959"/>
                  </a:lnTo>
                  <a:lnTo>
                    <a:pt x="2410697" y="141915"/>
                  </a:lnTo>
                  <a:lnTo>
                    <a:pt x="2490083" y="165067"/>
                  </a:lnTo>
                  <a:lnTo>
                    <a:pt x="2562811" y="190657"/>
                  </a:lnTo>
                  <a:lnTo>
                    <a:pt x="2629348" y="218992"/>
                  </a:lnTo>
                  <a:lnTo>
                    <a:pt x="2690360" y="250433"/>
                  </a:lnTo>
                  <a:lnTo>
                    <a:pt x="2746618" y="285380"/>
                  </a:lnTo>
                  <a:lnTo>
                    <a:pt x="2798928" y="324236"/>
                  </a:lnTo>
                  <a:lnTo>
                    <a:pt x="2848079" y="367350"/>
                  </a:lnTo>
                  <a:lnTo>
                    <a:pt x="2894792" y="414923"/>
                  </a:lnTo>
                  <a:lnTo>
                    <a:pt x="2896531" y="416822"/>
                  </a:lnTo>
                  <a:lnTo>
                    <a:pt x="2936662" y="463258"/>
                  </a:lnTo>
                  <a:lnTo>
                    <a:pt x="2975733" y="513332"/>
                  </a:lnTo>
                  <a:lnTo>
                    <a:pt x="3014052" y="567119"/>
                  </a:lnTo>
                  <a:lnTo>
                    <a:pt x="3051864" y="624623"/>
                  </a:lnTo>
                  <a:lnTo>
                    <a:pt x="3089360" y="685769"/>
                  </a:lnTo>
                  <a:lnTo>
                    <a:pt x="3126684" y="750403"/>
                  </a:lnTo>
                  <a:lnTo>
                    <a:pt x="3163942" y="818281"/>
                  </a:lnTo>
                  <a:lnTo>
                    <a:pt x="3201203" y="889072"/>
                  </a:lnTo>
                  <a:lnTo>
                    <a:pt x="3238510" y="962361"/>
                  </a:lnTo>
                  <a:lnTo>
                    <a:pt x="3275876" y="1037655"/>
                  </a:lnTo>
                  <a:lnTo>
                    <a:pt x="3313297" y="1114399"/>
                  </a:lnTo>
                  <a:lnTo>
                    <a:pt x="3350755" y="1191988"/>
                  </a:lnTo>
                  <a:lnTo>
                    <a:pt x="3388223" y="1269789"/>
                  </a:lnTo>
                  <a:lnTo>
                    <a:pt x="3425671" y="1347162"/>
                  </a:lnTo>
                  <a:lnTo>
                    <a:pt x="3463075" y="1423483"/>
                  </a:lnTo>
                  <a:lnTo>
                    <a:pt x="3500421" y="1498160"/>
                  </a:lnTo>
                  <a:lnTo>
                    <a:pt x="3537709" y="1570658"/>
                  </a:lnTo>
                  <a:lnTo>
                    <a:pt x="3574964" y="1640508"/>
                  </a:lnTo>
                  <a:lnTo>
                    <a:pt x="3612235" y="1707325"/>
                  </a:lnTo>
                  <a:lnTo>
                    <a:pt x="3649603" y="1770805"/>
                  </a:lnTo>
                  <a:lnTo>
                    <a:pt x="3687187" y="1830736"/>
                  </a:lnTo>
                  <a:lnTo>
                    <a:pt x="3725146" y="1886990"/>
                  </a:lnTo>
                  <a:lnTo>
                    <a:pt x="3763689" y="1939521"/>
                  </a:lnTo>
                  <a:lnTo>
                    <a:pt x="3803079" y="1988357"/>
                  </a:lnTo>
                  <a:lnTo>
                    <a:pt x="3829811" y="2018730"/>
                  </a:lnTo>
                  <a:lnTo>
                    <a:pt x="3876444" y="2066473"/>
                  </a:lnTo>
                  <a:lnTo>
                    <a:pt x="3925489" y="2109755"/>
                  </a:lnTo>
                  <a:lnTo>
                    <a:pt x="3977665" y="2148767"/>
                  </a:lnTo>
                  <a:lnTo>
                    <a:pt x="4033758" y="2183856"/>
                  </a:lnTo>
                  <a:lnTo>
                    <a:pt x="4094574" y="2215423"/>
                  </a:lnTo>
                  <a:lnTo>
                    <a:pt x="4160888" y="2243868"/>
                  </a:lnTo>
                  <a:lnTo>
                    <a:pt x="4233370" y="2269557"/>
                  </a:lnTo>
                  <a:lnTo>
                    <a:pt x="4312497" y="2292798"/>
                  </a:lnTo>
                  <a:lnTo>
                    <a:pt x="4398425" y="2313833"/>
                  </a:lnTo>
                  <a:lnTo>
                    <a:pt x="4490833" y="2332834"/>
                  </a:lnTo>
                  <a:lnTo>
                    <a:pt x="4588750" y="2349899"/>
                  </a:lnTo>
                  <a:lnTo>
                    <a:pt x="4690391" y="2365064"/>
                  </a:lnTo>
                  <a:lnTo>
                    <a:pt x="4793071" y="2378311"/>
                  </a:lnTo>
                  <a:lnTo>
                    <a:pt x="4893265" y="2389598"/>
                  </a:lnTo>
                  <a:lnTo>
                    <a:pt x="4986879" y="2398890"/>
                  </a:lnTo>
                  <a:lnTo>
                    <a:pt x="5069759" y="2406197"/>
                  </a:lnTo>
                  <a:lnTo>
                    <a:pt x="5138373" y="2411607"/>
                  </a:lnTo>
                  <a:lnTo>
                    <a:pt x="5190493" y="2415304"/>
                  </a:lnTo>
                  <a:lnTo>
                    <a:pt x="5225705" y="2417561"/>
                  </a:lnTo>
                  <a:lnTo>
                    <a:pt x="5245599" y="2418717"/>
                  </a:lnTo>
                  <a:lnTo>
                    <a:pt x="5253648" y="2419143"/>
                  </a:lnTo>
                  <a:lnTo>
                    <a:pt x="5254955" y="2419207"/>
                  </a:lnTo>
                  <a:lnTo>
                    <a:pt x="6726343" y="2419207"/>
                  </a:lnTo>
                  <a:lnTo>
                    <a:pt x="6727559" y="2419175"/>
                  </a:lnTo>
                  <a:lnTo>
                    <a:pt x="6735546" y="2418943"/>
                  </a:lnTo>
                  <a:lnTo>
                    <a:pt x="6755637" y="2418304"/>
                  </a:lnTo>
                  <a:lnTo>
                    <a:pt x="6791455" y="2417046"/>
                  </a:lnTo>
                  <a:lnTo>
                    <a:pt x="6844634" y="2414976"/>
                  </a:lnTo>
                  <a:lnTo>
                    <a:pt x="6914702" y="2411938"/>
                  </a:lnTo>
                  <a:lnTo>
                    <a:pt x="6999287" y="2407832"/>
                  </a:lnTo>
                  <a:lnTo>
                    <a:pt x="7094667" y="2402608"/>
                  </a:lnTo>
                  <a:lnTo>
                    <a:pt x="7196508" y="2396263"/>
                  </a:lnTo>
                  <a:lnTo>
                    <a:pt x="7300583" y="2388819"/>
                  </a:lnTo>
                  <a:lnTo>
                    <a:pt x="7403293" y="2380298"/>
                  </a:lnTo>
                  <a:lnTo>
                    <a:pt x="7501942" y="2370708"/>
                  </a:lnTo>
                  <a:lnTo>
                    <a:pt x="7594775" y="2360025"/>
                  </a:lnTo>
                  <a:lnTo>
                    <a:pt x="7680878" y="2348188"/>
                  </a:lnTo>
                  <a:lnTo>
                    <a:pt x="7759997" y="2335093"/>
                  </a:lnTo>
                  <a:lnTo>
                    <a:pt x="7832354" y="2320596"/>
                  </a:lnTo>
                  <a:lnTo>
                    <a:pt x="7898488" y="2304516"/>
                  </a:lnTo>
                  <a:lnTo>
                    <a:pt x="7959121" y="2286639"/>
                  </a:lnTo>
                  <a:lnTo>
                    <a:pt x="8015069" y="2266737"/>
                  </a:lnTo>
                  <a:lnTo>
                    <a:pt x="8067172" y="2244584"/>
                  </a:lnTo>
                  <a:lnTo>
                    <a:pt x="8116235" y="2219996"/>
                  </a:lnTo>
                  <a:lnTo>
                    <a:pt x="8151487" y="2199898"/>
                  </a:lnTo>
                  <a:lnTo>
                    <a:pt x="8199628" y="2169063"/>
                  </a:lnTo>
                  <a:lnTo>
                    <a:pt x="8246329" y="2135329"/>
                  </a:lnTo>
                  <a:lnTo>
                    <a:pt x="8292093" y="2098647"/>
                  </a:lnTo>
                  <a:lnTo>
                    <a:pt x="8337298" y="2059049"/>
                  </a:lnTo>
                  <a:lnTo>
                    <a:pt x="8382217" y="2016660"/>
                  </a:lnTo>
                  <a:lnTo>
                    <a:pt x="8427040" y="1971707"/>
                  </a:lnTo>
                  <a:lnTo>
                    <a:pt x="8471884" y="1924513"/>
                  </a:lnTo>
                  <a:lnTo>
                    <a:pt x="8516804" y="1875500"/>
                  </a:lnTo>
                  <a:lnTo>
                    <a:pt x="8561809" y="1825168"/>
                  </a:lnTo>
                  <a:lnTo>
                    <a:pt x="8606872" y="1774083"/>
                  </a:lnTo>
                  <a:lnTo>
                    <a:pt x="8651947" y="1722845"/>
                  </a:lnTo>
                  <a:lnTo>
                    <a:pt x="8696986" y="1672064"/>
                  </a:lnTo>
                  <a:lnTo>
                    <a:pt x="8741949" y="1622325"/>
                  </a:lnTo>
                  <a:lnTo>
                    <a:pt x="8786828" y="1574165"/>
                  </a:lnTo>
                  <a:lnTo>
                    <a:pt x="8831651" y="1528046"/>
                  </a:lnTo>
                  <a:lnTo>
                    <a:pt x="8876503" y="1484342"/>
                  </a:lnTo>
                  <a:lnTo>
                    <a:pt x="8921536" y="1443329"/>
                  </a:lnTo>
                  <a:lnTo>
                    <a:pt x="8966981" y="1405181"/>
                  </a:lnTo>
                  <a:lnTo>
                    <a:pt x="9013160" y="1369976"/>
                  </a:lnTo>
                  <a:lnTo>
                    <a:pt x="9060511" y="1337704"/>
                  </a:lnTo>
                  <a:lnTo>
                    <a:pt x="9084767" y="1322663"/>
                  </a:lnTo>
                  <a:lnTo>
                    <a:pt x="9132032" y="1296188"/>
                  </a:lnTo>
                  <a:lnTo>
                    <a:pt x="9181782" y="1272221"/>
                  </a:lnTo>
                  <a:lnTo>
                    <a:pt x="9234768" y="1250650"/>
                  </a:lnTo>
                  <a:lnTo>
                    <a:pt x="9291808" y="1231275"/>
                  </a:lnTo>
                  <a:lnTo>
                    <a:pt x="9353741" y="1213869"/>
                  </a:lnTo>
                  <a:lnTo>
                    <a:pt x="9421367" y="1198203"/>
                  </a:lnTo>
                  <a:lnTo>
                    <a:pt x="9495373" y="1184072"/>
                  </a:lnTo>
                  <a:lnTo>
                    <a:pt x="9576231" y="1171303"/>
                  </a:lnTo>
                  <a:lnTo>
                    <a:pt x="9664061" y="1159762"/>
                  </a:lnTo>
                  <a:lnTo>
                    <a:pt x="9758463" y="1149357"/>
                  </a:lnTo>
                  <a:lnTo>
                    <a:pt x="9858327" y="1140035"/>
                  </a:lnTo>
                  <a:lnTo>
                    <a:pt x="9961668" y="1131781"/>
                  </a:lnTo>
                  <a:lnTo>
                    <a:pt x="10065553" y="1124609"/>
                  </a:lnTo>
                  <a:lnTo>
                    <a:pt x="10166191" y="1118543"/>
                  </a:lnTo>
                  <a:lnTo>
                    <a:pt x="10259270" y="1113600"/>
                  </a:lnTo>
                  <a:lnTo>
                    <a:pt x="10340536" y="1109767"/>
                  </a:lnTo>
                  <a:lnTo>
                    <a:pt x="10406540" y="1106983"/>
                  </a:lnTo>
                  <a:lnTo>
                    <a:pt x="10455345" y="1105132"/>
                  </a:lnTo>
                  <a:lnTo>
                    <a:pt x="10487000" y="1104048"/>
                  </a:lnTo>
                  <a:lnTo>
                    <a:pt x="10503656" y="1103530"/>
                  </a:lnTo>
                  <a:lnTo>
                    <a:pt x="10509390" y="1103368"/>
                  </a:lnTo>
                  <a:lnTo>
                    <a:pt x="10509911" y="1103354"/>
                  </a:lnTo>
                  <a:lnTo>
                    <a:pt x="11981298" y="1103354"/>
                  </a:lnTo>
                  <a:lnTo>
                    <a:pt x="11981298" y="1087008"/>
                  </a:lnTo>
                  <a:lnTo>
                    <a:pt x="10509911" y="1087008"/>
                  </a:lnTo>
                  <a:lnTo>
                    <a:pt x="10508694" y="1087041"/>
                  </a:lnTo>
                  <a:lnTo>
                    <a:pt x="10500707" y="1087272"/>
                  </a:lnTo>
                  <a:lnTo>
                    <a:pt x="10480616" y="1087911"/>
                  </a:lnTo>
                  <a:lnTo>
                    <a:pt x="10444799" y="1089170"/>
                  </a:lnTo>
                  <a:lnTo>
                    <a:pt x="10391619" y="1091240"/>
                  </a:lnTo>
                  <a:lnTo>
                    <a:pt x="10321551" y="1094277"/>
                  </a:lnTo>
                  <a:lnTo>
                    <a:pt x="10236966" y="1098384"/>
                  </a:lnTo>
                  <a:lnTo>
                    <a:pt x="10141586" y="1103607"/>
                  </a:lnTo>
                  <a:lnTo>
                    <a:pt x="10039745" y="1109952"/>
                  </a:lnTo>
                  <a:lnTo>
                    <a:pt x="9935670" y="1117396"/>
                  </a:lnTo>
                  <a:lnTo>
                    <a:pt x="9832960" y="1125917"/>
                  </a:lnTo>
                  <a:lnTo>
                    <a:pt x="9734312" y="1135507"/>
                  </a:lnTo>
                  <a:lnTo>
                    <a:pt x="9641478" y="1146190"/>
                  </a:lnTo>
                  <a:lnTo>
                    <a:pt x="9555375" y="1158028"/>
                  </a:lnTo>
                  <a:lnTo>
                    <a:pt x="9476256" y="1171122"/>
                  </a:lnTo>
                  <a:lnTo>
                    <a:pt x="9403899" y="1185619"/>
                  </a:lnTo>
                  <a:lnTo>
                    <a:pt x="9337766" y="1201700"/>
                  </a:lnTo>
                  <a:lnTo>
                    <a:pt x="9277132" y="1219576"/>
                  </a:lnTo>
                  <a:lnTo>
                    <a:pt x="9221184" y="1239478"/>
                  </a:lnTo>
                  <a:lnTo>
                    <a:pt x="9169082" y="1261632"/>
                  </a:lnTo>
                  <a:lnTo>
                    <a:pt x="9120018" y="1286220"/>
                  </a:lnTo>
                  <a:lnTo>
                    <a:pt x="9084767" y="1306317"/>
                  </a:lnTo>
                  <a:lnTo>
                    <a:pt x="9036626" y="1337152"/>
                  </a:lnTo>
                  <a:lnTo>
                    <a:pt x="8989924" y="1370886"/>
                  </a:lnTo>
                  <a:lnTo>
                    <a:pt x="8944160" y="1407568"/>
                  </a:lnTo>
                  <a:lnTo>
                    <a:pt x="8898956" y="1447167"/>
                  </a:lnTo>
                  <a:lnTo>
                    <a:pt x="8854037" y="1489555"/>
                  </a:lnTo>
                  <a:lnTo>
                    <a:pt x="8809213" y="1534508"/>
                  </a:lnTo>
                  <a:lnTo>
                    <a:pt x="8764369" y="1581702"/>
                  </a:lnTo>
                  <a:lnTo>
                    <a:pt x="8719449" y="1630716"/>
                  </a:lnTo>
                  <a:lnTo>
                    <a:pt x="8674445" y="1681047"/>
                  </a:lnTo>
                  <a:lnTo>
                    <a:pt x="8629382" y="1732132"/>
                  </a:lnTo>
                  <a:lnTo>
                    <a:pt x="8584306" y="1783370"/>
                  </a:lnTo>
                  <a:lnTo>
                    <a:pt x="8539268" y="1834151"/>
                  </a:lnTo>
                  <a:lnTo>
                    <a:pt x="8494304" y="1883890"/>
                  </a:lnTo>
                  <a:lnTo>
                    <a:pt x="8449425" y="1932051"/>
                  </a:lnTo>
                  <a:lnTo>
                    <a:pt x="8404602" y="1978170"/>
                  </a:lnTo>
                  <a:lnTo>
                    <a:pt x="8359750" y="2021873"/>
                  </a:lnTo>
                  <a:lnTo>
                    <a:pt x="8314717" y="2062886"/>
                  </a:lnTo>
                  <a:lnTo>
                    <a:pt x="8269273" y="2101034"/>
                  </a:lnTo>
                  <a:lnTo>
                    <a:pt x="8223093" y="2136239"/>
                  </a:lnTo>
                  <a:lnTo>
                    <a:pt x="8175743" y="2168511"/>
                  </a:lnTo>
                  <a:lnTo>
                    <a:pt x="8151487" y="2183552"/>
                  </a:lnTo>
                  <a:lnTo>
                    <a:pt x="8104222" y="2210027"/>
                  </a:lnTo>
                  <a:lnTo>
                    <a:pt x="8054471" y="2233994"/>
                  </a:lnTo>
                  <a:lnTo>
                    <a:pt x="8001486" y="2255566"/>
                  </a:lnTo>
                  <a:lnTo>
                    <a:pt x="7944446" y="2274940"/>
                  </a:lnTo>
                  <a:lnTo>
                    <a:pt x="7882513" y="2292346"/>
                  </a:lnTo>
                  <a:lnTo>
                    <a:pt x="7814887" y="2308012"/>
                  </a:lnTo>
                  <a:lnTo>
                    <a:pt x="7740881" y="2322143"/>
                  </a:lnTo>
                  <a:lnTo>
                    <a:pt x="7660023" y="2334912"/>
                  </a:lnTo>
                  <a:lnTo>
                    <a:pt x="7572192" y="2346453"/>
                  </a:lnTo>
                  <a:lnTo>
                    <a:pt x="7477790" y="2356859"/>
                  </a:lnTo>
                  <a:lnTo>
                    <a:pt x="7377927" y="2366181"/>
                  </a:lnTo>
                  <a:lnTo>
                    <a:pt x="7274585" y="2374434"/>
                  </a:lnTo>
                  <a:lnTo>
                    <a:pt x="7170700" y="2381606"/>
                  </a:lnTo>
                  <a:lnTo>
                    <a:pt x="7070062" y="2387672"/>
                  </a:lnTo>
                  <a:lnTo>
                    <a:pt x="6976984" y="2392615"/>
                  </a:lnTo>
                  <a:lnTo>
                    <a:pt x="6895717" y="2396448"/>
                  </a:lnTo>
                  <a:lnTo>
                    <a:pt x="6829713" y="2399232"/>
                  </a:lnTo>
                  <a:lnTo>
                    <a:pt x="6780908" y="2401083"/>
                  </a:lnTo>
                  <a:lnTo>
                    <a:pt x="6749254" y="2402168"/>
                  </a:lnTo>
                  <a:lnTo>
                    <a:pt x="6732597" y="2402685"/>
                  </a:lnTo>
                  <a:lnTo>
                    <a:pt x="6726864" y="2402847"/>
                  </a:lnTo>
                  <a:lnTo>
                    <a:pt x="6726343" y="2402861"/>
                  </a:lnTo>
                  <a:lnTo>
                    <a:pt x="5254955" y="2402861"/>
                  </a:lnTo>
                  <a:lnTo>
                    <a:pt x="5253785" y="2402804"/>
                  </a:lnTo>
                  <a:lnTo>
                    <a:pt x="5246095" y="2402398"/>
                  </a:lnTo>
                  <a:lnTo>
                    <a:pt x="5226727" y="2401276"/>
                  </a:lnTo>
                  <a:lnTo>
                    <a:pt x="5192139" y="2399068"/>
                  </a:lnTo>
                  <a:lnTo>
                    <a:pt x="5140669" y="2395432"/>
                  </a:lnTo>
                  <a:lnTo>
                    <a:pt x="5072653" y="2390091"/>
                  </a:lnTo>
                  <a:lnTo>
                    <a:pt x="4990257" y="2382859"/>
                  </a:lnTo>
                  <a:lnTo>
                    <a:pt x="4896977" y="2373643"/>
                  </a:lnTo>
                  <a:lnTo>
                    <a:pt x="4796956" y="2362431"/>
                  </a:lnTo>
                  <a:lnTo>
                    <a:pt x="4694302" y="2349258"/>
                  </a:lnTo>
                  <a:lnTo>
                    <a:pt x="4592567" y="2334166"/>
                  </a:lnTo>
                  <a:lnTo>
                    <a:pt x="4494470" y="2317173"/>
                  </a:lnTo>
                  <a:lnTo>
                    <a:pt x="4401829" y="2298247"/>
                  </a:lnTo>
                  <a:lnTo>
                    <a:pt x="4315645" y="2277292"/>
                  </a:lnTo>
                  <a:lnTo>
                    <a:pt x="4236259" y="2254139"/>
                  </a:lnTo>
                  <a:lnTo>
                    <a:pt x="4163531" y="2228549"/>
                  </a:lnTo>
                  <a:lnTo>
                    <a:pt x="4096994" y="2200215"/>
                  </a:lnTo>
                  <a:lnTo>
                    <a:pt x="4035982" y="2168774"/>
                  </a:lnTo>
                  <a:lnTo>
                    <a:pt x="3979724" y="2133827"/>
                  </a:lnTo>
                  <a:lnTo>
                    <a:pt x="3927414" y="2094971"/>
                  </a:lnTo>
                  <a:lnTo>
                    <a:pt x="3878263" y="2051857"/>
                  </a:lnTo>
                  <a:lnTo>
                    <a:pt x="3831550" y="2004284"/>
                  </a:lnTo>
                  <a:lnTo>
                    <a:pt x="3829811" y="2002384"/>
                  </a:lnTo>
                  <a:lnTo>
                    <a:pt x="3789680" y="1955949"/>
                  </a:lnTo>
                  <a:lnTo>
                    <a:pt x="3750609" y="1905874"/>
                  </a:lnTo>
                  <a:lnTo>
                    <a:pt x="3712290" y="1852087"/>
                  </a:lnTo>
                  <a:lnTo>
                    <a:pt x="3674478" y="1794584"/>
                  </a:lnTo>
                  <a:lnTo>
                    <a:pt x="3636983" y="1733437"/>
                  </a:lnTo>
                  <a:lnTo>
                    <a:pt x="3599658" y="1668804"/>
                  </a:lnTo>
                  <a:lnTo>
                    <a:pt x="3562401" y="1600926"/>
                  </a:lnTo>
                  <a:lnTo>
                    <a:pt x="3525139" y="1530135"/>
                  </a:lnTo>
                  <a:lnTo>
                    <a:pt x="3487832" y="1456846"/>
                  </a:lnTo>
                  <a:lnTo>
                    <a:pt x="3450466" y="1381552"/>
                  </a:lnTo>
                  <a:lnTo>
                    <a:pt x="3413045" y="1304808"/>
                  </a:lnTo>
                  <a:lnTo>
                    <a:pt x="3375587" y="1227219"/>
                  </a:lnTo>
                  <a:lnTo>
                    <a:pt x="3338119" y="1149418"/>
                  </a:lnTo>
                  <a:lnTo>
                    <a:pt x="3300671" y="1072044"/>
                  </a:lnTo>
                  <a:lnTo>
                    <a:pt x="3263267" y="995724"/>
                  </a:lnTo>
                  <a:lnTo>
                    <a:pt x="3225921" y="921047"/>
                  </a:lnTo>
                  <a:lnTo>
                    <a:pt x="3188633" y="848549"/>
                  </a:lnTo>
                  <a:lnTo>
                    <a:pt x="3151378" y="778698"/>
                  </a:lnTo>
                  <a:lnTo>
                    <a:pt x="3114107" y="711882"/>
                  </a:lnTo>
                  <a:lnTo>
                    <a:pt x="3076739" y="648401"/>
                  </a:lnTo>
                  <a:lnTo>
                    <a:pt x="3039155" y="588470"/>
                  </a:lnTo>
                  <a:lnTo>
                    <a:pt x="3001196" y="532216"/>
                  </a:lnTo>
                  <a:lnTo>
                    <a:pt x="2962654" y="479685"/>
                  </a:lnTo>
                  <a:lnTo>
                    <a:pt x="2923263" y="430849"/>
                  </a:lnTo>
                  <a:lnTo>
                    <a:pt x="2896531" y="400476"/>
                  </a:lnTo>
                  <a:lnTo>
                    <a:pt x="2849898" y="352733"/>
                  </a:lnTo>
                  <a:lnTo>
                    <a:pt x="2800853" y="309452"/>
                  </a:lnTo>
                  <a:lnTo>
                    <a:pt x="2748677" y="270439"/>
                  </a:lnTo>
                  <a:lnTo>
                    <a:pt x="2692585" y="235351"/>
                  </a:lnTo>
                  <a:lnTo>
                    <a:pt x="2631768" y="203784"/>
                  </a:lnTo>
                  <a:lnTo>
                    <a:pt x="2565454" y="175338"/>
                  </a:lnTo>
                  <a:lnTo>
                    <a:pt x="2492972" y="149649"/>
                  </a:lnTo>
                  <a:lnTo>
                    <a:pt x="2413845" y="126409"/>
                  </a:lnTo>
                  <a:lnTo>
                    <a:pt x="2327917" y="105373"/>
                  </a:lnTo>
                  <a:lnTo>
                    <a:pt x="2235509" y="86373"/>
                  </a:lnTo>
                  <a:lnTo>
                    <a:pt x="2137592" y="69307"/>
                  </a:lnTo>
                  <a:lnTo>
                    <a:pt x="2035952" y="54143"/>
                  </a:lnTo>
                  <a:lnTo>
                    <a:pt x="1933272" y="40895"/>
                  </a:lnTo>
                  <a:lnTo>
                    <a:pt x="1833077" y="29608"/>
                  </a:lnTo>
                  <a:lnTo>
                    <a:pt x="1739463" y="20316"/>
                  </a:lnTo>
                  <a:lnTo>
                    <a:pt x="1656583" y="13009"/>
                  </a:lnTo>
                  <a:lnTo>
                    <a:pt x="1587969" y="7599"/>
                  </a:lnTo>
                  <a:lnTo>
                    <a:pt x="1535850" y="3903"/>
                  </a:lnTo>
                  <a:lnTo>
                    <a:pt x="1500637" y="1646"/>
                  </a:lnTo>
                  <a:lnTo>
                    <a:pt x="1480743" y="490"/>
                  </a:lnTo>
                  <a:lnTo>
                    <a:pt x="1472694" y="63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330" name="pl330"/>
            <p:cNvSpPr/>
            <p:nvPr/>
          </p:nvSpPr>
          <p:spPr>
            <a:xfrm>
              <a:off x="4799595" y="5069673"/>
              <a:ext cx="11981298" cy="2402861"/>
            </a:xfrm>
            <a:custGeom>
              <a:avLst/>
              <a:pathLst>
                <a:path w="11981298" h="2402861">
                  <a:moveTo>
                    <a:pt x="0" y="0"/>
                  </a:moveTo>
                  <a:lnTo>
                    <a:pt x="1471387" y="0"/>
                  </a:lnTo>
                  <a:lnTo>
                    <a:pt x="1472558" y="56"/>
                  </a:lnTo>
                  <a:lnTo>
                    <a:pt x="1480247" y="462"/>
                  </a:lnTo>
                  <a:lnTo>
                    <a:pt x="1499615" y="1584"/>
                  </a:lnTo>
                  <a:lnTo>
                    <a:pt x="1534203" y="3792"/>
                  </a:lnTo>
                  <a:lnTo>
                    <a:pt x="1585674" y="7428"/>
                  </a:lnTo>
                  <a:lnTo>
                    <a:pt x="1653689" y="12769"/>
                  </a:lnTo>
                  <a:lnTo>
                    <a:pt x="1736085" y="20002"/>
                  </a:lnTo>
                  <a:lnTo>
                    <a:pt x="1829365" y="29218"/>
                  </a:lnTo>
                  <a:lnTo>
                    <a:pt x="1929386" y="40429"/>
                  </a:lnTo>
                  <a:lnTo>
                    <a:pt x="2032041" y="53603"/>
                  </a:lnTo>
                  <a:lnTo>
                    <a:pt x="2133775" y="68695"/>
                  </a:lnTo>
                  <a:lnTo>
                    <a:pt x="2231872" y="85688"/>
                  </a:lnTo>
                  <a:lnTo>
                    <a:pt x="2324513" y="104613"/>
                  </a:lnTo>
                  <a:lnTo>
                    <a:pt x="2410697" y="125569"/>
                  </a:lnTo>
                  <a:lnTo>
                    <a:pt x="2490083" y="148721"/>
                  </a:lnTo>
                  <a:lnTo>
                    <a:pt x="2562811" y="174312"/>
                  </a:lnTo>
                  <a:lnTo>
                    <a:pt x="2629348" y="202646"/>
                  </a:lnTo>
                  <a:lnTo>
                    <a:pt x="2690360" y="234087"/>
                  </a:lnTo>
                  <a:lnTo>
                    <a:pt x="2746618" y="269034"/>
                  </a:lnTo>
                  <a:lnTo>
                    <a:pt x="2798928" y="307890"/>
                  </a:lnTo>
                  <a:lnTo>
                    <a:pt x="2848079" y="351004"/>
                  </a:lnTo>
                  <a:lnTo>
                    <a:pt x="2894792" y="398577"/>
                  </a:lnTo>
                  <a:lnTo>
                    <a:pt x="2896531" y="400476"/>
                  </a:lnTo>
                  <a:lnTo>
                    <a:pt x="2936662" y="446912"/>
                  </a:lnTo>
                  <a:lnTo>
                    <a:pt x="2975733" y="496986"/>
                  </a:lnTo>
                  <a:lnTo>
                    <a:pt x="3014052" y="550773"/>
                  </a:lnTo>
                  <a:lnTo>
                    <a:pt x="3051864" y="608277"/>
                  </a:lnTo>
                  <a:lnTo>
                    <a:pt x="3089360" y="669423"/>
                  </a:lnTo>
                  <a:lnTo>
                    <a:pt x="3126684" y="734057"/>
                  </a:lnTo>
                  <a:lnTo>
                    <a:pt x="3163942" y="801935"/>
                  </a:lnTo>
                  <a:lnTo>
                    <a:pt x="3201203" y="872726"/>
                  </a:lnTo>
                  <a:lnTo>
                    <a:pt x="3238510" y="946015"/>
                  </a:lnTo>
                  <a:lnTo>
                    <a:pt x="3275876" y="1021309"/>
                  </a:lnTo>
                  <a:lnTo>
                    <a:pt x="3313297" y="1098053"/>
                  </a:lnTo>
                  <a:lnTo>
                    <a:pt x="3350755" y="1175642"/>
                  </a:lnTo>
                  <a:lnTo>
                    <a:pt x="3388223" y="1253443"/>
                  </a:lnTo>
                  <a:lnTo>
                    <a:pt x="3425671" y="1330816"/>
                  </a:lnTo>
                  <a:lnTo>
                    <a:pt x="3463075" y="1407137"/>
                  </a:lnTo>
                  <a:lnTo>
                    <a:pt x="3500421" y="1481814"/>
                  </a:lnTo>
                  <a:lnTo>
                    <a:pt x="3537709" y="1554312"/>
                  </a:lnTo>
                  <a:lnTo>
                    <a:pt x="3574964" y="1624162"/>
                  </a:lnTo>
                  <a:lnTo>
                    <a:pt x="3612235" y="1690979"/>
                  </a:lnTo>
                  <a:lnTo>
                    <a:pt x="3649603" y="1754459"/>
                  </a:lnTo>
                  <a:lnTo>
                    <a:pt x="3687187" y="1814390"/>
                  </a:lnTo>
                  <a:lnTo>
                    <a:pt x="3725146" y="1870644"/>
                  </a:lnTo>
                  <a:lnTo>
                    <a:pt x="3763689" y="1923175"/>
                  </a:lnTo>
                  <a:lnTo>
                    <a:pt x="3803079" y="1972011"/>
                  </a:lnTo>
                  <a:lnTo>
                    <a:pt x="3829811" y="2002384"/>
                  </a:lnTo>
                  <a:lnTo>
                    <a:pt x="3876444" y="2050127"/>
                  </a:lnTo>
                  <a:lnTo>
                    <a:pt x="3925489" y="2093409"/>
                  </a:lnTo>
                  <a:lnTo>
                    <a:pt x="3977665" y="2132421"/>
                  </a:lnTo>
                  <a:lnTo>
                    <a:pt x="4033758" y="2167510"/>
                  </a:lnTo>
                  <a:lnTo>
                    <a:pt x="4094574" y="2199077"/>
                  </a:lnTo>
                  <a:lnTo>
                    <a:pt x="4160888" y="2227522"/>
                  </a:lnTo>
                  <a:lnTo>
                    <a:pt x="4233370" y="2253211"/>
                  </a:lnTo>
                  <a:lnTo>
                    <a:pt x="4312497" y="2276452"/>
                  </a:lnTo>
                  <a:lnTo>
                    <a:pt x="4398425" y="2297487"/>
                  </a:lnTo>
                  <a:lnTo>
                    <a:pt x="4490833" y="2316488"/>
                  </a:lnTo>
                  <a:lnTo>
                    <a:pt x="4588750" y="2333553"/>
                  </a:lnTo>
                  <a:lnTo>
                    <a:pt x="4690391" y="2348718"/>
                  </a:lnTo>
                  <a:lnTo>
                    <a:pt x="4793071" y="2361965"/>
                  </a:lnTo>
                  <a:lnTo>
                    <a:pt x="4893265" y="2373252"/>
                  </a:lnTo>
                  <a:lnTo>
                    <a:pt x="4986879" y="2382544"/>
                  </a:lnTo>
                  <a:lnTo>
                    <a:pt x="5069759" y="2389851"/>
                  </a:lnTo>
                  <a:lnTo>
                    <a:pt x="5138373" y="2395262"/>
                  </a:lnTo>
                  <a:lnTo>
                    <a:pt x="5190493" y="2398958"/>
                  </a:lnTo>
                  <a:lnTo>
                    <a:pt x="5225705" y="2401215"/>
                  </a:lnTo>
                  <a:lnTo>
                    <a:pt x="5245599" y="2402371"/>
                  </a:lnTo>
                  <a:lnTo>
                    <a:pt x="5253648" y="2402797"/>
                  </a:lnTo>
                  <a:lnTo>
                    <a:pt x="5254955" y="2402861"/>
                  </a:lnTo>
                  <a:lnTo>
                    <a:pt x="5254955" y="2402861"/>
                  </a:lnTo>
                  <a:lnTo>
                    <a:pt x="6726343" y="2402861"/>
                  </a:lnTo>
                  <a:lnTo>
                    <a:pt x="6727559" y="2402829"/>
                  </a:lnTo>
                  <a:lnTo>
                    <a:pt x="6735546" y="2402597"/>
                  </a:lnTo>
                  <a:lnTo>
                    <a:pt x="6755637" y="2401958"/>
                  </a:lnTo>
                  <a:lnTo>
                    <a:pt x="6791455" y="2400700"/>
                  </a:lnTo>
                  <a:lnTo>
                    <a:pt x="6844634" y="2398630"/>
                  </a:lnTo>
                  <a:lnTo>
                    <a:pt x="6914702" y="2395592"/>
                  </a:lnTo>
                  <a:lnTo>
                    <a:pt x="6999287" y="2391486"/>
                  </a:lnTo>
                  <a:lnTo>
                    <a:pt x="7094667" y="2386262"/>
                  </a:lnTo>
                  <a:lnTo>
                    <a:pt x="7196508" y="2379917"/>
                  </a:lnTo>
                  <a:lnTo>
                    <a:pt x="7300583" y="2372473"/>
                  </a:lnTo>
                  <a:lnTo>
                    <a:pt x="7403293" y="2363952"/>
                  </a:lnTo>
                  <a:lnTo>
                    <a:pt x="7501942" y="2354362"/>
                  </a:lnTo>
                  <a:lnTo>
                    <a:pt x="7594775" y="2343679"/>
                  </a:lnTo>
                  <a:lnTo>
                    <a:pt x="7680878" y="2331842"/>
                  </a:lnTo>
                  <a:lnTo>
                    <a:pt x="7759997" y="2318747"/>
                  </a:lnTo>
                  <a:lnTo>
                    <a:pt x="7832354" y="2304250"/>
                  </a:lnTo>
                  <a:lnTo>
                    <a:pt x="7898488" y="2288170"/>
                  </a:lnTo>
                  <a:lnTo>
                    <a:pt x="7959121" y="2270293"/>
                  </a:lnTo>
                  <a:lnTo>
                    <a:pt x="8015069" y="2250391"/>
                  </a:lnTo>
                  <a:lnTo>
                    <a:pt x="8067172" y="2228238"/>
                  </a:lnTo>
                  <a:lnTo>
                    <a:pt x="8116235" y="2203650"/>
                  </a:lnTo>
                  <a:lnTo>
                    <a:pt x="8151487" y="2183552"/>
                  </a:lnTo>
                  <a:lnTo>
                    <a:pt x="8199628" y="2152717"/>
                  </a:lnTo>
                  <a:lnTo>
                    <a:pt x="8246329" y="2118983"/>
                  </a:lnTo>
                  <a:lnTo>
                    <a:pt x="8292093" y="2082301"/>
                  </a:lnTo>
                  <a:lnTo>
                    <a:pt x="8337298" y="2042703"/>
                  </a:lnTo>
                  <a:lnTo>
                    <a:pt x="8382217" y="2000314"/>
                  </a:lnTo>
                  <a:lnTo>
                    <a:pt x="8427040" y="1955361"/>
                  </a:lnTo>
                  <a:lnTo>
                    <a:pt x="8471884" y="1908167"/>
                  </a:lnTo>
                  <a:lnTo>
                    <a:pt x="8516804" y="1859154"/>
                  </a:lnTo>
                  <a:lnTo>
                    <a:pt x="8561809" y="1808822"/>
                  </a:lnTo>
                  <a:lnTo>
                    <a:pt x="8606872" y="1757737"/>
                  </a:lnTo>
                  <a:lnTo>
                    <a:pt x="8651947" y="1706499"/>
                  </a:lnTo>
                  <a:lnTo>
                    <a:pt x="8696986" y="1655718"/>
                  </a:lnTo>
                  <a:lnTo>
                    <a:pt x="8741949" y="1605979"/>
                  </a:lnTo>
                  <a:lnTo>
                    <a:pt x="8786828" y="1557819"/>
                  </a:lnTo>
                  <a:lnTo>
                    <a:pt x="8831651" y="1511700"/>
                  </a:lnTo>
                  <a:lnTo>
                    <a:pt x="8876503" y="1467996"/>
                  </a:lnTo>
                  <a:lnTo>
                    <a:pt x="8921536" y="1426983"/>
                  </a:lnTo>
                  <a:lnTo>
                    <a:pt x="8966981" y="1388835"/>
                  </a:lnTo>
                  <a:lnTo>
                    <a:pt x="9013160" y="1353630"/>
                  </a:lnTo>
                  <a:lnTo>
                    <a:pt x="9060511" y="1321358"/>
                  </a:lnTo>
                  <a:lnTo>
                    <a:pt x="9084767" y="1306317"/>
                  </a:lnTo>
                  <a:lnTo>
                    <a:pt x="9132032" y="1279842"/>
                  </a:lnTo>
                  <a:lnTo>
                    <a:pt x="9181782" y="1255875"/>
                  </a:lnTo>
                  <a:lnTo>
                    <a:pt x="9234768" y="1234304"/>
                  </a:lnTo>
                  <a:lnTo>
                    <a:pt x="9291808" y="1214929"/>
                  </a:lnTo>
                  <a:lnTo>
                    <a:pt x="9353741" y="1197523"/>
                  </a:lnTo>
                  <a:lnTo>
                    <a:pt x="9421367" y="1181857"/>
                  </a:lnTo>
                  <a:lnTo>
                    <a:pt x="9495373" y="1167726"/>
                  </a:lnTo>
                  <a:lnTo>
                    <a:pt x="9576231" y="1154957"/>
                  </a:lnTo>
                  <a:lnTo>
                    <a:pt x="9664061" y="1143416"/>
                  </a:lnTo>
                  <a:lnTo>
                    <a:pt x="9758463" y="1133011"/>
                  </a:lnTo>
                  <a:lnTo>
                    <a:pt x="9858327" y="1123689"/>
                  </a:lnTo>
                  <a:lnTo>
                    <a:pt x="9961668" y="1115435"/>
                  </a:lnTo>
                  <a:lnTo>
                    <a:pt x="10065553" y="1108263"/>
                  </a:lnTo>
                  <a:lnTo>
                    <a:pt x="10166191" y="1102197"/>
                  </a:lnTo>
                  <a:lnTo>
                    <a:pt x="10259270" y="1097254"/>
                  </a:lnTo>
                  <a:lnTo>
                    <a:pt x="10340536" y="1093421"/>
                  </a:lnTo>
                  <a:lnTo>
                    <a:pt x="10406540" y="1090637"/>
                  </a:lnTo>
                  <a:lnTo>
                    <a:pt x="10455345" y="1088786"/>
                  </a:lnTo>
                  <a:lnTo>
                    <a:pt x="10487000" y="1087702"/>
                  </a:lnTo>
                  <a:lnTo>
                    <a:pt x="10503656" y="1087184"/>
                  </a:lnTo>
                  <a:lnTo>
                    <a:pt x="10509390" y="1087022"/>
                  </a:lnTo>
                  <a:lnTo>
                    <a:pt x="10509911" y="1087008"/>
                  </a:lnTo>
                  <a:lnTo>
                    <a:pt x="11981298" y="108700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31" name="pl331"/>
            <p:cNvSpPr/>
            <p:nvPr/>
          </p:nvSpPr>
          <p:spPr>
            <a:xfrm>
              <a:off x="4799595" y="5053327"/>
              <a:ext cx="11981298" cy="2402861"/>
            </a:xfrm>
            <a:custGeom>
              <a:avLst/>
              <a:pathLst>
                <a:path w="11981298" h="2402861">
                  <a:moveTo>
                    <a:pt x="11981298" y="1087008"/>
                  </a:moveTo>
                  <a:lnTo>
                    <a:pt x="10509911" y="1087008"/>
                  </a:lnTo>
                  <a:lnTo>
                    <a:pt x="10508694" y="1087041"/>
                  </a:lnTo>
                  <a:lnTo>
                    <a:pt x="10500707" y="1087272"/>
                  </a:lnTo>
                  <a:lnTo>
                    <a:pt x="10480616" y="1087911"/>
                  </a:lnTo>
                  <a:lnTo>
                    <a:pt x="10444799" y="1089170"/>
                  </a:lnTo>
                  <a:lnTo>
                    <a:pt x="10391619" y="1091240"/>
                  </a:lnTo>
                  <a:lnTo>
                    <a:pt x="10321551" y="1094277"/>
                  </a:lnTo>
                  <a:lnTo>
                    <a:pt x="10236966" y="1098384"/>
                  </a:lnTo>
                  <a:lnTo>
                    <a:pt x="10141586" y="1103607"/>
                  </a:lnTo>
                  <a:lnTo>
                    <a:pt x="10039745" y="1109952"/>
                  </a:lnTo>
                  <a:lnTo>
                    <a:pt x="9935670" y="1117396"/>
                  </a:lnTo>
                  <a:lnTo>
                    <a:pt x="9832960" y="1125917"/>
                  </a:lnTo>
                  <a:lnTo>
                    <a:pt x="9734312" y="1135507"/>
                  </a:lnTo>
                  <a:lnTo>
                    <a:pt x="9641478" y="1146190"/>
                  </a:lnTo>
                  <a:lnTo>
                    <a:pt x="9555375" y="1158028"/>
                  </a:lnTo>
                  <a:lnTo>
                    <a:pt x="9476256" y="1171122"/>
                  </a:lnTo>
                  <a:lnTo>
                    <a:pt x="9403899" y="1185619"/>
                  </a:lnTo>
                  <a:lnTo>
                    <a:pt x="9337766" y="1201700"/>
                  </a:lnTo>
                  <a:lnTo>
                    <a:pt x="9277132" y="1219576"/>
                  </a:lnTo>
                  <a:lnTo>
                    <a:pt x="9221184" y="1239478"/>
                  </a:lnTo>
                  <a:lnTo>
                    <a:pt x="9169082" y="1261632"/>
                  </a:lnTo>
                  <a:lnTo>
                    <a:pt x="9120018" y="1286220"/>
                  </a:lnTo>
                  <a:lnTo>
                    <a:pt x="9084767" y="1306317"/>
                  </a:lnTo>
                  <a:lnTo>
                    <a:pt x="9036626" y="1337152"/>
                  </a:lnTo>
                  <a:lnTo>
                    <a:pt x="8989924" y="1370886"/>
                  </a:lnTo>
                  <a:lnTo>
                    <a:pt x="8944160" y="1407568"/>
                  </a:lnTo>
                  <a:lnTo>
                    <a:pt x="8898956" y="1447167"/>
                  </a:lnTo>
                  <a:lnTo>
                    <a:pt x="8854037" y="1489555"/>
                  </a:lnTo>
                  <a:lnTo>
                    <a:pt x="8809213" y="1534508"/>
                  </a:lnTo>
                  <a:lnTo>
                    <a:pt x="8764369" y="1581702"/>
                  </a:lnTo>
                  <a:lnTo>
                    <a:pt x="8719449" y="1630716"/>
                  </a:lnTo>
                  <a:lnTo>
                    <a:pt x="8674445" y="1681047"/>
                  </a:lnTo>
                  <a:lnTo>
                    <a:pt x="8629382" y="1732132"/>
                  </a:lnTo>
                  <a:lnTo>
                    <a:pt x="8584306" y="1783370"/>
                  </a:lnTo>
                  <a:lnTo>
                    <a:pt x="8539268" y="1834151"/>
                  </a:lnTo>
                  <a:lnTo>
                    <a:pt x="8494304" y="1883890"/>
                  </a:lnTo>
                  <a:lnTo>
                    <a:pt x="8449425" y="1932051"/>
                  </a:lnTo>
                  <a:lnTo>
                    <a:pt x="8404602" y="1978170"/>
                  </a:lnTo>
                  <a:lnTo>
                    <a:pt x="8359750" y="2021873"/>
                  </a:lnTo>
                  <a:lnTo>
                    <a:pt x="8314717" y="2062886"/>
                  </a:lnTo>
                  <a:lnTo>
                    <a:pt x="8269273" y="2101034"/>
                  </a:lnTo>
                  <a:lnTo>
                    <a:pt x="8223093" y="2136239"/>
                  </a:lnTo>
                  <a:lnTo>
                    <a:pt x="8175743" y="2168511"/>
                  </a:lnTo>
                  <a:lnTo>
                    <a:pt x="8151487" y="2183552"/>
                  </a:lnTo>
                  <a:lnTo>
                    <a:pt x="8104222" y="2210027"/>
                  </a:lnTo>
                  <a:lnTo>
                    <a:pt x="8054471" y="2233994"/>
                  </a:lnTo>
                  <a:lnTo>
                    <a:pt x="8001486" y="2255566"/>
                  </a:lnTo>
                  <a:lnTo>
                    <a:pt x="7944446" y="2274940"/>
                  </a:lnTo>
                  <a:lnTo>
                    <a:pt x="7882513" y="2292346"/>
                  </a:lnTo>
                  <a:lnTo>
                    <a:pt x="7814887" y="2308012"/>
                  </a:lnTo>
                  <a:lnTo>
                    <a:pt x="7740881" y="2322143"/>
                  </a:lnTo>
                  <a:lnTo>
                    <a:pt x="7660023" y="2334912"/>
                  </a:lnTo>
                  <a:lnTo>
                    <a:pt x="7572192" y="2346453"/>
                  </a:lnTo>
                  <a:lnTo>
                    <a:pt x="7477790" y="2356859"/>
                  </a:lnTo>
                  <a:lnTo>
                    <a:pt x="7377927" y="2366181"/>
                  </a:lnTo>
                  <a:lnTo>
                    <a:pt x="7274585" y="2374434"/>
                  </a:lnTo>
                  <a:lnTo>
                    <a:pt x="7170700" y="2381606"/>
                  </a:lnTo>
                  <a:lnTo>
                    <a:pt x="7070062" y="2387672"/>
                  </a:lnTo>
                  <a:lnTo>
                    <a:pt x="6976984" y="2392615"/>
                  </a:lnTo>
                  <a:lnTo>
                    <a:pt x="6895717" y="2396448"/>
                  </a:lnTo>
                  <a:lnTo>
                    <a:pt x="6829713" y="2399232"/>
                  </a:lnTo>
                  <a:lnTo>
                    <a:pt x="6780908" y="2401083"/>
                  </a:lnTo>
                  <a:lnTo>
                    <a:pt x="6749254" y="2402168"/>
                  </a:lnTo>
                  <a:lnTo>
                    <a:pt x="6732597" y="2402685"/>
                  </a:lnTo>
                  <a:lnTo>
                    <a:pt x="6726864" y="2402847"/>
                  </a:lnTo>
                  <a:lnTo>
                    <a:pt x="6726343" y="2402861"/>
                  </a:lnTo>
                  <a:lnTo>
                    <a:pt x="5254955" y="2402861"/>
                  </a:lnTo>
                  <a:lnTo>
                    <a:pt x="5253785" y="2402804"/>
                  </a:lnTo>
                  <a:lnTo>
                    <a:pt x="5246095" y="2402398"/>
                  </a:lnTo>
                  <a:lnTo>
                    <a:pt x="5226727" y="2401276"/>
                  </a:lnTo>
                  <a:lnTo>
                    <a:pt x="5192139" y="2399068"/>
                  </a:lnTo>
                  <a:lnTo>
                    <a:pt x="5140669" y="2395432"/>
                  </a:lnTo>
                  <a:lnTo>
                    <a:pt x="5072653" y="2390091"/>
                  </a:lnTo>
                  <a:lnTo>
                    <a:pt x="4990257" y="2382859"/>
                  </a:lnTo>
                  <a:lnTo>
                    <a:pt x="4896977" y="2373643"/>
                  </a:lnTo>
                  <a:lnTo>
                    <a:pt x="4796956" y="2362431"/>
                  </a:lnTo>
                  <a:lnTo>
                    <a:pt x="4694302" y="2349258"/>
                  </a:lnTo>
                  <a:lnTo>
                    <a:pt x="4592567" y="2334166"/>
                  </a:lnTo>
                  <a:lnTo>
                    <a:pt x="4494470" y="2317173"/>
                  </a:lnTo>
                  <a:lnTo>
                    <a:pt x="4401829" y="2298247"/>
                  </a:lnTo>
                  <a:lnTo>
                    <a:pt x="4315645" y="2277292"/>
                  </a:lnTo>
                  <a:lnTo>
                    <a:pt x="4236259" y="2254139"/>
                  </a:lnTo>
                  <a:lnTo>
                    <a:pt x="4163531" y="2228549"/>
                  </a:lnTo>
                  <a:lnTo>
                    <a:pt x="4096994" y="2200215"/>
                  </a:lnTo>
                  <a:lnTo>
                    <a:pt x="4035982" y="2168774"/>
                  </a:lnTo>
                  <a:lnTo>
                    <a:pt x="3979724" y="2133827"/>
                  </a:lnTo>
                  <a:lnTo>
                    <a:pt x="3927414" y="2094971"/>
                  </a:lnTo>
                  <a:lnTo>
                    <a:pt x="3878263" y="2051857"/>
                  </a:lnTo>
                  <a:lnTo>
                    <a:pt x="3831550" y="2004284"/>
                  </a:lnTo>
                  <a:lnTo>
                    <a:pt x="3829811" y="2002384"/>
                  </a:lnTo>
                  <a:lnTo>
                    <a:pt x="3789680" y="1955949"/>
                  </a:lnTo>
                  <a:lnTo>
                    <a:pt x="3750609" y="1905874"/>
                  </a:lnTo>
                  <a:lnTo>
                    <a:pt x="3712290" y="1852087"/>
                  </a:lnTo>
                  <a:lnTo>
                    <a:pt x="3674478" y="1794584"/>
                  </a:lnTo>
                  <a:lnTo>
                    <a:pt x="3636983" y="1733437"/>
                  </a:lnTo>
                  <a:lnTo>
                    <a:pt x="3599658" y="1668804"/>
                  </a:lnTo>
                  <a:lnTo>
                    <a:pt x="3562401" y="1600926"/>
                  </a:lnTo>
                  <a:lnTo>
                    <a:pt x="3525139" y="1530135"/>
                  </a:lnTo>
                  <a:lnTo>
                    <a:pt x="3487832" y="1456846"/>
                  </a:lnTo>
                  <a:lnTo>
                    <a:pt x="3450466" y="1381552"/>
                  </a:lnTo>
                  <a:lnTo>
                    <a:pt x="3413045" y="1304808"/>
                  </a:lnTo>
                  <a:lnTo>
                    <a:pt x="3375587" y="1227219"/>
                  </a:lnTo>
                  <a:lnTo>
                    <a:pt x="3338119" y="1149418"/>
                  </a:lnTo>
                  <a:lnTo>
                    <a:pt x="3300671" y="1072044"/>
                  </a:lnTo>
                  <a:lnTo>
                    <a:pt x="3263267" y="995724"/>
                  </a:lnTo>
                  <a:lnTo>
                    <a:pt x="3225921" y="921047"/>
                  </a:lnTo>
                  <a:lnTo>
                    <a:pt x="3188633" y="848549"/>
                  </a:lnTo>
                  <a:lnTo>
                    <a:pt x="3151378" y="778698"/>
                  </a:lnTo>
                  <a:lnTo>
                    <a:pt x="3114107" y="711882"/>
                  </a:lnTo>
                  <a:lnTo>
                    <a:pt x="3076739" y="648401"/>
                  </a:lnTo>
                  <a:lnTo>
                    <a:pt x="3039155" y="588470"/>
                  </a:lnTo>
                  <a:lnTo>
                    <a:pt x="3001196" y="532216"/>
                  </a:lnTo>
                  <a:lnTo>
                    <a:pt x="2962654" y="479685"/>
                  </a:lnTo>
                  <a:lnTo>
                    <a:pt x="2923263" y="430849"/>
                  </a:lnTo>
                  <a:lnTo>
                    <a:pt x="2896531" y="400476"/>
                  </a:lnTo>
                  <a:lnTo>
                    <a:pt x="2849898" y="352733"/>
                  </a:lnTo>
                  <a:lnTo>
                    <a:pt x="2800853" y="309452"/>
                  </a:lnTo>
                  <a:lnTo>
                    <a:pt x="2748677" y="270439"/>
                  </a:lnTo>
                  <a:lnTo>
                    <a:pt x="2692585" y="235351"/>
                  </a:lnTo>
                  <a:lnTo>
                    <a:pt x="2631768" y="203784"/>
                  </a:lnTo>
                  <a:lnTo>
                    <a:pt x="2565454" y="175338"/>
                  </a:lnTo>
                  <a:lnTo>
                    <a:pt x="2492972" y="149649"/>
                  </a:lnTo>
                  <a:lnTo>
                    <a:pt x="2413845" y="126409"/>
                  </a:lnTo>
                  <a:lnTo>
                    <a:pt x="2327917" y="105373"/>
                  </a:lnTo>
                  <a:lnTo>
                    <a:pt x="2235509" y="86373"/>
                  </a:lnTo>
                  <a:lnTo>
                    <a:pt x="2137592" y="69307"/>
                  </a:lnTo>
                  <a:lnTo>
                    <a:pt x="2035952" y="54143"/>
                  </a:lnTo>
                  <a:lnTo>
                    <a:pt x="1933272" y="40895"/>
                  </a:lnTo>
                  <a:lnTo>
                    <a:pt x="1833077" y="29608"/>
                  </a:lnTo>
                  <a:lnTo>
                    <a:pt x="1739463" y="20316"/>
                  </a:lnTo>
                  <a:lnTo>
                    <a:pt x="1656583" y="13009"/>
                  </a:lnTo>
                  <a:lnTo>
                    <a:pt x="1587969" y="7599"/>
                  </a:lnTo>
                  <a:lnTo>
                    <a:pt x="1535850" y="3903"/>
                  </a:lnTo>
                  <a:lnTo>
                    <a:pt x="1500637" y="1646"/>
                  </a:lnTo>
                  <a:lnTo>
                    <a:pt x="1480743" y="490"/>
                  </a:lnTo>
                  <a:lnTo>
                    <a:pt x="1472694" y="63"/>
                  </a:lnTo>
                  <a:lnTo>
                    <a:pt x="1471387" y="0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32" name="pg332"/>
            <p:cNvSpPr/>
            <p:nvPr/>
          </p:nvSpPr>
          <p:spPr>
            <a:xfrm>
              <a:off x="4799595" y="5069673"/>
              <a:ext cx="11981298" cy="2419207"/>
            </a:xfrm>
            <a:custGeom>
              <a:avLst/>
              <a:pathLst>
                <a:path w="11981298" h="2419207">
                  <a:moveTo>
                    <a:pt x="0" y="8172"/>
                  </a:moveTo>
                  <a:lnTo>
                    <a:pt x="1471387" y="8172"/>
                  </a:lnTo>
                  <a:lnTo>
                    <a:pt x="1472557" y="8230"/>
                  </a:lnTo>
                  <a:lnTo>
                    <a:pt x="1480244" y="8637"/>
                  </a:lnTo>
                  <a:lnTo>
                    <a:pt x="1499606" y="9762"/>
                  </a:lnTo>
                  <a:lnTo>
                    <a:pt x="1534181" y="11977"/>
                  </a:lnTo>
                  <a:lnTo>
                    <a:pt x="1585636" y="15624"/>
                  </a:lnTo>
                  <a:lnTo>
                    <a:pt x="1653633" y="20981"/>
                  </a:lnTo>
                  <a:lnTo>
                    <a:pt x="1736008" y="28236"/>
                  </a:lnTo>
                  <a:lnTo>
                    <a:pt x="1829268" y="37480"/>
                  </a:lnTo>
                  <a:lnTo>
                    <a:pt x="1929271" y="48726"/>
                  </a:lnTo>
                  <a:lnTo>
                    <a:pt x="2031913" y="61940"/>
                  </a:lnTo>
                  <a:lnTo>
                    <a:pt x="2133638" y="77079"/>
                  </a:lnTo>
                  <a:lnTo>
                    <a:pt x="2231729" y="94125"/>
                  </a:lnTo>
                  <a:lnTo>
                    <a:pt x="2324368" y="113110"/>
                  </a:lnTo>
                  <a:lnTo>
                    <a:pt x="2410553" y="134130"/>
                  </a:lnTo>
                  <a:lnTo>
                    <a:pt x="2489941" y="157355"/>
                  </a:lnTo>
                  <a:lnTo>
                    <a:pt x="2562672" y="183024"/>
                  </a:lnTo>
                  <a:lnTo>
                    <a:pt x="2629213" y="211445"/>
                  </a:lnTo>
                  <a:lnTo>
                    <a:pt x="2690229" y="242981"/>
                  </a:lnTo>
                  <a:lnTo>
                    <a:pt x="2746490" y="278034"/>
                  </a:lnTo>
                  <a:lnTo>
                    <a:pt x="2798802" y="317008"/>
                  </a:lnTo>
                  <a:lnTo>
                    <a:pt x="2847954" y="360252"/>
                  </a:lnTo>
                  <a:lnTo>
                    <a:pt x="2894666" y="407968"/>
                  </a:lnTo>
                  <a:lnTo>
                    <a:pt x="2896531" y="410012"/>
                  </a:lnTo>
                  <a:lnTo>
                    <a:pt x="2936612" y="456543"/>
                  </a:lnTo>
                  <a:lnTo>
                    <a:pt x="2975635" y="506718"/>
                  </a:lnTo>
                  <a:lnTo>
                    <a:pt x="3013908" y="560607"/>
                  </a:lnTo>
                  <a:lnTo>
                    <a:pt x="3051673" y="618217"/>
                  </a:lnTo>
                  <a:lnTo>
                    <a:pt x="3089123" y="679473"/>
                  </a:lnTo>
                  <a:lnTo>
                    <a:pt x="3126400" y="744221"/>
                  </a:lnTo>
                  <a:lnTo>
                    <a:pt x="3163611" y="812218"/>
                  </a:lnTo>
                  <a:lnTo>
                    <a:pt x="3200825" y="883134"/>
                  </a:lnTo>
                  <a:lnTo>
                    <a:pt x="3238084" y="956554"/>
                  </a:lnTo>
                  <a:lnTo>
                    <a:pt x="3275402" y="1031988"/>
                  </a:lnTo>
                  <a:lnTo>
                    <a:pt x="3312775" y="1108879"/>
                  </a:lnTo>
                  <a:lnTo>
                    <a:pt x="3350185" y="1186626"/>
                  </a:lnTo>
                  <a:lnTo>
                    <a:pt x="3387605" y="1264594"/>
                  </a:lnTo>
                  <a:lnTo>
                    <a:pt x="3425007" y="1342145"/>
                  </a:lnTo>
                  <a:lnTo>
                    <a:pt x="3462365" y="1418653"/>
                  </a:lnTo>
                  <a:lnTo>
                    <a:pt x="3499664" y="1493527"/>
                  </a:lnTo>
                  <a:lnTo>
                    <a:pt x="3536906" y="1566230"/>
                  </a:lnTo>
                  <a:lnTo>
                    <a:pt x="3574114" y="1636293"/>
                  </a:lnTo>
                  <a:lnTo>
                    <a:pt x="3611336" y="1703327"/>
                  </a:lnTo>
                  <a:lnTo>
                    <a:pt x="3648653" y="1767028"/>
                  </a:lnTo>
                  <a:lnTo>
                    <a:pt x="3686182" y="1827181"/>
                  </a:lnTo>
                  <a:lnTo>
                    <a:pt x="3724080" y="1883656"/>
                  </a:lnTo>
                  <a:lnTo>
                    <a:pt x="3762554" y="1936406"/>
                  </a:lnTo>
                  <a:lnTo>
                    <a:pt x="3801865" y="1985455"/>
                  </a:lnTo>
                  <a:lnTo>
                    <a:pt x="3829811" y="2017368"/>
                  </a:lnTo>
                  <a:lnTo>
                    <a:pt x="3876438" y="2065268"/>
                  </a:lnTo>
                  <a:lnTo>
                    <a:pt x="3925477" y="2108692"/>
                  </a:lnTo>
                  <a:lnTo>
                    <a:pt x="3977644" y="2147833"/>
                  </a:lnTo>
                  <a:lnTo>
                    <a:pt x="4033729" y="2183039"/>
                  </a:lnTo>
                  <a:lnTo>
                    <a:pt x="4094535" y="2214711"/>
                  </a:lnTo>
                  <a:lnTo>
                    <a:pt x="4160836" y="2243252"/>
                  </a:lnTo>
                  <a:lnTo>
                    <a:pt x="4233304" y="2269027"/>
                  </a:lnTo>
                  <a:lnTo>
                    <a:pt x="4312415" y="2292346"/>
                  </a:lnTo>
                  <a:lnTo>
                    <a:pt x="4398325" y="2313452"/>
                  </a:lnTo>
                  <a:lnTo>
                    <a:pt x="4490715" y="2332518"/>
                  </a:lnTo>
                  <a:lnTo>
                    <a:pt x="4588613" y="2349642"/>
                  </a:lnTo>
                  <a:lnTo>
                    <a:pt x="4690237" y="2364858"/>
                  </a:lnTo>
                  <a:lnTo>
                    <a:pt x="4792905" y="2378152"/>
                  </a:lnTo>
                  <a:lnTo>
                    <a:pt x="4893094" y="2389479"/>
                  </a:lnTo>
                  <a:lnTo>
                    <a:pt x="4986712" y="2398806"/>
                  </a:lnTo>
                  <a:lnTo>
                    <a:pt x="5069607" y="2406140"/>
                  </a:lnTo>
                  <a:lnTo>
                    <a:pt x="5138244" y="2411572"/>
                  </a:lnTo>
                  <a:lnTo>
                    <a:pt x="5190395" y="2415284"/>
                  </a:lnTo>
                  <a:lnTo>
                    <a:pt x="5225641" y="2417551"/>
                  </a:lnTo>
                  <a:lnTo>
                    <a:pt x="5245566" y="2418714"/>
                  </a:lnTo>
                  <a:lnTo>
                    <a:pt x="5253639" y="2419143"/>
                  </a:lnTo>
                  <a:lnTo>
                    <a:pt x="5254955" y="2419207"/>
                  </a:lnTo>
                  <a:lnTo>
                    <a:pt x="6726343" y="2419207"/>
                  </a:lnTo>
                  <a:lnTo>
                    <a:pt x="6727571" y="2419185"/>
                  </a:lnTo>
                  <a:lnTo>
                    <a:pt x="6735632" y="2419030"/>
                  </a:lnTo>
                  <a:lnTo>
                    <a:pt x="6755906" y="2418601"/>
                  </a:lnTo>
                  <a:lnTo>
                    <a:pt x="6792034" y="2417756"/>
                  </a:lnTo>
                  <a:lnTo>
                    <a:pt x="6845643" y="2416367"/>
                  </a:lnTo>
                  <a:lnTo>
                    <a:pt x="6916226" y="2414330"/>
                  </a:lnTo>
                  <a:lnTo>
                    <a:pt x="7001356" y="2411576"/>
                  </a:lnTo>
                  <a:lnTo>
                    <a:pt x="7097256" y="2408075"/>
                  </a:lnTo>
                  <a:lnTo>
                    <a:pt x="7199545" y="2403824"/>
                  </a:lnTo>
                  <a:lnTo>
                    <a:pt x="7303965" y="2398838"/>
                  </a:lnTo>
                  <a:lnTo>
                    <a:pt x="7406909" y="2393132"/>
                  </a:lnTo>
                  <a:lnTo>
                    <a:pt x="7505686" y="2386711"/>
                  </a:lnTo>
                  <a:lnTo>
                    <a:pt x="7598559" y="2379558"/>
                  </a:lnTo>
                  <a:lnTo>
                    <a:pt x="7684635" y="2371630"/>
                  </a:lnTo>
                  <a:lnTo>
                    <a:pt x="7763683" y="2362857"/>
                  </a:lnTo>
                  <a:lnTo>
                    <a:pt x="7835947" y="2353141"/>
                  </a:lnTo>
                  <a:lnTo>
                    <a:pt x="7901979" y="2342359"/>
                  </a:lnTo>
                  <a:lnTo>
                    <a:pt x="7962520" y="2330367"/>
                  </a:lnTo>
                  <a:lnTo>
                    <a:pt x="8018395" y="2317010"/>
                  </a:lnTo>
                  <a:lnTo>
                    <a:pt x="8070450" y="2302139"/>
                  </a:lnTo>
                  <a:lnTo>
                    <a:pt x="8119497" y="2285634"/>
                  </a:lnTo>
                  <a:lnTo>
                    <a:pt x="8151487" y="2273455"/>
                  </a:lnTo>
                  <a:lnTo>
                    <a:pt x="8203356" y="2251265"/>
                  </a:lnTo>
                  <a:lnTo>
                    <a:pt x="8253600" y="2226828"/>
                  </a:lnTo>
                  <a:lnTo>
                    <a:pt x="8302828" y="2200110"/>
                  </a:lnTo>
                  <a:lnTo>
                    <a:pt x="8351489" y="2171154"/>
                  </a:lnTo>
                  <a:lnTo>
                    <a:pt x="8399897" y="2140087"/>
                  </a:lnTo>
                  <a:lnTo>
                    <a:pt x="8448254" y="2107127"/>
                  </a:lnTo>
                  <a:lnTo>
                    <a:pt x="8496673" y="2072580"/>
                  </a:lnTo>
                  <a:lnTo>
                    <a:pt x="8545192" y="2036834"/>
                  </a:lnTo>
                  <a:lnTo>
                    <a:pt x="8593793" y="2000339"/>
                  </a:lnTo>
                  <a:lnTo>
                    <a:pt x="8642425" y="1963591"/>
                  </a:lnTo>
                  <a:lnTo>
                    <a:pt x="8691026" y="1927096"/>
                  </a:lnTo>
                  <a:lnTo>
                    <a:pt x="8739544" y="1891349"/>
                  </a:lnTo>
                  <a:lnTo>
                    <a:pt x="8787964" y="1856801"/>
                  </a:lnTo>
                  <a:lnTo>
                    <a:pt x="8836321" y="1823839"/>
                  </a:lnTo>
                  <a:lnTo>
                    <a:pt x="8884728" y="1792771"/>
                  </a:lnTo>
                  <a:lnTo>
                    <a:pt x="8933389" y="1763814"/>
                  </a:lnTo>
                  <a:lnTo>
                    <a:pt x="8982617" y="1737094"/>
                  </a:lnTo>
                  <a:lnTo>
                    <a:pt x="9032860" y="1712655"/>
                  </a:lnTo>
                  <a:lnTo>
                    <a:pt x="9084767" y="1690448"/>
                  </a:lnTo>
                  <a:lnTo>
                    <a:pt x="9132189" y="1672798"/>
                  </a:lnTo>
                  <a:lnTo>
                    <a:pt x="9182116" y="1656826"/>
                  </a:lnTo>
                  <a:lnTo>
                    <a:pt x="9235304" y="1642456"/>
                  </a:lnTo>
                  <a:lnTo>
                    <a:pt x="9292581" y="1629553"/>
                  </a:lnTo>
                  <a:lnTo>
                    <a:pt x="9354794" y="1617965"/>
                  </a:lnTo>
                  <a:lnTo>
                    <a:pt x="9422749" y="1607540"/>
                  </a:lnTo>
                  <a:lnTo>
                    <a:pt x="9497137" y="1598138"/>
                  </a:lnTo>
                  <a:lnTo>
                    <a:pt x="9578430" y="1589645"/>
                  </a:lnTo>
                  <a:lnTo>
                    <a:pt x="9666737" y="1581972"/>
                  </a:lnTo>
                  <a:lnTo>
                    <a:pt x="9761636" y="1575056"/>
                  </a:lnTo>
                  <a:lnTo>
                    <a:pt x="9861982" y="1568865"/>
                  </a:lnTo>
                  <a:lnTo>
                    <a:pt x="9965738" y="1563389"/>
                  </a:lnTo>
                  <a:lnTo>
                    <a:pt x="10069907" y="1558636"/>
                  </a:lnTo>
                  <a:lnTo>
                    <a:pt x="10170631" y="1554625"/>
                  </a:lnTo>
                  <a:lnTo>
                    <a:pt x="10263544" y="1551364"/>
                  </a:lnTo>
                  <a:lnTo>
                    <a:pt x="10344375" y="1548845"/>
                  </a:lnTo>
                  <a:lnTo>
                    <a:pt x="10409700" y="1547025"/>
                  </a:lnTo>
                  <a:lnTo>
                    <a:pt x="10457662" y="1545823"/>
                  </a:lnTo>
                  <a:lnTo>
                    <a:pt x="10488432" y="1545126"/>
                  </a:lnTo>
                  <a:lnTo>
                    <a:pt x="10504308" y="1544800"/>
                  </a:lnTo>
                  <a:lnTo>
                    <a:pt x="10509518" y="1544703"/>
                  </a:lnTo>
                  <a:lnTo>
                    <a:pt x="10509911" y="1544696"/>
                  </a:lnTo>
                  <a:lnTo>
                    <a:pt x="11981298" y="1544696"/>
                  </a:lnTo>
                  <a:lnTo>
                    <a:pt x="11981298" y="1536523"/>
                  </a:lnTo>
                  <a:lnTo>
                    <a:pt x="10509911" y="1536523"/>
                  </a:lnTo>
                  <a:lnTo>
                    <a:pt x="10508682" y="1536545"/>
                  </a:lnTo>
                  <a:lnTo>
                    <a:pt x="10500621" y="1536700"/>
                  </a:lnTo>
                  <a:lnTo>
                    <a:pt x="10480347" y="1537129"/>
                  </a:lnTo>
                  <a:lnTo>
                    <a:pt x="10444219" y="1537974"/>
                  </a:lnTo>
                  <a:lnTo>
                    <a:pt x="10390610" y="1539363"/>
                  </a:lnTo>
                  <a:lnTo>
                    <a:pt x="10320028" y="1541400"/>
                  </a:lnTo>
                  <a:lnTo>
                    <a:pt x="10234897" y="1544154"/>
                  </a:lnTo>
                  <a:lnTo>
                    <a:pt x="10138997" y="1547655"/>
                  </a:lnTo>
                  <a:lnTo>
                    <a:pt x="10036708" y="1551906"/>
                  </a:lnTo>
                  <a:lnTo>
                    <a:pt x="9932288" y="1556892"/>
                  </a:lnTo>
                  <a:lnTo>
                    <a:pt x="9829345" y="1562598"/>
                  </a:lnTo>
                  <a:lnTo>
                    <a:pt x="9730568" y="1569019"/>
                  </a:lnTo>
                  <a:lnTo>
                    <a:pt x="9637694" y="1576172"/>
                  </a:lnTo>
                  <a:lnTo>
                    <a:pt x="9551618" y="1584100"/>
                  </a:lnTo>
                  <a:lnTo>
                    <a:pt x="9472570" y="1592873"/>
                  </a:lnTo>
                  <a:lnTo>
                    <a:pt x="9400307" y="1602589"/>
                  </a:lnTo>
                  <a:lnTo>
                    <a:pt x="9334274" y="1613371"/>
                  </a:lnTo>
                  <a:lnTo>
                    <a:pt x="9273733" y="1625363"/>
                  </a:lnTo>
                  <a:lnTo>
                    <a:pt x="9217859" y="1638720"/>
                  </a:lnTo>
                  <a:lnTo>
                    <a:pt x="9165803" y="1653591"/>
                  </a:lnTo>
                  <a:lnTo>
                    <a:pt x="9116757" y="1670096"/>
                  </a:lnTo>
                  <a:lnTo>
                    <a:pt x="9084767" y="1682275"/>
                  </a:lnTo>
                  <a:lnTo>
                    <a:pt x="9032897" y="1704465"/>
                  </a:lnTo>
                  <a:lnTo>
                    <a:pt x="8982654" y="1728903"/>
                  </a:lnTo>
                  <a:lnTo>
                    <a:pt x="8933425" y="1755620"/>
                  </a:lnTo>
                  <a:lnTo>
                    <a:pt x="8884764" y="1784576"/>
                  </a:lnTo>
                  <a:lnTo>
                    <a:pt x="8836357" y="1815643"/>
                  </a:lnTo>
                  <a:lnTo>
                    <a:pt x="8787999" y="1848603"/>
                  </a:lnTo>
                  <a:lnTo>
                    <a:pt x="8739580" y="1883150"/>
                  </a:lnTo>
                  <a:lnTo>
                    <a:pt x="8691061" y="1918896"/>
                  </a:lnTo>
                  <a:lnTo>
                    <a:pt x="8642461" y="1955391"/>
                  </a:lnTo>
                  <a:lnTo>
                    <a:pt x="8593828" y="1992139"/>
                  </a:lnTo>
                  <a:lnTo>
                    <a:pt x="8545228" y="2028634"/>
                  </a:lnTo>
                  <a:lnTo>
                    <a:pt x="8496709" y="2064382"/>
                  </a:lnTo>
                  <a:lnTo>
                    <a:pt x="8448290" y="2098929"/>
                  </a:lnTo>
                  <a:lnTo>
                    <a:pt x="8399932" y="2131891"/>
                  </a:lnTo>
                  <a:lnTo>
                    <a:pt x="8351525" y="2162959"/>
                  </a:lnTo>
                  <a:lnTo>
                    <a:pt x="8302864" y="2191916"/>
                  </a:lnTo>
                  <a:lnTo>
                    <a:pt x="8253636" y="2218636"/>
                  </a:lnTo>
                  <a:lnTo>
                    <a:pt x="8203393" y="2243075"/>
                  </a:lnTo>
                  <a:lnTo>
                    <a:pt x="8151487" y="2265282"/>
                  </a:lnTo>
                  <a:lnTo>
                    <a:pt x="8104064" y="2282932"/>
                  </a:lnTo>
                  <a:lnTo>
                    <a:pt x="8054137" y="2298904"/>
                  </a:lnTo>
                  <a:lnTo>
                    <a:pt x="8000950" y="2313275"/>
                  </a:lnTo>
                  <a:lnTo>
                    <a:pt x="7943672" y="2326177"/>
                  </a:lnTo>
                  <a:lnTo>
                    <a:pt x="7881459" y="2337765"/>
                  </a:lnTo>
                  <a:lnTo>
                    <a:pt x="7813504" y="2348191"/>
                  </a:lnTo>
                  <a:lnTo>
                    <a:pt x="7739116" y="2357592"/>
                  </a:lnTo>
                  <a:lnTo>
                    <a:pt x="7657823" y="2366085"/>
                  </a:lnTo>
                  <a:lnTo>
                    <a:pt x="7569516" y="2373758"/>
                  </a:lnTo>
                  <a:lnTo>
                    <a:pt x="7474617" y="2380674"/>
                  </a:lnTo>
                  <a:lnTo>
                    <a:pt x="7374272" y="2386865"/>
                  </a:lnTo>
                  <a:lnTo>
                    <a:pt x="7270516" y="2392341"/>
                  </a:lnTo>
                  <a:lnTo>
                    <a:pt x="7166347" y="2397094"/>
                  </a:lnTo>
                  <a:lnTo>
                    <a:pt x="7065622" y="2401106"/>
                  </a:lnTo>
                  <a:lnTo>
                    <a:pt x="6972709" y="2404366"/>
                  </a:lnTo>
                  <a:lnTo>
                    <a:pt x="6891879" y="2406885"/>
                  </a:lnTo>
                  <a:lnTo>
                    <a:pt x="6826554" y="2408706"/>
                  </a:lnTo>
                  <a:lnTo>
                    <a:pt x="6778591" y="2409907"/>
                  </a:lnTo>
                  <a:lnTo>
                    <a:pt x="6747821" y="2410604"/>
                  </a:lnTo>
                  <a:lnTo>
                    <a:pt x="6731945" y="2410930"/>
                  </a:lnTo>
                  <a:lnTo>
                    <a:pt x="6726735" y="2411027"/>
                  </a:lnTo>
                  <a:lnTo>
                    <a:pt x="6726343" y="2411034"/>
                  </a:lnTo>
                  <a:lnTo>
                    <a:pt x="5254955" y="2411034"/>
                  </a:lnTo>
                  <a:lnTo>
                    <a:pt x="5253785" y="2410977"/>
                  </a:lnTo>
                  <a:lnTo>
                    <a:pt x="5246098" y="2410570"/>
                  </a:lnTo>
                  <a:lnTo>
                    <a:pt x="5226737" y="2409445"/>
                  </a:lnTo>
                  <a:lnTo>
                    <a:pt x="5192161" y="2407230"/>
                  </a:lnTo>
                  <a:lnTo>
                    <a:pt x="5140706" y="2403583"/>
                  </a:lnTo>
                  <a:lnTo>
                    <a:pt x="5072709" y="2398226"/>
                  </a:lnTo>
                  <a:lnTo>
                    <a:pt x="4990334" y="2390971"/>
                  </a:lnTo>
                  <a:lnTo>
                    <a:pt x="4897074" y="2381727"/>
                  </a:lnTo>
                  <a:lnTo>
                    <a:pt x="4797071" y="2370480"/>
                  </a:lnTo>
                  <a:lnTo>
                    <a:pt x="4694430" y="2357266"/>
                  </a:lnTo>
                  <a:lnTo>
                    <a:pt x="4592704" y="2342127"/>
                  </a:lnTo>
                  <a:lnTo>
                    <a:pt x="4494613" y="2325081"/>
                  </a:lnTo>
                  <a:lnTo>
                    <a:pt x="4401974" y="2306097"/>
                  </a:lnTo>
                  <a:lnTo>
                    <a:pt x="4315789" y="2285076"/>
                  </a:lnTo>
                  <a:lnTo>
                    <a:pt x="4236401" y="2261852"/>
                  </a:lnTo>
                  <a:lnTo>
                    <a:pt x="4163670" y="2236183"/>
                  </a:lnTo>
                  <a:lnTo>
                    <a:pt x="4097129" y="2207762"/>
                  </a:lnTo>
                  <a:lnTo>
                    <a:pt x="4036113" y="2176225"/>
                  </a:lnTo>
                  <a:lnTo>
                    <a:pt x="3979852" y="2141172"/>
                  </a:lnTo>
                  <a:lnTo>
                    <a:pt x="3927540" y="2102199"/>
                  </a:lnTo>
                  <a:lnTo>
                    <a:pt x="3878389" y="2058955"/>
                  </a:lnTo>
                  <a:lnTo>
                    <a:pt x="3831676" y="2011238"/>
                  </a:lnTo>
                  <a:lnTo>
                    <a:pt x="3829811" y="2009195"/>
                  </a:lnTo>
                  <a:lnTo>
                    <a:pt x="3789730" y="1962663"/>
                  </a:lnTo>
                  <a:lnTo>
                    <a:pt x="3750707" y="1912489"/>
                  </a:lnTo>
                  <a:lnTo>
                    <a:pt x="3712435" y="1858599"/>
                  </a:lnTo>
                  <a:lnTo>
                    <a:pt x="3674669" y="1800990"/>
                  </a:lnTo>
                  <a:lnTo>
                    <a:pt x="3637220" y="1739734"/>
                  </a:lnTo>
                  <a:lnTo>
                    <a:pt x="3599942" y="1674986"/>
                  </a:lnTo>
                  <a:lnTo>
                    <a:pt x="3562731" y="1606989"/>
                  </a:lnTo>
                  <a:lnTo>
                    <a:pt x="3525517" y="1536073"/>
                  </a:lnTo>
                  <a:lnTo>
                    <a:pt x="3488258" y="1462653"/>
                  </a:lnTo>
                  <a:lnTo>
                    <a:pt x="3450940" y="1387219"/>
                  </a:lnTo>
                  <a:lnTo>
                    <a:pt x="3413567" y="1310327"/>
                  </a:lnTo>
                  <a:lnTo>
                    <a:pt x="3376157" y="1232581"/>
                  </a:lnTo>
                  <a:lnTo>
                    <a:pt x="3338737" y="1154612"/>
                  </a:lnTo>
                  <a:lnTo>
                    <a:pt x="3301335" y="1077061"/>
                  </a:lnTo>
                  <a:lnTo>
                    <a:pt x="3263978" y="1000553"/>
                  </a:lnTo>
                  <a:lnTo>
                    <a:pt x="3226678" y="925679"/>
                  </a:lnTo>
                  <a:lnTo>
                    <a:pt x="3189436" y="852977"/>
                  </a:lnTo>
                  <a:lnTo>
                    <a:pt x="3152228" y="782914"/>
                  </a:lnTo>
                  <a:lnTo>
                    <a:pt x="3115006" y="715880"/>
                  </a:lnTo>
                  <a:lnTo>
                    <a:pt x="3077689" y="652178"/>
                  </a:lnTo>
                  <a:lnTo>
                    <a:pt x="3040160" y="592025"/>
                  </a:lnTo>
                  <a:lnTo>
                    <a:pt x="3002262" y="535550"/>
                  </a:lnTo>
                  <a:lnTo>
                    <a:pt x="2963788" y="482801"/>
                  </a:lnTo>
                  <a:lnTo>
                    <a:pt x="2924477" y="433752"/>
                  </a:lnTo>
                  <a:lnTo>
                    <a:pt x="2896531" y="401839"/>
                  </a:lnTo>
                  <a:lnTo>
                    <a:pt x="2849904" y="353939"/>
                  </a:lnTo>
                  <a:lnTo>
                    <a:pt x="2800866" y="310515"/>
                  </a:lnTo>
                  <a:lnTo>
                    <a:pt x="2748698" y="271373"/>
                  </a:lnTo>
                  <a:lnTo>
                    <a:pt x="2692614" y="236168"/>
                  </a:lnTo>
                  <a:lnTo>
                    <a:pt x="2631807" y="204495"/>
                  </a:lnTo>
                  <a:lnTo>
                    <a:pt x="2565506" y="175955"/>
                  </a:lnTo>
                  <a:lnTo>
                    <a:pt x="2493038" y="150180"/>
                  </a:lnTo>
                  <a:lnTo>
                    <a:pt x="2413928" y="126861"/>
                  </a:lnTo>
                  <a:lnTo>
                    <a:pt x="2328017" y="105754"/>
                  </a:lnTo>
                  <a:lnTo>
                    <a:pt x="2235628" y="86689"/>
                  </a:lnTo>
                  <a:lnTo>
                    <a:pt x="2137729" y="69565"/>
                  </a:lnTo>
                  <a:lnTo>
                    <a:pt x="2036105" y="54348"/>
                  </a:lnTo>
                  <a:lnTo>
                    <a:pt x="1933437" y="41055"/>
                  </a:lnTo>
                  <a:lnTo>
                    <a:pt x="1833248" y="29727"/>
                  </a:lnTo>
                  <a:lnTo>
                    <a:pt x="1739630" y="20401"/>
                  </a:lnTo>
                  <a:lnTo>
                    <a:pt x="1656735" y="13066"/>
                  </a:lnTo>
                  <a:lnTo>
                    <a:pt x="1588098" y="7634"/>
                  </a:lnTo>
                  <a:lnTo>
                    <a:pt x="1535947" y="3922"/>
                  </a:lnTo>
                  <a:lnTo>
                    <a:pt x="1500701" y="1656"/>
                  </a:lnTo>
                  <a:lnTo>
                    <a:pt x="1480776" y="493"/>
                  </a:lnTo>
                  <a:lnTo>
                    <a:pt x="1472703" y="64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333" name="pl333"/>
            <p:cNvSpPr/>
            <p:nvPr/>
          </p:nvSpPr>
          <p:spPr>
            <a:xfrm>
              <a:off x="4799595" y="5077846"/>
              <a:ext cx="11981298" cy="2411034"/>
            </a:xfrm>
            <a:custGeom>
              <a:avLst/>
              <a:pathLst>
                <a:path w="11981298" h="2411034">
                  <a:moveTo>
                    <a:pt x="0" y="0"/>
                  </a:moveTo>
                  <a:lnTo>
                    <a:pt x="1471387" y="0"/>
                  </a:lnTo>
                  <a:lnTo>
                    <a:pt x="1472557" y="57"/>
                  </a:lnTo>
                  <a:lnTo>
                    <a:pt x="1480244" y="464"/>
                  </a:lnTo>
                  <a:lnTo>
                    <a:pt x="1499606" y="1589"/>
                  </a:lnTo>
                  <a:lnTo>
                    <a:pt x="1534181" y="3804"/>
                  </a:lnTo>
                  <a:lnTo>
                    <a:pt x="1585636" y="7451"/>
                  </a:lnTo>
                  <a:lnTo>
                    <a:pt x="1653633" y="12808"/>
                  </a:lnTo>
                  <a:lnTo>
                    <a:pt x="1736008" y="20063"/>
                  </a:lnTo>
                  <a:lnTo>
                    <a:pt x="1829268" y="29307"/>
                  </a:lnTo>
                  <a:lnTo>
                    <a:pt x="1929271" y="40553"/>
                  </a:lnTo>
                  <a:lnTo>
                    <a:pt x="2031913" y="53767"/>
                  </a:lnTo>
                  <a:lnTo>
                    <a:pt x="2133638" y="68906"/>
                  </a:lnTo>
                  <a:lnTo>
                    <a:pt x="2231729" y="85952"/>
                  </a:lnTo>
                  <a:lnTo>
                    <a:pt x="2324368" y="104937"/>
                  </a:lnTo>
                  <a:lnTo>
                    <a:pt x="2410553" y="125957"/>
                  </a:lnTo>
                  <a:lnTo>
                    <a:pt x="2489941" y="149182"/>
                  </a:lnTo>
                  <a:lnTo>
                    <a:pt x="2562672" y="174851"/>
                  </a:lnTo>
                  <a:lnTo>
                    <a:pt x="2629213" y="203272"/>
                  </a:lnTo>
                  <a:lnTo>
                    <a:pt x="2690229" y="234808"/>
                  </a:lnTo>
                  <a:lnTo>
                    <a:pt x="2746490" y="269861"/>
                  </a:lnTo>
                  <a:lnTo>
                    <a:pt x="2798802" y="308835"/>
                  </a:lnTo>
                  <a:lnTo>
                    <a:pt x="2847954" y="352079"/>
                  </a:lnTo>
                  <a:lnTo>
                    <a:pt x="2894666" y="399795"/>
                  </a:lnTo>
                  <a:lnTo>
                    <a:pt x="2896531" y="401839"/>
                  </a:lnTo>
                  <a:lnTo>
                    <a:pt x="2936612" y="448370"/>
                  </a:lnTo>
                  <a:lnTo>
                    <a:pt x="2975635" y="498545"/>
                  </a:lnTo>
                  <a:lnTo>
                    <a:pt x="3013908" y="552434"/>
                  </a:lnTo>
                  <a:lnTo>
                    <a:pt x="3051673" y="610044"/>
                  </a:lnTo>
                  <a:lnTo>
                    <a:pt x="3089123" y="671300"/>
                  </a:lnTo>
                  <a:lnTo>
                    <a:pt x="3126400" y="736048"/>
                  </a:lnTo>
                  <a:lnTo>
                    <a:pt x="3163611" y="804045"/>
                  </a:lnTo>
                  <a:lnTo>
                    <a:pt x="3200825" y="874961"/>
                  </a:lnTo>
                  <a:lnTo>
                    <a:pt x="3238084" y="948381"/>
                  </a:lnTo>
                  <a:lnTo>
                    <a:pt x="3275402" y="1023815"/>
                  </a:lnTo>
                  <a:lnTo>
                    <a:pt x="3312775" y="1100706"/>
                  </a:lnTo>
                  <a:lnTo>
                    <a:pt x="3350185" y="1178453"/>
                  </a:lnTo>
                  <a:lnTo>
                    <a:pt x="3387605" y="1256421"/>
                  </a:lnTo>
                  <a:lnTo>
                    <a:pt x="3425007" y="1333972"/>
                  </a:lnTo>
                  <a:lnTo>
                    <a:pt x="3462365" y="1410480"/>
                  </a:lnTo>
                  <a:lnTo>
                    <a:pt x="3499664" y="1485354"/>
                  </a:lnTo>
                  <a:lnTo>
                    <a:pt x="3536906" y="1558057"/>
                  </a:lnTo>
                  <a:lnTo>
                    <a:pt x="3574114" y="1628120"/>
                  </a:lnTo>
                  <a:lnTo>
                    <a:pt x="3611336" y="1695154"/>
                  </a:lnTo>
                  <a:lnTo>
                    <a:pt x="3648653" y="1758855"/>
                  </a:lnTo>
                  <a:lnTo>
                    <a:pt x="3686182" y="1819008"/>
                  </a:lnTo>
                  <a:lnTo>
                    <a:pt x="3724080" y="1875483"/>
                  </a:lnTo>
                  <a:lnTo>
                    <a:pt x="3762554" y="1928233"/>
                  </a:lnTo>
                  <a:lnTo>
                    <a:pt x="3801865" y="1977282"/>
                  </a:lnTo>
                  <a:lnTo>
                    <a:pt x="3829811" y="2009195"/>
                  </a:lnTo>
                  <a:lnTo>
                    <a:pt x="3876438" y="2057095"/>
                  </a:lnTo>
                  <a:lnTo>
                    <a:pt x="3925477" y="2100519"/>
                  </a:lnTo>
                  <a:lnTo>
                    <a:pt x="3977644" y="2139660"/>
                  </a:lnTo>
                  <a:lnTo>
                    <a:pt x="4033729" y="2174866"/>
                  </a:lnTo>
                  <a:lnTo>
                    <a:pt x="4094535" y="2206538"/>
                  </a:lnTo>
                  <a:lnTo>
                    <a:pt x="4160836" y="2235079"/>
                  </a:lnTo>
                  <a:lnTo>
                    <a:pt x="4233304" y="2260854"/>
                  </a:lnTo>
                  <a:lnTo>
                    <a:pt x="4312415" y="2284173"/>
                  </a:lnTo>
                  <a:lnTo>
                    <a:pt x="4398325" y="2305279"/>
                  </a:lnTo>
                  <a:lnTo>
                    <a:pt x="4490715" y="2324345"/>
                  </a:lnTo>
                  <a:lnTo>
                    <a:pt x="4588613" y="2341469"/>
                  </a:lnTo>
                  <a:lnTo>
                    <a:pt x="4690237" y="2356685"/>
                  </a:lnTo>
                  <a:lnTo>
                    <a:pt x="4792905" y="2369979"/>
                  </a:lnTo>
                  <a:lnTo>
                    <a:pt x="4893094" y="2381306"/>
                  </a:lnTo>
                  <a:lnTo>
                    <a:pt x="4986712" y="2390633"/>
                  </a:lnTo>
                  <a:lnTo>
                    <a:pt x="5069607" y="2397967"/>
                  </a:lnTo>
                  <a:lnTo>
                    <a:pt x="5138244" y="2403399"/>
                  </a:lnTo>
                  <a:lnTo>
                    <a:pt x="5190395" y="2407111"/>
                  </a:lnTo>
                  <a:lnTo>
                    <a:pt x="5225641" y="2409378"/>
                  </a:lnTo>
                  <a:lnTo>
                    <a:pt x="5245566" y="2410541"/>
                  </a:lnTo>
                  <a:lnTo>
                    <a:pt x="5253639" y="2410970"/>
                  </a:lnTo>
                  <a:lnTo>
                    <a:pt x="5254955" y="2411034"/>
                  </a:lnTo>
                  <a:lnTo>
                    <a:pt x="5254955" y="2411034"/>
                  </a:lnTo>
                  <a:lnTo>
                    <a:pt x="6726343" y="2411034"/>
                  </a:lnTo>
                  <a:lnTo>
                    <a:pt x="6727571" y="2411012"/>
                  </a:lnTo>
                  <a:lnTo>
                    <a:pt x="6735632" y="2410857"/>
                  </a:lnTo>
                  <a:lnTo>
                    <a:pt x="6755906" y="2410428"/>
                  </a:lnTo>
                  <a:lnTo>
                    <a:pt x="6792034" y="2409583"/>
                  </a:lnTo>
                  <a:lnTo>
                    <a:pt x="6845643" y="2408194"/>
                  </a:lnTo>
                  <a:lnTo>
                    <a:pt x="6916226" y="2406157"/>
                  </a:lnTo>
                  <a:lnTo>
                    <a:pt x="7001356" y="2403403"/>
                  </a:lnTo>
                  <a:lnTo>
                    <a:pt x="7097256" y="2399902"/>
                  </a:lnTo>
                  <a:lnTo>
                    <a:pt x="7199545" y="2395651"/>
                  </a:lnTo>
                  <a:lnTo>
                    <a:pt x="7303965" y="2390665"/>
                  </a:lnTo>
                  <a:lnTo>
                    <a:pt x="7406909" y="2384959"/>
                  </a:lnTo>
                  <a:lnTo>
                    <a:pt x="7505686" y="2378538"/>
                  </a:lnTo>
                  <a:lnTo>
                    <a:pt x="7598559" y="2371385"/>
                  </a:lnTo>
                  <a:lnTo>
                    <a:pt x="7684635" y="2363457"/>
                  </a:lnTo>
                  <a:lnTo>
                    <a:pt x="7763683" y="2354684"/>
                  </a:lnTo>
                  <a:lnTo>
                    <a:pt x="7835947" y="2344968"/>
                  </a:lnTo>
                  <a:lnTo>
                    <a:pt x="7901979" y="2334186"/>
                  </a:lnTo>
                  <a:lnTo>
                    <a:pt x="7962520" y="2322194"/>
                  </a:lnTo>
                  <a:lnTo>
                    <a:pt x="8018395" y="2308837"/>
                  </a:lnTo>
                  <a:lnTo>
                    <a:pt x="8070450" y="2293966"/>
                  </a:lnTo>
                  <a:lnTo>
                    <a:pt x="8119497" y="2277461"/>
                  </a:lnTo>
                  <a:lnTo>
                    <a:pt x="8151487" y="2265282"/>
                  </a:lnTo>
                  <a:lnTo>
                    <a:pt x="8203356" y="2243092"/>
                  </a:lnTo>
                  <a:lnTo>
                    <a:pt x="8253600" y="2218655"/>
                  </a:lnTo>
                  <a:lnTo>
                    <a:pt x="8302828" y="2191937"/>
                  </a:lnTo>
                  <a:lnTo>
                    <a:pt x="8351489" y="2162981"/>
                  </a:lnTo>
                  <a:lnTo>
                    <a:pt x="8399897" y="2131914"/>
                  </a:lnTo>
                  <a:lnTo>
                    <a:pt x="8448254" y="2098954"/>
                  </a:lnTo>
                  <a:lnTo>
                    <a:pt x="8496673" y="2064407"/>
                  </a:lnTo>
                  <a:lnTo>
                    <a:pt x="8545192" y="2028661"/>
                  </a:lnTo>
                  <a:lnTo>
                    <a:pt x="8593793" y="1992166"/>
                  </a:lnTo>
                  <a:lnTo>
                    <a:pt x="8642425" y="1955418"/>
                  </a:lnTo>
                  <a:lnTo>
                    <a:pt x="8691026" y="1918923"/>
                  </a:lnTo>
                  <a:lnTo>
                    <a:pt x="8739544" y="1883176"/>
                  </a:lnTo>
                  <a:lnTo>
                    <a:pt x="8787964" y="1848628"/>
                  </a:lnTo>
                  <a:lnTo>
                    <a:pt x="8836321" y="1815666"/>
                  </a:lnTo>
                  <a:lnTo>
                    <a:pt x="8884728" y="1784598"/>
                  </a:lnTo>
                  <a:lnTo>
                    <a:pt x="8933389" y="1755641"/>
                  </a:lnTo>
                  <a:lnTo>
                    <a:pt x="8982617" y="1728921"/>
                  </a:lnTo>
                  <a:lnTo>
                    <a:pt x="9032860" y="1704482"/>
                  </a:lnTo>
                  <a:lnTo>
                    <a:pt x="9084728" y="1682291"/>
                  </a:lnTo>
                  <a:lnTo>
                    <a:pt x="9084767" y="1682275"/>
                  </a:lnTo>
                  <a:lnTo>
                    <a:pt x="9132189" y="1664625"/>
                  </a:lnTo>
                  <a:lnTo>
                    <a:pt x="9182116" y="1648653"/>
                  </a:lnTo>
                  <a:lnTo>
                    <a:pt x="9235304" y="1634283"/>
                  </a:lnTo>
                  <a:lnTo>
                    <a:pt x="9292581" y="1621380"/>
                  </a:lnTo>
                  <a:lnTo>
                    <a:pt x="9354794" y="1609792"/>
                  </a:lnTo>
                  <a:lnTo>
                    <a:pt x="9422749" y="1599367"/>
                  </a:lnTo>
                  <a:lnTo>
                    <a:pt x="9497137" y="1589965"/>
                  </a:lnTo>
                  <a:lnTo>
                    <a:pt x="9578430" y="1581472"/>
                  </a:lnTo>
                  <a:lnTo>
                    <a:pt x="9666737" y="1573799"/>
                  </a:lnTo>
                  <a:lnTo>
                    <a:pt x="9761636" y="1566883"/>
                  </a:lnTo>
                  <a:lnTo>
                    <a:pt x="9861982" y="1560692"/>
                  </a:lnTo>
                  <a:lnTo>
                    <a:pt x="9965738" y="1555216"/>
                  </a:lnTo>
                  <a:lnTo>
                    <a:pt x="10069907" y="1550463"/>
                  </a:lnTo>
                  <a:lnTo>
                    <a:pt x="10170631" y="1546452"/>
                  </a:lnTo>
                  <a:lnTo>
                    <a:pt x="10263544" y="1543191"/>
                  </a:lnTo>
                  <a:lnTo>
                    <a:pt x="10344375" y="1540672"/>
                  </a:lnTo>
                  <a:lnTo>
                    <a:pt x="10409700" y="1538852"/>
                  </a:lnTo>
                  <a:lnTo>
                    <a:pt x="10457662" y="1537650"/>
                  </a:lnTo>
                  <a:lnTo>
                    <a:pt x="10488432" y="1536953"/>
                  </a:lnTo>
                  <a:lnTo>
                    <a:pt x="10504308" y="1536627"/>
                  </a:lnTo>
                  <a:lnTo>
                    <a:pt x="10509518" y="1536530"/>
                  </a:lnTo>
                  <a:lnTo>
                    <a:pt x="10509911" y="1536523"/>
                  </a:lnTo>
                  <a:lnTo>
                    <a:pt x="11981298" y="153652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34" name="pl334"/>
            <p:cNvSpPr/>
            <p:nvPr/>
          </p:nvSpPr>
          <p:spPr>
            <a:xfrm>
              <a:off x="4799595" y="5069673"/>
              <a:ext cx="11981298" cy="2411034"/>
            </a:xfrm>
            <a:custGeom>
              <a:avLst/>
              <a:pathLst>
                <a:path w="11981298" h="2411034">
                  <a:moveTo>
                    <a:pt x="11981298" y="1536523"/>
                  </a:moveTo>
                  <a:lnTo>
                    <a:pt x="10509911" y="1536523"/>
                  </a:lnTo>
                  <a:lnTo>
                    <a:pt x="10508682" y="1536545"/>
                  </a:lnTo>
                  <a:lnTo>
                    <a:pt x="10500621" y="1536700"/>
                  </a:lnTo>
                  <a:lnTo>
                    <a:pt x="10480347" y="1537129"/>
                  </a:lnTo>
                  <a:lnTo>
                    <a:pt x="10444219" y="1537974"/>
                  </a:lnTo>
                  <a:lnTo>
                    <a:pt x="10390610" y="1539363"/>
                  </a:lnTo>
                  <a:lnTo>
                    <a:pt x="10320028" y="1541400"/>
                  </a:lnTo>
                  <a:lnTo>
                    <a:pt x="10234897" y="1544154"/>
                  </a:lnTo>
                  <a:lnTo>
                    <a:pt x="10138997" y="1547655"/>
                  </a:lnTo>
                  <a:lnTo>
                    <a:pt x="10036708" y="1551906"/>
                  </a:lnTo>
                  <a:lnTo>
                    <a:pt x="9932288" y="1556892"/>
                  </a:lnTo>
                  <a:lnTo>
                    <a:pt x="9829345" y="1562598"/>
                  </a:lnTo>
                  <a:lnTo>
                    <a:pt x="9730568" y="1569019"/>
                  </a:lnTo>
                  <a:lnTo>
                    <a:pt x="9637694" y="1576172"/>
                  </a:lnTo>
                  <a:lnTo>
                    <a:pt x="9551618" y="1584100"/>
                  </a:lnTo>
                  <a:lnTo>
                    <a:pt x="9472570" y="1592873"/>
                  </a:lnTo>
                  <a:lnTo>
                    <a:pt x="9400307" y="1602589"/>
                  </a:lnTo>
                  <a:lnTo>
                    <a:pt x="9334274" y="1613371"/>
                  </a:lnTo>
                  <a:lnTo>
                    <a:pt x="9273733" y="1625363"/>
                  </a:lnTo>
                  <a:lnTo>
                    <a:pt x="9217859" y="1638720"/>
                  </a:lnTo>
                  <a:lnTo>
                    <a:pt x="9165803" y="1653591"/>
                  </a:lnTo>
                  <a:lnTo>
                    <a:pt x="9116757" y="1670096"/>
                  </a:lnTo>
                  <a:lnTo>
                    <a:pt x="9084767" y="1682275"/>
                  </a:lnTo>
                  <a:lnTo>
                    <a:pt x="9032897" y="1704465"/>
                  </a:lnTo>
                  <a:lnTo>
                    <a:pt x="8982654" y="1728903"/>
                  </a:lnTo>
                  <a:lnTo>
                    <a:pt x="8933425" y="1755620"/>
                  </a:lnTo>
                  <a:lnTo>
                    <a:pt x="8884764" y="1784576"/>
                  </a:lnTo>
                  <a:lnTo>
                    <a:pt x="8836357" y="1815643"/>
                  </a:lnTo>
                  <a:lnTo>
                    <a:pt x="8787999" y="1848603"/>
                  </a:lnTo>
                  <a:lnTo>
                    <a:pt x="8739580" y="1883150"/>
                  </a:lnTo>
                  <a:lnTo>
                    <a:pt x="8691061" y="1918896"/>
                  </a:lnTo>
                  <a:lnTo>
                    <a:pt x="8642461" y="1955391"/>
                  </a:lnTo>
                  <a:lnTo>
                    <a:pt x="8593828" y="1992139"/>
                  </a:lnTo>
                  <a:lnTo>
                    <a:pt x="8545228" y="2028634"/>
                  </a:lnTo>
                  <a:lnTo>
                    <a:pt x="8496709" y="2064382"/>
                  </a:lnTo>
                  <a:lnTo>
                    <a:pt x="8448290" y="2098929"/>
                  </a:lnTo>
                  <a:lnTo>
                    <a:pt x="8399932" y="2131891"/>
                  </a:lnTo>
                  <a:lnTo>
                    <a:pt x="8351525" y="2162959"/>
                  </a:lnTo>
                  <a:lnTo>
                    <a:pt x="8302864" y="2191916"/>
                  </a:lnTo>
                  <a:lnTo>
                    <a:pt x="8253636" y="2218636"/>
                  </a:lnTo>
                  <a:lnTo>
                    <a:pt x="8203393" y="2243075"/>
                  </a:lnTo>
                  <a:lnTo>
                    <a:pt x="8151525" y="2265267"/>
                  </a:lnTo>
                  <a:lnTo>
                    <a:pt x="8151487" y="2265282"/>
                  </a:lnTo>
                  <a:lnTo>
                    <a:pt x="8104064" y="2282932"/>
                  </a:lnTo>
                  <a:lnTo>
                    <a:pt x="8054137" y="2298904"/>
                  </a:lnTo>
                  <a:lnTo>
                    <a:pt x="8000950" y="2313275"/>
                  </a:lnTo>
                  <a:lnTo>
                    <a:pt x="7943672" y="2326177"/>
                  </a:lnTo>
                  <a:lnTo>
                    <a:pt x="7881459" y="2337765"/>
                  </a:lnTo>
                  <a:lnTo>
                    <a:pt x="7813504" y="2348191"/>
                  </a:lnTo>
                  <a:lnTo>
                    <a:pt x="7739116" y="2357592"/>
                  </a:lnTo>
                  <a:lnTo>
                    <a:pt x="7657823" y="2366085"/>
                  </a:lnTo>
                  <a:lnTo>
                    <a:pt x="7569516" y="2373758"/>
                  </a:lnTo>
                  <a:lnTo>
                    <a:pt x="7474617" y="2380674"/>
                  </a:lnTo>
                  <a:lnTo>
                    <a:pt x="7374272" y="2386865"/>
                  </a:lnTo>
                  <a:lnTo>
                    <a:pt x="7270516" y="2392341"/>
                  </a:lnTo>
                  <a:lnTo>
                    <a:pt x="7166347" y="2397094"/>
                  </a:lnTo>
                  <a:lnTo>
                    <a:pt x="7065622" y="2401106"/>
                  </a:lnTo>
                  <a:lnTo>
                    <a:pt x="6972709" y="2404366"/>
                  </a:lnTo>
                  <a:lnTo>
                    <a:pt x="6891879" y="2406885"/>
                  </a:lnTo>
                  <a:lnTo>
                    <a:pt x="6826554" y="2408706"/>
                  </a:lnTo>
                  <a:lnTo>
                    <a:pt x="6778591" y="2409907"/>
                  </a:lnTo>
                  <a:lnTo>
                    <a:pt x="6747821" y="2410604"/>
                  </a:lnTo>
                  <a:lnTo>
                    <a:pt x="6731945" y="2410930"/>
                  </a:lnTo>
                  <a:lnTo>
                    <a:pt x="6726735" y="2411027"/>
                  </a:lnTo>
                  <a:lnTo>
                    <a:pt x="6726343" y="2411034"/>
                  </a:lnTo>
                  <a:lnTo>
                    <a:pt x="5254955" y="2411034"/>
                  </a:lnTo>
                  <a:lnTo>
                    <a:pt x="5253785" y="2410977"/>
                  </a:lnTo>
                  <a:lnTo>
                    <a:pt x="5246098" y="2410570"/>
                  </a:lnTo>
                  <a:lnTo>
                    <a:pt x="5226737" y="2409445"/>
                  </a:lnTo>
                  <a:lnTo>
                    <a:pt x="5192161" y="2407230"/>
                  </a:lnTo>
                  <a:lnTo>
                    <a:pt x="5140706" y="2403583"/>
                  </a:lnTo>
                  <a:lnTo>
                    <a:pt x="5072709" y="2398226"/>
                  </a:lnTo>
                  <a:lnTo>
                    <a:pt x="4990334" y="2390971"/>
                  </a:lnTo>
                  <a:lnTo>
                    <a:pt x="4897074" y="2381727"/>
                  </a:lnTo>
                  <a:lnTo>
                    <a:pt x="4797071" y="2370480"/>
                  </a:lnTo>
                  <a:lnTo>
                    <a:pt x="4694430" y="2357266"/>
                  </a:lnTo>
                  <a:lnTo>
                    <a:pt x="4592704" y="2342127"/>
                  </a:lnTo>
                  <a:lnTo>
                    <a:pt x="4494613" y="2325081"/>
                  </a:lnTo>
                  <a:lnTo>
                    <a:pt x="4401974" y="2306097"/>
                  </a:lnTo>
                  <a:lnTo>
                    <a:pt x="4315789" y="2285076"/>
                  </a:lnTo>
                  <a:lnTo>
                    <a:pt x="4236401" y="2261852"/>
                  </a:lnTo>
                  <a:lnTo>
                    <a:pt x="4163670" y="2236183"/>
                  </a:lnTo>
                  <a:lnTo>
                    <a:pt x="4097129" y="2207762"/>
                  </a:lnTo>
                  <a:lnTo>
                    <a:pt x="4036113" y="2176225"/>
                  </a:lnTo>
                  <a:lnTo>
                    <a:pt x="3979852" y="2141172"/>
                  </a:lnTo>
                  <a:lnTo>
                    <a:pt x="3927540" y="2102199"/>
                  </a:lnTo>
                  <a:lnTo>
                    <a:pt x="3878389" y="2058955"/>
                  </a:lnTo>
                  <a:lnTo>
                    <a:pt x="3831676" y="2011238"/>
                  </a:lnTo>
                  <a:lnTo>
                    <a:pt x="3829811" y="2009195"/>
                  </a:lnTo>
                  <a:lnTo>
                    <a:pt x="3789730" y="1962663"/>
                  </a:lnTo>
                  <a:lnTo>
                    <a:pt x="3750707" y="1912489"/>
                  </a:lnTo>
                  <a:lnTo>
                    <a:pt x="3712435" y="1858599"/>
                  </a:lnTo>
                  <a:lnTo>
                    <a:pt x="3674669" y="1800990"/>
                  </a:lnTo>
                  <a:lnTo>
                    <a:pt x="3637220" y="1739734"/>
                  </a:lnTo>
                  <a:lnTo>
                    <a:pt x="3599942" y="1674986"/>
                  </a:lnTo>
                  <a:lnTo>
                    <a:pt x="3562731" y="1606989"/>
                  </a:lnTo>
                  <a:lnTo>
                    <a:pt x="3525517" y="1536073"/>
                  </a:lnTo>
                  <a:lnTo>
                    <a:pt x="3488258" y="1462653"/>
                  </a:lnTo>
                  <a:lnTo>
                    <a:pt x="3450940" y="1387219"/>
                  </a:lnTo>
                  <a:lnTo>
                    <a:pt x="3413567" y="1310327"/>
                  </a:lnTo>
                  <a:lnTo>
                    <a:pt x="3376157" y="1232581"/>
                  </a:lnTo>
                  <a:lnTo>
                    <a:pt x="3338737" y="1154612"/>
                  </a:lnTo>
                  <a:lnTo>
                    <a:pt x="3301335" y="1077061"/>
                  </a:lnTo>
                  <a:lnTo>
                    <a:pt x="3263978" y="1000553"/>
                  </a:lnTo>
                  <a:lnTo>
                    <a:pt x="3226678" y="925679"/>
                  </a:lnTo>
                  <a:lnTo>
                    <a:pt x="3189436" y="852977"/>
                  </a:lnTo>
                  <a:lnTo>
                    <a:pt x="3152228" y="782914"/>
                  </a:lnTo>
                  <a:lnTo>
                    <a:pt x="3115006" y="715880"/>
                  </a:lnTo>
                  <a:lnTo>
                    <a:pt x="3077689" y="652178"/>
                  </a:lnTo>
                  <a:lnTo>
                    <a:pt x="3040160" y="592025"/>
                  </a:lnTo>
                  <a:lnTo>
                    <a:pt x="3002262" y="535550"/>
                  </a:lnTo>
                  <a:lnTo>
                    <a:pt x="2963788" y="482801"/>
                  </a:lnTo>
                  <a:lnTo>
                    <a:pt x="2924477" y="433752"/>
                  </a:lnTo>
                  <a:lnTo>
                    <a:pt x="2896531" y="401839"/>
                  </a:lnTo>
                  <a:lnTo>
                    <a:pt x="2849904" y="353939"/>
                  </a:lnTo>
                  <a:lnTo>
                    <a:pt x="2800866" y="310515"/>
                  </a:lnTo>
                  <a:lnTo>
                    <a:pt x="2748698" y="271373"/>
                  </a:lnTo>
                  <a:lnTo>
                    <a:pt x="2692614" y="236168"/>
                  </a:lnTo>
                  <a:lnTo>
                    <a:pt x="2631807" y="204495"/>
                  </a:lnTo>
                  <a:lnTo>
                    <a:pt x="2565506" y="175955"/>
                  </a:lnTo>
                  <a:lnTo>
                    <a:pt x="2493038" y="150180"/>
                  </a:lnTo>
                  <a:lnTo>
                    <a:pt x="2413928" y="126861"/>
                  </a:lnTo>
                  <a:lnTo>
                    <a:pt x="2328017" y="105754"/>
                  </a:lnTo>
                  <a:lnTo>
                    <a:pt x="2235628" y="86689"/>
                  </a:lnTo>
                  <a:lnTo>
                    <a:pt x="2137729" y="69565"/>
                  </a:lnTo>
                  <a:lnTo>
                    <a:pt x="2036105" y="54348"/>
                  </a:lnTo>
                  <a:lnTo>
                    <a:pt x="1933437" y="41055"/>
                  </a:lnTo>
                  <a:lnTo>
                    <a:pt x="1833248" y="29727"/>
                  </a:lnTo>
                  <a:lnTo>
                    <a:pt x="1739630" y="20401"/>
                  </a:lnTo>
                  <a:lnTo>
                    <a:pt x="1656735" y="13066"/>
                  </a:lnTo>
                  <a:lnTo>
                    <a:pt x="1588098" y="7634"/>
                  </a:lnTo>
                  <a:lnTo>
                    <a:pt x="1535947" y="3922"/>
                  </a:lnTo>
                  <a:lnTo>
                    <a:pt x="1500701" y="1656"/>
                  </a:lnTo>
                  <a:lnTo>
                    <a:pt x="1480776" y="493"/>
                  </a:lnTo>
                  <a:lnTo>
                    <a:pt x="1472703" y="64"/>
                  </a:lnTo>
                  <a:lnTo>
                    <a:pt x="1471387" y="0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35" name="pg335"/>
            <p:cNvSpPr/>
            <p:nvPr/>
          </p:nvSpPr>
          <p:spPr>
            <a:xfrm>
              <a:off x="4799595" y="5077846"/>
              <a:ext cx="11981298" cy="2525456"/>
            </a:xfrm>
            <a:custGeom>
              <a:avLst/>
              <a:pathLst>
                <a:path w="11981298" h="2525456">
                  <a:moveTo>
                    <a:pt x="0" y="16345"/>
                  </a:moveTo>
                  <a:lnTo>
                    <a:pt x="1471387" y="16345"/>
                  </a:lnTo>
                  <a:lnTo>
                    <a:pt x="1472557" y="16403"/>
                  </a:lnTo>
                  <a:lnTo>
                    <a:pt x="1480241" y="16811"/>
                  </a:lnTo>
                  <a:lnTo>
                    <a:pt x="1499596" y="17940"/>
                  </a:lnTo>
                  <a:lnTo>
                    <a:pt x="1534160" y="20161"/>
                  </a:lnTo>
                  <a:lnTo>
                    <a:pt x="1585599" y="23819"/>
                  </a:lnTo>
                  <a:lnTo>
                    <a:pt x="1653576" y="29193"/>
                  </a:lnTo>
                  <a:lnTo>
                    <a:pt x="1735931" y="36470"/>
                  </a:lnTo>
                  <a:lnTo>
                    <a:pt x="1829171" y="45742"/>
                  </a:lnTo>
                  <a:lnTo>
                    <a:pt x="1929157" y="57023"/>
                  </a:lnTo>
                  <a:lnTo>
                    <a:pt x="2031784" y="70278"/>
                  </a:lnTo>
                  <a:lnTo>
                    <a:pt x="2133500" y="85464"/>
                  </a:lnTo>
                  <a:lnTo>
                    <a:pt x="2231586" y="102562"/>
                  </a:lnTo>
                  <a:lnTo>
                    <a:pt x="2324222" y="121606"/>
                  </a:lnTo>
                  <a:lnTo>
                    <a:pt x="2410408" y="142691"/>
                  </a:lnTo>
                  <a:lnTo>
                    <a:pt x="2489798" y="165987"/>
                  </a:lnTo>
                  <a:lnTo>
                    <a:pt x="2562533" y="191735"/>
                  </a:lnTo>
                  <a:lnTo>
                    <a:pt x="2629078" y="220243"/>
                  </a:lnTo>
                  <a:lnTo>
                    <a:pt x="2690097" y="251875"/>
                  </a:lnTo>
                  <a:lnTo>
                    <a:pt x="2746361" y="287034"/>
                  </a:lnTo>
                  <a:lnTo>
                    <a:pt x="2798676" y="326125"/>
                  </a:lnTo>
                  <a:lnTo>
                    <a:pt x="2847828" y="369498"/>
                  </a:lnTo>
                  <a:lnTo>
                    <a:pt x="2894541" y="417359"/>
                  </a:lnTo>
                  <a:lnTo>
                    <a:pt x="2896531" y="419547"/>
                  </a:lnTo>
                  <a:lnTo>
                    <a:pt x="2936562" y="466175"/>
                  </a:lnTo>
                  <a:lnTo>
                    <a:pt x="2975537" y="516449"/>
                  </a:lnTo>
                  <a:lnTo>
                    <a:pt x="3013763" y="570441"/>
                  </a:lnTo>
                  <a:lnTo>
                    <a:pt x="3051483" y="628156"/>
                  </a:lnTo>
                  <a:lnTo>
                    <a:pt x="3088886" y="689521"/>
                  </a:lnTo>
                  <a:lnTo>
                    <a:pt x="3126117" y="754383"/>
                  </a:lnTo>
                  <a:lnTo>
                    <a:pt x="3163281" y="822498"/>
                  </a:lnTo>
                  <a:lnTo>
                    <a:pt x="3200448" y="893539"/>
                  </a:lnTo>
                  <a:lnTo>
                    <a:pt x="3237659" y="967090"/>
                  </a:lnTo>
                  <a:lnTo>
                    <a:pt x="3274929" y="1042663"/>
                  </a:lnTo>
                  <a:lnTo>
                    <a:pt x="3312254" y="1119702"/>
                  </a:lnTo>
                  <a:lnTo>
                    <a:pt x="3349617" y="1197605"/>
                  </a:lnTo>
                  <a:lnTo>
                    <a:pt x="3386990" y="1275741"/>
                  </a:lnTo>
                  <a:lnTo>
                    <a:pt x="3424344" y="1353469"/>
                  </a:lnTo>
                  <a:lnTo>
                    <a:pt x="3461656" y="1430163"/>
                  </a:lnTo>
                  <a:lnTo>
                    <a:pt x="3498909" y="1505234"/>
                  </a:lnTo>
                  <a:lnTo>
                    <a:pt x="3536105" y="1578141"/>
                  </a:lnTo>
                  <a:lnTo>
                    <a:pt x="3573266" y="1648416"/>
                  </a:lnTo>
                  <a:lnTo>
                    <a:pt x="3610440" y="1715667"/>
                  </a:lnTo>
                  <a:lnTo>
                    <a:pt x="3647707" y="1779589"/>
                  </a:lnTo>
                  <a:lnTo>
                    <a:pt x="3685181" y="1839963"/>
                  </a:lnTo>
                  <a:lnTo>
                    <a:pt x="3723018" y="1896660"/>
                  </a:lnTo>
                  <a:lnTo>
                    <a:pt x="3761424" y="1949627"/>
                  </a:lnTo>
                  <a:lnTo>
                    <a:pt x="3800656" y="1998889"/>
                  </a:lnTo>
                  <a:lnTo>
                    <a:pt x="3829811" y="2032352"/>
                  </a:lnTo>
                  <a:lnTo>
                    <a:pt x="3876432" y="2080408"/>
                  </a:lnTo>
                  <a:lnTo>
                    <a:pt x="3925464" y="2123975"/>
                  </a:lnTo>
                  <a:lnTo>
                    <a:pt x="3977624" y="2163246"/>
                  </a:lnTo>
                  <a:lnTo>
                    <a:pt x="4033699" y="2198567"/>
                  </a:lnTo>
                  <a:lnTo>
                    <a:pt x="4094495" y="2230345"/>
                  </a:lnTo>
                  <a:lnTo>
                    <a:pt x="4160784" y="2258981"/>
                  </a:lnTo>
                  <a:lnTo>
                    <a:pt x="4233238" y="2284842"/>
                  </a:lnTo>
                  <a:lnTo>
                    <a:pt x="4312332" y="2308239"/>
                  </a:lnTo>
                  <a:lnTo>
                    <a:pt x="4398224" y="2329417"/>
                  </a:lnTo>
                  <a:lnTo>
                    <a:pt x="4490595" y="2348547"/>
                  </a:lnTo>
                  <a:lnTo>
                    <a:pt x="4588475" y="2365729"/>
                  </a:lnTo>
                  <a:lnTo>
                    <a:pt x="4690083" y="2380999"/>
                  </a:lnTo>
                  <a:lnTo>
                    <a:pt x="4792739" y="2394339"/>
                  </a:lnTo>
                  <a:lnTo>
                    <a:pt x="4892923" y="2405706"/>
                  </a:lnTo>
                  <a:lnTo>
                    <a:pt x="4986546" y="2415067"/>
                  </a:lnTo>
                  <a:lnTo>
                    <a:pt x="5069455" y="2422429"/>
                  </a:lnTo>
                  <a:lnTo>
                    <a:pt x="5138116" y="2427882"/>
                  </a:lnTo>
                  <a:lnTo>
                    <a:pt x="5190297" y="2431610"/>
                  </a:lnTo>
                  <a:lnTo>
                    <a:pt x="5225576" y="2433887"/>
                  </a:lnTo>
                  <a:lnTo>
                    <a:pt x="5245533" y="2435056"/>
                  </a:lnTo>
                  <a:lnTo>
                    <a:pt x="5253629" y="2435488"/>
                  </a:lnTo>
                  <a:lnTo>
                    <a:pt x="5254955" y="2435553"/>
                  </a:lnTo>
                  <a:lnTo>
                    <a:pt x="6726343" y="2435553"/>
                  </a:lnTo>
                  <a:lnTo>
                    <a:pt x="6727580" y="2435555"/>
                  </a:lnTo>
                  <a:lnTo>
                    <a:pt x="6735702" y="2435571"/>
                  </a:lnTo>
                  <a:lnTo>
                    <a:pt x="6756121" y="2435616"/>
                  </a:lnTo>
                  <a:lnTo>
                    <a:pt x="6792497" y="2435703"/>
                  </a:lnTo>
                  <a:lnTo>
                    <a:pt x="6846448" y="2435847"/>
                  </a:lnTo>
                  <a:lnTo>
                    <a:pt x="6917440" y="2436058"/>
                  </a:lnTo>
                  <a:lnTo>
                    <a:pt x="7003004" y="2436343"/>
                  </a:lnTo>
                  <a:lnTo>
                    <a:pt x="7099316" y="2436706"/>
                  </a:lnTo>
                  <a:lnTo>
                    <a:pt x="7201958" y="2437145"/>
                  </a:lnTo>
                  <a:lnTo>
                    <a:pt x="7306650" y="2437661"/>
                  </a:lnTo>
                  <a:lnTo>
                    <a:pt x="7409776" y="2438251"/>
                  </a:lnTo>
                  <a:lnTo>
                    <a:pt x="7508653" y="2438915"/>
                  </a:lnTo>
                  <a:lnTo>
                    <a:pt x="7601556" y="2439655"/>
                  </a:lnTo>
                  <a:lnTo>
                    <a:pt x="7687609" y="2440475"/>
                  </a:lnTo>
                  <a:lnTo>
                    <a:pt x="7766600" y="2441383"/>
                  </a:lnTo>
                  <a:lnTo>
                    <a:pt x="7838788" y="2442388"/>
                  </a:lnTo>
                  <a:lnTo>
                    <a:pt x="7904741" y="2443505"/>
                  </a:lnTo>
                  <a:lnTo>
                    <a:pt x="7965208" y="2444747"/>
                  </a:lnTo>
                  <a:lnTo>
                    <a:pt x="8021026" y="2446130"/>
                  </a:lnTo>
                  <a:lnTo>
                    <a:pt x="8073045" y="2447671"/>
                  </a:lnTo>
                  <a:lnTo>
                    <a:pt x="8122080" y="2449382"/>
                  </a:lnTo>
                  <a:lnTo>
                    <a:pt x="8151487" y="2450537"/>
                  </a:lnTo>
                  <a:lnTo>
                    <a:pt x="8207667" y="2453022"/>
                  </a:lnTo>
                  <a:lnTo>
                    <a:pt x="8262000" y="2455779"/>
                  </a:lnTo>
                  <a:lnTo>
                    <a:pt x="8315238" y="2458812"/>
                  </a:lnTo>
                  <a:lnTo>
                    <a:pt x="8367913" y="2462113"/>
                  </a:lnTo>
                  <a:lnTo>
                    <a:pt x="8420383" y="2465661"/>
                  </a:lnTo>
                  <a:lnTo>
                    <a:pt x="8472860" y="2469424"/>
                  </a:lnTo>
                  <a:lnTo>
                    <a:pt x="8525441" y="2473355"/>
                  </a:lnTo>
                  <a:lnTo>
                    <a:pt x="8578132" y="2477400"/>
                  </a:lnTo>
                  <a:lnTo>
                    <a:pt x="8630882" y="2481496"/>
                  </a:lnTo>
                  <a:lnTo>
                    <a:pt x="8683613" y="2485575"/>
                  </a:lnTo>
                  <a:lnTo>
                    <a:pt x="8736254" y="2489573"/>
                  </a:lnTo>
                  <a:lnTo>
                    <a:pt x="8788779" y="2493429"/>
                  </a:lnTo>
                  <a:lnTo>
                    <a:pt x="8841234" y="2497093"/>
                  </a:lnTo>
                  <a:lnTo>
                    <a:pt x="8893769" y="2500525"/>
                  </a:lnTo>
                  <a:lnTo>
                    <a:pt x="8946661" y="2503698"/>
                  </a:lnTo>
                  <a:lnTo>
                    <a:pt x="9000350" y="2506598"/>
                  </a:lnTo>
                  <a:lnTo>
                    <a:pt x="9055467" y="2509222"/>
                  </a:lnTo>
                  <a:lnTo>
                    <a:pt x="9084767" y="2510472"/>
                  </a:lnTo>
                  <a:lnTo>
                    <a:pt x="9132314" y="2512291"/>
                  </a:lnTo>
                  <a:lnTo>
                    <a:pt x="9182381" y="2513937"/>
                  </a:lnTo>
                  <a:lnTo>
                    <a:pt x="9235730" y="2515417"/>
                  </a:lnTo>
                  <a:lnTo>
                    <a:pt x="9293195" y="2516745"/>
                  </a:lnTo>
                  <a:lnTo>
                    <a:pt x="9355631" y="2517938"/>
                  </a:lnTo>
                  <a:lnTo>
                    <a:pt x="9423849" y="2519011"/>
                  </a:lnTo>
                  <a:lnTo>
                    <a:pt x="9498542" y="2519979"/>
                  </a:lnTo>
                  <a:lnTo>
                    <a:pt x="9580180" y="2520852"/>
                  </a:lnTo>
                  <a:lnTo>
                    <a:pt x="9668866" y="2521641"/>
                  </a:lnTo>
                  <a:lnTo>
                    <a:pt x="9764160" y="2522352"/>
                  </a:lnTo>
                  <a:lnTo>
                    <a:pt x="9864888" y="2522988"/>
                  </a:lnTo>
                  <a:lnTo>
                    <a:pt x="9968971" y="2523551"/>
                  </a:lnTo>
                  <a:lnTo>
                    <a:pt x="10073360" y="2524038"/>
                  </a:lnTo>
                  <a:lnTo>
                    <a:pt x="10174146" y="2524449"/>
                  </a:lnTo>
                  <a:lnTo>
                    <a:pt x="10266919" y="2524782"/>
                  </a:lnTo>
                  <a:lnTo>
                    <a:pt x="10347393" y="2525039"/>
                  </a:lnTo>
                  <a:lnTo>
                    <a:pt x="10412171" y="2525223"/>
                  </a:lnTo>
                  <a:lnTo>
                    <a:pt x="10459460" y="2525345"/>
                  </a:lnTo>
                  <a:lnTo>
                    <a:pt x="10489529" y="2525414"/>
                  </a:lnTo>
                  <a:lnTo>
                    <a:pt x="10504793" y="2525446"/>
                  </a:lnTo>
                  <a:lnTo>
                    <a:pt x="10509604" y="2525455"/>
                  </a:lnTo>
                  <a:lnTo>
                    <a:pt x="10509911" y="2525456"/>
                  </a:lnTo>
                  <a:lnTo>
                    <a:pt x="11981298" y="2525456"/>
                  </a:lnTo>
                  <a:lnTo>
                    <a:pt x="11981298" y="2509110"/>
                  </a:lnTo>
                  <a:lnTo>
                    <a:pt x="10509911" y="2509110"/>
                  </a:lnTo>
                  <a:lnTo>
                    <a:pt x="10508673" y="2509108"/>
                  </a:lnTo>
                  <a:lnTo>
                    <a:pt x="10500551" y="2509092"/>
                  </a:lnTo>
                  <a:lnTo>
                    <a:pt x="10480132" y="2509047"/>
                  </a:lnTo>
                  <a:lnTo>
                    <a:pt x="10443757" y="2508960"/>
                  </a:lnTo>
                  <a:lnTo>
                    <a:pt x="10389805" y="2508816"/>
                  </a:lnTo>
                  <a:lnTo>
                    <a:pt x="10318814" y="2508605"/>
                  </a:lnTo>
                  <a:lnTo>
                    <a:pt x="10233250" y="2508320"/>
                  </a:lnTo>
                  <a:lnTo>
                    <a:pt x="10136937" y="2507957"/>
                  </a:lnTo>
                  <a:lnTo>
                    <a:pt x="10034295" y="2507518"/>
                  </a:lnTo>
                  <a:lnTo>
                    <a:pt x="9929603" y="2507002"/>
                  </a:lnTo>
                  <a:lnTo>
                    <a:pt x="9826477" y="2506412"/>
                  </a:lnTo>
                  <a:lnTo>
                    <a:pt x="9727601" y="2505748"/>
                  </a:lnTo>
                  <a:lnTo>
                    <a:pt x="9634698" y="2505008"/>
                  </a:lnTo>
                  <a:lnTo>
                    <a:pt x="9548644" y="2504188"/>
                  </a:lnTo>
                  <a:lnTo>
                    <a:pt x="9469653" y="2503280"/>
                  </a:lnTo>
                  <a:lnTo>
                    <a:pt x="9397466" y="2502275"/>
                  </a:lnTo>
                  <a:lnTo>
                    <a:pt x="9331512" y="2501158"/>
                  </a:lnTo>
                  <a:lnTo>
                    <a:pt x="9271045" y="2499916"/>
                  </a:lnTo>
                  <a:lnTo>
                    <a:pt x="9215228" y="2498533"/>
                  </a:lnTo>
                  <a:lnTo>
                    <a:pt x="9163209" y="2496992"/>
                  </a:lnTo>
                  <a:lnTo>
                    <a:pt x="9114173" y="2495281"/>
                  </a:lnTo>
                  <a:lnTo>
                    <a:pt x="9084767" y="2494126"/>
                  </a:lnTo>
                  <a:lnTo>
                    <a:pt x="9028587" y="2491641"/>
                  </a:lnTo>
                  <a:lnTo>
                    <a:pt x="8974253" y="2488884"/>
                  </a:lnTo>
                  <a:lnTo>
                    <a:pt x="8921015" y="2485851"/>
                  </a:lnTo>
                  <a:lnTo>
                    <a:pt x="8868340" y="2482550"/>
                  </a:lnTo>
                  <a:lnTo>
                    <a:pt x="8815870" y="2479002"/>
                  </a:lnTo>
                  <a:lnTo>
                    <a:pt x="8763393" y="2475239"/>
                  </a:lnTo>
                  <a:lnTo>
                    <a:pt x="8710812" y="2471308"/>
                  </a:lnTo>
                  <a:lnTo>
                    <a:pt x="8658121" y="2467263"/>
                  </a:lnTo>
                  <a:lnTo>
                    <a:pt x="8605371" y="2463167"/>
                  </a:lnTo>
                  <a:lnTo>
                    <a:pt x="8552641" y="2459088"/>
                  </a:lnTo>
                  <a:lnTo>
                    <a:pt x="8499999" y="2455090"/>
                  </a:lnTo>
                  <a:lnTo>
                    <a:pt x="8447474" y="2451234"/>
                  </a:lnTo>
                  <a:lnTo>
                    <a:pt x="8395019" y="2447570"/>
                  </a:lnTo>
                  <a:lnTo>
                    <a:pt x="8342484" y="2444138"/>
                  </a:lnTo>
                  <a:lnTo>
                    <a:pt x="8289592" y="2440965"/>
                  </a:lnTo>
                  <a:lnTo>
                    <a:pt x="8235903" y="2438065"/>
                  </a:lnTo>
                  <a:lnTo>
                    <a:pt x="8180786" y="2435441"/>
                  </a:lnTo>
                  <a:lnTo>
                    <a:pt x="8151487" y="2434191"/>
                  </a:lnTo>
                  <a:lnTo>
                    <a:pt x="8103939" y="2432372"/>
                  </a:lnTo>
                  <a:lnTo>
                    <a:pt x="8053872" y="2430726"/>
                  </a:lnTo>
                  <a:lnTo>
                    <a:pt x="8000524" y="2429246"/>
                  </a:lnTo>
                  <a:lnTo>
                    <a:pt x="7943058" y="2427918"/>
                  </a:lnTo>
                  <a:lnTo>
                    <a:pt x="7880622" y="2426725"/>
                  </a:lnTo>
                  <a:lnTo>
                    <a:pt x="7812405" y="2425652"/>
                  </a:lnTo>
                  <a:lnTo>
                    <a:pt x="7737712" y="2424684"/>
                  </a:lnTo>
                  <a:lnTo>
                    <a:pt x="7656073" y="2423811"/>
                  </a:lnTo>
                  <a:lnTo>
                    <a:pt x="7567387" y="2423022"/>
                  </a:lnTo>
                  <a:lnTo>
                    <a:pt x="7472093" y="2422311"/>
                  </a:lnTo>
                  <a:lnTo>
                    <a:pt x="7371366" y="2421675"/>
                  </a:lnTo>
                  <a:lnTo>
                    <a:pt x="7267283" y="2421112"/>
                  </a:lnTo>
                  <a:lnTo>
                    <a:pt x="7162893" y="2420625"/>
                  </a:lnTo>
                  <a:lnTo>
                    <a:pt x="7062108" y="2420214"/>
                  </a:lnTo>
                  <a:lnTo>
                    <a:pt x="6969334" y="2419881"/>
                  </a:lnTo>
                  <a:lnTo>
                    <a:pt x="6888860" y="2419624"/>
                  </a:lnTo>
                  <a:lnTo>
                    <a:pt x="6824082" y="2419440"/>
                  </a:lnTo>
                  <a:lnTo>
                    <a:pt x="6776794" y="2419318"/>
                  </a:lnTo>
                  <a:lnTo>
                    <a:pt x="6746724" y="2419249"/>
                  </a:lnTo>
                  <a:lnTo>
                    <a:pt x="6731460" y="2419217"/>
                  </a:lnTo>
                  <a:lnTo>
                    <a:pt x="6726650" y="2419208"/>
                  </a:lnTo>
                  <a:lnTo>
                    <a:pt x="6726343" y="2419207"/>
                  </a:lnTo>
                  <a:lnTo>
                    <a:pt x="5254955" y="2419207"/>
                  </a:lnTo>
                  <a:lnTo>
                    <a:pt x="5253785" y="2419150"/>
                  </a:lnTo>
                  <a:lnTo>
                    <a:pt x="5246101" y="2418741"/>
                  </a:lnTo>
                  <a:lnTo>
                    <a:pt x="5226747" y="2417613"/>
                  </a:lnTo>
                  <a:lnTo>
                    <a:pt x="5192182" y="2415391"/>
                  </a:lnTo>
                  <a:lnTo>
                    <a:pt x="5140743" y="2411733"/>
                  </a:lnTo>
                  <a:lnTo>
                    <a:pt x="5072766" y="2406360"/>
                  </a:lnTo>
                  <a:lnTo>
                    <a:pt x="4990411" y="2399083"/>
                  </a:lnTo>
                  <a:lnTo>
                    <a:pt x="4897171" y="2389810"/>
                  </a:lnTo>
                  <a:lnTo>
                    <a:pt x="4797185" y="2378530"/>
                  </a:lnTo>
                  <a:lnTo>
                    <a:pt x="4694558" y="2365275"/>
                  </a:lnTo>
                  <a:lnTo>
                    <a:pt x="4592842" y="2350089"/>
                  </a:lnTo>
                  <a:lnTo>
                    <a:pt x="4494756" y="2332990"/>
                  </a:lnTo>
                  <a:lnTo>
                    <a:pt x="4402120" y="2313947"/>
                  </a:lnTo>
                  <a:lnTo>
                    <a:pt x="4315934" y="2292861"/>
                  </a:lnTo>
                  <a:lnTo>
                    <a:pt x="4236544" y="2269565"/>
                  </a:lnTo>
                  <a:lnTo>
                    <a:pt x="4163809" y="2243817"/>
                  </a:lnTo>
                  <a:lnTo>
                    <a:pt x="4097264" y="2215310"/>
                  </a:lnTo>
                  <a:lnTo>
                    <a:pt x="4036245" y="2183677"/>
                  </a:lnTo>
                  <a:lnTo>
                    <a:pt x="3979981" y="2148518"/>
                  </a:lnTo>
                  <a:lnTo>
                    <a:pt x="3927666" y="2109428"/>
                  </a:lnTo>
                  <a:lnTo>
                    <a:pt x="3878514" y="2066054"/>
                  </a:lnTo>
                  <a:lnTo>
                    <a:pt x="3831801" y="2018194"/>
                  </a:lnTo>
                  <a:lnTo>
                    <a:pt x="3829811" y="2016006"/>
                  </a:lnTo>
                  <a:lnTo>
                    <a:pt x="3789780" y="1969378"/>
                  </a:lnTo>
                  <a:lnTo>
                    <a:pt x="3750805" y="1919104"/>
                  </a:lnTo>
                  <a:lnTo>
                    <a:pt x="3712579" y="1865112"/>
                  </a:lnTo>
                  <a:lnTo>
                    <a:pt x="3674859" y="1807397"/>
                  </a:lnTo>
                  <a:lnTo>
                    <a:pt x="3637456" y="1746031"/>
                  </a:lnTo>
                  <a:lnTo>
                    <a:pt x="3600225" y="1681170"/>
                  </a:lnTo>
                  <a:lnTo>
                    <a:pt x="3563061" y="1613054"/>
                  </a:lnTo>
                  <a:lnTo>
                    <a:pt x="3525894" y="1542014"/>
                  </a:lnTo>
                  <a:lnTo>
                    <a:pt x="3488683" y="1468462"/>
                  </a:lnTo>
                  <a:lnTo>
                    <a:pt x="3451413" y="1392890"/>
                  </a:lnTo>
                  <a:lnTo>
                    <a:pt x="3414088" y="1315850"/>
                  </a:lnTo>
                  <a:lnTo>
                    <a:pt x="3376725" y="1237947"/>
                  </a:lnTo>
                  <a:lnTo>
                    <a:pt x="3339352" y="1159812"/>
                  </a:lnTo>
                  <a:lnTo>
                    <a:pt x="3301998" y="1082084"/>
                  </a:lnTo>
                  <a:lnTo>
                    <a:pt x="3264686" y="1005389"/>
                  </a:lnTo>
                  <a:lnTo>
                    <a:pt x="3227433" y="930319"/>
                  </a:lnTo>
                  <a:lnTo>
                    <a:pt x="3190237" y="857411"/>
                  </a:lnTo>
                  <a:lnTo>
                    <a:pt x="3153076" y="787137"/>
                  </a:lnTo>
                  <a:lnTo>
                    <a:pt x="3115902" y="719886"/>
                  </a:lnTo>
                  <a:lnTo>
                    <a:pt x="3078635" y="655964"/>
                  </a:lnTo>
                  <a:lnTo>
                    <a:pt x="3041161" y="595589"/>
                  </a:lnTo>
                  <a:lnTo>
                    <a:pt x="3003324" y="538893"/>
                  </a:lnTo>
                  <a:lnTo>
                    <a:pt x="2964918" y="485926"/>
                  </a:lnTo>
                  <a:lnTo>
                    <a:pt x="2925687" y="436663"/>
                  </a:lnTo>
                  <a:lnTo>
                    <a:pt x="2896531" y="403201"/>
                  </a:lnTo>
                  <a:lnTo>
                    <a:pt x="2849910" y="355144"/>
                  </a:lnTo>
                  <a:lnTo>
                    <a:pt x="2800878" y="311578"/>
                  </a:lnTo>
                  <a:lnTo>
                    <a:pt x="2748718" y="272307"/>
                  </a:lnTo>
                  <a:lnTo>
                    <a:pt x="2692643" y="236985"/>
                  </a:lnTo>
                  <a:lnTo>
                    <a:pt x="2631847" y="205208"/>
                  </a:lnTo>
                  <a:lnTo>
                    <a:pt x="2565558" y="176572"/>
                  </a:lnTo>
                  <a:lnTo>
                    <a:pt x="2493104" y="150710"/>
                  </a:lnTo>
                  <a:lnTo>
                    <a:pt x="2414010" y="127313"/>
                  </a:lnTo>
                  <a:lnTo>
                    <a:pt x="2328118" y="106135"/>
                  </a:lnTo>
                  <a:lnTo>
                    <a:pt x="2235747" y="87005"/>
                  </a:lnTo>
                  <a:lnTo>
                    <a:pt x="2137867" y="69823"/>
                  </a:lnTo>
                  <a:lnTo>
                    <a:pt x="2036259" y="54554"/>
                  </a:lnTo>
                  <a:lnTo>
                    <a:pt x="1933603" y="41214"/>
                  </a:lnTo>
                  <a:lnTo>
                    <a:pt x="1833419" y="29846"/>
                  </a:lnTo>
                  <a:lnTo>
                    <a:pt x="1739796" y="20486"/>
                  </a:lnTo>
                  <a:lnTo>
                    <a:pt x="1656887" y="13123"/>
                  </a:lnTo>
                  <a:lnTo>
                    <a:pt x="1588226" y="7670"/>
                  </a:lnTo>
                  <a:lnTo>
                    <a:pt x="1536045" y="3942"/>
                  </a:lnTo>
                  <a:lnTo>
                    <a:pt x="1500766" y="1665"/>
                  </a:lnTo>
                  <a:lnTo>
                    <a:pt x="1480809" y="497"/>
                  </a:lnTo>
                  <a:lnTo>
                    <a:pt x="1472713" y="65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336" name="pl336"/>
            <p:cNvSpPr/>
            <p:nvPr/>
          </p:nvSpPr>
          <p:spPr>
            <a:xfrm>
              <a:off x="4799595" y="5094192"/>
              <a:ext cx="11981298" cy="2509110"/>
            </a:xfrm>
            <a:custGeom>
              <a:avLst/>
              <a:pathLst>
                <a:path w="11981298" h="2509110">
                  <a:moveTo>
                    <a:pt x="0" y="0"/>
                  </a:moveTo>
                  <a:lnTo>
                    <a:pt x="1471387" y="0"/>
                  </a:lnTo>
                  <a:lnTo>
                    <a:pt x="1472557" y="57"/>
                  </a:lnTo>
                  <a:lnTo>
                    <a:pt x="1480241" y="465"/>
                  </a:lnTo>
                  <a:lnTo>
                    <a:pt x="1499596" y="1594"/>
                  </a:lnTo>
                  <a:lnTo>
                    <a:pt x="1534160" y="3815"/>
                  </a:lnTo>
                  <a:lnTo>
                    <a:pt x="1585599" y="7473"/>
                  </a:lnTo>
                  <a:lnTo>
                    <a:pt x="1653576" y="12847"/>
                  </a:lnTo>
                  <a:lnTo>
                    <a:pt x="1735931" y="20124"/>
                  </a:lnTo>
                  <a:lnTo>
                    <a:pt x="1829171" y="29396"/>
                  </a:lnTo>
                  <a:lnTo>
                    <a:pt x="1929157" y="40677"/>
                  </a:lnTo>
                  <a:lnTo>
                    <a:pt x="2031784" y="53932"/>
                  </a:lnTo>
                  <a:lnTo>
                    <a:pt x="2133500" y="69118"/>
                  </a:lnTo>
                  <a:lnTo>
                    <a:pt x="2231586" y="86216"/>
                  </a:lnTo>
                  <a:lnTo>
                    <a:pt x="2324222" y="105260"/>
                  </a:lnTo>
                  <a:lnTo>
                    <a:pt x="2410408" y="126345"/>
                  </a:lnTo>
                  <a:lnTo>
                    <a:pt x="2489798" y="149641"/>
                  </a:lnTo>
                  <a:lnTo>
                    <a:pt x="2562533" y="175389"/>
                  </a:lnTo>
                  <a:lnTo>
                    <a:pt x="2629078" y="203897"/>
                  </a:lnTo>
                  <a:lnTo>
                    <a:pt x="2690097" y="235529"/>
                  </a:lnTo>
                  <a:lnTo>
                    <a:pt x="2746361" y="270688"/>
                  </a:lnTo>
                  <a:lnTo>
                    <a:pt x="2798676" y="309779"/>
                  </a:lnTo>
                  <a:lnTo>
                    <a:pt x="2847828" y="353152"/>
                  </a:lnTo>
                  <a:lnTo>
                    <a:pt x="2894541" y="401013"/>
                  </a:lnTo>
                  <a:lnTo>
                    <a:pt x="2896531" y="403201"/>
                  </a:lnTo>
                  <a:lnTo>
                    <a:pt x="2936562" y="449829"/>
                  </a:lnTo>
                  <a:lnTo>
                    <a:pt x="2975537" y="500103"/>
                  </a:lnTo>
                  <a:lnTo>
                    <a:pt x="3013763" y="554095"/>
                  </a:lnTo>
                  <a:lnTo>
                    <a:pt x="3051483" y="611810"/>
                  </a:lnTo>
                  <a:lnTo>
                    <a:pt x="3088886" y="673175"/>
                  </a:lnTo>
                  <a:lnTo>
                    <a:pt x="3126117" y="738037"/>
                  </a:lnTo>
                  <a:lnTo>
                    <a:pt x="3163281" y="806152"/>
                  </a:lnTo>
                  <a:lnTo>
                    <a:pt x="3200448" y="877193"/>
                  </a:lnTo>
                  <a:lnTo>
                    <a:pt x="3237659" y="950744"/>
                  </a:lnTo>
                  <a:lnTo>
                    <a:pt x="3274929" y="1026317"/>
                  </a:lnTo>
                  <a:lnTo>
                    <a:pt x="3312254" y="1103356"/>
                  </a:lnTo>
                  <a:lnTo>
                    <a:pt x="3349617" y="1181259"/>
                  </a:lnTo>
                  <a:lnTo>
                    <a:pt x="3386990" y="1259395"/>
                  </a:lnTo>
                  <a:lnTo>
                    <a:pt x="3424344" y="1337123"/>
                  </a:lnTo>
                  <a:lnTo>
                    <a:pt x="3461656" y="1413817"/>
                  </a:lnTo>
                  <a:lnTo>
                    <a:pt x="3498909" y="1488888"/>
                  </a:lnTo>
                  <a:lnTo>
                    <a:pt x="3536105" y="1561795"/>
                  </a:lnTo>
                  <a:lnTo>
                    <a:pt x="3573266" y="1632070"/>
                  </a:lnTo>
                  <a:lnTo>
                    <a:pt x="3610440" y="1699321"/>
                  </a:lnTo>
                  <a:lnTo>
                    <a:pt x="3647707" y="1763243"/>
                  </a:lnTo>
                  <a:lnTo>
                    <a:pt x="3685181" y="1823617"/>
                  </a:lnTo>
                  <a:lnTo>
                    <a:pt x="3723018" y="1880314"/>
                  </a:lnTo>
                  <a:lnTo>
                    <a:pt x="3761424" y="1933281"/>
                  </a:lnTo>
                  <a:lnTo>
                    <a:pt x="3800656" y="1982543"/>
                  </a:lnTo>
                  <a:lnTo>
                    <a:pt x="3829811" y="2016006"/>
                  </a:lnTo>
                  <a:lnTo>
                    <a:pt x="3876432" y="2064062"/>
                  </a:lnTo>
                  <a:lnTo>
                    <a:pt x="3925464" y="2107629"/>
                  </a:lnTo>
                  <a:lnTo>
                    <a:pt x="3977624" y="2146900"/>
                  </a:lnTo>
                  <a:lnTo>
                    <a:pt x="4033699" y="2182221"/>
                  </a:lnTo>
                  <a:lnTo>
                    <a:pt x="4094495" y="2213999"/>
                  </a:lnTo>
                  <a:lnTo>
                    <a:pt x="4160784" y="2242635"/>
                  </a:lnTo>
                  <a:lnTo>
                    <a:pt x="4233238" y="2268496"/>
                  </a:lnTo>
                  <a:lnTo>
                    <a:pt x="4312332" y="2291893"/>
                  </a:lnTo>
                  <a:lnTo>
                    <a:pt x="4398224" y="2313071"/>
                  </a:lnTo>
                  <a:lnTo>
                    <a:pt x="4490595" y="2332201"/>
                  </a:lnTo>
                  <a:lnTo>
                    <a:pt x="4588475" y="2349383"/>
                  </a:lnTo>
                  <a:lnTo>
                    <a:pt x="4690083" y="2364653"/>
                  </a:lnTo>
                  <a:lnTo>
                    <a:pt x="4792739" y="2377993"/>
                  </a:lnTo>
                  <a:lnTo>
                    <a:pt x="4892923" y="2389360"/>
                  </a:lnTo>
                  <a:lnTo>
                    <a:pt x="4986546" y="2398721"/>
                  </a:lnTo>
                  <a:lnTo>
                    <a:pt x="5069455" y="2406083"/>
                  </a:lnTo>
                  <a:lnTo>
                    <a:pt x="5138116" y="2411536"/>
                  </a:lnTo>
                  <a:lnTo>
                    <a:pt x="5190297" y="2415264"/>
                  </a:lnTo>
                  <a:lnTo>
                    <a:pt x="5225576" y="2417541"/>
                  </a:lnTo>
                  <a:lnTo>
                    <a:pt x="5245533" y="2418710"/>
                  </a:lnTo>
                  <a:lnTo>
                    <a:pt x="5253629" y="2419142"/>
                  </a:lnTo>
                  <a:lnTo>
                    <a:pt x="5254955" y="2419207"/>
                  </a:lnTo>
                  <a:lnTo>
                    <a:pt x="5254955" y="2419207"/>
                  </a:lnTo>
                  <a:lnTo>
                    <a:pt x="6726343" y="2419207"/>
                  </a:lnTo>
                  <a:lnTo>
                    <a:pt x="6727580" y="2419209"/>
                  </a:lnTo>
                  <a:lnTo>
                    <a:pt x="6735702" y="2419225"/>
                  </a:lnTo>
                  <a:lnTo>
                    <a:pt x="6756121" y="2419270"/>
                  </a:lnTo>
                  <a:lnTo>
                    <a:pt x="6792497" y="2419357"/>
                  </a:lnTo>
                  <a:lnTo>
                    <a:pt x="6846448" y="2419501"/>
                  </a:lnTo>
                  <a:lnTo>
                    <a:pt x="6917440" y="2419712"/>
                  </a:lnTo>
                  <a:lnTo>
                    <a:pt x="7003004" y="2419997"/>
                  </a:lnTo>
                  <a:lnTo>
                    <a:pt x="7099316" y="2420360"/>
                  </a:lnTo>
                  <a:lnTo>
                    <a:pt x="7201958" y="2420799"/>
                  </a:lnTo>
                  <a:lnTo>
                    <a:pt x="7306650" y="2421315"/>
                  </a:lnTo>
                  <a:lnTo>
                    <a:pt x="7409776" y="2421905"/>
                  </a:lnTo>
                  <a:lnTo>
                    <a:pt x="7508653" y="2422569"/>
                  </a:lnTo>
                  <a:lnTo>
                    <a:pt x="7601556" y="2423309"/>
                  </a:lnTo>
                  <a:lnTo>
                    <a:pt x="7687609" y="2424129"/>
                  </a:lnTo>
                  <a:lnTo>
                    <a:pt x="7766600" y="2425037"/>
                  </a:lnTo>
                  <a:lnTo>
                    <a:pt x="7838788" y="2426042"/>
                  </a:lnTo>
                  <a:lnTo>
                    <a:pt x="7904741" y="2427159"/>
                  </a:lnTo>
                  <a:lnTo>
                    <a:pt x="7965208" y="2428401"/>
                  </a:lnTo>
                  <a:lnTo>
                    <a:pt x="8021026" y="2429784"/>
                  </a:lnTo>
                  <a:lnTo>
                    <a:pt x="8073045" y="2431325"/>
                  </a:lnTo>
                  <a:lnTo>
                    <a:pt x="8122080" y="2433036"/>
                  </a:lnTo>
                  <a:lnTo>
                    <a:pt x="8151487" y="2434191"/>
                  </a:lnTo>
                  <a:lnTo>
                    <a:pt x="8207667" y="2436676"/>
                  </a:lnTo>
                  <a:lnTo>
                    <a:pt x="8262000" y="2439433"/>
                  </a:lnTo>
                  <a:lnTo>
                    <a:pt x="8315238" y="2442466"/>
                  </a:lnTo>
                  <a:lnTo>
                    <a:pt x="8367913" y="2445767"/>
                  </a:lnTo>
                  <a:lnTo>
                    <a:pt x="8420383" y="2449315"/>
                  </a:lnTo>
                  <a:lnTo>
                    <a:pt x="8472860" y="2453078"/>
                  </a:lnTo>
                  <a:lnTo>
                    <a:pt x="8525441" y="2457009"/>
                  </a:lnTo>
                  <a:lnTo>
                    <a:pt x="8578132" y="2461054"/>
                  </a:lnTo>
                  <a:lnTo>
                    <a:pt x="8630882" y="2465150"/>
                  </a:lnTo>
                  <a:lnTo>
                    <a:pt x="8683613" y="2469229"/>
                  </a:lnTo>
                  <a:lnTo>
                    <a:pt x="8736254" y="2473227"/>
                  </a:lnTo>
                  <a:lnTo>
                    <a:pt x="8788779" y="2477083"/>
                  </a:lnTo>
                  <a:lnTo>
                    <a:pt x="8841234" y="2480747"/>
                  </a:lnTo>
                  <a:lnTo>
                    <a:pt x="8893769" y="2484179"/>
                  </a:lnTo>
                  <a:lnTo>
                    <a:pt x="8946661" y="2487352"/>
                  </a:lnTo>
                  <a:lnTo>
                    <a:pt x="9000350" y="2490252"/>
                  </a:lnTo>
                  <a:lnTo>
                    <a:pt x="9055467" y="2492876"/>
                  </a:lnTo>
                  <a:lnTo>
                    <a:pt x="9084767" y="2494126"/>
                  </a:lnTo>
                  <a:lnTo>
                    <a:pt x="9132314" y="2495945"/>
                  </a:lnTo>
                  <a:lnTo>
                    <a:pt x="9182381" y="2497591"/>
                  </a:lnTo>
                  <a:lnTo>
                    <a:pt x="9235730" y="2499071"/>
                  </a:lnTo>
                  <a:lnTo>
                    <a:pt x="9293195" y="2500399"/>
                  </a:lnTo>
                  <a:lnTo>
                    <a:pt x="9355631" y="2501592"/>
                  </a:lnTo>
                  <a:lnTo>
                    <a:pt x="9423849" y="2502665"/>
                  </a:lnTo>
                  <a:lnTo>
                    <a:pt x="9498542" y="2503633"/>
                  </a:lnTo>
                  <a:lnTo>
                    <a:pt x="9580180" y="2504506"/>
                  </a:lnTo>
                  <a:lnTo>
                    <a:pt x="9668866" y="2505295"/>
                  </a:lnTo>
                  <a:lnTo>
                    <a:pt x="9764160" y="2506006"/>
                  </a:lnTo>
                  <a:lnTo>
                    <a:pt x="9864888" y="2506642"/>
                  </a:lnTo>
                  <a:lnTo>
                    <a:pt x="9968971" y="2507205"/>
                  </a:lnTo>
                  <a:lnTo>
                    <a:pt x="10073360" y="2507692"/>
                  </a:lnTo>
                  <a:lnTo>
                    <a:pt x="10174146" y="2508103"/>
                  </a:lnTo>
                  <a:lnTo>
                    <a:pt x="10266919" y="2508436"/>
                  </a:lnTo>
                  <a:lnTo>
                    <a:pt x="10347393" y="2508693"/>
                  </a:lnTo>
                  <a:lnTo>
                    <a:pt x="10412171" y="2508877"/>
                  </a:lnTo>
                  <a:lnTo>
                    <a:pt x="10459460" y="2508999"/>
                  </a:lnTo>
                  <a:lnTo>
                    <a:pt x="10489529" y="2509068"/>
                  </a:lnTo>
                  <a:lnTo>
                    <a:pt x="10504793" y="2509100"/>
                  </a:lnTo>
                  <a:lnTo>
                    <a:pt x="10509604" y="2509109"/>
                  </a:lnTo>
                  <a:lnTo>
                    <a:pt x="10509911" y="2509110"/>
                  </a:lnTo>
                  <a:lnTo>
                    <a:pt x="11981298" y="250911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37" name="pl337"/>
            <p:cNvSpPr/>
            <p:nvPr/>
          </p:nvSpPr>
          <p:spPr>
            <a:xfrm>
              <a:off x="4799595" y="5077846"/>
              <a:ext cx="11981298" cy="2509110"/>
            </a:xfrm>
            <a:custGeom>
              <a:avLst/>
              <a:pathLst>
                <a:path w="11981298" h="2509110">
                  <a:moveTo>
                    <a:pt x="11981298" y="2509110"/>
                  </a:moveTo>
                  <a:lnTo>
                    <a:pt x="10509911" y="2509110"/>
                  </a:lnTo>
                  <a:lnTo>
                    <a:pt x="10508673" y="2509108"/>
                  </a:lnTo>
                  <a:lnTo>
                    <a:pt x="10500551" y="2509092"/>
                  </a:lnTo>
                  <a:lnTo>
                    <a:pt x="10480132" y="2509047"/>
                  </a:lnTo>
                  <a:lnTo>
                    <a:pt x="10443757" y="2508960"/>
                  </a:lnTo>
                  <a:lnTo>
                    <a:pt x="10389805" y="2508816"/>
                  </a:lnTo>
                  <a:lnTo>
                    <a:pt x="10318814" y="2508605"/>
                  </a:lnTo>
                  <a:lnTo>
                    <a:pt x="10233250" y="2508320"/>
                  </a:lnTo>
                  <a:lnTo>
                    <a:pt x="10136937" y="2507957"/>
                  </a:lnTo>
                  <a:lnTo>
                    <a:pt x="10034295" y="2507518"/>
                  </a:lnTo>
                  <a:lnTo>
                    <a:pt x="9929603" y="2507002"/>
                  </a:lnTo>
                  <a:lnTo>
                    <a:pt x="9826477" y="2506412"/>
                  </a:lnTo>
                  <a:lnTo>
                    <a:pt x="9727601" y="2505748"/>
                  </a:lnTo>
                  <a:lnTo>
                    <a:pt x="9634698" y="2505008"/>
                  </a:lnTo>
                  <a:lnTo>
                    <a:pt x="9548644" y="2504188"/>
                  </a:lnTo>
                  <a:lnTo>
                    <a:pt x="9469653" y="2503280"/>
                  </a:lnTo>
                  <a:lnTo>
                    <a:pt x="9397466" y="2502275"/>
                  </a:lnTo>
                  <a:lnTo>
                    <a:pt x="9331512" y="2501158"/>
                  </a:lnTo>
                  <a:lnTo>
                    <a:pt x="9271045" y="2499916"/>
                  </a:lnTo>
                  <a:lnTo>
                    <a:pt x="9215228" y="2498533"/>
                  </a:lnTo>
                  <a:lnTo>
                    <a:pt x="9163209" y="2496992"/>
                  </a:lnTo>
                  <a:lnTo>
                    <a:pt x="9114173" y="2495281"/>
                  </a:lnTo>
                  <a:lnTo>
                    <a:pt x="9084767" y="2494126"/>
                  </a:lnTo>
                  <a:lnTo>
                    <a:pt x="9028587" y="2491641"/>
                  </a:lnTo>
                  <a:lnTo>
                    <a:pt x="8974253" y="2488884"/>
                  </a:lnTo>
                  <a:lnTo>
                    <a:pt x="8921015" y="2485851"/>
                  </a:lnTo>
                  <a:lnTo>
                    <a:pt x="8868340" y="2482550"/>
                  </a:lnTo>
                  <a:lnTo>
                    <a:pt x="8815870" y="2479002"/>
                  </a:lnTo>
                  <a:lnTo>
                    <a:pt x="8763393" y="2475239"/>
                  </a:lnTo>
                  <a:lnTo>
                    <a:pt x="8710812" y="2471308"/>
                  </a:lnTo>
                  <a:lnTo>
                    <a:pt x="8658121" y="2467263"/>
                  </a:lnTo>
                  <a:lnTo>
                    <a:pt x="8605371" y="2463167"/>
                  </a:lnTo>
                  <a:lnTo>
                    <a:pt x="8552641" y="2459088"/>
                  </a:lnTo>
                  <a:lnTo>
                    <a:pt x="8499999" y="2455090"/>
                  </a:lnTo>
                  <a:lnTo>
                    <a:pt x="8447474" y="2451234"/>
                  </a:lnTo>
                  <a:lnTo>
                    <a:pt x="8395019" y="2447570"/>
                  </a:lnTo>
                  <a:lnTo>
                    <a:pt x="8342484" y="2444138"/>
                  </a:lnTo>
                  <a:lnTo>
                    <a:pt x="8289592" y="2440965"/>
                  </a:lnTo>
                  <a:lnTo>
                    <a:pt x="8235903" y="2438065"/>
                  </a:lnTo>
                  <a:lnTo>
                    <a:pt x="8180786" y="2435441"/>
                  </a:lnTo>
                  <a:lnTo>
                    <a:pt x="8151487" y="2434191"/>
                  </a:lnTo>
                  <a:lnTo>
                    <a:pt x="8103939" y="2432372"/>
                  </a:lnTo>
                  <a:lnTo>
                    <a:pt x="8053872" y="2430726"/>
                  </a:lnTo>
                  <a:lnTo>
                    <a:pt x="8000524" y="2429246"/>
                  </a:lnTo>
                  <a:lnTo>
                    <a:pt x="7943058" y="2427918"/>
                  </a:lnTo>
                  <a:lnTo>
                    <a:pt x="7880622" y="2426725"/>
                  </a:lnTo>
                  <a:lnTo>
                    <a:pt x="7812405" y="2425652"/>
                  </a:lnTo>
                  <a:lnTo>
                    <a:pt x="7737712" y="2424684"/>
                  </a:lnTo>
                  <a:lnTo>
                    <a:pt x="7656073" y="2423811"/>
                  </a:lnTo>
                  <a:lnTo>
                    <a:pt x="7567387" y="2423022"/>
                  </a:lnTo>
                  <a:lnTo>
                    <a:pt x="7472093" y="2422311"/>
                  </a:lnTo>
                  <a:lnTo>
                    <a:pt x="7371366" y="2421675"/>
                  </a:lnTo>
                  <a:lnTo>
                    <a:pt x="7267283" y="2421112"/>
                  </a:lnTo>
                  <a:lnTo>
                    <a:pt x="7162893" y="2420625"/>
                  </a:lnTo>
                  <a:lnTo>
                    <a:pt x="7062108" y="2420214"/>
                  </a:lnTo>
                  <a:lnTo>
                    <a:pt x="6969334" y="2419881"/>
                  </a:lnTo>
                  <a:lnTo>
                    <a:pt x="6888860" y="2419624"/>
                  </a:lnTo>
                  <a:lnTo>
                    <a:pt x="6824082" y="2419440"/>
                  </a:lnTo>
                  <a:lnTo>
                    <a:pt x="6776794" y="2419318"/>
                  </a:lnTo>
                  <a:lnTo>
                    <a:pt x="6746724" y="2419249"/>
                  </a:lnTo>
                  <a:lnTo>
                    <a:pt x="6731460" y="2419217"/>
                  </a:lnTo>
                  <a:lnTo>
                    <a:pt x="6726650" y="2419208"/>
                  </a:lnTo>
                  <a:lnTo>
                    <a:pt x="6726343" y="2419207"/>
                  </a:lnTo>
                  <a:lnTo>
                    <a:pt x="5254955" y="2419207"/>
                  </a:lnTo>
                  <a:lnTo>
                    <a:pt x="5253785" y="2419150"/>
                  </a:lnTo>
                  <a:lnTo>
                    <a:pt x="5246101" y="2418741"/>
                  </a:lnTo>
                  <a:lnTo>
                    <a:pt x="5226747" y="2417613"/>
                  </a:lnTo>
                  <a:lnTo>
                    <a:pt x="5192182" y="2415391"/>
                  </a:lnTo>
                  <a:lnTo>
                    <a:pt x="5140743" y="2411733"/>
                  </a:lnTo>
                  <a:lnTo>
                    <a:pt x="5072766" y="2406360"/>
                  </a:lnTo>
                  <a:lnTo>
                    <a:pt x="4990411" y="2399083"/>
                  </a:lnTo>
                  <a:lnTo>
                    <a:pt x="4897171" y="2389810"/>
                  </a:lnTo>
                  <a:lnTo>
                    <a:pt x="4797185" y="2378530"/>
                  </a:lnTo>
                  <a:lnTo>
                    <a:pt x="4694558" y="2365275"/>
                  </a:lnTo>
                  <a:lnTo>
                    <a:pt x="4592842" y="2350089"/>
                  </a:lnTo>
                  <a:lnTo>
                    <a:pt x="4494756" y="2332990"/>
                  </a:lnTo>
                  <a:lnTo>
                    <a:pt x="4402120" y="2313947"/>
                  </a:lnTo>
                  <a:lnTo>
                    <a:pt x="4315934" y="2292861"/>
                  </a:lnTo>
                  <a:lnTo>
                    <a:pt x="4236544" y="2269565"/>
                  </a:lnTo>
                  <a:lnTo>
                    <a:pt x="4163809" y="2243817"/>
                  </a:lnTo>
                  <a:lnTo>
                    <a:pt x="4097264" y="2215310"/>
                  </a:lnTo>
                  <a:lnTo>
                    <a:pt x="4036245" y="2183677"/>
                  </a:lnTo>
                  <a:lnTo>
                    <a:pt x="3979981" y="2148518"/>
                  </a:lnTo>
                  <a:lnTo>
                    <a:pt x="3927666" y="2109428"/>
                  </a:lnTo>
                  <a:lnTo>
                    <a:pt x="3878514" y="2066054"/>
                  </a:lnTo>
                  <a:lnTo>
                    <a:pt x="3831801" y="2018194"/>
                  </a:lnTo>
                  <a:lnTo>
                    <a:pt x="3829811" y="2016006"/>
                  </a:lnTo>
                  <a:lnTo>
                    <a:pt x="3789780" y="1969378"/>
                  </a:lnTo>
                  <a:lnTo>
                    <a:pt x="3750805" y="1919104"/>
                  </a:lnTo>
                  <a:lnTo>
                    <a:pt x="3712579" y="1865112"/>
                  </a:lnTo>
                  <a:lnTo>
                    <a:pt x="3674859" y="1807397"/>
                  </a:lnTo>
                  <a:lnTo>
                    <a:pt x="3637456" y="1746031"/>
                  </a:lnTo>
                  <a:lnTo>
                    <a:pt x="3600225" y="1681170"/>
                  </a:lnTo>
                  <a:lnTo>
                    <a:pt x="3563061" y="1613054"/>
                  </a:lnTo>
                  <a:lnTo>
                    <a:pt x="3525894" y="1542014"/>
                  </a:lnTo>
                  <a:lnTo>
                    <a:pt x="3488683" y="1468462"/>
                  </a:lnTo>
                  <a:lnTo>
                    <a:pt x="3451413" y="1392890"/>
                  </a:lnTo>
                  <a:lnTo>
                    <a:pt x="3414088" y="1315850"/>
                  </a:lnTo>
                  <a:lnTo>
                    <a:pt x="3376725" y="1237947"/>
                  </a:lnTo>
                  <a:lnTo>
                    <a:pt x="3339352" y="1159812"/>
                  </a:lnTo>
                  <a:lnTo>
                    <a:pt x="3301998" y="1082084"/>
                  </a:lnTo>
                  <a:lnTo>
                    <a:pt x="3264686" y="1005389"/>
                  </a:lnTo>
                  <a:lnTo>
                    <a:pt x="3227433" y="930319"/>
                  </a:lnTo>
                  <a:lnTo>
                    <a:pt x="3190237" y="857411"/>
                  </a:lnTo>
                  <a:lnTo>
                    <a:pt x="3153076" y="787137"/>
                  </a:lnTo>
                  <a:lnTo>
                    <a:pt x="3115902" y="719886"/>
                  </a:lnTo>
                  <a:lnTo>
                    <a:pt x="3078635" y="655964"/>
                  </a:lnTo>
                  <a:lnTo>
                    <a:pt x="3041161" y="595589"/>
                  </a:lnTo>
                  <a:lnTo>
                    <a:pt x="3003324" y="538893"/>
                  </a:lnTo>
                  <a:lnTo>
                    <a:pt x="2964918" y="485926"/>
                  </a:lnTo>
                  <a:lnTo>
                    <a:pt x="2925687" y="436663"/>
                  </a:lnTo>
                  <a:lnTo>
                    <a:pt x="2896531" y="403201"/>
                  </a:lnTo>
                  <a:lnTo>
                    <a:pt x="2849910" y="355144"/>
                  </a:lnTo>
                  <a:lnTo>
                    <a:pt x="2800878" y="311578"/>
                  </a:lnTo>
                  <a:lnTo>
                    <a:pt x="2748718" y="272307"/>
                  </a:lnTo>
                  <a:lnTo>
                    <a:pt x="2692643" y="236985"/>
                  </a:lnTo>
                  <a:lnTo>
                    <a:pt x="2631847" y="205208"/>
                  </a:lnTo>
                  <a:lnTo>
                    <a:pt x="2565558" y="176572"/>
                  </a:lnTo>
                  <a:lnTo>
                    <a:pt x="2493104" y="150710"/>
                  </a:lnTo>
                  <a:lnTo>
                    <a:pt x="2414010" y="127313"/>
                  </a:lnTo>
                  <a:lnTo>
                    <a:pt x="2328118" y="106135"/>
                  </a:lnTo>
                  <a:lnTo>
                    <a:pt x="2235747" y="87005"/>
                  </a:lnTo>
                  <a:lnTo>
                    <a:pt x="2137867" y="69823"/>
                  </a:lnTo>
                  <a:lnTo>
                    <a:pt x="2036259" y="54554"/>
                  </a:lnTo>
                  <a:lnTo>
                    <a:pt x="1933603" y="41214"/>
                  </a:lnTo>
                  <a:lnTo>
                    <a:pt x="1833419" y="29846"/>
                  </a:lnTo>
                  <a:lnTo>
                    <a:pt x="1739796" y="20486"/>
                  </a:lnTo>
                  <a:lnTo>
                    <a:pt x="1656887" y="13123"/>
                  </a:lnTo>
                  <a:lnTo>
                    <a:pt x="1588226" y="7670"/>
                  </a:lnTo>
                  <a:lnTo>
                    <a:pt x="1536045" y="3942"/>
                  </a:lnTo>
                  <a:lnTo>
                    <a:pt x="1500766" y="1665"/>
                  </a:lnTo>
                  <a:lnTo>
                    <a:pt x="1480809" y="497"/>
                  </a:lnTo>
                  <a:lnTo>
                    <a:pt x="1472713" y="65"/>
                  </a:lnTo>
                  <a:lnTo>
                    <a:pt x="1471387" y="0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38" name="pg338"/>
            <p:cNvSpPr/>
            <p:nvPr/>
          </p:nvSpPr>
          <p:spPr>
            <a:xfrm>
              <a:off x="4799595" y="5094192"/>
              <a:ext cx="11981298" cy="3032182"/>
            </a:xfrm>
            <a:custGeom>
              <a:avLst/>
              <a:pathLst>
                <a:path w="11981298" h="3032182">
                  <a:moveTo>
                    <a:pt x="0" y="24518"/>
                  </a:moveTo>
                  <a:lnTo>
                    <a:pt x="1471387" y="24518"/>
                  </a:lnTo>
                  <a:lnTo>
                    <a:pt x="1472557" y="24576"/>
                  </a:lnTo>
                  <a:lnTo>
                    <a:pt x="1480241" y="24984"/>
                  </a:lnTo>
                  <a:lnTo>
                    <a:pt x="1499596" y="26113"/>
                  </a:lnTo>
                  <a:lnTo>
                    <a:pt x="1534160" y="28334"/>
                  </a:lnTo>
                  <a:lnTo>
                    <a:pt x="1585599" y="31992"/>
                  </a:lnTo>
                  <a:lnTo>
                    <a:pt x="1653576" y="37366"/>
                  </a:lnTo>
                  <a:lnTo>
                    <a:pt x="1735931" y="44643"/>
                  </a:lnTo>
                  <a:lnTo>
                    <a:pt x="1829171" y="53915"/>
                  </a:lnTo>
                  <a:lnTo>
                    <a:pt x="1929157" y="65196"/>
                  </a:lnTo>
                  <a:lnTo>
                    <a:pt x="2031784" y="78451"/>
                  </a:lnTo>
                  <a:lnTo>
                    <a:pt x="2133500" y="93637"/>
                  </a:lnTo>
                  <a:lnTo>
                    <a:pt x="2231586" y="110735"/>
                  </a:lnTo>
                  <a:lnTo>
                    <a:pt x="2324222" y="129779"/>
                  </a:lnTo>
                  <a:lnTo>
                    <a:pt x="2410408" y="150864"/>
                  </a:lnTo>
                  <a:lnTo>
                    <a:pt x="2489798" y="174160"/>
                  </a:lnTo>
                  <a:lnTo>
                    <a:pt x="2562533" y="199908"/>
                  </a:lnTo>
                  <a:lnTo>
                    <a:pt x="2629078" y="228416"/>
                  </a:lnTo>
                  <a:lnTo>
                    <a:pt x="2690097" y="260048"/>
                  </a:lnTo>
                  <a:lnTo>
                    <a:pt x="2746361" y="295207"/>
                  </a:lnTo>
                  <a:lnTo>
                    <a:pt x="2798676" y="334298"/>
                  </a:lnTo>
                  <a:lnTo>
                    <a:pt x="2847828" y="377671"/>
                  </a:lnTo>
                  <a:lnTo>
                    <a:pt x="2894541" y="425532"/>
                  </a:lnTo>
                  <a:lnTo>
                    <a:pt x="2896531" y="427720"/>
                  </a:lnTo>
                  <a:lnTo>
                    <a:pt x="2936562" y="474348"/>
                  </a:lnTo>
                  <a:lnTo>
                    <a:pt x="2975537" y="524622"/>
                  </a:lnTo>
                  <a:lnTo>
                    <a:pt x="3013763" y="578614"/>
                  </a:lnTo>
                  <a:lnTo>
                    <a:pt x="3051483" y="636329"/>
                  </a:lnTo>
                  <a:lnTo>
                    <a:pt x="3088886" y="697694"/>
                  </a:lnTo>
                  <a:lnTo>
                    <a:pt x="3126117" y="762556"/>
                  </a:lnTo>
                  <a:lnTo>
                    <a:pt x="3163281" y="830671"/>
                  </a:lnTo>
                  <a:lnTo>
                    <a:pt x="3200448" y="901712"/>
                  </a:lnTo>
                  <a:lnTo>
                    <a:pt x="3237659" y="975263"/>
                  </a:lnTo>
                  <a:lnTo>
                    <a:pt x="3274929" y="1050836"/>
                  </a:lnTo>
                  <a:lnTo>
                    <a:pt x="3312254" y="1127875"/>
                  </a:lnTo>
                  <a:lnTo>
                    <a:pt x="3349617" y="1205778"/>
                  </a:lnTo>
                  <a:lnTo>
                    <a:pt x="3386990" y="1283914"/>
                  </a:lnTo>
                  <a:lnTo>
                    <a:pt x="3424344" y="1361642"/>
                  </a:lnTo>
                  <a:lnTo>
                    <a:pt x="3461656" y="1438336"/>
                  </a:lnTo>
                  <a:lnTo>
                    <a:pt x="3498909" y="1513407"/>
                  </a:lnTo>
                  <a:lnTo>
                    <a:pt x="3536105" y="1586314"/>
                  </a:lnTo>
                  <a:lnTo>
                    <a:pt x="3573266" y="1656589"/>
                  </a:lnTo>
                  <a:lnTo>
                    <a:pt x="3610440" y="1723840"/>
                  </a:lnTo>
                  <a:lnTo>
                    <a:pt x="3647707" y="1787762"/>
                  </a:lnTo>
                  <a:lnTo>
                    <a:pt x="3685181" y="1848136"/>
                  </a:lnTo>
                  <a:lnTo>
                    <a:pt x="3723018" y="1904833"/>
                  </a:lnTo>
                  <a:lnTo>
                    <a:pt x="3761424" y="1957800"/>
                  </a:lnTo>
                  <a:lnTo>
                    <a:pt x="3800656" y="2007062"/>
                  </a:lnTo>
                  <a:lnTo>
                    <a:pt x="3829811" y="2040525"/>
                  </a:lnTo>
                  <a:lnTo>
                    <a:pt x="3876432" y="2088581"/>
                  </a:lnTo>
                  <a:lnTo>
                    <a:pt x="3925464" y="2132148"/>
                  </a:lnTo>
                  <a:lnTo>
                    <a:pt x="3977624" y="2171419"/>
                  </a:lnTo>
                  <a:lnTo>
                    <a:pt x="4033699" y="2206740"/>
                  </a:lnTo>
                  <a:lnTo>
                    <a:pt x="4094495" y="2238518"/>
                  </a:lnTo>
                  <a:lnTo>
                    <a:pt x="4160784" y="2267154"/>
                  </a:lnTo>
                  <a:lnTo>
                    <a:pt x="4233238" y="2293015"/>
                  </a:lnTo>
                  <a:lnTo>
                    <a:pt x="4312332" y="2316412"/>
                  </a:lnTo>
                  <a:lnTo>
                    <a:pt x="4398224" y="2337590"/>
                  </a:lnTo>
                  <a:lnTo>
                    <a:pt x="4490595" y="2356720"/>
                  </a:lnTo>
                  <a:lnTo>
                    <a:pt x="4588475" y="2373902"/>
                  </a:lnTo>
                  <a:lnTo>
                    <a:pt x="4690083" y="2389172"/>
                  </a:lnTo>
                  <a:lnTo>
                    <a:pt x="4792739" y="2402512"/>
                  </a:lnTo>
                  <a:lnTo>
                    <a:pt x="4892923" y="2413879"/>
                  </a:lnTo>
                  <a:lnTo>
                    <a:pt x="4986546" y="2423240"/>
                  </a:lnTo>
                  <a:lnTo>
                    <a:pt x="5069455" y="2430602"/>
                  </a:lnTo>
                  <a:lnTo>
                    <a:pt x="5138116" y="2436055"/>
                  </a:lnTo>
                  <a:lnTo>
                    <a:pt x="5190297" y="2439783"/>
                  </a:lnTo>
                  <a:lnTo>
                    <a:pt x="5225576" y="2442060"/>
                  </a:lnTo>
                  <a:lnTo>
                    <a:pt x="5245533" y="2443229"/>
                  </a:lnTo>
                  <a:lnTo>
                    <a:pt x="5253629" y="2443661"/>
                  </a:lnTo>
                  <a:lnTo>
                    <a:pt x="5254955" y="2443726"/>
                  </a:lnTo>
                  <a:lnTo>
                    <a:pt x="6726343" y="2443726"/>
                  </a:lnTo>
                  <a:lnTo>
                    <a:pt x="6727576" y="2443741"/>
                  </a:lnTo>
                  <a:lnTo>
                    <a:pt x="6735671" y="2443846"/>
                  </a:lnTo>
                  <a:lnTo>
                    <a:pt x="6756025" y="2444136"/>
                  </a:lnTo>
                  <a:lnTo>
                    <a:pt x="6792289" y="2444706"/>
                  </a:lnTo>
                  <a:lnTo>
                    <a:pt x="6846087" y="2445645"/>
                  </a:lnTo>
                  <a:lnTo>
                    <a:pt x="6916895" y="2447021"/>
                  </a:lnTo>
                  <a:lnTo>
                    <a:pt x="7002264" y="2448882"/>
                  </a:lnTo>
                  <a:lnTo>
                    <a:pt x="7098392" y="2451246"/>
                  </a:lnTo>
                  <a:lnTo>
                    <a:pt x="7200876" y="2454117"/>
                  </a:lnTo>
                  <a:lnTo>
                    <a:pt x="7305446" y="2457483"/>
                  </a:lnTo>
                  <a:lnTo>
                    <a:pt x="7408491" y="2461335"/>
                  </a:lnTo>
                  <a:lnTo>
                    <a:pt x="7507322" y="2465670"/>
                  </a:lnTo>
                  <a:lnTo>
                    <a:pt x="7600213" y="2470499"/>
                  </a:lnTo>
                  <a:lnTo>
                    <a:pt x="7686277" y="2475852"/>
                  </a:lnTo>
                  <a:lnTo>
                    <a:pt x="7765293" y="2481776"/>
                  </a:lnTo>
                  <a:lnTo>
                    <a:pt x="7837515" y="2488338"/>
                  </a:lnTo>
                  <a:lnTo>
                    <a:pt x="7903504" y="2495622"/>
                  </a:lnTo>
                  <a:lnTo>
                    <a:pt x="7964004" y="2503724"/>
                  </a:lnTo>
                  <a:lnTo>
                    <a:pt x="8019847" y="2512750"/>
                  </a:lnTo>
                  <a:lnTo>
                    <a:pt x="8071882" y="2522801"/>
                  </a:lnTo>
                  <a:lnTo>
                    <a:pt x="8120922" y="2533956"/>
                  </a:lnTo>
                  <a:lnTo>
                    <a:pt x="8151487" y="2541802"/>
                  </a:lnTo>
                  <a:lnTo>
                    <a:pt x="8205523" y="2557403"/>
                  </a:lnTo>
                  <a:lnTo>
                    <a:pt x="8257823" y="2574649"/>
                  </a:lnTo>
                  <a:lnTo>
                    <a:pt x="8309067" y="2593562"/>
                  </a:lnTo>
                  <a:lnTo>
                    <a:pt x="8359743" y="2614103"/>
                  </a:lnTo>
                  <a:lnTo>
                    <a:pt x="8410189" y="2636165"/>
                  </a:lnTo>
                  <a:lnTo>
                    <a:pt x="8460613" y="2659569"/>
                  </a:lnTo>
                  <a:lnTo>
                    <a:pt x="8511122" y="2684067"/>
                  </a:lnTo>
                  <a:lnTo>
                    <a:pt x="8561737" y="2709347"/>
                  </a:lnTo>
                  <a:lnTo>
                    <a:pt x="8612426" y="2735054"/>
                  </a:lnTo>
                  <a:lnTo>
                    <a:pt x="8663122" y="2760804"/>
                  </a:lnTo>
                  <a:lnTo>
                    <a:pt x="8713759" y="2786213"/>
                  </a:lnTo>
                  <a:lnTo>
                    <a:pt x="8764291" y="2810915"/>
                  </a:lnTo>
                  <a:lnTo>
                    <a:pt x="8814729" y="2834589"/>
                  </a:lnTo>
                  <a:lnTo>
                    <a:pt x="8865155" y="2856971"/>
                  </a:lnTo>
                  <a:lnTo>
                    <a:pt x="8915756" y="2877866"/>
                  </a:lnTo>
                  <a:lnTo>
                    <a:pt x="8966835" y="2897151"/>
                  </a:lnTo>
                  <a:lnTo>
                    <a:pt x="9018846" y="2914772"/>
                  </a:lnTo>
                  <a:lnTo>
                    <a:pt x="9072421" y="2930738"/>
                  </a:lnTo>
                  <a:lnTo>
                    <a:pt x="9084767" y="2934106"/>
                  </a:lnTo>
                  <a:lnTo>
                    <a:pt x="9132258" y="2945998"/>
                  </a:lnTo>
                  <a:lnTo>
                    <a:pt x="9182262" y="2956759"/>
                  </a:lnTo>
                  <a:lnTo>
                    <a:pt x="9235539" y="2966439"/>
                  </a:lnTo>
                  <a:lnTo>
                    <a:pt x="9292920" y="2975128"/>
                  </a:lnTo>
                  <a:lnTo>
                    <a:pt x="9355255" y="2982932"/>
                  </a:lnTo>
                  <a:lnTo>
                    <a:pt x="9423355" y="2989951"/>
                  </a:lnTo>
                  <a:lnTo>
                    <a:pt x="9497912" y="2996281"/>
                  </a:lnTo>
                  <a:lnTo>
                    <a:pt x="9579395" y="3001998"/>
                  </a:lnTo>
                  <a:lnTo>
                    <a:pt x="9667911" y="3007162"/>
                  </a:lnTo>
                  <a:lnTo>
                    <a:pt x="9763028" y="3011815"/>
                  </a:lnTo>
                  <a:lnTo>
                    <a:pt x="9863584" y="3015980"/>
                  </a:lnTo>
                  <a:lnTo>
                    <a:pt x="9967520" y="3019662"/>
                  </a:lnTo>
                  <a:lnTo>
                    <a:pt x="10071812" y="3022856"/>
                  </a:lnTo>
                  <a:lnTo>
                    <a:pt x="10172570" y="3025550"/>
                  </a:lnTo>
                  <a:lnTo>
                    <a:pt x="10265408" y="3027736"/>
                  </a:lnTo>
                  <a:lnTo>
                    <a:pt x="10346043" y="3029423"/>
                  </a:lnTo>
                  <a:lnTo>
                    <a:pt x="10411067" y="3030639"/>
                  </a:lnTo>
                  <a:lnTo>
                    <a:pt x="10458658" y="3031440"/>
                  </a:lnTo>
                  <a:lnTo>
                    <a:pt x="10489041" y="3031901"/>
                  </a:lnTo>
                  <a:lnTo>
                    <a:pt x="10504579" y="3032115"/>
                  </a:lnTo>
                  <a:lnTo>
                    <a:pt x="10509567" y="3032178"/>
                  </a:lnTo>
                  <a:lnTo>
                    <a:pt x="10509911" y="3032182"/>
                  </a:lnTo>
                  <a:lnTo>
                    <a:pt x="11981298" y="3032182"/>
                  </a:lnTo>
                  <a:lnTo>
                    <a:pt x="11981298" y="3007663"/>
                  </a:lnTo>
                  <a:lnTo>
                    <a:pt x="10509911" y="3007663"/>
                  </a:lnTo>
                  <a:lnTo>
                    <a:pt x="10508677" y="3007648"/>
                  </a:lnTo>
                  <a:lnTo>
                    <a:pt x="10500583" y="3007543"/>
                  </a:lnTo>
                  <a:lnTo>
                    <a:pt x="10480229" y="3007253"/>
                  </a:lnTo>
                  <a:lnTo>
                    <a:pt x="10443964" y="3006683"/>
                  </a:lnTo>
                  <a:lnTo>
                    <a:pt x="10390166" y="3005744"/>
                  </a:lnTo>
                  <a:lnTo>
                    <a:pt x="10319359" y="3004367"/>
                  </a:lnTo>
                  <a:lnTo>
                    <a:pt x="10233989" y="3002507"/>
                  </a:lnTo>
                  <a:lnTo>
                    <a:pt x="10137862" y="3000142"/>
                  </a:lnTo>
                  <a:lnTo>
                    <a:pt x="10035378" y="2997272"/>
                  </a:lnTo>
                  <a:lnTo>
                    <a:pt x="9930807" y="2993905"/>
                  </a:lnTo>
                  <a:lnTo>
                    <a:pt x="9827763" y="2990053"/>
                  </a:lnTo>
                  <a:lnTo>
                    <a:pt x="9728931" y="2985719"/>
                  </a:lnTo>
                  <a:lnTo>
                    <a:pt x="9636041" y="2980889"/>
                  </a:lnTo>
                  <a:lnTo>
                    <a:pt x="9549977" y="2975537"/>
                  </a:lnTo>
                  <a:lnTo>
                    <a:pt x="9470960" y="2969613"/>
                  </a:lnTo>
                  <a:lnTo>
                    <a:pt x="9398739" y="2963051"/>
                  </a:lnTo>
                  <a:lnTo>
                    <a:pt x="9332750" y="2955767"/>
                  </a:lnTo>
                  <a:lnTo>
                    <a:pt x="9272249" y="2947665"/>
                  </a:lnTo>
                  <a:lnTo>
                    <a:pt x="9216407" y="2938639"/>
                  </a:lnTo>
                  <a:lnTo>
                    <a:pt x="9164371" y="2928588"/>
                  </a:lnTo>
                  <a:lnTo>
                    <a:pt x="9115331" y="2917433"/>
                  </a:lnTo>
                  <a:lnTo>
                    <a:pt x="9084767" y="2909587"/>
                  </a:lnTo>
                  <a:lnTo>
                    <a:pt x="9030730" y="2893986"/>
                  </a:lnTo>
                  <a:lnTo>
                    <a:pt x="8978430" y="2876740"/>
                  </a:lnTo>
                  <a:lnTo>
                    <a:pt x="8927186" y="2857827"/>
                  </a:lnTo>
                  <a:lnTo>
                    <a:pt x="8876510" y="2837286"/>
                  </a:lnTo>
                  <a:lnTo>
                    <a:pt x="8826064" y="2815224"/>
                  </a:lnTo>
                  <a:lnTo>
                    <a:pt x="8775640" y="2791820"/>
                  </a:lnTo>
                  <a:lnTo>
                    <a:pt x="8725132" y="2767322"/>
                  </a:lnTo>
                  <a:lnTo>
                    <a:pt x="8674516" y="2742042"/>
                  </a:lnTo>
                  <a:lnTo>
                    <a:pt x="8623828" y="2716335"/>
                  </a:lnTo>
                  <a:lnTo>
                    <a:pt x="8573131" y="2690585"/>
                  </a:lnTo>
                  <a:lnTo>
                    <a:pt x="8522495" y="2665176"/>
                  </a:lnTo>
                  <a:lnTo>
                    <a:pt x="8471962" y="2640474"/>
                  </a:lnTo>
                  <a:lnTo>
                    <a:pt x="8421525" y="2616800"/>
                  </a:lnTo>
                  <a:lnTo>
                    <a:pt x="8371098" y="2594418"/>
                  </a:lnTo>
                  <a:lnTo>
                    <a:pt x="8320498" y="2573522"/>
                  </a:lnTo>
                  <a:lnTo>
                    <a:pt x="8269418" y="2554238"/>
                  </a:lnTo>
                  <a:lnTo>
                    <a:pt x="8217407" y="2536617"/>
                  </a:lnTo>
                  <a:lnTo>
                    <a:pt x="8163832" y="2520651"/>
                  </a:lnTo>
                  <a:lnTo>
                    <a:pt x="8151487" y="2517283"/>
                  </a:lnTo>
                  <a:lnTo>
                    <a:pt x="8103995" y="2505391"/>
                  </a:lnTo>
                  <a:lnTo>
                    <a:pt x="8053991" y="2494630"/>
                  </a:lnTo>
                  <a:lnTo>
                    <a:pt x="8000715" y="2484950"/>
                  </a:lnTo>
                  <a:lnTo>
                    <a:pt x="7943334" y="2476260"/>
                  </a:lnTo>
                  <a:lnTo>
                    <a:pt x="7880998" y="2468457"/>
                  </a:lnTo>
                  <a:lnTo>
                    <a:pt x="7812898" y="2461437"/>
                  </a:lnTo>
                  <a:lnTo>
                    <a:pt x="7738342" y="2455108"/>
                  </a:lnTo>
                  <a:lnTo>
                    <a:pt x="7656859" y="2449391"/>
                  </a:lnTo>
                  <a:lnTo>
                    <a:pt x="7568343" y="2444227"/>
                  </a:lnTo>
                  <a:lnTo>
                    <a:pt x="7473225" y="2439574"/>
                  </a:lnTo>
                  <a:lnTo>
                    <a:pt x="7372669" y="2435409"/>
                  </a:lnTo>
                  <a:lnTo>
                    <a:pt x="7268733" y="2431727"/>
                  </a:lnTo>
                  <a:lnTo>
                    <a:pt x="7164442" y="2428533"/>
                  </a:lnTo>
                  <a:lnTo>
                    <a:pt x="7063683" y="2425839"/>
                  </a:lnTo>
                  <a:lnTo>
                    <a:pt x="6970846" y="2423653"/>
                  </a:lnTo>
                  <a:lnTo>
                    <a:pt x="6890211" y="2421966"/>
                  </a:lnTo>
                  <a:lnTo>
                    <a:pt x="6825187" y="2420750"/>
                  </a:lnTo>
                  <a:lnTo>
                    <a:pt x="6777595" y="2419949"/>
                  </a:lnTo>
                  <a:lnTo>
                    <a:pt x="6747212" y="2419488"/>
                  </a:lnTo>
                  <a:lnTo>
                    <a:pt x="6731674" y="2419274"/>
                  </a:lnTo>
                  <a:lnTo>
                    <a:pt x="6726686" y="2419211"/>
                  </a:lnTo>
                  <a:lnTo>
                    <a:pt x="6726343" y="2419207"/>
                  </a:lnTo>
                  <a:lnTo>
                    <a:pt x="5254955" y="2419207"/>
                  </a:lnTo>
                  <a:lnTo>
                    <a:pt x="5253785" y="2419150"/>
                  </a:lnTo>
                  <a:lnTo>
                    <a:pt x="5246101" y="2418741"/>
                  </a:lnTo>
                  <a:lnTo>
                    <a:pt x="5226747" y="2417613"/>
                  </a:lnTo>
                  <a:lnTo>
                    <a:pt x="5192182" y="2415391"/>
                  </a:lnTo>
                  <a:lnTo>
                    <a:pt x="5140743" y="2411733"/>
                  </a:lnTo>
                  <a:lnTo>
                    <a:pt x="5072766" y="2406360"/>
                  </a:lnTo>
                  <a:lnTo>
                    <a:pt x="4990411" y="2399083"/>
                  </a:lnTo>
                  <a:lnTo>
                    <a:pt x="4897171" y="2389810"/>
                  </a:lnTo>
                  <a:lnTo>
                    <a:pt x="4797185" y="2378530"/>
                  </a:lnTo>
                  <a:lnTo>
                    <a:pt x="4694558" y="2365275"/>
                  </a:lnTo>
                  <a:lnTo>
                    <a:pt x="4592842" y="2350089"/>
                  </a:lnTo>
                  <a:lnTo>
                    <a:pt x="4494756" y="2332990"/>
                  </a:lnTo>
                  <a:lnTo>
                    <a:pt x="4402120" y="2313947"/>
                  </a:lnTo>
                  <a:lnTo>
                    <a:pt x="4315934" y="2292861"/>
                  </a:lnTo>
                  <a:lnTo>
                    <a:pt x="4236544" y="2269565"/>
                  </a:lnTo>
                  <a:lnTo>
                    <a:pt x="4163809" y="2243817"/>
                  </a:lnTo>
                  <a:lnTo>
                    <a:pt x="4097264" y="2215310"/>
                  </a:lnTo>
                  <a:lnTo>
                    <a:pt x="4036245" y="2183677"/>
                  </a:lnTo>
                  <a:lnTo>
                    <a:pt x="3979981" y="2148518"/>
                  </a:lnTo>
                  <a:lnTo>
                    <a:pt x="3927666" y="2109428"/>
                  </a:lnTo>
                  <a:lnTo>
                    <a:pt x="3878514" y="2066054"/>
                  </a:lnTo>
                  <a:lnTo>
                    <a:pt x="3831801" y="2018194"/>
                  </a:lnTo>
                  <a:lnTo>
                    <a:pt x="3829811" y="2016006"/>
                  </a:lnTo>
                  <a:lnTo>
                    <a:pt x="3789780" y="1969378"/>
                  </a:lnTo>
                  <a:lnTo>
                    <a:pt x="3750805" y="1919104"/>
                  </a:lnTo>
                  <a:lnTo>
                    <a:pt x="3712579" y="1865112"/>
                  </a:lnTo>
                  <a:lnTo>
                    <a:pt x="3674859" y="1807397"/>
                  </a:lnTo>
                  <a:lnTo>
                    <a:pt x="3637456" y="1746031"/>
                  </a:lnTo>
                  <a:lnTo>
                    <a:pt x="3600225" y="1681170"/>
                  </a:lnTo>
                  <a:lnTo>
                    <a:pt x="3563061" y="1613054"/>
                  </a:lnTo>
                  <a:lnTo>
                    <a:pt x="3525894" y="1542014"/>
                  </a:lnTo>
                  <a:lnTo>
                    <a:pt x="3488683" y="1468462"/>
                  </a:lnTo>
                  <a:lnTo>
                    <a:pt x="3451413" y="1392890"/>
                  </a:lnTo>
                  <a:lnTo>
                    <a:pt x="3414088" y="1315850"/>
                  </a:lnTo>
                  <a:lnTo>
                    <a:pt x="3376725" y="1237947"/>
                  </a:lnTo>
                  <a:lnTo>
                    <a:pt x="3339352" y="1159812"/>
                  </a:lnTo>
                  <a:lnTo>
                    <a:pt x="3301998" y="1082084"/>
                  </a:lnTo>
                  <a:lnTo>
                    <a:pt x="3264686" y="1005389"/>
                  </a:lnTo>
                  <a:lnTo>
                    <a:pt x="3227433" y="930319"/>
                  </a:lnTo>
                  <a:lnTo>
                    <a:pt x="3190237" y="857411"/>
                  </a:lnTo>
                  <a:lnTo>
                    <a:pt x="3153076" y="787137"/>
                  </a:lnTo>
                  <a:lnTo>
                    <a:pt x="3115902" y="719886"/>
                  </a:lnTo>
                  <a:lnTo>
                    <a:pt x="3078635" y="655964"/>
                  </a:lnTo>
                  <a:lnTo>
                    <a:pt x="3041161" y="595589"/>
                  </a:lnTo>
                  <a:lnTo>
                    <a:pt x="3003324" y="538893"/>
                  </a:lnTo>
                  <a:lnTo>
                    <a:pt x="2964918" y="485926"/>
                  </a:lnTo>
                  <a:lnTo>
                    <a:pt x="2925687" y="436663"/>
                  </a:lnTo>
                  <a:lnTo>
                    <a:pt x="2896531" y="403201"/>
                  </a:lnTo>
                  <a:lnTo>
                    <a:pt x="2849910" y="355144"/>
                  </a:lnTo>
                  <a:lnTo>
                    <a:pt x="2800878" y="311578"/>
                  </a:lnTo>
                  <a:lnTo>
                    <a:pt x="2748718" y="272307"/>
                  </a:lnTo>
                  <a:lnTo>
                    <a:pt x="2692643" y="236985"/>
                  </a:lnTo>
                  <a:lnTo>
                    <a:pt x="2631847" y="205208"/>
                  </a:lnTo>
                  <a:lnTo>
                    <a:pt x="2565558" y="176572"/>
                  </a:lnTo>
                  <a:lnTo>
                    <a:pt x="2493104" y="150710"/>
                  </a:lnTo>
                  <a:lnTo>
                    <a:pt x="2414010" y="127313"/>
                  </a:lnTo>
                  <a:lnTo>
                    <a:pt x="2328118" y="106135"/>
                  </a:lnTo>
                  <a:lnTo>
                    <a:pt x="2235747" y="87005"/>
                  </a:lnTo>
                  <a:lnTo>
                    <a:pt x="2137867" y="69823"/>
                  </a:lnTo>
                  <a:lnTo>
                    <a:pt x="2036259" y="54554"/>
                  </a:lnTo>
                  <a:lnTo>
                    <a:pt x="1933603" y="41214"/>
                  </a:lnTo>
                  <a:lnTo>
                    <a:pt x="1833419" y="29846"/>
                  </a:lnTo>
                  <a:lnTo>
                    <a:pt x="1739796" y="20486"/>
                  </a:lnTo>
                  <a:lnTo>
                    <a:pt x="1656887" y="13123"/>
                  </a:lnTo>
                  <a:lnTo>
                    <a:pt x="1588226" y="7670"/>
                  </a:lnTo>
                  <a:lnTo>
                    <a:pt x="1536045" y="3942"/>
                  </a:lnTo>
                  <a:lnTo>
                    <a:pt x="1500766" y="1665"/>
                  </a:lnTo>
                  <a:lnTo>
                    <a:pt x="1480809" y="497"/>
                  </a:lnTo>
                  <a:lnTo>
                    <a:pt x="1472713" y="65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339" name="pl339"/>
            <p:cNvSpPr/>
            <p:nvPr/>
          </p:nvSpPr>
          <p:spPr>
            <a:xfrm>
              <a:off x="4799595" y="5118711"/>
              <a:ext cx="11981298" cy="3007663"/>
            </a:xfrm>
            <a:custGeom>
              <a:avLst/>
              <a:pathLst>
                <a:path w="11981298" h="3007663">
                  <a:moveTo>
                    <a:pt x="0" y="0"/>
                  </a:moveTo>
                  <a:lnTo>
                    <a:pt x="1471387" y="0"/>
                  </a:lnTo>
                  <a:lnTo>
                    <a:pt x="1472557" y="57"/>
                  </a:lnTo>
                  <a:lnTo>
                    <a:pt x="1480241" y="465"/>
                  </a:lnTo>
                  <a:lnTo>
                    <a:pt x="1499596" y="1594"/>
                  </a:lnTo>
                  <a:lnTo>
                    <a:pt x="1534160" y="3815"/>
                  </a:lnTo>
                  <a:lnTo>
                    <a:pt x="1585599" y="7473"/>
                  </a:lnTo>
                  <a:lnTo>
                    <a:pt x="1653576" y="12847"/>
                  </a:lnTo>
                  <a:lnTo>
                    <a:pt x="1735931" y="20124"/>
                  </a:lnTo>
                  <a:lnTo>
                    <a:pt x="1829171" y="29396"/>
                  </a:lnTo>
                  <a:lnTo>
                    <a:pt x="1929157" y="40677"/>
                  </a:lnTo>
                  <a:lnTo>
                    <a:pt x="2031784" y="53932"/>
                  </a:lnTo>
                  <a:lnTo>
                    <a:pt x="2133500" y="69118"/>
                  </a:lnTo>
                  <a:lnTo>
                    <a:pt x="2231586" y="86216"/>
                  </a:lnTo>
                  <a:lnTo>
                    <a:pt x="2324222" y="105260"/>
                  </a:lnTo>
                  <a:lnTo>
                    <a:pt x="2410408" y="126345"/>
                  </a:lnTo>
                  <a:lnTo>
                    <a:pt x="2489798" y="149641"/>
                  </a:lnTo>
                  <a:lnTo>
                    <a:pt x="2562533" y="175389"/>
                  </a:lnTo>
                  <a:lnTo>
                    <a:pt x="2629078" y="203897"/>
                  </a:lnTo>
                  <a:lnTo>
                    <a:pt x="2690097" y="235529"/>
                  </a:lnTo>
                  <a:lnTo>
                    <a:pt x="2746361" y="270688"/>
                  </a:lnTo>
                  <a:lnTo>
                    <a:pt x="2798676" y="309779"/>
                  </a:lnTo>
                  <a:lnTo>
                    <a:pt x="2847828" y="353152"/>
                  </a:lnTo>
                  <a:lnTo>
                    <a:pt x="2894541" y="401013"/>
                  </a:lnTo>
                  <a:lnTo>
                    <a:pt x="2896531" y="403201"/>
                  </a:lnTo>
                  <a:lnTo>
                    <a:pt x="2936562" y="449829"/>
                  </a:lnTo>
                  <a:lnTo>
                    <a:pt x="2975537" y="500103"/>
                  </a:lnTo>
                  <a:lnTo>
                    <a:pt x="3013763" y="554095"/>
                  </a:lnTo>
                  <a:lnTo>
                    <a:pt x="3051483" y="611810"/>
                  </a:lnTo>
                  <a:lnTo>
                    <a:pt x="3088886" y="673175"/>
                  </a:lnTo>
                  <a:lnTo>
                    <a:pt x="3126117" y="738037"/>
                  </a:lnTo>
                  <a:lnTo>
                    <a:pt x="3163281" y="806152"/>
                  </a:lnTo>
                  <a:lnTo>
                    <a:pt x="3200448" y="877193"/>
                  </a:lnTo>
                  <a:lnTo>
                    <a:pt x="3237659" y="950744"/>
                  </a:lnTo>
                  <a:lnTo>
                    <a:pt x="3274929" y="1026317"/>
                  </a:lnTo>
                  <a:lnTo>
                    <a:pt x="3312254" y="1103356"/>
                  </a:lnTo>
                  <a:lnTo>
                    <a:pt x="3349617" y="1181259"/>
                  </a:lnTo>
                  <a:lnTo>
                    <a:pt x="3386990" y="1259395"/>
                  </a:lnTo>
                  <a:lnTo>
                    <a:pt x="3424344" y="1337123"/>
                  </a:lnTo>
                  <a:lnTo>
                    <a:pt x="3461656" y="1413817"/>
                  </a:lnTo>
                  <a:lnTo>
                    <a:pt x="3498909" y="1488888"/>
                  </a:lnTo>
                  <a:lnTo>
                    <a:pt x="3536105" y="1561795"/>
                  </a:lnTo>
                  <a:lnTo>
                    <a:pt x="3573266" y="1632070"/>
                  </a:lnTo>
                  <a:lnTo>
                    <a:pt x="3610440" y="1699321"/>
                  </a:lnTo>
                  <a:lnTo>
                    <a:pt x="3647707" y="1763243"/>
                  </a:lnTo>
                  <a:lnTo>
                    <a:pt x="3685181" y="1823617"/>
                  </a:lnTo>
                  <a:lnTo>
                    <a:pt x="3723018" y="1880314"/>
                  </a:lnTo>
                  <a:lnTo>
                    <a:pt x="3761424" y="1933281"/>
                  </a:lnTo>
                  <a:lnTo>
                    <a:pt x="3800656" y="1982543"/>
                  </a:lnTo>
                  <a:lnTo>
                    <a:pt x="3829811" y="2016006"/>
                  </a:lnTo>
                  <a:lnTo>
                    <a:pt x="3876432" y="2064062"/>
                  </a:lnTo>
                  <a:lnTo>
                    <a:pt x="3925464" y="2107629"/>
                  </a:lnTo>
                  <a:lnTo>
                    <a:pt x="3977624" y="2146900"/>
                  </a:lnTo>
                  <a:lnTo>
                    <a:pt x="4033699" y="2182221"/>
                  </a:lnTo>
                  <a:lnTo>
                    <a:pt x="4094495" y="2213999"/>
                  </a:lnTo>
                  <a:lnTo>
                    <a:pt x="4160784" y="2242635"/>
                  </a:lnTo>
                  <a:lnTo>
                    <a:pt x="4233238" y="2268496"/>
                  </a:lnTo>
                  <a:lnTo>
                    <a:pt x="4312332" y="2291893"/>
                  </a:lnTo>
                  <a:lnTo>
                    <a:pt x="4398224" y="2313071"/>
                  </a:lnTo>
                  <a:lnTo>
                    <a:pt x="4490595" y="2332201"/>
                  </a:lnTo>
                  <a:lnTo>
                    <a:pt x="4588475" y="2349383"/>
                  </a:lnTo>
                  <a:lnTo>
                    <a:pt x="4690083" y="2364653"/>
                  </a:lnTo>
                  <a:lnTo>
                    <a:pt x="4792739" y="2377993"/>
                  </a:lnTo>
                  <a:lnTo>
                    <a:pt x="4892923" y="2389360"/>
                  </a:lnTo>
                  <a:lnTo>
                    <a:pt x="4986546" y="2398721"/>
                  </a:lnTo>
                  <a:lnTo>
                    <a:pt x="5069455" y="2406083"/>
                  </a:lnTo>
                  <a:lnTo>
                    <a:pt x="5138116" y="2411536"/>
                  </a:lnTo>
                  <a:lnTo>
                    <a:pt x="5190297" y="2415264"/>
                  </a:lnTo>
                  <a:lnTo>
                    <a:pt x="5225576" y="2417541"/>
                  </a:lnTo>
                  <a:lnTo>
                    <a:pt x="5245533" y="2418710"/>
                  </a:lnTo>
                  <a:lnTo>
                    <a:pt x="5253629" y="2419142"/>
                  </a:lnTo>
                  <a:lnTo>
                    <a:pt x="5254955" y="2419207"/>
                  </a:lnTo>
                  <a:lnTo>
                    <a:pt x="5254955" y="2419207"/>
                  </a:lnTo>
                  <a:lnTo>
                    <a:pt x="6726343" y="2419207"/>
                  </a:lnTo>
                  <a:lnTo>
                    <a:pt x="6727576" y="2419222"/>
                  </a:lnTo>
                  <a:lnTo>
                    <a:pt x="6735671" y="2419327"/>
                  </a:lnTo>
                  <a:lnTo>
                    <a:pt x="6756025" y="2419617"/>
                  </a:lnTo>
                  <a:lnTo>
                    <a:pt x="6792289" y="2420187"/>
                  </a:lnTo>
                  <a:lnTo>
                    <a:pt x="6846087" y="2421126"/>
                  </a:lnTo>
                  <a:lnTo>
                    <a:pt x="6916895" y="2422502"/>
                  </a:lnTo>
                  <a:lnTo>
                    <a:pt x="7002264" y="2424363"/>
                  </a:lnTo>
                  <a:lnTo>
                    <a:pt x="7098392" y="2426727"/>
                  </a:lnTo>
                  <a:lnTo>
                    <a:pt x="7200876" y="2429598"/>
                  </a:lnTo>
                  <a:lnTo>
                    <a:pt x="7305446" y="2432964"/>
                  </a:lnTo>
                  <a:lnTo>
                    <a:pt x="7408491" y="2436816"/>
                  </a:lnTo>
                  <a:lnTo>
                    <a:pt x="7507322" y="2441151"/>
                  </a:lnTo>
                  <a:lnTo>
                    <a:pt x="7600213" y="2445980"/>
                  </a:lnTo>
                  <a:lnTo>
                    <a:pt x="7686277" y="2451333"/>
                  </a:lnTo>
                  <a:lnTo>
                    <a:pt x="7765293" y="2457257"/>
                  </a:lnTo>
                  <a:lnTo>
                    <a:pt x="7837515" y="2463819"/>
                  </a:lnTo>
                  <a:lnTo>
                    <a:pt x="7903504" y="2471103"/>
                  </a:lnTo>
                  <a:lnTo>
                    <a:pt x="7964004" y="2479205"/>
                  </a:lnTo>
                  <a:lnTo>
                    <a:pt x="8019847" y="2488231"/>
                  </a:lnTo>
                  <a:lnTo>
                    <a:pt x="8071882" y="2498282"/>
                  </a:lnTo>
                  <a:lnTo>
                    <a:pt x="8120922" y="2509437"/>
                  </a:lnTo>
                  <a:lnTo>
                    <a:pt x="8151487" y="2517283"/>
                  </a:lnTo>
                  <a:lnTo>
                    <a:pt x="8205523" y="2532884"/>
                  </a:lnTo>
                  <a:lnTo>
                    <a:pt x="8257823" y="2550130"/>
                  </a:lnTo>
                  <a:lnTo>
                    <a:pt x="8309067" y="2569043"/>
                  </a:lnTo>
                  <a:lnTo>
                    <a:pt x="8359743" y="2589584"/>
                  </a:lnTo>
                  <a:lnTo>
                    <a:pt x="8410189" y="2611646"/>
                  </a:lnTo>
                  <a:lnTo>
                    <a:pt x="8460613" y="2635050"/>
                  </a:lnTo>
                  <a:lnTo>
                    <a:pt x="8511122" y="2659548"/>
                  </a:lnTo>
                  <a:lnTo>
                    <a:pt x="8561737" y="2684828"/>
                  </a:lnTo>
                  <a:lnTo>
                    <a:pt x="8612426" y="2710535"/>
                  </a:lnTo>
                  <a:lnTo>
                    <a:pt x="8663122" y="2736285"/>
                  </a:lnTo>
                  <a:lnTo>
                    <a:pt x="8713759" y="2761694"/>
                  </a:lnTo>
                  <a:lnTo>
                    <a:pt x="8764291" y="2786396"/>
                  </a:lnTo>
                  <a:lnTo>
                    <a:pt x="8814729" y="2810070"/>
                  </a:lnTo>
                  <a:lnTo>
                    <a:pt x="8865155" y="2832452"/>
                  </a:lnTo>
                  <a:lnTo>
                    <a:pt x="8915756" y="2853347"/>
                  </a:lnTo>
                  <a:lnTo>
                    <a:pt x="8966835" y="2872632"/>
                  </a:lnTo>
                  <a:lnTo>
                    <a:pt x="9018846" y="2890253"/>
                  </a:lnTo>
                  <a:lnTo>
                    <a:pt x="9072421" y="2906219"/>
                  </a:lnTo>
                  <a:lnTo>
                    <a:pt x="9084767" y="2909587"/>
                  </a:lnTo>
                  <a:lnTo>
                    <a:pt x="9132258" y="2921479"/>
                  </a:lnTo>
                  <a:lnTo>
                    <a:pt x="9182262" y="2932240"/>
                  </a:lnTo>
                  <a:lnTo>
                    <a:pt x="9235539" y="2941920"/>
                  </a:lnTo>
                  <a:lnTo>
                    <a:pt x="9292920" y="2950609"/>
                  </a:lnTo>
                  <a:lnTo>
                    <a:pt x="9355255" y="2958413"/>
                  </a:lnTo>
                  <a:lnTo>
                    <a:pt x="9423355" y="2965432"/>
                  </a:lnTo>
                  <a:lnTo>
                    <a:pt x="9497912" y="2971762"/>
                  </a:lnTo>
                  <a:lnTo>
                    <a:pt x="9579395" y="2977479"/>
                  </a:lnTo>
                  <a:lnTo>
                    <a:pt x="9667911" y="2982643"/>
                  </a:lnTo>
                  <a:lnTo>
                    <a:pt x="9763028" y="2987296"/>
                  </a:lnTo>
                  <a:lnTo>
                    <a:pt x="9863584" y="2991461"/>
                  </a:lnTo>
                  <a:lnTo>
                    <a:pt x="9967520" y="2995143"/>
                  </a:lnTo>
                  <a:lnTo>
                    <a:pt x="10071812" y="2998337"/>
                  </a:lnTo>
                  <a:lnTo>
                    <a:pt x="10172570" y="3001031"/>
                  </a:lnTo>
                  <a:lnTo>
                    <a:pt x="10265408" y="3003217"/>
                  </a:lnTo>
                  <a:lnTo>
                    <a:pt x="10346043" y="3004904"/>
                  </a:lnTo>
                  <a:lnTo>
                    <a:pt x="10411067" y="3006120"/>
                  </a:lnTo>
                  <a:lnTo>
                    <a:pt x="10458658" y="3006921"/>
                  </a:lnTo>
                  <a:lnTo>
                    <a:pt x="10489041" y="3007382"/>
                  </a:lnTo>
                  <a:lnTo>
                    <a:pt x="10504579" y="3007596"/>
                  </a:lnTo>
                  <a:lnTo>
                    <a:pt x="10509567" y="3007659"/>
                  </a:lnTo>
                  <a:lnTo>
                    <a:pt x="10509911" y="3007663"/>
                  </a:lnTo>
                  <a:lnTo>
                    <a:pt x="11981298" y="300766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40" name="pl340"/>
            <p:cNvSpPr/>
            <p:nvPr/>
          </p:nvSpPr>
          <p:spPr>
            <a:xfrm>
              <a:off x="4799595" y="5094192"/>
              <a:ext cx="11981298" cy="3007663"/>
            </a:xfrm>
            <a:custGeom>
              <a:avLst/>
              <a:pathLst>
                <a:path w="11981298" h="3007663">
                  <a:moveTo>
                    <a:pt x="11981298" y="3007663"/>
                  </a:moveTo>
                  <a:lnTo>
                    <a:pt x="10509911" y="3007663"/>
                  </a:lnTo>
                  <a:lnTo>
                    <a:pt x="10508677" y="3007648"/>
                  </a:lnTo>
                  <a:lnTo>
                    <a:pt x="10500583" y="3007543"/>
                  </a:lnTo>
                  <a:lnTo>
                    <a:pt x="10480229" y="3007253"/>
                  </a:lnTo>
                  <a:lnTo>
                    <a:pt x="10443964" y="3006683"/>
                  </a:lnTo>
                  <a:lnTo>
                    <a:pt x="10390166" y="3005744"/>
                  </a:lnTo>
                  <a:lnTo>
                    <a:pt x="10319359" y="3004367"/>
                  </a:lnTo>
                  <a:lnTo>
                    <a:pt x="10233989" y="3002507"/>
                  </a:lnTo>
                  <a:lnTo>
                    <a:pt x="10137862" y="3000142"/>
                  </a:lnTo>
                  <a:lnTo>
                    <a:pt x="10035378" y="2997272"/>
                  </a:lnTo>
                  <a:lnTo>
                    <a:pt x="9930807" y="2993905"/>
                  </a:lnTo>
                  <a:lnTo>
                    <a:pt x="9827763" y="2990053"/>
                  </a:lnTo>
                  <a:lnTo>
                    <a:pt x="9728931" y="2985719"/>
                  </a:lnTo>
                  <a:lnTo>
                    <a:pt x="9636041" y="2980889"/>
                  </a:lnTo>
                  <a:lnTo>
                    <a:pt x="9549977" y="2975537"/>
                  </a:lnTo>
                  <a:lnTo>
                    <a:pt x="9470960" y="2969613"/>
                  </a:lnTo>
                  <a:lnTo>
                    <a:pt x="9398739" y="2963051"/>
                  </a:lnTo>
                  <a:lnTo>
                    <a:pt x="9332750" y="2955767"/>
                  </a:lnTo>
                  <a:lnTo>
                    <a:pt x="9272249" y="2947665"/>
                  </a:lnTo>
                  <a:lnTo>
                    <a:pt x="9216407" y="2938639"/>
                  </a:lnTo>
                  <a:lnTo>
                    <a:pt x="9164371" y="2928588"/>
                  </a:lnTo>
                  <a:lnTo>
                    <a:pt x="9115331" y="2917433"/>
                  </a:lnTo>
                  <a:lnTo>
                    <a:pt x="9084767" y="2909587"/>
                  </a:lnTo>
                  <a:lnTo>
                    <a:pt x="9030730" y="2893986"/>
                  </a:lnTo>
                  <a:lnTo>
                    <a:pt x="8978430" y="2876740"/>
                  </a:lnTo>
                  <a:lnTo>
                    <a:pt x="8927186" y="2857827"/>
                  </a:lnTo>
                  <a:lnTo>
                    <a:pt x="8876510" y="2837286"/>
                  </a:lnTo>
                  <a:lnTo>
                    <a:pt x="8826064" y="2815224"/>
                  </a:lnTo>
                  <a:lnTo>
                    <a:pt x="8775640" y="2791820"/>
                  </a:lnTo>
                  <a:lnTo>
                    <a:pt x="8725132" y="2767322"/>
                  </a:lnTo>
                  <a:lnTo>
                    <a:pt x="8674516" y="2742042"/>
                  </a:lnTo>
                  <a:lnTo>
                    <a:pt x="8623828" y="2716335"/>
                  </a:lnTo>
                  <a:lnTo>
                    <a:pt x="8573131" y="2690585"/>
                  </a:lnTo>
                  <a:lnTo>
                    <a:pt x="8522495" y="2665176"/>
                  </a:lnTo>
                  <a:lnTo>
                    <a:pt x="8471962" y="2640474"/>
                  </a:lnTo>
                  <a:lnTo>
                    <a:pt x="8421525" y="2616800"/>
                  </a:lnTo>
                  <a:lnTo>
                    <a:pt x="8371098" y="2594418"/>
                  </a:lnTo>
                  <a:lnTo>
                    <a:pt x="8320498" y="2573522"/>
                  </a:lnTo>
                  <a:lnTo>
                    <a:pt x="8269418" y="2554238"/>
                  </a:lnTo>
                  <a:lnTo>
                    <a:pt x="8217407" y="2536617"/>
                  </a:lnTo>
                  <a:lnTo>
                    <a:pt x="8163832" y="2520651"/>
                  </a:lnTo>
                  <a:lnTo>
                    <a:pt x="8151487" y="2517283"/>
                  </a:lnTo>
                  <a:lnTo>
                    <a:pt x="8103995" y="2505391"/>
                  </a:lnTo>
                  <a:lnTo>
                    <a:pt x="8053991" y="2494630"/>
                  </a:lnTo>
                  <a:lnTo>
                    <a:pt x="8000715" y="2484950"/>
                  </a:lnTo>
                  <a:lnTo>
                    <a:pt x="7943334" y="2476260"/>
                  </a:lnTo>
                  <a:lnTo>
                    <a:pt x="7880998" y="2468457"/>
                  </a:lnTo>
                  <a:lnTo>
                    <a:pt x="7812898" y="2461437"/>
                  </a:lnTo>
                  <a:lnTo>
                    <a:pt x="7738342" y="2455108"/>
                  </a:lnTo>
                  <a:lnTo>
                    <a:pt x="7656859" y="2449391"/>
                  </a:lnTo>
                  <a:lnTo>
                    <a:pt x="7568343" y="2444227"/>
                  </a:lnTo>
                  <a:lnTo>
                    <a:pt x="7473225" y="2439574"/>
                  </a:lnTo>
                  <a:lnTo>
                    <a:pt x="7372669" y="2435409"/>
                  </a:lnTo>
                  <a:lnTo>
                    <a:pt x="7268733" y="2431727"/>
                  </a:lnTo>
                  <a:lnTo>
                    <a:pt x="7164442" y="2428533"/>
                  </a:lnTo>
                  <a:lnTo>
                    <a:pt x="7063683" y="2425839"/>
                  </a:lnTo>
                  <a:lnTo>
                    <a:pt x="6970846" y="2423653"/>
                  </a:lnTo>
                  <a:lnTo>
                    <a:pt x="6890211" y="2421966"/>
                  </a:lnTo>
                  <a:lnTo>
                    <a:pt x="6825187" y="2420750"/>
                  </a:lnTo>
                  <a:lnTo>
                    <a:pt x="6777595" y="2419949"/>
                  </a:lnTo>
                  <a:lnTo>
                    <a:pt x="6747212" y="2419488"/>
                  </a:lnTo>
                  <a:lnTo>
                    <a:pt x="6731674" y="2419274"/>
                  </a:lnTo>
                  <a:lnTo>
                    <a:pt x="6726686" y="2419211"/>
                  </a:lnTo>
                  <a:lnTo>
                    <a:pt x="6726343" y="2419207"/>
                  </a:lnTo>
                  <a:lnTo>
                    <a:pt x="5254955" y="2419207"/>
                  </a:lnTo>
                  <a:lnTo>
                    <a:pt x="5253785" y="2419150"/>
                  </a:lnTo>
                  <a:lnTo>
                    <a:pt x="5246101" y="2418741"/>
                  </a:lnTo>
                  <a:lnTo>
                    <a:pt x="5226747" y="2417613"/>
                  </a:lnTo>
                  <a:lnTo>
                    <a:pt x="5192182" y="2415391"/>
                  </a:lnTo>
                  <a:lnTo>
                    <a:pt x="5140743" y="2411733"/>
                  </a:lnTo>
                  <a:lnTo>
                    <a:pt x="5072766" y="2406360"/>
                  </a:lnTo>
                  <a:lnTo>
                    <a:pt x="4990411" y="2399083"/>
                  </a:lnTo>
                  <a:lnTo>
                    <a:pt x="4897171" y="2389810"/>
                  </a:lnTo>
                  <a:lnTo>
                    <a:pt x="4797185" y="2378530"/>
                  </a:lnTo>
                  <a:lnTo>
                    <a:pt x="4694558" y="2365275"/>
                  </a:lnTo>
                  <a:lnTo>
                    <a:pt x="4592842" y="2350089"/>
                  </a:lnTo>
                  <a:lnTo>
                    <a:pt x="4494756" y="2332990"/>
                  </a:lnTo>
                  <a:lnTo>
                    <a:pt x="4402120" y="2313947"/>
                  </a:lnTo>
                  <a:lnTo>
                    <a:pt x="4315934" y="2292861"/>
                  </a:lnTo>
                  <a:lnTo>
                    <a:pt x="4236544" y="2269565"/>
                  </a:lnTo>
                  <a:lnTo>
                    <a:pt x="4163809" y="2243817"/>
                  </a:lnTo>
                  <a:lnTo>
                    <a:pt x="4097264" y="2215310"/>
                  </a:lnTo>
                  <a:lnTo>
                    <a:pt x="4036245" y="2183677"/>
                  </a:lnTo>
                  <a:lnTo>
                    <a:pt x="3979981" y="2148518"/>
                  </a:lnTo>
                  <a:lnTo>
                    <a:pt x="3927666" y="2109428"/>
                  </a:lnTo>
                  <a:lnTo>
                    <a:pt x="3878514" y="2066054"/>
                  </a:lnTo>
                  <a:lnTo>
                    <a:pt x="3831801" y="2018194"/>
                  </a:lnTo>
                  <a:lnTo>
                    <a:pt x="3829811" y="2016006"/>
                  </a:lnTo>
                  <a:lnTo>
                    <a:pt x="3789780" y="1969378"/>
                  </a:lnTo>
                  <a:lnTo>
                    <a:pt x="3750805" y="1919104"/>
                  </a:lnTo>
                  <a:lnTo>
                    <a:pt x="3712579" y="1865112"/>
                  </a:lnTo>
                  <a:lnTo>
                    <a:pt x="3674859" y="1807397"/>
                  </a:lnTo>
                  <a:lnTo>
                    <a:pt x="3637456" y="1746031"/>
                  </a:lnTo>
                  <a:lnTo>
                    <a:pt x="3600225" y="1681170"/>
                  </a:lnTo>
                  <a:lnTo>
                    <a:pt x="3563061" y="1613054"/>
                  </a:lnTo>
                  <a:lnTo>
                    <a:pt x="3525894" y="1542014"/>
                  </a:lnTo>
                  <a:lnTo>
                    <a:pt x="3488683" y="1468462"/>
                  </a:lnTo>
                  <a:lnTo>
                    <a:pt x="3451413" y="1392890"/>
                  </a:lnTo>
                  <a:lnTo>
                    <a:pt x="3414088" y="1315850"/>
                  </a:lnTo>
                  <a:lnTo>
                    <a:pt x="3376725" y="1237947"/>
                  </a:lnTo>
                  <a:lnTo>
                    <a:pt x="3339352" y="1159812"/>
                  </a:lnTo>
                  <a:lnTo>
                    <a:pt x="3301998" y="1082084"/>
                  </a:lnTo>
                  <a:lnTo>
                    <a:pt x="3264686" y="1005389"/>
                  </a:lnTo>
                  <a:lnTo>
                    <a:pt x="3227433" y="930319"/>
                  </a:lnTo>
                  <a:lnTo>
                    <a:pt x="3190237" y="857411"/>
                  </a:lnTo>
                  <a:lnTo>
                    <a:pt x="3153076" y="787137"/>
                  </a:lnTo>
                  <a:lnTo>
                    <a:pt x="3115902" y="719886"/>
                  </a:lnTo>
                  <a:lnTo>
                    <a:pt x="3078635" y="655964"/>
                  </a:lnTo>
                  <a:lnTo>
                    <a:pt x="3041161" y="595589"/>
                  </a:lnTo>
                  <a:lnTo>
                    <a:pt x="3003324" y="538893"/>
                  </a:lnTo>
                  <a:lnTo>
                    <a:pt x="2964918" y="485926"/>
                  </a:lnTo>
                  <a:lnTo>
                    <a:pt x="2925687" y="436663"/>
                  </a:lnTo>
                  <a:lnTo>
                    <a:pt x="2896531" y="403201"/>
                  </a:lnTo>
                  <a:lnTo>
                    <a:pt x="2849910" y="355144"/>
                  </a:lnTo>
                  <a:lnTo>
                    <a:pt x="2800878" y="311578"/>
                  </a:lnTo>
                  <a:lnTo>
                    <a:pt x="2748718" y="272307"/>
                  </a:lnTo>
                  <a:lnTo>
                    <a:pt x="2692643" y="236985"/>
                  </a:lnTo>
                  <a:lnTo>
                    <a:pt x="2631847" y="205208"/>
                  </a:lnTo>
                  <a:lnTo>
                    <a:pt x="2565558" y="176572"/>
                  </a:lnTo>
                  <a:lnTo>
                    <a:pt x="2493104" y="150710"/>
                  </a:lnTo>
                  <a:lnTo>
                    <a:pt x="2414010" y="127313"/>
                  </a:lnTo>
                  <a:lnTo>
                    <a:pt x="2328118" y="106135"/>
                  </a:lnTo>
                  <a:lnTo>
                    <a:pt x="2235747" y="87005"/>
                  </a:lnTo>
                  <a:lnTo>
                    <a:pt x="2137867" y="69823"/>
                  </a:lnTo>
                  <a:lnTo>
                    <a:pt x="2036259" y="54554"/>
                  </a:lnTo>
                  <a:lnTo>
                    <a:pt x="1933603" y="41214"/>
                  </a:lnTo>
                  <a:lnTo>
                    <a:pt x="1833419" y="29846"/>
                  </a:lnTo>
                  <a:lnTo>
                    <a:pt x="1739796" y="20486"/>
                  </a:lnTo>
                  <a:lnTo>
                    <a:pt x="1656887" y="13123"/>
                  </a:lnTo>
                  <a:lnTo>
                    <a:pt x="1588226" y="7670"/>
                  </a:lnTo>
                  <a:lnTo>
                    <a:pt x="1536045" y="3942"/>
                  </a:lnTo>
                  <a:lnTo>
                    <a:pt x="1500766" y="1665"/>
                  </a:lnTo>
                  <a:lnTo>
                    <a:pt x="1480809" y="497"/>
                  </a:lnTo>
                  <a:lnTo>
                    <a:pt x="1472713" y="65"/>
                  </a:lnTo>
                  <a:lnTo>
                    <a:pt x="1471387" y="0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41" name="pg341"/>
            <p:cNvSpPr/>
            <p:nvPr/>
          </p:nvSpPr>
          <p:spPr>
            <a:xfrm>
              <a:off x="4799595" y="5118711"/>
              <a:ext cx="11981298" cy="3416313"/>
            </a:xfrm>
            <a:custGeom>
              <a:avLst/>
              <a:pathLst>
                <a:path w="11981298" h="3416313">
                  <a:moveTo>
                    <a:pt x="0" y="16345"/>
                  </a:moveTo>
                  <a:lnTo>
                    <a:pt x="1471387" y="16345"/>
                  </a:lnTo>
                  <a:lnTo>
                    <a:pt x="1472557" y="16403"/>
                  </a:lnTo>
                  <a:lnTo>
                    <a:pt x="1480241" y="16811"/>
                  </a:lnTo>
                  <a:lnTo>
                    <a:pt x="1499596" y="17940"/>
                  </a:lnTo>
                  <a:lnTo>
                    <a:pt x="1534160" y="20161"/>
                  </a:lnTo>
                  <a:lnTo>
                    <a:pt x="1585599" y="23819"/>
                  </a:lnTo>
                  <a:lnTo>
                    <a:pt x="1653576" y="29193"/>
                  </a:lnTo>
                  <a:lnTo>
                    <a:pt x="1735931" y="36470"/>
                  </a:lnTo>
                  <a:lnTo>
                    <a:pt x="1829171" y="45742"/>
                  </a:lnTo>
                  <a:lnTo>
                    <a:pt x="1929157" y="57023"/>
                  </a:lnTo>
                  <a:lnTo>
                    <a:pt x="2031784" y="70278"/>
                  </a:lnTo>
                  <a:lnTo>
                    <a:pt x="2133500" y="85464"/>
                  </a:lnTo>
                  <a:lnTo>
                    <a:pt x="2231586" y="102562"/>
                  </a:lnTo>
                  <a:lnTo>
                    <a:pt x="2324222" y="121606"/>
                  </a:lnTo>
                  <a:lnTo>
                    <a:pt x="2410408" y="142691"/>
                  </a:lnTo>
                  <a:lnTo>
                    <a:pt x="2489798" y="165987"/>
                  </a:lnTo>
                  <a:lnTo>
                    <a:pt x="2562533" y="191735"/>
                  </a:lnTo>
                  <a:lnTo>
                    <a:pt x="2629078" y="220243"/>
                  </a:lnTo>
                  <a:lnTo>
                    <a:pt x="2690097" y="251875"/>
                  </a:lnTo>
                  <a:lnTo>
                    <a:pt x="2746361" y="287034"/>
                  </a:lnTo>
                  <a:lnTo>
                    <a:pt x="2798676" y="326125"/>
                  </a:lnTo>
                  <a:lnTo>
                    <a:pt x="2847828" y="369498"/>
                  </a:lnTo>
                  <a:lnTo>
                    <a:pt x="2894541" y="417359"/>
                  </a:lnTo>
                  <a:lnTo>
                    <a:pt x="2896531" y="419547"/>
                  </a:lnTo>
                  <a:lnTo>
                    <a:pt x="2936562" y="466175"/>
                  </a:lnTo>
                  <a:lnTo>
                    <a:pt x="2975537" y="516449"/>
                  </a:lnTo>
                  <a:lnTo>
                    <a:pt x="3013763" y="570441"/>
                  </a:lnTo>
                  <a:lnTo>
                    <a:pt x="3051483" y="628156"/>
                  </a:lnTo>
                  <a:lnTo>
                    <a:pt x="3088886" y="689521"/>
                  </a:lnTo>
                  <a:lnTo>
                    <a:pt x="3126117" y="754383"/>
                  </a:lnTo>
                  <a:lnTo>
                    <a:pt x="3163281" y="822498"/>
                  </a:lnTo>
                  <a:lnTo>
                    <a:pt x="3200448" y="893539"/>
                  </a:lnTo>
                  <a:lnTo>
                    <a:pt x="3237659" y="967090"/>
                  </a:lnTo>
                  <a:lnTo>
                    <a:pt x="3274929" y="1042663"/>
                  </a:lnTo>
                  <a:lnTo>
                    <a:pt x="3312254" y="1119702"/>
                  </a:lnTo>
                  <a:lnTo>
                    <a:pt x="3349617" y="1197605"/>
                  </a:lnTo>
                  <a:lnTo>
                    <a:pt x="3386990" y="1275741"/>
                  </a:lnTo>
                  <a:lnTo>
                    <a:pt x="3424344" y="1353469"/>
                  </a:lnTo>
                  <a:lnTo>
                    <a:pt x="3461656" y="1430163"/>
                  </a:lnTo>
                  <a:lnTo>
                    <a:pt x="3498909" y="1505234"/>
                  </a:lnTo>
                  <a:lnTo>
                    <a:pt x="3536105" y="1578141"/>
                  </a:lnTo>
                  <a:lnTo>
                    <a:pt x="3573266" y="1648416"/>
                  </a:lnTo>
                  <a:lnTo>
                    <a:pt x="3610440" y="1715667"/>
                  </a:lnTo>
                  <a:lnTo>
                    <a:pt x="3647707" y="1779589"/>
                  </a:lnTo>
                  <a:lnTo>
                    <a:pt x="3685181" y="1839963"/>
                  </a:lnTo>
                  <a:lnTo>
                    <a:pt x="3723018" y="1896660"/>
                  </a:lnTo>
                  <a:lnTo>
                    <a:pt x="3761424" y="1949627"/>
                  </a:lnTo>
                  <a:lnTo>
                    <a:pt x="3800656" y="1998889"/>
                  </a:lnTo>
                  <a:lnTo>
                    <a:pt x="3829811" y="2032352"/>
                  </a:lnTo>
                  <a:lnTo>
                    <a:pt x="3876432" y="2080408"/>
                  </a:lnTo>
                  <a:lnTo>
                    <a:pt x="3925464" y="2123975"/>
                  </a:lnTo>
                  <a:lnTo>
                    <a:pt x="3977624" y="2163246"/>
                  </a:lnTo>
                  <a:lnTo>
                    <a:pt x="4033699" y="2198567"/>
                  </a:lnTo>
                  <a:lnTo>
                    <a:pt x="4094495" y="2230345"/>
                  </a:lnTo>
                  <a:lnTo>
                    <a:pt x="4160784" y="2258981"/>
                  </a:lnTo>
                  <a:lnTo>
                    <a:pt x="4233238" y="2284842"/>
                  </a:lnTo>
                  <a:lnTo>
                    <a:pt x="4312332" y="2308239"/>
                  </a:lnTo>
                  <a:lnTo>
                    <a:pt x="4398224" y="2329417"/>
                  </a:lnTo>
                  <a:lnTo>
                    <a:pt x="4490595" y="2348547"/>
                  </a:lnTo>
                  <a:lnTo>
                    <a:pt x="4588475" y="2365729"/>
                  </a:lnTo>
                  <a:lnTo>
                    <a:pt x="4690083" y="2380999"/>
                  </a:lnTo>
                  <a:lnTo>
                    <a:pt x="4792739" y="2394339"/>
                  </a:lnTo>
                  <a:lnTo>
                    <a:pt x="4892923" y="2405706"/>
                  </a:lnTo>
                  <a:lnTo>
                    <a:pt x="4986546" y="2415067"/>
                  </a:lnTo>
                  <a:lnTo>
                    <a:pt x="5069455" y="2422429"/>
                  </a:lnTo>
                  <a:lnTo>
                    <a:pt x="5138116" y="2427882"/>
                  </a:lnTo>
                  <a:lnTo>
                    <a:pt x="5190297" y="2431610"/>
                  </a:lnTo>
                  <a:lnTo>
                    <a:pt x="5225576" y="2433887"/>
                  </a:lnTo>
                  <a:lnTo>
                    <a:pt x="5245533" y="2435056"/>
                  </a:lnTo>
                  <a:lnTo>
                    <a:pt x="5253629" y="2435488"/>
                  </a:lnTo>
                  <a:lnTo>
                    <a:pt x="5254955" y="2435553"/>
                  </a:lnTo>
                  <a:lnTo>
                    <a:pt x="6726343" y="2435553"/>
                  </a:lnTo>
                  <a:lnTo>
                    <a:pt x="6727569" y="2435577"/>
                  </a:lnTo>
                  <a:lnTo>
                    <a:pt x="6735615" y="2435751"/>
                  </a:lnTo>
                  <a:lnTo>
                    <a:pt x="6755851" y="2436231"/>
                  </a:lnTo>
                  <a:lnTo>
                    <a:pt x="6791915" y="2437177"/>
                  </a:lnTo>
                  <a:lnTo>
                    <a:pt x="6845436" y="2438731"/>
                  </a:lnTo>
                  <a:lnTo>
                    <a:pt x="6915913" y="2441012"/>
                  </a:lnTo>
                  <a:lnTo>
                    <a:pt x="7000931" y="2444095"/>
                  </a:lnTo>
                  <a:lnTo>
                    <a:pt x="7096724" y="2448014"/>
                  </a:lnTo>
                  <a:lnTo>
                    <a:pt x="7198922" y="2452774"/>
                  </a:lnTo>
                  <a:lnTo>
                    <a:pt x="7303271" y="2458357"/>
                  </a:lnTo>
                  <a:lnTo>
                    <a:pt x="7406167" y="2464746"/>
                  </a:lnTo>
                  <a:lnTo>
                    <a:pt x="7504918" y="2471936"/>
                  </a:lnTo>
                  <a:lnTo>
                    <a:pt x="7597784" y="2479946"/>
                  </a:lnTo>
                  <a:lnTo>
                    <a:pt x="7683866" y="2488823"/>
                  </a:lnTo>
                  <a:lnTo>
                    <a:pt x="7762928" y="2498646"/>
                  </a:lnTo>
                  <a:lnTo>
                    <a:pt x="7835211" y="2509524"/>
                  </a:lnTo>
                  <a:lnTo>
                    <a:pt x="7901264" y="2521594"/>
                  </a:lnTo>
                  <a:lnTo>
                    <a:pt x="7961824" y="2535017"/>
                  </a:lnTo>
                  <a:lnTo>
                    <a:pt x="8017713" y="2549966"/>
                  </a:lnTo>
                  <a:lnTo>
                    <a:pt x="8069778" y="2566610"/>
                  </a:lnTo>
                  <a:lnTo>
                    <a:pt x="8118828" y="2585083"/>
                  </a:lnTo>
                  <a:lnTo>
                    <a:pt x="8151487" y="2599013"/>
                  </a:lnTo>
                  <a:lnTo>
                    <a:pt x="8202474" y="2623447"/>
                  </a:lnTo>
                  <a:lnTo>
                    <a:pt x="8251880" y="2650314"/>
                  </a:lnTo>
                  <a:lnTo>
                    <a:pt x="8300289" y="2679651"/>
                  </a:lnTo>
                  <a:lnTo>
                    <a:pt x="8348131" y="2711416"/>
                  </a:lnTo>
                  <a:lnTo>
                    <a:pt x="8395711" y="2745480"/>
                  </a:lnTo>
                  <a:lnTo>
                    <a:pt x="8443230" y="2781620"/>
                  </a:lnTo>
                  <a:lnTo>
                    <a:pt x="8490801" y="2819517"/>
                  </a:lnTo>
                  <a:lnTo>
                    <a:pt x="8538467" y="2858768"/>
                  </a:lnTo>
                  <a:lnTo>
                    <a:pt x="8586217" y="2898901"/>
                  </a:lnTo>
                  <a:lnTo>
                    <a:pt x="8634006" y="2939394"/>
                  </a:lnTo>
                  <a:lnTo>
                    <a:pt x="8681776" y="2979708"/>
                  </a:lnTo>
                  <a:lnTo>
                    <a:pt x="8729473" y="3019310"/>
                  </a:lnTo>
                  <a:lnTo>
                    <a:pt x="8777075" y="3057710"/>
                  </a:lnTo>
                  <a:lnTo>
                    <a:pt x="8824602" y="3094479"/>
                  </a:lnTo>
                  <a:lnTo>
                    <a:pt x="8872144" y="3129270"/>
                  </a:lnTo>
                  <a:lnTo>
                    <a:pt x="8919870" y="3161825"/>
                  </a:lnTo>
                  <a:lnTo>
                    <a:pt x="8968047" y="3191986"/>
                  </a:lnTo>
                  <a:lnTo>
                    <a:pt x="9017062" y="3219680"/>
                  </a:lnTo>
                  <a:lnTo>
                    <a:pt x="9067443" y="3244922"/>
                  </a:lnTo>
                  <a:lnTo>
                    <a:pt x="9084767" y="3252853"/>
                  </a:lnTo>
                  <a:lnTo>
                    <a:pt x="9132157" y="3272634"/>
                  </a:lnTo>
                  <a:lnTo>
                    <a:pt x="9182047" y="3290537"/>
                  </a:lnTo>
                  <a:lnTo>
                    <a:pt x="9235194" y="3306646"/>
                  </a:lnTo>
                  <a:lnTo>
                    <a:pt x="9292422" y="3321109"/>
                  </a:lnTo>
                  <a:lnTo>
                    <a:pt x="9354577" y="3334101"/>
                  </a:lnTo>
                  <a:lnTo>
                    <a:pt x="9422465" y="3345790"/>
                  </a:lnTo>
                  <a:lnTo>
                    <a:pt x="9496775" y="3356331"/>
                  </a:lnTo>
                  <a:lnTo>
                    <a:pt x="9577978" y="3365855"/>
                  </a:lnTo>
                  <a:lnTo>
                    <a:pt x="9666187" y="3374459"/>
                  </a:lnTo>
                  <a:lnTo>
                    <a:pt x="9760985" y="3382215"/>
                  </a:lnTo>
                  <a:lnTo>
                    <a:pt x="9861231" y="3389160"/>
                  </a:lnTo>
                  <a:lnTo>
                    <a:pt x="9964902" y="3395303"/>
                  </a:lnTo>
                  <a:lnTo>
                    <a:pt x="10069014" y="3400636"/>
                  </a:lnTo>
                  <a:lnTo>
                    <a:pt x="10169721" y="3405140"/>
                  </a:lnTo>
                  <a:lnTo>
                    <a:pt x="10262669" y="3408802"/>
                  </a:lnTo>
                  <a:lnTo>
                    <a:pt x="10343590" y="3411634"/>
                  </a:lnTo>
                  <a:lnTo>
                    <a:pt x="10409056" y="3413683"/>
                  </a:lnTo>
                  <a:lnTo>
                    <a:pt x="10457191" y="3415037"/>
                  </a:lnTo>
                  <a:lnTo>
                    <a:pt x="10488143" y="3415823"/>
                  </a:lnTo>
                  <a:lnTo>
                    <a:pt x="10504178" y="3416193"/>
                  </a:lnTo>
                  <a:lnTo>
                    <a:pt x="10509494" y="3416305"/>
                  </a:lnTo>
                  <a:lnTo>
                    <a:pt x="10509911" y="3416313"/>
                  </a:lnTo>
                  <a:lnTo>
                    <a:pt x="11981298" y="3416313"/>
                  </a:lnTo>
                  <a:lnTo>
                    <a:pt x="11981298" y="3399967"/>
                  </a:lnTo>
                  <a:lnTo>
                    <a:pt x="10509911" y="3399967"/>
                  </a:lnTo>
                  <a:lnTo>
                    <a:pt x="10508685" y="3399942"/>
                  </a:lnTo>
                  <a:lnTo>
                    <a:pt x="10500639" y="3399769"/>
                  </a:lnTo>
                  <a:lnTo>
                    <a:pt x="10480402" y="3399288"/>
                  </a:lnTo>
                  <a:lnTo>
                    <a:pt x="10444338" y="3398343"/>
                  </a:lnTo>
                  <a:lnTo>
                    <a:pt x="10390817" y="3396788"/>
                  </a:lnTo>
                  <a:lnTo>
                    <a:pt x="10320341" y="3394508"/>
                  </a:lnTo>
                  <a:lnTo>
                    <a:pt x="10235322" y="3391425"/>
                  </a:lnTo>
                  <a:lnTo>
                    <a:pt x="10139529" y="3387505"/>
                  </a:lnTo>
                  <a:lnTo>
                    <a:pt x="10037332" y="3382746"/>
                  </a:lnTo>
                  <a:lnTo>
                    <a:pt x="9932982" y="3377163"/>
                  </a:lnTo>
                  <a:lnTo>
                    <a:pt x="9830086" y="3370774"/>
                  </a:lnTo>
                  <a:lnTo>
                    <a:pt x="9731335" y="3363584"/>
                  </a:lnTo>
                  <a:lnTo>
                    <a:pt x="9638470" y="3355574"/>
                  </a:lnTo>
                  <a:lnTo>
                    <a:pt x="9552388" y="3346697"/>
                  </a:lnTo>
                  <a:lnTo>
                    <a:pt x="9473325" y="3336874"/>
                  </a:lnTo>
                  <a:lnTo>
                    <a:pt x="9401043" y="3325996"/>
                  </a:lnTo>
                  <a:lnTo>
                    <a:pt x="9334989" y="3313926"/>
                  </a:lnTo>
                  <a:lnTo>
                    <a:pt x="9274430" y="3300503"/>
                  </a:lnTo>
                  <a:lnTo>
                    <a:pt x="9218540" y="3285554"/>
                  </a:lnTo>
                  <a:lnTo>
                    <a:pt x="9166475" y="3268910"/>
                  </a:lnTo>
                  <a:lnTo>
                    <a:pt x="9117425" y="3250437"/>
                  </a:lnTo>
                  <a:lnTo>
                    <a:pt x="9084767" y="3236507"/>
                  </a:lnTo>
                  <a:lnTo>
                    <a:pt x="9033780" y="3212072"/>
                  </a:lnTo>
                  <a:lnTo>
                    <a:pt x="8984373" y="3185206"/>
                  </a:lnTo>
                  <a:lnTo>
                    <a:pt x="8935964" y="3155869"/>
                  </a:lnTo>
                  <a:lnTo>
                    <a:pt x="8888123" y="3124104"/>
                  </a:lnTo>
                  <a:lnTo>
                    <a:pt x="8840542" y="3090039"/>
                  </a:lnTo>
                  <a:lnTo>
                    <a:pt x="8793024" y="3053900"/>
                  </a:lnTo>
                  <a:lnTo>
                    <a:pt x="8745452" y="3016003"/>
                  </a:lnTo>
                  <a:lnTo>
                    <a:pt x="8697786" y="2976751"/>
                  </a:lnTo>
                  <a:lnTo>
                    <a:pt x="8650036" y="2936619"/>
                  </a:lnTo>
                  <a:lnTo>
                    <a:pt x="8602247" y="2896125"/>
                  </a:lnTo>
                  <a:lnTo>
                    <a:pt x="8554477" y="2855812"/>
                  </a:lnTo>
                  <a:lnTo>
                    <a:pt x="8506780" y="2816210"/>
                  </a:lnTo>
                  <a:lnTo>
                    <a:pt x="8459179" y="2777809"/>
                  </a:lnTo>
                  <a:lnTo>
                    <a:pt x="8411651" y="2741040"/>
                  </a:lnTo>
                  <a:lnTo>
                    <a:pt x="8364109" y="2706250"/>
                  </a:lnTo>
                  <a:lnTo>
                    <a:pt x="8316384" y="2673695"/>
                  </a:lnTo>
                  <a:lnTo>
                    <a:pt x="8268206" y="2643534"/>
                  </a:lnTo>
                  <a:lnTo>
                    <a:pt x="8219191" y="2615840"/>
                  </a:lnTo>
                  <a:lnTo>
                    <a:pt x="8168811" y="2590598"/>
                  </a:lnTo>
                  <a:lnTo>
                    <a:pt x="8151487" y="2582667"/>
                  </a:lnTo>
                  <a:lnTo>
                    <a:pt x="8104096" y="2562886"/>
                  </a:lnTo>
                  <a:lnTo>
                    <a:pt x="8054206" y="2544983"/>
                  </a:lnTo>
                  <a:lnTo>
                    <a:pt x="8001060" y="2528874"/>
                  </a:lnTo>
                  <a:lnTo>
                    <a:pt x="7943831" y="2514410"/>
                  </a:lnTo>
                  <a:lnTo>
                    <a:pt x="7881676" y="2501419"/>
                  </a:lnTo>
                  <a:lnTo>
                    <a:pt x="7813788" y="2489730"/>
                  </a:lnTo>
                  <a:lnTo>
                    <a:pt x="7739478" y="2479188"/>
                  </a:lnTo>
                  <a:lnTo>
                    <a:pt x="7658275" y="2469665"/>
                  </a:lnTo>
                  <a:lnTo>
                    <a:pt x="7570066" y="2461060"/>
                  </a:lnTo>
                  <a:lnTo>
                    <a:pt x="7475269" y="2453305"/>
                  </a:lnTo>
                  <a:lnTo>
                    <a:pt x="7375022" y="2446360"/>
                  </a:lnTo>
                  <a:lnTo>
                    <a:pt x="7271351" y="2440217"/>
                  </a:lnTo>
                  <a:lnTo>
                    <a:pt x="7167240" y="2434883"/>
                  </a:lnTo>
                  <a:lnTo>
                    <a:pt x="7066532" y="2430380"/>
                  </a:lnTo>
                  <a:lnTo>
                    <a:pt x="6973584" y="2426717"/>
                  </a:lnTo>
                  <a:lnTo>
                    <a:pt x="6892663" y="2423886"/>
                  </a:lnTo>
                  <a:lnTo>
                    <a:pt x="6827198" y="2421837"/>
                  </a:lnTo>
                  <a:lnTo>
                    <a:pt x="6779062" y="2420483"/>
                  </a:lnTo>
                  <a:lnTo>
                    <a:pt x="6748111" y="2419696"/>
                  </a:lnTo>
                  <a:lnTo>
                    <a:pt x="6732076" y="2419327"/>
                  </a:lnTo>
                  <a:lnTo>
                    <a:pt x="6726760" y="2419215"/>
                  </a:lnTo>
                  <a:lnTo>
                    <a:pt x="6726343" y="2419207"/>
                  </a:lnTo>
                  <a:lnTo>
                    <a:pt x="5254955" y="2419207"/>
                  </a:lnTo>
                  <a:lnTo>
                    <a:pt x="5253785" y="2419150"/>
                  </a:lnTo>
                  <a:lnTo>
                    <a:pt x="5246101" y="2418741"/>
                  </a:lnTo>
                  <a:lnTo>
                    <a:pt x="5226747" y="2417613"/>
                  </a:lnTo>
                  <a:lnTo>
                    <a:pt x="5192182" y="2415391"/>
                  </a:lnTo>
                  <a:lnTo>
                    <a:pt x="5140743" y="2411733"/>
                  </a:lnTo>
                  <a:lnTo>
                    <a:pt x="5072766" y="2406360"/>
                  </a:lnTo>
                  <a:lnTo>
                    <a:pt x="4990411" y="2399083"/>
                  </a:lnTo>
                  <a:lnTo>
                    <a:pt x="4897171" y="2389810"/>
                  </a:lnTo>
                  <a:lnTo>
                    <a:pt x="4797185" y="2378530"/>
                  </a:lnTo>
                  <a:lnTo>
                    <a:pt x="4694558" y="2365275"/>
                  </a:lnTo>
                  <a:lnTo>
                    <a:pt x="4592842" y="2350089"/>
                  </a:lnTo>
                  <a:lnTo>
                    <a:pt x="4494756" y="2332990"/>
                  </a:lnTo>
                  <a:lnTo>
                    <a:pt x="4402120" y="2313947"/>
                  </a:lnTo>
                  <a:lnTo>
                    <a:pt x="4315934" y="2292861"/>
                  </a:lnTo>
                  <a:lnTo>
                    <a:pt x="4236544" y="2269565"/>
                  </a:lnTo>
                  <a:lnTo>
                    <a:pt x="4163809" y="2243817"/>
                  </a:lnTo>
                  <a:lnTo>
                    <a:pt x="4097264" y="2215310"/>
                  </a:lnTo>
                  <a:lnTo>
                    <a:pt x="4036245" y="2183677"/>
                  </a:lnTo>
                  <a:lnTo>
                    <a:pt x="3979981" y="2148518"/>
                  </a:lnTo>
                  <a:lnTo>
                    <a:pt x="3927666" y="2109428"/>
                  </a:lnTo>
                  <a:lnTo>
                    <a:pt x="3878514" y="2066054"/>
                  </a:lnTo>
                  <a:lnTo>
                    <a:pt x="3831801" y="2018194"/>
                  </a:lnTo>
                  <a:lnTo>
                    <a:pt x="3829811" y="2016006"/>
                  </a:lnTo>
                  <a:lnTo>
                    <a:pt x="3789780" y="1969378"/>
                  </a:lnTo>
                  <a:lnTo>
                    <a:pt x="3750805" y="1919104"/>
                  </a:lnTo>
                  <a:lnTo>
                    <a:pt x="3712579" y="1865112"/>
                  </a:lnTo>
                  <a:lnTo>
                    <a:pt x="3674859" y="1807397"/>
                  </a:lnTo>
                  <a:lnTo>
                    <a:pt x="3637456" y="1746031"/>
                  </a:lnTo>
                  <a:lnTo>
                    <a:pt x="3600225" y="1681170"/>
                  </a:lnTo>
                  <a:lnTo>
                    <a:pt x="3563061" y="1613054"/>
                  </a:lnTo>
                  <a:lnTo>
                    <a:pt x="3525894" y="1542014"/>
                  </a:lnTo>
                  <a:lnTo>
                    <a:pt x="3488683" y="1468462"/>
                  </a:lnTo>
                  <a:lnTo>
                    <a:pt x="3451413" y="1392890"/>
                  </a:lnTo>
                  <a:lnTo>
                    <a:pt x="3414088" y="1315850"/>
                  </a:lnTo>
                  <a:lnTo>
                    <a:pt x="3376725" y="1237947"/>
                  </a:lnTo>
                  <a:lnTo>
                    <a:pt x="3339352" y="1159812"/>
                  </a:lnTo>
                  <a:lnTo>
                    <a:pt x="3301998" y="1082084"/>
                  </a:lnTo>
                  <a:lnTo>
                    <a:pt x="3264686" y="1005389"/>
                  </a:lnTo>
                  <a:lnTo>
                    <a:pt x="3227433" y="930319"/>
                  </a:lnTo>
                  <a:lnTo>
                    <a:pt x="3190237" y="857411"/>
                  </a:lnTo>
                  <a:lnTo>
                    <a:pt x="3153076" y="787137"/>
                  </a:lnTo>
                  <a:lnTo>
                    <a:pt x="3115902" y="719886"/>
                  </a:lnTo>
                  <a:lnTo>
                    <a:pt x="3078635" y="655964"/>
                  </a:lnTo>
                  <a:lnTo>
                    <a:pt x="3041161" y="595589"/>
                  </a:lnTo>
                  <a:lnTo>
                    <a:pt x="3003324" y="538893"/>
                  </a:lnTo>
                  <a:lnTo>
                    <a:pt x="2964918" y="485926"/>
                  </a:lnTo>
                  <a:lnTo>
                    <a:pt x="2925687" y="436663"/>
                  </a:lnTo>
                  <a:lnTo>
                    <a:pt x="2896531" y="403201"/>
                  </a:lnTo>
                  <a:lnTo>
                    <a:pt x="2849910" y="355144"/>
                  </a:lnTo>
                  <a:lnTo>
                    <a:pt x="2800878" y="311578"/>
                  </a:lnTo>
                  <a:lnTo>
                    <a:pt x="2748718" y="272307"/>
                  </a:lnTo>
                  <a:lnTo>
                    <a:pt x="2692643" y="236985"/>
                  </a:lnTo>
                  <a:lnTo>
                    <a:pt x="2631847" y="205208"/>
                  </a:lnTo>
                  <a:lnTo>
                    <a:pt x="2565558" y="176572"/>
                  </a:lnTo>
                  <a:lnTo>
                    <a:pt x="2493104" y="150710"/>
                  </a:lnTo>
                  <a:lnTo>
                    <a:pt x="2414010" y="127313"/>
                  </a:lnTo>
                  <a:lnTo>
                    <a:pt x="2328118" y="106135"/>
                  </a:lnTo>
                  <a:lnTo>
                    <a:pt x="2235747" y="87005"/>
                  </a:lnTo>
                  <a:lnTo>
                    <a:pt x="2137867" y="69823"/>
                  </a:lnTo>
                  <a:lnTo>
                    <a:pt x="2036259" y="54554"/>
                  </a:lnTo>
                  <a:lnTo>
                    <a:pt x="1933603" y="41214"/>
                  </a:lnTo>
                  <a:lnTo>
                    <a:pt x="1833419" y="29846"/>
                  </a:lnTo>
                  <a:lnTo>
                    <a:pt x="1739796" y="20486"/>
                  </a:lnTo>
                  <a:lnTo>
                    <a:pt x="1656887" y="13123"/>
                  </a:lnTo>
                  <a:lnTo>
                    <a:pt x="1588226" y="7670"/>
                  </a:lnTo>
                  <a:lnTo>
                    <a:pt x="1536045" y="3942"/>
                  </a:lnTo>
                  <a:lnTo>
                    <a:pt x="1500766" y="1665"/>
                  </a:lnTo>
                  <a:lnTo>
                    <a:pt x="1480809" y="497"/>
                  </a:lnTo>
                  <a:lnTo>
                    <a:pt x="1472713" y="65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342" name="pl342"/>
            <p:cNvSpPr/>
            <p:nvPr/>
          </p:nvSpPr>
          <p:spPr>
            <a:xfrm>
              <a:off x="4799595" y="5135057"/>
              <a:ext cx="11981298" cy="3399967"/>
            </a:xfrm>
            <a:custGeom>
              <a:avLst/>
              <a:pathLst>
                <a:path w="11981298" h="3399967">
                  <a:moveTo>
                    <a:pt x="0" y="0"/>
                  </a:moveTo>
                  <a:lnTo>
                    <a:pt x="1471387" y="0"/>
                  </a:lnTo>
                  <a:lnTo>
                    <a:pt x="1472557" y="57"/>
                  </a:lnTo>
                  <a:lnTo>
                    <a:pt x="1480241" y="465"/>
                  </a:lnTo>
                  <a:lnTo>
                    <a:pt x="1499596" y="1594"/>
                  </a:lnTo>
                  <a:lnTo>
                    <a:pt x="1534160" y="3815"/>
                  </a:lnTo>
                  <a:lnTo>
                    <a:pt x="1585599" y="7473"/>
                  </a:lnTo>
                  <a:lnTo>
                    <a:pt x="1653576" y="12847"/>
                  </a:lnTo>
                  <a:lnTo>
                    <a:pt x="1735931" y="20124"/>
                  </a:lnTo>
                  <a:lnTo>
                    <a:pt x="1829171" y="29396"/>
                  </a:lnTo>
                  <a:lnTo>
                    <a:pt x="1929157" y="40677"/>
                  </a:lnTo>
                  <a:lnTo>
                    <a:pt x="2031784" y="53932"/>
                  </a:lnTo>
                  <a:lnTo>
                    <a:pt x="2133500" y="69118"/>
                  </a:lnTo>
                  <a:lnTo>
                    <a:pt x="2231586" y="86216"/>
                  </a:lnTo>
                  <a:lnTo>
                    <a:pt x="2324222" y="105260"/>
                  </a:lnTo>
                  <a:lnTo>
                    <a:pt x="2410408" y="126345"/>
                  </a:lnTo>
                  <a:lnTo>
                    <a:pt x="2489798" y="149641"/>
                  </a:lnTo>
                  <a:lnTo>
                    <a:pt x="2562533" y="175389"/>
                  </a:lnTo>
                  <a:lnTo>
                    <a:pt x="2629078" y="203897"/>
                  </a:lnTo>
                  <a:lnTo>
                    <a:pt x="2690097" y="235529"/>
                  </a:lnTo>
                  <a:lnTo>
                    <a:pt x="2746361" y="270688"/>
                  </a:lnTo>
                  <a:lnTo>
                    <a:pt x="2798676" y="309779"/>
                  </a:lnTo>
                  <a:lnTo>
                    <a:pt x="2847828" y="353152"/>
                  </a:lnTo>
                  <a:lnTo>
                    <a:pt x="2894541" y="401013"/>
                  </a:lnTo>
                  <a:lnTo>
                    <a:pt x="2896531" y="403201"/>
                  </a:lnTo>
                  <a:lnTo>
                    <a:pt x="2936562" y="449829"/>
                  </a:lnTo>
                  <a:lnTo>
                    <a:pt x="2975537" y="500103"/>
                  </a:lnTo>
                  <a:lnTo>
                    <a:pt x="3013763" y="554095"/>
                  </a:lnTo>
                  <a:lnTo>
                    <a:pt x="3051483" y="611810"/>
                  </a:lnTo>
                  <a:lnTo>
                    <a:pt x="3088886" y="673175"/>
                  </a:lnTo>
                  <a:lnTo>
                    <a:pt x="3126117" y="738037"/>
                  </a:lnTo>
                  <a:lnTo>
                    <a:pt x="3163281" y="806152"/>
                  </a:lnTo>
                  <a:lnTo>
                    <a:pt x="3200448" y="877193"/>
                  </a:lnTo>
                  <a:lnTo>
                    <a:pt x="3237659" y="950744"/>
                  </a:lnTo>
                  <a:lnTo>
                    <a:pt x="3274929" y="1026317"/>
                  </a:lnTo>
                  <a:lnTo>
                    <a:pt x="3312254" y="1103356"/>
                  </a:lnTo>
                  <a:lnTo>
                    <a:pt x="3349617" y="1181259"/>
                  </a:lnTo>
                  <a:lnTo>
                    <a:pt x="3386990" y="1259395"/>
                  </a:lnTo>
                  <a:lnTo>
                    <a:pt x="3424344" y="1337123"/>
                  </a:lnTo>
                  <a:lnTo>
                    <a:pt x="3461656" y="1413817"/>
                  </a:lnTo>
                  <a:lnTo>
                    <a:pt x="3498909" y="1488888"/>
                  </a:lnTo>
                  <a:lnTo>
                    <a:pt x="3536105" y="1561795"/>
                  </a:lnTo>
                  <a:lnTo>
                    <a:pt x="3573266" y="1632070"/>
                  </a:lnTo>
                  <a:lnTo>
                    <a:pt x="3610440" y="1699321"/>
                  </a:lnTo>
                  <a:lnTo>
                    <a:pt x="3647707" y="1763243"/>
                  </a:lnTo>
                  <a:lnTo>
                    <a:pt x="3685181" y="1823617"/>
                  </a:lnTo>
                  <a:lnTo>
                    <a:pt x="3723018" y="1880314"/>
                  </a:lnTo>
                  <a:lnTo>
                    <a:pt x="3761424" y="1933281"/>
                  </a:lnTo>
                  <a:lnTo>
                    <a:pt x="3800656" y="1982543"/>
                  </a:lnTo>
                  <a:lnTo>
                    <a:pt x="3829811" y="2016006"/>
                  </a:lnTo>
                  <a:lnTo>
                    <a:pt x="3876432" y="2064062"/>
                  </a:lnTo>
                  <a:lnTo>
                    <a:pt x="3925464" y="2107629"/>
                  </a:lnTo>
                  <a:lnTo>
                    <a:pt x="3977624" y="2146900"/>
                  </a:lnTo>
                  <a:lnTo>
                    <a:pt x="4033699" y="2182221"/>
                  </a:lnTo>
                  <a:lnTo>
                    <a:pt x="4094495" y="2213999"/>
                  </a:lnTo>
                  <a:lnTo>
                    <a:pt x="4160784" y="2242635"/>
                  </a:lnTo>
                  <a:lnTo>
                    <a:pt x="4233238" y="2268496"/>
                  </a:lnTo>
                  <a:lnTo>
                    <a:pt x="4312332" y="2291893"/>
                  </a:lnTo>
                  <a:lnTo>
                    <a:pt x="4398224" y="2313071"/>
                  </a:lnTo>
                  <a:lnTo>
                    <a:pt x="4490595" y="2332201"/>
                  </a:lnTo>
                  <a:lnTo>
                    <a:pt x="4588475" y="2349383"/>
                  </a:lnTo>
                  <a:lnTo>
                    <a:pt x="4690083" y="2364653"/>
                  </a:lnTo>
                  <a:lnTo>
                    <a:pt x="4792739" y="2377993"/>
                  </a:lnTo>
                  <a:lnTo>
                    <a:pt x="4892923" y="2389360"/>
                  </a:lnTo>
                  <a:lnTo>
                    <a:pt x="4986546" y="2398721"/>
                  </a:lnTo>
                  <a:lnTo>
                    <a:pt x="5069455" y="2406083"/>
                  </a:lnTo>
                  <a:lnTo>
                    <a:pt x="5138116" y="2411536"/>
                  </a:lnTo>
                  <a:lnTo>
                    <a:pt x="5190297" y="2415264"/>
                  </a:lnTo>
                  <a:lnTo>
                    <a:pt x="5225576" y="2417541"/>
                  </a:lnTo>
                  <a:lnTo>
                    <a:pt x="5245533" y="2418710"/>
                  </a:lnTo>
                  <a:lnTo>
                    <a:pt x="5253629" y="2419142"/>
                  </a:lnTo>
                  <a:lnTo>
                    <a:pt x="5254955" y="2419207"/>
                  </a:lnTo>
                  <a:lnTo>
                    <a:pt x="5254955" y="2419207"/>
                  </a:lnTo>
                  <a:lnTo>
                    <a:pt x="6726343" y="2419207"/>
                  </a:lnTo>
                  <a:lnTo>
                    <a:pt x="6727569" y="2419231"/>
                  </a:lnTo>
                  <a:lnTo>
                    <a:pt x="6735615" y="2419405"/>
                  </a:lnTo>
                  <a:lnTo>
                    <a:pt x="6755851" y="2419885"/>
                  </a:lnTo>
                  <a:lnTo>
                    <a:pt x="6791915" y="2420831"/>
                  </a:lnTo>
                  <a:lnTo>
                    <a:pt x="6845436" y="2422385"/>
                  </a:lnTo>
                  <a:lnTo>
                    <a:pt x="6915913" y="2424666"/>
                  </a:lnTo>
                  <a:lnTo>
                    <a:pt x="7000931" y="2427749"/>
                  </a:lnTo>
                  <a:lnTo>
                    <a:pt x="7096724" y="2431668"/>
                  </a:lnTo>
                  <a:lnTo>
                    <a:pt x="7198922" y="2436428"/>
                  </a:lnTo>
                  <a:lnTo>
                    <a:pt x="7303271" y="2442011"/>
                  </a:lnTo>
                  <a:lnTo>
                    <a:pt x="7406167" y="2448400"/>
                  </a:lnTo>
                  <a:lnTo>
                    <a:pt x="7504918" y="2455590"/>
                  </a:lnTo>
                  <a:lnTo>
                    <a:pt x="7597784" y="2463600"/>
                  </a:lnTo>
                  <a:lnTo>
                    <a:pt x="7683866" y="2472477"/>
                  </a:lnTo>
                  <a:lnTo>
                    <a:pt x="7762928" y="2482300"/>
                  </a:lnTo>
                  <a:lnTo>
                    <a:pt x="7835211" y="2493178"/>
                  </a:lnTo>
                  <a:lnTo>
                    <a:pt x="7901264" y="2505248"/>
                  </a:lnTo>
                  <a:lnTo>
                    <a:pt x="7961824" y="2518671"/>
                  </a:lnTo>
                  <a:lnTo>
                    <a:pt x="8017713" y="2533620"/>
                  </a:lnTo>
                  <a:lnTo>
                    <a:pt x="8069778" y="2550264"/>
                  </a:lnTo>
                  <a:lnTo>
                    <a:pt x="8118828" y="2568737"/>
                  </a:lnTo>
                  <a:lnTo>
                    <a:pt x="8151487" y="2582667"/>
                  </a:lnTo>
                  <a:lnTo>
                    <a:pt x="8202474" y="2607101"/>
                  </a:lnTo>
                  <a:lnTo>
                    <a:pt x="8251880" y="2633968"/>
                  </a:lnTo>
                  <a:lnTo>
                    <a:pt x="8300289" y="2663305"/>
                  </a:lnTo>
                  <a:lnTo>
                    <a:pt x="8348131" y="2695070"/>
                  </a:lnTo>
                  <a:lnTo>
                    <a:pt x="8395711" y="2729134"/>
                  </a:lnTo>
                  <a:lnTo>
                    <a:pt x="8443230" y="2765274"/>
                  </a:lnTo>
                  <a:lnTo>
                    <a:pt x="8490801" y="2803171"/>
                  </a:lnTo>
                  <a:lnTo>
                    <a:pt x="8538467" y="2842422"/>
                  </a:lnTo>
                  <a:lnTo>
                    <a:pt x="8586217" y="2882555"/>
                  </a:lnTo>
                  <a:lnTo>
                    <a:pt x="8634006" y="2923048"/>
                  </a:lnTo>
                  <a:lnTo>
                    <a:pt x="8681776" y="2963362"/>
                  </a:lnTo>
                  <a:lnTo>
                    <a:pt x="8729473" y="3002964"/>
                  </a:lnTo>
                  <a:lnTo>
                    <a:pt x="8777075" y="3041364"/>
                  </a:lnTo>
                  <a:lnTo>
                    <a:pt x="8824602" y="3078133"/>
                  </a:lnTo>
                  <a:lnTo>
                    <a:pt x="8872144" y="3112924"/>
                  </a:lnTo>
                  <a:lnTo>
                    <a:pt x="8919870" y="3145479"/>
                  </a:lnTo>
                  <a:lnTo>
                    <a:pt x="8968047" y="3175640"/>
                  </a:lnTo>
                  <a:lnTo>
                    <a:pt x="9017062" y="3203334"/>
                  </a:lnTo>
                  <a:lnTo>
                    <a:pt x="9067443" y="3228576"/>
                  </a:lnTo>
                  <a:lnTo>
                    <a:pt x="9084767" y="3236507"/>
                  </a:lnTo>
                  <a:lnTo>
                    <a:pt x="9132157" y="3256288"/>
                  </a:lnTo>
                  <a:lnTo>
                    <a:pt x="9182047" y="3274191"/>
                  </a:lnTo>
                  <a:lnTo>
                    <a:pt x="9235194" y="3290300"/>
                  </a:lnTo>
                  <a:lnTo>
                    <a:pt x="9292422" y="3304763"/>
                  </a:lnTo>
                  <a:lnTo>
                    <a:pt x="9354577" y="3317755"/>
                  </a:lnTo>
                  <a:lnTo>
                    <a:pt x="9422465" y="3329444"/>
                  </a:lnTo>
                  <a:lnTo>
                    <a:pt x="9496775" y="3339985"/>
                  </a:lnTo>
                  <a:lnTo>
                    <a:pt x="9577978" y="3349509"/>
                  </a:lnTo>
                  <a:lnTo>
                    <a:pt x="9666187" y="3358113"/>
                  </a:lnTo>
                  <a:lnTo>
                    <a:pt x="9760985" y="3365869"/>
                  </a:lnTo>
                  <a:lnTo>
                    <a:pt x="9861231" y="3372814"/>
                  </a:lnTo>
                  <a:lnTo>
                    <a:pt x="9964902" y="3378957"/>
                  </a:lnTo>
                  <a:lnTo>
                    <a:pt x="10069014" y="3384290"/>
                  </a:lnTo>
                  <a:lnTo>
                    <a:pt x="10169721" y="3388794"/>
                  </a:lnTo>
                  <a:lnTo>
                    <a:pt x="10262669" y="3392456"/>
                  </a:lnTo>
                  <a:lnTo>
                    <a:pt x="10343590" y="3395288"/>
                  </a:lnTo>
                  <a:lnTo>
                    <a:pt x="10409056" y="3397337"/>
                  </a:lnTo>
                  <a:lnTo>
                    <a:pt x="10457191" y="3398691"/>
                  </a:lnTo>
                  <a:lnTo>
                    <a:pt x="10488143" y="3399477"/>
                  </a:lnTo>
                  <a:lnTo>
                    <a:pt x="10504178" y="3399847"/>
                  </a:lnTo>
                  <a:lnTo>
                    <a:pt x="10509494" y="3399959"/>
                  </a:lnTo>
                  <a:lnTo>
                    <a:pt x="10509911" y="3399967"/>
                  </a:lnTo>
                  <a:lnTo>
                    <a:pt x="11981298" y="339996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43" name="pl343"/>
            <p:cNvSpPr/>
            <p:nvPr/>
          </p:nvSpPr>
          <p:spPr>
            <a:xfrm>
              <a:off x="4799595" y="5118711"/>
              <a:ext cx="11981298" cy="3399967"/>
            </a:xfrm>
            <a:custGeom>
              <a:avLst/>
              <a:pathLst>
                <a:path w="11981298" h="3399967">
                  <a:moveTo>
                    <a:pt x="11981298" y="3399967"/>
                  </a:moveTo>
                  <a:lnTo>
                    <a:pt x="10509911" y="3399967"/>
                  </a:lnTo>
                  <a:lnTo>
                    <a:pt x="10508685" y="3399942"/>
                  </a:lnTo>
                  <a:lnTo>
                    <a:pt x="10500639" y="3399769"/>
                  </a:lnTo>
                  <a:lnTo>
                    <a:pt x="10480402" y="3399288"/>
                  </a:lnTo>
                  <a:lnTo>
                    <a:pt x="10444338" y="3398343"/>
                  </a:lnTo>
                  <a:lnTo>
                    <a:pt x="10390817" y="3396788"/>
                  </a:lnTo>
                  <a:lnTo>
                    <a:pt x="10320341" y="3394508"/>
                  </a:lnTo>
                  <a:lnTo>
                    <a:pt x="10235322" y="3391425"/>
                  </a:lnTo>
                  <a:lnTo>
                    <a:pt x="10139529" y="3387505"/>
                  </a:lnTo>
                  <a:lnTo>
                    <a:pt x="10037332" y="3382746"/>
                  </a:lnTo>
                  <a:lnTo>
                    <a:pt x="9932982" y="3377163"/>
                  </a:lnTo>
                  <a:lnTo>
                    <a:pt x="9830086" y="3370774"/>
                  </a:lnTo>
                  <a:lnTo>
                    <a:pt x="9731335" y="3363584"/>
                  </a:lnTo>
                  <a:lnTo>
                    <a:pt x="9638470" y="3355574"/>
                  </a:lnTo>
                  <a:lnTo>
                    <a:pt x="9552388" y="3346697"/>
                  </a:lnTo>
                  <a:lnTo>
                    <a:pt x="9473325" y="3336874"/>
                  </a:lnTo>
                  <a:lnTo>
                    <a:pt x="9401043" y="3325996"/>
                  </a:lnTo>
                  <a:lnTo>
                    <a:pt x="9334989" y="3313926"/>
                  </a:lnTo>
                  <a:lnTo>
                    <a:pt x="9274430" y="3300503"/>
                  </a:lnTo>
                  <a:lnTo>
                    <a:pt x="9218540" y="3285554"/>
                  </a:lnTo>
                  <a:lnTo>
                    <a:pt x="9166475" y="3268910"/>
                  </a:lnTo>
                  <a:lnTo>
                    <a:pt x="9117425" y="3250437"/>
                  </a:lnTo>
                  <a:lnTo>
                    <a:pt x="9084767" y="3236507"/>
                  </a:lnTo>
                  <a:lnTo>
                    <a:pt x="9033780" y="3212072"/>
                  </a:lnTo>
                  <a:lnTo>
                    <a:pt x="8984373" y="3185206"/>
                  </a:lnTo>
                  <a:lnTo>
                    <a:pt x="8935964" y="3155869"/>
                  </a:lnTo>
                  <a:lnTo>
                    <a:pt x="8888123" y="3124104"/>
                  </a:lnTo>
                  <a:lnTo>
                    <a:pt x="8840542" y="3090039"/>
                  </a:lnTo>
                  <a:lnTo>
                    <a:pt x="8793024" y="3053900"/>
                  </a:lnTo>
                  <a:lnTo>
                    <a:pt x="8745452" y="3016003"/>
                  </a:lnTo>
                  <a:lnTo>
                    <a:pt x="8697786" y="2976751"/>
                  </a:lnTo>
                  <a:lnTo>
                    <a:pt x="8650036" y="2936619"/>
                  </a:lnTo>
                  <a:lnTo>
                    <a:pt x="8602247" y="2896125"/>
                  </a:lnTo>
                  <a:lnTo>
                    <a:pt x="8554477" y="2855812"/>
                  </a:lnTo>
                  <a:lnTo>
                    <a:pt x="8506780" y="2816210"/>
                  </a:lnTo>
                  <a:lnTo>
                    <a:pt x="8459179" y="2777809"/>
                  </a:lnTo>
                  <a:lnTo>
                    <a:pt x="8411651" y="2741040"/>
                  </a:lnTo>
                  <a:lnTo>
                    <a:pt x="8364109" y="2706250"/>
                  </a:lnTo>
                  <a:lnTo>
                    <a:pt x="8316384" y="2673695"/>
                  </a:lnTo>
                  <a:lnTo>
                    <a:pt x="8268206" y="2643534"/>
                  </a:lnTo>
                  <a:lnTo>
                    <a:pt x="8219191" y="2615840"/>
                  </a:lnTo>
                  <a:lnTo>
                    <a:pt x="8168811" y="2590598"/>
                  </a:lnTo>
                  <a:lnTo>
                    <a:pt x="8151487" y="2582667"/>
                  </a:lnTo>
                  <a:lnTo>
                    <a:pt x="8104096" y="2562886"/>
                  </a:lnTo>
                  <a:lnTo>
                    <a:pt x="8054206" y="2544983"/>
                  </a:lnTo>
                  <a:lnTo>
                    <a:pt x="8001060" y="2528874"/>
                  </a:lnTo>
                  <a:lnTo>
                    <a:pt x="7943831" y="2514410"/>
                  </a:lnTo>
                  <a:lnTo>
                    <a:pt x="7881676" y="2501419"/>
                  </a:lnTo>
                  <a:lnTo>
                    <a:pt x="7813788" y="2489730"/>
                  </a:lnTo>
                  <a:lnTo>
                    <a:pt x="7739478" y="2479188"/>
                  </a:lnTo>
                  <a:lnTo>
                    <a:pt x="7658275" y="2469665"/>
                  </a:lnTo>
                  <a:lnTo>
                    <a:pt x="7570066" y="2461060"/>
                  </a:lnTo>
                  <a:lnTo>
                    <a:pt x="7475269" y="2453305"/>
                  </a:lnTo>
                  <a:lnTo>
                    <a:pt x="7375022" y="2446360"/>
                  </a:lnTo>
                  <a:lnTo>
                    <a:pt x="7271351" y="2440217"/>
                  </a:lnTo>
                  <a:lnTo>
                    <a:pt x="7167240" y="2434883"/>
                  </a:lnTo>
                  <a:lnTo>
                    <a:pt x="7066532" y="2430380"/>
                  </a:lnTo>
                  <a:lnTo>
                    <a:pt x="6973584" y="2426717"/>
                  </a:lnTo>
                  <a:lnTo>
                    <a:pt x="6892663" y="2423886"/>
                  </a:lnTo>
                  <a:lnTo>
                    <a:pt x="6827198" y="2421837"/>
                  </a:lnTo>
                  <a:lnTo>
                    <a:pt x="6779062" y="2420483"/>
                  </a:lnTo>
                  <a:lnTo>
                    <a:pt x="6748111" y="2419696"/>
                  </a:lnTo>
                  <a:lnTo>
                    <a:pt x="6732076" y="2419327"/>
                  </a:lnTo>
                  <a:lnTo>
                    <a:pt x="6726760" y="2419215"/>
                  </a:lnTo>
                  <a:lnTo>
                    <a:pt x="6726343" y="2419207"/>
                  </a:lnTo>
                  <a:lnTo>
                    <a:pt x="5254955" y="2419207"/>
                  </a:lnTo>
                  <a:lnTo>
                    <a:pt x="5253785" y="2419150"/>
                  </a:lnTo>
                  <a:lnTo>
                    <a:pt x="5246101" y="2418741"/>
                  </a:lnTo>
                  <a:lnTo>
                    <a:pt x="5226747" y="2417613"/>
                  </a:lnTo>
                  <a:lnTo>
                    <a:pt x="5192182" y="2415391"/>
                  </a:lnTo>
                  <a:lnTo>
                    <a:pt x="5140743" y="2411733"/>
                  </a:lnTo>
                  <a:lnTo>
                    <a:pt x="5072766" y="2406360"/>
                  </a:lnTo>
                  <a:lnTo>
                    <a:pt x="4990411" y="2399083"/>
                  </a:lnTo>
                  <a:lnTo>
                    <a:pt x="4897171" y="2389810"/>
                  </a:lnTo>
                  <a:lnTo>
                    <a:pt x="4797185" y="2378530"/>
                  </a:lnTo>
                  <a:lnTo>
                    <a:pt x="4694558" y="2365275"/>
                  </a:lnTo>
                  <a:lnTo>
                    <a:pt x="4592842" y="2350089"/>
                  </a:lnTo>
                  <a:lnTo>
                    <a:pt x="4494756" y="2332990"/>
                  </a:lnTo>
                  <a:lnTo>
                    <a:pt x="4402120" y="2313947"/>
                  </a:lnTo>
                  <a:lnTo>
                    <a:pt x="4315934" y="2292861"/>
                  </a:lnTo>
                  <a:lnTo>
                    <a:pt x="4236544" y="2269565"/>
                  </a:lnTo>
                  <a:lnTo>
                    <a:pt x="4163809" y="2243817"/>
                  </a:lnTo>
                  <a:lnTo>
                    <a:pt x="4097264" y="2215310"/>
                  </a:lnTo>
                  <a:lnTo>
                    <a:pt x="4036245" y="2183677"/>
                  </a:lnTo>
                  <a:lnTo>
                    <a:pt x="3979981" y="2148518"/>
                  </a:lnTo>
                  <a:lnTo>
                    <a:pt x="3927666" y="2109428"/>
                  </a:lnTo>
                  <a:lnTo>
                    <a:pt x="3878514" y="2066054"/>
                  </a:lnTo>
                  <a:lnTo>
                    <a:pt x="3831801" y="2018194"/>
                  </a:lnTo>
                  <a:lnTo>
                    <a:pt x="3829811" y="2016006"/>
                  </a:lnTo>
                  <a:lnTo>
                    <a:pt x="3789780" y="1969378"/>
                  </a:lnTo>
                  <a:lnTo>
                    <a:pt x="3750805" y="1919104"/>
                  </a:lnTo>
                  <a:lnTo>
                    <a:pt x="3712579" y="1865112"/>
                  </a:lnTo>
                  <a:lnTo>
                    <a:pt x="3674859" y="1807397"/>
                  </a:lnTo>
                  <a:lnTo>
                    <a:pt x="3637456" y="1746031"/>
                  </a:lnTo>
                  <a:lnTo>
                    <a:pt x="3600225" y="1681170"/>
                  </a:lnTo>
                  <a:lnTo>
                    <a:pt x="3563061" y="1613054"/>
                  </a:lnTo>
                  <a:lnTo>
                    <a:pt x="3525894" y="1542014"/>
                  </a:lnTo>
                  <a:lnTo>
                    <a:pt x="3488683" y="1468462"/>
                  </a:lnTo>
                  <a:lnTo>
                    <a:pt x="3451413" y="1392890"/>
                  </a:lnTo>
                  <a:lnTo>
                    <a:pt x="3414088" y="1315850"/>
                  </a:lnTo>
                  <a:lnTo>
                    <a:pt x="3376725" y="1237947"/>
                  </a:lnTo>
                  <a:lnTo>
                    <a:pt x="3339352" y="1159812"/>
                  </a:lnTo>
                  <a:lnTo>
                    <a:pt x="3301998" y="1082084"/>
                  </a:lnTo>
                  <a:lnTo>
                    <a:pt x="3264686" y="1005389"/>
                  </a:lnTo>
                  <a:lnTo>
                    <a:pt x="3227433" y="930319"/>
                  </a:lnTo>
                  <a:lnTo>
                    <a:pt x="3190237" y="857411"/>
                  </a:lnTo>
                  <a:lnTo>
                    <a:pt x="3153076" y="787137"/>
                  </a:lnTo>
                  <a:lnTo>
                    <a:pt x="3115902" y="719886"/>
                  </a:lnTo>
                  <a:lnTo>
                    <a:pt x="3078635" y="655964"/>
                  </a:lnTo>
                  <a:lnTo>
                    <a:pt x="3041161" y="595589"/>
                  </a:lnTo>
                  <a:lnTo>
                    <a:pt x="3003324" y="538893"/>
                  </a:lnTo>
                  <a:lnTo>
                    <a:pt x="2964918" y="485926"/>
                  </a:lnTo>
                  <a:lnTo>
                    <a:pt x="2925687" y="436663"/>
                  </a:lnTo>
                  <a:lnTo>
                    <a:pt x="2896531" y="403201"/>
                  </a:lnTo>
                  <a:lnTo>
                    <a:pt x="2849910" y="355144"/>
                  </a:lnTo>
                  <a:lnTo>
                    <a:pt x="2800878" y="311578"/>
                  </a:lnTo>
                  <a:lnTo>
                    <a:pt x="2748718" y="272307"/>
                  </a:lnTo>
                  <a:lnTo>
                    <a:pt x="2692643" y="236985"/>
                  </a:lnTo>
                  <a:lnTo>
                    <a:pt x="2631847" y="205208"/>
                  </a:lnTo>
                  <a:lnTo>
                    <a:pt x="2565558" y="176572"/>
                  </a:lnTo>
                  <a:lnTo>
                    <a:pt x="2493104" y="150710"/>
                  </a:lnTo>
                  <a:lnTo>
                    <a:pt x="2414010" y="127313"/>
                  </a:lnTo>
                  <a:lnTo>
                    <a:pt x="2328118" y="106135"/>
                  </a:lnTo>
                  <a:lnTo>
                    <a:pt x="2235747" y="87005"/>
                  </a:lnTo>
                  <a:lnTo>
                    <a:pt x="2137867" y="69823"/>
                  </a:lnTo>
                  <a:lnTo>
                    <a:pt x="2036259" y="54554"/>
                  </a:lnTo>
                  <a:lnTo>
                    <a:pt x="1933603" y="41214"/>
                  </a:lnTo>
                  <a:lnTo>
                    <a:pt x="1833419" y="29846"/>
                  </a:lnTo>
                  <a:lnTo>
                    <a:pt x="1739796" y="20486"/>
                  </a:lnTo>
                  <a:lnTo>
                    <a:pt x="1656887" y="13123"/>
                  </a:lnTo>
                  <a:lnTo>
                    <a:pt x="1588226" y="7670"/>
                  </a:lnTo>
                  <a:lnTo>
                    <a:pt x="1536045" y="3942"/>
                  </a:lnTo>
                  <a:lnTo>
                    <a:pt x="1500766" y="1665"/>
                  </a:lnTo>
                  <a:lnTo>
                    <a:pt x="1480809" y="497"/>
                  </a:lnTo>
                  <a:lnTo>
                    <a:pt x="1472713" y="65"/>
                  </a:lnTo>
                  <a:lnTo>
                    <a:pt x="1471387" y="0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44" name="pg344"/>
            <p:cNvSpPr/>
            <p:nvPr/>
          </p:nvSpPr>
          <p:spPr>
            <a:xfrm>
              <a:off x="4799595" y="5135057"/>
              <a:ext cx="11981298" cy="3841309"/>
            </a:xfrm>
            <a:custGeom>
              <a:avLst/>
              <a:pathLst>
                <a:path w="11981298" h="3841309">
                  <a:moveTo>
                    <a:pt x="0" y="16345"/>
                  </a:moveTo>
                  <a:lnTo>
                    <a:pt x="1471387" y="16345"/>
                  </a:lnTo>
                  <a:lnTo>
                    <a:pt x="1472555" y="16403"/>
                  </a:lnTo>
                  <a:lnTo>
                    <a:pt x="1480231" y="16815"/>
                  </a:lnTo>
                  <a:lnTo>
                    <a:pt x="1499566" y="17954"/>
                  </a:lnTo>
                  <a:lnTo>
                    <a:pt x="1534095" y="20195"/>
                  </a:lnTo>
                  <a:lnTo>
                    <a:pt x="1585486" y="23886"/>
                  </a:lnTo>
                  <a:lnTo>
                    <a:pt x="1653405" y="29308"/>
                  </a:lnTo>
                  <a:lnTo>
                    <a:pt x="1735697" y="36651"/>
                  </a:lnTo>
                  <a:lnTo>
                    <a:pt x="1828877" y="46009"/>
                  </a:lnTo>
                  <a:lnTo>
                    <a:pt x="1928811" y="57393"/>
                  </a:lnTo>
                  <a:lnTo>
                    <a:pt x="2031397" y="70770"/>
                  </a:lnTo>
                  <a:lnTo>
                    <a:pt x="2133084" y="86097"/>
                  </a:lnTo>
                  <a:lnTo>
                    <a:pt x="2231153" y="103354"/>
                  </a:lnTo>
                  <a:lnTo>
                    <a:pt x="2323783" y="122574"/>
                  </a:lnTo>
                  <a:lnTo>
                    <a:pt x="2409971" y="143854"/>
                  </a:lnTo>
                  <a:lnTo>
                    <a:pt x="2489368" y="167364"/>
                  </a:lnTo>
                  <a:lnTo>
                    <a:pt x="2562113" y="193348"/>
                  </a:lnTo>
                  <a:lnTo>
                    <a:pt x="2628669" y="222115"/>
                  </a:lnTo>
                  <a:lnTo>
                    <a:pt x="2689700" y="254034"/>
                  </a:lnTo>
                  <a:lnTo>
                    <a:pt x="2745973" y="289509"/>
                  </a:lnTo>
                  <a:lnTo>
                    <a:pt x="2798294" y="328951"/>
                  </a:lnTo>
                  <a:lnTo>
                    <a:pt x="2847449" y="372713"/>
                  </a:lnTo>
                  <a:lnTo>
                    <a:pt x="2894161" y="421003"/>
                  </a:lnTo>
                  <a:lnTo>
                    <a:pt x="2896531" y="423633"/>
                  </a:lnTo>
                  <a:lnTo>
                    <a:pt x="2936413" y="470549"/>
                  </a:lnTo>
                  <a:lnTo>
                    <a:pt x="2975246" y="521119"/>
                  </a:lnTo>
                  <a:lnTo>
                    <a:pt x="3013333" y="575417"/>
                  </a:lnTo>
                  <a:lnTo>
                    <a:pt x="3050916" y="633447"/>
                  </a:lnTo>
                  <a:lnTo>
                    <a:pt x="3088181" y="695139"/>
                  </a:lnTo>
                  <a:lnTo>
                    <a:pt x="3125274" y="760340"/>
                  </a:lnTo>
                  <a:lnTo>
                    <a:pt x="3162298" y="828809"/>
                  </a:lnTo>
                  <a:lnTo>
                    <a:pt x="3199324" y="900220"/>
                  </a:lnTo>
                  <a:lnTo>
                    <a:pt x="3236392" y="974162"/>
                  </a:lnTo>
                  <a:lnTo>
                    <a:pt x="3273519" y="1050149"/>
                  </a:lnTo>
                  <a:lnTo>
                    <a:pt x="3310702" y="1127628"/>
                  </a:lnTo>
                  <a:lnTo>
                    <a:pt x="3347922" y="1205998"/>
                  </a:lnTo>
                  <a:lnTo>
                    <a:pt x="3385154" y="1284631"/>
                  </a:lnTo>
                  <a:lnTo>
                    <a:pt x="3422369" y="1362887"/>
                  </a:lnTo>
                  <a:lnTo>
                    <a:pt x="3459542" y="1440139"/>
                  </a:lnTo>
                  <a:lnTo>
                    <a:pt x="3496658" y="1515795"/>
                  </a:lnTo>
                  <a:lnTo>
                    <a:pt x="3533717" y="1589313"/>
                  </a:lnTo>
                  <a:lnTo>
                    <a:pt x="3570738" y="1660221"/>
                  </a:lnTo>
                  <a:lnTo>
                    <a:pt x="3607769" y="1728120"/>
                  </a:lnTo>
                  <a:lnTo>
                    <a:pt x="3644884" y="1792701"/>
                  </a:lnTo>
                  <a:lnTo>
                    <a:pt x="3682195" y="1853740"/>
                  </a:lnTo>
                  <a:lnTo>
                    <a:pt x="3719854" y="1911098"/>
                  </a:lnTo>
                  <a:lnTo>
                    <a:pt x="3758056" y="1964719"/>
                  </a:lnTo>
                  <a:lnTo>
                    <a:pt x="3797055" y="2014621"/>
                  </a:lnTo>
                  <a:lnTo>
                    <a:pt x="3829811" y="2052784"/>
                  </a:lnTo>
                  <a:lnTo>
                    <a:pt x="3876414" y="2101310"/>
                  </a:lnTo>
                  <a:lnTo>
                    <a:pt x="3925426" y="2145304"/>
                  </a:lnTo>
                  <a:lnTo>
                    <a:pt x="3977563" y="2184962"/>
                  </a:lnTo>
                  <a:lnTo>
                    <a:pt x="4033611" y="2220634"/>
                  </a:lnTo>
                  <a:lnTo>
                    <a:pt x="4094376" y="2252727"/>
                  </a:lnTo>
                  <a:lnTo>
                    <a:pt x="4160627" y="2281648"/>
                  </a:lnTo>
                  <a:lnTo>
                    <a:pt x="4233038" y="2307768"/>
                  </a:lnTo>
                  <a:lnTo>
                    <a:pt x="4312083" y="2331400"/>
                  </a:lnTo>
                  <a:lnTo>
                    <a:pt x="4397922" y="2352791"/>
                  </a:lnTo>
                  <a:lnTo>
                    <a:pt x="4490236" y="2372115"/>
                  </a:lnTo>
                  <a:lnTo>
                    <a:pt x="4588060" y="2389473"/>
                  </a:lnTo>
                  <a:lnTo>
                    <a:pt x="4689618" y="2404899"/>
                  </a:lnTo>
                  <a:lnTo>
                    <a:pt x="4792239" y="2418379"/>
                  </a:lnTo>
                  <a:lnTo>
                    <a:pt x="4892408" y="2429868"/>
                  </a:lnTo>
                  <a:lnTo>
                    <a:pt x="4986042" y="2439330"/>
                  </a:lnTo>
                  <a:lnTo>
                    <a:pt x="5068994" y="2446776"/>
                  </a:lnTo>
                  <a:lnTo>
                    <a:pt x="5137726" y="2452294"/>
                  </a:lnTo>
                  <a:lnTo>
                    <a:pt x="5190000" y="2456069"/>
                  </a:lnTo>
                  <a:lnTo>
                    <a:pt x="5225381" y="2458377"/>
                  </a:lnTo>
                  <a:lnTo>
                    <a:pt x="5245432" y="2459564"/>
                  </a:lnTo>
                  <a:lnTo>
                    <a:pt x="5253599" y="2460005"/>
                  </a:lnTo>
                  <a:lnTo>
                    <a:pt x="5254955" y="2460072"/>
                  </a:lnTo>
                  <a:lnTo>
                    <a:pt x="6726343" y="2460072"/>
                  </a:lnTo>
                  <a:lnTo>
                    <a:pt x="6727557" y="2460106"/>
                  </a:lnTo>
                  <a:lnTo>
                    <a:pt x="6735530" y="2460348"/>
                  </a:lnTo>
                  <a:lnTo>
                    <a:pt x="6755588" y="2461018"/>
                  </a:lnTo>
                  <a:lnTo>
                    <a:pt x="6791350" y="2462337"/>
                  </a:lnTo>
                  <a:lnTo>
                    <a:pt x="6844452" y="2464506"/>
                  </a:lnTo>
                  <a:lnTo>
                    <a:pt x="6914428" y="2467689"/>
                  </a:lnTo>
                  <a:lnTo>
                    <a:pt x="6998914" y="2471992"/>
                  </a:lnTo>
                  <a:lnTo>
                    <a:pt x="7094200" y="2477467"/>
                  </a:lnTo>
                  <a:lnTo>
                    <a:pt x="7195960" y="2484117"/>
                  </a:lnTo>
                  <a:lnTo>
                    <a:pt x="7299972" y="2491921"/>
                  </a:lnTo>
                  <a:lnTo>
                    <a:pt x="7402639" y="2500853"/>
                  </a:lnTo>
                  <a:lnTo>
                    <a:pt x="7501264" y="2510906"/>
                  </a:lnTo>
                  <a:lnTo>
                    <a:pt x="7594090" y="2522104"/>
                  </a:lnTo>
                  <a:lnTo>
                    <a:pt x="7680198" y="2534513"/>
                  </a:lnTo>
                  <a:lnTo>
                    <a:pt x="7759329" y="2548238"/>
                  </a:lnTo>
                  <a:lnTo>
                    <a:pt x="7831703" y="2563432"/>
                  </a:lnTo>
                  <a:lnTo>
                    <a:pt x="7897855" y="2580285"/>
                  </a:lnTo>
                  <a:lnTo>
                    <a:pt x="7958505" y="2599017"/>
                  </a:lnTo>
                  <a:lnTo>
                    <a:pt x="8014467" y="2619872"/>
                  </a:lnTo>
                  <a:lnTo>
                    <a:pt x="8066578" y="2643084"/>
                  </a:lnTo>
                  <a:lnTo>
                    <a:pt x="8115644" y="2668847"/>
                  </a:lnTo>
                  <a:lnTo>
                    <a:pt x="8151487" y="2690278"/>
                  </a:lnTo>
                  <a:lnTo>
                    <a:pt x="8199078" y="2722253"/>
                  </a:lnTo>
                  <a:lnTo>
                    <a:pt x="8245258" y="2757199"/>
                  </a:lnTo>
                  <a:lnTo>
                    <a:pt x="8290512" y="2795169"/>
                  </a:lnTo>
                  <a:lnTo>
                    <a:pt x="8335208" y="2836132"/>
                  </a:lnTo>
                  <a:lnTo>
                    <a:pt x="8379616" y="2879964"/>
                  </a:lnTo>
                  <a:lnTo>
                    <a:pt x="8423921" y="2926443"/>
                  </a:lnTo>
                  <a:lnTo>
                    <a:pt x="8468240" y="2975247"/>
                  </a:lnTo>
                  <a:lnTo>
                    <a:pt x="8512632" y="3025955"/>
                  </a:lnTo>
                  <a:lnTo>
                    <a:pt x="8557107" y="3078065"/>
                  </a:lnTo>
                  <a:lnTo>
                    <a:pt x="8601643" y="3131012"/>
                  </a:lnTo>
                  <a:lnTo>
                    <a:pt x="8646197" y="3184186"/>
                  </a:lnTo>
                  <a:lnTo>
                    <a:pt x="8690720" y="3236972"/>
                  </a:lnTo>
                  <a:lnTo>
                    <a:pt x="8735175" y="3288771"/>
                  </a:lnTo>
                  <a:lnTo>
                    <a:pt x="8779545" y="3339029"/>
                  </a:lnTo>
                  <a:lnTo>
                    <a:pt x="8823853" y="3387264"/>
                  </a:lnTo>
                  <a:lnTo>
                    <a:pt x="8868171" y="3433082"/>
                  </a:lnTo>
                  <a:lnTo>
                    <a:pt x="8912632" y="3476186"/>
                  </a:lnTo>
                  <a:lnTo>
                    <a:pt x="8957444" y="3516378"/>
                  </a:lnTo>
                  <a:lnTo>
                    <a:pt x="9002899" y="3553561"/>
                  </a:lnTo>
                  <a:lnTo>
                    <a:pt x="9049394" y="3587726"/>
                  </a:lnTo>
                  <a:lnTo>
                    <a:pt x="9084767" y="3611103"/>
                  </a:lnTo>
                  <a:lnTo>
                    <a:pt x="9132003" y="3638877"/>
                  </a:lnTo>
                  <a:lnTo>
                    <a:pt x="9181722" y="3664023"/>
                  </a:lnTo>
                  <a:lnTo>
                    <a:pt x="9234671" y="3686656"/>
                  </a:lnTo>
                  <a:lnTo>
                    <a:pt x="9291668" y="3706986"/>
                  </a:lnTo>
                  <a:lnTo>
                    <a:pt x="9353551" y="3725252"/>
                  </a:lnTo>
                  <a:lnTo>
                    <a:pt x="9421117" y="3741692"/>
                  </a:lnTo>
                  <a:lnTo>
                    <a:pt x="9495054" y="3756522"/>
                  </a:lnTo>
                  <a:lnTo>
                    <a:pt x="9575834" y="3769923"/>
                  </a:lnTo>
                  <a:lnTo>
                    <a:pt x="9663578" y="3782037"/>
                  </a:lnTo>
                  <a:lnTo>
                    <a:pt x="9757891" y="3792960"/>
                  </a:lnTo>
                  <a:lnTo>
                    <a:pt x="9857667" y="3802746"/>
                  </a:lnTo>
                  <a:lnTo>
                    <a:pt x="9960932" y="3811412"/>
                  </a:lnTo>
                  <a:lnTo>
                    <a:pt x="10064766" y="3818945"/>
                  </a:lnTo>
                  <a:lnTo>
                    <a:pt x="10165387" y="3825318"/>
                  </a:lnTo>
                  <a:lnTo>
                    <a:pt x="10258494" y="3830513"/>
                  </a:lnTo>
                  <a:lnTo>
                    <a:pt x="10339838" y="3834545"/>
                  </a:lnTo>
                  <a:lnTo>
                    <a:pt x="10405964" y="3837475"/>
                  </a:lnTo>
                  <a:lnTo>
                    <a:pt x="10454921" y="3839426"/>
                  </a:lnTo>
                  <a:lnTo>
                    <a:pt x="10486735" y="3840572"/>
                  </a:lnTo>
                  <a:lnTo>
                    <a:pt x="10503533" y="3841120"/>
                  </a:lnTo>
                  <a:lnTo>
                    <a:pt x="10509364" y="3841294"/>
                  </a:lnTo>
                  <a:lnTo>
                    <a:pt x="10509911" y="3841309"/>
                  </a:lnTo>
                  <a:lnTo>
                    <a:pt x="11981298" y="3841309"/>
                  </a:lnTo>
                  <a:lnTo>
                    <a:pt x="11981298" y="3824963"/>
                  </a:lnTo>
                  <a:lnTo>
                    <a:pt x="10509911" y="3824963"/>
                  </a:lnTo>
                  <a:lnTo>
                    <a:pt x="10508696" y="3824929"/>
                  </a:lnTo>
                  <a:lnTo>
                    <a:pt x="10500723" y="3824686"/>
                  </a:lnTo>
                  <a:lnTo>
                    <a:pt x="10480665" y="3824016"/>
                  </a:lnTo>
                  <a:lnTo>
                    <a:pt x="10444903" y="3822698"/>
                  </a:lnTo>
                  <a:lnTo>
                    <a:pt x="10391801" y="3820529"/>
                  </a:lnTo>
                  <a:lnTo>
                    <a:pt x="10321826" y="3817346"/>
                  </a:lnTo>
                  <a:lnTo>
                    <a:pt x="10237339" y="3813042"/>
                  </a:lnTo>
                  <a:lnTo>
                    <a:pt x="10142054" y="3807567"/>
                  </a:lnTo>
                  <a:lnTo>
                    <a:pt x="10040293" y="3800917"/>
                  </a:lnTo>
                  <a:lnTo>
                    <a:pt x="9936281" y="3793114"/>
                  </a:lnTo>
                  <a:lnTo>
                    <a:pt x="9833614" y="3784182"/>
                  </a:lnTo>
                  <a:lnTo>
                    <a:pt x="9734989" y="3774129"/>
                  </a:lnTo>
                  <a:lnTo>
                    <a:pt x="9642163" y="3762930"/>
                  </a:lnTo>
                  <a:lnTo>
                    <a:pt x="9556055" y="3750522"/>
                  </a:lnTo>
                  <a:lnTo>
                    <a:pt x="9476924" y="3736796"/>
                  </a:lnTo>
                  <a:lnTo>
                    <a:pt x="9404550" y="3721602"/>
                  </a:lnTo>
                  <a:lnTo>
                    <a:pt x="9338398" y="3704750"/>
                  </a:lnTo>
                  <a:lnTo>
                    <a:pt x="9277748" y="3686017"/>
                  </a:lnTo>
                  <a:lnTo>
                    <a:pt x="9221786" y="3665163"/>
                  </a:lnTo>
                  <a:lnTo>
                    <a:pt x="9169675" y="3641950"/>
                  </a:lnTo>
                  <a:lnTo>
                    <a:pt x="9120609" y="3616187"/>
                  </a:lnTo>
                  <a:lnTo>
                    <a:pt x="9084767" y="3594757"/>
                  </a:lnTo>
                  <a:lnTo>
                    <a:pt x="9037175" y="3562782"/>
                  </a:lnTo>
                  <a:lnTo>
                    <a:pt x="8990995" y="3527836"/>
                  </a:lnTo>
                  <a:lnTo>
                    <a:pt x="8945741" y="3489866"/>
                  </a:lnTo>
                  <a:lnTo>
                    <a:pt x="8901045" y="3448903"/>
                  </a:lnTo>
                  <a:lnTo>
                    <a:pt x="8856638" y="3405071"/>
                  </a:lnTo>
                  <a:lnTo>
                    <a:pt x="8812332" y="3358591"/>
                  </a:lnTo>
                  <a:lnTo>
                    <a:pt x="8768013" y="3309788"/>
                  </a:lnTo>
                  <a:lnTo>
                    <a:pt x="8723621" y="3259080"/>
                  </a:lnTo>
                  <a:lnTo>
                    <a:pt x="8679146" y="3206969"/>
                  </a:lnTo>
                  <a:lnTo>
                    <a:pt x="8634610" y="3154023"/>
                  </a:lnTo>
                  <a:lnTo>
                    <a:pt x="8590056" y="3100848"/>
                  </a:lnTo>
                  <a:lnTo>
                    <a:pt x="8545533" y="3048062"/>
                  </a:lnTo>
                  <a:lnTo>
                    <a:pt x="8501078" y="2996264"/>
                  </a:lnTo>
                  <a:lnTo>
                    <a:pt x="8456708" y="2946006"/>
                  </a:lnTo>
                  <a:lnTo>
                    <a:pt x="8412400" y="2897771"/>
                  </a:lnTo>
                  <a:lnTo>
                    <a:pt x="8368082" y="2851953"/>
                  </a:lnTo>
                  <a:lnTo>
                    <a:pt x="8323621" y="2808849"/>
                  </a:lnTo>
                  <a:lnTo>
                    <a:pt x="8278809" y="2768657"/>
                  </a:lnTo>
                  <a:lnTo>
                    <a:pt x="8233354" y="2731474"/>
                  </a:lnTo>
                  <a:lnTo>
                    <a:pt x="8186859" y="2697308"/>
                  </a:lnTo>
                  <a:lnTo>
                    <a:pt x="8151487" y="2673932"/>
                  </a:lnTo>
                  <a:lnTo>
                    <a:pt x="8104250" y="2646158"/>
                  </a:lnTo>
                  <a:lnTo>
                    <a:pt x="8054531" y="2621012"/>
                  </a:lnTo>
                  <a:lnTo>
                    <a:pt x="8001582" y="2598378"/>
                  </a:lnTo>
                  <a:lnTo>
                    <a:pt x="7944585" y="2578049"/>
                  </a:lnTo>
                  <a:lnTo>
                    <a:pt x="7882703" y="2559783"/>
                  </a:lnTo>
                  <a:lnTo>
                    <a:pt x="7815136" y="2543343"/>
                  </a:lnTo>
                  <a:lnTo>
                    <a:pt x="7741199" y="2528513"/>
                  </a:lnTo>
                  <a:lnTo>
                    <a:pt x="7660420" y="2515111"/>
                  </a:lnTo>
                  <a:lnTo>
                    <a:pt x="7572675" y="2502998"/>
                  </a:lnTo>
                  <a:lnTo>
                    <a:pt x="7478363" y="2492075"/>
                  </a:lnTo>
                  <a:lnTo>
                    <a:pt x="7378587" y="2482289"/>
                  </a:lnTo>
                  <a:lnTo>
                    <a:pt x="7275321" y="2473623"/>
                  </a:lnTo>
                  <a:lnTo>
                    <a:pt x="7171488" y="2466090"/>
                  </a:lnTo>
                  <a:lnTo>
                    <a:pt x="7070866" y="2459717"/>
                  </a:lnTo>
                  <a:lnTo>
                    <a:pt x="6977759" y="2454521"/>
                  </a:lnTo>
                  <a:lnTo>
                    <a:pt x="6896415" y="2450490"/>
                  </a:lnTo>
                  <a:lnTo>
                    <a:pt x="6830289" y="2447559"/>
                  </a:lnTo>
                  <a:lnTo>
                    <a:pt x="6781333" y="2445608"/>
                  </a:lnTo>
                  <a:lnTo>
                    <a:pt x="6749519" y="2444463"/>
                  </a:lnTo>
                  <a:lnTo>
                    <a:pt x="6732720" y="2443915"/>
                  </a:lnTo>
                  <a:lnTo>
                    <a:pt x="6726889" y="2443741"/>
                  </a:lnTo>
                  <a:lnTo>
                    <a:pt x="6726343" y="2443726"/>
                  </a:lnTo>
                  <a:lnTo>
                    <a:pt x="5254955" y="2443726"/>
                  </a:lnTo>
                  <a:lnTo>
                    <a:pt x="5253787" y="2443668"/>
                  </a:lnTo>
                  <a:lnTo>
                    <a:pt x="5246111" y="2443256"/>
                  </a:lnTo>
                  <a:lnTo>
                    <a:pt x="5226777" y="2442118"/>
                  </a:lnTo>
                  <a:lnTo>
                    <a:pt x="5192247" y="2439876"/>
                  </a:lnTo>
                  <a:lnTo>
                    <a:pt x="5140856" y="2436185"/>
                  </a:lnTo>
                  <a:lnTo>
                    <a:pt x="5072937" y="2430763"/>
                  </a:lnTo>
                  <a:lnTo>
                    <a:pt x="4990645" y="2423420"/>
                  </a:lnTo>
                  <a:lnTo>
                    <a:pt x="4897465" y="2414063"/>
                  </a:lnTo>
                  <a:lnTo>
                    <a:pt x="4797531" y="2402678"/>
                  </a:lnTo>
                  <a:lnTo>
                    <a:pt x="4694945" y="2389301"/>
                  </a:lnTo>
                  <a:lnTo>
                    <a:pt x="4593258" y="2373975"/>
                  </a:lnTo>
                  <a:lnTo>
                    <a:pt x="4495189" y="2356718"/>
                  </a:lnTo>
                  <a:lnTo>
                    <a:pt x="4402559" y="2337498"/>
                  </a:lnTo>
                  <a:lnTo>
                    <a:pt x="4316372" y="2316218"/>
                  </a:lnTo>
                  <a:lnTo>
                    <a:pt x="4236974" y="2292707"/>
                  </a:lnTo>
                  <a:lnTo>
                    <a:pt x="4164229" y="2266724"/>
                  </a:lnTo>
                  <a:lnTo>
                    <a:pt x="4097673" y="2237956"/>
                  </a:lnTo>
                  <a:lnTo>
                    <a:pt x="4036642" y="2206038"/>
                  </a:lnTo>
                  <a:lnTo>
                    <a:pt x="3980369" y="2170562"/>
                  </a:lnTo>
                  <a:lnTo>
                    <a:pt x="3928048" y="2131121"/>
                  </a:lnTo>
                  <a:lnTo>
                    <a:pt x="3878893" y="2087358"/>
                  </a:lnTo>
                  <a:lnTo>
                    <a:pt x="3832181" y="2039068"/>
                  </a:lnTo>
                  <a:lnTo>
                    <a:pt x="3829811" y="2036438"/>
                  </a:lnTo>
                  <a:lnTo>
                    <a:pt x="3789929" y="1989522"/>
                  </a:lnTo>
                  <a:lnTo>
                    <a:pt x="3751096" y="1938952"/>
                  </a:lnTo>
                  <a:lnTo>
                    <a:pt x="3713009" y="1884655"/>
                  </a:lnTo>
                  <a:lnTo>
                    <a:pt x="3675427" y="1826624"/>
                  </a:lnTo>
                  <a:lnTo>
                    <a:pt x="3638161" y="1764932"/>
                  </a:lnTo>
                  <a:lnTo>
                    <a:pt x="3601068" y="1699732"/>
                  </a:lnTo>
                  <a:lnTo>
                    <a:pt x="3564044" y="1631263"/>
                  </a:lnTo>
                  <a:lnTo>
                    <a:pt x="3527018" y="1559852"/>
                  </a:lnTo>
                  <a:lnTo>
                    <a:pt x="3489950" y="1485909"/>
                  </a:lnTo>
                  <a:lnTo>
                    <a:pt x="3452823" y="1409923"/>
                  </a:lnTo>
                  <a:lnTo>
                    <a:pt x="3415640" y="1332444"/>
                  </a:lnTo>
                  <a:lnTo>
                    <a:pt x="3378420" y="1254073"/>
                  </a:lnTo>
                  <a:lnTo>
                    <a:pt x="3341189" y="1175440"/>
                  </a:lnTo>
                  <a:lnTo>
                    <a:pt x="3303973" y="1097185"/>
                  </a:lnTo>
                  <a:lnTo>
                    <a:pt x="3266800" y="1019933"/>
                  </a:lnTo>
                  <a:lnTo>
                    <a:pt x="3229684" y="944277"/>
                  </a:lnTo>
                  <a:lnTo>
                    <a:pt x="3192625" y="870758"/>
                  </a:lnTo>
                  <a:lnTo>
                    <a:pt x="3155604" y="799851"/>
                  </a:lnTo>
                  <a:lnTo>
                    <a:pt x="3118573" y="731951"/>
                  </a:lnTo>
                  <a:lnTo>
                    <a:pt x="3081458" y="667370"/>
                  </a:lnTo>
                  <a:lnTo>
                    <a:pt x="3044147" y="606332"/>
                  </a:lnTo>
                  <a:lnTo>
                    <a:pt x="3006488" y="548973"/>
                  </a:lnTo>
                  <a:lnTo>
                    <a:pt x="2968286" y="495352"/>
                  </a:lnTo>
                  <a:lnTo>
                    <a:pt x="2929287" y="445450"/>
                  </a:lnTo>
                  <a:lnTo>
                    <a:pt x="2896531" y="407287"/>
                  </a:lnTo>
                  <a:lnTo>
                    <a:pt x="2849928" y="358761"/>
                  </a:lnTo>
                  <a:lnTo>
                    <a:pt x="2800916" y="314767"/>
                  </a:lnTo>
                  <a:lnTo>
                    <a:pt x="2748779" y="275109"/>
                  </a:lnTo>
                  <a:lnTo>
                    <a:pt x="2692731" y="239438"/>
                  </a:lnTo>
                  <a:lnTo>
                    <a:pt x="2631967" y="207345"/>
                  </a:lnTo>
                  <a:lnTo>
                    <a:pt x="2565715" y="178423"/>
                  </a:lnTo>
                  <a:lnTo>
                    <a:pt x="2493304" y="152303"/>
                  </a:lnTo>
                  <a:lnTo>
                    <a:pt x="2414259" y="128671"/>
                  </a:lnTo>
                  <a:lnTo>
                    <a:pt x="2328421" y="107280"/>
                  </a:lnTo>
                  <a:lnTo>
                    <a:pt x="2236106" y="87956"/>
                  </a:lnTo>
                  <a:lnTo>
                    <a:pt x="2138282" y="70599"/>
                  </a:lnTo>
                  <a:lnTo>
                    <a:pt x="2036724" y="55172"/>
                  </a:lnTo>
                  <a:lnTo>
                    <a:pt x="1934103" y="41693"/>
                  </a:lnTo>
                  <a:lnTo>
                    <a:pt x="1833934" y="30204"/>
                  </a:lnTo>
                  <a:lnTo>
                    <a:pt x="1740300" y="20741"/>
                  </a:lnTo>
                  <a:lnTo>
                    <a:pt x="1657348" y="13295"/>
                  </a:lnTo>
                  <a:lnTo>
                    <a:pt x="1588616" y="7777"/>
                  </a:lnTo>
                  <a:lnTo>
                    <a:pt x="1536342" y="4003"/>
                  </a:lnTo>
                  <a:lnTo>
                    <a:pt x="1500961" y="1694"/>
                  </a:lnTo>
                  <a:lnTo>
                    <a:pt x="1480910" y="507"/>
                  </a:lnTo>
                  <a:lnTo>
                    <a:pt x="1472743" y="67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345" name="pl345"/>
            <p:cNvSpPr/>
            <p:nvPr/>
          </p:nvSpPr>
          <p:spPr>
            <a:xfrm>
              <a:off x="4799595" y="5151403"/>
              <a:ext cx="11981298" cy="3824963"/>
            </a:xfrm>
            <a:custGeom>
              <a:avLst/>
              <a:pathLst>
                <a:path w="11981298" h="3824963">
                  <a:moveTo>
                    <a:pt x="0" y="0"/>
                  </a:moveTo>
                  <a:lnTo>
                    <a:pt x="1471387" y="0"/>
                  </a:lnTo>
                  <a:lnTo>
                    <a:pt x="1472555" y="57"/>
                  </a:lnTo>
                  <a:lnTo>
                    <a:pt x="1480231" y="469"/>
                  </a:lnTo>
                  <a:lnTo>
                    <a:pt x="1499566" y="1608"/>
                  </a:lnTo>
                  <a:lnTo>
                    <a:pt x="1534095" y="3849"/>
                  </a:lnTo>
                  <a:lnTo>
                    <a:pt x="1585486" y="7541"/>
                  </a:lnTo>
                  <a:lnTo>
                    <a:pt x="1653405" y="12962"/>
                  </a:lnTo>
                  <a:lnTo>
                    <a:pt x="1735697" y="20305"/>
                  </a:lnTo>
                  <a:lnTo>
                    <a:pt x="1828877" y="29663"/>
                  </a:lnTo>
                  <a:lnTo>
                    <a:pt x="1928811" y="41047"/>
                  </a:lnTo>
                  <a:lnTo>
                    <a:pt x="2031397" y="54424"/>
                  </a:lnTo>
                  <a:lnTo>
                    <a:pt x="2133084" y="69751"/>
                  </a:lnTo>
                  <a:lnTo>
                    <a:pt x="2231153" y="87008"/>
                  </a:lnTo>
                  <a:lnTo>
                    <a:pt x="2323783" y="106228"/>
                  </a:lnTo>
                  <a:lnTo>
                    <a:pt x="2409971" y="127508"/>
                  </a:lnTo>
                  <a:lnTo>
                    <a:pt x="2489368" y="151018"/>
                  </a:lnTo>
                  <a:lnTo>
                    <a:pt x="2562113" y="177002"/>
                  </a:lnTo>
                  <a:lnTo>
                    <a:pt x="2628669" y="205769"/>
                  </a:lnTo>
                  <a:lnTo>
                    <a:pt x="2689700" y="237688"/>
                  </a:lnTo>
                  <a:lnTo>
                    <a:pt x="2745973" y="273163"/>
                  </a:lnTo>
                  <a:lnTo>
                    <a:pt x="2798294" y="312605"/>
                  </a:lnTo>
                  <a:lnTo>
                    <a:pt x="2847449" y="356367"/>
                  </a:lnTo>
                  <a:lnTo>
                    <a:pt x="2894161" y="404657"/>
                  </a:lnTo>
                  <a:lnTo>
                    <a:pt x="2896531" y="407287"/>
                  </a:lnTo>
                  <a:lnTo>
                    <a:pt x="2936413" y="454203"/>
                  </a:lnTo>
                  <a:lnTo>
                    <a:pt x="2975246" y="504773"/>
                  </a:lnTo>
                  <a:lnTo>
                    <a:pt x="3013333" y="559071"/>
                  </a:lnTo>
                  <a:lnTo>
                    <a:pt x="3050916" y="617101"/>
                  </a:lnTo>
                  <a:lnTo>
                    <a:pt x="3088181" y="678793"/>
                  </a:lnTo>
                  <a:lnTo>
                    <a:pt x="3125274" y="743994"/>
                  </a:lnTo>
                  <a:lnTo>
                    <a:pt x="3162298" y="812463"/>
                  </a:lnTo>
                  <a:lnTo>
                    <a:pt x="3199324" y="883874"/>
                  </a:lnTo>
                  <a:lnTo>
                    <a:pt x="3236392" y="957816"/>
                  </a:lnTo>
                  <a:lnTo>
                    <a:pt x="3273519" y="1033803"/>
                  </a:lnTo>
                  <a:lnTo>
                    <a:pt x="3310702" y="1111282"/>
                  </a:lnTo>
                  <a:lnTo>
                    <a:pt x="3347922" y="1189652"/>
                  </a:lnTo>
                  <a:lnTo>
                    <a:pt x="3385154" y="1268285"/>
                  </a:lnTo>
                  <a:lnTo>
                    <a:pt x="3422369" y="1346541"/>
                  </a:lnTo>
                  <a:lnTo>
                    <a:pt x="3459542" y="1423793"/>
                  </a:lnTo>
                  <a:lnTo>
                    <a:pt x="3496658" y="1499449"/>
                  </a:lnTo>
                  <a:lnTo>
                    <a:pt x="3533717" y="1572967"/>
                  </a:lnTo>
                  <a:lnTo>
                    <a:pt x="3570738" y="1643875"/>
                  </a:lnTo>
                  <a:lnTo>
                    <a:pt x="3607769" y="1711774"/>
                  </a:lnTo>
                  <a:lnTo>
                    <a:pt x="3644884" y="1776355"/>
                  </a:lnTo>
                  <a:lnTo>
                    <a:pt x="3682195" y="1837394"/>
                  </a:lnTo>
                  <a:lnTo>
                    <a:pt x="3719854" y="1894752"/>
                  </a:lnTo>
                  <a:lnTo>
                    <a:pt x="3758056" y="1948373"/>
                  </a:lnTo>
                  <a:lnTo>
                    <a:pt x="3797055" y="1998275"/>
                  </a:lnTo>
                  <a:lnTo>
                    <a:pt x="3829811" y="2036438"/>
                  </a:lnTo>
                  <a:lnTo>
                    <a:pt x="3876414" y="2084964"/>
                  </a:lnTo>
                  <a:lnTo>
                    <a:pt x="3925426" y="2128958"/>
                  </a:lnTo>
                  <a:lnTo>
                    <a:pt x="3977563" y="2168616"/>
                  </a:lnTo>
                  <a:lnTo>
                    <a:pt x="4033611" y="2204288"/>
                  </a:lnTo>
                  <a:lnTo>
                    <a:pt x="4094376" y="2236381"/>
                  </a:lnTo>
                  <a:lnTo>
                    <a:pt x="4160627" y="2265302"/>
                  </a:lnTo>
                  <a:lnTo>
                    <a:pt x="4233038" y="2291422"/>
                  </a:lnTo>
                  <a:lnTo>
                    <a:pt x="4312083" y="2315054"/>
                  </a:lnTo>
                  <a:lnTo>
                    <a:pt x="4397922" y="2336445"/>
                  </a:lnTo>
                  <a:lnTo>
                    <a:pt x="4490236" y="2355769"/>
                  </a:lnTo>
                  <a:lnTo>
                    <a:pt x="4588060" y="2373127"/>
                  </a:lnTo>
                  <a:lnTo>
                    <a:pt x="4689618" y="2388553"/>
                  </a:lnTo>
                  <a:lnTo>
                    <a:pt x="4792239" y="2402033"/>
                  </a:lnTo>
                  <a:lnTo>
                    <a:pt x="4892408" y="2413522"/>
                  </a:lnTo>
                  <a:lnTo>
                    <a:pt x="4986042" y="2422984"/>
                  </a:lnTo>
                  <a:lnTo>
                    <a:pt x="5068994" y="2430430"/>
                  </a:lnTo>
                  <a:lnTo>
                    <a:pt x="5137726" y="2435948"/>
                  </a:lnTo>
                  <a:lnTo>
                    <a:pt x="5190000" y="2439723"/>
                  </a:lnTo>
                  <a:lnTo>
                    <a:pt x="5225381" y="2442031"/>
                  </a:lnTo>
                  <a:lnTo>
                    <a:pt x="5245432" y="2443218"/>
                  </a:lnTo>
                  <a:lnTo>
                    <a:pt x="5253599" y="2443659"/>
                  </a:lnTo>
                  <a:lnTo>
                    <a:pt x="5254955" y="2443726"/>
                  </a:lnTo>
                  <a:lnTo>
                    <a:pt x="5254955" y="2443726"/>
                  </a:lnTo>
                  <a:lnTo>
                    <a:pt x="6726343" y="2443726"/>
                  </a:lnTo>
                  <a:lnTo>
                    <a:pt x="6727557" y="2443760"/>
                  </a:lnTo>
                  <a:lnTo>
                    <a:pt x="6735530" y="2444002"/>
                  </a:lnTo>
                  <a:lnTo>
                    <a:pt x="6755588" y="2444672"/>
                  </a:lnTo>
                  <a:lnTo>
                    <a:pt x="6791350" y="2445991"/>
                  </a:lnTo>
                  <a:lnTo>
                    <a:pt x="6844452" y="2448160"/>
                  </a:lnTo>
                  <a:lnTo>
                    <a:pt x="6914428" y="2451343"/>
                  </a:lnTo>
                  <a:lnTo>
                    <a:pt x="6998914" y="2455646"/>
                  </a:lnTo>
                  <a:lnTo>
                    <a:pt x="7094200" y="2461121"/>
                  </a:lnTo>
                  <a:lnTo>
                    <a:pt x="7195960" y="2467771"/>
                  </a:lnTo>
                  <a:lnTo>
                    <a:pt x="7299972" y="2475575"/>
                  </a:lnTo>
                  <a:lnTo>
                    <a:pt x="7402639" y="2484507"/>
                  </a:lnTo>
                  <a:lnTo>
                    <a:pt x="7501264" y="2494560"/>
                  </a:lnTo>
                  <a:lnTo>
                    <a:pt x="7594090" y="2505758"/>
                  </a:lnTo>
                  <a:lnTo>
                    <a:pt x="7680198" y="2518167"/>
                  </a:lnTo>
                  <a:lnTo>
                    <a:pt x="7759329" y="2531892"/>
                  </a:lnTo>
                  <a:lnTo>
                    <a:pt x="7831703" y="2547086"/>
                  </a:lnTo>
                  <a:lnTo>
                    <a:pt x="7897855" y="2563939"/>
                  </a:lnTo>
                  <a:lnTo>
                    <a:pt x="7958505" y="2582671"/>
                  </a:lnTo>
                  <a:lnTo>
                    <a:pt x="8014467" y="2603526"/>
                  </a:lnTo>
                  <a:lnTo>
                    <a:pt x="8066578" y="2626738"/>
                  </a:lnTo>
                  <a:lnTo>
                    <a:pt x="8115644" y="2652501"/>
                  </a:lnTo>
                  <a:lnTo>
                    <a:pt x="8151487" y="2673932"/>
                  </a:lnTo>
                  <a:lnTo>
                    <a:pt x="8199078" y="2705907"/>
                  </a:lnTo>
                  <a:lnTo>
                    <a:pt x="8245258" y="2740853"/>
                  </a:lnTo>
                  <a:lnTo>
                    <a:pt x="8290512" y="2778823"/>
                  </a:lnTo>
                  <a:lnTo>
                    <a:pt x="8335208" y="2819786"/>
                  </a:lnTo>
                  <a:lnTo>
                    <a:pt x="8379616" y="2863618"/>
                  </a:lnTo>
                  <a:lnTo>
                    <a:pt x="8423921" y="2910097"/>
                  </a:lnTo>
                  <a:lnTo>
                    <a:pt x="8468240" y="2958901"/>
                  </a:lnTo>
                  <a:lnTo>
                    <a:pt x="8512632" y="3009609"/>
                  </a:lnTo>
                  <a:lnTo>
                    <a:pt x="8557107" y="3061719"/>
                  </a:lnTo>
                  <a:lnTo>
                    <a:pt x="8601643" y="3114666"/>
                  </a:lnTo>
                  <a:lnTo>
                    <a:pt x="8646197" y="3167840"/>
                  </a:lnTo>
                  <a:lnTo>
                    <a:pt x="8690720" y="3220626"/>
                  </a:lnTo>
                  <a:lnTo>
                    <a:pt x="8735175" y="3272425"/>
                  </a:lnTo>
                  <a:lnTo>
                    <a:pt x="8779545" y="3322683"/>
                  </a:lnTo>
                  <a:lnTo>
                    <a:pt x="8823853" y="3370918"/>
                  </a:lnTo>
                  <a:lnTo>
                    <a:pt x="8868171" y="3416736"/>
                  </a:lnTo>
                  <a:lnTo>
                    <a:pt x="8912632" y="3459840"/>
                  </a:lnTo>
                  <a:lnTo>
                    <a:pt x="8957444" y="3500032"/>
                  </a:lnTo>
                  <a:lnTo>
                    <a:pt x="9002899" y="3537215"/>
                  </a:lnTo>
                  <a:lnTo>
                    <a:pt x="9049394" y="3571380"/>
                  </a:lnTo>
                  <a:lnTo>
                    <a:pt x="9084767" y="3594757"/>
                  </a:lnTo>
                  <a:lnTo>
                    <a:pt x="9132003" y="3622531"/>
                  </a:lnTo>
                  <a:lnTo>
                    <a:pt x="9181722" y="3647677"/>
                  </a:lnTo>
                  <a:lnTo>
                    <a:pt x="9234671" y="3670310"/>
                  </a:lnTo>
                  <a:lnTo>
                    <a:pt x="9291668" y="3690640"/>
                  </a:lnTo>
                  <a:lnTo>
                    <a:pt x="9353551" y="3708906"/>
                  </a:lnTo>
                  <a:lnTo>
                    <a:pt x="9421117" y="3725346"/>
                  </a:lnTo>
                  <a:lnTo>
                    <a:pt x="9495054" y="3740176"/>
                  </a:lnTo>
                  <a:lnTo>
                    <a:pt x="9575834" y="3753577"/>
                  </a:lnTo>
                  <a:lnTo>
                    <a:pt x="9663578" y="3765691"/>
                  </a:lnTo>
                  <a:lnTo>
                    <a:pt x="9757891" y="3776614"/>
                  </a:lnTo>
                  <a:lnTo>
                    <a:pt x="9857667" y="3786400"/>
                  </a:lnTo>
                  <a:lnTo>
                    <a:pt x="9960932" y="3795066"/>
                  </a:lnTo>
                  <a:lnTo>
                    <a:pt x="10064766" y="3802599"/>
                  </a:lnTo>
                  <a:lnTo>
                    <a:pt x="10165387" y="3808972"/>
                  </a:lnTo>
                  <a:lnTo>
                    <a:pt x="10258494" y="3814167"/>
                  </a:lnTo>
                  <a:lnTo>
                    <a:pt x="10339838" y="3818199"/>
                  </a:lnTo>
                  <a:lnTo>
                    <a:pt x="10405964" y="3821129"/>
                  </a:lnTo>
                  <a:lnTo>
                    <a:pt x="10454921" y="3823080"/>
                  </a:lnTo>
                  <a:lnTo>
                    <a:pt x="10486735" y="3824226"/>
                  </a:lnTo>
                  <a:lnTo>
                    <a:pt x="10503533" y="3824774"/>
                  </a:lnTo>
                  <a:lnTo>
                    <a:pt x="10509364" y="3824948"/>
                  </a:lnTo>
                  <a:lnTo>
                    <a:pt x="10509911" y="3824963"/>
                  </a:lnTo>
                  <a:lnTo>
                    <a:pt x="11981298" y="382496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46" name="pl346"/>
            <p:cNvSpPr/>
            <p:nvPr/>
          </p:nvSpPr>
          <p:spPr>
            <a:xfrm>
              <a:off x="4799595" y="5135057"/>
              <a:ext cx="11981298" cy="3824963"/>
            </a:xfrm>
            <a:custGeom>
              <a:avLst/>
              <a:pathLst>
                <a:path w="11981298" h="3824963">
                  <a:moveTo>
                    <a:pt x="11981298" y="3824963"/>
                  </a:moveTo>
                  <a:lnTo>
                    <a:pt x="10509911" y="3824963"/>
                  </a:lnTo>
                  <a:lnTo>
                    <a:pt x="10508696" y="3824929"/>
                  </a:lnTo>
                  <a:lnTo>
                    <a:pt x="10500723" y="3824686"/>
                  </a:lnTo>
                  <a:lnTo>
                    <a:pt x="10480665" y="3824016"/>
                  </a:lnTo>
                  <a:lnTo>
                    <a:pt x="10444903" y="3822698"/>
                  </a:lnTo>
                  <a:lnTo>
                    <a:pt x="10391801" y="3820529"/>
                  </a:lnTo>
                  <a:lnTo>
                    <a:pt x="10321826" y="3817346"/>
                  </a:lnTo>
                  <a:lnTo>
                    <a:pt x="10237339" y="3813042"/>
                  </a:lnTo>
                  <a:lnTo>
                    <a:pt x="10142054" y="3807567"/>
                  </a:lnTo>
                  <a:lnTo>
                    <a:pt x="10040293" y="3800917"/>
                  </a:lnTo>
                  <a:lnTo>
                    <a:pt x="9936281" y="3793114"/>
                  </a:lnTo>
                  <a:lnTo>
                    <a:pt x="9833614" y="3784182"/>
                  </a:lnTo>
                  <a:lnTo>
                    <a:pt x="9734989" y="3774129"/>
                  </a:lnTo>
                  <a:lnTo>
                    <a:pt x="9642163" y="3762930"/>
                  </a:lnTo>
                  <a:lnTo>
                    <a:pt x="9556055" y="3750522"/>
                  </a:lnTo>
                  <a:lnTo>
                    <a:pt x="9476924" y="3736796"/>
                  </a:lnTo>
                  <a:lnTo>
                    <a:pt x="9404550" y="3721602"/>
                  </a:lnTo>
                  <a:lnTo>
                    <a:pt x="9338398" y="3704750"/>
                  </a:lnTo>
                  <a:lnTo>
                    <a:pt x="9277748" y="3686017"/>
                  </a:lnTo>
                  <a:lnTo>
                    <a:pt x="9221786" y="3665163"/>
                  </a:lnTo>
                  <a:lnTo>
                    <a:pt x="9169675" y="3641950"/>
                  </a:lnTo>
                  <a:lnTo>
                    <a:pt x="9120609" y="3616187"/>
                  </a:lnTo>
                  <a:lnTo>
                    <a:pt x="9084767" y="3594757"/>
                  </a:lnTo>
                  <a:lnTo>
                    <a:pt x="9037175" y="3562782"/>
                  </a:lnTo>
                  <a:lnTo>
                    <a:pt x="8990995" y="3527836"/>
                  </a:lnTo>
                  <a:lnTo>
                    <a:pt x="8945741" y="3489866"/>
                  </a:lnTo>
                  <a:lnTo>
                    <a:pt x="8901045" y="3448903"/>
                  </a:lnTo>
                  <a:lnTo>
                    <a:pt x="8856638" y="3405071"/>
                  </a:lnTo>
                  <a:lnTo>
                    <a:pt x="8812332" y="3358591"/>
                  </a:lnTo>
                  <a:lnTo>
                    <a:pt x="8768013" y="3309788"/>
                  </a:lnTo>
                  <a:lnTo>
                    <a:pt x="8723621" y="3259080"/>
                  </a:lnTo>
                  <a:lnTo>
                    <a:pt x="8679146" y="3206969"/>
                  </a:lnTo>
                  <a:lnTo>
                    <a:pt x="8634610" y="3154023"/>
                  </a:lnTo>
                  <a:lnTo>
                    <a:pt x="8590056" y="3100848"/>
                  </a:lnTo>
                  <a:lnTo>
                    <a:pt x="8545533" y="3048062"/>
                  </a:lnTo>
                  <a:lnTo>
                    <a:pt x="8501078" y="2996264"/>
                  </a:lnTo>
                  <a:lnTo>
                    <a:pt x="8456708" y="2946006"/>
                  </a:lnTo>
                  <a:lnTo>
                    <a:pt x="8412400" y="2897771"/>
                  </a:lnTo>
                  <a:lnTo>
                    <a:pt x="8368082" y="2851953"/>
                  </a:lnTo>
                  <a:lnTo>
                    <a:pt x="8323621" y="2808849"/>
                  </a:lnTo>
                  <a:lnTo>
                    <a:pt x="8278809" y="2768657"/>
                  </a:lnTo>
                  <a:lnTo>
                    <a:pt x="8233354" y="2731474"/>
                  </a:lnTo>
                  <a:lnTo>
                    <a:pt x="8186859" y="2697308"/>
                  </a:lnTo>
                  <a:lnTo>
                    <a:pt x="8151487" y="2673932"/>
                  </a:lnTo>
                  <a:lnTo>
                    <a:pt x="8104250" y="2646158"/>
                  </a:lnTo>
                  <a:lnTo>
                    <a:pt x="8054531" y="2621012"/>
                  </a:lnTo>
                  <a:lnTo>
                    <a:pt x="8001582" y="2598378"/>
                  </a:lnTo>
                  <a:lnTo>
                    <a:pt x="7944585" y="2578049"/>
                  </a:lnTo>
                  <a:lnTo>
                    <a:pt x="7882703" y="2559783"/>
                  </a:lnTo>
                  <a:lnTo>
                    <a:pt x="7815136" y="2543343"/>
                  </a:lnTo>
                  <a:lnTo>
                    <a:pt x="7741199" y="2528513"/>
                  </a:lnTo>
                  <a:lnTo>
                    <a:pt x="7660420" y="2515111"/>
                  </a:lnTo>
                  <a:lnTo>
                    <a:pt x="7572675" y="2502998"/>
                  </a:lnTo>
                  <a:lnTo>
                    <a:pt x="7478363" y="2492075"/>
                  </a:lnTo>
                  <a:lnTo>
                    <a:pt x="7378587" y="2482289"/>
                  </a:lnTo>
                  <a:lnTo>
                    <a:pt x="7275321" y="2473623"/>
                  </a:lnTo>
                  <a:lnTo>
                    <a:pt x="7171488" y="2466090"/>
                  </a:lnTo>
                  <a:lnTo>
                    <a:pt x="7070866" y="2459717"/>
                  </a:lnTo>
                  <a:lnTo>
                    <a:pt x="6977759" y="2454521"/>
                  </a:lnTo>
                  <a:lnTo>
                    <a:pt x="6896415" y="2450490"/>
                  </a:lnTo>
                  <a:lnTo>
                    <a:pt x="6830289" y="2447559"/>
                  </a:lnTo>
                  <a:lnTo>
                    <a:pt x="6781333" y="2445608"/>
                  </a:lnTo>
                  <a:lnTo>
                    <a:pt x="6749519" y="2444463"/>
                  </a:lnTo>
                  <a:lnTo>
                    <a:pt x="6732720" y="2443915"/>
                  </a:lnTo>
                  <a:lnTo>
                    <a:pt x="6726889" y="2443741"/>
                  </a:lnTo>
                  <a:lnTo>
                    <a:pt x="6726343" y="2443726"/>
                  </a:lnTo>
                  <a:lnTo>
                    <a:pt x="5254955" y="2443726"/>
                  </a:lnTo>
                  <a:lnTo>
                    <a:pt x="5253787" y="2443668"/>
                  </a:lnTo>
                  <a:lnTo>
                    <a:pt x="5246111" y="2443256"/>
                  </a:lnTo>
                  <a:lnTo>
                    <a:pt x="5226777" y="2442118"/>
                  </a:lnTo>
                  <a:lnTo>
                    <a:pt x="5192247" y="2439876"/>
                  </a:lnTo>
                  <a:lnTo>
                    <a:pt x="5140856" y="2436185"/>
                  </a:lnTo>
                  <a:lnTo>
                    <a:pt x="5072937" y="2430763"/>
                  </a:lnTo>
                  <a:lnTo>
                    <a:pt x="4990645" y="2423420"/>
                  </a:lnTo>
                  <a:lnTo>
                    <a:pt x="4897465" y="2414063"/>
                  </a:lnTo>
                  <a:lnTo>
                    <a:pt x="4797531" y="2402678"/>
                  </a:lnTo>
                  <a:lnTo>
                    <a:pt x="4694945" y="2389301"/>
                  </a:lnTo>
                  <a:lnTo>
                    <a:pt x="4593258" y="2373975"/>
                  </a:lnTo>
                  <a:lnTo>
                    <a:pt x="4495189" y="2356718"/>
                  </a:lnTo>
                  <a:lnTo>
                    <a:pt x="4402559" y="2337498"/>
                  </a:lnTo>
                  <a:lnTo>
                    <a:pt x="4316372" y="2316218"/>
                  </a:lnTo>
                  <a:lnTo>
                    <a:pt x="4236974" y="2292707"/>
                  </a:lnTo>
                  <a:lnTo>
                    <a:pt x="4164229" y="2266724"/>
                  </a:lnTo>
                  <a:lnTo>
                    <a:pt x="4097673" y="2237956"/>
                  </a:lnTo>
                  <a:lnTo>
                    <a:pt x="4036642" y="2206038"/>
                  </a:lnTo>
                  <a:lnTo>
                    <a:pt x="3980369" y="2170562"/>
                  </a:lnTo>
                  <a:lnTo>
                    <a:pt x="3928048" y="2131121"/>
                  </a:lnTo>
                  <a:lnTo>
                    <a:pt x="3878893" y="2087358"/>
                  </a:lnTo>
                  <a:lnTo>
                    <a:pt x="3832181" y="2039068"/>
                  </a:lnTo>
                  <a:lnTo>
                    <a:pt x="3829811" y="2036438"/>
                  </a:lnTo>
                  <a:lnTo>
                    <a:pt x="3789929" y="1989522"/>
                  </a:lnTo>
                  <a:lnTo>
                    <a:pt x="3751096" y="1938952"/>
                  </a:lnTo>
                  <a:lnTo>
                    <a:pt x="3713009" y="1884655"/>
                  </a:lnTo>
                  <a:lnTo>
                    <a:pt x="3675427" y="1826624"/>
                  </a:lnTo>
                  <a:lnTo>
                    <a:pt x="3638161" y="1764932"/>
                  </a:lnTo>
                  <a:lnTo>
                    <a:pt x="3601068" y="1699732"/>
                  </a:lnTo>
                  <a:lnTo>
                    <a:pt x="3564044" y="1631263"/>
                  </a:lnTo>
                  <a:lnTo>
                    <a:pt x="3527018" y="1559852"/>
                  </a:lnTo>
                  <a:lnTo>
                    <a:pt x="3489950" y="1485909"/>
                  </a:lnTo>
                  <a:lnTo>
                    <a:pt x="3452823" y="1409923"/>
                  </a:lnTo>
                  <a:lnTo>
                    <a:pt x="3415640" y="1332444"/>
                  </a:lnTo>
                  <a:lnTo>
                    <a:pt x="3378420" y="1254073"/>
                  </a:lnTo>
                  <a:lnTo>
                    <a:pt x="3341189" y="1175440"/>
                  </a:lnTo>
                  <a:lnTo>
                    <a:pt x="3303973" y="1097185"/>
                  </a:lnTo>
                  <a:lnTo>
                    <a:pt x="3266800" y="1019933"/>
                  </a:lnTo>
                  <a:lnTo>
                    <a:pt x="3229684" y="944277"/>
                  </a:lnTo>
                  <a:lnTo>
                    <a:pt x="3192625" y="870758"/>
                  </a:lnTo>
                  <a:lnTo>
                    <a:pt x="3155604" y="799851"/>
                  </a:lnTo>
                  <a:lnTo>
                    <a:pt x="3118573" y="731951"/>
                  </a:lnTo>
                  <a:lnTo>
                    <a:pt x="3081458" y="667370"/>
                  </a:lnTo>
                  <a:lnTo>
                    <a:pt x="3044147" y="606332"/>
                  </a:lnTo>
                  <a:lnTo>
                    <a:pt x="3006488" y="548973"/>
                  </a:lnTo>
                  <a:lnTo>
                    <a:pt x="2968286" y="495352"/>
                  </a:lnTo>
                  <a:lnTo>
                    <a:pt x="2929287" y="445450"/>
                  </a:lnTo>
                  <a:lnTo>
                    <a:pt x="2896531" y="407287"/>
                  </a:lnTo>
                  <a:lnTo>
                    <a:pt x="2849928" y="358761"/>
                  </a:lnTo>
                  <a:lnTo>
                    <a:pt x="2800916" y="314767"/>
                  </a:lnTo>
                  <a:lnTo>
                    <a:pt x="2748779" y="275109"/>
                  </a:lnTo>
                  <a:lnTo>
                    <a:pt x="2692731" y="239438"/>
                  </a:lnTo>
                  <a:lnTo>
                    <a:pt x="2631967" y="207345"/>
                  </a:lnTo>
                  <a:lnTo>
                    <a:pt x="2565715" y="178423"/>
                  </a:lnTo>
                  <a:lnTo>
                    <a:pt x="2493304" y="152303"/>
                  </a:lnTo>
                  <a:lnTo>
                    <a:pt x="2414259" y="128671"/>
                  </a:lnTo>
                  <a:lnTo>
                    <a:pt x="2328421" y="107280"/>
                  </a:lnTo>
                  <a:lnTo>
                    <a:pt x="2236106" y="87956"/>
                  </a:lnTo>
                  <a:lnTo>
                    <a:pt x="2138282" y="70599"/>
                  </a:lnTo>
                  <a:lnTo>
                    <a:pt x="2036724" y="55172"/>
                  </a:lnTo>
                  <a:lnTo>
                    <a:pt x="1934103" y="41693"/>
                  </a:lnTo>
                  <a:lnTo>
                    <a:pt x="1833934" y="30204"/>
                  </a:lnTo>
                  <a:lnTo>
                    <a:pt x="1740300" y="20741"/>
                  </a:lnTo>
                  <a:lnTo>
                    <a:pt x="1657348" y="13295"/>
                  </a:lnTo>
                  <a:lnTo>
                    <a:pt x="1588616" y="7777"/>
                  </a:lnTo>
                  <a:lnTo>
                    <a:pt x="1536342" y="4003"/>
                  </a:lnTo>
                  <a:lnTo>
                    <a:pt x="1500961" y="1694"/>
                  </a:lnTo>
                  <a:lnTo>
                    <a:pt x="1480910" y="507"/>
                  </a:lnTo>
                  <a:lnTo>
                    <a:pt x="1472743" y="67"/>
                  </a:lnTo>
                  <a:lnTo>
                    <a:pt x="1471387" y="0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47" name="pg347"/>
            <p:cNvSpPr/>
            <p:nvPr/>
          </p:nvSpPr>
          <p:spPr>
            <a:xfrm>
              <a:off x="4799595" y="5151403"/>
              <a:ext cx="11981298" cy="5214372"/>
            </a:xfrm>
            <a:custGeom>
              <a:avLst/>
              <a:pathLst>
                <a:path w="11981298" h="5214372">
                  <a:moveTo>
                    <a:pt x="0" y="24518"/>
                  </a:moveTo>
                  <a:lnTo>
                    <a:pt x="1471387" y="24518"/>
                  </a:lnTo>
                  <a:lnTo>
                    <a:pt x="1472554" y="24577"/>
                  </a:lnTo>
                  <a:lnTo>
                    <a:pt x="1480225" y="24991"/>
                  </a:lnTo>
                  <a:lnTo>
                    <a:pt x="1499545" y="26137"/>
                  </a:lnTo>
                  <a:lnTo>
                    <a:pt x="1534052" y="28391"/>
                  </a:lnTo>
                  <a:lnTo>
                    <a:pt x="1585410" y="32104"/>
                  </a:lnTo>
                  <a:lnTo>
                    <a:pt x="1653290" y="37558"/>
                  </a:lnTo>
                  <a:lnTo>
                    <a:pt x="1735541" y="44945"/>
                  </a:lnTo>
                  <a:lnTo>
                    <a:pt x="1828680" y="54359"/>
                  </a:lnTo>
                  <a:lnTo>
                    <a:pt x="1928578" y="65812"/>
                  </a:lnTo>
                  <a:lnTo>
                    <a:pt x="2031137" y="79271"/>
                  </a:lnTo>
                  <a:lnTo>
                    <a:pt x="2132805" y="94691"/>
                  </a:lnTo>
                  <a:lnTo>
                    <a:pt x="2230863" y="112053"/>
                  </a:lnTo>
                  <a:lnTo>
                    <a:pt x="2323489" y="131390"/>
                  </a:lnTo>
                  <a:lnTo>
                    <a:pt x="2409677" y="152800"/>
                  </a:lnTo>
                  <a:lnTo>
                    <a:pt x="2489079" y="176453"/>
                  </a:lnTo>
                  <a:lnTo>
                    <a:pt x="2561831" y="202593"/>
                  </a:lnTo>
                  <a:lnTo>
                    <a:pt x="2628395" y="231533"/>
                  </a:lnTo>
                  <a:lnTo>
                    <a:pt x="2689433" y="263642"/>
                  </a:lnTo>
                  <a:lnTo>
                    <a:pt x="2745713" y="299329"/>
                  </a:lnTo>
                  <a:lnTo>
                    <a:pt x="2798037" y="339003"/>
                  </a:lnTo>
                  <a:lnTo>
                    <a:pt x="2847195" y="383024"/>
                  </a:lnTo>
                  <a:lnTo>
                    <a:pt x="2893907" y="431599"/>
                  </a:lnTo>
                  <a:lnTo>
                    <a:pt x="2896531" y="434531"/>
                  </a:lnTo>
                  <a:lnTo>
                    <a:pt x="2936314" y="481637"/>
                  </a:lnTo>
                  <a:lnTo>
                    <a:pt x="2975053" y="532404"/>
                  </a:lnTo>
                  <a:lnTo>
                    <a:pt x="3013048" y="586904"/>
                  </a:lnTo>
                  <a:lnTo>
                    <a:pt x="3050540" y="645143"/>
                  </a:lnTo>
                  <a:lnTo>
                    <a:pt x="3087715" y="707051"/>
                  </a:lnTo>
                  <a:lnTo>
                    <a:pt x="3124716" y="772475"/>
                  </a:lnTo>
                  <a:lnTo>
                    <a:pt x="3161648" y="841178"/>
                  </a:lnTo>
                  <a:lnTo>
                    <a:pt x="3198580" y="912835"/>
                  </a:lnTo>
                  <a:lnTo>
                    <a:pt x="3235554" y="987035"/>
                  </a:lnTo>
                  <a:lnTo>
                    <a:pt x="3272586" y="1063295"/>
                  </a:lnTo>
                  <a:lnTo>
                    <a:pt x="3309674" y="1141065"/>
                  </a:lnTo>
                  <a:lnTo>
                    <a:pt x="3346800" y="1219745"/>
                  </a:lnTo>
                  <a:lnTo>
                    <a:pt x="3383939" y="1298706"/>
                  </a:lnTo>
                  <a:lnTo>
                    <a:pt x="3421061" y="1377311"/>
                  </a:lnTo>
                  <a:lnTo>
                    <a:pt x="3458143" y="1454932"/>
                  </a:lnTo>
                  <a:lnTo>
                    <a:pt x="3495168" y="1530976"/>
                  </a:lnTo>
                  <a:lnTo>
                    <a:pt x="3532136" y="1604900"/>
                  </a:lnTo>
                  <a:lnTo>
                    <a:pt x="3569066" y="1676226"/>
                  </a:lnTo>
                  <a:lnTo>
                    <a:pt x="3606001" y="1744556"/>
                  </a:lnTo>
                  <a:lnTo>
                    <a:pt x="3643017" y="1809575"/>
                  </a:lnTo>
                  <a:lnTo>
                    <a:pt x="3680221" y="1871055"/>
                  </a:lnTo>
                  <a:lnTo>
                    <a:pt x="3717761" y="1928854"/>
                  </a:lnTo>
                  <a:lnTo>
                    <a:pt x="3755831" y="1982910"/>
                  </a:lnTo>
                  <a:lnTo>
                    <a:pt x="3794677" y="2033238"/>
                  </a:lnTo>
                  <a:lnTo>
                    <a:pt x="3829811" y="2074579"/>
                  </a:lnTo>
                  <a:lnTo>
                    <a:pt x="3876402" y="2123418"/>
                  </a:lnTo>
                  <a:lnTo>
                    <a:pt x="3925400" y="2167697"/>
                  </a:lnTo>
                  <a:lnTo>
                    <a:pt x="3977522" y="2207612"/>
                  </a:lnTo>
                  <a:lnTo>
                    <a:pt x="4033552" y="2243516"/>
                  </a:lnTo>
                  <a:lnTo>
                    <a:pt x="4094295" y="2275820"/>
                  </a:lnTo>
                  <a:lnTo>
                    <a:pt x="4160522" y="2304932"/>
                  </a:lnTo>
                  <a:lnTo>
                    <a:pt x="4232904" y="2331224"/>
                  </a:lnTo>
                  <a:lnTo>
                    <a:pt x="4311916" y="2355013"/>
                  </a:lnTo>
                  <a:lnTo>
                    <a:pt x="4397718" y="2376546"/>
                  </a:lnTo>
                  <a:lnTo>
                    <a:pt x="4489995" y="2395999"/>
                  </a:lnTo>
                  <a:lnTo>
                    <a:pt x="4587781" y="2413474"/>
                  </a:lnTo>
                  <a:lnTo>
                    <a:pt x="4689307" y="2429005"/>
                  </a:lnTo>
                  <a:lnTo>
                    <a:pt x="4791903" y="2442577"/>
                  </a:lnTo>
                  <a:lnTo>
                    <a:pt x="4892062" y="2454147"/>
                  </a:lnTo>
                  <a:lnTo>
                    <a:pt x="4985704" y="2463678"/>
                  </a:lnTo>
                  <a:lnTo>
                    <a:pt x="5068685" y="2471180"/>
                  </a:lnTo>
                  <a:lnTo>
                    <a:pt x="5137465" y="2476741"/>
                  </a:lnTo>
                  <a:lnTo>
                    <a:pt x="5189801" y="2480547"/>
                  </a:lnTo>
                  <a:lnTo>
                    <a:pt x="5225249" y="2482877"/>
                  </a:lnTo>
                  <a:lnTo>
                    <a:pt x="5245364" y="2484076"/>
                  </a:lnTo>
                  <a:lnTo>
                    <a:pt x="5253579" y="2484522"/>
                  </a:lnTo>
                  <a:lnTo>
                    <a:pt x="5254955" y="2484591"/>
                  </a:lnTo>
                  <a:lnTo>
                    <a:pt x="6726343" y="2484591"/>
                  </a:lnTo>
                  <a:lnTo>
                    <a:pt x="6727495" y="2484655"/>
                  </a:lnTo>
                  <a:lnTo>
                    <a:pt x="6735069" y="2485108"/>
                  </a:lnTo>
                  <a:lnTo>
                    <a:pt x="6754155" y="2486363"/>
                  </a:lnTo>
                  <a:lnTo>
                    <a:pt x="6788261" y="2488832"/>
                  </a:lnTo>
                  <a:lnTo>
                    <a:pt x="6839062" y="2492899"/>
                  </a:lnTo>
                  <a:lnTo>
                    <a:pt x="6906269" y="2498875"/>
                  </a:lnTo>
                  <a:lnTo>
                    <a:pt x="6987797" y="2506973"/>
                  </a:lnTo>
                  <a:lnTo>
                    <a:pt x="7080239" y="2517299"/>
                  </a:lnTo>
                  <a:lnTo>
                    <a:pt x="7179527" y="2529870"/>
                  </a:lnTo>
                  <a:lnTo>
                    <a:pt x="7281604" y="2544647"/>
                  </a:lnTo>
                  <a:lnTo>
                    <a:pt x="7382935" y="2561584"/>
                  </a:lnTo>
                  <a:lnTo>
                    <a:pt x="7480797" y="2580658"/>
                  </a:lnTo>
                  <a:lnTo>
                    <a:pt x="7573346" y="2601900"/>
                  </a:lnTo>
                  <a:lnTo>
                    <a:pt x="7659551" y="2625413"/>
                  </a:lnTo>
                  <a:lnTo>
                    <a:pt x="7739035" y="2651380"/>
                  </a:lnTo>
                  <a:lnTo>
                    <a:pt x="7811906" y="2680063"/>
                  </a:lnTo>
                  <a:lnTo>
                    <a:pt x="7878603" y="2711799"/>
                  </a:lnTo>
                  <a:lnTo>
                    <a:pt x="7939768" y="2746990"/>
                  </a:lnTo>
                  <a:lnTo>
                    <a:pt x="7996155" y="2786078"/>
                  </a:lnTo>
                  <a:lnTo>
                    <a:pt x="8048555" y="2829517"/>
                  </a:lnTo>
                  <a:lnTo>
                    <a:pt x="8097750" y="2877707"/>
                  </a:lnTo>
                  <a:lnTo>
                    <a:pt x="8144458" y="2930897"/>
                  </a:lnTo>
                  <a:lnTo>
                    <a:pt x="8151487" y="2939555"/>
                  </a:lnTo>
                  <a:lnTo>
                    <a:pt x="8189722" y="2989687"/>
                  </a:lnTo>
                  <a:lnTo>
                    <a:pt x="8226982" y="3043563"/>
                  </a:lnTo>
                  <a:lnTo>
                    <a:pt x="8263537" y="3101258"/>
                  </a:lnTo>
                  <a:lnTo>
                    <a:pt x="8299604" y="3162784"/>
                  </a:lnTo>
                  <a:lnTo>
                    <a:pt x="8335354" y="3228084"/>
                  </a:lnTo>
                  <a:lnTo>
                    <a:pt x="8370922" y="3297023"/>
                  </a:lnTo>
                  <a:lnTo>
                    <a:pt x="8406405" y="3369384"/>
                  </a:lnTo>
                  <a:lnTo>
                    <a:pt x="8441875" y="3444871"/>
                  </a:lnTo>
                  <a:lnTo>
                    <a:pt x="8477374" y="3523104"/>
                  </a:lnTo>
                  <a:lnTo>
                    <a:pt x="8512923" y="3603630"/>
                  </a:lnTo>
                  <a:lnTo>
                    <a:pt x="8548527" y="3685931"/>
                  </a:lnTo>
                  <a:lnTo>
                    <a:pt x="8584174" y="3769436"/>
                  </a:lnTo>
                  <a:lnTo>
                    <a:pt x="8619845" y="3853536"/>
                  </a:lnTo>
                  <a:lnTo>
                    <a:pt x="8655514" y="3937607"/>
                  </a:lnTo>
                  <a:lnTo>
                    <a:pt x="8691158" y="4021022"/>
                  </a:lnTo>
                  <a:lnTo>
                    <a:pt x="8726757" y="4103176"/>
                  </a:lnTo>
                  <a:lnTo>
                    <a:pt x="8762301" y="4183503"/>
                  </a:lnTo>
                  <a:lnTo>
                    <a:pt x="8797796" y="4261490"/>
                  </a:lnTo>
                  <a:lnTo>
                    <a:pt x="8833264" y="4336690"/>
                  </a:lnTo>
                  <a:lnTo>
                    <a:pt x="8868753" y="4408734"/>
                  </a:lnTo>
                  <a:lnTo>
                    <a:pt x="8904333" y="4477330"/>
                  </a:lnTo>
                  <a:lnTo>
                    <a:pt x="8940107" y="4542271"/>
                  </a:lnTo>
                  <a:lnTo>
                    <a:pt x="8976213" y="4603430"/>
                  </a:lnTo>
                  <a:lnTo>
                    <a:pt x="9012826" y="4660756"/>
                  </a:lnTo>
                  <a:lnTo>
                    <a:pt x="9050167" y="4714267"/>
                  </a:lnTo>
                  <a:lnTo>
                    <a:pt x="9084767" y="4759409"/>
                  </a:lnTo>
                  <a:lnTo>
                    <a:pt x="9131149" y="4813376"/>
                  </a:lnTo>
                  <a:lnTo>
                    <a:pt x="9179915" y="4862327"/>
                  </a:lnTo>
                  <a:lnTo>
                    <a:pt x="9231771" y="4906476"/>
                  </a:lnTo>
                  <a:lnTo>
                    <a:pt x="9287490" y="4946207"/>
                  </a:lnTo>
                  <a:lnTo>
                    <a:pt x="9347867" y="4981969"/>
                  </a:lnTo>
                  <a:lnTo>
                    <a:pt x="9413665" y="5014211"/>
                  </a:lnTo>
                  <a:lnTo>
                    <a:pt x="9485548" y="5043341"/>
                  </a:lnTo>
                  <a:lnTo>
                    <a:pt x="9563993" y="5069708"/>
                  </a:lnTo>
                  <a:lnTo>
                    <a:pt x="9649172" y="5093587"/>
                  </a:lnTo>
                  <a:lnTo>
                    <a:pt x="9740791" y="5115170"/>
                  </a:lnTo>
                  <a:lnTo>
                    <a:pt x="9837931" y="5134575"/>
                  </a:lnTo>
                  <a:lnTo>
                    <a:pt x="9938882" y="5151842"/>
                  </a:lnTo>
                  <a:lnTo>
                    <a:pt x="10041056" y="5166956"/>
                  </a:lnTo>
                  <a:lnTo>
                    <a:pt x="10141031" y="5179870"/>
                  </a:lnTo>
                  <a:lnTo>
                    <a:pt x="10234802" y="5190543"/>
                  </a:lnTo>
                  <a:lnTo>
                    <a:pt x="10318263" y="5198981"/>
                  </a:lnTo>
                  <a:lnTo>
                    <a:pt x="10387856" y="5205274"/>
                  </a:lnTo>
                  <a:lnTo>
                    <a:pt x="10441256" y="5209617"/>
                  </a:lnTo>
                  <a:lnTo>
                    <a:pt x="10477879" y="5212309"/>
                  </a:lnTo>
                  <a:lnTo>
                    <a:pt x="10499097" y="5213724"/>
                  </a:lnTo>
                  <a:lnTo>
                    <a:pt x="10508153" y="5214274"/>
                  </a:lnTo>
                  <a:lnTo>
                    <a:pt x="10509911" y="5214372"/>
                  </a:lnTo>
                  <a:lnTo>
                    <a:pt x="11981298" y="5214372"/>
                  </a:lnTo>
                  <a:lnTo>
                    <a:pt x="11981298" y="5189853"/>
                  </a:lnTo>
                  <a:lnTo>
                    <a:pt x="10509911" y="5189853"/>
                  </a:lnTo>
                  <a:lnTo>
                    <a:pt x="10508758" y="5189790"/>
                  </a:lnTo>
                  <a:lnTo>
                    <a:pt x="10501184" y="5189336"/>
                  </a:lnTo>
                  <a:lnTo>
                    <a:pt x="10482098" y="5188082"/>
                  </a:lnTo>
                  <a:lnTo>
                    <a:pt x="10447992" y="5185613"/>
                  </a:lnTo>
                  <a:lnTo>
                    <a:pt x="10397192" y="5181546"/>
                  </a:lnTo>
                  <a:lnTo>
                    <a:pt x="10329985" y="5175569"/>
                  </a:lnTo>
                  <a:lnTo>
                    <a:pt x="10248456" y="5167471"/>
                  </a:lnTo>
                  <a:lnTo>
                    <a:pt x="10156014" y="5157145"/>
                  </a:lnTo>
                  <a:lnTo>
                    <a:pt x="10056726" y="5144575"/>
                  </a:lnTo>
                  <a:lnTo>
                    <a:pt x="9954649" y="5129797"/>
                  </a:lnTo>
                  <a:lnTo>
                    <a:pt x="9853318" y="5112860"/>
                  </a:lnTo>
                  <a:lnTo>
                    <a:pt x="9755457" y="5093787"/>
                  </a:lnTo>
                  <a:lnTo>
                    <a:pt x="9662907" y="5072545"/>
                  </a:lnTo>
                  <a:lnTo>
                    <a:pt x="9576702" y="5049031"/>
                  </a:lnTo>
                  <a:lnTo>
                    <a:pt x="9497218" y="5023064"/>
                  </a:lnTo>
                  <a:lnTo>
                    <a:pt x="9424347" y="4994381"/>
                  </a:lnTo>
                  <a:lnTo>
                    <a:pt x="9357651" y="4962645"/>
                  </a:lnTo>
                  <a:lnTo>
                    <a:pt x="9296485" y="4927455"/>
                  </a:lnTo>
                  <a:lnTo>
                    <a:pt x="9240098" y="4888366"/>
                  </a:lnTo>
                  <a:lnTo>
                    <a:pt x="9187698" y="4844927"/>
                  </a:lnTo>
                  <a:lnTo>
                    <a:pt x="9138504" y="4796737"/>
                  </a:lnTo>
                  <a:lnTo>
                    <a:pt x="9091795" y="4743547"/>
                  </a:lnTo>
                  <a:lnTo>
                    <a:pt x="9084767" y="4734890"/>
                  </a:lnTo>
                  <a:lnTo>
                    <a:pt x="9046531" y="4684758"/>
                  </a:lnTo>
                  <a:lnTo>
                    <a:pt x="9009271" y="4630882"/>
                  </a:lnTo>
                  <a:lnTo>
                    <a:pt x="8972716" y="4573187"/>
                  </a:lnTo>
                  <a:lnTo>
                    <a:pt x="8936650" y="4511660"/>
                  </a:lnTo>
                  <a:lnTo>
                    <a:pt x="8900899" y="4446360"/>
                  </a:lnTo>
                  <a:lnTo>
                    <a:pt x="8865332" y="4377421"/>
                  </a:lnTo>
                  <a:lnTo>
                    <a:pt x="8829848" y="4305060"/>
                  </a:lnTo>
                  <a:lnTo>
                    <a:pt x="8794378" y="4229574"/>
                  </a:lnTo>
                  <a:lnTo>
                    <a:pt x="8758880" y="4151341"/>
                  </a:lnTo>
                  <a:lnTo>
                    <a:pt x="8723330" y="4070814"/>
                  </a:lnTo>
                  <a:lnTo>
                    <a:pt x="8687726" y="3988513"/>
                  </a:lnTo>
                  <a:lnTo>
                    <a:pt x="8652079" y="3905008"/>
                  </a:lnTo>
                  <a:lnTo>
                    <a:pt x="8616408" y="3820908"/>
                  </a:lnTo>
                  <a:lnTo>
                    <a:pt x="8580739" y="3736838"/>
                  </a:lnTo>
                  <a:lnTo>
                    <a:pt x="8545095" y="3653423"/>
                  </a:lnTo>
                  <a:lnTo>
                    <a:pt x="8509497" y="3571269"/>
                  </a:lnTo>
                  <a:lnTo>
                    <a:pt x="8473952" y="3490942"/>
                  </a:lnTo>
                  <a:lnTo>
                    <a:pt x="8438457" y="3412955"/>
                  </a:lnTo>
                  <a:lnTo>
                    <a:pt x="8402989" y="3337754"/>
                  </a:lnTo>
                  <a:lnTo>
                    <a:pt x="8367501" y="3265711"/>
                  </a:lnTo>
                  <a:lnTo>
                    <a:pt x="8331920" y="3197114"/>
                  </a:lnTo>
                  <a:lnTo>
                    <a:pt x="8296146" y="3132173"/>
                  </a:lnTo>
                  <a:lnTo>
                    <a:pt x="8260040" y="3071014"/>
                  </a:lnTo>
                  <a:lnTo>
                    <a:pt x="8223428" y="3013689"/>
                  </a:lnTo>
                  <a:lnTo>
                    <a:pt x="8186086" y="2960178"/>
                  </a:lnTo>
                  <a:lnTo>
                    <a:pt x="8151487" y="2915036"/>
                  </a:lnTo>
                  <a:lnTo>
                    <a:pt x="8105104" y="2861068"/>
                  </a:lnTo>
                  <a:lnTo>
                    <a:pt x="8056338" y="2812117"/>
                  </a:lnTo>
                  <a:lnTo>
                    <a:pt x="8004483" y="2767968"/>
                  </a:lnTo>
                  <a:lnTo>
                    <a:pt x="7948763" y="2728238"/>
                  </a:lnTo>
                  <a:lnTo>
                    <a:pt x="7888386" y="2692476"/>
                  </a:lnTo>
                  <a:lnTo>
                    <a:pt x="7822589" y="2660234"/>
                  </a:lnTo>
                  <a:lnTo>
                    <a:pt x="7750706" y="2631103"/>
                  </a:lnTo>
                  <a:lnTo>
                    <a:pt x="7672260" y="2604736"/>
                  </a:lnTo>
                  <a:lnTo>
                    <a:pt x="7587082" y="2580858"/>
                  </a:lnTo>
                  <a:lnTo>
                    <a:pt x="7495462" y="2559274"/>
                  </a:lnTo>
                  <a:lnTo>
                    <a:pt x="7398322" y="2539870"/>
                  </a:lnTo>
                  <a:lnTo>
                    <a:pt x="7297371" y="2522602"/>
                  </a:lnTo>
                  <a:lnTo>
                    <a:pt x="7195197" y="2507489"/>
                  </a:lnTo>
                  <a:lnTo>
                    <a:pt x="7095222" y="2494574"/>
                  </a:lnTo>
                  <a:lnTo>
                    <a:pt x="7001451" y="2483902"/>
                  </a:lnTo>
                  <a:lnTo>
                    <a:pt x="6917991" y="2475464"/>
                  </a:lnTo>
                  <a:lnTo>
                    <a:pt x="6848397" y="2469171"/>
                  </a:lnTo>
                  <a:lnTo>
                    <a:pt x="6794997" y="2464827"/>
                  </a:lnTo>
                  <a:lnTo>
                    <a:pt x="6758374" y="2462135"/>
                  </a:lnTo>
                  <a:lnTo>
                    <a:pt x="6737156" y="2460720"/>
                  </a:lnTo>
                  <a:lnTo>
                    <a:pt x="6728100" y="2460170"/>
                  </a:lnTo>
                  <a:lnTo>
                    <a:pt x="6726343" y="2460072"/>
                  </a:lnTo>
                  <a:lnTo>
                    <a:pt x="5254955" y="2460072"/>
                  </a:lnTo>
                  <a:lnTo>
                    <a:pt x="5253788" y="2460014"/>
                  </a:lnTo>
                  <a:lnTo>
                    <a:pt x="5246117" y="2459599"/>
                  </a:lnTo>
                  <a:lnTo>
                    <a:pt x="5226797" y="2458454"/>
                  </a:lnTo>
                  <a:lnTo>
                    <a:pt x="5192290" y="2456199"/>
                  </a:lnTo>
                  <a:lnTo>
                    <a:pt x="5140932" y="2452486"/>
                  </a:lnTo>
                  <a:lnTo>
                    <a:pt x="5073052" y="2447032"/>
                  </a:lnTo>
                  <a:lnTo>
                    <a:pt x="4990801" y="2439645"/>
                  </a:lnTo>
                  <a:lnTo>
                    <a:pt x="4897662" y="2430232"/>
                  </a:lnTo>
                  <a:lnTo>
                    <a:pt x="4797764" y="2418778"/>
                  </a:lnTo>
                  <a:lnTo>
                    <a:pt x="4695205" y="2405320"/>
                  </a:lnTo>
                  <a:lnTo>
                    <a:pt x="4593537" y="2389900"/>
                  </a:lnTo>
                  <a:lnTo>
                    <a:pt x="4495479" y="2372537"/>
                  </a:lnTo>
                  <a:lnTo>
                    <a:pt x="4402853" y="2353200"/>
                  </a:lnTo>
                  <a:lnTo>
                    <a:pt x="4316665" y="2331791"/>
                  </a:lnTo>
                  <a:lnTo>
                    <a:pt x="4237263" y="2308138"/>
                  </a:lnTo>
                  <a:lnTo>
                    <a:pt x="4164511" y="2281997"/>
                  </a:lnTo>
                  <a:lnTo>
                    <a:pt x="4097947" y="2253057"/>
                  </a:lnTo>
                  <a:lnTo>
                    <a:pt x="4036909" y="2220948"/>
                  </a:lnTo>
                  <a:lnTo>
                    <a:pt x="3980629" y="2185262"/>
                  </a:lnTo>
                  <a:lnTo>
                    <a:pt x="3928305" y="2145588"/>
                  </a:lnTo>
                  <a:lnTo>
                    <a:pt x="3879147" y="2101567"/>
                  </a:lnTo>
                  <a:lnTo>
                    <a:pt x="3832435" y="2052991"/>
                  </a:lnTo>
                  <a:lnTo>
                    <a:pt x="3829811" y="2050060"/>
                  </a:lnTo>
                  <a:lnTo>
                    <a:pt x="3790028" y="2002953"/>
                  </a:lnTo>
                  <a:lnTo>
                    <a:pt x="3751289" y="1952187"/>
                  </a:lnTo>
                  <a:lnTo>
                    <a:pt x="3713294" y="1897687"/>
                  </a:lnTo>
                  <a:lnTo>
                    <a:pt x="3675802" y="1839448"/>
                  </a:lnTo>
                  <a:lnTo>
                    <a:pt x="3638627" y="1777540"/>
                  </a:lnTo>
                  <a:lnTo>
                    <a:pt x="3601626" y="1712115"/>
                  </a:lnTo>
                  <a:lnTo>
                    <a:pt x="3564694" y="1643412"/>
                  </a:lnTo>
                  <a:lnTo>
                    <a:pt x="3527762" y="1571756"/>
                  </a:lnTo>
                  <a:lnTo>
                    <a:pt x="3490788" y="1497555"/>
                  </a:lnTo>
                  <a:lnTo>
                    <a:pt x="3453756" y="1421295"/>
                  </a:lnTo>
                  <a:lnTo>
                    <a:pt x="3416668" y="1343526"/>
                  </a:lnTo>
                  <a:lnTo>
                    <a:pt x="3379542" y="1264846"/>
                  </a:lnTo>
                  <a:lnTo>
                    <a:pt x="3342404" y="1185884"/>
                  </a:lnTo>
                  <a:lnTo>
                    <a:pt x="3305281" y="1107279"/>
                  </a:lnTo>
                  <a:lnTo>
                    <a:pt x="3268199" y="1029658"/>
                  </a:lnTo>
                  <a:lnTo>
                    <a:pt x="3231174" y="953614"/>
                  </a:lnTo>
                  <a:lnTo>
                    <a:pt x="3194206" y="879691"/>
                  </a:lnTo>
                  <a:lnTo>
                    <a:pt x="3157277" y="808364"/>
                  </a:lnTo>
                  <a:lnTo>
                    <a:pt x="3120341" y="740034"/>
                  </a:lnTo>
                  <a:lnTo>
                    <a:pt x="3083325" y="675015"/>
                  </a:lnTo>
                  <a:lnTo>
                    <a:pt x="3046121" y="613535"/>
                  </a:lnTo>
                  <a:lnTo>
                    <a:pt x="3008581" y="555737"/>
                  </a:lnTo>
                  <a:lnTo>
                    <a:pt x="2970511" y="501681"/>
                  </a:lnTo>
                  <a:lnTo>
                    <a:pt x="2931665" y="451352"/>
                  </a:lnTo>
                  <a:lnTo>
                    <a:pt x="2896531" y="410012"/>
                  </a:lnTo>
                  <a:lnTo>
                    <a:pt x="2849940" y="361173"/>
                  </a:lnTo>
                  <a:lnTo>
                    <a:pt x="2800942" y="316894"/>
                  </a:lnTo>
                  <a:lnTo>
                    <a:pt x="2748820" y="276978"/>
                  </a:lnTo>
                  <a:lnTo>
                    <a:pt x="2692790" y="241074"/>
                  </a:lnTo>
                  <a:lnTo>
                    <a:pt x="2632047" y="208770"/>
                  </a:lnTo>
                  <a:lnTo>
                    <a:pt x="2565820" y="179659"/>
                  </a:lnTo>
                  <a:lnTo>
                    <a:pt x="2493438" y="153367"/>
                  </a:lnTo>
                  <a:lnTo>
                    <a:pt x="2414426" y="129578"/>
                  </a:lnTo>
                  <a:lnTo>
                    <a:pt x="2328624" y="108044"/>
                  </a:lnTo>
                  <a:lnTo>
                    <a:pt x="2236348" y="88591"/>
                  </a:lnTo>
                  <a:lnTo>
                    <a:pt x="2138561" y="71117"/>
                  </a:lnTo>
                  <a:lnTo>
                    <a:pt x="2037036" y="55585"/>
                  </a:lnTo>
                  <a:lnTo>
                    <a:pt x="1934439" y="42013"/>
                  </a:lnTo>
                  <a:lnTo>
                    <a:pt x="1834280" y="30443"/>
                  </a:lnTo>
                  <a:lnTo>
                    <a:pt x="1740638" y="20912"/>
                  </a:lnTo>
                  <a:lnTo>
                    <a:pt x="1657657" y="13410"/>
                  </a:lnTo>
                  <a:lnTo>
                    <a:pt x="1588877" y="7849"/>
                  </a:lnTo>
                  <a:lnTo>
                    <a:pt x="1536542" y="4043"/>
                  </a:lnTo>
                  <a:lnTo>
                    <a:pt x="1501093" y="1714"/>
                  </a:lnTo>
                  <a:lnTo>
                    <a:pt x="1480978" y="514"/>
                  </a:lnTo>
                  <a:lnTo>
                    <a:pt x="1472763" y="68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348" name="pl348"/>
            <p:cNvSpPr/>
            <p:nvPr/>
          </p:nvSpPr>
          <p:spPr>
            <a:xfrm>
              <a:off x="4799595" y="5175922"/>
              <a:ext cx="11981298" cy="5189853"/>
            </a:xfrm>
            <a:custGeom>
              <a:avLst/>
              <a:pathLst>
                <a:path w="11981298" h="5189853">
                  <a:moveTo>
                    <a:pt x="0" y="0"/>
                  </a:moveTo>
                  <a:lnTo>
                    <a:pt x="1471387" y="0"/>
                  </a:lnTo>
                  <a:lnTo>
                    <a:pt x="1472554" y="58"/>
                  </a:lnTo>
                  <a:lnTo>
                    <a:pt x="1480225" y="472"/>
                  </a:lnTo>
                  <a:lnTo>
                    <a:pt x="1499545" y="1618"/>
                  </a:lnTo>
                  <a:lnTo>
                    <a:pt x="1534052" y="3872"/>
                  </a:lnTo>
                  <a:lnTo>
                    <a:pt x="1585410" y="7585"/>
                  </a:lnTo>
                  <a:lnTo>
                    <a:pt x="1653290" y="13039"/>
                  </a:lnTo>
                  <a:lnTo>
                    <a:pt x="1735541" y="20426"/>
                  </a:lnTo>
                  <a:lnTo>
                    <a:pt x="1828680" y="29840"/>
                  </a:lnTo>
                  <a:lnTo>
                    <a:pt x="1928578" y="41293"/>
                  </a:lnTo>
                  <a:lnTo>
                    <a:pt x="2031137" y="54752"/>
                  </a:lnTo>
                  <a:lnTo>
                    <a:pt x="2132805" y="70172"/>
                  </a:lnTo>
                  <a:lnTo>
                    <a:pt x="2230863" y="87534"/>
                  </a:lnTo>
                  <a:lnTo>
                    <a:pt x="2323489" y="106871"/>
                  </a:lnTo>
                  <a:lnTo>
                    <a:pt x="2409677" y="128281"/>
                  </a:lnTo>
                  <a:lnTo>
                    <a:pt x="2489079" y="151934"/>
                  </a:lnTo>
                  <a:lnTo>
                    <a:pt x="2561831" y="178074"/>
                  </a:lnTo>
                  <a:lnTo>
                    <a:pt x="2628395" y="207014"/>
                  </a:lnTo>
                  <a:lnTo>
                    <a:pt x="2689433" y="239123"/>
                  </a:lnTo>
                  <a:lnTo>
                    <a:pt x="2745713" y="274810"/>
                  </a:lnTo>
                  <a:lnTo>
                    <a:pt x="2798037" y="314484"/>
                  </a:lnTo>
                  <a:lnTo>
                    <a:pt x="2847195" y="358505"/>
                  </a:lnTo>
                  <a:lnTo>
                    <a:pt x="2893907" y="407080"/>
                  </a:lnTo>
                  <a:lnTo>
                    <a:pt x="2896531" y="410012"/>
                  </a:lnTo>
                  <a:lnTo>
                    <a:pt x="2936314" y="457118"/>
                  </a:lnTo>
                  <a:lnTo>
                    <a:pt x="2975053" y="507885"/>
                  </a:lnTo>
                  <a:lnTo>
                    <a:pt x="3013048" y="562385"/>
                  </a:lnTo>
                  <a:lnTo>
                    <a:pt x="3050540" y="620624"/>
                  </a:lnTo>
                  <a:lnTo>
                    <a:pt x="3087715" y="682532"/>
                  </a:lnTo>
                  <a:lnTo>
                    <a:pt x="3124716" y="747956"/>
                  </a:lnTo>
                  <a:lnTo>
                    <a:pt x="3161648" y="816659"/>
                  </a:lnTo>
                  <a:lnTo>
                    <a:pt x="3198580" y="888316"/>
                  </a:lnTo>
                  <a:lnTo>
                    <a:pt x="3235554" y="962516"/>
                  </a:lnTo>
                  <a:lnTo>
                    <a:pt x="3272586" y="1038776"/>
                  </a:lnTo>
                  <a:lnTo>
                    <a:pt x="3309674" y="1116546"/>
                  </a:lnTo>
                  <a:lnTo>
                    <a:pt x="3346800" y="1195226"/>
                  </a:lnTo>
                  <a:lnTo>
                    <a:pt x="3383939" y="1274187"/>
                  </a:lnTo>
                  <a:lnTo>
                    <a:pt x="3421061" y="1352792"/>
                  </a:lnTo>
                  <a:lnTo>
                    <a:pt x="3458143" y="1430413"/>
                  </a:lnTo>
                  <a:lnTo>
                    <a:pt x="3495168" y="1506457"/>
                  </a:lnTo>
                  <a:lnTo>
                    <a:pt x="3532136" y="1580381"/>
                  </a:lnTo>
                  <a:lnTo>
                    <a:pt x="3569066" y="1651707"/>
                  </a:lnTo>
                  <a:lnTo>
                    <a:pt x="3606001" y="1720037"/>
                  </a:lnTo>
                  <a:lnTo>
                    <a:pt x="3643017" y="1785056"/>
                  </a:lnTo>
                  <a:lnTo>
                    <a:pt x="3680221" y="1846536"/>
                  </a:lnTo>
                  <a:lnTo>
                    <a:pt x="3717761" y="1904335"/>
                  </a:lnTo>
                  <a:lnTo>
                    <a:pt x="3755831" y="1958391"/>
                  </a:lnTo>
                  <a:lnTo>
                    <a:pt x="3794677" y="2008719"/>
                  </a:lnTo>
                  <a:lnTo>
                    <a:pt x="3829811" y="2050060"/>
                  </a:lnTo>
                  <a:lnTo>
                    <a:pt x="3876402" y="2098899"/>
                  </a:lnTo>
                  <a:lnTo>
                    <a:pt x="3925400" y="2143178"/>
                  </a:lnTo>
                  <a:lnTo>
                    <a:pt x="3977522" y="2183093"/>
                  </a:lnTo>
                  <a:lnTo>
                    <a:pt x="4033552" y="2218997"/>
                  </a:lnTo>
                  <a:lnTo>
                    <a:pt x="4094295" y="2251301"/>
                  </a:lnTo>
                  <a:lnTo>
                    <a:pt x="4160522" y="2280413"/>
                  </a:lnTo>
                  <a:lnTo>
                    <a:pt x="4232904" y="2306705"/>
                  </a:lnTo>
                  <a:lnTo>
                    <a:pt x="4311916" y="2330494"/>
                  </a:lnTo>
                  <a:lnTo>
                    <a:pt x="4397718" y="2352027"/>
                  </a:lnTo>
                  <a:lnTo>
                    <a:pt x="4489995" y="2371480"/>
                  </a:lnTo>
                  <a:lnTo>
                    <a:pt x="4587781" y="2388955"/>
                  </a:lnTo>
                  <a:lnTo>
                    <a:pt x="4689307" y="2404486"/>
                  </a:lnTo>
                  <a:lnTo>
                    <a:pt x="4791903" y="2418058"/>
                  </a:lnTo>
                  <a:lnTo>
                    <a:pt x="4892062" y="2429628"/>
                  </a:lnTo>
                  <a:lnTo>
                    <a:pt x="4985704" y="2439159"/>
                  </a:lnTo>
                  <a:lnTo>
                    <a:pt x="5068685" y="2446661"/>
                  </a:lnTo>
                  <a:lnTo>
                    <a:pt x="5137465" y="2452222"/>
                  </a:lnTo>
                  <a:lnTo>
                    <a:pt x="5189801" y="2456028"/>
                  </a:lnTo>
                  <a:lnTo>
                    <a:pt x="5225249" y="2458358"/>
                  </a:lnTo>
                  <a:lnTo>
                    <a:pt x="5245364" y="2459557"/>
                  </a:lnTo>
                  <a:lnTo>
                    <a:pt x="5253579" y="2460003"/>
                  </a:lnTo>
                  <a:lnTo>
                    <a:pt x="5254955" y="2460072"/>
                  </a:lnTo>
                  <a:lnTo>
                    <a:pt x="5254955" y="2460072"/>
                  </a:lnTo>
                  <a:lnTo>
                    <a:pt x="6726343" y="2460072"/>
                  </a:lnTo>
                  <a:lnTo>
                    <a:pt x="6727495" y="2460136"/>
                  </a:lnTo>
                  <a:lnTo>
                    <a:pt x="6735069" y="2460589"/>
                  </a:lnTo>
                  <a:lnTo>
                    <a:pt x="6754155" y="2461844"/>
                  </a:lnTo>
                  <a:lnTo>
                    <a:pt x="6788261" y="2464313"/>
                  </a:lnTo>
                  <a:lnTo>
                    <a:pt x="6839062" y="2468380"/>
                  </a:lnTo>
                  <a:lnTo>
                    <a:pt x="6906269" y="2474356"/>
                  </a:lnTo>
                  <a:lnTo>
                    <a:pt x="6987797" y="2482454"/>
                  </a:lnTo>
                  <a:lnTo>
                    <a:pt x="7080239" y="2492780"/>
                  </a:lnTo>
                  <a:lnTo>
                    <a:pt x="7179527" y="2505351"/>
                  </a:lnTo>
                  <a:lnTo>
                    <a:pt x="7281604" y="2520128"/>
                  </a:lnTo>
                  <a:lnTo>
                    <a:pt x="7382935" y="2537065"/>
                  </a:lnTo>
                  <a:lnTo>
                    <a:pt x="7480797" y="2556139"/>
                  </a:lnTo>
                  <a:lnTo>
                    <a:pt x="7573346" y="2577381"/>
                  </a:lnTo>
                  <a:lnTo>
                    <a:pt x="7659551" y="2600894"/>
                  </a:lnTo>
                  <a:lnTo>
                    <a:pt x="7739035" y="2626861"/>
                  </a:lnTo>
                  <a:lnTo>
                    <a:pt x="7811906" y="2655544"/>
                  </a:lnTo>
                  <a:lnTo>
                    <a:pt x="7878603" y="2687280"/>
                  </a:lnTo>
                  <a:lnTo>
                    <a:pt x="7939768" y="2722471"/>
                  </a:lnTo>
                  <a:lnTo>
                    <a:pt x="7996155" y="2761559"/>
                  </a:lnTo>
                  <a:lnTo>
                    <a:pt x="8048555" y="2804998"/>
                  </a:lnTo>
                  <a:lnTo>
                    <a:pt x="8097750" y="2853188"/>
                  </a:lnTo>
                  <a:lnTo>
                    <a:pt x="8144458" y="2906378"/>
                  </a:lnTo>
                  <a:lnTo>
                    <a:pt x="8151487" y="2915036"/>
                  </a:lnTo>
                  <a:lnTo>
                    <a:pt x="8189722" y="2965168"/>
                  </a:lnTo>
                  <a:lnTo>
                    <a:pt x="8226982" y="3019044"/>
                  </a:lnTo>
                  <a:lnTo>
                    <a:pt x="8263537" y="3076739"/>
                  </a:lnTo>
                  <a:lnTo>
                    <a:pt x="8299604" y="3138265"/>
                  </a:lnTo>
                  <a:lnTo>
                    <a:pt x="8335354" y="3203565"/>
                  </a:lnTo>
                  <a:lnTo>
                    <a:pt x="8370922" y="3272504"/>
                  </a:lnTo>
                  <a:lnTo>
                    <a:pt x="8406405" y="3344866"/>
                  </a:lnTo>
                  <a:lnTo>
                    <a:pt x="8441875" y="3420352"/>
                  </a:lnTo>
                  <a:lnTo>
                    <a:pt x="8477374" y="3498585"/>
                  </a:lnTo>
                  <a:lnTo>
                    <a:pt x="8512923" y="3579111"/>
                  </a:lnTo>
                  <a:lnTo>
                    <a:pt x="8548527" y="3661412"/>
                  </a:lnTo>
                  <a:lnTo>
                    <a:pt x="8584174" y="3744917"/>
                  </a:lnTo>
                  <a:lnTo>
                    <a:pt x="8619845" y="3829017"/>
                  </a:lnTo>
                  <a:lnTo>
                    <a:pt x="8655514" y="3913088"/>
                  </a:lnTo>
                  <a:lnTo>
                    <a:pt x="8691158" y="3996503"/>
                  </a:lnTo>
                  <a:lnTo>
                    <a:pt x="8726757" y="4078657"/>
                  </a:lnTo>
                  <a:lnTo>
                    <a:pt x="8762301" y="4158984"/>
                  </a:lnTo>
                  <a:lnTo>
                    <a:pt x="8797796" y="4236971"/>
                  </a:lnTo>
                  <a:lnTo>
                    <a:pt x="8833264" y="4312171"/>
                  </a:lnTo>
                  <a:lnTo>
                    <a:pt x="8868753" y="4384215"/>
                  </a:lnTo>
                  <a:lnTo>
                    <a:pt x="8904333" y="4452811"/>
                  </a:lnTo>
                  <a:lnTo>
                    <a:pt x="8940107" y="4517752"/>
                  </a:lnTo>
                  <a:lnTo>
                    <a:pt x="8976213" y="4578911"/>
                  </a:lnTo>
                  <a:lnTo>
                    <a:pt x="9012826" y="4636237"/>
                  </a:lnTo>
                  <a:lnTo>
                    <a:pt x="9050167" y="4689748"/>
                  </a:lnTo>
                  <a:lnTo>
                    <a:pt x="9084767" y="4734890"/>
                  </a:lnTo>
                  <a:lnTo>
                    <a:pt x="9131149" y="4788857"/>
                  </a:lnTo>
                  <a:lnTo>
                    <a:pt x="9179915" y="4837808"/>
                  </a:lnTo>
                  <a:lnTo>
                    <a:pt x="9231771" y="4881957"/>
                  </a:lnTo>
                  <a:lnTo>
                    <a:pt x="9287490" y="4921688"/>
                  </a:lnTo>
                  <a:lnTo>
                    <a:pt x="9347867" y="4957450"/>
                  </a:lnTo>
                  <a:lnTo>
                    <a:pt x="9413665" y="4989692"/>
                  </a:lnTo>
                  <a:lnTo>
                    <a:pt x="9485548" y="5018822"/>
                  </a:lnTo>
                  <a:lnTo>
                    <a:pt x="9563993" y="5045189"/>
                  </a:lnTo>
                  <a:lnTo>
                    <a:pt x="9649172" y="5069068"/>
                  </a:lnTo>
                  <a:lnTo>
                    <a:pt x="9740791" y="5090651"/>
                  </a:lnTo>
                  <a:lnTo>
                    <a:pt x="9837931" y="5110056"/>
                  </a:lnTo>
                  <a:lnTo>
                    <a:pt x="9938882" y="5127323"/>
                  </a:lnTo>
                  <a:lnTo>
                    <a:pt x="10041056" y="5142437"/>
                  </a:lnTo>
                  <a:lnTo>
                    <a:pt x="10141031" y="5155351"/>
                  </a:lnTo>
                  <a:lnTo>
                    <a:pt x="10234802" y="5166024"/>
                  </a:lnTo>
                  <a:lnTo>
                    <a:pt x="10318263" y="5174462"/>
                  </a:lnTo>
                  <a:lnTo>
                    <a:pt x="10387856" y="5180755"/>
                  </a:lnTo>
                  <a:lnTo>
                    <a:pt x="10441256" y="5185098"/>
                  </a:lnTo>
                  <a:lnTo>
                    <a:pt x="10477879" y="5187790"/>
                  </a:lnTo>
                  <a:lnTo>
                    <a:pt x="10499097" y="5189205"/>
                  </a:lnTo>
                  <a:lnTo>
                    <a:pt x="10508153" y="5189755"/>
                  </a:lnTo>
                  <a:lnTo>
                    <a:pt x="10509906" y="5189853"/>
                  </a:lnTo>
                  <a:lnTo>
                    <a:pt x="10509911" y="5189853"/>
                  </a:lnTo>
                  <a:lnTo>
                    <a:pt x="11981298" y="518985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49" name="pl349"/>
            <p:cNvSpPr/>
            <p:nvPr/>
          </p:nvSpPr>
          <p:spPr>
            <a:xfrm>
              <a:off x="4799595" y="5151403"/>
              <a:ext cx="11981298" cy="5189853"/>
            </a:xfrm>
            <a:custGeom>
              <a:avLst/>
              <a:pathLst>
                <a:path w="11981298" h="5189853">
                  <a:moveTo>
                    <a:pt x="11981298" y="5189853"/>
                  </a:moveTo>
                  <a:lnTo>
                    <a:pt x="10509911" y="5189853"/>
                  </a:lnTo>
                  <a:lnTo>
                    <a:pt x="10508758" y="5189790"/>
                  </a:lnTo>
                  <a:lnTo>
                    <a:pt x="10501184" y="5189336"/>
                  </a:lnTo>
                  <a:lnTo>
                    <a:pt x="10482098" y="5188082"/>
                  </a:lnTo>
                  <a:lnTo>
                    <a:pt x="10447992" y="5185613"/>
                  </a:lnTo>
                  <a:lnTo>
                    <a:pt x="10397192" y="5181546"/>
                  </a:lnTo>
                  <a:lnTo>
                    <a:pt x="10329985" y="5175569"/>
                  </a:lnTo>
                  <a:lnTo>
                    <a:pt x="10248456" y="5167471"/>
                  </a:lnTo>
                  <a:lnTo>
                    <a:pt x="10156014" y="5157145"/>
                  </a:lnTo>
                  <a:lnTo>
                    <a:pt x="10056726" y="5144575"/>
                  </a:lnTo>
                  <a:lnTo>
                    <a:pt x="9954649" y="5129797"/>
                  </a:lnTo>
                  <a:lnTo>
                    <a:pt x="9853318" y="5112860"/>
                  </a:lnTo>
                  <a:lnTo>
                    <a:pt x="9755457" y="5093787"/>
                  </a:lnTo>
                  <a:lnTo>
                    <a:pt x="9662907" y="5072545"/>
                  </a:lnTo>
                  <a:lnTo>
                    <a:pt x="9576702" y="5049031"/>
                  </a:lnTo>
                  <a:lnTo>
                    <a:pt x="9497218" y="5023064"/>
                  </a:lnTo>
                  <a:lnTo>
                    <a:pt x="9424347" y="4994381"/>
                  </a:lnTo>
                  <a:lnTo>
                    <a:pt x="9357651" y="4962645"/>
                  </a:lnTo>
                  <a:lnTo>
                    <a:pt x="9296485" y="4927455"/>
                  </a:lnTo>
                  <a:lnTo>
                    <a:pt x="9240098" y="4888366"/>
                  </a:lnTo>
                  <a:lnTo>
                    <a:pt x="9187698" y="4844927"/>
                  </a:lnTo>
                  <a:lnTo>
                    <a:pt x="9138504" y="4796737"/>
                  </a:lnTo>
                  <a:lnTo>
                    <a:pt x="9091795" y="4743547"/>
                  </a:lnTo>
                  <a:lnTo>
                    <a:pt x="9084767" y="4734890"/>
                  </a:lnTo>
                  <a:lnTo>
                    <a:pt x="9046531" y="4684758"/>
                  </a:lnTo>
                  <a:lnTo>
                    <a:pt x="9009271" y="4630882"/>
                  </a:lnTo>
                  <a:lnTo>
                    <a:pt x="8972716" y="4573187"/>
                  </a:lnTo>
                  <a:lnTo>
                    <a:pt x="8936650" y="4511660"/>
                  </a:lnTo>
                  <a:lnTo>
                    <a:pt x="8900899" y="4446360"/>
                  </a:lnTo>
                  <a:lnTo>
                    <a:pt x="8865332" y="4377421"/>
                  </a:lnTo>
                  <a:lnTo>
                    <a:pt x="8829848" y="4305060"/>
                  </a:lnTo>
                  <a:lnTo>
                    <a:pt x="8794378" y="4229574"/>
                  </a:lnTo>
                  <a:lnTo>
                    <a:pt x="8758880" y="4151341"/>
                  </a:lnTo>
                  <a:lnTo>
                    <a:pt x="8723330" y="4070814"/>
                  </a:lnTo>
                  <a:lnTo>
                    <a:pt x="8687726" y="3988513"/>
                  </a:lnTo>
                  <a:lnTo>
                    <a:pt x="8652079" y="3905008"/>
                  </a:lnTo>
                  <a:lnTo>
                    <a:pt x="8616408" y="3820908"/>
                  </a:lnTo>
                  <a:lnTo>
                    <a:pt x="8580739" y="3736838"/>
                  </a:lnTo>
                  <a:lnTo>
                    <a:pt x="8545095" y="3653423"/>
                  </a:lnTo>
                  <a:lnTo>
                    <a:pt x="8509497" y="3571269"/>
                  </a:lnTo>
                  <a:lnTo>
                    <a:pt x="8473952" y="3490942"/>
                  </a:lnTo>
                  <a:lnTo>
                    <a:pt x="8438457" y="3412955"/>
                  </a:lnTo>
                  <a:lnTo>
                    <a:pt x="8402989" y="3337754"/>
                  </a:lnTo>
                  <a:lnTo>
                    <a:pt x="8367501" y="3265711"/>
                  </a:lnTo>
                  <a:lnTo>
                    <a:pt x="8331920" y="3197114"/>
                  </a:lnTo>
                  <a:lnTo>
                    <a:pt x="8296146" y="3132173"/>
                  </a:lnTo>
                  <a:lnTo>
                    <a:pt x="8260040" y="3071014"/>
                  </a:lnTo>
                  <a:lnTo>
                    <a:pt x="8223428" y="3013689"/>
                  </a:lnTo>
                  <a:lnTo>
                    <a:pt x="8186086" y="2960178"/>
                  </a:lnTo>
                  <a:lnTo>
                    <a:pt x="8151487" y="2915036"/>
                  </a:lnTo>
                  <a:lnTo>
                    <a:pt x="8105104" y="2861068"/>
                  </a:lnTo>
                  <a:lnTo>
                    <a:pt x="8056338" y="2812117"/>
                  </a:lnTo>
                  <a:lnTo>
                    <a:pt x="8004483" y="2767968"/>
                  </a:lnTo>
                  <a:lnTo>
                    <a:pt x="7948763" y="2728238"/>
                  </a:lnTo>
                  <a:lnTo>
                    <a:pt x="7888386" y="2692476"/>
                  </a:lnTo>
                  <a:lnTo>
                    <a:pt x="7822589" y="2660234"/>
                  </a:lnTo>
                  <a:lnTo>
                    <a:pt x="7750706" y="2631103"/>
                  </a:lnTo>
                  <a:lnTo>
                    <a:pt x="7672260" y="2604736"/>
                  </a:lnTo>
                  <a:lnTo>
                    <a:pt x="7587082" y="2580858"/>
                  </a:lnTo>
                  <a:lnTo>
                    <a:pt x="7495462" y="2559274"/>
                  </a:lnTo>
                  <a:lnTo>
                    <a:pt x="7398322" y="2539870"/>
                  </a:lnTo>
                  <a:lnTo>
                    <a:pt x="7297371" y="2522602"/>
                  </a:lnTo>
                  <a:lnTo>
                    <a:pt x="7195197" y="2507489"/>
                  </a:lnTo>
                  <a:lnTo>
                    <a:pt x="7095222" y="2494574"/>
                  </a:lnTo>
                  <a:lnTo>
                    <a:pt x="7001451" y="2483902"/>
                  </a:lnTo>
                  <a:lnTo>
                    <a:pt x="6917991" y="2475464"/>
                  </a:lnTo>
                  <a:lnTo>
                    <a:pt x="6848397" y="2469171"/>
                  </a:lnTo>
                  <a:lnTo>
                    <a:pt x="6794997" y="2464827"/>
                  </a:lnTo>
                  <a:lnTo>
                    <a:pt x="6758374" y="2462135"/>
                  </a:lnTo>
                  <a:lnTo>
                    <a:pt x="6737156" y="2460720"/>
                  </a:lnTo>
                  <a:lnTo>
                    <a:pt x="6728100" y="2460170"/>
                  </a:lnTo>
                  <a:lnTo>
                    <a:pt x="6726347" y="2460072"/>
                  </a:lnTo>
                  <a:lnTo>
                    <a:pt x="6726343" y="2460072"/>
                  </a:lnTo>
                  <a:lnTo>
                    <a:pt x="5254955" y="2460072"/>
                  </a:lnTo>
                  <a:lnTo>
                    <a:pt x="5253788" y="2460014"/>
                  </a:lnTo>
                  <a:lnTo>
                    <a:pt x="5246117" y="2459599"/>
                  </a:lnTo>
                  <a:lnTo>
                    <a:pt x="5226797" y="2458454"/>
                  </a:lnTo>
                  <a:lnTo>
                    <a:pt x="5192290" y="2456199"/>
                  </a:lnTo>
                  <a:lnTo>
                    <a:pt x="5140932" y="2452486"/>
                  </a:lnTo>
                  <a:lnTo>
                    <a:pt x="5073052" y="2447032"/>
                  </a:lnTo>
                  <a:lnTo>
                    <a:pt x="4990801" y="2439645"/>
                  </a:lnTo>
                  <a:lnTo>
                    <a:pt x="4897662" y="2430232"/>
                  </a:lnTo>
                  <a:lnTo>
                    <a:pt x="4797764" y="2418778"/>
                  </a:lnTo>
                  <a:lnTo>
                    <a:pt x="4695205" y="2405320"/>
                  </a:lnTo>
                  <a:lnTo>
                    <a:pt x="4593537" y="2389900"/>
                  </a:lnTo>
                  <a:lnTo>
                    <a:pt x="4495479" y="2372537"/>
                  </a:lnTo>
                  <a:lnTo>
                    <a:pt x="4402853" y="2353200"/>
                  </a:lnTo>
                  <a:lnTo>
                    <a:pt x="4316665" y="2331791"/>
                  </a:lnTo>
                  <a:lnTo>
                    <a:pt x="4237263" y="2308138"/>
                  </a:lnTo>
                  <a:lnTo>
                    <a:pt x="4164511" y="2281997"/>
                  </a:lnTo>
                  <a:lnTo>
                    <a:pt x="4097947" y="2253057"/>
                  </a:lnTo>
                  <a:lnTo>
                    <a:pt x="4036909" y="2220948"/>
                  </a:lnTo>
                  <a:lnTo>
                    <a:pt x="3980629" y="2185262"/>
                  </a:lnTo>
                  <a:lnTo>
                    <a:pt x="3928305" y="2145588"/>
                  </a:lnTo>
                  <a:lnTo>
                    <a:pt x="3879147" y="2101567"/>
                  </a:lnTo>
                  <a:lnTo>
                    <a:pt x="3832435" y="2052991"/>
                  </a:lnTo>
                  <a:lnTo>
                    <a:pt x="3829811" y="2050060"/>
                  </a:lnTo>
                  <a:lnTo>
                    <a:pt x="3790028" y="2002953"/>
                  </a:lnTo>
                  <a:lnTo>
                    <a:pt x="3751289" y="1952187"/>
                  </a:lnTo>
                  <a:lnTo>
                    <a:pt x="3713294" y="1897687"/>
                  </a:lnTo>
                  <a:lnTo>
                    <a:pt x="3675802" y="1839448"/>
                  </a:lnTo>
                  <a:lnTo>
                    <a:pt x="3638627" y="1777540"/>
                  </a:lnTo>
                  <a:lnTo>
                    <a:pt x="3601626" y="1712115"/>
                  </a:lnTo>
                  <a:lnTo>
                    <a:pt x="3564694" y="1643412"/>
                  </a:lnTo>
                  <a:lnTo>
                    <a:pt x="3527762" y="1571756"/>
                  </a:lnTo>
                  <a:lnTo>
                    <a:pt x="3490788" y="1497555"/>
                  </a:lnTo>
                  <a:lnTo>
                    <a:pt x="3453756" y="1421295"/>
                  </a:lnTo>
                  <a:lnTo>
                    <a:pt x="3416668" y="1343526"/>
                  </a:lnTo>
                  <a:lnTo>
                    <a:pt x="3379542" y="1264846"/>
                  </a:lnTo>
                  <a:lnTo>
                    <a:pt x="3342404" y="1185884"/>
                  </a:lnTo>
                  <a:lnTo>
                    <a:pt x="3305281" y="1107279"/>
                  </a:lnTo>
                  <a:lnTo>
                    <a:pt x="3268199" y="1029658"/>
                  </a:lnTo>
                  <a:lnTo>
                    <a:pt x="3231174" y="953614"/>
                  </a:lnTo>
                  <a:lnTo>
                    <a:pt x="3194206" y="879691"/>
                  </a:lnTo>
                  <a:lnTo>
                    <a:pt x="3157277" y="808364"/>
                  </a:lnTo>
                  <a:lnTo>
                    <a:pt x="3120341" y="740034"/>
                  </a:lnTo>
                  <a:lnTo>
                    <a:pt x="3083325" y="675015"/>
                  </a:lnTo>
                  <a:lnTo>
                    <a:pt x="3046121" y="613535"/>
                  </a:lnTo>
                  <a:lnTo>
                    <a:pt x="3008581" y="555737"/>
                  </a:lnTo>
                  <a:lnTo>
                    <a:pt x="2970511" y="501681"/>
                  </a:lnTo>
                  <a:lnTo>
                    <a:pt x="2931665" y="451352"/>
                  </a:lnTo>
                  <a:lnTo>
                    <a:pt x="2896531" y="410012"/>
                  </a:lnTo>
                  <a:lnTo>
                    <a:pt x="2849940" y="361173"/>
                  </a:lnTo>
                  <a:lnTo>
                    <a:pt x="2800942" y="316894"/>
                  </a:lnTo>
                  <a:lnTo>
                    <a:pt x="2748820" y="276978"/>
                  </a:lnTo>
                  <a:lnTo>
                    <a:pt x="2692790" y="241074"/>
                  </a:lnTo>
                  <a:lnTo>
                    <a:pt x="2632047" y="208770"/>
                  </a:lnTo>
                  <a:lnTo>
                    <a:pt x="2565820" y="179659"/>
                  </a:lnTo>
                  <a:lnTo>
                    <a:pt x="2493438" y="153367"/>
                  </a:lnTo>
                  <a:lnTo>
                    <a:pt x="2414426" y="129578"/>
                  </a:lnTo>
                  <a:lnTo>
                    <a:pt x="2328624" y="108044"/>
                  </a:lnTo>
                  <a:lnTo>
                    <a:pt x="2236348" y="88591"/>
                  </a:lnTo>
                  <a:lnTo>
                    <a:pt x="2138561" y="71117"/>
                  </a:lnTo>
                  <a:lnTo>
                    <a:pt x="2037036" y="55585"/>
                  </a:lnTo>
                  <a:lnTo>
                    <a:pt x="1934439" y="42013"/>
                  </a:lnTo>
                  <a:lnTo>
                    <a:pt x="1834280" y="30443"/>
                  </a:lnTo>
                  <a:lnTo>
                    <a:pt x="1740638" y="20912"/>
                  </a:lnTo>
                  <a:lnTo>
                    <a:pt x="1657657" y="13410"/>
                  </a:lnTo>
                  <a:lnTo>
                    <a:pt x="1588877" y="7849"/>
                  </a:lnTo>
                  <a:lnTo>
                    <a:pt x="1536542" y="4043"/>
                  </a:lnTo>
                  <a:lnTo>
                    <a:pt x="1501093" y="1714"/>
                  </a:lnTo>
                  <a:lnTo>
                    <a:pt x="1480978" y="514"/>
                  </a:lnTo>
                  <a:lnTo>
                    <a:pt x="1472763" y="68"/>
                  </a:lnTo>
                  <a:lnTo>
                    <a:pt x="1471387" y="0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50" name="pg350"/>
            <p:cNvSpPr/>
            <p:nvPr/>
          </p:nvSpPr>
          <p:spPr>
            <a:xfrm>
              <a:off x="4799595" y="5175922"/>
              <a:ext cx="11981298" cy="5860039"/>
            </a:xfrm>
            <a:custGeom>
              <a:avLst/>
              <a:pathLst>
                <a:path w="11981298" h="5860039">
                  <a:moveTo>
                    <a:pt x="0" y="16345"/>
                  </a:moveTo>
                  <a:lnTo>
                    <a:pt x="1471387" y="16345"/>
                  </a:lnTo>
                  <a:lnTo>
                    <a:pt x="1472554" y="16404"/>
                  </a:lnTo>
                  <a:lnTo>
                    <a:pt x="1480222" y="16819"/>
                  </a:lnTo>
                  <a:lnTo>
                    <a:pt x="1499535" y="17968"/>
                  </a:lnTo>
                  <a:lnTo>
                    <a:pt x="1534030" y="20230"/>
                  </a:lnTo>
                  <a:lnTo>
                    <a:pt x="1585372" y="23953"/>
                  </a:lnTo>
                  <a:lnTo>
                    <a:pt x="1653232" y="29424"/>
                  </a:lnTo>
                  <a:lnTo>
                    <a:pt x="1735462" y="36833"/>
                  </a:lnTo>
                  <a:lnTo>
                    <a:pt x="1828581" y="46274"/>
                  </a:lnTo>
                  <a:lnTo>
                    <a:pt x="1928462" y="57762"/>
                  </a:lnTo>
                  <a:lnTo>
                    <a:pt x="2031006" y="71261"/>
                  </a:lnTo>
                  <a:lnTo>
                    <a:pt x="2132665" y="86728"/>
                  </a:lnTo>
                  <a:lnTo>
                    <a:pt x="2230717" y="104143"/>
                  </a:lnTo>
                  <a:lnTo>
                    <a:pt x="2323341" y="123538"/>
                  </a:lnTo>
                  <a:lnTo>
                    <a:pt x="2409530" y="145013"/>
                  </a:lnTo>
                  <a:lnTo>
                    <a:pt x="2488934" y="168737"/>
                  </a:lnTo>
                  <a:lnTo>
                    <a:pt x="2561690" y="194956"/>
                  </a:lnTo>
                  <a:lnTo>
                    <a:pt x="2628258" y="223982"/>
                  </a:lnTo>
                  <a:lnTo>
                    <a:pt x="2689299" y="256186"/>
                  </a:lnTo>
                  <a:lnTo>
                    <a:pt x="2745582" y="291977"/>
                  </a:lnTo>
                  <a:lnTo>
                    <a:pt x="2797909" y="331768"/>
                  </a:lnTo>
                  <a:lnTo>
                    <a:pt x="2847067" y="375918"/>
                  </a:lnTo>
                  <a:lnTo>
                    <a:pt x="2893779" y="424636"/>
                  </a:lnTo>
                  <a:lnTo>
                    <a:pt x="2896531" y="427720"/>
                  </a:lnTo>
                  <a:lnTo>
                    <a:pt x="2936265" y="474921"/>
                  </a:lnTo>
                  <a:lnTo>
                    <a:pt x="2974957" y="525786"/>
                  </a:lnTo>
                  <a:lnTo>
                    <a:pt x="3012907" y="580387"/>
                  </a:lnTo>
                  <a:lnTo>
                    <a:pt x="3050353" y="638730"/>
                  </a:lnTo>
                  <a:lnTo>
                    <a:pt x="3087483" y="700745"/>
                  </a:lnTo>
                  <a:lnTo>
                    <a:pt x="3124438" y="766281"/>
                  </a:lnTo>
                  <a:lnTo>
                    <a:pt x="3161324" y="835100"/>
                  </a:lnTo>
                  <a:lnTo>
                    <a:pt x="3198210" y="906879"/>
                  </a:lnTo>
                  <a:lnTo>
                    <a:pt x="3235137" y="981208"/>
                  </a:lnTo>
                  <a:lnTo>
                    <a:pt x="3272122" y="1057604"/>
                  </a:lnTo>
                  <a:lnTo>
                    <a:pt x="3309163" y="1135518"/>
                  </a:lnTo>
                  <a:lnTo>
                    <a:pt x="3346242" y="1214352"/>
                  </a:lnTo>
                  <a:lnTo>
                    <a:pt x="3383334" y="1293477"/>
                  </a:lnTo>
                  <a:lnTo>
                    <a:pt x="3420410" y="1372256"/>
                  </a:lnTo>
                  <a:lnTo>
                    <a:pt x="3457447" y="1450061"/>
                  </a:lnTo>
                  <a:lnTo>
                    <a:pt x="3494427" y="1526298"/>
                  </a:lnTo>
                  <a:lnTo>
                    <a:pt x="3531349" y="1600423"/>
                  </a:lnTo>
                  <a:lnTo>
                    <a:pt x="3568233" y="1671958"/>
                  </a:lnTo>
                  <a:lnTo>
                    <a:pt x="3605121" y="1740503"/>
                  </a:lnTo>
                  <a:lnTo>
                    <a:pt x="3642088" y="1805741"/>
                  </a:lnTo>
                  <a:lnTo>
                    <a:pt x="3679238" y="1867441"/>
                  </a:lnTo>
                  <a:lnTo>
                    <a:pt x="3716721" y="1925459"/>
                  </a:lnTo>
                  <a:lnTo>
                    <a:pt x="3754725" y="1979733"/>
                  </a:lnTo>
                  <a:lnTo>
                    <a:pt x="3793495" y="2030274"/>
                  </a:lnTo>
                  <a:lnTo>
                    <a:pt x="3829811" y="2073217"/>
                  </a:lnTo>
                  <a:lnTo>
                    <a:pt x="3876396" y="2122212"/>
                  </a:lnTo>
                  <a:lnTo>
                    <a:pt x="3925387" y="2166633"/>
                  </a:lnTo>
                  <a:lnTo>
                    <a:pt x="3977502" y="2206677"/>
                  </a:lnTo>
                  <a:lnTo>
                    <a:pt x="4033523" y="2242698"/>
                  </a:lnTo>
                  <a:lnTo>
                    <a:pt x="4094255" y="2275107"/>
                  </a:lnTo>
                  <a:lnTo>
                    <a:pt x="4160469" y="2304314"/>
                  </a:lnTo>
                  <a:lnTo>
                    <a:pt x="4232836" y="2330692"/>
                  </a:lnTo>
                  <a:lnTo>
                    <a:pt x="4311832" y="2354559"/>
                  </a:lnTo>
                  <a:lnTo>
                    <a:pt x="4397616" y="2376164"/>
                  </a:lnTo>
                  <a:lnTo>
                    <a:pt x="4489873" y="2395681"/>
                  </a:lnTo>
                  <a:lnTo>
                    <a:pt x="4587641" y="2413214"/>
                  </a:lnTo>
                  <a:lnTo>
                    <a:pt x="4689150" y="2428798"/>
                  </a:lnTo>
                  <a:lnTo>
                    <a:pt x="4791734" y="2442417"/>
                  </a:lnTo>
                  <a:lnTo>
                    <a:pt x="4891888" y="2454027"/>
                  </a:lnTo>
                  <a:lnTo>
                    <a:pt x="4985535" y="2463593"/>
                  </a:lnTo>
                  <a:lnTo>
                    <a:pt x="5068529" y="2471122"/>
                  </a:lnTo>
                  <a:lnTo>
                    <a:pt x="5137333" y="2476705"/>
                  </a:lnTo>
                  <a:lnTo>
                    <a:pt x="5189700" y="2480527"/>
                  </a:lnTo>
                  <a:lnTo>
                    <a:pt x="5225183" y="2482867"/>
                  </a:lnTo>
                  <a:lnTo>
                    <a:pt x="5245330" y="2484072"/>
                  </a:lnTo>
                  <a:lnTo>
                    <a:pt x="5253569" y="2484521"/>
                  </a:lnTo>
                  <a:lnTo>
                    <a:pt x="5254955" y="2484591"/>
                  </a:lnTo>
                  <a:lnTo>
                    <a:pt x="6726343" y="2484591"/>
                  </a:lnTo>
                  <a:lnTo>
                    <a:pt x="6727455" y="2484667"/>
                  </a:lnTo>
                  <a:lnTo>
                    <a:pt x="6734773" y="2485208"/>
                  </a:lnTo>
                  <a:lnTo>
                    <a:pt x="6753233" y="2486704"/>
                  </a:lnTo>
                  <a:lnTo>
                    <a:pt x="6786270" y="2489649"/>
                  </a:lnTo>
                  <a:lnTo>
                    <a:pt x="6835576" y="2494502"/>
                  </a:lnTo>
                  <a:lnTo>
                    <a:pt x="6900975" y="2501643"/>
                  </a:lnTo>
                  <a:lnTo>
                    <a:pt x="6980554" y="2511331"/>
                  </a:lnTo>
                  <a:lnTo>
                    <a:pt x="7071101" y="2523704"/>
                  </a:lnTo>
                  <a:lnTo>
                    <a:pt x="7168718" y="2538787"/>
                  </a:lnTo>
                  <a:lnTo>
                    <a:pt x="7269464" y="2556542"/>
                  </a:lnTo>
                  <a:lnTo>
                    <a:pt x="7369851" y="2576910"/>
                  </a:lnTo>
                  <a:lnTo>
                    <a:pt x="7467147" y="2599858"/>
                  </a:lnTo>
                  <a:lnTo>
                    <a:pt x="7559461" y="2625414"/>
                  </a:lnTo>
                  <a:lnTo>
                    <a:pt x="7645687" y="2653686"/>
                  </a:lnTo>
                  <a:lnTo>
                    <a:pt x="7725374" y="2684878"/>
                  </a:lnTo>
                  <a:lnTo>
                    <a:pt x="7798557" y="2719285"/>
                  </a:lnTo>
                  <a:lnTo>
                    <a:pt x="7865611" y="2757294"/>
                  </a:lnTo>
                  <a:lnTo>
                    <a:pt x="7927127" y="2799370"/>
                  </a:lnTo>
                  <a:lnTo>
                    <a:pt x="7983814" y="2846036"/>
                  </a:lnTo>
                  <a:lnTo>
                    <a:pt x="8036433" y="2897834"/>
                  </a:lnTo>
                  <a:lnTo>
                    <a:pt x="8085745" y="2955264"/>
                  </a:lnTo>
                  <a:lnTo>
                    <a:pt x="8132463" y="3018682"/>
                  </a:lnTo>
                  <a:lnTo>
                    <a:pt x="8151487" y="3047166"/>
                  </a:lnTo>
                  <a:lnTo>
                    <a:pt x="8186561" y="3103789"/>
                  </a:lnTo>
                  <a:lnTo>
                    <a:pt x="8220797" y="3164289"/>
                  </a:lnTo>
                  <a:lnTo>
                    <a:pt x="8254407" y="3228746"/>
                  </a:lnTo>
                  <a:lnTo>
                    <a:pt x="8287565" y="3297185"/>
                  </a:lnTo>
                  <a:lnTo>
                    <a:pt x="8320414" y="3369571"/>
                  </a:lnTo>
                  <a:lnTo>
                    <a:pt x="8353066" y="3445804"/>
                  </a:lnTo>
                  <a:lnTo>
                    <a:pt x="8385610" y="3525715"/>
                  </a:lnTo>
                  <a:lnTo>
                    <a:pt x="8418111" y="3609062"/>
                  </a:lnTo>
                  <a:lnTo>
                    <a:pt x="8450614" y="3695534"/>
                  </a:lnTo>
                  <a:lnTo>
                    <a:pt x="8483148" y="3784749"/>
                  </a:lnTo>
                  <a:lnTo>
                    <a:pt x="8515727" y="3876262"/>
                  </a:lnTo>
                  <a:lnTo>
                    <a:pt x="8548351" y="3969574"/>
                  </a:lnTo>
                  <a:lnTo>
                    <a:pt x="8581011" y="4064138"/>
                  </a:lnTo>
                  <a:lnTo>
                    <a:pt x="8613693" y="4159378"/>
                  </a:lnTo>
                  <a:lnTo>
                    <a:pt x="8646378" y="4254700"/>
                  </a:lnTo>
                  <a:lnTo>
                    <a:pt x="8679046" y="4349506"/>
                  </a:lnTo>
                  <a:lnTo>
                    <a:pt x="8711681" y="4443213"/>
                  </a:lnTo>
                  <a:lnTo>
                    <a:pt x="8744272" y="4535265"/>
                  </a:lnTo>
                  <a:lnTo>
                    <a:pt x="8776818" y="4625150"/>
                  </a:lnTo>
                  <a:lnTo>
                    <a:pt x="8809328" y="4712407"/>
                  </a:lnTo>
                  <a:lnTo>
                    <a:pt x="8841825" y="4796635"/>
                  </a:lnTo>
                  <a:lnTo>
                    <a:pt x="8874352" y="4877505"/>
                  </a:lnTo>
                  <a:lnTo>
                    <a:pt x="8906967" y="4954755"/>
                  </a:lnTo>
                  <a:lnTo>
                    <a:pt x="8939753" y="5028197"/>
                  </a:lnTo>
                  <a:lnTo>
                    <a:pt x="8972814" y="5097713"/>
                  </a:lnTo>
                  <a:lnTo>
                    <a:pt x="9006285" y="5163250"/>
                  </a:lnTo>
                  <a:lnTo>
                    <a:pt x="9040332" y="5224818"/>
                  </a:lnTo>
                  <a:lnTo>
                    <a:pt x="9075156" y="5282482"/>
                  </a:lnTo>
                  <a:lnTo>
                    <a:pt x="9084767" y="5297465"/>
                  </a:lnTo>
                  <a:lnTo>
                    <a:pt x="9130586" y="5363441"/>
                  </a:lnTo>
                  <a:lnTo>
                    <a:pt x="9178724" y="5423359"/>
                  </a:lnTo>
                  <a:lnTo>
                    <a:pt x="9229862" y="5477470"/>
                  </a:lnTo>
                  <a:lnTo>
                    <a:pt x="9284745" y="5526228"/>
                  </a:lnTo>
                  <a:lnTo>
                    <a:pt x="9344139" y="5570168"/>
                  </a:lnTo>
                  <a:lnTo>
                    <a:pt x="9408784" y="5609827"/>
                  </a:lnTo>
                  <a:lnTo>
                    <a:pt x="9479329" y="5645697"/>
                  </a:lnTo>
                  <a:lnTo>
                    <a:pt x="9556254" y="5678199"/>
                  </a:lnTo>
                  <a:lnTo>
                    <a:pt x="9639754" y="5707669"/>
                  </a:lnTo>
                  <a:lnTo>
                    <a:pt x="9729602" y="5734348"/>
                  </a:lnTo>
                  <a:lnTo>
                    <a:pt x="9824985" y="5758385"/>
                  </a:lnTo>
                  <a:lnTo>
                    <a:pt x="9924357" y="5779839"/>
                  </a:lnTo>
                  <a:lnTo>
                    <a:pt x="10025338" y="5798699"/>
                  </a:lnTo>
                  <a:lnTo>
                    <a:pt x="10124734" y="5814913"/>
                  </a:lnTo>
                  <a:lnTo>
                    <a:pt x="10218745" y="5828427"/>
                  </a:lnTo>
                  <a:lnTo>
                    <a:pt x="10303382" y="5839235"/>
                  </a:lnTo>
                  <a:lnTo>
                    <a:pt x="10375064" y="5847422"/>
                  </a:lnTo>
                  <a:lnTo>
                    <a:pt x="10431265" y="5853197"/>
                  </a:lnTo>
                  <a:lnTo>
                    <a:pt x="10471044" y="5856893"/>
                  </a:lnTo>
                  <a:lnTo>
                    <a:pt x="10495310" y="5858938"/>
                  </a:lnTo>
                  <a:lnTo>
                    <a:pt x="10506793" y="5859820"/>
                  </a:lnTo>
                  <a:lnTo>
                    <a:pt x="10509911" y="5860039"/>
                  </a:lnTo>
                  <a:lnTo>
                    <a:pt x="11981298" y="5860039"/>
                  </a:lnTo>
                  <a:lnTo>
                    <a:pt x="11981298" y="5843693"/>
                  </a:lnTo>
                  <a:lnTo>
                    <a:pt x="10509911" y="5843693"/>
                  </a:lnTo>
                  <a:lnTo>
                    <a:pt x="10508798" y="5843617"/>
                  </a:lnTo>
                  <a:lnTo>
                    <a:pt x="10501480" y="5843076"/>
                  </a:lnTo>
                  <a:lnTo>
                    <a:pt x="10483020" y="5841581"/>
                  </a:lnTo>
                  <a:lnTo>
                    <a:pt x="10449983" y="5838636"/>
                  </a:lnTo>
                  <a:lnTo>
                    <a:pt x="10400677" y="5833782"/>
                  </a:lnTo>
                  <a:lnTo>
                    <a:pt x="10335279" y="5826641"/>
                  </a:lnTo>
                  <a:lnTo>
                    <a:pt x="10255699" y="5816953"/>
                  </a:lnTo>
                  <a:lnTo>
                    <a:pt x="10165153" y="5804581"/>
                  </a:lnTo>
                  <a:lnTo>
                    <a:pt x="10067535" y="5789497"/>
                  </a:lnTo>
                  <a:lnTo>
                    <a:pt x="9966790" y="5771742"/>
                  </a:lnTo>
                  <a:lnTo>
                    <a:pt x="9866402" y="5751374"/>
                  </a:lnTo>
                  <a:lnTo>
                    <a:pt x="9769106" y="5728426"/>
                  </a:lnTo>
                  <a:lnTo>
                    <a:pt x="9676793" y="5702870"/>
                  </a:lnTo>
                  <a:lnTo>
                    <a:pt x="9590566" y="5674598"/>
                  </a:lnTo>
                  <a:lnTo>
                    <a:pt x="9510879" y="5643406"/>
                  </a:lnTo>
                  <a:lnTo>
                    <a:pt x="9437696" y="5608999"/>
                  </a:lnTo>
                  <a:lnTo>
                    <a:pt x="9370642" y="5570990"/>
                  </a:lnTo>
                  <a:lnTo>
                    <a:pt x="9309126" y="5528914"/>
                  </a:lnTo>
                  <a:lnTo>
                    <a:pt x="9252439" y="5482248"/>
                  </a:lnTo>
                  <a:lnTo>
                    <a:pt x="9199820" y="5430451"/>
                  </a:lnTo>
                  <a:lnTo>
                    <a:pt x="9150508" y="5373021"/>
                  </a:lnTo>
                  <a:lnTo>
                    <a:pt x="9103790" y="5309602"/>
                  </a:lnTo>
                  <a:lnTo>
                    <a:pt x="9084767" y="5281119"/>
                  </a:lnTo>
                  <a:lnTo>
                    <a:pt x="9049692" y="5224496"/>
                  </a:lnTo>
                  <a:lnTo>
                    <a:pt x="9015456" y="5163995"/>
                  </a:lnTo>
                  <a:lnTo>
                    <a:pt x="8981847" y="5099538"/>
                  </a:lnTo>
                  <a:lnTo>
                    <a:pt x="8948688" y="5031099"/>
                  </a:lnTo>
                  <a:lnTo>
                    <a:pt x="8915840" y="4958713"/>
                  </a:lnTo>
                  <a:lnTo>
                    <a:pt x="8883187" y="4882480"/>
                  </a:lnTo>
                  <a:lnTo>
                    <a:pt x="8850643" y="4802570"/>
                  </a:lnTo>
                  <a:lnTo>
                    <a:pt x="8818143" y="4719222"/>
                  </a:lnTo>
                  <a:lnTo>
                    <a:pt x="8785639" y="4632751"/>
                  </a:lnTo>
                  <a:lnTo>
                    <a:pt x="8753105" y="4543536"/>
                  </a:lnTo>
                  <a:lnTo>
                    <a:pt x="8720526" y="4452022"/>
                  </a:lnTo>
                  <a:lnTo>
                    <a:pt x="8687902" y="4358711"/>
                  </a:lnTo>
                  <a:lnTo>
                    <a:pt x="8655242" y="4264146"/>
                  </a:lnTo>
                  <a:lnTo>
                    <a:pt x="8622560" y="4168906"/>
                  </a:lnTo>
                  <a:lnTo>
                    <a:pt x="8589875" y="4073584"/>
                  </a:lnTo>
                  <a:lnTo>
                    <a:pt x="8557207" y="3978778"/>
                  </a:lnTo>
                  <a:lnTo>
                    <a:pt x="8524572" y="3885072"/>
                  </a:lnTo>
                  <a:lnTo>
                    <a:pt x="8491981" y="3793019"/>
                  </a:lnTo>
                  <a:lnTo>
                    <a:pt x="8459435" y="3703134"/>
                  </a:lnTo>
                  <a:lnTo>
                    <a:pt x="8426926" y="3615878"/>
                  </a:lnTo>
                  <a:lnTo>
                    <a:pt x="8394428" y="3531649"/>
                  </a:lnTo>
                  <a:lnTo>
                    <a:pt x="8361901" y="3450780"/>
                  </a:lnTo>
                  <a:lnTo>
                    <a:pt x="8329286" y="3373529"/>
                  </a:lnTo>
                  <a:lnTo>
                    <a:pt x="8296501" y="3300087"/>
                  </a:lnTo>
                  <a:lnTo>
                    <a:pt x="8263439" y="3230571"/>
                  </a:lnTo>
                  <a:lnTo>
                    <a:pt x="8229968" y="3165034"/>
                  </a:lnTo>
                  <a:lnTo>
                    <a:pt x="8195921" y="3103466"/>
                  </a:lnTo>
                  <a:lnTo>
                    <a:pt x="8161098" y="3045802"/>
                  </a:lnTo>
                  <a:lnTo>
                    <a:pt x="8151487" y="3030820"/>
                  </a:lnTo>
                  <a:lnTo>
                    <a:pt x="8105667" y="2964843"/>
                  </a:lnTo>
                  <a:lnTo>
                    <a:pt x="8057529" y="2904925"/>
                  </a:lnTo>
                  <a:lnTo>
                    <a:pt x="8006391" y="2850814"/>
                  </a:lnTo>
                  <a:lnTo>
                    <a:pt x="7951508" y="2802056"/>
                  </a:lnTo>
                  <a:lnTo>
                    <a:pt x="7892114" y="2758116"/>
                  </a:lnTo>
                  <a:lnTo>
                    <a:pt x="7827469" y="2718457"/>
                  </a:lnTo>
                  <a:lnTo>
                    <a:pt x="7756924" y="2682588"/>
                  </a:lnTo>
                  <a:lnTo>
                    <a:pt x="7679999" y="2650085"/>
                  </a:lnTo>
                  <a:lnTo>
                    <a:pt x="7596499" y="2620616"/>
                  </a:lnTo>
                  <a:lnTo>
                    <a:pt x="7506652" y="2593936"/>
                  </a:lnTo>
                  <a:lnTo>
                    <a:pt x="7411268" y="2569900"/>
                  </a:lnTo>
                  <a:lnTo>
                    <a:pt x="7311896" y="2548446"/>
                  </a:lnTo>
                  <a:lnTo>
                    <a:pt x="7210915" y="2529585"/>
                  </a:lnTo>
                  <a:lnTo>
                    <a:pt x="7111519" y="2513371"/>
                  </a:lnTo>
                  <a:lnTo>
                    <a:pt x="7017508" y="2499857"/>
                  </a:lnTo>
                  <a:lnTo>
                    <a:pt x="6932871" y="2489050"/>
                  </a:lnTo>
                  <a:lnTo>
                    <a:pt x="6861189" y="2480862"/>
                  </a:lnTo>
                  <a:lnTo>
                    <a:pt x="6804988" y="2475087"/>
                  </a:lnTo>
                  <a:lnTo>
                    <a:pt x="6765209" y="2471392"/>
                  </a:lnTo>
                  <a:lnTo>
                    <a:pt x="6740943" y="2469346"/>
                  </a:lnTo>
                  <a:lnTo>
                    <a:pt x="6729460" y="2468464"/>
                  </a:lnTo>
                  <a:lnTo>
                    <a:pt x="6726343" y="2468245"/>
                  </a:lnTo>
                  <a:lnTo>
                    <a:pt x="5254955" y="2468245"/>
                  </a:lnTo>
                  <a:lnTo>
                    <a:pt x="5253788" y="2468187"/>
                  </a:lnTo>
                  <a:lnTo>
                    <a:pt x="5246121" y="2467771"/>
                  </a:lnTo>
                  <a:lnTo>
                    <a:pt x="5226807" y="2466622"/>
                  </a:lnTo>
                  <a:lnTo>
                    <a:pt x="5192312" y="2464361"/>
                  </a:lnTo>
                  <a:lnTo>
                    <a:pt x="5140970" y="2460637"/>
                  </a:lnTo>
                  <a:lnTo>
                    <a:pt x="5073110" y="2455167"/>
                  </a:lnTo>
                  <a:lnTo>
                    <a:pt x="4990880" y="2447758"/>
                  </a:lnTo>
                  <a:lnTo>
                    <a:pt x="4897761" y="2438316"/>
                  </a:lnTo>
                  <a:lnTo>
                    <a:pt x="4797880" y="2426828"/>
                  </a:lnTo>
                  <a:lnTo>
                    <a:pt x="4695336" y="2413329"/>
                  </a:lnTo>
                  <a:lnTo>
                    <a:pt x="4593678" y="2397863"/>
                  </a:lnTo>
                  <a:lnTo>
                    <a:pt x="4495625" y="2380448"/>
                  </a:lnTo>
                  <a:lnTo>
                    <a:pt x="4403001" y="2361052"/>
                  </a:lnTo>
                  <a:lnTo>
                    <a:pt x="4316813" y="2339578"/>
                  </a:lnTo>
                  <a:lnTo>
                    <a:pt x="4237408" y="2315853"/>
                  </a:lnTo>
                  <a:lnTo>
                    <a:pt x="4164652" y="2289635"/>
                  </a:lnTo>
                  <a:lnTo>
                    <a:pt x="4098084" y="2260608"/>
                  </a:lnTo>
                  <a:lnTo>
                    <a:pt x="4037043" y="2228404"/>
                  </a:lnTo>
                  <a:lnTo>
                    <a:pt x="3980760" y="2192613"/>
                  </a:lnTo>
                  <a:lnTo>
                    <a:pt x="3928433" y="2152822"/>
                  </a:lnTo>
                  <a:lnTo>
                    <a:pt x="3879275" y="2108673"/>
                  </a:lnTo>
                  <a:lnTo>
                    <a:pt x="3832563" y="2059954"/>
                  </a:lnTo>
                  <a:lnTo>
                    <a:pt x="3829811" y="2056871"/>
                  </a:lnTo>
                  <a:lnTo>
                    <a:pt x="3790077" y="2009669"/>
                  </a:lnTo>
                  <a:lnTo>
                    <a:pt x="3751385" y="1958805"/>
                  </a:lnTo>
                  <a:lnTo>
                    <a:pt x="3713435" y="1904204"/>
                  </a:lnTo>
                  <a:lnTo>
                    <a:pt x="3675989" y="1845861"/>
                  </a:lnTo>
                  <a:lnTo>
                    <a:pt x="3638859" y="1783846"/>
                  </a:lnTo>
                  <a:lnTo>
                    <a:pt x="3601904" y="1718309"/>
                  </a:lnTo>
                  <a:lnTo>
                    <a:pt x="3565018" y="1649490"/>
                  </a:lnTo>
                  <a:lnTo>
                    <a:pt x="3528132" y="1577712"/>
                  </a:lnTo>
                  <a:lnTo>
                    <a:pt x="3491205" y="1503382"/>
                  </a:lnTo>
                  <a:lnTo>
                    <a:pt x="3454220" y="1426986"/>
                  </a:lnTo>
                  <a:lnTo>
                    <a:pt x="3417179" y="1349072"/>
                  </a:lnTo>
                  <a:lnTo>
                    <a:pt x="3380100" y="1270238"/>
                  </a:lnTo>
                  <a:lnTo>
                    <a:pt x="3343008" y="1191113"/>
                  </a:lnTo>
                  <a:lnTo>
                    <a:pt x="3305932" y="1112335"/>
                  </a:lnTo>
                  <a:lnTo>
                    <a:pt x="3268896" y="1034530"/>
                  </a:lnTo>
                  <a:lnTo>
                    <a:pt x="3231916" y="958293"/>
                  </a:lnTo>
                  <a:lnTo>
                    <a:pt x="3194993" y="884168"/>
                  </a:lnTo>
                  <a:lnTo>
                    <a:pt x="3158109" y="812632"/>
                  </a:lnTo>
                  <a:lnTo>
                    <a:pt x="3121221" y="744087"/>
                  </a:lnTo>
                  <a:lnTo>
                    <a:pt x="3084255" y="678850"/>
                  </a:lnTo>
                  <a:lnTo>
                    <a:pt x="3047104" y="617150"/>
                  </a:lnTo>
                  <a:lnTo>
                    <a:pt x="3009622" y="559132"/>
                  </a:lnTo>
                  <a:lnTo>
                    <a:pt x="2971617" y="504858"/>
                  </a:lnTo>
                  <a:lnTo>
                    <a:pt x="2932847" y="454316"/>
                  </a:lnTo>
                  <a:lnTo>
                    <a:pt x="2896531" y="411374"/>
                  </a:lnTo>
                  <a:lnTo>
                    <a:pt x="2849946" y="362379"/>
                  </a:lnTo>
                  <a:lnTo>
                    <a:pt x="2800955" y="317957"/>
                  </a:lnTo>
                  <a:lnTo>
                    <a:pt x="2748841" y="277913"/>
                  </a:lnTo>
                  <a:lnTo>
                    <a:pt x="2692819" y="241892"/>
                  </a:lnTo>
                  <a:lnTo>
                    <a:pt x="2632087" y="209484"/>
                  </a:lnTo>
                  <a:lnTo>
                    <a:pt x="2565873" y="180277"/>
                  </a:lnTo>
                  <a:lnTo>
                    <a:pt x="2493506" y="153898"/>
                  </a:lnTo>
                  <a:lnTo>
                    <a:pt x="2414510" y="130031"/>
                  </a:lnTo>
                  <a:lnTo>
                    <a:pt x="2328726" y="108427"/>
                  </a:lnTo>
                  <a:lnTo>
                    <a:pt x="2236469" y="88909"/>
                  </a:lnTo>
                  <a:lnTo>
                    <a:pt x="2138701" y="71376"/>
                  </a:lnTo>
                  <a:lnTo>
                    <a:pt x="2037192" y="55792"/>
                  </a:lnTo>
                  <a:lnTo>
                    <a:pt x="1934608" y="42173"/>
                  </a:lnTo>
                  <a:lnTo>
                    <a:pt x="1834454" y="30563"/>
                  </a:lnTo>
                  <a:lnTo>
                    <a:pt x="1740807" y="20998"/>
                  </a:lnTo>
                  <a:lnTo>
                    <a:pt x="1657813" y="13468"/>
                  </a:lnTo>
                  <a:lnTo>
                    <a:pt x="1589009" y="7885"/>
                  </a:lnTo>
                  <a:lnTo>
                    <a:pt x="1536642" y="4063"/>
                  </a:lnTo>
                  <a:lnTo>
                    <a:pt x="1501159" y="1723"/>
                  </a:lnTo>
                  <a:lnTo>
                    <a:pt x="1481012" y="518"/>
                  </a:lnTo>
                  <a:lnTo>
                    <a:pt x="1472773" y="69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351" name="pl351"/>
            <p:cNvSpPr/>
            <p:nvPr/>
          </p:nvSpPr>
          <p:spPr>
            <a:xfrm>
              <a:off x="4799595" y="5192268"/>
              <a:ext cx="11981298" cy="5843693"/>
            </a:xfrm>
            <a:custGeom>
              <a:avLst/>
              <a:pathLst>
                <a:path w="11981298" h="5843693">
                  <a:moveTo>
                    <a:pt x="0" y="0"/>
                  </a:moveTo>
                  <a:lnTo>
                    <a:pt x="1471387" y="0"/>
                  </a:lnTo>
                  <a:lnTo>
                    <a:pt x="1472554" y="58"/>
                  </a:lnTo>
                  <a:lnTo>
                    <a:pt x="1480222" y="473"/>
                  </a:lnTo>
                  <a:lnTo>
                    <a:pt x="1499535" y="1622"/>
                  </a:lnTo>
                  <a:lnTo>
                    <a:pt x="1534030" y="3884"/>
                  </a:lnTo>
                  <a:lnTo>
                    <a:pt x="1585372" y="7607"/>
                  </a:lnTo>
                  <a:lnTo>
                    <a:pt x="1653232" y="13078"/>
                  </a:lnTo>
                  <a:lnTo>
                    <a:pt x="1735462" y="20487"/>
                  </a:lnTo>
                  <a:lnTo>
                    <a:pt x="1828581" y="29928"/>
                  </a:lnTo>
                  <a:lnTo>
                    <a:pt x="1928462" y="41416"/>
                  </a:lnTo>
                  <a:lnTo>
                    <a:pt x="2031006" y="54915"/>
                  </a:lnTo>
                  <a:lnTo>
                    <a:pt x="2132665" y="70382"/>
                  </a:lnTo>
                  <a:lnTo>
                    <a:pt x="2230717" y="87797"/>
                  </a:lnTo>
                  <a:lnTo>
                    <a:pt x="2323341" y="107192"/>
                  </a:lnTo>
                  <a:lnTo>
                    <a:pt x="2409530" y="128667"/>
                  </a:lnTo>
                  <a:lnTo>
                    <a:pt x="2488934" y="152391"/>
                  </a:lnTo>
                  <a:lnTo>
                    <a:pt x="2561690" y="178610"/>
                  </a:lnTo>
                  <a:lnTo>
                    <a:pt x="2628258" y="207636"/>
                  </a:lnTo>
                  <a:lnTo>
                    <a:pt x="2689299" y="239840"/>
                  </a:lnTo>
                  <a:lnTo>
                    <a:pt x="2745582" y="275631"/>
                  </a:lnTo>
                  <a:lnTo>
                    <a:pt x="2797909" y="315422"/>
                  </a:lnTo>
                  <a:lnTo>
                    <a:pt x="2847067" y="359572"/>
                  </a:lnTo>
                  <a:lnTo>
                    <a:pt x="2893779" y="408290"/>
                  </a:lnTo>
                  <a:lnTo>
                    <a:pt x="2896531" y="411374"/>
                  </a:lnTo>
                  <a:lnTo>
                    <a:pt x="2936265" y="458575"/>
                  </a:lnTo>
                  <a:lnTo>
                    <a:pt x="2974957" y="509440"/>
                  </a:lnTo>
                  <a:lnTo>
                    <a:pt x="3012907" y="564041"/>
                  </a:lnTo>
                  <a:lnTo>
                    <a:pt x="3050353" y="622384"/>
                  </a:lnTo>
                  <a:lnTo>
                    <a:pt x="3087483" y="684399"/>
                  </a:lnTo>
                  <a:lnTo>
                    <a:pt x="3124438" y="749935"/>
                  </a:lnTo>
                  <a:lnTo>
                    <a:pt x="3161324" y="818754"/>
                  </a:lnTo>
                  <a:lnTo>
                    <a:pt x="3198210" y="890533"/>
                  </a:lnTo>
                  <a:lnTo>
                    <a:pt x="3235137" y="964862"/>
                  </a:lnTo>
                  <a:lnTo>
                    <a:pt x="3272122" y="1041258"/>
                  </a:lnTo>
                  <a:lnTo>
                    <a:pt x="3309163" y="1119172"/>
                  </a:lnTo>
                  <a:lnTo>
                    <a:pt x="3346242" y="1198006"/>
                  </a:lnTo>
                  <a:lnTo>
                    <a:pt x="3383334" y="1277131"/>
                  </a:lnTo>
                  <a:lnTo>
                    <a:pt x="3420410" y="1355910"/>
                  </a:lnTo>
                  <a:lnTo>
                    <a:pt x="3457447" y="1433715"/>
                  </a:lnTo>
                  <a:lnTo>
                    <a:pt x="3494427" y="1509952"/>
                  </a:lnTo>
                  <a:lnTo>
                    <a:pt x="3531349" y="1584077"/>
                  </a:lnTo>
                  <a:lnTo>
                    <a:pt x="3568233" y="1655612"/>
                  </a:lnTo>
                  <a:lnTo>
                    <a:pt x="3605121" y="1724157"/>
                  </a:lnTo>
                  <a:lnTo>
                    <a:pt x="3642088" y="1789395"/>
                  </a:lnTo>
                  <a:lnTo>
                    <a:pt x="3679238" y="1851095"/>
                  </a:lnTo>
                  <a:lnTo>
                    <a:pt x="3716721" y="1909113"/>
                  </a:lnTo>
                  <a:lnTo>
                    <a:pt x="3754725" y="1963387"/>
                  </a:lnTo>
                  <a:lnTo>
                    <a:pt x="3793495" y="2013928"/>
                  </a:lnTo>
                  <a:lnTo>
                    <a:pt x="3829811" y="2056871"/>
                  </a:lnTo>
                  <a:lnTo>
                    <a:pt x="3876396" y="2105866"/>
                  </a:lnTo>
                  <a:lnTo>
                    <a:pt x="3925387" y="2150287"/>
                  </a:lnTo>
                  <a:lnTo>
                    <a:pt x="3977502" y="2190331"/>
                  </a:lnTo>
                  <a:lnTo>
                    <a:pt x="4033523" y="2226352"/>
                  </a:lnTo>
                  <a:lnTo>
                    <a:pt x="4094255" y="2258761"/>
                  </a:lnTo>
                  <a:lnTo>
                    <a:pt x="4160469" y="2287968"/>
                  </a:lnTo>
                  <a:lnTo>
                    <a:pt x="4232836" y="2314346"/>
                  </a:lnTo>
                  <a:lnTo>
                    <a:pt x="4311832" y="2338213"/>
                  </a:lnTo>
                  <a:lnTo>
                    <a:pt x="4397616" y="2359818"/>
                  </a:lnTo>
                  <a:lnTo>
                    <a:pt x="4489873" y="2379335"/>
                  </a:lnTo>
                  <a:lnTo>
                    <a:pt x="4587641" y="2396868"/>
                  </a:lnTo>
                  <a:lnTo>
                    <a:pt x="4689150" y="2412452"/>
                  </a:lnTo>
                  <a:lnTo>
                    <a:pt x="4791734" y="2426071"/>
                  </a:lnTo>
                  <a:lnTo>
                    <a:pt x="4891888" y="2437681"/>
                  </a:lnTo>
                  <a:lnTo>
                    <a:pt x="4985535" y="2447247"/>
                  </a:lnTo>
                  <a:lnTo>
                    <a:pt x="5068529" y="2454776"/>
                  </a:lnTo>
                  <a:lnTo>
                    <a:pt x="5137333" y="2460359"/>
                  </a:lnTo>
                  <a:lnTo>
                    <a:pt x="5189700" y="2464181"/>
                  </a:lnTo>
                  <a:lnTo>
                    <a:pt x="5225183" y="2466521"/>
                  </a:lnTo>
                  <a:lnTo>
                    <a:pt x="5245330" y="2467726"/>
                  </a:lnTo>
                  <a:lnTo>
                    <a:pt x="5253569" y="2468175"/>
                  </a:lnTo>
                  <a:lnTo>
                    <a:pt x="5254955" y="2468245"/>
                  </a:lnTo>
                  <a:lnTo>
                    <a:pt x="5254955" y="2468245"/>
                  </a:lnTo>
                  <a:lnTo>
                    <a:pt x="6726343" y="2468245"/>
                  </a:lnTo>
                  <a:lnTo>
                    <a:pt x="6727455" y="2468321"/>
                  </a:lnTo>
                  <a:lnTo>
                    <a:pt x="6734773" y="2468862"/>
                  </a:lnTo>
                  <a:lnTo>
                    <a:pt x="6753233" y="2470358"/>
                  </a:lnTo>
                  <a:lnTo>
                    <a:pt x="6786270" y="2473303"/>
                  </a:lnTo>
                  <a:lnTo>
                    <a:pt x="6835576" y="2478156"/>
                  </a:lnTo>
                  <a:lnTo>
                    <a:pt x="6900975" y="2485297"/>
                  </a:lnTo>
                  <a:lnTo>
                    <a:pt x="6980554" y="2494985"/>
                  </a:lnTo>
                  <a:lnTo>
                    <a:pt x="7071101" y="2507358"/>
                  </a:lnTo>
                  <a:lnTo>
                    <a:pt x="7168718" y="2522441"/>
                  </a:lnTo>
                  <a:lnTo>
                    <a:pt x="7269464" y="2540196"/>
                  </a:lnTo>
                  <a:lnTo>
                    <a:pt x="7369851" y="2560564"/>
                  </a:lnTo>
                  <a:lnTo>
                    <a:pt x="7467147" y="2583512"/>
                  </a:lnTo>
                  <a:lnTo>
                    <a:pt x="7559461" y="2609068"/>
                  </a:lnTo>
                  <a:lnTo>
                    <a:pt x="7645687" y="2637340"/>
                  </a:lnTo>
                  <a:lnTo>
                    <a:pt x="7725374" y="2668532"/>
                  </a:lnTo>
                  <a:lnTo>
                    <a:pt x="7798557" y="2702939"/>
                  </a:lnTo>
                  <a:lnTo>
                    <a:pt x="7865611" y="2740948"/>
                  </a:lnTo>
                  <a:lnTo>
                    <a:pt x="7927127" y="2783024"/>
                  </a:lnTo>
                  <a:lnTo>
                    <a:pt x="7983814" y="2829690"/>
                  </a:lnTo>
                  <a:lnTo>
                    <a:pt x="8036433" y="2881488"/>
                  </a:lnTo>
                  <a:lnTo>
                    <a:pt x="8085745" y="2938918"/>
                  </a:lnTo>
                  <a:lnTo>
                    <a:pt x="8132463" y="3002336"/>
                  </a:lnTo>
                  <a:lnTo>
                    <a:pt x="8151487" y="3030820"/>
                  </a:lnTo>
                  <a:lnTo>
                    <a:pt x="8186561" y="3087443"/>
                  </a:lnTo>
                  <a:lnTo>
                    <a:pt x="8220797" y="3147943"/>
                  </a:lnTo>
                  <a:lnTo>
                    <a:pt x="8254407" y="3212400"/>
                  </a:lnTo>
                  <a:lnTo>
                    <a:pt x="8287565" y="3280839"/>
                  </a:lnTo>
                  <a:lnTo>
                    <a:pt x="8320414" y="3353225"/>
                  </a:lnTo>
                  <a:lnTo>
                    <a:pt x="8353066" y="3429458"/>
                  </a:lnTo>
                  <a:lnTo>
                    <a:pt x="8385610" y="3509369"/>
                  </a:lnTo>
                  <a:lnTo>
                    <a:pt x="8418111" y="3592716"/>
                  </a:lnTo>
                  <a:lnTo>
                    <a:pt x="8450614" y="3679188"/>
                  </a:lnTo>
                  <a:lnTo>
                    <a:pt x="8483148" y="3768403"/>
                  </a:lnTo>
                  <a:lnTo>
                    <a:pt x="8515727" y="3859916"/>
                  </a:lnTo>
                  <a:lnTo>
                    <a:pt x="8548351" y="3953228"/>
                  </a:lnTo>
                  <a:lnTo>
                    <a:pt x="8581011" y="4047792"/>
                  </a:lnTo>
                  <a:lnTo>
                    <a:pt x="8613693" y="4143032"/>
                  </a:lnTo>
                  <a:lnTo>
                    <a:pt x="8646378" y="4238354"/>
                  </a:lnTo>
                  <a:lnTo>
                    <a:pt x="8679046" y="4333160"/>
                  </a:lnTo>
                  <a:lnTo>
                    <a:pt x="8711681" y="4426867"/>
                  </a:lnTo>
                  <a:lnTo>
                    <a:pt x="8744272" y="4518919"/>
                  </a:lnTo>
                  <a:lnTo>
                    <a:pt x="8776818" y="4608804"/>
                  </a:lnTo>
                  <a:lnTo>
                    <a:pt x="8809328" y="4696061"/>
                  </a:lnTo>
                  <a:lnTo>
                    <a:pt x="8841825" y="4780289"/>
                  </a:lnTo>
                  <a:lnTo>
                    <a:pt x="8874352" y="4861159"/>
                  </a:lnTo>
                  <a:lnTo>
                    <a:pt x="8906967" y="4938409"/>
                  </a:lnTo>
                  <a:lnTo>
                    <a:pt x="8939753" y="5011851"/>
                  </a:lnTo>
                  <a:lnTo>
                    <a:pt x="8972814" y="5081367"/>
                  </a:lnTo>
                  <a:lnTo>
                    <a:pt x="9006285" y="5146904"/>
                  </a:lnTo>
                  <a:lnTo>
                    <a:pt x="9040332" y="5208472"/>
                  </a:lnTo>
                  <a:lnTo>
                    <a:pt x="9075156" y="5266136"/>
                  </a:lnTo>
                  <a:lnTo>
                    <a:pt x="9084767" y="5281119"/>
                  </a:lnTo>
                  <a:lnTo>
                    <a:pt x="9130586" y="5347095"/>
                  </a:lnTo>
                  <a:lnTo>
                    <a:pt x="9178724" y="5407013"/>
                  </a:lnTo>
                  <a:lnTo>
                    <a:pt x="9229862" y="5461124"/>
                  </a:lnTo>
                  <a:lnTo>
                    <a:pt x="9284745" y="5509882"/>
                  </a:lnTo>
                  <a:lnTo>
                    <a:pt x="9344139" y="5553822"/>
                  </a:lnTo>
                  <a:lnTo>
                    <a:pt x="9408784" y="5593481"/>
                  </a:lnTo>
                  <a:lnTo>
                    <a:pt x="9479329" y="5629351"/>
                  </a:lnTo>
                  <a:lnTo>
                    <a:pt x="9556254" y="5661853"/>
                  </a:lnTo>
                  <a:lnTo>
                    <a:pt x="9639754" y="5691323"/>
                  </a:lnTo>
                  <a:lnTo>
                    <a:pt x="9729602" y="5718002"/>
                  </a:lnTo>
                  <a:lnTo>
                    <a:pt x="9824985" y="5742039"/>
                  </a:lnTo>
                  <a:lnTo>
                    <a:pt x="9924357" y="5763493"/>
                  </a:lnTo>
                  <a:lnTo>
                    <a:pt x="10025338" y="5782353"/>
                  </a:lnTo>
                  <a:lnTo>
                    <a:pt x="10124734" y="5798567"/>
                  </a:lnTo>
                  <a:lnTo>
                    <a:pt x="10218745" y="5812081"/>
                  </a:lnTo>
                  <a:lnTo>
                    <a:pt x="10303382" y="5822889"/>
                  </a:lnTo>
                  <a:lnTo>
                    <a:pt x="10375064" y="5831076"/>
                  </a:lnTo>
                  <a:lnTo>
                    <a:pt x="10431265" y="5836851"/>
                  </a:lnTo>
                  <a:lnTo>
                    <a:pt x="10471044" y="5840547"/>
                  </a:lnTo>
                  <a:lnTo>
                    <a:pt x="10495310" y="5842592"/>
                  </a:lnTo>
                  <a:lnTo>
                    <a:pt x="10506793" y="5843474"/>
                  </a:lnTo>
                  <a:lnTo>
                    <a:pt x="10509825" y="5843688"/>
                  </a:lnTo>
                  <a:lnTo>
                    <a:pt x="10509911" y="5843693"/>
                  </a:lnTo>
                  <a:lnTo>
                    <a:pt x="11981298" y="584369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52" name="pl352"/>
            <p:cNvSpPr/>
            <p:nvPr/>
          </p:nvSpPr>
          <p:spPr>
            <a:xfrm>
              <a:off x="4799595" y="5175922"/>
              <a:ext cx="11981298" cy="5843693"/>
            </a:xfrm>
            <a:custGeom>
              <a:avLst/>
              <a:pathLst>
                <a:path w="11981298" h="5843693">
                  <a:moveTo>
                    <a:pt x="11981298" y="5843693"/>
                  </a:moveTo>
                  <a:lnTo>
                    <a:pt x="10509911" y="5843693"/>
                  </a:lnTo>
                  <a:lnTo>
                    <a:pt x="10508798" y="5843617"/>
                  </a:lnTo>
                  <a:lnTo>
                    <a:pt x="10501480" y="5843076"/>
                  </a:lnTo>
                  <a:lnTo>
                    <a:pt x="10483020" y="5841581"/>
                  </a:lnTo>
                  <a:lnTo>
                    <a:pt x="10449983" y="5838636"/>
                  </a:lnTo>
                  <a:lnTo>
                    <a:pt x="10400677" y="5833782"/>
                  </a:lnTo>
                  <a:lnTo>
                    <a:pt x="10335279" y="5826641"/>
                  </a:lnTo>
                  <a:lnTo>
                    <a:pt x="10255699" y="5816953"/>
                  </a:lnTo>
                  <a:lnTo>
                    <a:pt x="10165153" y="5804581"/>
                  </a:lnTo>
                  <a:lnTo>
                    <a:pt x="10067535" y="5789497"/>
                  </a:lnTo>
                  <a:lnTo>
                    <a:pt x="9966790" y="5771742"/>
                  </a:lnTo>
                  <a:lnTo>
                    <a:pt x="9866402" y="5751374"/>
                  </a:lnTo>
                  <a:lnTo>
                    <a:pt x="9769106" y="5728426"/>
                  </a:lnTo>
                  <a:lnTo>
                    <a:pt x="9676793" y="5702870"/>
                  </a:lnTo>
                  <a:lnTo>
                    <a:pt x="9590566" y="5674598"/>
                  </a:lnTo>
                  <a:lnTo>
                    <a:pt x="9510879" y="5643406"/>
                  </a:lnTo>
                  <a:lnTo>
                    <a:pt x="9437696" y="5608999"/>
                  </a:lnTo>
                  <a:lnTo>
                    <a:pt x="9370642" y="5570990"/>
                  </a:lnTo>
                  <a:lnTo>
                    <a:pt x="9309126" y="5528914"/>
                  </a:lnTo>
                  <a:lnTo>
                    <a:pt x="9252439" y="5482248"/>
                  </a:lnTo>
                  <a:lnTo>
                    <a:pt x="9199820" y="5430451"/>
                  </a:lnTo>
                  <a:lnTo>
                    <a:pt x="9150508" y="5373021"/>
                  </a:lnTo>
                  <a:lnTo>
                    <a:pt x="9103790" y="5309602"/>
                  </a:lnTo>
                  <a:lnTo>
                    <a:pt x="9084767" y="5281119"/>
                  </a:lnTo>
                  <a:lnTo>
                    <a:pt x="9049692" y="5224496"/>
                  </a:lnTo>
                  <a:lnTo>
                    <a:pt x="9015456" y="5163995"/>
                  </a:lnTo>
                  <a:lnTo>
                    <a:pt x="8981847" y="5099538"/>
                  </a:lnTo>
                  <a:lnTo>
                    <a:pt x="8948688" y="5031099"/>
                  </a:lnTo>
                  <a:lnTo>
                    <a:pt x="8915840" y="4958713"/>
                  </a:lnTo>
                  <a:lnTo>
                    <a:pt x="8883187" y="4882480"/>
                  </a:lnTo>
                  <a:lnTo>
                    <a:pt x="8850643" y="4802570"/>
                  </a:lnTo>
                  <a:lnTo>
                    <a:pt x="8818143" y="4719222"/>
                  </a:lnTo>
                  <a:lnTo>
                    <a:pt x="8785639" y="4632751"/>
                  </a:lnTo>
                  <a:lnTo>
                    <a:pt x="8753105" y="4543536"/>
                  </a:lnTo>
                  <a:lnTo>
                    <a:pt x="8720526" y="4452022"/>
                  </a:lnTo>
                  <a:lnTo>
                    <a:pt x="8687902" y="4358711"/>
                  </a:lnTo>
                  <a:lnTo>
                    <a:pt x="8655242" y="4264146"/>
                  </a:lnTo>
                  <a:lnTo>
                    <a:pt x="8622560" y="4168906"/>
                  </a:lnTo>
                  <a:lnTo>
                    <a:pt x="8589875" y="4073584"/>
                  </a:lnTo>
                  <a:lnTo>
                    <a:pt x="8557207" y="3978778"/>
                  </a:lnTo>
                  <a:lnTo>
                    <a:pt x="8524572" y="3885072"/>
                  </a:lnTo>
                  <a:lnTo>
                    <a:pt x="8491981" y="3793019"/>
                  </a:lnTo>
                  <a:lnTo>
                    <a:pt x="8459435" y="3703134"/>
                  </a:lnTo>
                  <a:lnTo>
                    <a:pt x="8426926" y="3615878"/>
                  </a:lnTo>
                  <a:lnTo>
                    <a:pt x="8394428" y="3531649"/>
                  </a:lnTo>
                  <a:lnTo>
                    <a:pt x="8361901" y="3450780"/>
                  </a:lnTo>
                  <a:lnTo>
                    <a:pt x="8329286" y="3373529"/>
                  </a:lnTo>
                  <a:lnTo>
                    <a:pt x="8296501" y="3300087"/>
                  </a:lnTo>
                  <a:lnTo>
                    <a:pt x="8263439" y="3230571"/>
                  </a:lnTo>
                  <a:lnTo>
                    <a:pt x="8229968" y="3165034"/>
                  </a:lnTo>
                  <a:lnTo>
                    <a:pt x="8195921" y="3103466"/>
                  </a:lnTo>
                  <a:lnTo>
                    <a:pt x="8161098" y="3045802"/>
                  </a:lnTo>
                  <a:lnTo>
                    <a:pt x="8151487" y="3030820"/>
                  </a:lnTo>
                  <a:lnTo>
                    <a:pt x="8105667" y="2964843"/>
                  </a:lnTo>
                  <a:lnTo>
                    <a:pt x="8057529" y="2904925"/>
                  </a:lnTo>
                  <a:lnTo>
                    <a:pt x="8006391" y="2850814"/>
                  </a:lnTo>
                  <a:lnTo>
                    <a:pt x="7951508" y="2802056"/>
                  </a:lnTo>
                  <a:lnTo>
                    <a:pt x="7892114" y="2758116"/>
                  </a:lnTo>
                  <a:lnTo>
                    <a:pt x="7827469" y="2718457"/>
                  </a:lnTo>
                  <a:lnTo>
                    <a:pt x="7756924" y="2682588"/>
                  </a:lnTo>
                  <a:lnTo>
                    <a:pt x="7679999" y="2650085"/>
                  </a:lnTo>
                  <a:lnTo>
                    <a:pt x="7596499" y="2620616"/>
                  </a:lnTo>
                  <a:lnTo>
                    <a:pt x="7506652" y="2593936"/>
                  </a:lnTo>
                  <a:lnTo>
                    <a:pt x="7411268" y="2569900"/>
                  </a:lnTo>
                  <a:lnTo>
                    <a:pt x="7311896" y="2548446"/>
                  </a:lnTo>
                  <a:lnTo>
                    <a:pt x="7210915" y="2529585"/>
                  </a:lnTo>
                  <a:lnTo>
                    <a:pt x="7111519" y="2513371"/>
                  </a:lnTo>
                  <a:lnTo>
                    <a:pt x="7017508" y="2499857"/>
                  </a:lnTo>
                  <a:lnTo>
                    <a:pt x="6932871" y="2489050"/>
                  </a:lnTo>
                  <a:lnTo>
                    <a:pt x="6861189" y="2480862"/>
                  </a:lnTo>
                  <a:lnTo>
                    <a:pt x="6804988" y="2475087"/>
                  </a:lnTo>
                  <a:lnTo>
                    <a:pt x="6765209" y="2471392"/>
                  </a:lnTo>
                  <a:lnTo>
                    <a:pt x="6740943" y="2469346"/>
                  </a:lnTo>
                  <a:lnTo>
                    <a:pt x="6729460" y="2468464"/>
                  </a:lnTo>
                  <a:lnTo>
                    <a:pt x="6726428" y="2468251"/>
                  </a:lnTo>
                  <a:lnTo>
                    <a:pt x="6726343" y="2468245"/>
                  </a:lnTo>
                  <a:lnTo>
                    <a:pt x="5254955" y="2468245"/>
                  </a:lnTo>
                  <a:lnTo>
                    <a:pt x="5253788" y="2468187"/>
                  </a:lnTo>
                  <a:lnTo>
                    <a:pt x="5246121" y="2467771"/>
                  </a:lnTo>
                  <a:lnTo>
                    <a:pt x="5226807" y="2466622"/>
                  </a:lnTo>
                  <a:lnTo>
                    <a:pt x="5192312" y="2464361"/>
                  </a:lnTo>
                  <a:lnTo>
                    <a:pt x="5140970" y="2460637"/>
                  </a:lnTo>
                  <a:lnTo>
                    <a:pt x="5073110" y="2455167"/>
                  </a:lnTo>
                  <a:lnTo>
                    <a:pt x="4990880" y="2447758"/>
                  </a:lnTo>
                  <a:lnTo>
                    <a:pt x="4897761" y="2438316"/>
                  </a:lnTo>
                  <a:lnTo>
                    <a:pt x="4797880" y="2426828"/>
                  </a:lnTo>
                  <a:lnTo>
                    <a:pt x="4695336" y="2413329"/>
                  </a:lnTo>
                  <a:lnTo>
                    <a:pt x="4593678" y="2397863"/>
                  </a:lnTo>
                  <a:lnTo>
                    <a:pt x="4495625" y="2380448"/>
                  </a:lnTo>
                  <a:lnTo>
                    <a:pt x="4403001" y="2361052"/>
                  </a:lnTo>
                  <a:lnTo>
                    <a:pt x="4316813" y="2339578"/>
                  </a:lnTo>
                  <a:lnTo>
                    <a:pt x="4237408" y="2315853"/>
                  </a:lnTo>
                  <a:lnTo>
                    <a:pt x="4164652" y="2289635"/>
                  </a:lnTo>
                  <a:lnTo>
                    <a:pt x="4098084" y="2260608"/>
                  </a:lnTo>
                  <a:lnTo>
                    <a:pt x="4037043" y="2228404"/>
                  </a:lnTo>
                  <a:lnTo>
                    <a:pt x="3980760" y="2192613"/>
                  </a:lnTo>
                  <a:lnTo>
                    <a:pt x="3928433" y="2152822"/>
                  </a:lnTo>
                  <a:lnTo>
                    <a:pt x="3879275" y="2108673"/>
                  </a:lnTo>
                  <a:lnTo>
                    <a:pt x="3832563" y="2059954"/>
                  </a:lnTo>
                  <a:lnTo>
                    <a:pt x="3829811" y="2056871"/>
                  </a:lnTo>
                  <a:lnTo>
                    <a:pt x="3790077" y="2009669"/>
                  </a:lnTo>
                  <a:lnTo>
                    <a:pt x="3751385" y="1958805"/>
                  </a:lnTo>
                  <a:lnTo>
                    <a:pt x="3713435" y="1904204"/>
                  </a:lnTo>
                  <a:lnTo>
                    <a:pt x="3675989" y="1845861"/>
                  </a:lnTo>
                  <a:lnTo>
                    <a:pt x="3638859" y="1783846"/>
                  </a:lnTo>
                  <a:lnTo>
                    <a:pt x="3601904" y="1718309"/>
                  </a:lnTo>
                  <a:lnTo>
                    <a:pt x="3565018" y="1649490"/>
                  </a:lnTo>
                  <a:lnTo>
                    <a:pt x="3528132" y="1577712"/>
                  </a:lnTo>
                  <a:lnTo>
                    <a:pt x="3491205" y="1503382"/>
                  </a:lnTo>
                  <a:lnTo>
                    <a:pt x="3454220" y="1426986"/>
                  </a:lnTo>
                  <a:lnTo>
                    <a:pt x="3417179" y="1349072"/>
                  </a:lnTo>
                  <a:lnTo>
                    <a:pt x="3380100" y="1270238"/>
                  </a:lnTo>
                  <a:lnTo>
                    <a:pt x="3343008" y="1191113"/>
                  </a:lnTo>
                  <a:lnTo>
                    <a:pt x="3305932" y="1112335"/>
                  </a:lnTo>
                  <a:lnTo>
                    <a:pt x="3268896" y="1034530"/>
                  </a:lnTo>
                  <a:lnTo>
                    <a:pt x="3231916" y="958293"/>
                  </a:lnTo>
                  <a:lnTo>
                    <a:pt x="3194993" y="884168"/>
                  </a:lnTo>
                  <a:lnTo>
                    <a:pt x="3158109" y="812632"/>
                  </a:lnTo>
                  <a:lnTo>
                    <a:pt x="3121221" y="744087"/>
                  </a:lnTo>
                  <a:lnTo>
                    <a:pt x="3084255" y="678850"/>
                  </a:lnTo>
                  <a:lnTo>
                    <a:pt x="3047104" y="617150"/>
                  </a:lnTo>
                  <a:lnTo>
                    <a:pt x="3009622" y="559132"/>
                  </a:lnTo>
                  <a:lnTo>
                    <a:pt x="2971617" y="504858"/>
                  </a:lnTo>
                  <a:lnTo>
                    <a:pt x="2932847" y="454316"/>
                  </a:lnTo>
                  <a:lnTo>
                    <a:pt x="2896531" y="411374"/>
                  </a:lnTo>
                  <a:lnTo>
                    <a:pt x="2849946" y="362379"/>
                  </a:lnTo>
                  <a:lnTo>
                    <a:pt x="2800955" y="317957"/>
                  </a:lnTo>
                  <a:lnTo>
                    <a:pt x="2748841" y="277913"/>
                  </a:lnTo>
                  <a:lnTo>
                    <a:pt x="2692819" y="241892"/>
                  </a:lnTo>
                  <a:lnTo>
                    <a:pt x="2632087" y="209484"/>
                  </a:lnTo>
                  <a:lnTo>
                    <a:pt x="2565873" y="180277"/>
                  </a:lnTo>
                  <a:lnTo>
                    <a:pt x="2493506" y="153898"/>
                  </a:lnTo>
                  <a:lnTo>
                    <a:pt x="2414510" y="130031"/>
                  </a:lnTo>
                  <a:lnTo>
                    <a:pt x="2328726" y="108427"/>
                  </a:lnTo>
                  <a:lnTo>
                    <a:pt x="2236469" y="88909"/>
                  </a:lnTo>
                  <a:lnTo>
                    <a:pt x="2138701" y="71376"/>
                  </a:lnTo>
                  <a:lnTo>
                    <a:pt x="2037192" y="55792"/>
                  </a:lnTo>
                  <a:lnTo>
                    <a:pt x="1934608" y="42173"/>
                  </a:lnTo>
                  <a:lnTo>
                    <a:pt x="1834454" y="30563"/>
                  </a:lnTo>
                  <a:lnTo>
                    <a:pt x="1740807" y="20998"/>
                  </a:lnTo>
                  <a:lnTo>
                    <a:pt x="1657813" y="13468"/>
                  </a:lnTo>
                  <a:lnTo>
                    <a:pt x="1589009" y="7885"/>
                  </a:lnTo>
                  <a:lnTo>
                    <a:pt x="1536642" y="4063"/>
                  </a:lnTo>
                  <a:lnTo>
                    <a:pt x="1501159" y="1723"/>
                  </a:lnTo>
                  <a:lnTo>
                    <a:pt x="1481012" y="518"/>
                  </a:lnTo>
                  <a:lnTo>
                    <a:pt x="1472773" y="69"/>
                  </a:lnTo>
                  <a:lnTo>
                    <a:pt x="1471387" y="0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53" name="pg353"/>
            <p:cNvSpPr/>
            <p:nvPr/>
          </p:nvSpPr>
          <p:spPr>
            <a:xfrm>
              <a:off x="4799595" y="3018250"/>
              <a:ext cx="11981298" cy="670185"/>
            </a:xfrm>
            <a:custGeom>
              <a:avLst/>
              <a:pathLst>
                <a:path w="11981298" h="670185">
                  <a:moveTo>
                    <a:pt x="0" y="8172"/>
                  </a:moveTo>
                  <a:lnTo>
                    <a:pt x="1471387" y="8172"/>
                  </a:lnTo>
                  <a:lnTo>
                    <a:pt x="1472619" y="8189"/>
                  </a:lnTo>
                  <a:lnTo>
                    <a:pt x="1480707" y="8307"/>
                  </a:lnTo>
                  <a:lnTo>
                    <a:pt x="1501043" y="8633"/>
                  </a:lnTo>
                  <a:lnTo>
                    <a:pt x="1537277" y="9274"/>
                  </a:lnTo>
                  <a:lnTo>
                    <a:pt x="1591034" y="10329"/>
                  </a:lnTo>
                  <a:lnTo>
                    <a:pt x="1661792" y="11877"/>
                  </a:lnTo>
                  <a:lnTo>
                    <a:pt x="1747108" y="13967"/>
                  </a:lnTo>
                  <a:lnTo>
                    <a:pt x="1843186" y="16626"/>
                  </a:lnTo>
                  <a:lnTo>
                    <a:pt x="1945627" y="19852"/>
                  </a:lnTo>
                  <a:lnTo>
                    <a:pt x="2050164" y="23637"/>
                  </a:lnTo>
                  <a:lnTo>
                    <a:pt x="2153186" y="27967"/>
                  </a:lnTo>
                  <a:lnTo>
                    <a:pt x="2252006" y="32840"/>
                  </a:lnTo>
                  <a:lnTo>
                    <a:pt x="2344893" y="38269"/>
                  </a:lnTo>
                  <a:lnTo>
                    <a:pt x="2430960" y="44287"/>
                  </a:lnTo>
                  <a:lnTo>
                    <a:pt x="2509983" y="50946"/>
                  </a:lnTo>
                  <a:lnTo>
                    <a:pt x="2582214" y="58322"/>
                  </a:lnTo>
                  <a:lnTo>
                    <a:pt x="2648212" y="66510"/>
                  </a:lnTo>
                  <a:lnTo>
                    <a:pt x="2708722" y="75617"/>
                  </a:lnTo>
                  <a:lnTo>
                    <a:pt x="2764571" y="85761"/>
                  </a:lnTo>
                  <a:lnTo>
                    <a:pt x="2816611" y="97057"/>
                  </a:lnTo>
                  <a:lnTo>
                    <a:pt x="2865653" y="109595"/>
                  </a:lnTo>
                  <a:lnTo>
                    <a:pt x="2896531" y="118508"/>
                  </a:lnTo>
                  <a:lnTo>
                    <a:pt x="2950051" y="135879"/>
                  </a:lnTo>
                  <a:lnTo>
                    <a:pt x="3001862" y="155065"/>
                  </a:lnTo>
                  <a:lnTo>
                    <a:pt x="3052625" y="176090"/>
                  </a:lnTo>
                  <a:lnTo>
                    <a:pt x="3102821" y="198914"/>
                  </a:lnTo>
                  <a:lnTo>
                    <a:pt x="3152781" y="223422"/>
                  </a:lnTo>
                  <a:lnTo>
                    <a:pt x="3202712" y="249422"/>
                  </a:lnTo>
                  <a:lnTo>
                    <a:pt x="3252722" y="276646"/>
                  </a:lnTo>
                  <a:lnTo>
                    <a:pt x="3302838" y="304760"/>
                  </a:lnTo>
                  <a:lnTo>
                    <a:pt x="3353030" y="333375"/>
                  </a:lnTo>
                  <a:lnTo>
                    <a:pt x="3403235" y="362077"/>
                  </a:lnTo>
                  <a:lnTo>
                    <a:pt x="3453388" y="390441"/>
                  </a:lnTo>
                  <a:lnTo>
                    <a:pt x="3503441" y="418068"/>
                  </a:lnTo>
                  <a:lnTo>
                    <a:pt x="3553396" y="444599"/>
                  </a:lnTo>
                  <a:lnTo>
                    <a:pt x="3603326" y="469738"/>
                  </a:lnTo>
                  <a:lnTo>
                    <a:pt x="3653394" y="493260"/>
                  </a:lnTo>
                  <a:lnTo>
                    <a:pt x="3703879" y="515021"/>
                  </a:lnTo>
                  <a:lnTo>
                    <a:pt x="3755198" y="534950"/>
                  </a:lnTo>
                  <a:lnTo>
                    <a:pt x="3807935" y="553047"/>
                  </a:lnTo>
                  <a:lnTo>
                    <a:pt x="3829811" y="559850"/>
                  </a:lnTo>
                  <a:lnTo>
                    <a:pt x="3877287" y="573225"/>
                  </a:lnTo>
                  <a:lnTo>
                    <a:pt x="3927274" y="585327"/>
                  </a:lnTo>
                  <a:lnTo>
                    <a:pt x="3980531" y="596215"/>
                  </a:lnTo>
                  <a:lnTo>
                    <a:pt x="4037889" y="605989"/>
                  </a:lnTo>
                  <a:lnTo>
                    <a:pt x="4100198" y="614766"/>
                  </a:lnTo>
                  <a:lnTo>
                    <a:pt x="4168266" y="622662"/>
                  </a:lnTo>
                  <a:lnTo>
                    <a:pt x="4242785" y="629782"/>
                  </a:lnTo>
                  <a:lnTo>
                    <a:pt x="4324226" y="636213"/>
                  </a:lnTo>
                  <a:lnTo>
                    <a:pt x="4412696" y="642022"/>
                  </a:lnTo>
                  <a:lnTo>
                    <a:pt x="4507765" y="647257"/>
                  </a:lnTo>
                  <a:lnTo>
                    <a:pt x="4608275" y="651943"/>
                  </a:lnTo>
                  <a:lnTo>
                    <a:pt x="4712172" y="656086"/>
                  </a:lnTo>
                  <a:lnTo>
                    <a:pt x="4816436" y="659680"/>
                  </a:lnTo>
                  <a:lnTo>
                    <a:pt x="4917188" y="662712"/>
                  </a:lnTo>
                  <a:lnTo>
                    <a:pt x="5010042" y="665174"/>
                  </a:lnTo>
                  <a:lnTo>
                    <a:pt x="5090720" y="667074"/>
                  </a:lnTo>
                  <a:lnTo>
                    <a:pt x="5155811" y="668444"/>
                  </a:lnTo>
                  <a:lnTo>
                    <a:pt x="5203484" y="669346"/>
                  </a:lnTo>
                  <a:lnTo>
                    <a:pt x="5233952" y="669867"/>
                  </a:lnTo>
                  <a:lnTo>
                    <a:pt x="5249564" y="670110"/>
                  </a:lnTo>
                  <a:lnTo>
                    <a:pt x="5254601" y="670181"/>
                  </a:lnTo>
                  <a:lnTo>
                    <a:pt x="5254955" y="670185"/>
                  </a:lnTo>
                  <a:lnTo>
                    <a:pt x="6726343" y="670185"/>
                  </a:lnTo>
                  <a:lnTo>
                    <a:pt x="6727580" y="670179"/>
                  </a:lnTo>
                  <a:lnTo>
                    <a:pt x="6735696" y="670132"/>
                  </a:lnTo>
                  <a:lnTo>
                    <a:pt x="6756104" y="670003"/>
                  </a:lnTo>
                  <a:lnTo>
                    <a:pt x="6792460" y="669748"/>
                  </a:lnTo>
                  <a:lnTo>
                    <a:pt x="6846384" y="669330"/>
                  </a:lnTo>
                  <a:lnTo>
                    <a:pt x="6917342" y="668717"/>
                  </a:lnTo>
                  <a:lnTo>
                    <a:pt x="7002871" y="667888"/>
                  </a:lnTo>
                  <a:lnTo>
                    <a:pt x="7099151" y="666834"/>
                  </a:lnTo>
                  <a:lnTo>
                    <a:pt x="7201765" y="665555"/>
                  </a:lnTo>
                  <a:lnTo>
                    <a:pt x="7306435" y="664056"/>
                  </a:lnTo>
                  <a:lnTo>
                    <a:pt x="7409547" y="662340"/>
                  </a:lnTo>
                  <a:lnTo>
                    <a:pt x="7508415" y="660409"/>
                  </a:lnTo>
                  <a:lnTo>
                    <a:pt x="7601316" y="658258"/>
                  </a:lnTo>
                  <a:lnTo>
                    <a:pt x="7687371" y="655874"/>
                  </a:lnTo>
                  <a:lnTo>
                    <a:pt x="7766367" y="653235"/>
                  </a:lnTo>
                  <a:lnTo>
                    <a:pt x="7838560" y="650311"/>
                  </a:lnTo>
                  <a:lnTo>
                    <a:pt x="7904520" y="647065"/>
                  </a:lnTo>
                  <a:lnTo>
                    <a:pt x="7964993" y="643455"/>
                  </a:lnTo>
                  <a:lnTo>
                    <a:pt x="8020815" y="639432"/>
                  </a:lnTo>
                  <a:lnTo>
                    <a:pt x="8072837" y="634952"/>
                  </a:lnTo>
                  <a:lnTo>
                    <a:pt x="8121873" y="629979"/>
                  </a:lnTo>
                  <a:lnTo>
                    <a:pt x="8151487" y="626596"/>
                  </a:lnTo>
                  <a:lnTo>
                    <a:pt x="8207252" y="619424"/>
                  </a:lnTo>
                  <a:lnTo>
                    <a:pt x="8261193" y="611472"/>
                  </a:lnTo>
                  <a:lnTo>
                    <a:pt x="8314045" y="602730"/>
                  </a:lnTo>
                  <a:lnTo>
                    <a:pt x="8366333" y="593220"/>
                  </a:lnTo>
                  <a:lnTo>
                    <a:pt x="8418411" y="582998"/>
                  </a:lnTo>
                  <a:lnTo>
                    <a:pt x="8470491" y="572158"/>
                  </a:lnTo>
                  <a:lnTo>
                    <a:pt x="8522671" y="560827"/>
                  </a:lnTo>
                  <a:lnTo>
                    <a:pt x="8574960" y="549161"/>
                  </a:lnTo>
                  <a:lnTo>
                    <a:pt x="8627312" y="537341"/>
                  </a:lnTo>
                  <a:lnTo>
                    <a:pt x="8679650" y="525553"/>
                  </a:lnTo>
                  <a:lnTo>
                    <a:pt x="8731904" y="513985"/>
                  </a:lnTo>
                  <a:lnTo>
                    <a:pt x="8784044" y="502810"/>
                  </a:lnTo>
                  <a:lnTo>
                    <a:pt x="8836107" y="492174"/>
                  </a:lnTo>
                  <a:lnTo>
                    <a:pt x="8888228" y="482194"/>
                  </a:lnTo>
                  <a:lnTo>
                    <a:pt x="8940665" y="472949"/>
                  </a:lnTo>
                  <a:lnTo>
                    <a:pt x="8993830" y="464483"/>
                  </a:lnTo>
                  <a:lnTo>
                    <a:pt x="9048314" y="456807"/>
                  </a:lnTo>
                  <a:lnTo>
                    <a:pt x="9084767" y="452239"/>
                  </a:lnTo>
                  <a:lnTo>
                    <a:pt x="9132304" y="446948"/>
                  </a:lnTo>
                  <a:lnTo>
                    <a:pt x="9182360" y="442162"/>
                  </a:lnTo>
                  <a:lnTo>
                    <a:pt x="9235696" y="437857"/>
                  </a:lnTo>
                  <a:lnTo>
                    <a:pt x="9293146" y="433993"/>
                  </a:lnTo>
                  <a:lnTo>
                    <a:pt x="9355564" y="430523"/>
                  </a:lnTo>
                  <a:lnTo>
                    <a:pt x="9423760" y="427402"/>
                  </a:lnTo>
                  <a:lnTo>
                    <a:pt x="9498429" y="424588"/>
                  </a:lnTo>
                  <a:lnTo>
                    <a:pt x="9580039" y="422046"/>
                  </a:lnTo>
                  <a:lnTo>
                    <a:pt x="9668695" y="419751"/>
                  </a:lnTo>
                  <a:lnTo>
                    <a:pt x="9763958" y="417683"/>
                  </a:lnTo>
                  <a:lnTo>
                    <a:pt x="9864654" y="415832"/>
                  </a:lnTo>
                  <a:lnTo>
                    <a:pt x="9968711" y="414196"/>
                  </a:lnTo>
                  <a:lnTo>
                    <a:pt x="10073083" y="412778"/>
                  </a:lnTo>
                  <a:lnTo>
                    <a:pt x="10173864" y="411583"/>
                  </a:lnTo>
                  <a:lnTo>
                    <a:pt x="10266649" y="410613"/>
                  </a:lnTo>
                  <a:lnTo>
                    <a:pt x="10347152" y="409866"/>
                  </a:lnTo>
                  <a:lnTo>
                    <a:pt x="10411974" y="409328"/>
                  </a:lnTo>
                  <a:lnTo>
                    <a:pt x="10459317" y="408975"/>
                  </a:lnTo>
                  <a:lnTo>
                    <a:pt x="10489442" y="408772"/>
                  </a:lnTo>
                  <a:lnTo>
                    <a:pt x="10504755" y="408678"/>
                  </a:lnTo>
                  <a:lnTo>
                    <a:pt x="10509597" y="408651"/>
                  </a:lnTo>
                  <a:lnTo>
                    <a:pt x="10509911" y="408649"/>
                  </a:lnTo>
                  <a:lnTo>
                    <a:pt x="11981298" y="408649"/>
                  </a:lnTo>
                  <a:lnTo>
                    <a:pt x="11981298" y="400476"/>
                  </a:lnTo>
                  <a:lnTo>
                    <a:pt x="10509911" y="400476"/>
                  </a:lnTo>
                  <a:lnTo>
                    <a:pt x="10508674" y="400483"/>
                  </a:lnTo>
                  <a:lnTo>
                    <a:pt x="10500557" y="400530"/>
                  </a:lnTo>
                  <a:lnTo>
                    <a:pt x="10480149" y="400659"/>
                  </a:lnTo>
                  <a:lnTo>
                    <a:pt x="10443794" y="400913"/>
                  </a:lnTo>
                  <a:lnTo>
                    <a:pt x="10389870" y="401332"/>
                  </a:lnTo>
                  <a:lnTo>
                    <a:pt x="10318911" y="401945"/>
                  </a:lnTo>
                  <a:lnTo>
                    <a:pt x="10233382" y="402774"/>
                  </a:lnTo>
                  <a:lnTo>
                    <a:pt x="10137103" y="403828"/>
                  </a:lnTo>
                  <a:lnTo>
                    <a:pt x="10034489" y="405106"/>
                  </a:lnTo>
                  <a:lnTo>
                    <a:pt x="9929819" y="406606"/>
                  </a:lnTo>
                  <a:lnTo>
                    <a:pt x="9826707" y="408322"/>
                  </a:lnTo>
                  <a:lnTo>
                    <a:pt x="9727838" y="410253"/>
                  </a:lnTo>
                  <a:lnTo>
                    <a:pt x="9634938" y="412404"/>
                  </a:lnTo>
                  <a:lnTo>
                    <a:pt x="9548882" y="414788"/>
                  </a:lnTo>
                  <a:lnTo>
                    <a:pt x="9469887" y="417427"/>
                  </a:lnTo>
                  <a:lnTo>
                    <a:pt x="9397693" y="420351"/>
                  </a:lnTo>
                  <a:lnTo>
                    <a:pt x="9331733" y="423596"/>
                  </a:lnTo>
                  <a:lnTo>
                    <a:pt x="9271260" y="427207"/>
                  </a:lnTo>
                  <a:lnTo>
                    <a:pt x="9215438" y="431230"/>
                  </a:lnTo>
                  <a:lnTo>
                    <a:pt x="9163416" y="435710"/>
                  </a:lnTo>
                  <a:lnTo>
                    <a:pt x="9114380" y="440682"/>
                  </a:lnTo>
                  <a:lnTo>
                    <a:pt x="9084767" y="444066"/>
                  </a:lnTo>
                  <a:lnTo>
                    <a:pt x="9029001" y="451238"/>
                  </a:lnTo>
                  <a:lnTo>
                    <a:pt x="8975061" y="459190"/>
                  </a:lnTo>
                  <a:lnTo>
                    <a:pt x="8922209" y="467932"/>
                  </a:lnTo>
                  <a:lnTo>
                    <a:pt x="8869920" y="477442"/>
                  </a:lnTo>
                  <a:lnTo>
                    <a:pt x="8817842" y="487663"/>
                  </a:lnTo>
                  <a:lnTo>
                    <a:pt x="8765762" y="498504"/>
                  </a:lnTo>
                  <a:lnTo>
                    <a:pt x="8713583" y="509835"/>
                  </a:lnTo>
                  <a:lnTo>
                    <a:pt x="8661293" y="521500"/>
                  </a:lnTo>
                  <a:lnTo>
                    <a:pt x="8608941" y="533321"/>
                  </a:lnTo>
                  <a:lnTo>
                    <a:pt x="8556603" y="545109"/>
                  </a:lnTo>
                  <a:lnTo>
                    <a:pt x="8504349" y="556676"/>
                  </a:lnTo>
                  <a:lnTo>
                    <a:pt x="8452209" y="567852"/>
                  </a:lnTo>
                  <a:lnTo>
                    <a:pt x="8400147" y="578488"/>
                  </a:lnTo>
                  <a:lnTo>
                    <a:pt x="8348026" y="588468"/>
                  </a:lnTo>
                  <a:lnTo>
                    <a:pt x="8295588" y="597713"/>
                  </a:lnTo>
                  <a:lnTo>
                    <a:pt x="8242423" y="606179"/>
                  </a:lnTo>
                  <a:lnTo>
                    <a:pt x="8187939" y="613855"/>
                  </a:lnTo>
                  <a:lnTo>
                    <a:pt x="8151487" y="618423"/>
                  </a:lnTo>
                  <a:lnTo>
                    <a:pt x="8103949" y="623713"/>
                  </a:lnTo>
                  <a:lnTo>
                    <a:pt x="8053894" y="628500"/>
                  </a:lnTo>
                  <a:lnTo>
                    <a:pt x="8000558" y="632805"/>
                  </a:lnTo>
                  <a:lnTo>
                    <a:pt x="7943107" y="636669"/>
                  </a:lnTo>
                  <a:lnTo>
                    <a:pt x="7880689" y="640139"/>
                  </a:lnTo>
                  <a:lnTo>
                    <a:pt x="7812493" y="643260"/>
                  </a:lnTo>
                  <a:lnTo>
                    <a:pt x="7737824" y="646074"/>
                  </a:lnTo>
                  <a:lnTo>
                    <a:pt x="7656214" y="648615"/>
                  </a:lnTo>
                  <a:lnTo>
                    <a:pt x="7567558" y="650911"/>
                  </a:lnTo>
                  <a:lnTo>
                    <a:pt x="7472295" y="652979"/>
                  </a:lnTo>
                  <a:lnTo>
                    <a:pt x="7371599" y="654830"/>
                  </a:lnTo>
                  <a:lnTo>
                    <a:pt x="7267542" y="656465"/>
                  </a:lnTo>
                  <a:lnTo>
                    <a:pt x="7163170" y="657884"/>
                  </a:lnTo>
                  <a:lnTo>
                    <a:pt x="7062389" y="659079"/>
                  </a:lnTo>
                  <a:lnTo>
                    <a:pt x="6969604" y="660049"/>
                  </a:lnTo>
                  <a:lnTo>
                    <a:pt x="6889101" y="660796"/>
                  </a:lnTo>
                  <a:lnTo>
                    <a:pt x="6824279" y="661334"/>
                  </a:lnTo>
                  <a:lnTo>
                    <a:pt x="6776936" y="661687"/>
                  </a:lnTo>
                  <a:lnTo>
                    <a:pt x="6746811" y="661890"/>
                  </a:lnTo>
                  <a:lnTo>
                    <a:pt x="6731498" y="661984"/>
                  </a:lnTo>
                  <a:lnTo>
                    <a:pt x="6726656" y="662011"/>
                  </a:lnTo>
                  <a:lnTo>
                    <a:pt x="6726343" y="662012"/>
                  </a:lnTo>
                  <a:lnTo>
                    <a:pt x="5254955" y="662012"/>
                  </a:lnTo>
                  <a:lnTo>
                    <a:pt x="5253723" y="661996"/>
                  </a:lnTo>
                  <a:lnTo>
                    <a:pt x="5245635" y="661878"/>
                  </a:lnTo>
                  <a:lnTo>
                    <a:pt x="5225299" y="661552"/>
                  </a:lnTo>
                  <a:lnTo>
                    <a:pt x="5189065" y="660911"/>
                  </a:lnTo>
                  <a:lnTo>
                    <a:pt x="5135309" y="659856"/>
                  </a:lnTo>
                  <a:lnTo>
                    <a:pt x="5064550" y="658308"/>
                  </a:lnTo>
                  <a:lnTo>
                    <a:pt x="4979234" y="656217"/>
                  </a:lnTo>
                  <a:lnTo>
                    <a:pt x="4883156" y="653559"/>
                  </a:lnTo>
                  <a:lnTo>
                    <a:pt x="4780715" y="650332"/>
                  </a:lnTo>
                  <a:lnTo>
                    <a:pt x="4676178" y="646548"/>
                  </a:lnTo>
                  <a:lnTo>
                    <a:pt x="4573156" y="642218"/>
                  </a:lnTo>
                  <a:lnTo>
                    <a:pt x="4474336" y="637344"/>
                  </a:lnTo>
                  <a:lnTo>
                    <a:pt x="4381449" y="631915"/>
                  </a:lnTo>
                  <a:lnTo>
                    <a:pt x="4295383" y="625898"/>
                  </a:lnTo>
                  <a:lnTo>
                    <a:pt x="4216359" y="619239"/>
                  </a:lnTo>
                  <a:lnTo>
                    <a:pt x="4144128" y="611862"/>
                  </a:lnTo>
                  <a:lnTo>
                    <a:pt x="4078130" y="603675"/>
                  </a:lnTo>
                  <a:lnTo>
                    <a:pt x="4017621" y="594568"/>
                  </a:lnTo>
                  <a:lnTo>
                    <a:pt x="3961771" y="584424"/>
                  </a:lnTo>
                  <a:lnTo>
                    <a:pt x="3909731" y="573128"/>
                  </a:lnTo>
                  <a:lnTo>
                    <a:pt x="3860690" y="560590"/>
                  </a:lnTo>
                  <a:lnTo>
                    <a:pt x="3829811" y="551677"/>
                  </a:lnTo>
                  <a:lnTo>
                    <a:pt x="3776291" y="534306"/>
                  </a:lnTo>
                  <a:lnTo>
                    <a:pt x="3724480" y="515120"/>
                  </a:lnTo>
                  <a:lnTo>
                    <a:pt x="3673717" y="494095"/>
                  </a:lnTo>
                  <a:lnTo>
                    <a:pt x="3623521" y="471271"/>
                  </a:lnTo>
                  <a:lnTo>
                    <a:pt x="3573561" y="446763"/>
                  </a:lnTo>
                  <a:lnTo>
                    <a:pt x="3523630" y="420763"/>
                  </a:lnTo>
                  <a:lnTo>
                    <a:pt x="3473620" y="393538"/>
                  </a:lnTo>
                  <a:lnTo>
                    <a:pt x="3423504" y="365425"/>
                  </a:lnTo>
                  <a:lnTo>
                    <a:pt x="3373312" y="336810"/>
                  </a:lnTo>
                  <a:lnTo>
                    <a:pt x="3323107" y="308108"/>
                  </a:lnTo>
                  <a:lnTo>
                    <a:pt x="3272954" y="279743"/>
                  </a:lnTo>
                  <a:lnTo>
                    <a:pt x="3222901" y="252116"/>
                  </a:lnTo>
                  <a:lnTo>
                    <a:pt x="3172946" y="225586"/>
                  </a:lnTo>
                  <a:lnTo>
                    <a:pt x="3123016" y="200447"/>
                  </a:lnTo>
                  <a:lnTo>
                    <a:pt x="3072948" y="176925"/>
                  </a:lnTo>
                  <a:lnTo>
                    <a:pt x="3022463" y="155164"/>
                  </a:lnTo>
                  <a:lnTo>
                    <a:pt x="2971144" y="135235"/>
                  </a:lnTo>
                  <a:lnTo>
                    <a:pt x="2918407" y="117138"/>
                  </a:lnTo>
                  <a:lnTo>
                    <a:pt x="2896531" y="110335"/>
                  </a:lnTo>
                  <a:lnTo>
                    <a:pt x="2849055" y="96960"/>
                  </a:lnTo>
                  <a:lnTo>
                    <a:pt x="2799068" y="84858"/>
                  </a:lnTo>
                  <a:lnTo>
                    <a:pt x="2745811" y="73970"/>
                  </a:lnTo>
                  <a:lnTo>
                    <a:pt x="2688453" y="64196"/>
                  </a:lnTo>
                  <a:lnTo>
                    <a:pt x="2626144" y="55419"/>
                  </a:lnTo>
                  <a:lnTo>
                    <a:pt x="2558076" y="47523"/>
                  </a:lnTo>
                  <a:lnTo>
                    <a:pt x="2483557" y="40403"/>
                  </a:lnTo>
                  <a:lnTo>
                    <a:pt x="2402116" y="33972"/>
                  </a:lnTo>
                  <a:lnTo>
                    <a:pt x="2313646" y="28162"/>
                  </a:lnTo>
                  <a:lnTo>
                    <a:pt x="2218577" y="22928"/>
                  </a:lnTo>
                  <a:lnTo>
                    <a:pt x="2118067" y="18242"/>
                  </a:lnTo>
                  <a:lnTo>
                    <a:pt x="2014170" y="14099"/>
                  </a:lnTo>
                  <a:lnTo>
                    <a:pt x="1909906" y="10505"/>
                  </a:lnTo>
                  <a:lnTo>
                    <a:pt x="1809154" y="7473"/>
                  </a:lnTo>
                  <a:lnTo>
                    <a:pt x="1716300" y="5011"/>
                  </a:lnTo>
                  <a:lnTo>
                    <a:pt x="1635622" y="3111"/>
                  </a:lnTo>
                  <a:lnTo>
                    <a:pt x="1570532" y="1741"/>
                  </a:lnTo>
                  <a:lnTo>
                    <a:pt x="1522858" y="838"/>
                  </a:lnTo>
                  <a:lnTo>
                    <a:pt x="1492390" y="317"/>
                  </a:lnTo>
                  <a:lnTo>
                    <a:pt x="1476778" y="75"/>
                  </a:lnTo>
                  <a:lnTo>
                    <a:pt x="1471741" y="4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354" name="pl354"/>
            <p:cNvSpPr/>
            <p:nvPr/>
          </p:nvSpPr>
          <p:spPr>
            <a:xfrm>
              <a:off x="4799595" y="3026423"/>
              <a:ext cx="11981298" cy="662012"/>
            </a:xfrm>
            <a:custGeom>
              <a:avLst/>
              <a:pathLst>
                <a:path w="11981298" h="662012">
                  <a:moveTo>
                    <a:pt x="0" y="0"/>
                  </a:moveTo>
                  <a:lnTo>
                    <a:pt x="1471387" y="0"/>
                  </a:lnTo>
                  <a:lnTo>
                    <a:pt x="1472619" y="16"/>
                  </a:lnTo>
                  <a:lnTo>
                    <a:pt x="1480707" y="134"/>
                  </a:lnTo>
                  <a:lnTo>
                    <a:pt x="1501043" y="460"/>
                  </a:lnTo>
                  <a:lnTo>
                    <a:pt x="1537277" y="1101"/>
                  </a:lnTo>
                  <a:lnTo>
                    <a:pt x="1591034" y="2156"/>
                  </a:lnTo>
                  <a:lnTo>
                    <a:pt x="1661792" y="3704"/>
                  </a:lnTo>
                  <a:lnTo>
                    <a:pt x="1747108" y="5794"/>
                  </a:lnTo>
                  <a:lnTo>
                    <a:pt x="1843186" y="8453"/>
                  </a:lnTo>
                  <a:lnTo>
                    <a:pt x="1945627" y="11679"/>
                  </a:lnTo>
                  <a:lnTo>
                    <a:pt x="2050164" y="15464"/>
                  </a:lnTo>
                  <a:lnTo>
                    <a:pt x="2153186" y="19794"/>
                  </a:lnTo>
                  <a:lnTo>
                    <a:pt x="2252006" y="24667"/>
                  </a:lnTo>
                  <a:lnTo>
                    <a:pt x="2344893" y="30096"/>
                  </a:lnTo>
                  <a:lnTo>
                    <a:pt x="2430960" y="36114"/>
                  </a:lnTo>
                  <a:lnTo>
                    <a:pt x="2509983" y="42773"/>
                  </a:lnTo>
                  <a:lnTo>
                    <a:pt x="2582214" y="50149"/>
                  </a:lnTo>
                  <a:lnTo>
                    <a:pt x="2648212" y="58337"/>
                  </a:lnTo>
                  <a:lnTo>
                    <a:pt x="2708722" y="67444"/>
                  </a:lnTo>
                  <a:lnTo>
                    <a:pt x="2764571" y="77588"/>
                  </a:lnTo>
                  <a:lnTo>
                    <a:pt x="2816611" y="88884"/>
                  </a:lnTo>
                  <a:lnTo>
                    <a:pt x="2865653" y="101422"/>
                  </a:lnTo>
                  <a:lnTo>
                    <a:pt x="2896531" y="110335"/>
                  </a:lnTo>
                  <a:lnTo>
                    <a:pt x="2950051" y="127706"/>
                  </a:lnTo>
                  <a:lnTo>
                    <a:pt x="3001862" y="146892"/>
                  </a:lnTo>
                  <a:lnTo>
                    <a:pt x="3052625" y="167917"/>
                  </a:lnTo>
                  <a:lnTo>
                    <a:pt x="3102821" y="190741"/>
                  </a:lnTo>
                  <a:lnTo>
                    <a:pt x="3152781" y="215249"/>
                  </a:lnTo>
                  <a:lnTo>
                    <a:pt x="3202712" y="241249"/>
                  </a:lnTo>
                  <a:lnTo>
                    <a:pt x="3252722" y="268473"/>
                  </a:lnTo>
                  <a:lnTo>
                    <a:pt x="3302838" y="296587"/>
                  </a:lnTo>
                  <a:lnTo>
                    <a:pt x="3353030" y="325202"/>
                  </a:lnTo>
                  <a:lnTo>
                    <a:pt x="3403235" y="353904"/>
                  </a:lnTo>
                  <a:lnTo>
                    <a:pt x="3453388" y="382268"/>
                  </a:lnTo>
                  <a:lnTo>
                    <a:pt x="3503441" y="409895"/>
                  </a:lnTo>
                  <a:lnTo>
                    <a:pt x="3553396" y="436426"/>
                  </a:lnTo>
                  <a:lnTo>
                    <a:pt x="3603326" y="461565"/>
                  </a:lnTo>
                  <a:lnTo>
                    <a:pt x="3653394" y="485087"/>
                  </a:lnTo>
                  <a:lnTo>
                    <a:pt x="3703879" y="506848"/>
                  </a:lnTo>
                  <a:lnTo>
                    <a:pt x="3755198" y="526777"/>
                  </a:lnTo>
                  <a:lnTo>
                    <a:pt x="3807935" y="544874"/>
                  </a:lnTo>
                  <a:lnTo>
                    <a:pt x="3829811" y="551677"/>
                  </a:lnTo>
                  <a:lnTo>
                    <a:pt x="3877287" y="565052"/>
                  </a:lnTo>
                  <a:lnTo>
                    <a:pt x="3927274" y="577154"/>
                  </a:lnTo>
                  <a:lnTo>
                    <a:pt x="3980531" y="588042"/>
                  </a:lnTo>
                  <a:lnTo>
                    <a:pt x="4037889" y="597816"/>
                  </a:lnTo>
                  <a:lnTo>
                    <a:pt x="4100198" y="606593"/>
                  </a:lnTo>
                  <a:lnTo>
                    <a:pt x="4168266" y="614489"/>
                  </a:lnTo>
                  <a:lnTo>
                    <a:pt x="4242785" y="621609"/>
                  </a:lnTo>
                  <a:lnTo>
                    <a:pt x="4324226" y="628040"/>
                  </a:lnTo>
                  <a:lnTo>
                    <a:pt x="4412696" y="633849"/>
                  </a:lnTo>
                  <a:lnTo>
                    <a:pt x="4507765" y="639084"/>
                  </a:lnTo>
                  <a:lnTo>
                    <a:pt x="4608275" y="643770"/>
                  </a:lnTo>
                  <a:lnTo>
                    <a:pt x="4712172" y="647913"/>
                  </a:lnTo>
                  <a:lnTo>
                    <a:pt x="4816436" y="651507"/>
                  </a:lnTo>
                  <a:lnTo>
                    <a:pt x="4917188" y="654539"/>
                  </a:lnTo>
                  <a:lnTo>
                    <a:pt x="5010042" y="657001"/>
                  </a:lnTo>
                  <a:lnTo>
                    <a:pt x="5090720" y="658901"/>
                  </a:lnTo>
                  <a:lnTo>
                    <a:pt x="5155811" y="660271"/>
                  </a:lnTo>
                  <a:lnTo>
                    <a:pt x="5203484" y="661173"/>
                  </a:lnTo>
                  <a:lnTo>
                    <a:pt x="5233952" y="661694"/>
                  </a:lnTo>
                  <a:lnTo>
                    <a:pt x="5249564" y="661937"/>
                  </a:lnTo>
                  <a:lnTo>
                    <a:pt x="5254601" y="662008"/>
                  </a:lnTo>
                  <a:lnTo>
                    <a:pt x="5254955" y="662012"/>
                  </a:lnTo>
                  <a:lnTo>
                    <a:pt x="6726343" y="662012"/>
                  </a:lnTo>
                  <a:lnTo>
                    <a:pt x="6727580" y="662006"/>
                  </a:lnTo>
                  <a:lnTo>
                    <a:pt x="6735696" y="661959"/>
                  </a:lnTo>
                  <a:lnTo>
                    <a:pt x="6756104" y="661830"/>
                  </a:lnTo>
                  <a:lnTo>
                    <a:pt x="6792460" y="661575"/>
                  </a:lnTo>
                  <a:lnTo>
                    <a:pt x="6846384" y="661157"/>
                  </a:lnTo>
                  <a:lnTo>
                    <a:pt x="6917342" y="660544"/>
                  </a:lnTo>
                  <a:lnTo>
                    <a:pt x="7002871" y="659715"/>
                  </a:lnTo>
                  <a:lnTo>
                    <a:pt x="7099151" y="658661"/>
                  </a:lnTo>
                  <a:lnTo>
                    <a:pt x="7201765" y="657382"/>
                  </a:lnTo>
                  <a:lnTo>
                    <a:pt x="7306435" y="655883"/>
                  </a:lnTo>
                  <a:lnTo>
                    <a:pt x="7409547" y="654167"/>
                  </a:lnTo>
                  <a:lnTo>
                    <a:pt x="7508415" y="652236"/>
                  </a:lnTo>
                  <a:lnTo>
                    <a:pt x="7601316" y="650085"/>
                  </a:lnTo>
                  <a:lnTo>
                    <a:pt x="7687371" y="647701"/>
                  </a:lnTo>
                  <a:lnTo>
                    <a:pt x="7766367" y="645062"/>
                  </a:lnTo>
                  <a:lnTo>
                    <a:pt x="7838560" y="642138"/>
                  </a:lnTo>
                  <a:lnTo>
                    <a:pt x="7904520" y="638892"/>
                  </a:lnTo>
                  <a:lnTo>
                    <a:pt x="7964993" y="635282"/>
                  </a:lnTo>
                  <a:lnTo>
                    <a:pt x="8020815" y="631259"/>
                  </a:lnTo>
                  <a:lnTo>
                    <a:pt x="8072837" y="626779"/>
                  </a:lnTo>
                  <a:lnTo>
                    <a:pt x="8121873" y="621806"/>
                  </a:lnTo>
                  <a:lnTo>
                    <a:pt x="8151487" y="618423"/>
                  </a:lnTo>
                  <a:lnTo>
                    <a:pt x="8207252" y="611251"/>
                  </a:lnTo>
                  <a:lnTo>
                    <a:pt x="8261193" y="603299"/>
                  </a:lnTo>
                  <a:lnTo>
                    <a:pt x="8314045" y="594557"/>
                  </a:lnTo>
                  <a:lnTo>
                    <a:pt x="8366333" y="585047"/>
                  </a:lnTo>
                  <a:lnTo>
                    <a:pt x="8418411" y="574825"/>
                  </a:lnTo>
                  <a:lnTo>
                    <a:pt x="8470491" y="563985"/>
                  </a:lnTo>
                  <a:lnTo>
                    <a:pt x="8522671" y="552654"/>
                  </a:lnTo>
                  <a:lnTo>
                    <a:pt x="8574960" y="540988"/>
                  </a:lnTo>
                  <a:lnTo>
                    <a:pt x="8627312" y="529168"/>
                  </a:lnTo>
                  <a:lnTo>
                    <a:pt x="8679650" y="517380"/>
                  </a:lnTo>
                  <a:lnTo>
                    <a:pt x="8731904" y="505812"/>
                  </a:lnTo>
                  <a:lnTo>
                    <a:pt x="8784044" y="494637"/>
                  </a:lnTo>
                  <a:lnTo>
                    <a:pt x="8836107" y="484001"/>
                  </a:lnTo>
                  <a:lnTo>
                    <a:pt x="8888228" y="474021"/>
                  </a:lnTo>
                  <a:lnTo>
                    <a:pt x="8940665" y="464776"/>
                  </a:lnTo>
                  <a:lnTo>
                    <a:pt x="8993830" y="456310"/>
                  </a:lnTo>
                  <a:lnTo>
                    <a:pt x="9048314" y="448634"/>
                  </a:lnTo>
                  <a:lnTo>
                    <a:pt x="9084767" y="444066"/>
                  </a:lnTo>
                  <a:lnTo>
                    <a:pt x="9132304" y="438775"/>
                  </a:lnTo>
                  <a:lnTo>
                    <a:pt x="9182360" y="433989"/>
                  </a:lnTo>
                  <a:lnTo>
                    <a:pt x="9235696" y="429684"/>
                  </a:lnTo>
                  <a:lnTo>
                    <a:pt x="9293146" y="425820"/>
                  </a:lnTo>
                  <a:lnTo>
                    <a:pt x="9355564" y="422350"/>
                  </a:lnTo>
                  <a:lnTo>
                    <a:pt x="9423760" y="419229"/>
                  </a:lnTo>
                  <a:lnTo>
                    <a:pt x="9498429" y="416415"/>
                  </a:lnTo>
                  <a:lnTo>
                    <a:pt x="9580039" y="413873"/>
                  </a:lnTo>
                  <a:lnTo>
                    <a:pt x="9668695" y="411578"/>
                  </a:lnTo>
                  <a:lnTo>
                    <a:pt x="9763958" y="409510"/>
                  </a:lnTo>
                  <a:lnTo>
                    <a:pt x="9864654" y="407659"/>
                  </a:lnTo>
                  <a:lnTo>
                    <a:pt x="9968711" y="406023"/>
                  </a:lnTo>
                  <a:lnTo>
                    <a:pt x="10073083" y="404605"/>
                  </a:lnTo>
                  <a:lnTo>
                    <a:pt x="10173864" y="403410"/>
                  </a:lnTo>
                  <a:lnTo>
                    <a:pt x="10266649" y="402440"/>
                  </a:lnTo>
                  <a:lnTo>
                    <a:pt x="10347152" y="401693"/>
                  </a:lnTo>
                  <a:lnTo>
                    <a:pt x="10411974" y="401155"/>
                  </a:lnTo>
                  <a:lnTo>
                    <a:pt x="10459317" y="400802"/>
                  </a:lnTo>
                  <a:lnTo>
                    <a:pt x="10489442" y="400599"/>
                  </a:lnTo>
                  <a:lnTo>
                    <a:pt x="10504755" y="400505"/>
                  </a:lnTo>
                  <a:lnTo>
                    <a:pt x="10509597" y="400478"/>
                  </a:lnTo>
                  <a:lnTo>
                    <a:pt x="10509911" y="400476"/>
                  </a:lnTo>
                  <a:lnTo>
                    <a:pt x="11981298" y="40047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55" name="pl355"/>
            <p:cNvSpPr/>
            <p:nvPr/>
          </p:nvSpPr>
          <p:spPr>
            <a:xfrm>
              <a:off x="4799595" y="3018250"/>
              <a:ext cx="11981298" cy="662012"/>
            </a:xfrm>
            <a:custGeom>
              <a:avLst/>
              <a:pathLst>
                <a:path w="11981298" h="662012">
                  <a:moveTo>
                    <a:pt x="11981298" y="400476"/>
                  </a:moveTo>
                  <a:lnTo>
                    <a:pt x="10509911" y="400476"/>
                  </a:lnTo>
                  <a:lnTo>
                    <a:pt x="10508674" y="400483"/>
                  </a:lnTo>
                  <a:lnTo>
                    <a:pt x="10500557" y="400530"/>
                  </a:lnTo>
                  <a:lnTo>
                    <a:pt x="10480149" y="400659"/>
                  </a:lnTo>
                  <a:lnTo>
                    <a:pt x="10443794" y="400913"/>
                  </a:lnTo>
                  <a:lnTo>
                    <a:pt x="10389870" y="401332"/>
                  </a:lnTo>
                  <a:lnTo>
                    <a:pt x="10318911" y="401945"/>
                  </a:lnTo>
                  <a:lnTo>
                    <a:pt x="10233382" y="402774"/>
                  </a:lnTo>
                  <a:lnTo>
                    <a:pt x="10137103" y="403828"/>
                  </a:lnTo>
                  <a:lnTo>
                    <a:pt x="10034489" y="405106"/>
                  </a:lnTo>
                  <a:lnTo>
                    <a:pt x="9929819" y="406606"/>
                  </a:lnTo>
                  <a:lnTo>
                    <a:pt x="9826707" y="408322"/>
                  </a:lnTo>
                  <a:lnTo>
                    <a:pt x="9727838" y="410253"/>
                  </a:lnTo>
                  <a:lnTo>
                    <a:pt x="9634938" y="412404"/>
                  </a:lnTo>
                  <a:lnTo>
                    <a:pt x="9548882" y="414788"/>
                  </a:lnTo>
                  <a:lnTo>
                    <a:pt x="9469887" y="417427"/>
                  </a:lnTo>
                  <a:lnTo>
                    <a:pt x="9397693" y="420351"/>
                  </a:lnTo>
                  <a:lnTo>
                    <a:pt x="9331733" y="423596"/>
                  </a:lnTo>
                  <a:lnTo>
                    <a:pt x="9271260" y="427207"/>
                  </a:lnTo>
                  <a:lnTo>
                    <a:pt x="9215438" y="431230"/>
                  </a:lnTo>
                  <a:lnTo>
                    <a:pt x="9163416" y="435710"/>
                  </a:lnTo>
                  <a:lnTo>
                    <a:pt x="9114380" y="440682"/>
                  </a:lnTo>
                  <a:lnTo>
                    <a:pt x="9084767" y="444066"/>
                  </a:lnTo>
                  <a:lnTo>
                    <a:pt x="9029001" y="451238"/>
                  </a:lnTo>
                  <a:lnTo>
                    <a:pt x="8975061" y="459190"/>
                  </a:lnTo>
                  <a:lnTo>
                    <a:pt x="8922209" y="467932"/>
                  </a:lnTo>
                  <a:lnTo>
                    <a:pt x="8869920" y="477442"/>
                  </a:lnTo>
                  <a:lnTo>
                    <a:pt x="8817842" y="487663"/>
                  </a:lnTo>
                  <a:lnTo>
                    <a:pt x="8765762" y="498504"/>
                  </a:lnTo>
                  <a:lnTo>
                    <a:pt x="8713583" y="509835"/>
                  </a:lnTo>
                  <a:lnTo>
                    <a:pt x="8661293" y="521500"/>
                  </a:lnTo>
                  <a:lnTo>
                    <a:pt x="8608941" y="533321"/>
                  </a:lnTo>
                  <a:lnTo>
                    <a:pt x="8556603" y="545109"/>
                  </a:lnTo>
                  <a:lnTo>
                    <a:pt x="8504349" y="556676"/>
                  </a:lnTo>
                  <a:lnTo>
                    <a:pt x="8452209" y="567852"/>
                  </a:lnTo>
                  <a:lnTo>
                    <a:pt x="8400147" y="578488"/>
                  </a:lnTo>
                  <a:lnTo>
                    <a:pt x="8348026" y="588468"/>
                  </a:lnTo>
                  <a:lnTo>
                    <a:pt x="8295588" y="597713"/>
                  </a:lnTo>
                  <a:lnTo>
                    <a:pt x="8242423" y="606179"/>
                  </a:lnTo>
                  <a:lnTo>
                    <a:pt x="8187939" y="613855"/>
                  </a:lnTo>
                  <a:lnTo>
                    <a:pt x="8151487" y="618423"/>
                  </a:lnTo>
                  <a:lnTo>
                    <a:pt x="8103949" y="623713"/>
                  </a:lnTo>
                  <a:lnTo>
                    <a:pt x="8053894" y="628500"/>
                  </a:lnTo>
                  <a:lnTo>
                    <a:pt x="8000558" y="632805"/>
                  </a:lnTo>
                  <a:lnTo>
                    <a:pt x="7943107" y="636669"/>
                  </a:lnTo>
                  <a:lnTo>
                    <a:pt x="7880689" y="640139"/>
                  </a:lnTo>
                  <a:lnTo>
                    <a:pt x="7812493" y="643260"/>
                  </a:lnTo>
                  <a:lnTo>
                    <a:pt x="7737824" y="646074"/>
                  </a:lnTo>
                  <a:lnTo>
                    <a:pt x="7656214" y="648615"/>
                  </a:lnTo>
                  <a:lnTo>
                    <a:pt x="7567558" y="650911"/>
                  </a:lnTo>
                  <a:lnTo>
                    <a:pt x="7472295" y="652979"/>
                  </a:lnTo>
                  <a:lnTo>
                    <a:pt x="7371599" y="654830"/>
                  </a:lnTo>
                  <a:lnTo>
                    <a:pt x="7267542" y="656465"/>
                  </a:lnTo>
                  <a:lnTo>
                    <a:pt x="7163170" y="657884"/>
                  </a:lnTo>
                  <a:lnTo>
                    <a:pt x="7062389" y="659079"/>
                  </a:lnTo>
                  <a:lnTo>
                    <a:pt x="6969604" y="660049"/>
                  </a:lnTo>
                  <a:lnTo>
                    <a:pt x="6889101" y="660796"/>
                  </a:lnTo>
                  <a:lnTo>
                    <a:pt x="6824279" y="661334"/>
                  </a:lnTo>
                  <a:lnTo>
                    <a:pt x="6776936" y="661687"/>
                  </a:lnTo>
                  <a:lnTo>
                    <a:pt x="6746811" y="661890"/>
                  </a:lnTo>
                  <a:lnTo>
                    <a:pt x="6731498" y="661984"/>
                  </a:lnTo>
                  <a:lnTo>
                    <a:pt x="6726656" y="662011"/>
                  </a:lnTo>
                  <a:lnTo>
                    <a:pt x="6726343" y="662012"/>
                  </a:lnTo>
                  <a:lnTo>
                    <a:pt x="5254955" y="662012"/>
                  </a:lnTo>
                  <a:lnTo>
                    <a:pt x="5253723" y="661996"/>
                  </a:lnTo>
                  <a:lnTo>
                    <a:pt x="5245635" y="661878"/>
                  </a:lnTo>
                  <a:lnTo>
                    <a:pt x="5225299" y="661552"/>
                  </a:lnTo>
                  <a:lnTo>
                    <a:pt x="5189065" y="660911"/>
                  </a:lnTo>
                  <a:lnTo>
                    <a:pt x="5135309" y="659856"/>
                  </a:lnTo>
                  <a:lnTo>
                    <a:pt x="5064550" y="658308"/>
                  </a:lnTo>
                  <a:lnTo>
                    <a:pt x="4979234" y="656217"/>
                  </a:lnTo>
                  <a:lnTo>
                    <a:pt x="4883156" y="653559"/>
                  </a:lnTo>
                  <a:lnTo>
                    <a:pt x="4780715" y="650332"/>
                  </a:lnTo>
                  <a:lnTo>
                    <a:pt x="4676178" y="646548"/>
                  </a:lnTo>
                  <a:lnTo>
                    <a:pt x="4573156" y="642218"/>
                  </a:lnTo>
                  <a:lnTo>
                    <a:pt x="4474336" y="637344"/>
                  </a:lnTo>
                  <a:lnTo>
                    <a:pt x="4381449" y="631915"/>
                  </a:lnTo>
                  <a:lnTo>
                    <a:pt x="4295383" y="625898"/>
                  </a:lnTo>
                  <a:lnTo>
                    <a:pt x="4216359" y="619239"/>
                  </a:lnTo>
                  <a:lnTo>
                    <a:pt x="4144128" y="611862"/>
                  </a:lnTo>
                  <a:lnTo>
                    <a:pt x="4078130" y="603675"/>
                  </a:lnTo>
                  <a:lnTo>
                    <a:pt x="4017621" y="594568"/>
                  </a:lnTo>
                  <a:lnTo>
                    <a:pt x="3961771" y="584424"/>
                  </a:lnTo>
                  <a:lnTo>
                    <a:pt x="3909731" y="573128"/>
                  </a:lnTo>
                  <a:lnTo>
                    <a:pt x="3860690" y="560590"/>
                  </a:lnTo>
                  <a:lnTo>
                    <a:pt x="3829811" y="551677"/>
                  </a:lnTo>
                  <a:lnTo>
                    <a:pt x="3776291" y="534306"/>
                  </a:lnTo>
                  <a:lnTo>
                    <a:pt x="3724480" y="515120"/>
                  </a:lnTo>
                  <a:lnTo>
                    <a:pt x="3673717" y="494095"/>
                  </a:lnTo>
                  <a:lnTo>
                    <a:pt x="3623521" y="471271"/>
                  </a:lnTo>
                  <a:lnTo>
                    <a:pt x="3573561" y="446763"/>
                  </a:lnTo>
                  <a:lnTo>
                    <a:pt x="3523630" y="420763"/>
                  </a:lnTo>
                  <a:lnTo>
                    <a:pt x="3473620" y="393538"/>
                  </a:lnTo>
                  <a:lnTo>
                    <a:pt x="3423504" y="365425"/>
                  </a:lnTo>
                  <a:lnTo>
                    <a:pt x="3373312" y="336810"/>
                  </a:lnTo>
                  <a:lnTo>
                    <a:pt x="3323107" y="308108"/>
                  </a:lnTo>
                  <a:lnTo>
                    <a:pt x="3272954" y="279743"/>
                  </a:lnTo>
                  <a:lnTo>
                    <a:pt x="3222901" y="252116"/>
                  </a:lnTo>
                  <a:lnTo>
                    <a:pt x="3172946" y="225586"/>
                  </a:lnTo>
                  <a:lnTo>
                    <a:pt x="3123016" y="200447"/>
                  </a:lnTo>
                  <a:lnTo>
                    <a:pt x="3072948" y="176925"/>
                  </a:lnTo>
                  <a:lnTo>
                    <a:pt x="3022463" y="155164"/>
                  </a:lnTo>
                  <a:lnTo>
                    <a:pt x="2971144" y="135235"/>
                  </a:lnTo>
                  <a:lnTo>
                    <a:pt x="2918407" y="117138"/>
                  </a:lnTo>
                  <a:lnTo>
                    <a:pt x="2896531" y="110335"/>
                  </a:lnTo>
                  <a:lnTo>
                    <a:pt x="2849055" y="96960"/>
                  </a:lnTo>
                  <a:lnTo>
                    <a:pt x="2799068" y="84858"/>
                  </a:lnTo>
                  <a:lnTo>
                    <a:pt x="2745811" y="73970"/>
                  </a:lnTo>
                  <a:lnTo>
                    <a:pt x="2688453" y="64196"/>
                  </a:lnTo>
                  <a:lnTo>
                    <a:pt x="2626144" y="55419"/>
                  </a:lnTo>
                  <a:lnTo>
                    <a:pt x="2558076" y="47523"/>
                  </a:lnTo>
                  <a:lnTo>
                    <a:pt x="2483557" y="40403"/>
                  </a:lnTo>
                  <a:lnTo>
                    <a:pt x="2402116" y="33972"/>
                  </a:lnTo>
                  <a:lnTo>
                    <a:pt x="2313646" y="28162"/>
                  </a:lnTo>
                  <a:lnTo>
                    <a:pt x="2218577" y="22928"/>
                  </a:lnTo>
                  <a:lnTo>
                    <a:pt x="2118067" y="18242"/>
                  </a:lnTo>
                  <a:lnTo>
                    <a:pt x="2014170" y="14099"/>
                  </a:lnTo>
                  <a:lnTo>
                    <a:pt x="1909906" y="10505"/>
                  </a:lnTo>
                  <a:lnTo>
                    <a:pt x="1809154" y="7473"/>
                  </a:lnTo>
                  <a:lnTo>
                    <a:pt x="1716300" y="5011"/>
                  </a:lnTo>
                  <a:lnTo>
                    <a:pt x="1635622" y="3111"/>
                  </a:lnTo>
                  <a:lnTo>
                    <a:pt x="1570532" y="1741"/>
                  </a:lnTo>
                  <a:lnTo>
                    <a:pt x="1522858" y="838"/>
                  </a:lnTo>
                  <a:lnTo>
                    <a:pt x="1492390" y="317"/>
                  </a:lnTo>
                  <a:lnTo>
                    <a:pt x="1476778" y="75"/>
                  </a:lnTo>
                  <a:lnTo>
                    <a:pt x="1471741" y="4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56" name="pg356"/>
            <p:cNvSpPr/>
            <p:nvPr/>
          </p:nvSpPr>
          <p:spPr>
            <a:xfrm>
              <a:off x="4799595" y="3026423"/>
              <a:ext cx="11981298" cy="1029797"/>
            </a:xfrm>
            <a:custGeom>
              <a:avLst/>
              <a:pathLst>
                <a:path w="11981298" h="1029797">
                  <a:moveTo>
                    <a:pt x="0" y="32691"/>
                  </a:moveTo>
                  <a:lnTo>
                    <a:pt x="1471387" y="32691"/>
                  </a:lnTo>
                  <a:lnTo>
                    <a:pt x="1472619" y="32708"/>
                  </a:lnTo>
                  <a:lnTo>
                    <a:pt x="1480707" y="32826"/>
                  </a:lnTo>
                  <a:lnTo>
                    <a:pt x="1501043" y="33152"/>
                  </a:lnTo>
                  <a:lnTo>
                    <a:pt x="1537277" y="33793"/>
                  </a:lnTo>
                  <a:lnTo>
                    <a:pt x="1591034" y="34848"/>
                  </a:lnTo>
                  <a:lnTo>
                    <a:pt x="1661792" y="36396"/>
                  </a:lnTo>
                  <a:lnTo>
                    <a:pt x="1747108" y="38486"/>
                  </a:lnTo>
                  <a:lnTo>
                    <a:pt x="1843186" y="41145"/>
                  </a:lnTo>
                  <a:lnTo>
                    <a:pt x="1945627" y="44371"/>
                  </a:lnTo>
                  <a:lnTo>
                    <a:pt x="2050164" y="48156"/>
                  </a:lnTo>
                  <a:lnTo>
                    <a:pt x="2153186" y="52486"/>
                  </a:lnTo>
                  <a:lnTo>
                    <a:pt x="2252006" y="57359"/>
                  </a:lnTo>
                  <a:lnTo>
                    <a:pt x="2344893" y="62788"/>
                  </a:lnTo>
                  <a:lnTo>
                    <a:pt x="2430960" y="68806"/>
                  </a:lnTo>
                  <a:lnTo>
                    <a:pt x="2509983" y="75465"/>
                  </a:lnTo>
                  <a:lnTo>
                    <a:pt x="2582214" y="82841"/>
                  </a:lnTo>
                  <a:lnTo>
                    <a:pt x="2648212" y="91029"/>
                  </a:lnTo>
                  <a:lnTo>
                    <a:pt x="2708722" y="100136"/>
                  </a:lnTo>
                  <a:lnTo>
                    <a:pt x="2764571" y="110280"/>
                  </a:lnTo>
                  <a:lnTo>
                    <a:pt x="2816611" y="121576"/>
                  </a:lnTo>
                  <a:lnTo>
                    <a:pt x="2865653" y="134114"/>
                  </a:lnTo>
                  <a:lnTo>
                    <a:pt x="2896531" y="143027"/>
                  </a:lnTo>
                  <a:lnTo>
                    <a:pt x="2950051" y="160398"/>
                  </a:lnTo>
                  <a:lnTo>
                    <a:pt x="3001862" y="179584"/>
                  </a:lnTo>
                  <a:lnTo>
                    <a:pt x="3052625" y="200609"/>
                  </a:lnTo>
                  <a:lnTo>
                    <a:pt x="3102821" y="223433"/>
                  </a:lnTo>
                  <a:lnTo>
                    <a:pt x="3152781" y="247941"/>
                  </a:lnTo>
                  <a:lnTo>
                    <a:pt x="3202712" y="273941"/>
                  </a:lnTo>
                  <a:lnTo>
                    <a:pt x="3252722" y="301165"/>
                  </a:lnTo>
                  <a:lnTo>
                    <a:pt x="3302838" y="329279"/>
                  </a:lnTo>
                  <a:lnTo>
                    <a:pt x="3353030" y="357894"/>
                  </a:lnTo>
                  <a:lnTo>
                    <a:pt x="3403235" y="386596"/>
                  </a:lnTo>
                  <a:lnTo>
                    <a:pt x="3453388" y="414960"/>
                  </a:lnTo>
                  <a:lnTo>
                    <a:pt x="3503441" y="442587"/>
                  </a:lnTo>
                  <a:lnTo>
                    <a:pt x="3553396" y="469118"/>
                  </a:lnTo>
                  <a:lnTo>
                    <a:pt x="3603326" y="494257"/>
                  </a:lnTo>
                  <a:lnTo>
                    <a:pt x="3653394" y="517779"/>
                  </a:lnTo>
                  <a:lnTo>
                    <a:pt x="3703879" y="539540"/>
                  </a:lnTo>
                  <a:lnTo>
                    <a:pt x="3755198" y="559469"/>
                  </a:lnTo>
                  <a:lnTo>
                    <a:pt x="3807935" y="577566"/>
                  </a:lnTo>
                  <a:lnTo>
                    <a:pt x="3829811" y="584369"/>
                  </a:lnTo>
                  <a:lnTo>
                    <a:pt x="3877287" y="597744"/>
                  </a:lnTo>
                  <a:lnTo>
                    <a:pt x="3927274" y="609846"/>
                  </a:lnTo>
                  <a:lnTo>
                    <a:pt x="3980531" y="620734"/>
                  </a:lnTo>
                  <a:lnTo>
                    <a:pt x="4037889" y="630508"/>
                  </a:lnTo>
                  <a:lnTo>
                    <a:pt x="4100198" y="639285"/>
                  </a:lnTo>
                  <a:lnTo>
                    <a:pt x="4168266" y="647181"/>
                  </a:lnTo>
                  <a:lnTo>
                    <a:pt x="4242785" y="654301"/>
                  </a:lnTo>
                  <a:lnTo>
                    <a:pt x="4324226" y="660732"/>
                  </a:lnTo>
                  <a:lnTo>
                    <a:pt x="4412696" y="666541"/>
                  </a:lnTo>
                  <a:lnTo>
                    <a:pt x="4507765" y="671776"/>
                  </a:lnTo>
                  <a:lnTo>
                    <a:pt x="4608275" y="676462"/>
                  </a:lnTo>
                  <a:lnTo>
                    <a:pt x="4712172" y="680605"/>
                  </a:lnTo>
                  <a:lnTo>
                    <a:pt x="4816436" y="684199"/>
                  </a:lnTo>
                  <a:lnTo>
                    <a:pt x="4917188" y="687231"/>
                  </a:lnTo>
                  <a:lnTo>
                    <a:pt x="5010042" y="689693"/>
                  </a:lnTo>
                  <a:lnTo>
                    <a:pt x="5090720" y="691593"/>
                  </a:lnTo>
                  <a:lnTo>
                    <a:pt x="5155811" y="692963"/>
                  </a:lnTo>
                  <a:lnTo>
                    <a:pt x="5203484" y="693865"/>
                  </a:lnTo>
                  <a:lnTo>
                    <a:pt x="5233952" y="694386"/>
                  </a:lnTo>
                  <a:lnTo>
                    <a:pt x="5249564" y="694629"/>
                  </a:lnTo>
                  <a:lnTo>
                    <a:pt x="5254601" y="694700"/>
                  </a:lnTo>
                  <a:lnTo>
                    <a:pt x="5254955" y="694704"/>
                  </a:lnTo>
                  <a:lnTo>
                    <a:pt x="6726343" y="694704"/>
                  </a:lnTo>
                  <a:lnTo>
                    <a:pt x="6727579" y="694713"/>
                  </a:lnTo>
                  <a:lnTo>
                    <a:pt x="6735692" y="694773"/>
                  </a:lnTo>
                  <a:lnTo>
                    <a:pt x="6756091" y="694938"/>
                  </a:lnTo>
                  <a:lnTo>
                    <a:pt x="6792433" y="695264"/>
                  </a:lnTo>
                  <a:lnTo>
                    <a:pt x="6846337" y="695800"/>
                  </a:lnTo>
                  <a:lnTo>
                    <a:pt x="6917271" y="696585"/>
                  </a:lnTo>
                  <a:lnTo>
                    <a:pt x="7002775" y="697647"/>
                  </a:lnTo>
                  <a:lnTo>
                    <a:pt x="7099030" y="698996"/>
                  </a:lnTo>
                  <a:lnTo>
                    <a:pt x="7201624" y="700634"/>
                  </a:lnTo>
                  <a:lnTo>
                    <a:pt x="7306278" y="702555"/>
                  </a:lnTo>
                  <a:lnTo>
                    <a:pt x="7409380" y="704752"/>
                  </a:lnTo>
                  <a:lnTo>
                    <a:pt x="7508242" y="707225"/>
                  </a:lnTo>
                  <a:lnTo>
                    <a:pt x="7601141" y="709980"/>
                  </a:lnTo>
                  <a:lnTo>
                    <a:pt x="7687198" y="713034"/>
                  </a:lnTo>
                  <a:lnTo>
                    <a:pt x="7766197" y="716414"/>
                  </a:lnTo>
                  <a:lnTo>
                    <a:pt x="7838395" y="720159"/>
                  </a:lnTo>
                  <a:lnTo>
                    <a:pt x="7904359" y="724316"/>
                  </a:lnTo>
                  <a:lnTo>
                    <a:pt x="7964837" y="728940"/>
                  </a:lnTo>
                  <a:lnTo>
                    <a:pt x="8020662" y="734092"/>
                  </a:lnTo>
                  <a:lnTo>
                    <a:pt x="8072686" y="739829"/>
                  </a:lnTo>
                  <a:lnTo>
                    <a:pt x="8121723" y="746197"/>
                  </a:lnTo>
                  <a:lnTo>
                    <a:pt x="8151487" y="750553"/>
                  </a:lnTo>
                  <a:lnTo>
                    <a:pt x="8206960" y="759691"/>
                  </a:lnTo>
                  <a:lnTo>
                    <a:pt x="8260624" y="769817"/>
                  </a:lnTo>
                  <a:lnTo>
                    <a:pt x="8313204" y="780945"/>
                  </a:lnTo>
                  <a:lnTo>
                    <a:pt x="8365220" y="793046"/>
                  </a:lnTo>
                  <a:lnTo>
                    <a:pt x="8417022" y="806052"/>
                  </a:lnTo>
                  <a:lnTo>
                    <a:pt x="8468822" y="819846"/>
                  </a:lnTo>
                  <a:lnTo>
                    <a:pt x="8520719" y="834268"/>
                  </a:lnTo>
                  <a:lnTo>
                    <a:pt x="8572726" y="849122"/>
                  </a:lnTo>
                  <a:lnTo>
                    <a:pt x="8624797" y="864183"/>
                  </a:lnTo>
                  <a:lnTo>
                    <a:pt x="8676858" y="879213"/>
                  </a:lnTo>
                  <a:lnTo>
                    <a:pt x="8728839" y="893977"/>
                  </a:lnTo>
                  <a:lnTo>
                    <a:pt x="8780707" y="908256"/>
                  </a:lnTo>
                  <a:lnTo>
                    <a:pt x="8832494" y="921861"/>
                  </a:lnTo>
                  <a:lnTo>
                    <a:pt x="8884326" y="934645"/>
                  </a:lnTo>
                  <a:lnTo>
                    <a:pt x="8936447" y="946502"/>
                  </a:lnTo>
                  <a:lnTo>
                    <a:pt x="8989248" y="957374"/>
                  </a:lnTo>
                  <a:lnTo>
                    <a:pt x="9043296" y="967245"/>
                  </a:lnTo>
                  <a:lnTo>
                    <a:pt x="9084767" y="973948"/>
                  </a:lnTo>
                  <a:lnTo>
                    <a:pt x="9132297" y="980726"/>
                  </a:lnTo>
                  <a:lnTo>
                    <a:pt x="9182344" y="986857"/>
                  </a:lnTo>
                  <a:lnTo>
                    <a:pt x="9235671" y="992373"/>
                  </a:lnTo>
                  <a:lnTo>
                    <a:pt x="9293110" y="997323"/>
                  </a:lnTo>
                  <a:lnTo>
                    <a:pt x="9355515" y="1001769"/>
                  </a:lnTo>
                  <a:lnTo>
                    <a:pt x="9423696" y="1005768"/>
                  </a:lnTo>
                  <a:lnTo>
                    <a:pt x="9498347" y="1009373"/>
                  </a:lnTo>
                  <a:lnTo>
                    <a:pt x="9579937" y="1012629"/>
                  </a:lnTo>
                  <a:lnTo>
                    <a:pt x="9668571" y="1015570"/>
                  </a:lnTo>
                  <a:lnTo>
                    <a:pt x="9763811" y="1018220"/>
                  </a:lnTo>
                  <a:lnTo>
                    <a:pt x="9864485" y="1020591"/>
                  </a:lnTo>
                  <a:lnTo>
                    <a:pt x="9968523" y="1022687"/>
                  </a:lnTo>
                  <a:lnTo>
                    <a:pt x="10072882" y="1024504"/>
                  </a:lnTo>
                  <a:lnTo>
                    <a:pt x="10173659" y="1026036"/>
                  </a:lnTo>
                  <a:lnTo>
                    <a:pt x="10266453" y="1027279"/>
                  </a:lnTo>
                  <a:lnTo>
                    <a:pt x="10346977" y="1028237"/>
                  </a:lnTo>
                  <a:lnTo>
                    <a:pt x="10411831" y="1028927"/>
                  </a:lnTo>
                  <a:lnTo>
                    <a:pt x="10459213" y="1029380"/>
                  </a:lnTo>
                  <a:lnTo>
                    <a:pt x="10489379" y="1029640"/>
                  </a:lnTo>
                  <a:lnTo>
                    <a:pt x="10504728" y="1029760"/>
                  </a:lnTo>
                  <a:lnTo>
                    <a:pt x="10509593" y="1029795"/>
                  </a:lnTo>
                  <a:lnTo>
                    <a:pt x="10509911" y="1029797"/>
                  </a:lnTo>
                  <a:lnTo>
                    <a:pt x="11981298" y="1029797"/>
                  </a:lnTo>
                  <a:lnTo>
                    <a:pt x="11981298" y="997105"/>
                  </a:lnTo>
                  <a:lnTo>
                    <a:pt x="10509911" y="997105"/>
                  </a:lnTo>
                  <a:lnTo>
                    <a:pt x="10508674" y="997097"/>
                  </a:lnTo>
                  <a:lnTo>
                    <a:pt x="10500561" y="997037"/>
                  </a:lnTo>
                  <a:lnTo>
                    <a:pt x="10480162" y="996871"/>
                  </a:lnTo>
                  <a:lnTo>
                    <a:pt x="10443821" y="996546"/>
                  </a:lnTo>
                  <a:lnTo>
                    <a:pt x="10389917" y="996010"/>
                  </a:lnTo>
                  <a:lnTo>
                    <a:pt x="10318982" y="995224"/>
                  </a:lnTo>
                  <a:lnTo>
                    <a:pt x="10233478" y="994163"/>
                  </a:lnTo>
                  <a:lnTo>
                    <a:pt x="10137223" y="992813"/>
                  </a:lnTo>
                  <a:lnTo>
                    <a:pt x="10034629" y="991175"/>
                  </a:lnTo>
                  <a:lnTo>
                    <a:pt x="9929975" y="989255"/>
                  </a:lnTo>
                  <a:lnTo>
                    <a:pt x="9826874" y="987057"/>
                  </a:lnTo>
                  <a:lnTo>
                    <a:pt x="9728011" y="984584"/>
                  </a:lnTo>
                  <a:lnTo>
                    <a:pt x="9635112" y="981829"/>
                  </a:lnTo>
                  <a:lnTo>
                    <a:pt x="9549055" y="978775"/>
                  </a:lnTo>
                  <a:lnTo>
                    <a:pt x="9470056" y="975395"/>
                  </a:lnTo>
                  <a:lnTo>
                    <a:pt x="9397858" y="971651"/>
                  </a:lnTo>
                  <a:lnTo>
                    <a:pt x="9331894" y="967494"/>
                  </a:lnTo>
                  <a:lnTo>
                    <a:pt x="9271416" y="962870"/>
                  </a:lnTo>
                  <a:lnTo>
                    <a:pt x="9215591" y="957718"/>
                  </a:lnTo>
                  <a:lnTo>
                    <a:pt x="9163567" y="951980"/>
                  </a:lnTo>
                  <a:lnTo>
                    <a:pt x="9114531" y="945612"/>
                  </a:lnTo>
                  <a:lnTo>
                    <a:pt x="9084767" y="941256"/>
                  </a:lnTo>
                  <a:lnTo>
                    <a:pt x="9029293" y="932119"/>
                  </a:lnTo>
                  <a:lnTo>
                    <a:pt x="8975630" y="921993"/>
                  </a:lnTo>
                  <a:lnTo>
                    <a:pt x="8923049" y="910865"/>
                  </a:lnTo>
                  <a:lnTo>
                    <a:pt x="8871033" y="898763"/>
                  </a:lnTo>
                  <a:lnTo>
                    <a:pt x="8819231" y="885757"/>
                  </a:lnTo>
                  <a:lnTo>
                    <a:pt x="8767432" y="871964"/>
                  </a:lnTo>
                  <a:lnTo>
                    <a:pt x="8715534" y="857541"/>
                  </a:lnTo>
                  <a:lnTo>
                    <a:pt x="8663527" y="842687"/>
                  </a:lnTo>
                  <a:lnTo>
                    <a:pt x="8611456" y="827627"/>
                  </a:lnTo>
                  <a:lnTo>
                    <a:pt x="8559395" y="812596"/>
                  </a:lnTo>
                  <a:lnTo>
                    <a:pt x="8507414" y="797833"/>
                  </a:lnTo>
                  <a:lnTo>
                    <a:pt x="8455546" y="783554"/>
                  </a:lnTo>
                  <a:lnTo>
                    <a:pt x="8403759" y="769948"/>
                  </a:lnTo>
                  <a:lnTo>
                    <a:pt x="8351927" y="757165"/>
                  </a:lnTo>
                  <a:lnTo>
                    <a:pt x="8299806" y="745308"/>
                  </a:lnTo>
                  <a:lnTo>
                    <a:pt x="8247005" y="734436"/>
                  </a:lnTo>
                  <a:lnTo>
                    <a:pt x="8192957" y="724565"/>
                  </a:lnTo>
                  <a:lnTo>
                    <a:pt x="8151487" y="717861"/>
                  </a:lnTo>
                  <a:lnTo>
                    <a:pt x="8103956" y="711084"/>
                  </a:lnTo>
                  <a:lnTo>
                    <a:pt x="8053909" y="704952"/>
                  </a:lnTo>
                  <a:lnTo>
                    <a:pt x="8000583" y="699437"/>
                  </a:lnTo>
                  <a:lnTo>
                    <a:pt x="7943143" y="694486"/>
                  </a:lnTo>
                  <a:lnTo>
                    <a:pt x="7880738" y="690041"/>
                  </a:lnTo>
                  <a:lnTo>
                    <a:pt x="7812557" y="686042"/>
                  </a:lnTo>
                  <a:lnTo>
                    <a:pt x="7737906" y="682437"/>
                  </a:lnTo>
                  <a:lnTo>
                    <a:pt x="7656316" y="679181"/>
                  </a:lnTo>
                  <a:lnTo>
                    <a:pt x="7567682" y="676240"/>
                  </a:lnTo>
                  <a:lnTo>
                    <a:pt x="7472443" y="673590"/>
                  </a:lnTo>
                  <a:lnTo>
                    <a:pt x="7371768" y="671219"/>
                  </a:lnTo>
                  <a:lnTo>
                    <a:pt x="7267730" y="669123"/>
                  </a:lnTo>
                  <a:lnTo>
                    <a:pt x="7163371" y="667306"/>
                  </a:lnTo>
                  <a:lnTo>
                    <a:pt x="7062594" y="665774"/>
                  </a:lnTo>
                  <a:lnTo>
                    <a:pt x="6969800" y="664531"/>
                  </a:lnTo>
                  <a:lnTo>
                    <a:pt x="6889276" y="663573"/>
                  </a:lnTo>
                  <a:lnTo>
                    <a:pt x="6824423" y="662883"/>
                  </a:lnTo>
                  <a:lnTo>
                    <a:pt x="6777040" y="662430"/>
                  </a:lnTo>
                  <a:lnTo>
                    <a:pt x="6746874" y="662169"/>
                  </a:lnTo>
                  <a:lnTo>
                    <a:pt x="6731526" y="662049"/>
                  </a:lnTo>
                  <a:lnTo>
                    <a:pt x="6726661" y="662014"/>
                  </a:lnTo>
                  <a:lnTo>
                    <a:pt x="6726343" y="662012"/>
                  </a:lnTo>
                  <a:lnTo>
                    <a:pt x="5254955" y="662012"/>
                  </a:lnTo>
                  <a:lnTo>
                    <a:pt x="5253723" y="661996"/>
                  </a:lnTo>
                  <a:lnTo>
                    <a:pt x="5245635" y="661878"/>
                  </a:lnTo>
                  <a:lnTo>
                    <a:pt x="5225299" y="661552"/>
                  </a:lnTo>
                  <a:lnTo>
                    <a:pt x="5189065" y="660911"/>
                  </a:lnTo>
                  <a:lnTo>
                    <a:pt x="5135309" y="659856"/>
                  </a:lnTo>
                  <a:lnTo>
                    <a:pt x="5064550" y="658308"/>
                  </a:lnTo>
                  <a:lnTo>
                    <a:pt x="4979234" y="656217"/>
                  </a:lnTo>
                  <a:lnTo>
                    <a:pt x="4883156" y="653559"/>
                  </a:lnTo>
                  <a:lnTo>
                    <a:pt x="4780715" y="650332"/>
                  </a:lnTo>
                  <a:lnTo>
                    <a:pt x="4676178" y="646548"/>
                  </a:lnTo>
                  <a:lnTo>
                    <a:pt x="4573156" y="642218"/>
                  </a:lnTo>
                  <a:lnTo>
                    <a:pt x="4474336" y="637344"/>
                  </a:lnTo>
                  <a:lnTo>
                    <a:pt x="4381449" y="631915"/>
                  </a:lnTo>
                  <a:lnTo>
                    <a:pt x="4295383" y="625898"/>
                  </a:lnTo>
                  <a:lnTo>
                    <a:pt x="4216359" y="619239"/>
                  </a:lnTo>
                  <a:lnTo>
                    <a:pt x="4144128" y="611862"/>
                  </a:lnTo>
                  <a:lnTo>
                    <a:pt x="4078130" y="603675"/>
                  </a:lnTo>
                  <a:lnTo>
                    <a:pt x="4017621" y="594568"/>
                  </a:lnTo>
                  <a:lnTo>
                    <a:pt x="3961771" y="584424"/>
                  </a:lnTo>
                  <a:lnTo>
                    <a:pt x="3909731" y="573128"/>
                  </a:lnTo>
                  <a:lnTo>
                    <a:pt x="3860690" y="560590"/>
                  </a:lnTo>
                  <a:lnTo>
                    <a:pt x="3829811" y="551677"/>
                  </a:lnTo>
                  <a:lnTo>
                    <a:pt x="3776291" y="534306"/>
                  </a:lnTo>
                  <a:lnTo>
                    <a:pt x="3724480" y="515120"/>
                  </a:lnTo>
                  <a:lnTo>
                    <a:pt x="3673717" y="494095"/>
                  </a:lnTo>
                  <a:lnTo>
                    <a:pt x="3623521" y="471271"/>
                  </a:lnTo>
                  <a:lnTo>
                    <a:pt x="3573561" y="446763"/>
                  </a:lnTo>
                  <a:lnTo>
                    <a:pt x="3523630" y="420763"/>
                  </a:lnTo>
                  <a:lnTo>
                    <a:pt x="3473620" y="393538"/>
                  </a:lnTo>
                  <a:lnTo>
                    <a:pt x="3423504" y="365425"/>
                  </a:lnTo>
                  <a:lnTo>
                    <a:pt x="3373312" y="336810"/>
                  </a:lnTo>
                  <a:lnTo>
                    <a:pt x="3323107" y="308108"/>
                  </a:lnTo>
                  <a:lnTo>
                    <a:pt x="3272954" y="279743"/>
                  </a:lnTo>
                  <a:lnTo>
                    <a:pt x="3222901" y="252116"/>
                  </a:lnTo>
                  <a:lnTo>
                    <a:pt x="3172946" y="225586"/>
                  </a:lnTo>
                  <a:lnTo>
                    <a:pt x="3123016" y="200447"/>
                  </a:lnTo>
                  <a:lnTo>
                    <a:pt x="3072948" y="176925"/>
                  </a:lnTo>
                  <a:lnTo>
                    <a:pt x="3022463" y="155164"/>
                  </a:lnTo>
                  <a:lnTo>
                    <a:pt x="2971144" y="135235"/>
                  </a:lnTo>
                  <a:lnTo>
                    <a:pt x="2918407" y="117138"/>
                  </a:lnTo>
                  <a:lnTo>
                    <a:pt x="2896531" y="110335"/>
                  </a:lnTo>
                  <a:lnTo>
                    <a:pt x="2849055" y="96960"/>
                  </a:lnTo>
                  <a:lnTo>
                    <a:pt x="2799068" y="84858"/>
                  </a:lnTo>
                  <a:lnTo>
                    <a:pt x="2745811" y="73970"/>
                  </a:lnTo>
                  <a:lnTo>
                    <a:pt x="2688453" y="64196"/>
                  </a:lnTo>
                  <a:lnTo>
                    <a:pt x="2626144" y="55419"/>
                  </a:lnTo>
                  <a:lnTo>
                    <a:pt x="2558076" y="47523"/>
                  </a:lnTo>
                  <a:lnTo>
                    <a:pt x="2483557" y="40403"/>
                  </a:lnTo>
                  <a:lnTo>
                    <a:pt x="2402116" y="33972"/>
                  </a:lnTo>
                  <a:lnTo>
                    <a:pt x="2313646" y="28162"/>
                  </a:lnTo>
                  <a:lnTo>
                    <a:pt x="2218577" y="22928"/>
                  </a:lnTo>
                  <a:lnTo>
                    <a:pt x="2118067" y="18242"/>
                  </a:lnTo>
                  <a:lnTo>
                    <a:pt x="2014170" y="14099"/>
                  </a:lnTo>
                  <a:lnTo>
                    <a:pt x="1909906" y="10505"/>
                  </a:lnTo>
                  <a:lnTo>
                    <a:pt x="1809154" y="7473"/>
                  </a:lnTo>
                  <a:lnTo>
                    <a:pt x="1716300" y="5011"/>
                  </a:lnTo>
                  <a:lnTo>
                    <a:pt x="1635622" y="3111"/>
                  </a:lnTo>
                  <a:lnTo>
                    <a:pt x="1570532" y="1741"/>
                  </a:lnTo>
                  <a:lnTo>
                    <a:pt x="1522858" y="838"/>
                  </a:lnTo>
                  <a:lnTo>
                    <a:pt x="1492390" y="317"/>
                  </a:lnTo>
                  <a:lnTo>
                    <a:pt x="1476778" y="75"/>
                  </a:lnTo>
                  <a:lnTo>
                    <a:pt x="1471741" y="4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357" name="pl357"/>
            <p:cNvSpPr/>
            <p:nvPr/>
          </p:nvSpPr>
          <p:spPr>
            <a:xfrm>
              <a:off x="4799595" y="3059115"/>
              <a:ext cx="11981298" cy="997105"/>
            </a:xfrm>
            <a:custGeom>
              <a:avLst/>
              <a:pathLst>
                <a:path w="11981298" h="997105">
                  <a:moveTo>
                    <a:pt x="0" y="0"/>
                  </a:moveTo>
                  <a:lnTo>
                    <a:pt x="1471387" y="0"/>
                  </a:lnTo>
                  <a:lnTo>
                    <a:pt x="1472619" y="16"/>
                  </a:lnTo>
                  <a:lnTo>
                    <a:pt x="1480707" y="134"/>
                  </a:lnTo>
                  <a:lnTo>
                    <a:pt x="1501043" y="460"/>
                  </a:lnTo>
                  <a:lnTo>
                    <a:pt x="1537277" y="1101"/>
                  </a:lnTo>
                  <a:lnTo>
                    <a:pt x="1591034" y="2156"/>
                  </a:lnTo>
                  <a:lnTo>
                    <a:pt x="1661792" y="3704"/>
                  </a:lnTo>
                  <a:lnTo>
                    <a:pt x="1747108" y="5794"/>
                  </a:lnTo>
                  <a:lnTo>
                    <a:pt x="1843186" y="8453"/>
                  </a:lnTo>
                  <a:lnTo>
                    <a:pt x="1945627" y="11679"/>
                  </a:lnTo>
                  <a:lnTo>
                    <a:pt x="2050164" y="15464"/>
                  </a:lnTo>
                  <a:lnTo>
                    <a:pt x="2153186" y="19794"/>
                  </a:lnTo>
                  <a:lnTo>
                    <a:pt x="2252006" y="24667"/>
                  </a:lnTo>
                  <a:lnTo>
                    <a:pt x="2344893" y="30096"/>
                  </a:lnTo>
                  <a:lnTo>
                    <a:pt x="2430960" y="36114"/>
                  </a:lnTo>
                  <a:lnTo>
                    <a:pt x="2509983" y="42773"/>
                  </a:lnTo>
                  <a:lnTo>
                    <a:pt x="2582214" y="50149"/>
                  </a:lnTo>
                  <a:lnTo>
                    <a:pt x="2648212" y="58337"/>
                  </a:lnTo>
                  <a:lnTo>
                    <a:pt x="2708722" y="67444"/>
                  </a:lnTo>
                  <a:lnTo>
                    <a:pt x="2764571" y="77588"/>
                  </a:lnTo>
                  <a:lnTo>
                    <a:pt x="2816611" y="88884"/>
                  </a:lnTo>
                  <a:lnTo>
                    <a:pt x="2865653" y="101422"/>
                  </a:lnTo>
                  <a:lnTo>
                    <a:pt x="2896531" y="110335"/>
                  </a:lnTo>
                  <a:lnTo>
                    <a:pt x="2950051" y="127706"/>
                  </a:lnTo>
                  <a:lnTo>
                    <a:pt x="3001862" y="146892"/>
                  </a:lnTo>
                  <a:lnTo>
                    <a:pt x="3052625" y="167917"/>
                  </a:lnTo>
                  <a:lnTo>
                    <a:pt x="3102821" y="190741"/>
                  </a:lnTo>
                  <a:lnTo>
                    <a:pt x="3152781" y="215249"/>
                  </a:lnTo>
                  <a:lnTo>
                    <a:pt x="3202712" y="241249"/>
                  </a:lnTo>
                  <a:lnTo>
                    <a:pt x="3252722" y="268473"/>
                  </a:lnTo>
                  <a:lnTo>
                    <a:pt x="3302838" y="296587"/>
                  </a:lnTo>
                  <a:lnTo>
                    <a:pt x="3353030" y="325202"/>
                  </a:lnTo>
                  <a:lnTo>
                    <a:pt x="3403235" y="353904"/>
                  </a:lnTo>
                  <a:lnTo>
                    <a:pt x="3453388" y="382268"/>
                  </a:lnTo>
                  <a:lnTo>
                    <a:pt x="3503441" y="409895"/>
                  </a:lnTo>
                  <a:lnTo>
                    <a:pt x="3553396" y="436426"/>
                  </a:lnTo>
                  <a:lnTo>
                    <a:pt x="3603326" y="461565"/>
                  </a:lnTo>
                  <a:lnTo>
                    <a:pt x="3653394" y="485087"/>
                  </a:lnTo>
                  <a:lnTo>
                    <a:pt x="3703879" y="506848"/>
                  </a:lnTo>
                  <a:lnTo>
                    <a:pt x="3755198" y="526777"/>
                  </a:lnTo>
                  <a:lnTo>
                    <a:pt x="3807935" y="544874"/>
                  </a:lnTo>
                  <a:lnTo>
                    <a:pt x="3829811" y="551677"/>
                  </a:lnTo>
                  <a:lnTo>
                    <a:pt x="3877287" y="565052"/>
                  </a:lnTo>
                  <a:lnTo>
                    <a:pt x="3927274" y="577154"/>
                  </a:lnTo>
                  <a:lnTo>
                    <a:pt x="3980531" y="588042"/>
                  </a:lnTo>
                  <a:lnTo>
                    <a:pt x="4037889" y="597816"/>
                  </a:lnTo>
                  <a:lnTo>
                    <a:pt x="4100198" y="606593"/>
                  </a:lnTo>
                  <a:lnTo>
                    <a:pt x="4168266" y="614489"/>
                  </a:lnTo>
                  <a:lnTo>
                    <a:pt x="4242785" y="621609"/>
                  </a:lnTo>
                  <a:lnTo>
                    <a:pt x="4324226" y="628040"/>
                  </a:lnTo>
                  <a:lnTo>
                    <a:pt x="4412696" y="633849"/>
                  </a:lnTo>
                  <a:lnTo>
                    <a:pt x="4507765" y="639084"/>
                  </a:lnTo>
                  <a:lnTo>
                    <a:pt x="4608275" y="643770"/>
                  </a:lnTo>
                  <a:lnTo>
                    <a:pt x="4712172" y="647913"/>
                  </a:lnTo>
                  <a:lnTo>
                    <a:pt x="4816436" y="651507"/>
                  </a:lnTo>
                  <a:lnTo>
                    <a:pt x="4917188" y="654539"/>
                  </a:lnTo>
                  <a:lnTo>
                    <a:pt x="5010042" y="657001"/>
                  </a:lnTo>
                  <a:lnTo>
                    <a:pt x="5090720" y="658901"/>
                  </a:lnTo>
                  <a:lnTo>
                    <a:pt x="5155811" y="660271"/>
                  </a:lnTo>
                  <a:lnTo>
                    <a:pt x="5203484" y="661173"/>
                  </a:lnTo>
                  <a:lnTo>
                    <a:pt x="5233952" y="661694"/>
                  </a:lnTo>
                  <a:lnTo>
                    <a:pt x="5249564" y="661937"/>
                  </a:lnTo>
                  <a:lnTo>
                    <a:pt x="5254601" y="662008"/>
                  </a:lnTo>
                  <a:lnTo>
                    <a:pt x="5254955" y="662012"/>
                  </a:lnTo>
                  <a:lnTo>
                    <a:pt x="6726343" y="662012"/>
                  </a:lnTo>
                  <a:lnTo>
                    <a:pt x="6727579" y="662021"/>
                  </a:lnTo>
                  <a:lnTo>
                    <a:pt x="6735692" y="662081"/>
                  </a:lnTo>
                  <a:lnTo>
                    <a:pt x="6756091" y="662246"/>
                  </a:lnTo>
                  <a:lnTo>
                    <a:pt x="6792433" y="662572"/>
                  </a:lnTo>
                  <a:lnTo>
                    <a:pt x="6846337" y="663108"/>
                  </a:lnTo>
                  <a:lnTo>
                    <a:pt x="6917271" y="663893"/>
                  </a:lnTo>
                  <a:lnTo>
                    <a:pt x="7002775" y="664955"/>
                  </a:lnTo>
                  <a:lnTo>
                    <a:pt x="7099030" y="666304"/>
                  </a:lnTo>
                  <a:lnTo>
                    <a:pt x="7201624" y="667942"/>
                  </a:lnTo>
                  <a:lnTo>
                    <a:pt x="7306278" y="669863"/>
                  </a:lnTo>
                  <a:lnTo>
                    <a:pt x="7409380" y="672060"/>
                  </a:lnTo>
                  <a:lnTo>
                    <a:pt x="7508242" y="674533"/>
                  </a:lnTo>
                  <a:lnTo>
                    <a:pt x="7601141" y="677288"/>
                  </a:lnTo>
                  <a:lnTo>
                    <a:pt x="7687198" y="680342"/>
                  </a:lnTo>
                  <a:lnTo>
                    <a:pt x="7766197" y="683722"/>
                  </a:lnTo>
                  <a:lnTo>
                    <a:pt x="7838395" y="687467"/>
                  </a:lnTo>
                  <a:lnTo>
                    <a:pt x="7904359" y="691624"/>
                  </a:lnTo>
                  <a:lnTo>
                    <a:pt x="7964837" y="696248"/>
                  </a:lnTo>
                  <a:lnTo>
                    <a:pt x="8020662" y="701400"/>
                  </a:lnTo>
                  <a:lnTo>
                    <a:pt x="8072686" y="707137"/>
                  </a:lnTo>
                  <a:lnTo>
                    <a:pt x="8121723" y="713505"/>
                  </a:lnTo>
                  <a:lnTo>
                    <a:pt x="8151487" y="717861"/>
                  </a:lnTo>
                  <a:lnTo>
                    <a:pt x="8206960" y="726999"/>
                  </a:lnTo>
                  <a:lnTo>
                    <a:pt x="8260624" y="737125"/>
                  </a:lnTo>
                  <a:lnTo>
                    <a:pt x="8313204" y="748253"/>
                  </a:lnTo>
                  <a:lnTo>
                    <a:pt x="8365220" y="760354"/>
                  </a:lnTo>
                  <a:lnTo>
                    <a:pt x="8417022" y="773360"/>
                  </a:lnTo>
                  <a:lnTo>
                    <a:pt x="8468822" y="787154"/>
                  </a:lnTo>
                  <a:lnTo>
                    <a:pt x="8520719" y="801576"/>
                  </a:lnTo>
                  <a:lnTo>
                    <a:pt x="8572726" y="816430"/>
                  </a:lnTo>
                  <a:lnTo>
                    <a:pt x="8624797" y="831491"/>
                  </a:lnTo>
                  <a:lnTo>
                    <a:pt x="8676858" y="846521"/>
                  </a:lnTo>
                  <a:lnTo>
                    <a:pt x="8728839" y="861285"/>
                  </a:lnTo>
                  <a:lnTo>
                    <a:pt x="8780707" y="875564"/>
                  </a:lnTo>
                  <a:lnTo>
                    <a:pt x="8832494" y="889169"/>
                  </a:lnTo>
                  <a:lnTo>
                    <a:pt x="8884326" y="901953"/>
                  </a:lnTo>
                  <a:lnTo>
                    <a:pt x="8936447" y="913810"/>
                  </a:lnTo>
                  <a:lnTo>
                    <a:pt x="8989248" y="924682"/>
                  </a:lnTo>
                  <a:lnTo>
                    <a:pt x="9043296" y="934553"/>
                  </a:lnTo>
                  <a:lnTo>
                    <a:pt x="9084767" y="941256"/>
                  </a:lnTo>
                  <a:lnTo>
                    <a:pt x="9132297" y="948034"/>
                  </a:lnTo>
                  <a:lnTo>
                    <a:pt x="9182344" y="954165"/>
                  </a:lnTo>
                  <a:lnTo>
                    <a:pt x="9235671" y="959681"/>
                  </a:lnTo>
                  <a:lnTo>
                    <a:pt x="9293110" y="964631"/>
                  </a:lnTo>
                  <a:lnTo>
                    <a:pt x="9355515" y="969077"/>
                  </a:lnTo>
                  <a:lnTo>
                    <a:pt x="9423696" y="973076"/>
                  </a:lnTo>
                  <a:lnTo>
                    <a:pt x="9498347" y="976681"/>
                  </a:lnTo>
                  <a:lnTo>
                    <a:pt x="9579937" y="979937"/>
                  </a:lnTo>
                  <a:lnTo>
                    <a:pt x="9668571" y="982878"/>
                  </a:lnTo>
                  <a:lnTo>
                    <a:pt x="9763811" y="985528"/>
                  </a:lnTo>
                  <a:lnTo>
                    <a:pt x="9864485" y="987899"/>
                  </a:lnTo>
                  <a:lnTo>
                    <a:pt x="9968523" y="989995"/>
                  </a:lnTo>
                  <a:lnTo>
                    <a:pt x="10072882" y="991812"/>
                  </a:lnTo>
                  <a:lnTo>
                    <a:pt x="10173659" y="993344"/>
                  </a:lnTo>
                  <a:lnTo>
                    <a:pt x="10266453" y="994587"/>
                  </a:lnTo>
                  <a:lnTo>
                    <a:pt x="10346977" y="995545"/>
                  </a:lnTo>
                  <a:lnTo>
                    <a:pt x="10411831" y="996235"/>
                  </a:lnTo>
                  <a:lnTo>
                    <a:pt x="10459213" y="996688"/>
                  </a:lnTo>
                  <a:lnTo>
                    <a:pt x="10489379" y="996948"/>
                  </a:lnTo>
                  <a:lnTo>
                    <a:pt x="10504728" y="997068"/>
                  </a:lnTo>
                  <a:lnTo>
                    <a:pt x="10509593" y="997103"/>
                  </a:lnTo>
                  <a:lnTo>
                    <a:pt x="10509911" y="997105"/>
                  </a:lnTo>
                  <a:lnTo>
                    <a:pt x="11981298" y="99710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58" name="pl358"/>
            <p:cNvSpPr/>
            <p:nvPr/>
          </p:nvSpPr>
          <p:spPr>
            <a:xfrm>
              <a:off x="4799595" y="3026423"/>
              <a:ext cx="11981298" cy="997105"/>
            </a:xfrm>
            <a:custGeom>
              <a:avLst/>
              <a:pathLst>
                <a:path w="11981298" h="997105">
                  <a:moveTo>
                    <a:pt x="11981298" y="997105"/>
                  </a:moveTo>
                  <a:lnTo>
                    <a:pt x="10509911" y="997105"/>
                  </a:lnTo>
                  <a:lnTo>
                    <a:pt x="10508674" y="997097"/>
                  </a:lnTo>
                  <a:lnTo>
                    <a:pt x="10500561" y="997037"/>
                  </a:lnTo>
                  <a:lnTo>
                    <a:pt x="10480162" y="996871"/>
                  </a:lnTo>
                  <a:lnTo>
                    <a:pt x="10443821" y="996546"/>
                  </a:lnTo>
                  <a:lnTo>
                    <a:pt x="10389917" y="996010"/>
                  </a:lnTo>
                  <a:lnTo>
                    <a:pt x="10318982" y="995224"/>
                  </a:lnTo>
                  <a:lnTo>
                    <a:pt x="10233478" y="994163"/>
                  </a:lnTo>
                  <a:lnTo>
                    <a:pt x="10137223" y="992813"/>
                  </a:lnTo>
                  <a:lnTo>
                    <a:pt x="10034629" y="991175"/>
                  </a:lnTo>
                  <a:lnTo>
                    <a:pt x="9929975" y="989255"/>
                  </a:lnTo>
                  <a:lnTo>
                    <a:pt x="9826874" y="987057"/>
                  </a:lnTo>
                  <a:lnTo>
                    <a:pt x="9728011" y="984584"/>
                  </a:lnTo>
                  <a:lnTo>
                    <a:pt x="9635112" y="981829"/>
                  </a:lnTo>
                  <a:lnTo>
                    <a:pt x="9549055" y="978775"/>
                  </a:lnTo>
                  <a:lnTo>
                    <a:pt x="9470056" y="975395"/>
                  </a:lnTo>
                  <a:lnTo>
                    <a:pt x="9397858" y="971651"/>
                  </a:lnTo>
                  <a:lnTo>
                    <a:pt x="9331894" y="967494"/>
                  </a:lnTo>
                  <a:lnTo>
                    <a:pt x="9271416" y="962870"/>
                  </a:lnTo>
                  <a:lnTo>
                    <a:pt x="9215591" y="957718"/>
                  </a:lnTo>
                  <a:lnTo>
                    <a:pt x="9163567" y="951980"/>
                  </a:lnTo>
                  <a:lnTo>
                    <a:pt x="9114531" y="945612"/>
                  </a:lnTo>
                  <a:lnTo>
                    <a:pt x="9084767" y="941256"/>
                  </a:lnTo>
                  <a:lnTo>
                    <a:pt x="9029293" y="932119"/>
                  </a:lnTo>
                  <a:lnTo>
                    <a:pt x="8975630" y="921993"/>
                  </a:lnTo>
                  <a:lnTo>
                    <a:pt x="8923049" y="910865"/>
                  </a:lnTo>
                  <a:lnTo>
                    <a:pt x="8871033" y="898763"/>
                  </a:lnTo>
                  <a:lnTo>
                    <a:pt x="8819231" y="885757"/>
                  </a:lnTo>
                  <a:lnTo>
                    <a:pt x="8767432" y="871964"/>
                  </a:lnTo>
                  <a:lnTo>
                    <a:pt x="8715534" y="857541"/>
                  </a:lnTo>
                  <a:lnTo>
                    <a:pt x="8663527" y="842687"/>
                  </a:lnTo>
                  <a:lnTo>
                    <a:pt x="8611456" y="827627"/>
                  </a:lnTo>
                  <a:lnTo>
                    <a:pt x="8559395" y="812596"/>
                  </a:lnTo>
                  <a:lnTo>
                    <a:pt x="8507414" y="797833"/>
                  </a:lnTo>
                  <a:lnTo>
                    <a:pt x="8455546" y="783554"/>
                  </a:lnTo>
                  <a:lnTo>
                    <a:pt x="8403759" y="769948"/>
                  </a:lnTo>
                  <a:lnTo>
                    <a:pt x="8351927" y="757165"/>
                  </a:lnTo>
                  <a:lnTo>
                    <a:pt x="8299806" y="745308"/>
                  </a:lnTo>
                  <a:lnTo>
                    <a:pt x="8247005" y="734436"/>
                  </a:lnTo>
                  <a:lnTo>
                    <a:pt x="8192957" y="724565"/>
                  </a:lnTo>
                  <a:lnTo>
                    <a:pt x="8151487" y="717861"/>
                  </a:lnTo>
                  <a:lnTo>
                    <a:pt x="8103956" y="711084"/>
                  </a:lnTo>
                  <a:lnTo>
                    <a:pt x="8053909" y="704952"/>
                  </a:lnTo>
                  <a:lnTo>
                    <a:pt x="8000583" y="699437"/>
                  </a:lnTo>
                  <a:lnTo>
                    <a:pt x="7943143" y="694486"/>
                  </a:lnTo>
                  <a:lnTo>
                    <a:pt x="7880738" y="690041"/>
                  </a:lnTo>
                  <a:lnTo>
                    <a:pt x="7812557" y="686042"/>
                  </a:lnTo>
                  <a:lnTo>
                    <a:pt x="7737906" y="682437"/>
                  </a:lnTo>
                  <a:lnTo>
                    <a:pt x="7656316" y="679181"/>
                  </a:lnTo>
                  <a:lnTo>
                    <a:pt x="7567682" y="676240"/>
                  </a:lnTo>
                  <a:lnTo>
                    <a:pt x="7472443" y="673590"/>
                  </a:lnTo>
                  <a:lnTo>
                    <a:pt x="7371768" y="671219"/>
                  </a:lnTo>
                  <a:lnTo>
                    <a:pt x="7267730" y="669123"/>
                  </a:lnTo>
                  <a:lnTo>
                    <a:pt x="7163371" y="667306"/>
                  </a:lnTo>
                  <a:lnTo>
                    <a:pt x="7062594" y="665774"/>
                  </a:lnTo>
                  <a:lnTo>
                    <a:pt x="6969800" y="664531"/>
                  </a:lnTo>
                  <a:lnTo>
                    <a:pt x="6889276" y="663573"/>
                  </a:lnTo>
                  <a:lnTo>
                    <a:pt x="6824423" y="662883"/>
                  </a:lnTo>
                  <a:lnTo>
                    <a:pt x="6777040" y="662430"/>
                  </a:lnTo>
                  <a:lnTo>
                    <a:pt x="6746874" y="662169"/>
                  </a:lnTo>
                  <a:lnTo>
                    <a:pt x="6731526" y="662049"/>
                  </a:lnTo>
                  <a:lnTo>
                    <a:pt x="6726661" y="662014"/>
                  </a:lnTo>
                  <a:lnTo>
                    <a:pt x="6726343" y="662012"/>
                  </a:lnTo>
                  <a:lnTo>
                    <a:pt x="5254955" y="662012"/>
                  </a:lnTo>
                  <a:lnTo>
                    <a:pt x="5253723" y="661996"/>
                  </a:lnTo>
                  <a:lnTo>
                    <a:pt x="5245635" y="661878"/>
                  </a:lnTo>
                  <a:lnTo>
                    <a:pt x="5225299" y="661552"/>
                  </a:lnTo>
                  <a:lnTo>
                    <a:pt x="5189065" y="660911"/>
                  </a:lnTo>
                  <a:lnTo>
                    <a:pt x="5135309" y="659856"/>
                  </a:lnTo>
                  <a:lnTo>
                    <a:pt x="5064550" y="658308"/>
                  </a:lnTo>
                  <a:lnTo>
                    <a:pt x="4979234" y="656217"/>
                  </a:lnTo>
                  <a:lnTo>
                    <a:pt x="4883156" y="653559"/>
                  </a:lnTo>
                  <a:lnTo>
                    <a:pt x="4780715" y="650332"/>
                  </a:lnTo>
                  <a:lnTo>
                    <a:pt x="4676178" y="646548"/>
                  </a:lnTo>
                  <a:lnTo>
                    <a:pt x="4573156" y="642218"/>
                  </a:lnTo>
                  <a:lnTo>
                    <a:pt x="4474336" y="637344"/>
                  </a:lnTo>
                  <a:lnTo>
                    <a:pt x="4381449" y="631915"/>
                  </a:lnTo>
                  <a:lnTo>
                    <a:pt x="4295383" y="625898"/>
                  </a:lnTo>
                  <a:lnTo>
                    <a:pt x="4216359" y="619239"/>
                  </a:lnTo>
                  <a:lnTo>
                    <a:pt x="4144128" y="611862"/>
                  </a:lnTo>
                  <a:lnTo>
                    <a:pt x="4078130" y="603675"/>
                  </a:lnTo>
                  <a:lnTo>
                    <a:pt x="4017621" y="594568"/>
                  </a:lnTo>
                  <a:lnTo>
                    <a:pt x="3961771" y="584424"/>
                  </a:lnTo>
                  <a:lnTo>
                    <a:pt x="3909731" y="573128"/>
                  </a:lnTo>
                  <a:lnTo>
                    <a:pt x="3860690" y="560590"/>
                  </a:lnTo>
                  <a:lnTo>
                    <a:pt x="3829811" y="551677"/>
                  </a:lnTo>
                  <a:lnTo>
                    <a:pt x="3776291" y="534306"/>
                  </a:lnTo>
                  <a:lnTo>
                    <a:pt x="3724480" y="515120"/>
                  </a:lnTo>
                  <a:lnTo>
                    <a:pt x="3673717" y="494095"/>
                  </a:lnTo>
                  <a:lnTo>
                    <a:pt x="3623521" y="471271"/>
                  </a:lnTo>
                  <a:lnTo>
                    <a:pt x="3573561" y="446763"/>
                  </a:lnTo>
                  <a:lnTo>
                    <a:pt x="3523630" y="420763"/>
                  </a:lnTo>
                  <a:lnTo>
                    <a:pt x="3473620" y="393538"/>
                  </a:lnTo>
                  <a:lnTo>
                    <a:pt x="3423504" y="365425"/>
                  </a:lnTo>
                  <a:lnTo>
                    <a:pt x="3373312" y="336810"/>
                  </a:lnTo>
                  <a:lnTo>
                    <a:pt x="3323107" y="308108"/>
                  </a:lnTo>
                  <a:lnTo>
                    <a:pt x="3272954" y="279743"/>
                  </a:lnTo>
                  <a:lnTo>
                    <a:pt x="3222901" y="252116"/>
                  </a:lnTo>
                  <a:lnTo>
                    <a:pt x="3172946" y="225586"/>
                  </a:lnTo>
                  <a:lnTo>
                    <a:pt x="3123016" y="200447"/>
                  </a:lnTo>
                  <a:lnTo>
                    <a:pt x="3072948" y="176925"/>
                  </a:lnTo>
                  <a:lnTo>
                    <a:pt x="3022463" y="155164"/>
                  </a:lnTo>
                  <a:lnTo>
                    <a:pt x="2971144" y="135235"/>
                  </a:lnTo>
                  <a:lnTo>
                    <a:pt x="2918407" y="117138"/>
                  </a:lnTo>
                  <a:lnTo>
                    <a:pt x="2896531" y="110335"/>
                  </a:lnTo>
                  <a:lnTo>
                    <a:pt x="2849055" y="96960"/>
                  </a:lnTo>
                  <a:lnTo>
                    <a:pt x="2799068" y="84858"/>
                  </a:lnTo>
                  <a:lnTo>
                    <a:pt x="2745811" y="73970"/>
                  </a:lnTo>
                  <a:lnTo>
                    <a:pt x="2688453" y="64196"/>
                  </a:lnTo>
                  <a:lnTo>
                    <a:pt x="2626144" y="55419"/>
                  </a:lnTo>
                  <a:lnTo>
                    <a:pt x="2558076" y="47523"/>
                  </a:lnTo>
                  <a:lnTo>
                    <a:pt x="2483557" y="40403"/>
                  </a:lnTo>
                  <a:lnTo>
                    <a:pt x="2402116" y="33972"/>
                  </a:lnTo>
                  <a:lnTo>
                    <a:pt x="2313646" y="28162"/>
                  </a:lnTo>
                  <a:lnTo>
                    <a:pt x="2218577" y="22928"/>
                  </a:lnTo>
                  <a:lnTo>
                    <a:pt x="2118067" y="18242"/>
                  </a:lnTo>
                  <a:lnTo>
                    <a:pt x="2014170" y="14099"/>
                  </a:lnTo>
                  <a:lnTo>
                    <a:pt x="1909906" y="10505"/>
                  </a:lnTo>
                  <a:lnTo>
                    <a:pt x="1809154" y="7473"/>
                  </a:lnTo>
                  <a:lnTo>
                    <a:pt x="1716300" y="5011"/>
                  </a:lnTo>
                  <a:lnTo>
                    <a:pt x="1635622" y="3111"/>
                  </a:lnTo>
                  <a:lnTo>
                    <a:pt x="1570532" y="1741"/>
                  </a:lnTo>
                  <a:lnTo>
                    <a:pt x="1522858" y="838"/>
                  </a:lnTo>
                  <a:lnTo>
                    <a:pt x="1492390" y="317"/>
                  </a:lnTo>
                  <a:lnTo>
                    <a:pt x="1476778" y="75"/>
                  </a:lnTo>
                  <a:lnTo>
                    <a:pt x="1471741" y="4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59" name="pg359"/>
            <p:cNvSpPr/>
            <p:nvPr/>
          </p:nvSpPr>
          <p:spPr>
            <a:xfrm>
              <a:off x="4799595" y="3059115"/>
              <a:ext cx="11981298" cy="1373063"/>
            </a:xfrm>
            <a:custGeom>
              <a:avLst/>
              <a:pathLst>
                <a:path w="11981298" h="1373063">
                  <a:moveTo>
                    <a:pt x="0" y="32691"/>
                  </a:moveTo>
                  <a:lnTo>
                    <a:pt x="1471387" y="32691"/>
                  </a:lnTo>
                  <a:lnTo>
                    <a:pt x="1472619" y="32708"/>
                  </a:lnTo>
                  <a:lnTo>
                    <a:pt x="1480707" y="32826"/>
                  </a:lnTo>
                  <a:lnTo>
                    <a:pt x="1501043" y="33152"/>
                  </a:lnTo>
                  <a:lnTo>
                    <a:pt x="1537277" y="33793"/>
                  </a:lnTo>
                  <a:lnTo>
                    <a:pt x="1591034" y="34848"/>
                  </a:lnTo>
                  <a:lnTo>
                    <a:pt x="1661792" y="36396"/>
                  </a:lnTo>
                  <a:lnTo>
                    <a:pt x="1747108" y="38486"/>
                  </a:lnTo>
                  <a:lnTo>
                    <a:pt x="1843186" y="41145"/>
                  </a:lnTo>
                  <a:lnTo>
                    <a:pt x="1945627" y="44371"/>
                  </a:lnTo>
                  <a:lnTo>
                    <a:pt x="2050164" y="48156"/>
                  </a:lnTo>
                  <a:lnTo>
                    <a:pt x="2153186" y="52486"/>
                  </a:lnTo>
                  <a:lnTo>
                    <a:pt x="2252006" y="57359"/>
                  </a:lnTo>
                  <a:lnTo>
                    <a:pt x="2344893" y="62788"/>
                  </a:lnTo>
                  <a:lnTo>
                    <a:pt x="2430960" y="68806"/>
                  </a:lnTo>
                  <a:lnTo>
                    <a:pt x="2509983" y="75465"/>
                  </a:lnTo>
                  <a:lnTo>
                    <a:pt x="2582214" y="82841"/>
                  </a:lnTo>
                  <a:lnTo>
                    <a:pt x="2648212" y="91029"/>
                  </a:lnTo>
                  <a:lnTo>
                    <a:pt x="2708722" y="100136"/>
                  </a:lnTo>
                  <a:lnTo>
                    <a:pt x="2764571" y="110280"/>
                  </a:lnTo>
                  <a:lnTo>
                    <a:pt x="2816611" y="121576"/>
                  </a:lnTo>
                  <a:lnTo>
                    <a:pt x="2865653" y="134114"/>
                  </a:lnTo>
                  <a:lnTo>
                    <a:pt x="2896531" y="143027"/>
                  </a:lnTo>
                  <a:lnTo>
                    <a:pt x="2950051" y="160398"/>
                  </a:lnTo>
                  <a:lnTo>
                    <a:pt x="3001862" y="179584"/>
                  </a:lnTo>
                  <a:lnTo>
                    <a:pt x="3052625" y="200609"/>
                  </a:lnTo>
                  <a:lnTo>
                    <a:pt x="3102821" y="223433"/>
                  </a:lnTo>
                  <a:lnTo>
                    <a:pt x="3152781" y="247941"/>
                  </a:lnTo>
                  <a:lnTo>
                    <a:pt x="3202712" y="273941"/>
                  </a:lnTo>
                  <a:lnTo>
                    <a:pt x="3252722" y="301165"/>
                  </a:lnTo>
                  <a:lnTo>
                    <a:pt x="3302838" y="329279"/>
                  </a:lnTo>
                  <a:lnTo>
                    <a:pt x="3353030" y="357894"/>
                  </a:lnTo>
                  <a:lnTo>
                    <a:pt x="3403235" y="386596"/>
                  </a:lnTo>
                  <a:lnTo>
                    <a:pt x="3453388" y="414960"/>
                  </a:lnTo>
                  <a:lnTo>
                    <a:pt x="3503441" y="442587"/>
                  </a:lnTo>
                  <a:lnTo>
                    <a:pt x="3553396" y="469118"/>
                  </a:lnTo>
                  <a:lnTo>
                    <a:pt x="3603326" y="494257"/>
                  </a:lnTo>
                  <a:lnTo>
                    <a:pt x="3653394" y="517779"/>
                  </a:lnTo>
                  <a:lnTo>
                    <a:pt x="3703879" y="539540"/>
                  </a:lnTo>
                  <a:lnTo>
                    <a:pt x="3755198" y="559469"/>
                  </a:lnTo>
                  <a:lnTo>
                    <a:pt x="3807935" y="577566"/>
                  </a:lnTo>
                  <a:lnTo>
                    <a:pt x="3829811" y="584369"/>
                  </a:lnTo>
                  <a:lnTo>
                    <a:pt x="3877287" y="597744"/>
                  </a:lnTo>
                  <a:lnTo>
                    <a:pt x="3927274" y="609846"/>
                  </a:lnTo>
                  <a:lnTo>
                    <a:pt x="3980531" y="620734"/>
                  </a:lnTo>
                  <a:lnTo>
                    <a:pt x="4037889" y="630508"/>
                  </a:lnTo>
                  <a:lnTo>
                    <a:pt x="4100198" y="639285"/>
                  </a:lnTo>
                  <a:lnTo>
                    <a:pt x="4168266" y="647181"/>
                  </a:lnTo>
                  <a:lnTo>
                    <a:pt x="4242785" y="654301"/>
                  </a:lnTo>
                  <a:lnTo>
                    <a:pt x="4324226" y="660732"/>
                  </a:lnTo>
                  <a:lnTo>
                    <a:pt x="4412696" y="666541"/>
                  </a:lnTo>
                  <a:lnTo>
                    <a:pt x="4507765" y="671776"/>
                  </a:lnTo>
                  <a:lnTo>
                    <a:pt x="4608275" y="676462"/>
                  </a:lnTo>
                  <a:lnTo>
                    <a:pt x="4712172" y="680605"/>
                  </a:lnTo>
                  <a:lnTo>
                    <a:pt x="4816436" y="684199"/>
                  </a:lnTo>
                  <a:lnTo>
                    <a:pt x="4917188" y="687231"/>
                  </a:lnTo>
                  <a:lnTo>
                    <a:pt x="5010042" y="689693"/>
                  </a:lnTo>
                  <a:lnTo>
                    <a:pt x="5090720" y="691593"/>
                  </a:lnTo>
                  <a:lnTo>
                    <a:pt x="5155811" y="692963"/>
                  </a:lnTo>
                  <a:lnTo>
                    <a:pt x="5203484" y="693865"/>
                  </a:lnTo>
                  <a:lnTo>
                    <a:pt x="5233952" y="694386"/>
                  </a:lnTo>
                  <a:lnTo>
                    <a:pt x="5249564" y="694629"/>
                  </a:lnTo>
                  <a:lnTo>
                    <a:pt x="5254601" y="694700"/>
                  </a:lnTo>
                  <a:lnTo>
                    <a:pt x="5254955" y="694704"/>
                  </a:lnTo>
                  <a:lnTo>
                    <a:pt x="6726343" y="694704"/>
                  </a:lnTo>
                  <a:lnTo>
                    <a:pt x="6727575" y="694721"/>
                  </a:lnTo>
                  <a:lnTo>
                    <a:pt x="6735660" y="694842"/>
                  </a:lnTo>
                  <a:lnTo>
                    <a:pt x="6755992" y="695176"/>
                  </a:lnTo>
                  <a:lnTo>
                    <a:pt x="6792219" y="695833"/>
                  </a:lnTo>
                  <a:lnTo>
                    <a:pt x="6845966" y="696914"/>
                  </a:lnTo>
                  <a:lnTo>
                    <a:pt x="6916712" y="698499"/>
                  </a:lnTo>
                  <a:lnTo>
                    <a:pt x="7002016" y="700641"/>
                  </a:lnTo>
                  <a:lnTo>
                    <a:pt x="7098082" y="703364"/>
                  </a:lnTo>
                  <a:lnTo>
                    <a:pt x="7200513" y="706670"/>
                  </a:lnTo>
                  <a:lnTo>
                    <a:pt x="7305042" y="710548"/>
                  </a:lnTo>
                  <a:lnTo>
                    <a:pt x="7408059" y="714984"/>
                  </a:lnTo>
                  <a:lnTo>
                    <a:pt x="7506876" y="719977"/>
                  </a:lnTo>
                  <a:lnTo>
                    <a:pt x="7599762" y="725539"/>
                  </a:lnTo>
                  <a:lnTo>
                    <a:pt x="7685829" y="731703"/>
                  </a:lnTo>
                  <a:lnTo>
                    <a:pt x="7764854" y="738526"/>
                  </a:lnTo>
                  <a:lnTo>
                    <a:pt x="7837087" y="746083"/>
                  </a:lnTo>
                  <a:lnTo>
                    <a:pt x="7903088" y="754471"/>
                  </a:lnTo>
                  <a:lnTo>
                    <a:pt x="7963599" y="763800"/>
                  </a:lnTo>
                  <a:lnTo>
                    <a:pt x="8019451" y="774193"/>
                  </a:lnTo>
                  <a:lnTo>
                    <a:pt x="8071491" y="785765"/>
                  </a:lnTo>
                  <a:lnTo>
                    <a:pt x="8120533" y="798610"/>
                  </a:lnTo>
                  <a:lnTo>
                    <a:pt x="8151487" y="807764"/>
                  </a:lnTo>
                  <a:lnTo>
                    <a:pt x="8204887" y="825522"/>
                  </a:lnTo>
                  <a:lnTo>
                    <a:pt x="8256585" y="845130"/>
                  </a:lnTo>
                  <a:lnTo>
                    <a:pt x="8307238" y="866615"/>
                  </a:lnTo>
                  <a:lnTo>
                    <a:pt x="8357322" y="889935"/>
                  </a:lnTo>
                  <a:lnTo>
                    <a:pt x="8407170" y="914975"/>
                  </a:lnTo>
                  <a:lnTo>
                    <a:pt x="8456987" y="941539"/>
                  </a:lnTo>
                  <a:lnTo>
                    <a:pt x="8506882" y="969356"/>
                  </a:lnTo>
                  <a:lnTo>
                    <a:pt x="8556882" y="998085"/>
                  </a:lnTo>
                  <a:lnTo>
                    <a:pt x="8606959" y="1027335"/>
                  </a:lnTo>
                  <a:lnTo>
                    <a:pt x="8657051" y="1056681"/>
                  </a:lnTo>
                  <a:lnTo>
                    <a:pt x="8707092" y="1085694"/>
                  </a:lnTo>
                  <a:lnTo>
                    <a:pt x="8757034" y="1113963"/>
                  </a:lnTo>
                  <a:lnTo>
                    <a:pt x="8806878" y="1141124"/>
                  </a:lnTo>
                  <a:lnTo>
                    <a:pt x="8856693" y="1166872"/>
                  </a:lnTo>
                  <a:lnTo>
                    <a:pt x="8906639" y="1190977"/>
                  </a:lnTo>
                  <a:lnTo>
                    <a:pt x="8956989" y="1213290"/>
                  </a:lnTo>
                  <a:lnTo>
                    <a:pt x="9008151" y="1233735"/>
                  </a:lnTo>
                  <a:lnTo>
                    <a:pt x="9060697" y="1252311"/>
                  </a:lnTo>
                  <a:lnTo>
                    <a:pt x="9084767" y="1260003"/>
                  </a:lnTo>
                  <a:lnTo>
                    <a:pt x="9132239" y="1273708"/>
                  </a:lnTo>
                  <a:lnTo>
                    <a:pt x="9182222" y="1286108"/>
                  </a:lnTo>
                  <a:lnTo>
                    <a:pt x="9235474" y="1297264"/>
                  </a:lnTo>
                  <a:lnTo>
                    <a:pt x="9292827" y="1307279"/>
                  </a:lnTo>
                  <a:lnTo>
                    <a:pt x="9355129" y="1316272"/>
                  </a:lnTo>
                  <a:lnTo>
                    <a:pt x="9423190" y="1324363"/>
                  </a:lnTo>
                  <a:lnTo>
                    <a:pt x="9497700" y="1331658"/>
                  </a:lnTo>
                  <a:lnTo>
                    <a:pt x="9579131" y="1338248"/>
                  </a:lnTo>
                  <a:lnTo>
                    <a:pt x="9667590" y="1344201"/>
                  </a:lnTo>
                  <a:lnTo>
                    <a:pt x="9762648" y="1349565"/>
                  </a:lnTo>
                  <a:lnTo>
                    <a:pt x="9863147" y="1354367"/>
                  </a:lnTo>
                  <a:lnTo>
                    <a:pt x="9967034" y="1358613"/>
                  </a:lnTo>
                  <a:lnTo>
                    <a:pt x="10071292" y="1362295"/>
                  </a:lnTo>
                  <a:lnTo>
                    <a:pt x="10172041" y="1365403"/>
                  </a:lnTo>
                  <a:lnTo>
                    <a:pt x="10264900" y="1367926"/>
                  </a:lnTo>
                  <a:lnTo>
                    <a:pt x="10345588" y="1369873"/>
                  </a:lnTo>
                  <a:lnTo>
                    <a:pt x="10410695" y="1371277"/>
                  </a:lnTo>
                  <a:lnTo>
                    <a:pt x="10458387" y="1372203"/>
                  </a:lnTo>
                  <a:lnTo>
                    <a:pt x="10488876" y="1372737"/>
                  </a:lnTo>
                  <a:lnTo>
                    <a:pt x="10504506" y="1372985"/>
                  </a:lnTo>
                  <a:lnTo>
                    <a:pt x="10509554" y="1373058"/>
                  </a:lnTo>
                  <a:lnTo>
                    <a:pt x="10509911" y="1373063"/>
                  </a:lnTo>
                  <a:lnTo>
                    <a:pt x="11981298" y="1373063"/>
                  </a:lnTo>
                  <a:lnTo>
                    <a:pt x="11981298" y="1340371"/>
                  </a:lnTo>
                  <a:lnTo>
                    <a:pt x="10509911" y="1340371"/>
                  </a:lnTo>
                  <a:lnTo>
                    <a:pt x="10508679" y="1340354"/>
                  </a:lnTo>
                  <a:lnTo>
                    <a:pt x="10500593" y="1340233"/>
                  </a:lnTo>
                  <a:lnTo>
                    <a:pt x="10480261" y="1339900"/>
                  </a:lnTo>
                  <a:lnTo>
                    <a:pt x="10444034" y="1339242"/>
                  </a:lnTo>
                  <a:lnTo>
                    <a:pt x="10390287" y="1338162"/>
                  </a:lnTo>
                  <a:lnTo>
                    <a:pt x="10319541" y="1336577"/>
                  </a:lnTo>
                  <a:lnTo>
                    <a:pt x="10234237" y="1334434"/>
                  </a:lnTo>
                  <a:lnTo>
                    <a:pt x="10138171" y="1331711"/>
                  </a:lnTo>
                  <a:lnTo>
                    <a:pt x="10035741" y="1328405"/>
                  </a:lnTo>
                  <a:lnTo>
                    <a:pt x="9931211" y="1324528"/>
                  </a:lnTo>
                  <a:lnTo>
                    <a:pt x="9828194" y="1320092"/>
                  </a:lnTo>
                  <a:lnTo>
                    <a:pt x="9729377" y="1315099"/>
                  </a:lnTo>
                  <a:lnTo>
                    <a:pt x="9636492" y="1309537"/>
                  </a:lnTo>
                  <a:lnTo>
                    <a:pt x="9550424" y="1303372"/>
                  </a:lnTo>
                  <a:lnTo>
                    <a:pt x="9471399" y="1296550"/>
                  </a:lnTo>
                  <a:lnTo>
                    <a:pt x="9399166" y="1288993"/>
                  </a:lnTo>
                  <a:lnTo>
                    <a:pt x="9333165" y="1280605"/>
                  </a:lnTo>
                  <a:lnTo>
                    <a:pt x="9272654" y="1271275"/>
                  </a:lnTo>
                  <a:lnTo>
                    <a:pt x="9216802" y="1260882"/>
                  </a:lnTo>
                  <a:lnTo>
                    <a:pt x="9164762" y="1249310"/>
                  </a:lnTo>
                  <a:lnTo>
                    <a:pt x="9115720" y="1236466"/>
                  </a:lnTo>
                  <a:lnTo>
                    <a:pt x="9084767" y="1227311"/>
                  </a:lnTo>
                  <a:lnTo>
                    <a:pt x="9031366" y="1209554"/>
                  </a:lnTo>
                  <a:lnTo>
                    <a:pt x="8979668" y="1189945"/>
                  </a:lnTo>
                  <a:lnTo>
                    <a:pt x="8929016" y="1168461"/>
                  </a:lnTo>
                  <a:lnTo>
                    <a:pt x="8878931" y="1145141"/>
                  </a:lnTo>
                  <a:lnTo>
                    <a:pt x="8829084" y="1120101"/>
                  </a:lnTo>
                  <a:lnTo>
                    <a:pt x="8779266" y="1093537"/>
                  </a:lnTo>
                  <a:lnTo>
                    <a:pt x="8729371" y="1065720"/>
                  </a:lnTo>
                  <a:lnTo>
                    <a:pt x="8679371" y="1036990"/>
                  </a:lnTo>
                  <a:lnTo>
                    <a:pt x="8629294" y="1007740"/>
                  </a:lnTo>
                  <a:lnTo>
                    <a:pt x="8579202" y="978395"/>
                  </a:lnTo>
                  <a:lnTo>
                    <a:pt x="8529162" y="949382"/>
                  </a:lnTo>
                  <a:lnTo>
                    <a:pt x="8479219" y="921113"/>
                  </a:lnTo>
                  <a:lnTo>
                    <a:pt x="8429375" y="893952"/>
                  </a:lnTo>
                  <a:lnTo>
                    <a:pt x="8379561" y="868204"/>
                  </a:lnTo>
                  <a:lnTo>
                    <a:pt x="8329615" y="844098"/>
                  </a:lnTo>
                  <a:lnTo>
                    <a:pt x="8279265" y="821786"/>
                  </a:lnTo>
                  <a:lnTo>
                    <a:pt x="8228103" y="801340"/>
                  </a:lnTo>
                  <a:lnTo>
                    <a:pt x="8175556" y="782765"/>
                  </a:lnTo>
                  <a:lnTo>
                    <a:pt x="8151487" y="775072"/>
                  </a:lnTo>
                  <a:lnTo>
                    <a:pt x="8104014" y="761368"/>
                  </a:lnTo>
                  <a:lnTo>
                    <a:pt x="8054031" y="748967"/>
                  </a:lnTo>
                  <a:lnTo>
                    <a:pt x="8000779" y="737812"/>
                  </a:lnTo>
                  <a:lnTo>
                    <a:pt x="7943426" y="727797"/>
                  </a:lnTo>
                  <a:lnTo>
                    <a:pt x="7881124" y="718803"/>
                  </a:lnTo>
                  <a:lnTo>
                    <a:pt x="7813063" y="710712"/>
                  </a:lnTo>
                  <a:lnTo>
                    <a:pt x="7738553" y="703417"/>
                  </a:lnTo>
                  <a:lnTo>
                    <a:pt x="7657122" y="696828"/>
                  </a:lnTo>
                  <a:lnTo>
                    <a:pt x="7568663" y="690874"/>
                  </a:lnTo>
                  <a:lnTo>
                    <a:pt x="7473605" y="685510"/>
                  </a:lnTo>
                  <a:lnTo>
                    <a:pt x="7373107" y="680709"/>
                  </a:lnTo>
                  <a:lnTo>
                    <a:pt x="7269219" y="676463"/>
                  </a:lnTo>
                  <a:lnTo>
                    <a:pt x="7164961" y="672780"/>
                  </a:lnTo>
                  <a:lnTo>
                    <a:pt x="7064212" y="669673"/>
                  </a:lnTo>
                  <a:lnTo>
                    <a:pt x="6971354" y="667150"/>
                  </a:lnTo>
                  <a:lnTo>
                    <a:pt x="6890665" y="665203"/>
                  </a:lnTo>
                  <a:lnTo>
                    <a:pt x="6825559" y="663798"/>
                  </a:lnTo>
                  <a:lnTo>
                    <a:pt x="6777866" y="662873"/>
                  </a:lnTo>
                  <a:lnTo>
                    <a:pt x="6747377" y="662339"/>
                  </a:lnTo>
                  <a:lnTo>
                    <a:pt x="6731747" y="662090"/>
                  </a:lnTo>
                  <a:lnTo>
                    <a:pt x="6726699" y="662017"/>
                  </a:lnTo>
                  <a:lnTo>
                    <a:pt x="6726343" y="662012"/>
                  </a:lnTo>
                  <a:lnTo>
                    <a:pt x="5254955" y="662012"/>
                  </a:lnTo>
                  <a:lnTo>
                    <a:pt x="5253723" y="661996"/>
                  </a:lnTo>
                  <a:lnTo>
                    <a:pt x="5245635" y="661878"/>
                  </a:lnTo>
                  <a:lnTo>
                    <a:pt x="5225299" y="661552"/>
                  </a:lnTo>
                  <a:lnTo>
                    <a:pt x="5189065" y="660911"/>
                  </a:lnTo>
                  <a:lnTo>
                    <a:pt x="5135309" y="659856"/>
                  </a:lnTo>
                  <a:lnTo>
                    <a:pt x="5064550" y="658308"/>
                  </a:lnTo>
                  <a:lnTo>
                    <a:pt x="4979234" y="656217"/>
                  </a:lnTo>
                  <a:lnTo>
                    <a:pt x="4883156" y="653559"/>
                  </a:lnTo>
                  <a:lnTo>
                    <a:pt x="4780715" y="650332"/>
                  </a:lnTo>
                  <a:lnTo>
                    <a:pt x="4676178" y="646548"/>
                  </a:lnTo>
                  <a:lnTo>
                    <a:pt x="4573156" y="642218"/>
                  </a:lnTo>
                  <a:lnTo>
                    <a:pt x="4474336" y="637344"/>
                  </a:lnTo>
                  <a:lnTo>
                    <a:pt x="4381449" y="631915"/>
                  </a:lnTo>
                  <a:lnTo>
                    <a:pt x="4295383" y="625898"/>
                  </a:lnTo>
                  <a:lnTo>
                    <a:pt x="4216359" y="619239"/>
                  </a:lnTo>
                  <a:lnTo>
                    <a:pt x="4144128" y="611862"/>
                  </a:lnTo>
                  <a:lnTo>
                    <a:pt x="4078130" y="603675"/>
                  </a:lnTo>
                  <a:lnTo>
                    <a:pt x="4017621" y="594568"/>
                  </a:lnTo>
                  <a:lnTo>
                    <a:pt x="3961771" y="584424"/>
                  </a:lnTo>
                  <a:lnTo>
                    <a:pt x="3909731" y="573128"/>
                  </a:lnTo>
                  <a:lnTo>
                    <a:pt x="3860690" y="560590"/>
                  </a:lnTo>
                  <a:lnTo>
                    <a:pt x="3829811" y="551677"/>
                  </a:lnTo>
                  <a:lnTo>
                    <a:pt x="3776291" y="534306"/>
                  </a:lnTo>
                  <a:lnTo>
                    <a:pt x="3724480" y="515120"/>
                  </a:lnTo>
                  <a:lnTo>
                    <a:pt x="3673717" y="494095"/>
                  </a:lnTo>
                  <a:lnTo>
                    <a:pt x="3623521" y="471271"/>
                  </a:lnTo>
                  <a:lnTo>
                    <a:pt x="3573561" y="446763"/>
                  </a:lnTo>
                  <a:lnTo>
                    <a:pt x="3523630" y="420763"/>
                  </a:lnTo>
                  <a:lnTo>
                    <a:pt x="3473620" y="393538"/>
                  </a:lnTo>
                  <a:lnTo>
                    <a:pt x="3423504" y="365425"/>
                  </a:lnTo>
                  <a:lnTo>
                    <a:pt x="3373312" y="336810"/>
                  </a:lnTo>
                  <a:lnTo>
                    <a:pt x="3323107" y="308108"/>
                  </a:lnTo>
                  <a:lnTo>
                    <a:pt x="3272954" y="279743"/>
                  </a:lnTo>
                  <a:lnTo>
                    <a:pt x="3222901" y="252116"/>
                  </a:lnTo>
                  <a:lnTo>
                    <a:pt x="3172946" y="225586"/>
                  </a:lnTo>
                  <a:lnTo>
                    <a:pt x="3123016" y="200447"/>
                  </a:lnTo>
                  <a:lnTo>
                    <a:pt x="3072948" y="176925"/>
                  </a:lnTo>
                  <a:lnTo>
                    <a:pt x="3022463" y="155164"/>
                  </a:lnTo>
                  <a:lnTo>
                    <a:pt x="2971144" y="135235"/>
                  </a:lnTo>
                  <a:lnTo>
                    <a:pt x="2918407" y="117138"/>
                  </a:lnTo>
                  <a:lnTo>
                    <a:pt x="2896531" y="110335"/>
                  </a:lnTo>
                  <a:lnTo>
                    <a:pt x="2849055" y="96960"/>
                  </a:lnTo>
                  <a:lnTo>
                    <a:pt x="2799068" y="84858"/>
                  </a:lnTo>
                  <a:lnTo>
                    <a:pt x="2745811" y="73970"/>
                  </a:lnTo>
                  <a:lnTo>
                    <a:pt x="2688453" y="64196"/>
                  </a:lnTo>
                  <a:lnTo>
                    <a:pt x="2626144" y="55419"/>
                  </a:lnTo>
                  <a:lnTo>
                    <a:pt x="2558076" y="47523"/>
                  </a:lnTo>
                  <a:lnTo>
                    <a:pt x="2483557" y="40403"/>
                  </a:lnTo>
                  <a:lnTo>
                    <a:pt x="2402116" y="33972"/>
                  </a:lnTo>
                  <a:lnTo>
                    <a:pt x="2313646" y="28162"/>
                  </a:lnTo>
                  <a:lnTo>
                    <a:pt x="2218577" y="22928"/>
                  </a:lnTo>
                  <a:lnTo>
                    <a:pt x="2118067" y="18242"/>
                  </a:lnTo>
                  <a:lnTo>
                    <a:pt x="2014170" y="14099"/>
                  </a:lnTo>
                  <a:lnTo>
                    <a:pt x="1909906" y="10505"/>
                  </a:lnTo>
                  <a:lnTo>
                    <a:pt x="1809154" y="7473"/>
                  </a:lnTo>
                  <a:lnTo>
                    <a:pt x="1716300" y="5011"/>
                  </a:lnTo>
                  <a:lnTo>
                    <a:pt x="1635622" y="3111"/>
                  </a:lnTo>
                  <a:lnTo>
                    <a:pt x="1570532" y="1741"/>
                  </a:lnTo>
                  <a:lnTo>
                    <a:pt x="1522858" y="838"/>
                  </a:lnTo>
                  <a:lnTo>
                    <a:pt x="1492390" y="317"/>
                  </a:lnTo>
                  <a:lnTo>
                    <a:pt x="1476778" y="75"/>
                  </a:lnTo>
                  <a:lnTo>
                    <a:pt x="1471741" y="4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360" name="pl360"/>
            <p:cNvSpPr/>
            <p:nvPr/>
          </p:nvSpPr>
          <p:spPr>
            <a:xfrm>
              <a:off x="4799595" y="3091807"/>
              <a:ext cx="11981298" cy="1340371"/>
            </a:xfrm>
            <a:custGeom>
              <a:avLst/>
              <a:pathLst>
                <a:path w="11981298" h="1340371">
                  <a:moveTo>
                    <a:pt x="0" y="0"/>
                  </a:moveTo>
                  <a:lnTo>
                    <a:pt x="1471387" y="0"/>
                  </a:lnTo>
                  <a:lnTo>
                    <a:pt x="1472619" y="16"/>
                  </a:lnTo>
                  <a:lnTo>
                    <a:pt x="1480707" y="134"/>
                  </a:lnTo>
                  <a:lnTo>
                    <a:pt x="1501043" y="460"/>
                  </a:lnTo>
                  <a:lnTo>
                    <a:pt x="1537277" y="1101"/>
                  </a:lnTo>
                  <a:lnTo>
                    <a:pt x="1591034" y="2156"/>
                  </a:lnTo>
                  <a:lnTo>
                    <a:pt x="1661792" y="3704"/>
                  </a:lnTo>
                  <a:lnTo>
                    <a:pt x="1747108" y="5794"/>
                  </a:lnTo>
                  <a:lnTo>
                    <a:pt x="1843186" y="8453"/>
                  </a:lnTo>
                  <a:lnTo>
                    <a:pt x="1945627" y="11679"/>
                  </a:lnTo>
                  <a:lnTo>
                    <a:pt x="2050164" y="15464"/>
                  </a:lnTo>
                  <a:lnTo>
                    <a:pt x="2153186" y="19794"/>
                  </a:lnTo>
                  <a:lnTo>
                    <a:pt x="2252006" y="24667"/>
                  </a:lnTo>
                  <a:lnTo>
                    <a:pt x="2344893" y="30096"/>
                  </a:lnTo>
                  <a:lnTo>
                    <a:pt x="2430960" y="36114"/>
                  </a:lnTo>
                  <a:lnTo>
                    <a:pt x="2509983" y="42773"/>
                  </a:lnTo>
                  <a:lnTo>
                    <a:pt x="2582214" y="50149"/>
                  </a:lnTo>
                  <a:lnTo>
                    <a:pt x="2648212" y="58337"/>
                  </a:lnTo>
                  <a:lnTo>
                    <a:pt x="2708722" y="67444"/>
                  </a:lnTo>
                  <a:lnTo>
                    <a:pt x="2764571" y="77588"/>
                  </a:lnTo>
                  <a:lnTo>
                    <a:pt x="2816611" y="88884"/>
                  </a:lnTo>
                  <a:lnTo>
                    <a:pt x="2865653" y="101422"/>
                  </a:lnTo>
                  <a:lnTo>
                    <a:pt x="2896531" y="110335"/>
                  </a:lnTo>
                  <a:lnTo>
                    <a:pt x="2950051" y="127706"/>
                  </a:lnTo>
                  <a:lnTo>
                    <a:pt x="3001862" y="146892"/>
                  </a:lnTo>
                  <a:lnTo>
                    <a:pt x="3052625" y="167917"/>
                  </a:lnTo>
                  <a:lnTo>
                    <a:pt x="3102821" y="190741"/>
                  </a:lnTo>
                  <a:lnTo>
                    <a:pt x="3152781" y="215249"/>
                  </a:lnTo>
                  <a:lnTo>
                    <a:pt x="3202712" y="241249"/>
                  </a:lnTo>
                  <a:lnTo>
                    <a:pt x="3252722" y="268473"/>
                  </a:lnTo>
                  <a:lnTo>
                    <a:pt x="3302838" y="296587"/>
                  </a:lnTo>
                  <a:lnTo>
                    <a:pt x="3353030" y="325202"/>
                  </a:lnTo>
                  <a:lnTo>
                    <a:pt x="3403235" y="353904"/>
                  </a:lnTo>
                  <a:lnTo>
                    <a:pt x="3453388" y="382268"/>
                  </a:lnTo>
                  <a:lnTo>
                    <a:pt x="3503441" y="409895"/>
                  </a:lnTo>
                  <a:lnTo>
                    <a:pt x="3553396" y="436426"/>
                  </a:lnTo>
                  <a:lnTo>
                    <a:pt x="3603326" y="461565"/>
                  </a:lnTo>
                  <a:lnTo>
                    <a:pt x="3653394" y="485087"/>
                  </a:lnTo>
                  <a:lnTo>
                    <a:pt x="3703879" y="506848"/>
                  </a:lnTo>
                  <a:lnTo>
                    <a:pt x="3755198" y="526777"/>
                  </a:lnTo>
                  <a:lnTo>
                    <a:pt x="3807935" y="544874"/>
                  </a:lnTo>
                  <a:lnTo>
                    <a:pt x="3829811" y="551677"/>
                  </a:lnTo>
                  <a:lnTo>
                    <a:pt x="3877287" y="565052"/>
                  </a:lnTo>
                  <a:lnTo>
                    <a:pt x="3927274" y="577154"/>
                  </a:lnTo>
                  <a:lnTo>
                    <a:pt x="3980531" y="588042"/>
                  </a:lnTo>
                  <a:lnTo>
                    <a:pt x="4037889" y="597816"/>
                  </a:lnTo>
                  <a:lnTo>
                    <a:pt x="4100198" y="606593"/>
                  </a:lnTo>
                  <a:lnTo>
                    <a:pt x="4168266" y="614489"/>
                  </a:lnTo>
                  <a:lnTo>
                    <a:pt x="4242785" y="621609"/>
                  </a:lnTo>
                  <a:lnTo>
                    <a:pt x="4324226" y="628040"/>
                  </a:lnTo>
                  <a:lnTo>
                    <a:pt x="4412696" y="633849"/>
                  </a:lnTo>
                  <a:lnTo>
                    <a:pt x="4507765" y="639084"/>
                  </a:lnTo>
                  <a:lnTo>
                    <a:pt x="4608275" y="643770"/>
                  </a:lnTo>
                  <a:lnTo>
                    <a:pt x="4712172" y="647913"/>
                  </a:lnTo>
                  <a:lnTo>
                    <a:pt x="4816436" y="651507"/>
                  </a:lnTo>
                  <a:lnTo>
                    <a:pt x="4917188" y="654539"/>
                  </a:lnTo>
                  <a:lnTo>
                    <a:pt x="5010042" y="657001"/>
                  </a:lnTo>
                  <a:lnTo>
                    <a:pt x="5090720" y="658901"/>
                  </a:lnTo>
                  <a:lnTo>
                    <a:pt x="5155811" y="660271"/>
                  </a:lnTo>
                  <a:lnTo>
                    <a:pt x="5203484" y="661173"/>
                  </a:lnTo>
                  <a:lnTo>
                    <a:pt x="5233952" y="661694"/>
                  </a:lnTo>
                  <a:lnTo>
                    <a:pt x="5249564" y="661937"/>
                  </a:lnTo>
                  <a:lnTo>
                    <a:pt x="5254601" y="662008"/>
                  </a:lnTo>
                  <a:lnTo>
                    <a:pt x="5254955" y="662012"/>
                  </a:lnTo>
                  <a:lnTo>
                    <a:pt x="6726343" y="662012"/>
                  </a:lnTo>
                  <a:lnTo>
                    <a:pt x="6727575" y="662029"/>
                  </a:lnTo>
                  <a:lnTo>
                    <a:pt x="6735660" y="662150"/>
                  </a:lnTo>
                  <a:lnTo>
                    <a:pt x="6755992" y="662484"/>
                  </a:lnTo>
                  <a:lnTo>
                    <a:pt x="6792219" y="663141"/>
                  </a:lnTo>
                  <a:lnTo>
                    <a:pt x="6845966" y="664222"/>
                  </a:lnTo>
                  <a:lnTo>
                    <a:pt x="6916712" y="665807"/>
                  </a:lnTo>
                  <a:lnTo>
                    <a:pt x="7002016" y="667949"/>
                  </a:lnTo>
                  <a:lnTo>
                    <a:pt x="7098082" y="670672"/>
                  </a:lnTo>
                  <a:lnTo>
                    <a:pt x="7200513" y="673978"/>
                  </a:lnTo>
                  <a:lnTo>
                    <a:pt x="7305042" y="677856"/>
                  </a:lnTo>
                  <a:lnTo>
                    <a:pt x="7408059" y="682292"/>
                  </a:lnTo>
                  <a:lnTo>
                    <a:pt x="7506876" y="687285"/>
                  </a:lnTo>
                  <a:lnTo>
                    <a:pt x="7599762" y="692847"/>
                  </a:lnTo>
                  <a:lnTo>
                    <a:pt x="7685829" y="699011"/>
                  </a:lnTo>
                  <a:lnTo>
                    <a:pt x="7764854" y="705834"/>
                  </a:lnTo>
                  <a:lnTo>
                    <a:pt x="7837087" y="713391"/>
                  </a:lnTo>
                  <a:lnTo>
                    <a:pt x="7903088" y="721779"/>
                  </a:lnTo>
                  <a:lnTo>
                    <a:pt x="7963599" y="731109"/>
                  </a:lnTo>
                  <a:lnTo>
                    <a:pt x="8019451" y="741501"/>
                  </a:lnTo>
                  <a:lnTo>
                    <a:pt x="8071491" y="753073"/>
                  </a:lnTo>
                  <a:lnTo>
                    <a:pt x="8120533" y="765918"/>
                  </a:lnTo>
                  <a:lnTo>
                    <a:pt x="8151487" y="775072"/>
                  </a:lnTo>
                  <a:lnTo>
                    <a:pt x="8204887" y="792830"/>
                  </a:lnTo>
                  <a:lnTo>
                    <a:pt x="8256585" y="812438"/>
                  </a:lnTo>
                  <a:lnTo>
                    <a:pt x="8307238" y="833923"/>
                  </a:lnTo>
                  <a:lnTo>
                    <a:pt x="8357322" y="857243"/>
                  </a:lnTo>
                  <a:lnTo>
                    <a:pt x="8407170" y="882283"/>
                  </a:lnTo>
                  <a:lnTo>
                    <a:pt x="8456987" y="908847"/>
                  </a:lnTo>
                  <a:lnTo>
                    <a:pt x="8506882" y="936664"/>
                  </a:lnTo>
                  <a:lnTo>
                    <a:pt x="8556882" y="965393"/>
                  </a:lnTo>
                  <a:lnTo>
                    <a:pt x="8606959" y="994643"/>
                  </a:lnTo>
                  <a:lnTo>
                    <a:pt x="8657051" y="1023989"/>
                  </a:lnTo>
                  <a:lnTo>
                    <a:pt x="8707092" y="1053002"/>
                  </a:lnTo>
                  <a:lnTo>
                    <a:pt x="8757034" y="1081271"/>
                  </a:lnTo>
                  <a:lnTo>
                    <a:pt x="8806878" y="1108432"/>
                  </a:lnTo>
                  <a:lnTo>
                    <a:pt x="8856693" y="1134180"/>
                  </a:lnTo>
                  <a:lnTo>
                    <a:pt x="8906639" y="1158285"/>
                  </a:lnTo>
                  <a:lnTo>
                    <a:pt x="8956989" y="1180598"/>
                  </a:lnTo>
                  <a:lnTo>
                    <a:pt x="9008151" y="1201043"/>
                  </a:lnTo>
                  <a:lnTo>
                    <a:pt x="9060697" y="1219619"/>
                  </a:lnTo>
                  <a:lnTo>
                    <a:pt x="9084767" y="1227311"/>
                  </a:lnTo>
                  <a:lnTo>
                    <a:pt x="9132239" y="1241016"/>
                  </a:lnTo>
                  <a:lnTo>
                    <a:pt x="9182222" y="1253416"/>
                  </a:lnTo>
                  <a:lnTo>
                    <a:pt x="9235474" y="1264572"/>
                  </a:lnTo>
                  <a:lnTo>
                    <a:pt x="9292827" y="1274587"/>
                  </a:lnTo>
                  <a:lnTo>
                    <a:pt x="9355129" y="1283580"/>
                  </a:lnTo>
                  <a:lnTo>
                    <a:pt x="9423190" y="1291671"/>
                  </a:lnTo>
                  <a:lnTo>
                    <a:pt x="9497700" y="1298966"/>
                  </a:lnTo>
                  <a:lnTo>
                    <a:pt x="9579131" y="1305556"/>
                  </a:lnTo>
                  <a:lnTo>
                    <a:pt x="9667590" y="1311509"/>
                  </a:lnTo>
                  <a:lnTo>
                    <a:pt x="9762648" y="1316873"/>
                  </a:lnTo>
                  <a:lnTo>
                    <a:pt x="9863147" y="1321675"/>
                  </a:lnTo>
                  <a:lnTo>
                    <a:pt x="9967034" y="1325921"/>
                  </a:lnTo>
                  <a:lnTo>
                    <a:pt x="10071292" y="1329603"/>
                  </a:lnTo>
                  <a:lnTo>
                    <a:pt x="10172041" y="1332711"/>
                  </a:lnTo>
                  <a:lnTo>
                    <a:pt x="10264900" y="1335234"/>
                  </a:lnTo>
                  <a:lnTo>
                    <a:pt x="10345588" y="1337181"/>
                  </a:lnTo>
                  <a:lnTo>
                    <a:pt x="10410695" y="1338585"/>
                  </a:lnTo>
                  <a:lnTo>
                    <a:pt x="10458387" y="1339511"/>
                  </a:lnTo>
                  <a:lnTo>
                    <a:pt x="10488876" y="1340045"/>
                  </a:lnTo>
                  <a:lnTo>
                    <a:pt x="10504506" y="1340293"/>
                  </a:lnTo>
                  <a:lnTo>
                    <a:pt x="10509554" y="1340366"/>
                  </a:lnTo>
                  <a:lnTo>
                    <a:pt x="10509911" y="1340371"/>
                  </a:lnTo>
                  <a:lnTo>
                    <a:pt x="11981298" y="134037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61" name="pl361"/>
            <p:cNvSpPr/>
            <p:nvPr/>
          </p:nvSpPr>
          <p:spPr>
            <a:xfrm>
              <a:off x="4799595" y="3059115"/>
              <a:ext cx="11981298" cy="1340371"/>
            </a:xfrm>
            <a:custGeom>
              <a:avLst/>
              <a:pathLst>
                <a:path w="11981298" h="1340371">
                  <a:moveTo>
                    <a:pt x="11981298" y="1340371"/>
                  </a:moveTo>
                  <a:lnTo>
                    <a:pt x="10509911" y="1340371"/>
                  </a:lnTo>
                  <a:lnTo>
                    <a:pt x="10508679" y="1340354"/>
                  </a:lnTo>
                  <a:lnTo>
                    <a:pt x="10500593" y="1340233"/>
                  </a:lnTo>
                  <a:lnTo>
                    <a:pt x="10480261" y="1339900"/>
                  </a:lnTo>
                  <a:lnTo>
                    <a:pt x="10444034" y="1339242"/>
                  </a:lnTo>
                  <a:lnTo>
                    <a:pt x="10390287" y="1338162"/>
                  </a:lnTo>
                  <a:lnTo>
                    <a:pt x="10319541" y="1336577"/>
                  </a:lnTo>
                  <a:lnTo>
                    <a:pt x="10234237" y="1334434"/>
                  </a:lnTo>
                  <a:lnTo>
                    <a:pt x="10138171" y="1331711"/>
                  </a:lnTo>
                  <a:lnTo>
                    <a:pt x="10035741" y="1328405"/>
                  </a:lnTo>
                  <a:lnTo>
                    <a:pt x="9931211" y="1324528"/>
                  </a:lnTo>
                  <a:lnTo>
                    <a:pt x="9828194" y="1320092"/>
                  </a:lnTo>
                  <a:lnTo>
                    <a:pt x="9729377" y="1315099"/>
                  </a:lnTo>
                  <a:lnTo>
                    <a:pt x="9636492" y="1309537"/>
                  </a:lnTo>
                  <a:lnTo>
                    <a:pt x="9550424" y="1303372"/>
                  </a:lnTo>
                  <a:lnTo>
                    <a:pt x="9471399" y="1296550"/>
                  </a:lnTo>
                  <a:lnTo>
                    <a:pt x="9399166" y="1288993"/>
                  </a:lnTo>
                  <a:lnTo>
                    <a:pt x="9333165" y="1280605"/>
                  </a:lnTo>
                  <a:lnTo>
                    <a:pt x="9272654" y="1271275"/>
                  </a:lnTo>
                  <a:lnTo>
                    <a:pt x="9216802" y="1260882"/>
                  </a:lnTo>
                  <a:lnTo>
                    <a:pt x="9164762" y="1249310"/>
                  </a:lnTo>
                  <a:lnTo>
                    <a:pt x="9115720" y="1236466"/>
                  </a:lnTo>
                  <a:lnTo>
                    <a:pt x="9084767" y="1227311"/>
                  </a:lnTo>
                  <a:lnTo>
                    <a:pt x="9031366" y="1209554"/>
                  </a:lnTo>
                  <a:lnTo>
                    <a:pt x="8979668" y="1189945"/>
                  </a:lnTo>
                  <a:lnTo>
                    <a:pt x="8929016" y="1168461"/>
                  </a:lnTo>
                  <a:lnTo>
                    <a:pt x="8878931" y="1145141"/>
                  </a:lnTo>
                  <a:lnTo>
                    <a:pt x="8829084" y="1120101"/>
                  </a:lnTo>
                  <a:lnTo>
                    <a:pt x="8779266" y="1093537"/>
                  </a:lnTo>
                  <a:lnTo>
                    <a:pt x="8729371" y="1065720"/>
                  </a:lnTo>
                  <a:lnTo>
                    <a:pt x="8679371" y="1036990"/>
                  </a:lnTo>
                  <a:lnTo>
                    <a:pt x="8629294" y="1007740"/>
                  </a:lnTo>
                  <a:lnTo>
                    <a:pt x="8579202" y="978395"/>
                  </a:lnTo>
                  <a:lnTo>
                    <a:pt x="8529162" y="949382"/>
                  </a:lnTo>
                  <a:lnTo>
                    <a:pt x="8479219" y="921113"/>
                  </a:lnTo>
                  <a:lnTo>
                    <a:pt x="8429375" y="893952"/>
                  </a:lnTo>
                  <a:lnTo>
                    <a:pt x="8379561" y="868204"/>
                  </a:lnTo>
                  <a:lnTo>
                    <a:pt x="8329615" y="844098"/>
                  </a:lnTo>
                  <a:lnTo>
                    <a:pt x="8279265" y="821786"/>
                  </a:lnTo>
                  <a:lnTo>
                    <a:pt x="8228103" y="801340"/>
                  </a:lnTo>
                  <a:lnTo>
                    <a:pt x="8175556" y="782765"/>
                  </a:lnTo>
                  <a:lnTo>
                    <a:pt x="8151487" y="775072"/>
                  </a:lnTo>
                  <a:lnTo>
                    <a:pt x="8104014" y="761368"/>
                  </a:lnTo>
                  <a:lnTo>
                    <a:pt x="8054031" y="748967"/>
                  </a:lnTo>
                  <a:lnTo>
                    <a:pt x="8000779" y="737812"/>
                  </a:lnTo>
                  <a:lnTo>
                    <a:pt x="7943426" y="727797"/>
                  </a:lnTo>
                  <a:lnTo>
                    <a:pt x="7881124" y="718803"/>
                  </a:lnTo>
                  <a:lnTo>
                    <a:pt x="7813063" y="710712"/>
                  </a:lnTo>
                  <a:lnTo>
                    <a:pt x="7738553" y="703417"/>
                  </a:lnTo>
                  <a:lnTo>
                    <a:pt x="7657122" y="696828"/>
                  </a:lnTo>
                  <a:lnTo>
                    <a:pt x="7568663" y="690874"/>
                  </a:lnTo>
                  <a:lnTo>
                    <a:pt x="7473605" y="685510"/>
                  </a:lnTo>
                  <a:lnTo>
                    <a:pt x="7373107" y="680709"/>
                  </a:lnTo>
                  <a:lnTo>
                    <a:pt x="7269219" y="676463"/>
                  </a:lnTo>
                  <a:lnTo>
                    <a:pt x="7164961" y="672780"/>
                  </a:lnTo>
                  <a:lnTo>
                    <a:pt x="7064212" y="669673"/>
                  </a:lnTo>
                  <a:lnTo>
                    <a:pt x="6971354" y="667150"/>
                  </a:lnTo>
                  <a:lnTo>
                    <a:pt x="6890665" y="665203"/>
                  </a:lnTo>
                  <a:lnTo>
                    <a:pt x="6825559" y="663798"/>
                  </a:lnTo>
                  <a:lnTo>
                    <a:pt x="6777866" y="662873"/>
                  </a:lnTo>
                  <a:lnTo>
                    <a:pt x="6747377" y="662339"/>
                  </a:lnTo>
                  <a:lnTo>
                    <a:pt x="6731747" y="662090"/>
                  </a:lnTo>
                  <a:lnTo>
                    <a:pt x="6726699" y="662017"/>
                  </a:lnTo>
                  <a:lnTo>
                    <a:pt x="6726343" y="662012"/>
                  </a:lnTo>
                  <a:lnTo>
                    <a:pt x="5254955" y="662012"/>
                  </a:lnTo>
                  <a:lnTo>
                    <a:pt x="5253723" y="661996"/>
                  </a:lnTo>
                  <a:lnTo>
                    <a:pt x="5245635" y="661878"/>
                  </a:lnTo>
                  <a:lnTo>
                    <a:pt x="5225299" y="661552"/>
                  </a:lnTo>
                  <a:lnTo>
                    <a:pt x="5189065" y="660911"/>
                  </a:lnTo>
                  <a:lnTo>
                    <a:pt x="5135309" y="659856"/>
                  </a:lnTo>
                  <a:lnTo>
                    <a:pt x="5064550" y="658308"/>
                  </a:lnTo>
                  <a:lnTo>
                    <a:pt x="4979234" y="656217"/>
                  </a:lnTo>
                  <a:lnTo>
                    <a:pt x="4883156" y="653559"/>
                  </a:lnTo>
                  <a:lnTo>
                    <a:pt x="4780715" y="650332"/>
                  </a:lnTo>
                  <a:lnTo>
                    <a:pt x="4676178" y="646548"/>
                  </a:lnTo>
                  <a:lnTo>
                    <a:pt x="4573156" y="642218"/>
                  </a:lnTo>
                  <a:lnTo>
                    <a:pt x="4474336" y="637344"/>
                  </a:lnTo>
                  <a:lnTo>
                    <a:pt x="4381449" y="631915"/>
                  </a:lnTo>
                  <a:lnTo>
                    <a:pt x="4295383" y="625898"/>
                  </a:lnTo>
                  <a:lnTo>
                    <a:pt x="4216359" y="619239"/>
                  </a:lnTo>
                  <a:lnTo>
                    <a:pt x="4144128" y="611862"/>
                  </a:lnTo>
                  <a:lnTo>
                    <a:pt x="4078130" y="603675"/>
                  </a:lnTo>
                  <a:lnTo>
                    <a:pt x="4017621" y="594568"/>
                  </a:lnTo>
                  <a:lnTo>
                    <a:pt x="3961771" y="584424"/>
                  </a:lnTo>
                  <a:lnTo>
                    <a:pt x="3909731" y="573128"/>
                  </a:lnTo>
                  <a:lnTo>
                    <a:pt x="3860690" y="560590"/>
                  </a:lnTo>
                  <a:lnTo>
                    <a:pt x="3829811" y="551677"/>
                  </a:lnTo>
                  <a:lnTo>
                    <a:pt x="3776291" y="534306"/>
                  </a:lnTo>
                  <a:lnTo>
                    <a:pt x="3724480" y="515120"/>
                  </a:lnTo>
                  <a:lnTo>
                    <a:pt x="3673717" y="494095"/>
                  </a:lnTo>
                  <a:lnTo>
                    <a:pt x="3623521" y="471271"/>
                  </a:lnTo>
                  <a:lnTo>
                    <a:pt x="3573561" y="446763"/>
                  </a:lnTo>
                  <a:lnTo>
                    <a:pt x="3523630" y="420763"/>
                  </a:lnTo>
                  <a:lnTo>
                    <a:pt x="3473620" y="393538"/>
                  </a:lnTo>
                  <a:lnTo>
                    <a:pt x="3423504" y="365425"/>
                  </a:lnTo>
                  <a:lnTo>
                    <a:pt x="3373312" y="336810"/>
                  </a:lnTo>
                  <a:lnTo>
                    <a:pt x="3323107" y="308108"/>
                  </a:lnTo>
                  <a:lnTo>
                    <a:pt x="3272954" y="279743"/>
                  </a:lnTo>
                  <a:lnTo>
                    <a:pt x="3222901" y="252116"/>
                  </a:lnTo>
                  <a:lnTo>
                    <a:pt x="3172946" y="225586"/>
                  </a:lnTo>
                  <a:lnTo>
                    <a:pt x="3123016" y="200447"/>
                  </a:lnTo>
                  <a:lnTo>
                    <a:pt x="3072948" y="176925"/>
                  </a:lnTo>
                  <a:lnTo>
                    <a:pt x="3022463" y="155164"/>
                  </a:lnTo>
                  <a:lnTo>
                    <a:pt x="2971144" y="135235"/>
                  </a:lnTo>
                  <a:lnTo>
                    <a:pt x="2918407" y="117138"/>
                  </a:lnTo>
                  <a:lnTo>
                    <a:pt x="2896531" y="110335"/>
                  </a:lnTo>
                  <a:lnTo>
                    <a:pt x="2849055" y="96960"/>
                  </a:lnTo>
                  <a:lnTo>
                    <a:pt x="2799068" y="84858"/>
                  </a:lnTo>
                  <a:lnTo>
                    <a:pt x="2745811" y="73970"/>
                  </a:lnTo>
                  <a:lnTo>
                    <a:pt x="2688453" y="64196"/>
                  </a:lnTo>
                  <a:lnTo>
                    <a:pt x="2626144" y="55419"/>
                  </a:lnTo>
                  <a:lnTo>
                    <a:pt x="2558076" y="47523"/>
                  </a:lnTo>
                  <a:lnTo>
                    <a:pt x="2483557" y="40403"/>
                  </a:lnTo>
                  <a:lnTo>
                    <a:pt x="2402116" y="33972"/>
                  </a:lnTo>
                  <a:lnTo>
                    <a:pt x="2313646" y="28162"/>
                  </a:lnTo>
                  <a:lnTo>
                    <a:pt x="2218577" y="22928"/>
                  </a:lnTo>
                  <a:lnTo>
                    <a:pt x="2118067" y="18242"/>
                  </a:lnTo>
                  <a:lnTo>
                    <a:pt x="2014170" y="14099"/>
                  </a:lnTo>
                  <a:lnTo>
                    <a:pt x="1909906" y="10505"/>
                  </a:lnTo>
                  <a:lnTo>
                    <a:pt x="1809154" y="7473"/>
                  </a:lnTo>
                  <a:lnTo>
                    <a:pt x="1716300" y="5011"/>
                  </a:lnTo>
                  <a:lnTo>
                    <a:pt x="1635622" y="3111"/>
                  </a:lnTo>
                  <a:lnTo>
                    <a:pt x="1570532" y="1741"/>
                  </a:lnTo>
                  <a:lnTo>
                    <a:pt x="1522858" y="838"/>
                  </a:lnTo>
                  <a:lnTo>
                    <a:pt x="1492390" y="317"/>
                  </a:lnTo>
                  <a:lnTo>
                    <a:pt x="1476778" y="75"/>
                  </a:lnTo>
                  <a:lnTo>
                    <a:pt x="1471741" y="4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62" name="pg362"/>
            <p:cNvSpPr/>
            <p:nvPr/>
          </p:nvSpPr>
          <p:spPr>
            <a:xfrm>
              <a:off x="4799595" y="3091807"/>
              <a:ext cx="11981298" cy="2272093"/>
            </a:xfrm>
            <a:custGeom>
              <a:avLst/>
              <a:pathLst>
                <a:path w="11981298" h="2272093">
                  <a:moveTo>
                    <a:pt x="0" y="57210"/>
                  </a:moveTo>
                  <a:lnTo>
                    <a:pt x="1471387" y="57210"/>
                  </a:lnTo>
                  <a:lnTo>
                    <a:pt x="1472619" y="57227"/>
                  </a:lnTo>
                  <a:lnTo>
                    <a:pt x="1480707" y="57345"/>
                  </a:lnTo>
                  <a:lnTo>
                    <a:pt x="1501043" y="57671"/>
                  </a:lnTo>
                  <a:lnTo>
                    <a:pt x="1537277" y="58312"/>
                  </a:lnTo>
                  <a:lnTo>
                    <a:pt x="1591034" y="59367"/>
                  </a:lnTo>
                  <a:lnTo>
                    <a:pt x="1661792" y="60914"/>
                  </a:lnTo>
                  <a:lnTo>
                    <a:pt x="1747108" y="63005"/>
                  </a:lnTo>
                  <a:lnTo>
                    <a:pt x="1843186" y="65664"/>
                  </a:lnTo>
                  <a:lnTo>
                    <a:pt x="1945627" y="68890"/>
                  </a:lnTo>
                  <a:lnTo>
                    <a:pt x="2050164" y="72675"/>
                  </a:lnTo>
                  <a:lnTo>
                    <a:pt x="2153186" y="77005"/>
                  </a:lnTo>
                  <a:lnTo>
                    <a:pt x="2252006" y="81878"/>
                  </a:lnTo>
                  <a:lnTo>
                    <a:pt x="2344893" y="87307"/>
                  </a:lnTo>
                  <a:lnTo>
                    <a:pt x="2430960" y="93325"/>
                  </a:lnTo>
                  <a:lnTo>
                    <a:pt x="2509983" y="99984"/>
                  </a:lnTo>
                  <a:lnTo>
                    <a:pt x="2582214" y="107360"/>
                  </a:lnTo>
                  <a:lnTo>
                    <a:pt x="2648212" y="115547"/>
                  </a:lnTo>
                  <a:lnTo>
                    <a:pt x="2708722" y="124655"/>
                  </a:lnTo>
                  <a:lnTo>
                    <a:pt x="2764571" y="134799"/>
                  </a:lnTo>
                  <a:lnTo>
                    <a:pt x="2816611" y="146095"/>
                  </a:lnTo>
                  <a:lnTo>
                    <a:pt x="2865653" y="158633"/>
                  </a:lnTo>
                  <a:lnTo>
                    <a:pt x="2896531" y="167546"/>
                  </a:lnTo>
                  <a:lnTo>
                    <a:pt x="2950051" y="184917"/>
                  </a:lnTo>
                  <a:lnTo>
                    <a:pt x="3001862" y="204103"/>
                  </a:lnTo>
                  <a:lnTo>
                    <a:pt x="3052625" y="225128"/>
                  </a:lnTo>
                  <a:lnTo>
                    <a:pt x="3102821" y="247952"/>
                  </a:lnTo>
                  <a:lnTo>
                    <a:pt x="3152781" y="272460"/>
                  </a:lnTo>
                  <a:lnTo>
                    <a:pt x="3202712" y="298460"/>
                  </a:lnTo>
                  <a:lnTo>
                    <a:pt x="3252722" y="325684"/>
                  </a:lnTo>
                  <a:lnTo>
                    <a:pt x="3302838" y="353798"/>
                  </a:lnTo>
                  <a:lnTo>
                    <a:pt x="3353030" y="382413"/>
                  </a:lnTo>
                  <a:lnTo>
                    <a:pt x="3403235" y="411115"/>
                  </a:lnTo>
                  <a:lnTo>
                    <a:pt x="3453388" y="439479"/>
                  </a:lnTo>
                  <a:lnTo>
                    <a:pt x="3503441" y="467106"/>
                  </a:lnTo>
                  <a:lnTo>
                    <a:pt x="3553396" y="493637"/>
                  </a:lnTo>
                  <a:lnTo>
                    <a:pt x="3603326" y="518776"/>
                  </a:lnTo>
                  <a:lnTo>
                    <a:pt x="3653394" y="542298"/>
                  </a:lnTo>
                  <a:lnTo>
                    <a:pt x="3703879" y="564059"/>
                  </a:lnTo>
                  <a:lnTo>
                    <a:pt x="3755198" y="583988"/>
                  </a:lnTo>
                  <a:lnTo>
                    <a:pt x="3807935" y="602085"/>
                  </a:lnTo>
                  <a:lnTo>
                    <a:pt x="3829811" y="608888"/>
                  </a:lnTo>
                  <a:lnTo>
                    <a:pt x="3877287" y="622263"/>
                  </a:lnTo>
                  <a:lnTo>
                    <a:pt x="3927274" y="634365"/>
                  </a:lnTo>
                  <a:lnTo>
                    <a:pt x="3980531" y="645253"/>
                  </a:lnTo>
                  <a:lnTo>
                    <a:pt x="4037889" y="655027"/>
                  </a:lnTo>
                  <a:lnTo>
                    <a:pt x="4100198" y="663804"/>
                  </a:lnTo>
                  <a:lnTo>
                    <a:pt x="4168266" y="671700"/>
                  </a:lnTo>
                  <a:lnTo>
                    <a:pt x="4242785" y="678820"/>
                  </a:lnTo>
                  <a:lnTo>
                    <a:pt x="4324226" y="685251"/>
                  </a:lnTo>
                  <a:lnTo>
                    <a:pt x="4412696" y="691060"/>
                  </a:lnTo>
                  <a:lnTo>
                    <a:pt x="4507765" y="696295"/>
                  </a:lnTo>
                  <a:lnTo>
                    <a:pt x="4608275" y="700981"/>
                  </a:lnTo>
                  <a:lnTo>
                    <a:pt x="4712172" y="705124"/>
                  </a:lnTo>
                  <a:lnTo>
                    <a:pt x="4816436" y="708718"/>
                  </a:lnTo>
                  <a:lnTo>
                    <a:pt x="4917188" y="711750"/>
                  </a:lnTo>
                  <a:lnTo>
                    <a:pt x="5010042" y="714212"/>
                  </a:lnTo>
                  <a:lnTo>
                    <a:pt x="5090720" y="716112"/>
                  </a:lnTo>
                  <a:lnTo>
                    <a:pt x="5155811" y="717482"/>
                  </a:lnTo>
                  <a:lnTo>
                    <a:pt x="5203484" y="718384"/>
                  </a:lnTo>
                  <a:lnTo>
                    <a:pt x="5233952" y="718905"/>
                  </a:lnTo>
                  <a:lnTo>
                    <a:pt x="5249564" y="719148"/>
                  </a:lnTo>
                  <a:lnTo>
                    <a:pt x="5254601" y="719219"/>
                  </a:lnTo>
                  <a:lnTo>
                    <a:pt x="5254955" y="719223"/>
                  </a:lnTo>
                  <a:lnTo>
                    <a:pt x="6726343" y="719223"/>
                  </a:lnTo>
                  <a:lnTo>
                    <a:pt x="6727551" y="719261"/>
                  </a:lnTo>
                  <a:lnTo>
                    <a:pt x="6735486" y="719532"/>
                  </a:lnTo>
                  <a:lnTo>
                    <a:pt x="6755451" y="720282"/>
                  </a:lnTo>
                  <a:lnTo>
                    <a:pt x="6791054" y="721757"/>
                  </a:lnTo>
                  <a:lnTo>
                    <a:pt x="6843937" y="724183"/>
                  </a:lnTo>
                  <a:lnTo>
                    <a:pt x="6913649" y="727744"/>
                  </a:lnTo>
                  <a:lnTo>
                    <a:pt x="6997855" y="732561"/>
                  </a:lnTo>
                  <a:lnTo>
                    <a:pt x="7092873" y="738689"/>
                  </a:lnTo>
                  <a:lnTo>
                    <a:pt x="7194403" y="746135"/>
                  </a:lnTo>
                  <a:lnTo>
                    <a:pt x="7298236" y="754873"/>
                  </a:lnTo>
                  <a:lnTo>
                    <a:pt x="7400782" y="764876"/>
                  </a:lnTo>
                  <a:lnTo>
                    <a:pt x="7499339" y="776135"/>
                  </a:lnTo>
                  <a:lnTo>
                    <a:pt x="7592143" y="788676"/>
                  </a:lnTo>
                  <a:lnTo>
                    <a:pt x="7678263" y="802571"/>
                  </a:lnTo>
                  <a:lnTo>
                    <a:pt x="7757430" y="817939"/>
                  </a:lnTo>
                  <a:lnTo>
                    <a:pt x="7829852" y="834947"/>
                  </a:lnTo>
                  <a:lnTo>
                    <a:pt x="7896055" y="853807"/>
                  </a:lnTo>
                  <a:lnTo>
                    <a:pt x="7956753" y="874767"/>
                  </a:lnTo>
                  <a:lnTo>
                    <a:pt x="8012754" y="898096"/>
                  </a:lnTo>
                  <a:lnTo>
                    <a:pt x="8064890" y="924059"/>
                  </a:lnTo>
                  <a:lnTo>
                    <a:pt x="8113966" y="952875"/>
                  </a:lnTo>
                  <a:lnTo>
                    <a:pt x="8151487" y="978035"/>
                  </a:lnTo>
                  <a:lnTo>
                    <a:pt x="8197668" y="1012851"/>
                  </a:lnTo>
                  <a:lnTo>
                    <a:pt x="8242505" y="1050807"/>
                  </a:lnTo>
                  <a:lnTo>
                    <a:pt x="8286449" y="1091960"/>
                  </a:lnTo>
                  <a:lnTo>
                    <a:pt x="8329840" y="1136286"/>
                  </a:lnTo>
                  <a:lnTo>
                    <a:pt x="8372934" y="1183668"/>
                  </a:lnTo>
                  <a:lnTo>
                    <a:pt x="8415911" y="1233892"/>
                  </a:lnTo>
                  <a:lnTo>
                    <a:pt x="8458886" y="1286643"/>
                  </a:lnTo>
                  <a:lnTo>
                    <a:pt x="8501922" y="1341511"/>
                  </a:lnTo>
                  <a:lnTo>
                    <a:pt x="8545037" y="1397998"/>
                  </a:lnTo>
                  <a:lnTo>
                    <a:pt x="8588217" y="1455536"/>
                  </a:lnTo>
                  <a:lnTo>
                    <a:pt x="8631428" y="1513513"/>
                  </a:lnTo>
                  <a:lnTo>
                    <a:pt x="8674625" y="1571294"/>
                  </a:lnTo>
                  <a:lnTo>
                    <a:pt x="8717769" y="1628255"/>
                  </a:lnTo>
                  <a:lnTo>
                    <a:pt x="8760835" y="1683808"/>
                  </a:lnTo>
                  <a:lnTo>
                    <a:pt x="8803828" y="1737427"/>
                  </a:lnTo>
                  <a:lnTo>
                    <a:pt x="8846793" y="1788665"/>
                  </a:lnTo>
                  <a:lnTo>
                    <a:pt x="8889825" y="1837170"/>
                  </a:lnTo>
                  <a:lnTo>
                    <a:pt x="8933076" y="1882689"/>
                  </a:lnTo>
                  <a:lnTo>
                    <a:pt x="8976772" y="1925070"/>
                  </a:lnTo>
                  <a:lnTo>
                    <a:pt x="9021219" y="1964252"/>
                  </a:lnTo>
                  <a:lnTo>
                    <a:pt x="9066823" y="2000264"/>
                  </a:lnTo>
                  <a:lnTo>
                    <a:pt x="9084767" y="2013281"/>
                  </a:lnTo>
                  <a:lnTo>
                    <a:pt x="9131922" y="2044458"/>
                  </a:lnTo>
                  <a:lnTo>
                    <a:pt x="9181551" y="2072688"/>
                  </a:lnTo>
                  <a:lnTo>
                    <a:pt x="9234396" y="2098103"/>
                  </a:lnTo>
                  <a:lnTo>
                    <a:pt x="9291272" y="2120935"/>
                  </a:lnTo>
                  <a:lnTo>
                    <a:pt x="9353011" y="2141452"/>
                  </a:lnTo>
                  <a:lnTo>
                    <a:pt x="9420409" y="2159922"/>
                  </a:lnTo>
                  <a:lnTo>
                    <a:pt x="9494150" y="2176585"/>
                  </a:lnTo>
                  <a:lnTo>
                    <a:pt x="9574708" y="2191646"/>
                  </a:lnTo>
                  <a:lnTo>
                    <a:pt x="9662208" y="2205261"/>
                  </a:lnTo>
                  <a:lnTo>
                    <a:pt x="9756265" y="2217541"/>
                  </a:lnTo>
                  <a:lnTo>
                    <a:pt x="9855794" y="2228548"/>
                  </a:lnTo>
                  <a:lnTo>
                    <a:pt x="9958845" y="2238299"/>
                  </a:lnTo>
                  <a:lnTo>
                    <a:pt x="10062529" y="2246780"/>
                  </a:lnTo>
                  <a:lnTo>
                    <a:pt x="10163102" y="2253962"/>
                  </a:lnTo>
                  <a:lnTo>
                    <a:pt x="10256287" y="2259826"/>
                  </a:lnTo>
                  <a:lnTo>
                    <a:pt x="10337848" y="2264384"/>
                  </a:lnTo>
                  <a:lnTo>
                    <a:pt x="10404317" y="2267706"/>
                  </a:lnTo>
                  <a:lnTo>
                    <a:pt x="10453703" y="2269925"/>
                  </a:lnTo>
                  <a:lnTo>
                    <a:pt x="10485972" y="2271235"/>
                  </a:lnTo>
                  <a:lnTo>
                    <a:pt x="10503176" y="2271869"/>
                  </a:lnTo>
                  <a:lnTo>
                    <a:pt x="10509286" y="2272074"/>
                  </a:lnTo>
                  <a:lnTo>
                    <a:pt x="10509911" y="2272093"/>
                  </a:lnTo>
                  <a:lnTo>
                    <a:pt x="11981298" y="2272093"/>
                  </a:lnTo>
                  <a:lnTo>
                    <a:pt x="11981298" y="2214882"/>
                  </a:lnTo>
                  <a:lnTo>
                    <a:pt x="10509911" y="2214882"/>
                  </a:lnTo>
                  <a:lnTo>
                    <a:pt x="10508702" y="2214844"/>
                  </a:lnTo>
                  <a:lnTo>
                    <a:pt x="10500767" y="2214573"/>
                  </a:lnTo>
                  <a:lnTo>
                    <a:pt x="10480802" y="2213824"/>
                  </a:lnTo>
                  <a:lnTo>
                    <a:pt x="10445199" y="2212349"/>
                  </a:lnTo>
                  <a:lnTo>
                    <a:pt x="10392317" y="2209922"/>
                  </a:lnTo>
                  <a:lnTo>
                    <a:pt x="10322604" y="2206361"/>
                  </a:lnTo>
                  <a:lnTo>
                    <a:pt x="10238398" y="2201545"/>
                  </a:lnTo>
                  <a:lnTo>
                    <a:pt x="10143380" y="2195416"/>
                  </a:lnTo>
                  <a:lnTo>
                    <a:pt x="10041851" y="2187971"/>
                  </a:lnTo>
                  <a:lnTo>
                    <a:pt x="9938017" y="2179233"/>
                  </a:lnTo>
                  <a:lnTo>
                    <a:pt x="9835471" y="2169230"/>
                  </a:lnTo>
                  <a:lnTo>
                    <a:pt x="9736914" y="2157971"/>
                  </a:lnTo>
                  <a:lnTo>
                    <a:pt x="9644110" y="2145429"/>
                  </a:lnTo>
                  <a:lnTo>
                    <a:pt x="9557990" y="2131534"/>
                  </a:lnTo>
                  <a:lnTo>
                    <a:pt x="9478824" y="2116166"/>
                  </a:lnTo>
                  <a:lnTo>
                    <a:pt x="9406401" y="2099158"/>
                  </a:lnTo>
                  <a:lnTo>
                    <a:pt x="9340198" y="2080298"/>
                  </a:lnTo>
                  <a:lnTo>
                    <a:pt x="9279500" y="2059338"/>
                  </a:lnTo>
                  <a:lnTo>
                    <a:pt x="9223500" y="2036009"/>
                  </a:lnTo>
                  <a:lnTo>
                    <a:pt x="9171363" y="2010046"/>
                  </a:lnTo>
                  <a:lnTo>
                    <a:pt x="9122287" y="1981231"/>
                  </a:lnTo>
                  <a:lnTo>
                    <a:pt x="9084767" y="1956070"/>
                  </a:lnTo>
                  <a:lnTo>
                    <a:pt x="9038586" y="1921254"/>
                  </a:lnTo>
                  <a:lnTo>
                    <a:pt x="8993748" y="1883298"/>
                  </a:lnTo>
                  <a:lnTo>
                    <a:pt x="8949805" y="1842145"/>
                  </a:lnTo>
                  <a:lnTo>
                    <a:pt x="8906413" y="1797819"/>
                  </a:lnTo>
                  <a:lnTo>
                    <a:pt x="8863319" y="1750438"/>
                  </a:lnTo>
                  <a:lnTo>
                    <a:pt x="8820342" y="1700214"/>
                  </a:lnTo>
                  <a:lnTo>
                    <a:pt x="8777367" y="1647462"/>
                  </a:lnTo>
                  <a:lnTo>
                    <a:pt x="8734332" y="1592594"/>
                  </a:lnTo>
                  <a:lnTo>
                    <a:pt x="8691217" y="1536107"/>
                  </a:lnTo>
                  <a:lnTo>
                    <a:pt x="8648036" y="1478569"/>
                  </a:lnTo>
                  <a:lnTo>
                    <a:pt x="8604825" y="1420593"/>
                  </a:lnTo>
                  <a:lnTo>
                    <a:pt x="8561628" y="1362812"/>
                  </a:lnTo>
                  <a:lnTo>
                    <a:pt x="8518485" y="1305851"/>
                  </a:lnTo>
                  <a:lnTo>
                    <a:pt x="8475419" y="1250297"/>
                  </a:lnTo>
                  <a:lnTo>
                    <a:pt x="8432425" y="1196679"/>
                  </a:lnTo>
                  <a:lnTo>
                    <a:pt x="8389460" y="1145440"/>
                  </a:lnTo>
                  <a:lnTo>
                    <a:pt x="8346428" y="1096935"/>
                  </a:lnTo>
                  <a:lnTo>
                    <a:pt x="8303177" y="1051416"/>
                  </a:lnTo>
                  <a:lnTo>
                    <a:pt x="8259481" y="1009036"/>
                  </a:lnTo>
                  <a:lnTo>
                    <a:pt x="8215034" y="969853"/>
                  </a:lnTo>
                  <a:lnTo>
                    <a:pt x="8169430" y="933842"/>
                  </a:lnTo>
                  <a:lnTo>
                    <a:pt x="8151487" y="920824"/>
                  </a:lnTo>
                  <a:lnTo>
                    <a:pt x="8104331" y="889648"/>
                  </a:lnTo>
                  <a:lnTo>
                    <a:pt x="8054702" y="861418"/>
                  </a:lnTo>
                  <a:lnTo>
                    <a:pt x="8001857" y="836003"/>
                  </a:lnTo>
                  <a:lnTo>
                    <a:pt x="7944981" y="813171"/>
                  </a:lnTo>
                  <a:lnTo>
                    <a:pt x="7883242" y="792653"/>
                  </a:lnTo>
                  <a:lnTo>
                    <a:pt x="7815844" y="774184"/>
                  </a:lnTo>
                  <a:lnTo>
                    <a:pt x="7742103" y="757520"/>
                  </a:lnTo>
                  <a:lnTo>
                    <a:pt x="7661546" y="742460"/>
                  </a:lnTo>
                  <a:lnTo>
                    <a:pt x="7574045" y="728844"/>
                  </a:lnTo>
                  <a:lnTo>
                    <a:pt x="7479988" y="716564"/>
                  </a:lnTo>
                  <a:lnTo>
                    <a:pt x="7380460" y="705558"/>
                  </a:lnTo>
                  <a:lnTo>
                    <a:pt x="7277408" y="695807"/>
                  </a:lnTo>
                  <a:lnTo>
                    <a:pt x="7173724" y="687326"/>
                  </a:lnTo>
                  <a:lnTo>
                    <a:pt x="7073151" y="680143"/>
                  </a:lnTo>
                  <a:lnTo>
                    <a:pt x="6979966" y="674280"/>
                  </a:lnTo>
                  <a:lnTo>
                    <a:pt x="6898405" y="669721"/>
                  </a:lnTo>
                  <a:lnTo>
                    <a:pt x="6831936" y="666400"/>
                  </a:lnTo>
                  <a:lnTo>
                    <a:pt x="6782550" y="664180"/>
                  </a:lnTo>
                  <a:lnTo>
                    <a:pt x="6750281" y="662870"/>
                  </a:lnTo>
                  <a:lnTo>
                    <a:pt x="6733077" y="662237"/>
                  </a:lnTo>
                  <a:lnTo>
                    <a:pt x="6726967" y="662032"/>
                  </a:lnTo>
                  <a:lnTo>
                    <a:pt x="6726343" y="662012"/>
                  </a:lnTo>
                  <a:lnTo>
                    <a:pt x="5254955" y="662012"/>
                  </a:lnTo>
                  <a:lnTo>
                    <a:pt x="5253723" y="661996"/>
                  </a:lnTo>
                  <a:lnTo>
                    <a:pt x="5245635" y="661878"/>
                  </a:lnTo>
                  <a:lnTo>
                    <a:pt x="5225299" y="661552"/>
                  </a:lnTo>
                  <a:lnTo>
                    <a:pt x="5189065" y="660911"/>
                  </a:lnTo>
                  <a:lnTo>
                    <a:pt x="5135309" y="659856"/>
                  </a:lnTo>
                  <a:lnTo>
                    <a:pt x="5064550" y="658308"/>
                  </a:lnTo>
                  <a:lnTo>
                    <a:pt x="4979234" y="656217"/>
                  </a:lnTo>
                  <a:lnTo>
                    <a:pt x="4883156" y="653559"/>
                  </a:lnTo>
                  <a:lnTo>
                    <a:pt x="4780715" y="650332"/>
                  </a:lnTo>
                  <a:lnTo>
                    <a:pt x="4676178" y="646548"/>
                  </a:lnTo>
                  <a:lnTo>
                    <a:pt x="4573156" y="642218"/>
                  </a:lnTo>
                  <a:lnTo>
                    <a:pt x="4474336" y="637344"/>
                  </a:lnTo>
                  <a:lnTo>
                    <a:pt x="4381449" y="631915"/>
                  </a:lnTo>
                  <a:lnTo>
                    <a:pt x="4295383" y="625898"/>
                  </a:lnTo>
                  <a:lnTo>
                    <a:pt x="4216359" y="619239"/>
                  </a:lnTo>
                  <a:lnTo>
                    <a:pt x="4144128" y="611862"/>
                  </a:lnTo>
                  <a:lnTo>
                    <a:pt x="4078130" y="603675"/>
                  </a:lnTo>
                  <a:lnTo>
                    <a:pt x="4017621" y="594568"/>
                  </a:lnTo>
                  <a:lnTo>
                    <a:pt x="3961771" y="584424"/>
                  </a:lnTo>
                  <a:lnTo>
                    <a:pt x="3909731" y="573128"/>
                  </a:lnTo>
                  <a:lnTo>
                    <a:pt x="3860690" y="560590"/>
                  </a:lnTo>
                  <a:lnTo>
                    <a:pt x="3829811" y="551677"/>
                  </a:lnTo>
                  <a:lnTo>
                    <a:pt x="3776291" y="534306"/>
                  </a:lnTo>
                  <a:lnTo>
                    <a:pt x="3724480" y="515120"/>
                  </a:lnTo>
                  <a:lnTo>
                    <a:pt x="3673717" y="494095"/>
                  </a:lnTo>
                  <a:lnTo>
                    <a:pt x="3623521" y="471271"/>
                  </a:lnTo>
                  <a:lnTo>
                    <a:pt x="3573561" y="446763"/>
                  </a:lnTo>
                  <a:lnTo>
                    <a:pt x="3523630" y="420763"/>
                  </a:lnTo>
                  <a:lnTo>
                    <a:pt x="3473620" y="393538"/>
                  </a:lnTo>
                  <a:lnTo>
                    <a:pt x="3423504" y="365425"/>
                  </a:lnTo>
                  <a:lnTo>
                    <a:pt x="3373312" y="336810"/>
                  </a:lnTo>
                  <a:lnTo>
                    <a:pt x="3323107" y="308108"/>
                  </a:lnTo>
                  <a:lnTo>
                    <a:pt x="3272954" y="279743"/>
                  </a:lnTo>
                  <a:lnTo>
                    <a:pt x="3222901" y="252116"/>
                  </a:lnTo>
                  <a:lnTo>
                    <a:pt x="3172946" y="225586"/>
                  </a:lnTo>
                  <a:lnTo>
                    <a:pt x="3123016" y="200447"/>
                  </a:lnTo>
                  <a:lnTo>
                    <a:pt x="3072948" y="176925"/>
                  </a:lnTo>
                  <a:lnTo>
                    <a:pt x="3022463" y="155164"/>
                  </a:lnTo>
                  <a:lnTo>
                    <a:pt x="2971144" y="135235"/>
                  </a:lnTo>
                  <a:lnTo>
                    <a:pt x="2918407" y="117138"/>
                  </a:lnTo>
                  <a:lnTo>
                    <a:pt x="2896531" y="110335"/>
                  </a:lnTo>
                  <a:lnTo>
                    <a:pt x="2849055" y="96960"/>
                  </a:lnTo>
                  <a:lnTo>
                    <a:pt x="2799068" y="84858"/>
                  </a:lnTo>
                  <a:lnTo>
                    <a:pt x="2745811" y="73970"/>
                  </a:lnTo>
                  <a:lnTo>
                    <a:pt x="2688453" y="64196"/>
                  </a:lnTo>
                  <a:lnTo>
                    <a:pt x="2626144" y="55419"/>
                  </a:lnTo>
                  <a:lnTo>
                    <a:pt x="2558076" y="47523"/>
                  </a:lnTo>
                  <a:lnTo>
                    <a:pt x="2483557" y="40403"/>
                  </a:lnTo>
                  <a:lnTo>
                    <a:pt x="2402116" y="33972"/>
                  </a:lnTo>
                  <a:lnTo>
                    <a:pt x="2313646" y="28162"/>
                  </a:lnTo>
                  <a:lnTo>
                    <a:pt x="2218577" y="22928"/>
                  </a:lnTo>
                  <a:lnTo>
                    <a:pt x="2118067" y="18242"/>
                  </a:lnTo>
                  <a:lnTo>
                    <a:pt x="2014170" y="14099"/>
                  </a:lnTo>
                  <a:lnTo>
                    <a:pt x="1909906" y="10505"/>
                  </a:lnTo>
                  <a:lnTo>
                    <a:pt x="1809154" y="7473"/>
                  </a:lnTo>
                  <a:lnTo>
                    <a:pt x="1716300" y="5011"/>
                  </a:lnTo>
                  <a:lnTo>
                    <a:pt x="1635622" y="3111"/>
                  </a:lnTo>
                  <a:lnTo>
                    <a:pt x="1570532" y="1741"/>
                  </a:lnTo>
                  <a:lnTo>
                    <a:pt x="1522858" y="838"/>
                  </a:lnTo>
                  <a:lnTo>
                    <a:pt x="1492390" y="317"/>
                  </a:lnTo>
                  <a:lnTo>
                    <a:pt x="1476778" y="75"/>
                  </a:lnTo>
                  <a:lnTo>
                    <a:pt x="1471741" y="4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363" name="pl363"/>
            <p:cNvSpPr/>
            <p:nvPr/>
          </p:nvSpPr>
          <p:spPr>
            <a:xfrm>
              <a:off x="4799595" y="3149018"/>
              <a:ext cx="11981298" cy="2214882"/>
            </a:xfrm>
            <a:custGeom>
              <a:avLst/>
              <a:pathLst>
                <a:path w="11981298" h="2214882">
                  <a:moveTo>
                    <a:pt x="0" y="0"/>
                  </a:moveTo>
                  <a:lnTo>
                    <a:pt x="1471387" y="0"/>
                  </a:lnTo>
                  <a:lnTo>
                    <a:pt x="1472619" y="16"/>
                  </a:lnTo>
                  <a:lnTo>
                    <a:pt x="1480707" y="134"/>
                  </a:lnTo>
                  <a:lnTo>
                    <a:pt x="1501043" y="460"/>
                  </a:lnTo>
                  <a:lnTo>
                    <a:pt x="1537277" y="1101"/>
                  </a:lnTo>
                  <a:lnTo>
                    <a:pt x="1591034" y="2156"/>
                  </a:lnTo>
                  <a:lnTo>
                    <a:pt x="1661792" y="3704"/>
                  </a:lnTo>
                  <a:lnTo>
                    <a:pt x="1747108" y="5794"/>
                  </a:lnTo>
                  <a:lnTo>
                    <a:pt x="1843186" y="8453"/>
                  </a:lnTo>
                  <a:lnTo>
                    <a:pt x="1945627" y="11679"/>
                  </a:lnTo>
                  <a:lnTo>
                    <a:pt x="2050164" y="15464"/>
                  </a:lnTo>
                  <a:lnTo>
                    <a:pt x="2153186" y="19794"/>
                  </a:lnTo>
                  <a:lnTo>
                    <a:pt x="2252006" y="24667"/>
                  </a:lnTo>
                  <a:lnTo>
                    <a:pt x="2344893" y="30096"/>
                  </a:lnTo>
                  <a:lnTo>
                    <a:pt x="2430960" y="36114"/>
                  </a:lnTo>
                  <a:lnTo>
                    <a:pt x="2509983" y="42773"/>
                  </a:lnTo>
                  <a:lnTo>
                    <a:pt x="2582214" y="50149"/>
                  </a:lnTo>
                  <a:lnTo>
                    <a:pt x="2648212" y="58337"/>
                  </a:lnTo>
                  <a:lnTo>
                    <a:pt x="2708722" y="67444"/>
                  </a:lnTo>
                  <a:lnTo>
                    <a:pt x="2764571" y="77588"/>
                  </a:lnTo>
                  <a:lnTo>
                    <a:pt x="2816611" y="88884"/>
                  </a:lnTo>
                  <a:lnTo>
                    <a:pt x="2865653" y="101422"/>
                  </a:lnTo>
                  <a:lnTo>
                    <a:pt x="2896531" y="110335"/>
                  </a:lnTo>
                  <a:lnTo>
                    <a:pt x="2950051" y="127706"/>
                  </a:lnTo>
                  <a:lnTo>
                    <a:pt x="3001862" y="146892"/>
                  </a:lnTo>
                  <a:lnTo>
                    <a:pt x="3052625" y="167917"/>
                  </a:lnTo>
                  <a:lnTo>
                    <a:pt x="3102821" y="190741"/>
                  </a:lnTo>
                  <a:lnTo>
                    <a:pt x="3152781" y="215249"/>
                  </a:lnTo>
                  <a:lnTo>
                    <a:pt x="3202712" y="241249"/>
                  </a:lnTo>
                  <a:lnTo>
                    <a:pt x="3252722" y="268473"/>
                  </a:lnTo>
                  <a:lnTo>
                    <a:pt x="3302838" y="296587"/>
                  </a:lnTo>
                  <a:lnTo>
                    <a:pt x="3353030" y="325202"/>
                  </a:lnTo>
                  <a:lnTo>
                    <a:pt x="3403235" y="353904"/>
                  </a:lnTo>
                  <a:lnTo>
                    <a:pt x="3453388" y="382268"/>
                  </a:lnTo>
                  <a:lnTo>
                    <a:pt x="3503441" y="409895"/>
                  </a:lnTo>
                  <a:lnTo>
                    <a:pt x="3553396" y="436426"/>
                  </a:lnTo>
                  <a:lnTo>
                    <a:pt x="3603326" y="461565"/>
                  </a:lnTo>
                  <a:lnTo>
                    <a:pt x="3653394" y="485087"/>
                  </a:lnTo>
                  <a:lnTo>
                    <a:pt x="3703879" y="506848"/>
                  </a:lnTo>
                  <a:lnTo>
                    <a:pt x="3755198" y="526777"/>
                  </a:lnTo>
                  <a:lnTo>
                    <a:pt x="3807935" y="544874"/>
                  </a:lnTo>
                  <a:lnTo>
                    <a:pt x="3829811" y="551677"/>
                  </a:lnTo>
                  <a:lnTo>
                    <a:pt x="3877287" y="565052"/>
                  </a:lnTo>
                  <a:lnTo>
                    <a:pt x="3927274" y="577154"/>
                  </a:lnTo>
                  <a:lnTo>
                    <a:pt x="3980531" y="588042"/>
                  </a:lnTo>
                  <a:lnTo>
                    <a:pt x="4037889" y="597816"/>
                  </a:lnTo>
                  <a:lnTo>
                    <a:pt x="4100198" y="606593"/>
                  </a:lnTo>
                  <a:lnTo>
                    <a:pt x="4168266" y="614489"/>
                  </a:lnTo>
                  <a:lnTo>
                    <a:pt x="4242785" y="621609"/>
                  </a:lnTo>
                  <a:lnTo>
                    <a:pt x="4324226" y="628040"/>
                  </a:lnTo>
                  <a:lnTo>
                    <a:pt x="4412696" y="633849"/>
                  </a:lnTo>
                  <a:lnTo>
                    <a:pt x="4507765" y="639084"/>
                  </a:lnTo>
                  <a:lnTo>
                    <a:pt x="4608275" y="643770"/>
                  </a:lnTo>
                  <a:lnTo>
                    <a:pt x="4712172" y="647913"/>
                  </a:lnTo>
                  <a:lnTo>
                    <a:pt x="4816436" y="651507"/>
                  </a:lnTo>
                  <a:lnTo>
                    <a:pt x="4917188" y="654539"/>
                  </a:lnTo>
                  <a:lnTo>
                    <a:pt x="5010042" y="657001"/>
                  </a:lnTo>
                  <a:lnTo>
                    <a:pt x="5090720" y="658901"/>
                  </a:lnTo>
                  <a:lnTo>
                    <a:pt x="5155811" y="660271"/>
                  </a:lnTo>
                  <a:lnTo>
                    <a:pt x="5203484" y="661173"/>
                  </a:lnTo>
                  <a:lnTo>
                    <a:pt x="5233952" y="661694"/>
                  </a:lnTo>
                  <a:lnTo>
                    <a:pt x="5249564" y="661937"/>
                  </a:lnTo>
                  <a:lnTo>
                    <a:pt x="5254601" y="662008"/>
                  </a:lnTo>
                  <a:lnTo>
                    <a:pt x="5254955" y="662012"/>
                  </a:lnTo>
                  <a:lnTo>
                    <a:pt x="6726343" y="662012"/>
                  </a:lnTo>
                  <a:lnTo>
                    <a:pt x="6727551" y="662050"/>
                  </a:lnTo>
                  <a:lnTo>
                    <a:pt x="6735486" y="662321"/>
                  </a:lnTo>
                  <a:lnTo>
                    <a:pt x="6755451" y="663071"/>
                  </a:lnTo>
                  <a:lnTo>
                    <a:pt x="6791054" y="664546"/>
                  </a:lnTo>
                  <a:lnTo>
                    <a:pt x="6843937" y="666972"/>
                  </a:lnTo>
                  <a:lnTo>
                    <a:pt x="6913649" y="670533"/>
                  </a:lnTo>
                  <a:lnTo>
                    <a:pt x="6997855" y="675350"/>
                  </a:lnTo>
                  <a:lnTo>
                    <a:pt x="7092873" y="681478"/>
                  </a:lnTo>
                  <a:lnTo>
                    <a:pt x="7194403" y="688924"/>
                  </a:lnTo>
                  <a:lnTo>
                    <a:pt x="7298236" y="697662"/>
                  </a:lnTo>
                  <a:lnTo>
                    <a:pt x="7400782" y="707665"/>
                  </a:lnTo>
                  <a:lnTo>
                    <a:pt x="7499339" y="718924"/>
                  </a:lnTo>
                  <a:lnTo>
                    <a:pt x="7592143" y="731465"/>
                  </a:lnTo>
                  <a:lnTo>
                    <a:pt x="7678263" y="745360"/>
                  </a:lnTo>
                  <a:lnTo>
                    <a:pt x="7757430" y="760728"/>
                  </a:lnTo>
                  <a:lnTo>
                    <a:pt x="7829852" y="777736"/>
                  </a:lnTo>
                  <a:lnTo>
                    <a:pt x="7896055" y="796596"/>
                  </a:lnTo>
                  <a:lnTo>
                    <a:pt x="7956753" y="817556"/>
                  </a:lnTo>
                  <a:lnTo>
                    <a:pt x="8012754" y="840885"/>
                  </a:lnTo>
                  <a:lnTo>
                    <a:pt x="8064890" y="866848"/>
                  </a:lnTo>
                  <a:lnTo>
                    <a:pt x="8113966" y="895664"/>
                  </a:lnTo>
                  <a:lnTo>
                    <a:pt x="8151487" y="920824"/>
                  </a:lnTo>
                  <a:lnTo>
                    <a:pt x="8197668" y="955640"/>
                  </a:lnTo>
                  <a:lnTo>
                    <a:pt x="8242505" y="993596"/>
                  </a:lnTo>
                  <a:lnTo>
                    <a:pt x="8286449" y="1034749"/>
                  </a:lnTo>
                  <a:lnTo>
                    <a:pt x="8329840" y="1079075"/>
                  </a:lnTo>
                  <a:lnTo>
                    <a:pt x="8372934" y="1126457"/>
                  </a:lnTo>
                  <a:lnTo>
                    <a:pt x="8415911" y="1176681"/>
                  </a:lnTo>
                  <a:lnTo>
                    <a:pt x="8458886" y="1229432"/>
                  </a:lnTo>
                  <a:lnTo>
                    <a:pt x="8501922" y="1284300"/>
                  </a:lnTo>
                  <a:lnTo>
                    <a:pt x="8545037" y="1340787"/>
                  </a:lnTo>
                  <a:lnTo>
                    <a:pt x="8588217" y="1398325"/>
                  </a:lnTo>
                  <a:lnTo>
                    <a:pt x="8631428" y="1456302"/>
                  </a:lnTo>
                  <a:lnTo>
                    <a:pt x="8674625" y="1514083"/>
                  </a:lnTo>
                  <a:lnTo>
                    <a:pt x="8717769" y="1571044"/>
                  </a:lnTo>
                  <a:lnTo>
                    <a:pt x="8760835" y="1626597"/>
                  </a:lnTo>
                  <a:lnTo>
                    <a:pt x="8803828" y="1680216"/>
                  </a:lnTo>
                  <a:lnTo>
                    <a:pt x="8846793" y="1731454"/>
                  </a:lnTo>
                  <a:lnTo>
                    <a:pt x="8889825" y="1779959"/>
                  </a:lnTo>
                  <a:lnTo>
                    <a:pt x="8933076" y="1825478"/>
                  </a:lnTo>
                  <a:lnTo>
                    <a:pt x="8976772" y="1867859"/>
                  </a:lnTo>
                  <a:lnTo>
                    <a:pt x="9021219" y="1907041"/>
                  </a:lnTo>
                  <a:lnTo>
                    <a:pt x="9066823" y="1943053"/>
                  </a:lnTo>
                  <a:lnTo>
                    <a:pt x="9084767" y="1956070"/>
                  </a:lnTo>
                  <a:lnTo>
                    <a:pt x="9131922" y="1987247"/>
                  </a:lnTo>
                  <a:lnTo>
                    <a:pt x="9181551" y="2015477"/>
                  </a:lnTo>
                  <a:lnTo>
                    <a:pt x="9234396" y="2040892"/>
                  </a:lnTo>
                  <a:lnTo>
                    <a:pt x="9291272" y="2063724"/>
                  </a:lnTo>
                  <a:lnTo>
                    <a:pt x="9353011" y="2084241"/>
                  </a:lnTo>
                  <a:lnTo>
                    <a:pt x="9420409" y="2102711"/>
                  </a:lnTo>
                  <a:lnTo>
                    <a:pt x="9494150" y="2119374"/>
                  </a:lnTo>
                  <a:lnTo>
                    <a:pt x="9574708" y="2134435"/>
                  </a:lnTo>
                  <a:lnTo>
                    <a:pt x="9662208" y="2148050"/>
                  </a:lnTo>
                  <a:lnTo>
                    <a:pt x="9756265" y="2160330"/>
                  </a:lnTo>
                  <a:lnTo>
                    <a:pt x="9855794" y="2171337"/>
                  </a:lnTo>
                  <a:lnTo>
                    <a:pt x="9958845" y="2181088"/>
                  </a:lnTo>
                  <a:lnTo>
                    <a:pt x="10062529" y="2189569"/>
                  </a:lnTo>
                  <a:lnTo>
                    <a:pt x="10163102" y="2196751"/>
                  </a:lnTo>
                  <a:lnTo>
                    <a:pt x="10256287" y="2202615"/>
                  </a:lnTo>
                  <a:lnTo>
                    <a:pt x="10337848" y="2207173"/>
                  </a:lnTo>
                  <a:lnTo>
                    <a:pt x="10404317" y="2210495"/>
                  </a:lnTo>
                  <a:lnTo>
                    <a:pt x="10453703" y="2212714"/>
                  </a:lnTo>
                  <a:lnTo>
                    <a:pt x="10485972" y="2214024"/>
                  </a:lnTo>
                  <a:lnTo>
                    <a:pt x="10503176" y="2214658"/>
                  </a:lnTo>
                  <a:lnTo>
                    <a:pt x="10509286" y="2214863"/>
                  </a:lnTo>
                  <a:lnTo>
                    <a:pt x="10509911" y="2214882"/>
                  </a:lnTo>
                  <a:lnTo>
                    <a:pt x="11981298" y="221488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64" name="pl364"/>
            <p:cNvSpPr/>
            <p:nvPr/>
          </p:nvSpPr>
          <p:spPr>
            <a:xfrm>
              <a:off x="4799595" y="3091807"/>
              <a:ext cx="11981298" cy="2214882"/>
            </a:xfrm>
            <a:custGeom>
              <a:avLst/>
              <a:pathLst>
                <a:path w="11981298" h="2214882">
                  <a:moveTo>
                    <a:pt x="11981298" y="2214882"/>
                  </a:moveTo>
                  <a:lnTo>
                    <a:pt x="10509911" y="2214882"/>
                  </a:lnTo>
                  <a:lnTo>
                    <a:pt x="10508702" y="2214844"/>
                  </a:lnTo>
                  <a:lnTo>
                    <a:pt x="10500767" y="2214573"/>
                  </a:lnTo>
                  <a:lnTo>
                    <a:pt x="10480802" y="2213824"/>
                  </a:lnTo>
                  <a:lnTo>
                    <a:pt x="10445199" y="2212349"/>
                  </a:lnTo>
                  <a:lnTo>
                    <a:pt x="10392317" y="2209922"/>
                  </a:lnTo>
                  <a:lnTo>
                    <a:pt x="10322604" y="2206361"/>
                  </a:lnTo>
                  <a:lnTo>
                    <a:pt x="10238398" y="2201545"/>
                  </a:lnTo>
                  <a:lnTo>
                    <a:pt x="10143380" y="2195416"/>
                  </a:lnTo>
                  <a:lnTo>
                    <a:pt x="10041851" y="2187971"/>
                  </a:lnTo>
                  <a:lnTo>
                    <a:pt x="9938017" y="2179233"/>
                  </a:lnTo>
                  <a:lnTo>
                    <a:pt x="9835471" y="2169230"/>
                  </a:lnTo>
                  <a:lnTo>
                    <a:pt x="9736914" y="2157971"/>
                  </a:lnTo>
                  <a:lnTo>
                    <a:pt x="9644110" y="2145429"/>
                  </a:lnTo>
                  <a:lnTo>
                    <a:pt x="9557990" y="2131534"/>
                  </a:lnTo>
                  <a:lnTo>
                    <a:pt x="9478824" y="2116166"/>
                  </a:lnTo>
                  <a:lnTo>
                    <a:pt x="9406401" y="2099158"/>
                  </a:lnTo>
                  <a:lnTo>
                    <a:pt x="9340198" y="2080298"/>
                  </a:lnTo>
                  <a:lnTo>
                    <a:pt x="9279500" y="2059338"/>
                  </a:lnTo>
                  <a:lnTo>
                    <a:pt x="9223500" y="2036009"/>
                  </a:lnTo>
                  <a:lnTo>
                    <a:pt x="9171363" y="2010046"/>
                  </a:lnTo>
                  <a:lnTo>
                    <a:pt x="9122287" y="1981231"/>
                  </a:lnTo>
                  <a:lnTo>
                    <a:pt x="9084767" y="1956070"/>
                  </a:lnTo>
                  <a:lnTo>
                    <a:pt x="9038586" y="1921254"/>
                  </a:lnTo>
                  <a:lnTo>
                    <a:pt x="8993748" y="1883298"/>
                  </a:lnTo>
                  <a:lnTo>
                    <a:pt x="8949805" y="1842145"/>
                  </a:lnTo>
                  <a:lnTo>
                    <a:pt x="8906413" y="1797819"/>
                  </a:lnTo>
                  <a:lnTo>
                    <a:pt x="8863319" y="1750438"/>
                  </a:lnTo>
                  <a:lnTo>
                    <a:pt x="8820342" y="1700214"/>
                  </a:lnTo>
                  <a:lnTo>
                    <a:pt x="8777367" y="1647462"/>
                  </a:lnTo>
                  <a:lnTo>
                    <a:pt x="8734332" y="1592594"/>
                  </a:lnTo>
                  <a:lnTo>
                    <a:pt x="8691217" y="1536107"/>
                  </a:lnTo>
                  <a:lnTo>
                    <a:pt x="8648036" y="1478569"/>
                  </a:lnTo>
                  <a:lnTo>
                    <a:pt x="8604825" y="1420593"/>
                  </a:lnTo>
                  <a:lnTo>
                    <a:pt x="8561628" y="1362812"/>
                  </a:lnTo>
                  <a:lnTo>
                    <a:pt x="8518485" y="1305851"/>
                  </a:lnTo>
                  <a:lnTo>
                    <a:pt x="8475419" y="1250297"/>
                  </a:lnTo>
                  <a:lnTo>
                    <a:pt x="8432425" y="1196679"/>
                  </a:lnTo>
                  <a:lnTo>
                    <a:pt x="8389460" y="1145440"/>
                  </a:lnTo>
                  <a:lnTo>
                    <a:pt x="8346428" y="1096935"/>
                  </a:lnTo>
                  <a:lnTo>
                    <a:pt x="8303177" y="1051416"/>
                  </a:lnTo>
                  <a:lnTo>
                    <a:pt x="8259481" y="1009036"/>
                  </a:lnTo>
                  <a:lnTo>
                    <a:pt x="8215034" y="969853"/>
                  </a:lnTo>
                  <a:lnTo>
                    <a:pt x="8169430" y="933842"/>
                  </a:lnTo>
                  <a:lnTo>
                    <a:pt x="8151487" y="920824"/>
                  </a:lnTo>
                  <a:lnTo>
                    <a:pt x="8104331" y="889648"/>
                  </a:lnTo>
                  <a:lnTo>
                    <a:pt x="8054702" y="861418"/>
                  </a:lnTo>
                  <a:lnTo>
                    <a:pt x="8001857" y="836003"/>
                  </a:lnTo>
                  <a:lnTo>
                    <a:pt x="7944981" y="813171"/>
                  </a:lnTo>
                  <a:lnTo>
                    <a:pt x="7883242" y="792653"/>
                  </a:lnTo>
                  <a:lnTo>
                    <a:pt x="7815844" y="774184"/>
                  </a:lnTo>
                  <a:lnTo>
                    <a:pt x="7742103" y="757520"/>
                  </a:lnTo>
                  <a:lnTo>
                    <a:pt x="7661546" y="742460"/>
                  </a:lnTo>
                  <a:lnTo>
                    <a:pt x="7574045" y="728844"/>
                  </a:lnTo>
                  <a:lnTo>
                    <a:pt x="7479988" y="716564"/>
                  </a:lnTo>
                  <a:lnTo>
                    <a:pt x="7380460" y="705558"/>
                  </a:lnTo>
                  <a:lnTo>
                    <a:pt x="7277408" y="695807"/>
                  </a:lnTo>
                  <a:lnTo>
                    <a:pt x="7173724" y="687326"/>
                  </a:lnTo>
                  <a:lnTo>
                    <a:pt x="7073151" y="680143"/>
                  </a:lnTo>
                  <a:lnTo>
                    <a:pt x="6979966" y="674280"/>
                  </a:lnTo>
                  <a:lnTo>
                    <a:pt x="6898405" y="669721"/>
                  </a:lnTo>
                  <a:lnTo>
                    <a:pt x="6831936" y="666400"/>
                  </a:lnTo>
                  <a:lnTo>
                    <a:pt x="6782550" y="664180"/>
                  </a:lnTo>
                  <a:lnTo>
                    <a:pt x="6750281" y="662870"/>
                  </a:lnTo>
                  <a:lnTo>
                    <a:pt x="6733077" y="662237"/>
                  </a:lnTo>
                  <a:lnTo>
                    <a:pt x="6726967" y="662032"/>
                  </a:lnTo>
                  <a:lnTo>
                    <a:pt x="6726343" y="662012"/>
                  </a:lnTo>
                  <a:lnTo>
                    <a:pt x="5254955" y="662012"/>
                  </a:lnTo>
                  <a:lnTo>
                    <a:pt x="5253723" y="661996"/>
                  </a:lnTo>
                  <a:lnTo>
                    <a:pt x="5245635" y="661878"/>
                  </a:lnTo>
                  <a:lnTo>
                    <a:pt x="5225299" y="661552"/>
                  </a:lnTo>
                  <a:lnTo>
                    <a:pt x="5189065" y="660911"/>
                  </a:lnTo>
                  <a:lnTo>
                    <a:pt x="5135309" y="659856"/>
                  </a:lnTo>
                  <a:lnTo>
                    <a:pt x="5064550" y="658308"/>
                  </a:lnTo>
                  <a:lnTo>
                    <a:pt x="4979234" y="656217"/>
                  </a:lnTo>
                  <a:lnTo>
                    <a:pt x="4883156" y="653559"/>
                  </a:lnTo>
                  <a:lnTo>
                    <a:pt x="4780715" y="650332"/>
                  </a:lnTo>
                  <a:lnTo>
                    <a:pt x="4676178" y="646548"/>
                  </a:lnTo>
                  <a:lnTo>
                    <a:pt x="4573156" y="642218"/>
                  </a:lnTo>
                  <a:lnTo>
                    <a:pt x="4474336" y="637344"/>
                  </a:lnTo>
                  <a:lnTo>
                    <a:pt x="4381449" y="631915"/>
                  </a:lnTo>
                  <a:lnTo>
                    <a:pt x="4295383" y="625898"/>
                  </a:lnTo>
                  <a:lnTo>
                    <a:pt x="4216359" y="619239"/>
                  </a:lnTo>
                  <a:lnTo>
                    <a:pt x="4144128" y="611862"/>
                  </a:lnTo>
                  <a:lnTo>
                    <a:pt x="4078130" y="603675"/>
                  </a:lnTo>
                  <a:lnTo>
                    <a:pt x="4017621" y="594568"/>
                  </a:lnTo>
                  <a:lnTo>
                    <a:pt x="3961771" y="584424"/>
                  </a:lnTo>
                  <a:lnTo>
                    <a:pt x="3909731" y="573128"/>
                  </a:lnTo>
                  <a:lnTo>
                    <a:pt x="3860690" y="560590"/>
                  </a:lnTo>
                  <a:lnTo>
                    <a:pt x="3829811" y="551677"/>
                  </a:lnTo>
                  <a:lnTo>
                    <a:pt x="3776291" y="534306"/>
                  </a:lnTo>
                  <a:lnTo>
                    <a:pt x="3724480" y="515120"/>
                  </a:lnTo>
                  <a:lnTo>
                    <a:pt x="3673717" y="494095"/>
                  </a:lnTo>
                  <a:lnTo>
                    <a:pt x="3623521" y="471271"/>
                  </a:lnTo>
                  <a:lnTo>
                    <a:pt x="3573561" y="446763"/>
                  </a:lnTo>
                  <a:lnTo>
                    <a:pt x="3523630" y="420763"/>
                  </a:lnTo>
                  <a:lnTo>
                    <a:pt x="3473620" y="393538"/>
                  </a:lnTo>
                  <a:lnTo>
                    <a:pt x="3423504" y="365425"/>
                  </a:lnTo>
                  <a:lnTo>
                    <a:pt x="3373312" y="336810"/>
                  </a:lnTo>
                  <a:lnTo>
                    <a:pt x="3323107" y="308108"/>
                  </a:lnTo>
                  <a:lnTo>
                    <a:pt x="3272954" y="279743"/>
                  </a:lnTo>
                  <a:lnTo>
                    <a:pt x="3222901" y="252116"/>
                  </a:lnTo>
                  <a:lnTo>
                    <a:pt x="3172946" y="225586"/>
                  </a:lnTo>
                  <a:lnTo>
                    <a:pt x="3123016" y="200447"/>
                  </a:lnTo>
                  <a:lnTo>
                    <a:pt x="3072948" y="176925"/>
                  </a:lnTo>
                  <a:lnTo>
                    <a:pt x="3022463" y="155164"/>
                  </a:lnTo>
                  <a:lnTo>
                    <a:pt x="2971144" y="135235"/>
                  </a:lnTo>
                  <a:lnTo>
                    <a:pt x="2918407" y="117138"/>
                  </a:lnTo>
                  <a:lnTo>
                    <a:pt x="2896531" y="110335"/>
                  </a:lnTo>
                  <a:lnTo>
                    <a:pt x="2849055" y="96960"/>
                  </a:lnTo>
                  <a:lnTo>
                    <a:pt x="2799068" y="84858"/>
                  </a:lnTo>
                  <a:lnTo>
                    <a:pt x="2745811" y="73970"/>
                  </a:lnTo>
                  <a:lnTo>
                    <a:pt x="2688453" y="64196"/>
                  </a:lnTo>
                  <a:lnTo>
                    <a:pt x="2626144" y="55419"/>
                  </a:lnTo>
                  <a:lnTo>
                    <a:pt x="2558076" y="47523"/>
                  </a:lnTo>
                  <a:lnTo>
                    <a:pt x="2483557" y="40403"/>
                  </a:lnTo>
                  <a:lnTo>
                    <a:pt x="2402116" y="33972"/>
                  </a:lnTo>
                  <a:lnTo>
                    <a:pt x="2313646" y="28162"/>
                  </a:lnTo>
                  <a:lnTo>
                    <a:pt x="2218577" y="22928"/>
                  </a:lnTo>
                  <a:lnTo>
                    <a:pt x="2118067" y="18242"/>
                  </a:lnTo>
                  <a:lnTo>
                    <a:pt x="2014170" y="14099"/>
                  </a:lnTo>
                  <a:lnTo>
                    <a:pt x="1909906" y="10505"/>
                  </a:lnTo>
                  <a:lnTo>
                    <a:pt x="1809154" y="7473"/>
                  </a:lnTo>
                  <a:lnTo>
                    <a:pt x="1716300" y="5011"/>
                  </a:lnTo>
                  <a:lnTo>
                    <a:pt x="1635622" y="3111"/>
                  </a:lnTo>
                  <a:lnTo>
                    <a:pt x="1570532" y="1741"/>
                  </a:lnTo>
                  <a:lnTo>
                    <a:pt x="1522858" y="838"/>
                  </a:lnTo>
                  <a:lnTo>
                    <a:pt x="1492390" y="317"/>
                  </a:lnTo>
                  <a:lnTo>
                    <a:pt x="1476778" y="75"/>
                  </a:lnTo>
                  <a:lnTo>
                    <a:pt x="1471741" y="4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65" name="pg365"/>
            <p:cNvSpPr/>
            <p:nvPr/>
          </p:nvSpPr>
          <p:spPr>
            <a:xfrm>
              <a:off x="4799595" y="3149018"/>
              <a:ext cx="11981298" cy="2541802"/>
            </a:xfrm>
            <a:custGeom>
              <a:avLst/>
              <a:pathLst>
                <a:path w="11981298" h="2541802">
                  <a:moveTo>
                    <a:pt x="0" y="16345"/>
                  </a:moveTo>
                  <a:lnTo>
                    <a:pt x="1471387" y="16345"/>
                  </a:lnTo>
                  <a:lnTo>
                    <a:pt x="1472619" y="16362"/>
                  </a:lnTo>
                  <a:lnTo>
                    <a:pt x="1480706" y="16482"/>
                  </a:lnTo>
                  <a:lnTo>
                    <a:pt x="1501040" y="16812"/>
                  </a:lnTo>
                  <a:lnTo>
                    <a:pt x="1537271" y="17461"/>
                  </a:lnTo>
                  <a:lnTo>
                    <a:pt x="1591022" y="18529"/>
                  </a:lnTo>
                  <a:lnTo>
                    <a:pt x="1661774" y="20095"/>
                  </a:lnTo>
                  <a:lnTo>
                    <a:pt x="1747085" y="22211"/>
                  </a:lnTo>
                  <a:lnTo>
                    <a:pt x="1843156" y="24902"/>
                  </a:lnTo>
                  <a:lnTo>
                    <a:pt x="1945592" y="28168"/>
                  </a:lnTo>
                  <a:lnTo>
                    <a:pt x="2050125" y="31999"/>
                  </a:lnTo>
                  <a:lnTo>
                    <a:pt x="2153145" y="36383"/>
                  </a:lnTo>
                  <a:lnTo>
                    <a:pt x="2251964" y="41316"/>
                  </a:lnTo>
                  <a:lnTo>
                    <a:pt x="2344850" y="46811"/>
                  </a:lnTo>
                  <a:lnTo>
                    <a:pt x="2430917" y="52902"/>
                  </a:lnTo>
                  <a:lnTo>
                    <a:pt x="2509941" y="59643"/>
                  </a:lnTo>
                  <a:lnTo>
                    <a:pt x="2582173" y="67110"/>
                  </a:lnTo>
                  <a:lnTo>
                    <a:pt x="2648173" y="75397"/>
                  </a:lnTo>
                  <a:lnTo>
                    <a:pt x="2708683" y="84616"/>
                  </a:lnTo>
                  <a:lnTo>
                    <a:pt x="2764533" y="94884"/>
                  </a:lnTo>
                  <a:lnTo>
                    <a:pt x="2816574" y="106318"/>
                  </a:lnTo>
                  <a:lnTo>
                    <a:pt x="2865615" y="119009"/>
                  </a:lnTo>
                  <a:lnTo>
                    <a:pt x="2896531" y="128043"/>
                  </a:lnTo>
                  <a:lnTo>
                    <a:pt x="2949992" y="145608"/>
                  </a:lnTo>
                  <a:lnTo>
                    <a:pt x="3001746" y="165005"/>
                  </a:lnTo>
                  <a:lnTo>
                    <a:pt x="3052454" y="186261"/>
                  </a:lnTo>
                  <a:lnTo>
                    <a:pt x="3102595" y="209333"/>
                  </a:lnTo>
                  <a:lnTo>
                    <a:pt x="3152498" y="234108"/>
                  </a:lnTo>
                  <a:lnTo>
                    <a:pt x="3202373" y="260390"/>
                  </a:lnTo>
                  <a:lnTo>
                    <a:pt x="3252326" y="287912"/>
                  </a:lnTo>
                  <a:lnTo>
                    <a:pt x="3302384" y="316334"/>
                  </a:lnTo>
                  <a:lnTo>
                    <a:pt x="3352518" y="345267"/>
                  </a:lnTo>
                  <a:lnTo>
                    <a:pt x="3402667" y="374291"/>
                  </a:lnTo>
                  <a:lnTo>
                    <a:pt x="3452764" y="402980"/>
                  </a:lnTo>
                  <a:lnTo>
                    <a:pt x="3502762" y="430929"/>
                  </a:lnTo>
                  <a:lnTo>
                    <a:pt x="3552662" y="457775"/>
                  </a:lnTo>
                  <a:lnTo>
                    <a:pt x="3602534" y="483218"/>
                  </a:lnTo>
                  <a:lnTo>
                    <a:pt x="3652541" y="507032"/>
                  </a:lnTo>
                  <a:lnTo>
                    <a:pt x="3702959" y="529069"/>
                  </a:lnTo>
                  <a:lnTo>
                    <a:pt x="3754200" y="549256"/>
                  </a:lnTo>
                  <a:lnTo>
                    <a:pt x="3806841" y="567592"/>
                  </a:lnTo>
                  <a:lnTo>
                    <a:pt x="3829811" y="574834"/>
                  </a:lnTo>
                  <a:lnTo>
                    <a:pt x="3877286" y="588373"/>
                  </a:lnTo>
                  <a:lnTo>
                    <a:pt x="3927270" y="600625"/>
                  </a:lnTo>
                  <a:lnTo>
                    <a:pt x="3980525" y="611646"/>
                  </a:lnTo>
                  <a:lnTo>
                    <a:pt x="4037881" y="621541"/>
                  </a:lnTo>
                  <a:lnTo>
                    <a:pt x="4100186" y="630426"/>
                  </a:lnTo>
                  <a:lnTo>
                    <a:pt x="4168250" y="638420"/>
                  </a:lnTo>
                  <a:lnTo>
                    <a:pt x="4242765" y="645627"/>
                  </a:lnTo>
                  <a:lnTo>
                    <a:pt x="4324201" y="652137"/>
                  </a:lnTo>
                  <a:lnTo>
                    <a:pt x="4412666" y="658019"/>
                  </a:lnTo>
                  <a:lnTo>
                    <a:pt x="4507729" y="663318"/>
                  </a:lnTo>
                  <a:lnTo>
                    <a:pt x="4608233" y="668062"/>
                  </a:lnTo>
                  <a:lnTo>
                    <a:pt x="4712126" y="672257"/>
                  </a:lnTo>
                  <a:lnTo>
                    <a:pt x="4816387" y="675895"/>
                  </a:lnTo>
                  <a:lnTo>
                    <a:pt x="4917137" y="678964"/>
                  </a:lnTo>
                  <a:lnTo>
                    <a:pt x="5009993" y="681457"/>
                  </a:lnTo>
                  <a:lnTo>
                    <a:pt x="5090677" y="683380"/>
                  </a:lnTo>
                  <a:lnTo>
                    <a:pt x="5155775" y="684768"/>
                  </a:lnTo>
                  <a:lnTo>
                    <a:pt x="5203458" y="685682"/>
                  </a:lnTo>
                  <a:lnTo>
                    <a:pt x="5233937" y="686209"/>
                  </a:lnTo>
                  <a:lnTo>
                    <a:pt x="5249557" y="686454"/>
                  </a:lnTo>
                  <a:lnTo>
                    <a:pt x="5254600" y="686527"/>
                  </a:lnTo>
                  <a:lnTo>
                    <a:pt x="5254955" y="686531"/>
                  </a:lnTo>
                  <a:lnTo>
                    <a:pt x="6726343" y="686531"/>
                  </a:lnTo>
                  <a:lnTo>
                    <a:pt x="6727539" y="686576"/>
                  </a:lnTo>
                  <a:lnTo>
                    <a:pt x="6735397" y="686897"/>
                  </a:lnTo>
                  <a:lnTo>
                    <a:pt x="6755174" y="687783"/>
                  </a:lnTo>
                  <a:lnTo>
                    <a:pt x="6790459" y="689527"/>
                  </a:lnTo>
                  <a:lnTo>
                    <a:pt x="6842898" y="692397"/>
                  </a:lnTo>
                  <a:lnTo>
                    <a:pt x="6912079" y="696611"/>
                  </a:lnTo>
                  <a:lnTo>
                    <a:pt x="6995720" y="702312"/>
                  </a:lnTo>
                  <a:lnTo>
                    <a:pt x="7090197" y="709569"/>
                  </a:lnTo>
                  <a:lnTo>
                    <a:pt x="7191258" y="718389"/>
                  </a:lnTo>
                  <a:lnTo>
                    <a:pt x="7294727" y="728745"/>
                  </a:lnTo>
                  <a:lnTo>
                    <a:pt x="7397024" y="740602"/>
                  </a:lnTo>
                  <a:lnTo>
                    <a:pt x="7495442" y="753950"/>
                  </a:lnTo>
                  <a:lnTo>
                    <a:pt x="7588199" y="768817"/>
                  </a:lnTo>
                  <a:lnTo>
                    <a:pt x="7674342" y="785286"/>
                  </a:lnTo>
                  <a:lnTo>
                    <a:pt x="7753579" y="803494"/>
                  </a:lnTo>
                  <a:lnTo>
                    <a:pt x="7826097" y="823637"/>
                  </a:lnTo>
                  <a:lnTo>
                    <a:pt x="7892405" y="845963"/>
                  </a:lnTo>
                  <a:lnTo>
                    <a:pt x="7953200" y="870763"/>
                  </a:lnTo>
                  <a:lnTo>
                    <a:pt x="8009280" y="898355"/>
                  </a:lnTo>
                  <a:lnTo>
                    <a:pt x="8061468" y="929053"/>
                  </a:lnTo>
                  <a:lnTo>
                    <a:pt x="8110565" y="963122"/>
                  </a:lnTo>
                  <a:lnTo>
                    <a:pt x="8151487" y="995743"/>
                  </a:lnTo>
                  <a:lnTo>
                    <a:pt x="8195324" y="1035104"/>
                  </a:lnTo>
                  <a:lnTo>
                    <a:pt x="8237931" y="1077835"/>
                  </a:lnTo>
                  <a:lnTo>
                    <a:pt x="8279696" y="1124001"/>
                  </a:lnTo>
                  <a:lnTo>
                    <a:pt x="8320925" y="1173587"/>
                  </a:lnTo>
                  <a:lnTo>
                    <a:pt x="8361844" y="1226493"/>
                  </a:lnTo>
                  <a:lnTo>
                    <a:pt x="8402623" y="1282523"/>
                  </a:lnTo>
                  <a:lnTo>
                    <a:pt x="8443374" y="1341388"/>
                  </a:lnTo>
                  <a:lnTo>
                    <a:pt x="8484165" y="1402698"/>
                  </a:lnTo>
                  <a:lnTo>
                    <a:pt x="8525024" y="1465980"/>
                  </a:lnTo>
                  <a:lnTo>
                    <a:pt x="8565952" y="1530683"/>
                  </a:lnTo>
                  <a:lnTo>
                    <a:pt x="8606925" y="1596201"/>
                  </a:lnTo>
                  <a:lnTo>
                    <a:pt x="8647908" y="1661897"/>
                  </a:lnTo>
                  <a:lnTo>
                    <a:pt x="8688864" y="1727124"/>
                  </a:lnTo>
                  <a:lnTo>
                    <a:pt x="8729763" y="1791254"/>
                  </a:lnTo>
                  <a:lnTo>
                    <a:pt x="8770589" y="1853706"/>
                  </a:lnTo>
                  <a:lnTo>
                    <a:pt x="8811356" y="1913962"/>
                  </a:lnTo>
                  <a:lnTo>
                    <a:pt x="8852109" y="1971584"/>
                  </a:lnTo>
                  <a:lnTo>
                    <a:pt x="8892935" y="2026228"/>
                  </a:lnTo>
                  <a:lnTo>
                    <a:pt x="8933970" y="2077647"/>
                  </a:lnTo>
                  <a:lnTo>
                    <a:pt x="8975409" y="2125689"/>
                  </a:lnTo>
                  <a:lnTo>
                    <a:pt x="9017514" y="2170294"/>
                  </a:lnTo>
                  <a:lnTo>
                    <a:pt x="9060624" y="2211486"/>
                  </a:lnTo>
                  <a:lnTo>
                    <a:pt x="9084767" y="2232590"/>
                  </a:lnTo>
                  <a:lnTo>
                    <a:pt x="9131759" y="2269718"/>
                  </a:lnTo>
                  <a:lnTo>
                    <a:pt x="9181205" y="2303348"/>
                  </a:lnTo>
                  <a:lnTo>
                    <a:pt x="9233841" y="2333637"/>
                  </a:lnTo>
                  <a:lnTo>
                    <a:pt x="9290472" y="2360857"/>
                  </a:lnTo>
                  <a:lnTo>
                    <a:pt x="9351922" y="2385327"/>
                  </a:lnTo>
                  <a:lnTo>
                    <a:pt x="9418980" y="2407361"/>
                  </a:lnTo>
                  <a:lnTo>
                    <a:pt x="9492327" y="2427247"/>
                  </a:lnTo>
                  <a:lnTo>
                    <a:pt x="9572436" y="2445225"/>
                  </a:lnTo>
                  <a:lnTo>
                    <a:pt x="9659444" y="2461484"/>
                  </a:lnTo>
                  <a:lnTo>
                    <a:pt x="9752986" y="2476156"/>
                  </a:lnTo>
                  <a:lnTo>
                    <a:pt x="9852012" y="2489314"/>
                  </a:lnTo>
                  <a:lnTo>
                    <a:pt x="9954627" y="2500983"/>
                  </a:lnTo>
                  <a:lnTo>
                    <a:pt x="10058005" y="2511146"/>
                  </a:lnTo>
                  <a:lnTo>
                    <a:pt x="10158471" y="2519770"/>
                  </a:lnTo>
                  <a:lnTo>
                    <a:pt x="10251805" y="2526828"/>
                  </a:lnTo>
                  <a:lnTo>
                    <a:pt x="10333795" y="2532336"/>
                  </a:lnTo>
                  <a:lnTo>
                    <a:pt x="10400947" y="2536370"/>
                  </a:lnTo>
                  <a:lnTo>
                    <a:pt x="10451196" y="2539084"/>
                  </a:lnTo>
                  <a:lnTo>
                    <a:pt x="10484383" y="2540704"/>
                  </a:lnTo>
                  <a:lnTo>
                    <a:pt x="10502416" y="2541502"/>
                  </a:lnTo>
                  <a:lnTo>
                    <a:pt x="10509108" y="2541772"/>
                  </a:lnTo>
                  <a:lnTo>
                    <a:pt x="10509911" y="2541802"/>
                  </a:lnTo>
                  <a:lnTo>
                    <a:pt x="11981298" y="2541802"/>
                  </a:lnTo>
                  <a:lnTo>
                    <a:pt x="11981298" y="2525456"/>
                  </a:lnTo>
                  <a:lnTo>
                    <a:pt x="10509911" y="2525456"/>
                  </a:lnTo>
                  <a:lnTo>
                    <a:pt x="10508714" y="2525411"/>
                  </a:lnTo>
                  <a:lnTo>
                    <a:pt x="10500856" y="2525090"/>
                  </a:lnTo>
                  <a:lnTo>
                    <a:pt x="10481079" y="2524204"/>
                  </a:lnTo>
                  <a:lnTo>
                    <a:pt x="10445795" y="2522460"/>
                  </a:lnTo>
                  <a:lnTo>
                    <a:pt x="10393355" y="2519590"/>
                  </a:lnTo>
                  <a:lnTo>
                    <a:pt x="10324174" y="2515376"/>
                  </a:lnTo>
                  <a:lnTo>
                    <a:pt x="10240533" y="2509675"/>
                  </a:lnTo>
                  <a:lnTo>
                    <a:pt x="10146057" y="2502418"/>
                  </a:lnTo>
                  <a:lnTo>
                    <a:pt x="10044996" y="2493598"/>
                  </a:lnTo>
                  <a:lnTo>
                    <a:pt x="9941527" y="2483242"/>
                  </a:lnTo>
                  <a:lnTo>
                    <a:pt x="9839229" y="2471385"/>
                  </a:lnTo>
                  <a:lnTo>
                    <a:pt x="9740811" y="2458037"/>
                  </a:lnTo>
                  <a:lnTo>
                    <a:pt x="9648055" y="2443170"/>
                  </a:lnTo>
                  <a:lnTo>
                    <a:pt x="9561912" y="2426702"/>
                  </a:lnTo>
                  <a:lnTo>
                    <a:pt x="9482675" y="2408493"/>
                  </a:lnTo>
                  <a:lnTo>
                    <a:pt x="9410156" y="2388350"/>
                  </a:lnTo>
                  <a:lnTo>
                    <a:pt x="9343848" y="2366024"/>
                  </a:lnTo>
                  <a:lnTo>
                    <a:pt x="9283053" y="2341224"/>
                  </a:lnTo>
                  <a:lnTo>
                    <a:pt x="9226974" y="2313633"/>
                  </a:lnTo>
                  <a:lnTo>
                    <a:pt x="9174785" y="2282934"/>
                  </a:lnTo>
                  <a:lnTo>
                    <a:pt x="9125689" y="2248866"/>
                  </a:lnTo>
                  <a:lnTo>
                    <a:pt x="9084767" y="2216244"/>
                  </a:lnTo>
                  <a:lnTo>
                    <a:pt x="9040929" y="2176883"/>
                  </a:lnTo>
                  <a:lnTo>
                    <a:pt x="8998323" y="2134152"/>
                  </a:lnTo>
                  <a:lnTo>
                    <a:pt x="8956557" y="2087986"/>
                  </a:lnTo>
                  <a:lnTo>
                    <a:pt x="8915329" y="2038400"/>
                  </a:lnTo>
                  <a:lnTo>
                    <a:pt x="8874409" y="1985495"/>
                  </a:lnTo>
                  <a:lnTo>
                    <a:pt x="8833630" y="1929464"/>
                  </a:lnTo>
                  <a:lnTo>
                    <a:pt x="8792879" y="1870600"/>
                  </a:lnTo>
                  <a:lnTo>
                    <a:pt x="8752089" y="1809289"/>
                  </a:lnTo>
                  <a:lnTo>
                    <a:pt x="8711229" y="1746008"/>
                  </a:lnTo>
                  <a:lnTo>
                    <a:pt x="8670301" y="1681305"/>
                  </a:lnTo>
                  <a:lnTo>
                    <a:pt x="8629329" y="1615786"/>
                  </a:lnTo>
                  <a:lnTo>
                    <a:pt x="8588345" y="1550090"/>
                  </a:lnTo>
                  <a:lnTo>
                    <a:pt x="8547389" y="1484864"/>
                  </a:lnTo>
                  <a:lnTo>
                    <a:pt x="8506491" y="1420733"/>
                  </a:lnTo>
                  <a:lnTo>
                    <a:pt x="8465664" y="1358281"/>
                  </a:lnTo>
                  <a:lnTo>
                    <a:pt x="8424897" y="1298026"/>
                  </a:lnTo>
                  <a:lnTo>
                    <a:pt x="8384144" y="1240404"/>
                  </a:lnTo>
                  <a:lnTo>
                    <a:pt x="8343319" y="1185760"/>
                  </a:lnTo>
                  <a:lnTo>
                    <a:pt x="8302283" y="1134341"/>
                  </a:lnTo>
                  <a:lnTo>
                    <a:pt x="8260844" y="1086298"/>
                  </a:lnTo>
                  <a:lnTo>
                    <a:pt x="8218739" y="1041693"/>
                  </a:lnTo>
                  <a:lnTo>
                    <a:pt x="8175629" y="1000502"/>
                  </a:lnTo>
                  <a:lnTo>
                    <a:pt x="8151487" y="979397"/>
                  </a:lnTo>
                  <a:lnTo>
                    <a:pt x="8104494" y="942270"/>
                  </a:lnTo>
                  <a:lnTo>
                    <a:pt x="8055048" y="908639"/>
                  </a:lnTo>
                  <a:lnTo>
                    <a:pt x="8002412" y="878350"/>
                  </a:lnTo>
                  <a:lnTo>
                    <a:pt x="7945782" y="851130"/>
                  </a:lnTo>
                  <a:lnTo>
                    <a:pt x="7884331" y="826660"/>
                  </a:lnTo>
                  <a:lnTo>
                    <a:pt x="7817273" y="804626"/>
                  </a:lnTo>
                  <a:lnTo>
                    <a:pt x="7743927" y="784740"/>
                  </a:lnTo>
                  <a:lnTo>
                    <a:pt x="7663817" y="766762"/>
                  </a:lnTo>
                  <a:lnTo>
                    <a:pt x="7576809" y="750503"/>
                  </a:lnTo>
                  <a:lnTo>
                    <a:pt x="7483267" y="735831"/>
                  </a:lnTo>
                  <a:lnTo>
                    <a:pt x="7384241" y="722673"/>
                  </a:lnTo>
                  <a:lnTo>
                    <a:pt x="7281626" y="711004"/>
                  </a:lnTo>
                  <a:lnTo>
                    <a:pt x="7178248" y="700841"/>
                  </a:lnTo>
                  <a:lnTo>
                    <a:pt x="7077782" y="692218"/>
                  </a:lnTo>
                  <a:lnTo>
                    <a:pt x="6984448" y="685159"/>
                  </a:lnTo>
                  <a:lnTo>
                    <a:pt x="6902459" y="679652"/>
                  </a:lnTo>
                  <a:lnTo>
                    <a:pt x="6835306" y="675618"/>
                  </a:lnTo>
                  <a:lnTo>
                    <a:pt x="6785057" y="672903"/>
                  </a:lnTo>
                  <a:lnTo>
                    <a:pt x="6751870" y="671283"/>
                  </a:lnTo>
                  <a:lnTo>
                    <a:pt x="6733837" y="670485"/>
                  </a:lnTo>
                  <a:lnTo>
                    <a:pt x="6727146" y="670215"/>
                  </a:lnTo>
                  <a:lnTo>
                    <a:pt x="6726343" y="670185"/>
                  </a:lnTo>
                  <a:lnTo>
                    <a:pt x="5254955" y="670185"/>
                  </a:lnTo>
                  <a:lnTo>
                    <a:pt x="5253723" y="670169"/>
                  </a:lnTo>
                  <a:lnTo>
                    <a:pt x="5245636" y="670049"/>
                  </a:lnTo>
                  <a:lnTo>
                    <a:pt x="5225302" y="669719"/>
                  </a:lnTo>
                  <a:lnTo>
                    <a:pt x="5189071" y="669070"/>
                  </a:lnTo>
                  <a:lnTo>
                    <a:pt x="5135320" y="668002"/>
                  </a:lnTo>
                  <a:lnTo>
                    <a:pt x="5064568" y="666436"/>
                  </a:lnTo>
                  <a:lnTo>
                    <a:pt x="4979257" y="664320"/>
                  </a:lnTo>
                  <a:lnTo>
                    <a:pt x="4883186" y="661629"/>
                  </a:lnTo>
                  <a:lnTo>
                    <a:pt x="4780750" y="658362"/>
                  </a:lnTo>
                  <a:lnTo>
                    <a:pt x="4676217" y="654532"/>
                  </a:lnTo>
                  <a:lnTo>
                    <a:pt x="4573197" y="650148"/>
                  </a:lnTo>
                  <a:lnTo>
                    <a:pt x="4474379" y="645215"/>
                  </a:lnTo>
                  <a:lnTo>
                    <a:pt x="4381492" y="639720"/>
                  </a:lnTo>
                  <a:lnTo>
                    <a:pt x="4295425" y="633629"/>
                  </a:lnTo>
                  <a:lnTo>
                    <a:pt x="4216401" y="626888"/>
                  </a:lnTo>
                  <a:lnTo>
                    <a:pt x="4144169" y="619421"/>
                  </a:lnTo>
                  <a:lnTo>
                    <a:pt x="4078169" y="611134"/>
                  </a:lnTo>
                  <a:lnTo>
                    <a:pt x="4017659" y="601915"/>
                  </a:lnTo>
                  <a:lnTo>
                    <a:pt x="3961809" y="591647"/>
                  </a:lnTo>
                  <a:lnTo>
                    <a:pt x="3909769" y="580212"/>
                  </a:lnTo>
                  <a:lnTo>
                    <a:pt x="3860727" y="567522"/>
                  </a:lnTo>
                  <a:lnTo>
                    <a:pt x="3829811" y="558488"/>
                  </a:lnTo>
                  <a:lnTo>
                    <a:pt x="3776350" y="540923"/>
                  </a:lnTo>
                  <a:lnTo>
                    <a:pt x="3724596" y="521526"/>
                  </a:lnTo>
                  <a:lnTo>
                    <a:pt x="3673888" y="500270"/>
                  </a:lnTo>
                  <a:lnTo>
                    <a:pt x="3623747" y="477198"/>
                  </a:lnTo>
                  <a:lnTo>
                    <a:pt x="3573844" y="452423"/>
                  </a:lnTo>
                  <a:lnTo>
                    <a:pt x="3523969" y="426141"/>
                  </a:lnTo>
                  <a:lnTo>
                    <a:pt x="3474016" y="398619"/>
                  </a:lnTo>
                  <a:lnTo>
                    <a:pt x="3423958" y="370197"/>
                  </a:lnTo>
                  <a:lnTo>
                    <a:pt x="3373824" y="341264"/>
                  </a:lnTo>
                  <a:lnTo>
                    <a:pt x="3323675" y="312240"/>
                  </a:lnTo>
                  <a:lnTo>
                    <a:pt x="3273578" y="283551"/>
                  </a:lnTo>
                  <a:lnTo>
                    <a:pt x="3223580" y="255602"/>
                  </a:lnTo>
                  <a:lnTo>
                    <a:pt x="3173680" y="228756"/>
                  </a:lnTo>
                  <a:lnTo>
                    <a:pt x="3123808" y="203313"/>
                  </a:lnTo>
                  <a:lnTo>
                    <a:pt x="3073801" y="179499"/>
                  </a:lnTo>
                  <a:lnTo>
                    <a:pt x="3023383" y="157462"/>
                  </a:lnTo>
                  <a:lnTo>
                    <a:pt x="2972142" y="137275"/>
                  </a:lnTo>
                  <a:lnTo>
                    <a:pt x="2919501" y="118939"/>
                  </a:lnTo>
                  <a:lnTo>
                    <a:pt x="2896531" y="111697"/>
                  </a:lnTo>
                  <a:lnTo>
                    <a:pt x="2849056" y="98158"/>
                  </a:lnTo>
                  <a:lnTo>
                    <a:pt x="2799072" y="85906"/>
                  </a:lnTo>
                  <a:lnTo>
                    <a:pt x="2745817" y="74884"/>
                  </a:lnTo>
                  <a:lnTo>
                    <a:pt x="2688461" y="64990"/>
                  </a:lnTo>
                  <a:lnTo>
                    <a:pt x="2626156" y="56105"/>
                  </a:lnTo>
                  <a:lnTo>
                    <a:pt x="2558092" y="48111"/>
                  </a:lnTo>
                  <a:lnTo>
                    <a:pt x="2483577" y="40904"/>
                  </a:lnTo>
                  <a:lnTo>
                    <a:pt x="2402141" y="34393"/>
                  </a:lnTo>
                  <a:lnTo>
                    <a:pt x="2313676" y="28512"/>
                  </a:lnTo>
                  <a:lnTo>
                    <a:pt x="2218613" y="23212"/>
                  </a:lnTo>
                  <a:lnTo>
                    <a:pt x="2118109" y="18469"/>
                  </a:lnTo>
                  <a:lnTo>
                    <a:pt x="2014217" y="14274"/>
                  </a:lnTo>
                  <a:lnTo>
                    <a:pt x="1909956" y="10636"/>
                  </a:lnTo>
                  <a:lnTo>
                    <a:pt x="1809205" y="7566"/>
                  </a:lnTo>
                  <a:lnTo>
                    <a:pt x="1716349" y="5074"/>
                  </a:lnTo>
                  <a:lnTo>
                    <a:pt x="1635665" y="3151"/>
                  </a:lnTo>
                  <a:lnTo>
                    <a:pt x="1570567" y="1763"/>
                  </a:lnTo>
                  <a:lnTo>
                    <a:pt x="1522884" y="849"/>
                  </a:lnTo>
                  <a:lnTo>
                    <a:pt x="1492406" y="322"/>
                  </a:lnTo>
                  <a:lnTo>
                    <a:pt x="1476785" y="76"/>
                  </a:lnTo>
                  <a:lnTo>
                    <a:pt x="1471742" y="4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366" name="pl366"/>
            <p:cNvSpPr/>
            <p:nvPr/>
          </p:nvSpPr>
          <p:spPr>
            <a:xfrm>
              <a:off x="4799595" y="3165364"/>
              <a:ext cx="11981298" cy="2525456"/>
            </a:xfrm>
            <a:custGeom>
              <a:avLst/>
              <a:pathLst>
                <a:path w="11981298" h="2525456">
                  <a:moveTo>
                    <a:pt x="0" y="0"/>
                  </a:moveTo>
                  <a:lnTo>
                    <a:pt x="1471387" y="0"/>
                  </a:lnTo>
                  <a:lnTo>
                    <a:pt x="1472619" y="16"/>
                  </a:lnTo>
                  <a:lnTo>
                    <a:pt x="1480706" y="136"/>
                  </a:lnTo>
                  <a:lnTo>
                    <a:pt x="1501040" y="466"/>
                  </a:lnTo>
                  <a:lnTo>
                    <a:pt x="1537271" y="1115"/>
                  </a:lnTo>
                  <a:lnTo>
                    <a:pt x="1591022" y="2183"/>
                  </a:lnTo>
                  <a:lnTo>
                    <a:pt x="1661774" y="3749"/>
                  </a:lnTo>
                  <a:lnTo>
                    <a:pt x="1747085" y="5865"/>
                  </a:lnTo>
                  <a:lnTo>
                    <a:pt x="1843156" y="8556"/>
                  </a:lnTo>
                  <a:lnTo>
                    <a:pt x="1945592" y="11822"/>
                  </a:lnTo>
                  <a:lnTo>
                    <a:pt x="2050125" y="15653"/>
                  </a:lnTo>
                  <a:lnTo>
                    <a:pt x="2153145" y="20037"/>
                  </a:lnTo>
                  <a:lnTo>
                    <a:pt x="2251964" y="24970"/>
                  </a:lnTo>
                  <a:lnTo>
                    <a:pt x="2344850" y="30465"/>
                  </a:lnTo>
                  <a:lnTo>
                    <a:pt x="2430917" y="36556"/>
                  </a:lnTo>
                  <a:lnTo>
                    <a:pt x="2509941" y="43297"/>
                  </a:lnTo>
                  <a:lnTo>
                    <a:pt x="2582173" y="50764"/>
                  </a:lnTo>
                  <a:lnTo>
                    <a:pt x="2648173" y="59051"/>
                  </a:lnTo>
                  <a:lnTo>
                    <a:pt x="2708683" y="68270"/>
                  </a:lnTo>
                  <a:lnTo>
                    <a:pt x="2764533" y="78538"/>
                  </a:lnTo>
                  <a:lnTo>
                    <a:pt x="2816574" y="89972"/>
                  </a:lnTo>
                  <a:lnTo>
                    <a:pt x="2865615" y="102663"/>
                  </a:lnTo>
                  <a:lnTo>
                    <a:pt x="2896531" y="111697"/>
                  </a:lnTo>
                  <a:lnTo>
                    <a:pt x="2949992" y="129262"/>
                  </a:lnTo>
                  <a:lnTo>
                    <a:pt x="3001746" y="148659"/>
                  </a:lnTo>
                  <a:lnTo>
                    <a:pt x="3052454" y="169915"/>
                  </a:lnTo>
                  <a:lnTo>
                    <a:pt x="3102595" y="192987"/>
                  </a:lnTo>
                  <a:lnTo>
                    <a:pt x="3152498" y="217762"/>
                  </a:lnTo>
                  <a:lnTo>
                    <a:pt x="3202373" y="244044"/>
                  </a:lnTo>
                  <a:lnTo>
                    <a:pt x="3252326" y="271566"/>
                  </a:lnTo>
                  <a:lnTo>
                    <a:pt x="3302384" y="299988"/>
                  </a:lnTo>
                  <a:lnTo>
                    <a:pt x="3352518" y="328921"/>
                  </a:lnTo>
                  <a:lnTo>
                    <a:pt x="3402667" y="357945"/>
                  </a:lnTo>
                  <a:lnTo>
                    <a:pt x="3452764" y="386634"/>
                  </a:lnTo>
                  <a:lnTo>
                    <a:pt x="3502762" y="414583"/>
                  </a:lnTo>
                  <a:lnTo>
                    <a:pt x="3552662" y="441429"/>
                  </a:lnTo>
                  <a:lnTo>
                    <a:pt x="3602534" y="466872"/>
                  </a:lnTo>
                  <a:lnTo>
                    <a:pt x="3652541" y="490686"/>
                  </a:lnTo>
                  <a:lnTo>
                    <a:pt x="3702959" y="512723"/>
                  </a:lnTo>
                  <a:lnTo>
                    <a:pt x="3754200" y="532910"/>
                  </a:lnTo>
                  <a:lnTo>
                    <a:pt x="3806841" y="551246"/>
                  </a:lnTo>
                  <a:lnTo>
                    <a:pt x="3829811" y="558488"/>
                  </a:lnTo>
                  <a:lnTo>
                    <a:pt x="3877286" y="572027"/>
                  </a:lnTo>
                  <a:lnTo>
                    <a:pt x="3927270" y="584279"/>
                  </a:lnTo>
                  <a:lnTo>
                    <a:pt x="3980525" y="595300"/>
                  </a:lnTo>
                  <a:lnTo>
                    <a:pt x="4037881" y="605195"/>
                  </a:lnTo>
                  <a:lnTo>
                    <a:pt x="4100186" y="614080"/>
                  </a:lnTo>
                  <a:lnTo>
                    <a:pt x="4168250" y="622074"/>
                  </a:lnTo>
                  <a:lnTo>
                    <a:pt x="4242765" y="629281"/>
                  </a:lnTo>
                  <a:lnTo>
                    <a:pt x="4324201" y="635791"/>
                  </a:lnTo>
                  <a:lnTo>
                    <a:pt x="4412666" y="641673"/>
                  </a:lnTo>
                  <a:lnTo>
                    <a:pt x="4507729" y="646972"/>
                  </a:lnTo>
                  <a:lnTo>
                    <a:pt x="4608233" y="651716"/>
                  </a:lnTo>
                  <a:lnTo>
                    <a:pt x="4712126" y="655911"/>
                  </a:lnTo>
                  <a:lnTo>
                    <a:pt x="4816387" y="659549"/>
                  </a:lnTo>
                  <a:lnTo>
                    <a:pt x="4917137" y="662618"/>
                  </a:lnTo>
                  <a:lnTo>
                    <a:pt x="5009993" y="665111"/>
                  </a:lnTo>
                  <a:lnTo>
                    <a:pt x="5090677" y="667034"/>
                  </a:lnTo>
                  <a:lnTo>
                    <a:pt x="5155775" y="668422"/>
                  </a:lnTo>
                  <a:lnTo>
                    <a:pt x="5203458" y="669336"/>
                  </a:lnTo>
                  <a:lnTo>
                    <a:pt x="5233937" y="669863"/>
                  </a:lnTo>
                  <a:lnTo>
                    <a:pt x="5249557" y="670108"/>
                  </a:lnTo>
                  <a:lnTo>
                    <a:pt x="5254600" y="670181"/>
                  </a:lnTo>
                  <a:lnTo>
                    <a:pt x="5254955" y="670185"/>
                  </a:lnTo>
                  <a:lnTo>
                    <a:pt x="6726343" y="670185"/>
                  </a:lnTo>
                  <a:lnTo>
                    <a:pt x="6727539" y="670230"/>
                  </a:lnTo>
                  <a:lnTo>
                    <a:pt x="6735397" y="670551"/>
                  </a:lnTo>
                  <a:lnTo>
                    <a:pt x="6755174" y="671437"/>
                  </a:lnTo>
                  <a:lnTo>
                    <a:pt x="6790459" y="673181"/>
                  </a:lnTo>
                  <a:lnTo>
                    <a:pt x="6842898" y="676051"/>
                  </a:lnTo>
                  <a:lnTo>
                    <a:pt x="6912079" y="680265"/>
                  </a:lnTo>
                  <a:lnTo>
                    <a:pt x="6995720" y="685966"/>
                  </a:lnTo>
                  <a:lnTo>
                    <a:pt x="7090197" y="693223"/>
                  </a:lnTo>
                  <a:lnTo>
                    <a:pt x="7191258" y="702043"/>
                  </a:lnTo>
                  <a:lnTo>
                    <a:pt x="7294727" y="712399"/>
                  </a:lnTo>
                  <a:lnTo>
                    <a:pt x="7397024" y="724256"/>
                  </a:lnTo>
                  <a:lnTo>
                    <a:pt x="7495442" y="737604"/>
                  </a:lnTo>
                  <a:lnTo>
                    <a:pt x="7588199" y="752471"/>
                  </a:lnTo>
                  <a:lnTo>
                    <a:pt x="7674342" y="768940"/>
                  </a:lnTo>
                  <a:lnTo>
                    <a:pt x="7753579" y="787148"/>
                  </a:lnTo>
                  <a:lnTo>
                    <a:pt x="7826097" y="807291"/>
                  </a:lnTo>
                  <a:lnTo>
                    <a:pt x="7892405" y="829617"/>
                  </a:lnTo>
                  <a:lnTo>
                    <a:pt x="7953200" y="854417"/>
                  </a:lnTo>
                  <a:lnTo>
                    <a:pt x="8009280" y="882009"/>
                  </a:lnTo>
                  <a:lnTo>
                    <a:pt x="8061468" y="912707"/>
                  </a:lnTo>
                  <a:lnTo>
                    <a:pt x="8110565" y="946776"/>
                  </a:lnTo>
                  <a:lnTo>
                    <a:pt x="8151487" y="979397"/>
                  </a:lnTo>
                  <a:lnTo>
                    <a:pt x="8195324" y="1018758"/>
                  </a:lnTo>
                  <a:lnTo>
                    <a:pt x="8237931" y="1061489"/>
                  </a:lnTo>
                  <a:lnTo>
                    <a:pt x="8279696" y="1107655"/>
                  </a:lnTo>
                  <a:lnTo>
                    <a:pt x="8320925" y="1157241"/>
                  </a:lnTo>
                  <a:lnTo>
                    <a:pt x="8361844" y="1210147"/>
                  </a:lnTo>
                  <a:lnTo>
                    <a:pt x="8402623" y="1266177"/>
                  </a:lnTo>
                  <a:lnTo>
                    <a:pt x="8443374" y="1325042"/>
                  </a:lnTo>
                  <a:lnTo>
                    <a:pt x="8484165" y="1386352"/>
                  </a:lnTo>
                  <a:lnTo>
                    <a:pt x="8525024" y="1449634"/>
                  </a:lnTo>
                  <a:lnTo>
                    <a:pt x="8565952" y="1514337"/>
                  </a:lnTo>
                  <a:lnTo>
                    <a:pt x="8606925" y="1579855"/>
                  </a:lnTo>
                  <a:lnTo>
                    <a:pt x="8647908" y="1645551"/>
                  </a:lnTo>
                  <a:lnTo>
                    <a:pt x="8688864" y="1710778"/>
                  </a:lnTo>
                  <a:lnTo>
                    <a:pt x="8729763" y="1774908"/>
                  </a:lnTo>
                  <a:lnTo>
                    <a:pt x="8770589" y="1837360"/>
                  </a:lnTo>
                  <a:lnTo>
                    <a:pt x="8811356" y="1897616"/>
                  </a:lnTo>
                  <a:lnTo>
                    <a:pt x="8852109" y="1955238"/>
                  </a:lnTo>
                  <a:lnTo>
                    <a:pt x="8892935" y="2009882"/>
                  </a:lnTo>
                  <a:lnTo>
                    <a:pt x="8933970" y="2061301"/>
                  </a:lnTo>
                  <a:lnTo>
                    <a:pt x="8975409" y="2109343"/>
                  </a:lnTo>
                  <a:lnTo>
                    <a:pt x="9017514" y="2153948"/>
                  </a:lnTo>
                  <a:lnTo>
                    <a:pt x="9060624" y="2195140"/>
                  </a:lnTo>
                  <a:lnTo>
                    <a:pt x="9084767" y="2216244"/>
                  </a:lnTo>
                  <a:lnTo>
                    <a:pt x="9131759" y="2253372"/>
                  </a:lnTo>
                  <a:lnTo>
                    <a:pt x="9181205" y="2287002"/>
                  </a:lnTo>
                  <a:lnTo>
                    <a:pt x="9233841" y="2317291"/>
                  </a:lnTo>
                  <a:lnTo>
                    <a:pt x="9290472" y="2344511"/>
                  </a:lnTo>
                  <a:lnTo>
                    <a:pt x="9351922" y="2368981"/>
                  </a:lnTo>
                  <a:lnTo>
                    <a:pt x="9418980" y="2391015"/>
                  </a:lnTo>
                  <a:lnTo>
                    <a:pt x="9492327" y="2410901"/>
                  </a:lnTo>
                  <a:lnTo>
                    <a:pt x="9572436" y="2428879"/>
                  </a:lnTo>
                  <a:lnTo>
                    <a:pt x="9659444" y="2445138"/>
                  </a:lnTo>
                  <a:lnTo>
                    <a:pt x="9752986" y="2459810"/>
                  </a:lnTo>
                  <a:lnTo>
                    <a:pt x="9852012" y="2472968"/>
                  </a:lnTo>
                  <a:lnTo>
                    <a:pt x="9954627" y="2484637"/>
                  </a:lnTo>
                  <a:lnTo>
                    <a:pt x="10058005" y="2494800"/>
                  </a:lnTo>
                  <a:lnTo>
                    <a:pt x="10158471" y="2503424"/>
                  </a:lnTo>
                  <a:lnTo>
                    <a:pt x="10251805" y="2510482"/>
                  </a:lnTo>
                  <a:lnTo>
                    <a:pt x="10333795" y="2515990"/>
                  </a:lnTo>
                  <a:lnTo>
                    <a:pt x="10400947" y="2520024"/>
                  </a:lnTo>
                  <a:lnTo>
                    <a:pt x="10451196" y="2522738"/>
                  </a:lnTo>
                  <a:lnTo>
                    <a:pt x="10484383" y="2524358"/>
                  </a:lnTo>
                  <a:lnTo>
                    <a:pt x="10502416" y="2525156"/>
                  </a:lnTo>
                  <a:lnTo>
                    <a:pt x="10509108" y="2525426"/>
                  </a:lnTo>
                  <a:lnTo>
                    <a:pt x="10509911" y="2525456"/>
                  </a:lnTo>
                  <a:lnTo>
                    <a:pt x="11981298" y="252545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67" name="pl367"/>
            <p:cNvSpPr/>
            <p:nvPr/>
          </p:nvSpPr>
          <p:spPr>
            <a:xfrm>
              <a:off x="4799595" y="3149018"/>
              <a:ext cx="11981298" cy="2525456"/>
            </a:xfrm>
            <a:custGeom>
              <a:avLst/>
              <a:pathLst>
                <a:path w="11981298" h="2525456">
                  <a:moveTo>
                    <a:pt x="11981298" y="2525456"/>
                  </a:moveTo>
                  <a:lnTo>
                    <a:pt x="10509911" y="2525456"/>
                  </a:lnTo>
                  <a:lnTo>
                    <a:pt x="10508714" y="2525411"/>
                  </a:lnTo>
                  <a:lnTo>
                    <a:pt x="10500856" y="2525090"/>
                  </a:lnTo>
                  <a:lnTo>
                    <a:pt x="10481079" y="2524204"/>
                  </a:lnTo>
                  <a:lnTo>
                    <a:pt x="10445795" y="2522460"/>
                  </a:lnTo>
                  <a:lnTo>
                    <a:pt x="10393355" y="2519590"/>
                  </a:lnTo>
                  <a:lnTo>
                    <a:pt x="10324174" y="2515376"/>
                  </a:lnTo>
                  <a:lnTo>
                    <a:pt x="10240533" y="2509675"/>
                  </a:lnTo>
                  <a:lnTo>
                    <a:pt x="10146057" y="2502418"/>
                  </a:lnTo>
                  <a:lnTo>
                    <a:pt x="10044996" y="2493598"/>
                  </a:lnTo>
                  <a:lnTo>
                    <a:pt x="9941527" y="2483242"/>
                  </a:lnTo>
                  <a:lnTo>
                    <a:pt x="9839229" y="2471385"/>
                  </a:lnTo>
                  <a:lnTo>
                    <a:pt x="9740811" y="2458037"/>
                  </a:lnTo>
                  <a:lnTo>
                    <a:pt x="9648055" y="2443170"/>
                  </a:lnTo>
                  <a:lnTo>
                    <a:pt x="9561912" y="2426702"/>
                  </a:lnTo>
                  <a:lnTo>
                    <a:pt x="9482675" y="2408493"/>
                  </a:lnTo>
                  <a:lnTo>
                    <a:pt x="9410156" y="2388350"/>
                  </a:lnTo>
                  <a:lnTo>
                    <a:pt x="9343848" y="2366024"/>
                  </a:lnTo>
                  <a:lnTo>
                    <a:pt x="9283053" y="2341224"/>
                  </a:lnTo>
                  <a:lnTo>
                    <a:pt x="9226974" y="2313633"/>
                  </a:lnTo>
                  <a:lnTo>
                    <a:pt x="9174785" y="2282934"/>
                  </a:lnTo>
                  <a:lnTo>
                    <a:pt x="9125689" y="2248866"/>
                  </a:lnTo>
                  <a:lnTo>
                    <a:pt x="9084767" y="2216244"/>
                  </a:lnTo>
                  <a:lnTo>
                    <a:pt x="9040929" y="2176883"/>
                  </a:lnTo>
                  <a:lnTo>
                    <a:pt x="8998323" y="2134152"/>
                  </a:lnTo>
                  <a:lnTo>
                    <a:pt x="8956557" y="2087986"/>
                  </a:lnTo>
                  <a:lnTo>
                    <a:pt x="8915329" y="2038400"/>
                  </a:lnTo>
                  <a:lnTo>
                    <a:pt x="8874409" y="1985495"/>
                  </a:lnTo>
                  <a:lnTo>
                    <a:pt x="8833630" y="1929464"/>
                  </a:lnTo>
                  <a:lnTo>
                    <a:pt x="8792879" y="1870600"/>
                  </a:lnTo>
                  <a:lnTo>
                    <a:pt x="8752089" y="1809289"/>
                  </a:lnTo>
                  <a:lnTo>
                    <a:pt x="8711229" y="1746008"/>
                  </a:lnTo>
                  <a:lnTo>
                    <a:pt x="8670301" y="1681305"/>
                  </a:lnTo>
                  <a:lnTo>
                    <a:pt x="8629329" y="1615786"/>
                  </a:lnTo>
                  <a:lnTo>
                    <a:pt x="8588345" y="1550090"/>
                  </a:lnTo>
                  <a:lnTo>
                    <a:pt x="8547389" y="1484864"/>
                  </a:lnTo>
                  <a:lnTo>
                    <a:pt x="8506491" y="1420733"/>
                  </a:lnTo>
                  <a:lnTo>
                    <a:pt x="8465664" y="1358281"/>
                  </a:lnTo>
                  <a:lnTo>
                    <a:pt x="8424897" y="1298026"/>
                  </a:lnTo>
                  <a:lnTo>
                    <a:pt x="8384144" y="1240404"/>
                  </a:lnTo>
                  <a:lnTo>
                    <a:pt x="8343319" y="1185760"/>
                  </a:lnTo>
                  <a:lnTo>
                    <a:pt x="8302283" y="1134341"/>
                  </a:lnTo>
                  <a:lnTo>
                    <a:pt x="8260844" y="1086298"/>
                  </a:lnTo>
                  <a:lnTo>
                    <a:pt x="8218739" y="1041693"/>
                  </a:lnTo>
                  <a:lnTo>
                    <a:pt x="8175629" y="1000502"/>
                  </a:lnTo>
                  <a:lnTo>
                    <a:pt x="8151487" y="979397"/>
                  </a:lnTo>
                  <a:lnTo>
                    <a:pt x="8104494" y="942270"/>
                  </a:lnTo>
                  <a:lnTo>
                    <a:pt x="8055048" y="908639"/>
                  </a:lnTo>
                  <a:lnTo>
                    <a:pt x="8002412" y="878350"/>
                  </a:lnTo>
                  <a:lnTo>
                    <a:pt x="7945782" y="851130"/>
                  </a:lnTo>
                  <a:lnTo>
                    <a:pt x="7884331" y="826660"/>
                  </a:lnTo>
                  <a:lnTo>
                    <a:pt x="7817273" y="804626"/>
                  </a:lnTo>
                  <a:lnTo>
                    <a:pt x="7743927" y="784740"/>
                  </a:lnTo>
                  <a:lnTo>
                    <a:pt x="7663817" y="766762"/>
                  </a:lnTo>
                  <a:lnTo>
                    <a:pt x="7576809" y="750503"/>
                  </a:lnTo>
                  <a:lnTo>
                    <a:pt x="7483267" y="735831"/>
                  </a:lnTo>
                  <a:lnTo>
                    <a:pt x="7384241" y="722673"/>
                  </a:lnTo>
                  <a:lnTo>
                    <a:pt x="7281626" y="711004"/>
                  </a:lnTo>
                  <a:lnTo>
                    <a:pt x="7178248" y="700841"/>
                  </a:lnTo>
                  <a:lnTo>
                    <a:pt x="7077782" y="692218"/>
                  </a:lnTo>
                  <a:lnTo>
                    <a:pt x="6984448" y="685159"/>
                  </a:lnTo>
                  <a:lnTo>
                    <a:pt x="6902459" y="679652"/>
                  </a:lnTo>
                  <a:lnTo>
                    <a:pt x="6835306" y="675618"/>
                  </a:lnTo>
                  <a:lnTo>
                    <a:pt x="6785057" y="672903"/>
                  </a:lnTo>
                  <a:lnTo>
                    <a:pt x="6751870" y="671283"/>
                  </a:lnTo>
                  <a:lnTo>
                    <a:pt x="6733837" y="670485"/>
                  </a:lnTo>
                  <a:lnTo>
                    <a:pt x="6727146" y="670215"/>
                  </a:lnTo>
                  <a:lnTo>
                    <a:pt x="6726343" y="670185"/>
                  </a:lnTo>
                  <a:lnTo>
                    <a:pt x="5254955" y="670185"/>
                  </a:lnTo>
                  <a:lnTo>
                    <a:pt x="5253723" y="670169"/>
                  </a:lnTo>
                  <a:lnTo>
                    <a:pt x="5245636" y="670049"/>
                  </a:lnTo>
                  <a:lnTo>
                    <a:pt x="5225302" y="669719"/>
                  </a:lnTo>
                  <a:lnTo>
                    <a:pt x="5189071" y="669070"/>
                  </a:lnTo>
                  <a:lnTo>
                    <a:pt x="5135320" y="668002"/>
                  </a:lnTo>
                  <a:lnTo>
                    <a:pt x="5064568" y="666436"/>
                  </a:lnTo>
                  <a:lnTo>
                    <a:pt x="4979257" y="664320"/>
                  </a:lnTo>
                  <a:lnTo>
                    <a:pt x="4883186" y="661629"/>
                  </a:lnTo>
                  <a:lnTo>
                    <a:pt x="4780750" y="658362"/>
                  </a:lnTo>
                  <a:lnTo>
                    <a:pt x="4676217" y="654532"/>
                  </a:lnTo>
                  <a:lnTo>
                    <a:pt x="4573197" y="650148"/>
                  </a:lnTo>
                  <a:lnTo>
                    <a:pt x="4474379" y="645215"/>
                  </a:lnTo>
                  <a:lnTo>
                    <a:pt x="4381492" y="639720"/>
                  </a:lnTo>
                  <a:lnTo>
                    <a:pt x="4295425" y="633629"/>
                  </a:lnTo>
                  <a:lnTo>
                    <a:pt x="4216401" y="626888"/>
                  </a:lnTo>
                  <a:lnTo>
                    <a:pt x="4144169" y="619421"/>
                  </a:lnTo>
                  <a:lnTo>
                    <a:pt x="4078169" y="611134"/>
                  </a:lnTo>
                  <a:lnTo>
                    <a:pt x="4017659" y="601915"/>
                  </a:lnTo>
                  <a:lnTo>
                    <a:pt x="3961809" y="591647"/>
                  </a:lnTo>
                  <a:lnTo>
                    <a:pt x="3909769" y="580212"/>
                  </a:lnTo>
                  <a:lnTo>
                    <a:pt x="3860727" y="567522"/>
                  </a:lnTo>
                  <a:lnTo>
                    <a:pt x="3829811" y="558488"/>
                  </a:lnTo>
                  <a:lnTo>
                    <a:pt x="3776350" y="540923"/>
                  </a:lnTo>
                  <a:lnTo>
                    <a:pt x="3724596" y="521526"/>
                  </a:lnTo>
                  <a:lnTo>
                    <a:pt x="3673888" y="500270"/>
                  </a:lnTo>
                  <a:lnTo>
                    <a:pt x="3623747" y="477198"/>
                  </a:lnTo>
                  <a:lnTo>
                    <a:pt x="3573844" y="452423"/>
                  </a:lnTo>
                  <a:lnTo>
                    <a:pt x="3523969" y="426141"/>
                  </a:lnTo>
                  <a:lnTo>
                    <a:pt x="3474016" y="398619"/>
                  </a:lnTo>
                  <a:lnTo>
                    <a:pt x="3423958" y="370197"/>
                  </a:lnTo>
                  <a:lnTo>
                    <a:pt x="3373824" y="341264"/>
                  </a:lnTo>
                  <a:lnTo>
                    <a:pt x="3323675" y="312240"/>
                  </a:lnTo>
                  <a:lnTo>
                    <a:pt x="3273578" y="283551"/>
                  </a:lnTo>
                  <a:lnTo>
                    <a:pt x="3223580" y="255602"/>
                  </a:lnTo>
                  <a:lnTo>
                    <a:pt x="3173680" y="228756"/>
                  </a:lnTo>
                  <a:lnTo>
                    <a:pt x="3123808" y="203313"/>
                  </a:lnTo>
                  <a:lnTo>
                    <a:pt x="3073801" y="179499"/>
                  </a:lnTo>
                  <a:lnTo>
                    <a:pt x="3023383" y="157462"/>
                  </a:lnTo>
                  <a:lnTo>
                    <a:pt x="2972142" y="137275"/>
                  </a:lnTo>
                  <a:lnTo>
                    <a:pt x="2919501" y="118939"/>
                  </a:lnTo>
                  <a:lnTo>
                    <a:pt x="2896531" y="111697"/>
                  </a:lnTo>
                  <a:lnTo>
                    <a:pt x="2849056" y="98158"/>
                  </a:lnTo>
                  <a:lnTo>
                    <a:pt x="2799072" y="85906"/>
                  </a:lnTo>
                  <a:lnTo>
                    <a:pt x="2745817" y="74884"/>
                  </a:lnTo>
                  <a:lnTo>
                    <a:pt x="2688461" y="64990"/>
                  </a:lnTo>
                  <a:lnTo>
                    <a:pt x="2626156" y="56105"/>
                  </a:lnTo>
                  <a:lnTo>
                    <a:pt x="2558092" y="48111"/>
                  </a:lnTo>
                  <a:lnTo>
                    <a:pt x="2483577" y="40904"/>
                  </a:lnTo>
                  <a:lnTo>
                    <a:pt x="2402141" y="34393"/>
                  </a:lnTo>
                  <a:lnTo>
                    <a:pt x="2313676" y="28512"/>
                  </a:lnTo>
                  <a:lnTo>
                    <a:pt x="2218613" y="23212"/>
                  </a:lnTo>
                  <a:lnTo>
                    <a:pt x="2118109" y="18469"/>
                  </a:lnTo>
                  <a:lnTo>
                    <a:pt x="2014217" y="14274"/>
                  </a:lnTo>
                  <a:lnTo>
                    <a:pt x="1909956" y="10636"/>
                  </a:lnTo>
                  <a:lnTo>
                    <a:pt x="1809205" y="7566"/>
                  </a:lnTo>
                  <a:lnTo>
                    <a:pt x="1716349" y="5074"/>
                  </a:lnTo>
                  <a:lnTo>
                    <a:pt x="1635665" y="3151"/>
                  </a:lnTo>
                  <a:lnTo>
                    <a:pt x="1570567" y="1763"/>
                  </a:lnTo>
                  <a:lnTo>
                    <a:pt x="1522884" y="849"/>
                  </a:lnTo>
                  <a:lnTo>
                    <a:pt x="1492406" y="322"/>
                  </a:lnTo>
                  <a:lnTo>
                    <a:pt x="1476785" y="76"/>
                  </a:lnTo>
                  <a:lnTo>
                    <a:pt x="1471742" y="4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68" name="pg368"/>
            <p:cNvSpPr/>
            <p:nvPr/>
          </p:nvSpPr>
          <p:spPr>
            <a:xfrm>
              <a:off x="4799595" y="3165364"/>
              <a:ext cx="11981298" cy="2827857"/>
            </a:xfrm>
            <a:custGeom>
              <a:avLst/>
              <a:pathLst>
                <a:path w="11981298" h="2827857">
                  <a:moveTo>
                    <a:pt x="0" y="32691"/>
                  </a:moveTo>
                  <a:lnTo>
                    <a:pt x="1471387" y="32691"/>
                  </a:lnTo>
                  <a:lnTo>
                    <a:pt x="1472619" y="32708"/>
                  </a:lnTo>
                  <a:lnTo>
                    <a:pt x="1480706" y="32828"/>
                  </a:lnTo>
                  <a:lnTo>
                    <a:pt x="1501040" y="33158"/>
                  </a:lnTo>
                  <a:lnTo>
                    <a:pt x="1537271" y="33807"/>
                  </a:lnTo>
                  <a:lnTo>
                    <a:pt x="1591022" y="34875"/>
                  </a:lnTo>
                  <a:lnTo>
                    <a:pt x="1661774" y="36441"/>
                  </a:lnTo>
                  <a:lnTo>
                    <a:pt x="1747085" y="38557"/>
                  </a:lnTo>
                  <a:lnTo>
                    <a:pt x="1843156" y="41248"/>
                  </a:lnTo>
                  <a:lnTo>
                    <a:pt x="1945592" y="44514"/>
                  </a:lnTo>
                  <a:lnTo>
                    <a:pt x="2050125" y="48345"/>
                  </a:lnTo>
                  <a:lnTo>
                    <a:pt x="2153145" y="52729"/>
                  </a:lnTo>
                  <a:lnTo>
                    <a:pt x="2251964" y="57662"/>
                  </a:lnTo>
                  <a:lnTo>
                    <a:pt x="2344850" y="63157"/>
                  </a:lnTo>
                  <a:lnTo>
                    <a:pt x="2430917" y="69248"/>
                  </a:lnTo>
                  <a:lnTo>
                    <a:pt x="2509941" y="75989"/>
                  </a:lnTo>
                  <a:lnTo>
                    <a:pt x="2582173" y="83456"/>
                  </a:lnTo>
                  <a:lnTo>
                    <a:pt x="2648173" y="91743"/>
                  </a:lnTo>
                  <a:lnTo>
                    <a:pt x="2708683" y="100962"/>
                  </a:lnTo>
                  <a:lnTo>
                    <a:pt x="2764533" y="111230"/>
                  </a:lnTo>
                  <a:lnTo>
                    <a:pt x="2816574" y="122664"/>
                  </a:lnTo>
                  <a:lnTo>
                    <a:pt x="2865615" y="135355"/>
                  </a:lnTo>
                  <a:lnTo>
                    <a:pt x="2896531" y="144389"/>
                  </a:lnTo>
                  <a:lnTo>
                    <a:pt x="2949992" y="161954"/>
                  </a:lnTo>
                  <a:lnTo>
                    <a:pt x="3001746" y="181351"/>
                  </a:lnTo>
                  <a:lnTo>
                    <a:pt x="3052454" y="202607"/>
                  </a:lnTo>
                  <a:lnTo>
                    <a:pt x="3102595" y="225679"/>
                  </a:lnTo>
                  <a:lnTo>
                    <a:pt x="3152498" y="250454"/>
                  </a:lnTo>
                  <a:lnTo>
                    <a:pt x="3202373" y="276736"/>
                  </a:lnTo>
                  <a:lnTo>
                    <a:pt x="3252326" y="304258"/>
                  </a:lnTo>
                  <a:lnTo>
                    <a:pt x="3302384" y="332680"/>
                  </a:lnTo>
                  <a:lnTo>
                    <a:pt x="3352518" y="361613"/>
                  </a:lnTo>
                  <a:lnTo>
                    <a:pt x="3402667" y="390637"/>
                  </a:lnTo>
                  <a:lnTo>
                    <a:pt x="3452764" y="419326"/>
                  </a:lnTo>
                  <a:lnTo>
                    <a:pt x="3502762" y="447275"/>
                  </a:lnTo>
                  <a:lnTo>
                    <a:pt x="3552662" y="474121"/>
                  </a:lnTo>
                  <a:lnTo>
                    <a:pt x="3602534" y="499564"/>
                  </a:lnTo>
                  <a:lnTo>
                    <a:pt x="3652541" y="523378"/>
                  </a:lnTo>
                  <a:lnTo>
                    <a:pt x="3702959" y="545415"/>
                  </a:lnTo>
                  <a:lnTo>
                    <a:pt x="3754200" y="565602"/>
                  </a:lnTo>
                  <a:lnTo>
                    <a:pt x="3806841" y="583938"/>
                  </a:lnTo>
                  <a:lnTo>
                    <a:pt x="3829811" y="591180"/>
                  </a:lnTo>
                  <a:lnTo>
                    <a:pt x="3877286" y="604719"/>
                  </a:lnTo>
                  <a:lnTo>
                    <a:pt x="3927270" y="616971"/>
                  </a:lnTo>
                  <a:lnTo>
                    <a:pt x="3980525" y="627992"/>
                  </a:lnTo>
                  <a:lnTo>
                    <a:pt x="4037881" y="637887"/>
                  </a:lnTo>
                  <a:lnTo>
                    <a:pt x="4100186" y="646772"/>
                  </a:lnTo>
                  <a:lnTo>
                    <a:pt x="4168250" y="654766"/>
                  </a:lnTo>
                  <a:lnTo>
                    <a:pt x="4242765" y="661973"/>
                  </a:lnTo>
                  <a:lnTo>
                    <a:pt x="4324201" y="668483"/>
                  </a:lnTo>
                  <a:lnTo>
                    <a:pt x="4412666" y="674365"/>
                  </a:lnTo>
                  <a:lnTo>
                    <a:pt x="4507729" y="679664"/>
                  </a:lnTo>
                  <a:lnTo>
                    <a:pt x="4608233" y="684408"/>
                  </a:lnTo>
                  <a:lnTo>
                    <a:pt x="4712126" y="688603"/>
                  </a:lnTo>
                  <a:lnTo>
                    <a:pt x="4816387" y="692241"/>
                  </a:lnTo>
                  <a:lnTo>
                    <a:pt x="4917137" y="695310"/>
                  </a:lnTo>
                  <a:lnTo>
                    <a:pt x="5009993" y="697803"/>
                  </a:lnTo>
                  <a:lnTo>
                    <a:pt x="5090677" y="699726"/>
                  </a:lnTo>
                  <a:lnTo>
                    <a:pt x="5155775" y="701114"/>
                  </a:lnTo>
                  <a:lnTo>
                    <a:pt x="5203458" y="702028"/>
                  </a:lnTo>
                  <a:lnTo>
                    <a:pt x="5233937" y="702555"/>
                  </a:lnTo>
                  <a:lnTo>
                    <a:pt x="5249557" y="702800"/>
                  </a:lnTo>
                  <a:lnTo>
                    <a:pt x="5254600" y="702873"/>
                  </a:lnTo>
                  <a:lnTo>
                    <a:pt x="5254955" y="702877"/>
                  </a:lnTo>
                  <a:lnTo>
                    <a:pt x="6726343" y="702877"/>
                  </a:lnTo>
                  <a:lnTo>
                    <a:pt x="6727527" y="702928"/>
                  </a:lnTo>
                  <a:lnTo>
                    <a:pt x="6735306" y="703292"/>
                  </a:lnTo>
                  <a:lnTo>
                    <a:pt x="6754893" y="704296"/>
                  </a:lnTo>
                  <a:lnTo>
                    <a:pt x="6789852" y="706273"/>
                  </a:lnTo>
                  <a:lnTo>
                    <a:pt x="6841840" y="709527"/>
                  </a:lnTo>
                  <a:lnTo>
                    <a:pt x="6910478" y="714305"/>
                  </a:lnTo>
                  <a:lnTo>
                    <a:pt x="6993540" y="720772"/>
                  </a:lnTo>
                  <a:lnTo>
                    <a:pt x="7087461" y="729009"/>
                  </a:lnTo>
                  <a:lnTo>
                    <a:pt x="7188040" y="739024"/>
                  </a:lnTo>
                  <a:lnTo>
                    <a:pt x="7291132" y="750787"/>
                  </a:lnTo>
                  <a:lnTo>
                    <a:pt x="7393170" y="764258"/>
                  </a:lnTo>
                  <a:lnTo>
                    <a:pt x="7491441" y="779425"/>
                  </a:lnTo>
                  <a:lnTo>
                    <a:pt x="7584146" y="796318"/>
                  </a:lnTo>
                  <a:lnTo>
                    <a:pt x="7670310" y="815026"/>
                  </a:lnTo>
                  <a:lnTo>
                    <a:pt x="7749617" y="835704"/>
                  </a:lnTo>
                  <a:lnTo>
                    <a:pt x="7822234" y="858569"/>
                  </a:lnTo>
                  <a:lnTo>
                    <a:pt x="7888648" y="883900"/>
                  </a:lnTo>
                  <a:lnTo>
                    <a:pt x="7949544" y="912025"/>
                  </a:lnTo>
                  <a:lnTo>
                    <a:pt x="8005706" y="943302"/>
                  </a:lnTo>
                  <a:lnTo>
                    <a:pt x="8057950" y="978090"/>
                  </a:lnTo>
                  <a:lnTo>
                    <a:pt x="8107070" y="1016694"/>
                  </a:lnTo>
                  <a:lnTo>
                    <a:pt x="8151487" y="1057041"/>
                  </a:lnTo>
                  <a:lnTo>
                    <a:pt x="8193411" y="1100045"/>
                  </a:lnTo>
                  <a:lnTo>
                    <a:pt x="8234194" y="1146572"/>
                  </a:lnTo>
                  <a:lnTo>
                    <a:pt x="8274182" y="1196689"/>
                  </a:lnTo>
                  <a:lnTo>
                    <a:pt x="8313646" y="1250391"/>
                  </a:lnTo>
                  <a:lnTo>
                    <a:pt x="8352797" y="1307593"/>
                  </a:lnTo>
                  <a:lnTo>
                    <a:pt x="8391789" y="1368119"/>
                  </a:lnTo>
                  <a:lnTo>
                    <a:pt x="8430734" y="1431701"/>
                  </a:lnTo>
                  <a:lnTo>
                    <a:pt x="8469700" y="1497978"/>
                  </a:lnTo>
                  <a:lnTo>
                    <a:pt x="8508723" y="1566504"/>
                  </a:lnTo>
                  <a:lnTo>
                    <a:pt x="8547812" y="1636755"/>
                  </a:lnTo>
                  <a:lnTo>
                    <a:pt x="8586953" y="1708147"/>
                  </a:lnTo>
                  <a:lnTo>
                    <a:pt x="8626120" y="1780051"/>
                  </a:lnTo>
                  <a:lnTo>
                    <a:pt x="8665280" y="1851824"/>
                  </a:lnTo>
                  <a:lnTo>
                    <a:pt x="8704403" y="1922823"/>
                  </a:lnTo>
                  <a:lnTo>
                    <a:pt x="8743465" y="1992438"/>
                  </a:lnTo>
                  <a:lnTo>
                    <a:pt x="8782463" y="2060106"/>
                  </a:lnTo>
                  <a:lnTo>
                    <a:pt x="8821414" y="2125332"/>
                  </a:lnTo>
                  <a:lnTo>
                    <a:pt x="8860367" y="2187705"/>
                  </a:lnTo>
                  <a:lnTo>
                    <a:pt x="8899409" y="2246901"/>
                  </a:lnTo>
                  <a:lnTo>
                    <a:pt x="8938666" y="2302691"/>
                  </a:lnTo>
                  <a:lnTo>
                    <a:pt x="8978315" y="2354936"/>
                  </a:lnTo>
                  <a:lnTo>
                    <a:pt x="9018590" y="2403583"/>
                  </a:lnTo>
                  <a:lnTo>
                    <a:pt x="9059793" y="2448660"/>
                  </a:lnTo>
                  <a:lnTo>
                    <a:pt x="9084767" y="2473694"/>
                  </a:lnTo>
                  <a:lnTo>
                    <a:pt x="9131592" y="2516078"/>
                  </a:lnTo>
                  <a:lnTo>
                    <a:pt x="9180851" y="2554484"/>
                  </a:lnTo>
                  <a:lnTo>
                    <a:pt x="9233273" y="2589087"/>
                  </a:lnTo>
                  <a:lnTo>
                    <a:pt x="9289653" y="2620197"/>
                  </a:lnTo>
                  <a:lnTo>
                    <a:pt x="9350809" y="2648172"/>
                  </a:lnTo>
                  <a:lnTo>
                    <a:pt x="9417520" y="2673372"/>
                  </a:lnTo>
                  <a:lnTo>
                    <a:pt x="9490464" y="2696121"/>
                  </a:lnTo>
                  <a:lnTo>
                    <a:pt x="9570115" y="2716695"/>
                  </a:lnTo>
                  <a:lnTo>
                    <a:pt x="9656621" y="2735309"/>
                  </a:lnTo>
                  <a:lnTo>
                    <a:pt x="9749635" y="2752113"/>
                  </a:lnTo>
                  <a:lnTo>
                    <a:pt x="9848146" y="2767194"/>
                  </a:lnTo>
                  <a:lnTo>
                    <a:pt x="9950310" y="2780581"/>
                  </a:lnTo>
                  <a:lnTo>
                    <a:pt x="10053368" y="2792256"/>
                  </a:lnTo>
                  <a:lnTo>
                    <a:pt x="10153713" y="2802183"/>
                  </a:lnTo>
                  <a:lnTo>
                    <a:pt x="10247186" y="2810330"/>
                  </a:lnTo>
                  <a:lnTo>
                    <a:pt x="10329598" y="2816709"/>
                  </a:lnTo>
                  <a:lnTo>
                    <a:pt x="10397438" y="2821406"/>
                  </a:lnTo>
                  <a:lnTo>
                    <a:pt x="10448562" y="2824589"/>
                  </a:lnTo>
                  <a:lnTo>
                    <a:pt x="10482691" y="2826509"/>
                  </a:lnTo>
                  <a:lnTo>
                    <a:pt x="10501583" y="2827473"/>
                  </a:lnTo>
                  <a:lnTo>
                    <a:pt x="10508893" y="2827813"/>
                  </a:lnTo>
                  <a:lnTo>
                    <a:pt x="10509911" y="2827857"/>
                  </a:lnTo>
                  <a:lnTo>
                    <a:pt x="11981298" y="2827857"/>
                  </a:lnTo>
                  <a:lnTo>
                    <a:pt x="11981298" y="2795165"/>
                  </a:lnTo>
                  <a:lnTo>
                    <a:pt x="10509911" y="2795165"/>
                  </a:lnTo>
                  <a:lnTo>
                    <a:pt x="10508726" y="2795114"/>
                  </a:lnTo>
                  <a:lnTo>
                    <a:pt x="10500947" y="2794751"/>
                  </a:lnTo>
                  <a:lnTo>
                    <a:pt x="10481361" y="2793746"/>
                  </a:lnTo>
                  <a:lnTo>
                    <a:pt x="10446401" y="2791770"/>
                  </a:lnTo>
                  <a:lnTo>
                    <a:pt x="10394413" y="2788516"/>
                  </a:lnTo>
                  <a:lnTo>
                    <a:pt x="10325775" y="2783738"/>
                  </a:lnTo>
                  <a:lnTo>
                    <a:pt x="10242713" y="2777270"/>
                  </a:lnTo>
                  <a:lnTo>
                    <a:pt x="10148792" y="2769034"/>
                  </a:lnTo>
                  <a:lnTo>
                    <a:pt x="10048213" y="2759018"/>
                  </a:lnTo>
                  <a:lnTo>
                    <a:pt x="9945121" y="2747256"/>
                  </a:lnTo>
                  <a:lnTo>
                    <a:pt x="9843083" y="2733784"/>
                  </a:lnTo>
                  <a:lnTo>
                    <a:pt x="9744812" y="2718617"/>
                  </a:lnTo>
                  <a:lnTo>
                    <a:pt x="9652107" y="2701725"/>
                  </a:lnTo>
                  <a:lnTo>
                    <a:pt x="9565943" y="2683016"/>
                  </a:lnTo>
                  <a:lnTo>
                    <a:pt x="9486636" y="2662339"/>
                  </a:lnTo>
                  <a:lnTo>
                    <a:pt x="9414019" y="2639473"/>
                  </a:lnTo>
                  <a:lnTo>
                    <a:pt x="9347605" y="2614142"/>
                  </a:lnTo>
                  <a:lnTo>
                    <a:pt x="9286709" y="2586017"/>
                  </a:lnTo>
                  <a:lnTo>
                    <a:pt x="9230547" y="2554741"/>
                  </a:lnTo>
                  <a:lnTo>
                    <a:pt x="9178304" y="2519953"/>
                  </a:lnTo>
                  <a:lnTo>
                    <a:pt x="9129183" y="2481348"/>
                  </a:lnTo>
                  <a:lnTo>
                    <a:pt x="9084767" y="2441002"/>
                  </a:lnTo>
                  <a:lnTo>
                    <a:pt x="9042842" y="2397997"/>
                  </a:lnTo>
                  <a:lnTo>
                    <a:pt x="9002059" y="2351470"/>
                  </a:lnTo>
                  <a:lnTo>
                    <a:pt x="8962071" y="2301354"/>
                  </a:lnTo>
                  <a:lnTo>
                    <a:pt x="8922607" y="2247651"/>
                  </a:lnTo>
                  <a:lnTo>
                    <a:pt x="8883456" y="2190449"/>
                  </a:lnTo>
                  <a:lnTo>
                    <a:pt x="8844464" y="2129923"/>
                  </a:lnTo>
                  <a:lnTo>
                    <a:pt x="8805519" y="2066341"/>
                  </a:lnTo>
                  <a:lnTo>
                    <a:pt x="8766553" y="2000064"/>
                  </a:lnTo>
                  <a:lnTo>
                    <a:pt x="8727530" y="1931538"/>
                  </a:lnTo>
                  <a:lnTo>
                    <a:pt x="8688442" y="1861287"/>
                  </a:lnTo>
                  <a:lnTo>
                    <a:pt x="8649300" y="1789896"/>
                  </a:lnTo>
                  <a:lnTo>
                    <a:pt x="8610133" y="1717991"/>
                  </a:lnTo>
                  <a:lnTo>
                    <a:pt x="8570973" y="1646218"/>
                  </a:lnTo>
                  <a:lnTo>
                    <a:pt x="8531850" y="1575219"/>
                  </a:lnTo>
                  <a:lnTo>
                    <a:pt x="8492788" y="1505604"/>
                  </a:lnTo>
                  <a:lnTo>
                    <a:pt x="8453791" y="1437937"/>
                  </a:lnTo>
                  <a:lnTo>
                    <a:pt x="8414839" y="1372710"/>
                  </a:lnTo>
                  <a:lnTo>
                    <a:pt x="8375886" y="1310338"/>
                  </a:lnTo>
                  <a:lnTo>
                    <a:pt x="8336845" y="1251141"/>
                  </a:lnTo>
                  <a:lnTo>
                    <a:pt x="8297588" y="1195351"/>
                  </a:lnTo>
                  <a:lnTo>
                    <a:pt x="8257938" y="1143107"/>
                  </a:lnTo>
                  <a:lnTo>
                    <a:pt x="8217663" y="1094459"/>
                  </a:lnTo>
                  <a:lnTo>
                    <a:pt x="8176461" y="1049382"/>
                  </a:lnTo>
                  <a:lnTo>
                    <a:pt x="8151487" y="1024349"/>
                  </a:lnTo>
                  <a:lnTo>
                    <a:pt x="8104661" y="981965"/>
                  </a:lnTo>
                  <a:lnTo>
                    <a:pt x="8055402" y="943558"/>
                  </a:lnTo>
                  <a:lnTo>
                    <a:pt x="8002980" y="908955"/>
                  </a:lnTo>
                  <a:lnTo>
                    <a:pt x="7946600" y="877846"/>
                  </a:lnTo>
                  <a:lnTo>
                    <a:pt x="7885445" y="849870"/>
                  </a:lnTo>
                  <a:lnTo>
                    <a:pt x="7818733" y="824670"/>
                  </a:lnTo>
                  <a:lnTo>
                    <a:pt x="7745790" y="801921"/>
                  </a:lnTo>
                  <a:lnTo>
                    <a:pt x="7666138" y="781347"/>
                  </a:lnTo>
                  <a:lnTo>
                    <a:pt x="7579633" y="762733"/>
                  </a:lnTo>
                  <a:lnTo>
                    <a:pt x="7486618" y="745929"/>
                  </a:lnTo>
                  <a:lnTo>
                    <a:pt x="7388107" y="730848"/>
                  </a:lnTo>
                  <a:lnTo>
                    <a:pt x="7285943" y="717462"/>
                  </a:lnTo>
                  <a:lnTo>
                    <a:pt x="7182886" y="705786"/>
                  </a:lnTo>
                  <a:lnTo>
                    <a:pt x="7082540" y="695860"/>
                  </a:lnTo>
                  <a:lnTo>
                    <a:pt x="6989068" y="687713"/>
                  </a:lnTo>
                  <a:lnTo>
                    <a:pt x="6906655" y="681333"/>
                  </a:lnTo>
                  <a:lnTo>
                    <a:pt x="6838815" y="676636"/>
                  </a:lnTo>
                  <a:lnTo>
                    <a:pt x="6787692" y="673453"/>
                  </a:lnTo>
                  <a:lnTo>
                    <a:pt x="6753562" y="671533"/>
                  </a:lnTo>
                  <a:lnTo>
                    <a:pt x="6734670" y="670569"/>
                  </a:lnTo>
                  <a:lnTo>
                    <a:pt x="6727360" y="670229"/>
                  </a:lnTo>
                  <a:lnTo>
                    <a:pt x="6726343" y="670185"/>
                  </a:lnTo>
                  <a:lnTo>
                    <a:pt x="5254955" y="670185"/>
                  </a:lnTo>
                  <a:lnTo>
                    <a:pt x="5253723" y="670169"/>
                  </a:lnTo>
                  <a:lnTo>
                    <a:pt x="5245636" y="670049"/>
                  </a:lnTo>
                  <a:lnTo>
                    <a:pt x="5225302" y="669719"/>
                  </a:lnTo>
                  <a:lnTo>
                    <a:pt x="5189071" y="669070"/>
                  </a:lnTo>
                  <a:lnTo>
                    <a:pt x="5135320" y="668002"/>
                  </a:lnTo>
                  <a:lnTo>
                    <a:pt x="5064568" y="666436"/>
                  </a:lnTo>
                  <a:lnTo>
                    <a:pt x="4979257" y="664320"/>
                  </a:lnTo>
                  <a:lnTo>
                    <a:pt x="4883186" y="661629"/>
                  </a:lnTo>
                  <a:lnTo>
                    <a:pt x="4780750" y="658362"/>
                  </a:lnTo>
                  <a:lnTo>
                    <a:pt x="4676217" y="654532"/>
                  </a:lnTo>
                  <a:lnTo>
                    <a:pt x="4573197" y="650148"/>
                  </a:lnTo>
                  <a:lnTo>
                    <a:pt x="4474379" y="645215"/>
                  </a:lnTo>
                  <a:lnTo>
                    <a:pt x="4381492" y="639720"/>
                  </a:lnTo>
                  <a:lnTo>
                    <a:pt x="4295425" y="633629"/>
                  </a:lnTo>
                  <a:lnTo>
                    <a:pt x="4216401" y="626888"/>
                  </a:lnTo>
                  <a:lnTo>
                    <a:pt x="4144169" y="619421"/>
                  </a:lnTo>
                  <a:lnTo>
                    <a:pt x="4078169" y="611134"/>
                  </a:lnTo>
                  <a:lnTo>
                    <a:pt x="4017659" y="601915"/>
                  </a:lnTo>
                  <a:lnTo>
                    <a:pt x="3961809" y="591647"/>
                  </a:lnTo>
                  <a:lnTo>
                    <a:pt x="3909769" y="580212"/>
                  </a:lnTo>
                  <a:lnTo>
                    <a:pt x="3860727" y="567522"/>
                  </a:lnTo>
                  <a:lnTo>
                    <a:pt x="3829811" y="558488"/>
                  </a:lnTo>
                  <a:lnTo>
                    <a:pt x="3776350" y="540923"/>
                  </a:lnTo>
                  <a:lnTo>
                    <a:pt x="3724596" y="521526"/>
                  </a:lnTo>
                  <a:lnTo>
                    <a:pt x="3673888" y="500270"/>
                  </a:lnTo>
                  <a:lnTo>
                    <a:pt x="3623747" y="477198"/>
                  </a:lnTo>
                  <a:lnTo>
                    <a:pt x="3573844" y="452423"/>
                  </a:lnTo>
                  <a:lnTo>
                    <a:pt x="3523969" y="426141"/>
                  </a:lnTo>
                  <a:lnTo>
                    <a:pt x="3474016" y="398619"/>
                  </a:lnTo>
                  <a:lnTo>
                    <a:pt x="3423958" y="370197"/>
                  </a:lnTo>
                  <a:lnTo>
                    <a:pt x="3373824" y="341264"/>
                  </a:lnTo>
                  <a:lnTo>
                    <a:pt x="3323675" y="312240"/>
                  </a:lnTo>
                  <a:lnTo>
                    <a:pt x="3273578" y="283551"/>
                  </a:lnTo>
                  <a:lnTo>
                    <a:pt x="3223580" y="255602"/>
                  </a:lnTo>
                  <a:lnTo>
                    <a:pt x="3173680" y="228756"/>
                  </a:lnTo>
                  <a:lnTo>
                    <a:pt x="3123808" y="203313"/>
                  </a:lnTo>
                  <a:lnTo>
                    <a:pt x="3073801" y="179499"/>
                  </a:lnTo>
                  <a:lnTo>
                    <a:pt x="3023383" y="157462"/>
                  </a:lnTo>
                  <a:lnTo>
                    <a:pt x="2972142" y="137275"/>
                  </a:lnTo>
                  <a:lnTo>
                    <a:pt x="2919501" y="118939"/>
                  </a:lnTo>
                  <a:lnTo>
                    <a:pt x="2896531" y="111697"/>
                  </a:lnTo>
                  <a:lnTo>
                    <a:pt x="2849056" y="98158"/>
                  </a:lnTo>
                  <a:lnTo>
                    <a:pt x="2799072" y="85906"/>
                  </a:lnTo>
                  <a:lnTo>
                    <a:pt x="2745817" y="74884"/>
                  </a:lnTo>
                  <a:lnTo>
                    <a:pt x="2688461" y="64990"/>
                  </a:lnTo>
                  <a:lnTo>
                    <a:pt x="2626156" y="56105"/>
                  </a:lnTo>
                  <a:lnTo>
                    <a:pt x="2558092" y="48111"/>
                  </a:lnTo>
                  <a:lnTo>
                    <a:pt x="2483577" y="40904"/>
                  </a:lnTo>
                  <a:lnTo>
                    <a:pt x="2402141" y="34393"/>
                  </a:lnTo>
                  <a:lnTo>
                    <a:pt x="2313676" y="28512"/>
                  </a:lnTo>
                  <a:lnTo>
                    <a:pt x="2218613" y="23212"/>
                  </a:lnTo>
                  <a:lnTo>
                    <a:pt x="2118109" y="18469"/>
                  </a:lnTo>
                  <a:lnTo>
                    <a:pt x="2014217" y="14274"/>
                  </a:lnTo>
                  <a:lnTo>
                    <a:pt x="1909956" y="10636"/>
                  </a:lnTo>
                  <a:lnTo>
                    <a:pt x="1809205" y="7566"/>
                  </a:lnTo>
                  <a:lnTo>
                    <a:pt x="1716349" y="5074"/>
                  </a:lnTo>
                  <a:lnTo>
                    <a:pt x="1635665" y="3151"/>
                  </a:lnTo>
                  <a:lnTo>
                    <a:pt x="1570567" y="1763"/>
                  </a:lnTo>
                  <a:lnTo>
                    <a:pt x="1522884" y="849"/>
                  </a:lnTo>
                  <a:lnTo>
                    <a:pt x="1492406" y="322"/>
                  </a:lnTo>
                  <a:lnTo>
                    <a:pt x="1476785" y="76"/>
                  </a:lnTo>
                  <a:lnTo>
                    <a:pt x="1471742" y="4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369" name="pl369"/>
            <p:cNvSpPr/>
            <p:nvPr/>
          </p:nvSpPr>
          <p:spPr>
            <a:xfrm>
              <a:off x="4799595" y="3198056"/>
              <a:ext cx="11981298" cy="2795165"/>
            </a:xfrm>
            <a:custGeom>
              <a:avLst/>
              <a:pathLst>
                <a:path w="11981298" h="2795165">
                  <a:moveTo>
                    <a:pt x="0" y="0"/>
                  </a:moveTo>
                  <a:lnTo>
                    <a:pt x="1471387" y="0"/>
                  </a:lnTo>
                  <a:lnTo>
                    <a:pt x="1472619" y="16"/>
                  </a:lnTo>
                  <a:lnTo>
                    <a:pt x="1480706" y="136"/>
                  </a:lnTo>
                  <a:lnTo>
                    <a:pt x="1501040" y="466"/>
                  </a:lnTo>
                  <a:lnTo>
                    <a:pt x="1537271" y="1115"/>
                  </a:lnTo>
                  <a:lnTo>
                    <a:pt x="1591022" y="2183"/>
                  </a:lnTo>
                  <a:lnTo>
                    <a:pt x="1661774" y="3749"/>
                  </a:lnTo>
                  <a:lnTo>
                    <a:pt x="1747085" y="5865"/>
                  </a:lnTo>
                  <a:lnTo>
                    <a:pt x="1843156" y="8556"/>
                  </a:lnTo>
                  <a:lnTo>
                    <a:pt x="1945592" y="11822"/>
                  </a:lnTo>
                  <a:lnTo>
                    <a:pt x="2050125" y="15653"/>
                  </a:lnTo>
                  <a:lnTo>
                    <a:pt x="2153145" y="20037"/>
                  </a:lnTo>
                  <a:lnTo>
                    <a:pt x="2251964" y="24970"/>
                  </a:lnTo>
                  <a:lnTo>
                    <a:pt x="2344850" y="30465"/>
                  </a:lnTo>
                  <a:lnTo>
                    <a:pt x="2430917" y="36556"/>
                  </a:lnTo>
                  <a:lnTo>
                    <a:pt x="2509941" y="43297"/>
                  </a:lnTo>
                  <a:lnTo>
                    <a:pt x="2582173" y="50764"/>
                  </a:lnTo>
                  <a:lnTo>
                    <a:pt x="2648173" y="59051"/>
                  </a:lnTo>
                  <a:lnTo>
                    <a:pt x="2708683" y="68270"/>
                  </a:lnTo>
                  <a:lnTo>
                    <a:pt x="2764533" y="78538"/>
                  </a:lnTo>
                  <a:lnTo>
                    <a:pt x="2816574" y="89972"/>
                  </a:lnTo>
                  <a:lnTo>
                    <a:pt x="2865615" y="102663"/>
                  </a:lnTo>
                  <a:lnTo>
                    <a:pt x="2896531" y="111697"/>
                  </a:lnTo>
                  <a:lnTo>
                    <a:pt x="2949992" y="129262"/>
                  </a:lnTo>
                  <a:lnTo>
                    <a:pt x="3001746" y="148659"/>
                  </a:lnTo>
                  <a:lnTo>
                    <a:pt x="3052454" y="169915"/>
                  </a:lnTo>
                  <a:lnTo>
                    <a:pt x="3102595" y="192987"/>
                  </a:lnTo>
                  <a:lnTo>
                    <a:pt x="3152498" y="217762"/>
                  </a:lnTo>
                  <a:lnTo>
                    <a:pt x="3202373" y="244044"/>
                  </a:lnTo>
                  <a:lnTo>
                    <a:pt x="3252326" y="271566"/>
                  </a:lnTo>
                  <a:lnTo>
                    <a:pt x="3302384" y="299988"/>
                  </a:lnTo>
                  <a:lnTo>
                    <a:pt x="3352518" y="328921"/>
                  </a:lnTo>
                  <a:lnTo>
                    <a:pt x="3402667" y="357945"/>
                  </a:lnTo>
                  <a:lnTo>
                    <a:pt x="3452764" y="386634"/>
                  </a:lnTo>
                  <a:lnTo>
                    <a:pt x="3502762" y="414583"/>
                  </a:lnTo>
                  <a:lnTo>
                    <a:pt x="3552662" y="441429"/>
                  </a:lnTo>
                  <a:lnTo>
                    <a:pt x="3602534" y="466872"/>
                  </a:lnTo>
                  <a:lnTo>
                    <a:pt x="3652541" y="490686"/>
                  </a:lnTo>
                  <a:lnTo>
                    <a:pt x="3702959" y="512723"/>
                  </a:lnTo>
                  <a:lnTo>
                    <a:pt x="3754200" y="532910"/>
                  </a:lnTo>
                  <a:lnTo>
                    <a:pt x="3806841" y="551246"/>
                  </a:lnTo>
                  <a:lnTo>
                    <a:pt x="3829811" y="558488"/>
                  </a:lnTo>
                  <a:lnTo>
                    <a:pt x="3877286" y="572027"/>
                  </a:lnTo>
                  <a:lnTo>
                    <a:pt x="3927270" y="584279"/>
                  </a:lnTo>
                  <a:lnTo>
                    <a:pt x="3980525" y="595300"/>
                  </a:lnTo>
                  <a:lnTo>
                    <a:pt x="4037881" y="605195"/>
                  </a:lnTo>
                  <a:lnTo>
                    <a:pt x="4100186" y="614080"/>
                  </a:lnTo>
                  <a:lnTo>
                    <a:pt x="4168250" y="622074"/>
                  </a:lnTo>
                  <a:lnTo>
                    <a:pt x="4242765" y="629281"/>
                  </a:lnTo>
                  <a:lnTo>
                    <a:pt x="4324201" y="635791"/>
                  </a:lnTo>
                  <a:lnTo>
                    <a:pt x="4412666" y="641673"/>
                  </a:lnTo>
                  <a:lnTo>
                    <a:pt x="4507729" y="646972"/>
                  </a:lnTo>
                  <a:lnTo>
                    <a:pt x="4608233" y="651716"/>
                  </a:lnTo>
                  <a:lnTo>
                    <a:pt x="4712126" y="655911"/>
                  </a:lnTo>
                  <a:lnTo>
                    <a:pt x="4816387" y="659549"/>
                  </a:lnTo>
                  <a:lnTo>
                    <a:pt x="4917137" y="662618"/>
                  </a:lnTo>
                  <a:lnTo>
                    <a:pt x="5009993" y="665111"/>
                  </a:lnTo>
                  <a:lnTo>
                    <a:pt x="5090677" y="667034"/>
                  </a:lnTo>
                  <a:lnTo>
                    <a:pt x="5155775" y="668422"/>
                  </a:lnTo>
                  <a:lnTo>
                    <a:pt x="5203458" y="669336"/>
                  </a:lnTo>
                  <a:lnTo>
                    <a:pt x="5233937" y="669863"/>
                  </a:lnTo>
                  <a:lnTo>
                    <a:pt x="5249557" y="670108"/>
                  </a:lnTo>
                  <a:lnTo>
                    <a:pt x="5254600" y="670181"/>
                  </a:lnTo>
                  <a:lnTo>
                    <a:pt x="5254955" y="670185"/>
                  </a:lnTo>
                  <a:lnTo>
                    <a:pt x="6726343" y="670185"/>
                  </a:lnTo>
                  <a:lnTo>
                    <a:pt x="6727527" y="670236"/>
                  </a:lnTo>
                  <a:lnTo>
                    <a:pt x="6735306" y="670600"/>
                  </a:lnTo>
                  <a:lnTo>
                    <a:pt x="6754893" y="671604"/>
                  </a:lnTo>
                  <a:lnTo>
                    <a:pt x="6789852" y="673581"/>
                  </a:lnTo>
                  <a:lnTo>
                    <a:pt x="6841840" y="676835"/>
                  </a:lnTo>
                  <a:lnTo>
                    <a:pt x="6910478" y="681613"/>
                  </a:lnTo>
                  <a:lnTo>
                    <a:pt x="6993540" y="688080"/>
                  </a:lnTo>
                  <a:lnTo>
                    <a:pt x="7087461" y="696317"/>
                  </a:lnTo>
                  <a:lnTo>
                    <a:pt x="7188040" y="706332"/>
                  </a:lnTo>
                  <a:lnTo>
                    <a:pt x="7291132" y="718095"/>
                  </a:lnTo>
                  <a:lnTo>
                    <a:pt x="7393170" y="731566"/>
                  </a:lnTo>
                  <a:lnTo>
                    <a:pt x="7491441" y="746733"/>
                  </a:lnTo>
                  <a:lnTo>
                    <a:pt x="7584146" y="763626"/>
                  </a:lnTo>
                  <a:lnTo>
                    <a:pt x="7670310" y="782334"/>
                  </a:lnTo>
                  <a:lnTo>
                    <a:pt x="7749617" y="803012"/>
                  </a:lnTo>
                  <a:lnTo>
                    <a:pt x="7822234" y="825877"/>
                  </a:lnTo>
                  <a:lnTo>
                    <a:pt x="7888648" y="851208"/>
                  </a:lnTo>
                  <a:lnTo>
                    <a:pt x="7949544" y="879333"/>
                  </a:lnTo>
                  <a:lnTo>
                    <a:pt x="8005706" y="910610"/>
                  </a:lnTo>
                  <a:lnTo>
                    <a:pt x="8057950" y="945398"/>
                  </a:lnTo>
                  <a:lnTo>
                    <a:pt x="8107070" y="984002"/>
                  </a:lnTo>
                  <a:lnTo>
                    <a:pt x="8151487" y="1024349"/>
                  </a:lnTo>
                  <a:lnTo>
                    <a:pt x="8193411" y="1067353"/>
                  </a:lnTo>
                  <a:lnTo>
                    <a:pt x="8234194" y="1113880"/>
                  </a:lnTo>
                  <a:lnTo>
                    <a:pt x="8274182" y="1163997"/>
                  </a:lnTo>
                  <a:lnTo>
                    <a:pt x="8313646" y="1217699"/>
                  </a:lnTo>
                  <a:lnTo>
                    <a:pt x="8352797" y="1274901"/>
                  </a:lnTo>
                  <a:lnTo>
                    <a:pt x="8391789" y="1335427"/>
                  </a:lnTo>
                  <a:lnTo>
                    <a:pt x="8430734" y="1399009"/>
                  </a:lnTo>
                  <a:lnTo>
                    <a:pt x="8469700" y="1465286"/>
                  </a:lnTo>
                  <a:lnTo>
                    <a:pt x="8508723" y="1533812"/>
                  </a:lnTo>
                  <a:lnTo>
                    <a:pt x="8547812" y="1604063"/>
                  </a:lnTo>
                  <a:lnTo>
                    <a:pt x="8586953" y="1675455"/>
                  </a:lnTo>
                  <a:lnTo>
                    <a:pt x="8626120" y="1747359"/>
                  </a:lnTo>
                  <a:lnTo>
                    <a:pt x="8665280" y="1819132"/>
                  </a:lnTo>
                  <a:lnTo>
                    <a:pt x="8704403" y="1890131"/>
                  </a:lnTo>
                  <a:lnTo>
                    <a:pt x="8743465" y="1959746"/>
                  </a:lnTo>
                  <a:lnTo>
                    <a:pt x="8782463" y="2027414"/>
                  </a:lnTo>
                  <a:lnTo>
                    <a:pt x="8821414" y="2092640"/>
                  </a:lnTo>
                  <a:lnTo>
                    <a:pt x="8860367" y="2155013"/>
                  </a:lnTo>
                  <a:lnTo>
                    <a:pt x="8899409" y="2214209"/>
                  </a:lnTo>
                  <a:lnTo>
                    <a:pt x="8938666" y="2269999"/>
                  </a:lnTo>
                  <a:lnTo>
                    <a:pt x="8978315" y="2322244"/>
                  </a:lnTo>
                  <a:lnTo>
                    <a:pt x="9018590" y="2370891"/>
                  </a:lnTo>
                  <a:lnTo>
                    <a:pt x="9059793" y="2415968"/>
                  </a:lnTo>
                  <a:lnTo>
                    <a:pt x="9084767" y="2441002"/>
                  </a:lnTo>
                  <a:lnTo>
                    <a:pt x="9131592" y="2483386"/>
                  </a:lnTo>
                  <a:lnTo>
                    <a:pt x="9180851" y="2521792"/>
                  </a:lnTo>
                  <a:lnTo>
                    <a:pt x="9233273" y="2556395"/>
                  </a:lnTo>
                  <a:lnTo>
                    <a:pt x="9289653" y="2587505"/>
                  </a:lnTo>
                  <a:lnTo>
                    <a:pt x="9350809" y="2615480"/>
                  </a:lnTo>
                  <a:lnTo>
                    <a:pt x="9417520" y="2640680"/>
                  </a:lnTo>
                  <a:lnTo>
                    <a:pt x="9490464" y="2663429"/>
                  </a:lnTo>
                  <a:lnTo>
                    <a:pt x="9570115" y="2684003"/>
                  </a:lnTo>
                  <a:lnTo>
                    <a:pt x="9656621" y="2702617"/>
                  </a:lnTo>
                  <a:lnTo>
                    <a:pt x="9749635" y="2719421"/>
                  </a:lnTo>
                  <a:lnTo>
                    <a:pt x="9848146" y="2734502"/>
                  </a:lnTo>
                  <a:lnTo>
                    <a:pt x="9950310" y="2747889"/>
                  </a:lnTo>
                  <a:lnTo>
                    <a:pt x="10053368" y="2759564"/>
                  </a:lnTo>
                  <a:lnTo>
                    <a:pt x="10153713" y="2769491"/>
                  </a:lnTo>
                  <a:lnTo>
                    <a:pt x="10247186" y="2777638"/>
                  </a:lnTo>
                  <a:lnTo>
                    <a:pt x="10329598" y="2784017"/>
                  </a:lnTo>
                  <a:lnTo>
                    <a:pt x="10397438" y="2788714"/>
                  </a:lnTo>
                  <a:lnTo>
                    <a:pt x="10448562" y="2791897"/>
                  </a:lnTo>
                  <a:lnTo>
                    <a:pt x="10482691" y="2793817"/>
                  </a:lnTo>
                  <a:lnTo>
                    <a:pt x="10501583" y="2794781"/>
                  </a:lnTo>
                  <a:lnTo>
                    <a:pt x="10508893" y="2795121"/>
                  </a:lnTo>
                  <a:lnTo>
                    <a:pt x="10509911" y="2795165"/>
                  </a:lnTo>
                  <a:lnTo>
                    <a:pt x="11981298" y="279516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70" name="pl370"/>
            <p:cNvSpPr/>
            <p:nvPr/>
          </p:nvSpPr>
          <p:spPr>
            <a:xfrm>
              <a:off x="4799595" y="3165364"/>
              <a:ext cx="11981298" cy="2795165"/>
            </a:xfrm>
            <a:custGeom>
              <a:avLst/>
              <a:pathLst>
                <a:path w="11981298" h="2795165">
                  <a:moveTo>
                    <a:pt x="11981298" y="2795165"/>
                  </a:moveTo>
                  <a:lnTo>
                    <a:pt x="10509911" y="2795165"/>
                  </a:lnTo>
                  <a:lnTo>
                    <a:pt x="10508726" y="2795114"/>
                  </a:lnTo>
                  <a:lnTo>
                    <a:pt x="10500947" y="2794751"/>
                  </a:lnTo>
                  <a:lnTo>
                    <a:pt x="10481361" y="2793746"/>
                  </a:lnTo>
                  <a:lnTo>
                    <a:pt x="10446401" y="2791770"/>
                  </a:lnTo>
                  <a:lnTo>
                    <a:pt x="10394413" y="2788516"/>
                  </a:lnTo>
                  <a:lnTo>
                    <a:pt x="10325775" y="2783738"/>
                  </a:lnTo>
                  <a:lnTo>
                    <a:pt x="10242713" y="2777270"/>
                  </a:lnTo>
                  <a:lnTo>
                    <a:pt x="10148792" y="2769034"/>
                  </a:lnTo>
                  <a:lnTo>
                    <a:pt x="10048213" y="2759018"/>
                  </a:lnTo>
                  <a:lnTo>
                    <a:pt x="9945121" y="2747256"/>
                  </a:lnTo>
                  <a:lnTo>
                    <a:pt x="9843083" y="2733784"/>
                  </a:lnTo>
                  <a:lnTo>
                    <a:pt x="9744812" y="2718617"/>
                  </a:lnTo>
                  <a:lnTo>
                    <a:pt x="9652107" y="2701725"/>
                  </a:lnTo>
                  <a:lnTo>
                    <a:pt x="9565943" y="2683016"/>
                  </a:lnTo>
                  <a:lnTo>
                    <a:pt x="9486636" y="2662339"/>
                  </a:lnTo>
                  <a:lnTo>
                    <a:pt x="9414019" y="2639473"/>
                  </a:lnTo>
                  <a:lnTo>
                    <a:pt x="9347605" y="2614142"/>
                  </a:lnTo>
                  <a:lnTo>
                    <a:pt x="9286709" y="2586017"/>
                  </a:lnTo>
                  <a:lnTo>
                    <a:pt x="9230547" y="2554741"/>
                  </a:lnTo>
                  <a:lnTo>
                    <a:pt x="9178304" y="2519953"/>
                  </a:lnTo>
                  <a:lnTo>
                    <a:pt x="9129183" y="2481348"/>
                  </a:lnTo>
                  <a:lnTo>
                    <a:pt x="9084767" y="2441002"/>
                  </a:lnTo>
                  <a:lnTo>
                    <a:pt x="9042842" y="2397997"/>
                  </a:lnTo>
                  <a:lnTo>
                    <a:pt x="9002059" y="2351470"/>
                  </a:lnTo>
                  <a:lnTo>
                    <a:pt x="8962071" y="2301354"/>
                  </a:lnTo>
                  <a:lnTo>
                    <a:pt x="8922607" y="2247651"/>
                  </a:lnTo>
                  <a:lnTo>
                    <a:pt x="8883456" y="2190449"/>
                  </a:lnTo>
                  <a:lnTo>
                    <a:pt x="8844464" y="2129923"/>
                  </a:lnTo>
                  <a:lnTo>
                    <a:pt x="8805519" y="2066341"/>
                  </a:lnTo>
                  <a:lnTo>
                    <a:pt x="8766553" y="2000064"/>
                  </a:lnTo>
                  <a:lnTo>
                    <a:pt x="8727530" y="1931538"/>
                  </a:lnTo>
                  <a:lnTo>
                    <a:pt x="8688442" y="1861287"/>
                  </a:lnTo>
                  <a:lnTo>
                    <a:pt x="8649300" y="1789896"/>
                  </a:lnTo>
                  <a:lnTo>
                    <a:pt x="8610133" y="1717991"/>
                  </a:lnTo>
                  <a:lnTo>
                    <a:pt x="8570973" y="1646218"/>
                  </a:lnTo>
                  <a:lnTo>
                    <a:pt x="8531850" y="1575219"/>
                  </a:lnTo>
                  <a:lnTo>
                    <a:pt x="8492788" y="1505604"/>
                  </a:lnTo>
                  <a:lnTo>
                    <a:pt x="8453791" y="1437937"/>
                  </a:lnTo>
                  <a:lnTo>
                    <a:pt x="8414839" y="1372710"/>
                  </a:lnTo>
                  <a:lnTo>
                    <a:pt x="8375886" y="1310338"/>
                  </a:lnTo>
                  <a:lnTo>
                    <a:pt x="8336845" y="1251141"/>
                  </a:lnTo>
                  <a:lnTo>
                    <a:pt x="8297588" y="1195351"/>
                  </a:lnTo>
                  <a:lnTo>
                    <a:pt x="8257938" y="1143107"/>
                  </a:lnTo>
                  <a:lnTo>
                    <a:pt x="8217663" y="1094459"/>
                  </a:lnTo>
                  <a:lnTo>
                    <a:pt x="8176461" y="1049382"/>
                  </a:lnTo>
                  <a:lnTo>
                    <a:pt x="8151487" y="1024349"/>
                  </a:lnTo>
                  <a:lnTo>
                    <a:pt x="8104661" y="981965"/>
                  </a:lnTo>
                  <a:lnTo>
                    <a:pt x="8055402" y="943558"/>
                  </a:lnTo>
                  <a:lnTo>
                    <a:pt x="8002980" y="908955"/>
                  </a:lnTo>
                  <a:lnTo>
                    <a:pt x="7946600" y="877846"/>
                  </a:lnTo>
                  <a:lnTo>
                    <a:pt x="7885445" y="849870"/>
                  </a:lnTo>
                  <a:lnTo>
                    <a:pt x="7818733" y="824670"/>
                  </a:lnTo>
                  <a:lnTo>
                    <a:pt x="7745790" y="801921"/>
                  </a:lnTo>
                  <a:lnTo>
                    <a:pt x="7666138" y="781347"/>
                  </a:lnTo>
                  <a:lnTo>
                    <a:pt x="7579633" y="762733"/>
                  </a:lnTo>
                  <a:lnTo>
                    <a:pt x="7486618" y="745929"/>
                  </a:lnTo>
                  <a:lnTo>
                    <a:pt x="7388107" y="730848"/>
                  </a:lnTo>
                  <a:lnTo>
                    <a:pt x="7285943" y="717462"/>
                  </a:lnTo>
                  <a:lnTo>
                    <a:pt x="7182886" y="705786"/>
                  </a:lnTo>
                  <a:lnTo>
                    <a:pt x="7082540" y="695860"/>
                  </a:lnTo>
                  <a:lnTo>
                    <a:pt x="6989068" y="687713"/>
                  </a:lnTo>
                  <a:lnTo>
                    <a:pt x="6906655" y="681333"/>
                  </a:lnTo>
                  <a:lnTo>
                    <a:pt x="6838815" y="676636"/>
                  </a:lnTo>
                  <a:lnTo>
                    <a:pt x="6787692" y="673453"/>
                  </a:lnTo>
                  <a:lnTo>
                    <a:pt x="6753562" y="671533"/>
                  </a:lnTo>
                  <a:lnTo>
                    <a:pt x="6734670" y="670569"/>
                  </a:lnTo>
                  <a:lnTo>
                    <a:pt x="6727360" y="670229"/>
                  </a:lnTo>
                  <a:lnTo>
                    <a:pt x="6726343" y="670185"/>
                  </a:lnTo>
                  <a:lnTo>
                    <a:pt x="5254955" y="670185"/>
                  </a:lnTo>
                  <a:lnTo>
                    <a:pt x="5253723" y="670169"/>
                  </a:lnTo>
                  <a:lnTo>
                    <a:pt x="5245636" y="670049"/>
                  </a:lnTo>
                  <a:lnTo>
                    <a:pt x="5225302" y="669719"/>
                  </a:lnTo>
                  <a:lnTo>
                    <a:pt x="5189071" y="669070"/>
                  </a:lnTo>
                  <a:lnTo>
                    <a:pt x="5135320" y="668002"/>
                  </a:lnTo>
                  <a:lnTo>
                    <a:pt x="5064568" y="666436"/>
                  </a:lnTo>
                  <a:lnTo>
                    <a:pt x="4979257" y="664320"/>
                  </a:lnTo>
                  <a:lnTo>
                    <a:pt x="4883186" y="661629"/>
                  </a:lnTo>
                  <a:lnTo>
                    <a:pt x="4780750" y="658362"/>
                  </a:lnTo>
                  <a:lnTo>
                    <a:pt x="4676217" y="654532"/>
                  </a:lnTo>
                  <a:lnTo>
                    <a:pt x="4573197" y="650148"/>
                  </a:lnTo>
                  <a:lnTo>
                    <a:pt x="4474379" y="645215"/>
                  </a:lnTo>
                  <a:lnTo>
                    <a:pt x="4381492" y="639720"/>
                  </a:lnTo>
                  <a:lnTo>
                    <a:pt x="4295425" y="633629"/>
                  </a:lnTo>
                  <a:lnTo>
                    <a:pt x="4216401" y="626888"/>
                  </a:lnTo>
                  <a:lnTo>
                    <a:pt x="4144169" y="619421"/>
                  </a:lnTo>
                  <a:lnTo>
                    <a:pt x="4078169" y="611134"/>
                  </a:lnTo>
                  <a:lnTo>
                    <a:pt x="4017659" y="601915"/>
                  </a:lnTo>
                  <a:lnTo>
                    <a:pt x="3961809" y="591647"/>
                  </a:lnTo>
                  <a:lnTo>
                    <a:pt x="3909769" y="580212"/>
                  </a:lnTo>
                  <a:lnTo>
                    <a:pt x="3860727" y="567522"/>
                  </a:lnTo>
                  <a:lnTo>
                    <a:pt x="3829811" y="558488"/>
                  </a:lnTo>
                  <a:lnTo>
                    <a:pt x="3776350" y="540923"/>
                  </a:lnTo>
                  <a:lnTo>
                    <a:pt x="3724596" y="521526"/>
                  </a:lnTo>
                  <a:lnTo>
                    <a:pt x="3673888" y="500270"/>
                  </a:lnTo>
                  <a:lnTo>
                    <a:pt x="3623747" y="477198"/>
                  </a:lnTo>
                  <a:lnTo>
                    <a:pt x="3573844" y="452423"/>
                  </a:lnTo>
                  <a:lnTo>
                    <a:pt x="3523969" y="426141"/>
                  </a:lnTo>
                  <a:lnTo>
                    <a:pt x="3474016" y="398619"/>
                  </a:lnTo>
                  <a:lnTo>
                    <a:pt x="3423958" y="370197"/>
                  </a:lnTo>
                  <a:lnTo>
                    <a:pt x="3373824" y="341264"/>
                  </a:lnTo>
                  <a:lnTo>
                    <a:pt x="3323675" y="312240"/>
                  </a:lnTo>
                  <a:lnTo>
                    <a:pt x="3273578" y="283551"/>
                  </a:lnTo>
                  <a:lnTo>
                    <a:pt x="3223580" y="255602"/>
                  </a:lnTo>
                  <a:lnTo>
                    <a:pt x="3173680" y="228756"/>
                  </a:lnTo>
                  <a:lnTo>
                    <a:pt x="3123808" y="203313"/>
                  </a:lnTo>
                  <a:lnTo>
                    <a:pt x="3073801" y="179499"/>
                  </a:lnTo>
                  <a:lnTo>
                    <a:pt x="3023383" y="157462"/>
                  </a:lnTo>
                  <a:lnTo>
                    <a:pt x="2972142" y="137275"/>
                  </a:lnTo>
                  <a:lnTo>
                    <a:pt x="2919501" y="118939"/>
                  </a:lnTo>
                  <a:lnTo>
                    <a:pt x="2896531" y="111697"/>
                  </a:lnTo>
                  <a:lnTo>
                    <a:pt x="2849056" y="98158"/>
                  </a:lnTo>
                  <a:lnTo>
                    <a:pt x="2799072" y="85906"/>
                  </a:lnTo>
                  <a:lnTo>
                    <a:pt x="2745817" y="74884"/>
                  </a:lnTo>
                  <a:lnTo>
                    <a:pt x="2688461" y="64990"/>
                  </a:lnTo>
                  <a:lnTo>
                    <a:pt x="2626156" y="56105"/>
                  </a:lnTo>
                  <a:lnTo>
                    <a:pt x="2558092" y="48111"/>
                  </a:lnTo>
                  <a:lnTo>
                    <a:pt x="2483577" y="40904"/>
                  </a:lnTo>
                  <a:lnTo>
                    <a:pt x="2402141" y="34393"/>
                  </a:lnTo>
                  <a:lnTo>
                    <a:pt x="2313676" y="28512"/>
                  </a:lnTo>
                  <a:lnTo>
                    <a:pt x="2218613" y="23212"/>
                  </a:lnTo>
                  <a:lnTo>
                    <a:pt x="2118109" y="18469"/>
                  </a:lnTo>
                  <a:lnTo>
                    <a:pt x="2014217" y="14274"/>
                  </a:lnTo>
                  <a:lnTo>
                    <a:pt x="1909956" y="10636"/>
                  </a:lnTo>
                  <a:lnTo>
                    <a:pt x="1809205" y="7566"/>
                  </a:lnTo>
                  <a:lnTo>
                    <a:pt x="1716349" y="5074"/>
                  </a:lnTo>
                  <a:lnTo>
                    <a:pt x="1635665" y="3151"/>
                  </a:lnTo>
                  <a:lnTo>
                    <a:pt x="1570567" y="1763"/>
                  </a:lnTo>
                  <a:lnTo>
                    <a:pt x="1522884" y="849"/>
                  </a:lnTo>
                  <a:lnTo>
                    <a:pt x="1492406" y="322"/>
                  </a:lnTo>
                  <a:lnTo>
                    <a:pt x="1476785" y="76"/>
                  </a:lnTo>
                  <a:lnTo>
                    <a:pt x="1471742" y="4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71" name="pg371"/>
            <p:cNvSpPr/>
            <p:nvPr/>
          </p:nvSpPr>
          <p:spPr>
            <a:xfrm>
              <a:off x="4799595" y="3198056"/>
              <a:ext cx="11981298" cy="3162950"/>
            </a:xfrm>
            <a:custGeom>
              <a:avLst/>
              <a:pathLst>
                <a:path w="11981298" h="3162950">
                  <a:moveTo>
                    <a:pt x="0" y="8172"/>
                  </a:moveTo>
                  <a:lnTo>
                    <a:pt x="1471387" y="8172"/>
                  </a:lnTo>
                  <a:lnTo>
                    <a:pt x="1472619" y="8189"/>
                  </a:lnTo>
                  <a:lnTo>
                    <a:pt x="1480706" y="8309"/>
                  </a:lnTo>
                  <a:lnTo>
                    <a:pt x="1501040" y="8639"/>
                  </a:lnTo>
                  <a:lnTo>
                    <a:pt x="1537271" y="9288"/>
                  </a:lnTo>
                  <a:lnTo>
                    <a:pt x="1591022" y="10356"/>
                  </a:lnTo>
                  <a:lnTo>
                    <a:pt x="1661774" y="11922"/>
                  </a:lnTo>
                  <a:lnTo>
                    <a:pt x="1747085" y="14038"/>
                  </a:lnTo>
                  <a:lnTo>
                    <a:pt x="1843156" y="16729"/>
                  </a:lnTo>
                  <a:lnTo>
                    <a:pt x="1945592" y="19995"/>
                  </a:lnTo>
                  <a:lnTo>
                    <a:pt x="2050125" y="23826"/>
                  </a:lnTo>
                  <a:lnTo>
                    <a:pt x="2153145" y="28210"/>
                  </a:lnTo>
                  <a:lnTo>
                    <a:pt x="2251964" y="33143"/>
                  </a:lnTo>
                  <a:lnTo>
                    <a:pt x="2344850" y="38638"/>
                  </a:lnTo>
                  <a:lnTo>
                    <a:pt x="2430917" y="44729"/>
                  </a:lnTo>
                  <a:lnTo>
                    <a:pt x="2509941" y="51470"/>
                  </a:lnTo>
                  <a:lnTo>
                    <a:pt x="2582173" y="58937"/>
                  </a:lnTo>
                  <a:lnTo>
                    <a:pt x="2648173" y="67224"/>
                  </a:lnTo>
                  <a:lnTo>
                    <a:pt x="2708683" y="76443"/>
                  </a:lnTo>
                  <a:lnTo>
                    <a:pt x="2764533" y="86711"/>
                  </a:lnTo>
                  <a:lnTo>
                    <a:pt x="2816574" y="98145"/>
                  </a:lnTo>
                  <a:lnTo>
                    <a:pt x="2865615" y="110836"/>
                  </a:lnTo>
                  <a:lnTo>
                    <a:pt x="2896531" y="119870"/>
                  </a:lnTo>
                  <a:lnTo>
                    <a:pt x="2949992" y="137435"/>
                  </a:lnTo>
                  <a:lnTo>
                    <a:pt x="3001746" y="156832"/>
                  </a:lnTo>
                  <a:lnTo>
                    <a:pt x="3052454" y="178088"/>
                  </a:lnTo>
                  <a:lnTo>
                    <a:pt x="3102595" y="201160"/>
                  </a:lnTo>
                  <a:lnTo>
                    <a:pt x="3152498" y="225935"/>
                  </a:lnTo>
                  <a:lnTo>
                    <a:pt x="3202373" y="252217"/>
                  </a:lnTo>
                  <a:lnTo>
                    <a:pt x="3252326" y="279739"/>
                  </a:lnTo>
                  <a:lnTo>
                    <a:pt x="3302384" y="308161"/>
                  </a:lnTo>
                  <a:lnTo>
                    <a:pt x="3352518" y="337094"/>
                  </a:lnTo>
                  <a:lnTo>
                    <a:pt x="3402667" y="366118"/>
                  </a:lnTo>
                  <a:lnTo>
                    <a:pt x="3452764" y="394807"/>
                  </a:lnTo>
                  <a:lnTo>
                    <a:pt x="3502762" y="422756"/>
                  </a:lnTo>
                  <a:lnTo>
                    <a:pt x="3552662" y="449602"/>
                  </a:lnTo>
                  <a:lnTo>
                    <a:pt x="3602534" y="475045"/>
                  </a:lnTo>
                  <a:lnTo>
                    <a:pt x="3652541" y="498859"/>
                  </a:lnTo>
                  <a:lnTo>
                    <a:pt x="3702959" y="520896"/>
                  </a:lnTo>
                  <a:lnTo>
                    <a:pt x="3754200" y="541083"/>
                  </a:lnTo>
                  <a:lnTo>
                    <a:pt x="3806841" y="559419"/>
                  </a:lnTo>
                  <a:lnTo>
                    <a:pt x="3829811" y="566661"/>
                  </a:lnTo>
                  <a:lnTo>
                    <a:pt x="3877286" y="580200"/>
                  </a:lnTo>
                  <a:lnTo>
                    <a:pt x="3927270" y="592452"/>
                  </a:lnTo>
                  <a:lnTo>
                    <a:pt x="3980525" y="603473"/>
                  </a:lnTo>
                  <a:lnTo>
                    <a:pt x="4037881" y="613368"/>
                  </a:lnTo>
                  <a:lnTo>
                    <a:pt x="4100186" y="622253"/>
                  </a:lnTo>
                  <a:lnTo>
                    <a:pt x="4168250" y="630247"/>
                  </a:lnTo>
                  <a:lnTo>
                    <a:pt x="4242765" y="637454"/>
                  </a:lnTo>
                  <a:lnTo>
                    <a:pt x="4324201" y="643964"/>
                  </a:lnTo>
                  <a:lnTo>
                    <a:pt x="4412666" y="649846"/>
                  </a:lnTo>
                  <a:lnTo>
                    <a:pt x="4507729" y="655145"/>
                  </a:lnTo>
                  <a:lnTo>
                    <a:pt x="4608233" y="659889"/>
                  </a:lnTo>
                  <a:lnTo>
                    <a:pt x="4712126" y="664084"/>
                  </a:lnTo>
                  <a:lnTo>
                    <a:pt x="4816387" y="667722"/>
                  </a:lnTo>
                  <a:lnTo>
                    <a:pt x="4917137" y="670791"/>
                  </a:lnTo>
                  <a:lnTo>
                    <a:pt x="5009993" y="673284"/>
                  </a:lnTo>
                  <a:lnTo>
                    <a:pt x="5090677" y="675207"/>
                  </a:lnTo>
                  <a:lnTo>
                    <a:pt x="5155775" y="676595"/>
                  </a:lnTo>
                  <a:lnTo>
                    <a:pt x="5203458" y="677509"/>
                  </a:lnTo>
                  <a:lnTo>
                    <a:pt x="5233937" y="678036"/>
                  </a:lnTo>
                  <a:lnTo>
                    <a:pt x="5249557" y="678281"/>
                  </a:lnTo>
                  <a:lnTo>
                    <a:pt x="5254600" y="678354"/>
                  </a:lnTo>
                  <a:lnTo>
                    <a:pt x="5254955" y="678358"/>
                  </a:lnTo>
                  <a:lnTo>
                    <a:pt x="6726343" y="678358"/>
                  </a:lnTo>
                  <a:lnTo>
                    <a:pt x="6727509" y="678417"/>
                  </a:lnTo>
                  <a:lnTo>
                    <a:pt x="6735171" y="678835"/>
                  </a:lnTo>
                  <a:lnTo>
                    <a:pt x="6754471" y="679991"/>
                  </a:lnTo>
                  <a:lnTo>
                    <a:pt x="6788942" y="682265"/>
                  </a:lnTo>
                  <a:lnTo>
                    <a:pt x="6840251" y="686011"/>
                  </a:lnTo>
                  <a:lnTo>
                    <a:pt x="6908072" y="691513"/>
                  </a:lnTo>
                  <a:lnTo>
                    <a:pt x="6990260" y="698966"/>
                  </a:lnTo>
                  <a:lnTo>
                    <a:pt x="7083338" y="708464"/>
                  </a:lnTo>
                  <a:lnTo>
                    <a:pt x="7183183" y="720020"/>
                  </a:lnTo>
                  <a:lnTo>
                    <a:pt x="7285700" y="733601"/>
                  </a:lnTo>
                  <a:lnTo>
                    <a:pt x="7387339" y="749160"/>
                  </a:lnTo>
                  <a:lnTo>
                    <a:pt x="7485380" y="766680"/>
                  </a:lnTo>
                  <a:lnTo>
                    <a:pt x="7577999" y="786193"/>
                  </a:lnTo>
                  <a:lnTo>
                    <a:pt x="7664189" y="807797"/>
                  </a:lnTo>
                  <a:lnTo>
                    <a:pt x="7743599" y="831663"/>
                  </a:lnTo>
                  <a:lnTo>
                    <a:pt x="7816361" y="858038"/>
                  </a:lnTo>
                  <a:lnTo>
                    <a:pt x="7882937" y="887236"/>
                  </a:lnTo>
                  <a:lnTo>
                    <a:pt x="7943986" y="919631"/>
                  </a:lnTo>
                  <a:lnTo>
                    <a:pt x="8000274" y="955631"/>
                  </a:lnTo>
                  <a:lnTo>
                    <a:pt x="8052606" y="995654"/>
                  </a:lnTo>
                  <a:lnTo>
                    <a:pt x="8101766" y="1040061"/>
                  </a:lnTo>
                  <a:lnTo>
                    <a:pt x="8148478" y="1089065"/>
                  </a:lnTo>
                  <a:lnTo>
                    <a:pt x="8151487" y="1092457"/>
                  </a:lnTo>
                  <a:lnTo>
                    <a:pt x="8191123" y="1139848"/>
                  </a:lnTo>
                  <a:lnTo>
                    <a:pt x="8229721" y="1190907"/>
                  </a:lnTo>
                  <a:lnTo>
                    <a:pt x="8267580" y="1245709"/>
                  </a:lnTo>
                  <a:lnTo>
                    <a:pt x="8304936" y="1304259"/>
                  </a:lnTo>
                  <a:lnTo>
                    <a:pt x="8341976" y="1366488"/>
                  </a:lnTo>
                  <a:lnTo>
                    <a:pt x="8378841" y="1432247"/>
                  </a:lnTo>
                  <a:lnTo>
                    <a:pt x="8415635" y="1501298"/>
                  </a:lnTo>
                  <a:lnTo>
                    <a:pt x="8452428" y="1573319"/>
                  </a:lnTo>
                  <a:lnTo>
                    <a:pt x="8489262" y="1647904"/>
                  </a:lnTo>
                  <a:lnTo>
                    <a:pt x="8526153" y="1724571"/>
                  </a:lnTo>
                  <a:lnTo>
                    <a:pt x="8563100" y="1802773"/>
                  </a:lnTo>
                  <a:lnTo>
                    <a:pt x="8600085" y="1881913"/>
                  </a:lnTo>
                  <a:lnTo>
                    <a:pt x="8637085" y="1961364"/>
                  </a:lnTo>
                  <a:lnTo>
                    <a:pt x="8674070" y="2040488"/>
                  </a:lnTo>
                  <a:lnTo>
                    <a:pt x="8711015" y="2118659"/>
                  </a:lnTo>
                  <a:lnTo>
                    <a:pt x="8747905" y="2195280"/>
                  </a:lnTo>
                  <a:lnTo>
                    <a:pt x="8784738" y="2269808"/>
                  </a:lnTo>
                  <a:lnTo>
                    <a:pt x="8821530" y="2341760"/>
                  </a:lnTo>
                  <a:lnTo>
                    <a:pt x="8858325" y="2410733"/>
                  </a:lnTo>
                  <a:lnTo>
                    <a:pt x="8895193" y="2476406"/>
                  </a:lnTo>
                  <a:lnTo>
                    <a:pt x="8932238" y="2538546"/>
                  </a:lnTo>
                  <a:lnTo>
                    <a:pt x="8969605" y="2597003"/>
                  </a:lnTo>
                  <a:lnTo>
                    <a:pt x="9007479" y="2651712"/>
                  </a:lnTo>
                  <a:lnTo>
                    <a:pt x="9046099" y="2702679"/>
                  </a:lnTo>
                  <a:lnTo>
                    <a:pt x="9084767" y="2748851"/>
                  </a:lnTo>
                  <a:lnTo>
                    <a:pt x="9131340" y="2798159"/>
                  </a:lnTo>
                  <a:lnTo>
                    <a:pt x="9180317" y="2842865"/>
                  </a:lnTo>
                  <a:lnTo>
                    <a:pt x="9232416" y="2883167"/>
                  </a:lnTo>
                  <a:lnTo>
                    <a:pt x="9288419" y="2919420"/>
                  </a:lnTo>
                  <a:lnTo>
                    <a:pt x="9349130" y="2952039"/>
                  </a:lnTo>
                  <a:lnTo>
                    <a:pt x="9415319" y="2981436"/>
                  </a:lnTo>
                  <a:lnTo>
                    <a:pt x="9487657" y="3007987"/>
                  </a:lnTo>
                  <a:lnTo>
                    <a:pt x="9566620" y="3032010"/>
                  </a:lnTo>
                  <a:lnTo>
                    <a:pt x="9652367" y="3053757"/>
                  </a:lnTo>
                  <a:lnTo>
                    <a:pt x="9744586" y="3073404"/>
                  </a:lnTo>
                  <a:lnTo>
                    <a:pt x="9842316" y="3091053"/>
                  </a:lnTo>
                  <a:lnTo>
                    <a:pt x="9943791" y="3106742"/>
                  </a:lnTo>
                  <a:lnTo>
                    <a:pt x="10046351" y="3120454"/>
                  </a:lnTo>
                  <a:lnTo>
                    <a:pt x="10146495" y="3132146"/>
                  </a:lnTo>
                  <a:lnTo>
                    <a:pt x="10240149" y="3141779"/>
                  </a:lnTo>
                  <a:lnTo>
                    <a:pt x="10323173" y="3149365"/>
                  </a:lnTo>
                  <a:lnTo>
                    <a:pt x="10392025" y="3154991"/>
                  </a:lnTo>
                  <a:lnTo>
                    <a:pt x="10444454" y="3158845"/>
                  </a:lnTo>
                  <a:lnTo>
                    <a:pt x="10480006" y="3161206"/>
                  </a:lnTo>
                  <a:lnTo>
                    <a:pt x="10500216" y="3162424"/>
                  </a:lnTo>
                  <a:lnTo>
                    <a:pt x="10508503" y="3162879"/>
                  </a:lnTo>
                  <a:lnTo>
                    <a:pt x="10509911" y="3162950"/>
                  </a:lnTo>
                  <a:lnTo>
                    <a:pt x="11981298" y="3162950"/>
                  </a:lnTo>
                  <a:lnTo>
                    <a:pt x="11981298" y="3154777"/>
                  </a:lnTo>
                  <a:lnTo>
                    <a:pt x="10509911" y="3154777"/>
                  </a:lnTo>
                  <a:lnTo>
                    <a:pt x="10508745" y="3154718"/>
                  </a:lnTo>
                  <a:lnTo>
                    <a:pt x="10501083" y="3154300"/>
                  </a:lnTo>
                  <a:lnTo>
                    <a:pt x="10481783" y="3153145"/>
                  </a:lnTo>
                  <a:lnTo>
                    <a:pt x="10447311" y="3150870"/>
                  </a:lnTo>
                  <a:lnTo>
                    <a:pt x="10396002" y="3147124"/>
                  </a:lnTo>
                  <a:lnTo>
                    <a:pt x="10328181" y="3141622"/>
                  </a:lnTo>
                  <a:lnTo>
                    <a:pt x="10245994" y="3134169"/>
                  </a:lnTo>
                  <a:lnTo>
                    <a:pt x="10152915" y="3124671"/>
                  </a:lnTo>
                  <a:lnTo>
                    <a:pt x="10053070" y="3113115"/>
                  </a:lnTo>
                  <a:lnTo>
                    <a:pt x="9950553" y="3099535"/>
                  </a:lnTo>
                  <a:lnTo>
                    <a:pt x="9848915" y="3083975"/>
                  </a:lnTo>
                  <a:lnTo>
                    <a:pt x="9750874" y="3066455"/>
                  </a:lnTo>
                  <a:lnTo>
                    <a:pt x="9658254" y="3046942"/>
                  </a:lnTo>
                  <a:lnTo>
                    <a:pt x="9572064" y="3025339"/>
                  </a:lnTo>
                  <a:lnTo>
                    <a:pt x="9492655" y="3001472"/>
                  </a:lnTo>
                  <a:lnTo>
                    <a:pt x="9419892" y="2975097"/>
                  </a:lnTo>
                  <a:lnTo>
                    <a:pt x="9353317" y="2945899"/>
                  </a:lnTo>
                  <a:lnTo>
                    <a:pt x="9292268" y="2913505"/>
                  </a:lnTo>
                  <a:lnTo>
                    <a:pt x="9235979" y="2877504"/>
                  </a:lnTo>
                  <a:lnTo>
                    <a:pt x="9183647" y="2837481"/>
                  </a:lnTo>
                  <a:lnTo>
                    <a:pt x="9134487" y="2793074"/>
                  </a:lnTo>
                  <a:lnTo>
                    <a:pt x="9087776" y="2744071"/>
                  </a:lnTo>
                  <a:lnTo>
                    <a:pt x="9084767" y="2740678"/>
                  </a:lnTo>
                  <a:lnTo>
                    <a:pt x="9045131" y="2693287"/>
                  </a:lnTo>
                  <a:lnTo>
                    <a:pt x="9006532" y="2642228"/>
                  </a:lnTo>
                  <a:lnTo>
                    <a:pt x="8968673" y="2587426"/>
                  </a:lnTo>
                  <a:lnTo>
                    <a:pt x="8931317" y="2528876"/>
                  </a:lnTo>
                  <a:lnTo>
                    <a:pt x="8894277" y="2466647"/>
                  </a:lnTo>
                  <a:lnTo>
                    <a:pt x="8857413" y="2400889"/>
                  </a:lnTo>
                  <a:lnTo>
                    <a:pt x="8820619" y="2331838"/>
                  </a:lnTo>
                  <a:lnTo>
                    <a:pt x="8783825" y="2259817"/>
                  </a:lnTo>
                  <a:lnTo>
                    <a:pt x="8746992" y="2185231"/>
                  </a:lnTo>
                  <a:lnTo>
                    <a:pt x="8710100" y="2108564"/>
                  </a:lnTo>
                  <a:lnTo>
                    <a:pt x="8673153" y="2030363"/>
                  </a:lnTo>
                  <a:lnTo>
                    <a:pt x="8636168" y="1951223"/>
                  </a:lnTo>
                  <a:lnTo>
                    <a:pt x="8599168" y="1871772"/>
                  </a:lnTo>
                  <a:lnTo>
                    <a:pt x="8562183" y="1792647"/>
                  </a:lnTo>
                  <a:lnTo>
                    <a:pt x="8525238" y="1714477"/>
                  </a:lnTo>
                  <a:lnTo>
                    <a:pt x="8488348" y="1637855"/>
                  </a:lnTo>
                  <a:lnTo>
                    <a:pt x="8451515" y="1563328"/>
                  </a:lnTo>
                  <a:lnTo>
                    <a:pt x="8414723" y="1491376"/>
                  </a:lnTo>
                  <a:lnTo>
                    <a:pt x="8377928" y="1422403"/>
                  </a:lnTo>
                  <a:lnTo>
                    <a:pt x="8341060" y="1356729"/>
                  </a:lnTo>
                  <a:lnTo>
                    <a:pt x="8304015" y="1294590"/>
                  </a:lnTo>
                  <a:lnTo>
                    <a:pt x="8266649" y="1236132"/>
                  </a:lnTo>
                  <a:lnTo>
                    <a:pt x="8228774" y="1181424"/>
                  </a:lnTo>
                  <a:lnTo>
                    <a:pt x="8190154" y="1130456"/>
                  </a:lnTo>
                  <a:lnTo>
                    <a:pt x="8151487" y="1084284"/>
                  </a:lnTo>
                  <a:lnTo>
                    <a:pt x="8104914" y="1034976"/>
                  </a:lnTo>
                  <a:lnTo>
                    <a:pt x="8055936" y="990271"/>
                  </a:lnTo>
                  <a:lnTo>
                    <a:pt x="8003837" y="949969"/>
                  </a:lnTo>
                  <a:lnTo>
                    <a:pt x="7947834" y="913715"/>
                  </a:lnTo>
                  <a:lnTo>
                    <a:pt x="7887123" y="881096"/>
                  </a:lnTo>
                  <a:lnTo>
                    <a:pt x="7820934" y="851699"/>
                  </a:lnTo>
                  <a:lnTo>
                    <a:pt x="7748597" y="825149"/>
                  </a:lnTo>
                  <a:lnTo>
                    <a:pt x="7669634" y="801125"/>
                  </a:lnTo>
                  <a:lnTo>
                    <a:pt x="7583886" y="779378"/>
                  </a:lnTo>
                  <a:lnTo>
                    <a:pt x="7491667" y="759732"/>
                  </a:lnTo>
                  <a:lnTo>
                    <a:pt x="7393937" y="742082"/>
                  </a:lnTo>
                  <a:lnTo>
                    <a:pt x="7292462" y="726393"/>
                  </a:lnTo>
                  <a:lnTo>
                    <a:pt x="7189902" y="712681"/>
                  </a:lnTo>
                  <a:lnTo>
                    <a:pt x="7089758" y="700990"/>
                  </a:lnTo>
                  <a:lnTo>
                    <a:pt x="6996104" y="691356"/>
                  </a:lnTo>
                  <a:lnTo>
                    <a:pt x="6913081" y="683770"/>
                  </a:lnTo>
                  <a:lnTo>
                    <a:pt x="6844228" y="678144"/>
                  </a:lnTo>
                  <a:lnTo>
                    <a:pt x="6791799" y="674290"/>
                  </a:lnTo>
                  <a:lnTo>
                    <a:pt x="6756247" y="671929"/>
                  </a:lnTo>
                  <a:lnTo>
                    <a:pt x="6736037" y="670711"/>
                  </a:lnTo>
                  <a:lnTo>
                    <a:pt x="6727750" y="670256"/>
                  </a:lnTo>
                  <a:lnTo>
                    <a:pt x="6726343" y="670185"/>
                  </a:lnTo>
                  <a:lnTo>
                    <a:pt x="5254955" y="670185"/>
                  </a:lnTo>
                  <a:lnTo>
                    <a:pt x="5253723" y="670169"/>
                  </a:lnTo>
                  <a:lnTo>
                    <a:pt x="5245636" y="670049"/>
                  </a:lnTo>
                  <a:lnTo>
                    <a:pt x="5225302" y="669719"/>
                  </a:lnTo>
                  <a:lnTo>
                    <a:pt x="5189071" y="669070"/>
                  </a:lnTo>
                  <a:lnTo>
                    <a:pt x="5135320" y="668002"/>
                  </a:lnTo>
                  <a:lnTo>
                    <a:pt x="5064568" y="666436"/>
                  </a:lnTo>
                  <a:lnTo>
                    <a:pt x="4979257" y="664320"/>
                  </a:lnTo>
                  <a:lnTo>
                    <a:pt x="4883186" y="661629"/>
                  </a:lnTo>
                  <a:lnTo>
                    <a:pt x="4780750" y="658362"/>
                  </a:lnTo>
                  <a:lnTo>
                    <a:pt x="4676217" y="654532"/>
                  </a:lnTo>
                  <a:lnTo>
                    <a:pt x="4573197" y="650148"/>
                  </a:lnTo>
                  <a:lnTo>
                    <a:pt x="4474379" y="645215"/>
                  </a:lnTo>
                  <a:lnTo>
                    <a:pt x="4381492" y="639720"/>
                  </a:lnTo>
                  <a:lnTo>
                    <a:pt x="4295425" y="633629"/>
                  </a:lnTo>
                  <a:lnTo>
                    <a:pt x="4216401" y="626888"/>
                  </a:lnTo>
                  <a:lnTo>
                    <a:pt x="4144169" y="619421"/>
                  </a:lnTo>
                  <a:lnTo>
                    <a:pt x="4078169" y="611134"/>
                  </a:lnTo>
                  <a:lnTo>
                    <a:pt x="4017659" y="601915"/>
                  </a:lnTo>
                  <a:lnTo>
                    <a:pt x="3961809" y="591647"/>
                  </a:lnTo>
                  <a:lnTo>
                    <a:pt x="3909769" y="580212"/>
                  </a:lnTo>
                  <a:lnTo>
                    <a:pt x="3860727" y="567522"/>
                  </a:lnTo>
                  <a:lnTo>
                    <a:pt x="3829811" y="558488"/>
                  </a:lnTo>
                  <a:lnTo>
                    <a:pt x="3776350" y="540923"/>
                  </a:lnTo>
                  <a:lnTo>
                    <a:pt x="3724596" y="521526"/>
                  </a:lnTo>
                  <a:lnTo>
                    <a:pt x="3673888" y="500270"/>
                  </a:lnTo>
                  <a:lnTo>
                    <a:pt x="3623747" y="477198"/>
                  </a:lnTo>
                  <a:lnTo>
                    <a:pt x="3573844" y="452423"/>
                  </a:lnTo>
                  <a:lnTo>
                    <a:pt x="3523969" y="426141"/>
                  </a:lnTo>
                  <a:lnTo>
                    <a:pt x="3474016" y="398619"/>
                  </a:lnTo>
                  <a:lnTo>
                    <a:pt x="3423958" y="370197"/>
                  </a:lnTo>
                  <a:lnTo>
                    <a:pt x="3373824" y="341264"/>
                  </a:lnTo>
                  <a:lnTo>
                    <a:pt x="3323675" y="312240"/>
                  </a:lnTo>
                  <a:lnTo>
                    <a:pt x="3273578" y="283551"/>
                  </a:lnTo>
                  <a:lnTo>
                    <a:pt x="3223580" y="255602"/>
                  </a:lnTo>
                  <a:lnTo>
                    <a:pt x="3173680" y="228756"/>
                  </a:lnTo>
                  <a:lnTo>
                    <a:pt x="3123808" y="203313"/>
                  </a:lnTo>
                  <a:lnTo>
                    <a:pt x="3073801" y="179499"/>
                  </a:lnTo>
                  <a:lnTo>
                    <a:pt x="3023383" y="157462"/>
                  </a:lnTo>
                  <a:lnTo>
                    <a:pt x="2972142" y="137275"/>
                  </a:lnTo>
                  <a:lnTo>
                    <a:pt x="2919501" y="118939"/>
                  </a:lnTo>
                  <a:lnTo>
                    <a:pt x="2896531" y="111697"/>
                  </a:lnTo>
                  <a:lnTo>
                    <a:pt x="2849056" y="98158"/>
                  </a:lnTo>
                  <a:lnTo>
                    <a:pt x="2799072" y="85906"/>
                  </a:lnTo>
                  <a:lnTo>
                    <a:pt x="2745817" y="74884"/>
                  </a:lnTo>
                  <a:lnTo>
                    <a:pt x="2688461" y="64990"/>
                  </a:lnTo>
                  <a:lnTo>
                    <a:pt x="2626156" y="56105"/>
                  </a:lnTo>
                  <a:lnTo>
                    <a:pt x="2558092" y="48111"/>
                  </a:lnTo>
                  <a:lnTo>
                    <a:pt x="2483577" y="40904"/>
                  </a:lnTo>
                  <a:lnTo>
                    <a:pt x="2402141" y="34393"/>
                  </a:lnTo>
                  <a:lnTo>
                    <a:pt x="2313676" y="28512"/>
                  </a:lnTo>
                  <a:lnTo>
                    <a:pt x="2218613" y="23212"/>
                  </a:lnTo>
                  <a:lnTo>
                    <a:pt x="2118109" y="18469"/>
                  </a:lnTo>
                  <a:lnTo>
                    <a:pt x="2014217" y="14274"/>
                  </a:lnTo>
                  <a:lnTo>
                    <a:pt x="1909956" y="10636"/>
                  </a:lnTo>
                  <a:lnTo>
                    <a:pt x="1809205" y="7566"/>
                  </a:lnTo>
                  <a:lnTo>
                    <a:pt x="1716349" y="5074"/>
                  </a:lnTo>
                  <a:lnTo>
                    <a:pt x="1635665" y="3151"/>
                  </a:lnTo>
                  <a:lnTo>
                    <a:pt x="1570567" y="1763"/>
                  </a:lnTo>
                  <a:lnTo>
                    <a:pt x="1522884" y="849"/>
                  </a:lnTo>
                  <a:lnTo>
                    <a:pt x="1492406" y="322"/>
                  </a:lnTo>
                  <a:lnTo>
                    <a:pt x="1476785" y="76"/>
                  </a:lnTo>
                  <a:lnTo>
                    <a:pt x="1471742" y="4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372" name="pl372"/>
            <p:cNvSpPr/>
            <p:nvPr/>
          </p:nvSpPr>
          <p:spPr>
            <a:xfrm>
              <a:off x="4799595" y="3206229"/>
              <a:ext cx="11981298" cy="3154777"/>
            </a:xfrm>
            <a:custGeom>
              <a:avLst/>
              <a:pathLst>
                <a:path w="11981298" h="3154777">
                  <a:moveTo>
                    <a:pt x="0" y="0"/>
                  </a:moveTo>
                  <a:lnTo>
                    <a:pt x="1471387" y="0"/>
                  </a:lnTo>
                  <a:lnTo>
                    <a:pt x="1472619" y="16"/>
                  </a:lnTo>
                  <a:lnTo>
                    <a:pt x="1480706" y="136"/>
                  </a:lnTo>
                  <a:lnTo>
                    <a:pt x="1501040" y="466"/>
                  </a:lnTo>
                  <a:lnTo>
                    <a:pt x="1537271" y="1115"/>
                  </a:lnTo>
                  <a:lnTo>
                    <a:pt x="1591022" y="2183"/>
                  </a:lnTo>
                  <a:lnTo>
                    <a:pt x="1661774" y="3749"/>
                  </a:lnTo>
                  <a:lnTo>
                    <a:pt x="1747085" y="5865"/>
                  </a:lnTo>
                  <a:lnTo>
                    <a:pt x="1843156" y="8556"/>
                  </a:lnTo>
                  <a:lnTo>
                    <a:pt x="1945592" y="11822"/>
                  </a:lnTo>
                  <a:lnTo>
                    <a:pt x="2050125" y="15653"/>
                  </a:lnTo>
                  <a:lnTo>
                    <a:pt x="2153145" y="20037"/>
                  </a:lnTo>
                  <a:lnTo>
                    <a:pt x="2251964" y="24970"/>
                  </a:lnTo>
                  <a:lnTo>
                    <a:pt x="2344850" y="30465"/>
                  </a:lnTo>
                  <a:lnTo>
                    <a:pt x="2430917" y="36556"/>
                  </a:lnTo>
                  <a:lnTo>
                    <a:pt x="2509941" y="43297"/>
                  </a:lnTo>
                  <a:lnTo>
                    <a:pt x="2582173" y="50764"/>
                  </a:lnTo>
                  <a:lnTo>
                    <a:pt x="2648173" y="59051"/>
                  </a:lnTo>
                  <a:lnTo>
                    <a:pt x="2708683" y="68270"/>
                  </a:lnTo>
                  <a:lnTo>
                    <a:pt x="2764533" y="78538"/>
                  </a:lnTo>
                  <a:lnTo>
                    <a:pt x="2816574" y="89972"/>
                  </a:lnTo>
                  <a:lnTo>
                    <a:pt x="2865615" y="102663"/>
                  </a:lnTo>
                  <a:lnTo>
                    <a:pt x="2896531" y="111697"/>
                  </a:lnTo>
                  <a:lnTo>
                    <a:pt x="2949992" y="129262"/>
                  </a:lnTo>
                  <a:lnTo>
                    <a:pt x="3001746" y="148659"/>
                  </a:lnTo>
                  <a:lnTo>
                    <a:pt x="3052454" y="169915"/>
                  </a:lnTo>
                  <a:lnTo>
                    <a:pt x="3102595" y="192987"/>
                  </a:lnTo>
                  <a:lnTo>
                    <a:pt x="3152498" y="217762"/>
                  </a:lnTo>
                  <a:lnTo>
                    <a:pt x="3202373" y="244044"/>
                  </a:lnTo>
                  <a:lnTo>
                    <a:pt x="3252326" y="271566"/>
                  </a:lnTo>
                  <a:lnTo>
                    <a:pt x="3302384" y="299988"/>
                  </a:lnTo>
                  <a:lnTo>
                    <a:pt x="3352518" y="328921"/>
                  </a:lnTo>
                  <a:lnTo>
                    <a:pt x="3402667" y="357945"/>
                  </a:lnTo>
                  <a:lnTo>
                    <a:pt x="3452764" y="386634"/>
                  </a:lnTo>
                  <a:lnTo>
                    <a:pt x="3502762" y="414583"/>
                  </a:lnTo>
                  <a:lnTo>
                    <a:pt x="3552662" y="441429"/>
                  </a:lnTo>
                  <a:lnTo>
                    <a:pt x="3602534" y="466872"/>
                  </a:lnTo>
                  <a:lnTo>
                    <a:pt x="3652541" y="490686"/>
                  </a:lnTo>
                  <a:lnTo>
                    <a:pt x="3702959" y="512723"/>
                  </a:lnTo>
                  <a:lnTo>
                    <a:pt x="3754200" y="532910"/>
                  </a:lnTo>
                  <a:lnTo>
                    <a:pt x="3806841" y="551246"/>
                  </a:lnTo>
                  <a:lnTo>
                    <a:pt x="3829811" y="558488"/>
                  </a:lnTo>
                  <a:lnTo>
                    <a:pt x="3877286" y="572027"/>
                  </a:lnTo>
                  <a:lnTo>
                    <a:pt x="3927270" y="584279"/>
                  </a:lnTo>
                  <a:lnTo>
                    <a:pt x="3980525" y="595300"/>
                  </a:lnTo>
                  <a:lnTo>
                    <a:pt x="4037881" y="605195"/>
                  </a:lnTo>
                  <a:lnTo>
                    <a:pt x="4100186" y="614080"/>
                  </a:lnTo>
                  <a:lnTo>
                    <a:pt x="4168250" y="622074"/>
                  </a:lnTo>
                  <a:lnTo>
                    <a:pt x="4242765" y="629281"/>
                  </a:lnTo>
                  <a:lnTo>
                    <a:pt x="4324201" y="635791"/>
                  </a:lnTo>
                  <a:lnTo>
                    <a:pt x="4412666" y="641673"/>
                  </a:lnTo>
                  <a:lnTo>
                    <a:pt x="4507729" y="646972"/>
                  </a:lnTo>
                  <a:lnTo>
                    <a:pt x="4608233" y="651716"/>
                  </a:lnTo>
                  <a:lnTo>
                    <a:pt x="4712126" y="655911"/>
                  </a:lnTo>
                  <a:lnTo>
                    <a:pt x="4816387" y="659549"/>
                  </a:lnTo>
                  <a:lnTo>
                    <a:pt x="4917137" y="662618"/>
                  </a:lnTo>
                  <a:lnTo>
                    <a:pt x="5009993" y="665111"/>
                  </a:lnTo>
                  <a:lnTo>
                    <a:pt x="5090677" y="667034"/>
                  </a:lnTo>
                  <a:lnTo>
                    <a:pt x="5155775" y="668422"/>
                  </a:lnTo>
                  <a:lnTo>
                    <a:pt x="5203458" y="669336"/>
                  </a:lnTo>
                  <a:lnTo>
                    <a:pt x="5233937" y="669863"/>
                  </a:lnTo>
                  <a:lnTo>
                    <a:pt x="5249557" y="670108"/>
                  </a:lnTo>
                  <a:lnTo>
                    <a:pt x="5254600" y="670181"/>
                  </a:lnTo>
                  <a:lnTo>
                    <a:pt x="5254955" y="670185"/>
                  </a:lnTo>
                  <a:lnTo>
                    <a:pt x="6726343" y="670185"/>
                  </a:lnTo>
                  <a:lnTo>
                    <a:pt x="6727509" y="670244"/>
                  </a:lnTo>
                  <a:lnTo>
                    <a:pt x="6735171" y="670662"/>
                  </a:lnTo>
                  <a:lnTo>
                    <a:pt x="6754471" y="671818"/>
                  </a:lnTo>
                  <a:lnTo>
                    <a:pt x="6788942" y="674092"/>
                  </a:lnTo>
                  <a:lnTo>
                    <a:pt x="6840251" y="677838"/>
                  </a:lnTo>
                  <a:lnTo>
                    <a:pt x="6908072" y="683340"/>
                  </a:lnTo>
                  <a:lnTo>
                    <a:pt x="6990260" y="690793"/>
                  </a:lnTo>
                  <a:lnTo>
                    <a:pt x="7083338" y="700291"/>
                  </a:lnTo>
                  <a:lnTo>
                    <a:pt x="7183183" y="711847"/>
                  </a:lnTo>
                  <a:lnTo>
                    <a:pt x="7285700" y="725428"/>
                  </a:lnTo>
                  <a:lnTo>
                    <a:pt x="7387339" y="740987"/>
                  </a:lnTo>
                  <a:lnTo>
                    <a:pt x="7485380" y="758507"/>
                  </a:lnTo>
                  <a:lnTo>
                    <a:pt x="7577999" y="778020"/>
                  </a:lnTo>
                  <a:lnTo>
                    <a:pt x="7664189" y="799624"/>
                  </a:lnTo>
                  <a:lnTo>
                    <a:pt x="7743599" y="823490"/>
                  </a:lnTo>
                  <a:lnTo>
                    <a:pt x="7816361" y="849865"/>
                  </a:lnTo>
                  <a:lnTo>
                    <a:pt x="7882937" y="879063"/>
                  </a:lnTo>
                  <a:lnTo>
                    <a:pt x="7943986" y="911458"/>
                  </a:lnTo>
                  <a:lnTo>
                    <a:pt x="8000274" y="947458"/>
                  </a:lnTo>
                  <a:lnTo>
                    <a:pt x="8052606" y="987481"/>
                  </a:lnTo>
                  <a:lnTo>
                    <a:pt x="8101766" y="1031888"/>
                  </a:lnTo>
                  <a:lnTo>
                    <a:pt x="8148478" y="1080892"/>
                  </a:lnTo>
                  <a:lnTo>
                    <a:pt x="8151487" y="1084284"/>
                  </a:lnTo>
                  <a:lnTo>
                    <a:pt x="8191123" y="1131675"/>
                  </a:lnTo>
                  <a:lnTo>
                    <a:pt x="8229721" y="1182734"/>
                  </a:lnTo>
                  <a:lnTo>
                    <a:pt x="8267580" y="1237536"/>
                  </a:lnTo>
                  <a:lnTo>
                    <a:pt x="8304936" y="1296086"/>
                  </a:lnTo>
                  <a:lnTo>
                    <a:pt x="8341976" y="1358315"/>
                  </a:lnTo>
                  <a:lnTo>
                    <a:pt x="8378841" y="1424074"/>
                  </a:lnTo>
                  <a:lnTo>
                    <a:pt x="8415635" y="1493125"/>
                  </a:lnTo>
                  <a:lnTo>
                    <a:pt x="8452428" y="1565146"/>
                  </a:lnTo>
                  <a:lnTo>
                    <a:pt x="8489262" y="1639731"/>
                  </a:lnTo>
                  <a:lnTo>
                    <a:pt x="8526153" y="1716398"/>
                  </a:lnTo>
                  <a:lnTo>
                    <a:pt x="8563100" y="1794600"/>
                  </a:lnTo>
                  <a:lnTo>
                    <a:pt x="8600085" y="1873740"/>
                  </a:lnTo>
                  <a:lnTo>
                    <a:pt x="8637085" y="1953191"/>
                  </a:lnTo>
                  <a:lnTo>
                    <a:pt x="8674070" y="2032315"/>
                  </a:lnTo>
                  <a:lnTo>
                    <a:pt x="8711015" y="2110486"/>
                  </a:lnTo>
                  <a:lnTo>
                    <a:pt x="8747905" y="2187107"/>
                  </a:lnTo>
                  <a:lnTo>
                    <a:pt x="8784738" y="2261635"/>
                  </a:lnTo>
                  <a:lnTo>
                    <a:pt x="8821530" y="2333587"/>
                  </a:lnTo>
                  <a:lnTo>
                    <a:pt x="8858325" y="2402560"/>
                  </a:lnTo>
                  <a:lnTo>
                    <a:pt x="8895193" y="2468233"/>
                  </a:lnTo>
                  <a:lnTo>
                    <a:pt x="8932238" y="2530373"/>
                  </a:lnTo>
                  <a:lnTo>
                    <a:pt x="8969605" y="2588830"/>
                  </a:lnTo>
                  <a:lnTo>
                    <a:pt x="9007479" y="2643539"/>
                  </a:lnTo>
                  <a:lnTo>
                    <a:pt x="9046099" y="2694506"/>
                  </a:lnTo>
                  <a:lnTo>
                    <a:pt x="9084767" y="2740678"/>
                  </a:lnTo>
                  <a:lnTo>
                    <a:pt x="9131340" y="2789986"/>
                  </a:lnTo>
                  <a:lnTo>
                    <a:pt x="9180317" y="2834692"/>
                  </a:lnTo>
                  <a:lnTo>
                    <a:pt x="9232416" y="2874994"/>
                  </a:lnTo>
                  <a:lnTo>
                    <a:pt x="9288419" y="2911247"/>
                  </a:lnTo>
                  <a:lnTo>
                    <a:pt x="9349130" y="2943866"/>
                  </a:lnTo>
                  <a:lnTo>
                    <a:pt x="9415319" y="2973263"/>
                  </a:lnTo>
                  <a:lnTo>
                    <a:pt x="9487657" y="2999814"/>
                  </a:lnTo>
                  <a:lnTo>
                    <a:pt x="9566620" y="3023837"/>
                  </a:lnTo>
                  <a:lnTo>
                    <a:pt x="9652367" y="3045584"/>
                  </a:lnTo>
                  <a:lnTo>
                    <a:pt x="9744586" y="3065231"/>
                  </a:lnTo>
                  <a:lnTo>
                    <a:pt x="9842316" y="3082880"/>
                  </a:lnTo>
                  <a:lnTo>
                    <a:pt x="9943791" y="3098569"/>
                  </a:lnTo>
                  <a:lnTo>
                    <a:pt x="10046351" y="3112281"/>
                  </a:lnTo>
                  <a:lnTo>
                    <a:pt x="10146495" y="3123973"/>
                  </a:lnTo>
                  <a:lnTo>
                    <a:pt x="10240149" y="3133606"/>
                  </a:lnTo>
                  <a:lnTo>
                    <a:pt x="10323173" y="3141192"/>
                  </a:lnTo>
                  <a:lnTo>
                    <a:pt x="10392025" y="3146818"/>
                  </a:lnTo>
                  <a:lnTo>
                    <a:pt x="10444454" y="3150672"/>
                  </a:lnTo>
                  <a:lnTo>
                    <a:pt x="10480006" y="3153033"/>
                  </a:lnTo>
                  <a:lnTo>
                    <a:pt x="10500216" y="3154251"/>
                  </a:lnTo>
                  <a:lnTo>
                    <a:pt x="10508503" y="3154706"/>
                  </a:lnTo>
                  <a:lnTo>
                    <a:pt x="10509910" y="3154777"/>
                  </a:lnTo>
                  <a:lnTo>
                    <a:pt x="10509911" y="3154777"/>
                  </a:lnTo>
                  <a:lnTo>
                    <a:pt x="11981298" y="315477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73" name="pl373"/>
            <p:cNvSpPr/>
            <p:nvPr/>
          </p:nvSpPr>
          <p:spPr>
            <a:xfrm>
              <a:off x="4799595" y="3198056"/>
              <a:ext cx="11981298" cy="3154777"/>
            </a:xfrm>
            <a:custGeom>
              <a:avLst/>
              <a:pathLst>
                <a:path w="11981298" h="3154777">
                  <a:moveTo>
                    <a:pt x="11981298" y="3154777"/>
                  </a:moveTo>
                  <a:lnTo>
                    <a:pt x="10509911" y="3154777"/>
                  </a:lnTo>
                  <a:lnTo>
                    <a:pt x="10508745" y="3154718"/>
                  </a:lnTo>
                  <a:lnTo>
                    <a:pt x="10501083" y="3154300"/>
                  </a:lnTo>
                  <a:lnTo>
                    <a:pt x="10481783" y="3153145"/>
                  </a:lnTo>
                  <a:lnTo>
                    <a:pt x="10447311" y="3150870"/>
                  </a:lnTo>
                  <a:lnTo>
                    <a:pt x="10396002" y="3147124"/>
                  </a:lnTo>
                  <a:lnTo>
                    <a:pt x="10328181" y="3141622"/>
                  </a:lnTo>
                  <a:lnTo>
                    <a:pt x="10245994" y="3134169"/>
                  </a:lnTo>
                  <a:lnTo>
                    <a:pt x="10152915" y="3124671"/>
                  </a:lnTo>
                  <a:lnTo>
                    <a:pt x="10053070" y="3113115"/>
                  </a:lnTo>
                  <a:lnTo>
                    <a:pt x="9950553" y="3099535"/>
                  </a:lnTo>
                  <a:lnTo>
                    <a:pt x="9848915" y="3083975"/>
                  </a:lnTo>
                  <a:lnTo>
                    <a:pt x="9750874" y="3066455"/>
                  </a:lnTo>
                  <a:lnTo>
                    <a:pt x="9658254" y="3046942"/>
                  </a:lnTo>
                  <a:lnTo>
                    <a:pt x="9572064" y="3025339"/>
                  </a:lnTo>
                  <a:lnTo>
                    <a:pt x="9492655" y="3001472"/>
                  </a:lnTo>
                  <a:lnTo>
                    <a:pt x="9419892" y="2975097"/>
                  </a:lnTo>
                  <a:lnTo>
                    <a:pt x="9353317" y="2945899"/>
                  </a:lnTo>
                  <a:lnTo>
                    <a:pt x="9292268" y="2913505"/>
                  </a:lnTo>
                  <a:lnTo>
                    <a:pt x="9235979" y="2877504"/>
                  </a:lnTo>
                  <a:lnTo>
                    <a:pt x="9183647" y="2837481"/>
                  </a:lnTo>
                  <a:lnTo>
                    <a:pt x="9134487" y="2793074"/>
                  </a:lnTo>
                  <a:lnTo>
                    <a:pt x="9087776" y="2744071"/>
                  </a:lnTo>
                  <a:lnTo>
                    <a:pt x="9084767" y="2740678"/>
                  </a:lnTo>
                  <a:lnTo>
                    <a:pt x="9045131" y="2693287"/>
                  </a:lnTo>
                  <a:lnTo>
                    <a:pt x="9006532" y="2642228"/>
                  </a:lnTo>
                  <a:lnTo>
                    <a:pt x="8968673" y="2587426"/>
                  </a:lnTo>
                  <a:lnTo>
                    <a:pt x="8931317" y="2528876"/>
                  </a:lnTo>
                  <a:lnTo>
                    <a:pt x="8894277" y="2466647"/>
                  </a:lnTo>
                  <a:lnTo>
                    <a:pt x="8857413" y="2400889"/>
                  </a:lnTo>
                  <a:lnTo>
                    <a:pt x="8820619" y="2331838"/>
                  </a:lnTo>
                  <a:lnTo>
                    <a:pt x="8783825" y="2259817"/>
                  </a:lnTo>
                  <a:lnTo>
                    <a:pt x="8746992" y="2185231"/>
                  </a:lnTo>
                  <a:lnTo>
                    <a:pt x="8710100" y="2108564"/>
                  </a:lnTo>
                  <a:lnTo>
                    <a:pt x="8673153" y="2030363"/>
                  </a:lnTo>
                  <a:lnTo>
                    <a:pt x="8636168" y="1951223"/>
                  </a:lnTo>
                  <a:lnTo>
                    <a:pt x="8599168" y="1871772"/>
                  </a:lnTo>
                  <a:lnTo>
                    <a:pt x="8562183" y="1792647"/>
                  </a:lnTo>
                  <a:lnTo>
                    <a:pt x="8525238" y="1714477"/>
                  </a:lnTo>
                  <a:lnTo>
                    <a:pt x="8488348" y="1637855"/>
                  </a:lnTo>
                  <a:lnTo>
                    <a:pt x="8451515" y="1563328"/>
                  </a:lnTo>
                  <a:lnTo>
                    <a:pt x="8414723" y="1491376"/>
                  </a:lnTo>
                  <a:lnTo>
                    <a:pt x="8377928" y="1422403"/>
                  </a:lnTo>
                  <a:lnTo>
                    <a:pt x="8341060" y="1356729"/>
                  </a:lnTo>
                  <a:lnTo>
                    <a:pt x="8304015" y="1294590"/>
                  </a:lnTo>
                  <a:lnTo>
                    <a:pt x="8266649" y="1236132"/>
                  </a:lnTo>
                  <a:lnTo>
                    <a:pt x="8228774" y="1181424"/>
                  </a:lnTo>
                  <a:lnTo>
                    <a:pt x="8190154" y="1130456"/>
                  </a:lnTo>
                  <a:lnTo>
                    <a:pt x="8151487" y="1084284"/>
                  </a:lnTo>
                  <a:lnTo>
                    <a:pt x="8104914" y="1034976"/>
                  </a:lnTo>
                  <a:lnTo>
                    <a:pt x="8055936" y="990271"/>
                  </a:lnTo>
                  <a:lnTo>
                    <a:pt x="8003837" y="949969"/>
                  </a:lnTo>
                  <a:lnTo>
                    <a:pt x="7947834" y="913715"/>
                  </a:lnTo>
                  <a:lnTo>
                    <a:pt x="7887123" y="881096"/>
                  </a:lnTo>
                  <a:lnTo>
                    <a:pt x="7820934" y="851699"/>
                  </a:lnTo>
                  <a:lnTo>
                    <a:pt x="7748597" y="825149"/>
                  </a:lnTo>
                  <a:lnTo>
                    <a:pt x="7669634" y="801125"/>
                  </a:lnTo>
                  <a:lnTo>
                    <a:pt x="7583886" y="779378"/>
                  </a:lnTo>
                  <a:lnTo>
                    <a:pt x="7491667" y="759732"/>
                  </a:lnTo>
                  <a:lnTo>
                    <a:pt x="7393937" y="742082"/>
                  </a:lnTo>
                  <a:lnTo>
                    <a:pt x="7292462" y="726393"/>
                  </a:lnTo>
                  <a:lnTo>
                    <a:pt x="7189902" y="712681"/>
                  </a:lnTo>
                  <a:lnTo>
                    <a:pt x="7089758" y="700990"/>
                  </a:lnTo>
                  <a:lnTo>
                    <a:pt x="6996104" y="691356"/>
                  </a:lnTo>
                  <a:lnTo>
                    <a:pt x="6913081" y="683770"/>
                  </a:lnTo>
                  <a:lnTo>
                    <a:pt x="6844228" y="678144"/>
                  </a:lnTo>
                  <a:lnTo>
                    <a:pt x="6791799" y="674290"/>
                  </a:lnTo>
                  <a:lnTo>
                    <a:pt x="6756247" y="671929"/>
                  </a:lnTo>
                  <a:lnTo>
                    <a:pt x="6736037" y="670711"/>
                  </a:lnTo>
                  <a:lnTo>
                    <a:pt x="6727750" y="670256"/>
                  </a:lnTo>
                  <a:lnTo>
                    <a:pt x="6726343" y="670185"/>
                  </a:lnTo>
                  <a:lnTo>
                    <a:pt x="6726343" y="670185"/>
                  </a:lnTo>
                  <a:lnTo>
                    <a:pt x="5254955" y="670185"/>
                  </a:lnTo>
                  <a:lnTo>
                    <a:pt x="5253723" y="670169"/>
                  </a:lnTo>
                  <a:lnTo>
                    <a:pt x="5245636" y="670049"/>
                  </a:lnTo>
                  <a:lnTo>
                    <a:pt x="5225302" y="669719"/>
                  </a:lnTo>
                  <a:lnTo>
                    <a:pt x="5189071" y="669070"/>
                  </a:lnTo>
                  <a:lnTo>
                    <a:pt x="5135320" y="668002"/>
                  </a:lnTo>
                  <a:lnTo>
                    <a:pt x="5064568" y="666436"/>
                  </a:lnTo>
                  <a:lnTo>
                    <a:pt x="4979257" y="664320"/>
                  </a:lnTo>
                  <a:lnTo>
                    <a:pt x="4883186" y="661629"/>
                  </a:lnTo>
                  <a:lnTo>
                    <a:pt x="4780750" y="658362"/>
                  </a:lnTo>
                  <a:lnTo>
                    <a:pt x="4676217" y="654532"/>
                  </a:lnTo>
                  <a:lnTo>
                    <a:pt x="4573197" y="650148"/>
                  </a:lnTo>
                  <a:lnTo>
                    <a:pt x="4474379" y="645215"/>
                  </a:lnTo>
                  <a:lnTo>
                    <a:pt x="4381492" y="639720"/>
                  </a:lnTo>
                  <a:lnTo>
                    <a:pt x="4295425" y="633629"/>
                  </a:lnTo>
                  <a:lnTo>
                    <a:pt x="4216401" y="626888"/>
                  </a:lnTo>
                  <a:lnTo>
                    <a:pt x="4144169" y="619421"/>
                  </a:lnTo>
                  <a:lnTo>
                    <a:pt x="4078169" y="611134"/>
                  </a:lnTo>
                  <a:lnTo>
                    <a:pt x="4017659" y="601915"/>
                  </a:lnTo>
                  <a:lnTo>
                    <a:pt x="3961809" y="591647"/>
                  </a:lnTo>
                  <a:lnTo>
                    <a:pt x="3909769" y="580212"/>
                  </a:lnTo>
                  <a:lnTo>
                    <a:pt x="3860727" y="567522"/>
                  </a:lnTo>
                  <a:lnTo>
                    <a:pt x="3829811" y="558488"/>
                  </a:lnTo>
                  <a:lnTo>
                    <a:pt x="3776350" y="540923"/>
                  </a:lnTo>
                  <a:lnTo>
                    <a:pt x="3724596" y="521526"/>
                  </a:lnTo>
                  <a:lnTo>
                    <a:pt x="3673888" y="500270"/>
                  </a:lnTo>
                  <a:lnTo>
                    <a:pt x="3623747" y="477198"/>
                  </a:lnTo>
                  <a:lnTo>
                    <a:pt x="3573844" y="452423"/>
                  </a:lnTo>
                  <a:lnTo>
                    <a:pt x="3523969" y="426141"/>
                  </a:lnTo>
                  <a:lnTo>
                    <a:pt x="3474016" y="398619"/>
                  </a:lnTo>
                  <a:lnTo>
                    <a:pt x="3423958" y="370197"/>
                  </a:lnTo>
                  <a:lnTo>
                    <a:pt x="3373824" y="341264"/>
                  </a:lnTo>
                  <a:lnTo>
                    <a:pt x="3323675" y="312240"/>
                  </a:lnTo>
                  <a:lnTo>
                    <a:pt x="3273578" y="283551"/>
                  </a:lnTo>
                  <a:lnTo>
                    <a:pt x="3223580" y="255602"/>
                  </a:lnTo>
                  <a:lnTo>
                    <a:pt x="3173680" y="228756"/>
                  </a:lnTo>
                  <a:lnTo>
                    <a:pt x="3123808" y="203313"/>
                  </a:lnTo>
                  <a:lnTo>
                    <a:pt x="3073801" y="179499"/>
                  </a:lnTo>
                  <a:lnTo>
                    <a:pt x="3023383" y="157462"/>
                  </a:lnTo>
                  <a:lnTo>
                    <a:pt x="2972142" y="137275"/>
                  </a:lnTo>
                  <a:lnTo>
                    <a:pt x="2919501" y="118939"/>
                  </a:lnTo>
                  <a:lnTo>
                    <a:pt x="2896531" y="111697"/>
                  </a:lnTo>
                  <a:lnTo>
                    <a:pt x="2849056" y="98158"/>
                  </a:lnTo>
                  <a:lnTo>
                    <a:pt x="2799072" y="85906"/>
                  </a:lnTo>
                  <a:lnTo>
                    <a:pt x="2745817" y="74884"/>
                  </a:lnTo>
                  <a:lnTo>
                    <a:pt x="2688461" y="64990"/>
                  </a:lnTo>
                  <a:lnTo>
                    <a:pt x="2626156" y="56105"/>
                  </a:lnTo>
                  <a:lnTo>
                    <a:pt x="2558092" y="48111"/>
                  </a:lnTo>
                  <a:lnTo>
                    <a:pt x="2483577" y="40904"/>
                  </a:lnTo>
                  <a:lnTo>
                    <a:pt x="2402141" y="34393"/>
                  </a:lnTo>
                  <a:lnTo>
                    <a:pt x="2313676" y="28512"/>
                  </a:lnTo>
                  <a:lnTo>
                    <a:pt x="2218613" y="23212"/>
                  </a:lnTo>
                  <a:lnTo>
                    <a:pt x="2118109" y="18469"/>
                  </a:lnTo>
                  <a:lnTo>
                    <a:pt x="2014217" y="14274"/>
                  </a:lnTo>
                  <a:lnTo>
                    <a:pt x="1909956" y="10636"/>
                  </a:lnTo>
                  <a:lnTo>
                    <a:pt x="1809205" y="7566"/>
                  </a:lnTo>
                  <a:lnTo>
                    <a:pt x="1716349" y="5074"/>
                  </a:lnTo>
                  <a:lnTo>
                    <a:pt x="1635665" y="3151"/>
                  </a:lnTo>
                  <a:lnTo>
                    <a:pt x="1570567" y="1763"/>
                  </a:lnTo>
                  <a:lnTo>
                    <a:pt x="1522884" y="849"/>
                  </a:lnTo>
                  <a:lnTo>
                    <a:pt x="1492406" y="322"/>
                  </a:lnTo>
                  <a:lnTo>
                    <a:pt x="1476785" y="76"/>
                  </a:lnTo>
                  <a:lnTo>
                    <a:pt x="1471742" y="4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74" name="pg374"/>
            <p:cNvSpPr/>
            <p:nvPr/>
          </p:nvSpPr>
          <p:spPr>
            <a:xfrm>
              <a:off x="4799595" y="3206229"/>
              <a:ext cx="11981298" cy="4192748"/>
            </a:xfrm>
            <a:custGeom>
              <a:avLst/>
              <a:pathLst>
                <a:path w="11981298" h="4192748">
                  <a:moveTo>
                    <a:pt x="0" y="8172"/>
                  </a:moveTo>
                  <a:lnTo>
                    <a:pt x="1471387" y="8172"/>
                  </a:lnTo>
                  <a:lnTo>
                    <a:pt x="1472619" y="8190"/>
                  </a:lnTo>
                  <a:lnTo>
                    <a:pt x="1480703" y="8314"/>
                  </a:lnTo>
                  <a:lnTo>
                    <a:pt x="1501030" y="8655"/>
                  </a:lnTo>
                  <a:lnTo>
                    <a:pt x="1537250" y="9328"/>
                  </a:lnTo>
                  <a:lnTo>
                    <a:pt x="1590986" y="10435"/>
                  </a:lnTo>
                  <a:lnTo>
                    <a:pt x="1661721" y="12058"/>
                  </a:lnTo>
                  <a:lnTo>
                    <a:pt x="1747012" y="14251"/>
                  </a:lnTo>
                  <a:lnTo>
                    <a:pt x="1843065" y="17039"/>
                  </a:lnTo>
                  <a:lnTo>
                    <a:pt x="1945486" y="20424"/>
                  </a:lnTo>
                  <a:lnTo>
                    <a:pt x="2050007" y="24394"/>
                  </a:lnTo>
                  <a:lnTo>
                    <a:pt x="2153019" y="28937"/>
                  </a:lnTo>
                  <a:lnTo>
                    <a:pt x="2251833" y="34049"/>
                  </a:lnTo>
                  <a:lnTo>
                    <a:pt x="2344717" y="39744"/>
                  </a:lnTo>
                  <a:lnTo>
                    <a:pt x="2430785" y="46056"/>
                  </a:lnTo>
                  <a:lnTo>
                    <a:pt x="2509812" y="53042"/>
                  </a:lnTo>
                  <a:lnTo>
                    <a:pt x="2582047" y="60779"/>
                  </a:lnTo>
                  <a:lnTo>
                    <a:pt x="2648051" y="69367"/>
                  </a:lnTo>
                  <a:lnTo>
                    <a:pt x="2708564" y="78920"/>
                  </a:lnTo>
                  <a:lnTo>
                    <a:pt x="2764417" y="89560"/>
                  </a:lnTo>
                  <a:lnTo>
                    <a:pt x="2816459" y="101409"/>
                  </a:lnTo>
                  <a:lnTo>
                    <a:pt x="2865501" y="114559"/>
                  </a:lnTo>
                  <a:lnTo>
                    <a:pt x="2896531" y="123957"/>
                  </a:lnTo>
                  <a:lnTo>
                    <a:pt x="2949811" y="142098"/>
                  </a:lnTo>
                  <a:lnTo>
                    <a:pt x="3001394" y="162126"/>
                  </a:lnTo>
                  <a:lnTo>
                    <a:pt x="3051934" y="184067"/>
                  </a:lnTo>
                  <a:lnTo>
                    <a:pt x="3101907" y="207879"/>
                  </a:lnTo>
                  <a:lnTo>
                    <a:pt x="3151640" y="233446"/>
                  </a:lnTo>
                  <a:lnTo>
                    <a:pt x="3201342" y="260569"/>
                  </a:lnTo>
                  <a:lnTo>
                    <a:pt x="3251120" y="288974"/>
                  </a:lnTo>
                  <a:lnTo>
                    <a:pt x="3301004" y="318315"/>
                  </a:lnTo>
                  <a:lnTo>
                    <a:pt x="3350964" y="348194"/>
                  </a:lnTo>
                  <a:lnTo>
                    <a:pt x="3400941" y="378181"/>
                  </a:lnTo>
                  <a:lnTo>
                    <a:pt x="3450868" y="407837"/>
                  </a:lnTo>
                  <a:lnTo>
                    <a:pt x="3500698" y="436747"/>
                  </a:lnTo>
                  <a:lnTo>
                    <a:pt x="3550430" y="464535"/>
                  </a:lnTo>
                  <a:lnTo>
                    <a:pt x="3600128" y="490891"/>
                  </a:lnTo>
                  <a:lnTo>
                    <a:pt x="3649951" y="515580"/>
                  </a:lnTo>
                  <a:lnTo>
                    <a:pt x="3700164" y="538445"/>
                  </a:lnTo>
                  <a:lnTo>
                    <a:pt x="3751168" y="559408"/>
                  </a:lnTo>
                  <a:lnTo>
                    <a:pt x="3803524" y="578463"/>
                  </a:lnTo>
                  <a:lnTo>
                    <a:pt x="3829811" y="587093"/>
                  </a:lnTo>
                  <a:lnTo>
                    <a:pt x="3877280" y="601127"/>
                  </a:lnTo>
                  <a:lnTo>
                    <a:pt x="3927259" y="613825"/>
                  </a:lnTo>
                  <a:lnTo>
                    <a:pt x="3980506" y="625249"/>
                  </a:lnTo>
                  <a:lnTo>
                    <a:pt x="4037853" y="635505"/>
                  </a:lnTo>
                  <a:lnTo>
                    <a:pt x="4100149" y="644715"/>
                  </a:lnTo>
                  <a:lnTo>
                    <a:pt x="4168202" y="653000"/>
                  </a:lnTo>
                  <a:lnTo>
                    <a:pt x="4242703" y="660471"/>
                  </a:lnTo>
                  <a:lnTo>
                    <a:pt x="4324124" y="667219"/>
                  </a:lnTo>
                  <a:lnTo>
                    <a:pt x="4412572" y="673316"/>
                  </a:lnTo>
                  <a:lnTo>
                    <a:pt x="4507618" y="678809"/>
                  </a:lnTo>
                  <a:lnTo>
                    <a:pt x="4608105" y="683726"/>
                  </a:lnTo>
                  <a:lnTo>
                    <a:pt x="4711983" y="688075"/>
                  </a:lnTo>
                  <a:lnTo>
                    <a:pt x="4816234" y="691847"/>
                  </a:lnTo>
                  <a:lnTo>
                    <a:pt x="4916982" y="695029"/>
                  </a:lnTo>
                  <a:lnTo>
                    <a:pt x="5009844" y="697613"/>
                  </a:lnTo>
                  <a:lnTo>
                    <a:pt x="5090543" y="699608"/>
                  </a:lnTo>
                  <a:lnTo>
                    <a:pt x="5155666" y="701047"/>
                  </a:lnTo>
                  <a:lnTo>
                    <a:pt x="5203378" y="701995"/>
                  </a:lnTo>
                  <a:lnTo>
                    <a:pt x="5233888" y="702543"/>
                  </a:lnTo>
                  <a:lnTo>
                    <a:pt x="5249536" y="702797"/>
                  </a:lnTo>
                  <a:lnTo>
                    <a:pt x="5254596" y="702872"/>
                  </a:lnTo>
                  <a:lnTo>
                    <a:pt x="5254955" y="702877"/>
                  </a:lnTo>
                  <a:lnTo>
                    <a:pt x="6726343" y="702877"/>
                  </a:lnTo>
                  <a:lnTo>
                    <a:pt x="6727448" y="702955"/>
                  </a:lnTo>
                  <a:lnTo>
                    <a:pt x="6734717" y="703511"/>
                  </a:lnTo>
                  <a:lnTo>
                    <a:pt x="6753058" y="705046"/>
                  </a:lnTo>
                  <a:lnTo>
                    <a:pt x="6785891" y="708070"/>
                  </a:lnTo>
                  <a:lnTo>
                    <a:pt x="6834913" y="713054"/>
                  </a:lnTo>
                  <a:lnTo>
                    <a:pt x="6899965" y="720387"/>
                  </a:lnTo>
                  <a:lnTo>
                    <a:pt x="6979170" y="730340"/>
                  </a:lnTo>
                  <a:lnTo>
                    <a:pt x="7069350" y="743054"/>
                  </a:lnTo>
                  <a:lnTo>
                    <a:pt x="7166643" y="758558"/>
                  </a:lnTo>
                  <a:lnTo>
                    <a:pt x="7267128" y="776813"/>
                  </a:lnTo>
                  <a:lnTo>
                    <a:pt x="7367329" y="797758"/>
                  </a:lnTo>
                  <a:lnTo>
                    <a:pt x="7464510" y="821358"/>
                  </a:lnTo>
                  <a:lnTo>
                    <a:pt x="7556773" y="847640"/>
                  </a:lnTo>
                  <a:lnTo>
                    <a:pt x="7643000" y="876713"/>
                  </a:lnTo>
                  <a:lnTo>
                    <a:pt x="7722723" y="908782"/>
                  </a:lnTo>
                  <a:lnTo>
                    <a:pt x="7795964" y="944148"/>
                  </a:lnTo>
                  <a:lnTo>
                    <a:pt x="7863087" y="983205"/>
                  </a:lnTo>
                  <a:lnTo>
                    <a:pt x="7924670" y="1026427"/>
                  </a:lnTo>
                  <a:lnTo>
                    <a:pt x="7981416" y="1074350"/>
                  </a:lnTo>
                  <a:lnTo>
                    <a:pt x="8034081" y="1127529"/>
                  </a:lnTo>
                  <a:lnTo>
                    <a:pt x="8083418" y="1186483"/>
                  </a:lnTo>
                  <a:lnTo>
                    <a:pt x="8130141" y="1251589"/>
                  </a:lnTo>
                  <a:lnTo>
                    <a:pt x="8151487" y="1284522"/>
                  </a:lnTo>
                  <a:lnTo>
                    <a:pt x="8186070" y="1342206"/>
                  </a:lnTo>
                  <a:lnTo>
                    <a:pt x="8219835" y="1403785"/>
                  </a:lnTo>
                  <a:lnTo>
                    <a:pt x="8252986" y="1469337"/>
                  </a:lnTo>
                  <a:lnTo>
                    <a:pt x="8285693" y="1538891"/>
                  </a:lnTo>
                  <a:lnTo>
                    <a:pt x="8318091" y="1612415"/>
                  </a:lnTo>
                  <a:lnTo>
                    <a:pt x="8350292" y="1689813"/>
                  </a:lnTo>
                  <a:lnTo>
                    <a:pt x="8382380" y="1770924"/>
                  </a:lnTo>
                  <a:lnTo>
                    <a:pt x="8414422" y="1855515"/>
                  </a:lnTo>
                  <a:lnTo>
                    <a:pt x="8446462" y="1943285"/>
                  </a:lnTo>
                  <a:lnTo>
                    <a:pt x="8478530" y="2033864"/>
                  </a:lnTo>
                  <a:lnTo>
                    <a:pt x="8510639" y="2126820"/>
                  </a:lnTo>
                  <a:lnTo>
                    <a:pt x="8542793" y="2221664"/>
                  </a:lnTo>
                  <a:lnTo>
                    <a:pt x="8574985" y="2317864"/>
                  </a:lnTo>
                  <a:lnTo>
                    <a:pt x="8607201" y="2414851"/>
                  </a:lnTo>
                  <a:lnTo>
                    <a:pt x="8639422" y="2512039"/>
                  </a:lnTo>
                  <a:lnTo>
                    <a:pt x="8671632" y="2608836"/>
                  </a:lnTo>
                  <a:lnTo>
                    <a:pt x="8703813" y="2704659"/>
                  </a:lnTo>
                  <a:lnTo>
                    <a:pt x="8735953" y="2798952"/>
                  </a:lnTo>
                  <a:lnTo>
                    <a:pt x="8768048" y="2891194"/>
                  </a:lnTo>
                  <a:lnTo>
                    <a:pt x="8800105" y="2980913"/>
                  </a:lnTo>
                  <a:lnTo>
                    <a:pt x="8832141" y="3067697"/>
                  </a:lnTo>
                  <a:lnTo>
                    <a:pt x="8864192" y="3151198"/>
                  </a:lnTo>
                  <a:lnTo>
                    <a:pt x="8896309" y="3231136"/>
                  </a:lnTo>
                  <a:lnTo>
                    <a:pt x="8928563" y="3307302"/>
                  </a:lnTo>
                  <a:lnTo>
                    <a:pt x="8961047" y="3379555"/>
                  </a:lnTo>
                  <a:lnTo>
                    <a:pt x="8993880" y="3447821"/>
                  </a:lnTo>
                  <a:lnTo>
                    <a:pt x="9027209" y="3512089"/>
                  </a:lnTo>
                  <a:lnTo>
                    <a:pt x="9061213" y="3572403"/>
                  </a:lnTo>
                  <a:lnTo>
                    <a:pt x="9084767" y="3611103"/>
                  </a:lnTo>
                  <a:lnTo>
                    <a:pt x="9130478" y="3679165"/>
                  </a:lnTo>
                  <a:lnTo>
                    <a:pt x="9178496" y="3740993"/>
                  </a:lnTo>
                  <a:lnTo>
                    <a:pt x="9229496" y="3796842"/>
                  </a:lnTo>
                  <a:lnTo>
                    <a:pt x="9284218" y="3847178"/>
                  </a:lnTo>
                  <a:lnTo>
                    <a:pt x="9343425" y="3892552"/>
                  </a:lnTo>
                  <a:lnTo>
                    <a:pt x="9407849" y="3933513"/>
                  </a:lnTo>
                  <a:lnTo>
                    <a:pt x="9478139" y="3970568"/>
                  </a:lnTo>
                  <a:lnTo>
                    <a:pt x="9554773" y="4004151"/>
                  </a:lnTo>
                  <a:lnTo>
                    <a:pt x="9637952" y="4034608"/>
                  </a:lnTo>
                  <a:lnTo>
                    <a:pt x="9727459" y="4062190"/>
                  </a:lnTo>
                  <a:lnTo>
                    <a:pt x="9822503" y="4087049"/>
                  </a:lnTo>
                  <a:lnTo>
                    <a:pt x="9921568" y="4109249"/>
                  </a:lnTo>
                  <a:lnTo>
                    <a:pt x="10022310" y="4128782"/>
                  </a:lnTo>
                  <a:lnTo>
                    <a:pt x="10121582" y="4145593"/>
                  </a:lnTo>
                  <a:lnTo>
                    <a:pt x="10215621" y="4159627"/>
                  </a:lnTo>
                  <a:lnTo>
                    <a:pt x="10300464" y="4170874"/>
                  </a:lnTo>
                  <a:lnTo>
                    <a:pt x="10372529" y="4179419"/>
                  </a:lnTo>
                  <a:lnTo>
                    <a:pt x="10429255" y="4185471"/>
                  </a:lnTo>
                  <a:lnTo>
                    <a:pt x="10469637" y="4189366"/>
                  </a:lnTo>
                  <a:lnTo>
                    <a:pt x="10494498" y="4191542"/>
                  </a:lnTo>
                  <a:lnTo>
                    <a:pt x="10506472" y="4192497"/>
                  </a:lnTo>
                  <a:lnTo>
                    <a:pt x="10509911" y="4192748"/>
                  </a:lnTo>
                  <a:lnTo>
                    <a:pt x="11981298" y="4192748"/>
                  </a:lnTo>
                  <a:lnTo>
                    <a:pt x="11981298" y="4184575"/>
                  </a:lnTo>
                  <a:lnTo>
                    <a:pt x="10509911" y="4184575"/>
                  </a:lnTo>
                  <a:lnTo>
                    <a:pt x="10508806" y="4184497"/>
                  </a:lnTo>
                  <a:lnTo>
                    <a:pt x="10501536" y="4183941"/>
                  </a:lnTo>
                  <a:lnTo>
                    <a:pt x="10483195" y="4182406"/>
                  </a:lnTo>
                  <a:lnTo>
                    <a:pt x="10450362" y="4179382"/>
                  </a:lnTo>
                  <a:lnTo>
                    <a:pt x="10401341" y="4174398"/>
                  </a:lnTo>
                  <a:lnTo>
                    <a:pt x="10336288" y="4167065"/>
                  </a:lnTo>
                  <a:lnTo>
                    <a:pt x="10257084" y="4157112"/>
                  </a:lnTo>
                  <a:lnTo>
                    <a:pt x="10166903" y="4144398"/>
                  </a:lnTo>
                  <a:lnTo>
                    <a:pt x="10069610" y="4128894"/>
                  </a:lnTo>
                  <a:lnTo>
                    <a:pt x="9969125" y="4110639"/>
                  </a:lnTo>
                  <a:lnTo>
                    <a:pt x="9868925" y="4089694"/>
                  </a:lnTo>
                  <a:lnTo>
                    <a:pt x="9771743" y="4066094"/>
                  </a:lnTo>
                  <a:lnTo>
                    <a:pt x="9679480" y="4039812"/>
                  </a:lnTo>
                  <a:lnTo>
                    <a:pt x="9593253" y="4010739"/>
                  </a:lnTo>
                  <a:lnTo>
                    <a:pt x="9513530" y="3978670"/>
                  </a:lnTo>
                  <a:lnTo>
                    <a:pt x="9440289" y="3943304"/>
                  </a:lnTo>
                  <a:lnTo>
                    <a:pt x="9373167" y="3904247"/>
                  </a:lnTo>
                  <a:lnTo>
                    <a:pt x="9311583" y="3861025"/>
                  </a:lnTo>
                  <a:lnTo>
                    <a:pt x="9254837" y="3813102"/>
                  </a:lnTo>
                  <a:lnTo>
                    <a:pt x="9202173" y="3759923"/>
                  </a:lnTo>
                  <a:lnTo>
                    <a:pt x="9152835" y="3700969"/>
                  </a:lnTo>
                  <a:lnTo>
                    <a:pt x="9106113" y="3635863"/>
                  </a:lnTo>
                  <a:lnTo>
                    <a:pt x="9084767" y="3602930"/>
                  </a:lnTo>
                  <a:lnTo>
                    <a:pt x="9050183" y="3545246"/>
                  </a:lnTo>
                  <a:lnTo>
                    <a:pt x="9016418" y="3483667"/>
                  </a:lnTo>
                  <a:lnTo>
                    <a:pt x="8983267" y="3418115"/>
                  </a:lnTo>
                  <a:lnTo>
                    <a:pt x="8950561" y="3348561"/>
                  </a:lnTo>
                  <a:lnTo>
                    <a:pt x="8918162" y="3275037"/>
                  </a:lnTo>
                  <a:lnTo>
                    <a:pt x="8885962" y="3197639"/>
                  </a:lnTo>
                  <a:lnTo>
                    <a:pt x="8853873" y="3116528"/>
                  </a:lnTo>
                  <a:lnTo>
                    <a:pt x="8821831" y="3031937"/>
                  </a:lnTo>
                  <a:lnTo>
                    <a:pt x="8789791" y="2944167"/>
                  </a:lnTo>
                  <a:lnTo>
                    <a:pt x="8757724" y="2853588"/>
                  </a:lnTo>
                  <a:lnTo>
                    <a:pt x="8725614" y="2760632"/>
                  </a:lnTo>
                  <a:lnTo>
                    <a:pt x="8693460" y="2665788"/>
                  </a:lnTo>
                  <a:lnTo>
                    <a:pt x="8661268" y="2569588"/>
                  </a:lnTo>
                  <a:lnTo>
                    <a:pt x="8629053" y="2472601"/>
                  </a:lnTo>
                  <a:lnTo>
                    <a:pt x="8596831" y="2375413"/>
                  </a:lnTo>
                  <a:lnTo>
                    <a:pt x="8564621" y="2278616"/>
                  </a:lnTo>
                  <a:lnTo>
                    <a:pt x="8532440" y="2182793"/>
                  </a:lnTo>
                  <a:lnTo>
                    <a:pt x="8500300" y="2088500"/>
                  </a:lnTo>
                  <a:lnTo>
                    <a:pt x="8468205" y="1996258"/>
                  </a:lnTo>
                  <a:lnTo>
                    <a:pt x="8436149" y="1906539"/>
                  </a:lnTo>
                  <a:lnTo>
                    <a:pt x="8404112" y="1819755"/>
                  </a:lnTo>
                  <a:lnTo>
                    <a:pt x="8372061" y="1736254"/>
                  </a:lnTo>
                  <a:lnTo>
                    <a:pt x="8339944" y="1656316"/>
                  </a:lnTo>
                  <a:lnTo>
                    <a:pt x="8307690" y="1580150"/>
                  </a:lnTo>
                  <a:lnTo>
                    <a:pt x="8275206" y="1507897"/>
                  </a:lnTo>
                  <a:lnTo>
                    <a:pt x="8242373" y="1439631"/>
                  </a:lnTo>
                  <a:lnTo>
                    <a:pt x="8209044" y="1375363"/>
                  </a:lnTo>
                  <a:lnTo>
                    <a:pt x="8175040" y="1315049"/>
                  </a:lnTo>
                  <a:lnTo>
                    <a:pt x="8151487" y="1276349"/>
                  </a:lnTo>
                  <a:lnTo>
                    <a:pt x="8105775" y="1208287"/>
                  </a:lnTo>
                  <a:lnTo>
                    <a:pt x="8057758" y="1146459"/>
                  </a:lnTo>
                  <a:lnTo>
                    <a:pt x="8006757" y="1090610"/>
                  </a:lnTo>
                  <a:lnTo>
                    <a:pt x="7952035" y="1040274"/>
                  </a:lnTo>
                  <a:lnTo>
                    <a:pt x="7892829" y="994900"/>
                  </a:lnTo>
                  <a:lnTo>
                    <a:pt x="7828404" y="953939"/>
                  </a:lnTo>
                  <a:lnTo>
                    <a:pt x="7758115" y="916884"/>
                  </a:lnTo>
                  <a:lnTo>
                    <a:pt x="7681480" y="883301"/>
                  </a:lnTo>
                  <a:lnTo>
                    <a:pt x="7598301" y="852844"/>
                  </a:lnTo>
                  <a:lnTo>
                    <a:pt x="7508794" y="825262"/>
                  </a:lnTo>
                  <a:lnTo>
                    <a:pt x="7413750" y="800403"/>
                  </a:lnTo>
                  <a:lnTo>
                    <a:pt x="7314686" y="778203"/>
                  </a:lnTo>
                  <a:lnTo>
                    <a:pt x="7213943" y="758670"/>
                  </a:lnTo>
                  <a:lnTo>
                    <a:pt x="7114671" y="741859"/>
                  </a:lnTo>
                  <a:lnTo>
                    <a:pt x="7020632" y="727825"/>
                  </a:lnTo>
                  <a:lnTo>
                    <a:pt x="6935789" y="716578"/>
                  </a:lnTo>
                  <a:lnTo>
                    <a:pt x="6863725" y="708033"/>
                  </a:lnTo>
                  <a:lnTo>
                    <a:pt x="6806998" y="701981"/>
                  </a:lnTo>
                  <a:lnTo>
                    <a:pt x="6766616" y="698086"/>
                  </a:lnTo>
                  <a:lnTo>
                    <a:pt x="6741755" y="695910"/>
                  </a:lnTo>
                  <a:lnTo>
                    <a:pt x="6729781" y="694955"/>
                  </a:lnTo>
                  <a:lnTo>
                    <a:pt x="6726343" y="694704"/>
                  </a:lnTo>
                  <a:lnTo>
                    <a:pt x="5254955" y="694704"/>
                  </a:lnTo>
                  <a:lnTo>
                    <a:pt x="5253723" y="694687"/>
                  </a:lnTo>
                  <a:lnTo>
                    <a:pt x="5245640" y="694563"/>
                  </a:lnTo>
                  <a:lnTo>
                    <a:pt x="5225312" y="694221"/>
                  </a:lnTo>
                  <a:lnTo>
                    <a:pt x="5189092" y="693549"/>
                  </a:lnTo>
                  <a:lnTo>
                    <a:pt x="5135356" y="692442"/>
                  </a:lnTo>
                  <a:lnTo>
                    <a:pt x="5064622" y="690819"/>
                  </a:lnTo>
                  <a:lnTo>
                    <a:pt x="4979330" y="688626"/>
                  </a:lnTo>
                  <a:lnTo>
                    <a:pt x="4883277" y="685837"/>
                  </a:lnTo>
                  <a:lnTo>
                    <a:pt x="4780857" y="682453"/>
                  </a:lnTo>
                  <a:lnTo>
                    <a:pt x="4676335" y="678483"/>
                  </a:lnTo>
                  <a:lnTo>
                    <a:pt x="4573324" y="673940"/>
                  </a:lnTo>
                  <a:lnTo>
                    <a:pt x="4474510" y="668828"/>
                  </a:lnTo>
                  <a:lnTo>
                    <a:pt x="4381625" y="663133"/>
                  </a:lnTo>
                  <a:lnTo>
                    <a:pt x="4295557" y="656821"/>
                  </a:lnTo>
                  <a:lnTo>
                    <a:pt x="4216530" y="649835"/>
                  </a:lnTo>
                  <a:lnTo>
                    <a:pt x="4144295" y="642098"/>
                  </a:lnTo>
                  <a:lnTo>
                    <a:pt x="4078291" y="633510"/>
                  </a:lnTo>
                  <a:lnTo>
                    <a:pt x="4017778" y="623957"/>
                  </a:lnTo>
                  <a:lnTo>
                    <a:pt x="3961925" y="613316"/>
                  </a:lnTo>
                  <a:lnTo>
                    <a:pt x="3909883" y="601468"/>
                  </a:lnTo>
                  <a:lnTo>
                    <a:pt x="3860841" y="588318"/>
                  </a:lnTo>
                  <a:lnTo>
                    <a:pt x="3829811" y="578920"/>
                  </a:lnTo>
                  <a:lnTo>
                    <a:pt x="3776531" y="560779"/>
                  </a:lnTo>
                  <a:lnTo>
                    <a:pt x="3724948" y="540751"/>
                  </a:lnTo>
                  <a:lnTo>
                    <a:pt x="3674408" y="518810"/>
                  </a:lnTo>
                  <a:lnTo>
                    <a:pt x="3624436" y="494998"/>
                  </a:lnTo>
                  <a:lnTo>
                    <a:pt x="3574702" y="469431"/>
                  </a:lnTo>
                  <a:lnTo>
                    <a:pt x="3525000" y="442308"/>
                  </a:lnTo>
                  <a:lnTo>
                    <a:pt x="3475222" y="413903"/>
                  </a:lnTo>
                  <a:lnTo>
                    <a:pt x="3425338" y="384562"/>
                  </a:lnTo>
                  <a:lnTo>
                    <a:pt x="3375378" y="354682"/>
                  </a:lnTo>
                  <a:lnTo>
                    <a:pt x="3325401" y="324696"/>
                  </a:lnTo>
                  <a:lnTo>
                    <a:pt x="3275474" y="295040"/>
                  </a:lnTo>
                  <a:lnTo>
                    <a:pt x="3225644" y="266130"/>
                  </a:lnTo>
                  <a:lnTo>
                    <a:pt x="3175913" y="238342"/>
                  </a:lnTo>
                  <a:lnTo>
                    <a:pt x="3126214" y="211985"/>
                  </a:lnTo>
                  <a:lnTo>
                    <a:pt x="3076391" y="187297"/>
                  </a:lnTo>
                  <a:lnTo>
                    <a:pt x="3026178" y="164432"/>
                  </a:lnTo>
                  <a:lnTo>
                    <a:pt x="2975174" y="143469"/>
                  </a:lnTo>
                  <a:lnTo>
                    <a:pt x="2922818" y="124413"/>
                  </a:lnTo>
                  <a:lnTo>
                    <a:pt x="2896531" y="115784"/>
                  </a:lnTo>
                  <a:lnTo>
                    <a:pt x="2849062" y="101750"/>
                  </a:lnTo>
                  <a:lnTo>
                    <a:pt x="2799083" y="89052"/>
                  </a:lnTo>
                  <a:lnTo>
                    <a:pt x="2745836" y="77628"/>
                  </a:lnTo>
                  <a:lnTo>
                    <a:pt x="2688489" y="67372"/>
                  </a:lnTo>
                  <a:lnTo>
                    <a:pt x="2626193" y="58162"/>
                  </a:lnTo>
                  <a:lnTo>
                    <a:pt x="2558140" y="49877"/>
                  </a:lnTo>
                  <a:lnTo>
                    <a:pt x="2483639" y="42406"/>
                  </a:lnTo>
                  <a:lnTo>
                    <a:pt x="2402218" y="35658"/>
                  </a:lnTo>
                  <a:lnTo>
                    <a:pt x="2313770" y="29561"/>
                  </a:lnTo>
                  <a:lnTo>
                    <a:pt x="2218724" y="24068"/>
                  </a:lnTo>
                  <a:lnTo>
                    <a:pt x="2118237" y="19150"/>
                  </a:lnTo>
                  <a:lnTo>
                    <a:pt x="2014359" y="14802"/>
                  </a:lnTo>
                  <a:lnTo>
                    <a:pt x="1910108" y="11030"/>
                  </a:lnTo>
                  <a:lnTo>
                    <a:pt x="1809360" y="7848"/>
                  </a:lnTo>
                  <a:lnTo>
                    <a:pt x="1716498" y="5264"/>
                  </a:lnTo>
                  <a:lnTo>
                    <a:pt x="1635799" y="3269"/>
                  </a:lnTo>
                  <a:lnTo>
                    <a:pt x="1570676" y="1830"/>
                  </a:lnTo>
                  <a:lnTo>
                    <a:pt x="1522964" y="882"/>
                  </a:lnTo>
                  <a:lnTo>
                    <a:pt x="1492454" y="334"/>
                  </a:lnTo>
                  <a:lnTo>
                    <a:pt x="1476806" y="80"/>
                  </a:lnTo>
                  <a:lnTo>
                    <a:pt x="1471746" y="4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375" name="pl375"/>
            <p:cNvSpPr/>
            <p:nvPr/>
          </p:nvSpPr>
          <p:spPr>
            <a:xfrm>
              <a:off x="4799595" y="3214402"/>
              <a:ext cx="11981298" cy="4184575"/>
            </a:xfrm>
            <a:custGeom>
              <a:avLst/>
              <a:pathLst>
                <a:path w="11981298" h="4184575">
                  <a:moveTo>
                    <a:pt x="0" y="0"/>
                  </a:moveTo>
                  <a:lnTo>
                    <a:pt x="1471387" y="0"/>
                  </a:lnTo>
                  <a:lnTo>
                    <a:pt x="1472619" y="17"/>
                  </a:lnTo>
                  <a:lnTo>
                    <a:pt x="1480703" y="141"/>
                  </a:lnTo>
                  <a:lnTo>
                    <a:pt x="1501030" y="482"/>
                  </a:lnTo>
                  <a:lnTo>
                    <a:pt x="1537250" y="1155"/>
                  </a:lnTo>
                  <a:lnTo>
                    <a:pt x="1590986" y="2262"/>
                  </a:lnTo>
                  <a:lnTo>
                    <a:pt x="1661721" y="3885"/>
                  </a:lnTo>
                  <a:lnTo>
                    <a:pt x="1747012" y="6078"/>
                  </a:lnTo>
                  <a:lnTo>
                    <a:pt x="1843065" y="8866"/>
                  </a:lnTo>
                  <a:lnTo>
                    <a:pt x="1945486" y="12251"/>
                  </a:lnTo>
                  <a:lnTo>
                    <a:pt x="2050007" y="16221"/>
                  </a:lnTo>
                  <a:lnTo>
                    <a:pt x="2153019" y="20764"/>
                  </a:lnTo>
                  <a:lnTo>
                    <a:pt x="2251833" y="25876"/>
                  </a:lnTo>
                  <a:lnTo>
                    <a:pt x="2344717" y="31571"/>
                  </a:lnTo>
                  <a:lnTo>
                    <a:pt x="2430785" y="37883"/>
                  </a:lnTo>
                  <a:lnTo>
                    <a:pt x="2509812" y="44869"/>
                  </a:lnTo>
                  <a:lnTo>
                    <a:pt x="2582047" y="52606"/>
                  </a:lnTo>
                  <a:lnTo>
                    <a:pt x="2648051" y="61194"/>
                  </a:lnTo>
                  <a:lnTo>
                    <a:pt x="2708564" y="70747"/>
                  </a:lnTo>
                  <a:lnTo>
                    <a:pt x="2764417" y="81387"/>
                  </a:lnTo>
                  <a:lnTo>
                    <a:pt x="2816459" y="93236"/>
                  </a:lnTo>
                  <a:lnTo>
                    <a:pt x="2865501" y="106386"/>
                  </a:lnTo>
                  <a:lnTo>
                    <a:pt x="2896531" y="115784"/>
                  </a:lnTo>
                  <a:lnTo>
                    <a:pt x="2949811" y="133925"/>
                  </a:lnTo>
                  <a:lnTo>
                    <a:pt x="3001394" y="153953"/>
                  </a:lnTo>
                  <a:lnTo>
                    <a:pt x="3051934" y="175894"/>
                  </a:lnTo>
                  <a:lnTo>
                    <a:pt x="3101907" y="199706"/>
                  </a:lnTo>
                  <a:lnTo>
                    <a:pt x="3151640" y="225273"/>
                  </a:lnTo>
                  <a:lnTo>
                    <a:pt x="3201342" y="252396"/>
                  </a:lnTo>
                  <a:lnTo>
                    <a:pt x="3251120" y="280801"/>
                  </a:lnTo>
                  <a:lnTo>
                    <a:pt x="3301004" y="310142"/>
                  </a:lnTo>
                  <a:lnTo>
                    <a:pt x="3350964" y="340021"/>
                  </a:lnTo>
                  <a:lnTo>
                    <a:pt x="3400941" y="370008"/>
                  </a:lnTo>
                  <a:lnTo>
                    <a:pt x="3450868" y="399664"/>
                  </a:lnTo>
                  <a:lnTo>
                    <a:pt x="3500698" y="428574"/>
                  </a:lnTo>
                  <a:lnTo>
                    <a:pt x="3550430" y="456362"/>
                  </a:lnTo>
                  <a:lnTo>
                    <a:pt x="3600128" y="482718"/>
                  </a:lnTo>
                  <a:lnTo>
                    <a:pt x="3649951" y="507407"/>
                  </a:lnTo>
                  <a:lnTo>
                    <a:pt x="3700164" y="530272"/>
                  </a:lnTo>
                  <a:lnTo>
                    <a:pt x="3751168" y="551235"/>
                  </a:lnTo>
                  <a:lnTo>
                    <a:pt x="3803524" y="570290"/>
                  </a:lnTo>
                  <a:lnTo>
                    <a:pt x="3829811" y="578920"/>
                  </a:lnTo>
                  <a:lnTo>
                    <a:pt x="3877280" y="592954"/>
                  </a:lnTo>
                  <a:lnTo>
                    <a:pt x="3927259" y="605652"/>
                  </a:lnTo>
                  <a:lnTo>
                    <a:pt x="3980506" y="617076"/>
                  </a:lnTo>
                  <a:lnTo>
                    <a:pt x="4037853" y="627332"/>
                  </a:lnTo>
                  <a:lnTo>
                    <a:pt x="4100149" y="636542"/>
                  </a:lnTo>
                  <a:lnTo>
                    <a:pt x="4168202" y="644827"/>
                  </a:lnTo>
                  <a:lnTo>
                    <a:pt x="4242703" y="652298"/>
                  </a:lnTo>
                  <a:lnTo>
                    <a:pt x="4324124" y="659046"/>
                  </a:lnTo>
                  <a:lnTo>
                    <a:pt x="4412572" y="665143"/>
                  </a:lnTo>
                  <a:lnTo>
                    <a:pt x="4507618" y="670636"/>
                  </a:lnTo>
                  <a:lnTo>
                    <a:pt x="4608105" y="675553"/>
                  </a:lnTo>
                  <a:lnTo>
                    <a:pt x="4711983" y="679902"/>
                  </a:lnTo>
                  <a:lnTo>
                    <a:pt x="4816234" y="683674"/>
                  </a:lnTo>
                  <a:lnTo>
                    <a:pt x="4916982" y="686856"/>
                  </a:lnTo>
                  <a:lnTo>
                    <a:pt x="5009844" y="689440"/>
                  </a:lnTo>
                  <a:lnTo>
                    <a:pt x="5090543" y="691435"/>
                  </a:lnTo>
                  <a:lnTo>
                    <a:pt x="5155666" y="692874"/>
                  </a:lnTo>
                  <a:lnTo>
                    <a:pt x="5203378" y="693822"/>
                  </a:lnTo>
                  <a:lnTo>
                    <a:pt x="5233888" y="694370"/>
                  </a:lnTo>
                  <a:lnTo>
                    <a:pt x="5249536" y="694624"/>
                  </a:lnTo>
                  <a:lnTo>
                    <a:pt x="5254596" y="694699"/>
                  </a:lnTo>
                  <a:lnTo>
                    <a:pt x="5254955" y="694704"/>
                  </a:lnTo>
                  <a:lnTo>
                    <a:pt x="6726343" y="694704"/>
                  </a:lnTo>
                  <a:lnTo>
                    <a:pt x="6727448" y="694782"/>
                  </a:lnTo>
                  <a:lnTo>
                    <a:pt x="6734717" y="695338"/>
                  </a:lnTo>
                  <a:lnTo>
                    <a:pt x="6753058" y="696873"/>
                  </a:lnTo>
                  <a:lnTo>
                    <a:pt x="6785891" y="699897"/>
                  </a:lnTo>
                  <a:lnTo>
                    <a:pt x="6834913" y="704881"/>
                  </a:lnTo>
                  <a:lnTo>
                    <a:pt x="6899965" y="712214"/>
                  </a:lnTo>
                  <a:lnTo>
                    <a:pt x="6979170" y="722167"/>
                  </a:lnTo>
                  <a:lnTo>
                    <a:pt x="7069350" y="734881"/>
                  </a:lnTo>
                  <a:lnTo>
                    <a:pt x="7166643" y="750385"/>
                  </a:lnTo>
                  <a:lnTo>
                    <a:pt x="7267128" y="768640"/>
                  </a:lnTo>
                  <a:lnTo>
                    <a:pt x="7367329" y="789585"/>
                  </a:lnTo>
                  <a:lnTo>
                    <a:pt x="7464510" y="813185"/>
                  </a:lnTo>
                  <a:lnTo>
                    <a:pt x="7556773" y="839467"/>
                  </a:lnTo>
                  <a:lnTo>
                    <a:pt x="7643000" y="868540"/>
                  </a:lnTo>
                  <a:lnTo>
                    <a:pt x="7722723" y="900609"/>
                  </a:lnTo>
                  <a:lnTo>
                    <a:pt x="7795964" y="935975"/>
                  </a:lnTo>
                  <a:lnTo>
                    <a:pt x="7863087" y="975032"/>
                  </a:lnTo>
                  <a:lnTo>
                    <a:pt x="7924670" y="1018254"/>
                  </a:lnTo>
                  <a:lnTo>
                    <a:pt x="7981416" y="1066177"/>
                  </a:lnTo>
                  <a:lnTo>
                    <a:pt x="8034081" y="1119356"/>
                  </a:lnTo>
                  <a:lnTo>
                    <a:pt x="8083418" y="1178310"/>
                  </a:lnTo>
                  <a:lnTo>
                    <a:pt x="8130141" y="1243416"/>
                  </a:lnTo>
                  <a:lnTo>
                    <a:pt x="8151487" y="1276349"/>
                  </a:lnTo>
                  <a:lnTo>
                    <a:pt x="8186070" y="1334033"/>
                  </a:lnTo>
                  <a:lnTo>
                    <a:pt x="8219835" y="1395612"/>
                  </a:lnTo>
                  <a:lnTo>
                    <a:pt x="8252986" y="1461164"/>
                  </a:lnTo>
                  <a:lnTo>
                    <a:pt x="8285693" y="1530718"/>
                  </a:lnTo>
                  <a:lnTo>
                    <a:pt x="8318091" y="1604242"/>
                  </a:lnTo>
                  <a:lnTo>
                    <a:pt x="8350292" y="1681640"/>
                  </a:lnTo>
                  <a:lnTo>
                    <a:pt x="8382380" y="1762751"/>
                  </a:lnTo>
                  <a:lnTo>
                    <a:pt x="8414422" y="1847342"/>
                  </a:lnTo>
                  <a:lnTo>
                    <a:pt x="8446462" y="1935112"/>
                  </a:lnTo>
                  <a:lnTo>
                    <a:pt x="8478530" y="2025691"/>
                  </a:lnTo>
                  <a:lnTo>
                    <a:pt x="8510639" y="2118647"/>
                  </a:lnTo>
                  <a:lnTo>
                    <a:pt x="8542793" y="2213491"/>
                  </a:lnTo>
                  <a:lnTo>
                    <a:pt x="8574985" y="2309691"/>
                  </a:lnTo>
                  <a:lnTo>
                    <a:pt x="8607201" y="2406678"/>
                  </a:lnTo>
                  <a:lnTo>
                    <a:pt x="8639422" y="2503866"/>
                  </a:lnTo>
                  <a:lnTo>
                    <a:pt x="8671632" y="2600663"/>
                  </a:lnTo>
                  <a:lnTo>
                    <a:pt x="8703813" y="2696486"/>
                  </a:lnTo>
                  <a:lnTo>
                    <a:pt x="8735953" y="2790779"/>
                  </a:lnTo>
                  <a:lnTo>
                    <a:pt x="8768048" y="2883021"/>
                  </a:lnTo>
                  <a:lnTo>
                    <a:pt x="8800105" y="2972740"/>
                  </a:lnTo>
                  <a:lnTo>
                    <a:pt x="8832141" y="3059524"/>
                  </a:lnTo>
                  <a:lnTo>
                    <a:pt x="8864192" y="3143025"/>
                  </a:lnTo>
                  <a:lnTo>
                    <a:pt x="8896309" y="3222963"/>
                  </a:lnTo>
                  <a:lnTo>
                    <a:pt x="8928563" y="3299129"/>
                  </a:lnTo>
                  <a:lnTo>
                    <a:pt x="8961047" y="3371382"/>
                  </a:lnTo>
                  <a:lnTo>
                    <a:pt x="8993880" y="3439648"/>
                  </a:lnTo>
                  <a:lnTo>
                    <a:pt x="9027209" y="3503916"/>
                  </a:lnTo>
                  <a:lnTo>
                    <a:pt x="9061213" y="3564230"/>
                  </a:lnTo>
                  <a:lnTo>
                    <a:pt x="9084767" y="3602930"/>
                  </a:lnTo>
                  <a:lnTo>
                    <a:pt x="9130478" y="3670992"/>
                  </a:lnTo>
                  <a:lnTo>
                    <a:pt x="9178496" y="3732820"/>
                  </a:lnTo>
                  <a:lnTo>
                    <a:pt x="9229496" y="3788669"/>
                  </a:lnTo>
                  <a:lnTo>
                    <a:pt x="9284218" y="3839005"/>
                  </a:lnTo>
                  <a:lnTo>
                    <a:pt x="9343425" y="3884379"/>
                  </a:lnTo>
                  <a:lnTo>
                    <a:pt x="9407849" y="3925340"/>
                  </a:lnTo>
                  <a:lnTo>
                    <a:pt x="9478139" y="3962395"/>
                  </a:lnTo>
                  <a:lnTo>
                    <a:pt x="9554773" y="3995978"/>
                  </a:lnTo>
                  <a:lnTo>
                    <a:pt x="9637952" y="4026435"/>
                  </a:lnTo>
                  <a:lnTo>
                    <a:pt x="9727459" y="4054017"/>
                  </a:lnTo>
                  <a:lnTo>
                    <a:pt x="9822503" y="4078876"/>
                  </a:lnTo>
                  <a:lnTo>
                    <a:pt x="9921568" y="4101076"/>
                  </a:lnTo>
                  <a:lnTo>
                    <a:pt x="10022310" y="4120609"/>
                  </a:lnTo>
                  <a:lnTo>
                    <a:pt x="10121582" y="4137420"/>
                  </a:lnTo>
                  <a:lnTo>
                    <a:pt x="10215621" y="4151454"/>
                  </a:lnTo>
                  <a:lnTo>
                    <a:pt x="10300464" y="4162701"/>
                  </a:lnTo>
                  <a:lnTo>
                    <a:pt x="10372529" y="4171246"/>
                  </a:lnTo>
                  <a:lnTo>
                    <a:pt x="10429255" y="4177298"/>
                  </a:lnTo>
                  <a:lnTo>
                    <a:pt x="10469637" y="4181193"/>
                  </a:lnTo>
                  <a:lnTo>
                    <a:pt x="10494498" y="4183369"/>
                  </a:lnTo>
                  <a:lnTo>
                    <a:pt x="10506472" y="4184324"/>
                  </a:lnTo>
                  <a:lnTo>
                    <a:pt x="10509791" y="4184566"/>
                  </a:lnTo>
                  <a:lnTo>
                    <a:pt x="10509911" y="4184575"/>
                  </a:lnTo>
                  <a:lnTo>
                    <a:pt x="11981298" y="418457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76" name="pl376"/>
            <p:cNvSpPr/>
            <p:nvPr/>
          </p:nvSpPr>
          <p:spPr>
            <a:xfrm>
              <a:off x="4799595" y="3206229"/>
              <a:ext cx="11981298" cy="4184575"/>
            </a:xfrm>
            <a:custGeom>
              <a:avLst/>
              <a:pathLst>
                <a:path w="11981298" h="4184575">
                  <a:moveTo>
                    <a:pt x="11981298" y="4184575"/>
                  </a:moveTo>
                  <a:lnTo>
                    <a:pt x="10509911" y="4184575"/>
                  </a:lnTo>
                  <a:lnTo>
                    <a:pt x="10508806" y="4184497"/>
                  </a:lnTo>
                  <a:lnTo>
                    <a:pt x="10501536" y="4183941"/>
                  </a:lnTo>
                  <a:lnTo>
                    <a:pt x="10483195" y="4182406"/>
                  </a:lnTo>
                  <a:lnTo>
                    <a:pt x="10450362" y="4179382"/>
                  </a:lnTo>
                  <a:lnTo>
                    <a:pt x="10401341" y="4174398"/>
                  </a:lnTo>
                  <a:lnTo>
                    <a:pt x="10336288" y="4167065"/>
                  </a:lnTo>
                  <a:lnTo>
                    <a:pt x="10257084" y="4157112"/>
                  </a:lnTo>
                  <a:lnTo>
                    <a:pt x="10166903" y="4144398"/>
                  </a:lnTo>
                  <a:lnTo>
                    <a:pt x="10069610" y="4128894"/>
                  </a:lnTo>
                  <a:lnTo>
                    <a:pt x="9969125" y="4110639"/>
                  </a:lnTo>
                  <a:lnTo>
                    <a:pt x="9868925" y="4089694"/>
                  </a:lnTo>
                  <a:lnTo>
                    <a:pt x="9771743" y="4066094"/>
                  </a:lnTo>
                  <a:lnTo>
                    <a:pt x="9679480" y="4039812"/>
                  </a:lnTo>
                  <a:lnTo>
                    <a:pt x="9593253" y="4010739"/>
                  </a:lnTo>
                  <a:lnTo>
                    <a:pt x="9513530" y="3978670"/>
                  </a:lnTo>
                  <a:lnTo>
                    <a:pt x="9440289" y="3943304"/>
                  </a:lnTo>
                  <a:lnTo>
                    <a:pt x="9373167" y="3904247"/>
                  </a:lnTo>
                  <a:lnTo>
                    <a:pt x="9311583" y="3861025"/>
                  </a:lnTo>
                  <a:lnTo>
                    <a:pt x="9254837" y="3813102"/>
                  </a:lnTo>
                  <a:lnTo>
                    <a:pt x="9202173" y="3759923"/>
                  </a:lnTo>
                  <a:lnTo>
                    <a:pt x="9152835" y="3700969"/>
                  </a:lnTo>
                  <a:lnTo>
                    <a:pt x="9106113" y="3635863"/>
                  </a:lnTo>
                  <a:lnTo>
                    <a:pt x="9084767" y="3602930"/>
                  </a:lnTo>
                  <a:lnTo>
                    <a:pt x="9050183" y="3545246"/>
                  </a:lnTo>
                  <a:lnTo>
                    <a:pt x="9016418" y="3483667"/>
                  </a:lnTo>
                  <a:lnTo>
                    <a:pt x="8983267" y="3418115"/>
                  </a:lnTo>
                  <a:lnTo>
                    <a:pt x="8950561" y="3348561"/>
                  </a:lnTo>
                  <a:lnTo>
                    <a:pt x="8918162" y="3275037"/>
                  </a:lnTo>
                  <a:lnTo>
                    <a:pt x="8885962" y="3197639"/>
                  </a:lnTo>
                  <a:lnTo>
                    <a:pt x="8853873" y="3116528"/>
                  </a:lnTo>
                  <a:lnTo>
                    <a:pt x="8821831" y="3031937"/>
                  </a:lnTo>
                  <a:lnTo>
                    <a:pt x="8789791" y="2944167"/>
                  </a:lnTo>
                  <a:lnTo>
                    <a:pt x="8757724" y="2853588"/>
                  </a:lnTo>
                  <a:lnTo>
                    <a:pt x="8725614" y="2760632"/>
                  </a:lnTo>
                  <a:lnTo>
                    <a:pt x="8693460" y="2665788"/>
                  </a:lnTo>
                  <a:lnTo>
                    <a:pt x="8661268" y="2569588"/>
                  </a:lnTo>
                  <a:lnTo>
                    <a:pt x="8629053" y="2472601"/>
                  </a:lnTo>
                  <a:lnTo>
                    <a:pt x="8596831" y="2375413"/>
                  </a:lnTo>
                  <a:lnTo>
                    <a:pt x="8564621" y="2278616"/>
                  </a:lnTo>
                  <a:lnTo>
                    <a:pt x="8532440" y="2182793"/>
                  </a:lnTo>
                  <a:lnTo>
                    <a:pt x="8500300" y="2088500"/>
                  </a:lnTo>
                  <a:lnTo>
                    <a:pt x="8468205" y="1996258"/>
                  </a:lnTo>
                  <a:lnTo>
                    <a:pt x="8436149" y="1906539"/>
                  </a:lnTo>
                  <a:lnTo>
                    <a:pt x="8404112" y="1819755"/>
                  </a:lnTo>
                  <a:lnTo>
                    <a:pt x="8372061" y="1736254"/>
                  </a:lnTo>
                  <a:lnTo>
                    <a:pt x="8339944" y="1656316"/>
                  </a:lnTo>
                  <a:lnTo>
                    <a:pt x="8307690" y="1580150"/>
                  </a:lnTo>
                  <a:lnTo>
                    <a:pt x="8275206" y="1507897"/>
                  </a:lnTo>
                  <a:lnTo>
                    <a:pt x="8242373" y="1439631"/>
                  </a:lnTo>
                  <a:lnTo>
                    <a:pt x="8209044" y="1375363"/>
                  </a:lnTo>
                  <a:lnTo>
                    <a:pt x="8175040" y="1315049"/>
                  </a:lnTo>
                  <a:lnTo>
                    <a:pt x="8151487" y="1276349"/>
                  </a:lnTo>
                  <a:lnTo>
                    <a:pt x="8105775" y="1208287"/>
                  </a:lnTo>
                  <a:lnTo>
                    <a:pt x="8057758" y="1146459"/>
                  </a:lnTo>
                  <a:lnTo>
                    <a:pt x="8006757" y="1090610"/>
                  </a:lnTo>
                  <a:lnTo>
                    <a:pt x="7952035" y="1040274"/>
                  </a:lnTo>
                  <a:lnTo>
                    <a:pt x="7892829" y="994900"/>
                  </a:lnTo>
                  <a:lnTo>
                    <a:pt x="7828404" y="953939"/>
                  </a:lnTo>
                  <a:lnTo>
                    <a:pt x="7758115" y="916884"/>
                  </a:lnTo>
                  <a:lnTo>
                    <a:pt x="7681480" y="883301"/>
                  </a:lnTo>
                  <a:lnTo>
                    <a:pt x="7598301" y="852844"/>
                  </a:lnTo>
                  <a:lnTo>
                    <a:pt x="7508794" y="825262"/>
                  </a:lnTo>
                  <a:lnTo>
                    <a:pt x="7413750" y="800403"/>
                  </a:lnTo>
                  <a:lnTo>
                    <a:pt x="7314686" y="778203"/>
                  </a:lnTo>
                  <a:lnTo>
                    <a:pt x="7213943" y="758670"/>
                  </a:lnTo>
                  <a:lnTo>
                    <a:pt x="7114671" y="741859"/>
                  </a:lnTo>
                  <a:lnTo>
                    <a:pt x="7020632" y="727825"/>
                  </a:lnTo>
                  <a:lnTo>
                    <a:pt x="6935789" y="716578"/>
                  </a:lnTo>
                  <a:lnTo>
                    <a:pt x="6863725" y="708033"/>
                  </a:lnTo>
                  <a:lnTo>
                    <a:pt x="6806998" y="701981"/>
                  </a:lnTo>
                  <a:lnTo>
                    <a:pt x="6766616" y="698086"/>
                  </a:lnTo>
                  <a:lnTo>
                    <a:pt x="6741755" y="695910"/>
                  </a:lnTo>
                  <a:lnTo>
                    <a:pt x="6729781" y="694955"/>
                  </a:lnTo>
                  <a:lnTo>
                    <a:pt x="6726463" y="694713"/>
                  </a:lnTo>
                  <a:lnTo>
                    <a:pt x="6726343" y="694704"/>
                  </a:lnTo>
                  <a:lnTo>
                    <a:pt x="5254955" y="694704"/>
                  </a:lnTo>
                  <a:lnTo>
                    <a:pt x="5253723" y="694687"/>
                  </a:lnTo>
                  <a:lnTo>
                    <a:pt x="5245640" y="694563"/>
                  </a:lnTo>
                  <a:lnTo>
                    <a:pt x="5225312" y="694221"/>
                  </a:lnTo>
                  <a:lnTo>
                    <a:pt x="5189092" y="693549"/>
                  </a:lnTo>
                  <a:lnTo>
                    <a:pt x="5135356" y="692442"/>
                  </a:lnTo>
                  <a:lnTo>
                    <a:pt x="5064622" y="690819"/>
                  </a:lnTo>
                  <a:lnTo>
                    <a:pt x="4979330" y="688626"/>
                  </a:lnTo>
                  <a:lnTo>
                    <a:pt x="4883277" y="685837"/>
                  </a:lnTo>
                  <a:lnTo>
                    <a:pt x="4780857" y="682453"/>
                  </a:lnTo>
                  <a:lnTo>
                    <a:pt x="4676335" y="678483"/>
                  </a:lnTo>
                  <a:lnTo>
                    <a:pt x="4573324" y="673940"/>
                  </a:lnTo>
                  <a:lnTo>
                    <a:pt x="4474510" y="668828"/>
                  </a:lnTo>
                  <a:lnTo>
                    <a:pt x="4381625" y="663133"/>
                  </a:lnTo>
                  <a:lnTo>
                    <a:pt x="4295557" y="656821"/>
                  </a:lnTo>
                  <a:lnTo>
                    <a:pt x="4216530" y="649835"/>
                  </a:lnTo>
                  <a:lnTo>
                    <a:pt x="4144295" y="642098"/>
                  </a:lnTo>
                  <a:lnTo>
                    <a:pt x="4078291" y="633510"/>
                  </a:lnTo>
                  <a:lnTo>
                    <a:pt x="4017778" y="623957"/>
                  </a:lnTo>
                  <a:lnTo>
                    <a:pt x="3961925" y="613316"/>
                  </a:lnTo>
                  <a:lnTo>
                    <a:pt x="3909883" y="601468"/>
                  </a:lnTo>
                  <a:lnTo>
                    <a:pt x="3860841" y="588318"/>
                  </a:lnTo>
                  <a:lnTo>
                    <a:pt x="3829811" y="578920"/>
                  </a:lnTo>
                  <a:lnTo>
                    <a:pt x="3776531" y="560779"/>
                  </a:lnTo>
                  <a:lnTo>
                    <a:pt x="3724948" y="540751"/>
                  </a:lnTo>
                  <a:lnTo>
                    <a:pt x="3674408" y="518810"/>
                  </a:lnTo>
                  <a:lnTo>
                    <a:pt x="3624436" y="494998"/>
                  </a:lnTo>
                  <a:lnTo>
                    <a:pt x="3574702" y="469431"/>
                  </a:lnTo>
                  <a:lnTo>
                    <a:pt x="3525000" y="442308"/>
                  </a:lnTo>
                  <a:lnTo>
                    <a:pt x="3475222" y="413903"/>
                  </a:lnTo>
                  <a:lnTo>
                    <a:pt x="3425338" y="384562"/>
                  </a:lnTo>
                  <a:lnTo>
                    <a:pt x="3375378" y="354682"/>
                  </a:lnTo>
                  <a:lnTo>
                    <a:pt x="3325401" y="324696"/>
                  </a:lnTo>
                  <a:lnTo>
                    <a:pt x="3275474" y="295040"/>
                  </a:lnTo>
                  <a:lnTo>
                    <a:pt x="3225644" y="266130"/>
                  </a:lnTo>
                  <a:lnTo>
                    <a:pt x="3175913" y="238342"/>
                  </a:lnTo>
                  <a:lnTo>
                    <a:pt x="3126214" y="211985"/>
                  </a:lnTo>
                  <a:lnTo>
                    <a:pt x="3076391" y="187297"/>
                  </a:lnTo>
                  <a:lnTo>
                    <a:pt x="3026178" y="164432"/>
                  </a:lnTo>
                  <a:lnTo>
                    <a:pt x="2975174" y="143469"/>
                  </a:lnTo>
                  <a:lnTo>
                    <a:pt x="2922818" y="124413"/>
                  </a:lnTo>
                  <a:lnTo>
                    <a:pt x="2896531" y="115784"/>
                  </a:lnTo>
                  <a:lnTo>
                    <a:pt x="2849062" y="101750"/>
                  </a:lnTo>
                  <a:lnTo>
                    <a:pt x="2799083" y="89052"/>
                  </a:lnTo>
                  <a:lnTo>
                    <a:pt x="2745836" y="77628"/>
                  </a:lnTo>
                  <a:lnTo>
                    <a:pt x="2688489" y="67372"/>
                  </a:lnTo>
                  <a:lnTo>
                    <a:pt x="2626193" y="58162"/>
                  </a:lnTo>
                  <a:lnTo>
                    <a:pt x="2558140" y="49877"/>
                  </a:lnTo>
                  <a:lnTo>
                    <a:pt x="2483639" y="42406"/>
                  </a:lnTo>
                  <a:lnTo>
                    <a:pt x="2402218" y="35658"/>
                  </a:lnTo>
                  <a:lnTo>
                    <a:pt x="2313770" y="29561"/>
                  </a:lnTo>
                  <a:lnTo>
                    <a:pt x="2218724" y="24068"/>
                  </a:lnTo>
                  <a:lnTo>
                    <a:pt x="2118237" y="19150"/>
                  </a:lnTo>
                  <a:lnTo>
                    <a:pt x="2014359" y="14802"/>
                  </a:lnTo>
                  <a:lnTo>
                    <a:pt x="1910108" y="11030"/>
                  </a:lnTo>
                  <a:lnTo>
                    <a:pt x="1809360" y="7848"/>
                  </a:lnTo>
                  <a:lnTo>
                    <a:pt x="1716498" y="5264"/>
                  </a:lnTo>
                  <a:lnTo>
                    <a:pt x="1635799" y="3269"/>
                  </a:lnTo>
                  <a:lnTo>
                    <a:pt x="1570676" y="1830"/>
                  </a:lnTo>
                  <a:lnTo>
                    <a:pt x="1522964" y="882"/>
                  </a:lnTo>
                  <a:lnTo>
                    <a:pt x="1492454" y="334"/>
                  </a:lnTo>
                  <a:lnTo>
                    <a:pt x="1476806" y="80"/>
                  </a:lnTo>
                  <a:lnTo>
                    <a:pt x="1471746" y="4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77" name="pg377"/>
            <p:cNvSpPr/>
            <p:nvPr/>
          </p:nvSpPr>
          <p:spPr>
            <a:xfrm>
              <a:off x="4799595" y="3214402"/>
              <a:ext cx="11981298" cy="5083604"/>
            </a:xfrm>
            <a:custGeom>
              <a:avLst/>
              <a:pathLst>
                <a:path w="11981298" h="5083604">
                  <a:moveTo>
                    <a:pt x="0" y="16345"/>
                  </a:moveTo>
                  <a:lnTo>
                    <a:pt x="1471387" y="16345"/>
                  </a:lnTo>
                  <a:lnTo>
                    <a:pt x="1472619" y="16363"/>
                  </a:lnTo>
                  <a:lnTo>
                    <a:pt x="1480701" y="16490"/>
                  </a:lnTo>
                  <a:lnTo>
                    <a:pt x="1501024" y="16840"/>
                  </a:lnTo>
                  <a:lnTo>
                    <a:pt x="1537236" y="17528"/>
                  </a:lnTo>
                  <a:lnTo>
                    <a:pt x="1590962" y="18660"/>
                  </a:lnTo>
                  <a:lnTo>
                    <a:pt x="1661684" y="20321"/>
                  </a:lnTo>
                  <a:lnTo>
                    <a:pt x="1746962" y="22566"/>
                  </a:lnTo>
                  <a:lnTo>
                    <a:pt x="1843003" y="25419"/>
                  </a:lnTo>
                  <a:lnTo>
                    <a:pt x="1945412" y="28883"/>
                  </a:lnTo>
                  <a:lnTo>
                    <a:pt x="2049925" y="32945"/>
                  </a:lnTo>
                  <a:lnTo>
                    <a:pt x="2152932" y="37594"/>
                  </a:lnTo>
                  <a:lnTo>
                    <a:pt x="2251743" y="42826"/>
                  </a:lnTo>
                  <a:lnTo>
                    <a:pt x="2344626" y="48654"/>
                  </a:lnTo>
                  <a:lnTo>
                    <a:pt x="2430695" y="55113"/>
                  </a:lnTo>
                  <a:lnTo>
                    <a:pt x="2509724" y="62262"/>
                  </a:lnTo>
                  <a:lnTo>
                    <a:pt x="2581961" y="70180"/>
                  </a:lnTo>
                  <a:lnTo>
                    <a:pt x="2647967" y="78968"/>
                  </a:lnTo>
                  <a:lnTo>
                    <a:pt x="2708483" y="88743"/>
                  </a:lnTo>
                  <a:lnTo>
                    <a:pt x="2764337" y="99631"/>
                  </a:lnTo>
                  <a:lnTo>
                    <a:pt x="2816380" y="111756"/>
                  </a:lnTo>
                  <a:lnTo>
                    <a:pt x="2865423" y="125212"/>
                  </a:lnTo>
                  <a:lnTo>
                    <a:pt x="2896531" y="134854"/>
                  </a:lnTo>
                  <a:lnTo>
                    <a:pt x="2949689" y="153377"/>
                  </a:lnTo>
                  <a:lnTo>
                    <a:pt x="3001155" y="173821"/>
                  </a:lnTo>
                  <a:lnTo>
                    <a:pt x="3051582" y="196214"/>
                  </a:lnTo>
                  <a:lnTo>
                    <a:pt x="3101441" y="220515"/>
                  </a:lnTo>
                  <a:lnTo>
                    <a:pt x="3151059" y="246603"/>
                  </a:lnTo>
                  <a:lnTo>
                    <a:pt x="3200644" y="274281"/>
                  </a:lnTo>
                  <a:lnTo>
                    <a:pt x="3250305" y="303269"/>
                  </a:lnTo>
                  <a:lnTo>
                    <a:pt x="3300070" y="333217"/>
                  </a:lnTo>
                  <a:lnTo>
                    <a:pt x="3349912" y="363722"/>
                  </a:lnTo>
                  <a:lnTo>
                    <a:pt x="3399773" y="394344"/>
                  </a:lnTo>
                  <a:lnTo>
                    <a:pt x="3449585" y="424641"/>
                  </a:lnTo>
                  <a:lnTo>
                    <a:pt x="3499302" y="454187"/>
                  </a:lnTo>
                  <a:lnTo>
                    <a:pt x="3548919" y="482601"/>
                  </a:lnTo>
                  <a:lnTo>
                    <a:pt x="3598501" y="509565"/>
                  </a:lnTo>
                  <a:lnTo>
                    <a:pt x="3648199" y="534837"/>
                  </a:lnTo>
                  <a:lnTo>
                    <a:pt x="3698275" y="558254"/>
                  </a:lnTo>
                  <a:lnTo>
                    <a:pt x="3749119" y="579736"/>
                  </a:lnTo>
                  <a:lnTo>
                    <a:pt x="3801284" y="599273"/>
                  </a:lnTo>
                  <a:lnTo>
                    <a:pt x="3829811" y="608888"/>
                  </a:lnTo>
                  <a:lnTo>
                    <a:pt x="3877276" y="623250"/>
                  </a:lnTo>
                  <a:lnTo>
                    <a:pt x="3927251" y="636247"/>
                  </a:lnTo>
                  <a:lnTo>
                    <a:pt x="3980493" y="647939"/>
                  </a:lnTo>
                  <a:lnTo>
                    <a:pt x="4037835" y="658435"/>
                  </a:lnTo>
                  <a:lnTo>
                    <a:pt x="4100124" y="667861"/>
                  </a:lnTo>
                  <a:lnTo>
                    <a:pt x="4168168" y="676342"/>
                  </a:lnTo>
                  <a:lnTo>
                    <a:pt x="4242661" y="683988"/>
                  </a:lnTo>
                  <a:lnTo>
                    <a:pt x="4324071" y="690895"/>
                  </a:lnTo>
                  <a:lnTo>
                    <a:pt x="4412507" y="697135"/>
                  </a:lnTo>
                  <a:lnTo>
                    <a:pt x="4507541" y="702758"/>
                  </a:lnTo>
                  <a:lnTo>
                    <a:pt x="4608017" y="707791"/>
                  </a:lnTo>
                  <a:lnTo>
                    <a:pt x="4711885" y="712242"/>
                  </a:lnTo>
                  <a:lnTo>
                    <a:pt x="4816129" y="716103"/>
                  </a:lnTo>
                  <a:lnTo>
                    <a:pt x="4916875" y="719360"/>
                  </a:lnTo>
                  <a:lnTo>
                    <a:pt x="5009742" y="722006"/>
                  </a:lnTo>
                  <a:lnTo>
                    <a:pt x="5090452" y="724048"/>
                  </a:lnTo>
                  <a:lnTo>
                    <a:pt x="5155591" y="725521"/>
                  </a:lnTo>
                  <a:lnTo>
                    <a:pt x="5203324" y="726492"/>
                  </a:lnTo>
                  <a:lnTo>
                    <a:pt x="5233855" y="727053"/>
                  </a:lnTo>
                  <a:lnTo>
                    <a:pt x="5249521" y="727314"/>
                  </a:lnTo>
                  <a:lnTo>
                    <a:pt x="5254593" y="727391"/>
                  </a:lnTo>
                  <a:lnTo>
                    <a:pt x="5254955" y="727396"/>
                  </a:lnTo>
                  <a:lnTo>
                    <a:pt x="6726343" y="727396"/>
                  </a:lnTo>
                  <a:lnTo>
                    <a:pt x="6727263" y="727477"/>
                  </a:lnTo>
                  <a:lnTo>
                    <a:pt x="6733344" y="728052"/>
                  </a:lnTo>
                  <a:lnTo>
                    <a:pt x="6748764" y="729640"/>
                  </a:lnTo>
                  <a:lnTo>
                    <a:pt x="6776565" y="732770"/>
                  </a:lnTo>
                  <a:lnTo>
                    <a:pt x="6818475" y="737944"/>
                  </a:lnTo>
                  <a:lnTo>
                    <a:pt x="6874776" y="745594"/>
                  </a:lnTo>
                  <a:lnTo>
                    <a:pt x="6944349" y="756044"/>
                  </a:lnTo>
                  <a:lnTo>
                    <a:pt x="7024915" y="769491"/>
                  </a:lnTo>
                  <a:lnTo>
                    <a:pt x="7113447" y="786014"/>
                  </a:lnTo>
                  <a:lnTo>
                    <a:pt x="7206643" y="805602"/>
                  </a:lnTo>
                  <a:lnTo>
                    <a:pt x="7301360" y="828196"/>
                  </a:lnTo>
                  <a:lnTo>
                    <a:pt x="7394917" y="853738"/>
                  </a:lnTo>
                  <a:lnTo>
                    <a:pt x="7485256" y="882208"/>
                  </a:lnTo>
                  <a:lnTo>
                    <a:pt x="7570969" y="913653"/>
                  </a:lnTo>
                  <a:lnTo>
                    <a:pt x="7651243" y="948204"/>
                  </a:lnTo>
                  <a:lnTo>
                    <a:pt x="7725751" y="986086"/>
                  </a:lnTo>
                  <a:lnTo>
                    <a:pt x="7794537" y="1027619"/>
                  </a:lnTo>
                  <a:lnTo>
                    <a:pt x="7857906" y="1073212"/>
                  </a:lnTo>
                  <a:lnTo>
                    <a:pt x="7916334" y="1123354"/>
                  </a:lnTo>
                  <a:lnTo>
                    <a:pt x="7970396" y="1178593"/>
                  </a:lnTo>
                  <a:lnTo>
                    <a:pt x="8020716" y="1239508"/>
                  </a:lnTo>
                  <a:lnTo>
                    <a:pt x="8067926" y="1306654"/>
                  </a:lnTo>
                  <a:lnTo>
                    <a:pt x="8112631" y="1380481"/>
                  </a:lnTo>
                  <a:lnTo>
                    <a:pt x="8151487" y="1453431"/>
                  </a:lnTo>
                  <a:lnTo>
                    <a:pt x="8182876" y="1518500"/>
                  </a:lnTo>
                  <a:lnTo>
                    <a:pt x="8213575" y="1587554"/>
                  </a:lnTo>
                  <a:lnTo>
                    <a:pt x="8243741" y="1660675"/>
                  </a:lnTo>
                  <a:lnTo>
                    <a:pt x="8273506" y="1737899"/>
                  </a:lnTo>
                  <a:lnTo>
                    <a:pt x="8302979" y="1819215"/>
                  </a:lnTo>
                  <a:lnTo>
                    <a:pt x="8332250" y="1904561"/>
                  </a:lnTo>
                  <a:lnTo>
                    <a:pt x="8361393" y="1993819"/>
                  </a:lnTo>
                  <a:lnTo>
                    <a:pt x="8390463" y="2086811"/>
                  </a:lnTo>
                  <a:lnTo>
                    <a:pt x="8419506" y="2183304"/>
                  </a:lnTo>
                  <a:lnTo>
                    <a:pt x="8448553" y="2283003"/>
                  </a:lnTo>
                  <a:lnTo>
                    <a:pt x="8477624" y="2385557"/>
                  </a:lnTo>
                  <a:lnTo>
                    <a:pt x="8506729" y="2490563"/>
                  </a:lnTo>
                  <a:lnTo>
                    <a:pt x="8535871" y="2597570"/>
                  </a:lnTo>
                  <a:lnTo>
                    <a:pt x="8565045" y="2706090"/>
                  </a:lnTo>
                  <a:lnTo>
                    <a:pt x="8594244" y="2815600"/>
                  </a:lnTo>
                  <a:lnTo>
                    <a:pt x="8623453" y="2925560"/>
                  </a:lnTo>
                  <a:lnTo>
                    <a:pt x="8652660" y="3035420"/>
                  </a:lnTo>
                  <a:lnTo>
                    <a:pt x="8681851" y="3144630"/>
                  </a:lnTo>
                  <a:lnTo>
                    <a:pt x="8711015" y="3252657"/>
                  </a:lnTo>
                  <a:lnTo>
                    <a:pt x="8740143" y="3358990"/>
                  </a:lnTo>
                  <a:lnTo>
                    <a:pt x="8769235" y="3463152"/>
                  </a:lnTo>
                  <a:lnTo>
                    <a:pt x="8798295" y="3564708"/>
                  </a:lnTo>
                  <a:lnTo>
                    <a:pt x="8827338" y="3663276"/>
                  </a:lnTo>
                  <a:lnTo>
                    <a:pt x="8856387" y="3758523"/>
                  </a:lnTo>
                  <a:lnTo>
                    <a:pt x="8885478" y="3850177"/>
                  </a:lnTo>
                  <a:lnTo>
                    <a:pt x="8914659" y="3938025"/>
                  </a:lnTo>
                  <a:lnTo>
                    <a:pt x="8943995" y="4021913"/>
                  </a:lnTo>
                  <a:lnTo>
                    <a:pt x="8973563" y="4101741"/>
                  </a:lnTo>
                  <a:lnTo>
                    <a:pt x="9003461" y="4177467"/>
                  </a:lnTo>
                  <a:lnTo>
                    <a:pt x="9033805" y="4249098"/>
                  </a:lnTo>
                  <a:lnTo>
                    <a:pt x="9064736" y="4316687"/>
                  </a:lnTo>
                  <a:lnTo>
                    <a:pt x="9084767" y="4357570"/>
                  </a:lnTo>
                  <a:lnTo>
                    <a:pt x="9127675" y="4437650"/>
                  </a:lnTo>
                  <a:lnTo>
                    <a:pt x="9172588" y="4510844"/>
                  </a:lnTo>
                  <a:lnTo>
                    <a:pt x="9220060" y="4577392"/>
                  </a:lnTo>
                  <a:lnTo>
                    <a:pt x="9270700" y="4637757"/>
                  </a:lnTo>
                  <a:lnTo>
                    <a:pt x="9325141" y="4692499"/>
                  </a:lnTo>
                  <a:lnTo>
                    <a:pt x="9384004" y="4742197"/>
                  </a:lnTo>
                  <a:lnTo>
                    <a:pt x="9447857" y="4787394"/>
                  </a:lnTo>
                  <a:lnTo>
                    <a:pt x="9517163" y="4828573"/>
                  </a:lnTo>
                  <a:lnTo>
                    <a:pt x="9592209" y="4866135"/>
                  </a:lnTo>
                  <a:lnTo>
                    <a:pt x="9673007" y="4900390"/>
                  </a:lnTo>
                  <a:lnTo>
                    <a:pt x="9759191" y="4931555"/>
                  </a:lnTo>
                  <a:lnTo>
                    <a:pt x="9849897" y="4959752"/>
                  </a:lnTo>
                  <a:lnTo>
                    <a:pt x="9943659" y="4985023"/>
                  </a:lnTo>
                  <a:lnTo>
                    <a:pt x="10038356" y="5007342"/>
                  </a:lnTo>
                  <a:lnTo>
                    <a:pt x="10131257" y="5026647"/>
                  </a:lnTo>
                  <a:lnTo>
                    <a:pt x="10219188" y="5042884"/>
                  </a:lnTo>
                  <a:lnTo>
                    <a:pt x="10298855" y="5056049"/>
                  </a:lnTo>
                  <a:lnTo>
                    <a:pt x="10367279" y="5066229"/>
                  </a:lnTo>
                  <a:lnTo>
                    <a:pt x="10422273" y="5073635"/>
                  </a:lnTo>
                  <a:lnTo>
                    <a:pt x="10462841" y="5078600"/>
                  </a:lnTo>
                  <a:lnTo>
                    <a:pt x="10489401" y="5081565"/>
                  </a:lnTo>
                  <a:lnTo>
                    <a:pt x="10503810" y="5083037"/>
                  </a:lnTo>
                  <a:lnTo>
                    <a:pt x="10509220" y="5083544"/>
                  </a:lnTo>
                  <a:lnTo>
                    <a:pt x="10509911" y="5083604"/>
                  </a:lnTo>
                  <a:lnTo>
                    <a:pt x="11981298" y="5083604"/>
                  </a:lnTo>
                  <a:lnTo>
                    <a:pt x="11981298" y="5067258"/>
                  </a:lnTo>
                  <a:lnTo>
                    <a:pt x="10509911" y="5067258"/>
                  </a:lnTo>
                  <a:lnTo>
                    <a:pt x="10508990" y="5067178"/>
                  </a:lnTo>
                  <a:lnTo>
                    <a:pt x="10502910" y="5066603"/>
                  </a:lnTo>
                  <a:lnTo>
                    <a:pt x="10487489" y="5065015"/>
                  </a:lnTo>
                  <a:lnTo>
                    <a:pt x="10459688" y="5061885"/>
                  </a:lnTo>
                  <a:lnTo>
                    <a:pt x="10417778" y="5056711"/>
                  </a:lnTo>
                  <a:lnTo>
                    <a:pt x="10361477" y="5049061"/>
                  </a:lnTo>
                  <a:lnTo>
                    <a:pt x="10291904" y="5038611"/>
                  </a:lnTo>
                  <a:lnTo>
                    <a:pt x="10211338" y="5025163"/>
                  </a:lnTo>
                  <a:lnTo>
                    <a:pt x="10122807" y="5008640"/>
                  </a:lnTo>
                  <a:lnTo>
                    <a:pt x="10029610" y="4989053"/>
                  </a:lnTo>
                  <a:lnTo>
                    <a:pt x="9934893" y="4966459"/>
                  </a:lnTo>
                  <a:lnTo>
                    <a:pt x="9841336" y="4940917"/>
                  </a:lnTo>
                  <a:lnTo>
                    <a:pt x="9750997" y="4912447"/>
                  </a:lnTo>
                  <a:lnTo>
                    <a:pt x="9665284" y="4881002"/>
                  </a:lnTo>
                  <a:lnTo>
                    <a:pt x="9585010" y="4846451"/>
                  </a:lnTo>
                  <a:lnTo>
                    <a:pt x="9510502" y="4808569"/>
                  </a:lnTo>
                  <a:lnTo>
                    <a:pt x="9441716" y="4767036"/>
                  </a:lnTo>
                  <a:lnTo>
                    <a:pt x="9378347" y="4721443"/>
                  </a:lnTo>
                  <a:lnTo>
                    <a:pt x="9319920" y="4671301"/>
                  </a:lnTo>
                  <a:lnTo>
                    <a:pt x="9265857" y="4616062"/>
                  </a:lnTo>
                  <a:lnTo>
                    <a:pt x="9215537" y="4555147"/>
                  </a:lnTo>
                  <a:lnTo>
                    <a:pt x="9168328" y="4488000"/>
                  </a:lnTo>
                  <a:lnTo>
                    <a:pt x="9123623" y="4414174"/>
                  </a:lnTo>
                  <a:lnTo>
                    <a:pt x="9084767" y="4341224"/>
                  </a:lnTo>
                  <a:lnTo>
                    <a:pt x="9053378" y="4276155"/>
                  </a:lnTo>
                  <a:lnTo>
                    <a:pt x="9022678" y="4207100"/>
                  </a:lnTo>
                  <a:lnTo>
                    <a:pt x="8992512" y="4133980"/>
                  </a:lnTo>
                  <a:lnTo>
                    <a:pt x="8962747" y="4056756"/>
                  </a:lnTo>
                  <a:lnTo>
                    <a:pt x="8933274" y="3975439"/>
                  </a:lnTo>
                  <a:lnTo>
                    <a:pt x="8904003" y="3890093"/>
                  </a:lnTo>
                  <a:lnTo>
                    <a:pt x="8874861" y="3800836"/>
                  </a:lnTo>
                  <a:lnTo>
                    <a:pt x="8845790" y="3707843"/>
                  </a:lnTo>
                  <a:lnTo>
                    <a:pt x="8816747" y="3611351"/>
                  </a:lnTo>
                  <a:lnTo>
                    <a:pt x="8787700" y="3511652"/>
                  </a:lnTo>
                  <a:lnTo>
                    <a:pt x="8758630" y="3409098"/>
                  </a:lnTo>
                  <a:lnTo>
                    <a:pt x="8729525" y="3304092"/>
                  </a:lnTo>
                  <a:lnTo>
                    <a:pt x="8700383" y="3197084"/>
                  </a:lnTo>
                  <a:lnTo>
                    <a:pt x="8671208" y="3088565"/>
                  </a:lnTo>
                  <a:lnTo>
                    <a:pt x="8642010" y="2979055"/>
                  </a:lnTo>
                  <a:lnTo>
                    <a:pt x="8612800" y="2869095"/>
                  </a:lnTo>
                  <a:lnTo>
                    <a:pt x="8583593" y="2759235"/>
                  </a:lnTo>
                  <a:lnTo>
                    <a:pt x="8554402" y="2650024"/>
                  </a:lnTo>
                  <a:lnTo>
                    <a:pt x="8525239" y="2541997"/>
                  </a:lnTo>
                  <a:lnTo>
                    <a:pt x="8496110" y="2435665"/>
                  </a:lnTo>
                  <a:lnTo>
                    <a:pt x="8467018" y="2331503"/>
                  </a:lnTo>
                  <a:lnTo>
                    <a:pt x="8437958" y="2229946"/>
                  </a:lnTo>
                  <a:lnTo>
                    <a:pt x="8408915" y="2131379"/>
                  </a:lnTo>
                  <a:lnTo>
                    <a:pt x="8379867" y="2036132"/>
                  </a:lnTo>
                  <a:lnTo>
                    <a:pt x="8350775" y="1944478"/>
                  </a:lnTo>
                  <a:lnTo>
                    <a:pt x="8321594" y="1856629"/>
                  </a:lnTo>
                  <a:lnTo>
                    <a:pt x="8292258" y="1772742"/>
                  </a:lnTo>
                  <a:lnTo>
                    <a:pt x="8262690" y="1692914"/>
                  </a:lnTo>
                  <a:lnTo>
                    <a:pt x="8232793" y="1617188"/>
                  </a:lnTo>
                  <a:lnTo>
                    <a:pt x="8202448" y="1545557"/>
                  </a:lnTo>
                  <a:lnTo>
                    <a:pt x="8171517" y="1477967"/>
                  </a:lnTo>
                  <a:lnTo>
                    <a:pt x="8151487" y="1437085"/>
                  </a:lnTo>
                  <a:lnTo>
                    <a:pt x="8108578" y="1357005"/>
                  </a:lnTo>
                  <a:lnTo>
                    <a:pt x="8063665" y="1283811"/>
                  </a:lnTo>
                  <a:lnTo>
                    <a:pt x="8016193" y="1217263"/>
                  </a:lnTo>
                  <a:lnTo>
                    <a:pt x="7965553" y="1156898"/>
                  </a:lnTo>
                  <a:lnTo>
                    <a:pt x="7911112" y="1102156"/>
                  </a:lnTo>
                  <a:lnTo>
                    <a:pt x="7852250" y="1052458"/>
                  </a:lnTo>
                  <a:lnTo>
                    <a:pt x="7788396" y="1007261"/>
                  </a:lnTo>
                  <a:lnTo>
                    <a:pt x="7719090" y="966082"/>
                  </a:lnTo>
                  <a:lnTo>
                    <a:pt x="7644044" y="928520"/>
                  </a:lnTo>
                  <a:lnTo>
                    <a:pt x="7563246" y="894265"/>
                  </a:lnTo>
                  <a:lnTo>
                    <a:pt x="7477062" y="863100"/>
                  </a:lnTo>
                  <a:lnTo>
                    <a:pt x="7386356" y="834902"/>
                  </a:lnTo>
                  <a:lnTo>
                    <a:pt x="7292595" y="809632"/>
                  </a:lnTo>
                  <a:lnTo>
                    <a:pt x="7197897" y="787313"/>
                  </a:lnTo>
                  <a:lnTo>
                    <a:pt x="7104996" y="768008"/>
                  </a:lnTo>
                  <a:lnTo>
                    <a:pt x="7017065" y="751770"/>
                  </a:lnTo>
                  <a:lnTo>
                    <a:pt x="6937398" y="738606"/>
                  </a:lnTo>
                  <a:lnTo>
                    <a:pt x="6868974" y="728425"/>
                  </a:lnTo>
                  <a:lnTo>
                    <a:pt x="6813980" y="721020"/>
                  </a:lnTo>
                  <a:lnTo>
                    <a:pt x="6773412" y="716055"/>
                  </a:lnTo>
                  <a:lnTo>
                    <a:pt x="6746852" y="713090"/>
                  </a:lnTo>
                  <a:lnTo>
                    <a:pt x="6732444" y="711618"/>
                  </a:lnTo>
                  <a:lnTo>
                    <a:pt x="6727034" y="711111"/>
                  </a:lnTo>
                  <a:lnTo>
                    <a:pt x="6726343" y="711050"/>
                  </a:lnTo>
                  <a:lnTo>
                    <a:pt x="5254955" y="711050"/>
                  </a:lnTo>
                  <a:lnTo>
                    <a:pt x="5253724" y="711033"/>
                  </a:lnTo>
                  <a:lnTo>
                    <a:pt x="5245642" y="710906"/>
                  </a:lnTo>
                  <a:lnTo>
                    <a:pt x="5225318" y="710556"/>
                  </a:lnTo>
                  <a:lnTo>
                    <a:pt x="5189106" y="709868"/>
                  </a:lnTo>
                  <a:lnTo>
                    <a:pt x="5135380" y="708735"/>
                  </a:lnTo>
                  <a:lnTo>
                    <a:pt x="5064658" y="707075"/>
                  </a:lnTo>
                  <a:lnTo>
                    <a:pt x="4979380" y="704830"/>
                  </a:lnTo>
                  <a:lnTo>
                    <a:pt x="4883339" y="701977"/>
                  </a:lnTo>
                  <a:lnTo>
                    <a:pt x="4780930" y="698513"/>
                  </a:lnTo>
                  <a:lnTo>
                    <a:pt x="4676417" y="694450"/>
                  </a:lnTo>
                  <a:lnTo>
                    <a:pt x="4573410" y="689802"/>
                  </a:lnTo>
                  <a:lnTo>
                    <a:pt x="4474600" y="684570"/>
                  </a:lnTo>
                  <a:lnTo>
                    <a:pt x="4381716" y="678742"/>
                  </a:lnTo>
                  <a:lnTo>
                    <a:pt x="4295647" y="672283"/>
                  </a:lnTo>
                  <a:lnTo>
                    <a:pt x="4216618" y="665134"/>
                  </a:lnTo>
                  <a:lnTo>
                    <a:pt x="4144381" y="657216"/>
                  </a:lnTo>
                  <a:lnTo>
                    <a:pt x="4078375" y="648428"/>
                  </a:lnTo>
                  <a:lnTo>
                    <a:pt x="4017860" y="638653"/>
                  </a:lnTo>
                  <a:lnTo>
                    <a:pt x="3962005" y="627764"/>
                  </a:lnTo>
                  <a:lnTo>
                    <a:pt x="3909962" y="615640"/>
                  </a:lnTo>
                  <a:lnTo>
                    <a:pt x="3860919" y="602184"/>
                  </a:lnTo>
                  <a:lnTo>
                    <a:pt x="3829811" y="592542"/>
                  </a:lnTo>
                  <a:lnTo>
                    <a:pt x="3776653" y="574019"/>
                  </a:lnTo>
                  <a:lnTo>
                    <a:pt x="3725187" y="553575"/>
                  </a:lnTo>
                  <a:lnTo>
                    <a:pt x="3674760" y="531182"/>
                  </a:lnTo>
                  <a:lnTo>
                    <a:pt x="3624901" y="506881"/>
                  </a:lnTo>
                  <a:lnTo>
                    <a:pt x="3575283" y="480792"/>
                  </a:lnTo>
                  <a:lnTo>
                    <a:pt x="3525698" y="453115"/>
                  </a:lnTo>
                  <a:lnTo>
                    <a:pt x="3476037" y="424127"/>
                  </a:lnTo>
                  <a:lnTo>
                    <a:pt x="3426272" y="394178"/>
                  </a:lnTo>
                  <a:lnTo>
                    <a:pt x="3376430" y="363674"/>
                  </a:lnTo>
                  <a:lnTo>
                    <a:pt x="3326569" y="333051"/>
                  </a:lnTo>
                  <a:lnTo>
                    <a:pt x="3276757" y="302755"/>
                  </a:lnTo>
                  <a:lnTo>
                    <a:pt x="3227041" y="273208"/>
                  </a:lnTo>
                  <a:lnTo>
                    <a:pt x="3177423" y="244794"/>
                  </a:lnTo>
                  <a:lnTo>
                    <a:pt x="3127841" y="217830"/>
                  </a:lnTo>
                  <a:lnTo>
                    <a:pt x="3078143" y="192559"/>
                  </a:lnTo>
                  <a:lnTo>
                    <a:pt x="3028068" y="169142"/>
                  </a:lnTo>
                  <a:lnTo>
                    <a:pt x="2977223" y="147660"/>
                  </a:lnTo>
                  <a:lnTo>
                    <a:pt x="2925058" y="128123"/>
                  </a:lnTo>
                  <a:lnTo>
                    <a:pt x="2896531" y="118508"/>
                  </a:lnTo>
                  <a:lnTo>
                    <a:pt x="2849066" y="104145"/>
                  </a:lnTo>
                  <a:lnTo>
                    <a:pt x="2799091" y="91149"/>
                  </a:lnTo>
                  <a:lnTo>
                    <a:pt x="2745849" y="79457"/>
                  </a:lnTo>
                  <a:lnTo>
                    <a:pt x="2688507" y="68961"/>
                  </a:lnTo>
                  <a:lnTo>
                    <a:pt x="2626218" y="59534"/>
                  </a:lnTo>
                  <a:lnTo>
                    <a:pt x="2558174" y="51054"/>
                  </a:lnTo>
                  <a:lnTo>
                    <a:pt x="2483682" y="43407"/>
                  </a:lnTo>
                  <a:lnTo>
                    <a:pt x="2402271" y="36501"/>
                  </a:lnTo>
                  <a:lnTo>
                    <a:pt x="2313835" y="30261"/>
                  </a:lnTo>
                  <a:lnTo>
                    <a:pt x="2218801" y="24638"/>
                  </a:lnTo>
                  <a:lnTo>
                    <a:pt x="2118325" y="19605"/>
                  </a:lnTo>
                  <a:lnTo>
                    <a:pt x="2014457" y="15154"/>
                  </a:lnTo>
                  <a:lnTo>
                    <a:pt x="1910213" y="11293"/>
                  </a:lnTo>
                  <a:lnTo>
                    <a:pt x="1809467" y="8036"/>
                  </a:lnTo>
                  <a:lnTo>
                    <a:pt x="1716600" y="5390"/>
                  </a:lnTo>
                  <a:lnTo>
                    <a:pt x="1635890" y="3348"/>
                  </a:lnTo>
                  <a:lnTo>
                    <a:pt x="1570751" y="1875"/>
                  </a:lnTo>
                  <a:lnTo>
                    <a:pt x="1523018" y="904"/>
                  </a:lnTo>
                  <a:lnTo>
                    <a:pt x="1492488" y="343"/>
                  </a:lnTo>
                  <a:lnTo>
                    <a:pt x="1476821" y="82"/>
                  </a:lnTo>
                  <a:lnTo>
                    <a:pt x="1471749" y="5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378" name="pl378"/>
            <p:cNvSpPr/>
            <p:nvPr/>
          </p:nvSpPr>
          <p:spPr>
            <a:xfrm>
              <a:off x="4799595" y="3230748"/>
              <a:ext cx="11981298" cy="5067258"/>
            </a:xfrm>
            <a:custGeom>
              <a:avLst/>
              <a:pathLst>
                <a:path w="11981298" h="5067258">
                  <a:moveTo>
                    <a:pt x="0" y="0"/>
                  </a:moveTo>
                  <a:lnTo>
                    <a:pt x="1471387" y="0"/>
                  </a:lnTo>
                  <a:lnTo>
                    <a:pt x="1472619" y="17"/>
                  </a:lnTo>
                  <a:lnTo>
                    <a:pt x="1480701" y="144"/>
                  </a:lnTo>
                  <a:lnTo>
                    <a:pt x="1501024" y="494"/>
                  </a:lnTo>
                  <a:lnTo>
                    <a:pt x="1537236" y="1182"/>
                  </a:lnTo>
                  <a:lnTo>
                    <a:pt x="1590962" y="2314"/>
                  </a:lnTo>
                  <a:lnTo>
                    <a:pt x="1661684" y="3975"/>
                  </a:lnTo>
                  <a:lnTo>
                    <a:pt x="1746962" y="6220"/>
                  </a:lnTo>
                  <a:lnTo>
                    <a:pt x="1843003" y="9073"/>
                  </a:lnTo>
                  <a:lnTo>
                    <a:pt x="1945412" y="12537"/>
                  </a:lnTo>
                  <a:lnTo>
                    <a:pt x="2049925" y="16599"/>
                  </a:lnTo>
                  <a:lnTo>
                    <a:pt x="2152932" y="21248"/>
                  </a:lnTo>
                  <a:lnTo>
                    <a:pt x="2251743" y="26480"/>
                  </a:lnTo>
                  <a:lnTo>
                    <a:pt x="2344626" y="32308"/>
                  </a:lnTo>
                  <a:lnTo>
                    <a:pt x="2430695" y="38767"/>
                  </a:lnTo>
                  <a:lnTo>
                    <a:pt x="2509724" y="45916"/>
                  </a:lnTo>
                  <a:lnTo>
                    <a:pt x="2581961" y="53834"/>
                  </a:lnTo>
                  <a:lnTo>
                    <a:pt x="2647967" y="62622"/>
                  </a:lnTo>
                  <a:lnTo>
                    <a:pt x="2708483" y="72397"/>
                  </a:lnTo>
                  <a:lnTo>
                    <a:pt x="2764337" y="83285"/>
                  </a:lnTo>
                  <a:lnTo>
                    <a:pt x="2816380" y="95410"/>
                  </a:lnTo>
                  <a:lnTo>
                    <a:pt x="2865423" y="108866"/>
                  </a:lnTo>
                  <a:lnTo>
                    <a:pt x="2896531" y="118508"/>
                  </a:lnTo>
                  <a:lnTo>
                    <a:pt x="2949689" y="137031"/>
                  </a:lnTo>
                  <a:lnTo>
                    <a:pt x="3001155" y="157475"/>
                  </a:lnTo>
                  <a:lnTo>
                    <a:pt x="3051582" y="179868"/>
                  </a:lnTo>
                  <a:lnTo>
                    <a:pt x="3101441" y="204169"/>
                  </a:lnTo>
                  <a:lnTo>
                    <a:pt x="3151059" y="230257"/>
                  </a:lnTo>
                  <a:lnTo>
                    <a:pt x="3200644" y="257935"/>
                  </a:lnTo>
                  <a:lnTo>
                    <a:pt x="3250305" y="286923"/>
                  </a:lnTo>
                  <a:lnTo>
                    <a:pt x="3300070" y="316871"/>
                  </a:lnTo>
                  <a:lnTo>
                    <a:pt x="3349912" y="347376"/>
                  </a:lnTo>
                  <a:lnTo>
                    <a:pt x="3399773" y="377998"/>
                  </a:lnTo>
                  <a:lnTo>
                    <a:pt x="3449585" y="408295"/>
                  </a:lnTo>
                  <a:lnTo>
                    <a:pt x="3499302" y="437841"/>
                  </a:lnTo>
                  <a:lnTo>
                    <a:pt x="3548919" y="466255"/>
                  </a:lnTo>
                  <a:lnTo>
                    <a:pt x="3598501" y="493219"/>
                  </a:lnTo>
                  <a:lnTo>
                    <a:pt x="3648199" y="518491"/>
                  </a:lnTo>
                  <a:lnTo>
                    <a:pt x="3698275" y="541908"/>
                  </a:lnTo>
                  <a:lnTo>
                    <a:pt x="3749119" y="563390"/>
                  </a:lnTo>
                  <a:lnTo>
                    <a:pt x="3801284" y="582927"/>
                  </a:lnTo>
                  <a:lnTo>
                    <a:pt x="3829811" y="592542"/>
                  </a:lnTo>
                  <a:lnTo>
                    <a:pt x="3877276" y="606904"/>
                  </a:lnTo>
                  <a:lnTo>
                    <a:pt x="3927251" y="619901"/>
                  </a:lnTo>
                  <a:lnTo>
                    <a:pt x="3980493" y="631593"/>
                  </a:lnTo>
                  <a:lnTo>
                    <a:pt x="4037835" y="642089"/>
                  </a:lnTo>
                  <a:lnTo>
                    <a:pt x="4100124" y="651515"/>
                  </a:lnTo>
                  <a:lnTo>
                    <a:pt x="4168168" y="659996"/>
                  </a:lnTo>
                  <a:lnTo>
                    <a:pt x="4242661" y="667642"/>
                  </a:lnTo>
                  <a:lnTo>
                    <a:pt x="4324071" y="674549"/>
                  </a:lnTo>
                  <a:lnTo>
                    <a:pt x="4412507" y="680789"/>
                  </a:lnTo>
                  <a:lnTo>
                    <a:pt x="4507541" y="686412"/>
                  </a:lnTo>
                  <a:lnTo>
                    <a:pt x="4608017" y="691445"/>
                  </a:lnTo>
                  <a:lnTo>
                    <a:pt x="4711885" y="695896"/>
                  </a:lnTo>
                  <a:lnTo>
                    <a:pt x="4816129" y="699757"/>
                  </a:lnTo>
                  <a:lnTo>
                    <a:pt x="4916875" y="703014"/>
                  </a:lnTo>
                  <a:lnTo>
                    <a:pt x="5009742" y="705660"/>
                  </a:lnTo>
                  <a:lnTo>
                    <a:pt x="5090452" y="707702"/>
                  </a:lnTo>
                  <a:lnTo>
                    <a:pt x="5155591" y="709175"/>
                  </a:lnTo>
                  <a:lnTo>
                    <a:pt x="5203324" y="710146"/>
                  </a:lnTo>
                  <a:lnTo>
                    <a:pt x="5233855" y="710707"/>
                  </a:lnTo>
                  <a:lnTo>
                    <a:pt x="5249521" y="710968"/>
                  </a:lnTo>
                  <a:lnTo>
                    <a:pt x="5254593" y="711045"/>
                  </a:lnTo>
                  <a:lnTo>
                    <a:pt x="5254955" y="711050"/>
                  </a:lnTo>
                  <a:lnTo>
                    <a:pt x="6726343" y="711050"/>
                  </a:lnTo>
                  <a:lnTo>
                    <a:pt x="6727263" y="711131"/>
                  </a:lnTo>
                  <a:lnTo>
                    <a:pt x="6733344" y="711706"/>
                  </a:lnTo>
                  <a:lnTo>
                    <a:pt x="6748764" y="713294"/>
                  </a:lnTo>
                  <a:lnTo>
                    <a:pt x="6776565" y="716424"/>
                  </a:lnTo>
                  <a:lnTo>
                    <a:pt x="6818475" y="721598"/>
                  </a:lnTo>
                  <a:lnTo>
                    <a:pt x="6874776" y="729248"/>
                  </a:lnTo>
                  <a:lnTo>
                    <a:pt x="6944349" y="739698"/>
                  </a:lnTo>
                  <a:lnTo>
                    <a:pt x="7024915" y="753145"/>
                  </a:lnTo>
                  <a:lnTo>
                    <a:pt x="7113447" y="769668"/>
                  </a:lnTo>
                  <a:lnTo>
                    <a:pt x="7206643" y="789256"/>
                  </a:lnTo>
                  <a:lnTo>
                    <a:pt x="7301360" y="811850"/>
                  </a:lnTo>
                  <a:lnTo>
                    <a:pt x="7394917" y="837392"/>
                  </a:lnTo>
                  <a:lnTo>
                    <a:pt x="7485256" y="865862"/>
                  </a:lnTo>
                  <a:lnTo>
                    <a:pt x="7570969" y="897307"/>
                  </a:lnTo>
                  <a:lnTo>
                    <a:pt x="7651243" y="931858"/>
                  </a:lnTo>
                  <a:lnTo>
                    <a:pt x="7725751" y="969740"/>
                  </a:lnTo>
                  <a:lnTo>
                    <a:pt x="7794537" y="1011273"/>
                  </a:lnTo>
                  <a:lnTo>
                    <a:pt x="7857906" y="1056866"/>
                  </a:lnTo>
                  <a:lnTo>
                    <a:pt x="7916334" y="1107008"/>
                  </a:lnTo>
                  <a:lnTo>
                    <a:pt x="7970396" y="1162247"/>
                  </a:lnTo>
                  <a:lnTo>
                    <a:pt x="8020716" y="1223162"/>
                  </a:lnTo>
                  <a:lnTo>
                    <a:pt x="8067926" y="1290308"/>
                  </a:lnTo>
                  <a:lnTo>
                    <a:pt x="8112631" y="1364135"/>
                  </a:lnTo>
                  <a:lnTo>
                    <a:pt x="8151487" y="1437085"/>
                  </a:lnTo>
                  <a:lnTo>
                    <a:pt x="8182876" y="1502154"/>
                  </a:lnTo>
                  <a:lnTo>
                    <a:pt x="8213575" y="1571208"/>
                  </a:lnTo>
                  <a:lnTo>
                    <a:pt x="8243741" y="1644329"/>
                  </a:lnTo>
                  <a:lnTo>
                    <a:pt x="8273506" y="1721553"/>
                  </a:lnTo>
                  <a:lnTo>
                    <a:pt x="8302979" y="1802869"/>
                  </a:lnTo>
                  <a:lnTo>
                    <a:pt x="8332250" y="1888215"/>
                  </a:lnTo>
                  <a:lnTo>
                    <a:pt x="8361393" y="1977473"/>
                  </a:lnTo>
                  <a:lnTo>
                    <a:pt x="8390463" y="2070465"/>
                  </a:lnTo>
                  <a:lnTo>
                    <a:pt x="8419506" y="2166958"/>
                  </a:lnTo>
                  <a:lnTo>
                    <a:pt x="8448553" y="2266657"/>
                  </a:lnTo>
                  <a:lnTo>
                    <a:pt x="8477624" y="2369211"/>
                  </a:lnTo>
                  <a:lnTo>
                    <a:pt x="8506729" y="2474217"/>
                  </a:lnTo>
                  <a:lnTo>
                    <a:pt x="8535871" y="2581224"/>
                  </a:lnTo>
                  <a:lnTo>
                    <a:pt x="8565045" y="2689744"/>
                  </a:lnTo>
                  <a:lnTo>
                    <a:pt x="8594244" y="2799254"/>
                  </a:lnTo>
                  <a:lnTo>
                    <a:pt x="8623453" y="2909214"/>
                  </a:lnTo>
                  <a:lnTo>
                    <a:pt x="8652660" y="3019074"/>
                  </a:lnTo>
                  <a:lnTo>
                    <a:pt x="8681851" y="3128284"/>
                  </a:lnTo>
                  <a:lnTo>
                    <a:pt x="8711015" y="3236311"/>
                  </a:lnTo>
                  <a:lnTo>
                    <a:pt x="8740143" y="3342644"/>
                  </a:lnTo>
                  <a:lnTo>
                    <a:pt x="8769235" y="3446806"/>
                  </a:lnTo>
                  <a:lnTo>
                    <a:pt x="8798295" y="3548362"/>
                  </a:lnTo>
                  <a:lnTo>
                    <a:pt x="8827338" y="3646930"/>
                  </a:lnTo>
                  <a:lnTo>
                    <a:pt x="8856387" y="3742177"/>
                  </a:lnTo>
                  <a:lnTo>
                    <a:pt x="8885478" y="3833831"/>
                  </a:lnTo>
                  <a:lnTo>
                    <a:pt x="8914659" y="3921679"/>
                  </a:lnTo>
                  <a:lnTo>
                    <a:pt x="8943995" y="4005567"/>
                  </a:lnTo>
                  <a:lnTo>
                    <a:pt x="8973563" y="4085395"/>
                  </a:lnTo>
                  <a:lnTo>
                    <a:pt x="9003461" y="4161121"/>
                  </a:lnTo>
                  <a:lnTo>
                    <a:pt x="9033805" y="4232752"/>
                  </a:lnTo>
                  <a:lnTo>
                    <a:pt x="9064736" y="4300341"/>
                  </a:lnTo>
                  <a:lnTo>
                    <a:pt x="9084767" y="4341224"/>
                  </a:lnTo>
                  <a:lnTo>
                    <a:pt x="9127675" y="4421304"/>
                  </a:lnTo>
                  <a:lnTo>
                    <a:pt x="9172588" y="4494498"/>
                  </a:lnTo>
                  <a:lnTo>
                    <a:pt x="9220060" y="4561046"/>
                  </a:lnTo>
                  <a:lnTo>
                    <a:pt x="9270700" y="4621411"/>
                  </a:lnTo>
                  <a:lnTo>
                    <a:pt x="9325141" y="4676153"/>
                  </a:lnTo>
                  <a:lnTo>
                    <a:pt x="9384004" y="4725851"/>
                  </a:lnTo>
                  <a:lnTo>
                    <a:pt x="9447857" y="4771048"/>
                  </a:lnTo>
                  <a:lnTo>
                    <a:pt x="9517163" y="4812227"/>
                  </a:lnTo>
                  <a:lnTo>
                    <a:pt x="9592209" y="4849789"/>
                  </a:lnTo>
                  <a:lnTo>
                    <a:pt x="9673007" y="4884044"/>
                  </a:lnTo>
                  <a:lnTo>
                    <a:pt x="9759191" y="4915209"/>
                  </a:lnTo>
                  <a:lnTo>
                    <a:pt x="9849897" y="4943406"/>
                  </a:lnTo>
                  <a:lnTo>
                    <a:pt x="9943659" y="4968677"/>
                  </a:lnTo>
                  <a:lnTo>
                    <a:pt x="10038356" y="4990996"/>
                  </a:lnTo>
                  <a:lnTo>
                    <a:pt x="10131257" y="5010301"/>
                  </a:lnTo>
                  <a:lnTo>
                    <a:pt x="10219188" y="5026538"/>
                  </a:lnTo>
                  <a:lnTo>
                    <a:pt x="10298855" y="5039703"/>
                  </a:lnTo>
                  <a:lnTo>
                    <a:pt x="10367279" y="5049883"/>
                  </a:lnTo>
                  <a:lnTo>
                    <a:pt x="10422273" y="5057289"/>
                  </a:lnTo>
                  <a:lnTo>
                    <a:pt x="10462841" y="5062254"/>
                  </a:lnTo>
                  <a:lnTo>
                    <a:pt x="10489401" y="5065219"/>
                  </a:lnTo>
                  <a:lnTo>
                    <a:pt x="10503810" y="5066691"/>
                  </a:lnTo>
                  <a:lnTo>
                    <a:pt x="10509220" y="5067198"/>
                  </a:lnTo>
                  <a:lnTo>
                    <a:pt x="10509911" y="5067258"/>
                  </a:lnTo>
                  <a:lnTo>
                    <a:pt x="11981298" y="506725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79" name="pl379"/>
            <p:cNvSpPr/>
            <p:nvPr/>
          </p:nvSpPr>
          <p:spPr>
            <a:xfrm>
              <a:off x="4799595" y="3214402"/>
              <a:ext cx="11981298" cy="5067258"/>
            </a:xfrm>
            <a:custGeom>
              <a:avLst/>
              <a:pathLst>
                <a:path w="11981298" h="5067258">
                  <a:moveTo>
                    <a:pt x="11981298" y="5067258"/>
                  </a:moveTo>
                  <a:lnTo>
                    <a:pt x="10509911" y="5067258"/>
                  </a:lnTo>
                  <a:lnTo>
                    <a:pt x="10508990" y="5067178"/>
                  </a:lnTo>
                  <a:lnTo>
                    <a:pt x="10502910" y="5066603"/>
                  </a:lnTo>
                  <a:lnTo>
                    <a:pt x="10487489" y="5065015"/>
                  </a:lnTo>
                  <a:lnTo>
                    <a:pt x="10459688" y="5061885"/>
                  </a:lnTo>
                  <a:lnTo>
                    <a:pt x="10417778" y="5056711"/>
                  </a:lnTo>
                  <a:lnTo>
                    <a:pt x="10361477" y="5049061"/>
                  </a:lnTo>
                  <a:lnTo>
                    <a:pt x="10291904" y="5038611"/>
                  </a:lnTo>
                  <a:lnTo>
                    <a:pt x="10211338" y="5025163"/>
                  </a:lnTo>
                  <a:lnTo>
                    <a:pt x="10122807" y="5008640"/>
                  </a:lnTo>
                  <a:lnTo>
                    <a:pt x="10029610" y="4989053"/>
                  </a:lnTo>
                  <a:lnTo>
                    <a:pt x="9934893" y="4966459"/>
                  </a:lnTo>
                  <a:lnTo>
                    <a:pt x="9841336" y="4940917"/>
                  </a:lnTo>
                  <a:lnTo>
                    <a:pt x="9750997" y="4912447"/>
                  </a:lnTo>
                  <a:lnTo>
                    <a:pt x="9665284" y="4881002"/>
                  </a:lnTo>
                  <a:lnTo>
                    <a:pt x="9585010" y="4846451"/>
                  </a:lnTo>
                  <a:lnTo>
                    <a:pt x="9510502" y="4808569"/>
                  </a:lnTo>
                  <a:lnTo>
                    <a:pt x="9441716" y="4767036"/>
                  </a:lnTo>
                  <a:lnTo>
                    <a:pt x="9378347" y="4721443"/>
                  </a:lnTo>
                  <a:lnTo>
                    <a:pt x="9319920" y="4671301"/>
                  </a:lnTo>
                  <a:lnTo>
                    <a:pt x="9265857" y="4616062"/>
                  </a:lnTo>
                  <a:lnTo>
                    <a:pt x="9215537" y="4555147"/>
                  </a:lnTo>
                  <a:lnTo>
                    <a:pt x="9168328" y="4488000"/>
                  </a:lnTo>
                  <a:lnTo>
                    <a:pt x="9123623" y="4414174"/>
                  </a:lnTo>
                  <a:lnTo>
                    <a:pt x="9084767" y="4341224"/>
                  </a:lnTo>
                  <a:lnTo>
                    <a:pt x="9053378" y="4276155"/>
                  </a:lnTo>
                  <a:lnTo>
                    <a:pt x="9022678" y="4207100"/>
                  </a:lnTo>
                  <a:lnTo>
                    <a:pt x="8992512" y="4133980"/>
                  </a:lnTo>
                  <a:lnTo>
                    <a:pt x="8962747" y="4056756"/>
                  </a:lnTo>
                  <a:lnTo>
                    <a:pt x="8933274" y="3975439"/>
                  </a:lnTo>
                  <a:lnTo>
                    <a:pt x="8904003" y="3890093"/>
                  </a:lnTo>
                  <a:lnTo>
                    <a:pt x="8874861" y="3800836"/>
                  </a:lnTo>
                  <a:lnTo>
                    <a:pt x="8845790" y="3707843"/>
                  </a:lnTo>
                  <a:lnTo>
                    <a:pt x="8816747" y="3611351"/>
                  </a:lnTo>
                  <a:lnTo>
                    <a:pt x="8787700" y="3511652"/>
                  </a:lnTo>
                  <a:lnTo>
                    <a:pt x="8758630" y="3409098"/>
                  </a:lnTo>
                  <a:lnTo>
                    <a:pt x="8729525" y="3304092"/>
                  </a:lnTo>
                  <a:lnTo>
                    <a:pt x="8700383" y="3197084"/>
                  </a:lnTo>
                  <a:lnTo>
                    <a:pt x="8671208" y="3088565"/>
                  </a:lnTo>
                  <a:lnTo>
                    <a:pt x="8642010" y="2979055"/>
                  </a:lnTo>
                  <a:lnTo>
                    <a:pt x="8612800" y="2869095"/>
                  </a:lnTo>
                  <a:lnTo>
                    <a:pt x="8583593" y="2759235"/>
                  </a:lnTo>
                  <a:lnTo>
                    <a:pt x="8554402" y="2650024"/>
                  </a:lnTo>
                  <a:lnTo>
                    <a:pt x="8525239" y="2541997"/>
                  </a:lnTo>
                  <a:lnTo>
                    <a:pt x="8496110" y="2435665"/>
                  </a:lnTo>
                  <a:lnTo>
                    <a:pt x="8467018" y="2331503"/>
                  </a:lnTo>
                  <a:lnTo>
                    <a:pt x="8437958" y="2229946"/>
                  </a:lnTo>
                  <a:lnTo>
                    <a:pt x="8408915" y="2131379"/>
                  </a:lnTo>
                  <a:lnTo>
                    <a:pt x="8379867" y="2036132"/>
                  </a:lnTo>
                  <a:lnTo>
                    <a:pt x="8350775" y="1944478"/>
                  </a:lnTo>
                  <a:lnTo>
                    <a:pt x="8321594" y="1856629"/>
                  </a:lnTo>
                  <a:lnTo>
                    <a:pt x="8292258" y="1772742"/>
                  </a:lnTo>
                  <a:lnTo>
                    <a:pt x="8262690" y="1692914"/>
                  </a:lnTo>
                  <a:lnTo>
                    <a:pt x="8232793" y="1617188"/>
                  </a:lnTo>
                  <a:lnTo>
                    <a:pt x="8202448" y="1545557"/>
                  </a:lnTo>
                  <a:lnTo>
                    <a:pt x="8171517" y="1477967"/>
                  </a:lnTo>
                  <a:lnTo>
                    <a:pt x="8151487" y="1437085"/>
                  </a:lnTo>
                  <a:lnTo>
                    <a:pt x="8108578" y="1357005"/>
                  </a:lnTo>
                  <a:lnTo>
                    <a:pt x="8063665" y="1283811"/>
                  </a:lnTo>
                  <a:lnTo>
                    <a:pt x="8016193" y="1217263"/>
                  </a:lnTo>
                  <a:lnTo>
                    <a:pt x="7965553" y="1156898"/>
                  </a:lnTo>
                  <a:lnTo>
                    <a:pt x="7911112" y="1102156"/>
                  </a:lnTo>
                  <a:lnTo>
                    <a:pt x="7852250" y="1052458"/>
                  </a:lnTo>
                  <a:lnTo>
                    <a:pt x="7788396" y="1007261"/>
                  </a:lnTo>
                  <a:lnTo>
                    <a:pt x="7719090" y="966082"/>
                  </a:lnTo>
                  <a:lnTo>
                    <a:pt x="7644044" y="928520"/>
                  </a:lnTo>
                  <a:lnTo>
                    <a:pt x="7563246" y="894265"/>
                  </a:lnTo>
                  <a:lnTo>
                    <a:pt x="7477062" y="863100"/>
                  </a:lnTo>
                  <a:lnTo>
                    <a:pt x="7386356" y="834902"/>
                  </a:lnTo>
                  <a:lnTo>
                    <a:pt x="7292595" y="809632"/>
                  </a:lnTo>
                  <a:lnTo>
                    <a:pt x="7197897" y="787313"/>
                  </a:lnTo>
                  <a:lnTo>
                    <a:pt x="7104996" y="768008"/>
                  </a:lnTo>
                  <a:lnTo>
                    <a:pt x="7017065" y="751770"/>
                  </a:lnTo>
                  <a:lnTo>
                    <a:pt x="6937398" y="738606"/>
                  </a:lnTo>
                  <a:lnTo>
                    <a:pt x="6868974" y="728425"/>
                  </a:lnTo>
                  <a:lnTo>
                    <a:pt x="6813980" y="721020"/>
                  </a:lnTo>
                  <a:lnTo>
                    <a:pt x="6773412" y="716055"/>
                  </a:lnTo>
                  <a:lnTo>
                    <a:pt x="6746852" y="713090"/>
                  </a:lnTo>
                  <a:lnTo>
                    <a:pt x="6732444" y="711618"/>
                  </a:lnTo>
                  <a:lnTo>
                    <a:pt x="6727034" y="711111"/>
                  </a:lnTo>
                  <a:lnTo>
                    <a:pt x="6726343" y="711050"/>
                  </a:lnTo>
                  <a:lnTo>
                    <a:pt x="5254955" y="711050"/>
                  </a:lnTo>
                  <a:lnTo>
                    <a:pt x="5253724" y="711033"/>
                  </a:lnTo>
                  <a:lnTo>
                    <a:pt x="5245642" y="710906"/>
                  </a:lnTo>
                  <a:lnTo>
                    <a:pt x="5225318" y="710556"/>
                  </a:lnTo>
                  <a:lnTo>
                    <a:pt x="5189106" y="709868"/>
                  </a:lnTo>
                  <a:lnTo>
                    <a:pt x="5135380" y="708735"/>
                  </a:lnTo>
                  <a:lnTo>
                    <a:pt x="5064658" y="707075"/>
                  </a:lnTo>
                  <a:lnTo>
                    <a:pt x="4979380" y="704830"/>
                  </a:lnTo>
                  <a:lnTo>
                    <a:pt x="4883339" y="701977"/>
                  </a:lnTo>
                  <a:lnTo>
                    <a:pt x="4780930" y="698513"/>
                  </a:lnTo>
                  <a:lnTo>
                    <a:pt x="4676417" y="694450"/>
                  </a:lnTo>
                  <a:lnTo>
                    <a:pt x="4573410" y="689802"/>
                  </a:lnTo>
                  <a:lnTo>
                    <a:pt x="4474600" y="684570"/>
                  </a:lnTo>
                  <a:lnTo>
                    <a:pt x="4381716" y="678742"/>
                  </a:lnTo>
                  <a:lnTo>
                    <a:pt x="4295647" y="672283"/>
                  </a:lnTo>
                  <a:lnTo>
                    <a:pt x="4216618" y="665134"/>
                  </a:lnTo>
                  <a:lnTo>
                    <a:pt x="4144381" y="657216"/>
                  </a:lnTo>
                  <a:lnTo>
                    <a:pt x="4078375" y="648428"/>
                  </a:lnTo>
                  <a:lnTo>
                    <a:pt x="4017860" y="638653"/>
                  </a:lnTo>
                  <a:lnTo>
                    <a:pt x="3962005" y="627764"/>
                  </a:lnTo>
                  <a:lnTo>
                    <a:pt x="3909962" y="615640"/>
                  </a:lnTo>
                  <a:lnTo>
                    <a:pt x="3860919" y="602184"/>
                  </a:lnTo>
                  <a:lnTo>
                    <a:pt x="3829811" y="592542"/>
                  </a:lnTo>
                  <a:lnTo>
                    <a:pt x="3776653" y="574019"/>
                  </a:lnTo>
                  <a:lnTo>
                    <a:pt x="3725187" y="553575"/>
                  </a:lnTo>
                  <a:lnTo>
                    <a:pt x="3674760" y="531182"/>
                  </a:lnTo>
                  <a:lnTo>
                    <a:pt x="3624901" y="506881"/>
                  </a:lnTo>
                  <a:lnTo>
                    <a:pt x="3575283" y="480792"/>
                  </a:lnTo>
                  <a:lnTo>
                    <a:pt x="3525698" y="453115"/>
                  </a:lnTo>
                  <a:lnTo>
                    <a:pt x="3476037" y="424127"/>
                  </a:lnTo>
                  <a:lnTo>
                    <a:pt x="3426272" y="394178"/>
                  </a:lnTo>
                  <a:lnTo>
                    <a:pt x="3376430" y="363674"/>
                  </a:lnTo>
                  <a:lnTo>
                    <a:pt x="3326569" y="333051"/>
                  </a:lnTo>
                  <a:lnTo>
                    <a:pt x="3276757" y="302755"/>
                  </a:lnTo>
                  <a:lnTo>
                    <a:pt x="3227041" y="273208"/>
                  </a:lnTo>
                  <a:lnTo>
                    <a:pt x="3177423" y="244794"/>
                  </a:lnTo>
                  <a:lnTo>
                    <a:pt x="3127841" y="217830"/>
                  </a:lnTo>
                  <a:lnTo>
                    <a:pt x="3078143" y="192559"/>
                  </a:lnTo>
                  <a:lnTo>
                    <a:pt x="3028068" y="169142"/>
                  </a:lnTo>
                  <a:lnTo>
                    <a:pt x="2977223" y="147660"/>
                  </a:lnTo>
                  <a:lnTo>
                    <a:pt x="2925058" y="128123"/>
                  </a:lnTo>
                  <a:lnTo>
                    <a:pt x="2896531" y="118508"/>
                  </a:lnTo>
                  <a:lnTo>
                    <a:pt x="2849066" y="104145"/>
                  </a:lnTo>
                  <a:lnTo>
                    <a:pt x="2799091" y="91149"/>
                  </a:lnTo>
                  <a:lnTo>
                    <a:pt x="2745849" y="79457"/>
                  </a:lnTo>
                  <a:lnTo>
                    <a:pt x="2688507" y="68961"/>
                  </a:lnTo>
                  <a:lnTo>
                    <a:pt x="2626218" y="59534"/>
                  </a:lnTo>
                  <a:lnTo>
                    <a:pt x="2558174" y="51054"/>
                  </a:lnTo>
                  <a:lnTo>
                    <a:pt x="2483682" y="43407"/>
                  </a:lnTo>
                  <a:lnTo>
                    <a:pt x="2402271" y="36501"/>
                  </a:lnTo>
                  <a:lnTo>
                    <a:pt x="2313835" y="30261"/>
                  </a:lnTo>
                  <a:lnTo>
                    <a:pt x="2218801" y="24638"/>
                  </a:lnTo>
                  <a:lnTo>
                    <a:pt x="2118325" y="19605"/>
                  </a:lnTo>
                  <a:lnTo>
                    <a:pt x="2014457" y="15154"/>
                  </a:lnTo>
                  <a:lnTo>
                    <a:pt x="1910213" y="11293"/>
                  </a:lnTo>
                  <a:lnTo>
                    <a:pt x="1809467" y="8036"/>
                  </a:lnTo>
                  <a:lnTo>
                    <a:pt x="1716600" y="5390"/>
                  </a:lnTo>
                  <a:lnTo>
                    <a:pt x="1635890" y="3348"/>
                  </a:lnTo>
                  <a:lnTo>
                    <a:pt x="1570751" y="1875"/>
                  </a:lnTo>
                  <a:lnTo>
                    <a:pt x="1523018" y="904"/>
                  </a:lnTo>
                  <a:lnTo>
                    <a:pt x="1492488" y="343"/>
                  </a:lnTo>
                  <a:lnTo>
                    <a:pt x="1476821" y="82"/>
                  </a:lnTo>
                  <a:lnTo>
                    <a:pt x="1471749" y="5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80" name="pg380"/>
            <p:cNvSpPr/>
            <p:nvPr/>
          </p:nvSpPr>
          <p:spPr>
            <a:xfrm>
              <a:off x="4799595" y="3230748"/>
              <a:ext cx="11981298" cy="5549465"/>
            </a:xfrm>
            <a:custGeom>
              <a:avLst/>
              <a:pathLst>
                <a:path w="11981298" h="5549465">
                  <a:moveTo>
                    <a:pt x="0" y="32691"/>
                  </a:moveTo>
                  <a:lnTo>
                    <a:pt x="1471387" y="32691"/>
                  </a:lnTo>
                  <a:lnTo>
                    <a:pt x="1472618" y="32709"/>
                  </a:lnTo>
                  <a:lnTo>
                    <a:pt x="1480699" y="32837"/>
                  </a:lnTo>
                  <a:lnTo>
                    <a:pt x="1501021" y="33191"/>
                  </a:lnTo>
                  <a:lnTo>
                    <a:pt x="1537229" y="33888"/>
                  </a:lnTo>
                  <a:lnTo>
                    <a:pt x="1590950" y="35033"/>
                  </a:lnTo>
                  <a:lnTo>
                    <a:pt x="1661665" y="36712"/>
                  </a:lnTo>
                  <a:lnTo>
                    <a:pt x="1746937" y="38982"/>
                  </a:lnTo>
                  <a:lnTo>
                    <a:pt x="1842971" y="41868"/>
                  </a:lnTo>
                  <a:lnTo>
                    <a:pt x="1945375" y="45372"/>
                  </a:lnTo>
                  <a:lnTo>
                    <a:pt x="2049884" y="49481"/>
                  </a:lnTo>
                  <a:lnTo>
                    <a:pt x="2152887" y="54182"/>
                  </a:lnTo>
                  <a:lnTo>
                    <a:pt x="2251697" y="59473"/>
                  </a:lnTo>
                  <a:lnTo>
                    <a:pt x="2344580" y="65368"/>
                  </a:lnTo>
                  <a:lnTo>
                    <a:pt x="2430649" y="71901"/>
                  </a:lnTo>
                  <a:lnTo>
                    <a:pt x="2509679" y="79131"/>
                  </a:lnTo>
                  <a:lnTo>
                    <a:pt x="2581917" y="87139"/>
                  </a:lnTo>
                  <a:lnTo>
                    <a:pt x="2647924" y="96027"/>
                  </a:lnTo>
                  <a:lnTo>
                    <a:pt x="2708441" y="105914"/>
                  </a:lnTo>
                  <a:lnTo>
                    <a:pt x="2764297" y="116926"/>
                  </a:lnTo>
                  <a:lnTo>
                    <a:pt x="2816340" y="129188"/>
                  </a:lnTo>
                  <a:lnTo>
                    <a:pt x="2865383" y="142798"/>
                  </a:lnTo>
                  <a:lnTo>
                    <a:pt x="2896531" y="152562"/>
                  </a:lnTo>
                  <a:lnTo>
                    <a:pt x="2949627" y="171274"/>
                  </a:lnTo>
                  <a:lnTo>
                    <a:pt x="3001035" y="191926"/>
                  </a:lnTo>
                  <a:lnTo>
                    <a:pt x="3051404" y="214544"/>
                  </a:lnTo>
                  <a:lnTo>
                    <a:pt x="3101206" y="239087"/>
                  </a:lnTo>
                  <a:lnTo>
                    <a:pt x="3150766" y="265435"/>
                  </a:lnTo>
                  <a:lnTo>
                    <a:pt x="3200293" y="293389"/>
                  </a:lnTo>
                  <a:lnTo>
                    <a:pt x="3249893" y="322666"/>
                  </a:lnTo>
                  <a:lnTo>
                    <a:pt x="3299599" y="352916"/>
                  </a:lnTo>
                  <a:lnTo>
                    <a:pt x="3349382" y="383731"/>
                  </a:lnTo>
                  <a:lnTo>
                    <a:pt x="3399184" y="414670"/>
                  </a:lnTo>
                  <a:lnTo>
                    <a:pt x="3448938" y="445286"/>
                  </a:lnTo>
                  <a:lnTo>
                    <a:pt x="3498597" y="475149"/>
                  </a:lnTo>
                  <a:lnTo>
                    <a:pt x="3548157" y="503875"/>
                  </a:lnTo>
                  <a:lnTo>
                    <a:pt x="3597680" y="531143"/>
                  </a:lnTo>
                  <a:lnTo>
                    <a:pt x="3647316" y="556705"/>
                  </a:lnTo>
                  <a:lnTo>
                    <a:pt x="3697322" y="580399"/>
                  </a:lnTo>
                  <a:lnTo>
                    <a:pt x="3748087" y="602140"/>
                  </a:lnTo>
                  <a:lnTo>
                    <a:pt x="3800156" y="621919"/>
                  </a:lnTo>
                  <a:lnTo>
                    <a:pt x="3829811" y="632045"/>
                  </a:lnTo>
                  <a:lnTo>
                    <a:pt x="3877274" y="646572"/>
                  </a:lnTo>
                  <a:lnTo>
                    <a:pt x="3927247" y="659717"/>
                  </a:lnTo>
                  <a:lnTo>
                    <a:pt x="3980487" y="671543"/>
                  </a:lnTo>
                  <a:lnTo>
                    <a:pt x="4037825" y="682160"/>
                  </a:lnTo>
                  <a:lnTo>
                    <a:pt x="4100111" y="691694"/>
                  </a:lnTo>
                  <a:lnTo>
                    <a:pt x="4168151" y="700272"/>
                  </a:lnTo>
                  <a:lnTo>
                    <a:pt x="4242639" y="708006"/>
                  </a:lnTo>
                  <a:lnTo>
                    <a:pt x="4324044" y="714993"/>
                  </a:lnTo>
                  <a:lnTo>
                    <a:pt x="4412474" y="721304"/>
                  </a:lnTo>
                  <a:lnTo>
                    <a:pt x="4507502" y="726991"/>
                  </a:lnTo>
                  <a:lnTo>
                    <a:pt x="4607972" y="732082"/>
                  </a:lnTo>
                  <a:lnTo>
                    <a:pt x="4711835" y="736584"/>
                  </a:lnTo>
                  <a:lnTo>
                    <a:pt x="4816076" y="740490"/>
                  </a:lnTo>
                  <a:lnTo>
                    <a:pt x="4916821" y="743785"/>
                  </a:lnTo>
                  <a:lnTo>
                    <a:pt x="5009690" y="746461"/>
                  </a:lnTo>
                  <a:lnTo>
                    <a:pt x="5090405" y="748527"/>
                  </a:lnTo>
                  <a:lnTo>
                    <a:pt x="5155553" y="750018"/>
                  </a:lnTo>
                  <a:lnTo>
                    <a:pt x="5203296" y="751000"/>
                  </a:lnTo>
                  <a:lnTo>
                    <a:pt x="5233838" y="751568"/>
                  </a:lnTo>
                  <a:lnTo>
                    <a:pt x="5249513" y="751832"/>
                  </a:lnTo>
                  <a:lnTo>
                    <a:pt x="5254592" y="751910"/>
                  </a:lnTo>
                  <a:lnTo>
                    <a:pt x="5254955" y="751915"/>
                  </a:lnTo>
                  <a:lnTo>
                    <a:pt x="6726343" y="751915"/>
                  </a:lnTo>
                  <a:lnTo>
                    <a:pt x="6727236" y="752002"/>
                  </a:lnTo>
                  <a:lnTo>
                    <a:pt x="6733138" y="752615"/>
                  </a:lnTo>
                  <a:lnTo>
                    <a:pt x="6748119" y="754310"/>
                  </a:lnTo>
                  <a:lnTo>
                    <a:pt x="6775157" y="757651"/>
                  </a:lnTo>
                  <a:lnTo>
                    <a:pt x="6815977" y="763177"/>
                  </a:lnTo>
                  <a:lnTo>
                    <a:pt x="6870919" y="771353"/>
                  </a:lnTo>
                  <a:lnTo>
                    <a:pt x="6938967" y="782533"/>
                  </a:lnTo>
                  <a:lnTo>
                    <a:pt x="7017976" y="796936"/>
                  </a:lnTo>
                  <a:lnTo>
                    <a:pt x="7105047" y="814654"/>
                  </a:lnTo>
                  <a:lnTo>
                    <a:pt x="7196985" y="835683"/>
                  </a:lnTo>
                  <a:lnTo>
                    <a:pt x="7290711" y="859963"/>
                  </a:lnTo>
                  <a:lnTo>
                    <a:pt x="7383566" y="887429"/>
                  </a:lnTo>
                  <a:lnTo>
                    <a:pt x="7473480" y="918054"/>
                  </a:lnTo>
                  <a:lnTo>
                    <a:pt x="7559009" y="951875"/>
                  </a:lnTo>
                  <a:lnTo>
                    <a:pt x="7639291" y="989022"/>
                  </a:lnTo>
                  <a:lnTo>
                    <a:pt x="7713947" y="1029718"/>
                  </a:lnTo>
                  <a:lnTo>
                    <a:pt x="7782970" y="1074290"/>
                  </a:lnTo>
                  <a:lnTo>
                    <a:pt x="7846620" y="1123158"/>
                  </a:lnTo>
                  <a:lnTo>
                    <a:pt x="7905334" y="1176831"/>
                  </a:lnTo>
                  <a:lnTo>
                    <a:pt x="7959656" y="1235884"/>
                  </a:lnTo>
                  <a:lnTo>
                    <a:pt x="8010186" y="1300934"/>
                  </a:lnTo>
                  <a:lnTo>
                    <a:pt x="8057536" y="1372584"/>
                  </a:lnTo>
                  <a:lnTo>
                    <a:pt x="8102303" y="1451348"/>
                  </a:lnTo>
                  <a:lnTo>
                    <a:pt x="8145034" y="1537528"/>
                  </a:lnTo>
                  <a:lnTo>
                    <a:pt x="8151487" y="1551507"/>
                  </a:lnTo>
                  <a:lnTo>
                    <a:pt x="8181537" y="1619986"/>
                  </a:lnTo>
                  <a:lnTo>
                    <a:pt x="8210949" y="1692480"/>
                  </a:lnTo>
                  <a:lnTo>
                    <a:pt x="8239861" y="1769069"/>
                  </a:lnTo>
                  <a:lnTo>
                    <a:pt x="8268392" y="1849793"/>
                  </a:lnTo>
                  <a:lnTo>
                    <a:pt x="8296640" y="1934649"/>
                  </a:lnTo>
                  <a:lnTo>
                    <a:pt x="8324687" y="2023588"/>
                  </a:lnTo>
                  <a:lnTo>
                    <a:pt x="8352600" y="2116507"/>
                  </a:lnTo>
                  <a:lnTo>
                    <a:pt x="8380433" y="2213253"/>
                  </a:lnTo>
                  <a:lnTo>
                    <a:pt x="8408228" y="2313617"/>
                  </a:lnTo>
                  <a:lnTo>
                    <a:pt x="8436017" y="2417336"/>
                  </a:lnTo>
                  <a:lnTo>
                    <a:pt x="8463821" y="2524094"/>
                  </a:lnTo>
                  <a:lnTo>
                    <a:pt x="8491653" y="2633524"/>
                  </a:lnTo>
                  <a:lnTo>
                    <a:pt x="8519518" y="2745213"/>
                  </a:lnTo>
                  <a:lnTo>
                    <a:pt x="8547417" y="2858708"/>
                  </a:lnTo>
                  <a:lnTo>
                    <a:pt x="8575342" y="2973523"/>
                  </a:lnTo>
                  <a:lnTo>
                    <a:pt x="8603286" y="3089147"/>
                  </a:lnTo>
                  <a:lnTo>
                    <a:pt x="8631236" y="3205053"/>
                  </a:lnTo>
                  <a:lnTo>
                    <a:pt x="8659180" y="3320710"/>
                  </a:lnTo>
                  <a:lnTo>
                    <a:pt x="8687107" y="3435590"/>
                  </a:lnTo>
                  <a:lnTo>
                    <a:pt x="8715007" y="3549182"/>
                  </a:lnTo>
                  <a:lnTo>
                    <a:pt x="8742874" y="3660997"/>
                  </a:lnTo>
                  <a:lnTo>
                    <a:pt x="8770708" y="3770579"/>
                  </a:lnTo>
                  <a:lnTo>
                    <a:pt x="8798514" y="3877514"/>
                  </a:lnTo>
                  <a:lnTo>
                    <a:pt x="8826303" y="3981431"/>
                  </a:lnTo>
                  <a:lnTo>
                    <a:pt x="8854097" y="4082011"/>
                  </a:lnTo>
                  <a:lnTo>
                    <a:pt x="8881927" y="4178988"/>
                  </a:lnTo>
                  <a:lnTo>
                    <a:pt x="8909833" y="4272149"/>
                  </a:lnTo>
                  <a:lnTo>
                    <a:pt x="8937870" y="4361338"/>
                  </a:lnTo>
                  <a:lnTo>
                    <a:pt x="8966103" y="4446449"/>
                  </a:lnTo>
                  <a:lnTo>
                    <a:pt x="8994614" y="4527430"/>
                  </a:lnTo>
                  <a:lnTo>
                    <a:pt x="9023500" y="4604274"/>
                  </a:lnTo>
                  <a:lnTo>
                    <a:pt x="9052877" y="4677020"/>
                  </a:lnTo>
                  <a:lnTo>
                    <a:pt x="9082883" y="4745745"/>
                  </a:lnTo>
                  <a:lnTo>
                    <a:pt x="9084767" y="4749874"/>
                  </a:lnTo>
                  <a:lnTo>
                    <a:pt x="9127227" y="4837203"/>
                  </a:lnTo>
                  <a:lnTo>
                    <a:pt x="9171645" y="4917102"/>
                  </a:lnTo>
                  <a:lnTo>
                    <a:pt x="9218558" y="4989821"/>
                  </a:lnTo>
                  <a:lnTo>
                    <a:pt x="9268557" y="5055852"/>
                  </a:lnTo>
                  <a:lnTo>
                    <a:pt x="9322253" y="5115791"/>
                  </a:lnTo>
                  <a:lnTo>
                    <a:pt x="9380251" y="5170256"/>
                  </a:lnTo>
                  <a:lnTo>
                    <a:pt x="9443106" y="5219832"/>
                  </a:lnTo>
                  <a:lnTo>
                    <a:pt x="9511276" y="5265038"/>
                  </a:lnTo>
                  <a:lnTo>
                    <a:pt x="9585054" y="5306309"/>
                  </a:lnTo>
                  <a:lnTo>
                    <a:pt x="9664481" y="5343987"/>
                  </a:lnTo>
                  <a:lnTo>
                    <a:pt x="9749243" y="5378312"/>
                  </a:lnTo>
                  <a:lnTo>
                    <a:pt x="9838558" y="5409426"/>
                  </a:lnTo>
                  <a:lnTo>
                    <a:pt x="9931078" y="5437380"/>
                  </a:lnTo>
                  <a:lnTo>
                    <a:pt x="10024829" y="5462156"/>
                  </a:lnTo>
                  <a:lnTo>
                    <a:pt x="10117237" y="5483692"/>
                  </a:lnTo>
                  <a:lnTo>
                    <a:pt x="10205270" y="5501924"/>
                  </a:lnTo>
                  <a:lnTo>
                    <a:pt x="10285727" y="5516836"/>
                  </a:lnTo>
                  <a:lnTo>
                    <a:pt x="10355633" y="5528503"/>
                  </a:lnTo>
                  <a:lnTo>
                    <a:pt x="10412698" y="5537124"/>
                  </a:lnTo>
                  <a:lnTo>
                    <a:pt x="10455713" y="5543031"/>
                  </a:lnTo>
                  <a:lnTo>
                    <a:pt x="10484803" y="5546676"/>
                  </a:lnTo>
                  <a:lnTo>
                    <a:pt x="10501482" y="5548589"/>
                  </a:lnTo>
                  <a:lnTo>
                    <a:pt x="10508547" y="5549332"/>
                  </a:lnTo>
                  <a:lnTo>
                    <a:pt x="10509911" y="5549465"/>
                  </a:lnTo>
                  <a:lnTo>
                    <a:pt x="11981298" y="5549465"/>
                  </a:lnTo>
                  <a:lnTo>
                    <a:pt x="11981298" y="5516773"/>
                  </a:lnTo>
                  <a:lnTo>
                    <a:pt x="10509911" y="5516773"/>
                  </a:lnTo>
                  <a:lnTo>
                    <a:pt x="10509017" y="5516687"/>
                  </a:lnTo>
                  <a:lnTo>
                    <a:pt x="10503115" y="5516074"/>
                  </a:lnTo>
                  <a:lnTo>
                    <a:pt x="10488135" y="5514379"/>
                  </a:lnTo>
                  <a:lnTo>
                    <a:pt x="10461096" y="5511038"/>
                  </a:lnTo>
                  <a:lnTo>
                    <a:pt x="10420276" y="5505512"/>
                  </a:lnTo>
                  <a:lnTo>
                    <a:pt x="10365334" y="5497335"/>
                  </a:lnTo>
                  <a:lnTo>
                    <a:pt x="10297286" y="5486156"/>
                  </a:lnTo>
                  <a:lnTo>
                    <a:pt x="10218277" y="5471753"/>
                  </a:lnTo>
                  <a:lnTo>
                    <a:pt x="10131206" y="5454034"/>
                  </a:lnTo>
                  <a:lnTo>
                    <a:pt x="10039268" y="5433006"/>
                  </a:lnTo>
                  <a:lnTo>
                    <a:pt x="9945542" y="5408726"/>
                  </a:lnTo>
                  <a:lnTo>
                    <a:pt x="9852687" y="5381259"/>
                  </a:lnTo>
                  <a:lnTo>
                    <a:pt x="9762774" y="5350635"/>
                  </a:lnTo>
                  <a:lnTo>
                    <a:pt x="9677244" y="5316814"/>
                  </a:lnTo>
                  <a:lnTo>
                    <a:pt x="9596962" y="5279667"/>
                  </a:lnTo>
                  <a:lnTo>
                    <a:pt x="9522306" y="5238971"/>
                  </a:lnTo>
                  <a:lnTo>
                    <a:pt x="9453283" y="5194399"/>
                  </a:lnTo>
                  <a:lnTo>
                    <a:pt x="9389633" y="5145531"/>
                  </a:lnTo>
                  <a:lnTo>
                    <a:pt x="9330920" y="5091858"/>
                  </a:lnTo>
                  <a:lnTo>
                    <a:pt x="9276597" y="5032804"/>
                  </a:lnTo>
                  <a:lnTo>
                    <a:pt x="9226068" y="4967755"/>
                  </a:lnTo>
                  <a:lnTo>
                    <a:pt x="9178717" y="4896105"/>
                  </a:lnTo>
                  <a:lnTo>
                    <a:pt x="9133950" y="4817341"/>
                  </a:lnTo>
                  <a:lnTo>
                    <a:pt x="9091219" y="4731161"/>
                  </a:lnTo>
                  <a:lnTo>
                    <a:pt x="9084767" y="4717182"/>
                  </a:lnTo>
                  <a:lnTo>
                    <a:pt x="9054717" y="4648703"/>
                  </a:lnTo>
                  <a:lnTo>
                    <a:pt x="9025305" y="4576209"/>
                  </a:lnTo>
                  <a:lnTo>
                    <a:pt x="8996392" y="4499620"/>
                  </a:lnTo>
                  <a:lnTo>
                    <a:pt x="8967861" y="4418896"/>
                  </a:lnTo>
                  <a:lnTo>
                    <a:pt x="8939613" y="4334039"/>
                  </a:lnTo>
                  <a:lnTo>
                    <a:pt x="8911566" y="4245101"/>
                  </a:lnTo>
                  <a:lnTo>
                    <a:pt x="8883653" y="4152182"/>
                  </a:lnTo>
                  <a:lnTo>
                    <a:pt x="8855820" y="4055436"/>
                  </a:lnTo>
                  <a:lnTo>
                    <a:pt x="8828025" y="3955072"/>
                  </a:lnTo>
                  <a:lnTo>
                    <a:pt x="8800236" y="3851353"/>
                  </a:lnTo>
                  <a:lnTo>
                    <a:pt x="8772432" y="3744595"/>
                  </a:lnTo>
                  <a:lnTo>
                    <a:pt x="8744600" y="3635165"/>
                  </a:lnTo>
                  <a:lnTo>
                    <a:pt x="8716735" y="3523476"/>
                  </a:lnTo>
                  <a:lnTo>
                    <a:pt x="8688836" y="3409980"/>
                  </a:lnTo>
                  <a:lnTo>
                    <a:pt x="8660911" y="3295165"/>
                  </a:lnTo>
                  <a:lnTo>
                    <a:pt x="8632968" y="3179541"/>
                  </a:lnTo>
                  <a:lnTo>
                    <a:pt x="8605018" y="3063635"/>
                  </a:lnTo>
                  <a:lnTo>
                    <a:pt x="8577074" y="2947979"/>
                  </a:lnTo>
                  <a:lnTo>
                    <a:pt x="8549147" y="2833099"/>
                  </a:lnTo>
                  <a:lnTo>
                    <a:pt x="8521246" y="2719507"/>
                  </a:lnTo>
                  <a:lnTo>
                    <a:pt x="8493379" y="2607692"/>
                  </a:lnTo>
                  <a:lnTo>
                    <a:pt x="8465545" y="2498109"/>
                  </a:lnTo>
                  <a:lnTo>
                    <a:pt x="8437740" y="2391175"/>
                  </a:lnTo>
                  <a:lnTo>
                    <a:pt x="8409950" y="2287258"/>
                  </a:lnTo>
                  <a:lnTo>
                    <a:pt x="8382156" y="2186678"/>
                  </a:lnTo>
                  <a:lnTo>
                    <a:pt x="8354326" y="2089701"/>
                  </a:lnTo>
                  <a:lnTo>
                    <a:pt x="8326420" y="1996540"/>
                  </a:lnTo>
                  <a:lnTo>
                    <a:pt x="8298383" y="1907351"/>
                  </a:lnTo>
                  <a:lnTo>
                    <a:pt x="8270150" y="1822240"/>
                  </a:lnTo>
                  <a:lnTo>
                    <a:pt x="8241639" y="1741259"/>
                  </a:lnTo>
                  <a:lnTo>
                    <a:pt x="8212754" y="1664415"/>
                  </a:lnTo>
                  <a:lnTo>
                    <a:pt x="8183376" y="1591669"/>
                  </a:lnTo>
                  <a:lnTo>
                    <a:pt x="8153370" y="1522944"/>
                  </a:lnTo>
                  <a:lnTo>
                    <a:pt x="8151487" y="1518815"/>
                  </a:lnTo>
                  <a:lnTo>
                    <a:pt x="8109026" y="1431485"/>
                  </a:lnTo>
                  <a:lnTo>
                    <a:pt x="8064608" y="1351587"/>
                  </a:lnTo>
                  <a:lnTo>
                    <a:pt x="8017695" y="1278868"/>
                  </a:lnTo>
                  <a:lnTo>
                    <a:pt x="7967696" y="1212837"/>
                  </a:lnTo>
                  <a:lnTo>
                    <a:pt x="7914000" y="1152897"/>
                  </a:lnTo>
                  <a:lnTo>
                    <a:pt x="7856002" y="1098432"/>
                  </a:lnTo>
                  <a:lnTo>
                    <a:pt x="7793147" y="1048857"/>
                  </a:lnTo>
                  <a:lnTo>
                    <a:pt x="7724977" y="1003651"/>
                  </a:lnTo>
                  <a:lnTo>
                    <a:pt x="7651199" y="962379"/>
                  </a:lnTo>
                  <a:lnTo>
                    <a:pt x="7571772" y="924701"/>
                  </a:lnTo>
                  <a:lnTo>
                    <a:pt x="7487010" y="890377"/>
                  </a:lnTo>
                  <a:lnTo>
                    <a:pt x="7397695" y="859263"/>
                  </a:lnTo>
                  <a:lnTo>
                    <a:pt x="7305175" y="831308"/>
                  </a:lnTo>
                  <a:lnTo>
                    <a:pt x="7211424" y="806532"/>
                  </a:lnTo>
                  <a:lnTo>
                    <a:pt x="7119017" y="784997"/>
                  </a:lnTo>
                  <a:lnTo>
                    <a:pt x="7030983" y="766764"/>
                  </a:lnTo>
                  <a:lnTo>
                    <a:pt x="6950527" y="751852"/>
                  </a:lnTo>
                  <a:lnTo>
                    <a:pt x="6880620" y="740186"/>
                  </a:lnTo>
                  <a:lnTo>
                    <a:pt x="6823555" y="731565"/>
                  </a:lnTo>
                  <a:lnTo>
                    <a:pt x="6780540" y="725658"/>
                  </a:lnTo>
                  <a:lnTo>
                    <a:pt x="6751450" y="722013"/>
                  </a:lnTo>
                  <a:lnTo>
                    <a:pt x="6734771" y="720100"/>
                  </a:lnTo>
                  <a:lnTo>
                    <a:pt x="6727707" y="719356"/>
                  </a:lnTo>
                  <a:lnTo>
                    <a:pt x="6726343" y="719223"/>
                  </a:lnTo>
                  <a:lnTo>
                    <a:pt x="5254955" y="719223"/>
                  </a:lnTo>
                  <a:lnTo>
                    <a:pt x="5253724" y="719205"/>
                  </a:lnTo>
                  <a:lnTo>
                    <a:pt x="5245643" y="719077"/>
                  </a:lnTo>
                  <a:lnTo>
                    <a:pt x="5225322" y="718724"/>
                  </a:lnTo>
                  <a:lnTo>
                    <a:pt x="5189113" y="718027"/>
                  </a:lnTo>
                  <a:lnTo>
                    <a:pt x="5135392" y="716882"/>
                  </a:lnTo>
                  <a:lnTo>
                    <a:pt x="5064677" y="715202"/>
                  </a:lnTo>
                  <a:lnTo>
                    <a:pt x="4979405" y="712932"/>
                  </a:lnTo>
                  <a:lnTo>
                    <a:pt x="4883371" y="710047"/>
                  </a:lnTo>
                  <a:lnTo>
                    <a:pt x="4780967" y="706543"/>
                  </a:lnTo>
                  <a:lnTo>
                    <a:pt x="4676458" y="702434"/>
                  </a:lnTo>
                  <a:lnTo>
                    <a:pt x="4573455" y="697733"/>
                  </a:lnTo>
                  <a:lnTo>
                    <a:pt x="4474645" y="692442"/>
                  </a:lnTo>
                  <a:lnTo>
                    <a:pt x="4381762" y="686547"/>
                  </a:lnTo>
                  <a:lnTo>
                    <a:pt x="4295693" y="680014"/>
                  </a:lnTo>
                  <a:lnTo>
                    <a:pt x="4216663" y="672784"/>
                  </a:lnTo>
                  <a:lnTo>
                    <a:pt x="4144425" y="664776"/>
                  </a:lnTo>
                  <a:lnTo>
                    <a:pt x="4078418" y="655888"/>
                  </a:lnTo>
                  <a:lnTo>
                    <a:pt x="4017901" y="646001"/>
                  </a:lnTo>
                  <a:lnTo>
                    <a:pt x="3962045" y="634989"/>
                  </a:lnTo>
                  <a:lnTo>
                    <a:pt x="3910002" y="622727"/>
                  </a:lnTo>
                  <a:lnTo>
                    <a:pt x="3860959" y="609117"/>
                  </a:lnTo>
                  <a:lnTo>
                    <a:pt x="3829811" y="599353"/>
                  </a:lnTo>
                  <a:lnTo>
                    <a:pt x="3776715" y="580640"/>
                  </a:lnTo>
                  <a:lnTo>
                    <a:pt x="3725307" y="559989"/>
                  </a:lnTo>
                  <a:lnTo>
                    <a:pt x="3674938" y="537371"/>
                  </a:lnTo>
                  <a:lnTo>
                    <a:pt x="3625136" y="512828"/>
                  </a:lnTo>
                  <a:lnTo>
                    <a:pt x="3575576" y="486480"/>
                  </a:lnTo>
                  <a:lnTo>
                    <a:pt x="3526050" y="458526"/>
                  </a:lnTo>
                  <a:lnTo>
                    <a:pt x="3476449" y="429249"/>
                  </a:lnTo>
                  <a:lnTo>
                    <a:pt x="3426743" y="398999"/>
                  </a:lnTo>
                  <a:lnTo>
                    <a:pt x="3376960" y="368184"/>
                  </a:lnTo>
                  <a:lnTo>
                    <a:pt x="3327158" y="337245"/>
                  </a:lnTo>
                  <a:lnTo>
                    <a:pt x="3277404" y="306629"/>
                  </a:lnTo>
                  <a:lnTo>
                    <a:pt x="3227745" y="276766"/>
                  </a:lnTo>
                  <a:lnTo>
                    <a:pt x="3178185" y="248039"/>
                  </a:lnTo>
                  <a:lnTo>
                    <a:pt x="3128662" y="220772"/>
                  </a:lnTo>
                  <a:lnTo>
                    <a:pt x="3079027" y="195210"/>
                  </a:lnTo>
                  <a:lnTo>
                    <a:pt x="3029020" y="171516"/>
                  </a:lnTo>
                  <a:lnTo>
                    <a:pt x="2978255" y="149775"/>
                  </a:lnTo>
                  <a:lnTo>
                    <a:pt x="2926186" y="129996"/>
                  </a:lnTo>
                  <a:lnTo>
                    <a:pt x="2896531" y="119870"/>
                  </a:lnTo>
                  <a:lnTo>
                    <a:pt x="2849068" y="105343"/>
                  </a:lnTo>
                  <a:lnTo>
                    <a:pt x="2799096" y="92198"/>
                  </a:lnTo>
                  <a:lnTo>
                    <a:pt x="2745855" y="80372"/>
                  </a:lnTo>
                  <a:lnTo>
                    <a:pt x="2688517" y="69755"/>
                  </a:lnTo>
                  <a:lnTo>
                    <a:pt x="2626231" y="60220"/>
                  </a:lnTo>
                  <a:lnTo>
                    <a:pt x="2558191" y="51643"/>
                  </a:lnTo>
                  <a:lnTo>
                    <a:pt x="2483703" y="43908"/>
                  </a:lnTo>
                  <a:lnTo>
                    <a:pt x="2402298" y="36922"/>
                  </a:lnTo>
                  <a:lnTo>
                    <a:pt x="2313868" y="30611"/>
                  </a:lnTo>
                  <a:lnTo>
                    <a:pt x="2218840" y="24923"/>
                  </a:lnTo>
                  <a:lnTo>
                    <a:pt x="2118370" y="19832"/>
                  </a:lnTo>
                  <a:lnTo>
                    <a:pt x="2014507" y="15331"/>
                  </a:lnTo>
                  <a:lnTo>
                    <a:pt x="1910266" y="11425"/>
                  </a:lnTo>
                  <a:lnTo>
                    <a:pt x="1809521" y="8130"/>
                  </a:lnTo>
                  <a:lnTo>
                    <a:pt x="1716652" y="5454"/>
                  </a:lnTo>
                  <a:lnTo>
                    <a:pt x="1635937" y="3388"/>
                  </a:lnTo>
                  <a:lnTo>
                    <a:pt x="1570790" y="1897"/>
                  </a:lnTo>
                  <a:lnTo>
                    <a:pt x="1523046" y="915"/>
                  </a:lnTo>
                  <a:lnTo>
                    <a:pt x="1492505" y="347"/>
                  </a:lnTo>
                  <a:lnTo>
                    <a:pt x="1476829" y="83"/>
                  </a:lnTo>
                  <a:lnTo>
                    <a:pt x="1471750" y="5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381" name="pl381"/>
            <p:cNvSpPr/>
            <p:nvPr/>
          </p:nvSpPr>
          <p:spPr>
            <a:xfrm>
              <a:off x="4799595" y="3263440"/>
              <a:ext cx="11981298" cy="5516773"/>
            </a:xfrm>
            <a:custGeom>
              <a:avLst/>
              <a:pathLst>
                <a:path w="11981298" h="5516773">
                  <a:moveTo>
                    <a:pt x="0" y="0"/>
                  </a:moveTo>
                  <a:lnTo>
                    <a:pt x="1471387" y="0"/>
                  </a:lnTo>
                  <a:lnTo>
                    <a:pt x="1472618" y="17"/>
                  </a:lnTo>
                  <a:lnTo>
                    <a:pt x="1480699" y="145"/>
                  </a:lnTo>
                  <a:lnTo>
                    <a:pt x="1501021" y="499"/>
                  </a:lnTo>
                  <a:lnTo>
                    <a:pt x="1537229" y="1196"/>
                  </a:lnTo>
                  <a:lnTo>
                    <a:pt x="1590950" y="2341"/>
                  </a:lnTo>
                  <a:lnTo>
                    <a:pt x="1661665" y="4020"/>
                  </a:lnTo>
                  <a:lnTo>
                    <a:pt x="1746937" y="6290"/>
                  </a:lnTo>
                  <a:lnTo>
                    <a:pt x="1842971" y="9176"/>
                  </a:lnTo>
                  <a:lnTo>
                    <a:pt x="1945375" y="12680"/>
                  </a:lnTo>
                  <a:lnTo>
                    <a:pt x="2049884" y="16789"/>
                  </a:lnTo>
                  <a:lnTo>
                    <a:pt x="2152887" y="21490"/>
                  </a:lnTo>
                  <a:lnTo>
                    <a:pt x="2251697" y="26781"/>
                  </a:lnTo>
                  <a:lnTo>
                    <a:pt x="2344580" y="32676"/>
                  </a:lnTo>
                  <a:lnTo>
                    <a:pt x="2430649" y="39209"/>
                  </a:lnTo>
                  <a:lnTo>
                    <a:pt x="2509679" y="46439"/>
                  </a:lnTo>
                  <a:lnTo>
                    <a:pt x="2581917" y="54447"/>
                  </a:lnTo>
                  <a:lnTo>
                    <a:pt x="2647924" y="63335"/>
                  </a:lnTo>
                  <a:lnTo>
                    <a:pt x="2708441" y="73222"/>
                  </a:lnTo>
                  <a:lnTo>
                    <a:pt x="2764297" y="84234"/>
                  </a:lnTo>
                  <a:lnTo>
                    <a:pt x="2816340" y="96496"/>
                  </a:lnTo>
                  <a:lnTo>
                    <a:pt x="2865383" y="110106"/>
                  </a:lnTo>
                  <a:lnTo>
                    <a:pt x="2896531" y="119870"/>
                  </a:lnTo>
                  <a:lnTo>
                    <a:pt x="2949627" y="138582"/>
                  </a:lnTo>
                  <a:lnTo>
                    <a:pt x="3001035" y="159234"/>
                  </a:lnTo>
                  <a:lnTo>
                    <a:pt x="3051404" y="181852"/>
                  </a:lnTo>
                  <a:lnTo>
                    <a:pt x="3101206" y="206395"/>
                  </a:lnTo>
                  <a:lnTo>
                    <a:pt x="3150766" y="232743"/>
                  </a:lnTo>
                  <a:lnTo>
                    <a:pt x="3200293" y="260697"/>
                  </a:lnTo>
                  <a:lnTo>
                    <a:pt x="3249893" y="289974"/>
                  </a:lnTo>
                  <a:lnTo>
                    <a:pt x="3299599" y="320224"/>
                  </a:lnTo>
                  <a:lnTo>
                    <a:pt x="3349382" y="351039"/>
                  </a:lnTo>
                  <a:lnTo>
                    <a:pt x="3399184" y="381978"/>
                  </a:lnTo>
                  <a:lnTo>
                    <a:pt x="3448938" y="412594"/>
                  </a:lnTo>
                  <a:lnTo>
                    <a:pt x="3498597" y="442457"/>
                  </a:lnTo>
                  <a:lnTo>
                    <a:pt x="3548157" y="471183"/>
                  </a:lnTo>
                  <a:lnTo>
                    <a:pt x="3597680" y="498451"/>
                  </a:lnTo>
                  <a:lnTo>
                    <a:pt x="3647316" y="524013"/>
                  </a:lnTo>
                  <a:lnTo>
                    <a:pt x="3697322" y="547707"/>
                  </a:lnTo>
                  <a:lnTo>
                    <a:pt x="3748087" y="569448"/>
                  </a:lnTo>
                  <a:lnTo>
                    <a:pt x="3800156" y="589227"/>
                  </a:lnTo>
                  <a:lnTo>
                    <a:pt x="3829811" y="599353"/>
                  </a:lnTo>
                  <a:lnTo>
                    <a:pt x="3877274" y="613880"/>
                  </a:lnTo>
                  <a:lnTo>
                    <a:pt x="3927247" y="627025"/>
                  </a:lnTo>
                  <a:lnTo>
                    <a:pt x="3980487" y="638851"/>
                  </a:lnTo>
                  <a:lnTo>
                    <a:pt x="4037825" y="649468"/>
                  </a:lnTo>
                  <a:lnTo>
                    <a:pt x="4100111" y="659002"/>
                  </a:lnTo>
                  <a:lnTo>
                    <a:pt x="4168151" y="667580"/>
                  </a:lnTo>
                  <a:lnTo>
                    <a:pt x="4242639" y="675314"/>
                  </a:lnTo>
                  <a:lnTo>
                    <a:pt x="4324044" y="682301"/>
                  </a:lnTo>
                  <a:lnTo>
                    <a:pt x="4412474" y="688612"/>
                  </a:lnTo>
                  <a:lnTo>
                    <a:pt x="4507502" y="694299"/>
                  </a:lnTo>
                  <a:lnTo>
                    <a:pt x="4607972" y="699390"/>
                  </a:lnTo>
                  <a:lnTo>
                    <a:pt x="4711835" y="703892"/>
                  </a:lnTo>
                  <a:lnTo>
                    <a:pt x="4816076" y="707798"/>
                  </a:lnTo>
                  <a:lnTo>
                    <a:pt x="4916821" y="711093"/>
                  </a:lnTo>
                  <a:lnTo>
                    <a:pt x="5009690" y="713769"/>
                  </a:lnTo>
                  <a:lnTo>
                    <a:pt x="5090405" y="715835"/>
                  </a:lnTo>
                  <a:lnTo>
                    <a:pt x="5155553" y="717326"/>
                  </a:lnTo>
                  <a:lnTo>
                    <a:pt x="5203296" y="718308"/>
                  </a:lnTo>
                  <a:lnTo>
                    <a:pt x="5233838" y="718876"/>
                  </a:lnTo>
                  <a:lnTo>
                    <a:pt x="5249513" y="719140"/>
                  </a:lnTo>
                  <a:lnTo>
                    <a:pt x="5254592" y="719218"/>
                  </a:lnTo>
                  <a:lnTo>
                    <a:pt x="5254955" y="719223"/>
                  </a:lnTo>
                  <a:lnTo>
                    <a:pt x="6726343" y="719223"/>
                  </a:lnTo>
                  <a:lnTo>
                    <a:pt x="6727236" y="719310"/>
                  </a:lnTo>
                  <a:lnTo>
                    <a:pt x="6733138" y="719923"/>
                  </a:lnTo>
                  <a:lnTo>
                    <a:pt x="6748119" y="721618"/>
                  </a:lnTo>
                  <a:lnTo>
                    <a:pt x="6775157" y="724959"/>
                  </a:lnTo>
                  <a:lnTo>
                    <a:pt x="6815977" y="730485"/>
                  </a:lnTo>
                  <a:lnTo>
                    <a:pt x="6870919" y="738661"/>
                  </a:lnTo>
                  <a:lnTo>
                    <a:pt x="6938967" y="749841"/>
                  </a:lnTo>
                  <a:lnTo>
                    <a:pt x="7017976" y="764244"/>
                  </a:lnTo>
                  <a:lnTo>
                    <a:pt x="7105047" y="781962"/>
                  </a:lnTo>
                  <a:lnTo>
                    <a:pt x="7196985" y="802991"/>
                  </a:lnTo>
                  <a:lnTo>
                    <a:pt x="7290711" y="827271"/>
                  </a:lnTo>
                  <a:lnTo>
                    <a:pt x="7383566" y="854737"/>
                  </a:lnTo>
                  <a:lnTo>
                    <a:pt x="7473480" y="885362"/>
                  </a:lnTo>
                  <a:lnTo>
                    <a:pt x="7559009" y="919183"/>
                  </a:lnTo>
                  <a:lnTo>
                    <a:pt x="7639291" y="956330"/>
                  </a:lnTo>
                  <a:lnTo>
                    <a:pt x="7713947" y="997026"/>
                  </a:lnTo>
                  <a:lnTo>
                    <a:pt x="7782970" y="1041598"/>
                  </a:lnTo>
                  <a:lnTo>
                    <a:pt x="7846620" y="1090466"/>
                  </a:lnTo>
                  <a:lnTo>
                    <a:pt x="7905334" y="1144139"/>
                  </a:lnTo>
                  <a:lnTo>
                    <a:pt x="7959656" y="1203192"/>
                  </a:lnTo>
                  <a:lnTo>
                    <a:pt x="8010186" y="1268242"/>
                  </a:lnTo>
                  <a:lnTo>
                    <a:pt x="8057536" y="1339892"/>
                  </a:lnTo>
                  <a:lnTo>
                    <a:pt x="8102303" y="1418656"/>
                  </a:lnTo>
                  <a:lnTo>
                    <a:pt x="8145034" y="1504836"/>
                  </a:lnTo>
                  <a:lnTo>
                    <a:pt x="8151487" y="1518815"/>
                  </a:lnTo>
                  <a:lnTo>
                    <a:pt x="8181537" y="1587294"/>
                  </a:lnTo>
                  <a:lnTo>
                    <a:pt x="8210949" y="1659788"/>
                  </a:lnTo>
                  <a:lnTo>
                    <a:pt x="8239861" y="1736377"/>
                  </a:lnTo>
                  <a:lnTo>
                    <a:pt x="8268392" y="1817101"/>
                  </a:lnTo>
                  <a:lnTo>
                    <a:pt x="8296640" y="1901957"/>
                  </a:lnTo>
                  <a:lnTo>
                    <a:pt x="8324687" y="1990896"/>
                  </a:lnTo>
                  <a:lnTo>
                    <a:pt x="8352600" y="2083815"/>
                  </a:lnTo>
                  <a:lnTo>
                    <a:pt x="8380433" y="2180561"/>
                  </a:lnTo>
                  <a:lnTo>
                    <a:pt x="8408228" y="2280925"/>
                  </a:lnTo>
                  <a:lnTo>
                    <a:pt x="8436017" y="2384644"/>
                  </a:lnTo>
                  <a:lnTo>
                    <a:pt x="8463821" y="2491402"/>
                  </a:lnTo>
                  <a:lnTo>
                    <a:pt x="8491653" y="2600832"/>
                  </a:lnTo>
                  <a:lnTo>
                    <a:pt x="8519518" y="2712521"/>
                  </a:lnTo>
                  <a:lnTo>
                    <a:pt x="8547417" y="2826016"/>
                  </a:lnTo>
                  <a:lnTo>
                    <a:pt x="8575342" y="2940832"/>
                  </a:lnTo>
                  <a:lnTo>
                    <a:pt x="8603286" y="3056455"/>
                  </a:lnTo>
                  <a:lnTo>
                    <a:pt x="8631236" y="3172361"/>
                  </a:lnTo>
                  <a:lnTo>
                    <a:pt x="8659180" y="3288018"/>
                  </a:lnTo>
                  <a:lnTo>
                    <a:pt x="8687107" y="3402898"/>
                  </a:lnTo>
                  <a:lnTo>
                    <a:pt x="8715007" y="3516490"/>
                  </a:lnTo>
                  <a:lnTo>
                    <a:pt x="8742874" y="3628305"/>
                  </a:lnTo>
                  <a:lnTo>
                    <a:pt x="8770708" y="3737887"/>
                  </a:lnTo>
                  <a:lnTo>
                    <a:pt x="8798514" y="3844822"/>
                  </a:lnTo>
                  <a:lnTo>
                    <a:pt x="8826303" y="3948739"/>
                  </a:lnTo>
                  <a:lnTo>
                    <a:pt x="8854097" y="4049319"/>
                  </a:lnTo>
                  <a:lnTo>
                    <a:pt x="8881927" y="4146296"/>
                  </a:lnTo>
                  <a:lnTo>
                    <a:pt x="8909833" y="4239457"/>
                  </a:lnTo>
                  <a:lnTo>
                    <a:pt x="8937870" y="4328646"/>
                  </a:lnTo>
                  <a:lnTo>
                    <a:pt x="8966103" y="4413757"/>
                  </a:lnTo>
                  <a:lnTo>
                    <a:pt x="8994614" y="4494738"/>
                  </a:lnTo>
                  <a:lnTo>
                    <a:pt x="9023500" y="4571582"/>
                  </a:lnTo>
                  <a:lnTo>
                    <a:pt x="9052877" y="4644328"/>
                  </a:lnTo>
                  <a:lnTo>
                    <a:pt x="9082883" y="4713053"/>
                  </a:lnTo>
                  <a:lnTo>
                    <a:pt x="9084767" y="4717182"/>
                  </a:lnTo>
                  <a:lnTo>
                    <a:pt x="9127227" y="4804511"/>
                  </a:lnTo>
                  <a:lnTo>
                    <a:pt x="9171645" y="4884410"/>
                  </a:lnTo>
                  <a:lnTo>
                    <a:pt x="9218558" y="4957129"/>
                  </a:lnTo>
                  <a:lnTo>
                    <a:pt x="9268557" y="5023160"/>
                  </a:lnTo>
                  <a:lnTo>
                    <a:pt x="9322253" y="5083099"/>
                  </a:lnTo>
                  <a:lnTo>
                    <a:pt x="9380251" y="5137564"/>
                  </a:lnTo>
                  <a:lnTo>
                    <a:pt x="9443106" y="5187140"/>
                  </a:lnTo>
                  <a:lnTo>
                    <a:pt x="9511276" y="5232346"/>
                  </a:lnTo>
                  <a:lnTo>
                    <a:pt x="9585054" y="5273617"/>
                  </a:lnTo>
                  <a:lnTo>
                    <a:pt x="9664481" y="5311295"/>
                  </a:lnTo>
                  <a:lnTo>
                    <a:pt x="9749243" y="5345620"/>
                  </a:lnTo>
                  <a:lnTo>
                    <a:pt x="9838558" y="5376734"/>
                  </a:lnTo>
                  <a:lnTo>
                    <a:pt x="9931078" y="5404688"/>
                  </a:lnTo>
                  <a:lnTo>
                    <a:pt x="10024829" y="5429464"/>
                  </a:lnTo>
                  <a:lnTo>
                    <a:pt x="10117237" y="5451000"/>
                  </a:lnTo>
                  <a:lnTo>
                    <a:pt x="10205270" y="5469232"/>
                  </a:lnTo>
                  <a:lnTo>
                    <a:pt x="10285727" y="5484144"/>
                  </a:lnTo>
                  <a:lnTo>
                    <a:pt x="10355633" y="5495811"/>
                  </a:lnTo>
                  <a:lnTo>
                    <a:pt x="10412698" y="5504432"/>
                  </a:lnTo>
                  <a:lnTo>
                    <a:pt x="10455713" y="5510339"/>
                  </a:lnTo>
                  <a:lnTo>
                    <a:pt x="10484803" y="5513984"/>
                  </a:lnTo>
                  <a:lnTo>
                    <a:pt x="10501482" y="5515897"/>
                  </a:lnTo>
                  <a:lnTo>
                    <a:pt x="10508547" y="5516640"/>
                  </a:lnTo>
                  <a:lnTo>
                    <a:pt x="10509907" y="5516773"/>
                  </a:lnTo>
                  <a:lnTo>
                    <a:pt x="10509911" y="5516773"/>
                  </a:lnTo>
                  <a:lnTo>
                    <a:pt x="11981298" y="551677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82" name="pl382"/>
            <p:cNvSpPr/>
            <p:nvPr/>
          </p:nvSpPr>
          <p:spPr>
            <a:xfrm>
              <a:off x="4799595" y="3230748"/>
              <a:ext cx="11981298" cy="5516773"/>
            </a:xfrm>
            <a:custGeom>
              <a:avLst/>
              <a:pathLst>
                <a:path w="11981298" h="5516773">
                  <a:moveTo>
                    <a:pt x="11981298" y="5516773"/>
                  </a:moveTo>
                  <a:lnTo>
                    <a:pt x="10509911" y="5516773"/>
                  </a:lnTo>
                  <a:lnTo>
                    <a:pt x="10509017" y="5516687"/>
                  </a:lnTo>
                  <a:lnTo>
                    <a:pt x="10503115" y="5516074"/>
                  </a:lnTo>
                  <a:lnTo>
                    <a:pt x="10488135" y="5514379"/>
                  </a:lnTo>
                  <a:lnTo>
                    <a:pt x="10461096" y="5511038"/>
                  </a:lnTo>
                  <a:lnTo>
                    <a:pt x="10420276" y="5505512"/>
                  </a:lnTo>
                  <a:lnTo>
                    <a:pt x="10365334" y="5497335"/>
                  </a:lnTo>
                  <a:lnTo>
                    <a:pt x="10297286" y="5486156"/>
                  </a:lnTo>
                  <a:lnTo>
                    <a:pt x="10218277" y="5471753"/>
                  </a:lnTo>
                  <a:lnTo>
                    <a:pt x="10131206" y="5454034"/>
                  </a:lnTo>
                  <a:lnTo>
                    <a:pt x="10039268" y="5433006"/>
                  </a:lnTo>
                  <a:lnTo>
                    <a:pt x="9945542" y="5408726"/>
                  </a:lnTo>
                  <a:lnTo>
                    <a:pt x="9852687" y="5381259"/>
                  </a:lnTo>
                  <a:lnTo>
                    <a:pt x="9762774" y="5350635"/>
                  </a:lnTo>
                  <a:lnTo>
                    <a:pt x="9677244" y="5316814"/>
                  </a:lnTo>
                  <a:lnTo>
                    <a:pt x="9596962" y="5279667"/>
                  </a:lnTo>
                  <a:lnTo>
                    <a:pt x="9522306" y="5238971"/>
                  </a:lnTo>
                  <a:lnTo>
                    <a:pt x="9453283" y="5194399"/>
                  </a:lnTo>
                  <a:lnTo>
                    <a:pt x="9389633" y="5145531"/>
                  </a:lnTo>
                  <a:lnTo>
                    <a:pt x="9330920" y="5091858"/>
                  </a:lnTo>
                  <a:lnTo>
                    <a:pt x="9276597" y="5032804"/>
                  </a:lnTo>
                  <a:lnTo>
                    <a:pt x="9226068" y="4967755"/>
                  </a:lnTo>
                  <a:lnTo>
                    <a:pt x="9178717" y="4896105"/>
                  </a:lnTo>
                  <a:lnTo>
                    <a:pt x="9133950" y="4817341"/>
                  </a:lnTo>
                  <a:lnTo>
                    <a:pt x="9091219" y="4731161"/>
                  </a:lnTo>
                  <a:lnTo>
                    <a:pt x="9084767" y="4717182"/>
                  </a:lnTo>
                  <a:lnTo>
                    <a:pt x="9054717" y="4648703"/>
                  </a:lnTo>
                  <a:lnTo>
                    <a:pt x="9025305" y="4576209"/>
                  </a:lnTo>
                  <a:lnTo>
                    <a:pt x="8996392" y="4499620"/>
                  </a:lnTo>
                  <a:lnTo>
                    <a:pt x="8967861" y="4418896"/>
                  </a:lnTo>
                  <a:lnTo>
                    <a:pt x="8939613" y="4334039"/>
                  </a:lnTo>
                  <a:lnTo>
                    <a:pt x="8911566" y="4245101"/>
                  </a:lnTo>
                  <a:lnTo>
                    <a:pt x="8883653" y="4152182"/>
                  </a:lnTo>
                  <a:lnTo>
                    <a:pt x="8855820" y="4055436"/>
                  </a:lnTo>
                  <a:lnTo>
                    <a:pt x="8828025" y="3955072"/>
                  </a:lnTo>
                  <a:lnTo>
                    <a:pt x="8800236" y="3851353"/>
                  </a:lnTo>
                  <a:lnTo>
                    <a:pt x="8772432" y="3744595"/>
                  </a:lnTo>
                  <a:lnTo>
                    <a:pt x="8744600" y="3635165"/>
                  </a:lnTo>
                  <a:lnTo>
                    <a:pt x="8716735" y="3523476"/>
                  </a:lnTo>
                  <a:lnTo>
                    <a:pt x="8688836" y="3409980"/>
                  </a:lnTo>
                  <a:lnTo>
                    <a:pt x="8660911" y="3295165"/>
                  </a:lnTo>
                  <a:lnTo>
                    <a:pt x="8632968" y="3179541"/>
                  </a:lnTo>
                  <a:lnTo>
                    <a:pt x="8605018" y="3063635"/>
                  </a:lnTo>
                  <a:lnTo>
                    <a:pt x="8577074" y="2947979"/>
                  </a:lnTo>
                  <a:lnTo>
                    <a:pt x="8549147" y="2833099"/>
                  </a:lnTo>
                  <a:lnTo>
                    <a:pt x="8521246" y="2719507"/>
                  </a:lnTo>
                  <a:lnTo>
                    <a:pt x="8493379" y="2607692"/>
                  </a:lnTo>
                  <a:lnTo>
                    <a:pt x="8465545" y="2498109"/>
                  </a:lnTo>
                  <a:lnTo>
                    <a:pt x="8437740" y="2391175"/>
                  </a:lnTo>
                  <a:lnTo>
                    <a:pt x="8409950" y="2287258"/>
                  </a:lnTo>
                  <a:lnTo>
                    <a:pt x="8382156" y="2186678"/>
                  </a:lnTo>
                  <a:lnTo>
                    <a:pt x="8354326" y="2089701"/>
                  </a:lnTo>
                  <a:lnTo>
                    <a:pt x="8326420" y="1996540"/>
                  </a:lnTo>
                  <a:lnTo>
                    <a:pt x="8298383" y="1907351"/>
                  </a:lnTo>
                  <a:lnTo>
                    <a:pt x="8270150" y="1822240"/>
                  </a:lnTo>
                  <a:lnTo>
                    <a:pt x="8241639" y="1741259"/>
                  </a:lnTo>
                  <a:lnTo>
                    <a:pt x="8212754" y="1664415"/>
                  </a:lnTo>
                  <a:lnTo>
                    <a:pt x="8183376" y="1591669"/>
                  </a:lnTo>
                  <a:lnTo>
                    <a:pt x="8153370" y="1522944"/>
                  </a:lnTo>
                  <a:lnTo>
                    <a:pt x="8151487" y="1518815"/>
                  </a:lnTo>
                  <a:lnTo>
                    <a:pt x="8109026" y="1431485"/>
                  </a:lnTo>
                  <a:lnTo>
                    <a:pt x="8064608" y="1351587"/>
                  </a:lnTo>
                  <a:lnTo>
                    <a:pt x="8017695" y="1278868"/>
                  </a:lnTo>
                  <a:lnTo>
                    <a:pt x="7967696" y="1212837"/>
                  </a:lnTo>
                  <a:lnTo>
                    <a:pt x="7914000" y="1152897"/>
                  </a:lnTo>
                  <a:lnTo>
                    <a:pt x="7856002" y="1098432"/>
                  </a:lnTo>
                  <a:lnTo>
                    <a:pt x="7793147" y="1048857"/>
                  </a:lnTo>
                  <a:lnTo>
                    <a:pt x="7724977" y="1003651"/>
                  </a:lnTo>
                  <a:lnTo>
                    <a:pt x="7651199" y="962379"/>
                  </a:lnTo>
                  <a:lnTo>
                    <a:pt x="7571772" y="924701"/>
                  </a:lnTo>
                  <a:lnTo>
                    <a:pt x="7487010" y="890377"/>
                  </a:lnTo>
                  <a:lnTo>
                    <a:pt x="7397695" y="859263"/>
                  </a:lnTo>
                  <a:lnTo>
                    <a:pt x="7305175" y="831308"/>
                  </a:lnTo>
                  <a:lnTo>
                    <a:pt x="7211424" y="806532"/>
                  </a:lnTo>
                  <a:lnTo>
                    <a:pt x="7119017" y="784997"/>
                  </a:lnTo>
                  <a:lnTo>
                    <a:pt x="7030983" y="766764"/>
                  </a:lnTo>
                  <a:lnTo>
                    <a:pt x="6950527" y="751852"/>
                  </a:lnTo>
                  <a:lnTo>
                    <a:pt x="6880620" y="740186"/>
                  </a:lnTo>
                  <a:lnTo>
                    <a:pt x="6823555" y="731565"/>
                  </a:lnTo>
                  <a:lnTo>
                    <a:pt x="6780540" y="725658"/>
                  </a:lnTo>
                  <a:lnTo>
                    <a:pt x="6751450" y="722013"/>
                  </a:lnTo>
                  <a:lnTo>
                    <a:pt x="6734771" y="720100"/>
                  </a:lnTo>
                  <a:lnTo>
                    <a:pt x="6727707" y="719356"/>
                  </a:lnTo>
                  <a:lnTo>
                    <a:pt x="6726346" y="719224"/>
                  </a:lnTo>
                  <a:lnTo>
                    <a:pt x="6726343" y="719223"/>
                  </a:lnTo>
                  <a:lnTo>
                    <a:pt x="5254955" y="719223"/>
                  </a:lnTo>
                  <a:lnTo>
                    <a:pt x="5253724" y="719205"/>
                  </a:lnTo>
                  <a:lnTo>
                    <a:pt x="5245643" y="719077"/>
                  </a:lnTo>
                  <a:lnTo>
                    <a:pt x="5225322" y="718724"/>
                  </a:lnTo>
                  <a:lnTo>
                    <a:pt x="5189113" y="718027"/>
                  </a:lnTo>
                  <a:lnTo>
                    <a:pt x="5135392" y="716882"/>
                  </a:lnTo>
                  <a:lnTo>
                    <a:pt x="5064677" y="715202"/>
                  </a:lnTo>
                  <a:lnTo>
                    <a:pt x="4979405" y="712932"/>
                  </a:lnTo>
                  <a:lnTo>
                    <a:pt x="4883371" y="710047"/>
                  </a:lnTo>
                  <a:lnTo>
                    <a:pt x="4780967" y="706543"/>
                  </a:lnTo>
                  <a:lnTo>
                    <a:pt x="4676458" y="702434"/>
                  </a:lnTo>
                  <a:lnTo>
                    <a:pt x="4573455" y="697733"/>
                  </a:lnTo>
                  <a:lnTo>
                    <a:pt x="4474645" y="692442"/>
                  </a:lnTo>
                  <a:lnTo>
                    <a:pt x="4381762" y="686547"/>
                  </a:lnTo>
                  <a:lnTo>
                    <a:pt x="4295693" y="680014"/>
                  </a:lnTo>
                  <a:lnTo>
                    <a:pt x="4216663" y="672784"/>
                  </a:lnTo>
                  <a:lnTo>
                    <a:pt x="4144425" y="664776"/>
                  </a:lnTo>
                  <a:lnTo>
                    <a:pt x="4078418" y="655888"/>
                  </a:lnTo>
                  <a:lnTo>
                    <a:pt x="4017901" y="646001"/>
                  </a:lnTo>
                  <a:lnTo>
                    <a:pt x="3962045" y="634989"/>
                  </a:lnTo>
                  <a:lnTo>
                    <a:pt x="3910002" y="622727"/>
                  </a:lnTo>
                  <a:lnTo>
                    <a:pt x="3860959" y="609117"/>
                  </a:lnTo>
                  <a:lnTo>
                    <a:pt x="3829811" y="599353"/>
                  </a:lnTo>
                  <a:lnTo>
                    <a:pt x="3776715" y="580640"/>
                  </a:lnTo>
                  <a:lnTo>
                    <a:pt x="3725307" y="559989"/>
                  </a:lnTo>
                  <a:lnTo>
                    <a:pt x="3674938" y="537371"/>
                  </a:lnTo>
                  <a:lnTo>
                    <a:pt x="3625136" y="512828"/>
                  </a:lnTo>
                  <a:lnTo>
                    <a:pt x="3575576" y="486480"/>
                  </a:lnTo>
                  <a:lnTo>
                    <a:pt x="3526050" y="458526"/>
                  </a:lnTo>
                  <a:lnTo>
                    <a:pt x="3476449" y="429249"/>
                  </a:lnTo>
                  <a:lnTo>
                    <a:pt x="3426743" y="398999"/>
                  </a:lnTo>
                  <a:lnTo>
                    <a:pt x="3376960" y="368184"/>
                  </a:lnTo>
                  <a:lnTo>
                    <a:pt x="3327158" y="337245"/>
                  </a:lnTo>
                  <a:lnTo>
                    <a:pt x="3277404" y="306629"/>
                  </a:lnTo>
                  <a:lnTo>
                    <a:pt x="3227745" y="276766"/>
                  </a:lnTo>
                  <a:lnTo>
                    <a:pt x="3178185" y="248039"/>
                  </a:lnTo>
                  <a:lnTo>
                    <a:pt x="3128662" y="220772"/>
                  </a:lnTo>
                  <a:lnTo>
                    <a:pt x="3079027" y="195210"/>
                  </a:lnTo>
                  <a:lnTo>
                    <a:pt x="3029020" y="171516"/>
                  </a:lnTo>
                  <a:lnTo>
                    <a:pt x="2978255" y="149775"/>
                  </a:lnTo>
                  <a:lnTo>
                    <a:pt x="2926186" y="129996"/>
                  </a:lnTo>
                  <a:lnTo>
                    <a:pt x="2896531" y="119870"/>
                  </a:lnTo>
                  <a:lnTo>
                    <a:pt x="2849068" y="105343"/>
                  </a:lnTo>
                  <a:lnTo>
                    <a:pt x="2799096" y="92198"/>
                  </a:lnTo>
                  <a:lnTo>
                    <a:pt x="2745855" y="80372"/>
                  </a:lnTo>
                  <a:lnTo>
                    <a:pt x="2688517" y="69755"/>
                  </a:lnTo>
                  <a:lnTo>
                    <a:pt x="2626231" y="60220"/>
                  </a:lnTo>
                  <a:lnTo>
                    <a:pt x="2558191" y="51643"/>
                  </a:lnTo>
                  <a:lnTo>
                    <a:pt x="2483703" y="43908"/>
                  </a:lnTo>
                  <a:lnTo>
                    <a:pt x="2402298" y="36922"/>
                  </a:lnTo>
                  <a:lnTo>
                    <a:pt x="2313868" y="30611"/>
                  </a:lnTo>
                  <a:lnTo>
                    <a:pt x="2218840" y="24923"/>
                  </a:lnTo>
                  <a:lnTo>
                    <a:pt x="2118370" y="19832"/>
                  </a:lnTo>
                  <a:lnTo>
                    <a:pt x="2014507" y="15331"/>
                  </a:lnTo>
                  <a:lnTo>
                    <a:pt x="1910266" y="11425"/>
                  </a:lnTo>
                  <a:lnTo>
                    <a:pt x="1809521" y="8130"/>
                  </a:lnTo>
                  <a:lnTo>
                    <a:pt x="1716652" y="5454"/>
                  </a:lnTo>
                  <a:lnTo>
                    <a:pt x="1635937" y="3388"/>
                  </a:lnTo>
                  <a:lnTo>
                    <a:pt x="1570790" y="1897"/>
                  </a:lnTo>
                  <a:lnTo>
                    <a:pt x="1523046" y="915"/>
                  </a:lnTo>
                  <a:lnTo>
                    <a:pt x="1492505" y="347"/>
                  </a:lnTo>
                  <a:lnTo>
                    <a:pt x="1476829" y="83"/>
                  </a:lnTo>
                  <a:lnTo>
                    <a:pt x="1471750" y="5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83" name="pg383"/>
            <p:cNvSpPr/>
            <p:nvPr/>
          </p:nvSpPr>
          <p:spPr>
            <a:xfrm>
              <a:off x="4799595" y="3263440"/>
              <a:ext cx="11981298" cy="6031672"/>
            </a:xfrm>
            <a:custGeom>
              <a:avLst/>
              <a:pathLst>
                <a:path w="11981298" h="6031672">
                  <a:moveTo>
                    <a:pt x="0" y="40864"/>
                  </a:moveTo>
                  <a:lnTo>
                    <a:pt x="1471387" y="40864"/>
                  </a:lnTo>
                  <a:lnTo>
                    <a:pt x="1472618" y="40883"/>
                  </a:lnTo>
                  <a:lnTo>
                    <a:pt x="1480697" y="41014"/>
                  </a:lnTo>
                  <a:lnTo>
                    <a:pt x="1501014" y="41376"/>
                  </a:lnTo>
                  <a:lnTo>
                    <a:pt x="1537215" y="42087"/>
                  </a:lnTo>
                  <a:lnTo>
                    <a:pt x="1590924" y="43258"/>
                  </a:lnTo>
                  <a:lnTo>
                    <a:pt x="1661627" y="44976"/>
                  </a:lnTo>
                  <a:lnTo>
                    <a:pt x="1746885" y="47297"/>
                  </a:lnTo>
                  <a:lnTo>
                    <a:pt x="1842907" y="50248"/>
                  </a:lnTo>
                  <a:lnTo>
                    <a:pt x="1945300" y="53830"/>
                  </a:lnTo>
                  <a:lnTo>
                    <a:pt x="2049800" y="58031"/>
                  </a:lnTo>
                  <a:lnTo>
                    <a:pt x="2152797" y="62839"/>
                  </a:lnTo>
                  <a:lnTo>
                    <a:pt x="2251604" y="68249"/>
                  </a:lnTo>
                  <a:lnTo>
                    <a:pt x="2344486" y="74277"/>
                  </a:lnTo>
                  <a:lnTo>
                    <a:pt x="2430556" y="80957"/>
                  </a:lnTo>
                  <a:lnTo>
                    <a:pt x="2509587" y="88350"/>
                  </a:lnTo>
                  <a:lnTo>
                    <a:pt x="2581828" y="96538"/>
                  </a:lnTo>
                  <a:lnTo>
                    <a:pt x="2647838" y="105627"/>
                  </a:lnTo>
                  <a:lnTo>
                    <a:pt x="2708357" y="115735"/>
                  </a:lnTo>
                  <a:lnTo>
                    <a:pt x="2764214" y="126995"/>
                  </a:lnTo>
                  <a:lnTo>
                    <a:pt x="2816259" y="139533"/>
                  </a:lnTo>
                  <a:lnTo>
                    <a:pt x="2865302" y="153448"/>
                  </a:lnTo>
                  <a:lnTo>
                    <a:pt x="2896531" y="163459"/>
                  </a:lnTo>
                  <a:lnTo>
                    <a:pt x="2949503" y="182549"/>
                  </a:lnTo>
                  <a:lnTo>
                    <a:pt x="3000793" y="203612"/>
                  </a:lnTo>
                  <a:lnTo>
                    <a:pt x="3051046" y="226677"/>
                  </a:lnTo>
                  <a:lnTo>
                    <a:pt x="3100732" y="251702"/>
                  </a:lnTo>
                  <a:lnTo>
                    <a:pt x="3150175" y="278566"/>
                  </a:lnTo>
                  <a:lnTo>
                    <a:pt x="3199583" y="307067"/>
                  </a:lnTo>
                  <a:lnTo>
                    <a:pt x="3249064" y="336920"/>
                  </a:lnTo>
                  <a:lnTo>
                    <a:pt x="3298649" y="367770"/>
                  </a:lnTo>
                  <a:lnTo>
                    <a:pt x="3348313" y="399202"/>
                  </a:lnTo>
                  <a:lnTo>
                    <a:pt x="3397996" y="430772"/>
                  </a:lnTo>
                  <a:lnTo>
                    <a:pt x="3447633" y="462022"/>
                  </a:lnTo>
                  <a:lnTo>
                    <a:pt x="3497177" y="492518"/>
                  </a:lnTo>
                  <a:lnTo>
                    <a:pt x="3546621" y="521867"/>
                  </a:lnTo>
                  <a:lnTo>
                    <a:pt x="3596025" y="549740"/>
                  </a:lnTo>
                  <a:lnTo>
                    <a:pt x="3645535" y="575884"/>
                  </a:lnTo>
                  <a:lnTo>
                    <a:pt x="3695402" y="600131"/>
                  </a:lnTo>
                  <a:lnTo>
                    <a:pt x="3746007" y="622393"/>
                  </a:lnTo>
                  <a:lnTo>
                    <a:pt x="3797884" y="642656"/>
                  </a:lnTo>
                  <a:lnTo>
                    <a:pt x="3829811" y="653839"/>
                  </a:lnTo>
                  <a:lnTo>
                    <a:pt x="3877270" y="668695"/>
                  </a:lnTo>
                  <a:lnTo>
                    <a:pt x="3927238" y="682139"/>
                  </a:lnTo>
                  <a:lnTo>
                    <a:pt x="3980473" y="694233"/>
                  </a:lnTo>
                  <a:lnTo>
                    <a:pt x="4037806" y="705090"/>
                  </a:lnTo>
                  <a:lnTo>
                    <a:pt x="4100085" y="714841"/>
                  </a:lnTo>
                  <a:lnTo>
                    <a:pt x="4168117" y="723613"/>
                  </a:lnTo>
                  <a:lnTo>
                    <a:pt x="4242595" y="731523"/>
                  </a:lnTo>
                  <a:lnTo>
                    <a:pt x="4323989" y="738668"/>
                  </a:lnTo>
                  <a:lnTo>
                    <a:pt x="4412408" y="745123"/>
                  </a:lnTo>
                  <a:lnTo>
                    <a:pt x="4507423" y="750940"/>
                  </a:lnTo>
                  <a:lnTo>
                    <a:pt x="4607881" y="756146"/>
                  </a:lnTo>
                  <a:lnTo>
                    <a:pt x="4711734" y="760751"/>
                  </a:lnTo>
                  <a:lnTo>
                    <a:pt x="4815968" y="764745"/>
                  </a:lnTo>
                  <a:lnTo>
                    <a:pt x="4916711" y="768116"/>
                  </a:lnTo>
                  <a:lnTo>
                    <a:pt x="5009584" y="770853"/>
                  </a:lnTo>
                  <a:lnTo>
                    <a:pt x="5090310" y="772967"/>
                  </a:lnTo>
                  <a:lnTo>
                    <a:pt x="5155475" y="774492"/>
                  </a:lnTo>
                  <a:lnTo>
                    <a:pt x="5203239" y="775497"/>
                  </a:lnTo>
                  <a:lnTo>
                    <a:pt x="5233803" y="776078"/>
                  </a:lnTo>
                  <a:lnTo>
                    <a:pt x="5249498" y="776349"/>
                  </a:lnTo>
                  <a:lnTo>
                    <a:pt x="5254589" y="776429"/>
                  </a:lnTo>
                  <a:lnTo>
                    <a:pt x="5254955" y="776434"/>
                  </a:lnTo>
                  <a:lnTo>
                    <a:pt x="6726343" y="776434"/>
                  </a:lnTo>
                  <a:lnTo>
                    <a:pt x="6727207" y="776526"/>
                  </a:lnTo>
                  <a:lnTo>
                    <a:pt x="6732921" y="777175"/>
                  </a:lnTo>
                  <a:lnTo>
                    <a:pt x="6747436" y="778970"/>
                  </a:lnTo>
                  <a:lnTo>
                    <a:pt x="6773667" y="782507"/>
                  </a:lnTo>
                  <a:lnTo>
                    <a:pt x="6813328" y="788361"/>
                  </a:lnTo>
                  <a:lnTo>
                    <a:pt x="6866818" y="797029"/>
                  </a:lnTo>
                  <a:lnTo>
                    <a:pt x="6933232" y="808893"/>
                  </a:lnTo>
                  <a:lnTo>
                    <a:pt x="7010559" y="824196"/>
                  </a:lnTo>
                  <a:lnTo>
                    <a:pt x="7096041" y="843048"/>
                  </a:lnTo>
                  <a:lnTo>
                    <a:pt x="7186597" y="865449"/>
                  </a:lnTo>
                  <a:lnTo>
                    <a:pt x="7279220" y="891341"/>
                  </a:lnTo>
                  <a:lnTo>
                    <a:pt x="7371280" y="920653"/>
                  </a:lnTo>
                  <a:lnTo>
                    <a:pt x="7460698" y="953347"/>
                  </a:lnTo>
                  <a:lnTo>
                    <a:pt x="7545995" y="989455"/>
                  </a:lnTo>
                  <a:lnTo>
                    <a:pt x="7626258" y="1029096"/>
                  </a:lnTo>
                  <a:lnTo>
                    <a:pt x="7701053" y="1072492"/>
                  </a:lnTo>
                  <a:lnTo>
                    <a:pt x="7770317" y="1119968"/>
                  </a:lnTo>
                  <a:lnTo>
                    <a:pt x="7834264" y="1171953"/>
                  </a:lnTo>
                  <a:lnTo>
                    <a:pt x="7893288" y="1228969"/>
                  </a:lnTo>
                  <a:lnTo>
                    <a:pt x="7947899" y="1291612"/>
                  </a:lnTo>
                  <a:lnTo>
                    <a:pt x="7998668" y="1360530"/>
                  </a:lnTo>
                  <a:lnTo>
                    <a:pt x="8046189" y="1436370"/>
                  </a:lnTo>
                  <a:lnTo>
                    <a:pt x="8091044" y="1519712"/>
                  </a:lnTo>
                  <a:lnTo>
                    <a:pt x="8133777" y="1610946"/>
                  </a:lnTo>
                  <a:lnTo>
                    <a:pt x="8151487" y="1652307"/>
                  </a:lnTo>
                  <a:lnTo>
                    <a:pt x="8180307" y="1724128"/>
                  </a:lnTo>
                  <a:lnTo>
                    <a:pt x="8208535" y="1799986"/>
                  </a:lnTo>
                  <a:lnTo>
                    <a:pt x="8236294" y="1879961"/>
                  </a:lnTo>
                  <a:lnTo>
                    <a:pt x="8263691" y="1964097"/>
                  </a:lnTo>
                  <a:lnTo>
                    <a:pt x="8290813" y="2052396"/>
                  </a:lnTo>
                  <a:lnTo>
                    <a:pt x="8317737" y="2144819"/>
                  </a:lnTo>
                  <a:lnTo>
                    <a:pt x="8344523" y="2241279"/>
                  </a:lnTo>
                  <a:lnTo>
                    <a:pt x="8371223" y="2341642"/>
                  </a:lnTo>
                  <a:lnTo>
                    <a:pt x="8397877" y="2445723"/>
                  </a:lnTo>
                  <a:lnTo>
                    <a:pt x="8424515" y="2553287"/>
                  </a:lnTo>
                  <a:lnTo>
                    <a:pt x="8451160" y="2664048"/>
                  </a:lnTo>
                  <a:lnTo>
                    <a:pt x="8477826" y="2777674"/>
                  </a:lnTo>
                  <a:lnTo>
                    <a:pt x="8504521" y="2893786"/>
                  </a:lnTo>
                  <a:lnTo>
                    <a:pt x="8531247" y="3011966"/>
                  </a:lnTo>
                  <a:lnTo>
                    <a:pt x="8558002" y="3131762"/>
                  </a:lnTo>
                  <a:lnTo>
                    <a:pt x="8584779" y="3252694"/>
                  </a:lnTo>
                  <a:lnTo>
                    <a:pt x="8611569" y="3374262"/>
                  </a:lnTo>
                  <a:lnTo>
                    <a:pt x="8638362" y="3495956"/>
                  </a:lnTo>
                  <a:lnTo>
                    <a:pt x="8665147" y="3617263"/>
                  </a:lnTo>
                  <a:lnTo>
                    <a:pt x="8691913" y="3737677"/>
                  </a:lnTo>
                  <a:lnTo>
                    <a:pt x="8718654" y="3856706"/>
                  </a:lnTo>
                  <a:lnTo>
                    <a:pt x="8745365" y="3973885"/>
                  </a:lnTo>
                  <a:lnTo>
                    <a:pt x="8772045" y="4088777"/>
                  </a:lnTo>
                  <a:lnTo>
                    <a:pt x="8798699" y="4200985"/>
                  </a:lnTo>
                  <a:lnTo>
                    <a:pt x="8825338" y="4310152"/>
                  </a:lnTo>
                  <a:lnTo>
                    <a:pt x="8851981" y="4415971"/>
                  </a:lnTo>
                  <a:lnTo>
                    <a:pt x="8878653" y="4518180"/>
                  </a:lnTo>
                  <a:lnTo>
                    <a:pt x="8905392" y="4616571"/>
                  </a:lnTo>
                  <a:lnTo>
                    <a:pt x="8932241" y="4710983"/>
                  </a:lnTo>
                  <a:lnTo>
                    <a:pt x="8959257" y="4801309"/>
                  </a:lnTo>
                  <a:lnTo>
                    <a:pt x="8986510" y="4887484"/>
                  </a:lnTo>
                  <a:lnTo>
                    <a:pt x="9014079" y="4969493"/>
                  </a:lnTo>
                  <a:lnTo>
                    <a:pt x="9042064" y="5047358"/>
                  </a:lnTo>
                  <a:lnTo>
                    <a:pt x="9070578" y="5121143"/>
                  </a:lnTo>
                  <a:lnTo>
                    <a:pt x="9084767" y="5155799"/>
                  </a:lnTo>
                  <a:lnTo>
                    <a:pt x="9126744" y="5250439"/>
                  </a:lnTo>
                  <a:lnTo>
                    <a:pt x="9170630" y="5337117"/>
                  </a:lnTo>
                  <a:lnTo>
                    <a:pt x="9216944" y="5416096"/>
                  </a:lnTo>
                  <a:lnTo>
                    <a:pt x="9266254" y="5487891"/>
                  </a:lnTo>
                  <a:lnTo>
                    <a:pt x="9319154" y="5553131"/>
                  </a:lnTo>
                  <a:lnTo>
                    <a:pt x="9376227" y="5612471"/>
                  </a:lnTo>
                  <a:lnTo>
                    <a:pt x="9438017" y="5666535"/>
                  </a:lnTo>
                  <a:lnTo>
                    <a:pt x="9504974" y="5715877"/>
                  </a:lnTo>
                  <a:lnTo>
                    <a:pt x="9577398" y="5760968"/>
                  </a:lnTo>
                  <a:lnTo>
                    <a:pt x="9655356" y="5802178"/>
                  </a:lnTo>
                  <a:lnTo>
                    <a:pt x="9738587" y="5839773"/>
                  </a:lnTo>
                  <a:lnTo>
                    <a:pt x="9826392" y="5873916"/>
                  </a:lnTo>
                  <a:lnTo>
                    <a:pt x="9917544" y="5904672"/>
                  </a:lnTo>
                  <a:lnTo>
                    <a:pt x="10010219" y="5932031"/>
                  </a:lnTo>
                  <a:lnTo>
                    <a:pt x="10102008" y="5955931"/>
                  </a:lnTo>
                  <a:lnTo>
                    <a:pt x="10190037" y="5976302"/>
                  </a:lnTo>
                  <a:lnTo>
                    <a:pt x="10271211" y="5993113"/>
                  </a:lnTo>
                  <a:lnTo>
                    <a:pt x="10342580" y="6006423"/>
                  </a:lnTo>
                  <a:lnTo>
                    <a:pt x="10401766" y="6016416"/>
                  </a:lnTo>
                  <a:lnTo>
                    <a:pt x="10447358" y="6023416"/>
                  </a:lnTo>
                  <a:lnTo>
                    <a:pt x="10479186" y="6027875"/>
                  </a:lnTo>
                  <a:lnTo>
                    <a:pt x="10498410" y="6030341"/>
                  </a:lnTo>
                  <a:lnTo>
                    <a:pt x="10507453" y="6031406"/>
                  </a:lnTo>
                  <a:lnTo>
                    <a:pt x="10509911" y="6031672"/>
                  </a:lnTo>
                  <a:lnTo>
                    <a:pt x="11981298" y="6031672"/>
                  </a:lnTo>
                  <a:lnTo>
                    <a:pt x="11981298" y="5990807"/>
                  </a:lnTo>
                  <a:lnTo>
                    <a:pt x="10509911" y="5990807"/>
                  </a:lnTo>
                  <a:lnTo>
                    <a:pt x="10509046" y="5990716"/>
                  </a:lnTo>
                  <a:lnTo>
                    <a:pt x="10503333" y="5990066"/>
                  </a:lnTo>
                  <a:lnTo>
                    <a:pt x="10488817" y="5988272"/>
                  </a:lnTo>
                  <a:lnTo>
                    <a:pt x="10462587" y="5984734"/>
                  </a:lnTo>
                  <a:lnTo>
                    <a:pt x="10422925" y="5978881"/>
                  </a:lnTo>
                  <a:lnTo>
                    <a:pt x="10369435" y="5970213"/>
                  </a:lnTo>
                  <a:lnTo>
                    <a:pt x="10303022" y="5958349"/>
                  </a:lnTo>
                  <a:lnTo>
                    <a:pt x="10225695" y="5943045"/>
                  </a:lnTo>
                  <a:lnTo>
                    <a:pt x="10140212" y="5924194"/>
                  </a:lnTo>
                  <a:lnTo>
                    <a:pt x="10049656" y="5901793"/>
                  </a:lnTo>
                  <a:lnTo>
                    <a:pt x="9957033" y="5875901"/>
                  </a:lnTo>
                  <a:lnTo>
                    <a:pt x="9864973" y="5846589"/>
                  </a:lnTo>
                  <a:lnTo>
                    <a:pt x="9775555" y="5813894"/>
                  </a:lnTo>
                  <a:lnTo>
                    <a:pt x="9690258" y="5777786"/>
                  </a:lnTo>
                  <a:lnTo>
                    <a:pt x="9609995" y="5738145"/>
                  </a:lnTo>
                  <a:lnTo>
                    <a:pt x="9535201" y="5694750"/>
                  </a:lnTo>
                  <a:lnTo>
                    <a:pt x="9465936" y="5647274"/>
                  </a:lnTo>
                  <a:lnTo>
                    <a:pt x="9401989" y="5595288"/>
                  </a:lnTo>
                  <a:lnTo>
                    <a:pt x="9342966" y="5538273"/>
                  </a:lnTo>
                  <a:lnTo>
                    <a:pt x="9288355" y="5475629"/>
                  </a:lnTo>
                  <a:lnTo>
                    <a:pt x="9237585" y="5406712"/>
                  </a:lnTo>
                  <a:lnTo>
                    <a:pt x="9190065" y="5330871"/>
                  </a:lnTo>
                  <a:lnTo>
                    <a:pt x="9145210" y="5247529"/>
                  </a:lnTo>
                  <a:lnTo>
                    <a:pt x="9102477" y="5156295"/>
                  </a:lnTo>
                  <a:lnTo>
                    <a:pt x="9084767" y="5114934"/>
                  </a:lnTo>
                  <a:lnTo>
                    <a:pt x="9055947" y="5043113"/>
                  </a:lnTo>
                  <a:lnTo>
                    <a:pt x="9027719" y="4967255"/>
                  </a:lnTo>
                  <a:lnTo>
                    <a:pt x="8999959" y="4887280"/>
                  </a:lnTo>
                  <a:lnTo>
                    <a:pt x="8972562" y="4803145"/>
                  </a:lnTo>
                  <a:lnTo>
                    <a:pt x="8945440" y="4714846"/>
                  </a:lnTo>
                  <a:lnTo>
                    <a:pt x="8918517" y="4622423"/>
                  </a:lnTo>
                  <a:lnTo>
                    <a:pt x="8891730" y="4525962"/>
                  </a:lnTo>
                  <a:lnTo>
                    <a:pt x="8865030" y="4425599"/>
                  </a:lnTo>
                  <a:lnTo>
                    <a:pt x="8838377" y="4321518"/>
                  </a:lnTo>
                  <a:lnTo>
                    <a:pt x="8811739" y="4213954"/>
                  </a:lnTo>
                  <a:lnTo>
                    <a:pt x="8785094" y="4103193"/>
                  </a:lnTo>
                  <a:lnTo>
                    <a:pt x="8758428" y="3989568"/>
                  </a:lnTo>
                  <a:lnTo>
                    <a:pt x="8731732" y="3873456"/>
                  </a:lnTo>
                  <a:lnTo>
                    <a:pt x="8705006" y="3755276"/>
                  </a:lnTo>
                  <a:lnTo>
                    <a:pt x="8678251" y="3635480"/>
                  </a:lnTo>
                  <a:lnTo>
                    <a:pt x="8651474" y="3514548"/>
                  </a:lnTo>
                  <a:lnTo>
                    <a:pt x="8624684" y="3392979"/>
                  </a:lnTo>
                  <a:lnTo>
                    <a:pt x="8597891" y="3271285"/>
                  </a:lnTo>
                  <a:lnTo>
                    <a:pt x="8571107" y="3149978"/>
                  </a:lnTo>
                  <a:lnTo>
                    <a:pt x="8544340" y="3029565"/>
                  </a:lnTo>
                  <a:lnTo>
                    <a:pt x="8517599" y="2910535"/>
                  </a:lnTo>
                  <a:lnTo>
                    <a:pt x="8490888" y="2793357"/>
                  </a:lnTo>
                  <a:lnTo>
                    <a:pt x="8464209" y="2678464"/>
                  </a:lnTo>
                  <a:lnTo>
                    <a:pt x="8437555" y="2566257"/>
                  </a:lnTo>
                  <a:lnTo>
                    <a:pt x="8410915" y="2457089"/>
                  </a:lnTo>
                  <a:lnTo>
                    <a:pt x="8384273" y="2351271"/>
                  </a:lnTo>
                  <a:lnTo>
                    <a:pt x="8357600" y="2249062"/>
                  </a:lnTo>
                  <a:lnTo>
                    <a:pt x="8330862" y="2150671"/>
                  </a:lnTo>
                  <a:lnTo>
                    <a:pt x="8304012" y="2056258"/>
                  </a:lnTo>
                  <a:lnTo>
                    <a:pt x="8276996" y="1965933"/>
                  </a:lnTo>
                  <a:lnTo>
                    <a:pt x="8249744" y="1879757"/>
                  </a:lnTo>
                  <a:lnTo>
                    <a:pt x="8222174" y="1797749"/>
                  </a:lnTo>
                  <a:lnTo>
                    <a:pt x="8194189" y="1719883"/>
                  </a:lnTo>
                  <a:lnTo>
                    <a:pt x="8165676" y="1646098"/>
                  </a:lnTo>
                  <a:lnTo>
                    <a:pt x="8151487" y="1611442"/>
                  </a:lnTo>
                  <a:lnTo>
                    <a:pt x="8109509" y="1516802"/>
                  </a:lnTo>
                  <a:lnTo>
                    <a:pt x="8065623" y="1430124"/>
                  </a:lnTo>
                  <a:lnTo>
                    <a:pt x="8019310" y="1351145"/>
                  </a:lnTo>
                  <a:lnTo>
                    <a:pt x="7969999" y="1279351"/>
                  </a:lnTo>
                  <a:lnTo>
                    <a:pt x="7917100" y="1214111"/>
                  </a:lnTo>
                  <a:lnTo>
                    <a:pt x="7860026" y="1154770"/>
                  </a:lnTo>
                  <a:lnTo>
                    <a:pt x="7798237" y="1100707"/>
                  </a:lnTo>
                  <a:lnTo>
                    <a:pt x="7731280" y="1051365"/>
                  </a:lnTo>
                  <a:lnTo>
                    <a:pt x="7658855" y="1006274"/>
                  </a:lnTo>
                  <a:lnTo>
                    <a:pt x="7580897" y="965064"/>
                  </a:lnTo>
                  <a:lnTo>
                    <a:pt x="7497666" y="927469"/>
                  </a:lnTo>
                  <a:lnTo>
                    <a:pt x="7409861" y="893326"/>
                  </a:lnTo>
                  <a:lnTo>
                    <a:pt x="7318709" y="862569"/>
                  </a:lnTo>
                  <a:lnTo>
                    <a:pt x="7226034" y="835210"/>
                  </a:lnTo>
                  <a:lnTo>
                    <a:pt x="7134245" y="811310"/>
                  </a:lnTo>
                  <a:lnTo>
                    <a:pt x="7046216" y="790940"/>
                  </a:lnTo>
                  <a:lnTo>
                    <a:pt x="6965043" y="774129"/>
                  </a:lnTo>
                  <a:lnTo>
                    <a:pt x="6893674" y="760818"/>
                  </a:lnTo>
                  <a:lnTo>
                    <a:pt x="6834487" y="750825"/>
                  </a:lnTo>
                  <a:lnTo>
                    <a:pt x="6788895" y="743826"/>
                  </a:lnTo>
                  <a:lnTo>
                    <a:pt x="6757068" y="739367"/>
                  </a:lnTo>
                  <a:lnTo>
                    <a:pt x="6737844" y="736901"/>
                  </a:lnTo>
                  <a:lnTo>
                    <a:pt x="6728800" y="735836"/>
                  </a:lnTo>
                  <a:lnTo>
                    <a:pt x="6726343" y="735569"/>
                  </a:lnTo>
                  <a:lnTo>
                    <a:pt x="5254955" y="735569"/>
                  </a:lnTo>
                  <a:lnTo>
                    <a:pt x="5253724" y="735551"/>
                  </a:lnTo>
                  <a:lnTo>
                    <a:pt x="5245645" y="735420"/>
                  </a:lnTo>
                  <a:lnTo>
                    <a:pt x="5225328" y="735058"/>
                  </a:lnTo>
                  <a:lnTo>
                    <a:pt x="5189128" y="734346"/>
                  </a:lnTo>
                  <a:lnTo>
                    <a:pt x="5135418" y="733175"/>
                  </a:lnTo>
                  <a:lnTo>
                    <a:pt x="5064715" y="731458"/>
                  </a:lnTo>
                  <a:lnTo>
                    <a:pt x="4979457" y="729137"/>
                  </a:lnTo>
                  <a:lnTo>
                    <a:pt x="4883436" y="726186"/>
                  </a:lnTo>
                  <a:lnTo>
                    <a:pt x="4781043" y="722604"/>
                  </a:lnTo>
                  <a:lnTo>
                    <a:pt x="4676542" y="718402"/>
                  </a:lnTo>
                  <a:lnTo>
                    <a:pt x="4573545" y="713595"/>
                  </a:lnTo>
                  <a:lnTo>
                    <a:pt x="4474738" y="708184"/>
                  </a:lnTo>
                  <a:lnTo>
                    <a:pt x="4381856" y="702157"/>
                  </a:lnTo>
                  <a:lnTo>
                    <a:pt x="4295786" y="695477"/>
                  </a:lnTo>
                  <a:lnTo>
                    <a:pt x="4216755" y="688084"/>
                  </a:lnTo>
                  <a:lnTo>
                    <a:pt x="4144514" y="679895"/>
                  </a:lnTo>
                  <a:lnTo>
                    <a:pt x="4078504" y="670807"/>
                  </a:lnTo>
                  <a:lnTo>
                    <a:pt x="4017985" y="660699"/>
                  </a:lnTo>
                  <a:lnTo>
                    <a:pt x="3962128" y="649439"/>
                  </a:lnTo>
                  <a:lnTo>
                    <a:pt x="3910083" y="636901"/>
                  </a:lnTo>
                  <a:lnTo>
                    <a:pt x="3861040" y="622985"/>
                  </a:lnTo>
                  <a:lnTo>
                    <a:pt x="3829811" y="612974"/>
                  </a:lnTo>
                  <a:lnTo>
                    <a:pt x="3776839" y="593885"/>
                  </a:lnTo>
                  <a:lnTo>
                    <a:pt x="3725549" y="572822"/>
                  </a:lnTo>
                  <a:lnTo>
                    <a:pt x="3675296" y="549757"/>
                  </a:lnTo>
                  <a:lnTo>
                    <a:pt x="3625610" y="524732"/>
                  </a:lnTo>
                  <a:lnTo>
                    <a:pt x="3576167" y="497868"/>
                  </a:lnTo>
                  <a:lnTo>
                    <a:pt x="3526759" y="469367"/>
                  </a:lnTo>
                  <a:lnTo>
                    <a:pt x="3477278" y="439514"/>
                  </a:lnTo>
                  <a:lnTo>
                    <a:pt x="3427693" y="408664"/>
                  </a:lnTo>
                  <a:lnTo>
                    <a:pt x="3378030" y="377232"/>
                  </a:lnTo>
                  <a:lnTo>
                    <a:pt x="3328346" y="345662"/>
                  </a:lnTo>
                  <a:lnTo>
                    <a:pt x="3278709" y="314411"/>
                  </a:lnTo>
                  <a:lnTo>
                    <a:pt x="3229165" y="283916"/>
                  </a:lnTo>
                  <a:lnTo>
                    <a:pt x="3179721" y="254567"/>
                  </a:lnTo>
                  <a:lnTo>
                    <a:pt x="3130317" y="226694"/>
                  </a:lnTo>
                  <a:lnTo>
                    <a:pt x="3080807" y="200550"/>
                  </a:lnTo>
                  <a:lnTo>
                    <a:pt x="3030940" y="176303"/>
                  </a:lnTo>
                  <a:lnTo>
                    <a:pt x="2980335" y="154041"/>
                  </a:lnTo>
                  <a:lnTo>
                    <a:pt x="2928458" y="133778"/>
                  </a:lnTo>
                  <a:lnTo>
                    <a:pt x="2896531" y="122594"/>
                  </a:lnTo>
                  <a:lnTo>
                    <a:pt x="2849072" y="107738"/>
                  </a:lnTo>
                  <a:lnTo>
                    <a:pt x="2799104" y="94295"/>
                  </a:lnTo>
                  <a:lnTo>
                    <a:pt x="2745869" y="82201"/>
                  </a:lnTo>
                  <a:lnTo>
                    <a:pt x="2688536" y="71344"/>
                  </a:lnTo>
                  <a:lnTo>
                    <a:pt x="2626258" y="61593"/>
                  </a:lnTo>
                  <a:lnTo>
                    <a:pt x="2558225" y="52821"/>
                  </a:lnTo>
                  <a:lnTo>
                    <a:pt x="2483747" y="44911"/>
                  </a:lnTo>
                  <a:lnTo>
                    <a:pt x="2402353" y="37766"/>
                  </a:lnTo>
                  <a:lnTo>
                    <a:pt x="2313935" y="31311"/>
                  </a:lnTo>
                  <a:lnTo>
                    <a:pt x="2218919" y="25494"/>
                  </a:lnTo>
                  <a:lnTo>
                    <a:pt x="2118461" y="20288"/>
                  </a:lnTo>
                  <a:lnTo>
                    <a:pt x="2014609" y="15683"/>
                  </a:lnTo>
                  <a:lnTo>
                    <a:pt x="1910374" y="11689"/>
                  </a:lnTo>
                  <a:lnTo>
                    <a:pt x="1809631" y="8318"/>
                  </a:lnTo>
                  <a:lnTo>
                    <a:pt x="1716758" y="5580"/>
                  </a:lnTo>
                  <a:lnTo>
                    <a:pt x="1636032" y="3467"/>
                  </a:lnTo>
                  <a:lnTo>
                    <a:pt x="1570867" y="1942"/>
                  </a:lnTo>
                  <a:lnTo>
                    <a:pt x="1523103" y="936"/>
                  </a:lnTo>
                  <a:lnTo>
                    <a:pt x="1492539" y="355"/>
                  </a:lnTo>
                  <a:lnTo>
                    <a:pt x="1476844" y="85"/>
                  </a:lnTo>
                  <a:lnTo>
                    <a:pt x="1471753" y="5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384" name="pl384"/>
            <p:cNvSpPr/>
            <p:nvPr/>
          </p:nvSpPr>
          <p:spPr>
            <a:xfrm>
              <a:off x="4799595" y="3304305"/>
              <a:ext cx="11981298" cy="5990807"/>
            </a:xfrm>
            <a:custGeom>
              <a:avLst/>
              <a:pathLst>
                <a:path w="11981298" h="5990807">
                  <a:moveTo>
                    <a:pt x="0" y="0"/>
                  </a:moveTo>
                  <a:lnTo>
                    <a:pt x="1471387" y="0"/>
                  </a:lnTo>
                  <a:lnTo>
                    <a:pt x="1472618" y="18"/>
                  </a:lnTo>
                  <a:lnTo>
                    <a:pt x="1480697" y="149"/>
                  </a:lnTo>
                  <a:lnTo>
                    <a:pt x="1501014" y="511"/>
                  </a:lnTo>
                  <a:lnTo>
                    <a:pt x="1537215" y="1222"/>
                  </a:lnTo>
                  <a:lnTo>
                    <a:pt x="1590924" y="2393"/>
                  </a:lnTo>
                  <a:lnTo>
                    <a:pt x="1661627" y="4111"/>
                  </a:lnTo>
                  <a:lnTo>
                    <a:pt x="1746885" y="6432"/>
                  </a:lnTo>
                  <a:lnTo>
                    <a:pt x="1842907" y="9383"/>
                  </a:lnTo>
                  <a:lnTo>
                    <a:pt x="1945300" y="12965"/>
                  </a:lnTo>
                  <a:lnTo>
                    <a:pt x="2049800" y="17166"/>
                  </a:lnTo>
                  <a:lnTo>
                    <a:pt x="2152797" y="21974"/>
                  </a:lnTo>
                  <a:lnTo>
                    <a:pt x="2251604" y="27384"/>
                  </a:lnTo>
                  <a:lnTo>
                    <a:pt x="2344486" y="33412"/>
                  </a:lnTo>
                  <a:lnTo>
                    <a:pt x="2430556" y="40092"/>
                  </a:lnTo>
                  <a:lnTo>
                    <a:pt x="2509587" y="47485"/>
                  </a:lnTo>
                  <a:lnTo>
                    <a:pt x="2581828" y="55673"/>
                  </a:lnTo>
                  <a:lnTo>
                    <a:pt x="2647838" y="64762"/>
                  </a:lnTo>
                  <a:lnTo>
                    <a:pt x="2708357" y="74870"/>
                  </a:lnTo>
                  <a:lnTo>
                    <a:pt x="2764214" y="86130"/>
                  </a:lnTo>
                  <a:lnTo>
                    <a:pt x="2816259" y="98668"/>
                  </a:lnTo>
                  <a:lnTo>
                    <a:pt x="2865302" y="112583"/>
                  </a:lnTo>
                  <a:lnTo>
                    <a:pt x="2896531" y="122594"/>
                  </a:lnTo>
                  <a:lnTo>
                    <a:pt x="2949503" y="141684"/>
                  </a:lnTo>
                  <a:lnTo>
                    <a:pt x="3000793" y="162747"/>
                  </a:lnTo>
                  <a:lnTo>
                    <a:pt x="3051046" y="185812"/>
                  </a:lnTo>
                  <a:lnTo>
                    <a:pt x="3100732" y="210837"/>
                  </a:lnTo>
                  <a:lnTo>
                    <a:pt x="3150175" y="237701"/>
                  </a:lnTo>
                  <a:lnTo>
                    <a:pt x="3199583" y="266202"/>
                  </a:lnTo>
                  <a:lnTo>
                    <a:pt x="3249064" y="296055"/>
                  </a:lnTo>
                  <a:lnTo>
                    <a:pt x="3298649" y="326905"/>
                  </a:lnTo>
                  <a:lnTo>
                    <a:pt x="3348313" y="358337"/>
                  </a:lnTo>
                  <a:lnTo>
                    <a:pt x="3397996" y="389907"/>
                  </a:lnTo>
                  <a:lnTo>
                    <a:pt x="3447633" y="421157"/>
                  </a:lnTo>
                  <a:lnTo>
                    <a:pt x="3497177" y="451653"/>
                  </a:lnTo>
                  <a:lnTo>
                    <a:pt x="3546621" y="481002"/>
                  </a:lnTo>
                  <a:lnTo>
                    <a:pt x="3596025" y="508875"/>
                  </a:lnTo>
                  <a:lnTo>
                    <a:pt x="3645535" y="535019"/>
                  </a:lnTo>
                  <a:lnTo>
                    <a:pt x="3695402" y="559266"/>
                  </a:lnTo>
                  <a:lnTo>
                    <a:pt x="3746007" y="581528"/>
                  </a:lnTo>
                  <a:lnTo>
                    <a:pt x="3797884" y="601791"/>
                  </a:lnTo>
                  <a:lnTo>
                    <a:pt x="3829811" y="612974"/>
                  </a:lnTo>
                  <a:lnTo>
                    <a:pt x="3877270" y="627830"/>
                  </a:lnTo>
                  <a:lnTo>
                    <a:pt x="3927238" y="641274"/>
                  </a:lnTo>
                  <a:lnTo>
                    <a:pt x="3980473" y="653368"/>
                  </a:lnTo>
                  <a:lnTo>
                    <a:pt x="4037806" y="664225"/>
                  </a:lnTo>
                  <a:lnTo>
                    <a:pt x="4100085" y="673976"/>
                  </a:lnTo>
                  <a:lnTo>
                    <a:pt x="4168117" y="682748"/>
                  </a:lnTo>
                  <a:lnTo>
                    <a:pt x="4242595" y="690658"/>
                  </a:lnTo>
                  <a:lnTo>
                    <a:pt x="4323989" y="697803"/>
                  </a:lnTo>
                  <a:lnTo>
                    <a:pt x="4412408" y="704258"/>
                  </a:lnTo>
                  <a:lnTo>
                    <a:pt x="4507423" y="710075"/>
                  </a:lnTo>
                  <a:lnTo>
                    <a:pt x="4607881" y="715281"/>
                  </a:lnTo>
                  <a:lnTo>
                    <a:pt x="4711734" y="719886"/>
                  </a:lnTo>
                  <a:lnTo>
                    <a:pt x="4815968" y="723880"/>
                  </a:lnTo>
                  <a:lnTo>
                    <a:pt x="4916711" y="727251"/>
                  </a:lnTo>
                  <a:lnTo>
                    <a:pt x="5009584" y="729988"/>
                  </a:lnTo>
                  <a:lnTo>
                    <a:pt x="5090310" y="732102"/>
                  </a:lnTo>
                  <a:lnTo>
                    <a:pt x="5155475" y="733627"/>
                  </a:lnTo>
                  <a:lnTo>
                    <a:pt x="5203239" y="734632"/>
                  </a:lnTo>
                  <a:lnTo>
                    <a:pt x="5233803" y="735213"/>
                  </a:lnTo>
                  <a:lnTo>
                    <a:pt x="5249498" y="735484"/>
                  </a:lnTo>
                  <a:lnTo>
                    <a:pt x="5254589" y="735564"/>
                  </a:lnTo>
                  <a:lnTo>
                    <a:pt x="5254955" y="735569"/>
                  </a:lnTo>
                  <a:lnTo>
                    <a:pt x="6726343" y="735569"/>
                  </a:lnTo>
                  <a:lnTo>
                    <a:pt x="6727207" y="735661"/>
                  </a:lnTo>
                  <a:lnTo>
                    <a:pt x="6732921" y="736310"/>
                  </a:lnTo>
                  <a:lnTo>
                    <a:pt x="6747436" y="738105"/>
                  </a:lnTo>
                  <a:lnTo>
                    <a:pt x="6773667" y="741642"/>
                  </a:lnTo>
                  <a:lnTo>
                    <a:pt x="6813328" y="747496"/>
                  </a:lnTo>
                  <a:lnTo>
                    <a:pt x="6866818" y="756164"/>
                  </a:lnTo>
                  <a:lnTo>
                    <a:pt x="6933232" y="768028"/>
                  </a:lnTo>
                  <a:lnTo>
                    <a:pt x="7010559" y="783331"/>
                  </a:lnTo>
                  <a:lnTo>
                    <a:pt x="7096041" y="802183"/>
                  </a:lnTo>
                  <a:lnTo>
                    <a:pt x="7186597" y="824584"/>
                  </a:lnTo>
                  <a:lnTo>
                    <a:pt x="7279220" y="850476"/>
                  </a:lnTo>
                  <a:lnTo>
                    <a:pt x="7371280" y="879788"/>
                  </a:lnTo>
                  <a:lnTo>
                    <a:pt x="7460698" y="912482"/>
                  </a:lnTo>
                  <a:lnTo>
                    <a:pt x="7545995" y="948590"/>
                  </a:lnTo>
                  <a:lnTo>
                    <a:pt x="7626258" y="988231"/>
                  </a:lnTo>
                  <a:lnTo>
                    <a:pt x="7701053" y="1031627"/>
                  </a:lnTo>
                  <a:lnTo>
                    <a:pt x="7770317" y="1079103"/>
                  </a:lnTo>
                  <a:lnTo>
                    <a:pt x="7834264" y="1131088"/>
                  </a:lnTo>
                  <a:lnTo>
                    <a:pt x="7893288" y="1188104"/>
                  </a:lnTo>
                  <a:lnTo>
                    <a:pt x="7947899" y="1250747"/>
                  </a:lnTo>
                  <a:lnTo>
                    <a:pt x="7998668" y="1319665"/>
                  </a:lnTo>
                  <a:lnTo>
                    <a:pt x="8046189" y="1395505"/>
                  </a:lnTo>
                  <a:lnTo>
                    <a:pt x="8091044" y="1478847"/>
                  </a:lnTo>
                  <a:lnTo>
                    <a:pt x="8133777" y="1570081"/>
                  </a:lnTo>
                  <a:lnTo>
                    <a:pt x="8151487" y="1611442"/>
                  </a:lnTo>
                  <a:lnTo>
                    <a:pt x="8180307" y="1683263"/>
                  </a:lnTo>
                  <a:lnTo>
                    <a:pt x="8208535" y="1759121"/>
                  </a:lnTo>
                  <a:lnTo>
                    <a:pt x="8236294" y="1839096"/>
                  </a:lnTo>
                  <a:lnTo>
                    <a:pt x="8263691" y="1923232"/>
                  </a:lnTo>
                  <a:lnTo>
                    <a:pt x="8290813" y="2011531"/>
                  </a:lnTo>
                  <a:lnTo>
                    <a:pt x="8317737" y="2103954"/>
                  </a:lnTo>
                  <a:lnTo>
                    <a:pt x="8344523" y="2200414"/>
                  </a:lnTo>
                  <a:lnTo>
                    <a:pt x="8371223" y="2300777"/>
                  </a:lnTo>
                  <a:lnTo>
                    <a:pt x="8397877" y="2404859"/>
                  </a:lnTo>
                  <a:lnTo>
                    <a:pt x="8424515" y="2512422"/>
                  </a:lnTo>
                  <a:lnTo>
                    <a:pt x="8451160" y="2623183"/>
                  </a:lnTo>
                  <a:lnTo>
                    <a:pt x="8477826" y="2736809"/>
                  </a:lnTo>
                  <a:lnTo>
                    <a:pt x="8504521" y="2852921"/>
                  </a:lnTo>
                  <a:lnTo>
                    <a:pt x="8531247" y="2971101"/>
                  </a:lnTo>
                  <a:lnTo>
                    <a:pt x="8558002" y="3090897"/>
                  </a:lnTo>
                  <a:lnTo>
                    <a:pt x="8584779" y="3211829"/>
                  </a:lnTo>
                  <a:lnTo>
                    <a:pt x="8611569" y="3333397"/>
                  </a:lnTo>
                  <a:lnTo>
                    <a:pt x="8638362" y="3455091"/>
                  </a:lnTo>
                  <a:lnTo>
                    <a:pt x="8665147" y="3576398"/>
                  </a:lnTo>
                  <a:lnTo>
                    <a:pt x="8691913" y="3696812"/>
                  </a:lnTo>
                  <a:lnTo>
                    <a:pt x="8718654" y="3815841"/>
                  </a:lnTo>
                  <a:lnTo>
                    <a:pt x="8745365" y="3933020"/>
                  </a:lnTo>
                  <a:lnTo>
                    <a:pt x="8772045" y="4047912"/>
                  </a:lnTo>
                  <a:lnTo>
                    <a:pt x="8798699" y="4160120"/>
                  </a:lnTo>
                  <a:lnTo>
                    <a:pt x="8825338" y="4269287"/>
                  </a:lnTo>
                  <a:lnTo>
                    <a:pt x="8851981" y="4375106"/>
                  </a:lnTo>
                  <a:lnTo>
                    <a:pt x="8878653" y="4477315"/>
                  </a:lnTo>
                  <a:lnTo>
                    <a:pt x="8905392" y="4575706"/>
                  </a:lnTo>
                  <a:lnTo>
                    <a:pt x="8932241" y="4670118"/>
                  </a:lnTo>
                  <a:lnTo>
                    <a:pt x="8959257" y="4760444"/>
                  </a:lnTo>
                  <a:lnTo>
                    <a:pt x="8986510" y="4846619"/>
                  </a:lnTo>
                  <a:lnTo>
                    <a:pt x="9014079" y="4928628"/>
                  </a:lnTo>
                  <a:lnTo>
                    <a:pt x="9042064" y="5006493"/>
                  </a:lnTo>
                  <a:lnTo>
                    <a:pt x="9070578" y="5080278"/>
                  </a:lnTo>
                  <a:lnTo>
                    <a:pt x="9084767" y="5114934"/>
                  </a:lnTo>
                  <a:lnTo>
                    <a:pt x="9126744" y="5209574"/>
                  </a:lnTo>
                  <a:lnTo>
                    <a:pt x="9170630" y="5296252"/>
                  </a:lnTo>
                  <a:lnTo>
                    <a:pt x="9216944" y="5375231"/>
                  </a:lnTo>
                  <a:lnTo>
                    <a:pt x="9266254" y="5447026"/>
                  </a:lnTo>
                  <a:lnTo>
                    <a:pt x="9319154" y="5512266"/>
                  </a:lnTo>
                  <a:lnTo>
                    <a:pt x="9376227" y="5571606"/>
                  </a:lnTo>
                  <a:lnTo>
                    <a:pt x="9438017" y="5625670"/>
                  </a:lnTo>
                  <a:lnTo>
                    <a:pt x="9504974" y="5675012"/>
                  </a:lnTo>
                  <a:lnTo>
                    <a:pt x="9577398" y="5720103"/>
                  </a:lnTo>
                  <a:lnTo>
                    <a:pt x="9655356" y="5761313"/>
                  </a:lnTo>
                  <a:lnTo>
                    <a:pt x="9738587" y="5798908"/>
                  </a:lnTo>
                  <a:lnTo>
                    <a:pt x="9826392" y="5833051"/>
                  </a:lnTo>
                  <a:lnTo>
                    <a:pt x="9917544" y="5863807"/>
                  </a:lnTo>
                  <a:lnTo>
                    <a:pt x="10010219" y="5891166"/>
                  </a:lnTo>
                  <a:lnTo>
                    <a:pt x="10102008" y="5915066"/>
                  </a:lnTo>
                  <a:lnTo>
                    <a:pt x="10190037" y="5935437"/>
                  </a:lnTo>
                  <a:lnTo>
                    <a:pt x="10271211" y="5952248"/>
                  </a:lnTo>
                  <a:lnTo>
                    <a:pt x="10342580" y="5965558"/>
                  </a:lnTo>
                  <a:lnTo>
                    <a:pt x="10401766" y="5975551"/>
                  </a:lnTo>
                  <a:lnTo>
                    <a:pt x="10447358" y="5982551"/>
                  </a:lnTo>
                  <a:lnTo>
                    <a:pt x="10479186" y="5987010"/>
                  </a:lnTo>
                  <a:lnTo>
                    <a:pt x="10498410" y="5989476"/>
                  </a:lnTo>
                  <a:lnTo>
                    <a:pt x="10507453" y="5990541"/>
                  </a:lnTo>
                  <a:lnTo>
                    <a:pt x="10509841" y="5990800"/>
                  </a:lnTo>
                  <a:lnTo>
                    <a:pt x="10509911" y="5990807"/>
                  </a:lnTo>
                  <a:lnTo>
                    <a:pt x="11981298" y="599080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85" name="pl385"/>
            <p:cNvSpPr/>
            <p:nvPr/>
          </p:nvSpPr>
          <p:spPr>
            <a:xfrm>
              <a:off x="4799595" y="3263440"/>
              <a:ext cx="11981298" cy="5990807"/>
            </a:xfrm>
            <a:custGeom>
              <a:avLst/>
              <a:pathLst>
                <a:path w="11981298" h="5990807">
                  <a:moveTo>
                    <a:pt x="11981298" y="5990807"/>
                  </a:moveTo>
                  <a:lnTo>
                    <a:pt x="10509911" y="5990807"/>
                  </a:lnTo>
                  <a:lnTo>
                    <a:pt x="10509046" y="5990716"/>
                  </a:lnTo>
                  <a:lnTo>
                    <a:pt x="10503333" y="5990066"/>
                  </a:lnTo>
                  <a:lnTo>
                    <a:pt x="10488817" y="5988272"/>
                  </a:lnTo>
                  <a:lnTo>
                    <a:pt x="10462587" y="5984734"/>
                  </a:lnTo>
                  <a:lnTo>
                    <a:pt x="10422925" y="5978881"/>
                  </a:lnTo>
                  <a:lnTo>
                    <a:pt x="10369435" y="5970213"/>
                  </a:lnTo>
                  <a:lnTo>
                    <a:pt x="10303022" y="5958349"/>
                  </a:lnTo>
                  <a:lnTo>
                    <a:pt x="10225695" y="5943045"/>
                  </a:lnTo>
                  <a:lnTo>
                    <a:pt x="10140212" y="5924194"/>
                  </a:lnTo>
                  <a:lnTo>
                    <a:pt x="10049656" y="5901793"/>
                  </a:lnTo>
                  <a:lnTo>
                    <a:pt x="9957033" y="5875901"/>
                  </a:lnTo>
                  <a:lnTo>
                    <a:pt x="9864973" y="5846589"/>
                  </a:lnTo>
                  <a:lnTo>
                    <a:pt x="9775555" y="5813894"/>
                  </a:lnTo>
                  <a:lnTo>
                    <a:pt x="9690258" y="5777786"/>
                  </a:lnTo>
                  <a:lnTo>
                    <a:pt x="9609995" y="5738145"/>
                  </a:lnTo>
                  <a:lnTo>
                    <a:pt x="9535201" y="5694750"/>
                  </a:lnTo>
                  <a:lnTo>
                    <a:pt x="9465936" y="5647274"/>
                  </a:lnTo>
                  <a:lnTo>
                    <a:pt x="9401989" y="5595288"/>
                  </a:lnTo>
                  <a:lnTo>
                    <a:pt x="9342966" y="5538273"/>
                  </a:lnTo>
                  <a:lnTo>
                    <a:pt x="9288355" y="5475629"/>
                  </a:lnTo>
                  <a:lnTo>
                    <a:pt x="9237585" y="5406712"/>
                  </a:lnTo>
                  <a:lnTo>
                    <a:pt x="9190065" y="5330871"/>
                  </a:lnTo>
                  <a:lnTo>
                    <a:pt x="9145210" y="5247529"/>
                  </a:lnTo>
                  <a:lnTo>
                    <a:pt x="9102477" y="5156295"/>
                  </a:lnTo>
                  <a:lnTo>
                    <a:pt x="9084767" y="5114934"/>
                  </a:lnTo>
                  <a:lnTo>
                    <a:pt x="9055947" y="5043113"/>
                  </a:lnTo>
                  <a:lnTo>
                    <a:pt x="9027719" y="4967255"/>
                  </a:lnTo>
                  <a:lnTo>
                    <a:pt x="8999959" y="4887280"/>
                  </a:lnTo>
                  <a:lnTo>
                    <a:pt x="8972562" y="4803145"/>
                  </a:lnTo>
                  <a:lnTo>
                    <a:pt x="8945440" y="4714846"/>
                  </a:lnTo>
                  <a:lnTo>
                    <a:pt x="8918517" y="4622423"/>
                  </a:lnTo>
                  <a:lnTo>
                    <a:pt x="8891730" y="4525962"/>
                  </a:lnTo>
                  <a:lnTo>
                    <a:pt x="8865030" y="4425599"/>
                  </a:lnTo>
                  <a:lnTo>
                    <a:pt x="8838377" y="4321518"/>
                  </a:lnTo>
                  <a:lnTo>
                    <a:pt x="8811739" y="4213954"/>
                  </a:lnTo>
                  <a:lnTo>
                    <a:pt x="8785094" y="4103193"/>
                  </a:lnTo>
                  <a:lnTo>
                    <a:pt x="8758428" y="3989568"/>
                  </a:lnTo>
                  <a:lnTo>
                    <a:pt x="8731732" y="3873456"/>
                  </a:lnTo>
                  <a:lnTo>
                    <a:pt x="8705006" y="3755276"/>
                  </a:lnTo>
                  <a:lnTo>
                    <a:pt x="8678251" y="3635480"/>
                  </a:lnTo>
                  <a:lnTo>
                    <a:pt x="8651474" y="3514548"/>
                  </a:lnTo>
                  <a:lnTo>
                    <a:pt x="8624684" y="3392979"/>
                  </a:lnTo>
                  <a:lnTo>
                    <a:pt x="8597891" y="3271285"/>
                  </a:lnTo>
                  <a:lnTo>
                    <a:pt x="8571107" y="3149978"/>
                  </a:lnTo>
                  <a:lnTo>
                    <a:pt x="8544340" y="3029565"/>
                  </a:lnTo>
                  <a:lnTo>
                    <a:pt x="8517599" y="2910535"/>
                  </a:lnTo>
                  <a:lnTo>
                    <a:pt x="8490888" y="2793357"/>
                  </a:lnTo>
                  <a:lnTo>
                    <a:pt x="8464209" y="2678464"/>
                  </a:lnTo>
                  <a:lnTo>
                    <a:pt x="8437555" y="2566257"/>
                  </a:lnTo>
                  <a:lnTo>
                    <a:pt x="8410915" y="2457089"/>
                  </a:lnTo>
                  <a:lnTo>
                    <a:pt x="8384273" y="2351271"/>
                  </a:lnTo>
                  <a:lnTo>
                    <a:pt x="8357600" y="2249062"/>
                  </a:lnTo>
                  <a:lnTo>
                    <a:pt x="8330862" y="2150671"/>
                  </a:lnTo>
                  <a:lnTo>
                    <a:pt x="8304012" y="2056258"/>
                  </a:lnTo>
                  <a:lnTo>
                    <a:pt x="8276996" y="1965933"/>
                  </a:lnTo>
                  <a:lnTo>
                    <a:pt x="8249744" y="1879757"/>
                  </a:lnTo>
                  <a:lnTo>
                    <a:pt x="8222174" y="1797749"/>
                  </a:lnTo>
                  <a:lnTo>
                    <a:pt x="8194189" y="1719883"/>
                  </a:lnTo>
                  <a:lnTo>
                    <a:pt x="8165676" y="1646098"/>
                  </a:lnTo>
                  <a:lnTo>
                    <a:pt x="8151487" y="1611442"/>
                  </a:lnTo>
                  <a:lnTo>
                    <a:pt x="8109509" y="1516802"/>
                  </a:lnTo>
                  <a:lnTo>
                    <a:pt x="8065623" y="1430124"/>
                  </a:lnTo>
                  <a:lnTo>
                    <a:pt x="8019310" y="1351145"/>
                  </a:lnTo>
                  <a:lnTo>
                    <a:pt x="7969999" y="1279351"/>
                  </a:lnTo>
                  <a:lnTo>
                    <a:pt x="7917100" y="1214111"/>
                  </a:lnTo>
                  <a:lnTo>
                    <a:pt x="7860026" y="1154770"/>
                  </a:lnTo>
                  <a:lnTo>
                    <a:pt x="7798237" y="1100707"/>
                  </a:lnTo>
                  <a:lnTo>
                    <a:pt x="7731280" y="1051365"/>
                  </a:lnTo>
                  <a:lnTo>
                    <a:pt x="7658855" y="1006274"/>
                  </a:lnTo>
                  <a:lnTo>
                    <a:pt x="7580897" y="965064"/>
                  </a:lnTo>
                  <a:lnTo>
                    <a:pt x="7497666" y="927469"/>
                  </a:lnTo>
                  <a:lnTo>
                    <a:pt x="7409861" y="893326"/>
                  </a:lnTo>
                  <a:lnTo>
                    <a:pt x="7318709" y="862569"/>
                  </a:lnTo>
                  <a:lnTo>
                    <a:pt x="7226034" y="835210"/>
                  </a:lnTo>
                  <a:lnTo>
                    <a:pt x="7134245" y="811310"/>
                  </a:lnTo>
                  <a:lnTo>
                    <a:pt x="7046216" y="790940"/>
                  </a:lnTo>
                  <a:lnTo>
                    <a:pt x="6965043" y="774129"/>
                  </a:lnTo>
                  <a:lnTo>
                    <a:pt x="6893674" y="760818"/>
                  </a:lnTo>
                  <a:lnTo>
                    <a:pt x="6834487" y="750825"/>
                  </a:lnTo>
                  <a:lnTo>
                    <a:pt x="6788895" y="743826"/>
                  </a:lnTo>
                  <a:lnTo>
                    <a:pt x="6757068" y="739367"/>
                  </a:lnTo>
                  <a:lnTo>
                    <a:pt x="6737844" y="736901"/>
                  </a:lnTo>
                  <a:lnTo>
                    <a:pt x="6728800" y="735836"/>
                  </a:lnTo>
                  <a:lnTo>
                    <a:pt x="6726412" y="735576"/>
                  </a:lnTo>
                  <a:lnTo>
                    <a:pt x="6726343" y="735569"/>
                  </a:lnTo>
                  <a:lnTo>
                    <a:pt x="5254955" y="735569"/>
                  </a:lnTo>
                  <a:lnTo>
                    <a:pt x="5253724" y="735551"/>
                  </a:lnTo>
                  <a:lnTo>
                    <a:pt x="5245645" y="735420"/>
                  </a:lnTo>
                  <a:lnTo>
                    <a:pt x="5225328" y="735058"/>
                  </a:lnTo>
                  <a:lnTo>
                    <a:pt x="5189128" y="734346"/>
                  </a:lnTo>
                  <a:lnTo>
                    <a:pt x="5135418" y="733175"/>
                  </a:lnTo>
                  <a:lnTo>
                    <a:pt x="5064715" y="731458"/>
                  </a:lnTo>
                  <a:lnTo>
                    <a:pt x="4979457" y="729137"/>
                  </a:lnTo>
                  <a:lnTo>
                    <a:pt x="4883436" y="726186"/>
                  </a:lnTo>
                  <a:lnTo>
                    <a:pt x="4781043" y="722604"/>
                  </a:lnTo>
                  <a:lnTo>
                    <a:pt x="4676542" y="718402"/>
                  </a:lnTo>
                  <a:lnTo>
                    <a:pt x="4573545" y="713595"/>
                  </a:lnTo>
                  <a:lnTo>
                    <a:pt x="4474738" y="708184"/>
                  </a:lnTo>
                  <a:lnTo>
                    <a:pt x="4381856" y="702157"/>
                  </a:lnTo>
                  <a:lnTo>
                    <a:pt x="4295786" y="695477"/>
                  </a:lnTo>
                  <a:lnTo>
                    <a:pt x="4216755" y="688084"/>
                  </a:lnTo>
                  <a:lnTo>
                    <a:pt x="4144514" y="679895"/>
                  </a:lnTo>
                  <a:lnTo>
                    <a:pt x="4078504" y="670807"/>
                  </a:lnTo>
                  <a:lnTo>
                    <a:pt x="4017985" y="660699"/>
                  </a:lnTo>
                  <a:lnTo>
                    <a:pt x="3962128" y="649439"/>
                  </a:lnTo>
                  <a:lnTo>
                    <a:pt x="3910083" y="636901"/>
                  </a:lnTo>
                  <a:lnTo>
                    <a:pt x="3861040" y="622985"/>
                  </a:lnTo>
                  <a:lnTo>
                    <a:pt x="3829811" y="612974"/>
                  </a:lnTo>
                  <a:lnTo>
                    <a:pt x="3776839" y="593885"/>
                  </a:lnTo>
                  <a:lnTo>
                    <a:pt x="3725549" y="572822"/>
                  </a:lnTo>
                  <a:lnTo>
                    <a:pt x="3675296" y="549757"/>
                  </a:lnTo>
                  <a:lnTo>
                    <a:pt x="3625610" y="524732"/>
                  </a:lnTo>
                  <a:lnTo>
                    <a:pt x="3576167" y="497868"/>
                  </a:lnTo>
                  <a:lnTo>
                    <a:pt x="3526759" y="469367"/>
                  </a:lnTo>
                  <a:lnTo>
                    <a:pt x="3477278" y="439514"/>
                  </a:lnTo>
                  <a:lnTo>
                    <a:pt x="3427693" y="408664"/>
                  </a:lnTo>
                  <a:lnTo>
                    <a:pt x="3378030" y="377232"/>
                  </a:lnTo>
                  <a:lnTo>
                    <a:pt x="3328346" y="345662"/>
                  </a:lnTo>
                  <a:lnTo>
                    <a:pt x="3278709" y="314411"/>
                  </a:lnTo>
                  <a:lnTo>
                    <a:pt x="3229165" y="283916"/>
                  </a:lnTo>
                  <a:lnTo>
                    <a:pt x="3179721" y="254567"/>
                  </a:lnTo>
                  <a:lnTo>
                    <a:pt x="3130317" y="226694"/>
                  </a:lnTo>
                  <a:lnTo>
                    <a:pt x="3080807" y="200550"/>
                  </a:lnTo>
                  <a:lnTo>
                    <a:pt x="3030940" y="176303"/>
                  </a:lnTo>
                  <a:lnTo>
                    <a:pt x="2980335" y="154041"/>
                  </a:lnTo>
                  <a:lnTo>
                    <a:pt x="2928458" y="133778"/>
                  </a:lnTo>
                  <a:lnTo>
                    <a:pt x="2896531" y="122594"/>
                  </a:lnTo>
                  <a:lnTo>
                    <a:pt x="2849072" y="107738"/>
                  </a:lnTo>
                  <a:lnTo>
                    <a:pt x="2799104" y="94295"/>
                  </a:lnTo>
                  <a:lnTo>
                    <a:pt x="2745869" y="82201"/>
                  </a:lnTo>
                  <a:lnTo>
                    <a:pt x="2688536" y="71344"/>
                  </a:lnTo>
                  <a:lnTo>
                    <a:pt x="2626258" y="61593"/>
                  </a:lnTo>
                  <a:lnTo>
                    <a:pt x="2558225" y="52821"/>
                  </a:lnTo>
                  <a:lnTo>
                    <a:pt x="2483747" y="44911"/>
                  </a:lnTo>
                  <a:lnTo>
                    <a:pt x="2402353" y="37766"/>
                  </a:lnTo>
                  <a:lnTo>
                    <a:pt x="2313935" y="31311"/>
                  </a:lnTo>
                  <a:lnTo>
                    <a:pt x="2218919" y="25494"/>
                  </a:lnTo>
                  <a:lnTo>
                    <a:pt x="2118461" y="20288"/>
                  </a:lnTo>
                  <a:lnTo>
                    <a:pt x="2014609" y="15683"/>
                  </a:lnTo>
                  <a:lnTo>
                    <a:pt x="1910374" y="11689"/>
                  </a:lnTo>
                  <a:lnTo>
                    <a:pt x="1809631" y="8318"/>
                  </a:lnTo>
                  <a:lnTo>
                    <a:pt x="1716758" y="5580"/>
                  </a:lnTo>
                  <a:lnTo>
                    <a:pt x="1636032" y="3467"/>
                  </a:lnTo>
                  <a:lnTo>
                    <a:pt x="1570867" y="1942"/>
                  </a:lnTo>
                  <a:lnTo>
                    <a:pt x="1523103" y="936"/>
                  </a:lnTo>
                  <a:lnTo>
                    <a:pt x="1492539" y="355"/>
                  </a:lnTo>
                  <a:lnTo>
                    <a:pt x="1476844" y="85"/>
                  </a:lnTo>
                  <a:lnTo>
                    <a:pt x="1471753" y="5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86" name="pg386"/>
            <p:cNvSpPr/>
            <p:nvPr/>
          </p:nvSpPr>
          <p:spPr>
            <a:xfrm>
              <a:off x="4799595" y="3304305"/>
              <a:ext cx="11981298" cy="6652820"/>
            </a:xfrm>
            <a:custGeom>
              <a:avLst/>
              <a:pathLst>
                <a:path w="11981298" h="6652820">
                  <a:moveTo>
                    <a:pt x="0" y="24518"/>
                  </a:moveTo>
                  <a:lnTo>
                    <a:pt x="1471387" y="24518"/>
                  </a:lnTo>
                  <a:lnTo>
                    <a:pt x="1472618" y="24537"/>
                  </a:lnTo>
                  <a:lnTo>
                    <a:pt x="1480694" y="24673"/>
                  </a:lnTo>
                  <a:lnTo>
                    <a:pt x="1501003" y="25046"/>
                  </a:lnTo>
                  <a:lnTo>
                    <a:pt x="1537192" y="25782"/>
                  </a:lnTo>
                  <a:lnTo>
                    <a:pt x="1590886" y="26991"/>
                  </a:lnTo>
                  <a:lnTo>
                    <a:pt x="1661568" y="28765"/>
                  </a:lnTo>
                  <a:lnTo>
                    <a:pt x="1746806" y="31163"/>
                  </a:lnTo>
                  <a:lnTo>
                    <a:pt x="1842807" y="34211"/>
                  </a:lnTo>
                  <a:lnTo>
                    <a:pt x="1945183" y="37912"/>
                  </a:lnTo>
                  <a:lnTo>
                    <a:pt x="2049670" y="42252"/>
                  </a:lnTo>
                  <a:lnTo>
                    <a:pt x="2152659" y="47218"/>
                  </a:lnTo>
                  <a:lnTo>
                    <a:pt x="2251460" y="52807"/>
                  </a:lnTo>
                  <a:lnTo>
                    <a:pt x="2344341" y="59034"/>
                  </a:lnTo>
                  <a:lnTo>
                    <a:pt x="2430412" y="65935"/>
                  </a:lnTo>
                  <a:lnTo>
                    <a:pt x="2509446" y="73572"/>
                  </a:lnTo>
                  <a:lnTo>
                    <a:pt x="2581691" y="82030"/>
                  </a:lnTo>
                  <a:lnTo>
                    <a:pt x="2647704" y="91418"/>
                  </a:lnTo>
                  <a:lnTo>
                    <a:pt x="2708227" y="101860"/>
                  </a:lnTo>
                  <a:lnTo>
                    <a:pt x="2764087" y="113491"/>
                  </a:lnTo>
                  <a:lnTo>
                    <a:pt x="2816133" y="126442"/>
                  </a:lnTo>
                  <a:lnTo>
                    <a:pt x="2865177" y="140816"/>
                  </a:lnTo>
                  <a:lnTo>
                    <a:pt x="2896531" y="151200"/>
                  </a:lnTo>
                  <a:lnTo>
                    <a:pt x="2949314" y="170851"/>
                  </a:lnTo>
                  <a:lnTo>
                    <a:pt x="3000425" y="192526"/>
                  </a:lnTo>
                  <a:lnTo>
                    <a:pt x="3050502" y="216254"/>
                  </a:lnTo>
                  <a:lnTo>
                    <a:pt x="3100012" y="241994"/>
                  </a:lnTo>
                  <a:lnTo>
                    <a:pt x="3149278" y="269624"/>
                  </a:lnTo>
                  <a:lnTo>
                    <a:pt x="3198506" y="298936"/>
                  </a:lnTo>
                  <a:lnTo>
                    <a:pt x="3247805" y="329644"/>
                  </a:lnTo>
                  <a:lnTo>
                    <a:pt x="3297207" y="361383"/>
                  </a:lnTo>
                  <a:lnTo>
                    <a:pt x="3346688" y="393734"/>
                  </a:lnTo>
                  <a:lnTo>
                    <a:pt x="3396191" y="426240"/>
                  </a:lnTo>
                  <a:lnTo>
                    <a:pt x="3445652" y="458437"/>
                  </a:lnTo>
                  <a:lnTo>
                    <a:pt x="3495020" y="489876"/>
                  </a:lnTo>
                  <a:lnTo>
                    <a:pt x="3544288" y="520154"/>
                  </a:lnTo>
                  <a:lnTo>
                    <a:pt x="3593512" y="548933"/>
                  </a:lnTo>
                  <a:lnTo>
                    <a:pt x="3642830" y="575949"/>
                  </a:lnTo>
                  <a:lnTo>
                    <a:pt x="3692488" y="601027"/>
                  </a:lnTo>
                  <a:lnTo>
                    <a:pt x="3742851" y="624070"/>
                  </a:lnTo>
                  <a:lnTo>
                    <a:pt x="3794440" y="645062"/>
                  </a:lnTo>
                  <a:lnTo>
                    <a:pt x="3829811" y="657926"/>
                  </a:lnTo>
                  <a:lnTo>
                    <a:pt x="3877264" y="673275"/>
                  </a:lnTo>
                  <a:lnTo>
                    <a:pt x="3927225" y="687165"/>
                  </a:lnTo>
                  <a:lnTo>
                    <a:pt x="3980453" y="699661"/>
                  </a:lnTo>
                  <a:lnTo>
                    <a:pt x="4037776" y="710880"/>
                  </a:lnTo>
                  <a:lnTo>
                    <a:pt x="4100044" y="720955"/>
                  </a:lnTo>
                  <a:lnTo>
                    <a:pt x="4168064" y="730019"/>
                  </a:lnTo>
                  <a:lnTo>
                    <a:pt x="4242527" y="738192"/>
                  </a:lnTo>
                  <a:lnTo>
                    <a:pt x="4323904" y="745575"/>
                  </a:lnTo>
                  <a:lnTo>
                    <a:pt x="4412305" y="752245"/>
                  </a:lnTo>
                  <a:lnTo>
                    <a:pt x="4507301" y="758256"/>
                  </a:lnTo>
                  <a:lnTo>
                    <a:pt x="4607741" y="763636"/>
                  </a:lnTo>
                  <a:lnTo>
                    <a:pt x="4711577" y="768394"/>
                  </a:lnTo>
                  <a:lnTo>
                    <a:pt x="4815801" y="772523"/>
                  </a:lnTo>
                  <a:lnTo>
                    <a:pt x="4916541" y="776006"/>
                  </a:lnTo>
                  <a:lnTo>
                    <a:pt x="5009421" y="778836"/>
                  </a:lnTo>
                  <a:lnTo>
                    <a:pt x="5090164" y="781020"/>
                  </a:lnTo>
                  <a:lnTo>
                    <a:pt x="5155355" y="782598"/>
                  </a:lnTo>
                  <a:lnTo>
                    <a:pt x="5203152" y="783637"/>
                  </a:lnTo>
                  <a:lnTo>
                    <a:pt x="5233750" y="784239"/>
                  </a:lnTo>
                  <a:lnTo>
                    <a:pt x="5249474" y="784519"/>
                  </a:lnTo>
                  <a:lnTo>
                    <a:pt x="5254585" y="784602"/>
                  </a:lnTo>
                  <a:lnTo>
                    <a:pt x="5254955" y="784607"/>
                  </a:lnTo>
                  <a:lnTo>
                    <a:pt x="6726343" y="784607"/>
                  </a:lnTo>
                  <a:lnTo>
                    <a:pt x="6727168" y="784705"/>
                  </a:lnTo>
                  <a:lnTo>
                    <a:pt x="6732628" y="785396"/>
                  </a:lnTo>
                  <a:lnTo>
                    <a:pt x="6746515" y="787306"/>
                  </a:lnTo>
                  <a:lnTo>
                    <a:pt x="6771650" y="791073"/>
                  </a:lnTo>
                  <a:lnTo>
                    <a:pt x="6809737" y="797309"/>
                  </a:lnTo>
                  <a:lnTo>
                    <a:pt x="6861246" y="806553"/>
                  </a:lnTo>
                  <a:lnTo>
                    <a:pt x="6925412" y="819223"/>
                  </a:lnTo>
                  <a:lnTo>
                    <a:pt x="7000411" y="835595"/>
                  </a:lnTo>
                  <a:lnTo>
                    <a:pt x="7083673" y="855798"/>
                  </a:lnTo>
                  <a:lnTo>
                    <a:pt x="7172275" y="879847"/>
                  </a:lnTo>
                  <a:lnTo>
                    <a:pt x="7263314" y="907686"/>
                  </a:lnTo>
                  <a:lnTo>
                    <a:pt x="7354209" y="939238"/>
                  </a:lnTo>
                  <a:lnTo>
                    <a:pt x="7442874" y="974453"/>
                  </a:lnTo>
                  <a:lnTo>
                    <a:pt x="7527789" y="1013347"/>
                  </a:lnTo>
                  <a:lnTo>
                    <a:pt x="7607974" y="1056027"/>
                  </a:lnTo>
                  <a:lnTo>
                    <a:pt x="7682921" y="1102703"/>
                  </a:lnTo>
                  <a:lnTo>
                    <a:pt x="7752496" y="1153696"/>
                  </a:lnTo>
                  <a:lnTo>
                    <a:pt x="7816841" y="1209435"/>
                  </a:lnTo>
                  <a:lnTo>
                    <a:pt x="7876294" y="1270449"/>
                  </a:lnTo>
                  <a:lnTo>
                    <a:pt x="7931315" y="1337354"/>
                  </a:lnTo>
                  <a:lnTo>
                    <a:pt x="7982438" y="1410828"/>
                  </a:lnTo>
                  <a:lnTo>
                    <a:pt x="8030224" y="1491567"/>
                  </a:lnTo>
                  <a:lnTo>
                    <a:pt x="8075236" y="1580224"/>
                  </a:lnTo>
                  <a:lnTo>
                    <a:pt x="8118008" y="1677305"/>
                  </a:lnTo>
                  <a:lnTo>
                    <a:pt x="8151487" y="1762643"/>
                  </a:lnTo>
                  <a:lnTo>
                    <a:pt x="8178865" y="1838681"/>
                  </a:lnTo>
                  <a:lnTo>
                    <a:pt x="8205705" y="1918778"/>
                  </a:lnTo>
                  <a:lnTo>
                    <a:pt x="8232111" y="2003013"/>
                  </a:lnTo>
                  <a:lnTo>
                    <a:pt x="8258177" y="2091432"/>
                  </a:lnTo>
                  <a:lnTo>
                    <a:pt x="8283981" y="2184045"/>
                  </a:lnTo>
                  <a:lnTo>
                    <a:pt x="8309590" y="2280825"/>
                  </a:lnTo>
                  <a:lnTo>
                    <a:pt x="8335059" y="2381700"/>
                  </a:lnTo>
                  <a:lnTo>
                    <a:pt x="8360435" y="2486558"/>
                  </a:lnTo>
                  <a:lnTo>
                    <a:pt x="8385757" y="2595241"/>
                  </a:lnTo>
                  <a:lnTo>
                    <a:pt x="8411052" y="2707544"/>
                  </a:lnTo>
                  <a:lnTo>
                    <a:pt x="8436345" y="2823217"/>
                  </a:lnTo>
                  <a:lnTo>
                    <a:pt x="8461650" y="2941966"/>
                  </a:lnTo>
                  <a:lnTo>
                    <a:pt x="8486978" y="3063454"/>
                  </a:lnTo>
                  <a:lnTo>
                    <a:pt x="8512334" y="3187305"/>
                  </a:lnTo>
                  <a:lnTo>
                    <a:pt x="8537717" y="3313108"/>
                  </a:lnTo>
                  <a:lnTo>
                    <a:pt x="8563125" y="3440424"/>
                  </a:lnTo>
                  <a:lnTo>
                    <a:pt x="8588552" y="3568788"/>
                  </a:lnTo>
                  <a:lnTo>
                    <a:pt x="8613989" y="3697721"/>
                  </a:lnTo>
                  <a:lnTo>
                    <a:pt x="8639427" y="3826734"/>
                  </a:lnTo>
                  <a:lnTo>
                    <a:pt x="8664858" y="3955337"/>
                  </a:lnTo>
                  <a:lnTo>
                    <a:pt x="8690273" y="4083045"/>
                  </a:lnTo>
                  <a:lnTo>
                    <a:pt x="8715665" y="4209390"/>
                  </a:lnTo>
                  <a:lnTo>
                    <a:pt x="8741029" y="4333923"/>
                  </a:lnTo>
                  <a:lnTo>
                    <a:pt x="8766366" y="4456223"/>
                  </a:lnTo>
                  <a:lnTo>
                    <a:pt x="8791678" y="4575902"/>
                  </a:lnTo>
                  <a:lnTo>
                    <a:pt x="8816973" y="4692610"/>
                  </a:lnTo>
                  <a:lnTo>
                    <a:pt x="8842266" y="4806039"/>
                  </a:lnTo>
                  <a:lnTo>
                    <a:pt x="8867576" y="4915924"/>
                  </a:lnTo>
                  <a:lnTo>
                    <a:pt x="8892931" y="5022046"/>
                  </a:lnTo>
                  <a:lnTo>
                    <a:pt x="8918365" y="5124231"/>
                  </a:lnTo>
                  <a:lnTo>
                    <a:pt x="8943923" y="5222353"/>
                  </a:lnTo>
                  <a:lnTo>
                    <a:pt x="8969656" y="5316327"/>
                  </a:lnTo>
                  <a:lnTo>
                    <a:pt x="8995629" y="5406111"/>
                  </a:lnTo>
                  <a:lnTo>
                    <a:pt x="9021915" y="5491704"/>
                  </a:lnTo>
                  <a:lnTo>
                    <a:pt x="9048603" y="5573140"/>
                  </a:lnTo>
                  <a:lnTo>
                    <a:pt x="9075793" y="5650488"/>
                  </a:lnTo>
                  <a:lnTo>
                    <a:pt x="9084767" y="5674785"/>
                  </a:lnTo>
                  <a:lnTo>
                    <a:pt x="9126076" y="5778885"/>
                  </a:lnTo>
                  <a:lnTo>
                    <a:pt x="9169228" y="5874367"/>
                  </a:lnTo>
                  <a:lnTo>
                    <a:pt x="9214716" y="5961503"/>
                  </a:lnTo>
                  <a:lnTo>
                    <a:pt x="9263081" y="6040835"/>
                  </a:lnTo>
                  <a:lnTo>
                    <a:pt x="9314889" y="6113030"/>
                  </a:lnTo>
                  <a:lnTo>
                    <a:pt x="9370698" y="6178787"/>
                  </a:lnTo>
                  <a:lnTo>
                    <a:pt x="9431031" y="6238773"/>
                  </a:lnTo>
                  <a:lnTo>
                    <a:pt x="9496331" y="6293589"/>
                  </a:lnTo>
                  <a:lnTo>
                    <a:pt x="9566904" y="6343747"/>
                  </a:lnTo>
                  <a:lnTo>
                    <a:pt x="9642848" y="6389657"/>
                  </a:lnTo>
                  <a:lnTo>
                    <a:pt x="9723967" y="6431618"/>
                  </a:lnTo>
                  <a:lnTo>
                    <a:pt x="9809671" y="6469821"/>
                  </a:lnTo>
                  <a:lnTo>
                    <a:pt x="9898885" y="6504353"/>
                  </a:lnTo>
                  <a:lnTo>
                    <a:pt x="9989981" y="6535218"/>
                  </a:lnTo>
                  <a:lnTo>
                    <a:pt x="10080774" y="6562356"/>
                  </a:lnTo>
                  <a:lnTo>
                    <a:pt x="10168605" y="6585691"/>
                  </a:lnTo>
                  <a:lnTo>
                    <a:pt x="10250543" y="6605175"/>
                  </a:lnTo>
                  <a:lnTo>
                    <a:pt x="10323699" y="6620842"/>
                  </a:lnTo>
                  <a:lnTo>
                    <a:pt x="10385614" y="6632848"/>
                  </a:lnTo>
                  <a:lnTo>
                    <a:pt x="10434642" y="6641495"/>
                  </a:lnTo>
                  <a:lnTo>
                    <a:pt x="10470240" y="6647227"/>
                  </a:lnTo>
                  <a:lnTo>
                    <a:pt x="10493112" y="6650599"/>
                  </a:lnTo>
                  <a:lnTo>
                    <a:pt x="10505182" y="6652234"/>
                  </a:lnTo>
                  <a:lnTo>
                    <a:pt x="10509462" y="6652768"/>
                  </a:lnTo>
                  <a:lnTo>
                    <a:pt x="10509911" y="6652820"/>
                  </a:lnTo>
                  <a:lnTo>
                    <a:pt x="11981298" y="6652820"/>
                  </a:lnTo>
                  <a:lnTo>
                    <a:pt x="11981298" y="6628301"/>
                  </a:lnTo>
                  <a:lnTo>
                    <a:pt x="10509911" y="6628301"/>
                  </a:lnTo>
                  <a:lnTo>
                    <a:pt x="10509086" y="6628204"/>
                  </a:lnTo>
                  <a:lnTo>
                    <a:pt x="10503626" y="6627512"/>
                  </a:lnTo>
                  <a:lnTo>
                    <a:pt x="10489738" y="6625602"/>
                  </a:lnTo>
                  <a:lnTo>
                    <a:pt x="10464603" y="6621835"/>
                  </a:lnTo>
                  <a:lnTo>
                    <a:pt x="10426516" y="6615599"/>
                  </a:lnTo>
                  <a:lnTo>
                    <a:pt x="10375008" y="6606355"/>
                  </a:lnTo>
                  <a:lnTo>
                    <a:pt x="10310842" y="6593685"/>
                  </a:lnTo>
                  <a:lnTo>
                    <a:pt x="10235843" y="6577314"/>
                  </a:lnTo>
                  <a:lnTo>
                    <a:pt x="10152580" y="6557111"/>
                  </a:lnTo>
                  <a:lnTo>
                    <a:pt x="10063979" y="6533061"/>
                  </a:lnTo>
                  <a:lnTo>
                    <a:pt x="9972939" y="6505222"/>
                  </a:lnTo>
                  <a:lnTo>
                    <a:pt x="9882045" y="6473670"/>
                  </a:lnTo>
                  <a:lnTo>
                    <a:pt x="9793379" y="6438455"/>
                  </a:lnTo>
                  <a:lnTo>
                    <a:pt x="9708464" y="6399561"/>
                  </a:lnTo>
                  <a:lnTo>
                    <a:pt x="9628279" y="6356882"/>
                  </a:lnTo>
                  <a:lnTo>
                    <a:pt x="9553332" y="6310206"/>
                  </a:lnTo>
                  <a:lnTo>
                    <a:pt x="9483758" y="6259213"/>
                  </a:lnTo>
                  <a:lnTo>
                    <a:pt x="9419413" y="6203474"/>
                  </a:lnTo>
                  <a:lnTo>
                    <a:pt x="9359960" y="6142460"/>
                  </a:lnTo>
                  <a:lnTo>
                    <a:pt x="9304938" y="6075554"/>
                  </a:lnTo>
                  <a:lnTo>
                    <a:pt x="9253816" y="6002081"/>
                  </a:lnTo>
                  <a:lnTo>
                    <a:pt x="9206030" y="5921342"/>
                  </a:lnTo>
                  <a:lnTo>
                    <a:pt x="9161018" y="5832684"/>
                  </a:lnTo>
                  <a:lnTo>
                    <a:pt x="9118245" y="5735604"/>
                  </a:lnTo>
                  <a:lnTo>
                    <a:pt x="9084767" y="5650266"/>
                  </a:lnTo>
                  <a:lnTo>
                    <a:pt x="9057388" y="5574228"/>
                  </a:lnTo>
                  <a:lnTo>
                    <a:pt x="9030549" y="5494131"/>
                  </a:lnTo>
                  <a:lnTo>
                    <a:pt x="9004142" y="5409896"/>
                  </a:lnTo>
                  <a:lnTo>
                    <a:pt x="8978076" y="5321477"/>
                  </a:lnTo>
                  <a:lnTo>
                    <a:pt x="8952272" y="5228863"/>
                  </a:lnTo>
                  <a:lnTo>
                    <a:pt x="8926663" y="5132084"/>
                  </a:lnTo>
                  <a:lnTo>
                    <a:pt x="8901194" y="5031208"/>
                  </a:lnTo>
                  <a:lnTo>
                    <a:pt x="8875818" y="4926350"/>
                  </a:lnTo>
                  <a:lnTo>
                    <a:pt x="8850497" y="4817667"/>
                  </a:lnTo>
                  <a:lnTo>
                    <a:pt x="8825201" y="4705365"/>
                  </a:lnTo>
                  <a:lnTo>
                    <a:pt x="8799908" y="4589692"/>
                  </a:lnTo>
                  <a:lnTo>
                    <a:pt x="8774603" y="4470943"/>
                  </a:lnTo>
                  <a:lnTo>
                    <a:pt x="8749275" y="4349455"/>
                  </a:lnTo>
                  <a:lnTo>
                    <a:pt x="8723919" y="4225604"/>
                  </a:lnTo>
                  <a:lnTo>
                    <a:pt x="8698536" y="4099800"/>
                  </a:lnTo>
                  <a:lnTo>
                    <a:pt x="8673128" y="3972485"/>
                  </a:lnTo>
                  <a:lnTo>
                    <a:pt x="8647702" y="3844120"/>
                  </a:lnTo>
                  <a:lnTo>
                    <a:pt x="8622265" y="3715187"/>
                  </a:lnTo>
                  <a:lnTo>
                    <a:pt x="8596826" y="3586174"/>
                  </a:lnTo>
                  <a:lnTo>
                    <a:pt x="8571395" y="3457572"/>
                  </a:lnTo>
                  <a:lnTo>
                    <a:pt x="8545980" y="3329863"/>
                  </a:lnTo>
                  <a:lnTo>
                    <a:pt x="8520589" y="3203518"/>
                  </a:lnTo>
                  <a:lnTo>
                    <a:pt x="8495224" y="3078985"/>
                  </a:lnTo>
                  <a:lnTo>
                    <a:pt x="8469887" y="2956686"/>
                  </a:lnTo>
                  <a:lnTo>
                    <a:pt x="8444575" y="2837007"/>
                  </a:lnTo>
                  <a:lnTo>
                    <a:pt x="8419280" y="2720299"/>
                  </a:lnTo>
                  <a:lnTo>
                    <a:pt x="8393987" y="2606870"/>
                  </a:lnTo>
                  <a:lnTo>
                    <a:pt x="8368677" y="2496985"/>
                  </a:lnTo>
                  <a:lnTo>
                    <a:pt x="8343323" y="2390863"/>
                  </a:lnTo>
                  <a:lnTo>
                    <a:pt x="8317888" y="2288677"/>
                  </a:lnTo>
                  <a:lnTo>
                    <a:pt x="8292331" y="2190556"/>
                  </a:lnTo>
                  <a:lnTo>
                    <a:pt x="8266597" y="2096582"/>
                  </a:lnTo>
                  <a:lnTo>
                    <a:pt x="8240624" y="2006797"/>
                  </a:lnTo>
                  <a:lnTo>
                    <a:pt x="8214338" y="1921205"/>
                  </a:lnTo>
                  <a:lnTo>
                    <a:pt x="8187650" y="1839768"/>
                  </a:lnTo>
                  <a:lnTo>
                    <a:pt x="8160460" y="1762421"/>
                  </a:lnTo>
                  <a:lnTo>
                    <a:pt x="8151487" y="1738124"/>
                  </a:lnTo>
                  <a:lnTo>
                    <a:pt x="8110177" y="1634024"/>
                  </a:lnTo>
                  <a:lnTo>
                    <a:pt x="8067025" y="1538541"/>
                  </a:lnTo>
                  <a:lnTo>
                    <a:pt x="8021537" y="1451405"/>
                  </a:lnTo>
                  <a:lnTo>
                    <a:pt x="7973172" y="1372073"/>
                  </a:lnTo>
                  <a:lnTo>
                    <a:pt x="7921365" y="1299878"/>
                  </a:lnTo>
                  <a:lnTo>
                    <a:pt x="7865555" y="1234122"/>
                  </a:lnTo>
                  <a:lnTo>
                    <a:pt x="7805222" y="1174136"/>
                  </a:lnTo>
                  <a:lnTo>
                    <a:pt x="7739922" y="1119319"/>
                  </a:lnTo>
                  <a:lnTo>
                    <a:pt x="7669350" y="1069161"/>
                  </a:lnTo>
                  <a:lnTo>
                    <a:pt x="7593405" y="1023252"/>
                  </a:lnTo>
                  <a:lnTo>
                    <a:pt x="7512286" y="981291"/>
                  </a:lnTo>
                  <a:lnTo>
                    <a:pt x="7426582" y="943088"/>
                  </a:lnTo>
                  <a:lnTo>
                    <a:pt x="7337368" y="908555"/>
                  </a:lnTo>
                  <a:lnTo>
                    <a:pt x="7246272" y="877691"/>
                  </a:lnTo>
                  <a:lnTo>
                    <a:pt x="7155479" y="850553"/>
                  </a:lnTo>
                  <a:lnTo>
                    <a:pt x="7067648" y="827218"/>
                  </a:lnTo>
                  <a:lnTo>
                    <a:pt x="6985710" y="807733"/>
                  </a:lnTo>
                  <a:lnTo>
                    <a:pt x="6912554" y="792066"/>
                  </a:lnTo>
                  <a:lnTo>
                    <a:pt x="6850639" y="780061"/>
                  </a:lnTo>
                  <a:lnTo>
                    <a:pt x="6801612" y="771414"/>
                  </a:lnTo>
                  <a:lnTo>
                    <a:pt x="6766014" y="765682"/>
                  </a:lnTo>
                  <a:lnTo>
                    <a:pt x="6743141" y="762309"/>
                  </a:lnTo>
                  <a:lnTo>
                    <a:pt x="6731071" y="760675"/>
                  </a:lnTo>
                  <a:lnTo>
                    <a:pt x="6726791" y="760141"/>
                  </a:lnTo>
                  <a:lnTo>
                    <a:pt x="6726343" y="760088"/>
                  </a:lnTo>
                  <a:lnTo>
                    <a:pt x="5254955" y="760088"/>
                  </a:lnTo>
                  <a:lnTo>
                    <a:pt x="5253724" y="760069"/>
                  </a:lnTo>
                  <a:lnTo>
                    <a:pt x="5245648" y="759934"/>
                  </a:lnTo>
                  <a:lnTo>
                    <a:pt x="5225339" y="759560"/>
                  </a:lnTo>
                  <a:lnTo>
                    <a:pt x="5189150" y="758825"/>
                  </a:lnTo>
                  <a:lnTo>
                    <a:pt x="5135456" y="757616"/>
                  </a:lnTo>
                  <a:lnTo>
                    <a:pt x="5064774" y="755842"/>
                  </a:lnTo>
                  <a:lnTo>
                    <a:pt x="4979537" y="753444"/>
                  </a:lnTo>
                  <a:lnTo>
                    <a:pt x="4883535" y="750396"/>
                  </a:lnTo>
                  <a:lnTo>
                    <a:pt x="4781159" y="746695"/>
                  </a:lnTo>
                  <a:lnTo>
                    <a:pt x="4676672" y="742355"/>
                  </a:lnTo>
                  <a:lnTo>
                    <a:pt x="4573683" y="737389"/>
                  </a:lnTo>
                  <a:lnTo>
                    <a:pt x="4474882" y="731799"/>
                  </a:lnTo>
                  <a:lnTo>
                    <a:pt x="4382001" y="725573"/>
                  </a:lnTo>
                  <a:lnTo>
                    <a:pt x="4295930" y="718672"/>
                  </a:lnTo>
                  <a:lnTo>
                    <a:pt x="4216896" y="711035"/>
                  </a:lnTo>
                  <a:lnTo>
                    <a:pt x="4144651" y="702576"/>
                  </a:lnTo>
                  <a:lnTo>
                    <a:pt x="4078638" y="693189"/>
                  </a:lnTo>
                  <a:lnTo>
                    <a:pt x="4018115" y="682747"/>
                  </a:lnTo>
                  <a:lnTo>
                    <a:pt x="3962255" y="671116"/>
                  </a:lnTo>
                  <a:lnTo>
                    <a:pt x="3910209" y="658165"/>
                  </a:lnTo>
                  <a:lnTo>
                    <a:pt x="3861165" y="643791"/>
                  </a:lnTo>
                  <a:lnTo>
                    <a:pt x="3829811" y="633407"/>
                  </a:lnTo>
                  <a:lnTo>
                    <a:pt x="3777028" y="613756"/>
                  </a:lnTo>
                  <a:lnTo>
                    <a:pt x="3725918" y="592081"/>
                  </a:lnTo>
                  <a:lnTo>
                    <a:pt x="3675840" y="568353"/>
                  </a:lnTo>
                  <a:lnTo>
                    <a:pt x="3626330" y="542613"/>
                  </a:lnTo>
                  <a:lnTo>
                    <a:pt x="3577064" y="514983"/>
                  </a:lnTo>
                  <a:lnTo>
                    <a:pt x="3527836" y="485671"/>
                  </a:lnTo>
                  <a:lnTo>
                    <a:pt x="3478537" y="454963"/>
                  </a:lnTo>
                  <a:lnTo>
                    <a:pt x="3429135" y="423224"/>
                  </a:lnTo>
                  <a:lnTo>
                    <a:pt x="3379654" y="390873"/>
                  </a:lnTo>
                  <a:lnTo>
                    <a:pt x="3330151" y="358366"/>
                  </a:lnTo>
                  <a:lnTo>
                    <a:pt x="3280691" y="326170"/>
                  </a:lnTo>
                  <a:lnTo>
                    <a:pt x="3231323" y="294731"/>
                  </a:lnTo>
                  <a:lnTo>
                    <a:pt x="3182054" y="264453"/>
                  </a:lnTo>
                  <a:lnTo>
                    <a:pt x="3132831" y="235674"/>
                  </a:lnTo>
                  <a:lnTo>
                    <a:pt x="3083512" y="208657"/>
                  </a:lnTo>
                  <a:lnTo>
                    <a:pt x="3033854" y="183580"/>
                  </a:lnTo>
                  <a:lnTo>
                    <a:pt x="2983491" y="160537"/>
                  </a:lnTo>
                  <a:lnTo>
                    <a:pt x="2931902" y="139544"/>
                  </a:lnTo>
                  <a:lnTo>
                    <a:pt x="2896531" y="126681"/>
                  </a:lnTo>
                  <a:lnTo>
                    <a:pt x="2849078" y="111332"/>
                  </a:lnTo>
                  <a:lnTo>
                    <a:pt x="2799117" y="97442"/>
                  </a:lnTo>
                  <a:lnTo>
                    <a:pt x="2745889" y="84945"/>
                  </a:lnTo>
                  <a:lnTo>
                    <a:pt x="2688566" y="73727"/>
                  </a:lnTo>
                  <a:lnTo>
                    <a:pt x="2626298" y="63652"/>
                  </a:lnTo>
                  <a:lnTo>
                    <a:pt x="2558278" y="54588"/>
                  </a:lnTo>
                  <a:lnTo>
                    <a:pt x="2483815" y="46414"/>
                  </a:lnTo>
                  <a:lnTo>
                    <a:pt x="2402438" y="39032"/>
                  </a:lnTo>
                  <a:lnTo>
                    <a:pt x="2314037" y="32362"/>
                  </a:lnTo>
                  <a:lnTo>
                    <a:pt x="2219041" y="26351"/>
                  </a:lnTo>
                  <a:lnTo>
                    <a:pt x="2118602" y="20971"/>
                  </a:lnTo>
                  <a:lnTo>
                    <a:pt x="2014765" y="16213"/>
                  </a:lnTo>
                  <a:lnTo>
                    <a:pt x="1910541" y="12084"/>
                  </a:lnTo>
                  <a:lnTo>
                    <a:pt x="1809801" y="8601"/>
                  </a:lnTo>
                  <a:lnTo>
                    <a:pt x="1716922" y="5771"/>
                  </a:lnTo>
                  <a:lnTo>
                    <a:pt x="1636178" y="3586"/>
                  </a:lnTo>
                  <a:lnTo>
                    <a:pt x="1570987" y="2009"/>
                  </a:lnTo>
                  <a:lnTo>
                    <a:pt x="1523190" y="969"/>
                  </a:lnTo>
                  <a:lnTo>
                    <a:pt x="1492593" y="368"/>
                  </a:lnTo>
                  <a:lnTo>
                    <a:pt x="1476868" y="88"/>
                  </a:lnTo>
                  <a:lnTo>
                    <a:pt x="1471757" y="5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387" name="pl387"/>
            <p:cNvSpPr/>
            <p:nvPr/>
          </p:nvSpPr>
          <p:spPr>
            <a:xfrm>
              <a:off x="4799595" y="3328824"/>
              <a:ext cx="11981298" cy="6628301"/>
            </a:xfrm>
            <a:custGeom>
              <a:avLst/>
              <a:pathLst>
                <a:path w="11981298" h="6628301">
                  <a:moveTo>
                    <a:pt x="0" y="0"/>
                  </a:moveTo>
                  <a:lnTo>
                    <a:pt x="1471387" y="0"/>
                  </a:lnTo>
                  <a:lnTo>
                    <a:pt x="1472618" y="18"/>
                  </a:lnTo>
                  <a:lnTo>
                    <a:pt x="1480694" y="154"/>
                  </a:lnTo>
                  <a:lnTo>
                    <a:pt x="1501003" y="527"/>
                  </a:lnTo>
                  <a:lnTo>
                    <a:pt x="1537192" y="1263"/>
                  </a:lnTo>
                  <a:lnTo>
                    <a:pt x="1590886" y="2472"/>
                  </a:lnTo>
                  <a:lnTo>
                    <a:pt x="1661568" y="4246"/>
                  </a:lnTo>
                  <a:lnTo>
                    <a:pt x="1746806" y="6644"/>
                  </a:lnTo>
                  <a:lnTo>
                    <a:pt x="1842807" y="9692"/>
                  </a:lnTo>
                  <a:lnTo>
                    <a:pt x="1945183" y="13393"/>
                  </a:lnTo>
                  <a:lnTo>
                    <a:pt x="2049670" y="17733"/>
                  </a:lnTo>
                  <a:lnTo>
                    <a:pt x="2152659" y="22699"/>
                  </a:lnTo>
                  <a:lnTo>
                    <a:pt x="2251460" y="28288"/>
                  </a:lnTo>
                  <a:lnTo>
                    <a:pt x="2344341" y="34515"/>
                  </a:lnTo>
                  <a:lnTo>
                    <a:pt x="2430412" y="41416"/>
                  </a:lnTo>
                  <a:lnTo>
                    <a:pt x="2509446" y="49053"/>
                  </a:lnTo>
                  <a:lnTo>
                    <a:pt x="2581691" y="57511"/>
                  </a:lnTo>
                  <a:lnTo>
                    <a:pt x="2647704" y="66899"/>
                  </a:lnTo>
                  <a:lnTo>
                    <a:pt x="2708227" y="77341"/>
                  </a:lnTo>
                  <a:lnTo>
                    <a:pt x="2764087" y="88972"/>
                  </a:lnTo>
                  <a:lnTo>
                    <a:pt x="2816133" y="101923"/>
                  </a:lnTo>
                  <a:lnTo>
                    <a:pt x="2865177" y="116297"/>
                  </a:lnTo>
                  <a:lnTo>
                    <a:pt x="2896531" y="126681"/>
                  </a:lnTo>
                  <a:lnTo>
                    <a:pt x="2949314" y="146332"/>
                  </a:lnTo>
                  <a:lnTo>
                    <a:pt x="3000425" y="168007"/>
                  </a:lnTo>
                  <a:lnTo>
                    <a:pt x="3050502" y="191735"/>
                  </a:lnTo>
                  <a:lnTo>
                    <a:pt x="3100012" y="217475"/>
                  </a:lnTo>
                  <a:lnTo>
                    <a:pt x="3149278" y="245105"/>
                  </a:lnTo>
                  <a:lnTo>
                    <a:pt x="3198506" y="274417"/>
                  </a:lnTo>
                  <a:lnTo>
                    <a:pt x="3247805" y="305125"/>
                  </a:lnTo>
                  <a:lnTo>
                    <a:pt x="3297207" y="336864"/>
                  </a:lnTo>
                  <a:lnTo>
                    <a:pt x="3346688" y="369215"/>
                  </a:lnTo>
                  <a:lnTo>
                    <a:pt x="3396191" y="401721"/>
                  </a:lnTo>
                  <a:lnTo>
                    <a:pt x="3445652" y="433918"/>
                  </a:lnTo>
                  <a:lnTo>
                    <a:pt x="3495020" y="465357"/>
                  </a:lnTo>
                  <a:lnTo>
                    <a:pt x="3544288" y="495635"/>
                  </a:lnTo>
                  <a:lnTo>
                    <a:pt x="3593512" y="524414"/>
                  </a:lnTo>
                  <a:lnTo>
                    <a:pt x="3642830" y="551430"/>
                  </a:lnTo>
                  <a:lnTo>
                    <a:pt x="3692488" y="576508"/>
                  </a:lnTo>
                  <a:lnTo>
                    <a:pt x="3742851" y="599551"/>
                  </a:lnTo>
                  <a:lnTo>
                    <a:pt x="3794440" y="620544"/>
                  </a:lnTo>
                  <a:lnTo>
                    <a:pt x="3829811" y="633407"/>
                  </a:lnTo>
                  <a:lnTo>
                    <a:pt x="3877264" y="648756"/>
                  </a:lnTo>
                  <a:lnTo>
                    <a:pt x="3927225" y="662646"/>
                  </a:lnTo>
                  <a:lnTo>
                    <a:pt x="3980453" y="675142"/>
                  </a:lnTo>
                  <a:lnTo>
                    <a:pt x="4037776" y="686361"/>
                  </a:lnTo>
                  <a:lnTo>
                    <a:pt x="4100044" y="696436"/>
                  </a:lnTo>
                  <a:lnTo>
                    <a:pt x="4168064" y="705500"/>
                  </a:lnTo>
                  <a:lnTo>
                    <a:pt x="4242527" y="713673"/>
                  </a:lnTo>
                  <a:lnTo>
                    <a:pt x="4323904" y="721056"/>
                  </a:lnTo>
                  <a:lnTo>
                    <a:pt x="4412305" y="727726"/>
                  </a:lnTo>
                  <a:lnTo>
                    <a:pt x="4507301" y="733737"/>
                  </a:lnTo>
                  <a:lnTo>
                    <a:pt x="4607741" y="739117"/>
                  </a:lnTo>
                  <a:lnTo>
                    <a:pt x="4711577" y="743875"/>
                  </a:lnTo>
                  <a:lnTo>
                    <a:pt x="4815801" y="748004"/>
                  </a:lnTo>
                  <a:lnTo>
                    <a:pt x="4916541" y="751487"/>
                  </a:lnTo>
                  <a:lnTo>
                    <a:pt x="5009421" y="754317"/>
                  </a:lnTo>
                  <a:lnTo>
                    <a:pt x="5090164" y="756501"/>
                  </a:lnTo>
                  <a:lnTo>
                    <a:pt x="5155355" y="758079"/>
                  </a:lnTo>
                  <a:lnTo>
                    <a:pt x="5203152" y="759118"/>
                  </a:lnTo>
                  <a:lnTo>
                    <a:pt x="5233750" y="759720"/>
                  </a:lnTo>
                  <a:lnTo>
                    <a:pt x="5249474" y="760000"/>
                  </a:lnTo>
                  <a:lnTo>
                    <a:pt x="5254585" y="760083"/>
                  </a:lnTo>
                  <a:lnTo>
                    <a:pt x="5254955" y="760088"/>
                  </a:lnTo>
                  <a:lnTo>
                    <a:pt x="6726343" y="760088"/>
                  </a:lnTo>
                  <a:lnTo>
                    <a:pt x="6727168" y="760186"/>
                  </a:lnTo>
                  <a:lnTo>
                    <a:pt x="6732628" y="760877"/>
                  </a:lnTo>
                  <a:lnTo>
                    <a:pt x="6746515" y="762787"/>
                  </a:lnTo>
                  <a:lnTo>
                    <a:pt x="6771650" y="766554"/>
                  </a:lnTo>
                  <a:lnTo>
                    <a:pt x="6809737" y="772790"/>
                  </a:lnTo>
                  <a:lnTo>
                    <a:pt x="6861246" y="782034"/>
                  </a:lnTo>
                  <a:lnTo>
                    <a:pt x="6925412" y="794704"/>
                  </a:lnTo>
                  <a:lnTo>
                    <a:pt x="7000411" y="811076"/>
                  </a:lnTo>
                  <a:lnTo>
                    <a:pt x="7083673" y="831279"/>
                  </a:lnTo>
                  <a:lnTo>
                    <a:pt x="7172275" y="855328"/>
                  </a:lnTo>
                  <a:lnTo>
                    <a:pt x="7263314" y="883167"/>
                  </a:lnTo>
                  <a:lnTo>
                    <a:pt x="7354209" y="914719"/>
                  </a:lnTo>
                  <a:lnTo>
                    <a:pt x="7442874" y="949934"/>
                  </a:lnTo>
                  <a:lnTo>
                    <a:pt x="7527789" y="988828"/>
                  </a:lnTo>
                  <a:lnTo>
                    <a:pt x="7607974" y="1031508"/>
                  </a:lnTo>
                  <a:lnTo>
                    <a:pt x="7682921" y="1078184"/>
                  </a:lnTo>
                  <a:lnTo>
                    <a:pt x="7752496" y="1129177"/>
                  </a:lnTo>
                  <a:lnTo>
                    <a:pt x="7816841" y="1184916"/>
                  </a:lnTo>
                  <a:lnTo>
                    <a:pt x="7876294" y="1245930"/>
                  </a:lnTo>
                  <a:lnTo>
                    <a:pt x="7931315" y="1312835"/>
                  </a:lnTo>
                  <a:lnTo>
                    <a:pt x="7982438" y="1386309"/>
                  </a:lnTo>
                  <a:lnTo>
                    <a:pt x="8030224" y="1467048"/>
                  </a:lnTo>
                  <a:lnTo>
                    <a:pt x="8075236" y="1555705"/>
                  </a:lnTo>
                  <a:lnTo>
                    <a:pt x="8118008" y="1652786"/>
                  </a:lnTo>
                  <a:lnTo>
                    <a:pt x="8151487" y="1738124"/>
                  </a:lnTo>
                  <a:lnTo>
                    <a:pt x="8178865" y="1814162"/>
                  </a:lnTo>
                  <a:lnTo>
                    <a:pt x="8205705" y="1894259"/>
                  </a:lnTo>
                  <a:lnTo>
                    <a:pt x="8232111" y="1978494"/>
                  </a:lnTo>
                  <a:lnTo>
                    <a:pt x="8258177" y="2066913"/>
                  </a:lnTo>
                  <a:lnTo>
                    <a:pt x="8283981" y="2159526"/>
                  </a:lnTo>
                  <a:lnTo>
                    <a:pt x="8309590" y="2256306"/>
                  </a:lnTo>
                  <a:lnTo>
                    <a:pt x="8335059" y="2357181"/>
                  </a:lnTo>
                  <a:lnTo>
                    <a:pt x="8360435" y="2462039"/>
                  </a:lnTo>
                  <a:lnTo>
                    <a:pt x="8385757" y="2570722"/>
                  </a:lnTo>
                  <a:lnTo>
                    <a:pt x="8411052" y="2683025"/>
                  </a:lnTo>
                  <a:lnTo>
                    <a:pt x="8436345" y="2798698"/>
                  </a:lnTo>
                  <a:lnTo>
                    <a:pt x="8461650" y="2917447"/>
                  </a:lnTo>
                  <a:lnTo>
                    <a:pt x="8486978" y="3038935"/>
                  </a:lnTo>
                  <a:lnTo>
                    <a:pt x="8512334" y="3162786"/>
                  </a:lnTo>
                  <a:lnTo>
                    <a:pt x="8537717" y="3288589"/>
                  </a:lnTo>
                  <a:lnTo>
                    <a:pt x="8563125" y="3415905"/>
                  </a:lnTo>
                  <a:lnTo>
                    <a:pt x="8588552" y="3544269"/>
                  </a:lnTo>
                  <a:lnTo>
                    <a:pt x="8613989" y="3673202"/>
                  </a:lnTo>
                  <a:lnTo>
                    <a:pt x="8639427" y="3802215"/>
                  </a:lnTo>
                  <a:lnTo>
                    <a:pt x="8664858" y="3930818"/>
                  </a:lnTo>
                  <a:lnTo>
                    <a:pt x="8690273" y="4058526"/>
                  </a:lnTo>
                  <a:lnTo>
                    <a:pt x="8715665" y="4184871"/>
                  </a:lnTo>
                  <a:lnTo>
                    <a:pt x="8741029" y="4309404"/>
                  </a:lnTo>
                  <a:lnTo>
                    <a:pt x="8766366" y="4431704"/>
                  </a:lnTo>
                  <a:lnTo>
                    <a:pt x="8791678" y="4551383"/>
                  </a:lnTo>
                  <a:lnTo>
                    <a:pt x="8816973" y="4668091"/>
                  </a:lnTo>
                  <a:lnTo>
                    <a:pt x="8842266" y="4781520"/>
                  </a:lnTo>
                  <a:lnTo>
                    <a:pt x="8867576" y="4891405"/>
                  </a:lnTo>
                  <a:lnTo>
                    <a:pt x="8892931" y="4997527"/>
                  </a:lnTo>
                  <a:lnTo>
                    <a:pt x="8918365" y="5099712"/>
                  </a:lnTo>
                  <a:lnTo>
                    <a:pt x="8943923" y="5197834"/>
                  </a:lnTo>
                  <a:lnTo>
                    <a:pt x="8969656" y="5291808"/>
                  </a:lnTo>
                  <a:lnTo>
                    <a:pt x="8995629" y="5381592"/>
                  </a:lnTo>
                  <a:lnTo>
                    <a:pt x="9021915" y="5467185"/>
                  </a:lnTo>
                  <a:lnTo>
                    <a:pt x="9048603" y="5548621"/>
                  </a:lnTo>
                  <a:lnTo>
                    <a:pt x="9075793" y="5625969"/>
                  </a:lnTo>
                  <a:lnTo>
                    <a:pt x="9084767" y="5650266"/>
                  </a:lnTo>
                  <a:lnTo>
                    <a:pt x="9126076" y="5754366"/>
                  </a:lnTo>
                  <a:lnTo>
                    <a:pt x="9169228" y="5849848"/>
                  </a:lnTo>
                  <a:lnTo>
                    <a:pt x="9214716" y="5936984"/>
                  </a:lnTo>
                  <a:lnTo>
                    <a:pt x="9263081" y="6016316"/>
                  </a:lnTo>
                  <a:lnTo>
                    <a:pt x="9314889" y="6088511"/>
                  </a:lnTo>
                  <a:lnTo>
                    <a:pt x="9370698" y="6154268"/>
                  </a:lnTo>
                  <a:lnTo>
                    <a:pt x="9431031" y="6214254"/>
                  </a:lnTo>
                  <a:lnTo>
                    <a:pt x="9496331" y="6269070"/>
                  </a:lnTo>
                  <a:lnTo>
                    <a:pt x="9566904" y="6319228"/>
                  </a:lnTo>
                  <a:lnTo>
                    <a:pt x="9642848" y="6365138"/>
                  </a:lnTo>
                  <a:lnTo>
                    <a:pt x="9723967" y="6407099"/>
                  </a:lnTo>
                  <a:lnTo>
                    <a:pt x="9809671" y="6445302"/>
                  </a:lnTo>
                  <a:lnTo>
                    <a:pt x="9898885" y="6479834"/>
                  </a:lnTo>
                  <a:lnTo>
                    <a:pt x="9989981" y="6510699"/>
                  </a:lnTo>
                  <a:lnTo>
                    <a:pt x="10080774" y="6537837"/>
                  </a:lnTo>
                  <a:lnTo>
                    <a:pt x="10168605" y="6561172"/>
                  </a:lnTo>
                  <a:lnTo>
                    <a:pt x="10250543" y="6580656"/>
                  </a:lnTo>
                  <a:lnTo>
                    <a:pt x="10323699" y="6596323"/>
                  </a:lnTo>
                  <a:lnTo>
                    <a:pt x="10385614" y="6608329"/>
                  </a:lnTo>
                  <a:lnTo>
                    <a:pt x="10434642" y="6616976"/>
                  </a:lnTo>
                  <a:lnTo>
                    <a:pt x="10470240" y="6622708"/>
                  </a:lnTo>
                  <a:lnTo>
                    <a:pt x="10493112" y="6626080"/>
                  </a:lnTo>
                  <a:lnTo>
                    <a:pt x="10505182" y="6627715"/>
                  </a:lnTo>
                  <a:lnTo>
                    <a:pt x="10509462" y="6628249"/>
                  </a:lnTo>
                  <a:lnTo>
                    <a:pt x="10509911" y="6628301"/>
                  </a:lnTo>
                  <a:lnTo>
                    <a:pt x="11981298" y="662830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88" name="pl388"/>
            <p:cNvSpPr/>
            <p:nvPr/>
          </p:nvSpPr>
          <p:spPr>
            <a:xfrm>
              <a:off x="4799595" y="3304305"/>
              <a:ext cx="11981298" cy="6628301"/>
            </a:xfrm>
            <a:custGeom>
              <a:avLst/>
              <a:pathLst>
                <a:path w="11981298" h="6628301">
                  <a:moveTo>
                    <a:pt x="11981298" y="6628301"/>
                  </a:moveTo>
                  <a:lnTo>
                    <a:pt x="10509911" y="6628301"/>
                  </a:lnTo>
                  <a:lnTo>
                    <a:pt x="10509086" y="6628204"/>
                  </a:lnTo>
                  <a:lnTo>
                    <a:pt x="10503626" y="6627512"/>
                  </a:lnTo>
                  <a:lnTo>
                    <a:pt x="10489738" y="6625602"/>
                  </a:lnTo>
                  <a:lnTo>
                    <a:pt x="10464603" y="6621835"/>
                  </a:lnTo>
                  <a:lnTo>
                    <a:pt x="10426516" y="6615599"/>
                  </a:lnTo>
                  <a:lnTo>
                    <a:pt x="10375008" y="6606355"/>
                  </a:lnTo>
                  <a:lnTo>
                    <a:pt x="10310842" y="6593685"/>
                  </a:lnTo>
                  <a:lnTo>
                    <a:pt x="10235843" y="6577314"/>
                  </a:lnTo>
                  <a:lnTo>
                    <a:pt x="10152580" y="6557111"/>
                  </a:lnTo>
                  <a:lnTo>
                    <a:pt x="10063979" y="6533061"/>
                  </a:lnTo>
                  <a:lnTo>
                    <a:pt x="9972939" y="6505222"/>
                  </a:lnTo>
                  <a:lnTo>
                    <a:pt x="9882045" y="6473670"/>
                  </a:lnTo>
                  <a:lnTo>
                    <a:pt x="9793379" y="6438455"/>
                  </a:lnTo>
                  <a:lnTo>
                    <a:pt x="9708464" y="6399561"/>
                  </a:lnTo>
                  <a:lnTo>
                    <a:pt x="9628279" y="6356882"/>
                  </a:lnTo>
                  <a:lnTo>
                    <a:pt x="9553332" y="6310206"/>
                  </a:lnTo>
                  <a:lnTo>
                    <a:pt x="9483758" y="6259213"/>
                  </a:lnTo>
                  <a:lnTo>
                    <a:pt x="9419413" y="6203474"/>
                  </a:lnTo>
                  <a:lnTo>
                    <a:pt x="9359960" y="6142460"/>
                  </a:lnTo>
                  <a:lnTo>
                    <a:pt x="9304938" y="6075554"/>
                  </a:lnTo>
                  <a:lnTo>
                    <a:pt x="9253816" y="6002081"/>
                  </a:lnTo>
                  <a:lnTo>
                    <a:pt x="9206030" y="5921342"/>
                  </a:lnTo>
                  <a:lnTo>
                    <a:pt x="9161018" y="5832684"/>
                  </a:lnTo>
                  <a:lnTo>
                    <a:pt x="9118245" y="5735604"/>
                  </a:lnTo>
                  <a:lnTo>
                    <a:pt x="9084767" y="5650266"/>
                  </a:lnTo>
                  <a:lnTo>
                    <a:pt x="9057388" y="5574228"/>
                  </a:lnTo>
                  <a:lnTo>
                    <a:pt x="9030549" y="5494131"/>
                  </a:lnTo>
                  <a:lnTo>
                    <a:pt x="9004142" y="5409896"/>
                  </a:lnTo>
                  <a:lnTo>
                    <a:pt x="8978076" y="5321477"/>
                  </a:lnTo>
                  <a:lnTo>
                    <a:pt x="8952272" y="5228863"/>
                  </a:lnTo>
                  <a:lnTo>
                    <a:pt x="8926663" y="5132084"/>
                  </a:lnTo>
                  <a:lnTo>
                    <a:pt x="8901194" y="5031208"/>
                  </a:lnTo>
                  <a:lnTo>
                    <a:pt x="8875818" y="4926350"/>
                  </a:lnTo>
                  <a:lnTo>
                    <a:pt x="8850497" y="4817667"/>
                  </a:lnTo>
                  <a:lnTo>
                    <a:pt x="8825201" y="4705365"/>
                  </a:lnTo>
                  <a:lnTo>
                    <a:pt x="8799908" y="4589692"/>
                  </a:lnTo>
                  <a:lnTo>
                    <a:pt x="8774603" y="4470943"/>
                  </a:lnTo>
                  <a:lnTo>
                    <a:pt x="8749275" y="4349455"/>
                  </a:lnTo>
                  <a:lnTo>
                    <a:pt x="8723919" y="4225604"/>
                  </a:lnTo>
                  <a:lnTo>
                    <a:pt x="8698536" y="4099800"/>
                  </a:lnTo>
                  <a:lnTo>
                    <a:pt x="8673128" y="3972485"/>
                  </a:lnTo>
                  <a:lnTo>
                    <a:pt x="8647702" y="3844120"/>
                  </a:lnTo>
                  <a:lnTo>
                    <a:pt x="8622265" y="3715187"/>
                  </a:lnTo>
                  <a:lnTo>
                    <a:pt x="8596826" y="3586174"/>
                  </a:lnTo>
                  <a:lnTo>
                    <a:pt x="8571395" y="3457572"/>
                  </a:lnTo>
                  <a:lnTo>
                    <a:pt x="8545980" y="3329863"/>
                  </a:lnTo>
                  <a:lnTo>
                    <a:pt x="8520589" y="3203518"/>
                  </a:lnTo>
                  <a:lnTo>
                    <a:pt x="8495224" y="3078985"/>
                  </a:lnTo>
                  <a:lnTo>
                    <a:pt x="8469887" y="2956686"/>
                  </a:lnTo>
                  <a:lnTo>
                    <a:pt x="8444575" y="2837007"/>
                  </a:lnTo>
                  <a:lnTo>
                    <a:pt x="8419280" y="2720299"/>
                  </a:lnTo>
                  <a:lnTo>
                    <a:pt x="8393987" y="2606870"/>
                  </a:lnTo>
                  <a:lnTo>
                    <a:pt x="8368677" y="2496985"/>
                  </a:lnTo>
                  <a:lnTo>
                    <a:pt x="8343323" y="2390863"/>
                  </a:lnTo>
                  <a:lnTo>
                    <a:pt x="8317888" y="2288677"/>
                  </a:lnTo>
                  <a:lnTo>
                    <a:pt x="8292331" y="2190556"/>
                  </a:lnTo>
                  <a:lnTo>
                    <a:pt x="8266597" y="2096582"/>
                  </a:lnTo>
                  <a:lnTo>
                    <a:pt x="8240624" y="2006797"/>
                  </a:lnTo>
                  <a:lnTo>
                    <a:pt x="8214338" y="1921205"/>
                  </a:lnTo>
                  <a:lnTo>
                    <a:pt x="8187650" y="1839768"/>
                  </a:lnTo>
                  <a:lnTo>
                    <a:pt x="8160460" y="1762421"/>
                  </a:lnTo>
                  <a:lnTo>
                    <a:pt x="8151487" y="1738124"/>
                  </a:lnTo>
                  <a:lnTo>
                    <a:pt x="8110177" y="1634024"/>
                  </a:lnTo>
                  <a:lnTo>
                    <a:pt x="8067025" y="1538541"/>
                  </a:lnTo>
                  <a:lnTo>
                    <a:pt x="8021537" y="1451405"/>
                  </a:lnTo>
                  <a:lnTo>
                    <a:pt x="7973172" y="1372073"/>
                  </a:lnTo>
                  <a:lnTo>
                    <a:pt x="7921365" y="1299878"/>
                  </a:lnTo>
                  <a:lnTo>
                    <a:pt x="7865555" y="1234122"/>
                  </a:lnTo>
                  <a:lnTo>
                    <a:pt x="7805222" y="1174136"/>
                  </a:lnTo>
                  <a:lnTo>
                    <a:pt x="7739922" y="1119319"/>
                  </a:lnTo>
                  <a:lnTo>
                    <a:pt x="7669350" y="1069161"/>
                  </a:lnTo>
                  <a:lnTo>
                    <a:pt x="7593405" y="1023252"/>
                  </a:lnTo>
                  <a:lnTo>
                    <a:pt x="7512286" y="981291"/>
                  </a:lnTo>
                  <a:lnTo>
                    <a:pt x="7426582" y="943088"/>
                  </a:lnTo>
                  <a:lnTo>
                    <a:pt x="7337368" y="908555"/>
                  </a:lnTo>
                  <a:lnTo>
                    <a:pt x="7246272" y="877691"/>
                  </a:lnTo>
                  <a:lnTo>
                    <a:pt x="7155479" y="850553"/>
                  </a:lnTo>
                  <a:lnTo>
                    <a:pt x="7067648" y="827218"/>
                  </a:lnTo>
                  <a:lnTo>
                    <a:pt x="6985710" y="807733"/>
                  </a:lnTo>
                  <a:lnTo>
                    <a:pt x="6912554" y="792066"/>
                  </a:lnTo>
                  <a:lnTo>
                    <a:pt x="6850639" y="780061"/>
                  </a:lnTo>
                  <a:lnTo>
                    <a:pt x="6801612" y="771414"/>
                  </a:lnTo>
                  <a:lnTo>
                    <a:pt x="6766014" y="765682"/>
                  </a:lnTo>
                  <a:lnTo>
                    <a:pt x="6743141" y="762309"/>
                  </a:lnTo>
                  <a:lnTo>
                    <a:pt x="6731071" y="760675"/>
                  </a:lnTo>
                  <a:lnTo>
                    <a:pt x="6726791" y="760141"/>
                  </a:lnTo>
                  <a:lnTo>
                    <a:pt x="6726343" y="760088"/>
                  </a:lnTo>
                  <a:lnTo>
                    <a:pt x="5254955" y="760088"/>
                  </a:lnTo>
                  <a:lnTo>
                    <a:pt x="5253724" y="760069"/>
                  </a:lnTo>
                  <a:lnTo>
                    <a:pt x="5245648" y="759934"/>
                  </a:lnTo>
                  <a:lnTo>
                    <a:pt x="5225339" y="759560"/>
                  </a:lnTo>
                  <a:lnTo>
                    <a:pt x="5189150" y="758825"/>
                  </a:lnTo>
                  <a:lnTo>
                    <a:pt x="5135456" y="757616"/>
                  </a:lnTo>
                  <a:lnTo>
                    <a:pt x="5064774" y="755842"/>
                  </a:lnTo>
                  <a:lnTo>
                    <a:pt x="4979537" y="753444"/>
                  </a:lnTo>
                  <a:lnTo>
                    <a:pt x="4883535" y="750396"/>
                  </a:lnTo>
                  <a:lnTo>
                    <a:pt x="4781159" y="746695"/>
                  </a:lnTo>
                  <a:lnTo>
                    <a:pt x="4676672" y="742355"/>
                  </a:lnTo>
                  <a:lnTo>
                    <a:pt x="4573683" y="737389"/>
                  </a:lnTo>
                  <a:lnTo>
                    <a:pt x="4474882" y="731799"/>
                  </a:lnTo>
                  <a:lnTo>
                    <a:pt x="4382001" y="725573"/>
                  </a:lnTo>
                  <a:lnTo>
                    <a:pt x="4295930" y="718672"/>
                  </a:lnTo>
                  <a:lnTo>
                    <a:pt x="4216896" y="711035"/>
                  </a:lnTo>
                  <a:lnTo>
                    <a:pt x="4144651" y="702576"/>
                  </a:lnTo>
                  <a:lnTo>
                    <a:pt x="4078638" y="693189"/>
                  </a:lnTo>
                  <a:lnTo>
                    <a:pt x="4018115" y="682747"/>
                  </a:lnTo>
                  <a:lnTo>
                    <a:pt x="3962255" y="671116"/>
                  </a:lnTo>
                  <a:lnTo>
                    <a:pt x="3910209" y="658165"/>
                  </a:lnTo>
                  <a:lnTo>
                    <a:pt x="3861165" y="643791"/>
                  </a:lnTo>
                  <a:lnTo>
                    <a:pt x="3829811" y="633407"/>
                  </a:lnTo>
                  <a:lnTo>
                    <a:pt x="3777028" y="613756"/>
                  </a:lnTo>
                  <a:lnTo>
                    <a:pt x="3725918" y="592081"/>
                  </a:lnTo>
                  <a:lnTo>
                    <a:pt x="3675840" y="568353"/>
                  </a:lnTo>
                  <a:lnTo>
                    <a:pt x="3626330" y="542613"/>
                  </a:lnTo>
                  <a:lnTo>
                    <a:pt x="3577064" y="514983"/>
                  </a:lnTo>
                  <a:lnTo>
                    <a:pt x="3527836" y="485671"/>
                  </a:lnTo>
                  <a:lnTo>
                    <a:pt x="3478537" y="454963"/>
                  </a:lnTo>
                  <a:lnTo>
                    <a:pt x="3429135" y="423224"/>
                  </a:lnTo>
                  <a:lnTo>
                    <a:pt x="3379654" y="390873"/>
                  </a:lnTo>
                  <a:lnTo>
                    <a:pt x="3330151" y="358366"/>
                  </a:lnTo>
                  <a:lnTo>
                    <a:pt x="3280691" y="326170"/>
                  </a:lnTo>
                  <a:lnTo>
                    <a:pt x="3231323" y="294731"/>
                  </a:lnTo>
                  <a:lnTo>
                    <a:pt x="3182054" y="264453"/>
                  </a:lnTo>
                  <a:lnTo>
                    <a:pt x="3132831" y="235674"/>
                  </a:lnTo>
                  <a:lnTo>
                    <a:pt x="3083512" y="208657"/>
                  </a:lnTo>
                  <a:lnTo>
                    <a:pt x="3033854" y="183580"/>
                  </a:lnTo>
                  <a:lnTo>
                    <a:pt x="2983491" y="160537"/>
                  </a:lnTo>
                  <a:lnTo>
                    <a:pt x="2931902" y="139544"/>
                  </a:lnTo>
                  <a:lnTo>
                    <a:pt x="2896531" y="126681"/>
                  </a:lnTo>
                  <a:lnTo>
                    <a:pt x="2849078" y="111332"/>
                  </a:lnTo>
                  <a:lnTo>
                    <a:pt x="2799117" y="97442"/>
                  </a:lnTo>
                  <a:lnTo>
                    <a:pt x="2745889" y="84945"/>
                  </a:lnTo>
                  <a:lnTo>
                    <a:pt x="2688566" y="73727"/>
                  </a:lnTo>
                  <a:lnTo>
                    <a:pt x="2626298" y="63652"/>
                  </a:lnTo>
                  <a:lnTo>
                    <a:pt x="2558278" y="54588"/>
                  </a:lnTo>
                  <a:lnTo>
                    <a:pt x="2483815" y="46414"/>
                  </a:lnTo>
                  <a:lnTo>
                    <a:pt x="2402438" y="39032"/>
                  </a:lnTo>
                  <a:lnTo>
                    <a:pt x="2314037" y="32362"/>
                  </a:lnTo>
                  <a:lnTo>
                    <a:pt x="2219041" y="26351"/>
                  </a:lnTo>
                  <a:lnTo>
                    <a:pt x="2118602" y="20971"/>
                  </a:lnTo>
                  <a:lnTo>
                    <a:pt x="2014765" y="16213"/>
                  </a:lnTo>
                  <a:lnTo>
                    <a:pt x="1910541" y="12084"/>
                  </a:lnTo>
                  <a:lnTo>
                    <a:pt x="1809801" y="8601"/>
                  </a:lnTo>
                  <a:lnTo>
                    <a:pt x="1716922" y="5771"/>
                  </a:lnTo>
                  <a:lnTo>
                    <a:pt x="1636178" y="3586"/>
                  </a:lnTo>
                  <a:lnTo>
                    <a:pt x="1570987" y="2009"/>
                  </a:lnTo>
                  <a:lnTo>
                    <a:pt x="1523190" y="969"/>
                  </a:lnTo>
                  <a:lnTo>
                    <a:pt x="1492593" y="368"/>
                  </a:lnTo>
                  <a:lnTo>
                    <a:pt x="1476868" y="88"/>
                  </a:lnTo>
                  <a:lnTo>
                    <a:pt x="1471757" y="5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89" name="pg389"/>
            <p:cNvSpPr/>
            <p:nvPr/>
          </p:nvSpPr>
          <p:spPr>
            <a:xfrm>
              <a:off x="4799595" y="3328824"/>
              <a:ext cx="11981298" cy="7404736"/>
            </a:xfrm>
            <a:custGeom>
              <a:avLst/>
              <a:pathLst>
                <a:path w="11981298" h="7404736">
                  <a:moveTo>
                    <a:pt x="0" y="40864"/>
                  </a:moveTo>
                  <a:lnTo>
                    <a:pt x="1471387" y="40864"/>
                  </a:lnTo>
                  <a:lnTo>
                    <a:pt x="1472618" y="40883"/>
                  </a:lnTo>
                  <a:lnTo>
                    <a:pt x="1480694" y="41019"/>
                  </a:lnTo>
                  <a:lnTo>
                    <a:pt x="1501003" y="41392"/>
                  </a:lnTo>
                  <a:lnTo>
                    <a:pt x="1537192" y="42128"/>
                  </a:lnTo>
                  <a:lnTo>
                    <a:pt x="1590886" y="43337"/>
                  </a:lnTo>
                  <a:lnTo>
                    <a:pt x="1661568" y="45111"/>
                  </a:lnTo>
                  <a:lnTo>
                    <a:pt x="1746806" y="47509"/>
                  </a:lnTo>
                  <a:lnTo>
                    <a:pt x="1842807" y="50557"/>
                  </a:lnTo>
                  <a:lnTo>
                    <a:pt x="1945183" y="54258"/>
                  </a:lnTo>
                  <a:lnTo>
                    <a:pt x="2049670" y="58598"/>
                  </a:lnTo>
                  <a:lnTo>
                    <a:pt x="2152659" y="63564"/>
                  </a:lnTo>
                  <a:lnTo>
                    <a:pt x="2251460" y="69153"/>
                  </a:lnTo>
                  <a:lnTo>
                    <a:pt x="2344341" y="75380"/>
                  </a:lnTo>
                  <a:lnTo>
                    <a:pt x="2430412" y="82281"/>
                  </a:lnTo>
                  <a:lnTo>
                    <a:pt x="2509446" y="89918"/>
                  </a:lnTo>
                  <a:lnTo>
                    <a:pt x="2581691" y="98376"/>
                  </a:lnTo>
                  <a:lnTo>
                    <a:pt x="2647704" y="107764"/>
                  </a:lnTo>
                  <a:lnTo>
                    <a:pt x="2708227" y="118206"/>
                  </a:lnTo>
                  <a:lnTo>
                    <a:pt x="2764087" y="129837"/>
                  </a:lnTo>
                  <a:lnTo>
                    <a:pt x="2816133" y="142788"/>
                  </a:lnTo>
                  <a:lnTo>
                    <a:pt x="2865177" y="157162"/>
                  </a:lnTo>
                  <a:lnTo>
                    <a:pt x="2896531" y="167546"/>
                  </a:lnTo>
                  <a:lnTo>
                    <a:pt x="2949314" y="187197"/>
                  </a:lnTo>
                  <a:lnTo>
                    <a:pt x="3000425" y="208872"/>
                  </a:lnTo>
                  <a:lnTo>
                    <a:pt x="3050502" y="232600"/>
                  </a:lnTo>
                  <a:lnTo>
                    <a:pt x="3100012" y="258340"/>
                  </a:lnTo>
                  <a:lnTo>
                    <a:pt x="3149278" y="285969"/>
                  </a:lnTo>
                  <a:lnTo>
                    <a:pt x="3198506" y="315282"/>
                  </a:lnTo>
                  <a:lnTo>
                    <a:pt x="3247805" y="345990"/>
                  </a:lnTo>
                  <a:lnTo>
                    <a:pt x="3297207" y="377729"/>
                  </a:lnTo>
                  <a:lnTo>
                    <a:pt x="3346688" y="410080"/>
                  </a:lnTo>
                  <a:lnTo>
                    <a:pt x="3396191" y="442586"/>
                  </a:lnTo>
                  <a:lnTo>
                    <a:pt x="3445652" y="474783"/>
                  </a:lnTo>
                  <a:lnTo>
                    <a:pt x="3495020" y="506222"/>
                  </a:lnTo>
                  <a:lnTo>
                    <a:pt x="3544288" y="536500"/>
                  </a:lnTo>
                  <a:lnTo>
                    <a:pt x="3593512" y="565279"/>
                  </a:lnTo>
                  <a:lnTo>
                    <a:pt x="3642830" y="592295"/>
                  </a:lnTo>
                  <a:lnTo>
                    <a:pt x="3692488" y="617373"/>
                  </a:lnTo>
                  <a:lnTo>
                    <a:pt x="3742851" y="640416"/>
                  </a:lnTo>
                  <a:lnTo>
                    <a:pt x="3794440" y="661408"/>
                  </a:lnTo>
                  <a:lnTo>
                    <a:pt x="3829811" y="674272"/>
                  </a:lnTo>
                  <a:lnTo>
                    <a:pt x="3877264" y="689621"/>
                  </a:lnTo>
                  <a:lnTo>
                    <a:pt x="3927225" y="703511"/>
                  </a:lnTo>
                  <a:lnTo>
                    <a:pt x="3980453" y="716007"/>
                  </a:lnTo>
                  <a:lnTo>
                    <a:pt x="4037776" y="727226"/>
                  </a:lnTo>
                  <a:lnTo>
                    <a:pt x="4100044" y="737301"/>
                  </a:lnTo>
                  <a:lnTo>
                    <a:pt x="4168064" y="746365"/>
                  </a:lnTo>
                  <a:lnTo>
                    <a:pt x="4242527" y="754538"/>
                  </a:lnTo>
                  <a:lnTo>
                    <a:pt x="4323904" y="761921"/>
                  </a:lnTo>
                  <a:lnTo>
                    <a:pt x="4412305" y="768591"/>
                  </a:lnTo>
                  <a:lnTo>
                    <a:pt x="4507301" y="774602"/>
                  </a:lnTo>
                  <a:lnTo>
                    <a:pt x="4607741" y="779982"/>
                  </a:lnTo>
                  <a:lnTo>
                    <a:pt x="4711577" y="784740"/>
                  </a:lnTo>
                  <a:lnTo>
                    <a:pt x="4815801" y="788869"/>
                  </a:lnTo>
                  <a:lnTo>
                    <a:pt x="4916541" y="792352"/>
                  </a:lnTo>
                  <a:lnTo>
                    <a:pt x="5009421" y="795182"/>
                  </a:lnTo>
                  <a:lnTo>
                    <a:pt x="5090164" y="797366"/>
                  </a:lnTo>
                  <a:lnTo>
                    <a:pt x="5155355" y="798944"/>
                  </a:lnTo>
                  <a:lnTo>
                    <a:pt x="5203152" y="799983"/>
                  </a:lnTo>
                  <a:lnTo>
                    <a:pt x="5233750" y="800585"/>
                  </a:lnTo>
                  <a:lnTo>
                    <a:pt x="5249474" y="800865"/>
                  </a:lnTo>
                  <a:lnTo>
                    <a:pt x="5254585" y="800948"/>
                  </a:lnTo>
                  <a:lnTo>
                    <a:pt x="5254955" y="800953"/>
                  </a:lnTo>
                  <a:lnTo>
                    <a:pt x="6726343" y="800953"/>
                  </a:lnTo>
                  <a:lnTo>
                    <a:pt x="6727121" y="801056"/>
                  </a:lnTo>
                  <a:lnTo>
                    <a:pt x="6732279" y="801790"/>
                  </a:lnTo>
                  <a:lnTo>
                    <a:pt x="6745418" y="803815"/>
                  </a:lnTo>
                  <a:lnTo>
                    <a:pt x="6769244" y="807809"/>
                  </a:lnTo>
                  <a:lnTo>
                    <a:pt x="6805441" y="814425"/>
                  </a:lnTo>
                  <a:lnTo>
                    <a:pt x="6854555" y="824245"/>
                  </a:lnTo>
                  <a:lnTo>
                    <a:pt x="6915986" y="837727"/>
                  </a:lnTo>
                  <a:lnTo>
                    <a:pt x="6988124" y="855183"/>
                  </a:lnTo>
                  <a:lnTo>
                    <a:pt x="7068624" y="876773"/>
                  </a:lnTo>
                  <a:lnTo>
                    <a:pt x="7154759" y="902529"/>
                  </a:lnTo>
                  <a:lnTo>
                    <a:pt x="7243762" y="932401"/>
                  </a:lnTo>
                  <a:lnTo>
                    <a:pt x="7333120" y="966307"/>
                  </a:lnTo>
                  <a:lnTo>
                    <a:pt x="7420753" y="1004184"/>
                  </a:lnTo>
                  <a:lnTo>
                    <a:pt x="7505097" y="1046029"/>
                  </a:lnTo>
                  <a:lnTo>
                    <a:pt x="7585101" y="1091927"/>
                  </a:lnTo>
                  <a:lnTo>
                    <a:pt x="7660168" y="1142069"/>
                  </a:lnTo>
                  <a:lnTo>
                    <a:pt x="7730075" y="1196762"/>
                  </a:lnTo>
                  <a:lnTo>
                    <a:pt x="7794885" y="1256423"/>
                  </a:lnTo>
                  <a:lnTo>
                    <a:pt x="7854860" y="1321580"/>
                  </a:lnTo>
                  <a:lnTo>
                    <a:pt x="7910400" y="1392854"/>
                  </a:lnTo>
                  <a:lnTo>
                    <a:pt x="7961986" y="1470945"/>
                  </a:lnTo>
                  <a:lnTo>
                    <a:pt x="8010143" y="1556590"/>
                  </a:lnTo>
                  <a:lnTo>
                    <a:pt x="8055402" y="1650512"/>
                  </a:lnTo>
                  <a:lnTo>
                    <a:pt x="8098283" y="1753333"/>
                  </a:lnTo>
                  <a:lnTo>
                    <a:pt x="8139267" y="1865439"/>
                  </a:lnTo>
                  <a:lnTo>
                    <a:pt x="8151487" y="1901584"/>
                  </a:lnTo>
                  <a:lnTo>
                    <a:pt x="8177384" y="1982360"/>
                  </a:lnTo>
                  <a:lnTo>
                    <a:pt x="8202794" y="2067213"/>
                  </a:lnTo>
                  <a:lnTo>
                    <a:pt x="8227808" y="2156221"/>
                  </a:lnTo>
                  <a:lnTo>
                    <a:pt x="8252504" y="2249432"/>
                  </a:lnTo>
                  <a:lnTo>
                    <a:pt x="8276952" y="2346863"/>
                  </a:lnTo>
                  <a:lnTo>
                    <a:pt x="8301211" y="2448495"/>
                  </a:lnTo>
                  <a:lnTo>
                    <a:pt x="8325329" y="2554276"/>
                  </a:lnTo>
                  <a:lnTo>
                    <a:pt x="8349350" y="2664111"/>
                  </a:lnTo>
                  <a:lnTo>
                    <a:pt x="8373308" y="2777868"/>
                  </a:lnTo>
                  <a:lnTo>
                    <a:pt x="8397230" y="2895373"/>
                  </a:lnTo>
                  <a:lnTo>
                    <a:pt x="8421140" y="3016411"/>
                  </a:lnTo>
                  <a:lnTo>
                    <a:pt x="8445054" y="3140726"/>
                  </a:lnTo>
                  <a:lnTo>
                    <a:pt x="8468982" y="3268023"/>
                  </a:lnTo>
                  <a:lnTo>
                    <a:pt x="8492932" y="3397969"/>
                  </a:lnTo>
                  <a:lnTo>
                    <a:pt x="8516908" y="3530198"/>
                  </a:lnTo>
                  <a:lnTo>
                    <a:pt x="8540908" y="3664314"/>
                  </a:lnTo>
                  <a:lnTo>
                    <a:pt x="8564929" y="3799892"/>
                  </a:lnTo>
                  <a:lnTo>
                    <a:pt x="8588967" y="3936492"/>
                  </a:lnTo>
                  <a:lnTo>
                    <a:pt x="8613014" y="4073656"/>
                  </a:lnTo>
                  <a:lnTo>
                    <a:pt x="8637062" y="4210919"/>
                  </a:lnTo>
                  <a:lnTo>
                    <a:pt x="8661105" y="4347815"/>
                  </a:lnTo>
                  <a:lnTo>
                    <a:pt x="8685134" y="4483883"/>
                  </a:lnTo>
                  <a:lnTo>
                    <a:pt x="8709144" y="4618673"/>
                  </a:lnTo>
                  <a:lnTo>
                    <a:pt x="8733130" y="4751755"/>
                  </a:lnTo>
                  <a:lnTo>
                    <a:pt x="8757091" y="4882718"/>
                  </a:lnTo>
                  <a:lnTo>
                    <a:pt x="8781028" y="5011184"/>
                  </a:lnTo>
                  <a:lnTo>
                    <a:pt x="8804947" y="5136806"/>
                  </a:lnTo>
                  <a:lnTo>
                    <a:pt x="8828856" y="5259271"/>
                  </a:lnTo>
                  <a:lnTo>
                    <a:pt x="8852771" y="5378306"/>
                  </a:lnTo>
                  <a:lnTo>
                    <a:pt x="8876711" y="5493681"/>
                  </a:lnTo>
                  <a:lnTo>
                    <a:pt x="8900701" y="5605202"/>
                  </a:lnTo>
                  <a:lnTo>
                    <a:pt x="8924773" y="5712720"/>
                  </a:lnTo>
                  <a:lnTo>
                    <a:pt x="8948966" y="5816125"/>
                  </a:lnTo>
                  <a:lnTo>
                    <a:pt x="8973327" y="5915347"/>
                  </a:lnTo>
                  <a:lnTo>
                    <a:pt x="8997910" y="6010352"/>
                  </a:lnTo>
                  <a:lnTo>
                    <a:pt x="9022780" y="6101143"/>
                  </a:lnTo>
                  <a:lnTo>
                    <a:pt x="9048011" y="6187755"/>
                  </a:lnTo>
                  <a:lnTo>
                    <a:pt x="9073689" y="6270253"/>
                  </a:lnTo>
                  <a:lnTo>
                    <a:pt x="9084767" y="6304106"/>
                  </a:lnTo>
                  <a:lnTo>
                    <a:pt x="9125257" y="6419068"/>
                  </a:lnTo>
                  <a:lnTo>
                    <a:pt x="9167509" y="6524703"/>
                  </a:lnTo>
                  <a:lnTo>
                    <a:pt x="9211987" y="6621289"/>
                  </a:lnTo>
                  <a:lnTo>
                    <a:pt x="9259201" y="6709390"/>
                  </a:lnTo>
                  <a:lnTo>
                    <a:pt x="9309682" y="6789712"/>
                  </a:lnTo>
                  <a:lnTo>
                    <a:pt x="9363960" y="6862994"/>
                  </a:lnTo>
                  <a:lnTo>
                    <a:pt x="9422531" y="6929952"/>
                  </a:lnTo>
                  <a:lnTo>
                    <a:pt x="9485827" y="6991233"/>
                  </a:lnTo>
                  <a:lnTo>
                    <a:pt x="9554158" y="7047395"/>
                  </a:lnTo>
                  <a:lnTo>
                    <a:pt x="9627656" y="7098891"/>
                  </a:lnTo>
                  <a:lnTo>
                    <a:pt x="9706194" y="7146062"/>
                  </a:lnTo>
                  <a:lnTo>
                    <a:pt x="9789300" y="7189132"/>
                  </a:lnTo>
                  <a:lnTo>
                    <a:pt x="9876069" y="7228219"/>
                  </a:lnTo>
                  <a:lnTo>
                    <a:pt x="9965098" y="7263344"/>
                  </a:lnTo>
                  <a:lnTo>
                    <a:pt x="10054459" y="7294458"/>
                  </a:lnTo>
                  <a:lnTo>
                    <a:pt x="10141757" y="7321481"/>
                  </a:lnTo>
                  <a:lnTo>
                    <a:pt x="10224278" y="7344346"/>
                  </a:lnTo>
                  <a:lnTo>
                    <a:pt x="10299247" y="7363056"/>
                  </a:lnTo>
                  <a:lnTo>
                    <a:pt x="10364163" y="7377728"/>
                  </a:lnTo>
                  <a:lnTo>
                    <a:pt x="10417158" y="7388625"/>
                  </a:lnTo>
                  <a:lnTo>
                    <a:pt x="10457302" y="7396164"/>
                  </a:lnTo>
                  <a:lnTo>
                    <a:pt x="10484783" y="7400893"/>
                  </a:lnTo>
                  <a:lnTo>
                    <a:pt x="10500947" y="7403449"/>
                  </a:lnTo>
                  <a:lnTo>
                    <a:pt x="10508202" y="7404505"/>
                  </a:lnTo>
                  <a:lnTo>
                    <a:pt x="10509911" y="7404736"/>
                  </a:lnTo>
                  <a:lnTo>
                    <a:pt x="11981298" y="7404736"/>
                  </a:lnTo>
                  <a:lnTo>
                    <a:pt x="11981298" y="7363871"/>
                  </a:lnTo>
                  <a:lnTo>
                    <a:pt x="10509911" y="7363871"/>
                  </a:lnTo>
                  <a:lnTo>
                    <a:pt x="10509132" y="7363768"/>
                  </a:lnTo>
                  <a:lnTo>
                    <a:pt x="10503974" y="7363034"/>
                  </a:lnTo>
                  <a:lnTo>
                    <a:pt x="10490836" y="7361009"/>
                  </a:lnTo>
                  <a:lnTo>
                    <a:pt x="10467010" y="7357016"/>
                  </a:lnTo>
                  <a:lnTo>
                    <a:pt x="10430812" y="7350399"/>
                  </a:lnTo>
                  <a:lnTo>
                    <a:pt x="10381698" y="7340580"/>
                  </a:lnTo>
                  <a:lnTo>
                    <a:pt x="10320267" y="7327097"/>
                  </a:lnTo>
                  <a:lnTo>
                    <a:pt x="10248130" y="7309641"/>
                  </a:lnTo>
                  <a:lnTo>
                    <a:pt x="10167629" y="7288051"/>
                  </a:lnTo>
                  <a:lnTo>
                    <a:pt x="10081495" y="7262295"/>
                  </a:lnTo>
                  <a:lnTo>
                    <a:pt x="9992491" y="7232423"/>
                  </a:lnTo>
                  <a:lnTo>
                    <a:pt x="9903133" y="7198517"/>
                  </a:lnTo>
                  <a:lnTo>
                    <a:pt x="9815500" y="7160640"/>
                  </a:lnTo>
                  <a:lnTo>
                    <a:pt x="9731156" y="7118796"/>
                  </a:lnTo>
                  <a:lnTo>
                    <a:pt x="9651153" y="7072898"/>
                  </a:lnTo>
                  <a:lnTo>
                    <a:pt x="9576086" y="7022755"/>
                  </a:lnTo>
                  <a:lnTo>
                    <a:pt x="9506178" y="6968062"/>
                  </a:lnTo>
                  <a:lnTo>
                    <a:pt x="9441369" y="6908401"/>
                  </a:lnTo>
                  <a:lnTo>
                    <a:pt x="9381394" y="6843245"/>
                  </a:lnTo>
                  <a:lnTo>
                    <a:pt x="9325853" y="6771970"/>
                  </a:lnTo>
                  <a:lnTo>
                    <a:pt x="9274267" y="6693879"/>
                  </a:lnTo>
                  <a:lnTo>
                    <a:pt x="9226111" y="6608235"/>
                  </a:lnTo>
                  <a:lnTo>
                    <a:pt x="9180851" y="6514312"/>
                  </a:lnTo>
                  <a:lnTo>
                    <a:pt x="9137970" y="6411491"/>
                  </a:lnTo>
                  <a:lnTo>
                    <a:pt x="9096986" y="6299385"/>
                  </a:lnTo>
                  <a:lnTo>
                    <a:pt x="9084767" y="6263241"/>
                  </a:lnTo>
                  <a:lnTo>
                    <a:pt x="9058869" y="6182465"/>
                  </a:lnTo>
                  <a:lnTo>
                    <a:pt x="9033459" y="6097612"/>
                  </a:lnTo>
                  <a:lnTo>
                    <a:pt x="9008446" y="6008604"/>
                  </a:lnTo>
                  <a:lnTo>
                    <a:pt x="8983749" y="5915392"/>
                  </a:lnTo>
                  <a:lnTo>
                    <a:pt x="8959301" y="5817962"/>
                  </a:lnTo>
                  <a:lnTo>
                    <a:pt x="8935042" y="5716329"/>
                  </a:lnTo>
                  <a:lnTo>
                    <a:pt x="8910924" y="5610549"/>
                  </a:lnTo>
                  <a:lnTo>
                    <a:pt x="8886903" y="5500713"/>
                  </a:lnTo>
                  <a:lnTo>
                    <a:pt x="8862946" y="5386956"/>
                  </a:lnTo>
                  <a:lnTo>
                    <a:pt x="8839023" y="5269451"/>
                  </a:lnTo>
                  <a:lnTo>
                    <a:pt x="8815113" y="5148414"/>
                  </a:lnTo>
                  <a:lnTo>
                    <a:pt x="8791200" y="5024098"/>
                  </a:lnTo>
                  <a:lnTo>
                    <a:pt x="8767271" y="4896802"/>
                  </a:lnTo>
                  <a:lnTo>
                    <a:pt x="8743321" y="4766855"/>
                  </a:lnTo>
                  <a:lnTo>
                    <a:pt x="8719345" y="4634626"/>
                  </a:lnTo>
                  <a:lnTo>
                    <a:pt x="8695345" y="4500511"/>
                  </a:lnTo>
                  <a:lnTo>
                    <a:pt x="8671324" y="4364932"/>
                  </a:lnTo>
                  <a:lnTo>
                    <a:pt x="8647286" y="4228332"/>
                  </a:lnTo>
                  <a:lnTo>
                    <a:pt x="8623239" y="4091168"/>
                  </a:lnTo>
                  <a:lnTo>
                    <a:pt x="8599191" y="3953905"/>
                  </a:lnTo>
                  <a:lnTo>
                    <a:pt x="8575148" y="3817009"/>
                  </a:lnTo>
                  <a:lnTo>
                    <a:pt x="8551119" y="3680941"/>
                  </a:lnTo>
                  <a:lnTo>
                    <a:pt x="8527110" y="3546151"/>
                  </a:lnTo>
                  <a:lnTo>
                    <a:pt x="8503123" y="3413070"/>
                  </a:lnTo>
                  <a:lnTo>
                    <a:pt x="8479163" y="3282106"/>
                  </a:lnTo>
                  <a:lnTo>
                    <a:pt x="8455225" y="3153640"/>
                  </a:lnTo>
                  <a:lnTo>
                    <a:pt x="8431307" y="3028019"/>
                  </a:lnTo>
                  <a:lnTo>
                    <a:pt x="8407397" y="2905554"/>
                  </a:lnTo>
                  <a:lnTo>
                    <a:pt x="8383482" y="2786518"/>
                  </a:lnTo>
                  <a:lnTo>
                    <a:pt x="8359542" y="2671144"/>
                  </a:lnTo>
                  <a:lnTo>
                    <a:pt x="8335552" y="2559623"/>
                  </a:lnTo>
                  <a:lnTo>
                    <a:pt x="8311480" y="2452104"/>
                  </a:lnTo>
                  <a:lnTo>
                    <a:pt x="8287287" y="2348699"/>
                  </a:lnTo>
                  <a:lnTo>
                    <a:pt x="8262926" y="2249478"/>
                  </a:lnTo>
                  <a:lnTo>
                    <a:pt x="8238343" y="2154473"/>
                  </a:lnTo>
                  <a:lnTo>
                    <a:pt x="8213473" y="2063682"/>
                  </a:lnTo>
                  <a:lnTo>
                    <a:pt x="8188242" y="1977070"/>
                  </a:lnTo>
                  <a:lnTo>
                    <a:pt x="8162564" y="1894571"/>
                  </a:lnTo>
                  <a:lnTo>
                    <a:pt x="8151487" y="1860719"/>
                  </a:lnTo>
                  <a:lnTo>
                    <a:pt x="8110997" y="1745756"/>
                  </a:lnTo>
                  <a:lnTo>
                    <a:pt x="8068744" y="1640121"/>
                  </a:lnTo>
                  <a:lnTo>
                    <a:pt x="8024266" y="1543536"/>
                  </a:lnTo>
                  <a:lnTo>
                    <a:pt x="7977052" y="1455434"/>
                  </a:lnTo>
                  <a:lnTo>
                    <a:pt x="7926571" y="1375112"/>
                  </a:lnTo>
                  <a:lnTo>
                    <a:pt x="7872294" y="1301830"/>
                  </a:lnTo>
                  <a:lnTo>
                    <a:pt x="7813722" y="1234873"/>
                  </a:lnTo>
                  <a:lnTo>
                    <a:pt x="7750426" y="1173592"/>
                  </a:lnTo>
                  <a:lnTo>
                    <a:pt x="7682095" y="1117429"/>
                  </a:lnTo>
                  <a:lnTo>
                    <a:pt x="7608597" y="1065933"/>
                  </a:lnTo>
                  <a:lnTo>
                    <a:pt x="7530059" y="1018762"/>
                  </a:lnTo>
                  <a:lnTo>
                    <a:pt x="7446953" y="975692"/>
                  </a:lnTo>
                  <a:lnTo>
                    <a:pt x="7360184" y="936605"/>
                  </a:lnTo>
                  <a:lnTo>
                    <a:pt x="7271156" y="901480"/>
                  </a:lnTo>
                  <a:lnTo>
                    <a:pt x="7181794" y="870366"/>
                  </a:lnTo>
                  <a:lnTo>
                    <a:pt x="7094496" y="843343"/>
                  </a:lnTo>
                  <a:lnTo>
                    <a:pt x="7011975" y="820478"/>
                  </a:lnTo>
                  <a:lnTo>
                    <a:pt x="6937006" y="801768"/>
                  </a:lnTo>
                  <a:lnTo>
                    <a:pt x="6872090" y="787096"/>
                  </a:lnTo>
                  <a:lnTo>
                    <a:pt x="6819095" y="776199"/>
                  </a:lnTo>
                  <a:lnTo>
                    <a:pt x="6778952" y="768660"/>
                  </a:lnTo>
                  <a:lnTo>
                    <a:pt x="6751470" y="763931"/>
                  </a:lnTo>
                  <a:lnTo>
                    <a:pt x="6735306" y="761376"/>
                  </a:lnTo>
                  <a:lnTo>
                    <a:pt x="6728051" y="760319"/>
                  </a:lnTo>
                  <a:lnTo>
                    <a:pt x="6726343" y="760088"/>
                  </a:lnTo>
                  <a:lnTo>
                    <a:pt x="5254955" y="760088"/>
                  </a:lnTo>
                  <a:lnTo>
                    <a:pt x="5253724" y="760069"/>
                  </a:lnTo>
                  <a:lnTo>
                    <a:pt x="5245648" y="759934"/>
                  </a:lnTo>
                  <a:lnTo>
                    <a:pt x="5225339" y="759560"/>
                  </a:lnTo>
                  <a:lnTo>
                    <a:pt x="5189150" y="758825"/>
                  </a:lnTo>
                  <a:lnTo>
                    <a:pt x="5135456" y="757616"/>
                  </a:lnTo>
                  <a:lnTo>
                    <a:pt x="5064774" y="755842"/>
                  </a:lnTo>
                  <a:lnTo>
                    <a:pt x="4979537" y="753444"/>
                  </a:lnTo>
                  <a:lnTo>
                    <a:pt x="4883535" y="750396"/>
                  </a:lnTo>
                  <a:lnTo>
                    <a:pt x="4781159" y="746695"/>
                  </a:lnTo>
                  <a:lnTo>
                    <a:pt x="4676672" y="742355"/>
                  </a:lnTo>
                  <a:lnTo>
                    <a:pt x="4573683" y="737389"/>
                  </a:lnTo>
                  <a:lnTo>
                    <a:pt x="4474882" y="731799"/>
                  </a:lnTo>
                  <a:lnTo>
                    <a:pt x="4382001" y="725573"/>
                  </a:lnTo>
                  <a:lnTo>
                    <a:pt x="4295930" y="718672"/>
                  </a:lnTo>
                  <a:lnTo>
                    <a:pt x="4216896" y="711035"/>
                  </a:lnTo>
                  <a:lnTo>
                    <a:pt x="4144651" y="702576"/>
                  </a:lnTo>
                  <a:lnTo>
                    <a:pt x="4078638" y="693189"/>
                  </a:lnTo>
                  <a:lnTo>
                    <a:pt x="4018115" y="682747"/>
                  </a:lnTo>
                  <a:lnTo>
                    <a:pt x="3962255" y="671116"/>
                  </a:lnTo>
                  <a:lnTo>
                    <a:pt x="3910209" y="658165"/>
                  </a:lnTo>
                  <a:lnTo>
                    <a:pt x="3861165" y="643791"/>
                  </a:lnTo>
                  <a:lnTo>
                    <a:pt x="3829811" y="633407"/>
                  </a:lnTo>
                  <a:lnTo>
                    <a:pt x="3777028" y="613756"/>
                  </a:lnTo>
                  <a:lnTo>
                    <a:pt x="3725918" y="592081"/>
                  </a:lnTo>
                  <a:lnTo>
                    <a:pt x="3675840" y="568353"/>
                  </a:lnTo>
                  <a:lnTo>
                    <a:pt x="3626330" y="542613"/>
                  </a:lnTo>
                  <a:lnTo>
                    <a:pt x="3577064" y="514983"/>
                  </a:lnTo>
                  <a:lnTo>
                    <a:pt x="3527836" y="485671"/>
                  </a:lnTo>
                  <a:lnTo>
                    <a:pt x="3478537" y="454963"/>
                  </a:lnTo>
                  <a:lnTo>
                    <a:pt x="3429135" y="423224"/>
                  </a:lnTo>
                  <a:lnTo>
                    <a:pt x="3379654" y="390873"/>
                  </a:lnTo>
                  <a:lnTo>
                    <a:pt x="3330151" y="358366"/>
                  </a:lnTo>
                  <a:lnTo>
                    <a:pt x="3280691" y="326170"/>
                  </a:lnTo>
                  <a:lnTo>
                    <a:pt x="3231323" y="294731"/>
                  </a:lnTo>
                  <a:lnTo>
                    <a:pt x="3182054" y="264453"/>
                  </a:lnTo>
                  <a:lnTo>
                    <a:pt x="3132831" y="235674"/>
                  </a:lnTo>
                  <a:lnTo>
                    <a:pt x="3083512" y="208657"/>
                  </a:lnTo>
                  <a:lnTo>
                    <a:pt x="3033854" y="183580"/>
                  </a:lnTo>
                  <a:lnTo>
                    <a:pt x="2983491" y="160537"/>
                  </a:lnTo>
                  <a:lnTo>
                    <a:pt x="2931902" y="139544"/>
                  </a:lnTo>
                  <a:lnTo>
                    <a:pt x="2896531" y="126681"/>
                  </a:lnTo>
                  <a:lnTo>
                    <a:pt x="2849078" y="111332"/>
                  </a:lnTo>
                  <a:lnTo>
                    <a:pt x="2799117" y="97442"/>
                  </a:lnTo>
                  <a:lnTo>
                    <a:pt x="2745889" y="84945"/>
                  </a:lnTo>
                  <a:lnTo>
                    <a:pt x="2688566" y="73727"/>
                  </a:lnTo>
                  <a:lnTo>
                    <a:pt x="2626298" y="63652"/>
                  </a:lnTo>
                  <a:lnTo>
                    <a:pt x="2558278" y="54588"/>
                  </a:lnTo>
                  <a:lnTo>
                    <a:pt x="2483815" y="46414"/>
                  </a:lnTo>
                  <a:lnTo>
                    <a:pt x="2402438" y="39032"/>
                  </a:lnTo>
                  <a:lnTo>
                    <a:pt x="2314037" y="32362"/>
                  </a:lnTo>
                  <a:lnTo>
                    <a:pt x="2219041" y="26351"/>
                  </a:lnTo>
                  <a:lnTo>
                    <a:pt x="2118602" y="20971"/>
                  </a:lnTo>
                  <a:lnTo>
                    <a:pt x="2014765" y="16213"/>
                  </a:lnTo>
                  <a:lnTo>
                    <a:pt x="1910541" y="12084"/>
                  </a:lnTo>
                  <a:lnTo>
                    <a:pt x="1809801" y="8601"/>
                  </a:lnTo>
                  <a:lnTo>
                    <a:pt x="1716922" y="5771"/>
                  </a:lnTo>
                  <a:lnTo>
                    <a:pt x="1636178" y="3586"/>
                  </a:lnTo>
                  <a:lnTo>
                    <a:pt x="1570987" y="2009"/>
                  </a:lnTo>
                  <a:lnTo>
                    <a:pt x="1523190" y="969"/>
                  </a:lnTo>
                  <a:lnTo>
                    <a:pt x="1492593" y="368"/>
                  </a:lnTo>
                  <a:lnTo>
                    <a:pt x="1476868" y="88"/>
                  </a:lnTo>
                  <a:lnTo>
                    <a:pt x="1471757" y="5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390" name="pl390"/>
            <p:cNvSpPr/>
            <p:nvPr/>
          </p:nvSpPr>
          <p:spPr>
            <a:xfrm>
              <a:off x="4799595" y="3369689"/>
              <a:ext cx="11981298" cy="7363871"/>
            </a:xfrm>
            <a:custGeom>
              <a:avLst/>
              <a:pathLst>
                <a:path w="11981298" h="7363871">
                  <a:moveTo>
                    <a:pt x="0" y="0"/>
                  </a:moveTo>
                  <a:lnTo>
                    <a:pt x="1471387" y="0"/>
                  </a:lnTo>
                  <a:lnTo>
                    <a:pt x="1472618" y="18"/>
                  </a:lnTo>
                  <a:lnTo>
                    <a:pt x="1480694" y="154"/>
                  </a:lnTo>
                  <a:lnTo>
                    <a:pt x="1501003" y="527"/>
                  </a:lnTo>
                  <a:lnTo>
                    <a:pt x="1537192" y="1263"/>
                  </a:lnTo>
                  <a:lnTo>
                    <a:pt x="1590886" y="2472"/>
                  </a:lnTo>
                  <a:lnTo>
                    <a:pt x="1661568" y="4246"/>
                  </a:lnTo>
                  <a:lnTo>
                    <a:pt x="1746806" y="6644"/>
                  </a:lnTo>
                  <a:lnTo>
                    <a:pt x="1842807" y="9692"/>
                  </a:lnTo>
                  <a:lnTo>
                    <a:pt x="1945183" y="13393"/>
                  </a:lnTo>
                  <a:lnTo>
                    <a:pt x="2049670" y="17733"/>
                  </a:lnTo>
                  <a:lnTo>
                    <a:pt x="2152659" y="22699"/>
                  </a:lnTo>
                  <a:lnTo>
                    <a:pt x="2251460" y="28288"/>
                  </a:lnTo>
                  <a:lnTo>
                    <a:pt x="2344341" y="34515"/>
                  </a:lnTo>
                  <a:lnTo>
                    <a:pt x="2430412" y="41416"/>
                  </a:lnTo>
                  <a:lnTo>
                    <a:pt x="2509446" y="49053"/>
                  </a:lnTo>
                  <a:lnTo>
                    <a:pt x="2581691" y="57511"/>
                  </a:lnTo>
                  <a:lnTo>
                    <a:pt x="2647704" y="66899"/>
                  </a:lnTo>
                  <a:lnTo>
                    <a:pt x="2708227" y="77341"/>
                  </a:lnTo>
                  <a:lnTo>
                    <a:pt x="2764087" y="88972"/>
                  </a:lnTo>
                  <a:lnTo>
                    <a:pt x="2816133" y="101923"/>
                  </a:lnTo>
                  <a:lnTo>
                    <a:pt x="2865177" y="116297"/>
                  </a:lnTo>
                  <a:lnTo>
                    <a:pt x="2896531" y="126681"/>
                  </a:lnTo>
                  <a:lnTo>
                    <a:pt x="2949314" y="146332"/>
                  </a:lnTo>
                  <a:lnTo>
                    <a:pt x="3000425" y="168007"/>
                  </a:lnTo>
                  <a:lnTo>
                    <a:pt x="3050502" y="191735"/>
                  </a:lnTo>
                  <a:lnTo>
                    <a:pt x="3100012" y="217475"/>
                  </a:lnTo>
                  <a:lnTo>
                    <a:pt x="3149278" y="245105"/>
                  </a:lnTo>
                  <a:lnTo>
                    <a:pt x="3198506" y="274417"/>
                  </a:lnTo>
                  <a:lnTo>
                    <a:pt x="3247805" y="305125"/>
                  </a:lnTo>
                  <a:lnTo>
                    <a:pt x="3297207" y="336864"/>
                  </a:lnTo>
                  <a:lnTo>
                    <a:pt x="3346688" y="369215"/>
                  </a:lnTo>
                  <a:lnTo>
                    <a:pt x="3396191" y="401721"/>
                  </a:lnTo>
                  <a:lnTo>
                    <a:pt x="3445652" y="433918"/>
                  </a:lnTo>
                  <a:lnTo>
                    <a:pt x="3495020" y="465357"/>
                  </a:lnTo>
                  <a:lnTo>
                    <a:pt x="3544288" y="495635"/>
                  </a:lnTo>
                  <a:lnTo>
                    <a:pt x="3593512" y="524414"/>
                  </a:lnTo>
                  <a:lnTo>
                    <a:pt x="3642830" y="551430"/>
                  </a:lnTo>
                  <a:lnTo>
                    <a:pt x="3692488" y="576508"/>
                  </a:lnTo>
                  <a:lnTo>
                    <a:pt x="3742851" y="599551"/>
                  </a:lnTo>
                  <a:lnTo>
                    <a:pt x="3794440" y="620544"/>
                  </a:lnTo>
                  <a:lnTo>
                    <a:pt x="3829811" y="633407"/>
                  </a:lnTo>
                  <a:lnTo>
                    <a:pt x="3877264" y="648756"/>
                  </a:lnTo>
                  <a:lnTo>
                    <a:pt x="3927225" y="662646"/>
                  </a:lnTo>
                  <a:lnTo>
                    <a:pt x="3980453" y="675142"/>
                  </a:lnTo>
                  <a:lnTo>
                    <a:pt x="4037776" y="686361"/>
                  </a:lnTo>
                  <a:lnTo>
                    <a:pt x="4100044" y="696436"/>
                  </a:lnTo>
                  <a:lnTo>
                    <a:pt x="4168064" y="705500"/>
                  </a:lnTo>
                  <a:lnTo>
                    <a:pt x="4242527" y="713673"/>
                  </a:lnTo>
                  <a:lnTo>
                    <a:pt x="4323904" y="721056"/>
                  </a:lnTo>
                  <a:lnTo>
                    <a:pt x="4412305" y="727726"/>
                  </a:lnTo>
                  <a:lnTo>
                    <a:pt x="4507301" y="733737"/>
                  </a:lnTo>
                  <a:lnTo>
                    <a:pt x="4607741" y="739117"/>
                  </a:lnTo>
                  <a:lnTo>
                    <a:pt x="4711577" y="743875"/>
                  </a:lnTo>
                  <a:lnTo>
                    <a:pt x="4815801" y="748004"/>
                  </a:lnTo>
                  <a:lnTo>
                    <a:pt x="4916541" y="751487"/>
                  </a:lnTo>
                  <a:lnTo>
                    <a:pt x="5009421" y="754317"/>
                  </a:lnTo>
                  <a:lnTo>
                    <a:pt x="5090164" y="756501"/>
                  </a:lnTo>
                  <a:lnTo>
                    <a:pt x="5155355" y="758079"/>
                  </a:lnTo>
                  <a:lnTo>
                    <a:pt x="5203152" y="759118"/>
                  </a:lnTo>
                  <a:lnTo>
                    <a:pt x="5233750" y="759720"/>
                  </a:lnTo>
                  <a:lnTo>
                    <a:pt x="5249474" y="760000"/>
                  </a:lnTo>
                  <a:lnTo>
                    <a:pt x="5254585" y="760083"/>
                  </a:lnTo>
                  <a:lnTo>
                    <a:pt x="5254955" y="760088"/>
                  </a:lnTo>
                  <a:lnTo>
                    <a:pt x="6726343" y="760088"/>
                  </a:lnTo>
                  <a:lnTo>
                    <a:pt x="6727121" y="760191"/>
                  </a:lnTo>
                  <a:lnTo>
                    <a:pt x="6732279" y="760925"/>
                  </a:lnTo>
                  <a:lnTo>
                    <a:pt x="6745418" y="762950"/>
                  </a:lnTo>
                  <a:lnTo>
                    <a:pt x="6769244" y="766944"/>
                  </a:lnTo>
                  <a:lnTo>
                    <a:pt x="6805441" y="773560"/>
                  </a:lnTo>
                  <a:lnTo>
                    <a:pt x="6854555" y="783380"/>
                  </a:lnTo>
                  <a:lnTo>
                    <a:pt x="6915986" y="796862"/>
                  </a:lnTo>
                  <a:lnTo>
                    <a:pt x="6988124" y="814318"/>
                  </a:lnTo>
                  <a:lnTo>
                    <a:pt x="7068624" y="835908"/>
                  </a:lnTo>
                  <a:lnTo>
                    <a:pt x="7154759" y="861664"/>
                  </a:lnTo>
                  <a:lnTo>
                    <a:pt x="7243762" y="891536"/>
                  </a:lnTo>
                  <a:lnTo>
                    <a:pt x="7333120" y="925442"/>
                  </a:lnTo>
                  <a:lnTo>
                    <a:pt x="7420753" y="963319"/>
                  </a:lnTo>
                  <a:lnTo>
                    <a:pt x="7505097" y="1005164"/>
                  </a:lnTo>
                  <a:lnTo>
                    <a:pt x="7585101" y="1051062"/>
                  </a:lnTo>
                  <a:lnTo>
                    <a:pt x="7660168" y="1101204"/>
                  </a:lnTo>
                  <a:lnTo>
                    <a:pt x="7730075" y="1155897"/>
                  </a:lnTo>
                  <a:lnTo>
                    <a:pt x="7794885" y="1215558"/>
                  </a:lnTo>
                  <a:lnTo>
                    <a:pt x="7854860" y="1280715"/>
                  </a:lnTo>
                  <a:lnTo>
                    <a:pt x="7910400" y="1351989"/>
                  </a:lnTo>
                  <a:lnTo>
                    <a:pt x="7961986" y="1430080"/>
                  </a:lnTo>
                  <a:lnTo>
                    <a:pt x="8010143" y="1515725"/>
                  </a:lnTo>
                  <a:lnTo>
                    <a:pt x="8055402" y="1609647"/>
                  </a:lnTo>
                  <a:lnTo>
                    <a:pt x="8098283" y="1712468"/>
                  </a:lnTo>
                  <a:lnTo>
                    <a:pt x="8139267" y="1824574"/>
                  </a:lnTo>
                  <a:lnTo>
                    <a:pt x="8151487" y="1860719"/>
                  </a:lnTo>
                  <a:lnTo>
                    <a:pt x="8177384" y="1941495"/>
                  </a:lnTo>
                  <a:lnTo>
                    <a:pt x="8202794" y="2026348"/>
                  </a:lnTo>
                  <a:lnTo>
                    <a:pt x="8227808" y="2115356"/>
                  </a:lnTo>
                  <a:lnTo>
                    <a:pt x="8252504" y="2208567"/>
                  </a:lnTo>
                  <a:lnTo>
                    <a:pt x="8276952" y="2305998"/>
                  </a:lnTo>
                  <a:lnTo>
                    <a:pt x="8301211" y="2407630"/>
                  </a:lnTo>
                  <a:lnTo>
                    <a:pt x="8325329" y="2513411"/>
                  </a:lnTo>
                  <a:lnTo>
                    <a:pt x="8349350" y="2623246"/>
                  </a:lnTo>
                  <a:lnTo>
                    <a:pt x="8373308" y="2737003"/>
                  </a:lnTo>
                  <a:lnTo>
                    <a:pt x="8397230" y="2854508"/>
                  </a:lnTo>
                  <a:lnTo>
                    <a:pt x="8421140" y="2975546"/>
                  </a:lnTo>
                  <a:lnTo>
                    <a:pt x="8445054" y="3099861"/>
                  </a:lnTo>
                  <a:lnTo>
                    <a:pt x="8468982" y="3227158"/>
                  </a:lnTo>
                  <a:lnTo>
                    <a:pt x="8492932" y="3357104"/>
                  </a:lnTo>
                  <a:lnTo>
                    <a:pt x="8516908" y="3489333"/>
                  </a:lnTo>
                  <a:lnTo>
                    <a:pt x="8540908" y="3623449"/>
                  </a:lnTo>
                  <a:lnTo>
                    <a:pt x="8564929" y="3759027"/>
                  </a:lnTo>
                  <a:lnTo>
                    <a:pt x="8588967" y="3895627"/>
                  </a:lnTo>
                  <a:lnTo>
                    <a:pt x="8613014" y="4032791"/>
                  </a:lnTo>
                  <a:lnTo>
                    <a:pt x="8637062" y="4170054"/>
                  </a:lnTo>
                  <a:lnTo>
                    <a:pt x="8661105" y="4306950"/>
                  </a:lnTo>
                  <a:lnTo>
                    <a:pt x="8685134" y="4443018"/>
                  </a:lnTo>
                  <a:lnTo>
                    <a:pt x="8709144" y="4577808"/>
                  </a:lnTo>
                  <a:lnTo>
                    <a:pt x="8733130" y="4710890"/>
                  </a:lnTo>
                  <a:lnTo>
                    <a:pt x="8757091" y="4841853"/>
                  </a:lnTo>
                  <a:lnTo>
                    <a:pt x="8781028" y="4970319"/>
                  </a:lnTo>
                  <a:lnTo>
                    <a:pt x="8804947" y="5095941"/>
                  </a:lnTo>
                  <a:lnTo>
                    <a:pt x="8828856" y="5218406"/>
                  </a:lnTo>
                  <a:lnTo>
                    <a:pt x="8852771" y="5337441"/>
                  </a:lnTo>
                  <a:lnTo>
                    <a:pt x="8876711" y="5452816"/>
                  </a:lnTo>
                  <a:lnTo>
                    <a:pt x="8900701" y="5564337"/>
                  </a:lnTo>
                  <a:lnTo>
                    <a:pt x="8924773" y="5671855"/>
                  </a:lnTo>
                  <a:lnTo>
                    <a:pt x="8948966" y="5775260"/>
                  </a:lnTo>
                  <a:lnTo>
                    <a:pt x="8973327" y="5874482"/>
                  </a:lnTo>
                  <a:lnTo>
                    <a:pt x="8997910" y="5969487"/>
                  </a:lnTo>
                  <a:lnTo>
                    <a:pt x="9022780" y="6060278"/>
                  </a:lnTo>
                  <a:lnTo>
                    <a:pt x="9048011" y="6146890"/>
                  </a:lnTo>
                  <a:lnTo>
                    <a:pt x="9073689" y="6229388"/>
                  </a:lnTo>
                  <a:lnTo>
                    <a:pt x="9084767" y="6263241"/>
                  </a:lnTo>
                  <a:lnTo>
                    <a:pt x="9125257" y="6378203"/>
                  </a:lnTo>
                  <a:lnTo>
                    <a:pt x="9167509" y="6483838"/>
                  </a:lnTo>
                  <a:lnTo>
                    <a:pt x="9211987" y="6580424"/>
                  </a:lnTo>
                  <a:lnTo>
                    <a:pt x="9259201" y="6668525"/>
                  </a:lnTo>
                  <a:lnTo>
                    <a:pt x="9309682" y="6748847"/>
                  </a:lnTo>
                  <a:lnTo>
                    <a:pt x="9363960" y="6822129"/>
                  </a:lnTo>
                  <a:lnTo>
                    <a:pt x="9422531" y="6889087"/>
                  </a:lnTo>
                  <a:lnTo>
                    <a:pt x="9485827" y="6950368"/>
                  </a:lnTo>
                  <a:lnTo>
                    <a:pt x="9554158" y="7006530"/>
                  </a:lnTo>
                  <a:lnTo>
                    <a:pt x="9627656" y="7058026"/>
                  </a:lnTo>
                  <a:lnTo>
                    <a:pt x="9706194" y="7105197"/>
                  </a:lnTo>
                  <a:lnTo>
                    <a:pt x="9789300" y="7148267"/>
                  </a:lnTo>
                  <a:lnTo>
                    <a:pt x="9876069" y="7187354"/>
                  </a:lnTo>
                  <a:lnTo>
                    <a:pt x="9965098" y="7222479"/>
                  </a:lnTo>
                  <a:lnTo>
                    <a:pt x="10054459" y="7253593"/>
                  </a:lnTo>
                  <a:lnTo>
                    <a:pt x="10141757" y="7280616"/>
                  </a:lnTo>
                  <a:lnTo>
                    <a:pt x="10224278" y="7303481"/>
                  </a:lnTo>
                  <a:lnTo>
                    <a:pt x="10299247" y="7322191"/>
                  </a:lnTo>
                  <a:lnTo>
                    <a:pt x="10364163" y="7336863"/>
                  </a:lnTo>
                  <a:lnTo>
                    <a:pt x="10417158" y="7347760"/>
                  </a:lnTo>
                  <a:lnTo>
                    <a:pt x="10457302" y="7355299"/>
                  </a:lnTo>
                  <a:lnTo>
                    <a:pt x="10484783" y="7360028"/>
                  </a:lnTo>
                  <a:lnTo>
                    <a:pt x="10500947" y="7362584"/>
                  </a:lnTo>
                  <a:lnTo>
                    <a:pt x="10508202" y="7363640"/>
                  </a:lnTo>
                  <a:lnTo>
                    <a:pt x="10509888" y="7363868"/>
                  </a:lnTo>
                  <a:lnTo>
                    <a:pt x="10509911" y="7363871"/>
                  </a:lnTo>
                  <a:lnTo>
                    <a:pt x="11981298" y="736387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91" name="pl391"/>
            <p:cNvSpPr/>
            <p:nvPr/>
          </p:nvSpPr>
          <p:spPr>
            <a:xfrm>
              <a:off x="4799595" y="3328824"/>
              <a:ext cx="11981298" cy="7363871"/>
            </a:xfrm>
            <a:custGeom>
              <a:avLst/>
              <a:pathLst>
                <a:path w="11981298" h="7363871">
                  <a:moveTo>
                    <a:pt x="11981298" y="7363871"/>
                  </a:moveTo>
                  <a:lnTo>
                    <a:pt x="10509911" y="7363871"/>
                  </a:lnTo>
                  <a:lnTo>
                    <a:pt x="10509132" y="7363768"/>
                  </a:lnTo>
                  <a:lnTo>
                    <a:pt x="10503974" y="7363034"/>
                  </a:lnTo>
                  <a:lnTo>
                    <a:pt x="10490836" y="7361009"/>
                  </a:lnTo>
                  <a:lnTo>
                    <a:pt x="10467010" y="7357016"/>
                  </a:lnTo>
                  <a:lnTo>
                    <a:pt x="10430812" y="7350399"/>
                  </a:lnTo>
                  <a:lnTo>
                    <a:pt x="10381698" y="7340580"/>
                  </a:lnTo>
                  <a:lnTo>
                    <a:pt x="10320267" y="7327097"/>
                  </a:lnTo>
                  <a:lnTo>
                    <a:pt x="10248130" y="7309641"/>
                  </a:lnTo>
                  <a:lnTo>
                    <a:pt x="10167629" y="7288051"/>
                  </a:lnTo>
                  <a:lnTo>
                    <a:pt x="10081495" y="7262295"/>
                  </a:lnTo>
                  <a:lnTo>
                    <a:pt x="9992491" y="7232423"/>
                  </a:lnTo>
                  <a:lnTo>
                    <a:pt x="9903133" y="7198517"/>
                  </a:lnTo>
                  <a:lnTo>
                    <a:pt x="9815500" y="7160640"/>
                  </a:lnTo>
                  <a:lnTo>
                    <a:pt x="9731156" y="7118796"/>
                  </a:lnTo>
                  <a:lnTo>
                    <a:pt x="9651153" y="7072898"/>
                  </a:lnTo>
                  <a:lnTo>
                    <a:pt x="9576086" y="7022755"/>
                  </a:lnTo>
                  <a:lnTo>
                    <a:pt x="9506178" y="6968062"/>
                  </a:lnTo>
                  <a:lnTo>
                    <a:pt x="9441369" y="6908401"/>
                  </a:lnTo>
                  <a:lnTo>
                    <a:pt x="9381394" y="6843245"/>
                  </a:lnTo>
                  <a:lnTo>
                    <a:pt x="9325853" y="6771970"/>
                  </a:lnTo>
                  <a:lnTo>
                    <a:pt x="9274267" y="6693879"/>
                  </a:lnTo>
                  <a:lnTo>
                    <a:pt x="9226111" y="6608235"/>
                  </a:lnTo>
                  <a:lnTo>
                    <a:pt x="9180851" y="6514312"/>
                  </a:lnTo>
                  <a:lnTo>
                    <a:pt x="9137970" y="6411491"/>
                  </a:lnTo>
                  <a:lnTo>
                    <a:pt x="9096986" y="6299385"/>
                  </a:lnTo>
                  <a:lnTo>
                    <a:pt x="9084767" y="6263241"/>
                  </a:lnTo>
                  <a:lnTo>
                    <a:pt x="9058869" y="6182465"/>
                  </a:lnTo>
                  <a:lnTo>
                    <a:pt x="9033459" y="6097612"/>
                  </a:lnTo>
                  <a:lnTo>
                    <a:pt x="9008446" y="6008604"/>
                  </a:lnTo>
                  <a:lnTo>
                    <a:pt x="8983749" y="5915392"/>
                  </a:lnTo>
                  <a:lnTo>
                    <a:pt x="8959301" y="5817962"/>
                  </a:lnTo>
                  <a:lnTo>
                    <a:pt x="8935042" y="5716329"/>
                  </a:lnTo>
                  <a:lnTo>
                    <a:pt x="8910924" y="5610549"/>
                  </a:lnTo>
                  <a:lnTo>
                    <a:pt x="8886903" y="5500713"/>
                  </a:lnTo>
                  <a:lnTo>
                    <a:pt x="8862946" y="5386956"/>
                  </a:lnTo>
                  <a:lnTo>
                    <a:pt x="8839023" y="5269451"/>
                  </a:lnTo>
                  <a:lnTo>
                    <a:pt x="8815113" y="5148414"/>
                  </a:lnTo>
                  <a:lnTo>
                    <a:pt x="8791200" y="5024098"/>
                  </a:lnTo>
                  <a:lnTo>
                    <a:pt x="8767271" y="4896802"/>
                  </a:lnTo>
                  <a:lnTo>
                    <a:pt x="8743321" y="4766855"/>
                  </a:lnTo>
                  <a:lnTo>
                    <a:pt x="8719345" y="4634626"/>
                  </a:lnTo>
                  <a:lnTo>
                    <a:pt x="8695345" y="4500511"/>
                  </a:lnTo>
                  <a:lnTo>
                    <a:pt x="8671324" y="4364932"/>
                  </a:lnTo>
                  <a:lnTo>
                    <a:pt x="8647286" y="4228332"/>
                  </a:lnTo>
                  <a:lnTo>
                    <a:pt x="8623239" y="4091168"/>
                  </a:lnTo>
                  <a:lnTo>
                    <a:pt x="8599191" y="3953905"/>
                  </a:lnTo>
                  <a:lnTo>
                    <a:pt x="8575148" y="3817009"/>
                  </a:lnTo>
                  <a:lnTo>
                    <a:pt x="8551119" y="3680941"/>
                  </a:lnTo>
                  <a:lnTo>
                    <a:pt x="8527110" y="3546151"/>
                  </a:lnTo>
                  <a:lnTo>
                    <a:pt x="8503123" y="3413070"/>
                  </a:lnTo>
                  <a:lnTo>
                    <a:pt x="8479163" y="3282106"/>
                  </a:lnTo>
                  <a:lnTo>
                    <a:pt x="8455225" y="3153640"/>
                  </a:lnTo>
                  <a:lnTo>
                    <a:pt x="8431307" y="3028019"/>
                  </a:lnTo>
                  <a:lnTo>
                    <a:pt x="8407397" y="2905554"/>
                  </a:lnTo>
                  <a:lnTo>
                    <a:pt x="8383482" y="2786518"/>
                  </a:lnTo>
                  <a:lnTo>
                    <a:pt x="8359542" y="2671144"/>
                  </a:lnTo>
                  <a:lnTo>
                    <a:pt x="8335552" y="2559623"/>
                  </a:lnTo>
                  <a:lnTo>
                    <a:pt x="8311480" y="2452104"/>
                  </a:lnTo>
                  <a:lnTo>
                    <a:pt x="8287287" y="2348699"/>
                  </a:lnTo>
                  <a:lnTo>
                    <a:pt x="8262926" y="2249478"/>
                  </a:lnTo>
                  <a:lnTo>
                    <a:pt x="8238343" y="2154473"/>
                  </a:lnTo>
                  <a:lnTo>
                    <a:pt x="8213473" y="2063682"/>
                  </a:lnTo>
                  <a:lnTo>
                    <a:pt x="8188242" y="1977070"/>
                  </a:lnTo>
                  <a:lnTo>
                    <a:pt x="8162564" y="1894571"/>
                  </a:lnTo>
                  <a:lnTo>
                    <a:pt x="8151487" y="1860719"/>
                  </a:lnTo>
                  <a:lnTo>
                    <a:pt x="8110997" y="1745756"/>
                  </a:lnTo>
                  <a:lnTo>
                    <a:pt x="8068744" y="1640121"/>
                  </a:lnTo>
                  <a:lnTo>
                    <a:pt x="8024266" y="1543536"/>
                  </a:lnTo>
                  <a:lnTo>
                    <a:pt x="7977052" y="1455434"/>
                  </a:lnTo>
                  <a:lnTo>
                    <a:pt x="7926571" y="1375112"/>
                  </a:lnTo>
                  <a:lnTo>
                    <a:pt x="7872294" y="1301830"/>
                  </a:lnTo>
                  <a:lnTo>
                    <a:pt x="7813722" y="1234873"/>
                  </a:lnTo>
                  <a:lnTo>
                    <a:pt x="7750426" y="1173592"/>
                  </a:lnTo>
                  <a:lnTo>
                    <a:pt x="7682095" y="1117429"/>
                  </a:lnTo>
                  <a:lnTo>
                    <a:pt x="7608597" y="1065933"/>
                  </a:lnTo>
                  <a:lnTo>
                    <a:pt x="7530059" y="1018762"/>
                  </a:lnTo>
                  <a:lnTo>
                    <a:pt x="7446953" y="975692"/>
                  </a:lnTo>
                  <a:lnTo>
                    <a:pt x="7360184" y="936605"/>
                  </a:lnTo>
                  <a:lnTo>
                    <a:pt x="7271156" y="901480"/>
                  </a:lnTo>
                  <a:lnTo>
                    <a:pt x="7181794" y="870366"/>
                  </a:lnTo>
                  <a:lnTo>
                    <a:pt x="7094496" y="843343"/>
                  </a:lnTo>
                  <a:lnTo>
                    <a:pt x="7011975" y="820478"/>
                  </a:lnTo>
                  <a:lnTo>
                    <a:pt x="6937006" y="801768"/>
                  </a:lnTo>
                  <a:lnTo>
                    <a:pt x="6872090" y="787096"/>
                  </a:lnTo>
                  <a:lnTo>
                    <a:pt x="6819095" y="776199"/>
                  </a:lnTo>
                  <a:lnTo>
                    <a:pt x="6778952" y="768660"/>
                  </a:lnTo>
                  <a:lnTo>
                    <a:pt x="6751470" y="763931"/>
                  </a:lnTo>
                  <a:lnTo>
                    <a:pt x="6735306" y="761376"/>
                  </a:lnTo>
                  <a:lnTo>
                    <a:pt x="6728051" y="760319"/>
                  </a:lnTo>
                  <a:lnTo>
                    <a:pt x="6726366" y="760091"/>
                  </a:lnTo>
                  <a:lnTo>
                    <a:pt x="6726343" y="760088"/>
                  </a:lnTo>
                  <a:lnTo>
                    <a:pt x="5254955" y="760088"/>
                  </a:lnTo>
                  <a:lnTo>
                    <a:pt x="5253724" y="760069"/>
                  </a:lnTo>
                  <a:lnTo>
                    <a:pt x="5245648" y="759934"/>
                  </a:lnTo>
                  <a:lnTo>
                    <a:pt x="5225339" y="759560"/>
                  </a:lnTo>
                  <a:lnTo>
                    <a:pt x="5189150" y="758825"/>
                  </a:lnTo>
                  <a:lnTo>
                    <a:pt x="5135456" y="757616"/>
                  </a:lnTo>
                  <a:lnTo>
                    <a:pt x="5064774" y="755842"/>
                  </a:lnTo>
                  <a:lnTo>
                    <a:pt x="4979537" y="753444"/>
                  </a:lnTo>
                  <a:lnTo>
                    <a:pt x="4883535" y="750396"/>
                  </a:lnTo>
                  <a:lnTo>
                    <a:pt x="4781159" y="746695"/>
                  </a:lnTo>
                  <a:lnTo>
                    <a:pt x="4676672" y="742355"/>
                  </a:lnTo>
                  <a:lnTo>
                    <a:pt x="4573683" y="737389"/>
                  </a:lnTo>
                  <a:lnTo>
                    <a:pt x="4474882" y="731799"/>
                  </a:lnTo>
                  <a:lnTo>
                    <a:pt x="4382001" y="725573"/>
                  </a:lnTo>
                  <a:lnTo>
                    <a:pt x="4295930" y="718672"/>
                  </a:lnTo>
                  <a:lnTo>
                    <a:pt x="4216896" y="711035"/>
                  </a:lnTo>
                  <a:lnTo>
                    <a:pt x="4144651" y="702576"/>
                  </a:lnTo>
                  <a:lnTo>
                    <a:pt x="4078638" y="693189"/>
                  </a:lnTo>
                  <a:lnTo>
                    <a:pt x="4018115" y="682747"/>
                  </a:lnTo>
                  <a:lnTo>
                    <a:pt x="3962255" y="671116"/>
                  </a:lnTo>
                  <a:lnTo>
                    <a:pt x="3910209" y="658165"/>
                  </a:lnTo>
                  <a:lnTo>
                    <a:pt x="3861165" y="643791"/>
                  </a:lnTo>
                  <a:lnTo>
                    <a:pt x="3829811" y="633407"/>
                  </a:lnTo>
                  <a:lnTo>
                    <a:pt x="3777028" y="613756"/>
                  </a:lnTo>
                  <a:lnTo>
                    <a:pt x="3725918" y="592081"/>
                  </a:lnTo>
                  <a:lnTo>
                    <a:pt x="3675840" y="568353"/>
                  </a:lnTo>
                  <a:lnTo>
                    <a:pt x="3626330" y="542613"/>
                  </a:lnTo>
                  <a:lnTo>
                    <a:pt x="3577064" y="514983"/>
                  </a:lnTo>
                  <a:lnTo>
                    <a:pt x="3527836" y="485671"/>
                  </a:lnTo>
                  <a:lnTo>
                    <a:pt x="3478537" y="454963"/>
                  </a:lnTo>
                  <a:lnTo>
                    <a:pt x="3429135" y="423224"/>
                  </a:lnTo>
                  <a:lnTo>
                    <a:pt x="3379654" y="390873"/>
                  </a:lnTo>
                  <a:lnTo>
                    <a:pt x="3330151" y="358366"/>
                  </a:lnTo>
                  <a:lnTo>
                    <a:pt x="3280691" y="326170"/>
                  </a:lnTo>
                  <a:lnTo>
                    <a:pt x="3231323" y="294731"/>
                  </a:lnTo>
                  <a:lnTo>
                    <a:pt x="3182054" y="264453"/>
                  </a:lnTo>
                  <a:lnTo>
                    <a:pt x="3132831" y="235674"/>
                  </a:lnTo>
                  <a:lnTo>
                    <a:pt x="3083512" y="208657"/>
                  </a:lnTo>
                  <a:lnTo>
                    <a:pt x="3033854" y="183580"/>
                  </a:lnTo>
                  <a:lnTo>
                    <a:pt x="2983491" y="160537"/>
                  </a:lnTo>
                  <a:lnTo>
                    <a:pt x="2931902" y="139544"/>
                  </a:lnTo>
                  <a:lnTo>
                    <a:pt x="2896531" y="126681"/>
                  </a:lnTo>
                  <a:lnTo>
                    <a:pt x="2849078" y="111332"/>
                  </a:lnTo>
                  <a:lnTo>
                    <a:pt x="2799117" y="97442"/>
                  </a:lnTo>
                  <a:lnTo>
                    <a:pt x="2745889" y="84945"/>
                  </a:lnTo>
                  <a:lnTo>
                    <a:pt x="2688566" y="73727"/>
                  </a:lnTo>
                  <a:lnTo>
                    <a:pt x="2626298" y="63652"/>
                  </a:lnTo>
                  <a:lnTo>
                    <a:pt x="2558278" y="54588"/>
                  </a:lnTo>
                  <a:lnTo>
                    <a:pt x="2483815" y="46414"/>
                  </a:lnTo>
                  <a:lnTo>
                    <a:pt x="2402438" y="39032"/>
                  </a:lnTo>
                  <a:lnTo>
                    <a:pt x="2314037" y="32362"/>
                  </a:lnTo>
                  <a:lnTo>
                    <a:pt x="2219041" y="26351"/>
                  </a:lnTo>
                  <a:lnTo>
                    <a:pt x="2118602" y="20971"/>
                  </a:lnTo>
                  <a:lnTo>
                    <a:pt x="2014765" y="16213"/>
                  </a:lnTo>
                  <a:lnTo>
                    <a:pt x="1910541" y="12084"/>
                  </a:lnTo>
                  <a:lnTo>
                    <a:pt x="1809801" y="8601"/>
                  </a:lnTo>
                  <a:lnTo>
                    <a:pt x="1716922" y="5771"/>
                  </a:lnTo>
                  <a:lnTo>
                    <a:pt x="1636178" y="3586"/>
                  </a:lnTo>
                  <a:lnTo>
                    <a:pt x="1570987" y="2009"/>
                  </a:lnTo>
                  <a:lnTo>
                    <a:pt x="1523190" y="969"/>
                  </a:lnTo>
                  <a:lnTo>
                    <a:pt x="1492593" y="368"/>
                  </a:lnTo>
                  <a:lnTo>
                    <a:pt x="1476868" y="88"/>
                  </a:lnTo>
                  <a:lnTo>
                    <a:pt x="1471757" y="5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92" name="pg392"/>
            <p:cNvSpPr/>
            <p:nvPr/>
          </p:nvSpPr>
          <p:spPr>
            <a:xfrm>
              <a:off x="4799595" y="3851896"/>
              <a:ext cx="11981298" cy="2966798"/>
            </a:xfrm>
            <a:custGeom>
              <a:avLst/>
              <a:pathLst>
                <a:path w="11981298" h="2966798">
                  <a:moveTo>
                    <a:pt x="0" y="833645"/>
                  </a:moveTo>
                  <a:lnTo>
                    <a:pt x="1471387" y="833645"/>
                  </a:lnTo>
                  <a:lnTo>
                    <a:pt x="1472571" y="833696"/>
                  </a:lnTo>
                  <a:lnTo>
                    <a:pt x="1480348" y="834061"/>
                  </a:lnTo>
                  <a:lnTo>
                    <a:pt x="1499928" y="835069"/>
                  </a:lnTo>
                  <a:lnTo>
                    <a:pt x="1534877" y="837052"/>
                  </a:lnTo>
                  <a:lnTo>
                    <a:pt x="1586851" y="840318"/>
                  </a:lnTo>
                  <a:lnTo>
                    <a:pt x="1655472" y="845113"/>
                  </a:lnTo>
                  <a:lnTo>
                    <a:pt x="1738515" y="851603"/>
                  </a:lnTo>
                  <a:lnTo>
                    <a:pt x="1832418" y="859869"/>
                  </a:lnTo>
                  <a:lnTo>
                    <a:pt x="1932981" y="869920"/>
                  </a:lnTo>
                  <a:lnTo>
                    <a:pt x="2036061" y="881725"/>
                  </a:lnTo>
                  <a:lnTo>
                    <a:pt x="2138091" y="895245"/>
                  </a:lnTo>
                  <a:lnTo>
                    <a:pt x="2236357" y="910466"/>
                  </a:lnTo>
                  <a:lnTo>
                    <a:pt x="2329060" y="927419"/>
                  </a:lnTo>
                  <a:lnTo>
                    <a:pt x="2415225" y="946194"/>
                  </a:lnTo>
                  <a:lnTo>
                    <a:pt x="2494534" y="966946"/>
                  </a:lnTo>
                  <a:lnTo>
                    <a:pt x="2567154" y="989893"/>
                  </a:lnTo>
                  <a:lnTo>
                    <a:pt x="2633572" y="1015314"/>
                  </a:lnTo>
                  <a:lnTo>
                    <a:pt x="2694471" y="1043537"/>
                  </a:lnTo>
                  <a:lnTo>
                    <a:pt x="2750635" y="1074924"/>
                  </a:lnTo>
                  <a:lnTo>
                    <a:pt x="2802881" y="1109834"/>
                  </a:lnTo>
                  <a:lnTo>
                    <a:pt x="2852002" y="1148573"/>
                  </a:lnTo>
                  <a:lnTo>
                    <a:pt x="2896531" y="1189171"/>
                  </a:lnTo>
                  <a:lnTo>
                    <a:pt x="2938401" y="1232281"/>
                  </a:lnTo>
                  <a:lnTo>
                    <a:pt x="2979131" y="1278916"/>
                  </a:lnTo>
                  <a:lnTo>
                    <a:pt x="3019067" y="1329147"/>
                  </a:lnTo>
                  <a:lnTo>
                    <a:pt x="3058480" y="1382967"/>
                  </a:lnTo>
                  <a:lnTo>
                    <a:pt x="3097580" y="1440291"/>
                  </a:lnTo>
                  <a:lnTo>
                    <a:pt x="3136521" y="1500945"/>
                  </a:lnTo>
                  <a:lnTo>
                    <a:pt x="3175413" y="1564660"/>
                  </a:lnTo>
                  <a:lnTo>
                    <a:pt x="3214327" y="1631079"/>
                  </a:lnTo>
                  <a:lnTo>
                    <a:pt x="3253297" y="1699753"/>
                  </a:lnTo>
                  <a:lnTo>
                    <a:pt x="3292332" y="1770162"/>
                  </a:lnTo>
                  <a:lnTo>
                    <a:pt x="3331420" y="1841720"/>
                  </a:lnTo>
                  <a:lnTo>
                    <a:pt x="3370535" y="1913802"/>
                  </a:lnTo>
                  <a:lnTo>
                    <a:pt x="3409643" y="1985761"/>
                  </a:lnTo>
                  <a:lnTo>
                    <a:pt x="3448714" y="2056958"/>
                  </a:lnTo>
                  <a:lnTo>
                    <a:pt x="3487726" y="2126780"/>
                  </a:lnTo>
                  <a:lnTo>
                    <a:pt x="3526672" y="2194662"/>
                  </a:lnTo>
                  <a:lnTo>
                    <a:pt x="3565572" y="2260111"/>
                  </a:lnTo>
                  <a:lnTo>
                    <a:pt x="3604472" y="2322711"/>
                  </a:lnTo>
                  <a:lnTo>
                    <a:pt x="3643458" y="2382137"/>
                  </a:lnTo>
                  <a:lnTo>
                    <a:pt x="3682654" y="2438158"/>
                  </a:lnTo>
                  <a:lnTo>
                    <a:pt x="3722237" y="2490632"/>
                  </a:lnTo>
                  <a:lnTo>
                    <a:pt x="3762437" y="2539505"/>
                  </a:lnTo>
                  <a:lnTo>
                    <a:pt x="3803551" y="2584802"/>
                  </a:lnTo>
                  <a:lnTo>
                    <a:pt x="3829811" y="2611272"/>
                  </a:lnTo>
                  <a:lnTo>
                    <a:pt x="3876631" y="2653815"/>
                  </a:lnTo>
                  <a:lnTo>
                    <a:pt x="3925884" y="2692365"/>
                  </a:lnTo>
                  <a:lnTo>
                    <a:pt x="3978299" y="2727099"/>
                  </a:lnTo>
                  <a:lnTo>
                    <a:pt x="4034671" y="2758326"/>
                  </a:lnTo>
                  <a:lnTo>
                    <a:pt x="4095817" y="2786407"/>
                  </a:lnTo>
                  <a:lnTo>
                    <a:pt x="4162517" y="2811703"/>
                  </a:lnTo>
                  <a:lnTo>
                    <a:pt x="4235448" y="2834539"/>
                  </a:lnTo>
                  <a:lnTo>
                    <a:pt x="4315085" y="2855191"/>
                  </a:lnTo>
                  <a:lnTo>
                    <a:pt x="4401574" y="2873876"/>
                  </a:lnTo>
                  <a:lnTo>
                    <a:pt x="4494572" y="2890745"/>
                  </a:lnTo>
                  <a:lnTo>
                    <a:pt x="4593066" y="2905884"/>
                  </a:lnTo>
                  <a:lnTo>
                    <a:pt x="4695216" y="2919323"/>
                  </a:lnTo>
                  <a:lnTo>
                    <a:pt x="4798263" y="2931045"/>
                  </a:lnTo>
                  <a:lnTo>
                    <a:pt x="4898605" y="2941011"/>
                  </a:lnTo>
                  <a:lnTo>
                    <a:pt x="4992081" y="2949191"/>
                  </a:lnTo>
                  <a:lnTo>
                    <a:pt x="5074507" y="2955598"/>
                  </a:lnTo>
                  <a:lnTo>
                    <a:pt x="5142369" y="2960315"/>
                  </a:lnTo>
                  <a:lnTo>
                    <a:pt x="5193520" y="2963513"/>
                  </a:lnTo>
                  <a:lnTo>
                    <a:pt x="5227680" y="2965442"/>
                  </a:lnTo>
                  <a:lnTo>
                    <a:pt x="5246600" y="2966412"/>
                  </a:lnTo>
                  <a:lnTo>
                    <a:pt x="5253930" y="2966754"/>
                  </a:lnTo>
                  <a:lnTo>
                    <a:pt x="5254955" y="2966798"/>
                  </a:lnTo>
                  <a:lnTo>
                    <a:pt x="6726343" y="2966798"/>
                  </a:lnTo>
                  <a:lnTo>
                    <a:pt x="6727482" y="2966730"/>
                  </a:lnTo>
                  <a:lnTo>
                    <a:pt x="6734969" y="2966244"/>
                  </a:lnTo>
                  <a:lnTo>
                    <a:pt x="6753842" y="2964901"/>
                  </a:lnTo>
                  <a:lnTo>
                    <a:pt x="6787586" y="2962257"/>
                  </a:lnTo>
                  <a:lnTo>
                    <a:pt x="6837881" y="2957901"/>
                  </a:lnTo>
                  <a:lnTo>
                    <a:pt x="6904477" y="2951498"/>
                  </a:lnTo>
                  <a:lnTo>
                    <a:pt x="6985349" y="2942817"/>
                  </a:lnTo>
                  <a:lnTo>
                    <a:pt x="7077154" y="2931743"/>
                  </a:lnTo>
                  <a:lnTo>
                    <a:pt x="7175882" y="2918256"/>
                  </a:lnTo>
                  <a:lnTo>
                    <a:pt x="7277515" y="2902393"/>
                  </a:lnTo>
                  <a:lnTo>
                    <a:pt x="7378534" y="2884206"/>
                  </a:lnTo>
                  <a:lnTo>
                    <a:pt x="7476210" y="2863723"/>
                  </a:lnTo>
                  <a:lnTo>
                    <a:pt x="7568685" y="2840911"/>
                  </a:lnTo>
                  <a:lnTo>
                    <a:pt x="7654902" y="2815665"/>
                  </a:lnTo>
                  <a:lnTo>
                    <a:pt x="7734457" y="2787794"/>
                  </a:lnTo>
                  <a:lnTo>
                    <a:pt x="7807434" y="2757023"/>
                  </a:lnTo>
                  <a:lnTo>
                    <a:pt x="7874252" y="2722994"/>
                  </a:lnTo>
                  <a:lnTo>
                    <a:pt x="7935534" y="2685282"/>
                  </a:lnTo>
                  <a:lnTo>
                    <a:pt x="7992021" y="2643415"/>
                  </a:lnTo>
                  <a:lnTo>
                    <a:pt x="8044492" y="2596906"/>
                  </a:lnTo>
                  <a:lnTo>
                    <a:pt x="8093723" y="2545319"/>
                  </a:lnTo>
                  <a:lnTo>
                    <a:pt x="8140432" y="2488368"/>
                  </a:lnTo>
                  <a:lnTo>
                    <a:pt x="8151487" y="2473694"/>
                  </a:lnTo>
                  <a:lnTo>
                    <a:pt x="8188520" y="2421152"/>
                  </a:lnTo>
                  <a:lnTo>
                    <a:pt x="8224631" y="2364811"/>
                  </a:lnTo>
                  <a:lnTo>
                    <a:pt x="8260066" y="2304593"/>
                  </a:lnTo>
                  <a:lnTo>
                    <a:pt x="8295027" y="2240480"/>
                  </a:lnTo>
                  <a:lnTo>
                    <a:pt x="8329673" y="2172522"/>
                  </a:lnTo>
                  <a:lnTo>
                    <a:pt x="8364130" y="2100840"/>
                  </a:lnTo>
                  <a:lnTo>
                    <a:pt x="8398493" y="2025632"/>
                  </a:lnTo>
                  <a:lnTo>
                    <a:pt x="8432830" y="1947175"/>
                  </a:lnTo>
                  <a:lnTo>
                    <a:pt x="8467187" y="1865821"/>
                  </a:lnTo>
                  <a:lnTo>
                    <a:pt x="8501588" y="1781998"/>
                  </a:lnTo>
                  <a:lnTo>
                    <a:pt x="8536040" y="1696197"/>
                  </a:lnTo>
                  <a:lnTo>
                    <a:pt x="8570538" y="1608965"/>
                  </a:lnTo>
                  <a:lnTo>
                    <a:pt x="8605065" y="1520889"/>
                  </a:lnTo>
                  <a:lnTo>
                    <a:pt x="8639602" y="1432578"/>
                  </a:lnTo>
                  <a:lnTo>
                    <a:pt x="8674124" y="1344651"/>
                  </a:lnTo>
                  <a:lnTo>
                    <a:pt x="8708611" y="1257715"/>
                  </a:lnTo>
                  <a:lnTo>
                    <a:pt x="8743051" y="1172348"/>
                  </a:lnTo>
                  <a:lnTo>
                    <a:pt x="8777440" y="1089084"/>
                  </a:lnTo>
                  <a:lnTo>
                    <a:pt x="8811789" y="1008399"/>
                  </a:lnTo>
                  <a:lnTo>
                    <a:pt x="8846128" y="930704"/>
                  </a:lnTo>
                  <a:lnTo>
                    <a:pt x="8880507" y="856332"/>
                  </a:lnTo>
                  <a:lnTo>
                    <a:pt x="8915000" y="785542"/>
                  </a:lnTo>
                  <a:lnTo>
                    <a:pt x="8949709" y="718513"/>
                  </a:lnTo>
                  <a:lnTo>
                    <a:pt x="8984770" y="655347"/>
                  </a:lnTo>
                  <a:lnTo>
                    <a:pt x="9020350" y="596077"/>
                  </a:lnTo>
                  <a:lnTo>
                    <a:pt x="9056660" y="540671"/>
                  </a:lnTo>
                  <a:lnTo>
                    <a:pt x="9084767" y="501277"/>
                  </a:lnTo>
                  <a:lnTo>
                    <a:pt x="9130960" y="443008"/>
                  </a:lnTo>
                  <a:lnTo>
                    <a:pt x="9179514" y="390134"/>
                  </a:lnTo>
                  <a:lnTo>
                    <a:pt x="9231127" y="342425"/>
                  </a:lnTo>
                  <a:lnTo>
                    <a:pt x="9286564" y="299473"/>
                  </a:lnTo>
                  <a:lnTo>
                    <a:pt x="9346609" y="260795"/>
                  </a:lnTo>
                  <a:lnTo>
                    <a:pt x="9412017" y="225912"/>
                  </a:lnTo>
                  <a:lnTo>
                    <a:pt x="9483448" y="194383"/>
                  </a:lnTo>
                  <a:lnTo>
                    <a:pt x="9561379" y="165835"/>
                  </a:lnTo>
                  <a:lnTo>
                    <a:pt x="9645991" y="139971"/>
                  </a:lnTo>
                  <a:lnTo>
                    <a:pt x="9737013" y="116580"/>
                  </a:lnTo>
                  <a:lnTo>
                    <a:pt x="9833562" y="95536"/>
                  </a:lnTo>
                  <a:lnTo>
                    <a:pt x="9933986" y="76790"/>
                  </a:lnTo>
                  <a:lnTo>
                    <a:pt x="10035766" y="60357"/>
                  </a:lnTo>
                  <a:lnTo>
                    <a:pt x="10135559" y="46287"/>
                  </a:lnTo>
                  <a:lnTo>
                    <a:pt x="10229429" y="34625"/>
                  </a:lnTo>
                  <a:lnTo>
                    <a:pt x="10313305" y="25368"/>
                  </a:lnTo>
                  <a:lnTo>
                    <a:pt x="10383621" y="18428"/>
                  </a:lnTo>
                  <a:lnTo>
                    <a:pt x="10437977" y="13601"/>
                  </a:lnTo>
                  <a:lnTo>
                    <a:pt x="10475666" y="10576"/>
                  </a:lnTo>
                  <a:lnTo>
                    <a:pt x="10497902" y="8957"/>
                  </a:lnTo>
                  <a:lnTo>
                    <a:pt x="10507751" y="8304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8772" y="68"/>
                  </a:lnTo>
                  <a:lnTo>
                    <a:pt x="10501284" y="554"/>
                  </a:lnTo>
                  <a:lnTo>
                    <a:pt x="10482411" y="1896"/>
                  </a:lnTo>
                  <a:lnTo>
                    <a:pt x="10448667" y="4540"/>
                  </a:lnTo>
                  <a:lnTo>
                    <a:pt x="10398372" y="8896"/>
                  </a:lnTo>
                  <a:lnTo>
                    <a:pt x="10331776" y="15299"/>
                  </a:lnTo>
                  <a:lnTo>
                    <a:pt x="10250905" y="23980"/>
                  </a:lnTo>
                  <a:lnTo>
                    <a:pt x="10159100" y="35054"/>
                  </a:lnTo>
                  <a:lnTo>
                    <a:pt x="10060371" y="48542"/>
                  </a:lnTo>
                  <a:lnTo>
                    <a:pt x="9958738" y="64405"/>
                  </a:lnTo>
                  <a:lnTo>
                    <a:pt x="9857719" y="82591"/>
                  </a:lnTo>
                  <a:lnTo>
                    <a:pt x="9760043" y="103075"/>
                  </a:lnTo>
                  <a:lnTo>
                    <a:pt x="9667568" y="125886"/>
                  </a:lnTo>
                  <a:lnTo>
                    <a:pt x="9581351" y="151132"/>
                  </a:lnTo>
                  <a:lnTo>
                    <a:pt x="9501797" y="179003"/>
                  </a:lnTo>
                  <a:lnTo>
                    <a:pt x="9428819" y="209775"/>
                  </a:lnTo>
                  <a:lnTo>
                    <a:pt x="9362001" y="243804"/>
                  </a:lnTo>
                  <a:lnTo>
                    <a:pt x="9300719" y="281515"/>
                  </a:lnTo>
                  <a:lnTo>
                    <a:pt x="9244233" y="323382"/>
                  </a:lnTo>
                  <a:lnTo>
                    <a:pt x="9191761" y="369892"/>
                  </a:lnTo>
                  <a:lnTo>
                    <a:pt x="9142530" y="421479"/>
                  </a:lnTo>
                  <a:lnTo>
                    <a:pt x="9095821" y="478430"/>
                  </a:lnTo>
                  <a:lnTo>
                    <a:pt x="9084767" y="493104"/>
                  </a:lnTo>
                  <a:lnTo>
                    <a:pt x="9047733" y="545645"/>
                  </a:lnTo>
                  <a:lnTo>
                    <a:pt x="9011622" y="601986"/>
                  </a:lnTo>
                  <a:lnTo>
                    <a:pt x="8976187" y="662204"/>
                  </a:lnTo>
                  <a:lnTo>
                    <a:pt x="8941226" y="726317"/>
                  </a:lnTo>
                  <a:lnTo>
                    <a:pt x="8906580" y="794275"/>
                  </a:lnTo>
                  <a:lnTo>
                    <a:pt x="8872123" y="865957"/>
                  </a:lnTo>
                  <a:lnTo>
                    <a:pt x="8837760" y="941165"/>
                  </a:lnTo>
                  <a:lnTo>
                    <a:pt x="8803423" y="1019623"/>
                  </a:lnTo>
                  <a:lnTo>
                    <a:pt x="8769066" y="1100976"/>
                  </a:lnTo>
                  <a:lnTo>
                    <a:pt x="8734665" y="1184799"/>
                  </a:lnTo>
                  <a:lnTo>
                    <a:pt x="8700213" y="1270600"/>
                  </a:lnTo>
                  <a:lnTo>
                    <a:pt x="8665715" y="1357832"/>
                  </a:lnTo>
                  <a:lnTo>
                    <a:pt x="8631188" y="1445909"/>
                  </a:lnTo>
                  <a:lnTo>
                    <a:pt x="8596652" y="1534219"/>
                  </a:lnTo>
                  <a:lnTo>
                    <a:pt x="8562129" y="1622146"/>
                  </a:lnTo>
                  <a:lnTo>
                    <a:pt x="8527642" y="1709082"/>
                  </a:lnTo>
                  <a:lnTo>
                    <a:pt x="8493202" y="1794449"/>
                  </a:lnTo>
                  <a:lnTo>
                    <a:pt x="8458813" y="1877714"/>
                  </a:lnTo>
                  <a:lnTo>
                    <a:pt x="8424464" y="1958398"/>
                  </a:lnTo>
                  <a:lnTo>
                    <a:pt x="8390125" y="2036094"/>
                  </a:lnTo>
                  <a:lnTo>
                    <a:pt x="8355747" y="2110465"/>
                  </a:lnTo>
                  <a:lnTo>
                    <a:pt x="8321254" y="2181255"/>
                  </a:lnTo>
                  <a:lnTo>
                    <a:pt x="8286544" y="2248285"/>
                  </a:lnTo>
                  <a:lnTo>
                    <a:pt x="8251484" y="2311450"/>
                  </a:lnTo>
                  <a:lnTo>
                    <a:pt x="8215904" y="2370720"/>
                  </a:lnTo>
                  <a:lnTo>
                    <a:pt x="8179593" y="2426126"/>
                  </a:lnTo>
                  <a:lnTo>
                    <a:pt x="8151487" y="2465521"/>
                  </a:lnTo>
                  <a:lnTo>
                    <a:pt x="8105294" y="2523789"/>
                  </a:lnTo>
                  <a:lnTo>
                    <a:pt x="8056740" y="2576664"/>
                  </a:lnTo>
                  <a:lnTo>
                    <a:pt x="8005126" y="2624372"/>
                  </a:lnTo>
                  <a:lnTo>
                    <a:pt x="7949689" y="2667325"/>
                  </a:lnTo>
                  <a:lnTo>
                    <a:pt x="7889644" y="2706002"/>
                  </a:lnTo>
                  <a:lnTo>
                    <a:pt x="7824236" y="2740886"/>
                  </a:lnTo>
                  <a:lnTo>
                    <a:pt x="7752806" y="2772414"/>
                  </a:lnTo>
                  <a:lnTo>
                    <a:pt x="7674874" y="2800962"/>
                  </a:lnTo>
                  <a:lnTo>
                    <a:pt x="7590262" y="2826826"/>
                  </a:lnTo>
                  <a:lnTo>
                    <a:pt x="7499241" y="2850217"/>
                  </a:lnTo>
                  <a:lnTo>
                    <a:pt x="7402691" y="2871261"/>
                  </a:lnTo>
                  <a:lnTo>
                    <a:pt x="7302268" y="2890007"/>
                  </a:lnTo>
                  <a:lnTo>
                    <a:pt x="7200487" y="2906440"/>
                  </a:lnTo>
                  <a:lnTo>
                    <a:pt x="7100694" y="2920510"/>
                  </a:lnTo>
                  <a:lnTo>
                    <a:pt x="7006825" y="2932173"/>
                  </a:lnTo>
                  <a:lnTo>
                    <a:pt x="6922948" y="2941429"/>
                  </a:lnTo>
                  <a:lnTo>
                    <a:pt x="6852633" y="2948370"/>
                  </a:lnTo>
                  <a:lnTo>
                    <a:pt x="6798276" y="2953196"/>
                  </a:lnTo>
                  <a:lnTo>
                    <a:pt x="6760587" y="2956221"/>
                  </a:lnTo>
                  <a:lnTo>
                    <a:pt x="6738352" y="2957840"/>
                  </a:lnTo>
                  <a:lnTo>
                    <a:pt x="6728503" y="2958493"/>
                  </a:lnTo>
                  <a:lnTo>
                    <a:pt x="6726343" y="2958625"/>
                  </a:lnTo>
                  <a:lnTo>
                    <a:pt x="5254955" y="2958625"/>
                  </a:lnTo>
                  <a:lnTo>
                    <a:pt x="5253771" y="2958574"/>
                  </a:lnTo>
                  <a:lnTo>
                    <a:pt x="5245994" y="2958209"/>
                  </a:lnTo>
                  <a:lnTo>
                    <a:pt x="5226414" y="2957201"/>
                  </a:lnTo>
                  <a:lnTo>
                    <a:pt x="5191465" y="2955218"/>
                  </a:lnTo>
                  <a:lnTo>
                    <a:pt x="5139492" y="2951952"/>
                  </a:lnTo>
                  <a:lnTo>
                    <a:pt x="5070871" y="2947157"/>
                  </a:lnTo>
                  <a:lnTo>
                    <a:pt x="4987827" y="2940667"/>
                  </a:lnTo>
                  <a:lnTo>
                    <a:pt x="4893925" y="2932401"/>
                  </a:lnTo>
                  <a:lnTo>
                    <a:pt x="4793361" y="2922350"/>
                  </a:lnTo>
                  <a:lnTo>
                    <a:pt x="4690281" y="2910546"/>
                  </a:lnTo>
                  <a:lnTo>
                    <a:pt x="4588251" y="2897025"/>
                  </a:lnTo>
                  <a:lnTo>
                    <a:pt x="4489985" y="2881804"/>
                  </a:lnTo>
                  <a:lnTo>
                    <a:pt x="4397282" y="2864851"/>
                  </a:lnTo>
                  <a:lnTo>
                    <a:pt x="4311117" y="2846076"/>
                  </a:lnTo>
                  <a:lnTo>
                    <a:pt x="4231808" y="2825324"/>
                  </a:lnTo>
                  <a:lnTo>
                    <a:pt x="4159188" y="2802378"/>
                  </a:lnTo>
                  <a:lnTo>
                    <a:pt x="4092770" y="2776957"/>
                  </a:lnTo>
                  <a:lnTo>
                    <a:pt x="4031871" y="2748733"/>
                  </a:lnTo>
                  <a:lnTo>
                    <a:pt x="3975707" y="2717346"/>
                  </a:lnTo>
                  <a:lnTo>
                    <a:pt x="3923461" y="2682437"/>
                  </a:lnTo>
                  <a:lnTo>
                    <a:pt x="3874340" y="2643697"/>
                  </a:lnTo>
                  <a:lnTo>
                    <a:pt x="3829811" y="2603099"/>
                  </a:lnTo>
                  <a:lnTo>
                    <a:pt x="3787942" y="2559989"/>
                  </a:lnTo>
                  <a:lnTo>
                    <a:pt x="3747211" y="2513354"/>
                  </a:lnTo>
                  <a:lnTo>
                    <a:pt x="3707275" y="2463124"/>
                  </a:lnTo>
                  <a:lnTo>
                    <a:pt x="3667862" y="2409303"/>
                  </a:lnTo>
                  <a:lnTo>
                    <a:pt x="3628762" y="2351979"/>
                  </a:lnTo>
                  <a:lnTo>
                    <a:pt x="3589821" y="2291325"/>
                  </a:lnTo>
                  <a:lnTo>
                    <a:pt x="3550929" y="2227610"/>
                  </a:lnTo>
                  <a:lnTo>
                    <a:pt x="3512016" y="2161192"/>
                  </a:lnTo>
                  <a:lnTo>
                    <a:pt x="3473045" y="2092517"/>
                  </a:lnTo>
                  <a:lnTo>
                    <a:pt x="3434010" y="2022108"/>
                  </a:lnTo>
                  <a:lnTo>
                    <a:pt x="3394922" y="1950550"/>
                  </a:lnTo>
                  <a:lnTo>
                    <a:pt x="3355807" y="1878469"/>
                  </a:lnTo>
                  <a:lnTo>
                    <a:pt x="3316699" y="1806509"/>
                  </a:lnTo>
                  <a:lnTo>
                    <a:pt x="3277628" y="1735312"/>
                  </a:lnTo>
                  <a:lnTo>
                    <a:pt x="3238616" y="1665491"/>
                  </a:lnTo>
                  <a:lnTo>
                    <a:pt x="3199670" y="1597608"/>
                  </a:lnTo>
                  <a:lnTo>
                    <a:pt x="3160770" y="1532159"/>
                  </a:lnTo>
                  <a:lnTo>
                    <a:pt x="3121870" y="1469559"/>
                  </a:lnTo>
                  <a:lnTo>
                    <a:pt x="3082884" y="1410133"/>
                  </a:lnTo>
                  <a:lnTo>
                    <a:pt x="3043688" y="1354112"/>
                  </a:lnTo>
                  <a:lnTo>
                    <a:pt x="3004105" y="1301638"/>
                  </a:lnTo>
                  <a:lnTo>
                    <a:pt x="2963905" y="1252765"/>
                  </a:lnTo>
                  <a:lnTo>
                    <a:pt x="2922791" y="1207468"/>
                  </a:lnTo>
                  <a:lnTo>
                    <a:pt x="2896531" y="1180998"/>
                  </a:lnTo>
                  <a:lnTo>
                    <a:pt x="2849711" y="1138455"/>
                  </a:lnTo>
                  <a:lnTo>
                    <a:pt x="2800458" y="1099905"/>
                  </a:lnTo>
                  <a:lnTo>
                    <a:pt x="2748043" y="1065171"/>
                  </a:lnTo>
                  <a:lnTo>
                    <a:pt x="2691671" y="1033944"/>
                  </a:lnTo>
                  <a:lnTo>
                    <a:pt x="2630525" y="1005863"/>
                  </a:lnTo>
                  <a:lnTo>
                    <a:pt x="2563825" y="980567"/>
                  </a:lnTo>
                  <a:lnTo>
                    <a:pt x="2490894" y="957732"/>
                  </a:lnTo>
                  <a:lnTo>
                    <a:pt x="2411257" y="937079"/>
                  </a:lnTo>
                  <a:lnTo>
                    <a:pt x="2324768" y="918394"/>
                  </a:lnTo>
                  <a:lnTo>
                    <a:pt x="2231770" y="901525"/>
                  </a:lnTo>
                  <a:lnTo>
                    <a:pt x="2133276" y="886386"/>
                  </a:lnTo>
                  <a:lnTo>
                    <a:pt x="2031127" y="872947"/>
                  </a:lnTo>
                  <a:lnTo>
                    <a:pt x="1928079" y="861226"/>
                  </a:lnTo>
                  <a:lnTo>
                    <a:pt x="1827737" y="851260"/>
                  </a:lnTo>
                  <a:lnTo>
                    <a:pt x="1734261" y="843079"/>
                  </a:lnTo>
                  <a:lnTo>
                    <a:pt x="1651835" y="836673"/>
                  </a:lnTo>
                  <a:lnTo>
                    <a:pt x="1583973" y="831955"/>
                  </a:lnTo>
                  <a:lnTo>
                    <a:pt x="1532822" y="828758"/>
                  </a:lnTo>
                  <a:lnTo>
                    <a:pt x="1498662" y="826828"/>
                  </a:lnTo>
                  <a:lnTo>
                    <a:pt x="1479742" y="825859"/>
                  </a:lnTo>
                  <a:lnTo>
                    <a:pt x="1472412" y="825516"/>
                  </a:lnTo>
                  <a:lnTo>
                    <a:pt x="1471387" y="825472"/>
                  </a:lnTo>
                  <a:lnTo>
                    <a:pt x="0" y="825472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393" name="pl393"/>
            <p:cNvSpPr/>
            <p:nvPr/>
          </p:nvSpPr>
          <p:spPr>
            <a:xfrm>
              <a:off x="4799595" y="3860069"/>
              <a:ext cx="11981298" cy="2958625"/>
            </a:xfrm>
            <a:custGeom>
              <a:avLst/>
              <a:pathLst>
                <a:path w="11981298" h="2958625">
                  <a:moveTo>
                    <a:pt x="0" y="825472"/>
                  </a:moveTo>
                  <a:lnTo>
                    <a:pt x="1471387" y="825472"/>
                  </a:lnTo>
                  <a:lnTo>
                    <a:pt x="1472571" y="825523"/>
                  </a:lnTo>
                  <a:lnTo>
                    <a:pt x="1480348" y="825888"/>
                  </a:lnTo>
                  <a:lnTo>
                    <a:pt x="1499928" y="826896"/>
                  </a:lnTo>
                  <a:lnTo>
                    <a:pt x="1534877" y="828879"/>
                  </a:lnTo>
                  <a:lnTo>
                    <a:pt x="1586851" y="832145"/>
                  </a:lnTo>
                  <a:lnTo>
                    <a:pt x="1655472" y="836940"/>
                  </a:lnTo>
                  <a:lnTo>
                    <a:pt x="1738515" y="843430"/>
                  </a:lnTo>
                  <a:lnTo>
                    <a:pt x="1832418" y="851696"/>
                  </a:lnTo>
                  <a:lnTo>
                    <a:pt x="1932981" y="861747"/>
                  </a:lnTo>
                  <a:lnTo>
                    <a:pt x="2036061" y="873552"/>
                  </a:lnTo>
                  <a:lnTo>
                    <a:pt x="2138091" y="887072"/>
                  </a:lnTo>
                  <a:lnTo>
                    <a:pt x="2236357" y="902293"/>
                  </a:lnTo>
                  <a:lnTo>
                    <a:pt x="2329060" y="919246"/>
                  </a:lnTo>
                  <a:lnTo>
                    <a:pt x="2415225" y="938021"/>
                  </a:lnTo>
                  <a:lnTo>
                    <a:pt x="2494534" y="958773"/>
                  </a:lnTo>
                  <a:lnTo>
                    <a:pt x="2567154" y="981720"/>
                  </a:lnTo>
                  <a:lnTo>
                    <a:pt x="2633572" y="1007141"/>
                  </a:lnTo>
                  <a:lnTo>
                    <a:pt x="2694471" y="1035364"/>
                  </a:lnTo>
                  <a:lnTo>
                    <a:pt x="2750635" y="1066751"/>
                  </a:lnTo>
                  <a:lnTo>
                    <a:pt x="2802881" y="1101661"/>
                  </a:lnTo>
                  <a:lnTo>
                    <a:pt x="2852002" y="1140400"/>
                  </a:lnTo>
                  <a:lnTo>
                    <a:pt x="2896531" y="1180998"/>
                  </a:lnTo>
                  <a:lnTo>
                    <a:pt x="2938401" y="1224108"/>
                  </a:lnTo>
                  <a:lnTo>
                    <a:pt x="2979131" y="1270743"/>
                  </a:lnTo>
                  <a:lnTo>
                    <a:pt x="3019067" y="1320974"/>
                  </a:lnTo>
                  <a:lnTo>
                    <a:pt x="3058480" y="1374794"/>
                  </a:lnTo>
                  <a:lnTo>
                    <a:pt x="3097580" y="1432118"/>
                  </a:lnTo>
                  <a:lnTo>
                    <a:pt x="3136521" y="1492772"/>
                  </a:lnTo>
                  <a:lnTo>
                    <a:pt x="3175413" y="1556487"/>
                  </a:lnTo>
                  <a:lnTo>
                    <a:pt x="3214327" y="1622906"/>
                  </a:lnTo>
                  <a:lnTo>
                    <a:pt x="3253297" y="1691580"/>
                  </a:lnTo>
                  <a:lnTo>
                    <a:pt x="3292332" y="1761989"/>
                  </a:lnTo>
                  <a:lnTo>
                    <a:pt x="3331420" y="1833547"/>
                  </a:lnTo>
                  <a:lnTo>
                    <a:pt x="3370535" y="1905629"/>
                  </a:lnTo>
                  <a:lnTo>
                    <a:pt x="3409643" y="1977588"/>
                  </a:lnTo>
                  <a:lnTo>
                    <a:pt x="3448714" y="2048785"/>
                  </a:lnTo>
                  <a:lnTo>
                    <a:pt x="3487726" y="2118607"/>
                  </a:lnTo>
                  <a:lnTo>
                    <a:pt x="3526672" y="2186489"/>
                  </a:lnTo>
                  <a:lnTo>
                    <a:pt x="3565572" y="2251938"/>
                  </a:lnTo>
                  <a:lnTo>
                    <a:pt x="3604472" y="2314538"/>
                  </a:lnTo>
                  <a:lnTo>
                    <a:pt x="3643458" y="2373964"/>
                  </a:lnTo>
                  <a:lnTo>
                    <a:pt x="3682654" y="2429985"/>
                  </a:lnTo>
                  <a:lnTo>
                    <a:pt x="3722237" y="2482459"/>
                  </a:lnTo>
                  <a:lnTo>
                    <a:pt x="3762437" y="2531332"/>
                  </a:lnTo>
                  <a:lnTo>
                    <a:pt x="3803551" y="2576629"/>
                  </a:lnTo>
                  <a:lnTo>
                    <a:pt x="3829811" y="2603099"/>
                  </a:lnTo>
                  <a:lnTo>
                    <a:pt x="3876631" y="2645642"/>
                  </a:lnTo>
                  <a:lnTo>
                    <a:pt x="3925884" y="2684192"/>
                  </a:lnTo>
                  <a:lnTo>
                    <a:pt x="3978299" y="2718926"/>
                  </a:lnTo>
                  <a:lnTo>
                    <a:pt x="4034671" y="2750153"/>
                  </a:lnTo>
                  <a:lnTo>
                    <a:pt x="4095817" y="2778234"/>
                  </a:lnTo>
                  <a:lnTo>
                    <a:pt x="4162517" y="2803530"/>
                  </a:lnTo>
                  <a:lnTo>
                    <a:pt x="4235448" y="2826366"/>
                  </a:lnTo>
                  <a:lnTo>
                    <a:pt x="4315085" y="2847018"/>
                  </a:lnTo>
                  <a:lnTo>
                    <a:pt x="4401574" y="2865703"/>
                  </a:lnTo>
                  <a:lnTo>
                    <a:pt x="4494572" y="2882572"/>
                  </a:lnTo>
                  <a:lnTo>
                    <a:pt x="4593066" y="2897711"/>
                  </a:lnTo>
                  <a:lnTo>
                    <a:pt x="4695216" y="2911150"/>
                  </a:lnTo>
                  <a:lnTo>
                    <a:pt x="4798263" y="2922872"/>
                  </a:lnTo>
                  <a:lnTo>
                    <a:pt x="4898605" y="2932838"/>
                  </a:lnTo>
                  <a:lnTo>
                    <a:pt x="4992081" y="2941018"/>
                  </a:lnTo>
                  <a:lnTo>
                    <a:pt x="5074507" y="2947425"/>
                  </a:lnTo>
                  <a:lnTo>
                    <a:pt x="5142369" y="2952142"/>
                  </a:lnTo>
                  <a:lnTo>
                    <a:pt x="5193520" y="2955340"/>
                  </a:lnTo>
                  <a:lnTo>
                    <a:pt x="5227680" y="2957269"/>
                  </a:lnTo>
                  <a:lnTo>
                    <a:pt x="5246600" y="2958239"/>
                  </a:lnTo>
                  <a:lnTo>
                    <a:pt x="5253930" y="2958581"/>
                  </a:lnTo>
                  <a:lnTo>
                    <a:pt x="5254955" y="2958625"/>
                  </a:lnTo>
                  <a:lnTo>
                    <a:pt x="6726343" y="2958625"/>
                  </a:lnTo>
                  <a:lnTo>
                    <a:pt x="6727482" y="2958557"/>
                  </a:lnTo>
                  <a:lnTo>
                    <a:pt x="6734969" y="2958071"/>
                  </a:lnTo>
                  <a:lnTo>
                    <a:pt x="6753842" y="2956728"/>
                  </a:lnTo>
                  <a:lnTo>
                    <a:pt x="6787586" y="2954084"/>
                  </a:lnTo>
                  <a:lnTo>
                    <a:pt x="6837881" y="2949728"/>
                  </a:lnTo>
                  <a:lnTo>
                    <a:pt x="6904477" y="2943325"/>
                  </a:lnTo>
                  <a:lnTo>
                    <a:pt x="6985349" y="2934644"/>
                  </a:lnTo>
                  <a:lnTo>
                    <a:pt x="7077154" y="2923570"/>
                  </a:lnTo>
                  <a:lnTo>
                    <a:pt x="7175882" y="2910083"/>
                  </a:lnTo>
                  <a:lnTo>
                    <a:pt x="7277515" y="2894220"/>
                  </a:lnTo>
                  <a:lnTo>
                    <a:pt x="7378534" y="2876033"/>
                  </a:lnTo>
                  <a:lnTo>
                    <a:pt x="7476210" y="2855550"/>
                  </a:lnTo>
                  <a:lnTo>
                    <a:pt x="7568685" y="2832738"/>
                  </a:lnTo>
                  <a:lnTo>
                    <a:pt x="7654902" y="2807492"/>
                  </a:lnTo>
                  <a:lnTo>
                    <a:pt x="7734457" y="2779621"/>
                  </a:lnTo>
                  <a:lnTo>
                    <a:pt x="7807434" y="2748850"/>
                  </a:lnTo>
                  <a:lnTo>
                    <a:pt x="7874252" y="2714821"/>
                  </a:lnTo>
                  <a:lnTo>
                    <a:pt x="7935534" y="2677109"/>
                  </a:lnTo>
                  <a:lnTo>
                    <a:pt x="7992021" y="2635242"/>
                  </a:lnTo>
                  <a:lnTo>
                    <a:pt x="8044492" y="2588733"/>
                  </a:lnTo>
                  <a:lnTo>
                    <a:pt x="8093723" y="2537146"/>
                  </a:lnTo>
                  <a:lnTo>
                    <a:pt x="8140432" y="2480195"/>
                  </a:lnTo>
                  <a:lnTo>
                    <a:pt x="8151487" y="2465521"/>
                  </a:lnTo>
                  <a:lnTo>
                    <a:pt x="8188520" y="2412979"/>
                  </a:lnTo>
                  <a:lnTo>
                    <a:pt x="8224631" y="2356638"/>
                  </a:lnTo>
                  <a:lnTo>
                    <a:pt x="8260066" y="2296420"/>
                  </a:lnTo>
                  <a:lnTo>
                    <a:pt x="8295027" y="2232307"/>
                  </a:lnTo>
                  <a:lnTo>
                    <a:pt x="8329673" y="2164349"/>
                  </a:lnTo>
                  <a:lnTo>
                    <a:pt x="8364130" y="2092667"/>
                  </a:lnTo>
                  <a:lnTo>
                    <a:pt x="8398493" y="2017459"/>
                  </a:lnTo>
                  <a:lnTo>
                    <a:pt x="8432830" y="1939002"/>
                  </a:lnTo>
                  <a:lnTo>
                    <a:pt x="8467187" y="1857648"/>
                  </a:lnTo>
                  <a:lnTo>
                    <a:pt x="8501588" y="1773825"/>
                  </a:lnTo>
                  <a:lnTo>
                    <a:pt x="8536040" y="1688024"/>
                  </a:lnTo>
                  <a:lnTo>
                    <a:pt x="8570538" y="1600792"/>
                  </a:lnTo>
                  <a:lnTo>
                    <a:pt x="8605065" y="1512716"/>
                  </a:lnTo>
                  <a:lnTo>
                    <a:pt x="8639602" y="1424405"/>
                  </a:lnTo>
                  <a:lnTo>
                    <a:pt x="8674124" y="1336478"/>
                  </a:lnTo>
                  <a:lnTo>
                    <a:pt x="8708611" y="1249542"/>
                  </a:lnTo>
                  <a:lnTo>
                    <a:pt x="8743051" y="1164175"/>
                  </a:lnTo>
                  <a:lnTo>
                    <a:pt x="8777440" y="1080911"/>
                  </a:lnTo>
                  <a:lnTo>
                    <a:pt x="8811789" y="1000226"/>
                  </a:lnTo>
                  <a:lnTo>
                    <a:pt x="8846128" y="922531"/>
                  </a:lnTo>
                  <a:lnTo>
                    <a:pt x="8880507" y="848159"/>
                  </a:lnTo>
                  <a:lnTo>
                    <a:pt x="8915000" y="777369"/>
                  </a:lnTo>
                  <a:lnTo>
                    <a:pt x="8949709" y="710340"/>
                  </a:lnTo>
                  <a:lnTo>
                    <a:pt x="8984770" y="647174"/>
                  </a:lnTo>
                  <a:lnTo>
                    <a:pt x="9020350" y="587904"/>
                  </a:lnTo>
                  <a:lnTo>
                    <a:pt x="9056660" y="532498"/>
                  </a:lnTo>
                  <a:lnTo>
                    <a:pt x="9084767" y="493104"/>
                  </a:lnTo>
                  <a:lnTo>
                    <a:pt x="9130960" y="434835"/>
                  </a:lnTo>
                  <a:lnTo>
                    <a:pt x="9179514" y="381961"/>
                  </a:lnTo>
                  <a:lnTo>
                    <a:pt x="9231127" y="334252"/>
                  </a:lnTo>
                  <a:lnTo>
                    <a:pt x="9286564" y="291300"/>
                  </a:lnTo>
                  <a:lnTo>
                    <a:pt x="9346609" y="252622"/>
                  </a:lnTo>
                  <a:lnTo>
                    <a:pt x="9412017" y="217739"/>
                  </a:lnTo>
                  <a:lnTo>
                    <a:pt x="9483448" y="186210"/>
                  </a:lnTo>
                  <a:lnTo>
                    <a:pt x="9561379" y="157662"/>
                  </a:lnTo>
                  <a:lnTo>
                    <a:pt x="9645991" y="131798"/>
                  </a:lnTo>
                  <a:lnTo>
                    <a:pt x="9737013" y="108407"/>
                  </a:lnTo>
                  <a:lnTo>
                    <a:pt x="9833562" y="87363"/>
                  </a:lnTo>
                  <a:lnTo>
                    <a:pt x="9933986" y="68617"/>
                  </a:lnTo>
                  <a:lnTo>
                    <a:pt x="10035766" y="52184"/>
                  </a:lnTo>
                  <a:lnTo>
                    <a:pt x="10135559" y="38114"/>
                  </a:lnTo>
                  <a:lnTo>
                    <a:pt x="10229429" y="26452"/>
                  </a:lnTo>
                  <a:lnTo>
                    <a:pt x="10313305" y="17195"/>
                  </a:lnTo>
                  <a:lnTo>
                    <a:pt x="10383621" y="10255"/>
                  </a:lnTo>
                  <a:lnTo>
                    <a:pt x="10437977" y="5428"/>
                  </a:lnTo>
                  <a:lnTo>
                    <a:pt x="10475666" y="2403"/>
                  </a:lnTo>
                  <a:lnTo>
                    <a:pt x="10497902" y="784"/>
                  </a:lnTo>
                  <a:lnTo>
                    <a:pt x="10507751" y="131"/>
                  </a:lnTo>
                  <a:lnTo>
                    <a:pt x="10509894" y="0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94" name="pl394"/>
            <p:cNvSpPr/>
            <p:nvPr/>
          </p:nvSpPr>
          <p:spPr>
            <a:xfrm>
              <a:off x="4799595" y="3851896"/>
              <a:ext cx="11981298" cy="2958625"/>
            </a:xfrm>
            <a:custGeom>
              <a:avLst/>
              <a:pathLst>
                <a:path w="11981298" h="2958625">
                  <a:moveTo>
                    <a:pt x="11981298" y="0"/>
                  </a:moveTo>
                  <a:lnTo>
                    <a:pt x="10509911" y="0"/>
                  </a:lnTo>
                  <a:lnTo>
                    <a:pt x="10508772" y="68"/>
                  </a:lnTo>
                  <a:lnTo>
                    <a:pt x="10501284" y="554"/>
                  </a:lnTo>
                  <a:lnTo>
                    <a:pt x="10482411" y="1896"/>
                  </a:lnTo>
                  <a:lnTo>
                    <a:pt x="10448667" y="4540"/>
                  </a:lnTo>
                  <a:lnTo>
                    <a:pt x="10398372" y="8896"/>
                  </a:lnTo>
                  <a:lnTo>
                    <a:pt x="10331776" y="15299"/>
                  </a:lnTo>
                  <a:lnTo>
                    <a:pt x="10250905" y="23980"/>
                  </a:lnTo>
                  <a:lnTo>
                    <a:pt x="10159100" y="35054"/>
                  </a:lnTo>
                  <a:lnTo>
                    <a:pt x="10060371" y="48542"/>
                  </a:lnTo>
                  <a:lnTo>
                    <a:pt x="9958738" y="64405"/>
                  </a:lnTo>
                  <a:lnTo>
                    <a:pt x="9857719" y="82591"/>
                  </a:lnTo>
                  <a:lnTo>
                    <a:pt x="9760043" y="103075"/>
                  </a:lnTo>
                  <a:lnTo>
                    <a:pt x="9667568" y="125886"/>
                  </a:lnTo>
                  <a:lnTo>
                    <a:pt x="9581351" y="151132"/>
                  </a:lnTo>
                  <a:lnTo>
                    <a:pt x="9501797" y="179003"/>
                  </a:lnTo>
                  <a:lnTo>
                    <a:pt x="9428819" y="209775"/>
                  </a:lnTo>
                  <a:lnTo>
                    <a:pt x="9362001" y="243804"/>
                  </a:lnTo>
                  <a:lnTo>
                    <a:pt x="9300719" y="281515"/>
                  </a:lnTo>
                  <a:lnTo>
                    <a:pt x="9244233" y="323382"/>
                  </a:lnTo>
                  <a:lnTo>
                    <a:pt x="9191761" y="369892"/>
                  </a:lnTo>
                  <a:lnTo>
                    <a:pt x="9142530" y="421479"/>
                  </a:lnTo>
                  <a:lnTo>
                    <a:pt x="9095821" y="478430"/>
                  </a:lnTo>
                  <a:lnTo>
                    <a:pt x="9084767" y="493104"/>
                  </a:lnTo>
                  <a:lnTo>
                    <a:pt x="9047733" y="545645"/>
                  </a:lnTo>
                  <a:lnTo>
                    <a:pt x="9011622" y="601986"/>
                  </a:lnTo>
                  <a:lnTo>
                    <a:pt x="8976187" y="662204"/>
                  </a:lnTo>
                  <a:lnTo>
                    <a:pt x="8941226" y="726317"/>
                  </a:lnTo>
                  <a:lnTo>
                    <a:pt x="8906580" y="794275"/>
                  </a:lnTo>
                  <a:lnTo>
                    <a:pt x="8872123" y="865957"/>
                  </a:lnTo>
                  <a:lnTo>
                    <a:pt x="8837760" y="941165"/>
                  </a:lnTo>
                  <a:lnTo>
                    <a:pt x="8803423" y="1019623"/>
                  </a:lnTo>
                  <a:lnTo>
                    <a:pt x="8769066" y="1100976"/>
                  </a:lnTo>
                  <a:lnTo>
                    <a:pt x="8734665" y="1184799"/>
                  </a:lnTo>
                  <a:lnTo>
                    <a:pt x="8700213" y="1270600"/>
                  </a:lnTo>
                  <a:lnTo>
                    <a:pt x="8665715" y="1357832"/>
                  </a:lnTo>
                  <a:lnTo>
                    <a:pt x="8631188" y="1445909"/>
                  </a:lnTo>
                  <a:lnTo>
                    <a:pt x="8596652" y="1534219"/>
                  </a:lnTo>
                  <a:lnTo>
                    <a:pt x="8562129" y="1622146"/>
                  </a:lnTo>
                  <a:lnTo>
                    <a:pt x="8527642" y="1709082"/>
                  </a:lnTo>
                  <a:lnTo>
                    <a:pt x="8493202" y="1794449"/>
                  </a:lnTo>
                  <a:lnTo>
                    <a:pt x="8458813" y="1877714"/>
                  </a:lnTo>
                  <a:lnTo>
                    <a:pt x="8424464" y="1958398"/>
                  </a:lnTo>
                  <a:lnTo>
                    <a:pt x="8390125" y="2036094"/>
                  </a:lnTo>
                  <a:lnTo>
                    <a:pt x="8355747" y="2110465"/>
                  </a:lnTo>
                  <a:lnTo>
                    <a:pt x="8321254" y="2181255"/>
                  </a:lnTo>
                  <a:lnTo>
                    <a:pt x="8286544" y="2248285"/>
                  </a:lnTo>
                  <a:lnTo>
                    <a:pt x="8251484" y="2311450"/>
                  </a:lnTo>
                  <a:lnTo>
                    <a:pt x="8215904" y="2370720"/>
                  </a:lnTo>
                  <a:lnTo>
                    <a:pt x="8179593" y="2426126"/>
                  </a:lnTo>
                  <a:lnTo>
                    <a:pt x="8151487" y="2465521"/>
                  </a:lnTo>
                  <a:lnTo>
                    <a:pt x="8105294" y="2523789"/>
                  </a:lnTo>
                  <a:lnTo>
                    <a:pt x="8056740" y="2576664"/>
                  </a:lnTo>
                  <a:lnTo>
                    <a:pt x="8005126" y="2624372"/>
                  </a:lnTo>
                  <a:lnTo>
                    <a:pt x="7949689" y="2667325"/>
                  </a:lnTo>
                  <a:lnTo>
                    <a:pt x="7889644" y="2706002"/>
                  </a:lnTo>
                  <a:lnTo>
                    <a:pt x="7824236" y="2740886"/>
                  </a:lnTo>
                  <a:lnTo>
                    <a:pt x="7752806" y="2772414"/>
                  </a:lnTo>
                  <a:lnTo>
                    <a:pt x="7674874" y="2800962"/>
                  </a:lnTo>
                  <a:lnTo>
                    <a:pt x="7590262" y="2826826"/>
                  </a:lnTo>
                  <a:lnTo>
                    <a:pt x="7499241" y="2850217"/>
                  </a:lnTo>
                  <a:lnTo>
                    <a:pt x="7402691" y="2871261"/>
                  </a:lnTo>
                  <a:lnTo>
                    <a:pt x="7302268" y="2890007"/>
                  </a:lnTo>
                  <a:lnTo>
                    <a:pt x="7200487" y="2906440"/>
                  </a:lnTo>
                  <a:lnTo>
                    <a:pt x="7100694" y="2920510"/>
                  </a:lnTo>
                  <a:lnTo>
                    <a:pt x="7006825" y="2932173"/>
                  </a:lnTo>
                  <a:lnTo>
                    <a:pt x="6922948" y="2941429"/>
                  </a:lnTo>
                  <a:lnTo>
                    <a:pt x="6852633" y="2948370"/>
                  </a:lnTo>
                  <a:lnTo>
                    <a:pt x="6798276" y="2953196"/>
                  </a:lnTo>
                  <a:lnTo>
                    <a:pt x="6760587" y="2956221"/>
                  </a:lnTo>
                  <a:lnTo>
                    <a:pt x="6738352" y="2957840"/>
                  </a:lnTo>
                  <a:lnTo>
                    <a:pt x="6728503" y="2958493"/>
                  </a:lnTo>
                  <a:lnTo>
                    <a:pt x="6726360" y="2958624"/>
                  </a:lnTo>
                  <a:lnTo>
                    <a:pt x="6726343" y="2958625"/>
                  </a:lnTo>
                  <a:lnTo>
                    <a:pt x="5254955" y="2958625"/>
                  </a:lnTo>
                  <a:lnTo>
                    <a:pt x="5253771" y="2958574"/>
                  </a:lnTo>
                  <a:lnTo>
                    <a:pt x="5245994" y="2958209"/>
                  </a:lnTo>
                  <a:lnTo>
                    <a:pt x="5226414" y="2957201"/>
                  </a:lnTo>
                  <a:lnTo>
                    <a:pt x="5191465" y="2955218"/>
                  </a:lnTo>
                  <a:lnTo>
                    <a:pt x="5139492" y="2951952"/>
                  </a:lnTo>
                  <a:lnTo>
                    <a:pt x="5070871" y="2947157"/>
                  </a:lnTo>
                  <a:lnTo>
                    <a:pt x="4987827" y="2940667"/>
                  </a:lnTo>
                  <a:lnTo>
                    <a:pt x="4893925" y="2932401"/>
                  </a:lnTo>
                  <a:lnTo>
                    <a:pt x="4793361" y="2922350"/>
                  </a:lnTo>
                  <a:lnTo>
                    <a:pt x="4690281" y="2910546"/>
                  </a:lnTo>
                  <a:lnTo>
                    <a:pt x="4588251" y="2897025"/>
                  </a:lnTo>
                  <a:lnTo>
                    <a:pt x="4489985" y="2881804"/>
                  </a:lnTo>
                  <a:lnTo>
                    <a:pt x="4397282" y="2864851"/>
                  </a:lnTo>
                  <a:lnTo>
                    <a:pt x="4311117" y="2846076"/>
                  </a:lnTo>
                  <a:lnTo>
                    <a:pt x="4231808" y="2825324"/>
                  </a:lnTo>
                  <a:lnTo>
                    <a:pt x="4159188" y="2802378"/>
                  </a:lnTo>
                  <a:lnTo>
                    <a:pt x="4092770" y="2776957"/>
                  </a:lnTo>
                  <a:lnTo>
                    <a:pt x="4031871" y="2748733"/>
                  </a:lnTo>
                  <a:lnTo>
                    <a:pt x="3975707" y="2717346"/>
                  </a:lnTo>
                  <a:lnTo>
                    <a:pt x="3923461" y="2682437"/>
                  </a:lnTo>
                  <a:lnTo>
                    <a:pt x="3874340" y="2643697"/>
                  </a:lnTo>
                  <a:lnTo>
                    <a:pt x="3829811" y="2603099"/>
                  </a:lnTo>
                  <a:lnTo>
                    <a:pt x="3787942" y="2559989"/>
                  </a:lnTo>
                  <a:lnTo>
                    <a:pt x="3747211" y="2513354"/>
                  </a:lnTo>
                  <a:lnTo>
                    <a:pt x="3707275" y="2463124"/>
                  </a:lnTo>
                  <a:lnTo>
                    <a:pt x="3667862" y="2409303"/>
                  </a:lnTo>
                  <a:lnTo>
                    <a:pt x="3628762" y="2351979"/>
                  </a:lnTo>
                  <a:lnTo>
                    <a:pt x="3589821" y="2291325"/>
                  </a:lnTo>
                  <a:lnTo>
                    <a:pt x="3550929" y="2227610"/>
                  </a:lnTo>
                  <a:lnTo>
                    <a:pt x="3512016" y="2161192"/>
                  </a:lnTo>
                  <a:lnTo>
                    <a:pt x="3473045" y="2092517"/>
                  </a:lnTo>
                  <a:lnTo>
                    <a:pt x="3434010" y="2022108"/>
                  </a:lnTo>
                  <a:lnTo>
                    <a:pt x="3394922" y="1950550"/>
                  </a:lnTo>
                  <a:lnTo>
                    <a:pt x="3355807" y="1878469"/>
                  </a:lnTo>
                  <a:lnTo>
                    <a:pt x="3316699" y="1806509"/>
                  </a:lnTo>
                  <a:lnTo>
                    <a:pt x="3277628" y="1735312"/>
                  </a:lnTo>
                  <a:lnTo>
                    <a:pt x="3238616" y="1665491"/>
                  </a:lnTo>
                  <a:lnTo>
                    <a:pt x="3199670" y="1597608"/>
                  </a:lnTo>
                  <a:lnTo>
                    <a:pt x="3160770" y="1532159"/>
                  </a:lnTo>
                  <a:lnTo>
                    <a:pt x="3121870" y="1469559"/>
                  </a:lnTo>
                  <a:lnTo>
                    <a:pt x="3082884" y="1410133"/>
                  </a:lnTo>
                  <a:lnTo>
                    <a:pt x="3043688" y="1354112"/>
                  </a:lnTo>
                  <a:lnTo>
                    <a:pt x="3004105" y="1301638"/>
                  </a:lnTo>
                  <a:lnTo>
                    <a:pt x="2963905" y="1252765"/>
                  </a:lnTo>
                  <a:lnTo>
                    <a:pt x="2922791" y="1207468"/>
                  </a:lnTo>
                  <a:lnTo>
                    <a:pt x="2896531" y="1180998"/>
                  </a:lnTo>
                  <a:lnTo>
                    <a:pt x="2849711" y="1138455"/>
                  </a:lnTo>
                  <a:lnTo>
                    <a:pt x="2800458" y="1099905"/>
                  </a:lnTo>
                  <a:lnTo>
                    <a:pt x="2748043" y="1065171"/>
                  </a:lnTo>
                  <a:lnTo>
                    <a:pt x="2691671" y="1033944"/>
                  </a:lnTo>
                  <a:lnTo>
                    <a:pt x="2630525" y="1005863"/>
                  </a:lnTo>
                  <a:lnTo>
                    <a:pt x="2563825" y="980567"/>
                  </a:lnTo>
                  <a:lnTo>
                    <a:pt x="2490894" y="957732"/>
                  </a:lnTo>
                  <a:lnTo>
                    <a:pt x="2411257" y="937079"/>
                  </a:lnTo>
                  <a:lnTo>
                    <a:pt x="2324768" y="918394"/>
                  </a:lnTo>
                  <a:lnTo>
                    <a:pt x="2231770" y="901525"/>
                  </a:lnTo>
                  <a:lnTo>
                    <a:pt x="2133276" y="886386"/>
                  </a:lnTo>
                  <a:lnTo>
                    <a:pt x="2031127" y="872947"/>
                  </a:lnTo>
                  <a:lnTo>
                    <a:pt x="1928079" y="861226"/>
                  </a:lnTo>
                  <a:lnTo>
                    <a:pt x="1827737" y="851260"/>
                  </a:lnTo>
                  <a:lnTo>
                    <a:pt x="1734261" y="843079"/>
                  </a:lnTo>
                  <a:lnTo>
                    <a:pt x="1651835" y="836673"/>
                  </a:lnTo>
                  <a:lnTo>
                    <a:pt x="1583973" y="831955"/>
                  </a:lnTo>
                  <a:lnTo>
                    <a:pt x="1532822" y="828758"/>
                  </a:lnTo>
                  <a:lnTo>
                    <a:pt x="1498662" y="826828"/>
                  </a:lnTo>
                  <a:lnTo>
                    <a:pt x="1479742" y="825859"/>
                  </a:lnTo>
                  <a:lnTo>
                    <a:pt x="1472412" y="825516"/>
                  </a:lnTo>
                  <a:lnTo>
                    <a:pt x="1471387" y="825472"/>
                  </a:lnTo>
                  <a:lnTo>
                    <a:pt x="0" y="82547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95" name="pg395"/>
            <p:cNvSpPr/>
            <p:nvPr/>
          </p:nvSpPr>
          <p:spPr>
            <a:xfrm>
              <a:off x="4799595" y="4685542"/>
              <a:ext cx="11981298" cy="2149498"/>
            </a:xfrm>
            <a:custGeom>
              <a:avLst/>
              <a:pathLst>
                <a:path w="11981298" h="2149498">
                  <a:moveTo>
                    <a:pt x="0" y="16345"/>
                  </a:moveTo>
                  <a:lnTo>
                    <a:pt x="1471387" y="16345"/>
                  </a:lnTo>
                  <a:lnTo>
                    <a:pt x="1472571" y="16397"/>
                  </a:lnTo>
                  <a:lnTo>
                    <a:pt x="1480348" y="16761"/>
                  </a:lnTo>
                  <a:lnTo>
                    <a:pt x="1499928" y="17769"/>
                  </a:lnTo>
                  <a:lnTo>
                    <a:pt x="1534877" y="19753"/>
                  </a:lnTo>
                  <a:lnTo>
                    <a:pt x="1586851" y="23018"/>
                  </a:lnTo>
                  <a:lnTo>
                    <a:pt x="1655472" y="27813"/>
                  </a:lnTo>
                  <a:lnTo>
                    <a:pt x="1738515" y="34303"/>
                  </a:lnTo>
                  <a:lnTo>
                    <a:pt x="1832418" y="42569"/>
                  </a:lnTo>
                  <a:lnTo>
                    <a:pt x="1932981" y="52620"/>
                  </a:lnTo>
                  <a:lnTo>
                    <a:pt x="2036061" y="64425"/>
                  </a:lnTo>
                  <a:lnTo>
                    <a:pt x="2138091" y="77945"/>
                  </a:lnTo>
                  <a:lnTo>
                    <a:pt x="2236357" y="93166"/>
                  </a:lnTo>
                  <a:lnTo>
                    <a:pt x="2329060" y="110119"/>
                  </a:lnTo>
                  <a:lnTo>
                    <a:pt x="2415225" y="128894"/>
                  </a:lnTo>
                  <a:lnTo>
                    <a:pt x="2494534" y="149646"/>
                  </a:lnTo>
                  <a:lnTo>
                    <a:pt x="2567154" y="172593"/>
                  </a:lnTo>
                  <a:lnTo>
                    <a:pt x="2633572" y="198014"/>
                  </a:lnTo>
                  <a:lnTo>
                    <a:pt x="2694471" y="226238"/>
                  </a:lnTo>
                  <a:lnTo>
                    <a:pt x="2750635" y="257624"/>
                  </a:lnTo>
                  <a:lnTo>
                    <a:pt x="2802881" y="292534"/>
                  </a:lnTo>
                  <a:lnTo>
                    <a:pt x="2852002" y="331273"/>
                  </a:lnTo>
                  <a:lnTo>
                    <a:pt x="2896531" y="371871"/>
                  </a:lnTo>
                  <a:lnTo>
                    <a:pt x="2938401" y="414981"/>
                  </a:lnTo>
                  <a:lnTo>
                    <a:pt x="2979131" y="461617"/>
                  </a:lnTo>
                  <a:lnTo>
                    <a:pt x="3019067" y="511847"/>
                  </a:lnTo>
                  <a:lnTo>
                    <a:pt x="3058480" y="565667"/>
                  </a:lnTo>
                  <a:lnTo>
                    <a:pt x="3097580" y="622991"/>
                  </a:lnTo>
                  <a:lnTo>
                    <a:pt x="3136521" y="683645"/>
                  </a:lnTo>
                  <a:lnTo>
                    <a:pt x="3175413" y="747361"/>
                  </a:lnTo>
                  <a:lnTo>
                    <a:pt x="3214327" y="813779"/>
                  </a:lnTo>
                  <a:lnTo>
                    <a:pt x="3253297" y="882454"/>
                  </a:lnTo>
                  <a:lnTo>
                    <a:pt x="3292332" y="952862"/>
                  </a:lnTo>
                  <a:lnTo>
                    <a:pt x="3331420" y="1024420"/>
                  </a:lnTo>
                  <a:lnTo>
                    <a:pt x="3370535" y="1096502"/>
                  </a:lnTo>
                  <a:lnTo>
                    <a:pt x="3409643" y="1168462"/>
                  </a:lnTo>
                  <a:lnTo>
                    <a:pt x="3448714" y="1239658"/>
                  </a:lnTo>
                  <a:lnTo>
                    <a:pt x="3487726" y="1309480"/>
                  </a:lnTo>
                  <a:lnTo>
                    <a:pt x="3526672" y="1377362"/>
                  </a:lnTo>
                  <a:lnTo>
                    <a:pt x="3565572" y="1442811"/>
                  </a:lnTo>
                  <a:lnTo>
                    <a:pt x="3604472" y="1505411"/>
                  </a:lnTo>
                  <a:lnTo>
                    <a:pt x="3643458" y="1564837"/>
                  </a:lnTo>
                  <a:lnTo>
                    <a:pt x="3682654" y="1620858"/>
                  </a:lnTo>
                  <a:lnTo>
                    <a:pt x="3722237" y="1673332"/>
                  </a:lnTo>
                  <a:lnTo>
                    <a:pt x="3762437" y="1722205"/>
                  </a:lnTo>
                  <a:lnTo>
                    <a:pt x="3803551" y="1767502"/>
                  </a:lnTo>
                  <a:lnTo>
                    <a:pt x="3829811" y="1793973"/>
                  </a:lnTo>
                  <a:lnTo>
                    <a:pt x="3876631" y="1836515"/>
                  </a:lnTo>
                  <a:lnTo>
                    <a:pt x="3925884" y="1875066"/>
                  </a:lnTo>
                  <a:lnTo>
                    <a:pt x="3978299" y="1909799"/>
                  </a:lnTo>
                  <a:lnTo>
                    <a:pt x="4034671" y="1941026"/>
                  </a:lnTo>
                  <a:lnTo>
                    <a:pt x="4095817" y="1969107"/>
                  </a:lnTo>
                  <a:lnTo>
                    <a:pt x="4162517" y="1994403"/>
                  </a:lnTo>
                  <a:lnTo>
                    <a:pt x="4235448" y="2017239"/>
                  </a:lnTo>
                  <a:lnTo>
                    <a:pt x="4315085" y="2037891"/>
                  </a:lnTo>
                  <a:lnTo>
                    <a:pt x="4401574" y="2056576"/>
                  </a:lnTo>
                  <a:lnTo>
                    <a:pt x="4494572" y="2073445"/>
                  </a:lnTo>
                  <a:lnTo>
                    <a:pt x="4593066" y="2088584"/>
                  </a:lnTo>
                  <a:lnTo>
                    <a:pt x="4695216" y="2102023"/>
                  </a:lnTo>
                  <a:lnTo>
                    <a:pt x="4798263" y="2113745"/>
                  </a:lnTo>
                  <a:lnTo>
                    <a:pt x="4898605" y="2123711"/>
                  </a:lnTo>
                  <a:lnTo>
                    <a:pt x="4992081" y="2131891"/>
                  </a:lnTo>
                  <a:lnTo>
                    <a:pt x="5074507" y="2138298"/>
                  </a:lnTo>
                  <a:lnTo>
                    <a:pt x="5142369" y="2143015"/>
                  </a:lnTo>
                  <a:lnTo>
                    <a:pt x="5193520" y="2146213"/>
                  </a:lnTo>
                  <a:lnTo>
                    <a:pt x="5227680" y="2148142"/>
                  </a:lnTo>
                  <a:lnTo>
                    <a:pt x="5246600" y="2149112"/>
                  </a:lnTo>
                  <a:lnTo>
                    <a:pt x="5253930" y="2149454"/>
                  </a:lnTo>
                  <a:lnTo>
                    <a:pt x="5254955" y="2149498"/>
                  </a:lnTo>
                  <a:lnTo>
                    <a:pt x="6726343" y="2149498"/>
                  </a:lnTo>
                  <a:lnTo>
                    <a:pt x="6727557" y="2149464"/>
                  </a:lnTo>
                  <a:lnTo>
                    <a:pt x="6735532" y="2149223"/>
                  </a:lnTo>
                  <a:lnTo>
                    <a:pt x="6755595" y="2148557"/>
                  </a:lnTo>
                  <a:lnTo>
                    <a:pt x="6791363" y="2147246"/>
                  </a:lnTo>
                  <a:lnTo>
                    <a:pt x="6844475" y="2145089"/>
                  </a:lnTo>
                  <a:lnTo>
                    <a:pt x="6914463" y="2141925"/>
                  </a:lnTo>
                  <a:lnTo>
                    <a:pt x="6998962" y="2137646"/>
                  </a:lnTo>
                  <a:lnTo>
                    <a:pt x="7094259" y="2132202"/>
                  </a:lnTo>
                  <a:lnTo>
                    <a:pt x="7196030" y="2125590"/>
                  </a:lnTo>
                  <a:lnTo>
                    <a:pt x="7300050" y="2117831"/>
                  </a:lnTo>
                  <a:lnTo>
                    <a:pt x="7402723" y="2108951"/>
                  </a:lnTo>
                  <a:lnTo>
                    <a:pt x="7501351" y="2098955"/>
                  </a:lnTo>
                  <a:lnTo>
                    <a:pt x="7594178" y="2087821"/>
                  </a:lnTo>
                  <a:lnTo>
                    <a:pt x="7680285" y="2075484"/>
                  </a:lnTo>
                  <a:lnTo>
                    <a:pt x="7759414" y="2061837"/>
                  </a:lnTo>
                  <a:lnTo>
                    <a:pt x="7831786" y="2046730"/>
                  </a:lnTo>
                  <a:lnTo>
                    <a:pt x="7897936" y="2029974"/>
                  </a:lnTo>
                  <a:lnTo>
                    <a:pt x="7958583" y="2011348"/>
                  </a:lnTo>
                  <a:lnTo>
                    <a:pt x="8014544" y="1990613"/>
                  </a:lnTo>
                  <a:lnTo>
                    <a:pt x="8066654" y="1967532"/>
                  </a:lnTo>
                  <a:lnTo>
                    <a:pt x="8115720" y="1941916"/>
                  </a:lnTo>
                  <a:lnTo>
                    <a:pt x="8151487" y="1920654"/>
                  </a:lnTo>
                  <a:lnTo>
                    <a:pt x="8199147" y="1888820"/>
                  </a:lnTo>
                  <a:lnTo>
                    <a:pt x="8245391" y="1854023"/>
                  </a:lnTo>
                  <a:lnTo>
                    <a:pt x="8290709" y="1816212"/>
                  </a:lnTo>
                  <a:lnTo>
                    <a:pt x="8335468" y="1775417"/>
                  </a:lnTo>
                  <a:lnTo>
                    <a:pt x="8379939" y="1731762"/>
                  </a:lnTo>
                  <a:lnTo>
                    <a:pt x="8424309" y="1685471"/>
                  </a:lnTo>
                  <a:lnTo>
                    <a:pt x="8468694" y="1636865"/>
                  </a:lnTo>
                  <a:lnTo>
                    <a:pt x="8513151" y="1586365"/>
                  </a:lnTo>
                  <a:lnTo>
                    <a:pt x="8557692" y="1534474"/>
                  </a:lnTo>
                  <a:lnTo>
                    <a:pt x="8602294" y="1481757"/>
                  </a:lnTo>
                  <a:lnTo>
                    <a:pt x="8646912" y="1428821"/>
                  </a:lnTo>
                  <a:lnTo>
                    <a:pt x="8691500" y="1376282"/>
                  </a:lnTo>
                  <a:lnTo>
                    <a:pt x="8736018" y="1324738"/>
                  </a:lnTo>
                  <a:lnTo>
                    <a:pt x="8780452" y="1274740"/>
                  </a:lnTo>
                  <a:lnTo>
                    <a:pt x="8824824" y="1226767"/>
                  </a:lnTo>
                  <a:lnTo>
                    <a:pt x="8869208" y="1181212"/>
                  </a:lnTo>
                  <a:lnTo>
                    <a:pt x="8913740" y="1138369"/>
                  </a:lnTo>
                  <a:lnTo>
                    <a:pt x="8958629" y="1098432"/>
                  </a:lnTo>
                  <a:lnTo>
                    <a:pt x="9004173" y="1061497"/>
                  </a:lnTo>
                  <a:lnTo>
                    <a:pt x="9050772" y="1027569"/>
                  </a:lnTo>
                  <a:lnTo>
                    <a:pt x="9084767" y="1005278"/>
                  </a:lnTo>
                  <a:lnTo>
                    <a:pt x="9132007" y="977666"/>
                  </a:lnTo>
                  <a:lnTo>
                    <a:pt x="9181730" y="952668"/>
                  </a:lnTo>
                  <a:lnTo>
                    <a:pt x="9234683" y="930167"/>
                  </a:lnTo>
                  <a:lnTo>
                    <a:pt x="9291686" y="909957"/>
                  </a:lnTo>
                  <a:lnTo>
                    <a:pt x="9353575" y="891798"/>
                  </a:lnTo>
                  <a:lnTo>
                    <a:pt x="9421149" y="875455"/>
                  </a:lnTo>
                  <a:lnTo>
                    <a:pt x="9495095" y="860712"/>
                  </a:lnTo>
                  <a:lnTo>
                    <a:pt x="9575884" y="847390"/>
                  </a:lnTo>
                  <a:lnTo>
                    <a:pt x="9663640" y="835348"/>
                  </a:lnTo>
                  <a:lnTo>
                    <a:pt x="9757964" y="824490"/>
                  </a:lnTo>
                  <a:lnTo>
                    <a:pt x="9857751" y="814761"/>
                  </a:lnTo>
                  <a:lnTo>
                    <a:pt x="9961026" y="806147"/>
                  </a:lnTo>
                  <a:lnTo>
                    <a:pt x="10064866" y="798659"/>
                  </a:lnTo>
                  <a:lnTo>
                    <a:pt x="10165490" y="792325"/>
                  </a:lnTo>
                  <a:lnTo>
                    <a:pt x="10258593" y="787161"/>
                  </a:lnTo>
                  <a:lnTo>
                    <a:pt x="10339927" y="783154"/>
                  </a:lnTo>
                  <a:lnTo>
                    <a:pt x="10406037" y="780242"/>
                  </a:lnTo>
                  <a:lnTo>
                    <a:pt x="10454975" y="778303"/>
                  </a:lnTo>
                  <a:lnTo>
                    <a:pt x="10486768" y="777166"/>
                  </a:lnTo>
                  <a:lnTo>
                    <a:pt x="10503549" y="776621"/>
                  </a:lnTo>
                  <a:lnTo>
                    <a:pt x="10509367" y="776449"/>
                  </a:lnTo>
                  <a:lnTo>
                    <a:pt x="10509911" y="776434"/>
                  </a:lnTo>
                  <a:lnTo>
                    <a:pt x="11981298" y="776434"/>
                  </a:lnTo>
                  <a:lnTo>
                    <a:pt x="11981298" y="760088"/>
                  </a:lnTo>
                  <a:lnTo>
                    <a:pt x="10509911" y="760088"/>
                  </a:lnTo>
                  <a:lnTo>
                    <a:pt x="10508696" y="760122"/>
                  </a:lnTo>
                  <a:lnTo>
                    <a:pt x="10500721" y="760363"/>
                  </a:lnTo>
                  <a:lnTo>
                    <a:pt x="10480659" y="761029"/>
                  </a:lnTo>
                  <a:lnTo>
                    <a:pt x="10444890" y="762340"/>
                  </a:lnTo>
                  <a:lnTo>
                    <a:pt x="10391778" y="764497"/>
                  </a:lnTo>
                  <a:lnTo>
                    <a:pt x="10321791" y="767662"/>
                  </a:lnTo>
                  <a:lnTo>
                    <a:pt x="10237292" y="771941"/>
                  </a:lnTo>
                  <a:lnTo>
                    <a:pt x="10141994" y="777384"/>
                  </a:lnTo>
                  <a:lnTo>
                    <a:pt x="10040223" y="783996"/>
                  </a:lnTo>
                  <a:lnTo>
                    <a:pt x="9936204" y="791755"/>
                  </a:lnTo>
                  <a:lnTo>
                    <a:pt x="9833531" y="800636"/>
                  </a:lnTo>
                  <a:lnTo>
                    <a:pt x="9734903" y="810631"/>
                  </a:lnTo>
                  <a:lnTo>
                    <a:pt x="9642076" y="821765"/>
                  </a:lnTo>
                  <a:lnTo>
                    <a:pt x="9555969" y="834102"/>
                  </a:lnTo>
                  <a:lnTo>
                    <a:pt x="9476839" y="847749"/>
                  </a:lnTo>
                  <a:lnTo>
                    <a:pt x="9404467" y="862856"/>
                  </a:lnTo>
                  <a:lnTo>
                    <a:pt x="9338318" y="879612"/>
                  </a:lnTo>
                  <a:lnTo>
                    <a:pt x="9277670" y="898238"/>
                  </a:lnTo>
                  <a:lnTo>
                    <a:pt x="9221710" y="918974"/>
                  </a:lnTo>
                  <a:lnTo>
                    <a:pt x="9169600" y="942054"/>
                  </a:lnTo>
                  <a:lnTo>
                    <a:pt x="9120534" y="967671"/>
                  </a:lnTo>
                  <a:lnTo>
                    <a:pt x="9084767" y="988932"/>
                  </a:lnTo>
                  <a:lnTo>
                    <a:pt x="9037106" y="1020766"/>
                  </a:lnTo>
                  <a:lnTo>
                    <a:pt x="8990862" y="1055563"/>
                  </a:lnTo>
                  <a:lnTo>
                    <a:pt x="8945544" y="1093374"/>
                  </a:lnTo>
                  <a:lnTo>
                    <a:pt x="8900785" y="1134169"/>
                  </a:lnTo>
                  <a:lnTo>
                    <a:pt x="8856314" y="1177824"/>
                  </a:lnTo>
                  <a:lnTo>
                    <a:pt x="8811944" y="1224116"/>
                  </a:lnTo>
                  <a:lnTo>
                    <a:pt x="8767560" y="1272721"/>
                  </a:lnTo>
                  <a:lnTo>
                    <a:pt x="8723102" y="1323221"/>
                  </a:lnTo>
                  <a:lnTo>
                    <a:pt x="8678561" y="1375113"/>
                  </a:lnTo>
                  <a:lnTo>
                    <a:pt x="8633960" y="1427830"/>
                  </a:lnTo>
                  <a:lnTo>
                    <a:pt x="8589341" y="1480766"/>
                  </a:lnTo>
                  <a:lnTo>
                    <a:pt x="8544753" y="1533304"/>
                  </a:lnTo>
                  <a:lnTo>
                    <a:pt x="8500235" y="1584848"/>
                  </a:lnTo>
                  <a:lnTo>
                    <a:pt x="8455802" y="1634846"/>
                  </a:lnTo>
                  <a:lnTo>
                    <a:pt x="8411430" y="1682819"/>
                  </a:lnTo>
                  <a:lnTo>
                    <a:pt x="8367046" y="1728374"/>
                  </a:lnTo>
                  <a:lnTo>
                    <a:pt x="8322514" y="1771217"/>
                  </a:lnTo>
                  <a:lnTo>
                    <a:pt x="8277624" y="1811154"/>
                  </a:lnTo>
                  <a:lnTo>
                    <a:pt x="8232080" y="1848090"/>
                  </a:lnTo>
                  <a:lnTo>
                    <a:pt x="8185481" y="1882018"/>
                  </a:lnTo>
                  <a:lnTo>
                    <a:pt x="8151487" y="1904308"/>
                  </a:lnTo>
                  <a:lnTo>
                    <a:pt x="8104246" y="1931920"/>
                  </a:lnTo>
                  <a:lnTo>
                    <a:pt x="8054524" y="1956919"/>
                  </a:lnTo>
                  <a:lnTo>
                    <a:pt x="8001570" y="1979420"/>
                  </a:lnTo>
                  <a:lnTo>
                    <a:pt x="7944567" y="1999630"/>
                  </a:lnTo>
                  <a:lnTo>
                    <a:pt x="7882678" y="2017788"/>
                  </a:lnTo>
                  <a:lnTo>
                    <a:pt x="7815104" y="2034132"/>
                  </a:lnTo>
                  <a:lnTo>
                    <a:pt x="7741159" y="2048874"/>
                  </a:lnTo>
                  <a:lnTo>
                    <a:pt x="7660369" y="2062197"/>
                  </a:lnTo>
                  <a:lnTo>
                    <a:pt x="7572613" y="2074239"/>
                  </a:lnTo>
                  <a:lnTo>
                    <a:pt x="7478290" y="2085097"/>
                  </a:lnTo>
                  <a:lnTo>
                    <a:pt x="7378502" y="2094825"/>
                  </a:lnTo>
                  <a:lnTo>
                    <a:pt x="7275227" y="2103440"/>
                  </a:lnTo>
                  <a:lnTo>
                    <a:pt x="7171387" y="2110927"/>
                  </a:lnTo>
                  <a:lnTo>
                    <a:pt x="7070763" y="2117262"/>
                  </a:lnTo>
                  <a:lnTo>
                    <a:pt x="6977660" y="2122426"/>
                  </a:lnTo>
                  <a:lnTo>
                    <a:pt x="6896326" y="2126432"/>
                  </a:lnTo>
                  <a:lnTo>
                    <a:pt x="6830216" y="2129344"/>
                  </a:lnTo>
                  <a:lnTo>
                    <a:pt x="6781278" y="2131283"/>
                  </a:lnTo>
                  <a:lnTo>
                    <a:pt x="6749485" y="2132421"/>
                  </a:lnTo>
                  <a:lnTo>
                    <a:pt x="6732704" y="2132965"/>
                  </a:lnTo>
                  <a:lnTo>
                    <a:pt x="6726886" y="2133137"/>
                  </a:lnTo>
                  <a:lnTo>
                    <a:pt x="6726343" y="2133152"/>
                  </a:lnTo>
                  <a:lnTo>
                    <a:pt x="5254955" y="2133152"/>
                  </a:lnTo>
                  <a:lnTo>
                    <a:pt x="5253771" y="2133101"/>
                  </a:lnTo>
                  <a:lnTo>
                    <a:pt x="5245994" y="2132736"/>
                  </a:lnTo>
                  <a:lnTo>
                    <a:pt x="5226414" y="2131729"/>
                  </a:lnTo>
                  <a:lnTo>
                    <a:pt x="5191465" y="2129745"/>
                  </a:lnTo>
                  <a:lnTo>
                    <a:pt x="5139492" y="2126479"/>
                  </a:lnTo>
                  <a:lnTo>
                    <a:pt x="5070871" y="2121685"/>
                  </a:lnTo>
                  <a:lnTo>
                    <a:pt x="4987827" y="2115194"/>
                  </a:lnTo>
                  <a:lnTo>
                    <a:pt x="4893925" y="2106928"/>
                  </a:lnTo>
                  <a:lnTo>
                    <a:pt x="4793361" y="2096877"/>
                  </a:lnTo>
                  <a:lnTo>
                    <a:pt x="4690281" y="2085073"/>
                  </a:lnTo>
                  <a:lnTo>
                    <a:pt x="4588251" y="2071553"/>
                  </a:lnTo>
                  <a:lnTo>
                    <a:pt x="4489985" y="2056331"/>
                  </a:lnTo>
                  <a:lnTo>
                    <a:pt x="4397282" y="2039378"/>
                  </a:lnTo>
                  <a:lnTo>
                    <a:pt x="4311117" y="2020603"/>
                  </a:lnTo>
                  <a:lnTo>
                    <a:pt x="4231808" y="1999852"/>
                  </a:lnTo>
                  <a:lnTo>
                    <a:pt x="4159188" y="1976905"/>
                  </a:lnTo>
                  <a:lnTo>
                    <a:pt x="4092770" y="1951484"/>
                  </a:lnTo>
                  <a:lnTo>
                    <a:pt x="4031871" y="1923260"/>
                  </a:lnTo>
                  <a:lnTo>
                    <a:pt x="3975707" y="1891873"/>
                  </a:lnTo>
                  <a:lnTo>
                    <a:pt x="3923461" y="1856964"/>
                  </a:lnTo>
                  <a:lnTo>
                    <a:pt x="3874340" y="1818224"/>
                  </a:lnTo>
                  <a:lnTo>
                    <a:pt x="3829811" y="1777627"/>
                  </a:lnTo>
                  <a:lnTo>
                    <a:pt x="3787942" y="1734517"/>
                  </a:lnTo>
                  <a:lnTo>
                    <a:pt x="3747211" y="1687881"/>
                  </a:lnTo>
                  <a:lnTo>
                    <a:pt x="3707275" y="1637651"/>
                  </a:lnTo>
                  <a:lnTo>
                    <a:pt x="3667862" y="1583830"/>
                  </a:lnTo>
                  <a:lnTo>
                    <a:pt x="3628762" y="1526506"/>
                  </a:lnTo>
                  <a:lnTo>
                    <a:pt x="3589821" y="1465852"/>
                  </a:lnTo>
                  <a:lnTo>
                    <a:pt x="3550929" y="1402137"/>
                  </a:lnTo>
                  <a:lnTo>
                    <a:pt x="3512016" y="1335719"/>
                  </a:lnTo>
                  <a:lnTo>
                    <a:pt x="3473045" y="1267044"/>
                  </a:lnTo>
                  <a:lnTo>
                    <a:pt x="3434010" y="1196635"/>
                  </a:lnTo>
                  <a:lnTo>
                    <a:pt x="3394922" y="1125077"/>
                  </a:lnTo>
                  <a:lnTo>
                    <a:pt x="3355807" y="1052996"/>
                  </a:lnTo>
                  <a:lnTo>
                    <a:pt x="3316699" y="981036"/>
                  </a:lnTo>
                  <a:lnTo>
                    <a:pt x="3277628" y="909839"/>
                  </a:lnTo>
                  <a:lnTo>
                    <a:pt x="3238616" y="840018"/>
                  </a:lnTo>
                  <a:lnTo>
                    <a:pt x="3199670" y="772135"/>
                  </a:lnTo>
                  <a:lnTo>
                    <a:pt x="3160770" y="706687"/>
                  </a:lnTo>
                  <a:lnTo>
                    <a:pt x="3121870" y="644087"/>
                  </a:lnTo>
                  <a:lnTo>
                    <a:pt x="3082884" y="584660"/>
                  </a:lnTo>
                  <a:lnTo>
                    <a:pt x="3043688" y="528639"/>
                  </a:lnTo>
                  <a:lnTo>
                    <a:pt x="3004105" y="476165"/>
                  </a:lnTo>
                  <a:lnTo>
                    <a:pt x="2963905" y="427292"/>
                  </a:lnTo>
                  <a:lnTo>
                    <a:pt x="2922791" y="381996"/>
                  </a:lnTo>
                  <a:lnTo>
                    <a:pt x="2896531" y="355525"/>
                  </a:lnTo>
                  <a:lnTo>
                    <a:pt x="2849711" y="312983"/>
                  </a:lnTo>
                  <a:lnTo>
                    <a:pt x="2800458" y="274432"/>
                  </a:lnTo>
                  <a:lnTo>
                    <a:pt x="2748043" y="239698"/>
                  </a:lnTo>
                  <a:lnTo>
                    <a:pt x="2691671" y="208472"/>
                  </a:lnTo>
                  <a:lnTo>
                    <a:pt x="2630525" y="180390"/>
                  </a:lnTo>
                  <a:lnTo>
                    <a:pt x="2563825" y="155095"/>
                  </a:lnTo>
                  <a:lnTo>
                    <a:pt x="2490894" y="132259"/>
                  </a:lnTo>
                  <a:lnTo>
                    <a:pt x="2411257" y="111606"/>
                  </a:lnTo>
                  <a:lnTo>
                    <a:pt x="2324768" y="92921"/>
                  </a:lnTo>
                  <a:lnTo>
                    <a:pt x="2231770" y="76053"/>
                  </a:lnTo>
                  <a:lnTo>
                    <a:pt x="2133276" y="60913"/>
                  </a:lnTo>
                  <a:lnTo>
                    <a:pt x="2031127" y="47474"/>
                  </a:lnTo>
                  <a:lnTo>
                    <a:pt x="1928079" y="35753"/>
                  </a:lnTo>
                  <a:lnTo>
                    <a:pt x="1827737" y="25787"/>
                  </a:lnTo>
                  <a:lnTo>
                    <a:pt x="1734261" y="17607"/>
                  </a:lnTo>
                  <a:lnTo>
                    <a:pt x="1651835" y="11200"/>
                  </a:lnTo>
                  <a:lnTo>
                    <a:pt x="1583973" y="6483"/>
                  </a:lnTo>
                  <a:lnTo>
                    <a:pt x="1532822" y="3285"/>
                  </a:lnTo>
                  <a:lnTo>
                    <a:pt x="1498662" y="1355"/>
                  </a:lnTo>
                  <a:lnTo>
                    <a:pt x="1479742" y="386"/>
                  </a:lnTo>
                  <a:lnTo>
                    <a:pt x="1472412" y="44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396" name="pl396"/>
            <p:cNvSpPr/>
            <p:nvPr/>
          </p:nvSpPr>
          <p:spPr>
            <a:xfrm>
              <a:off x="4799595" y="4701888"/>
              <a:ext cx="11981298" cy="2133152"/>
            </a:xfrm>
            <a:custGeom>
              <a:avLst/>
              <a:pathLst>
                <a:path w="11981298" h="2133152">
                  <a:moveTo>
                    <a:pt x="0" y="0"/>
                  </a:moveTo>
                  <a:lnTo>
                    <a:pt x="1471387" y="0"/>
                  </a:lnTo>
                  <a:lnTo>
                    <a:pt x="1472571" y="51"/>
                  </a:lnTo>
                  <a:lnTo>
                    <a:pt x="1480348" y="415"/>
                  </a:lnTo>
                  <a:lnTo>
                    <a:pt x="1499928" y="1423"/>
                  </a:lnTo>
                  <a:lnTo>
                    <a:pt x="1534877" y="3407"/>
                  </a:lnTo>
                  <a:lnTo>
                    <a:pt x="1586851" y="6672"/>
                  </a:lnTo>
                  <a:lnTo>
                    <a:pt x="1655472" y="11467"/>
                  </a:lnTo>
                  <a:lnTo>
                    <a:pt x="1738515" y="17957"/>
                  </a:lnTo>
                  <a:lnTo>
                    <a:pt x="1832418" y="26223"/>
                  </a:lnTo>
                  <a:lnTo>
                    <a:pt x="1932981" y="36274"/>
                  </a:lnTo>
                  <a:lnTo>
                    <a:pt x="2036061" y="48079"/>
                  </a:lnTo>
                  <a:lnTo>
                    <a:pt x="2138091" y="61599"/>
                  </a:lnTo>
                  <a:lnTo>
                    <a:pt x="2236357" y="76820"/>
                  </a:lnTo>
                  <a:lnTo>
                    <a:pt x="2329060" y="93773"/>
                  </a:lnTo>
                  <a:lnTo>
                    <a:pt x="2415225" y="112548"/>
                  </a:lnTo>
                  <a:lnTo>
                    <a:pt x="2494534" y="133300"/>
                  </a:lnTo>
                  <a:lnTo>
                    <a:pt x="2567154" y="156247"/>
                  </a:lnTo>
                  <a:lnTo>
                    <a:pt x="2633572" y="181668"/>
                  </a:lnTo>
                  <a:lnTo>
                    <a:pt x="2694471" y="209892"/>
                  </a:lnTo>
                  <a:lnTo>
                    <a:pt x="2750635" y="241278"/>
                  </a:lnTo>
                  <a:lnTo>
                    <a:pt x="2802881" y="276188"/>
                  </a:lnTo>
                  <a:lnTo>
                    <a:pt x="2852002" y="314927"/>
                  </a:lnTo>
                  <a:lnTo>
                    <a:pt x="2896531" y="355525"/>
                  </a:lnTo>
                  <a:lnTo>
                    <a:pt x="2938401" y="398635"/>
                  </a:lnTo>
                  <a:lnTo>
                    <a:pt x="2979131" y="445271"/>
                  </a:lnTo>
                  <a:lnTo>
                    <a:pt x="3019067" y="495501"/>
                  </a:lnTo>
                  <a:lnTo>
                    <a:pt x="3058480" y="549321"/>
                  </a:lnTo>
                  <a:lnTo>
                    <a:pt x="3097580" y="606646"/>
                  </a:lnTo>
                  <a:lnTo>
                    <a:pt x="3136521" y="667299"/>
                  </a:lnTo>
                  <a:lnTo>
                    <a:pt x="3175413" y="731015"/>
                  </a:lnTo>
                  <a:lnTo>
                    <a:pt x="3214327" y="797433"/>
                  </a:lnTo>
                  <a:lnTo>
                    <a:pt x="3253297" y="866108"/>
                  </a:lnTo>
                  <a:lnTo>
                    <a:pt x="3292332" y="936516"/>
                  </a:lnTo>
                  <a:lnTo>
                    <a:pt x="3331420" y="1008074"/>
                  </a:lnTo>
                  <a:lnTo>
                    <a:pt x="3370535" y="1080156"/>
                  </a:lnTo>
                  <a:lnTo>
                    <a:pt x="3409643" y="1152116"/>
                  </a:lnTo>
                  <a:lnTo>
                    <a:pt x="3448714" y="1223312"/>
                  </a:lnTo>
                  <a:lnTo>
                    <a:pt x="3487726" y="1293134"/>
                  </a:lnTo>
                  <a:lnTo>
                    <a:pt x="3526672" y="1361016"/>
                  </a:lnTo>
                  <a:lnTo>
                    <a:pt x="3565572" y="1426465"/>
                  </a:lnTo>
                  <a:lnTo>
                    <a:pt x="3604472" y="1489065"/>
                  </a:lnTo>
                  <a:lnTo>
                    <a:pt x="3643458" y="1548491"/>
                  </a:lnTo>
                  <a:lnTo>
                    <a:pt x="3682654" y="1604512"/>
                  </a:lnTo>
                  <a:lnTo>
                    <a:pt x="3722237" y="1656986"/>
                  </a:lnTo>
                  <a:lnTo>
                    <a:pt x="3762437" y="1705859"/>
                  </a:lnTo>
                  <a:lnTo>
                    <a:pt x="3803551" y="1751156"/>
                  </a:lnTo>
                  <a:lnTo>
                    <a:pt x="3829811" y="1777627"/>
                  </a:lnTo>
                  <a:lnTo>
                    <a:pt x="3876631" y="1820169"/>
                  </a:lnTo>
                  <a:lnTo>
                    <a:pt x="3925884" y="1858720"/>
                  </a:lnTo>
                  <a:lnTo>
                    <a:pt x="3978299" y="1893453"/>
                  </a:lnTo>
                  <a:lnTo>
                    <a:pt x="4034671" y="1924680"/>
                  </a:lnTo>
                  <a:lnTo>
                    <a:pt x="4095817" y="1952761"/>
                  </a:lnTo>
                  <a:lnTo>
                    <a:pt x="4162517" y="1978057"/>
                  </a:lnTo>
                  <a:lnTo>
                    <a:pt x="4235448" y="2000893"/>
                  </a:lnTo>
                  <a:lnTo>
                    <a:pt x="4315085" y="2021545"/>
                  </a:lnTo>
                  <a:lnTo>
                    <a:pt x="4401574" y="2040230"/>
                  </a:lnTo>
                  <a:lnTo>
                    <a:pt x="4494572" y="2057099"/>
                  </a:lnTo>
                  <a:lnTo>
                    <a:pt x="4593066" y="2072238"/>
                  </a:lnTo>
                  <a:lnTo>
                    <a:pt x="4695216" y="2085677"/>
                  </a:lnTo>
                  <a:lnTo>
                    <a:pt x="4798263" y="2097399"/>
                  </a:lnTo>
                  <a:lnTo>
                    <a:pt x="4898605" y="2107365"/>
                  </a:lnTo>
                  <a:lnTo>
                    <a:pt x="4992081" y="2115545"/>
                  </a:lnTo>
                  <a:lnTo>
                    <a:pt x="5074507" y="2121952"/>
                  </a:lnTo>
                  <a:lnTo>
                    <a:pt x="5142369" y="2126669"/>
                  </a:lnTo>
                  <a:lnTo>
                    <a:pt x="5193520" y="2129867"/>
                  </a:lnTo>
                  <a:lnTo>
                    <a:pt x="5227680" y="2131796"/>
                  </a:lnTo>
                  <a:lnTo>
                    <a:pt x="5246600" y="2132766"/>
                  </a:lnTo>
                  <a:lnTo>
                    <a:pt x="5253930" y="2133108"/>
                  </a:lnTo>
                  <a:lnTo>
                    <a:pt x="5254955" y="2133152"/>
                  </a:lnTo>
                  <a:lnTo>
                    <a:pt x="6726343" y="2133152"/>
                  </a:lnTo>
                  <a:lnTo>
                    <a:pt x="6727557" y="2133118"/>
                  </a:lnTo>
                  <a:lnTo>
                    <a:pt x="6735532" y="2132877"/>
                  </a:lnTo>
                  <a:lnTo>
                    <a:pt x="6755595" y="2132211"/>
                  </a:lnTo>
                  <a:lnTo>
                    <a:pt x="6791363" y="2130900"/>
                  </a:lnTo>
                  <a:lnTo>
                    <a:pt x="6844475" y="2128743"/>
                  </a:lnTo>
                  <a:lnTo>
                    <a:pt x="6914463" y="2125579"/>
                  </a:lnTo>
                  <a:lnTo>
                    <a:pt x="6998962" y="2121300"/>
                  </a:lnTo>
                  <a:lnTo>
                    <a:pt x="7094259" y="2115856"/>
                  </a:lnTo>
                  <a:lnTo>
                    <a:pt x="7196030" y="2109244"/>
                  </a:lnTo>
                  <a:lnTo>
                    <a:pt x="7300050" y="2101485"/>
                  </a:lnTo>
                  <a:lnTo>
                    <a:pt x="7402723" y="2092605"/>
                  </a:lnTo>
                  <a:lnTo>
                    <a:pt x="7501351" y="2082609"/>
                  </a:lnTo>
                  <a:lnTo>
                    <a:pt x="7594178" y="2071475"/>
                  </a:lnTo>
                  <a:lnTo>
                    <a:pt x="7680285" y="2059138"/>
                  </a:lnTo>
                  <a:lnTo>
                    <a:pt x="7759414" y="2045491"/>
                  </a:lnTo>
                  <a:lnTo>
                    <a:pt x="7831786" y="2030384"/>
                  </a:lnTo>
                  <a:lnTo>
                    <a:pt x="7897936" y="2013628"/>
                  </a:lnTo>
                  <a:lnTo>
                    <a:pt x="7958583" y="1995002"/>
                  </a:lnTo>
                  <a:lnTo>
                    <a:pt x="8014544" y="1974267"/>
                  </a:lnTo>
                  <a:lnTo>
                    <a:pt x="8066654" y="1951186"/>
                  </a:lnTo>
                  <a:lnTo>
                    <a:pt x="8115720" y="1925570"/>
                  </a:lnTo>
                  <a:lnTo>
                    <a:pt x="8151487" y="1904308"/>
                  </a:lnTo>
                  <a:lnTo>
                    <a:pt x="8199147" y="1872474"/>
                  </a:lnTo>
                  <a:lnTo>
                    <a:pt x="8245391" y="1837677"/>
                  </a:lnTo>
                  <a:lnTo>
                    <a:pt x="8290709" y="1799866"/>
                  </a:lnTo>
                  <a:lnTo>
                    <a:pt x="8335468" y="1759071"/>
                  </a:lnTo>
                  <a:lnTo>
                    <a:pt x="8379939" y="1715416"/>
                  </a:lnTo>
                  <a:lnTo>
                    <a:pt x="8424309" y="1669125"/>
                  </a:lnTo>
                  <a:lnTo>
                    <a:pt x="8468694" y="1620519"/>
                  </a:lnTo>
                  <a:lnTo>
                    <a:pt x="8513151" y="1570019"/>
                  </a:lnTo>
                  <a:lnTo>
                    <a:pt x="8557692" y="1518128"/>
                  </a:lnTo>
                  <a:lnTo>
                    <a:pt x="8602294" y="1465411"/>
                  </a:lnTo>
                  <a:lnTo>
                    <a:pt x="8646912" y="1412475"/>
                  </a:lnTo>
                  <a:lnTo>
                    <a:pt x="8691500" y="1359936"/>
                  </a:lnTo>
                  <a:lnTo>
                    <a:pt x="8736018" y="1308392"/>
                  </a:lnTo>
                  <a:lnTo>
                    <a:pt x="8780452" y="1258394"/>
                  </a:lnTo>
                  <a:lnTo>
                    <a:pt x="8824824" y="1210421"/>
                  </a:lnTo>
                  <a:lnTo>
                    <a:pt x="8869208" y="1164866"/>
                  </a:lnTo>
                  <a:lnTo>
                    <a:pt x="8913740" y="1122023"/>
                  </a:lnTo>
                  <a:lnTo>
                    <a:pt x="8958629" y="1082086"/>
                  </a:lnTo>
                  <a:lnTo>
                    <a:pt x="9004173" y="1045151"/>
                  </a:lnTo>
                  <a:lnTo>
                    <a:pt x="9050772" y="1011223"/>
                  </a:lnTo>
                  <a:lnTo>
                    <a:pt x="9084767" y="988932"/>
                  </a:lnTo>
                  <a:lnTo>
                    <a:pt x="9132007" y="961320"/>
                  </a:lnTo>
                  <a:lnTo>
                    <a:pt x="9181730" y="936322"/>
                  </a:lnTo>
                  <a:lnTo>
                    <a:pt x="9234683" y="913821"/>
                  </a:lnTo>
                  <a:lnTo>
                    <a:pt x="9291686" y="893611"/>
                  </a:lnTo>
                  <a:lnTo>
                    <a:pt x="9353575" y="875452"/>
                  </a:lnTo>
                  <a:lnTo>
                    <a:pt x="9421149" y="859109"/>
                  </a:lnTo>
                  <a:lnTo>
                    <a:pt x="9495095" y="844366"/>
                  </a:lnTo>
                  <a:lnTo>
                    <a:pt x="9575884" y="831044"/>
                  </a:lnTo>
                  <a:lnTo>
                    <a:pt x="9663640" y="819002"/>
                  </a:lnTo>
                  <a:lnTo>
                    <a:pt x="9757964" y="808144"/>
                  </a:lnTo>
                  <a:lnTo>
                    <a:pt x="9857751" y="798415"/>
                  </a:lnTo>
                  <a:lnTo>
                    <a:pt x="9961026" y="789801"/>
                  </a:lnTo>
                  <a:lnTo>
                    <a:pt x="10064866" y="782313"/>
                  </a:lnTo>
                  <a:lnTo>
                    <a:pt x="10165490" y="775979"/>
                  </a:lnTo>
                  <a:lnTo>
                    <a:pt x="10258593" y="770815"/>
                  </a:lnTo>
                  <a:lnTo>
                    <a:pt x="10339927" y="766808"/>
                  </a:lnTo>
                  <a:lnTo>
                    <a:pt x="10406037" y="763896"/>
                  </a:lnTo>
                  <a:lnTo>
                    <a:pt x="10454975" y="761957"/>
                  </a:lnTo>
                  <a:lnTo>
                    <a:pt x="10486768" y="760820"/>
                  </a:lnTo>
                  <a:lnTo>
                    <a:pt x="10503549" y="760275"/>
                  </a:lnTo>
                  <a:lnTo>
                    <a:pt x="10509367" y="760103"/>
                  </a:lnTo>
                  <a:lnTo>
                    <a:pt x="10509911" y="760088"/>
                  </a:lnTo>
                  <a:lnTo>
                    <a:pt x="11981298" y="76008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97" name="pl397"/>
            <p:cNvSpPr/>
            <p:nvPr/>
          </p:nvSpPr>
          <p:spPr>
            <a:xfrm>
              <a:off x="4799595" y="4685542"/>
              <a:ext cx="11981298" cy="2133152"/>
            </a:xfrm>
            <a:custGeom>
              <a:avLst/>
              <a:pathLst>
                <a:path w="11981298" h="2133152">
                  <a:moveTo>
                    <a:pt x="11981298" y="760088"/>
                  </a:moveTo>
                  <a:lnTo>
                    <a:pt x="10509911" y="760088"/>
                  </a:lnTo>
                  <a:lnTo>
                    <a:pt x="10508696" y="760122"/>
                  </a:lnTo>
                  <a:lnTo>
                    <a:pt x="10500721" y="760363"/>
                  </a:lnTo>
                  <a:lnTo>
                    <a:pt x="10480659" y="761029"/>
                  </a:lnTo>
                  <a:lnTo>
                    <a:pt x="10444890" y="762340"/>
                  </a:lnTo>
                  <a:lnTo>
                    <a:pt x="10391778" y="764497"/>
                  </a:lnTo>
                  <a:lnTo>
                    <a:pt x="10321791" y="767662"/>
                  </a:lnTo>
                  <a:lnTo>
                    <a:pt x="10237292" y="771941"/>
                  </a:lnTo>
                  <a:lnTo>
                    <a:pt x="10141994" y="777384"/>
                  </a:lnTo>
                  <a:lnTo>
                    <a:pt x="10040223" y="783996"/>
                  </a:lnTo>
                  <a:lnTo>
                    <a:pt x="9936204" y="791755"/>
                  </a:lnTo>
                  <a:lnTo>
                    <a:pt x="9833531" y="800636"/>
                  </a:lnTo>
                  <a:lnTo>
                    <a:pt x="9734903" y="810631"/>
                  </a:lnTo>
                  <a:lnTo>
                    <a:pt x="9642076" y="821765"/>
                  </a:lnTo>
                  <a:lnTo>
                    <a:pt x="9555969" y="834102"/>
                  </a:lnTo>
                  <a:lnTo>
                    <a:pt x="9476839" y="847749"/>
                  </a:lnTo>
                  <a:lnTo>
                    <a:pt x="9404467" y="862856"/>
                  </a:lnTo>
                  <a:lnTo>
                    <a:pt x="9338318" y="879612"/>
                  </a:lnTo>
                  <a:lnTo>
                    <a:pt x="9277670" y="898238"/>
                  </a:lnTo>
                  <a:lnTo>
                    <a:pt x="9221710" y="918974"/>
                  </a:lnTo>
                  <a:lnTo>
                    <a:pt x="9169600" y="942054"/>
                  </a:lnTo>
                  <a:lnTo>
                    <a:pt x="9120534" y="967671"/>
                  </a:lnTo>
                  <a:lnTo>
                    <a:pt x="9084767" y="988932"/>
                  </a:lnTo>
                  <a:lnTo>
                    <a:pt x="9037106" y="1020766"/>
                  </a:lnTo>
                  <a:lnTo>
                    <a:pt x="8990862" y="1055563"/>
                  </a:lnTo>
                  <a:lnTo>
                    <a:pt x="8945544" y="1093374"/>
                  </a:lnTo>
                  <a:lnTo>
                    <a:pt x="8900785" y="1134169"/>
                  </a:lnTo>
                  <a:lnTo>
                    <a:pt x="8856314" y="1177824"/>
                  </a:lnTo>
                  <a:lnTo>
                    <a:pt x="8811944" y="1224116"/>
                  </a:lnTo>
                  <a:lnTo>
                    <a:pt x="8767560" y="1272721"/>
                  </a:lnTo>
                  <a:lnTo>
                    <a:pt x="8723102" y="1323221"/>
                  </a:lnTo>
                  <a:lnTo>
                    <a:pt x="8678561" y="1375113"/>
                  </a:lnTo>
                  <a:lnTo>
                    <a:pt x="8633960" y="1427830"/>
                  </a:lnTo>
                  <a:lnTo>
                    <a:pt x="8589341" y="1480766"/>
                  </a:lnTo>
                  <a:lnTo>
                    <a:pt x="8544753" y="1533304"/>
                  </a:lnTo>
                  <a:lnTo>
                    <a:pt x="8500235" y="1584848"/>
                  </a:lnTo>
                  <a:lnTo>
                    <a:pt x="8455802" y="1634846"/>
                  </a:lnTo>
                  <a:lnTo>
                    <a:pt x="8411430" y="1682819"/>
                  </a:lnTo>
                  <a:lnTo>
                    <a:pt x="8367046" y="1728374"/>
                  </a:lnTo>
                  <a:lnTo>
                    <a:pt x="8322514" y="1771217"/>
                  </a:lnTo>
                  <a:lnTo>
                    <a:pt x="8277624" y="1811154"/>
                  </a:lnTo>
                  <a:lnTo>
                    <a:pt x="8232080" y="1848090"/>
                  </a:lnTo>
                  <a:lnTo>
                    <a:pt x="8185481" y="1882018"/>
                  </a:lnTo>
                  <a:lnTo>
                    <a:pt x="8151487" y="1904308"/>
                  </a:lnTo>
                  <a:lnTo>
                    <a:pt x="8104246" y="1931920"/>
                  </a:lnTo>
                  <a:lnTo>
                    <a:pt x="8054524" y="1956919"/>
                  </a:lnTo>
                  <a:lnTo>
                    <a:pt x="8001570" y="1979420"/>
                  </a:lnTo>
                  <a:lnTo>
                    <a:pt x="7944567" y="1999630"/>
                  </a:lnTo>
                  <a:lnTo>
                    <a:pt x="7882678" y="2017788"/>
                  </a:lnTo>
                  <a:lnTo>
                    <a:pt x="7815104" y="2034132"/>
                  </a:lnTo>
                  <a:lnTo>
                    <a:pt x="7741159" y="2048874"/>
                  </a:lnTo>
                  <a:lnTo>
                    <a:pt x="7660369" y="2062197"/>
                  </a:lnTo>
                  <a:lnTo>
                    <a:pt x="7572613" y="2074239"/>
                  </a:lnTo>
                  <a:lnTo>
                    <a:pt x="7478290" y="2085097"/>
                  </a:lnTo>
                  <a:lnTo>
                    <a:pt x="7378502" y="2094825"/>
                  </a:lnTo>
                  <a:lnTo>
                    <a:pt x="7275227" y="2103440"/>
                  </a:lnTo>
                  <a:lnTo>
                    <a:pt x="7171387" y="2110927"/>
                  </a:lnTo>
                  <a:lnTo>
                    <a:pt x="7070763" y="2117262"/>
                  </a:lnTo>
                  <a:lnTo>
                    <a:pt x="6977660" y="2122426"/>
                  </a:lnTo>
                  <a:lnTo>
                    <a:pt x="6896326" y="2126432"/>
                  </a:lnTo>
                  <a:lnTo>
                    <a:pt x="6830216" y="2129344"/>
                  </a:lnTo>
                  <a:lnTo>
                    <a:pt x="6781278" y="2131283"/>
                  </a:lnTo>
                  <a:lnTo>
                    <a:pt x="6749485" y="2132421"/>
                  </a:lnTo>
                  <a:lnTo>
                    <a:pt x="6732704" y="2132965"/>
                  </a:lnTo>
                  <a:lnTo>
                    <a:pt x="6726886" y="2133137"/>
                  </a:lnTo>
                  <a:lnTo>
                    <a:pt x="6726343" y="2133152"/>
                  </a:lnTo>
                  <a:lnTo>
                    <a:pt x="5254955" y="2133152"/>
                  </a:lnTo>
                  <a:lnTo>
                    <a:pt x="5253771" y="2133101"/>
                  </a:lnTo>
                  <a:lnTo>
                    <a:pt x="5245994" y="2132736"/>
                  </a:lnTo>
                  <a:lnTo>
                    <a:pt x="5226414" y="2131729"/>
                  </a:lnTo>
                  <a:lnTo>
                    <a:pt x="5191465" y="2129745"/>
                  </a:lnTo>
                  <a:lnTo>
                    <a:pt x="5139492" y="2126479"/>
                  </a:lnTo>
                  <a:lnTo>
                    <a:pt x="5070871" y="2121685"/>
                  </a:lnTo>
                  <a:lnTo>
                    <a:pt x="4987827" y="2115194"/>
                  </a:lnTo>
                  <a:lnTo>
                    <a:pt x="4893925" y="2106928"/>
                  </a:lnTo>
                  <a:lnTo>
                    <a:pt x="4793361" y="2096877"/>
                  </a:lnTo>
                  <a:lnTo>
                    <a:pt x="4690281" y="2085073"/>
                  </a:lnTo>
                  <a:lnTo>
                    <a:pt x="4588251" y="2071553"/>
                  </a:lnTo>
                  <a:lnTo>
                    <a:pt x="4489985" y="2056331"/>
                  </a:lnTo>
                  <a:lnTo>
                    <a:pt x="4397282" y="2039378"/>
                  </a:lnTo>
                  <a:lnTo>
                    <a:pt x="4311117" y="2020603"/>
                  </a:lnTo>
                  <a:lnTo>
                    <a:pt x="4231808" y="1999852"/>
                  </a:lnTo>
                  <a:lnTo>
                    <a:pt x="4159188" y="1976905"/>
                  </a:lnTo>
                  <a:lnTo>
                    <a:pt x="4092770" y="1951484"/>
                  </a:lnTo>
                  <a:lnTo>
                    <a:pt x="4031871" y="1923260"/>
                  </a:lnTo>
                  <a:lnTo>
                    <a:pt x="3975707" y="1891873"/>
                  </a:lnTo>
                  <a:lnTo>
                    <a:pt x="3923461" y="1856964"/>
                  </a:lnTo>
                  <a:lnTo>
                    <a:pt x="3874340" y="1818224"/>
                  </a:lnTo>
                  <a:lnTo>
                    <a:pt x="3829811" y="1777627"/>
                  </a:lnTo>
                  <a:lnTo>
                    <a:pt x="3787942" y="1734517"/>
                  </a:lnTo>
                  <a:lnTo>
                    <a:pt x="3747211" y="1687881"/>
                  </a:lnTo>
                  <a:lnTo>
                    <a:pt x="3707275" y="1637651"/>
                  </a:lnTo>
                  <a:lnTo>
                    <a:pt x="3667862" y="1583830"/>
                  </a:lnTo>
                  <a:lnTo>
                    <a:pt x="3628762" y="1526506"/>
                  </a:lnTo>
                  <a:lnTo>
                    <a:pt x="3589821" y="1465852"/>
                  </a:lnTo>
                  <a:lnTo>
                    <a:pt x="3550929" y="1402137"/>
                  </a:lnTo>
                  <a:lnTo>
                    <a:pt x="3512016" y="1335719"/>
                  </a:lnTo>
                  <a:lnTo>
                    <a:pt x="3473045" y="1267044"/>
                  </a:lnTo>
                  <a:lnTo>
                    <a:pt x="3434010" y="1196635"/>
                  </a:lnTo>
                  <a:lnTo>
                    <a:pt x="3394922" y="1125077"/>
                  </a:lnTo>
                  <a:lnTo>
                    <a:pt x="3355807" y="1052996"/>
                  </a:lnTo>
                  <a:lnTo>
                    <a:pt x="3316699" y="981036"/>
                  </a:lnTo>
                  <a:lnTo>
                    <a:pt x="3277628" y="909839"/>
                  </a:lnTo>
                  <a:lnTo>
                    <a:pt x="3238616" y="840018"/>
                  </a:lnTo>
                  <a:lnTo>
                    <a:pt x="3199670" y="772135"/>
                  </a:lnTo>
                  <a:lnTo>
                    <a:pt x="3160770" y="706687"/>
                  </a:lnTo>
                  <a:lnTo>
                    <a:pt x="3121870" y="644087"/>
                  </a:lnTo>
                  <a:lnTo>
                    <a:pt x="3082884" y="584660"/>
                  </a:lnTo>
                  <a:lnTo>
                    <a:pt x="3043688" y="528639"/>
                  </a:lnTo>
                  <a:lnTo>
                    <a:pt x="3004105" y="476165"/>
                  </a:lnTo>
                  <a:lnTo>
                    <a:pt x="2963905" y="427292"/>
                  </a:lnTo>
                  <a:lnTo>
                    <a:pt x="2922791" y="381996"/>
                  </a:lnTo>
                  <a:lnTo>
                    <a:pt x="2896531" y="355525"/>
                  </a:lnTo>
                  <a:lnTo>
                    <a:pt x="2849711" y="312983"/>
                  </a:lnTo>
                  <a:lnTo>
                    <a:pt x="2800458" y="274432"/>
                  </a:lnTo>
                  <a:lnTo>
                    <a:pt x="2748043" y="239698"/>
                  </a:lnTo>
                  <a:lnTo>
                    <a:pt x="2691671" y="208472"/>
                  </a:lnTo>
                  <a:lnTo>
                    <a:pt x="2630525" y="180390"/>
                  </a:lnTo>
                  <a:lnTo>
                    <a:pt x="2563825" y="155095"/>
                  </a:lnTo>
                  <a:lnTo>
                    <a:pt x="2490894" y="132259"/>
                  </a:lnTo>
                  <a:lnTo>
                    <a:pt x="2411257" y="111606"/>
                  </a:lnTo>
                  <a:lnTo>
                    <a:pt x="2324768" y="92921"/>
                  </a:lnTo>
                  <a:lnTo>
                    <a:pt x="2231770" y="76053"/>
                  </a:lnTo>
                  <a:lnTo>
                    <a:pt x="2133276" y="60913"/>
                  </a:lnTo>
                  <a:lnTo>
                    <a:pt x="2031127" y="47474"/>
                  </a:lnTo>
                  <a:lnTo>
                    <a:pt x="1928079" y="35753"/>
                  </a:lnTo>
                  <a:lnTo>
                    <a:pt x="1827737" y="25787"/>
                  </a:lnTo>
                  <a:lnTo>
                    <a:pt x="1734261" y="17607"/>
                  </a:lnTo>
                  <a:lnTo>
                    <a:pt x="1651835" y="11200"/>
                  </a:lnTo>
                  <a:lnTo>
                    <a:pt x="1583973" y="6483"/>
                  </a:lnTo>
                  <a:lnTo>
                    <a:pt x="1532822" y="3285"/>
                  </a:lnTo>
                  <a:lnTo>
                    <a:pt x="1498662" y="1355"/>
                  </a:lnTo>
                  <a:lnTo>
                    <a:pt x="1479742" y="386"/>
                  </a:lnTo>
                  <a:lnTo>
                    <a:pt x="1472412" y="44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398" name="pg398"/>
            <p:cNvSpPr/>
            <p:nvPr/>
          </p:nvSpPr>
          <p:spPr>
            <a:xfrm>
              <a:off x="4799595" y="4701888"/>
              <a:ext cx="11981298" cy="2157671"/>
            </a:xfrm>
            <a:custGeom>
              <a:avLst/>
              <a:pathLst>
                <a:path w="11981298" h="2157671">
                  <a:moveTo>
                    <a:pt x="0" y="16345"/>
                  </a:moveTo>
                  <a:lnTo>
                    <a:pt x="1471387" y="16345"/>
                  </a:lnTo>
                  <a:lnTo>
                    <a:pt x="1472571" y="16397"/>
                  </a:lnTo>
                  <a:lnTo>
                    <a:pt x="1480345" y="16763"/>
                  </a:lnTo>
                  <a:lnTo>
                    <a:pt x="1499919" y="17774"/>
                  </a:lnTo>
                  <a:lnTo>
                    <a:pt x="1534857" y="19765"/>
                  </a:lnTo>
                  <a:lnTo>
                    <a:pt x="1586817" y="23041"/>
                  </a:lnTo>
                  <a:lnTo>
                    <a:pt x="1655420" y="27853"/>
                  </a:lnTo>
                  <a:lnTo>
                    <a:pt x="1738445" y="34366"/>
                  </a:lnTo>
                  <a:lnTo>
                    <a:pt x="1832329" y="42661"/>
                  </a:lnTo>
                  <a:lnTo>
                    <a:pt x="1932877" y="52748"/>
                  </a:lnTo>
                  <a:lnTo>
                    <a:pt x="2035945" y="64595"/>
                  </a:lnTo>
                  <a:lnTo>
                    <a:pt x="2137967" y="78163"/>
                  </a:lnTo>
                  <a:lnTo>
                    <a:pt x="2236228" y="93439"/>
                  </a:lnTo>
                  <a:lnTo>
                    <a:pt x="2328930" y="110452"/>
                  </a:lnTo>
                  <a:lnTo>
                    <a:pt x="2415095" y="129294"/>
                  </a:lnTo>
                  <a:lnTo>
                    <a:pt x="2494406" y="150120"/>
                  </a:lnTo>
                  <a:lnTo>
                    <a:pt x="2567029" y="173148"/>
                  </a:lnTo>
                  <a:lnTo>
                    <a:pt x="2633450" y="198659"/>
                  </a:lnTo>
                  <a:lnTo>
                    <a:pt x="2694353" y="226981"/>
                  </a:lnTo>
                  <a:lnTo>
                    <a:pt x="2750520" y="258478"/>
                  </a:lnTo>
                  <a:lnTo>
                    <a:pt x="2802767" y="293509"/>
                  </a:lnTo>
                  <a:lnTo>
                    <a:pt x="2851889" y="332383"/>
                  </a:lnTo>
                  <a:lnTo>
                    <a:pt x="2896531" y="373233"/>
                  </a:lnTo>
                  <a:lnTo>
                    <a:pt x="2938345" y="416448"/>
                  </a:lnTo>
                  <a:lnTo>
                    <a:pt x="2979023" y="463193"/>
                  </a:lnTo>
                  <a:lnTo>
                    <a:pt x="3018908" y="513536"/>
                  </a:lnTo>
                  <a:lnTo>
                    <a:pt x="3058271" y="567473"/>
                  </a:lnTo>
                  <a:lnTo>
                    <a:pt x="3097319" y="624920"/>
                  </a:lnTo>
                  <a:lnTo>
                    <a:pt x="3136209" y="685701"/>
                  </a:lnTo>
                  <a:lnTo>
                    <a:pt x="3175049" y="749550"/>
                  </a:lnTo>
                  <a:lnTo>
                    <a:pt x="3213910" y="816108"/>
                  </a:lnTo>
                  <a:lnTo>
                    <a:pt x="3252827" y="884931"/>
                  </a:lnTo>
                  <a:lnTo>
                    <a:pt x="3291810" y="955496"/>
                  </a:lnTo>
                  <a:lnTo>
                    <a:pt x="3330845" y="1027221"/>
                  </a:lnTo>
                  <a:lnTo>
                    <a:pt x="3369907" y="1099479"/>
                  </a:lnTo>
                  <a:lnTo>
                    <a:pt x="3408964" y="1171625"/>
                  </a:lnTo>
                  <a:lnTo>
                    <a:pt x="3447983" y="1243018"/>
                  </a:lnTo>
                  <a:lnTo>
                    <a:pt x="3486944" y="1313046"/>
                  </a:lnTo>
                  <a:lnTo>
                    <a:pt x="3525840" y="1381143"/>
                  </a:lnTo>
                  <a:lnTo>
                    <a:pt x="3564688" y="1446813"/>
                  </a:lnTo>
                  <a:lnTo>
                    <a:pt x="3603535" y="1509640"/>
                  </a:lnTo>
                  <a:lnTo>
                    <a:pt x="3642465" y="1569296"/>
                  </a:lnTo>
                  <a:lnTo>
                    <a:pt x="3681602" y="1625548"/>
                  </a:lnTo>
                  <a:lnTo>
                    <a:pt x="3721118" y="1678251"/>
                  </a:lnTo>
                  <a:lnTo>
                    <a:pt x="3761243" y="1727350"/>
                  </a:lnTo>
                  <a:lnTo>
                    <a:pt x="3802269" y="1772866"/>
                  </a:lnTo>
                  <a:lnTo>
                    <a:pt x="3829811" y="1800783"/>
                  </a:lnTo>
                  <a:lnTo>
                    <a:pt x="3876626" y="1843484"/>
                  </a:lnTo>
                  <a:lnTo>
                    <a:pt x="3925873" y="1882179"/>
                  </a:lnTo>
                  <a:lnTo>
                    <a:pt x="3978281" y="1917043"/>
                  </a:lnTo>
                  <a:lnTo>
                    <a:pt x="4034645" y="1948387"/>
                  </a:lnTo>
                  <a:lnTo>
                    <a:pt x="4095781" y="1976574"/>
                  </a:lnTo>
                  <a:lnTo>
                    <a:pt x="4162470" y="2001965"/>
                  </a:lnTo>
                  <a:lnTo>
                    <a:pt x="4235388" y="2024888"/>
                  </a:lnTo>
                  <a:lnTo>
                    <a:pt x="4315010" y="2045619"/>
                  </a:lnTo>
                  <a:lnTo>
                    <a:pt x="4401483" y="2064375"/>
                  </a:lnTo>
                  <a:lnTo>
                    <a:pt x="4494464" y="2081308"/>
                  </a:lnTo>
                  <a:lnTo>
                    <a:pt x="4592942" y="2096506"/>
                  </a:lnTo>
                  <a:lnTo>
                    <a:pt x="4695076" y="2109997"/>
                  </a:lnTo>
                  <a:lnTo>
                    <a:pt x="4798113" y="2121765"/>
                  </a:lnTo>
                  <a:lnTo>
                    <a:pt x="4898451" y="2131771"/>
                  </a:lnTo>
                  <a:lnTo>
                    <a:pt x="4991932" y="2139984"/>
                  </a:lnTo>
                  <a:lnTo>
                    <a:pt x="5074371" y="2146418"/>
                  </a:lnTo>
                  <a:lnTo>
                    <a:pt x="5142255" y="2151156"/>
                  </a:lnTo>
                  <a:lnTo>
                    <a:pt x="5193434" y="2154368"/>
                  </a:lnTo>
                  <a:lnTo>
                    <a:pt x="5227624" y="2156307"/>
                  </a:lnTo>
                  <a:lnTo>
                    <a:pt x="5246572" y="2157282"/>
                  </a:lnTo>
                  <a:lnTo>
                    <a:pt x="5253923" y="2157626"/>
                  </a:lnTo>
                  <a:lnTo>
                    <a:pt x="5254955" y="2157671"/>
                  </a:lnTo>
                  <a:lnTo>
                    <a:pt x="6726343" y="2157671"/>
                  </a:lnTo>
                  <a:lnTo>
                    <a:pt x="6727566" y="2157645"/>
                  </a:lnTo>
                  <a:lnTo>
                    <a:pt x="6735598" y="2157455"/>
                  </a:lnTo>
                  <a:lnTo>
                    <a:pt x="6755799" y="2156932"/>
                  </a:lnTo>
                  <a:lnTo>
                    <a:pt x="6791804" y="2155902"/>
                  </a:lnTo>
                  <a:lnTo>
                    <a:pt x="6845243" y="2154208"/>
                  </a:lnTo>
                  <a:lnTo>
                    <a:pt x="6915621" y="2151723"/>
                  </a:lnTo>
                  <a:lnTo>
                    <a:pt x="7000535" y="2148363"/>
                  </a:lnTo>
                  <a:lnTo>
                    <a:pt x="7096229" y="2144091"/>
                  </a:lnTo>
                  <a:lnTo>
                    <a:pt x="7198340" y="2138903"/>
                  </a:lnTo>
                  <a:lnTo>
                    <a:pt x="7302624" y="2132817"/>
                  </a:lnTo>
                  <a:lnTo>
                    <a:pt x="7405475" y="2125853"/>
                  </a:lnTo>
                  <a:lnTo>
                    <a:pt x="7504202" y="2118015"/>
                  </a:lnTo>
                  <a:lnTo>
                    <a:pt x="7597060" y="2109283"/>
                  </a:lnTo>
                  <a:lnTo>
                    <a:pt x="7683147" y="2099606"/>
                  </a:lnTo>
                  <a:lnTo>
                    <a:pt x="7762223" y="2088900"/>
                  </a:lnTo>
                  <a:lnTo>
                    <a:pt x="7834524" y="2077044"/>
                  </a:lnTo>
                  <a:lnTo>
                    <a:pt x="7900596" y="2063890"/>
                  </a:lnTo>
                  <a:lnTo>
                    <a:pt x="7961174" y="2049262"/>
                  </a:lnTo>
                  <a:lnTo>
                    <a:pt x="8017077" y="2032973"/>
                  </a:lnTo>
                  <a:lnTo>
                    <a:pt x="8069151" y="2014838"/>
                  </a:lnTo>
                  <a:lnTo>
                    <a:pt x="8118204" y="1994711"/>
                  </a:lnTo>
                  <a:lnTo>
                    <a:pt x="8151487" y="1979227"/>
                  </a:lnTo>
                  <a:lnTo>
                    <a:pt x="8201713" y="1952978"/>
                  </a:lnTo>
                  <a:lnTo>
                    <a:pt x="8250396" y="1924154"/>
                  </a:lnTo>
                  <a:lnTo>
                    <a:pt x="8298098" y="1892715"/>
                  </a:lnTo>
                  <a:lnTo>
                    <a:pt x="8345234" y="1858701"/>
                  </a:lnTo>
                  <a:lnTo>
                    <a:pt x="8392102" y="1822240"/>
                  </a:lnTo>
                  <a:lnTo>
                    <a:pt x="8438899" y="1783562"/>
                  </a:lnTo>
                  <a:lnTo>
                    <a:pt x="8485739" y="1742987"/>
                  </a:lnTo>
                  <a:lnTo>
                    <a:pt x="8532671" y="1700929"/>
                  </a:lnTo>
                  <a:lnTo>
                    <a:pt x="8579687" y="1657874"/>
                  </a:lnTo>
                  <a:lnTo>
                    <a:pt x="8626749" y="1614360"/>
                  </a:lnTo>
                  <a:lnTo>
                    <a:pt x="8673800" y="1570949"/>
                  </a:lnTo>
                  <a:lnTo>
                    <a:pt x="8720788" y="1528199"/>
                  </a:lnTo>
                  <a:lnTo>
                    <a:pt x="8767684" y="1486631"/>
                  </a:lnTo>
                  <a:lnTo>
                    <a:pt x="8814500" y="1446708"/>
                  </a:lnTo>
                  <a:lnTo>
                    <a:pt x="8861305" y="1408809"/>
                  </a:lnTo>
                  <a:lnTo>
                    <a:pt x="8908243" y="1373224"/>
                  </a:lnTo>
                  <a:lnTo>
                    <a:pt x="8955547" y="1340143"/>
                  </a:lnTo>
                  <a:lnTo>
                    <a:pt x="9003553" y="1309662"/>
                  </a:lnTo>
                  <a:lnTo>
                    <a:pt x="9052728" y="1281790"/>
                  </a:lnTo>
                  <a:lnTo>
                    <a:pt x="9084767" y="1265452"/>
                  </a:lnTo>
                  <a:lnTo>
                    <a:pt x="9132127" y="1243870"/>
                  </a:lnTo>
                  <a:lnTo>
                    <a:pt x="9181983" y="1224337"/>
                  </a:lnTo>
                  <a:lnTo>
                    <a:pt x="9235091" y="1206759"/>
                  </a:lnTo>
                  <a:lnTo>
                    <a:pt x="9292274" y="1190976"/>
                  </a:lnTo>
                  <a:lnTo>
                    <a:pt x="9354376" y="1176798"/>
                  </a:lnTo>
                  <a:lnTo>
                    <a:pt x="9422200" y="1164041"/>
                  </a:lnTo>
                  <a:lnTo>
                    <a:pt x="9496437" y="1152536"/>
                  </a:lnTo>
                  <a:lnTo>
                    <a:pt x="9577557" y="1142141"/>
                  </a:lnTo>
                  <a:lnTo>
                    <a:pt x="9665675" y="1132748"/>
                  </a:lnTo>
                  <a:lnTo>
                    <a:pt x="9760377" y="1124281"/>
                  </a:lnTo>
                  <a:lnTo>
                    <a:pt x="9860531" y="1116699"/>
                  </a:lnTo>
                  <a:lnTo>
                    <a:pt x="9964123" y="1109990"/>
                  </a:lnTo>
                  <a:lnTo>
                    <a:pt x="10068180" y="1104165"/>
                  </a:lnTo>
                  <a:lnTo>
                    <a:pt x="10168872" y="1099244"/>
                  </a:lnTo>
                  <a:lnTo>
                    <a:pt x="10261852" y="1095240"/>
                  </a:lnTo>
                  <a:lnTo>
                    <a:pt x="10342857" y="1092142"/>
                  </a:lnTo>
                  <a:lnTo>
                    <a:pt x="10408453" y="1089899"/>
                  </a:lnTo>
                  <a:lnTo>
                    <a:pt x="10456750" y="1088414"/>
                  </a:lnTo>
                  <a:lnTo>
                    <a:pt x="10487871" y="1087550"/>
                  </a:lnTo>
                  <a:lnTo>
                    <a:pt x="10504055" y="1087142"/>
                  </a:lnTo>
                  <a:lnTo>
                    <a:pt x="10509470" y="1087018"/>
                  </a:lnTo>
                  <a:lnTo>
                    <a:pt x="10509911" y="1087008"/>
                  </a:lnTo>
                  <a:lnTo>
                    <a:pt x="11981298" y="1087008"/>
                  </a:lnTo>
                  <a:lnTo>
                    <a:pt x="11981298" y="1070662"/>
                  </a:lnTo>
                  <a:lnTo>
                    <a:pt x="10509911" y="1070662"/>
                  </a:lnTo>
                  <a:lnTo>
                    <a:pt x="10508687" y="1070689"/>
                  </a:lnTo>
                  <a:lnTo>
                    <a:pt x="10500655" y="1070878"/>
                  </a:lnTo>
                  <a:lnTo>
                    <a:pt x="10480454" y="1071402"/>
                  </a:lnTo>
                  <a:lnTo>
                    <a:pt x="10444449" y="1072431"/>
                  </a:lnTo>
                  <a:lnTo>
                    <a:pt x="10391011" y="1074126"/>
                  </a:lnTo>
                  <a:lnTo>
                    <a:pt x="10320632" y="1076611"/>
                  </a:lnTo>
                  <a:lnTo>
                    <a:pt x="10235718" y="1079970"/>
                  </a:lnTo>
                  <a:lnTo>
                    <a:pt x="10140025" y="1084242"/>
                  </a:lnTo>
                  <a:lnTo>
                    <a:pt x="10037913" y="1089430"/>
                  </a:lnTo>
                  <a:lnTo>
                    <a:pt x="9933629" y="1095516"/>
                  </a:lnTo>
                  <a:lnTo>
                    <a:pt x="9830778" y="1102480"/>
                  </a:lnTo>
                  <a:lnTo>
                    <a:pt x="9732052" y="1110319"/>
                  </a:lnTo>
                  <a:lnTo>
                    <a:pt x="9639193" y="1119050"/>
                  </a:lnTo>
                  <a:lnTo>
                    <a:pt x="9553106" y="1128727"/>
                  </a:lnTo>
                  <a:lnTo>
                    <a:pt x="9474030" y="1139434"/>
                  </a:lnTo>
                  <a:lnTo>
                    <a:pt x="9401730" y="1151289"/>
                  </a:lnTo>
                  <a:lnTo>
                    <a:pt x="9335657" y="1164444"/>
                  </a:lnTo>
                  <a:lnTo>
                    <a:pt x="9275080" y="1179071"/>
                  </a:lnTo>
                  <a:lnTo>
                    <a:pt x="9219176" y="1195360"/>
                  </a:lnTo>
                  <a:lnTo>
                    <a:pt x="9167102" y="1213495"/>
                  </a:lnTo>
                  <a:lnTo>
                    <a:pt x="9118049" y="1233623"/>
                  </a:lnTo>
                  <a:lnTo>
                    <a:pt x="9084767" y="1249106"/>
                  </a:lnTo>
                  <a:lnTo>
                    <a:pt x="9034540" y="1275355"/>
                  </a:lnTo>
                  <a:lnTo>
                    <a:pt x="8985857" y="1304179"/>
                  </a:lnTo>
                  <a:lnTo>
                    <a:pt x="8938155" y="1335618"/>
                  </a:lnTo>
                  <a:lnTo>
                    <a:pt x="8891019" y="1369633"/>
                  </a:lnTo>
                  <a:lnTo>
                    <a:pt x="8844151" y="1406093"/>
                  </a:lnTo>
                  <a:lnTo>
                    <a:pt x="8797354" y="1444772"/>
                  </a:lnTo>
                  <a:lnTo>
                    <a:pt x="8750514" y="1485346"/>
                  </a:lnTo>
                  <a:lnTo>
                    <a:pt x="8703583" y="1527404"/>
                  </a:lnTo>
                  <a:lnTo>
                    <a:pt x="8656566" y="1570460"/>
                  </a:lnTo>
                  <a:lnTo>
                    <a:pt x="8609505" y="1613974"/>
                  </a:lnTo>
                  <a:lnTo>
                    <a:pt x="8562454" y="1657385"/>
                  </a:lnTo>
                  <a:lnTo>
                    <a:pt x="8515465" y="1700135"/>
                  </a:lnTo>
                  <a:lnTo>
                    <a:pt x="8468569" y="1741702"/>
                  </a:lnTo>
                  <a:lnTo>
                    <a:pt x="8421753" y="1781626"/>
                  </a:lnTo>
                  <a:lnTo>
                    <a:pt x="8374948" y="1819524"/>
                  </a:lnTo>
                  <a:lnTo>
                    <a:pt x="8328010" y="1855109"/>
                  </a:lnTo>
                  <a:lnTo>
                    <a:pt x="8280707" y="1888191"/>
                  </a:lnTo>
                  <a:lnTo>
                    <a:pt x="8232700" y="1918671"/>
                  </a:lnTo>
                  <a:lnTo>
                    <a:pt x="8183525" y="1946543"/>
                  </a:lnTo>
                  <a:lnTo>
                    <a:pt x="8151487" y="1962881"/>
                  </a:lnTo>
                  <a:lnTo>
                    <a:pt x="8104127" y="1984463"/>
                  </a:lnTo>
                  <a:lnTo>
                    <a:pt x="8054270" y="2003997"/>
                  </a:lnTo>
                  <a:lnTo>
                    <a:pt x="8001162" y="2021574"/>
                  </a:lnTo>
                  <a:lnTo>
                    <a:pt x="7943979" y="2037357"/>
                  </a:lnTo>
                  <a:lnTo>
                    <a:pt x="7881877" y="2051535"/>
                  </a:lnTo>
                  <a:lnTo>
                    <a:pt x="7814053" y="2064292"/>
                  </a:lnTo>
                  <a:lnTo>
                    <a:pt x="7739816" y="2075798"/>
                  </a:lnTo>
                  <a:lnTo>
                    <a:pt x="7658696" y="2086192"/>
                  </a:lnTo>
                  <a:lnTo>
                    <a:pt x="7570578" y="2095585"/>
                  </a:lnTo>
                  <a:lnTo>
                    <a:pt x="7475876" y="2104052"/>
                  </a:lnTo>
                  <a:lnTo>
                    <a:pt x="7375722" y="2111634"/>
                  </a:lnTo>
                  <a:lnTo>
                    <a:pt x="7272130" y="2118343"/>
                  </a:lnTo>
                  <a:lnTo>
                    <a:pt x="7168073" y="2124168"/>
                  </a:lnTo>
                  <a:lnTo>
                    <a:pt x="7067381" y="2129089"/>
                  </a:lnTo>
                  <a:lnTo>
                    <a:pt x="6974401" y="2133093"/>
                  </a:lnTo>
                  <a:lnTo>
                    <a:pt x="6893396" y="2136191"/>
                  </a:lnTo>
                  <a:lnTo>
                    <a:pt x="6827800" y="2138434"/>
                  </a:lnTo>
                  <a:lnTo>
                    <a:pt x="6779503" y="2139919"/>
                  </a:lnTo>
                  <a:lnTo>
                    <a:pt x="6748383" y="2140784"/>
                  </a:lnTo>
                  <a:lnTo>
                    <a:pt x="6732199" y="2141191"/>
                  </a:lnTo>
                  <a:lnTo>
                    <a:pt x="6726783" y="2141316"/>
                  </a:lnTo>
                  <a:lnTo>
                    <a:pt x="6726343" y="2141325"/>
                  </a:lnTo>
                  <a:lnTo>
                    <a:pt x="5254955" y="2141325"/>
                  </a:lnTo>
                  <a:lnTo>
                    <a:pt x="5253771" y="2141274"/>
                  </a:lnTo>
                  <a:lnTo>
                    <a:pt x="5245997" y="2140908"/>
                  </a:lnTo>
                  <a:lnTo>
                    <a:pt x="5226423" y="2139897"/>
                  </a:lnTo>
                  <a:lnTo>
                    <a:pt x="5191485" y="2137906"/>
                  </a:lnTo>
                  <a:lnTo>
                    <a:pt x="5139526" y="2134629"/>
                  </a:lnTo>
                  <a:lnTo>
                    <a:pt x="5070922" y="2129817"/>
                  </a:lnTo>
                  <a:lnTo>
                    <a:pt x="4987897" y="2123304"/>
                  </a:lnTo>
                  <a:lnTo>
                    <a:pt x="4894013" y="2115009"/>
                  </a:lnTo>
                  <a:lnTo>
                    <a:pt x="4793465" y="2104923"/>
                  </a:lnTo>
                  <a:lnTo>
                    <a:pt x="4690397" y="2093076"/>
                  </a:lnTo>
                  <a:lnTo>
                    <a:pt x="4588375" y="2079507"/>
                  </a:lnTo>
                  <a:lnTo>
                    <a:pt x="4490114" y="2064232"/>
                  </a:lnTo>
                  <a:lnTo>
                    <a:pt x="4397413" y="2047218"/>
                  </a:lnTo>
                  <a:lnTo>
                    <a:pt x="4311247" y="2028376"/>
                  </a:lnTo>
                  <a:lnTo>
                    <a:pt x="4231936" y="2007551"/>
                  </a:lnTo>
                  <a:lnTo>
                    <a:pt x="4159313" y="1984523"/>
                  </a:lnTo>
                  <a:lnTo>
                    <a:pt x="4092892" y="1959012"/>
                  </a:lnTo>
                  <a:lnTo>
                    <a:pt x="4031989" y="1930689"/>
                  </a:lnTo>
                  <a:lnTo>
                    <a:pt x="3975822" y="1899193"/>
                  </a:lnTo>
                  <a:lnTo>
                    <a:pt x="3923575" y="1864162"/>
                  </a:lnTo>
                  <a:lnTo>
                    <a:pt x="3874453" y="1825287"/>
                  </a:lnTo>
                  <a:lnTo>
                    <a:pt x="3829811" y="1784437"/>
                  </a:lnTo>
                  <a:lnTo>
                    <a:pt x="3787997" y="1741222"/>
                  </a:lnTo>
                  <a:lnTo>
                    <a:pt x="3747319" y="1694478"/>
                  </a:lnTo>
                  <a:lnTo>
                    <a:pt x="3707434" y="1644135"/>
                  </a:lnTo>
                  <a:lnTo>
                    <a:pt x="3668072" y="1590197"/>
                  </a:lnTo>
                  <a:lnTo>
                    <a:pt x="3629023" y="1532751"/>
                  </a:lnTo>
                  <a:lnTo>
                    <a:pt x="3590133" y="1471970"/>
                  </a:lnTo>
                  <a:lnTo>
                    <a:pt x="3551293" y="1408121"/>
                  </a:lnTo>
                  <a:lnTo>
                    <a:pt x="3512432" y="1341562"/>
                  </a:lnTo>
                  <a:lnTo>
                    <a:pt x="3473515" y="1272740"/>
                  </a:lnTo>
                  <a:lnTo>
                    <a:pt x="3434532" y="1202174"/>
                  </a:lnTo>
                  <a:lnTo>
                    <a:pt x="3395497" y="1130450"/>
                  </a:lnTo>
                  <a:lnTo>
                    <a:pt x="3356435" y="1058192"/>
                  </a:lnTo>
                  <a:lnTo>
                    <a:pt x="3317378" y="986046"/>
                  </a:lnTo>
                  <a:lnTo>
                    <a:pt x="3278359" y="914652"/>
                  </a:lnTo>
                  <a:lnTo>
                    <a:pt x="3239398" y="844625"/>
                  </a:lnTo>
                  <a:lnTo>
                    <a:pt x="3200503" y="776527"/>
                  </a:lnTo>
                  <a:lnTo>
                    <a:pt x="3161654" y="710857"/>
                  </a:lnTo>
                  <a:lnTo>
                    <a:pt x="3122807" y="648031"/>
                  </a:lnTo>
                  <a:lnTo>
                    <a:pt x="3083877" y="588374"/>
                  </a:lnTo>
                  <a:lnTo>
                    <a:pt x="3044740" y="532123"/>
                  </a:lnTo>
                  <a:lnTo>
                    <a:pt x="3005224" y="479419"/>
                  </a:lnTo>
                  <a:lnTo>
                    <a:pt x="2965099" y="430321"/>
                  </a:lnTo>
                  <a:lnTo>
                    <a:pt x="2924073" y="384805"/>
                  </a:lnTo>
                  <a:lnTo>
                    <a:pt x="2896531" y="356887"/>
                  </a:lnTo>
                  <a:lnTo>
                    <a:pt x="2849716" y="314186"/>
                  </a:lnTo>
                  <a:lnTo>
                    <a:pt x="2800469" y="275492"/>
                  </a:lnTo>
                  <a:lnTo>
                    <a:pt x="2748061" y="240628"/>
                  </a:lnTo>
                  <a:lnTo>
                    <a:pt x="2691697" y="209284"/>
                  </a:lnTo>
                  <a:lnTo>
                    <a:pt x="2630561" y="181096"/>
                  </a:lnTo>
                  <a:lnTo>
                    <a:pt x="2563872" y="155705"/>
                  </a:lnTo>
                  <a:lnTo>
                    <a:pt x="2490954" y="132783"/>
                  </a:lnTo>
                  <a:lnTo>
                    <a:pt x="2411332" y="112052"/>
                  </a:lnTo>
                  <a:lnTo>
                    <a:pt x="2324859" y="93295"/>
                  </a:lnTo>
                  <a:lnTo>
                    <a:pt x="2231878" y="76362"/>
                  </a:lnTo>
                  <a:lnTo>
                    <a:pt x="2133400" y="61164"/>
                  </a:lnTo>
                  <a:lnTo>
                    <a:pt x="2031266" y="47673"/>
                  </a:lnTo>
                  <a:lnTo>
                    <a:pt x="1928229" y="35906"/>
                  </a:lnTo>
                  <a:lnTo>
                    <a:pt x="1827891" y="25900"/>
                  </a:lnTo>
                  <a:lnTo>
                    <a:pt x="1734410" y="17686"/>
                  </a:lnTo>
                  <a:lnTo>
                    <a:pt x="1651971" y="11253"/>
                  </a:lnTo>
                  <a:lnTo>
                    <a:pt x="1584087" y="6515"/>
                  </a:lnTo>
                  <a:lnTo>
                    <a:pt x="1532908" y="3302"/>
                  </a:lnTo>
                  <a:lnTo>
                    <a:pt x="1498718" y="1363"/>
                  </a:lnTo>
                  <a:lnTo>
                    <a:pt x="1479770" y="389"/>
                  </a:lnTo>
                  <a:lnTo>
                    <a:pt x="1472419" y="44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399" name="pl399"/>
            <p:cNvSpPr/>
            <p:nvPr/>
          </p:nvSpPr>
          <p:spPr>
            <a:xfrm>
              <a:off x="4799595" y="4718234"/>
              <a:ext cx="11981298" cy="2141325"/>
            </a:xfrm>
            <a:custGeom>
              <a:avLst/>
              <a:pathLst>
                <a:path w="11981298" h="2141325">
                  <a:moveTo>
                    <a:pt x="0" y="0"/>
                  </a:moveTo>
                  <a:lnTo>
                    <a:pt x="1471387" y="0"/>
                  </a:lnTo>
                  <a:lnTo>
                    <a:pt x="1472571" y="51"/>
                  </a:lnTo>
                  <a:lnTo>
                    <a:pt x="1480345" y="417"/>
                  </a:lnTo>
                  <a:lnTo>
                    <a:pt x="1499919" y="1428"/>
                  </a:lnTo>
                  <a:lnTo>
                    <a:pt x="1534857" y="3419"/>
                  </a:lnTo>
                  <a:lnTo>
                    <a:pt x="1586817" y="6695"/>
                  </a:lnTo>
                  <a:lnTo>
                    <a:pt x="1655420" y="11507"/>
                  </a:lnTo>
                  <a:lnTo>
                    <a:pt x="1738445" y="18020"/>
                  </a:lnTo>
                  <a:lnTo>
                    <a:pt x="1832329" y="26315"/>
                  </a:lnTo>
                  <a:lnTo>
                    <a:pt x="1932877" y="36402"/>
                  </a:lnTo>
                  <a:lnTo>
                    <a:pt x="2035945" y="48249"/>
                  </a:lnTo>
                  <a:lnTo>
                    <a:pt x="2137967" y="61817"/>
                  </a:lnTo>
                  <a:lnTo>
                    <a:pt x="2236228" y="77093"/>
                  </a:lnTo>
                  <a:lnTo>
                    <a:pt x="2328930" y="94106"/>
                  </a:lnTo>
                  <a:lnTo>
                    <a:pt x="2415095" y="112948"/>
                  </a:lnTo>
                  <a:lnTo>
                    <a:pt x="2494406" y="133774"/>
                  </a:lnTo>
                  <a:lnTo>
                    <a:pt x="2567029" y="156802"/>
                  </a:lnTo>
                  <a:lnTo>
                    <a:pt x="2633450" y="182313"/>
                  </a:lnTo>
                  <a:lnTo>
                    <a:pt x="2694353" y="210635"/>
                  </a:lnTo>
                  <a:lnTo>
                    <a:pt x="2750520" y="242132"/>
                  </a:lnTo>
                  <a:lnTo>
                    <a:pt x="2802767" y="277163"/>
                  </a:lnTo>
                  <a:lnTo>
                    <a:pt x="2851889" y="316037"/>
                  </a:lnTo>
                  <a:lnTo>
                    <a:pt x="2896531" y="356887"/>
                  </a:lnTo>
                  <a:lnTo>
                    <a:pt x="2938345" y="400102"/>
                  </a:lnTo>
                  <a:lnTo>
                    <a:pt x="2979023" y="446847"/>
                  </a:lnTo>
                  <a:lnTo>
                    <a:pt x="3018908" y="497190"/>
                  </a:lnTo>
                  <a:lnTo>
                    <a:pt x="3058271" y="551127"/>
                  </a:lnTo>
                  <a:lnTo>
                    <a:pt x="3097319" y="608574"/>
                  </a:lnTo>
                  <a:lnTo>
                    <a:pt x="3136209" y="669355"/>
                  </a:lnTo>
                  <a:lnTo>
                    <a:pt x="3175049" y="733204"/>
                  </a:lnTo>
                  <a:lnTo>
                    <a:pt x="3213910" y="799762"/>
                  </a:lnTo>
                  <a:lnTo>
                    <a:pt x="3252827" y="868585"/>
                  </a:lnTo>
                  <a:lnTo>
                    <a:pt x="3291810" y="939150"/>
                  </a:lnTo>
                  <a:lnTo>
                    <a:pt x="3330845" y="1010875"/>
                  </a:lnTo>
                  <a:lnTo>
                    <a:pt x="3369907" y="1083133"/>
                  </a:lnTo>
                  <a:lnTo>
                    <a:pt x="3408964" y="1155279"/>
                  </a:lnTo>
                  <a:lnTo>
                    <a:pt x="3447983" y="1226672"/>
                  </a:lnTo>
                  <a:lnTo>
                    <a:pt x="3486944" y="1296700"/>
                  </a:lnTo>
                  <a:lnTo>
                    <a:pt x="3525840" y="1364797"/>
                  </a:lnTo>
                  <a:lnTo>
                    <a:pt x="3564688" y="1430467"/>
                  </a:lnTo>
                  <a:lnTo>
                    <a:pt x="3603535" y="1493294"/>
                  </a:lnTo>
                  <a:lnTo>
                    <a:pt x="3642465" y="1552950"/>
                  </a:lnTo>
                  <a:lnTo>
                    <a:pt x="3681602" y="1609202"/>
                  </a:lnTo>
                  <a:lnTo>
                    <a:pt x="3721118" y="1661905"/>
                  </a:lnTo>
                  <a:lnTo>
                    <a:pt x="3761243" y="1711004"/>
                  </a:lnTo>
                  <a:lnTo>
                    <a:pt x="3802269" y="1756520"/>
                  </a:lnTo>
                  <a:lnTo>
                    <a:pt x="3829811" y="1784437"/>
                  </a:lnTo>
                  <a:lnTo>
                    <a:pt x="3876626" y="1827138"/>
                  </a:lnTo>
                  <a:lnTo>
                    <a:pt x="3925873" y="1865833"/>
                  </a:lnTo>
                  <a:lnTo>
                    <a:pt x="3978281" y="1900697"/>
                  </a:lnTo>
                  <a:lnTo>
                    <a:pt x="4034645" y="1932041"/>
                  </a:lnTo>
                  <a:lnTo>
                    <a:pt x="4095781" y="1960228"/>
                  </a:lnTo>
                  <a:lnTo>
                    <a:pt x="4162470" y="1985619"/>
                  </a:lnTo>
                  <a:lnTo>
                    <a:pt x="4235388" y="2008542"/>
                  </a:lnTo>
                  <a:lnTo>
                    <a:pt x="4315010" y="2029273"/>
                  </a:lnTo>
                  <a:lnTo>
                    <a:pt x="4401483" y="2048029"/>
                  </a:lnTo>
                  <a:lnTo>
                    <a:pt x="4494464" y="2064963"/>
                  </a:lnTo>
                  <a:lnTo>
                    <a:pt x="4592942" y="2080160"/>
                  </a:lnTo>
                  <a:lnTo>
                    <a:pt x="4695076" y="2093651"/>
                  </a:lnTo>
                  <a:lnTo>
                    <a:pt x="4798113" y="2105419"/>
                  </a:lnTo>
                  <a:lnTo>
                    <a:pt x="4898451" y="2115425"/>
                  </a:lnTo>
                  <a:lnTo>
                    <a:pt x="4991932" y="2123638"/>
                  </a:lnTo>
                  <a:lnTo>
                    <a:pt x="5074371" y="2130072"/>
                  </a:lnTo>
                  <a:lnTo>
                    <a:pt x="5142255" y="2134810"/>
                  </a:lnTo>
                  <a:lnTo>
                    <a:pt x="5193434" y="2138022"/>
                  </a:lnTo>
                  <a:lnTo>
                    <a:pt x="5227624" y="2139961"/>
                  </a:lnTo>
                  <a:lnTo>
                    <a:pt x="5246572" y="2140936"/>
                  </a:lnTo>
                  <a:lnTo>
                    <a:pt x="5253923" y="2141280"/>
                  </a:lnTo>
                  <a:lnTo>
                    <a:pt x="5254955" y="2141325"/>
                  </a:lnTo>
                  <a:lnTo>
                    <a:pt x="6726343" y="2141325"/>
                  </a:lnTo>
                  <a:lnTo>
                    <a:pt x="6727566" y="2141299"/>
                  </a:lnTo>
                  <a:lnTo>
                    <a:pt x="6735598" y="2141109"/>
                  </a:lnTo>
                  <a:lnTo>
                    <a:pt x="6755799" y="2140586"/>
                  </a:lnTo>
                  <a:lnTo>
                    <a:pt x="6791804" y="2139556"/>
                  </a:lnTo>
                  <a:lnTo>
                    <a:pt x="6845243" y="2137862"/>
                  </a:lnTo>
                  <a:lnTo>
                    <a:pt x="6915621" y="2135377"/>
                  </a:lnTo>
                  <a:lnTo>
                    <a:pt x="7000535" y="2132017"/>
                  </a:lnTo>
                  <a:lnTo>
                    <a:pt x="7096229" y="2127745"/>
                  </a:lnTo>
                  <a:lnTo>
                    <a:pt x="7198340" y="2122557"/>
                  </a:lnTo>
                  <a:lnTo>
                    <a:pt x="7302624" y="2116471"/>
                  </a:lnTo>
                  <a:lnTo>
                    <a:pt x="7405475" y="2109507"/>
                  </a:lnTo>
                  <a:lnTo>
                    <a:pt x="7504202" y="2101669"/>
                  </a:lnTo>
                  <a:lnTo>
                    <a:pt x="7597060" y="2092937"/>
                  </a:lnTo>
                  <a:lnTo>
                    <a:pt x="7683147" y="2083260"/>
                  </a:lnTo>
                  <a:lnTo>
                    <a:pt x="7762223" y="2072554"/>
                  </a:lnTo>
                  <a:lnTo>
                    <a:pt x="7834524" y="2060698"/>
                  </a:lnTo>
                  <a:lnTo>
                    <a:pt x="7900596" y="2047544"/>
                  </a:lnTo>
                  <a:lnTo>
                    <a:pt x="7961174" y="2032916"/>
                  </a:lnTo>
                  <a:lnTo>
                    <a:pt x="8017077" y="2016627"/>
                  </a:lnTo>
                  <a:lnTo>
                    <a:pt x="8069151" y="1998492"/>
                  </a:lnTo>
                  <a:lnTo>
                    <a:pt x="8118204" y="1978365"/>
                  </a:lnTo>
                  <a:lnTo>
                    <a:pt x="8151487" y="1962881"/>
                  </a:lnTo>
                  <a:lnTo>
                    <a:pt x="8201713" y="1936632"/>
                  </a:lnTo>
                  <a:lnTo>
                    <a:pt x="8250396" y="1907808"/>
                  </a:lnTo>
                  <a:lnTo>
                    <a:pt x="8298098" y="1876369"/>
                  </a:lnTo>
                  <a:lnTo>
                    <a:pt x="8345234" y="1842355"/>
                  </a:lnTo>
                  <a:lnTo>
                    <a:pt x="8392102" y="1805894"/>
                  </a:lnTo>
                  <a:lnTo>
                    <a:pt x="8438899" y="1767216"/>
                  </a:lnTo>
                  <a:lnTo>
                    <a:pt x="8485739" y="1726641"/>
                  </a:lnTo>
                  <a:lnTo>
                    <a:pt x="8532671" y="1684583"/>
                  </a:lnTo>
                  <a:lnTo>
                    <a:pt x="8579687" y="1641528"/>
                  </a:lnTo>
                  <a:lnTo>
                    <a:pt x="8626749" y="1598014"/>
                  </a:lnTo>
                  <a:lnTo>
                    <a:pt x="8673800" y="1554603"/>
                  </a:lnTo>
                  <a:lnTo>
                    <a:pt x="8720788" y="1511853"/>
                  </a:lnTo>
                  <a:lnTo>
                    <a:pt x="8767684" y="1470285"/>
                  </a:lnTo>
                  <a:lnTo>
                    <a:pt x="8814500" y="1430362"/>
                  </a:lnTo>
                  <a:lnTo>
                    <a:pt x="8861305" y="1392463"/>
                  </a:lnTo>
                  <a:lnTo>
                    <a:pt x="8908243" y="1356878"/>
                  </a:lnTo>
                  <a:lnTo>
                    <a:pt x="8955547" y="1323797"/>
                  </a:lnTo>
                  <a:lnTo>
                    <a:pt x="9003553" y="1293316"/>
                  </a:lnTo>
                  <a:lnTo>
                    <a:pt x="9052728" y="1265444"/>
                  </a:lnTo>
                  <a:lnTo>
                    <a:pt x="9084767" y="1249106"/>
                  </a:lnTo>
                  <a:lnTo>
                    <a:pt x="9132127" y="1227524"/>
                  </a:lnTo>
                  <a:lnTo>
                    <a:pt x="9181983" y="1207991"/>
                  </a:lnTo>
                  <a:lnTo>
                    <a:pt x="9235091" y="1190413"/>
                  </a:lnTo>
                  <a:lnTo>
                    <a:pt x="9292274" y="1174630"/>
                  </a:lnTo>
                  <a:lnTo>
                    <a:pt x="9354376" y="1160452"/>
                  </a:lnTo>
                  <a:lnTo>
                    <a:pt x="9422200" y="1147695"/>
                  </a:lnTo>
                  <a:lnTo>
                    <a:pt x="9496437" y="1136190"/>
                  </a:lnTo>
                  <a:lnTo>
                    <a:pt x="9577557" y="1125795"/>
                  </a:lnTo>
                  <a:lnTo>
                    <a:pt x="9665675" y="1116402"/>
                  </a:lnTo>
                  <a:lnTo>
                    <a:pt x="9760377" y="1107935"/>
                  </a:lnTo>
                  <a:lnTo>
                    <a:pt x="9860531" y="1100353"/>
                  </a:lnTo>
                  <a:lnTo>
                    <a:pt x="9964123" y="1093644"/>
                  </a:lnTo>
                  <a:lnTo>
                    <a:pt x="10068180" y="1087819"/>
                  </a:lnTo>
                  <a:lnTo>
                    <a:pt x="10168872" y="1082898"/>
                  </a:lnTo>
                  <a:lnTo>
                    <a:pt x="10261852" y="1078894"/>
                  </a:lnTo>
                  <a:lnTo>
                    <a:pt x="10342857" y="1075796"/>
                  </a:lnTo>
                  <a:lnTo>
                    <a:pt x="10408453" y="1073553"/>
                  </a:lnTo>
                  <a:lnTo>
                    <a:pt x="10456750" y="1072068"/>
                  </a:lnTo>
                  <a:lnTo>
                    <a:pt x="10487871" y="1071204"/>
                  </a:lnTo>
                  <a:lnTo>
                    <a:pt x="10504055" y="1070796"/>
                  </a:lnTo>
                  <a:lnTo>
                    <a:pt x="10509470" y="1070672"/>
                  </a:lnTo>
                  <a:lnTo>
                    <a:pt x="10509911" y="1070662"/>
                  </a:lnTo>
                  <a:lnTo>
                    <a:pt x="11981298" y="107066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00" name="pl400"/>
            <p:cNvSpPr/>
            <p:nvPr/>
          </p:nvSpPr>
          <p:spPr>
            <a:xfrm>
              <a:off x="4799595" y="4701888"/>
              <a:ext cx="11981298" cy="2141325"/>
            </a:xfrm>
            <a:custGeom>
              <a:avLst/>
              <a:pathLst>
                <a:path w="11981298" h="2141325">
                  <a:moveTo>
                    <a:pt x="11981298" y="1070662"/>
                  </a:moveTo>
                  <a:lnTo>
                    <a:pt x="10509911" y="1070662"/>
                  </a:lnTo>
                  <a:lnTo>
                    <a:pt x="10508687" y="1070689"/>
                  </a:lnTo>
                  <a:lnTo>
                    <a:pt x="10500655" y="1070878"/>
                  </a:lnTo>
                  <a:lnTo>
                    <a:pt x="10480454" y="1071402"/>
                  </a:lnTo>
                  <a:lnTo>
                    <a:pt x="10444449" y="1072431"/>
                  </a:lnTo>
                  <a:lnTo>
                    <a:pt x="10391011" y="1074126"/>
                  </a:lnTo>
                  <a:lnTo>
                    <a:pt x="10320632" y="1076611"/>
                  </a:lnTo>
                  <a:lnTo>
                    <a:pt x="10235718" y="1079970"/>
                  </a:lnTo>
                  <a:lnTo>
                    <a:pt x="10140025" y="1084242"/>
                  </a:lnTo>
                  <a:lnTo>
                    <a:pt x="10037913" y="1089430"/>
                  </a:lnTo>
                  <a:lnTo>
                    <a:pt x="9933629" y="1095516"/>
                  </a:lnTo>
                  <a:lnTo>
                    <a:pt x="9830778" y="1102480"/>
                  </a:lnTo>
                  <a:lnTo>
                    <a:pt x="9732052" y="1110319"/>
                  </a:lnTo>
                  <a:lnTo>
                    <a:pt x="9639193" y="1119050"/>
                  </a:lnTo>
                  <a:lnTo>
                    <a:pt x="9553106" y="1128727"/>
                  </a:lnTo>
                  <a:lnTo>
                    <a:pt x="9474030" y="1139434"/>
                  </a:lnTo>
                  <a:lnTo>
                    <a:pt x="9401730" y="1151289"/>
                  </a:lnTo>
                  <a:lnTo>
                    <a:pt x="9335657" y="1164444"/>
                  </a:lnTo>
                  <a:lnTo>
                    <a:pt x="9275080" y="1179071"/>
                  </a:lnTo>
                  <a:lnTo>
                    <a:pt x="9219176" y="1195360"/>
                  </a:lnTo>
                  <a:lnTo>
                    <a:pt x="9167102" y="1213495"/>
                  </a:lnTo>
                  <a:lnTo>
                    <a:pt x="9118049" y="1233623"/>
                  </a:lnTo>
                  <a:lnTo>
                    <a:pt x="9084767" y="1249106"/>
                  </a:lnTo>
                  <a:lnTo>
                    <a:pt x="9034540" y="1275355"/>
                  </a:lnTo>
                  <a:lnTo>
                    <a:pt x="8985857" y="1304179"/>
                  </a:lnTo>
                  <a:lnTo>
                    <a:pt x="8938155" y="1335618"/>
                  </a:lnTo>
                  <a:lnTo>
                    <a:pt x="8891019" y="1369633"/>
                  </a:lnTo>
                  <a:lnTo>
                    <a:pt x="8844151" y="1406093"/>
                  </a:lnTo>
                  <a:lnTo>
                    <a:pt x="8797354" y="1444772"/>
                  </a:lnTo>
                  <a:lnTo>
                    <a:pt x="8750514" y="1485346"/>
                  </a:lnTo>
                  <a:lnTo>
                    <a:pt x="8703583" y="1527404"/>
                  </a:lnTo>
                  <a:lnTo>
                    <a:pt x="8656566" y="1570460"/>
                  </a:lnTo>
                  <a:lnTo>
                    <a:pt x="8609505" y="1613974"/>
                  </a:lnTo>
                  <a:lnTo>
                    <a:pt x="8562454" y="1657385"/>
                  </a:lnTo>
                  <a:lnTo>
                    <a:pt x="8515465" y="1700135"/>
                  </a:lnTo>
                  <a:lnTo>
                    <a:pt x="8468569" y="1741702"/>
                  </a:lnTo>
                  <a:lnTo>
                    <a:pt x="8421753" y="1781626"/>
                  </a:lnTo>
                  <a:lnTo>
                    <a:pt x="8374948" y="1819524"/>
                  </a:lnTo>
                  <a:lnTo>
                    <a:pt x="8328010" y="1855109"/>
                  </a:lnTo>
                  <a:lnTo>
                    <a:pt x="8280707" y="1888191"/>
                  </a:lnTo>
                  <a:lnTo>
                    <a:pt x="8232700" y="1918671"/>
                  </a:lnTo>
                  <a:lnTo>
                    <a:pt x="8183525" y="1946543"/>
                  </a:lnTo>
                  <a:lnTo>
                    <a:pt x="8151487" y="1962881"/>
                  </a:lnTo>
                  <a:lnTo>
                    <a:pt x="8104127" y="1984463"/>
                  </a:lnTo>
                  <a:lnTo>
                    <a:pt x="8054270" y="2003997"/>
                  </a:lnTo>
                  <a:lnTo>
                    <a:pt x="8001162" y="2021574"/>
                  </a:lnTo>
                  <a:lnTo>
                    <a:pt x="7943979" y="2037357"/>
                  </a:lnTo>
                  <a:lnTo>
                    <a:pt x="7881877" y="2051535"/>
                  </a:lnTo>
                  <a:lnTo>
                    <a:pt x="7814053" y="2064292"/>
                  </a:lnTo>
                  <a:lnTo>
                    <a:pt x="7739816" y="2075798"/>
                  </a:lnTo>
                  <a:lnTo>
                    <a:pt x="7658696" y="2086192"/>
                  </a:lnTo>
                  <a:lnTo>
                    <a:pt x="7570578" y="2095585"/>
                  </a:lnTo>
                  <a:lnTo>
                    <a:pt x="7475876" y="2104052"/>
                  </a:lnTo>
                  <a:lnTo>
                    <a:pt x="7375722" y="2111634"/>
                  </a:lnTo>
                  <a:lnTo>
                    <a:pt x="7272130" y="2118343"/>
                  </a:lnTo>
                  <a:lnTo>
                    <a:pt x="7168073" y="2124168"/>
                  </a:lnTo>
                  <a:lnTo>
                    <a:pt x="7067381" y="2129089"/>
                  </a:lnTo>
                  <a:lnTo>
                    <a:pt x="6974401" y="2133093"/>
                  </a:lnTo>
                  <a:lnTo>
                    <a:pt x="6893396" y="2136191"/>
                  </a:lnTo>
                  <a:lnTo>
                    <a:pt x="6827800" y="2138434"/>
                  </a:lnTo>
                  <a:lnTo>
                    <a:pt x="6779503" y="2139919"/>
                  </a:lnTo>
                  <a:lnTo>
                    <a:pt x="6748383" y="2140784"/>
                  </a:lnTo>
                  <a:lnTo>
                    <a:pt x="6732199" y="2141191"/>
                  </a:lnTo>
                  <a:lnTo>
                    <a:pt x="6726783" y="2141316"/>
                  </a:lnTo>
                  <a:lnTo>
                    <a:pt x="6726343" y="2141325"/>
                  </a:lnTo>
                  <a:lnTo>
                    <a:pt x="5254955" y="2141325"/>
                  </a:lnTo>
                  <a:lnTo>
                    <a:pt x="5253771" y="2141274"/>
                  </a:lnTo>
                  <a:lnTo>
                    <a:pt x="5245997" y="2140908"/>
                  </a:lnTo>
                  <a:lnTo>
                    <a:pt x="5226423" y="2139897"/>
                  </a:lnTo>
                  <a:lnTo>
                    <a:pt x="5191485" y="2137906"/>
                  </a:lnTo>
                  <a:lnTo>
                    <a:pt x="5139526" y="2134629"/>
                  </a:lnTo>
                  <a:lnTo>
                    <a:pt x="5070922" y="2129817"/>
                  </a:lnTo>
                  <a:lnTo>
                    <a:pt x="4987897" y="2123304"/>
                  </a:lnTo>
                  <a:lnTo>
                    <a:pt x="4894013" y="2115009"/>
                  </a:lnTo>
                  <a:lnTo>
                    <a:pt x="4793465" y="2104923"/>
                  </a:lnTo>
                  <a:lnTo>
                    <a:pt x="4690397" y="2093076"/>
                  </a:lnTo>
                  <a:lnTo>
                    <a:pt x="4588375" y="2079507"/>
                  </a:lnTo>
                  <a:lnTo>
                    <a:pt x="4490114" y="2064232"/>
                  </a:lnTo>
                  <a:lnTo>
                    <a:pt x="4397413" y="2047218"/>
                  </a:lnTo>
                  <a:lnTo>
                    <a:pt x="4311247" y="2028376"/>
                  </a:lnTo>
                  <a:lnTo>
                    <a:pt x="4231936" y="2007551"/>
                  </a:lnTo>
                  <a:lnTo>
                    <a:pt x="4159313" y="1984523"/>
                  </a:lnTo>
                  <a:lnTo>
                    <a:pt x="4092892" y="1959012"/>
                  </a:lnTo>
                  <a:lnTo>
                    <a:pt x="4031989" y="1930689"/>
                  </a:lnTo>
                  <a:lnTo>
                    <a:pt x="3975822" y="1899193"/>
                  </a:lnTo>
                  <a:lnTo>
                    <a:pt x="3923575" y="1864162"/>
                  </a:lnTo>
                  <a:lnTo>
                    <a:pt x="3874453" y="1825287"/>
                  </a:lnTo>
                  <a:lnTo>
                    <a:pt x="3829811" y="1784437"/>
                  </a:lnTo>
                  <a:lnTo>
                    <a:pt x="3787997" y="1741222"/>
                  </a:lnTo>
                  <a:lnTo>
                    <a:pt x="3747319" y="1694478"/>
                  </a:lnTo>
                  <a:lnTo>
                    <a:pt x="3707434" y="1644135"/>
                  </a:lnTo>
                  <a:lnTo>
                    <a:pt x="3668072" y="1590197"/>
                  </a:lnTo>
                  <a:lnTo>
                    <a:pt x="3629023" y="1532751"/>
                  </a:lnTo>
                  <a:lnTo>
                    <a:pt x="3590133" y="1471970"/>
                  </a:lnTo>
                  <a:lnTo>
                    <a:pt x="3551293" y="1408121"/>
                  </a:lnTo>
                  <a:lnTo>
                    <a:pt x="3512432" y="1341562"/>
                  </a:lnTo>
                  <a:lnTo>
                    <a:pt x="3473515" y="1272740"/>
                  </a:lnTo>
                  <a:lnTo>
                    <a:pt x="3434532" y="1202174"/>
                  </a:lnTo>
                  <a:lnTo>
                    <a:pt x="3395497" y="1130450"/>
                  </a:lnTo>
                  <a:lnTo>
                    <a:pt x="3356435" y="1058192"/>
                  </a:lnTo>
                  <a:lnTo>
                    <a:pt x="3317378" y="986046"/>
                  </a:lnTo>
                  <a:lnTo>
                    <a:pt x="3278359" y="914652"/>
                  </a:lnTo>
                  <a:lnTo>
                    <a:pt x="3239398" y="844625"/>
                  </a:lnTo>
                  <a:lnTo>
                    <a:pt x="3200503" y="776527"/>
                  </a:lnTo>
                  <a:lnTo>
                    <a:pt x="3161654" y="710857"/>
                  </a:lnTo>
                  <a:lnTo>
                    <a:pt x="3122807" y="648031"/>
                  </a:lnTo>
                  <a:lnTo>
                    <a:pt x="3083877" y="588374"/>
                  </a:lnTo>
                  <a:lnTo>
                    <a:pt x="3044740" y="532123"/>
                  </a:lnTo>
                  <a:lnTo>
                    <a:pt x="3005224" y="479419"/>
                  </a:lnTo>
                  <a:lnTo>
                    <a:pt x="2965099" y="430321"/>
                  </a:lnTo>
                  <a:lnTo>
                    <a:pt x="2924073" y="384805"/>
                  </a:lnTo>
                  <a:lnTo>
                    <a:pt x="2896531" y="356887"/>
                  </a:lnTo>
                  <a:lnTo>
                    <a:pt x="2849716" y="314186"/>
                  </a:lnTo>
                  <a:lnTo>
                    <a:pt x="2800469" y="275492"/>
                  </a:lnTo>
                  <a:lnTo>
                    <a:pt x="2748061" y="240628"/>
                  </a:lnTo>
                  <a:lnTo>
                    <a:pt x="2691697" y="209284"/>
                  </a:lnTo>
                  <a:lnTo>
                    <a:pt x="2630561" y="181096"/>
                  </a:lnTo>
                  <a:lnTo>
                    <a:pt x="2563872" y="155705"/>
                  </a:lnTo>
                  <a:lnTo>
                    <a:pt x="2490954" y="132783"/>
                  </a:lnTo>
                  <a:lnTo>
                    <a:pt x="2411332" y="112052"/>
                  </a:lnTo>
                  <a:lnTo>
                    <a:pt x="2324859" y="93295"/>
                  </a:lnTo>
                  <a:lnTo>
                    <a:pt x="2231878" y="76362"/>
                  </a:lnTo>
                  <a:lnTo>
                    <a:pt x="2133400" y="61164"/>
                  </a:lnTo>
                  <a:lnTo>
                    <a:pt x="2031266" y="47673"/>
                  </a:lnTo>
                  <a:lnTo>
                    <a:pt x="1928229" y="35906"/>
                  </a:lnTo>
                  <a:lnTo>
                    <a:pt x="1827891" y="25900"/>
                  </a:lnTo>
                  <a:lnTo>
                    <a:pt x="1734410" y="17686"/>
                  </a:lnTo>
                  <a:lnTo>
                    <a:pt x="1651971" y="11253"/>
                  </a:lnTo>
                  <a:lnTo>
                    <a:pt x="1584087" y="6515"/>
                  </a:lnTo>
                  <a:lnTo>
                    <a:pt x="1532908" y="3302"/>
                  </a:lnTo>
                  <a:lnTo>
                    <a:pt x="1498718" y="1363"/>
                  </a:lnTo>
                  <a:lnTo>
                    <a:pt x="1479770" y="389"/>
                  </a:lnTo>
                  <a:lnTo>
                    <a:pt x="1472419" y="44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01" name="pg401"/>
            <p:cNvSpPr/>
            <p:nvPr/>
          </p:nvSpPr>
          <p:spPr>
            <a:xfrm>
              <a:off x="4799595" y="4718234"/>
              <a:ext cx="11981298" cy="2157671"/>
            </a:xfrm>
            <a:custGeom>
              <a:avLst/>
              <a:pathLst>
                <a:path w="11981298" h="2157671">
                  <a:moveTo>
                    <a:pt x="0" y="8172"/>
                  </a:moveTo>
                  <a:lnTo>
                    <a:pt x="1471387" y="8172"/>
                  </a:lnTo>
                  <a:lnTo>
                    <a:pt x="1472570" y="8224"/>
                  </a:lnTo>
                  <a:lnTo>
                    <a:pt x="1480342" y="8591"/>
                  </a:lnTo>
                  <a:lnTo>
                    <a:pt x="1499910" y="9606"/>
                  </a:lnTo>
                  <a:lnTo>
                    <a:pt x="1534838" y="11603"/>
                  </a:lnTo>
                  <a:lnTo>
                    <a:pt x="1586782" y="14892"/>
                  </a:lnTo>
                  <a:lnTo>
                    <a:pt x="1655368" y="19720"/>
                  </a:lnTo>
                  <a:lnTo>
                    <a:pt x="1738374" y="26256"/>
                  </a:lnTo>
                  <a:lnTo>
                    <a:pt x="1832241" y="34580"/>
                  </a:lnTo>
                  <a:lnTo>
                    <a:pt x="1932773" y="44703"/>
                  </a:lnTo>
                  <a:lnTo>
                    <a:pt x="2035829" y="56591"/>
                  </a:lnTo>
                  <a:lnTo>
                    <a:pt x="2137842" y="70208"/>
                  </a:lnTo>
                  <a:lnTo>
                    <a:pt x="2236098" y="85538"/>
                  </a:lnTo>
                  <a:lnTo>
                    <a:pt x="2328798" y="102612"/>
                  </a:lnTo>
                  <a:lnTo>
                    <a:pt x="2414964" y="121521"/>
                  </a:lnTo>
                  <a:lnTo>
                    <a:pt x="2494278" y="142420"/>
                  </a:lnTo>
                  <a:lnTo>
                    <a:pt x="2566904" y="165530"/>
                  </a:lnTo>
                  <a:lnTo>
                    <a:pt x="2633329" y="191130"/>
                  </a:lnTo>
                  <a:lnTo>
                    <a:pt x="2694234" y="219551"/>
                  </a:lnTo>
                  <a:lnTo>
                    <a:pt x="2750404" y="251157"/>
                  </a:lnTo>
                  <a:lnTo>
                    <a:pt x="2802653" y="286310"/>
                  </a:lnTo>
                  <a:lnTo>
                    <a:pt x="2851776" y="325319"/>
                  </a:lnTo>
                  <a:lnTo>
                    <a:pt x="2896531" y="366422"/>
                  </a:lnTo>
                  <a:lnTo>
                    <a:pt x="2938290" y="409742"/>
                  </a:lnTo>
                  <a:lnTo>
                    <a:pt x="2978916" y="456595"/>
                  </a:lnTo>
                  <a:lnTo>
                    <a:pt x="3018749" y="507051"/>
                  </a:lnTo>
                  <a:lnTo>
                    <a:pt x="3058061" y="561105"/>
                  </a:lnTo>
                  <a:lnTo>
                    <a:pt x="3097059" y="618673"/>
                  </a:lnTo>
                  <a:lnTo>
                    <a:pt x="3135898" y="679581"/>
                  </a:lnTo>
                  <a:lnTo>
                    <a:pt x="3174686" y="743563"/>
                  </a:lnTo>
                  <a:lnTo>
                    <a:pt x="3213495" y="810261"/>
                  </a:lnTo>
                  <a:lnTo>
                    <a:pt x="3252359" y="879232"/>
                  </a:lnTo>
                  <a:lnTo>
                    <a:pt x="3291289" y="949953"/>
                  </a:lnTo>
                  <a:lnTo>
                    <a:pt x="3330272" y="1021843"/>
                  </a:lnTo>
                  <a:lnTo>
                    <a:pt x="3369282" y="1094277"/>
                  </a:lnTo>
                  <a:lnTo>
                    <a:pt x="3408286" y="1166609"/>
                  </a:lnTo>
                  <a:lnTo>
                    <a:pt x="3447255" y="1238199"/>
                  </a:lnTo>
                  <a:lnTo>
                    <a:pt x="3486164" y="1308432"/>
                  </a:lnTo>
                  <a:lnTo>
                    <a:pt x="3525009" y="1376743"/>
                  </a:lnTo>
                  <a:lnTo>
                    <a:pt x="3563806" y="1442634"/>
                  </a:lnTo>
                  <a:lnTo>
                    <a:pt x="3602601" y="1505687"/>
                  </a:lnTo>
                  <a:lnTo>
                    <a:pt x="3641476" y="1565573"/>
                  </a:lnTo>
                  <a:lnTo>
                    <a:pt x="3680553" y="1622055"/>
                  </a:lnTo>
                  <a:lnTo>
                    <a:pt x="3720003" y="1674987"/>
                  </a:lnTo>
                  <a:lnTo>
                    <a:pt x="3760053" y="1724311"/>
                  </a:lnTo>
                  <a:lnTo>
                    <a:pt x="3800993" y="1770047"/>
                  </a:lnTo>
                  <a:lnTo>
                    <a:pt x="3829811" y="1799421"/>
                  </a:lnTo>
                  <a:lnTo>
                    <a:pt x="3876620" y="1842280"/>
                  </a:lnTo>
                  <a:lnTo>
                    <a:pt x="3925862" y="1881119"/>
                  </a:lnTo>
                  <a:lnTo>
                    <a:pt x="3978262" y="1916113"/>
                  </a:lnTo>
                  <a:lnTo>
                    <a:pt x="4034619" y="1947575"/>
                  </a:lnTo>
                  <a:lnTo>
                    <a:pt x="4095745" y="1975868"/>
                  </a:lnTo>
                  <a:lnTo>
                    <a:pt x="4162423" y="2001355"/>
                  </a:lnTo>
                  <a:lnTo>
                    <a:pt x="4235328" y="2024364"/>
                  </a:lnTo>
                  <a:lnTo>
                    <a:pt x="4314936" y="2045173"/>
                  </a:lnTo>
                  <a:lnTo>
                    <a:pt x="4401392" y="2064001"/>
                  </a:lnTo>
                  <a:lnTo>
                    <a:pt x="4494356" y="2080999"/>
                  </a:lnTo>
                  <a:lnTo>
                    <a:pt x="4592817" y="2096255"/>
                  </a:lnTo>
                  <a:lnTo>
                    <a:pt x="4694937" y="2109798"/>
                  </a:lnTo>
                  <a:lnTo>
                    <a:pt x="4797963" y="2121612"/>
                  </a:lnTo>
                  <a:lnTo>
                    <a:pt x="4898297" y="2131657"/>
                  </a:lnTo>
                  <a:lnTo>
                    <a:pt x="4991782" y="2139904"/>
                  </a:lnTo>
                  <a:lnTo>
                    <a:pt x="5074235" y="2146365"/>
                  </a:lnTo>
                  <a:lnTo>
                    <a:pt x="5142140" y="2151123"/>
                  </a:lnTo>
                  <a:lnTo>
                    <a:pt x="5193348" y="2154350"/>
                  </a:lnTo>
                  <a:lnTo>
                    <a:pt x="5227568" y="2156299"/>
                  </a:lnTo>
                  <a:lnTo>
                    <a:pt x="5246544" y="2157279"/>
                  </a:lnTo>
                  <a:lnTo>
                    <a:pt x="5253915" y="2157626"/>
                  </a:lnTo>
                  <a:lnTo>
                    <a:pt x="5254955" y="2157671"/>
                  </a:lnTo>
                  <a:lnTo>
                    <a:pt x="6726343" y="2157671"/>
                  </a:lnTo>
                  <a:lnTo>
                    <a:pt x="6727579" y="2157664"/>
                  </a:lnTo>
                  <a:lnTo>
                    <a:pt x="6735695" y="2157611"/>
                  </a:lnTo>
                  <a:lnTo>
                    <a:pt x="6756099" y="2157466"/>
                  </a:lnTo>
                  <a:lnTo>
                    <a:pt x="6792448" y="2157180"/>
                  </a:lnTo>
                  <a:lnTo>
                    <a:pt x="6846364" y="2156709"/>
                  </a:lnTo>
                  <a:lnTo>
                    <a:pt x="6917313" y="2156019"/>
                  </a:lnTo>
                  <a:lnTo>
                    <a:pt x="7002832" y="2155087"/>
                  </a:lnTo>
                  <a:lnTo>
                    <a:pt x="7099101" y="2153902"/>
                  </a:lnTo>
                  <a:lnTo>
                    <a:pt x="7201706" y="2152463"/>
                  </a:lnTo>
                  <a:lnTo>
                    <a:pt x="7306370" y="2150776"/>
                  </a:lnTo>
                  <a:lnTo>
                    <a:pt x="7409477" y="2148846"/>
                  </a:lnTo>
                  <a:lnTo>
                    <a:pt x="7508343" y="2146675"/>
                  </a:lnTo>
                  <a:lnTo>
                    <a:pt x="7601243" y="2144255"/>
                  </a:lnTo>
                  <a:lnTo>
                    <a:pt x="7687299" y="2141573"/>
                  </a:lnTo>
                  <a:lnTo>
                    <a:pt x="7766296" y="2138605"/>
                  </a:lnTo>
                  <a:lnTo>
                    <a:pt x="7838492" y="2135316"/>
                  </a:lnTo>
                  <a:lnTo>
                    <a:pt x="7904453" y="2131665"/>
                  </a:lnTo>
                  <a:lnTo>
                    <a:pt x="7964928" y="2127604"/>
                  </a:lnTo>
                  <a:lnTo>
                    <a:pt x="8020752" y="2123079"/>
                  </a:lnTo>
                  <a:lnTo>
                    <a:pt x="8072774" y="2118040"/>
                  </a:lnTo>
                  <a:lnTo>
                    <a:pt x="8121811" y="2112447"/>
                  </a:lnTo>
                  <a:lnTo>
                    <a:pt x="8151487" y="2108633"/>
                  </a:lnTo>
                  <a:lnTo>
                    <a:pt x="8207130" y="2100583"/>
                  </a:lnTo>
                  <a:lnTo>
                    <a:pt x="8260955" y="2091660"/>
                  </a:lnTo>
                  <a:lnTo>
                    <a:pt x="8313694" y="2081852"/>
                  </a:lnTo>
                  <a:lnTo>
                    <a:pt x="8365869" y="2071184"/>
                  </a:lnTo>
                  <a:lnTo>
                    <a:pt x="8417831" y="2059718"/>
                  </a:lnTo>
                  <a:lnTo>
                    <a:pt x="8469794" y="2047557"/>
                  </a:lnTo>
                  <a:lnTo>
                    <a:pt x="8521856" y="2034845"/>
                  </a:lnTo>
                  <a:lnTo>
                    <a:pt x="8574028" y="2021755"/>
                  </a:lnTo>
                  <a:lnTo>
                    <a:pt x="8626263" y="2008488"/>
                  </a:lnTo>
                  <a:lnTo>
                    <a:pt x="8678485" y="1995253"/>
                  </a:lnTo>
                  <a:lnTo>
                    <a:pt x="8730626" y="1982260"/>
                  </a:lnTo>
                  <a:lnTo>
                    <a:pt x="8782652" y="1969702"/>
                  </a:lnTo>
                  <a:lnTo>
                    <a:pt x="8834599" y="1957745"/>
                  </a:lnTo>
                  <a:lnTo>
                    <a:pt x="8886599" y="1946518"/>
                  </a:lnTo>
                  <a:lnTo>
                    <a:pt x="8938905" y="1936113"/>
                  </a:lnTo>
                  <a:lnTo>
                    <a:pt x="8991917" y="1926580"/>
                  </a:lnTo>
                  <a:lnTo>
                    <a:pt x="9046218" y="1917931"/>
                  </a:lnTo>
                  <a:lnTo>
                    <a:pt x="9084767" y="1912481"/>
                  </a:lnTo>
                  <a:lnTo>
                    <a:pt x="9132301" y="1906530"/>
                  </a:lnTo>
                  <a:lnTo>
                    <a:pt x="9182353" y="1901146"/>
                  </a:lnTo>
                  <a:lnTo>
                    <a:pt x="9235685" y="1896302"/>
                  </a:lnTo>
                  <a:lnTo>
                    <a:pt x="9293131" y="1891955"/>
                  </a:lnTo>
                  <a:lnTo>
                    <a:pt x="9355544" y="1888052"/>
                  </a:lnTo>
                  <a:lnTo>
                    <a:pt x="9423734" y="1884541"/>
                  </a:lnTo>
                  <a:lnTo>
                    <a:pt x="9498395" y="1881375"/>
                  </a:lnTo>
                  <a:lnTo>
                    <a:pt x="9579997" y="1878516"/>
                  </a:lnTo>
                  <a:lnTo>
                    <a:pt x="9668644" y="1875934"/>
                  </a:lnTo>
                  <a:lnTo>
                    <a:pt x="9763897" y="1873607"/>
                  </a:lnTo>
                  <a:lnTo>
                    <a:pt x="9864584" y="1871525"/>
                  </a:lnTo>
                  <a:lnTo>
                    <a:pt x="9968633" y="1869685"/>
                  </a:lnTo>
                  <a:lnTo>
                    <a:pt x="10073000" y="1868089"/>
                  </a:lnTo>
                  <a:lnTo>
                    <a:pt x="10173779" y="1866744"/>
                  </a:lnTo>
                  <a:lnTo>
                    <a:pt x="10266568" y="1865653"/>
                  </a:lnTo>
                  <a:lnTo>
                    <a:pt x="10347080" y="1864812"/>
                  </a:lnTo>
                  <a:lnTo>
                    <a:pt x="10411915" y="1864207"/>
                  </a:lnTo>
                  <a:lnTo>
                    <a:pt x="10459274" y="1863809"/>
                  </a:lnTo>
                  <a:lnTo>
                    <a:pt x="10489416" y="1863581"/>
                  </a:lnTo>
                  <a:lnTo>
                    <a:pt x="10504744" y="1863475"/>
                  </a:lnTo>
                  <a:lnTo>
                    <a:pt x="10509595" y="1863445"/>
                  </a:lnTo>
                  <a:lnTo>
                    <a:pt x="10509911" y="1863443"/>
                  </a:lnTo>
                  <a:lnTo>
                    <a:pt x="11981298" y="1863443"/>
                  </a:lnTo>
                  <a:lnTo>
                    <a:pt x="11981298" y="1855270"/>
                  </a:lnTo>
                  <a:lnTo>
                    <a:pt x="10509911" y="1855270"/>
                  </a:lnTo>
                  <a:lnTo>
                    <a:pt x="10508674" y="1855277"/>
                  </a:lnTo>
                  <a:lnTo>
                    <a:pt x="10500559" y="1855330"/>
                  </a:lnTo>
                  <a:lnTo>
                    <a:pt x="10480154" y="1855475"/>
                  </a:lnTo>
                  <a:lnTo>
                    <a:pt x="10443805" y="1855762"/>
                  </a:lnTo>
                  <a:lnTo>
                    <a:pt x="10389889" y="1856232"/>
                  </a:lnTo>
                  <a:lnTo>
                    <a:pt x="10318940" y="1856922"/>
                  </a:lnTo>
                  <a:lnTo>
                    <a:pt x="10233422" y="1857855"/>
                  </a:lnTo>
                  <a:lnTo>
                    <a:pt x="10137152" y="1859040"/>
                  </a:lnTo>
                  <a:lnTo>
                    <a:pt x="10034547" y="1860478"/>
                  </a:lnTo>
                  <a:lnTo>
                    <a:pt x="9929883" y="1862165"/>
                  </a:lnTo>
                  <a:lnTo>
                    <a:pt x="9826776" y="1864095"/>
                  </a:lnTo>
                  <a:lnTo>
                    <a:pt x="9727910" y="1866267"/>
                  </a:lnTo>
                  <a:lnTo>
                    <a:pt x="9635010" y="1868686"/>
                  </a:lnTo>
                  <a:lnTo>
                    <a:pt x="9548954" y="1871368"/>
                  </a:lnTo>
                  <a:lnTo>
                    <a:pt x="9469957" y="1874337"/>
                  </a:lnTo>
                  <a:lnTo>
                    <a:pt x="9397761" y="1877625"/>
                  </a:lnTo>
                  <a:lnTo>
                    <a:pt x="9331800" y="1881276"/>
                  </a:lnTo>
                  <a:lnTo>
                    <a:pt x="9271325" y="1885337"/>
                  </a:lnTo>
                  <a:lnTo>
                    <a:pt x="9215502" y="1889862"/>
                  </a:lnTo>
                  <a:lnTo>
                    <a:pt x="9163479" y="1894901"/>
                  </a:lnTo>
                  <a:lnTo>
                    <a:pt x="9114443" y="1900494"/>
                  </a:lnTo>
                  <a:lnTo>
                    <a:pt x="9084767" y="1904308"/>
                  </a:lnTo>
                  <a:lnTo>
                    <a:pt x="9029123" y="1912358"/>
                  </a:lnTo>
                  <a:lnTo>
                    <a:pt x="8975298" y="1921281"/>
                  </a:lnTo>
                  <a:lnTo>
                    <a:pt x="8922559" y="1931089"/>
                  </a:lnTo>
                  <a:lnTo>
                    <a:pt x="8870385" y="1941757"/>
                  </a:lnTo>
                  <a:lnTo>
                    <a:pt x="8818422" y="1953223"/>
                  </a:lnTo>
                  <a:lnTo>
                    <a:pt x="8766459" y="1965384"/>
                  </a:lnTo>
                  <a:lnTo>
                    <a:pt x="8714397" y="1978096"/>
                  </a:lnTo>
                  <a:lnTo>
                    <a:pt x="8662225" y="1991186"/>
                  </a:lnTo>
                  <a:lnTo>
                    <a:pt x="8609991" y="2004454"/>
                  </a:lnTo>
                  <a:lnTo>
                    <a:pt x="8557768" y="2017688"/>
                  </a:lnTo>
                  <a:lnTo>
                    <a:pt x="8505628" y="2030681"/>
                  </a:lnTo>
                  <a:lnTo>
                    <a:pt x="8453601" y="2043239"/>
                  </a:lnTo>
                  <a:lnTo>
                    <a:pt x="8401654" y="2055196"/>
                  </a:lnTo>
                  <a:lnTo>
                    <a:pt x="8349654" y="2066423"/>
                  </a:lnTo>
                  <a:lnTo>
                    <a:pt x="8297349" y="2076828"/>
                  </a:lnTo>
                  <a:lnTo>
                    <a:pt x="8244336" y="2086361"/>
                  </a:lnTo>
                  <a:lnTo>
                    <a:pt x="8190035" y="2095010"/>
                  </a:lnTo>
                  <a:lnTo>
                    <a:pt x="8151487" y="2100460"/>
                  </a:lnTo>
                  <a:lnTo>
                    <a:pt x="8103952" y="2106411"/>
                  </a:lnTo>
                  <a:lnTo>
                    <a:pt x="8053900" y="2111796"/>
                  </a:lnTo>
                  <a:lnTo>
                    <a:pt x="8000568" y="2116639"/>
                  </a:lnTo>
                  <a:lnTo>
                    <a:pt x="7943122" y="2120986"/>
                  </a:lnTo>
                  <a:lnTo>
                    <a:pt x="7880709" y="2124889"/>
                  </a:lnTo>
                  <a:lnTo>
                    <a:pt x="7812519" y="2128401"/>
                  </a:lnTo>
                  <a:lnTo>
                    <a:pt x="7737858" y="2131566"/>
                  </a:lnTo>
                  <a:lnTo>
                    <a:pt x="7656256" y="2134425"/>
                  </a:lnTo>
                  <a:lnTo>
                    <a:pt x="7567609" y="2137008"/>
                  </a:lnTo>
                  <a:lnTo>
                    <a:pt x="7472356" y="2139334"/>
                  </a:lnTo>
                  <a:lnTo>
                    <a:pt x="7371669" y="2141416"/>
                  </a:lnTo>
                  <a:lnTo>
                    <a:pt x="7267620" y="2143257"/>
                  </a:lnTo>
                  <a:lnTo>
                    <a:pt x="7163253" y="2144852"/>
                  </a:lnTo>
                  <a:lnTo>
                    <a:pt x="7062474" y="2146197"/>
                  </a:lnTo>
                  <a:lnTo>
                    <a:pt x="6969685" y="2147288"/>
                  </a:lnTo>
                  <a:lnTo>
                    <a:pt x="6889174" y="2148129"/>
                  </a:lnTo>
                  <a:lnTo>
                    <a:pt x="6824339" y="2148734"/>
                  </a:lnTo>
                  <a:lnTo>
                    <a:pt x="6776979" y="2149132"/>
                  </a:lnTo>
                  <a:lnTo>
                    <a:pt x="6746837" y="2149360"/>
                  </a:lnTo>
                  <a:lnTo>
                    <a:pt x="6731509" y="2149466"/>
                  </a:lnTo>
                  <a:lnTo>
                    <a:pt x="6726658" y="2149496"/>
                  </a:lnTo>
                  <a:lnTo>
                    <a:pt x="6726343" y="2149498"/>
                  </a:lnTo>
                  <a:lnTo>
                    <a:pt x="5254955" y="2149498"/>
                  </a:lnTo>
                  <a:lnTo>
                    <a:pt x="5253772" y="2149447"/>
                  </a:lnTo>
                  <a:lnTo>
                    <a:pt x="5246000" y="2149079"/>
                  </a:lnTo>
                  <a:lnTo>
                    <a:pt x="5226432" y="2148065"/>
                  </a:lnTo>
                  <a:lnTo>
                    <a:pt x="5191504" y="2146067"/>
                  </a:lnTo>
                  <a:lnTo>
                    <a:pt x="5139560" y="2142779"/>
                  </a:lnTo>
                  <a:lnTo>
                    <a:pt x="5070974" y="2137950"/>
                  </a:lnTo>
                  <a:lnTo>
                    <a:pt x="4987968" y="2131414"/>
                  </a:lnTo>
                  <a:lnTo>
                    <a:pt x="4894101" y="2123090"/>
                  </a:lnTo>
                  <a:lnTo>
                    <a:pt x="4793569" y="2112968"/>
                  </a:lnTo>
                  <a:lnTo>
                    <a:pt x="4690513" y="2101079"/>
                  </a:lnTo>
                  <a:lnTo>
                    <a:pt x="4588500" y="2087462"/>
                  </a:lnTo>
                  <a:lnTo>
                    <a:pt x="4490244" y="2072133"/>
                  </a:lnTo>
                  <a:lnTo>
                    <a:pt x="4397544" y="2055058"/>
                  </a:lnTo>
                  <a:lnTo>
                    <a:pt x="4311378" y="2036149"/>
                  </a:lnTo>
                  <a:lnTo>
                    <a:pt x="4232064" y="2015250"/>
                  </a:lnTo>
                  <a:lnTo>
                    <a:pt x="4159438" y="1992141"/>
                  </a:lnTo>
                  <a:lnTo>
                    <a:pt x="4093014" y="1966541"/>
                  </a:lnTo>
                  <a:lnTo>
                    <a:pt x="4032108" y="1938119"/>
                  </a:lnTo>
                  <a:lnTo>
                    <a:pt x="3975938" y="1906513"/>
                  </a:lnTo>
                  <a:lnTo>
                    <a:pt x="3923689" y="1871360"/>
                  </a:lnTo>
                  <a:lnTo>
                    <a:pt x="3874566" y="1832351"/>
                  </a:lnTo>
                  <a:lnTo>
                    <a:pt x="3829811" y="1791248"/>
                  </a:lnTo>
                  <a:lnTo>
                    <a:pt x="3788052" y="1747929"/>
                  </a:lnTo>
                  <a:lnTo>
                    <a:pt x="3747427" y="1701075"/>
                  </a:lnTo>
                  <a:lnTo>
                    <a:pt x="3707593" y="1650620"/>
                  </a:lnTo>
                  <a:lnTo>
                    <a:pt x="3668281" y="1596565"/>
                  </a:lnTo>
                  <a:lnTo>
                    <a:pt x="3629283" y="1538997"/>
                  </a:lnTo>
                  <a:lnTo>
                    <a:pt x="3590444" y="1478089"/>
                  </a:lnTo>
                  <a:lnTo>
                    <a:pt x="3551656" y="1414108"/>
                  </a:lnTo>
                  <a:lnTo>
                    <a:pt x="3512847" y="1347409"/>
                  </a:lnTo>
                  <a:lnTo>
                    <a:pt x="3473983" y="1278439"/>
                  </a:lnTo>
                  <a:lnTo>
                    <a:pt x="3435053" y="1207717"/>
                  </a:lnTo>
                  <a:lnTo>
                    <a:pt x="3396070" y="1135827"/>
                  </a:lnTo>
                  <a:lnTo>
                    <a:pt x="3357061" y="1063394"/>
                  </a:lnTo>
                  <a:lnTo>
                    <a:pt x="3318056" y="991062"/>
                  </a:lnTo>
                  <a:lnTo>
                    <a:pt x="3279087" y="919472"/>
                  </a:lnTo>
                  <a:lnTo>
                    <a:pt x="3240178" y="849239"/>
                  </a:lnTo>
                  <a:lnTo>
                    <a:pt x="3201333" y="780928"/>
                  </a:lnTo>
                  <a:lnTo>
                    <a:pt x="3162536" y="715036"/>
                  </a:lnTo>
                  <a:lnTo>
                    <a:pt x="3123741" y="651983"/>
                  </a:lnTo>
                  <a:lnTo>
                    <a:pt x="3084866" y="592097"/>
                  </a:lnTo>
                  <a:lnTo>
                    <a:pt x="3045789" y="535616"/>
                  </a:lnTo>
                  <a:lnTo>
                    <a:pt x="3006339" y="482683"/>
                  </a:lnTo>
                  <a:lnTo>
                    <a:pt x="2966289" y="433359"/>
                  </a:lnTo>
                  <a:lnTo>
                    <a:pt x="2925349" y="387624"/>
                  </a:lnTo>
                  <a:lnTo>
                    <a:pt x="2896531" y="358249"/>
                  </a:lnTo>
                  <a:lnTo>
                    <a:pt x="2849722" y="315390"/>
                  </a:lnTo>
                  <a:lnTo>
                    <a:pt x="2800480" y="276551"/>
                  </a:lnTo>
                  <a:lnTo>
                    <a:pt x="2748080" y="241558"/>
                  </a:lnTo>
                  <a:lnTo>
                    <a:pt x="2691723" y="210096"/>
                  </a:lnTo>
                  <a:lnTo>
                    <a:pt x="2630597" y="181803"/>
                  </a:lnTo>
                  <a:lnTo>
                    <a:pt x="2563919" y="156316"/>
                  </a:lnTo>
                  <a:lnTo>
                    <a:pt x="2491014" y="133307"/>
                  </a:lnTo>
                  <a:lnTo>
                    <a:pt x="2411407" y="112497"/>
                  </a:lnTo>
                  <a:lnTo>
                    <a:pt x="2324950" y="93670"/>
                  </a:lnTo>
                  <a:lnTo>
                    <a:pt x="2231986" y="76672"/>
                  </a:lnTo>
                  <a:lnTo>
                    <a:pt x="2133525" y="61416"/>
                  </a:lnTo>
                  <a:lnTo>
                    <a:pt x="2031405" y="47873"/>
                  </a:lnTo>
                  <a:lnTo>
                    <a:pt x="1928379" y="36059"/>
                  </a:lnTo>
                  <a:lnTo>
                    <a:pt x="1828045" y="26013"/>
                  </a:lnTo>
                  <a:lnTo>
                    <a:pt x="1734560" y="17766"/>
                  </a:lnTo>
                  <a:lnTo>
                    <a:pt x="1652108" y="11306"/>
                  </a:lnTo>
                  <a:lnTo>
                    <a:pt x="1584202" y="6547"/>
                  </a:lnTo>
                  <a:lnTo>
                    <a:pt x="1532994" y="3320"/>
                  </a:lnTo>
                  <a:lnTo>
                    <a:pt x="1498774" y="1372"/>
                  </a:lnTo>
                  <a:lnTo>
                    <a:pt x="1479798" y="391"/>
                  </a:lnTo>
                  <a:lnTo>
                    <a:pt x="1472427" y="45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402" name="pl402"/>
            <p:cNvSpPr/>
            <p:nvPr/>
          </p:nvSpPr>
          <p:spPr>
            <a:xfrm>
              <a:off x="4799595" y="4726407"/>
              <a:ext cx="11981298" cy="2149498"/>
            </a:xfrm>
            <a:custGeom>
              <a:avLst/>
              <a:pathLst>
                <a:path w="11981298" h="2149498">
                  <a:moveTo>
                    <a:pt x="0" y="0"/>
                  </a:moveTo>
                  <a:lnTo>
                    <a:pt x="1471387" y="0"/>
                  </a:lnTo>
                  <a:lnTo>
                    <a:pt x="1472570" y="51"/>
                  </a:lnTo>
                  <a:lnTo>
                    <a:pt x="1480342" y="418"/>
                  </a:lnTo>
                  <a:lnTo>
                    <a:pt x="1499910" y="1433"/>
                  </a:lnTo>
                  <a:lnTo>
                    <a:pt x="1534838" y="3430"/>
                  </a:lnTo>
                  <a:lnTo>
                    <a:pt x="1586782" y="6719"/>
                  </a:lnTo>
                  <a:lnTo>
                    <a:pt x="1655368" y="11547"/>
                  </a:lnTo>
                  <a:lnTo>
                    <a:pt x="1738374" y="18083"/>
                  </a:lnTo>
                  <a:lnTo>
                    <a:pt x="1832241" y="26407"/>
                  </a:lnTo>
                  <a:lnTo>
                    <a:pt x="1932773" y="36530"/>
                  </a:lnTo>
                  <a:lnTo>
                    <a:pt x="2035829" y="48418"/>
                  </a:lnTo>
                  <a:lnTo>
                    <a:pt x="2137842" y="62035"/>
                  </a:lnTo>
                  <a:lnTo>
                    <a:pt x="2236098" y="77365"/>
                  </a:lnTo>
                  <a:lnTo>
                    <a:pt x="2328798" y="94439"/>
                  </a:lnTo>
                  <a:lnTo>
                    <a:pt x="2414964" y="113348"/>
                  </a:lnTo>
                  <a:lnTo>
                    <a:pt x="2494278" y="134247"/>
                  </a:lnTo>
                  <a:lnTo>
                    <a:pt x="2566904" y="157357"/>
                  </a:lnTo>
                  <a:lnTo>
                    <a:pt x="2633329" y="182957"/>
                  </a:lnTo>
                  <a:lnTo>
                    <a:pt x="2694234" y="211378"/>
                  </a:lnTo>
                  <a:lnTo>
                    <a:pt x="2750404" y="242984"/>
                  </a:lnTo>
                  <a:lnTo>
                    <a:pt x="2802653" y="278137"/>
                  </a:lnTo>
                  <a:lnTo>
                    <a:pt x="2851776" y="317146"/>
                  </a:lnTo>
                  <a:lnTo>
                    <a:pt x="2896531" y="358249"/>
                  </a:lnTo>
                  <a:lnTo>
                    <a:pt x="2938290" y="401569"/>
                  </a:lnTo>
                  <a:lnTo>
                    <a:pt x="2978916" y="448422"/>
                  </a:lnTo>
                  <a:lnTo>
                    <a:pt x="3018749" y="498878"/>
                  </a:lnTo>
                  <a:lnTo>
                    <a:pt x="3058061" y="552932"/>
                  </a:lnTo>
                  <a:lnTo>
                    <a:pt x="3097059" y="610500"/>
                  </a:lnTo>
                  <a:lnTo>
                    <a:pt x="3135898" y="671408"/>
                  </a:lnTo>
                  <a:lnTo>
                    <a:pt x="3174686" y="735390"/>
                  </a:lnTo>
                  <a:lnTo>
                    <a:pt x="3213495" y="802088"/>
                  </a:lnTo>
                  <a:lnTo>
                    <a:pt x="3252359" y="871059"/>
                  </a:lnTo>
                  <a:lnTo>
                    <a:pt x="3291289" y="941780"/>
                  </a:lnTo>
                  <a:lnTo>
                    <a:pt x="3330272" y="1013670"/>
                  </a:lnTo>
                  <a:lnTo>
                    <a:pt x="3369282" y="1086104"/>
                  </a:lnTo>
                  <a:lnTo>
                    <a:pt x="3408286" y="1158436"/>
                  </a:lnTo>
                  <a:lnTo>
                    <a:pt x="3447255" y="1230026"/>
                  </a:lnTo>
                  <a:lnTo>
                    <a:pt x="3486164" y="1300259"/>
                  </a:lnTo>
                  <a:lnTo>
                    <a:pt x="3525009" y="1368570"/>
                  </a:lnTo>
                  <a:lnTo>
                    <a:pt x="3563806" y="1434461"/>
                  </a:lnTo>
                  <a:lnTo>
                    <a:pt x="3602601" y="1497514"/>
                  </a:lnTo>
                  <a:lnTo>
                    <a:pt x="3641476" y="1557400"/>
                  </a:lnTo>
                  <a:lnTo>
                    <a:pt x="3680553" y="1613882"/>
                  </a:lnTo>
                  <a:lnTo>
                    <a:pt x="3720003" y="1666814"/>
                  </a:lnTo>
                  <a:lnTo>
                    <a:pt x="3760053" y="1716138"/>
                  </a:lnTo>
                  <a:lnTo>
                    <a:pt x="3800993" y="1761874"/>
                  </a:lnTo>
                  <a:lnTo>
                    <a:pt x="3829811" y="1791248"/>
                  </a:lnTo>
                  <a:lnTo>
                    <a:pt x="3876620" y="1834107"/>
                  </a:lnTo>
                  <a:lnTo>
                    <a:pt x="3925862" y="1872946"/>
                  </a:lnTo>
                  <a:lnTo>
                    <a:pt x="3978262" y="1907940"/>
                  </a:lnTo>
                  <a:lnTo>
                    <a:pt x="4034619" y="1939402"/>
                  </a:lnTo>
                  <a:lnTo>
                    <a:pt x="4095745" y="1967695"/>
                  </a:lnTo>
                  <a:lnTo>
                    <a:pt x="4162423" y="1993182"/>
                  </a:lnTo>
                  <a:lnTo>
                    <a:pt x="4235328" y="2016191"/>
                  </a:lnTo>
                  <a:lnTo>
                    <a:pt x="4314936" y="2037000"/>
                  </a:lnTo>
                  <a:lnTo>
                    <a:pt x="4401392" y="2055828"/>
                  </a:lnTo>
                  <a:lnTo>
                    <a:pt x="4494356" y="2072826"/>
                  </a:lnTo>
                  <a:lnTo>
                    <a:pt x="4592817" y="2088082"/>
                  </a:lnTo>
                  <a:lnTo>
                    <a:pt x="4694937" y="2101625"/>
                  </a:lnTo>
                  <a:lnTo>
                    <a:pt x="4797963" y="2113439"/>
                  </a:lnTo>
                  <a:lnTo>
                    <a:pt x="4898297" y="2123484"/>
                  </a:lnTo>
                  <a:lnTo>
                    <a:pt x="4991782" y="2131731"/>
                  </a:lnTo>
                  <a:lnTo>
                    <a:pt x="5074235" y="2138192"/>
                  </a:lnTo>
                  <a:lnTo>
                    <a:pt x="5142140" y="2142950"/>
                  </a:lnTo>
                  <a:lnTo>
                    <a:pt x="5193348" y="2146177"/>
                  </a:lnTo>
                  <a:lnTo>
                    <a:pt x="5227568" y="2148126"/>
                  </a:lnTo>
                  <a:lnTo>
                    <a:pt x="5246544" y="2149106"/>
                  </a:lnTo>
                  <a:lnTo>
                    <a:pt x="5253915" y="2149453"/>
                  </a:lnTo>
                  <a:lnTo>
                    <a:pt x="5254955" y="2149498"/>
                  </a:lnTo>
                  <a:lnTo>
                    <a:pt x="6726343" y="2149498"/>
                  </a:lnTo>
                  <a:lnTo>
                    <a:pt x="6727579" y="2149491"/>
                  </a:lnTo>
                  <a:lnTo>
                    <a:pt x="6735695" y="2149438"/>
                  </a:lnTo>
                  <a:lnTo>
                    <a:pt x="6756099" y="2149293"/>
                  </a:lnTo>
                  <a:lnTo>
                    <a:pt x="6792448" y="2149007"/>
                  </a:lnTo>
                  <a:lnTo>
                    <a:pt x="6846364" y="2148536"/>
                  </a:lnTo>
                  <a:lnTo>
                    <a:pt x="6917313" y="2147846"/>
                  </a:lnTo>
                  <a:lnTo>
                    <a:pt x="7002832" y="2146914"/>
                  </a:lnTo>
                  <a:lnTo>
                    <a:pt x="7099101" y="2145729"/>
                  </a:lnTo>
                  <a:lnTo>
                    <a:pt x="7201706" y="2144290"/>
                  </a:lnTo>
                  <a:lnTo>
                    <a:pt x="7306370" y="2142603"/>
                  </a:lnTo>
                  <a:lnTo>
                    <a:pt x="7409477" y="2140673"/>
                  </a:lnTo>
                  <a:lnTo>
                    <a:pt x="7508343" y="2138502"/>
                  </a:lnTo>
                  <a:lnTo>
                    <a:pt x="7601243" y="2136082"/>
                  </a:lnTo>
                  <a:lnTo>
                    <a:pt x="7687299" y="2133400"/>
                  </a:lnTo>
                  <a:lnTo>
                    <a:pt x="7766296" y="2130432"/>
                  </a:lnTo>
                  <a:lnTo>
                    <a:pt x="7838492" y="2127143"/>
                  </a:lnTo>
                  <a:lnTo>
                    <a:pt x="7904453" y="2123492"/>
                  </a:lnTo>
                  <a:lnTo>
                    <a:pt x="7964928" y="2119431"/>
                  </a:lnTo>
                  <a:lnTo>
                    <a:pt x="8020752" y="2114906"/>
                  </a:lnTo>
                  <a:lnTo>
                    <a:pt x="8072774" y="2109867"/>
                  </a:lnTo>
                  <a:lnTo>
                    <a:pt x="8121811" y="2104274"/>
                  </a:lnTo>
                  <a:lnTo>
                    <a:pt x="8151487" y="2100460"/>
                  </a:lnTo>
                  <a:lnTo>
                    <a:pt x="8207130" y="2092410"/>
                  </a:lnTo>
                  <a:lnTo>
                    <a:pt x="8260955" y="2083487"/>
                  </a:lnTo>
                  <a:lnTo>
                    <a:pt x="8313694" y="2073679"/>
                  </a:lnTo>
                  <a:lnTo>
                    <a:pt x="8365869" y="2063011"/>
                  </a:lnTo>
                  <a:lnTo>
                    <a:pt x="8417831" y="2051545"/>
                  </a:lnTo>
                  <a:lnTo>
                    <a:pt x="8469794" y="2039384"/>
                  </a:lnTo>
                  <a:lnTo>
                    <a:pt x="8521856" y="2026672"/>
                  </a:lnTo>
                  <a:lnTo>
                    <a:pt x="8574028" y="2013582"/>
                  </a:lnTo>
                  <a:lnTo>
                    <a:pt x="8626263" y="2000315"/>
                  </a:lnTo>
                  <a:lnTo>
                    <a:pt x="8678485" y="1987080"/>
                  </a:lnTo>
                  <a:lnTo>
                    <a:pt x="8730626" y="1974087"/>
                  </a:lnTo>
                  <a:lnTo>
                    <a:pt x="8782652" y="1961529"/>
                  </a:lnTo>
                  <a:lnTo>
                    <a:pt x="8834599" y="1949572"/>
                  </a:lnTo>
                  <a:lnTo>
                    <a:pt x="8886599" y="1938345"/>
                  </a:lnTo>
                  <a:lnTo>
                    <a:pt x="8938905" y="1927940"/>
                  </a:lnTo>
                  <a:lnTo>
                    <a:pt x="8991917" y="1918407"/>
                  </a:lnTo>
                  <a:lnTo>
                    <a:pt x="9046218" y="1909758"/>
                  </a:lnTo>
                  <a:lnTo>
                    <a:pt x="9084767" y="1904308"/>
                  </a:lnTo>
                  <a:lnTo>
                    <a:pt x="9132301" y="1898357"/>
                  </a:lnTo>
                  <a:lnTo>
                    <a:pt x="9182353" y="1892973"/>
                  </a:lnTo>
                  <a:lnTo>
                    <a:pt x="9235685" y="1888129"/>
                  </a:lnTo>
                  <a:lnTo>
                    <a:pt x="9293131" y="1883782"/>
                  </a:lnTo>
                  <a:lnTo>
                    <a:pt x="9355544" y="1879879"/>
                  </a:lnTo>
                  <a:lnTo>
                    <a:pt x="9423734" y="1876368"/>
                  </a:lnTo>
                  <a:lnTo>
                    <a:pt x="9498395" y="1873202"/>
                  </a:lnTo>
                  <a:lnTo>
                    <a:pt x="9579997" y="1870343"/>
                  </a:lnTo>
                  <a:lnTo>
                    <a:pt x="9668644" y="1867761"/>
                  </a:lnTo>
                  <a:lnTo>
                    <a:pt x="9763897" y="1865434"/>
                  </a:lnTo>
                  <a:lnTo>
                    <a:pt x="9864584" y="1863352"/>
                  </a:lnTo>
                  <a:lnTo>
                    <a:pt x="9968633" y="1861512"/>
                  </a:lnTo>
                  <a:lnTo>
                    <a:pt x="10073000" y="1859916"/>
                  </a:lnTo>
                  <a:lnTo>
                    <a:pt x="10173779" y="1858571"/>
                  </a:lnTo>
                  <a:lnTo>
                    <a:pt x="10266568" y="1857480"/>
                  </a:lnTo>
                  <a:lnTo>
                    <a:pt x="10347080" y="1856639"/>
                  </a:lnTo>
                  <a:lnTo>
                    <a:pt x="10411915" y="1856034"/>
                  </a:lnTo>
                  <a:lnTo>
                    <a:pt x="10459274" y="1855636"/>
                  </a:lnTo>
                  <a:lnTo>
                    <a:pt x="10489416" y="1855408"/>
                  </a:lnTo>
                  <a:lnTo>
                    <a:pt x="10504744" y="1855302"/>
                  </a:lnTo>
                  <a:lnTo>
                    <a:pt x="10509595" y="1855272"/>
                  </a:lnTo>
                  <a:lnTo>
                    <a:pt x="10509911" y="1855270"/>
                  </a:lnTo>
                  <a:lnTo>
                    <a:pt x="11981298" y="185527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03" name="pl403"/>
            <p:cNvSpPr/>
            <p:nvPr/>
          </p:nvSpPr>
          <p:spPr>
            <a:xfrm>
              <a:off x="4799595" y="4718234"/>
              <a:ext cx="11981298" cy="2149498"/>
            </a:xfrm>
            <a:custGeom>
              <a:avLst/>
              <a:pathLst>
                <a:path w="11981298" h="2149498">
                  <a:moveTo>
                    <a:pt x="11981298" y="1855270"/>
                  </a:moveTo>
                  <a:lnTo>
                    <a:pt x="10509911" y="1855270"/>
                  </a:lnTo>
                  <a:lnTo>
                    <a:pt x="10508674" y="1855277"/>
                  </a:lnTo>
                  <a:lnTo>
                    <a:pt x="10500559" y="1855330"/>
                  </a:lnTo>
                  <a:lnTo>
                    <a:pt x="10480154" y="1855475"/>
                  </a:lnTo>
                  <a:lnTo>
                    <a:pt x="10443805" y="1855762"/>
                  </a:lnTo>
                  <a:lnTo>
                    <a:pt x="10389889" y="1856232"/>
                  </a:lnTo>
                  <a:lnTo>
                    <a:pt x="10318940" y="1856922"/>
                  </a:lnTo>
                  <a:lnTo>
                    <a:pt x="10233422" y="1857855"/>
                  </a:lnTo>
                  <a:lnTo>
                    <a:pt x="10137152" y="1859040"/>
                  </a:lnTo>
                  <a:lnTo>
                    <a:pt x="10034547" y="1860478"/>
                  </a:lnTo>
                  <a:lnTo>
                    <a:pt x="9929883" y="1862165"/>
                  </a:lnTo>
                  <a:lnTo>
                    <a:pt x="9826776" y="1864095"/>
                  </a:lnTo>
                  <a:lnTo>
                    <a:pt x="9727910" y="1866267"/>
                  </a:lnTo>
                  <a:lnTo>
                    <a:pt x="9635010" y="1868686"/>
                  </a:lnTo>
                  <a:lnTo>
                    <a:pt x="9548954" y="1871368"/>
                  </a:lnTo>
                  <a:lnTo>
                    <a:pt x="9469957" y="1874337"/>
                  </a:lnTo>
                  <a:lnTo>
                    <a:pt x="9397761" y="1877625"/>
                  </a:lnTo>
                  <a:lnTo>
                    <a:pt x="9331800" y="1881276"/>
                  </a:lnTo>
                  <a:lnTo>
                    <a:pt x="9271325" y="1885337"/>
                  </a:lnTo>
                  <a:lnTo>
                    <a:pt x="9215502" y="1889862"/>
                  </a:lnTo>
                  <a:lnTo>
                    <a:pt x="9163479" y="1894901"/>
                  </a:lnTo>
                  <a:lnTo>
                    <a:pt x="9114443" y="1900494"/>
                  </a:lnTo>
                  <a:lnTo>
                    <a:pt x="9084767" y="1904308"/>
                  </a:lnTo>
                  <a:lnTo>
                    <a:pt x="9029123" y="1912358"/>
                  </a:lnTo>
                  <a:lnTo>
                    <a:pt x="8975298" y="1921281"/>
                  </a:lnTo>
                  <a:lnTo>
                    <a:pt x="8922559" y="1931089"/>
                  </a:lnTo>
                  <a:lnTo>
                    <a:pt x="8870385" y="1941757"/>
                  </a:lnTo>
                  <a:lnTo>
                    <a:pt x="8818422" y="1953223"/>
                  </a:lnTo>
                  <a:lnTo>
                    <a:pt x="8766459" y="1965384"/>
                  </a:lnTo>
                  <a:lnTo>
                    <a:pt x="8714397" y="1978096"/>
                  </a:lnTo>
                  <a:lnTo>
                    <a:pt x="8662225" y="1991186"/>
                  </a:lnTo>
                  <a:lnTo>
                    <a:pt x="8609991" y="2004454"/>
                  </a:lnTo>
                  <a:lnTo>
                    <a:pt x="8557768" y="2017688"/>
                  </a:lnTo>
                  <a:lnTo>
                    <a:pt x="8505628" y="2030681"/>
                  </a:lnTo>
                  <a:lnTo>
                    <a:pt x="8453601" y="2043239"/>
                  </a:lnTo>
                  <a:lnTo>
                    <a:pt x="8401654" y="2055196"/>
                  </a:lnTo>
                  <a:lnTo>
                    <a:pt x="8349654" y="2066423"/>
                  </a:lnTo>
                  <a:lnTo>
                    <a:pt x="8297349" y="2076828"/>
                  </a:lnTo>
                  <a:lnTo>
                    <a:pt x="8244336" y="2086361"/>
                  </a:lnTo>
                  <a:lnTo>
                    <a:pt x="8190035" y="2095010"/>
                  </a:lnTo>
                  <a:lnTo>
                    <a:pt x="8151487" y="2100460"/>
                  </a:lnTo>
                  <a:lnTo>
                    <a:pt x="8103952" y="2106411"/>
                  </a:lnTo>
                  <a:lnTo>
                    <a:pt x="8053900" y="2111796"/>
                  </a:lnTo>
                  <a:lnTo>
                    <a:pt x="8000568" y="2116639"/>
                  </a:lnTo>
                  <a:lnTo>
                    <a:pt x="7943122" y="2120986"/>
                  </a:lnTo>
                  <a:lnTo>
                    <a:pt x="7880709" y="2124889"/>
                  </a:lnTo>
                  <a:lnTo>
                    <a:pt x="7812519" y="2128401"/>
                  </a:lnTo>
                  <a:lnTo>
                    <a:pt x="7737858" y="2131566"/>
                  </a:lnTo>
                  <a:lnTo>
                    <a:pt x="7656256" y="2134425"/>
                  </a:lnTo>
                  <a:lnTo>
                    <a:pt x="7567609" y="2137008"/>
                  </a:lnTo>
                  <a:lnTo>
                    <a:pt x="7472356" y="2139334"/>
                  </a:lnTo>
                  <a:lnTo>
                    <a:pt x="7371669" y="2141416"/>
                  </a:lnTo>
                  <a:lnTo>
                    <a:pt x="7267620" y="2143257"/>
                  </a:lnTo>
                  <a:lnTo>
                    <a:pt x="7163253" y="2144852"/>
                  </a:lnTo>
                  <a:lnTo>
                    <a:pt x="7062474" y="2146197"/>
                  </a:lnTo>
                  <a:lnTo>
                    <a:pt x="6969685" y="2147288"/>
                  </a:lnTo>
                  <a:lnTo>
                    <a:pt x="6889174" y="2148129"/>
                  </a:lnTo>
                  <a:lnTo>
                    <a:pt x="6824339" y="2148734"/>
                  </a:lnTo>
                  <a:lnTo>
                    <a:pt x="6776979" y="2149132"/>
                  </a:lnTo>
                  <a:lnTo>
                    <a:pt x="6746837" y="2149360"/>
                  </a:lnTo>
                  <a:lnTo>
                    <a:pt x="6731509" y="2149466"/>
                  </a:lnTo>
                  <a:lnTo>
                    <a:pt x="6726658" y="2149496"/>
                  </a:lnTo>
                  <a:lnTo>
                    <a:pt x="6726343" y="2149498"/>
                  </a:lnTo>
                  <a:lnTo>
                    <a:pt x="5254955" y="2149498"/>
                  </a:lnTo>
                  <a:lnTo>
                    <a:pt x="5253772" y="2149447"/>
                  </a:lnTo>
                  <a:lnTo>
                    <a:pt x="5246000" y="2149079"/>
                  </a:lnTo>
                  <a:lnTo>
                    <a:pt x="5226432" y="2148065"/>
                  </a:lnTo>
                  <a:lnTo>
                    <a:pt x="5191504" y="2146067"/>
                  </a:lnTo>
                  <a:lnTo>
                    <a:pt x="5139560" y="2142779"/>
                  </a:lnTo>
                  <a:lnTo>
                    <a:pt x="5070974" y="2137950"/>
                  </a:lnTo>
                  <a:lnTo>
                    <a:pt x="4987968" y="2131414"/>
                  </a:lnTo>
                  <a:lnTo>
                    <a:pt x="4894101" y="2123090"/>
                  </a:lnTo>
                  <a:lnTo>
                    <a:pt x="4793569" y="2112968"/>
                  </a:lnTo>
                  <a:lnTo>
                    <a:pt x="4690513" y="2101079"/>
                  </a:lnTo>
                  <a:lnTo>
                    <a:pt x="4588500" y="2087462"/>
                  </a:lnTo>
                  <a:lnTo>
                    <a:pt x="4490244" y="2072133"/>
                  </a:lnTo>
                  <a:lnTo>
                    <a:pt x="4397544" y="2055058"/>
                  </a:lnTo>
                  <a:lnTo>
                    <a:pt x="4311378" y="2036149"/>
                  </a:lnTo>
                  <a:lnTo>
                    <a:pt x="4232064" y="2015250"/>
                  </a:lnTo>
                  <a:lnTo>
                    <a:pt x="4159438" y="1992141"/>
                  </a:lnTo>
                  <a:lnTo>
                    <a:pt x="4093014" y="1966541"/>
                  </a:lnTo>
                  <a:lnTo>
                    <a:pt x="4032108" y="1938119"/>
                  </a:lnTo>
                  <a:lnTo>
                    <a:pt x="3975938" y="1906513"/>
                  </a:lnTo>
                  <a:lnTo>
                    <a:pt x="3923689" y="1871360"/>
                  </a:lnTo>
                  <a:lnTo>
                    <a:pt x="3874566" y="1832351"/>
                  </a:lnTo>
                  <a:lnTo>
                    <a:pt x="3829811" y="1791248"/>
                  </a:lnTo>
                  <a:lnTo>
                    <a:pt x="3788052" y="1747929"/>
                  </a:lnTo>
                  <a:lnTo>
                    <a:pt x="3747427" y="1701075"/>
                  </a:lnTo>
                  <a:lnTo>
                    <a:pt x="3707593" y="1650620"/>
                  </a:lnTo>
                  <a:lnTo>
                    <a:pt x="3668281" y="1596565"/>
                  </a:lnTo>
                  <a:lnTo>
                    <a:pt x="3629283" y="1538997"/>
                  </a:lnTo>
                  <a:lnTo>
                    <a:pt x="3590444" y="1478089"/>
                  </a:lnTo>
                  <a:lnTo>
                    <a:pt x="3551656" y="1414108"/>
                  </a:lnTo>
                  <a:lnTo>
                    <a:pt x="3512847" y="1347409"/>
                  </a:lnTo>
                  <a:lnTo>
                    <a:pt x="3473983" y="1278439"/>
                  </a:lnTo>
                  <a:lnTo>
                    <a:pt x="3435053" y="1207717"/>
                  </a:lnTo>
                  <a:lnTo>
                    <a:pt x="3396070" y="1135827"/>
                  </a:lnTo>
                  <a:lnTo>
                    <a:pt x="3357061" y="1063394"/>
                  </a:lnTo>
                  <a:lnTo>
                    <a:pt x="3318056" y="991062"/>
                  </a:lnTo>
                  <a:lnTo>
                    <a:pt x="3279087" y="919472"/>
                  </a:lnTo>
                  <a:lnTo>
                    <a:pt x="3240178" y="849239"/>
                  </a:lnTo>
                  <a:lnTo>
                    <a:pt x="3201333" y="780928"/>
                  </a:lnTo>
                  <a:lnTo>
                    <a:pt x="3162536" y="715036"/>
                  </a:lnTo>
                  <a:lnTo>
                    <a:pt x="3123741" y="651983"/>
                  </a:lnTo>
                  <a:lnTo>
                    <a:pt x="3084866" y="592097"/>
                  </a:lnTo>
                  <a:lnTo>
                    <a:pt x="3045789" y="535616"/>
                  </a:lnTo>
                  <a:lnTo>
                    <a:pt x="3006339" y="482683"/>
                  </a:lnTo>
                  <a:lnTo>
                    <a:pt x="2966289" y="433359"/>
                  </a:lnTo>
                  <a:lnTo>
                    <a:pt x="2925349" y="387624"/>
                  </a:lnTo>
                  <a:lnTo>
                    <a:pt x="2896531" y="358249"/>
                  </a:lnTo>
                  <a:lnTo>
                    <a:pt x="2849722" y="315390"/>
                  </a:lnTo>
                  <a:lnTo>
                    <a:pt x="2800480" y="276551"/>
                  </a:lnTo>
                  <a:lnTo>
                    <a:pt x="2748080" y="241558"/>
                  </a:lnTo>
                  <a:lnTo>
                    <a:pt x="2691723" y="210096"/>
                  </a:lnTo>
                  <a:lnTo>
                    <a:pt x="2630597" y="181803"/>
                  </a:lnTo>
                  <a:lnTo>
                    <a:pt x="2563919" y="156316"/>
                  </a:lnTo>
                  <a:lnTo>
                    <a:pt x="2491014" y="133307"/>
                  </a:lnTo>
                  <a:lnTo>
                    <a:pt x="2411407" y="112497"/>
                  </a:lnTo>
                  <a:lnTo>
                    <a:pt x="2324950" y="93670"/>
                  </a:lnTo>
                  <a:lnTo>
                    <a:pt x="2231986" y="76672"/>
                  </a:lnTo>
                  <a:lnTo>
                    <a:pt x="2133525" y="61416"/>
                  </a:lnTo>
                  <a:lnTo>
                    <a:pt x="2031405" y="47873"/>
                  </a:lnTo>
                  <a:lnTo>
                    <a:pt x="1928379" y="36059"/>
                  </a:lnTo>
                  <a:lnTo>
                    <a:pt x="1828045" y="26013"/>
                  </a:lnTo>
                  <a:lnTo>
                    <a:pt x="1734560" y="17766"/>
                  </a:lnTo>
                  <a:lnTo>
                    <a:pt x="1652108" y="11306"/>
                  </a:lnTo>
                  <a:lnTo>
                    <a:pt x="1584202" y="6547"/>
                  </a:lnTo>
                  <a:lnTo>
                    <a:pt x="1532994" y="3320"/>
                  </a:lnTo>
                  <a:lnTo>
                    <a:pt x="1498774" y="1372"/>
                  </a:lnTo>
                  <a:lnTo>
                    <a:pt x="1479798" y="391"/>
                  </a:lnTo>
                  <a:lnTo>
                    <a:pt x="1472427" y="45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04" name="pg404"/>
            <p:cNvSpPr/>
            <p:nvPr/>
          </p:nvSpPr>
          <p:spPr>
            <a:xfrm>
              <a:off x="4799595" y="4726407"/>
              <a:ext cx="11981298" cy="4225440"/>
            </a:xfrm>
            <a:custGeom>
              <a:avLst/>
              <a:pathLst>
                <a:path w="11981298" h="4225440">
                  <a:moveTo>
                    <a:pt x="0" y="8172"/>
                  </a:moveTo>
                  <a:lnTo>
                    <a:pt x="1471387" y="8172"/>
                  </a:lnTo>
                  <a:lnTo>
                    <a:pt x="1472568" y="8225"/>
                  </a:lnTo>
                  <a:lnTo>
                    <a:pt x="1480327" y="8598"/>
                  </a:lnTo>
                  <a:lnTo>
                    <a:pt x="1499864" y="9631"/>
                  </a:lnTo>
                  <a:lnTo>
                    <a:pt x="1534739" y="11663"/>
                  </a:lnTo>
                  <a:lnTo>
                    <a:pt x="1586610" y="15008"/>
                  </a:lnTo>
                  <a:lnTo>
                    <a:pt x="1655108" y="19920"/>
                  </a:lnTo>
                  <a:lnTo>
                    <a:pt x="1738019" y="26570"/>
                  </a:lnTo>
                  <a:lnTo>
                    <a:pt x="1831795" y="35040"/>
                  </a:lnTo>
                  <a:lnTo>
                    <a:pt x="1932248" y="45340"/>
                  </a:lnTo>
                  <a:lnTo>
                    <a:pt x="2035242" y="57438"/>
                  </a:lnTo>
                  <a:lnTo>
                    <a:pt x="2137212" y="71295"/>
                  </a:lnTo>
                  <a:lnTo>
                    <a:pt x="2235444" y="86896"/>
                  </a:lnTo>
                  <a:lnTo>
                    <a:pt x="2328135" y="104272"/>
                  </a:lnTo>
                  <a:lnTo>
                    <a:pt x="2414304" y="123515"/>
                  </a:lnTo>
                  <a:lnTo>
                    <a:pt x="2493629" y="144781"/>
                  </a:lnTo>
                  <a:lnTo>
                    <a:pt x="2566271" y="168296"/>
                  </a:lnTo>
                  <a:lnTo>
                    <a:pt x="2632713" y="194342"/>
                  </a:lnTo>
                  <a:lnTo>
                    <a:pt x="2693635" y="223257"/>
                  </a:lnTo>
                  <a:lnTo>
                    <a:pt x="2749818" y="255410"/>
                  </a:lnTo>
                  <a:lnTo>
                    <a:pt x="2802077" y="291168"/>
                  </a:lnTo>
                  <a:lnTo>
                    <a:pt x="2851204" y="330849"/>
                  </a:lnTo>
                  <a:lnTo>
                    <a:pt x="2896531" y="373233"/>
                  </a:lnTo>
                  <a:lnTo>
                    <a:pt x="2938018" y="417072"/>
                  </a:lnTo>
                  <a:lnTo>
                    <a:pt x="2978383" y="464464"/>
                  </a:lnTo>
                  <a:lnTo>
                    <a:pt x="3017963" y="515477"/>
                  </a:lnTo>
                  <a:lnTo>
                    <a:pt x="3057024" y="570110"/>
                  </a:lnTo>
                  <a:lnTo>
                    <a:pt x="3095770" y="628280"/>
                  </a:lnTo>
                  <a:lnTo>
                    <a:pt x="3134355" y="689816"/>
                  </a:lnTo>
                  <a:lnTo>
                    <a:pt x="3172887" y="754455"/>
                  </a:lnTo>
                  <a:lnTo>
                    <a:pt x="3211436" y="821844"/>
                  </a:lnTo>
                  <a:lnTo>
                    <a:pt x="3250040" y="891544"/>
                  </a:lnTo>
                  <a:lnTo>
                    <a:pt x="3288707" y="963038"/>
                  </a:lnTo>
                  <a:lnTo>
                    <a:pt x="3327429" y="1035748"/>
                  </a:lnTo>
                  <a:lnTo>
                    <a:pt x="3366179" y="1109051"/>
                  </a:lnTo>
                  <a:lnTo>
                    <a:pt x="3404927" y="1182303"/>
                  </a:lnTo>
                  <a:lnTo>
                    <a:pt x="3443642" y="1254864"/>
                  </a:lnTo>
                  <a:lnTo>
                    <a:pt x="3482300" y="1326116"/>
                  </a:lnTo>
                  <a:lnTo>
                    <a:pt x="3520893" y="1395489"/>
                  </a:lnTo>
                  <a:lnTo>
                    <a:pt x="3559437" y="1462479"/>
                  </a:lnTo>
                  <a:lnTo>
                    <a:pt x="3597971" y="1526657"/>
                  </a:lnTo>
                  <a:lnTo>
                    <a:pt x="3636573" y="1587685"/>
                  </a:lnTo>
                  <a:lnTo>
                    <a:pt x="3675357" y="1645314"/>
                  </a:lnTo>
                  <a:lnTo>
                    <a:pt x="3714483" y="1699389"/>
                  </a:lnTo>
                  <a:lnTo>
                    <a:pt x="3754167" y="1749839"/>
                  </a:lnTo>
                  <a:lnTo>
                    <a:pt x="3794682" y="1796672"/>
                  </a:lnTo>
                  <a:lnTo>
                    <a:pt x="3829811" y="1833475"/>
                  </a:lnTo>
                  <a:lnTo>
                    <a:pt x="3876593" y="1877126"/>
                  </a:lnTo>
                  <a:lnTo>
                    <a:pt x="3925804" y="1916684"/>
                  </a:lnTo>
                  <a:lnTo>
                    <a:pt x="3978170" y="1952328"/>
                  </a:lnTo>
                  <a:lnTo>
                    <a:pt x="4034485" y="1984376"/>
                  </a:lnTo>
                  <a:lnTo>
                    <a:pt x="4095564" y="2013199"/>
                  </a:lnTo>
                  <a:lnTo>
                    <a:pt x="4162185" y="2039164"/>
                  </a:lnTo>
                  <a:lnTo>
                    <a:pt x="4235024" y="2062606"/>
                  </a:lnTo>
                  <a:lnTo>
                    <a:pt x="4314557" y="2083808"/>
                  </a:lnTo>
                  <a:lnTo>
                    <a:pt x="4400932" y="2102992"/>
                  </a:lnTo>
                  <a:lnTo>
                    <a:pt x="4493810" y="2120313"/>
                  </a:lnTo>
                  <a:lnTo>
                    <a:pt x="4592186" y="2135860"/>
                  </a:lnTo>
                  <a:lnTo>
                    <a:pt x="4694232" y="2149665"/>
                  </a:lnTo>
                  <a:lnTo>
                    <a:pt x="4797205" y="2161709"/>
                  </a:lnTo>
                  <a:lnTo>
                    <a:pt x="4897518" y="2171953"/>
                  </a:lnTo>
                  <a:lnTo>
                    <a:pt x="4991024" y="2180367"/>
                  </a:lnTo>
                  <a:lnTo>
                    <a:pt x="5073544" y="2186963"/>
                  </a:lnTo>
                  <a:lnTo>
                    <a:pt x="5141561" y="2191824"/>
                  </a:lnTo>
                  <a:lnTo>
                    <a:pt x="5192910" y="2195126"/>
                  </a:lnTo>
                  <a:lnTo>
                    <a:pt x="5227284" y="2197122"/>
                  </a:lnTo>
                  <a:lnTo>
                    <a:pt x="5246402" y="2198130"/>
                  </a:lnTo>
                  <a:lnTo>
                    <a:pt x="5253877" y="2198488"/>
                  </a:lnTo>
                  <a:lnTo>
                    <a:pt x="5254955" y="2198536"/>
                  </a:lnTo>
                  <a:lnTo>
                    <a:pt x="6726343" y="2198536"/>
                  </a:lnTo>
                  <a:lnTo>
                    <a:pt x="6727532" y="2198585"/>
                  </a:lnTo>
                  <a:lnTo>
                    <a:pt x="6735340" y="2198933"/>
                  </a:lnTo>
                  <a:lnTo>
                    <a:pt x="6754999" y="2199895"/>
                  </a:lnTo>
                  <a:lnTo>
                    <a:pt x="6790080" y="2201787"/>
                  </a:lnTo>
                  <a:lnTo>
                    <a:pt x="6842239" y="2204903"/>
                  </a:lnTo>
                  <a:lnTo>
                    <a:pt x="6911082" y="2209478"/>
                  </a:lnTo>
                  <a:lnTo>
                    <a:pt x="6994362" y="2215670"/>
                  </a:lnTo>
                  <a:lnTo>
                    <a:pt x="7088492" y="2223553"/>
                  </a:lnTo>
                  <a:lnTo>
                    <a:pt x="7189254" y="2233138"/>
                  </a:lnTo>
                  <a:lnTo>
                    <a:pt x="7292489" y="2244393"/>
                  </a:lnTo>
                  <a:lnTo>
                    <a:pt x="7394625" y="2257282"/>
                  </a:lnTo>
                  <a:lnTo>
                    <a:pt x="7492952" y="2271792"/>
                  </a:lnTo>
                  <a:lnTo>
                    <a:pt x="7585677" y="2287954"/>
                  </a:lnTo>
                  <a:lnTo>
                    <a:pt x="7671833" y="2305854"/>
                  </a:lnTo>
                  <a:lnTo>
                    <a:pt x="7751114" y="2325641"/>
                  </a:lnTo>
                  <a:lnTo>
                    <a:pt x="7823694" y="2347525"/>
                  </a:lnTo>
                  <a:lnTo>
                    <a:pt x="7890068" y="2371774"/>
                  </a:lnTo>
                  <a:lnTo>
                    <a:pt x="7950926" y="2398701"/>
                  </a:lnTo>
                  <a:lnTo>
                    <a:pt x="8007056" y="2428651"/>
                  </a:lnTo>
                  <a:lnTo>
                    <a:pt x="8059279" y="2461967"/>
                  </a:lnTo>
                  <a:lnTo>
                    <a:pt x="8108390" y="2498940"/>
                  </a:lnTo>
                  <a:lnTo>
                    <a:pt x="8151487" y="2536353"/>
                  </a:lnTo>
                  <a:lnTo>
                    <a:pt x="8194087" y="2578072"/>
                  </a:lnTo>
                  <a:lnTo>
                    <a:pt x="8235514" y="2623263"/>
                  </a:lnTo>
                  <a:lnTo>
                    <a:pt x="8276130" y="2671992"/>
                  </a:lnTo>
                  <a:lnTo>
                    <a:pt x="8316217" y="2724252"/>
                  </a:lnTo>
                  <a:lnTo>
                    <a:pt x="8355993" y="2779951"/>
                  </a:lnTo>
                  <a:lnTo>
                    <a:pt x="8395615" y="2838907"/>
                  </a:lnTo>
                  <a:lnTo>
                    <a:pt x="8435197" y="2900843"/>
                  </a:lnTo>
                  <a:lnTo>
                    <a:pt x="8474807" y="2965388"/>
                  </a:lnTo>
                  <a:lnTo>
                    <a:pt x="8514478" y="3032085"/>
                  </a:lnTo>
                  <a:lnTo>
                    <a:pt x="8554216" y="3100400"/>
                  </a:lnTo>
                  <a:lnTo>
                    <a:pt x="8594005" y="3169740"/>
                  </a:lnTo>
                  <a:lnTo>
                    <a:pt x="8633814" y="3239472"/>
                  </a:lnTo>
                  <a:lnTo>
                    <a:pt x="8673610" y="3308948"/>
                  </a:lnTo>
                  <a:lnTo>
                    <a:pt x="8713361" y="3377532"/>
                  </a:lnTo>
                  <a:lnTo>
                    <a:pt x="8753047" y="3444619"/>
                  </a:lnTo>
                  <a:lnTo>
                    <a:pt x="8792668" y="3509661"/>
                  </a:lnTo>
                  <a:lnTo>
                    <a:pt x="8832251" y="3572183"/>
                  </a:lnTo>
                  <a:lnTo>
                    <a:pt x="8871857" y="3631797"/>
                  </a:lnTo>
                  <a:lnTo>
                    <a:pt x="8911588" y="3688204"/>
                  </a:lnTo>
                  <a:lnTo>
                    <a:pt x="8951593" y="3741204"/>
                  </a:lnTo>
                  <a:lnTo>
                    <a:pt x="8992076" y="3790684"/>
                  </a:lnTo>
                  <a:lnTo>
                    <a:pt x="9033304" y="3836621"/>
                  </a:lnTo>
                  <a:lnTo>
                    <a:pt x="9075621" y="3879067"/>
                  </a:lnTo>
                  <a:lnTo>
                    <a:pt x="9084767" y="3887622"/>
                  </a:lnTo>
                  <a:lnTo>
                    <a:pt x="9131655" y="3928101"/>
                  </a:lnTo>
                  <a:lnTo>
                    <a:pt x="9180985" y="3964776"/>
                  </a:lnTo>
                  <a:lnTo>
                    <a:pt x="9233487" y="3997814"/>
                  </a:lnTo>
                  <a:lnTo>
                    <a:pt x="9289962" y="4027512"/>
                  </a:lnTo>
                  <a:lnTo>
                    <a:pt x="9351228" y="4054215"/>
                  </a:lnTo>
                  <a:lnTo>
                    <a:pt x="9418070" y="4078265"/>
                  </a:lnTo>
                  <a:lnTo>
                    <a:pt x="9491166" y="4099974"/>
                  </a:lnTo>
                  <a:lnTo>
                    <a:pt x="9570990" y="4119605"/>
                  </a:lnTo>
                  <a:lnTo>
                    <a:pt x="9657685" y="4137363"/>
                  </a:lnTo>
                  <a:lnTo>
                    <a:pt x="9750899" y="4153391"/>
                  </a:lnTo>
                  <a:lnTo>
                    <a:pt x="9849604" y="4167773"/>
                  </a:lnTo>
                  <a:lnTo>
                    <a:pt x="9951938" y="4180534"/>
                  </a:lnTo>
                  <a:lnTo>
                    <a:pt x="10055118" y="4191658"/>
                  </a:lnTo>
                  <a:lnTo>
                    <a:pt x="10155510" y="4201109"/>
                  </a:lnTo>
                  <a:lnTo>
                    <a:pt x="10248932" y="4208857"/>
                  </a:lnTo>
                  <a:lnTo>
                    <a:pt x="10331187" y="4214917"/>
                  </a:lnTo>
                  <a:lnTo>
                    <a:pt x="10398769" y="4219369"/>
                  </a:lnTo>
                  <a:lnTo>
                    <a:pt x="10449563" y="4222379"/>
                  </a:lnTo>
                  <a:lnTo>
                    <a:pt x="10483337" y="4224187"/>
                  </a:lnTo>
                  <a:lnTo>
                    <a:pt x="10501904" y="4225089"/>
                  </a:lnTo>
                  <a:lnTo>
                    <a:pt x="10508978" y="4225402"/>
                  </a:lnTo>
                  <a:lnTo>
                    <a:pt x="10509911" y="4225440"/>
                  </a:lnTo>
                  <a:lnTo>
                    <a:pt x="11981298" y="4225440"/>
                  </a:lnTo>
                  <a:lnTo>
                    <a:pt x="11981298" y="4217267"/>
                  </a:lnTo>
                  <a:lnTo>
                    <a:pt x="10509911" y="4217267"/>
                  </a:lnTo>
                  <a:lnTo>
                    <a:pt x="10508722" y="4217218"/>
                  </a:lnTo>
                  <a:lnTo>
                    <a:pt x="10500913" y="4216870"/>
                  </a:lnTo>
                  <a:lnTo>
                    <a:pt x="10481255" y="4215908"/>
                  </a:lnTo>
                  <a:lnTo>
                    <a:pt x="10446173" y="4214015"/>
                  </a:lnTo>
                  <a:lnTo>
                    <a:pt x="10394015" y="4210899"/>
                  </a:lnTo>
                  <a:lnTo>
                    <a:pt x="10325172" y="4206325"/>
                  </a:lnTo>
                  <a:lnTo>
                    <a:pt x="10241891" y="4200133"/>
                  </a:lnTo>
                  <a:lnTo>
                    <a:pt x="10147761" y="4192250"/>
                  </a:lnTo>
                  <a:lnTo>
                    <a:pt x="10047000" y="4182665"/>
                  </a:lnTo>
                  <a:lnTo>
                    <a:pt x="9943765" y="4171410"/>
                  </a:lnTo>
                  <a:lnTo>
                    <a:pt x="9841628" y="4158521"/>
                  </a:lnTo>
                  <a:lnTo>
                    <a:pt x="9743301" y="4144010"/>
                  </a:lnTo>
                  <a:lnTo>
                    <a:pt x="9650576" y="4127849"/>
                  </a:lnTo>
                  <a:lnTo>
                    <a:pt x="9564420" y="4109948"/>
                  </a:lnTo>
                  <a:lnTo>
                    <a:pt x="9485139" y="4090161"/>
                  </a:lnTo>
                  <a:lnTo>
                    <a:pt x="9412559" y="4068277"/>
                  </a:lnTo>
                  <a:lnTo>
                    <a:pt x="9346185" y="4044029"/>
                  </a:lnTo>
                  <a:lnTo>
                    <a:pt x="9285328" y="4017102"/>
                  </a:lnTo>
                  <a:lnTo>
                    <a:pt x="9229197" y="3987152"/>
                  </a:lnTo>
                  <a:lnTo>
                    <a:pt x="9176975" y="3953835"/>
                  </a:lnTo>
                  <a:lnTo>
                    <a:pt x="9127863" y="3916863"/>
                  </a:lnTo>
                  <a:lnTo>
                    <a:pt x="9084767" y="3879449"/>
                  </a:lnTo>
                  <a:lnTo>
                    <a:pt x="9042166" y="3837730"/>
                  </a:lnTo>
                  <a:lnTo>
                    <a:pt x="9000739" y="3792540"/>
                  </a:lnTo>
                  <a:lnTo>
                    <a:pt x="8960123" y="3743811"/>
                  </a:lnTo>
                  <a:lnTo>
                    <a:pt x="8920036" y="3691551"/>
                  </a:lnTo>
                  <a:lnTo>
                    <a:pt x="8880261" y="3635852"/>
                  </a:lnTo>
                  <a:lnTo>
                    <a:pt x="8840638" y="3576896"/>
                  </a:lnTo>
                  <a:lnTo>
                    <a:pt x="8801056" y="3514960"/>
                  </a:lnTo>
                  <a:lnTo>
                    <a:pt x="8761447" y="3450415"/>
                  </a:lnTo>
                  <a:lnTo>
                    <a:pt x="8721775" y="3383718"/>
                  </a:lnTo>
                  <a:lnTo>
                    <a:pt x="8682037" y="3315402"/>
                  </a:lnTo>
                  <a:lnTo>
                    <a:pt x="8642249" y="3246063"/>
                  </a:lnTo>
                  <a:lnTo>
                    <a:pt x="8602439" y="3176331"/>
                  </a:lnTo>
                  <a:lnTo>
                    <a:pt x="8562643" y="3106854"/>
                  </a:lnTo>
                  <a:lnTo>
                    <a:pt x="8522892" y="3038271"/>
                  </a:lnTo>
                  <a:lnTo>
                    <a:pt x="8483206" y="2971184"/>
                  </a:lnTo>
                  <a:lnTo>
                    <a:pt x="8443585" y="2906142"/>
                  </a:lnTo>
                  <a:lnTo>
                    <a:pt x="8404002" y="2843619"/>
                  </a:lnTo>
                  <a:lnTo>
                    <a:pt x="8364396" y="2784006"/>
                  </a:lnTo>
                  <a:lnTo>
                    <a:pt x="8324665" y="2727598"/>
                  </a:lnTo>
                  <a:lnTo>
                    <a:pt x="8284660" y="2674599"/>
                  </a:lnTo>
                  <a:lnTo>
                    <a:pt x="8244177" y="2625118"/>
                  </a:lnTo>
                  <a:lnTo>
                    <a:pt x="8202949" y="2579181"/>
                  </a:lnTo>
                  <a:lnTo>
                    <a:pt x="8160632" y="2536736"/>
                  </a:lnTo>
                  <a:lnTo>
                    <a:pt x="8151487" y="2528180"/>
                  </a:lnTo>
                  <a:lnTo>
                    <a:pt x="8104598" y="2487702"/>
                  </a:lnTo>
                  <a:lnTo>
                    <a:pt x="8055268" y="2451027"/>
                  </a:lnTo>
                  <a:lnTo>
                    <a:pt x="8002766" y="2417989"/>
                  </a:lnTo>
                  <a:lnTo>
                    <a:pt x="7946291" y="2388291"/>
                  </a:lnTo>
                  <a:lnTo>
                    <a:pt x="7885025" y="2361588"/>
                  </a:lnTo>
                  <a:lnTo>
                    <a:pt x="7818183" y="2337538"/>
                  </a:lnTo>
                  <a:lnTo>
                    <a:pt x="7745087" y="2315829"/>
                  </a:lnTo>
                  <a:lnTo>
                    <a:pt x="7665263" y="2296198"/>
                  </a:lnTo>
                  <a:lnTo>
                    <a:pt x="7578568" y="2278440"/>
                  </a:lnTo>
                  <a:lnTo>
                    <a:pt x="7485355" y="2262411"/>
                  </a:lnTo>
                  <a:lnTo>
                    <a:pt x="7386649" y="2248030"/>
                  </a:lnTo>
                  <a:lnTo>
                    <a:pt x="7284315" y="2235269"/>
                  </a:lnTo>
                  <a:lnTo>
                    <a:pt x="7181135" y="2224144"/>
                  </a:lnTo>
                  <a:lnTo>
                    <a:pt x="7080743" y="2214694"/>
                  </a:lnTo>
                  <a:lnTo>
                    <a:pt x="6987321" y="2206945"/>
                  </a:lnTo>
                  <a:lnTo>
                    <a:pt x="6905066" y="2200886"/>
                  </a:lnTo>
                  <a:lnTo>
                    <a:pt x="6837484" y="2196433"/>
                  </a:lnTo>
                  <a:lnTo>
                    <a:pt x="6786690" y="2193424"/>
                  </a:lnTo>
                  <a:lnTo>
                    <a:pt x="6752916" y="2191616"/>
                  </a:lnTo>
                  <a:lnTo>
                    <a:pt x="6734349" y="2190714"/>
                  </a:lnTo>
                  <a:lnTo>
                    <a:pt x="6727275" y="2190401"/>
                  </a:lnTo>
                  <a:lnTo>
                    <a:pt x="6726343" y="2190363"/>
                  </a:lnTo>
                  <a:lnTo>
                    <a:pt x="5254955" y="2190363"/>
                  </a:lnTo>
                  <a:lnTo>
                    <a:pt x="5253774" y="2190311"/>
                  </a:lnTo>
                  <a:lnTo>
                    <a:pt x="5246015" y="2189937"/>
                  </a:lnTo>
                  <a:lnTo>
                    <a:pt x="5226478" y="2188905"/>
                  </a:lnTo>
                  <a:lnTo>
                    <a:pt x="5191603" y="2186873"/>
                  </a:lnTo>
                  <a:lnTo>
                    <a:pt x="5139732" y="2183528"/>
                  </a:lnTo>
                  <a:lnTo>
                    <a:pt x="5071234" y="2178616"/>
                  </a:lnTo>
                  <a:lnTo>
                    <a:pt x="4988323" y="2171966"/>
                  </a:lnTo>
                  <a:lnTo>
                    <a:pt x="4894547" y="2163496"/>
                  </a:lnTo>
                  <a:lnTo>
                    <a:pt x="4794094" y="2153196"/>
                  </a:lnTo>
                  <a:lnTo>
                    <a:pt x="4691100" y="2141098"/>
                  </a:lnTo>
                  <a:lnTo>
                    <a:pt x="4589130" y="2127240"/>
                  </a:lnTo>
                  <a:lnTo>
                    <a:pt x="4490898" y="2111639"/>
                  </a:lnTo>
                  <a:lnTo>
                    <a:pt x="4398207" y="2094263"/>
                  </a:lnTo>
                  <a:lnTo>
                    <a:pt x="4312038" y="2075021"/>
                  </a:lnTo>
                  <a:lnTo>
                    <a:pt x="4232713" y="2053754"/>
                  </a:lnTo>
                  <a:lnTo>
                    <a:pt x="4160071" y="2030240"/>
                  </a:lnTo>
                  <a:lnTo>
                    <a:pt x="4093629" y="2004193"/>
                  </a:lnTo>
                  <a:lnTo>
                    <a:pt x="4032707" y="1975278"/>
                  </a:lnTo>
                  <a:lnTo>
                    <a:pt x="3976524" y="1943126"/>
                  </a:lnTo>
                  <a:lnTo>
                    <a:pt x="3924265" y="1907367"/>
                  </a:lnTo>
                  <a:lnTo>
                    <a:pt x="3875138" y="1867686"/>
                  </a:lnTo>
                  <a:lnTo>
                    <a:pt x="3829811" y="1825302"/>
                  </a:lnTo>
                  <a:lnTo>
                    <a:pt x="3788324" y="1781463"/>
                  </a:lnTo>
                  <a:lnTo>
                    <a:pt x="3747959" y="1734072"/>
                  </a:lnTo>
                  <a:lnTo>
                    <a:pt x="3708379" y="1683058"/>
                  </a:lnTo>
                  <a:lnTo>
                    <a:pt x="3669318" y="1628425"/>
                  </a:lnTo>
                  <a:lnTo>
                    <a:pt x="3630572" y="1570255"/>
                  </a:lnTo>
                  <a:lnTo>
                    <a:pt x="3591987" y="1508720"/>
                  </a:lnTo>
                  <a:lnTo>
                    <a:pt x="3553455" y="1444081"/>
                  </a:lnTo>
                  <a:lnTo>
                    <a:pt x="3514906" y="1376691"/>
                  </a:lnTo>
                  <a:lnTo>
                    <a:pt x="3476303" y="1306991"/>
                  </a:lnTo>
                  <a:lnTo>
                    <a:pt x="3437635" y="1235497"/>
                  </a:lnTo>
                  <a:lnTo>
                    <a:pt x="3398913" y="1162788"/>
                  </a:lnTo>
                  <a:lnTo>
                    <a:pt x="3360163" y="1089485"/>
                  </a:lnTo>
                  <a:lnTo>
                    <a:pt x="3321415" y="1016232"/>
                  </a:lnTo>
                  <a:lnTo>
                    <a:pt x="3282701" y="943672"/>
                  </a:lnTo>
                  <a:lnTo>
                    <a:pt x="3244042" y="872419"/>
                  </a:lnTo>
                  <a:lnTo>
                    <a:pt x="3205449" y="803046"/>
                  </a:lnTo>
                  <a:lnTo>
                    <a:pt x="3166905" y="736057"/>
                  </a:lnTo>
                  <a:lnTo>
                    <a:pt x="3128371" y="671879"/>
                  </a:lnTo>
                  <a:lnTo>
                    <a:pt x="3089769" y="610851"/>
                  </a:lnTo>
                  <a:lnTo>
                    <a:pt x="3050985" y="553221"/>
                  </a:lnTo>
                  <a:lnTo>
                    <a:pt x="3011859" y="499146"/>
                  </a:lnTo>
                  <a:lnTo>
                    <a:pt x="2972176" y="448697"/>
                  </a:lnTo>
                  <a:lnTo>
                    <a:pt x="2931660" y="401863"/>
                  </a:lnTo>
                  <a:lnTo>
                    <a:pt x="2896531" y="365060"/>
                  </a:lnTo>
                  <a:lnTo>
                    <a:pt x="2849749" y="321410"/>
                  </a:lnTo>
                  <a:lnTo>
                    <a:pt x="2800538" y="281852"/>
                  </a:lnTo>
                  <a:lnTo>
                    <a:pt x="2748172" y="246208"/>
                  </a:lnTo>
                  <a:lnTo>
                    <a:pt x="2691857" y="214159"/>
                  </a:lnTo>
                  <a:lnTo>
                    <a:pt x="2630778" y="185337"/>
                  </a:lnTo>
                  <a:lnTo>
                    <a:pt x="2564157" y="159372"/>
                  </a:lnTo>
                  <a:lnTo>
                    <a:pt x="2491318" y="135930"/>
                  </a:lnTo>
                  <a:lnTo>
                    <a:pt x="2411785" y="114728"/>
                  </a:lnTo>
                  <a:lnTo>
                    <a:pt x="2325410" y="95544"/>
                  </a:lnTo>
                  <a:lnTo>
                    <a:pt x="2232533" y="78223"/>
                  </a:lnTo>
                  <a:lnTo>
                    <a:pt x="2134156" y="62675"/>
                  </a:lnTo>
                  <a:lnTo>
                    <a:pt x="2032110" y="48871"/>
                  </a:lnTo>
                  <a:lnTo>
                    <a:pt x="1929137" y="36827"/>
                  </a:lnTo>
                  <a:lnTo>
                    <a:pt x="1828824" y="26582"/>
                  </a:lnTo>
                  <a:lnTo>
                    <a:pt x="1735318" y="18168"/>
                  </a:lnTo>
                  <a:lnTo>
                    <a:pt x="1652798" y="11573"/>
                  </a:lnTo>
                  <a:lnTo>
                    <a:pt x="1584781" y="6711"/>
                  </a:lnTo>
                  <a:lnTo>
                    <a:pt x="1533432" y="3410"/>
                  </a:lnTo>
                  <a:lnTo>
                    <a:pt x="1499058" y="1413"/>
                  </a:lnTo>
                  <a:lnTo>
                    <a:pt x="1479940" y="406"/>
                  </a:lnTo>
                  <a:lnTo>
                    <a:pt x="1472466" y="47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405" name="pl405"/>
            <p:cNvSpPr/>
            <p:nvPr/>
          </p:nvSpPr>
          <p:spPr>
            <a:xfrm>
              <a:off x="4799595" y="4734580"/>
              <a:ext cx="11981298" cy="4217267"/>
            </a:xfrm>
            <a:custGeom>
              <a:avLst/>
              <a:pathLst>
                <a:path w="11981298" h="4217267">
                  <a:moveTo>
                    <a:pt x="0" y="0"/>
                  </a:moveTo>
                  <a:lnTo>
                    <a:pt x="1471387" y="0"/>
                  </a:lnTo>
                  <a:lnTo>
                    <a:pt x="1472568" y="52"/>
                  </a:lnTo>
                  <a:lnTo>
                    <a:pt x="1480327" y="425"/>
                  </a:lnTo>
                  <a:lnTo>
                    <a:pt x="1499864" y="1458"/>
                  </a:lnTo>
                  <a:lnTo>
                    <a:pt x="1534739" y="3490"/>
                  </a:lnTo>
                  <a:lnTo>
                    <a:pt x="1586610" y="6835"/>
                  </a:lnTo>
                  <a:lnTo>
                    <a:pt x="1655108" y="11747"/>
                  </a:lnTo>
                  <a:lnTo>
                    <a:pt x="1738019" y="18397"/>
                  </a:lnTo>
                  <a:lnTo>
                    <a:pt x="1831795" y="26867"/>
                  </a:lnTo>
                  <a:lnTo>
                    <a:pt x="1932248" y="37167"/>
                  </a:lnTo>
                  <a:lnTo>
                    <a:pt x="2035242" y="49265"/>
                  </a:lnTo>
                  <a:lnTo>
                    <a:pt x="2137212" y="63122"/>
                  </a:lnTo>
                  <a:lnTo>
                    <a:pt x="2235444" y="78723"/>
                  </a:lnTo>
                  <a:lnTo>
                    <a:pt x="2328135" y="96099"/>
                  </a:lnTo>
                  <a:lnTo>
                    <a:pt x="2414304" y="115342"/>
                  </a:lnTo>
                  <a:lnTo>
                    <a:pt x="2493629" y="136608"/>
                  </a:lnTo>
                  <a:lnTo>
                    <a:pt x="2566271" y="160123"/>
                  </a:lnTo>
                  <a:lnTo>
                    <a:pt x="2632713" y="186169"/>
                  </a:lnTo>
                  <a:lnTo>
                    <a:pt x="2693635" y="215084"/>
                  </a:lnTo>
                  <a:lnTo>
                    <a:pt x="2749818" y="247237"/>
                  </a:lnTo>
                  <a:lnTo>
                    <a:pt x="2802077" y="282995"/>
                  </a:lnTo>
                  <a:lnTo>
                    <a:pt x="2851204" y="322676"/>
                  </a:lnTo>
                  <a:lnTo>
                    <a:pt x="2896531" y="365060"/>
                  </a:lnTo>
                  <a:lnTo>
                    <a:pt x="2938018" y="408899"/>
                  </a:lnTo>
                  <a:lnTo>
                    <a:pt x="2978383" y="456291"/>
                  </a:lnTo>
                  <a:lnTo>
                    <a:pt x="3017963" y="507304"/>
                  </a:lnTo>
                  <a:lnTo>
                    <a:pt x="3057024" y="561937"/>
                  </a:lnTo>
                  <a:lnTo>
                    <a:pt x="3095770" y="620107"/>
                  </a:lnTo>
                  <a:lnTo>
                    <a:pt x="3134355" y="681643"/>
                  </a:lnTo>
                  <a:lnTo>
                    <a:pt x="3172887" y="746282"/>
                  </a:lnTo>
                  <a:lnTo>
                    <a:pt x="3211436" y="813671"/>
                  </a:lnTo>
                  <a:lnTo>
                    <a:pt x="3250040" y="883371"/>
                  </a:lnTo>
                  <a:lnTo>
                    <a:pt x="3288707" y="954865"/>
                  </a:lnTo>
                  <a:lnTo>
                    <a:pt x="3327429" y="1027575"/>
                  </a:lnTo>
                  <a:lnTo>
                    <a:pt x="3366179" y="1100878"/>
                  </a:lnTo>
                  <a:lnTo>
                    <a:pt x="3404927" y="1174130"/>
                  </a:lnTo>
                  <a:lnTo>
                    <a:pt x="3443642" y="1246691"/>
                  </a:lnTo>
                  <a:lnTo>
                    <a:pt x="3482300" y="1317943"/>
                  </a:lnTo>
                  <a:lnTo>
                    <a:pt x="3520893" y="1387316"/>
                  </a:lnTo>
                  <a:lnTo>
                    <a:pt x="3559437" y="1454306"/>
                  </a:lnTo>
                  <a:lnTo>
                    <a:pt x="3597971" y="1518484"/>
                  </a:lnTo>
                  <a:lnTo>
                    <a:pt x="3636573" y="1579512"/>
                  </a:lnTo>
                  <a:lnTo>
                    <a:pt x="3675357" y="1637141"/>
                  </a:lnTo>
                  <a:lnTo>
                    <a:pt x="3714483" y="1691216"/>
                  </a:lnTo>
                  <a:lnTo>
                    <a:pt x="3754167" y="1741666"/>
                  </a:lnTo>
                  <a:lnTo>
                    <a:pt x="3794682" y="1788499"/>
                  </a:lnTo>
                  <a:lnTo>
                    <a:pt x="3829811" y="1825302"/>
                  </a:lnTo>
                  <a:lnTo>
                    <a:pt x="3876593" y="1868953"/>
                  </a:lnTo>
                  <a:lnTo>
                    <a:pt x="3925804" y="1908511"/>
                  </a:lnTo>
                  <a:lnTo>
                    <a:pt x="3978170" y="1944155"/>
                  </a:lnTo>
                  <a:lnTo>
                    <a:pt x="4034485" y="1976203"/>
                  </a:lnTo>
                  <a:lnTo>
                    <a:pt x="4095564" y="2005026"/>
                  </a:lnTo>
                  <a:lnTo>
                    <a:pt x="4162185" y="2030991"/>
                  </a:lnTo>
                  <a:lnTo>
                    <a:pt x="4235024" y="2054433"/>
                  </a:lnTo>
                  <a:lnTo>
                    <a:pt x="4314557" y="2075635"/>
                  </a:lnTo>
                  <a:lnTo>
                    <a:pt x="4400932" y="2094819"/>
                  </a:lnTo>
                  <a:lnTo>
                    <a:pt x="4493810" y="2112140"/>
                  </a:lnTo>
                  <a:lnTo>
                    <a:pt x="4592186" y="2127687"/>
                  </a:lnTo>
                  <a:lnTo>
                    <a:pt x="4694232" y="2141492"/>
                  </a:lnTo>
                  <a:lnTo>
                    <a:pt x="4797205" y="2153536"/>
                  </a:lnTo>
                  <a:lnTo>
                    <a:pt x="4897518" y="2163780"/>
                  </a:lnTo>
                  <a:lnTo>
                    <a:pt x="4991024" y="2172194"/>
                  </a:lnTo>
                  <a:lnTo>
                    <a:pt x="5073544" y="2178790"/>
                  </a:lnTo>
                  <a:lnTo>
                    <a:pt x="5141561" y="2183651"/>
                  </a:lnTo>
                  <a:lnTo>
                    <a:pt x="5192910" y="2186953"/>
                  </a:lnTo>
                  <a:lnTo>
                    <a:pt x="5227284" y="2188949"/>
                  </a:lnTo>
                  <a:lnTo>
                    <a:pt x="5246402" y="2189957"/>
                  </a:lnTo>
                  <a:lnTo>
                    <a:pt x="5253877" y="2190315"/>
                  </a:lnTo>
                  <a:lnTo>
                    <a:pt x="5254955" y="2190363"/>
                  </a:lnTo>
                  <a:lnTo>
                    <a:pt x="6726343" y="2190363"/>
                  </a:lnTo>
                  <a:lnTo>
                    <a:pt x="6727532" y="2190412"/>
                  </a:lnTo>
                  <a:lnTo>
                    <a:pt x="6735340" y="2190760"/>
                  </a:lnTo>
                  <a:lnTo>
                    <a:pt x="6754999" y="2191722"/>
                  </a:lnTo>
                  <a:lnTo>
                    <a:pt x="6790080" y="2193614"/>
                  </a:lnTo>
                  <a:lnTo>
                    <a:pt x="6842239" y="2196730"/>
                  </a:lnTo>
                  <a:lnTo>
                    <a:pt x="6911082" y="2201305"/>
                  </a:lnTo>
                  <a:lnTo>
                    <a:pt x="6994362" y="2207497"/>
                  </a:lnTo>
                  <a:lnTo>
                    <a:pt x="7088492" y="2215380"/>
                  </a:lnTo>
                  <a:lnTo>
                    <a:pt x="7189254" y="2224965"/>
                  </a:lnTo>
                  <a:lnTo>
                    <a:pt x="7292489" y="2236220"/>
                  </a:lnTo>
                  <a:lnTo>
                    <a:pt x="7394625" y="2249109"/>
                  </a:lnTo>
                  <a:lnTo>
                    <a:pt x="7492952" y="2263619"/>
                  </a:lnTo>
                  <a:lnTo>
                    <a:pt x="7585677" y="2279781"/>
                  </a:lnTo>
                  <a:lnTo>
                    <a:pt x="7671833" y="2297681"/>
                  </a:lnTo>
                  <a:lnTo>
                    <a:pt x="7751114" y="2317468"/>
                  </a:lnTo>
                  <a:lnTo>
                    <a:pt x="7823694" y="2339352"/>
                  </a:lnTo>
                  <a:lnTo>
                    <a:pt x="7890068" y="2363601"/>
                  </a:lnTo>
                  <a:lnTo>
                    <a:pt x="7950926" y="2390528"/>
                  </a:lnTo>
                  <a:lnTo>
                    <a:pt x="8007056" y="2420478"/>
                  </a:lnTo>
                  <a:lnTo>
                    <a:pt x="8059279" y="2453794"/>
                  </a:lnTo>
                  <a:lnTo>
                    <a:pt x="8108390" y="2490767"/>
                  </a:lnTo>
                  <a:lnTo>
                    <a:pt x="8151487" y="2528180"/>
                  </a:lnTo>
                  <a:lnTo>
                    <a:pt x="8194087" y="2569899"/>
                  </a:lnTo>
                  <a:lnTo>
                    <a:pt x="8235514" y="2615090"/>
                  </a:lnTo>
                  <a:lnTo>
                    <a:pt x="8276130" y="2663819"/>
                  </a:lnTo>
                  <a:lnTo>
                    <a:pt x="8316217" y="2716079"/>
                  </a:lnTo>
                  <a:lnTo>
                    <a:pt x="8355993" y="2771778"/>
                  </a:lnTo>
                  <a:lnTo>
                    <a:pt x="8395615" y="2830734"/>
                  </a:lnTo>
                  <a:lnTo>
                    <a:pt x="8435197" y="2892670"/>
                  </a:lnTo>
                  <a:lnTo>
                    <a:pt x="8474807" y="2957215"/>
                  </a:lnTo>
                  <a:lnTo>
                    <a:pt x="8514478" y="3023912"/>
                  </a:lnTo>
                  <a:lnTo>
                    <a:pt x="8554216" y="3092227"/>
                  </a:lnTo>
                  <a:lnTo>
                    <a:pt x="8594005" y="3161567"/>
                  </a:lnTo>
                  <a:lnTo>
                    <a:pt x="8633814" y="3231299"/>
                  </a:lnTo>
                  <a:lnTo>
                    <a:pt x="8673610" y="3300775"/>
                  </a:lnTo>
                  <a:lnTo>
                    <a:pt x="8713361" y="3369359"/>
                  </a:lnTo>
                  <a:lnTo>
                    <a:pt x="8753047" y="3436446"/>
                  </a:lnTo>
                  <a:lnTo>
                    <a:pt x="8792668" y="3501488"/>
                  </a:lnTo>
                  <a:lnTo>
                    <a:pt x="8832251" y="3564010"/>
                  </a:lnTo>
                  <a:lnTo>
                    <a:pt x="8871857" y="3623624"/>
                  </a:lnTo>
                  <a:lnTo>
                    <a:pt x="8911588" y="3680031"/>
                  </a:lnTo>
                  <a:lnTo>
                    <a:pt x="8951593" y="3733031"/>
                  </a:lnTo>
                  <a:lnTo>
                    <a:pt x="8992076" y="3782511"/>
                  </a:lnTo>
                  <a:lnTo>
                    <a:pt x="9033304" y="3828448"/>
                  </a:lnTo>
                  <a:lnTo>
                    <a:pt x="9075621" y="3870894"/>
                  </a:lnTo>
                  <a:lnTo>
                    <a:pt x="9084767" y="3879449"/>
                  </a:lnTo>
                  <a:lnTo>
                    <a:pt x="9131655" y="3919928"/>
                  </a:lnTo>
                  <a:lnTo>
                    <a:pt x="9180985" y="3956603"/>
                  </a:lnTo>
                  <a:lnTo>
                    <a:pt x="9233487" y="3989641"/>
                  </a:lnTo>
                  <a:lnTo>
                    <a:pt x="9289962" y="4019339"/>
                  </a:lnTo>
                  <a:lnTo>
                    <a:pt x="9351228" y="4046042"/>
                  </a:lnTo>
                  <a:lnTo>
                    <a:pt x="9418070" y="4070092"/>
                  </a:lnTo>
                  <a:lnTo>
                    <a:pt x="9491166" y="4091801"/>
                  </a:lnTo>
                  <a:lnTo>
                    <a:pt x="9570990" y="4111432"/>
                  </a:lnTo>
                  <a:lnTo>
                    <a:pt x="9657685" y="4129190"/>
                  </a:lnTo>
                  <a:lnTo>
                    <a:pt x="9750899" y="4145218"/>
                  </a:lnTo>
                  <a:lnTo>
                    <a:pt x="9849604" y="4159600"/>
                  </a:lnTo>
                  <a:lnTo>
                    <a:pt x="9951938" y="4172361"/>
                  </a:lnTo>
                  <a:lnTo>
                    <a:pt x="10055118" y="4183485"/>
                  </a:lnTo>
                  <a:lnTo>
                    <a:pt x="10155510" y="4192936"/>
                  </a:lnTo>
                  <a:lnTo>
                    <a:pt x="10248932" y="4200684"/>
                  </a:lnTo>
                  <a:lnTo>
                    <a:pt x="10331187" y="4206744"/>
                  </a:lnTo>
                  <a:lnTo>
                    <a:pt x="10398769" y="4211196"/>
                  </a:lnTo>
                  <a:lnTo>
                    <a:pt x="10449563" y="4214206"/>
                  </a:lnTo>
                  <a:lnTo>
                    <a:pt x="10483337" y="4216014"/>
                  </a:lnTo>
                  <a:lnTo>
                    <a:pt x="10501904" y="4216916"/>
                  </a:lnTo>
                  <a:lnTo>
                    <a:pt x="10508978" y="4217229"/>
                  </a:lnTo>
                  <a:lnTo>
                    <a:pt x="10509911" y="4217267"/>
                  </a:lnTo>
                  <a:lnTo>
                    <a:pt x="11981298" y="421726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06" name="pl406"/>
            <p:cNvSpPr/>
            <p:nvPr/>
          </p:nvSpPr>
          <p:spPr>
            <a:xfrm>
              <a:off x="4799595" y="4726407"/>
              <a:ext cx="11981298" cy="4217267"/>
            </a:xfrm>
            <a:custGeom>
              <a:avLst/>
              <a:pathLst>
                <a:path w="11981298" h="4217267">
                  <a:moveTo>
                    <a:pt x="11981298" y="4217267"/>
                  </a:moveTo>
                  <a:lnTo>
                    <a:pt x="10509911" y="4217267"/>
                  </a:lnTo>
                  <a:lnTo>
                    <a:pt x="10508722" y="4217218"/>
                  </a:lnTo>
                  <a:lnTo>
                    <a:pt x="10500913" y="4216870"/>
                  </a:lnTo>
                  <a:lnTo>
                    <a:pt x="10481255" y="4215908"/>
                  </a:lnTo>
                  <a:lnTo>
                    <a:pt x="10446173" y="4214015"/>
                  </a:lnTo>
                  <a:lnTo>
                    <a:pt x="10394015" y="4210899"/>
                  </a:lnTo>
                  <a:lnTo>
                    <a:pt x="10325172" y="4206325"/>
                  </a:lnTo>
                  <a:lnTo>
                    <a:pt x="10241891" y="4200133"/>
                  </a:lnTo>
                  <a:lnTo>
                    <a:pt x="10147761" y="4192250"/>
                  </a:lnTo>
                  <a:lnTo>
                    <a:pt x="10047000" y="4182665"/>
                  </a:lnTo>
                  <a:lnTo>
                    <a:pt x="9943765" y="4171410"/>
                  </a:lnTo>
                  <a:lnTo>
                    <a:pt x="9841628" y="4158521"/>
                  </a:lnTo>
                  <a:lnTo>
                    <a:pt x="9743301" y="4144010"/>
                  </a:lnTo>
                  <a:lnTo>
                    <a:pt x="9650576" y="4127849"/>
                  </a:lnTo>
                  <a:lnTo>
                    <a:pt x="9564420" y="4109948"/>
                  </a:lnTo>
                  <a:lnTo>
                    <a:pt x="9485139" y="4090161"/>
                  </a:lnTo>
                  <a:lnTo>
                    <a:pt x="9412559" y="4068277"/>
                  </a:lnTo>
                  <a:lnTo>
                    <a:pt x="9346185" y="4044029"/>
                  </a:lnTo>
                  <a:lnTo>
                    <a:pt x="9285328" y="4017102"/>
                  </a:lnTo>
                  <a:lnTo>
                    <a:pt x="9229197" y="3987152"/>
                  </a:lnTo>
                  <a:lnTo>
                    <a:pt x="9176975" y="3953835"/>
                  </a:lnTo>
                  <a:lnTo>
                    <a:pt x="9127863" y="3916863"/>
                  </a:lnTo>
                  <a:lnTo>
                    <a:pt x="9084767" y="3879449"/>
                  </a:lnTo>
                  <a:lnTo>
                    <a:pt x="9042166" y="3837730"/>
                  </a:lnTo>
                  <a:lnTo>
                    <a:pt x="9000739" y="3792540"/>
                  </a:lnTo>
                  <a:lnTo>
                    <a:pt x="8960123" y="3743811"/>
                  </a:lnTo>
                  <a:lnTo>
                    <a:pt x="8920036" y="3691551"/>
                  </a:lnTo>
                  <a:lnTo>
                    <a:pt x="8880261" y="3635852"/>
                  </a:lnTo>
                  <a:lnTo>
                    <a:pt x="8840638" y="3576896"/>
                  </a:lnTo>
                  <a:lnTo>
                    <a:pt x="8801056" y="3514960"/>
                  </a:lnTo>
                  <a:lnTo>
                    <a:pt x="8761447" y="3450415"/>
                  </a:lnTo>
                  <a:lnTo>
                    <a:pt x="8721775" y="3383718"/>
                  </a:lnTo>
                  <a:lnTo>
                    <a:pt x="8682037" y="3315402"/>
                  </a:lnTo>
                  <a:lnTo>
                    <a:pt x="8642249" y="3246063"/>
                  </a:lnTo>
                  <a:lnTo>
                    <a:pt x="8602439" y="3176331"/>
                  </a:lnTo>
                  <a:lnTo>
                    <a:pt x="8562643" y="3106854"/>
                  </a:lnTo>
                  <a:lnTo>
                    <a:pt x="8522892" y="3038271"/>
                  </a:lnTo>
                  <a:lnTo>
                    <a:pt x="8483206" y="2971184"/>
                  </a:lnTo>
                  <a:lnTo>
                    <a:pt x="8443585" y="2906142"/>
                  </a:lnTo>
                  <a:lnTo>
                    <a:pt x="8404002" y="2843619"/>
                  </a:lnTo>
                  <a:lnTo>
                    <a:pt x="8364396" y="2784006"/>
                  </a:lnTo>
                  <a:lnTo>
                    <a:pt x="8324665" y="2727598"/>
                  </a:lnTo>
                  <a:lnTo>
                    <a:pt x="8284660" y="2674599"/>
                  </a:lnTo>
                  <a:lnTo>
                    <a:pt x="8244177" y="2625118"/>
                  </a:lnTo>
                  <a:lnTo>
                    <a:pt x="8202949" y="2579181"/>
                  </a:lnTo>
                  <a:lnTo>
                    <a:pt x="8160632" y="2536736"/>
                  </a:lnTo>
                  <a:lnTo>
                    <a:pt x="8151487" y="2528180"/>
                  </a:lnTo>
                  <a:lnTo>
                    <a:pt x="8104598" y="2487702"/>
                  </a:lnTo>
                  <a:lnTo>
                    <a:pt x="8055268" y="2451027"/>
                  </a:lnTo>
                  <a:lnTo>
                    <a:pt x="8002766" y="2417989"/>
                  </a:lnTo>
                  <a:lnTo>
                    <a:pt x="7946291" y="2388291"/>
                  </a:lnTo>
                  <a:lnTo>
                    <a:pt x="7885025" y="2361588"/>
                  </a:lnTo>
                  <a:lnTo>
                    <a:pt x="7818183" y="2337538"/>
                  </a:lnTo>
                  <a:lnTo>
                    <a:pt x="7745087" y="2315829"/>
                  </a:lnTo>
                  <a:lnTo>
                    <a:pt x="7665263" y="2296198"/>
                  </a:lnTo>
                  <a:lnTo>
                    <a:pt x="7578568" y="2278440"/>
                  </a:lnTo>
                  <a:lnTo>
                    <a:pt x="7485355" y="2262411"/>
                  </a:lnTo>
                  <a:lnTo>
                    <a:pt x="7386649" y="2248030"/>
                  </a:lnTo>
                  <a:lnTo>
                    <a:pt x="7284315" y="2235269"/>
                  </a:lnTo>
                  <a:lnTo>
                    <a:pt x="7181135" y="2224144"/>
                  </a:lnTo>
                  <a:lnTo>
                    <a:pt x="7080743" y="2214694"/>
                  </a:lnTo>
                  <a:lnTo>
                    <a:pt x="6987321" y="2206945"/>
                  </a:lnTo>
                  <a:lnTo>
                    <a:pt x="6905066" y="2200886"/>
                  </a:lnTo>
                  <a:lnTo>
                    <a:pt x="6837484" y="2196433"/>
                  </a:lnTo>
                  <a:lnTo>
                    <a:pt x="6786690" y="2193424"/>
                  </a:lnTo>
                  <a:lnTo>
                    <a:pt x="6752916" y="2191616"/>
                  </a:lnTo>
                  <a:lnTo>
                    <a:pt x="6734349" y="2190714"/>
                  </a:lnTo>
                  <a:lnTo>
                    <a:pt x="6727275" y="2190401"/>
                  </a:lnTo>
                  <a:lnTo>
                    <a:pt x="6726343" y="2190363"/>
                  </a:lnTo>
                  <a:lnTo>
                    <a:pt x="5254955" y="2190363"/>
                  </a:lnTo>
                  <a:lnTo>
                    <a:pt x="5253774" y="2190311"/>
                  </a:lnTo>
                  <a:lnTo>
                    <a:pt x="5246015" y="2189937"/>
                  </a:lnTo>
                  <a:lnTo>
                    <a:pt x="5226478" y="2188905"/>
                  </a:lnTo>
                  <a:lnTo>
                    <a:pt x="5191603" y="2186873"/>
                  </a:lnTo>
                  <a:lnTo>
                    <a:pt x="5139732" y="2183528"/>
                  </a:lnTo>
                  <a:lnTo>
                    <a:pt x="5071234" y="2178616"/>
                  </a:lnTo>
                  <a:lnTo>
                    <a:pt x="4988323" y="2171966"/>
                  </a:lnTo>
                  <a:lnTo>
                    <a:pt x="4894547" y="2163496"/>
                  </a:lnTo>
                  <a:lnTo>
                    <a:pt x="4794094" y="2153196"/>
                  </a:lnTo>
                  <a:lnTo>
                    <a:pt x="4691100" y="2141098"/>
                  </a:lnTo>
                  <a:lnTo>
                    <a:pt x="4589130" y="2127240"/>
                  </a:lnTo>
                  <a:lnTo>
                    <a:pt x="4490898" y="2111639"/>
                  </a:lnTo>
                  <a:lnTo>
                    <a:pt x="4398207" y="2094263"/>
                  </a:lnTo>
                  <a:lnTo>
                    <a:pt x="4312038" y="2075021"/>
                  </a:lnTo>
                  <a:lnTo>
                    <a:pt x="4232713" y="2053754"/>
                  </a:lnTo>
                  <a:lnTo>
                    <a:pt x="4160071" y="2030240"/>
                  </a:lnTo>
                  <a:lnTo>
                    <a:pt x="4093629" y="2004193"/>
                  </a:lnTo>
                  <a:lnTo>
                    <a:pt x="4032707" y="1975278"/>
                  </a:lnTo>
                  <a:lnTo>
                    <a:pt x="3976524" y="1943126"/>
                  </a:lnTo>
                  <a:lnTo>
                    <a:pt x="3924265" y="1907367"/>
                  </a:lnTo>
                  <a:lnTo>
                    <a:pt x="3875138" y="1867686"/>
                  </a:lnTo>
                  <a:lnTo>
                    <a:pt x="3829811" y="1825302"/>
                  </a:lnTo>
                  <a:lnTo>
                    <a:pt x="3788324" y="1781463"/>
                  </a:lnTo>
                  <a:lnTo>
                    <a:pt x="3747959" y="1734072"/>
                  </a:lnTo>
                  <a:lnTo>
                    <a:pt x="3708379" y="1683058"/>
                  </a:lnTo>
                  <a:lnTo>
                    <a:pt x="3669318" y="1628425"/>
                  </a:lnTo>
                  <a:lnTo>
                    <a:pt x="3630572" y="1570255"/>
                  </a:lnTo>
                  <a:lnTo>
                    <a:pt x="3591987" y="1508720"/>
                  </a:lnTo>
                  <a:lnTo>
                    <a:pt x="3553455" y="1444081"/>
                  </a:lnTo>
                  <a:lnTo>
                    <a:pt x="3514906" y="1376691"/>
                  </a:lnTo>
                  <a:lnTo>
                    <a:pt x="3476303" y="1306991"/>
                  </a:lnTo>
                  <a:lnTo>
                    <a:pt x="3437635" y="1235497"/>
                  </a:lnTo>
                  <a:lnTo>
                    <a:pt x="3398913" y="1162788"/>
                  </a:lnTo>
                  <a:lnTo>
                    <a:pt x="3360163" y="1089485"/>
                  </a:lnTo>
                  <a:lnTo>
                    <a:pt x="3321415" y="1016232"/>
                  </a:lnTo>
                  <a:lnTo>
                    <a:pt x="3282701" y="943672"/>
                  </a:lnTo>
                  <a:lnTo>
                    <a:pt x="3244042" y="872419"/>
                  </a:lnTo>
                  <a:lnTo>
                    <a:pt x="3205449" y="803046"/>
                  </a:lnTo>
                  <a:lnTo>
                    <a:pt x="3166905" y="736057"/>
                  </a:lnTo>
                  <a:lnTo>
                    <a:pt x="3128371" y="671879"/>
                  </a:lnTo>
                  <a:lnTo>
                    <a:pt x="3089769" y="610851"/>
                  </a:lnTo>
                  <a:lnTo>
                    <a:pt x="3050985" y="553221"/>
                  </a:lnTo>
                  <a:lnTo>
                    <a:pt x="3011859" y="499146"/>
                  </a:lnTo>
                  <a:lnTo>
                    <a:pt x="2972176" y="448697"/>
                  </a:lnTo>
                  <a:lnTo>
                    <a:pt x="2931660" y="401863"/>
                  </a:lnTo>
                  <a:lnTo>
                    <a:pt x="2896531" y="365060"/>
                  </a:lnTo>
                  <a:lnTo>
                    <a:pt x="2849749" y="321410"/>
                  </a:lnTo>
                  <a:lnTo>
                    <a:pt x="2800538" y="281852"/>
                  </a:lnTo>
                  <a:lnTo>
                    <a:pt x="2748172" y="246208"/>
                  </a:lnTo>
                  <a:lnTo>
                    <a:pt x="2691857" y="214159"/>
                  </a:lnTo>
                  <a:lnTo>
                    <a:pt x="2630778" y="185337"/>
                  </a:lnTo>
                  <a:lnTo>
                    <a:pt x="2564157" y="159372"/>
                  </a:lnTo>
                  <a:lnTo>
                    <a:pt x="2491318" y="135930"/>
                  </a:lnTo>
                  <a:lnTo>
                    <a:pt x="2411785" y="114728"/>
                  </a:lnTo>
                  <a:lnTo>
                    <a:pt x="2325410" y="95544"/>
                  </a:lnTo>
                  <a:lnTo>
                    <a:pt x="2232533" y="78223"/>
                  </a:lnTo>
                  <a:lnTo>
                    <a:pt x="2134156" y="62675"/>
                  </a:lnTo>
                  <a:lnTo>
                    <a:pt x="2032110" y="48871"/>
                  </a:lnTo>
                  <a:lnTo>
                    <a:pt x="1929137" y="36827"/>
                  </a:lnTo>
                  <a:lnTo>
                    <a:pt x="1828824" y="26582"/>
                  </a:lnTo>
                  <a:lnTo>
                    <a:pt x="1735318" y="18168"/>
                  </a:lnTo>
                  <a:lnTo>
                    <a:pt x="1652798" y="11573"/>
                  </a:lnTo>
                  <a:lnTo>
                    <a:pt x="1584781" y="6711"/>
                  </a:lnTo>
                  <a:lnTo>
                    <a:pt x="1533432" y="3410"/>
                  </a:lnTo>
                  <a:lnTo>
                    <a:pt x="1499058" y="1413"/>
                  </a:lnTo>
                  <a:lnTo>
                    <a:pt x="1479940" y="406"/>
                  </a:lnTo>
                  <a:lnTo>
                    <a:pt x="1472466" y="47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07" name="pg407"/>
            <p:cNvSpPr/>
            <p:nvPr/>
          </p:nvSpPr>
          <p:spPr>
            <a:xfrm>
              <a:off x="4799595" y="4734580"/>
              <a:ext cx="11981298" cy="4838415"/>
            </a:xfrm>
            <a:custGeom>
              <a:avLst/>
              <a:pathLst>
                <a:path w="11981298" h="4838415">
                  <a:moveTo>
                    <a:pt x="0" y="98075"/>
                  </a:moveTo>
                  <a:lnTo>
                    <a:pt x="1471387" y="98075"/>
                  </a:lnTo>
                  <a:lnTo>
                    <a:pt x="1472568" y="98128"/>
                  </a:lnTo>
                  <a:lnTo>
                    <a:pt x="1480324" y="98503"/>
                  </a:lnTo>
                  <a:lnTo>
                    <a:pt x="1499855" y="99539"/>
                  </a:lnTo>
                  <a:lnTo>
                    <a:pt x="1534719" y="101577"/>
                  </a:lnTo>
                  <a:lnTo>
                    <a:pt x="1586575" y="104934"/>
                  </a:lnTo>
                  <a:lnTo>
                    <a:pt x="1655055" y="109863"/>
                  </a:lnTo>
                  <a:lnTo>
                    <a:pt x="1737947" y="116535"/>
                  </a:lnTo>
                  <a:lnTo>
                    <a:pt x="1831705" y="125034"/>
                  </a:lnTo>
                  <a:lnTo>
                    <a:pt x="1932142" y="135370"/>
                  </a:lnTo>
                  <a:lnTo>
                    <a:pt x="2035124" y="147510"/>
                  </a:lnTo>
                  <a:lnTo>
                    <a:pt x="2137085" y="161415"/>
                  </a:lnTo>
                  <a:lnTo>
                    <a:pt x="2235312" y="177070"/>
                  </a:lnTo>
                  <a:lnTo>
                    <a:pt x="2328001" y="194506"/>
                  </a:lnTo>
                  <a:lnTo>
                    <a:pt x="2414171" y="213815"/>
                  </a:lnTo>
                  <a:lnTo>
                    <a:pt x="2493498" y="235155"/>
                  </a:lnTo>
                  <a:lnTo>
                    <a:pt x="2566143" y="258750"/>
                  </a:lnTo>
                  <a:lnTo>
                    <a:pt x="2632589" y="284886"/>
                  </a:lnTo>
                  <a:lnTo>
                    <a:pt x="2693514" y="313900"/>
                  </a:lnTo>
                  <a:lnTo>
                    <a:pt x="2749700" y="346161"/>
                  </a:lnTo>
                  <a:lnTo>
                    <a:pt x="2801961" y="382040"/>
                  </a:lnTo>
                  <a:lnTo>
                    <a:pt x="2851088" y="421855"/>
                  </a:lnTo>
                  <a:lnTo>
                    <a:pt x="2896531" y="464498"/>
                  </a:lnTo>
                  <a:lnTo>
                    <a:pt x="2937964" y="508440"/>
                  </a:lnTo>
                  <a:lnTo>
                    <a:pt x="2978277" y="555938"/>
                  </a:lnTo>
                  <a:lnTo>
                    <a:pt x="3017807" y="607063"/>
                  </a:lnTo>
                  <a:lnTo>
                    <a:pt x="3056818" y="661811"/>
                  </a:lnTo>
                  <a:lnTo>
                    <a:pt x="3095515" y="720100"/>
                  </a:lnTo>
                  <a:lnTo>
                    <a:pt x="3134049" y="781759"/>
                  </a:lnTo>
                  <a:lnTo>
                    <a:pt x="3172530" y="846529"/>
                  </a:lnTo>
                  <a:lnTo>
                    <a:pt x="3211028" y="914055"/>
                  </a:lnTo>
                  <a:lnTo>
                    <a:pt x="3249580" y="983899"/>
                  </a:lnTo>
                  <a:lnTo>
                    <a:pt x="3288196" y="1055546"/>
                  </a:lnTo>
                  <a:lnTo>
                    <a:pt x="3326865" y="1128417"/>
                  </a:lnTo>
                  <a:lnTo>
                    <a:pt x="3365564" y="1201892"/>
                  </a:lnTo>
                  <a:lnTo>
                    <a:pt x="3404261" y="1275327"/>
                  </a:lnTo>
                  <a:lnTo>
                    <a:pt x="3442925" y="1348080"/>
                  </a:lnTo>
                  <a:lnTo>
                    <a:pt x="3481533" y="1419534"/>
                  </a:lnTo>
                  <a:lnTo>
                    <a:pt x="3520077" y="1489119"/>
                  </a:lnTo>
                  <a:lnTo>
                    <a:pt x="3558570" y="1556326"/>
                  </a:lnTo>
                  <a:lnTo>
                    <a:pt x="3597054" y="1620728"/>
                  </a:lnTo>
                  <a:lnTo>
                    <a:pt x="3635601" y="1681983"/>
                  </a:lnTo>
                  <a:lnTo>
                    <a:pt x="3674327" y="1739841"/>
                  </a:lnTo>
                  <a:lnTo>
                    <a:pt x="3713390" y="1794144"/>
                  </a:lnTo>
                  <a:lnTo>
                    <a:pt x="3753002" y="1844818"/>
                  </a:lnTo>
                  <a:lnTo>
                    <a:pt x="3793434" y="1891872"/>
                  </a:lnTo>
                  <a:lnTo>
                    <a:pt x="3829811" y="1930189"/>
                  </a:lnTo>
                  <a:lnTo>
                    <a:pt x="3876587" y="1973998"/>
                  </a:lnTo>
                  <a:lnTo>
                    <a:pt x="3925792" y="2013699"/>
                  </a:lnTo>
                  <a:lnTo>
                    <a:pt x="3978151" y="2049473"/>
                  </a:lnTo>
                  <a:lnTo>
                    <a:pt x="4034458" y="2081639"/>
                  </a:lnTo>
                  <a:lnTo>
                    <a:pt x="4095527" y="2110567"/>
                  </a:lnTo>
                  <a:lnTo>
                    <a:pt x="4162137" y="2136628"/>
                  </a:lnTo>
                  <a:lnTo>
                    <a:pt x="4234963" y="2160156"/>
                  </a:lnTo>
                  <a:lnTo>
                    <a:pt x="4314481" y="2181437"/>
                  </a:lnTo>
                  <a:lnTo>
                    <a:pt x="4400839" y="2200692"/>
                  </a:lnTo>
                  <a:lnTo>
                    <a:pt x="4493699" y="2218078"/>
                  </a:lnTo>
                  <a:lnTo>
                    <a:pt x="4592059" y="2233684"/>
                  </a:lnTo>
                  <a:lnTo>
                    <a:pt x="4694090" y="2247540"/>
                  </a:lnTo>
                  <a:lnTo>
                    <a:pt x="4797052" y="2259631"/>
                  </a:lnTo>
                  <a:lnTo>
                    <a:pt x="4897361" y="2269915"/>
                  </a:lnTo>
                  <a:lnTo>
                    <a:pt x="4990871" y="2278363"/>
                  </a:lnTo>
                  <a:lnTo>
                    <a:pt x="5073405" y="2284985"/>
                  </a:lnTo>
                  <a:lnTo>
                    <a:pt x="5141444" y="2289867"/>
                  </a:lnTo>
                  <a:lnTo>
                    <a:pt x="5192822" y="2293183"/>
                  </a:lnTo>
                  <a:lnTo>
                    <a:pt x="5227227" y="2295190"/>
                  </a:lnTo>
                  <a:lnTo>
                    <a:pt x="5246373" y="2296203"/>
                  </a:lnTo>
                  <a:lnTo>
                    <a:pt x="5253869" y="2296564"/>
                  </a:lnTo>
                  <a:lnTo>
                    <a:pt x="5254955" y="2296612"/>
                  </a:lnTo>
                  <a:lnTo>
                    <a:pt x="6726343" y="2296612"/>
                  </a:lnTo>
                  <a:lnTo>
                    <a:pt x="6727506" y="2296672"/>
                  </a:lnTo>
                  <a:lnTo>
                    <a:pt x="6735148" y="2297098"/>
                  </a:lnTo>
                  <a:lnTo>
                    <a:pt x="6754399" y="2298277"/>
                  </a:lnTo>
                  <a:lnTo>
                    <a:pt x="6788787" y="2300598"/>
                  </a:lnTo>
                  <a:lnTo>
                    <a:pt x="6839981" y="2304420"/>
                  </a:lnTo>
                  <a:lnTo>
                    <a:pt x="6907663" y="2310034"/>
                  </a:lnTo>
                  <a:lnTo>
                    <a:pt x="6989701" y="2317640"/>
                  </a:lnTo>
                  <a:lnTo>
                    <a:pt x="7082635" y="2327333"/>
                  </a:lnTo>
                  <a:lnTo>
                    <a:pt x="7182354" y="2339129"/>
                  </a:lnTo>
                  <a:lnTo>
                    <a:pt x="7284772" y="2352991"/>
                  </a:lnTo>
                  <a:lnTo>
                    <a:pt x="7386341" y="2368876"/>
                  </a:lnTo>
                  <a:lnTo>
                    <a:pt x="7484342" y="2386762"/>
                  </a:lnTo>
                  <a:lnTo>
                    <a:pt x="7576946" y="2406683"/>
                  </a:lnTo>
                  <a:lnTo>
                    <a:pt x="7663140" y="2428737"/>
                  </a:lnTo>
                  <a:lnTo>
                    <a:pt x="7742566" y="2453099"/>
                  </a:lnTo>
                  <a:lnTo>
                    <a:pt x="7815353" y="2480019"/>
                  </a:lnTo>
                  <a:lnTo>
                    <a:pt x="7881957" y="2509817"/>
                  </a:lnTo>
                  <a:lnTo>
                    <a:pt x="7943032" y="2542872"/>
                  </a:lnTo>
                  <a:lnTo>
                    <a:pt x="7999343" y="2579603"/>
                  </a:lnTo>
                  <a:lnTo>
                    <a:pt x="8051689" y="2620435"/>
                  </a:lnTo>
                  <a:lnTo>
                    <a:pt x="8100857" y="2665737"/>
                  </a:lnTo>
                  <a:lnTo>
                    <a:pt x="8147568" y="2715732"/>
                  </a:lnTo>
                  <a:lnTo>
                    <a:pt x="8151487" y="2720246"/>
                  </a:lnTo>
                  <a:lnTo>
                    <a:pt x="8190785" y="2768293"/>
                  </a:lnTo>
                  <a:lnTo>
                    <a:pt x="8229061" y="2820027"/>
                  </a:lnTo>
                  <a:lnTo>
                    <a:pt x="8266605" y="2875523"/>
                  </a:lnTo>
                  <a:lnTo>
                    <a:pt x="8303650" y="2934789"/>
                  </a:lnTo>
                  <a:lnTo>
                    <a:pt x="8340378" y="2997758"/>
                  </a:lnTo>
                  <a:lnTo>
                    <a:pt x="8376930" y="3064283"/>
                  </a:lnTo>
                  <a:lnTo>
                    <a:pt x="8413408" y="3134133"/>
                  </a:lnTo>
                  <a:lnTo>
                    <a:pt x="8449881" y="3206992"/>
                  </a:lnTo>
                  <a:lnTo>
                    <a:pt x="8486392" y="3282460"/>
                  </a:lnTo>
                  <a:lnTo>
                    <a:pt x="8522960" y="3360061"/>
                  </a:lnTo>
                  <a:lnTo>
                    <a:pt x="8559583" y="3439255"/>
                  </a:lnTo>
                  <a:lnTo>
                    <a:pt x="8596246" y="3519451"/>
                  </a:lnTo>
                  <a:lnTo>
                    <a:pt x="8632925" y="3600026"/>
                  </a:lnTo>
                  <a:lnTo>
                    <a:pt x="8669593" y="3680344"/>
                  </a:lnTo>
                  <a:lnTo>
                    <a:pt x="8706225" y="3759779"/>
                  </a:lnTo>
                  <a:lnTo>
                    <a:pt x="8742804" y="3837731"/>
                  </a:lnTo>
                  <a:lnTo>
                    <a:pt x="8779325" y="3913650"/>
                  </a:lnTo>
                  <a:lnTo>
                    <a:pt x="8815804" y="3987046"/>
                  </a:lnTo>
                  <a:lnTo>
                    <a:pt x="8852276" y="4057505"/>
                  </a:lnTo>
                  <a:lnTo>
                    <a:pt x="8888806" y="4124693"/>
                  </a:lnTo>
                  <a:lnTo>
                    <a:pt x="8925491" y="4188363"/>
                  </a:lnTo>
                  <a:lnTo>
                    <a:pt x="8962462" y="4248351"/>
                  </a:lnTo>
                  <a:lnTo>
                    <a:pt x="8999893" y="4304577"/>
                  </a:lnTo>
                  <a:lnTo>
                    <a:pt x="9038007" y="4357034"/>
                  </a:lnTo>
                  <a:lnTo>
                    <a:pt x="9077082" y="4405784"/>
                  </a:lnTo>
                  <a:lnTo>
                    <a:pt x="9084767" y="4414781"/>
                  </a:lnTo>
                  <a:lnTo>
                    <a:pt x="9131296" y="4465180"/>
                  </a:lnTo>
                  <a:lnTo>
                    <a:pt x="9180226" y="4510880"/>
                  </a:lnTo>
                  <a:lnTo>
                    <a:pt x="9232270" y="4552083"/>
                  </a:lnTo>
                  <a:lnTo>
                    <a:pt x="9288208" y="4589150"/>
                  </a:lnTo>
                  <a:lnTo>
                    <a:pt x="9348843" y="4622504"/>
                  </a:lnTo>
                  <a:lnTo>
                    <a:pt x="9414944" y="4652566"/>
                  </a:lnTo>
                  <a:lnTo>
                    <a:pt x="9487178" y="4679720"/>
                  </a:lnTo>
                  <a:lnTo>
                    <a:pt x="9566024" y="4704291"/>
                  </a:lnTo>
                  <a:lnTo>
                    <a:pt x="9651642" y="4726535"/>
                  </a:lnTo>
                  <a:lnTo>
                    <a:pt x="9743725" y="4746634"/>
                  </a:lnTo>
                  <a:lnTo>
                    <a:pt x="9841321" y="4764693"/>
                  </a:lnTo>
                  <a:lnTo>
                    <a:pt x="9942678" y="4780749"/>
                  </a:lnTo>
                  <a:lnTo>
                    <a:pt x="10045152" y="4794787"/>
                  </a:lnTo>
                  <a:lnTo>
                    <a:pt x="10145258" y="4806763"/>
                  </a:lnTo>
                  <a:lnTo>
                    <a:pt x="10238941" y="4816637"/>
                  </a:lnTo>
                  <a:lnTo>
                    <a:pt x="10322065" y="4824419"/>
                  </a:lnTo>
                  <a:lnTo>
                    <a:pt x="10391087" y="4830199"/>
                  </a:lnTo>
                  <a:lnTo>
                    <a:pt x="10443737" y="4834164"/>
                  </a:lnTo>
                  <a:lnTo>
                    <a:pt x="10479532" y="4836600"/>
                  </a:lnTo>
                  <a:lnTo>
                    <a:pt x="10499969" y="4837862"/>
                  </a:lnTo>
                  <a:lnTo>
                    <a:pt x="10508428" y="4838338"/>
                  </a:lnTo>
                  <a:lnTo>
                    <a:pt x="10509911" y="4838415"/>
                  </a:lnTo>
                  <a:lnTo>
                    <a:pt x="11981298" y="4838415"/>
                  </a:lnTo>
                  <a:lnTo>
                    <a:pt x="11981298" y="4740339"/>
                  </a:lnTo>
                  <a:lnTo>
                    <a:pt x="10509911" y="4740339"/>
                  </a:lnTo>
                  <a:lnTo>
                    <a:pt x="10508748" y="4740279"/>
                  </a:lnTo>
                  <a:lnTo>
                    <a:pt x="10501106" y="4739852"/>
                  </a:lnTo>
                  <a:lnTo>
                    <a:pt x="10481854" y="4738673"/>
                  </a:lnTo>
                  <a:lnTo>
                    <a:pt x="10447466" y="4736353"/>
                  </a:lnTo>
                  <a:lnTo>
                    <a:pt x="10396272" y="4732531"/>
                  </a:lnTo>
                  <a:lnTo>
                    <a:pt x="10328590" y="4726916"/>
                  </a:lnTo>
                  <a:lnTo>
                    <a:pt x="10246552" y="4719311"/>
                  </a:lnTo>
                  <a:lnTo>
                    <a:pt x="10153618" y="4709618"/>
                  </a:lnTo>
                  <a:lnTo>
                    <a:pt x="10053899" y="4697822"/>
                  </a:lnTo>
                  <a:lnTo>
                    <a:pt x="9951482" y="4683959"/>
                  </a:lnTo>
                  <a:lnTo>
                    <a:pt x="9849912" y="4668075"/>
                  </a:lnTo>
                  <a:lnTo>
                    <a:pt x="9751911" y="4650188"/>
                  </a:lnTo>
                  <a:lnTo>
                    <a:pt x="9659307" y="4630268"/>
                  </a:lnTo>
                  <a:lnTo>
                    <a:pt x="9573114" y="4608214"/>
                  </a:lnTo>
                  <a:lnTo>
                    <a:pt x="9493687" y="4583852"/>
                  </a:lnTo>
                  <a:lnTo>
                    <a:pt x="9420900" y="4556932"/>
                  </a:lnTo>
                  <a:lnTo>
                    <a:pt x="9354297" y="4527134"/>
                  </a:lnTo>
                  <a:lnTo>
                    <a:pt x="9293221" y="4494079"/>
                  </a:lnTo>
                  <a:lnTo>
                    <a:pt x="9236911" y="4457348"/>
                  </a:lnTo>
                  <a:lnTo>
                    <a:pt x="9184564" y="4416516"/>
                  </a:lnTo>
                  <a:lnTo>
                    <a:pt x="9135396" y="4371213"/>
                  </a:lnTo>
                  <a:lnTo>
                    <a:pt x="9088685" y="4321219"/>
                  </a:lnTo>
                  <a:lnTo>
                    <a:pt x="9084767" y="4316705"/>
                  </a:lnTo>
                  <a:lnTo>
                    <a:pt x="9045468" y="4268658"/>
                  </a:lnTo>
                  <a:lnTo>
                    <a:pt x="9007193" y="4216924"/>
                  </a:lnTo>
                  <a:lnTo>
                    <a:pt x="8969648" y="4161427"/>
                  </a:lnTo>
                  <a:lnTo>
                    <a:pt x="8932603" y="4102162"/>
                  </a:lnTo>
                  <a:lnTo>
                    <a:pt x="8895875" y="4039193"/>
                  </a:lnTo>
                  <a:lnTo>
                    <a:pt x="8859323" y="3972667"/>
                  </a:lnTo>
                  <a:lnTo>
                    <a:pt x="8822846" y="3902817"/>
                  </a:lnTo>
                  <a:lnTo>
                    <a:pt x="8786372" y="3829958"/>
                  </a:lnTo>
                  <a:lnTo>
                    <a:pt x="8749861" y="3754491"/>
                  </a:lnTo>
                  <a:lnTo>
                    <a:pt x="8713293" y="3676890"/>
                  </a:lnTo>
                  <a:lnTo>
                    <a:pt x="8676671" y="3597696"/>
                  </a:lnTo>
                  <a:lnTo>
                    <a:pt x="8640008" y="3517500"/>
                  </a:lnTo>
                  <a:lnTo>
                    <a:pt x="8603328" y="3436925"/>
                  </a:lnTo>
                  <a:lnTo>
                    <a:pt x="8566660" y="3356606"/>
                  </a:lnTo>
                  <a:lnTo>
                    <a:pt x="8530028" y="3277172"/>
                  </a:lnTo>
                  <a:lnTo>
                    <a:pt x="8493449" y="3199219"/>
                  </a:lnTo>
                  <a:lnTo>
                    <a:pt x="8456928" y="3123300"/>
                  </a:lnTo>
                  <a:lnTo>
                    <a:pt x="8420450" y="3049904"/>
                  </a:lnTo>
                  <a:lnTo>
                    <a:pt x="8383978" y="2979446"/>
                  </a:lnTo>
                  <a:lnTo>
                    <a:pt x="8347447" y="2912258"/>
                  </a:lnTo>
                  <a:lnTo>
                    <a:pt x="8310763" y="2848588"/>
                  </a:lnTo>
                  <a:lnTo>
                    <a:pt x="8273791" y="2788600"/>
                  </a:lnTo>
                  <a:lnTo>
                    <a:pt x="8236360" y="2732374"/>
                  </a:lnTo>
                  <a:lnTo>
                    <a:pt x="8198246" y="2679917"/>
                  </a:lnTo>
                  <a:lnTo>
                    <a:pt x="8159171" y="2631166"/>
                  </a:lnTo>
                  <a:lnTo>
                    <a:pt x="8151487" y="2622170"/>
                  </a:lnTo>
                  <a:lnTo>
                    <a:pt x="8104957" y="2571770"/>
                  </a:lnTo>
                  <a:lnTo>
                    <a:pt x="8056027" y="2526070"/>
                  </a:lnTo>
                  <a:lnTo>
                    <a:pt x="8003984" y="2484868"/>
                  </a:lnTo>
                  <a:lnTo>
                    <a:pt x="7948045" y="2447801"/>
                  </a:lnTo>
                  <a:lnTo>
                    <a:pt x="7887410" y="2414447"/>
                  </a:lnTo>
                  <a:lnTo>
                    <a:pt x="7821310" y="2384385"/>
                  </a:lnTo>
                  <a:lnTo>
                    <a:pt x="7749075" y="2357231"/>
                  </a:lnTo>
                  <a:lnTo>
                    <a:pt x="7670230" y="2332660"/>
                  </a:lnTo>
                  <a:lnTo>
                    <a:pt x="7584611" y="2310416"/>
                  </a:lnTo>
                  <a:lnTo>
                    <a:pt x="7492528" y="2290317"/>
                  </a:lnTo>
                  <a:lnTo>
                    <a:pt x="7394932" y="2272258"/>
                  </a:lnTo>
                  <a:lnTo>
                    <a:pt x="7293575" y="2256201"/>
                  </a:lnTo>
                  <a:lnTo>
                    <a:pt x="7191102" y="2242163"/>
                  </a:lnTo>
                  <a:lnTo>
                    <a:pt x="7090995" y="2230188"/>
                  </a:lnTo>
                  <a:lnTo>
                    <a:pt x="6997313" y="2220314"/>
                  </a:lnTo>
                  <a:lnTo>
                    <a:pt x="6914188" y="2212531"/>
                  </a:lnTo>
                  <a:lnTo>
                    <a:pt x="6845167" y="2206752"/>
                  </a:lnTo>
                  <a:lnTo>
                    <a:pt x="6792516" y="2202787"/>
                  </a:lnTo>
                  <a:lnTo>
                    <a:pt x="6756722" y="2200350"/>
                  </a:lnTo>
                  <a:lnTo>
                    <a:pt x="6736284" y="2199089"/>
                  </a:lnTo>
                  <a:lnTo>
                    <a:pt x="6727825" y="2198613"/>
                  </a:lnTo>
                  <a:lnTo>
                    <a:pt x="6726343" y="2198536"/>
                  </a:lnTo>
                  <a:lnTo>
                    <a:pt x="5254955" y="2198536"/>
                  </a:lnTo>
                  <a:lnTo>
                    <a:pt x="5253774" y="2198483"/>
                  </a:lnTo>
                  <a:lnTo>
                    <a:pt x="5246018" y="2198109"/>
                  </a:lnTo>
                  <a:lnTo>
                    <a:pt x="5226487" y="2197073"/>
                  </a:lnTo>
                  <a:lnTo>
                    <a:pt x="5191623" y="2195034"/>
                  </a:lnTo>
                  <a:lnTo>
                    <a:pt x="5139767" y="2191678"/>
                  </a:lnTo>
                  <a:lnTo>
                    <a:pt x="5071287" y="2186749"/>
                  </a:lnTo>
                  <a:lnTo>
                    <a:pt x="4988395" y="2180076"/>
                  </a:lnTo>
                  <a:lnTo>
                    <a:pt x="4894637" y="2171577"/>
                  </a:lnTo>
                  <a:lnTo>
                    <a:pt x="4794200" y="2161242"/>
                  </a:lnTo>
                  <a:lnTo>
                    <a:pt x="4691219" y="2149102"/>
                  </a:lnTo>
                  <a:lnTo>
                    <a:pt x="4589257" y="2135197"/>
                  </a:lnTo>
                  <a:lnTo>
                    <a:pt x="4491030" y="2119542"/>
                  </a:lnTo>
                  <a:lnTo>
                    <a:pt x="4398341" y="2102105"/>
                  </a:lnTo>
                  <a:lnTo>
                    <a:pt x="4312171" y="2082796"/>
                  </a:lnTo>
                  <a:lnTo>
                    <a:pt x="4232844" y="2061456"/>
                  </a:lnTo>
                  <a:lnTo>
                    <a:pt x="4160199" y="2037861"/>
                  </a:lnTo>
                  <a:lnTo>
                    <a:pt x="4093753" y="2011726"/>
                  </a:lnTo>
                  <a:lnTo>
                    <a:pt x="4032828" y="1982712"/>
                  </a:lnTo>
                  <a:lnTo>
                    <a:pt x="3976642" y="1950451"/>
                  </a:lnTo>
                  <a:lnTo>
                    <a:pt x="3924382" y="1914571"/>
                  </a:lnTo>
                  <a:lnTo>
                    <a:pt x="3875254" y="1874756"/>
                  </a:lnTo>
                  <a:lnTo>
                    <a:pt x="3829811" y="1832113"/>
                  </a:lnTo>
                  <a:lnTo>
                    <a:pt x="3788378" y="1788171"/>
                  </a:lnTo>
                  <a:lnTo>
                    <a:pt x="3748065" y="1740673"/>
                  </a:lnTo>
                  <a:lnTo>
                    <a:pt x="3708535" y="1689549"/>
                  </a:lnTo>
                  <a:lnTo>
                    <a:pt x="3669524" y="1634801"/>
                  </a:lnTo>
                  <a:lnTo>
                    <a:pt x="3630827" y="1576512"/>
                  </a:lnTo>
                  <a:lnTo>
                    <a:pt x="3592293" y="1514852"/>
                  </a:lnTo>
                  <a:lnTo>
                    <a:pt x="3553812" y="1450083"/>
                  </a:lnTo>
                  <a:lnTo>
                    <a:pt x="3515314" y="1382557"/>
                  </a:lnTo>
                  <a:lnTo>
                    <a:pt x="3476762" y="1312713"/>
                  </a:lnTo>
                  <a:lnTo>
                    <a:pt x="3438147" y="1241066"/>
                  </a:lnTo>
                  <a:lnTo>
                    <a:pt x="3399477" y="1168194"/>
                  </a:lnTo>
                  <a:lnTo>
                    <a:pt x="3360778" y="1094719"/>
                  </a:lnTo>
                  <a:lnTo>
                    <a:pt x="3322081" y="1021284"/>
                  </a:lnTo>
                  <a:lnTo>
                    <a:pt x="3283417" y="948531"/>
                  </a:lnTo>
                  <a:lnTo>
                    <a:pt x="3244809" y="877077"/>
                  </a:lnTo>
                  <a:lnTo>
                    <a:pt x="3206265" y="807493"/>
                  </a:lnTo>
                  <a:lnTo>
                    <a:pt x="3167772" y="740286"/>
                  </a:lnTo>
                  <a:lnTo>
                    <a:pt x="3129288" y="675884"/>
                  </a:lnTo>
                  <a:lnTo>
                    <a:pt x="3090741" y="614629"/>
                  </a:lnTo>
                  <a:lnTo>
                    <a:pt x="3052015" y="556770"/>
                  </a:lnTo>
                  <a:lnTo>
                    <a:pt x="3012952" y="502467"/>
                  </a:lnTo>
                  <a:lnTo>
                    <a:pt x="2973341" y="451793"/>
                  </a:lnTo>
                  <a:lnTo>
                    <a:pt x="2932908" y="404740"/>
                  </a:lnTo>
                  <a:lnTo>
                    <a:pt x="2896531" y="366422"/>
                  </a:lnTo>
                  <a:lnTo>
                    <a:pt x="2849755" y="322614"/>
                  </a:lnTo>
                  <a:lnTo>
                    <a:pt x="2800550" y="282912"/>
                  </a:lnTo>
                  <a:lnTo>
                    <a:pt x="2748191" y="247138"/>
                  </a:lnTo>
                  <a:lnTo>
                    <a:pt x="2691884" y="214973"/>
                  </a:lnTo>
                  <a:lnTo>
                    <a:pt x="2630815" y="186044"/>
                  </a:lnTo>
                  <a:lnTo>
                    <a:pt x="2564205" y="159984"/>
                  </a:lnTo>
                  <a:lnTo>
                    <a:pt x="2491379" y="136455"/>
                  </a:lnTo>
                  <a:lnTo>
                    <a:pt x="2411861" y="115174"/>
                  </a:lnTo>
                  <a:lnTo>
                    <a:pt x="2325503" y="95919"/>
                  </a:lnTo>
                  <a:lnTo>
                    <a:pt x="2232643" y="78534"/>
                  </a:lnTo>
                  <a:lnTo>
                    <a:pt x="2134283" y="62928"/>
                  </a:lnTo>
                  <a:lnTo>
                    <a:pt x="2032252" y="49071"/>
                  </a:lnTo>
                  <a:lnTo>
                    <a:pt x="1929290" y="36981"/>
                  </a:lnTo>
                  <a:lnTo>
                    <a:pt x="1828981" y="26696"/>
                  </a:lnTo>
                  <a:lnTo>
                    <a:pt x="1735471" y="18249"/>
                  </a:lnTo>
                  <a:lnTo>
                    <a:pt x="1652937" y="11626"/>
                  </a:lnTo>
                  <a:lnTo>
                    <a:pt x="1584899" y="6744"/>
                  </a:lnTo>
                  <a:lnTo>
                    <a:pt x="1533520" y="3428"/>
                  </a:lnTo>
                  <a:lnTo>
                    <a:pt x="1499115" y="1422"/>
                  </a:lnTo>
                  <a:lnTo>
                    <a:pt x="1479969" y="409"/>
                  </a:lnTo>
                  <a:lnTo>
                    <a:pt x="1472474" y="48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408" name="pl408"/>
            <p:cNvSpPr/>
            <p:nvPr/>
          </p:nvSpPr>
          <p:spPr>
            <a:xfrm>
              <a:off x="4799595" y="4832656"/>
              <a:ext cx="11981298" cy="4740339"/>
            </a:xfrm>
            <a:custGeom>
              <a:avLst/>
              <a:pathLst>
                <a:path w="11981298" h="4740339">
                  <a:moveTo>
                    <a:pt x="0" y="0"/>
                  </a:moveTo>
                  <a:lnTo>
                    <a:pt x="1471387" y="0"/>
                  </a:lnTo>
                  <a:lnTo>
                    <a:pt x="1472568" y="52"/>
                  </a:lnTo>
                  <a:lnTo>
                    <a:pt x="1480324" y="427"/>
                  </a:lnTo>
                  <a:lnTo>
                    <a:pt x="1499855" y="1463"/>
                  </a:lnTo>
                  <a:lnTo>
                    <a:pt x="1534719" y="3501"/>
                  </a:lnTo>
                  <a:lnTo>
                    <a:pt x="1586575" y="6858"/>
                  </a:lnTo>
                  <a:lnTo>
                    <a:pt x="1655055" y="11787"/>
                  </a:lnTo>
                  <a:lnTo>
                    <a:pt x="1737947" y="18459"/>
                  </a:lnTo>
                  <a:lnTo>
                    <a:pt x="1831705" y="26958"/>
                  </a:lnTo>
                  <a:lnTo>
                    <a:pt x="1932142" y="37294"/>
                  </a:lnTo>
                  <a:lnTo>
                    <a:pt x="2035124" y="49434"/>
                  </a:lnTo>
                  <a:lnTo>
                    <a:pt x="2137085" y="63339"/>
                  </a:lnTo>
                  <a:lnTo>
                    <a:pt x="2235312" y="78994"/>
                  </a:lnTo>
                  <a:lnTo>
                    <a:pt x="2328001" y="96430"/>
                  </a:lnTo>
                  <a:lnTo>
                    <a:pt x="2414171" y="115739"/>
                  </a:lnTo>
                  <a:lnTo>
                    <a:pt x="2493498" y="137079"/>
                  </a:lnTo>
                  <a:lnTo>
                    <a:pt x="2566143" y="160674"/>
                  </a:lnTo>
                  <a:lnTo>
                    <a:pt x="2632589" y="186810"/>
                  </a:lnTo>
                  <a:lnTo>
                    <a:pt x="2693514" y="215824"/>
                  </a:lnTo>
                  <a:lnTo>
                    <a:pt x="2749700" y="248085"/>
                  </a:lnTo>
                  <a:lnTo>
                    <a:pt x="2801961" y="283964"/>
                  </a:lnTo>
                  <a:lnTo>
                    <a:pt x="2851088" y="323779"/>
                  </a:lnTo>
                  <a:lnTo>
                    <a:pt x="2896531" y="366422"/>
                  </a:lnTo>
                  <a:lnTo>
                    <a:pt x="2937964" y="410364"/>
                  </a:lnTo>
                  <a:lnTo>
                    <a:pt x="2978277" y="457862"/>
                  </a:lnTo>
                  <a:lnTo>
                    <a:pt x="3017807" y="508987"/>
                  </a:lnTo>
                  <a:lnTo>
                    <a:pt x="3056818" y="563735"/>
                  </a:lnTo>
                  <a:lnTo>
                    <a:pt x="3095515" y="622024"/>
                  </a:lnTo>
                  <a:lnTo>
                    <a:pt x="3134049" y="683683"/>
                  </a:lnTo>
                  <a:lnTo>
                    <a:pt x="3172530" y="748453"/>
                  </a:lnTo>
                  <a:lnTo>
                    <a:pt x="3211028" y="815979"/>
                  </a:lnTo>
                  <a:lnTo>
                    <a:pt x="3249580" y="885823"/>
                  </a:lnTo>
                  <a:lnTo>
                    <a:pt x="3288196" y="957470"/>
                  </a:lnTo>
                  <a:lnTo>
                    <a:pt x="3326865" y="1030341"/>
                  </a:lnTo>
                  <a:lnTo>
                    <a:pt x="3365564" y="1103816"/>
                  </a:lnTo>
                  <a:lnTo>
                    <a:pt x="3404261" y="1177251"/>
                  </a:lnTo>
                  <a:lnTo>
                    <a:pt x="3442925" y="1250004"/>
                  </a:lnTo>
                  <a:lnTo>
                    <a:pt x="3481533" y="1321458"/>
                  </a:lnTo>
                  <a:lnTo>
                    <a:pt x="3520077" y="1391043"/>
                  </a:lnTo>
                  <a:lnTo>
                    <a:pt x="3558570" y="1458250"/>
                  </a:lnTo>
                  <a:lnTo>
                    <a:pt x="3597054" y="1522652"/>
                  </a:lnTo>
                  <a:lnTo>
                    <a:pt x="3635601" y="1583907"/>
                  </a:lnTo>
                  <a:lnTo>
                    <a:pt x="3674327" y="1641765"/>
                  </a:lnTo>
                  <a:lnTo>
                    <a:pt x="3713390" y="1696068"/>
                  </a:lnTo>
                  <a:lnTo>
                    <a:pt x="3753002" y="1746742"/>
                  </a:lnTo>
                  <a:lnTo>
                    <a:pt x="3793434" y="1793796"/>
                  </a:lnTo>
                  <a:lnTo>
                    <a:pt x="3829811" y="1832113"/>
                  </a:lnTo>
                  <a:lnTo>
                    <a:pt x="3876587" y="1875922"/>
                  </a:lnTo>
                  <a:lnTo>
                    <a:pt x="3925792" y="1915623"/>
                  </a:lnTo>
                  <a:lnTo>
                    <a:pt x="3978151" y="1951397"/>
                  </a:lnTo>
                  <a:lnTo>
                    <a:pt x="4034458" y="1983563"/>
                  </a:lnTo>
                  <a:lnTo>
                    <a:pt x="4095527" y="2012491"/>
                  </a:lnTo>
                  <a:lnTo>
                    <a:pt x="4162137" y="2038552"/>
                  </a:lnTo>
                  <a:lnTo>
                    <a:pt x="4234963" y="2062080"/>
                  </a:lnTo>
                  <a:lnTo>
                    <a:pt x="4314481" y="2083361"/>
                  </a:lnTo>
                  <a:lnTo>
                    <a:pt x="4400839" y="2102616"/>
                  </a:lnTo>
                  <a:lnTo>
                    <a:pt x="4493699" y="2120002"/>
                  </a:lnTo>
                  <a:lnTo>
                    <a:pt x="4592059" y="2135608"/>
                  </a:lnTo>
                  <a:lnTo>
                    <a:pt x="4694090" y="2149464"/>
                  </a:lnTo>
                  <a:lnTo>
                    <a:pt x="4797052" y="2161555"/>
                  </a:lnTo>
                  <a:lnTo>
                    <a:pt x="4897361" y="2171839"/>
                  </a:lnTo>
                  <a:lnTo>
                    <a:pt x="4990871" y="2180287"/>
                  </a:lnTo>
                  <a:lnTo>
                    <a:pt x="5073405" y="2186909"/>
                  </a:lnTo>
                  <a:lnTo>
                    <a:pt x="5141444" y="2191792"/>
                  </a:lnTo>
                  <a:lnTo>
                    <a:pt x="5192822" y="2195107"/>
                  </a:lnTo>
                  <a:lnTo>
                    <a:pt x="5227227" y="2197114"/>
                  </a:lnTo>
                  <a:lnTo>
                    <a:pt x="5246373" y="2198127"/>
                  </a:lnTo>
                  <a:lnTo>
                    <a:pt x="5253869" y="2198488"/>
                  </a:lnTo>
                  <a:lnTo>
                    <a:pt x="5254955" y="2198536"/>
                  </a:lnTo>
                  <a:lnTo>
                    <a:pt x="6726343" y="2198536"/>
                  </a:lnTo>
                  <a:lnTo>
                    <a:pt x="6727506" y="2198596"/>
                  </a:lnTo>
                  <a:lnTo>
                    <a:pt x="6735148" y="2199022"/>
                  </a:lnTo>
                  <a:lnTo>
                    <a:pt x="6754399" y="2200201"/>
                  </a:lnTo>
                  <a:lnTo>
                    <a:pt x="6788787" y="2202522"/>
                  </a:lnTo>
                  <a:lnTo>
                    <a:pt x="6839981" y="2206344"/>
                  </a:lnTo>
                  <a:lnTo>
                    <a:pt x="6907663" y="2211958"/>
                  </a:lnTo>
                  <a:lnTo>
                    <a:pt x="6989701" y="2219564"/>
                  </a:lnTo>
                  <a:lnTo>
                    <a:pt x="7082635" y="2229257"/>
                  </a:lnTo>
                  <a:lnTo>
                    <a:pt x="7182354" y="2241053"/>
                  </a:lnTo>
                  <a:lnTo>
                    <a:pt x="7284772" y="2254915"/>
                  </a:lnTo>
                  <a:lnTo>
                    <a:pt x="7386341" y="2270800"/>
                  </a:lnTo>
                  <a:lnTo>
                    <a:pt x="7484342" y="2288686"/>
                  </a:lnTo>
                  <a:lnTo>
                    <a:pt x="7576946" y="2308607"/>
                  </a:lnTo>
                  <a:lnTo>
                    <a:pt x="7663140" y="2330661"/>
                  </a:lnTo>
                  <a:lnTo>
                    <a:pt x="7742566" y="2355023"/>
                  </a:lnTo>
                  <a:lnTo>
                    <a:pt x="7815353" y="2381943"/>
                  </a:lnTo>
                  <a:lnTo>
                    <a:pt x="7881957" y="2411741"/>
                  </a:lnTo>
                  <a:lnTo>
                    <a:pt x="7943032" y="2444796"/>
                  </a:lnTo>
                  <a:lnTo>
                    <a:pt x="7999343" y="2481527"/>
                  </a:lnTo>
                  <a:lnTo>
                    <a:pt x="8051689" y="2522359"/>
                  </a:lnTo>
                  <a:lnTo>
                    <a:pt x="8100857" y="2567661"/>
                  </a:lnTo>
                  <a:lnTo>
                    <a:pt x="8147568" y="2617656"/>
                  </a:lnTo>
                  <a:lnTo>
                    <a:pt x="8151487" y="2622170"/>
                  </a:lnTo>
                  <a:lnTo>
                    <a:pt x="8190785" y="2670217"/>
                  </a:lnTo>
                  <a:lnTo>
                    <a:pt x="8229061" y="2721951"/>
                  </a:lnTo>
                  <a:lnTo>
                    <a:pt x="8266605" y="2777447"/>
                  </a:lnTo>
                  <a:lnTo>
                    <a:pt x="8303650" y="2836713"/>
                  </a:lnTo>
                  <a:lnTo>
                    <a:pt x="8340378" y="2899682"/>
                  </a:lnTo>
                  <a:lnTo>
                    <a:pt x="8376930" y="2966207"/>
                  </a:lnTo>
                  <a:lnTo>
                    <a:pt x="8413408" y="3036057"/>
                  </a:lnTo>
                  <a:lnTo>
                    <a:pt x="8449881" y="3108916"/>
                  </a:lnTo>
                  <a:lnTo>
                    <a:pt x="8486392" y="3184384"/>
                  </a:lnTo>
                  <a:lnTo>
                    <a:pt x="8522960" y="3261985"/>
                  </a:lnTo>
                  <a:lnTo>
                    <a:pt x="8559583" y="3341179"/>
                  </a:lnTo>
                  <a:lnTo>
                    <a:pt x="8596246" y="3421375"/>
                  </a:lnTo>
                  <a:lnTo>
                    <a:pt x="8632925" y="3501950"/>
                  </a:lnTo>
                  <a:lnTo>
                    <a:pt x="8669593" y="3582268"/>
                  </a:lnTo>
                  <a:lnTo>
                    <a:pt x="8706225" y="3661703"/>
                  </a:lnTo>
                  <a:lnTo>
                    <a:pt x="8742804" y="3739655"/>
                  </a:lnTo>
                  <a:lnTo>
                    <a:pt x="8779325" y="3815574"/>
                  </a:lnTo>
                  <a:lnTo>
                    <a:pt x="8815804" y="3888970"/>
                  </a:lnTo>
                  <a:lnTo>
                    <a:pt x="8852276" y="3959429"/>
                  </a:lnTo>
                  <a:lnTo>
                    <a:pt x="8888806" y="4026617"/>
                  </a:lnTo>
                  <a:lnTo>
                    <a:pt x="8925491" y="4090287"/>
                  </a:lnTo>
                  <a:lnTo>
                    <a:pt x="8962462" y="4150275"/>
                  </a:lnTo>
                  <a:lnTo>
                    <a:pt x="8999893" y="4206501"/>
                  </a:lnTo>
                  <a:lnTo>
                    <a:pt x="9038007" y="4258958"/>
                  </a:lnTo>
                  <a:lnTo>
                    <a:pt x="9077082" y="4307708"/>
                  </a:lnTo>
                  <a:lnTo>
                    <a:pt x="9084767" y="4316705"/>
                  </a:lnTo>
                  <a:lnTo>
                    <a:pt x="9131296" y="4367104"/>
                  </a:lnTo>
                  <a:lnTo>
                    <a:pt x="9180226" y="4412804"/>
                  </a:lnTo>
                  <a:lnTo>
                    <a:pt x="9232270" y="4454007"/>
                  </a:lnTo>
                  <a:lnTo>
                    <a:pt x="9288208" y="4491074"/>
                  </a:lnTo>
                  <a:lnTo>
                    <a:pt x="9348843" y="4524428"/>
                  </a:lnTo>
                  <a:lnTo>
                    <a:pt x="9414944" y="4554490"/>
                  </a:lnTo>
                  <a:lnTo>
                    <a:pt x="9487178" y="4581644"/>
                  </a:lnTo>
                  <a:lnTo>
                    <a:pt x="9566024" y="4606215"/>
                  </a:lnTo>
                  <a:lnTo>
                    <a:pt x="9651642" y="4628459"/>
                  </a:lnTo>
                  <a:lnTo>
                    <a:pt x="9743725" y="4648558"/>
                  </a:lnTo>
                  <a:lnTo>
                    <a:pt x="9841321" y="4666617"/>
                  </a:lnTo>
                  <a:lnTo>
                    <a:pt x="9942678" y="4682673"/>
                  </a:lnTo>
                  <a:lnTo>
                    <a:pt x="10045152" y="4696711"/>
                  </a:lnTo>
                  <a:lnTo>
                    <a:pt x="10145258" y="4708687"/>
                  </a:lnTo>
                  <a:lnTo>
                    <a:pt x="10238941" y="4718561"/>
                  </a:lnTo>
                  <a:lnTo>
                    <a:pt x="10322065" y="4726343"/>
                  </a:lnTo>
                  <a:lnTo>
                    <a:pt x="10391087" y="4732123"/>
                  </a:lnTo>
                  <a:lnTo>
                    <a:pt x="10443737" y="4736088"/>
                  </a:lnTo>
                  <a:lnTo>
                    <a:pt x="10479532" y="4738524"/>
                  </a:lnTo>
                  <a:lnTo>
                    <a:pt x="10499969" y="4739786"/>
                  </a:lnTo>
                  <a:lnTo>
                    <a:pt x="10508428" y="4740262"/>
                  </a:lnTo>
                  <a:lnTo>
                    <a:pt x="10509910" y="4740338"/>
                  </a:lnTo>
                  <a:lnTo>
                    <a:pt x="10509911" y="4740339"/>
                  </a:lnTo>
                  <a:lnTo>
                    <a:pt x="11981298" y="474033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09" name="pl409"/>
            <p:cNvSpPr/>
            <p:nvPr/>
          </p:nvSpPr>
          <p:spPr>
            <a:xfrm>
              <a:off x="4799595" y="4734580"/>
              <a:ext cx="11981298" cy="4740339"/>
            </a:xfrm>
            <a:custGeom>
              <a:avLst/>
              <a:pathLst>
                <a:path w="11981298" h="4740339">
                  <a:moveTo>
                    <a:pt x="11981298" y="4740339"/>
                  </a:moveTo>
                  <a:lnTo>
                    <a:pt x="10509911" y="4740339"/>
                  </a:lnTo>
                  <a:lnTo>
                    <a:pt x="10508748" y="4740279"/>
                  </a:lnTo>
                  <a:lnTo>
                    <a:pt x="10501106" y="4739852"/>
                  </a:lnTo>
                  <a:lnTo>
                    <a:pt x="10481854" y="4738673"/>
                  </a:lnTo>
                  <a:lnTo>
                    <a:pt x="10447466" y="4736353"/>
                  </a:lnTo>
                  <a:lnTo>
                    <a:pt x="10396272" y="4732531"/>
                  </a:lnTo>
                  <a:lnTo>
                    <a:pt x="10328590" y="4726916"/>
                  </a:lnTo>
                  <a:lnTo>
                    <a:pt x="10246552" y="4719311"/>
                  </a:lnTo>
                  <a:lnTo>
                    <a:pt x="10153618" y="4709618"/>
                  </a:lnTo>
                  <a:lnTo>
                    <a:pt x="10053899" y="4697822"/>
                  </a:lnTo>
                  <a:lnTo>
                    <a:pt x="9951482" y="4683959"/>
                  </a:lnTo>
                  <a:lnTo>
                    <a:pt x="9849912" y="4668075"/>
                  </a:lnTo>
                  <a:lnTo>
                    <a:pt x="9751911" y="4650188"/>
                  </a:lnTo>
                  <a:lnTo>
                    <a:pt x="9659307" y="4630268"/>
                  </a:lnTo>
                  <a:lnTo>
                    <a:pt x="9573114" y="4608214"/>
                  </a:lnTo>
                  <a:lnTo>
                    <a:pt x="9493687" y="4583852"/>
                  </a:lnTo>
                  <a:lnTo>
                    <a:pt x="9420900" y="4556932"/>
                  </a:lnTo>
                  <a:lnTo>
                    <a:pt x="9354297" y="4527134"/>
                  </a:lnTo>
                  <a:lnTo>
                    <a:pt x="9293221" y="4494079"/>
                  </a:lnTo>
                  <a:lnTo>
                    <a:pt x="9236911" y="4457348"/>
                  </a:lnTo>
                  <a:lnTo>
                    <a:pt x="9184564" y="4416516"/>
                  </a:lnTo>
                  <a:lnTo>
                    <a:pt x="9135396" y="4371213"/>
                  </a:lnTo>
                  <a:lnTo>
                    <a:pt x="9088685" y="4321219"/>
                  </a:lnTo>
                  <a:lnTo>
                    <a:pt x="9084767" y="4316705"/>
                  </a:lnTo>
                  <a:lnTo>
                    <a:pt x="9045468" y="4268658"/>
                  </a:lnTo>
                  <a:lnTo>
                    <a:pt x="9007193" y="4216924"/>
                  </a:lnTo>
                  <a:lnTo>
                    <a:pt x="8969648" y="4161427"/>
                  </a:lnTo>
                  <a:lnTo>
                    <a:pt x="8932603" y="4102162"/>
                  </a:lnTo>
                  <a:lnTo>
                    <a:pt x="8895875" y="4039193"/>
                  </a:lnTo>
                  <a:lnTo>
                    <a:pt x="8859323" y="3972667"/>
                  </a:lnTo>
                  <a:lnTo>
                    <a:pt x="8822846" y="3902817"/>
                  </a:lnTo>
                  <a:lnTo>
                    <a:pt x="8786372" y="3829958"/>
                  </a:lnTo>
                  <a:lnTo>
                    <a:pt x="8749861" y="3754491"/>
                  </a:lnTo>
                  <a:lnTo>
                    <a:pt x="8713293" y="3676890"/>
                  </a:lnTo>
                  <a:lnTo>
                    <a:pt x="8676671" y="3597696"/>
                  </a:lnTo>
                  <a:lnTo>
                    <a:pt x="8640008" y="3517500"/>
                  </a:lnTo>
                  <a:lnTo>
                    <a:pt x="8603328" y="3436925"/>
                  </a:lnTo>
                  <a:lnTo>
                    <a:pt x="8566660" y="3356606"/>
                  </a:lnTo>
                  <a:lnTo>
                    <a:pt x="8530028" y="3277172"/>
                  </a:lnTo>
                  <a:lnTo>
                    <a:pt x="8493449" y="3199219"/>
                  </a:lnTo>
                  <a:lnTo>
                    <a:pt x="8456928" y="3123300"/>
                  </a:lnTo>
                  <a:lnTo>
                    <a:pt x="8420450" y="3049904"/>
                  </a:lnTo>
                  <a:lnTo>
                    <a:pt x="8383978" y="2979446"/>
                  </a:lnTo>
                  <a:lnTo>
                    <a:pt x="8347447" y="2912258"/>
                  </a:lnTo>
                  <a:lnTo>
                    <a:pt x="8310763" y="2848588"/>
                  </a:lnTo>
                  <a:lnTo>
                    <a:pt x="8273791" y="2788600"/>
                  </a:lnTo>
                  <a:lnTo>
                    <a:pt x="8236360" y="2732374"/>
                  </a:lnTo>
                  <a:lnTo>
                    <a:pt x="8198246" y="2679917"/>
                  </a:lnTo>
                  <a:lnTo>
                    <a:pt x="8159171" y="2631166"/>
                  </a:lnTo>
                  <a:lnTo>
                    <a:pt x="8151487" y="2622170"/>
                  </a:lnTo>
                  <a:lnTo>
                    <a:pt x="8104957" y="2571770"/>
                  </a:lnTo>
                  <a:lnTo>
                    <a:pt x="8056027" y="2526070"/>
                  </a:lnTo>
                  <a:lnTo>
                    <a:pt x="8003984" y="2484868"/>
                  </a:lnTo>
                  <a:lnTo>
                    <a:pt x="7948045" y="2447801"/>
                  </a:lnTo>
                  <a:lnTo>
                    <a:pt x="7887410" y="2414447"/>
                  </a:lnTo>
                  <a:lnTo>
                    <a:pt x="7821310" y="2384385"/>
                  </a:lnTo>
                  <a:lnTo>
                    <a:pt x="7749075" y="2357231"/>
                  </a:lnTo>
                  <a:lnTo>
                    <a:pt x="7670230" y="2332660"/>
                  </a:lnTo>
                  <a:lnTo>
                    <a:pt x="7584611" y="2310416"/>
                  </a:lnTo>
                  <a:lnTo>
                    <a:pt x="7492528" y="2290317"/>
                  </a:lnTo>
                  <a:lnTo>
                    <a:pt x="7394932" y="2272258"/>
                  </a:lnTo>
                  <a:lnTo>
                    <a:pt x="7293575" y="2256201"/>
                  </a:lnTo>
                  <a:lnTo>
                    <a:pt x="7191102" y="2242163"/>
                  </a:lnTo>
                  <a:lnTo>
                    <a:pt x="7090995" y="2230188"/>
                  </a:lnTo>
                  <a:lnTo>
                    <a:pt x="6997313" y="2220314"/>
                  </a:lnTo>
                  <a:lnTo>
                    <a:pt x="6914188" y="2212531"/>
                  </a:lnTo>
                  <a:lnTo>
                    <a:pt x="6845167" y="2206752"/>
                  </a:lnTo>
                  <a:lnTo>
                    <a:pt x="6792516" y="2202787"/>
                  </a:lnTo>
                  <a:lnTo>
                    <a:pt x="6756722" y="2200350"/>
                  </a:lnTo>
                  <a:lnTo>
                    <a:pt x="6736284" y="2199089"/>
                  </a:lnTo>
                  <a:lnTo>
                    <a:pt x="6727825" y="2198613"/>
                  </a:lnTo>
                  <a:lnTo>
                    <a:pt x="6726343" y="2198536"/>
                  </a:lnTo>
                  <a:lnTo>
                    <a:pt x="6726343" y="2198536"/>
                  </a:lnTo>
                  <a:lnTo>
                    <a:pt x="5254955" y="2198536"/>
                  </a:lnTo>
                  <a:lnTo>
                    <a:pt x="5253774" y="2198483"/>
                  </a:lnTo>
                  <a:lnTo>
                    <a:pt x="5246018" y="2198109"/>
                  </a:lnTo>
                  <a:lnTo>
                    <a:pt x="5226487" y="2197073"/>
                  </a:lnTo>
                  <a:lnTo>
                    <a:pt x="5191623" y="2195034"/>
                  </a:lnTo>
                  <a:lnTo>
                    <a:pt x="5139767" y="2191678"/>
                  </a:lnTo>
                  <a:lnTo>
                    <a:pt x="5071287" y="2186749"/>
                  </a:lnTo>
                  <a:lnTo>
                    <a:pt x="4988395" y="2180076"/>
                  </a:lnTo>
                  <a:lnTo>
                    <a:pt x="4894637" y="2171577"/>
                  </a:lnTo>
                  <a:lnTo>
                    <a:pt x="4794200" y="2161242"/>
                  </a:lnTo>
                  <a:lnTo>
                    <a:pt x="4691219" y="2149102"/>
                  </a:lnTo>
                  <a:lnTo>
                    <a:pt x="4589257" y="2135197"/>
                  </a:lnTo>
                  <a:lnTo>
                    <a:pt x="4491030" y="2119542"/>
                  </a:lnTo>
                  <a:lnTo>
                    <a:pt x="4398341" y="2102105"/>
                  </a:lnTo>
                  <a:lnTo>
                    <a:pt x="4312171" y="2082796"/>
                  </a:lnTo>
                  <a:lnTo>
                    <a:pt x="4232844" y="2061456"/>
                  </a:lnTo>
                  <a:lnTo>
                    <a:pt x="4160199" y="2037861"/>
                  </a:lnTo>
                  <a:lnTo>
                    <a:pt x="4093753" y="2011726"/>
                  </a:lnTo>
                  <a:lnTo>
                    <a:pt x="4032828" y="1982712"/>
                  </a:lnTo>
                  <a:lnTo>
                    <a:pt x="3976642" y="1950451"/>
                  </a:lnTo>
                  <a:lnTo>
                    <a:pt x="3924382" y="1914571"/>
                  </a:lnTo>
                  <a:lnTo>
                    <a:pt x="3875254" y="1874756"/>
                  </a:lnTo>
                  <a:lnTo>
                    <a:pt x="3829811" y="1832113"/>
                  </a:lnTo>
                  <a:lnTo>
                    <a:pt x="3788378" y="1788171"/>
                  </a:lnTo>
                  <a:lnTo>
                    <a:pt x="3748065" y="1740673"/>
                  </a:lnTo>
                  <a:lnTo>
                    <a:pt x="3708535" y="1689549"/>
                  </a:lnTo>
                  <a:lnTo>
                    <a:pt x="3669524" y="1634801"/>
                  </a:lnTo>
                  <a:lnTo>
                    <a:pt x="3630827" y="1576512"/>
                  </a:lnTo>
                  <a:lnTo>
                    <a:pt x="3592293" y="1514852"/>
                  </a:lnTo>
                  <a:lnTo>
                    <a:pt x="3553812" y="1450083"/>
                  </a:lnTo>
                  <a:lnTo>
                    <a:pt x="3515314" y="1382557"/>
                  </a:lnTo>
                  <a:lnTo>
                    <a:pt x="3476762" y="1312713"/>
                  </a:lnTo>
                  <a:lnTo>
                    <a:pt x="3438147" y="1241066"/>
                  </a:lnTo>
                  <a:lnTo>
                    <a:pt x="3399477" y="1168194"/>
                  </a:lnTo>
                  <a:lnTo>
                    <a:pt x="3360778" y="1094719"/>
                  </a:lnTo>
                  <a:lnTo>
                    <a:pt x="3322081" y="1021284"/>
                  </a:lnTo>
                  <a:lnTo>
                    <a:pt x="3283417" y="948531"/>
                  </a:lnTo>
                  <a:lnTo>
                    <a:pt x="3244809" y="877077"/>
                  </a:lnTo>
                  <a:lnTo>
                    <a:pt x="3206265" y="807493"/>
                  </a:lnTo>
                  <a:lnTo>
                    <a:pt x="3167772" y="740286"/>
                  </a:lnTo>
                  <a:lnTo>
                    <a:pt x="3129288" y="675884"/>
                  </a:lnTo>
                  <a:lnTo>
                    <a:pt x="3090741" y="614629"/>
                  </a:lnTo>
                  <a:lnTo>
                    <a:pt x="3052015" y="556770"/>
                  </a:lnTo>
                  <a:lnTo>
                    <a:pt x="3012952" y="502467"/>
                  </a:lnTo>
                  <a:lnTo>
                    <a:pt x="2973341" y="451793"/>
                  </a:lnTo>
                  <a:lnTo>
                    <a:pt x="2932908" y="404740"/>
                  </a:lnTo>
                  <a:lnTo>
                    <a:pt x="2896531" y="366422"/>
                  </a:lnTo>
                  <a:lnTo>
                    <a:pt x="2849755" y="322614"/>
                  </a:lnTo>
                  <a:lnTo>
                    <a:pt x="2800550" y="282912"/>
                  </a:lnTo>
                  <a:lnTo>
                    <a:pt x="2748191" y="247138"/>
                  </a:lnTo>
                  <a:lnTo>
                    <a:pt x="2691884" y="214973"/>
                  </a:lnTo>
                  <a:lnTo>
                    <a:pt x="2630815" y="186044"/>
                  </a:lnTo>
                  <a:lnTo>
                    <a:pt x="2564205" y="159984"/>
                  </a:lnTo>
                  <a:lnTo>
                    <a:pt x="2491379" y="136455"/>
                  </a:lnTo>
                  <a:lnTo>
                    <a:pt x="2411861" y="115174"/>
                  </a:lnTo>
                  <a:lnTo>
                    <a:pt x="2325503" y="95919"/>
                  </a:lnTo>
                  <a:lnTo>
                    <a:pt x="2232643" y="78534"/>
                  </a:lnTo>
                  <a:lnTo>
                    <a:pt x="2134283" y="62928"/>
                  </a:lnTo>
                  <a:lnTo>
                    <a:pt x="2032252" y="49071"/>
                  </a:lnTo>
                  <a:lnTo>
                    <a:pt x="1929290" y="36981"/>
                  </a:lnTo>
                  <a:lnTo>
                    <a:pt x="1828981" y="26696"/>
                  </a:lnTo>
                  <a:lnTo>
                    <a:pt x="1735471" y="18249"/>
                  </a:lnTo>
                  <a:lnTo>
                    <a:pt x="1652937" y="11626"/>
                  </a:lnTo>
                  <a:lnTo>
                    <a:pt x="1584899" y="6744"/>
                  </a:lnTo>
                  <a:lnTo>
                    <a:pt x="1533520" y="3428"/>
                  </a:lnTo>
                  <a:lnTo>
                    <a:pt x="1499115" y="1422"/>
                  </a:lnTo>
                  <a:lnTo>
                    <a:pt x="1479969" y="409"/>
                  </a:lnTo>
                  <a:lnTo>
                    <a:pt x="1472474" y="48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10" name="pg410"/>
            <p:cNvSpPr/>
            <p:nvPr/>
          </p:nvSpPr>
          <p:spPr>
            <a:xfrm>
              <a:off x="4799595" y="4832656"/>
              <a:ext cx="11981298" cy="5410524"/>
            </a:xfrm>
            <a:custGeom>
              <a:avLst/>
              <a:pathLst>
                <a:path w="11981298" h="5410524">
                  <a:moveTo>
                    <a:pt x="0" y="8172"/>
                  </a:moveTo>
                  <a:lnTo>
                    <a:pt x="1471387" y="8172"/>
                  </a:lnTo>
                  <a:lnTo>
                    <a:pt x="1472565" y="8226"/>
                  </a:lnTo>
                  <a:lnTo>
                    <a:pt x="1480306" y="8608"/>
                  </a:lnTo>
                  <a:lnTo>
                    <a:pt x="1499799" y="9665"/>
                  </a:lnTo>
                  <a:lnTo>
                    <a:pt x="1534599" y="11745"/>
                  </a:lnTo>
                  <a:lnTo>
                    <a:pt x="1586365" y="15169"/>
                  </a:lnTo>
                  <a:lnTo>
                    <a:pt x="1654736" y="20198"/>
                  </a:lnTo>
                  <a:lnTo>
                    <a:pt x="1737513" y="27006"/>
                  </a:lnTo>
                  <a:lnTo>
                    <a:pt x="1831159" y="35679"/>
                  </a:lnTo>
                  <a:lnTo>
                    <a:pt x="1931499" y="46226"/>
                  </a:lnTo>
                  <a:lnTo>
                    <a:pt x="2034405" y="58616"/>
                  </a:lnTo>
                  <a:lnTo>
                    <a:pt x="2136314" y="72809"/>
                  </a:lnTo>
                  <a:lnTo>
                    <a:pt x="2234510" y="88787"/>
                  </a:lnTo>
                  <a:lnTo>
                    <a:pt x="2327189" y="106584"/>
                  </a:lnTo>
                  <a:lnTo>
                    <a:pt x="2413362" y="126291"/>
                  </a:lnTo>
                  <a:lnTo>
                    <a:pt x="2492703" y="148070"/>
                  </a:lnTo>
                  <a:lnTo>
                    <a:pt x="2565367" y="172148"/>
                  </a:lnTo>
                  <a:lnTo>
                    <a:pt x="2631834" y="198816"/>
                  </a:lnTo>
                  <a:lnTo>
                    <a:pt x="2692780" y="228418"/>
                  </a:lnTo>
                  <a:lnTo>
                    <a:pt x="2748982" y="261330"/>
                  </a:lnTo>
                  <a:lnTo>
                    <a:pt x="2801254" y="297932"/>
                  </a:lnTo>
                  <a:lnTo>
                    <a:pt x="2850387" y="338547"/>
                  </a:lnTo>
                  <a:lnTo>
                    <a:pt x="2896531" y="382768"/>
                  </a:lnTo>
                  <a:lnTo>
                    <a:pt x="2937643" y="427323"/>
                  </a:lnTo>
                  <a:lnTo>
                    <a:pt x="2977650" y="475455"/>
                  </a:lnTo>
                  <a:lnTo>
                    <a:pt x="3016881" y="527236"/>
                  </a:lnTo>
                  <a:lnTo>
                    <a:pt x="3055597" y="582665"/>
                  </a:lnTo>
                  <a:lnTo>
                    <a:pt x="3093997" y="641661"/>
                  </a:lnTo>
                  <a:lnTo>
                    <a:pt x="3132232" y="704057"/>
                  </a:lnTo>
                  <a:lnTo>
                    <a:pt x="3170411" y="769597"/>
                  </a:lnTo>
                  <a:lnTo>
                    <a:pt x="3208604" y="837933"/>
                  </a:lnTo>
                  <a:lnTo>
                    <a:pt x="3246848" y="908632"/>
                  </a:lnTo>
                  <a:lnTo>
                    <a:pt x="3285156" y="981184"/>
                  </a:lnTo>
                  <a:lnTo>
                    <a:pt x="3323518" y="1055016"/>
                  </a:lnTo>
                  <a:lnTo>
                    <a:pt x="3361911" y="1129511"/>
                  </a:lnTo>
                  <a:lnTo>
                    <a:pt x="3400305" y="1204026"/>
                  </a:lnTo>
                  <a:lnTo>
                    <a:pt x="3438669" y="1277921"/>
                  </a:lnTo>
                  <a:lnTo>
                    <a:pt x="3476981" y="1350576"/>
                  </a:lnTo>
                  <a:lnTo>
                    <a:pt x="3515229" y="1421413"/>
                  </a:lnTo>
                  <a:lnTo>
                    <a:pt x="3553425" y="1489918"/>
                  </a:lnTo>
                  <a:lnTo>
                    <a:pt x="3591603" y="1555653"/>
                  </a:lnTo>
                  <a:lnTo>
                    <a:pt x="3629832" y="1618265"/>
                  </a:lnTo>
                  <a:lnTo>
                    <a:pt x="3668217" y="1677490"/>
                  </a:lnTo>
                  <a:lnTo>
                    <a:pt x="3706906" y="1733156"/>
                  </a:lnTo>
                  <a:lnTo>
                    <a:pt x="3746096" y="1785177"/>
                  </a:lnTo>
                  <a:lnTo>
                    <a:pt x="3786043" y="1833548"/>
                  </a:lnTo>
                  <a:lnTo>
                    <a:pt x="3827071" y="1878334"/>
                  </a:lnTo>
                  <a:lnTo>
                    <a:pt x="3829811" y="1881151"/>
                  </a:lnTo>
                  <a:lnTo>
                    <a:pt x="3876554" y="1925907"/>
                  </a:lnTo>
                  <a:lnTo>
                    <a:pt x="3925722" y="1966470"/>
                  </a:lnTo>
                  <a:lnTo>
                    <a:pt x="3978038" y="2003023"/>
                  </a:lnTo>
                  <a:lnTo>
                    <a:pt x="4034295" y="2035892"/>
                  </a:lnTo>
                  <a:lnTo>
                    <a:pt x="4095305" y="2065455"/>
                  </a:lnTo>
                  <a:lnTo>
                    <a:pt x="4161846" y="2092089"/>
                  </a:lnTo>
                  <a:lnTo>
                    <a:pt x="4234591" y="2116136"/>
                  </a:lnTo>
                  <a:lnTo>
                    <a:pt x="4314018" y="2137888"/>
                  </a:lnTo>
                  <a:lnTo>
                    <a:pt x="4400276" y="2157570"/>
                  </a:lnTo>
                  <a:lnTo>
                    <a:pt x="4493030" y="2175343"/>
                  </a:lnTo>
                  <a:lnTo>
                    <a:pt x="4591287" y="2191300"/>
                  </a:lnTo>
                  <a:lnTo>
                    <a:pt x="4693227" y="2205469"/>
                  </a:lnTo>
                  <a:lnTo>
                    <a:pt x="4796124" y="2217837"/>
                  </a:lnTo>
                  <a:lnTo>
                    <a:pt x="4896407" y="2228361"/>
                  </a:lnTo>
                  <a:lnTo>
                    <a:pt x="4989942" y="2237010"/>
                  </a:lnTo>
                  <a:lnTo>
                    <a:pt x="5072558" y="2243795"/>
                  </a:lnTo>
                  <a:lnTo>
                    <a:pt x="5140731" y="2248803"/>
                  </a:lnTo>
                  <a:lnTo>
                    <a:pt x="5192283" y="2252208"/>
                  </a:lnTo>
                  <a:lnTo>
                    <a:pt x="5226876" y="2254273"/>
                  </a:lnTo>
                  <a:lnTo>
                    <a:pt x="5246196" y="2255319"/>
                  </a:lnTo>
                  <a:lnTo>
                    <a:pt x="5253820" y="2255695"/>
                  </a:lnTo>
                  <a:lnTo>
                    <a:pt x="5254955" y="2255747"/>
                  </a:lnTo>
                  <a:lnTo>
                    <a:pt x="6726343" y="2255747"/>
                  </a:lnTo>
                  <a:lnTo>
                    <a:pt x="6727469" y="2255819"/>
                  </a:lnTo>
                  <a:lnTo>
                    <a:pt x="6734879" y="2256331"/>
                  </a:lnTo>
                  <a:lnTo>
                    <a:pt x="6753562" y="2257748"/>
                  </a:lnTo>
                  <a:lnTo>
                    <a:pt x="6786980" y="2260536"/>
                  </a:lnTo>
                  <a:lnTo>
                    <a:pt x="6836820" y="2265131"/>
                  </a:lnTo>
                  <a:lnTo>
                    <a:pt x="6902865" y="2271887"/>
                  </a:lnTo>
                  <a:lnTo>
                    <a:pt x="6983143" y="2281051"/>
                  </a:lnTo>
                  <a:lnTo>
                    <a:pt x="7074371" y="2292747"/>
                  </a:lnTo>
                  <a:lnTo>
                    <a:pt x="7172591" y="2306997"/>
                  </a:lnTo>
                  <a:lnTo>
                    <a:pt x="7273819" y="2323765"/>
                  </a:lnTo>
                  <a:lnTo>
                    <a:pt x="7374551" y="2342993"/>
                  </a:lnTo>
                  <a:lnTo>
                    <a:pt x="7472055" y="2364654"/>
                  </a:lnTo>
                  <a:lnTo>
                    <a:pt x="7564458" y="2388775"/>
                  </a:lnTo>
                  <a:lnTo>
                    <a:pt x="7650682" y="2415467"/>
                  </a:lnTo>
                  <a:lnTo>
                    <a:pt x="7730298" y="2444924"/>
                  </a:lnTo>
                  <a:lnTo>
                    <a:pt x="7803371" y="2477434"/>
                  </a:lnTo>
                  <a:lnTo>
                    <a:pt x="7870297" y="2513368"/>
                  </a:lnTo>
                  <a:lnTo>
                    <a:pt x="7931687" y="2553170"/>
                  </a:lnTo>
                  <a:lnTo>
                    <a:pt x="7988264" y="2597339"/>
                  </a:lnTo>
                  <a:lnTo>
                    <a:pt x="8040803" y="2646386"/>
                  </a:lnTo>
                  <a:lnTo>
                    <a:pt x="8090069" y="2700779"/>
                  </a:lnTo>
                  <a:lnTo>
                    <a:pt x="8136780" y="2760836"/>
                  </a:lnTo>
                  <a:lnTo>
                    <a:pt x="8151487" y="2781543"/>
                  </a:lnTo>
                  <a:lnTo>
                    <a:pt x="8187564" y="2836050"/>
                  </a:lnTo>
                  <a:lnTo>
                    <a:pt x="8222759" y="2894397"/>
                  </a:lnTo>
                  <a:lnTo>
                    <a:pt x="8257303" y="2956662"/>
                  </a:lnTo>
                  <a:lnTo>
                    <a:pt x="8291384" y="3022867"/>
                  </a:lnTo>
                  <a:lnTo>
                    <a:pt x="8325152" y="3092969"/>
                  </a:lnTo>
                  <a:lnTo>
                    <a:pt x="8358726" y="3166857"/>
                  </a:lnTo>
                  <a:lnTo>
                    <a:pt x="8392200" y="3244347"/>
                  </a:lnTo>
                  <a:lnTo>
                    <a:pt x="8425639" y="3325181"/>
                  </a:lnTo>
                  <a:lnTo>
                    <a:pt x="8459090" y="3409025"/>
                  </a:lnTo>
                  <a:lnTo>
                    <a:pt x="8492578" y="3495475"/>
                  </a:lnTo>
                  <a:lnTo>
                    <a:pt x="8526115" y="3584060"/>
                  </a:lnTo>
                  <a:lnTo>
                    <a:pt x="8559698" y="3674257"/>
                  </a:lnTo>
                  <a:lnTo>
                    <a:pt x="8593314" y="3765498"/>
                  </a:lnTo>
                  <a:lnTo>
                    <a:pt x="8626946" y="3857188"/>
                  </a:lnTo>
                  <a:lnTo>
                    <a:pt x="8660572" y="3948717"/>
                  </a:lnTo>
                  <a:lnTo>
                    <a:pt x="8694173" y="4039484"/>
                  </a:lnTo>
                  <a:lnTo>
                    <a:pt x="8727732" y="4128904"/>
                  </a:lnTo>
                  <a:lnTo>
                    <a:pt x="8761243" y="4216431"/>
                  </a:lnTo>
                  <a:lnTo>
                    <a:pt x="8794709" y="4301569"/>
                  </a:lnTo>
                  <a:lnTo>
                    <a:pt x="8828150" y="4383880"/>
                  </a:lnTo>
                  <a:lnTo>
                    <a:pt x="8861600" y="4462998"/>
                  </a:lnTo>
                  <a:lnTo>
                    <a:pt x="8895117" y="4538627"/>
                  </a:lnTo>
                  <a:lnTo>
                    <a:pt x="8928780" y="4610547"/>
                  </a:lnTo>
                  <a:lnTo>
                    <a:pt x="8962695" y="4678615"/>
                  </a:lnTo>
                  <a:lnTo>
                    <a:pt x="8996997" y="4742754"/>
                  </a:lnTo>
                  <a:lnTo>
                    <a:pt x="9031857" y="4802958"/>
                  </a:lnTo>
                  <a:lnTo>
                    <a:pt x="9067483" y="4859278"/>
                  </a:lnTo>
                  <a:lnTo>
                    <a:pt x="9084767" y="4884728"/>
                  </a:lnTo>
                  <a:lnTo>
                    <a:pt x="9130788" y="4946645"/>
                  </a:lnTo>
                  <a:lnTo>
                    <a:pt x="9179151" y="5002851"/>
                  </a:lnTo>
                  <a:lnTo>
                    <a:pt x="9230546" y="5053586"/>
                  </a:lnTo>
                  <a:lnTo>
                    <a:pt x="9285728" y="5099281"/>
                  </a:lnTo>
                  <a:lnTo>
                    <a:pt x="9345474" y="5140443"/>
                  </a:lnTo>
                  <a:lnTo>
                    <a:pt x="9410531" y="5177579"/>
                  </a:lnTo>
                  <a:lnTo>
                    <a:pt x="9481554" y="5211155"/>
                  </a:lnTo>
                  <a:lnTo>
                    <a:pt x="9559023" y="5241567"/>
                  </a:lnTo>
                  <a:lnTo>
                    <a:pt x="9643123" y="5269129"/>
                  </a:lnTo>
                  <a:lnTo>
                    <a:pt x="9733606" y="5294068"/>
                  </a:lnTo>
                  <a:lnTo>
                    <a:pt x="9829620" y="5316520"/>
                  </a:lnTo>
                  <a:lnTo>
                    <a:pt x="9929563" y="5336538"/>
                  </a:lnTo>
                  <a:lnTo>
                    <a:pt x="10030981" y="5354109"/>
                  </a:lnTo>
                  <a:lnTo>
                    <a:pt x="10130598" y="5369182"/>
                  </a:lnTo>
                  <a:lnTo>
                    <a:pt x="10224541" y="5381708"/>
                  </a:lnTo>
                  <a:lnTo>
                    <a:pt x="10308776" y="5391684"/>
                  </a:lnTo>
                  <a:lnTo>
                    <a:pt x="10379728" y="5399201"/>
                  </a:lnTo>
                  <a:lnTo>
                    <a:pt x="10434938" y="5404463"/>
                  </a:lnTo>
                  <a:lnTo>
                    <a:pt x="10473588" y="5407792"/>
                  </a:lnTo>
                  <a:lnTo>
                    <a:pt x="10496752" y="5409603"/>
                  </a:lnTo>
                  <a:lnTo>
                    <a:pt x="10507339" y="5410357"/>
                  </a:lnTo>
                  <a:lnTo>
                    <a:pt x="10509911" y="5410524"/>
                  </a:lnTo>
                  <a:lnTo>
                    <a:pt x="11981298" y="5410524"/>
                  </a:lnTo>
                  <a:lnTo>
                    <a:pt x="11981298" y="5402351"/>
                  </a:lnTo>
                  <a:lnTo>
                    <a:pt x="10509911" y="5402351"/>
                  </a:lnTo>
                  <a:lnTo>
                    <a:pt x="10508784" y="5402280"/>
                  </a:lnTo>
                  <a:lnTo>
                    <a:pt x="10501375" y="5401767"/>
                  </a:lnTo>
                  <a:lnTo>
                    <a:pt x="10482692" y="5400351"/>
                  </a:lnTo>
                  <a:lnTo>
                    <a:pt x="10449274" y="5397562"/>
                  </a:lnTo>
                  <a:lnTo>
                    <a:pt x="10399434" y="5392968"/>
                  </a:lnTo>
                  <a:lnTo>
                    <a:pt x="10333388" y="5386211"/>
                  </a:lnTo>
                  <a:lnTo>
                    <a:pt x="10253110" y="5377047"/>
                  </a:lnTo>
                  <a:lnTo>
                    <a:pt x="10161882" y="5365352"/>
                  </a:lnTo>
                  <a:lnTo>
                    <a:pt x="10063662" y="5351101"/>
                  </a:lnTo>
                  <a:lnTo>
                    <a:pt x="9962434" y="5334334"/>
                  </a:lnTo>
                  <a:lnTo>
                    <a:pt x="9861702" y="5315105"/>
                  </a:lnTo>
                  <a:lnTo>
                    <a:pt x="9764198" y="5293445"/>
                  </a:lnTo>
                  <a:lnTo>
                    <a:pt x="9671795" y="5269323"/>
                  </a:lnTo>
                  <a:lnTo>
                    <a:pt x="9585572" y="5242632"/>
                  </a:lnTo>
                  <a:lnTo>
                    <a:pt x="9505955" y="5213174"/>
                  </a:lnTo>
                  <a:lnTo>
                    <a:pt x="9432882" y="5180664"/>
                  </a:lnTo>
                  <a:lnTo>
                    <a:pt x="9365956" y="5144730"/>
                  </a:lnTo>
                  <a:lnTo>
                    <a:pt x="9304567" y="5104928"/>
                  </a:lnTo>
                  <a:lnTo>
                    <a:pt x="9247989" y="5060760"/>
                  </a:lnTo>
                  <a:lnTo>
                    <a:pt x="9195451" y="5011712"/>
                  </a:lnTo>
                  <a:lnTo>
                    <a:pt x="9146184" y="4957319"/>
                  </a:lnTo>
                  <a:lnTo>
                    <a:pt x="9099473" y="4897262"/>
                  </a:lnTo>
                  <a:lnTo>
                    <a:pt x="9084767" y="4876555"/>
                  </a:lnTo>
                  <a:lnTo>
                    <a:pt x="9048690" y="4822048"/>
                  </a:lnTo>
                  <a:lnTo>
                    <a:pt x="9013494" y="4763701"/>
                  </a:lnTo>
                  <a:lnTo>
                    <a:pt x="8978950" y="4701436"/>
                  </a:lnTo>
                  <a:lnTo>
                    <a:pt x="8944870" y="4635232"/>
                  </a:lnTo>
                  <a:lnTo>
                    <a:pt x="8911102" y="4565130"/>
                  </a:lnTo>
                  <a:lnTo>
                    <a:pt x="8877527" y="4491242"/>
                  </a:lnTo>
                  <a:lnTo>
                    <a:pt x="8844053" y="4413751"/>
                  </a:lnTo>
                  <a:lnTo>
                    <a:pt x="8810614" y="4332917"/>
                  </a:lnTo>
                  <a:lnTo>
                    <a:pt x="8777163" y="4249073"/>
                  </a:lnTo>
                  <a:lnTo>
                    <a:pt x="8743675" y="4162624"/>
                  </a:lnTo>
                  <a:lnTo>
                    <a:pt x="8710138" y="4074038"/>
                  </a:lnTo>
                  <a:lnTo>
                    <a:pt x="8676556" y="3983841"/>
                  </a:lnTo>
                  <a:lnTo>
                    <a:pt x="8642939" y="3892600"/>
                  </a:lnTo>
                  <a:lnTo>
                    <a:pt x="8609307" y="3800911"/>
                  </a:lnTo>
                  <a:lnTo>
                    <a:pt x="8575681" y="3709381"/>
                  </a:lnTo>
                  <a:lnTo>
                    <a:pt x="8542081" y="3618615"/>
                  </a:lnTo>
                  <a:lnTo>
                    <a:pt x="8508521" y="3529195"/>
                  </a:lnTo>
                  <a:lnTo>
                    <a:pt x="8475010" y="3441667"/>
                  </a:lnTo>
                  <a:lnTo>
                    <a:pt x="8441544" y="3356530"/>
                  </a:lnTo>
                  <a:lnTo>
                    <a:pt x="8408104" y="3274218"/>
                  </a:lnTo>
                  <a:lnTo>
                    <a:pt x="8374653" y="3195101"/>
                  </a:lnTo>
                  <a:lnTo>
                    <a:pt x="8341136" y="3119472"/>
                  </a:lnTo>
                  <a:lnTo>
                    <a:pt x="8307473" y="3047551"/>
                  </a:lnTo>
                  <a:lnTo>
                    <a:pt x="8273558" y="2979484"/>
                  </a:lnTo>
                  <a:lnTo>
                    <a:pt x="8239256" y="2915344"/>
                  </a:lnTo>
                  <a:lnTo>
                    <a:pt x="8204396" y="2855140"/>
                  </a:lnTo>
                  <a:lnTo>
                    <a:pt x="8168770" y="2798820"/>
                  </a:lnTo>
                  <a:lnTo>
                    <a:pt x="8151487" y="2773370"/>
                  </a:lnTo>
                  <a:lnTo>
                    <a:pt x="8105465" y="2711453"/>
                  </a:lnTo>
                  <a:lnTo>
                    <a:pt x="8057102" y="2655247"/>
                  </a:lnTo>
                  <a:lnTo>
                    <a:pt x="8005707" y="2604513"/>
                  </a:lnTo>
                  <a:lnTo>
                    <a:pt x="7950525" y="2558818"/>
                  </a:lnTo>
                  <a:lnTo>
                    <a:pt x="7890779" y="2517656"/>
                  </a:lnTo>
                  <a:lnTo>
                    <a:pt x="7825722" y="2480519"/>
                  </a:lnTo>
                  <a:lnTo>
                    <a:pt x="7754699" y="2446943"/>
                  </a:lnTo>
                  <a:lnTo>
                    <a:pt x="7677230" y="2416532"/>
                  </a:lnTo>
                  <a:lnTo>
                    <a:pt x="7593130" y="2388969"/>
                  </a:lnTo>
                  <a:lnTo>
                    <a:pt x="7502647" y="2364030"/>
                  </a:lnTo>
                  <a:lnTo>
                    <a:pt x="7406633" y="2341578"/>
                  </a:lnTo>
                  <a:lnTo>
                    <a:pt x="7306690" y="2321560"/>
                  </a:lnTo>
                  <a:lnTo>
                    <a:pt x="7205273" y="2303989"/>
                  </a:lnTo>
                  <a:lnTo>
                    <a:pt x="7105655" y="2288916"/>
                  </a:lnTo>
                  <a:lnTo>
                    <a:pt x="7011713" y="2276391"/>
                  </a:lnTo>
                  <a:lnTo>
                    <a:pt x="6927477" y="2266414"/>
                  </a:lnTo>
                  <a:lnTo>
                    <a:pt x="6856525" y="2258898"/>
                  </a:lnTo>
                  <a:lnTo>
                    <a:pt x="6801315" y="2253636"/>
                  </a:lnTo>
                  <a:lnTo>
                    <a:pt x="6762665" y="2250306"/>
                  </a:lnTo>
                  <a:lnTo>
                    <a:pt x="6739502" y="2248496"/>
                  </a:lnTo>
                  <a:lnTo>
                    <a:pt x="6728914" y="2247742"/>
                  </a:lnTo>
                  <a:lnTo>
                    <a:pt x="6726343" y="2247574"/>
                  </a:lnTo>
                  <a:lnTo>
                    <a:pt x="5254955" y="2247574"/>
                  </a:lnTo>
                  <a:lnTo>
                    <a:pt x="5253777" y="2247520"/>
                  </a:lnTo>
                  <a:lnTo>
                    <a:pt x="5246036" y="2247138"/>
                  </a:lnTo>
                  <a:lnTo>
                    <a:pt x="5226543" y="2246081"/>
                  </a:lnTo>
                  <a:lnTo>
                    <a:pt x="5191743" y="2244002"/>
                  </a:lnTo>
                  <a:lnTo>
                    <a:pt x="5139977" y="2240577"/>
                  </a:lnTo>
                  <a:lnTo>
                    <a:pt x="5071606" y="2235548"/>
                  </a:lnTo>
                  <a:lnTo>
                    <a:pt x="4988829" y="2228740"/>
                  </a:lnTo>
                  <a:lnTo>
                    <a:pt x="4895183" y="2220068"/>
                  </a:lnTo>
                  <a:lnTo>
                    <a:pt x="4794843" y="2209520"/>
                  </a:lnTo>
                  <a:lnTo>
                    <a:pt x="4691938" y="2197130"/>
                  </a:lnTo>
                  <a:lnTo>
                    <a:pt x="4590029" y="2182938"/>
                  </a:lnTo>
                  <a:lnTo>
                    <a:pt x="4491832" y="2166959"/>
                  </a:lnTo>
                  <a:lnTo>
                    <a:pt x="4399154" y="2149163"/>
                  </a:lnTo>
                  <a:lnTo>
                    <a:pt x="4312981" y="2129455"/>
                  </a:lnTo>
                  <a:lnTo>
                    <a:pt x="4233639" y="2107677"/>
                  </a:lnTo>
                  <a:lnTo>
                    <a:pt x="4160975" y="2083599"/>
                  </a:lnTo>
                  <a:lnTo>
                    <a:pt x="4094508" y="2056930"/>
                  </a:lnTo>
                  <a:lnTo>
                    <a:pt x="4033562" y="2027329"/>
                  </a:lnTo>
                  <a:lnTo>
                    <a:pt x="3977360" y="1994416"/>
                  </a:lnTo>
                  <a:lnTo>
                    <a:pt x="3925088" y="1957814"/>
                  </a:lnTo>
                  <a:lnTo>
                    <a:pt x="3875955" y="1917199"/>
                  </a:lnTo>
                  <a:lnTo>
                    <a:pt x="3829811" y="1872978"/>
                  </a:lnTo>
                  <a:lnTo>
                    <a:pt x="3788699" y="1828424"/>
                  </a:lnTo>
                  <a:lnTo>
                    <a:pt x="3748692" y="1780291"/>
                  </a:lnTo>
                  <a:lnTo>
                    <a:pt x="3709461" y="1728510"/>
                  </a:lnTo>
                  <a:lnTo>
                    <a:pt x="3670745" y="1673082"/>
                  </a:lnTo>
                  <a:lnTo>
                    <a:pt x="3632346" y="1614086"/>
                  </a:lnTo>
                  <a:lnTo>
                    <a:pt x="3594110" y="1551690"/>
                  </a:lnTo>
                  <a:lnTo>
                    <a:pt x="3555931" y="1486150"/>
                  </a:lnTo>
                  <a:lnTo>
                    <a:pt x="3517738" y="1417814"/>
                  </a:lnTo>
                  <a:lnTo>
                    <a:pt x="3479494" y="1347115"/>
                  </a:lnTo>
                  <a:lnTo>
                    <a:pt x="3441186" y="1274563"/>
                  </a:lnTo>
                  <a:lnTo>
                    <a:pt x="3402825" y="1200731"/>
                  </a:lnTo>
                  <a:lnTo>
                    <a:pt x="3364431" y="1126236"/>
                  </a:lnTo>
                  <a:lnTo>
                    <a:pt x="3326037" y="1051720"/>
                  </a:lnTo>
                  <a:lnTo>
                    <a:pt x="3287673" y="977825"/>
                  </a:lnTo>
                  <a:lnTo>
                    <a:pt x="3249361" y="905171"/>
                  </a:lnTo>
                  <a:lnTo>
                    <a:pt x="3211113" y="834334"/>
                  </a:lnTo>
                  <a:lnTo>
                    <a:pt x="3172918" y="765828"/>
                  </a:lnTo>
                  <a:lnTo>
                    <a:pt x="3134739" y="700093"/>
                  </a:lnTo>
                  <a:lnTo>
                    <a:pt x="3096510" y="637482"/>
                  </a:lnTo>
                  <a:lnTo>
                    <a:pt x="3058125" y="578257"/>
                  </a:lnTo>
                  <a:lnTo>
                    <a:pt x="3019436" y="522591"/>
                  </a:lnTo>
                  <a:lnTo>
                    <a:pt x="2980246" y="470570"/>
                  </a:lnTo>
                  <a:lnTo>
                    <a:pt x="2940299" y="422199"/>
                  </a:lnTo>
                  <a:lnTo>
                    <a:pt x="2899271" y="377413"/>
                  </a:lnTo>
                  <a:lnTo>
                    <a:pt x="2896531" y="374595"/>
                  </a:lnTo>
                  <a:lnTo>
                    <a:pt x="2849788" y="329840"/>
                  </a:lnTo>
                  <a:lnTo>
                    <a:pt x="2800621" y="289276"/>
                  </a:lnTo>
                  <a:lnTo>
                    <a:pt x="2748305" y="252723"/>
                  </a:lnTo>
                  <a:lnTo>
                    <a:pt x="2692047" y="219855"/>
                  </a:lnTo>
                  <a:lnTo>
                    <a:pt x="2631037" y="190292"/>
                  </a:lnTo>
                  <a:lnTo>
                    <a:pt x="2564497" y="163658"/>
                  </a:lnTo>
                  <a:lnTo>
                    <a:pt x="2491751" y="139610"/>
                  </a:lnTo>
                  <a:lnTo>
                    <a:pt x="2412324" y="117859"/>
                  </a:lnTo>
                  <a:lnTo>
                    <a:pt x="2326067" y="98176"/>
                  </a:lnTo>
                  <a:lnTo>
                    <a:pt x="2233312" y="80403"/>
                  </a:lnTo>
                  <a:lnTo>
                    <a:pt x="2135055" y="64447"/>
                  </a:lnTo>
                  <a:lnTo>
                    <a:pt x="2033115" y="50277"/>
                  </a:lnTo>
                  <a:lnTo>
                    <a:pt x="1930218" y="37910"/>
                  </a:lnTo>
                  <a:lnTo>
                    <a:pt x="1829936" y="27386"/>
                  </a:lnTo>
                  <a:lnTo>
                    <a:pt x="1736400" y="18737"/>
                  </a:lnTo>
                  <a:lnTo>
                    <a:pt x="1653784" y="11951"/>
                  </a:lnTo>
                  <a:lnTo>
                    <a:pt x="1585611" y="6944"/>
                  </a:lnTo>
                  <a:lnTo>
                    <a:pt x="1534059" y="3538"/>
                  </a:lnTo>
                  <a:lnTo>
                    <a:pt x="1499466" y="1473"/>
                  </a:lnTo>
                  <a:lnTo>
                    <a:pt x="1480146" y="427"/>
                  </a:lnTo>
                  <a:lnTo>
                    <a:pt x="1472523" y="51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411" name="pl411"/>
            <p:cNvSpPr/>
            <p:nvPr/>
          </p:nvSpPr>
          <p:spPr>
            <a:xfrm>
              <a:off x="4799595" y="4840829"/>
              <a:ext cx="11981298" cy="5402351"/>
            </a:xfrm>
            <a:custGeom>
              <a:avLst/>
              <a:pathLst>
                <a:path w="11981298" h="5402351">
                  <a:moveTo>
                    <a:pt x="0" y="0"/>
                  </a:moveTo>
                  <a:lnTo>
                    <a:pt x="1471387" y="0"/>
                  </a:lnTo>
                  <a:lnTo>
                    <a:pt x="1472565" y="53"/>
                  </a:lnTo>
                  <a:lnTo>
                    <a:pt x="1480306" y="435"/>
                  </a:lnTo>
                  <a:lnTo>
                    <a:pt x="1499799" y="1492"/>
                  </a:lnTo>
                  <a:lnTo>
                    <a:pt x="1534599" y="3572"/>
                  </a:lnTo>
                  <a:lnTo>
                    <a:pt x="1586365" y="6996"/>
                  </a:lnTo>
                  <a:lnTo>
                    <a:pt x="1654736" y="12025"/>
                  </a:lnTo>
                  <a:lnTo>
                    <a:pt x="1737513" y="18833"/>
                  </a:lnTo>
                  <a:lnTo>
                    <a:pt x="1831159" y="27506"/>
                  </a:lnTo>
                  <a:lnTo>
                    <a:pt x="1931499" y="38053"/>
                  </a:lnTo>
                  <a:lnTo>
                    <a:pt x="2034405" y="50443"/>
                  </a:lnTo>
                  <a:lnTo>
                    <a:pt x="2136314" y="64636"/>
                  </a:lnTo>
                  <a:lnTo>
                    <a:pt x="2234510" y="80614"/>
                  </a:lnTo>
                  <a:lnTo>
                    <a:pt x="2327189" y="98411"/>
                  </a:lnTo>
                  <a:lnTo>
                    <a:pt x="2413362" y="118118"/>
                  </a:lnTo>
                  <a:lnTo>
                    <a:pt x="2492703" y="139897"/>
                  </a:lnTo>
                  <a:lnTo>
                    <a:pt x="2565367" y="163975"/>
                  </a:lnTo>
                  <a:lnTo>
                    <a:pt x="2631834" y="190643"/>
                  </a:lnTo>
                  <a:lnTo>
                    <a:pt x="2692780" y="220245"/>
                  </a:lnTo>
                  <a:lnTo>
                    <a:pt x="2748982" y="253157"/>
                  </a:lnTo>
                  <a:lnTo>
                    <a:pt x="2801254" y="289759"/>
                  </a:lnTo>
                  <a:lnTo>
                    <a:pt x="2850387" y="330374"/>
                  </a:lnTo>
                  <a:lnTo>
                    <a:pt x="2896531" y="374595"/>
                  </a:lnTo>
                  <a:lnTo>
                    <a:pt x="2937643" y="419150"/>
                  </a:lnTo>
                  <a:lnTo>
                    <a:pt x="2977650" y="467282"/>
                  </a:lnTo>
                  <a:lnTo>
                    <a:pt x="3016881" y="519063"/>
                  </a:lnTo>
                  <a:lnTo>
                    <a:pt x="3055597" y="574492"/>
                  </a:lnTo>
                  <a:lnTo>
                    <a:pt x="3093997" y="633488"/>
                  </a:lnTo>
                  <a:lnTo>
                    <a:pt x="3132232" y="695884"/>
                  </a:lnTo>
                  <a:lnTo>
                    <a:pt x="3170411" y="761424"/>
                  </a:lnTo>
                  <a:lnTo>
                    <a:pt x="3208604" y="829760"/>
                  </a:lnTo>
                  <a:lnTo>
                    <a:pt x="3246848" y="900459"/>
                  </a:lnTo>
                  <a:lnTo>
                    <a:pt x="3285156" y="973011"/>
                  </a:lnTo>
                  <a:lnTo>
                    <a:pt x="3323518" y="1046843"/>
                  </a:lnTo>
                  <a:lnTo>
                    <a:pt x="3361911" y="1121338"/>
                  </a:lnTo>
                  <a:lnTo>
                    <a:pt x="3400305" y="1195853"/>
                  </a:lnTo>
                  <a:lnTo>
                    <a:pt x="3438669" y="1269748"/>
                  </a:lnTo>
                  <a:lnTo>
                    <a:pt x="3476981" y="1342403"/>
                  </a:lnTo>
                  <a:lnTo>
                    <a:pt x="3515229" y="1413240"/>
                  </a:lnTo>
                  <a:lnTo>
                    <a:pt x="3553425" y="1481745"/>
                  </a:lnTo>
                  <a:lnTo>
                    <a:pt x="3591603" y="1547480"/>
                  </a:lnTo>
                  <a:lnTo>
                    <a:pt x="3629832" y="1610092"/>
                  </a:lnTo>
                  <a:lnTo>
                    <a:pt x="3668217" y="1669317"/>
                  </a:lnTo>
                  <a:lnTo>
                    <a:pt x="3706906" y="1724983"/>
                  </a:lnTo>
                  <a:lnTo>
                    <a:pt x="3746096" y="1777004"/>
                  </a:lnTo>
                  <a:lnTo>
                    <a:pt x="3786043" y="1825375"/>
                  </a:lnTo>
                  <a:lnTo>
                    <a:pt x="3827071" y="1870161"/>
                  </a:lnTo>
                  <a:lnTo>
                    <a:pt x="3829811" y="1872978"/>
                  </a:lnTo>
                  <a:lnTo>
                    <a:pt x="3876554" y="1917734"/>
                  </a:lnTo>
                  <a:lnTo>
                    <a:pt x="3925722" y="1958297"/>
                  </a:lnTo>
                  <a:lnTo>
                    <a:pt x="3978038" y="1994850"/>
                  </a:lnTo>
                  <a:lnTo>
                    <a:pt x="4034295" y="2027719"/>
                  </a:lnTo>
                  <a:lnTo>
                    <a:pt x="4095305" y="2057282"/>
                  </a:lnTo>
                  <a:lnTo>
                    <a:pt x="4161846" y="2083916"/>
                  </a:lnTo>
                  <a:lnTo>
                    <a:pt x="4234591" y="2107963"/>
                  </a:lnTo>
                  <a:lnTo>
                    <a:pt x="4314018" y="2129715"/>
                  </a:lnTo>
                  <a:lnTo>
                    <a:pt x="4400276" y="2149397"/>
                  </a:lnTo>
                  <a:lnTo>
                    <a:pt x="4493030" y="2167170"/>
                  </a:lnTo>
                  <a:lnTo>
                    <a:pt x="4591287" y="2183127"/>
                  </a:lnTo>
                  <a:lnTo>
                    <a:pt x="4693227" y="2197296"/>
                  </a:lnTo>
                  <a:lnTo>
                    <a:pt x="4796124" y="2209664"/>
                  </a:lnTo>
                  <a:lnTo>
                    <a:pt x="4896407" y="2220188"/>
                  </a:lnTo>
                  <a:lnTo>
                    <a:pt x="4989942" y="2228837"/>
                  </a:lnTo>
                  <a:lnTo>
                    <a:pt x="5072558" y="2235622"/>
                  </a:lnTo>
                  <a:lnTo>
                    <a:pt x="5140731" y="2240630"/>
                  </a:lnTo>
                  <a:lnTo>
                    <a:pt x="5192283" y="2244035"/>
                  </a:lnTo>
                  <a:lnTo>
                    <a:pt x="5226876" y="2246100"/>
                  </a:lnTo>
                  <a:lnTo>
                    <a:pt x="5246196" y="2247146"/>
                  </a:lnTo>
                  <a:lnTo>
                    <a:pt x="5253820" y="2247522"/>
                  </a:lnTo>
                  <a:lnTo>
                    <a:pt x="5254955" y="2247574"/>
                  </a:lnTo>
                  <a:lnTo>
                    <a:pt x="6726343" y="2247574"/>
                  </a:lnTo>
                  <a:lnTo>
                    <a:pt x="6727469" y="2247646"/>
                  </a:lnTo>
                  <a:lnTo>
                    <a:pt x="6734879" y="2248158"/>
                  </a:lnTo>
                  <a:lnTo>
                    <a:pt x="6753562" y="2249575"/>
                  </a:lnTo>
                  <a:lnTo>
                    <a:pt x="6786980" y="2252363"/>
                  </a:lnTo>
                  <a:lnTo>
                    <a:pt x="6836820" y="2256958"/>
                  </a:lnTo>
                  <a:lnTo>
                    <a:pt x="6902865" y="2263714"/>
                  </a:lnTo>
                  <a:lnTo>
                    <a:pt x="6983143" y="2272878"/>
                  </a:lnTo>
                  <a:lnTo>
                    <a:pt x="7074371" y="2284574"/>
                  </a:lnTo>
                  <a:lnTo>
                    <a:pt x="7172591" y="2298824"/>
                  </a:lnTo>
                  <a:lnTo>
                    <a:pt x="7273819" y="2315592"/>
                  </a:lnTo>
                  <a:lnTo>
                    <a:pt x="7374551" y="2334820"/>
                  </a:lnTo>
                  <a:lnTo>
                    <a:pt x="7472055" y="2356481"/>
                  </a:lnTo>
                  <a:lnTo>
                    <a:pt x="7564458" y="2380602"/>
                  </a:lnTo>
                  <a:lnTo>
                    <a:pt x="7650682" y="2407294"/>
                  </a:lnTo>
                  <a:lnTo>
                    <a:pt x="7730298" y="2436751"/>
                  </a:lnTo>
                  <a:lnTo>
                    <a:pt x="7803371" y="2469261"/>
                  </a:lnTo>
                  <a:lnTo>
                    <a:pt x="7870297" y="2505195"/>
                  </a:lnTo>
                  <a:lnTo>
                    <a:pt x="7931687" y="2544997"/>
                  </a:lnTo>
                  <a:lnTo>
                    <a:pt x="7988264" y="2589166"/>
                  </a:lnTo>
                  <a:lnTo>
                    <a:pt x="8040803" y="2638213"/>
                  </a:lnTo>
                  <a:lnTo>
                    <a:pt x="8090069" y="2692606"/>
                  </a:lnTo>
                  <a:lnTo>
                    <a:pt x="8136780" y="2752663"/>
                  </a:lnTo>
                  <a:lnTo>
                    <a:pt x="8151487" y="2773370"/>
                  </a:lnTo>
                  <a:lnTo>
                    <a:pt x="8187564" y="2827877"/>
                  </a:lnTo>
                  <a:lnTo>
                    <a:pt x="8222759" y="2886224"/>
                  </a:lnTo>
                  <a:lnTo>
                    <a:pt x="8257303" y="2948489"/>
                  </a:lnTo>
                  <a:lnTo>
                    <a:pt x="8291384" y="3014694"/>
                  </a:lnTo>
                  <a:lnTo>
                    <a:pt x="8325152" y="3084796"/>
                  </a:lnTo>
                  <a:lnTo>
                    <a:pt x="8358726" y="3158684"/>
                  </a:lnTo>
                  <a:lnTo>
                    <a:pt x="8392200" y="3236174"/>
                  </a:lnTo>
                  <a:lnTo>
                    <a:pt x="8425639" y="3317008"/>
                  </a:lnTo>
                  <a:lnTo>
                    <a:pt x="8459090" y="3400852"/>
                  </a:lnTo>
                  <a:lnTo>
                    <a:pt x="8492578" y="3487302"/>
                  </a:lnTo>
                  <a:lnTo>
                    <a:pt x="8526115" y="3575887"/>
                  </a:lnTo>
                  <a:lnTo>
                    <a:pt x="8559698" y="3666084"/>
                  </a:lnTo>
                  <a:lnTo>
                    <a:pt x="8593314" y="3757325"/>
                  </a:lnTo>
                  <a:lnTo>
                    <a:pt x="8626946" y="3849015"/>
                  </a:lnTo>
                  <a:lnTo>
                    <a:pt x="8660572" y="3940544"/>
                  </a:lnTo>
                  <a:lnTo>
                    <a:pt x="8694173" y="4031311"/>
                  </a:lnTo>
                  <a:lnTo>
                    <a:pt x="8727732" y="4120731"/>
                  </a:lnTo>
                  <a:lnTo>
                    <a:pt x="8761243" y="4208258"/>
                  </a:lnTo>
                  <a:lnTo>
                    <a:pt x="8794709" y="4293396"/>
                  </a:lnTo>
                  <a:lnTo>
                    <a:pt x="8828150" y="4375707"/>
                  </a:lnTo>
                  <a:lnTo>
                    <a:pt x="8861600" y="4454825"/>
                  </a:lnTo>
                  <a:lnTo>
                    <a:pt x="8895117" y="4530454"/>
                  </a:lnTo>
                  <a:lnTo>
                    <a:pt x="8928780" y="4602374"/>
                  </a:lnTo>
                  <a:lnTo>
                    <a:pt x="8962695" y="4670442"/>
                  </a:lnTo>
                  <a:lnTo>
                    <a:pt x="8996997" y="4734581"/>
                  </a:lnTo>
                  <a:lnTo>
                    <a:pt x="9031857" y="4794785"/>
                  </a:lnTo>
                  <a:lnTo>
                    <a:pt x="9067483" y="4851105"/>
                  </a:lnTo>
                  <a:lnTo>
                    <a:pt x="9084767" y="4876555"/>
                  </a:lnTo>
                  <a:lnTo>
                    <a:pt x="9130788" y="4938472"/>
                  </a:lnTo>
                  <a:lnTo>
                    <a:pt x="9179151" y="4994678"/>
                  </a:lnTo>
                  <a:lnTo>
                    <a:pt x="9230546" y="5045413"/>
                  </a:lnTo>
                  <a:lnTo>
                    <a:pt x="9285728" y="5091108"/>
                  </a:lnTo>
                  <a:lnTo>
                    <a:pt x="9345474" y="5132270"/>
                  </a:lnTo>
                  <a:lnTo>
                    <a:pt x="9410531" y="5169406"/>
                  </a:lnTo>
                  <a:lnTo>
                    <a:pt x="9481554" y="5202982"/>
                  </a:lnTo>
                  <a:lnTo>
                    <a:pt x="9559023" y="5233394"/>
                  </a:lnTo>
                  <a:lnTo>
                    <a:pt x="9643123" y="5260956"/>
                  </a:lnTo>
                  <a:lnTo>
                    <a:pt x="9733606" y="5285895"/>
                  </a:lnTo>
                  <a:lnTo>
                    <a:pt x="9829620" y="5308347"/>
                  </a:lnTo>
                  <a:lnTo>
                    <a:pt x="9929563" y="5328365"/>
                  </a:lnTo>
                  <a:lnTo>
                    <a:pt x="10030981" y="5345936"/>
                  </a:lnTo>
                  <a:lnTo>
                    <a:pt x="10130598" y="5361009"/>
                  </a:lnTo>
                  <a:lnTo>
                    <a:pt x="10224541" y="5373535"/>
                  </a:lnTo>
                  <a:lnTo>
                    <a:pt x="10308776" y="5383511"/>
                  </a:lnTo>
                  <a:lnTo>
                    <a:pt x="10379728" y="5391028"/>
                  </a:lnTo>
                  <a:lnTo>
                    <a:pt x="10434938" y="5396290"/>
                  </a:lnTo>
                  <a:lnTo>
                    <a:pt x="10473588" y="5399619"/>
                  </a:lnTo>
                  <a:lnTo>
                    <a:pt x="10496752" y="5401430"/>
                  </a:lnTo>
                  <a:lnTo>
                    <a:pt x="10507339" y="5402184"/>
                  </a:lnTo>
                  <a:lnTo>
                    <a:pt x="10509871" y="5402349"/>
                  </a:lnTo>
                  <a:lnTo>
                    <a:pt x="10509911" y="5402351"/>
                  </a:lnTo>
                  <a:lnTo>
                    <a:pt x="11981298" y="540235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12" name="pl412"/>
            <p:cNvSpPr/>
            <p:nvPr/>
          </p:nvSpPr>
          <p:spPr>
            <a:xfrm>
              <a:off x="4799595" y="4832656"/>
              <a:ext cx="11981298" cy="5402351"/>
            </a:xfrm>
            <a:custGeom>
              <a:avLst/>
              <a:pathLst>
                <a:path w="11981298" h="5402351">
                  <a:moveTo>
                    <a:pt x="11981298" y="5402351"/>
                  </a:moveTo>
                  <a:lnTo>
                    <a:pt x="10509911" y="5402351"/>
                  </a:lnTo>
                  <a:lnTo>
                    <a:pt x="10508784" y="5402280"/>
                  </a:lnTo>
                  <a:lnTo>
                    <a:pt x="10501375" y="5401767"/>
                  </a:lnTo>
                  <a:lnTo>
                    <a:pt x="10482692" y="5400351"/>
                  </a:lnTo>
                  <a:lnTo>
                    <a:pt x="10449274" y="5397562"/>
                  </a:lnTo>
                  <a:lnTo>
                    <a:pt x="10399434" y="5392968"/>
                  </a:lnTo>
                  <a:lnTo>
                    <a:pt x="10333388" y="5386211"/>
                  </a:lnTo>
                  <a:lnTo>
                    <a:pt x="10253110" y="5377047"/>
                  </a:lnTo>
                  <a:lnTo>
                    <a:pt x="10161882" y="5365352"/>
                  </a:lnTo>
                  <a:lnTo>
                    <a:pt x="10063662" y="5351101"/>
                  </a:lnTo>
                  <a:lnTo>
                    <a:pt x="9962434" y="5334334"/>
                  </a:lnTo>
                  <a:lnTo>
                    <a:pt x="9861702" y="5315105"/>
                  </a:lnTo>
                  <a:lnTo>
                    <a:pt x="9764198" y="5293445"/>
                  </a:lnTo>
                  <a:lnTo>
                    <a:pt x="9671795" y="5269323"/>
                  </a:lnTo>
                  <a:lnTo>
                    <a:pt x="9585572" y="5242632"/>
                  </a:lnTo>
                  <a:lnTo>
                    <a:pt x="9505955" y="5213174"/>
                  </a:lnTo>
                  <a:lnTo>
                    <a:pt x="9432882" y="5180664"/>
                  </a:lnTo>
                  <a:lnTo>
                    <a:pt x="9365956" y="5144730"/>
                  </a:lnTo>
                  <a:lnTo>
                    <a:pt x="9304567" y="5104928"/>
                  </a:lnTo>
                  <a:lnTo>
                    <a:pt x="9247989" y="5060760"/>
                  </a:lnTo>
                  <a:lnTo>
                    <a:pt x="9195451" y="5011712"/>
                  </a:lnTo>
                  <a:lnTo>
                    <a:pt x="9146184" y="4957319"/>
                  </a:lnTo>
                  <a:lnTo>
                    <a:pt x="9099473" y="4897262"/>
                  </a:lnTo>
                  <a:lnTo>
                    <a:pt x="9084767" y="4876555"/>
                  </a:lnTo>
                  <a:lnTo>
                    <a:pt x="9048690" y="4822048"/>
                  </a:lnTo>
                  <a:lnTo>
                    <a:pt x="9013494" y="4763701"/>
                  </a:lnTo>
                  <a:lnTo>
                    <a:pt x="8978950" y="4701436"/>
                  </a:lnTo>
                  <a:lnTo>
                    <a:pt x="8944870" y="4635232"/>
                  </a:lnTo>
                  <a:lnTo>
                    <a:pt x="8911102" y="4565130"/>
                  </a:lnTo>
                  <a:lnTo>
                    <a:pt x="8877527" y="4491242"/>
                  </a:lnTo>
                  <a:lnTo>
                    <a:pt x="8844053" y="4413751"/>
                  </a:lnTo>
                  <a:lnTo>
                    <a:pt x="8810614" y="4332917"/>
                  </a:lnTo>
                  <a:lnTo>
                    <a:pt x="8777163" y="4249073"/>
                  </a:lnTo>
                  <a:lnTo>
                    <a:pt x="8743675" y="4162624"/>
                  </a:lnTo>
                  <a:lnTo>
                    <a:pt x="8710138" y="4074038"/>
                  </a:lnTo>
                  <a:lnTo>
                    <a:pt x="8676556" y="3983841"/>
                  </a:lnTo>
                  <a:lnTo>
                    <a:pt x="8642939" y="3892600"/>
                  </a:lnTo>
                  <a:lnTo>
                    <a:pt x="8609307" y="3800911"/>
                  </a:lnTo>
                  <a:lnTo>
                    <a:pt x="8575681" y="3709381"/>
                  </a:lnTo>
                  <a:lnTo>
                    <a:pt x="8542081" y="3618615"/>
                  </a:lnTo>
                  <a:lnTo>
                    <a:pt x="8508521" y="3529195"/>
                  </a:lnTo>
                  <a:lnTo>
                    <a:pt x="8475010" y="3441667"/>
                  </a:lnTo>
                  <a:lnTo>
                    <a:pt x="8441544" y="3356530"/>
                  </a:lnTo>
                  <a:lnTo>
                    <a:pt x="8408104" y="3274218"/>
                  </a:lnTo>
                  <a:lnTo>
                    <a:pt x="8374653" y="3195101"/>
                  </a:lnTo>
                  <a:lnTo>
                    <a:pt x="8341136" y="3119472"/>
                  </a:lnTo>
                  <a:lnTo>
                    <a:pt x="8307473" y="3047551"/>
                  </a:lnTo>
                  <a:lnTo>
                    <a:pt x="8273558" y="2979484"/>
                  </a:lnTo>
                  <a:lnTo>
                    <a:pt x="8239256" y="2915344"/>
                  </a:lnTo>
                  <a:lnTo>
                    <a:pt x="8204396" y="2855140"/>
                  </a:lnTo>
                  <a:lnTo>
                    <a:pt x="8168770" y="2798820"/>
                  </a:lnTo>
                  <a:lnTo>
                    <a:pt x="8151487" y="2773370"/>
                  </a:lnTo>
                  <a:lnTo>
                    <a:pt x="8105465" y="2711453"/>
                  </a:lnTo>
                  <a:lnTo>
                    <a:pt x="8057102" y="2655247"/>
                  </a:lnTo>
                  <a:lnTo>
                    <a:pt x="8005707" y="2604513"/>
                  </a:lnTo>
                  <a:lnTo>
                    <a:pt x="7950525" y="2558818"/>
                  </a:lnTo>
                  <a:lnTo>
                    <a:pt x="7890779" y="2517656"/>
                  </a:lnTo>
                  <a:lnTo>
                    <a:pt x="7825722" y="2480519"/>
                  </a:lnTo>
                  <a:lnTo>
                    <a:pt x="7754699" y="2446943"/>
                  </a:lnTo>
                  <a:lnTo>
                    <a:pt x="7677230" y="2416532"/>
                  </a:lnTo>
                  <a:lnTo>
                    <a:pt x="7593130" y="2388969"/>
                  </a:lnTo>
                  <a:lnTo>
                    <a:pt x="7502647" y="2364030"/>
                  </a:lnTo>
                  <a:lnTo>
                    <a:pt x="7406633" y="2341578"/>
                  </a:lnTo>
                  <a:lnTo>
                    <a:pt x="7306690" y="2321560"/>
                  </a:lnTo>
                  <a:lnTo>
                    <a:pt x="7205273" y="2303989"/>
                  </a:lnTo>
                  <a:lnTo>
                    <a:pt x="7105655" y="2288916"/>
                  </a:lnTo>
                  <a:lnTo>
                    <a:pt x="7011713" y="2276391"/>
                  </a:lnTo>
                  <a:lnTo>
                    <a:pt x="6927477" y="2266414"/>
                  </a:lnTo>
                  <a:lnTo>
                    <a:pt x="6856525" y="2258898"/>
                  </a:lnTo>
                  <a:lnTo>
                    <a:pt x="6801315" y="2253636"/>
                  </a:lnTo>
                  <a:lnTo>
                    <a:pt x="6762665" y="2250306"/>
                  </a:lnTo>
                  <a:lnTo>
                    <a:pt x="6739502" y="2248496"/>
                  </a:lnTo>
                  <a:lnTo>
                    <a:pt x="6728914" y="2247742"/>
                  </a:lnTo>
                  <a:lnTo>
                    <a:pt x="6726383" y="2247576"/>
                  </a:lnTo>
                  <a:lnTo>
                    <a:pt x="6726343" y="2247574"/>
                  </a:lnTo>
                  <a:lnTo>
                    <a:pt x="5254955" y="2247574"/>
                  </a:lnTo>
                  <a:lnTo>
                    <a:pt x="5253777" y="2247520"/>
                  </a:lnTo>
                  <a:lnTo>
                    <a:pt x="5246036" y="2247138"/>
                  </a:lnTo>
                  <a:lnTo>
                    <a:pt x="5226543" y="2246081"/>
                  </a:lnTo>
                  <a:lnTo>
                    <a:pt x="5191743" y="2244002"/>
                  </a:lnTo>
                  <a:lnTo>
                    <a:pt x="5139977" y="2240577"/>
                  </a:lnTo>
                  <a:lnTo>
                    <a:pt x="5071606" y="2235548"/>
                  </a:lnTo>
                  <a:lnTo>
                    <a:pt x="4988829" y="2228740"/>
                  </a:lnTo>
                  <a:lnTo>
                    <a:pt x="4895183" y="2220068"/>
                  </a:lnTo>
                  <a:lnTo>
                    <a:pt x="4794843" y="2209520"/>
                  </a:lnTo>
                  <a:lnTo>
                    <a:pt x="4691938" y="2197130"/>
                  </a:lnTo>
                  <a:lnTo>
                    <a:pt x="4590029" y="2182938"/>
                  </a:lnTo>
                  <a:lnTo>
                    <a:pt x="4491832" y="2166959"/>
                  </a:lnTo>
                  <a:lnTo>
                    <a:pt x="4399154" y="2149163"/>
                  </a:lnTo>
                  <a:lnTo>
                    <a:pt x="4312981" y="2129455"/>
                  </a:lnTo>
                  <a:lnTo>
                    <a:pt x="4233639" y="2107677"/>
                  </a:lnTo>
                  <a:lnTo>
                    <a:pt x="4160975" y="2083599"/>
                  </a:lnTo>
                  <a:lnTo>
                    <a:pt x="4094508" y="2056930"/>
                  </a:lnTo>
                  <a:lnTo>
                    <a:pt x="4033562" y="2027329"/>
                  </a:lnTo>
                  <a:lnTo>
                    <a:pt x="3977360" y="1994416"/>
                  </a:lnTo>
                  <a:lnTo>
                    <a:pt x="3925088" y="1957814"/>
                  </a:lnTo>
                  <a:lnTo>
                    <a:pt x="3875955" y="1917199"/>
                  </a:lnTo>
                  <a:lnTo>
                    <a:pt x="3829811" y="1872978"/>
                  </a:lnTo>
                  <a:lnTo>
                    <a:pt x="3788699" y="1828424"/>
                  </a:lnTo>
                  <a:lnTo>
                    <a:pt x="3748692" y="1780291"/>
                  </a:lnTo>
                  <a:lnTo>
                    <a:pt x="3709461" y="1728510"/>
                  </a:lnTo>
                  <a:lnTo>
                    <a:pt x="3670745" y="1673082"/>
                  </a:lnTo>
                  <a:lnTo>
                    <a:pt x="3632346" y="1614086"/>
                  </a:lnTo>
                  <a:lnTo>
                    <a:pt x="3594110" y="1551690"/>
                  </a:lnTo>
                  <a:lnTo>
                    <a:pt x="3555931" y="1486150"/>
                  </a:lnTo>
                  <a:lnTo>
                    <a:pt x="3517738" y="1417814"/>
                  </a:lnTo>
                  <a:lnTo>
                    <a:pt x="3479494" y="1347115"/>
                  </a:lnTo>
                  <a:lnTo>
                    <a:pt x="3441186" y="1274563"/>
                  </a:lnTo>
                  <a:lnTo>
                    <a:pt x="3402825" y="1200731"/>
                  </a:lnTo>
                  <a:lnTo>
                    <a:pt x="3364431" y="1126236"/>
                  </a:lnTo>
                  <a:lnTo>
                    <a:pt x="3326037" y="1051720"/>
                  </a:lnTo>
                  <a:lnTo>
                    <a:pt x="3287673" y="977825"/>
                  </a:lnTo>
                  <a:lnTo>
                    <a:pt x="3249361" y="905171"/>
                  </a:lnTo>
                  <a:lnTo>
                    <a:pt x="3211113" y="834334"/>
                  </a:lnTo>
                  <a:lnTo>
                    <a:pt x="3172918" y="765828"/>
                  </a:lnTo>
                  <a:lnTo>
                    <a:pt x="3134739" y="700093"/>
                  </a:lnTo>
                  <a:lnTo>
                    <a:pt x="3096510" y="637482"/>
                  </a:lnTo>
                  <a:lnTo>
                    <a:pt x="3058125" y="578257"/>
                  </a:lnTo>
                  <a:lnTo>
                    <a:pt x="3019436" y="522591"/>
                  </a:lnTo>
                  <a:lnTo>
                    <a:pt x="2980246" y="470570"/>
                  </a:lnTo>
                  <a:lnTo>
                    <a:pt x="2940299" y="422199"/>
                  </a:lnTo>
                  <a:lnTo>
                    <a:pt x="2899271" y="377413"/>
                  </a:lnTo>
                  <a:lnTo>
                    <a:pt x="2896531" y="374595"/>
                  </a:lnTo>
                  <a:lnTo>
                    <a:pt x="2849788" y="329840"/>
                  </a:lnTo>
                  <a:lnTo>
                    <a:pt x="2800621" y="289276"/>
                  </a:lnTo>
                  <a:lnTo>
                    <a:pt x="2748305" y="252723"/>
                  </a:lnTo>
                  <a:lnTo>
                    <a:pt x="2692047" y="219855"/>
                  </a:lnTo>
                  <a:lnTo>
                    <a:pt x="2631037" y="190292"/>
                  </a:lnTo>
                  <a:lnTo>
                    <a:pt x="2564497" y="163658"/>
                  </a:lnTo>
                  <a:lnTo>
                    <a:pt x="2491751" y="139610"/>
                  </a:lnTo>
                  <a:lnTo>
                    <a:pt x="2412324" y="117859"/>
                  </a:lnTo>
                  <a:lnTo>
                    <a:pt x="2326067" y="98176"/>
                  </a:lnTo>
                  <a:lnTo>
                    <a:pt x="2233312" y="80403"/>
                  </a:lnTo>
                  <a:lnTo>
                    <a:pt x="2135055" y="64447"/>
                  </a:lnTo>
                  <a:lnTo>
                    <a:pt x="2033115" y="50277"/>
                  </a:lnTo>
                  <a:lnTo>
                    <a:pt x="1930218" y="37910"/>
                  </a:lnTo>
                  <a:lnTo>
                    <a:pt x="1829936" y="27386"/>
                  </a:lnTo>
                  <a:lnTo>
                    <a:pt x="1736400" y="18737"/>
                  </a:lnTo>
                  <a:lnTo>
                    <a:pt x="1653784" y="11951"/>
                  </a:lnTo>
                  <a:lnTo>
                    <a:pt x="1585611" y="6944"/>
                  </a:lnTo>
                  <a:lnTo>
                    <a:pt x="1534059" y="3538"/>
                  </a:lnTo>
                  <a:lnTo>
                    <a:pt x="1499466" y="1473"/>
                  </a:lnTo>
                  <a:lnTo>
                    <a:pt x="1480146" y="427"/>
                  </a:lnTo>
                  <a:lnTo>
                    <a:pt x="1472523" y="51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13" name="pg413"/>
            <p:cNvSpPr/>
            <p:nvPr/>
          </p:nvSpPr>
          <p:spPr>
            <a:xfrm>
              <a:off x="4799595" y="3778339"/>
              <a:ext cx="11981298" cy="1340371"/>
            </a:xfrm>
            <a:custGeom>
              <a:avLst/>
              <a:pathLst>
                <a:path w="11981298" h="1340371">
                  <a:moveTo>
                    <a:pt x="0" y="24518"/>
                  </a:moveTo>
                  <a:lnTo>
                    <a:pt x="1471387" y="24518"/>
                  </a:lnTo>
                  <a:lnTo>
                    <a:pt x="1472604" y="24551"/>
                  </a:lnTo>
                  <a:lnTo>
                    <a:pt x="1480590" y="24782"/>
                  </a:lnTo>
                  <a:lnTo>
                    <a:pt x="1500681" y="25422"/>
                  </a:lnTo>
                  <a:lnTo>
                    <a:pt x="1536499" y="26680"/>
                  </a:lnTo>
                  <a:lnTo>
                    <a:pt x="1589679" y="28750"/>
                  </a:lnTo>
                  <a:lnTo>
                    <a:pt x="1659747" y="31787"/>
                  </a:lnTo>
                  <a:lnTo>
                    <a:pt x="1744332" y="35894"/>
                  </a:lnTo>
                  <a:lnTo>
                    <a:pt x="1839711" y="41118"/>
                  </a:lnTo>
                  <a:lnTo>
                    <a:pt x="1941553" y="47462"/>
                  </a:lnTo>
                  <a:lnTo>
                    <a:pt x="2045627" y="54907"/>
                  </a:lnTo>
                  <a:lnTo>
                    <a:pt x="2148338" y="63427"/>
                  </a:lnTo>
                  <a:lnTo>
                    <a:pt x="2246986" y="73018"/>
                  </a:lnTo>
                  <a:lnTo>
                    <a:pt x="2339820" y="83700"/>
                  </a:lnTo>
                  <a:lnTo>
                    <a:pt x="2425923" y="95538"/>
                  </a:lnTo>
                  <a:lnTo>
                    <a:pt x="2505041" y="108633"/>
                  </a:lnTo>
                  <a:lnTo>
                    <a:pt x="2577399" y="123129"/>
                  </a:lnTo>
                  <a:lnTo>
                    <a:pt x="2643532" y="139210"/>
                  </a:lnTo>
                  <a:lnTo>
                    <a:pt x="2704165" y="157086"/>
                  </a:lnTo>
                  <a:lnTo>
                    <a:pt x="2760114" y="176988"/>
                  </a:lnTo>
                  <a:lnTo>
                    <a:pt x="2812216" y="199142"/>
                  </a:lnTo>
                  <a:lnTo>
                    <a:pt x="2861279" y="223730"/>
                  </a:lnTo>
                  <a:lnTo>
                    <a:pt x="2896531" y="243827"/>
                  </a:lnTo>
                  <a:lnTo>
                    <a:pt x="2944672" y="274662"/>
                  </a:lnTo>
                  <a:lnTo>
                    <a:pt x="2991374" y="308396"/>
                  </a:lnTo>
                  <a:lnTo>
                    <a:pt x="3037138" y="345079"/>
                  </a:lnTo>
                  <a:lnTo>
                    <a:pt x="3082342" y="384677"/>
                  </a:lnTo>
                  <a:lnTo>
                    <a:pt x="3127261" y="427065"/>
                  </a:lnTo>
                  <a:lnTo>
                    <a:pt x="3172084" y="472019"/>
                  </a:lnTo>
                  <a:lnTo>
                    <a:pt x="3216928" y="519212"/>
                  </a:lnTo>
                  <a:lnTo>
                    <a:pt x="3261849" y="568226"/>
                  </a:lnTo>
                  <a:lnTo>
                    <a:pt x="3306853" y="618557"/>
                  </a:lnTo>
                  <a:lnTo>
                    <a:pt x="3351916" y="669643"/>
                  </a:lnTo>
                  <a:lnTo>
                    <a:pt x="3396992" y="720880"/>
                  </a:lnTo>
                  <a:lnTo>
                    <a:pt x="3442030" y="771661"/>
                  </a:lnTo>
                  <a:lnTo>
                    <a:pt x="3486994" y="821400"/>
                  </a:lnTo>
                  <a:lnTo>
                    <a:pt x="3531872" y="869561"/>
                  </a:lnTo>
                  <a:lnTo>
                    <a:pt x="3576695" y="915680"/>
                  </a:lnTo>
                  <a:lnTo>
                    <a:pt x="3621548" y="959383"/>
                  </a:lnTo>
                  <a:lnTo>
                    <a:pt x="3666581" y="1000397"/>
                  </a:lnTo>
                  <a:lnTo>
                    <a:pt x="3712025" y="1038545"/>
                  </a:lnTo>
                  <a:lnTo>
                    <a:pt x="3758204" y="1073750"/>
                  </a:lnTo>
                  <a:lnTo>
                    <a:pt x="3805555" y="1106021"/>
                  </a:lnTo>
                  <a:lnTo>
                    <a:pt x="3829811" y="1121062"/>
                  </a:lnTo>
                  <a:lnTo>
                    <a:pt x="3877076" y="1147537"/>
                  </a:lnTo>
                  <a:lnTo>
                    <a:pt x="3926827" y="1171504"/>
                  </a:lnTo>
                  <a:lnTo>
                    <a:pt x="3979812" y="1193076"/>
                  </a:lnTo>
                  <a:lnTo>
                    <a:pt x="4036852" y="1212450"/>
                  </a:lnTo>
                  <a:lnTo>
                    <a:pt x="4098785" y="1229857"/>
                  </a:lnTo>
                  <a:lnTo>
                    <a:pt x="4166411" y="1245522"/>
                  </a:lnTo>
                  <a:lnTo>
                    <a:pt x="4240417" y="1259653"/>
                  </a:lnTo>
                  <a:lnTo>
                    <a:pt x="4321275" y="1272422"/>
                  </a:lnTo>
                  <a:lnTo>
                    <a:pt x="4409106" y="1283963"/>
                  </a:lnTo>
                  <a:lnTo>
                    <a:pt x="4503508" y="1294369"/>
                  </a:lnTo>
                  <a:lnTo>
                    <a:pt x="4603371" y="1303691"/>
                  </a:lnTo>
                  <a:lnTo>
                    <a:pt x="4706712" y="1311944"/>
                  </a:lnTo>
                  <a:lnTo>
                    <a:pt x="4810597" y="1319117"/>
                  </a:lnTo>
                  <a:lnTo>
                    <a:pt x="4911236" y="1325183"/>
                  </a:lnTo>
                  <a:lnTo>
                    <a:pt x="5004314" y="1330126"/>
                  </a:lnTo>
                  <a:lnTo>
                    <a:pt x="5085580" y="1333958"/>
                  </a:lnTo>
                  <a:lnTo>
                    <a:pt x="5151585" y="1336742"/>
                  </a:lnTo>
                  <a:lnTo>
                    <a:pt x="5200390" y="1338593"/>
                  </a:lnTo>
                  <a:lnTo>
                    <a:pt x="5232044" y="1339678"/>
                  </a:lnTo>
                  <a:lnTo>
                    <a:pt x="5248700" y="1340195"/>
                  </a:lnTo>
                  <a:lnTo>
                    <a:pt x="5254434" y="1340358"/>
                  </a:lnTo>
                  <a:lnTo>
                    <a:pt x="5254955" y="1340371"/>
                  </a:lnTo>
                  <a:lnTo>
                    <a:pt x="6726343" y="1340371"/>
                  </a:lnTo>
                  <a:lnTo>
                    <a:pt x="6727561" y="1340340"/>
                  </a:lnTo>
                  <a:lnTo>
                    <a:pt x="6735555" y="1340115"/>
                  </a:lnTo>
                  <a:lnTo>
                    <a:pt x="6755666" y="1339495"/>
                  </a:lnTo>
                  <a:lnTo>
                    <a:pt x="6791517" y="1338275"/>
                  </a:lnTo>
                  <a:lnTo>
                    <a:pt x="6844744" y="1336267"/>
                  </a:lnTo>
                  <a:lnTo>
                    <a:pt x="6914868" y="1333321"/>
                  </a:lnTo>
                  <a:lnTo>
                    <a:pt x="6999512" y="1329338"/>
                  </a:lnTo>
                  <a:lnTo>
                    <a:pt x="7094948" y="1324272"/>
                  </a:lnTo>
                  <a:lnTo>
                    <a:pt x="7196838" y="1318119"/>
                  </a:lnTo>
                  <a:lnTo>
                    <a:pt x="7300951" y="1310899"/>
                  </a:lnTo>
                  <a:lnTo>
                    <a:pt x="7403687" y="1302636"/>
                  </a:lnTo>
                  <a:lnTo>
                    <a:pt x="7502349" y="1293337"/>
                  </a:lnTo>
                  <a:lnTo>
                    <a:pt x="7595187" y="1282977"/>
                  </a:lnTo>
                  <a:lnTo>
                    <a:pt x="7681287" y="1271498"/>
                  </a:lnTo>
                  <a:lnTo>
                    <a:pt x="7760398" y="1258798"/>
                  </a:lnTo>
                  <a:lnTo>
                    <a:pt x="7832746" y="1244739"/>
                  </a:lnTo>
                  <a:lnTo>
                    <a:pt x="7898868" y="1229143"/>
                  </a:lnTo>
                  <a:lnTo>
                    <a:pt x="7959491" y="1211804"/>
                  </a:lnTo>
                  <a:lnTo>
                    <a:pt x="8015432" y="1192500"/>
                  </a:lnTo>
                  <a:lnTo>
                    <a:pt x="8067529" y="1171011"/>
                  </a:lnTo>
                  <a:lnTo>
                    <a:pt x="8116590" y="1147160"/>
                  </a:lnTo>
                  <a:lnTo>
                    <a:pt x="8151487" y="1127873"/>
                  </a:lnTo>
                  <a:lnTo>
                    <a:pt x="8199973" y="1097767"/>
                  </a:lnTo>
                  <a:lnTo>
                    <a:pt x="8247003" y="1064811"/>
                  </a:lnTo>
                  <a:lnTo>
                    <a:pt x="8293089" y="1028956"/>
                  </a:lnTo>
                  <a:lnTo>
                    <a:pt x="8338613" y="990236"/>
                  </a:lnTo>
                  <a:lnTo>
                    <a:pt x="8383854" y="948778"/>
                  </a:lnTo>
                  <a:lnTo>
                    <a:pt x="8429004" y="904808"/>
                  </a:lnTo>
                  <a:lnTo>
                    <a:pt x="8474178" y="858652"/>
                  </a:lnTo>
                  <a:lnTo>
                    <a:pt x="8519431" y="810730"/>
                  </a:lnTo>
                  <a:lnTo>
                    <a:pt x="8564769" y="761544"/>
                  </a:lnTo>
                  <a:lnTo>
                    <a:pt x="8610163" y="711655"/>
                  </a:lnTo>
                  <a:lnTo>
                    <a:pt x="8655567" y="661660"/>
                  </a:lnTo>
                  <a:lnTo>
                    <a:pt x="8700929" y="612160"/>
                  </a:lnTo>
                  <a:lnTo>
                    <a:pt x="8746213" y="563734"/>
                  </a:lnTo>
                  <a:lnTo>
                    <a:pt x="8791412" y="516907"/>
                  </a:lnTo>
                  <a:lnTo>
                    <a:pt x="8836560" y="472128"/>
                  </a:lnTo>
                  <a:lnTo>
                    <a:pt x="8881752" y="429758"/>
                  </a:lnTo>
                  <a:lnTo>
                    <a:pt x="8927150" y="390058"/>
                  </a:lnTo>
                  <a:lnTo>
                    <a:pt x="8973000" y="353190"/>
                  </a:lnTo>
                  <a:lnTo>
                    <a:pt x="9019648" y="319218"/>
                  </a:lnTo>
                  <a:lnTo>
                    <a:pt x="9067556" y="288123"/>
                  </a:lnTo>
                  <a:lnTo>
                    <a:pt x="9084767" y="277881"/>
                  </a:lnTo>
                  <a:lnTo>
                    <a:pt x="9132049" y="252220"/>
                  </a:lnTo>
                  <a:lnTo>
                    <a:pt x="9181818" y="228991"/>
                  </a:lnTo>
                  <a:lnTo>
                    <a:pt x="9234826" y="208084"/>
                  </a:lnTo>
                  <a:lnTo>
                    <a:pt x="9291892" y="189307"/>
                  </a:lnTo>
                  <a:lnTo>
                    <a:pt x="9353855" y="172438"/>
                  </a:lnTo>
                  <a:lnTo>
                    <a:pt x="9421517" y="157256"/>
                  </a:lnTo>
                  <a:lnTo>
                    <a:pt x="9495564" y="143562"/>
                  </a:lnTo>
                  <a:lnTo>
                    <a:pt x="9576469" y="131189"/>
                  </a:lnTo>
                  <a:lnTo>
                    <a:pt x="9664352" y="120006"/>
                  </a:lnTo>
                  <a:lnTo>
                    <a:pt x="9758808" y="109923"/>
                  </a:lnTo>
                  <a:lnTo>
                    <a:pt x="9858724" y="100892"/>
                  </a:lnTo>
                  <a:lnTo>
                    <a:pt x="9962110" y="92896"/>
                  </a:lnTo>
                  <a:lnTo>
                    <a:pt x="10066027" y="85949"/>
                  </a:lnTo>
                  <a:lnTo>
                    <a:pt x="10166675" y="80074"/>
                  </a:lnTo>
                  <a:lnTo>
                    <a:pt x="10259736" y="75288"/>
                  </a:lnTo>
                  <a:lnTo>
                    <a:pt x="10340955" y="71579"/>
                  </a:lnTo>
                  <a:lnTo>
                    <a:pt x="10406886" y="68886"/>
                  </a:lnTo>
                  <a:lnTo>
                    <a:pt x="10455600" y="67097"/>
                  </a:lnTo>
                  <a:lnTo>
                    <a:pt x="10487158" y="66050"/>
                  </a:lnTo>
                  <a:lnTo>
                    <a:pt x="10503729" y="65552"/>
                  </a:lnTo>
                  <a:lnTo>
                    <a:pt x="10509405" y="65396"/>
                  </a:lnTo>
                  <a:lnTo>
                    <a:pt x="10509911" y="65383"/>
                  </a:lnTo>
                  <a:lnTo>
                    <a:pt x="11981298" y="65383"/>
                  </a:lnTo>
                  <a:lnTo>
                    <a:pt x="11981298" y="40864"/>
                  </a:lnTo>
                  <a:lnTo>
                    <a:pt x="10509911" y="40864"/>
                  </a:lnTo>
                  <a:lnTo>
                    <a:pt x="10508693" y="40896"/>
                  </a:lnTo>
                  <a:lnTo>
                    <a:pt x="10500698" y="41120"/>
                  </a:lnTo>
                  <a:lnTo>
                    <a:pt x="10480587" y="41741"/>
                  </a:lnTo>
                  <a:lnTo>
                    <a:pt x="10444736" y="42961"/>
                  </a:lnTo>
                  <a:lnTo>
                    <a:pt x="10391510" y="44969"/>
                  </a:lnTo>
                  <a:lnTo>
                    <a:pt x="10321386" y="47915"/>
                  </a:lnTo>
                  <a:lnTo>
                    <a:pt x="10236741" y="51898"/>
                  </a:lnTo>
                  <a:lnTo>
                    <a:pt x="10141305" y="56964"/>
                  </a:lnTo>
                  <a:lnTo>
                    <a:pt x="10039415" y="63117"/>
                  </a:lnTo>
                  <a:lnTo>
                    <a:pt x="9935302" y="70336"/>
                  </a:lnTo>
                  <a:lnTo>
                    <a:pt x="9832567" y="78599"/>
                  </a:lnTo>
                  <a:lnTo>
                    <a:pt x="9733904" y="87899"/>
                  </a:lnTo>
                  <a:lnTo>
                    <a:pt x="9641066" y="98259"/>
                  </a:lnTo>
                  <a:lnTo>
                    <a:pt x="9554966" y="109738"/>
                  </a:lnTo>
                  <a:lnTo>
                    <a:pt x="9475855" y="122437"/>
                  </a:lnTo>
                  <a:lnTo>
                    <a:pt x="9403508" y="136497"/>
                  </a:lnTo>
                  <a:lnTo>
                    <a:pt x="9337385" y="152093"/>
                  </a:lnTo>
                  <a:lnTo>
                    <a:pt x="9276762" y="169431"/>
                  </a:lnTo>
                  <a:lnTo>
                    <a:pt x="9220822" y="188736"/>
                  </a:lnTo>
                  <a:lnTo>
                    <a:pt x="9168725" y="210225"/>
                  </a:lnTo>
                  <a:lnTo>
                    <a:pt x="9119663" y="234075"/>
                  </a:lnTo>
                  <a:lnTo>
                    <a:pt x="9084767" y="253362"/>
                  </a:lnTo>
                  <a:lnTo>
                    <a:pt x="9036280" y="283468"/>
                  </a:lnTo>
                  <a:lnTo>
                    <a:pt x="8989250" y="316425"/>
                  </a:lnTo>
                  <a:lnTo>
                    <a:pt x="8943165" y="352280"/>
                  </a:lnTo>
                  <a:lnTo>
                    <a:pt x="8897641" y="391000"/>
                  </a:lnTo>
                  <a:lnTo>
                    <a:pt x="8852399" y="432458"/>
                  </a:lnTo>
                  <a:lnTo>
                    <a:pt x="8807250" y="476428"/>
                  </a:lnTo>
                  <a:lnTo>
                    <a:pt x="8762075" y="522584"/>
                  </a:lnTo>
                  <a:lnTo>
                    <a:pt x="8716822" y="570505"/>
                  </a:lnTo>
                  <a:lnTo>
                    <a:pt x="8671484" y="619692"/>
                  </a:lnTo>
                  <a:lnTo>
                    <a:pt x="8626090" y="669581"/>
                  </a:lnTo>
                  <a:lnTo>
                    <a:pt x="8580687" y="719576"/>
                  </a:lnTo>
                  <a:lnTo>
                    <a:pt x="8535324" y="769076"/>
                  </a:lnTo>
                  <a:lnTo>
                    <a:pt x="8490040" y="817502"/>
                  </a:lnTo>
                  <a:lnTo>
                    <a:pt x="8444842" y="864329"/>
                  </a:lnTo>
                  <a:lnTo>
                    <a:pt x="8399693" y="909108"/>
                  </a:lnTo>
                  <a:lnTo>
                    <a:pt x="8354502" y="951478"/>
                  </a:lnTo>
                  <a:lnTo>
                    <a:pt x="8309104" y="991178"/>
                  </a:lnTo>
                  <a:lnTo>
                    <a:pt x="8263253" y="1028046"/>
                  </a:lnTo>
                  <a:lnTo>
                    <a:pt x="8216605" y="1062018"/>
                  </a:lnTo>
                  <a:lnTo>
                    <a:pt x="8168697" y="1093113"/>
                  </a:lnTo>
                  <a:lnTo>
                    <a:pt x="8151487" y="1103354"/>
                  </a:lnTo>
                  <a:lnTo>
                    <a:pt x="8104204" y="1129015"/>
                  </a:lnTo>
                  <a:lnTo>
                    <a:pt x="8054435" y="1152245"/>
                  </a:lnTo>
                  <a:lnTo>
                    <a:pt x="8001427" y="1173152"/>
                  </a:lnTo>
                  <a:lnTo>
                    <a:pt x="7944362" y="1191929"/>
                  </a:lnTo>
                  <a:lnTo>
                    <a:pt x="7882398" y="1208798"/>
                  </a:lnTo>
                  <a:lnTo>
                    <a:pt x="7814736" y="1223980"/>
                  </a:lnTo>
                  <a:lnTo>
                    <a:pt x="7740689" y="1237673"/>
                  </a:lnTo>
                  <a:lnTo>
                    <a:pt x="7659784" y="1250047"/>
                  </a:lnTo>
                  <a:lnTo>
                    <a:pt x="7571901" y="1261230"/>
                  </a:lnTo>
                  <a:lnTo>
                    <a:pt x="7477445" y="1271312"/>
                  </a:lnTo>
                  <a:lnTo>
                    <a:pt x="7377529" y="1280344"/>
                  </a:lnTo>
                  <a:lnTo>
                    <a:pt x="7274143" y="1288340"/>
                  </a:lnTo>
                  <a:lnTo>
                    <a:pt x="7170227" y="1295287"/>
                  </a:lnTo>
                  <a:lnTo>
                    <a:pt x="7069579" y="1301162"/>
                  </a:lnTo>
                  <a:lnTo>
                    <a:pt x="6976518" y="1305947"/>
                  </a:lnTo>
                  <a:lnTo>
                    <a:pt x="6895298" y="1309657"/>
                  </a:lnTo>
                  <a:lnTo>
                    <a:pt x="6829367" y="1312349"/>
                  </a:lnTo>
                  <a:lnTo>
                    <a:pt x="6780653" y="1314138"/>
                  </a:lnTo>
                  <a:lnTo>
                    <a:pt x="6749095" y="1315185"/>
                  </a:lnTo>
                  <a:lnTo>
                    <a:pt x="6732524" y="1315684"/>
                  </a:lnTo>
                  <a:lnTo>
                    <a:pt x="6726848" y="1315839"/>
                  </a:lnTo>
                  <a:lnTo>
                    <a:pt x="6726343" y="1315852"/>
                  </a:lnTo>
                  <a:lnTo>
                    <a:pt x="5254955" y="1315852"/>
                  </a:lnTo>
                  <a:lnTo>
                    <a:pt x="5253738" y="1315820"/>
                  </a:lnTo>
                  <a:lnTo>
                    <a:pt x="5245752" y="1315589"/>
                  </a:lnTo>
                  <a:lnTo>
                    <a:pt x="5225661" y="1314949"/>
                  </a:lnTo>
                  <a:lnTo>
                    <a:pt x="5189843" y="1313691"/>
                  </a:lnTo>
                  <a:lnTo>
                    <a:pt x="5136664" y="1311621"/>
                  </a:lnTo>
                  <a:lnTo>
                    <a:pt x="5066595" y="1308584"/>
                  </a:lnTo>
                  <a:lnTo>
                    <a:pt x="4982010" y="1304477"/>
                  </a:lnTo>
                  <a:lnTo>
                    <a:pt x="4886631" y="1299253"/>
                  </a:lnTo>
                  <a:lnTo>
                    <a:pt x="4784789" y="1292909"/>
                  </a:lnTo>
                  <a:lnTo>
                    <a:pt x="4680715" y="1285464"/>
                  </a:lnTo>
                  <a:lnTo>
                    <a:pt x="4578005" y="1276943"/>
                  </a:lnTo>
                  <a:lnTo>
                    <a:pt x="4479356" y="1267353"/>
                  </a:lnTo>
                  <a:lnTo>
                    <a:pt x="4386522" y="1256670"/>
                  </a:lnTo>
                  <a:lnTo>
                    <a:pt x="4300420" y="1244833"/>
                  </a:lnTo>
                  <a:lnTo>
                    <a:pt x="4221301" y="1231738"/>
                  </a:lnTo>
                  <a:lnTo>
                    <a:pt x="4148944" y="1217241"/>
                  </a:lnTo>
                  <a:lnTo>
                    <a:pt x="4082810" y="1201161"/>
                  </a:lnTo>
                  <a:lnTo>
                    <a:pt x="4022177" y="1183285"/>
                  </a:lnTo>
                  <a:lnTo>
                    <a:pt x="3966228" y="1163382"/>
                  </a:lnTo>
                  <a:lnTo>
                    <a:pt x="3914126" y="1141229"/>
                  </a:lnTo>
                  <a:lnTo>
                    <a:pt x="3865063" y="1116641"/>
                  </a:lnTo>
                  <a:lnTo>
                    <a:pt x="3829811" y="1096543"/>
                  </a:lnTo>
                  <a:lnTo>
                    <a:pt x="3781670" y="1065708"/>
                  </a:lnTo>
                  <a:lnTo>
                    <a:pt x="3734968" y="1031975"/>
                  </a:lnTo>
                  <a:lnTo>
                    <a:pt x="3689204" y="995292"/>
                  </a:lnTo>
                  <a:lnTo>
                    <a:pt x="3644000" y="955694"/>
                  </a:lnTo>
                  <a:lnTo>
                    <a:pt x="3599081" y="913306"/>
                  </a:lnTo>
                  <a:lnTo>
                    <a:pt x="3554258" y="868352"/>
                  </a:lnTo>
                  <a:lnTo>
                    <a:pt x="3509414" y="821159"/>
                  </a:lnTo>
                  <a:lnTo>
                    <a:pt x="3464494" y="772145"/>
                  </a:lnTo>
                  <a:lnTo>
                    <a:pt x="3419489" y="721813"/>
                  </a:lnTo>
                  <a:lnTo>
                    <a:pt x="3374426" y="670728"/>
                  </a:lnTo>
                  <a:lnTo>
                    <a:pt x="3329351" y="619491"/>
                  </a:lnTo>
                  <a:lnTo>
                    <a:pt x="3284312" y="568709"/>
                  </a:lnTo>
                  <a:lnTo>
                    <a:pt x="3239348" y="518970"/>
                  </a:lnTo>
                  <a:lnTo>
                    <a:pt x="3194470" y="470810"/>
                  </a:lnTo>
                  <a:lnTo>
                    <a:pt x="3149647" y="424691"/>
                  </a:lnTo>
                  <a:lnTo>
                    <a:pt x="3104794" y="380987"/>
                  </a:lnTo>
                  <a:lnTo>
                    <a:pt x="3059761" y="339974"/>
                  </a:lnTo>
                  <a:lnTo>
                    <a:pt x="3014317" y="301826"/>
                  </a:lnTo>
                  <a:lnTo>
                    <a:pt x="2968138" y="266621"/>
                  </a:lnTo>
                  <a:lnTo>
                    <a:pt x="2920787" y="234349"/>
                  </a:lnTo>
                  <a:lnTo>
                    <a:pt x="2896531" y="219308"/>
                  </a:lnTo>
                  <a:lnTo>
                    <a:pt x="2849266" y="192834"/>
                  </a:lnTo>
                  <a:lnTo>
                    <a:pt x="2799515" y="168867"/>
                  </a:lnTo>
                  <a:lnTo>
                    <a:pt x="2746530" y="147295"/>
                  </a:lnTo>
                  <a:lnTo>
                    <a:pt x="2689490" y="127921"/>
                  </a:lnTo>
                  <a:lnTo>
                    <a:pt x="2627557" y="110514"/>
                  </a:lnTo>
                  <a:lnTo>
                    <a:pt x="2559931" y="94848"/>
                  </a:lnTo>
                  <a:lnTo>
                    <a:pt x="2485925" y="80717"/>
                  </a:lnTo>
                  <a:lnTo>
                    <a:pt x="2405067" y="67949"/>
                  </a:lnTo>
                  <a:lnTo>
                    <a:pt x="2317236" y="56408"/>
                  </a:lnTo>
                  <a:lnTo>
                    <a:pt x="2222834" y="46002"/>
                  </a:lnTo>
                  <a:lnTo>
                    <a:pt x="2122971" y="36680"/>
                  </a:lnTo>
                  <a:lnTo>
                    <a:pt x="2019630" y="28426"/>
                  </a:lnTo>
                  <a:lnTo>
                    <a:pt x="1915745" y="21254"/>
                  </a:lnTo>
                  <a:lnTo>
                    <a:pt x="1815107" y="15188"/>
                  </a:lnTo>
                  <a:lnTo>
                    <a:pt x="1722028" y="10245"/>
                  </a:lnTo>
                  <a:lnTo>
                    <a:pt x="1640762" y="6412"/>
                  </a:lnTo>
                  <a:lnTo>
                    <a:pt x="1574757" y="3628"/>
                  </a:lnTo>
                  <a:lnTo>
                    <a:pt x="1525952" y="1777"/>
                  </a:lnTo>
                  <a:lnTo>
                    <a:pt x="1494298" y="693"/>
                  </a:lnTo>
                  <a:lnTo>
                    <a:pt x="1477642" y="176"/>
                  </a:lnTo>
                  <a:lnTo>
                    <a:pt x="1471908" y="13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414" name="pl414"/>
            <p:cNvSpPr/>
            <p:nvPr/>
          </p:nvSpPr>
          <p:spPr>
            <a:xfrm>
              <a:off x="4799595" y="3802858"/>
              <a:ext cx="11981298" cy="1315852"/>
            </a:xfrm>
            <a:custGeom>
              <a:avLst/>
              <a:pathLst>
                <a:path w="11981298" h="1315852">
                  <a:moveTo>
                    <a:pt x="0" y="0"/>
                  </a:moveTo>
                  <a:lnTo>
                    <a:pt x="1471387" y="0"/>
                  </a:lnTo>
                  <a:lnTo>
                    <a:pt x="1472604" y="32"/>
                  </a:lnTo>
                  <a:lnTo>
                    <a:pt x="1480590" y="263"/>
                  </a:lnTo>
                  <a:lnTo>
                    <a:pt x="1500681" y="903"/>
                  </a:lnTo>
                  <a:lnTo>
                    <a:pt x="1536499" y="2161"/>
                  </a:lnTo>
                  <a:lnTo>
                    <a:pt x="1589679" y="4231"/>
                  </a:lnTo>
                  <a:lnTo>
                    <a:pt x="1659747" y="7268"/>
                  </a:lnTo>
                  <a:lnTo>
                    <a:pt x="1744332" y="11375"/>
                  </a:lnTo>
                  <a:lnTo>
                    <a:pt x="1839711" y="16599"/>
                  </a:lnTo>
                  <a:lnTo>
                    <a:pt x="1941553" y="22943"/>
                  </a:lnTo>
                  <a:lnTo>
                    <a:pt x="2045627" y="30388"/>
                  </a:lnTo>
                  <a:lnTo>
                    <a:pt x="2148338" y="38908"/>
                  </a:lnTo>
                  <a:lnTo>
                    <a:pt x="2246986" y="48499"/>
                  </a:lnTo>
                  <a:lnTo>
                    <a:pt x="2339820" y="59181"/>
                  </a:lnTo>
                  <a:lnTo>
                    <a:pt x="2425923" y="71019"/>
                  </a:lnTo>
                  <a:lnTo>
                    <a:pt x="2505041" y="84114"/>
                  </a:lnTo>
                  <a:lnTo>
                    <a:pt x="2577399" y="98610"/>
                  </a:lnTo>
                  <a:lnTo>
                    <a:pt x="2643532" y="114691"/>
                  </a:lnTo>
                  <a:lnTo>
                    <a:pt x="2704165" y="132567"/>
                  </a:lnTo>
                  <a:lnTo>
                    <a:pt x="2760114" y="152469"/>
                  </a:lnTo>
                  <a:lnTo>
                    <a:pt x="2812216" y="174623"/>
                  </a:lnTo>
                  <a:lnTo>
                    <a:pt x="2861279" y="199211"/>
                  </a:lnTo>
                  <a:lnTo>
                    <a:pt x="2896531" y="219308"/>
                  </a:lnTo>
                  <a:lnTo>
                    <a:pt x="2944672" y="250143"/>
                  </a:lnTo>
                  <a:lnTo>
                    <a:pt x="2991374" y="283877"/>
                  </a:lnTo>
                  <a:lnTo>
                    <a:pt x="3037138" y="320560"/>
                  </a:lnTo>
                  <a:lnTo>
                    <a:pt x="3082342" y="360158"/>
                  </a:lnTo>
                  <a:lnTo>
                    <a:pt x="3127261" y="402546"/>
                  </a:lnTo>
                  <a:lnTo>
                    <a:pt x="3172084" y="447500"/>
                  </a:lnTo>
                  <a:lnTo>
                    <a:pt x="3216928" y="494693"/>
                  </a:lnTo>
                  <a:lnTo>
                    <a:pt x="3261849" y="543707"/>
                  </a:lnTo>
                  <a:lnTo>
                    <a:pt x="3306853" y="594038"/>
                  </a:lnTo>
                  <a:lnTo>
                    <a:pt x="3351916" y="645124"/>
                  </a:lnTo>
                  <a:lnTo>
                    <a:pt x="3396992" y="696361"/>
                  </a:lnTo>
                  <a:lnTo>
                    <a:pt x="3442030" y="747142"/>
                  </a:lnTo>
                  <a:lnTo>
                    <a:pt x="3486994" y="796881"/>
                  </a:lnTo>
                  <a:lnTo>
                    <a:pt x="3531872" y="845042"/>
                  </a:lnTo>
                  <a:lnTo>
                    <a:pt x="3576695" y="891161"/>
                  </a:lnTo>
                  <a:lnTo>
                    <a:pt x="3621548" y="934864"/>
                  </a:lnTo>
                  <a:lnTo>
                    <a:pt x="3666581" y="975878"/>
                  </a:lnTo>
                  <a:lnTo>
                    <a:pt x="3712025" y="1014026"/>
                  </a:lnTo>
                  <a:lnTo>
                    <a:pt x="3758204" y="1049231"/>
                  </a:lnTo>
                  <a:lnTo>
                    <a:pt x="3805555" y="1081502"/>
                  </a:lnTo>
                  <a:lnTo>
                    <a:pt x="3829811" y="1096543"/>
                  </a:lnTo>
                  <a:lnTo>
                    <a:pt x="3877076" y="1123018"/>
                  </a:lnTo>
                  <a:lnTo>
                    <a:pt x="3926827" y="1146985"/>
                  </a:lnTo>
                  <a:lnTo>
                    <a:pt x="3979812" y="1168557"/>
                  </a:lnTo>
                  <a:lnTo>
                    <a:pt x="4036852" y="1187931"/>
                  </a:lnTo>
                  <a:lnTo>
                    <a:pt x="4098785" y="1205338"/>
                  </a:lnTo>
                  <a:lnTo>
                    <a:pt x="4166411" y="1221003"/>
                  </a:lnTo>
                  <a:lnTo>
                    <a:pt x="4240417" y="1235134"/>
                  </a:lnTo>
                  <a:lnTo>
                    <a:pt x="4321275" y="1247903"/>
                  </a:lnTo>
                  <a:lnTo>
                    <a:pt x="4409106" y="1259444"/>
                  </a:lnTo>
                  <a:lnTo>
                    <a:pt x="4503508" y="1269850"/>
                  </a:lnTo>
                  <a:lnTo>
                    <a:pt x="4603371" y="1279172"/>
                  </a:lnTo>
                  <a:lnTo>
                    <a:pt x="4706712" y="1287425"/>
                  </a:lnTo>
                  <a:lnTo>
                    <a:pt x="4810597" y="1294598"/>
                  </a:lnTo>
                  <a:lnTo>
                    <a:pt x="4911236" y="1300664"/>
                  </a:lnTo>
                  <a:lnTo>
                    <a:pt x="5004314" y="1305607"/>
                  </a:lnTo>
                  <a:lnTo>
                    <a:pt x="5085580" y="1309439"/>
                  </a:lnTo>
                  <a:lnTo>
                    <a:pt x="5151585" y="1312223"/>
                  </a:lnTo>
                  <a:lnTo>
                    <a:pt x="5200390" y="1314074"/>
                  </a:lnTo>
                  <a:lnTo>
                    <a:pt x="5232044" y="1315159"/>
                  </a:lnTo>
                  <a:lnTo>
                    <a:pt x="5248700" y="1315676"/>
                  </a:lnTo>
                  <a:lnTo>
                    <a:pt x="5254434" y="1315839"/>
                  </a:lnTo>
                  <a:lnTo>
                    <a:pt x="5254955" y="1315852"/>
                  </a:lnTo>
                  <a:lnTo>
                    <a:pt x="6726343" y="1315852"/>
                  </a:lnTo>
                  <a:lnTo>
                    <a:pt x="6727561" y="1315821"/>
                  </a:lnTo>
                  <a:lnTo>
                    <a:pt x="6735555" y="1315596"/>
                  </a:lnTo>
                  <a:lnTo>
                    <a:pt x="6755666" y="1314976"/>
                  </a:lnTo>
                  <a:lnTo>
                    <a:pt x="6791517" y="1313756"/>
                  </a:lnTo>
                  <a:lnTo>
                    <a:pt x="6844744" y="1311748"/>
                  </a:lnTo>
                  <a:lnTo>
                    <a:pt x="6914868" y="1308802"/>
                  </a:lnTo>
                  <a:lnTo>
                    <a:pt x="6999512" y="1304819"/>
                  </a:lnTo>
                  <a:lnTo>
                    <a:pt x="7094948" y="1299753"/>
                  </a:lnTo>
                  <a:lnTo>
                    <a:pt x="7196838" y="1293600"/>
                  </a:lnTo>
                  <a:lnTo>
                    <a:pt x="7300951" y="1286380"/>
                  </a:lnTo>
                  <a:lnTo>
                    <a:pt x="7403687" y="1278117"/>
                  </a:lnTo>
                  <a:lnTo>
                    <a:pt x="7502349" y="1268818"/>
                  </a:lnTo>
                  <a:lnTo>
                    <a:pt x="7595187" y="1258458"/>
                  </a:lnTo>
                  <a:lnTo>
                    <a:pt x="7681287" y="1246979"/>
                  </a:lnTo>
                  <a:lnTo>
                    <a:pt x="7760398" y="1234279"/>
                  </a:lnTo>
                  <a:lnTo>
                    <a:pt x="7832746" y="1220220"/>
                  </a:lnTo>
                  <a:lnTo>
                    <a:pt x="7898868" y="1204624"/>
                  </a:lnTo>
                  <a:lnTo>
                    <a:pt x="7959491" y="1187285"/>
                  </a:lnTo>
                  <a:lnTo>
                    <a:pt x="8015432" y="1167981"/>
                  </a:lnTo>
                  <a:lnTo>
                    <a:pt x="8067529" y="1146492"/>
                  </a:lnTo>
                  <a:lnTo>
                    <a:pt x="8116590" y="1122641"/>
                  </a:lnTo>
                  <a:lnTo>
                    <a:pt x="8151487" y="1103354"/>
                  </a:lnTo>
                  <a:lnTo>
                    <a:pt x="8199973" y="1073248"/>
                  </a:lnTo>
                  <a:lnTo>
                    <a:pt x="8247003" y="1040292"/>
                  </a:lnTo>
                  <a:lnTo>
                    <a:pt x="8293089" y="1004437"/>
                  </a:lnTo>
                  <a:lnTo>
                    <a:pt x="8338613" y="965717"/>
                  </a:lnTo>
                  <a:lnTo>
                    <a:pt x="8383854" y="924259"/>
                  </a:lnTo>
                  <a:lnTo>
                    <a:pt x="8429004" y="880289"/>
                  </a:lnTo>
                  <a:lnTo>
                    <a:pt x="8474178" y="834133"/>
                  </a:lnTo>
                  <a:lnTo>
                    <a:pt x="8519431" y="786211"/>
                  </a:lnTo>
                  <a:lnTo>
                    <a:pt x="8564769" y="737025"/>
                  </a:lnTo>
                  <a:lnTo>
                    <a:pt x="8610163" y="687136"/>
                  </a:lnTo>
                  <a:lnTo>
                    <a:pt x="8655567" y="637141"/>
                  </a:lnTo>
                  <a:lnTo>
                    <a:pt x="8700929" y="587641"/>
                  </a:lnTo>
                  <a:lnTo>
                    <a:pt x="8746213" y="539215"/>
                  </a:lnTo>
                  <a:lnTo>
                    <a:pt x="8791412" y="492388"/>
                  </a:lnTo>
                  <a:lnTo>
                    <a:pt x="8836560" y="447609"/>
                  </a:lnTo>
                  <a:lnTo>
                    <a:pt x="8881752" y="405239"/>
                  </a:lnTo>
                  <a:lnTo>
                    <a:pt x="8927150" y="365539"/>
                  </a:lnTo>
                  <a:lnTo>
                    <a:pt x="8973000" y="328671"/>
                  </a:lnTo>
                  <a:lnTo>
                    <a:pt x="9019648" y="294699"/>
                  </a:lnTo>
                  <a:lnTo>
                    <a:pt x="9067556" y="263604"/>
                  </a:lnTo>
                  <a:lnTo>
                    <a:pt x="9084767" y="253362"/>
                  </a:lnTo>
                  <a:lnTo>
                    <a:pt x="9132049" y="227701"/>
                  </a:lnTo>
                  <a:lnTo>
                    <a:pt x="9181818" y="204472"/>
                  </a:lnTo>
                  <a:lnTo>
                    <a:pt x="9234826" y="183565"/>
                  </a:lnTo>
                  <a:lnTo>
                    <a:pt x="9291892" y="164788"/>
                  </a:lnTo>
                  <a:lnTo>
                    <a:pt x="9353855" y="147919"/>
                  </a:lnTo>
                  <a:lnTo>
                    <a:pt x="9421517" y="132737"/>
                  </a:lnTo>
                  <a:lnTo>
                    <a:pt x="9495564" y="119043"/>
                  </a:lnTo>
                  <a:lnTo>
                    <a:pt x="9576469" y="106670"/>
                  </a:lnTo>
                  <a:lnTo>
                    <a:pt x="9664352" y="95487"/>
                  </a:lnTo>
                  <a:lnTo>
                    <a:pt x="9758808" y="85404"/>
                  </a:lnTo>
                  <a:lnTo>
                    <a:pt x="9858724" y="76373"/>
                  </a:lnTo>
                  <a:lnTo>
                    <a:pt x="9962110" y="68377"/>
                  </a:lnTo>
                  <a:lnTo>
                    <a:pt x="10066027" y="61430"/>
                  </a:lnTo>
                  <a:lnTo>
                    <a:pt x="10166675" y="55555"/>
                  </a:lnTo>
                  <a:lnTo>
                    <a:pt x="10259736" y="50769"/>
                  </a:lnTo>
                  <a:lnTo>
                    <a:pt x="10340955" y="47060"/>
                  </a:lnTo>
                  <a:lnTo>
                    <a:pt x="10406886" y="44367"/>
                  </a:lnTo>
                  <a:lnTo>
                    <a:pt x="10455600" y="42578"/>
                  </a:lnTo>
                  <a:lnTo>
                    <a:pt x="10487158" y="41531"/>
                  </a:lnTo>
                  <a:lnTo>
                    <a:pt x="10503729" y="41033"/>
                  </a:lnTo>
                  <a:lnTo>
                    <a:pt x="10509405" y="40877"/>
                  </a:lnTo>
                  <a:lnTo>
                    <a:pt x="10509911" y="40864"/>
                  </a:lnTo>
                  <a:lnTo>
                    <a:pt x="11981298" y="4086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15" name="pl415"/>
            <p:cNvSpPr/>
            <p:nvPr/>
          </p:nvSpPr>
          <p:spPr>
            <a:xfrm>
              <a:off x="4799595" y="3778339"/>
              <a:ext cx="11981298" cy="1315852"/>
            </a:xfrm>
            <a:custGeom>
              <a:avLst/>
              <a:pathLst>
                <a:path w="11981298" h="1315852">
                  <a:moveTo>
                    <a:pt x="11981298" y="40864"/>
                  </a:moveTo>
                  <a:lnTo>
                    <a:pt x="10509911" y="40864"/>
                  </a:lnTo>
                  <a:lnTo>
                    <a:pt x="10508693" y="40896"/>
                  </a:lnTo>
                  <a:lnTo>
                    <a:pt x="10500698" y="41120"/>
                  </a:lnTo>
                  <a:lnTo>
                    <a:pt x="10480587" y="41741"/>
                  </a:lnTo>
                  <a:lnTo>
                    <a:pt x="10444736" y="42961"/>
                  </a:lnTo>
                  <a:lnTo>
                    <a:pt x="10391510" y="44969"/>
                  </a:lnTo>
                  <a:lnTo>
                    <a:pt x="10321386" y="47915"/>
                  </a:lnTo>
                  <a:lnTo>
                    <a:pt x="10236741" y="51898"/>
                  </a:lnTo>
                  <a:lnTo>
                    <a:pt x="10141305" y="56964"/>
                  </a:lnTo>
                  <a:lnTo>
                    <a:pt x="10039415" y="63117"/>
                  </a:lnTo>
                  <a:lnTo>
                    <a:pt x="9935302" y="70336"/>
                  </a:lnTo>
                  <a:lnTo>
                    <a:pt x="9832567" y="78599"/>
                  </a:lnTo>
                  <a:lnTo>
                    <a:pt x="9733904" y="87899"/>
                  </a:lnTo>
                  <a:lnTo>
                    <a:pt x="9641066" y="98259"/>
                  </a:lnTo>
                  <a:lnTo>
                    <a:pt x="9554966" y="109738"/>
                  </a:lnTo>
                  <a:lnTo>
                    <a:pt x="9475855" y="122437"/>
                  </a:lnTo>
                  <a:lnTo>
                    <a:pt x="9403508" y="136497"/>
                  </a:lnTo>
                  <a:lnTo>
                    <a:pt x="9337385" y="152093"/>
                  </a:lnTo>
                  <a:lnTo>
                    <a:pt x="9276762" y="169431"/>
                  </a:lnTo>
                  <a:lnTo>
                    <a:pt x="9220822" y="188736"/>
                  </a:lnTo>
                  <a:lnTo>
                    <a:pt x="9168725" y="210225"/>
                  </a:lnTo>
                  <a:lnTo>
                    <a:pt x="9119663" y="234075"/>
                  </a:lnTo>
                  <a:lnTo>
                    <a:pt x="9084767" y="253362"/>
                  </a:lnTo>
                  <a:lnTo>
                    <a:pt x="9036280" y="283468"/>
                  </a:lnTo>
                  <a:lnTo>
                    <a:pt x="8989250" y="316425"/>
                  </a:lnTo>
                  <a:lnTo>
                    <a:pt x="8943165" y="352280"/>
                  </a:lnTo>
                  <a:lnTo>
                    <a:pt x="8897641" y="391000"/>
                  </a:lnTo>
                  <a:lnTo>
                    <a:pt x="8852399" y="432458"/>
                  </a:lnTo>
                  <a:lnTo>
                    <a:pt x="8807250" y="476428"/>
                  </a:lnTo>
                  <a:lnTo>
                    <a:pt x="8762075" y="522584"/>
                  </a:lnTo>
                  <a:lnTo>
                    <a:pt x="8716822" y="570505"/>
                  </a:lnTo>
                  <a:lnTo>
                    <a:pt x="8671484" y="619692"/>
                  </a:lnTo>
                  <a:lnTo>
                    <a:pt x="8626090" y="669581"/>
                  </a:lnTo>
                  <a:lnTo>
                    <a:pt x="8580687" y="719576"/>
                  </a:lnTo>
                  <a:lnTo>
                    <a:pt x="8535324" y="769076"/>
                  </a:lnTo>
                  <a:lnTo>
                    <a:pt x="8490040" y="817502"/>
                  </a:lnTo>
                  <a:lnTo>
                    <a:pt x="8444842" y="864329"/>
                  </a:lnTo>
                  <a:lnTo>
                    <a:pt x="8399693" y="909108"/>
                  </a:lnTo>
                  <a:lnTo>
                    <a:pt x="8354502" y="951478"/>
                  </a:lnTo>
                  <a:lnTo>
                    <a:pt x="8309104" y="991178"/>
                  </a:lnTo>
                  <a:lnTo>
                    <a:pt x="8263253" y="1028046"/>
                  </a:lnTo>
                  <a:lnTo>
                    <a:pt x="8216605" y="1062018"/>
                  </a:lnTo>
                  <a:lnTo>
                    <a:pt x="8168697" y="1093113"/>
                  </a:lnTo>
                  <a:lnTo>
                    <a:pt x="8151487" y="1103354"/>
                  </a:lnTo>
                  <a:lnTo>
                    <a:pt x="8104204" y="1129015"/>
                  </a:lnTo>
                  <a:lnTo>
                    <a:pt x="8054435" y="1152245"/>
                  </a:lnTo>
                  <a:lnTo>
                    <a:pt x="8001427" y="1173152"/>
                  </a:lnTo>
                  <a:lnTo>
                    <a:pt x="7944362" y="1191929"/>
                  </a:lnTo>
                  <a:lnTo>
                    <a:pt x="7882398" y="1208798"/>
                  </a:lnTo>
                  <a:lnTo>
                    <a:pt x="7814736" y="1223980"/>
                  </a:lnTo>
                  <a:lnTo>
                    <a:pt x="7740689" y="1237673"/>
                  </a:lnTo>
                  <a:lnTo>
                    <a:pt x="7659784" y="1250047"/>
                  </a:lnTo>
                  <a:lnTo>
                    <a:pt x="7571901" y="1261230"/>
                  </a:lnTo>
                  <a:lnTo>
                    <a:pt x="7477445" y="1271312"/>
                  </a:lnTo>
                  <a:lnTo>
                    <a:pt x="7377529" y="1280344"/>
                  </a:lnTo>
                  <a:lnTo>
                    <a:pt x="7274143" y="1288340"/>
                  </a:lnTo>
                  <a:lnTo>
                    <a:pt x="7170227" y="1295287"/>
                  </a:lnTo>
                  <a:lnTo>
                    <a:pt x="7069579" y="1301162"/>
                  </a:lnTo>
                  <a:lnTo>
                    <a:pt x="6976518" y="1305947"/>
                  </a:lnTo>
                  <a:lnTo>
                    <a:pt x="6895298" y="1309657"/>
                  </a:lnTo>
                  <a:lnTo>
                    <a:pt x="6829367" y="1312349"/>
                  </a:lnTo>
                  <a:lnTo>
                    <a:pt x="6780653" y="1314138"/>
                  </a:lnTo>
                  <a:lnTo>
                    <a:pt x="6749095" y="1315185"/>
                  </a:lnTo>
                  <a:lnTo>
                    <a:pt x="6732524" y="1315684"/>
                  </a:lnTo>
                  <a:lnTo>
                    <a:pt x="6726848" y="1315839"/>
                  </a:lnTo>
                  <a:lnTo>
                    <a:pt x="6726343" y="1315852"/>
                  </a:lnTo>
                  <a:lnTo>
                    <a:pt x="5254955" y="1315852"/>
                  </a:lnTo>
                  <a:lnTo>
                    <a:pt x="5253738" y="1315820"/>
                  </a:lnTo>
                  <a:lnTo>
                    <a:pt x="5245752" y="1315589"/>
                  </a:lnTo>
                  <a:lnTo>
                    <a:pt x="5225661" y="1314949"/>
                  </a:lnTo>
                  <a:lnTo>
                    <a:pt x="5189843" y="1313691"/>
                  </a:lnTo>
                  <a:lnTo>
                    <a:pt x="5136664" y="1311621"/>
                  </a:lnTo>
                  <a:lnTo>
                    <a:pt x="5066595" y="1308584"/>
                  </a:lnTo>
                  <a:lnTo>
                    <a:pt x="4982010" y="1304477"/>
                  </a:lnTo>
                  <a:lnTo>
                    <a:pt x="4886631" y="1299253"/>
                  </a:lnTo>
                  <a:lnTo>
                    <a:pt x="4784789" y="1292909"/>
                  </a:lnTo>
                  <a:lnTo>
                    <a:pt x="4680715" y="1285464"/>
                  </a:lnTo>
                  <a:lnTo>
                    <a:pt x="4578005" y="1276943"/>
                  </a:lnTo>
                  <a:lnTo>
                    <a:pt x="4479356" y="1267353"/>
                  </a:lnTo>
                  <a:lnTo>
                    <a:pt x="4386522" y="1256670"/>
                  </a:lnTo>
                  <a:lnTo>
                    <a:pt x="4300420" y="1244833"/>
                  </a:lnTo>
                  <a:lnTo>
                    <a:pt x="4221301" y="1231738"/>
                  </a:lnTo>
                  <a:lnTo>
                    <a:pt x="4148944" y="1217241"/>
                  </a:lnTo>
                  <a:lnTo>
                    <a:pt x="4082810" y="1201161"/>
                  </a:lnTo>
                  <a:lnTo>
                    <a:pt x="4022177" y="1183285"/>
                  </a:lnTo>
                  <a:lnTo>
                    <a:pt x="3966228" y="1163382"/>
                  </a:lnTo>
                  <a:lnTo>
                    <a:pt x="3914126" y="1141229"/>
                  </a:lnTo>
                  <a:lnTo>
                    <a:pt x="3865063" y="1116641"/>
                  </a:lnTo>
                  <a:lnTo>
                    <a:pt x="3829811" y="1096543"/>
                  </a:lnTo>
                  <a:lnTo>
                    <a:pt x="3781670" y="1065708"/>
                  </a:lnTo>
                  <a:lnTo>
                    <a:pt x="3734968" y="1031975"/>
                  </a:lnTo>
                  <a:lnTo>
                    <a:pt x="3689204" y="995292"/>
                  </a:lnTo>
                  <a:lnTo>
                    <a:pt x="3644000" y="955694"/>
                  </a:lnTo>
                  <a:lnTo>
                    <a:pt x="3599081" y="913306"/>
                  </a:lnTo>
                  <a:lnTo>
                    <a:pt x="3554258" y="868352"/>
                  </a:lnTo>
                  <a:lnTo>
                    <a:pt x="3509414" y="821159"/>
                  </a:lnTo>
                  <a:lnTo>
                    <a:pt x="3464494" y="772145"/>
                  </a:lnTo>
                  <a:lnTo>
                    <a:pt x="3419489" y="721813"/>
                  </a:lnTo>
                  <a:lnTo>
                    <a:pt x="3374426" y="670728"/>
                  </a:lnTo>
                  <a:lnTo>
                    <a:pt x="3329351" y="619491"/>
                  </a:lnTo>
                  <a:lnTo>
                    <a:pt x="3284312" y="568709"/>
                  </a:lnTo>
                  <a:lnTo>
                    <a:pt x="3239348" y="518970"/>
                  </a:lnTo>
                  <a:lnTo>
                    <a:pt x="3194470" y="470810"/>
                  </a:lnTo>
                  <a:lnTo>
                    <a:pt x="3149647" y="424691"/>
                  </a:lnTo>
                  <a:lnTo>
                    <a:pt x="3104794" y="380987"/>
                  </a:lnTo>
                  <a:lnTo>
                    <a:pt x="3059761" y="339974"/>
                  </a:lnTo>
                  <a:lnTo>
                    <a:pt x="3014317" y="301826"/>
                  </a:lnTo>
                  <a:lnTo>
                    <a:pt x="2968138" y="266621"/>
                  </a:lnTo>
                  <a:lnTo>
                    <a:pt x="2920787" y="234349"/>
                  </a:lnTo>
                  <a:lnTo>
                    <a:pt x="2896531" y="219308"/>
                  </a:lnTo>
                  <a:lnTo>
                    <a:pt x="2849266" y="192834"/>
                  </a:lnTo>
                  <a:lnTo>
                    <a:pt x="2799515" y="168867"/>
                  </a:lnTo>
                  <a:lnTo>
                    <a:pt x="2746530" y="147295"/>
                  </a:lnTo>
                  <a:lnTo>
                    <a:pt x="2689490" y="127921"/>
                  </a:lnTo>
                  <a:lnTo>
                    <a:pt x="2627557" y="110514"/>
                  </a:lnTo>
                  <a:lnTo>
                    <a:pt x="2559931" y="94848"/>
                  </a:lnTo>
                  <a:lnTo>
                    <a:pt x="2485925" y="80717"/>
                  </a:lnTo>
                  <a:lnTo>
                    <a:pt x="2405067" y="67949"/>
                  </a:lnTo>
                  <a:lnTo>
                    <a:pt x="2317236" y="56408"/>
                  </a:lnTo>
                  <a:lnTo>
                    <a:pt x="2222834" y="46002"/>
                  </a:lnTo>
                  <a:lnTo>
                    <a:pt x="2122971" y="36680"/>
                  </a:lnTo>
                  <a:lnTo>
                    <a:pt x="2019630" y="28426"/>
                  </a:lnTo>
                  <a:lnTo>
                    <a:pt x="1915745" y="21254"/>
                  </a:lnTo>
                  <a:lnTo>
                    <a:pt x="1815107" y="15188"/>
                  </a:lnTo>
                  <a:lnTo>
                    <a:pt x="1722028" y="10245"/>
                  </a:lnTo>
                  <a:lnTo>
                    <a:pt x="1640762" y="6412"/>
                  </a:lnTo>
                  <a:lnTo>
                    <a:pt x="1574757" y="3628"/>
                  </a:lnTo>
                  <a:lnTo>
                    <a:pt x="1525952" y="1777"/>
                  </a:lnTo>
                  <a:lnTo>
                    <a:pt x="1494298" y="693"/>
                  </a:lnTo>
                  <a:lnTo>
                    <a:pt x="1477642" y="176"/>
                  </a:lnTo>
                  <a:lnTo>
                    <a:pt x="1471908" y="13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16" name="pg416"/>
            <p:cNvSpPr/>
            <p:nvPr/>
          </p:nvSpPr>
          <p:spPr>
            <a:xfrm>
              <a:off x="4799595" y="3802858"/>
              <a:ext cx="11981298" cy="1593734"/>
            </a:xfrm>
            <a:custGeom>
              <a:avLst/>
              <a:pathLst>
                <a:path w="11981298" h="1593734">
                  <a:moveTo>
                    <a:pt x="0" y="8172"/>
                  </a:moveTo>
                  <a:lnTo>
                    <a:pt x="1471387" y="8172"/>
                  </a:lnTo>
                  <a:lnTo>
                    <a:pt x="1472603" y="8206"/>
                  </a:lnTo>
                  <a:lnTo>
                    <a:pt x="1480582" y="8443"/>
                  </a:lnTo>
                  <a:lnTo>
                    <a:pt x="1500657" y="9097"/>
                  </a:lnTo>
                  <a:lnTo>
                    <a:pt x="1536447" y="10386"/>
                  </a:lnTo>
                  <a:lnTo>
                    <a:pt x="1589589" y="12505"/>
                  </a:lnTo>
                  <a:lnTo>
                    <a:pt x="1659611" y="15615"/>
                  </a:lnTo>
                  <a:lnTo>
                    <a:pt x="1744147" y="19821"/>
                  </a:lnTo>
                  <a:lnTo>
                    <a:pt x="1839480" y="25170"/>
                  </a:lnTo>
                  <a:lnTo>
                    <a:pt x="1941282" y="31668"/>
                  </a:lnTo>
                  <a:lnTo>
                    <a:pt x="2045325" y="39292"/>
                  </a:lnTo>
                  <a:lnTo>
                    <a:pt x="2148014" y="48018"/>
                  </a:lnTo>
                  <a:lnTo>
                    <a:pt x="2246651" y="57840"/>
                  </a:lnTo>
                  <a:lnTo>
                    <a:pt x="2339481" y="68781"/>
                  </a:lnTo>
                  <a:lnTo>
                    <a:pt x="2425586" y="80904"/>
                  </a:lnTo>
                  <a:lnTo>
                    <a:pt x="2504711" y="94315"/>
                  </a:lnTo>
                  <a:lnTo>
                    <a:pt x="2577077" y="109161"/>
                  </a:lnTo>
                  <a:lnTo>
                    <a:pt x="2643219" y="125627"/>
                  </a:lnTo>
                  <a:lnTo>
                    <a:pt x="2703861" y="143933"/>
                  </a:lnTo>
                  <a:lnTo>
                    <a:pt x="2759816" y="164312"/>
                  </a:lnTo>
                  <a:lnTo>
                    <a:pt x="2811923" y="186995"/>
                  </a:lnTo>
                  <a:lnTo>
                    <a:pt x="2860988" y="212172"/>
                  </a:lnTo>
                  <a:lnTo>
                    <a:pt x="2896531" y="232930"/>
                  </a:lnTo>
                  <a:lnTo>
                    <a:pt x="2944397" y="264339"/>
                  </a:lnTo>
                  <a:lnTo>
                    <a:pt x="2990837" y="298684"/>
                  </a:lnTo>
                  <a:lnTo>
                    <a:pt x="3036345" y="336015"/>
                  </a:lnTo>
                  <a:lnTo>
                    <a:pt x="3081295" y="376302"/>
                  </a:lnTo>
                  <a:lnTo>
                    <a:pt x="3125957" y="419419"/>
                  </a:lnTo>
                  <a:lnTo>
                    <a:pt x="3170521" y="465143"/>
                  </a:lnTo>
                  <a:lnTo>
                    <a:pt x="3215102" y="513149"/>
                  </a:lnTo>
                  <a:lnTo>
                    <a:pt x="3259757" y="563018"/>
                  </a:lnTo>
                  <a:lnTo>
                    <a:pt x="3304496" y="614247"/>
                  </a:lnTo>
                  <a:lnTo>
                    <a:pt x="3349295" y="666270"/>
                  </a:lnTo>
                  <a:lnTo>
                    <a:pt x="3394109" y="718484"/>
                  </a:lnTo>
                  <a:lnTo>
                    <a:pt x="3438890" y="770275"/>
                  </a:lnTo>
                  <a:lnTo>
                    <a:pt x="3483599" y="821050"/>
                  </a:lnTo>
                  <a:lnTo>
                    <a:pt x="3528222" y="870265"/>
                  </a:lnTo>
                  <a:lnTo>
                    <a:pt x="3572787" y="917446"/>
                  </a:lnTo>
                  <a:lnTo>
                    <a:pt x="3617371" y="962210"/>
                  </a:lnTo>
                  <a:lnTo>
                    <a:pt x="3662116" y="1004270"/>
                  </a:lnTo>
                  <a:lnTo>
                    <a:pt x="3707241" y="1043441"/>
                  </a:lnTo>
                  <a:lnTo>
                    <a:pt x="3753055" y="1079635"/>
                  </a:lnTo>
                  <a:lnTo>
                    <a:pt x="3799972" y="1112851"/>
                  </a:lnTo>
                  <a:lnTo>
                    <a:pt x="3829811" y="1131960"/>
                  </a:lnTo>
                  <a:lnTo>
                    <a:pt x="3877062" y="1159085"/>
                  </a:lnTo>
                  <a:lnTo>
                    <a:pt x="3926797" y="1183641"/>
                  </a:lnTo>
                  <a:lnTo>
                    <a:pt x="3979764" y="1205744"/>
                  </a:lnTo>
                  <a:lnTo>
                    <a:pt x="4036783" y="1225596"/>
                  </a:lnTo>
                  <a:lnTo>
                    <a:pt x="4098691" y="1243432"/>
                  </a:lnTo>
                  <a:lnTo>
                    <a:pt x="4166288" y="1259485"/>
                  </a:lnTo>
                  <a:lnTo>
                    <a:pt x="4240259" y="1273966"/>
                  </a:lnTo>
                  <a:lnTo>
                    <a:pt x="4321079" y="1287051"/>
                  </a:lnTo>
                  <a:lnTo>
                    <a:pt x="4408867" y="1298878"/>
                  </a:lnTo>
                  <a:lnTo>
                    <a:pt x="4503225" y="1309542"/>
                  </a:lnTo>
                  <a:lnTo>
                    <a:pt x="4603045" y="1319097"/>
                  </a:lnTo>
                  <a:lnTo>
                    <a:pt x="4706349" y="1327557"/>
                  </a:lnTo>
                  <a:lnTo>
                    <a:pt x="4810208" y="1334909"/>
                  </a:lnTo>
                  <a:lnTo>
                    <a:pt x="4910838" y="1341128"/>
                  </a:lnTo>
                  <a:lnTo>
                    <a:pt x="5003931" y="1346197"/>
                  </a:lnTo>
                  <a:lnTo>
                    <a:pt x="5085235" y="1350129"/>
                  </a:lnTo>
                  <a:lnTo>
                    <a:pt x="5151300" y="1352986"/>
                  </a:lnTo>
                  <a:lnTo>
                    <a:pt x="5200180" y="1354887"/>
                  </a:lnTo>
                  <a:lnTo>
                    <a:pt x="5231913" y="1356002"/>
                  </a:lnTo>
                  <a:lnTo>
                    <a:pt x="5248640" y="1356535"/>
                  </a:lnTo>
                  <a:lnTo>
                    <a:pt x="5254421" y="1356703"/>
                  </a:lnTo>
                  <a:lnTo>
                    <a:pt x="5254955" y="1356717"/>
                  </a:lnTo>
                  <a:lnTo>
                    <a:pt x="6726343" y="1356717"/>
                  </a:lnTo>
                  <a:lnTo>
                    <a:pt x="6727580" y="1356723"/>
                  </a:lnTo>
                  <a:lnTo>
                    <a:pt x="6735697" y="1356766"/>
                  </a:lnTo>
                  <a:lnTo>
                    <a:pt x="6756107" y="1356883"/>
                  </a:lnTo>
                  <a:lnTo>
                    <a:pt x="6792467" y="1357113"/>
                  </a:lnTo>
                  <a:lnTo>
                    <a:pt x="6846397" y="1357492"/>
                  </a:lnTo>
                  <a:lnTo>
                    <a:pt x="6917362" y="1358048"/>
                  </a:lnTo>
                  <a:lnTo>
                    <a:pt x="7002898" y="1358800"/>
                  </a:lnTo>
                  <a:lnTo>
                    <a:pt x="7099184" y="1359755"/>
                  </a:lnTo>
                  <a:lnTo>
                    <a:pt x="7201804" y="1360914"/>
                  </a:lnTo>
                  <a:lnTo>
                    <a:pt x="7306478" y="1362273"/>
                  </a:lnTo>
                  <a:lnTo>
                    <a:pt x="7409593" y="1363828"/>
                  </a:lnTo>
                  <a:lnTo>
                    <a:pt x="7508463" y="1365578"/>
                  </a:lnTo>
                  <a:lnTo>
                    <a:pt x="7601364" y="1367527"/>
                  </a:lnTo>
                  <a:lnTo>
                    <a:pt x="7687419" y="1369688"/>
                  </a:lnTo>
                  <a:lnTo>
                    <a:pt x="7766414" y="1372080"/>
                  </a:lnTo>
                  <a:lnTo>
                    <a:pt x="7838606" y="1374730"/>
                  </a:lnTo>
                  <a:lnTo>
                    <a:pt x="7904565" y="1377672"/>
                  </a:lnTo>
                  <a:lnTo>
                    <a:pt x="7965037" y="1380945"/>
                  </a:lnTo>
                  <a:lnTo>
                    <a:pt x="8020858" y="1384591"/>
                  </a:lnTo>
                  <a:lnTo>
                    <a:pt x="8072879" y="1388651"/>
                  </a:lnTo>
                  <a:lnTo>
                    <a:pt x="8121915" y="1393158"/>
                  </a:lnTo>
                  <a:lnTo>
                    <a:pt x="8151487" y="1396220"/>
                  </a:lnTo>
                  <a:lnTo>
                    <a:pt x="8207335" y="1402730"/>
                  </a:lnTo>
                  <a:lnTo>
                    <a:pt x="8261354" y="1409949"/>
                  </a:lnTo>
                  <a:lnTo>
                    <a:pt x="8314283" y="1417886"/>
                  </a:lnTo>
                  <a:lnTo>
                    <a:pt x="8366649" y="1426521"/>
                  </a:lnTo>
                  <a:lnTo>
                    <a:pt x="8418805" y="1435803"/>
                  </a:lnTo>
                  <a:lnTo>
                    <a:pt x="8470964" y="1445646"/>
                  </a:lnTo>
                  <a:lnTo>
                    <a:pt x="8523224" y="1455934"/>
                  </a:lnTo>
                  <a:lnTo>
                    <a:pt x="8575594" y="1466524"/>
                  </a:lnTo>
                  <a:lnTo>
                    <a:pt x="8628025" y="1477254"/>
                  </a:lnTo>
                  <a:lnTo>
                    <a:pt x="8680441" y="1487951"/>
                  </a:lnTo>
                  <a:lnTo>
                    <a:pt x="8732773" y="1498445"/>
                  </a:lnTo>
                  <a:lnTo>
                    <a:pt x="8784989" y="1508581"/>
                  </a:lnTo>
                  <a:lnTo>
                    <a:pt x="8837130" y="1518224"/>
                  </a:lnTo>
                  <a:lnTo>
                    <a:pt x="8889333" y="1527269"/>
                  </a:lnTo>
                  <a:lnTo>
                    <a:pt x="8941862" y="1535645"/>
                  </a:lnTo>
                  <a:lnTo>
                    <a:pt x="8995130" y="1543312"/>
                  </a:lnTo>
                  <a:lnTo>
                    <a:pt x="9049739" y="1550261"/>
                  </a:lnTo>
                  <a:lnTo>
                    <a:pt x="9084767" y="1554231"/>
                  </a:lnTo>
                  <a:lnTo>
                    <a:pt x="9132306" y="1559026"/>
                  </a:lnTo>
                  <a:lnTo>
                    <a:pt x="9182364" y="1563364"/>
                  </a:lnTo>
                  <a:lnTo>
                    <a:pt x="9235702" y="1567265"/>
                  </a:lnTo>
                  <a:lnTo>
                    <a:pt x="9293156" y="1570767"/>
                  </a:lnTo>
                  <a:lnTo>
                    <a:pt x="9355578" y="1573912"/>
                  </a:lnTo>
                  <a:lnTo>
                    <a:pt x="9423778" y="1576741"/>
                  </a:lnTo>
                  <a:lnTo>
                    <a:pt x="9498452" y="1579291"/>
                  </a:lnTo>
                  <a:lnTo>
                    <a:pt x="9580068" y="1581594"/>
                  </a:lnTo>
                  <a:lnTo>
                    <a:pt x="9668730" y="1583674"/>
                  </a:lnTo>
                  <a:lnTo>
                    <a:pt x="9763999" y="1585548"/>
                  </a:lnTo>
                  <a:lnTo>
                    <a:pt x="9864702" y="1587226"/>
                  </a:lnTo>
                  <a:lnTo>
                    <a:pt x="9968764" y="1588708"/>
                  </a:lnTo>
                  <a:lnTo>
                    <a:pt x="10073139" y="1589993"/>
                  </a:lnTo>
                  <a:lnTo>
                    <a:pt x="10173921" y="1591076"/>
                  </a:lnTo>
                  <a:lnTo>
                    <a:pt x="10266704" y="1591955"/>
                  </a:lnTo>
                  <a:lnTo>
                    <a:pt x="10347201" y="1592632"/>
                  </a:lnTo>
                  <a:lnTo>
                    <a:pt x="10412014" y="1593120"/>
                  </a:lnTo>
                  <a:lnTo>
                    <a:pt x="10459346" y="1593440"/>
                  </a:lnTo>
                  <a:lnTo>
                    <a:pt x="10489460" y="1593624"/>
                  </a:lnTo>
                  <a:lnTo>
                    <a:pt x="10504763" y="1593708"/>
                  </a:lnTo>
                  <a:lnTo>
                    <a:pt x="10509599" y="1593733"/>
                  </a:lnTo>
                  <a:lnTo>
                    <a:pt x="10509911" y="1593734"/>
                  </a:lnTo>
                  <a:lnTo>
                    <a:pt x="11981298" y="1593734"/>
                  </a:lnTo>
                  <a:lnTo>
                    <a:pt x="11981298" y="1585561"/>
                  </a:lnTo>
                  <a:lnTo>
                    <a:pt x="10509911" y="1585561"/>
                  </a:lnTo>
                  <a:lnTo>
                    <a:pt x="10508674" y="1585555"/>
                  </a:lnTo>
                  <a:lnTo>
                    <a:pt x="10500556" y="1585513"/>
                  </a:lnTo>
                  <a:lnTo>
                    <a:pt x="10480146" y="1585396"/>
                  </a:lnTo>
                  <a:lnTo>
                    <a:pt x="10443786" y="1585165"/>
                  </a:lnTo>
                  <a:lnTo>
                    <a:pt x="10389856" y="1584786"/>
                  </a:lnTo>
                  <a:lnTo>
                    <a:pt x="10318891" y="1584230"/>
                  </a:lnTo>
                  <a:lnTo>
                    <a:pt x="10233355" y="1583479"/>
                  </a:lnTo>
                  <a:lnTo>
                    <a:pt x="10137069" y="1582524"/>
                  </a:lnTo>
                  <a:lnTo>
                    <a:pt x="10034449" y="1581365"/>
                  </a:lnTo>
                  <a:lnTo>
                    <a:pt x="9929775" y="1580006"/>
                  </a:lnTo>
                  <a:lnTo>
                    <a:pt x="9826660" y="1578451"/>
                  </a:lnTo>
                  <a:lnTo>
                    <a:pt x="9727790" y="1576701"/>
                  </a:lnTo>
                  <a:lnTo>
                    <a:pt x="9634889" y="1574751"/>
                  </a:lnTo>
                  <a:lnTo>
                    <a:pt x="9548834" y="1572590"/>
                  </a:lnTo>
                  <a:lnTo>
                    <a:pt x="9469839" y="1570198"/>
                  </a:lnTo>
                  <a:lnTo>
                    <a:pt x="9397647" y="1567548"/>
                  </a:lnTo>
                  <a:lnTo>
                    <a:pt x="9331689" y="1564607"/>
                  </a:lnTo>
                  <a:lnTo>
                    <a:pt x="9271216" y="1561334"/>
                  </a:lnTo>
                  <a:lnTo>
                    <a:pt x="9215396" y="1557688"/>
                  </a:lnTo>
                  <a:lnTo>
                    <a:pt x="9163374" y="1553627"/>
                  </a:lnTo>
                  <a:lnTo>
                    <a:pt x="9114338" y="1549120"/>
                  </a:lnTo>
                  <a:lnTo>
                    <a:pt x="9084767" y="1546058"/>
                  </a:lnTo>
                  <a:lnTo>
                    <a:pt x="9028918" y="1539548"/>
                  </a:lnTo>
                  <a:lnTo>
                    <a:pt x="8974900" y="1532329"/>
                  </a:lnTo>
                  <a:lnTo>
                    <a:pt x="8921970" y="1524392"/>
                  </a:lnTo>
                  <a:lnTo>
                    <a:pt x="8869605" y="1515757"/>
                  </a:lnTo>
                  <a:lnTo>
                    <a:pt x="8817448" y="1506476"/>
                  </a:lnTo>
                  <a:lnTo>
                    <a:pt x="8765289" y="1496633"/>
                  </a:lnTo>
                  <a:lnTo>
                    <a:pt x="8713030" y="1486344"/>
                  </a:lnTo>
                  <a:lnTo>
                    <a:pt x="8660660" y="1475754"/>
                  </a:lnTo>
                  <a:lnTo>
                    <a:pt x="8608228" y="1465025"/>
                  </a:lnTo>
                  <a:lnTo>
                    <a:pt x="8555812" y="1454328"/>
                  </a:lnTo>
                  <a:lnTo>
                    <a:pt x="8503480" y="1443833"/>
                  </a:lnTo>
                  <a:lnTo>
                    <a:pt x="8451264" y="1433698"/>
                  </a:lnTo>
                  <a:lnTo>
                    <a:pt x="8399123" y="1424055"/>
                  </a:lnTo>
                  <a:lnTo>
                    <a:pt x="8346920" y="1415009"/>
                  </a:lnTo>
                  <a:lnTo>
                    <a:pt x="8294392" y="1406633"/>
                  </a:lnTo>
                  <a:lnTo>
                    <a:pt x="8241123" y="1398966"/>
                  </a:lnTo>
                  <a:lnTo>
                    <a:pt x="8186514" y="1392017"/>
                  </a:lnTo>
                  <a:lnTo>
                    <a:pt x="8151487" y="1388047"/>
                  </a:lnTo>
                  <a:lnTo>
                    <a:pt x="8103947" y="1383253"/>
                  </a:lnTo>
                  <a:lnTo>
                    <a:pt x="8053889" y="1378915"/>
                  </a:lnTo>
                  <a:lnTo>
                    <a:pt x="8000551" y="1375013"/>
                  </a:lnTo>
                  <a:lnTo>
                    <a:pt x="7943097" y="1371511"/>
                  </a:lnTo>
                  <a:lnTo>
                    <a:pt x="7880676" y="1368366"/>
                  </a:lnTo>
                  <a:lnTo>
                    <a:pt x="7812475" y="1365538"/>
                  </a:lnTo>
                  <a:lnTo>
                    <a:pt x="7737801" y="1362988"/>
                  </a:lnTo>
                  <a:lnTo>
                    <a:pt x="7656185" y="1360684"/>
                  </a:lnTo>
                  <a:lnTo>
                    <a:pt x="7567523" y="1358604"/>
                  </a:lnTo>
                  <a:lnTo>
                    <a:pt x="7472254" y="1356730"/>
                  </a:lnTo>
                  <a:lnTo>
                    <a:pt x="7371552" y="1355053"/>
                  </a:lnTo>
                  <a:lnTo>
                    <a:pt x="7267489" y="1353570"/>
                  </a:lnTo>
                  <a:lnTo>
                    <a:pt x="7163114" y="1352285"/>
                  </a:lnTo>
                  <a:lnTo>
                    <a:pt x="7062332" y="1351202"/>
                  </a:lnTo>
                  <a:lnTo>
                    <a:pt x="6969549" y="1350323"/>
                  </a:lnTo>
                  <a:lnTo>
                    <a:pt x="6889052" y="1349646"/>
                  </a:lnTo>
                  <a:lnTo>
                    <a:pt x="6824239" y="1349159"/>
                  </a:lnTo>
                  <a:lnTo>
                    <a:pt x="6776907" y="1348839"/>
                  </a:lnTo>
                  <a:lnTo>
                    <a:pt x="6746793" y="1348655"/>
                  </a:lnTo>
                  <a:lnTo>
                    <a:pt x="6731490" y="1348570"/>
                  </a:lnTo>
                  <a:lnTo>
                    <a:pt x="6726655" y="1348546"/>
                  </a:lnTo>
                  <a:lnTo>
                    <a:pt x="6726343" y="1348544"/>
                  </a:lnTo>
                  <a:lnTo>
                    <a:pt x="5254955" y="1348544"/>
                  </a:lnTo>
                  <a:lnTo>
                    <a:pt x="5253739" y="1348511"/>
                  </a:lnTo>
                  <a:lnTo>
                    <a:pt x="5245760" y="1348274"/>
                  </a:lnTo>
                  <a:lnTo>
                    <a:pt x="5225685" y="1347619"/>
                  </a:lnTo>
                  <a:lnTo>
                    <a:pt x="5189895" y="1346331"/>
                  </a:lnTo>
                  <a:lnTo>
                    <a:pt x="5136753" y="1344211"/>
                  </a:lnTo>
                  <a:lnTo>
                    <a:pt x="5066731" y="1341101"/>
                  </a:lnTo>
                  <a:lnTo>
                    <a:pt x="4982195" y="1336896"/>
                  </a:lnTo>
                  <a:lnTo>
                    <a:pt x="4886862" y="1331547"/>
                  </a:lnTo>
                  <a:lnTo>
                    <a:pt x="4785060" y="1325049"/>
                  </a:lnTo>
                  <a:lnTo>
                    <a:pt x="4681017" y="1317425"/>
                  </a:lnTo>
                  <a:lnTo>
                    <a:pt x="4578328" y="1308698"/>
                  </a:lnTo>
                  <a:lnTo>
                    <a:pt x="4479691" y="1298876"/>
                  </a:lnTo>
                  <a:lnTo>
                    <a:pt x="4386861" y="1287935"/>
                  </a:lnTo>
                  <a:lnTo>
                    <a:pt x="4300756" y="1275812"/>
                  </a:lnTo>
                  <a:lnTo>
                    <a:pt x="4221631" y="1262402"/>
                  </a:lnTo>
                  <a:lnTo>
                    <a:pt x="4149265" y="1247556"/>
                  </a:lnTo>
                  <a:lnTo>
                    <a:pt x="4083123" y="1231089"/>
                  </a:lnTo>
                  <a:lnTo>
                    <a:pt x="4022481" y="1212784"/>
                  </a:lnTo>
                  <a:lnTo>
                    <a:pt x="3966526" y="1192405"/>
                  </a:lnTo>
                  <a:lnTo>
                    <a:pt x="3914420" y="1169721"/>
                  </a:lnTo>
                  <a:lnTo>
                    <a:pt x="3865355" y="1144545"/>
                  </a:lnTo>
                  <a:lnTo>
                    <a:pt x="3829811" y="1123787"/>
                  </a:lnTo>
                  <a:lnTo>
                    <a:pt x="3781945" y="1092378"/>
                  </a:lnTo>
                  <a:lnTo>
                    <a:pt x="3735505" y="1058033"/>
                  </a:lnTo>
                  <a:lnTo>
                    <a:pt x="3689997" y="1020701"/>
                  </a:lnTo>
                  <a:lnTo>
                    <a:pt x="3645047" y="980415"/>
                  </a:lnTo>
                  <a:lnTo>
                    <a:pt x="3600385" y="937298"/>
                  </a:lnTo>
                  <a:lnTo>
                    <a:pt x="3555821" y="891574"/>
                  </a:lnTo>
                  <a:lnTo>
                    <a:pt x="3511240" y="843568"/>
                  </a:lnTo>
                  <a:lnTo>
                    <a:pt x="3466585" y="793699"/>
                  </a:lnTo>
                  <a:lnTo>
                    <a:pt x="3421846" y="742470"/>
                  </a:lnTo>
                  <a:lnTo>
                    <a:pt x="3377047" y="690446"/>
                  </a:lnTo>
                  <a:lnTo>
                    <a:pt x="3332233" y="638233"/>
                  </a:lnTo>
                  <a:lnTo>
                    <a:pt x="3287452" y="586442"/>
                  </a:lnTo>
                  <a:lnTo>
                    <a:pt x="3242744" y="535667"/>
                  </a:lnTo>
                  <a:lnTo>
                    <a:pt x="3198120" y="486452"/>
                  </a:lnTo>
                  <a:lnTo>
                    <a:pt x="3153555" y="439270"/>
                  </a:lnTo>
                  <a:lnTo>
                    <a:pt x="3108971" y="394507"/>
                  </a:lnTo>
                  <a:lnTo>
                    <a:pt x="3064226" y="352446"/>
                  </a:lnTo>
                  <a:lnTo>
                    <a:pt x="3019101" y="313276"/>
                  </a:lnTo>
                  <a:lnTo>
                    <a:pt x="2973288" y="277082"/>
                  </a:lnTo>
                  <a:lnTo>
                    <a:pt x="2926370" y="243865"/>
                  </a:lnTo>
                  <a:lnTo>
                    <a:pt x="2896531" y="224757"/>
                  </a:lnTo>
                  <a:lnTo>
                    <a:pt x="2849280" y="197632"/>
                  </a:lnTo>
                  <a:lnTo>
                    <a:pt x="2799545" y="173076"/>
                  </a:lnTo>
                  <a:lnTo>
                    <a:pt x="2746578" y="150973"/>
                  </a:lnTo>
                  <a:lnTo>
                    <a:pt x="2689559" y="131121"/>
                  </a:lnTo>
                  <a:lnTo>
                    <a:pt x="2627651" y="113284"/>
                  </a:lnTo>
                  <a:lnTo>
                    <a:pt x="2560054" y="97231"/>
                  </a:lnTo>
                  <a:lnTo>
                    <a:pt x="2486083" y="82751"/>
                  </a:lnTo>
                  <a:lnTo>
                    <a:pt x="2405263" y="69666"/>
                  </a:lnTo>
                  <a:lnTo>
                    <a:pt x="2317475" y="57838"/>
                  </a:lnTo>
                  <a:lnTo>
                    <a:pt x="2223118" y="47174"/>
                  </a:lnTo>
                  <a:lnTo>
                    <a:pt x="2123297" y="37620"/>
                  </a:lnTo>
                  <a:lnTo>
                    <a:pt x="2019993" y="29160"/>
                  </a:lnTo>
                  <a:lnTo>
                    <a:pt x="1916134" y="21808"/>
                  </a:lnTo>
                  <a:lnTo>
                    <a:pt x="1815504" y="15588"/>
                  </a:lnTo>
                  <a:lnTo>
                    <a:pt x="1722411" y="10519"/>
                  </a:lnTo>
                  <a:lnTo>
                    <a:pt x="1641107" y="6587"/>
                  </a:lnTo>
                  <a:lnTo>
                    <a:pt x="1575042" y="3730"/>
                  </a:lnTo>
                  <a:lnTo>
                    <a:pt x="1526162" y="1829"/>
                  </a:lnTo>
                  <a:lnTo>
                    <a:pt x="1494429" y="715"/>
                  </a:lnTo>
                  <a:lnTo>
                    <a:pt x="1477702" y="182"/>
                  </a:lnTo>
                  <a:lnTo>
                    <a:pt x="1471921" y="14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417" name="pl417"/>
            <p:cNvSpPr/>
            <p:nvPr/>
          </p:nvSpPr>
          <p:spPr>
            <a:xfrm>
              <a:off x="4799595" y="3811031"/>
              <a:ext cx="11981298" cy="1585561"/>
            </a:xfrm>
            <a:custGeom>
              <a:avLst/>
              <a:pathLst>
                <a:path w="11981298" h="1585561">
                  <a:moveTo>
                    <a:pt x="0" y="0"/>
                  </a:moveTo>
                  <a:lnTo>
                    <a:pt x="1471387" y="0"/>
                  </a:lnTo>
                  <a:lnTo>
                    <a:pt x="1472603" y="33"/>
                  </a:lnTo>
                  <a:lnTo>
                    <a:pt x="1480582" y="270"/>
                  </a:lnTo>
                  <a:lnTo>
                    <a:pt x="1500657" y="924"/>
                  </a:lnTo>
                  <a:lnTo>
                    <a:pt x="1536447" y="2213"/>
                  </a:lnTo>
                  <a:lnTo>
                    <a:pt x="1589589" y="4332"/>
                  </a:lnTo>
                  <a:lnTo>
                    <a:pt x="1659611" y="7442"/>
                  </a:lnTo>
                  <a:lnTo>
                    <a:pt x="1744147" y="11648"/>
                  </a:lnTo>
                  <a:lnTo>
                    <a:pt x="1839480" y="16997"/>
                  </a:lnTo>
                  <a:lnTo>
                    <a:pt x="1941282" y="23495"/>
                  </a:lnTo>
                  <a:lnTo>
                    <a:pt x="2045325" y="31119"/>
                  </a:lnTo>
                  <a:lnTo>
                    <a:pt x="2148014" y="39845"/>
                  </a:lnTo>
                  <a:lnTo>
                    <a:pt x="2246651" y="49667"/>
                  </a:lnTo>
                  <a:lnTo>
                    <a:pt x="2339481" y="60608"/>
                  </a:lnTo>
                  <a:lnTo>
                    <a:pt x="2425586" y="72731"/>
                  </a:lnTo>
                  <a:lnTo>
                    <a:pt x="2504711" y="86142"/>
                  </a:lnTo>
                  <a:lnTo>
                    <a:pt x="2577077" y="100988"/>
                  </a:lnTo>
                  <a:lnTo>
                    <a:pt x="2643219" y="117454"/>
                  </a:lnTo>
                  <a:lnTo>
                    <a:pt x="2703861" y="135760"/>
                  </a:lnTo>
                  <a:lnTo>
                    <a:pt x="2759816" y="156139"/>
                  </a:lnTo>
                  <a:lnTo>
                    <a:pt x="2811923" y="178822"/>
                  </a:lnTo>
                  <a:lnTo>
                    <a:pt x="2860988" y="203999"/>
                  </a:lnTo>
                  <a:lnTo>
                    <a:pt x="2896531" y="224757"/>
                  </a:lnTo>
                  <a:lnTo>
                    <a:pt x="2944397" y="256166"/>
                  </a:lnTo>
                  <a:lnTo>
                    <a:pt x="2990837" y="290511"/>
                  </a:lnTo>
                  <a:lnTo>
                    <a:pt x="3036345" y="327842"/>
                  </a:lnTo>
                  <a:lnTo>
                    <a:pt x="3081295" y="368129"/>
                  </a:lnTo>
                  <a:lnTo>
                    <a:pt x="3125957" y="411246"/>
                  </a:lnTo>
                  <a:lnTo>
                    <a:pt x="3170521" y="456970"/>
                  </a:lnTo>
                  <a:lnTo>
                    <a:pt x="3215102" y="504976"/>
                  </a:lnTo>
                  <a:lnTo>
                    <a:pt x="3259757" y="554845"/>
                  </a:lnTo>
                  <a:lnTo>
                    <a:pt x="3304496" y="606074"/>
                  </a:lnTo>
                  <a:lnTo>
                    <a:pt x="3349295" y="658097"/>
                  </a:lnTo>
                  <a:lnTo>
                    <a:pt x="3394109" y="710311"/>
                  </a:lnTo>
                  <a:lnTo>
                    <a:pt x="3438890" y="762102"/>
                  </a:lnTo>
                  <a:lnTo>
                    <a:pt x="3483599" y="812877"/>
                  </a:lnTo>
                  <a:lnTo>
                    <a:pt x="3528222" y="862092"/>
                  </a:lnTo>
                  <a:lnTo>
                    <a:pt x="3572787" y="909273"/>
                  </a:lnTo>
                  <a:lnTo>
                    <a:pt x="3617371" y="954037"/>
                  </a:lnTo>
                  <a:lnTo>
                    <a:pt x="3662116" y="996097"/>
                  </a:lnTo>
                  <a:lnTo>
                    <a:pt x="3707241" y="1035268"/>
                  </a:lnTo>
                  <a:lnTo>
                    <a:pt x="3753055" y="1071462"/>
                  </a:lnTo>
                  <a:lnTo>
                    <a:pt x="3799972" y="1104678"/>
                  </a:lnTo>
                  <a:lnTo>
                    <a:pt x="3829811" y="1123787"/>
                  </a:lnTo>
                  <a:lnTo>
                    <a:pt x="3877062" y="1150912"/>
                  </a:lnTo>
                  <a:lnTo>
                    <a:pt x="3926797" y="1175468"/>
                  </a:lnTo>
                  <a:lnTo>
                    <a:pt x="3979764" y="1197571"/>
                  </a:lnTo>
                  <a:lnTo>
                    <a:pt x="4036783" y="1217423"/>
                  </a:lnTo>
                  <a:lnTo>
                    <a:pt x="4098691" y="1235259"/>
                  </a:lnTo>
                  <a:lnTo>
                    <a:pt x="4166288" y="1251312"/>
                  </a:lnTo>
                  <a:lnTo>
                    <a:pt x="4240259" y="1265793"/>
                  </a:lnTo>
                  <a:lnTo>
                    <a:pt x="4321079" y="1278878"/>
                  </a:lnTo>
                  <a:lnTo>
                    <a:pt x="4408867" y="1290705"/>
                  </a:lnTo>
                  <a:lnTo>
                    <a:pt x="4503225" y="1301369"/>
                  </a:lnTo>
                  <a:lnTo>
                    <a:pt x="4603045" y="1310924"/>
                  </a:lnTo>
                  <a:lnTo>
                    <a:pt x="4706349" y="1319384"/>
                  </a:lnTo>
                  <a:lnTo>
                    <a:pt x="4810208" y="1326736"/>
                  </a:lnTo>
                  <a:lnTo>
                    <a:pt x="4910838" y="1332955"/>
                  </a:lnTo>
                  <a:lnTo>
                    <a:pt x="5003931" y="1338024"/>
                  </a:lnTo>
                  <a:lnTo>
                    <a:pt x="5085235" y="1341956"/>
                  </a:lnTo>
                  <a:lnTo>
                    <a:pt x="5151300" y="1344813"/>
                  </a:lnTo>
                  <a:lnTo>
                    <a:pt x="5200180" y="1346714"/>
                  </a:lnTo>
                  <a:lnTo>
                    <a:pt x="5231913" y="1347829"/>
                  </a:lnTo>
                  <a:lnTo>
                    <a:pt x="5248640" y="1348362"/>
                  </a:lnTo>
                  <a:lnTo>
                    <a:pt x="5254421" y="1348530"/>
                  </a:lnTo>
                  <a:lnTo>
                    <a:pt x="5254955" y="1348544"/>
                  </a:lnTo>
                  <a:lnTo>
                    <a:pt x="6726343" y="1348544"/>
                  </a:lnTo>
                  <a:lnTo>
                    <a:pt x="6727580" y="1348550"/>
                  </a:lnTo>
                  <a:lnTo>
                    <a:pt x="6735697" y="1348593"/>
                  </a:lnTo>
                  <a:lnTo>
                    <a:pt x="6756107" y="1348710"/>
                  </a:lnTo>
                  <a:lnTo>
                    <a:pt x="6792467" y="1348940"/>
                  </a:lnTo>
                  <a:lnTo>
                    <a:pt x="6846397" y="1349319"/>
                  </a:lnTo>
                  <a:lnTo>
                    <a:pt x="6917362" y="1349875"/>
                  </a:lnTo>
                  <a:lnTo>
                    <a:pt x="7002898" y="1350627"/>
                  </a:lnTo>
                  <a:lnTo>
                    <a:pt x="7099184" y="1351582"/>
                  </a:lnTo>
                  <a:lnTo>
                    <a:pt x="7201804" y="1352741"/>
                  </a:lnTo>
                  <a:lnTo>
                    <a:pt x="7306478" y="1354100"/>
                  </a:lnTo>
                  <a:lnTo>
                    <a:pt x="7409593" y="1355655"/>
                  </a:lnTo>
                  <a:lnTo>
                    <a:pt x="7508463" y="1357405"/>
                  </a:lnTo>
                  <a:lnTo>
                    <a:pt x="7601364" y="1359354"/>
                  </a:lnTo>
                  <a:lnTo>
                    <a:pt x="7687419" y="1361515"/>
                  </a:lnTo>
                  <a:lnTo>
                    <a:pt x="7766414" y="1363907"/>
                  </a:lnTo>
                  <a:lnTo>
                    <a:pt x="7838606" y="1366557"/>
                  </a:lnTo>
                  <a:lnTo>
                    <a:pt x="7904565" y="1369499"/>
                  </a:lnTo>
                  <a:lnTo>
                    <a:pt x="7965037" y="1372772"/>
                  </a:lnTo>
                  <a:lnTo>
                    <a:pt x="8020858" y="1376418"/>
                  </a:lnTo>
                  <a:lnTo>
                    <a:pt x="8072879" y="1380478"/>
                  </a:lnTo>
                  <a:lnTo>
                    <a:pt x="8121915" y="1384985"/>
                  </a:lnTo>
                  <a:lnTo>
                    <a:pt x="8151487" y="1388047"/>
                  </a:lnTo>
                  <a:lnTo>
                    <a:pt x="8207335" y="1394557"/>
                  </a:lnTo>
                  <a:lnTo>
                    <a:pt x="8261354" y="1401776"/>
                  </a:lnTo>
                  <a:lnTo>
                    <a:pt x="8314283" y="1409713"/>
                  </a:lnTo>
                  <a:lnTo>
                    <a:pt x="8366649" y="1418348"/>
                  </a:lnTo>
                  <a:lnTo>
                    <a:pt x="8418805" y="1427630"/>
                  </a:lnTo>
                  <a:lnTo>
                    <a:pt x="8470964" y="1437473"/>
                  </a:lnTo>
                  <a:lnTo>
                    <a:pt x="8523224" y="1447761"/>
                  </a:lnTo>
                  <a:lnTo>
                    <a:pt x="8575594" y="1458351"/>
                  </a:lnTo>
                  <a:lnTo>
                    <a:pt x="8628025" y="1469081"/>
                  </a:lnTo>
                  <a:lnTo>
                    <a:pt x="8680441" y="1479778"/>
                  </a:lnTo>
                  <a:lnTo>
                    <a:pt x="8732773" y="1490272"/>
                  </a:lnTo>
                  <a:lnTo>
                    <a:pt x="8784989" y="1500408"/>
                  </a:lnTo>
                  <a:lnTo>
                    <a:pt x="8837130" y="1510051"/>
                  </a:lnTo>
                  <a:lnTo>
                    <a:pt x="8889333" y="1519096"/>
                  </a:lnTo>
                  <a:lnTo>
                    <a:pt x="8941862" y="1527472"/>
                  </a:lnTo>
                  <a:lnTo>
                    <a:pt x="8995130" y="1535139"/>
                  </a:lnTo>
                  <a:lnTo>
                    <a:pt x="9049739" y="1542088"/>
                  </a:lnTo>
                  <a:lnTo>
                    <a:pt x="9084767" y="1546058"/>
                  </a:lnTo>
                  <a:lnTo>
                    <a:pt x="9132306" y="1550853"/>
                  </a:lnTo>
                  <a:lnTo>
                    <a:pt x="9182364" y="1555191"/>
                  </a:lnTo>
                  <a:lnTo>
                    <a:pt x="9235702" y="1559092"/>
                  </a:lnTo>
                  <a:lnTo>
                    <a:pt x="9293156" y="1562594"/>
                  </a:lnTo>
                  <a:lnTo>
                    <a:pt x="9355578" y="1565739"/>
                  </a:lnTo>
                  <a:lnTo>
                    <a:pt x="9423778" y="1568568"/>
                  </a:lnTo>
                  <a:lnTo>
                    <a:pt x="9498452" y="1571118"/>
                  </a:lnTo>
                  <a:lnTo>
                    <a:pt x="9580068" y="1573421"/>
                  </a:lnTo>
                  <a:lnTo>
                    <a:pt x="9668730" y="1575501"/>
                  </a:lnTo>
                  <a:lnTo>
                    <a:pt x="9763999" y="1577375"/>
                  </a:lnTo>
                  <a:lnTo>
                    <a:pt x="9864702" y="1579053"/>
                  </a:lnTo>
                  <a:lnTo>
                    <a:pt x="9968764" y="1580535"/>
                  </a:lnTo>
                  <a:lnTo>
                    <a:pt x="10073139" y="1581820"/>
                  </a:lnTo>
                  <a:lnTo>
                    <a:pt x="10173921" y="1582903"/>
                  </a:lnTo>
                  <a:lnTo>
                    <a:pt x="10266704" y="1583782"/>
                  </a:lnTo>
                  <a:lnTo>
                    <a:pt x="10347201" y="1584459"/>
                  </a:lnTo>
                  <a:lnTo>
                    <a:pt x="10412014" y="1584947"/>
                  </a:lnTo>
                  <a:lnTo>
                    <a:pt x="10459346" y="1585267"/>
                  </a:lnTo>
                  <a:lnTo>
                    <a:pt x="10489460" y="1585451"/>
                  </a:lnTo>
                  <a:lnTo>
                    <a:pt x="10504763" y="1585535"/>
                  </a:lnTo>
                  <a:lnTo>
                    <a:pt x="10509599" y="1585560"/>
                  </a:lnTo>
                  <a:lnTo>
                    <a:pt x="10509911" y="1585561"/>
                  </a:lnTo>
                  <a:lnTo>
                    <a:pt x="11981298" y="158556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18" name="pl418"/>
            <p:cNvSpPr/>
            <p:nvPr/>
          </p:nvSpPr>
          <p:spPr>
            <a:xfrm>
              <a:off x="4799595" y="3802858"/>
              <a:ext cx="11981298" cy="1585561"/>
            </a:xfrm>
            <a:custGeom>
              <a:avLst/>
              <a:pathLst>
                <a:path w="11981298" h="1585561">
                  <a:moveTo>
                    <a:pt x="11981298" y="1585561"/>
                  </a:moveTo>
                  <a:lnTo>
                    <a:pt x="10509911" y="1585561"/>
                  </a:lnTo>
                  <a:lnTo>
                    <a:pt x="10508674" y="1585555"/>
                  </a:lnTo>
                  <a:lnTo>
                    <a:pt x="10500556" y="1585513"/>
                  </a:lnTo>
                  <a:lnTo>
                    <a:pt x="10480146" y="1585396"/>
                  </a:lnTo>
                  <a:lnTo>
                    <a:pt x="10443786" y="1585165"/>
                  </a:lnTo>
                  <a:lnTo>
                    <a:pt x="10389856" y="1584786"/>
                  </a:lnTo>
                  <a:lnTo>
                    <a:pt x="10318891" y="1584230"/>
                  </a:lnTo>
                  <a:lnTo>
                    <a:pt x="10233355" y="1583479"/>
                  </a:lnTo>
                  <a:lnTo>
                    <a:pt x="10137069" y="1582524"/>
                  </a:lnTo>
                  <a:lnTo>
                    <a:pt x="10034449" y="1581365"/>
                  </a:lnTo>
                  <a:lnTo>
                    <a:pt x="9929775" y="1580006"/>
                  </a:lnTo>
                  <a:lnTo>
                    <a:pt x="9826660" y="1578451"/>
                  </a:lnTo>
                  <a:lnTo>
                    <a:pt x="9727790" y="1576701"/>
                  </a:lnTo>
                  <a:lnTo>
                    <a:pt x="9634889" y="1574751"/>
                  </a:lnTo>
                  <a:lnTo>
                    <a:pt x="9548834" y="1572590"/>
                  </a:lnTo>
                  <a:lnTo>
                    <a:pt x="9469839" y="1570198"/>
                  </a:lnTo>
                  <a:lnTo>
                    <a:pt x="9397647" y="1567548"/>
                  </a:lnTo>
                  <a:lnTo>
                    <a:pt x="9331689" y="1564607"/>
                  </a:lnTo>
                  <a:lnTo>
                    <a:pt x="9271216" y="1561334"/>
                  </a:lnTo>
                  <a:lnTo>
                    <a:pt x="9215396" y="1557688"/>
                  </a:lnTo>
                  <a:lnTo>
                    <a:pt x="9163374" y="1553627"/>
                  </a:lnTo>
                  <a:lnTo>
                    <a:pt x="9114338" y="1549120"/>
                  </a:lnTo>
                  <a:lnTo>
                    <a:pt x="9084767" y="1546058"/>
                  </a:lnTo>
                  <a:lnTo>
                    <a:pt x="9028918" y="1539548"/>
                  </a:lnTo>
                  <a:lnTo>
                    <a:pt x="8974900" y="1532329"/>
                  </a:lnTo>
                  <a:lnTo>
                    <a:pt x="8921970" y="1524392"/>
                  </a:lnTo>
                  <a:lnTo>
                    <a:pt x="8869605" y="1515757"/>
                  </a:lnTo>
                  <a:lnTo>
                    <a:pt x="8817448" y="1506476"/>
                  </a:lnTo>
                  <a:lnTo>
                    <a:pt x="8765289" y="1496633"/>
                  </a:lnTo>
                  <a:lnTo>
                    <a:pt x="8713030" y="1486344"/>
                  </a:lnTo>
                  <a:lnTo>
                    <a:pt x="8660660" y="1475754"/>
                  </a:lnTo>
                  <a:lnTo>
                    <a:pt x="8608228" y="1465025"/>
                  </a:lnTo>
                  <a:lnTo>
                    <a:pt x="8555812" y="1454328"/>
                  </a:lnTo>
                  <a:lnTo>
                    <a:pt x="8503480" y="1443833"/>
                  </a:lnTo>
                  <a:lnTo>
                    <a:pt x="8451264" y="1433698"/>
                  </a:lnTo>
                  <a:lnTo>
                    <a:pt x="8399123" y="1424055"/>
                  </a:lnTo>
                  <a:lnTo>
                    <a:pt x="8346920" y="1415009"/>
                  </a:lnTo>
                  <a:lnTo>
                    <a:pt x="8294392" y="1406633"/>
                  </a:lnTo>
                  <a:lnTo>
                    <a:pt x="8241123" y="1398966"/>
                  </a:lnTo>
                  <a:lnTo>
                    <a:pt x="8186514" y="1392017"/>
                  </a:lnTo>
                  <a:lnTo>
                    <a:pt x="8151487" y="1388047"/>
                  </a:lnTo>
                  <a:lnTo>
                    <a:pt x="8103947" y="1383253"/>
                  </a:lnTo>
                  <a:lnTo>
                    <a:pt x="8053889" y="1378915"/>
                  </a:lnTo>
                  <a:lnTo>
                    <a:pt x="8000551" y="1375013"/>
                  </a:lnTo>
                  <a:lnTo>
                    <a:pt x="7943097" y="1371511"/>
                  </a:lnTo>
                  <a:lnTo>
                    <a:pt x="7880676" y="1368366"/>
                  </a:lnTo>
                  <a:lnTo>
                    <a:pt x="7812475" y="1365538"/>
                  </a:lnTo>
                  <a:lnTo>
                    <a:pt x="7737801" y="1362988"/>
                  </a:lnTo>
                  <a:lnTo>
                    <a:pt x="7656185" y="1360684"/>
                  </a:lnTo>
                  <a:lnTo>
                    <a:pt x="7567523" y="1358604"/>
                  </a:lnTo>
                  <a:lnTo>
                    <a:pt x="7472254" y="1356730"/>
                  </a:lnTo>
                  <a:lnTo>
                    <a:pt x="7371552" y="1355053"/>
                  </a:lnTo>
                  <a:lnTo>
                    <a:pt x="7267489" y="1353570"/>
                  </a:lnTo>
                  <a:lnTo>
                    <a:pt x="7163114" y="1352285"/>
                  </a:lnTo>
                  <a:lnTo>
                    <a:pt x="7062332" y="1351202"/>
                  </a:lnTo>
                  <a:lnTo>
                    <a:pt x="6969549" y="1350323"/>
                  </a:lnTo>
                  <a:lnTo>
                    <a:pt x="6889052" y="1349646"/>
                  </a:lnTo>
                  <a:lnTo>
                    <a:pt x="6824239" y="1349159"/>
                  </a:lnTo>
                  <a:lnTo>
                    <a:pt x="6776907" y="1348839"/>
                  </a:lnTo>
                  <a:lnTo>
                    <a:pt x="6746793" y="1348655"/>
                  </a:lnTo>
                  <a:lnTo>
                    <a:pt x="6731490" y="1348570"/>
                  </a:lnTo>
                  <a:lnTo>
                    <a:pt x="6726655" y="1348546"/>
                  </a:lnTo>
                  <a:lnTo>
                    <a:pt x="6726343" y="1348544"/>
                  </a:lnTo>
                  <a:lnTo>
                    <a:pt x="5254955" y="1348544"/>
                  </a:lnTo>
                  <a:lnTo>
                    <a:pt x="5253739" y="1348511"/>
                  </a:lnTo>
                  <a:lnTo>
                    <a:pt x="5245760" y="1348274"/>
                  </a:lnTo>
                  <a:lnTo>
                    <a:pt x="5225685" y="1347619"/>
                  </a:lnTo>
                  <a:lnTo>
                    <a:pt x="5189895" y="1346331"/>
                  </a:lnTo>
                  <a:lnTo>
                    <a:pt x="5136753" y="1344211"/>
                  </a:lnTo>
                  <a:lnTo>
                    <a:pt x="5066731" y="1341101"/>
                  </a:lnTo>
                  <a:lnTo>
                    <a:pt x="4982195" y="1336896"/>
                  </a:lnTo>
                  <a:lnTo>
                    <a:pt x="4886862" y="1331547"/>
                  </a:lnTo>
                  <a:lnTo>
                    <a:pt x="4785060" y="1325049"/>
                  </a:lnTo>
                  <a:lnTo>
                    <a:pt x="4681017" y="1317425"/>
                  </a:lnTo>
                  <a:lnTo>
                    <a:pt x="4578328" y="1308698"/>
                  </a:lnTo>
                  <a:lnTo>
                    <a:pt x="4479691" y="1298876"/>
                  </a:lnTo>
                  <a:lnTo>
                    <a:pt x="4386861" y="1287935"/>
                  </a:lnTo>
                  <a:lnTo>
                    <a:pt x="4300756" y="1275812"/>
                  </a:lnTo>
                  <a:lnTo>
                    <a:pt x="4221631" y="1262402"/>
                  </a:lnTo>
                  <a:lnTo>
                    <a:pt x="4149265" y="1247556"/>
                  </a:lnTo>
                  <a:lnTo>
                    <a:pt x="4083123" y="1231089"/>
                  </a:lnTo>
                  <a:lnTo>
                    <a:pt x="4022481" y="1212784"/>
                  </a:lnTo>
                  <a:lnTo>
                    <a:pt x="3966526" y="1192405"/>
                  </a:lnTo>
                  <a:lnTo>
                    <a:pt x="3914420" y="1169721"/>
                  </a:lnTo>
                  <a:lnTo>
                    <a:pt x="3865355" y="1144545"/>
                  </a:lnTo>
                  <a:lnTo>
                    <a:pt x="3829811" y="1123787"/>
                  </a:lnTo>
                  <a:lnTo>
                    <a:pt x="3781945" y="1092378"/>
                  </a:lnTo>
                  <a:lnTo>
                    <a:pt x="3735505" y="1058033"/>
                  </a:lnTo>
                  <a:lnTo>
                    <a:pt x="3689997" y="1020701"/>
                  </a:lnTo>
                  <a:lnTo>
                    <a:pt x="3645047" y="980415"/>
                  </a:lnTo>
                  <a:lnTo>
                    <a:pt x="3600385" y="937298"/>
                  </a:lnTo>
                  <a:lnTo>
                    <a:pt x="3555821" y="891574"/>
                  </a:lnTo>
                  <a:lnTo>
                    <a:pt x="3511240" y="843568"/>
                  </a:lnTo>
                  <a:lnTo>
                    <a:pt x="3466585" y="793699"/>
                  </a:lnTo>
                  <a:lnTo>
                    <a:pt x="3421846" y="742470"/>
                  </a:lnTo>
                  <a:lnTo>
                    <a:pt x="3377047" y="690446"/>
                  </a:lnTo>
                  <a:lnTo>
                    <a:pt x="3332233" y="638233"/>
                  </a:lnTo>
                  <a:lnTo>
                    <a:pt x="3287452" y="586442"/>
                  </a:lnTo>
                  <a:lnTo>
                    <a:pt x="3242744" y="535667"/>
                  </a:lnTo>
                  <a:lnTo>
                    <a:pt x="3198120" y="486452"/>
                  </a:lnTo>
                  <a:lnTo>
                    <a:pt x="3153555" y="439270"/>
                  </a:lnTo>
                  <a:lnTo>
                    <a:pt x="3108971" y="394507"/>
                  </a:lnTo>
                  <a:lnTo>
                    <a:pt x="3064226" y="352446"/>
                  </a:lnTo>
                  <a:lnTo>
                    <a:pt x="3019101" y="313276"/>
                  </a:lnTo>
                  <a:lnTo>
                    <a:pt x="2973288" y="277082"/>
                  </a:lnTo>
                  <a:lnTo>
                    <a:pt x="2926370" y="243865"/>
                  </a:lnTo>
                  <a:lnTo>
                    <a:pt x="2896531" y="224757"/>
                  </a:lnTo>
                  <a:lnTo>
                    <a:pt x="2849280" y="197632"/>
                  </a:lnTo>
                  <a:lnTo>
                    <a:pt x="2799545" y="173076"/>
                  </a:lnTo>
                  <a:lnTo>
                    <a:pt x="2746578" y="150973"/>
                  </a:lnTo>
                  <a:lnTo>
                    <a:pt x="2689559" y="131121"/>
                  </a:lnTo>
                  <a:lnTo>
                    <a:pt x="2627651" y="113284"/>
                  </a:lnTo>
                  <a:lnTo>
                    <a:pt x="2560054" y="97231"/>
                  </a:lnTo>
                  <a:lnTo>
                    <a:pt x="2486083" y="82751"/>
                  </a:lnTo>
                  <a:lnTo>
                    <a:pt x="2405263" y="69666"/>
                  </a:lnTo>
                  <a:lnTo>
                    <a:pt x="2317475" y="57838"/>
                  </a:lnTo>
                  <a:lnTo>
                    <a:pt x="2223118" y="47174"/>
                  </a:lnTo>
                  <a:lnTo>
                    <a:pt x="2123297" y="37620"/>
                  </a:lnTo>
                  <a:lnTo>
                    <a:pt x="2019993" y="29160"/>
                  </a:lnTo>
                  <a:lnTo>
                    <a:pt x="1916134" y="21808"/>
                  </a:lnTo>
                  <a:lnTo>
                    <a:pt x="1815504" y="15588"/>
                  </a:lnTo>
                  <a:lnTo>
                    <a:pt x="1722411" y="10519"/>
                  </a:lnTo>
                  <a:lnTo>
                    <a:pt x="1641107" y="6587"/>
                  </a:lnTo>
                  <a:lnTo>
                    <a:pt x="1575042" y="3730"/>
                  </a:lnTo>
                  <a:lnTo>
                    <a:pt x="1526162" y="1829"/>
                  </a:lnTo>
                  <a:lnTo>
                    <a:pt x="1494429" y="715"/>
                  </a:lnTo>
                  <a:lnTo>
                    <a:pt x="1477702" y="182"/>
                  </a:lnTo>
                  <a:lnTo>
                    <a:pt x="1471921" y="14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19" name="pg419"/>
            <p:cNvSpPr/>
            <p:nvPr/>
          </p:nvSpPr>
          <p:spPr>
            <a:xfrm>
              <a:off x="4799595" y="3811031"/>
              <a:ext cx="11981298" cy="3677849"/>
            </a:xfrm>
            <a:custGeom>
              <a:avLst/>
              <a:pathLst>
                <a:path w="11981298" h="3677849">
                  <a:moveTo>
                    <a:pt x="0" y="24518"/>
                  </a:moveTo>
                  <a:lnTo>
                    <a:pt x="1471387" y="24518"/>
                  </a:lnTo>
                  <a:lnTo>
                    <a:pt x="1472602" y="24552"/>
                  </a:lnTo>
                  <a:lnTo>
                    <a:pt x="1480575" y="24795"/>
                  </a:lnTo>
                  <a:lnTo>
                    <a:pt x="1500633" y="25465"/>
                  </a:lnTo>
                  <a:lnTo>
                    <a:pt x="1536395" y="26783"/>
                  </a:lnTo>
                  <a:lnTo>
                    <a:pt x="1589497" y="28952"/>
                  </a:lnTo>
                  <a:lnTo>
                    <a:pt x="1659472" y="32135"/>
                  </a:lnTo>
                  <a:lnTo>
                    <a:pt x="1743958" y="36439"/>
                  </a:lnTo>
                  <a:lnTo>
                    <a:pt x="1839244" y="41914"/>
                  </a:lnTo>
                  <a:lnTo>
                    <a:pt x="1941004" y="48564"/>
                  </a:lnTo>
                  <a:lnTo>
                    <a:pt x="2045016" y="56367"/>
                  </a:lnTo>
                  <a:lnTo>
                    <a:pt x="2147684" y="65299"/>
                  </a:lnTo>
                  <a:lnTo>
                    <a:pt x="2246309" y="75352"/>
                  </a:lnTo>
                  <a:lnTo>
                    <a:pt x="2339135" y="86551"/>
                  </a:lnTo>
                  <a:lnTo>
                    <a:pt x="2425242" y="98959"/>
                  </a:lnTo>
                  <a:lnTo>
                    <a:pt x="2504373" y="112685"/>
                  </a:lnTo>
                  <a:lnTo>
                    <a:pt x="2576748" y="127879"/>
                  </a:lnTo>
                  <a:lnTo>
                    <a:pt x="2642899" y="144731"/>
                  </a:lnTo>
                  <a:lnTo>
                    <a:pt x="2703549" y="163464"/>
                  </a:lnTo>
                  <a:lnTo>
                    <a:pt x="2759511" y="184318"/>
                  </a:lnTo>
                  <a:lnTo>
                    <a:pt x="2811622" y="207531"/>
                  </a:lnTo>
                  <a:lnTo>
                    <a:pt x="2860689" y="233294"/>
                  </a:lnTo>
                  <a:lnTo>
                    <a:pt x="2896531" y="254725"/>
                  </a:lnTo>
                  <a:lnTo>
                    <a:pt x="2944123" y="286699"/>
                  </a:lnTo>
                  <a:lnTo>
                    <a:pt x="2990303" y="321645"/>
                  </a:lnTo>
                  <a:lnTo>
                    <a:pt x="3035557" y="359615"/>
                  </a:lnTo>
                  <a:lnTo>
                    <a:pt x="3080253" y="400578"/>
                  </a:lnTo>
                  <a:lnTo>
                    <a:pt x="3124660" y="444411"/>
                  </a:lnTo>
                  <a:lnTo>
                    <a:pt x="3168965" y="490890"/>
                  </a:lnTo>
                  <a:lnTo>
                    <a:pt x="3213285" y="539693"/>
                  </a:lnTo>
                  <a:lnTo>
                    <a:pt x="3257676" y="590401"/>
                  </a:lnTo>
                  <a:lnTo>
                    <a:pt x="3302152" y="642512"/>
                  </a:lnTo>
                  <a:lnTo>
                    <a:pt x="3346687" y="695458"/>
                  </a:lnTo>
                  <a:lnTo>
                    <a:pt x="3391241" y="748633"/>
                  </a:lnTo>
                  <a:lnTo>
                    <a:pt x="3435765" y="801419"/>
                  </a:lnTo>
                  <a:lnTo>
                    <a:pt x="3480219" y="853217"/>
                  </a:lnTo>
                  <a:lnTo>
                    <a:pt x="3524590" y="903475"/>
                  </a:lnTo>
                  <a:lnTo>
                    <a:pt x="3568898" y="951711"/>
                  </a:lnTo>
                  <a:lnTo>
                    <a:pt x="3613216" y="997529"/>
                  </a:lnTo>
                  <a:lnTo>
                    <a:pt x="3657677" y="1040632"/>
                  </a:lnTo>
                  <a:lnTo>
                    <a:pt x="3702489" y="1080824"/>
                  </a:lnTo>
                  <a:lnTo>
                    <a:pt x="3747944" y="1118007"/>
                  </a:lnTo>
                  <a:lnTo>
                    <a:pt x="3794438" y="1152173"/>
                  </a:lnTo>
                  <a:lnTo>
                    <a:pt x="3829811" y="1175549"/>
                  </a:lnTo>
                  <a:lnTo>
                    <a:pt x="3877048" y="1203324"/>
                  </a:lnTo>
                  <a:lnTo>
                    <a:pt x="3926766" y="1228469"/>
                  </a:lnTo>
                  <a:lnTo>
                    <a:pt x="3979715" y="1251103"/>
                  </a:lnTo>
                  <a:lnTo>
                    <a:pt x="4036712" y="1271432"/>
                  </a:lnTo>
                  <a:lnTo>
                    <a:pt x="4098595" y="1289698"/>
                  </a:lnTo>
                  <a:lnTo>
                    <a:pt x="4166162" y="1306138"/>
                  </a:lnTo>
                  <a:lnTo>
                    <a:pt x="4240098" y="1320968"/>
                  </a:lnTo>
                  <a:lnTo>
                    <a:pt x="4320878" y="1334370"/>
                  </a:lnTo>
                  <a:lnTo>
                    <a:pt x="4408623" y="1346483"/>
                  </a:lnTo>
                  <a:lnTo>
                    <a:pt x="4502935" y="1357406"/>
                  </a:lnTo>
                  <a:lnTo>
                    <a:pt x="4602711" y="1367193"/>
                  </a:lnTo>
                  <a:lnTo>
                    <a:pt x="4705977" y="1375859"/>
                  </a:lnTo>
                  <a:lnTo>
                    <a:pt x="4809810" y="1383391"/>
                  </a:lnTo>
                  <a:lnTo>
                    <a:pt x="4910432" y="1389764"/>
                  </a:lnTo>
                  <a:lnTo>
                    <a:pt x="5003539" y="1394960"/>
                  </a:lnTo>
                  <a:lnTo>
                    <a:pt x="5084882" y="1398991"/>
                  </a:lnTo>
                  <a:lnTo>
                    <a:pt x="5151008" y="1401922"/>
                  </a:lnTo>
                  <a:lnTo>
                    <a:pt x="5199965" y="1403873"/>
                  </a:lnTo>
                  <a:lnTo>
                    <a:pt x="5231779" y="1405018"/>
                  </a:lnTo>
                  <a:lnTo>
                    <a:pt x="5248577" y="1405567"/>
                  </a:lnTo>
                  <a:lnTo>
                    <a:pt x="5254408" y="1405740"/>
                  </a:lnTo>
                  <a:lnTo>
                    <a:pt x="5254955" y="1405755"/>
                  </a:lnTo>
                  <a:lnTo>
                    <a:pt x="6726343" y="1405755"/>
                  </a:lnTo>
                  <a:lnTo>
                    <a:pt x="6727520" y="1405809"/>
                  </a:lnTo>
                  <a:lnTo>
                    <a:pt x="6735253" y="1406195"/>
                  </a:lnTo>
                  <a:lnTo>
                    <a:pt x="6754726" y="1407262"/>
                  </a:lnTo>
                  <a:lnTo>
                    <a:pt x="6789493" y="1409363"/>
                  </a:lnTo>
                  <a:lnTo>
                    <a:pt x="6841214" y="1412821"/>
                  </a:lnTo>
                  <a:lnTo>
                    <a:pt x="6909530" y="1417899"/>
                  </a:lnTo>
                  <a:lnTo>
                    <a:pt x="6992248" y="1424775"/>
                  </a:lnTo>
                  <a:lnTo>
                    <a:pt x="7085838" y="1433534"/>
                  </a:lnTo>
                  <a:lnTo>
                    <a:pt x="7186129" y="1444187"/>
                  </a:lnTo>
                  <a:lnTo>
                    <a:pt x="7288996" y="1456702"/>
                  </a:lnTo>
                  <a:lnTo>
                    <a:pt x="7390878" y="1471037"/>
                  </a:lnTo>
                  <a:lnTo>
                    <a:pt x="7489059" y="1487177"/>
                  </a:lnTo>
                  <a:lnTo>
                    <a:pt x="7581732" y="1505153"/>
                  </a:lnTo>
                  <a:lnTo>
                    <a:pt x="7667907" y="1525059"/>
                  </a:lnTo>
                  <a:lnTo>
                    <a:pt x="7747255" y="1547056"/>
                  </a:lnTo>
                  <a:lnTo>
                    <a:pt x="7819929" y="1571375"/>
                  </a:lnTo>
                  <a:lnTo>
                    <a:pt x="7886407" y="1598308"/>
                  </a:lnTo>
                  <a:lnTo>
                    <a:pt x="7947363" y="1628202"/>
                  </a:lnTo>
                  <a:lnTo>
                    <a:pt x="8003574" y="1661439"/>
                  </a:lnTo>
                  <a:lnTo>
                    <a:pt x="8055852" y="1698400"/>
                  </a:lnTo>
                  <a:lnTo>
                    <a:pt x="8104987" y="1739413"/>
                  </a:lnTo>
                  <a:lnTo>
                    <a:pt x="8151487" y="1784437"/>
                  </a:lnTo>
                  <a:lnTo>
                    <a:pt x="8192440" y="1829295"/>
                  </a:lnTo>
                  <a:lnTo>
                    <a:pt x="8232296" y="1877741"/>
                  </a:lnTo>
                  <a:lnTo>
                    <a:pt x="8271380" y="1929846"/>
                  </a:lnTo>
                  <a:lnTo>
                    <a:pt x="8309949" y="1985610"/>
                  </a:lnTo>
                  <a:lnTo>
                    <a:pt x="8348203" y="2044954"/>
                  </a:lnTo>
                  <a:lnTo>
                    <a:pt x="8386291" y="2107713"/>
                  </a:lnTo>
                  <a:lnTo>
                    <a:pt x="8424321" y="2173632"/>
                  </a:lnTo>
                  <a:lnTo>
                    <a:pt x="8462363" y="2242366"/>
                  </a:lnTo>
                  <a:lnTo>
                    <a:pt x="8500456" y="2313486"/>
                  </a:lnTo>
                  <a:lnTo>
                    <a:pt x="8538611" y="2386483"/>
                  </a:lnTo>
                  <a:lnTo>
                    <a:pt x="8576821" y="2460788"/>
                  </a:lnTo>
                  <a:lnTo>
                    <a:pt x="8615063" y="2535785"/>
                  </a:lnTo>
                  <a:lnTo>
                    <a:pt x="8653308" y="2610833"/>
                  </a:lnTo>
                  <a:lnTo>
                    <a:pt x="8691525" y="2685291"/>
                  </a:lnTo>
                  <a:lnTo>
                    <a:pt x="8729690" y="2758537"/>
                  </a:lnTo>
                  <a:lnTo>
                    <a:pt x="8767792" y="2829994"/>
                  </a:lnTo>
                  <a:lnTo>
                    <a:pt x="8805841" y="2899141"/>
                  </a:lnTo>
                  <a:lnTo>
                    <a:pt x="8843869" y="2965537"/>
                  </a:lnTo>
                  <a:lnTo>
                    <a:pt x="8881941" y="3028822"/>
                  </a:lnTo>
                  <a:lnTo>
                    <a:pt x="8920160" y="3088726"/>
                  </a:lnTo>
                  <a:lnTo>
                    <a:pt x="8958666" y="3145071"/>
                  </a:lnTo>
                  <a:lnTo>
                    <a:pt x="8997652" y="3197764"/>
                  </a:lnTo>
                  <a:lnTo>
                    <a:pt x="9037365" y="3246793"/>
                  </a:lnTo>
                  <a:lnTo>
                    <a:pt x="9078117" y="3292218"/>
                  </a:lnTo>
                  <a:lnTo>
                    <a:pt x="9084767" y="3299166"/>
                  </a:lnTo>
                  <a:lnTo>
                    <a:pt x="9131493" y="3344395"/>
                  </a:lnTo>
                  <a:lnTo>
                    <a:pt x="9180641" y="3385389"/>
                  </a:lnTo>
                  <a:lnTo>
                    <a:pt x="9232936" y="3422331"/>
                  </a:lnTo>
                  <a:lnTo>
                    <a:pt x="9289167" y="3455551"/>
                  </a:lnTo>
                  <a:lnTo>
                    <a:pt x="9350148" y="3485430"/>
                  </a:lnTo>
                  <a:lnTo>
                    <a:pt x="9416653" y="3512351"/>
                  </a:lnTo>
                  <a:lnTo>
                    <a:pt x="9489358" y="3536657"/>
                  </a:lnTo>
                  <a:lnTo>
                    <a:pt x="9568739" y="3558644"/>
                  </a:lnTo>
                  <a:lnTo>
                    <a:pt x="9654946" y="3578541"/>
                  </a:lnTo>
                  <a:lnTo>
                    <a:pt x="9747647" y="3596508"/>
                  </a:lnTo>
                  <a:lnTo>
                    <a:pt x="9845851" y="3612639"/>
                  </a:lnTo>
                  <a:lnTo>
                    <a:pt x="9947745" y="3626966"/>
                  </a:lnTo>
                  <a:lnTo>
                    <a:pt x="10050609" y="3639472"/>
                  </a:lnTo>
                  <a:lnTo>
                    <a:pt x="10150878" y="3650116"/>
                  </a:lnTo>
                  <a:lnTo>
                    <a:pt x="10244426" y="3658866"/>
                  </a:lnTo>
                  <a:lnTo>
                    <a:pt x="10327083" y="3665733"/>
                  </a:lnTo>
                  <a:lnTo>
                    <a:pt x="10395325" y="3670803"/>
                  </a:lnTo>
                  <a:lnTo>
                    <a:pt x="10446964" y="3674254"/>
                  </a:lnTo>
                  <a:lnTo>
                    <a:pt x="10481653" y="3676349"/>
                  </a:lnTo>
                  <a:lnTo>
                    <a:pt x="10501061" y="3677412"/>
                  </a:lnTo>
                  <a:lnTo>
                    <a:pt x="10508750" y="3677795"/>
                  </a:lnTo>
                  <a:lnTo>
                    <a:pt x="10509911" y="3677849"/>
                  </a:lnTo>
                  <a:lnTo>
                    <a:pt x="11981298" y="3677849"/>
                  </a:lnTo>
                  <a:lnTo>
                    <a:pt x="11981298" y="3653330"/>
                  </a:lnTo>
                  <a:lnTo>
                    <a:pt x="10509911" y="3653330"/>
                  </a:lnTo>
                  <a:lnTo>
                    <a:pt x="10508733" y="3653276"/>
                  </a:lnTo>
                  <a:lnTo>
                    <a:pt x="10501000" y="3652890"/>
                  </a:lnTo>
                  <a:lnTo>
                    <a:pt x="10481527" y="3651822"/>
                  </a:lnTo>
                  <a:lnTo>
                    <a:pt x="10446760" y="3649722"/>
                  </a:lnTo>
                  <a:lnTo>
                    <a:pt x="10395040" y="3646264"/>
                  </a:lnTo>
                  <a:lnTo>
                    <a:pt x="10326723" y="3641186"/>
                  </a:lnTo>
                  <a:lnTo>
                    <a:pt x="10244005" y="3634310"/>
                  </a:lnTo>
                  <a:lnTo>
                    <a:pt x="10150416" y="3625551"/>
                  </a:lnTo>
                  <a:lnTo>
                    <a:pt x="10050125" y="3614898"/>
                  </a:lnTo>
                  <a:lnTo>
                    <a:pt x="9947258" y="3602383"/>
                  </a:lnTo>
                  <a:lnTo>
                    <a:pt x="9845375" y="3588048"/>
                  </a:lnTo>
                  <a:lnTo>
                    <a:pt x="9747194" y="3571908"/>
                  </a:lnTo>
                  <a:lnTo>
                    <a:pt x="9654521" y="3553932"/>
                  </a:lnTo>
                  <a:lnTo>
                    <a:pt x="9568346" y="3534026"/>
                  </a:lnTo>
                  <a:lnTo>
                    <a:pt x="9488998" y="3512029"/>
                  </a:lnTo>
                  <a:lnTo>
                    <a:pt x="9416324" y="3487710"/>
                  </a:lnTo>
                  <a:lnTo>
                    <a:pt x="9349846" y="3460777"/>
                  </a:lnTo>
                  <a:lnTo>
                    <a:pt x="9288891" y="3430883"/>
                  </a:lnTo>
                  <a:lnTo>
                    <a:pt x="9232679" y="3397646"/>
                  </a:lnTo>
                  <a:lnTo>
                    <a:pt x="9180402" y="3360685"/>
                  </a:lnTo>
                  <a:lnTo>
                    <a:pt x="9131266" y="3319672"/>
                  </a:lnTo>
                  <a:lnTo>
                    <a:pt x="9084767" y="3274647"/>
                  </a:lnTo>
                  <a:lnTo>
                    <a:pt x="9043813" y="3229790"/>
                  </a:lnTo>
                  <a:lnTo>
                    <a:pt x="9003957" y="3181344"/>
                  </a:lnTo>
                  <a:lnTo>
                    <a:pt x="8964873" y="3129239"/>
                  </a:lnTo>
                  <a:lnTo>
                    <a:pt x="8926304" y="3073475"/>
                  </a:lnTo>
                  <a:lnTo>
                    <a:pt x="8888050" y="3014131"/>
                  </a:lnTo>
                  <a:lnTo>
                    <a:pt x="8849962" y="2951372"/>
                  </a:lnTo>
                  <a:lnTo>
                    <a:pt x="8811932" y="2885453"/>
                  </a:lnTo>
                  <a:lnTo>
                    <a:pt x="8773890" y="2816719"/>
                  </a:lnTo>
                  <a:lnTo>
                    <a:pt x="8735797" y="2745599"/>
                  </a:lnTo>
                  <a:lnTo>
                    <a:pt x="8697642" y="2672602"/>
                  </a:lnTo>
                  <a:lnTo>
                    <a:pt x="8659432" y="2598297"/>
                  </a:lnTo>
                  <a:lnTo>
                    <a:pt x="8621190" y="2523300"/>
                  </a:lnTo>
                  <a:lnTo>
                    <a:pt x="8582945" y="2448252"/>
                  </a:lnTo>
                  <a:lnTo>
                    <a:pt x="8544729" y="2373794"/>
                  </a:lnTo>
                  <a:lnTo>
                    <a:pt x="8506563" y="2300548"/>
                  </a:lnTo>
                  <a:lnTo>
                    <a:pt x="8468461" y="2229091"/>
                  </a:lnTo>
                  <a:lnTo>
                    <a:pt x="8430413" y="2159944"/>
                  </a:lnTo>
                  <a:lnTo>
                    <a:pt x="8392384" y="2093548"/>
                  </a:lnTo>
                  <a:lnTo>
                    <a:pt x="8354312" y="2030263"/>
                  </a:lnTo>
                  <a:lnTo>
                    <a:pt x="8316094" y="1970359"/>
                  </a:lnTo>
                  <a:lnTo>
                    <a:pt x="8277587" y="1914014"/>
                  </a:lnTo>
                  <a:lnTo>
                    <a:pt x="8238601" y="1861321"/>
                  </a:lnTo>
                  <a:lnTo>
                    <a:pt x="8198888" y="1812292"/>
                  </a:lnTo>
                  <a:lnTo>
                    <a:pt x="8158136" y="1766867"/>
                  </a:lnTo>
                  <a:lnTo>
                    <a:pt x="8151487" y="1759918"/>
                  </a:lnTo>
                  <a:lnTo>
                    <a:pt x="8104761" y="1714690"/>
                  </a:lnTo>
                  <a:lnTo>
                    <a:pt x="8055612" y="1673696"/>
                  </a:lnTo>
                  <a:lnTo>
                    <a:pt x="8003318" y="1636754"/>
                  </a:lnTo>
                  <a:lnTo>
                    <a:pt x="7947086" y="1603534"/>
                  </a:lnTo>
                  <a:lnTo>
                    <a:pt x="7886106" y="1573655"/>
                  </a:lnTo>
                  <a:lnTo>
                    <a:pt x="7819600" y="1546734"/>
                  </a:lnTo>
                  <a:lnTo>
                    <a:pt x="7746895" y="1522427"/>
                  </a:lnTo>
                  <a:lnTo>
                    <a:pt x="7667515" y="1500441"/>
                  </a:lnTo>
                  <a:lnTo>
                    <a:pt x="7581308" y="1480544"/>
                  </a:lnTo>
                  <a:lnTo>
                    <a:pt x="7488606" y="1462577"/>
                  </a:lnTo>
                  <a:lnTo>
                    <a:pt x="7390402" y="1446446"/>
                  </a:lnTo>
                  <a:lnTo>
                    <a:pt x="7288508" y="1432119"/>
                  </a:lnTo>
                  <a:lnTo>
                    <a:pt x="7185644" y="1419613"/>
                  </a:lnTo>
                  <a:lnTo>
                    <a:pt x="7085375" y="1408969"/>
                  </a:lnTo>
                  <a:lnTo>
                    <a:pt x="6991827" y="1400219"/>
                  </a:lnTo>
                  <a:lnTo>
                    <a:pt x="6909170" y="1393352"/>
                  </a:lnTo>
                  <a:lnTo>
                    <a:pt x="6840928" y="1388282"/>
                  </a:lnTo>
                  <a:lnTo>
                    <a:pt x="6789289" y="1384831"/>
                  </a:lnTo>
                  <a:lnTo>
                    <a:pt x="6754600" y="1382736"/>
                  </a:lnTo>
                  <a:lnTo>
                    <a:pt x="6735192" y="1381673"/>
                  </a:lnTo>
                  <a:lnTo>
                    <a:pt x="6727503" y="1381290"/>
                  </a:lnTo>
                  <a:lnTo>
                    <a:pt x="6726343" y="1381236"/>
                  </a:lnTo>
                  <a:lnTo>
                    <a:pt x="5254955" y="1381236"/>
                  </a:lnTo>
                  <a:lnTo>
                    <a:pt x="5253741" y="1381202"/>
                  </a:lnTo>
                  <a:lnTo>
                    <a:pt x="5245768" y="1380960"/>
                  </a:lnTo>
                  <a:lnTo>
                    <a:pt x="5225709" y="1380290"/>
                  </a:lnTo>
                  <a:lnTo>
                    <a:pt x="5189947" y="1378972"/>
                  </a:lnTo>
                  <a:lnTo>
                    <a:pt x="5136845" y="1376802"/>
                  </a:lnTo>
                  <a:lnTo>
                    <a:pt x="5066870" y="1373620"/>
                  </a:lnTo>
                  <a:lnTo>
                    <a:pt x="4982384" y="1369316"/>
                  </a:lnTo>
                  <a:lnTo>
                    <a:pt x="4887098" y="1363841"/>
                  </a:lnTo>
                  <a:lnTo>
                    <a:pt x="4785338" y="1357191"/>
                  </a:lnTo>
                  <a:lnTo>
                    <a:pt x="4681326" y="1349387"/>
                  </a:lnTo>
                  <a:lnTo>
                    <a:pt x="4578658" y="1340455"/>
                  </a:lnTo>
                  <a:lnTo>
                    <a:pt x="4480033" y="1330402"/>
                  </a:lnTo>
                  <a:lnTo>
                    <a:pt x="4387207" y="1319204"/>
                  </a:lnTo>
                  <a:lnTo>
                    <a:pt x="4301100" y="1306796"/>
                  </a:lnTo>
                  <a:lnTo>
                    <a:pt x="4221969" y="1293070"/>
                  </a:lnTo>
                  <a:lnTo>
                    <a:pt x="4149594" y="1277876"/>
                  </a:lnTo>
                  <a:lnTo>
                    <a:pt x="4083443" y="1261024"/>
                  </a:lnTo>
                  <a:lnTo>
                    <a:pt x="4022793" y="1242291"/>
                  </a:lnTo>
                  <a:lnTo>
                    <a:pt x="3966831" y="1221436"/>
                  </a:lnTo>
                  <a:lnTo>
                    <a:pt x="3914720" y="1198224"/>
                  </a:lnTo>
                  <a:lnTo>
                    <a:pt x="3865653" y="1172461"/>
                  </a:lnTo>
                  <a:lnTo>
                    <a:pt x="3829811" y="1151030"/>
                  </a:lnTo>
                  <a:lnTo>
                    <a:pt x="3782219" y="1119056"/>
                  </a:lnTo>
                  <a:lnTo>
                    <a:pt x="3736040" y="1084109"/>
                  </a:lnTo>
                  <a:lnTo>
                    <a:pt x="3690785" y="1046139"/>
                  </a:lnTo>
                  <a:lnTo>
                    <a:pt x="3646089" y="1005177"/>
                  </a:lnTo>
                  <a:lnTo>
                    <a:pt x="3601682" y="961344"/>
                  </a:lnTo>
                  <a:lnTo>
                    <a:pt x="3557377" y="914865"/>
                  </a:lnTo>
                  <a:lnTo>
                    <a:pt x="3513057" y="866062"/>
                  </a:lnTo>
                  <a:lnTo>
                    <a:pt x="3468666" y="815353"/>
                  </a:lnTo>
                  <a:lnTo>
                    <a:pt x="3424191" y="763243"/>
                  </a:lnTo>
                  <a:lnTo>
                    <a:pt x="3379655" y="710297"/>
                  </a:lnTo>
                  <a:lnTo>
                    <a:pt x="3335101" y="657122"/>
                  </a:lnTo>
                  <a:lnTo>
                    <a:pt x="3290577" y="604336"/>
                  </a:lnTo>
                  <a:lnTo>
                    <a:pt x="3246123" y="552538"/>
                  </a:lnTo>
                  <a:lnTo>
                    <a:pt x="3201753" y="502279"/>
                  </a:lnTo>
                  <a:lnTo>
                    <a:pt x="3157444" y="454044"/>
                  </a:lnTo>
                  <a:lnTo>
                    <a:pt x="3113127" y="408226"/>
                  </a:lnTo>
                  <a:lnTo>
                    <a:pt x="3068665" y="365123"/>
                  </a:lnTo>
                  <a:lnTo>
                    <a:pt x="3023854" y="324930"/>
                  </a:lnTo>
                  <a:lnTo>
                    <a:pt x="2978399" y="287747"/>
                  </a:lnTo>
                  <a:lnTo>
                    <a:pt x="2931904" y="253582"/>
                  </a:lnTo>
                  <a:lnTo>
                    <a:pt x="2896531" y="230206"/>
                  </a:lnTo>
                  <a:lnTo>
                    <a:pt x="2849294" y="202431"/>
                  </a:lnTo>
                  <a:lnTo>
                    <a:pt x="2799576" y="177286"/>
                  </a:lnTo>
                  <a:lnTo>
                    <a:pt x="2746627" y="154652"/>
                  </a:lnTo>
                  <a:lnTo>
                    <a:pt x="2689630" y="134322"/>
                  </a:lnTo>
                  <a:lnTo>
                    <a:pt x="2627747" y="116056"/>
                  </a:lnTo>
                  <a:lnTo>
                    <a:pt x="2560181" y="99616"/>
                  </a:lnTo>
                  <a:lnTo>
                    <a:pt x="2486244" y="84786"/>
                  </a:lnTo>
                  <a:lnTo>
                    <a:pt x="2405464" y="71385"/>
                  </a:lnTo>
                  <a:lnTo>
                    <a:pt x="2317719" y="59271"/>
                  </a:lnTo>
                  <a:lnTo>
                    <a:pt x="2223407" y="48349"/>
                  </a:lnTo>
                  <a:lnTo>
                    <a:pt x="2123631" y="38562"/>
                  </a:lnTo>
                  <a:lnTo>
                    <a:pt x="2020365" y="29896"/>
                  </a:lnTo>
                  <a:lnTo>
                    <a:pt x="1916532" y="22363"/>
                  </a:lnTo>
                  <a:lnTo>
                    <a:pt x="1815910" y="15991"/>
                  </a:lnTo>
                  <a:lnTo>
                    <a:pt x="1722804" y="10795"/>
                  </a:lnTo>
                  <a:lnTo>
                    <a:pt x="1641460" y="6763"/>
                  </a:lnTo>
                  <a:lnTo>
                    <a:pt x="1575334" y="3833"/>
                  </a:lnTo>
                  <a:lnTo>
                    <a:pt x="1526377" y="1882"/>
                  </a:lnTo>
                  <a:lnTo>
                    <a:pt x="1494563" y="736"/>
                  </a:lnTo>
                  <a:lnTo>
                    <a:pt x="1477765" y="188"/>
                  </a:lnTo>
                  <a:lnTo>
                    <a:pt x="1471934" y="15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420" name="pl420"/>
            <p:cNvSpPr/>
            <p:nvPr/>
          </p:nvSpPr>
          <p:spPr>
            <a:xfrm>
              <a:off x="4799595" y="3835550"/>
              <a:ext cx="11981298" cy="3653330"/>
            </a:xfrm>
            <a:custGeom>
              <a:avLst/>
              <a:pathLst>
                <a:path w="11981298" h="3653330">
                  <a:moveTo>
                    <a:pt x="0" y="0"/>
                  </a:moveTo>
                  <a:lnTo>
                    <a:pt x="1471387" y="0"/>
                  </a:lnTo>
                  <a:lnTo>
                    <a:pt x="1472602" y="33"/>
                  </a:lnTo>
                  <a:lnTo>
                    <a:pt x="1480575" y="276"/>
                  </a:lnTo>
                  <a:lnTo>
                    <a:pt x="1500633" y="946"/>
                  </a:lnTo>
                  <a:lnTo>
                    <a:pt x="1536395" y="2264"/>
                  </a:lnTo>
                  <a:lnTo>
                    <a:pt x="1589497" y="4433"/>
                  </a:lnTo>
                  <a:lnTo>
                    <a:pt x="1659472" y="7616"/>
                  </a:lnTo>
                  <a:lnTo>
                    <a:pt x="1743958" y="11920"/>
                  </a:lnTo>
                  <a:lnTo>
                    <a:pt x="1839244" y="17395"/>
                  </a:lnTo>
                  <a:lnTo>
                    <a:pt x="1941004" y="24045"/>
                  </a:lnTo>
                  <a:lnTo>
                    <a:pt x="2045016" y="31848"/>
                  </a:lnTo>
                  <a:lnTo>
                    <a:pt x="2147684" y="40780"/>
                  </a:lnTo>
                  <a:lnTo>
                    <a:pt x="2246309" y="50833"/>
                  </a:lnTo>
                  <a:lnTo>
                    <a:pt x="2339135" y="62032"/>
                  </a:lnTo>
                  <a:lnTo>
                    <a:pt x="2425242" y="74440"/>
                  </a:lnTo>
                  <a:lnTo>
                    <a:pt x="2504373" y="88166"/>
                  </a:lnTo>
                  <a:lnTo>
                    <a:pt x="2576748" y="103360"/>
                  </a:lnTo>
                  <a:lnTo>
                    <a:pt x="2642899" y="120212"/>
                  </a:lnTo>
                  <a:lnTo>
                    <a:pt x="2703549" y="138945"/>
                  </a:lnTo>
                  <a:lnTo>
                    <a:pt x="2759511" y="159799"/>
                  </a:lnTo>
                  <a:lnTo>
                    <a:pt x="2811622" y="183012"/>
                  </a:lnTo>
                  <a:lnTo>
                    <a:pt x="2860689" y="208775"/>
                  </a:lnTo>
                  <a:lnTo>
                    <a:pt x="2896531" y="230206"/>
                  </a:lnTo>
                  <a:lnTo>
                    <a:pt x="2944123" y="262180"/>
                  </a:lnTo>
                  <a:lnTo>
                    <a:pt x="2990303" y="297126"/>
                  </a:lnTo>
                  <a:lnTo>
                    <a:pt x="3035557" y="335096"/>
                  </a:lnTo>
                  <a:lnTo>
                    <a:pt x="3080253" y="376059"/>
                  </a:lnTo>
                  <a:lnTo>
                    <a:pt x="3124660" y="419892"/>
                  </a:lnTo>
                  <a:lnTo>
                    <a:pt x="3168965" y="466371"/>
                  </a:lnTo>
                  <a:lnTo>
                    <a:pt x="3213285" y="515174"/>
                  </a:lnTo>
                  <a:lnTo>
                    <a:pt x="3257676" y="565882"/>
                  </a:lnTo>
                  <a:lnTo>
                    <a:pt x="3302152" y="617993"/>
                  </a:lnTo>
                  <a:lnTo>
                    <a:pt x="3346687" y="670939"/>
                  </a:lnTo>
                  <a:lnTo>
                    <a:pt x="3391241" y="724114"/>
                  </a:lnTo>
                  <a:lnTo>
                    <a:pt x="3435765" y="776900"/>
                  </a:lnTo>
                  <a:lnTo>
                    <a:pt x="3480219" y="828698"/>
                  </a:lnTo>
                  <a:lnTo>
                    <a:pt x="3524590" y="878956"/>
                  </a:lnTo>
                  <a:lnTo>
                    <a:pt x="3568898" y="927192"/>
                  </a:lnTo>
                  <a:lnTo>
                    <a:pt x="3613216" y="973010"/>
                  </a:lnTo>
                  <a:lnTo>
                    <a:pt x="3657677" y="1016113"/>
                  </a:lnTo>
                  <a:lnTo>
                    <a:pt x="3702489" y="1056305"/>
                  </a:lnTo>
                  <a:lnTo>
                    <a:pt x="3747944" y="1093488"/>
                  </a:lnTo>
                  <a:lnTo>
                    <a:pt x="3794438" y="1127654"/>
                  </a:lnTo>
                  <a:lnTo>
                    <a:pt x="3829811" y="1151030"/>
                  </a:lnTo>
                  <a:lnTo>
                    <a:pt x="3877048" y="1178805"/>
                  </a:lnTo>
                  <a:lnTo>
                    <a:pt x="3926766" y="1203950"/>
                  </a:lnTo>
                  <a:lnTo>
                    <a:pt x="3979715" y="1226584"/>
                  </a:lnTo>
                  <a:lnTo>
                    <a:pt x="4036712" y="1246913"/>
                  </a:lnTo>
                  <a:lnTo>
                    <a:pt x="4098595" y="1265179"/>
                  </a:lnTo>
                  <a:lnTo>
                    <a:pt x="4166162" y="1281619"/>
                  </a:lnTo>
                  <a:lnTo>
                    <a:pt x="4240098" y="1296449"/>
                  </a:lnTo>
                  <a:lnTo>
                    <a:pt x="4320878" y="1309851"/>
                  </a:lnTo>
                  <a:lnTo>
                    <a:pt x="4408623" y="1321964"/>
                  </a:lnTo>
                  <a:lnTo>
                    <a:pt x="4502935" y="1332887"/>
                  </a:lnTo>
                  <a:lnTo>
                    <a:pt x="4602711" y="1342674"/>
                  </a:lnTo>
                  <a:lnTo>
                    <a:pt x="4705977" y="1351340"/>
                  </a:lnTo>
                  <a:lnTo>
                    <a:pt x="4809810" y="1358872"/>
                  </a:lnTo>
                  <a:lnTo>
                    <a:pt x="4910432" y="1365245"/>
                  </a:lnTo>
                  <a:lnTo>
                    <a:pt x="5003539" y="1370441"/>
                  </a:lnTo>
                  <a:lnTo>
                    <a:pt x="5084882" y="1374472"/>
                  </a:lnTo>
                  <a:lnTo>
                    <a:pt x="5151008" y="1377403"/>
                  </a:lnTo>
                  <a:lnTo>
                    <a:pt x="5199965" y="1379354"/>
                  </a:lnTo>
                  <a:lnTo>
                    <a:pt x="5231779" y="1380499"/>
                  </a:lnTo>
                  <a:lnTo>
                    <a:pt x="5248577" y="1381048"/>
                  </a:lnTo>
                  <a:lnTo>
                    <a:pt x="5254408" y="1381221"/>
                  </a:lnTo>
                  <a:lnTo>
                    <a:pt x="5254955" y="1381236"/>
                  </a:lnTo>
                  <a:lnTo>
                    <a:pt x="6726343" y="1381236"/>
                  </a:lnTo>
                  <a:lnTo>
                    <a:pt x="6727520" y="1381290"/>
                  </a:lnTo>
                  <a:lnTo>
                    <a:pt x="6735253" y="1381676"/>
                  </a:lnTo>
                  <a:lnTo>
                    <a:pt x="6754726" y="1382743"/>
                  </a:lnTo>
                  <a:lnTo>
                    <a:pt x="6789493" y="1384844"/>
                  </a:lnTo>
                  <a:lnTo>
                    <a:pt x="6841214" y="1388302"/>
                  </a:lnTo>
                  <a:lnTo>
                    <a:pt x="6909530" y="1393380"/>
                  </a:lnTo>
                  <a:lnTo>
                    <a:pt x="6992248" y="1400256"/>
                  </a:lnTo>
                  <a:lnTo>
                    <a:pt x="7085838" y="1409015"/>
                  </a:lnTo>
                  <a:lnTo>
                    <a:pt x="7186129" y="1419668"/>
                  </a:lnTo>
                  <a:lnTo>
                    <a:pt x="7288996" y="1432183"/>
                  </a:lnTo>
                  <a:lnTo>
                    <a:pt x="7390878" y="1446518"/>
                  </a:lnTo>
                  <a:lnTo>
                    <a:pt x="7489059" y="1462658"/>
                  </a:lnTo>
                  <a:lnTo>
                    <a:pt x="7581732" y="1480634"/>
                  </a:lnTo>
                  <a:lnTo>
                    <a:pt x="7667907" y="1500540"/>
                  </a:lnTo>
                  <a:lnTo>
                    <a:pt x="7747255" y="1522537"/>
                  </a:lnTo>
                  <a:lnTo>
                    <a:pt x="7819929" y="1546856"/>
                  </a:lnTo>
                  <a:lnTo>
                    <a:pt x="7886407" y="1573789"/>
                  </a:lnTo>
                  <a:lnTo>
                    <a:pt x="7947363" y="1603683"/>
                  </a:lnTo>
                  <a:lnTo>
                    <a:pt x="8003574" y="1636920"/>
                  </a:lnTo>
                  <a:lnTo>
                    <a:pt x="8055852" y="1673881"/>
                  </a:lnTo>
                  <a:lnTo>
                    <a:pt x="8104987" y="1714894"/>
                  </a:lnTo>
                  <a:lnTo>
                    <a:pt x="8151487" y="1759918"/>
                  </a:lnTo>
                  <a:lnTo>
                    <a:pt x="8192440" y="1804776"/>
                  </a:lnTo>
                  <a:lnTo>
                    <a:pt x="8232296" y="1853222"/>
                  </a:lnTo>
                  <a:lnTo>
                    <a:pt x="8271380" y="1905327"/>
                  </a:lnTo>
                  <a:lnTo>
                    <a:pt x="8309949" y="1961091"/>
                  </a:lnTo>
                  <a:lnTo>
                    <a:pt x="8348203" y="2020435"/>
                  </a:lnTo>
                  <a:lnTo>
                    <a:pt x="8386291" y="2083194"/>
                  </a:lnTo>
                  <a:lnTo>
                    <a:pt x="8424321" y="2149113"/>
                  </a:lnTo>
                  <a:lnTo>
                    <a:pt x="8462363" y="2217847"/>
                  </a:lnTo>
                  <a:lnTo>
                    <a:pt x="8500456" y="2288967"/>
                  </a:lnTo>
                  <a:lnTo>
                    <a:pt x="8538611" y="2361964"/>
                  </a:lnTo>
                  <a:lnTo>
                    <a:pt x="8576821" y="2436269"/>
                  </a:lnTo>
                  <a:lnTo>
                    <a:pt x="8615063" y="2511266"/>
                  </a:lnTo>
                  <a:lnTo>
                    <a:pt x="8653308" y="2586314"/>
                  </a:lnTo>
                  <a:lnTo>
                    <a:pt x="8691525" y="2660772"/>
                  </a:lnTo>
                  <a:lnTo>
                    <a:pt x="8729690" y="2734018"/>
                  </a:lnTo>
                  <a:lnTo>
                    <a:pt x="8767792" y="2805475"/>
                  </a:lnTo>
                  <a:lnTo>
                    <a:pt x="8805841" y="2874622"/>
                  </a:lnTo>
                  <a:lnTo>
                    <a:pt x="8843869" y="2941018"/>
                  </a:lnTo>
                  <a:lnTo>
                    <a:pt x="8881941" y="3004303"/>
                  </a:lnTo>
                  <a:lnTo>
                    <a:pt x="8920160" y="3064207"/>
                  </a:lnTo>
                  <a:lnTo>
                    <a:pt x="8958666" y="3120552"/>
                  </a:lnTo>
                  <a:lnTo>
                    <a:pt x="8997652" y="3173245"/>
                  </a:lnTo>
                  <a:lnTo>
                    <a:pt x="9037365" y="3222274"/>
                  </a:lnTo>
                  <a:lnTo>
                    <a:pt x="9078117" y="3267699"/>
                  </a:lnTo>
                  <a:lnTo>
                    <a:pt x="9084767" y="3274647"/>
                  </a:lnTo>
                  <a:lnTo>
                    <a:pt x="9131493" y="3319876"/>
                  </a:lnTo>
                  <a:lnTo>
                    <a:pt x="9180641" y="3360870"/>
                  </a:lnTo>
                  <a:lnTo>
                    <a:pt x="9232936" y="3397812"/>
                  </a:lnTo>
                  <a:lnTo>
                    <a:pt x="9289167" y="3431032"/>
                  </a:lnTo>
                  <a:lnTo>
                    <a:pt x="9350148" y="3460911"/>
                  </a:lnTo>
                  <a:lnTo>
                    <a:pt x="9416653" y="3487832"/>
                  </a:lnTo>
                  <a:lnTo>
                    <a:pt x="9489358" y="3512138"/>
                  </a:lnTo>
                  <a:lnTo>
                    <a:pt x="9568739" y="3534125"/>
                  </a:lnTo>
                  <a:lnTo>
                    <a:pt x="9654946" y="3554022"/>
                  </a:lnTo>
                  <a:lnTo>
                    <a:pt x="9747647" y="3571989"/>
                  </a:lnTo>
                  <a:lnTo>
                    <a:pt x="9845851" y="3588120"/>
                  </a:lnTo>
                  <a:lnTo>
                    <a:pt x="9947745" y="3602447"/>
                  </a:lnTo>
                  <a:lnTo>
                    <a:pt x="10050609" y="3614953"/>
                  </a:lnTo>
                  <a:lnTo>
                    <a:pt x="10150878" y="3625597"/>
                  </a:lnTo>
                  <a:lnTo>
                    <a:pt x="10244426" y="3634347"/>
                  </a:lnTo>
                  <a:lnTo>
                    <a:pt x="10327083" y="3641214"/>
                  </a:lnTo>
                  <a:lnTo>
                    <a:pt x="10395325" y="3646284"/>
                  </a:lnTo>
                  <a:lnTo>
                    <a:pt x="10446964" y="3649735"/>
                  </a:lnTo>
                  <a:lnTo>
                    <a:pt x="10481653" y="3651830"/>
                  </a:lnTo>
                  <a:lnTo>
                    <a:pt x="10501061" y="3652893"/>
                  </a:lnTo>
                  <a:lnTo>
                    <a:pt x="10508750" y="3653276"/>
                  </a:lnTo>
                  <a:lnTo>
                    <a:pt x="10509911" y="3653330"/>
                  </a:lnTo>
                  <a:lnTo>
                    <a:pt x="11981298" y="365333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21" name="pl421"/>
            <p:cNvSpPr/>
            <p:nvPr/>
          </p:nvSpPr>
          <p:spPr>
            <a:xfrm>
              <a:off x="4799595" y="3811031"/>
              <a:ext cx="11981298" cy="3653330"/>
            </a:xfrm>
            <a:custGeom>
              <a:avLst/>
              <a:pathLst>
                <a:path w="11981298" h="3653330">
                  <a:moveTo>
                    <a:pt x="11981298" y="3653330"/>
                  </a:moveTo>
                  <a:lnTo>
                    <a:pt x="10509911" y="3653330"/>
                  </a:lnTo>
                  <a:lnTo>
                    <a:pt x="10508733" y="3653276"/>
                  </a:lnTo>
                  <a:lnTo>
                    <a:pt x="10501000" y="3652890"/>
                  </a:lnTo>
                  <a:lnTo>
                    <a:pt x="10481527" y="3651822"/>
                  </a:lnTo>
                  <a:lnTo>
                    <a:pt x="10446760" y="3649722"/>
                  </a:lnTo>
                  <a:lnTo>
                    <a:pt x="10395040" y="3646264"/>
                  </a:lnTo>
                  <a:lnTo>
                    <a:pt x="10326723" y="3641186"/>
                  </a:lnTo>
                  <a:lnTo>
                    <a:pt x="10244005" y="3634310"/>
                  </a:lnTo>
                  <a:lnTo>
                    <a:pt x="10150416" y="3625551"/>
                  </a:lnTo>
                  <a:lnTo>
                    <a:pt x="10050125" y="3614898"/>
                  </a:lnTo>
                  <a:lnTo>
                    <a:pt x="9947258" y="3602383"/>
                  </a:lnTo>
                  <a:lnTo>
                    <a:pt x="9845375" y="3588048"/>
                  </a:lnTo>
                  <a:lnTo>
                    <a:pt x="9747194" y="3571908"/>
                  </a:lnTo>
                  <a:lnTo>
                    <a:pt x="9654521" y="3553932"/>
                  </a:lnTo>
                  <a:lnTo>
                    <a:pt x="9568346" y="3534026"/>
                  </a:lnTo>
                  <a:lnTo>
                    <a:pt x="9488998" y="3512029"/>
                  </a:lnTo>
                  <a:lnTo>
                    <a:pt x="9416324" y="3487710"/>
                  </a:lnTo>
                  <a:lnTo>
                    <a:pt x="9349846" y="3460777"/>
                  </a:lnTo>
                  <a:lnTo>
                    <a:pt x="9288891" y="3430883"/>
                  </a:lnTo>
                  <a:lnTo>
                    <a:pt x="9232679" y="3397646"/>
                  </a:lnTo>
                  <a:lnTo>
                    <a:pt x="9180402" y="3360685"/>
                  </a:lnTo>
                  <a:lnTo>
                    <a:pt x="9131266" y="3319672"/>
                  </a:lnTo>
                  <a:lnTo>
                    <a:pt x="9084767" y="3274647"/>
                  </a:lnTo>
                  <a:lnTo>
                    <a:pt x="9043813" y="3229790"/>
                  </a:lnTo>
                  <a:lnTo>
                    <a:pt x="9003957" y="3181344"/>
                  </a:lnTo>
                  <a:lnTo>
                    <a:pt x="8964873" y="3129239"/>
                  </a:lnTo>
                  <a:lnTo>
                    <a:pt x="8926304" y="3073475"/>
                  </a:lnTo>
                  <a:lnTo>
                    <a:pt x="8888050" y="3014131"/>
                  </a:lnTo>
                  <a:lnTo>
                    <a:pt x="8849962" y="2951372"/>
                  </a:lnTo>
                  <a:lnTo>
                    <a:pt x="8811932" y="2885453"/>
                  </a:lnTo>
                  <a:lnTo>
                    <a:pt x="8773890" y="2816719"/>
                  </a:lnTo>
                  <a:lnTo>
                    <a:pt x="8735797" y="2745599"/>
                  </a:lnTo>
                  <a:lnTo>
                    <a:pt x="8697642" y="2672602"/>
                  </a:lnTo>
                  <a:lnTo>
                    <a:pt x="8659432" y="2598297"/>
                  </a:lnTo>
                  <a:lnTo>
                    <a:pt x="8621190" y="2523300"/>
                  </a:lnTo>
                  <a:lnTo>
                    <a:pt x="8582945" y="2448252"/>
                  </a:lnTo>
                  <a:lnTo>
                    <a:pt x="8544729" y="2373794"/>
                  </a:lnTo>
                  <a:lnTo>
                    <a:pt x="8506563" y="2300548"/>
                  </a:lnTo>
                  <a:lnTo>
                    <a:pt x="8468461" y="2229091"/>
                  </a:lnTo>
                  <a:lnTo>
                    <a:pt x="8430413" y="2159944"/>
                  </a:lnTo>
                  <a:lnTo>
                    <a:pt x="8392384" y="2093548"/>
                  </a:lnTo>
                  <a:lnTo>
                    <a:pt x="8354312" y="2030263"/>
                  </a:lnTo>
                  <a:lnTo>
                    <a:pt x="8316094" y="1970359"/>
                  </a:lnTo>
                  <a:lnTo>
                    <a:pt x="8277587" y="1914014"/>
                  </a:lnTo>
                  <a:lnTo>
                    <a:pt x="8238601" y="1861321"/>
                  </a:lnTo>
                  <a:lnTo>
                    <a:pt x="8198888" y="1812292"/>
                  </a:lnTo>
                  <a:lnTo>
                    <a:pt x="8158136" y="1766867"/>
                  </a:lnTo>
                  <a:lnTo>
                    <a:pt x="8151487" y="1759918"/>
                  </a:lnTo>
                  <a:lnTo>
                    <a:pt x="8104761" y="1714690"/>
                  </a:lnTo>
                  <a:lnTo>
                    <a:pt x="8055612" y="1673696"/>
                  </a:lnTo>
                  <a:lnTo>
                    <a:pt x="8003318" y="1636754"/>
                  </a:lnTo>
                  <a:lnTo>
                    <a:pt x="7947086" y="1603534"/>
                  </a:lnTo>
                  <a:lnTo>
                    <a:pt x="7886106" y="1573655"/>
                  </a:lnTo>
                  <a:lnTo>
                    <a:pt x="7819600" y="1546734"/>
                  </a:lnTo>
                  <a:lnTo>
                    <a:pt x="7746895" y="1522427"/>
                  </a:lnTo>
                  <a:lnTo>
                    <a:pt x="7667515" y="1500441"/>
                  </a:lnTo>
                  <a:lnTo>
                    <a:pt x="7581308" y="1480544"/>
                  </a:lnTo>
                  <a:lnTo>
                    <a:pt x="7488606" y="1462577"/>
                  </a:lnTo>
                  <a:lnTo>
                    <a:pt x="7390402" y="1446446"/>
                  </a:lnTo>
                  <a:lnTo>
                    <a:pt x="7288508" y="1432119"/>
                  </a:lnTo>
                  <a:lnTo>
                    <a:pt x="7185644" y="1419613"/>
                  </a:lnTo>
                  <a:lnTo>
                    <a:pt x="7085375" y="1408969"/>
                  </a:lnTo>
                  <a:lnTo>
                    <a:pt x="6991827" y="1400219"/>
                  </a:lnTo>
                  <a:lnTo>
                    <a:pt x="6909170" y="1393352"/>
                  </a:lnTo>
                  <a:lnTo>
                    <a:pt x="6840928" y="1388282"/>
                  </a:lnTo>
                  <a:lnTo>
                    <a:pt x="6789289" y="1384831"/>
                  </a:lnTo>
                  <a:lnTo>
                    <a:pt x="6754600" y="1382736"/>
                  </a:lnTo>
                  <a:lnTo>
                    <a:pt x="6735192" y="1381673"/>
                  </a:lnTo>
                  <a:lnTo>
                    <a:pt x="6727503" y="1381290"/>
                  </a:lnTo>
                  <a:lnTo>
                    <a:pt x="6726343" y="1381236"/>
                  </a:lnTo>
                  <a:lnTo>
                    <a:pt x="5254955" y="1381236"/>
                  </a:lnTo>
                  <a:lnTo>
                    <a:pt x="5253741" y="1381202"/>
                  </a:lnTo>
                  <a:lnTo>
                    <a:pt x="5245768" y="1380960"/>
                  </a:lnTo>
                  <a:lnTo>
                    <a:pt x="5225709" y="1380290"/>
                  </a:lnTo>
                  <a:lnTo>
                    <a:pt x="5189947" y="1378972"/>
                  </a:lnTo>
                  <a:lnTo>
                    <a:pt x="5136845" y="1376802"/>
                  </a:lnTo>
                  <a:lnTo>
                    <a:pt x="5066870" y="1373620"/>
                  </a:lnTo>
                  <a:lnTo>
                    <a:pt x="4982384" y="1369316"/>
                  </a:lnTo>
                  <a:lnTo>
                    <a:pt x="4887098" y="1363841"/>
                  </a:lnTo>
                  <a:lnTo>
                    <a:pt x="4785338" y="1357191"/>
                  </a:lnTo>
                  <a:lnTo>
                    <a:pt x="4681326" y="1349387"/>
                  </a:lnTo>
                  <a:lnTo>
                    <a:pt x="4578658" y="1340455"/>
                  </a:lnTo>
                  <a:lnTo>
                    <a:pt x="4480033" y="1330402"/>
                  </a:lnTo>
                  <a:lnTo>
                    <a:pt x="4387207" y="1319204"/>
                  </a:lnTo>
                  <a:lnTo>
                    <a:pt x="4301100" y="1306796"/>
                  </a:lnTo>
                  <a:lnTo>
                    <a:pt x="4221969" y="1293070"/>
                  </a:lnTo>
                  <a:lnTo>
                    <a:pt x="4149594" y="1277876"/>
                  </a:lnTo>
                  <a:lnTo>
                    <a:pt x="4083443" y="1261024"/>
                  </a:lnTo>
                  <a:lnTo>
                    <a:pt x="4022793" y="1242291"/>
                  </a:lnTo>
                  <a:lnTo>
                    <a:pt x="3966831" y="1221436"/>
                  </a:lnTo>
                  <a:lnTo>
                    <a:pt x="3914720" y="1198224"/>
                  </a:lnTo>
                  <a:lnTo>
                    <a:pt x="3865653" y="1172461"/>
                  </a:lnTo>
                  <a:lnTo>
                    <a:pt x="3829811" y="1151030"/>
                  </a:lnTo>
                  <a:lnTo>
                    <a:pt x="3782219" y="1119056"/>
                  </a:lnTo>
                  <a:lnTo>
                    <a:pt x="3736040" y="1084109"/>
                  </a:lnTo>
                  <a:lnTo>
                    <a:pt x="3690785" y="1046139"/>
                  </a:lnTo>
                  <a:lnTo>
                    <a:pt x="3646089" y="1005177"/>
                  </a:lnTo>
                  <a:lnTo>
                    <a:pt x="3601682" y="961344"/>
                  </a:lnTo>
                  <a:lnTo>
                    <a:pt x="3557377" y="914865"/>
                  </a:lnTo>
                  <a:lnTo>
                    <a:pt x="3513057" y="866062"/>
                  </a:lnTo>
                  <a:lnTo>
                    <a:pt x="3468666" y="815353"/>
                  </a:lnTo>
                  <a:lnTo>
                    <a:pt x="3424191" y="763243"/>
                  </a:lnTo>
                  <a:lnTo>
                    <a:pt x="3379655" y="710297"/>
                  </a:lnTo>
                  <a:lnTo>
                    <a:pt x="3335101" y="657122"/>
                  </a:lnTo>
                  <a:lnTo>
                    <a:pt x="3290577" y="604336"/>
                  </a:lnTo>
                  <a:lnTo>
                    <a:pt x="3246123" y="552538"/>
                  </a:lnTo>
                  <a:lnTo>
                    <a:pt x="3201753" y="502279"/>
                  </a:lnTo>
                  <a:lnTo>
                    <a:pt x="3157444" y="454044"/>
                  </a:lnTo>
                  <a:lnTo>
                    <a:pt x="3113127" y="408226"/>
                  </a:lnTo>
                  <a:lnTo>
                    <a:pt x="3068665" y="365123"/>
                  </a:lnTo>
                  <a:lnTo>
                    <a:pt x="3023854" y="324930"/>
                  </a:lnTo>
                  <a:lnTo>
                    <a:pt x="2978399" y="287747"/>
                  </a:lnTo>
                  <a:lnTo>
                    <a:pt x="2931904" y="253582"/>
                  </a:lnTo>
                  <a:lnTo>
                    <a:pt x="2896531" y="230206"/>
                  </a:lnTo>
                  <a:lnTo>
                    <a:pt x="2849294" y="202431"/>
                  </a:lnTo>
                  <a:lnTo>
                    <a:pt x="2799576" y="177286"/>
                  </a:lnTo>
                  <a:lnTo>
                    <a:pt x="2746627" y="154652"/>
                  </a:lnTo>
                  <a:lnTo>
                    <a:pt x="2689630" y="134322"/>
                  </a:lnTo>
                  <a:lnTo>
                    <a:pt x="2627747" y="116056"/>
                  </a:lnTo>
                  <a:lnTo>
                    <a:pt x="2560181" y="99616"/>
                  </a:lnTo>
                  <a:lnTo>
                    <a:pt x="2486244" y="84786"/>
                  </a:lnTo>
                  <a:lnTo>
                    <a:pt x="2405464" y="71385"/>
                  </a:lnTo>
                  <a:lnTo>
                    <a:pt x="2317719" y="59271"/>
                  </a:lnTo>
                  <a:lnTo>
                    <a:pt x="2223407" y="48349"/>
                  </a:lnTo>
                  <a:lnTo>
                    <a:pt x="2123631" y="38562"/>
                  </a:lnTo>
                  <a:lnTo>
                    <a:pt x="2020365" y="29896"/>
                  </a:lnTo>
                  <a:lnTo>
                    <a:pt x="1916532" y="22363"/>
                  </a:lnTo>
                  <a:lnTo>
                    <a:pt x="1815910" y="15991"/>
                  </a:lnTo>
                  <a:lnTo>
                    <a:pt x="1722804" y="10795"/>
                  </a:lnTo>
                  <a:lnTo>
                    <a:pt x="1641460" y="6763"/>
                  </a:lnTo>
                  <a:lnTo>
                    <a:pt x="1575334" y="3833"/>
                  </a:lnTo>
                  <a:lnTo>
                    <a:pt x="1526377" y="1882"/>
                  </a:lnTo>
                  <a:lnTo>
                    <a:pt x="1494563" y="736"/>
                  </a:lnTo>
                  <a:lnTo>
                    <a:pt x="1477765" y="188"/>
                  </a:lnTo>
                  <a:lnTo>
                    <a:pt x="1471934" y="15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22" name="pg422"/>
            <p:cNvSpPr/>
            <p:nvPr/>
          </p:nvSpPr>
          <p:spPr>
            <a:xfrm>
              <a:off x="4799595" y="3835550"/>
              <a:ext cx="11981298" cy="4192748"/>
            </a:xfrm>
            <a:custGeom>
              <a:avLst/>
              <a:pathLst>
                <a:path w="11981298" h="4192748">
                  <a:moveTo>
                    <a:pt x="0" y="16345"/>
                  </a:moveTo>
                  <a:lnTo>
                    <a:pt x="1471387" y="16345"/>
                  </a:lnTo>
                  <a:lnTo>
                    <a:pt x="1472601" y="16380"/>
                  </a:lnTo>
                  <a:lnTo>
                    <a:pt x="1480571" y="16625"/>
                  </a:lnTo>
                  <a:lnTo>
                    <a:pt x="1500620" y="17303"/>
                  </a:lnTo>
                  <a:lnTo>
                    <a:pt x="1536368" y="18636"/>
                  </a:lnTo>
                  <a:lnTo>
                    <a:pt x="1589450" y="20830"/>
                  </a:lnTo>
                  <a:lnTo>
                    <a:pt x="1659402" y="24049"/>
                  </a:lnTo>
                  <a:lnTo>
                    <a:pt x="1743862" y="28402"/>
                  </a:lnTo>
                  <a:lnTo>
                    <a:pt x="1839124" y="33939"/>
                  </a:lnTo>
                  <a:lnTo>
                    <a:pt x="1940863" y="40666"/>
                  </a:lnTo>
                  <a:lnTo>
                    <a:pt x="2044859" y="48558"/>
                  </a:lnTo>
                  <a:lnTo>
                    <a:pt x="2147516" y="57593"/>
                  </a:lnTo>
                  <a:lnTo>
                    <a:pt x="2246135" y="67762"/>
                  </a:lnTo>
                  <a:lnTo>
                    <a:pt x="2338959" y="79089"/>
                  </a:lnTo>
                  <a:lnTo>
                    <a:pt x="2425067" y="91639"/>
                  </a:lnTo>
                  <a:lnTo>
                    <a:pt x="2504202" y="105522"/>
                  </a:lnTo>
                  <a:lnTo>
                    <a:pt x="2576580" y="120890"/>
                  </a:lnTo>
                  <a:lnTo>
                    <a:pt x="2642737" y="137934"/>
                  </a:lnTo>
                  <a:lnTo>
                    <a:pt x="2703391" y="156881"/>
                  </a:lnTo>
                  <a:lnTo>
                    <a:pt x="2759356" y="177972"/>
                  </a:lnTo>
                  <a:lnTo>
                    <a:pt x="2811470" y="201449"/>
                  </a:lnTo>
                  <a:lnTo>
                    <a:pt x="2860537" y="227504"/>
                  </a:lnTo>
                  <a:lnTo>
                    <a:pt x="2896531" y="249276"/>
                  </a:lnTo>
                  <a:lnTo>
                    <a:pt x="2943987" y="281530"/>
                  </a:lnTo>
                  <a:lnTo>
                    <a:pt x="2990036" y="316774"/>
                  </a:lnTo>
                  <a:lnTo>
                    <a:pt x="3035164" y="355059"/>
                  </a:lnTo>
                  <a:lnTo>
                    <a:pt x="3079734" y="396355"/>
                  </a:lnTo>
                  <a:lnTo>
                    <a:pt x="3124014" y="440540"/>
                  </a:lnTo>
                  <a:lnTo>
                    <a:pt x="3168191" y="487392"/>
                  </a:lnTo>
                  <a:lnTo>
                    <a:pt x="3212380" y="536589"/>
                  </a:lnTo>
                  <a:lnTo>
                    <a:pt x="3256640" y="587711"/>
                  </a:lnTo>
                  <a:lnTo>
                    <a:pt x="3300984" y="640256"/>
                  </a:lnTo>
                  <a:lnTo>
                    <a:pt x="3345389" y="693657"/>
                  </a:lnTo>
                  <a:lnTo>
                    <a:pt x="3389813" y="747307"/>
                  </a:lnTo>
                  <a:lnTo>
                    <a:pt x="3434209" y="800585"/>
                  </a:lnTo>
                  <a:lnTo>
                    <a:pt x="3478537" y="852890"/>
                  </a:lnTo>
                  <a:lnTo>
                    <a:pt x="3522781" y="903666"/>
                  </a:lnTo>
                  <a:lnTo>
                    <a:pt x="3566961" y="952425"/>
                  </a:lnTo>
                  <a:lnTo>
                    <a:pt x="3611147" y="998768"/>
                  </a:lnTo>
                  <a:lnTo>
                    <a:pt x="3655468" y="1042391"/>
                  </a:lnTo>
                  <a:lnTo>
                    <a:pt x="3700124" y="1083094"/>
                  </a:lnTo>
                  <a:lnTo>
                    <a:pt x="3745403" y="1120772"/>
                  </a:lnTo>
                  <a:lnTo>
                    <a:pt x="3791691" y="1155412"/>
                  </a:lnTo>
                  <a:lnTo>
                    <a:pt x="3829811" y="1180998"/>
                  </a:lnTo>
                  <a:lnTo>
                    <a:pt x="3877040" y="1209097"/>
                  </a:lnTo>
                  <a:lnTo>
                    <a:pt x="3926751" y="1234537"/>
                  </a:lnTo>
                  <a:lnTo>
                    <a:pt x="3979690" y="1257436"/>
                  </a:lnTo>
                  <a:lnTo>
                    <a:pt x="4036677" y="1278004"/>
                  </a:lnTo>
                  <a:lnTo>
                    <a:pt x="4098546" y="1296485"/>
                  </a:lnTo>
                  <a:lnTo>
                    <a:pt x="4166097" y="1313118"/>
                  </a:lnTo>
                  <a:lnTo>
                    <a:pt x="4240017" y="1328123"/>
                  </a:lnTo>
                  <a:lnTo>
                    <a:pt x="4320776" y="1341682"/>
                  </a:lnTo>
                  <a:lnTo>
                    <a:pt x="4408499" y="1353939"/>
                  </a:lnTo>
                  <a:lnTo>
                    <a:pt x="4502788" y="1364991"/>
                  </a:lnTo>
                  <a:lnTo>
                    <a:pt x="4602541" y="1374894"/>
                  </a:lnTo>
                  <a:lnTo>
                    <a:pt x="4705788" y="1383663"/>
                  </a:lnTo>
                  <a:lnTo>
                    <a:pt x="4809608" y="1391286"/>
                  </a:lnTo>
                  <a:lnTo>
                    <a:pt x="4910225" y="1397736"/>
                  </a:lnTo>
                  <a:lnTo>
                    <a:pt x="5003339" y="1402994"/>
                  </a:lnTo>
                  <a:lnTo>
                    <a:pt x="5084703" y="1407076"/>
                  </a:lnTo>
                  <a:lnTo>
                    <a:pt x="5150860" y="1410043"/>
                  </a:lnTo>
                  <a:lnTo>
                    <a:pt x="5199855" y="1412019"/>
                  </a:lnTo>
                  <a:lnTo>
                    <a:pt x="5231711" y="1413180"/>
                  </a:lnTo>
                  <a:lnTo>
                    <a:pt x="5248546" y="1413736"/>
                  </a:lnTo>
                  <a:lnTo>
                    <a:pt x="5254402" y="1413913"/>
                  </a:lnTo>
                  <a:lnTo>
                    <a:pt x="5254955" y="1413928"/>
                  </a:lnTo>
                  <a:lnTo>
                    <a:pt x="6726343" y="1413928"/>
                  </a:lnTo>
                  <a:lnTo>
                    <a:pt x="6727492" y="1413993"/>
                  </a:lnTo>
                  <a:lnTo>
                    <a:pt x="6735048" y="1414454"/>
                  </a:lnTo>
                  <a:lnTo>
                    <a:pt x="6754090" y="1415727"/>
                  </a:lnTo>
                  <a:lnTo>
                    <a:pt x="6788120" y="1418234"/>
                  </a:lnTo>
                  <a:lnTo>
                    <a:pt x="6838814" y="1422364"/>
                  </a:lnTo>
                  <a:lnTo>
                    <a:pt x="6905893" y="1428433"/>
                  </a:lnTo>
                  <a:lnTo>
                    <a:pt x="6987285" y="1436658"/>
                  </a:lnTo>
                  <a:lnTo>
                    <a:pt x="7079593" y="1447146"/>
                  </a:lnTo>
                  <a:lnTo>
                    <a:pt x="7178765" y="1459915"/>
                  </a:lnTo>
                  <a:lnTo>
                    <a:pt x="7280749" y="1474928"/>
                  </a:lnTo>
                  <a:lnTo>
                    <a:pt x="7382015" y="1492136"/>
                  </a:lnTo>
                  <a:lnTo>
                    <a:pt x="7479838" y="1511515"/>
                  </a:lnTo>
                  <a:lnTo>
                    <a:pt x="7572373" y="1533097"/>
                  </a:lnTo>
                  <a:lnTo>
                    <a:pt x="7658581" y="1556986"/>
                  </a:lnTo>
                  <a:lnTo>
                    <a:pt x="7738079" y="1583366"/>
                  </a:lnTo>
                  <a:lnTo>
                    <a:pt x="7810973" y="1612502"/>
                  </a:lnTo>
                  <a:lnTo>
                    <a:pt x="7877695" y="1644735"/>
                  </a:lnTo>
                  <a:lnTo>
                    <a:pt x="7938885" y="1680473"/>
                  </a:lnTo>
                  <a:lnTo>
                    <a:pt x="7995292" y="1720165"/>
                  </a:lnTo>
                  <a:lnTo>
                    <a:pt x="8047707" y="1764272"/>
                  </a:lnTo>
                  <a:lnTo>
                    <a:pt x="8096909" y="1813201"/>
                  </a:lnTo>
                  <a:lnTo>
                    <a:pt x="8143617" y="1867209"/>
                  </a:lnTo>
                  <a:lnTo>
                    <a:pt x="8151487" y="1877065"/>
                  </a:lnTo>
                  <a:lnTo>
                    <a:pt x="8189456" y="1927725"/>
                  </a:lnTo>
                  <a:lnTo>
                    <a:pt x="8226462" y="1982141"/>
                  </a:lnTo>
                  <a:lnTo>
                    <a:pt x="8262770" y="2040390"/>
                  </a:lnTo>
                  <a:lnTo>
                    <a:pt x="8298592" y="2102485"/>
                  </a:lnTo>
                  <a:lnTo>
                    <a:pt x="8334098" y="2168371"/>
                  </a:lnTo>
                  <a:lnTo>
                    <a:pt x="8369420" y="2237914"/>
                  </a:lnTo>
                  <a:lnTo>
                    <a:pt x="8404655" y="2310904"/>
                  </a:lnTo>
                  <a:lnTo>
                    <a:pt x="8439874" y="2387047"/>
                  </a:lnTo>
                  <a:lnTo>
                    <a:pt x="8475120" y="2465970"/>
                  </a:lnTo>
                  <a:lnTo>
                    <a:pt x="8510415" y="2547225"/>
                  </a:lnTo>
                  <a:lnTo>
                    <a:pt x="8545764" y="2630301"/>
                  </a:lnTo>
                  <a:lnTo>
                    <a:pt x="8581157" y="2714631"/>
                  </a:lnTo>
                  <a:lnTo>
                    <a:pt x="8616575" y="2799611"/>
                  </a:lnTo>
                  <a:lnTo>
                    <a:pt x="8651995" y="2884619"/>
                  </a:lnTo>
                  <a:lnTo>
                    <a:pt x="8687391" y="2969030"/>
                  </a:lnTo>
                  <a:lnTo>
                    <a:pt x="8722744" y="3052239"/>
                  </a:lnTo>
                  <a:lnTo>
                    <a:pt x="8758044" y="3133676"/>
                  </a:lnTo>
                  <a:lnTo>
                    <a:pt x="8793294" y="3212822"/>
                  </a:lnTo>
                  <a:lnTo>
                    <a:pt x="8828514" y="3289224"/>
                  </a:lnTo>
                  <a:lnTo>
                    <a:pt x="8863745" y="3362503"/>
                  </a:lnTo>
                  <a:lnTo>
                    <a:pt x="8899056" y="3432358"/>
                  </a:lnTo>
                  <a:lnTo>
                    <a:pt x="8934541" y="3498570"/>
                  </a:lnTo>
                  <a:lnTo>
                    <a:pt x="8970330" y="3561001"/>
                  </a:lnTo>
                  <a:lnTo>
                    <a:pt x="9006587" y="3619587"/>
                  </a:lnTo>
                  <a:lnTo>
                    <a:pt x="9043522" y="3674337"/>
                  </a:lnTo>
                  <a:lnTo>
                    <a:pt x="9081395" y="3725321"/>
                  </a:lnTo>
                  <a:lnTo>
                    <a:pt x="9084767" y="3729611"/>
                  </a:lnTo>
                  <a:lnTo>
                    <a:pt x="9131110" y="3784504"/>
                  </a:lnTo>
                  <a:lnTo>
                    <a:pt x="9179831" y="3834299"/>
                  </a:lnTo>
                  <a:lnTo>
                    <a:pt x="9231636" y="3879213"/>
                  </a:lnTo>
                  <a:lnTo>
                    <a:pt x="9287296" y="3919636"/>
                  </a:lnTo>
                  <a:lnTo>
                    <a:pt x="9347604" y="3956025"/>
                  </a:lnTo>
                  <a:lnTo>
                    <a:pt x="9413320" y="3988834"/>
                  </a:lnTo>
                  <a:lnTo>
                    <a:pt x="9485108" y="4018479"/>
                  </a:lnTo>
                  <a:lnTo>
                    <a:pt x="9563446" y="4045314"/>
                  </a:lnTo>
                  <a:lnTo>
                    <a:pt x="9648506" y="4069618"/>
                  </a:lnTo>
                  <a:lnTo>
                    <a:pt x="9740000" y="4091589"/>
                  </a:lnTo>
                  <a:lnTo>
                    <a:pt x="9837016" y="4111345"/>
                  </a:lnTo>
                  <a:lnTo>
                    <a:pt x="9937858" y="4128928"/>
                  </a:lnTo>
                  <a:lnTo>
                    <a:pt x="10039950" y="4144324"/>
                  </a:lnTo>
                  <a:lnTo>
                    <a:pt x="10139888" y="4157485"/>
                  </a:lnTo>
                  <a:lnTo>
                    <a:pt x="10233681" y="4168368"/>
                  </a:lnTo>
                  <a:lnTo>
                    <a:pt x="10317230" y="4176979"/>
                  </a:lnTo>
                  <a:lnTo>
                    <a:pt x="10386977" y="4183409"/>
                  </a:lnTo>
                  <a:lnTo>
                    <a:pt x="10440578" y="4187854"/>
                  </a:lnTo>
                  <a:lnTo>
                    <a:pt x="10477423" y="4190615"/>
                  </a:lnTo>
                  <a:lnTo>
                    <a:pt x="10498854" y="4192072"/>
                  </a:lnTo>
                  <a:lnTo>
                    <a:pt x="10508073" y="4192643"/>
                  </a:lnTo>
                  <a:lnTo>
                    <a:pt x="10509911" y="4192748"/>
                  </a:lnTo>
                  <a:lnTo>
                    <a:pt x="11981298" y="4192748"/>
                  </a:lnTo>
                  <a:lnTo>
                    <a:pt x="11981298" y="4176402"/>
                  </a:lnTo>
                  <a:lnTo>
                    <a:pt x="10509911" y="4176402"/>
                  </a:lnTo>
                  <a:lnTo>
                    <a:pt x="10508761" y="4176337"/>
                  </a:lnTo>
                  <a:lnTo>
                    <a:pt x="10501205" y="4175876"/>
                  </a:lnTo>
                  <a:lnTo>
                    <a:pt x="10482164" y="4174603"/>
                  </a:lnTo>
                  <a:lnTo>
                    <a:pt x="10448134" y="4172096"/>
                  </a:lnTo>
                  <a:lnTo>
                    <a:pt x="10397439" y="4167966"/>
                  </a:lnTo>
                  <a:lnTo>
                    <a:pt x="10330360" y="4161897"/>
                  </a:lnTo>
                  <a:lnTo>
                    <a:pt x="10248969" y="4153672"/>
                  </a:lnTo>
                  <a:lnTo>
                    <a:pt x="10156660" y="4143184"/>
                  </a:lnTo>
                  <a:lnTo>
                    <a:pt x="10057489" y="4130415"/>
                  </a:lnTo>
                  <a:lnTo>
                    <a:pt x="9955504" y="4115402"/>
                  </a:lnTo>
                  <a:lnTo>
                    <a:pt x="9854238" y="4098194"/>
                  </a:lnTo>
                  <a:lnTo>
                    <a:pt x="9756415" y="4078815"/>
                  </a:lnTo>
                  <a:lnTo>
                    <a:pt x="9663880" y="4057233"/>
                  </a:lnTo>
                  <a:lnTo>
                    <a:pt x="9577673" y="4033344"/>
                  </a:lnTo>
                  <a:lnTo>
                    <a:pt x="9498174" y="4006964"/>
                  </a:lnTo>
                  <a:lnTo>
                    <a:pt x="9425281" y="3977828"/>
                  </a:lnTo>
                  <a:lnTo>
                    <a:pt x="9358558" y="3945595"/>
                  </a:lnTo>
                  <a:lnTo>
                    <a:pt x="9297368" y="3909857"/>
                  </a:lnTo>
                  <a:lnTo>
                    <a:pt x="9240961" y="3870165"/>
                  </a:lnTo>
                  <a:lnTo>
                    <a:pt x="9188546" y="3826058"/>
                  </a:lnTo>
                  <a:lnTo>
                    <a:pt x="9139344" y="3777129"/>
                  </a:lnTo>
                  <a:lnTo>
                    <a:pt x="9092636" y="3723121"/>
                  </a:lnTo>
                  <a:lnTo>
                    <a:pt x="9084767" y="3713265"/>
                  </a:lnTo>
                  <a:lnTo>
                    <a:pt x="9046797" y="3662605"/>
                  </a:lnTo>
                  <a:lnTo>
                    <a:pt x="9009791" y="3608189"/>
                  </a:lnTo>
                  <a:lnTo>
                    <a:pt x="8973484" y="3549940"/>
                  </a:lnTo>
                  <a:lnTo>
                    <a:pt x="8937662" y="3487844"/>
                  </a:lnTo>
                  <a:lnTo>
                    <a:pt x="8902155" y="3421959"/>
                  </a:lnTo>
                  <a:lnTo>
                    <a:pt x="8866834" y="3352416"/>
                  </a:lnTo>
                  <a:lnTo>
                    <a:pt x="8831598" y="3279426"/>
                  </a:lnTo>
                  <a:lnTo>
                    <a:pt x="8796379" y="3203283"/>
                  </a:lnTo>
                  <a:lnTo>
                    <a:pt x="8761133" y="3124360"/>
                  </a:lnTo>
                  <a:lnTo>
                    <a:pt x="8725838" y="3043104"/>
                  </a:lnTo>
                  <a:lnTo>
                    <a:pt x="8690489" y="2960029"/>
                  </a:lnTo>
                  <a:lnTo>
                    <a:pt x="8655096" y="2875699"/>
                  </a:lnTo>
                  <a:lnTo>
                    <a:pt x="8619678" y="2790719"/>
                  </a:lnTo>
                  <a:lnTo>
                    <a:pt x="8584259" y="2705711"/>
                  </a:lnTo>
                  <a:lnTo>
                    <a:pt x="8548863" y="2621299"/>
                  </a:lnTo>
                  <a:lnTo>
                    <a:pt x="8513509" y="2538091"/>
                  </a:lnTo>
                  <a:lnTo>
                    <a:pt x="8478209" y="2456654"/>
                  </a:lnTo>
                  <a:lnTo>
                    <a:pt x="8442959" y="2377508"/>
                  </a:lnTo>
                  <a:lnTo>
                    <a:pt x="8407740" y="2301105"/>
                  </a:lnTo>
                  <a:lnTo>
                    <a:pt x="8372508" y="2227827"/>
                  </a:lnTo>
                  <a:lnTo>
                    <a:pt x="8337197" y="2157972"/>
                  </a:lnTo>
                  <a:lnTo>
                    <a:pt x="8301712" y="2091760"/>
                  </a:lnTo>
                  <a:lnTo>
                    <a:pt x="8265924" y="2029329"/>
                  </a:lnTo>
                  <a:lnTo>
                    <a:pt x="8229667" y="1970743"/>
                  </a:lnTo>
                  <a:lnTo>
                    <a:pt x="8192731" y="1915993"/>
                  </a:lnTo>
                  <a:lnTo>
                    <a:pt x="8154858" y="1865009"/>
                  </a:lnTo>
                  <a:lnTo>
                    <a:pt x="8151487" y="1860719"/>
                  </a:lnTo>
                  <a:lnTo>
                    <a:pt x="8105144" y="1805826"/>
                  </a:lnTo>
                  <a:lnTo>
                    <a:pt x="8056422" y="1756031"/>
                  </a:lnTo>
                  <a:lnTo>
                    <a:pt x="8004617" y="1711117"/>
                  </a:lnTo>
                  <a:lnTo>
                    <a:pt x="7948957" y="1670694"/>
                  </a:lnTo>
                  <a:lnTo>
                    <a:pt x="7888649" y="1634305"/>
                  </a:lnTo>
                  <a:lnTo>
                    <a:pt x="7822934" y="1601496"/>
                  </a:lnTo>
                  <a:lnTo>
                    <a:pt x="7751145" y="1571851"/>
                  </a:lnTo>
                  <a:lnTo>
                    <a:pt x="7672807" y="1545016"/>
                  </a:lnTo>
                  <a:lnTo>
                    <a:pt x="7587748" y="1520712"/>
                  </a:lnTo>
                  <a:lnTo>
                    <a:pt x="7496253" y="1498741"/>
                  </a:lnTo>
                  <a:lnTo>
                    <a:pt x="7399237" y="1478985"/>
                  </a:lnTo>
                  <a:lnTo>
                    <a:pt x="7298396" y="1461402"/>
                  </a:lnTo>
                  <a:lnTo>
                    <a:pt x="7196303" y="1446006"/>
                  </a:lnTo>
                  <a:lnTo>
                    <a:pt x="7096365" y="1432845"/>
                  </a:lnTo>
                  <a:lnTo>
                    <a:pt x="7002572" y="1421962"/>
                  </a:lnTo>
                  <a:lnTo>
                    <a:pt x="6919023" y="1413351"/>
                  </a:lnTo>
                  <a:lnTo>
                    <a:pt x="6849277" y="1406921"/>
                  </a:lnTo>
                  <a:lnTo>
                    <a:pt x="6795675" y="1402476"/>
                  </a:lnTo>
                  <a:lnTo>
                    <a:pt x="6758830" y="1399715"/>
                  </a:lnTo>
                  <a:lnTo>
                    <a:pt x="6737400" y="1398258"/>
                  </a:lnTo>
                  <a:lnTo>
                    <a:pt x="6728180" y="1397687"/>
                  </a:lnTo>
                  <a:lnTo>
                    <a:pt x="6726343" y="1397582"/>
                  </a:lnTo>
                  <a:lnTo>
                    <a:pt x="5254955" y="1397582"/>
                  </a:lnTo>
                  <a:lnTo>
                    <a:pt x="5253741" y="1397548"/>
                  </a:lnTo>
                  <a:lnTo>
                    <a:pt x="5245772" y="1397303"/>
                  </a:lnTo>
                  <a:lnTo>
                    <a:pt x="5225722" y="1396625"/>
                  </a:lnTo>
                  <a:lnTo>
                    <a:pt x="5189974" y="1395292"/>
                  </a:lnTo>
                  <a:lnTo>
                    <a:pt x="5136892" y="1393098"/>
                  </a:lnTo>
                  <a:lnTo>
                    <a:pt x="5066941" y="1389879"/>
                  </a:lnTo>
                  <a:lnTo>
                    <a:pt x="4982480" y="1385526"/>
                  </a:lnTo>
                  <a:lnTo>
                    <a:pt x="4887218" y="1379988"/>
                  </a:lnTo>
                  <a:lnTo>
                    <a:pt x="4785479" y="1373262"/>
                  </a:lnTo>
                  <a:lnTo>
                    <a:pt x="4681483" y="1365369"/>
                  </a:lnTo>
                  <a:lnTo>
                    <a:pt x="4578826" y="1356335"/>
                  </a:lnTo>
                  <a:lnTo>
                    <a:pt x="4480208" y="1346166"/>
                  </a:lnTo>
                  <a:lnTo>
                    <a:pt x="4387384" y="1334839"/>
                  </a:lnTo>
                  <a:lnTo>
                    <a:pt x="4301275" y="1322289"/>
                  </a:lnTo>
                  <a:lnTo>
                    <a:pt x="4222141" y="1308406"/>
                  </a:lnTo>
                  <a:lnTo>
                    <a:pt x="4149762" y="1293038"/>
                  </a:lnTo>
                  <a:lnTo>
                    <a:pt x="4083605" y="1275993"/>
                  </a:lnTo>
                  <a:lnTo>
                    <a:pt x="4022951" y="1257047"/>
                  </a:lnTo>
                  <a:lnTo>
                    <a:pt x="3966986" y="1235955"/>
                  </a:lnTo>
                  <a:lnTo>
                    <a:pt x="3914872" y="1212479"/>
                  </a:lnTo>
                  <a:lnTo>
                    <a:pt x="3865805" y="1186423"/>
                  </a:lnTo>
                  <a:lnTo>
                    <a:pt x="3829811" y="1164652"/>
                  </a:lnTo>
                  <a:lnTo>
                    <a:pt x="3782356" y="1132398"/>
                  </a:lnTo>
                  <a:lnTo>
                    <a:pt x="3736306" y="1097154"/>
                  </a:lnTo>
                  <a:lnTo>
                    <a:pt x="3691178" y="1058869"/>
                  </a:lnTo>
                  <a:lnTo>
                    <a:pt x="3646608" y="1017572"/>
                  </a:lnTo>
                  <a:lnTo>
                    <a:pt x="3602328" y="973387"/>
                  </a:lnTo>
                  <a:lnTo>
                    <a:pt x="3558152" y="926535"/>
                  </a:lnTo>
                  <a:lnTo>
                    <a:pt x="3513962" y="877339"/>
                  </a:lnTo>
                  <a:lnTo>
                    <a:pt x="3469702" y="826217"/>
                  </a:lnTo>
                  <a:lnTo>
                    <a:pt x="3425358" y="773672"/>
                  </a:lnTo>
                  <a:lnTo>
                    <a:pt x="3380953" y="720270"/>
                  </a:lnTo>
                  <a:lnTo>
                    <a:pt x="3336529" y="666621"/>
                  </a:lnTo>
                  <a:lnTo>
                    <a:pt x="3292133" y="613342"/>
                  </a:lnTo>
                  <a:lnTo>
                    <a:pt x="3247806" y="561037"/>
                  </a:lnTo>
                  <a:lnTo>
                    <a:pt x="3203562" y="510262"/>
                  </a:lnTo>
                  <a:lnTo>
                    <a:pt x="3159381" y="461503"/>
                  </a:lnTo>
                  <a:lnTo>
                    <a:pt x="3115195" y="415160"/>
                  </a:lnTo>
                  <a:lnTo>
                    <a:pt x="3070875" y="371537"/>
                  </a:lnTo>
                  <a:lnTo>
                    <a:pt x="3026218" y="330834"/>
                  </a:lnTo>
                  <a:lnTo>
                    <a:pt x="2980939" y="293156"/>
                  </a:lnTo>
                  <a:lnTo>
                    <a:pt x="2934651" y="258515"/>
                  </a:lnTo>
                  <a:lnTo>
                    <a:pt x="2896531" y="232930"/>
                  </a:lnTo>
                  <a:lnTo>
                    <a:pt x="2849302" y="204831"/>
                  </a:lnTo>
                  <a:lnTo>
                    <a:pt x="2799591" y="179391"/>
                  </a:lnTo>
                  <a:lnTo>
                    <a:pt x="2746652" y="156492"/>
                  </a:lnTo>
                  <a:lnTo>
                    <a:pt x="2689666" y="135924"/>
                  </a:lnTo>
                  <a:lnTo>
                    <a:pt x="2627796" y="117443"/>
                  </a:lnTo>
                  <a:lnTo>
                    <a:pt x="2560245" y="100810"/>
                  </a:lnTo>
                  <a:lnTo>
                    <a:pt x="2486326" y="85805"/>
                  </a:lnTo>
                  <a:lnTo>
                    <a:pt x="2405566" y="72245"/>
                  </a:lnTo>
                  <a:lnTo>
                    <a:pt x="2317843" y="59989"/>
                  </a:lnTo>
                  <a:lnTo>
                    <a:pt x="2223554" y="48937"/>
                  </a:lnTo>
                  <a:lnTo>
                    <a:pt x="2123801" y="39034"/>
                  </a:lnTo>
                  <a:lnTo>
                    <a:pt x="2020554" y="30265"/>
                  </a:lnTo>
                  <a:lnTo>
                    <a:pt x="1916735" y="22642"/>
                  </a:lnTo>
                  <a:lnTo>
                    <a:pt x="1816117" y="16192"/>
                  </a:lnTo>
                  <a:lnTo>
                    <a:pt x="1723003" y="10933"/>
                  </a:lnTo>
                  <a:lnTo>
                    <a:pt x="1641639" y="6852"/>
                  </a:lnTo>
                  <a:lnTo>
                    <a:pt x="1575482" y="3885"/>
                  </a:lnTo>
                  <a:lnTo>
                    <a:pt x="1526487" y="1908"/>
                  </a:lnTo>
                  <a:lnTo>
                    <a:pt x="1494632" y="748"/>
                  </a:lnTo>
                  <a:lnTo>
                    <a:pt x="1477796" y="191"/>
                  </a:lnTo>
                  <a:lnTo>
                    <a:pt x="1471941" y="15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423" name="pl423"/>
            <p:cNvSpPr/>
            <p:nvPr/>
          </p:nvSpPr>
          <p:spPr>
            <a:xfrm>
              <a:off x="4799595" y="3851896"/>
              <a:ext cx="11981298" cy="4176402"/>
            </a:xfrm>
            <a:custGeom>
              <a:avLst/>
              <a:pathLst>
                <a:path w="11981298" h="4176402">
                  <a:moveTo>
                    <a:pt x="0" y="0"/>
                  </a:moveTo>
                  <a:lnTo>
                    <a:pt x="1471387" y="0"/>
                  </a:lnTo>
                  <a:lnTo>
                    <a:pt x="1472601" y="34"/>
                  </a:lnTo>
                  <a:lnTo>
                    <a:pt x="1480571" y="279"/>
                  </a:lnTo>
                  <a:lnTo>
                    <a:pt x="1500620" y="957"/>
                  </a:lnTo>
                  <a:lnTo>
                    <a:pt x="1536368" y="2290"/>
                  </a:lnTo>
                  <a:lnTo>
                    <a:pt x="1589450" y="4484"/>
                  </a:lnTo>
                  <a:lnTo>
                    <a:pt x="1659402" y="7703"/>
                  </a:lnTo>
                  <a:lnTo>
                    <a:pt x="1743862" y="12056"/>
                  </a:lnTo>
                  <a:lnTo>
                    <a:pt x="1839124" y="17593"/>
                  </a:lnTo>
                  <a:lnTo>
                    <a:pt x="1940863" y="24320"/>
                  </a:lnTo>
                  <a:lnTo>
                    <a:pt x="2044859" y="32212"/>
                  </a:lnTo>
                  <a:lnTo>
                    <a:pt x="2147516" y="41247"/>
                  </a:lnTo>
                  <a:lnTo>
                    <a:pt x="2246135" y="51416"/>
                  </a:lnTo>
                  <a:lnTo>
                    <a:pt x="2338959" y="62743"/>
                  </a:lnTo>
                  <a:lnTo>
                    <a:pt x="2425067" y="75293"/>
                  </a:lnTo>
                  <a:lnTo>
                    <a:pt x="2504202" y="89176"/>
                  </a:lnTo>
                  <a:lnTo>
                    <a:pt x="2576580" y="104544"/>
                  </a:lnTo>
                  <a:lnTo>
                    <a:pt x="2642737" y="121588"/>
                  </a:lnTo>
                  <a:lnTo>
                    <a:pt x="2703391" y="140535"/>
                  </a:lnTo>
                  <a:lnTo>
                    <a:pt x="2759356" y="161626"/>
                  </a:lnTo>
                  <a:lnTo>
                    <a:pt x="2811470" y="185103"/>
                  </a:lnTo>
                  <a:lnTo>
                    <a:pt x="2860537" y="211158"/>
                  </a:lnTo>
                  <a:lnTo>
                    <a:pt x="2896531" y="232930"/>
                  </a:lnTo>
                  <a:lnTo>
                    <a:pt x="2943987" y="265184"/>
                  </a:lnTo>
                  <a:lnTo>
                    <a:pt x="2990036" y="300428"/>
                  </a:lnTo>
                  <a:lnTo>
                    <a:pt x="3035164" y="338713"/>
                  </a:lnTo>
                  <a:lnTo>
                    <a:pt x="3079734" y="380009"/>
                  </a:lnTo>
                  <a:lnTo>
                    <a:pt x="3124014" y="424194"/>
                  </a:lnTo>
                  <a:lnTo>
                    <a:pt x="3168191" y="471046"/>
                  </a:lnTo>
                  <a:lnTo>
                    <a:pt x="3212380" y="520243"/>
                  </a:lnTo>
                  <a:lnTo>
                    <a:pt x="3256640" y="571365"/>
                  </a:lnTo>
                  <a:lnTo>
                    <a:pt x="3300984" y="623910"/>
                  </a:lnTo>
                  <a:lnTo>
                    <a:pt x="3345389" y="677311"/>
                  </a:lnTo>
                  <a:lnTo>
                    <a:pt x="3389813" y="730961"/>
                  </a:lnTo>
                  <a:lnTo>
                    <a:pt x="3434209" y="784239"/>
                  </a:lnTo>
                  <a:lnTo>
                    <a:pt x="3478537" y="836544"/>
                  </a:lnTo>
                  <a:lnTo>
                    <a:pt x="3522781" y="887320"/>
                  </a:lnTo>
                  <a:lnTo>
                    <a:pt x="3566961" y="936079"/>
                  </a:lnTo>
                  <a:lnTo>
                    <a:pt x="3611147" y="982422"/>
                  </a:lnTo>
                  <a:lnTo>
                    <a:pt x="3655468" y="1026045"/>
                  </a:lnTo>
                  <a:lnTo>
                    <a:pt x="3700124" y="1066748"/>
                  </a:lnTo>
                  <a:lnTo>
                    <a:pt x="3745403" y="1104426"/>
                  </a:lnTo>
                  <a:lnTo>
                    <a:pt x="3791691" y="1139066"/>
                  </a:lnTo>
                  <a:lnTo>
                    <a:pt x="3829811" y="1164652"/>
                  </a:lnTo>
                  <a:lnTo>
                    <a:pt x="3877040" y="1192751"/>
                  </a:lnTo>
                  <a:lnTo>
                    <a:pt x="3926751" y="1218191"/>
                  </a:lnTo>
                  <a:lnTo>
                    <a:pt x="3979690" y="1241090"/>
                  </a:lnTo>
                  <a:lnTo>
                    <a:pt x="4036677" y="1261658"/>
                  </a:lnTo>
                  <a:lnTo>
                    <a:pt x="4098546" y="1280139"/>
                  </a:lnTo>
                  <a:lnTo>
                    <a:pt x="4166097" y="1296772"/>
                  </a:lnTo>
                  <a:lnTo>
                    <a:pt x="4240017" y="1311777"/>
                  </a:lnTo>
                  <a:lnTo>
                    <a:pt x="4320776" y="1325336"/>
                  </a:lnTo>
                  <a:lnTo>
                    <a:pt x="4408499" y="1337593"/>
                  </a:lnTo>
                  <a:lnTo>
                    <a:pt x="4502788" y="1348645"/>
                  </a:lnTo>
                  <a:lnTo>
                    <a:pt x="4602541" y="1358548"/>
                  </a:lnTo>
                  <a:lnTo>
                    <a:pt x="4705788" y="1367317"/>
                  </a:lnTo>
                  <a:lnTo>
                    <a:pt x="4809608" y="1374940"/>
                  </a:lnTo>
                  <a:lnTo>
                    <a:pt x="4910225" y="1381390"/>
                  </a:lnTo>
                  <a:lnTo>
                    <a:pt x="5003339" y="1386648"/>
                  </a:lnTo>
                  <a:lnTo>
                    <a:pt x="5084703" y="1390730"/>
                  </a:lnTo>
                  <a:lnTo>
                    <a:pt x="5150860" y="1393697"/>
                  </a:lnTo>
                  <a:lnTo>
                    <a:pt x="5199855" y="1395673"/>
                  </a:lnTo>
                  <a:lnTo>
                    <a:pt x="5231711" y="1396834"/>
                  </a:lnTo>
                  <a:lnTo>
                    <a:pt x="5248546" y="1397390"/>
                  </a:lnTo>
                  <a:lnTo>
                    <a:pt x="5254402" y="1397567"/>
                  </a:lnTo>
                  <a:lnTo>
                    <a:pt x="5254955" y="1397582"/>
                  </a:lnTo>
                  <a:lnTo>
                    <a:pt x="6726343" y="1397582"/>
                  </a:lnTo>
                  <a:lnTo>
                    <a:pt x="6727492" y="1397647"/>
                  </a:lnTo>
                  <a:lnTo>
                    <a:pt x="6735048" y="1398108"/>
                  </a:lnTo>
                  <a:lnTo>
                    <a:pt x="6754090" y="1399381"/>
                  </a:lnTo>
                  <a:lnTo>
                    <a:pt x="6788120" y="1401888"/>
                  </a:lnTo>
                  <a:lnTo>
                    <a:pt x="6838814" y="1406018"/>
                  </a:lnTo>
                  <a:lnTo>
                    <a:pt x="6905893" y="1412087"/>
                  </a:lnTo>
                  <a:lnTo>
                    <a:pt x="6987285" y="1420312"/>
                  </a:lnTo>
                  <a:lnTo>
                    <a:pt x="7079593" y="1430800"/>
                  </a:lnTo>
                  <a:lnTo>
                    <a:pt x="7178765" y="1443569"/>
                  </a:lnTo>
                  <a:lnTo>
                    <a:pt x="7280749" y="1458582"/>
                  </a:lnTo>
                  <a:lnTo>
                    <a:pt x="7382015" y="1475790"/>
                  </a:lnTo>
                  <a:lnTo>
                    <a:pt x="7479838" y="1495169"/>
                  </a:lnTo>
                  <a:lnTo>
                    <a:pt x="7572373" y="1516751"/>
                  </a:lnTo>
                  <a:lnTo>
                    <a:pt x="7658581" y="1540640"/>
                  </a:lnTo>
                  <a:lnTo>
                    <a:pt x="7738079" y="1567020"/>
                  </a:lnTo>
                  <a:lnTo>
                    <a:pt x="7810973" y="1596156"/>
                  </a:lnTo>
                  <a:lnTo>
                    <a:pt x="7877695" y="1628389"/>
                  </a:lnTo>
                  <a:lnTo>
                    <a:pt x="7938885" y="1664127"/>
                  </a:lnTo>
                  <a:lnTo>
                    <a:pt x="7995292" y="1703819"/>
                  </a:lnTo>
                  <a:lnTo>
                    <a:pt x="8047707" y="1747926"/>
                  </a:lnTo>
                  <a:lnTo>
                    <a:pt x="8096909" y="1796855"/>
                  </a:lnTo>
                  <a:lnTo>
                    <a:pt x="8143617" y="1850863"/>
                  </a:lnTo>
                  <a:lnTo>
                    <a:pt x="8151487" y="1860719"/>
                  </a:lnTo>
                  <a:lnTo>
                    <a:pt x="8189456" y="1911379"/>
                  </a:lnTo>
                  <a:lnTo>
                    <a:pt x="8226462" y="1965795"/>
                  </a:lnTo>
                  <a:lnTo>
                    <a:pt x="8262770" y="2024044"/>
                  </a:lnTo>
                  <a:lnTo>
                    <a:pt x="8298592" y="2086139"/>
                  </a:lnTo>
                  <a:lnTo>
                    <a:pt x="8334098" y="2152025"/>
                  </a:lnTo>
                  <a:lnTo>
                    <a:pt x="8369420" y="2221568"/>
                  </a:lnTo>
                  <a:lnTo>
                    <a:pt x="8404655" y="2294558"/>
                  </a:lnTo>
                  <a:lnTo>
                    <a:pt x="8439874" y="2370701"/>
                  </a:lnTo>
                  <a:lnTo>
                    <a:pt x="8475120" y="2449624"/>
                  </a:lnTo>
                  <a:lnTo>
                    <a:pt x="8510415" y="2530879"/>
                  </a:lnTo>
                  <a:lnTo>
                    <a:pt x="8545764" y="2613955"/>
                  </a:lnTo>
                  <a:lnTo>
                    <a:pt x="8581157" y="2698285"/>
                  </a:lnTo>
                  <a:lnTo>
                    <a:pt x="8616575" y="2783265"/>
                  </a:lnTo>
                  <a:lnTo>
                    <a:pt x="8651995" y="2868273"/>
                  </a:lnTo>
                  <a:lnTo>
                    <a:pt x="8687391" y="2952684"/>
                  </a:lnTo>
                  <a:lnTo>
                    <a:pt x="8722744" y="3035893"/>
                  </a:lnTo>
                  <a:lnTo>
                    <a:pt x="8758044" y="3117330"/>
                  </a:lnTo>
                  <a:lnTo>
                    <a:pt x="8793294" y="3196476"/>
                  </a:lnTo>
                  <a:lnTo>
                    <a:pt x="8828514" y="3272878"/>
                  </a:lnTo>
                  <a:lnTo>
                    <a:pt x="8863745" y="3346157"/>
                  </a:lnTo>
                  <a:lnTo>
                    <a:pt x="8899056" y="3416012"/>
                  </a:lnTo>
                  <a:lnTo>
                    <a:pt x="8934541" y="3482224"/>
                  </a:lnTo>
                  <a:lnTo>
                    <a:pt x="8970330" y="3544655"/>
                  </a:lnTo>
                  <a:lnTo>
                    <a:pt x="9006587" y="3603241"/>
                  </a:lnTo>
                  <a:lnTo>
                    <a:pt x="9043522" y="3657991"/>
                  </a:lnTo>
                  <a:lnTo>
                    <a:pt x="9081395" y="3708975"/>
                  </a:lnTo>
                  <a:lnTo>
                    <a:pt x="9084767" y="3713265"/>
                  </a:lnTo>
                  <a:lnTo>
                    <a:pt x="9131110" y="3768158"/>
                  </a:lnTo>
                  <a:lnTo>
                    <a:pt x="9179831" y="3817953"/>
                  </a:lnTo>
                  <a:lnTo>
                    <a:pt x="9231636" y="3862867"/>
                  </a:lnTo>
                  <a:lnTo>
                    <a:pt x="9287296" y="3903290"/>
                  </a:lnTo>
                  <a:lnTo>
                    <a:pt x="9347604" y="3939679"/>
                  </a:lnTo>
                  <a:lnTo>
                    <a:pt x="9413320" y="3972488"/>
                  </a:lnTo>
                  <a:lnTo>
                    <a:pt x="9485108" y="4002133"/>
                  </a:lnTo>
                  <a:lnTo>
                    <a:pt x="9563446" y="4028968"/>
                  </a:lnTo>
                  <a:lnTo>
                    <a:pt x="9648506" y="4053272"/>
                  </a:lnTo>
                  <a:lnTo>
                    <a:pt x="9740000" y="4075243"/>
                  </a:lnTo>
                  <a:lnTo>
                    <a:pt x="9837016" y="4094999"/>
                  </a:lnTo>
                  <a:lnTo>
                    <a:pt x="9937858" y="4112582"/>
                  </a:lnTo>
                  <a:lnTo>
                    <a:pt x="10039950" y="4127978"/>
                  </a:lnTo>
                  <a:lnTo>
                    <a:pt x="10139888" y="4141139"/>
                  </a:lnTo>
                  <a:lnTo>
                    <a:pt x="10233681" y="4152022"/>
                  </a:lnTo>
                  <a:lnTo>
                    <a:pt x="10317230" y="4160633"/>
                  </a:lnTo>
                  <a:lnTo>
                    <a:pt x="10386977" y="4167063"/>
                  </a:lnTo>
                  <a:lnTo>
                    <a:pt x="10440578" y="4171508"/>
                  </a:lnTo>
                  <a:lnTo>
                    <a:pt x="10477423" y="4174269"/>
                  </a:lnTo>
                  <a:lnTo>
                    <a:pt x="10498854" y="4175726"/>
                  </a:lnTo>
                  <a:lnTo>
                    <a:pt x="10508073" y="4176297"/>
                  </a:lnTo>
                  <a:lnTo>
                    <a:pt x="10509904" y="4176401"/>
                  </a:lnTo>
                  <a:lnTo>
                    <a:pt x="10509911" y="4176402"/>
                  </a:lnTo>
                  <a:lnTo>
                    <a:pt x="11981298" y="417640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24" name="pl424"/>
            <p:cNvSpPr/>
            <p:nvPr/>
          </p:nvSpPr>
          <p:spPr>
            <a:xfrm>
              <a:off x="4799595" y="3835550"/>
              <a:ext cx="11981298" cy="4176402"/>
            </a:xfrm>
            <a:custGeom>
              <a:avLst/>
              <a:pathLst>
                <a:path w="11981298" h="4176402">
                  <a:moveTo>
                    <a:pt x="11981298" y="4176402"/>
                  </a:moveTo>
                  <a:lnTo>
                    <a:pt x="10509911" y="4176402"/>
                  </a:lnTo>
                  <a:lnTo>
                    <a:pt x="10508761" y="4176337"/>
                  </a:lnTo>
                  <a:lnTo>
                    <a:pt x="10501205" y="4175876"/>
                  </a:lnTo>
                  <a:lnTo>
                    <a:pt x="10482164" y="4174603"/>
                  </a:lnTo>
                  <a:lnTo>
                    <a:pt x="10448134" y="4172096"/>
                  </a:lnTo>
                  <a:lnTo>
                    <a:pt x="10397439" y="4167966"/>
                  </a:lnTo>
                  <a:lnTo>
                    <a:pt x="10330360" y="4161897"/>
                  </a:lnTo>
                  <a:lnTo>
                    <a:pt x="10248969" y="4153672"/>
                  </a:lnTo>
                  <a:lnTo>
                    <a:pt x="10156660" y="4143184"/>
                  </a:lnTo>
                  <a:lnTo>
                    <a:pt x="10057489" y="4130415"/>
                  </a:lnTo>
                  <a:lnTo>
                    <a:pt x="9955504" y="4115402"/>
                  </a:lnTo>
                  <a:lnTo>
                    <a:pt x="9854238" y="4098194"/>
                  </a:lnTo>
                  <a:lnTo>
                    <a:pt x="9756415" y="4078815"/>
                  </a:lnTo>
                  <a:lnTo>
                    <a:pt x="9663880" y="4057233"/>
                  </a:lnTo>
                  <a:lnTo>
                    <a:pt x="9577673" y="4033344"/>
                  </a:lnTo>
                  <a:lnTo>
                    <a:pt x="9498174" y="4006964"/>
                  </a:lnTo>
                  <a:lnTo>
                    <a:pt x="9425281" y="3977828"/>
                  </a:lnTo>
                  <a:lnTo>
                    <a:pt x="9358558" y="3945595"/>
                  </a:lnTo>
                  <a:lnTo>
                    <a:pt x="9297368" y="3909857"/>
                  </a:lnTo>
                  <a:lnTo>
                    <a:pt x="9240961" y="3870165"/>
                  </a:lnTo>
                  <a:lnTo>
                    <a:pt x="9188546" y="3826058"/>
                  </a:lnTo>
                  <a:lnTo>
                    <a:pt x="9139344" y="3777129"/>
                  </a:lnTo>
                  <a:lnTo>
                    <a:pt x="9092636" y="3723121"/>
                  </a:lnTo>
                  <a:lnTo>
                    <a:pt x="9084767" y="3713265"/>
                  </a:lnTo>
                  <a:lnTo>
                    <a:pt x="9046797" y="3662605"/>
                  </a:lnTo>
                  <a:lnTo>
                    <a:pt x="9009791" y="3608189"/>
                  </a:lnTo>
                  <a:lnTo>
                    <a:pt x="8973484" y="3549940"/>
                  </a:lnTo>
                  <a:lnTo>
                    <a:pt x="8937662" y="3487844"/>
                  </a:lnTo>
                  <a:lnTo>
                    <a:pt x="8902155" y="3421959"/>
                  </a:lnTo>
                  <a:lnTo>
                    <a:pt x="8866834" y="3352416"/>
                  </a:lnTo>
                  <a:lnTo>
                    <a:pt x="8831598" y="3279426"/>
                  </a:lnTo>
                  <a:lnTo>
                    <a:pt x="8796379" y="3203283"/>
                  </a:lnTo>
                  <a:lnTo>
                    <a:pt x="8761133" y="3124360"/>
                  </a:lnTo>
                  <a:lnTo>
                    <a:pt x="8725838" y="3043104"/>
                  </a:lnTo>
                  <a:lnTo>
                    <a:pt x="8690489" y="2960029"/>
                  </a:lnTo>
                  <a:lnTo>
                    <a:pt x="8655096" y="2875699"/>
                  </a:lnTo>
                  <a:lnTo>
                    <a:pt x="8619678" y="2790719"/>
                  </a:lnTo>
                  <a:lnTo>
                    <a:pt x="8584259" y="2705711"/>
                  </a:lnTo>
                  <a:lnTo>
                    <a:pt x="8548863" y="2621299"/>
                  </a:lnTo>
                  <a:lnTo>
                    <a:pt x="8513509" y="2538091"/>
                  </a:lnTo>
                  <a:lnTo>
                    <a:pt x="8478209" y="2456654"/>
                  </a:lnTo>
                  <a:lnTo>
                    <a:pt x="8442959" y="2377508"/>
                  </a:lnTo>
                  <a:lnTo>
                    <a:pt x="8407740" y="2301105"/>
                  </a:lnTo>
                  <a:lnTo>
                    <a:pt x="8372508" y="2227827"/>
                  </a:lnTo>
                  <a:lnTo>
                    <a:pt x="8337197" y="2157972"/>
                  </a:lnTo>
                  <a:lnTo>
                    <a:pt x="8301712" y="2091760"/>
                  </a:lnTo>
                  <a:lnTo>
                    <a:pt x="8265924" y="2029329"/>
                  </a:lnTo>
                  <a:lnTo>
                    <a:pt x="8229667" y="1970743"/>
                  </a:lnTo>
                  <a:lnTo>
                    <a:pt x="8192731" y="1915993"/>
                  </a:lnTo>
                  <a:lnTo>
                    <a:pt x="8154858" y="1865009"/>
                  </a:lnTo>
                  <a:lnTo>
                    <a:pt x="8151487" y="1860719"/>
                  </a:lnTo>
                  <a:lnTo>
                    <a:pt x="8105144" y="1805826"/>
                  </a:lnTo>
                  <a:lnTo>
                    <a:pt x="8056422" y="1756031"/>
                  </a:lnTo>
                  <a:lnTo>
                    <a:pt x="8004617" y="1711117"/>
                  </a:lnTo>
                  <a:lnTo>
                    <a:pt x="7948957" y="1670694"/>
                  </a:lnTo>
                  <a:lnTo>
                    <a:pt x="7888649" y="1634305"/>
                  </a:lnTo>
                  <a:lnTo>
                    <a:pt x="7822934" y="1601496"/>
                  </a:lnTo>
                  <a:lnTo>
                    <a:pt x="7751145" y="1571851"/>
                  </a:lnTo>
                  <a:lnTo>
                    <a:pt x="7672807" y="1545016"/>
                  </a:lnTo>
                  <a:lnTo>
                    <a:pt x="7587748" y="1520712"/>
                  </a:lnTo>
                  <a:lnTo>
                    <a:pt x="7496253" y="1498741"/>
                  </a:lnTo>
                  <a:lnTo>
                    <a:pt x="7399237" y="1478985"/>
                  </a:lnTo>
                  <a:lnTo>
                    <a:pt x="7298396" y="1461402"/>
                  </a:lnTo>
                  <a:lnTo>
                    <a:pt x="7196303" y="1446006"/>
                  </a:lnTo>
                  <a:lnTo>
                    <a:pt x="7096365" y="1432845"/>
                  </a:lnTo>
                  <a:lnTo>
                    <a:pt x="7002572" y="1421962"/>
                  </a:lnTo>
                  <a:lnTo>
                    <a:pt x="6919023" y="1413351"/>
                  </a:lnTo>
                  <a:lnTo>
                    <a:pt x="6849277" y="1406921"/>
                  </a:lnTo>
                  <a:lnTo>
                    <a:pt x="6795675" y="1402476"/>
                  </a:lnTo>
                  <a:lnTo>
                    <a:pt x="6758830" y="1399715"/>
                  </a:lnTo>
                  <a:lnTo>
                    <a:pt x="6737400" y="1398258"/>
                  </a:lnTo>
                  <a:lnTo>
                    <a:pt x="6728180" y="1397687"/>
                  </a:lnTo>
                  <a:lnTo>
                    <a:pt x="6726349" y="1397583"/>
                  </a:lnTo>
                  <a:lnTo>
                    <a:pt x="6726343" y="1397582"/>
                  </a:lnTo>
                  <a:lnTo>
                    <a:pt x="5254955" y="1397582"/>
                  </a:lnTo>
                  <a:lnTo>
                    <a:pt x="5253741" y="1397548"/>
                  </a:lnTo>
                  <a:lnTo>
                    <a:pt x="5245772" y="1397303"/>
                  </a:lnTo>
                  <a:lnTo>
                    <a:pt x="5225722" y="1396625"/>
                  </a:lnTo>
                  <a:lnTo>
                    <a:pt x="5189974" y="1395292"/>
                  </a:lnTo>
                  <a:lnTo>
                    <a:pt x="5136892" y="1393098"/>
                  </a:lnTo>
                  <a:lnTo>
                    <a:pt x="5066941" y="1389879"/>
                  </a:lnTo>
                  <a:lnTo>
                    <a:pt x="4982480" y="1385526"/>
                  </a:lnTo>
                  <a:lnTo>
                    <a:pt x="4887218" y="1379988"/>
                  </a:lnTo>
                  <a:lnTo>
                    <a:pt x="4785479" y="1373262"/>
                  </a:lnTo>
                  <a:lnTo>
                    <a:pt x="4681483" y="1365369"/>
                  </a:lnTo>
                  <a:lnTo>
                    <a:pt x="4578826" y="1356335"/>
                  </a:lnTo>
                  <a:lnTo>
                    <a:pt x="4480208" y="1346166"/>
                  </a:lnTo>
                  <a:lnTo>
                    <a:pt x="4387384" y="1334839"/>
                  </a:lnTo>
                  <a:lnTo>
                    <a:pt x="4301275" y="1322289"/>
                  </a:lnTo>
                  <a:lnTo>
                    <a:pt x="4222141" y="1308406"/>
                  </a:lnTo>
                  <a:lnTo>
                    <a:pt x="4149762" y="1293038"/>
                  </a:lnTo>
                  <a:lnTo>
                    <a:pt x="4083605" y="1275993"/>
                  </a:lnTo>
                  <a:lnTo>
                    <a:pt x="4022951" y="1257047"/>
                  </a:lnTo>
                  <a:lnTo>
                    <a:pt x="3966986" y="1235955"/>
                  </a:lnTo>
                  <a:lnTo>
                    <a:pt x="3914872" y="1212479"/>
                  </a:lnTo>
                  <a:lnTo>
                    <a:pt x="3865805" y="1186423"/>
                  </a:lnTo>
                  <a:lnTo>
                    <a:pt x="3829811" y="1164652"/>
                  </a:lnTo>
                  <a:lnTo>
                    <a:pt x="3782356" y="1132398"/>
                  </a:lnTo>
                  <a:lnTo>
                    <a:pt x="3736306" y="1097154"/>
                  </a:lnTo>
                  <a:lnTo>
                    <a:pt x="3691178" y="1058869"/>
                  </a:lnTo>
                  <a:lnTo>
                    <a:pt x="3646608" y="1017572"/>
                  </a:lnTo>
                  <a:lnTo>
                    <a:pt x="3602328" y="973387"/>
                  </a:lnTo>
                  <a:lnTo>
                    <a:pt x="3558152" y="926535"/>
                  </a:lnTo>
                  <a:lnTo>
                    <a:pt x="3513962" y="877339"/>
                  </a:lnTo>
                  <a:lnTo>
                    <a:pt x="3469702" y="826217"/>
                  </a:lnTo>
                  <a:lnTo>
                    <a:pt x="3425358" y="773672"/>
                  </a:lnTo>
                  <a:lnTo>
                    <a:pt x="3380953" y="720270"/>
                  </a:lnTo>
                  <a:lnTo>
                    <a:pt x="3336529" y="666621"/>
                  </a:lnTo>
                  <a:lnTo>
                    <a:pt x="3292133" y="613342"/>
                  </a:lnTo>
                  <a:lnTo>
                    <a:pt x="3247806" y="561037"/>
                  </a:lnTo>
                  <a:lnTo>
                    <a:pt x="3203562" y="510262"/>
                  </a:lnTo>
                  <a:lnTo>
                    <a:pt x="3159381" y="461503"/>
                  </a:lnTo>
                  <a:lnTo>
                    <a:pt x="3115195" y="415160"/>
                  </a:lnTo>
                  <a:lnTo>
                    <a:pt x="3070875" y="371537"/>
                  </a:lnTo>
                  <a:lnTo>
                    <a:pt x="3026218" y="330834"/>
                  </a:lnTo>
                  <a:lnTo>
                    <a:pt x="2980939" y="293156"/>
                  </a:lnTo>
                  <a:lnTo>
                    <a:pt x="2934651" y="258515"/>
                  </a:lnTo>
                  <a:lnTo>
                    <a:pt x="2896531" y="232930"/>
                  </a:lnTo>
                  <a:lnTo>
                    <a:pt x="2849302" y="204831"/>
                  </a:lnTo>
                  <a:lnTo>
                    <a:pt x="2799591" y="179391"/>
                  </a:lnTo>
                  <a:lnTo>
                    <a:pt x="2746652" y="156492"/>
                  </a:lnTo>
                  <a:lnTo>
                    <a:pt x="2689666" y="135924"/>
                  </a:lnTo>
                  <a:lnTo>
                    <a:pt x="2627796" y="117443"/>
                  </a:lnTo>
                  <a:lnTo>
                    <a:pt x="2560245" y="100810"/>
                  </a:lnTo>
                  <a:lnTo>
                    <a:pt x="2486326" y="85805"/>
                  </a:lnTo>
                  <a:lnTo>
                    <a:pt x="2405566" y="72245"/>
                  </a:lnTo>
                  <a:lnTo>
                    <a:pt x="2317843" y="59989"/>
                  </a:lnTo>
                  <a:lnTo>
                    <a:pt x="2223554" y="48937"/>
                  </a:lnTo>
                  <a:lnTo>
                    <a:pt x="2123801" y="39034"/>
                  </a:lnTo>
                  <a:lnTo>
                    <a:pt x="2020554" y="30265"/>
                  </a:lnTo>
                  <a:lnTo>
                    <a:pt x="1916735" y="22642"/>
                  </a:lnTo>
                  <a:lnTo>
                    <a:pt x="1816117" y="16192"/>
                  </a:lnTo>
                  <a:lnTo>
                    <a:pt x="1723003" y="10933"/>
                  </a:lnTo>
                  <a:lnTo>
                    <a:pt x="1641639" y="6852"/>
                  </a:lnTo>
                  <a:lnTo>
                    <a:pt x="1575482" y="3885"/>
                  </a:lnTo>
                  <a:lnTo>
                    <a:pt x="1526487" y="1908"/>
                  </a:lnTo>
                  <a:lnTo>
                    <a:pt x="1494632" y="748"/>
                  </a:lnTo>
                  <a:lnTo>
                    <a:pt x="1477796" y="191"/>
                  </a:lnTo>
                  <a:lnTo>
                    <a:pt x="1471941" y="15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25" name="pg425"/>
            <p:cNvSpPr/>
            <p:nvPr/>
          </p:nvSpPr>
          <p:spPr>
            <a:xfrm>
              <a:off x="4799595" y="3851896"/>
              <a:ext cx="11981298" cy="4536014"/>
            </a:xfrm>
            <a:custGeom>
              <a:avLst/>
              <a:pathLst>
                <a:path w="11981298" h="4536014">
                  <a:moveTo>
                    <a:pt x="0" y="24518"/>
                  </a:moveTo>
                  <a:lnTo>
                    <a:pt x="1471387" y="24518"/>
                  </a:lnTo>
                  <a:lnTo>
                    <a:pt x="1472601" y="24553"/>
                  </a:lnTo>
                  <a:lnTo>
                    <a:pt x="1480569" y="24800"/>
                  </a:lnTo>
                  <a:lnTo>
                    <a:pt x="1500614" y="25481"/>
                  </a:lnTo>
                  <a:lnTo>
                    <a:pt x="1536354" y="26822"/>
                  </a:lnTo>
                  <a:lnTo>
                    <a:pt x="1589426" y="29028"/>
                  </a:lnTo>
                  <a:lnTo>
                    <a:pt x="1659366" y="32265"/>
                  </a:lnTo>
                  <a:lnTo>
                    <a:pt x="1743814" y="36643"/>
                  </a:lnTo>
                  <a:lnTo>
                    <a:pt x="1839063" y="42211"/>
                  </a:lnTo>
                  <a:lnTo>
                    <a:pt x="1940792" y="48976"/>
                  </a:lnTo>
                  <a:lnTo>
                    <a:pt x="2044780" y="56913"/>
                  </a:lnTo>
                  <a:lnTo>
                    <a:pt x="2147431" y="65999"/>
                  </a:lnTo>
                  <a:lnTo>
                    <a:pt x="2246047" y="76225"/>
                  </a:lnTo>
                  <a:lnTo>
                    <a:pt x="2338870" y="87617"/>
                  </a:lnTo>
                  <a:lnTo>
                    <a:pt x="2424979" y="100238"/>
                  </a:lnTo>
                  <a:lnTo>
                    <a:pt x="2504115" y="114200"/>
                  </a:lnTo>
                  <a:lnTo>
                    <a:pt x="2576496" y="129654"/>
                  </a:lnTo>
                  <a:lnTo>
                    <a:pt x="2642655" y="146795"/>
                  </a:lnTo>
                  <a:lnTo>
                    <a:pt x="2703311" y="165848"/>
                  </a:lnTo>
                  <a:lnTo>
                    <a:pt x="2759278" y="187058"/>
                  </a:lnTo>
                  <a:lnTo>
                    <a:pt x="2811393" y="210666"/>
                  </a:lnTo>
                  <a:lnTo>
                    <a:pt x="2860460" y="236868"/>
                  </a:lnTo>
                  <a:lnTo>
                    <a:pt x="2896531" y="258811"/>
                  </a:lnTo>
                  <a:lnTo>
                    <a:pt x="2943918" y="291205"/>
                  </a:lnTo>
                  <a:lnTo>
                    <a:pt x="2989904" y="326596"/>
                  </a:lnTo>
                  <a:lnTo>
                    <a:pt x="3034968" y="365037"/>
                  </a:lnTo>
                  <a:lnTo>
                    <a:pt x="3079475" y="406500"/>
                  </a:lnTo>
                  <a:lnTo>
                    <a:pt x="3123692" y="450860"/>
                  </a:lnTo>
                  <a:lnTo>
                    <a:pt x="3167804" y="497897"/>
                  </a:lnTo>
                  <a:lnTo>
                    <a:pt x="3211928" y="547288"/>
                  </a:lnTo>
                  <a:lnTo>
                    <a:pt x="3256123" y="598616"/>
                  </a:lnTo>
                  <a:lnTo>
                    <a:pt x="3300401" y="651377"/>
                  </a:lnTo>
                  <a:lnTo>
                    <a:pt x="3344741" y="705005"/>
                  </a:lnTo>
                  <a:lnTo>
                    <a:pt x="3389100" y="758890"/>
                  </a:lnTo>
                  <a:lnTo>
                    <a:pt x="3433432" y="812413"/>
                  </a:lnTo>
                  <a:lnTo>
                    <a:pt x="3477697" y="864971"/>
                  </a:lnTo>
                  <a:lnTo>
                    <a:pt x="3521878" y="916004"/>
                  </a:lnTo>
                  <a:lnTo>
                    <a:pt x="3565995" y="965024"/>
                  </a:lnTo>
                  <a:lnTo>
                    <a:pt x="3610115" y="1011628"/>
                  </a:lnTo>
                  <a:lnTo>
                    <a:pt x="3654366" y="1055511"/>
                  </a:lnTo>
                  <a:lnTo>
                    <a:pt x="3698946" y="1096469"/>
                  </a:lnTo>
                  <a:lnTo>
                    <a:pt x="3744137" y="1134394"/>
                  </a:lnTo>
                  <a:lnTo>
                    <a:pt x="3790322" y="1169273"/>
                  </a:lnTo>
                  <a:lnTo>
                    <a:pt x="3829811" y="1195982"/>
                  </a:lnTo>
                  <a:lnTo>
                    <a:pt x="3877037" y="1224243"/>
                  </a:lnTo>
                  <a:lnTo>
                    <a:pt x="3926743" y="1249830"/>
                  </a:lnTo>
                  <a:lnTo>
                    <a:pt x="3979678" y="1272862"/>
                  </a:lnTo>
                  <a:lnTo>
                    <a:pt x="4036659" y="1293549"/>
                  </a:lnTo>
                  <a:lnTo>
                    <a:pt x="4098522" y="1312137"/>
                  </a:lnTo>
                  <a:lnTo>
                    <a:pt x="4166065" y="1328867"/>
                  </a:lnTo>
                  <a:lnTo>
                    <a:pt x="4239975" y="1343960"/>
                  </a:lnTo>
                  <a:lnTo>
                    <a:pt x="4320725" y="1357598"/>
                  </a:lnTo>
                  <a:lnTo>
                    <a:pt x="4408436" y="1369926"/>
                  </a:lnTo>
                  <a:lnTo>
                    <a:pt x="4502714" y="1381043"/>
                  </a:lnTo>
                  <a:lnTo>
                    <a:pt x="4602456" y="1391004"/>
                  </a:lnTo>
                  <a:lnTo>
                    <a:pt x="4705693" y="1399824"/>
                  </a:lnTo>
                  <a:lnTo>
                    <a:pt x="4809506" y="1407492"/>
                  </a:lnTo>
                  <a:lnTo>
                    <a:pt x="4910121" y="1413981"/>
                  </a:lnTo>
                  <a:lnTo>
                    <a:pt x="5003238" y="1419271"/>
                  </a:lnTo>
                  <a:lnTo>
                    <a:pt x="5084612" y="1423377"/>
                  </a:lnTo>
                  <a:lnTo>
                    <a:pt x="5150785" y="1426363"/>
                  </a:lnTo>
                  <a:lnTo>
                    <a:pt x="5199800" y="1428352"/>
                  </a:lnTo>
                  <a:lnTo>
                    <a:pt x="5231676" y="1429521"/>
                  </a:lnTo>
                  <a:lnTo>
                    <a:pt x="5248530" y="1430081"/>
                  </a:lnTo>
                  <a:lnTo>
                    <a:pt x="5254398" y="1430259"/>
                  </a:lnTo>
                  <a:lnTo>
                    <a:pt x="5254955" y="1430274"/>
                  </a:lnTo>
                  <a:lnTo>
                    <a:pt x="6726343" y="1430274"/>
                  </a:lnTo>
                  <a:lnTo>
                    <a:pt x="6727472" y="1430345"/>
                  </a:lnTo>
                  <a:lnTo>
                    <a:pt x="6734901" y="1430851"/>
                  </a:lnTo>
                  <a:lnTo>
                    <a:pt x="6753633" y="1432249"/>
                  </a:lnTo>
                  <a:lnTo>
                    <a:pt x="6787134" y="1435002"/>
                  </a:lnTo>
                  <a:lnTo>
                    <a:pt x="6837089" y="1439538"/>
                  </a:lnTo>
                  <a:lnTo>
                    <a:pt x="6903274" y="1446207"/>
                  </a:lnTo>
                  <a:lnTo>
                    <a:pt x="6983703" y="1455251"/>
                  </a:lnTo>
                  <a:lnTo>
                    <a:pt x="7075078" y="1466793"/>
                  </a:lnTo>
                  <a:lnTo>
                    <a:pt x="7173428" y="1480855"/>
                  </a:lnTo>
                  <a:lnTo>
                    <a:pt x="7274759" y="1497399"/>
                  </a:lnTo>
                  <a:lnTo>
                    <a:pt x="7375564" y="1516369"/>
                  </a:lnTo>
                  <a:lnTo>
                    <a:pt x="7473113" y="1537738"/>
                  </a:lnTo>
                  <a:lnTo>
                    <a:pt x="7565535" y="1561536"/>
                  </a:lnTo>
                  <a:lnTo>
                    <a:pt x="7651756" y="1587869"/>
                  </a:lnTo>
                  <a:lnTo>
                    <a:pt x="7731358" y="1616934"/>
                  </a:lnTo>
                  <a:lnTo>
                    <a:pt x="7804406" y="1649014"/>
                  </a:lnTo>
                  <a:lnTo>
                    <a:pt x="7871305" y="1684477"/>
                  </a:lnTo>
                  <a:lnTo>
                    <a:pt x="7932667" y="1723763"/>
                  </a:lnTo>
                  <a:lnTo>
                    <a:pt x="7989221" y="1767363"/>
                  </a:lnTo>
                  <a:lnTo>
                    <a:pt x="8041743" y="1815784"/>
                  </a:lnTo>
                  <a:lnTo>
                    <a:pt x="8091000" y="1869485"/>
                  </a:lnTo>
                  <a:lnTo>
                    <a:pt x="8137710" y="1928776"/>
                  </a:lnTo>
                  <a:lnTo>
                    <a:pt x="8151487" y="1947897"/>
                  </a:lnTo>
                  <a:lnTo>
                    <a:pt x="8187797" y="2001921"/>
                  </a:lnTo>
                  <a:lnTo>
                    <a:pt x="8223215" y="2059775"/>
                  </a:lnTo>
                  <a:lnTo>
                    <a:pt x="8257977" y="2121538"/>
                  </a:lnTo>
                  <a:lnTo>
                    <a:pt x="8292272" y="2187229"/>
                  </a:lnTo>
                  <a:lnTo>
                    <a:pt x="8326253" y="2256805"/>
                  </a:lnTo>
                  <a:lnTo>
                    <a:pt x="8360043" y="2330154"/>
                  </a:lnTo>
                  <a:lnTo>
                    <a:pt x="8393733" y="2407086"/>
                  </a:lnTo>
                  <a:lnTo>
                    <a:pt x="8427391" y="2487339"/>
                  </a:lnTo>
                  <a:lnTo>
                    <a:pt x="8461063" y="2570575"/>
                  </a:lnTo>
                  <a:lnTo>
                    <a:pt x="8494773" y="2656384"/>
                  </a:lnTo>
                  <a:lnTo>
                    <a:pt x="8528533" y="2744290"/>
                  </a:lnTo>
                  <a:lnTo>
                    <a:pt x="8562338" y="2833764"/>
                  </a:lnTo>
                  <a:lnTo>
                    <a:pt x="8596177" y="2924233"/>
                  </a:lnTo>
                  <a:lnTo>
                    <a:pt x="8630029" y="3015099"/>
                  </a:lnTo>
                  <a:lnTo>
                    <a:pt x="8663874" y="3105749"/>
                  </a:lnTo>
                  <a:lnTo>
                    <a:pt x="8697691" y="3195580"/>
                  </a:lnTo>
                  <a:lnTo>
                    <a:pt x="8731465" y="3284009"/>
                  </a:lnTo>
                  <a:lnTo>
                    <a:pt x="8765190" y="3370492"/>
                  </a:lnTo>
                  <a:lnTo>
                    <a:pt x="8798871" y="3454538"/>
                  </a:lnTo>
                  <a:lnTo>
                    <a:pt x="8832529" y="3535715"/>
                  </a:lnTo>
                  <a:lnTo>
                    <a:pt x="8866204" y="3613664"/>
                  </a:lnTo>
                  <a:lnTo>
                    <a:pt x="8899955" y="3688099"/>
                  </a:lnTo>
                  <a:lnTo>
                    <a:pt x="8933869" y="3758810"/>
                  </a:lnTo>
                  <a:lnTo>
                    <a:pt x="8968057" y="3825662"/>
                  </a:lnTo>
                  <a:lnTo>
                    <a:pt x="9002661" y="3888591"/>
                  </a:lnTo>
                  <a:lnTo>
                    <a:pt x="9037863" y="3947599"/>
                  </a:lnTo>
                  <a:lnTo>
                    <a:pt x="9073881" y="4002749"/>
                  </a:lnTo>
                  <a:lnTo>
                    <a:pt x="9084767" y="4018390"/>
                  </a:lnTo>
                  <a:lnTo>
                    <a:pt x="9130832" y="4079399"/>
                  </a:lnTo>
                  <a:lnTo>
                    <a:pt x="9179243" y="4134775"/>
                  </a:lnTo>
                  <a:lnTo>
                    <a:pt x="9230694" y="4184755"/>
                  </a:lnTo>
                  <a:lnTo>
                    <a:pt x="9285941" y="4229766"/>
                  </a:lnTo>
                  <a:lnTo>
                    <a:pt x="9345763" y="4270308"/>
                  </a:lnTo>
                  <a:lnTo>
                    <a:pt x="9410909" y="4306882"/>
                  </a:lnTo>
                  <a:lnTo>
                    <a:pt x="9482035" y="4339947"/>
                  </a:lnTo>
                  <a:lnTo>
                    <a:pt x="9559622" y="4369893"/>
                  </a:lnTo>
                  <a:lnTo>
                    <a:pt x="9643852" y="4397031"/>
                  </a:lnTo>
                  <a:lnTo>
                    <a:pt x="9734471" y="4421584"/>
                  </a:lnTo>
                  <a:lnTo>
                    <a:pt x="9830622" y="4443683"/>
                  </a:lnTo>
                  <a:lnTo>
                    <a:pt x="9930688" y="4463383"/>
                  </a:lnTo>
                  <a:lnTo>
                    <a:pt x="10032198" y="4480669"/>
                  </a:lnTo>
                  <a:lnTo>
                    <a:pt x="10131861" y="4495490"/>
                  </a:lnTo>
                  <a:lnTo>
                    <a:pt x="10225786" y="4507798"/>
                  </a:lnTo>
                  <a:lnTo>
                    <a:pt x="10309932" y="4517593"/>
                  </a:lnTo>
                  <a:lnTo>
                    <a:pt x="10380724" y="4524964"/>
                  </a:lnTo>
                  <a:lnTo>
                    <a:pt x="10435718" y="4530115"/>
                  </a:lnTo>
                  <a:lnTo>
                    <a:pt x="10474124" y="4533367"/>
                  </a:lnTo>
                  <a:lnTo>
                    <a:pt x="10497050" y="4535128"/>
                  </a:lnTo>
                  <a:lnTo>
                    <a:pt x="10507448" y="4535856"/>
                  </a:lnTo>
                  <a:lnTo>
                    <a:pt x="10509911" y="4536014"/>
                  </a:lnTo>
                  <a:lnTo>
                    <a:pt x="11981298" y="4536014"/>
                  </a:lnTo>
                  <a:lnTo>
                    <a:pt x="11981298" y="4511495"/>
                  </a:lnTo>
                  <a:lnTo>
                    <a:pt x="10509911" y="4511495"/>
                  </a:lnTo>
                  <a:lnTo>
                    <a:pt x="10508781" y="4511424"/>
                  </a:lnTo>
                  <a:lnTo>
                    <a:pt x="10501352" y="4510918"/>
                  </a:lnTo>
                  <a:lnTo>
                    <a:pt x="10482620" y="4509520"/>
                  </a:lnTo>
                  <a:lnTo>
                    <a:pt x="10449120" y="4506767"/>
                  </a:lnTo>
                  <a:lnTo>
                    <a:pt x="10399164" y="4502231"/>
                  </a:lnTo>
                  <a:lnTo>
                    <a:pt x="10332979" y="4495562"/>
                  </a:lnTo>
                  <a:lnTo>
                    <a:pt x="10252550" y="4486517"/>
                  </a:lnTo>
                  <a:lnTo>
                    <a:pt x="10161175" y="4474976"/>
                  </a:lnTo>
                  <a:lnTo>
                    <a:pt x="10062825" y="4460913"/>
                  </a:lnTo>
                  <a:lnTo>
                    <a:pt x="9961494" y="4444370"/>
                  </a:lnTo>
                  <a:lnTo>
                    <a:pt x="9860689" y="4425399"/>
                  </a:lnTo>
                  <a:lnTo>
                    <a:pt x="9763140" y="4404030"/>
                  </a:lnTo>
                  <a:lnTo>
                    <a:pt x="9670719" y="4380233"/>
                  </a:lnTo>
                  <a:lnTo>
                    <a:pt x="9584497" y="4353900"/>
                  </a:lnTo>
                  <a:lnTo>
                    <a:pt x="9504896" y="4324835"/>
                  </a:lnTo>
                  <a:lnTo>
                    <a:pt x="9431847" y="4292755"/>
                  </a:lnTo>
                  <a:lnTo>
                    <a:pt x="9364948" y="4257292"/>
                  </a:lnTo>
                  <a:lnTo>
                    <a:pt x="9303586" y="4218006"/>
                  </a:lnTo>
                  <a:lnTo>
                    <a:pt x="9247032" y="4174406"/>
                  </a:lnTo>
                  <a:lnTo>
                    <a:pt x="9194511" y="4125985"/>
                  </a:lnTo>
                  <a:lnTo>
                    <a:pt x="9145253" y="4072284"/>
                  </a:lnTo>
                  <a:lnTo>
                    <a:pt x="9098543" y="4012993"/>
                  </a:lnTo>
                  <a:lnTo>
                    <a:pt x="9084767" y="3993871"/>
                  </a:lnTo>
                  <a:lnTo>
                    <a:pt x="9048457" y="3939848"/>
                  </a:lnTo>
                  <a:lnTo>
                    <a:pt x="9013038" y="3881994"/>
                  </a:lnTo>
                  <a:lnTo>
                    <a:pt x="8978277" y="3820231"/>
                  </a:lnTo>
                  <a:lnTo>
                    <a:pt x="8943982" y="3754540"/>
                  </a:lnTo>
                  <a:lnTo>
                    <a:pt x="8910000" y="3684963"/>
                  </a:lnTo>
                  <a:lnTo>
                    <a:pt x="8876210" y="3611615"/>
                  </a:lnTo>
                  <a:lnTo>
                    <a:pt x="8842520" y="3534683"/>
                  </a:lnTo>
                  <a:lnTo>
                    <a:pt x="8808862" y="3454430"/>
                  </a:lnTo>
                  <a:lnTo>
                    <a:pt x="8775191" y="3371194"/>
                  </a:lnTo>
                  <a:lnTo>
                    <a:pt x="8741480" y="3285385"/>
                  </a:lnTo>
                  <a:lnTo>
                    <a:pt x="8707721" y="3197479"/>
                  </a:lnTo>
                  <a:lnTo>
                    <a:pt x="8673915" y="3108005"/>
                  </a:lnTo>
                  <a:lnTo>
                    <a:pt x="8640076" y="3017535"/>
                  </a:lnTo>
                  <a:lnTo>
                    <a:pt x="8606224" y="2926670"/>
                  </a:lnTo>
                  <a:lnTo>
                    <a:pt x="8572379" y="2836020"/>
                  </a:lnTo>
                  <a:lnTo>
                    <a:pt x="8538562" y="2746189"/>
                  </a:lnTo>
                  <a:lnTo>
                    <a:pt x="8504788" y="2657760"/>
                  </a:lnTo>
                  <a:lnTo>
                    <a:pt x="8471063" y="2571276"/>
                  </a:lnTo>
                  <a:lnTo>
                    <a:pt x="8437382" y="2487231"/>
                  </a:lnTo>
                  <a:lnTo>
                    <a:pt x="8403724" y="2406054"/>
                  </a:lnTo>
                  <a:lnTo>
                    <a:pt x="8370049" y="2328105"/>
                  </a:lnTo>
                  <a:lnTo>
                    <a:pt x="8336298" y="2253670"/>
                  </a:lnTo>
                  <a:lnTo>
                    <a:pt x="8302384" y="2182959"/>
                  </a:lnTo>
                  <a:lnTo>
                    <a:pt x="8268197" y="2116107"/>
                  </a:lnTo>
                  <a:lnTo>
                    <a:pt x="8233592" y="2053178"/>
                  </a:lnTo>
                  <a:lnTo>
                    <a:pt x="8198391" y="1994169"/>
                  </a:lnTo>
                  <a:lnTo>
                    <a:pt x="8162373" y="1939020"/>
                  </a:lnTo>
                  <a:lnTo>
                    <a:pt x="8151487" y="1923378"/>
                  </a:lnTo>
                  <a:lnTo>
                    <a:pt x="8105422" y="1862370"/>
                  </a:lnTo>
                  <a:lnTo>
                    <a:pt x="8057010" y="1806994"/>
                  </a:lnTo>
                  <a:lnTo>
                    <a:pt x="8005559" y="1757014"/>
                  </a:lnTo>
                  <a:lnTo>
                    <a:pt x="7950312" y="1712003"/>
                  </a:lnTo>
                  <a:lnTo>
                    <a:pt x="7890491" y="1671461"/>
                  </a:lnTo>
                  <a:lnTo>
                    <a:pt x="7825345" y="1634887"/>
                  </a:lnTo>
                  <a:lnTo>
                    <a:pt x="7754218" y="1601822"/>
                  </a:lnTo>
                  <a:lnTo>
                    <a:pt x="7676632" y="1571875"/>
                  </a:lnTo>
                  <a:lnTo>
                    <a:pt x="7592401" y="1544737"/>
                  </a:lnTo>
                  <a:lnTo>
                    <a:pt x="7501782" y="1520185"/>
                  </a:lnTo>
                  <a:lnTo>
                    <a:pt x="7405631" y="1498085"/>
                  </a:lnTo>
                  <a:lnTo>
                    <a:pt x="7305566" y="1478386"/>
                  </a:lnTo>
                  <a:lnTo>
                    <a:pt x="7204055" y="1461100"/>
                  </a:lnTo>
                  <a:lnTo>
                    <a:pt x="7104392" y="1446279"/>
                  </a:lnTo>
                  <a:lnTo>
                    <a:pt x="7010467" y="1433970"/>
                  </a:lnTo>
                  <a:lnTo>
                    <a:pt x="6926321" y="1424175"/>
                  </a:lnTo>
                  <a:lnTo>
                    <a:pt x="6855530" y="1416805"/>
                  </a:lnTo>
                  <a:lnTo>
                    <a:pt x="6800536" y="1411654"/>
                  </a:lnTo>
                  <a:lnTo>
                    <a:pt x="6762130" y="1408402"/>
                  </a:lnTo>
                  <a:lnTo>
                    <a:pt x="6739203" y="1406641"/>
                  </a:lnTo>
                  <a:lnTo>
                    <a:pt x="6728805" y="1405913"/>
                  </a:lnTo>
                  <a:lnTo>
                    <a:pt x="6726343" y="1405755"/>
                  </a:lnTo>
                  <a:lnTo>
                    <a:pt x="5254955" y="1405755"/>
                  </a:lnTo>
                  <a:lnTo>
                    <a:pt x="5253741" y="1405721"/>
                  </a:lnTo>
                  <a:lnTo>
                    <a:pt x="5245774" y="1405474"/>
                  </a:lnTo>
                  <a:lnTo>
                    <a:pt x="5225728" y="1404793"/>
                  </a:lnTo>
                  <a:lnTo>
                    <a:pt x="5189988" y="1403452"/>
                  </a:lnTo>
                  <a:lnTo>
                    <a:pt x="5136916" y="1401246"/>
                  </a:lnTo>
                  <a:lnTo>
                    <a:pt x="5066976" y="1398009"/>
                  </a:lnTo>
                  <a:lnTo>
                    <a:pt x="4982528" y="1393631"/>
                  </a:lnTo>
                  <a:lnTo>
                    <a:pt x="4887279" y="1388062"/>
                  </a:lnTo>
                  <a:lnTo>
                    <a:pt x="4785550" y="1381298"/>
                  </a:lnTo>
                  <a:lnTo>
                    <a:pt x="4681562" y="1373360"/>
                  </a:lnTo>
                  <a:lnTo>
                    <a:pt x="4578911" y="1364275"/>
                  </a:lnTo>
                  <a:lnTo>
                    <a:pt x="4480295" y="1354048"/>
                  </a:lnTo>
                  <a:lnTo>
                    <a:pt x="4387472" y="1342657"/>
                  </a:lnTo>
                  <a:lnTo>
                    <a:pt x="4301363" y="1330035"/>
                  </a:lnTo>
                  <a:lnTo>
                    <a:pt x="4222227" y="1316074"/>
                  </a:lnTo>
                  <a:lnTo>
                    <a:pt x="4149846" y="1300619"/>
                  </a:lnTo>
                  <a:lnTo>
                    <a:pt x="4083688" y="1283479"/>
                  </a:lnTo>
                  <a:lnTo>
                    <a:pt x="4023031" y="1264426"/>
                  </a:lnTo>
                  <a:lnTo>
                    <a:pt x="3967064" y="1243215"/>
                  </a:lnTo>
                  <a:lnTo>
                    <a:pt x="3914949" y="1219607"/>
                  </a:lnTo>
                  <a:lnTo>
                    <a:pt x="3865882" y="1193406"/>
                  </a:lnTo>
                  <a:lnTo>
                    <a:pt x="3829811" y="1171463"/>
                  </a:lnTo>
                  <a:lnTo>
                    <a:pt x="3782424" y="1139069"/>
                  </a:lnTo>
                  <a:lnTo>
                    <a:pt x="3736438" y="1103678"/>
                  </a:lnTo>
                  <a:lnTo>
                    <a:pt x="3691374" y="1065236"/>
                  </a:lnTo>
                  <a:lnTo>
                    <a:pt x="3646867" y="1023774"/>
                  </a:lnTo>
                  <a:lnTo>
                    <a:pt x="3602650" y="979414"/>
                  </a:lnTo>
                  <a:lnTo>
                    <a:pt x="3558538" y="932377"/>
                  </a:lnTo>
                  <a:lnTo>
                    <a:pt x="3514414" y="882986"/>
                  </a:lnTo>
                  <a:lnTo>
                    <a:pt x="3470219" y="831658"/>
                  </a:lnTo>
                  <a:lnTo>
                    <a:pt x="3425941" y="778897"/>
                  </a:lnTo>
                  <a:lnTo>
                    <a:pt x="3381601" y="725269"/>
                  </a:lnTo>
                  <a:lnTo>
                    <a:pt x="3337242" y="671383"/>
                  </a:lnTo>
                  <a:lnTo>
                    <a:pt x="3292910" y="617860"/>
                  </a:lnTo>
                  <a:lnTo>
                    <a:pt x="3248645" y="565303"/>
                  </a:lnTo>
                  <a:lnTo>
                    <a:pt x="3204464" y="514270"/>
                  </a:lnTo>
                  <a:lnTo>
                    <a:pt x="3160347" y="465250"/>
                  </a:lnTo>
                  <a:lnTo>
                    <a:pt x="3116227" y="418645"/>
                  </a:lnTo>
                  <a:lnTo>
                    <a:pt x="3071976" y="374762"/>
                  </a:lnTo>
                  <a:lnTo>
                    <a:pt x="3027397" y="333805"/>
                  </a:lnTo>
                  <a:lnTo>
                    <a:pt x="2982205" y="295879"/>
                  </a:lnTo>
                  <a:lnTo>
                    <a:pt x="2936020" y="261001"/>
                  </a:lnTo>
                  <a:lnTo>
                    <a:pt x="2896531" y="234292"/>
                  </a:lnTo>
                  <a:lnTo>
                    <a:pt x="2849305" y="206031"/>
                  </a:lnTo>
                  <a:lnTo>
                    <a:pt x="2799599" y="180444"/>
                  </a:lnTo>
                  <a:lnTo>
                    <a:pt x="2746664" y="157412"/>
                  </a:lnTo>
                  <a:lnTo>
                    <a:pt x="2689684" y="136725"/>
                  </a:lnTo>
                  <a:lnTo>
                    <a:pt x="2627821" y="118137"/>
                  </a:lnTo>
                  <a:lnTo>
                    <a:pt x="2560277" y="101406"/>
                  </a:lnTo>
                  <a:lnTo>
                    <a:pt x="2486367" y="86314"/>
                  </a:lnTo>
                  <a:lnTo>
                    <a:pt x="2405617" y="72676"/>
                  </a:lnTo>
                  <a:lnTo>
                    <a:pt x="2317906" y="60348"/>
                  </a:lnTo>
                  <a:lnTo>
                    <a:pt x="2223629" y="49231"/>
                  </a:lnTo>
                  <a:lnTo>
                    <a:pt x="2123886" y="39270"/>
                  </a:lnTo>
                  <a:lnTo>
                    <a:pt x="2020650" y="30449"/>
                  </a:lnTo>
                  <a:lnTo>
                    <a:pt x="1916837" y="22781"/>
                  </a:lnTo>
                  <a:lnTo>
                    <a:pt x="1816221" y="16293"/>
                  </a:lnTo>
                  <a:lnTo>
                    <a:pt x="1723104" y="11003"/>
                  </a:lnTo>
                  <a:lnTo>
                    <a:pt x="1641730" y="6896"/>
                  </a:lnTo>
                  <a:lnTo>
                    <a:pt x="1575557" y="3910"/>
                  </a:lnTo>
                  <a:lnTo>
                    <a:pt x="1526542" y="1922"/>
                  </a:lnTo>
                  <a:lnTo>
                    <a:pt x="1494666" y="753"/>
                  </a:lnTo>
                  <a:lnTo>
                    <a:pt x="1477813" y="193"/>
                  </a:lnTo>
                  <a:lnTo>
                    <a:pt x="1471944" y="15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426" name="pl426"/>
            <p:cNvSpPr/>
            <p:nvPr/>
          </p:nvSpPr>
          <p:spPr>
            <a:xfrm>
              <a:off x="4799595" y="3876415"/>
              <a:ext cx="11981298" cy="4511495"/>
            </a:xfrm>
            <a:custGeom>
              <a:avLst/>
              <a:pathLst>
                <a:path w="11981298" h="4511495">
                  <a:moveTo>
                    <a:pt x="0" y="0"/>
                  </a:moveTo>
                  <a:lnTo>
                    <a:pt x="1471387" y="0"/>
                  </a:lnTo>
                  <a:lnTo>
                    <a:pt x="1472601" y="34"/>
                  </a:lnTo>
                  <a:lnTo>
                    <a:pt x="1480569" y="281"/>
                  </a:lnTo>
                  <a:lnTo>
                    <a:pt x="1500614" y="962"/>
                  </a:lnTo>
                  <a:lnTo>
                    <a:pt x="1536354" y="2303"/>
                  </a:lnTo>
                  <a:lnTo>
                    <a:pt x="1589426" y="4509"/>
                  </a:lnTo>
                  <a:lnTo>
                    <a:pt x="1659366" y="7746"/>
                  </a:lnTo>
                  <a:lnTo>
                    <a:pt x="1743814" y="12124"/>
                  </a:lnTo>
                  <a:lnTo>
                    <a:pt x="1839063" y="17692"/>
                  </a:lnTo>
                  <a:lnTo>
                    <a:pt x="1940792" y="24457"/>
                  </a:lnTo>
                  <a:lnTo>
                    <a:pt x="2044780" y="32394"/>
                  </a:lnTo>
                  <a:lnTo>
                    <a:pt x="2147431" y="41480"/>
                  </a:lnTo>
                  <a:lnTo>
                    <a:pt x="2246047" y="51706"/>
                  </a:lnTo>
                  <a:lnTo>
                    <a:pt x="2338870" y="63098"/>
                  </a:lnTo>
                  <a:lnTo>
                    <a:pt x="2424979" y="75719"/>
                  </a:lnTo>
                  <a:lnTo>
                    <a:pt x="2504115" y="89681"/>
                  </a:lnTo>
                  <a:lnTo>
                    <a:pt x="2576496" y="105135"/>
                  </a:lnTo>
                  <a:lnTo>
                    <a:pt x="2642655" y="122276"/>
                  </a:lnTo>
                  <a:lnTo>
                    <a:pt x="2703311" y="141329"/>
                  </a:lnTo>
                  <a:lnTo>
                    <a:pt x="2759278" y="162539"/>
                  </a:lnTo>
                  <a:lnTo>
                    <a:pt x="2811393" y="186147"/>
                  </a:lnTo>
                  <a:lnTo>
                    <a:pt x="2860460" y="212349"/>
                  </a:lnTo>
                  <a:lnTo>
                    <a:pt x="2896531" y="234292"/>
                  </a:lnTo>
                  <a:lnTo>
                    <a:pt x="2943918" y="266686"/>
                  </a:lnTo>
                  <a:lnTo>
                    <a:pt x="2989904" y="302077"/>
                  </a:lnTo>
                  <a:lnTo>
                    <a:pt x="3034968" y="340519"/>
                  </a:lnTo>
                  <a:lnTo>
                    <a:pt x="3079475" y="381981"/>
                  </a:lnTo>
                  <a:lnTo>
                    <a:pt x="3123692" y="426341"/>
                  </a:lnTo>
                  <a:lnTo>
                    <a:pt x="3167804" y="473378"/>
                  </a:lnTo>
                  <a:lnTo>
                    <a:pt x="3211928" y="522769"/>
                  </a:lnTo>
                  <a:lnTo>
                    <a:pt x="3256123" y="574097"/>
                  </a:lnTo>
                  <a:lnTo>
                    <a:pt x="3300401" y="626858"/>
                  </a:lnTo>
                  <a:lnTo>
                    <a:pt x="3344741" y="680486"/>
                  </a:lnTo>
                  <a:lnTo>
                    <a:pt x="3389100" y="734371"/>
                  </a:lnTo>
                  <a:lnTo>
                    <a:pt x="3433432" y="787894"/>
                  </a:lnTo>
                  <a:lnTo>
                    <a:pt x="3477697" y="840452"/>
                  </a:lnTo>
                  <a:lnTo>
                    <a:pt x="3521878" y="891485"/>
                  </a:lnTo>
                  <a:lnTo>
                    <a:pt x="3565995" y="940505"/>
                  </a:lnTo>
                  <a:lnTo>
                    <a:pt x="3610115" y="987109"/>
                  </a:lnTo>
                  <a:lnTo>
                    <a:pt x="3654366" y="1030992"/>
                  </a:lnTo>
                  <a:lnTo>
                    <a:pt x="3698946" y="1071950"/>
                  </a:lnTo>
                  <a:lnTo>
                    <a:pt x="3744137" y="1109875"/>
                  </a:lnTo>
                  <a:lnTo>
                    <a:pt x="3790322" y="1144754"/>
                  </a:lnTo>
                  <a:lnTo>
                    <a:pt x="3829811" y="1171463"/>
                  </a:lnTo>
                  <a:lnTo>
                    <a:pt x="3877037" y="1199724"/>
                  </a:lnTo>
                  <a:lnTo>
                    <a:pt x="3926743" y="1225311"/>
                  </a:lnTo>
                  <a:lnTo>
                    <a:pt x="3979678" y="1248343"/>
                  </a:lnTo>
                  <a:lnTo>
                    <a:pt x="4036659" y="1269030"/>
                  </a:lnTo>
                  <a:lnTo>
                    <a:pt x="4098522" y="1287618"/>
                  </a:lnTo>
                  <a:lnTo>
                    <a:pt x="4166065" y="1304348"/>
                  </a:lnTo>
                  <a:lnTo>
                    <a:pt x="4239975" y="1319441"/>
                  </a:lnTo>
                  <a:lnTo>
                    <a:pt x="4320725" y="1333079"/>
                  </a:lnTo>
                  <a:lnTo>
                    <a:pt x="4408436" y="1345407"/>
                  </a:lnTo>
                  <a:lnTo>
                    <a:pt x="4502714" y="1356524"/>
                  </a:lnTo>
                  <a:lnTo>
                    <a:pt x="4602456" y="1366485"/>
                  </a:lnTo>
                  <a:lnTo>
                    <a:pt x="4705693" y="1375305"/>
                  </a:lnTo>
                  <a:lnTo>
                    <a:pt x="4809506" y="1382973"/>
                  </a:lnTo>
                  <a:lnTo>
                    <a:pt x="4910121" y="1389462"/>
                  </a:lnTo>
                  <a:lnTo>
                    <a:pt x="5003238" y="1394752"/>
                  </a:lnTo>
                  <a:lnTo>
                    <a:pt x="5084612" y="1398858"/>
                  </a:lnTo>
                  <a:lnTo>
                    <a:pt x="5150785" y="1401844"/>
                  </a:lnTo>
                  <a:lnTo>
                    <a:pt x="5199800" y="1403833"/>
                  </a:lnTo>
                  <a:lnTo>
                    <a:pt x="5231676" y="1405002"/>
                  </a:lnTo>
                  <a:lnTo>
                    <a:pt x="5248530" y="1405562"/>
                  </a:lnTo>
                  <a:lnTo>
                    <a:pt x="5254398" y="1405740"/>
                  </a:lnTo>
                  <a:lnTo>
                    <a:pt x="5254955" y="1405755"/>
                  </a:lnTo>
                  <a:lnTo>
                    <a:pt x="6726343" y="1405755"/>
                  </a:lnTo>
                  <a:lnTo>
                    <a:pt x="6727472" y="1405826"/>
                  </a:lnTo>
                  <a:lnTo>
                    <a:pt x="6734901" y="1406332"/>
                  </a:lnTo>
                  <a:lnTo>
                    <a:pt x="6753633" y="1407730"/>
                  </a:lnTo>
                  <a:lnTo>
                    <a:pt x="6787134" y="1410483"/>
                  </a:lnTo>
                  <a:lnTo>
                    <a:pt x="6837089" y="1415019"/>
                  </a:lnTo>
                  <a:lnTo>
                    <a:pt x="6903274" y="1421688"/>
                  </a:lnTo>
                  <a:lnTo>
                    <a:pt x="6983703" y="1430732"/>
                  </a:lnTo>
                  <a:lnTo>
                    <a:pt x="7075078" y="1442274"/>
                  </a:lnTo>
                  <a:lnTo>
                    <a:pt x="7173428" y="1456336"/>
                  </a:lnTo>
                  <a:lnTo>
                    <a:pt x="7274759" y="1472880"/>
                  </a:lnTo>
                  <a:lnTo>
                    <a:pt x="7375564" y="1491850"/>
                  </a:lnTo>
                  <a:lnTo>
                    <a:pt x="7473113" y="1513219"/>
                  </a:lnTo>
                  <a:lnTo>
                    <a:pt x="7565535" y="1537017"/>
                  </a:lnTo>
                  <a:lnTo>
                    <a:pt x="7651756" y="1563350"/>
                  </a:lnTo>
                  <a:lnTo>
                    <a:pt x="7731358" y="1592415"/>
                  </a:lnTo>
                  <a:lnTo>
                    <a:pt x="7804406" y="1624495"/>
                  </a:lnTo>
                  <a:lnTo>
                    <a:pt x="7871305" y="1659958"/>
                  </a:lnTo>
                  <a:lnTo>
                    <a:pt x="7932667" y="1699244"/>
                  </a:lnTo>
                  <a:lnTo>
                    <a:pt x="7989221" y="1742844"/>
                  </a:lnTo>
                  <a:lnTo>
                    <a:pt x="8041743" y="1791265"/>
                  </a:lnTo>
                  <a:lnTo>
                    <a:pt x="8091000" y="1844966"/>
                  </a:lnTo>
                  <a:lnTo>
                    <a:pt x="8137710" y="1904257"/>
                  </a:lnTo>
                  <a:lnTo>
                    <a:pt x="8151487" y="1923378"/>
                  </a:lnTo>
                  <a:lnTo>
                    <a:pt x="8187797" y="1977402"/>
                  </a:lnTo>
                  <a:lnTo>
                    <a:pt x="8223215" y="2035256"/>
                  </a:lnTo>
                  <a:lnTo>
                    <a:pt x="8257977" y="2097019"/>
                  </a:lnTo>
                  <a:lnTo>
                    <a:pt x="8292272" y="2162710"/>
                  </a:lnTo>
                  <a:lnTo>
                    <a:pt x="8326253" y="2232286"/>
                  </a:lnTo>
                  <a:lnTo>
                    <a:pt x="8360043" y="2305635"/>
                  </a:lnTo>
                  <a:lnTo>
                    <a:pt x="8393733" y="2382567"/>
                  </a:lnTo>
                  <a:lnTo>
                    <a:pt x="8427391" y="2462820"/>
                  </a:lnTo>
                  <a:lnTo>
                    <a:pt x="8461063" y="2546056"/>
                  </a:lnTo>
                  <a:lnTo>
                    <a:pt x="8494773" y="2631865"/>
                  </a:lnTo>
                  <a:lnTo>
                    <a:pt x="8528533" y="2719771"/>
                  </a:lnTo>
                  <a:lnTo>
                    <a:pt x="8562338" y="2809245"/>
                  </a:lnTo>
                  <a:lnTo>
                    <a:pt x="8596177" y="2899714"/>
                  </a:lnTo>
                  <a:lnTo>
                    <a:pt x="8630029" y="2990580"/>
                  </a:lnTo>
                  <a:lnTo>
                    <a:pt x="8663874" y="3081230"/>
                  </a:lnTo>
                  <a:lnTo>
                    <a:pt x="8697691" y="3171061"/>
                  </a:lnTo>
                  <a:lnTo>
                    <a:pt x="8731465" y="3259490"/>
                  </a:lnTo>
                  <a:lnTo>
                    <a:pt x="8765190" y="3345973"/>
                  </a:lnTo>
                  <a:lnTo>
                    <a:pt x="8798871" y="3430019"/>
                  </a:lnTo>
                  <a:lnTo>
                    <a:pt x="8832529" y="3511196"/>
                  </a:lnTo>
                  <a:lnTo>
                    <a:pt x="8866204" y="3589145"/>
                  </a:lnTo>
                  <a:lnTo>
                    <a:pt x="8899955" y="3663580"/>
                  </a:lnTo>
                  <a:lnTo>
                    <a:pt x="8933869" y="3734291"/>
                  </a:lnTo>
                  <a:lnTo>
                    <a:pt x="8968057" y="3801143"/>
                  </a:lnTo>
                  <a:lnTo>
                    <a:pt x="9002661" y="3864072"/>
                  </a:lnTo>
                  <a:lnTo>
                    <a:pt x="9037863" y="3923080"/>
                  </a:lnTo>
                  <a:lnTo>
                    <a:pt x="9073881" y="3978230"/>
                  </a:lnTo>
                  <a:lnTo>
                    <a:pt x="9084767" y="3993871"/>
                  </a:lnTo>
                  <a:lnTo>
                    <a:pt x="9130832" y="4054880"/>
                  </a:lnTo>
                  <a:lnTo>
                    <a:pt x="9179243" y="4110256"/>
                  </a:lnTo>
                  <a:lnTo>
                    <a:pt x="9230694" y="4160236"/>
                  </a:lnTo>
                  <a:lnTo>
                    <a:pt x="9285941" y="4205247"/>
                  </a:lnTo>
                  <a:lnTo>
                    <a:pt x="9345763" y="4245789"/>
                  </a:lnTo>
                  <a:lnTo>
                    <a:pt x="9410909" y="4282363"/>
                  </a:lnTo>
                  <a:lnTo>
                    <a:pt x="9482035" y="4315428"/>
                  </a:lnTo>
                  <a:lnTo>
                    <a:pt x="9559622" y="4345374"/>
                  </a:lnTo>
                  <a:lnTo>
                    <a:pt x="9643852" y="4372512"/>
                  </a:lnTo>
                  <a:lnTo>
                    <a:pt x="9734471" y="4397065"/>
                  </a:lnTo>
                  <a:lnTo>
                    <a:pt x="9830622" y="4419164"/>
                  </a:lnTo>
                  <a:lnTo>
                    <a:pt x="9930688" y="4438864"/>
                  </a:lnTo>
                  <a:lnTo>
                    <a:pt x="10032198" y="4456150"/>
                  </a:lnTo>
                  <a:lnTo>
                    <a:pt x="10131861" y="4470971"/>
                  </a:lnTo>
                  <a:lnTo>
                    <a:pt x="10225786" y="4483279"/>
                  </a:lnTo>
                  <a:lnTo>
                    <a:pt x="10309932" y="4493074"/>
                  </a:lnTo>
                  <a:lnTo>
                    <a:pt x="10380724" y="4500445"/>
                  </a:lnTo>
                  <a:lnTo>
                    <a:pt x="10435718" y="4505596"/>
                  </a:lnTo>
                  <a:lnTo>
                    <a:pt x="10474124" y="4508848"/>
                  </a:lnTo>
                  <a:lnTo>
                    <a:pt x="10497050" y="4510609"/>
                  </a:lnTo>
                  <a:lnTo>
                    <a:pt x="10507448" y="4511337"/>
                  </a:lnTo>
                  <a:lnTo>
                    <a:pt x="10509878" y="4511493"/>
                  </a:lnTo>
                  <a:lnTo>
                    <a:pt x="10509911" y="4511495"/>
                  </a:lnTo>
                  <a:lnTo>
                    <a:pt x="11981298" y="451149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27" name="pl427"/>
            <p:cNvSpPr/>
            <p:nvPr/>
          </p:nvSpPr>
          <p:spPr>
            <a:xfrm>
              <a:off x="4799595" y="3851896"/>
              <a:ext cx="11981298" cy="4511495"/>
            </a:xfrm>
            <a:custGeom>
              <a:avLst/>
              <a:pathLst>
                <a:path w="11981298" h="4511495">
                  <a:moveTo>
                    <a:pt x="11981298" y="4511495"/>
                  </a:moveTo>
                  <a:lnTo>
                    <a:pt x="10509911" y="4511495"/>
                  </a:lnTo>
                  <a:lnTo>
                    <a:pt x="10508781" y="4511424"/>
                  </a:lnTo>
                  <a:lnTo>
                    <a:pt x="10501352" y="4510918"/>
                  </a:lnTo>
                  <a:lnTo>
                    <a:pt x="10482620" y="4509520"/>
                  </a:lnTo>
                  <a:lnTo>
                    <a:pt x="10449120" y="4506767"/>
                  </a:lnTo>
                  <a:lnTo>
                    <a:pt x="10399164" y="4502231"/>
                  </a:lnTo>
                  <a:lnTo>
                    <a:pt x="10332979" y="4495562"/>
                  </a:lnTo>
                  <a:lnTo>
                    <a:pt x="10252550" y="4486517"/>
                  </a:lnTo>
                  <a:lnTo>
                    <a:pt x="10161175" y="4474976"/>
                  </a:lnTo>
                  <a:lnTo>
                    <a:pt x="10062825" y="4460913"/>
                  </a:lnTo>
                  <a:lnTo>
                    <a:pt x="9961494" y="4444370"/>
                  </a:lnTo>
                  <a:lnTo>
                    <a:pt x="9860689" y="4425399"/>
                  </a:lnTo>
                  <a:lnTo>
                    <a:pt x="9763140" y="4404030"/>
                  </a:lnTo>
                  <a:lnTo>
                    <a:pt x="9670719" y="4380233"/>
                  </a:lnTo>
                  <a:lnTo>
                    <a:pt x="9584497" y="4353900"/>
                  </a:lnTo>
                  <a:lnTo>
                    <a:pt x="9504896" y="4324835"/>
                  </a:lnTo>
                  <a:lnTo>
                    <a:pt x="9431847" y="4292755"/>
                  </a:lnTo>
                  <a:lnTo>
                    <a:pt x="9364948" y="4257292"/>
                  </a:lnTo>
                  <a:lnTo>
                    <a:pt x="9303586" y="4218006"/>
                  </a:lnTo>
                  <a:lnTo>
                    <a:pt x="9247032" y="4174406"/>
                  </a:lnTo>
                  <a:lnTo>
                    <a:pt x="9194511" y="4125985"/>
                  </a:lnTo>
                  <a:lnTo>
                    <a:pt x="9145253" y="4072284"/>
                  </a:lnTo>
                  <a:lnTo>
                    <a:pt x="9098543" y="4012993"/>
                  </a:lnTo>
                  <a:lnTo>
                    <a:pt x="9084767" y="3993871"/>
                  </a:lnTo>
                  <a:lnTo>
                    <a:pt x="9048457" y="3939848"/>
                  </a:lnTo>
                  <a:lnTo>
                    <a:pt x="9013038" y="3881994"/>
                  </a:lnTo>
                  <a:lnTo>
                    <a:pt x="8978277" y="3820231"/>
                  </a:lnTo>
                  <a:lnTo>
                    <a:pt x="8943982" y="3754540"/>
                  </a:lnTo>
                  <a:lnTo>
                    <a:pt x="8910000" y="3684963"/>
                  </a:lnTo>
                  <a:lnTo>
                    <a:pt x="8876210" y="3611615"/>
                  </a:lnTo>
                  <a:lnTo>
                    <a:pt x="8842520" y="3534683"/>
                  </a:lnTo>
                  <a:lnTo>
                    <a:pt x="8808862" y="3454430"/>
                  </a:lnTo>
                  <a:lnTo>
                    <a:pt x="8775191" y="3371194"/>
                  </a:lnTo>
                  <a:lnTo>
                    <a:pt x="8741480" y="3285385"/>
                  </a:lnTo>
                  <a:lnTo>
                    <a:pt x="8707721" y="3197479"/>
                  </a:lnTo>
                  <a:lnTo>
                    <a:pt x="8673915" y="3108005"/>
                  </a:lnTo>
                  <a:lnTo>
                    <a:pt x="8640076" y="3017535"/>
                  </a:lnTo>
                  <a:lnTo>
                    <a:pt x="8606224" y="2926670"/>
                  </a:lnTo>
                  <a:lnTo>
                    <a:pt x="8572379" y="2836020"/>
                  </a:lnTo>
                  <a:lnTo>
                    <a:pt x="8538562" y="2746189"/>
                  </a:lnTo>
                  <a:lnTo>
                    <a:pt x="8504788" y="2657760"/>
                  </a:lnTo>
                  <a:lnTo>
                    <a:pt x="8471063" y="2571276"/>
                  </a:lnTo>
                  <a:lnTo>
                    <a:pt x="8437382" y="2487231"/>
                  </a:lnTo>
                  <a:lnTo>
                    <a:pt x="8403724" y="2406054"/>
                  </a:lnTo>
                  <a:lnTo>
                    <a:pt x="8370049" y="2328105"/>
                  </a:lnTo>
                  <a:lnTo>
                    <a:pt x="8336298" y="2253670"/>
                  </a:lnTo>
                  <a:lnTo>
                    <a:pt x="8302384" y="2182959"/>
                  </a:lnTo>
                  <a:lnTo>
                    <a:pt x="8268197" y="2116107"/>
                  </a:lnTo>
                  <a:lnTo>
                    <a:pt x="8233592" y="2053178"/>
                  </a:lnTo>
                  <a:lnTo>
                    <a:pt x="8198391" y="1994169"/>
                  </a:lnTo>
                  <a:lnTo>
                    <a:pt x="8162373" y="1939020"/>
                  </a:lnTo>
                  <a:lnTo>
                    <a:pt x="8151487" y="1923378"/>
                  </a:lnTo>
                  <a:lnTo>
                    <a:pt x="8105422" y="1862370"/>
                  </a:lnTo>
                  <a:lnTo>
                    <a:pt x="8057010" y="1806994"/>
                  </a:lnTo>
                  <a:lnTo>
                    <a:pt x="8005559" y="1757014"/>
                  </a:lnTo>
                  <a:lnTo>
                    <a:pt x="7950312" y="1712003"/>
                  </a:lnTo>
                  <a:lnTo>
                    <a:pt x="7890491" y="1671461"/>
                  </a:lnTo>
                  <a:lnTo>
                    <a:pt x="7825345" y="1634887"/>
                  </a:lnTo>
                  <a:lnTo>
                    <a:pt x="7754218" y="1601822"/>
                  </a:lnTo>
                  <a:lnTo>
                    <a:pt x="7676632" y="1571875"/>
                  </a:lnTo>
                  <a:lnTo>
                    <a:pt x="7592401" y="1544737"/>
                  </a:lnTo>
                  <a:lnTo>
                    <a:pt x="7501782" y="1520185"/>
                  </a:lnTo>
                  <a:lnTo>
                    <a:pt x="7405631" y="1498085"/>
                  </a:lnTo>
                  <a:lnTo>
                    <a:pt x="7305566" y="1478386"/>
                  </a:lnTo>
                  <a:lnTo>
                    <a:pt x="7204055" y="1461100"/>
                  </a:lnTo>
                  <a:lnTo>
                    <a:pt x="7104392" y="1446279"/>
                  </a:lnTo>
                  <a:lnTo>
                    <a:pt x="7010467" y="1433970"/>
                  </a:lnTo>
                  <a:lnTo>
                    <a:pt x="6926321" y="1424175"/>
                  </a:lnTo>
                  <a:lnTo>
                    <a:pt x="6855530" y="1416805"/>
                  </a:lnTo>
                  <a:lnTo>
                    <a:pt x="6800536" y="1411654"/>
                  </a:lnTo>
                  <a:lnTo>
                    <a:pt x="6762130" y="1408402"/>
                  </a:lnTo>
                  <a:lnTo>
                    <a:pt x="6739203" y="1406641"/>
                  </a:lnTo>
                  <a:lnTo>
                    <a:pt x="6728805" y="1405913"/>
                  </a:lnTo>
                  <a:lnTo>
                    <a:pt x="6726375" y="1405757"/>
                  </a:lnTo>
                  <a:lnTo>
                    <a:pt x="6726343" y="1405755"/>
                  </a:lnTo>
                  <a:lnTo>
                    <a:pt x="5254955" y="1405755"/>
                  </a:lnTo>
                  <a:lnTo>
                    <a:pt x="5253741" y="1405721"/>
                  </a:lnTo>
                  <a:lnTo>
                    <a:pt x="5245774" y="1405474"/>
                  </a:lnTo>
                  <a:lnTo>
                    <a:pt x="5225728" y="1404793"/>
                  </a:lnTo>
                  <a:lnTo>
                    <a:pt x="5189988" y="1403452"/>
                  </a:lnTo>
                  <a:lnTo>
                    <a:pt x="5136916" y="1401246"/>
                  </a:lnTo>
                  <a:lnTo>
                    <a:pt x="5066976" y="1398009"/>
                  </a:lnTo>
                  <a:lnTo>
                    <a:pt x="4982528" y="1393631"/>
                  </a:lnTo>
                  <a:lnTo>
                    <a:pt x="4887279" y="1388062"/>
                  </a:lnTo>
                  <a:lnTo>
                    <a:pt x="4785550" y="1381298"/>
                  </a:lnTo>
                  <a:lnTo>
                    <a:pt x="4681562" y="1373360"/>
                  </a:lnTo>
                  <a:lnTo>
                    <a:pt x="4578911" y="1364275"/>
                  </a:lnTo>
                  <a:lnTo>
                    <a:pt x="4480295" y="1354048"/>
                  </a:lnTo>
                  <a:lnTo>
                    <a:pt x="4387472" y="1342657"/>
                  </a:lnTo>
                  <a:lnTo>
                    <a:pt x="4301363" y="1330035"/>
                  </a:lnTo>
                  <a:lnTo>
                    <a:pt x="4222227" y="1316074"/>
                  </a:lnTo>
                  <a:lnTo>
                    <a:pt x="4149846" y="1300619"/>
                  </a:lnTo>
                  <a:lnTo>
                    <a:pt x="4083688" y="1283479"/>
                  </a:lnTo>
                  <a:lnTo>
                    <a:pt x="4023031" y="1264426"/>
                  </a:lnTo>
                  <a:lnTo>
                    <a:pt x="3967064" y="1243215"/>
                  </a:lnTo>
                  <a:lnTo>
                    <a:pt x="3914949" y="1219607"/>
                  </a:lnTo>
                  <a:lnTo>
                    <a:pt x="3865882" y="1193406"/>
                  </a:lnTo>
                  <a:lnTo>
                    <a:pt x="3829811" y="1171463"/>
                  </a:lnTo>
                  <a:lnTo>
                    <a:pt x="3782424" y="1139069"/>
                  </a:lnTo>
                  <a:lnTo>
                    <a:pt x="3736438" y="1103678"/>
                  </a:lnTo>
                  <a:lnTo>
                    <a:pt x="3691374" y="1065236"/>
                  </a:lnTo>
                  <a:lnTo>
                    <a:pt x="3646867" y="1023774"/>
                  </a:lnTo>
                  <a:lnTo>
                    <a:pt x="3602650" y="979414"/>
                  </a:lnTo>
                  <a:lnTo>
                    <a:pt x="3558538" y="932377"/>
                  </a:lnTo>
                  <a:lnTo>
                    <a:pt x="3514414" y="882986"/>
                  </a:lnTo>
                  <a:lnTo>
                    <a:pt x="3470219" y="831658"/>
                  </a:lnTo>
                  <a:lnTo>
                    <a:pt x="3425941" y="778897"/>
                  </a:lnTo>
                  <a:lnTo>
                    <a:pt x="3381601" y="725269"/>
                  </a:lnTo>
                  <a:lnTo>
                    <a:pt x="3337242" y="671383"/>
                  </a:lnTo>
                  <a:lnTo>
                    <a:pt x="3292910" y="617860"/>
                  </a:lnTo>
                  <a:lnTo>
                    <a:pt x="3248645" y="565303"/>
                  </a:lnTo>
                  <a:lnTo>
                    <a:pt x="3204464" y="514270"/>
                  </a:lnTo>
                  <a:lnTo>
                    <a:pt x="3160347" y="465250"/>
                  </a:lnTo>
                  <a:lnTo>
                    <a:pt x="3116227" y="418645"/>
                  </a:lnTo>
                  <a:lnTo>
                    <a:pt x="3071976" y="374762"/>
                  </a:lnTo>
                  <a:lnTo>
                    <a:pt x="3027397" y="333805"/>
                  </a:lnTo>
                  <a:lnTo>
                    <a:pt x="2982205" y="295879"/>
                  </a:lnTo>
                  <a:lnTo>
                    <a:pt x="2936020" y="261001"/>
                  </a:lnTo>
                  <a:lnTo>
                    <a:pt x="2896531" y="234292"/>
                  </a:lnTo>
                  <a:lnTo>
                    <a:pt x="2849305" y="206031"/>
                  </a:lnTo>
                  <a:lnTo>
                    <a:pt x="2799599" y="180444"/>
                  </a:lnTo>
                  <a:lnTo>
                    <a:pt x="2746664" y="157412"/>
                  </a:lnTo>
                  <a:lnTo>
                    <a:pt x="2689684" y="136725"/>
                  </a:lnTo>
                  <a:lnTo>
                    <a:pt x="2627821" y="118137"/>
                  </a:lnTo>
                  <a:lnTo>
                    <a:pt x="2560277" y="101406"/>
                  </a:lnTo>
                  <a:lnTo>
                    <a:pt x="2486367" y="86314"/>
                  </a:lnTo>
                  <a:lnTo>
                    <a:pt x="2405617" y="72676"/>
                  </a:lnTo>
                  <a:lnTo>
                    <a:pt x="2317906" y="60348"/>
                  </a:lnTo>
                  <a:lnTo>
                    <a:pt x="2223629" y="49231"/>
                  </a:lnTo>
                  <a:lnTo>
                    <a:pt x="2123886" y="39270"/>
                  </a:lnTo>
                  <a:lnTo>
                    <a:pt x="2020650" y="30449"/>
                  </a:lnTo>
                  <a:lnTo>
                    <a:pt x="1916837" y="22781"/>
                  </a:lnTo>
                  <a:lnTo>
                    <a:pt x="1816221" y="16293"/>
                  </a:lnTo>
                  <a:lnTo>
                    <a:pt x="1723104" y="11003"/>
                  </a:lnTo>
                  <a:lnTo>
                    <a:pt x="1641730" y="6896"/>
                  </a:lnTo>
                  <a:lnTo>
                    <a:pt x="1575557" y="3910"/>
                  </a:lnTo>
                  <a:lnTo>
                    <a:pt x="1526542" y="1922"/>
                  </a:lnTo>
                  <a:lnTo>
                    <a:pt x="1494666" y="753"/>
                  </a:lnTo>
                  <a:lnTo>
                    <a:pt x="1477813" y="193"/>
                  </a:lnTo>
                  <a:lnTo>
                    <a:pt x="1471944" y="15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28" name="pg428"/>
            <p:cNvSpPr/>
            <p:nvPr/>
          </p:nvSpPr>
          <p:spPr>
            <a:xfrm>
              <a:off x="4799595" y="3876415"/>
              <a:ext cx="11981298" cy="5508600"/>
            </a:xfrm>
            <a:custGeom>
              <a:avLst/>
              <a:pathLst>
                <a:path w="11981298" h="5508600">
                  <a:moveTo>
                    <a:pt x="0" y="8172"/>
                  </a:moveTo>
                  <a:lnTo>
                    <a:pt x="1471387" y="8172"/>
                  </a:lnTo>
                  <a:lnTo>
                    <a:pt x="1472600" y="8207"/>
                  </a:lnTo>
                  <a:lnTo>
                    <a:pt x="1480564" y="8457"/>
                  </a:lnTo>
                  <a:lnTo>
                    <a:pt x="1500601" y="9146"/>
                  </a:lnTo>
                  <a:lnTo>
                    <a:pt x="1536327" y="10501"/>
                  </a:lnTo>
                  <a:lnTo>
                    <a:pt x="1589379" y="12732"/>
                  </a:lnTo>
                  <a:lnTo>
                    <a:pt x="1659294" y="16006"/>
                  </a:lnTo>
                  <a:lnTo>
                    <a:pt x="1743717" y="20432"/>
                  </a:lnTo>
                  <a:lnTo>
                    <a:pt x="1838941" y="26063"/>
                  </a:lnTo>
                  <a:lnTo>
                    <a:pt x="1940649" y="32904"/>
                  </a:lnTo>
                  <a:lnTo>
                    <a:pt x="2044620" y="40931"/>
                  </a:lnTo>
                  <a:lnTo>
                    <a:pt x="2147260" y="50119"/>
                  </a:lnTo>
                  <a:lnTo>
                    <a:pt x="2245870" y="60460"/>
                  </a:lnTo>
                  <a:lnTo>
                    <a:pt x="2338691" y="71980"/>
                  </a:lnTo>
                  <a:lnTo>
                    <a:pt x="2424801" y="84744"/>
                  </a:lnTo>
                  <a:lnTo>
                    <a:pt x="2503940" y="98862"/>
                  </a:lnTo>
                  <a:lnTo>
                    <a:pt x="2576326" y="114490"/>
                  </a:lnTo>
                  <a:lnTo>
                    <a:pt x="2642489" y="131823"/>
                  </a:lnTo>
                  <a:lnTo>
                    <a:pt x="2703150" y="151089"/>
                  </a:lnTo>
                  <a:lnTo>
                    <a:pt x="2759121" y="172536"/>
                  </a:lnTo>
                  <a:lnTo>
                    <a:pt x="2811237" y="196407"/>
                  </a:lnTo>
                  <a:lnTo>
                    <a:pt x="2860306" y="222901"/>
                  </a:lnTo>
                  <a:lnTo>
                    <a:pt x="2896531" y="245189"/>
                  </a:lnTo>
                  <a:lnTo>
                    <a:pt x="2943783" y="277860"/>
                  </a:lnTo>
                  <a:lnTo>
                    <a:pt x="2989639" y="313545"/>
                  </a:lnTo>
                  <a:lnTo>
                    <a:pt x="3034577" y="352298"/>
                  </a:lnTo>
                  <a:lnTo>
                    <a:pt x="3078958" y="394089"/>
                  </a:lnTo>
                  <a:lnTo>
                    <a:pt x="3123048" y="438797"/>
                  </a:lnTo>
                  <a:lnTo>
                    <a:pt x="3167033" y="486202"/>
                  </a:lnTo>
                  <a:lnTo>
                    <a:pt x="3211028" y="535980"/>
                  </a:lnTo>
                  <a:lnTo>
                    <a:pt x="3255092" y="587716"/>
                  </a:lnTo>
                  <a:lnTo>
                    <a:pt x="3299239" y="640906"/>
                  </a:lnTo>
                  <a:lnTo>
                    <a:pt x="3343448" y="694983"/>
                  </a:lnTo>
                  <a:lnTo>
                    <a:pt x="3387678" y="749338"/>
                  </a:lnTo>
                  <a:lnTo>
                    <a:pt x="3431883" y="803348"/>
                  </a:lnTo>
                  <a:lnTo>
                    <a:pt x="3476021" y="856407"/>
                  </a:lnTo>
                  <a:lnTo>
                    <a:pt x="3520077" y="907954"/>
                  </a:lnTo>
                  <a:lnTo>
                    <a:pt x="3564067" y="957494"/>
                  </a:lnTo>
                  <a:lnTo>
                    <a:pt x="3608056" y="1004621"/>
                  </a:lnTo>
                  <a:lnTo>
                    <a:pt x="3652167" y="1049022"/>
                  </a:lnTo>
                  <a:lnTo>
                    <a:pt x="3696594" y="1090489"/>
                  </a:lnTo>
                  <a:lnTo>
                    <a:pt x="3741612" y="1128910"/>
                  </a:lnTo>
                  <a:lnTo>
                    <a:pt x="3787594" y="1164265"/>
                  </a:lnTo>
                  <a:lnTo>
                    <a:pt x="3829811" y="1193257"/>
                  </a:lnTo>
                  <a:lnTo>
                    <a:pt x="3877029" y="1221843"/>
                  </a:lnTo>
                  <a:lnTo>
                    <a:pt x="3926727" y="1247724"/>
                  </a:lnTo>
                  <a:lnTo>
                    <a:pt x="3979652" y="1271021"/>
                  </a:lnTo>
                  <a:lnTo>
                    <a:pt x="4036622" y="1291947"/>
                  </a:lnTo>
                  <a:lnTo>
                    <a:pt x="4098472" y="1310750"/>
                  </a:lnTo>
                  <a:lnTo>
                    <a:pt x="4166000" y="1327673"/>
                  </a:lnTo>
                  <a:lnTo>
                    <a:pt x="4239892" y="1342940"/>
                  </a:lnTo>
                  <a:lnTo>
                    <a:pt x="4320621" y="1356737"/>
                  </a:lnTo>
                  <a:lnTo>
                    <a:pt x="4408310" y="1369208"/>
                  </a:lnTo>
                  <a:lnTo>
                    <a:pt x="4502564" y="1380454"/>
                  </a:lnTo>
                  <a:lnTo>
                    <a:pt x="4602284" y="1390531"/>
                  </a:lnTo>
                  <a:lnTo>
                    <a:pt x="4705500" y="1399455"/>
                  </a:lnTo>
                  <a:lnTo>
                    <a:pt x="4809300" y="1407213"/>
                  </a:lnTo>
                  <a:lnTo>
                    <a:pt x="4909911" y="1413778"/>
                  </a:lnTo>
                  <a:lnTo>
                    <a:pt x="5003036" y="1419132"/>
                  </a:lnTo>
                  <a:lnTo>
                    <a:pt x="5084429" y="1423288"/>
                  </a:lnTo>
                  <a:lnTo>
                    <a:pt x="5150634" y="1426311"/>
                  </a:lnTo>
                  <a:lnTo>
                    <a:pt x="5199689" y="1428325"/>
                  </a:lnTo>
                  <a:lnTo>
                    <a:pt x="5231606" y="1429509"/>
                  </a:lnTo>
                  <a:lnTo>
                    <a:pt x="5248497" y="1430078"/>
                  </a:lnTo>
                  <a:lnTo>
                    <a:pt x="5254391" y="1430258"/>
                  </a:lnTo>
                  <a:lnTo>
                    <a:pt x="5254955" y="1430274"/>
                  </a:lnTo>
                  <a:lnTo>
                    <a:pt x="6726343" y="1430274"/>
                  </a:lnTo>
                  <a:lnTo>
                    <a:pt x="6727280" y="1430351"/>
                  </a:lnTo>
                  <a:lnTo>
                    <a:pt x="6733470" y="1430899"/>
                  </a:lnTo>
                  <a:lnTo>
                    <a:pt x="6749160" y="1432414"/>
                  </a:lnTo>
                  <a:lnTo>
                    <a:pt x="6777429" y="1435400"/>
                  </a:lnTo>
                  <a:lnTo>
                    <a:pt x="6820005" y="1440334"/>
                  </a:lnTo>
                  <a:lnTo>
                    <a:pt x="6877135" y="1447626"/>
                  </a:lnTo>
                  <a:lnTo>
                    <a:pt x="6947634" y="1457581"/>
                  </a:lnTo>
                  <a:lnTo>
                    <a:pt x="7029141" y="1470383"/>
                  </a:lnTo>
                  <a:lnTo>
                    <a:pt x="7118549" y="1486100"/>
                  </a:lnTo>
                  <a:lnTo>
                    <a:pt x="7212495" y="1504720"/>
                  </a:lnTo>
                  <a:lnTo>
                    <a:pt x="7307798" y="1526186"/>
                  </a:lnTo>
                  <a:lnTo>
                    <a:pt x="7401763" y="1550443"/>
                  </a:lnTo>
                  <a:lnTo>
                    <a:pt x="7492343" y="1577477"/>
                  </a:lnTo>
                  <a:lnTo>
                    <a:pt x="7578153" y="1607337"/>
                  </a:lnTo>
                  <a:lnTo>
                    <a:pt x="7658409" y="1640156"/>
                  </a:lnTo>
                  <a:lnTo>
                    <a:pt x="7732819" y="1676157"/>
                  </a:lnTo>
                  <a:lnTo>
                    <a:pt x="7801457" y="1715654"/>
                  </a:lnTo>
                  <a:lnTo>
                    <a:pt x="7864654" y="1759044"/>
                  </a:lnTo>
                  <a:lnTo>
                    <a:pt x="7922910" y="1806801"/>
                  </a:lnTo>
                  <a:lnTo>
                    <a:pt x="7976819" y="1859454"/>
                  </a:lnTo>
                  <a:lnTo>
                    <a:pt x="8027019" y="1917554"/>
                  </a:lnTo>
                  <a:lnTo>
                    <a:pt x="8074152" y="1981624"/>
                  </a:lnTo>
                  <a:lnTo>
                    <a:pt x="8118828" y="2052069"/>
                  </a:lnTo>
                  <a:lnTo>
                    <a:pt x="8151487" y="2109995"/>
                  </a:lnTo>
                  <a:lnTo>
                    <a:pt x="8183810" y="2172806"/>
                  </a:lnTo>
                  <a:lnTo>
                    <a:pt x="8215406" y="2239579"/>
                  </a:lnTo>
                  <a:lnTo>
                    <a:pt x="8246446" y="2310395"/>
                  </a:lnTo>
                  <a:lnTo>
                    <a:pt x="8277072" y="2385289"/>
                  </a:lnTo>
                  <a:lnTo>
                    <a:pt x="8307399" y="2464243"/>
                  </a:lnTo>
                  <a:lnTo>
                    <a:pt x="8337526" y="2547186"/>
                  </a:lnTo>
                  <a:lnTo>
                    <a:pt x="8367527" y="2633987"/>
                  </a:lnTo>
                  <a:lnTo>
                    <a:pt x="8397464" y="2724454"/>
                  </a:lnTo>
                  <a:lnTo>
                    <a:pt x="8427381" y="2818334"/>
                  </a:lnTo>
                  <a:lnTo>
                    <a:pt x="8457308" y="2915309"/>
                  </a:lnTo>
                  <a:lnTo>
                    <a:pt x="8487265" y="3015005"/>
                  </a:lnTo>
                  <a:lnTo>
                    <a:pt x="8517260" y="3116993"/>
                  </a:lnTo>
                  <a:lnTo>
                    <a:pt x="8547293" y="3220798"/>
                  </a:lnTo>
                  <a:lnTo>
                    <a:pt x="8577358" y="3325905"/>
                  </a:lnTo>
                  <a:lnTo>
                    <a:pt x="8607443" y="3431771"/>
                  </a:lnTo>
                  <a:lnTo>
                    <a:pt x="8637533" y="3537838"/>
                  </a:lnTo>
                  <a:lnTo>
                    <a:pt x="8667613" y="3643541"/>
                  </a:lnTo>
                  <a:lnTo>
                    <a:pt x="8697670" y="3748326"/>
                  </a:lnTo>
                  <a:lnTo>
                    <a:pt x="8727693" y="3851655"/>
                  </a:lnTo>
                  <a:lnTo>
                    <a:pt x="8757676" y="3953026"/>
                  </a:lnTo>
                  <a:lnTo>
                    <a:pt x="8787623" y="4051975"/>
                  </a:lnTo>
                  <a:lnTo>
                    <a:pt x="8817545" y="4148089"/>
                  </a:lnTo>
                  <a:lnTo>
                    <a:pt x="8847463" y="4241009"/>
                  </a:lnTo>
                  <a:lnTo>
                    <a:pt x="8877414" y="4330437"/>
                  </a:lnTo>
                  <a:lnTo>
                    <a:pt x="8907445" y="4416137"/>
                  </a:lnTo>
                  <a:lnTo>
                    <a:pt x="8937621" y="4497934"/>
                  </a:lnTo>
                  <a:lnTo>
                    <a:pt x="8968024" y="4575716"/>
                  </a:lnTo>
                  <a:lnTo>
                    <a:pt x="8998757" y="4649427"/>
                  </a:lnTo>
                  <a:lnTo>
                    <a:pt x="9029942" y="4719065"/>
                  </a:lnTo>
                  <a:lnTo>
                    <a:pt x="9061730" y="4784680"/>
                  </a:lnTo>
                  <a:lnTo>
                    <a:pt x="9084767" y="4828879"/>
                  </a:lnTo>
                  <a:lnTo>
                    <a:pt x="9127947" y="4904296"/>
                  </a:lnTo>
                  <a:lnTo>
                    <a:pt x="9173159" y="4973185"/>
                  </a:lnTo>
                  <a:lnTo>
                    <a:pt x="9220970" y="5035780"/>
                  </a:lnTo>
                  <a:lnTo>
                    <a:pt x="9272000" y="5092524"/>
                  </a:lnTo>
                  <a:lnTo>
                    <a:pt x="9326895" y="5143953"/>
                  </a:lnTo>
                  <a:lnTo>
                    <a:pt x="9386284" y="5190616"/>
                  </a:lnTo>
                  <a:lnTo>
                    <a:pt x="9450746" y="5233032"/>
                  </a:lnTo>
                  <a:lnTo>
                    <a:pt x="9520745" y="5271657"/>
                  </a:lnTo>
                  <a:lnTo>
                    <a:pt x="9596563" y="5306870"/>
                  </a:lnTo>
                  <a:lnTo>
                    <a:pt x="9678195" y="5338962"/>
                  </a:lnTo>
                  <a:lnTo>
                    <a:pt x="9765241" y="5368136"/>
                  </a:lnTo>
                  <a:lnTo>
                    <a:pt x="9856783" y="5394502"/>
                  </a:lnTo>
                  <a:lnTo>
                    <a:pt x="9951281" y="5418093"/>
                  </a:lnTo>
                  <a:lnTo>
                    <a:pt x="10046526" y="5438882"/>
                  </a:lnTo>
                  <a:lnTo>
                    <a:pt x="10139687" y="5456810"/>
                  </a:lnTo>
                  <a:lnTo>
                    <a:pt x="10227505" y="5471827"/>
                  </a:lnTo>
                  <a:lnTo>
                    <a:pt x="10306635" y="5483935"/>
                  </a:lnTo>
                  <a:lnTo>
                    <a:pt x="10374105" y="5493230"/>
                  </a:lnTo>
                  <a:lnTo>
                    <a:pt x="10427802" y="5499925"/>
                  </a:lnTo>
                  <a:lnTo>
                    <a:pt x="10466867" y="5504351"/>
                  </a:lnTo>
                  <a:lnTo>
                    <a:pt x="10491908" y="5506939"/>
                  </a:lnTo>
                  <a:lnTo>
                    <a:pt x="10504992" y="5508176"/>
                  </a:lnTo>
                  <a:lnTo>
                    <a:pt x="10509494" y="5508567"/>
                  </a:lnTo>
                  <a:lnTo>
                    <a:pt x="10509911" y="5508600"/>
                  </a:lnTo>
                  <a:lnTo>
                    <a:pt x="11981298" y="5508600"/>
                  </a:lnTo>
                  <a:lnTo>
                    <a:pt x="11981298" y="5500427"/>
                  </a:lnTo>
                  <a:lnTo>
                    <a:pt x="10509911" y="5500427"/>
                  </a:lnTo>
                  <a:lnTo>
                    <a:pt x="10508973" y="5500350"/>
                  </a:lnTo>
                  <a:lnTo>
                    <a:pt x="10502783" y="5499802"/>
                  </a:lnTo>
                  <a:lnTo>
                    <a:pt x="10487093" y="5498287"/>
                  </a:lnTo>
                  <a:lnTo>
                    <a:pt x="10458824" y="5495302"/>
                  </a:lnTo>
                  <a:lnTo>
                    <a:pt x="10416248" y="5490368"/>
                  </a:lnTo>
                  <a:lnTo>
                    <a:pt x="10359118" y="5483075"/>
                  </a:lnTo>
                  <a:lnTo>
                    <a:pt x="10288619" y="5473120"/>
                  </a:lnTo>
                  <a:lnTo>
                    <a:pt x="10207112" y="5460319"/>
                  </a:lnTo>
                  <a:lnTo>
                    <a:pt x="10117704" y="5444601"/>
                  </a:lnTo>
                  <a:lnTo>
                    <a:pt x="10023758" y="5425982"/>
                  </a:lnTo>
                  <a:lnTo>
                    <a:pt x="9928456" y="5404516"/>
                  </a:lnTo>
                  <a:lnTo>
                    <a:pt x="9834490" y="5380258"/>
                  </a:lnTo>
                  <a:lnTo>
                    <a:pt x="9743911" y="5353225"/>
                  </a:lnTo>
                  <a:lnTo>
                    <a:pt x="9658101" y="5323365"/>
                  </a:lnTo>
                  <a:lnTo>
                    <a:pt x="9577844" y="5290546"/>
                  </a:lnTo>
                  <a:lnTo>
                    <a:pt x="9503434" y="5254544"/>
                  </a:lnTo>
                  <a:lnTo>
                    <a:pt x="9434796" y="5215048"/>
                  </a:lnTo>
                  <a:lnTo>
                    <a:pt x="9371599" y="5171658"/>
                  </a:lnTo>
                  <a:lnTo>
                    <a:pt x="9313343" y="5123900"/>
                  </a:lnTo>
                  <a:lnTo>
                    <a:pt x="9259434" y="5071248"/>
                  </a:lnTo>
                  <a:lnTo>
                    <a:pt x="9209234" y="5013147"/>
                  </a:lnTo>
                  <a:lnTo>
                    <a:pt x="9162102" y="4949078"/>
                  </a:lnTo>
                  <a:lnTo>
                    <a:pt x="9117425" y="4878633"/>
                  </a:lnTo>
                  <a:lnTo>
                    <a:pt x="9084767" y="4820706"/>
                  </a:lnTo>
                  <a:lnTo>
                    <a:pt x="9052443" y="4757895"/>
                  </a:lnTo>
                  <a:lnTo>
                    <a:pt x="9020847" y="4691122"/>
                  </a:lnTo>
                  <a:lnTo>
                    <a:pt x="8989807" y="4620306"/>
                  </a:lnTo>
                  <a:lnTo>
                    <a:pt x="8959182" y="4545413"/>
                  </a:lnTo>
                  <a:lnTo>
                    <a:pt x="8928854" y="4466459"/>
                  </a:lnTo>
                  <a:lnTo>
                    <a:pt x="8898727" y="4383516"/>
                  </a:lnTo>
                  <a:lnTo>
                    <a:pt x="8868726" y="4296714"/>
                  </a:lnTo>
                  <a:lnTo>
                    <a:pt x="8838789" y="4206247"/>
                  </a:lnTo>
                  <a:lnTo>
                    <a:pt x="8808873" y="4112368"/>
                  </a:lnTo>
                  <a:lnTo>
                    <a:pt x="8778945" y="4015393"/>
                  </a:lnTo>
                  <a:lnTo>
                    <a:pt x="8748988" y="3915697"/>
                  </a:lnTo>
                  <a:lnTo>
                    <a:pt x="8718993" y="3813709"/>
                  </a:lnTo>
                  <a:lnTo>
                    <a:pt x="8688960" y="3709904"/>
                  </a:lnTo>
                  <a:lnTo>
                    <a:pt x="8658895" y="3604797"/>
                  </a:lnTo>
                  <a:lnTo>
                    <a:pt x="8628811" y="3498930"/>
                  </a:lnTo>
                  <a:lnTo>
                    <a:pt x="8598720" y="3392864"/>
                  </a:lnTo>
                  <a:lnTo>
                    <a:pt x="8568640" y="3287160"/>
                  </a:lnTo>
                  <a:lnTo>
                    <a:pt x="8538583" y="3182376"/>
                  </a:lnTo>
                  <a:lnTo>
                    <a:pt x="8508561" y="3079046"/>
                  </a:lnTo>
                  <a:lnTo>
                    <a:pt x="8478577" y="2977675"/>
                  </a:lnTo>
                  <a:lnTo>
                    <a:pt x="8448630" y="2878726"/>
                  </a:lnTo>
                  <a:lnTo>
                    <a:pt x="8418708" y="2782613"/>
                  </a:lnTo>
                  <a:lnTo>
                    <a:pt x="8388790" y="2689693"/>
                  </a:lnTo>
                  <a:lnTo>
                    <a:pt x="8358839" y="2600265"/>
                  </a:lnTo>
                  <a:lnTo>
                    <a:pt x="8328808" y="2514565"/>
                  </a:lnTo>
                  <a:lnTo>
                    <a:pt x="8298632" y="2432767"/>
                  </a:lnTo>
                  <a:lnTo>
                    <a:pt x="8268229" y="2354986"/>
                  </a:lnTo>
                  <a:lnTo>
                    <a:pt x="8237497" y="2281275"/>
                  </a:lnTo>
                  <a:lnTo>
                    <a:pt x="8206311" y="2211636"/>
                  </a:lnTo>
                  <a:lnTo>
                    <a:pt x="8174523" y="2146022"/>
                  </a:lnTo>
                  <a:lnTo>
                    <a:pt x="8151487" y="2101822"/>
                  </a:lnTo>
                  <a:lnTo>
                    <a:pt x="8108306" y="2026406"/>
                  </a:lnTo>
                  <a:lnTo>
                    <a:pt x="8063094" y="1957516"/>
                  </a:lnTo>
                  <a:lnTo>
                    <a:pt x="8015283" y="1894921"/>
                  </a:lnTo>
                  <a:lnTo>
                    <a:pt x="7964253" y="1838177"/>
                  </a:lnTo>
                  <a:lnTo>
                    <a:pt x="7909359" y="1786749"/>
                  </a:lnTo>
                  <a:lnTo>
                    <a:pt x="7849969" y="1740086"/>
                  </a:lnTo>
                  <a:lnTo>
                    <a:pt x="7785508" y="1697670"/>
                  </a:lnTo>
                  <a:lnTo>
                    <a:pt x="7715508" y="1659045"/>
                  </a:lnTo>
                  <a:lnTo>
                    <a:pt x="7639690" y="1623832"/>
                  </a:lnTo>
                  <a:lnTo>
                    <a:pt x="7558059" y="1591739"/>
                  </a:lnTo>
                  <a:lnTo>
                    <a:pt x="7471012" y="1562566"/>
                  </a:lnTo>
                  <a:lnTo>
                    <a:pt x="7379470" y="1536200"/>
                  </a:lnTo>
                  <a:lnTo>
                    <a:pt x="7284972" y="1512609"/>
                  </a:lnTo>
                  <a:lnTo>
                    <a:pt x="7189727" y="1491820"/>
                  </a:lnTo>
                  <a:lnTo>
                    <a:pt x="7096566" y="1473891"/>
                  </a:lnTo>
                  <a:lnTo>
                    <a:pt x="7008748" y="1458875"/>
                  </a:lnTo>
                  <a:lnTo>
                    <a:pt x="6929618" y="1446766"/>
                  </a:lnTo>
                  <a:lnTo>
                    <a:pt x="6862148" y="1437471"/>
                  </a:lnTo>
                  <a:lnTo>
                    <a:pt x="6808452" y="1430777"/>
                  </a:lnTo>
                  <a:lnTo>
                    <a:pt x="6769386" y="1426350"/>
                  </a:lnTo>
                  <a:lnTo>
                    <a:pt x="6744345" y="1423763"/>
                  </a:lnTo>
                  <a:lnTo>
                    <a:pt x="6731261" y="1422526"/>
                  </a:lnTo>
                  <a:lnTo>
                    <a:pt x="6726760" y="1422135"/>
                  </a:lnTo>
                  <a:lnTo>
                    <a:pt x="6726343" y="1422101"/>
                  </a:lnTo>
                  <a:lnTo>
                    <a:pt x="5254955" y="1422101"/>
                  </a:lnTo>
                  <a:lnTo>
                    <a:pt x="5253742" y="1422066"/>
                  </a:lnTo>
                  <a:lnTo>
                    <a:pt x="5245778" y="1421817"/>
                  </a:lnTo>
                  <a:lnTo>
                    <a:pt x="5225741" y="1421128"/>
                  </a:lnTo>
                  <a:lnTo>
                    <a:pt x="5190015" y="1419772"/>
                  </a:lnTo>
                  <a:lnTo>
                    <a:pt x="5136963" y="1417541"/>
                  </a:lnTo>
                  <a:lnTo>
                    <a:pt x="5067048" y="1414268"/>
                  </a:lnTo>
                  <a:lnTo>
                    <a:pt x="4982625" y="1409842"/>
                  </a:lnTo>
                  <a:lnTo>
                    <a:pt x="4887401" y="1404210"/>
                  </a:lnTo>
                  <a:lnTo>
                    <a:pt x="4785693" y="1397370"/>
                  </a:lnTo>
                  <a:lnTo>
                    <a:pt x="4681722" y="1389343"/>
                  </a:lnTo>
                  <a:lnTo>
                    <a:pt x="4579082" y="1380155"/>
                  </a:lnTo>
                  <a:lnTo>
                    <a:pt x="4480472" y="1369813"/>
                  </a:lnTo>
                  <a:lnTo>
                    <a:pt x="4387651" y="1358294"/>
                  </a:lnTo>
                  <a:lnTo>
                    <a:pt x="4301541" y="1345530"/>
                  </a:lnTo>
                  <a:lnTo>
                    <a:pt x="4222402" y="1331411"/>
                  </a:lnTo>
                  <a:lnTo>
                    <a:pt x="4150016" y="1315783"/>
                  </a:lnTo>
                  <a:lnTo>
                    <a:pt x="4083853" y="1298451"/>
                  </a:lnTo>
                  <a:lnTo>
                    <a:pt x="4023192" y="1279185"/>
                  </a:lnTo>
                  <a:lnTo>
                    <a:pt x="3967221" y="1257738"/>
                  </a:lnTo>
                  <a:lnTo>
                    <a:pt x="3915105" y="1233866"/>
                  </a:lnTo>
                  <a:lnTo>
                    <a:pt x="3866036" y="1207372"/>
                  </a:lnTo>
                  <a:lnTo>
                    <a:pt x="3829811" y="1185084"/>
                  </a:lnTo>
                  <a:lnTo>
                    <a:pt x="3782559" y="1152414"/>
                  </a:lnTo>
                  <a:lnTo>
                    <a:pt x="3736703" y="1116729"/>
                  </a:lnTo>
                  <a:lnTo>
                    <a:pt x="3691765" y="1077976"/>
                  </a:lnTo>
                  <a:lnTo>
                    <a:pt x="3647384" y="1036185"/>
                  </a:lnTo>
                  <a:lnTo>
                    <a:pt x="3603294" y="991476"/>
                  </a:lnTo>
                  <a:lnTo>
                    <a:pt x="3559309" y="944072"/>
                  </a:lnTo>
                  <a:lnTo>
                    <a:pt x="3515315" y="894293"/>
                  </a:lnTo>
                  <a:lnTo>
                    <a:pt x="3471250" y="842558"/>
                  </a:lnTo>
                  <a:lnTo>
                    <a:pt x="3427103" y="789368"/>
                  </a:lnTo>
                  <a:lnTo>
                    <a:pt x="3382894" y="735291"/>
                  </a:lnTo>
                  <a:lnTo>
                    <a:pt x="3338664" y="680936"/>
                  </a:lnTo>
                  <a:lnTo>
                    <a:pt x="3294460" y="626926"/>
                  </a:lnTo>
                  <a:lnTo>
                    <a:pt x="3250321" y="573866"/>
                  </a:lnTo>
                  <a:lnTo>
                    <a:pt x="3206266" y="522320"/>
                  </a:lnTo>
                  <a:lnTo>
                    <a:pt x="3162276" y="472779"/>
                  </a:lnTo>
                  <a:lnTo>
                    <a:pt x="3118286" y="425653"/>
                  </a:lnTo>
                  <a:lnTo>
                    <a:pt x="3074175" y="381251"/>
                  </a:lnTo>
                  <a:lnTo>
                    <a:pt x="3029748" y="339785"/>
                  </a:lnTo>
                  <a:lnTo>
                    <a:pt x="2984730" y="301364"/>
                  </a:lnTo>
                  <a:lnTo>
                    <a:pt x="2938748" y="266009"/>
                  </a:lnTo>
                  <a:lnTo>
                    <a:pt x="2896531" y="237016"/>
                  </a:lnTo>
                  <a:lnTo>
                    <a:pt x="2849313" y="208431"/>
                  </a:lnTo>
                  <a:lnTo>
                    <a:pt x="2799615" y="182549"/>
                  </a:lnTo>
                  <a:lnTo>
                    <a:pt x="2746690" y="159253"/>
                  </a:lnTo>
                  <a:lnTo>
                    <a:pt x="2689720" y="138327"/>
                  </a:lnTo>
                  <a:lnTo>
                    <a:pt x="2627870" y="119524"/>
                  </a:lnTo>
                  <a:lnTo>
                    <a:pt x="2560342" y="102600"/>
                  </a:lnTo>
                  <a:lnTo>
                    <a:pt x="2486450" y="87333"/>
                  </a:lnTo>
                  <a:lnTo>
                    <a:pt x="2405721" y="73537"/>
                  </a:lnTo>
                  <a:lnTo>
                    <a:pt x="2318032" y="61066"/>
                  </a:lnTo>
                  <a:lnTo>
                    <a:pt x="2223778" y="49820"/>
                  </a:lnTo>
                  <a:lnTo>
                    <a:pt x="2124059" y="39743"/>
                  </a:lnTo>
                  <a:lnTo>
                    <a:pt x="2020842" y="30819"/>
                  </a:lnTo>
                  <a:lnTo>
                    <a:pt x="1917042" y="23061"/>
                  </a:lnTo>
                  <a:lnTo>
                    <a:pt x="1816432" y="16495"/>
                  </a:lnTo>
                  <a:lnTo>
                    <a:pt x="1723307" y="11141"/>
                  </a:lnTo>
                  <a:lnTo>
                    <a:pt x="1641913" y="6985"/>
                  </a:lnTo>
                  <a:lnTo>
                    <a:pt x="1575708" y="3962"/>
                  </a:lnTo>
                  <a:lnTo>
                    <a:pt x="1526654" y="1948"/>
                  </a:lnTo>
                  <a:lnTo>
                    <a:pt x="1494736" y="764"/>
                  </a:lnTo>
                  <a:lnTo>
                    <a:pt x="1477845" y="196"/>
                  </a:lnTo>
                  <a:lnTo>
                    <a:pt x="1471951" y="15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429" name="pl429"/>
            <p:cNvSpPr/>
            <p:nvPr/>
          </p:nvSpPr>
          <p:spPr>
            <a:xfrm>
              <a:off x="4799595" y="3884588"/>
              <a:ext cx="11981298" cy="5500427"/>
            </a:xfrm>
            <a:custGeom>
              <a:avLst/>
              <a:pathLst>
                <a:path w="11981298" h="5500427">
                  <a:moveTo>
                    <a:pt x="0" y="0"/>
                  </a:moveTo>
                  <a:lnTo>
                    <a:pt x="1471387" y="0"/>
                  </a:lnTo>
                  <a:lnTo>
                    <a:pt x="1472600" y="34"/>
                  </a:lnTo>
                  <a:lnTo>
                    <a:pt x="1480564" y="284"/>
                  </a:lnTo>
                  <a:lnTo>
                    <a:pt x="1500601" y="973"/>
                  </a:lnTo>
                  <a:lnTo>
                    <a:pt x="1536327" y="2328"/>
                  </a:lnTo>
                  <a:lnTo>
                    <a:pt x="1589379" y="4559"/>
                  </a:lnTo>
                  <a:lnTo>
                    <a:pt x="1659294" y="7833"/>
                  </a:lnTo>
                  <a:lnTo>
                    <a:pt x="1743717" y="12259"/>
                  </a:lnTo>
                  <a:lnTo>
                    <a:pt x="1838941" y="17890"/>
                  </a:lnTo>
                  <a:lnTo>
                    <a:pt x="1940649" y="24731"/>
                  </a:lnTo>
                  <a:lnTo>
                    <a:pt x="2044620" y="32758"/>
                  </a:lnTo>
                  <a:lnTo>
                    <a:pt x="2147260" y="41946"/>
                  </a:lnTo>
                  <a:lnTo>
                    <a:pt x="2245870" y="52287"/>
                  </a:lnTo>
                  <a:lnTo>
                    <a:pt x="2338691" y="63807"/>
                  </a:lnTo>
                  <a:lnTo>
                    <a:pt x="2424801" y="76571"/>
                  </a:lnTo>
                  <a:lnTo>
                    <a:pt x="2503940" y="90689"/>
                  </a:lnTo>
                  <a:lnTo>
                    <a:pt x="2576326" y="106317"/>
                  </a:lnTo>
                  <a:lnTo>
                    <a:pt x="2642489" y="123650"/>
                  </a:lnTo>
                  <a:lnTo>
                    <a:pt x="2703150" y="142916"/>
                  </a:lnTo>
                  <a:lnTo>
                    <a:pt x="2759121" y="164363"/>
                  </a:lnTo>
                  <a:lnTo>
                    <a:pt x="2811237" y="188234"/>
                  </a:lnTo>
                  <a:lnTo>
                    <a:pt x="2860306" y="214728"/>
                  </a:lnTo>
                  <a:lnTo>
                    <a:pt x="2896531" y="237016"/>
                  </a:lnTo>
                  <a:lnTo>
                    <a:pt x="2943783" y="269687"/>
                  </a:lnTo>
                  <a:lnTo>
                    <a:pt x="2989639" y="305372"/>
                  </a:lnTo>
                  <a:lnTo>
                    <a:pt x="3034577" y="344125"/>
                  </a:lnTo>
                  <a:lnTo>
                    <a:pt x="3078958" y="385916"/>
                  </a:lnTo>
                  <a:lnTo>
                    <a:pt x="3123048" y="430624"/>
                  </a:lnTo>
                  <a:lnTo>
                    <a:pt x="3167033" y="478029"/>
                  </a:lnTo>
                  <a:lnTo>
                    <a:pt x="3211028" y="527807"/>
                  </a:lnTo>
                  <a:lnTo>
                    <a:pt x="3255092" y="579543"/>
                  </a:lnTo>
                  <a:lnTo>
                    <a:pt x="3299239" y="632733"/>
                  </a:lnTo>
                  <a:lnTo>
                    <a:pt x="3343448" y="686810"/>
                  </a:lnTo>
                  <a:lnTo>
                    <a:pt x="3387678" y="741165"/>
                  </a:lnTo>
                  <a:lnTo>
                    <a:pt x="3431883" y="795175"/>
                  </a:lnTo>
                  <a:lnTo>
                    <a:pt x="3476021" y="848234"/>
                  </a:lnTo>
                  <a:lnTo>
                    <a:pt x="3520077" y="899781"/>
                  </a:lnTo>
                  <a:lnTo>
                    <a:pt x="3564067" y="949321"/>
                  </a:lnTo>
                  <a:lnTo>
                    <a:pt x="3608056" y="996448"/>
                  </a:lnTo>
                  <a:lnTo>
                    <a:pt x="3652167" y="1040849"/>
                  </a:lnTo>
                  <a:lnTo>
                    <a:pt x="3696594" y="1082316"/>
                  </a:lnTo>
                  <a:lnTo>
                    <a:pt x="3741612" y="1120737"/>
                  </a:lnTo>
                  <a:lnTo>
                    <a:pt x="3787594" y="1156092"/>
                  </a:lnTo>
                  <a:lnTo>
                    <a:pt x="3829811" y="1185084"/>
                  </a:lnTo>
                  <a:lnTo>
                    <a:pt x="3877029" y="1213670"/>
                  </a:lnTo>
                  <a:lnTo>
                    <a:pt x="3926727" y="1239551"/>
                  </a:lnTo>
                  <a:lnTo>
                    <a:pt x="3979652" y="1262848"/>
                  </a:lnTo>
                  <a:lnTo>
                    <a:pt x="4036622" y="1283774"/>
                  </a:lnTo>
                  <a:lnTo>
                    <a:pt x="4098472" y="1302577"/>
                  </a:lnTo>
                  <a:lnTo>
                    <a:pt x="4166000" y="1319500"/>
                  </a:lnTo>
                  <a:lnTo>
                    <a:pt x="4239892" y="1334767"/>
                  </a:lnTo>
                  <a:lnTo>
                    <a:pt x="4320621" y="1348564"/>
                  </a:lnTo>
                  <a:lnTo>
                    <a:pt x="4408310" y="1361035"/>
                  </a:lnTo>
                  <a:lnTo>
                    <a:pt x="4502564" y="1372281"/>
                  </a:lnTo>
                  <a:lnTo>
                    <a:pt x="4602284" y="1382358"/>
                  </a:lnTo>
                  <a:lnTo>
                    <a:pt x="4705500" y="1391282"/>
                  </a:lnTo>
                  <a:lnTo>
                    <a:pt x="4809300" y="1399040"/>
                  </a:lnTo>
                  <a:lnTo>
                    <a:pt x="4909911" y="1405605"/>
                  </a:lnTo>
                  <a:lnTo>
                    <a:pt x="5003036" y="1410959"/>
                  </a:lnTo>
                  <a:lnTo>
                    <a:pt x="5084429" y="1415115"/>
                  </a:lnTo>
                  <a:lnTo>
                    <a:pt x="5150634" y="1418138"/>
                  </a:lnTo>
                  <a:lnTo>
                    <a:pt x="5199689" y="1420152"/>
                  </a:lnTo>
                  <a:lnTo>
                    <a:pt x="5231606" y="1421336"/>
                  </a:lnTo>
                  <a:lnTo>
                    <a:pt x="5248497" y="1421905"/>
                  </a:lnTo>
                  <a:lnTo>
                    <a:pt x="5254391" y="1422085"/>
                  </a:lnTo>
                  <a:lnTo>
                    <a:pt x="5254955" y="1422101"/>
                  </a:lnTo>
                  <a:lnTo>
                    <a:pt x="6726343" y="1422101"/>
                  </a:lnTo>
                  <a:lnTo>
                    <a:pt x="6727280" y="1422178"/>
                  </a:lnTo>
                  <a:lnTo>
                    <a:pt x="6733470" y="1422726"/>
                  </a:lnTo>
                  <a:lnTo>
                    <a:pt x="6749160" y="1424241"/>
                  </a:lnTo>
                  <a:lnTo>
                    <a:pt x="6777429" y="1427227"/>
                  </a:lnTo>
                  <a:lnTo>
                    <a:pt x="6820005" y="1432161"/>
                  </a:lnTo>
                  <a:lnTo>
                    <a:pt x="6877135" y="1439453"/>
                  </a:lnTo>
                  <a:lnTo>
                    <a:pt x="6947634" y="1449408"/>
                  </a:lnTo>
                  <a:lnTo>
                    <a:pt x="7029141" y="1462210"/>
                  </a:lnTo>
                  <a:lnTo>
                    <a:pt x="7118549" y="1477927"/>
                  </a:lnTo>
                  <a:lnTo>
                    <a:pt x="7212495" y="1496547"/>
                  </a:lnTo>
                  <a:lnTo>
                    <a:pt x="7307798" y="1518013"/>
                  </a:lnTo>
                  <a:lnTo>
                    <a:pt x="7401763" y="1542270"/>
                  </a:lnTo>
                  <a:lnTo>
                    <a:pt x="7492343" y="1569304"/>
                  </a:lnTo>
                  <a:lnTo>
                    <a:pt x="7578153" y="1599164"/>
                  </a:lnTo>
                  <a:lnTo>
                    <a:pt x="7658409" y="1631983"/>
                  </a:lnTo>
                  <a:lnTo>
                    <a:pt x="7732819" y="1667984"/>
                  </a:lnTo>
                  <a:lnTo>
                    <a:pt x="7801457" y="1707481"/>
                  </a:lnTo>
                  <a:lnTo>
                    <a:pt x="7864654" y="1750871"/>
                  </a:lnTo>
                  <a:lnTo>
                    <a:pt x="7922910" y="1798628"/>
                  </a:lnTo>
                  <a:lnTo>
                    <a:pt x="7976819" y="1851281"/>
                  </a:lnTo>
                  <a:lnTo>
                    <a:pt x="8027019" y="1909381"/>
                  </a:lnTo>
                  <a:lnTo>
                    <a:pt x="8074152" y="1973451"/>
                  </a:lnTo>
                  <a:lnTo>
                    <a:pt x="8118828" y="2043896"/>
                  </a:lnTo>
                  <a:lnTo>
                    <a:pt x="8151487" y="2101822"/>
                  </a:lnTo>
                  <a:lnTo>
                    <a:pt x="8183810" y="2164633"/>
                  </a:lnTo>
                  <a:lnTo>
                    <a:pt x="8215406" y="2231406"/>
                  </a:lnTo>
                  <a:lnTo>
                    <a:pt x="8246446" y="2302222"/>
                  </a:lnTo>
                  <a:lnTo>
                    <a:pt x="8277072" y="2377116"/>
                  </a:lnTo>
                  <a:lnTo>
                    <a:pt x="8307399" y="2456070"/>
                  </a:lnTo>
                  <a:lnTo>
                    <a:pt x="8337526" y="2539013"/>
                  </a:lnTo>
                  <a:lnTo>
                    <a:pt x="8367527" y="2625814"/>
                  </a:lnTo>
                  <a:lnTo>
                    <a:pt x="8397464" y="2716281"/>
                  </a:lnTo>
                  <a:lnTo>
                    <a:pt x="8427381" y="2810161"/>
                  </a:lnTo>
                  <a:lnTo>
                    <a:pt x="8457308" y="2907136"/>
                  </a:lnTo>
                  <a:lnTo>
                    <a:pt x="8487265" y="3006832"/>
                  </a:lnTo>
                  <a:lnTo>
                    <a:pt x="8517260" y="3108820"/>
                  </a:lnTo>
                  <a:lnTo>
                    <a:pt x="8547293" y="3212625"/>
                  </a:lnTo>
                  <a:lnTo>
                    <a:pt x="8577358" y="3317732"/>
                  </a:lnTo>
                  <a:lnTo>
                    <a:pt x="8607443" y="3423598"/>
                  </a:lnTo>
                  <a:lnTo>
                    <a:pt x="8637533" y="3529665"/>
                  </a:lnTo>
                  <a:lnTo>
                    <a:pt x="8667613" y="3635368"/>
                  </a:lnTo>
                  <a:lnTo>
                    <a:pt x="8697670" y="3740153"/>
                  </a:lnTo>
                  <a:lnTo>
                    <a:pt x="8727693" y="3843482"/>
                  </a:lnTo>
                  <a:lnTo>
                    <a:pt x="8757676" y="3944853"/>
                  </a:lnTo>
                  <a:lnTo>
                    <a:pt x="8787623" y="4043802"/>
                  </a:lnTo>
                  <a:lnTo>
                    <a:pt x="8817545" y="4139916"/>
                  </a:lnTo>
                  <a:lnTo>
                    <a:pt x="8847463" y="4232836"/>
                  </a:lnTo>
                  <a:lnTo>
                    <a:pt x="8877414" y="4322264"/>
                  </a:lnTo>
                  <a:lnTo>
                    <a:pt x="8907445" y="4407964"/>
                  </a:lnTo>
                  <a:lnTo>
                    <a:pt x="8937621" y="4489761"/>
                  </a:lnTo>
                  <a:lnTo>
                    <a:pt x="8968024" y="4567543"/>
                  </a:lnTo>
                  <a:lnTo>
                    <a:pt x="8998757" y="4641254"/>
                  </a:lnTo>
                  <a:lnTo>
                    <a:pt x="9029942" y="4710892"/>
                  </a:lnTo>
                  <a:lnTo>
                    <a:pt x="9061730" y="4776507"/>
                  </a:lnTo>
                  <a:lnTo>
                    <a:pt x="9084767" y="4820706"/>
                  </a:lnTo>
                  <a:lnTo>
                    <a:pt x="9127947" y="4896123"/>
                  </a:lnTo>
                  <a:lnTo>
                    <a:pt x="9173159" y="4965012"/>
                  </a:lnTo>
                  <a:lnTo>
                    <a:pt x="9220970" y="5027607"/>
                  </a:lnTo>
                  <a:lnTo>
                    <a:pt x="9272000" y="5084351"/>
                  </a:lnTo>
                  <a:lnTo>
                    <a:pt x="9326895" y="5135780"/>
                  </a:lnTo>
                  <a:lnTo>
                    <a:pt x="9386284" y="5182443"/>
                  </a:lnTo>
                  <a:lnTo>
                    <a:pt x="9450746" y="5224859"/>
                  </a:lnTo>
                  <a:lnTo>
                    <a:pt x="9520745" y="5263484"/>
                  </a:lnTo>
                  <a:lnTo>
                    <a:pt x="9596563" y="5298697"/>
                  </a:lnTo>
                  <a:lnTo>
                    <a:pt x="9678195" y="5330789"/>
                  </a:lnTo>
                  <a:lnTo>
                    <a:pt x="9765241" y="5359963"/>
                  </a:lnTo>
                  <a:lnTo>
                    <a:pt x="9856783" y="5386329"/>
                  </a:lnTo>
                  <a:lnTo>
                    <a:pt x="9951281" y="5409920"/>
                  </a:lnTo>
                  <a:lnTo>
                    <a:pt x="10046526" y="5430709"/>
                  </a:lnTo>
                  <a:lnTo>
                    <a:pt x="10139687" y="5448637"/>
                  </a:lnTo>
                  <a:lnTo>
                    <a:pt x="10227505" y="5463654"/>
                  </a:lnTo>
                  <a:lnTo>
                    <a:pt x="10306635" y="5475762"/>
                  </a:lnTo>
                  <a:lnTo>
                    <a:pt x="10374105" y="5485057"/>
                  </a:lnTo>
                  <a:lnTo>
                    <a:pt x="10427802" y="5491752"/>
                  </a:lnTo>
                  <a:lnTo>
                    <a:pt x="10466867" y="5496178"/>
                  </a:lnTo>
                  <a:lnTo>
                    <a:pt x="10491908" y="5498766"/>
                  </a:lnTo>
                  <a:lnTo>
                    <a:pt x="10504992" y="5500003"/>
                  </a:lnTo>
                  <a:lnTo>
                    <a:pt x="10509494" y="5500394"/>
                  </a:lnTo>
                  <a:lnTo>
                    <a:pt x="10509911" y="5500427"/>
                  </a:lnTo>
                  <a:lnTo>
                    <a:pt x="11981298" y="550042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30" name="pl430"/>
            <p:cNvSpPr/>
            <p:nvPr/>
          </p:nvSpPr>
          <p:spPr>
            <a:xfrm>
              <a:off x="4799595" y="3876415"/>
              <a:ext cx="11981298" cy="5500427"/>
            </a:xfrm>
            <a:custGeom>
              <a:avLst/>
              <a:pathLst>
                <a:path w="11981298" h="5500427">
                  <a:moveTo>
                    <a:pt x="11981298" y="5500427"/>
                  </a:moveTo>
                  <a:lnTo>
                    <a:pt x="10509911" y="5500427"/>
                  </a:lnTo>
                  <a:lnTo>
                    <a:pt x="10508973" y="5500350"/>
                  </a:lnTo>
                  <a:lnTo>
                    <a:pt x="10502783" y="5499802"/>
                  </a:lnTo>
                  <a:lnTo>
                    <a:pt x="10487093" y="5498287"/>
                  </a:lnTo>
                  <a:lnTo>
                    <a:pt x="10458824" y="5495302"/>
                  </a:lnTo>
                  <a:lnTo>
                    <a:pt x="10416248" y="5490368"/>
                  </a:lnTo>
                  <a:lnTo>
                    <a:pt x="10359118" y="5483075"/>
                  </a:lnTo>
                  <a:lnTo>
                    <a:pt x="10288619" y="5473120"/>
                  </a:lnTo>
                  <a:lnTo>
                    <a:pt x="10207112" y="5460319"/>
                  </a:lnTo>
                  <a:lnTo>
                    <a:pt x="10117704" y="5444601"/>
                  </a:lnTo>
                  <a:lnTo>
                    <a:pt x="10023758" y="5425982"/>
                  </a:lnTo>
                  <a:lnTo>
                    <a:pt x="9928456" y="5404516"/>
                  </a:lnTo>
                  <a:lnTo>
                    <a:pt x="9834490" y="5380258"/>
                  </a:lnTo>
                  <a:lnTo>
                    <a:pt x="9743911" y="5353225"/>
                  </a:lnTo>
                  <a:lnTo>
                    <a:pt x="9658101" y="5323365"/>
                  </a:lnTo>
                  <a:lnTo>
                    <a:pt x="9577844" y="5290546"/>
                  </a:lnTo>
                  <a:lnTo>
                    <a:pt x="9503434" y="5254544"/>
                  </a:lnTo>
                  <a:lnTo>
                    <a:pt x="9434796" y="5215048"/>
                  </a:lnTo>
                  <a:lnTo>
                    <a:pt x="9371599" y="5171658"/>
                  </a:lnTo>
                  <a:lnTo>
                    <a:pt x="9313343" y="5123900"/>
                  </a:lnTo>
                  <a:lnTo>
                    <a:pt x="9259434" y="5071248"/>
                  </a:lnTo>
                  <a:lnTo>
                    <a:pt x="9209234" y="5013147"/>
                  </a:lnTo>
                  <a:lnTo>
                    <a:pt x="9162102" y="4949078"/>
                  </a:lnTo>
                  <a:lnTo>
                    <a:pt x="9117425" y="4878633"/>
                  </a:lnTo>
                  <a:lnTo>
                    <a:pt x="9084767" y="4820706"/>
                  </a:lnTo>
                  <a:lnTo>
                    <a:pt x="9052443" y="4757895"/>
                  </a:lnTo>
                  <a:lnTo>
                    <a:pt x="9020847" y="4691122"/>
                  </a:lnTo>
                  <a:lnTo>
                    <a:pt x="8989807" y="4620306"/>
                  </a:lnTo>
                  <a:lnTo>
                    <a:pt x="8959182" y="4545413"/>
                  </a:lnTo>
                  <a:lnTo>
                    <a:pt x="8928854" y="4466459"/>
                  </a:lnTo>
                  <a:lnTo>
                    <a:pt x="8898727" y="4383516"/>
                  </a:lnTo>
                  <a:lnTo>
                    <a:pt x="8868726" y="4296714"/>
                  </a:lnTo>
                  <a:lnTo>
                    <a:pt x="8838789" y="4206247"/>
                  </a:lnTo>
                  <a:lnTo>
                    <a:pt x="8808873" y="4112368"/>
                  </a:lnTo>
                  <a:lnTo>
                    <a:pt x="8778945" y="4015393"/>
                  </a:lnTo>
                  <a:lnTo>
                    <a:pt x="8748988" y="3915697"/>
                  </a:lnTo>
                  <a:lnTo>
                    <a:pt x="8718993" y="3813709"/>
                  </a:lnTo>
                  <a:lnTo>
                    <a:pt x="8688960" y="3709904"/>
                  </a:lnTo>
                  <a:lnTo>
                    <a:pt x="8658895" y="3604797"/>
                  </a:lnTo>
                  <a:lnTo>
                    <a:pt x="8628811" y="3498930"/>
                  </a:lnTo>
                  <a:lnTo>
                    <a:pt x="8598720" y="3392864"/>
                  </a:lnTo>
                  <a:lnTo>
                    <a:pt x="8568640" y="3287160"/>
                  </a:lnTo>
                  <a:lnTo>
                    <a:pt x="8538583" y="3182376"/>
                  </a:lnTo>
                  <a:lnTo>
                    <a:pt x="8508561" y="3079046"/>
                  </a:lnTo>
                  <a:lnTo>
                    <a:pt x="8478577" y="2977675"/>
                  </a:lnTo>
                  <a:lnTo>
                    <a:pt x="8448630" y="2878726"/>
                  </a:lnTo>
                  <a:lnTo>
                    <a:pt x="8418708" y="2782613"/>
                  </a:lnTo>
                  <a:lnTo>
                    <a:pt x="8388790" y="2689693"/>
                  </a:lnTo>
                  <a:lnTo>
                    <a:pt x="8358839" y="2600265"/>
                  </a:lnTo>
                  <a:lnTo>
                    <a:pt x="8328808" y="2514565"/>
                  </a:lnTo>
                  <a:lnTo>
                    <a:pt x="8298632" y="2432767"/>
                  </a:lnTo>
                  <a:lnTo>
                    <a:pt x="8268229" y="2354986"/>
                  </a:lnTo>
                  <a:lnTo>
                    <a:pt x="8237497" y="2281275"/>
                  </a:lnTo>
                  <a:lnTo>
                    <a:pt x="8206311" y="2211636"/>
                  </a:lnTo>
                  <a:lnTo>
                    <a:pt x="8174523" y="2146022"/>
                  </a:lnTo>
                  <a:lnTo>
                    <a:pt x="8151487" y="2101822"/>
                  </a:lnTo>
                  <a:lnTo>
                    <a:pt x="8108306" y="2026406"/>
                  </a:lnTo>
                  <a:lnTo>
                    <a:pt x="8063094" y="1957516"/>
                  </a:lnTo>
                  <a:lnTo>
                    <a:pt x="8015283" y="1894921"/>
                  </a:lnTo>
                  <a:lnTo>
                    <a:pt x="7964253" y="1838177"/>
                  </a:lnTo>
                  <a:lnTo>
                    <a:pt x="7909359" y="1786749"/>
                  </a:lnTo>
                  <a:lnTo>
                    <a:pt x="7849969" y="1740086"/>
                  </a:lnTo>
                  <a:lnTo>
                    <a:pt x="7785508" y="1697670"/>
                  </a:lnTo>
                  <a:lnTo>
                    <a:pt x="7715508" y="1659045"/>
                  </a:lnTo>
                  <a:lnTo>
                    <a:pt x="7639690" y="1623832"/>
                  </a:lnTo>
                  <a:lnTo>
                    <a:pt x="7558059" y="1591739"/>
                  </a:lnTo>
                  <a:lnTo>
                    <a:pt x="7471012" y="1562566"/>
                  </a:lnTo>
                  <a:lnTo>
                    <a:pt x="7379470" y="1536200"/>
                  </a:lnTo>
                  <a:lnTo>
                    <a:pt x="7284972" y="1512609"/>
                  </a:lnTo>
                  <a:lnTo>
                    <a:pt x="7189727" y="1491820"/>
                  </a:lnTo>
                  <a:lnTo>
                    <a:pt x="7096566" y="1473891"/>
                  </a:lnTo>
                  <a:lnTo>
                    <a:pt x="7008748" y="1458875"/>
                  </a:lnTo>
                  <a:lnTo>
                    <a:pt x="6929618" y="1446766"/>
                  </a:lnTo>
                  <a:lnTo>
                    <a:pt x="6862148" y="1437471"/>
                  </a:lnTo>
                  <a:lnTo>
                    <a:pt x="6808452" y="1430777"/>
                  </a:lnTo>
                  <a:lnTo>
                    <a:pt x="6769386" y="1426350"/>
                  </a:lnTo>
                  <a:lnTo>
                    <a:pt x="6744345" y="1423763"/>
                  </a:lnTo>
                  <a:lnTo>
                    <a:pt x="6731261" y="1422526"/>
                  </a:lnTo>
                  <a:lnTo>
                    <a:pt x="6726760" y="1422135"/>
                  </a:lnTo>
                  <a:lnTo>
                    <a:pt x="6726343" y="1422101"/>
                  </a:lnTo>
                  <a:lnTo>
                    <a:pt x="5254955" y="1422101"/>
                  </a:lnTo>
                  <a:lnTo>
                    <a:pt x="5253742" y="1422066"/>
                  </a:lnTo>
                  <a:lnTo>
                    <a:pt x="5245778" y="1421817"/>
                  </a:lnTo>
                  <a:lnTo>
                    <a:pt x="5225741" y="1421128"/>
                  </a:lnTo>
                  <a:lnTo>
                    <a:pt x="5190015" y="1419772"/>
                  </a:lnTo>
                  <a:lnTo>
                    <a:pt x="5136963" y="1417541"/>
                  </a:lnTo>
                  <a:lnTo>
                    <a:pt x="5067048" y="1414268"/>
                  </a:lnTo>
                  <a:lnTo>
                    <a:pt x="4982625" y="1409842"/>
                  </a:lnTo>
                  <a:lnTo>
                    <a:pt x="4887401" y="1404210"/>
                  </a:lnTo>
                  <a:lnTo>
                    <a:pt x="4785693" y="1397370"/>
                  </a:lnTo>
                  <a:lnTo>
                    <a:pt x="4681722" y="1389343"/>
                  </a:lnTo>
                  <a:lnTo>
                    <a:pt x="4579082" y="1380155"/>
                  </a:lnTo>
                  <a:lnTo>
                    <a:pt x="4480472" y="1369813"/>
                  </a:lnTo>
                  <a:lnTo>
                    <a:pt x="4387651" y="1358294"/>
                  </a:lnTo>
                  <a:lnTo>
                    <a:pt x="4301541" y="1345530"/>
                  </a:lnTo>
                  <a:lnTo>
                    <a:pt x="4222402" y="1331411"/>
                  </a:lnTo>
                  <a:lnTo>
                    <a:pt x="4150016" y="1315783"/>
                  </a:lnTo>
                  <a:lnTo>
                    <a:pt x="4083853" y="1298451"/>
                  </a:lnTo>
                  <a:lnTo>
                    <a:pt x="4023192" y="1279185"/>
                  </a:lnTo>
                  <a:lnTo>
                    <a:pt x="3967221" y="1257738"/>
                  </a:lnTo>
                  <a:lnTo>
                    <a:pt x="3915105" y="1233866"/>
                  </a:lnTo>
                  <a:lnTo>
                    <a:pt x="3866036" y="1207372"/>
                  </a:lnTo>
                  <a:lnTo>
                    <a:pt x="3829811" y="1185084"/>
                  </a:lnTo>
                  <a:lnTo>
                    <a:pt x="3782559" y="1152414"/>
                  </a:lnTo>
                  <a:lnTo>
                    <a:pt x="3736703" y="1116729"/>
                  </a:lnTo>
                  <a:lnTo>
                    <a:pt x="3691765" y="1077976"/>
                  </a:lnTo>
                  <a:lnTo>
                    <a:pt x="3647384" y="1036185"/>
                  </a:lnTo>
                  <a:lnTo>
                    <a:pt x="3603294" y="991476"/>
                  </a:lnTo>
                  <a:lnTo>
                    <a:pt x="3559309" y="944072"/>
                  </a:lnTo>
                  <a:lnTo>
                    <a:pt x="3515315" y="894293"/>
                  </a:lnTo>
                  <a:lnTo>
                    <a:pt x="3471250" y="842558"/>
                  </a:lnTo>
                  <a:lnTo>
                    <a:pt x="3427103" y="789368"/>
                  </a:lnTo>
                  <a:lnTo>
                    <a:pt x="3382894" y="735291"/>
                  </a:lnTo>
                  <a:lnTo>
                    <a:pt x="3338664" y="680936"/>
                  </a:lnTo>
                  <a:lnTo>
                    <a:pt x="3294460" y="626926"/>
                  </a:lnTo>
                  <a:lnTo>
                    <a:pt x="3250321" y="573866"/>
                  </a:lnTo>
                  <a:lnTo>
                    <a:pt x="3206266" y="522320"/>
                  </a:lnTo>
                  <a:lnTo>
                    <a:pt x="3162276" y="472779"/>
                  </a:lnTo>
                  <a:lnTo>
                    <a:pt x="3118286" y="425653"/>
                  </a:lnTo>
                  <a:lnTo>
                    <a:pt x="3074175" y="381251"/>
                  </a:lnTo>
                  <a:lnTo>
                    <a:pt x="3029748" y="339785"/>
                  </a:lnTo>
                  <a:lnTo>
                    <a:pt x="2984730" y="301364"/>
                  </a:lnTo>
                  <a:lnTo>
                    <a:pt x="2938748" y="266009"/>
                  </a:lnTo>
                  <a:lnTo>
                    <a:pt x="2896531" y="237016"/>
                  </a:lnTo>
                  <a:lnTo>
                    <a:pt x="2849313" y="208431"/>
                  </a:lnTo>
                  <a:lnTo>
                    <a:pt x="2799615" y="182549"/>
                  </a:lnTo>
                  <a:lnTo>
                    <a:pt x="2746690" y="159253"/>
                  </a:lnTo>
                  <a:lnTo>
                    <a:pt x="2689720" y="138327"/>
                  </a:lnTo>
                  <a:lnTo>
                    <a:pt x="2627870" y="119524"/>
                  </a:lnTo>
                  <a:lnTo>
                    <a:pt x="2560342" y="102600"/>
                  </a:lnTo>
                  <a:lnTo>
                    <a:pt x="2486450" y="87333"/>
                  </a:lnTo>
                  <a:lnTo>
                    <a:pt x="2405721" y="73537"/>
                  </a:lnTo>
                  <a:lnTo>
                    <a:pt x="2318032" y="61066"/>
                  </a:lnTo>
                  <a:lnTo>
                    <a:pt x="2223778" y="49820"/>
                  </a:lnTo>
                  <a:lnTo>
                    <a:pt x="2124059" y="39743"/>
                  </a:lnTo>
                  <a:lnTo>
                    <a:pt x="2020842" y="30819"/>
                  </a:lnTo>
                  <a:lnTo>
                    <a:pt x="1917042" y="23061"/>
                  </a:lnTo>
                  <a:lnTo>
                    <a:pt x="1816432" y="16495"/>
                  </a:lnTo>
                  <a:lnTo>
                    <a:pt x="1723307" y="11141"/>
                  </a:lnTo>
                  <a:lnTo>
                    <a:pt x="1641913" y="6985"/>
                  </a:lnTo>
                  <a:lnTo>
                    <a:pt x="1575708" y="3962"/>
                  </a:lnTo>
                  <a:lnTo>
                    <a:pt x="1526654" y="1948"/>
                  </a:lnTo>
                  <a:lnTo>
                    <a:pt x="1494736" y="764"/>
                  </a:lnTo>
                  <a:lnTo>
                    <a:pt x="1477845" y="196"/>
                  </a:lnTo>
                  <a:lnTo>
                    <a:pt x="1471951" y="15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31" name="pg431"/>
            <p:cNvSpPr/>
            <p:nvPr/>
          </p:nvSpPr>
          <p:spPr>
            <a:xfrm>
              <a:off x="4799595" y="3884588"/>
              <a:ext cx="11981298" cy="6219651"/>
            </a:xfrm>
            <a:custGeom>
              <a:avLst/>
              <a:pathLst>
                <a:path w="11981298" h="6219651">
                  <a:moveTo>
                    <a:pt x="0" y="98075"/>
                  </a:moveTo>
                  <a:lnTo>
                    <a:pt x="1471387" y="98075"/>
                  </a:lnTo>
                  <a:lnTo>
                    <a:pt x="1472600" y="98110"/>
                  </a:lnTo>
                  <a:lnTo>
                    <a:pt x="1480564" y="98360"/>
                  </a:lnTo>
                  <a:lnTo>
                    <a:pt x="1500601" y="99049"/>
                  </a:lnTo>
                  <a:lnTo>
                    <a:pt x="1536327" y="100404"/>
                  </a:lnTo>
                  <a:lnTo>
                    <a:pt x="1589379" y="102635"/>
                  </a:lnTo>
                  <a:lnTo>
                    <a:pt x="1659294" y="105909"/>
                  </a:lnTo>
                  <a:lnTo>
                    <a:pt x="1743717" y="110335"/>
                  </a:lnTo>
                  <a:lnTo>
                    <a:pt x="1838941" y="115966"/>
                  </a:lnTo>
                  <a:lnTo>
                    <a:pt x="1940649" y="122807"/>
                  </a:lnTo>
                  <a:lnTo>
                    <a:pt x="2044620" y="130834"/>
                  </a:lnTo>
                  <a:lnTo>
                    <a:pt x="2147260" y="140022"/>
                  </a:lnTo>
                  <a:lnTo>
                    <a:pt x="2245870" y="150363"/>
                  </a:lnTo>
                  <a:lnTo>
                    <a:pt x="2338691" y="161883"/>
                  </a:lnTo>
                  <a:lnTo>
                    <a:pt x="2424801" y="174647"/>
                  </a:lnTo>
                  <a:lnTo>
                    <a:pt x="2503940" y="188765"/>
                  </a:lnTo>
                  <a:lnTo>
                    <a:pt x="2576326" y="204393"/>
                  </a:lnTo>
                  <a:lnTo>
                    <a:pt x="2642489" y="221726"/>
                  </a:lnTo>
                  <a:lnTo>
                    <a:pt x="2703150" y="240992"/>
                  </a:lnTo>
                  <a:lnTo>
                    <a:pt x="2759121" y="262439"/>
                  </a:lnTo>
                  <a:lnTo>
                    <a:pt x="2811237" y="286310"/>
                  </a:lnTo>
                  <a:lnTo>
                    <a:pt x="2860306" y="312804"/>
                  </a:lnTo>
                  <a:lnTo>
                    <a:pt x="2896531" y="335092"/>
                  </a:lnTo>
                  <a:lnTo>
                    <a:pt x="2943783" y="367763"/>
                  </a:lnTo>
                  <a:lnTo>
                    <a:pt x="2989639" y="403448"/>
                  </a:lnTo>
                  <a:lnTo>
                    <a:pt x="3034577" y="442201"/>
                  </a:lnTo>
                  <a:lnTo>
                    <a:pt x="3078958" y="483992"/>
                  </a:lnTo>
                  <a:lnTo>
                    <a:pt x="3123048" y="528700"/>
                  </a:lnTo>
                  <a:lnTo>
                    <a:pt x="3167033" y="576104"/>
                  </a:lnTo>
                  <a:lnTo>
                    <a:pt x="3211028" y="625883"/>
                  </a:lnTo>
                  <a:lnTo>
                    <a:pt x="3255092" y="677619"/>
                  </a:lnTo>
                  <a:lnTo>
                    <a:pt x="3299239" y="730809"/>
                  </a:lnTo>
                  <a:lnTo>
                    <a:pt x="3343448" y="784886"/>
                  </a:lnTo>
                  <a:lnTo>
                    <a:pt x="3387678" y="839241"/>
                  </a:lnTo>
                  <a:lnTo>
                    <a:pt x="3431883" y="893251"/>
                  </a:lnTo>
                  <a:lnTo>
                    <a:pt x="3476021" y="946310"/>
                  </a:lnTo>
                  <a:lnTo>
                    <a:pt x="3520077" y="997857"/>
                  </a:lnTo>
                  <a:lnTo>
                    <a:pt x="3564067" y="1047397"/>
                  </a:lnTo>
                  <a:lnTo>
                    <a:pt x="3608056" y="1094524"/>
                  </a:lnTo>
                  <a:lnTo>
                    <a:pt x="3652167" y="1138925"/>
                  </a:lnTo>
                  <a:lnTo>
                    <a:pt x="3696594" y="1180392"/>
                  </a:lnTo>
                  <a:lnTo>
                    <a:pt x="3741612" y="1218813"/>
                  </a:lnTo>
                  <a:lnTo>
                    <a:pt x="3787594" y="1254168"/>
                  </a:lnTo>
                  <a:lnTo>
                    <a:pt x="3829811" y="1283160"/>
                  </a:lnTo>
                  <a:lnTo>
                    <a:pt x="3877029" y="1311746"/>
                  </a:lnTo>
                  <a:lnTo>
                    <a:pt x="3926727" y="1337627"/>
                  </a:lnTo>
                  <a:lnTo>
                    <a:pt x="3979652" y="1360924"/>
                  </a:lnTo>
                  <a:lnTo>
                    <a:pt x="4036622" y="1381850"/>
                  </a:lnTo>
                  <a:lnTo>
                    <a:pt x="4098472" y="1400653"/>
                  </a:lnTo>
                  <a:lnTo>
                    <a:pt x="4166000" y="1417576"/>
                  </a:lnTo>
                  <a:lnTo>
                    <a:pt x="4239892" y="1432843"/>
                  </a:lnTo>
                  <a:lnTo>
                    <a:pt x="4320621" y="1446640"/>
                  </a:lnTo>
                  <a:lnTo>
                    <a:pt x="4408310" y="1459111"/>
                  </a:lnTo>
                  <a:lnTo>
                    <a:pt x="4502564" y="1470357"/>
                  </a:lnTo>
                  <a:lnTo>
                    <a:pt x="4602284" y="1480434"/>
                  </a:lnTo>
                  <a:lnTo>
                    <a:pt x="4705500" y="1489358"/>
                  </a:lnTo>
                  <a:lnTo>
                    <a:pt x="4809300" y="1497116"/>
                  </a:lnTo>
                  <a:lnTo>
                    <a:pt x="4909911" y="1503681"/>
                  </a:lnTo>
                  <a:lnTo>
                    <a:pt x="5003036" y="1509035"/>
                  </a:lnTo>
                  <a:lnTo>
                    <a:pt x="5084429" y="1513191"/>
                  </a:lnTo>
                  <a:lnTo>
                    <a:pt x="5150634" y="1516214"/>
                  </a:lnTo>
                  <a:lnTo>
                    <a:pt x="5199689" y="1518228"/>
                  </a:lnTo>
                  <a:lnTo>
                    <a:pt x="5231606" y="1519412"/>
                  </a:lnTo>
                  <a:lnTo>
                    <a:pt x="5248497" y="1519981"/>
                  </a:lnTo>
                  <a:lnTo>
                    <a:pt x="5254391" y="1520161"/>
                  </a:lnTo>
                  <a:lnTo>
                    <a:pt x="5254955" y="1520177"/>
                  </a:lnTo>
                  <a:lnTo>
                    <a:pt x="6726343" y="1520177"/>
                  </a:lnTo>
                  <a:lnTo>
                    <a:pt x="6727242" y="1520262"/>
                  </a:lnTo>
                  <a:lnTo>
                    <a:pt x="6733184" y="1520868"/>
                  </a:lnTo>
                  <a:lnTo>
                    <a:pt x="6748263" y="1522540"/>
                  </a:lnTo>
                  <a:lnTo>
                    <a:pt x="6775473" y="1525836"/>
                  </a:lnTo>
                  <a:lnTo>
                    <a:pt x="6816538" y="1531287"/>
                  </a:lnTo>
                  <a:lnTo>
                    <a:pt x="6871786" y="1539350"/>
                  </a:lnTo>
                  <a:lnTo>
                    <a:pt x="6940178" y="1550374"/>
                  </a:lnTo>
                  <a:lnTo>
                    <a:pt x="7019539" y="1564572"/>
                  </a:lnTo>
                  <a:lnTo>
                    <a:pt x="7106941" y="1582033"/>
                  </a:lnTo>
                  <a:lnTo>
                    <a:pt x="7199165" y="1602752"/>
                  </a:lnTo>
                  <a:lnTo>
                    <a:pt x="7293118" y="1626669"/>
                  </a:lnTo>
                  <a:lnTo>
                    <a:pt x="7386134" y="1653720"/>
                  </a:lnTo>
                  <a:lnTo>
                    <a:pt x="7476147" y="1683879"/>
                  </a:lnTo>
                  <a:lnTo>
                    <a:pt x="7561721" y="1717187"/>
                  </a:lnTo>
                  <a:lnTo>
                    <a:pt x="7642003" y="1753773"/>
                  </a:lnTo>
                  <a:lnTo>
                    <a:pt x="7716627" y="1793862"/>
                  </a:lnTo>
                  <a:lnTo>
                    <a:pt x="7785598" y="1837779"/>
                  </a:lnTo>
                  <a:lnTo>
                    <a:pt x="7849184" y="1885943"/>
                  </a:lnTo>
                  <a:lnTo>
                    <a:pt x="7907833" y="1938857"/>
                  </a:lnTo>
                  <a:lnTo>
                    <a:pt x="7962096" y="1997094"/>
                  </a:lnTo>
                  <a:lnTo>
                    <a:pt x="8012577" y="2061260"/>
                  </a:lnTo>
                  <a:lnTo>
                    <a:pt x="8059895" y="2131949"/>
                  </a:lnTo>
                  <a:lnTo>
                    <a:pt x="8104646" y="2209661"/>
                  </a:lnTo>
                  <a:lnTo>
                    <a:pt x="8147379" y="2294677"/>
                  </a:lnTo>
                  <a:lnTo>
                    <a:pt x="8151487" y="2303423"/>
                  </a:lnTo>
                  <a:lnTo>
                    <a:pt x="8181820" y="2371161"/>
                  </a:lnTo>
                  <a:lnTo>
                    <a:pt x="8211505" y="2442909"/>
                  </a:lnTo>
                  <a:lnTo>
                    <a:pt x="8240683" y="2518745"/>
                  </a:lnTo>
                  <a:lnTo>
                    <a:pt x="8269476" y="2598711"/>
                  </a:lnTo>
                  <a:lnTo>
                    <a:pt x="8297983" y="2682801"/>
                  </a:lnTo>
                  <a:lnTo>
                    <a:pt x="8326289" y="2770962"/>
                  </a:lnTo>
                  <a:lnTo>
                    <a:pt x="8354462" y="2863091"/>
                  </a:lnTo>
                  <a:lnTo>
                    <a:pt x="8382557" y="2959027"/>
                  </a:lnTo>
                  <a:lnTo>
                    <a:pt x="8410616" y="3058557"/>
                  </a:lnTo>
                  <a:lnTo>
                    <a:pt x="8438671" y="3161412"/>
                  </a:lnTo>
                  <a:lnTo>
                    <a:pt x="8466742" y="3267267"/>
                  </a:lnTo>
                  <a:lnTo>
                    <a:pt x="8494844" y="3375749"/>
                  </a:lnTo>
                  <a:lnTo>
                    <a:pt x="8522979" y="3486437"/>
                  </a:lnTo>
                  <a:lnTo>
                    <a:pt x="8551148" y="3598869"/>
                  </a:lnTo>
                  <a:lnTo>
                    <a:pt x="8579343" y="3712551"/>
                  </a:lnTo>
                  <a:lnTo>
                    <a:pt x="8607555" y="3826967"/>
                  </a:lnTo>
                  <a:lnTo>
                    <a:pt x="8635771" y="3941583"/>
                  </a:lnTo>
                  <a:lnTo>
                    <a:pt x="8663980" y="4055864"/>
                  </a:lnTo>
                  <a:lnTo>
                    <a:pt x="8692170" y="4169281"/>
                  </a:lnTo>
                  <a:lnTo>
                    <a:pt x="8720330" y="4281321"/>
                  </a:lnTo>
                  <a:lnTo>
                    <a:pt x="8748457" y="4391497"/>
                  </a:lnTo>
                  <a:lnTo>
                    <a:pt x="8776550" y="4499359"/>
                  </a:lnTo>
                  <a:lnTo>
                    <a:pt x="8804616" y="4604495"/>
                  </a:lnTo>
                  <a:lnTo>
                    <a:pt x="8832670" y="4706545"/>
                  </a:lnTo>
                  <a:lnTo>
                    <a:pt x="8860735" y="4805197"/>
                  </a:lnTo>
                  <a:lnTo>
                    <a:pt x="8888845" y="4900197"/>
                  </a:lnTo>
                  <a:lnTo>
                    <a:pt x="8917045" y="4991344"/>
                  </a:lnTo>
                  <a:lnTo>
                    <a:pt x="8945394" y="5078492"/>
                  </a:lnTo>
                  <a:lnTo>
                    <a:pt x="8973965" y="5161552"/>
                  </a:lnTo>
                  <a:lnTo>
                    <a:pt x="9002844" y="5240481"/>
                  </a:lnTo>
                  <a:lnTo>
                    <a:pt x="9032137" y="5315287"/>
                  </a:lnTo>
                  <a:lnTo>
                    <a:pt x="9061970" y="5386020"/>
                  </a:lnTo>
                  <a:lnTo>
                    <a:pt x="9084767" y="5436406"/>
                  </a:lnTo>
                  <a:lnTo>
                    <a:pt x="9127328" y="5522141"/>
                  </a:lnTo>
                  <a:lnTo>
                    <a:pt x="9171858" y="5600564"/>
                  </a:lnTo>
                  <a:lnTo>
                    <a:pt x="9218897" y="5671923"/>
                  </a:lnTo>
                  <a:lnTo>
                    <a:pt x="9269041" y="5736704"/>
                  </a:lnTo>
                  <a:lnTo>
                    <a:pt x="9322905" y="5795496"/>
                  </a:lnTo>
                  <a:lnTo>
                    <a:pt x="9381097" y="5848907"/>
                  </a:lnTo>
                  <a:lnTo>
                    <a:pt x="9444177" y="5897514"/>
                  </a:lnTo>
                  <a:lnTo>
                    <a:pt x="9512603" y="5941828"/>
                  </a:lnTo>
                  <a:lnTo>
                    <a:pt x="9586666" y="5982277"/>
                  </a:lnTo>
                  <a:lnTo>
                    <a:pt x="9666402" y="6019196"/>
                  </a:lnTo>
                  <a:lnTo>
                    <a:pt x="9751485" y="6052819"/>
                  </a:lnTo>
                  <a:lnTo>
                    <a:pt x="9841115" y="6083284"/>
                  </a:lnTo>
                  <a:lnTo>
                    <a:pt x="9933918" y="6110641"/>
                  </a:lnTo>
                  <a:lnTo>
                    <a:pt x="10027888" y="6134868"/>
                  </a:lnTo>
                  <a:lnTo>
                    <a:pt x="10120414" y="6155903"/>
                  </a:lnTo>
                  <a:lnTo>
                    <a:pt x="10208433" y="6173686"/>
                  </a:lnTo>
                  <a:lnTo>
                    <a:pt x="10288722" y="6188203"/>
                  </a:lnTo>
                  <a:lnTo>
                    <a:pt x="10358303" y="6199531"/>
                  </a:lnTo>
                  <a:lnTo>
                    <a:pt x="10414909" y="6207872"/>
                  </a:lnTo>
                  <a:lnTo>
                    <a:pt x="10457376" y="6213561"/>
                  </a:lnTo>
                  <a:lnTo>
                    <a:pt x="10485893" y="6217046"/>
                  </a:lnTo>
                  <a:lnTo>
                    <a:pt x="10502050" y="6218853"/>
                  </a:lnTo>
                  <a:lnTo>
                    <a:pt x="10508725" y="6219538"/>
                  </a:lnTo>
                  <a:lnTo>
                    <a:pt x="10509911" y="6219651"/>
                  </a:lnTo>
                  <a:lnTo>
                    <a:pt x="11981298" y="6219651"/>
                  </a:lnTo>
                  <a:lnTo>
                    <a:pt x="11981298" y="6121575"/>
                  </a:lnTo>
                  <a:lnTo>
                    <a:pt x="10509911" y="6121575"/>
                  </a:lnTo>
                  <a:lnTo>
                    <a:pt x="10509011" y="6121490"/>
                  </a:lnTo>
                  <a:lnTo>
                    <a:pt x="10503069" y="6120885"/>
                  </a:lnTo>
                  <a:lnTo>
                    <a:pt x="10487990" y="6119213"/>
                  </a:lnTo>
                  <a:lnTo>
                    <a:pt x="10460780" y="6115917"/>
                  </a:lnTo>
                  <a:lnTo>
                    <a:pt x="10419715" y="6110466"/>
                  </a:lnTo>
                  <a:lnTo>
                    <a:pt x="10364467" y="6102402"/>
                  </a:lnTo>
                  <a:lnTo>
                    <a:pt x="10296075" y="6091379"/>
                  </a:lnTo>
                  <a:lnTo>
                    <a:pt x="10216714" y="6077181"/>
                  </a:lnTo>
                  <a:lnTo>
                    <a:pt x="10129312" y="6059719"/>
                  </a:lnTo>
                  <a:lnTo>
                    <a:pt x="10037088" y="6039000"/>
                  </a:lnTo>
                  <a:lnTo>
                    <a:pt x="9943135" y="6015084"/>
                  </a:lnTo>
                  <a:lnTo>
                    <a:pt x="9850119" y="5988033"/>
                  </a:lnTo>
                  <a:lnTo>
                    <a:pt x="9760106" y="5957874"/>
                  </a:lnTo>
                  <a:lnTo>
                    <a:pt x="9674532" y="5924566"/>
                  </a:lnTo>
                  <a:lnTo>
                    <a:pt x="9594250" y="5887980"/>
                  </a:lnTo>
                  <a:lnTo>
                    <a:pt x="9519626" y="5847890"/>
                  </a:lnTo>
                  <a:lnTo>
                    <a:pt x="9450655" y="5803974"/>
                  </a:lnTo>
                  <a:lnTo>
                    <a:pt x="9387069" y="5755810"/>
                  </a:lnTo>
                  <a:lnTo>
                    <a:pt x="9328420" y="5702895"/>
                  </a:lnTo>
                  <a:lnTo>
                    <a:pt x="9274157" y="5644659"/>
                  </a:lnTo>
                  <a:lnTo>
                    <a:pt x="9223676" y="5580493"/>
                  </a:lnTo>
                  <a:lnTo>
                    <a:pt x="9176359" y="5509804"/>
                  </a:lnTo>
                  <a:lnTo>
                    <a:pt x="9131607" y="5432092"/>
                  </a:lnTo>
                  <a:lnTo>
                    <a:pt x="9088874" y="5347075"/>
                  </a:lnTo>
                  <a:lnTo>
                    <a:pt x="9084767" y="5338330"/>
                  </a:lnTo>
                  <a:lnTo>
                    <a:pt x="9054433" y="5270591"/>
                  </a:lnTo>
                  <a:lnTo>
                    <a:pt x="9024748" y="5198844"/>
                  </a:lnTo>
                  <a:lnTo>
                    <a:pt x="8995570" y="5123007"/>
                  </a:lnTo>
                  <a:lnTo>
                    <a:pt x="8966778" y="5043042"/>
                  </a:lnTo>
                  <a:lnTo>
                    <a:pt x="8938270" y="4958951"/>
                  </a:lnTo>
                  <a:lnTo>
                    <a:pt x="8909964" y="4870790"/>
                  </a:lnTo>
                  <a:lnTo>
                    <a:pt x="8881792" y="4778662"/>
                  </a:lnTo>
                  <a:lnTo>
                    <a:pt x="8853697" y="4682726"/>
                  </a:lnTo>
                  <a:lnTo>
                    <a:pt x="8825637" y="4583195"/>
                  </a:lnTo>
                  <a:lnTo>
                    <a:pt x="8797583" y="4480341"/>
                  </a:lnTo>
                  <a:lnTo>
                    <a:pt x="8769511" y="4374485"/>
                  </a:lnTo>
                  <a:lnTo>
                    <a:pt x="8741410" y="4266003"/>
                  </a:lnTo>
                  <a:lnTo>
                    <a:pt x="8713274" y="4155316"/>
                  </a:lnTo>
                  <a:lnTo>
                    <a:pt x="8685105" y="4042884"/>
                  </a:lnTo>
                  <a:lnTo>
                    <a:pt x="8656910" y="3929201"/>
                  </a:lnTo>
                  <a:lnTo>
                    <a:pt x="8628698" y="3814786"/>
                  </a:lnTo>
                  <a:lnTo>
                    <a:pt x="8600482" y="3700170"/>
                  </a:lnTo>
                  <a:lnTo>
                    <a:pt x="8572273" y="3585888"/>
                  </a:lnTo>
                  <a:lnTo>
                    <a:pt x="8544084" y="3472472"/>
                  </a:lnTo>
                  <a:lnTo>
                    <a:pt x="8515923" y="3360432"/>
                  </a:lnTo>
                  <a:lnTo>
                    <a:pt x="8487796" y="3250255"/>
                  </a:lnTo>
                  <a:lnTo>
                    <a:pt x="8459703" y="3142394"/>
                  </a:lnTo>
                  <a:lnTo>
                    <a:pt x="8431637" y="3037257"/>
                  </a:lnTo>
                  <a:lnTo>
                    <a:pt x="8403583" y="2935207"/>
                  </a:lnTo>
                  <a:lnTo>
                    <a:pt x="8375519" y="2836555"/>
                  </a:lnTo>
                  <a:lnTo>
                    <a:pt x="8347409" y="2741555"/>
                  </a:lnTo>
                  <a:lnTo>
                    <a:pt x="8319208" y="2650409"/>
                  </a:lnTo>
                  <a:lnTo>
                    <a:pt x="8290859" y="2563260"/>
                  </a:lnTo>
                  <a:lnTo>
                    <a:pt x="8262289" y="2480201"/>
                  </a:lnTo>
                  <a:lnTo>
                    <a:pt x="8233410" y="2401272"/>
                  </a:lnTo>
                  <a:lnTo>
                    <a:pt x="8204116" y="2326466"/>
                  </a:lnTo>
                  <a:lnTo>
                    <a:pt x="8174283" y="2255732"/>
                  </a:lnTo>
                  <a:lnTo>
                    <a:pt x="8151487" y="2205347"/>
                  </a:lnTo>
                  <a:lnTo>
                    <a:pt x="8108925" y="2119611"/>
                  </a:lnTo>
                  <a:lnTo>
                    <a:pt x="8064395" y="2041189"/>
                  </a:lnTo>
                  <a:lnTo>
                    <a:pt x="8017356" y="1969830"/>
                  </a:lnTo>
                  <a:lnTo>
                    <a:pt x="7967213" y="1905049"/>
                  </a:lnTo>
                  <a:lnTo>
                    <a:pt x="7913348" y="1846257"/>
                  </a:lnTo>
                  <a:lnTo>
                    <a:pt x="7855156" y="1792846"/>
                  </a:lnTo>
                  <a:lnTo>
                    <a:pt x="7792077" y="1744239"/>
                  </a:lnTo>
                  <a:lnTo>
                    <a:pt x="7723651" y="1699924"/>
                  </a:lnTo>
                  <a:lnTo>
                    <a:pt x="7649587" y="1659475"/>
                  </a:lnTo>
                  <a:lnTo>
                    <a:pt x="7569851" y="1622557"/>
                  </a:lnTo>
                  <a:lnTo>
                    <a:pt x="7484768" y="1588934"/>
                  </a:lnTo>
                  <a:lnTo>
                    <a:pt x="7395138" y="1558469"/>
                  </a:lnTo>
                  <a:lnTo>
                    <a:pt x="7302335" y="1531112"/>
                  </a:lnTo>
                  <a:lnTo>
                    <a:pt x="7208366" y="1506885"/>
                  </a:lnTo>
                  <a:lnTo>
                    <a:pt x="7115839" y="1485849"/>
                  </a:lnTo>
                  <a:lnTo>
                    <a:pt x="7027820" y="1468066"/>
                  </a:lnTo>
                  <a:lnTo>
                    <a:pt x="6947532" y="1453550"/>
                  </a:lnTo>
                  <a:lnTo>
                    <a:pt x="6877950" y="1442222"/>
                  </a:lnTo>
                  <a:lnTo>
                    <a:pt x="6821344" y="1433880"/>
                  </a:lnTo>
                  <a:lnTo>
                    <a:pt x="6778877" y="1428192"/>
                  </a:lnTo>
                  <a:lnTo>
                    <a:pt x="6750361" y="1424706"/>
                  </a:lnTo>
                  <a:lnTo>
                    <a:pt x="6734203" y="1422899"/>
                  </a:lnTo>
                  <a:lnTo>
                    <a:pt x="6727528" y="1422214"/>
                  </a:lnTo>
                  <a:lnTo>
                    <a:pt x="6726343" y="1422101"/>
                  </a:lnTo>
                  <a:lnTo>
                    <a:pt x="5254955" y="1422101"/>
                  </a:lnTo>
                  <a:lnTo>
                    <a:pt x="5253742" y="1422066"/>
                  </a:lnTo>
                  <a:lnTo>
                    <a:pt x="5245778" y="1421817"/>
                  </a:lnTo>
                  <a:lnTo>
                    <a:pt x="5225741" y="1421128"/>
                  </a:lnTo>
                  <a:lnTo>
                    <a:pt x="5190015" y="1419772"/>
                  </a:lnTo>
                  <a:lnTo>
                    <a:pt x="5136963" y="1417541"/>
                  </a:lnTo>
                  <a:lnTo>
                    <a:pt x="5067048" y="1414268"/>
                  </a:lnTo>
                  <a:lnTo>
                    <a:pt x="4982625" y="1409842"/>
                  </a:lnTo>
                  <a:lnTo>
                    <a:pt x="4887401" y="1404210"/>
                  </a:lnTo>
                  <a:lnTo>
                    <a:pt x="4785693" y="1397370"/>
                  </a:lnTo>
                  <a:lnTo>
                    <a:pt x="4681722" y="1389343"/>
                  </a:lnTo>
                  <a:lnTo>
                    <a:pt x="4579082" y="1380155"/>
                  </a:lnTo>
                  <a:lnTo>
                    <a:pt x="4480472" y="1369813"/>
                  </a:lnTo>
                  <a:lnTo>
                    <a:pt x="4387651" y="1358294"/>
                  </a:lnTo>
                  <a:lnTo>
                    <a:pt x="4301541" y="1345530"/>
                  </a:lnTo>
                  <a:lnTo>
                    <a:pt x="4222402" y="1331411"/>
                  </a:lnTo>
                  <a:lnTo>
                    <a:pt x="4150016" y="1315783"/>
                  </a:lnTo>
                  <a:lnTo>
                    <a:pt x="4083853" y="1298451"/>
                  </a:lnTo>
                  <a:lnTo>
                    <a:pt x="4023192" y="1279185"/>
                  </a:lnTo>
                  <a:lnTo>
                    <a:pt x="3967221" y="1257738"/>
                  </a:lnTo>
                  <a:lnTo>
                    <a:pt x="3915105" y="1233866"/>
                  </a:lnTo>
                  <a:lnTo>
                    <a:pt x="3866036" y="1207372"/>
                  </a:lnTo>
                  <a:lnTo>
                    <a:pt x="3829811" y="1185084"/>
                  </a:lnTo>
                  <a:lnTo>
                    <a:pt x="3782559" y="1152414"/>
                  </a:lnTo>
                  <a:lnTo>
                    <a:pt x="3736703" y="1116729"/>
                  </a:lnTo>
                  <a:lnTo>
                    <a:pt x="3691765" y="1077976"/>
                  </a:lnTo>
                  <a:lnTo>
                    <a:pt x="3647384" y="1036185"/>
                  </a:lnTo>
                  <a:lnTo>
                    <a:pt x="3603294" y="991476"/>
                  </a:lnTo>
                  <a:lnTo>
                    <a:pt x="3559309" y="944072"/>
                  </a:lnTo>
                  <a:lnTo>
                    <a:pt x="3515315" y="894293"/>
                  </a:lnTo>
                  <a:lnTo>
                    <a:pt x="3471250" y="842558"/>
                  </a:lnTo>
                  <a:lnTo>
                    <a:pt x="3427103" y="789368"/>
                  </a:lnTo>
                  <a:lnTo>
                    <a:pt x="3382894" y="735291"/>
                  </a:lnTo>
                  <a:lnTo>
                    <a:pt x="3338664" y="680936"/>
                  </a:lnTo>
                  <a:lnTo>
                    <a:pt x="3294460" y="626926"/>
                  </a:lnTo>
                  <a:lnTo>
                    <a:pt x="3250321" y="573866"/>
                  </a:lnTo>
                  <a:lnTo>
                    <a:pt x="3206266" y="522320"/>
                  </a:lnTo>
                  <a:lnTo>
                    <a:pt x="3162276" y="472779"/>
                  </a:lnTo>
                  <a:lnTo>
                    <a:pt x="3118286" y="425653"/>
                  </a:lnTo>
                  <a:lnTo>
                    <a:pt x="3074175" y="381251"/>
                  </a:lnTo>
                  <a:lnTo>
                    <a:pt x="3029748" y="339785"/>
                  </a:lnTo>
                  <a:lnTo>
                    <a:pt x="2984730" y="301364"/>
                  </a:lnTo>
                  <a:lnTo>
                    <a:pt x="2938748" y="266009"/>
                  </a:lnTo>
                  <a:lnTo>
                    <a:pt x="2896531" y="237016"/>
                  </a:lnTo>
                  <a:lnTo>
                    <a:pt x="2849313" y="208431"/>
                  </a:lnTo>
                  <a:lnTo>
                    <a:pt x="2799615" y="182549"/>
                  </a:lnTo>
                  <a:lnTo>
                    <a:pt x="2746690" y="159253"/>
                  </a:lnTo>
                  <a:lnTo>
                    <a:pt x="2689720" y="138327"/>
                  </a:lnTo>
                  <a:lnTo>
                    <a:pt x="2627870" y="119524"/>
                  </a:lnTo>
                  <a:lnTo>
                    <a:pt x="2560342" y="102600"/>
                  </a:lnTo>
                  <a:lnTo>
                    <a:pt x="2486450" y="87333"/>
                  </a:lnTo>
                  <a:lnTo>
                    <a:pt x="2405721" y="73537"/>
                  </a:lnTo>
                  <a:lnTo>
                    <a:pt x="2318032" y="61066"/>
                  </a:lnTo>
                  <a:lnTo>
                    <a:pt x="2223778" y="49820"/>
                  </a:lnTo>
                  <a:lnTo>
                    <a:pt x="2124059" y="39743"/>
                  </a:lnTo>
                  <a:lnTo>
                    <a:pt x="2020842" y="30819"/>
                  </a:lnTo>
                  <a:lnTo>
                    <a:pt x="1917042" y="23061"/>
                  </a:lnTo>
                  <a:lnTo>
                    <a:pt x="1816432" y="16495"/>
                  </a:lnTo>
                  <a:lnTo>
                    <a:pt x="1723307" y="11141"/>
                  </a:lnTo>
                  <a:lnTo>
                    <a:pt x="1641913" y="6985"/>
                  </a:lnTo>
                  <a:lnTo>
                    <a:pt x="1575708" y="3962"/>
                  </a:lnTo>
                  <a:lnTo>
                    <a:pt x="1526654" y="1948"/>
                  </a:lnTo>
                  <a:lnTo>
                    <a:pt x="1494736" y="764"/>
                  </a:lnTo>
                  <a:lnTo>
                    <a:pt x="1477845" y="196"/>
                  </a:lnTo>
                  <a:lnTo>
                    <a:pt x="1471951" y="15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432" name="pl432"/>
            <p:cNvSpPr/>
            <p:nvPr/>
          </p:nvSpPr>
          <p:spPr>
            <a:xfrm>
              <a:off x="4799595" y="3982664"/>
              <a:ext cx="11981298" cy="6121575"/>
            </a:xfrm>
            <a:custGeom>
              <a:avLst/>
              <a:pathLst>
                <a:path w="11981298" h="6121575">
                  <a:moveTo>
                    <a:pt x="0" y="0"/>
                  </a:moveTo>
                  <a:lnTo>
                    <a:pt x="1471387" y="0"/>
                  </a:lnTo>
                  <a:lnTo>
                    <a:pt x="1472600" y="34"/>
                  </a:lnTo>
                  <a:lnTo>
                    <a:pt x="1480564" y="284"/>
                  </a:lnTo>
                  <a:lnTo>
                    <a:pt x="1500601" y="973"/>
                  </a:lnTo>
                  <a:lnTo>
                    <a:pt x="1536327" y="2328"/>
                  </a:lnTo>
                  <a:lnTo>
                    <a:pt x="1589379" y="4559"/>
                  </a:lnTo>
                  <a:lnTo>
                    <a:pt x="1659294" y="7833"/>
                  </a:lnTo>
                  <a:lnTo>
                    <a:pt x="1743717" y="12259"/>
                  </a:lnTo>
                  <a:lnTo>
                    <a:pt x="1838941" y="17890"/>
                  </a:lnTo>
                  <a:lnTo>
                    <a:pt x="1940649" y="24731"/>
                  </a:lnTo>
                  <a:lnTo>
                    <a:pt x="2044620" y="32758"/>
                  </a:lnTo>
                  <a:lnTo>
                    <a:pt x="2147260" y="41946"/>
                  </a:lnTo>
                  <a:lnTo>
                    <a:pt x="2245870" y="52287"/>
                  </a:lnTo>
                  <a:lnTo>
                    <a:pt x="2338691" y="63807"/>
                  </a:lnTo>
                  <a:lnTo>
                    <a:pt x="2424801" y="76571"/>
                  </a:lnTo>
                  <a:lnTo>
                    <a:pt x="2503940" y="90689"/>
                  </a:lnTo>
                  <a:lnTo>
                    <a:pt x="2576326" y="106317"/>
                  </a:lnTo>
                  <a:lnTo>
                    <a:pt x="2642489" y="123650"/>
                  </a:lnTo>
                  <a:lnTo>
                    <a:pt x="2703150" y="142916"/>
                  </a:lnTo>
                  <a:lnTo>
                    <a:pt x="2759121" y="164363"/>
                  </a:lnTo>
                  <a:lnTo>
                    <a:pt x="2811237" y="188234"/>
                  </a:lnTo>
                  <a:lnTo>
                    <a:pt x="2860306" y="214728"/>
                  </a:lnTo>
                  <a:lnTo>
                    <a:pt x="2896531" y="237016"/>
                  </a:lnTo>
                  <a:lnTo>
                    <a:pt x="2943783" y="269687"/>
                  </a:lnTo>
                  <a:lnTo>
                    <a:pt x="2989639" y="305372"/>
                  </a:lnTo>
                  <a:lnTo>
                    <a:pt x="3034577" y="344125"/>
                  </a:lnTo>
                  <a:lnTo>
                    <a:pt x="3078958" y="385916"/>
                  </a:lnTo>
                  <a:lnTo>
                    <a:pt x="3123048" y="430624"/>
                  </a:lnTo>
                  <a:lnTo>
                    <a:pt x="3167033" y="478029"/>
                  </a:lnTo>
                  <a:lnTo>
                    <a:pt x="3211028" y="527807"/>
                  </a:lnTo>
                  <a:lnTo>
                    <a:pt x="3255092" y="579543"/>
                  </a:lnTo>
                  <a:lnTo>
                    <a:pt x="3299239" y="632733"/>
                  </a:lnTo>
                  <a:lnTo>
                    <a:pt x="3343448" y="686810"/>
                  </a:lnTo>
                  <a:lnTo>
                    <a:pt x="3387678" y="741165"/>
                  </a:lnTo>
                  <a:lnTo>
                    <a:pt x="3431883" y="795175"/>
                  </a:lnTo>
                  <a:lnTo>
                    <a:pt x="3476021" y="848234"/>
                  </a:lnTo>
                  <a:lnTo>
                    <a:pt x="3520077" y="899781"/>
                  </a:lnTo>
                  <a:lnTo>
                    <a:pt x="3564067" y="949321"/>
                  </a:lnTo>
                  <a:lnTo>
                    <a:pt x="3608056" y="996448"/>
                  </a:lnTo>
                  <a:lnTo>
                    <a:pt x="3652167" y="1040849"/>
                  </a:lnTo>
                  <a:lnTo>
                    <a:pt x="3696594" y="1082316"/>
                  </a:lnTo>
                  <a:lnTo>
                    <a:pt x="3741612" y="1120737"/>
                  </a:lnTo>
                  <a:lnTo>
                    <a:pt x="3787594" y="1156092"/>
                  </a:lnTo>
                  <a:lnTo>
                    <a:pt x="3829811" y="1185084"/>
                  </a:lnTo>
                  <a:lnTo>
                    <a:pt x="3877029" y="1213670"/>
                  </a:lnTo>
                  <a:lnTo>
                    <a:pt x="3926727" y="1239551"/>
                  </a:lnTo>
                  <a:lnTo>
                    <a:pt x="3979652" y="1262848"/>
                  </a:lnTo>
                  <a:lnTo>
                    <a:pt x="4036622" y="1283774"/>
                  </a:lnTo>
                  <a:lnTo>
                    <a:pt x="4098472" y="1302577"/>
                  </a:lnTo>
                  <a:lnTo>
                    <a:pt x="4166000" y="1319500"/>
                  </a:lnTo>
                  <a:lnTo>
                    <a:pt x="4239892" y="1334767"/>
                  </a:lnTo>
                  <a:lnTo>
                    <a:pt x="4320621" y="1348564"/>
                  </a:lnTo>
                  <a:lnTo>
                    <a:pt x="4408310" y="1361035"/>
                  </a:lnTo>
                  <a:lnTo>
                    <a:pt x="4502564" y="1372281"/>
                  </a:lnTo>
                  <a:lnTo>
                    <a:pt x="4602284" y="1382358"/>
                  </a:lnTo>
                  <a:lnTo>
                    <a:pt x="4705500" y="1391282"/>
                  </a:lnTo>
                  <a:lnTo>
                    <a:pt x="4809300" y="1399040"/>
                  </a:lnTo>
                  <a:lnTo>
                    <a:pt x="4909911" y="1405605"/>
                  </a:lnTo>
                  <a:lnTo>
                    <a:pt x="5003036" y="1410959"/>
                  </a:lnTo>
                  <a:lnTo>
                    <a:pt x="5084429" y="1415115"/>
                  </a:lnTo>
                  <a:lnTo>
                    <a:pt x="5150634" y="1418138"/>
                  </a:lnTo>
                  <a:lnTo>
                    <a:pt x="5199689" y="1420152"/>
                  </a:lnTo>
                  <a:lnTo>
                    <a:pt x="5231606" y="1421336"/>
                  </a:lnTo>
                  <a:lnTo>
                    <a:pt x="5248497" y="1421905"/>
                  </a:lnTo>
                  <a:lnTo>
                    <a:pt x="5254391" y="1422085"/>
                  </a:lnTo>
                  <a:lnTo>
                    <a:pt x="5254955" y="1422101"/>
                  </a:lnTo>
                  <a:lnTo>
                    <a:pt x="6726343" y="1422101"/>
                  </a:lnTo>
                  <a:lnTo>
                    <a:pt x="6727242" y="1422186"/>
                  </a:lnTo>
                  <a:lnTo>
                    <a:pt x="6733184" y="1422792"/>
                  </a:lnTo>
                  <a:lnTo>
                    <a:pt x="6748263" y="1424464"/>
                  </a:lnTo>
                  <a:lnTo>
                    <a:pt x="6775473" y="1427760"/>
                  </a:lnTo>
                  <a:lnTo>
                    <a:pt x="6816538" y="1433211"/>
                  </a:lnTo>
                  <a:lnTo>
                    <a:pt x="6871786" y="1441274"/>
                  </a:lnTo>
                  <a:lnTo>
                    <a:pt x="6940178" y="1452298"/>
                  </a:lnTo>
                  <a:lnTo>
                    <a:pt x="7019539" y="1466496"/>
                  </a:lnTo>
                  <a:lnTo>
                    <a:pt x="7106941" y="1483957"/>
                  </a:lnTo>
                  <a:lnTo>
                    <a:pt x="7199165" y="1504676"/>
                  </a:lnTo>
                  <a:lnTo>
                    <a:pt x="7293118" y="1528593"/>
                  </a:lnTo>
                  <a:lnTo>
                    <a:pt x="7386134" y="1555644"/>
                  </a:lnTo>
                  <a:lnTo>
                    <a:pt x="7476147" y="1585803"/>
                  </a:lnTo>
                  <a:lnTo>
                    <a:pt x="7561721" y="1619111"/>
                  </a:lnTo>
                  <a:lnTo>
                    <a:pt x="7642003" y="1655697"/>
                  </a:lnTo>
                  <a:lnTo>
                    <a:pt x="7716627" y="1695786"/>
                  </a:lnTo>
                  <a:lnTo>
                    <a:pt x="7785598" y="1739703"/>
                  </a:lnTo>
                  <a:lnTo>
                    <a:pt x="7849184" y="1787867"/>
                  </a:lnTo>
                  <a:lnTo>
                    <a:pt x="7907833" y="1840781"/>
                  </a:lnTo>
                  <a:lnTo>
                    <a:pt x="7962096" y="1899018"/>
                  </a:lnTo>
                  <a:lnTo>
                    <a:pt x="8012577" y="1963184"/>
                  </a:lnTo>
                  <a:lnTo>
                    <a:pt x="8059895" y="2033873"/>
                  </a:lnTo>
                  <a:lnTo>
                    <a:pt x="8104646" y="2111585"/>
                  </a:lnTo>
                  <a:lnTo>
                    <a:pt x="8147379" y="2196601"/>
                  </a:lnTo>
                  <a:lnTo>
                    <a:pt x="8151487" y="2205347"/>
                  </a:lnTo>
                  <a:lnTo>
                    <a:pt x="8181820" y="2273085"/>
                  </a:lnTo>
                  <a:lnTo>
                    <a:pt x="8211505" y="2344833"/>
                  </a:lnTo>
                  <a:lnTo>
                    <a:pt x="8240683" y="2420669"/>
                  </a:lnTo>
                  <a:lnTo>
                    <a:pt x="8269476" y="2500635"/>
                  </a:lnTo>
                  <a:lnTo>
                    <a:pt x="8297983" y="2584725"/>
                  </a:lnTo>
                  <a:lnTo>
                    <a:pt x="8326289" y="2672886"/>
                  </a:lnTo>
                  <a:lnTo>
                    <a:pt x="8354462" y="2765015"/>
                  </a:lnTo>
                  <a:lnTo>
                    <a:pt x="8382557" y="2860951"/>
                  </a:lnTo>
                  <a:lnTo>
                    <a:pt x="8410616" y="2960481"/>
                  </a:lnTo>
                  <a:lnTo>
                    <a:pt x="8438671" y="3063336"/>
                  </a:lnTo>
                  <a:lnTo>
                    <a:pt x="8466742" y="3169191"/>
                  </a:lnTo>
                  <a:lnTo>
                    <a:pt x="8494844" y="3277673"/>
                  </a:lnTo>
                  <a:lnTo>
                    <a:pt x="8522979" y="3388361"/>
                  </a:lnTo>
                  <a:lnTo>
                    <a:pt x="8551148" y="3500793"/>
                  </a:lnTo>
                  <a:lnTo>
                    <a:pt x="8579343" y="3614475"/>
                  </a:lnTo>
                  <a:lnTo>
                    <a:pt x="8607555" y="3728891"/>
                  </a:lnTo>
                  <a:lnTo>
                    <a:pt x="8635771" y="3843507"/>
                  </a:lnTo>
                  <a:lnTo>
                    <a:pt x="8663980" y="3957788"/>
                  </a:lnTo>
                  <a:lnTo>
                    <a:pt x="8692170" y="4071205"/>
                  </a:lnTo>
                  <a:lnTo>
                    <a:pt x="8720330" y="4183245"/>
                  </a:lnTo>
                  <a:lnTo>
                    <a:pt x="8748457" y="4293421"/>
                  </a:lnTo>
                  <a:lnTo>
                    <a:pt x="8776550" y="4401283"/>
                  </a:lnTo>
                  <a:lnTo>
                    <a:pt x="8804616" y="4506419"/>
                  </a:lnTo>
                  <a:lnTo>
                    <a:pt x="8832670" y="4608469"/>
                  </a:lnTo>
                  <a:lnTo>
                    <a:pt x="8860735" y="4707121"/>
                  </a:lnTo>
                  <a:lnTo>
                    <a:pt x="8888845" y="4802121"/>
                  </a:lnTo>
                  <a:lnTo>
                    <a:pt x="8917045" y="4893268"/>
                  </a:lnTo>
                  <a:lnTo>
                    <a:pt x="8945394" y="4980416"/>
                  </a:lnTo>
                  <a:lnTo>
                    <a:pt x="8973965" y="5063476"/>
                  </a:lnTo>
                  <a:lnTo>
                    <a:pt x="9002844" y="5142405"/>
                  </a:lnTo>
                  <a:lnTo>
                    <a:pt x="9032137" y="5217211"/>
                  </a:lnTo>
                  <a:lnTo>
                    <a:pt x="9061970" y="5287944"/>
                  </a:lnTo>
                  <a:lnTo>
                    <a:pt x="9084767" y="5338330"/>
                  </a:lnTo>
                  <a:lnTo>
                    <a:pt x="9127328" y="5424065"/>
                  </a:lnTo>
                  <a:lnTo>
                    <a:pt x="9171858" y="5502488"/>
                  </a:lnTo>
                  <a:lnTo>
                    <a:pt x="9218897" y="5573847"/>
                  </a:lnTo>
                  <a:lnTo>
                    <a:pt x="9269041" y="5638628"/>
                  </a:lnTo>
                  <a:lnTo>
                    <a:pt x="9322905" y="5697420"/>
                  </a:lnTo>
                  <a:lnTo>
                    <a:pt x="9381097" y="5750831"/>
                  </a:lnTo>
                  <a:lnTo>
                    <a:pt x="9444177" y="5799438"/>
                  </a:lnTo>
                  <a:lnTo>
                    <a:pt x="9512603" y="5843752"/>
                  </a:lnTo>
                  <a:lnTo>
                    <a:pt x="9586666" y="5884201"/>
                  </a:lnTo>
                  <a:lnTo>
                    <a:pt x="9666402" y="5921120"/>
                  </a:lnTo>
                  <a:lnTo>
                    <a:pt x="9751485" y="5954743"/>
                  </a:lnTo>
                  <a:lnTo>
                    <a:pt x="9841115" y="5985208"/>
                  </a:lnTo>
                  <a:lnTo>
                    <a:pt x="9933918" y="6012565"/>
                  </a:lnTo>
                  <a:lnTo>
                    <a:pt x="10027888" y="6036792"/>
                  </a:lnTo>
                  <a:lnTo>
                    <a:pt x="10120414" y="6057827"/>
                  </a:lnTo>
                  <a:lnTo>
                    <a:pt x="10208433" y="6075610"/>
                  </a:lnTo>
                  <a:lnTo>
                    <a:pt x="10288722" y="6090127"/>
                  </a:lnTo>
                  <a:lnTo>
                    <a:pt x="10358303" y="6101455"/>
                  </a:lnTo>
                  <a:lnTo>
                    <a:pt x="10414909" y="6109796"/>
                  </a:lnTo>
                  <a:lnTo>
                    <a:pt x="10457376" y="6115485"/>
                  </a:lnTo>
                  <a:lnTo>
                    <a:pt x="10485893" y="6118970"/>
                  </a:lnTo>
                  <a:lnTo>
                    <a:pt x="10502050" y="6120777"/>
                  </a:lnTo>
                  <a:lnTo>
                    <a:pt x="10508725" y="6121462"/>
                  </a:lnTo>
                  <a:lnTo>
                    <a:pt x="10509910" y="6121575"/>
                  </a:lnTo>
                  <a:lnTo>
                    <a:pt x="10509911" y="6121575"/>
                  </a:lnTo>
                  <a:lnTo>
                    <a:pt x="11981298" y="612157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33" name="pl433"/>
            <p:cNvSpPr/>
            <p:nvPr/>
          </p:nvSpPr>
          <p:spPr>
            <a:xfrm>
              <a:off x="4799595" y="3884588"/>
              <a:ext cx="11981298" cy="6121575"/>
            </a:xfrm>
            <a:custGeom>
              <a:avLst/>
              <a:pathLst>
                <a:path w="11981298" h="6121575">
                  <a:moveTo>
                    <a:pt x="11981298" y="6121575"/>
                  </a:moveTo>
                  <a:lnTo>
                    <a:pt x="10509911" y="6121575"/>
                  </a:lnTo>
                  <a:lnTo>
                    <a:pt x="10509011" y="6121490"/>
                  </a:lnTo>
                  <a:lnTo>
                    <a:pt x="10503069" y="6120885"/>
                  </a:lnTo>
                  <a:lnTo>
                    <a:pt x="10487990" y="6119213"/>
                  </a:lnTo>
                  <a:lnTo>
                    <a:pt x="10460780" y="6115917"/>
                  </a:lnTo>
                  <a:lnTo>
                    <a:pt x="10419715" y="6110466"/>
                  </a:lnTo>
                  <a:lnTo>
                    <a:pt x="10364467" y="6102402"/>
                  </a:lnTo>
                  <a:lnTo>
                    <a:pt x="10296075" y="6091379"/>
                  </a:lnTo>
                  <a:lnTo>
                    <a:pt x="10216714" y="6077181"/>
                  </a:lnTo>
                  <a:lnTo>
                    <a:pt x="10129312" y="6059719"/>
                  </a:lnTo>
                  <a:lnTo>
                    <a:pt x="10037088" y="6039000"/>
                  </a:lnTo>
                  <a:lnTo>
                    <a:pt x="9943135" y="6015084"/>
                  </a:lnTo>
                  <a:lnTo>
                    <a:pt x="9850119" y="5988033"/>
                  </a:lnTo>
                  <a:lnTo>
                    <a:pt x="9760106" y="5957874"/>
                  </a:lnTo>
                  <a:lnTo>
                    <a:pt x="9674532" y="5924566"/>
                  </a:lnTo>
                  <a:lnTo>
                    <a:pt x="9594250" y="5887980"/>
                  </a:lnTo>
                  <a:lnTo>
                    <a:pt x="9519626" y="5847890"/>
                  </a:lnTo>
                  <a:lnTo>
                    <a:pt x="9450655" y="5803974"/>
                  </a:lnTo>
                  <a:lnTo>
                    <a:pt x="9387069" y="5755810"/>
                  </a:lnTo>
                  <a:lnTo>
                    <a:pt x="9328420" y="5702895"/>
                  </a:lnTo>
                  <a:lnTo>
                    <a:pt x="9274157" y="5644659"/>
                  </a:lnTo>
                  <a:lnTo>
                    <a:pt x="9223676" y="5580493"/>
                  </a:lnTo>
                  <a:lnTo>
                    <a:pt x="9176359" y="5509804"/>
                  </a:lnTo>
                  <a:lnTo>
                    <a:pt x="9131607" y="5432092"/>
                  </a:lnTo>
                  <a:lnTo>
                    <a:pt x="9088874" y="5347075"/>
                  </a:lnTo>
                  <a:lnTo>
                    <a:pt x="9084767" y="5338330"/>
                  </a:lnTo>
                  <a:lnTo>
                    <a:pt x="9054433" y="5270591"/>
                  </a:lnTo>
                  <a:lnTo>
                    <a:pt x="9024748" y="5198844"/>
                  </a:lnTo>
                  <a:lnTo>
                    <a:pt x="8995570" y="5123007"/>
                  </a:lnTo>
                  <a:lnTo>
                    <a:pt x="8966778" y="5043042"/>
                  </a:lnTo>
                  <a:lnTo>
                    <a:pt x="8938270" y="4958951"/>
                  </a:lnTo>
                  <a:lnTo>
                    <a:pt x="8909964" y="4870790"/>
                  </a:lnTo>
                  <a:lnTo>
                    <a:pt x="8881792" y="4778662"/>
                  </a:lnTo>
                  <a:lnTo>
                    <a:pt x="8853697" y="4682726"/>
                  </a:lnTo>
                  <a:lnTo>
                    <a:pt x="8825637" y="4583195"/>
                  </a:lnTo>
                  <a:lnTo>
                    <a:pt x="8797583" y="4480341"/>
                  </a:lnTo>
                  <a:lnTo>
                    <a:pt x="8769511" y="4374485"/>
                  </a:lnTo>
                  <a:lnTo>
                    <a:pt x="8741410" y="4266003"/>
                  </a:lnTo>
                  <a:lnTo>
                    <a:pt x="8713274" y="4155316"/>
                  </a:lnTo>
                  <a:lnTo>
                    <a:pt x="8685105" y="4042884"/>
                  </a:lnTo>
                  <a:lnTo>
                    <a:pt x="8656910" y="3929201"/>
                  </a:lnTo>
                  <a:lnTo>
                    <a:pt x="8628698" y="3814786"/>
                  </a:lnTo>
                  <a:lnTo>
                    <a:pt x="8600482" y="3700170"/>
                  </a:lnTo>
                  <a:lnTo>
                    <a:pt x="8572273" y="3585888"/>
                  </a:lnTo>
                  <a:lnTo>
                    <a:pt x="8544084" y="3472472"/>
                  </a:lnTo>
                  <a:lnTo>
                    <a:pt x="8515923" y="3360432"/>
                  </a:lnTo>
                  <a:lnTo>
                    <a:pt x="8487796" y="3250255"/>
                  </a:lnTo>
                  <a:lnTo>
                    <a:pt x="8459703" y="3142394"/>
                  </a:lnTo>
                  <a:lnTo>
                    <a:pt x="8431637" y="3037257"/>
                  </a:lnTo>
                  <a:lnTo>
                    <a:pt x="8403583" y="2935207"/>
                  </a:lnTo>
                  <a:lnTo>
                    <a:pt x="8375519" y="2836555"/>
                  </a:lnTo>
                  <a:lnTo>
                    <a:pt x="8347409" y="2741555"/>
                  </a:lnTo>
                  <a:lnTo>
                    <a:pt x="8319208" y="2650409"/>
                  </a:lnTo>
                  <a:lnTo>
                    <a:pt x="8290859" y="2563260"/>
                  </a:lnTo>
                  <a:lnTo>
                    <a:pt x="8262289" y="2480201"/>
                  </a:lnTo>
                  <a:lnTo>
                    <a:pt x="8233410" y="2401272"/>
                  </a:lnTo>
                  <a:lnTo>
                    <a:pt x="8204116" y="2326466"/>
                  </a:lnTo>
                  <a:lnTo>
                    <a:pt x="8174283" y="2255732"/>
                  </a:lnTo>
                  <a:lnTo>
                    <a:pt x="8151487" y="2205347"/>
                  </a:lnTo>
                  <a:lnTo>
                    <a:pt x="8108925" y="2119611"/>
                  </a:lnTo>
                  <a:lnTo>
                    <a:pt x="8064395" y="2041189"/>
                  </a:lnTo>
                  <a:lnTo>
                    <a:pt x="8017356" y="1969830"/>
                  </a:lnTo>
                  <a:lnTo>
                    <a:pt x="7967213" y="1905049"/>
                  </a:lnTo>
                  <a:lnTo>
                    <a:pt x="7913348" y="1846257"/>
                  </a:lnTo>
                  <a:lnTo>
                    <a:pt x="7855156" y="1792846"/>
                  </a:lnTo>
                  <a:lnTo>
                    <a:pt x="7792077" y="1744239"/>
                  </a:lnTo>
                  <a:lnTo>
                    <a:pt x="7723651" y="1699924"/>
                  </a:lnTo>
                  <a:lnTo>
                    <a:pt x="7649587" y="1659475"/>
                  </a:lnTo>
                  <a:lnTo>
                    <a:pt x="7569851" y="1622557"/>
                  </a:lnTo>
                  <a:lnTo>
                    <a:pt x="7484768" y="1588934"/>
                  </a:lnTo>
                  <a:lnTo>
                    <a:pt x="7395138" y="1558469"/>
                  </a:lnTo>
                  <a:lnTo>
                    <a:pt x="7302335" y="1531112"/>
                  </a:lnTo>
                  <a:lnTo>
                    <a:pt x="7208366" y="1506885"/>
                  </a:lnTo>
                  <a:lnTo>
                    <a:pt x="7115839" y="1485849"/>
                  </a:lnTo>
                  <a:lnTo>
                    <a:pt x="7027820" y="1468066"/>
                  </a:lnTo>
                  <a:lnTo>
                    <a:pt x="6947532" y="1453550"/>
                  </a:lnTo>
                  <a:lnTo>
                    <a:pt x="6877950" y="1442222"/>
                  </a:lnTo>
                  <a:lnTo>
                    <a:pt x="6821344" y="1433880"/>
                  </a:lnTo>
                  <a:lnTo>
                    <a:pt x="6778877" y="1428192"/>
                  </a:lnTo>
                  <a:lnTo>
                    <a:pt x="6750361" y="1424706"/>
                  </a:lnTo>
                  <a:lnTo>
                    <a:pt x="6734203" y="1422899"/>
                  </a:lnTo>
                  <a:lnTo>
                    <a:pt x="6727528" y="1422214"/>
                  </a:lnTo>
                  <a:lnTo>
                    <a:pt x="6726344" y="1422101"/>
                  </a:lnTo>
                  <a:lnTo>
                    <a:pt x="6726343" y="1422101"/>
                  </a:lnTo>
                  <a:lnTo>
                    <a:pt x="5254955" y="1422101"/>
                  </a:lnTo>
                  <a:lnTo>
                    <a:pt x="5253742" y="1422066"/>
                  </a:lnTo>
                  <a:lnTo>
                    <a:pt x="5245778" y="1421817"/>
                  </a:lnTo>
                  <a:lnTo>
                    <a:pt x="5225741" y="1421128"/>
                  </a:lnTo>
                  <a:lnTo>
                    <a:pt x="5190015" y="1419772"/>
                  </a:lnTo>
                  <a:lnTo>
                    <a:pt x="5136963" y="1417541"/>
                  </a:lnTo>
                  <a:lnTo>
                    <a:pt x="5067048" y="1414268"/>
                  </a:lnTo>
                  <a:lnTo>
                    <a:pt x="4982625" y="1409842"/>
                  </a:lnTo>
                  <a:lnTo>
                    <a:pt x="4887401" y="1404210"/>
                  </a:lnTo>
                  <a:lnTo>
                    <a:pt x="4785693" y="1397370"/>
                  </a:lnTo>
                  <a:lnTo>
                    <a:pt x="4681722" y="1389343"/>
                  </a:lnTo>
                  <a:lnTo>
                    <a:pt x="4579082" y="1380155"/>
                  </a:lnTo>
                  <a:lnTo>
                    <a:pt x="4480472" y="1369813"/>
                  </a:lnTo>
                  <a:lnTo>
                    <a:pt x="4387651" y="1358294"/>
                  </a:lnTo>
                  <a:lnTo>
                    <a:pt x="4301541" y="1345530"/>
                  </a:lnTo>
                  <a:lnTo>
                    <a:pt x="4222402" y="1331411"/>
                  </a:lnTo>
                  <a:lnTo>
                    <a:pt x="4150016" y="1315783"/>
                  </a:lnTo>
                  <a:lnTo>
                    <a:pt x="4083853" y="1298451"/>
                  </a:lnTo>
                  <a:lnTo>
                    <a:pt x="4023192" y="1279185"/>
                  </a:lnTo>
                  <a:lnTo>
                    <a:pt x="3967221" y="1257738"/>
                  </a:lnTo>
                  <a:lnTo>
                    <a:pt x="3915105" y="1233866"/>
                  </a:lnTo>
                  <a:lnTo>
                    <a:pt x="3866036" y="1207372"/>
                  </a:lnTo>
                  <a:lnTo>
                    <a:pt x="3829811" y="1185084"/>
                  </a:lnTo>
                  <a:lnTo>
                    <a:pt x="3782559" y="1152414"/>
                  </a:lnTo>
                  <a:lnTo>
                    <a:pt x="3736703" y="1116729"/>
                  </a:lnTo>
                  <a:lnTo>
                    <a:pt x="3691765" y="1077976"/>
                  </a:lnTo>
                  <a:lnTo>
                    <a:pt x="3647384" y="1036185"/>
                  </a:lnTo>
                  <a:lnTo>
                    <a:pt x="3603294" y="991476"/>
                  </a:lnTo>
                  <a:lnTo>
                    <a:pt x="3559309" y="944072"/>
                  </a:lnTo>
                  <a:lnTo>
                    <a:pt x="3515315" y="894293"/>
                  </a:lnTo>
                  <a:lnTo>
                    <a:pt x="3471250" y="842558"/>
                  </a:lnTo>
                  <a:lnTo>
                    <a:pt x="3427103" y="789368"/>
                  </a:lnTo>
                  <a:lnTo>
                    <a:pt x="3382894" y="735291"/>
                  </a:lnTo>
                  <a:lnTo>
                    <a:pt x="3338664" y="680936"/>
                  </a:lnTo>
                  <a:lnTo>
                    <a:pt x="3294460" y="626926"/>
                  </a:lnTo>
                  <a:lnTo>
                    <a:pt x="3250321" y="573866"/>
                  </a:lnTo>
                  <a:lnTo>
                    <a:pt x="3206266" y="522320"/>
                  </a:lnTo>
                  <a:lnTo>
                    <a:pt x="3162276" y="472779"/>
                  </a:lnTo>
                  <a:lnTo>
                    <a:pt x="3118286" y="425653"/>
                  </a:lnTo>
                  <a:lnTo>
                    <a:pt x="3074175" y="381251"/>
                  </a:lnTo>
                  <a:lnTo>
                    <a:pt x="3029748" y="339785"/>
                  </a:lnTo>
                  <a:lnTo>
                    <a:pt x="2984730" y="301364"/>
                  </a:lnTo>
                  <a:lnTo>
                    <a:pt x="2938748" y="266009"/>
                  </a:lnTo>
                  <a:lnTo>
                    <a:pt x="2896531" y="237016"/>
                  </a:lnTo>
                  <a:lnTo>
                    <a:pt x="2849313" y="208431"/>
                  </a:lnTo>
                  <a:lnTo>
                    <a:pt x="2799615" y="182549"/>
                  </a:lnTo>
                  <a:lnTo>
                    <a:pt x="2746690" y="159253"/>
                  </a:lnTo>
                  <a:lnTo>
                    <a:pt x="2689720" y="138327"/>
                  </a:lnTo>
                  <a:lnTo>
                    <a:pt x="2627870" y="119524"/>
                  </a:lnTo>
                  <a:lnTo>
                    <a:pt x="2560342" y="102600"/>
                  </a:lnTo>
                  <a:lnTo>
                    <a:pt x="2486450" y="87333"/>
                  </a:lnTo>
                  <a:lnTo>
                    <a:pt x="2405721" y="73537"/>
                  </a:lnTo>
                  <a:lnTo>
                    <a:pt x="2318032" y="61066"/>
                  </a:lnTo>
                  <a:lnTo>
                    <a:pt x="2223778" y="49820"/>
                  </a:lnTo>
                  <a:lnTo>
                    <a:pt x="2124059" y="39743"/>
                  </a:lnTo>
                  <a:lnTo>
                    <a:pt x="2020842" y="30819"/>
                  </a:lnTo>
                  <a:lnTo>
                    <a:pt x="1917042" y="23061"/>
                  </a:lnTo>
                  <a:lnTo>
                    <a:pt x="1816432" y="16495"/>
                  </a:lnTo>
                  <a:lnTo>
                    <a:pt x="1723307" y="11141"/>
                  </a:lnTo>
                  <a:lnTo>
                    <a:pt x="1641913" y="6985"/>
                  </a:lnTo>
                  <a:lnTo>
                    <a:pt x="1575708" y="3962"/>
                  </a:lnTo>
                  <a:lnTo>
                    <a:pt x="1526654" y="1948"/>
                  </a:lnTo>
                  <a:lnTo>
                    <a:pt x="1494736" y="764"/>
                  </a:lnTo>
                  <a:lnTo>
                    <a:pt x="1477845" y="196"/>
                  </a:lnTo>
                  <a:lnTo>
                    <a:pt x="1471951" y="15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34" name="pg434"/>
            <p:cNvSpPr/>
            <p:nvPr/>
          </p:nvSpPr>
          <p:spPr>
            <a:xfrm>
              <a:off x="4799595" y="3982664"/>
              <a:ext cx="11981298" cy="6898010"/>
            </a:xfrm>
            <a:custGeom>
              <a:avLst/>
              <a:pathLst>
                <a:path w="11981298" h="6898010">
                  <a:moveTo>
                    <a:pt x="0" y="32691"/>
                  </a:moveTo>
                  <a:lnTo>
                    <a:pt x="1471387" y="32691"/>
                  </a:lnTo>
                  <a:lnTo>
                    <a:pt x="1472599" y="32727"/>
                  </a:lnTo>
                  <a:lnTo>
                    <a:pt x="1480556" y="32982"/>
                  </a:lnTo>
                  <a:lnTo>
                    <a:pt x="1500576" y="33686"/>
                  </a:lnTo>
                  <a:lnTo>
                    <a:pt x="1536272" y="35072"/>
                  </a:lnTo>
                  <a:lnTo>
                    <a:pt x="1589282" y="37352"/>
                  </a:lnTo>
                  <a:lnTo>
                    <a:pt x="1659148" y="40697"/>
                  </a:lnTo>
                  <a:lnTo>
                    <a:pt x="1743519" y="45222"/>
                  </a:lnTo>
                  <a:lnTo>
                    <a:pt x="1838693" y="50978"/>
                  </a:lnTo>
                  <a:lnTo>
                    <a:pt x="1940358" y="57970"/>
                  </a:lnTo>
                  <a:lnTo>
                    <a:pt x="2044295" y="66175"/>
                  </a:lnTo>
                  <a:lnTo>
                    <a:pt x="2146913" y="75568"/>
                  </a:lnTo>
                  <a:lnTo>
                    <a:pt x="2245510" y="86139"/>
                  </a:lnTo>
                  <a:lnTo>
                    <a:pt x="2338327" y="97915"/>
                  </a:lnTo>
                  <a:lnTo>
                    <a:pt x="2424439" y="110963"/>
                  </a:lnTo>
                  <a:lnTo>
                    <a:pt x="2503585" y="125395"/>
                  </a:lnTo>
                  <a:lnTo>
                    <a:pt x="2575980" y="141369"/>
                  </a:lnTo>
                  <a:lnTo>
                    <a:pt x="2642153" y="159085"/>
                  </a:lnTo>
                  <a:lnTo>
                    <a:pt x="2702822" y="178777"/>
                  </a:lnTo>
                  <a:lnTo>
                    <a:pt x="2758800" y="200696"/>
                  </a:lnTo>
                  <a:lnTo>
                    <a:pt x="2810922" y="225093"/>
                  </a:lnTo>
                  <a:lnTo>
                    <a:pt x="2859992" y="252170"/>
                  </a:lnTo>
                  <a:lnTo>
                    <a:pt x="2896531" y="275157"/>
                  </a:lnTo>
                  <a:lnTo>
                    <a:pt x="2943512" y="308375"/>
                  </a:lnTo>
                  <a:lnTo>
                    <a:pt x="2989111" y="344641"/>
                  </a:lnTo>
                  <a:lnTo>
                    <a:pt x="3033798" y="384009"/>
                  </a:lnTo>
                  <a:lnTo>
                    <a:pt x="3077929" y="426450"/>
                  </a:lnTo>
                  <a:lnTo>
                    <a:pt x="3121768" y="471845"/>
                  </a:lnTo>
                  <a:lnTo>
                    <a:pt x="3165497" y="519973"/>
                  </a:lnTo>
                  <a:lnTo>
                    <a:pt x="3209234" y="570516"/>
                  </a:lnTo>
                  <a:lnTo>
                    <a:pt x="3253039" y="623057"/>
                  </a:lnTo>
                  <a:lnTo>
                    <a:pt x="3296925" y="677093"/>
                  </a:lnTo>
                  <a:lnTo>
                    <a:pt x="3340875" y="732058"/>
                  </a:lnTo>
                  <a:lnTo>
                    <a:pt x="3384848" y="787340"/>
                  </a:lnTo>
                  <a:lnTo>
                    <a:pt x="3428798" y="842314"/>
                  </a:lnTo>
                  <a:lnTo>
                    <a:pt x="3472685" y="896367"/>
                  </a:lnTo>
                  <a:lnTo>
                    <a:pt x="3516491" y="948932"/>
                  </a:lnTo>
                  <a:lnTo>
                    <a:pt x="3560228" y="999506"/>
                  </a:lnTo>
                  <a:lnTo>
                    <a:pt x="3603957" y="1047672"/>
                  </a:lnTo>
                  <a:lnTo>
                    <a:pt x="3647793" y="1093107"/>
                  </a:lnTo>
                  <a:lnTo>
                    <a:pt x="3691919" y="1135591"/>
                  </a:lnTo>
                  <a:lnTo>
                    <a:pt x="3736596" y="1175002"/>
                  </a:lnTo>
                  <a:lnTo>
                    <a:pt x="3782179" y="1211312"/>
                  </a:lnTo>
                  <a:lnTo>
                    <a:pt x="3829136" y="1244572"/>
                  </a:lnTo>
                  <a:lnTo>
                    <a:pt x="3829811" y="1245020"/>
                  </a:lnTo>
                  <a:lnTo>
                    <a:pt x="3877014" y="1274254"/>
                  </a:lnTo>
                  <a:lnTo>
                    <a:pt x="3926695" y="1300723"/>
                  </a:lnTo>
                  <a:lnTo>
                    <a:pt x="3979601" y="1324550"/>
                  </a:lnTo>
                  <a:lnTo>
                    <a:pt x="4036548" y="1345953"/>
                  </a:lnTo>
                  <a:lnTo>
                    <a:pt x="4098371" y="1365184"/>
                  </a:lnTo>
                  <a:lnTo>
                    <a:pt x="4165867" y="1382495"/>
                  </a:lnTo>
                  <a:lnTo>
                    <a:pt x="4239723" y="1398111"/>
                  </a:lnTo>
                  <a:lnTo>
                    <a:pt x="4320410" y="1412224"/>
                  </a:lnTo>
                  <a:lnTo>
                    <a:pt x="4408054" y="1424981"/>
                  </a:lnTo>
                  <a:lnTo>
                    <a:pt x="4502260" y="1436486"/>
                  </a:lnTo>
                  <a:lnTo>
                    <a:pt x="4601933" y="1446795"/>
                  </a:lnTo>
                  <a:lnTo>
                    <a:pt x="4705110" y="1455925"/>
                  </a:lnTo>
                  <a:lnTo>
                    <a:pt x="4808881" y="1463864"/>
                  </a:lnTo>
                  <a:lnTo>
                    <a:pt x="4909483" y="1470583"/>
                  </a:lnTo>
                  <a:lnTo>
                    <a:pt x="5002623" y="1476064"/>
                  </a:lnTo>
                  <a:lnTo>
                    <a:pt x="5084057" y="1480320"/>
                  </a:lnTo>
                  <a:lnTo>
                    <a:pt x="5150326" y="1483418"/>
                  </a:lnTo>
                  <a:lnTo>
                    <a:pt x="5199461" y="1485483"/>
                  </a:lnTo>
                  <a:lnTo>
                    <a:pt x="5231464" y="1486698"/>
                  </a:lnTo>
                  <a:lnTo>
                    <a:pt x="5248431" y="1487282"/>
                  </a:lnTo>
                  <a:lnTo>
                    <a:pt x="5254377" y="1487468"/>
                  </a:lnTo>
                  <a:lnTo>
                    <a:pt x="5254955" y="1487485"/>
                  </a:lnTo>
                  <a:lnTo>
                    <a:pt x="6726343" y="1487485"/>
                  </a:lnTo>
                  <a:lnTo>
                    <a:pt x="6727197" y="1487578"/>
                  </a:lnTo>
                  <a:lnTo>
                    <a:pt x="6732846" y="1488239"/>
                  </a:lnTo>
                  <a:lnTo>
                    <a:pt x="6747203" y="1490065"/>
                  </a:lnTo>
                  <a:lnTo>
                    <a:pt x="6773157" y="1493664"/>
                  </a:lnTo>
                  <a:lnTo>
                    <a:pt x="6812421" y="1499621"/>
                  </a:lnTo>
                  <a:lnTo>
                    <a:pt x="6865412" y="1508443"/>
                  </a:lnTo>
                  <a:lnTo>
                    <a:pt x="6931261" y="1520523"/>
                  </a:lnTo>
                  <a:lnTo>
                    <a:pt x="7008005" y="1536112"/>
                  </a:lnTo>
                  <a:lnTo>
                    <a:pt x="7092935" y="1555323"/>
                  </a:lnTo>
                  <a:lnTo>
                    <a:pt x="7183006" y="1578162"/>
                  </a:lnTo>
                  <a:lnTo>
                    <a:pt x="7275238" y="1604570"/>
                  </a:lnTo>
                  <a:lnTo>
                    <a:pt x="7367014" y="1634474"/>
                  </a:lnTo>
                  <a:lnTo>
                    <a:pt x="7456250" y="1667834"/>
                  </a:lnTo>
                  <a:lnTo>
                    <a:pt x="7541458" y="1704677"/>
                  </a:lnTo>
                  <a:lnTo>
                    <a:pt x="7621708" y="1745120"/>
                  </a:lnTo>
                  <a:lnTo>
                    <a:pt x="7696545" y="1789382"/>
                  </a:lnTo>
                  <a:lnTo>
                    <a:pt x="7765890" y="1837788"/>
                  </a:lnTo>
                  <a:lnTo>
                    <a:pt x="7829938" y="1890769"/>
                  </a:lnTo>
                  <a:lnTo>
                    <a:pt x="7889069" y="1948848"/>
                  </a:lnTo>
                  <a:lnTo>
                    <a:pt x="7943782" y="2012628"/>
                  </a:lnTo>
                  <a:lnTo>
                    <a:pt x="7994637" y="2082765"/>
                  </a:lnTo>
                  <a:lnTo>
                    <a:pt x="8042221" y="2159922"/>
                  </a:lnTo>
                  <a:lnTo>
                    <a:pt x="8087112" y="2244696"/>
                  </a:lnTo>
                  <a:lnTo>
                    <a:pt x="8129851" y="2337509"/>
                  </a:lnTo>
                  <a:lnTo>
                    <a:pt x="8151487" y="2389239"/>
                  </a:lnTo>
                  <a:lnTo>
                    <a:pt x="8179921" y="2462155"/>
                  </a:lnTo>
                  <a:lnTo>
                    <a:pt x="8207777" y="2539113"/>
                  </a:lnTo>
                  <a:lnTo>
                    <a:pt x="8235175" y="2620195"/>
                  </a:lnTo>
                  <a:lnTo>
                    <a:pt x="8262216" y="2705444"/>
                  </a:lnTo>
                  <a:lnTo>
                    <a:pt x="8288986" y="2794866"/>
                  </a:lnTo>
                  <a:lnTo>
                    <a:pt x="8315557" y="2888423"/>
                  </a:lnTo>
                  <a:lnTo>
                    <a:pt x="8341991" y="2986035"/>
                  </a:lnTo>
                  <a:lnTo>
                    <a:pt x="8368336" y="3087571"/>
                  </a:lnTo>
                  <a:lnTo>
                    <a:pt x="8394632" y="3192856"/>
                  </a:lnTo>
                  <a:lnTo>
                    <a:pt x="8420911" y="3301660"/>
                  </a:lnTo>
                  <a:lnTo>
                    <a:pt x="8447193" y="3413710"/>
                  </a:lnTo>
                  <a:lnTo>
                    <a:pt x="8473495" y="3528682"/>
                  </a:lnTo>
                  <a:lnTo>
                    <a:pt x="8499824" y="3646210"/>
                  </a:lnTo>
                  <a:lnTo>
                    <a:pt x="8526183" y="3765887"/>
                  </a:lnTo>
                  <a:lnTo>
                    <a:pt x="8552571" y="3887270"/>
                  </a:lnTo>
                  <a:lnTo>
                    <a:pt x="8578981" y="4009891"/>
                  </a:lnTo>
                  <a:lnTo>
                    <a:pt x="8605407" y="4133260"/>
                  </a:lnTo>
                  <a:lnTo>
                    <a:pt x="8631838" y="4256872"/>
                  </a:lnTo>
                  <a:lnTo>
                    <a:pt x="8658263" y="4380221"/>
                  </a:lnTo>
                  <a:lnTo>
                    <a:pt x="8684673" y="4502805"/>
                  </a:lnTo>
                  <a:lnTo>
                    <a:pt x="8711060" y="4624132"/>
                  </a:lnTo>
                  <a:lnTo>
                    <a:pt x="8737418" y="4743736"/>
                  </a:lnTo>
                  <a:lnTo>
                    <a:pt x="8763746" y="4861175"/>
                  </a:lnTo>
                  <a:lnTo>
                    <a:pt x="8790046" y="4976044"/>
                  </a:lnTo>
                  <a:lnTo>
                    <a:pt x="8816328" y="5087978"/>
                  </a:lnTo>
                  <a:lnTo>
                    <a:pt x="8842607" y="5196655"/>
                  </a:lnTo>
                  <a:lnTo>
                    <a:pt x="8868905" y="5301802"/>
                  </a:lnTo>
                  <a:lnTo>
                    <a:pt x="8895252" y="5403195"/>
                  </a:lnTo>
                  <a:lnTo>
                    <a:pt x="8921690" y="5500656"/>
                  </a:lnTo>
                  <a:lnTo>
                    <a:pt x="8948268" y="5594059"/>
                  </a:lnTo>
                  <a:lnTo>
                    <a:pt x="8975046" y="5683325"/>
                  </a:lnTo>
                  <a:lnTo>
                    <a:pt x="9002099" y="5768417"/>
                  </a:lnTo>
                  <a:lnTo>
                    <a:pt x="9029512" y="5849343"/>
                  </a:lnTo>
                  <a:lnTo>
                    <a:pt x="9057388" y="5926149"/>
                  </a:lnTo>
                  <a:lnTo>
                    <a:pt x="9084767" y="5996256"/>
                  </a:lnTo>
                  <a:lnTo>
                    <a:pt x="9126577" y="6093328"/>
                  </a:lnTo>
                  <a:lnTo>
                    <a:pt x="9170279" y="6182267"/>
                  </a:lnTo>
                  <a:lnTo>
                    <a:pt x="9216385" y="6263336"/>
                  </a:lnTo>
                  <a:lnTo>
                    <a:pt x="9265458" y="6337060"/>
                  </a:lnTo>
                  <a:lnTo>
                    <a:pt x="9318083" y="6404078"/>
                  </a:lnTo>
                  <a:lnTo>
                    <a:pt x="9374839" y="6465056"/>
                  </a:lnTo>
                  <a:lnTo>
                    <a:pt x="9436262" y="6520629"/>
                  </a:lnTo>
                  <a:lnTo>
                    <a:pt x="9502801" y="6571366"/>
                  </a:lnTo>
                  <a:lnTo>
                    <a:pt x="9574760" y="6617746"/>
                  </a:lnTo>
                  <a:lnTo>
                    <a:pt x="9652212" y="6660150"/>
                  </a:lnTo>
                  <a:lnTo>
                    <a:pt x="9734913" y="6698853"/>
                  </a:lnTo>
                  <a:lnTo>
                    <a:pt x="9822194" y="6734024"/>
                  </a:lnTo>
                  <a:lnTo>
                    <a:pt x="9912865" y="6765735"/>
                  </a:lnTo>
                  <a:lnTo>
                    <a:pt x="10005154" y="6793977"/>
                  </a:lnTo>
                  <a:lnTo>
                    <a:pt x="10096709" y="6818690"/>
                  </a:lnTo>
                  <a:lnTo>
                    <a:pt x="10184708" y="6839801"/>
                  </a:lnTo>
                  <a:lnTo>
                    <a:pt x="10266098" y="6857276"/>
                  </a:lnTo>
                  <a:lnTo>
                    <a:pt x="10337941" y="6871167"/>
                  </a:lnTo>
                  <a:lnTo>
                    <a:pt x="10397833" y="6881651"/>
                  </a:lnTo>
                  <a:lnTo>
                    <a:pt x="10444301" y="6889048"/>
                  </a:lnTo>
                  <a:lnTo>
                    <a:pt x="10477076" y="6893810"/>
                  </a:lnTo>
                  <a:lnTo>
                    <a:pt x="10497201" y="6896486"/>
                  </a:lnTo>
                  <a:lnTo>
                    <a:pt x="10506973" y="6897680"/>
                  </a:lnTo>
                  <a:lnTo>
                    <a:pt x="10509911" y="6898010"/>
                  </a:lnTo>
                  <a:lnTo>
                    <a:pt x="11981298" y="6898010"/>
                  </a:lnTo>
                  <a:lnTo>
                    <a:pt x="11981298" y="6865318"/>
                  </a:lnTo>
                  <a:lnTo>
                    <a:pt x="10509911" y="6865318"/>
                  </a:lnTo>
                  <a:lnTo>
                    <a:pt x="10509056" y="6865225"/>
                  </a:lnTo>
                  <a:lnTo>
                    <a:pt x="10503407" y="6864564"/>
                  </a:lnTo>
                  <a:lnTo>
                    <a:pt x="10489050" y="6862739"/>
                  </a:lnTo>
                  <a:lnTo>
                    <a:pt x="10463097" y="6859139"/>
                  </a:lnTo>
                  <a:lnTo>
                    <a:pt x="10423832" y="6853183"/>
                  </a:lnTo>
                  <a:lnTo>
                    <a:pt x="10370841" y="6844360"/>
                  </a:lnTo>
                  <a:lnTo>
                    <a:pt x="10304992" y="6832280"/>
                  </a:lnTo>
                  <a:lnTo>
                    <a:pt x="10228248" y="6816692"/>
                  </a:lnTo>
                  <a:lnTo>
                    <a:pt x="10143319" y="6797480"/>
                  </a:lnTo>
                  <a:lnTo>
                    <a:pt x="10053247" y="6774641"/>
                  </a:lnTo>
                  <a:lnTo>
                    <a:pt x="9961015" y="6748234"/>
                  </a:lnTo>
                  <a:lnTo>
                    <a:pt x="9869240" y="6718330"/>
                  </a:lnTo>
                  <a:lnTo>
                    <a:pt x="9780003" y="6684969"/>
                  </a:lnTo>
                  <a:lnTo>
                    <a:pt x="9694795" y="6648126"/>
                  </a:lnTo>
                  <a:lnTo>
                    <a:pt x="9614545" y="6607683"/>
                  </a:lnTo>
                  <a:lnTo>
                    <a:pt x="9539708" y="6563421"/>
                  </a:lnTo>
                  <a:lnTo>
                    <a:pt x="9470363" y="6515015"/>
                  </a:lnTo>
                  <a:lnTo>
                    <a:pt x="9406315" y="6462034"/>
                  </a:lnTo>
                  <a:lnTo>
                    <a:pt x="9347184" y="6403955"/>
                  </a:lnTo>
                  <a:lnTo>
                    <a:pt x="9292472" y="6340175"/>
                  </a:lnTo>
                  <a:lnTo>
                    <a:pt x="9241616" y="6270038"/>
                  </a:lnTo>
                  <a:lnTo>
                    <a:pt x="9194032" y="6192881"/>
                  </a:lnTo>
                  <a:lnTo>
                    <a:pt x="9149142" y="6108107"/>
                  </a:lnTo>
                  <a:lnTo>
                    <a:pt x="9106403" y="6015295"/>
                  </a:lnTo>
                  <a:lnTo>
                    <a:pt x="9084767" y="5963564"/>
                  </a:lnTo>
                  <a:lnTo>
                    <a:pt x="9056332" y="5890649"/>
                  </a:lnTo>
                  <a:lnTo>
                    <a:pt x="9028476" y="5813690"/>
                  </a:lnTo>
                  <a:lnTo>
                    <a:pt x="9001078" y="5732608"/>
                  </a:lnTo>
                  <a:lnTo>
                    <a:pt x="8974037" y="5647359"/>
                  </a:lnTo>
                  <a:lnTo>
                    <a:pt x="8947268" y="5557937"/>
                  </a:lnTo>
                  <a:lnTo>
                    <a:pt x="8920696" y="5464380"/>
                  </a:lnTo>
                  <a:lnTo>
                    <a:pt x="8894263" y="5366768"/>
                  </a:lnTo>
                  <a:lnTo>
                    <a:pt x="8867917" y="5265232"/>
                  </a:lnTo>
                  <a:lnTo>
                    <a:pt x="8841621" y="5159948"/>
                  </a:lnTo>
                  <a:lnTo>
                    <a:pt x="8815342" y="5051143"/>
                  </a:lnTo>
                  <a:lnTo>
                    <a:pt x="8789060" y="4939093"/>
                  </a:lnTo>
                  <a:lnTo>
                    <a:pt x="8762759" y="4824121"/>
                  </a:lnTo>
                  <a:lnTo>
                    <a:pt x="8736430" y="4706593"/>
                  </a:lnTo>
                  <a:lnTo>
                    <a:pt x="8710070" y="4586917"/>
                  </a:lnTo>
                  <a:lnTo>
                    <a:pt x="8683683" y="4465533"/>
                  </a:lnTo>
                  <a:lnTo>
                    <a:pt x="8657272" y="4342912"/>
                  </a:lnTo>
                  <a:lnTo>
                    <a:pt x="8630846" y="4219544"/>
                  </a:lnTo>
                  <a:lnTo>
                    <a:pt x="8604416" y="4095931"/>
                  </a:lnTo>
                  <a:lnTo>
                    <a:pt x="8577990" y="3972582"/>
                  </a:lnTo>
                  <a:lnTo>
                    <a:pt x="8551580" y="3849999"/>
                  </a:lnTo>
                  <a:lnTo>
                    <a:pt x="8525193" y="3728671"/>
                  </a:lnTo>
                  <a:lnTo>
                    <a:pt x="8498835" y="3609067"/>
                  </a:lnTo>
                  <a:lnTo>
                    <a:pt x="8472507" y="3491628"/>
                  </a:lnTo>
                  <a:lnTo>
                    <a:pt x="8446207" y="3376759"/>
                  </a:lnTo>
                  <a:lnTo>
                    <a:pt x="8419925" y="3264826"/>
                  </a:lnTo>
                  <a:lnTo>
                    <a:pt x="8393646" y="3156148"/>
                  </a:lnTo>
                  <a:lnTo>
                    <a:pt x="8367349" y="3051001"/>
                  </a:lnTo>
                  <a:lnTo>
                    <a:pt x="8341001" y="2949609"/>
                  </a:lnTo>
                  <a:lnTo>
                    <a:pt x="8314563" y="2852147"/>
                  </a:lnTo>
                  <a:lnTo>
                    <a:pt x="8287985" y="2758744"/>
                  </a:lnTo>
                  <a:lnTo>
                    <a:pt x="8261207" y="2669479"/>
                  </a:lnTo>
                  <a:lnTo>
                    <a:pt x="8234154" y="2584386"/>
                  </a:lnTo>
                  <a:lnTo>
                    <a:pt x="8206741" y="2503460"/>
                  </a:lnTo>
                  <a:lnTo>
                    <a:pt x="8178865" y="2426655"/>
                  </a:lnTo>
                  <a:lnTo>
                    <a:pt x="8151487" y="2356547"/>
                  </a:lnTo>
                  <a:lnTo>
                    <a:pt x="8109677" y="2259475"/>
                  </a:lnTo>
                  <a:lnTo>
                    <a:pt x="8065974" y="2170537"/>
                  </a:lnTo>
                  <a:lnTo>
                    <a:pt x="8019868" y="2089467"/>
                  </a:lnTo>
                  <a:lnTo>
                    <a:pt x="7970795" y="2015743"/>
                  </a:lnTo>
                  <a:lnTo>
                    <a:pt x="7918170" y="1948725"/>
                  </a:lnTo>
                  <a:lnTo>
                    <a:pt x="7861414" y="1887747"/>
                  </a:lnTo>
                  <a:lnTo>
                    <a:pt x="7799992" y="1832174"/>
                  </a:lnTo>
                  <a:lnTo>
                    <a:pt x="7733452" y="1781438"/>
                  </a:lnTo>
                  <a:lnTo>
                    <a:pt x="7661493" y="1735058"/>
                  </a:lnTo>
                  <a:lnTo>
                    <a:pt x="7584041" y="1692654"/>
                  </a:lnTo>
                  <a:lnTo>
                    <a:pt x="7501340" y="1653951"/>
                  </a:lnTo>
                  <a:lnTo>
                    <a:pt x="7414059" y="1618780"/>
                  </a:lnTo>
                  <a:lnTo>
                    <a:pt x="7323388" y="1587068"/>
                  </a:lnTo>
                  <a:lnTo>
                    <a:pt x="7231099" y="1558826"/>
                  </a:lnTo>
                  <a:lnTo>
                    <a:pt x="7139544" y="1534113"/>
                  </a:lnTo>
                  <a:lnTo>
                    <a:pt x="7051545" y="1513002"/>
                  </a:lnTo>
                  <a:lnTo>
                    <a:pt x="6970155" y="1495527"/>
                  </a:lnTo>
                  <a:lnTo>
                    <a:pt x="6898312" y="1481636"/>
                  </a:lnTo>
                  <a:lnTo>
                    <a:pt x="6838420" y="1471152"/>
                  </a:lnTo>
                  <a:lnTo>
                    <a:pt x="6791952" y="1463755"/>
                  </a:lnTo>
                  <a:lnTo>
                    <a:pt x="6759178" y="1458994"/>
                  </a:lnTo>
                  <a:lnTo>
                    <a:pt x="6739052" y="1456317"/>
                  </a:lnTo>
                  <a:lnTo>
                    <a:pt x="6729280" y="1455123"/>
                  </a:lnTo>
                  <a:lnTo>
                    <a:pt x="6726343" y="1454793"/>
                  </a:lnTo>
                  <a:lnTo>
                    <a:pt x="5254955" y="1454793"/>
                  </a:lnTo>
                  <a:lnTo>
                    <a:pt x="5253743" y="1454757"/>
                  </a:lnTo>
                  <a:lnTo>
                    <a:pt x="5245786" y="1454503"/>
                  </a:lnTo>
                  <a:lnTo>
                    <a:pt x="5225766" y="1453799"/>
                  </a:lnTo>
                  <a:lnTo>
                    <a:pt x="5190070" y="1452413"/>
                  </a:lnTo>
                  <a:lnTo>
                    <a:pt x="5137060" y="1450133"/>
                  </a:lnTo>
                  <a:lnTo>
                    <a:pt x="5067194" y="1446787"/>
                  </a:lnTo>
                  <a:lnTo>
                    <a:pt x="4982824" y="1442263"/>
                  </a:lnTo>
                  <a:lnTo>
                    <a:pt x="4887649" y="1436507"/>
                  </a:lnTo>
                  <a:lnTo>
                    <a:pt x="4785984" y="1429515"/>
                  </a:lnTo>
                  <a:lnTo>
                    <a:pt x="4682047" y="1421309"/>
                  </a:lnTo>
                  <a:lnTo>
                    <a:pt x="4579430" y="1411917"/>
                  </a:lnTo>
                  <a:lnTo>
                    <a:pt x="4480832" y="1401345"/>
                  </a:lnTo>
                  <a:lnTo>
                    <a:pt x="4388016" y="1389569"/>
                  </a:lnTo>
                  <a:lnTo>
                    <a:pt x="4301903" y="1376522"/>
                  </a:lnTo>
                  <a:lnTo>
                    <a:pt x="4222757" y="1362090"/>
                  </a:lnTo>
                  <a:lnTo>
                    <a:pt x="4150363" y="1346115"/>
                  </a:lnTo>
                  <a:lnTo>
                    <a:pt x="4084190" y="1328399"/>
                  </a:lnTo>
                  <a:lnTo>
                    <a:pt x="4023520" y="1308708"/>
                  </a:lnTo>
                  <a:lnTo>
                    <a:pt x="3967542" y="1286789"/>
                  </a:lnTo>
                  <a:lnTo>
                    <a:pt x="3915420" y="1262392"/>
                  </a:lnTo>
                  <a:lnTo>
                    <a:pt x="3866350" y="1235315"/>
                  </a:lnTo>
                  <a:lnTo>
                    <a:pt x="3829811" y="1212328"/>
                  </a:lnTo>
                  <a:lnTo>
                    <a:pt x="3782830" y="1179110"/>
                  </a:lnTo>
                  <a:lnTo>
                    <a:pt x="3737231" y="1142844"/>
                  </a:lnTo>
                  <a:lnTo>
                    <a:pt x="3692544" y="1103476"/>
                  </a:lnTo>
                  <a:lnTo>
                    <a:pt x="3648413" y="1061035"/>
                  </a:lnTo>
                  <a:lnTo>
                    <a:pt x="3604574" y="1015640"/>
                  </a:lnTo>
                  <a:lnTo>
                    <a:pt x="3560845" y="967511"/>
                  </a:lnTo>
                  <a:lnTo>
                    <a:pt x="3517108" y="916969"/>
                  </a:lnTo>
                  <a:lnTo>
                    <a:pt x="3473303" y="864428"/>
                  </a:lnTo>
                  <a:lnTo>
                    <a:pt x="3429417" y="810392"/>
                  </a:lnTo>
                  <a:lnTo>
                    <a:pt x="3385468" y="755427"/>
                  </a:lnTo>
                  <a:lnTo>
                    <a:pt x="3341495" y="700145"/>
                  </a:lnTo>
                  <a:lnTo>
                    <a:pt x="3297544" y="645171"/>
                  </a:lnTo>
                  <a:lnTo>
                    <a:pt x="3253657" y="591117"/>
                  </a:lnTo>
                  <a:lnTo>
                    <a:pt x="3209852" y="538552"/>
                  </a:lnTo>
                  <a:lnTo>
                    <a:pt x="3166114" y="487978"/>
                  </a:lnTo>
                  <a:lnTo>
                    <a:pt x="3122385" y="439813"/>
                  </a:lnTo>
                  <a:lnTo>
                    <a:pt x="3078549" y="394378"/>
                  </a:lnTo>
                  <a:lnTo>
                    <a:pt x="3034423" y="351894"/>
                  </a:lnTo>
                  <a:lnTo>
                    <a:pt x="2989747" y="312482"/>
                  </a:lnTo>
                  <a:lnTo>
                    <a:pt x="2944164" y="276173"/>
                  </a:lnTo>
                  <a:lnTo>
                    <a:pt x="2897206" y="242913"/>
                  </a:lnTo>
                  <a:lnTo>
                    <a:pt x="2896531" y="242465"/>
                  </a:lnTo>
                  <a:lnTo>
                    <a:pt x="2849328" y="213231"/>
                  </a:lnTo>
                  <a:lnTo>
                    <a:pt x="2799647" y="186762"/>
                  </a:lnTo>
                  <a:lnTo>
                    <a:pt x="2746741" y="162935"/>
                  </a:lnTo>
                  <a:lnTo>
                    <a:pt x="2689794" y="141532"/>
                  </a:lnTo>
                  <a:lnTo>
                    <a:pt x="2627971" y="122300"/>
                  </a:lnTo>
                  <a:lnTo>
                    <a:pt x="2560475" y="104990"/>
                  </a:lnTo>
                  <a:lnTo>
                    <a:pt x="2486619" y="89374"/>
                  </a:lnTo>
                  <a:lnTo>
                    <a:pt x="2405932" y="75261"/>
                  </a:lnTo>
                  <a:lnTo>
                    <a:pt x="2318288" y="62504"/>
                  </a:lnTo>
                  <a:lnTo>
                    <a:pt x="2224082" y="50999"/>
                  </a:lnTo>
                  <a:lnTo>
                    <a:pt x="2124409" y="40690"/>
                  </a:lnTo>
                  <a:lnTo>
                    <a:pt x="2021232" y="31559"/>
                  </a:lnTo>
                  <a:lnTo>
                    <a:pt x="1917461" y="23621"/>
                  </a:lnTo>
                  <a:lnTo>
                    <a:pt x="1816859" y="16901"/>
                  </a:lnTo>
                  <a:lnTo>
                    <a:pt x="1723719" y="11420"/>
                  </a:lnTo>
                  <a:lnTo>
                    <a:pt x="1642285" y="7164"/>
                  </a:lnTo>
                  <a:lnTo>
                    <a:pt x="1576016" y="4067"/>
                  </a:lnTo>
                  <a:lnTo>
                    <a:pt x="1526881" y="2002"/>
                  </a:lnTo>
                  <a:lnTo>
                    <a:pt x="1494878" y="787"/>
                  </a:lnTo>
                  <a:lnTo>
                    <a:pt x="1477911" y="203"/>
                  </a:lnTo>
                  <a:lnTo>
                    <a:pt x="1471965" y="16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435" name="pl435"/>
            <p:cNvSpPr/>
            <p:nvPr/>
          </p:nvSpPr>
          <p:spPr>
            <a:xfrm>
              <a:off x="4799595" y="4015356"/>
              <a:ext cx="11981298" cy="6865318"/>
            </a:xfrm>
            <a:custGeom>
              <a:avLst/>
              <a:pathLst>
                <a:path w="11981298" h="6865318">
                  <a:moveTo>
                    <a:pt x="0" y="0"/>
                  </a:moveTo>
                  <a:lnTo>
                    <a:pt x="1471387" y="0"/>
                  </a:lnTo>
                  <a:lnTo>
                    <a:pt x="1472599" y="35"/>
                  </a:lnTo>
                  <a:lnTo>
                    <a:pt x="1480556" y="290"/>
                  </a:lnTo>
                  <a:lnTo>
                    <a:pt x="1500576" y="994"/>
                  </a:lnTo>
                  <a:lnTo>
                    <a:pt x="1536272" y="2380"/>
                  </a:lnTo>
                  <a:lnTo>
                    <a:pt x="1589282" y="4660"/>
                  </a:lnTo>
                  <a:lnTo>
                    <a:pt x="1659148" y="8005"/>
                  </a:lnTo>
                  <a:lnTo>
                    <a:pt x="1743519" y="12530"/>
                  </a:lnTo>
                  <a:lnTo>
                    <a:pt x="1838693" y="18286"/>
                  </a:lnTo>
                  <a:lnTo>
                    <a:pt x="1940358" y="25278"/>
                  </a:lnTo>
                  <a:lnTo>
                    <a:pt x="2044295" y="33483"/>
                  </a:lnTo>
                  <a:lnTo>
                    <a:pt x="2146913" y="42876"/>
                  </a:lnTo>
                  <a:lnTo>
                    <a:pt x="2245510" y="53447"/>
                  </a:lnTo>
                  <a:lnTo>
                    <a:pt x="2338327" y="65223"/>
                  </a:lnTo>
                  <a:lnTo>
                    <a:pt x="2424439" y="78271"/>
                  </a:lnTo>
                  <a:lnTo>
                    <a:pt x="2503585" y="92703"/>
                  </a:lnTo>
                  <a:lnTo>
                    <a:pt x="2575980" y="108677"/>
                  </a:lnTo>
                  <a:lnTo>
                    <a:pt x="2642153" y="126393"/>
                  </a:lnTo>
                  <a:lnTo>
                    <a:pt x="2702822" y="146085"/>
                  </a:lnTo>
                  <a:lnTo>
                    <a:pt x="2758800" y="168004"/>
                  </a:lnTo>
                  <a:lnTo>
                    <a:pt x="2810922" y="192401"/>
                  </a:lnTo>
                  <a:lnTo>
                    <a:pt x="2859992" y="219478"/>
                  </a:lnTo>
                  <a:lnTo>
                    <a:pt x="2896531" y="242465"/>
                  </a:lnTo>
                  <a:lnTo>
                    <a:pt x="2943512" y="275683"/>
                  </a:lnTo>
                  <a:lnTo>
                    <a:pt x="2989111" y="311949"/>
                  </a:lnTo>
                  <a:lnTo>
                    <a:pt x="3033798" y="351317"/>
                  </a:lnTo>
                  <a:lnTo>
                    <a:pt x="3077929" y="393758"/>
                  </a:lnTo>
                  <a:lnTo>
                    <a:pt x="3121768" y="439153"/>
                  </a:lnTo>
                  <a:lnTo>
                    <a:pt x="3165497" y="487281"/>
                  </a:lnTo>
                  <a:lnTo>
                    <a:pt x="3209234" y="537824"/>
                  </a:lnTo>
                  <a:lnTo>
                    <a:pt x="3253039" y="590365"/>
                  </a:lnTo>
                  <a:lnTo>
                    <a:pt x="3296925" y="644401"/>
                  </a:lnTo>
                  <a:lnTo>
                    <a:pt x="3340875" y="699366"/>
                  </a:lnTo>
                  <a:lnTo>
                    <a:pt x="3384848" y="754648"/>
                  </a:lnTo>
                  <a:lnTo>
                    <a:pt x="3428798" y="809622"/>
                  </a:lnTo>
                  <a:lnTo>
                    <a:pt x="3472685" y="863675"/>
                  </a:lnTo>
                  <a:lnTo>
                    <a:pt x="3516491" y="916240"/>
                  </a:lnTo>
                  <a:lnTo>
                    <a:pt x="3560228" y="966815"/>
                  </a:lnTo>
                  <a:lnTo>
                    <a:pt x="3603957" y="1014980"/>
                  </a:lnTo>
                  <a:lnTo>
                    <a:pt x="3647793" y="1060415"/>
                  </a:lnTo>
                  <a:lnTo>
                    <a:pt x="3691919" y="1102899"/>
                  </a:lnTo>
                  <a:lnTo>
                    <a:pt x="3736596" y="1142310"/>
                  </a:lnTo>
                  <a:lnTo>
                    <a:pt x="3782179" y="1178620"/>
                  </a:lnTo>
                  <a:lnTo>
                    <a:pt x="3829136" y="1211880"/>
                  </a:lnTo>
                  <a:lnTo>
                    <a:pt x="3829811" y="1212328"/>
                  </a:lnTo>
                  <a:lnTo>
                    <a:pt x="3877014" y="1241562"/>
                  </a:lnTo>
                  <a:lnTo>
                    <a:pt x="3926695" y="1268031"/>
                  </a:lnTo>
                  <a:lnTo>
                    <a:pt x="3979601" y="1291858"/>
                  </a:lnTo>
                  <a:lnTo>
                    <a:pt x="4036548" y="1313261"/>
                  </a:lnTo>
                  <a:lnTo>
                    <a:pt x="4098371" y="1332492"/>
                  </a:lnTo>
                  <a:lnTo>
                    <a:pt x="4165867" y="1349803"/>
                  </a:lnTo>
                  <a:lnTo>
                    <a:pt x="4239723" y="1365419"/>
                  </a:lnTo>
                  <a:lnTo>
                    <a:pt x="4320410" y="1379532"/>
                  </a:lnTo>
                  <a:lnTo>
                    <a:pt x="4408054" y="1392289"/>
                  </a:lnTo>
                  <a:lnTo>
                    <a:pt x="4502260" y="1403794"/>
                  </a:lnTo>
                  <a:lnTo>
                    <a:pt x="4601933" y="1414103"/>
                  </a:lnTo>
                  <a:lnTo>
                    <a:pt x="4705110" y="1423233"/>
                  </a:lnTo>
                  <a:lnTo>
                    <a:pt x="4808881" y="1431172"/>
                  </a:lnTo>
                  <a:lnTo>
                    <a:pt x="4909483" y="1437891"/>
                  </a:lnTo>
                  <a:lnTo>
                    <a:pt x="5002623" y="1443372"/>
                  </a:lnTo>
                  <a:lnTo>
                    <a:pt x="5084057" y="1447628"/>
                  </a:lnTo>
                  <a:lnTo>
                    <a:pt x="5150326" y="1450726"/>
                  </a:lnTo>
                  <a:lnTo>
                    <a:pt x="5199461" y="1452791"/>
                  </a:lnTo>
                  <a:lnTo>
                    <a:pt x="5231464" y="1454006"/>
                  </a:lnTo>
                  <a:lnTo>
                    <a:pt x="5248431" y="1454590"/>
                  </a:lnTo>
                  <a:lnTo>
                    <a:pt x="5254377" y="1454776"/>
                  </a:lnTo>
                  <a:lnTo>
                    <a:pt x="5254955" y="1454793"/>
                  </a:lnTo>
                  <a:lnTo>
                    <a:pt x="6726343" y="1454793"/>
                  </a:lnTo>
                  <a:lnTo>
                    <a:pt x="6727197" y="1454886"/>
                  </a:lnTo>
                  <a:lnTo>
                    <a:pt x="6732846" y="1455547"/>
                  </a:lnTo>
                  <a:lnTo>
                    <a:pt x="6747203" y="1457373"/>
                  </a:lnTo>
                  <a:lnTo>
                    <a:pt x="6773157" y="1460972"/>
                  </a:lnTo>
                  <a:lnTo>
                    <a:pt x="6812421" y="1466929"/>
                  </a:lnTo>
                  <a:lnTo>
                    <a:pt x="6865412" y="1475751"/>
                  </a:lnTo>
                  <a:lnTo>
                    <a:pt x="6931261" y="1487831"/>
                  </a:lnTo>
                  <a:lnTo>
                    <a:pt x="7008005" y="1503420"/>
                  </a:lnTo>
                  <a:lnTo>
                    <a:pt x="7092935" y="1522631"/>
                  </a:lnTo>
                  <a:lnTo>
                    <a:pt x="7183006" y="1545470"/>
                  </a:lnTo>
                  <a:lnTo>
                    <a:pt x="7275238" y="1571878"/>
                  </a:lnTo>
                  <a:lnTo>
                    <a:pt x="7367014" y="1601782"/>
                  </a:lnTo>
                  <a:lnTo>
                    <a:pt x="7456250" y="1635142"/>
                  </a:lnTo>
                  <a:lnTo>
                    <a:pt x="7541458" y="1671985"/>
                  </a:lnTo>
                  <a:lnTo>
                    <a:pt x="7621708" y="1712428"/>
                  </a:lnTo>
                  <a:lnTo>
                    <a:pt x="7696545" y="1756690"/>
                  </a:lnTo>
                  <a:lnTo>
                    <a:pt x="7765890" y="1805096"/>
                  </a:lnTo>
                  <a:lnTo>
                    <a:pt x="7829938" y="1858077"/>
                  </a:lnTo>
                  <a:lnTo>
                    <a:pt x="7889069" y="1916156"/>
                  </a:lnTo>
                  <a:lnTo>
                    <a:pt x="7943782" y="1979936"/>
                  </a:lnTo>
                  <a:lnTo>
                    <a:pt x="7994637" y="2050073"/>
                  </a:lnTo>
                  <a:lnTo>
                    <a:pt x="8042221" y="2127230"/>
                  </a:lnTo>
                  <a:lnTo>
                    <a:pt x="8087112" y="2212004"/>
                  </a:lnTo>
                  <a:lnTo>
                    <a:pt x="8129851" y="2304817"/>
                  </a:lnTo>
                  <a:lnTo>
                    <a:pt x="8151487" y="2356547"/>
                  </a:lnTo>
                  <a:lnTo>
                    <a:pt x="8179921" y="2429463"/>
                  </a:lnTo>
                  <a:lnTo>
                    <a:pt x="8207777" y="2506421"/>
                  </a:lnTo>
                  <a:lnTo>
                    <a:pt x="8235175" y="2587503"/>
                  </a:lnTo>
                  <a:lnTo>
                    <a:pt x="8262216" y="2672752"/>
                  </a:lnTo>
                  <a:lnTo>
                    <a:pt x="8288986" y="2762174"/>
                  </a:lnTo>
                  <a:lnTo>
                    <a:pt x="8315557" y="2855731"/>
                  </a:lnTo>
                  <a:lnTo>
                    <a:pt x="8341991" y="2953343"/>
                  </a:lnTo>
                  <a:lnTo>
                    <a:pt x="8368336" y="3054879"/>
                  </a:lnTo>
                  <a:lnTo>
                    <a:pt x="8394632" y="3160164"/>
                  </a:lnTo>
                  <a:lnTo>
                    <a:pt x="8420911" y="3268968"/>
                  </a:lnTo>
                  <a:lnTo>
                    <a:pt x="8447193" y="3381018"/>
                  </a:lnTo>
                  <a:lnTo>
                    <a:pt x="8473495" y="3495990"/>
                  </a:lnTo>
                  <a:lnTo>
                    <a:pt x="8499824" y="3613518"/>
                  </a:lnTo>
                  <a:lnTo>
                    <a:pt x="8526183" y="3733195"/>
                  </a:lnTo>
                  <a:lnTo>
                    <a:pt x="8552571" y="3854578"/>
                  </a:lnTo>
                  <a:lnTo>
                    <a:pt x="8578981" y="3977199"/>
                  </a:lnTo>
                  <a:lnTo>
                    <a:pt x="8605407" y="4100568"/>
                  </a:lnTo>
                  <a:lnTo>
                    <a:pt x="8631838" y="4224180"/>
                  </a:lnTo>
                  <a:lnTo>
                    <a:pt x="8658263" y="4347529"/>
                  </a:lnTo>
                  <a:lnTo>
                    <a:pt x="8684673" y="4470113"/>
                  </a:lnTo>
                  <a:lnTo>
                    <a:pt x="8711060" y="4591440"/>
                  </a:lnTo>
                  <a:lnTo>
                    <a:pt x="8737418" y="4711044"/>
                  </a:lnTo>
                  <a:lnTo>
                    <a:pt x="8763746" y="4828483"/>
                  </a:lnTo>
                  <a:lnTo>
                    <a:pt x="8790046" y="4943352"/>
                  </a:lnTo>
                  <a:lnTo>
                    <a:pt x="8816328" y="5055286"/>
                  </a:lnTo>
                  <a:lnTo>
                    <a:pt x="8842607" y="5163963"/>
                  </a:lnTo>
                  <a:lnTo>
                    <a:pt x="8868905" y="5269110"/>
                  </a:lnTo>
                  <a:lnTo>
                    <a:pt x="8895252" y="5370503"/>
                  </a:lnTo>
                  <a:lnTo>
                    <a:pt x="8921690" y="5467964"/>
                  </a:lnTo>
                  <a:lnTo>
                    <a:pt x="8948268" y="5561367"/>
                  </a:lnTo>
                  <a:lnTo>
                    <a:pt x="8975046" y="5650633"/>
                  </a:lnTo>
                  <a:lnTo>
                    <a:pt x="9002099" y="5735725"/>
                  </a:lnTo>
                  <a:lnTo>
                    <a:pt x="9029512" y="5816651"/>
                  </a:lnTo>
                  <a:lnTo>
                    <a:pt x="9057388" y="5893457"/>
                  </a:lnTo>
                  <a:lnTo>
                    <a:pt x="9084767" y="5963564"/>
                  </a:lnTo>
                  <a:lnTo>
                    <a:pt x="9126577" y="6060636"/>
                  </a:lnTo>
                  <a:lnTo>
                    <a:pt x="9170279" y="6149575"/>
                  </a:lnTo>
                  <a:lnTo>
                    <a:pt x="9216385" y="6230644"/>
                  </a:lnTo>
                  <a:lnTo>
                    <a:pt x="9265458" y="6304368"/>
                  </a:lnTo>
                  <a:lnTo>
                    <a:pt x="9318083" y="6371386"/>
                  </a:lnTo>
                  <a:lnTo>
                    <a:pt x="9374839" y="6432364"/>
                  </a:lnTo>
                  <a:lnTo>
                    <a:pt x="9436262" y="6487937"/>
                  </a:lnTo>
                  <a:lnTo>
                    <a:pt x="9502801" y="6538674"/>
                  </a:lnTo>
                  <a:lnTo>
                    <a:pt x="9574760" y="6585054"/>
                  </a:lnTo>
                  <a:lnTo>
                    <a:pt x="9652212" y="6627458"/>
                  </a:lnTo>
                  <a:lnTo>
                    <a:pt x="9734913" y="6666161"/>
                  </a:lnTo>
                  <a:lnTo>
                    <a:pt x="9822194" y="6701332"/>
                  </a:lnTo>
                  <a:lnTo>
                    <a:pt x="9912865" y="6733043"/>
                  </a:lnTo>
                  <a:lnTo>
                    <a:pt x="10005154" y="6761285"/>
                  </a:lnTo>
                  <a:lnTo>
                    <a:pt x="10096709" y="6785998"/>
                  </a:lnTo>
                  <a:lnTo>
                    <a:pt x="10184708" y="6807109"/>
                  </a:lnTo>
                  <a:lnTo>
                    <a:pt x="10266098" y="6824584"/>
                  </a:lnTo>
                  <a:lnTo>
                    <a:pt x="10337941" y="6838475"/>
                  </a:lnTo>
                  <a:lnTo>
                    <a:pt x="10397833" y="6848959"/>
                  </a:lnTo>
                  <a:lnTo>
                    <a:pt x="10444301" y="6856356"/>
                  </a:lnTo>
                  <a:lnTo>
                    <a:pt x="10477076" y="6861118"/>
                  </a:lnTo>
                  <a:lnTo>
                    <a:pt x="10497201" y="6863794"/>
                  </a:lnTo>
                  <a:lnTo>
                    <a:pt x="10506973" y="6864988"/>
                  </a:lnTo>
                  <a:lnTo>
                    <a:pt x="10509786" y="6865305"/>
                  </a:lnTo>
                  <a:lnTo>
                    <a:pt x="10509911" y="6865318"/>
                  </a:lnTo>
                  <a:lnTo>
                    <a:pt x="11981298" y="686531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36" name="pl436"/>
            <p:cNvSpPr/>
            <p:nvPr/>
          </p:nvSpPr>
          <p:spPr>
            <a:xfrm>
              <a:off x="4799595" y="3982664"/>
              <a:ext cx="11981298" cy="6865318"/>
            </a:xfrm>
            <a:custGeom>
              <a:avLst/>
              <a:pathLst>
                <a:path w="11981298" h="6865318">
                  <a:moveTo>
                    <a:pt x="11981298" y="6865318"/>
                  </a:moveTo>
                  <a:lnTo>
                    <a:pt x="10509911" y="6865318"/>
                  </a:lnTo>
                  <a:lnTo>
                    <a:pt x="10509056" y="6865225"/>
                  </a:lnTo>
                  <a:lnTo>
                    <a:pt x="10503407" y="6864564"/>
                  </a:lnTo>
                  <a:lnTo>
                    <a:pt x="10489050" y="6862739"/>
                  </a:lnTo>
                  <a:lnTo>
                    <a:pt x="10463097" y="6859139"/>
                  </a:lnTo>
                  <a:lnTo>
                    <a:pt x="10423832" y="6853183"/>
                  </a:lnTo>
                  <a:lnTo>
                    <a:pt x="10370841" y="6844360"/>
                  </a:lnTo>
                  <a:lnTo>
                    <a:pt x="10304992" y="6832280"/>
                  </a:lnTo>
                  <a:lnTo>
                    <a:pt x="10228248" y="6816692"/>
                  </a:lnTo>
                  <a:lnTo>
                    <a:pt x="10143319" y="6797480"/>
                  </a:lnTo>
                  <a:lnTo>
                    <a:pt x="10053247" y="6774641"/>
                  </a:lnTo>
                  <a:lnTo>
                    <a:pt x="9961015" y="6748234"/>
                  </a:lnTo>
                  <a:lnTo>
                    <a:pt x="9869240" y="6718330"/>
                  </a:lnTo>
                  <a:lnTo>
                    <a:pt x="9780003" y="6684969"/>
                  </a:lnTo>
                  <a:lnTo>
                    <a:pt x="9694795" y="6648126"/>
                  </a:lnTo>
                  <a:lnTo>
                    <a:pt x="9614545" y="6607683"/>
                  </a:lnTo>
                  <a:lnTo>
                    <a:pt x="9539708" y="6563421"/>
                  </a:lnTo>
                  <a:lnTo>
                    <a:pt x="9470363" y="6515015"/>
                  </a:lnTo>
                  <a:lnTo>
                    <a:pt x="9406315" y="6462034"/>
                  </a:lnTo>
                  <a:lnTo>
                    <a:pt x="9347184" y="6403955"/>
                  </a:lnTo>
                  <a:lnTo>
                    <a:pt x="9292472" y="6340175"/>
                  </a:lnTo>
                  <a:lnTo>
                    <a:pt x="9241616" y="6270038"/>
                  </a:lnTo>
                  <a:lnTo>
                    <a:pt x="9194032" y="6192881"/>
                  </a:lnTo>
                  <a:lnTo>
                    <a:pt x="9149142" y="6108107"/>
                  </a:lnTo>
                  <a:lnTo>
                    <a:pt x="9106403" y="6015295"/>
                  </a:lnTo>
                  <a:lnTo>
                    <a:pt x="9084767" y="5963564"/>
                  </a:lnTo>
                  <a:lnTo>
                    <a:pt x="9056332" y="5890649"/>
                  </a:lnTo>
                  <a:lnTo>
                    <a:pt x="9028476" y="5813690"/>
                  </a:lnTo>
                  <a:lnTo>
                    <a:pt x="9001078" y="5732608"/>
                  </a:lnTo>
                  <a:lnTo>
                    <a:pt x="8974037" y="5647359"/>
                  </a:lnTo>
                  <a:lnTo>
                    <a:pt x="8947268" y="5557937"/>
                  </a:lnTo>
                  <a:lnTo>
                    <a:pt x="8920696" y="5464380"/>
                  </a:lnTo>
                  <a:lnTo>
                    <a:pt x="8894263" y="5366768"/>
                  </a:lnTo>
                  <a:lnTo>
                    <a:pt x="8867917" y="5265232"/>
                  </a:lnTo>
                  <a:lnTo>
                    <a:pt x="8841621" y="5159948"/>
                  </a:lnTo>
                  <a:lnTo>
                    <a:pt x="8815342" y="5051143"/>
                  </a:lnTo>
                  <a:lnTo>
                    <a:pt x="8789060" y="4939093"/>
                  </a:lnTo>
                  <a:lnTo>
                    <a:pt x="8762759" y="4824121"/>
                  </a:lnTo>
                  <a:lnTo>
                    <a:pt x="8736430" y="4706593"/>
                  </a:lnTo>
                  <a:lnTo>
                    <a:pt x="8710070" y="4586917"/>
                  </a:lnTo>
                  <a:lnTo>
                    <a:pt x="8683683" y="4465533"/>
                  </a:lnTo>
                  <a:lnTo>
                    <a:pt x="8657272" y="4342912"/>
                  </a:lnTo>
                  <a:lnTo>
                    <a:pt x="8630846" y="4219544"/>
                  </a:lnTo>
                  <a:lnTo>
                    <a:pt x="8604416" y="4095931"/>
                  </a:lnTo>
                  <a:lnTo>
                    <a:pt x="8577990" y="3972582"/>
                  </a:lnTo>
                  <a:lnTo>
                    <a:pt x="8551580" y="3849999"/>
                  </a:lnTo>
                  <a:lnTo>
                    <a:pt x="8525193" y="3728671"/>
                  </a:lnTo>
                  <a:lnTo>
                    <a:pt x="8498835" y="3609067"/>
                  </a:lnTo>
                  <a:lnTo>
                    <a:pt x="8472507" y="3491628"/>
                  </a:lnTo>
                  <a:lnTo>
                    <a:pt x="8446207" y="3376759"/>
                  </a:lnTo>
                  <a:lnTo>
                    <a:pt x="8419925" y="3264826"/>
                  </a:lnTo>
                  <a:lnTo>
                    <a:pt x="8393646" y="3156148"/>
                  </a:lnTo>
                  <a:lnTo>
                    <a:pt x="8367349" y="3051001"/>
                  </a:lnTo>
                  <a:lnTo>
                    <a:pt x="8341001" y="2949609"/>
                  </a:lnTo>
                  <a:lnTo>
                    <a:pt x="8314563" y="2852147"/>
                  </a:lnTo>
                  <a:lnTo>
                    <a:pt x="8287985" y="2758744"/>
                  </a:lnTo>
                  <a:lnTo>
                    <a:pt x="8261207" y="2669479"/>
                  </a:lnTo>
                  <a:lnTo>
                    <a:pt x="8234154" y="2584386"/>
                  </a:lnTo>
                  <a:lnTo>
                    <a:pt x="8206741" y="2503460"/>
                  </a:lnTo>
                  <a:lnTo>
                    <a:pt x="8178865" y="2426655"/>
                  </a:lnTo>
                  <a:lnTo>
                    <a:pt x="8151487" y="2356547"/>
                  </a:lnTo>
                  <a:lnTo>
                    <a:pt x="8109677" y="2259475"/>
                  </a:lnTo>
                  <a:lnTo>
                    <a:pt x="8065974" y="2170537"/>
                  </a:lnTo>
                  <a:lnTo>
                    <a:pt x="8019868" y="2089467"/>
                  </a:lnTo>
                  <a:lnTo>
                    <a:pt x="7970795" y="2015743"/>
                  </a:lnTo>
                  <a:lnTo>
                    <a:pt x="7918170" y="1948725"/>
                  </a:lnTo>
                  <a:lnTo>
                    <a:pt x="7861414" y="1887747"/>
                  </a:lnTo>
                  <a:lnTo>
                    <a:pt x="7799992" y="1832174"/>
                  </a:lnTo>
                  <a:lnTo>
                    <a:pt x="7733452" y="1781438"/>
                  </a:lnTo>
                  <a:lnTo>
                    <a:pt x="7661493" y="1735058"/>
                  </a:lnTo>
                  <a:lnTo>
                    <a:pt x="7584041" y="1692654"/>
                  </a:lnTo>
                  <a:lnTo>
                    <a:pt x="7501340" y="1653951"/>
                  </a:lnTo>
                  <a:lnTo>
                    <a:pt x="7414059" y="1618780"/>
                  </a:lnTo>
                  <a:lnTo>
                    <a:pt x="7323388" y="1587068"/>
                  </a:lnTo>
                  <a:lnTo>
                    <a:pt x="7231099" y="1558826"/>
                  </a:lnTo>
                  <a:lnTo>
                    <a:pt x="7139544" y="1534113"/>
                  </a:lnTo>
                  <a:lnTo>
                    <a:pt x="7051545" y="1513002"/>
                  </a:lnTo>
                  <a:lnTo>
                    <a:pt x="6970155" y="1495527"/>
                  </a:lnTo>
                  <a:lnTo>
                    <a:pt x="6898312" y="1481636"/>
                  </a:lnTo>
                  <a:lnTo>
                    <a:pt x="6838420" y="1471152"/>
                  </a:lnTo>
                  <a:lnTo>
                    <a:pt x="6791952" y="1463755"/>
                  </a:lnTo>
                  <a:lnTo>
                    <a:pt x="6759178" y="1458994"/>
                  </a:lnTo>
                  <a:lnTo>
                    <a:pt x="6739052" y="1456317"/>
                  </a:lnTo>
                  <a:lnTo>
                    <a:pt x="6729280" y="1455123"/>
                  </a:lnTo>
                  <a:lnTo>
                    <a:pt x="6726467" y="1454806"/>
                  </a:lnTo>
                  <a:lnTo>
                    <a:pt x="6726343" y="1454793"/>
                  </a:lnTo>
                  <a:lnTo>
                    <a:pt x="5254955" y="1454793"/>
                  </a:lnTo>
                  <a:lnTo>
                    <a:pt x="5253743" y="1454757"/>
                  </a:lnTo>
                  <a:lnTo>
                    <a:pt x="5245786" y="1454503"/>
                  </a:lnTo>
                  <a:lnTo>
                    <a:pt x="5225766" y="1453799"/>
                  </a:lnTo>
                  <a:lnTo>
                    <a:pt x="5190070" y="1452413"/>
                  </a:lnTo>
                  <a:lnTo>
                    <a:pt x="5137060" y="1450133"/>
                  </a:lnTo>
                  <a:lnTo>
                    <a:pt x="5067194" y="1446787"/>
                  </a:lnTo>
                  <a:lnTo>
                    <a:pt x="4982824" y="1442263"/>
                  </a:lnTo>
                  <a:lnTo>
                    <a:pt x="4887649" y="1436507"/>
                  </a:lnTo>
                  <a:lnTo>
                    <a:pt x="4785984" y="1429515"/>
                  </a:lnTo>
                  <a:lnTo>
                    <a:pt x="4682047" y="1421309"/>
                  </a:lnTo>
                  <a:lnTo>
                    <a:pt x="4579430" y="1411917"/>
                  </a:lnTo>
                  <a:lnTo>
                    <a:pt x="4480832" y="1401345"/>
                  </a:lnTo>
                  <a:lnTo>
                    <a:pt x="4388016" y="1389569"/>
                  </a:lnTo>
                  <a:lnTo>
                    <a:pt x="4301903" y="1376522"/>
                  </a:lnTo>
                  <a:lnTo>
                    <a:pt x="4222757" y="1362090"/>
                  </a:lnTo>
                  <a:lnTo>
                    <a:pt x="4150363" y="1346115"/>
                  </a:lnTo>
                  <a:lnTo>
                    <a:pt x="4084190" y="1328399"/>
                  </a:lnTo>
                  <a:lnTo>
                    <a:pt x="4023520" y="1308708"/>
                  </a:lnTo>
                  <a:lnTo>
                    <a:pt x="3967542" y="1286789"/>
                  </a:lnTo>
                  <a:lnTo>
                    <a:pt x="3915420" y="1262392"/>
                  </a:lnTo>
                  <a:lnTo>
                    <a:pt x="3866350" y="1235315"/>
                  </a:lnTo>
                  <a:lnTo>
                    <a:pt x="3829811" y="1212328"/>
                  </a:lnTo>
                  <a:lnTo>
                    <a:pt x="3782830" y="1179110"/>
                  </a:lnTo>
                  <a:lnTo>
                    <a:pt x="3737231" y="1142844"/>
                  </a:lnTo>
                  <a:lnTo>
                    <a:pt x="3692544" y="1103476"/>
                  </a:lnTo>
                  <a:lnTo>
                    <a:pt x="3648413" y="1061035"/>
                  </a:lnTo>
                  <a:lnTo>
                    <a:pt x="3604574" y="1015640"/>
                  </a:lnTo>
                  <a:lnTo>
                    <a:pt x="3560845" y="967511"/>
                  </a:lnTo>
                  <a:lnTo>
                    <a:pt x="3517108" y="916969"/>
                  </a:lnTo>
                  <a:lnTo>
                    <a:pt x="3473303" y="864428"/>
                  </a:lnTo>
                  <a:lnTo>
                    <a:pt x="3429417" y="810392"/>
                  </a:lnTo>
                  <a:lnTo>
                    <a:pt x="3385468" y="755427"/>
                  </a:lnTo>
                  <a:lnTo>
                    <a:pt x="3341495" y="700145"/>
                  </a:lnTo>
                  <a:lnTo>
                    <a:pt x="3297544" y="645171"/>
                  </a:lnTo>
                  <a:lnTo>
                    <a:pt x="3253657" y="591117"/>
                  </a:lnTo>
                  <a:lnTo>
                    <a:pt x="3209852" y="538552"/>
                  </a:lnTo>
                  <a:lnTo>
                    <a:pt x="3166114" y="487978"/>
                  </a:lnTo>
                  <a:lnTo>
                    <a:pt x="3122385" y="439813"/>
                  </a:lnTo>
                  <a:lnTo>
                    <a:pt x="3078549" y="394378"/>
                  </a:lnTo>
                  <a:lnTo>
                    <a:pt x="3034423" y="351894"/>
                  </a:lnTo>
                  <a:lnTo>
                    <a:pt x="2989747" y="312482"/>
                  </a:lnTo>
                  <a:lnTo>
                    <a:pt x="2944164" y="276173"/>
                  </a:lnTo>
                  <a:lnTo>
                    <a:pt x="2897206" y="242913"/>
                  </a:lnTo>
                  <a:lnTo>
                    <a:pt x="2896531" y="242465"/>
                  </a:lnTo>
                  <a:lnTo>
                    <a:pt x="2849328" y="213231"/>
                  </a:lnTo>
                  <a:lnTo>
                    <a:pt x="2799647" y="186762"/>
                  </a:lnTo>
                  <a:lnTo>
                    <a:pt x="2746741" y="162935"/>
                  </a:lnTo>
                  <a:lnTo>
                    <a:pt x="2689794" y="141532"/>
                  </a:lnTo>
                  <a:lnTo>
                    <a:pt x="2627971" y="122300"/>
                  </a:lnTo>
                  <a:lnTo>
                    <a:pt x="2560475" y="104990"/>
                  </a:lnTo>
                  <a:lnTo>
                    <a:pt x="2486619" y="89374"/>
                  </a:lnTo>
                  <a:lnTo>
                    <a:pt x="2405932" y="75261"/>
                  </a:lnTo>
                  <a:lnTo>
                    <a:pt x="2318288" y="62504"/>
                  </a:lnTo>
                  <a:lnTo>
                    <a:pt x="2224082" y="50999"/>
                  </a:lnTo>
                  <a:lnTo>
                    <a:pt x="2124409" y="40690"/>
                  </a:lnTo>
                  <a:lnTo>
                    <a:pt x="2021232" y="31559"/>
                  </a:lnTo>
                  <a:lnTo>
                    <a:pt x="1917461" y="23621"/>
                  </a:lnTo>
                  <a:lnTo>
                    <a:pt x="1816859" y="16901"/>
                  </a:lnTo>
                  <a:lnTo>
                    <a:pt x="1723719" y="11420"/>
                  </a:lnTo>
                  <a:lnTo>
                    <a:pt x="1642285" y="7164"/>
                  </a:lnTo>
                  <a:lnTo>
                    <a:pt x="1576016" y="4067"/>
                  </a:lnTo>
                  <a:lnTo>
                    <a:pt x="1526881" y="2002"/>
                  </a:lnTo>
                  <a:lnTo>
                    <a:pt x="1494878" y="787"/>
                  </a:lnTo>
                  <a:lnTo>
                    <a:pt x="1477911" y="203"/>
                  </a:lnTo>
                  <a:lnTo>
                    <a:pt x="1471965" y="16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37" name="pg437"/>
            <p:cNvSpPr/>
            <p:nvPr/>
          </p:nvSpPr>
          <p:spPr>
            <a:xfrm>
              <a:off x="4799595" y="3884588"/>
              <a:ext cx="11981298" cy="4895625"/>
            </a:xfrm>
            <a:custGeom>
              <a:avLst/>
              <a:pathLst>
                <a:path w="11981298" h="4895625">
                  <a:moveTo>
                    <a:pt x="0" y="1798059"/>
                  </a:moveTo>
                  <a:lnTo>
                    <a:pt x="1471387" y="1798059"/>
                  </a:lnTo>
                  <a:lnTo>
                    <a:pt x="1472517" y="1798130"/>
                  </a:lnTo>
                  <a:lnTo>
                    <a:pt x="1479950" y="1798635"/>
                  </a:lnTo>
                  <a:lnTo>
                    <a:pt x="1498689" y="1800030"/>
                  </a:lnTo>
                  <a:lnTo>
                    <a:pt x="1532204" y="1802777"/>
                  </a:lnTo>
                  <a:lnTo>
                    <a:pt x="1582178" y="1807302"/>
                  </a:lnTo>
                  <a:lnTo>
                    <a:pt x="1648387" y="1813957"/>
                  </a:lnTo>
                  <a:lnTo>
                    <a:pt x="1728841" y="1822982"/>
                  </a:lnTo>
                  <a:lnTo>
                    <a:pt x="1820240" y="1834498"/>
                  </a:lnTo>
                  <a:lnTo>
                    <a:pt x="1918611" y="1848528"/>
                  </a:lnTo>
                  <a:lnTo>
                    <a:pt x="2019959" y="1865034"/>
                  </a:lnTo>
                  <a:lnTo>
                    <a:pt x="2120777" y="1883962"/>
                  </a:lnTo>
                  <a:lnTo>
                    <a:pt x="2218332" y="1905282"/>
                  </a:lnTo>
                  <a:lnTo>
                    <a:pt x="2310757" y="1929025"/>
                  </a:lnTo>
                  <a:lnTo>
                    <a:pt x="2396979" y="1955299"/>
                  </a:lnTo>
                  <a:lnTo>
                    <a:pt x="2476577" y="1984298"/>
                  </a:lnTo>
                  <a:lnTo>
                    <a:pt x="2549622" y="2016306"/>
                  </a:lnTo>
                  <a:lnTo>
                    <a:pt x="2616516" y="2051690"/>
                  </a:lnTo>
                  <a:lnTo>
                    <a:pt x="2677874" y="2090889"/>
                  </a:lnTo>
                  <a:lnTo>
                    <a:pt x="2734424" y="2134394"/>
                  </a:lnTo>
                  <a:lnTo>
                    <a:pt x="2786942" y="2182710"/>
                  </a:lnTo>
                  <a:lnTo>
                    <a:pt x="2836198" y="2236295"/>
                  </a:lnTo>
                  <a:lnTo>
                    <a:pt x="2882908" y="2295458"/>
                  </a:lnTo>
                  <a:lnTo>
                    <a:pt x="2896531" y="2314320"/>
                  </a:lnTo>
                  <a:lnTo>
                    <a:pt x="2932880" y="2368263"/>
                  </a:lnTo>
                  <a:lnTo>
                    <a:pt x="2968336" y="2426034"/>
                  </a:lnTo>
                  <a:lnTo>
                    <a:pt x="3003134" y="2487712"/>
                  </a:lnTo>
                  <a:lnTo>
                    <a:pt x="3037465" y="2553317"/>
                  </a:lnTo>
                  <a:lnTo>
                    <a:pt x="3071483" y="2622806"/>
                  </a:lnTo>
                  <a:lnTo>
                    <a:pt x="3105309" y="2696063"/>
                  </a:lnTo>
                  <a:lnTo>
                    <a:pt x="3139036" y="2772902"/>
                  </a:lnTo>
                  <a:lnTo>
                    <a:pt x="3172731" y="2853057"/>
                  </a:lnTo>
                  <a:lnTo>
                    <a:pt x="3206439" y="2936191"/>
                  </a:lnTo>
                  <a:lnTo>
                    <a:pt x="3240187" y="3021892"/>
                  </a:lnTo>
                  <a:lnTo>
                    <a:pt x="3273984" y="3109684"/>
                  </a:lnTo>
                  <a:lnTo>
                    <a:pt x="3307827" y="3199036"/>
                  </a:lnTo>
                  <a:lnTo>
                    <a:pt x="3341703" y="3289376"/>
                  </a:lnTo>
                  <a:lnTo>
                    <a:pt x="3375593" y="3380102"/>
                  </a:lnTo>
                  <a:lnTo>
                    <a:pt x="3409474" y="3470605"/>
                  </a:lnTo>
                  <a:lnTo>
                    <a:pt x="3443328" y="3560278"/>
                  </a:lnTo>
                  <a:lnTo>
                    <a:pt x="3477138" y="3648541"/>
                  </a:lnTo>
                  <a:lnTo>
                    <a:pt x="3510899" y="3734849"/>
                  </a:lnTo>
                  <a:lnTo>
                    <a:pt x="3544616" y="3818711"/>
                  </a:lnTo>
                  <a:lnTo>
                    <a:pt x="3578311" y="3899698"/>
                  </a:lnTo>
                  <a:lnTo>
                    <a:pt x="3612023" y="3977451"/>
                  </a:lnTo>
                  <a:lnTo>
                    <a:pt x="3645815" y="4051686"/>
                  </a:lnTo>
                  <a:lnTo>
                    <a:pt x="3679771" y="4122194"/>
                  </a:lnTo>
                  <a:lnTo>
                    <a:pt x="3714005" y="4188843"/>
                  </a:lnTo>
                  <a:lnTo>
                    <a:pt x="3748661" y="4251570"/>
                  </a:lnTo>
                  <a:lnTo>
                    <a:pt x="3783920" y="4310379"/>
                  </a:lnTo>
                  <a:lnTo>
                    <a:pt x="3820005" y="4365333"/>
                  </a:lnTo>
                  <a:lnTo>
                    <a:pt x="3829811" y="4379364"/>
                  </a:lnTo>
                  <a:lnTo>
                    <a:pt x="3875883" y="4440221"/>
                  </a:lnTo>
                  <a:lnTo>
                    <a:pt x="3924303" y="4495458"/>
                  </a:lnTo>
                  <a:lnTo>
                    <a:pt x="3975763" y="4545313"/>
                  </a:lnTo>
                  <a:lnTo>
                    <a:pt x="4031020" y="4590210"/>
                  </a:lnTo>
                  <a:lnTo>
                    <a:pt x="4090855" y="4630649"/>
                  </a:lnTo>
                  <a:lnTo>
                    <a:pt x="4156016" y="4667129"/>
                  </a:lnTo>
                  <a:lnTo>
                    <a:pt x="4227160" y="4700108"/>
                  </a:lnTo>
                  <a:lnTo>
                    <a:pt x="4304765" y="4729977"/>
                  </a:lnTo>
                  <a:lnTo>
                    <a:pt x="4389017" y="4757045"/>
                  </a:lnTo>
                  <a:lnTo>
                    <a:pt x="4479659" y="4781532"/>
                  </a:lnTo>
                  <a:lnTo>
                    <a:pt x="4575832" y="4803573"/>
                  </a:lnTo>
                  <a:lnTo>
                    <a:pt x="4675918" y="4823220"/>
                  </a:lnTo>
                  <a:lnTo>
                    <a:pt x="4777444" y="4840458"/>
                  </a:lnTo>
                  <a:lnTo>
                    <a:pt x="4877114" y="4855238"/>
                  </a:lnTo>
                  <a:lnTo>
                    <a:pt x="4971037" y="4867510"/>
                  </a:lnTo>
                  <a:lnTo>
                    <a:pt x="5055167" y="4877275"/>
                  </a:lnTo>
                  <a:lnTo>
                    <a:pt x="5125932" y="4884621"/>
                  </a:lnTo>
                  <a:lnTo>
                    <a:pt x="5180891" y="4889754"/>
                  </a:lnTo>
                  <a:lnTo>
                    <a:pt x="5219256" y="4892993"/>
                  </a:lnTo>
                  <a:lnTo>
                    <a:pt x="5242144" y="4894746"/>
                  </a:lnTo>
                  <a:lnTo>
                    <a:pt x="5252511" y="4895469"/>
                  </a:lnTo>
                  <a:lnTo>
                    <a:pt x="5254955" y="4895625"/>
                  </a:lnTo>
                  <a:lnTo>
                    <a:pt x="6726343" y="4895625"/>
                  </a:lnTo>
                  <a:lnTo>
                    <a:pt x="6727230" y="4895538"/>
                  </a:lnTo>
                  <a:lnTo>
                    <a:pt x="6733095" y="4894917"/>
                  </a:lnTo>
                  <a:lnTo>
                    <a:pt x="6747985" y="4893202"/>
                  </a:lnTo>
                  <a:lnTo>
                    <a:pt x="6774866" y="4889820"/>
                  </a:lnTo>
                  <a:lnTo>
                    <a:pt x="6815461" y="4884227"/>
                  </a:lnTo>
                  <a:lnTo>
                    <a:pt x="6870120" y="4875950"/>
                  </a:lnTo>
                  <a:lnTo>
                    <a:pt x="6937851" y="4864630"/>
                  </a:lnTo>
                  <a:lnTo>
                    <a:pt x="7016534" y="4850043"/>
                  </a:lnTo>
                  <a:lnTo>
                    <a:pt x="7103299" y="4832094"/>
                  </a:lnTo>
                  <a:lnTo>
                    <a:pt x="7194971" y="4810786"/>
                  </a:lnTo>
                  <a:lnTo>
                    <a:pt x="7288486" y="4786178"/>
                  </a:lnTo>
                  <a:lnTo>
                    <a:pt x="7381190" y="4758337"/>
                  </a:lnTo>
                  <a:lnTo>
                    <a:pt x="7471011" y="4727294"/>
                  </a:lnTo>
                  <a:lnTo>
                    <a:pt x="7556498" y="4693009"/>
                  </a:lnTo>
                  <a:lnTo>
                    <a:pt x="7636779" y="4655357"/>
                  </a:lnTo>
                  <a:lnTo>
                    <a:pt x="7711464" y="4614113"/>
                  </a:lnTo>
                  <a:lnTo>
                    <a:pt x="7780535" y="4568951"/>
                  </a:lnTo>
                  <a:lnTo>
                    <a:pt x="7844242" y="4519448"/>
                  </a:lnTo>
                  <a:lnTo>
                    <a:pt x="7903016" y="4465093"/>
                  </a:lnTo>
                  <a:lnTo>
                    <a:pt x="7957393" y="4405306"/>
                  </a:lnTo>
                  <a:lnTo>
                    <a:pt x="8007968" y="4339464"/>
                  </a:lnTo>
                  <a:lnTo>
                    <a:pt x="8055351" y="4266953"/>
                  </a:lnTo>
                  <a:lnTo>
                    <a:pt x="8100133" y="4187247"/>
                  </a:lnTo>
                  <a:lnTo>
                    <a:pt x="8142862" y="4100026"/>
                  </a:lnTo>
                  <a:lnTo>
                    <a:pt x="8151487" y="4081050"/>
                  </a:lnTo>
                  <a:lnTo>
                    <a:pt x="8181283" y="4011900"/>
                  </a:lnTo>
                  <a:lnTo>
                    <a:pt x="8210451" y="3938730"/>
                  </a:lnTo>
                  <a:lnTo>
                    <a:pt x="8239127" y="3861461"/>
                  </a:lnTo>
                  <a:lnTo>
                    <a:pt x="8267424" y="3780050"/>
                  </a:lnTo>
                  <a:lnTo>
                    <a:pt x="8295440" y="3694500"/>
                  </a:lnTo>
                  <a:lnTo>
                    <a:pt x="8323255" y="3604860"/>
                  </a:lnTo>
                  <a:lnTo>
                    <a:pt x="8350936" y="3511226"/>
                  </a:lnTo>
                  <a:lnTo>
                    <a:pt x="8378535" y="3413749"/>
                  </a:lnTo>
                  <a:lnTo>
                    <a:pt x="8406095" y="3312634"/>
                  </a:lnTo>
                  <a:lnTo>
                    <a:pt x="8433646" y="3208135"/>
                  </a:lnTo>
                  <a:lnTo>
                    <a:pt x="8461211" y="3100565"/>
                  </a:lnTo>
                  <a:lnTo>
                    <a:pt x="8488803" y="2990282"/>
                  </a:lnTo>
                  <a:lnTo>
                    <a:pt x="8516427" y="2877692"/>
                  </a:lnTo>
                  <a:lnTo>
                    <a:pt x="8544083" y="2763241"/>
                  </a:lnTo>
                  <a:lnTo>
                    <a:pt x="8571768" y="2647409"/>
                  </a:lnTo>
                  <a:lnTo>
                    <a:pt x="8599471" y="2530701"/>
                  </a:lnTo>
                  <a:lnTo>
                    <a:pt x="8627182" y="2413638"/>
                  </a:lnTo>
                  <a:lnTo>
                    <a:pt x="8654890" y="2296747"/>
                  </a:lnTo>
                  <a:lnTo>
                    <a:pt x="8682582" y="2180553"/>
                  </a:lnTo>
                  <a:lnTo>
                    <a:pt x="8710249" y="2065568"/>
                  </a:lnTo>
                  <a:lnTo>
                    <a:pt x="8737885" y="1952281"/>
                  </a:lnTo>
                  <a:lnTo>
                    <a:pt x="8765487" y="1841151"/>
                  </a:lnTo>
                  <a:lnTo>
                    <a:pt x="8793060" y="1732597"/>
                  </a:lnTo>
                  <a:lnTo>
                    <a:pt x="8820614" y="1626997"/>
                  </a:lnTo>
                  <a:lnTo>
                    <a:pt x="8848168" y="1524678"/>
                  </a:lnTo>
                  <a:lnTo>
                    <a:pt x="8875750" y="1425915"/>
                  </a:lnTo>
                  <a:lnTo>
                    <a:pt x="8903397" y="1330930"/>
                  </a:lnTo>
                  <a:lnTo>
                    <a:pt x="8931158" y="1239892"/>
                  </a:lnTo>
                  <a:lnTo>
                    <a:pt x="8959096" y="1152918"/>
                  </a:lnTo>
                  <a:lnTo>
                    <a:pt x="8987286" y="1070071"/>
                  </a:lnTo>
                  <a:lnTo>
                    <a:pt x="9015818" y="991369"/>
                  </a:lnTo>
                  <a:lnTo>
                    <a:pt x="9044802" y="916786"/>
                  </a:lnTo>
                  <a:lnTo>
                    <a:pt x="9074364" y="846255"/>
                  </a:lnTo>
                  <a:lnTo>
                    <a:pt x="9084767" y="822748"/>
                  </a:lnTo>
                  <a:lnTo>
                    <a:pt x="9127133" y="733966"/>
                  </a:lnTo>
                  <a:lnTo>
                    <a:pt x="9171448" y="652722"/>
                  </a:lnTo>
                  <a:lnTo>
                    <a:pt x="9218245" y="578762"/>
                  </a:lnTo>
                  <a:lnTo>
                    <a:pt x="9268110" y="511589"/>
                  </a:lnTo>
                  <a:lnTo>
                    <a:pt x="9321652" y="450602"/>
                  </a:lnTo>
                  <a:lnTo>
                    <a:pt x="9379470" y="395173"/>
                  </a:lnTo>
                  <a:lnTo>
                    <a:pt x="9442118" y="344712"/>
                  </a:lnTo>
                  <a:lnTo>
                    <a:pt x="9510052" y="298690"/>
                  </a:lnTo>
                  <a:lnTo>
                    <a:pt x="9583567" y="256666"/>
                  </a:lnTo>
                  <a:lnTo>
                    <a:pt x="9662708" y="218293"/>
                  </a:lnTo>
                  <a:lnTo>
                    <a:pt x="9747173" y="183325"/>
                  </a:lnTo>
                  <a:lnTo>
                    <a:pt x="9836197" y="151617"/>
                  </a:lnTo>
                  <a:lnTo>
                    <a:pt x="9928454" y="123113"/>
                  </a:lnTo>
                  <a:lnTo>
                    <a:pt x="10022001" y="97832"/>
                  </a:lnTo>
                  <a:lnTo>
                    <a:pt x="10114296" y="75836"/>
                  </a:lnTo>
                  <a:lnTo>
                    <a:pt x="10202338" y="57189"/>
                  </a:lnTo>
                  <a:lnTo>
                    <a:pt x="10282944" y="41911"/>
                  </a:lnTo>
                  <a:lnTo>
                    <a:pt x="10353145" y="29930"/>
                  </a:lnTo>
                  <a:lnTo>
                    <a:pt x="10410630" y="21049"/>
                  </a:lnTo>
                  <a:lnTo>
                    <a:pt x="10454150" y="14936"/>
                  </a:lnTo>
                  <a:lnTo>
                    <a:pt x="10483769" y="11140"/>
                  </a:lnTo>
                  <a:lnTo>
                    <a:pt x="10500934" y="9127"/>
                  </a:lnTo>
                  <a:lnTo>
                    <a:pt x="10508367" y="8326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9023" y="87"/>
                  </a:lnTo>
                  <a:lnTo>
                    <a:pt x="10503158" y="708"/>
                  </a:lnTo>
                  <a:lnTo>
                    <a:pt x="10488268" y="2423"/>
                  </a:lnTo>
                  <a:lnTo>
                    <a:pt x="10461387" y="5805"/>
                  </a:lnTo>
                  <a:lnTo>
                    <a:pt x="10420792" y="11398"/>
                  </a:lnTo>
                  <a:lnTo>
                    <a:pt x="10366133" y="19675"/>
                  </a:lnTo>
                  <a:lnTo>
                    <a:pt x="10298402" y="30995"/>
                  </a:lnTo>
                  <a:lnTo>
                    <a:pt x="10219719" y="45582"/>
                  </a:lnTo>
                  <a:lnTo>
                    <a:pt x="10132954" y="63531"/>
                  </a:lnTo>
                  <a:lnTo>
                    <a:pt x="10041282" y="84839"/>
                  </a:lnTo>
                  <a:lnTo>
                    <a:pt x="9947767" y="109447"/>
                  </a:lnTo>
                  <a:lnTo>
                    <a:pt x="9855063" y="137288"/>
                  </a:lnTo>
                  <a:lnTo>
                    <a:pt x="9765242" y="168331"/>
                  </a:lnTo>
                  <a:lnTo>
                    <a:pt x="9679755" y="202616"/>
                  </a:lnTo>
                  <a:lnTo>
                    <a:pt x="9599474" y="240268"/>
                  </a:lnTo>
                  <a:lnTo>
                    <a:pt x="9524789" y="281512"/>
                  </a:lnTo>
                  <a:lnTo>
                    <a:pt x="9455719" y="326674"/>
                  </a:lnTo>
                  <a:lnTo>
                    <a:pt x="9392011" y="376177"/>
                  </a:lnTo>
                  <a:lnTo>
                    <a:pt x="9333237" y="430532"/>
                  </a:lnTo>
                  <a:lnTo>
                    <a:pt x="9278860" y="490319"/>
                  </a:lnTo>
                  <a:lnTo>
                    <a:pt x="9228285" y="556161"/>
                  </a:lnTo>
                  <a:lnTo>
                    <a:pt x="9180903" y="628672"/>
                  </a:lnTo>
                  <a:lnTo>
                    <a:pt x="9136120" y="708378"/>
                  </a:lnTo>
                  <a:lnTo>
                    <a:pt x="9093391" y="795599"/>
                  </a:lnTo>
                  <a:lnTo>
                    <a:pt x="9084767" y="814575"/>
                  </a:lnTo>
                  <a:lnTo>
                    <a:pt x="9054970" y="883725"/>
                  </a:lnTo>
                  <a:lnTo>
                    <a:pt x="9025802" y="956895"/>
                  </a:lnTo>
                  <a:lnTo>
                    <a:pt x="8997127" y="1034164"/>
                  </a:lnTo>
                  <a:lnTo>
                    <a:pt x="8968829" y="1115575"/>
                  </a:lnTo>
                  <a:lnTo>
                    <a:pt x="8940813" y="1201125"/>
                  </a:lnTo>
                  <a:lnTo>
                    <a:pt x="8912998" y="1290765"/>
                  </a:lnTo>
                  <a:lnTo>
                    <a:pt x="8885318" y="1384399"/>
                  </a:lnTo>
                  <a:lnTo>
                    <a:pt x="8857718" y="1481876"/>
                  </a:lnTo>
                  <a:lnTo>
                    <a:pt x="8830158" y="1582991"/>
                  </a:lnTo>
                  <a:lnTo>
                    <a:pt x="8802607" y="1687490"/>
                  </a:lnTo>
                  <a:lnTo>
                    <a:pt x="8775042" y="1795060"/>
                  </a:lnTo>
                  <a:lnTo>
                    <a:pt x="8747451" y="1905343"/>
                  </a:lnTo>
                  <a:lnTo>
                    <a:pt x="8719827" y="2017933"/>
                  </a:lnTo>
                  <a:lnTo>
                    <a:pt x="8692170" y="2132384"/>
                  </a:lnTo>
                  <a:lnTo>
                    <a:pt x="8664485" y="2248216"/>
                  </a:lnTo>
                  <a:lnTo>
                    <a:pt x="8636782" y="2364924"/>
                  </a:lnTo>
                  <a:lnTo>
                    <a:pt x="8609071" y="2481987"/>
                  </a:lnTo>
                  <a:lnTo>
                    <a:pt x="8581363" y="2598878"/>
                  </a:lnTo>
                  <a:lnTo>
                    <a:pt x="8553671" y="2715072"/>
                  </a:lnTo>
                  <a:lnTo>
                    <a:pt x="8526004" y="2830057"/>
                  </a:lnTo>
                  <a:lnTo>
                    <a:pt x="8498368" y="2943344"/>
                  </a:lnTo>
                  <a:lnTo>
                    <a:pt x="8470766" y="3054474"/>
                  </a:lnTo>
                  <a:lnTo>
                    <a:pt x="8443193" y="3163028"/>
                  </a:lnTo>
                  <a:lnTo>
                    <a:pt x="8415639" y="3268628"/>
                  </a:lnTo>
                  <a:lnTo>
                    <a:pt x="8388085" y="3370947"/>
                  </a:lnTo>
                  <a:lnTo>
                    <a:pt x="8360504" y="3469710"/>
                  </a:lnTo>
                  <a:lnTo>
                    <a:pt x="8332857" y="3564695"/>
                  </a:lnTo>
                  <a:lnTo>
                    <a:pt x="8305095" y="3655733"/>
                  </a:lnTo>
                  <a:lnTo>
                    <a:pt x="8277157" y="3742707"/>
                  </a:lnTo>
                  <a:lnTo>
                    <a:pt x="8248967" y="3825554"/>
                  </a:lnTo>
                  <a:lnTo>
                    <a:pt x="8220435" y="3904256"/>
                  </a:lnTo>
                  <a:lnTo>
                    <a:pt x="8191452" y="3978839"/>
                  </a:lnTo>
                  <a:lnTo>
                    <a:pt x="8161890" y="4049370"/>
                  </a:lnTo>
                  <a:lnTo>
                    <a:pt x="8151487" y="4072877"/>
                  </a:lnTo>
                  <a:lnTo>
                    <a:pt x="8109120" y="4161659"/>
                  </a:lnTo>
                  <a:lnTo>
                    <a:pt x="8064805" y="4242903"/>
                  </a:lnTo>
                  <a:lnTo>
                    <a:pt x="8018008" y="4316863"/>
                  </a:lnTo>
                  <a:lnTo>
                    <a:pt x="7968143" y="4384036"/>
                  </a:lnTo>
                  <a:lnTo>
                    <a:pt x="7914601" y="4445023"/>
                  </a:lnTo>
                  <a:lnTo>
                    <a:pt x="7856783" y="4500452"/>
                  </a:lnTo>
                  <a:lnTo>
                    <a:pt x="7794136" y="4550913"/>
                  </a:lnTo>
                  <a:lnTo>
                    <a:pt x="7726201" y="4596935"/>
                  </a:lnTo>
                  <a:lnTo>
                    <a:pt x="7652687" y="4638959"/>
                  </a:lnTo>
                  <a:lnTo>
                    <a:pt x="7573545" y="4677332"/>
                  </a:lnTo>
                  <a:lnTo>
                    <a:pt x="7489080" y="4712300"/>
                  </a:lnTo>
                  <a:lnTo>
                    <a:pt x="7400057" y="4744008"/>
                  </a:lnTo>
                  <a:lnTo>
                    <a:pt x="7307799" y="4772512"/>
                  </a:lnTo>
                  <a:lnTo>
                    <a:pt x="7214252" y="4797793"/>
                  </a:lnTo>
                  <a:lnTo>
                    <a:pt x="7121957" y="4819789"/>
                  </a:lnTo>
                  <a:lnTo>
                    <a:pt x="7033915" y="4838436"/>
                  </a:lnTo>
                  <a:lnTo>
                    <a:pt x="6953309" y="4853714"/>
                  </a:lnTo>
                  <a:lnTo>
                    <a:pt x="6883109" y="4865695"/>
                  </a:lnTo>
                  <a:lnTo>
                    <a:pt x="6825623" y="4874576"/>
                  </a:lnTo>
                  <a:lnTo>
                    <a:pt x="6782104" y="4880689"/>
                  </a:lnTo>
                  <a:lnTo>
                    <a:pt x="6752484" y="4884485"/>
                  </a:lnTo>
                  <a:lnTo>
                    <a:pt x="6735319" y="4886498"/>
                  </a:lnTo>
                  <a:lnTo>
                    <a:pt x="6727886" y="4887299"/>
                  </a:lnTo>
                  <a:lnTo>
                    <a:pt x="6726343" y="4887452"/>
                  </a:lnTo>
                  <a:lnTo>
                    <a:pt x="5254955" y="4887452"/>
                  </a:lnTo>
                  <a:lnTo>
                    <a:pt x="5253825" y="4887382"/>
                  </a:lnTo>
                  <a:lnTo>
                    <a:pt x="5246392" y="4886877"/>
                  </a:lnTo>
                  <a:lnTo>
                    <a:pt x="5227653" y="4885482"/>
                  </a:lnTo>
                  <a:lnTo>
                    <a:pt x="5194139" y="4882735"/>
                  </a:lnTo>
                  <a:lnTo>
                    <a:pt x="5144164" y="4878209"/>
                  </a:lnTo>
                  <a:lnTo>
                    <a:pt x="5077956" y="4871554"/>
                  </a:lnTo>
                  <a:lnTo>
                    <a:pt x="4997502" y="4862530"/>
                  </a:lnTo>
                  <a:lnTo>
                    <a:pt x="4906102" y="4851014"/>
                  </a:lnTo>
                  <a:lnTo>
                    <a:pt x="4807731" y="4836983"/>
                  </a:lnTo>
                  <a:lnTo>
                    <a:pt x="4706383" y="4820477"/>
                  </a:lnTo>
                  <a:lnTo>
                    <a:pt x="4605566" y="4801550"/>
                  </a:lnTo>
                  <a:lnTo>
                    <a:pt x="4508010" y="4780230"/>
                  </a:lnTo>
                  <a:lnTo>
                    <a:pt x="4415585" y="4756487"/>
                  </a:lnTo>
                  <a:lnTo>
                    <a:pt x="4329363" y="4730213"/>
                  </a:lnTo>
                  <a:lnTo>
                    <a:pt x="4249765" y="4701214"/>
                  </a:lnTo>
                  <a:lnTo>
                    <a:pt x="4176720" y="4669206"/>
                  </a:lnTo>
                  <a:lnTo>
                    <a:pt x="4109826" y="4633822"/>
                  </a:lnTo>
                  <a:lnTo>
                    <a:pt x="4048468" y="4594623"/>
                  </a:lnTo>
                  <a:lnTo>
                    <a:pt x="3991918" y="4551118"/>
                  </a:lnTo>
                  <a:lnTo>
                    <a:pt x="3939400" y="4502801"/>
                  </a:lnTo>
                  <a:lnTo>
                    <a:pt x="3890144" y="4449217"/>
                  </a:lnTo>
                  <a:lnTo>
                    <a:pt x="3843434" y="4390054"/>
                  </a:lnTo>
                  <a:lnTo>
                    <a:pt x="3829811" y="4371191"/>
                  </a:lnTo>
                  <a:lnTo>
                    <a:pt x="3793462" y="4317249"/>
                  </a:lnTo>
                  <a:lnTo>
                    <a:pt x="3758006" y="4259478"/>
                  </a:lnTo>
                  <a:lnTo>
                    <a:pt x="3723208" y="4197799"/>
                  </a:lnTo>
                  <a:lnTo>
                    <a:pt x="3688877" y="4132194"/>
                  </a:lnTo>
                  <a:lnTo>
                    <a:pt x="3654859" y="4062706"/>
                  </a:lnTo>
                  <a:lnTo>
                    <a:pt x="3621033" y="3989449"/>
                  </a:lnTo>
                  <a:lnTo>
                    <a:pt x="3587306" y="3912610"/>
                  </a:lnTo>
                  <a:lnTo>
                    <a:pt x="3553611" y="3832454"/>
                  </a:lnTo>
                  <a:lnTo>
                    <a:pt x="3519903" y="3749321"/>
                  </a:lnTo>
                  <a:lnTo>
                    <a:pt x="3486155" y="3663620"/>
                  </a:lnTo>
                  <a:lnTo>
                    <a:pt x="3452358" y="3575828"/>
                  </a:lnTo>
                  <a:lnTo>
                    <a:pt x="3418515" y="3486476"/>
                  </a:lnTo>
                  <a:lnTo>
                    <a:pt x="3384639" y="3396136"/>
                  </a:lnTo>
                  <a:lnTo>
                    <a:pt x="3350749" y="3305409"/>
                  </a:lnTo>
                  <a:lnTo>
                    <a:pt x="3316868" y="3214907"/>
                  </a:lnTo>
                  <a:lnTo>
                    <a:pt x="3283014" y="3125233"/>
                  </a:lnTo>
                  <a:lnTo>
                    <a:pt x="3249204" y="3036971"/>
                  </a:lnTo>
                  <a:lnTo>
                    <a:pt x="3215443" y="2950663"/>
                  </a:lnTo>
                  <a:lnTo>
                    <a:pt x="3181726" y="2866801"/>
                  </a:lnTo>
                  <a:lnTo>
                    <a:pt x="3148031" y="2785814"/>
                  </a:lnTo>
                  <a:lnTo>
                    <a:pt x="3114319" y="2708061"/>
                  </a:lnTo>
                  <a:lnTo>
                    <a:pt x="3080527" y="2633826"/>
                  </a:lnTo>
                  <a:lnTo>
                    <a:pt x="3046571" y="2563318"/>
                  </a:lnTo>
                  <a:lnTo>
                    <a:pt x="3012338" y="2496669"/>
                  </a:lnTo>
                  <a:lnTo>
                    <a:pt x="2977681" y="2433942"/>
                  </a:lnTo>
                  <a:lnTo>
                    <a:pt x="2942422" y="2375133"/>
                  </a:lnTo>
                  <a:lnTo>
                    <a:pt x="2906337" y="2320179"/>
                  </a:lnTo>
                  <a:lnTo>
                    <a:pt x="2896531" y="2306147"/>
                  </a:lnTo>
                  <a:lnTo>
                    <a:pt x="2850459" y="2245291"/>
                  </a:lnTo>
                  <a:lnTo>
                    <a:pt x="2802039" y="2190053"/>
                  </a:lnTo>
                  <a:lnTo>
                    <a:pt x="2750579" y="2140199"/>
                  </a:lnTo>
                  <a:lnTo>
                    <a:pt x="2695322" y="2095302"/>
                  </a:lnTo>
                  <a:lnTo>
                    <a:pt x="2635487" y="2054863"/>
                  </a:lnTo>
                  <a:lnTo>
                    <a:pt x="2570327" y="2018383"/>
                  </a:lnTo>
                  <a:lnTo>
                    <a:pt x="2499183" y="1985403"/>
                  </a:lnTo>
                  <a:lnTo>
                    <a:pt x="2421577" y="1955534"/>
                  </a:lnTo>
                  <a:lnTo>
                    <a:pt x="2337325" y="1928467"/>
                  </a:lnTo>
                  <a:lnTo>
                    <a:pt x="2246683" y="1903979"/>
                  </a:lnTo>
                  <a:lnTo>
                    <a:pt x="2150510" y="1881938"/>
                  </a:lnTo>
                  <a:lnTo>
                    <a:pt x="2050424" y="1862292"/>
                  </a:lnTo>
                  <a:lnTo>
                    <a:pt x="1948898" y="1845053"/>
                  </a:lnTo>
                  <a:lnTo>
                    <a:pt x="1849228" y="1830274"/>
                  </a:lnTo>
                  <a:lnTo>
                    <a:pt x="1755305" y="1818002"/>
                  </a:lnTo>
                  <a:lnTo>
                    <a:pt x="1671175" y="1808237"/>
                  </a:lnTo>
                  <a:lnTo>
                    <a:pt x="1600410" y="1800891"/>
                  </a:lnTo>
                  <a:lnTo>
                    <a:pt x="1545451" y="1795758"/>
                  </a:lnTo>
                  <a:lnTo>
                    <a:pt x="1507086" y="1792519"/>
                  </a:lnTo>
                  <a:lnTo>
                    <a:pt x="1484198" y="1790766"/>
                  </a:lnTo>
                  <a:lnTo>
                    <a:pt x="1473831" y="1790043"/>
                  </a:lnTo>
                  <a:lnTo>
                    <a:pt x="1471387" y="1789886"/>
                  </a:lnTo>
                  <a:lnTo>
                    <a:pt x="0" y="1789886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438" name="pl438"/>
            <p:cNvSpPr/>
            <p:nvPr/>
          </p:nvSpPr>
          <p:spPr>
            <a:xfrm>
              <a:off x="4799595" y="3892761"/>
              <a:ext cx="11981298" cy="4887452"/>
            </a:xfrm>
            <a:custGeom>
              <a:avLst/>
              <a:pathLst>
                <a:path w="11981298" h="4887452">
                  <a:moveTo>
                    <a:pt x="0" y="1789886"/>
                  </a:moveTo>
                  <a:lnTo>
                    <a:pt x="1471387" y="1789886"/>
                  </a:lnTo>
                  <a:lnTo>
                    <a:pt x="1472517" y="1789957"/>
                  </a:lnTo>
                  <a:lnTo>
                    <a:pt x="1479950" y="1790462"/>
                  </a:lnTo>
                  <a:lnTo>
                    <a:pt x="1498689" y="1791857"/>
                  </a:lnTo>
                  <a:lnTo>
                    <a:pt x="1532204" y="1794604"/>
                  </a:lnTo>
                  <a:lnTo>
                    <a:pt x="1582178" y="1799129"/>
                  </a:lnTo>
                  <a:lnTo>
                    <a:pt x="1648387" y="1805784"/>
                  </a:lnTo>
                  <a:lnTo>
                    <a:pt x="1728841" y="1814809"/>
                  </a:lnTo>
                  <a:lnTo>
                    <a:pt x="1820240" y="1826325"/>
                  </a:lnTo>
                  <a:lnTo>
                    <a:pt x="1918611" y="1840355"/>
                  </a:lnTo>
                  <a:lnTo>
                    <a:pt x="2019959" y="1856861"/>
                  </a:lnTo>
                  <a:lnTo>
                    <a:pt x="2120777" y="1875789"/>
                  </a:lnTo>
                  <a:lnTo>
                    <a:pt x="2218332" y="1897109"/>
                  </a:lnTo>
                  <a:lnTo>
                    <a:pt x="2310757" y="1920852"/>
                  </a:lnTo>
                  <a:lnTo>
                    <a:pt x="2396979" y="1947126"/>
                  </a:lnTo>
                  <a:lnTo>
                    <a:pt x="2476577" y="1976125"/>
                  </a:lnTo>
                  <a:lnTo>
                    <a:pt x="2549622" y="2008133"/>
                  </a:lnTo>
                  <a:lnTo>
                    <a:pt x="2616516" y="2043517"/>
                  </a:lnTo>
                  <a:lnTo>
                    <a:pt x="2677874" y="2082716"/>
                  </a:lnTo>
                  <a:lnTo>
                    <a:pt x="2734424" y="2126221"/>
                  </a:lnTo>
                  <a:lnTo>
                    <a:pt x="2786942" y="2174537"/>
                  </a:lnTo>
                  <a:lnTo>
                    <a:pt x="2836198" y="2228122"/>
                  </a:lnTo>
                  <a:lnTo>
                    <a:pt x="2882908" y="2287285"/>
                  </a:lnTo>
                  <a:lnTo>
                    <a:pt x="2896531" y="2306147"/>
                  </a:lnTo>
                  <a:lnTo>
                    <a:pt x="2932880" y="2360090"/>
                  </a:lnTo>
                  <a:lnTo>
                    <a:pt x="2968336" y="2417861"/>
                  </a:lnTo>
                  <a:lnTo>
                    <a:pt x="3003134" y="2479539"/>
                  </a:lnTo>
                  <a:lnTo>
                    <a:pt x="3037465" y="2545144"/>
                  </a:lnTo>
                  <a:lnTo>
                    <a:pt x="3071483" y="2614633"/>
                  </a:lnTo>
                  <a:lnTo>
                    <a:pt x="3105309" y="2687890"/>
                  </a:lnTo>
                  <a:lnTo>
                    <a:pt x="3139036" y="2764729"/>
                  </a:lnTo>
                  <a:lnTo>
                    <a:pt x="3172731" y="2844884"/>
                  </a:lnTo>
                  <a:lnTo>
                    <a:pt x="3206439" y="2928018"/>
                  </a:lnTo>
                  <a:lnTo>
                    <a:pt x="3240187" y="3013719"/>
                  </a:lnTo>
                  <a:lnTo>
                    <a:pt x="3273984" y="3101511"/>
                  </a:lnTo>
                  <a:lnTo>
                    <a:pt x="3307827" y="3190863"/>
                  </a:lnTo>
                  <a:lnTo>
                    <a:pt x="3341703" y="3281203"/>
                  </a:lnTo>
                  <a:lnTo>
                    <a:pt x="3375593" y="3371929"/>
                  </a:lnTo>
                  <a:lnTo>
                    <a:pt x="3409474" y="3462432"/>
                  </a:lnTo>
                  <a:lnTo>
                    <a:pt x="3443328" y="3552105"/>
                  </a:lnTo>
                  <a:lnTo>
                    <a:pt x="3477138" y="3640368"/>
                  </a:lnTo>
                  <a:lnTo>
                    <a:pt x="3510899" y="3726676"/>
                  </a:lnTo>
                  <a:lnTo>
                    <a:pt x="3544616" y="3810538"/>
                  </a:lnTo>
                  <a:lnTo>
                    <a:pt x="3578311" y="3891525"/>
                  </a:lnTo>
                  <a:lnTo>
                    <a:pt x="3612023" y="3969278"/>
                  </a:lnTo>
                  <a:lnTo>
                    <a:pt x="3645815" y="4043513"/>
                  </a:lnTo>
                  <a:lnTo>
                    <a:pt x="3679771" y="4114021"/>
                  </a:lnTo>
                  <a:lnTo>
                    <a:pt x="3714005" y="4180670"/>
                  </a:lnTo>
                  <a:lnTo>
                    <a:pt x="3748661" y="4243397"/>
                  </a:lnTo>
                  <a:lnTo>
                    <a:pt x="3783920" y="4302206"/>
                  </a:lnTo>
                  <a:lnTo>
                    <a:pt x="3820005" y="4357160"/>
                  </a:lnTo>
                  <a:lnTo>
                    <a:pt x="3829811" y="4371191"/>
                  </a:lnTo>
                  <a:lnTo>
                    <a:pt x="3875883" y="4432048"/>
                  </a:lnTo>
                  <a:lnTo>
                    <a:pt x="3924303" y="4487285"/>
                  </a:lnTo>
                  <a:lnTo>
                    <a:pt x="3975763" y="4537140"/>
                  </a:lnTo>
                  <a:lnTo>
                    <a:pt x="4031020" y="4582037"/>
                  </a:lnTo>
                  <a:lnTo>
                    <a:pt x="4090855" y="4622476"/>
                  </a:lnTo>
                  <a:lnTo>
                    <a:pt x="4156016" y="4658956"/>
                  </a:lnTo>
                  <a:lnTo>
                    <a:pt x="4227160" y="4691935"/>
                  </a:lnTo>
                  <a:lnTo>
                    <a:pt x="4304765" y="4721804"/>
                  </a:lnTo>
                  <a:lnTo>
                    <a:pt x="4389017" y="4748872"/>
                  </a:lnTo>
                  <a:lnTo>
                    <a:pt x="4479659" y="4773359"/>
                  </a:lnTo>
                  <a:lnTo>
                    <a:pt x="4575832" y="4795400"/>
                  </a:lnTo>
                  <a:lnTo>
                    <a:pt x="4675918" y="4815047"/>
                  </a:lnTo>
                  <a:lnTo>
                    <a:pt x="4777444" y="4832285"/>
                  </a:lnTo>
                  <a:lnTo>
                    <a:pt x="4877114" y="4847065"/>
                  </a:lnTo>
                  <a:lnTo>
                    <a:pt x="4971037" y="4859337"/>
                  </a:lnTo>
                  <a:lnTo>
                    <a:pt x="5055167" y="4869102"/>
                  </a:lnTo>
                  <a:lnTo>
                    <a:pt x="5125932" y="4876448"/>
                  </a:lnTo>
                  <a:lnTo>
                    <a:pt x="5180891" y="4881581"/>
                  </a:lnTo>
                  <a:lnTo>
                    <a:pt x="5219256" y="4884820"/>
                  </a:lnTo>
                  <a:lnTo>
                    <a:pt x="5242144" y="4886573"/>
                  </a:lnTo>
                  <a:lnTo>
                    <a:pt x="5252511" y="4887296"/>
                  </a:lnTo>
                  <a:lnTo>
                    <a:pt x="5254923" y="4887451"/>
                  </a:lnTo>
                  <a:lnTo>
                    <a:pt x="5254955" y="4887452"/>
                  </a:lnTo>
                  <a:lnTo>
                    <a:pt x="6726343" y="4887452"/>
                  </a:lnTo>
                  <a:lnTo>
                    <a:pt x="6727230" y="4887365"/>
                  </a:lnTo>
                  <a:lnTo>
                    <a:pt x="6733095" y="4886744"/>
                  </a:lnTo>
                  <a:lnTo>
                    <a:pt x="6747985" y="4885029"/>
                  </a:lnTo>
                  <a:lnTo>
                    <a:pt x="6774866" y="4881647"/>
                  </a:lnTo>
                  <a:lnTo>
                    <a:pt x="6815461" y="4876054"/>
                  </a:lnTo>
                  <a:lnTo>
                    <a:pt x="6870120" y="4867777"/>
                  </a:lnTo>
                  <a:lnTo>
                    <a:pt x="6937851" y="4856457"/>
                  </a:lnTo>
                  <a:lnTo>
                    <a:pt x="7016534" y="4841870"/>
                  </a:lnTo>
                  <a:lnTo>
                    <a:pt x="7103299" y="4823921"/>
                  </a:lnTo>
                  <a:lnTo>
                    <a:pt x="7194971" y="4802613"/>
                  </a:lnTo>
                  <a:lnTo>
                    <a:pt x="7288486" y="4778005"/>
                  </a:lnTo>
                  <a:lnTo>
                    <a:pt x="7381190" y="4750164"/>
                  </a:lnTo>
                  <a:lnTo>
                    <a:pt x="7471011" y="4719121"/>
                  </a:lnTo>
                  <a:lnTo>
                    <a:pt x="7556498" y="4684836"/>
                  </a:lnTo>
                  <a:lnTo>
                    <a:pt x="7636779" y="4647184"/>
                  </a:lnTo>
                  <a:lnTo>
                    <a:pt x="7711464" y="4605940"/>
                  </a:lnTo>
                  <a:lnTo>
                    <a:pt x="7780535" y="4560778"/>
                  </a:lnTo>
                  <a:lnTo>
                    <a:pt x="7844242" y="4511275"/>
                  </a:lnTo>
                  <a:lnTo>
                    <a:pt x="7903016" y="4456920"/>
                  </a:lnTo>
                  <a:lnTo>
                    <a:pt x="7957393" y="4397133"/>
                  </a:lnTo>
                  <a:lnTo>
                    <a:pt x="8007968" y="4331291"/>
                  </a:lnTo>
                  <a:lnTo>
                    <a:pt x="8055351" y="4258780"/>
                  </a:lnTo>
                  <a:lnTo>
                    <a:pt x="8100133" y="4179074"/>
                  </a:lnTo>
                  <a:lnTo>
                    <a:pt x="8142862" y="4091853"/>
                  </a:lnTo>
                  <a:lnTo>
                    <a:pt x="8151487" y="4072877"/>
                  </a:lnTo>
                  <a:lnTo>
                    <a:pt x="8181283" y="4003727"/>
                  </a:lnTo>
                  <a:lnTo>
                    <a:pt x="8210451" y="3930557"/>
                  </a:lnTo>
                  <a:lnTo>
                    <a:pt x="8239127" y="3853288"/>
                  </a:lnTo>
                  <a:lnTo>
                    <a:pt x="8267424" y="3771877"/>
                  </a:lnTo>
                  <a:lnTo>
                    <a:pt x="8295440" y="3686327"/>
                  </a:lnTo>
                  <a:lnTo>
                    <a:pt x="8323255" y="3596687"/>
                  </a:lnTo>
                  <a:lnTo>
                    <a:pt x="8350936" y="3503053"/>
                  </a:lnTo>
                  <a:lnTo>
                    <a:pt x="8378535" y="3405576"/>
                  </a:lnTo>
                  <a:lnTo>
                    <a:pt x="8406095" y="3304461"/>
                  </a:lnTo>
                  <a:lnTo>
                    <a:pt x="8433646" y="3199962"/>
                  </a:lnTo>
                  <a:lnTo>
                    <a:pt x="8461211" y="3092392"/>
                  </a:lnTo>
                  <a:lnTo>
                    <a:pt x="8488803" y="2982109"/>
                  </a:lnTo>
                  <a:lnTo>
                    <a:pt x="8516427" y="2869519"/>
                  </a:lnTo>
                  <a:lnTo>
                    <a:pt x="8544083" y="2755068"/>
                  </a:lnTo>
                  <a:lnTo>
                    <a:pt x="8571768" y="2639236"/>
                  </a:lnTo>
                  <a:lnTo>
                    <a:pt x="8599471" y="2522528"/>
                  </a:lnTo>
                  <a:lnTo>
                    <a:pt x="8627182" y="2405465"/>
                  </a:lnTo>
                  <a:lnTo>
                    <a:pt x="8654890" y="2288574"/>
                  </a:lnTo>
                  <a:lnTo>
                    <a:pt x="8682582" y="2172380"/>
                  </a:lnTo>
                  <a:lnTo>
                    <a:pt x="8710249" y="2057395"/>
                  </a:lnTo>
                  <a:lnTo>
                    <a:pt x="8737885" y="1944108"/>
                  </a:lnTo>
                  <a:lnTo>
                    <a:pt x="8765487" y="1832978"/>
                  </a:lnTo>
                  <a:lnTo>
                    <a:pt x="8793060" y="1724424"/>
                  </a:lnTo>
                  <a:lnTo>
                    <a:pt x="8820614" y="1618824"/>
                  </a:lnTo>
                  <a:lnTo>
                    <a:pt x="8848168" y="1516505"/>
                  </a:lnTo>
                  <a:lnTo>
                    <a:pt x="8875750" y="1417742"/>
                  </a:lnTo>
                  <a:lnTo>
                    <a:pt x="8903397" y="1322757"/>
                  </a:lnTo>
                  <a:lnTo>
                    <a:pt x="8931158" y="1231719"/>
                  </a:lnTo>
                  <a:lnTo>
                    <a:pt x="8959096" y="1144745"/>
                  </a:lnTo>
                  <a:lnTo>
                    <a:pt x="8987286" y="1061898"/>
                  </a:lnTo>
                  <a:lnTo>
                    <a:pt x="9015818" y="983196"/>
                  </a:lnTo>
                  <a:lnTo>
                    <a:pt x="9044802" y="908613"/>
                  </a:lnTo>
                  <a:lnTo>
                    <a:pt x="9074364" y="838082"/>
                  </a:lnTo>
                  <a:lnTo>
                    <a:pt x="9084767" y="814575"/>
                  </a:lnTo>
                  <a:lnTo>
                    <a:pt x="9127133" y="725793"/>
                  </a:lnTo>
                  <a:lnTo>
                    <a:pt x="9171448" y="644549"/>
                  </a:lnTo>
                  <a:lnTo>
                    <a:pt x="9218245" y="570589"/>
                  </a:lnTo>
                  <a:lnTo>
                    <a:pt x="9268110" y="503416"/>
                  </a:lnTo>
                  <a:lnTo>
                    <a:pt x="9321652" y="442429"/>
                  </a:lnTo>
                  <a:lnTo>
                    <a:pt x="9379470" y="387000"/>
                  </a:lnTo>
                  <a:lnTo>
                    <a:pt x="9442118" y="336539"/>
                  </a:lnTo>
                  <a:lnTo>
                    <a:pt x="9510052" y="290517"/>
                  </a:lnTo>
                  <a:lnTo>
                    <a:pt x="9583567" y="248493"/>
                  </a:lnTo>
                  <a:lnTo>
                    <a:pt x="9662708" y="210120"/>
                  </a:lnTo>
                  <a:lnTo>
                    <a:pt x="9747173" y="175152"/>
                  </a:lnTo>
                  <a:lnTo>
                    <a:pt x="9836197" y="143444"/>
                  </a:lnTo>
                  <a:lnTo>
                    <a:pt x="9928454" y="114940"/>
                  </a:lnTo>
                  <a:lnTo>
                    <a:pt x="10022001" y="89659"/>
                  </a:lnTo>
                  <a:lnTo>
                    <a:pt x="10114296" y="67663"/>
                  </a:lnTo>
                  <a:lnTo>
                    <a:pt x="10202338" y="49016"/>
                  </a:lnTo>
                  <a:lnTo>
                    <a:pt x="10282944" y="33738"/>
                  </a:lnTo>
                  <a:lnTo>
                    <a:pt x="10353145" y="21757"/>
                  </a:lnTo>
                  <a:lnTo>
                    <a:pt x="10410630" y="12876"/>
                  </a:lnTo>
                  <a:lnTo>
                    <a:pt x="10454150" y="6763"/>
                  </a:lnTo>
                  <a:lnTo>
                    <a:pt x="10483769" y="2967"/>
                  </a:lnTo>
                  <a:lnTo>
                    <a:pt x="10500934" y="954"/>
                  </a:lnTo>
                  <a:lnTo>
                    <a:pt x="10508367" y="153"/>
                  </a:lnTo>
                  <a:lnTo>
                    <a:pt x="10509902" y="0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39" name="pl439"/>
            <p:cNvSpPr/>
            <p:nvPr/>
          </p:nvSpPr>
          <p:spPr>
            <a:xfrm>
              <a:off x="4799595" y="3884588"/>
              <a:ext cx="11981298" cy="4887452"/>
            </a:xfrm>
            <a:custGeom>
              <a:avLst/>
              <a:pathLst>
                <a:path w="11981298" h="4887452">
                  <a:moveTo>
                    <a:pt x="11981298" y="0"/>
                  </a:moveTo>
                  <a:lnTo>
                    <a:pt x="10509911" y="0"/>
                  </a:lnTo>
                  <a:lnTo>
                    <a:pt x="10509023" y="87"/>
                  </a:lnTo>
                  <a:lnTo>
                    <a:pt x="10503158" y="708"/>
                  </a:lnTo>
                  <a:lnTo>
                    <a:pt x="10488268" y="2423"/>
                  </a:lnTo>
                  <a:lnTo>
                    <a:pt x="10461387" y="5805"/>
                  </a:lnTo>
                  <a:lnTo>
                    <a:pt x="10420792" y="11398"/>
                  </a:lnTo>
                  <a:lnTo>
                    <a:pt x="10366133" y="19675"/>
                  </a:lnTo>
                  <a:lnTo>
                    <a:pt x="10298402" y="30995"/>
                  </a:lnTo>
                  <a:lnTo>
                    <a:pt x="10219719" y="45582"/>
                  </a:lnTo>
                  <a:lnTo>
                    <a:pt x="10132954" y="63531"/>
                  </a:lnTo>
                  <a:lnTo>
                    <a:pt x="10041282" y="84839"/>
                  </a:lnTo>
                  <a:lnTo>
                    <a:pt x="9947767" y="109447"/>
                  </a:lnTo>
                  <a:lnTo>
                    <a:pt x="9855063" y="137288"/>
                  </a:lnTo>
                  <a:lnTo>
                    <a:pt x="9765242" y="168331"/>
                  </a:lnTo>
                  <a:lnTo>
                    <a:pt x="9679755" y="202616"/>
                  </a:lnTo>
                  <a:lnTo>
                    <a:pt x="9599474" y="240268"/>
                  </a:lnTo>
                  <a:lnTo>
                    <a:pt x="9524789" y="281512"/>
                  </a:lnTo>
                  <a:lnTo>
                    <a:pt x="9455719" y="326674"/>
                  </a:lnTo>
                  <a:lnTo>
                    <a:pt x="9392011" y="376177"/>
                  </a:lnTo>
                  <a:lnTo>
                    <a:pt x="9333237" y="430532"/>
                  </a:lnTo>
                  <a:lnTo>
                    <a:pt x="9278860" y="490319"/>
                  </a:lnTo>
                  <a:lnTo>
                    <a:pt x="9228285" y="556161"/>
                  </a:lnTo>
                  <a:lnTo>
                    <a:pt x="9180903" y="628672"/>
                  </a:lnTo>
                  <a:lnTo>
                    <a:pt x="9136120" y="708378"/>
                  </a:lnTo>
                  <a:lnTo>
                    <a:pt x="9093391" y="795599"/>
                  </a:lnTo>
                  <a:lnTo>
                    <a:pt x="9084767" y="814575"/>
                  </a:lnTo>
                  <a:lnTo>
                    <a:pt x="9054970" y="883725"/>
                  </a:lnTo>
                  <a:lnTo>
                    <a:pt x="9025802" y="956895"/>
                  </a:lnTo>
                  <a:lnTo>
                    <a:pt x="8997127" y="1034164"/>
                  </a:lnTo>
                  <a:lnTo>
                    <a:pt x="8968829" y="1115575"/>
                  </a:lnTo>
                  <a:lnTo>
                    <a:pt x="8940813" y="1201125"/>
                  </a:lnTo>
                  <a:lnTo>
                    <a:pt x="8912998" y="1290765"/>
                  </a:lnTo>
                  <a:lnTo>
                    <a:pt x="8885318" y="1384399"/>
                  </a:lnTo>
                  <a:lnTo>
                    <a:pt x="8857718" y="1481876"/>
                  </a:lnTo>
                  <a:lnTo>
                    <a:pt x="8830158" y="1582991"/>
                  </a:lnTo>
                  <a:lnTo>
                    <a:pt x="8802607" y="1687490"/>
                  </a:lnTo>
                  <a:lnTo>
                    <a:pt x="8775042" y="1795060"/>
                  </a:lnTo>
                  <a:lnTo>
                    <a:pt x="8747451" y="1905343"/>
                  </a:lnTo>
                  <a:lnTo>
                    <a:pt x="8719827" y="2017933"/>
                  </a:lnTo>
                  <a:lnTo>
                    <a:pt x="8692170" y="2132384"/>
                  </a:lnTo>
                  <a:lnTo>
                    <a:pt x="8664485" y="2248216"/>
                  </a:lnTo>
                  <a:lnTo>
                    <a:pt x="8636782" y="2364924"/>
                  </a:lnTo>
                  <a:lnTo>
                    <a:pt x="8609071" y="2481987"/>
                  </a:lnTo>
                  <a:lnTo>
                    <a:pt x="8581363" y="2598878"/>
                  </a:lnTo>
                  <a:lnTo>
                    <a:pt x="8553671" y="2715072"/>
                  </a:lnTo>
                  <a:lnTo>
                    <a:pt x="8526004" y="2830057"/>
                  </a:lnTo>
                  <a:lnTo>
                    <a:pt x="8498368" y="2943344"/>
                  </a:lnTo>
                  <a:lnTo>
                    <a:pt x="8470766" y="3054474"/>
                  </a:lnTo>
                  <a:lnTo>
                    <a:pt x="8443193" y="3163028"/>
                  </a:lnTo>
                  <a:lnTo>
                    <a:pt x="8415639" y="3268628"/>
                  </a:lnTo>
                  <a:lnTo>
                    <a:pt x="8388085" y="3370947"/>
                  </a:lnTo>
                  <a:lnTo>
                    <a:pt x="8360504" y="3469710"/>
                  </a:lnTo>
                  <a:lnTo>
                    <a:pt x="8332857" y="3564695"/>
                  </a:lnTo>
                  <a:lnTo>
                    <a:pt x="8305095" y="3655733"/>
                  </a:lnTo>
                  <a:lnTo>
                    <a:pt x="8277157" y="3742707"/>
                  </a:lnTo>
                  <a:lnTo>
                    <a:pt x="8248967" y="3825554"/>
                  </a:lnTo>
                  <a:lnTo>
                    <a:pt x="8220435" y="3904256"/>
                  </a:lnTo>
                  <a:lnTo>
                    <a:pt x="8191452" y="3978839"/>
                  </a:lnTo>
                  <a:lnTo>
                    <a:pt x="8161890" y="4049370"/>
                  </a:lnTo>
                  <a:lnTo>
                    <a:pt x="8151487" y="4072877"/>
                  </a:lnTo>
                  <a:lnTo>
                    <a:pt x="8109120" y="4161659"/>
                  </a:lnTo>
                  <a:lnTo>
                    <a:pt x="8064805" y="4242903"/>
                  </a:lnTo>
                  <a:lnTo>
                    <a:pt x="8018008" y="4316863"/>
                  </a:lnTo>
                  <a:lnTo>
                    <a:pt x="7968143" y="4384036"/>
                  </a:lnTo>
                  <a:lnTo>
                    <a:pt x="7914601" y="4445023"/>
                  </a:lnTo>
                  <a:lnTo>
                    <a:pt x="7856783" y="4500452"/>
                  </a:lnTo>
                  <a:lnTo>
                    <a:pt x="7794136" y="4550913"/>
                  </a:lnTo>
                  <a:lnTo>
                    <a:pt x="7726201" y="4596935"/>
                  </a:lnTo>
                  <a:lnTo>
                    <a:pt x="7652687" y="4638959"/>
                  </a:lnTo>
                  <a:lnTo>
                    <a:pt x="7573545" y="4677332"/>
                  </a:lnTo>
                  <a:lnTo>
                    <a:pt x="7489080" y="4712300"/>
                  </a:lnTo>
                  <a:lnTo>
                    <a:pt x="7400057" y="4744008"/>
                  </a:lnTo>
                  <a:lnTo>
                    <a:pt x="7307799" y="4772512"/>
                  </a:lnTo>
                  <a:lnTo>
                    <a:pt x="7214252" y="4797793"/>
                  </a:lnTo>
                  <a:lnTo>
                    <a:pt x="7121957" y="4819789"/>
                  </a:lnTo>
                  <a:lnTo>
                    <a:pt x="7033915" y="4838436"/>
                  </a:lnTo>
                  <a:lnTo>
                    <a:pt x="6953309" y="4853714"/>
                  </a:lnTo>
                  <a:lnTo>
                    <a:pt x="6883109" y="4865695"/>
                  </a:lnTo>
                  <a:lnTo>
                    <a:pt x="6825623" y="4874576"/>
                  </a:lnTo>
                  <a:lnTo>
                    <a:pt x="6782104" y="4880689"/>
                  </a:lnTo>
                  <a:lnTo>
                    <a:pt x="6752484" y="4884485"/>
                  </a:lnTo>
                  <a:lnTo>
                    <a:pt x="6735319" y="4886498"/>
                  </a:lnTo>
                  <a:lnTo>
                    <a:pt x="6727886" y="4887299"/>
                  </a:lnTo>
                  <a:lnTo>
                    <a:pt x="6726351" y="4887452"/>
                  </a:lnTo>
                  <a:lnTo>
                    <a:pt x="6726343" y="4887452"/>
                  </a:lnTo>
                  <a:lnTo>
                    <a:pt x="5254955" y="4887452"/>
                  </a:lnTo>
                  <a:lnTo>
                    <a:pt x="5253825" y="4887382"/>
                  </a:lnTo>
                  <a:lnTo>
                    <a:pt x="5246392" y="4886877"/>
                  </a:lnTo>
                  <a:lnTo>
                    <a:pt x="5227653" y="4885482"/>
                  </a:lnTo>
                  <a:lnTo>
                    <a:pt x="5194139" y="4882735"/>
                  </a:lnTo>
                  <a:lnTo>
                    <a:pt x="5144164" y="4878209"/>
                  </a:lnTo>
                  <a:lnTo>
                    <a:pt x="5077956" y="4871554"/>
                  </a:lnTo>
                  <a:lnTo>
                    <a:pt x="4997502" y="4862530"/>
                  </a:lnTo>
                  <a:lnTo>
                    <a:pt x="4906102" y="4851014"/>
                  </a:lnTo>
                  <a:lnTo>
                    <a:pt x="4807731" y="4836983"/>
                  </a:lnTo>
                  <a:lnTo>
                    <a:pt x="4706383" y="4820477"/>
                  </a:lnTo>
                  <a:lnTo>
                    <a:pt x="4605566" y="4801550"/>
                  </a:lnTo>
                  <a:lnTo>
                    <a:pt x="4508010" y="4780230"/>
                  </a:lnTo>
                  <a:lnTo>
                    <a:pt x="4415585" y="4756487"/>
                  </a:lnTo>
                  <a:lnTo>
                    <a:pt x="4329363" y="4730213"/>
                  </a:lnTo>
                  <a:lnTo>
                    <a:pt x="4249765" y="4701214"/>
                  </a:lnTo>
                  <a:lnTo>
                    <a:pt x="4176720" y="4669206"/>
                  </a:lnTo>
                  <a:lnTo>
                    <a:pt x="4109826" y="4633822"/>
                  </a:lnTo>
                  <a:lnTo>
                    <a:pt x="4048468" y="4594623"/>
                  </a:lnTo>
                  <a:lnTo>
                    <a:pt x="3991918" y="4551118"/>
                  </a:lnTo>
                  <a:lnTo>
                    <a:pt x="3939400" y="4502801"/>
                  </a:lnTo>
                  <a:lnTo>
                    <a:pt x="3890144" y="4449217"/>
                  </a:lnTo>
                  <a:lnTo>
                    <a:pt x="3843434" y="4390054"/>
                  </a:lnTo>
                  <a:lnTo>
                    <a:pt x="3829811" y="4371191"/>
                  </a:lnTo>
                  <a:lnTo>
                    <a:pt x="3793462" y="4317249"/>
                  </a:lnTo>
                  <a:lnTo>
                    <a:pt x="3758006" y="4259478"/>
                  </a:lnTo>
                  <a:lnTo>
                    <a:pt x="3723208" y="4197799"/>
                  </a:lnTo>
                  <a:lnTo>
                    <a:pt x="3688877" y="4132194"/>
                  </a:lnTo>
                  <a:lnTo>
                    <a:pt x="3654859" y="4062706"/>
                  </a:lnTo>
                  <a:lnTo>
                    <a:pt x="3621033" y="3989449"/>
                  </a:lnTo>
                  <a:lnTo>
                    <a:pt x="3587306" y="3912610"/>
                  </a:lnTo>
                  <a:lnTo>
                    <a:pt x="3553611" y="3832454"/>
                  </a:lnTo>
                  <a:lnTo>
                    <a:pt x="3519903" y="3749321"/>
                  </a:lnTo>
                  <a:lnTo>
                    <a:pt x="3486155" y="3663620"/>
                  </a:lnTo>
                  <a:lnTo>
                    <a:pt x="3452358" y="3575828"/>
                  </a:lnTo>
                  <a:lnTo>
                    <a:pt x="3418515" y="3486476"/>
                  </a:lnTo>
                  <a:lnTo>
                    <a:pt x="3384639" y="3396136"/>
                  </a:lnTo>
                  <a:lnTo>
                    <a:pt x="3350749" y="3305409"/>
                  </a:lnTo>
                  <a:lnTo>
                    <a:pt x="3316868" y="3214907"/>
                  </a:lnTo>
                  <a:lnTo>
                    <a:pt x="3283014" y="3125233"/>
                  </a:lnTo>
                  <a:lnTo>
                    <a:pt x="3249204" y="3036971"/>
                  </a:lnTo>
                  <a:lnTo>
                    <a:pt x="3215443" y="2950663"/>
                  </a:lnTo>
                  <a:lnTo>
                    <a:pt x="3181726" y="2866801"/>
                  </a:lnTo>
                  <a:lnTo>
                    <a:pt x="3148031" y="2785814"/>
                  </a:lnTo>
                  <a:lnTo>
                    <a:pt x="3114319" y="2708061"/>
                  </a:lnTo>
                  <a:lnTo>
                    <a:pt x="3080527" y="2633826"/>
                  </a:lnTo>
                  <a:lnTo>
                    <a:pt x="3046571" y="2563318"/>
                  </a:lnTo>
                  <a:lnTo>
                    <a:pt x="3012338" y="2496669"/>
                  </a:lnTo>
                  <a:lnTo>
                    <a:pt x="2977681" y="2433942"/>
                  </a:lnTo>
                  <a:lnTo>
                    <a:pt x="2942422" y="2375133"/>
                  </a:lnTo>
                  <a:lnTo>
                    <a:pt x="2906337" y="2320179"/>
                  </a:lnTo>
                  <a:lnTo>
                    <a:pt x="2896531" y="2306147"/>
                  </a:lnTo>
                  <a:lnTo>
                    <a:pt x="2850459" y="2245291"/>
                  </a:lnTo>
                  <a:lnTo>
                    <a:pt x="2802039" y="2190053"/>
                  </a:lnTo>
                  <a:lnTo>
                    <a:pt x="2750579" y="2140199"/>
                  </a:lnTo>
                  <a:lnTo>
                    <a:pt x="2695322" y="2095302"/>
                  </a:lnTo>
                  <a:lnTo>
                    <a:pt x="2635487" y="2054863"/>
                  </a:lnTo>
                  <a:lnTo>
                    <a:pt x="2570327" y="2018383"/>
                  </a:lnTo>
                  <a:lnTo>
                    <a:pt x="2499183" y="1985403"/>
                  </a:lnTo>
                  <a:lnTo>
                    <a:pt x="2421577" y="1955534"/>
                  </a:lnTo>
                  <a:lnTo>
                    <a:pt x="2337325" y="1928467"/>
                  </a:lnTo>
                  <a:lnTo>
                    <a:pt x="2246683" y="1903979"/>
                  </a:lnTo>
                  <a:lnTo>
                    <a:pt x="2150510" y="1881938"/>
                  </a:lnTo>
                  <a:lnTo>
                    <a:pt x="2050424" y="1862292"/>
                  </a:lnTo>
                  <a:lnTo>
                    <a:pt x="1948898" y="1845053"/>
                  </a:lnTo>
                  <a:lnTo>
                    <a:pt x="1849228" y="1830274"/>
                  </a:lnTo>
                  <a:lnTo>
                    <a:pt x="1755305" y="1818002"/>
                  </a:lnTo>
                  <a:lnTo>
                    <a:pt x="1671175" y="1808237"/>
                  </a:lnTo>
                  <a:lnTo>
                    <a:pt x="1600410" y="1800891"/>
                  </a:lnTo>
                  <a:lnTo>
                    <a:pt x="1545451" y="1795758"/>
                  </a:lnTo>
                  <a:lnTo>
                    <a:pt x="1507086" y="1792519"/>
                  </a:lnTo>
                  <a:lnTo>
                    <a:pt x="1484198" y="1790766"/>
                  </a:lnTo>
                  <a:lnTo>
                    <a:pt x="1473831" y="1790043"/>
                  </a:lnTo>
                  <a:lnTo>
                    <a:pt x="1471419" y="1789888"/>
                  </a:lnTo>
                  <a:lnTo>
                    <a:pt x="1471387" y="1789886"/>
                  </a:lnTo>
                  <a:lnTo>
                    <a:pt x="0" y="178988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40" name="pg440"/>
            <p:cNvSpPr/>
            <p:nvPr/>
          </p:nvSpPr>
          <p:spPr>
            <a:xfrm>
              <a:off x="4799595" y="4276892"/>
              <a:ext cx="11981298" cy="4527841"/>
            </a:xfrm>
            <a:custGeom>
              <a:avLst/>
              <a:pathLst>
                <a:path w="11981298" h="4527841">
                  <a:moveTo>
                    <a:pt x="0" y="1413928"/>
                  </a:moveTo>
                  <a:lnTo>
                    <a:pt x="1471387" y="1413928"/>
                  </a:lnTo>
                  <a:lnTo>
                    <a:pt x="1472516" y="1413999"/>
                  </a:lnTo>
                  <a:lnTo>
                    <a:pt x="1479942" y="1414506"/>
                  </a:lnTo>
                  <a:lnTo>
                    <a:pt x="1498666" y="1415907"/>
                  </a:lnTo>
                  <a:lnTo>
                    <a:pt x="1532152" y="1418666"/>
                  </a:lnTo>
                  <a:lnTo>
                    <a:pt x="1582089" y="1423212"/>
                  </a:lnTo>
                  <a:lnTo>
                    <a:pt x="1648251" y="1429896"/>
                  </a:lnTo>
                  <a:lnTo>
                    <a:pt x="1728655" y="1438960"/>
                  </a:lnTo>
                  <a:lnTo>
                    <a:pt x="1820005" y="1450528"/>
                  </a:lnTo>
                  <a:lnTo>
                    <a:pt x="1918333" y="1464621"/>
                  </a:lnTo>
                  <a:lnTo>
                    <a:pt x="2019648" y="1481202"/>
                  </a:lnTo>
                  <a:lnTo>
                    <a:pt x="2120441" y="1500216"/>
                  </a:lnTo>
                  <a:lnTo>
                    <a:pt x="2217982" y="1521633"/>
                  </a:lnTo>
                  <a:lnTo>
                    <a:pt x="2310401" y="1545485"/>
                  </a:lnTo>
                  <a:lnTo>
                    <a:pt x="2396623" y="1571878"/>
                  </a:lnTo>
                  <a:lnTo>
                    <a:pt x="2476226" y="1601009"/>
                  </a:lnTo>
                  <a:lnTo>
                    <a:pt x="2549279" y="1633161"/>
                  </a:lnTo>
                  <a:lnTo>
                    <a:pt x="2616182" y="1668702"/>
                  </a:lnTo>
                  <a:lnTo>
                    <a:pt x="2677549" y="1708074"/>
                  </a:lnTo>
                  <a:lnTo>
                    <a:pt x="2734107" y="1751770"/>
                  </a:lnTo>
                  <a:lnTo>
                    <a:pt x="2786631" y="1800295"/>
                  </a:lnTo>
                  <a:lnTo>
                    <a:pt x="2835890" y="1854112"/>
                  </a:lnTo>
                  <a:lnTo>
                    <a:pt x="2882600" y="1913531"/>
                  </a:lnTo>
                  <a:lnTo>
                    <a:pt x="2896531" y="1932914"/>
                  </a:lnTo>
                  <a:lnTo>
                    <a:pt x="2932802" y="1987018"/>
                  </a:lnTo>
                  <a:lnTo>
                    <a:pt x="2968183" y="2044955"/>
                  </a:lnTo>
                  <a:lnTo>
                    <a:pt x="3002908" y="2106801"/>
                  </a:lnTo>
                  <a:lnTo>
                    <a:pt x="3037167" y="2172579"/>
                  </a:lnTo>
                  <a:lnTo>
                    <a:pt x="3071113" y="2242243"/>
                  </a:lnTo>
                  <a:lnTo>
                    <a:pt x="3104867" y="2315682"/>
                  </a:lnTo>
                  <a:lnTo>
                    <a:pt x="3138520" y="2392708"/>
                  </a:lnTo>
                  <a:lnTo>
                    <a:pt x="3172142" y="2473058"/>
                  </a:lnTo>
                  <a:lnTo>
                    <a:pt x="3205776" y="2556396"/>
                  </a:lnTo>
                  <a:lnTo>
                    <a:pt x="3239449" y="2642312"/>
                  </a:lnTo>
                  <a:lnTo>
                    <a:pt x="3273171" y="2730333"/>
                  </a:lnTo>
                  <a:lnTo>
                    <a:pt x="3306939" y="2819928"/>
                  </a:lnTo>
                  <a:lnTo>
                    <a:pt x="3340741" y="2910527"/>
                  </a:lnTo>
                  <a:lnTo>
                    <a:pt x="3374556" y="3001531"/>
                  </a:lnTo>
                  <a:lnTo>
                    <a:pt x="3408364" y="3092328"/>
                  </a:lnTo>
                  <a:lnTo>
                    <a:pt x="3442145" y="3182316"/>
                  </a:lnTo>
                  <a:lnTo>
                    <a:pt x="3475883" y="3270911"/>
                  </a:lnTo>
                  <a:lnTo>
                    <a:pt x="3509572" y="3357570"/>
                  </a:lnTo>
                  <a:lnTo>
                    <a:pt x="3543217" y="3441798"/>
                  </a:lnTo>
                  <a:lnTo>
                    <a:pt x="3576838" y="3523165"/>
                  </a:lnTo>
                  <a:lnTo>
                    <a:pt x="3610475" y="3601310"/>
                  </a:lnTo>
                  <a:lnTo>
                    <a:pt x="3644188" y="3675944"/>
                  </a:lnTo>
                  <a:lnTo>
                    <a:pt x="3678059" y="3746858"/>
                  </a:lnTo>
                  <a:lnTo>
                    <a:pt x="3712200" y="3813913"/>
                  </a:lnTo>
                  <a:lnTo>
                    <a:pt x="3746754" y="3877044"/>
                  </a:lnTo>
                  <a:lnTo>
                    <a:pt x="3781897" y="3936252"/>
                  </a:lnTo>
                  <a:lnTo>
                    <a:pt x="3817849" y="3991596"/>
                  </a:lnTo>
                  <a:lnTo>
                    <a:pt x="3829811" y="4008855"/>
                  </a:lnTo>
                  <a:lnTo>
                    <a:pt x="3875869" y="4070015"/>
                  </a:lnTo>
                  <a:lnTo>
                    <a:pt x="3924273" y="4125529"/>
                  </a:lnTo>
                  <a:lnTo>
                    <a:pt x="3975714" y="4175635"/>
                  </a:lnTo>
                  <a:lnTo>
                    <a:pt x="4030950" y="4220761"/>
                  </a:lnTo>
                  <a:lnTo>
                    <a:pt x="4090759" y="4261406"/>
                  </a:lnTo>
                  <a:lnTo>
                    <a:pt x="4155890" y="4298074"/>
                  </a:lnTo>
                  <a:lnTo>
                    <a:pt x="4227000" y="4331224"/>
                  </a:lnTo>
                  <a:lnTo>
                    <a:pt x="4304567" y="4361248"/>
                  </a:lnTo>
                  <a:lnTo>
                    <a:pt x="4388776" y="4388457"/>
                  </a:lnTo>
                  <a:lnTo>
                    <a:pt x="4479372" y="4413074"/>
                  </a:lnTo>
                  <a:lnTo>
                    <a:pt x="4575500" y="4435232"/>
                  </a:lnTo>
                  <a:lnTo>
                    <a:pt x="4675546" y="4454985"/>
                  </a:lnTo>
                  <a:lnTo>
                    <a:pt x="4777040" y="4472318"/>
                  </a:lnTo>
                  <a:lnTo>
                    <a:pt x="4876696" y="4487181"/>
                  </a:lnTo>
                  <a:lnTo>
                    <a:pt x="4970624" y="4499526"/>
                  </a:lnTo>
                  <a:lnTo>
                    <a:pt x="5054785" y="4509351"/>
                  </a:lnTo>
                  <a:lnTo>
                    <a:pt x="5125603" y="4516746"/>
                  </a:lnTo>
                  <a:lnTo>
                    <a:pt x="5180633" y="4521915"/>
                  </a:lnTo>
                  <a:lnTo>
                    <a:pt x="5219080" y="4525180"/>
                  </a:lnTo>
                  <a:lnTo>
                    <a:pt x="5242046" y="4526949"/>
                  </a:lnTo>
                  <a:lnTo>
                    <a:pt x="5252475" y="4527681"/>
                  </a:lnTo>
                  <a:lnTo>
                    <a:pt x="5254955" y="4527841"/>
                  </a:lnTo>
                  <a:lnTo>
                    <a:pt x="6726343" y="4527841"/>
                  </a:lnTo>
                  <a:lnTo>
                    <a:pt x="6727253" y="4527758"/>
                  </a:lnTo>
                  <a:lnTo>
                    <a:pt x="6733268" y="4527168"/>
                  </a:lnTo>
                  <a:lnTo>
                    <a:pt x="6748527" y="4525539"/>
                  </a:lnTo>
                  <a:lnTo>
                    <a:pt x="6776048" y="4522329"/>
                  </a:lnTo>
                  <a:lnTo>
                    <a:pt x="6817558" y="4517020"/>
                  </a:lnTo>
                  <a:lnTo>
                    <a:pt x="6873362" y="4509169"/>
                  </a:lnTo>
                  <a:lnTo>
                    <a:pt x="6942377" y="4498441"/>
                  </a:lnTo>
                  <a:lnTo>
                    <a:pt x="7022375" y="4484629"/>
                  </a:lnTo>
                  <a:lnTo>
                    <a:pt x="7110374" y="4467652"/>
                  </a:lnTo>
                  <a:lnTo>
                    <a:pt x="7203114" y="4447517"/>
                  </a:lnTo>
                  <a:lnTo>
                    <a:pt x="7297472" y="4424283"/>
                  </a:lnTo>
                  <a:lnTo>
                    <a:pt x="7390777" y="4398011"/>
                  </a:lnTo>
                  <a:lnTo>
                    <a:pt x="7480964" y="4368725"/>
                  </a:lnTo>
                  <a:lnTo>
                    <a:pt x="7566614" y="4336380"/>
                  </a:lnTo>
                  <a:lnTo>
                    <a:pt x="7646894" y="4300846"/>
                  </a:lnTo>
                  <a:lnTo>
                    <a:pt x="7721458" y="4261897"/>
                  </a:lnTo>
                  <a:lnTo>
                    <a:pt x="7790332" y="4219211"/>
                  </a:lnTo>
                  <a:lnTo>
                    <a:pt x="7853804" y="4172373"/>
                  </a:lnTo>
                  <a:lnTo>
                    <a:pt x="7912335" y="4120887"/>
                  </a:lnTo>
                  <a:lnTo>
                    <a:pt x="7966492" y="4064194"/>
                  </a:lnTo>
                  <a:lnTo>
                    <a:pt x="8016887" y="4001700"/>
                  </a:lnTo>
                  <a:lnTo>
                    <a:pt x="8064146" y="3932832"/>
                  </a:lnTo>
                  <a:lnTo>
                    <a:pt x="8108872" y="3857115"/>
                  </a:lnTo>
                  <a:lnTo>
                    <a:pt x="8151487" y="3774563"/>
                  </a:lnTo>
                  <a:lnTo>
                    <a:pt x="8182360" y="3708207"/>
                  </a:lnTo>
                  <a:lnTo>
                    <a:pt x="8212564" y="3637854"/>
                  </a:lnTo>
                  <a:lnTo>
                    <a:pt x="8242249" y="3563423"/>
                  </a:lnTo>
                  <a:lnTo>
                    <a:pt x="8271539" y="3484876"/>
                  </a:lnTo>
                  <a:lnTo>
                    <a:pt x="8300540" y="3402220"/>
                  </a:lnTo>
                  <a:lnTo>
                    <a:pt x="8329340" y="3315514"/>
                  </a:lnTo>
                  <a:lnTo>
                    <a:pt x="8358009" y="3224869"/>
                  </a:lnTo>
                  <a:lnTo>
                    <a:pt x="8386603" y="3130452"/>
                  </a:lnTo>
                  <a:lnTo>
                    <a:pt x="8415165" y="3032489"/>
                  </a:lnTo>
                  <a:lnTo>
                    <a:pt x="8443727" y="2931261"/>
                  </a:lnTo>
                  <a:lnTo>
                    <a:pt x="8472309" y="2827105"/>
                  </a:lnTo>
                  <a:lnTo>
                    <a:pt x="8500924" y="2720412"/>
                  </a:lnTo>
                  <a:lnTo>
                    <a:pt x="8529575" y="2611617"/>
                  </a:lnTo>
                  <a:lnTo>
                    <a:pt x="8558258" y="2501196"/>
                  </a:lnTo>
                  <a:lnTo>
                    <a:pt x="8586967" y="2389656"/>
                  </a:lnTo>
                  <a:lnTo>
                    <a:pt x="8615690" y="2277529"/>
                  </a:lnTo>
                  <a:lnTo>
                    <a:pt x="8644414" y="2165356"/>
                  </a:lnTo>
                  <a:lnTo>
                    <a:pt x="8673125" y="2053679"/>
                  </a:lnTo>
                  <a:lnTo>
                    <a:pt x="8701814" y="1943031"/>
                  </a:lnTo>
                  <a:lnTo>
                    <a:pt x="8730470" y="1833926"/>
                  </a:lnTo>
                  <a:lnTo>
                    <a:pt x="8759091" y="1726844"/>
                  </a:lnTo>
                  <a:lnTo>
                    <a:pt x="8787678" y="1622229"/>
                  </a:lnTo>
                  <a:lnTo>
                    <a:pt x="8816243" y="1520479"/>
                  </a:lnTo>
                  <a:lnTo>
                    <a:pt x="8844803" y="1421940"/>
                  </a:lnTo>
                  <a:lnTo>
                    <a:pt x="8873389" y="1326904"/>
                  </a:lnTo>
                  <a:lnTo>
                    <a:pt x="8902041" y="1235606"/>
                  </a:lnTo>
                  <a:lnTo>
                    <a:pt x="8930814" y="1148222"/>
                  </a:lnTo>
                  <a:lnTo>
                    <a:pt x="8959776" y="1064873"/>
                  </a:lnTo>
                  <a:lnTo>
                    <a:pt x="8989010" y="985627"/>
                  </a:lnTo>
                  <a:lnTo>
                    <a:pt x="9018619" y="910499"/>
                  </a:lnTo>
                  <a:lnTo>
                    <a:pt x="9048725" y="839459"/>
                  </a:lnTo>
                  <a:lnTo>
                    <a:pt x="9079474" y="772433"/>
                  </a:lnTo>
                  <a:lnTo>
                    <a:pt x="9084767" y="761451"/>
                  </a:lnTo>
                  <a:lnTo>
                    <a:pt x="9127512" y="678662"/>
                  </a:lnTo>
                  <a:lnTo>
                    <a:pt x="9172244" y="602966"/>
                  </a:lnTo>
                  <a:lnTo>
                    <a:pt x="9219511" y="534118"/>
                  </a:lnTo>
                  <a:lnTo>
                    <a:pt x="9269917" y="471642"/>
                  </a:lnTo>
                  <a:lnTo>
                    <a:pt x="9324085" y="414965"/>
                  </a:lnTo>
                  <a:lnTo>
                    <a:pt x="9382631" y="363494"/>
                  </a:lnTo>
                  <a:lnTo>
                    <a:pt x="9446118" y="316669"/>
                  </a:lnTo>
                  <a:lnTo>
                    <a:pt x="9515009" y="273995"/>
                  </a:lnTo>
                  <a:lnTo>
                    <a:pt x="9589590" y="235056"/>
                  </a:lnTo>
                  <a:lnTo>
                    <a:pt x="9669887" y="199532"/>
                  </a:lnTo>
                  <a:lnTo>
                    <a:pt x="9755551" y="167196"/>
                  </a:lnTo>
                  <a:lnTo>
                    <a:pt x="9845750" y="137919"/>
                  </a:lnTo>
                  <a:lnTo>
                    <a:pt x="9939061" y="111656"/>
                  </a:lnTo>
                  <a:lnTo>
                    <a:pt x="10033419" y="88432"/>
                  </a:lnTo>
                  <a:lnTo>
                    <a:pt x="10126150" y="68306"/>
                  </a:lnTo>
                  <a:lnTo>
                    <a:pt x="10214130" y="51338"/>
                  </a:lnTo>
                  <a:lnTo>
                    <a:pt x="10294099" y="37536"/>
                  </a:lnTo>
                  <a:lnTo>
                    <a:pt x="10363078" y="26817"/>
                  </a:lnTo>
                  <a:lnTo>
                    <a:pt x="10418840" y="18974"/>
                  </a:lnTo>
                  <a:lnTo>
                    <a:pt x="10460307" y="13672"/>
                  </a:lnTo>
                  <a:lnTo>
                    <a:pt x="10487789" y="10467"/>
                  </a:lnTo>
                  <a:lnTo>
                    <a:pt x="10503015" y="8842"/>
                  </a:lnTo>
                  <a:lnTo>
                    <a:pt x="10509008" y="8255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9000" y="82"/>
                  </a:lnTo>
                  <a:lnTo>
                    <a:pt x="10502985" y="672"/>
                  </a:lnTo>
                  <a:lnTo>
                    <a:pt x="10487727" y="2301"/>
                  </a:lnTo>
                  <a:lnTo>
                    <a:pt x="10460205" y="5511"/>
                  </a:lnTo>
                  <a:lnTo>
                    <a:pt x="10418695" y="10820"/>
                  </a:lnTo>
                  <a:lnTo>
                    <a:pt x="10362892" y="18671"/>
                  </a:lnTo>
                  <a:lnTo>
                    <a:pt x="10293876" y="29400"/>
                  </a:lnTo>
                  <a:lnTo>
                    <a:pt x="10213879" y="43211"/>
                  </a:lnTo>
                  <a:lnTo>
                    <a:pt x="10125879" y="60188"/>
                  </a:lnTo>
                  <a:lnTo>
                    <a:pt x="10033140" y="80323"/>
                  </a:lnTo>
                  <a:lnTo>
                    <a:pt x="9938781" y="103557"/>
                  </a:lnTo>
                  <a:lnTo>
                    <a:pt x="9845476" y="129829"/>
                  </a:lnTo>
                  <a:lnTo>
                    <a:pt x="9755289" y="159115"/>
                  </a:lnTo>
                  <a:lnTo>
                    <a:pt x="9669639" y="191460"/>
                  </a:lnTo>
                  <a:lnTo>
                    <a:pt x="9589360" y="226994"/>
                  </a:lnTo>
                  <a:lnTo>
                    <a:pt x="9514795" y="265943"/>
                  </a:lnTo>
                  <a:lnTo>
                    <a:pt x="9445922" y="308629"/>
                  </a:lnTo>
                  <a:lnTo>
                    <a:pt x="9382450" y="355467"/>
                  </a:lnTo>
                  <a:lnTo>
                    <a:pt x="9323918" y="406953"/>
                  </a:lnTo>
                  <a:lnTo>
                    <a:pt x="9269762" y="463646"/>
                  </a:lnTo>
                  <a:lnTo>
                    <a:pt x="9219366" y="526140"/>
                  </a:lnTo>
                  <a:lnTo>
                    <a:pt x="9172107" y="595008"/>
                  </a:lnTo>
                  <a:lnTo>
                    <a:pt x="9127382" y="670725"/>
                  </a:lnTo>
                  <a:lnTo>
                    <a:pt x="9084767" y="753278"/>
                  </a:lnTo>
                  <a:lnTo>
                    <a:pt x="9053893" y="819633"/>
                  </a:lnTo>
                  <a:lnTo>
                    <a:pt x="9023689" y="889986"/>
                  </a:lnTo>
                  <a:lnTo>
                    <a:pt x="8994005" y="964417"/>
                  </a:lnTo>
                  <a:lnTo>
                    <a:pt x="8964714" y="1042964"/>
                  </a:lnTo>
                  <a:lnTo>
                    <a:pt x="8935713" y="1125620"/>
                  </a:lnTo>
                  <a:lnTo>
                    <a:pt x="8906913" y="1212326"/>
                  </a:lnTo>
                  <a:lnTo>
                    <a:pt x="8878245" y="1302971"/>
                  </a:lnTo>
                  <a:lnTo>
                    <a:pt x="8849651" y="1397388"/>
                  </a:lnTo>
                  <a:lnTo>
                    <a:pt x="8821088" y="1495351"/>
                  </a:lnTo>
                  <a:lnTo>
                    <a:pt x="8792526" y="1596579"/>
                  </a:lnTo>
                  <a:lnTo>
                    <a:pt x="8763944" y="1700735"/>
                  </a:lnTo>
                  <a:lnTo>
                    <a:pt x="8735329" y="1807428"/>
                  </a:lnTo>
                  <a:lnTo>
                    <a:pt x="8706679" y="1916223"/>
                  </a:lnTo>
                  <a:lnTo>
                    <a:pt x="8677995" y="2026645"/>
                  </a:lnTo>
                  <a:lnTo>
                    <a:pt x="8649286" y="2138184"/>
                  </a:lnTo>
                  <a:lnTo>
                    <a:pt x="8620564" y="2250311"/>
                  </a:lnTo>
                  <a:lnTo>
                    <a:pt x="8591840" y="2362484"/>
                  </a:lnTo>
                  <a:lnTo>
                    <a:pt x="8563128" y="2474161"/>
                  </a:lnTo>
                  <a:lnTo>
                    <a:pt x="8534439" y="2584809"/>
                  </a:lnTo>
                  <a:lnTo>
                    <a:pt x="8505783" y="2693914"/>
                  </a:lnTo>
                  <a:lnTo>
                    <a:pt x="8477162" y="2800996"/>
                  </a:lnTo>
                  <a:lnTo>
                    <a:pt x="8448575" y="2905611"/>
                  </a:lnTo>
                  <a:lnTo>
                    <a:pt x="8420011" y="3007361"/>
                  </a:lnTo>
                  <a:lnTo>
                    <a:pt x="8391450" y="3105900"/>
                  </a:lnTo>
                  <a:lnTo>
                    <a:pt x="8362864" y="3200936"/>
                  </a:lnTo>
                  <a:lnTo>
                    <a:pt x="8334212" y="3292234"/>
                  </a:lnTo>
                  <a:lnTo>
                    <a:pt x="8305439" y="3379618"/>
                  </a:lnTo>
                  <a:lnTo>
                    <a:pt x="8276477" y="3462967"/>
                  </a:lnTo>
                  <a:lnTo>
                    <a:pt x="8247243" y="3542213"/>
                  </a:lnTo>
                  <a:lnTo>
                    <a:pt x="8217634" y="3617341"/>
                  </a:lnTo>
                  <a:lnTo>
                    <a:pt x="8187528" y="3688381"/>
                  </a:lnTo>
                  <a:lnTo>
                    <a:pt x="8156780" y="3755407"/>
                  </a:lnTo>
                  <a:lnTo>
                    <a:pt x="8151487" y="3766390"/>
                  </a:lnTo>
                  <a:lnTo>
                    <a:pt x="8108742" y="3849178"/>
                  </a:lnTo>
                  <a:lnTo>
                    <a:pt x="8064010" y="3924874"/>
                  </a:lnTo>
                  <a:lnTo>
                    <a:pt x="8016742" y="3993722"/>
                  </a:lnTo>
                  <a:lnTo>
                    <a:pt x="7966336" y="4056198"/>
                  </a:lnTo>
                  <a:lnTo>
                    <a:pt x="7912168" y="4112875"/>
                  </a:lnTo>
                  <a:lnTo>
                    <a:pt x="7853622" y="4164346"/>
                  </a:lnTo>
                  <a:lnTo>
                    <a:pt x="7790135" y="4211171"/>
                  </a:lnTo>
                  <a:lnTo>
                    <a:pt x="7721244" y="4253845"/>
                  </a:lnTo>
                  <a:lnTo>
                    <a:pt x="7646663" y="4292784"/>
                  </a:lnTo>
                  <a:lnTo>
                    <a:pt x="7566367" y="4328308"/>
                  </a:lnTo>
                  <a:lnTo>
                    <a:pt x="7480702" y="4360644"/>
                  </a:lnTo>
                  <a:lnTo>
                    <a:pt x="7390503" y="4389921"/>
                  </a:lnTo>
                  <a:lnTo>
                    <a:pt x="7297192" y="4416184"/>
                  </a:lnTo>
                  <a:lnTo>
                    <a:pt x="7202834" y="4439408"/>
                  </a:lnTo>
                  <a:lnTo>
                    <a:pt x="7110104" y="4459534"/>
                  </a:lnTo>
                  <a:lnTo>
                    <a:pt x="7022123" y="4476502"/>
                  </a:lnTo>
                  <a:lnTo>
                    <a:pt x="6942154" y="4490304"/>
                  </a:lnTo>
                  <a:lnTo>
                    <a:pt x="6873175" y="4501023"/>
                  </a:lnTo>
                  <a:lnTo>
                    <a:pt x="6817413" y="4508866"/>
                  </a:lnTo>
                  <a:lnTo>
                    <a:pt x="6775946" y="4514168"/>
                  </a:lnTo>
                  <a:lnTo>
                    <a:pt x="6748464" y="4517373"/>
                  </a:lnTo>
                  <a:lnTo>
                    <a:pt x="6733238" y="4518998"/>
                  </a:lnTo>
                  <a:lnTo>
                    <a:pt x="6727245" y="4519585"/>
                  </a:lnTo>
                  <a:lnTo>
                    <a:pt x="6726343" y="4519668"/>
                  </a:lnTo>
                  <a:lnTo>
                    <a:pt x="5254955" y="4519668"/>
                  </a:lnTo>
                  <a:lnTo>
                    <a:pt x="5253826" y="4519596"/>
                  </a:lnTo>
                  <a:lnTo>
                    <a:pt x="5246400" y="4519090"/>
                  </a:lnTo>
                  <a:lnTo>
                    <a:pt x="5227677" y="4517688"/>
                  </a:lnTo>
                  <a:lnTo>
                    <a:pt x="5194190" y="4514930"/>
                  </a:lnTo>
                  <a:lnTo>
                    <a:pt x="5144253" y="4510384"/>
                  </a:lnTo>
                  <a:lnTo>
                    <a:pt x="5078091" y="4503700"/>
                  </a:lnTo>
                  <a:lnTo>
                    <a:pt x="4997687" y="4494636"/>
                  </a:lnTo>
                  <a:lnTo>
                    <a:pt x="4906337" y="4483068"/>
                  </a:lnTo>
                  <a:lnTo>
                    <a:pt x="4808009" y="4468974"/>
                  </a:lnTo>
                  <a:lnTo>
                    <a:pt x="4706694" y="4452393"/>
                  </a:lnTo>
                  <a:lnTo>
                    <a:pt x="4605901" y="4433380"/>
                  </a:lnTo>
                  <a:lnTo>
                    <a:pt x="4508360" y="4411962"/>
                  </a:lnTo>
                  <a:lnTo>
                    <a:pt x="4415942" y="4388111"/>
                  </a:lnTo>
                  <a:lnTo>
                    <a:pt x="4329720" y="4361717"/>
                  </a:lnTo>
                  <a:lnTo>
                    <a:pt x="4250116" y="4332587"/>
                  </a:lnTo>
                  <a:lnTo>
                    <a:pt x="4177063" y="4300435"/>
                  </a:lnTo>
                  <a:lnTo>
                    <a:pt x="4110160" y="4264893"/>
                  </a:lnTo>
                  <a:lnTo>
                    <a:pt x="4048793" y="4225521"/>
                  </a:lnTo>
                  <a:lnTo>
                    <a:pt x="3992235" y="4181826"/>
                  </a:lnTo>
                  <a:lnTo>
                    <a:pt x="3939711" y="4133300"/>
                  </a:lnTo>
                  <a:lnTo>
                    <a:pt x="3890452" y="4079484"/>
                  </a:lnTo>
                  <a:lnTo>
                    <a:pt x="3843742" y="4020065"/>
                  </a:lnTo>
                  <a:lnTo>
                    <a:pt x="3829811" y="4000682"/>
                  </a:lnTo>
                  <a:lnTo>
                    <a:pt x="3793540" y="3946578"/>
                  </a:lnTo>
                  <a:lnTo>
                    <a:pt x="3758159" y="3888641"/>
                  </a:lnTo>
                  <a:lnTo>
                    <a:pt x="3723434" y="3826794"/>
                  </a:lnTo>
                  <a:lnTo>
                    <a:pt x="3689175" y="3761017"/>
                  </a:lnTo>
                  <a:lnTo>
                    <a:pt x="3655229" y="3691353"/>
                  </a:lnTo>
                  <a:lnTo>
                    <a:pt x="3621476" y="3617914"/>
                  </a:lnTo>
                  <a:lnTo>
                    <a:pt x="3587822" y="3540888"/>
                  </a:lnTo>
                  <a:lnTo>
                    <a:pt x="3554200" y="3460537"/>
                  </a:lnTo>
                  <a:lnTo>
                    <a:pt x="3520566" y="3377199"/>
                  </a:lnTo>
                  <a:lnTo>
                    <a:pt x="3486893" y="3291283"/>
                  </a:lnTo>
                  <a:lnTo>
                    <a:pt x="3453171" y="3203263"/>
                  </a:lnTo>
                  <a:lnTo>
                    <a:pt x="3419403" y="3113668"/>
                  </a:lnTo>
                  <a:lnTo>
                    <a:pt x="3385601" y="3023069"/>
                  </a:lnTo>
                  <a:lnTo>
                    <a:pt x="3351786" y="2932065"/>
                  </a:lnTo>
                  <a:lnTo>
                    <a:pt x="3317978" y="2841267"/>
                  </a:lnTo>
                  <a:lnTo>
                    <a:pt x="3284197" y="2751280"/>
                  </a:lnTo>
                  <a:lnTo>
                    <a:pt x="3250459" y="2662684"/>
                  </a:lnTo>
                  <a:lnTo>
                    <a:pt x="3216770" y="2576026"/>
                  </a:lnTo>
                  <a:lnTo>
                    <a:pt x="3183125" y="2491798"/>
                  </a:lnTo>
                  <a:lnTo>
                    <a:pt x="3149504" y="2410431"/>
                  </a:lnTo>
                  <a:lnTo>
                    <a:pt x="3115867" y="2332286"/>
                  </a:lnTo>
                  <a:lnTo>
                    <a:pt x="3082155" y="2257651"/>
                  </a:lnTo>
                  <a:lnTo>
                    <a:pt x="3048283" y="2186738"/>
                  </a:lnTo>
                  <a:lnTo>
                    <a:pt x="3014142" y="2119683"/>
                  </a:lnTo>
                  <a:lnTo>
                    <a:pt x="2979588" y="2056552"/>
                  </a:lnTo>
                  <a:lnTo>
                    <a:pt x="2944445" y="1997344"/>
                  </a:lnTo>
                  <a:lnTo>
                    <a:pt x="2908493" y="1941999"/>
                  </a:lnTo>
                  <a:lnTo>
                    <a:pt x="2896531" y="1924741"/>
                  </a:lnTo>
                  <a:lnTo>
                    <a:pt x="2850473" y="1863581"/>
                  </a:lnTo>
                  <a:lnTo>
                    <a:pt x="2802070" y="1808066"/>
                  </a:lnTo>
                  <a:lnTo>
                    <a:pt x="2750628" y="1757960"/>
                  </a:lnTo>
                  <a:lnTo>
                    <a:pt x="2695392" y="1712835"/>
                  </a:lnTo>
                  <a:lnTo>
                    <a:pt x="2635583" y="1672190"/>
                  </a:lnTo>
                  <a:lnTo>
                    <a:pt x="2570452" y="1635522"/>
                  </a:lnTo>
                  <a:lnTo>
                    <a:pt x="2499342" y="1602372"/>
                  </a:lnTo>
                  <a:lnTo>
                    <a:pt x="2421775" y="1572348"/>
                  </a:lnTo>
                  <a:lnTo>
                    <a:pt x="2337567" y="1545139"/>
                  </a:lnTo>
                  <a:lnTo>
                    <a:pt x="2246970" y="1520522"/>
                  </a:lnTo>
                  <a:lnTo>
                    <a:pt x="2150842" y="1498364"/>
                  </a:lnTo>
                  <a:lnTo>
                    <a:pt x="2050797" y="1478611"/>
                  </a:lnTo>
                  <a:lnTo>
                    <a:pt x="1949302" y="1461278"/>
                  </a:lnTo>
                  <a:lnTo>
                    <a:pt x="1849646" y="1446415"/>
                  </a:lnTo>
                  <a:lnTo>
                    <a:pt x="1755718" y="1434070"/>
                  </a:lnTo>
                  <a:lnTo>
                    <a:pt x="1671557" y="1424245"/>
                  </a:lnTo>
                  <a:lnTo>
                    <a:pt x="1600739" y="1416850"/>
                  </a:lnTo>
                  <a:lnTo>
                    <a:pt x="1545709" y="1411681"/>
                  </a:lnTo>
                  <a:lnTo>
                    <a:pt x="1507262" y="1408416"/>
                  </a:lnTo>
                  <a:lnTo>
                    <a:pt x="1484297" y="1406647"/>
                  </a:lnTo>
                  <a:lnTo>
                    <a:pt x="1473867" y="1405915"/>
                  </a:lnTo>
                  <a:lnTo>
                    <a:pt x="1471387" y="1405755"/>
                  </a:lnTo>
                  <a:lnTo>
                    <a:pt x="0" y="1405755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441" name="pl441"/>
            <p:cNvSpPr/>
            <p:nvPr/>
          </p:nvSpPr>
          <p:spPr>
            <a:xfrm>
              <a:off x="4799595" y="4285065"/>
              <a:ext cx="11981298" cy="4519668"/>
            </a:xfrm>
            <a:custGeom>
              <a:avLst/>
              <a:pathLst>
                <a:path w="11981298" h="4519668">
                  <a:moveTo>
                    <a:pt x="0" y="1405755"/>
                  </a:moveTo>
                  <a:lnTo>
                    <a:pt x="1471387" y="1405755"/>
                  </a:lnTo>
                  <a:lnTo>
                    <a:pt x="1472516" y="1405826"/>
                  </a:lnTo>
                  <a:lnTo>
                    <a:pt x="1479942" y="1406333"/>
                  </a:lnTo>
                  <a:lnTo>
                    <a:pt x="1498666" y="1407734"/>
                  </a:lnTo>
                  <a:lnTo>
                    <a:pt x="1532152" y="1410493"/>
                  </a:lnTo>
                  <a:lnTo>
                    <a:pt x="1582089" y="1415039"/>
                  </a:lnTo>
                  <a:lnTo>
                    <a:pt x="1648251" y="1421723"/>
                  </a:lnTo>
                  <a:lnTo>
                    <a:pt x="1728655" y="1430787"/>
                  </a:lnTo>
                  <a:lnTo>
                    <a:pt x="1820005" y="1442355"/>
                  </a:lnTo>
                  <a:lnTo>
                    <a:pt x="1918333" y="1456448"/>
                  </a:lnTo>
                  <a:lnTo>
                    <a:pt x="2019648" y="1473029"/>
                  </a:lnTo>
                  <a:lnTo>
                    <a:pt x="2120441" y="1492043"/>
                  </a:lnTo>
                  <a:lnTo>
                    <a:pt x="2217982" y="1513460"/>
                  </a:lnTo>
                  <a:lnTo>
                    <a:pt x="2310401" y="1537312"/>
                  </a:lnTo>
                  <a:lnTo>
                    <a:pt x="2396623" y="1563705"/>
                  </a:lnTo>
                  <a:lnTo>
                    <a:pt x="2476226" y="1592836"/>
                  </a:lnTo>
                  <a:lnTo>
                    <a:pt x="2549279" y="1624988"/>
                  </a:lnTo>
                  <a:lnTo>
                    <a:pt x="2616182" y="1660529"/>
                  </a:lnTo>
                  <a:lnTo>
                    <a:pt x="2677549" y="1699901"/>
                  </a:lnTo>
                  <a:lnTo>
                    <a:pt x="2734107" y="1743597"/>
                  </a:lnTo>
                  <a:lnTo>
                    <a:pt x="2786631" y="1792122"/>
                  </a:lnTo>
                  <a:lnTo>
                    <a:pt x="2835890" y="1845939"/>
                  </a:lnTo>
                  <a:lnTo>
                    <a:pt x="2882600" y="1905358"/>
                  </a:lnTo>
                  <a:lnTo>
                    <a:pt x="2896531" y="1924741"/>
                  </a:lnTo>
                  <a:lnTo>
                    <a:pt x="2932802" y="1978845"/>
                  </a:lnTo>
                  <a:lnTo>
                    <a:pt x="2968183" y="2036782"/>
                  </a:lnTo>
                  <a:lnTo>
                    <a:pt x="3002908" y="2098628"/>
                  </a:lnTo>
                  <a:lnTo>
                    <a:pt x="3037167" y="2164406"/>
                  </a:lnTo>
                  <a:lnTo>
                    <a:pt x="3071113" y="2234070"/>
                  </a:lnTo>
                  <a:lnTo>
                    <a:pt x="3104867" y="2307509"/>
                  </a:lnTo>
                  <a:lnTo>
                    <a:pt x="3138520" y="2384535"/>
                  </a:lnTo>
                  <a:lnTo>
                    <a:pt x="3172142" y="2464885"/>
                  </a:lnTo>
                  <a:lnTo>
                    <a:pt x="3205776" y="2548223"/>
                  </a:lnTo>
                  <a:lnTo>
                    <a:pt x="3239449" y="2634139"/>
                  </a:lnTo>
                  <a:lnTo>
                    <a:pt x="3273171" y="2722160"/>
                  </a:lnTo>
                  <a:lnTo>
                    <a:pt x="3306939" y="2811755"/>
                  </a:lnTo>
                  <a:lnTo>
                    <a:pt x="3340741" y="2902354"/>
                  </a:lnTo>
                  <a:lnTo>
                    <a:pt x="3374556" y="2993358"/>
                  </a:lnTo>
                  <a:lnTo>
                    <a:pt x="3408364" y="3084155"/>
                  </a:lnTo>
                  <a:lnTo>
                    <a:pt x="3442145" y="3174143"/>
                  </a:lnTo>
                  <a:lnTo>
                    <a:pt x="3475883" y="3262738"/>
                  </a:lnTo>
                  <a:lnTo>
                    <a:pt x="3509572" y="3349397"/>
                  </a:lnTo>
                  <a:lnTo>
                    <a:pt x="3543217" y="3433625"/>
                  </a:lnTo>
                  <a:lnTo>
                    <a:pt x="3576838" y="3514992"/>
                  </a:lnTo>
                  <a:lnTo>
                    <a:pt x="3610475" y="3593137"/>
                  </a:lnTo>
                  <a:lnTo>
                    <a:pt x="3644188" y="3667771"/>
                  </a:lnTo>
                  <a:lnTo>
                    <a:pt x="3678059" y="3738685"/>
                  </a:lnTo>
                  <a:lnTo>
                    <a:pt x="3712200" y="3805740"/>
                  </a:lnTo>
                  <a:lnTo>
                    <a:pt x="3746754" y="3868871"/>
                  </a:lnTo>
                  <a:lnTo>
                    <a:pt x="3781897" y="3928079"/>
                  </a:lnTo>
                  <a:lnTo>
                    <a:pt x="3817849" y="3983423"/>
                  </a:lnTo>
                  <a:lnTo>
                    <a:pt x="3829811" y="4000682"/>
                  </a:lnTo>
                  <a:lnTo>
                    <a:pt x="3875869" y="4061842"/>
                  </a:lnTo>
                  <a:lnTo>
                    <a:pt x="3924273" y="4117356"/>
                  </a:lnTo>
                  <a:lnTo>
                    <a:pt x="3975714" y="4167462"/>
                  </a:lnTo>
                  <a:lnTo>
                    <a:pt x="4030950" y="4212588"/>
                  </a:lnTo>
                  <a:lnTo>
                    <a:pt x="4090759" y="4253233"/>
                  </a:lnTo>
                  <a:lnTo>
                    <a:pt x="4155890" y="4289901"/>
                  </a:lnTo>
                  <a:lnTo>
                    <a:pt x="4227000" y="4323051"/>
                  </a:lnTo>
                  <a:lnTo>
                    <a:pt x="4304567" y="4353075"/>
                  </a:lnTo>
                  <a:lnTo>
                    <a:pt x="4388776" y="4380284"/>
                  </a:lnTo>
                  <a:lnTo>
                    <a:pt x="4479372" y="4404901"/>
                  </a:lnTo>
                  <a:lnTo>
                    <a:pt x="4575500" y="4427059"/>
                  </a:lnTo>
                  <a:lnTo>
                    <a:pt x="4675546" y="4446812"/>
                  </a:lnTo>
                  <a:lnTo>
                    <a:pt x="4777040" y="4464145"/>
                  </a:lnTo>
                  <a:lnTo>
                    <a:pt x="4876696" y="4479008"/>
                  </a:lnTo>
                  <a:lnTo>
                    <a:pt x="4970624" y="4491353"/>
                  </a:lnTo>
                  <a:lnTo>
                    <a:pt x="5054785" y="4501178"/>
                  </a:lnTo>
                  <a:lnTo>
                    <a:pt x="5125603" y="4508573"/>
                  </a:lnTo>
                  <a:lnTo>
                    <a:pt x="5180633" y="4513742"/>
                  </a:lnTo>
                  <a:lnTo>
                    <a:pt x="5219080" y="4517007"/>
                  </a:lnTo>
                  <a:lnTo>
                    <a:pt x="5242046" y="4518776"/>
                  </a:lnTo>
                  <a:lnTo>
                    <a:pt x="5252475" y="4519508"/>
                  </a:lnTo>
                  <a:lnTo>
                    <a:pt x="5254921" y="4519666"/>
                  </a:lnTo>
                  <a:lnTo>
                    <a:pt x="5254955" y="4519668"/>
                  </a:lnTo>
                  <a:lnTo>
                    <a:pt x="6726343" y="4519668"/>
                  </a:lnTo>
                  <a:lnTo>
                    <a:pt x="6727253" y="4519585"/>
                  </a:lnTo>
                  <a:lnTo>
                    <a:pt x="6733268" y="4518995"/>
                  </a:lnTo>
                  <a:lnTo>
                    <a:pt x="6748527" y="4517366"/>
                  </a:lnTo>
                  <a:lnTo>
                    <a:pt x="6776048" y="4514156"/>
                  </a:lnTo>
                  <a:lnTo>
                    <a:pt x="6817558" y="4508847"/>
                  </a:lnTo>
                  <a:lnTo>
                    <a:pt x="6873362" y="4500996"/>
                  </a:lnTo>
                  <a:lnTo>
                    <a:pt x="6942377" y="4490268"/>
                  </a:lnTo>
                  <a:lnTo>
                    <a:pt x="7022375" y="4476456"/>
                  </a:lnTo>
                  <a:lnTo>
                    <a:pt x="7110374" y="4459479"/>
                  </a:lnTo>
                  <a:lnTo>
                    <a:pt x="7203114" y="4439344"/>
                  </a:lnTo>
                  <a:lnTo>
                    <a:pt x="7297472" y="4416110"/>
                  </a:lnTo>
                  <a:lnTo>
                    <a:pt x="7390777" y="4389838"/>
                  </a:lnTo>
                  <a:lnTo>
                    <a:pt x="7480964" y="4360552"/>
                  </a:lnTo>
                  <a:lnTo>
                    <a:pt x="7566614" y="4328207"/>
                  </a:lnTo>
                  <a:lnTo>
                    <a:pt x="7646894" y="4292673"/>
                  </a:lnTo>
                  <a:lnTo>
                    <a:pt x="7721458" y="4253724"/>
                  </a:lnTo>
                  <a:lnTo>
                    <a:pt x="7790332" y="4211038"/>
                  </a:lnTo>
                  <a:lnTo>
                    <a:pt x="7853804" y="4164200"/>
                  </a:lnTo>
                  <a:lnTo>
                    <a:pt x="7912335" y="4112714"/>
                  </a:lnTo>
                  <a:lnTo>
                    <a:pt x="7966492" y="4056021"/>
                  </a:lnTo>
                  <a:lnTo>
                    <a:pt x="8016887" y="3993527"/>
                  </a:lnTo>
                  <a:lnTo>
                    <a:pt x="8064146" y="3924659"/>
                  </a:lnTo>
                  <a:lnTo>
                    <a:pt x="8108872" y="3848942"/>
                  </a:lnTo>
                  <a:lnTo>
                    <a:pt x="8151487" y="3766390"/>
                  </a:lnTo>
                  <a:lnTo>
                    <a:pt x="8182360" y="3700034"/>
                  </a:lnTo>
                  <a:lnTo>
                    <a:pt x="8212564" y="3629681"/>
                  </a:lnTo>
                  <a:lnTo>
                    <a:pt x="8242249" y="3555250"/>
                  </a:lnTo>
                  <a:lnTo>
                    <a:pt x="8271539" y="3476703"/>
                  </a:lnTo>
                  <a:lnTo>
                    <a:pt x="8300540" y="3394047"/>
                  </a:lnTo>
                  <a:lnTo>
                    <a:pt x="8329340" y="3307341"/>
                  </a:lnTo>
                  <a:lnTo>
                    <a:pt x="8358009" y="3216696"/>
                  </a:lnTo>
                  <a:lnTo>
                    <a:pt x="8386603" y="3122279"/>
                  </a:lnTo>
                  <a:lnTo>
                    <a:pt x="8415165" y="3024316"/>
                  </a:lnTo>
                  <a:lnTo>
                    <a:pt x="8443727" y="2923088"/>
                  </a:lnTo>
                  <a:lnTo>
                    <a:pt x="8472309" y="2818932"/>
                  </a:lnTo>
                  <a:lnTo>
                    <a:pt x="8500924" y="2712239"/>
                  </a:lnTo>
                  <a:lnTo>
                    <a:pt x="8529575" y="2603444"/>
                  </a:lnTo>
                  <a:lnTo>
                    <a:pt x="8558258" y="2493023"/>
                  </a:lnTo>
                  <a:lnTo>
                    <a:pt x="8586967" y="2381483"/>
                  </a:lnTo>
                  <a:lnTo>
                    <a:pt x="8615690" y="2269356"/>
                  </a:lnTo>
                  <a:lnTo>
                    <a:pt x="8644414" y="2157183"/>
                  </a:lnTo>
                  <a:lnTo>
                    <a:pt x="8673125" y="2045506"/>
                  </a:lnTo>
                  <a:lnTo>
                    <a:pt x="8701814" y="1934858"/>
                  </a:lnTo>
                  <a:lnTo>
                    <a:pt x="8730470" y="1825753"/>
                  </a:lnTo>
                  <a:lnTo>
                    <a:pt x="8759091" y="1718671"/>
                  </a:lnTo>
                  <a:lnTo>
                    <a:pt x="8787678" y="1614056"/>
                  </a:lnTo>
                  <a:lnTo>
                    <a:pt x="8816243" y="1512306"/>
                  </a:lnTo>
                  <a:lnTo>
                    <a:pt x="8844803" y="1413767"/>
                  </a:lnTo>
                  <a:lnTo>
                    <a:pt x="8873389" y="1318731"/>
                  </a:lnTo>
                  <a:lnTo>
                    <a:pt x="8902041" y="1227433"/>
                  </a:lnTo>
                  <a:lnTo>
                    <a:pt x="8930814" y="1140049"/>
                  </a:lnTo>
                  <a:lnTo>
                    <a:pt x="8959776" y="1056700"/>
                  </a:lnTo>
                  <a:lnTo>
                    <a:pt x="8989010" y="977454"/>
                  </a:lnTo>
                  <a:lnTo>
                    <a:pt x="9018619" y="902326"/>
                  </a:lnTo>
                  <a:lnTo>
                    <a:pt x="9048725" y="831286"/>
                  </a:lnTo>
                  <a:lnTo>
                    <a:pt x="9079474" y="764260"/>
                  </a:lnTo>
                  <a:lnTo>
                    <a:pt x="9084767" y="753278"/>
                  </a:lnTo>
                  <a:lnTo>
                    <a:pt x="9127512" y="670489"/>
                  </a:lnTo>
                  <a:lnTo>
                    <a:pt x="9172244" y="594793"/>
                  </a:lnTo>
                  <a:lnTo>
                    <a:pt x="9219511" y="525945"/>
                  </a:lnTo>
                  <a:lnTo>
                    <a:pt x="9269917" y="463469"/>
                  </a:lnTo>
                  <a:lnTo>
                    <a:pt x="9324085" y="406792"/>
                  </a:lnTo>
                  <a:lnTo>
                    <a:pt x="9382631" y="355321"/>
                  </a:lnTo>
                  <a:lnTo>
                    <a:pt x="9446118" y="308496"/>
                  </a:lnTo>
                  <a:lnTo>
                    <a:pt x="9515009" y="265822"/>
                  </a:lnTo>
                  <a:lnTo>
                    <a:pt x="9589590" y="226883"/>
                  </a:lnTo>
                  <a:lnTo>
                    <a:pt x="9669887" y="191359"/>
                  </a:lnTo>
                  <a:lnTo>
                    <a:pt x="9755551" y="159023"/>
                  </a:lnTo>
                  <a:lnTo>
                    <a:pt x="9845750" y="129746"/>
                  </a:lnTo>
                  <a:lnTo>
                    <a:pt x="9939061" y="103483"/>
                  </a:lnTo>
                  <a:lnTo>
                    <a:pt x="10033419" y="80259"/>
                  </a:lnTo>
                  <a:lnTo>
                    <a:pt x="10126150" y="60133"/>
                  </a:lnTo>
                  <a:lnTo>
                    <a:pt x="10214130" y="43165"/>
                  </a:lnTo>
                  <a:lnTo>
                    <a:pt x="10294099" y="29363"/>
                  </a:lnTo>
                  <a:lnTo>
                    <a:pt x="10363078" y="18644"/>
                  </a:lnTo>
                  <a:lnTo>
                    <a:pt x="10418840" y="10801"/>
                  </a:lnTo>
                  <a:lnTo>
                    <a:pt x="10460307" y="5499"/>
                  </a:lnTo>
                  <a:lnTo>
                    <a:pt x="10487789" y="2294"/>
                  </a:lnTo>
                  <a:lnTo>
                    <a:pt x="10503015" y="669"/>
                  </a:lnTo>
                  <a:lnTo>
                    <a:pt x="10509008" y="82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42" name="pl442"/>
            <p:cNvSpPr/>
            <p:nvPr/>
          </p:nvSpPr>
          <p:spPr>
            <a:xfrm>
              <a:off x="4799595" y="4276892"/>
              <a:ext cx="11981298" cy="4519668"/>
            </a:xfrm>
            <a:custGeom>
              <a:avLst/>
              <a:pathLst>
                <a:path w="11981298" h="4519668">
                  <a:moveTo>
                    <a:pt x="11981298" y="0"/>
                  </a:moveTo>
                  <a:lnTo>
                    <a:pt x="10509911" y="0"/>
                  </a:lnTo>
                  <a:lnTo>
                    <a:pt x="10509000" y="82"/>
                  </a:lnTo>
                  <a:lnTo>
                    <a:pt x="10502985" y="672"/>
                  </a:lnTo>
                  <a:lnTo>
                    <a:pt x="10487727" y="2301"/>
                  </a:lnTo>
                  <a:lnTo>
                    <a:pt x="10460205" y="5511"/>
                  </a:lnTo>
                  <a:lnTo>
                    <a:pt x="10418695" y="10820"/>
                  </a:lnTo>
                  <a:lnTo>
                    <a:pt x="10362892" y="18671"/>
                  </a:lnTo>
                  <a:lnTo>
                    <a:pt x="10293876" y="29400"/>
                  </a:lnTo>
                  <a:lnTo>
                    <a:pt x="10213879" y="43211"/>
                  </a:lnTo>
                  <a:lnTo>
                    <a:pt x="10125879" y="60188"/>
                  </a:lnTo>
                  <a:lnTo>
                    <a:pt x="10033140" y="80323"/>
                  </a:lnTo>
                  <a:lnTo>
                    <a:pt x="9938781" y="103557"/>
                  </a:lnTo>
                  <a:lnTo>
                    <a:pt x="9845476" y="129829"/>
                  </a:lnTo>
                  <a:lnTo>
                    <a:pt x="9755289" y="159115"/>
                  </a:lnTo>
                  <a:lnTo>
                    <a:pt x="9669639" y="191460"/>
                  </a:lnTo>
                  <a:lnTo>
                    <a:pt x="9589360" y="226994"/>
                  </a:lnTo>
                  <a:lnTo>
                    <a:pt x="9514795" y="265943"/>
                  </a:lnTo>
                  <a:lnTo>
                    <a:pt x="9445922" y="308629"/>
                  </a:lnTo>
                  <a:lnTo>
                    <a:pt x="9382450" y="355467"/>
                  </a:lnTo>
                  <a:lnTo>
                    <a:pt x="9323918" y="406953"/>
                  </a:lnTo>
                  <a:lnTo>
                    <a:pt x="9269762" y="463646"/>
                  </a:lnTo>
                  <a:lnTo>
                    <a:pt x="9219366" y="526140"/>
                  </a:lnTo>
                  <a:lnTo>
                    <a:pt x="9172107" y="595008"/>
                  </a:lnTo>
                  <a:lnTo>
                    <a:pt x="9127382" y="670725"/>
                  </a:lnTo>
                  <a:lnTo>
                    <a:pt x="9084767" y="753278"/>
                  </a:lnTo>
                  <a:lnTo>
                    <a:pt x="9053893" y="819633"/>
                  </a:lnTo>
                  <a:lnTo>
                    <a:pt x="9023689" y="889986"/>
                  </a:lnTo>
                  <a:lnTo>
                    <a:pt x="8994005" y="964417"/>
                  </a:lnTo>
                  <a:lnTo>
                    <a:pt x="8964714" y="1042964"/>
                  </a:lnTo>
                  <a:lnTo>
                    <a:pt x="8935713" y="1125620"/>
                  </a:lnTo>
                  <a:lnTo>
                    <a:pt x="8906913" y="1212326"/>
                  </a:lnTo>
                  <a:lnTo>
                    <a:pt x="8878245" y="1302971"/>
                  </a:lnTo>
                  <a:lnTo>
                    <a:pt x="8849651" y="1397388"/>
                  </a:lnTo>
                  <a:lnTo>
                    <a:pt x="8821088" y="1495351"/>
                  </a:lnTo>
                  <a:lnTo>
                    <a:pt x="8792526" y="1596579"/>
                  </a:lnTo>
                  <a:lnTo>
                    <a:pt x="8763944" y="1700735"/>
                  </a:lnTo>
                  <a:lnTo>
                    <a:pt x="8735329" y="1807428"/>
                  </a:lnTo>
                  <a:lnTo>
                    <a:pt x="8706679" y="1916223"/>
                  </a:lnTo>
                  <a:lnTo>
                    <a:pt x="8677995" y="2026645"/>
                  </a:lnTo>
                  <a:lnTo>
                    <a:pt x="8649286" y="2138184"/>
                  </a:lnTo>
                  <a:lnTo>
                    <a:pt x="8620564" y="2250311"/>
                  </a:lnTo>
                  <a:lnTo>
                    <a:pt x="8591840" y="2362484"/>
                  </a:lnTo>
                  <a:lnTo>
                    <a:pt x="8563128" y="2474161"/>
                  </a:lnTo>
                  <a:lnTo>
                    <a:pt x="8534439" y="2584809"/>
                  </a:lnTo>
                  <a:lnTo>
                    <a:pt x="8505783" y="2693914"/>
                  </a:lnTo>
                  <a:lnTo>
                    <a:pt x="8477162" y="2800996"/>
                  </a:lnTo>
                  <a:lnTo>
                    <a:pt x="8448575" y="2905611"/>
                  </a:lnTo>
                  <a:lnTo>
                    <a:pt x="8420011" y="3007361"/>
                  </a:lnTo>
                  <a:lnTo>
                    <a:pt x="8391450" y="3105900"/>
                  </a:lnTo>
                  <a:lnTo>
                    <a:pt x="8362864" y="3200936"/>
                  </a:lnTo>
                  <a:lnTo>
                    <a:pt x="8334212" y="3292234"/>
                  </a:lnTo>
                  <a:lnTo>
                    <a:pt x="8305439" y="3379618"/>
                  </a:lnTo>
                  <a:lnTo>
                    <a:pt x="8276477" y="3462967"/>
                  </a:lnTo>
                  <a:lnTo>
                    <a:pt x="8247243" y="3542213"/>
                  </a:lnTo>
                  <a:lnTo>
                    <a:pt x="8217634" y="3617341"/>
                  </a:lnTo>
                  <a:lnTo>
                    <a:pt x="8187528" y="3688381"/>
                  </a:lnTo>
                  <a:lnTo>
                    <a:pt x="8156780" y="3755407"/>
                  </a:lnTo>
                  <a:lnTo>
                    <a:pt x="8151487" y="3766390"/>
                  </a:lnTo>
                  <a:lnTo>
                    <a:pt x="8108742" y="3849178"/>
                  </a:lnTo>
                  <a:lnTo>
                    <a:pt x="8064010" y="3924874"/>
                  </a:lnTo>
                  <a:lnTo>
                    <a:pt x="8016742" y="3993722"/>
                  </a:lnTo>
                  <a:lnTo>
                    <a:pt x="7966336" y="4056198"/>
                  </a:lnTo>
                  <a:lnTo>
                    <a:pt x="7912168" y="4112875"/>
                  </a:lnTo>
                  <a:lnTo>
                    <a:pt x="7853622" y="4164346"/>
                  </a:lnTo>
                  <a:lnTo>
                    <a:pt x="7790135" y="4211171"/>
                  </a:lnTo>
                  <a:lnTo>
                    <a:pt x="7721244" y="4253845"/>
                  </a:lnTo>
                  <a:lnTo>
                    <a:pt x="7646663" y="4292784"/>
                  </a:lnTo>
                  <a:lnTo>
                    <a:pt x="7566367" y="4328308"/>
                  </a:lnTo>
                  <a:lnTo>
                    <a:pt x="7480702" y="4360644"/>
                  </a:lnTo>
                  <a:lnTo>
                    <a:pt x="7390503" y="4389921"/>
                  </a:lnTo>
                  <a:lnTo>
                    <a:pt x="7297192" y="4416184"/>
                  </a:lnTo>
                  <a:lnTo>
                    <a:pt x="7202834" y="4439408"/>
                  </a:lnTo>
                  <a:lnTo>
                    <a:pt x="7110104" y="4459534"/>
                  </a:lnTo>
                  <a:lnTo>
                    <a:pt x="7022123" y="4476502"/>
                  </a:lnTo>
                  <a:lnTo>
                    <a:pt x="6942154" y="4490304"/>
                  </a:lnTo>
                  <a:lnTo>
                    <a:pt x="6873175" y="4501023"/>
                  </a:lnTo>
                  <a:lnTo>
                    <a:pt x="6817413" y="4508866"/>
                  </a:lnTo>
                  <a:lnTo>
                    <a:pt x="6775946" y="4514168"/>
                  </a:lnTo>
                  <a:lnTo>
                    <a:pt x="6748464" y="4517373"/>
                  </a:lnTo>
                  <a:lnTo>
                    <a:pt x="6733238" y="4518998"/>
                  </a:lnTo>
                  <a:lnTo>
                    <a:pt x="6727245" y="4519585"/>
                  </a:lnTo>
                  <a:lnTo>
                    <a:pt x="6726343" y="4519668"/>
                  </a:lnTo>
                  <a:lnTo>
                    <a:pt x="5254955" y="4519668"/>
                  </a:lnTo>
                  <a:lnTo>
                    <a:pt x="5253826" y="4519596"/>
                  </a:lnTo>
                  <a:lnTo>
                    <a:pt x="5246400" y="4519090"/>
                  </a:lnTo>
                  <a:lnTo>
                    <a:pt x="5227677" y="4517688"/>
                  </a:lnTo>
                  <a:lnTo>
                    <a:pt x="5194190" y="4514930"/>
                  </a:lnTo>
                  <a:lnTo>
                    <a:pt x="5144253" y="4510384"/>
                  </a:lnTo>
                  <a:lnTo>
                    <a:pt x="5078091" y="4503700"/>
                  </a:lnTo>
                  <a:lnTo>
                    <a:pt x="4997687" y="4494636"/>
                  </a:lnTo>
                  <a:lnTo>
                    <a:pt x="4906337" y="4483068"/>
                  </a:lnTo>
                  <a:lnTo>
                    <a:pt x="4808009" y="4468974"/>
                  </a:lnTo>
                  <a:lnTo>
                    <a:pt x="4706694" y="4452393"/>
                  </a:lnTo>
                  <a:lnTo>
                    <a:pt x="4605901" y="4433380"/>
                  </a:lnTo>
                  <a:lnTo>
                    <a:pt x="4508360" y="4411962"/>
                  </a:lnTo>
                  <a:lnTo>
                    <a:pt x="4415942" y="4388111"/>
                  </a:lnTo>
                  <a:lnTo>
                    <a:pt x="4329720" y="4361717"/>
                  </a:lnTo>
                  <a:lnTo>
                    <a:pt x="4250116" y="4332587"/>
                  </a:lnTo>
                  <a:lnTo>
                    <a:pt x="4177063" y="4300435"/>
                  </a:lnTo>
                  <a:lnTo>
                    <a:pt x="4110160" y="4264893"/>
                  </a:lnTo>
                  <a:lnTo>
                    <a:pt x="4048793" y="4225521"/>
                  </a:lnTo>
                  <a:lnTo>
                    <a:pt x="3992235" y="4181826"/>
                  </a:lnTo>
                  <a:lnTo>
                    <a:pt x="3939711" y="4133300"/>
                  </a:lnTo>
                  <a:lnTo>
                    <a:pt x="3890452" y="4079484"/>
                  </a:lnTo>
                  <a:lnTo>
                    <a:pt x="3843742" y="4020065"/>
                  </a:lnTo>
                  <a:lnTo>
                    <a:pt x="3829811" y="4000682"/>
                  </a:lnTo>
                  <a:lnTo>
                    <a:pt x="3793540" y="3946578"/>
                  </a:lnTo>
                  <a:lnTo>
                    <a:pt x="3758159" y="3888641"/>
                  </a:lnTo>
                  <a:lnTo>
                    <a:pt x="3723434" y="3826794"/>
                  </a:lnTo>
                  <a:lnTo>
                    <a:pt x="3689175" y="3761017"/>
                  </a:lnTo>
                  <a:lnTo>
                    <a:pt x="3655229" y="3691353"/>
                  </a:lnTo>
                  <a:lnTo>
                    <a:pt x="3621476" y="3617914"/>
                  </a:lnTo>
                  <a:lnTo>
                    <a:pt x="3587822" y="3540888"/>
                  </a:lnTo>
                  <a:lnTo>
                    <a:pt x="3554200" y="3460537"/>
                  </a:lnTo>
                  <a:lnTo>
                    <a:pt x="3520566" y="3377199"/>
                  </a:lnTo>
                  <a:lnTo>
                    <a:pt x="3486893" y="3291283"/>
                  </a:lnTo>
                  <a:lnTo>
                    <a:pt x="3453171" y="3203263"/>
                  </a:lnTo>
                  <a:lnTo>
                    <a:pt x="3419403" y="3113668"/>
                  </a:lnTo>
                  <a:lnTo>
                    <a:pt x="3385601" y="3023069"/>
                  </a:lnTo>
                  <a:lnTo>
                    <a:pt x="3351786" y="2932065"/>
                  </a:lnTo>
                  <a:lnTo>
                    <a:pt x="3317978" y="2841267"/>
                  </a:lnTo>
                  <a:lnTo>
                    <a:pt x="3284197" y="2751280"/>
                  </a:lnTo>
                  <a:lnTo>
                    <a:pt x="3250459" y="2662684"/>
                  </a:lnTo>
                  <a:lnTo>
                    <a:pt x="3216770" y="2576026"/>
                  </a:lnTo>
                  <a:lnTo>
                    <a:pt x="3183125" y="2491798"/>
                  </a:lnTo>
                  <a:lnTo>
                    <a:pt x="3149504" y="2410431"/>
                  </a:lnTo>
                  <a:lnTo>
                    <a:pt x="3115867" y="2332286"/>
                  </a:lnTo>
                  <a:lnTo>
                    <a:pt x="3082155" y="2257651"/>
                  </a:lnTo>
                  <a:lnTo>
                    <a:pt x="3048283" y="2186738"/>
                  </a:lnTo>
                  <a:lnTo>
                    <a:pt x="3014142" y="2119683"/>
                  </a:lnTo>
                  <a:lnTo>
                    <a:pt x="2979588" y="2056552"/>
                  </a:lnTo>
                  <a:lnTo>
                    <a:pt x="2944445" y="1997344"/>
                  </a:lnTo>
                  <a:lnTo>
                    <a:pt x="2908493" y="1941999"/>
                  </a:lnTo>
                  <a:lnTo>
                    <a:pt x="2896531" y="1924741"/>
                  </a:lnTo>
                  <a:lnTo>
                    <a:pt x="2850473" y="1863581"/>
                  </a:lnTo>
                  <a:lnTo>
                    <a:pt x="2802070" y="1808066"/>
                  </a:lnTo>
                  <a:lnTo>
                    <a:pt x="2750628" y="1757960"/>
                  </a:lnTo>
                  <a:lnTo>
                    <a:pt x="2695392" y="1712835"/>
                  </a:lnTo>
                  <a:lnTo>
                    <a:pt x="2635583" y="1672190"/>
                  </a:lnTo>
                  <a:lnTo>
                    <a:pt x="2570452" y="1635522"/>
                  </a:lnTo>
                  <a:lnTo>
                    <a:pt x="2499342" y="1602372"/>
                  </a:lnTo>
                  <a:lnTo>
                    <a:pt x="2421775" y="1572348"/>
                  </a:lnTo>
                  <a:lnTo>
                    <a:pt x="2337567" y="1545139"/>
                  </a:lnTo>
                  <a:lnTo>
                    <a:pt x="2246970" y="1520522"/>
                  </a:lnTo>
                  <a:lnTo>
                    <a:pt x="2150842" y="1498364"/>
                  </a:lnTo>
                  <a:lnTo>
                    <a:pt x="2050797" y="1478611"/>
                  </a:lnTo>
                  <a:lnTo>
                    <a:pt x="1949302" y="1461278"/>
                  </a:lnTo>
                  <a:lnTo>
                    <a:pt x="1849646" y="1446415"/>
                  </a:lnTo>
                  <a:lnTo>
                    <a:pt x="1755718" y="1434070"/>
                  </a:lnTo>
                  <a:lnTo>
                    <a:pt x="1671557" y="1424245"/>
                  </a:lnTo>
                  <a:lnTo>
                    <a:pt x="1600739" y="1416850"/>
                  </a:lnTo>
                  <a:lnTo>
                    <a:pt x="1545709" y="1411681"/>
                  </a:lnTo>
                  <a:lnTo>
                    <a:pt x="1507262" y="1408416"/>
                  </a:lnTo>
                  <a:lnTo>
                    <a:pt x="1484297" y="1406647"/>
                  </a:lnTo>
                  <a:lnTo>
                    <a:pt x="1473867" y="1405915"/>
                  </a:lnTo>
                  <a:lnTo>
                    <a:pt x="1471421" y="1405757"/>
                  </a:lnTo>
                  <a:lnTo>
                    <a:pt x="1471387" y="1405755"/>
                  </a:lnTo>
                  <a:lnTo>
                    <a:pt x="0" y="140575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43" name="pg443"/>
            <p:cNvSpPr/>
            <p:nvPr/>
          </p:nvSpPr>
          <p:spPr>
            <a:xfrm>
              <a:off x="4799595" y="4522082"/>
              <a:ext cx="11981298" cy="4315343"/>
            </a:xfrm>
            <a:custGeom>
              <a:avLst/>
              <a:pathLst>
                <a:path w="11981298" h="4315343">
                  <a:moveTo>
                    <a:pt x="0" y="1201430"/>
                  </a:moveTo>
                  <a:lnTo>
                    <a:pt x="1471387" y="1201430"/>
                  </a:lnTo>
                  <a:lnTo>
                    <a:pt x="1472516" y="1201501"/>
                  </a:lnTo>
                  <a:lnTo>
                    <a:pt x="1479942" y="1202008"/>
                  </a:lnTo>
                  <a:lnTo>
                    <a:pt x="1498666" y="1203409"/>
                  </a:lnTo>
                  <a:lnTo>
                    <a:pt x="1532152" y="1206168"/>
                  </a:lnTo>
                  <a:lnTo>
                    <a:pt x="1582089" y="1210714"/>
                  </a:lnTo>
                  <a:lnTo>
                    <a:pt x="1648251" y="1217398"/>
                  </a:lnTo>
                  <a:lnTo>
                    <a:pt x="1728655" y="1226462"/>
                  </a:lnTo>
                  <a:lnTo>
                    <a:pt x="1820005" y="1238030"/>
                  </a:lnTo>
                  <a:lnTo>
                    <a:pt x="1918333" y="1252123"/>
                  </a:lnTo>
                  <a:lnTo>
                    <a:pt x="2019648" y="1268704"/>
                  </a:lnTo>
                  <a:lnTo>
                    <a:pt x="2120441" y="1287718"/>
                  </a:lnTo>
                  <a:lnTo>
                    <a:pt x="2217982" y="1309136"/>
                  </a:lnTo>
                  <a:lnTo>
                    <a:pt x="2310401" y="1332987"/>
                  </a:lnTo>
                  <a:lnTo>
                    <a:pt x="2396623" y="1359380"/>
                  </a:lnTo>
                  <a:lnTo>
                    <a:pt x="2476226" y="1388511"/>
                  </a:lnTo>
                  <a:lnTo>
                    <a:pt x="2549279" y="1420663"/>
                  </a:lnTo>
                  <a:lnTo>
                    <a:pt x="2616182" y="1456204"/>
                  </a:lnTo>
                  <a:lnTo>
                    <a:pt x="2677549" y="1495577"/>
                  </a:lnTo>
                  <a:lnTo>
                    <a:pt x="2734107" y="1539272"/>
                  </a:lnTo>
                  <a:lnTo>
                    <a:pt x="2786631" y="1587797"/>
                  </a:lnTo>
                  <a:lnTo>
                    <a:pt x="2835890" y="1641614"/>
                  </a:lnTo>
                  <a:lnTo>
                    <a:pt x="2882600" y="1701033"/>
                  </a:lnTo>
                  <a:lnTo>
                    <a:pt x="2896531" y="1720416"/>
                  </a:lnTo>
                  <a:lnTo>
                    <a:pt x="2932802" y="1774520"/>
                  </a:lnTo>
                  <a:lnTo>
                    <a:pt x="2968183" y="1832457"/>
                  </a:lnTo>
                  <a:lnTo>
                    <a:pt x="3002908" y="1894303"/>
                  </a:lnTo>
                  <a:lnTo>
                    <a:pt x="3037167" y="1960081"/>
                  </a:lnTo>
                  <a:lnTo>
                    <a:pt x="3071113" y="2029745"/>
                  </a:lnTo>
                  <a:lnTo>
                    <a:pt x="3104867" y="2103184"/>
                  </a:lnTo>
                  <a:lnTo>
                    <a:pt x="3138520" y="2180210"/>
                  </a:lnTo>
                  <a:lnTo>
                    <a:pt x="3172142" y="2260561"/>
                  </a:lnTo>
                  <a:lnTo>
                    <a:pt x="3205776" y="2343898"/>
                  </a:lnTo>
                  <a:lnTo>
                    <a:pt x="3239449" y="2429814"/>
                  </a:lnTo>
                  <a:lnTo>
                    <a:pt x="3273171" y="2517835"/>
                  </a:lnTo>
                  <a:lnTo>
                    <a:pt x="3306939" y="2607430"/>
                  </a:lnTo>
                  <a:lnTo>
                    <a:pt x="3340741" y="2698029"/>
                  </a:lnTo>
                  <a:lnTo>
                    <a:pt x="3374556" y="2789033"/>
                  </a:lnTo>
                  <a:lnTo>
                    <a:pt x="3408364" y="2879831"/>
                  </a:lnTo>
                  <a:lnTo>
                    <a:pt x="3442145" y="2969818"/>
                  </a:lnTo>
                  <a:lnTo>
                    <a:pt x="3475883" y="3058413"/>
                  </a:lnTo>
                  <a:lnTo>
                    <a:pt x="3509572" y="3145072"/>
                  </a:lnTo>
                  <a:lnTo>
                    <a:pt x="3543217" y="3229300"/>
                  </a:lnTo>
                  <a:lnTo>
                    <a:pt x="3576838" y="3310667"/>
                  </a:lnTo>
                  <a:lnTo>
                    <a:pt x="3610475" y="3388812"/>
                  </a:lnTo>
                  <a:lnTo>
                    <a:pt x="3644188" y="3463446"/>
                  </a:lnTo>
                  <a:lnTo>
                    <a:pt x="3678059" y="3534360"/>
                  </a:lnTo>
                  <a:lnTo>
                    <a:pt x="3712200" y="3601415"/>
                  </a:lnTo>
                  <a:lnTo>
                    <a:pt x="3746754" y="3664546"/>
                  </a:lnTo>
                  <a:lnTo>
                    <a:pt x="3781897" y="3723754"/>
                  </a:lnTo>
                  <a:lnTo>
                    <a:pt x="3817849" y="3779098"/>
                  </a:lnTo>
                  <a:lnTo>
                    <a:pt x="3829811" y="3796357"/>
                  </a:lnTo>
                  <a:lnTo>
                    <a:pt x="3875869" y="3857517"/>
                  </a:lnTo>
                  <a:lnTo>
                    <a:pt x="3924273" y="3913031"/>
                  </a:lnTo>
                  <a:lnTo>
                    <a:pt x="3975714" y="3963137"/>
                  </a:lnTo>
                  <a:lnTo>
                    <a:pt x="4030950" y="4008263"/>
                  </a:lnTo>
                  <a:lnTo>
                    <a:pt x="4090759" y="4048908"/>
                  </a:lnTo>
                  <a:lnTo>
                    <a:pt x="4155890" y="4085576"/>
                  </a:lnTo>
                  <a:lnTo>
                    <a:pt x="4227000" y="4118726"/>
                  </a:lnTo>
                  <a:lnTo>
                    <a:pt x="4304567" y="4148750"/>
                  </a:lnTo>
                  <a:lnTo>
                    <a:pt x="4388776" y="4175959"/>
                  </a:lnTo>
                  <a:lnTo>
                    <a:pt x="4479372" y="4200576"/>
                  </a:lnTo>
                  <a:lnTo>
                    <a:pt x="4575500" y="4222734"/>
                  </a:lnTo>
                  <a:lnTo>
                    <a:pt x="4675546" y="4242487"/>
                  </a:lnTo>
                  <a:lnTo>
                    <a:pt x="4777040" y="4259820"/>
                  </a:lnTo>
                  <a:lnTo>
                    <a:pt x="4876696" y="4274683"/>
                  </a:lnTo>
                  <a:lnTo>
                    <a:pt x="4970624" y="4287028"/>
                  </a:lnTo>
                  <a:lnTo>
                    <a:pt x="5054785" y="4296853"/>
                  </a:lnTo>
                  <a:lnTo>
                    <a:pt x="5125603" y="4304248"/>
                  </a:lnTo>
                  <a:lnTo>
                    <a:pt x="5180633" y="4309417"/>
                  </a:lnTo>
                  <a:lnTo>
                    <a:pt x="5219080" y="4312682"/>
                  </a:lnTo>
                  <a:lnTo>
                    <a:pt x="5242046" y="4314451"/>
                  </a:lnTo>
                  <a:lnTo>
                    <a:pt x="5252475" y="4315183"/>
                  </a:lnTo>
                  <a:lnTo>
                    <a:pt x="5254955" y="4315343"/>
                  </a:lnTo>
                  <a:lnTo>
                    <a:pt x="6726343" y="4315343"/>
                  </a:lnTo>
                  <a:lnTo>
                    <a:pt x="6727268" y="4315263"/>
                  </a:lnTo>
                  <a:lnTo>
                    <a:pt x="6733377" y="4314695"/>
                  </a:lnTo>
                  <a:lnTo>
                    <a:pt x="6748869" y="4313126"/>
                  </a:lnTo>
                  <a:lnTo>
                    <a:pt x="6776796" y="4310034"/>
                  </a:lnTo>
                  <a:lnTo>
                    <a:pt x="6818884" y="4304921"/>
                  </a:lnTo>
                  <a:lnTo>
                    <a:pt x="6875407" y="4297364"/>
                  </a:lnTo>
                  <a:lnTo>
                    <a:pt x="6945228" y="4287042"/>
                  </a:lnTo>
                  <a:lnTo>
                    <a:pt x="7026046" y="4273763"/>
                  </a:lnTo>
                  <a:lnTo>
                    <a:pt x="7114813" y="4257449"/>
                  </a:lnTo>
                  <a:lnTo>
                    <a:pt x="7208211" y="4238113"/>
                  </a:lnTo>
                  <a:lnTo>
                    <a:pt x="7303086" y="4215812"/>
                  </a:lnTo>
                  <a:lnTo>
                    <a:pt x="7396754" y="4190605"/>
                  </a:lnTo>
                  <a:lnTo>
                    <a:pt x="7487158" y="4162509"/>
                  </a:lnTo>
                  <a:lnTo>
                    <a:pt x="7572898" y="4131477"/>
                  </a:lnTo>
                  <a:lnTo>
                    <a:pt x="7653168" y="4097377"/>
                  </a:lnTo>
                  <a:lnTo>
                    <a:pt x="7727651" y="4059984"/>
                  </a:lnTo>
                  <a:lnTo>
                    <a:pt x="7796397" y="4018981"/>
                  </a:lnTo>
                  <a:lnTo>
                    <a:pt x="7859721" y="3973961"/>
                  </a:lnTo>
                  <a:lnTo>
                    <a:pt x="7918102" y="3924438"/>
                  </a:lnTo>
                  <a:lnTo>
                    <a:pt x="7972123" y="3869870"/>
                  </a:lnTo>
                  <a:lnTo>
                    <a:pt x="8022410" y="3809683"/>
                  </a:lnTo>
                  <a:lnTo>
                    <a:pt x="8069599" y="3743333"/>
                  </a:lnTo>
                  <a:lnTo>
                    <a:pt x="8114295" y="3670381"/>
                  </a:lnTo>
                  <a:lnTo>
                    <a:pt x="8151487" y="3601567"/>
                  </a:lnTo>
                  <a:lnTo>
                    <a:pt x="8183116" y="3537087"/>
                  </a:lnTo>
                  <a:lnTo>
                    <a:pt x="8214045" y="3468627"/>
                  </a:lnTo>
                  <a:lnTo>
                    <a:pt x="8244436" y="3396107"/>
                  </a:lnTo>
                  <a:lnTo>
                    <a:pt x="8274422" y="3319490"/>
                  </a:lnTo>
                  <a:lnTo>
                    <a:pt x="8304115" y="3238788"/>
                  </a:lnTo>
                  <a:lnTo>
                    <a:pt x="8333605" y="3154066"/>
                  </a:lnTo>
                  <a:lnTo>
                    <a:pt x="8362968" y="3065446"/>
                  </a:lnTo>
                  <a:lnTo>
                    <a:pt x="8392261" y="2973109"/>
                  </a:lnTo>
                  <a:lnTo>
                    <a:pt x="8421528" y="2877294"/>
                  </a:lnTo>
                  <a:lnTo>
                    <a:pt x="8450801" y="2778300"/>
                  </a:lnTo>
                  <a:lnTo>
                    <a:pt x="8480099" y="2676485"/>
                  </a:lnTo>
                  <a:lnTo>
                    <a:pt x="8509432" y="2572259"/>
                  </a:lnTo>
                  <a:lnTo>
                    <a:pt x="8538803" y="2466078"/>
                  </a:lnTo>
                  <a:lnTo>
                    <a:pt x="8568206" y="2358439"/>
                  </a:lnTo>
                  <a:lnTo>
                    <a:pt x="8597632" y="2249869"/>
                  </a:lnTo>
                  <a:lnTo>
                    <a:pt x="8627068" y="2140913"/>
                  </a:lnTo>
                  <a:lnTo>
                    <a:pt x="8656500" y="2032125"/>
                  </a:lnTo>
                  <a:lnTo>
                    <a:pt x="8685914" y="1924056"/>
                  </a:lnTo>
                  <a:lnTo>
                    <a:pt x="8715298" y="1817242"/>
                  </a:lnTo>
                  <a:lnTo>
                    <a:pt x="8744646" y="1712192"/>
                  </a:lnTo>
                  <a:lnTo>
                    <a:pt x="8773957" y="1609379"/>
                  </a:lnTo>
                  <a:lnTo>
                    <a:pt x="8803238" y="1509233"/>
                  </a:lnTo>
                  <a:lnTo>
                    <a:pt x="8832504" y="1412131"/>
                  </a:lnTo>
                  <a:lnTo>
                    <a:pt x="8861783" y="1318397"/>
                  </a:lnTo>
                  <a:lnTo>
                    <a:pt x="8891112" y="1228293"/>
                  </a:lnTo>
                  <a:lnTo>
                    <a:pt x="8920545" y="1142024"/>
                  </a:lnTo>
                  <a:lnTo>
                    <a:pt x="8950148" y="1059734"/>
                  </a:lnTo>
                  <a:lnTo>
                    <a:pt x="8980007" y="981509"/>
                  </a:lnTo>
                  <a:lnTo>
                    <a:pt x="9010224" y="907382"/>
                  </a:lnTo>
                  <a:lnTo>
                    <a:pt x="9040925" y="837336"/>
                  </a:lnTo>
                  <a:lnTo>
                    <a:pt x="9072258" y="771306"/>
                  </a:lnTo>
                  <a:lnTo>
                    <a:pt x="9084767" y="746467"/>
                  </a:lnTo>
                  <a:lnTo>
                    <a:pt x="9127748" y="667613"/>
                  </a:lnTo>
                  <a:lnTo>
                    <a:pt x="9172741" y="595553"/>
                  </a:lnTo>
                  <a:lnTo>
                    <a:pt x="9220304" y="530046"/>
                  </a:lnTo>
                  <a:lnTo>
                    <a:pt x="9271048" y="470636"/>
                  </a:lnTo>
                  <a:lnTo>
                    <a:pt x="9325611" y="416768"/>
                  </a:lnTo>
                  <a:lnTo>
                    <a:pt x="9384614" y="367871"/>
                  </a:lnTo>
                  <a:lnTo>
                    <a:pt x="9448630" y="323408"/>
                  </a:lnTo>
                  <a:lnTo>
                    <a:pt x="9518122" y="282904"/>
                  </a:lnTo>
                  <a:lnTo>
                    <a:pt x="9593374" y="245963"/>
                  </a:lnTo>
                  <a:lnTo>
                    <a:pt x="9674395" y="212280"/>
                  </a:lnTo>
                  <a:lnTo>
                    <a:pt x="9760811" y="181642"/>
                  </a:lnTo>
                  <a:lnTo>
                    <a:pt x="9851741" y="153929"/>
                  </a:lnTo>
                  <a:lnTo>
                    <a:pt x="9945701" y="129104"/>
                  </a:lnTo>
                  <a:lnTo>
                    <a:pt x="10040547" y="107192"/>
                  </a:lnTo>
                  <a:lnTo>
                    <a:pt x="10133521" y="88253"/>
                  </a:lnTo>
                  <a:lnTo>
                    <a:pt x="10221425" y="72341"/>
                  </a:lnTo>
                  <a:lnTo>
                    <a:pt x="10300952" y="59460"/>
                  </a:lnTo>
                  <a:lnTo>
                    <a:pt x="10369125" y="49517"/>
                  </a:lnTo>
                  <a:lnTo>
                    <a:pt x="10423775" y="42304"/>
                  </a:lnTo>
                  <a:lnTo>
                    <a:pt x="10463941" y="37486"/>
                  </a:lnTo>
                  <a:lnTo>
                    <a:pt x="10490093" y="34624"/>
                  </a:lnTo>
                  <a:lnTo>
                    <a:pt x="10504143" y="33218"/>
                  </a:lnTo>
                  <a:lnTo>
                    <a:pt x="10509302" y="32744"/>
                  </a:lnTo>
                  <a:lnTo>
                    <a:pt x="10509911" y="32691"/>
                  </a:lnTo>
                  <a:lnTo>
                    <a:pt x="11981298" y="32691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8985" y="79"/>
                  </a:lnTo>
                  <a:lnTo>
                    <a:pt x="10502876" y="647"/>
                  </a:lnTo>
                  <a:lnTo>
                    <a:pt x="10487384" y="2216"/>
                  </a:lnTo>
                  <a:lnTo>
                    <a:pt x="10459457" y="5309"/>
                  </a:lnTo>
                  <a:lnTo>
                    <a:pt x="10417370" y="10421"/>
                  </a:lnTo>
                  <a:lnTo>
                    <a:pt x="10360847" y="17978"/>
                  </a:lnTo>
                  <a:lnTo>
                    <a:pt x="10291025" y="28300"/>
                  </a:lnTo>
                  <a:lnTo>
                    <a:pt x="10210207" y="41580"/>
                  </a:lnTo>
                  <a:lnTo>
                    <a:pt x="10121441" y="57893"/>
                  </a:lnTo>
                  <a:lnTo>
                    <a:pt x="10028043" y="77229"/>
                  </a:lnTo>
                  <a:lnTo>
                    <a:pt x="9933167" y="99530"/>
                  </a:lnTo>
                  <a:lnTo>
                    <a:pt x="9839500" y="124737"/>
                  </a:lnTo>
                  <a:lnTo>
                    <a:pt x="9749095" y="152833"/>
                  </a:lnTo>
                  <a:lnTo>
                    <a:pt x="9663355" y="183865"/>
                  </a:lnTo>
                  <a:lnTo>
                    <a:pt x="9583085" y="217965"/>
                  </a:lnTo>
                  <a:lnTo>
                    <a:pt x="9508603" y="255358"/>
                  </a:lnTo>
                  <a:lnTo>
                    <a:pt x="9439856" y="296361"/>
                  </a:lnTo>
                  <a:lnTo>
                    <a:pt x="9376533" y="341382"/>
                  </a:lnTo>
                  <a:lnTo>
                    <a:pt x="9318151" y="390904"/>
                  </a:lnTo>
                  <a:lnTo>
                    <a:pt x="9264130" y="445473"/>
                  </a:lnTo>
                  <a:lnTo>
                    <a:pt x="9213843" y="505659"/>
                  </a:lnTo>
                  <a:lnTo>
                    <a:pt x="9166655" y="572009"/>
                  </a:lnTo>
                  <a:lnTo>
                    <a:pt x="9121958" y="644961"/>
                  </a:lnTo>
                  <a:lnTo>
                    <a:pt x="9084767" y="713775"/>
                  </a:lnTo>
                  <a:lnTo>
                    <a:pt x="9053138" y="778255"/>
                  </a:lnTo>
                  <a:lnTo>
                    <a:pt x="9022208" y="846715"/>
                  </a:lnTo>
                  <a:lnTo>
                    <a:pt x="8991817" y="919235"/>
                  </a:lnTo>
                  <a:lnTo>
                    <a:pt x="8961831" y="995853"/>
                  </a:lnTo>
                  <a:lnTo>
                    <a:pt x="8932139" y="1076555"/>
                  </a:lnTo>
                  <a:lnTo>
                    <a:pt x="8902648" y="1161276"/>
                  </a:lnTo>
                  <a:lnTo>
                    <a:pt x="8873285" y="1249896"/>
                  </a:lnTo>
                  <a:lnTo>
                    <a:pt x="8843992" y="1342233"/>
                  </a:lnTo>
                  <a:lnTo>
                    <a:pt x="8814725" y="1438048"/>
                  </a:lnTo>
                  <a:lnTo>
                    <a:pt x="8785452" y="1537042"/>
                  </a:lnTo>
                  <a:lnTo>
                    <a:pt x="8756155" y="1638857"/>
                  </a:lnTo>
                  <a:lnTo>
                    <a:pt x="8726821" y="1743083"/>
                  </a:lnTo>
                  <a:lnTo>
                    <a:pt x="8697450" y="1849264"/>
                  </a:lnTo>
                  <a:lnTo>
                    <a:pt x="8668047" y="1956903"/>
                  </a:lnTo>
                  <a:lnTo>
                    <a:pt x="8638621" y="2065473"/>
                  </a:lnTo>
                  <a:lnTo>
                    <a:pt x="8609185" y="2174429"/>
                  </a:lnTo>
                  <a:lnTo>
                    <a:pt x="8579753" y="2283217"/>
                  </a:lnTo>
                  <a:lnTo>
                    <a:pt x="8550340" y="2391286"/>
                  </a:lnTo>
                  <a:lnTo>
                    <a:pt x="8520955" y="2498100"/>
                  </a:lnTo>
                  <a:lnTo>
                    <a:pt x="8491607" y="2603150"/>
                  </a:lnTo>
                  <a:lnTo>
                    <a:pt x="8462296" y="2705963"/>
                  </a:lnTo>
                  <a:lnTo>
                    <a:pt x="8433015" y="2806109"/>
                  </a:lnTo>
                  <a:lnTo>
                    <a:pt x="8403749" y="2903211"/>
                  </a:lnTo>
                  <a:lnTo>
                    <a:pt x="8374470" y="2996945"/>
                  </a:lnTo>
                  <a:lnTo>
                    <a:pt x="8345141" y="3087049"/>
                  </a:lnTo>
                  <a:lnTo>
                    <a:pt x="8315709" y="3173318"/>
                  </a:lnTo>
                  <a:lnTo>
                    <a:pt x="8286105" y="3255608"/>
                  </a:lnTo>
                  <a:lnTo>
                    <a:pt x="8256247" y="3333833"/>
                  </a:lnTo>
                  <a:lnTo>
                    <a:pt x="8226029" y="3407960"/>
                  </a:lnTo>
                  <a:lnTo>
                    <a:pt x="8195329" y="3478006"/>
                  </a:lnTo>
                  <a:lnTo>
                    <a:pt x="8163995" y="3544036"/>
                  </a:lnTo>
                  <a:lnTo>
                    <a:pt x="8151487" y="3568875"/>
                  </a:lnTo>
                  <a:lnTo>
                    <a:pt x="8108505" y="3647729"/>
                  </a:lnTo>
                  <a:lnTo>
                    <a:pt x="8063512" y="3719789"/>
                  </a:lnTo>
                  <a:lnTo>
                    <a:pt x="8015950" y="3785296"/>
                  </a:lnTo>
                  <a:lnTo>
                    <a:pt x="7965205" y="3844706"/>
                  </a:lnTo>
                  <a:lnTo>
                    <a:pt x="7910643" y="3898575"/>
                  </a:lnTo>
                  <a:lnTo>
                    <a:pt x="7851639" y="3947471"/>
                  </a:lnTo>
                  <a:lnTo>
                    <a:pt x="7787623" y="3991934"/>
                  </a:lnTo>
                  <a:lnTo>
                    <a:pt x="7718131" y="4032438"/>
                  </a:lnTo>
                  <a:lnTo>
                    <a:pt x="7642879" y="4069379"/>
                  </a:lnTo>
                  <a:lnTo>
                    <a:pt x="7561858" y="4103062"/>
                  </a:lnTo>
                  <a:lnTo>
                    <a:pt x="7475443" y="4133700"/>
                  </a:lnTo>
                  <a:lnTo>
                    <a:pt x="7384512" y="4161413"/>
                  </a:lnTo>
                  <a:lnTo>
                    <a:pt x="7290552" y="4186238"/>
                  </a:lnTo>
                  <a:lnTo>
                    <a:pt x="7195706" y="4208150"/>
                  </a:lnTo>
                  <a:lnTo>
                    <a:pt x="7102732" y="4227089"/>
                  </a:lnTo>
                  <a:lnTo>
                    <a:pt x="7014828" y="4243001"/>
                  </a:lnTo>
                  <a:lnTo>
                    <a:pt x="6935301" y="4255882"/>
                  </a:lnTo>
                  <a:lnTo>
                    <a:pt x="6867128" y="4265825"/>
                  </a:lnTo>
                  <a:lnTo>
                    <a:pt x="6812479" y="4273038"/>
                  </a:lnTo>
                  <a:lnTo>
                    <a:pt x="6772312" y="4277856"/>
                  </a:lnTo>
                  <a:lnTo>
                    <a:pt x="6746160" y="4280718"/>
                  </a:lnTo>
                  <a:lnTo>
                    <a:pt x="6732111" y="4282124"/>
                  </a:lnTo>
                  <a:lnTo>
                    <a:pt x="6726951" y="4282599"/>
                  </a:lnTo>
                  <a:lnTo>
                    <a:pt x="6726343" y="4282651"/>
                  </a:lnTo>
                  <a:lnTo>
                    <a:pt x="5254955" y="4282651"/>
                  </a:lnTo>
                  <a:lnTo>
                    <a:pt x="5253826" y="4282580"/>
                  </a:lnTo>
                  <a:lnTo>
                    <a:pt x="5246400" y="4282073"/>
                  </a:lnTo>
                  <a:lnTo>
                    <a:pt x="5227677" y="4280671"/>
                  </a:lnTo>
                  <a:lnTo>
                    <a:pt x="5194190" y="4277913"/>
                  </a:lnTo>
                  <a:lnTo>
                    <a:pt x="5144253" y="4273367"/>
                  </a:lnTo>
                  <a:lnTo>
                    <a:pt x="5078091" y="4266683"/>
                  </a:lnTo>
                  <a:lnTo>
                    <a:pt x="4997687" y="4257619"/>
                  </a:lnTo>
                  <a:lnTo>
                    <a:pt x="4906337" y="4246051"/>
                  </a:lnTo>
                  <a:lnTo>
                    <a:pt x="4808009" y="4231958"/>
                  </a:lnTo>
                  <a:lnTo>
                    <a:pt x="4706694" y="4215377"/>
                  </a:lnTo>
                  <a:lnTo>
                    <a:pt x="4605901" y="4196363"/>
                  </a:lnTo>
                  <a:lnTo>
                    <a:pt x="4508360" y="4174945"/>
                  </a:lnTo>
                  <a:lnTo>
                    <a:pt x="4415942" y="4151094"/>
                  </a:lnTo>
                  <a:lnTo>
                    <a:pt x="4329720" y="4124701"/>
                  </a:lnTo>
                  <a:lnTo>
                    <a:pt x="4250116" y="4095570"/>
                  </a:lnTo>
                  <a:lnTo>
                    <a:pt x="4177063" y="4063418"/>
                  </a:lnTo>
                  <a:lnTo>
                    <a:pt x="4110160" y="4027877"/>
                  </a:lnTo>
                  <a:lnTo>
                    <a:pt x="4048793" y="3988504"/>
                  </a:lnTo>
                  <a:lnTo>
                    <a:pt x="3992235" y="3944809"/>
                  </a:lnTo>
                  <a:lnTo>
                    <a:pt x="3939711" y="3896283"/>
                  </a:lnTo>
                  <a:lnTo>
                    <a:pt x="3890452" y="3842467"/>
                  </a:lnTo>
                  <a:lnTo>
                    <a:pt x="3843742" y="3783048"/>
                  </a:lnTo>
                  <a:lnTo>
                    <a:pt x="3829811" y="3763665"/>
                  </a:lnTo>
                  <a:lnTo>
                    <a:pt x="3793540" y="3709561"/>
                  </a:lnTo>
                  <a:lnTo>
                    <a:pt x="3758159" y="3651624"/>
                  </a:lnTo>
                  <a:lnTo>
                    <a:pt x="3723434" y="3589777"/>
                  </a:lnTo>
                  <a:lnTo>
                    <a:pt x="3689175" y="3524000"/>
                  </a:lnTo>
                  <a:lnTo>
                    <a:pt x="3655229" y="3454336"/>
                  </a:lnTo>
                  <a:lnTo>
                    <a:pt x="3621476" y="3380897"/>
                  </a:lnTo>
                  <a:lnTo>
                    <a:pt x="3587822" y="3303871"/>
                  </a:lnTo>
                  <a:lnTo>
                    <a:pt x="3554200" y="3223520"/>
                  </a:lnTo>
                  <a:lnTo>
                    <a:pt x="3520566" y="3140182"/>
                  </a:lnTo>
                  <a:lnTo>
                    <a:pt x="3486893" y="3054266"/>
                  </a:lnTo>
                  <a:lnTo>
                    <a:pt x="3453171" y="2966246"/>
                  </a:lnTo>
                  <a:lnTo>
                    <a:pt x="3419403" y="2876651"/>
                  </a:lnTo>
                  <a:lnTo>
                    <a:pt x="3385601" y="2786052"/>
                  </a:lnTo>
                  <a:lnTo>
                    <a:pt x="3351786" y="2695048"/>
                  </a:lnTo>
                  <a:lnTo>
                    <a:pt x="3317978" y="2604250"/>
                  </a:lnTo>
                  <a:lnTo>
                    <a:pt x="3284197" y="2514263"/>
                  </a:lnTo>
                  <a:lnTo>
                    <a:pt x="3250459" y="2425667"/>
                  </a:lnTo>
                  <a:lnTo>
                    <a:pt x="3216770" y="2339009"/>
                  </a:lnTo>
                  <a:lnTo>
                    <a:pt x="3183125" y="2254781"/>
                  </a:lnTo>
                  <a:lnTo>
                    <a:pt x="3149504" y="2173414"/>
                  </a:lnTo>
                  <a:lnTo>
                    <a:pt x="3115867" y="2095269"/>
                  </a:lnTo>
                  <a:lnTo>
                    <a:pt x="3082155" y="2020634"/>
                  </a:lnTo>
                  <a:lnTo>
                    <a:pt x="3048283" y="1949721"/>
                  </a:lnTo>
                  <a:lnTo>
                    <a:pt x="3014142" y="1882666"/>
                  </a:lnTo>
                  <a:lnTo>
                    <a:pt x="2979588" y="1819535"/>
                  </a:lnTo>
                  <a:lnTo>
                    <a:pt x="2944445" y="1760327"/>
                  </a:lnTo>
                  <a:lnTo>
                    <a:pt x="2908493" y="1704982"/>
                  </a:lnTo>
                  <a:lnTo>
                    <a:pt x="2896531" y="1687724"/>
                  </a:lnTo>
                  <a:lnTo>
                    <a:pt x="2850473" y="1626564"/>
                  </a:lnTo>
                  <a:lnTo>
                    <a:pt x="2802070" y="1571049"/>
                  </a:lnTo>
                  <a:lnTo>
                    <a:pt x="2750628" y="1520943"/>
                  </a:lnTo>
                  <a:lnTo>
                    <a:pt x="2695392" y="1475818"/>
                  </a:lnTo>
                  <a:lnTo>
                    <a:pt x="2635583" y="1435173"/>
                  </a:lnTo>
                  <a:lnTo>
                    <a:pt x="2570452" y="1398505"/>
                  </a:lnTo>
                  <a:lnTo>
                    <a:pt x="2499342" y="1365355"/>
                  </a:lnTo>
                  <a:lnTo>
                    <a:pt x="2421775" y="1335331"/>
                  </a:lnTo>
                  <a:lnTo>
                    <a:pt x="2337567" y="1308122"/>
                  </a:lnTo>
                  <a:lnTo>
                    <a:pt x="2246970" y="1283505"/>
                  </a:lnTo>
                  <a:lnTo>
                    <a:pt x="2150842" y="1261347"/>
                  </a:lnTo>
                  <a:lnTo>
                    <a:pt x="2050797" y="1241594"/>
                  </a:lnTo>
                  <a:lnTo>
                    <a:pt x="1949302" y="1224261"/>
                  </a:lnTo>
                  <a:lnTo>
                    <a:pt x="1849646" y="1209398"/>
                  </a:lnTo>
                  <a:lnTo>
                    <a:pt x="1755718" y="1197053"/>
                  </a:lnTo>
                  <a:lnTo>
                    <a:pt x="1671557" y="1187228"/>
                  </a:lnTo>
                  <a:lnTo>
                    <a:pt x="1600739" y="1179833"/>
                  </a:lnTo>
                  <a:lnTo>
                    <a:pt x="1545709" y="1174664"/>
                  </a:lnTo>
                  <a:lnTo>
                    <a:pt x="1507262" y="1171399"/>
                  </a:lnTo>
                  <a:lnTo>
                    <a:pt x="1484297" y="1169630"/>
                  </a:lnTo>
                  <a:lnTo>
                    <a:pt x="1473867" y="1168898"/>
                  </a:lnTo>
                  <a:lnTo>
                    <a:pt x="1471387" y="1168738"/>
                  </a:lnTo>
                  <a:lnTo>
                    <a:pt x="0" y="1168738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444" name="pl444"/>
            <p:cNvSpPr/>
            <p:nvPr/>
          </p:nvSpPr>
          <p:spPr>
            <a:xfrm>
              <a:off x="4799595" y="4554774"/>
              <a:ext cx="11981298" cy="4282651"/>
            </a:xfrm>
            <a:custGeom>
              <a:avLst/>
              <a:pathLst>
                <a:path w="11981298" h="4282651">
                  <a:moveTo>
                    <a:pt x="0" y="1168738"/>
                  </a:moveTo>
                  <a:lnTo>
                    <a:pt x="1471387" y="1168738"/>
                  </a:lnTo>
                  <a:lnTo>
                    <a:pt x="1472516" y="1168809"/>
                  </a:lnTo>
                  <a:lnTo>
                    <a:pt x="1479942" y="1169316"/>
                  </a:lnTo>
                  <a:lnTo>
                    <a:pt x="1498666" y="1170717"/>
                  </a:lnTo>
                  <a:lnTo>
                    <a:pt x="1532152" y="1173476"/>
                  </a:lnTo>
                  <a:lnTo>
                    <a:pt x="1582089" y="1178022"/>
                  </a:lnTo>
                  <a:lnTo>
                    <a:pt x="1648251" y="1184706"/>
                  </a:lnTo>
                  <a:lnTo>
                    <a:pt x="1728655" y="1193770"/>
                  </a:lnTo>
                  <a:lnTo>
                    <a:pt x="1820005" y="1205338"/>
                  </a:lnTo>
                  <a:lnTo>
                    <a:pt x="1918333" y="1219431"/>
                  </a:lnTo>
                  <a:lnTo>
                    <a:pt x="2019648" y="1236012"/>
                  </a:lnTo>
                  <a:lnTo>
                    <a:pt x="2120441" y="1255026"/>
                  </a:lnTo>
                  <a:lnTo>
                    <a:pt x="2217982" y="1276444"/>
                  </a:lnTo>
                  <a:lnTo>
                    <a:pt x="2310401" y="1300295"/>
                  </a:lnTo>
                  <a:lnTo>
                    <a:pt x="2396623" y="1326688"/>
                  </a:lnTo>
                  <a:lnTo>
                    <a:pt x="2476226" y="1355819"/>
                  </a:lnTo>
                  <a:lnTo>
                    <a:pt x="2549279" y="1387971"/>
                  </a:lnTo>
                  <a:lnTo>
                    <a:pt x="2616182" y="1423512"/>
                  </a:lnTo>
                  <a:lnTo>
                    <a:pt x="2677549" y="1462885"/>
                  </a:lnTo>
                  <a:lnTo>
                    <a:pt x="2734107" y="1506580"/>
                  </a:lnTo>
                  <a:lnTo>
                    <a:pt x="2786631" y="1555105"/>
                  </a:lnTo>
                  <a:lnTo>
                    <a:pt x="2835890" y="1608922"/>
                  </a:lnTo>
                  <a:lnTo>
                    <a:pt x="2882600" y="1668341"/>
                  </a:lnTo>
                  <a:lnTo>
                    <a:pt x="2896531" y="1687724"/>
                  </a:lnTo>
                  <a:lnTo>
                    <a:pt x="2932802" y="1741828"/>
                  </a:lnTo>
                  <a:lnTo>
                    <a:pt x="2968183" y="1799765"/>
                  </a:lnTo>
                  <a:lnTo>
                    <a:pt x="3002908" y="1861611"/>
                  </a:lnTo>
                  <a:lnTo>
                    <a:pt x="3037167" y="1927389"/>
                  </a:lnTo>
                  <a:lnTo>
                    <a:pt x="3071113" y="1997053"/>
                  </a:lnTo>
                  <a:lnTo>
                    <a:pt x="3104867" y="2070492"/>
                  </a:lnTo>
                  <a:lnTo>
                    <a:pt x="3138520" y="2147518"/>
                  </a:lnTo>
                  <a:lnTo>
                    <a:pt x="3172142" y="2227869"/>
                  </a:lnTo>
                  <a:lnTo>
                    <a:pt x="3205776" y="2311206"/>
                  </a:lnTo>
                  <a:lnTo>
                    <a:pt x="3239449" y="2397122"/>
                  </a:lnTo>
                  <a:lnTo>
                    <a:pt x="3273171" y="2485143"/>
                  </a:lnTo>
                  <a:lnTo>
                    <a:pt x="3306939" y="2574738"/>
                  </a:lnTo>
                  <a:lnTo>
                    <a:pt x="3340741" y="2665337"/>
                  </a:lnTo>
                  <a:lnTo>
                    <a:pt x="3374556" y="2756341"/>
                  </a:lnTo>
                  <a:lnTo>
                    <a:pt x="3408364" y="2847139"/>
                  </a:lnTo>
                  <a:lnTo>
                    <a:pt x="3442145" y="2937126"/>
                  </a:lnTo>
                  <a:lnTo>
                    <a:pt x="3475883" y="3025721"/>
                  </a:lnTo>
                  <a:lnTo>
                    <a:pt x="3509572" y="3112380"/>
                  </a:lnTo>
                  <a:lnTo>
                    <a:pt x="3543217" y="3196608"/>
                  </a:lnTo>
                  <a:lnTo>
                    <a:pt x="3576838" y="3277975"/>
                  </a:lnTo>
                  <a:lnTo>
                    <a:pt x="3610475" y="3356120"/>
                  </a:lnTo>
                  <a:lnTo>
                    <a:pt x="3644188" y="3430754"/>
                  </a:lnTo>
                  <a:lnTo>
                    <a:pt x="3678059" y="3501668"/>
                  </a:lnTo>
                  <a:lnTo>
                    <a:pt x="3712200" y="3568723"/>
                  </a:lnTo>
                  <a:lnTo>
                    <a:pt x="3746754" y="3631854"/>
                  </a:lnTo>
                  <a:lnTo>
                    <a:pt x="3781897" y="3691062"/>
                  </a:lnTo>
                  <a:lnTo>
                    <a:pt x="3817849" y="3746406"/>
                  </a:lnTo>
                  <a:lnTo>
                    <a:pt x="3829811" y="3763665"/>
                  </a:lnTo>
                  <a:lnTo>
                    <a:pt x="3875869" y="3824825"/>
                  </a:lnTo>
                  <a:lnTo>
                    <a:pt x="3924273" y="3880340"/>
                  </a:lnTo>
                  <a:lnTo>
                    <a:pt x="3975714" y="3930445"/>
                  </a:lnTo>
                  <a:lnTo>
                    <a:pt x="4030950" y="3975571"/>
                  </a:lnTo>
                  <a:lnTo>
                    <a:pt x="4090759" y="4016216"/>
                  </a:lnTo>
                  <a:lnTo>
                    <a:pt x="4155890" y="4052884"/>
                  </a:lnTo>
                  <a:lnTo>
                    <a:pt x="4227000" y="4086034"/>
                  </a:lnTo>
                  <a:lnTo>
                    <a:pt x="4304567" y="4116058"/>
                  </a:lnTo>
                  <a:lnTo>
                    <a:pt x="4388776" y="4143267"/>
                  </a:lnTo>
                  <a:lnTo>
                    <a:pt x="4479372" y="4167884"/>
                  </a:lnTo>
                  <a:lnTo>
                    <a:pt x="4575500" y="4190042"/>
                  </a:lnTo>
                  <a:lnTo>
                    <a:pt x="4675546" y="4209795"/>
                  </a:lnTo>
                  <a:lnTo>
                    <a:pt x="4777040" y="4227128"/>
                  </a:lnTo>
                  <a:lnTo>
                    <a:pt x="4876696" y="4241991"/>
                  </a:lnTo>
                  <a:lnTo>
                    <a:pt x="4970624" y="4254336"/>
                  </a:lnTo>
                  <a:lnTo>
                    <a:pt x="5054785" y="4264161"/>
                  </a:lnTo>
                  <a:lnTo>
                    <a:pt x="5125603" y="4271556"/>
                  </a:lnTo>
                  <a:lnTo>
                    <a:pt x="5180633" y="4276725"/>
                  </a:lnTo>
                  <a:lnTo>
                    <a:pt x="5219080" y="4279990"/>
                  </a:lnTo>
                  <a:lnTo>
                    <a:pt x="5242046" y="4281759"/>
                  </a:lnTo>
                  <a:lnTo>
                    <a:pt x="5252475" y="4282491"/>
                  </a:lnTo>
                  <a:lnTo>
                    <a:pt x="5254921" y="4282649"/>
                  </a:lnTo>
                  <a:lnTo>
                    <a:pt x="5254955" y="4282651"/>
                  </a:lnTo>
                  <a:lnTo>
                    <a:pt x="6726343" y="4282651"/>
                  </a:lnTo>
                  <a:lnTo>
                    <a:pt x="6727268" y="4282571"/>
                  </a:lnTo>
                  <a:lnTo>
                    <a:pt x="6733377" y="4282003"/>
                  </a:lnTo>
                  <a:lnTo>
                    <a:pt x="6748869" y="4280434"/>
                  </a:lnTo>
                  <a:lnTo>
                    <a:pt x="6776796" y="4277342"/>
                  </a:lnTo>
                  <a:lnTo>
                    <a:pt x="6818884" y="4272229"/>
                  </a:lnTo>
                  <a:lnTo>
                    <a:pt x="6875407" y="4264672"/>
                  </a:lnTo>
                  <a:lnTo>
                    <a:pt x="6945228" y="4254350"/>
                  </a:lnTo>
                  <a:lnTo>
                    <a:pt x="7026046" y="4241071"/>
                  </a:lnTo>
                  <a:lnTo>
                    <a:pt x="7114813" y="4224757"/>
                  </a:lnTo>
                  <a:lnTo>
                    <a:pt x="7208211" y="4205421"/>
                  </a:lnTo>
                  <a:lnTo>
                    <a:pt x="7303086" y="4183120"/>
                  </a:lnTo>
                  <a:lnTo>
                    <a:pt x="7396754" y="4157913"/>
                  </a:lnTo>
                  <a:lnTo>
                    <a:pt x="7487158" y="4129817"/>
                  </a:lnTo>
                  <a:lnTo>
                    <a:pt x="7572898" y="4098785"/>
                  </a:lnTo>
                  <a:lnTo>
                    <a:pt x="7653168" y="4064685"/>
                  </a:lnTo>
                  <a:lnTo>
                    <a:pt x="7727651" y="4027292"/>
                  </a:lnTo>
                  <a:lnTo>
                    <a:pt x="7796397" y="3986289"/>
                  </a:lnTo>
                  <a:lnTo>
                    <a:pt x="7859721" y="3941269"/>
                  </a:lnTo>
                  <a:lnTo>
                    <a:pt x="7918102" y="3891746"/>
                  </a:lnTo>
                  <a:lnTo>
                    <a:pt x="7972123" y="3837178"/>
                  </a:lnTo>
                  <a:lnTo>
                    <a:pt x="8022410" y="3776991"/>
                  </a:lnTo>
                  <a:lnTo>
                    <a:pt x="8069599" y="3710641"/>
                  </a:lnTo>
                  <a:lnTo>
                    <a:pt x="8114295" y="3637689"/>
                  </a:lnTo>
                  <a:lnTo>
                    <a:pt x="8151487" y="3568875"/>
                  </a:lnTo>
                  <a:lnTo>
                    <a:pt x="8183116" y="3504395"/>
                  </a:lnTo>
                  <a:lnTo>
                    <a:pt x="8214045" y="3435935"/>
                  </a:lnTo>
                  <a:lnTo>
                    <a:pt x="8244436" y="3363415"/>
                  </a:lnTo>
                  <a:lnTo>
                    <a:pt x="8274422" y="3286798"/>
                  </a:lnTo>
                  <a:lnTo>
                    <a:pt x="8304115" y="3206096"/>
                  </a:lnTo>
                  <a:lnTo>
                    <a:pt x="8333605" y="3121374"/>
                  </a:lnTo>
                  <a:lnTo>
                    <a:pt x="8362968" y="3032754"/>
                  </a:lnTo>
                  <a:lnTo>
                    <a:pt x="8392261" y="2940417"/>
                  </a:lnTo>
                  <a:lnTo>
                    <a:pt x="8421528" y="2844602"/>
                  </a:lnTo>
                  <a:lnTo>
                    <a:pt x="8450801" y="2745608"/>
                  </a:lnTo>
                  <a:lnTo>
                    <a:pt x="8480099" y="2643793"/>
                  </a:lnTo>
                  <a:lnTo>
                    <a:pt x="8509432" y="2539567"/>
                  </a:lnTo>
                  <a:lnTo>
                    <a:pt x="8538803" y="2433386"/>
                  </a:lnTo>
                  <a:lnTo>
                    <a:pt x="8568206" y="2325747"/>
                  </a:lnTo>
                  <a:lnTo>
                    <a:pt x="8597632" y="2217177"/>
                  </a:lnTo>
                  <a:lnTo>
                    <a:pt x="8627068" y="2108221"/>
                  </a:lnTo>
                  <a:lnTo>
                    <a:pt x="8656500" y="1999433"/>
                  </a:lnTo>
                  <a:lnTo>
                    <a:pt x="8685914" y="1891364"/>
                  </a:lnTo>
                  <a:lnTo>
                    <a:pt x="8715298" y="1784550"/>
                  </a:lnTo>
                  <a:lnTo>
                    <a:pt x="8744646" y="1679500"/>
                  </a:lnTo>
                  <a:lnTo>
                    <a:pt x="8773957" y="1576687"/>
                  </a:lnTo>
                  <a:lnTo>
                    <a:pt x="8803238" y="1476541"/>
                  </a:lnTo>
                  <a:lnTo>
                    <a:pt x="8832504" y="1379439"/>
                  </a:lnTo>
                  <a:lnTo>
                    <a:pt x="8861783" y="1285705"/>
                  </a:lnTo>
                  <a:lnTo>
                    <a:pt x="8891112" y="1195601"/>
                  </a:lnTo>
                  <a:lnTo>
                    <a:pt x="8920545" y="1109332"/>
                  </a:lnTo>
                  <a:lnTo>
                    <a:pt x="8950148" y="1027042"/>
                  </a:lnTo>
                  <a:lnTo>
                    <a:pt x="8980007" y="948817"/>
                  </a:lnTo>
                  <a:lnTo>
                    <a:pt x="9010224" y="874690"/>
                  </a:lnTo>
                  <a:lnTo>
                    <a:pt x="9040925" y="804644"/>
                  </a:lnTo>
                  <a:lnTo>
                    <a:pt x="9072258" y="738614"/>
                  </a:lnTo>
                  <a:lnTo>
                    <a:pt x="9084767" y="713775"/>
                  </a:lnTo>
                  <a:lnTo>
                    <a:pt x="9127748" y="634921"/>
                  </a:lnTo>
                  <a:lnTo>
                    <a:pt x="9172741" y="562861"/>
                  </a:lnTo>
                  <a:lnTo>
                    <a:pt x="9220304" y="497354"/>
                  </a:lnTo>
                  <a:lnTo>
                    <a:pt x="9271048" y="437944"/>
                  </a:lnTo>
                  <a:lnTo>
                    <a:pt x="9325611" y="384076"/>
                  </a:lnTo>
                  <a:lnTo>
                    <a:pt x="9384614" y="335179"/>
                  </a:lnTo>
                  <a:lnTo>
                    <a:pt x="9448630" y="290716"/>
                  </a:lnTo>
                  <a:lnTo>
                    <a:pt x="9518122" y="250212"/>
                  </a:lnTo>
                  <a:lnTo>
                    <a:pt x="9593374" y="213271"/>
                  </a:lnTo>
                  <a:lnTo>
                    <a:pt x="9674395" y="179588"/>
                  </a:lnTo>
                  <a:lnTo>
                    <a:pt x="9760811" y="148950"/>
                  </a:lnTo>
                  <a:lnTo>
                    <a:pt x="9851741" y="121237"/>
                  </a:lnTo>
                  <a:lnTo>
                    <a:pt x="9945701" y="96412"/>
                  </a:lnTo>
                  <a:lnTo>
                    <a:pt x="10040547" y="74500"/>
                  </a:lnTo>
                  <a:lnTo>
                    <a:pt x="10133521" y="55561"/>
                  </a:lnTo>
                  <a:lnTo>
                    <a:pt x="10221425" y="39649"/>
                  </a:lnTo>
                  <a:lnTo>
                    <a:pt x="10300952" y="26768"/>
                  </a:lnTo>
                  <a:lnTo>
                    <a:pt x="10369125" y="16825"/>
                  </a:lnTo>
                  <a:lnTo>
                    <a:pt x="10423775" y="9612"/>
                  </a:lnTo>
                  <a:lnTo>
                    <a:pt x="10463941" y="4794"/>
                  </a:lnTo>
                  <a:lnTo>
                    <a:pt x="10490093" y="1932"/>
                  </a:lnTo>
                  <a:lnTo>
                    <a:pt x="10504143" y="526"/>
                  </a:lnTo>
                  <a:lnTo>
                    <a:pt x="10509302" y="52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45" name="pl445"/>
            <p:cNvSpPr/>
            <p:nvPr/>
          </p:nvSpPr>
          <p:spPr>
            <a:xfrm>
              <a:off x="4799595" y="4522082"/>
              <a:ext cx="11981298" cy="4282651"/>
            </a:xfrm>
            <a:custGeom>
              <a:avLst/>
              <a:pathLst>
                <a:path w="11981298" h="4282651">
                  <a:moveTo>
                    <a:pt x="11981298" y="0"/>
                  </a:moveTo>
                  <a:lnTo>
                    <a:pt x="10509911" y="0"/>
                  </a:lnTo>
                  <a:lnTo>
                    <a:pt x="10508985" y="79"/>
                  </a:lnTo>
                  <a:lnTo>
                    <a:pt x="10502876" y="647"/>
                  </a:lnTo>
                  <a:lnTo>
                    <a:pt x="10487384" y="2216"/>
                  </a:lnTo>
                  <a:lnTo>
                    <a:pt x="10459457" y="5309"/>
                  </a:lnTo>
                  <a:lnTo>
                    <a:pt x="10417370" y="10421"/>
                  </a:lnTo>
                  <a:lnTo>
                    <a:pt x="10360847" y="17978"/>
                  </a:lnTo>
                  <a:lnTo>
                    <a:pt x="10291025" y="28300"/>
                  </a:lnTo>
                  <a:lnTo>
                    <a:pt x="10210207" y="41580"/>
                  </a:lnTo>
                  <a:lnTo>
                    <a:pt x="10121441" y="57893"/>
                  </a:lnTo>
                  <a:lnTo>
                    <a:pt x="10028043" y="77229"/>
                  </a:lnTo>
                  <a:lnTo>
                    <a:pt x="9933167" y="99530"/>
                  </a:lnTo>
                  <a:lnTo>
                    <a:pt x="9839500" y="124737"/>
                  </a:lnTo>
                  <a:lnTo>
                    <a:pt x="9749095" y="152833"/>
                  </a:lnTo>
                  <a:lnTo>
                    <a:pt x="9663355" y="183865"/>
                  </a:lnTo>
                  <a:lnTo>
                    <a:pt x="9583085" y="217965"/>
                  </a:lnTo>
                  <a:lnTo>
                    <a:pt x="9508603" y="255358"/>
                  </a:lnTo>
                  <a:lnTo>
                    <a:pt x="9439856" y="296361"/>
                  </a:lnTo>
                  <a:lnTo>
                    <a:pt x="9376533" y="341382"/>
                  </a:lnTo>
                  <a:lnTo>
                    <a:pt x="9318151" y="390904"/>
                  </a:lnTo>
                  <a:lnTo>
                    <a:pt x="9264130" y="445473"/>
                  </a:lnTo>
                  <a:lnTo>
                    <a:pt x="9213843" y="505659"/>
                  </a:lnTo>
                  <a:lnTo>
                    <a:pt x="9166655" y="572009"/>
                  </a:lnTo>
                  <a:lnTo>
                    <a:pt x="9121958" y="644961"/>
                  </a:lnTo>
                  <a:lnTo>
                    <a:pt x="9084767" y="713775"/>
                  </a:lnTo>
                  <a:lnTo>
                    <a:pt x="9053138" y="778255"/>
                  </a:lnTo>
                  <a:lnTo>
                    <a:pt x="9022208" y="846715"/>
                  </a:lnTo>
                  <a:lnTo>
                    <a:pt x="8991817" y="919235"/>
                  </a:lnTo>
                  <a:lnTo>
                    <a:pt x="8961831" y="995853"/>
                  </a:lnTo>
                  <a:lnTo>
                    <a:pt x="8932139" y="1076555"/>
                  </a:lnTo>
                  <a:lnTo>
                    <a:pt x="8902648" y="1161276"/>
                  </a:lnTo>
                  <a:lnTo>
                    <a:pt x="8873285" y="1249896"/>
                  </a:lnTo>
                  <a:lnTo>
                    <a:pt x="8843992" y="1342233"/>
                  </a:lnTo>
                  <a:lnTo>
                    <a:pt x="8814725" y="1438048"/>
                  </a:lnTo>
                  <a:lnTo>
                    <a:pt x="8785452" y="1537042"/>
                  </a:lnTo>
                  <a:lnTo>
                    <a:pt x="8756155" y="1638857"/>
                  </a:lnTo>
                  <a:lnTo>
                    <a:pt x="8726821" y="1743083"/>
                  </a:lnTo>
                  <a:lnTo>
                    <a:pt x="8697450" y="1849264"/>
                  </a:lnTo>
                  <a:lnTo>
                    <a:pt x="8668047" y="1956903"/>
                  </a:lnTo>
                  <a:lnTo>
                    <a:pt x="8638621" y="2065473"/>
                  </a:lnTo>
                  <a:lnTo>
                    <a:pt x="8609185" y="2174429"/>
                  </a:lnTo>
                  <a:lnTo>
                    <a:pt x="8579753" y="2283217"/>
                  </a:lnTo>
                  <a:lnTo>
                    <a:pt x="8550340" y="2391286"/>
                  </a:lnTo>
                  <a:lnTo>
                    <a:pt x="8520955" y="2498100"/>
                  </a:lnTo>
                  <a:lnTo>
                    <a:pt x="8491607" y="2603150"/>
                  </a:lnTo>
                  <a:lnTo>
                    <a:pt x="8462296" y="2705963"/>
                  </a:lnTo>
                  <a:lnTo>
                    <a:pt x="8433015" y="2806109"/>
                  </a:lnTo>
                  <a:lnTo>
                    <a:pt x="8403749" y="2903211"/>
                  </a:lnTo>
                  <a:lnTo>
                    <a:pt x="8374470" y="2996945"/>
                  </a:lnTo>
                  <a:lnTo>
                    <a:pt x="8345141" y="3087049"/>
                  </a:lnTo>
                  <a:lnTo>
                    <a:pt x="8315709" y="3173318"/>
                  </a:lnTo>
                  <a:lnTo>
                    <a:pt x="8286105" y="3255608"/>
                  </a:lnTo>
                  <a:lnTo>
                    <a:pt x="8256247" y="3333833"/>
                  </a:lnTo>
                  <a:lnTo>
                    <a:pt x="8226029" y="3407960"/>
                  </a:lnTo>
                  <a:lnTo>
                    <a:pt x="8195329" y="3478006"/>
                  </a:lnTo>
                  <a:lnTo>
                    <a:pt x="8163995" y="3544036"/>
                  </a:lnTo>
                  <a:lnTo>
                    <a:pt x="8151487" y="3568875"/>
                  </a:lnTo>
                  <a:lnTo>
                    <a:pt x="8108505" y="3647729"/>
                  </a:lnTo>
                  <a:lnTo>
                    <a:pt x="8063512" y="3719789"/>
                  </a:lnTo>
                  <a:lnTo>
                    <a:pt x="8015950" y="3785296"/>
                  </a:lnTo>
                  <a:lnTo>
                    <a:pt x="7965205" y="3844706"/>
                  </a:lnTo>
                  <a:lnTo>
                    <a:pt x="7910643" y="3898575"/>
                  </a:lnTo>
                  <a:lnTo>
                    <a:pt x="7851639" y="3947471"/>
                  </a:lnTo>
                  <a:lnTo>
                    <a:pt x="7787623" y="3991934"/>
                  </a:lnTo>
                  <a:lnTo>
                    <a:pt x="7718131" y="4032438"/>
                  </a:lnTo>
                  <a:lnTo>
                    <a:pt x="7642879" y="4069379"/>
                  </a:lnTo>
                  <a:lnTo>
                    <a:pt x="7561858" y="4103062"/>
                  </a:lnTo>
                  <a:lnTo>
                    <a:pt x="7475443" y="4133700"/>
                  </a:lnTo>
                  <a:lnTo>
                    <a:pt x="7384512" y="4161413"/>
                  </a:lnTo>
                  <a:lnTo>
                    <a:pt x="7290552" y="4186238"/>
                  </a:lnTo>
                  <a:lnTo>
                    <a:pt x="7195706" y="4208150"/>
                  </a:lnTo>
                  <a:lnTo>
                    <a:pt x="7102732" y="4227089"/>
                  </a:lnTo>
                  <a:lnTo>
                    <a:pt x="7014828" y="4243001"/>
                  </a:lnTo>
                  <a:lnTo>
                    <a:pt x="6935301" y="4255882"/>
                  </a:lnTo>
                  <a:lnTo>
                    <a:pt x="6867128" y="4265825"/>
                  </a:lnTo>
                  <a:lnTo>
                    <a:pt x="6812479" y="4273038"/>
                  </a:lnTo>
                  <a:lnTo>
                    <a:pt x="6772312" y="4277856"/>
                  </a:lnTo>
                  <a:lnTo>
                    <a:pt x="6746160" y="4280718"/>
                  </a:lnTo>
                  <a:lnTo>
                    <a:pt x="6732111" y="4282124"/>
                  </a:lnTo>
                  <a:lnTo>
                    <a:pt x="6726951" y="4282599"/>
                  </a:lnTo>
                  <a:lnTo>
                    <a:pt x="6726343" y="4282651"/>
                  </a:lnTo>
                  <a:lnTo>
                    <a:pt x="5254955" y="4282651"/>
                  </a:lnTo>
                  <a:lnTo>
                    <a:pt x="5253826" y="4282580"/>
                  </a:lnTo>
                  <a:lnTo>
                    <a:pt x="5246400" y="4282073"/>
                  </a:lnTo>
                  <a:lnTo>
                    <a:pt x="5227677" y="4280671"/>
                  </a:lnTo>
                  <a:lnTo>
                    <a:pt x="5194190" y="4277913"/>
                  </a:lnTo>
                  <a:lnTo>
                    <a:pt x="5144253" y="4273367"/>
                  </a:lnTo>
                  <a:lnTo>
                    <a:pt x="5078091" y="4266683"/>
                  </a:lnTo>
                  <a:lnTo>
                    <a:pt x="4997687" y="4257619"/>
                  </a:lnTo>
                  <a:lnTo>
                    <a:pt x="4906337" y="4246051"/>
                  </a:lnTo>
                  <a:lnTo>
                    <a:pt x="4808009" y="4231958"/>
                  </a:lnTo>
                  <a:lnTo>
                    <a:pt x="4706694" y="4215377"/>
                  </a:lnTo>
                  <a:lnTo>
                    <a:pt x="4605901" y="4196363"/>
                  </a:lnTo>
                  <a:lnTo>
                    <a:pt x="4508360" y="4174945"/>
                  </a:lnTo>
                  <a:lnTo>
                    <a:pt x="4415942" y="4151094"/>
                  </a:lnTo>
                  <a:lnTo>
                    <a:pt x="4329720" y="4124701"/>
                  </a:lnTo>
                  <a:lnTo>
                    <a:pt x="4250116" y="4095570"/>
                  </a:lnTo>
                  <a:lnTo>
                    <a:pt x="4177063" y="4063418"/>
                  </a:lnTo>
                  <a:lnTo>
                    <a:pt x="4110160" y="4027877"/>
                  </a:lnTo>
                  <a:lnTo>
                    <a:pt x="4048793" y="3988504"/>
                  </a:lnTo>
                  <a:lnTo>
                    <a:pt x="3992235" y="3944809"/>
                  </a:lnTo>
                  <a:lnTo>
                    <a:pt x="3939711" y="3896283"/>
                  </a:lnTo>
                  <a:lnTo>
                    <a:pt x="3890452" y="3842467"/>
                  </a:lnTo>
                  <a:lnTo>
                    <a:pt x="3843742" y="3783048"/>
                  </a:lnTo>
                  <a:lnTo>
                    <a:pt x="3829811" y="3763665"/>
                  </a:lnTo>
                  <a:lnTo>
                    <a:pt x="3793540" y="3709561"/>
                  </a:lnTo>
                  <a:lnTo>
                    <a:pt x="3758159" y="3651624"/>
                  </a:lnTo>
                  <a:lnTo>
                    <a:pt x="3723434" y="3589777"/>
                  </a:lnTo>
                  <a:lnTo>
                    <a:pt x="3689175" y="3524000"/>
                  </a:lnTo>
                  <a:lnTo>
                    <a:pt x="3655229" y="3454336"/>
                  </a:lnTo>
                  <a:lnTo>
                    <a:pt x="3621476" y="3380897"/>
                  </a:lnTo>
                  <a:lnTo>
                    <a:pt x="3587822" y="3303871"/>
                  </a:lnTo>
                  <a:lnTo>
                    <a:pt x="3554200" y="3223520"/>
                  </a:lnTo>
                  <a:lnTo>
                    <a:pt x="3520566" y="3140182"/>
                  </a:lnTo>
                  <a:lnTo>
                    <a:pt x="3486893" y="3054266"/>
                  </a:lnTo>
                  <a:lnTo>
                    <a:pt x="3453171" y="2966246"/>
                  </a:lnTo>
                  <a:lnTo>
                    <a:pt x="3419403" y="2876651"/>
                  </a:lnTo>
                  <a:lnTo>
                    <a:pt x="3385601" y="2786052"/>
                  </a:lnTo>
                  <a:lnTo>
                    <a:pt x="3351786" y="2695048"/>
                  </a:lnTo>
                  <a:lnTo>
                    <a:pt x="3317978" y="2604250"/>
                  </a:lnTo>
                  <a:lnTo>
                    <a:pt x="3284197" y="2514263"/>
                  </a:lnTo>
                  <a:lnTo>
                    <a:pt x="3250459" y="2425667"/>
                  </a:lnTo>
                  <a:lnTo>
                    <a:pt x="3216770" y="2339009"/>
                  </a:lnTo>
                  <a:lnTo>
                    <a:pt x="3183125" y="2254781"/>
                  </a:lnTo>
                  <a:lnTo>
                    <a:pt x="3149504" y="2173414"/>
                  </a:lnTo>
                  <a:lnTo>
                    <a:pt x="3115867" y="2095269"/>
                  </a:lnTo>
                  <a:lnTo>
                    <a:pt x="3082155" y="2020634"/>
                  </a:lnTo>
                  <a:lnTo>
                    <a:pt x="3048283" y="1949721"/>
                  </a:lnTo>
                  <a:lnTo>
                    <a:pt x="3014142" y="1882666"/>
                  </a:lnTo>
                  <a:lnTo>
                    <a:pt x="2979588" y="1819535"/>
                  </a:lnTo>
                  <a:lnTo>
                    <a:pt x="2944445" y="1760327"/>
                  </a:lnTo>
                  <a:lnTo>
                    <a:pt x="2908493" y="1704982"/>
                  </a:lnTo>
                  <a:lnTo>
                    <a:pt x="2896531" y="1687724"/>
                  </a:lnTo>
                  <a:lnTo>
                    <a:pt x="2850473" y="1626564"/>
                  </a:lnTo>
                  <a:lnTo>
                    <a:pt x="2802070" y="1571049"/>
                  </a:lnTo>
                  <a:lnTo>
                    <a:pt x="2750628" y="1520943"/>
                  </a:lnTo>
                  <a:lnTo>
                    <a:pt x="2695392" y="1475818"/>
                  </a:lnTo>
                  <a:lnTo>
                    <a:pt x="2635583" y="1435173"/>
                  </a:lnTo>
                  <a:lnTo>
                    <a:pt x="2570452" y="1398505"/>
                  </a:lnTo>
                  <a:lnTo>
                    <a:pt x="2499342" y="1365355"/>
                  </a:lnTo>
                  <a:lnTo>
                    <a:pt x="2421775" y="1335331"/>
                  </a:lnTo>
                  <a:lnTo>
                    <a:pt x="2337567" y="1308122"/>
                  </a:lnTo>
                  <a:lnTo>
                    <a:pt x="2246970" y="1283505"/>
                  </a:lnTo>
                  <a:lnTo>
                    <a:pt x="2150842" y="1261347"/>
                  </a:lnTo>
                  <a:lnTo>
                    <a:pt x="2050797" y="1241594"/>
                  </a:lnTo>
                  <a:lnTo>
                    <a:pt x="1949302" y="1224261"/>
                  </a:lnTo>
                  <a:lnTo>
                    <a:pt x="1849646" y="1209398"/>
                  </a:lnTo>
                  <a:lnTo>
                    <a:pt x="1755718" y="1197053"/>
                  </a:lnTo>
                  <a:lnTo>
                    <a:pt x="1671557" y="1187228"/>
                  </a:lnTo>
                  <a:lnTo>
                    <a:pt x="1600739" y="1179833"/>
                  </a:lnTo>
                  <a:lnTo>
                    <a:pt x="1545709" y="1174664"/>
                  </a:lnTo>
                  <a:lnTo>
                    <a:pt x="1507262" y="1171399"/>
                  </a:lnTo>
                  <a:lnTo>
                    <a:pt x="1484297" y="1169630"/>
                  </a:lnTo>
                  <a:lnTo>
                    <a:pt x="1473867" y="1168898"/>
                  </a:lnTo>
                  <a:lnTo>
                    <a:pt x="1471421" y="1168740"/>
                  </a:lnTo>
                  <a:lnTo>
                    <a:pt x="1471387" y="1168738"/>
                  </a:lnTo>
                  <a:lnTo>
                    <a:pt x="0" y="116873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46" name="pg446"/>
            <p:cNvSpPr/>
            <p:nvPr/>
          </p:nvSpPr>
          <p:spPr>
            <a:xfrm>
              <a:off x="4799595" y="4832656"/>
              <a:ext cx="11981298" cy="4053807"/>
            </a:xfrm>
            <a:custGeom>
              <a:avLst/>
              <a:pathLst>
                <a:path w="11981298" h="4053807">
                  <a:moveTo>
                    <a:pt x="0" y="907202"/>
                  </a:moveTo>
                  <a:lnTo>
                    <a:pt x="1471387" y="907202"/>
                  </a:lnTo>
                  <a:lnTo>
                    <a:pt x="1472514" y="907274"/>
                  </a:lnTo>
                  <a:lnTo>
                    <a:pt x="1479927" y="907785"/>
                  </a:lnTo>
                  <a:lnTo>
                    <a:pt x="1498618" y="909199"/>
                  </a:lnTo>
                  <a:lnTo>
                    <a:pt x="1532050" y="911981"/>
                  </a:lnTo>
                  <a:lnTo>
                    <a:pt x="1581909" y="916566"/>
                  </a:lnTo>
                  <a:lnTo>
                    <a:pt x="1647978" y="923308"/>
                  </a:lnTo>
                  <a:lnTo>
                    <a:pt x="1728281" y="932452"/>
                  </a:lnTo>
                  <a:lnTo>
                    <a:pt x="1819534" y="944122"/>
                  </a:lnTo>
                  <a:lnTo>
                    <a:pt x="1917776" y="958342"/>
                  </a:lnTo>
                  <a:lnTo>
                    <a:pt x="2019021" y="975072"/>
                  </a:lnTo>
                  <a:lnTo>
                    <a:pt x="2119765" y="994257"/>
                  </a:lnTo>
                  <a:lnTo>
                    <a:pt x="2217277" y="1015869"/>
                  </a:lnTo>
                  <a:lnTo>
                    <a:pt x="2309683" y="1039937"/>
                  </a:lnTo>
                  <a:lnTo>
                    <a:pt x="2395906" y="1066569"/>
                  </a:lnTo>
                  <a:lnTo>
                    <a:pt x="2475520" y="1095961"/>
                  </a:lnTo>
                  <a:lnTo>
                    <a:pt x="2548589" y="1128400"/>
                  </a:lnTo>
                  <a:lnTo>
                    <a:pt x="2615511" y="1164255"/>
                  </a:lnTo>
                  <a:lnTo>
                    <a:pt x="2676895" y="1203972"/>
                  </a:lnTo>
                  <a:lnTo>
                    <a:pt x="2733469" y="1248046"/>
                  </a:lnTo>
                  <a:lnTo>
                    <a:pt x="2786004" y="1296989"/>
                  </a:lnTo>
                  <a:lnTo>
                    <a:pt x="2835270" y="1351267"/>
                  </a:lnTo>
                  <a:lnTo>
                    <a:pt x="2881981" y="1411197"/>
                  </a:lnTo>
                  <a:lnTo>
                    <a:pt x="2896531" y="1431636"/>
                  </a:lnTo>
                  <a:lnTo>
                    <a:pt x="2932647" y="1486063"/>
                  </a:lnTo>
                  <a:lnTo>
                    <a:pt x="2967879" y="1544328"/>
                  </a:lnTo>
                  <a:lnTo>
                    <a:pt x="3002459" y="1606510"/>
                  </a:lnTo>
                  <a:lnTo>
                    <a:pt x="3036575" y="1672629"/>
                  </a:lnTo>
                  <a:lnTo>
                    <a:pt x="3070378" y="1742644"/>
                  </a:lnTo>
                  <a:lnTo>
                    <a:pt x="3103989" y="1816443"/>
                  </a:lnTo>
                  <a:lnTo>
                    <a:pt x="3137498" y="1893841"/>
                  </a:lnTo>
                  <a:lnTo>
                    <a:pt x="3170974" y="1974579"/>
                  </a:lnTo>
                  <a:lnTo>
                    <a:pt x="3204461" y="2058322"/>
                  </a:lnTo>
                  <a:lnTo>
                    <a:pt x="3237986" y="2144665"/>
                  </a:lnTo>
                  <a:lnTo>
                    <a:pt x="3271560" y="2233138"/>
                  </a:lnTo>
                  <a:lnTo>
                    <a:pt x="3305179" y="2323215"/>
                  </a:lnTo>
                  <a:lnTo>
                    <a:pt x="3338832" y="2414329"/>
                  </a:lnTo>
                  <a:lnTo>
                    <a:pt x="3372500" y="2505882"/>
                  </a:lnTo>
                  <a:lnTo>
                    <a:pt x="3406163" y="2597266"/>
                  </a:lnTo>
                  <a:lnTo>
                    <a:pt x="3439799" y="2687877"/>
                  </a:lnTo>
                  <a:lnTo>
                    <a:pt x="3473394" y="2777133"/>
                  </a:lnTo>
                  <a:lnTo>
                    <a:pt x="3506941" y="2864488"/>
                  </a:lnTo>
                  <a:lnTo>
                    <a:pt x="3540442" y="2949444"/>
                  </a:lnTo>
                  <a:lnTo>
                    <a:pt x="3573919" y="3031568"/>
                  </a:lnTo>
                  <a:lnTo>
                    <a:pt x="3607406" y="3110491"/>
                  </a:lnTo>
                  <a:lnTo>
                    <a:pt x="3640962" y="3185922"/>
                  </a:lnTo>
                  <a:lnTo>
                    <a:pt x="3674666" y="3257642"/>
                  </a:lnTo>
                  <a:lnTo>
                    <a:pt x="3708626" y="3325507"/>
                  </a:lnTo>
                  <a:lnTo>
                    <a:pt x="3742978" y="3389445"/>
                  </a:lnTo>
                  <a:lnTo>
                    <a:pt x="3777894" y="3449450"/>
                  </a:lnTo>
                  <a:lnTo>
                    <a:pt x="3813584" y="3505575"/>
                  </a:lnTo>
                  <a:lnTo>
                    <a:pt x="3829811" y="3529373"/>
                  </a:lnTo>
                  <a:lnTo>
                    <a:pt x="3875840" y="3591138"/>
                  </a:lnTo>
                  <a:lnTo>
                    <a:pt x="3924211" y="3647206"/>
                  </a:lnTo>
                  <a:lnTo>
                    <a:pt x="3975615" y="3697815"/>
                  </a:lnTo>
                  <a:lnTo>
                    <a:pt x="4030808" y="3743396"/>
                  </a:lnTo>
                  <a:lnTo>
                    <a:pt x="4090567" y="3784455"/>
                  </a:lnTo>
                  <a:lnTo>
                    <a:pt x="4155639" y="3821498"/>
                  </a:lnTo>
                  <a:lnTo>
                    <a:pt x="4226679" y="3854988"/>
                  </a:lnTo>
                  <a:lnTo>
                    <a:pt x="4304168" y="3885323"/>
                  </a:lnTo>
                  <a:lnTo>
                    <a:pt x="4388290" y="3912814"/>
                  </a:lnTo>
                  <a:lnTo>
                    <a:pt x="4478795" y="3937689"/>
                  </a:lnTo>
                  <a:lnTo>
                    <a:pt x="4574833" y="3960082"/>
                  </a:lnTo>
                  <a:lnTo>
                    <a:pt x="4674796" y="3980047"/>
                  </a:lnTo>
                  <a:lnTo>
                    <a:pt x="4776229" y="3997571"/>
                  </a:lnTo>
                  <a:lnTo>
                    <a:pt x="4875854" y="4012602"/>
                  </a:lnTo>
                  <a:lnTo>
                    <a:pt x="4969794" y="4025091"/>
                  </a:lnTo>
                  <a:lnTo>
                    <a:pt x="5054014" y="4035037"/>
                  </a:lnTo>
                  <a:lnTo>
                    <a:pt x="5124939" y="4042529"/>
                  </a:lnTo>
                  <a:lnTo>
                    <a:pt x="5180113" y="4047772"/>
                  </a:lnTo>
                  <a:lnTo>
                    <a:pt x="5218723" y="4051089"/>
                  </a:lnTo>
                  <a:lnTo>
                    <a:pt x="5241846" y="4052891"/>
                  </a:lnTo>
                  <a:lnTo>
                    <a:pt x="5252402" y="4053641"/>
                  </a:lnTo>
                  <a:lnTo>
                    <a:pt x="5254955" y="4053807"/>
                  </a:lnTo>
                  <a:lnTo>
                    <a:pt x="6726343" y="4053807"/>
                  </a:lnTo>
                  <a:lnTo>
                    <a:pt x="6727283" y="4053730"/>
                  </a:lnTo>
                  <a:lnTo>
                    <a:pt x="6733488" y="4053186"/>
                  </a:lnTo>
                  <a:lnTo>
                    <a:pt x="6749217" y="4051682"/>
                  </a:lnTo>
                  <a:lnTo>
                    <a:pt x="6777554" y="4048719"/>
                  </a:lnTo>
                  <a:lnTo>
                    <a:pt x="6820226" y="4043821"/>
                  </a:lnTo>
                  <a:lnTo>
                    <a:pt x="6877477" y="4036583"/>
                  </a:lnTo>
                  <a:lnTo>
                    <a:pt x="6948109" y="4026703"/>
                  </a:lnTo>
                  <a:lnTo>
                    <a:pt x="7029752" y="4014000"/>
                  </a:lnTo>
                  <a:lnTo>
                    <a:pt x="7119286" y="3998404"/>
                  </a:lnTo>
                  <a:lnTo>
                    <a:pt x="7213339" y="3979931"/>
                  </a:lnTo>
                  <a:lnTo>
                    <a:pt x="7308725" y="3958635"/>
                  </a:lnTo>
                  <a:lnTo>
                    <a:pt x="7402748" y="3934571"/>
                  </a:lnTo>
                  <a:lnTo>
                    <a:pt x="7493361" y="3907754"/>
                  </a:lnTo>
                  <a:lnTo>
                    <a:pt x="7579184" y="3878133"/>
                  </a:lnTo>
                  <a:lnTo>
                    <a:pt x="7659438" y="3845575"/>
                  </a:lnTo>
                  <a:lnTo>
                    <a:pt x="7733833" y="3809857"/>
                  </a:lnTo>
                  <a:lnTo>
                    <a:pt x="7802449" y="3770669"/>
                  </a:lnTo>
                  <a:lnTo>
                    <a:pt x="7865622" y="3727612"/>
                  </a:lnTo>
                  <a:lnTo>
                    <a:pt x="7923853" y="3680216"/>
                  </a:lnTo>
                  <a:lnTo>
                    <a:pt x="7977740" y="3627956"/>
                  </a:lnTo>
                  <a:lnTo>
                    <a:pt x="8027923" y="3570283"/>
                  </a:lnTo>
                  <a:lnTo>
                    <a:pt x="8075045" y="3506682"/>
                  </a:lnTo>
                  <a:lnTo>
                    <a:pt x="8119718" y="3436752"/>
                  </a:lnTo>
                  <a:lnTo>
                    <a:pt x="8151487" y="3380896"/>
                  </a:lnTo>
                  <a:lnTo>
                    <a:pt x="8183954" y="3318426"/>
                  </a:lnTo>
                  <a:lnTo>
                    <a:pt x="8215688" y="3251996"/>
                  </a:lnTo>
                  <a:lnTo>
                    <a:pt x="8246863" y="3181528"/>
                  </a:lnTo>
                  <a:lnTo>
                    <a:pt x="8277621" y="3106987"/>
                  </a:lnTo>
                  <a:lnTo>
                    <a:pt x="8308081" y="3028390"/>
                  </a:lnTo>
                  <a:lnTo>
                    <a:pt x="8338339" y="2945811"/>
                  </a:lnTo>
                  <a:lnTo>
                    <a:pt x="8368473" y="2859382"/>
                  </a:lnTo>
                  <a:lnTo>
                    <a:pt x="8398544" y="2769298"/>
                  </a:lnTo>
                  <a:lnTo>
                    <a:pt x="8428595" y="2675816"/>
                  </a:lnTo>
                  <a:lnTo>
                    <a:pt x="8458658" y="2579256"/>
                  </a:lnTo>
                  <a:lnTo>
                    <a:pt x="8488752" y="2479996"/>
                  </a:lnTo>
                  <a:lnTo>
                    <a:pt x="8518884" y="2378469"/>
                  </a:lnTo>
                  <a:lnTo>
                    <a:pt x="8549055" y="2275154"/>
                  </a:lnTo>
                  <a:lnTo>
                    <a:pt x="8579257" y="2170570"/>
                  </a:lnTo>
                  <a:lnTo>
                    <a:pt x="8609478" y="2065261"/>
                  </a:lnTo>
                  <a:lnTo>
                    <a:pt x="8639704" y="1959791"/>
                  </a:lnTo>
                  <a:lnTo>
                    <a:pt x="8669919" y="1854724"/>
                  </a:lnTo>
                  <a:lnTo>
                    <a:pt x="8700108" y="1750618"/>
                  </a:lnTo>
                  <a:lnTo>
                    <a:pt x="8730263" y="1648006"/>
                  </a:lnTo>
                  <a:lnTo>
                    <a:pt x="8760379" y="1547392"/>
                  </a:lnTo>
                  <a:lnTo>
                    <a:pt x="8790458" y="1449237"/>
                  </a:lnTo>
                  <a:lnTo>
                    <a:pt x="8820513" y="1353951"/>
                  </a:lnTo>
                  <a:lnTo>
                    <a:pt x="8850568" y="1261887"/>
                  </a:lnTo>
                  <a:lnTo>
                    <a:pt x="8880659" y="1173339"/>
                  </a:lnTo>
                  <a:lnTo>
                    <a:pt x="8910838" y="1088537"/>
                  </a:lnTo>
                  <a:lnTo>
                    <a:pt x="8941172" y="1007648"/>
                  </a:lnTo>
                  <a:lnTo>
                    <a:pt x="8971746" y="930781"/>
                  </a:lnTo>
                  <a:lnTo>
                    <a:pt x="9002667" y="857983"/>
                  </a:lnTo>
                  <a:lnTo>
                    <a:pt x="9034062" y="789249"/>
                  </a:lnTo>
                  <a:lnTo>
                    <a:pt x="9066087" y="724526"/>
                  </a:lnTo>
                  <a:lnTo>
                    <a:pt x="9084767" y="689256"/>
                  </a:lnTo>
                  <a:lnTo>
                    <a:pt x="9127986" y="614532"/>
                  </a:lnTo>
                  <a:lnTo>
                    <a:pt x="9173242" y="546280"/>
                  </a:lnTo>
                  <a:lnTo>
                    <a:pt x="9221101" y="484271"/>
                  </a:lnTo>
                  <a:lnTo>
                    <a:pt x="9272188" y="428063"/>
                  </a:lnTo>
                  <a:lnTo>
                    <a:pt x="9327148" y="377125"/>
                  </a:lnTo>
                  <a:lnTo>
                    <a:pt x="9386613" y="330910"/>
                  </a:lnTo>
                  <a:lnTo>
                    <a:pt x="9451163" y="288904"/>
                  </a:lnTo>
                  <a:lnTo>
                    <a:pt x="9521263" y="250656"/>
                  </a:lnTo>
                  <a:lnTo>
                    <a:pt x="9597192" y="215789"/>
                  </a:lnTo>
                  <a:lnTo>
                    <a:pt x="9678944" y="184015"/>
                  </a:lnTo>
                  <a:lnTo>
                    <a:pt x="9766114" y="155135"/>
                  </a:lnTo>
                  <a:lnTo>
                    <a:pt x="9857776" y="129038"/>
                  </a:lnTo>
                  <a:lnTo>
                    <a:pt x="9952380" y="105693"/>
                  </a:lnTo>
                  <a:lnTo>
                    <a:pt x="10047702" y="85127"/>
                  </a:lnTo>
                  <a:lnTo>
                    <a:pt x="10140898" y="67400"/>
                  </a:lnTo>
                  <a:lnTo>
                    <a:pt x="10228696" y="52560"/>
                  </a:lnTo>
                  <a:lnTo>
                    <a:pt x="10307745" y="40604"/>
                  </a:lnTo>
                  <a:lnTo>
                    <a:pt x="10375074" y="31436"/>
                  </a:lnTo>
                  <a:lnTo>
                    <a:pt x="10428581" y="24843"/>
                  </a:lnTo>
                  <a:lnTo>
                    <a:pt x="10467429" y="20492"/>
                  </a:lnTo>
                  <a:lnTo>
                    <a:pt x="10492252" y="17957"/>
                  </a:lnTo>
                  <a:lnTo>
                    <a:pt x="10505149" y="16752"/>
                  </a:lnTo>
                  <a:lnTo>
                    <a:pt x="10509526" y="16376"/>
                  </a:lnTo>
                  <a:lnTo>
                    <a:pt x="10509911" y="16345"/>
                  </a:lnTo>
                  <a:lnTo>
                    <a:pt x="11981298" y="16345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8970" y="76"/>
                  </a:lnTo>
                  <a:lnTo>
                    <a:pt x="10502765" y="620"/>
                  </a:lnTo>
                  <a:lnTo>
                    <a:pt x="10487036" y="2124"/>
                  </a:lnTo>
                  <a:lnTo>
                    <a:pt x="10458699" y="5087"/>
                  </a:lnTo>
                  <a:lnTo>
                    <a:pt x="10416027" y="9985"/>
                  </a:lnTo>
                  <a:lnTo>
                    <a:pt x="10358776" y="17223"/>
                  </a:lnTo>
                  <a:lnTo>
                    <a:pt x="10288144" y="27103"/>
                  </a:lnTo>
                  <a:lnTo>
                    <a:pt x="10206501" y="39806"/>
                  </a:lnTo>
                  <a:lnTo>
                    <a:pt x="10116968" y="55402"/>
                  </a:lnTo>
                  <a:lnTo>
                    <a:pt x="10022914" y="73875"/>
                  </a:lnTo>
                  <a:lnTo>
                    <a:pt x="9927529" y="95171"/>
                  </a:lnTo>
                  <a:lnTo>
                    <a:pt x="9833505" y="119235"/>
                  </a:lnTo>
                  <a:lnTo>
                    <a:pt x="9742892" y="146052"/>
                  </a:lnTo>
                  <a:lnTo>
                    <a:pt x="9657069" y="175673"/>
                  </a:lnTo>
                  <a:lnTo>
                    <a:pt x="9576815" y="208231"/>
                  </a:lnTo>
                  <a:lnTo>
                    <a:pt x="9502420" y="243949"/>
                  </a:lnTo>
                  <a:lnTo>
                    <a:pt x="9433804" y="283138"/>
                  </a:lnTo>
                  <a:lnTo>
                    <a:pt x="9370631" y="326195"/>
                  </a:lnTo>
                  <a:lnTo>
                    <a:pt x="9312400" y="373590"/>
                  </a:lnTo>
                  <a:lnTo>
                    <a:pt x="9258513" y="425850"/>
                  </a:lnTo>
                  <a:lnTo>
                    <a:pt x="9208330" y="483523"/>
                  </a:lnTo>
                  <a:lnTo>
                    <a:pt x="9161208" y="547124"/>
                  </a:lnTo>
                  <a:lnTo>
                    <a:pt x="9116536" y="617054"/>
                  </a:lnTo>
                  <a:lnTo>
                    <a:pt x="9084767" y="672910"/>
                  </a:lnTo>
                  <a:lnTo>
                    <a:pt x="9052299" y="735380"/>
                  </a:lnTo>
                  <a:lnTo>
                    <a:pt x="9020565" y="801810"/>
                  </a:lnTo>
                  <a:lnTo>
                    <a:pt x="8989390" y="872278"/>
                  </a:lnTo>
                  <a:lnTo>
                    <a:pt x="8958632" y="946819"/>
                  </a:lnTo>
                  <a:lnTo>
                    <a:pt x="8928173" y="1025416"/>
                  </a:lnTo>
                  <a:lnTo>
                    <a:pt x="8897914" y="1107995"/>
                  </a:lnTo>
                  <a:lnTo>
                    <a:pt x="8867780" y="1194424"/>
                  </a:lnTo>
                  <a:lnTo>
                    <a:pt x="8837710" y="1284508"/>
                  </a:lnTo>
                  <a:lnTo>
                    <a:pt x="8807658" y="1377990"/>
                  </a:lnTo>
                  <a:lnTo>
                    <a:pt x="8777595" y="1474550"/>
                  </a:lnTo>
                  <a:lnTo>
                    <a:pt x="8747501" y="1573810"/>
                  </a:lnTo>
                  <a:lnTo>
                    <a:pt x="8717369" y="1675337"/>
                  </a:lnTo>
                  <a:lnTo>
                    <a:pt x="8687198" y="1778652"/>
                  </a:lnTo>
                  <a:lnTo>
                    <a:pt x="8656996" y="1883236"/>
                  </a:lnTo>
                  <a:lnTo>
                    <a:pt x="8626775" y="1988545"/>
                  </a:lnTo>
                  <a:lnTo>
                    <a:pt x="8596549" y="2094015"/>
                  </a:lnTo>
                  <a:lnTo>
                    <a:pt x="8566335" y="2199082"/>
                  </a:lnTo>
                  <a:lnTo>
                    <a:pt x="8536145" y="2303189"/>
                  </a:lnTo>
                  <a:lnTo>
                    <a:pt x="8505990" y="2405800"/>
                  </a:lnTo>
                  <a:lnTo>
                    <a:pt x="8475874" y="2506414"/>
                  </a:lnTo>
                  <a:lnTo>
                    <a:pt x="8445795" y="2604569"/>
                  </a:lnTo>
                  <a:lnTo>
                    <a:pt x="8415740" y="2699855"/>
                  </a:lnTo>
                  <a:lnTo>
                    <a:pt x="8385685" y="2791919"/>
                  </a:lnTo>
                  <a:lnTo>
                    <a:pt x="8355594" y="2880467"/>
                  </a:lnTo>
                  <a:lnTo>
                    <a:pt x="8325415" y="2965269"/>
                  </a:lnTo>
                  <a:lnTo>
                    <a:pt x="8295081" y="3046158"/>
                  </a:lnTo>
                  <a:lnTo>
                    <a:pt x="8264507" y="3123025"/>
                  </a:lnTo>
                  <a:lnTo>
                    <a:pt x="8233587" y="3195823"/>
                  </a:lnTo>
                  <a:lnTo>
                    <a:pt x="8202191" y="3264557"/>
                  </a:lnTo>
                  <a:lnTo>
                    <a:pt x="8170166" y="3329281"/>
                  </a:lnTo>
                  <a:lnTo>
                    <a:pt x="8151487" y="3364550"/>
                  </a:lnTo>
                  <a:lnTo>
                    <a:pt x="8108267" y="3439275"/>
                  </a:lnTo>
                  <a:lnTo>
                    <a:pt x="8063012" y="3507526"/>
                  </a:lnTo>
                  <a:lnTo>
                    <a:pt x="8015152" y="3569535"/>
                  </a:lnTo>
                  <a:lnTo>
                    <a:pt x="7964065" y="3625743"/>
                  </a:lnTo>
                  <a:lnTo>
                    <a:pt x="7909106" y="3676682"/>
                  </a:lnTo>
                  <a:lnTo>
                    <a:pt x="7849640" y="3722897"/>
                  </a:lnTo>
                  <a:lnTo>
                    <a:pt x="7785090" y="3764902"/>
                  </a:lnTo>
                  <a:lnTo>
                    <a:pt x="7714991" y="3803150"/>
                  </a:lnTo>
                  <a:lnTo>
                    <a:pt x="7639062" y="3838017"/>
                  </a:lnTo>
                  <a:lnTo>
                    <a:pt x="7557309" y="3869791"/>
                  </a:lnTo>
                  <a:lnTo>
                    <a:pt x="7470139" y="3898671"/>
                  </a:lnTo>
                  <a:lnTo>
                    <a:pt x="7378477" y="3924768"/>
                  </a:lnTo>
                  <a:lnTo>
                    <a:pt x="7283873" y="3948113"/>
                  </a:lnTo>
                  <a:lnTo>
                    <a:pt x="7188551" y="3968679"/>
                  </a:lnTo>
                  <a:lnTo>
                    <a:pt x="7095355" y="3986406"/>
                  </a:lnTo>
                  <a:lnTo>
                    <a:pt x="7007557" y="4001246"/>
                  </a:lnTo>
                  <a:lnTo>
                    <a:pt x="6928508" y="4013202"/>
                  </a:lnTo>
                  <a:lnTo>
                    <a:pt x="6861179" y="4022370"/>
                  </a:lnTo>
                  <a:lnTo>
                    <a:pt x="6807672" y="4028964"/>
                  </a:lnTo>
                  <a:lnTo>
                    <a:pt x="6768824" y="4033314"/>
                  </a:lnTo>
                  <a:lnTo>
                    <a:pt x="6744001" y="4035849"/>
                  </a:lnTo>
                  <a:lnTo>
                    <a:pt x="6731104" y="4037054"/>
                  </a:lnTo>
                  <a:lnTo>
                    <a:pt x="6726727" y="4037430"/>
                  </a:lnTo>
                  <a:lnTo>
                    <a:pt x="6726343" y="4037461"/>
                  </a:lnTo>
                  <a:lnTo>
                    <a:pt x="5254955" y="4037461"/>
                  </a:lnTo>
                  <a:lnTo>
                    <a:pt x="5253828" y="4037389"/>
                  </a:lnTo>
                  <a:lnTo>
                    <a:pt x="5246415" y="4036878"/>
                  </a:lnTo>
                  <a:lnTo>
                    <a:pt x="5227724" y="4035464"/>
                  </a:lnTo>
                  <a:lnTo>
                    <a:pt x="5194292" y="4032682"/>
                  </a:lnTo>
                  <a:lnTo>
                    <a:pt x="5144433" y="4028097"/>
                  </a:lnTo>
                  <a:lnTo>
                    <a:pt x="5078364" y="4021355"/>
                  </a:lnTo>
                  <a:lnTo>
                    <a:pt x="4998061" y="4012211"/>
                  </a:lnTo>
                  <a:lnTo>
                    <a:pt x="4906808" y="4000541"/>
                  </a:lnTo>
                  <a:lnTo>
                    <a:pt x="4808566" y="3986321"/>
                  </a:lnTo>
                  <a:lnTo>
                    <a:pt x="4707321" y="3969591"/>
                  </a:lnTo>
                  <a:lnTo>
                    <a:pt x="4606577" y="3950406"/>
                  </a:lnTo>
                  <a:lnTo>
                    <a:pt x="4509065" y="3928794"/>
                  </a:lnTo>
                  <a:lnTo>
                    <a:pt x="4416659" y="3904726"/>
                  </a:lnTo>
                  <a:lnTo>
                    <a:pt x="4330436" y="3878094"/>
                  </a:lnTo>
                  <a:lnTo>
                    <a:pt x="4250822" y="3848702"/>
                  </a:lnTo>
                  <a:lnTo>
                    <a:pt x="4177753" y="3816263"/>
                  </a:lnTo>
                  <a:lnTo>
                    <a:pt x="4110831" y="3780408"/>
                  </a:lnTo>
                  <a:lnTo>
                    <a:pt x="4049447" y="3740691"/>
                  </a:lnTo>
                  <a:lnTo>
                    <a:pt x="3992873" y="3696617"/>
                  </a:lnTo>
                  <a:lnTo>
                    <a:pt x="3940338" y="3647674"/>
                  </a:lnTo>
                  <a:lnTo>
                    <a:pt x="3891073" y="3593396"/>
                  </a:lnTo>
                  <a:lnTo>
                    <a:pt x="3844361" y="3533466"/>
                  </a:lnTo>
                  <a:lnTo>
                    <a:pt x="3829811" y="3513027"/>
                  </a:lnTo>
                  <a:lnTo>
                    <a:pt x="3793695" y="3458600"/>
                  </a:lnTo>
                  <a:lnTo>
                    <a:pt x="3758463" y="3400335"/>
                  </a:lnTo>
                  <a:lnTo>
                    <a:pt x="3723883" y="3338153"/>
                  </a:lnTo>
                  <a:lnTo>
                    <a:pt x="3689767" y="3272034"/>
                  </a:lnTo>
                  <a:lnTo>
                    <a:pt x="3655964" y="3202019"/>
                  </a:lnTo>
                  <a:lnTo>
                    <a:pt x="3622353" y="3128220"/>
                  </a:lnTo>
                  <a:lnTo>
                    <a:pt x="3588844" y="3050822"/>
                  </a:lnTo>
                  <a:lnTo>
                    <a:pt x="3555368" y="2970084"/>
                  </a:lnTo>
                  <a:lnTo>
                    <a:pt x="3521881" y="2886341"/>
                  </a:lnTo>
                  <a:lnTo>
                    <a:pt x="3488356" y="2799998"/>
                  </a:lnTo>
                  <a:lnTo>
                    <a:pt x="3454783" y="2711525"/>
                  </a:lnTo>
                  <a:lnTo>
                    <a:pt x="3421163" y="2621448"/>
                  </a:lnTo>
                  <a:lnTo>
                    <a:pt x="3387510" y="2530334"/>
                  </a:lnTo>
                  <a:lnTo>
                    <a:pt x="3353842" y="2438781"/>
                  </a:lnTo>
                  <a:lnTo>
                    <a:pt x="3320179" y="2347397"/>
                  </a:lnTo>
                  <a:lnTo>
                    <a:pt x="3286543" y="2256786"/>
                  </a:lnTo>
                  <a:lnTo>
                    <a:pt x="3252948" y="2167530"/>
                  </a:lnTo>
                  <a:lnTo>
                    <a:pt x="3219401" y="2080175"/>
                  </a:lnTo>
                  <a:lnTo>
                    <a:pt x="3185900" y="1995219"/>
                  </a:lnTo>
                  <a:lnTo>
                    <a:pt x="3152423" y="1913095"/>
                  </a:lnTo>
                  <a:lnTo>
                    <a:pt x="3118936" y="1834172"/>
                  </a:lnTo>
                  <a:lnTo>
                    <a:pt x="3085380" y="1758741"/>
                  </a:lnTo>
                  <a:lnTo>
                    <a:pt x="3051676" y="1687021"/>
                  </a:lnTo>
                  <a:lnTo>
                    <a:pt x="3017716" y="1619156"/>
                  </a:lnTo>
                  <a:lnTo>
                    <a:pt x="2983364" y="1555218"/>
                  </a:lnTo>
                  <a:lnTo>
                    <a:pt x="2948448" y="1495213"/>
                  </a:lnTo>
                  <a:lnTo>
                    <a:pt x="2912758" y="1439088"/>
                  </a:lnTo>
                  <a:lnTo>
                    <a:pt x="2896531" y="1415290"/>
                  </a:lnTo>
                  <a:lnTo>
                    <a:pt x="2850502" y="1353525"/>
                  </a:lnTo>
                  <a:lnTo>
                    <a:pt x="2802131" y="1297457"/>
                  </a:lnTo>
                  <a:lnTo>
                    <a:pt x="2750727" y="1246848"/>
                  </a:lnTo>
                  <a:lnTo>
                    <a:pt x="2695534" y="1201267"/>
                  </a:lnTo>
                  <a:lnTo>
                    <a:pt x="2635775" y="1160208"/>
                  </a:lnTo>
                  <a:lnTo>
                    <a:pt x="2570703" y="1123165"/>
                  </a:lnTo>
                  <a:lnTo>
                    <a:pt x="2499663" y="1089675"/>
                  </a:lnTo>
                  <a:lnTo>
                    <a:pt x="2422174" y="1059340"/>
                  </a:lnTo>
                  <a:lnTo>
                    <a:pt x="2338052" y="1031848"/>
                  </a:lnTo>
                  <a:lnTo>
                    <a:pt x="2247547" y="1006974"/>
                  </a:lnTo>
                  <a:lnTo>
                    <a:pt x="2151510" y="984581"/>
                  </a:lnTo>
                  <a:lnTo>
                    <a:pt x="2051546" y="964616"/>
                  </a:lnTo>
                  <a:lnTo>
                    <a:pt x="1950113" y="947092"/>
                  </a:lnTo>
                  <a:lnTo>
                    <a:pt x="1850488" y="932061"/>
                  </a:lnTo>
                  <a:lnTo>
                    <a:pt x="1756548" y="919572"/>
                  </a:lnTo>
                  <a:lnTo>
                    <a:pt x="1672328" y="909626"/>
                  </a:lnTo>
                  <a:lnTo>
                    <a:pt x="1601403" y="902134"/>
                  </a:lnTo>
                  <a:lnTo>
                    <a:pt x="1546229" y="896891"/>
                  </a:lnTo>
                  <a:lnTo>
                    <a:pt x="1507619" y="893574"/>
                  </a:lnTo>
                  <a:lnTo>
                    <a:pt x="1484496" y="891772"/>
                  </a:lnTo>
                  <a:lnTo>
                    <a:pt x="1473940" y="891022"/>
                  </a:lnTo>
                  <a:lnTo>
                    <a:pt x="1471387" y="890856"/>
                  </a:lnTo>
                  <a:lnTo>
                    <a:pt x="0" y="890856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447" name="pl447"/>
            <p:cNvSpPr/>
            <p:nvPr/>
          </p:nvSpPr>
          <p:spPr>
            <a:xfrm>
              <a:off x="4799595" y="4849002"/>
              <a:ext cx="11981298" cy="4037461"/>
            </a:xfrm>
            <a:custGeom>
              <a:avLst/>
              <a:pathLst>
                <a:path w="11981298" h="4037461">
                  <a:moveTo>
                    <a:pt x="0" y="890856"/>
                  </a:moveTo>
                  <a:lnTo>
                    <a:pt x="1471387" y="890856"/>
                  </a:lnTo>
                  <a:lnTo>
                    <a:pt x="1472514" y="890928"/>
                  </a:lnTo>
                  <a:lnTo>
                    <a:pt x="1479927" y="891439"/>
                  </a:lnTo>
                  <a:lnTo>
                    <a:pt x="1498618" y="892853"/>
                  </a:lnTo>
                  <a:lnTo>
                    <a:pt x="1532050" y="895635"/>
                  </a:lnTo>
                  <a:lnTo>
                    <a:pt x="1581909" y="900220"/>
                  </a:lnTo>
                  <a:lnTo>
                    <a:pt x="1647978" y="906962"/>
                  </a:lnTo>
                  <a:lnTo>
                    <a:pt x="1728281" y="916106"/>
                  </a:lnTo>
                  <a:lnTo>
                    <a:pt x="1819534" y="927776"/>
                  </a:lnTo>
                  <a:lnTo>
                    <a:pt x="1917776" y="941996"/>
                  </a:lnTo>
                  <a:lnTo>
                    <a:pt x="2019021" y="958726"/>
                  </a:lnTo>
                  <a:lnTo>
                    <a:pt x="2119765" y="977911"/>
                  </a:lnTo>
                  <a:lnTo>
                    <a:pt x="2217277" y="999523"/>
                  </a:lnTo>
                  <a:lnTo>
                    <a:pt x="2309683" y="1023591"/>
                  </a:lnTo>
                  <a:lnTo>
                    <a:pt x="2395906" y="1050223"/>
                  </a:lnTo>
                  <a:lnTo>
                    <a:pt x="2475520" y="1079615"/>
                  </a:lnTo>
                  <a:lnTo>
                    <a:pt x="2548589" y="1112054"/>
                  </a:lnTo>
                  <a:lnTo>
                    <a:pt x="2615511" y="1147909"/>
                  </a:lnTo>
                  <a:lnTo>
                    <a:pt x="2676895" y="1187626"/>
                  </a:lnTo>
                  <a:lnTo>
                    <a:pt x="2733469" y="1231700"/>
                  </a:lnTo>
                  <a:lnTo>
                    <a:pt x="2786004" y="1280643"/>
                  </a:lnTo>
                  <a:lnTo>
                    <a:pt x="2835270" y="1334921"/>
                  </a:lnTo>
                  <a:lnTo>
                    <a:pt x="2881981" y="1394851"/>
                  </a:lnTo>
                  <a:lnTo>
                    <a:pt x="2896531" y="1415290"/>
                  </a:lnTo>
                  <a:lnTo>
                    <a:pt x="2932647" y="1469717"/>
                  </a:lnTo>
                  <a:lnTo>
                    <a:pt x="2967879" y="1527982"/>
                  </a:lnTo>
                  <a:lnTo>
                    <a:pt x="3002459" y="1590164"/>
                  </a:lnTo>
                  <a:lnTo>
                    <a:pt x="3036575" y="1656283"/>
                  </a:lnTo>
                  <a:lnTo>
                    <a:pt x="3070378" y="1726298"/>
                  </a:lnTo>
                  <a:lnTo>
                    <a:pt x="3103989" y="1800097"/>
                  </a:lnTo>
                  <a:lnTo>
                    <a:pt x="3137498" y="1877495"/>
                  </a:lnTo>
                  <a:lnTo>
                    <a:pt x="3170974" y="1958233"/>
                  </a:lnTo>
                  <a:lnTo>
                    <a:pt x="3204461" y="2041976"/>
                  </a:lnTo>
                  <a:lnTo>
                    <a:pt x="3237986" y="2128319"/>
                  </a:lnTo>
                  <a:lnTo>
                    <a:pt x="3271560" y="2216792"/>
                  </a:lnTo>
                  <a:lnTo>
                    <a:pt x="3305179" y="2306869"/>
                  </a:lnTo>
                  <a:lnTo>
                    <a:pt x="3338832" y="2397983"/>
                  </a:lnTo>
                  <a:lnTo>
                    <a:pt x="3372500" y="2489536"/>
                  </a:lnTo>
                  <a:lnTo>
                    <a:pt x="3406163" y="2580920"/>
                  </a:lnTo>
                  <a:lnTo>
                    <a:pt x="3439799" y="2671531"/>
                  </a:lnTo>
                  <a:lnTo>
                    <a:pt x="3473394" y="2760787"/>
                  </a:lnTo>
                  <a:lnTo>
                    <a:pt x="3506941" y="2848142"/>
                  </a:lnTo>
                  <a:lnTo>
                    <a:pt x="3540442" y="2933098"/>
                  </a:lnTo>
                  <a:lnTo>
                    <a:pt x="3573919" y="3015222"/>
                  </a:lnTo>
                  <a:lnTo>
                    <a:pt x="3607406" y="3094145"/>
                  </a:lnTo>
                  <a:lnTo>
                    <a:pt x="3640962" y="3169576"/>
                  </a:lnTo>
                  <a:lnTo>
                    <a:pt x="3674666" y="3241296"/>
                  </a:lnTo>
                  <a:lnTo>
                    <a:pt x="3708626" y="3309161"/>
                  </a:lnTo>
                  <a:lnTo>
                    <a:pt x="3742978" y="3373099"/>
                  </a:lnTo>
                  <a:lnTo>
                    <a:pt x="3777894" y="3433104"/>
                  </a:lnTo>
                  <a:lnTo>
                    <a:pt x="3813584" y="3489229"/>
                  </a:lnTo>
                  <a:lnTo>
                    <a:pt x="3829811" y="3513027"/>
                  </a:lnTo>
                  <a:lnTo>
                    <a:pt x="3875840" y="3574792"/>
                  </a:lnTo>
                  <a:lnTo>
                    <a:pt x="3924211" y="3630860"/>
                  </a:lnTo>
                  <a:lnTo>
                    <a:pt x="3975615" y="3681469"/>
                  </a:lnTo>
                  <a:lnTo>
                    <a:pt x="4030808" y="3727050"/>
                  </a:lnTo>
                  <a:lnTo>
                    <a:pt x="4090567" y="3768109"/>
                  </a:lnTo>
                  <a:lnTo>
                    <a:pt x="4155639" y="3805152"/>
                  </a:lnTo>
                  <a:lnTo>
                    <a:pt x="4226679" y="3838642"/>
                  </a:lnTo>
                  <a:lnTo>
                    <a:pt x="4304168" y="3868977"/>
                  </a:lnTo>
                  <a:lnTo>
                    <a:pt x="4388290" y="3896468"/>
                  </a:lnTo>
                  <a:lnTo>
                    <a:pt x="4478795" y="3921343"/>
                  </a:lnTo>
                  <a:lnTo>
                    <a:pt x="4574833" y="3943736"/>
                  </a:lnTo>
                  <a:lnTo>
                    <a:pt x="4674796" y="3963701"/>
                  </a:lnTo>
                  <a:lnTo>
                    <a:pt x="4776229" y="3981225"/>
                  </a:lnTo>
                  <a:lnTo>
                    <a:pt x="4875854" y="3996256"/>
                  </a:lnTo>
                  <a:lnTo>
                    <a:pt x="4969794" y="4008745"/>
                  </a:lnTo>
                  <a:lnTo>
                    <a:pt x="5054014" y="4018691"/>
                  </a:lnTo>
                  <a:lnTo>
                    <a:pt x="5124939" y="4026183"/>
                  </a:lnTo>
                  <a:lnTo>
                    <a:pt x="5180113" y="4031426"/>
                  </a:lnTo>
                  <a:lnTo>
                    <a:pt x="5218723" y="4034743"/>
                  </a:lnTo>
                  <a:lnTo>
                    <a:pt x="5241846" y="4036545"/>
                  </a:lnTo>
                  <a:lnTo>
                    <a:pt x="5252402" y="4037295"/>
                  </a:lnTo>
                  <a:lnTo>
                    <a:pt x="5254916" y="4037458"/>
                  </a:lnTo>
                  <a:lnTo>
                    <a:pt x="5254955" y="4037461"/>
                  </a:lnTo>
                  <a:lnTo>
                    <a:pt x="6726343" y="4037461"/>
                  </a:lnTo>
                  <a:lnTo>
                    <a:pt x="6727283" y="4037384"/>
                  </a:lnTo>
                  <a:lnTo>
                    <a:pt x="6733488" y="4036840"/>
                  </a:lnTo>
                  <a:lnTo>
                    <a:pt x="6749217" y="4035336"/>
                  </a:lnTo>
                  <a:lnTo>
                    <a:pt x="6777554" y="4032373"/>
                  </a:lnTo>
                  <a:lnTo>
                    <a:pt x="6820226" y="4027475"/>
                  </a:lnTo>
                  <a:lnTo>
                    <a:pt x="6877477" y="4020237"/>
                  </a:lnTo>
                  <a:lnTo>
                    <a:pt x="6948109" y="4010357"/>
                  </a:lnTo>
                  <a:lnTo>
                    <a:pt x="7029752" y="3997654"/>
                  </a:lnTo>
                  <a:lnTo>
                    <a:pt x="7119286" y="3982058"/>
                  </a:lnTo>
                  <a:lnTo>
                    <a:pt x="7213339" y="3963585"/>
                  </a:lnTo>
                  <a:lnTo>
                    <a:pt x="7308725" y="3942289"/>
                  </a:lnTo>
                  <a:lnTo>
                    <a:pt x="7402748" y="3918225"/>
                  </a:lnTo>
                  <a:lnTo>
                    <a:pt x="7493361" y="3891408"/>
                  </a:lnTo>
                  <a:lnTo>
                    <a:pt x="7579184" y="3861787"/>
                  </a:lnTo>
                  <a:lnTo>
                    <a:pt x="7659438" y="3829229"/>
                  </a:lnTo>
                  <a:lnTo>
                    <a:pt x="7733833" y="3793511"/>
                  </a:lnTo>
                  <a:lnTo>
                    <a:pt x="7802449" y="3754323"/>
                  </a:lnTo>
                  <a:lnTo>
                    <a:pt x="7865622" y="3711266"/>
                  </a:lnTo>
                  <a:lnTo>
                    <a:pt x="7923853" y="3663870"/>
                  </a:lnTo>
                  <a:lnTo>
                    <a:pt x="7977740" y="3611610"/>
                  </a:lnTo>
                  <a:lnTo>
                    <a:pt x="8027923" y="3553937"/>
                  </a:lnTo>
                  <a:lnTo>
                    <a:pt x="8075045" y="3490336"/>
                  </a:lnTo>
                  <a:lnTo>
                    <a:pt x="8119718" y="3420406"/>
                  </a:lnTo>
                  <a:lnTo>
                    <a:pt x="8151487" y="3364550"/>
                  </a:lnTo>
                  <a:lnTo>
                    <a:pt x="8183954" y="3302080"/>
                  </a:lnTo>
                  <a:lnTo>
                    <a:pt x="8215688" y="3235650"/>
                  </a:lnTo>
                  <a:lnTo>
                    <a:pt x="8246863" y="3165182"/>
                  </a:lnTo>
                  <a:lnTo>
                    <a:pt x="8277621" y="3090641"/>
                  </a:lnTo>
                  <a:lnTo>
                    <a:pt x="8308081" y="3012044"/>
                  </a:lnTo>
                  <a:lnTo>
                    <a:pt x="8338339" y="2929465"/>
                  </a:lnTo>
                  <a:lnTo>
                    <a:pt x="8368473" y="2843036"/>
                  </a:lnTo>
                  <a:lnTo>
                    <a:pt x="8398544" y="2752952"/>
                  </a:lnTo>
                  <a:lnTo>
                    <a:pt x="8428595" y="2659470"/>
                  </a:lnTo>
                  <a:lnTo>
                    <a:pt x="8458658" y="2562910"/>
                  </a:lnTo>
                  <a:lnTo>
                    <a:pt x="8488752" y="2463650"/>
                  </a:lnTo>
                  <a:lnTo>
                    <a:pt x="8518884" y="2362123"/>
                  </a:lnTo>
                  <a:lnTo>
                    <a:pt x="8549055" y="2258808"/>
                  </a:lnTo>
                  <a:lnTo>
                    <a:pt x="8579257" y="2154224"/>
                  </a:lnTo>
                  <a:lnTo>
                    <a:pt x="8609478" y="2048915"/>
                  </a:lnTo>
                  <a:lnTo>
                    <a:pt x="8639704" y="1943445"/>
                  </a:lnTo>
                  <a:lnTo>
                    <a:pt x="8669919" y="1838378"/>
                  </a:lnTo>
                  <a:lnTo>
                    <a:pt x="8700108" y="1734272"/>
                  </a:lnTo>
                  <a:lnTo>
                    <a:pt x="8730263" y="1631660"/>
                  </a:lnTo>
                  <a:lnTo>
                    <a:pt x="8760379" y="1531046"/>
                  </a:lnTo>
                  <a:lnTo>
                    <a:pt x="8790458" y="1432891"/>
                  </a:lnTo>
                  <a:lnTo>
                    <a:pt x="8820513" y="1337605"/>
                  </a:lnTo>
                  <a:lnTo>
                    <a:pt x="8850568" y="1245541"/>
                  </a:lnTo>
                  <a:lnTo>
                    <a:pt x="8880659" y="1156993"/>
                  </a:lnTo>
                  <a:lnTo>
                    <a:pt x="8910838" y="1072191"/>
                  </a:lnTo>
                  <a:lnTo>
                    <a:pt x="8941172" y="991302"/>
                  </a:lnTo>
                  <a:lnTo>
                    <a:pt x="8971746" y="914435"/>
                  </a:lnTo>
                  <a:lnTo>
                    <a:pt x="9002667" y="841637"/>
                  </a:lnTo>
                  <a:lnTo>
                    <a:pt x="9034062" y="772903"/>
                  </a:lnTo>
                  <a:lnTo>
                    <a:pt x="9066087" y="708180"/>
                  </a:lnTo>
                  <a:lnTo>
                    <a:pt x="9084767" y="672910"/>
                  </a:lnTo>
                  <a:lnTo>
                    <a:pt x="9127986" y="598186"/>
                  </a:lnTo>
                  <a:lnTo>
                    <a:pt x="9173242" y="529934"/>
                  </a:lnTo>
                  <a:lnTo>
                    <a:pt x="9221101" y="467925"/>
                  </a:lnTo>
                  <a:lnTo>
                    <a:pt x="9272188" y="411717"/>
                  </a:lnTo>
                  <a:lnTo>
                    <a:pt x="9327148" y="360779"/>
                  </a:lnTo>
                  <a:lnTo>
                    <a:pt x="9386613" y="314564"/>
                  </a:lnTo>
                  <a:lnTo>
                    <a:pt x="9451163" y="272558"/>
                  </a:lnTo>
                  <a:lnTo>
                    <a:pt x="9521263" y="234310"/>
                  </a:lnTo>
                  <a:lnTo>
                    <a:pt x="9597192" y="199443"/>
                  </a:lnTo>
                  <a:lnTo>
                    <a:pt x="9678944" y="167669"/>
                  </a:lnTo>
                  <a:lnTo>
                    <a:pt x="9766114" y="138789"/>
                  </a:lnTo>
                  <a:lnTo>
                    <a:pt x="9857776" y="112692"/>
                  </a:lnTo>
                  <a:lnTo>
                    <a:pt x="9952380" y="89347"/>
                  </a:lnTo>
                  <a:lnTo>
                    <a:pt x="10047702" y="68781"/>
                  </a:lnTo>
                  <a:lnTo>
                    <a:pt x="10140898" y="51054"/>
                  </a:lnTo>
                  <a:lnTo>
                    <a:pt x="10228696" y="36214"/>
                  </a:lnTo>
                  <a:lnTo>
                    <a:pt x="10307745" y="24258"/>
                  </a:lnTo>
                  <a:lnTo>
                    <a:pt x="10375074" y="15090"/>
                  </a:lnTo>
                  <a:lnTo>
                    <a:pt x="10428581" y="8497"/>
                  </a:lnTo>
                  <a:lnTo>
                    <a:pt x="10467429" y="4146"/>
                  </a:lnTo>
                  <a:lnTo>
                    <a:pt x="10492252" y="1611"/>
                  </a:lnTo>
                  <a:lnTo>
                    <a:pt x="10505149" y="406"/>
                  </a:lnTo>
                  <a:lnTo>
                    <a:pt x="10509526" y="30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48" name="pl448"/>
            <p:cNvSpPr/>
            <p:nvPr/>
          </p:nvSpPr>
          <p:spPr>
            <a:xfrm>
              <a:off x="4799595" y="4832656"/>
              <a:ext cx="11981298" cy="4037461"/>
            </a:xfrm>
            <a:custGeom>
              <a:avLst/>
              <a:pathLst>
                <a:path w="11981298" h="4037461">
                  <a:moveTo>
                    <a:pt x="11981298" y="0"/>
                  </a:moveTo>
                  <a:lnTo>
                    <a:pt x="10509911" y="0"/>
                  </a:lnTo>
                  <a:lnTo>
                    <a:pt x="10508970" y="76"/>
                  </a:lnTo>
                  <a:lnTo>
                    <a:pt x="10502765" y="620"/>
                  </a:lnTo>
                  <a:lnTo>
                    <a:pt x="10487036" y="2124"/>
                  </a:lnTo>
                  <a:lnTo>
                    <a:pt x="10458699" y="5087"/>
                  </a:lnTo>
                  <a:lnTo>
                    <a:pt x="10416027" y="9985"/>
                  </a:lnTo>
                  <a:lnTo>
                    <a:pt x="10358776" y="17223"/>
                  </a:lnTo>
                  <a:lnTo>
                    <a:pt x="10288144" y="27103"/>
                  </a:lnTo>
                  <a:lnTo>
                    <a:pt x="10206501" y="39806"/>
                  </a:lnTo>
                  <a:lnTo>
                    <a:pt x="10116968" y="55402"/>
                  </a:lnTo>
                  <a:lnTo>
                    <a:pt x="10022914" y="73875"/>
                  </a:lnTo>
                  <a:lnTo>
                    <a:pt x="9927529" y="95171"/>
                  </a:lnTo>
                  <a:lnTo>
                    <a:pt x="9833505" y="119235"/>
                  </a:lnTo>
                  <a:lnTo>
                    <a:pt x="9742892" y="146052"/>
                  </a:lnTo>
                  <a:lnTo>
                    <a:pt x="9657069" y="175673"/>
                  </a:lnTo>
                  <a:lnTo>
                    <a:pt x="9576815" y="208231"/>
                  </a:lnTo>
                  <a:lnTo>
                    <a:pt x="9502420" y="243949"/>
                  </a:lnTo>
                  <a:lnTo>
                    <a:pt x="9433804" y="283138"/>
                  </a:lnTo>
                  <a:lnTo>
                    <a:pt x="9370631" y="326195"/>
                  </a:lnTo>
                  <a:lnTo>
                    <a:pt x="9312400" y="373590"/>
                  </a:lnTo>
                  <a:lnTo>
                    <a:pt x="9258513" y="425850"/>
                  </a:lnTo>
                  <a:lnTo>
                    <a:pt x="9208330" y="483523"/>
                  </a:lnTo>
                  <a:lnTo>
                    <a:pt x="9161208" y="547124"/>
                  </a:lnTo>
                  <a:lnTo>
                    <a:pt x="9116536" y="617054"/>
                  </a:lnTo>
                  <a:lnTo>
                    <a:pt x="9084767" y="672910"/>
                  </a:lnTo>
                  <a:lnTo>
                    <a:pt x="9052299" y="735380"/>
                  </a:lnTo>
                  <a:lnTo>
                    <a:pt x="9020565" y="801810"/>
                  </a:lnTo>
                  <a:lnTo>
                    <a:pt x="8989390" y="872278"/>
                  </a:lnTo>
                  <a:lnTo>
                    <a:pt x="8958632" y="946819"/>
                  </a:lnTo>
                  <a:lnTo>
                    <a:pt x="8928173" y="1025416"/>
                  </a:lnTo>
                  <a:lnTo>
                    <a:pt x="8897914" y="1107995"/>
                  </a:lnTo>
                  <a:lnTo>
                    <a:pt x="8867780" y="1194424"/>
                  </a:lnTo>
                  <a:lnTo>
                    <a:pt x="8837710" y="1284508"/>
                  </a:lnTo>
                  <a:lnTo>
                    <a:pt x="8807658" y="1377990"/>
                  </a:lnTo>
                  <a:lnTo>
                    <a:pt x="8777595" y="1474550"/>
                  </a:lnTo>
                  <a:lnTo>
                    <a:pt x="8747501" y="1573810"/>
                  </a:lnTo>
                  <a:lnTo>
                    <a:pt x="8717369" y="1675337"/>
                  </a:lnTo>
                  <a:lnTo>
                    <a:pt x="8687198" y="1778652"/>
                  </a:lnTo>
                  <a:lnTo>
                    <a:pt x="8656996" y="1883236"/>
                  </a:lnTo>
                  <a:lnTo>
                    <a:pt x="8626775" y="1988545"/>
                  </a:lnTo>
                  <a:lnTo>
                    <a:pt x="8596549" y="2094015"/>
                  </a:lnTo>
                  <a:lnTo>
                    <a:pt x="8566335" y="2199082"/>
                  </a:lnTo>
                  <a:lnTo>
                    <a:pt x="8536145" y="2303189"/>
                  </a:lnTo>
                  <a:lnTo>
                    <a:pt x="8505990" y="2405800"/>
                  </a:lnTo>
                  <a:lnTo>
                    <a:pt x="8475874" y="2506414"/>
                  </a:lnTo>
                  <a:lnTo>
                    <a:pt x="8445795" y="2604569"/>
                  </a:lnTo>
                  <a:lnTo>
                    <a:pt x="8415740" y="2699855"/>
                  </a:lnTo>
                  <a:lnTo>
                    <a:pt x="8385685" y="2791919"/>
                  </a:lnTo>
                  <a:lnTo>
                    <a:pt x="8355594" y="2880467"/>
                  </a:lnTo>
                  <a:lnTo>
                    <a:pt x="8325415" y="2965269"/>
                  </a:lnTo>
                  <a:lnTo>
                    <a:pt x="8295081" y="3046158"/>
                  </a:lnTo>
                  <a:lnTo>
                    <a:pt x="8264507" y="3123025"/>
                  </a:lnTo>
                  <a:lnTo>
                    <a:pt x="8233587" y="3195823"/>
                  </a:lnTo>
                  <a:lnTo>
                    <a:pt x="8202191" y="3264557"/>
                  </a:lnTo>
                  <a:lnTo>
                    <a:pt x="8170166" y="3329281"/>
                  </a:lnTo>
                  <a:lnTo>
                    <a:pt x="8151487" y="3364550"/>
                  </a:lnTo>
                  <a:lnTo>
                    <a:pt x="8108267" y="3439275"/>
                  </a:lnTo>
                  <a:lnTo>
                    <a:pt x="8063012" y="3507526"/>
                  </a:lnTo>
                  <a:lnTo>
                    <a:pt x="8015152" y="3569535"/>
                  </a:lnTo>
                  <a:lnTo>
                    <a:pt x="7964065" y="3625743"/>
                  </a:lnTo>
                  <a:lnTo>
                    <a:pt x="7909106" y="3676682"/>
                  </a:lnTo>
                  <a:lnTo>
                    <a:pt x="7849640" y="3722897"/>
                  </a:lnTo>
                  <a:lnTo>
                    <a:pt x="7785090" y="3764902"/>
                  </a:lnTo>
                  <a:lnTo>
                    <a:pt x="7714991" y="3803150"/>
                  </a:lnTo>
                  <a:lnTo>
                    <a:pt x="7639062" y="3838017"/>
                  </a:lnTo>
                  <a:lnTo>
                    <a:pt x="7557309" y="3869791"/>
                  </a:lnTo>
                  <a:lnTo>
                    <a:pt x="7470139" y="3898671"/>
                  </a:lnTo>
                  <a:lnTo>
                    <a:pt x="7378477" y="3924768"/>
                  </a:lnTo>
                  <a:lnTo>
                    <a:pt x="7283873" y="3948113"/>
                  </a:lnTo>
                  <a:lnTo>
                    <a:pt x="7188551" y="3968679"/>
                  </a:lnTo>
                  <a:lnTo>
                    <a:pt x="7095355" y="3986406"/>
                  </a:lnTo>
                  <a:lnTo>
                    <a:pt x="7007557" y="4001246"/>
                  </a:lnTo>
                  <a:lnTo>
                    <a:pt x="6928508" y="4013202"/>
                  </a:lnTo>
                  <a:lnTo>
                    <a:pt x="6861179" y="4022370"/>
                  </a:lnTo>
                  <a:lnTo>
                    <a:pt x="6807672" y="4028964"/>
                  </a:lnTo>
                  <a:lnTo>
                    <a:pt x="6768824" y="4033314"/>
                  </a:lnTo>
                  <a:lnTo>
                    <a:pt x="6744001" y="4035849"/>
                  </a:lnTo>
                  <a:lnTo>
                    <a:pt x="6731104" y="4037054"/>
                  </a:lnTo>
                  <a:lnTo>
                    <a:pt x="6726727" y="4037430"/>
                  </a:lnTo>
                  <a:lnTo>
                    <a:pt x="6726343" y="4037461"/>
                  </a:lnTo>
                  <a:lnTo>
                    <a:pt x="5254955" y="4037461"/>
                  </a:lnTo>
                  <a:lnTo>
                    <a:pt x="5253828" y="4037389"/>
                  </a:lnTo>
                  <a:lnTo>
                    <a:pt x="5246415" y="4036878"/>
                  </a:lnTo>
                  <a:lnTo>
                    <a:pt x="5227724" y="4035464"/>
                  </a:lnTo>
                  <a:lnTo>
                    <a:pt x="5194292" y="4032682"/>
                  </a:lnTo>
                  <a:lnTo>
                    <a:pt x="5144433" y="4028097"/>
                  </a:lnTo>
                  <a:lnTo>
                    <a:pt x="5078364" y="4021355"/>
                  </a:lnTo>
                  <a:lnTo>
                    <a:pt x="4998061" y="4012211"/>
                  </a:lnTo>
                  <a:lnTo>
                    <a:pt x="4906808" y="4000541"/>
                  </a:lnTo>
                  <a:lnTo>
                    <a:pt x="4808566" y="3986321"/>
                  </a:lnTo>
                  <a:lnTo>
                    <a:pt x="4707321" y="3969591"/>
                  </a:lnTo>
                  <a:lnTo>
                    <a:pt x="4606577" y="3950406"/>
                  </a:lnTo>
                  <a:lnTo>
                    <a:pt x="4509065" y="3928794"/>
                  </a:lnTo>
                  <a:lnTo>
                    <a:pt x="4416659" y="3904726"/>
                  </a:lnTo>
                  <a:lnTo>
                    <a:pt x="4330436" y="3878094"/>
                  </a:lnTo>
                  <a:lnTo>
                    <a:pt x="4250822" y="3848702"/>
                  </a:lnTo>
                  <a:lnTo>
                    <a:pt x="4177753" y="3816263"/>
                  </a:lnTo>
                  <a:lnTo>
                    <a:pt x="4110831" y="3780408"/>
                  </a:lnTo>
                  <a:lnTo>
                    <a:pt x="4049447" y="3740691"/>
                  </a:lnTo>
                  <a:lnTo>
                    <a:pt x="3992873" y="3696617"/>
                  </a:lnTo>
                  <a:lnTo>
                    <a:pt x="3940338" y="3647674"/>
                  </a:lnTo>
                  <a:lnTo>
                    <a:pt x="3891073" y="3593396"/>
                  </a:lnTo>
                  <a:lnTo>
                    <a:pt x="3844361" y="3533466"/>
                  </a:lnTo>
                  <a:lnTo>
                    <a:pt x="3829811" y="3513027"/>
                  </a:lnTo>
                  <a:lnTo>
                    <a:pt x="3793695" y="3458600"/>
                  </a:lnTo>
                  <a:lnTo>
                    <a:pt x="3758463" y="3400335"/>
                  </a:lnTo>
                  <a:lnTo>
                    <a:pt x="3723883" y="3338153"/>
                  </a:lnTo>
                  <a:lnTo>
                    <a:pt x="3689767" y="3272034"/>
                  </a:lnTo>
                  <a:lnTo>
                    <a:pt x="3655964" y="3202019"/>
                  </a:lnTo>
                  <a:lnTo>
                    <a:pt x="3622353" y="3128220"/>
                  </a:lnTo>
                  <a:lnTo>
                    <a:pt x="3588844" y="3050822"/>
                  </a:lnTo>
                  <a:lnTo>
                    <a:pt x="3555368" y="2970084"/>
                  </a:lnTo>
                  <a:lnTo>
                    <a:pt x="3521881" y="2886341"/>
                  </a:lnTo>
                  <a:lnTo>
                    <a:pt x="3488356" y="2799998"/>
                  </a:lnTo>
                  <a:lnTo>
                    <a:pt x="3454783" y="2711525"/>
                  </a:lnTo>
                  <a:lnTo>
                    <a:pt x="3421163" y="2621448"/>
                  </a:lnTo>
                  <a:lnTo>
                    <a:pt x="3387510" y="2530334"/>
                  </a:lnTo>
                  <a:lnTo>
                    <a:pt x="3353842" y="2438781"/>
                  </a:lnTo>
                  <a:lnTo>
                    <a:pt x="3320179" y="2347397"/>
                  </a:lnTo>
                  <a:lnTo>
                    <a:pt x="3286543" y="2256786"/>
                  </a:lnTo>
                  <a:lnTo>
                    <a:pt x="3252948" y="2167530"/>
                  </a:lnTo>
                  <a:lnTo>
                    <a:pt x="3219401" y="2080175"/>
                  </a:lnTo>
                  <a:lnTo>
                    <a:pt x="3185900" y="1995219"/>
                  </a:lnTo>
                  <a:lnTo>
                    <a:pt x="3152423" y="1913095"/>
                  </a:lnTo>
                  <a:lnTo>
                    <a:pt x="3118936" y="1834172"/>
                  </a:lnTo>
                  <a:lnTo>
                    <a:pt x="3085380" y="1758741"/>
                  </a:lnTo>
                  <a:lnTo>
                    <a:pt x="3051676" y="1687021"/>
                  </a:lnTo>
                  <a:lnTo>
                    <a:pt x="3017716" y="1619156"/>
                  </a:lnTo>
                  <a:lnTo>
                    <a:pt x="2983364" y="1555218"/>
                  </a:lnTo>
                  <a:lnTo>
                    <a:pt x="2948448" y="1495213"/>
                  </a:lnTo>
                  <a:lnTo>
                    <a:pt x="2912758" y="1439088"/>
                  </a:lnTo>
                  <a:lnTo>
                    <a:pt x="2896531" y="1415290"/>
                  </a:lnTo>
                  <a:lnTo>
                    <a:pt x="2850502" y="1353525"/>
                  </a:lnTo>
                  <a:lnTo>
                    <a:pt x="2802131" y="1297457"/>
                  </a:lnTo>
                  <a:lnTo>
                    <a:pt x="2750727" y="1246848"/>
                  </a:lnTo>
                  <a:lnTo>
                    <a:pt x="2695534" y="1201267"/>
                  </a:lnTo>
                  <a:lnTo>
                    <a:pt x="2635775" y="1160208"/>
                  </a:lnTo>
                  <a:lnTo>
                    <a:pt x="2570703" y="1123165"/>
                  </a:lnTo>
                  <a:lnTo>
                    <a:pt x="2499663" y="1089675"/>
                  </a:lnTo>
                  <a:lnTo>
                    <a:pt x="2422174" y="1059340"/>
                  </a:lnTo>
                  <a:lnTo>
                    <a:pt x="2338052" y="1031848"/>
                  </a:lnTo>
                  <a:lnTo>
                    <a:pt x="2247547" y="1006974"/>
                  </a:lnTo>
                  <a:lnTo>
                    <a:pt x="2151510" y="984581"/>
                  </a:lnTo>
                  <a:lnTo>
                    <a:pt x="2051546" y="964616"/>
                  </a:lnTo>
                  <a:lnTo>
                    <a:pt x="1950113" y="947092"/>
                  </a:lnTo>
                  <a:lnTo>
                    <a:pt x="1850488" y="932061"/>
                  </a:lnTo>
                  <a:lnTo>
                    <a:pt x="1756548" y="919572"/>
                  </a:lnTo>
                  <a:lnTo>
                    <a:pt x="1672328" y="909626"/>
                  </a:lnTo>
                  <a:lnTo>
                    <a:pt x="1601403" y="902134"/>
                  </a:lnTo>
                  <a:lnTo>
                    <a:pt x="1546229" y="896891"/>
                  </a:lnTo>
                  <a:lnTo>
                    <a:pt x="1507619" y="893574"/>
                  </a:lnTo>
                  <a:lnTo>
                    <a:pt x="1484496" y="891772"/>
                  </a:lnTo>
                  <a:lnTo>
                    <a:pt x="1473940" y="891022"/>
                  </a:lnTo>
                  <a:lnTo>
                    <a:pt x="1471426" y="890859"/>
                  </a:lnTo>
                  <a:lnTo>
                    <a:pt x="1471387" y="890856"/>
                  </a:lnTo>
                  <a:lnTo>
                    <a:pt x="0" y="89085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49" name="pg449"/>
            <p:cNvSpPr/>
            <p:nvPr/>
          </p:nvSpPr>
          <p:spPr>
            <a:xfrm>
              <a:off x="4799595" y="5126884"/>
              <a:ext cx="11981298" cy="3775925"/>
            </a:xfrm>
            <a:custGeom>
              <a:avLst/>
              <a:pathLst>
                <a:path w="11981298" h="3775925">
                  <a:moveTo>
                    <a:pt x="0" y="621147"/>
                  </a:moveTo>
                  <a:lnTo>
                    <a:pt x="1471387" y="621147"/>
                  </a:lnTo>
                  <a:lnTo>
                    <a:pt x="1472514" y="621219"/>
                  </a:lnTo>
                  <a:lnTo>
                    <a:pt x="1479923" y="621732"/>
                  </a:lnTo>
                  <a:lnTo>
                    <a:pt x="1498606" y="623148"/>
                  </a:lnTo>
                  <a:lnTo>
                    <a:pt x="1532024" y="625936"/>
                  </a:lnTo>
                  <a:lnTo>
                    <a:pt x="1581864" y="630531"/>
                  </a:lnTo>
                  <a:lnTo>
                    <a:pt x="1647909" y="637288"/>
                  </a:lnTo>
                  <a:lnTo>
                    <a:pt x="1728188" y="646451"/>
                  </a:lnTo>
                  <a:lnTo>
                    <a:pt x="1819416" y="658147"/>
                  </a:lnTo>
                  <a:lnTo>
                    <a:pt x="1917636" y="672398"/>
                  </a:lnTo>
                  <a:lnTo>
                    <a:pt x="2018864" y="689165"/>
                  </a:lnTo>
                  <a:lnTo>
                    <a:pt x="2119595" y="708394"/>
                  </a:lnTo>
                  <a:lnTo>
                    <a:pt x="2217100" y="730054"/>
                  </a:lnTo>
                  <a:lnTo>
                    <a:pt x="2309503" y="754176"/>
                  </a:lnTo>
                  <a:lnTo>
                    <a:pt x="2395726" y="780867"/>
                  </a:lnTo>
                  <a:lnTo>
                    <a:pt x="2475343" y="810325"/>
                  </a:lnTo>
                  <a:lnTo>
                    <a:pt x="2548415" y="842835"/>
                  </a:lnTo>
                  <a:lnTo>
                    <a:pt x="2615342" y="878768"/>
                  </a:lnTo>
                  <a:lnTo>
                    <a:pt x="2676731" y="918571"/>
                  </a:lnTo>
                  <a:lnTo>
                    <a:pt x="2733309" y="962739"/>
                  </a:lnTo>
                  <a:lnTo>
                    <a:pt x="2785847" y="1011786"/>
                  </a:lnTo>
                  <a:lnTo>
                    <a:pt x="2835114" y="1066180"/>
                  </a:lnTo>
                  <a:lnTo>
                    <a:pt x="2881825" y="1126237"/>
                  </a:lnTo>
                  <a:lnTo>
                    <a:pt x="2896531" y="1146944"/>
                  </a:lnTo>
                  <a:lnTo>
                    <a:pt x="2932608" y="1201451"/>
                  </a:lnTo>
                  <a:lnTo>
                    <a:pt x="2967803" y="1259798"/>
                  </a:lnTo>
                  <a:lnTo>
                    <a:pt x="3002348" y="1322063"/>
                  </a:lnTo>
                  <a:lnTo>
                    <a:pt x="3036428" y="1388267"/>
                  </a:lnTo>
                  <a:lnTo>
                    <a:pt x="3070196" y="1458369"/>
                  </a:lnTo>
                  <a:lnTo>
                    <a:pt x="3103771" y="1532257"/>
                  </a:lnTo>
                  <a:lnTo>
                    <a:pt x="3137244" y="1609748"/>
                  </a:lnTo>
                  <a:lnTo>
                    <a:pt x="3170684" y="1690582"/>
                  </a:lnTo>
                  <a:lnTo>
                    <a:pt x="3204134" y="1774426"/>
                  </a:lnTo>
                  <a:lnTo>
                    <a:pt x="3237623" y="1860875"/>
                  </a:lnTo>
                  <a:lnTo>
                    <a:pt x="3271159" y="1949460"/>
                  </a:lnTo>
                  <a:lnTo>
                    <a:pt x="3304742" y="2039657"/>
                  </a:lnTo>
                  <a:lnTo>
                    <a:pt x="3338358" y="2130898"/>
                  </a:lnTo>
                  <a:lnTo>
                    <a:pt x="3371990" y="2222588"/>
                  </a:lnTo>
                  <a:lnTo>
                    <a:pt x="3405616" y="2314118"/>
                  </a:lnTo>
                  <a:lnTo>
                    <a:pt x="3439217" y="2404884"/>
                  </a:lnTo>
                  <a:lnTo>
                    <a:pt x="3472777" y="2494304"/>
                  </a:lnTo>
                  <a:lnTo>
                    <a:pt x="3506287" y="2581831"/>
                  </a:lnTo>
                  <a:lnTo>
                    <a:pt x="3539754" y="2666969"/>
                  </a:lnTo>
                  <a:lnTo>
                    <a:pt x="3573194" y="2749281"/>
                  </a:lnTo>
                  <a:lnTo>
                    <a:pt x="3606644" y="2828398"/>
                  </a:lnTo>
                  <a:lnTo>
                    <a:pt x="3640161" y="2904027"/>
                  </a:lnTo>
                  <a:lnTo>
                    <a:pt x="3673824" y="2975948"/>
                  </a:lnTo>
                  <a:lnTo>
                    <a:pt x="3707739" y="3044015"/>
                  </a:lnTo>
                  <a:lnTo>
                    <a:pt x="3742042" y="3108155"/>
                  </a:lnTo>
                  <a:lnTo>
                    <a:pt x="3776902" y="3168358"/>
                  </a:lnTo>
                  <a:lnTo>
                    <a:pt x="3812528" y="3224678"/>
                  </a:lnTo>
                  <a:lnTo>
                    <a:pt x="3829811" y="3250128"/>
                  </a:lnTo>
                  <a:lnTo>
                    <a:pt x="3875832" y="3312045"/>
                  </a:lnTo>
                  <a:lnTo>
                    <a:pt x="3924196" y="3368251"/>
                  </a:lnTo>
                  <a:lnTo>
                    <a:pt x="3975591" y="3418986"/>
                  </a:lnTo>
                  <a:lnTo>
                    <a:pt x="4030773" y="3464681"/>
                  </a:lnTo>
                  <a:lnTo>
                    <a:pt x="4090519" y="3505843"/>
                  </a:lnTo>
                  <a:lnTo>
                    <a:pt x="4155575" y="3542980"/>
                  </a:lnTo>
                  <a:lnTo>
                    <a:pt x="4226599" y="3576555"/>
                  </a:lnTo>
                  <a:lnTo>
                    <a:pt x="4304067" y="3606967"/>
                  </a:lnTo>
                  <a:lnTo>
                    <a:pt x="4388168" y="3634530"/>
                  </a:lnTo>
                  <a:lnTo>
                    <a:pt x="4478650" y="3659469"/>
                  </a:lnTo>
                  <a:lnTo>
                    <a:pt x="4574665" y="3681921"/>
                  </a:lnTo>
                  <a:lnTo>
                    <a:pt x="4674608" y="3701939"/>
                  </a:lnTo>
                  <a:lnTo>
                    <a:pt x="4776025" y="3719510"/>
                  </a:lnTo>
                  <a:lnTo>
                    <a:pt x="4875642" y="3734583"/>
                  </a:lnTo>
                  <a:lnTo>
                    <a:pt x="4969585" y="3747108"/>
                  </a:lnTo>
                  <a:lnTo>
                    <a:pt x="5053820" y="3757085"/>
                  </a:lnTo>
                  <a:lnTo>
                    <a:pt x="5124772" y="3764601"/>
                  </a:lnTo>
                  <a:lnTo>
                    <a:pt x="5179982" y="3769863"/>
                  </a:lnTo>
                  <a:lnTo>
                    <a:pt x="5218633" y="3773192"/>
                  </a:lnTo>
                  <a:lnTo>
                    <a:pt x="5241796" y="3775003"/>
                  </a:lnTo>
                  <a:lnTo>
                    <a:pt x="5252384" y="3775757"/>
                  </a:lnTo>
                  <a:lnTo>
                    <a:pt x="5254955" y="3775925"/>
                  </a:lnTo>
                  <a:lnTo>
                    <a:pt x="6726343" y="3775925"/>
                  </a:lnTo>
                  <a:lnTo>
                    <a:pt x="6727429" y="3775842"/>
                  </a:lnTo>
                  <a:lnTo>
                    <a:pt x="6734577" y="3775253"/>
                  </a:lnTo>
                  <a:lnTo>
                    <a:pt x="6752621" y="3773624"/>
                  </a:lnTo>
                  <a:lnTo>
                    <a:pt x="6784945" y="3770417"/>
                  </a:lnTo>
                  <a:lnTo>
                    <a:pt x="6833253" y="3765129"/>
                  </a:lnTo>
                  <a:lnTo>
                    <a:pt x="6897437" y="3757344"/>
                  </a:lnTo>
                  <a:lnTo>
                    <a:pt x="6975701" y="3746771"/>
                  </a:lnTo>
                  <a:lnTo>
                    <a:pt x="7064959" y="3733256"/>
                  </a:lnTo>
                  <a:lnTo>
                    <a:pt x="7161430" y="3716762"/>
                  </a:lnTo>
                  <a:lnTo>
                    <a:pt x="7261252" y="3697330"/>
                  </a:lnTo>
                  <a:lnTo>
                    <a:pt x="7360974" y="3675024"/>
                  </a:lnTo>
                  <a:lnTo>
                    <a:pt x="7457859" y="3649884"/>
                  </a:lnTo>
                  <a:lnTo>
                    <a:pt x="7549988" y="3621887"/>
                  </a:lnTo>
                  <a:lnTo>
                    <a:pt x="7636209" y="3590924"/>
                  </a:lnTo>
                  <a:lnTo>
                    <a:pt x="7716018" y="3556786"/>
                  </a:lnTo>
                  <a:lnTo>
                    <a:pt x="7789404" y="3519162"/>
                  </a:lnTo>
                  <a:lnTo>
                    <a:pt x="7856697" y="3477643"/>
                  </a:lnTo>
                  <a:lnTo>
                    <a:pt x="7918453" y="3431732"/>
                  </a:lnTo>
                  <a:lnTo>
                    <a:pt x="7975351" y="3380869"/>
                  </a:lnTo>
                  <a:lnTo>
                    <a:pt x="8028130" y="3324460"/>
                  </a:lnTo>
                  <a:lnTo>
                    <a:pt x="8077537" y="3261948"/>
                  </a:lnTo>
                  <a:lnTo>
                    <a:pt x="8124276" y="3192908"/>
                  </a:lnTo>
                  <a:lnTo>
                    <a:pt x="8151487" y="3147966"/>
                  </a:lnTo>
                  <a:lnTo>
                    <a:pt x="8184951" y="3087797"/>
                  </a:lnTo>
                  <a:lnTo>
                    <a:pt x="8217642" y="3023698"/>
                  </a:lnTo>
                  <a:lnTo>
                    <a:pt x="8249748" y="2955588"/>
                  </a:lnTo>
                  <a:lnTo>
                    <a:pt x="8281424" y="2883436"/>
                  </a:lnTo>
                  <a:lnTo>
                    <a:pt x="8312796" y="2807268"/>
                  </a:lnTo>
                  <a:lnTo>
                    <a:pt x="8343968" y="2727165"/>
                  </a:lnTo>
                  <a:lnTo>
                    <a:pt x="8375022" y="2643274"/>
                  </a:lnTo>
                  <a:lnTo>
                    <a:pt x="8406020" y="2555808"/>
                  </a:lnTo>
                  <a:lnTo>
                    <a:pt x="8437006" y="2465044"/>
                  </a:lnTo>
                  <a:lnTo>
                    <a:pt x="8468012" y="2371326"/>
                  </a:lnTo>
                  <a:lnTo>
                    <a:pt x="8499054" y="2275057"/>
                  </a:lnTo>
                  <a:lnTo>
                    <a:pt x="8530138" y="2176697"/>
                  </a:lnTo>
                  <a:lnTo>
                    <a:pt x="8561261" y="2076751"/>
                  </a:lnTo>
                  <a:lnTo>
                    <a:pt x="8592412" y="1975762"/>
                  </a:lnTo>
                  <a:lnTo>
                    <a:pt x="8623577" y="1874296"/>
                  </a:lnTo>
                  <a:lnTo>
                    <a:pt x="8654739" y="1772932"/>
                  </a:lnTo>
                  <a:lnTo>
                    <a:pt x="8685881" y="1672245"/>
                  </a:lnTo>
                  <a:lnTo>
                    <a:pt x="8716991" y="1572793"/>
                  </a:lnTo>
                  <a:lnTo>
                    <a:pt x="8748060" y="1475109"/>
                  </a:lnTo>
                  <a:lnTo>
                    <a:pt x="8779089" y="1379683"/>
                  </a:lnTo>
                  <a:lnTo>
                    <a:pt x="8810085" y="1286955"/>
                  </a:lnTo>
                  <a:lnTo>
                    <a:pt x="8841071" y="1197309"/>
                  </a:lnTo>
                  <a:lnTo>
                    <a:pt x="8872082" y="1111064"/>
                  </a:lnTo>
                  <a:lnTo>
                    <a:pt x="8903170" y="1028478"/>
                  </a:lnTo>
                  <a:lnTo>
                    <a:pt x="8934402" y="949738"/>
                  </a:lnTo>
                  <a:lnTo>
                    <a:pt x="8965867" y="874968"/>
                  </a:lnTo>
                  <a:lnTo>
                    <a:pt x="8997678" y="804230"/>
                  </a:lnTo>
                  <a:lnTo>
                    <a:pt x="9029969" y="737529"/>
                  </a:lnTo>
                  <a:lnTo>
                    <a:pt x="9062908" y="674816"/>
                  </a:lnTo>
                  <a:lnTo>
                    <a:pt x="9084767" y="636131"/>
                  </a:lnTo>
                  <a:lnTo>
                    <a:pt x="9130205" y="563057"/>
                  </a:lnTo>
                  <a:lnTo>
                    <a:pt x="9177920" y="496638"/>
                  </a:lnTo>
                  <a:lnTo>
                    <a:pt x="9228575" y="436604"/>
                  </a:lnTo>
                  <a:lnTo>
                    <a:pt x="9282895" y="382461"/>
                  </a:lnTo>
                  <a:lnTo>
                    <a:pt x="9341630" y="333628"/>
                  </a:lnTo>
                  <a:lnTo>
                    <a:pt x="9405502" y="289520"/>
                  </a:lnTo>
                  <a:lnTo>
                    <a:pt x="9475151" y="249598"/>
                  </a:lnTo>
                  <a:lnTo>
                    <a:pt x="9551056" y="213398"/>
                  </a:lnTo>
                  <a:lnTo>
                    <a:pt x="9633430" y="180549"/>
                  </a:lnTo>
                  <a:lnTo>
                    <a:pt x="9722082" y="150779"/>
                  </a:lnTo>
                  <a:lnTo>
                    <a:pt x="9816272" y="123921"/>
                  </a:lnTo>
                  <a:lnTo>
                    <a:pt x="9914556" y="99902"/>
                  </a:lnTo>
                  <a:lnTo>
                    <a:pt x="10014689" y="78726"/>
                  </a:lnTo>
                  <a:lnTo>
                    <a:pt x="10113628" y="60450"/>
                  </a:lnTo>
                  <a:lnTo>
                    <a:pt x="10207714" y="45134"/>
                  </a:lnTo>
                  <a:lnTo>
                    <a:pt x="10293047" y="32794"/>
                  </a:lnTo>
                  <a:lnTo>
                    <a:pt x="10366045" y="23351"/>
                  </a:lnTo>
                  <a:lnTo>
                    <a:pt x="10424071" y="16597"/>
                  </a:lnTo>
                  <a:lnTo>
                    <a:pt x="10465962" y="12188"/>
                  </a:lnTo>
                  <a:lnTo>
                    <a:pt x="10492331" y="9669"/>
                  </a:lnTo>
                  <a:lnTo>
                    <a:pt x="10505571" y="8517"/>
                  </a:lnTo>
                  <a:lnTo>
                    <a:pt x="10509666" y="8191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8824" y="82"/>
                  </a:lnTo>
                  <a:lnTo>
                    <a:pt x="10501676" y="671"/>
                  </a:lnTo>
                  <a:lnTo>
                    <a:pt x="10483632" y="2300"/>
                  </a:lnTo>
                  <a:lnTo>
                    <a:pt x="10451308" y="5507"/>
                  </a:lnTo>
                  <a:lnTo>
                    <a:pt x="10403000" y="10796"/>
                  </a:lnTo>
                  <a:lnTo>
                    <a:pt x="10338816" y="18581"/>
                  </a:lnTo>
                  <a:lnTo>
                    <a:pt x="10260553" y="29153"/>
                  </a:lnTo>
                  <a:lnTo>
                    <a:pt x="10171294" y="42668"/>
                  </a:lnTo>
                  <a:lnTo>
                    <a:pt x="10074823" y="59162"/>
                  </a:lnTo>
                  <a:lnTo>
                    <a:pt x="9975001" y="78594"/>
                  </a:lnTo>
                  <a:lnTo>
                    <a:pt x="9875280" y="100900"/>
                  </a:lnTo>
                  <a:lnTo>
                    <a:pt x="9778394" y="126040"/>
                  </a:lnTo>
                  <a:lnTo>
                    <a:pt x="9686266" y="154037"/>
                  </a:lnTo>
                  <a:lnTo>
                    <a:pt x="9600045" y="185000"/>
                  </a:lnTo>
                  <a:lnTo>
                    <a:pt x="9520235" y="219138"/>
                  </a:lnTo>
                  <a:lnTo>
                    <a:pt x="9446849" y="256762"/>
                  </a:lnTo>
                  <a:lnTo>
                    <a:pt x="9379556" y="298281"/>
                  </a:lnTo>
                  <a:lnTo>
                    <a:pt x="9317801" y="344192"/>
                  </a:lnTo>
                  <a:lnTo>
                    <a:pt x="9260903" y="395056"/>
                  </a:lnTo>
                  <a:lnTo>
                    <a:pt x="9208123" y="451464"/>
                  </a:lnTo>
                  <a:lnTo>
                    <a:pt x="9158717" y="513976"/>
                  </a:lnTo>
                  <a:lnTo>
                    <a:pt x="9111977" y="583016"/>
                  </a:lnTo>
                  <a:lnTo>
                    <a:pt x="9084767" y="627958"/>
                  </a:lnTo>
                  <a:lnTo>
                    <a:pt x="9051303" y="688127"/>
                  </a:lnTo>
                  <a:lnTo>
                    <a:pt x="9018611" y="752227"/>
                  </a:lnTo>
                  <a:lnTo>
                    <a:pt x="8986505" y="820337"/>
                  </a:lnTo>
                  <a:lnTo>
                    <a:pt x="8954830" y="892488"/>
                  </a:lnTo>
                  <a:lnTo>
                    <a:pt x="8923457" y="968656"/>
                  </a:lnTo>
                  <a:lnTo>
                    <a:pt x="8892285" y="1048759"/>
                  </a:lnTo>
                  <a:lnTo>
                    <a:pt x="8861231" y="1132650"/>
                  </a:lnTo>
                  <a:lnTo>
                    <a:pt x="8830234" y="1220116"/>
                  </a:lnTo>
                  <a:lnTo>
                    <a:pt x="8799247" y="1310880"/>
                  </a:lnTo>
                  <a:lnTo>
                    <a:pt x="8768241" y="1404599"/>
                  </a:lnTo>
                  <a:lnTo>
                    <a:pt x="8737199" y="1500867"/>
                  </a:lnTo>
                  <a:lnTo>
                    <a:pt x="8706115" y="1599228"/>
                  </a:lnTo>
                  <a:lnTo>
                    <a:pt x="8674993" y="1699173"/>
                  </a:lnTo>
                  <a:lnTo>
                    <a:pt x="8643841" y="1800162"/>
                  </a:lnTo>
                  <a:lnTo>
                    <a:pt x="8612677" y="1901628"/>
                  </a:lnTo>
                  <a:lnTo>
                    <a:pt x="8581515" y="2002992"/>
                  </a:lnTo>
                  <a:lnTo>
                    <a:pt x="8550372" y="2103680"/>
                  </a:lnTo>
                  <a:lnTo>
                    <a:pt x="8519262" y="2203131"/>
                  </a:lnTo>
                  <a:lnTo>
                    <a:pt x="8488193" y="2300815"/>
                  </a:lnTo>
                  <a:lnTo>
                    <a:pt x="8457165" y="2396241"/>
                  </a:lnTo>
                  <a:lnTo>
                    <a:pt x="8426168" y="2488969"/>
                  </a:lnTo>
                  <a:lnTo>
                    <a:pt x="8395182" y="2578616"/>
                  </a:lnTo>
                  <a:lnTo>
                    <a:pt x="8364171" y="2664860"/>
                  </a:lnTo>
                  <a:lnTo>
                    <a:pt x="8333084" y="2747446"/>
                  </a:lnTo>
                  <a:lnTo>
                    <a:pt x="8301852" y="2826187"/>
                  </a:lnTo>
                  <a:lnTo>
                    <a:pt x="8270386" y="2900957"/>
                  </a:lnTo>
                  <a:lnTo>
                    <a:pt x="8238576" y="2971694"/>
                  </a:lnTo>
                  <a:lnTo>
                    <a:pt x="8206284" y="3038395"/>
                  </a:lnTo>
                  <a:lnTo>
                    <a:pt x="8173346" y="3101109"/>
                  </a:lnTo>
                  <a:lnTo>
                    <a:pt x="8151487" y="3139793"/>
                  </a:lnTo>
                  <a:lnTo>
                    <a:pt x="8106048" y="3212867"/>
                  </a:lnTo>
                  <a:lnTo>
                    <a:pt x="8058333" y="3279286"/>
                  </a:lnTo>
                  <a:lnTo>
                    <a:pt x="8007678" y="3339321"/>
                  </a:lnTo>
                  <a:lnTo>
                    <a:pt x="7953358" y="3393464"/>
                  </a:lnTo>
                  <a:lnTo>
                    <a:pt x="7894623" y="3442296"/>
                  </a:lnTo>
                  <a:lnTo>
                    <a:pt x="7830752" y="3486404"/>
                  </a:lnTo>
                  <a:lnTo>
                    <a:pt x="7761102" y="3526326"/>
                  </a:lnTo>
                  <a:lnTo>
                    <a:pt x="7685197" y="3562526"/>
                  </a:lnTo>
                  <a:lnTo>
                    <a:pt x="7602824" y="3595376"/>
                  </a:lnTo>
                  <a:lnTo>
                    <a:pt x="7514171" y="3625145"/>
                  </a:lnTo>
                  <a:lnTo>
                    <a:pt x="7419981" y="3652003"/>
                  </a:lnTo>
                  <a:lnTo>
                    <a:pt x="7321697" y="3676023"/>
                  </a:lnTo>
                  <a:lnTo>
                    <a:pt x="7221564" y="3697198"/>
                  </a:lnTo>
                  <a:lnTo>
                    <a:pt x="7122625" y="3715474"/>
                  </a:lnTo>
                  <a:lnTo>
                    <a:pt x="7028539" y="3730790"/>
                  </a:lnTo>
                  <a:lnTo>
                    <a:pt x="6943206" y="3743130"/>
                  </a:lnTo>
                  <a:lnTo>
                    <a:pt x="6870208" y="3752573"/>
                  </a:lnTo>
                  <a:lnTo>
                    <a:pt x="6812182" y="3759327"/>
                  </a:lnTo>
                  <a:lnTo>
                    <a:pt x="6770291" y="3763736"/>
                  </a:lnTo>
                  <a:lnTo>
                    <a:pt x="6743922" y="3766255"/>
                  </a:lnTo>
                  <a:lnTo>
                    <a:pt x="6730683" y="3767407"/>
                  </a:lnTo>
                  <a:lnTo>
                    <a:pt x="6726587" y="3767734"/>
                  </a:lnTo>
                  <a:lnTo>
                    <a:pt x="6726343" y="3767752"/>
                  </a:lnTo>
                  <a:lnTo>
                    <a:pt x="5254955" y="3767752"/>
                  </a:lnTo>
                  <a:lnTo>
                    <a:pt x="5253828" y="3767680"/>
                  </a:lnTo>
                  <a:lnTo>
                    <a:pt x="5246419" y="3767167"/>
                  </a:lnTo>
                  <a:lnTo>
                    <a:pt x="5227736" y="3765751"/>
                  </a:lnTo>
                  <a:lnTo>
                    <a:pt x="5194318" y="3762963"/>
                  </a:lnTo>
                  <a:lnTo>
                    <a:pt x="5144478" y="3758368"/>
                  </a:lnTo>
                  <a:lnTo>
                    <a:pt x="5078433" y="3751611"/>
                  </a:lnTo>
                  <a:lnTo>
                    <a:pt x="4998155" y="3742448"/>
                  </a:lnTo>
                  <a:lnTo>
                    <a:pt x="4906927" y="3730752"/>
                  </a:lnTo>
                  <a:lnTo>
                    <a:pt x="4808706" y="3716501"/>
                  </a:lnTo>
                  <a:lnTo>
                    <a:pt x="4707479" y="3699734"/>
                  </a:lnTo>
                  <a:lnTo>
                    <a:pt x="4606747" y="3680506"/>
                  </a:lnTo>
                  <a:lnTo>
                    <a:pt x="4509242" y="3658845"/>
                  </a:lnTo>
                  <a:lnTo>
                    <a:pt x="4416839" y="3634723"/>
                  </a:lnTo>
                  <a:lnTo>
                    <a:pt x="4330616" y="3608032"/>
                  </a:lnTo>
                  <a:lnTo>
                    <a:pt x="4250999" y="3578575"/>
                  </a:lnTo>
                  <a:lnTo>
                    <a:pt x="4177927" y="3546065"/>
                  </a:lnTo>
                  <a:lnTo>
                    <a:pt x="4111000" y="3510131"/>
                  </a:lnTo>
                  <a:lnTo>
                    <a:pt x="4049611" y="3470328"/>
                  </a:lnTo>
                  <a:lnTo>
                    <a:pt x="3993034" y="3426160"/>
                  </a:lnTo>
                  <a:lnTo>
                    <a:pt x="3940495" y="3377113"/>
                  </a:lnTo>
                  <a:lnTo>
                    <a:pt x="3891228" y="3322720"/>
                  </a:lnTo>
                  <a:lnTo>
                    <a:pt x="3844517" y="3262662"/>
                  </a:lnTo>
                  <a:lnTo>
                    <a:pt x="3829811" y="3241956"/>
                  </a:lnTo>
                  <a:lnTo>
                    <a:pt x="3793734" y="3187448"/>
                  </a:lnTo>
                  <a:lnTo>
                    <a:pt x="3758539" y="3129101"/>
                  </a:lnTo>
                  <a:lnTo>
                    <a:pt x="3723995" y="3066836"/>
                  </a:lnTo>
                  <a:lnTo>
                    <a:pt x="3689914" y="3000632"/>
                  </a:lnTo>
                  <a:lnTo>
                    <a:pt x="3656146" y="2930530"/>
                  </a:lnTo>
                  <a:lnTo>
                    <a:pt x="3622571" y="2856642"/>
                  </a:lnTo>
                  <a:lnTo>
                    <a:pt x="3589098" y="2779151"/>
                  </a:lnTo>
                  <a:lnTo>
                    <a:pt x="3555658" y="2698317"/>
                  </a:lnTo>
                  <a:lnTo>
                    <a:pt x="3522208" y="2614473"/>
                  </a:lnTo>
                  <a:lnTo>
                    <a:pt x="3488719" y="2528024"/>
                  </a:lnTo>
                  <a:lnTo>
                    <a:pt x="3455183" y="2439439"/>
                  </a:lnTo>
                  <a:lnTo>
                    <a:pt x="3421600" y="2349242"/>
                  </a:lnTo>
                  <a:lnTo>
                    <a:pt x="3387984" y="2258001"/>
                  </a:lnTo>
                  <a:lnTo>
                    <a:pt x="3354352" y="2166311"/>
                  </a:lnTo>
                  <a:lnTo>
                    <a:pt x="3320726" y="2074781"/>
                  </a:lnTo>
                  <a:lnTo>
                    <a:pt x="3287125" y="1984015"/>
                  </a:lnTo>
                  <a:lnTo>
                    <a:pt x="3253566" y="1894595"/>
                  </a:lnTo>
                  <a:lnTo>
                    <a:pt x="3220055" y="1807068"/>
                  </a:lnTo>
                  <a:lnTo>
                    <a:pt x="3186588" y="1721930"/>
                  </a:lnTo>
                  <a:lnTo>
                    <a:pt x="3153148" y="1639619"/>
                  </a:lnTo>
                  <a:lnTo>
                    <a:pt x="3119698" y="1560501"/>
                  </a:lnTo>
                  <a:lnTo>
                    <a:pt x="3086181" y="1484872"/>
                  </a:lnTo>
                  <a:lnTo>
                    <a:pt x="3052518" y="1412951"/>
                  </a:lnTo>
                  <a:lnTo>
                    <a:pt x="3018603" y="1344884"/>
                  </a:lnTo>
                  <a:lnTo>
                    <a:pt x="2984300" y="1280745"/>
                  </a:lnTo>
                  <a:lnTo>
                    <a:pt x="2949441" y="1220541"/>
                  </a:lnTo>
                  <a:lnTo>
                    <a:pt x="2913815" y="1164221"/>
                  </a:lnTo>
                  <a:lnTo>
                    <a:pt x="2896531" y="1138771"/>
                  </a:lnTo>
                  <a:lnTo>
                    <a:pt x="2850510" y="1076854"/>
                  </a:lnTo>
                  <a:lnTo>
                    <a:pt x="2802146" y="1020648"/>
                  </a:lnTo>
                  <a:lnTo>
                    <a:pt x="2750752" y="969913"/>
                  </a:lnTo>
                  <a:lnTo>
                    <a:pt x="2695569" y="924218"/>
                  </a:lnTo>
                  <a:lnTo>
                    <a:pt x="2635823" y="883056"/>
                  </a:lnTo>
                  <a:lnTo>
                    <a:pt x="2570767" y="845920"/>
                  </a:lnTo>
                  <a:lnTo>
                    <a:pt x="2499743" y="812344"/>
                  </a:lnTo>
                  <a:lnTo>
                    <a:pt x="2422275" y="781932"/>
                  </a:lnTo>
                  <a:lnTo>
                    <a:pt x="2338174" y="754369"/>
                  </a:lnTo>
                  <a:lnTo>
                    <a:pt x="2247692" y="729430"/>
                  </a:lnTo>
                  <a:lnTo>
                    <a:pt x="2151677" y="706979"/>
                  </a:lnTo>
                  <a:lnTo>
                    <a:pt x="2051734" y="686961"/>
                  </a:lnTo>
                  <a:lnTo>
                    <a:pt x="1950317" y="669389"/>
                  </a:lnTo>
                  <a:lnTo>
                    <a:pt x="1850700" y="654316"/>
                  </a:lnTo>
                  <a:lnTo>
                    <a:pt x="1756757" y="641791"/>
                  </a:lnTo>
                  <a:lnTo>
                    <a:pt x="1672522" y="631814"/>
                  </a:lnTo>
                  <a:lnTo>
                    <a:pt x="1601570" y="624298"/>
                  </a:lnTo>
                  <a:lnTo>
                    <a:pt x="1546360" y="619036"/>
                  </a:lnTo>
                  <a:lnTo>
                    <a:pt x="1507709" y="615707"/>
                  </a:lnTo>
                  <a:lnTo>
                    <a:pt x="1484546" y="613896"/>
                  </a:lnTo>
                  <a:lnTo>
                    <a:pt x="1473958" y="613142"/>
                  </a:lnTo>
                  <a:lnTo>
                    <a:pt x="1471387" y="612974"/>
                  </a:lnTo>
                  <a:lnTo>
                    <a:pt x="0" y="612974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450" name="pl450"/>
            <p:cNvSpPr/>
            <p:nvPr/>
          </p:nvSpPr>
          <p:spPr>
            <a:xfrm>
              <a:off x="4799595" y="5135057"/>
              <a:ext cx="11981298" cy="3767752"/>
            </a:xfrm>
            <a:custGeom>
              <a:avLst/>
              <a:pathLst>
                <a:path w="11981298" h="3767752">
                  <a:moveTo>
                    <a:pt x="0" y="612974"/>
                  </a:moveTo>
                  <a:lnTo>
                    <a:pt x="1471387" y="612974"/>
                  </a:lnTo>
                  <a:lnTo>
                    <a:pt x="1472514" y="613046"/>
                  </a:lnTo>
                  <a:lnTo>
                    <a:pt x="1479923" y="613559"/>
                  </a:lnTo>
                  <a:lnTo>
                    <a:pt x="1498606" y="614975"/>
                  </a:lnTo>
                  <a:lnTo>
                    <a:pt x="1532024" y="617763"/>
                  </a:lnTo>
                  <a:lnTo>
                    <a:pt x="1581864" y="622358"/>
                  </a:lnTo>
                  <a:lnTo>
                    <a:pt x="1647909" y="629115"/>
                  </a:lnTo>
                  <a:lnTo>
                    <a:pt x="1728188" y="638278"/>
                  </a:lnTo>
                  <a:lnTo>
                    <a:pt x="1819416" y="649974"/>
                  </a:lnTo>
                  <a:lnTo>
                    <a:pt x="1917636" y="664225"/>
                  </a:lnTo>
                  <a:lnTo>
                    <a:pt x="2018864" y="680992"/>
                  </a:lnTo>
                  <a:lnTo>
                    <a:pt x="2119595" y="700221"/>
                  </a:lnTo>
                  <a:lnTo>
                    <a:pt x="2217100" y="721881"/>
                  </a:lnTo>
                  <a:lnTo>
                    <a:pt x="2309503" y="746003"/>
                  </a:lnTo>
                  <a:lnTo>
                    <a:pt x="2395726" y="772694"/>
                  </a:lnTo>
                  <a:lnTo>
                    <a:pt x="2475343" y="802152"/>
                  </a:lnTo>
                  <a:lnTo>
                    <a:pt x="2548415" y="834662"/>
                  </a:lnTo>
                  <a:lnTo>
                    <a:pt x="2615342" y="870595"/>
                  </a:lnTo>
                  <a:lnTo>
                    <a:pt x="2676731" y="910398"/>
                  </a:lnTo>
                  <a:lnTo>
                    <a:pt x="2733309" y="954566"/>
                  </a:lnTo>
                  <a:lnTo>
                    <a:pt x="2785847" y="1003613"/>
                  </a:lnTo>
                  <a:lnTo>
                    <a:pt x="2835114" y="1058007"/>
                  </a:lnTo>
                  <a:lnTo>
                    <a:pt x="2881825" y="1118064"/>
                  </a:lnTo>
                  <a:lnTo>
                    <a:pt x="2896531" y="1138771"/>
                  </a:lnTo>
                  <a:lnTo>
                    <a:pt x="2932608" y="1193278"/>
                  </a:lnTo>
                  <a:lnTo>
                    <a:pt x="2967803" y="1251625"/>
                  </a:lnTo>
                  <a:lnTo>
                    <a:pt x="3002348" y="1313890"/>
                  </a:lnTo>
                  <a:lnTo>
                    <a:pt x="3036428" y="1380094"/>
                  </a:lnTo>
                  <a:lnTo>
                    <a:pt x="3070196" y="1450196"/>
                  </a:lnTo>
                  <a:lnTo>
                    <a:pt x="3103771" y="1524084"/>
                  </a:lnTo>
                  <a:lnTo>
                    <a:pt x="3137244" y="1601575"/>
                  </a:lnTo>
                  <a:lnTo>
                    <a:pt x="3170684" y="1682409"/>
                  </a:lnTo>
                  <a:lnTo>
                    <a:pt x="3204134" y="1766253"/>
                  </a:lnTo>
                  <a:lnTo>
                    <a:pt x="3237623" y="1852702"/>
                  </a:lnTo>
                  <a:lnTo>
                    <a:pt x="3271159" y="1941287"/>
                  </a:lnTo>
                  <a:lnTo>
                    <a:pt x="3304742" y="2031484"/>
                  </a:lnTo>
                  <a:lnTo>
                    <a:pt x="3338358" y="2122725"/>
                  </a:lnTo>
                  <a:lnTo>
                    <a:pt x="3371990" y="2214415"/>
                  </a:lnTo>
                  <a:lnTo>
                    <a:pt x="3405616" y="2305945"/>
                  </a:lnTo>
                  <a:lnTo>
                    <a:pt x="3439217" y="2396711"/>
                  </a:lnTo>
                  <a:lnTo>
                    <a:pt x="3472777" y="2486131"/>
                  </a:lnTo>
                  <a:lnTo>
                    <a:pt x="3506287" y="2573658"/>
                  </a:lnTo>
                  <a:lnTo>
                    <a:pt x="3539754" y="2658796"/>
                  </a:lnTo>
                  <a:lnTo>
                    <a:pt x="3573194" y="2741108"/>
                  </a:lnTo>
                  <a:lnTo>
                    <a:pt x="3606644" y="2820225"/>
                  </a:lnTo>
                  <a:lnTo>
                    <a:pt x="3640161" y="2895854"/>
                  </a:lnTo>
                  <a:lnTo>
                    <a:pt x="3673824" y="2967775"/>
                  </a:lnTo>
                  <a:lnTo>
                    <a:pt x="3707739" y="3035842"/>
                  </a:lnTo>
                  <a:lnTo>
                    <a:pt x="3742042" y="3099982"/>
                  </a:lnTo>
                  <a:lnTo>
                    <a:pt x="3776902" y="3160185"/>
                  </a:lnTo>
                  <a:lnTo>
                    <a:pt x="3812528" y="3216505"/>
                  </a:lnTo>
                  <a:lnTo>
                    <a:pt x="3829811" y="3241956"/>
                  </a:lnTo>
                  <a:lnTo>
                    <a:pt x="3875832" y="3303872"/>
                  </a:lnTo>
                  <a:lnTo>
                    <a:pt x="3924196" y="3360078"/>
                  </a:lnTo>
                  <a:lnTo>
                    <a:pt x="3975591" y="3410813"/>
                  </a:lnTo>
                  <a:lnTo>
                    <a:pt x="4030773" y="3456508"/>
                  </a:lnTo>
                  <a:lnTo>
                    <a:pt x="4090519" y="3497670"/>
                  </a:lnTo>
                  <a:lnTo>
                    <a:pt x="4155575" y="3534807"/>
                  </a:lnTo>
                  <a:lnTo>
                    <a:pt x="4226599" y="3568382"/>
                  </a:lnTo>
                  <a:lnTo>
                    <a:pt x="4304067" y="3598794"/>
                  </a:lnTo>
                  <a:lnTo>
                    <a:pt x="4388168" y="3626357"/>
                  </a:lnTo>
                  <a:lnTo>
                    <a:pt x="4478650" y="3651296"/>
                  </a:lnTo>
                  <a:lnTo>
                    <a:pt x="4574665" y="3673748"/>
                  </a:lnTo>
                  <a:lnTo>
                    <a:pt x="4674608" y="3693766"/>
                  </a:lnTo>
                  <a:lnTo>
                    <a:pt x="4776025" y="3711337"/>
                  </a:lnTo>
                  <a:lnTo>
                    <a:pt x="4875642" y="3726410"/>
                  </a:lnTo>
                  <a:lnTo>
                    <a:pt x="4969585" y="3738935"/>
                  </a:lnTo>
                  <a:lnTo>
                    <a:pt x="5053820" y="3748912"/>
                  </a:lnTo>
                  <a:lnTo>
                    <a:pt x="5124772" y="3756428"/>
                  </a:lnTo>
                  <a:lnTo>
                    <a:pt x="5179982" y="3761690"/>
                  </a:lnTo>
                  <a:lnTo>
                    <a:pt x="5218633" y="3765019"/>
                  </a:lnTo>
                  <a:lnTo>
                    <a:pt x="5241796" y="3766830"/>
                  </a:lnTo>
                  <a:lnTo>
                    <a:pt x="5252384" y="3767584"/>
                  </a:lnTo>
                  <a:lnTo>
                    <a:pt x="5254915" y="3767749"/>
                  </a:lnTo>
                  <a:lnTo>
                    <a:pt x="5254955" y="3767752"/>
                  </a:lnTo>
                  <a:lnTo>
                    <a:pt x="6726343" y="3767752"/>
                  </a:lnTo>
                  <a:lnTo>
                    <a:pt x="6727429" y="3767669"/>
                  </a:lnTo>
                  <a:lnTo>
                    <a:pt x="6734577" y="3767080"/>
                  </a:lnTo>
                  <a:lnTo>
                    <a:pt x="6752621" y="3765451"/>
                  </a:lnTo>
                  <a:lnTo>
                    <a:pt x="6784945" y="3762244"/>
                  </a:lnTo>
                  <a:lnTo>
                    <a:pt x="6833253" y="3756956"/>
                  </a:lnTo>
                  <a:lnTo>
                    <a:pt x="6897437" y="3749171"/>
                  </a:lnTo>
                  <a:lnTo>
                    <a:pt x="6975701" y="3738598"/>
                  </a:lnTo>
                  <a:lnTo>
                    <a:pt x="7064959" y="3725083"/>
                  </a:lnTo>
                  <a:lnTo>
                    <a:pt x="7161430" y="3708589"/>
                  </a:lnTo>
                  <a:lnTo>
                    <a:pt x="7261252" y="3689157"/>
                  </a:lnTo>
                  <a:lnTo>
                    <a:pt x="7360974" y="3666851"/>
                  </a:lnTo>
                  <a:lnTo>
                    <a:pt x="7457859" y="3641711"/>
                  </a:lnTo>
                  <a:lnTo>
                    <a:pt x="7549988" y="3613714"/>
                  </a:lnTo>
                  <a:lnTo>
                    <a:pt x="7636209" y="3582751"/>
                  </a:lnTo>
                  <a:lnTo>
                    <a:pt x="7716018" y="3548613"/>
                  </a:lnTo>
                  <a:lnTo>
                    <a:pt x="7789404" y="3510989"/>
                  </a:lnTo>
                  <a:lnTo>
                    <a:pt x="7856697" y="3469470"/>
                  </a:lnTo>
                  <a:lnTo>
                    <a:pt x="7918453" y="3423559"/>
                  </a:lnTo>
                  <a:lnTo>
                    <a:pt x="7975351" y="3372696"/>
                  </a:lnTo>
                  <a:lnTo>
                    <a:pt x="8028130" y="3316287"/>
                  </a:lnTo>
                  <a:lnTo>
                    <a:pt x="8077537" y="3253775"/>
                  </a:lnTo>
                  <a:lnTo>
                    <a:pt x="8124276" y="3184735"/>
                  </a:lnTo>
                  <a:lnTo>
                    <a:pt x="8151487" y="3139793"/>
                  </a:lnTo>
                  <a:lnTo>
                    <a:pt x="8184951" y="3079624"/>
                  </a:lnTo>
                  <a:lnTo>
                    <a:pt x="8217642" y="3015525"/>
                  </a:lnTo>
                  <a:lnTo>
                    <a:pt x="8249748" y="2947415"/>
                  </a:lnTo>
                  <a:lnTo>
                    <a:pt x="8281424" y="2875263"/>
                  </a:lnTo>
                  <a:lnTo>
                    <a:pt x="8312796" y="2799095"/>
                  </a:lnTo>
                  <a:lnTo>
                    <a:pt x="8343968" y="2718992"/>
                  </a:lnTo>
                  <a:lnTo>
                    <a:pt x="8375022" y="2635101"/>
                  </a:lnTo>
                  <a:lnTo>
                    <a:pt x="8406020" y="2547635"/>
                  </a:lnTo>
                  <a:lnTo>
                    <a:pt x="8437006" y="2456871"/>
                  </a:lnTo>
                  <a:lnTo>
                    <a:pt x="8468012" y="2363153"/>
                  </a:lnTo>
                  <a:lnTo>
                    <a:pt x="8499054" y="2266884"/>
                  </a:lnTo>
                  <a:lnTo>
                    <a:pt x="8530138" y="2168524"/>
                  </a:lnTo>
                  <a:lnTo>
                    <a:pt x="8561261" y="2068578"/>
                  </a:lnTo>
                  <a:lnTo>
                    <a:pt x="8592412" y="1967589"/>
                  </a:lnTo>
                  <a:lnTo>
                    <a:pt x="8623577" y="1866123"/>
                  </a:lnTo>
                  <a:lnTo>
                    <a:pt x="8654739" y="1764759"/>
                  </a:lnTo>
                  <a:lnTo>
                    <a:pt x="8685881" y="1664072"/>
                  </a:lnTo>
                  <a:lnTo>
                    <a:pt x="8716991" y="1564620"/>
                  </a:lnTo>
                  <a:lnTo>
                    <a:pt x="8748060" y="1466936"/>
                  </a:lnTo>
                  <a:lnTo>
                    <a:pt x="8779089" y="1371510"/>
                  </a:lnTo>
                  <a:lnTo>
                    <a:pt x="8810085" y="1278782"/>
                  </a:lnTo>
                  <a:lnTo>
                    <a:pt x="8841071" y="1189136"/>
                  </a:lnTo>
                  <a:lnTo>
                    <a:pt x="8872082" y="1102891"/>
                  </a:lnTo>
                  <a:lnTo>
                    <a:pt x="8903170" y="1020305"/>
                  </a:lnTo>
                  <a:lnTo>
                    <a:pt x="8934402" y="941565"/>
                  </a:lnTo>
                  <a:lnTo>
                    <a:pt x="8965867" y="866795"/>
                  </a:lnTo>
                  <a:lnTo>
                    <a:pt x="8997678" y="796057"/>
                  </a:lnTo>
                  <a:lnTo>
                    <a:pt x="9029969" y="729356"/>
                  </a:lnTo>
                  <a:lnTo>
                    <a:pt x="9062908" y="666643"/>
                  </a:lnTo>
                  <a:lnTo>
                    <a:pt x="9084767" y="627958"/>
                  </a:lnTo>
                  <a:lnTo>
                    <a:pt x="9130205" y="554884"/>
                  </a:lnTo>
                  <a:lnTo>
                    <a:pt x="9177920" y="488465"/>
                  </a:lnTo>
                  <a:lnTo>
                    <a:pt x="9228575" y="428431"/>
                  </a:lnTo>
                  <a:lnTo>
                    <a:pt x="9282895" y="374288"/>
                  </a:lnTo>
                  <a:lnTo>
                    <a:pt x="9341630" y="325455"/>
                  </a:lnTo>
                  <a:lnTo>
                    <a:pt x="9405502" y="281347"/>
                  </a:lnTo>
                  <a:lnTo>
                    <a:pt x="9475151" y="241425"/>
                  </a:lnTo>
                  <a:lnTo>
                    <a:pt x="9551056" y="205225"/>
                  </a:lnTo>
                  <a:lnTo>
                    <a:pt x="9633430" y="172376"/>
                  </a:lnTo>
                  <a:lnTo>
                    <a:pt x="9722082" y="142606"/>
                  </a:lnTo>
                  <a:lnTo>
                    <a:pt x="9816272" y="115748"/>
                  </a:lnTo>
                  <a:lnTo>
                    <a:pt x="9914556" y="91729"/>
                  </a:lnTo>
                  <a:lnTo>
                    <a:pt x="10014689" y="70553"/>
                  </a:lnTo>
                  <a:lnTo>
                    <a:pt x="10113628" y="52277"/>
                  </a:lnTo>
                  <a:lnTo>
                    <a:pt x="10207714" y="36961"/>
                  </a:lnTo>
                  <a:lnTo>
                    <a:pt x="10293047" y="24621"/>
                  </a:lnTo>
                  <a:lnTo>
                    <a:pt x="10366045" y="15178"/>
                  </a:lnTo>
                  <a:lnTo>
                    <a:pt x="10424071" y="8424"/>
                  </a:lnTo>
                  <a:lnTo>
                    <a:pt x="10465962" y="4015"/>
                  </a:lnTo>
                  <a:lnTo>
                    <a:pt x="10492331" y="1496"/>
                  </a:lnTo>
                  <a:lnTo>
                    <a:pt x="10505571" y="344"/>
                  </a:lnTo>
                  <a:lnTo>
                    <a:pt x="10509666" y="18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51" name="pl451"/>
            <p:cNvSpPr/>
            <p:nvPr/>
          </p:nvSpPr>
          <p:spPr>
            <a:xfrm>
              <a:off x="4799595" y="5126884"/>
              <a:ext cx="11981298" cy="3767752"/>
            </a:xfrm>
            <a:custGeom>
              <a:avLst/>
              <a:pathLst>
                <a:path w="11981298" h="3767752">
                  <a:moveTo>
                    <a:pt x="11981298" y="0"/>
                  </a:moveTo>
                  <a:lnTo>
                    <a:pt x="10509911" y="0"/>
                  </a:lnTo>
                  <a:lnTo>
                    <a:pt x="10508824" y="82"/>
                  </a:lnTo>
                  <a:lnTo>
                    <a:pt x="10501676" y="671"/>
                  </a:lnTo>
                  <a:lnTo>
                    <a:pt x="10483632" y="2300"/>
                  </a:lnTo>
                  <a:lnTo>
                    <a:pt x="10451308" y="5507"/>
                  </a:lnTo>
                  <a:lnTo>
                    <a:pt x="10403000" y="10796"/>
                  </a:lnTo>
                  <a:lnTo>
                    <a:pt x="10338816" y="18581"/>
                  </a:lnTo>
                  <a:lnTo>
                    <a:pt x="10260553" y="29153"/>
                  </a:lnTo>
                  <a:lnTo>
                    <a:pt x="10171294" y="42668"/>
                  </a:lnTo>
                  <a:lnTo>
                    <a:pt x="10074823" y="59162"/>
                  </a:lnTo>
                  <a:lnTo>
                    <a:pt x="9975001" y="78594"/>
                  </a:lnTo>
                  <a:lnTo>
                    <a:pt x="9875280" y="100900"/>
                  </a:lnTo>
                  <a:lnTo>
                    <a:pt x="9778394" y="126040"/>
                  </a:lnTo>
                  <a:lnTo>
                    <a:pt x="9686266" y="154037"/>
                  </a:lnTo>
                  <a:lnTo>
                    <a:pt x="9600045" y="185000"/>
                  </a:lnTo>
                  <a:lnTo>
                    <a:pt x="9520235" y="219138"/>
                  </a:lnTo>
                  <a:lnTo>
                    <a:pt x="9446849" y="256762"/>
                  </a:lnTo>
                  <a:lnTo>
                    <a:pt x="9379556" y="298281"/>
                  </a:lnTo>
                  <a:lnTo>
                    <a:pt x="9317801" y="344192"/>
                  </a:lnTo>
                  <a:lnTo>
                    <a:pt x="9260903" y="395056"/>
                  </a:lnTo>
                  <a:lnTo>
                    <a:pt x="9208123" y="451464"/>
                  </a:lnTo>
                  <a:lnTo>
                    <a:pt x="9158717" y="513976"/>
                  </a:lnTo>
                  <a:lnTo>
                    <a:pt x="9111977" y="583016"/>
                  </a:lnTo>
                  <a:lnTo>
                    <a:pt x="9084767" y="627958"/>
                  </a:lnTo>
                  <a:lnTo>
                    <a:pt x="9051303" y="688127"/>
                  </a:lnTo>
                  <a:lnTo>
                    <a:pt x="9018611" y="752227"/>
                  </a:lnTo>
                  <a:lnTo>
                    <a:pt x="8986505" y="820337"/>
                  </a:lnTo>
                  <a:lnTo>
                    <a:pt x="8954830" y="892488"/>
                  </a:lnTo>
                  <a:lnTo>
                    <a:pt x="8923457" y="968656"/>
                  </a:lnTo>
                  <a:lnTo>
                    <a:pt x="8892285" y="1048759"/>
                  </a:lnTo>
                  <a:lnTo>
                    <a:pt x="8861231" y="1132650"/>
                  </a:lnTo>
                  <a:lnTo>
                    <a:pt x="8830234" y="1220116"/>
                  </a:lnTo>
                  <a:lnTo>
                    <a:pt x="8799247" y="1310880"/>
                  </a:lnTo>
                  <a:lnTo>
                    <a:pt x="8768241" y="1404599"/>
                  </a:lnTo>
                  <a:lnTo>
                    <a:pt x="8737199" y="1500867"/>
                  </a:lnTo>
                  <a:lnTo>
                    <a:pt x="8706115" y="1599228"/>
                  </a:lnTo>
                  <a:lnTo>
                    <a:pt x="8674993" y="1699173"/>
                  </a:lnTo>
                  <a:lnTo>
                    <a:pt x="8643841" y="1800162"/>
                  </a:lnTo>
                  <a:lnTo>
                    <a:pt x="8612677" y="1901628"/>
                  </a:lnTo>
                  <a:lnTo>
                    <a:pt x="8581515" y="2002992"/>
                  </a:lnTo>
                  <a:lnTo>
                    <a:pt x="8550372" y="2103680"/>
                  </a:lnTo>
                  <a:lnTo>
                    <a:pt x="8519262" y="2203131"/>
                  </a:lnTo>
                  <a:lnTo>
                    <a:pt x="8488193" y="2300815"/>
                  </a:lnTo>
                  <a:lnTo>
                    <a:pt x="8457165" y="2396241"/>
                  </a:lnTo>
                  <a:lnTo>
                    <a:pt x="8426168" y="2488969"/>
                  </a:lnTo>
                  <a:lnTo>
                    <a:pt x="8395182" y="2578616"/>
                  </a:lnTo>
                  <a:lnTo>
                    <a:pt x="8364171" y="2664860"/>
                  </a:lnTo>
                  <a:lnTo>
                    <a:pt x="8333084" y="2747446"/>
                  </a:lnTo>
                  <a:lnTo>
                    <a:pt x="8301852" y="2826187"/>
                  </a:lnTo>
                  <a:lnTo>
                    <a:pt x="8270386" y="2900957"/>
                  </a:lnTo>
                  <a:lnTo>
                    <a:pt x="8238576" y="2971694"/>
                  </a:lnTo>
                  <a:lnTo>
                    <a:pt x="8206284" y="3038395"/>
                  </a:lnTo>
                  <a:lnTo>
                    <a:pt x="8173346" y="3101109"/>
                  </a:lnTo>
                  <a:lnTo>
                    <a:pt x="8151487" y="3139793"/>
                  </a:lnTo>
                  <a:lnTo>
                    <a:pt x="8106048" y="3212867"/>
                  </a:lnTo>
                  <a:lnTo>
                    <a:pt x="8058333" y="3279286"/>
                  </a:lnTo>
                  <a:lnTo>
                    <a:pt x="8007678" y="3339321"/>
                  </a:lnTo>
                  <a:lnTo>
                    <a:pt x="7953358" y="3393464"/>
                  </a:lnTo>
                  <a:lnTo>
                    <a:pt x="7894623" y="3442296"/>
                  </a:lnTo>
                  <a:lnTo>
                    <a:pt x="7830752" y="3486404"/>
                  </a:lnTo>
                  <a:lnTo>
                    <a:pt x="7761102" y="3526326"/>
                  </a:lnTo>
                  <a:lnTo>
                    <a:pt x="7685197" y="3562526"/>
                  </a:lnTo>
                  <a:lnTo>
                    <a:pt x="7602824" y="3595376"/>
                  </a:lnTo>
                  <a:lnTo>
                    <a:pt x="7514171" y="3625145"/>
                  </a:lnTo>
                  <a:lnTo>
                    <a:pt x="7419981" y="3652003"/>
                  </a:lnTo>
                  <a:lnTo>
                    <a:pt x="7321697" y="3676023"/>
                  </a:lnTo>
                  <a:lnTo>
                    <a:pt x="7221564" y="3697198"/>
                  </a:lnTo>
                  <a:lnTo>
                    <a:pt x="7122625" y="3715474"/>
                  </a:lnTo>
                  <a:lnTo>
                    <a:pt x="7028539" y="3730790"/>
                  </a:lnTo>
                  <a:lnTo>
                    <a:pt x="6943206" y="3743130"/>
                  </a:lnTo>
                  <a:lnTo>
                    <a:pt x="6870208" y="3752573"/>
                  </a:lnTo>
                  <a:lnTo>
                    <a:pt x="6812182" y="3759327"/>
                  </a:lnTo>
                  <a:lnTo>
                    <a:pt x="6770291" y="3763736"/>
                  </a:lnTo>
                  <a:lnTo>
                    <a:pt x="6743922" y="3766255"/>
                  </a:lnTo>
                  <a:lnTo>
                    <a:pt x="6730683" y="3767407"/>
                  </a:lnTo>
                  <a:lnTo>
                    <a:pt x="6726587" y="3767734"/>
                  </a:lnTo>
                  <a:lnTo>
                    <a:pt x="6726343" y="3767752"/>
                  </a:lnTo>
                  <a:lnTo>
                    <a:pt x="5254955" y="3767752"/>
                  </a:lnTo>
                  <a:lnTo>
                    <a:pt x="5253828" y="3767680"/>
                  </a:lnTo>
                  <a:lnTo>
                    <a:pt x="5246419" y="3767167"/>
                  </a:lnTo>
                  <a:lnTo>
                    <a:pt x="5227736" y="3765751"/>
                  </a:lnTo>
                  <a:lnTo>
                    <a:pt x="5194318" y="3762963"/>
                  </a:lnTo>
                  <a:lnTo>
                    <a:pt x="5144478" y="3758368"/>
                  </a:lnTo>
                  <a:lnTo>
                    <a:pt x="5078433" y="3751611"/>
                  </a:lnTo>
                  <a:lnTo>
                    <a:pt x="4998155" y="3742448"/>
                  </a:lnTo>
                  <a:lnTo>
                    <a:pt x="4906927" y="3730752"/>
                  </a:lnTo>
                  <a:lnTo>
                    <a:pt x="4808706" y="3716501"/>
                  </a:lnTo>
                  <a:lnTo>
                    <a:pt x="4707479" y="3699734"/>
                  </a:lnTo>
                  <a:lnTo>
                    <a:pt x="4606747" y="3680506"/>
                  </a:lnTo>
                  <a:lnTo>
                    <a:pt x="4509242" y="3658845"/>
                  </a:lnTo>
                  <a:lnTo>
                    <a:pt x="4416839" y="3634723"/>
                  </a:lnTo>
                  <a:lnTo>
                    <a:pt x="4330616" y="3608032"/>
                  </a:lnTo>
                  <a:lnTo>
                    <a:pt x="4250999" y="3578575"/>
                  </a:lnTo>
                  <a:lnTo>
                    <a:pt x="4177927" y="3546065"/>
                  </a:lnTo>
                  <a:lnTo>
                    <a:pt x="4111000" y="3510131"/>
                  </a:lnTo>
                  <a:lnTo>
                    <a:pt x="4049611" y="3470328"/>
                  </a:lnTo>
                  <a:lnTo>
                    <a:pt x="3993034" y="3426160"/>
                  </a:lnTo>
                  <a:lnTo>
                    <a:pt x="3940495" y="3377113"/>
                  </a:lnTo>
                  <a:lnTo>
                    <a:pt x="3891228" y="3322720"/>
                  </a:lnTo>
                  <a:lnTo>
                    <a:pt x="3844517" y="3262662"/>
                  </a:lnTo>
                  <a:lnTo>
                    <a:pt x="3829811" y="3241956"/>
                  </a:lnTo>
                  <a:lnTo>
                    <a:pt x="3793734" y="3187448"/>
                  </a:lnTo>
                  <a:lnTo>
                    <a:pt x="3758539" y="3129101"/>
                  </a:lnTo>
                  <a:lnTo>
                    <a:pt x="3723995" y="3066836"/>
                  </a:lnTo>
                  <a:lnTo>
                    <a:pt x="3689914" y="3000632"/>
                  </a:lnTo>
                  <a:lnTo>
                    <a:pt x="3656146" y="2930530"/>
                  </a:lnTo>
                  <a:lnTo>
                    <a:pt x="3622571" y="2856642"/>
                  </a:lnTo>
                  <a:lnTo>
                    <a:pt x="3589098" y="2779151"/>
                  </a:lnTo>
                  <a:lnTo>
                    <a:pt x="3555658" y="2698317"/>
                  </a:lnTo>
                  <a:lnTo>
                    <a:pt x="3522208" y="2614473"/>
                  </a:lnTo>
                  <a:lnTo>
                    <a:pt x="3488719" y="2528024"/>
                  </a:lnTo>
                  <a:lnTo>
                    <a:pt x="3455183" y="2439439"/>
                  </a:lnTo>
                  <a:lnTo>
                    <a:pt x="3421600" y="2349242"/>
                  </a:lnTo>
                  <a:lnTo>
                    <a:pt x="3387984" y="2258001"/>
                  </a:lnTo>
                  <a:lnTo>
                    <a:pt x="3354352" y="2166311"/>
                  </a:lnTo>
                  <a:lnTo>
                    <a:pt x="3320726" y="2074781"/>
                  </a:lnTo>
                  <a:lnTo>
                    <a:pt x="3287125" y="1984015"/>
                  </a:lnTo>
                  <a:lnTo>
                    <a:pt x="3253566" y="1894595"/>
                  </a:lnTo>
                  <a:lnTo>
                    <a:pt x="3220055" y="1807068"/>
                  </a:lnTo>
                  <a:lnTo>
                    <a:pt x="3186588" y="1721930"/>
                  </a:lnTo>
                  <a:lnTo>
                    <a:pt x="3153148" y="1639619"/>
                  </a:lnTo>
                  <a:lnTo>
                    <a:pt x="3119698" y="1560501"/>
                  </a:lnTo>
                  <a:lnTo>
                    <a:pt x="3086181" y="1484872"/>
                  </a:lnTo>
                  <a:lnTo>
                    <a:pt x="3052518" y="1412951"/>
                  </a:lnTo>
                  <a:lnTo>
                    <a:pt x="3018603" y="1344884"/>
                  </a:lnTo>
                  <a:lnTo>
                    <a:pt x="2984300" y="1280745"/>
                  </a:lnTo>
                  <a:lnTo>
                    <a:pt x="2949441" y="1220541"/>
                  </a:lnTo>
                  <a:lnTo>
                    <a:pt x="2913815" y="1164221"/>
                  </a:lnTo>
                  <a:lnTo>
                    <a:pt x="2896531" y="1138771"/>
                  </a:lnTo>
                  <a:lnTo>
                    <a:pt x="2850510" y="1076854"/>
                  </a:lnTo>
                  <a:lnTo>
                    <a:pt x="2802146" y="1020648"/>
                  </a:lnTo>
                  <a:lnTo>
                    <a:pt x="2750752" y="969913"/>
                  </a:lnTo>
                  <a:lnTo>
                    <a:pt x="2695569" y="924218"/>
                  </a:lnTo>
                  <a:lnTo>
                    <a:pt x="2635823" y="883056"/>
                  </a:lnTo>
                  <a:lnTo>
                    <a:pt x="2570767" y="845920"/>
                  </a:lnTo>
                  <a:lnTo>
                    <a:pt x="2499743" y="812344"/>
                  </a:lnTo>
                  <a:lnTo>
                    <a:pt x="2422275" y="781932"/>
                  </a:lnTo>
                  <a:lnTo>
                    <a:pt x="2338174" y="754369"/>
                  </a:lnTo>
                  <a:lnTo>
                    <a:pt x="2247692" y="729430"/>
                  </a:lnTo>
                  <a:lnTo>
                    <a:pt x="2151677" y="706979"/>
                  </a:lnTo>
                  <a:lnTo>
                    <a:pt x="2051734" y="686961"/>
                  </a:lnTo>
                  <a:lnTo>
                    <a:pt x="1950317" y="669389"/>
                  </a:lnTo>
                  <a:lnTo>
                    <a:pt x="1850700" y="654316"/>
                  </a:lnTo>
                  <a:lnTo>
                    <a:pt x="1756757" y="641791"/>
                  </a:lnTo>
                  <a:lnTo>
                    <a:pt x="1672522" y="631814"/>
                  </a:lnTo>
                  <a:lnTo>
                    <a:pt x="1601570" y="624298"/>
                  </a:lnTo>
                  <a:lnTo>
                    <a:pt x="1546360" y="619036"/>
                  </a:lnTo>
                  <a:lnTo>
                    <a:pt x="1507709" y="615707"/>
                  </a:lnTo>
                  <a:lnTo>
                    <a:pt x="1484546" y="613896"/>
                  </a:lnTo>
                  <a:lnTo>
                    <a:pt x="1473958" y="613142"/>
                  </a:lnTo>
                  <a:lnTo>
                    <a:pt x="1471427" y="612977"/>
                  </a:lnTo>
                  <a:lnTo>
                    <a:pt x="1471387" y="612974"/>
                  </a:lnTo>
                  <a:lnTo>
                    <a:pt x="0" y="61297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52" name="pg452"/>
            <p:cNvSpPr/>
            <p:nvPr/>
          </p:nvSpPr>
          <p:spPr>
            <a:xfrm>
              <a:off x="4799595" y="5748032"/>
              <a:ext cx="11981298" cy="3162950"/>
            </a:xfrm>
            <a:custGeom>
              <a:avLst/>
              <a:pathLst>
                <a:path w="11981298" h="3162950">
                  <a:moveTo>
                    <a:pt x="0" y="8172"/>
                  </a:moveTo>
                  <a:lnTo>
                    <a:pt x="1471387" y="8172"/>
                  </a:lnTo>
                  <a:lnTo>
                    <a:pt x="1472514" y="8244"/>
                  </a:lnTo>
                  <a:lnTo>
                    <a:pt x="1479923" y="8757"/>
                  </a:lnTo>
                  <a:lnTo>
                    <a:pt x="1498606" y="10173"/>
                  </a:lnTo>
                  <a:lnTo>
                    <a:pt x="1532024" y="12961"/>
                  </a:lnTo>
                  <a:lnTo>
                    <a:pt x="1581864" y="17556"/>
                  </a:lnTo>
                  <a:lnTo>
                    <a:pt x="1647909" y="24313"/>
                  </a:lnTo>
                  <a:lnTo>
                    <a:pt x="1728188" y="33477"/>
                  </a:lnTo>
                  <a:lnTo>
                    <a:pt x="1819416" y="45172"/>
                  </a:lnTo>
                  <a:lnTo>
                    <a:pt x="1917636" y="59423"/>
                  </a:lnTo>
                  <a:lnTo>
                    <a:pt x="2018864" y="76190"/>
                  </a:lnTo>
                  <a:lnTo>
                    <a:pt x="2119595" y="95419"/>
                  </a:lnTo>
                  <a:lnTo>
                    <a:pt x="2217100" y="117079"/>
                  </a:lnTo>
                  <a:lnTo>
                    <a:pt x="2309503" y="141201"/>
                  </a:lnTo>
                  <a:lnTo>
                    <a:pt x="2395726" y="167892"/>
                  </a:lnTo>
                  <a:lnTo>
                    <a:pt x="2475343" y="197350"/>
                  </a:lnTo>
                  <a:lnTo>
                    <a:pt x="2548415" y="229860"/>
                  </a:lnTo>
                  <a:lnTo>
                    <a:pt x="2615342" y="265794"/>
                  </a:lnTo>
                  <a:lnTo>
                    <a:pt x="2676731" y="305596"/>
                  </a:lnTo>
                  <a:lnTo>
                    <a:pt x="2733309" y="349764"/>
                  </a:lnTo>
                  <a:lnTo>
                    <a:pt x="2785847" y="398812"/>
                  </a:lnTo>
                  <a:lnTo>
                    <a:pt x="2835114" y="453205"/>
                  </a:lnTo>
                  <a:lnTo>
                    <a:pt x="2881825" y="513262"/>
                  </a:lnTo>
                  <a:lnTo>
                    <a:pt x="2896531" y="533969"/>
                  </a:lnTo>
                  <a:lnTo>
                    <a:pt x="2932608" y="588476"/>
                  </a:lnTo>
                  <a:lnTo>
                    <a:pt x="2967803" y="646823"/>
                  </a:lnTo>
                  <a:lnTo>
                    <a:pt x="3002348" y="709088"/>
                  </a:lnTo>
                  <a:lnTo>
                    <a:pt x="3036428" y="775292"/>
                  </a:lnTo>
                  <a:lnTo>
                    <a:pt x="3070196" y="845394"/>
                  </a:lnTo>
                  <a:lnTo>
                    <a:pt x="3103771" y="919282"/>
                  </a:lnTo>
                  <a:lnTo>
                    <a:pt x="3137244" y="996773"/>
                  </a:lnTo>
                  <a:lnTo>
                    <a:pt x="3170684" y="1077607"/>
                  </a:lnTo>
                  <a:lnTo>
                    <a:pt x="3204134" y="1161451"/>
                  </a:lnTo>
                  <a:lnTo>
                    <a:pt x="3237623" y="1247900"/>
                  </a:lnTo>
                  <a:lnTo>
                    <a:pt x="3271159" y="1336486"/>
                  </a:lnTo>
                  <a:lnTo>
                    <a:pt x="3304742" y="1426682"/>
                  </a:lnTo>
                  <a:lnTo>
                    <a:pt x="3338358" y="1517924"/>
                  </a:lnTo>
                  <a:lnTo>
                    <a:pt x="3371990" y="1609613"/>
                  </a:lnTo>
                  <a:lnTo>
                    <a:pt x="3405616" y="1701143"/>
                  </a:lnTo>
                  <a:lnTo>
                    <a:pt x="3439217" y="1791909"/>
                  </a:lnTo>
                  <a:lnTo>
                    <a:pt x="3472777" y="1881329"/>
                  </a:lnTo>
                  <a:lnTo>
                    <a:pt x="3506287" y="1968856"/>
                  </a:lnTo>
                  <a:lnTo>
                    <a:pt x="3539754" y="2053994"/>
                  </a:lnTo>
                  <a:lnTo>
                    <a:pt x="3573194" y="2136306"/>
                  </a:lnTo>
                  <a:lnTo>
                    <a:pt x="3606644" y="2215423"/>
                  </a:lnTo>
                  <a:lnTo>
                    <a:pt x="3640161" y="2291052"/>
                  </a:lnTo>
                  <a:lnTo>
                    <a:pt x="3673824" y="2362973"/>
                  </a:lnTo>
                  <a:lnTo>
                    <a:pt x="3707739" y="2431040"/>
                  </a:lnTo>
                  <a:lnTo>
                    <a:pt x="3742042" y="2495180"/>
                  </a:lnTo>
                  <a:lnTo>
                    <a:pt x="3776902" y="2555383"/>
                  </a:lnTo>
                  <a:lnTo>
                    <a:pt x="3812528" y="2611704"/>
                  </a:lnTo>
                  <a:lnTo>
                    <a:pt x="3829811" y="2637154"/>
                  </a:lnTo>
                  <a:lnTo>
                    <a:pt x="3875832" y="2699070"/>
                  </a:lnTo>
                  <a:lnTo>
                    <a:pt x="3924196" y="2755277"/>
                  </a:lnTo>
                  <a:lnTo>
                    <a:pt x="3975591" y="2806011"/>
                  </a:lnTo>
                  <a:lnTo>
                    <a:pt x="4030773" y="2851706"/>
                  </a:lnTo>
                  <a:lnTo>
                    <a:pt x="4090519" y="2892868"/>
                  </a:lnTo>
                  <a:lnTo>
                    <a:pt x="4155575" y="2930005"/>
                  </a:lnTo>
                  <a:lnTo>
                    <a:pt x="4226599" y="2963581"/>
                  </a:lnTo>
                  <a:lnTo>
                    <a:pt x="4304067" y="2993992"/>
                  </a:lnTo>
                  <a:lnTo>
                    <a:pt x="4388168" y="3021555"/>
                  </a:lnTo>
                  <a:lnTo>
                    <a:pt x="4478650" y="3046494"/>
                  </a:lnTo>
                  <a:lnTo>
                    <a:pt x="4574665" y="3068946"/>
                  </a:lnTo>
                  <a:lnTo>
                    <a:pt x="4674608" y="3088964"/>
                  </a:lnTo>
                  <a:lnTo>
                    <a:pt x="4776025" y="3106535"/>
                  </a:lnTo>
                  <a:lnTo>
                    <a:pt x="4875642" y="3121608"/>
                  </a:lnTo>
                  <a:lnTo>
                    <a:pt x="4969585" y="3134133"/>
                  </a:lnTo>
                  <a:lnTo>
                    <a:pt x="5053820" y="3144110"/>
                  </a:lnTo>
                  <a:lnTo>
                    <a:pt x="5124772" y="3151626"/>
                  </a:lnTo>
                  <a:lnTo>
                    <a:pt x="5179982" y="3156888"/>
                  </a:lnTo>
                  <a:lnTo>
                    <a:pt x="5218633" y="3160218"/>
                  </a:lnTo>
                  <a:lnTo>
                    <a:pt x="5241796" y="3162028"/>
                  </a:lnTo>
                  <a:lnTo>
                    <a:pt x="5252384" y="3162782"/>
                  </a:lnTo>
                  <a:lnTo>
                    <a:pt x="5254955" y="3162950"/>
                  </a:lnTo>
                  <a:lnTo>
                    <a:pt x="6726343" y="3162950"/>
                  </a:lnTo>
                  <a:lnTo>
                    <a:pt x="6727475" y="3162880"/>
                  </a:lnTo>
                  <a:lnTo>
                    <a:pt x="6734920" y="3162379"/>
                  </a:lnTo>
                  <a:lnTo>
                    <a:pt x="6753692" y="3160996"/>
                  </a:lnTo>
                  <a:lnTo>
                    <a:pt x="6787261" y="3158274"/>
                  </a:lnTo>
                  <a:lnTo>
                    <a:pt x="6837311" y="3153787"/>
                  </a:lnTo>
                  <a:lnTo>
                    <a:pt x="6903612" y="3147191"/>
                  </a:lnTo>
                  <a:lnTo>
                    <a:pt x="6984166" y="3138247"/>
                  </a:lnTo>
                  <a:lnTo>
                    <a:pt x="7075662" y="3126834"/>
                  </a:lnTo>
                  <a:lnTo>
                    <a:pt x="7174118" y="3112930"/>
                  </a:lnTo>
                  <a:lnTo>
                    <a:pt x="7275534" y="3096574"/>
                  </a:lnTo>
                  <a:lnTo>
                    <a:pt x="7376400" y="3077820"/>
                  </a:lnTo>
                  <a:lnTo>
                    <a:pt x="7473985" y="3056696"/>
                  </a:lnTo>
                  <a:lnTo>
                    <a:pt x="7566422" y="3033170"/>
                  </a:lnTo>
                  <a:lnTo>
                    <a:pt x="7652642" y="3007137"/>
                  </a:lnTo>
                  <a:lnTo>
                    <a:pt x="7732230" y="2978401"/>
                  </a:lnTo>
                  <a:lnTo>
                    <a:pt x="7805259" y="2946682"/>
                  </a:lnTo>
                  <a:lnTo>
                    <a:pt x="7872135" y="2911614"/>
                  </a:lnTo>
                  <a:lnTo>
                    <a:pt x="7933475" y="2872762"/>
                  </a:lnTo>
                  <a:lnTo>
                    <a:pt x="7990010" y="2829639"/>
                  </a:lnTo>
                  <a:lnTo>
                    <a:pt x="8042517" y="2781744"/>
                  </a:lnTo>
                  <a:lnTo>
                    <a:pt x="8091767" y="2728625"/>
                  </a:lnTo>
                  <a:lnTo>
                    <a:pt x="8138476" y="2669978"/>
                  </a:lnTo>
                  <a:lnTo>
                    <a:pt x="8151487" y="2652137"/>
                  </a:lnTo>
                  <a:lnTo>
                    <a:pt x="8187994" y="2598521"/>
                  </a:lnTo>
                  <a:lnTo>
                    <a:pt x="8223601" y="2541082"/>
                  </a:lnTo>
                  <a:lnTo>
                    <a:pt x="8258546" y="2479743"/>
                  </a:lnTo>
                  <a:lnTo>
                    <a:pt x="8293023" y="2414484"/>
                  </a:lnTo>
                  <a:lnTo>
                    <a:pt x="8327186" y="2345350"/>
                  </a:lnTo>
                  <a:lnTo>
                    <a:pt x="8361157" y="2272458"/>
                  </a:lnTo>
                  <a:lnTo>
                    <a:pt x="8395031" y="2195997"/>
                  </a:lnTo>
                  <a:lnTo>
                    <a:pt x="8428874" y="2116234"/>
                  </a:lnTo>
                  <a:lnTo>
                    <a:pt x="8462732" y="2033512"/>
                  </a:lnTo>
                  <a:lnTo>
                    <a:pt x="8496631" y="1948245"/>
                  </a:lnTo>
                  <a:lnTo>
                    <a:pt x="8530579" y="1860914"/>
                  </a:lnTo>
                  <a:lnTo>
                    <a:pt x="8564574" y="1772051"/>
                  </a:lnTo>
                  <a:lnTo>
                    <a:pt x="8598600" y="1682234"/>
                  </a:lnTo>
                  <a:lnTo>
                    <a:pt x="8632639" y="1592066"/>
                  </a:lnTo>
                  <a:lnTo>
                    <a:pt x="8666669" y="1502159"/>
                  </a:lnTo>
                  <a:lnTo>
                    <a:pt x="8700669" y="1413119"/>
                  </a:lnTo>
                  <a:lnTo>
                    <a:pt x="8734625" y="1325527"/>
                  </a:lnTo>
                  <a:lnTo>
                    <a:pt x="8768530" y="1239925"/>
                  </a:lnTo>
                  <a:lnTo>
                    <a:pt x="8802393" y="1156800"/>
                  </a:lnTo>
                  <a:lnTo>
                    <a:pt x="8836236" y="1076578"/>
                  </a:lnTo>
                  <a:lnTo>
                    <a:pt x="8870102" y="999612"/>
                  </a:lnTo>
                  <a:lnTo>
                    <a:pt x="8904054" y="926180"/>
                  </a:lnTo>
                  <a:lnTo>
                    <a:pt x="8938181" y="856484"/>
                  </a:lnTo>
                  <a:lnTo>
                    <a:pt x="8972603" y="790650"/>
                  </a:lnTo>
                  <a:lnTo>
                    <a:pt x="9007468" y="728733"/>
                  </a:lnTo>
                  <a:lnTo>
                    <a:pt x="9042964" y="670723"/>
                  </a:lnTo>
                  <a:lnTo>
                    <a:pt x="9079322" y="616550"/>
                  </a:lnTo>
                  <a:lnTo>
                    <a:pt x="9084767" y="608888"/>
                  </a:lnTo>
                  <a:lnTo>
                    <a:pt x="9130868" y="548639"/>
                  </a:lnTo>
                  <a:lnTo>
                    <a:pt x="9179319" y="493956"/>
                  </a:lnTo>
                  <a:lnTo>
                    <a:pt x="9230816" y="444605"/>
                  </a:lnTo>
                  <a:lnTo>
                    <a:pt x="9286116" y="400165"/>
                  </a:lnTo>
                  <a:lnTo>
                    <a:pt x="9346001" y="360140"/>
                  </a:lnTo>
                  <a:lnTo>
                    <a:pt x="9411220" y="324035"/>
                  </a:lnTo>
                  <a:lnTo>
                    <a:pt x="9482432" y="291397"/>
                  </a:lnTo>
                  <a:lnTo>
                    <a:pt x="9560116" y="261838"/>
                  </a:lnTo>
                  <a:lnTo>
                    <a:pt x="9644453" y="235054"/>
                  </a:lnTo>
                  <a:lnTo>
                    <a:pt x="9735186" y="210824"/>
                  </a:lnTo>
                  <a:lnTo>
                    <a:pt x="9831449" y="189018"/>
                  </a:lnTo>
                  <a:lnTo>
                    <a:pt x="9931615" y="169583"/>
                  </a:lnTo>
                  <a:lnTo>
                    <a:pt x="10033202" y="152535"/>
                  </a:lnTo>
                  <a:lnTo>
                    <a:pt x="10132902" y="137923"/>
                  </a:lnTo>
                  <a:lnTo>
                    <a:pt x="10226812" y="125795"/>
                  </a:lnTo>
                  <a:lnTo>
                    <a:pt x="10310883" y="116150"/>
                  </a:lnTo>
                  <a:lnTo>
                    <a:pt x="10381542" y="108900"/>
                  </a:lnTo>
                  <a:lnTo>
                    <a:pt x="10436357" y="103840"/>
                  </a:lnTo>
                  <a:lnTo>
                    <a:pt x="10474562" y="100653"/>
                  </a:lnTo>
                  <a:lnTo>
                    <a:pt x="10497294" y="98932"/>
                  </a:lnTo>
                  <a:lnTo>
                    <a:pt x="10507536" y="98226"/>
                  </a:lnTo>
                  <a:lnTo>
                    <a:pt x="10509911" y="98075"/>
                  </a:lnTo>
                  <a:lnTo>
                    <a:pt x="11981298" y="98075"/>
                  </a:lnTo>
                  <a:lnTo>
                    <a:pt x="11981298" y="89902"/>
                  </a:lnTo>
                  <a:lnTo>
                    <a:pt x="10509911" y="89902"/>
                  </a:lnTo>
                  <a:lnTo>
                    <a:pt x="10508778" y="89973"/>
                  </a:lnTo>
                  <a:lnTo>
                    <a:pt x="10501333" y="90473"/>
                  </a:lnTo>
                  <a:lnTo>
                    <a:pt x="10482561" y="91856"/>
                  </a:lnTo>
                  <a:lnTo>
                    <a:pt x="10448993" y="94579"/>
                  </a:lnTo>
                  <a:lnTo>
                    <a:pt x="10398942" y="99065"/>
                  </a:lnTo>
                  <a:lnTo>
                    <a:pt x="10332641" y="105661"/>
                  </a:lnTo>
                  <a:lnTo>
                    <a:pt x="10252088" y="114605"/>
                  </a:lnTo>
                  <a:lnTo>
                    <a:pt x="10160592" y="126018"/>
                  </a:lnTo>
                  <a:lnTo>
                    <a:pt x="10062135" y="139922"/>
                  </a:lnTo>
                  <a:lnTo>
                    <a:pt x="9960719" y="156278"/>
                  </a:lnTo>
                  <a:lnTo>
                    <a:pt x="9859853" y="175032"/>
                  </a:lnTo>
                  <a:lnTo>
                    <a:pt x="9762269" y="196157"/>
                  </a:lnTo>
                  <a:lnTo>
                    <a:pt x="9669832" y="219682"/>
                  </a:lnTo>
                  <a:lnTo>
                    <a:pt x="9583611" y="245716"/>
                  </a:lnTo>
                  <a:lnTo>
                    <a:pt x="9504023" y="274451"/>
                  </a:lnTo>
                  <a:lnTo>
                    <a:pt x="9430994" y="306171"/>
                  </a:lnTo>
                  <a:lnTo>
                    <a:pt x="9364118" y="341238"/>
                  </a:lnTo>
                  <a:lnTo>
                    <a:pt x="9302779" y="380090"/>
                  </a:lnTo>
                  <a:lnTo>
                    <a:pt x="9246244" y="423213"/>
                  </a:lnTo>
                  <a:lnTo>
                    <a:pt x="9193736" y="471108"/>
                  </a:lnTo>
                  <a:lnTo>
                    <a:pt x="9144487" y="524228"/>
                  </a:lnTo>
                  <a:lnTo>
                    <a:pt x="9097777" y="582875"/>
                  </a:lnTo>
                  <a:lnTo>
                    <a:pt x="9084767" y="600715"/>
                  </a:lnTo>
                  <a:lnTo>
                    <a:pt x="9048259" y="654332"/>
                  </a:lnTo>
                  <a:lnTo>
                    <a:pt x="9012652" y="711771"/>
                  </a:lnTo>
                  <a:lnTo>
                    <a:pt x="8977707" y="773110"/>
                  </a:lnTo>
                  <a:lnTo>
                    <a:pt x="8943230" y="838369"/>
                  </a:lnTo>
                  <a:lnTo>
                    <a:pt x="8909067" y="907502"/>
                  </a:lnTo>
                  <a:lnTo>
                    <a:pt x="8875096" y="980395"/>
                  </a:lnTo>
                  <a:lnTo>
                    <a:pt x="8841222" y="1056855"/>
                  </a:lnTo>
                  <a:lnTo>
                    <a:pt x="8807379" y="1136618"/>
                  </a:lnTo>
                  <a:lnTo>
                    <a:pt x="8773521" y="1219340"/>
                  </a:lnTo>
                  <a:lnTo>
                    <a:pt x="8739622" y="1304607"/>
                  </a:lnTo>
                  <a:lnTo>
                    <a:pt x="8705674" y="1391939"/>
                  </a:lnTo>
                  <a:lnTo>
                    <a:pt x="8671680" y="1480801"/>
                  </a:lnTo>
                  <a:lnTo>
                    <a:pt x="8637653" y="1570618"/>
                  </a:lnTo>
                  <a:lnTo>
                    <a:pt x="8603614" y="1660786"/>
                  </a:lnTo>
                  <a:lnTo>
                    <a:pt x="8569584" y="1750693"/>
                  </a:lnTo>
                  <a:lnTo>
                    <a:pt x="8535584" y="1839733"/>
                  </a:lnTo>
                  <a:lnTo>
                    <a:pt x="8501629" y="1927325"/>
                  </a:lnTo>
                  <a:lnTo>
                    <a:pt x="8467723" y="2012928"/>
                  </a:lnTo>
                  <a:lnTo>
                    <a:pt x="8433860" y="2096052"/>
                  </a:lnTo>
                  <a:lnTo>
                    <a:pt x="8400017" y="2176274"/>
                  </a:lnTo>
                  <a:lnTo>
                    <a:pt x="8366152" y="2253240"/>
                  </a:lnTo>
                  <a:lnTo>
                    <a:pt x="8332200" y="2326672"/>
                  </a:lnTo>
                  <a:lnTo>
                    <a:pt x="8298072" y="2396368"/>
                  </a:lnTo>
                  <a:lnTo>
                    <a:pt x="8263650" y="2462202"/>
                  </a:lnTo>
                  <a:lnTo>
                    <a:pt x="8228785" y="2524119"/>
                  </a:lnTo>
                  <a:lnTo>
                    <a:pt x="8193289" y="2582129"/>
                  </a:lnTo>
                  <a:lnTo>
                    <a:pt x="8156932" y="2636302"/>
                  </a:lnTo>
                  <a:lnTo>
                    <a:pt x="8151487" y="2643964"/>
                  </a:lnTo>
                  <a:lnTo>
                    <a:pt x="8105386" y="2704214"/>
                  </a:lnTo>
                  <a:lnTo>
                    <a:pt x="8056934" y="2758897"/>
                  </a:lnTo>
                  <a:lnTo>
                    <a:pt x="8005438" y="2808247"/>
                  </a:lnTo>
                  <a:lnTo>
                    <a:pt x="7950137" y="2852687"/>
                  </a:lnTo>
                  <a:lnTo>
                    <a:pt x="7890253" y="2892712"/>
                  </a:lnTo>
                  <a:lnTo>
                    <a:pt x="7825033" y="2928817"/>
                  </a:lnTo>
                  <a:lnTo>
                    <a:pt x="7753821" y="2961456"/>
                  </a:lnTo>
                  <a:lnTo>
                    <a:pt x="7676137" y="2991014"/>
                  </a:lnTo>
                  <a:lnTo>
                    <a:pt x="7591800" y="3017798"/>
                  </a:lnTo>
                  <a:lnTo>
                    <a:pt x="7501067" y="3042028"/>
                  </a:lnTo>
                  <a:lnTo>
                    <a:pt x="7404805" y="3063835"/>
                  </a:lnTo>
                  <a:lnTo>
                    <a:pt x="7304638" y="3083269"/>
                  </a:lnTo>
                  <a:lnTo>
                    <a:pt x="7203051" y="3100317"/>
                  </a:lnTo>
                  <a:lnTo>
                    <a:pt x="7103351" y="3114930"/>
                  </a:lnTo>
                  <a:lnTo>
                    <a:pt x="7009441" y="3127058"/>
                  </a:lnTo>
                  <a:lnTo>
                    <a:pt x="6925370" y="3136702"/>
                  </a:lnTo>
                  <a:lnTo>
                    <a:pt x="6854711" y="3143952"/>
                  </a:lnTo>
                  <a:lnTo>
                    <a:pt x="6799896" y="3149012"/>
                  </a:lnTo>
                  <a:lnTo>
                    <a:pt x="6761692" y="3152199"/>
                  </a:lnTo>
                  <a:lnTo>
                    <a:pt x="6738960" y="3153920"/>
                  </a:lnTo>
                  <a:lnTo>
                    <a:pt x="6728717" y="3154627"/>
                  </a:lnTo>
                  <a:lnTo>
                    <a:pt x="6726343" y="3154777"/>
                  </a:lnTo>
                  <a:lnTo>
                    <a:pt x="5254955" y="3154777"/>
                  </a:lnTo>
                  <a:lnTo>
                    <a:pt x="5253828" y="3154705"/>
                  </a:lnTo>
                  <a:lnTo>
                    <a:pt x="5246419" y="3154193"/>
                  </a:lnTo>
                  <a:lnTo>
                    <a:pt x="5227736" y="3152776"/>
                  </a:lnTo>
                  <a:lnTo>
                    <a:pt x="5194318" y="3149988"/>
                  </a:lnTo>
                  <a:lnTo>
                    <a:pt x="5144478" y="3145393"/>
                  </a:lnTo>
                  <a:lnTo>
                    <a:pt x="5078433" y="3138636"/>
                  </a:lnTo>
                  <a:lnTo>
                    <a:pt x="4998155" y="3129473"/>
                  </a:lnTo>
                  <a:lnTo>
                    <a:pt x="4906927" y="3117777"/>
                  </a:lnTo>
                  <a:lnTo>
                    <a:pt x="4808706" y="3103526"/>
                  </a:lnTo>
                  <a:lnTo>
                    <a:pt x="4707479" y="3086759"/>
                  </a:lnTo>
                  <a:lnTo>
                    <a:pt x="4606747" y="3067531"/>
                  </a:lnTo>
                  <a:lnTo>
                    <a:pt x="4509242" y="3045870"/>
                  </a:lnTo>
                  <a:lnTo>
                    <a:pt x="4416839" y="3021749"/>
                  </a:lnTo>
                  <a:lnTo>
                    <a:pt x="4330616" y="2995057"/>
                  </a:lnTo>
                  <a:lnTo>
                    <a:pt x="4250999" y="2965600"/>
                  </a:lnTo>
                  <a:lnTo>
                    <a:pt x="4177927" y="2933090"/>
                  </a:lnTo>
                  <a:lnTo>
                    <a:pt x="4111000" y="2897156"/>
                  </a:lnTo>
                  <a:lnTo>
                    <a:pt x="4049611" y="2857353"/>
                  </a:lnTo>
                  <a:lnTo>
                    <a:pt x="3993034" y="2813185"/>
                  </a:lnTo>
                  <a:lnTo>
                    <a:pt x="3940495" y="2764138"/>
                  </a:lnTo>
                  <a:lnTo>
                    <a:pt x="3891228" y="2709745"/>
                  </a:lnTo>
                  <a:lnTo>
                    <a:pt x="3844517" y="2649688"/>
                  </a:lnTo>
                  <a:lnTo>
                    <a:pt x="3829811" y="2628981"/>
                  </a:lnTo>
                  <a:lnTo>
                    <a:pt x="3793734" y="2574473"/>
                  </a:lnTo>
                  <a:lnTo>
                    <a:pt x="3758539" y="2516127"/>
                  </a:lnTo>
                  <a:lnTo>
                    <a:pt x="3723995" y="2453862"/>
                  </a:lnTo>
                  <a:lnTo>
                    <a:pt x="3689914" y="2387657"/>
                  </a:lnTo>
                  <a:lnTo>
                    <a:pt x="3656146" y="2317555"/>
                  </a:lnTo>
                  <a:lnTo>
                    <a:pt x="3622571" y="2243667"/>
                  </a:lnTo>
                  <a:lnTo>
                    <a:pt x="3589098" y="2166177"/>
                  </a:lnTo>
                  <a:lnTo>
                    <a:pt x="3555658" y="2085343"/>
                  </a:lnTo>
                  <a:lnTo>
                    <a:pt x="3522208" y="2001498"/>
                  </a:lnTo>
                  <a:lnTo>
                    <a:pt x="3488719" y="1915049"/>
                  </a:lnTo>
                  <a:lnTo>
                    <a:pt x="3455183" y="1826464"/>
                  </a:lnTo>
                  <a:lnTo>
                    <a:pt x="3421600" y="1736267"/>
                  </a:lnTo>
                  <a:lnTo>
                    <a:pt x="3387984" y="1645026"/>
                  </a:lnTo>
                  <a:lnTo>
                    <a:pt x="3354352" y="1553336"/>
                  </a:lnTo>
                  <a:lnTo>
                    <a:pt x="3320726" y="1461807"/>
                  </a:lnTo>
                  <a:lnTo>
                    <a:pt x="3287125" y="1371040"/>
                  </a:lnTo>
                  <a:lnTo>
                    <a:pt x="3253566" y="1281620"/>
                  </a:lnTo>
                  <a:lnTo>
                    <a:pt x="3220055" y="1194093"/>
                  </a:lnTo>
                  <a:lnTo>
                    <a:pt x="3186588" y="1108955"/>
                  </a:lnTo>
                  <a:lnTo>
                    <a:pt x="3153148" y="1026644"/>
                  </a:lnTo>
                  <a:lnTo>
                    <a:pt x="3119698" y="947526"/>
                  </a:lnTo>
                  <a:lnTo>
                    <a:pt x="3086181" y="871897"/>
                  </a:lnTo>
                  <a:lnTo>
                    <a:pt x="3052518" y="799976"/>
                  </a:lnTo>
                  <a:lnTo>
                    <a:pt x="3018603" y="731909"/>
                  </a:lnTo>
                  <a:lnTo>
                    <a:pt x="2984300" y="667770"/>
                  </a:lnTo>
                  <a:lnTo>
                    <a:pt x="2949441" y="607566"/>
                  </a:lnTo>
                  <a:lnTo>
                    <a:pt x="2913815" y="551246"/>
                  </a:lnTo>
                  <a:lnTo>
                    <a:pt x="2896531" y="525796"/>
                  </a:lnTo>
                  <a:lnTo>
                    <a:pt x="2850510" y="463879"/>
                  </a:lnTo>
                  <a:lnTo>
                    <a:pt x="2802146" y="407673"/>
                  </a:lnTo>
                  <a:lnTo>
                    <a:pt x="2750752" y="356938"/>
                  </a:lnTo>
                  <a:lnTo>
                    <a:pt x="2695569" y="311243"/>
                  </a:lnTo>
                  <a:lnTo>
                    <a:pt x="2635823" y="270081"/>
                  </a:lnTo>
                  <a:lnTo>
                    <a:pt x="2570767" y="232945"/>
                  </a:lnTo>
                  <a:lnTo>
                    <a:pt x="2499743" y="199369"/>
                  </a:lnTo>
                  <a:lnTo>
                    <a:pt x="2422275" y="168957"/>
                  </a:lnTo>
                  <a:lnTo>
                    <a:pt x="2338174" y="141394"/>
                  </a:lnTo>
                  <a:lnTo>
                    <a:pt x="2247692" y="116455"/>
                  </a:lnTo>
                  <a:lnTo>
                    <a:pt x="2151677" y="94004"/>
                  </a:lnTo>
                  <a:lnTo>
                    <a:pt x="2051734" y="73986"/>
                  </a:lnTo>
                  <a:lnTo>
                    <a:pt x="1950317" y="56415"/>
                  </a:lnTo>
                  <a:lnTo>
                    <a:pt x="1850700" y="41342"/>
                  </a:lnTo>
                  <a:lnTo>
                    <a:pt x="1756757" y="28816"/>
                  </a:lnTo>
                  <a:lnTo>
                    <a:pt x="1672522" y="18840"/>
                  </a:lnTo>
                  <a:lnTo>
                    <a:pt x="1601570" y="11323"/>
                  </a:lnTo>
                  <a:lnTo>
                    <a:pt x="1546360" y="6061"/>
                  </a:lnTo>
                  <a:lnTo>
                    <a:pt x="1507709" y="2732"/>
                  </a:lnTo>
                  <a:lnTo>
                    <a:pt x="1484546" y="921"/>
                  </a:lnTo>
                  <a:lnTo>
                    <a:pt x="1473958" y="167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453" name="pl453"/>
            <p:cNvSpPr/>
            <p:nvPr/>
          </p:nvSpPr>
          <p:spPr>
            <a:xfrm>
              <a:off x="4799595" y="5756205"/>
              <a:ext cx="11981298" cy="3154777"/>
            </a:xfrm>
            <a:custGeom>
              <a:avLst/>
              <a:pathLst>
                <a:path w="11981298" h="3154777">
                  <a:moveTo>
                    <a:pt x="0" y="0"/>
                  </a:moveTo>
                  <a:lnTo>
                    <a:pt x="1471387" y="0"/>
                  </a:lnTo>
                  <a:lnTo>
                    <a:pt x="1472514" y="71"/>
                  </a:lnTo>
                  <a:lnTo>
                    <a:pt x="1479923" y="584"/>
                  </a:lnTo>
                  <a:lnTo>
                    <a:pt x="1498606" y="2000"/>
                  </a:lnTo>
                  <a:lnTo>
                    <a:pt x="1532024" y="4788"/>
                  </a:lnTo>
                  <a:lnTo>
                    <a:pt x="1581864" y="9383"/>
                  </a:lnTo>
                  <a:lnTo>
                    <a:pt x="1647909" y="16140"/>
                  </a:lnTo>
                  <a:lnTo>
                    <a:pt x="1728188" y="25304"/>
                  </a:lnTo>
                  <a:lnTo>
                    <a:pt x="1819416" y="36999"/>
                  </a:lnTo>
                  <a:lnTo>
                    <a:pt x="1917636" y="51250"/>
                  </a:lnTo>
                  <a:lnTo>
                    <a:pt x="2018864" y="68017"/>
                  </a:lnTo>
                  <a:lnTo>
                    <a:pt x="2119595" y="87246"/>
                  </a:lnTo>
                  <a:lnTo>
                    <a:pt x="2217100" y="108906"/>
                  </a:lnTo>
                  <a:lnTo>
                    <a:pt x="2309503" y="133028"/>
                  </a:lnTo>
                  <a:lnTo>
                    <a:pt x="2395726" y="159719"/>
                  </a:lnTo>
                  <a:lnTo>
                    <a:pt x="2475343" y="189177"/>
                  </a:lnTo>
                  <a:lnTo>
                    <a:pt x="2548415" y="221687"/>
                  </a:lnTo>
                  <a:lnTo>
                    <a:pt x="2615342" y="257621"/>
                  </a:lnTo>
                  <a:lnTo>
                    <a:pt x="2676731" y="297423"/>
                  </a:lnTo>
                  <a:lnTo>
                    <a:pt x="2733309" y="341591"/>
                  </a:lnTo>
                  <a:lnTo>
                    <a:pt x="2785847" y="390639"/>
                  </a:lnTo>
                  <a:lnTo>
                    <a:pt x="2835114" y="445032"/>
                  </a:lnTo>
                  <a:lnTo>
                    <a:pt x="2881825" y="505089"/>
                  </a:lnTo>
                  <a:lnTo>
                    <a:pt x="2896531" y="525796"/>
                  </a:lnTo>
                  <a:lnTo>
                    <a:pt x="2932608" y="580303"/>
                  </a:lnTo>
                  <a:lnTo>
                    <a:pt x="2967803" y="638650"/>
                  </a:lnTo>
                  <a:lnTo>
                    <a:pt x="3002348" y="700915"/>
                  </a:lnTo>
                  <a:lnTo>
                    <a:pt x="3036428" y="767119"/>
                  </a:lnTo>
                  <a:lnTo>
                    <a:pt x="3070196" y="837221"/>
                  </a:lnTo>
                  <a:lnTo>
                    <a:pt x="3103771" y="911109"/>
                  </a:lnTo>
                  <a:lnTo>
                    <a:pt x="3137244" y="988600"/>
                  </a:lnTo>
                  <a:lnTo>
                    <a:pt x="3170684" y="1069434"/>
                  </a:lnTo>
                  <a:lnTo>
                    <a:pt x="3204134" y="1153278"/>
                  </a:lnTo>
                  <a:lnTo>
                    <a:pt x="3237623" y="1239727"/>
                  </a:lnTo>
                  <a:lnTo>
                    <a:pt x="3271159" y="1328313"/>
                  </a:lnTo>
                  <a:lnTo>
                    <a:pt x="3304742" y="1418509"/>
                  </a:lnTo>
                  <a:lnTo>
                    <a:pt x="3338358" y="1509751"/>
                  </a:lnTo>
                  <a:lnTo>
                    <a:pt x="3371990" y="1601440"/>
                  </a:lnTo>
                  <a:lnTo>
                    <a:pt x="3405616" y="1692970"/>
                  </a:lnTo>
                  <a:lnTo>
                    <a:pt x="3439217" y="1783736"/>
                  </a:lnTo>
                  <a:lnTo>
                    <a:pt x="3472777" y="1873156"/>
                  </a:lnTo>
                  <a:lnTo>
                    <a:pt x="3506287" y="1960683"/>
                  </a:lnTo>
                  <a:lnTo>
                    <a:pt x="3539754" y="2045821"/>
                  </a:lnTo>
                  <a:lnTo>
                    <a:pt x="3573194" y="2128133"/>
                  </a:lnTo>
                  <a:lnTo>
                    <a:pt x="3606644" y="2207250"/>
                  </a:lnTo>
                  <a:lnTo>
                    <a:pt x="3640161" y="2282879"/>
                  </a:lnTo>
                  <a:lnTo>
                    <a:pt x="3673824" y="2354800"/>
                  </a:lnTo>
                  <a:lnTo>
                    <a:pt x="3707739" y="2422867"/>
                  </a:lnTo>
                  <a:lnTo>
                    <a:pt x="3742042" y="2487007"/>
                  </a:lnTo>
                  <a:lnTo>
                    <a:pt x="3776902" y="2547210"/>
                  </a:lnTo>
                  <a:lnTo>
                    <a:pt x="3812528" y="2603531"/>
                  </a:lnTo>
                  <a:lnTo>
                    <a:pt x="3829811" y="2628981"/>
                  </a:lnTo>
                  <a:lnTo>
                    <a:pt x="3875832" y="2690897"/>
                  </a:lnTo>
                  <a:lnTo>
                    <a:pt x="3924196" y="2747104"/>
                  </a:lnTo>
                  <a:lnTo>
                    <a:pt x="3975591" y="2797838"/>
                  </a:lnTo>
                  <a:lnTo>
                    <a:pt x="4030773" y="2843533"/>
                  </a:lnTo>
                  <a:lnTo>
                    <a:pt x="4090519" y="2884695"/>
                  </a:lnTo>
                  <a:lnTo>
                    <a:pt x="4155575" y="2921832"/>
                  </a:lnTo>
                  <a:lnTo>
                    <a:pt x="4226599" y="2955408"/>
                  </a:lnTo>
                  <a:lnTo>
                    <a:pt x="4304067" y="2985819"/>
                  </a:lnTo>
                  <a:lnTo>
                    <a:pt x="4388168" y="3013382"/>
                  </a:lnTo>
                  <a:lnTo>
                    <a:pt x="4478650" y="3038321"/>
                  </a:lnTo>
                  <a:lnTo>
                    <a:pt x="4574665" y="3060773"/>
                  </a:lnTo>
                  <a:lnTo>
                    <a:pt x="4674608" y="3080791"/>
                  </a:lnTo>
                  <a:lnTo>
                    <a:pt x="4776025" y="3098362"/>
                  </a:lnTo>
                  <a:lnTo>
                    <a:pt x="4875642" y="3113435"/>
                  </a:lnTo>
                  <a:lnTo>
                    <a:pt x="4969585" y="3125960"/>
                  </a:lnTo>
                  <a:lnTo>
                    <a:pt x="5053820" y="3135937"/>
                  </a:lnTo>
                  <a:lnTo>
                    <a:pt x="5124772" y="3143453"/>
                  </a:lnTo>
                  <a:lnTo>
                    <a:pt x="5179982" y="3148715"/>
                  </a:lnTo>
                  <a:lnTo>
                    <a:pt x="5218633" y="3152045"/>
                  </a:lnTo>
                  <a:lnTo>
                    <a:pt x="5241796" y="3153855"/>
                  </a:lnTo>
                  <a:lnTo>
                    <a:pt x="5252384" y="3154609"/>
                  </a:lnTo>
                  <a:lnTo>
                    <a:pt x="5254915" y="3154774"/>
                  </a:lnTo>
                  <a:lnTo>
                    <a:pt x="5254955" y="3154777"/>
                  </a:lnTo>
                  <a:lnTo>
                    <a:pt x="6726343" y="3154777"/>
                  </a:lnTo>
                  <a:lnTo>
                    <a:pt x="6727475" y="3154707"/>
                  </a:lnTo>
                  <a:lnTo>
                    <a:pt x="6734920" y="3154206"/>
                  </a:lnTo>
                  <a:lnTo>
                    <a:pt x="6753692" y="3152823"/>
                  </a:lnTo>
                  <a:lnTo>
                    <a:pt x="6787261" y="3150101"/>
                  </a:lnTo>
                  <a:lnTo>
                    <a:pt x="6837311" y="3145614"/>
                  </a:lnTo>
                  <a:lnTo>
                    <a:pt x="6903612" y="3139018"/>
                  </a:lnTo>
                  <a:lnTo>
                    <a:pt x="6984166" y="3130074"/>
                  </a:lnTo>
                  <a:lnTo>
                    <a:pt x="7075662" y="3118661"/>
                  </a:lnTo>
                  <a:lnTo>
                    <a:pt x="7174118" y="3104757"/>
                  </a:lnTo>
                  <a:lnTo>
                    <a:pt x="7275534" y="3088401"/>
                  </a:lnTo>
                  <a:lnTo>
                    <a:pt x="7376400" y="3069647"/>
                  </a:lnTo>
                  <a:lnTo>
                    <a:pt x="7473985" y="3048523"/>
                  </a:lnTo>
                  <a:lnTo>
                    <a:pt x="7566422" y="3024997"/>
                  </a:lnTo>
                  <a:lnTo>
                    <a:pt x="7652642" y="2998964"/>
                  </a:lnTo>
                  <a:lnTo>
                    <a:pt x="7732230" y="2970228"/>
                  </a:lnTo>
                  <a:lnTo>
                    <a:pt x="7805259" y="2938509"/>
                  </a:lnTo>
                  <a:lnTo>
                    <a:pt x="7872135" y="2903441"/>
                  </a:lnTo>
                  <a:lnTo>
                    <a:pt x="7933475" y="2864589"/>
                  </a:lnTo>
                  <a:lnTo>
                    <a:pt x="7990010" y="2821466"/>
                  </a:lnTo>
                  <a:lnTo>
                    <a:pt x="8042517" y="2773571"/>
                  </a:lnTo>
                  <a:lnTo>
                    <a:pt x="8091767" y="2720452"/>
                  </a:lnTo>
                  <a:lnTo>
                    <a:pt x="8138476" y="2661805"/>
                  </a:lnTo>
                  <a:lnTo>
                    <a:pt x="8151487" y="2643964"/>
                  </a:lnTo>
                  <a:lnTo>
                    <a:pt x="8187994" y="2590348"/>
                  </a:lnTo>
                  <a:lnTo>
                    <a:pt x="8223601" y="2532909"/>
                  </a:lnTo>
                  <a:lnTo>
                    <a:pt x="8258546" y="2471570"/>
                  </a:lnTo>
                  <a:lnTo>
                    <a:pt x="8293023" y="2406311"/>
                  </a:lnTo>
                  <a:lnTo>
                    <a:pt x="8327186" y="2337177"/>
                  </a:lnTo>
                  <a:lnTo>
                    <a:pt x="8361157" y="2264285"/>
                  </a:lnTo>
                  <a:lnTo>
                    <a:pt x="8395031" y="2187824"/>
                  </a:lnTo>
                  <a:lnTo>
                    <a:pt x="8428874" y="2108061"/>
                  </a:lnTo>
                  <a:lnTo>
                    <a:pt x="8462732" y="2025339"/>
                  </a:lnTo>
                  <a:lnTo>
                    <a:pt x="8496631" y="1940072"/>
                  </a:lnTo>
                  <a:lnTo>
                    <a:pt x="8530579" y="1852741"/>
                  </a:lnTo>
                  <a:lnTo>
                    <a:pt x="8564574" y="1763878"/>
                  </a:lnTo>
                  <a:lnTo>
                    <a:pt x="8598600" y="1674061"/>
                  </a:lnTo>
                  <a:lnTo>
                    <a:pt x="8632639" y="1583893"/>
                  </a:lnTo>
                  <a:lnTo>
                    <a:pt x="8666669" y="1493986"/>
                  </a:lnTo>
                  <a:lnTo>
                    <a:pt x="8700669" y="1404946"/>
                  </a:lnTo>
                  <a:lnTo>
                    <a:pt x="8734625" y="1317354"/>
                  </a:lnTo>
                  <a:lnTo>
                    <a:pt x="8768530" y="1231752"/>
                  </a:lnTo>
                  <a:lnTo>
                    <a:pt x="8802393" y="1148627"/>
                  </a:lnTo>
                  <a:lnTo>
                    <a:pt x="8836236" y="1068405"/>
                  </a:lnTo>
                  <a:lnTo>
                    <a:pt x="8870102" y="991439"/>
                  </a:lnTo>
                  <a:lnTo>
                    <a:pt x="8904054" y="918007"/>
                  </a:lnTo>
                  <a:lnTo>
                    <a:pt x="8938181" y="848311"/>
                  </a:lnTo>
                  <a:lnTo>
                    <a:pt x="8972603" y="782477"/>
                  </a:lnTo>
                  <a:lnTo>
                    <a:pt x="9007468" y="720560"/>
                  </a:lnTo>
                  <a:lnTo>
                    <a:pt x="9042964" y="662550"/>
                  </a:lnTo>
                  <a:lnTo>
                    <a:pt x="9079322" y="608377"/>
                  </a:lnTo>
                  <a:lnTo>
                    <a:pt x="9084767" y="600715"/>
                  </a:lnTo>
                  <a:lnTo>
                    <a:pt x="9130868" y="540466"/>
                  </a:lnTo>
                  <a:lnTo>
                    <a:pt x="9179319" y="485783"/>
                  </a:lnTo>
                  <a:lnTo>
                    <a:pt x="9230816" y="436432"/>
                  </a:lnTo>
                  <a:lnTo>
                    <a:pt x="9286116" y="391992"/>
                  </a:lnTo>
                  <a:lnTo>
                    <a:pt x="9346001" y="351967"/>
                  </a:lnTo>
                  <a:lnTo>
                    <a:pt x="9411220" y="315862"/>
                  </a:lnTo>
                  <a:lnTo>
                    <a:pt x="9482432" y="283224"/>
                  </a:lnTo>
                  <a:lnTo>
                    <a:pt x="9560116" y="253665"/>
                  </a:lnTo>
                  <a:lnTo>
                    <a:pt x="9644453" y="226881"/>
                  </a:lnTo>
                  <a:lnTo>
                    <a:pt x="9735186" y="202651"/>
                  </a:lnTo>
                  <a:lnTo>
                    <a:pt x="9831449" y="180845"/>
                  </a:lnTo>
                  <a:lnTo>
                    <a:pt x="9931615" y="161410"/>
                  </a:lnTo>
                  <a:lnTo>
                    <a:pt x="10033202" y="144362"/>
                  </a:lnTo>
                  <a:lnTo>
                    <a:pt x="10132902" y="129750"/>
                  </a:lnTo>
                  <a:lnTo>
                    <a:pt x="10226812" y="117622"/>
                  </a:lnTo>
                  <a:lnTo>
                    <a:pt x="10310883" y="107977"/>
                  </a:lnTo>
                  <a:lnTo>
                    <a:pt x="10381542" y="100727"/>
                  </a:lnTo>
                  <a:lnTo>
                    <a:pt x="10436357" y="95667"/>
                  </a:lnTo>
                  <a:lnTo>
                    <a:pt x="10474562" y="92480"/>
                  </a:lnTo>
                  <a:lnTo>
                    <a:pt x="10497294" y="90759"/>
                  </a:lnTo>
                  <a:lnTo>
                    <a:pt x="10507536" y="90053"/>
                  </a:lnTo>
                  <a:lnTo>
                    <a:pt x="10509883" y="89904"/>
                  </a:lnTo>
                  <a:lnTo>
                    <a:pt x="10509911" y="89902"/>
                  </a:lnTo>
                  <a:lnTo>
                    <a:pt x="11981298" y="8990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54" name="pl454"/>
            <p:cNvSpPr/>
            <p:nvPr/>
          </p:nvSpPr>
          <p:spPr>
            <a:xfrm>
              <a:off x="4799595" y="5748032"/>
              <a:ext cx="11981298" cy="3154777"/>
            </a:xfrm>
            <a:custGeom>
              <a:avLst/>
              <a:pathLst>
                <a:path w="11981298" h="3154777">
                  <a:moveTo>
                    <a:pt x="11981298" y="89902"/>
                  </a:moveTo>
                  <a:lnTo>
                    <a:pt x="10509911" y="89902"/>
                  </a:lnTo>
                  <a:lnTo>
                    <a:pt x="10508778" y="89973"/>
                  </a:lnTo>
                  <a:lnTo>
                    <a:pt x="10501333" y="90473"/>
                  </a:lnTo>
                  <a:lnTo>
                    <a:pt x="10482561" y="91856"/>
                  </a:lnTo>
                  <a:lnTo>
                    <a:pt x="10448993" y="94579"/>
                  </a:lnTo>
                  <a:lnTo>
                    <a:pt x="10398942" y="99065"/>
                  </a:lnTo>
                  <a:lnTo>
                    <a:pt x="10332641" y="105661"/>
                  </a:lnTo>
                  <a:lnTo>
                    <a:pt x="10252088" y="114605"/>
                  </a:lnTo>
                  <a:lnTo>
                    <a:pt x="10160592" y="126018"/>
                  </a:lnTo>
                  <a:lnTo>
                    <a:pt x="10062135" y="139922"/>
                  </a:lnTo>
                  <a:lnTo>
                    <a:pt x="9960719" y="156278"/>
                  </a:lnTo>
                  <a:lnTo>
                    <a:pt x="9859853" y="175032"/>
                  </a:lnTo>
                  <a:lnTo>
                    <a:pt x="9762269" y="196157"/>
                  </a:lnTo>
                  <a:lnTo>
                    <a:pt x="9669832" y="219682"/>
                  </a:lnTo>
                  <a:lnTo>
                    <a:pt x="9583611" y="245716"/>
                  </a:lnTo>
                  <a:lnTo>
                    <a:pt x="9504023" y="274451"/>
                  </a:lnTo>
                  <a:lnTo>
                    <a:pt x="9430994" y="306171"/>
                  </a:lnTo>
                  <a:lnTo>
                    <a:pt x="9364118" y="341238"/>
                  </a:lnTo>
                  <a:lnTo>
                    <a:pt x="9302779" y="380090"/>
                  </a:lnTo>
                  <a:lnTo>
                    <a:pt x="9246244" y="423213"/>
                  </a:lnTo>
                  <a:lnTo>
                    <a:pt x="9193736" y="471108"/>
                  </a:lnTo>
                  <a:lnTo>
                    <a:pt x="9144487" y="524228"/>
                  </a:lnTo>
                  <a:lnTo>
                    <a:pt x="9097777" y="582875"/>
                  </a:lnTo>
                  <a:lnTo>
                    <a:pt x="9084767" y="600715"/>
                  </a:lnTo>
                  <a:lnTo>
                    <a:pt x="9048259" y="654332"/>
                  </a:lnTo>
                  <a:lnTo>
                    <a:pt x="9012652" y="711771"/>
                  </a:lnTo>
                  <a:lnTo>
                    <a:pt x="8977707" y="773110"/>
                  </a:lnTo>
                  <a:lnTo>
                    <a:pt x="8943230" y="838369"/>
                  </a:lnTo>
                  <a:lnTo>
                    <a:pt x="8909067" y="907502"/>
                  </a:lnTo>
                  <a:lnTo>
                    <a:pt x="8875096" y="980395"/>
                  </a:lnTo>
                  <a:lnTo>
                    <a:pt x="8841222" y="1056855"/>
                  </a:lnTo>
                  <a:lnTo>
                    <a:pt x="8807379" y="1136618"/>
                  </a:lnTo>
                  <a:lnTo>
                    <a:pt x="8773521" y="1219340"/>
                  </a:lnTo>
                  <a:lnTo>
                    <a:pt x="8739622" y="1304607"/>
                  </a:lnTo>
                  <a:lnTo>
                    <a:pt x="8705674" y="1391939"/>
                  </a:lnTo>
                  <a:lnTo>
                    <a:pt x="8671680" y="1480801"/>
                  </a:lnTo>
                  <a:lnTo>
                    <a:pt x="8637653" y="1570618"/>
                  </a:lnTo>
                  <a:lnTo>
                    <a:pt x="8603614" y="1660786"/>
                  </a:lnTo>
                  <a:lnTo>
                    <a:pt x="8569584" y="1750693"/>
                  </a:lnTo>
                  <a:lnTo>
                    <a:pt x="8535584" y="1839733"/>
                  </a:lnTo>
                  <a:lnTo>
                    <a:pt x="8501629" y="1927325"/>
                  </a:lnTo>
                  <a:lnTo>
                    <a:pt x="8467723" y="2012928"/>
                  </a:lnTo>
                  <a:lnTo>
                    <a:pt x="8433860" y="2096052"/>
                  </a:lnTo>
                  <a:lnTo>
                    <a:pt x="8400017" y="2176274"/>
                  </a:lnTo>
                  <a:lnTo>
                    <a:pt x="8366152" y="2253240"/>
                  </a:lnTo>
                  <a:lnTo>
                    <a:pt x="8332200" y="2326672"/>
                  </a:lnTo>
                  <a:lnTo>
                    <a:pt x="8298072" y="2396368"/>
                  </a:lnTo>
                  <a:lnTo>
                    <a:pt x="8263650" y="2462202"/>
                  </a:lnTo>
                  <a:lnTo>
                    <a:pt x="8228785" y="2524119"/>
                  </a:lnTo>
                  <a:lnTo>
                    <a:pt x="8193289" y="2582129"/>
                  </a:lnTo>
                  <a:lnTo>
                    <a:pt x="8156932" y="2636302"/>
                  </a:lnTo>
                  <a:lnTo>
                    <a:pt x="8151487" y="2643964"/>
                  </a:lnTo>
                  <a:lnTo>
                    <a:pt x="8105386" y="2704214"/>
                  </a:lnTo>
                  <a:lnTo>
                    <a:pt x="8056934" y="2758897"/>
                  </a:lnTo>
                  <a:lnTo>
                    <a:pt x="8005438" y="2808247"/>
                  </a:lnTo>
                  <a:lnTo>
                    <a:pt x="7950137" y="2852687"/>
                  </a:lnTo>
                  <a:lnTo>
                    <a:pt x="7890253" y="2892712"/>
                  </a:lnTo>
                  <a:lnTo>
                    <a:pt x="7825033" y="2928817"/>
                  </a:lnTo>
                  <a:lnTo>
                    <a:pt x="7753821" y="2961456"/>
                  </a:lnTo>
                  <a:lnTo>
                    <a:pt x="7676137" y="2991014"/>
                  </a:lnTo>
                  <a:lnTo>
                    <a:pt x="7591800" y="3017798"/>
                  </a:lnTo>
                  <a:lnTo>
                    <a:pt x="7501067" y="3042028"/>
                  </a:lnTo>
                  <a:lnTo>
                    <a:pt x="7404805" y="3063835"/>
                  </a:lnTo>
                  <a:lnTo>
                    <a:pt x="7304638" y="3083269"/>
                  </a:lnTo>
                  <a:lnTo>
                    <a:pt x="7203051" y="3100317"/>
                  </a:lnTo>
                  <a:lnTo>
                    <a:pt x="7103351" y="3114930"/>
                  </a:lnTo>
                  <a:lnTo>
                    <a:pt x="7009441" y="3127058"/>
                  </a:lnTo>
                  <a:lnTo>
                    <a:pt x="6925370" y="3136702"/>
                  </a:lnTo>
                  <a:lnTo>
                    <a:pt x="6854711" y="3143952"/>
                  </a:lnTo>
                  <a:lnTo>
                    <a:pt x="6799896" y="3149012"/>
                  </a:lnTo>
                  <a:lnTo>
                    <a:pt x="6761692" y="3152199"/>
                  </a:lnTo>
                  <a:lnTo>
                    <a:pt x="6738960" y="3153920"/>
                  </a:lnTo>
                  <a:lnTo>
                    <a:pt x="6728717" y="3154627"/>
                  </a:lnTo>
                  <a:lnTo>
                    <a:pt x="6726370" y="3154775"/>
                  </a:lnTo>
                  <a:lnTo>
                    <a:pt x="6726343" y="3154777"/>
                  </a:lnTo>
                  <a:lnTo>
                    <a:pt x="5254955" y="3154777"/>
                  </a:lnTo>
                  <a:lnTo>
                    <a:pt x="5253828" y="3154705"/>
                  </a:lnTo>
                  <a:lnTo>
                    <a:pt x="5246419" y="3154193"/>
                  </a:lnTo>
                  <a:lnTo>
                    <a:pt x="5227736" y="3152776"/>
                  </a:lnTo>
                  <a:lnTo>
                    <a:pt x="5194318" y="3149988"/>
                  </a:lnTo>
                  <a:lnTo>
                    <a:pt x="5144478" y="3145393"/>
                  </a:lnTo>
                  <a:lnTo>
                    <a:pt x="5078433" y="3138636"/>
                  </a:lnTo>
                  <a:lnTo>
                    <a:pt x="4998155" y="3129473"/>
                  </a:lnTo>
                  <a:lnTo>
                    <a:pt x="4906927" y="3117777"/>
                  </a:lnTo>
                  <a:lnTo>
                    <a:pt x="4808706" y="3103526"/>
                  </a:lnTo>
                  <a:lnTo>
                    <a:pt x="4707479" y="3086759"/>
                  </a:lnTo>
                  <a:lnTo>
                    <a:pt x="4606747" y="3067531"/>
                  </a:lnTo>
                  <a:lnTo>
                    <a:pt x="4509242" y="3045870"/>
                  </a:lnTo>
                  <a:lnTo>
                    <a:pt x="4416839" y="3021749"/>
                  </a:lnTo>
                  <a:lnTo>
                    <a:pt x="4330616" y="2995057"/>
                  </a:lnTo>
                  <a:lnTo>
                    <a:pt x="4250999" y="2965600"/>
                  </a:lnTo>
                  <a:lnTo>
                    <a:pt x="4177927" y="2933090"/>
                  </a:lnTo>
                  <a:lnTo>
                    <a:pt x="4111000" y="2897156"/>
                  </a:lnTo>
                  <a:lnTo>
                    <a:pt x="4049611" y="2857353"/>
                  </a:lnTo>
                  <a:lnTo>
                    <a:pt x="3993034" y="2813185"/>
                  </a:lnTo>
                  <a:lnTo>
                    <a:pt x="3940495" y="2764138"/>
                  </a:lnTo>
                  <a:lnTo>
                    <a:pt x="3891228" y="2709745"/>
                  </a:lnTo>
                  <a:lnTo>
                    <a:pt x="3844517" y="2649688"/>
                  </a:lnTo>
                  <a:lnTo>
                    <a:pt x="3829811" y="2628981"/>
                  </a:lnTo>
                  <a:lnTo>
                    <a:pt x="3793734" y="2574473"/>
                  </a:lnTo>
                  <a:lnTo>
                    <a:pt x="3758539" y="2516127"/>
                  </a:lnTo>
                  <a:lnTo>
                    <a:pt x="3723995" y="2453862"/>
                  </a:lnTo>
                  <a:lnTo>
                    <a:pt x="3689914" y="2387657"/>
                  </a:lnTo>
                  <a:lnTo>
                    <a:pt x="3656146" y="2317555"/>
                  </a:lnTo>
                  <a:lnTo>
                    <a:pt x="3622571" y="2243667"/>
                  </a:lnTo>
                  <a:lnTo>
                    <a:pt x="3589098" y="2166177"/>
                  </a:lnTo>
                  <a:lnTo>
                    <a:pt x="3555658" y="2085343"/>
                  </a:lnTo>
                  <a:lnTo>
                    <a:pt x="3522208" y="2001498"/>
                  </a:lnTo>
                  <a:lnTo>
                    <a:pt x="3488719" y="1915049"/>
                  </a:lnTo>
                  <a:lnTo>
                    <a:pt x="3455183" y="1826464"/>
                  </a:lnTo>
                  <a:lnTo>
                    <a:pt x="3421600" y="1736267"/>
                  </a:lnTo>
                  <a:lnTo>
                    <a:pt x="3387984" y="1645026"/>
                  </a:lnTo>
                  <a:lnTo>
                    <a:pt x="3354352" y="1553336"/>
                  </a:lnTo>
                  <a:lnTo>
                    <a:pt x="3320726" y="1461807"/>
                  </a:lnTo>
                  <a:lnTo>
                    <a:pt x="3287125" y="1371040"/>
                  </a:lnTo>
                  <a:lnTo>
                    <a:pt x="3253566" y="1281620"/>
                  </a:lnTo>
                  <a:lnTo>
                    <a:pt x="3220055" y="1194093"/>
                  </a:lnTo>
                  <a:lnTo>
                    <a:pt x="3186588" y="1108955"/>
                  </a:lnTo>
                  <a:lnTo>
                    <a:pt x="3153148" y="1026644"/>
                  </a:lnTo>
                  <a:lnTo>
                    <a:pt x="3119698" y="947526"/>
                  </a:lnTo>
                  <a:lnTo>
                    <a:pt x="3086181" y="871897"/>
                  </a:lnTo>
                  <a:lnTo>
                    <a:pt x="3052518" y="799976"/>
                  </a:lnTo>
                  <a:lnTo>
                    <a:pt x="3018603" y="731909"/>
                  </a:lnTo>
                  <a:lnTo>
                    <a:pt x="2984300" y="667770"/>
                  </a:lnTo>
                  <a:lnTo>
                    <a:pt x="2949441" y="607566"/>
                  </a:lnTo>
                  <a:lnTo>
                    <a:pt x="2913815" y="551246"/>
                  </a:lnTo>
                  <a:lnTo>
                    <a:pt x="2896531" y="525796"/>
                  </a:lnTo>
                  <a:lnTo>
                    <a:pt x="2850510" y="463879"/>
                  </a:lnTo>
                  <a:lnTo>
                    <a:pt x="2802146" y="407673"/>
                  </a:lnTo>
                  <a:lnTo>
                    <a:pt x="2750752" y="356938"/>
                  </a:lnTo>
                  <a:lnTo>
                    <a:pt x="2695569" y="311243"/>
                  </a:lnTo>
                  <a:lnTo>
                    <a:pt x="2635823" y="270081"/>
                  </a:lnTo>
                  <a:lnTo>
                    <a:pt x="2570767" y="232945"/>
                  </a:lnTo>
                  <a:lnTo>
                    <a:pt x="2499743" y="199369"/>
                  </a:lnTo>
                  <a:lnTo>
                    <a:pt x="2422275" y="168957"/>
                  </a:lnTo>
                  <a:lnTo>
                    <a:pt x="2338174" y="141394"/>
                  </a:lnTo>
                  <a:lnTo>
                    <a:pt x="2247692" y="116455"/>
                  </a:lnTo>
                  <a:lnTo>
                    <a:pt x="2151677" y="94004"/>
                  </a:lnTo>
                  <a:lnTo>
                    <a:pt x="2051734" y="73986"/>
                  </a:lnTo>
                  <a:lnTo>
                    <a:pt x="1950317" y="56415"/>
                  </a:lnTo>
                  <a:lnTo>
                    <a:pt x="1850700" y="41342"/>
                  </a:lnTo>
                  <a:lnTo>
                    <a:pt x="1756757" y="28816"/>
                  </a:lnTo>
                  <a:lnTo>
                    <a:pt x="1672522" y="18840"/>
                  </a:lnTo>
                  <a:lnTo>
                    <a:pt x="1601570" y="11323"/>
                  </a:lnTo>
                  <a:lnTo>
                    <a:pt x="1546360" y="6061"/>
                  </a:lnTo>
                  <a:lnTo>
                    <a:pt x="1507709" y="2732"/>
                  </a:lnTo>
                  <a:lnTo>
                    <a:pt x="1484546" y="921"/>
                  </a:lnTo>
                  <a:lnTo>
                    <a:pt x="1473958" y="167"/>
                  </a:lnTo>
                  <a:lnTo>
                    <a:pt x="1471427" y="2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55" name="pg455"/>
            <p:cNvSpPr/>
            <p:nvPr/>
          </p:nvSpPr>
          <p:spPr>
            <a:xfrm>
              <a:off x="4799595" y="5756205"/>
              <a:ext cx="11981298" cy="3195642"/>
            </a:xfrm>
            <a:custGeom>
              <a:avLst/>
              <a:pathLst>
                <a:path w="11981298" h="3195642">
                  <a:moveTo>
                    <a:pt x="0" y="32691"/>
                  </a:moveTo>
                  <a:lnTo>
                    <a:pt x="1471387" y="32691"/>
                  </a:lnTo>
                  <a:lnTo>
                    <a:pt x="1472513" y="32764"/>
                  </a:lnTo>
                  <a:lnTo>
                    <a:pt x="1479919" y="33277"/>
                  </a:lnTo>
                  <a:lnTo>
                    <a:pt x="1498594" y="34696"/>
                  </a:lnTo>
                  <a:lnTo>
                    <a:pt x="1531998" y="37491"/>
                  </a:lnTo>
                  <a:lnTo>
                    <a:pt x="1581819" y="42095"/>
                  </a:lnTo>
                  <a:lnTo>
                    <a:pt x="1647841" y="48866"/>
                  </a:lnTo>
                  <a:lnTo>
                    <a:pt x="1728094" y="58050"/>
                  </a:lnTo>
                  <a:lnTo>
                    <a:pt x="1819297" y="69771"/>
                  </a:lnTo>
                  <a:lnTo>
                    <a:pt x="1917495" y="84053"/>
                  </a:lnTo>
                  <a:lnTo>
                    <a:pt x="2018706" y="100857"/>
                  </a:lnTo>
                  <a:lnTo>
                    <a:pt x="2119425" y="120129"/>
                  </a:lnTo>
                  <a:lnTo>
                    <a:pt x="2216922" y="141837"/>
                  </a:lnTo>
                  <a:lnTo>
                    <a:pt x="2309322" y="166013"/>
                  </a:lnTo>
                  <a:lnTo>
                    <a:pt x="2395546" y="192764"/>
                  </a:lnTo>
                  <a:lnTo>
                    <a:pt x="2475165" y="222287"/>
                  </a:lnTo>
                  <a:lnTo>
                    <a:pt x="2548242" y="254868"/>
                  </a:lnTo>
                  <a:lnTo>
                    <a:pt x="2615173" y="290880"/>
                  </a:lnTo>
                  <a:lnTo>
                    <a:pt x="2676566" y="330768"/>
                  </a:lnTo>
                  <a:lnTo>
                    <a:pt x="2733148" y="375031"/>
                  </a:lnTo>
                  <a:lnTo>
                    <a:pt x="2785689" y="424182"/>
                  </a:lnTo>
                  <a:lnTo>
                    <a:pt x="2834958" y="478690"/>
                  </a:lnTo>
                  <a:lnTo>
                    <a:pt x="2881669" y="538874"/>
                  </a:lnTo>
                  <a:lnTo>
                    <a:pt x="2896531" y="559850"/>
                  </a:lnTo>
                  <a:lnTo>
                    <a:pt x="2932570" y="614437"/>
                  </a:lnTo>
                  <a:lnTo>
                    <a:pt x="2967728" y="672866"/>
                  </a:lnTo>
                  <a:lnTo>
                    <a:pt x="3002236" y="735214"/>
                  </a:lnTo>
                  <a:lnTo>
                    <a:pt x="3036281" y="801503"/>
                  </a:lnTo>
                  <a:lnTo>
                    <a:pt x="3070014" y="871692"/>
                  </a:lnTo>
                  <a:lnTo>
                    <a:pt x="3103554" y="945669"/>
                  </a:lnTo>
                  <a:lnTo>
                    <a:pt x="3136991" y="1023252"/>
                  </a:lnTo>
                  <a:lnTo>
                    <a:pt x="3170395" y="1104182"/>
                  </a:lnTo>
                  <a:lnTo>
                    <a:pt x="3203809" y="1188127"/>
                  </a:lnTo>
                  <a:lnTo>
                    <a:pt x="3237261" y="1274682"/>
                  </a:lnTo>
                  <a:lnTo>
                    <a:pt x="3270760" y="1363379"/>
                  </a:lnTo>
                  <a:lnTo>
                    <a:pt x="3304306" y="1453696"/>
                  </a:lnTo>
                  <a:lnTo>
                    <a:pt x="3337886" y="1545064"/>
                  </a:lnTo>
                  <a:lnTo>
                    <a:pt x="3371481" y="1636890"/>
                  </a:lnTo>
                  <a:lnTo>
                    <a:pt x="3405072" y="1728565"/>
                  </a:lnTo>
                  <a:lnTo>
                    <a:pt x="3438636" y="1819485"/>
                  </a:lnTo>
                  <a:lnTo>
                    <a:pt x="3472160" y="1909069"/>
                  </a:lnTo>
                  <a:lnTo>
                    <a:pt x="3505636" y="1996769"/>
                  </a:lnTo>
                  <a:lnTo>
                    <a:pt x="3539067" y="2082088"/>
                  </a:lnTo>
                  <a:lnTo>
                    <a:pt x="3572471" y="2164587"/>
                  </a:lnTo>
                  <a:lnTo>
                    <a:pt x="3605885" y="2243898"/>
                  </a:lnTo>
                  <a:lnTo>
                    <a:pt x="3639363" y="2319725"/>
                  </a:lnTo>
                  <a:lnTo>
                    <a:pt x="3672985" y="2391846"/>
                  </a:lnTo>
                  <a:lnTo>
                    <a:pt x="3706855" y="2460116"/>
                  </a:lnTo>
                  <a:lnTo>
                    <a:pt x="3741109" y="2524456"/>
                  </a:lnTo>
                  <a:lnTo>
                    <a:pt x="3775913" y="2584859"/>
                  </a:lnTo>
                  <a:lnTo>
                    <a:pt x="3811475" y="2641374"/>
                  </a:lnTo>
                  <a:lnTo>
                    <a:pt x="3829811" y="2668483"/>
                  </a:lnTo>
                  <a:lnTo>
                    <a:pt x="3875825" y="2730552"/>
                  </a:lnTo>
                  <a:lnTo>
                    <a:pt x="3924180" y="2786896"/>
                  </a:lnTo>
                  <a:lnTo>
                    <a:pt x="3975566" y="2837756"/>
                  </a:lnTo>
                  <a:lnTo>
                    <a:pt x="4030737" y="2883565"/>
                  </a:lnTo>
                  <a:lnTo>
                    <a:pt x="4090470" y="2924830"/>
                  </a:lnTo>
                  <a:lnTo>
                    <a:pt x="4155512" y="2962060"/>
                  </a:lnTo>
                  <a:lnTo>
                    <a:pt x="4226518" y="2995721"/>
                  </a:lnTo>
                  <a:lnTo>
                    <a:pt x="4303967" y="3026211"/>
                  </a:lnTo>
                  <a:lnTo>
                    <a:pt x="4388046" y="3053844"/>
                  </a:lnTo>
                  <a:lnTo>
                    <a:pt x="4478505" y="3078847"/>
                  </a:lnTo>
                  <a:lnTo>
                    <a:pt x="4574497" y="3101358"/>
                  </a:lnTo>
                  <a:lnTo>
                    <a:pt x="4674419" y="3121429"/>
                  </a:lnTo>
                  <a:lnTo>
                    <a:pt x="4775821" y="3139048"/>
                  </a:lnTo>
                  <a:lnTo>
                    <a:pt x="4875430" y="3154163"/>
                  </a:lnTo>
                  <a:lnTo>
                    <a:pt x="4969376" y="3166724"/>
                  </a:lnTo>
                  <a:lnTo>
                    <a:pt x="5053626" y="3176731"/>
                  </a:lnTo>
                  <a:lnTo>
                    <a:pt x="5124605" y="3184272"/>
                  </a:lnTo>
                  <a:lnTo>
                    <a:pt x="5179851" y="3189552"/>
                  </a:lnTo>
                  <a:lnTo>
                    <a:pt x="5218542" y="3192895"/>
                  </a:lnTo>
                  <a:lnTo>
                    <a:pt x="5241746" y="3194714"/>
                  </a:lnTo>
                  <a:lnTo>
                    <a:pt x="5252365" y="3195472"/>
                  </a:lnTo>
                  <a:lnTo>
                    <a:pt x="5254955" y="3195642"/>
                  </a:lnTo>
                  <a:lnTo>
                    <a:pt x="6726343" y="3195642"/>
                  </a:lnTo>
                  <a:lnTo>
                    <a:pt x="6727539" y="3195597"/>
                  </a:lnTo>
                  <a:lnTo>
                    <a:pt x="6735397" y="3195276"/>
                  </a:lnTo>
                  <a:lnTo>
                    <a:pt x="6755174" y="3194390"/>
                  </a:lnTo>
                  <a:lnTo>
                    <a:pt x="6790459" y="3192646"/>
                  </a:lnTo>
                  <a:lnTo>
                    <a:pt x="6842898" y="3189776"/>
                  </a:lnTo>
                  <a:lnTo>
                    <a:pt x="6912079" y="3185562"/>
                  </a:lnTo>
                  <a:lnTo>
                    <a:pt x="6995720" y="3179861"/>
                  </a:lnTo>
                  <a:lnTo>
                    <a:pt x="7090197" y="3172604"/>
                  </a:lnTo>
                  <a:lnTo>
                    <a:pt x="7191258" y="3163784"/>
                  </a:lnTo>
                  <a:lnTo>
                    <a:pt x="7294727" y="3153428"/>
                  </a:lnTo>
                  <a:lnTo>
                    <a:pt x="7397024" y="3141571"/>
                  </a:lnTo>
                  <a:lnTo>
                    <a:pt x="7495442" y="3128223"/>
                  </a:lnTo>
                  <a:lnTo>
                    <a:pt x="7588199" y="3113356"/>
                  </a:lnTo>
                  <a:lnTo>
                    <a:pt x="7674342" y="3096887"/>
                  </a:lnTo>
                  <a:lnTo>
                    <a:pt x="7753579" y="3078679"/>
                  </a:lnTo>
                  <a:lnTo>
                    <a:pt x="7826097" y="3058536"/>
                  </a:lnTo>
                  <a:lnTo>
                    <a:pt x="7892405" y="3036210"/>
                  </a:lnTo>
                  <a:lnTo>
                    <a:pt x="7953200" y="3011410"/>
                  </a:lnTo>
                  <a:lnTo>
                    <a:pt x="8009280" y="2983819"/>
                  </a:lnTo>
                  <a:lnTo>
                    <a:pt x="8061468" y="2953120"/>
                  </a:lnTo>
                  <a:lnTo>
                    <a:pt x="8110565" y="2919052"/>
                  </a:lnTo>
                  <a:lnTo>
                    <a:pt x="8151487" y="2886430"/>
                  </a:lnTo>
                  <a:lnTo>
                    <a:pt x="8195324" y="2847069"/>
                  </a:lnTo>
                  <a:lnTo>
                    <a:pt x="8237931" y="2804338"/>
                  </a:lnTo>
                  <a:lnTo>
                    <a:pt x="8279696" y="2758172"/>
                  </a:lnTo>
                  <a:lnTo>
                    <a:pt x="8320925" y="2708586"/>
                  </a:lnTo>
                  <a:lnTo>
                    <a:pt x="8361844" y="2655681"/>
                  </a:lnTo>
                  <a:lnTo>
                    <a:pt x="8402623" y="2599650"/>
                  </a:lnTo>
                  <a:lnTo>
                    <a:pt x="8443374" y="2540786"/>
                  </a:lnTo>
                  <a:lnTo>
                    <a:pt x="8484165" y="2479475"/>
                  </a:lnTo>
                  <a:lnTo>
                    <a:pt x="8525024" y="2416194"/>
                  </a:lnTo>
                  <a:lnTo>
                    <a:pt x="8565952" y="2351490"/>
                  </a:lnTo>
                  <a:lnTo>
                    <a:pt x="8606925" y="2285972"/>
                  </a:lnTo>
                  <a:lnTo>
                    <a:pt x="8647908" y="2220276"/>
                  </a:lnTo>
                  <a:lnTo>
                    <a:pt x="8688864" y="2155050"/>
                  </a:lnTo>
                  <a:lnTo>
                    <a:pt x="8729763" y="2090919"/>
                  </a:lnTo>
                  <a:lnTo>
                    <a:pt x="8770589" y="2028467"/>
                  </a:lnTo>
                  <a:lnTo>
                    <a:pt x="8811356" y="1968212"/>
                  </a:lnTo>
                  <a:lnTo>
                    <a:pt x="8852109" y="1910590"/>
                  </a:lnTo>
                  <a:lnTo>
                    <a:pt x="8892935" y="1855945"/>
                  </a:lnTo>
                  <a:lnTo>
                    <a:pt x="8933970" y="1804526"/>
                  </a:lnTo>
                  <a:lnTo>
                    <a:pt x="8975409" y="1756484"/>
                  </a:lnTo>
                  <a:lnTo>
                    <a:pt x="9017514" y="1711879"/>
                  </a:lnTo>
                  <a:lnTo>
                    <a:pt x="9060624" y="1670688"/>
                  </a:lnTo>
                  <a:lnTo>
                    <a:pt x="9084767" y="1649583"/>
                  </a:lnTo>
                  <a:lnTo>
                    <a:pt x="9131759" y="1612456"/>
                  </a:lnTo>
                  <a:lnTo>
                    <a:pt x="9181205" y="1578825"/>
                  </a:lnTo>
                  <a:lnTo>
                    <a:pt x="9233841" y="1548536"/>
                  </a:lnTo>
                  <a:lnTo>
                    <a:pt x="9290472" y="1521316"/>
                  </a:lnTo>
                  <a:lnTo>
                    <a:pt x="9351922" y="1496846"/>
                  </a:lnTo>
                  <a:lnTo>
                    <a:pt x="9418980" y="1474812"/>
                  </a:lnTo>
                  <a:lnTo>
                    <a:pt x="9492327" y="1454926"/>
                  </a:lnTo>
                  <a:lnTo>
                    <a:pt x="9572436" y="1436948"/>
                  </a:lnTo>
                  <a:lnTo>
                    <a:pt x="9659444" y="1420689"/>
                  </a:lnTo>
                  <a:lnTo>
                    <a:pt x="9752986" y="1406017"/>
                  </a:lnTo>
                  <a:lnTo>
                    <a:pt x="9852012" y="1392859"/>
                  </a:lnTo>
                  <a:lnTo>
                    <a:pt x="9954627" y="1381190"/>
                  </a:lnTo>
                  <a:lnTo>
                    <a:pt x="10058005" y="1371027"/>
                  </a:lnTo>
                  <a:lnTo>
                    <a:pt x="10158471" y="1362403"/>
                  </a:lnTo>
                  <a:lnTo>
                    <a:pt x="10251805" y="1355345"/>
                  </a:lnTo>
                  <a:lnTo>
                    <a:pt x="10333795" y="1349837"/>
                  </a:lnTo>
                  <a:lnTo>
                    <a:pt x="10400947" y="1345804"/>
                  </a:lnTo>
                  <a:lnTo>
                    <a:pt x="10451196" y="1343089"/>
                  </a:lnTo>
                  <a:lnTo>
                    <a:pt x="10484383" y="1341469"/>
                  </a:lnTo>
                  <a:lnTo>
                    <a:pt x="10502416" y="1340671"/>
                  </a:lnTo>
                  <a:lnTo>
                    <a:pt x="10509108" y="1340401"/>
                  </a:lnTo>
                  <a:lnTo>
                    <a:pt x="10509911" y="1340371"/>
                  </a:lnTo>
                  <a:lnTo>
                    <a:pt x="11981298" y="1340371"/>
                  </a:lnTo>
                  <a:lnTo>
                    <a:pt x="11981298" y="1307679"/>
                  </a:lnTo>
                  <a:lnTo>
                    <a:pt x="10509911" y="1307679"/>
                  </a:lnTo>
                  <a:lnTo>
                    <a:pt x="10508714" y="1307724"/>
                  </a:lnTo>
                  <a:lnTo>
                    <a:pt x="10500856" y="1308045"/>
                  </a:lnTo>
                  <a:lnTo>
                    <a:pt x="10481079" y="1308931"/>
                  </a:lnTo>
                  <a:lnTo>
                    <a:pt x="10445795" y="1310675"/>
                  </a:lnTo>
                  <a:lnTo>
                    <a:pt x="10393355" y="1313545"/>
                  </a:lnTo>
                  <a:lnTo>
                    <a:pt x="10324174" y="1317759"/>
                  </a:lnTo>
                  <a:lnTo>
                    <a:pt x="10240533" y="1323460"/>
                  </a:lnTo>
                  <a:lnTo>
                    <a:pt x="10146057" y="1330717"/>
                  </a:lnTo>
                  <a:lnTo>
                    <a:pt x="10044996" y="1339537"/>
                  </a:lnTo>
                  <a:lnTo>
                    <a:pt x="9941527" y="1349893"/>
                  </a:lnTo>
                  <a:lnTo>
                    <a:pt x="9839229" y="1361750"/>
                  </a:lnTo>
                  <a:lnTo>
                    <a:pt x="9740811" y="1375098"/>
                  </a:lnTo>
                  <a:lnTo>
                    <a:pt x="9648055" y="1389965"/>
                  </a:lnTo>
                  <a:lnTo>
                    <a:pt x="9561912" y="1406434"/>
                  </a:lnTo>
                  <a:lnTo>
                    <a:pt x="9482675" y="1424642"/>
                  </a:lnTo>
                  <a:lnTo>
                    <a:pt x="9410156" y="1444785"/>
                  </a:lnTo>
                  <a:lnTo>
                    <a:pt x="9343848" y="1467111"/>
                  </a:lnTo>
                  <a:lnTo>
                    <a:pt x="9283053" y="1491911"/>
                  </a:lnTo>
                  <a:lnTo>
                    <a:pt x="9226974" y="1519502"/>
                  </a:lnTo>
                  <a:lnTo>
                    <a:pt x="9174785" y="1550201"/>
                  </a:lnTo>
                  <a:lnTo>
                    <a:pt x="9125689" y="1584269"/>
                  </a:lnTo>
                  <a:lnTo>
                    <a:pt x="9084767" y="1616891"/>
                  </a:lnTo>
                  <a:lnTo>
                    <a:pt x="9040929" y="1656252"/>
                  </a:lnTo>
                  <a:lnTo>
                    <a:pt x="8998323" y="1698983"/>
                  </a:lnTo>
                  <a:lnTo>
                    <a:pt x="8956557" y="1745149"/>
                  </a:lnTo>
                  <a:lnTo>
                    <a:pt x="8915329" y="1794735"/>
                  </a:lnTo>
                  <a:lnTo>
                    <a:pt x="8874409" y="1847640"/>
                  </a:lnTo>
                  <a:lnTo>
                    <a:pt x="8833630" y="1903671"/>
                  </a:lnTo>
                  <a:lnTo>
                    <a:pt x="8792879" y="1962535"/>
                  </a:lnTo>
                  <a:lnTo>
                    <a:pt x="8752089" y="2023846"/>
                  </a:lnTo>
                  <a:lnTo>
                    <a:pt x="8711229" y="2087128"/>
                  </a:lnTo>
                  <a:lnTo>
                    <a:pt x="8670301" y="2151831"/>
                  </a:lnTo>
                  <a:lnTo>
                    <a:pt x="8629329" y="2217349"/>
                  </a:lnTo>
                  <a:lnTo>
                    <a:pt x="8588345" y="2283045"/>
                  </a:lnTo>
                  <a:lnTo>
                    <a:pt x="8547389" y="2348271"/>
                  </a:lnTo>
                  <a:lnTo>
                    <a:pt x="8506491" y="2412402"/>
                  </a:lnTo>
                  <a:lnTo>
                    <a:pt x="8465664" y="2474854"/>
                  </a:lnTo>
                  <a:lnTo>
                    <a:pt x="8424897" y="2535109"/>
                  </a:lnTo>
                  <a:lnTo>
                    <a:pt x="8384144" y="2592731"/>
                  </a:lnTo>
                  <a:lnTo>
                    <a:pt x="8343319" y="2647376"/>
                  </a:lnTo>
                  <a:lnTo>
                    <a:pt x="8302283" y="2698795"/>
                  </a:lnTo>
                  <a:lnTo>
                    <a:pt x="8260844" y="2746837"/>
                  </a:lnTo>
                  <a:lnTo>
                    <a:pt x="8218739" y="2791442"/>
                  </a:lnTo>
                  <a:lnTo>
                    <a:pt x="8175629" y="2832633"/>
                  </a:lnTo>
                  <a:lnTo>
                    <a:pt x="8151487" y="2853738"/>
                  </a:lnTo>
                  <a:lnTo>
                    <a:pt x="8104494" y="2890865"/>
                  </a:lnTo>
                  <a:lnTo>
                    <a:pt x="8055048" y="2924496"/>
                  </a:lnTo>
                  <a:lnTo>
                    <a:pt x="8002412" y="2954785"/>
                  </a:lnTo>
                  <a:lnTo>
                    <a:pt x="7945782" y="2982005"/>
                  </a:lnTo>
                  <a:lnTo>
                    <a:pt x="7884331" y="3006475"/>
                  </a:lnTo>
                  <a:lnTo>
                    <a:pt x="7817273" y="3028509"/>
                  </a:lnTo>
                  <a:lnTo>
                    <a:pt x="7743927" y="3048395"/>
                  </a:lnTo>
                  <a:lnTo>
                    <a:pt x="7663817" y="3066373"/>
                  </a:lnTo>
                  <a:lnTo>
                    <a:pt x="7576809" y="3082632"/>
                  </a:lnTo>
                  <a:lnTo>
                    <a:pt x="7483267" y="3097304"/>
                  </a:lnTo>
                  <a:lnTo>
                    <a:pt x="7384241" y="3110462"/>
                  </a:lnTo>
                  <a:lnTo>
                    <a:pt x="7281626" y="3122131"/>
                  </a:lnTo>
                  <a:lnTo>
                    <a:pt x="7178248" y="3132294"/>
                  </a:lnTo>
                  <a:lnTo>
                    <a:pt x="7077782" y="3140918"/>
                  </a:lnTo>
                  <a:lnTo>
                    <a:pt x="6984448" y="3147976"/>
                  </a:lnTo>
                  <a:lnTo>
                    <a:pt x="6902459" y="3153484"/>
                  </a:lnTo>
                  <a:lnTo>
                    <a:pt x="6835306" y="3157518"/>
                  </a:lnTo>
                  <a:lnTo>
                    <a:pt x="6785057" y="3160232"/>
                  </a:lnTo>
                  <a:lnTo>
                    <a:pt x="6751870" y="3161852"/>
                  </a:lnTo>
                  <a:lnTo>
                    <a:pt x="6733837" y="3162650"/>
                  </a:lnTo>
                  <a:lnTo>
                    <a:pt x="6727146" y="3162920"/>
                  </a:lnTo>
                  <a:lnTo>
                    <a:pt x="6726343" y="3162950"/>
                  </a:lnTo>
                  <a:lnTo>
                    <a:pt x="5254955" y="3162950"/>
                  </a:lnTo>
                  <a:lnTo>
                    <a:pt x="5253829" y="3162878"/>
                  </a:lnTo>
                  <a:lnTo>
                    <a:pt x="5246423" y="3162364"/>
                  </a:lnTo>
                  <a:lnTo>
                    <a:pt x="5227748" y="3160945"/>
                  </a:lnTo>
                  <a:lnTo>
                    <a:pt x="5194344" y="3158151"/>
                  </a:lnTo>
                  <a:lnTo>
                    <a:pt x="5144523" y="3153546"/>
                  </a:lnTo>
                  <a:lnTo>
                    <a:pt x="5078501" y="3146775"/>
                  </a:lnTo>
                  <a:lnTo>
                    <a:pt x="4998248" y="3137592"/>
                  </a:lnTo>
                  <a:lnTo>
                    <a:pt x="4907045" y="3125871"/>
                  </a:lnTo>
                  <a:lnTo>
                    <a:pt x="4808847" y="3111588"/>
                  </a:lnTo>
                  <a:lnTo>
                    <a:pt x="4707636" y="3094784"/>
                  </a:lnTo>
                  <a:lnTo>
                    <a:pt x="4606917" y="3075513"/>
                  </a:lnTo>
                  <a:lnTo>
                    <a:pt x="4509420" y="3053804"/>
                  </a:lnTo>
                  <a:lnTo>
                    <a:pt x="4417020" y="3029628"/>
                  </a:lnTo>
                  <a:lnTo>
                    <a:pt x="4330797" y="3002878"/>
                  </a:lnTo>
                  <a:lnTo>
                    <a:pt x="4251177" y="2973355"/>
                  </a:lnTo>
                  <a:lnTo>
                    <a:pt x="4178100" y="2940773"/>
                  </a:lnTo>
                  <a:lnTo>
                    <a:pt x="4111169" y="2904761"/>
                  </a:lnTo>
                  <a:lnTo>
                    <a:pt x="4049776" y="2864873"/>
                  </a:lnTo>
                  <a:lnTo>
                    <a:pt x="3993194" y="2820611"/>
                  </a:lnTo>
                  <a:lnTo>
                    <a:pt x="3940653" y="2771460"/>
                  </a:lnTo>
                  <a:lnTo>
                    <a:pt x="3891385" y="2716952"/>
                  </a:lnTo>
                  <a:lnTo>
                    <a:pt x="3844673" y="2656768"/>
                  </a:lnTo>
                  <a:lnTo>
                    <a:pt x="3829811" y="2635791"/>
                  </a:lnTo>
                  <a:lnTo>
                    <a:pt x="3793773" y="2581204"/>
                  </a:lnTo>
                  <a:lnTo>
                    <a:pt x="3758614" y="2522776"/>
                  </a:lnTo>
                  <a:lnTo>
                    <a:pt x="3724106" y="2460428"/>
                  </a:lnTo>
                  <a:lnTo>
                    <a:pt x="3690061" y="2394138"/>
                  </a:lnTo>
                  <a:lnTo>
                    <a:pt x="3656328" y="2323950"/>
                  </a:lnTo>
                  <a:lnTo>
                    <a:pt x="3622789" y="2249972"/>
                  </a:lnTo>
                  <a:lnTo>
                    <a:pt x="3589351" y="2172389"/>
                  </a:lnTo>
                  <a:lnTo>
                    <a:pt x="3555947" y="2091459"/>
                  </a:lnTo>
                  <a:lnTo>
                    <a:pt x="3522533" y="2007515"/>
                  </a:lnTo>
                  <a:lnTo>
                    <a:pt x="3489082" y="1920959"/>
                  </a:lnTo>
                  <a:lnTo>
                    <a:pt x="3455582" y="1832262"/>
                  </a:lnTo>
                  <a:lnTo>
                    <a:pt x="3422036" y="1741946"/>
                  </a:lnTo>
                  <a:lnTo>
                    <a:pt x="3388456" y="1650577"/>
                  </a:lnTo>
                  <a:lnTo>
                    <a:pt x="3354861" y="1558752"/>
                  </a:lnTo>
                  <a:lnTo>
                    <a:pt x="3321271" y="1467077"/>
                  </a:lnTo>
                  <a:lnTo>
                    <a:pt x="3287706" y="1376156"/>
                  </a:lnTo>
                  <a:lnTo>
                    <a:pt x="3254182" y="1286572"/>
                  </a:lnTo>
                  <a:lnTo>
                    <a:pt x="3220706" y="1198872"/>
                  </a:lnTo>
                  <a:lnTo>
                    <a:pt x="3187275" y="1113554"/>
                  </a:lnTo>
                  <a:lnTo>
                    <a:pt x="3153871" y="1031054"/>
                  </a:lnTo>
                  <a:lnTo>
                    <a:pt x="3120457" y="951743"/>
                  </a:lnTo>
                  <a:lnTo>
                    <a:pt x="3086979" y="875916"/>
                  </a:lnTo>
                  <a:lnTo>
                    <a:pt x="3053357" y="803795"/>
                  </a:lnTo>
                  <a:lnTo>
                    <a:pt x="3019487" y="735526"/>
                  </a:lnTo>
                  <a:lnTo>
                    <a:pt x="2985234" y="671185"/>
                  </a:lnTo>
                  <a:lnTo>
                    <a:pt x="2950429" y="610782"/>
                  </a:lnTo>
                  <a:lnTo>
                    <a:pt x="2914867" y="554267"/>
                  </a:lnTo>
                  <a:lnTo>
                    <a:pt x="2896531" y="527158"/>
                  </a:lnTo>
                  <a:lnTo>
                    <a:pt x="2850517" y="465090"/>
                  </a:lnTo>
                  <a:lnTo>
                    <a:pt x="2802162" y="408746"/>
                  </a:lnTo>
                  <a:lnTo>
                    <a:pt x="2750776" y="357886"/>
                  </a:lnTo>
                  <a:lnTo>
                    <a:pt x="2695605" y="312077"/>
                  </a:lnTo>
                  <a:lnTo>
                    <a:pt x="2635872" y="270811"/>
                  </a:lnTo>
                  <a:lnTo>
                    <a:pt x="2570830" y="233581"/>
                  </a:lnTo>
                  <a:lnTo>
                    <a:pt x="2499824" y="199920"/>
                  </a:lnTo>
                  <a:lnTo>
                    <a:pt x="2422375" y="169431"/>
                  </a:lnTo>
                  <a:lnTo>
                    <a:pt x="2338296" y="141798"/>
                  </a:lnTo>
                  <a:lnTo>
                    <a:pt x="2247837" y="116794"/>
                  </a:lnTo>
                  <a:lnTo>
                    <a:pt x="2151845" y="94284"/>
                  </a:lnTo>
                  <a:lnTo>
                    <a:pt x="2051923" y="74212"/>
                  </a:lnTo>
                  <a:lnTo>
                    <a:pt x="1950521" y="56594"/>
                  </a:lnTo>
                  <a:lnTo>
                    <a:pt x="1850912" y="41479"/>
                  </a:lnTo>
                  <a:lnTo>
                    <a:pt x="1756966" y="28917"/>
                  </a:lnTo>
                  <a:lnTo>
                    <a:pt x="1672716" y="18910"/>
                  </a:lnTo>
                  <a:lnTo>
                    <a:pt x="1601737" y="11369"/>
                  </a:lnTo>
                  <a:lnTo>
                    <a:pt x="1546491" y="6089"/>
                  </a:lnTo>
                  <a:lnTo>
                    <a:pt x="1507800" y="2746"/>
                  </a:lnTo>
                  <a:lnTo>
                    <a:pt x="1484597" y="927"/>
                  </a:lnTo>
                  <a:lnTo>
                    <a:pt x="1473977" y="169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456" name="pl456"/>
            <p:cNvSpPr/>
            <p:nvPr/>
          </p:nvSpPr>
          <p:spPr>
            <a:xfrm>
              <a:off x="4799595" y="5788897"/>
              <a:ext cx="11981298" cy="3162950"/>
            </a:xfrm>
            <a:custGeom>
              <a:avLst/>
              <a:pathLst>
                <a:path w="11981298" h="3162950">
                  <a:moveTo>
                    <a:pt x="0" y="0"/>
                  </a:moveTo>
                  <a:lnTo>
                    <a:pt x="1471387" y="0"/>
                  </a:lnTo>
                  <a:lnTo>
                    <a:pt x="1472513" y="72"/>
                  </a:lnTo>
                  <a:lnTo>
                    <a:pt x="1479919" y="585"/>
                  </a:lnTo>
                  <a:lnTo>
                    <a:pt x="1498594" y="2004"/>
                  </a:lnTo>
                  <a:lnTo>
                    <a:pt x="1531998" y="4799"/>
                  </a:lnTo>
                  <a:lnTo>
                    <a:pt x="1581819" y="9403"/>
                  </a:lnTo>
                  <a:lnTo>
                    <a:pt x="1647841" y="16174"/>
                  </a:lnTo>
                  <a:lnTo>
                    <a:pt x="1728094" y="25358"/>
                  </a:lnTo>
                  <a:lnTo>
                    <a:pt x="1819297" y="37079"/>
                  </a:lnTo>
                  <a:lnTo>
                    <a:pt x="1917495" y="51361"/>
                  </a:lnTo>
                  <a:lnTo>
                    <a:pt x="2018706" y="68165"/>
                  </a:lnTo>
                  <a:lnTo>
                    <a:pt x="2119425" y="87437"/>
                  </a:lnTo>
                  <a:lnTo>
                    <a:pt x="2216922" y="109145"/>
                  </a:lnTo>
                  <a:lnTo>
                    <a:pt x="2309322" y="133321"/>
                  </a:lnTo>
                  <a:lnTo>
                    <a:pt x="2395546" y="160072"/>
                  </a:lnTo>
                  <a:lnTo>
                    <a:pt x="2475165" y="189595"/>
                  </a:lnTo>
                  <a:lnTo>
                    <a:pt x="2548242" y="222176"/>
                  </a:lnTo>
                  <a:lnTo>
                    <a:pt x="2615173" y="258188"/>
                  </a:lnTo>
                  <a:lnTo>
                    <a:pt x="2676566" y="298076"/>
                  </a:lnTo>
                  <a:lnTo>
                    <a:pt x="2733148" y="342339"/>
                  </a:lnTo>
                  <a:lnTo>
                    <a:pt x="2785689" y="391490"/>
                  </a:lnTo>
                  <a:lnTo>
                    <a:pt x="2834958" y="445998"/>
                  </a:lnTo>
                  <a:lnTo>
                    <a:pt x="2881669" y="506182"/>
                  </a:lnTo>
                  <a:lnTo>
                    <a:pt x="2896531" y="527158"/>
                  </a:lnTo>
                  <a:lnTo>
                    <a:pt x="2932570" y="581745"/>
                  </a:lnTo>
                  <a:lnTo>
                    <a:pt x="2967728" y="640174"/>
                  </a:lnTo>
                  <a:lnTo>
                    <a:pt x="3002236" y="702522"/>
                  </a:lnTo>
                  <a:lnTo>
                    <a:pt x="3036281" y="768811"/>
                  </a:lnTo>
                  <a:lnTo>
                    <a:pt x="3070014" y="839000"/>
                  </a:lnTo>
                  <a:lnTo>
                    <a:pt x="3103554" y="912977"/>
                  </a:lnTo>
                  <a:lnTo>
                    <a:pt x="3136991" y="990560"/>
                  </a:lnTo>
                  <a:lnTo>
                    <a:pt x="3170395" y="1071490"/>
                  </a:lnTo>
                  <a:lnTo>
                    <a:pt x="3203809" y="1155435"/>
                  </a:lnTo>
                  <a:lnTo>
                    <a:pt x="3237261" y="1241990"/>
                  </a:lnTo>
                  <a:lnTo>
                    <a:pt x="3270760" y="1330687"/>
                  </a:lnTo>
                  <a:lnTo>
                    <a:pt x="3304306" y="1421004"/>
                  </a:lnTo>
                  <a:lnTo>
                    <a:pt x="3337886" y="1512372"/>
                  </a:lnTo>
                  <a:lnTo>
                    <a:pt x="3371481" y="1604198"/>
                  </a:lnTo>
                  <a:lnTo>
                    <a:pt x="3405072" y="1695873"/>
                  </a:lnTo>
                  <a:lnTo>
                    <a:pt x="3438636" y="1786793"/>
                  </a:lnTo>
                  <a:lnTo>
                    <a:pt x="3472160" y="1876377"/>
                  </a:lnTo>
                  <a:lnTo>
                    <a:pt x="3505636" y="1964077"/>
                  </a:lnTo>
                  <a:lnTo>
                    <a:pt x="3539067" y="2049396"/>
                  </a:lnTo>
                  <a:lnTo>
                    <a:pt x="3572471" y="2131895"/>
                  </a:lnTo>
                  <a:lnTo>
                    <a:pt x="3605885" y="2211206"/>
                  </a:lnTo>
                  <a:lnTo>
                    <a:pt x="3639363" y="2287033"/>
                  </a:lnTo>
                  <a:lnTo>
                    <a:pt x="3672985" y="2359154"/>
                  </a:lnTo>
                  <a:lnTo>
                    <a:pt x="3706855" y="2427424"/>
                  </a:lnTo>
                  <a:lnTo>
                    <a:pt x="3741109" y="2491764"/>
                  </a:lnTo>
                  <a:lnTo>
                    <a:pt x="3775913" y="2552167"/>
                  </a:lnTo>
                  <a:lnTo>
                    <a:pt x="3811475" y="2608682"/>
                  </a:lnTo>
                  <a:lnTo>
                    <a:pt x="3829811" y="2635791"/>
                  </a:lnTo>
                  <a:lnTo>
                    <a:pt x="3875825" y="2697860"/>
                  </a:lnTo>
                  <a:lnTo>
                    <a:pt x="3924180" y="2754204"/>
                  </a:lnTo>
                  <a:lnTo>
                    <a:pt x="3975566" y="2805064"/>
                  </a:lnTo>
                  <a:lnTo>
                    <a:pt x="4030737" y="2850873"/>
                  </a:lnTo>
                  <a:lnTo>
                    <a:pt x="4090470" y="2892138"/>
                  </a:lnTo>
                  <a:lnTo>
                    <a:pt x="4155512" y="2929368"/>
                  </a:lnTo>
                  <a:lnTo>
                    <a:pt x="4226518" y="2963029"/>
                  </a:lnTo>
                  <a:lnTo>
                    <a:pt x="4303967" y="2993519"/>
                  </a:lnTo>
                  <a:lnTo>
                    <a:pt x="4388046" y="3021152"/>
                  </a:lnTo>
                  <a:lnTo>
                    <a:pt x="4478505" y="3046155"/>
                  </a:lnTo>
                  <a:lnTo>
                    <a:pt x="4574497" y="3068666"/>
                  </a:lnTo>
                  <a:lnTo>
                    <a:pt x="4674419" y="3088737"/>
                  </a:lnTo>
                  <a:lnTo>
                    <a:pt x="4775821" y="3106356"/>
                  </a:lnTo>
                  <a:lnTo>
                    <a:pt x="4875430" y="3121471"/>
                  </a:lnTo>
                  <a:lnTo>
                    <a:pt x="4969376" y="3134032"/>
                  </a:lnTo>
                  <a:lnTo>
                    <a:pt x="5053626" y="3144039"/>
                  </a:lnTo>
                  <a:lnTo>
                    <a:pt x="5124605" y="3151580"/>
                  </a:lnTo>
                  <a:lnTo>
                    <a:pt x="5179851" y="3156860"/>
                  </a:lnTo>
                  <a:lnTo>
                    <a:pt x="5218542" y="3160203"/>
                  </a:lnTo>
                  <a:lnTo>
                    <a:pt x="5241746" y="3162022"/>
                  </a:lnTo>
                  <a:lnTo>
                    <a:pt x="5252365" y="3162780"/>
                  </a:lnTo>
                  <a:lnTo>
                    <a:pt x="5254914" y="3162947"/>
                  </a:lnTo>
                  <a:lnTo>
                    <a:pt x="5254955" y="3162950"/>
                  </a:lnTo>
                  <a:lnTo>
                    <a:pt x="6726343" y="3162950"/>
                  </a:lnTo>
                  <a:lnTo>
                    <a:pt x="6727539" y="3162905"/>
                  </a:lnTo>
                  <a:lnTo>
                    <a:pt x="6735397" y="3162584"/>
                  </a:lnTo>
                  <a:lnTo>
                    <a:pt x="6755174" y="3161698"/>
                  </a:lnTo>
                  <a:lnTo>
                    <a:pt x="6790459" y="3159954"/>
                  </a:lnTo>
                  <a:lnTo>
                    <a:pt x="6842898" y="3157084"/>
                  </a:lnTo>
                  <a:lnTo>
                    <a:pt x="6912079" y="3152870"/>
                  </a:lnTo>
                  <a:lnTo>
                    <a:pt x="6995720" y="3147169"/>
                  </a:lnTo>
                  <a:lnTo>
                    <a:pt x="7090197" y="3139912"/>
                  </a:lnTo>
                  <a:lnTo>
                    <a:pt x="7191258" y="3131092"/>
                  </a:lnTo>
                  <a:lnTo>
                    <a:pt x="7294727" y="3120736"/>
                  </a:lnTo>
                  <a:lnTo>
                    <a:pt x="7397024" y="3108879"/>
                  </a:lnTo>
                  <a:lnTo>
                    <a:pt x="7495442" y="3095531"/>
                  </a:lnTo>
                  <a:lnTo>
                    <a:pt x="7588199" y="3080664"/>
                  </a:lnTo>
                  <a:lnTo>
                    <a:pt x="7674342" y="3064195"/>
                  </a:lnTo>
                  <a:lnTo>
                    <a:pt x="7753579" y="3045987"/>
                  </a:lnTo>
                  <a:lnTo>
                    <a:pt x="7826097" y="3025844"/>
                  </a:lnTo>
                  <a:lnTo>
                    <a:pt x="7892405" y="3003518"/>
                  </a:lnTo>
                  <a:lnTo>
                    <a:pt x="7953200" y="2978718"/>
                  </a:lnTo>
                  <a:lnTo>
                    <a:pt x="8009280" y="2951127"/>
                  </a:lnTo>
                  <a:lnTo>
                    <a:pt x="8061468" y="2920428"/>
                  </a:lnTo>
                  <a:lnTo>
                    <a:pt x="8110565" y="2886360"/>
                  </a:lnTo>
                  <a:lnTo>
                    <a:pt x="8151487" y="2853738"/>
                  </a:lnTo>
                  <a:lnTo>
                    <a:pt x="8195324" y="2814377"/>
                  </a:lnTo>
                  <a:lnTo>
                    <a:pt x="8237931" y="2771646"/>
                  </a:lnTo>
                  <a:lnTo>
                    <a:pt x="8279696" y="2725480"/>
                  </a:lnTo>
                  <a:lnTo>
                    <a:pt x="8320925" y="2675894"/>
                  </a:lnTo>
                  <a:lnTo>
                    <a:pt x="8361844" y="2622989"/>
                  </a:lnTo>
                  <a:lnTo>
                    <a:pt x="8402623" y="2566958"/>
                  </a:lnTo>
                  <a:lnTo>
                    <a:pt x="8443374" y="2508094"/>
                  </a:lnTo>
                  <a:lnTo>
                    <a:pt x="8484165" y="2446783"/>
                  </a:lnTo>
                  <a:lnTo>
                    <a:pt x="8525024" y="2383502"/>
                  </a:lnTo>
                  <a:lnTo>
                    <a:pt x="8565952" y="2318798"/>
                  </a:lnTo>
                  <a:lnTo>
                    <a:pt x="8606925" y="2253280"/>
                  </a:lnTo>
                  <a:lnTo>
                    <a:pt x="8647908" y="2187584"/>
                  </a:lnTo>
                  <a:lnTo>
                    <a:pt x="8688864" y="2122358"/>
                  </a:lnTo>
                  <a:lnTo>
                    <a:pt x="8729763" y="2058227"/>
                  </a:lnTo>
                  <a:lnTo>
                    <a:pt x="8770589" y="1995775"/>
                  </a:lnTo>
                  <a:lnTo>
                    <a:pt x="8811356" y="1935520"/>
                  </a:lnTo>
                  <a:lnTo>
                    <a:pt x="8852109" y="1877898"/>
                  </a:lnTo>
                  <a:lnTo>
                    <a:pt x="8892935" y="1823253"/>
                  </a:lnTo>
                  <a:lnTo>
                    <a:pt x="8933970" y="1771834"/>
                  </a:lnTo>
                  <a:lnTo>
                    <a:pt x="8975409" y="1723792"/>
                  </a:lnTo>
                  <a:lnTo>
                    <a:pt x="9017514" y="1679187"/>
                  </a:lnTo>
                  <a:lnTo>
                    <a:pt x="9060624" y="1637996"/>
                  </a:lnTo>
                  <a:lnTo>
                    <a:pt x="9084767" y="1616891"/>
                  </a:lnTo>
                  <a:lnTo>
                    <a:pt x="9131759" y="1579764"/>
                  </a:lnTo>
                  <a:lnTo>
                    <a:pt x="9181205" y="1546133"/>
                  </a:lnTo>
                  <a:lnTo>
                    <a:pt x="9233841" y="1515844"/>
                  </a:lnTo>
                  <a:lnTo>
                    <a:pt x="9290472" y="1488624"/>
                  </a:lnTo>
                  <a:lnTo>
                    <a:pt x="9351922" y="1464154"/>
                  </a:lnTo>
                  <a:lnTo>
                    <a:pt x="9418980" y="1442120"/>
                  </a:lnTo>
                  <a:lnTo>
                    <a:pt x="9492327" y="1422234"/>
                  </a:lnTo>
                  <a:lnTo>
                    <a:pt x="9572436" y="1404256"/>
                  </a:lnTo>
                  <a:lnTo>
                    <a:pt x="9659444" y="1387997"/>
                  </a:lnTo>
                  <a:lnTo>
                    <a:pt x="9752986" y="1373325"/>
                  </a:lnTo>
                  <a:lnTo>
                    <a:pt x="9852012" y="1360167"/>
                  </a:lnTo>
                  <a:lnTo>
                    <a:pt x="9954627" y="1348498"/>
                  </a:lnTo>
                  <a:lnTo>
                    <a:pt x="10058005" y="1338335"/>
                  </a:lnTo>
                  <a:lnTo>
                    <a:pt x="10158471" y="1329711"/>
                  </a:lnTo>
                  <a:lnTo>
                    <a:pt x="10251805" y="1322653"/>
                  </a:lnTo>
                  <a:lnTo>
                    <a:pt x="10333795" y="1317145"/>
                  </a:lnTo>
                  <a:lnTo>
                    <a:pt x="10400947" y="1313112"/>
                  </a:lnTo>
                  <a:lnTo>
                    <a:pt x="10451196" y="1310397"/>
                  </a:lnTo>
                  <a:lnTo>
                    <a:pt x="10484383" y="1308777"/>
                  </a:lnTo>
                  <a:lnTo>
                    <a:pt x="10502416" y="1307979"/>
                  </a:lnTo>
                  <a:lnTo>
                    <a:pt x="10509108" y="1307709"/>
                  </a:lnTo>
                  <a:lnTo>
                    <a:pt x="10509911" y="1307679"/>
                  </a:lnTo>
                  <a:lnTo>
                    <a:pt x="11981298" y="130767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57" name="pl457"/>
            <p:cNvSpPr/>
            <p:nvPr/>
          </p:nvSpPr>
          <p:spPr>
            <a:xfrm>
              <a:off x="4799595" y="5756205"/>
              <a:ext cx="11981298" cy="3162950"/>
            </a:xfrm>
            <a:custGeom>
              <a:avLst/>
              <a:pathLst>
                <a:path w="11981298" h="3162950">
                  <a:moveTo>
                    <a:pt x="11981298" y="1307679"/>
                  </a:moveTo>
                  <a:lnTo>
                    <a:pt x="10509911" y="1307679"/>
                  </a:lnTo>
                  <a:lnTo>
                    <a:pt x="10508714" y="1307724"/>
                  </a:lnTo>
                  <a:lnTo>
                    <a:pt x="10500856" y="1308045"/>
                  </a:lnTo>
                  <a:lnTo>
                    <a:pt x="10481079" y="1308931"/>
                  </a:lnTo>
                  <a:lnTo>
                    <a:pt x="10445795" y="1310675"/>
                  </a:lnTo>
                  <a:lnTo>
                    <a:pt x="10393355" y="1313545"/>
                  </a:lnTo>
                  <a:lnTo>
                    <a:pt x="10324174" y="1317759"/>
                  </a:lnTo>
                  <a:lnTo>
                    <a:pt x="10240533" y="1323460"/>
                  </a:lnTo>
                  <a:lnTo>
                    <a:pt x="10146057" y="1330717"/>
                  </a:lnTo>
                  <a:lnTo>
                    <a:pt x="10044996" y="1339537"/>
                  </a:lnTo>
                  <a:lnTo>
                    <a:pt x="9941527" y="1349893"/>
                  </a:lnTo>
                  <a:lnTo>
                    <a:pt x="9839229" y="1361750"/>
                  </a:lnTo>
                  <a:lnTo>
                    <a:pt x="9740811" y="1375098"/>
                  </a:lnTo>
                  <a:lnTo>
                    <a:pt x="9648055" y="1389965"/>
                  </a:lnTo>
                  <a:lnTo>
                    <a:pt x="9561912" y="1406434"/>
                  </a:lnTo>
                  <a:lnTo>
                    <a:pt x="9482675" y="1424642"/>
                  </a:lnTo>
                  <a:lnTo>
                    <a:pt x="9410156" y="1444785"/>
                  </a:lnTo>
                  <a:lnTo>
                    <a:pt x="9343848" y="1467111"/>
                  </a:lnTo>
                  <a:lnTo>
                    <a:pt x="9283053" y="1491911"/>
                  </a:lnTo>
                  <a:lnTo>
                    <a:pt x="9226974" y="1519502"/>
                  </a:lnTo>
                  <a:lnTo>
                    <a:pt x="9174785" y="1550201"/>
                  </a:lnTo>
                  <a:lnTo>
                    <a:pt x="9125689" y="1584269"/>
                  </a:lnTo>
                  <a:lnTo>
                    <a:pt x="9084767" y="1616891"/>
                  </a:lnTo>
                  <a:lnTo>
                    <a:pt x="9040929" y="1656252"/>
                  </a:lnTo>
                  <a:lnTo>
                    <a:pt x="8998323" y="1698983"/>
                  </a:lnTo>
                  <a:lnTo>
                    <a:pt x="8956557" y="1745149"/>
                  </a:lnTo>
                  <a:lnTo>
                    <a:pt x="8915329" y="1794735"/>
                  </a:lnTo>
                  <a:lnTo>
                    <a:pt x="8874409" y="1847640"/>
                  </a:lnTo>
                  <a:lnTo>
                    <a:pt x="8833630" y="1903671"/>
                  </a:lnTo>
                  <a:lnTo>
                    <a:pt x="8792879" y="1962535"/>
                  </a:lnTo>
                  <a:lnTo>
                    <a:pt x="8752089" y="2023846"/>
                  </a:lnTo>
                  <a:lnTo>
                    <a:pt x="8711229" y="2087128"/>
                  </a:lnTo>
                  <a:lnTo>
                    <a:pt x="8670301" y="2151831"/>
                  </a:lnTo>
                  <a:lnTo>
                    <a:pt x="8629329" y="2217349"/>
                  </a:lnTo>
                  <a:lnTo>
                    <a:pt x="8588345" y="2283045"/>
                  </a:lnTo>
                  <a:lnTo>
                    <a:pt x="8547389" y="2348271"/>
                  </a:lnTo>
                  <a:lnTo>
                    <a:pt x="8506491" y="2412402"/>
                  </a:lnTo>
                  <a:lnTo>
                    <a:pt x="8465664" y="2474854"/>
                  </a:lnTo>
                  <a:lnTo>
                    <a:pt x="8424897" y="2535109"/>
                  </a:lnTo>
                  <a:lnTo>
                    <a:pt x="8384144" y="2592731"/>
                  </a:lnTo>
                  <a:lnTo>
                    <a:pt x="8343319" y="2647376"/>
                  </a:lnTo>
                  <a:lnTo>
                    <a:pt x="8302283" y="2698795"/>
                  </a:lnTo>
                  <a:lnTo>
                    <a:pt x="8260844" y="2746837"/>
                  </a:lnTo>
                  <a:lnTo>
                    <a:pt x="8218739" y="2791442"/>
                  </a:lnTo>
                  <a:lnTo>
                    <a:pt x="8175629" y="2832633"/>
                  </a:lnTo>
                  <a:lnTo>
                    <a:pt x="8151487" y="2853738"/>
                  </a:lnTo>
                  <a:lnTo>
                    <a:pt x="8104494" y="2890865"/>
                  </a:lnTo>
                  <a:lnTo>
                    <a:pt x="8055048" y="2924496"/>
                  </a:lnTo>
                  <a:lnTo>
                    <a:pt x="8002412" y="2954785"/>
                  </a:lnTo>
                  <a:lnTo>
                    <a:pt x="7945782" y="2982005"/>
                  </a:lnTo>
                  <a:lnTo>
                    <a:pt x="7884331" y="3006475"/>
                  </a:lnTo>
                  <a:lnTo>
                    <a:pt x="7817273" y="3028509"/>
                  </a:lnTo>
                  <a:lnTo>
                    <a:pt x="7743927" y="3048395"/>
                  </a:lnTo>
                  <a:lnTo>
                    <a:pt x="7663817" y="3066373"/>
                  </a:lnTo>
                  <a:lnTo>
                    <a:pt x="7576809" y="3082632"/>
                  </a:lnTo>
                  <a:lnTo>
                    <a:pt x="7483267" y="3097304"/>
                  </a:lnTo>
                  <a:lnTo>
                    <a:pt x="7384241" y="3110462"/>
                  </a:lnTo>
                  <a:lnTo>
                    <a:pt x="7281626" y="3122131"/>
                  </a:lnTo>
                  <a:lnTo>
                    <a:pt x="7178248" y="3132294"/>
                  </a:lnTo>
                  <a:lnTo>
                    <a:pt x="7077782" y="3140918"/>
                  </a:lnTo>
                  <a:lnTo>
                    <a:pt x="6984448" y="3147976"/>
                  </a:lnTo>
                  <a:lnTo>
                    <a:pt x="6902459" y="3153484"/>
                  </a:lnTo>
                  <a:lnTo>
                    <a:pt x="6835306" y="3157518"/>
                  </a:lnTo>
                  <a:lnTo>
                    <a:pt x="6785057" y="3160232"/>
                  </a:lnTo>
                  <a:lnTo>
                    <a:pt x="6751870" y="3161852"/>
                  </a:lnTo>
                  <a:lnTo>
                    <a:pt x="6733837" y="3162650"/>
                  </a:lnTo>
                  <a:lnTo>
                    <a:pt x="6727146" y="3162920"/>
                  </a:lnTo>
                  <a:lnTo>
                    <a:pt x="6726343" y="3162950"/>
                  </a:lnTo>
                  <a:lnTo>
                    <a:pt x="5254955" y="3162950"/>
                  </a:lnTo>
                  <a:lnTo>
                    <a:pt x="5253829" y="3162878"/>
                  </a:lnTo>
                  <a:lnTo>
                    <a:pt x="5246423" y="3162364"/>
                  </a:lnTo>
                  <a:lnTo>
                    <a:pt x="5227748" y="3160945"/>
                  </a:lnTo>
                  <a:lnTo>
                    <a:pt x="5194344" y="3158151"/>
                  </a:lnTo>
                  <a:lnTo>
                    <a:pt x="5144523" y="3153546"/>
                  </a:lnTo>
                  <a:lnTo>
                    <a:pt x="5078501" y="3146775"/>
                  </a:lnTo>
                  <a:lnTo>
                    <a:pt x="4998248" y="3137592"/>
                  </a:lnTo>
                  <a:lnTo>
                    <a:pt x="4907045" y="3125871"/>
                  </a:lnTo>
                  <a:lnTo>
                    <a:pt x="4808847" y="3111588"/>
                  </a:lnTo>
                  <a:lnTo>
                    <a:pt x="4707636" y="3094784"/>
                  </a:lnTo>
                  <a:lnTo>
                    <a:pt x="4606917" y="3075513"/>
                  </a:lnTo>
                  <a:lnTo>
                    <a:pt x="4509420" y="3053804"/>
                  </a:lnTo>
                  <a:lnTo>
                    <a:pt x="4417020" y="3029628"/>
                  </a:lnTo>
                  <a:lnTo>
                    <a:pt x="4330797" y="3002878"/>
                  </a:lnTo>
                  <a:lnTo>
                    <a:pt x="4251177" y="2973355"/>
                  </a:lnTo>
                  <a:lnTo>
                    <a:pt x="4178100" y="2940773"/>
                  </a:lnTo>
                  <a:lnTo>
                    <a:pt x="4111169" y="2904761"/>
                  </a:lnTo>
                  <a:lnTo>
                    <a:pt x="4049776" y="2864873"/>
                  </a:lnTo>
                  <a:lnTo>
                    <a:pt x="3993194" y="2820611"/>
                  </a:lnTo>
                  <a:lnTo>
                    <a:pt x="3940653" y="2771460"/>
                  </a:lnTo>
                  <a:lnTo>
                    <a:pt x="3891385" y="2716952"/>
                  </a:lnTo>
                  <a:lnTo>
                    <a:pt x="3844673" y="2656768"/>
                  </a:lnTo>
                  <a:lnTo>
                    <a:pt x="3829811" y="2635791"/>
                  </a:lnTo>
                  <a:lnTo>
                    <a:pt x="3793773" y="2581204"/>
                  </a:lnTo>
                  <a:lnTo>
                    <a:pt x="3758614" y="2522776"/>
                  </a:lnTo>
                  <a:lnTo>
                    <a:pt x="3724106" y="2460428"/>
                  </a:lnTo>
                  <a:lnTo>
                    <a:pt x="3690061" y="2394138"/>
                  </a:lnTo>
                  <a:lnTo>
                    <a:pt x="3656328" y="2323950"/>
                  </a:lnTo>
                  <a:lnTo>
                    <a:pt x="3622789" y="2249972"/>
                  </a:lnTo>
                  <a:lnTo>
                    <a:pt x="3589351" y="2172389"/>
                  </a:lnTo>
                  <a:lnTo>
                    <a:pt x="3555947" y="2091459"/>
                  </a:lnTo>
                  <a:lnTo>
                    <a:pt x="3522533" y="2007515"/>
                  </a:lnTo>
                  <a:lnTo>
                    <a:pt x="3489082" y="1920959"/>
                  </a:lnTo>
                  <a:lnTo>
                    <a:pt x="3455582" y="1832262"/>
                  </a:lnTo>
                  <a:lnTo>
                    <a:pt x="3422036" y="1741946"/>
                  </a:lnTo>
                  <a:lnTo>
                    <a:pt x="3388456" y="1650577"/>
                  </a:lnTo>
                  <a:lnTo>
                    <a:pt x="3354861" y="1558752"/>
                  </a:lnTo>
                  <a:lnTo>
                    <a:pt x="3321271" y="1467077"/>
                  </a:lnTo>
                  <a:lnTo>
                    <a:pt x="3287706" y="1376156"/>
                  </a:lnTo>
                  <a:lnTo>
                    <a:pt x="3254182" y="1286572"/>
                  </a:lnTo>
                  <a:lnTo>
                    <a:pt x="3220706" y="1198872"/>
                  </a:lnTo>
                  <a:lnTo>
                    <a:pt x="3187275" y="1113554"/>
                  </a:lnTo>
                  <a:lnTo>
                    <a:pt x="3153871" y="1031054"/>
                  </a:lnTo>
                  <a:lnTo>
                    <a:pt x="3120457" y="951743"/>
                  </a:lnTo>
                  <a:lnTo>
                    <a:pt x="3086979" y="875916"/>
                  </a:lnTo>
                  <a:lnTo>
                    <a:pt x="3053357" y="803795"/>
                  </a:lnTo>
                  <a:lnTo>
                    <a:pt x="3019487" y="735526"/>
                  </a:lnTo>
                  <a:lnTo>
                    <a:pt x="2985234" y="671185"/>
                  </a:lnTo>
                  <a:lnTo>
                    <a:pt x="2950429" y="610782"/>
                  </a:lnTo>
                  <a:lnTo>
                    <a:pt x="2914867" y="554267"/>
                  </a:lnTo>
                  <a:lnTo>
                    <a:pt x="2896531" y="527158"/>
                  </a:lnTo>
                  <a:lnTo>
                    <a:pt x="2850517" y="465090"/>
                  </a:lnTo>
                  <a:lnTo>
                    <a:pt x="2802162" y="408746"/>
                  </a:lnTo>
                  <a:lnTo>
                    <a:pt x="2750776" y="357886"/>
                  </a:lnTo>
                  <a:lnTo>
                    <a:pt x="2695605" y="312077"/>
                  </a:lnTo>
                  <a:lnTo>
                    <a:pt x="2635872" y="270811"/>
                  </a:lnTo>
                  <a:lnTo>
                    <a:pt x="2570830" y="233581"/>
                  </a:lnTo>
                  <a:lnTo>
                    <a:pt x="2499824" y="199920"/>
                  </a:lnTo>
                  <a:lnTo>
                    <a:pt x="2422375" y="169431"/>
                  </a:lnTo>
                  <a:lnTo>
                    <a:pt x="2338296" y="141798"/>
                  </a:lnTo>
                  <a:lnTo>
                    <a:pt x="2247837" y="116794"/>
                  </a:lnTo>
                  <a:lnTo>
                    <a:pt x="2151845" y="94284"/>
                  </a:lnTo>
                  <a:lnTo>
                    <a:pt x="2051923" y="74212"/>
                  </a:lnTo>
                  <a:lnTo>
                    <a:pt x="1950521" y="56594"/>
                  </a:lnTo>
                  <a:lnTo>
                    <a:pt x="1850912" y="41479"/>
                  </a:lnTo>
                  <a:lnTo>
                    <a:pt x="1756966" y="28917"/>
                  </a:lnTo>
                  <a:lnTo>
                    <a:pt x="1672716" y="18910"/>
                  </a:lnTo>
                  <a:lnTo>
                    <a:pt x="1601737" y="11369"/>
                  </a:lnTo>
                  <a:lnTo>
                    <a:pt x="1546491" y="6089"/>
                  </a:lnTo>
                  <a:lnTo>
                    <a:pt x="1507800" y="2746"/>
                  </a:lnTo>
                  <a:lnTo>
                    <a:pt x="1484597" y="927"/>
                  </a:lnTo>
                  <a:lnTo>
                    <a:pt x="1473977" y="169"/>
                  </a:lnTo>
                  <a:lnTo>
                    <a:pt x="1471428" y="2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58" name="pg458"/>
            <p:cNvSpPr/>
            <p:nvPr/>
          </p:nvSpPr>
          <p:spPr>
            <a:xfrm>
              <a:off x="4799595" y="5788897"/>
              <a:ext cx="11981298" cy="3179296"/>
            </a:xfrm>
            <a:custGeom>
              <a:avLst/>
              <a:pathLst>
                <a:path w="11981298" h="3179296">
                  <a:moveTo>
                    <a:pt x="0" y="8172"/>
                  </a:moveTo>
                  <a:lnTo>
                    <a:pt x="1471387" y="8172"/>
                  </a:lnTo>
                  <a:lnTo>
                    <a:pt x="1472513" y="8245"/>
                  </a:lnTo>
                  <a:lnTo>
                    <a:pt x="1479915" y="8759"/>
                  </a:lnTo>
                  <a:lnTo>
                    <a:pt x="1498582" y="10181"/>
                  </a:lnTo>
                  <a:lnTo>
                    <a:pt x="1531973" y="12982"/>
                  </a:lnTo>
                  <a:lnTo>
                    <a:pt x="1581774" y="17596"/>
                  </a:lnTo>
                  <a:lnTo>
                    <a:pt x="1647772" y="24382"/>
                  </a:lnTo>
                  <a:lnTo>
                    <a:pt x="1728000" y="33585"/>
                  </a:lnTo>
                  <a:lnTo>
                    <a:pt x="1819178" y="45331"/>
                  </a:lnTo>
                  <a:lnTo>
                    <a:pt x="1917355" y="59645"/>
                  </a:lnTo>
                  <a:lnTo>
                    <a:pt x="2018548" y="76486"/>
                  </a:lnTo>
                  <a:lnTo>
                    <a:pt x="2119255" y="95800"/>
                  </a:lnTo>
                  <a:lnTo>
                    <a:pt x="2216744" y="117557"/>
                  </a:lnTo>
                  <a:lnTo>
                    <a:pt x="2309141" y="141787"/>
                  </a:lnTo>
                  <a:lnTo>
                    <a:pt x="2395365" y="168597"/>
                  </a:lnTo>
                  <a:lnTo>
                    <a:pt x="2474987" y="198185"/>
                  </a:lnTo>
                  <a:lnTo>
                    <a:pt x="2548068" y="230838"/>
                  </a:lnTo>
                  <a:lnTo>
                    <a:pt x="2615003" y="266928"/>
                  </a:lnTo>
                  <a:lnTo>
                    <a:pt x="2676402" y="306901"/>
                  </a:lnTo>
                  <a:lnTo>
                    <a:pt x="2732987" y="351258"/>
                  </a:lnTo>
                  <a:lnTo>
                    <a:pt x="2785531" y="400513"/>
                  </a:lnTo>
                  <a:lnTo>
                    <a:pt x="2834801" y="455135"/>
                  </a:lnTo>
                  <a:lnTo>
                    <a:pt x="2881513" y="515446"/>
                  </a:lnTo>
                  <a:lnTo>
                    <a:pt x="2896531" y="536693"/>
                  </a:lnTo>
                  <a:lnTo>
                    <a:pt x="2932531" y="591360"/>
                  </a:lnTo>
                  <a:lnTo>
                    <a:pt x="2967653" y="649870"/>
                  </a:lnTo>
                  <a:lnTo>
                    <a:pt x="3002126" y="712301"/>
                  </a:lnTo>
                  <a:lnTo>
                    <a:pt x="3036135" y="778675"/>
                  </a:lnTo>
                  <a:lnTo>
                    <a:pt x="3069833" y="848951"/>
                  </a:lnTo>
                  <a:lnTo>
                    <a:pt x="3103337" y="923017"/>
                  </a:lnTo>
                  <a:lnTo>
                    <a:pt x="3136739" y="1000692"/>
                  </a:lnTo>
                  <a:lnTo>
                    <a:pt x="3170106" y="1081718"/>
                  </a:lnTo>
                  <a:lnTo>
                    <a:pt x="3203484" y="1165763"/>
                  </a:lnTo>
                  <a:lnTo>
                    <a:pt x="3236899" y="1252424"/>
                  </a:lnTo>
                  <a:lnTo>
                    <a:pt x="3270363" y="1341233"/>
                  </a:lnTo>
                  <a:lnTo>
                    <a:pt x="3303872" y="1431668"/>
                  </a:lnTo>
                  <a:lnTo>
                    <a:pt x="3337415" y="1523164"/>
                  </a:lnTo>
                  <a:lnTo>
                    <a:pt x="3370974" y="1615125"/>
                  </a:lnTo>
                  <a:lnTo>
                    <a:pt x="3404528" y="1706945"/>
                  </a:lnTo>
                  <a:lnTo>
                    <a:pt x="3438057" y="1798020"/>
                  </a:lnTo>
                  <a:lnTo>
                    <a:pt x="3471546" y="1887767"/>
                  </a:lnTo>
                  <a:lnTo>
                    <a:pt x="3504986" y="1975639"/>
                  </a:lnTo>
                  <a:lnTo>
                    <a:pt x="3538382" y="2061138"/>
                  </a:lnTo>
                  <a:lnTo>
                    <a:pt x="3571751" y="2143825"/>
                  </a:lnTo>
                  <a:lnTo>
                    <a:pt x="3605127" y="2223329"/>
                  </a:lnTo>
                  <a:lnTo>
                    <a:pt x="3638567" y="2299354"/>
                  </a:lnTo>
                  <a:lnTo>
                    <a:pt x="3672148" y="2371676"/>
                  </a:lnTo>
                  <a:lnTo>
                    <a:pt x="3705974" y="2440146"/>
                  </a:lnTo>
                  <a:lnTo>
                    <a:pt x="3740178" y="2504688"/>
                  </a:lnTo>
                  <a:lnTo>
                    <a:pt x="3774927" y="2565290"/>
                  </a:lnTo>
                  <a:lnTo>
                    <a:pt x="3810426" y="2622000"/>
                  </a:lnTo>
                  <a:lnTo>
                    <a:pt x="3829811" y="2650775"/>
                  </a:lnTo>
                  <a:lnTo>
                    <a:pt x="3875818" y="2712994"/>
                  </a:lnTo>
                  <a:lnTo>
                    <a:pt x="3924165" y="2769477"/>
                  </a:lnTo>
                  <a:lnTo>
                    <a:pt x="3975541" y="2820462"/>
                  </a:lnTo>
                  <a:lnTo>
                    <a:pt x="4030702" y="2866385"/>
                  </a:lnTo>
                  <a:lnTo>
                    <a:pt x="4090422" y="2907754"/>
                  </a:lnTo>
                  <a:lnTo>
                    <a:pt x="4155449" y="2945078"/>
                  </a:lnTo>
                  <a:lnTo>
                    <a:pt x="4226437" y="2978824"/>
                  </a:lnTo>
                  <a:lnTo>
                    <a:pt x="4303867" y="3009391"/>
                  </a:lnTo>
                  <a:lnTo>
                    <a:pt x="4387923" y="3037094"/>
                  </a:lnTo>
                  <a:lnTo>
                    <a:pt x="4478360" y="3062162"/>
                  </a:lnTo>
                  <a:lnTo>
                    <a:pt x="4574329" y="3084732"/>
                  </a:lnTo>
                  <a:lnTo>
                    <a:pt x="4674230" y="3104856"/>
                  </a:lnTo>
                  <a:lnTo>
                    <a:pt x="4775616" y="3122522"/>
                  </a:lnTo>
                  <a:lnTo>
                    <a:pt x="4875218" y="3137679"/>
                  </a:lnTo>
                  <a:lnTo>
                    <a:pt x="4969166" y="3150277"/>
                  </a:lnTo>
                  <a:lnTo>
                    <a:pt x="5053432" y="3160314"/>
                  </a:lnTo>
                  <a:lnTo>
                    <a:pt x="5124437" y="3167880"/>
                  </a:lnTo>
                  <a:lnTo>
                    <a:pt x="5179719" y="3173179"/>
                  </a:lnTo>
                  <a:lnTo>
                    <a:pt x="5218452" y="3176535"/>
                  </a:lnTo>
                  <a:lnTo>
                    <a:pt x="5241695" y="3178362"/>
                  </a:lnTo>
                  <a:lnTo>
                    <a:pt x="5252347" y="3179125"/>
                  </a:lnTo>
                  <a:lnTo>
                    <a:pt x="5254955" y="3179296"/>
                  </a:lnTo>
                  <a:lnTo>
                    <a:pt x="6726343" y="3179296"/>
                  </a:lnTo>
                  <a:lnTo>
                    <a:pt x="6727561" y="3179264"/>
                  </a:lnTo>
                  <a:lnTo>
                    <a:pt x="6735555" y="3179040"/>
                  </a:lnTo>
                  <a:lnTo>
                    <a:pt x="6755666" y="3178420"/>
                  </a:lnTo>
                  <a:lnTo>
                    <a:pt x="6791517" y="3177199"/>
                  </a:lnTo>
                  <a:lnTo>
                    <a:pt x="6844744" y="3175191"/>
                  </a:lnTo>
                  <a:lnTo>
                    <a:pt x="6914868" y="3172246"/>
                  </a:lnTo>
                  <a:lnTo>
                    <a:pt x="6999512" y="3168263"/>
                  </a:lnTo>
                  <a:lnTo>
                    <a:pt x="7094948" y="3163196"/>
                  </a:lnTo>
                  <a:lnTo>
                    <a:pt x="7196838" y="3157043"/>
                  </a:lnTo>
                  <a:lnTo>
                    <a:pt x="7300951" y="3149824"/>
                  </a:lnTo>
                  <a:lnTo>
                    <a:pt x="7403687" y="3141561"/>
                  </a:lnTo>
                  <a:lnTo>
                    <a:pt x="7502349" y="3132261"/>
                  </a:lnTo>
                  <a:lnTo>
                    <a:pt x="7595187" y="3121902"/>
                  </a:lnTo>
                  <a:lnTo>
                    <a:pt x="7681287" y="3110422"/>
                  </a:lnTo>
                  <a:lnTo>
                    <a:pt x="7760398" y="3097723"/>
                  </a:lnTo>
                  <a:lnTo>
                    <a:pt x="7832746" y="3083664"/>
                  </a:lnTo>
                  <a:lnTo>
                    <a:pt x="7898868" y="3068068"/>
                  </a:lnTo>
                  <a:lnTo>
                    <a:pt x="7959491" y="3050729"/>
                  </a:lnTo>
                  <a:lnTo>
                    <a:pt x="8015432" y="3031424"/>
                  </a:lnTo>
                  <a:lnTo>
                    <a:pt x="8067529" y="3009935"/>
                  </a:lnTo>
                  <a:lnTo>
                    <a:pt x="8116590" y="2986085"/>
                  </a:lnTo>
                  <a:lnTo>
                    <a:pt x="8151487" y="2966798"/>
                  </a:lnTo>
                  <a:lnTo>
                    <a:pt x="8199973" y="2936692"/>
                  </a:lnTo>
                  <a:lnTo>
                    <a:pt x="8247003" y="2903736"/>
                  </a:lnTo>
                  <a:lnTo>
                    <a:pt x="8293089" y="2867880"/>
                  </a:lnTo>
                  <a:lnTo>
                    <a:pt x="8338613" y="2829160"/>
                  </a:lnTo>
                  <a:lnTo>
                    <a:pt x="8383854" y="2787703"/>
                  </a:lnTo>
                  <a:lnTo>
                    <a:pt x="8429004" y="2743733"/>
                  </a:lnTo>
                  <a:lnTo>
                    <a:pt x="8474178" y="2697577"/>
                  </a:lnTo>
                  <a:lnTo>
                    <a:pt x="8519431" y="2649655"/>
                  </a:lnTo>
                  <a:lnTo>
                    <a:pt x="8564769" y="2600469"/>
                  </a:lnTo>
                  <a:lnTo>
                    <a:pt x="8610163" y="2550579"/>
                  </a:lnTo>
                  <a:lnTo>
                    <a:pt x="8655567" y="2500584"/>
                  </a:lnTo>
                  <a:lnTo>
                    <a:pt x="8700929" y="2451085"/>
                  </a:lnTo>
                  <a:lnTo>
                    <a:pt x="8746213" y="2402659"/>
                  </a:lnTo>
                  <a:lnTo>
                    <a:pt x="8791412" y="2355831"/>
                  </a:lnTo>
                  <a:lnTo>
                    <a:pt x="8836560" y="2311052"/>
                  </a:lnTo>
                  <a:lnTo>
                    <a:pt x="8881752" y="2268683"/>
                  </a:lnTo>
                  <a:lnTo>
                    <a:pt x="8927150" y="2228983"/>
                  </a:lnTo>
                  <a:lnTo>
                    <a:pt x="8973000" y="2192114"/>
                  </a:lnTo>
                  <a:lnTo>
                    <a:pt x="9019648" y="2158143"/>
                  </a:lnTo>
                  <a:lnTo>
                    <a:pt x="9067556" y="2127047"/>
                  </a:lnTo>
                  <a:lnTo>
                    <a:pt x="9084767" y="2116806"/>
                  </a:lnTo>
                  <a:lnTo>
                    <a:pt x="9132049" y="2091145"/>
                  </a:lnTo>
                  <a:lnTo>
                    <a:pt x="9181818" y="2067915"/>
                  </a:lnTo>
                  <a:lnTo>
                    <a:pt x="9234826" y="2047008"/>
                  </a:lnTo>
                  <a:lnTo>
                    <a:pt x="9291892" y="2028231"/>
                  </a:lnTo>
                  <a:lnTo>
                    <a:pt x="9353855" y="2011362"/>
                  </a:lnTo>
                  <a:lnTo>
                    <a:pt x="9421517" y="1996181"/>
                  </a:lnTo>
                  <a:lnTo>
                    <a:pt x="9495564" y="1982487"/>
                  </a:lnTo>
                  <a:lnTo>
                    <a:pt x="9576469" y="1970114"/>
                  </a:lnTo>
                  <a:lnTo>
                    <a:pt x="9664352" y="1958931"/>
                  </a:lnTo>
                  <a:lnTo>
                    <a:pt x="9758808" y="1948848"/>
                  </a:lnTo>
                  <a:lnTo>
                    <a:pt x="9858724" y="1939816"/>
                  </a:lnTo>
                  <a:lnTo>
                    <a:pt x="9962110" y="1931820"/>
                  </a:lnTo>
                  <a:lnTo>
                    <a:pt x="10066027" y="1924873"/>
                  </a:lnTo>
                  <a:lnTo>
                    <a:pt x="10166675" y="1918999"/>
                  </a:lnTo>
                  <a:lnTo>
                    <a:pt x="10259736" y="1914213"/>
                  </a:lnTo>
                  <a:lnTo>
                    <a:pt x="10340955" y="1910504"/>
                  </a:lnTo>
                  <a:lnTo>
                    <a:pt x="10406886" y="1907811"/>
                  </a:lnTo>
                  <a:lnTo>
                    <a:pt x="10455600" y="1906022"/>
                  </a:lnTo>
                  <a:lnTo>
                    <a:pt x="10487158" y="1904975"/>
                  </a:lnTo>
                  <a:lnTo>
                    <a:pt x="10503729" y="1904477"/>
                  </a:lnTo>
                  <a:lnTo>
                    <a:pt x="10509405" y="1904321"/>
                  </a:lnTo>
                  <a:lnTo>
                    <a:pt x="10509911" y="1904308"/>
                  </a:lnTo>
                  <a:lnTo>
                    <a:pt x="11981298" y="1904308"/>
                  </a:lnTo>
                  <a:lnTo>
                    <a:pt x="11981298" y="1896135"/>
                  </a:lnTo>
                  <a:lnTo>
                    <a:pt x="10509911" y="1896135"/>
                  </a:lnTo>
                  <a:lnTo>
                    <a:pt x="10508693" y="1896167"/>
                  </a:lnTo>
                  <a:lnTo>
                    <a:pt x="10500698" y="1896391"/>
                  </a:lnTo>
                  <a:lnTo>
                    <a:pt x="10480587" y="1897011"/>
                  </a:lnTo>
                  <a:lnTo>
                    <a:pt x="10444736" y="1898232"/>
                  </a:lnTo>
                  <a:lnTo>
                    <a:pt x="10391510" y="1900240"/>
                  </a:lnTo>
                  <a:lnTo>
                    <a:pt x="10321386" y="1903185"/>
                  </a:lnTo>
                  <a:lnTo>
                    <a:pt x="10236741" y="1907168"/>
                  </a:lnTo>
                  <a:lnTo>
                    <a:pt x="10141305" y="1912235"/>
                  </a:lnTo>
                  <a:lnTo>
                    <a:pt x="10039415" y="1918388"/>
                  </a:lnTo>
                  <a:lnTo>
                    <a:pt x="9935302" y="1925607"/>
                  </a:lnTo>
                  <a:lnTo>
                    <a:pt x="9832567" y="1933870"/>
                  </a:lnTo>
                  <a:lnTo>
                    <a:pt x="9733904" y="1943170"/>
                  </a:lnTo>
                  <a:lnTo>
                    <a:pt x="9641066" y="1953529"/>
                  </a:lnTo>
                  <a:lnTo>
                    <a:pt x="9554966" y="1965009"/>
                  </a:lnTo>
                  <a:lnTo>
                    <a:pt x="9475855" y="1977708"/>
                  </a:lnTo>
                  <a:lnTo>
                    <a:pt x="9403508" y="1991767"/>
                  </a:lnTo>
                  <a:lnTo>
                    <a:pt x="9337385" y="2007363"/>
                  </a:lnTo>
                  <a:lnTo>
                    <a:pt x="9276762" y="2024702"/>
                  </a:lnTo>
                  <a:lnTo>
                    <a:pt x="9220822" y="2044007"/>
                  </a:lnTo>
                  <a:lnTo>
                    <a:pt x="9168725" y="2065496"/>
                  </a:lnTo>
                  <a:lnTo>
                    <a:pt x="9119663" y="2089346"/>
                  </a:lnTo>
                  <a:lnTo>
                    <a:pt x="9084767" y="2108633"/>
                  </a:lnTo>
                  <a:lnTo>
                    <a:pt x="9036280" y="2138739"/>
                  </a:lnTo>
                  <a:lnTo>
                    <a:pt x="8989250" y="2171695"/>
                  </a:lnTo>
                  <a:lnTo>
                    <a:pt x="8943165" y="2207551"/>
                  </a:lnTo>
                  <a:lnTo>
                    <a:pt x="8897641" y="2246271"/>
                  </a:lnTo>
                  <a:lnTo>
                    <a:pt x="8852399" y="2287728"/>
                  </a:lnTo>
                  <a:lnTo>
                    <a:pt x="8807250" y="2331698"/>
                  </a:lnTo>
                  <a:lnTo>
                    <a:pt x="8762075" y="2377854"/>
                  </a:lnTo>
                  <a:lnTo>
                    <a:pt x="8716822" y="2425776"/>
                  </a:lnTo>
                  <a:lnTo>
                    <a:pt x="8671484" y="2474962"/>
                  </a:lnTo>
                  <a:lnTo>
                    <a:pt x="8626090" y="2524852"/>
                  </a:lnTo>
                  <a:lnTo>
                    <a:pt x="8580687" y="2574847"/>
                  </a:lnTo>
                  <a:lnTo>
                    <a:pt x="8535324" y="2624346"/>
                  </a:lnTo>
                  <a:lnTo>
                    <a:pt x="8490040" y="2672772"/>
                  </a:lnTo>
                  <a:lnTo>
                    <a:pt x="8444842" y="2719600"/>
                  </a:lnTo>
                  <a:lnTo>
                    <a:pt x="8399693" y="2764379"/>
                  </a:lnTo>
                  <a:lnTo>
                    <a:pt x="8354502" y="2806748"/>
                  </a:lnTo>
                  <a:lnTo>
                    <a:pt x="8309104" y="2846448"/>
                  </a:lnTo>
                  <a:lnTo>
                    <a:pt x="8263253" y="2883317"/>
                  </a:lnTo>
                  <a:lnTo>
                    <a:pt x="8216605" y="2917288"/>
                  </a:lnTo>
                  <a:lnTo>
                    <a:pt x="8168697" y="2948384"/>
                  </a:lnTo>
                  <a:lnTo>
                    <a:pt x="8151487" y="2958625"/>
                  </a:lnTo>
                  <a:lnTo>
                    <a:pt x="8104204" y="2984286"/>
                  </a:lnTo>
                  <a:lnTo>
                    <a:pt x="8054435" y="3007516"/>
                  </a:lnTo>
                  <a:lnTo>
                    <a:pt x="8001427" y="3028423"/>
                  </a:lnTo>
                  <a:lnTo>
                    <a:pt x="7944362" y="3047200"/>
                  </a:lnTo>
                  <a:lnTo>
                    <a:pt x="7882398" y="3064069"/>
                  </a:lnTo>
                  <a:lnTo>
                    <a:pt x="7814736" y="3079250"/>
                  </a:lnTo>
                  <a:lnTo>
                    <a:pt x="7740689" y="3092944"/>
                  </a:lnTo>
                  <a:lnTo>
                    <a:pt x="7659784" y="3105317"/>
                  </a:lnTo>
                  <a:lnTo>
                    <a:pt x="7571901" y="3116500"/>
                  </a:lnTo>
                  <a:lnTo>
                    <a:pt x="7477445" y="3126583"/>
                  </a:lnTo>
                  <a:lnTo>
                    <a:pt x="7377529" y="3135615"/>
                  </a:lnTo>
                  <a:lnTo>
                    <a:pt x="7274143" y="3143611"/>
                  </a:lnTo>
                  <a:lnTo>
                    <a:pt x="7170227" y="3150558"/>
                  </a:lnTo>
                  <a:lnTo>
                    <a:pt x="7069579" y="3156432"/>
                  </a:lnTo>
                  <a:lnTo>
                    <a:pt x="6976518" y="3161218"/>
                  </a:lnTo>
                  <a:lnTo>
                    <a:pt x="6895298" y="3164927"/>
                  </a:lnTo>
                  <a:lnTo>
                    <a:pt x="6829367" y="3167620"/>
                  </a:lnTo>
                  <a:lnTo>
                    <a:pt x="6780653" y="3169409"/>
                  </a:lnTo>
                  <a:lnTo>
                    <a:pt x="6749095" y="3170456"/>
                  </a:lnTo>
                  <a:lnTo>
                    <a:pt x="6732524" y="3170954"/>
                  </a:lnTo>
                  <a:lnTo>
                    <a:pt x="6726848" y="3171110"/>
                  </a:lnTo>
                  <a:lnTo>
                    <a:pt x="6726343" y="3171123"/>
                  </a:lnTo>
                  <a:lnTo>
                    <a:pt x="5254955" y="3171123"/>
                  </a:lnTo>
                  <a:lnTo>
                    <a:pt x="5253829" y="3171051"/>
                  </a:lnTo>
                  <a:lnTo>
                    <a:pt x="5246427" y="3170536"/>
                  </a:lnTo>
                  <a:lnTo>
                    <a:pt x="5227760" y="3169114"/>
                  </a:lnTo>
                  <a:lnTo>
                    <a:pt x="5194370" y="3166314"/>
                  </a:lnTo>
                  <a:lnTo>
                    <a:pt x="5144568" y="3161699"/>
                  </a:lnTo>
                  <a:lnTo>
                    <a:pt x="5078570" y="3154914"/>
                  </a:lnTo>
                  <a:lnTo>
                    <a:pt x="4998343" y="3145710"/>
                  </a:lnTo>
                  <a:lnTo>
                    <a:pt x="4907164" y="3133964"/>
                  </a:lnTo>
                  <a:lnTo>
                    <a:pt x="4808987" y="3119651"/>
                  </a:lnTo>
                  <a:lnTo>
                    <a:pt x="4707794" y="3102809"/>
                  </a:lnTo>
                  <a:lnTo>
                    <a:pt x="4607087" y="3083495"/>
                  </a:lnTo>
                  <a:lnTo>
                    <a:pt x="4509598" y="3061738"/>
                  </a:lnTo>
                  <a:lnTo>
                    <a:pt x="4417201" y="3037508"/>
                  </a:lnTo>
                  <a:lnTo>
                    <a:pt x="4330977" y="3010698"/>
                  </a:lnTo>
                  <a:lnTo>
                    <a:pt x="4251355" y="2981110"/>
                  </a:lnTo>
                  <a:lnTo>
                    <a:pt x="4178275" y="2948458"/>
                  </a:lnTo>
                  <a:lnTo>
                    <a:pt x="4111339" y="2912368"/>
                  </a:lnTo>
                  <a:lnTo>
                    <a:pt x="4049941" y="2872394"/>
                  </a:lnTo>
                  <a:lnTo>
                    <a:pt x="3993355" y="2828037"/>
                  </a:lnTo>
                  <a:lnTo>
                    <a:pt x="3940811" y="2778783"/>
                  </a:lnTo>
                  <a:lnTo>
                    <a:pt x="3891541" y="2724160"/>
                  </a:lnTo>
                  <a:lnTo>
                    <a:pt x="3844830" y="2663849"/>
                  </a:lnTo>
                  <a:lnTo>
                    <a:pt x="3829811" y="2642602"/>
                  </a:lnTo>
                  <a:lnTo>
                    <a:pt x="3793811" y="2587935"/>
                  </a:lnTo>
                  <a:lnTo>
                    <a:pt x="3758689" y="2529425"/>
                  </a:lnTo>
                  <a:lnTo>
                    <a:pt x="3724217" y="2466994"/>
                  </a:lnTo>
                  <a:lnTo>
                    <a:pt x="3690207" y="2400620"/>
                  </a:lnTo>
                  <a:lnTo>
                    <a:pt x="3656509" y="2330344"/>
                  </a:lnTo>
                  <a:lnTo>
                    <a:pt x="3623005" y="2256278"/>
                  </a:lnTo>
                  <a:lnTo>
                    <a:pt x="3589603" y="2178603"/>
                  </a:lnTo>
                  <a:lnTo>
                    <a:pt x="3556236" y="2097577"/>
                  </a:lnTo>
                  <a:lnTo>
                    <a:pt x="3522858" y="2013532"/>
                  </a:lnTo>
                  <a:lnTo>
                    <a:pt x="3489443" y="1926872"/>
                  </a:lnTo>
                  <a:lnTo>
                    <a:pt x="3455979" y="1838062"/>
                  </a:lnTo>
                  <a:lnTo>
                    <a:pt x="3422470" y="1747627"/>
                  </a:lnTo>
                  <a:lnTo>
                    <a:pt x="3388927" y="1656132"/>
                  </a:lnTo>
                  <a:lnTo>
                    <a:pt x="3355368" y="1564170"/>
                  </a:lnTo>
                  <a:lnTo>
                    <a:pt x="3321814" y="1472351"/>
                  </a:lnTo>
                  <a:lnTo>
                    <a:pt x="3288285" y="1381276"/>
                  </a:lnTo>
                  <a:lnTo>
                    <a:pt x="3254796" y="1291528"/>
                  </a:lnTo>
                  <a:lnTo>
                    <a:pt x="3221356" y="1203656"/>
                  </a:lnTo>
                  <a:lnTo>
                    <a:pt x="3187960" y="1118158"/>
                  </a:lnTo>
                  <a:lnTo>
                    <a:pt x="3154592" y="1035471"/>
                  </a:lnTo>
                  <a:lnTo>
                    <a:pt x="3121215" y="955966"/>
                  </a:lnTo>
                  <a:lnTo>
                    <a:pt x="3087775" y="879942"/>
                  </a:lnTo>
                  <a:lnTo>
                    <a:pt x="3054194" y="807620"/>
                  </a:lnTo>
                  <a:lnTo>
                    <a:pt x="3020368" y="739149"/>
                  </a:lnTo>
                  <a:lnTo>
                    <a:pt x="2986164" y="674607"/>
                  </a:lnTo>
                  <a:lnTo>
                    <a:pt x="2951415" y="614006"/>
                  </a:lnTo>
                  <a:lnTo>
                    <a:pt x="2915916" y="557296"/>
                  </a:lnTo>
                  <a:lnTo>
                    <a:pt x="2896531" y="528520"/>
                  </a:lnTo>
                  <a:lnTo>
                    <a:pt x="2850524" y="466301"/>
                  </a:lnTo>
                  <a:lnTo>
                    <a:pt x="2802177" y="409818"/>
                  </a:lnTo>
                  <a:lnTo>
                    <a:pt x="2750801" y="358833"/>
                  </a:lnTo>
                  <a:lnTo>
                    <a:pt x="2695641" y="312910"/>
                  </a:lnTo>
                  <a:lnTo>
                    <a:pt x="2635920" y="271542"/>
                  </a:lnTo>
                  <a:lnTo>
                    <a:pt x="2570893" y="234218"/>
                  </a:lnTo>
                  <a:lnTo>
                    <a:pt x="2499905" y="200472"/>
                  </a:lnTo>
                  <a:lnTo>
                    <a:pt x="2422476" y="169905"/>
                  </a:lnTo>
                  <a:lnTo>
                    <a:pt x="2338419" y="142201"/>
                  </a:lnTo>
                  <a:lnTo>
                    <a:pt x="2247982" y="117133"/>
                  </a:lnTo>
                  <a:lnTo>
                    <a:pt x="2152014" y="94564"/>
                  </a:lnTo>
                  <a:lnTo>
                    <a:pt x="2052112" y="74440"/>
                  </a:lnTo>
                  <a:lnTo>
                    <a:pt x="1950726" y="56773"/>
                  </a:lnTo>
                  <a:lnTo>
                    <a:pt x="1851124" y="41616"/>
                  </a:lnTo>
                  <a:lnTo>
                    <a:pt x="1757176" y="29018"/>
                  </a:lnTo>
                  <a:lnTo>
                    <a:pt x="1672911" y="18981"/>
                  </a:lnTo>
                  <a:lnTo>
                    <a:pt x="1601905" y="11416"/>
                  </a:lnTo>
                  <a:lnTo>
                    <a:pt x="1546623" y="6117"/>
                  </a:lnTo>
                  <a:lnTo>
                    <a:pt x="1507890" y="2761"/>
                  </a:lnTo>
                  <a:lnTo>
                    <a:pt x="1484647" y="933"/>
                  </a:lnTo>
                  <a:lnTo>
                    <a:pt x="1473996" y="171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459" name="pl459"/>
            <p:cNvSpPr/>
            <p:nvPr/>
          </p:nvSpPr>
          <p:spPr>
            <a:xfrm>
              <a:off x="4799595" y="5797070"/>
              <a:ext cx="11981298" cy="3171123"/>
            </a:xfrm>
            <a:custGeom>
              <a:avLst/>
              <a:pathLst>
                <a:path w="11981298" h="3171123">
                  <a:moveTo>
                    <a:pt x="0" y="0"/>
                  </a:moveTo>
                  <a:lnTo>
                    <a:pt x="1471387" y="0"/>
                  </a:lnTo>
                  <a:lnTo>
                    <a:pt x="1472513" y="72"/>
                  </a:lnTo>
                  <a:lnTo>
                    <a:pt x="1479915" y="586"/>
                  </a:lnTo>
                  <a:lnTo>
                    <a:pt x="1498582" y="2008"/>
                  </a:lnTo>
                  <a:lnTo>
                    <a:pt x="1531973" y="4809"/>
                  </a:lnTo>
                  <a:lnTo>
                    <a:pt x="1581774" y="9423"/>
                  </a:lnTo>
                  <a:lnTo>
                    <a:pt x="1647772" y="16209"/>
                  </a:lnTo>
                  <a:lnTo>
                    <a:pt x="1728000" y="25412"/>
                  </a:lnTo>
                  <a:lnTo>
                    <a:pt x="1819178" y="37158"/>
                  </a:lnTo>
                  <a:lnTo>
                    <a:pt x="1917355" y="51472"/>
                  </a:lnTo>
                  <a:lnTo>
                    <a:pt x="2018548" y="68313"/>
                  </a:lnTo>
                  <a:lnTo>
                    <a:pt x="2119255" y="87627"/>
                  </a:lnTo>
                  <a:lnTo>
                    <a:pt x="2216744" y="109384"/>
                  </a:lnTo>
                  <a:lnTo>
                    <a:pt x="2309141" y="133614"/>
                  </a:lnTo>
                  <a:lnTo>
                    <a:pt x="2395365" y="160424"/>
                  </a:lnTo>
                  <a:lnTo>
                    <a:pt x="2474987" y="190012"/>
                  </a:lnTo>
                  <a:lnTo>
                    <a:pt x="2548068" y="222665"/>
                  </a:lnTo>
                  <a:lnTo>
                    <a:pt x="2615003" y="258755"/>
                  </a:lnTo>
                  <a:lnTo>
                    <a:pt x="2676402" y="298728"/>
                  </a:lnTo>
                  <a:lnTo>
                    <a:pt x="2732987" y="343085"/>
                  </a:lnTo>
                  <a:lnTo>
                    <a:pt x="2785531" y="392340"/>
                  </a:lnTo>
                  <a:lnTo>
                    <a:pt x="2834801" y="446962"/>
                  </a:lnTo>
                  <a:lnTo>
                    <a:pt x="2881513" y="507273"/>
                  </a:lnTo>
                  <a:lnTo>
                    <a:pt x="2896531" y="528520"/>
                  </a:lnTo>
                  <a:lnTo>
                    <a:pt x="2932531" y="583187"/>
                  </a:lnTo>
                  <a:lnTo>
                    <a:pt x="2967653" y="641697"/>
                  </a:lnTo>
                  <a:lnTo>
                    <a:pt x="3002126" y="704128"/>
                  </a:lnTo>
                  <a:lnTo>
                    <a:pt x="3036135" y="770502"/>
                  </a:lnTo>
                  <a:lnTo>
                    <a:pt x="3069833" y="840778"/>
                  </a:lnTo>
                  <a:lnTo>
                    <a:pt x="3103337" y="914844"/>
                  </a:lnTo>
                  <a:lnTo>
                    <a:pt x="3136739" y="992519"/>
                  </a:lnTo>
                  <a:lnTo>
                    <a:pt x="3170106" y="1073545"/>
                  </a:lnTo>
                  <a:lnTo>
                    <a:pt x="3203484" y="1157590"/>
                  </a:lnTo>
                  <a:lnTo>
                    <a:pt x="3236899" y="1244251"/>
                  </a:lnTo>
                  <a:lnTo>
                    <a:pt x="3270363" y="1333060"/>
                  </a:lnTo>
                  <a:lnTo>
                    <a:pt x="3303872" y="1423495"/>
                  </a:lnTo>
                  <a:lnTo>
                    <a:pt x="3337415" y="1514991"/>
                  </a:lnTo>
                  <a:lnTo>
                    <a:pt x="3370974" y="1606952"/>
                  </a:lnTo>
                  <a:lnTo>
                    <a:pt x="3404528" y="1698772"/>
                  </a:lnTo>
                  <a:lnTo>
                    <a:pt x="3438057" y="1789847"/>
                  </a:lnTo>
                  <a:lnTo>
                    <a:pt x="3471546" y="1879594"/>
                  </a:lnTo>
                  <a:lnTo>
                    <a:pt x="3504986" y="1967466"/>
                  </a:lnTo>
                  <a:lnTo>
                    <a:pt x="3538382" y="2052965"/>
                  </a:lnTo>
                  <a:lnTo>
                    <a:pt x="3571751" y="2135652"/>
                  </a:lnTo>
                  <a:lnTo>
                    <a:pt x="3605127" y="2215156"/>
                  </a:lnTo>
                  <a:lnTo>
                    <a:pt x="3638567" y="2291181"/>
                  </a:lnTo>
                  <a:lnTo>
                    <a:pt x="3672148" y="2363503"/>
                  </a:lnTo>
                  <a:lnTo>
                    <a:pt x="3705974" y="2431973"/>
                  </a:lnTo>
                  <a:lnTo>
                    <a:pt x="3740178" y="2496515"/>
                  </a:lnTo>
                  <a:lnTo>
                    <a:pt x="3774927" y="2557117"/>
                  </a:lnTo>
                  <a:lnTo>
                    <a:pt x="3810426" y="2613827"/>
                  </a:lnTo>
                  <a:lnTo>
                    <a:pt x="3829811" y="2642602"/>
                  </a:lnTo>
                  <a:lnTo>
                    <a:pt x="3875818" y="2704821"/>
                  </a:lnTo>
                  <a:lnTo>
                    <a:pt x="3924165" y="2761304"/>
                  </a:lnTo>
                  <a:lnTo>
                    <a:pt x="3975541" y="2812289"/>
                  </a:lnTo>
                  <a:lnTo>
                    <a:pt x="4030702" y="2858212"/>
                  </a:lnTo>
                  <a:lnTo>
                    <a:pt x="4090422" y="2899581"/>
                  </a:lnTo>
                  <a:lnTo>
                    <a:pt x="4155449" y="2936905"/>
                  </a:lnTo>
                  <a:lnTo>
                    <a:pt x="4226437" y="2970651"/>
                  </a:lnTo>
                  <a:lnTo>
                    <a:pt x="4303867" y="3001218"/>
                  </a:lnTo>
                  <a:lnTo>
                    <a:pt x="4387923" y="3028921"/>
                  </a:lnTo>
                  <a:lnTo>
                    <a:pt x="4478360" y="3053989"/>
                  </a:lnTo>
                  <a:lnTo>
                    <a:pt x="4574329" y="3076559"/>
                  </a:lnTo>
                  <a:lnTo>
                    <a:pt x="4674230" y="3096683"/>
                  </a:lnTo>
                  <a:lnTo>
                    <a:pt x="4775616" y="3114349"/>
                  </a:lnTo>
                  <a:lnTo>
                    <a:pt x="4875218" y="3129506"/>
                  </a:lnTo>
                  <a:lnTo>
                    <a:pt x="4969166" y="3142104"/>
                  </a:lnTo>
                  <a:lnTo>
                    <a:pt x="5053432" y="3152141"/>
                  </a:lnTo>
                  <a:lnTo>
                    <a:pt x="5124437" y="3159707"/>
                  </a:lnTo>
                  <a:lnTo>
                    <a:pt x="5179719" y="3165006"/>
                  </a:lnTo>
                  <a:lnTo>
                    <a:pt x="5218452" y="3168362"/>
                  </a:lnTo>
                  <a:lnTo>
                    <a:pt x="5241695" y="3170189"/>
                  </a:lnTo>
                  <a:lnTo>
                    <a:pt x="5252347" y="3170952"/>
                  </a:lnTo>
                  <a:lnTo>
                    <a:pt x="5254913" y="3171120"/>
                  </a:lnTo>
                  <a:lnTo>
                    <a:pt x="5254955" y="3171123"/>
                  </a:lnTo>
                  <a:lnTo>
                    <a:pt x="6726343" y="3171123"/>
                  </a:lnTo>
                  <a:lnTo>
                    <a:pt x="6727561" y="3171091"/>
                  </a:lnTo>
                  <a:lnTo>
                    <a:pt x="6735555" y="3170867"/>
                  </a:lnTo>
                  <a:lnTo>
                    <a:pt x="6755666" y="3170247"/>
                  </a:lnTo>
                  <a:lnTo>
                    <a:pt x="6791517" y="3169026"/>
                  </a:lnTo>
                  <a:lnTo>
                    <a:pt x="6844744" y="3167018"/>
                  </a:lnTo>
                  <a:lnTo>
                    <a:pt x="6914868" y="3164073"/>
                  </a:lnTo>
                  <a:lnTo>
                    <a:pt x="6999512" y="3160090"/>
                  </a:lnTo>
                  <a:lnTo>
                    <a:pt x="7094948" y="3155023"/>
                  </a:lnTo>
                  <a:lnTo>
                    <a:pt x="7196838" y="3148870"/>
                  </a:lnTo>
                  <a:lnTo>
                    <a:pt x="7300951" y="3141651"/>
                  </a:lnTo>
                  <a:lnTo>
                    <a:pt x="7403687" y="3133388"/>
                  </a:lnTo>
                  <a:lnTo>
                    <a:pt x="7502349" y="3124088"/>
                  </a:lnTo>
                  <a:lnTo>
                    <a:pt x="7595187" y="3113729"/>
                  </a:lnTo>
                  <a:lnTo>
                    <a:pt x="7681287" y="3102249"/>
                  </a:lnTo>
                  <a:lnTo>
                    <a:pt x="7760398" y="3089550"/>
                  </a:lnTo>
                  <a:lnTo>
                    <a:pt x="7832746" y="3075491"/>
                  </a:lnTo>
                  <a:lnTo>
                    <a:pt x="7898868" y="3059895"/>
                  </a:lnTo>
                  <a:lnTo>
                    <a:pt x="7959491" y="3042556"/>
                  </a:lnTo>
                  <a:lnTo>
                    <a:pt x="8015432" y="3023251"/>
                  </a:lnTo>
                  <a:lnTo>
                    <a:pt x="8067529" y="3001762"/>
                  </a:lnTo>
                  <a:lnTo>
                    <a:pt x="8116590" y="2977912"/>
                  </a:lnTo>
                  <a:lnTo>
                    <a:pt x="8151487" y="2958625"/>
                  </a:lnTo>
                  <a:lnTo>
                    <a:pt x="8199973" y="2928519"/>
                  </a:lnTo>
                  <a:lnTo>
                    <a:pt x="8247003" y="2895563"/>
                  </a:lnTo>
                  <a:lnTo>
                    <a:pt x="8293089" y="2859707"/>
                  </a:lnTo>
                  <a:lnTo>
                    <a:pt x="8338613" y="2820987"/>
                  </a:lnTo>
                  <a:lnTo>
                    <a:pt x="8383854" y="2779530"/>
                  </a:lnTo>
                  <a:lnTo>
                    <a:pt x="8429004" y="2735560"/>
                  </a:lnTo>
                  <a:lnTo>
                    <a:pt x="8474178" y="2689404"/>
                  </a:lnTo>
                  <a:lnTo>
                    <a:pt x="8519431" y="2641482"/>
                  </a:lnTo>
                  <a:lnTo>
                    <a:pt x="8564769" y="2592296"/>
                  </a:lnTo>
                  <a:lnTo>
                    <a:pt x="8610163" y="2542406"/>
                  </a:lnTo>
                  <a:lnTo>
                    <a:pt x="8655567" y="2492411"/>
                  </a:lnTo>
                  <a:lnTo>
                    <a:pt x="8700929" y="2442912"/>
                  </a:lnTo>
                  <a:lnTo>
                    <a:pt x="8746213" y="2394486"/>
                  </a:lnTo>
                  <a:lnTo>
                    <a:pt x="8791412" y="2347658"/>
                  </a:lnTo>
                  <a:lnTo>
                    <a:pt x="8836560" y="2302879"/>
                  </a:lnTo>
                  <a:lnTo>
                    <a:pt x="8881752" y="2260510"/>
                  </a:lnTo>
                  <a:lnTo>
                    <a:pt x="8927150" y="2220810"/>
                  </a:lnTo>
                  <a:lnTo>
                    <a:pt x="8973000" y="2183941"/>
                  </a:lnTo>
                  <a:lnTo>
                    <a:pt x="9019648" y="2149970"/>
                  </a:lnTo>
                  <a:lnTo>
                    <a:pt x="9067556" y="2118874"/>
                  </a:lnTo>
                  <a:lnTo>
                    <a:pt x="9084767" y="2108633"/>
                  </a:lnTo>
                  <a:lnTo>
                    <a:pt x="9132049" y="2082972"/>
                  </a:lnTo>
                  <a:lnTo>
                    <a:pt x="9181818" y="2059742"/>
                  </a:lnTo>
                  <a:lnTo>
                    <a:pt x="9234826" y="2038835"/>
                  </a:lnTo>
                  <a:lnTo>
                    <a:pt x="9291892" y="2020058"/>
                  </a:lnTo>
                  <a:lnTo>
                    <a:pt x="9353855" y="2003189"/>
                  </a:lnTo>
                  <a:lnTo>
                    <a:pt x="9421517" y="1988008"/>
                  </a:lnTo>
                  <a:lnTo>
                    <a:pt x="9495564" y="1974314"/>
                  </a:lnTo>
                  <a:lnTo>
                    <a:pt x="9576469" y="1961941"/>
                  </a:lnTo>
                  <a:lnTo>
                    <a:pt x="9664352" y="1950758"/>
                  </a:lnTo>
                  <a:lnTo>
                    <a:pt x="9758808" y="1940675"/>
                  </a:lnTo>
                  <a:lnTo>
                    <a:pt x="9858724" y="1931643"/>
                  </a:lnTo>
                  <a:lnTo>
                    <a:pt x="9962110" y="1923647"/>
                  </a:lnTo>
                  <a:lnTo>
                    <a:pt x="10066027" y="1916700"/>
                  </a:lnTo>
                  <a:lnTo>
                    <a:pt x="10166675" y="1910826"/>
                  </a:lnTo>
                  <a:lnTo>
                    <a:pt x="10259736" y="1906040"/>
                  </a:lnTo>
                  <a:lnTo>
                    <a:pt x="10340955" y="1902331"/>
                  </a:lnTo>
                  <a:lnTo>
                    <a:pt x="10406886" y="1899638"/>
                  </a:lnTo>
                  <a:lnTo>
                    <a:pt x="10455600" y="1897849"/>
                  </a:lnTo>
                  <a:lnTo>
                    <a:pt x="10487158" y="1896802"/>
                  </a:lnTo>
                  <a:lnTo>
                    <a:pt x="10503729" y="1896304"/>
                  </a:lnTo>
                  <a:lnTo>
                    <a:pt x="10509405" y="1896148"/>
                  </a:lnTo>
                  <a:lnTo>
                    <a:pt x="10509911" y="1896135"/>
                  </a:lnTo>
                  <a:lnTo>
                    <a:pt x="11981298" y="189613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60" name="pl460"/>
            <p:cNvSpPr/>
            <p:nvPr/>
          </p:nvSpPr>
          <p:spPr>
            <a:xfrm>
              <a:off x="4799595" y="5788897"/>
              <a:ext cx="11981298" cy="3171123"/>
            </a:xfrm>
            <a:custGeom>
              <a:avLst/>
              <a:pathLst>
                <a:path w="11981298" h="3171123">
                  <a:moveTo>
                    <a:pt x="11981298" y="1896135"/>
                  </a:moveTo>
                  <a:lnTo>
                    <a:pt x="10509911" y="1896135"/>
                  </a:lnTo>
                  <a:lnTo>
                    <a:pt x="10508693" y="1896167"/>
                  </a:lnTo>
                  <a:lnTo>
                    <a:pt x="10500698" y="1896391"/>
                  </a:lnTo>
                  <a:lnTo>
                    <a:pt x="10480587" y="1897011"/>
                  </a:lnTo>
                  <a:lnTo>
                    <a:pt x="10444736" y="1898232"/>
                  </a:lnTo>
                  <a:lnTo>
                    <a:pt x="10391510" y="1900240"/>
                  </a:lnTo>
                  <a:lnTo>
                    <a:pt x="10321386" y="1903185"/>
                  </a:lnTo>
                  <a:lnTo>
                    <a:pt x="10236741" y="1907168"/>
                  </a:lnTo>
                  <a:lnTo>
                    <a:pt x="10141305" y="1912235"/>
                  </a:lnTo>
                  <a:lnTo>
                    <a:pt x="10039415" y="1918388"/>
                  </a:lnTo>
                  <a:lnTo>
                    <a:pt x="9935302" y="1925607"/>
                  </a:lnTo>
                  <a:lnTo>
                    <a:pt x="9832567" y="1933870"/>
                  </a:lnTo>
                  <a:lnTo>
                    <a:pt x="9733904" y="1943170"/>
                  </a:lnTo>
                  <a:lnTo>
                    <a:pt x="9641066" y="1953529"/>
                  </a:lnTo>
                  <a:lnTo>
                    <a:pt x="9554966" y="1965009"/>
                  </a:lnTo>
                  <a:lnTo>
                    <a:pt x="9475855" y="1977708"/>
                  </a:lnTo>
                  <a:lnTo>
                    <a:pt x="9403508" y="1991767"/>
                  </a:lnTo>
                  <a:lnTo>
                    <a:pt x="9337385" y="2007363"/>
                  </a:lnTo>
                  <a:lnTo>
                    <a:pt x="9276762" y="2024702"/>
                  </a:lnTo>
                  <a:lnTo>
                    <a:pt x="9220822" y="2044007"/>
                  </a:lnTo>
                  <a:lnTo>
                    <a:pt x="9168725" y="2065496"/>
                  </a:lnTo>
                  <a:lnTo>
                    <a:pt x="9119663" y="2089346"/>
                  </a:lnTo>
                  <a:lnTo>
                    <a:pt x="9084767" y="2108633"/>
                  </a:lnTo>
                  <a:lnTo>
                    <a:pt x="9036280" y="2138739"/>
                  </a:lnTo>
                  <a:lnTo>
                    <a:pt x="8989250" y="2171695"/>
                  </a:lnTo>
                  <a:lnTo>
                    <a:pt x="8943165" y="2207551"/>
                  </a:lnTo>
                  <a:lnTo>
                    <a:pt x="8897641" y="2246271"/>
                  </a:lnTo>
                  <a:lnTo>
                    <a:pt x="8852399" y="2287728"/>
                  </a:lnTo>
                  <a:lnTo>
                    <a:pt x="8807250" y="2331698"/>
                  </a:lnTo>
                  <a:lnTo>
                    <a:pt x="8762075" y="2377854"/>
                  </a:lnTo>
                  <a:lnTo>
                    <a:pt x="8716822" y="2425776"/>
                  </a:lnTo>
                  <a:lnTo>
                    <a:pt x="8671484" y="2474962"/>
                  </a:lnTo>
                  <a:lnTo>
                    <a:pt x="8626090" y="2524852"/>
                  </a:lnTo>
                  <a:lnTo>
                    <a:pt x="8580687" y="2574847"/>
                  </a:lnTo>
                  <a:lnTo>
                    <a:pt x="8535324" y="2624346"/>
                  </a:lnTo>
                  <a:lnTo>
                    <a:pt x="8490040" y="2672772"/>
                  </a:lnTo>
                  <a:lnTo>
                    <a:pt x="8444842" y="2719600"/>
                  </a:lnTo>
                  <a:lnTo>
                    <a:pt x="8399693" y="2764379"/>
                  </a:lnTo>
                  <a:lnTo>
                    <a:pt x="8354502" y="2806748"/>
                  </a:lnTo>
                  <a:lnTo>
                    <a:pt x="8309104" y="2846448"/>
                  </a:lnTo>
                  <a:lnTo>
                    <a:pt x="8263253" y="2883317"/>
                  </a:lnTo>
                  <a:lnTo>
                    <a:pt x="8216605" y="2917288"/>
                  </a:lnTo>
                  <a:lnTo>
                    <a:pt x="8168697" y="2948384"/>
                  </a:lnTo>
                  <a:lnTo>
                    <a:pt x="8151487" y="2958625"/>
                  </a:lnTo>
                  <a:lnTo>
                    <a:pt x="8104204" y="2984286"/>
                  </a:lnTo>
                  <a:lnTo>
                    <a:pt x="8054435" y="3007516"/>
                  </a:lnTo>
                  <a:lnTo>
                    <a:pt x="8001427" y="3028423"/>
                  </a:lnTo>
                  <a:lnTo>
                    <a:pt x="7944362" y="3047200"/>
                  </a:lnTo>
                  <a:lnTo>
                    <a:pt x="7882398" y="3064069"/>
                  </a:lnTo>
                  <a:lnTo>
                    <a:pt x="7814736" y="3079250"/>
                  </a:lnTo>
                  <a:lnTo>
                    <a:pt x="7740689" y="3092944"/>
                  </a:lnTo>
                  <a:lnTo>
                    <a:pt x="7659784" y="3105317"/>
                  </a:lnTo>
                  <a:lnTo>
                    <a:pt x="7571901" y="3116500"/>
                  </a:lnTo>
                  <a:lnTo>
                    <a:pt x="7477445" y="3126583"/>
                  </a:lnTo>
                  <a:lnTo>
                    <a:pt x="7377529" y="3135615"/>
                  </a:lnTo>
                  <a:lnTo>
                    <a:pt x="7274143" y="3143611"/>
                  </a:lnTo>
                  <a:lnTo>
                    <a:pt x="7170227" y="3150558"/>
                  </a:lnTo>
                  <a:lnTo>
                    <a:pt x="7069579" y="3156432"/>
                  </a:lnTo>
                  <a:lnTo>
                    <a:pt x="6976518" y="3161218"/>
                  </a:lnTo>
                  <a:lnTo>
                    <a:pt x="6895298" y="3164927"/>
                  </a:lnTo>
                  <a:lnTo>
                    <a:pt x="6829367" y="3167620"/>
                  </a:lnTo>
                  <a:lnTo>
                    <a:pt x="6780653" y="3169409"/>
                  </a:lnTo>
                  <a:lnTo>
                    <a:pt x="6749095" y="3170456"/>
                  </a:lnTo>
                  <a:lnTo>
                    <a:pt x="6732524" y="3170954"/>
                  </a:lnTo>
                  <a:lnTo>
                    <a:pt x="6726848" y="3171110"/>
                  </a:lnTo>
                  <a:lnTo>
                    <a:pt x="6726343" y="3171123"/>
                  </a:lnTo>
                  <a:lnTo>
                    <a:pt x="5254955" y="3171123"/>
                  </a:lnTo>
                  <a:lnTo>
                    <a:pt x="5253829" y="3171051"/>
                  </a:lnTo>
                  <a:lnTo>
                    <a:pt x="5246427" y="3170536"/>
                  </a:lnTo>
                  <a:lnTo>
                    <a:pt x="5227760" y="3169114"/>
                  </a:lnTo>
                  <a:lnTo>
                    <a:pt x="5194370" y="3166314"/>
                  </a:lnTo>
                  <a:lnTo>
                    <a:pt x="5144568" y="3161699"/>
                  </a:lnTo>
                  <a:lnTo>
                    <a:pt x="5078570" y="3154914"/>
                  </a:lnTo>
                  <a:lnTo>
                    <a:pt x="4998343" y="3145710"/>
                  </a:lnTo>
                  <a:lnTo>
                    <a:pt x="4907164" y="3133964"/>
                  </a:lnTo>
                  <a:lnTo>
                    <a:pt x="4808987" y="3119651"/>
                  </a:lnTo>
                  <a:lnTo>
                    <a:pt x="4707794" y="3102809"/>
                  </a:lnTo>
                  <a:lnTo>
                    <a:pt x="4607087" y="3083495"/>
                  </a:lnTo>
                  <a:lnTo>
                    <a:pt x="4509598" y="3061738"/>
                  </a:lnTo>
                  <a:lnTo>
                    <a:pt x="4417201" y="3037508"/>
                  </a:lnTo>
                  <a:lnTo>
                    <a:pt x="4330977" y="3010698"/>
                  </a:lnTo>
                  <a:lnTo>
                    <a:pt x="4251355" y="2981110"/>
                  </a:lnTo>
                  <a:lnTo>
                    <a:pt x="4178275" y="2948458"/>
                  </a:lnTo>
                  <a:lnTo>
                    <a:pt x="4111339" y="2912368"/>
                  </a:lnTo>
                  <a:lnTo>
                    <a:pt x="4049941" y="2872394"/>
                  </a:lnTo>
                  <a:lnTo>
                    <a:pt x="3993355" y="2828037"/>
                  </a:lnTo>
                  <a:lnTo>
                    <a:pt x="3940811" y="2778783"/>
                  </a:lnTo>
                  <a:lnTo>
                    <a:pt x="3891541" y="2724160"/>
                  </a:lnTo>
                  <a:lnTo>
                    <a:pt x="3844830" y="2663849"/>
                  </a:lnTo>
                  <a:lnTo>
                    <a:pt x="3829811" y="2642602"/>
                  </a:lnTo>
                  <a:lnTo>
                    <a:pt x="3793811" y="2587935"/>
                  </a:lnTo>
                  <a:lnTo>
                    <a:pt x="3758689" y="2529425"/>
                  </a:lnTo>
                  <a:lnTo>
                    <a:pt x="3724217" y="2466994"/>
                  </a:lnTo>
                  <a:lnTo>
                    <a:pt x="3690207" y="2400620"/>
                  </a:lnTo>
                  <a:lnTo>
                    <a:pt x="3656509" y="2330344"/>
                  </a:lnTo>
                  <a:lnTo>
                    <a:pt x="3623005" y="2256278"/>
                  </a:lnTo>
                  <a:lnTo>
                    <a:pt x="3589603" y="2178603"/>
                  </a:lnTo>
                  <a:lnTo>
                    <a:pt x="3556236" y="2097577"/>
                  </a:lnTo>
                  <a:lnTo>
                    <a:pt x="3522858" y="2013532"/>
                  </a:lnTo>
                  <a:lnTo>
                    <a:pt x="3489443" y="1926872"/>
                  </a:lnTo>
                  <a:lnTo>
                    <a:pt x="3455979" y="1838062"/>
                  </a:lnTo>
                  <a:lnTo>
                    <a:pt x="3422470" y="1747627"/>
                  </a:lnTo>
                  <a:lnTo>
                    <a:pt x="3388927" y="1656132"/>
                  </a:lnTo>
                  <a:lnTo>
                    <a:pt x="3355368" y="1564170"/>
                  </a:lnTo>
                  <a:lnTo>
                    <a:pt x="3321814" y="1472351"/>
                  </a:lnTo>
                  <a:lnTo>
                    <a:pt x="3288285" y="1381276"/>
                  </a:lnTo>
                  <a:lnTo>
                    <a:pt x="3254796" y="1291528"/>
                  </a:lnTo>
                  <a:lnTo>
                    <a:pt x="3221356" y="1203656"/>
                  </a:lnTo>
                  <a:lnTo>
                    <a:pt x="3187960" y="1118158"/>
                  </a:lnTo>
                  <a:lnTo>
                    <a:pt x="3154592" y="1035471"/>
                  </a:lnTo>
                  <a:lnTo>
                    <a:pt x="3121215" y="955966"/>
                  </a:lnTo>
                  <a:lnTo>
                    <a:pt x="3087775" y="879942"/>
                  </a:lnTo>
                  <a:lnTo>
                    <a:pt x="3054194" y="807620"/>
                  </a:lnTo>
                  <a:lnTo>
                    <a:pt x="3020368" y="739149"/>
                  </a:lnTo>
                  <a:lnTo>
                    <a:pt x="2986164" y="674607"/>
                  </a:lnTo>
                  <a:lnTo>
                    <a:pt x="2951415" y="614006"/>
                  </a:lnTo>
                  <a:lnTo>
                    <a:pt x="2915916" y="557296"/>
                  </a:lnTo>
                  <a:lnTo>
                    <a:pt x="2896531" y="528520"/>
                  </a:lnTo>
                  <a:lnTo>
                    <a:pt x="2850524" y="466301"/>
                  </a:lnTo>
                  <a:lnTo>
                    <a:pt x="2802177" y="409818"/>
                  </a:lnTo>
                  <a:lnTo>
                    <a:pt x="2750801" y="358833"/>
                  </a:lnTo>
                  <a:lnTo>
                    <a:pt x="2695641" y="312910"/>
                  </a:lnTo>
                  <a:lnTo>
                    <a:pt x="2635920" y="271542"/>
                  </a:lnTo>
                  <a:lnTo>
                    <a:pt x="2570893" y="234218"/>
                  </a:lnTo>
                  <a:lnTo>
                    <a:pt x="2499905" y="200472"/>
                  </a:lnTo>
                  <a:lnTo>
                    <a:pt x="2422476" y="169905"/>
                  </a:lnTo>
                  <a:lnTo>
                    <a:pt x="2338419" y="142201"/>
                  </a:lnTo>
                  <a:lnTo>
                    <a:pt x="2247982" y="117133"/>
                  </a:lnTo>
                  <a:lnTo>
                    <a:pt x="2152014" y="94564"/>
                  </a:lnTo>
                  <a:lnTo>
                    <a:pt x="2052112" y="74440"/>
                  </a:lnTo>
                  <a:lnTo>
                    <a:pt x="1950726" y="56773"/>
                  </a:lnTo>
                  <a:lnTo>
                    <a:pt x="1851124" y="41616"/>
                  </a:lnTo>
                  <a:lnTo>
                    <a:pt x="1757176" y="29018"/>
                  </a:lnTo>
                  <a:lnTo>
                    <a:pt x="1672911" y="18981"/>
                  </a:lnTo>
                  <a:lnTo>
                    <a:pt x="1601905" y="11416"/>
                  </a:lnTo>
                  <a:lnTo>
                    <a:pt x="1546623" y="6117"/>
                  </a:lnTo>
                  <a:lnTo>
                    <a:pt x="1507890" y="2761"/>
                  </a:lnTo>
                  <a:lnTo>
                    <a:pt x="1484647" y="933"/>
                  </a:lnTo>
                  <a:lnTo>
                    <a:pt x="1473996" y="171"/>
                  </a:lnTo>
                  <a:lnTo>
                    <a:pt x="1471430" y="2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61" name="pg461"/>
            <p:cNvSpPr/>
            <p:nvPr/>
          </p:nvSpPr>
          <p:spPr>
            <a:xfrm>
              <a:off x="4799595" y="5797070"/>
              <a:ext cx="11981298" cy="3179296"/>
            </a:xfrm>
            <a:custGeom>
              <a:avLst/>
              <a:pathLst>
                <a:path w="11981298" h="3179296">
                  <a:moveTo>
                    <a:pt x="0" y="8172"/>
                  </a:moveTo>
                  <a:lnTo>
                    <a:pt x="1471387" y="8172"/>
                  </a:lnTo>
                  <a:lnTo>
                    <a:pt x="1472513" y="8245"/>
                  </a:lnTo>
                  <a:lnTo>
                    <a:pt x="1479915" y="8759"/>
                  </a:lnTo>
                  <a:lnTo>
                    <a:pt x="1498582" y="10181"/>
                  </a:lnTo>
                  <a:lnTo>
                    <a:pt x="1531973" y="12982"/>
                  </a:lnTo>
                  <a:lnTo>
                    <a:pt x="1581774" y="17596"/>
                  </a:lnTo>
                  <a:lnTo>
                    <a:pt x="1647772" y="24382"/>
                  </a:lnTo>
                  <a:lnTo>
                    <a:pt x="1728000" y="33585"/>
                  </a:lnTo>
                  <a:lnTo>
                    <a:pt x="1819178" y="45331"/>
                  </a:lnTo>
                  <a:lnTo>
                    <a:pt x="1917355" y="59645"/>
                  </a:lnTo>
                  <a:lnTo>
                    <a:pt x="2018548" y="76486"/>
                  </a:lnTo>
                  <a:lnTo>
                    <a:pt x="2119255" y="95800"/>
                  </a:lnTo>
                  <a:lnTo>
                    <a:pt x="2216744" y="117557"/>
                  </a:lnTo>
                  <a:lnTo>
                    <a:pt x="2309141" y="141787"/>
                  </a:lnTo>
                  <a:lnTo>
                    <a:pt x="2395365" y="168597"/>
                  </a:lnTo>
                  <a:lnTo>
                    <a:pt x="2474987" y="198185"/>
                  </a:lnTo>
                  <a:lnTo>
                    <a:pt x="2548068" y="230838"/>
                  </a:lnTo>
                  <a:lnTo>
                    <a:pt x="2615003" y="266928"/>
                  </a:lnTo>
                  <a:lnTo>
                    <a:pt x="2676402" y="306901"/>
                  </a:lnTo>
                  <a:lnTo>
                    <a:pt x="2732987" y="351258"/>
                  </a:lnTo>
                  <a:lnTo>
                    <a:pt x="2785531" y="400513"/>
                  </a:lnTo>
                  <a:lnTo>
                    <a:pt x="2834801" y="455135"/>
                  </a:lnTo>
                  <a:lnTo>
                    <a:pt x="2881513" y="515446"/>
                  </a:lnTo>
                  <a:lnTo>
                    <a:pt x="2896531" y="536693"/>
                  </a:lnTo>
                  <a:lnTo>
                    <a:pt x="2932531" y="591360"/>
                  </a:lnTo>
                  <a:lnTo>
                    <a:pt x="2967653" y="649870"/>
                  </a:lnTo>
                  <a:lnTo>
                    <a:pt x="3002126" y="712301"/>
                  </a:lnTo>
                  <a:lnTo>
                    <a:pt x="3036135" y="778675"/>
                  </a:lnTo>
                  <a:lnTo>
                    <a:pt x="3069833" y="848951"/>
                  </a:lnTo>
                  <a:lnTo>
                    <a:pt x="3103337" y="923017"/>
                  </a:lnTo>
                  <a:lnTo>
                    <a:pt x="3136739" y="1000692"/>
                  </a:lnTo>
                  <a:lnTo>
                    <a:pt x="3170106" y="1081718"/>
                  </a:lnTo>
                  <a:lnTo>
                    <a:pt x="3203484" y="1165763"/>
                  </a:lnTo>
                  <a:lnTo>
                    <a:pt x="3236899" y="1252424"/>
                  </a:lnTo>
                  <a:lnTo>
                    <a:pt x="3270363" y="1341233"/>
                  </a:lnTo>
                  <a:lnTo>
                    <a:pt x="3303872" y="1431668"/>
                  </a:lnTo>
                  <a:lnTo>
                    <a:pt x="3337415" y="1523164"/>
                  </a:lnTo>
                  <a:lnTo>
                    <a:pt x="3370974" y="1615125"/>
                  </a:lnTo>
                  <a:lnTo>
                    <a:pt x="3404528" y="1706945"/>
                  </a:lnTo>
                  <a:lnTo>
                    <a:pt x="3438057" y="1798020"/>
                  </a:lnTo>
                  <a:lnTo>
                    <a:pt x="3471546" y="1887767"/>
                  </a:lnTo>
                  <a:lnTo>
                    <a:pt x="3504986" y="1975639"/>
                  </a:lnTo>
                  <a:lnTo>
                    <a:pt x="3538382" y="2061138"/>
                  </a:lnTo>
                  <a:lnTo>
                    <a:pt x="3571751" y="2143825"/>
                  </a:lnTo>
                  <a:lnTo>
                    <a:pt x="3605127" y="2223329"/>
                  </a:lnTo>
                  <a:lnTo>
                    <a:pt x="3638567" y="2299354"/>
                  </a:lnTo>
                  <a:lnTo>
                    <a:pt x="3672148" y="2371676"/>
                  </a:lnTo>
                  <a:lnTo>
                    <a:pt x="3705974" y="2440146"/>
                  </a:lnTo>
                  <a:lnTo>
                    <a:pt x="3740178" y="2504688"/>
                  </a:lnTo>
                  <a:lnTo>
                    <a:pt x="3774927" y="2565290"/>
                  </a:lnTo>
                  <a:lnTo>
                    <a:pt x="3810426" y="2622000"/>
                  </a:lnTo>
                  <a:lnTo>
                    <a:pt x="3829811" y="2650775"/>
                  </a:lnTo>
                  <a:lnTo>
                    <a:pt x="3875818" y="2712994"/>
                  </a:lnTo>
                  <a:lnTo>
                    <a:pt x="3924165" y="2769477"/>
                  </a:lnTo>
                  <a:lnTo>
                    <a:pt x="3975541" y="2820462"/>
                  </a:lnTo>
                  <a:lnTo>
                    <a:pt x="4030702" y="2866385"/>
                  </a:lnTo>
                  <a:lnTo>
                    <a:pt x="4090422" y="2907754"/>
                  </a:lnTo>
                  <a:lnTo>
                    <a:pt x="4155449" y="2945078"/>
                  </a:lnTo>
                  <a:lnTo>
                    <a:pt x="4226437" y="2978824"/>
                  </a:lnTo>
                  <a:lnTo>
                    <a:pt x="4303867" y="3009391"/>
                  </a:lnTo>
                  <a:lnTo>
                    <a:pt x="4387923" y="3037094"/>
                  </a:lnTo>
                  <a:lnTo>
                    <a:pt x="4478360" y="3062162"/>
                  </a:lnTo>
                  <a:lnTo>
                    <a:pt x="4574329" y="3084732"/>
                  </a:lnTo>
                  <a:lnTo>
                    <a:pt x="4674230" y="3104856"/>
                  </a:lnTo>
                  <a:lnTo>
                    <a:pt x="4775616" y="3122522"/>
                  </a:lnTo>
                  <a:lnTo>
                    <a:pt x="4875218" y="3137679"/>
                  </a:lnTo>
                  <a:lnTo>
                    <a:pt x="4969166" y="3150277"/>
                  </a:lnTo>
                  <a:lnTo>
                    <a:pt x="5053432" y="3160314"/>
                  </a:lnTo>
                  <a:lnTo>
                    <a:pt x="5124437" y="3167880"/>
                  </a:lnTo>
                  <a:lnTo>
                    <a:pt x="5179719" y="3173179"/>
                  </a:lnTo>
                  <a:lnTo>
                    <a:pt x="5218452" y="3176535"/>
                  </a:lnTo>
                  <a:lnTo>
                    <a:pt x="5241695" y="3178362"/>
                  </a:lnTo>
                  <a:lnTo>
                    <a:pt x="5252347" y="3179125"/>
                  </a:lnTo>
                  <a:lnTo>
                    <a:pt x="5254955" y="3179296"/>
                  </a:lnTo>
                  <a:lnTo>
                    <a:pt x="6726343" y="3179296"/>
                  </a:lnTo>
                  <a:lnTo>
                    <a:pt x="6727579" y="3179287"/>
                  </a:lnTo>
                  <a:lnTo>
                    <a:pt x="6735692" y="3179226"/>
                  </a:lnTo>
                  <a:lnTo>
                    <a:pt x="6756090" y="3179056"/>
                  </a:lnTo>
                  <a:lnTo>
                    <a:pt x="6792429" y="3178723"/>
                  </a:lnTo>
                  <a:lnTo>
                    <a:pt x="6846331" y="3178174"/>
                  </a:lnTo>
                  <a:lnTo>
                    <a:pt x="6917262" y="3177369"/>
                  </a:lnTo>
                  <a:lnTo>
                    <a:pt x="7002763" y="3176282"/>
                  </a:lnTo>
                  <a:lnTo>
                    <a:pt x="7099015" y="3174899"/>
                  </a:lnTo>
                  <a:lnTo>
                    <a:pt x="7201606" y="3173222"/>
                  </a:lnTo>
                  <a:lnTo>
                    <a:pt x="7306258" y="3171254"/>
                  </a:lnTo>
                  <a:lnTo>
                    <a:pt x="7409358" y="3169003"/>
                  </a:lnTo>
                  <a:lnTo>
                    <a:pt x="7508220" y="3166470"/>
                  </a:lnTo>
                  <a:lnTo>
                    <a:pt x="7601119" y="3163648"/>
                  </a:lnTo>
                  <a:lnTo>
                    <a:pt x="7687176" y="3160520"/>
                  </a:lnTo>
                  <a:lnTo>
                    <a:pt x="7766175" y="3157057"/>
                  </a:lnTo>
                  <a:lnTo>
                    <a:pt x="7838374" y="3153222"/>
                  </a:lnTo>
                  <a:lnTo>
                    <a:pt x="7904339" y="3148964"/>
                  </a:lnTo>
                  <a:lnTo>
                    <a:pt x="7964817" y="3144227"/>
                  </a:lnTo>
                  <a:lnTo>
                    <a:pt x="8020642" y="3138949"/>
                  </a:lnTo>
                  <a:lnTo>
                    <a:pt x="8072667" y="3133073"/>
                  </a:lnTo>
                  <a:lnTo>
                    <a:pt x="8121704" y="3126550"/>
                  </a:lnTo>
                  <a:lnTo>
                    <a:pt x="8151487" y="3122085"/>
                  </a:lnTo>
                  <a:lnTo>
                    <a:pt x="8206924" y="3112731"/>
                  </a:lnTo>
                  <a:lnTo>
                    <a:pt x="8260553" y="3102366"/>
                  </a:lnTo>
                  <a:lnTo>
                    <a:pt x="8313099" y="3090976"/>
                  </a:lnTo>
                  <a:lnTo>
                    <a:pt x="8365081" y="3078590"/>
                  </a:lnTo>
                  <a:lnTo>
                    <a:pt x="8416849" y="3065278"/>
                  </a:lnTo>
                  <a:lnTo>
                    <a:pt x="8468614" y="3051160"/>
                  </a:lnTo>
                  <a:lnTo>
                    <a:pt x="8520476" y="3036398"/>
                  </a:lnTo>
                  <a:lnTo>
                    <a:pt x="8572448" y="3021194"/>
                  </a:lnTo>
                  <a:lnTo>
                    <a:pt x="8624484" y="3005776"/>
                  </a:lnTo>
                  <a:lnTo>
                    <a:pt x="8676511" y="2990389"/>
                  </a:lnTo>
                  <a:lnTo>
                    <a:pt x="8728458" y="2975272"/>
                  </a:lnTo>
                  <a:lnTo>
                    <a:pt x="8780292" y="2960650"/>
                  </a:lnTo>
                  <a:lnTo>
                    <a:pt x="8832045" y="2946716"/>
                  </a:lnTo>
                  <a:lnTo>
                    <a:pt x="8883840" y="2933621"/>
                  </a:lnTo>
                  <a:lnTo>
                    <a:pt x="8935922" y="2921473"/>
                  </a:lnTo>
                  <a:lnTo>
                    <a:pt x="8988678" y="2910333"/>
                  </a:lnTo>
                  <a:lnTo>
                    <a:pt x="9042673" y="2900217"/>
                  </a:lnTo>
                  <a:lnTo>
                    <a:pt x="9084767" y="2893241"/>
                  </a:lnTo>
                  <a:lnTo>
                    <a:pt x="9132296" y="2886299"/>
                  </a:lnTo>
                  <a:lnTo>
                    <a:pt x="9182342" y="2880017"/>
                  </a:lnTo>
                  <a:lnTo>
                    <a:pt x="9235668" y="2874368"/>
                  </a:lnTo>
                  <a:lnTo>
                    <a:pt x="9293106" y="2869296"/>
                  </a:lnTo>
                  <a:lnTo>
                    <a:pt x="9355509" y="2864742"/>
                  </a:lnTo>
                  <a:lnTo>
                    <a:pt x="9423688" y="2860646"/>
                  </a:lnTo>
                  <a:lnTo>
                    <a:pt x="9498337" y="2856953"/>
                  </a:lnTo>
                  <a:lnTo>
                    <a:pt x="9579924" y="2853618"/>
                  </a:lnTo>
                  <a:lnTo>
                    <a:pt x="9668555" y="2850605"/>
                  </a:lnTo>
                  <a:lnTo>
                    <a:pt x="9763792" y="2847890"/>
                  </a:lnTo>
                  <a:lnTo>
                    <a:pt x="9864464" y="2845461"/>
                  </a:lnTo>
                  <a:lnTo>
                    <a:pt x="9968499" y="2843314"/>
                  </a:lnTo>
                  <a:lnTo>
                    <a:pt x="10072857" y="2841453"/>
                  </a:lnTo>
                  <a:lnTo>
                    <a:pt x="10173634" y="2839883"/>
                  </a:lnTo>
                  <a:lnTo>
                    <a:pt x="10266428" y="2838610"/>
                  </a:lnTo>
                  <a:lnTo>
                    <a:pt x="10346955" y="2837629"/>
                  </a:lnTo>
                  <a:lnTo>
                    <a:pt x="10411813" y="2836922"/>
                  </a:lnTo>
                  <a:lnTo>
                    <a:pt x="10459200" y="2836458"/>
                  </a:lnTo>
                  <a:lnTo>
                    <a:pt x="10489371" y="2836191"/>
                  </a:lnTo>
                  <a:lnTo>
                    <a:pt x="10504724" y="2836068"/>
                  </a:lnTo>
                  <a:lnTo>
                    <a:pt x="10509592" y="2836032"/>
                  </a:lnTo>
                  <a:lnTo>
                    <a:pt x="10509911" y="2836030"/>
                  </a:lnTo>
                  <a:lnTo>
                    <a:pt x="11981298" y="2836030"/>
                  </a:lnTo>
                  <a:lnTo>
                    <a:pt x="11981298" y="2827857"/>
                  </a:lnTo>
                  <a:lnTo>
                    <a:pt x="10509911" y="2827857"/>
                  </a:lnTo>
                  <a:lnTo>
                    <a:pt x="10508674" y="2827866"/>
                  </a:lnTo>
                  <a:lnTo>
                    <a:pt x="10500562" y="2827927"/>
                  </a:lnTo>
                  <a:lnTo>
                    <a:pt x="10480163" y="2828096"/>
                  </a:lnTo>
                  <a:lnTo>
                    <a:pt x="10443824" y="2828430"/>
                  </a:lnTo>
                  <a:lnTo>
                    <a:pt x="10389922" y="2828979"/>
                  </a:lnTo>
                  <a:lnTo>
                    <a:pt x="10318991" y="2829784"/>
                  </a:lnTo>
                  <a:lnTo>
                    <a:pt x="10233490" y="2830871"/>
                  </a:lnTo>
                  <a:lnTo>
                    <a:pt x="10137238" y="2832253"/>
                  </a:lnTo>
                  <a:lnTo>
                    <a:pt x="10034647" y="2833931"/>
                  </a:lnTo>
                  <a:lnTo>
                    <a:pt x="9929995" y="2835899"/>
                  </a:lnTo>
                  <a:lnTo>
                    <a:pt x="9826895" y="2838150"/>
                  </a:lnTo>
                  <a:lnTo>
                    <a:pt x="9728033" y="2840683"/>
                  </a:lnTo>
                  <a:lnTo>
                    <a:pt x="9635134" y="2843505"/>
                  </a:lnTo>
                  <a:lnTo>
                    <a:pt x="9549077" y="2846633"/>
                  </a:lnTo>
                  <a:lnTo>
                    <a:pt x="9470078" y="2850095"/>
                  </a:lnTo>
                  <a:lnTo>
                    <a:pt x="9397879" y="2853931"/>
                  </a:lnTo>
                  <a:lnTo>
                    <a:pt x="9331914" y="2858189"/>
                  </a:lnTo>
                  <a:lnTo>
                    <a:pt x="9271436" y="2862926"/>
                  </a:lnTo>
                  <a:lnTo>
                    <a:pt x="9215611" y="2868203"/>
                  </a:lnTo>
                  <a:lnTo>
                    <a:pt x="9163587" y="2874080"/>
                  </a:lnTo>
                  <a:lnTo>
                    <a:pt x="9114550" y="2880603"/>
                  </a:lnTo>
                  <a:lnTo>
                    <a:pt x="9084767" y="2885068"/>
                  </a:lnTo>
                  <a:lnTo>
                    <a:pt x="9029329" y="2894422"/>
                  </a:lnTo>
                  <a:lnTo>
                    <a:pt x="8975700" y="2904787"/>
                  </a:lnTo>
                  <a:lnTo>
                    <a:pt x="8923154" y="2916177"/>
                  </a:lnTo>
                  <a:lnTo>
                    <a:pt x="8871172" y="2928563"/>
                  </a:lnTo>
                  <a:lnTo>
                    <a:pt x="8819404" y="2941875"/>
                  </a:lnTo>
                  <a:lnTo>
                    <a:pt x="8767639" y="2955993"/>
                  </a:lnTo>
                  <a:lnTo>
                    <a:pt x="8715777" y="2970755"/>
                  </a:lnTo>
                  <a:lnTo>
                    <a:pt x="8663805" y="2985959"/>
                  </a:lnTo>
                  <a:lnTo>
                    <a:pt x="8611769" y="3001376"/>
                  </a:lnTo>
                  <a:lnTo>
                    <a:pt x="8559743" y="3016764"/>
                  </a:lnTo>
                  <a:lnTo>
                    <a:pt x="8507795" y="3031880"/>
                  </a:lnTo>
                  <a:lnTo>
                    <a:pt x="8455961" y="3046502"/>
                  </a:lnTo>
                  <a:lnTo>
                    <a:pt x="8404208" y="3060437"/>
                  </a:lnTo>
                  <a:lnTo>
                    <a:pt x="8352413" y="3073531"/>
                  </a:lnTo>
                  <a:lnTo>
                    <a:pt x="8300331" y="3085679"/>
                  </a:lnTo>
                  <a:lnTo>
                    <a:pt x="8247575" y="3096820"/>
                  </a:lnTo>
                  <a:lnTo>
                    <a:pt x="8193580" y="3106935"/>
                  </a:lnTo>
                  <a:lnTo>
                    <a:pt x="8151487" y="3113912"/>
                  </a:lnTo>
                  <a:lnTo>
                    <a:pt x="8103957" y="3120854"/>
                  </a:lnTo>
                  <a:lnTo>
                    <a:pt x="8053911" y="3127135"/>
                  </a:lnTo>
                  <a:lnTo>
                    <a:pt x="8000586" y="3132785"/>
                  </a:lnTo>
                  <a:lnTo>
                    <a:pt x="7943147" y="3137857"/>
                  </a:lnTo>
                  <a:lnTo>
                    <a:pt x="7880744" y="3142410"/>
                  </a:lnTo>
                  <a:lnTo>
                    <a:pt x="7812565" y="3146507"/>
                  </a:lnTo>
                  <a:lnTo>
                    <a:pt x="7737916" y="3150200"/>
                  </a:lnTo>
                  <a:lnTo>
                    <a:pt x="7656329" y="3153535"/>
                  </a:lnTo>
                  <a:lnTo>
                    <a:pt x="7567698" y="3156548"/>
                  </a:lnTo>
                  <a:lnTo>
                    <a:pt x="7472461" y="3159262"/>
                  </a:lnTo>
                  <a:lnTo>
                    <a:pt x="7371790" y="3161691"/>
                  </a:lnTo>
                  <a:lnTo>
                    <a:pt x="7267754" y="3163839"/>
                  </a:lnTo>
                  <a:lnTo>
                    <a:pt x="7163397" y="3165700"/>
                  </a:lnTo>
                  <a:lnTo>
                    <a:pt x="7062620" y="3167270"/>
                  </a:lnTo>
                  <a:lnTo>
                    <a:pt x="6969825" y="3168543"/>
                  </a:lnTo>
                  <a:lnTo>
                    <a:pt x="6889298" y="3169524"/>
                  </a:lnTo>
                  <a:lnTo>
                    <a:pt x="6824441" y="3170231"/>
                  </a:lnTo>
                  <a:lnTo>
                    <a:pt x="6777053" y="3170695"/>
                  </a:lnTo>
                  <a:lnTo>
                    <a:pt x="6746882" y="3170962"/>
                  </a:lnTo>
                  <a:lnTo>
                    <a:pt x="6731529" y="3171085"/>
                  </a:lnTo>
                  <a:lnTo>
                    <a:pt x="6726661" y="3171121"/>
                  </a:lnTo>
                  <a:lnTo>
                    <a:pt x="6726343" y="3171123"/>
                  </a:lnTo>
                  <a:lnTo>
                    <a:pt x="5254955" y="3171123"/>
                  </a:lnTo>
                  <a:lnTo>
                    <a:pt x="5253829" y="3171051"/>
                  </a:lnTo>
                  <a:lnTo>
                    <a:pt x="5246427" y="3170536"/>
                  </a:lnTo>
                  <a:lnTo>
                    <a:pt x="5227760" y="3169114"/>
                  </a:lnTo>
                  <a:lnTo>
                    <a:pt x="5194370" y="3166314"/>
                  </a:lnTo>
                  <a:lnTo>
                    <a:pt x="5144568" y="3161699"/>
                  </a:lnTo>
                  <a:lnTo>
                    <a:pt x="5078570" y="3154914"/>
                  </a:lnTo>
                  <a:lnTo>
                    <a:pt x="4998343" y="3145710"/>
                  </a:lnTo>
                  <a:lnTo>
                    <a:pt x="4907164" y="3133964"/>
                  </a:lnTo>
                  <a:lnTo>
                    <a:pt x="4808987" y="3119651"/>
                  </a:lnTo>
                  <a:lnTo>
                    <a:pt x="4707794" y="3102809"/>
                  </a:lnTo>
                  <a:lnTo>
                    <a:pt x="4607087" y="3083495"/>
                  </a:lnTo>
                  <a:lnTo>
                    <a:pt x="4509598" y="3061738"/>
                  </a:lnTo>
                  <a:lnTo>
                    <a:pt x="4417201" y="3037508"/>
                  </a:lnTo>
                  <a:lnTo>
                    <a:pt x="4330977" y="3010698"/>
                  </a:lnTo>
                  <a:lnTo>
                    <a:pt x="4251355" y="2981110"/>
                  </a:lnTo>
                  <a:lnTo>
                    <a:pt x="4178275" y="2948458"/>
                  </a:lnTo>
                  <a:lnTo>
                    <a:pt x="4111339" y="2912368"/>
                  </a:lnTo>
                  <a:lnTo>
                    <a:pt x="4049941" y="2872394"/>
                  </a:lnTo>
                  <a:lnTo>
                    <a:pt x="3993355" y="2828037"/>
                  </a:lnTo>
                  <a:lnTo>
                    <a:pt x="3940811" y="2778783"/>
                  </a:lnTo>
                  <a:lnTo>
                    <a:pt x="3891541" y="2724160"/>
                  </a:lnTo>
                  <a:lnTo>
                    <a:pt x="3844830" y="2663849"/>
                  </a:lnTo>
                  <a:lnTo>
                    <a:pt x="3829811" y="2642602"/>
                  </a:lnTo>
                  <a:lnTo>
                    <a:pt x="3793811" y="2587935"/>
                  </a:lnTo>
                  <a:lnTo>
                    <a:pt x="3758689" y="2529425"/>
                  </a:lnTo>
                  <a:lnTo>
                    <a:pt x="3724217" y="2466994"/>
                  </a:lnTo>
                  <a:lnTo>
                    <a:pt x="3690207" y="2400620"/>
                  </a:lnTo>
                  <a:lnTo>
                    <a:pt x="3656509" y="2330344"/>
                  </a:lnTo>
                  <a:lnTo>
                    <a:pt x="3623005" y="2256278"/>
                  </a:lnTo>
                  <a:lnTo>
                    <a:pt x="3589603" y="2178603"/>
                  </a:lnTo>
                  <a:lnTo>
                    <a:pt x="3556236" y="2097577"/>
                  </a:lnTo>
                  <a:lnTo>
                    <a:pt x="3522858" y="2013532"/>
                  </a:lnTo>
                  <a:lnTo>
                    <a:pt x="3489443" y="1926872"/>
                  </a:lnTo>
                  <a:lnTo>
                    <a:pt x="3455979" y="1838062"/>
                  </a:lnTo>
                  <a:lnTo>
                    <a:pt x="3422470" y="1747627"/>
                  </a:lnTo>
                  <a:lnTo>
                    <a:pt x="3388927" y="1656132"/>
                  </a:lnTo>
                  <a:lnTo>
                    <a:pt x="3355368" y="1564170"/>
                  </a:lnTo>
                  <a:lnTo>
                    <a:pt x="3321814" y="1472351"/>
                  </a:lnTo>
                  <a:lnTo>
                    <a:pt x="3288285" y="1381276"/>
                  </a:lnTo>
                  <a:lnTo>
                    <a:pt x="3254796" y="1291528"/>
                  </a:lnTo>
                  <a:lnTo>
                    <a:pt x="3221356" y="1203656"/>
                  </a:lnTo>
                  <a:lnTo>
                    <a:pt x="3187960" y="1118158"/>
                  </a:lnTo>
                  <a:lnTo>
                    <a:pt x="3154592" y="1035471"/>
                  </a:lnTo>
                  <a:lnTo>
                    <a:pt x="3121215" y="955966"/>
                  </a:lnTo>
                  <a:lnTo>
                    <a:pt x="3087775" y="879942"/>
                  </a:lnTo>
                  <a:lnTo>
                    <a:pt x="3054194" y="807620"/>
                  </a:lnTo>
                  <a:lnTo>
                    <a:pt x="3020368" y="739149"/>
                  </a:lnTo>
                  <a:lnTo>
                    <a:pt x="2986164" y="674607"/>
                  </a:lnTo>
                  <a:lnTo>
                    <a:pt x="2951415" y="614006"/>
                  </a:lnTo>
                  <a:lnTo>
                    <a:pt x="2915916" y="557296"/>
                  </a:lnTo>
                  <a:lnTo>
                    <a:pt x="2896531" y="528520"/>
                  </a:lnTo>
                  <a:lnTo>
                    <a:pt x="2850524" y="466301"/>
                  </a:lnTo>
                  <a:lnTo>
                    <a:pt x="2802177" y="409818"/>
                  </a:lnTo>
                  <a:lnTo>
                    <a:pt x="2750801" y="358833"/>
                  </a:lnTo>
                  <a:lnTo>
                    <a:pt x="2695641" y="312910"/>
                  </a:lnTo>
                  <a:lnTo>
                    <a:pt x="2635920" y="271542"/>
                  </a:lnTo>
                  <a:lnTo>
                    <a:pt x="2570893" y="234218"/>
                  </a:lnTo>
                  <a:lnTo>
                    <a:pt x="2499905" y="200472"/>
                  </a:lnTo>
                  <a:lnTo>
                    <a:pt x="2422476" y="169905"/>
                  </a:lnTo>
                  <a:lnTo>
                    <a:pt x="2338419" y="142201"/>
                  </a:lnTo>
                  <a:lnTo>
                    <a:pt x="2247982" y="117133"/>
                  </a:lnTo>
                  <a:lnTo>
                    <a:pt x="2152014" y="94564"/>
                  </a:lnTo>
                  <a:lnTo>
                    <a:pt x="2052112" y="74440"/>
                  </a:lnTo>
                  <a:lnTo>
                    <a:pt x="1950726" y="56773"/>
                  </a:lnTo>
                  <a:lnTo>
                    <a:pt x="1851124" y="41616"/>
                  </a:lnTo>
                  <a:lnTo>
                    <a:pt x="1757176" y="29018"/>
                  </a:lnTo>
                  <a:lnTo>
                    <a:pt x="1672911" y="18981"/>
                  </a:lnTo>
                  <a:lnTo>
                    <a:pt x="1601905" y="11416"/>
                  </a:lnTo>
                  <a:lnTo>
                    <a:pt x="1546623" y="6117"/>
                  </a:lnTo>
                  <a:lnTo>
                    <a:pt x="1507890" y="2761"/>
                  </a:lnTo>
                  <a:lnTo>
                    <a:pt x="1484647" y="933"/>
                  </a:lnTo>
                  <a:lnTo>
                    <a:pt x="1473996" y="171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462" name="pl462"/>
            <p:cNvSpPr/>
            <p:nvPr/>
          </p:nvSpPr>
          <p:spPr>
            <a:xfrm>
              <a:off x="4799595" y="5805243"/>
              <a:ext cx="11981298" cy="3171123"/>
            </a:xfrm>
            <a:custGeom>
              <a:avLst/>
              <a:pathLst>
                <a:path w="11981298" h="3171123">
                  <a:moveTo>
                    <a:pt x="0" y="0"/>
                  </a:moveTo>
                  <a:lnTo>
                    <a:pt x="1471387" y="0"/>
                  </a:lnTo>
                  <a:lnTo>
                    <a:pt x="1472513" y="72"/>
                  </a:lnTo>
                  <a:lnTo>
                    <a:pt x="1479915" y="586"/>
                  </a:lnTo>
                  <a:lnTo>
                    <a:pt x="1498582" y="2008"/>
                  </a:lnTo>
                  <a:lnTo>
                    <a:pt x="1531973" y="4809"/>
                  </a:lnTo>
                  <a:lnTo>
                    <a:pt x="1581774" y="9423"/>
                  </a:lnTo>
                  <a:lnTo>
                    <a:pt x="1647772" y="16209"/>
                  </a:lnTo>
                  <a:lnTo>
                    <a:pt x="1728000" y="25412"/>
                  </a:lnTo>
                  <a:lnTo>
                    <a:pt x="1819178" y="37158"/>
                  </a:lnTo>
                  <a:lnTo>
                    <a:pt x="1917355" y="51472"/>
                  </a:lnTo>
                  <a:lnTo>
                    <a:pt x="2018548" y="68313"/>
                  </a:lnTo>
                  <a:lnTo>
                    <a:pt x="2119255" y="87627"/>
                  </a:lnTo>
                  <a:lnTo>
                    <a:pt x="2216744" y="109384"/>
                  </a:lnTo>
                  <a:lnTo>
                    <a:pt x="2309141" y="133614"/>
                  </a:lnTo>
                  <a:lnTo>
                    <a:pt x="2395365" y="160424"/>
                  </a:lnTo>
                  <a:lnTo>
                    <a:pt x="2474987" y="190012"/>
                  </a:lnTo>
                  <a:lnTo>
                    <a:pt x="2548068" y="222665"/>
                  </a:lnTo>
                  <a:lnTo>
                    <a:pt x="2615003" y="258755"/>
                  </a:lnTo>
                  <a:lnTo>
                    <a:pt x="2676402" y="298728"/>
                  </a:lnTo>
                  <a:lnTo>
                    <a:pt x="2732987" y="343085"/>
                  </a:lnTo>
                  <a:lnTo>
                    <a:pt x="2785531" y="392340"/>
                  </a:lnTo>
                  <a:lnTo>
                    <a:pt x="2834801" y="446962"/>
                  </a:lnTo>
                  <a:lnTo>
                    <a:pt x="2881513" y="507273"/>
                  </a:lnTo>
                  <a:lnTo>
                    <a:pt x="2896531" y="528520"/>
                  </a:lnTo>
                  <a:lnTo>
                    <a:pt x="2932531" y="583187"/>
                  </a:lnTo>
                  <a:lnTo>
                    <a:pt x="2967653" y="641697"/>
                  </a:lnTo>
                  <a:lnTo>
                    <a:pt x="3002126" y="704128"/>
                  </a:lnTo>
                  <a:lnTo>
                    <a:pt x="3036135" y="770502"/>
                  </a:lnTo>
                  <a:lnTo>
                    <a:pt x="3069833" y="840778"/>
                  </a:lnTo>
                  <a:lnTo>
                    <a:pt x="3103337" y="914844"/>
                  </a:lnTo>
                  <a:lnTo>
                    <a:pt x="3136739" y="992519"/>
                  </a:lnTo>
                  <a:lnTo>
                    <a:pt x="3170106" y="1073545"/>
                  </a:lnTo>
                  <a:lnTo>
                    <a:pt x="3203484" y="1157590"/>
                  </a:lnTo>
                  <a:lnTo>
                    <a:pt x="3236899" y="1244251"/>
                  </a:lnTo>
                  <a:lnTo>
                    <a:pt x="3270363" y="1333060"/>
                  </a:lnTo>
                  <a:lnTo>
                    <a:pt x="3303872" y="1423495"/>
                  </a:lnTo>
                  <a:lnTo>
                    <a:pt x="3337415" y="1514991"/>
                  </a:lnTo>
                  <a:lnTo>
                    <a:pt x="3370974" y="1606952"/>
                  </a:lnTo>
                  <a:lnTo>
                    <a:pt x="3404528" y="1698772"/>
                  </a:lnTo>
                  <a:lnTo>
                    <a:pt x="3438057" y="1789847"/>
                  </a:lnTo>
                  <a:lnTo>
                    <a:pt x="3471546" y="1879594"/>
                  </a:lnTo>
                  <a:lnTo>
                    <a:pt x="3504986" y="1967466"/>
                  </a:lnTo>
                  <a:lnTo>
                    <a:pt x="3538382" y="2052965"/>
                  </a:lnTo>
                  <a:lnTo>
                    <a:pt x="3571751" y="2135652"/>
                  </a:lnTo>
                  <a:lnTo>
                    <a:pt x="3605127" y="2215156"/>
                  </a:lnTo>
                  <a:lnTo>
                    <a:pt x="3638567" y="2291181"/>
                  </a:lnTo>
                  <a:lnTo>
                    <a:pt x="3672148" y="2363503"/>
                  </a:lnTo>
                  <a:lnTo>
                    <a:pt x="3705974" y="2431973"/>
                  </a:lnTo>
                  <a:lnTo>
                    <a:pt x="3740178" y="2496515"/>
                  </a:lnTo>
                  <a:lnTo>
                    <a:pt x="3774927" y="2557117"/>
                  </a:lnTo>
                  <a:lnTo>
                    <a:pt x="3810426" y="2613827"/>
                  </a:lnTo>
                  <a:lnTo>
                    <a:pt x="3829811" y="2642602"/>
                  </a:lnTo>
                  <a:lnTo>
                    <a:pt x="3875818" y="2704821"/>
                  </a:lnTo>
                  <a:lnTo>
                    <a:pt x="3924165" y="2761304"/>
                  </a:lnTo>
                  <a:lnTo>
                    <a:pt x="3975541" y="2812289"/>
                  </a:lnTo>
                  <a:lnTo>
                    <a:pt x="4030702" y="2858212"/>
                  </a:lnTo>
                  <a:lnTo>
                    <a:pt x="4090422" y="2899581"/>
                  </a:lnTo>
                  <a:lnTo>
                    <a:pt x="4155449" y="2936905"/>
                  </a:lnTo>
                  <a:lnTo>
                    <a:pt x="4226437" y="2970651"/>
                  </a:lnTo>
                  <a:lnTo>
                    <a:pt x="4303867" y="3001218"/>
                  </a:lnTo>
                  <a:lnTo>
                    <a:pt x="4387923" y="3028921"/>
                  </a:lnTo>
                  <a:lnTo>
                    <a:pt x="4478360" y="3053989"/>
                  </a:lnTo>
                  <a:lnTo>
                    <a:pt x="4574329" y="3076559"/>
                  </a:lnTo>
                  <a:lnTo>
                    <a:pt x="4674230" y="3096683"/>
                  </a:lnTo>
                  <a:lnTo>
                    <a:pt x="4775616" y="3114349"/>
                  </a:lnTo>
                  <a:lnTo>
                    <a:pt x="4875218" y="3129506"/>
                  </a:lnTo>
                  <a:lnTo>
                    <a:pt x="4969166" y="3142104"/>
                  </a:lnTo>
                  <a:lnTo>
                    <a:pt x="5053432" y="3152141"/>
                  </a:lnTo>
                  <a:lnTo>
                    <a:pt x="5124437" y="3159707"/>
                  </a:lnTo>
                  <a:lnTo>
                    <a:pt x="5179719" y="3165006"/>
                  </a:lnTo>
                  <a:lnTo>
                    <a:pt x="5218452" y="3168362"/>
                  </a:lnTo>
                  <a:lnTo>
                    <a:pt x="5241695" y="3170189"/>
                  </a:lnTo>
                  <a:lnTo>
                    <a:pt x="5252347" y="3170952"/>
                  </a:lnTo>
                  <a:lnTo>
                    <a:pt x="5254913" y="3171120"/>
                  </a:lnTo>
                  <a:lnTo>
                    <a:pt x="5254955" y="3171123"/>
                  </a:lnTo>
                  <a:lnTo>
                    <a:pt x="6726343" y="3171123"/>
                  </a:lnTo>
                  <a:lnTo>
                    <a:pt x="6727579" y="3171114"/>
                  </a:lnTo>
                  <a:lnTo>
                    <a:pt x="6735692" y="3171053"/>
                  </a:lnTo>
                  <a:lnTo>
                    <a:pt x="6756090" y="3170883"/>
                  </a:lnTo>
                  <a:lnTo>
                    <a:pt x="6792429" y="3170550"/>
                  </a:lnTo>
                  <a:lnTo>
                    <a:pt x="6846331" y="3170001"/>
                  </a:lnTo>
                  <a:lnTo>
                    <a:pt x="6917262" y="3169196"/>
                  </a:lnTo>
                  <a:lnTo>
                    <a:pt x="7002763" y="3168109"/>
                  </a:lnTo>
                  <a:lnTo>
                    <a:pt x="7099015" y="3166726"/>
                  </a:lnTo>
                  <a:lnTo>
                    <a:pt x="7201606" y="3165049"/>
                  </a:lnTo>
                  <a:lnTo>
                    <a:pt x="7306258" y="3163081"/>
                  </a:lnTo>
                  <a:lnTo>
                    <a:pt x="7409358" y="3160830"/>
                  </a:lnTo>
                  <a:lnTo>
                    <a:pt x="7508220" y="3158297"/>
                  </a:lnTo>
                  <a:lnTo>
                    <a:pt x="7601119" y="3155475"/>
                  </a:lnTo>
                  <a:lnTo>
                    <a:pt x="7687176" y="3152347"/>
                  </a:lnTo>
                  <a:lnTo>
                    <a:pt x="7766175" y="3148884"/>
                  </a:lnTo>
                  <a:lnTo>
                    <a:pt x="7838374" y="3145049"/>
                  </a:lnTo>
                  <a:lnTo>
                    <a:pt x="7904339" y="3140791"/>
                  </a:lnTo>
                  <a:lnTo>
                    <a:pt x="7964817" y="3136054"/>
                  </a:lnTo>
                  <a:lnTo>
                    <a:pt x="8020642" y="3130776"/>
                  </a:lnTo>
                  <a:lnTo>
                    <a:pt x="8072667" y="3124900"/>
                  </a:lnTo>
                  <a:lnTo>
                    <a:pt x="8121704" y="3118377"/>
                  </a:lnTo>
                  <a:lnTo>
                    <a:pt x="8151487" y="3113912"/>
                  </a:lnTo>
                  <a:lnTo>
                    <a:pt x="8206924" y="3104558"/>
                  </a:lnTo>
                  <a:lnTo>
                    <a:pt x="8260553" y="3094193"/>
                  </a:lnTo>
                  <a:lnTo>
                    <a:pt x="8313099" y="3082803"/>
                  </a:lnTo>
                  <a:lnTo>
                    <a:pt x="8365081" y="3070417"/>
                  </a:lnTo>
                  <a:lnTo>
                    <a:pt x="8416849" y="3057105"/>
                  </a:lnTo>
                  <a:lnTo>
                    <a:pt x="8468614" y="3042987"/>
                  </a:lnTo>
                  <a:lnTo>
                    <a:pt x="8520476" y="3028225"/>
                  </a:lnTo>
                  <a:lnTo>
                    <a:pt x="8572448" y="3013021"/>
                  </a:lnTo>
                  <a:lnTo>
                    <a:pt x="8624484" y="2997603"/>
                  </a:lnTo>
                  <a:lnTo>
                    <a:pt x="8676511" y="2982216"/>
                  </a:lnTo>
                  <a:lnTo>
                    <a:pt x="8728458" y="2967099"/>
                  </a:lnTo>
                  <a:lnTo>
                    <a:pt x="8780292" y="2952477"/>
                  </a:lnTo>
                  <a:lnTo>
                    <a:pt x="8832045" y="2938543"/>
                  </a:lnTo>
                  <a:lnTo>
                    <a:pt x="8883840" y="2925448"/>
                  </a:lnTo>
                  <a:lnTo>
                    <a:pt x="8935922" y="2913301"/>
                  </a:lnTo>
                  <a:lnTo>
                    <a:pt x="8988678" y="2902160"/>
                  </a:lnTo>
                  <a:lnTo>
                    <a:pt x="9042673" y="2892044"/>
                  </a:lnTo>
                  <a:lnTo>
                    <a:pt x="9084767" y="2885068"/>
                  </a:lnTo>
                  <a:lnTo>
                    <a:pt x="9132296" y="2878126"/>
                  </a:lnTo>
                  <a:lnTo>
                    <a:pt x="9182342" y="2871844"/>
                  </a:lnTo>
                  <a:lnTo>
                    <a:pt x="9235668" y="2866195"/>
                  </a:lnTo>
                  <a:lnTo>
                    <a:pt x="9293106" y="2861123"/>
                  </a:lnTo>
                  <a:lnTo>
                    <a:pt x="9355509" y="2856569"/>
                  </a:lnTo>
                  <a:lnTo>
                    <a:pt x="9423688" y="2852473"/>
                  </a:lnTo>
                  <a:lnTo>
                    <a:pt x="9498337" y="2848780"/>
                  </a:lnTo>
                  <a:lnTo>
                    <a:pt x="9579924" y="2845445"/>
                  </a:lnTo>
                  <a:lnTo>
                    <a:pt x="9668555" y="2842432"/>
                  </a:lnTo>
                  <a:lnTo>
                    <a:pt x="9763792" y="2839717"/>
                  </a:lnTo>
                  <a:lnTo>
                    <a:pt x="9864464" y="2837288"/>
                  </a:lnTo>
                  <a:lnTo>
                    <a:pt x="9968499" y="2835141"/>
                  </a:lnTo>
                  <a:lnTo>
                    <a:pt x="10072857" y="2833280"/>
                  </a:lnTo>
                  <a:lnTo>
                    <a:pt x="10173634" y="2831710"/>
                  </a:lnTo>
                  <a:lnTo>
                    <a:pt x="10266428" y="2830437"/>
                  </a:lnTo>
                  <a:lnTo>
                    <a:pt x="10346955" y="2829456"/>
                  </a:lnTo>
                  <a:lnTo>
                    <a:pt x="10411813" y="2828749"/>
                  </a:lnTo>
                  <a:lnTo>
                    <a:pt x="10459200" y="2828285"/>
                  </a:lnTo>
                  <a:lnTo>
                    <a:pt x="10489371" y="2828018"/>
                  </a:lnTo>
                  <a:lnTo>
                    <a:pt x="10504724" y="2827895"/>
                  </a:lnTo>
                  <a:lnTo>
                    <a:pt x="10509592" y="2827859"/>
                  </a:lnTo>
                  <a:lnTo>
                    <a:pt x="10509911" y="2827857"/>
                  </a:lnTo>
                  <a:lnTo>
                    <a:pt x="11981298" y="282785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63" name="pl463"/>
            <p:cNvSpPr/>
            <p:nvPr/>
          </p:nvSpPr>
          <p:spPr>
            <a:xfrm>
              <a:off x="4799595" y="5797070"/>
              <a:ext cx="11981298" cy="3171123"/>
            </a:xfrm>
            <a:custGeom>
              <a:avLst/>
              <a:pathLst>
                <a:path w="11981298" h="3171123">
                  <a:moveTo>
                    <a:pt x="11981298" y="2827857"/>
                  </a:moveTo>
                  <a:lnTo>
                    <a:pt x="10509911" y="2827857"/>
                  </a:lnTo>
                  <a:lnTo>
                    <a:pt x="10508674" y="2827866"/>
                  </a:lnTo>
                  <a:lnTo>
                    <a:pt x="10500562" y="2827927"/>
                  </a:lnTo>
                  <a:lnTo>
                    <a:pt x="10480163" y="2828096"/>
                  </a:lnTo>
                  <a:lnTo>
                    <a:pt x="10443824" y="2828430"/>
                  </a:lnTo>
                  <a:lnTo>
                    <a:pt x="10389922" y="2828979"/>
                  </a:lnTo>
                  <a:lnTo>
                    <a:pt x="10318991" y="2829784"/>
                  </a:lnTo>
                  <a:lnTo>
                    <a:pt x="10233490" y="2830871"/>
                  </a:lnTo>
                  <a:lnTo>
                    <a:pt x="10137238" y="2832253"/>
                  </a:lnTo>
                  <a:lnTo>
                    <a:pt x="10034647" y="2833931"/>
                  </a:lnTo>
                  <a:lnTo>
                    <a:pt x="9929995" y="2835899"/>
                  </a:lnTo>
                  <a:lnTo>
                    <a:pt x="9826895" y="2838150"/>
                  </a:lnTo>
                  <a:lnTo>
                    <a:pt x="9728033" y="2840683"/>
                  </a:lnTo>
                  <a:lnTo>
                    <a:pt x="9635134" y="2843505"/>
                  </a:lnTo>
                  <a:lnTo>
                    <a:pt x="9549077" y="2846633"/>
                  </a:lnTo>
                  <a:lnTo>
                    <a:pt x="9470078" y="2850095"/>
                  </a:lnTo>
                  <a:lnTo>
                    <a:pt x="9397879" y="2853931"/>
                  </a:lnTo>
                  <a:lnTo>
                    <a:pt x="9331914" y="2858189"/>
                  </a:lnTo>
                  <a:lnTo>
                    <a:pt x="9271436" y="2862926"/>
                  </a:lnTo>
                  <a:lnTo>
                    <a:pt x="9215611" y="2868203"/>
                  </a:lnTo>
                  <a:lnTo>
                    <a:pt x="9163587" y="2874080"/>
                  </a:lnTo>
                  <a:lnTo>
                    <a:pt x="9114550" y="2880603"/>
                  </a:lnTo>
                  <a:lnTo>
                    <a:pt x="9084767" y="2885068"/>
                  </a:lnTo>
                  <a:lnTo>
                    <a:pt x="9029329" y="2894422"/>
                  </a:lnTo>
                  <a:lnTo>
                    <a:pt x="8975700" y="2904787"/>
                  </a:lnTo>
                  <a:lnTo>
                    <a:pt x="8923154" y="2916177"/>
                  </a:lnTo>
                  <a:lnTo>
                    <a:pt x="8871172" y="2928563"/>
                  </a:lnTo>
                  <a:lnTo>
                    <a:pt x="8819404" y="2941875"/>
                  </a:lnTo>
                  <a:lnTo>
                    <a:pt x="8767639" y="2955993"/>
                  </a:lnTo>
                  <a:lnTo>
                    <a:pt x="8715777" y="2970755"/>
                  </a:lnTo>
                  <a:lnTo>
                    <a:pt x="8663805" y="2985959"/>
                  </a:lnTo>
                  <a:lnTo>
                    <a:pt x="8611769" y="3001376"/>
                  </a:lnTo>
                  <a:lnTo>
                    <a:pt x="8559743" y="3016764"/>
                  </a:lnTo>
                  <a:lnTo>
                    <a:pt x="8507795" y="3031880"/>
                  </a:lnTo>
                  <a:lnTo>
                    <a:pt x="8455961" y="3046502"/>
                  </a:lnTo>
                  <a:lnTo>
                    <a:pt x="8404208" y="3060437"/>
                  </a:lnTo>
                  <a:lnTo>
                    <a:pt x="8352413" y="3073531"/>
                  </a:lnTo>
                  <a:lnTo>
                    <a:pt x="8300331" y="3085679"/>
                  </a:lnTo>
                  <a:lnTo>
                    <a:pt x="8247575" y="3096820"/>
                  </a:lnTo>
                  <a:lnTo>
                    <a:pt x="8193580" y="3106935"/>
                  </a:lnTo>
                  <a:lnTo>
                    <a:pt x="8151487" y="3113912"/>
                  </a:lnTo>
                  <a:lnTo>
                    <a:pt x="8103957" y="3120854"/>
                  </a:lnTo>
                  <a:lnTo>
                    <a:pt x="8053911" y="3127135"/>
                  </a:lnTo>
                  <a:lnTo>
                    <a:pt x="8000586" y="3132785"/>
                  </a:lnTo>
                  <a:lnTo>
                    <a:pt x="7943147" y="3137857"/>
                  </a:lnTo>
                  <a:lnTo>
                    <a:pt x="7880744" y="3142410"/>
                  </a:lnTo>
                  <a:lnTo>
                    <a:pt x="7812565" y="3146507"/>
                  </a:lnTo>
                  <a:lnTo>
                    <a:pt x="7737916" y="3150200"/>
                  </a:lnTo>
                  <a:lnTo>
                    <a:pt x="7656329" y="3153535"/>
                  </a:lnTo>
                  <a:lnTo>
                    <a:pt x="7567698" y="3156548"/>
                  </a:lnTo>
                  <a:lnTo>
                    <a:pt x="7472461" y="3159262"/>
                  </a:lnTo>
                  <a:lnTo>
                    <a:pt x="7371790" y="3161691"/>
                  </a:lnTo>
                  <a:lnTo>
                    <a:pt x="7267754" y="3163839"/>
                  </a:lnTo>
                  <a:lnTo>
                    <a:pt x="7163397" y="3165700"/>
                  </a:lnTo>
                  <a:lnTo>
                    <a:pt x="7062620" y="3167270"/>
                  </a:lnTo>
                  <a:lnTo>
                    <a:pt x="6969825" y="3168543"/>
                  </a:lnTo>
                  <a:lnTo>
                    <a:pt x="6889298" y="3169524"/>
                  </a:lnTo>
                  <a:lnTo>
                    <a:pt x="6824441" y="3170231"/>
                  </a:lnTo>
                  <a:lnTo>
                    <a:pt x="6777053" y="3170695"/>
                  </a:lnTo>
                  <a:lnTo>
                    <a:pt x="6746882" y="3170962"/>
                  </a:lnTo>
                  <a:lnTo>
                    <a:pt x="6731529" y="3171085"/>
                  </a:lnTo>
                  <a:lnTo>
                    <a:pt x="6726661" y="3171121"/>
                  </a:lnTo>
                  <a:lnTo>
                    <a:pt x="6726343" y="3171123"/>
                  </a:lnTo>
                  <a:lnTo>
                    <a:pt x="5254955" y="3171123"/>
                  </a:lnTo>
                  <a:lnTo>
                    <a:pt x="5253829" y="3171051"/>
                  </a:lnTo>
                  <a:lnTo>
                    <a:pt x="5246427" y="3170536"/>
                  </a:lnTo>
                  <a:lnTo>
                    <a:pt x="5227760" y="3169114"/>
                  </a:lnTo>
                  <a:lnTo>
                    <a:pt x="5194370" y="3166314"/>
                  </a:lnTo>
                  <a:lnTo>
                    <a:pt x="5144568" y="3161699"/>
                  </a:lnTo>
                  <a:lnTo>
                    <a:pt x="5078570" y="3154914"/>
                  </a:lnTo>
                  <a:lnTo>
                    <a:pt x="4998343" y="3145710"/>
                  </a:lnTo>
                  <a:lnTo>
                    <a:pt x="4907164" y="3133964"/>
                  </a:lnTo>
                  <a:lnTo>
                    <a:pt x="4808987" y="3119651"/>
                  </a:lnTo>
                  <a:lnTo>
                    <a:pt x="4707794" y="3102809"/>
                  </a:lnTo>
                  <a:lnTo>
                    <a:pt x="4607087" y="3083495"/>
                  </a:lnTo>
                  <a:lnTo>
                    <a:pt x="4509598" y="3061738"/>
                  </a:lnTo>
                  <a:lnTo>
                    <a:pt x="4417201" y="3037508"/>
                  </a:lnTo>
                  <a:lnTo>
                    <a:pt x="4330977" y="3010698"/>
                  </a:lnTo>
                  <a:lnTo>
                    <a:pt x="4251355" y="2981110"/>
                  </a:lnTo>
                  <a:lnTo>
                    <a:pt x="4178275" y="2948458"/>
                  </a:lnTo>
                  <a:lnTo>
                    <a:pt x="4111339" y="2912368"/>
                  </a:lnTo>
                  <a:lnTo>
                    <a:pt x="4049941" y="2872394"/>
                  </a:lnTo>
                  <a:lnTo>
                    <a:pt x="3993355" y="2828037"/>
                  </a:lnTo>
                  <a:lnTo>
                    <a:pt x="3940811" y="2778783"/>
                  </a:lnTo>
                  <a:lnTo>
                    <a:pt x="3891541" y="2724160"/>
                  </a:lnTo>
                  <a:lnTo>
                    <a:pt x="3844830" y="2663849"/>
                  </a:lnTo>
                  <a:lnTo>
                    <a:pt x="3829811" y="2642602"/>
                  </a:lnTo>
                  <a:lnTo>
                    <a:pt x="3793811" y="2587935"/>
                  </a:lnTo>
                  <a:lnTo>
                    <a:pt x="3758689" y="2529425"/>
                  </a:lnTo>
                  <a:lnTo>
                    <a:pt x="3724217" y="2466994"/>
                  </a:lnTo>
                  <a:lnTo>
                    <a:pt x="3690207" y="2400620"/>
                  </a:lnTo>
                  <a:lnTo>
                    <a:pt x="3656509" y="2330344"/>
                  </a:lnTo>
                  <a:lnTo>
                    <a:pt x="3623005" y="2256278"/>
                  </a:lnTo>
                  <a:lnTo>
                    <a:pt x="3589603" y="2178603"/>
                  </a:lnTo>
                  <a:lnTo>
                    <a:pt x="3556236" y="2097577"/>
                  </a:lnTo>
                  <a:lnTo>
                    <a:pt x="3522858" y="2013532"/>
                  </a:lnTo>
                  <a:lnTo>
                    <a:pt x="3489443" y="1926872"/>
                  </a:lnTo>
                  <a:lnTo>
                    <a:pt x="3455979" y="1838062"/>
                  </a:lnTo>
                  <a:lnTo>
                    <a:pt x="3422470" y="1747627"/>
                  </a:lnTo>
                  <a:lnTo>
                    <a:pt x="3388927" y="1656132"/>
                  </a:lnTo>
                  <a:lnTo>
                    <a:pt x="3355368" y="1564170"/>
                  </a:lnTo>
                  <a:lnTo>
                    <a:pt x="3321814" y="1472351"/>
                  </a:lnTo>
                  <a:lnTo>
                    <a:pt x="3288285" y="1381276"/>
                  </a:lnTo>
                  <a:lnTo>
                    <a:pt x="3254796" y="1291528"/>
                  </a:lnTo>
                  <a:lnTo>
                    <a:pt x="3221356" y="1203656"/>
                  </a:lnTo>
                  <a:lnTo>
                    <a:pt x="3187960" y="1118158"/>
                  </a:lnTo>
                  <a:lnTo>
                    <a:pt x="3154592" y="1035471"/>
                  </a:lnTo>
                  <a:lnTo>
                    <a:pt x="3121215" y="955966"/>
                  </a:lnTo>
                  <a:lnTo>
                    <a:pt x="3087775" y="879942"/>
                  </a:lnTo>
                  <a:lnTo>
                    <a:pt x="3054194" y="807620"/>
                  </a:lnTo>
                  <a:lnTo>
                    <a:pt x="3020368" y="739149"/>
                  </a:lnTo>
                  <a:lnTo>
                    <a:pt x="2986164" y="674607"/>
                  </a:lnTo>
                  <a:lnTo>
                    <a:pt x="2951415" y="614006"/>
                  </a:lnTo>
                  <a:lnTo>
                    <a:pt x="2915916" y="557296"/>
                  </a:lnTo>
                  <a:lnTo>
                    <a:pt x="2896531" y="528520"/>
                  </a:lnTo>
                  <a:lnTo>
                    <a:pt x="2850524" y="466301"/>
                  </a:lnTo>
                  <a:lnTo>
                    <a:pt x="2802177" y="409818"/>
                  </a:lnTo>
                  <a:lnTo>
                    <a:pt x="2750801" y="358833"/>
                  </a:lnTo>
                  <a:lnTo>
                    <a:pt x="2695641" y="312910"/>
                  </a:lnTo>
                  <a:lnTo>
                    <a:pt x="2635920" y="271542"/>
                  </a:lnTo>
                  <a:lnTo>
                    <a:pt x="2570893" y="234218"/>
                  </a:lnTo>
                  <a:lnTo>
                    <a:pt x="2499905" y="200472"/>
                  </a:lnTo>
                  <a:lnTo>
                    <a:pt x="2422476" y="169905"/>
                  </a:lnTo>
                  <a:lnTo>
                    <a:pt x="2338419" y="142201"/>
                  </a:lnTo>
                  <a:lnTo>
                    <a:pt x="2247982" y="117133"/>
                  </a:lnTo>
                  <a:lnTo>
                    <a:pt x="2152014" y="94564"/>
                  </a:lnTo>
                  <a:lnTo>
                    <a:pt x="2052112" y="74440"/>
                  </a:lnTo>
                  <a:lnTo>
                    <a:pt x="1950726" y="56773"/>
                  </a:lnTo>
                  <a:lnTo>
                    <a:pt x="1851124" y="41616"/>
                  </a:lnTo>
                  <a:lnTo>
                    <a:pt x="1757176" y="29018"/>
                  </a:lnTo>
                  <a:lnTo>
                    <a:pt x="1672911" y="18981"/>
                  </a:lnTo>
                  <a:lnTo>
                    <a:pt x="1601905" y="11416"/>
                  </a:lnTo>
                  <a:lnTo>
                    <a:pt x="1546623" y="6117"/>
                  </a:lnTo>
                  <a:lnTo>
                    <a:pt x="1507890" y="2761"/>
                  </a:lnTo>
                  <a:lnTo>
                    <a:pt x="1484647" y="933"/>
                  </a:lnTo>
                  <a:lnTo>
                    <a:pt x="1473996" y="171"/>
                  </a:lnTo>
                  <a:lnTo>
                    <a:pt x="1471430" y="2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64" name="pg464"/>
            <p:cNvSpPr/>
            <p:nvPr/>
          </p:nvSpPr>
          <p:spPr>
            <a:xfrm>
              <a:off x="4799595" y="5805243"/>
              <a:ext cx="11981298" cy="3318237"/>
            </a:xfrm>
            <a:custGeom>
              <a:avLst/>
              <a:pathLst>
                <a:path w="11981298" h="3318237">
                  <a:moveTo>
                    <a:pt x="0" y="8172"/>
                  </a:moveTo>
                  <a:lnTo>
                    <a:pt x="1471387" y="8172"/>
                  </a:lnTo>
                  <a:lnTo>
                    <a:pt x="1472513" y="8245"/>
                  </a:lnTo>
                  <a:lnTo>
                    <a:pt x="1479915" y="8759"/>
                  </a:lnTo>
                  <a:lnTo>
                    <a:pt x="1498582" y="10181"/>
                  </a:lnTo>
                  <a:lnTo>
                    <a:pt x="1531973" y="12982"/>
                  </a:lnTo>
                  <a:lnTo>
                    <a:pt x="1581774" y="17596"/>
                  </a:lnTo>
                  <a:lnTo>
                    <a:pt x="1647772" y="24382"/>
                  </a:lnTo>
                  <a:lnTo>
                    <a:pt x="1728000" y="33585"/>
                  </a:lnTo>
                  <a:lnTo>
                    <a:pt x="1819178" y="45331"/>
                  </a:lnTo>
                  <a:lnTo>
                    <a:pt x="1917355" y="59645"/>
                  </a:lnTo>
                  <a:lnTo>
                    <a:pt x="2018548" y="76486"/>
                  </a:lnTo>
                  <a:lnTo>
                    <a:pt x="2119255" y="95800"/>
                  </a:lnTo>
                  <a:lnTo>
                    <a:pt x="2216744" y="117557"/>
                  </a:lnTo>
                  <a:lnTo>
                    <a:pt x="2309141" y="141787"/>
                  </a:lnTo>
                  <a:lnTo>
                    <a:pt x="2395365" y="168597"/>
                  </a:lnTo>
                  <a:lnTo>
                    <a:pt x="2474987" y="198185"/>
                  </a:lnTo>
                  <a:lnTo>
                    <a:pt x="2548068" y="230838"/>
                  </a:lnTo>
                  <a:lnTo>
                    <a:pt x="2615003" y="266928"/>
                  </a:lnTo>
                  <a:lnTo>
                    <a:pt x="2676402" y="306901"/>
                  </a:lnTo>
                  <a:lnTo>
                    <a:pt x="2732987" y="351258"/>
                  </a:lnTo>
                  <a:lnTo>
                    <a:pt x="2785531" y="400513"/>
                  </a:lnTo>
                  <a:lnTo>
                    <a:pt x="2834801" y="455135"/>
                  </a:lnTo>
                  <a:lnTo>
                    <a:pt x="2881513" y="515446"/>
                  </a:lnTo>
                  <a:lnTo>
                    <a:pt x="2896531" y="536693"/>
                  </a:lnTo>
                  <a:lnTo>
                    <a:pt x="2932531" y="591360"/>
                  </a:lnTo>
                  <a:lnTo>
                    <a:pt x="2967653" y="649870"/>
                  </a:lnTo>
                  <a:lnTo>
                    <a:pt x="3002126" y="712301"/>
                  </a:lnTo>
                  <a:lnTo>
                    <a:pt x="3036135" y="778675"/>
                  </a:lnTo>
                  <a:lnTo>
                    <a:pt x="3069833" y="848951"/>
                  </a:lnTo>
                  <a:lnTo>
                    <a:pt x="3103337" y="923017"/>
                  </a:lnTo>
                  <a:lnTo>
                    <a:pt x="3136739" y="1000692"/>
                  </a:lnTo>
                  <a:lnTo>
                    <a:pt x="3170106" y="1081718"/>
                  </a:lnTo>
                  <a:lnTo>
                    <a:pt x="3203484" y="1165763"/>
                  </a:lnTo>
                  <a:lnTo>
                    <a:pt x="3236899" y="1252424"/>
                  </a:lnTo>
                  <a:lnTo>
                    <a:pt x="3270363" y="1341233"/>
                  </a:lnTo>
                  <a:lnTo>
                    <a:pt x="3303872" y="1431668"/>
                  </a:lnTo>
                  <a:lnTo>
                    <a:pt x="3337415" y="1523164"/>
                  </a:lnTo>
                  <a:lnTo>
                    <a:pt x="3370974" y="1615125"/>
                  </a:lnTo>
                  <a:lnTo>
                    <a:pt x="3404528" y="1706945"/>
                  </a:lnTo>
                  <a:lnTo>
                    <a:pt x="3438057" y="1798020"/>
                  </a:lnTo>
                  <a:lnTo>
                    <a:pt x="3471546" y="1887767"/>
                  </a:lnTo>
                  <a:lnTo>
                    <a:pt x="3504986" y="1975639"/>
                  </a:lnTo>
                  <a:lnTo>
                    <a:pt x="3538382" y="2061138"/>
                  </a:lnTo>
                  <a:lnTo>
                    <a:pt x="3571751" y="2143825"/>
                  </a:lnTo>
                  <a:lnTo>
                    <a:pt x="3605127" y="2223329"/>
                  </a:lnTo>
                  <a:lnTo>
                    <a:pt x="3638567" y="2299354"/>
                  </a:lnTo>
                  <a:lnTo>
                    <a:pt x="3672148" y="2371676"/>
                  </a:lnTo>
                  <a:lnTo>
                    <a:pt x="3705974" y="2440146"/>
                  </a:lnTo>
                  <a:lnTo>
                    <a:pt x="3740178" y="2504688"/>
                  </a:lnTo>
                  <a:lnTo>
                    <a:pt x="3774927" y="2565290"/>
                  </a:lnTo>
                  <a:lnTo>
                    <a:pt x="3810426" y="2622000"/>
                  </a:lnTo>
                  <a:lnTo>
                    <a:pt x="3829811" y="2650775"/>
                  </a:lnTo>
                  <a:lnTo>
                    <a:pt x="3875818" y="2712994"/>
                  </a:lnTo>
                  <a:lnTo>
                    <a:pt x="3924165" y="2769477"/>
                  </a:lnTo>
                  <a:lnTo>
                    <a:pt x="3975541" y="2820462"/>
                  </a:lnTo>
                  <a:lnTo>
                    <a:pt x="4030702" y="2866385"/>
                  </a:lnTo>
                  <a:lnTo>
                    <a:pt x="4090422" y="2907754"/>
                  </a:lnTo>
                  <a:lnTo>
                    <a:pt x="4155449" y="2945078"/>
                  </a:lnTo>
                  <a:lnTo>
                    <a:pt x="4226437" y="2978824"/>
                  </a:lnTo>
                  <a:lnTo>
                    <a:pt x="4303867" y="3009391"/>
                  </a:lnTo>
                  <a:lnTo>
                    <a:pt x="4387923" y="3037094"/>
                  </a:lnTo>
                  <a:lnTo>
                    <a:pt x="4478360" y="3062162"/>
                  </a:lnTo>
                  <a:lnTo>
                    <a:pt x="4574329" y="3084732"/>
                  </a:lnTo>
                  <a:lnTo>
                    <a:pt x="4674230" y="3104856"/>
                  </a:lnTo>
                  <a:lnTo>
                    <a:pt x="4775616" y="3122522"/>
                  </a:lnTo>
                  <a:lnTo>
                    <a:pt x="4875218" y="3137679"/>
                  </a:lnTo>
                  <a:lnTo>
                    <a:pt x="4969166" y="3150277"/>
                  </a:lnTo>
                  <a:lnTo>
                    <a:pt x="5053432" y="3160314"/>
                  </a:lnTo>
                  <a:lnTo>
                    <a:pt x="5124437" y="3167880"/>
                  </a:lnTo>
                  <a:lnTo>
                    <a:pt x="5179719" y="3173179"/>
                  </a:lnTo>
                  <a:lnTo>
                    <a:pt x="5218452" y="3176535"/>
                  </a:lnTo>
                  <a:lnTo>
                    <a:pt x="5241695" y="3178362"/>
                  </a:lnTo>
                  <a:lnTo>
                    <a:pt x="5252347" y="3179125"/>
                  </a:lnTo>
                  <a:lnTo>
                    <a:pt x="5254955" y="3179296"/>
                  </a:lnTo>
                  <a:lnTo>
                    <a:pt x="6726343" y="3179296"/>
                  </a:lnTo>
                  <a:lnTo>
                    <a:pt x="6727580" y="3179299"/>
                  </a:lnTo>
                  <a:lnTo>
                    <a:pt x="6735701" y="3179324"/>
                  </a:lnTo>
                  <a:lnTo>
                    <a:pt x="6756118" y="3179393"/>
                  </a:lnTo>
                  <a:lnTo>
                    <a:pt x="6792490" y="3179528"/>
                  </a:lnTo>
                  <a:lnTo>
                    <a:pt x="6846436" y="3179750"/>
                  </a:lnTo>
                  <a:lnTo>
                    <a:pt x="6917421" y="3180076"/>
                  </a:lnTo>
                  <a:lnTo>
                    <a:pt x="7002979" y="3180517"/>
                  </a:lnTo>
                  <a:lnTo>
                    <a:pt x="7099285" y="3181077"/>
                  </a:lnTo>
                  <a:lnTo>
                    <a:pt x="7201922" y="3181757"/>
                  </a:lnTo>
                  <a:lnTo>
                    <a:pt x="7306610" y="3182554"/>
                  </a:lnTo>
                  <a:lnTo>
                    <a:pt x="7409734" y="3183465"/>
                  </a:lnTo>
                  <a:lnTo>
                    <a:pt x="7508608" y="3184492"/>
                  </a:lnTo>
                  <a:lnTo>
                    <a:pt x="7601511" y="3185635"/>
                  </a:lnTo>
                  <a:lnTo>
                    <a:pt x="7687565" y="3186902"/>
                  </a:lnTo>
                  <a:lnTo>
                    <a:pt x="7766557" y="3188305"/>
                  </a:lnTo>
                  <a:lnTo>
                    <a:pt x="7838745" y="3189858"/>
                  </a:lnTo>
                  <a:lnTo>
                    <a:pt x="7904700" y="3191583"/>
                  </a:lnTo>
                  <a:lnTo>
                    <a:pt x="7965168" y="3193503"/>
                  </a:lnTo>
                  <a:lnTo>
                    <a:pt x="8020986" y="3195641"/>
                  </a:lnTo>
                  <a:lnTo>
                    <a:pt x="8073006" y="3198022"/>
                  </a:lnTo>
                  <a:lnTo>
                    <a:pt x="8122041" y="3200665"/>
                  </a:lnTo>
                  <a:lnTo>
                    <a:pt x="8151487" y="3202453"/>
                  </a:lnTo>
                  <a:lnTo>
                    <a:pt x="8207588" y="3206288"/>
                  </a:lnTo>
                  <a:lnTo>
                    <a:pt x="8261847" y="3210542"/>
                  </a:lnTo>
                  <a:lnTo>
                    <a:pt x="8315012" y="3215221"/>
                  </a:lnTo>
                  <a:lnTo>
                    <a:pt x="8367615" y="3220313"/>
                  </a:lnTo>
                  <a:lnTo>
                    <a:pt x="8420010" y="3225786"/>
                  </a:lnTo>
                  <a:lnTo>
                    <a:pt x="8472413" y="3231591"/>
                  </a:lnTo>
                  <a:lnTo>
                    <a:pt x="8524918" y="3237656"/>
                  </a:lnTo>
                  <a:lnTo>
                    <a:pt x="8577533" y="3243897"/>
                  </a:lnTo>
                  <a:lnTo>
                    <a:pt x="8630208" y="3250217"/>
                  </a:lnTo>
                  <a:lnTo>
                    <a:pt x="8682864" y="3256514"/>
                  </a:lnTo>
                  <a:lnTo>
                    <a:pt x="8735432" y="3262686"/>
                  </a:lnTo>
                  <a:lnTo>
                    <a:pt x="8787885" y="3268641"/>
                  </a:lnTo>
                  <a:lnTo>
                    <a:pt x="8840266" y="3274301"/>
                  </a:lnTo>
                  <a:lnTo>
                    <a:pt x="8892722" y="3279605"/>
                  </a:lnTo>
                  <a:lnTo>
                    <a:pt x="8945528" y="3284510"/>
                  </a:lnTo>
                  <a:lnTo>
                    <a:pt x="8999117" y="3288995"/>
                  </a:lnTo>
                  <a:lnTo>
                    <a:pt x="9054113" y="3293055"/>
                  </a:lnTo>
                  <a:lnTo>
                    <a:pt x="9084767" y="3295080"/>
                  </a:lnTo>
                  <a:lnTo>
                    <a:pt x="9132312" y="3297891"/>
                  </a:lnTo>
                  <a:lnTo>
                    <a:pt x="9182377" y="3300434"/>
                  </a:lnTo>
                  <a:lnTo>
                    <a:pt x="9235723" y="3302721"/>
                  </a:lnTo>
                  <a:lnTo>
                    <a:pt x="9293186" y="3304775"/>
                  </a:lnTo>
                  <a:lnTo>
                    <a:pt x="9355619" y="3306618"/>
                  </a:lnTo>
                  <a:lnTo>
                    <a:pt x="9423832" y="3308276"/>
                  </a:lnTo>
                  <a:lnTo>
                    <a:pt x="9498521" y="3309771"/>
                  </a:lnTo>
                  <a:lnTo>
                    <a:pt x="9580154" y="3311121"/>
                  </a:lnTo>
                  <a:lnTo>
                    <a:pt x="9668834" y="3312341"/>
                  </a:lnTo>
                  <a:lnTo>
                    <a:pt x="9764123" y="3313440"/>
                  </a:lnTo>
                  <a:lnTo>
                    <a:pt x="9864844" y="3314423"/>
                  </a:lnTo>
                  <a:lnTo>
                    <a:pt x="9968922" y="3315292"/>
                  </a:lnTo>
                  <a:lnTo>
                    <a:pt x="10073309" y="3316045"/>
                  </a:lnTo>
                  <a:lnTo>
                    <a:pt x="10174093" y="3316680"/>
                  </a:lnTo>
                  <a:lnTo>
                    <a:pt x="10266869" y="3317195"/>
                  </a:lnTo>
                  <a:lnTo>
                    <a:pt x="10347349" y="3317592"/>
                  </a:lnTo>
                  <a:lnTo>
                    <a:pt x="10412134" y="3317877"/>
                  </a:lnTo>
                  <a:lnTo>
                    <a:pt x="10459433" y="3318064"/>
                  </a:lnTo>
                  <a:lnTo>
                    <a:pt x="10489513" y="3318172"/>
                  </a:lnTo>
                  <a:lnTo>
                    <a:pt x="10504786" y="3318222"/>
                  </a:lnTo>
                  <a:lnTo>
                    <a:pt x="10509602" y="3318236"/>
                  </a:lnTo>
                  <a:lnTo>
                    <a:pt x="10509911" y="3318237"/>
                  </a:lnTo>
                  <a:lnTo>
                    <a:pt x="11981298" y="3318237"/>
                  </a:lnTo>
                  <a:lnTo>
                    <a:pt x="11981298" y="3310064"/>
                  </a:lnTo>
                  <a:lnTo>
                    <a:pt x="10509911" y="3310064"/>
                  </a:lnTo>
                  <a:lnTo>
                    <a:pt x="10508673" y="3310060"/>
                  </a:lnTo>
                  <a:lnTo>
                    <a:pt x="10500553" y="3310035"/>
                  </a:lnTo>
                  <a:lnTo>
                    <a:pt x="10480135" y="3309967"/>
                  </a:lnTo>
                  <a:lnTo>
                    <a:pt x="10443763" y="3309832"/>
                  </a:lnTo>
                  <a:lnTo>
                    <a:pt x="10389817" y="3309609"/>
                  </a:lnTo>
                  <a:lnTo>
                    <a:pt x="10318832" y="3309283"/>
                  </a:lnTo>
                  <a:lnTo>
                    <a:pt x="10233274" y="3308843"/>
                  </a:lnTo>
                  <a:lnTo>
                    <a:pt x="10136968" y="3308283"/>
                  </a:lnTo>
                  <a:lnTo>
                    <a:pt x="10034331" y="3307603"/>
                  </a:lnTo>
                  <a:lnTo>
                    <a:pt x="9929643" y="3306806"/>
                  </a:lnTo>
                  <a:lnTo>
                    <a:pt x="9826520" y="3305894"/>
                  </a:lnTo>
                  <a:lnTo>
                    <a:pt x="9727645" y="3304868"/>
                  </a:lnTo>
                  <a:lnTo>
                    <a:pt x="9634742" y="3303725"/>
                  </a:lnTo>
                  <a:lnTo>
                    <a:pt x="9548688" y="3302458"/>
                  </a:lnTo>
                  <a:lnTo>
                    <a:pt x="9469697" y="3301055"/>
                  </a:lnTo>
                  <a:lnTo>
                    <a:pt x="9397508" y="3299501"/>
                  </a:lnTo>
                  <a:lnTo>
                    <a:pt x="9331553" y="3297776"/>
                  </a:lnTo>
                  <a:lnTo>
                    <a:pt x="9271085" y="3295857"/>
                  </a:lnTo>
                  <a:lnTo>
                    <a:pt x="9215267" y="3293719"/>
                  </a:lnTo>
                  <a:lnTo>
                    <a:pt x="9163247" y="3291338"/>
                  </a:lnTo>
                  <a:lnTo>
                    <a:pt x="9114212" y="3288695"/>
                  </a:lnTo>
                  <a:lnTo>
                    <a:pt x="9084767" y="3286907"/>
                  </a:lnTo>
                  <a:lnTo>
                    <a:pt x="9028665" y="3283072"/>
                  </a:lnTo>
                  <a:lnTo>
                    <a:pt x="8974406" y="3278818"/>
                  </a:lnTo>
                  <a:lnTo>
                    <a:pt x="8921241" y="3274139"/>
                  </a:lnTo>
                  <a:lnTo>
                    <a:pt x="8868639" y="3269047"/>
                  </a:lnTo>
                  <a:lnTo>
                    <a:pt x="8816243" y="3263573"/>
                  </a:lnTo>
                  <a:lnTo>
                    <a:pt x="8763841" y="3257769"/>
                  </a:lnTo>
                  <a:lnTo>
                    <a:pt x="8711335" y="3251704"/>
                  </a:lnTo>
                  <a:lnTo>
                    <a:pt x="8658720" y="3245462"/>
                  </a:lnTo>
                  <a:lnTo>
                    <a:pt x="8606045" y="3239142"/>
                  </a:lnTo>
                  <a:lnTo>
                    <a:pt x="8553389" y="3232846"/>
                  </a:lnTo>
                  <a:lnTo>
                    <a:pt x="8500821" y="3226674"/>
                  </a:lnTo>
                  <a:lnTo>
                    <a:pt x="8448369" y="3220718"/>
                  </a:lnTo>
                  <a:lnTo>
                    <a:pt x="8395988" y="3215058"/>
                  </a:lnTo>
                  <a:lnTo>
                    <a:pt x="8343532" y="3209755"/>
                  </a:lnTo>
                  <a:lnTo>
                    <a:pt x="8290725" y="3204850"/>
                  </a:lnTo>
                  <a:lnTo>
                    <a:pt x="8237136" y="3200365"/>
                  </a:lnTo>
                  <a:lnTo>
                    <a:pt x="8182140" y="3196304"/>
                  </a:lnTo>
                  <a:lnTo>
                    <a:pt x="8151487" y="3194280"/>
                  </a:lnTo>
                  <a:lnTo>
                    <a:pt x="8103941" y="3191469"/>
                  </a:lnTo>
                  <a:lnTo>
                    <a:pt x="8053876" y="3188926"/>
                  </a:lnTo>
                  <a:lnTo>
                    <a:pt x="8000530" y="3186638"/>
                  </a:lnTo>
                  <a:lnTo>
                    <a:pt x="7943067" y="3184585"/>
                  </a:lnTo>
                  <a:lnTo>
                    <a:pt x="7880635" y="3182742"/>
                  </a:lnTo>
                  <a:lnTo>
                    <a:pt x="7812421" y="3181083"/>
                  </a:lnTo>
                  <a:lnTo>
                    <a:pt x="7737732" y="3179588"/>
                  </a:lnTo>
                  <a:lnTo>
                    <a:pt x="7656099" y="3178238"/>
                  </a:lnTo>
                  <a:lnTo>
                    <a:pt x="7567419" y="3177019"/>
                  </a:lnTo>
                  <a:lnTo>
                    <a:pt x="7472131" y="3175920"/>
                  </a:lnTo>
                  <a:lnTo>
                    <a:pt x="7371409" y="3174937"/>
                  </a:lnTo>
                  <a:lnTo>
                    <a:pt x="7267331" y="3174068"/>
                  </a:lnTo>
                  <a:lnTo>
                    <a:pt x="7162945" y="3173315"/>
                  </a:lnTo>
                  <a:lnTo>
                    <a:pt x="7062160" y="3172680"/>
                  </a:lnTo>
                  <a:lnTo>
                    <a:pt x="6969384" y="3172165"/>
                  </a:lnTo>
                  <a:lnTo>
                    <a:pt x="6888905" y="3171768"/>
                  </a:lnTo>
                  <a:lnTo>
                    <a:pt x="6824119" y="3171483"/>
                  </a:lnTo>
                  <a:lnTo>
                    <a:pt x="6776820" y="3171295"/>
                  </a:lnTo>
                  <a:lnTo>
                    <a:pt x="6746741" y="3171188"/>
                  </a:lnTo>
                  <a:lnTo>
                    <a:pt x="6731467" y="3171138"/>
                  </a:lnTo>
                  <a:lnTo>
                    <a:pt x="6726651" y="3171124"/>
                  </a:lnTo>
                  <a:lnTo>
                    <a:pt x="6726343" y="3171123"/>
                  </a:lnTo>
                  <a:lnTo>
                    <a:pt x="5254955" y="3171123"/>
                  </a:lnTo>
                  <a:lnTo>
                    <a:pt x="5253829" y="3171051"/>
                  </a:lnTo>
                  <a:lnTo>
                    <a:pt x="5246427" y="3170536"/>
                  </a:lnTo>
                  <a:lnTo>
                    <a:pt x="5227760" y="3169114"/>
                  </a:lnTo>
                  <a:lnTo>
                    <a:pt x="5194370" y="3166314"/>
                  </a:lnTo>
                  <a:lnTo>
                    <a:pt x="5144568" y="3161699"/>
                  </a:lnTo>
                  <a:lnTo>
                    <a:pt x="5078570" y="3154914"/>
                  </a:lnTo>
                  <a:lnTo>
                    <a:pt x="4998343" y="3145710"/>
                  </a:lnTo>
                  <a:lnTo>
                    <a:pt x="4907164" y="3133964"/>
                  </a:lnTo>
                  <a:lnTo>
                    <a:pt x="4808987" y="3119651"/>
                  </a:lnTo>
                  <a:lnTo>
                    <a:pt x="4707794" y="3102809"/>
                  </a:lnTo>
                  <a:lnTo>
                    <a:pt x="4607087" y="3083495"/>
                  </a:lnTo>
                  <a:lnTo>
                    <a:pt x="4509598" y="3061738"/>
                  </a:lnTo>
                  <a:lnTo>
                    <a:pt x="4417201" y="3037508"/>
                  </a:lnTo>
                  <a:lnTo>
                    <a:pt x="4330977" y="3010698"/>
                  </a:lnTo>
                  <a:lnTo>
                    <a:pt x="4251355" y="2981110"/>
                  </a:lnTo>
                  <a:lnTo>
                    <a:pt x="4178275" y="2948458"/>
                  </a:lnTo>
                  <a:lnTo>
                    <a:pt x="4111339" y="2912368"/>
                  </a:lnTo>
                  <a:lnTo>
                    <a:pt x="4049941" y="2872394"/>
                  </a:lnTo>
                  <a:lnTo>
                    <a:pt x="3993355" y="2828037"/>
                  </a:lnTo>
                  <a:lnTo>
                    <a:pt x="3940811" y="2778783"/>
                  </a:lnTo>
                  <a:lnTo>
                    <a:pt x="3891541" y="2724160"/>
                  </a:lnTo>
                  <a:lnTo>
                    <a:pt x="3844830" y="2663849"/>
                  </a:lnTo>
                  <a:lnTo>
                    <a:pt x="3829811" y="2642602"/>
                  </a:lnTo>
                  <a:lnTo>
                    <a:pt x="3793811" y="2587935"/>
                  </a:lnTo>
                  <a:lnTo>
                    <a:pt x="3758689" y="2529425"/>
                  </a:lnTo>
                  <a:lnTo>
                    <a:pt x="3724217" y="2466994"/>
                  </a:lnTo>
                  <a:lnTo>
                    <a:pt x="3690207" y="2400620"/>
                  </a:lnTo>
                  <a:lnTo>
                    <a:pt x="3656509" y="2330344"/>
                  </a:lnTo>
                  <a:lnTo>
                    <a:pt x="3623005" y="2256278"/>
                  </a:lnTo>
                  <a:lnTo>
                    <a:pt x="3589603" y="2178603"/>
                  </a:lnTo>
                  <a:lnTo>
                    <a:pt x="3556236" y="2097577"/>
                  </a:lnTo>
                  <a:lnTo>
                    <a:pt x="3522858" y="2013532"/>
                  </a:lnTo>
                  <a:lnTo>
                    <a:pt x="3489443" y="1926872"/>
                  </a:lnTo>
                  <a:lnTo>
                    <a:pt x="3455979" y="1838062"/>
                  </a:lnTo>
                  <a:lnTo>
                    <a:pt x="3422470" y="1747627"/>
                  </a:lnTo>
                  <a:lnTo>
                    <a:pt x="3388927" y="1656132"/>
                  </a:lnTo>
                  <a:lnTo>
                    <a:pt x="3355368" y="1564170"/>
                  </a:lnTo>
                  <a:lnTo>
                    <a:pt x="3321814" y="1472351"/>
                  </a:lnTo>
                  <a:lnTo>
                    <a:pt x="3288285" y="1381276"/>
                  </a:lnTo>
                  <a:lnTo>
                    <a:pt x="3254796" y="1291528"/>
                  </a:lnTo>
                  <a:lnTo>
                    <a:pt x="3221356" y="1203656"/>
                  </a:lnTo>
                  <a:lnTo>
                    <a:pt x="3187960" y="1118158"/>
                  </a:lnTo>
                  <a:lnTo>
                    <a:pt x="3154592" y="1035471"/>
                  </a:lnTo>
                  <a:lnTo>
                    <a:pt x="3121215" y="955966"/>
                  </a:lnTo>
                  <a:lnTo>
                    <a:pt x="3087775" y="879942"/>
                  </a:lnTo>
                  <a:lnTo>
                    <a:pt x="3054194" y="807620"/>
                  </a:lnTo>
                  <a:lnTo>
                    <a:pt x="3020368" y="739149"/>
                  </a:lnTo>
                  <a:lnTo>
                    <a:pt x="2986164" y="674607"/>
                  </a:lnTo>
                  <a:lnTo>
                    <a:pt x="2951415" y="614006"/>
                  </a:lnTo>
                  <a:lnTo>
                    <a:pt x="2915916" y="557296"/>
                  </a:lnTo>
                  <a:lnTo>
                    <a:pt x="2896531" y="528520"/>
                  </a:lnTo>
                  <a:lnTo>
                    <a:pt x="2850524" y="466301"/>
                  </a:lnTo>
                  <a:lnTo>
                    <a:pt x="2802177" y="409818"/>
                  </a:lnTo>
                  <a:lnTo>
                    <a:pt x="2750801" y="358833"/>
                  </a:lnTo>
                  <a:lnTo>
                    <a:pt x="2695641" y="312910"/>
                  </a:lnTo>
                  <a:lnTo>
                    <a:pt x="2635920" y="271542"/>
                  </a:lnTo>
                  <a:lnTo>
                    <a:pt x="2570893" y="234218"/>
                  </a:lnTo>
                  <a:lnTo>
                    <a:pt x="2499905" y="200472"/>
                  </a:lnTo>
                  <a:lnTo>
                    <a:pt x="2422476" y="169905"/>
                  </a:lnTo>
                  <a:lnTo>
                    <a:pt x="2338419" y="142201"/>
                  </a:lnTo>
                  <a:lnTo>
                    <a:pt x="2247982" y="117133"/>
                  </a:lnTo>
                  <a:lnTo>
                    <a:pt x="2152014" y="94564"/>
                  </a:lnTo>
                  <a:lnTo>
                    <a:pt x="2052112" y="74440"/>
                  </a:lnTo>
                  <a:lnTo>
                    <a:pt x="1950726" y="56773"/>
                  </a:lnTo>
                  <a:lnTo>
                    <a:pt x="1851124" y="41616"/>
                  </a:lnTo>
                  <a:lnTo>
                    <a:pt x="1757176" y="29018"/>
                  </a:lnTo>
                  <a:lnTo>
                    <a:pt x="1672911" y="18981"/>
                  </a:lnTo>
                  <a:lnTo>
                    <a:pt x="1601905" y="11416"/>
                  </a:lnTo>
                  <a:lnTo>
                    <a:pt x="1546623" y="6117"/>
                  </a:lnTo>
                  <a:lnTo>
                    <a:pt x="1507890" y="2761"/>
                  </a:lnTo>
                  <a:lnTo>
                    <a:pt x="1484647" y="933"/>
                  </a:lnTo>
                  <a:lnTo>
                    <a:pt x="1473996" y="171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465" name="pl465"/>
            <p:cNvSpPr/>
            <p:nvPr/>
          </p:nvSpPr>
          <p:spPr>
            <a:xfrm>
              <a:off x="4799595" y="5813416"/>
              <a:ext cx="11981298" cy="3310064"/>
            </a:xfrm>
            <a:custGeom>
              <a:avLst/>
              <a:pathLst>
                <a:path w="11981298" h="3310064">
                  <a:moveTo>
                    <a:pt x="0" y="0"/>
                  </a:moveTo>
                  <a:lnTo>
                    <a:pt x="1471387" y="0"/>
                  </a:lnTo>
                  <a:lnTo>
                    <a:pt x="1472513" y="72"/>
                  </a:lnTo>
                  <a:lnTo>
                    <a:pt x="1479915" y="586"/>
                  </a:lnTo>
                  <a:lnTo>
                    <a:pt x="1498582" y="2008"/>
                  </a:lnTo>
                  <a:lnTo>
                    <a:pt x="1531973" y="4809"/>
                  </a:lnTo>
                  <a:lnTo>
                    <a:pt x="1581774" y="9423"/>
                  </a:lnTo>
                  <a:lnTo>
                    <a:pt x="1647772" y="16209"/>
                  </a:lnTo>
                  <a:lnTo>
                    <a:pt x="1728000" y="25412"/>
                  </a:lnTo>
                  <a:lnTo>
                    <a:pt x="1819178" y="37158"/>
                  </a:lnTo>
                  <a:lnTo>
                    <a:pt x="1917355" y="51472"/>
                  </a:lnTo>
                  <a:lnTo>
                    <a:pt x="2018548" y="68313"/>
                  </a:lnTo>
                  <a:lnTo>
                    <a:pt x="2119255" y="87627"/>
                  </a:lnTo>
                  <a:lnTo>
                    <a:pt x="2216744" y="109384"/>
                  </a:lnTo>
                  <a:lnTo>
                    <a:pt x="2309141" y="133614"/>
                  </a:lnTo>
                  <a:lnTo>
                    <a:pt x="2395365" y="160424"/>
                  </a:lnTo>
                  <a:lnTo>
                    <a:pt x="2474987" y="190012"/>
                  </a:lnTo>
                  <a:lnTo>
                    <a:pt x="2548068" y="222665"/>
                  </a:lnTo>
                  <a:lnTo>
                    <a:pt x="2615003" y="258755"/>
                  </a:lnTo>
                  <a:lnTo>
                    <a:pt x="2676402" y="298728"/>
                  </a:lnTo>
                  <a:lnTo>
                    <a:pt x="2732987" y="343085"/>
                  </a:lnTo>
                  <a:lnTo>
                    <a:pt x="2785531" y="392340"/>
                  </a:lnTo>
                  <a:lnTo>
                    <a:pt x="2834801" y="446962"/>
                  </a:lnTo>
                  <a:lnTo>
                    <a:pt x="2881513" y="507273"/>
                  </a:lnTo>
                  <a:lnTo>
                    <a:pt x="2896531" y="528520"/>
                  </a:lnTo>
                  <a:lnTo>
                    <a:pt x="2932531" y="583187"/>
                  </a:lnTo>
                  <a:lnTo>
                    <a:pt x="2967653" y="641697"/>
                  </a:lnTo>
                  <a:lnTo>
                    <a:pt x="3002126" y="704128"/>
                  </a:lnTo>
                  <a:lnTo>
                    <a:pt x="3036135" y="770502"/>
                  </a:lnTo>
                  <a:lnTo>
                    <a:pt x="3069833" y="840778"/>
                  </a:lnTo>
                  <a:lnTo>
                    <a:pt x="3103337" y="914844"/>
                  </a:lnTo>
                  <a:lnTo>
                    <a:pt x="3136739" y="992519"/>
                  </a:lnTo>
                  <a:lnTo>
                    <a:pt x="3170106" y="1073545"/>
                  </a:lnTo>
                  <a:lnTo>
                    <a:pt x="3203484" y="1157590"/>
                  </a:lnTo>
                  <a:lnTo>
                    <a:pt x="3236899" y="1244251"/>
                  </a:lnTo>
                  <a:lnTo>
                    <a:pt x="3270363" y="1333060"/>
                  </a:lnTo>
                  <a:lnTo>
                    <a:pt x="3303872" y="1423495"/>
                  </a:lnTo>
                  <a:lnTo>
                    <a:pt x="3337415" y="1514991"/>
                  </a:lnTo>
                  <a:lnTo>
                    <a:pt x="3370974" y="1606952"/>
                  </a:lnTo>
                  <a:lnTo>
                    <a:pt x="3404528" y="1698772"/>
                  </a:lnTo>
                  <a:lnTo>
                    <a:pt x="3438057" y="1789847"/>
                  </a:lnTo>
                  <a:lnTo>
                    <a:pt x="3471546" y="1879594"/>
                  </a:lnTo>
                  <a:lnTo>
                    <a:pt x="3504986" y="1967466"/>
                  </a:lnTo>
                  <a:lnTo>
                    <a:pt x="3538382" y="2052965"/>
                  </a:lnTo>
                  <a:lnTo>
                    <a:pt x="3571751" y="2135652"/>
                  </a:lnTo>
                  <a:lnTo>
                    <a:pt x="3605127" y="2215156"/>
                  </a:lnTo>
                  <a:lnTo>
                    <a:pt x="3638567" y="2291181"/>
                  </a:lnTo>
                  <a:lnTo>
                    <a:pt x="3672148" y="2363503"/>
                  </a:lnTo>
                  <a:lnTo>
                    <a:pt x="3705974" y="2431973"/>
                  </a:lnTo>
                  <a:lnTo>
                    <a:pt x="3740178" y="2496515"/>
                  </a:lnTo>
                  <a:lnTo>
                    <a:pt x="3774927" y="2557117"/>
                  </a:lnTo>
                  <a:lnTo>
                    <a:pt x="3810426" y="2613827"/>
                  </a:lnTo>
                  <a:lnTo>
                    <a:pt x="3829811" y="2642602"/>
                  </a:lnTo>
                  <a:lnTo>
                    <a:pt x="3875818" y="2704821"/>
                  </a:lnTo>
                  <a:lnTo>
                    <a:pt x="3924165" y="2761304"/>
                  </a:lnTo>
                  <a:lnTo>
                    <a:pt x="3975541" y="2812289"/>
                  </a:lnTo>
                  <a:lnTo>
                    <a:pt x="4030702" y="2858212"/>
                  </a:lnTo>
                  <a:lnTo>
                    <a:pt x="4090422" y="2899581"/>
                  </a:lnTo>
                  <a:lnTo>
                    <a:pt x="4155449" y="2936905"/>
                  </a:lnTo>
                  <a:lnTo>
                    <a:pt x="4226437" y="2970651"/>
                  </a:lnTo>
                  <a:lnTo>
                    <a:pt x="4303867" y="3001218"/>
                  </a:lnTo>
                  <a:lnTo>
                    <a:pt x="4387923" y="3028921"/>
                  </a:lnTo>
                  <a:lnTo>
                    <a:pt x="4478360" y="3053989"/>
                  </a:lnTo>
                  <a:lnTo>
                    <a:pt x="4574329" y="3076559"/>
                  </a:lnTo>
                  <a:lnTo>
                    <a:pt x="4674230" y="3096683"/>
                  </a:lnTo>
                  <a:lnTo>
                    <a:pt x="4775616" y="3114349"/>
                  </a:lnTo>
                  <a:lnTo>
                    <a:pt x="4875218" y="3129506"/>
                  </a:lnTo>
                  <a:lnTo>
                    <a:pt x="4969166" y="3142104"/>
                  </a:lnTo>
                  <a:lnTo>
                    <a:pt x="5053432" y="3152141"/>
                  </a:lnTo>
                  <a:lnTo>
                    <a:pt x="5124437" y="3159707"/>
                  </a:lnTo>
                  <a:lnTo>
                    <a:pt x="5179719" y="3165006"/>
                  </a:lnTo>
                  <a:lnTo>
                    <a:pt x="5218452" y="3168362"/>
                  </a:lnTo>
                  <a:lnTo>
                    <a:pt x="5241695" y="3170189"/>
                  </a:lnTo>
                  <a:lnTo>
                    <a:pt x="5252347" y="3170952"/>
                  </a:lnTo>
                  <a:lnTo>
                    <a:pt x="5254913" y="3171120"/>
                  </a:lnTo>
                  <a:lnTo>
                    <a:pt x="5254955" y="3171123"/>
                  </a:lnTo>
                  <a:lnTo>
                    <a:pt x="6726343" y="3171123"/>
                  </a:lnTo>
                  <a:lnTo>
                    <a:pt x="6727580" y="3171126"/>
                  </a:lnTo>
                  <a:lnTo>
                    <a:pt x="6735701" y="3171151"/>
                  </a:lnTo>
                  <a:lnTo>
                    <a:pt x="6756118" y="3171220"/>
                  </a:lnTo>
                  <a:lnTo>
                    <a:pt x="6792490" y="3171355"/>
                  </a:lnTo>
                  <a:lnTo>
                    <a:pt x="6846436" y="3171577"/>
                  </a:lnTo>
                  <a:lnTo>
                    <a:pt x="6917421" y="3171903"/>
                  </a:lnTo>
                  <a:lnTo>
                    <a:pt x="7002979" y="3172344"/>
                  </a:lnTo>
                  <a:lnTo>
                    <a:pt x="7099285" y="3172904"/>
                  </a:lnTo>
                  <a:lnTo>
                    <a:pt x="7201922" y="3173584"/>
                  </a:lnTo>
                  <a:lnTo>
                    <a:pt x="7306610" y="3174381"/>
                  </a:lnTo>
                  <a:lnTo>
                    <a:pt x="7409734" y="3175292"/>
                  </a:lnTo>
                  <a:lnTo>
                    <a:pt x="7508608" y="3176319"/>
                  </a:lnTo>
                  <a:lnTo>
                    <a:pt x="7601511" y="3177462"/>
                  </a:lnTo>
                  <a:lnTo>
                    <a:pt x="7687565" y="3178729"/>
                  </a:lnTo>
                  <a:lnTo>
                    <a:pt x="7766557" y="3180132"/>
                  </a:lnTo>
                  <a:lnTo>
                    <a:pt x="7838745" y="3181685"/>
                  </a:lnTo>
                  <a:lnTo>
                    <a:pt x="7904700" y="3183410"/>
                  </a:lnTo>
                  <a:lnTo>
                    <a:pt x="7965168" y="3185330"/>
                  </a:lnTo>
                  <a:lnTo>
                    <a:pt x="8020986" y="3187468"/>
                  </a:lnTo>
                  <a:lnTo>
                    <a:pt x="8073006" y="3189849"/>
                  </a:lnTo>
                  <a:lnTo>
                    <a:pt x="8122041" y="3192492"/>
                  </a:lnTo>
                  <a:lnTo>
                    <a:pt x="8151487" y="3194280"/>
                  </a:lnTo>
                  <a:lnTo>
                    <a:pt x="8207588" y="3198115"/>
                  </a:lnTo>
                  <a:lnTo>
                    <a:pt x="8261847" y="3202369"/>
                  </a:lnTo>
                  <a:lnTo>
                    <a:pt x="8315012" y="3207048"/>
                  </a:lnTo>
                  <a:lnTo>
                    <a:pt x="8367615" y="3212140"/>
                  </a:lnTo>
                  <a:lnTo>
                    <a:pt x="8420010" y="3217613"/>
                  </a:lnTo>
                  <a:lnTo>
                    <a:pt x="8472413" y="3223418"/>
                  </a:lnTo>
                  <a:lnTo>
                    <a:pt x="8524918" y="3229483"/>
                  </a:lnTo>
                  <a:lnTo>
                    <a:pt x="8577533" y="3235724"/>
                  </a:lnTo>
                  <a:lnTo>
                    <a:pt x="8630208" y="3242044"/>
                  </a:lnTo>
                  <a:lnTo>
                    <a:pt x="8682864" y="3248341"/>
                  </a:lnTo>
                  <a:lnTo>
                    <a:pt x="8735432" y="3254513"/>
                  </a:lnTo>
                  <a:lnTo>
                    <a:pt x="8787885" y="3260468"/>
                  </a:lnTo>
                  <a:lnTo>
                    <a:pt x="8840266" y="3266128"/>
                  </a:lnTo>
                  <a:lnTo>
                    <a:pt x="8892722" y="3271432"/>
                  </a:lnTo>
                  <a:lnTo>
                    <a:pt x="8945528" y="3276337"/>
                  </a:lnTo>
                  <a:lnTo>
                    <a:pt x="8999117" y="3280822"/>
                  </a:lnTo>
                  <a:lnTo>
                    <a:pt x="9054113" y="3284882"/>
                  </a:lnTo>
                  <a:lnTo>
                    <a:pt x="9084767" y="3286907"/>
                  </a:lnTo>
                  <a:lnTo>
                    <a:pt x="9132312" y="3289718"/>
                  </a:lnTo>
                  <a:lnTo>
                    <a:pt x="9182377" y="3292261"/>
                  </a:lnTo>
                  <a:lnTo>
                    <a:pt x="9235723" y="3294548"/>
                  </a:lnTo>
                  <a:lnTo>
                    <a:pt x="9293186" y="3296602"/>
                  </a:lnTo>
                  <a:lnTo>
                    <a:pt x="9355619" y="3298445"/>
                  </a:lnTo>
                  <a:lnTo>
                    <a:pt x="9423832" y="3300103"/>
                  </a:lnTo>
                  <a:lnTo>
                    <a:pt x="9498521" y="3301598"/>
                  </a:lnTo>
                  <a:lnTo>
                    <a:pt x="9580154" y="3302948"/>
                  </a:lnTo>
                  <a:lnTo>
                    <a:pt x="9668834" y="3304168"/>
                  </a:lnTo>
                  <a:lnTo>
                    <a:pt x="9764123" y="3305267"/>
                  </a:lnTo>
                  <a:lnTo>
                    <a:pt x="9864844" y="3306250"/>
                  </a:lnTo>
                  <a:lnTo>
                    <a:pt x="9968922" y="3307119"/>
                  </a:lnTo>
                  <a:lnTo>
                    <a:pt x="10073309" y="3307872"/>
                  </a:lnTo>
                  <a:lnTo>
                    <a:pt x="10174093" y="3308507"/>
                  </a:lnTo>
                  <a:lnTo>
                    <a:pt x="10266869" y="3309022"/>
                  </a:lnTo>
                  <a:lnTo>
                    <a:pt x="10347349" y="3309419"/>
                  </a:lnTo>
                  <a:lnTo>
                    <a:pt x="10412134" y="3309704"/>
                  </a:lnTo>
                  <a:lnTo>
                    <a:pt x="10459433" y="3309891"/>
                  </a:lnTo>
                  <a:lnTo>
                    <a:pt x="10489513" y="3309999"/>
                  </a:lnTo>
                  <a:lnTo>
                    <a:pt x="10504786" y="3310049"/>
                  </a:lnTo>
                  <a:lnTo>
                    <a:pt x="10509602" y="3310063"/>
                  </a:lnTo>
                  <a:lnTo>
                    <a:pt x="10509911" y="3310064"/>
                  </a:lnTo>
                  <a:lnTo>
                    <a:pt x="11981298" y="331006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66" name="pl466"/>
            <p:cNvSpPr/>
            <p:nvPr/>
          </p:nvSpPr>
          <p:spPr>
            <a:xfrm>
              <a:off x="4799595" y="5805243"/>
              <a:ext cx="11981298" cy="3310064"/>
            </a:xfrm>
            <a:custGeom>
              <a:avLst/>
              <a:pathLst>
                <a:path w="11981298" h="3310064">
                  <a:moveTo>
                    <a:pt x="11981298" y="3310064"/>
                  </a:moveTo>
                  <a:lnTo>
                    <a:pt x="10509911" y="3310064"/>
                  </a:lnTo>
                  <a:lnTo>
                    <a:pt x="10508673" y="3310060"/>
                  </a:lnTo>
                  <a:lnTo>
                    <a:pt x="10500553" y="3310035"/>
                  </a:lnTo>
                  <a:lnTo>
                    <a:pt x="10480135" y="3309967"/>
                  </a:lnTo>
                  <a:lnTo>
                    <a:pt x="10443763" y="3309832"/>
                  </a:lnTo>
                  <a:lnTo>
                    <a:pt x="10389817" y="3309609"/>
                  </a:lnTo>
                  <a:lnTo>
                    <a:pt x="10318832" y="3309283"/>
                  </a:lnTo>
                  <a:lnTo>
                    <a:pt x="10233274" y="3308843"/>
                  </a:lnTo>
                  <a:lnTo>
                    <a:pt x="10136968" y="3308283"/>
                  </a:lnTo>
                  <a:lnTo>
                    <a:pt x="10034331" y="3307603"/>
                  </a:lnTo>
                  <a:lnTo>
                    <a:pt x="9929643" y="3306806"/>
                  </a:lnTo>
                  <a:lnTo>
                    <a:pt x="9826520" y="3305894"/>
                  </a:lnTo>
                  <a:lnTo>
                    <a:pt x="9727645" y="3304868"/>
                  </a:lnTo>
                  <a:lnTo>
                    <a:pt x="9634742" y="3303725"/>
                  </a:lnTo>
                  <a:lnTo>
                    <a:pt x="9548688" y="3302458"/>
                  </a:lnTo>
                  <a:lnTo>
                    <a:pt x="9469697" y="3301055"/>
                  </a:lnTo>
                  <a:lnTo>
                    <a:pt x="9397508" y="3299501"/>
                  </a:lnTo>
                  <a:lnTo>
                    <a:pt x="9331553" y="3297776"/>
                  </a:lnTo>
                  <a:lnTo>
                    <a:pt x="9271085" y="3295857"/>
                  </a:lnTo>
                  <a:lnTo>
                    <a:pt x="9215267" y="3293719"/>
                  </a:lnTo>
                  <a:lnTo>
                    <a:pt x="9163247" y="3291338"/>
                  </a:lnTo>
                  <a:lnTo>
                    <a:pt x="9114212" y="3288695"/>
                  </a:lnTo>
                  <a:lnTo>
                    <a:pt x="9084767" y="3286907"/>
                  </a:lnTo>
                  <a:lnTo>
                    <a:pt x="9028665" y="3283072"/>
                  </a:lnTo>
                  <a:lnTo>
                    <a:pt x="8974406" y="3278818"/>
                  </a:lnTo>
                  <a:lnTo>
                    <a:pt x="8921241" y="3274139"/>
                  </a:lnTo>
                  <a:lnTo>
                    <a:pt x="8868639" y="3269047"/>
                  </a:lnTo>
                  <a:lnTo>
                    <a:pt x="8816243" y="3263573"/>
                  </a:lnTo>
                  <a:lnTo>
                    <a:pt x="8763841" y="3257769"/>
                  </a:lnTo>
                  <a:lnTo>
                    <a:pt x="8711335" y="3251704"/>
                  </a:lnTo>
                  <a:lnTo>
                    <a:pt x="8658720" y="3245462"/>
                  </a:lnTo>
                  <a:lnTo>
                    <a:pt x="8606045" y="3239142"/>
                  </a:lnTo>
                  <a:lnTo>
                    <a:pt x="8553389" y="3232846"/>
                  </a:lnTo>
                  <a:lnTo>
                    <a:pt x="8500821" y="3226674"/>
                  </a:lnTo>
                  <a:lnTo>
                    <a:pt x="8448369" y="3220718"/>
                  </a:lnTo>
                  <a:lnTo>
                    <a:pt x="8395988" y="3215058"/>
                  </a:lnTo>
                  <a:lnTo>
                    <a:pt x="8343532" y="3209755"/>
                  </a:lnTo>
                  <a:lnTo>
                    <a:pt x="8290725" y="3204850"/>
                  </a:lnTo>
                  <a:lnTo>
                    <a:pt x="8237136" y="3200365"/>
                  </a:lnTo>
                  <a:lnTo>
                    <a:pt x="8182140" y="3196304"/>
                  </a:lnTo>
                  <a:lnTo>
                    <a:pt x="8151487" y="3194280"/>
                  </a:lnTo>
                  <a:lnTo>
                    <a:pt x="8103941" y="3191469"/>
                  </a:lnTo>
                  <a:lnTo>
                    <a:pt x="8053876" y="3188926"/>
                  </a:lnTo>
                  <a:lnTo>
                    <a:pt x="8000530" y="3186638"/>
                  </a:lnTo>
                  <a:lnTo>
                    <a:pt x="7943067" y="3184585"/>
                  </a:lnTo>
                  <a:lnTo>
                    <a:pt x="7880635" y="3182742"/>
                  </a:lnTo>
                  <a:lnTo>
                    <a:pt x="7812421" y="3181083"/>
                  </a:lnTo>
                  <a:lnTo>
                    <a:pt x="7737732" y="3179588"/>
                  </a:lnTo>
                  <a:lnTo>
                    <a:pt x="7656099" y="3178238"/>
                  </a:lnTo>
                  <a:lnTo>
                    <a:pt x="7567419" y="3177019"/>
                  </a:lnTo>
                  <a:lnTo>
                    <a:pt x="7472131" y="3175920"/>
                  </a:lnTo>
                  <a:lnTo>
                    <a:pt x="7371409" y="3174937"/>
                  </a:lnTo>
                  <a:lnTo>
                    <a:pt x="7267331" y="3174068"/>
                  </a:lnTo>
                  <a:lnTo>
                    <a:pt x="7162945" y="3173315"/>
                  </a:lnTo>
                  <a:lnTo>
                    <a:pt x="7062160" y="3172680"/>
                  </a:lnTo>
                  <a:lnTo>
                    <a:pt x="6969384" y="3172165"/>
                  </a:lnTo>
                  <a:lnTo>
                    <a:pt x="6888905" y="3171768"/>
                  </a:lnTo>
                  <a:lnTo>
                    <a:pt x="6824119" y="3171483"/>
                  </a:lnTo>
                  <a:lnTo>
                    <a:pt x="6776820" y="3171295"/>
                  </a:lnTo>
                  <a:lnTo>
                    <a:pt x="6746741" y="3171188"/>
                  </a:lnTo>
                  <a:lnTo>
                    <a:pt x="6731467" y="3171138"/>
                  </a:lnTo>
                  <a:lnTo>
                    <a:pt x="6726651" y="3171124"/>
                  </a:lnTo>
                  <a:lnTo>
                    <a:pt x="6726343" y="3171123"/>
                  </a:lnTo>
                  <a:lnTo>
                    <a:pt x="5254955" y="3171123"/>
                  </a:lnTo>
                  <a:lnTo>
                    <a:pt x="5253829" y="3171051"/>
                  </a:lnTo>
                  <a:lnTo>
                    <a:pt x="5246427" y="3170536"/>
                  </a:lnTo>
                  <a:lnTo>
                    <a:pt x="5227760" y="3169114"/>
                  </a:lnTo>
                  <a:lnTo>
                    <a:pt x="5194370" y="3166314"/>
                  </a:lnTo>
                  <a:lnTo>
                    <a:pt x="5144568" y="3161699"/>
                  </a:lnTo>
                  <a:lnTo>
                    <a:pt x="5078570" y="3154914"/>
                  </a:lnTo>
                  <a:lnTo>
                    <a:pt x="4998343" y="3145710"/>
                  </a:lnTo>
                  <a:lnTo>
                    <a:pt x="4907164" y="3133964"/>
                  </a:lnTo>
                  <a:lnTo>
                    <a:pt x="4808987" y="3119651"/>
                  </a:lnTo>
                  <a:lnTo>
                    <a:pt x="4707794" y="3102809"/>
                  </a:lnTo>
                  <a:lnTo>
                    <a:pt x="4607087" y="3083495"/>
                  </a:lnTo>
                  <a:lnTo>
                    <a:pt x="4509598" y="3061738"/>
                  </a:lnTo>
                  <a:lnTo>
                    <a:pt x="4417201" y="3037508"/>
                  </a:lnTo>
                  <a:lnTo>
                    <a:pt x="4330977" y="3010698"/>
                  </a:lnTo>
                  <a:lnTo>
                    <a:pt x="4251355" y="2981110"/>
                  </a:lnTo>
                  <a:lnTo>
                    <a:pt x="4178275" y="2948458"/>
                  </a:lnTo>
                  <a:lnTo>
                    <a:pt x="4111339" y="2912368"/>
                  </a:lnTo>
                  <a:lnTo>
                    <a:pt x="4049941" y="2872394"/>
                  </a:lnTo>
                  <a:lnTo>
                    <a:pt x="3993355" y="2828037"/>
                  </a:lnTo>
                  <a:lnTo>
                    <a:pt x="3940811" y="2778783"/>
                  </a:lnTo>
                  <a:lnTo>
                    <a:pt x="3891541" y="2724160"/>
                  </a:lnTo>
                  <a:lnTo>
                    <a:pt x="3844830" y="2663849"/>
                  </a:lnTo>
                  <a:lnTo>
                    <a:pt x="3829811" y="2642602"/>
                  </a:lnTo>
                  <a:lnTo>
                    <a:pt x="3793811" y="2587935"/>
                  </a:lnTo>
                  <a:lnTo>
                    <a:pt x="3758689" y="2529425"/>
                  </a:lnTo>
                  <a:lnTo>
                    <a:pt x="3724217" y="2466994"/>
                  </a:lnTo>
                  <a:lnTo>
                    <a:pt x="3690207" y="2400620"/>
                  </a:lnTo>
                  <a:lnTo>
                    <a:pt x="3656509" y="2330344"/>
                  </a:lnTo>
                  <a:lnTo>
                    <a:pt x="3623005" y="2256278"/>
                  </a:lnTo>
                  <a:lnTo>
                    <a:pt x="3589603" y="2178603"/>
                  </a:lnTo>
                  <a:lnTo>
                    <a:pt x="3556236" y="2097577"/>
                  </a:lnTo>
                  <a:lnTo>
                    <a:pt x="3522858" y="2013532"/>
                  </a:lnTo>
                  <a:lnTo>
                    <a:pt x="3489443" y="1926872"/>
                  </a:lnTo>
                  <a:lnTo>
                    <a:pt x="3455979" y="1838062"/>
                  </a:lnTo>
                  <a:lnTo>
                    <a:pt x="3422470" y="1747627"/>
                  </a:lnTo>
                  <a:lnTo>
                    <a:pt x="3388927" y="1656132"/>
                  </a:lnTo>
                  <a:lnTo>
                    <a:pt x="3355368" y="1564170"/>
                  </a:lnTo>
                  <a:lnTo>
                    <a:pt x="3321814" y="1472351"/>
                  </a:lnTo>
                  <a:lnTo>
                    <a:pt x="3288285" y="1381276"/>
                  </a:lnTo>
                  <a:lnTo>
                    <a:pt x="3254796" y="1291528"/>
                  </a:lnTo>
                  <a:lnTo>
                    <a:pt x="3221356" y="1203656"/>
                  </a:lnTo>
                  <a:lnTo>
                    <a:pt x="3187960" y="1118158"/>
                  </a:lnTo>
                  <a:lnTo>
                    <a:pt x="3154592" y="1035471"/>
                  </a:lnTo>
                  <a:lnTo>
                    <a:pt x="3121215" y="955966"/>
                  </a:lnTo>
                  <a:lnTo>
                    <a:pt x="3087775" y="879942"/>
                  </a:lnTo>
                  <a:lnTo>
                    <a:pt x="3054194" y="807620"/>
                  </a:lnTo>
                  <a:lnTo>
                    <a:pt x="3020368" y="739149"/>
                  </a:lnTo>
                  <a:lnTo>
                    <a:pt x="2986164" y="674607"/>
                  </a:lnTo>
                  <a:lnTo>
                    <a:pt x="2951415" y="614006"/>
                  </a:lnTo>
                  <a:lnTo>
                    <a:pt x="2915916" y="557296"/>
                  </a:lnTo>
                  <a:lnTo>
                    <a:pt x="2896531" y="528520"/>
                  </a:lnTo>
                  <a:lnTo>
                    <a:pt x="2850524" y="466301"/>
                  </a:lnTo>
                  <a:lnTo>
                    <a:pt x="2802177" y="409818"/>
                  </a:lnTo>
                  <a:lnTo>
                    <a:pt x="2750801" y="358833"/>
                  </a:lnTo>
                  <a:lnTo>
                    <a:pt x="2695641" y="312910"/>
                  </a:lnTo>
                  <a:lnTo>
                    <a:pt x="2635920" y="271542"/>
                  </a:lnTo>
                  <a:lnTo>
                    <a:pt x="2570893" y="234218"/>
                  </a:lnTo>
                  <a:lnTo>
                    <a:pt x="2499905" y="200472"/>
                  </a:lnTo>
                  <a:lnTo>
                    <a:pt x="2422476" y="169905"/>
                  </a:lnTo>
                  <a:lnTo>
                    <a:pt x="2338419" y="142201"/>
                  </a:lnTo>
                  <a:lnTo>
                    <a:pt x="2247982" y="117133"/>
                  </a:lnTo>
                  <a:lnTo>
                    <a:pt x="2152014" y="94564"/>
                  </a:lnTo>
                  <a:lnTo>
                    <a:pt x="2052112" y="74440"/>
                  </a:lnTo>
                  <a:lnTo>
                    <a:pt x="1950726" y="56773"/>
                  </a:lnTo>
                  <a:lnTo>
                    <a:pt x="1851124" y="41616"/>
                  </a:lnTo>
                  <a:lnTo>
                    <a:pt x="1757176" y="29018"/>
                  </a:lnTo>
                  <a:lnTo>
                    <a:pt x="1672911" y="18981"/>
                  </a:lnTo>
                  <a:lnTo>
                    <a:pt x="1601905" y="11416"/>
                  </a:lnTo>
                  <a:lnTo>
                    <a:pt x="1546623" y="6117"/>
                  </a:lnTo>
                  <a:lnTo>
                    <a:pt x="1507890" y="2761"/>
                  </a:lnTo>
                  <a:lnTo>
                    <a:pt x="1484647" y="933"/>
                  </a:lnTo>
                  <a:lnTo>
                    <a:pt x="1473996" y="171"/>
                  </a:lnTo>
                  <a:lnTo>
                    <a:pt x="1471430" y="2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67" name="pg467"/>
            <p:cNvSpPr/>
            <p:nvPr/>
          </p:nvSpPr>
          <p:spPr>
            <a:xfrm>
              <a:off x="4799595" y="5813416"/>
              <a:ext cx="11981298" cy="3874001"/>
            </a:xfrm>
            <a:custGeom>
              <a:avLst/>
              <a:pathLst>
                <a:path w="11981298" h="3874001">
                  <a:moveTo>
                    <a:pt x="0" y="8172"/>
                  </a:moveTo>
                  <a:lnTo>
                    <a:pt x="1471387" y="8172"/>
                  </a:lnTo>
                  <a:lnTo>
                    <a:pt x="1472512" y="8245"/>
                  </a:lnTo>
                  <a:lnTo>
                    <a:pt x="1479912" y="8760"/>
                  </a:lnTo>
                  <a:lnTo>
                    <a:pt x="1498570" y="10186"/>
                  </a:lnTo>
                  <a:lnTo>
                    <a:pt x="1531947" y="12992"/>
                  </a:lnTo>
                  <a:lnTo>
                    <a:pt x="1581728" y="17616"/>
                  </a:lnTo>
                  <a:lnTo>
                    <a:pt x="1647703" y="24416"/>
                  </a:lnTo>
                  <a:lnTo>
                    <a:pt x="1727905" y="33639"/>
                  </a:lnTo>
                  <a:lnTo>
                    <a:pt x="1819059" y="45411"/>
                  </a:lnTo>
                  <a:lnTo>
                    <a:pt x="1917214" y="59756"/>
                  </a:lnTo>
                  <a:lnTo>
                    <a:pt x="2018390" y="76634"/>
                  </a:lnTo>
                  <a:lnTo>
                    <a:pt x="2119084" y="95991"/>
                  </a:lnTo>
                  <a:lnTo>
                    <a:pt x="2216566" y="117796"/>
                  </a:lnTo>
                  <a:lnTo>
                    <a:pt x="2308960" y="142079"/>
                  </a:lnTo>
                  <a:lnTo>
                    <a:pt x="2395184" y="168949"/>
                  </a:lnTo>
                  <a:lnTo>
                    <a:pt x="2474808" y="198602"/>
                  </a:lnTo>
                  <a:lnTo>
                    <a:pt x="2547893" y="231326"/>
                  </a:lnTo>
                  <a:lnTo>
                    <a:pt x="2614833" y="267494"/>
                  </a:lnTo>
                  <a:lnTo>
                    <a:pt x="2676236" y="307553"/>
                  </a:lnTo>
                  <a:lnTo>
                    <a:pt x="2732826" y="352003"/>
                  </a:lnTo>
                  <a:lnTo>
                    <a:pt x="2785373" y="401362"/>
                  </a:lnTo>
                  <a:lnTo>
                    <a:pt x="2834644" y="456099"/>
                  </a:lnTo>
                  <a:lnTo>
                    <a:pt x="2881356" y="516536"/>
                  </a:lnTo>
                  <a:lnTo>
                    <a:pt x="2896531" y="538055"/>
                  </a:lnTo>
                  <a:lnTo>
                    <a:pt x="2932493" y="592802"/>
                  </a:lnTo>
                  <a:lnTo>
                    <a:pt x="2967578" y="651394"/>
                  </a:lnTo>
                  <a:lnTo>
                    <a:pt x="3002015" y="713908"/>
                  </a:lnTo>
                  <a:lnTo>
                    <a:pt x="3035990" y="780366"/>
                  </a:lnTo>
                  <a:lnTo>
                    <a:pt x="3069652" y="850728"/>
                  </a:lnTo>
                  <a:lnTo>
                    <a:pt x="3103121" y="924884"/>
                  </a:lnTo>
                  <a:lnTo>
                    <a:pt x="3136488" y="1002650"/>
                  </a:lnTo>
                  <a:lnTo>
                    <a:pt x="3169819" y="1083772"/>
                  </a:lnTo>
                  <a:lnTo>
                    <a:pt x="3203161" y="1167916"/>
                  </a:lnTo>
                  <a:lnTo>
                    <a:pt x="3236539" y="1254682"/>
                  </a:lnTo>
                  <a:lnTo>
                    <a:pt x="3269966" y="1343603"/>
                  </a:lnTo>
                  <a:lnTo>
                    <a:pt x="3303438" y="1434157"/>
                  </a:lnTo>
                  <a:lnTo>
                    <a:pt x="3336945" y="1525779"/>
                  </a:lnTo>
                  <a:lnTo>
                    <a:pt x="3370468" y="1617876"/>
                  </a:lnTo>
                  <a:lnTo>
                    <a:pt x="3403986" y="1709840"/>
                  </a:lnTo>
                  <a:lnTo>
                    <a:pt x="3437480" y="1801069"/>
                  </a:lnTo>
                  <a:lnTo>
                    <a:pt x="3470933" y="1890979"/>
                  </a:lnTo>
                  <a:lnTo>
                    <a:pt x="3504339" y="1979023"/>
                  </a:lnTo>
                  <a:lnTo>
                    <a:pt x="3537699" y="2064702"/>
                  </a:lnTo>
                  <a:lnTo>
                    <a:pt x="3571032" y="2147576"/>
                  </a:lnTo>
                  <a:lnTo>
                    <a:pt x="3604372" y="2227273"/>
                  </a:lnTo>
                  <a:lnTo>
                    <a:pt x="3637773" y="2303495"/>
                  </a:lnTo>
                  <a:lnTo>
                    <a:pt x="3671314" y="2376017"/>
                  </a:lnTo>
                  <a:lnTo>
                    <a:pt x="3705096" y="2444689"/>
                  </a:lnTo>
                  <a:lnTo>
                    <a:pt x="3739251" y="2509432"/>
                  </a:lnTo>
                  <a:lnTo>
                    <a:pt x="3773945" y="2570232"/>
                  </a:lnTo>
                  <a:lnTo>
                    <a:pt x="3809381" y="2627137"/>
                  </a:lnTo>
                  <a:lnTo>
                    <a:pt x="3829811" y="2657586"/>
                  </a:lnTo>
                  <a:lnTo>
                    <a:pt x="3875810" y="2719956"/>
                  </a:lnTo>
                  <a:lnTo>
                    <a:pt x="3924149" y="2776577"/>
                  </a:lnTo>
                  <a:lnTo>
                    <a:pt x="3975516" y="2827688"/>
                  </a:lnTo>
                  <a:lnTo>
                    <a:pt x="4030666" y="2873724"/>
                  </a:lnTo>
                  <a:lnTo>
                    <a:pt x="4090373" y="2915196"/>
                  </a:lnTo>
                  <a:lnTo>
                    <a:pt x="4155385" y="2952614"/>
                  </a:lnTo>
                  <a:lnTo>
                    <a:pt x="4226356" y="2986445"/>
                  </a:lnTo>
                  <a:lnTo>
                    <a:pt x="4303766" y="3017089"/>
                  </a:lnTo>
                  <a:lnTo>
                    <a:pt x="4387801" y="3044864"/>
                  </a:lnTo>
                  <a:lnTo>
                    <a:pt x="4478214" y="3069996"/>
                  </a:lnTo>
                  <a:lnTo>
                    <a:pt x="4574160" y="3092624"/>
                  </a:lnTo>
                  <a:lnTo>
                    <a:pt x="4674041" y="3112801"/>
                  </a:lnTo>
                  <a:lnTo>
                    <a:pt x="4775411" y="3130515"/>
                  </a:lnTo>
                  <a:lnTo>
                    <a:pt x="4875005" y="3145714"/>
                  </a:lnTo>
                  <a:lnTo>
                    <a:pt x="4968956" y="3158349"/>
                  </a:lnTo>
                  <a:lnTo>
                    <a:pt x="5053236" y="3168417"/>
                  </a:lnTo>
                  <a:lnTo>
                    <a:pt x="5124269" y="3176006"/>
                  </a:lnTo>
                  <a:lnTo>
                    <a:pt x="5179588" y="3181324"/>
                  </a:lnTo>
                  <a:lnTo>
                    <a:pt x="5218361" y="3184693"/>
                  </a:lnTo>
                  <a:lnTo>
                    <a:pt x="5241644" y="3186529"/>
                  </a:lnTo>
                  <a:lnTo>
                    <a:pt x="5252328" y="3187296"/>
                  </a:lnTo>
                  <a:lnTo>
                    <a:pt x="5254955" y="3187469"/>
                  </a:lnTo>
                  <a:lnTo>
                    <a:pt x="6726343" y="3187469"/>
                  </a:lnTo>
                  <a:lnTo>
                    <a:pt x="6727575" y="3187486"/>
                  </a:lnTo>
                  <a:lnTo>
                    <a:pt x="6735659" y="3187608"/>
                  </a:lnTo>
                  <a:lnTo>
                    <a:pt x="6755989" y="3187946"/>
                  </a:lnTo>
                  <a:lnTo>
                    <a:pt x="6792213" y="3188611"/>
                  </a:lnTo>
                  <a:lnTo>
                    <a:pt x="6845954" y="3189705"/>
                  </a:lnTo>
                  <a:lnTo>
                    <a:pt x="6916694" y="3191309"/>
                  </a:lnTo>
                  <a:lnTo>
                    <a:pt x="7001992" y="3193476"/>
                  </a:lnTo>
                  <a:lnTo>
                    <a:pt x="7098051" y="3196232"/>
                  </a:lnTo>
                  <a:lnTo>
                    <a:pt x="7200477" y="3199578"/>
                  </a:lnTo>
                  <a:lnTo>
                    <a:pt x="7305002" y="3203501"/>
                  </a:lnTo>
                  <a:lnTo>
                    <a:pt x="7408017" y="3207991"/>
                  </a:lnTo>
                  <a:lnTo>
                    <a:pt x="7506832" y="3213043"/>
                  </a:lnTo>
                  <a:lnTo>
                    <a:pt x="7599718" y="3218672"/>
                  </a:lnTo>
                  <a:lnTo>
                    <a:pt x="7685785" y="3224910"/>
                  </a:lnTo>
                  <a:lnTo>
                    <a:pt x="7764811" y="3231814"/>
                  </a:lnTo>
                  <a:lnTo>
                    <a:pt x="7837045" y="3239462"/>
                  </a:lnTo>
                  <a:lnTo>
                    <a:pt x="7903047" y="3247949"/>
                  </a:lnTo>
                  <a:lnTo>
                    <a:pt x="7963560" y="3257391"/>
                  </a:lnTo>
                  <a:lnTo>
                    <a:pt x="8019412" y="3267907"/>
                  </a:lnTo>
                  <a:lnTo>
                    <a:pt x="8071453" y="3279618"/>
                  </a:lnTo>
                  <a:lnTo>
                    <a:pt x="8120495" y="3292615"/>
                  </a:lnTo>
                  <a:lnTo>
                    <a:pt x="8151487" y="3301891"/>
                  </a:lnTo>
                  <a:lnTo>
                    <a:pt x="8204827" y="3319841"/>
                  </a:lnTo>
                  <a:lnTo>
                    <a:pt x="8256467" y="3339659"/>
                  </a:lnTo>
                  <a:lnTo>
                    <a:pt x="8307064" y="3361372"/>
                  </a:lnTo>
                  <a:lnTo>
                    <a:pt x="8357093" y="3384939"/>
                  </a:lnTo>
                  <a:lnTo>
                    <a:pt x="8406884" y="3410243"/>
                  </a:lnTo>
                  <a:lnTo>
                    <a:pt x="8456643" y="3437087"/>
                  </a:lnTo>
                  <a:lnTo>
                    <a:pt x="8506480" y="3465199"/>
                  </a:lnTo>
                  <a:lnTo>
                    <a:pt x="8556422" y="3494235"/>
                  </a:lnTo>
                  <a:lnTo>
                    <a:pt x="8606441" y="3523800"/>
                  </a:lnTo>
                  <a:lnTo>
                    <a:pt x="8656476" y="3553466"/>
                  </a:lnTo>
                  <a:lnTo>
                    <a:pt x="8706460" y="3582801"/>
                  </a:lnTo>
                  <a:lnTo>
                    <a:pt x="8756346" y="3611391"/>
                  </a:lnTo>
                  <a:lnTo>
                    <a:pt x="8806134" y="3638866"/>
                  </a:lnTo>
                  <a:lnTo>
                    <a:pt x="8855891" y="3664918"/>
                  </a:lnTo>
                  <a:lnTo>
                    <a:pt x="8905775" y="3689315"/>
                  </a:lnTo>
                  <a:lnTo>
                    <a:pt x="8956057" y="3711904"/>
                  </a:lnTo>
                  <a:lnTo>
                    <a:pt x="9007140" y="3732608"/>
                  </a:lnTo>
                  <a:lnTo>
                    <a:pt x="9059592" y="3751424"/>
                  </a:lnTo>
                  <a:lnTo>
                    <a:pt x="9084767" y="3759579"/>
                  </a:lnTo>
                  <a:lnTo>
                    <a:pt x="9132238" y="3773448"/>
                  </a:lnTo>
                  <a:lnTo>
                    <a:pt x="9182218" y="3785997"/>
                  </a:lnTo>
                  <a:lnTo>
                    <a:pt x="9235468" y="3797287"/>
                  </a:lnTo>
                  <a:lnTo>
                    <a:pt x="9292818" y="3807422"/>
                  </a:lnTo>
                  <a:lnTo>
                    <a:pt x="9355117" y="3816524"/>
                  </a:lnTo>
                  <a:lnTo>
                    <a:pt x="9423174" y="3824712"/>
                  </a:lnTo>
                  <a:lnTo>
                    <a:pt x="9497680" y="3832095"/>
                  </a:lnTo>
                  <a:lnTo>
                    <a:pt x="9579105" y="3838764"/>
                  </a:lnTo>
                  <a:lnTo>
                    <a:pt x="9667559" y="3844789"/>
                  </a:lnTo>
                  <a:lnTo>
                    <a:pt x="9762611" y="3850218"/>
                  </a:lnTo>
                  <a:lnTo>
                    <a:pt x="9863104" y="3855077"/>
                  </a:lnTo>
                  <a:lnTo>
                    <a:pt x="9966986" y="3859374"/>
                  </a:lnTo>
                  <a:lnTo>
                    <a:pt x="10071241" y="3863102"/>
                  </a:lnTo>
                  <a:lnTo>
                    <a:pt x="10171990" y="3866246"/>
                  </a:lnTo>
                  <a:lnTo>
                    <a:pt x="10264850" y="3868800"/>
                  </a:lnTo>
                  <a:lnTo>
                    <a:pt x="10345544" y="3870771"/>
                  </a:lnTo>
                  <a:lnTo>
                    <a:pt x="10410658" y="3872193"/>
                  </a:lnTo>
                  <a:lnTo>
                    <a:pt x="10458361" y="3873129"/>
                  </a:lnTo>
                  <a:lnTo>
                    <a:pt x="10488860" y="3873670"/>
                  </a:lnTo>
                  <a:lnTo>
                    <a:pt x="10504499" y="3873922"/>
                  </a:lnTo>
                  <a:lnTo>
                    <a:pt x="10509553" y="3873996"/>
                  </a:lnTo>
                  <a:lnTo>
                    <a:pt x="10509911" y="3874001"/>
                  </a:lnTo>
                  <a:lnTo>
                    <a:pt x="11981298" y="3874001"/>
                  </a:lnTo>
                  <a:lnTo>
                    <a:pt x="11981298" y="3865828"/>
                  </a:lnTo>
                  <a:lnTo>
                    <a:pt x="10509911" y="3865828"/>
                  </a:lnTo>
                  <a:lnTo>
                    <a:pt x="10508679" y="3865811"/>
                  </a:lnTo>
                  <a:lnTo>
                    <a:pt x="10500594" y="3865688"/>
                  </a:lnTo>
                  <a:lnTo>
                    <a:pt x="10480264" y="3865350"/>
                  </a:lnTo>
                  <a:lnTo>
                    <a:pt x="10444041" y="3864685"/>
                  </a:lnTo>
                  <a:lnTo>
                    <a:pt x="10390299" y="3863592"/>
                  </a:lnTo>
                  <a:lnTo>
                    <a:pt x="10319559" y="3861988"/>
                  </a:lnTo>
                  <a:lnTo>
                    <a:pt x="10234261" y="3859820"/>
                  </a:lnTo>
                  <a:lnTo>
                    <a:pt x="10138202" y="3857064"/>
                  </a:lnTo>
                  <a:lnTo>
                    <a:pt x="10035776" y="3853719"/>
                  </a:lnTo>
                  <a:lnTo>
                    <a:pt x="9931251" y="3849795"/>
                  </a:lnTo>
                  <a:lnTo>
                    <a:pt x="9828236" y="3845306"/>
                  </a:lnTo>
                  <a:lnTo>
                    <a:pt x="9729421" y="3840253"/>
                  </a:lnTo>
                  <a:lnTo>
                    <a:pt x="9636536" y="3834625"/>
                  </a:lnTo>
                  <a:lnTo>
                    <a:pt x="9550468" y="3828386"/>
                  </a:lnTo>
                  <a:lnTo>
                    <a:pt x="9471442" y="3821482"/>
                  </a:lnTo>
                  <a:lnTo>
                    <a:pt x="9399208" y="3813835"/>
                  </a:lnTo>
                  <a:lnTo>
                    <a:pt x="9333206" y="3805347"/>
                  </a:lnTo>
                  <a:lnTo>
                    <a:pt x="9272694" y="3795906"/>
                  </a:lnTo>
                  <a:lnTo>
                    <a:pt x="9216841" y="3785389"/>
                  </a:lnTo>
                  <a:lnTo>
                    <a:pt x="9164800" y="3773679"/>
                  </a:lnTo>
                  <a:lnTo>
                    <a:pt x="9115758" y="3760682"/>
                  </a:lnTo>
                  <a:lnTo>
                    <a:pt x="9084767" y="3751406"/>
                  </a:lnTo>
                  <a:lnTo>
                    <a:pt x="9031426" y="3733456"/>
                  </a:lnTo>
                  <a:lnTo>
                    <a:pt x="8979786" y="3713637"/>
                  </a:lnTo>
                  <a:lnTo>
                    <a:pt x="8929189" y="3691924"/>
                  </a:lnTo>
                  <a:lnTo>
                    <a:pt x="8879160" y="3668357"/>
                  </a:lnTo>
                  <a:lnTo>
                    <a:pt x="8829370" y="3643054"/>
                  </a:lnTo>
                  <a:lnTo>
                    <a:pt x="8779610" y="3616210"/>
                  </a:lnTo>
                  <a:lnTo>
                    <a:pt x="8729773" y="3588098"/>
                  </a:lnTo>
                  <a:lnTo>
                    <a:pt x="8679831" y="3559062"/>
                  </a:lnTo>
                  <a:lnTo>
                    <a:pt x="8629812" y="3529497"/>
                  </a:lnTo>
                  <a:lnTo>
                    <a:pt x="8579778" y="3499830"/>
                  </a:lnTo>
                  <a:lnTo>
                    <a:pt x="8529794" y="3470495"/>
                  </a:lnTo>
                  <a:lnTo>
                    <a:pt x="8479907" y="3441905"/>
                  </a:lnTo>
                  <a:lnTo>
                    <a:pt x="8430119" y="3414431"/>
                  </a:lnTo>
                  <a:lnTo>
                    <a:pt x="8380362" y="3388378"/>
                  </a:lnTo>
                  <a:lnTo>
                    <a:pt x="8330478" y="3363981"/>
                  </a:lnTo>
                  <a:lnTo>
                    <a:pt x="8280196" y="3341393"/>
                  </a:lnTo>
                  <a:lnTo>
                    <a:pt x="8229113" y="3320688"/>
                  </a:lnTo>
                  <a:lnTo>
                    <a:pt x="8176662" y="3301873"/>
                  </a:lnTo>
                  <a:lnTo>
                    <a:pt x="8151487" y="3293718"/>
                  </a:lnTo>
                  <a:lnTo>
                    <a:pt x="8104016" y="3279849"/>
                  </a:lnTo>
                  <a:lnTo>
                    <a:pt x="8054035" y="3267299"/>
                  </a:lnTo>
                  <a:lnTo>
                    <a:pt x="8000785" y="3256010"/>
                  </a:lnTo>
                  <a:lnTo>
                    <a:pt x="7943435" y="3245875"/>
                  </a:lnTo>
                  <a:lnTo>
                    <a:pt x="7881136" y="3236773"/>
                  </a:lnTo>
                  <a:lnTo>
                    <a:pt x="7813080" y="3228584"/>
                  </a:lnTo>
                  <a:lnTo>
                    <a:pt x="7738574" y="3221201"/>
                  </a:lnTo>
                  <a:lnTo>
                    <a:pt x="7657148" y="3214532"/>
                  </a:lnTo>
                  <a:lnTo>
                    <a:pt x="7568694" y="3208508"/>
                  </a:lnTo>
                  <a:lnTo>
                    <a:pt x="7473642" y="3203079"/>
                  </a:lnTo>
                  <a:lnTo>
                    <a:pt x="7373149" y="3198219"/>
                  </a:lnTo>
                  <a:lnTo>
                    <a:pt x="7269267" y="3193922"/>
                  </a:lnTo>
                  <a:lnTo>
                    <a:pt x="7165012" y="3190195"/>
                  </a:lnTo>
                  <a:lnTo>
                    <a:pt x="7064264" y="3187050"/>
                  </a:lnTo>
                  <a:lnTo>
                    <a:pt x="6971403" y="3184497"/>
                  </a:lnTo>
                  <a:lnTo>
                    <a:pt x="6890709" y="3182526"/>
                  </a:lnTo>
                  <a:lnTo>
                    <a:pt x="6825595" y="3181104"/>
                  </a:lnTo>
                  <a:lnTo>
                    <a:pt x="6777892" y="3180167"/>
                  </a:lnTo>
                  <a:lnTo>
                    <a:pt x="6747393" y="3179626"/>
                  </a:lnTo>
                  <a:lnTo>
                    <a:pt x="6731755" y="3179375"/>
                  </a:lnTo>
                  <a:lnTo>
                    <a:pt x="6726701" y="3179301"/>
                  </a:lnTo>
                  <a:lnTo>
                    <a:pt x="6726343" y="3179296"/>
                  </a:lnTo>
                  <a:lnTo>
                    <a:pt x="5254955" y="3179296"/>
                  </a:lnTo>
                  <a:lnTo>
                    <a:pt x="5253830" y="3179224"/>
                  </a:lnTo>
                  <a:lnTo>
                    <a:pt x="5246431" y="3178708"/>
                  </a:lnTo>
                  <a:lnTo>
                    <a:pt x="5227772" y="3177283"/>
                  </a:lnTo>
                  <a:lnTo>
                    <a:pt x="5194395" y="3174477"/>
                  </a:lnTo>
                  <a:lnTo>
                    <a:pt x="5144614" y="3169853"/>
                  </a:lnTo>
                  <a:lnTo>
                    <a:pt x="5078639" y="3163052"/>
                  </a:lnTo>
                  <a:lnTo>
                    <a:pt x="4998437" y="3153829"/>
                  </a:lnTo>
                  <a:lnTo>
                    <a:pt x="4907283" y="3142058"/>
                  </a:lnTo>
                  <a:lnTo>
                    <a:pt x="4809128" y="3127713"/>
                  </a:lnTo>
                  <a:lnTo>
                    <a:pt x="4707952" y="3110834"/>
                  </a:lnTo>
                  <a:lnTo>
                    <a:pt x="4607258" y="3091477"/>
                  </a:lnTo>
                  <a:lnTo>
                    <a:pt x="4509776" y="3069672"/>
                  </a:lnTo>
                  <a:lnTo>
                    <a:pt x="4417382" y="3045389"/>
                  </a:lnTo>
                  <a:lnTo>
                    <a:pt x="4331158" y="3018519"/>
                  </a:lnTo>
                  <a:lnTo>
                    <a:pt x="4251534" y="2988867"/>
                  </a:lnTo>
                  <a:lnTo>
                    <a:pt x="4178449" y="2956143"/>
                  </a:lnTo>
                  <a:lnTo>
                    <a:pt x="4111509" y="2919975"/>
                  </a:lnTo>
                  <a:lnTo>
                    <a:pt x="4050106" y="2879915"/>
                  </a:lnTo>
                  <a:lnTo>
                    <a:pt x="3993516" y="2835465"/>
                  </a:lnTo>
                  <a:lnTo>
                    <a:pt x="3940969" y="2786106"/>
                  </a:lnTo>
                  <a:lnTo>
                    <a:pt x="3891698" y="2731370"/>
                  </a:lnTo>
                  <a:lnTo>
                    <a:pt x="3844986" y="2670932"/>
                  </a:lnTo>
                  <a:lnTo>
                    <a:pt x="3829811" y="2649413"/>
                  </a:lnTo>
                  <a:lnTo>
                    <a:pt x="3793849" y="2594666"/>
                  </a:lnTo>
                  <a:lnTo>
                    <a:pt x="3758764" y="2536075"/>
                  </a:lnTo>
                  <a:lnTo>
                    <a:pt x="3724327" y="2473561"/>
                  </a:lnTo>
                  <a:lnTo>
                    <a:pt x="3690353" y="2407102"/>
                  </a:lnTo>
                  <a:lnTo>
                    <a:pt x="3656690" y="2336740"/>
                  </a:lnTo>
                  <a:lnTo>
                    <a:pt x="3623221" y="2262585"/>
                  </a:lnTo>
                  <a:lnTo>
                    <a:pt x="3589855" y="2184818"/>
                  </a:lnTo>
                  <a:lnTo>
                    <a:pt x="3556523" y="2103697"/>
                  </a:lnTo>
                  <a:lnTo>
                    <a:pt x="3523181" y="2019552"/>
                  </a:lnTo>
                  <a:lnTo>
                    <a:pt x="3489803" y="1932786"/>
                  </a:lnTo>
                  <a:lnTo>
                    <a:pt x="3456376" y="1843865"/>
                  </a:lnTo>
                  <a:lnTo>
                    <a:pt x="3422904" y="1753311"/>
                  </a:lnTo>
                  <a:lnTo>
                    <a:pt x="3389397" y="1661689"/>
                  </a:lnTo>
                  <a:lnTo>
                    <a:pt x="3355874" y="1569592"/>
                  </a:lnTo>
                  <a:lnTo>
                    <a:pt x="3322356" y="1477628"/>
                  </a:lnTo>
                  <a:lnTo>
                    <a:pt x="3288862" y="1386399"/>
                  </a:lnTo>
                  <a:lnTo>
                    <a:pt x="3255409" y="1296489"/>
                  </a:lnTo>
                  <a:lnTo>
                    <a:pt x="3222004" y="1208445"/>
                  </a:lnTo>
                  <a:lnTo>
                    <a:pt x="3188643" y="1122767"/>
                  </a:lnTo>
                  <a:lnTo>
                    <a:pt x="3155310" y="1039893"/>
                  </a:lnTo>
                  <a:lnTo>
                    <a:pt x="3121970" y="960195"/>
                  </a:lnTo>
                  <a:lnTo>
                    <a:pt x="3088569" y="883973"/>
                  </a:lnTo>
                  <a:lnTo>
                    <a:pt x="3055028" y="811451"/>
                  </a:lnTo>
                  <a:lnTo>
                    <a:pt x="3021246" y="742779"/>
                  </a:lnTo>
                  <a:lnTo>
                    <a:pt x="2987091" y="678036"/>
                  </a:lnTo>
                  <a:lnTo>
                    <a:pt x="2952397" y="617236"/>
                  </a:lnTo>
                  <a:lnTo>
                    <a:pt x="2916961" y="560331"/>
                  </a:lnTo>
                  <a:lnTo>
                    <a:pt x="2896531" y="529882"/>
                  </a:lnTo>
                  <a:lnTo>
                    <a:pt x="2850532" y="467512"/>
                  </a:lnTo>
                  <a:lnTo>
                    <a:pt x="2802193" y="410891"/>
                  </a:lnTo>
                  <a:lnTo>
                    <a:pt x="2750826" y="359780"/>
                  </a:lnTo>
                  <a:lnTo>
                    <a:pt x="2695676" y="313744"/>
                  </a:lnTo>
                  <a:lnTo>
                    <a:pt x="2635969" y="272272"/>
                  </a:lnTo>
                  <a:lnTo>
                    <a:pt x="2570957" y="234855"/>
                  </a:lnTo>
                  <a:lnTo>
                    <a:pt x="2499986" y="201024"/>
                  </a:lnTo>
                  <a:lnTo>
                    <a:pt x="2422576" y="170379"/>
                  </a:lnTo>
                  <a:lnTo>
                    <a:pt x="2338541" y="142604"/>
                  </a:lnTo>
                  <a:lnTo>
                    <a:pt x="2248128" y="117472"/>
                  </a:lnTo>
                  <a:lnTo>
                    <a:pt x="2152182" y="94844"/>
                  </a:lnTo>
                  <a:lnTo>
                    <a:pt x="2052301" y="74667"/>
                  </a:lnTo>
                  <a:lnTo>
                    <a:pt x="1950931" y="56953"/>
                  </a:lnTo>
                  <a:lnTo>
                    <a:pt x="1851337" y="41754"/>
                  </a:lnTo>
                  <a:lnTo>
                    <a:pt x="1757386" y="29119"/>
                  </a:lnTo>
                  <a:lnTo>
                    <a:pt x="1673106" y="19052"/>
                  </a:lnTo>
                  <a:lnTo>
                    <a:pt x="1602073" y="11462"/>
                  </a:lnTo>
                  <a:lnTo>
                    <a:pt x="1546755" y="6144"/>
                  </a:lnTo>
                  <a:lnTo>
                    <a:pt x="1507981" y="2775"/>
                  </a:lnTo>
                  <a:lnTo>
                    <a:pt x="1484698" y="940"/>
                  </a:lnTo>
                  <a:lnTo>
                    <a:pt x="1474014" y="172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468" name="pl468"/>
            <p:cNvSpPr/>
            <p:nvPr/>
          </p:nvSpPr>
          <p:spPr>
            <a:xfrm>
              <a:off x="4799595" y="5821589"/>
              <a:ext cx="11981298" cy="3865828"/>
            </a:xfrm>
            <a:custGeom>
              <a:avLst/>
              <a:pathLst>
                <a:path w="11981298" h="3865828">
                  <a:moveTo>
                    <a:pt x="0" y="0"/>
                  </a:moveTo>
                  <a:lnTo>
                    <a:pt x="1471387" y="0"/>
                  </a:lnTo>
                  <a:lnTo>
                    <a:pt x="1472512" y="72"/>
                  </a:lnTo>
                  <a:lnTo>
                    <a:pt x="1479912" y="587"/>
                  </a:lnTo>
                  <a:lnTo>
                    <a:pt x="1498570" y="2013"/>
                  </a:lnTo>
                  <a:lnTo>
                    <a:pt x="1531947" y="4819"/>
                  </a:lnTo>
                  <a:lnTo>
                    <a:pt x="1581728" y="9443"/>
                  </a:lnTo>
                  <a:lnTo>
                    <a:pt x="1647703" y="16243"/>
                  </a:lnTo>
                  <a:lnTo>
                    <a:pt x="1727905" y="25466"/>
                  </a:lnTo>
                  <a:lnTo>
                    <a:pt x="1819059" y="37238"/>
                  </a:lnTo>
                  <a:lnTo>
                    <a:pt x="1917214" y="51583"/>
                  </a:lnTo>
                  <a:lnTo>
                    <a:pt x="2018390" y="68461"/>
                  </a:lnTo>
                  <a:lnTo>
                    <a:pt x="2119084" y="87818"/>
                  </a:lnTo>
                  <a:lnTo>
                    <a:pt x="2216566" y="109623"/>
                  </a:lnTo>
                  <a:lnTo>
                    <a:pt x="2308960" y="133906"/>
                  </a:lnTo>
                  <a:lnTo>
                    <a:pt x="2395184" y="160776"/>
                  </a:lnTo>
                  <a:lnTo>
                    <a:pt x="2474808" y="190429"/>
                  </a:lnTo>
                  <a:lnTo>
                    <a:pt x="2547893" y="223153"/>
                  </a:lnTo>
                  <a:lnTo>
                    <a:pt x="2614833" y="259321"/>
                  </a:lnTo>
                  <a:lnTo>
                    <a:pt x="2676236" y="299380"/>
                  </a:lnTo>
                  <a:lnTo>
                    <a:pt x="2732826" y="343830"/>
                  </a:lnTo>
                  <a:lnTo>
                    <a:pt x="2785373" y="393189"/>
                  </a:lnTo>
                  <a:lnTo>
                    <a:pt x="2834644" y="447926"/>
                  </a:lnTo>
                  <a:lnTo>
                    <a:pt x="2881356" y="508363"/>
                  </a:lnTo>
                  <a:lnTo>
                    <a:pt x="2896531" y="529882"/>
                  </a:lnTo>
                  <a:lnTo>
                    <a:pt x="2932493" y="584629"/>
                  </a:lnTo>
                  <a:lnTo>
                    <a:pt x="2967578" y="643221"/>
                  </a:lnTo>
                  <a:lnTo>
                    <a:pt x="3002015" y="705735"/>
                  </a:lnTo>
                  <a:lnTo>
                    <a:pt x="3035990" y="772193"/>
                  </a:lnTo>
                  <a:lnTo>
                    <a:pt x="3069652" y="842555"/>
                  </a:lnTo>
                  <a:lnTo>
                    <a:pt x="3103121" y="916711"/>
                  </a:lnTo>
                  <a:lnTo>
                    <a:pt x="3136488" y="994477"/>
                  </a:lnTo>
                  <a:lnTo>
                    <a:pt x="3169819" y="1075599"/>
                  </a:lnTo>
                  <a:lnTo>
                    <a:pt x="3203161" y="1159743"/>
                  </a:lnTo>
                  <a:lnTo>
                    <a:pt x="3236539" y="1246509"/>
                  </a:lnTo>
                  <a:lnTo>
                    <a:pt x="3269966" y="1335430"/>
                  </a:lnTo>
                  <a:lnTo>
                    <a:pt x="3303438" y="1425984"/>
                  </a:lnTo>
                  <a:lnTo>
                    <a:pt x="3336945" y="1517606"/>
                  </a:lnTo>
                  <a:lnTo>
                    <a:pt x="3370468" y="1609703"/>
                  </a:lnTo>
                  <a:lnTo>
                    <a:pt x="3403986" y="1701667"/>
                  </a:lnTo>
                  <a:lnTo>
                    <a:pt x="3437480" y="1792896"/>
                  </a:lnTo>
                  <a:lnTo>
                    <a:pt x="3470933" y="1882806"/>
                  </a:lnTo>
                  <a:lnTo>
                    <a:pt x="3504339" y="1970850"/>
                  </a:lnTo>
                  <a:lnTo>
                    <a:pt x="3537699" y="2056529"/>
                  </a:lnTo>
                  <a:lnTo>
                    <a:pt x="3571032" y="2139403"/>
                  </a:lnTo>
                  <a:lnTo>
                    <a:pt x="3604372" y="2219100"/>
                  </a:lnTo>
                  <a:lnTo>
                    <a:pt x="3637773" y="2295322"/>
                  </a:lnTo>
                  <a:lnTo>
                    <a:pt x="3671314" y="2367844"/>
                  </a:lnTo>
                  <a:lnTo>
                    <a:pt x="3705096" y="2436516"/>
                  </a:lnTo>
                  <a:lnTo>
                    <a:pt x="3739251" y="2501259"/>
                  </a:lnTo>
                  <a:lnTo>
                    <a:pt x="3773945" y="2562059"/>
                  </a:lnTo>
                  <a:lnTo>
                    <a:pt x="3809381" y="2618964"/>
                  </a:lnTo>
                  <a:lnTo>
                    <a:pt x="3829811" y="2649413"/>
                  </a:lnTo>
                  <a:lnTo>
                    <a:pt x="3875810" y="2711783"/>
                  </a:lnTo>
                  <a:lnTo>
                    <a:pt x="3924149" y="2768404"/>
                  </a:lnTo>
                  <a:lnTo>
                    <a:pt x="3975516" y="2819515"/>
                  </a:lnTo>
                  <a:lnTo>
                    <a:pt x="4030666" y="2865551"/>
                  </a:lnTo>
                  <a:lnTo>
                    <a:pt x="4090373" y="2907023"/>
                  </a:lnTo>
                  <a:lnTo>
                    <a:pt x="4155385" y="2944441"/>
                  </a:lnTo>
                  <a:lnTo>
                    <a:pt x="4226356" y="2978272"/>
                  </a:lnTo>
                  <a:lnTo>
                    <a:pt x="4303766" y="3008916"/>
                  </a:lnTo>
                  <a:lnTo>
                    <a:pt x="4387801" y="3036691"/>
                  </a:lnTo>
                  <a:lnTo>
                    <a:pt x="4478214" y="3061823"/>
                  </a:lnTo>
                  <a:lnTo>
                    <a:pt x="4574160" y="3084451"/>
                  </a:lnTo>
                  <a:lnTo>
                    <a:pt x="4674041" y="3104628"/>
                  </a:lnTo>
                  <a:lnTo>
                    <a:pt x="4775411" y="3122342"/>
                  </a:lnTo>
                  <a:lnTo>
                    <a:pt x="4875005" y="3137541"/>
                  </a:lnTo>
                  <a:lnTo>
                    <a:pt x="4968956" y="3150176"/>
                  </a:lnTo>
                  <a:lnTo>
                    <a:pt x="5053236" y="3160244"/>
                  </a:lnTo>
                  <a:lnTo>
                    <a:pt x="5124269" y="3167833"/>
                  </a:lnTo>
                  <a:lnTo>
                    <a:pt x="5179588" y="3173151"/>
                  </a:lnTo>
                  <a:lnTo>
                    <a:pt x="5218361" y="3176520"/>
                  </a:lnTo>
                  <a:lnTo>
                    <a:pt x="5241644" y="3178356"/>
                  </a:lnTo>
                  <a:lnTo>
                    <a:pt x="5252328" y="3179123"/>
                  </a:lnTo>
                  <a:lnTo>
                    <a:pt x="5254911" y="3179293"/>
                  </a:lnTo>
                  <a:lnTo>
                    <a:pt x="5254955" y="3179296"/>
                  </a:lnTo>
                  <a:lnTo>
                    <a:pt x="6726343" y="3179296"/>
                  </a:lnTo>
                  <a:lnTo>
                    <a:pt x="6727575" y="3179313"/>
                  </a:lnTo>
                  <a:lnTo>
                    <a:pt x="6735659" y="3179435"/>
                  </a:lnTo>
                  <a:lnTo>
                    <a:pt x="6755989" y="3179773"/>
                  </a:lnTo>
                  <a:lnTo>
                    <a:pt x="6792213" y="3180438"/>
                  </a:lnTo>
                  <a:lnTo>
                    <a:pt x="6845954" y="3181532"/>
                  </a:lnTo>
                  <a:lnTo>
                    <a:pt x="6916694" y="3183136"/>
                  </a:lnTo>
                  <a:lnTo>
                    <a:pt x="7001992" y="3185303"/>
                  </a:lnTo>
                  <a:lnTo>
                    <a:pt x="7098051" y="3188059"/>
                  </a:lnTo>
                  <a:lnTo>
                    <a:pt x="7200477" y="3191405"/>
                  </a:lnTo>
                  <a:lnTo>
                    <a:pt x="7305002" y="3195328"/>
                  </a:lnTo>
                  <a:lnTo>
                    <a:pt x="7408017" y="3199818"/>
                  </a:lnTo>
                  <a:lnTo>
                    <a:pt x="7506832" y="3204870"/>
                  </a:lnTo>
                  <a:lnTo>
                    <a:pt x="7599718" y="3210499"/>
                  </a:lnTo>
                  <a:lnTo>
                    <a:pt x="7685785" y="3216737"/>
                  </a:lnTo>
                  <a:lnTo>
                    <a:pt x="7764811" y="3223641"/>
                  </a:lnTo>
                  <a:lnTo>
                    <a:pt x="7837045" y="3231289"/>
                  </a:lnTo>
                  <a:lnTo>
                    <a:pt x="7903047" y="3239776"/>
                  </a:lnTo>
                  <a:lnTo>
                    <a:pt x="7963560" y="3249218"/>
                  </a:lnTo>
                  <a:lnTo>
                    <a:pt x="8019412" y="3259734"/>
                  </a:lnTo>
                  <a:lnTo>
                    <a:pt x="8071453" y="3271445"/>
                  </a:lnTo>
                  <a:lnTo>
                    <a:pt x="8120495" y="3284442"/>
                  </a:lnTo>
                  <a:lnTo>
                    <a:pt x="8151487" y="3293718"/>
                  </a:lnTo>
                  <a:lnTo>
                    <a:pt x="8204827" y="3311668"/>
                  </a:lnTo>
                  <a:lnTo>
                    <a:pt x="8256467" y="3331486"/>
                  </a:lnTo>
                  <a:lnTo>
                    <a:pt x="8307064" y="3353199"/>
                  </a:lnTo>
                  <a:lnTo>
                    <a:pt x="8357093" y="3376766"/>
                  </a:lnTo>
                  <a:lnTo>
                    <a:pt x="8406884" y="3402070"/>
                  </a:lnTo>
                  <a:lnTo>
                    <a:pt x="8456643" y="3428914"/>
                  </a:lnTo>
                  <a:lnTo>
                    <a:pt x="8506480" y="3457026"/>
                  </a:lnTo>
                  <a:lnTo>
                    <a:pt x="8556422" y="3486062"/>
                  </a:lnTo>
                  <a:lnTo>
                    <a:pt x="8606441" y="3515627"/>
                  </a:lnTo>
                  <a:lnTo>
                    <a:pt x="8656476" y="3545293"/>
                  </a:lnTo>
                  <a:lnTo>
                    <a:pt x="8706460" y="3574628"/>
                  </a:lnTo>
                  <a:lnTo>
                    <a:pt x="8756346" y="3603218"/>
                  </a:lnTo>
                  <a:lnTo>
                    <a:pt x="8806134" y="3630693"/>
                  </a:lnTo>
                  <a:lnTo>
                    <a:pt x="8855891" y="3656745"/>
                  </a:lnTo>
                  <a:lnTo>
                    <a:pt x="8905775" y="3681142"/>
                  </a:lnTo>
                  <a:lnTo>
                    <a:pt x="8956057" y="3703731"/>
                  </a:lnTo>
                  <a:lnTo>
                    <a:pt x="9007140" y="3724435"/>
                  </a:lnTo>
                  <a:lnTo>
                    <a:pt x="9059592" y="3743251"/>
                  </a:lnTo>
                  <a:lnTo>
                    <a:pt x="9084767" y="3751406"/>
                  </a:lnTo>
                  <a:lnTo>
                    <a:pt x="9132238" y="3765275"/>
                  </a:lnTo>
                  <a:lnTo>
                    <a:pt x="9182218" y="3777824"/>
                  </a:lnTo>
                  <a:lnTo>
                    <a:pt x="9235468" y="3789114"/>
                  </a:lnTo>
                  <a:lnTo>
                    <a:pt x="9292818" y="3799249"/>
                  </a:lnTo>
                  <a:lnTo>
                    <a:pt x="9355117" y="3808351"/>
                  </a:lnTo>
                  <a:lnTo>
                    <a:pt x="9423174" y="3816539"/>
                  </a:lnTo>
                  <a:lnTo>
                    <a:pt x="9497680" y="3823922"/>
                  </a:lnTo>
                  <a:lnTo>
                    <a:pt x="9579105" y="3830591"/>
                  </a:lnTo>
                  <a:lnTo>
                    <a:pt x="9667559" y="3836616"/>
                  </a:lnTo>
                  <a:lnTo>
                    <a:pt x="9762611" y="3842045"/>
                  </a:lnTo>
                  <a:lnTo>
                    <a:pt x="9863104" y="3846904"/>
                  </a:lnTo>
                  <a:lnTo>
                    <a:pt x="9966986" y="3851201"/>
                  </a:lnTo>
                  <a:lnTo>
                    <a:pt x="10071241" y="3854929"/>
                  </a:lnTo>
                  <a:lnTo>
                    <a:pt x="10171990" y="3858073"/>
                  </a:lnTo>
                  <a:lnTo>
                    <a:pt x="10264850" y="3860627"/>
                  </a:lnTo>
                  <a:lnTo>
                    <a:pt x="10345544" y="3862598"/>
                  </a:lnTo>
                  <a:lnTo>
                    <a:pt x="10410658" y="3864020"/>
                  </a:lnTo>
                  <a:lnTo>
                    <a:pt x="10458361" y="3864956"/>
                  </a:lnTo>
                  <a:lnTo>
                    <a:pt x="10488860" y="3865497"/>
                  </a:lnTo>
                  <a:lnTo>
                    <a:pt x="10504499" y="3865749"/>
                  </a:lnTo>
                  <a:lnTo>
                    <a:pt x="10509553" y="3865823"/>
                  </a:lnTo>
                  <a:lnTo>
                    <a:pt x="10509911" y="3865828"/>
                  </a:lnTo>
                  <a:lnTo>
                    <a:pt x="11981298" y="386582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69" name="pl469"/>
            <p:cNvSpPr/>
            <p:nvPr/>
          </p:nvSpPr>
          <p:spPr>
            <a:xfrm>
              <a:off x="4799595" y="5813416"/>
              <a:ext cx="11981298" cy="3865828"/>
            </a:xfrm>
            <a:custGeom>
              <a:avLst/>
              <a:pathLst>
                <a:path w="11981298" h="3865828">
                  <a:moveTo>
                    <a:pt x="11981298" y="3865828"/>
                  </a:moveTo>
                  <a:lnTo>
                    <a:pt x="10509911" y="3865828"/>
                  </a:lnTo>
                  <a:lnTo>
                    <a:pt x="10508679" y="3865811"/>
                  </a:lnTo>
                  <a:lnTo>
                    <a:pt x="10500594" y="3865688"/>
                  </a:lnTo>
                  <a:lnTo>
                    <a:pt x="10480264" y="3865350"/>
                  </a:lnTo>
                  <a:lnTo>
                    <a:pt x="10444041" y="3864685"/>
                  </a:lnTo>
                  <a:lnTo>
                    <a:pt x="10390299" y="3863592"/>
                  </a:lnTo>
                  <a:lnTo>
                    <a:pt x="10319559" y="3861988"/>
                  </a:lnTo>
                  <a:lnTo>
                    <a:pt x="10234261" y="3859820"/>
                  </a:lnTo>
                  <a:lnTo>
                    <a:pt x="10138202" y="3857064"/>
                  </a:lnTo>
                  <a:lnTo>
                    <a:pt x="10035776" y="3853719"/>
                  </a:lnTo>
                  <a:lnTo>
                    <a:pt x="9931251" y="3849795"/>
                  </a:lnTo>
                  <a:lnTo>
                    <a:pt x="9828236" y="3845306"/>
                  </a:lnTo>
                  <a:lnTo>
                    <a:pt x="9729421" y="3840253"/>
                  </a:lnTo>
                  <a:lnTo>
                    <a:pt x="9636536" y="3834625"/>
                  </a:lnTo>
                  <a:lnTo>
                    <a:pt x="9550468" y="3828386"/>
                  </a:lnTo>
                  <a:lnTo>
                    <a:pt x="9471442" y="3821482"/>
                  </a:lnTo>
                  <a:lnTo>
                    <a:pt x="9399208" y="3813835"/>
                  </a:lnTo>
                  <a:lnTo>
                    <a:pt x="9333206" y="3805347"/>
                  </a:lnTo>
                  <a:lnTo>
                    <a:pt x="9272694" y="3795906"/>
                  </a:lnTo>
                  <a:lnTo>
                    <a:pt x="9216841" y="3785389"/>
                  </a:lnTo>
                  <a:lnTo>
                    <a:pt x="9164800" y="3773679"/>
                  </a:lnTo>
                  <a:lnTo>
                    <a:pt x="9115758" y="3760682"/>
                  </a:lnTo>
                  <a:lnTo>
                    <a:pt x="9084767" y="3751406"/>
                  </a:lnTo>
                  <a:lnTo>
                    <a:pt x="9031426" y="3733456"/>
                  </a:lnTo>
                  <a:lnTo>
                    <a:pt x="8979786" y="3713637"/>
                  </a:lnTo>
                  <a:lnTo>
                    <a:pt x="8929189" y="3691924"/>
                  </a:lnTo>
                  <a:lnTo>
                    <a:pt x="8879160" y="3668357"/>
                  </a:lnTo>
                  <a:lnTo>
                    <a:pt x="8829370" y="3643054"/>
                  </a:lnTo>
                  <a:lnTo>
                    <a:pt x="8779610" y="3616210"/>
                  </a:lnTo>
                  <a:lnTo>
                    <a:pt x="8729773" y="3588098"/>
                  </a:lnTo>
                  <a:lnTo>
                    <a:pt x="8679831" y="3559062"/>
                  </a:lnTo>
                  <a:lnTo>
                    <a:pt x="8629812" y="3529497"/>
                  </a:lnTo>
                  <a:lnTo>
                    <a:pt x="8579778" y="3499830"/>
                  </a:lnTo>
                  <a:lnTo>
                    <a:pt x="8529794" y="3470495"/>
                  </a:lnTo>
                  <a:lnTo>
                    <a:pt x="8479907" y="3441905"/>
                  </a:lnTo>
                  <a:lnTo>
                    <a:pt x="8430119" y="3414431"/>
                  </a:lnTo>
                  <a:lnTo>
                    <a:pt x="8380362" y="3388378"/>
                  </a:lnTo>
                  <a:lnTo>
                    <a:pt x="8330478" y="3363981"/>
                  </a:lnTo>
                  <a:lnTo>
                    <a:pt x="8280196" y="3341393"/>
                  </a:lnTo>
                  <a:lnTo>
                    <a:pt x="8229113" y="3320688"/>
                  </a:lnTo>
                  <a:lnTo>
                    <a:pt x="8176662" y="3301873"/>
                  </a:lnTo>
                  <a:lnTo>
                    <a:pt x="8151487" y="3293718"/>
                  </a:lnTo>
                  <a:lnTo>
                    <a:pt x="8104016" y="3279849"/>
                  </a:lnTo>
                  <a:lnTo>
                    <a:pt x="8054035" y="3267299"/>
                  </a:lnTo>
                  <a:lnTo>
                    <a:pt x="8000785" y="3256010"/>
                  </a:lnTo>
                  <a:lnTo>
                    <a:pt x="7943435" y="3245875"/>
                  </a:lnTo>
                  <a:lnTo>
                    <a:pt x="7881136" y="3236773"/>
                  </a:lnTo>
                  <a:lnTo>
                    <a:pt x="7813080" y="3228584"/>
                  </a:lnTo>
                  <a:lnTo>
                    <a:pt x="7738574" y="3221201"/>
                  </a:lnTo>
                  <a:lnTo>
                    <a:pt x="7657148" y="3214532"/>
                  </a:lnTo>
                  <a:lnTo>
                    <a:pt x="7568694" y="3208508"/>
                  </a:lnTo>
                  <a:lnTo>
                    <a:pt x="7473642" y="3203079"/>
                  </a:lnTo>
                  <a:lnTo>
                    <a:pt x="7373149" y="3198219"/>
                  </a:lnTo>
                  <a:lnTo>
                    <a:pt x="7269267" y="3193922"/>
                  </a:lnTo>
                  <a:lnTo>
                    <a:pt x="7165012" y="3190195"/>
                  </a:lnTo>
                  <a:lnTo>
                    <a:pt x="7064264" y="3187050"/>
                  </a:lnTo>
                  <a:lnTo>
                    <a:pt x="6971403" y="3184497"/>
                  </a:lnTo>
                  <a:lnTo>
                    <a:pt x="6890709" y="3182526"/>
                  </a:lnTo>
                  <a:lnTo>
                    <a:pt x="6825595" y="3181104"/>
                  </a:lnTo>
                  <a:lnTo>
                    <a:pt x="6777892" y="3180167"/>
                  </a:lnTo>
                  <a:lnTo>
                    <a:pt x="6747393" y="3179626"/>
                  </a:lnTo>
                  <a:lnTo>
                    <a:pt x="6731755" y="3179375"/>
                  </a:lnTo>
                  <a:lnTo>
                    <a:pt x="6726701" y="3179301"/>
                  </a:lnTo>
                  <a:lnTo>
                    <a:pt x="6726343" y="3179296"/>
                  </a:lnTo>
                  <a:lnTo>
                    <a:pt x="5254955" y="3179296"/>
                  </a:lnTo>
                  <a:lnTo>
                    <a:pt x="5253830" y="3179224"/>
                  </a:lnTo>
                  <a:lnTo>
                    <a:pt x="5246431" y="3178708"/>
                  </a:lnTo>
                  <a:lnTo>
                    <a:pt x="5227772" y="3177283"/>
                  </a:lnTo>
                  <a:lnTo>
                    <a:pt x="5194395" y="3174477"/>
                  </a:lnTo>
                  <a:lnTo>
                    <a:pt x="5144614" y="3169853"/>
                  </a:lnTo>
                  <a:lnTo>
                    <a:pt x="5078639" y="3163052"/>
                  </a:lnTo>
                  <a:lnTo>
                    <a:pt x="4998437" y="3153829"/>
                  </a:lnTo>
                  <a:lnTo>
                    <a:pt x="4907283" y="3142058"/>
                  </a:lnTo>
                  <a:lnTo>
                    <a:pt x="4809128" y="3127713"/>
                  </a:lnTo>
                  <a:lnTo>
                    <a:pt x="4707952" y="3110834"/>
                  </a:lnTo>
                  <a:lnTo>
                    <a:pt x="4607258" y="3091477"/>
                  </a:lnTo>
                  <a:lnTo>
                    <a:pt x="4509776" y="3069672"/>
                  </a:lnTo>
                  <a:lnTo>
                    <a:pt x="4417382" y="3045389"/>
                  </a:lnTo>
                  <a:lnTo>
                    <a:pt x="4331158" y="3018519"/>
                  </a:lnTo>
                  <a:lnTo>
                    <a:pt x="4251534" y="2988867"/>
                  </a:lnTo>
                  <a:lnTo>
                    <a:pt x="4178449" y="2956143"/>
                  </a:lnTo>
                  <a:lnTo>
                    <a:pt x="4111509" y="2919975"/>
                  </a:lnTo>
                  <a:lnTo>
                    <a:pt x="4050106" y="2879915"/>
                  </a:lnTo>
                  <a:lnTo>
                    <a:pt x="3993516" y="2835465"/>
                  </a:lnTo>
                  <a:lnTo>
                    <a:pt x="3940969" y="2786106"/>
                  </a:lnTo>
                  <a:lnTo>
                    <a:pt x="3891698" y="2731370"/>
                  </a:lnTo>
                  <a:lnTo>
                    <a:pt x="3844986" y="2670932"/>
                  </a:lnTo>
                  <a:lnTo>
                    <a:pt x="3829811" y="2649413"/>
                  </a:lnTo>
                  <a:lnTo>
                    <a:pt x="3793849" y="2594666"/>
                  </a:lnTo>
                  <a:lnTo>
                    <a:pt x="3758764" y="2536075"/>
                  </a:lnTo>
                  <a:lnTo>
                    <a:pt x="3724327" y="2473561"/>
                  </a:lnTo>
                  <a:lnTo>
                    <a:pt x="3690353" y="2407102"/>
                  </a:lnTo>
                  <a:lnTo>
                    <a:pt x="3656690" y="2336740"/>
                  </a:lnTo>
                  <a:lnTo>
                    <a:pt x="3623221" y="2262585"/>
                  </a:lnTo>
                  <a:lnTo>
                    <a:pt x="3589855" y="2184818"/>
                  </a:lnTo>
                  <a:lnTo>
                    <a:pt x="3556523" y="2103697"/>
                  </a:lnTo>
                  <a:lnTo>
                    <a:pt x="3523181" y="2019552"/>
                  </a:lnTo>
                  <a:lnTo>
                    <a:pt x="3489803" y="1932786"/>
                  </a:lnTo>
                  <a:lnTo>
                    <a:pt x="3456376" y="1843865"/>
                  </a:lnTo>
                  <a:lnTo>
                    <a:pt x="3422904" y="1753311"/>
                  </a:lnTo>
                  <a:lnTo>
                    <a:pt x="3389397" y="1661689"/>
                  </a:lnTo>
                  <a:lnTo>
                    <a:pt x="3355874" y="1569592"/>
                  </a:lnTo>
                  <a:lnTo>
                    <a:pt x="3322356" y="1477628"/>
                  </a:lnTo>
                  <a:lnTo>
                    <a:pt x="3288862" y="1386399"/>
                  </a:lnTo>
                  <a:lnTo>
                    <a:pt x="3255409" y="1296489"/>
                  </a:lnTo>
                  <a:lnTo>
                    <a:pt x="3222004" y="1208445"/>
                  </a:lnTo>
                  <a:lnTo>
                    <a:pt x="3188643" y="1122767"/>
                  </a:lnTo>
                  <a:lnTo>
                    <a:pt x="3155310" y="1039893"/>
                  </a:lnTo>
                  <a:lnTo>
                    <a:pt x="3121970" y="960195"/>
                  </a:lnTo>
                  <a:lnTo>
                    <a:pt x="3088569" y="883973"/>
                  </a:lnTo>
                  <a:lnTo>
                    <a:pt x="3055028" y="811451"/>
                  </a:lnTo>
                  <a:lnTo>
                    <a:pt x="3021246" y="742779"/>
                  </a:lnTo>
                  <a:lnTo>
                    <a:pt x="2987091" y="678036"/>
                  </a:lnTo>
                  <a:lnTo>
                    <a:pt x="2952397" y="617236"/>
                  </a:lnTo>
                  <a:lnTo>
                    <a:pt x="2916961" y="560331"/>
                  </a:lnTo>
                  <a:lnTo>
                    <a:pt x="2896531" y="529882"/>
                  </a:lnTo>
                  <a:lnTo>
                    <a:pt x="2850532" y="467512"/>
                  </a:lnTo>
                  <a:lnTo>
                    <a:pt x="2802193" y="410891"/>
                  </a:lnTo>
                  <a:lnTo>
                    <a:pt x="2750826" y="359780"/>
                  </a:lnTo>
                  <a:lnTo>
                    <a:pt x="2695676" y="313744"/>
                  </a:lnTo>
                  <a:lnTo>
                    <a:pt x="2635969" y="272272"/>
                  </a:lnTo>
                  <a:lnTo>
                    <a:pt x="2570957" y="234855"/>
                  </a:lnTo>
                  <a:lnTo>
                    <a:pt x="2499986" y="201024"/>
                  </a:lnTo>
                  <a:lnTo>
                    <a:pt x="2422576" y="170379"/>
                  </a:lnTo>
                  <a:lnTo>
                    <a:pt x="2338541" y="142604"/>
                  </a:lnTo>
                  <a:lnTo>
                    <a:pt x="2248128" y="117472"/>
                  </a:lnTo>
                  <a:lnTo>
                    <a:pt x="2152182" y="94844"/>
                  </a:lnTo>
                  <a:lnTo>
                    <a:pt x="2052301" y="74667"/>
                  </a:lnTo>
                  <a:lnTo>
                    <a:pt x="1950931" y="56953"/>
                  </a:lnTo>
                  <a:lnTo>
                    <a:pt x="1851337" y="41754"/>
                  </a:lnTo>
                  <a:lnTo>
                    <a:pt x="1757386" y="29119"/>
                  </a:lnTo>
                  <a:lnTo>
                    <a:pt x="1673106" y="19052"/>
                  </a:lnTo>
                  <a:lnTo>
                    <a:pt x="1602073" y="11462"/>
                  </a:lnTo>
                  <a:lnTo>
                    <a:pt x="1546755" y="6144"/>
                  </a:lnTo>
                  <a:lnTo>
                    <a:pt x="1507981" y="2775"/>
                  </a:lnTo>
                  <a:lnTo>
                    <a:pt x="1484698" y="940"/>
                  </a:lnTo>
                  <a:lnTo>
                    <a:pt x="1474014" y="172"/>
                  </a:lnTo>
                  <a:lnTo>
                    <a:pt x="1471431" y="2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70" name="pg470"/>
            <p:cNvSpPr/>
            <p:nvPr/>
          </p:nvSpPr>
          <p:spPr>
            <a:xfrm>
              <a:off x="4799595" y="5821589"/>
              <a:ext cx="11981298" cy="5279756"/>
            </a:xfrm>
            <a:custGeom>
              <a:avLst/>
              <a:pathLst>
                <a:path w="11981298" h="5279756">
                  <a:moveTo>
                    <a:pt x="0" y="16345"/>
                  </a:moveTo>
                  <a:lnTo>
                    <a:pt x="1471387" y="16345"/>
                  </a:lnTo>
                  <a:lnTo>
                    <a:pt x="1472512" y="16418"/>
                  </a:lnTo>
                  <a:lnTo>
                    <a:pt x="1479908" y="16935"/>
                  </a:lnTo>
                  <a:lnTo>
                    <a:pt x="1498558" y="18363"/>
                  </a:lnTo>
                  <a:lnTo>
                    <a:pt x="1531921" y="21175"/>
                  </a:lnTo>
                  <a:lnTo>
                    <a:pt x="1581683" y="25809"/>
                  </a:lnTo>
                  <a:lnTo>
                    <a:pt x="1647634" y="32623"/>
                  </a:lnTo>
                  <a:lnTo>
                    <a:pt x="1727811" y="41866"/>
                  </a:lnTo>
                  <a:lnTo>
                    <a:pt x="1818940" y="53663"/>
                  </a:lnTo>
                  <a:lnTo>
                    <a:pt x="1917073" y="68039"/>
                  </a:lnTo>
                  <a:lnTo>
                    <a:pt x="2018231" y="84955"/>
                  </a:lnTo>
                  <a:lnTo>
                    <a:pt x="2118913" y="104354"/>
                  </a:lnTo>
                  <a:lnTo>
                    <a:pt x="2216388" y="126208"/>
                  </a:lnTo>
                  <a:lnTo>
                    <a:pt x="2308778" y="150545"/>
                  </a:lnTo>
                  <a:lnTo>
                    <a:pt x="2395002" y="177473"/>
                  </a:lnTo>
                  <a:lnTo>
                    <a:pt x="2474629" y="207191"/>
                  </a:lnTo>
                  <a:lnTo>
                    <a:pt x="2547718" y="239986"/>
                  </a:lnTo>
                  <a:lnTo>
                    <a:pt x="2614663" y="276232"/>
                  </a:lnTo>
                  <a:lnTo>
                    <a:pt x="2676071" y="316377"/>
                  </a:lnTo>
                  <a:lnTo>
                    <a:pt x="2732664" y="360921"/>
                  </a:lnTo>
                  <a:lnTo>
                    <a:pt x="2785214" y="410383"/>
                  </a:lnTo>
                  <a:lnTo>
                    <a:pt x="2834487" y="465234"/>
                  </a:lnTo>
                  <a:lnTo>
                    <a:pt x="2881199" y="525798"/>
                  </a:lnTo>
                  <a:lnTo>
                    <a:pt x="2896531" y="547590"/>
                  </a:lnTo>
                  <a:lnTo>
                    <a:pt x="2932455" y="602417"/>
                  </a:lnTo>
                  <a:lnTo>
                    <a:pt x="2967503" y="661090"/>
                  </a:lnTo>
                  <a:lnTo>
                    <a:pt x="3001905" y="723686"/>
                  </a:lnTo>
                  <a:lnTo>
                    <a:pt x="3035844" y="790229"/>
                  </a:lnTo>
                  <a:lnTo>
                    <a:pt x="3069472" y="860678"/>
                  </a:lnTo>
                  <a:lnTo>
                    <a:pt x="3102905" y="934922"/>
                  </a:lnTo>
                  <a:lnTo>
                    <a:pt x="3136237" y="1012780"/>
                  </a:lnTo>
                  <a:lnTo>
                    <a:pt x="3169532" y="1093997"/>
                  </a:lnTo>
                  <a:lnTo>
                    <a:pt x="3202838" y="1178241"/>
                  </a:lnTo>
                  <a:lnTo>
                    <a:pt x="3236180" y="1265112"/>
                  </a:lnTo>
                  <a:lnTo>
                    <a:pt x="3269570" y="1354144"/>
                  </a:lnTo>
                  <a:lnTo>
                    <a:pt x="3303006" y="1444817"/>
                  </a:lnTo>
                  <a:lnTo>
                    <a:pt x="3336477" y="1536565"/>
                  </a:lnTo>
                  <a:lnTo>
                    <a:pt x="3369963" y="1628797"/>
                  </a:lnTo>
                  <a:lnTo>
                    <a:pt x="3403446" y="1720905"/>
                  </a:lnTo>
                  <a:lnTo>
                    <a:pt x="3436904" y="1812287"/>
                  </a:lnTo>
                  <a:lnTo>
                    <a:pt x="3470322" y="1902360"/>
                  </a:lnTo>
                  <a:lnTo>
                    <a:pt x="3503693" y="1990575"/>
                  </a:lnTo>
                  <a:lnTo>
                    <a:pt x="3537018" y="2076434"/>
                  </a:lnTo>
                  <a:lnTo>
                    <a:pt x="3570315" y="2159494"/>
                  </a:lnTo>
                  <a:lnTo>
                    <a:pt x="3603619" y="2239384"/>
                  </a:lnTo>
                  <a:lnTo>
                    <a:pt x="3636982" y="2315803"/>
                  </a:lnTo>
                  <a:lnTo>
                    <a:pt x="3670482" y="2388525"/>
                  </a:lnTo>
                  <a:lnTo>
                    <a:pt x="3704220" y="2457399"/>
                  </a:lnTo>
                  <a:lnTo>
                    <a:pt x="3738327" y="2522342"/>
                  </a:lnTo>
                  <a:lnTo>
                    <a:pt x="3772966" y="2583341"/>
                  </a:lnTo>
                  <a:lnTo>
                    <a:pt x="3808340" y="2640441"/>
                  </a:lnTo>
                  <a:lnTo>
                    <a:pt x="3829811" y="2672570"/>
                  </a:lnTo>
                  <a:lnTo>
                    <a:pt x="3875803" y="2735091"/>
                  </a:lnTo>
                  <a:lnTo>
                    <a:pt x="3924134" y="2791850"/>
                  </a:lnTo>
                  <a:lnTo>
                    <a:pt x="3975491" y="2843086"/>
                  </a:lnTo>
                  <a:lnTo>
                    <a:pt x="4030630" y="2889237"/>
                  </a:lnTo>
                  <a:lnTo>
                    <a:pt x="4090325" y="2930811"/>
                  </a:lnTo>
                  <a:lnTo>
                    <a:pt x="4155321" y="2968322"/>
                  </a:lnTo>
                  <a:lnTo>
                    <a:pt x="4226275" y="3002239"/>
                  </a:lnTo>
                  <a:lnTo>
                    <a:pt x="4303665" y="3032961"/>
                  </a:lnTo>
                  <a:lnTo>
                    <a:pt x="4387678" y="3060806"/>
                  </a:lnTo>
                  <a:lnTo>
                    <a:pt x="4478068" y="3086003"/>
                  </a:lnTo>
                  <a:lnTo>
                    <a:pt x="4573991" y="3108689"/>
                  </a:lnTo>
                  <a:lnTo>
                    <a:pt x="4673852" y="3128920"/>
                  </a:lnTo>
                  <a:lnTo>
                    <a:pt x="4775206" y="3146681"/>
                  </a:lnTo>
                  <a:lnTo>
                    <a:pt x="4874792" y="3161923"/>
                  </a:lnTo>
                  <a:lnTo>
                    <a:pt x="4968746" y="3174593"/>
                  </a:lnTo>
                  <a:lnTo>
                    <a:pt x="5053041" y="3184692"/>
                  </a:lnTo>
                  <a:lnTo>
                    <a:pt x="5124100" y="3192306"/>
                  </a:lnTo>
                  <a:lnTo>
                    <a:pt x="5179455" y="3197642"/>
                  </a:lnTo>
                  <a:lnTo>
                    <a:pt x="5218270" y="3201024"/>
                  </a:lnTo>
                  <a:lnTo>
                    <a:pt x="5241593" y="3202868"/>
                  </a:lnTo>
                  <a:lnTo>
                    <a:pt x="5252309" y="3203640"/>
                  </a:lnTo>
                  <a:lnTo>
                    <a:pt x="5254955" y="3203815"/>
                  </a:lnTo>
                  <a:lnTo>
                    <a:pt x="6726343" y="3203815"/>
                  </a:lnTo>
                  <a:lnTo>
                    <a:pt x="6727529" y="3203865"/>
                  </a:lnTo>
                  <a:lnTo>
                    <a:pt x="6735324" y="3204220"/>
                  </a:lnTo>
                  <a:lnTo>
                    <a:pt x="6754946" y="3205203"/>
                  </a:lnTo>
                  <a:lnTo>
                    <a:pt x="6789967" y="3207138"/>
                  </a:lnTo>
                  <a:lnTo>
                    <a:pt x="6842041" y="3210324"/>
                  </a:lnTo>
                  <a:lnTo>
                    <a:pt x="6910783" y="3215000"/>
                  </a:lnTo>
                  <a:lnTo>
                    <a:pt x="6993955" y="3221330"/>
                  </a:lnTo>
                  <a:lnTo>
                    <a:pt x="7087982" y="3229391"/>
                  </a:lnTo>
                  <a:lnTo>
                    <a:pt x="7188653" y="3239191"/>
                  </a:lnTo>
                  <a:lnTo>
                    <a:pt x="7291817" y="3250700"/>
                  </a:lnTo>
                  <a:lnTo>
                    <a:pt x="7393905" y="3263882"/>
                  </a:lnTo>
                  <a:lnTo>
                    <a:pt x="7492204" y="3278721"/>
                  </a:lnTo>
                  <a:lnTo>
                    <a:pt x="7584920" y="3295249"/>
                  </a:lnTo>
                  <a:lnTo>
                    <a:pt x="7671080" y="3313554"/>
                  </a:lnTo>
                  <a:lnTo>
                    <a:pt x="7750374" y="3333788"/>
                  </a:lnTo>
                  <a:lnTo>
                    <a:pt x="7822972" y="3356164"/>
                  </a:lnTo>
                  <a:lnTo>
                    <a:pt x="7889366" y="3380955"/>
                  </a:lnTo>
                  <a:lnTo>
                    <a:pt x="7950242" y="3408483"/>
                  </a:lnTo>
                  <a:lnTo>
                    <a:pt x="8006388" y="3439098"/>
                  </a:lnTo>
                  <a:lnTo>
                    <a:pt x="8058621" y="3473152"/>
                  </a:lnTo>
                  <a:lnTo>
                    <a:pt x="8107737" y="3510943"/>
                  </a:lnTo>
                  <a:lnTo>
                    <a:pt x="8151487" y="3549805"/>
                  </a:lnTo>
                  <a:lnTo>
                    <a:pt x="8193746" y="3592172"/>
                  </a:lnTo>
                  <a:lnTo>
                    <a:pt x="8234849" y="3638037"/>
                  </a:lnTo>
                  <a:lnTo>
                    <a:pt x="8275148" y="3687466"/>
                  </a:lnTo>
                  <a:lnTo>
                    <a:pt x="8314921" y="3740455"/>
                  </a:lnTo>
                  <a:lnTo>
                    <a:pt x="8354381" y="3796913"/>
                  </a:lnTo>
                  <a:lnTo>
                    <a:pt x="8393686" y="3856663"/>
                  </a:lnTo>
                  <a:lnTo>
                    <a:pt x="8432946" y="3919431"/>
                  </a:lnTo>
                  <a:lnTo>
                    <a:pt x="8472231" y="3984852"/>
                  </a:lnTo>
                  <a:lnTo>
                    <a:pt x="8511576" y="4052474"/>
                  </a:lnTo>
                  <a:lnTo>
                    <a:pt x="8550986" y="4121768"/>
                  </a:lnTo>
                  <a:lnTo>
                    <a:pt x="8590449" y="4192145"/>
                  </a:lnTo>
                  <a:lnTo>
                    <a:pt x="8629935" y="4262975"/>
                  </a:lnTo>
                  <a:lnTo>
                    <a:pt x="8669410" y="4333611"/>
                  </a:lnTo>
                  <a:lnTo>
                    <a:pt x="8708844" y="4403414"/>
                  </a:lnTo>
                  <a:lnTo>
                    <a:pt x="8748216" y="4471776"/>
                  </a:lnTo>
                  <a:lnTo>
                    <a:pt x="8787522" y="4538141"/>
                  </a:lnTo>
                  <a:lnTo>
                    <a:pt x="8826786" y="4602024"/>
                  </a:lnTo>
                  <a:lnTo>
                    <a:pt x="8866062" y="4663025"/>
                  </a:lnTo>
                  <a:lnTo>
                    <a:pt x="8905444" y="4720833"/>
                  </a:lnTo>
                  <a:lnTo>
                    <a:pt x="8945069" y="4775231"/>
                  </a:lnTo>
                  <a:lnTo>
                    <a:pt x="8985127" y="4826097"/>
                  </a:lnTo>
                  <a:lnTo>
                    <a:pt x="9025869" y="4873390"/>
                  </a:lnTo>
                  <a:lnTo>
                    <a:pt x="9067615" y="4917150"/>
                  </a:lnTo>
                  <a:lnTo>
                    <a:pt x="9084767" y="4933766"/>
                  </a:lnTo>
                  <a:lnTo>
                    <a:pt x="9131624" y="4975198"/>
                  </a:lnTo>
                  <a:lnTo>
                    <a:pt x="9180919" y="5012740"/>
                  </a:lnTo>
                  <a:lnTo>
                    <a:pt x="9233381" y="5046561"/>
                  </a:lnTo>
                  <a:lnTo>
                    <a:pt x="9289809" y="5076965"/>
                  </a:lnTo>
                  <a:lnTo>
                    <a:pt x="9351021" y="5104304"/>
                  </a:lnTo>
                  <a:lnTo>
                    <a:pt x="9417798" y="5128930"/>
                  </a:lnTo>
                  <a:lnTo>
                    <a:pt x="9490818" y="5151159"/>
                  </a:lnTo>
                  <a:lnTo>
                    <a:pt x="9570557" y="5171262"/>
                  </a:lnTo>
                  <a:lnTo>
                    <a:pt x="9657158" y="5189447"/>
                  </a:lnTo>
                  <a:lnTo>
                    <a:pt x="9750273" y="5205864"/>
                  </a:lnTo>
                  <a:lnTo>
                    <a:pt x="9848882" y="5220595"/>
                  </a:lnTo>
                  <a:lnTo>
                    <a:pt x="9951132" y="5233669"/>
                  </a:lnTo>
                  <a:lnTo>
                    <a:pt x="10054252" y="5245069"/>
                  </a:lnTo>
                  <a:lnTo>
                    <a:pt x="10154621" y="5254757"/>
                  </a:lnTo>
                  <a:lnTo>
                    <a:pt x="10248068" y="5262704"/>
                  </a:lnTo>
                  <a:lnTo>
                    <a:pt x="10330402" y="5268923"/>
                  </a:lnTo>
                  <a:lnTo>
                    <a:pt x="10398112" y="5273497"/>
                  </a:lnTo>
                  <a:lnTo>
                    <a:pt x="10449069" y="5276593"/>
                  </a:lnTo>
                  <a:lnTo>
                    <a:pt x="10483019" y="5278457"/>
                  </a:lnTo>
                  <a:lnTo>
                    <a:pt x="10501746" y="5279389"/>
                  </a:lnTo>
                  <a:lnTo>
                    <a:pt x="10508937" y="5279716"/>
                  </a:lnTo>
                  <a:lnTo>
                    <a:pt x="10509911" y="5279756"/>
                  </a:lnTo>
                  <a:lnTo>
                    <a:pt x="11981298" y="5279756"/>
                  </a:lnTo>
                  <a:lnTo>
                    <a:pt x="11981298" y="5263410"/>
                  </a:lnTo>
                  <a:lnTo>
                    <a:pt x="10509911" y="5263410"/>
                  </a:lnTo>
                  <a:lnTo>
                    <a:pt x="10508724" y="5263361"/>
                  </a:lnTo>
                  <a:lnTo>
                    <a:pt x="10500930" y="5263005"/>
                  </a:lnTo>
                  <a:lnTo>
                    <a:pt x="10481307" y="5262022"/>
                  </a:lnTo>
                  <a:lnTo>
                    <a:pt x="10446286" y="5260087"/>
                  </a:lnTo>
                  <a:lnTo>
                    <a:pt x="10394212" y="5256902"/>
                  </a:lnTo>
                  <a:lnTo>
                    <a:pt x="10325470" y="5252225"/>
                  </a:lnTo>
                  <a:lnTo>
                    <a:pt x="10242298" y="5245895"/>
                  </a:lnTo>
                  <a:lnTo>
                    <a:pt x="10148271" y="5237835"/>
                  </a:lnTo>
                  <a:lnTo>
                    <a:pt x="10047600" y="5228034"/>
                  </a:lnTo>
                  <a:lnTo>
                    <a:pt x="9944436" y="5216525"/>
                  </a:lnTo>
                  <a:lnTo>
                    <a:pt x="9842348" y="5203344"/>
                  </a:lnTo>
                  <a:lnTo>
                    <a:pt x="9744049" y="5188504"/>
                  </a:lnTo>
                  <a:lnTo>
                    <a:pt x="9651334" y="5171976"/>
                  </a:lnTo>
                  <a:lnTo>
                    <a:pt x="9565174" y="5153671"/>
                  </a:lnTo>
                  <a:lnTo>
                    <a:pt x="9485880" y="5133438"/>
                  </a:lnTo>
                  <a:lnTo>
                    <a:pt x="9413281" y="5111062"/>
                  </a:lnTo>
                  <a:lnTo>
                    <a:pt x="9346887" y="5086270"/>
                  </a:lnTo>
                  <a:lnTo>
                    <a:pt x="9286011" y="5058743"/>
                  </a:lnTo>
                  <a:lnTo>
                    <a:pt x="9229865" y="5028127"/>
                  </a:lnTo>
                  <a:lnTo>
                    <a:pt x="9177632" y="4994073"/>
                  </a:lnTo>
                  <a:lnTo>
                    <a:pt x="9128516" y="4956282"/>
                  </a:lnTo>
                  <a:lnTo>
                    <a:pt x="9084767" y="4917420"/>
                  </a:lnTo>
                  <a:lnTo>
                    <a:pt x="9042507" y="4875053"/>
                  </a:lnTo>
                  <a:lnTo>
                    <a:pt x="9001404" y="4829188"/>
                  </a:lnTo>
                  <a:lnTo>
                    <a:pt x="8961105" y="4779759"/>
                  </a:lnTo>
                  <a:lnTo>
                    <a:pt x="8921332" y="4726770"/>
                  </a:lnTo>
                  <a:lnTo>
                    <a:pt x="8881872" y="4670312"/>
                  </a:lnTo>
                  <a:lnTo>
                    <a:pt x="8842567" y="4610562"/>
                  </a:lnTo>
                  <a:lnTo>
                    <a:pt x="8803307" y="4547795"/>
                  </a:lnTo>
                  <a:lnTo>
                    <a:pt x="8764022" y="4482373"/>
                  </a:lnTo>
                  <a:lnTo>
                    <a:pt x="8724677" y="4414751"/>
                  </a:lnTo>
                  <a:lnTo>
                    <a:pt x="8685267" y="4345457"/>
                  </a:lnTo>
                  <a:lnTo>
                    <a:pt x="8645804" y="4275080"/>
                  </a:lnTo>
                  <a:lnTo>
                    <a:pt x="8606319" y="4204250"/>
                  </a:lnTo>
                  <a:lnTo>
                    <a:pt x="8566843" y="4133614"/>
                  </a:lnTo>
                  <a:lnTo>
                    <a:pt x="8527409" y="4063811"/>
                  </a:lnTo>
                  <a:lnTo>
                    <a:pt x="8488037" y="3995450"/>
                  </a:lnTo>
                  <a:lnTo>
                    <a:pt x="8448731" y="3929085"/>
                  </a:lnTo>
                  <a:lnTo>
                    <a:pt x="8409467" y="3865201"/>
                  </a:lnTo>
                  <a:lnTo>
                    <a:pt x="8370191" y="3804201"/>
                  </a:lnTo>
                  <a:lnTo>
                    <a:pt x="8330809" y="3746393"/>
                  </a:lnTo>
                  <a:lnTo>
                    <a:pt x="8291184" y="3691994"/>
                  </a:lnTo>
                  <a:lnTo>
                    <a:pt x="8251126" y="3641128"/>
                  </a:lnTo>
                  <a:lnTo>
                    <a:pt x="8210384" y="3593835"/>
                  </a:lnTo>
                  <a:lnTo>
                    <a:pt x="8168638" y="3550075"/>
                  </a:lnTo>
                  <a:lnTo>
                    <a:pt x="8151487" y="3533459"/>
                  </a:lnTo>
                  <a:lnTo>
                    <a:pt x="8104629" y="3492027"/>
                  </a:lnTo>
                  <a:lnTo>
                    <a:pt x="8055334" y="3454486"/>
                  </a:lnTo>
                  <a:lnTo>
                    <a:pt x="8002872" y="3420664"/>
                  </a:lnTo>
                  <a:lnTo>
                    <a:pt x="7946444" y="3390260"/>
                  </a:lnTo>
                  <a:lnTo>
                    <a:pt x="7885233" y="3362921"/>
                  </a:lnTo>
                  <a:lnTo>
                    <a:pt x="7818455" y="3338295"/>
                  </a:lnTo>
                  <a:lnTo>
                    <a:pt x="7745435" y="3316066"/>
                  </a:lnTo>
                  <a:lnTo>
                    <a:pt x="7665696" y="3295964"/>
                  </a:lnTo>
                  <a:lnTo>
                    <a:pt x="7579095" y="3277778"/>
                  </a:lnTo>
                  <a:lnTo>
                    <a:pt x="7485980" y="3261361"/>
                  </a:lnTo>
                  <a:lnTo>
                    <a:pt x="7387371" y="3246630"/>
                  </a:lnTo>
                  <a:lnTo>
                    <a:pt x="7285121" y="3233556"/>
                  </a:lnTo>
                  <a:lnTo>
                    <a:pt x="7182002" y="3222157"/>
                  </a:lnTo>
                  <a:lnTo>
                    <a:pt x="7081632" y="3212469"/>
                  </a:lnTo>
                  <a:lnTo>
                    <a:pt x="6988185" y="3204521"/>
                  </a:lnTo>
                  <a:lnTo>
                    <a:pt x="6905852" y="3198302"/>
                  </a:lnTo>
                  <a:lnTo>
                    <a:pt x="6838142" y="3193728"/>
                  </a:lnTo>
                  <a:lnTo>
                    <a:pt x="6787184" y="3190632"/>
                  </a:lnTo>
                  <a:lnTo>
                    <a:pt x="6753235" y="3188768"/>
                  </a:lnTo>
                  <a:lnTo>
                    <a:pt x="6734507" y="3187836"/>
                  </a:lnTo>
                  <a:lnTo>
                    <a:pt x="6727316" y="3187510"/>
                  </a:lnTo>
                  <a:lnTo>
                    <a:pt x="6726343" y="3187469"/>
                  </a:lnTo>
                  <a:lnTo>
                    <a:pt x="5254955" y="3187469"/>
                  </a:lnTo>
                  <a:lnTo>
                    <a:pt x="5253830" y="3187396"/>
                  </a:lnTo>
                  <a:lnTo>
                    <a:pt x="5246434" y="3186880"/>
                  </a:lnTo>
                  <a:lnTo>
                    <a:pt x="5227784" y="3185451"/>
                  </a:lnTo>
                  <a:lnTo>
                    <a:pt x="5194421" y="3182639"/>
                  </a:lnTo>
                  <a:lnTo>
                    <a:pt x="5144659" y="3178006"/>
                  </a:lnTo>
                  <a:lnTo>
                    <a:pt x="5078708" y="3171191"/>
                  </a:lnTo>
                  <a:lnTo>
                    <a:pt x="4998531" y="3161948"/>
                  </a:lnTo>
                  <a:lnTo>
                    <a:pt x="4907402" y="3150151"/>
                  </a:lnTo>
                  <a:lnTo>
                    <a:pt x="4809269" y="3135775"/>
                  </a:lnTo>
                  <a:lnTo>
                    <a:pt x="4708111" y="3118859"/>
                  </a:lnTo>
                  <a:lnTo>
                    <a:pt x="4607429" y="3099460"/>
                  </a:lnTo>
                  <a:lnTo>
                    <a:pt x="4509954" y="3077607"/>
                  </a:lnTo>
                  <a:lnTo>
                    <a:pt x="4417564" y="3053270"/>
                  </a:lnTo>
                  <a:lnTo>
                    <a:pt x="4331340" y="3026341"/>
                  </a:lnTo>
                  <a:lnTo>
                    <a:pt x="4251713" y="2996623"/>
                  </a:lnTo>
                  <a:lnTo>
                    <a:pt x="4178624" y="2963828"/>
                  </a:lnTo>
                  <a:lnTo>
                    <a:pt x="4111679" y="2927582"/>
                  </a:lnTo>
                  <a:lnTo>
                    <a:pt x="4050271" y="2887438"/>
                  </a:lnTo>
                  <a:lnTo>
                    <a:pt x="3993678" y="2842893"/>
                  </a:lnTo>
                  <a:lnTo>
                    <a:pt x="3941128" y="2793432"/>
                  </a:lnTo>
                  <a:lnTo>
                    <a:pt x="3891855" y="2738580"/>
                  </a:lnTo>
                  <a:lnTo>
                    <a:pt x="3845143" y="2678016"/>
                  </a:lnTo>
                  <a:lnTo>
                    <a:pt x="3829811" y="2656224"/>
                  </a:lnTo>
                  <a:lnTo>
                    <a:pt x="3793887" y="2601397"/>
                  </a:lnTo>
                  <a:lnTo>
                    <a:pt x="3758839" y="2542725"/>
                  </a:lnTo>
                  <a:lnTo>
                    <a:pt x="3724437" y="2480128"/>
                  </a:lnTo>
                  <a:lnTo>
                    <a:pt x="3690498" y="2413585"/>
                  </a:lnTo>
                  <a:lnTo>
                    <a:pt x="3656871" y="2343137"/>
                  </a:lnTo>
                  <a:lnTo>
                    <a:pt x="3623437" y="2268893"/>
                  </a:lnTo>
                  <a:lnTo>
                    <a:pt x="3590106" y="2191034"/>
                  </a:lnTo>
                  <a:lnTo>
                    <a:pt x="3556810" y="2109818"/>
                  </a:lnTo>
                  <a:lnTo>
                    <a:pt x="3523504" y="2025573"/>
                  </a:lnTo>
                  <a:lnTo>
                    <a:pt x="3490162" y="1938702"/>
                  </a:lnTo>
                  <a:lnTo>
                    <a:pt x="3456772" y="1849670"/>
                  </a:lnTo>
                  <a:lnTo>
                    <a:pt x="3423336" y="1758998"/>
                  </a:lnTo>
                  <a:lnTo>
                    <a:pt x="3389866" y="1667249"/>
                  </a:lnTo>
                  <a:lnTo>
                    <a:pt x="3356379" y="1575018"/>
                  </a:lnTo>
                  <a:lnTo>
                    <a:pt x="3322896" y="1482909"/>
                  </a:lnTo>
                  <a:lnTo>
                    <a:pt x="3289438" y="1391527"/>
                  </a:lnTo>
                  <a:lnTo>
                    <a:pt x="3256020" y="1301454"/>
                  </a:lnTo>
                  <a:lnTo>
                    <a:pt x="3222650" y="1213239"/>
                  </a:lnTo>
                  <a:lnTo>
                    <a:pt x="3189324" y="1127381"/>
                  </a:lnTo>
                  <a:lnTo>
                    <a:pt x="3156027" y="1044320"/>
                  </a:lnTo>
                  <a:lnTo>
                    <a:pt x="3122723" y="964430"/>
                  </a:lnTo>
                  <a:lnTo>
                    <a:pt x="3089360" y="888011"/>
                  </a:lnTo>
                  <a:lnTo>
                    <a:pt x="3055860" y="815289"/>
                  </a:lnTo>
                  <a:lnTo>
                    <a:pt x="3022122" y="746416"/>
                  </a:lnTo>
                  <a:lnTo>
                    <a:pt x="2988015" y="681472"/>
                  </a:lnTo>
                  <a:lnTo>
                    <a:pt x="2953376" y="620473"/>
                  </a:lnTo>
                  <a:lnTo>
                    <a:pt x="2918002" y="563373"/>
                  </a:lnTo>
                  <a:lnTo>
                    <a:pt x="2896531" y="531244"/>
                  </a:lnTo>
                  <a:lnTo>
                    <a:pt x="2850539" y="468723"/>
                  </a:lnTo>
                  <a:lnTo>
                    <a:pt x="2802208" y="411965"/>
                  </a:lnTo>
                  <a:lnTo>
                    <a:pt x="2750851" y="360728"/>
                  </a:lnTo>
                  <a:lnTo>
                    <a:pt x="2695712" y="314578"/>
                  </a:lnTo>
                  <a:lnTo>
                    <a:pt x="2636017" y="273003"/>
                  </a:lnTo>
                  <a:lnTo>
                    <a:pt x="2571021" y="235492"/>
                  </a:lnTo>
                  <a:lnTo>
                    <a:pt x="2500067" y="201576"/>
                  </a:lnTo>
                  <a:lnTo>
                    <a:pt x="2422677" y="170854"/>
                  </a:lnTo>
                  <a:lnTo>
                    <a:pt x="2338664" y="143008"/>
                  </a:lnTo>
                  <a:lnTo>
                    <a:pt x="2248274" y="117811"/>
                  </a:lnTo>
                  <a:lnTo>
                    <a:pt x="2152351" y="95125"/>
                  </a:lnTo>
                  <a:lnTo>
                    <a:pt x="2052491" y="74894"/>
                  </a:lnTo>
                  <a:lnTo>
                    <a:pt x="1951136" y="57133"/>
                  </a:lnTo>
                  <a:lnTo>
                    <a:pt x="1851550" y="41892"/>
                  </a:lnTo>
                  <a:lnTo>
                    <a:pt x="1757596" y="29221"/>
                  </a:lnTo>
                  <a:lnTo>
                    <a:pt x="1673301" y="19123"/>
                  </a:lnTo>
                  <a:lnTo>
                    <a:pt x="1602242" y="11509"/>
                  </a:lnTo>
                  <a:lnTo>
                    <a:pt x="1546887" y="6172"/>
                  </a:lnTo>
                  <a:lnTo>
                    <a:pt x="1508072" y="2790"/>
                  </a:lnTo>
                  <a:lnTo>
                    <a:pt x="1484749" y="946"/>
                  </a:lnTo>
                  <a:lnTo>
                    <a:pt x="1474033" y="174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471" name="pl471"/>
            <p:cNvSpPr/>
            <p:nvPr/>
          </p:nvSpPr>
          <p:spPr>
            <a:xfrm>
              <a:off x="4799595" y="5837935"/>
              <a:ext cx="11981298" cy="5263410"/>
            </a:xfrm>
            <a:custGeom>
              <a:avLst/>
              <a:pathLst>
                <a:path w="11981298" h="5263410">
                  <a:moveTo>
                    <a:pt x="0" y="0"/>
                  </a:moveTo>
                  <a:lnTo>
                    <a:pt x="1471387" y="0"/>
                  </a:lnTo>
                  <a:lnTo>
                    <a:pt x="1472512" y="72"/>
                  </a:lnTo>
                  <a:lnTo>
                    <a:pt x="1479908" y="589"/>
                  </a:lnTo>
                  <a:lnTo>
                    <a:pt x="1498558" y="2017"/>
                  </a:lnTo>
                  <a:lnTo>
                    <a:pt x="1531921" y="4829"/>
                  </a:lnTo>
                  <a:lnTo>
                    <a:pt x="1581683" y="9463"/>
                  </a:lnTo>
                  <a:lnTo>
                    <a:pt x="1647634" y="16277"/>
                  </a:lnTo>
                  <a:lnTo>
                    <a:pt x="1727811" y="25520"/>
                  </a:lnTo>
                  <a:lnTo>
                    <a:pt x="1818940" y="37317"/>
                  </a:lnTo>
                  <a:lnTo>
                    <a:pt x="1917073" y="51693"/>
                  </a:lnTo>
                  <a:lnTo>
                    <a:pt x="2018231" y="68609"/>
                  </a:lnTo>
                  <a:lnTo>
                    <a:pt x="2118913" y="88008"/>
                  </a:lnTo>
                  <a:lnTo>
                    <a:pt x="2216388" y="109862"/>
                  </a:lnTo>
                  <a:lnTo>
                    <a:pt x="2308778" y="134199"/>
                  </a:lnTo>
                  <a:lnTo>
                    <a:pt x="2395002" y="161127"/>
                  </a:lnTo>
                  <a:lnTo>
                    <a:pt x="2474629" y="190845"/>
                  </a:lnTo>
                  <a:lnTo>
                    <a:pt x="2547718" y="223640"/>
                  </a:lnTo>
                  <a:lnTo>
                    <a:pt x="2614663" y="259886"/>
                  </a:lnTo>
                  <a:lnTo>
                    <a:pt x="2676071" y="300031"/>
                  </a:lnTo>
                  <a:lnTo>
                    <a:pt x="2732664" y="344575"/>
                  </a:lnTo>
                  <a:lnTo>
                    <a:pt x="2785214" y="394037"/>
                  </a:lnTo>
                  <a:lnTo>
                    <a:pt x="2834487" y="448888"/>
                  </a:lnTo>
                  <a:lnTo>
                    <a:pt x="2881199" y="509452"/>
                  </a:lnTo>
                  <a:lnTo>
                    <a:pt x="2896531" y="531244"/>
                  </a:lnTo>
                  <a:lnTo>
                    <a:pt x="2932455" y="586071"/>
                  </a:lnTo>
                  <a:lnTo>
                    <a:pt x="2967503" y="644744"/>
                  </a:lnTo>
                  <a:lnTo>
                    <a:pt x="3001905" y="707340"/>
                  </a:lnTo>
                  <a:lnTo>
                    <a:pt x="3035844" y="773883"/>
                  </a:lnTo>
                  <a:lnTo>
                    <a:pt x="3069472" y="844332"/>
                  </a:lnTo>
                  <a:lnTo>
                    <a:pt x="3102905" y="918576"/>
                  </a:lnTo>
                  <a:lnTo>
                    <a:pt x="3136237" y="996434"/>
                  </a:lnTo>
                  <a:lnTo>
                    <a:pt x="3169532" y="1077651"/>
                  </a:lnTo>
                  <a:lnTo>
                    <a:pt x="3202838" y="1161895"/>
                  </a:lnTo>
                  <a:lnTo>
                    <a:pt x="3236180" y="1248766"/>
                  </a:lnTo>
                  <a:lnTo>
                    <a:pt x="3269570" y="1337798"/>
                  </a:lnTo>
                  <a:lnTo>
                    <a:pt x="3303006" y="1428471"/>
                  </a:lnTo>
                  <a:lnTo>
                    <a:pt x="3336477" y="1520219"/>
                  </a:lnTo>
                  <a:lnTo>
                    <a:pt x="3369963" y="1612451"/>
                  </a:lnTo>
                  <a:lnTo>
                    <a:pt x="3403446" y="1704559"/>
                  </a:lnTo>
                  <a:lnTo>
                    <a:pt x="3436904" y="1795941"/>
                  </a:lnTo>
                  <a:lnTo>
                    <a:pt x="3470322" y="1886014"/>
                  </a:lnTo>
                  <a:lnTo>
                    <a:pt x="3503693" y="1974229"/>
                  </a:lnTo>
                  <a:lnTo>
                    <a:pt x="3537018" y="2060088"/>
                  </a:lnTo>
                  <a:lnTo>
                    <a:pt x="3570315" y="2143148"/>
                  </a:lnTo>
                  <a:lnTo>
                    <a:pt x="3603619" y="2223038"/>
                  </a:lnTo>
                  <a:lnTo>
                    <a:pt x="3636982" y="2299457"/>
                  </a:lnTo>
                  <a:lnTo>
                    <a:pt x="3670482" y="2372179"/>
                  </a:lnTo>
                  <a:lnTo>
                    <a:pt x="3704220" y="2441053"/>
                  </a:lnTo>
                  <a:lnTo>
                    <a:pt x="3738327" y="2505996"/>
                  </a:lnTo>
                  <a:lnTo>
                    <a:pt x="3772966" y="2566995"/>
                  </a:lnTo>
                  <a:lnTo>
                    <a:pt x="3808340" y="2624095"/>
                  </a:lnTo>
                  <a:lnTo>
                    <a:pt x="3829811" y="2656224"/>
                  </a:lnTo>
                  <a:lnTo>
                    <a:pt x="3875803" y="2718745"/>
                  </a:lnTo>
                  <a:lnTo>
                    <a:pt x="3924134" y="2775504"/>
                  </a:lnTo>
                  <a:lnTo>
                    <a:pt x="3975491" y="2826740"/>
                  </a:lnTo>
                  <a:lnTo>
                    <a:pt x="4030630" y="2872891"/>
                  </a:lnTo>
                  <a:lnTo>
                    <a:pt x="4090325" y="2914465"/>
                  </a:lnTo>
                  <a:lnTo>
                    <a:pt x="4155321" y="2951976"/>
                  </a:lnTo>
                  <a:lnTo>
                    <a:pt x="4226275" y="2985893"/>
                  </a:lnTo>
                  <a:lnTo>
                    <a:pt x="4303665" y="3016615"/>
                  </a:lnTo>
                  <a:lnTo>
                    <a:pt x="4387678" y="3044460"/>
                  </a:lnTo>
                  <a:lnTo>
                    <a:pt x="4478068" y="3069657"/>
                  </a:lnTo>
                  <a:lnTo>
                    <a:pt x="4573991" y="3092343"/>
                  </a:lnTo>
                  <a:lnTo>
                    <a:pt x="4673852" y="3112574"/>
                  </a:lnTo>
                  <a:lnTo>
                    <a:pt x="4775206" y="3130335"/>
                  </a:lnTo>
                  <a:lnTo>
                    <a:pt x="4874792" y="3145577"/>
                  </a:lnTo>
                  <a:lnTo>
                    <a:pt x="4968746" y="3158247"/>
                  </a:lnTo>
                  <a:lnTo>
                    <a:pt x="5053041" y="3168346"/>
                  </a:lnTo>
                  <a:lnTo>
                    <a:pt x="5124100" y="3175960"/>
                  </a:lnTo>
                  <a:lnTo>
                    <a:pt x="5179455" y="3181296"/>
                  </a:lnTo>
                  <a:lnTo>
                    <a:pt x="5218270" y="3184678"/>
                  </a:lnTo>
                  <a:lnTo>
                    <a:pt x="5241593" y="3186522"/>
                  </a:lnTo>
                  <a:lnTo>
                    <a:pt x="5252309" y="3187294"/>
                  </a:lnTo>
                  <a:lnTo>
                    <a:pt x="5254910" y="3187466"/>
                  </a:lnTo>
                  <a:lnTo>
                    <a:pt x="5254955" y="3187469"/>
                  </a:lnTo>
                  <a:lnTo>
                    <a:pt x="6726343" y="3187469"/>
                  </a:lnTo>
                  <a:lnTo>
                    <a:pt x="6727529" y="3187519"/>
                  </a:lnTo>
                  <a:lnTo>
                    <a:pt x="6735324" y="3187874"/>
                  </a:lnTo>
                  <a:lnTo>
                    <a:pt x="6754946" y="3188857"/>
                  </a:lnTo>
                  <a:lnTo>
                    <a:pt x="6789967" y="3190792"/>
                  </a:lnTo>
                  <a:lnTo>
                    <a:pt x="6842041" y="3193978"/>
                  </a:lnTo>
                  <a:lnTo>
                    <a:pt x="6910783" y="3198654"/>
                  </a:lnTo>
                  <a:lnTo>
                    <a:pt x="6993955" y="3204984"/>
                  </a:lnTo>
                  <a:lnTo>
                    <a:pt x="7087982" y="3213045"/>
                  </a:lnTo>
                  <a:lnTo>
                    <a:pt x="7188653" y="3222845"/>
                  </a:lnTo>
                  <a:lnTo>
                    <a:pt x="7291817" y="3234354"/>
                  </a:lnTo>
                  <a:lnTo>
                    <a:pt x="7393905" y="3247536"/>
                  </a:lnTo>
                  <a:lnTo>
                    <a:pt x="7492204" y="3262375"/>
                  </a:lnTo>
                  <a:lnTo>
                    <a:pt x="7584920" y="3278903"/>
                  </a:lnTo>
                  <a:lnTo>
                    <a:pt x="7671080" y="3297208"/>
                  </a:lnTo>
                  <a:lnTo>
                    <a:pt x="7750374" y="3317442"/>
                  </a:lnTo>
                  <a:lnTo>
                    <a:pt x="7822972" y="3339818"/>
                  </a:lnTo>
                  <a:lnTo>
                    <a:pt x="7889366" y="3364609"/>
                  </a:lnTo>
                  <a:lnTo>
                    <a:pt x="7950242" y="3392137"/>
                  </a:lnTo>
                  <a:lnTo>
                    <a:pt x="8006388" y="3422752"/>
                  </a:lnTo>
                  <a:lnTo>
                    <a:pt x="8058621" y="3456806"/>
                  </a:lnTo>
                  <a:lnTo>
                    <a:pt x="8107737" y="3494597"/>
                  </a:lnTo>
                  <a:lnTo>
                    <a:pt x="8151487" y="3533459"/>
                  </a:lnTo>
                  <a:lnTo>
                    <a:pt x="8193746" y="3575826"/>
                  </a:lnTo>
                  <a:lnTo>
                    <a:pt x="8234849" y="3621691"/>
                  </a:lnTo>
                  <a:lnTo>
                    <a:pt x="8275148" y="3671120"/>
                  </a:lnTo>
                  <a:lnTo>
                    <a:pt x="8314921" y="3724109"/>
                  </a:lnTo>
                  <a:lnTo>
                    <a:pt x="8354381" y="3780567"/>
                  </a:lnTo>
                  <a:lnTo>
                    <a:pt x="8393686" y="3840317"/>
                  </a:lnTo>
                  <a:lnTo>
                    <a:pt x="8432946" y="3903085"/>
                  </a:lnTo>
                  <a:lnTo>
                    <a:pt x="8472231" y="3968506"/>
                  </a:lnTo>
                  <a:lnTo>
                    <a:pt x="8511576" y="4036128"/>
                  </a:lnTo>
                  <a:lnTo>
                    <a:pt x="8550986" y="4105422"/>
                  </a:lnTo>
                  <a:lnTo>
                    <a:pt x="8590449" y="4175799"/>
                  </a:lnTo>
                  <a:lnTo>
                    <a:pt x="8629935" y="4246629"/>
                  </a:lnTo>
                  <a:lnTo>
                    <a:pt x="8669410" y="4317265"/>
                  </a:lnTo>
                  <a:lnTo>
                    <a:pt x="8708844" y="4387068"/>
                  </a:lnTo>
                  <a:lnTo>
                    <a:pt x="8748216" y="4455430"/>
                  </a:lnTo>
                  <a:lnTo>
                    <a:pt x="8787522" y="4521795"/>
                  </a:lnTo>
                  <a:lnTo>
                    <a:pt x="8826786" y="4585678"/>
                  </a:lnTo>
                  <a:lnTo>
                    <a:pt x="8866062" y="4646679"/>
                  </a:lnTo>
                  <a:lnTo>
                    <a:pt x="8905444" y="4704487"/>
                  </a:lnTo>
                  <a:lnTo>
                    <a:pt x="8945069" y="4758885"/>
                  </a:lnTo>
                  <a:lnTo>
                    <a:pt x="8985127" y="4809751"/>
                  </a:lnTo>
                  <a:lnTo>
                    <a:pt x="9025869" y="4857044"/>
                  </a:lnTo>
                  <a:lnTo>
                    <a:pt x="9067615" y="4900804"/>
                  </a:lnTo>
                  <a:lnTo>
                    <a:pt x="9084767" y="4917420"/>
                  </a:lnTo>
                  <a:lnTo>
                    <a:pt x="9131624" y="4958852"/>
                  </a:lnTo>
                  <a:lnTo>
                    <a:pt x="9180919" y="4996394"/>
                  </a:lnTo>
                  <a:lnTo>
                    <a:pt x="9233381" y="5030215"/>
                  </a:lnTo>
                  <a:lnTo>
                    <a:pt x="9289809" y="5060619"/>
                  </a:lnTo>
                  <a:lnTo>
                    <a:pt x="9351021" y="5087958"/>
                  </a:lnTo>
                  <a:lnTo>
                    <a:pt x="9417798" y="5112584"/>
                  </a:lnTo>
                  <a:lnTo>
                    <a:pt x="9490818" y="5134813"/>
                  </a:lnTo>
                  <a:lnTo>
                    <a:pt x="9570557" y="5154916"/>
                  </a:lnTo>
                  <a:lnTo>
                    <a:pt x="9657158" y="5173101"/>
                  </a:lnTo>
                  <a:lnTo>
                    <a:pt x="9750273" y="5189518"/>
                  </a:lnTo>
                  <a:lnTo>
                    <a:pt x="9848882" y="5204249"/>
                  </a:lnTo>
                  <a:lnTo>
                    <a:pt x="9951132" y="5217323"/>
                  </a:lnTo>
                  <a:lnTo>
                    <a:pt x="10054252" y="5228723"/>
                  </a:lnTo>
                  <a:lnTo>
                    <a:pt x="10154621" y="5238411"/>
                  </a:lnTo>
                  <a:lnTo>
                    <a:pt x="10248068" y="5246358"/>
                  </a:lnTo>
                  <a:lnTo>
                    <a:pt x="10330402" y="5252577"/>
                  </a:lnTo>
                  <a:lnTo>
                    <a:pt x="10398112" y="5257151"/>
                  </a:lnTo>
                  <a:lnTo>
                    <a:pt x="10449069" y="5260247"/>
                  </a:lnTo>
                  <a:lnTo>
                    <a:pt x="10483019" y="5262111"/>
                  </a:lnTo>
                  <a:lnTo>
                    <a:pt x="10501746" y="5263043"/>
                  </a:lnTo>
                  <a:lnTo>
                    <a:pt x="10508937" y="5263370"/>
                  </a:lnTo>
                  <a:lnTo>
                    <a:pt x="10509911" y="5263410"/>
                  </a:lnTo>
                  <a:lnTo>
                    <a:pt x="11981298" y="526341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72" name="pl472"/>
            <p:cNvSpPr/>
            <p:nvPr/>
          </p:nvSpPr>
          <p:spPr>
            <a:xfrm>
              <a:off x="4799595" y="5821589"/>
              <a:ext cx="11981298" cy="5263410"/>
            </a:xfrm>
            <a:custGeom>
              <a:avLst/>
              <a:pathLst>
                <a:path w="11981298" h="5263410">
                  <a:moveTo>
                    <a:pt x="11981298" y="5263410"/>
                  </a:moveTo>
                  <a:lnTo>
                    <a:pt x="10509911" y="5263410"/>
                  </a:lnTo>
                  <a:lnTo>
                    <a:pt x="10508724" y="5263361"/>
                  </a:lnTo>
                  <a:lnTo>
                    <a:pt x="10500930" y="5263005"/>
                  </a:lnTo>
                  <a:lnTo>
                    <a:pt x="10481307" y="5262022"/>
                  </a:lnTo>
                  <a:lnTo>
                    <a:pt x="10446286" y="5260087"/>
                  </a:lnTo>
                  <a:lnTo>
                    <a:pt x="10394212" y="5256902"/>
                  </a:lnTo>
                  <a:lnTo>
                    <a:pt x="10325470" y="5252225"/>
                  </a:lnTo>
                  <a:lnTo>
                    <a:pt x="10242298" y="5245895"/>
                  </a:lnTo>
                  <a:lnTo>
                    <a:pt x="10148271" y="5237835"/>
                  </a:lnTo>
                  <a:lnTo>
                    <a:pt x="10047600" y="5228034"/>
                  </a:lnTo>
                  <a:lnTo>
                    <a:pt x="9944436" y="5216525"/>
                  </a:lnTo>
                  <a:lnTo>
                    <a:pt x="9842348" y="5203344"/>
                  </a:lnTo>
                  <a:lnTo>
                    <a:pt x="9744049" y="5188504"/>
                  </a:lnTo>
                  <a:lnTo>
                    <a:pt x="9651334" y="5171976"/>
                  </a:lnTo>
                  <a:lnTo>
                    <a:pt x="9565174" y="5153671"/>
                  </a:lnTo>
                  <a:lnTo>
                    <a:pt x="9485880" y="5133438"/>
                  </a:lnTo>
                  <a:lnTo>
                    <a:pt x="9413281" y="5111062"/>
                  </a:lnTo>
                  <a:lnTo>
                    <a:pt x="9346887" y="5086270"/>
                  </a:lnTo>
                  <a:lnTo>
                    <a:pt x="9286011" y="5058743"/>
                  </a:lnTo>
                  <a:lnTo>
                    <a:pt x="9229865" y="5028127"/>
                  </a:lnTo>
                  <a:lnTo>
                    <a:pt x="9177632" y="4994073"/>
                  </a:lnTo>
                  <a:lnTo>
                    <a:pt x="9128516" y="4956282"/>
                  </a:lnTo>
                  <a:lnTo>
                    <a:pt x="9084767" y="4917420"/>
                  </a:lnTo>
                  <a:lnTo>
                    <a:pt x="9042507" y="4875053"/>
                  </a:lnTo>
                  <a:lnTo>
                    <a:pt x="9001404" y="4829188"/>
                  </a:lnTo>
                  <a:lnTo>
                    <a:pt x="8961105" y="4779759"/>
                  </a:lnTo>
                  <a:lnTo>
                    <a:pt x="8921332" y="4726770"/>
                  </a:lnTo>
                  <a:lnTo>
                    <a:pt x="8881872" y="4670312"/>
                  </a:lnTo>
                  <a:lnTo>
                    <a:pt x="8842567" y="4610562"/>
                  </a:lnTo>
                  <a:lnTo>
                    <a:pt x="8803307" y="4547795"/>
                  </a:lnTo>
                  <a:lnTo>
                    <a:pt x="8764022" y="4482373"/>
                  </a:lnTo>
                  <a:lnTo>
                    <a:pt x="8724677" y="4414751"/>
                  </a:lnTo>
                  <a:lnTo>
                    <a:pt x="8685267" y="4345457"/>
                  </a:lnTo>
                  <a:lnTo>
                    <a:pt x="8645804" y="4275080"/>
                  </a:lnTo>
                  <a:lnTo>
                    <a:pt x="8606319" y="4204250"/>
                  </a:lnTo>
                  <a:lnTo>
                    <a:pt x="8566843" y="4133614"/>
                  </a:lnTo>
                  <a:lnTo>
                    <a:pt x="8527409" y="4063811"/>
                  </a:lnTo>
                  <a:lnTo>
                    <a:pt x="8488037" y="3995450"/>
                  </a:lnTo>
                  <a:lnTo>
                    <a:pt x="8448731" y="3929085"/>
                  </a:lnTo>
                  <a:lnTo>
                    <a:pt x="8409467" y="3865201"/>
                  </a:lnTo>
                  <a:lnTo>
                    <a:pt x="8370191" y="3804201"/>
                  </a:lnTo>
                  <a:lnTo>
                    <a:pt x="8330809" y="3746393"/>
                  </a:lnTo>
                  <a:lnTo>
                    <a:pt x="8291184" y="3691994"/>
                  </a:lnTo>
                  <a:lnTo>
                    <a:pt x="8251126" y="3641128"/>
                  </a:lnTo>
                  <a:lnTo>
                    <a:pt x="8210384" y="3593835"/>
                  </a:lnTo>
                  <a:lnTo>
                    <a:pt x="8168638" y="3550075"/>
                  </a:lnTo>
                  <a:lnTo>
                    <a:pt x="8151487" y="3533459"/>
                  </a:lnTo>
                  <a:lnTo>
                    <a:pt x="8104629" y="3492027"/>
                  </a:lnTo>
                  <a:lnTo>
                    <a:pt x="8055334" y="3454486"/>
                  </a:lnTo>
                  <a:lnTo>
                    <a:pt x="8002872" y="3420664"/>
                  </a:lnTo>
                  <a:lnTo>
                    <a:pt x="7946444" y="3390260"/>
                  </a:lnTo>
                  <a:lnTo>
                    <a:pt x="7885233" y="3362921"/>
                  </a:lnTo>
                  <a:lnTo>
                    <a:pt x="7818455" y="3338295"/>
                  </a:lnTo>
                  <a:lnTo>
                    <a:pt x="7745435" y="3316066"/>
                  </a:lnTo>
                  <a:lnTo>
                    <a:pt x="7665696" y="3295964"/>
                  </a:lnTo>
                  <a:lnTo>
                    <a:pt x="7579095" y="3277778"/>
                  </a:lnTo>
                  <a:lnTo>
                    <a:pt x="7485980" y="3261361"/>
                  </a:lnTo>
                  <a:lnTo>
                    <a:pt x="7387371" y="3246630"/>
                  </a:lnTo>
                  <a:lnTo>
                    <a:pt x="7285121" y="3233556"/>
                  </a:lnTo>
                  <a:lnTo>
                    <a:pt x="7182002" y="3222157"/>
                  </a:lnTo>
                  <a:lnTo>
                    <a:pt x="7081632" y="3212469"/>
                  </a:lnTo>
                  <a:lnTo>
                    <a:pt x="6988185" y="3204521"/>
                  </a:lnTo>
                  <a:lnTo>
                    <a:pt x="6905852" y="3198302"/>
                  </a:lnTo>
                  <a:lnTo>
                    <a:pt x="6838142" y="3193728"/>
                  </a:lnTo>
                  <a:lnTo>
                    <a:pt x="6787184" y="3190632"/>
                  </a:lnTo>
                  <a:lnTo>
                    <a:pt x="6753235" y="3188768"/>
                  </a:lnTo>
                  <a:lnTo>
                    <a:pt x="6734507" y="3187836"/>
                  </a:lnTo>
                  <a:lnTo>
                    <a:pt x="6727316" y="3187510"/>
                  </a:lnTo>
                  <a:lnTo>
                    <a:pt x="6726343" y="3187469"/>
                  </a:lnTo>
                  <a:lnTo>
                    <a:pt x="5254955" y="3187469"/>
                  </a:lnTo>
                  <a:lnTo>
                    <a:pt x="5253830" y="3187396"/>
                  </a:lnTo>
                  <a:lnTo>
                    <a:pt x="5246434" y="3186880"/>
                  </a:lnTo>
                  <a:lnTo>
                    <a:pt x="5227784" y="3185451"/>
                  </a:lnTo>
                  <a:lnTo>
                    <a:pt x="5194421" y="3182639"/>
                  </a:lnTo>
                  <a:lnTo>
                    <a:pt x="5144659" y="3178006"/>
                  </a:lnTo>
                  <a:lnTo>
                    <a:pt x="5078708" y="3171191"/>
                  </a:lnTo>
                  <a:lnTo>
                    <a:pt x="4998531" y="3161948"/>
                  </a:lnTo>
                  <a:lnTo>
                    <a:pt x="4907402" y="3150151"/>
                  </a:lnTo>
                  <a:lnTo>
                    <a:pt x="4809269" y="3135775"/>
                  </a:lnTo>
                  <a:lnTo>
                    <a:pt x="4708111" y="3118859"/>
                  </a:lnTo>
                  <a:lnTo>
                    <a:pt x="4607429" y="3099460"/>
                  </a:lnTo>
                  <a:lnTo>
                    <a:pt x="4509954" y="3077607"/>
                  </a:lnTo>
                  <a:lnTo>
                    <a:pt x="4417564" y="3053270"/>
                  </a:lnTo>
                  <a:lnTo>
                    <a:pt x="4331340" y="3026341"/>
                  </a:lnTo>
                  <a:lnTo>
                    <a:pt x="4251713" y="2996623"/>
                  </a:lnTo>
                  <a:lnTo>
                    <a:pt x="4178624" y="2963828"/>
                  </a:lnTo>
                  <a:lnTo>
                    <a:pt x="4111679" y="2927582"/>
                  </a:lnTo>
                  <a:lnTo>
                    <a:pt x="4050271" y="2887438"/>
                  </a:lnTo>
                  <a:lnTo>
                    <a:pt x="3993678" y="2842893"/>
                  </a:lnTo>
                  <a:lnTo>
                    <a:pt x="3941128" y="2793432"/>
                  </a:lnTo>
                  <a:lnTo>
                    <a:pt x="3891855" y="2738580"/>
                  </a:lnTo>
                  <a:lnTo>
                    <a:pt x="3845143" y="2678016"/>
                  </a:lnTo>
                  <a:lnTo>
                    <a:pt x="3829811" y="2656224"/>
                  </a:lnTo>
                  <a:lnTo>
                    <a:pt x="3793887" y="2601397"/>
                  </a:lnTo>
                  <a:lnTo>
                    <a:pt x="3758839" y="2542725"/>
                  </a:lnTo>
                  <a:lnTo>
                    <a:pt x="3724437" y="2480128"/>
                  </a:lnTo>
                  <a:lnTo>
                    <a:pt x="3690498" y="2413585"/>
                  </a:lnTo>
                  <a:lnTo>
                    <a:pt x="3656871" y="2343137"/>
                  </a:lnTo>
                  <a:lnTo>
                    <a:pt x="3623437" y="2268893"/>
                  </a:lnTo>
                  <a:lnTo>
                    <a:pt x="3590106" y="2191034"/>
                  </a:lnTo>
                  <a:lnTo>
                    <a:pt x="3556810" y="2109818"/>
                  </a:lnTo>
                  <a:lnTo>
                    <a:pt x="3523504" y="2025573"/>
                  </a:lnTo>
                  <a:lnTo>
                    <a:pt x="3490162" y="1938702"/>
                  </a:lnTo>
                  <a:lnTo>
                    <a:pt x="3456772" y="1849670"/>
                  </a:lnTo>
                  <a:lnTo>
                    <a:pt x="3423336" y="1758998"/>
                  </a:lnTo>
                  <a:lnTo>
                    <a:pt x="3389866" y="1667249"/>
                  </a:lnTo>
                  <a:lnTo>
                    <a:pt x="3356379" y="1575018"/>
                  </a:lnTo>
                  <a:lnTo>
                    <a:pt x="3322896" y="1482909"/>
                  </a:lnTo>
                  <a:lnTo>
                    <a:pt x="3289438" y="1391527"/>
                  </a:lnTo>
                  <a:lnTo>
                    <a:pt x="3256020" y="1301454"/>
                  </a:lnTo>
                  <a:lnTo>
                    <a:pt x="3222650" y="1213239"/>
                  </a:lnTo>
                  <a:lnTo>
                    <a:pt x="3189324" y="1127381"/>
                  </a:lnTo>
                  <a:lnTo>
                    <a:pt x="3156027" y="1044320"/>
                  </a:lnTo>
                  <a:lnTo>
                    <a:pt x="3122723" y="964430"/>
                  </a:lnTo>
                  <a:lnTo>
                    <a:pt x="3089360" y="888011"/>
                  </a:lnTo>
                  <a:lnTo>
                    <a:pt x="3055860" y="815289"/>
                  </a:lnTo>
                  <a:lnTo>
                    <a:pt x="3022122" y="746416"/>
                  </a:lnTo>
                  <a:lnTo>
                    <a:pt x="2988015" y="681472"/>
                  </a:lnTo>
                  <a:lnTo>
                    <a:pt x="2953376" y="620473"/>
                  </a:lnTo>
                  <a:lnTo>
                    <a:pt x="2918002" y="563373"/>
                  </a:lnTo>
                  <a:lnTo>
                    <a:pt x="2896531" y="531244"/>
                  </a:lnTo>
                  <a:lnTo>
                    <a:pt x="2850539" y="468723"/>
                  </a:lnTo>
                  <a:lnTo>
                    <a:pt x="2802208" y="411965"/>
                  </a:lnTo>
                  <a:lnTo>
                    <a:pt x="2750851" y="360728"/>
                  </a:lnTo>
                  <a:lnTo>
                    <a:pt x="2695712" y="314578"/>
                  </a:lnTo>
                  <a:lnTo>
                    <a:pt x="2636017" y="273003"/>
                  </a:lnTo>
                  <a:lnTo>
                    <a:pt x="2571021" y="235492"/>
                  </a:lnTo>
                  <a:lnTo>
                    <a:pt x="2500067" y="201576"/>
                  </a:lnTo>
                  <a:lnTo>
                    <a:pt x="2422677" y="170854"/>
                  </a:lnTo>
                  <a:lnTo>
                    <a:pt x="2338664" y="143008"/>
                  </a:lnTo>
                  <a:lnTo>
                    <a:pt x="2248274" y="117811"/>
                  </a:lnTo>
                  <a:lnTo>
                    <a:pt x="2152351" y="95125"/>
                  </a:lnTo>
                  <a:lnTo>
                    <a:pt x="2052491" y="74894"/>
                  </a:lnTo>
                  <a:lnTo>
                    <a:pt x="1951136" y="57133"/>
                  </a:lnTo>
                  <a:lnTo>
                    <a:pt x="1851550" y="41892"/>
                  </a:lnTo>
                  <a:lnTo>
                    <a:pt x="1757596" y="29221"/>
                  </a:lnTo>
                  <a:lnTo>
                    <a:pt x="1673301" y="19123"/>
                  </a:lnTo>
                  <a:lnTo>
                    <a:pt x="1602242" y="11509"/>
                  </a:lnTo>
                  <a:lnTo>
                    <a:pt x="1546887" y="6172"/>
                  </a:lnTo>
                  <a:lnTo>
                    <a:pt x="1508072" y="2790"/>
                  </a:lnTo>
                  <a:lnTo>
                    <a:pt x="1484749" y="946"/>
                  </a:lnTo>
                  <a:lnTo>
                    <a:pt x="1474033" y="174"/>
                  </a:lnTo>
                  <a:lnTo>
                    <a:pt x="1471432" y="2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73" name="pg473"/>
            <p:cNvSpPr/>
            <p:nvPr/>
          </p:nvSpPr>
          <p:spPr>
            <a:xfrm>
              <a:off x="4799595" y="4857175"/>
              <a:ext cx="11981298" cy="4764858"/>
            </a:xfrm>
            <a:custGeom>
              <a:avLst/>
              <a:pathLst>
                <a:path w="11981298" h="4764858">
                  <a:moveTo>
                    <a:pt x="0" y="1274987"/>
                  </a:moveTo>
                  <a:lnTo>
                    <a:pt x="1471387" y="1274987"/>
                  </a:lnTo>
                  <a:lnTo>
                    <a:pt x="1472492" y="1275065"/>
                  </a:lnTo>
                  <a:lnTo>
                    <a:pt x="1479761" y="1275621"/>
                  </a:lnTo>
                  <a:lnTo>
                    <a:pt x="1498103" y="1277156"/>
                  </a:lnTo>
                  <a:lnTo>
                    <a:pt x="1530936" y="1280180"/>
                  </a:lnTo>
                  <a:lnTo>
                    <a:pt x="1579957" y="1285164"/>
                  </a:lnTo>
                  <a:lnTo>
                    <a:pt x="1645009" y="1292497"/>
                  </a:lnTo>
                  <a:lnTo>
                    <a:pt x="1724214" y="1302450"/>
                  </a:lnTo>
                  <a:lnTo>
                    <a:pt x="1814395" y="1315164"/>
                  </a:lnTo>
                  <a:lnTo>
                    <a:pt x="1911688" y="1330668"/>
                  </a:lnTo>
                  <a:lnTo>
                    <a:pt x="2012172" y="1348923"/>
                  </a:lnTo>
                  <a:lnTo>
                    <a:pt x="2112373" y="1369868"/>
                  </a:lnTo>
                  <a:lnTo>
                    <a:pt x="2209555" y="1393468"/>
                  </a:lnTo>
                  <a:lnTo>
                    <a:pt x="2301817" y="1419750"/>
                  </a:lnTo>
                  <a:lnTo>
                    <a:pt x="2388044" y="1448823"/>
                  </a:lnTo>
                  <a:lnTo>
                    <a:pt x="2467767" y="1480892"/>
                  </a:lnTo>
                  <a:lnTo>
                    <a:pt x="2541009" y="1516258"/>
                  </a:lnTo>
                  <a:lnTo>
                    <a:pt x="2608131" y="1555315"/>
                  </a:lnTo>
                  <a:lnTo>
                    <a:pt x="2669714" y="1598537"/>
                  </a:lnTo>
                  <a:lnTo>
                    <a:pt x="2726461" y="1646459"/>
                  </a:lnTo>
                  <a:lnTo>
                    <a:pt x="2779125" y="1699639"/>
                  </a:lnTo>
                  <a:lnTo>
                    <a:pt x="2828463" y="1758593"/>
                  </a:lnTo>
                  <a:lnTo>
                    <a:pt x="2875185" y="1823699"/>
                  </a:lnTo>
                  <a:lnTo>
                    <a:pt x="2896531" y="1856632"/>
                  </a:lnTo>
                  <a:lnTo>
                    <a:pt x="2931115" y="1914316"/>
                  </a:lnTo>
                  <a:lnTo>
                    <a:pt x="2964880" y="1975895"/>
                  </a:lnTo>
                  <a:lnTo>
                    <a:pt x="2998031" y="2041447"/>
                  </a:lnTo>
                  <a:lnTo>
                    <a:pt x="3030737" y="2111001"/>
                  </a:lnTo>
                  <a:lnTo>
                    <a:pt x="3063135" y="2184525"/>
                  </a:lnTo>
                  <a:lnTo>
                    <a:pt x="3095336" y="2261923"/>
                  </a:lnTo>
                  <a:lnTo>
                    <a:pt x="3127425" y="2343034"/>
                  </a:lnTo>
                  <a:lnTo>
                    <a:pt x="3159466" y="2427625"/>
                  </a:lnTo>
                  <a:lnTo>
                    <a:pt x="3191507" y="2515395"/>
                  </a:lnTo>
                  <a:lnTo>
                    <a:pt x="3223574" y="2605974"/>
                  </a:lnTo>
                  <a:lnTo>
                    <a:pt x="3255684" y="2698930"/>
                  </a:lnTo>
                  <a:lnTo>
                    <a:pt x="3287838" y="2793774"/>
                  </a:lnTo>
                  <a:lnTo>
                    <a:pt x="3320029" y="2889973"/>
                  </a:lnTo>
                  <a:lnTo>
                    <a:pt x="3352245" y="2986961"/>
                  </a:lnTo>
                  <a:lnTo>
                    <a:pt x="3384467" y="3084149"/>
                  </a:lnTo>
                  <a:lnTo>
                    <a:pt x="3416677" y="3180945"/>
                  </a:lnTo>
                  <a:lnTo>
                    <a:pt x="3448857" y="3276769"/>
                  </a:lnTo>
                  <a:lnTo>
                    <a:pt x="3480997" y="3371062"/>
                  </a:lnTo>
                  <a:lnTo>
                    <a:pt x="3513093" y="3463303"/>
                  </a:lnTo>
                  <a:lnTo>
                    <a:pt x="3545149" y="3553023"/>
                  </a:lnTo>
                  <a:lnTo>
                    <a:pt x="3577186" y="3639807"/>
                  </a:lnTo>
                  <a:lnTo>
                    <a:pt x="3609237" y="3723308"/>
                  </a:lnTo>
                  <a:lnTo>
                    <a:pt x="3641354" y="3803246"/>
                  </a:lnTo>
                  <a:lnTo>
                    <a:pt x="3673607" y="3879412"/>
                  </a:lnTo>
                  <a:lnTo>
                    <a:pt x="3706092" y="3951665"/>
                  </a:lnTo>
                  <a:lnTo>
                    <a:pt x="3738925" y="4019931"/>
                  </a:lnTo>
                  <a:lnTo>
                    <a:pt x="3772253" y="4084199"/>
                  </a:lnTo>
                  <a:lnTo>
                    <a:pt x="3806257" y="4144513"/>
                  </a:lnTo>
                  <a:lnTo>
                    <a:pt x="3829811" y="4183212"/>
                  </a:lnTo>
                  <a:lnTo>
                    <a:pt x="3875522" y="4251275"/>
                  </a:lnTo>
                  <a:lnTo>
                    <a:pt x="3923540" y="4313103"/>
                  </a:lnTo>
                  <a:lnTo>
                    <a:pt x="3974540" y="4368952"/>
                  </a:lnTo>
                  <a:lnTo>
                    <a:pt x="4029263" y="4419288"/>
                  </a:lnTo>
                  <a:lnTo>
                    <a:pt x="4088469" y="4464662"/>
                  </a:lnTo>
                  <a:lnTo>
                    <a:pt x="4152893" y="4505623"/>
                  </a:lnTo>
                  <a:lnTo>
                    <a:pt x="4223183" y="4542678"/>
                  </a:lnTo>
                  <a:lnTo>
                    <a:pt x="4299817" y="4576261"/>
                  </a:lnTo>
                  <a:lnTo>
                    <a:pt x="4382996" y="4606718"/>
                  </a:lnTo>
                  <a:lnTo>
                    <a:pt x="4472503" y="4634299"/>
                  </a:lnTo>
                  <a:lnTo>
                    <a:pt x="4567548" y="4659159"/>
                  </a:lnTo>
                  <a:lnTo>
                    <a:pt x="4666612" y="4681359"/>
                  </a:lnTo>
                  <a:lnTo>
                    <a:pt x="4767355" y="4700892"/>
                  </a:lnTo>
                  <a:lnTo>
                    <a:pt x="4866626" y="4717703"/>
                  </a:lnTo>
                  <a:lnTo>
                    <a:pt x="4960666" y="4731737"/>
                  </a:lnTo>
                  <a:lnTo>
                    <a:pt x="5045509" y="4742984"/>
                  </a:lnTo>
                  <a:lnTo>
                    <a:pt x="5117573" y="4751529"/>
                  </a:lnTo>
                  <a:lnTo>
                    <a:pt x="5174299" y="4757581"/>
                  </a:lnTo>
                  <a:lnTo>
                    <a:pt x="5214681" y="4761476"/>
                  </a:lnTo>
                  <a:lnTo>
                    <a:pt x="5239543" y="4763652"/>
                  </a:lnTo>
                  <a:lnTo>
                    <a:pt x="5251516" y="4764607"/>
                  </a:lnTo>
                  <a:lnTo>
                    <a:pt x="5254955" y="4764858"/>
                  </a:lnTo>
                  <a:lnTo>
                    <a:pt x="6726343" y="4764858"/>
                  </a:lnTo>
                  <a:lnTo>
                    <a:pt x="6727238" y="4764772"/>
                  </a:lnTo>
                  <a:lnTo>
                    <a:pt x="6733157" y="4764162"/>
                  </a:lnTo>
                  <a:lnTo>
                    <a:pt x="6748179" y="4762476"/>
                  </a:lnTo>
                  <a:lnTo>
                    <a:pt x="6775289" y="4759154"/>
                  </a:lnTo>
                  <a:lnTo>
                    <a:pt x="6816211" y="4753659"/>
                  </a:lnTo>
                  <a:lnTo>
                    <a:pt x="6871281" y="4745529"/>
                  </a:lnTo>
                  <a:lnTo>
                    <a:pt x="6939473" y="4734414"/>
                  </a:lnTo>
                  <a:lnTo>
                    <a:pt x="7018628" y="4720096"/>
                  </a:lnTo>
                  <a:lnTo>
                    <a:pt x="7105838" y="4702484"/>
                  </a:lnTo>
                  <a:lnTo>
                    <a:pt x="7197896" y="4681584"/>
                  </a:lnTo>
                  <a:lnTo>
                    <a:pt x="7291716" y="4657455"/>
                  </a:lnTo>
                  <a:lnTo>
                    <a:pt x="7384639" y="4630160"/>
                  </a:lnTo>
                  <a:lnTo>
                    <a:pt x="7474594" y="4599729"/>
                  </a:lnTo>
                  <a:lnTo>
                    <a:pt x="7560143" y="4566120"/>
                  </a:lnTo>
                  <a:lnTo>
                    <a:pt x="7640425" y="4529206"/>
                  </a:lnTo>
                  <a:lnTo>
                    <a:pt x="7715068" y="4488762"/>
                  </a:lnTo>
                  <a:lnTo>
                    <a:pt x="7784069" y="4444461"/>
                  </a:lnTo>
                  <a:lnTo>
                    <a:pt x="7847692" y="4395885"/>
                  </a:lnTo>
                  <a:lnTo>
                    <a:pt x="7906379" y="4342526"/>
                  </a:lnTo>
                  <a:lnTo>
                    <a:pt x="7960676" y="4283811"/>
                  </a:lnTo>
                  <a:lnTo>
                    <a:pt x="8011186" y="4219127"/>
                  </a:lnTo>
                  <a:lnTo>
                    <a:pt x="8058522" y="4147875"/>
                  </a:lnTo>
                  <a:lnTo>
                    <a:pt x="8103283" y="4069546"/>
                  </a:lnTo>
                  <a:lnTo>
                    <a:pt x="8146014" y="3983848"/>
                  </a:lnTo>
                  <a:lnTo>
                    <a:pt x="8151487" y="3972077"/>
                  </a:lnTo>
                  <a:lnTo>
                    <a:pt x="8181654" y="3903905"/>
                  </a:lnTo>
                  <a:lnTo>
                    <a:pt x="8211179" y="3831721"/>
                  </a:lnTo>
                  <a:lnTo>
                    <a:pt x="8240201" y="3755445"/>
                  </a:lnTo>
                  <a:lnTo>
                    <a:pt x="8268840" y="3675035"/>
                  </a:lnTo>
                  <a:lnTo>
                    <a:pt x="8297195" y="3590497"/>
                  </a:lnTo>
                  <a:lnTo>
                    <a:pt x="8325349" y="3501881"/>
                  </a:lnTo>
                  <a:lnTo>
                    <a:pt x="8353370" y="3409290"/>
                  </a:lnTo>
                  <a:lnTo>
                    <a:pt x="8381311" y="3312879"/>
                  </a:lnTo>
                  <a:lnTo>
                    <a:pt x="8409215" y="3212861"/>
                  </a:lnTo>
                  <a:lnTo>
                    <a:pt x="8437114" y="3109501"/>
                  </a:lnTo>
                  <a:lnTo>
                    <a:pt x="8465029" y="3003117"/>
                  </a:lnTo>
                  <a:lnTo>
                    <a:pt x="8492972" y="2894079"/>
                  </a:lnTo>
                  <a:lnTo>
                    <a:pt x="8520949" y="2782805"/>
                  </a:lnTo>
                  <a:lnTo>
                    <a:pt x="8548959" y="2669750"/>
                  </a:lnTo>
                  <a:lnTo>
                    <a:pt x="8576996" y="2555403"/>
                  </a:lnTo>
                  <a:lnTo>
                    <a:pt x="8605051" y="2440280"/>
                  </a:lnTo>
                  <a:lnTo>
                    <a:pt x="8633111" y="2324908"/>
                  </a:lnTo>
                  <a:lnTo>
                    <a:pt x="8661164" y="2209821"/>
                  </a:lnTo>
                  <a:lnTo>
                    <a:pt x="8689200" y="2095546"/>
                  </a:lnTo>
                  <a:lnTo>
                    <a:pt x="8717208" y="1982597"/>
                  </a:lnTo>
                  <a:lnTo>
                    <a:pt x="8745182" y="1871460"/>
                  </a:lnTo>
                  <a:lnTo>
                    <a:pt x="8773124" y="1762591"/>
                  </a:lnTo>
                  <a:lnTo>
                    <a:pt x="8801037" y="1656401"/>
                  </a:lnTo>
                  <a:lnTo>
                    <a:pt x="8828935" y="1553258"/>
                  </a:lnTo>
                  <a:lnTo>
                    <a:pt x="8856841" y="1453478"/>
                  </a:lnTo>
                  <a:lnTo>
                    <a:pt x="8884786" y="1357321"/>
                  </a:lnTo>
                  <a:lnTo>
                    <a:pt x="8912814" y="1264996"/>
                  </a:lnTo>
                  <a:lnTo>
                    <a:pt x="8940979" y="1176655"/>
                  </a:lnTo>
                  <a:lnTo>
                    <a:pt x="8969350" y="1092396"/>
                  </a:lnTo>
                  <a:lnTo>
                    <a:pt x="8998012" y="1012268"/>
                  </a:lnTo>
                  <a:lnTo>
                    <a:pt x="9027065" y="936271"/>
                  </a:lnTo>
                  <a:lnTo>
                    <a:pt x="9056629" y="864363"/>
                  </a:lnTo>
                  <a:lnTo>
                    <a:pt x="9084767" y="800953"/>
                  </a:lnTo>
                  <a:lnTo>
                    <a:pt x="9127269" y="714287"/>
                  </a:lnTo>
                  <a:lnTo>
                    <a:pt x="9171734" y="635002"/>
                  </a:lnTo>
                  <a:lnTo>
                    <a:pt x="9218700" y="562849"/>
                  </a:lnTo>
                  <a:lnTo>
                    <a:pt x="9268759" y="497338"/>
                  </a:lnTo>
                  <a:lnTo>
                    <a:pt x="9322525" y="437877"/>
                  </a:lnTo>
                  <a:lnTo>
                    <a:pt x="9380604" y="383850"/>
                  </a:lnTo>
                  <a:lnTo>
                    <a:pt x="9443553" y="334678"/>
                  </a:lnTo>
                  <a:lnTo>
                    <a:pt x="9511830" y="289843"/>
                  </a:lnTo>
                  <a:lnTo>
                    <a:pt x="9585727" y="248914"/>
                  </a:lnTo>
                  <a:lnTo>
                    <a:pt x="9665283" y="211553"/>
                  </a:lnTo>
                  <a:lnTo>
                    <a:pt x="9750179" y="177520"/>
                  </a:lnTo>
                  <a:lnTo>
                    <a:pt x="9839626" y="146677"/>
                  </a:lnTo>
                  <a:lnTo>
                    <a:pt x="9932264" y="118971"/>
                  </a:lnTo>
                  <a:lnTo>
                    <a:pt x="10026107" y="94424"/>
                  </a:lnTo>
                  <a:lnTo>
                    <a:pt x="10118565" y="73097"/>
                  </a:lnTo>
                  <a:lnTo>
                    <a:pt x="10206593" y="55053"/>
                  </a:lnTo>
                  <a:lnTo>
                    <a:pt x="10286980" y="40306"/>
                  </a:lnTo>
                  <a:lnTo>
                    <a:pt x="10356751" y="28781"/>
                  </a:lnTo>
                  <a:lnTo>
                    <a:pt x="10413625" y="20277"/>
                  </a:lnTo>
                  <a:lnTo>
                    <a:pt x="10456411" y="14462"/>
                  </a:lnTo>
                  <a:lnTo>
                    <a:pt x="10485262" y="10884"/>
                  </a:lnTo>
                  <a:lnTo>
                    <a:pt x="10501722" y="9016"/>
                  </a:lnTo>
                  <a:lnTo>
                    <a:pt x="10508623" y="8297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9015" y="85"/>
                  </a:lnTo>
                  <a:lnTo>
                    <a:pt x="10503096" y="695"/>
                  </a:lnTo>
                  <a:lnTo>
                    <a:pt x="10488074" y="2381"/>
                  </a:lnTo>
                  <a:lnTo>
                    <a:pt x="10460964" y="5703"/>
                  </a:lnTo>
                  <a:lnTo>
                    <a:pt x="10420042" y="11198"/>
                  </a:lnTo>
                  <a:lnTo>
                    <a:pt x="10364972" y="19328"/>
                  </a:lnTo>
                  <a:lnTo>
                    <a:pt x="10296780" y="30443"/>
                  </a:lnTo>
                  <a:lnTo>
                    <a:pt x="10217625" y="44761"/>
                  </a:lnTo>
                  <a:lnTo>
                    <a:pt x="10130415" y="62373"/>
                  </a:lnTo>
                  <a:lnTo>
                    <a:pt x="10038357" y="83273"/>
                  </a:lnTo>
                  <a:lnTo>
                    <a:pt x="9944537" y="107402"/>
                  </a:lnTo>
                  <a:lnTo>
                    <a:pt x="9851614" y="134697"/>
                  </a:lnTo>
                  <a:lnTo>
                    <a:pt x="9761659" y="165128"/>
                  </a:lnTo>
                  <a:lnTo>
                    <a:pt x="9676111" y="198737"/>
                  </a:lnTo>
                  <a:lnTo>
                    <a:pt x="9595828" y="235651"/>
                  </a:lnTo>
                  <a:lnTo>
                    <a:pt x="9521185" y="276095"/>
                  </a:lnTo>
                  <a:lnTo>
                    <a:pt x="9452184" y="320396"/>
                  </a:lnTo>
                  <a:lnTo>
                    <a:pt x="9388561" y="368972"/>
                  </a:lnTo>
                  <a:lnTo>
                    <a:pt x="9329874" y="422331"/>
                  </a:lnTo>
                  <a:lnTo>
                    <a:pt x="9275577" y="481046"/>
                  </a:lnTo>
                  <a:lnTo>
                    <a:pt x="9225068" y="545730"/>
                  </a:lnTo>
                  <a:lnTo>
                    <a:pt x="9177731" y="616982"/>
                  </a:lnTo>
                  <a:lnTo>
                    <a:pt x="9132971" y="695311"/>
                  </a:lnTo>
                  <a:lnTo>
                    <a:pt x="9090239" y="781009"/>
                  </a:lnTo>
                  <a:lnTo>
                    <a:pt x="9084767" y="792780"/>
                  </a:lnTo>
                  <a:lnTo>
                    <a:pt x="9054599" y="860952"/>
                  </a:lnTo>
                  <a:lnTo>
                    <a:pt x="9025075" y="933136"/>
                  </a:lnTo>
                  <a:lnTo>
                    <a:pt x="8996052" y="1009412"/>
                  </a:lnTo>
                  <a:lnTo>
                    <a:pt x="8967413" y="1089822"/>
                  </a:lnTo>
                  <a:lnTo>
                    <a:pt x="8939058" y="1174360"/>
                  </a:lnTo>
                  <a:lnTo>
                    <a:pt x="8910904" y="1262976"/>
                  </a:lnTo>
                  <a:lnTo>
                    <a:pt x="8882884" y="1355568"/>
                  </a:lnTo>
                  <a:lnTo>
                    <a:pt x="8854942" y="1451978"/>
                  </a:lnTo>
                  <a:lnTo>
                    <a:pt x="8827038" y="1551996"/>
                  </a:lnTo>
                  <a:lnTo>
                    <a:pt x="8799139" y="1655356"/>
                  </a:lnTo>
                  <a:lnTo>
                    <a:pt x="8771225" y="1761741"/>
                  </a:lnTo>
                  <a:lnTo>
                    <a:pt x="8743281" y="1870778"/>
                  </a:lnTo>
                  <a:lnTo>
                    <a:pt x="8715304" y="1982052"/>
                  </a:lnTo>
                  <a:lnTo>
                    <a:pt x="8687294" y="2095107"/>
                  </a:lnTo>
                  <a:lnTo>
                    <a:pt x="8659257" y="2209454"/>
                  </a:lnTo>
                  <a:lnTo>
                    <a:pt x="8631203" y="2324577"/>
                  </a:lnTo>
                  <a:lnTo>
                    <a:pt x="8603143" y="2439949"/>
                  </a:lnTo>
                  <a:lnTo>
                    <a:pt x="8575089" y="2555036"/>
                  </a:lnTo>
                  <a:lnTo>
                    <a:pt x="8547054" y="2669311"/>
                  </a:lnTo>
                  <a:lnTo>
                    <a:pt x="8519046" y="2782260"/>
                  </a:lnTo>
                  <a:lnTo>
                    <a:pt x="8491071" y="2893397"/>
                  </a:lnTo>
                  <a:lnTo>
                    <a:pt x="8463130" y="3002266"/>
                  </a:lnTo>
                  <a:lnTo>
                    <a:pt x="8435217" y="3108456"/>
                  </a:lnTo>
                  <a:lnTo>
                    <a:pt x="8407318" y="3211599"/>
                  </a:lnTo>
                  <a:lnTo>
                    <a:pt x="8379412" y="3311379"/>
                  </a:lnTo>
                  <a:lnTo>
                    <a:pt x="8351467" y="3407536"/>
                  </a:lnTo>
                  <a:lnTo>
                    <a:pt x="8323440" y="3499861"/>
                  </a:lnTo>
                  <a:lnTo>
                    <a:pt x="8295274" y="3588202"/>
                  </a:lnTo>
                  <a:lnTo>
                    <a:pt x="8266903" y="3672461"/>
                  </a:lnTo>
                  <a:lnTo>
                    <a:pt x="8238241" y="3752589"/>
                  </a:lnTo>
                  <a:lnTo>
                    <a:pt x="8209188" y="3828586"/>
                  </a:lnTo>
                  <a:lnTo>
                    <a:pt x="8179625" y="3900494"/>
                  </a:lnTo>
                  <a:lnTo>
                    <a:pt x="8151487" y="3963904"/>
                  </a:lnTo>
                  <a:lnTo>
                    <a:pt x="8108984" y="4050570"/>
                  </a:lnTo>
                  <a:lnTo>
                    <a:pt x="8064519" y="4129855"/>
                  </a:lnTo>
                  <a:lnTo>
                    <a:pt x="8017553" y="4202008"/>
                  </a:lnTo>
                  <a:lnTo>
                    <a:pt x="7967494" y="4267519"/>
                  </a:lnTo>
                  <a:lnTo>
                    <a:pt x="7913728" y="4326981"/>
                  </a:lnTo>
                  <a:lnTo>
                    <a:pt x="7855649" y="4381007"/>
                  </a:lnTo>
                  <a:lnTo>
                    <a:pt x="7792700" y="4430179"/>
                  </a:lnTo>
                  <a:lnTo>
                    <a:pt x="7724423" y="4475014"/>
                  </a:lnTo>
                  <a:lnTo>
                    <a:pt x="7650526" y="4515943"/>
                  </a:lnTo>
                  <a:lnTo>
                    <a:pt x="7570970" y="4553304"/>
                  </a:lnTo>
                  <a:lnTo>
                    <a:pt x="7486074" y="4587337"/>
                  </a:lnTo>
                  <a:lnTo>
                    <a:pt x="7396627" y="4618180"/>
                  </a:lnTo>
                  <a:lnTo>
                    <a:pt x="7303989" y="4645886"/>
                  </a:lnTo>
                  <a:lnTo>
                    <a:pt x="7210146" y="4670433"/>
                  </a:lnTo>
                  <a:lnTo>
                    <a:pt x="7117689" y="4691760"/>
                  </a:lnTo>
                  <a:lnTo>
                    <a:pt x="7029660" y="4709805"/>
                  </a:lnTo>
                  <a:lnTo>
                    <a:pt x="6949274" y="4724551"/>
                  </a:lnTo>
                  <a:lnTo>
                    <a:pt x="6879502" y="4736076"/>
                  </a:lnTo>
                  <a:lnTo>
                    <a:pt x="6822628" y="4744580"/>
                  </a:lnTo>
                  <a:lnTo>
                    <a:pt x="6779842" y="4750395"/>
                  </a:lnTo>
                  <a:lnTo>
                    <a:pt x="6750991" y="4753973"/>
                  </a:lnTo>
                  <a:lnTo>
                    <a:pt x="6734531" y="4755841"/>
                  </a:lnTo>
                  <a:lnTo>
                    <a:pt x="6727630" y="4756560"/>
                  </a:lnTo>
                  <a:lnTo>
                    <a:pt x="6726343" y="4756685"/>
                  </a:lnTo>
                  <a:lnTo>
                    <a:pt x="5254955" y="4756685"/>
                  </a:lnTo>
                  <a:lnTo>
                    <a:pt x="5253850" y="4756607"/>
                  </a:lnTo>
                  <a:lnTo>
                    <a:pt x="5246581" y="4756051"/>
                  </a:lnTo>
                  <a:lnTo>
                    <a:pt x="5228240" y="4754516"/>
                  </a:lnTo>
                  <a:lnTo>
                    <a:pt x="5195406" y="4751492"/>
                  </a:lnTo>
                  <a:lnTo>
                    <a:pt x="5146385" y="4746508"/>
                  </a:lnTo>
                  <a:lnTo>
                    <a:pt x="5081333" y="4739174"/>
                  </a:lnTo>
                  <a:lnTo>
                    <a:pt x="5002128" y="4729221"/>
                  </a:lnTo>
                  <a:lnTo>
                    <a:pt x="4911947" y="4716508"/>
                  </a:lnTo>
                  <a:lnTo>
                    <a:pt x="4814654" y="4701004"/>
                  </a:lnTo>
                  <a:lnTo>
                    <a:pt x="4714170" y="4682749"/>
                  </a:lnTo>
                  <a:lnTo>
                    <a:pt x="4613969" y="4661804"/>
                  </a:lnTo>
                  <a:lnTo>
                    <a:pt x="4516788" y="4638204"/>
                  </a:lnTo>
                  <a:lnTo>
                    <a:pt x="4424525" y="4611922"/>
                  </a:lnTo>
                  <a:lnTo>
                    <a:pt x="4338298" y="4582848"/>
                  </a:lnTo>
                  <a:lnTo>
                    <a:pt x="4258575" y="4550779"/>
                  </a:lnTo>
                  <a:lnTo>
                    <a:pt x="4185334" y="4515413"/>
                  </a:lnTo>
                  <a:lnTo>
                    <a:pt x="4118211" y="4476357"/>
                  </a:lnTo>
                  <a:lnTo>
                    <a:pt x="4056628" y="4433134"/>
                  </a:lnTo>
                  <a:lnTo>
                    <a:pt x="3999881" y="4385212"/>
                  </a:lnTo>
                  <a:lnTo>
                    <a:pt x="3947217" y="4332033"/>
                  </a:lnTo>
                  <a:lnTo>
                    <a:pt x="3897880" y="4273078"/>
                  </a:lnTo>
                  <a:lnTo>
                    <a:pt x="3851157" y="4207973"/>
                  </a:lnTo>
                  <a:lnTo>
                    <a:pt x="3829811" y="4175039"/>
                  </a:lnTo>
                  <a:lnTo>
                    <a:pt x="3795227" y="4117356"/>
                  </a:lnTo>
                  <a:lnTo>
                    <a:pt x="3761463" y="4055777"/>
                  </a:lnTo>
                  <a:lnTo>
                    <a:pt x="3728311" y="3990225"/>
                  </a:lnTo>
                  <a:lnTo>
                    <a:pt x="3695605" y="3920671"/>
                  </a:lnTo>
                  <a:lnTo>
                    <a:pt x="3663207" y="3847147"/>
                  </a:lnTo>
                  <a:lnTo>
                    <a:pt x="3631006" y="3769749"/>
                  </a:lnTo>
                  <a:lnTo>
                    <a:pt x="3598917" y="3688638"/>
                  </a:lnTo>
                  <a:lnTo>
                    <a:pt x="3566876" y="3604047"/>
                  </a:lnTo>
                  <a:lnTo>
                    <a:pt x="3534836" y="3516277"/>
                  </a:lnTo>
                  <a:lnTo>
                    <a:pt x="3502768" y="3425697"/>
                  </a:lnTo>
                  <a:lnTo>
                    <a:pt x="3470658" y="3332742"/>
                  </a:lnTo>
                  <a:lnTo>
                    <a:pt x="3438504" y="3237897"/>
                  </a:lnTo>
                  <a:lnTo>
                    <a:pt x="3406313" y="3141698"/>
                  </a:lnTo>
                  <a:lnTo>
                    <a:pt x="3374097" y="3044711"/>
                  </a:lnTo>
                  <a:lnTo>
                    <a:pt x="3341875" y="2947523"/>
                  </a:lnTo>
                  <a:lnTo>
                    <a:pt x="3309666" y="2850726"/>
                  </a:lnTo>
                  <a:lnTo>
                    <a:pt x="3277485" y="2754903"/>
                  </a:lnTo>
                  <a:lnTo>
                    <a:pt x="3245345" y="2660610"/>
                  </a:lnTo>
                  <a:lnTo>
                    <a:pt x="3213249" y="2568368"/>
                  </a:lnTo>
                  <a:lnTo>
                    <a:pt x="3181193" y="2478649"/>
                  </a:lnTo>
                  <a:lnTo>
                    <a:pt x="3149156" y="2391865"/>
                  </a:lnTo>
                  <a:lnTo>
                    <a:pt x="3117105" y="2308364"/>
                  </a:lnTo>
                  <a:lnTo>
                    <a:pt x="3084989" y="2228426"/>
                  </a:lnTo>
                  <a:lnTo>
                    <a:pt x="3052735" y="2152260"/>
                  </a:lnTo>
                  <a:lnTo>
                    <a:pt x="3020251" y="2080007"/>
                  </a:lnTo>
                  <a:lnTo>
                    <a:pt x="2987418" y="2011740"/>
                  </a:lnTo>
                  <a:lnTo>
                    <a:pt x="2954089" y="1947472"/>
                  </a:lnTo>
                  <a:lnTo>
                    <a:pt x="2920085" y="1887159"/>
                  </a:lnTo>
                  <a:lnTo>
                    <a:pt x="2896531" y="1848459"/>
                  </a:lnTo>
                  <a:lnTo>
                    <a:pt x="2850820" y="1780396"/>
                  </a:lnTo>
                  <a:lnTo>
                    <a:pt x="2802802" y="1718569"/>
                  </a:lnTo>
                  <a:lnTo>
                    <a:pt x="2751802" y="1662720"/>
                  </a:lnTo>
                  <a:lnTo>
                    <a:pt x="2697079" y="1612383"/>
                  </a:lnTo>
                  <a:lnTo>
                    <a:pt x="2637873" y="1567010"/>
                  </a:lnTo>
                  <a:lnTo>
                    <a:pt x="2573449" y="1526049"/>
                  </a:lnTo>
                  <a:lnTo>
                    <a:pt x="2503159" y="1488994"/>
                  </a:lnTo>
                  <a:lnTo>
                    <a:pt x="2426525" y="1455411"/>
                  </a:lnTo>
                  <a:lnTo>
                    <a:pt x="2343346" y="1424954"/>
                  </a:lnTo>
                  <a:lnTo>
                    <a:pt x="2253839" y="1397372"/>
                  </a:lnTo>
                  <a:lnTo>
                    <a:pt x="2158794" y="1372513"/>
                  </a:lnTo>
                  <a:lnTo>
                    <a:pt x="2059730" y="1350312"/>
                  </a:lnTo>
                  <a:lnTo>
                    <a:pt x="1958987" y="1330780"/>
                  </a:lnTo>
                  <a:lnTo>
                    <a:pt x="1859716" y="1313969"/>
                  </a:lnTo>
                  <a:lnTo>
                    <a:pt x="1765677" y="1299935"/>
                  </a:lnTo>
                  <a:lnTo>
                    <a:pt x="1680833" y="1288688"/>
                  </a:lnTo>
                  <a:lnTo>
                    <a:pt x="1608769" y="1280143"/>
                  </a:lnTo>
                  <a:lnTo>
                    <a:pt x="1552043" y="1274091"/>
                  </a:lnTo>
                  <a:lnTo>
                    <a:pt x="1511661" y="1270196"/>
                  </a:lnTo>
                  <a:lnTo>
                    <a:pt x="1486800" y="1268020"/>
                  </a:lnTo>
                  <a:lnTo>
                    <a:pt x="1474826" y="1267065"/>
                  </a:lnTo>
                  <a:lnTo>
                    <a:pt x="1471387" y="1266814"/>
                  </a:lnTo>
                  <a:lnTo>
                    <a:pt x="0" y="1266814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474" name="pl474"/>
            <p:cNvSpPr/>
            <p:nvPr/>
          </p:nvSpPr>
          <p:spPr>
            <a:xfrm>
              <a:off x="4799595" y="4865348"/>
              <a:ext cx="11981298" cy="4756685"/>
            </a:xfrm>
            <a:custGeom>
              <a:avLst/>
              <a:pathLst>
                <a:path w="11981298" h="4756685">
                  <a:moveTo>
                    <a:pt x="0" y="1266814"/>
                  </a:moveTo>
                  <a:lnTo>
                    <a:pt x="1471387" y="1266814"/>
                  </a:lnTo>
                  <a:lnTo>
                    <a:pt x="1472492" y="1266892"/>
                  </a:lnTo>
                  <a:lnTo>
                    <a:pt x="1479761" y="1267448"/>
                  </a:lnTo>
                  <a:lnTo>
                    <a:pt x="1498103" y="1268983"/>
                  </a:lnTo>
                  <a:lnTo>
                    <a:pt x="1530936" y="1272007"/>
                  </a:lnTo>
                  <a:lnTo>
                    <a:pt x="1579957" y="1276991"/>
                  </a:lnTo>
                  <a:lnTo>
                    <a:pt x="1645009" y="1284324"/>
                  </a:lnTo>
                  <a:lnTo>
                    <a:pt x="1724214" y="1294277"/>
                  </a:lnTo>
                  <a:lnTo>
                    <a:pt x="1814395" y="1306991"/>
                  </a:lnTo>
                  <a:lnTo>
                    <a:pt x="1911688" y="1322495"/>
                  </a:lnTo>
                  <a:lnTo>
                    <a:pt x="2012172" y="1340750"/>
                  </a:lnTo>
                  <a:lnTo>
                    <a:pt x="2112373" y="1361695"/>
                  </a:lnTo>
                  <a:lnTo>
                    <a:pt x="2209555" y="1385295"/>
                  </a:lnTo>
                  <a:lnTo>
                    <a:pt x="2301817" y="1411577"/>
                  </a:lnTo>
                  <a:lnTo>
                    <a:pt x="2388044" y="1440650"/>
                  </a:lnTo>
                  <a:lnTo>
                    <a:pt x="2467767" y="1472719"/>
                  </a:lnTo>
                  <a:lnTo>
                    <a:pt x="2541009" y="1508085"/>
                  </a:lnTo>
                  <a:lnTo>
                    <a:pt x="2608131" y="1547142"/>
                  </a:lnTo>
                  <a:lnTo>
                    <a:pt x="2669714" y="1590364"/>
                  </a:lnTo>
                  <a:lnTo>
                    <a:pt x="2726461" y="1638286"/>
                  </a:lnTo>
                  <a:lnTo>
                    <a:pt x="2779125" y="1691466"/>
                  </a:lnTo>
                  <a:lnTo>
                    <a:pt x="2828463" y="1750420"/>
                  </a:lnTo>
                  <a:lnTo>
                    <a:pt x="2875185" y="1815526"/>
                  </a:lnTo>
                  <a:lnTo>
                    <a:pt x="2896531" y="1848459"/>
                  </a:lnTo>
                  <a:lnTo>
                    <a:pt x="2931115" y="1906143"/>
                  </a:lnTo>
                  <a:lnTo>
                    <a:pt x="2964880" y="1967722"/>
                  </a:lnTo>
                  <a:lnTo>
                    <a:pt x="2998031" y="2033274"/>
                  </a:lnTo>
                  <a:lnTo>
                    <a:pt x="3030737" y="2102828"/>
                  </a:lnTo>
                  <a:lnTo>
                    <a:pt x="3063135" y="2176352"/>
                  </a:lnTo>
                  <a:lnTo>
                    <a:pt x="3095336" y="2253750"/>
                  </a:lnTo>
                  <a:lnTo>
                    <a:pt x="3127425" y="2334861"/>
                  </a:lnTo>
                  <a:lnTo>
                    <a:pt x="3159466" y="2419452"/>
                  </a:lnTo>
                  <a:lnTo>
                    <a:pt x="3191507" y="2507222"/>
                  </a:lnTo>
                  <a:lnTo>
                    <a:pt x="3223574" y="2597801"/>
                  </a:lnTo>
                  <a:lnTo>
                    <a:pt x="3255684" y="2690757"/>
                  </a:lnTo>
                  <a:lnTo>
                    <a:pt x="3287838" y="2785601"/>
                  </a:lnTo>
                  <a:lnTo>
                    <a:pt x="3320029" y="2881800"/>
                  </a:lnTo>
                  <a:lnTo>
                    <a:pt x="3352245" y="2978788"/>
                  </a:lnTo>
                  <a:lnTo>
                    <a:pt x="3384467" y="3075976"/>
                  </a:lnTo>
                  <a:lnTo>
                    <a:pt x="3416677" y="3172772"/>
                  </a:lnTo>
                  <a:lnTo>
                    <a:pt x="3448857" y="3268596"/>
                  </a:lnTo>
                  <a:lnTo>
                    <a:pt x="3480997" y="3362889"/>
                  </a:lnTo>
                  <a:lnTo>
                    <a:pt x="3513093" y="3455130"/>
                  </a:lnTo>
                  <a:lnTo>
                    <a:pt x="3545149" y="3544850"/>
                  </a:lnTo>
                  <a:lnTo>
                    <a:pt x="3577186" y="3631634"/>
                  </a:lnTo>
                  <a:lnTo>
                    <a:pt x="3609237" y="3715135"/>
                  </a:lnTo>
                  <a:lnTo>
                    <a:pt x="3641354" y="3795073"/>
                  </a:lnTo>
                  <a:lnTo>
                    <a:pt x="3673607" y="3871239"/>
                  </a:lnTo>
                  <a:lnTo>
                    <a:pt x="3706092" y="3943492"/>
                  </a:lnTo>
                  <a:lnTo>
                    <a:pt x="3738925" y="4011758"/>
                  </a:lnTo>
                  <a:lnTo>
                    <a:pt x="3772253" y="4076026"/>
                  </a:lnTo>
                  <a:lnTo>
                    <a:pt x="3806257" y="4136340"/>
                  </a:lnTo>
                  <a:lnTo>
                    <a:pt x="3829811" y="4175039"/>
                  </a:lnTo>
                  <a:lnTo>
                    <a:pt x="3875522" y="4243102"/>
                  </a:lnTo>
                  <a:lnTo>
                    <a:pt x="3923540" y="4304930"/>
                  </a:lnTo>
                  <a:lnTo>
                    <a:pt x="3974540" y="4360779"/>
                  </a:lnTo>
                  <a:lnTo>
                    <a:pt x="4029263" y="4411115"/>
                  </a:lnTo>
                  <a:lnTo>
                    <a:pt x="4088469" y="4456489"/>
                  </a:lnTo>
                  <a:lnTo>
                    <a:pt x="4152893" y="4497450"/>
                  </a:lnTo>
                  <a:lnTo>
                    <a:pt x="4223183" y="4534505"/>
                  </a:lnTo>
                  <a:lnTo>
                    <a:pt x="4299817" y="4568088"/>
                  </a:lnTo>
                  <a:lnTo>
                    <a:pt x="4382996" y="4598545"/>
                  </a:lnTo>
                  <a:lnTo>
                    <a:pt x="4472503" y="4626126"/>
                  </a:lnTo>
                  <a:lnTo>
                    <a:pt x="4567548" y="4650986"/>
                  </a:lnTo>
                  <a:lnTo>
                    <a:pt x="4666612" y="4673186"/>
                  </a:lnTo>
                  <a:lnTo>
                    <a:pt x="4767355" y="4692719"/>
                  </a:lnTo>
                  <a:lnTo>
                    <a:pt x="4866626" y="4709530"/>
                  </a:lnTo>
                  <a:lnTo>
                    <a:pt x="4960666" y="4723564"/>
                  </a:lnTo>
                  <a:lnTo>
                    <a:pt x="5045509" y="4734811"/>
                  </a:lnTo>
                  <a:lnTo>
                    <a:pt x="5117573" y="4743356"/>
                  </a:lnTo>
                  <a:lnTo>
                    <a:pt x="5174299" y="4749408"/>
                  </a:lnTo>
                  <a:lnTo>
                    <a:pt x="5214681" y="4753303"/>
                  </a:lnTo>
                  <a:lnTo>
                    <a:pt x="5239543" y="4755479"/>
                  </a:lnTo>
                  <a:lnTo>
                    <a:pt x="5251516" y="4756434"/>
                  </a:lnTo>
                  <a:lnTo>
                    <a:pt x="5254835" y="4756676"/>
                  </a:lnTo>
                  <a:lnTo>
                    <a:pt x="5254955" y="4756685"/>
                  </a:lnTo>
                  <a:lnTo>
                    <a:pt x="6726343" y="4756685"/>
                  </a:lnTo>
                  <a:lnTo>
                    <a:pt x="6727238" y="4756599"/>
                  </a:lnTo>
                  <a:lnTo>
                    <a:pt x="6733157" y="4755989"/>
                  </a:lnTo>
                  <a:lnTo>
                    <a:pt x="6748179" y="4754303"/>
                  </a:lnTo>
                  <a:lnTo>
                    <a:pt x="6775289" y="4750981"/>
                  </a:lnTo>
                  <a:lnTo>
                    <a:pt x="6816211" y="4745486"/>
                  </a:lnTo>
                  <a:lnTo>
                    <a:pt x="6871281" y="4737356"/>
                  </a:lnTo>
                  <a:lnTo>
                    <a:pt x="6939473" y="4726241"/>
                  </a:lnTo>
                  <a:lnTo>
                    <a:pt x="7018628" y="4711923"/>
                  </a:lnTo>
                  <a:lnTo>
                    <a:pt x="7105838" y="4694311"/>
                  </a:lnTo>
                  <a:lnTo>
                    <a:pt x="7197896" y="4673411"/>
                  </a:lnTo>
                  <a:lnTo>
                    <a:pt x="7291716" y="4649282"/>
                  </a:lnTo>
                  <a:lnTo>
                    <a:pt x="7384639" y="4621987"/>
                  </a:lnTo>
                  <a:lnTo>
                    <a:pt x="7474594" y="4591556"/>
                  </a:lnTo>
                  <a:lnTo>
                    <a:pt x="7560143" y="4557947"/>
                  </a:lnTo>
                  <a:lnTo>
                    <a:pt x="7640425" y="4521033"/>
                  </a:lnTo>
                  <a:lnTo>
                    <a:pt x="7715068" y="4480589"/>
                  </a:lnTo>
                  <a:lnTo>
                    <a:pt x="7784069" y="4436288"/>
                  </a:lnTo>
                  <a:lnTo>
                    <a:pt x="7847692" y="4387712"/>
                  </a:lnTo>
                  <a:lnTo>
                    <a:pt x="7906379" y="4334353"/>
                  </a:lnTo>
                  <a:lnTo>
                    <a:pt x="7960676" y="4275638"/>
                  </a:lnTo>
                  <a:lnTo>
                    <a:pt x="8011186" y="4210954"/>
                  </a:lnTo>
                  <a:lnTo>
                    <a:pt x="8058522" y="4139702"/>
                  </a:lnTo>
                  <a:lnTo>
                    <a:pt x="8103283" y="4061373"/>
                  </a:lnTo>
                  <a:lnTo>
                    <a:pt x="8146014" y="3975675"/>
                  </a:lnTo>
                  <a:lnTo>
                    <a:pt x="8151487" y="3963904"/>
                  </a:lnTo>
                  <a:lnTo>
                    <a:pt x="8181654" y="3895732"/>
                  </a:lnTo>
                  <a:lnTo>
                    <a:pt x="8211179" y="3823548"/>
                  </a:lnTo>
                  <a:lnTo>
                    <a:pt x="8240201" y="3747272"/>
                  </a:lnTo>
                  <a:lnTo>
                    <a:pt x="8268840" y="3666862"/>
                  </a:lnTo>
                  <a:lnTo>
                    <a:pt x="8297195" y="3582324"/>
                  </a:lnTo>
                  <a:lnTo>
                    <a:pt x="8325349" y="3493708"/>
                  </a:lnTo>
                  <a:lnTo>
                    <a:pt x="8353370" y="3401117"/>
                  </a:lnTo>
                  <a:lnTo>
                    <a:pt x="8381311" y="3304706"/>
                  </a:lnTo>
                  <a:lnTo>
                    <a:pt x="8409215" y="3204688"/>
                  </a:lnTo>
                  <a:lnTo>
                    <a:pt x="8437114" y="3101328"/>
                  </a:lnTo>
                  <a:lnTo>
                    <a:pt x="8465029" y="2994944"/>
                  </a:lnTo>
                  <a:lnTo>
                    <a:pt x="8492972" y="2885906"/>
                  </a:lnTo>
                  <a:lnTo>
                    <a:pt x="8520949" y="2774632"/>
                  </a:lnTo>
                  <a:lnTo>
                    <a:pt x="8548959" y="2661577"/>
                  </a:lnTo>
                  <a:lnTo>
                    <a:pt x="8576996" y="2547230"/>
                  </a:lnTo>
                  <a:lnTo>
                    <a:pt x="8605051" y="2432107"/>
                  </a:lnTo>
                  <a:lnTo>
                    <a:pt x="8633111" y="2316735"/>
                  </a:lnTo>
                  <a:lnTo>
                    <a:pt x="8661164" y="2201648"/>
                  </a:lnTo>
                  <a:lnTo>
                    <a:pt x="8689200" y="2087373"/>
                  </a:lnTo>
                  <a:lnTo>
                    <a:pt x="8717208" y="1974424"/>
                  </a:lnTo>
                  <a:lnTo>
                    <a:pt x="8745182" y="1863287"/>
                  </a:lnTo>
                  <a:lnTo>
                    <a:pt x="8773124" y="1754418"/>
                  </a:lnTo>
                  <a:lnTo>
                    <a:pt x="8801037" y="1648228"/>
                  </a:lnTo>
                  <a:lnTo>
                    <a:pt x="8828935" y="1545085"/>
                  </a:lnTo>
                  <a:lnTo>
                    <a:pt x="8856841" y="1445305"/>
                  </a:lnTo>
                  <a:lnTo>
                    <a:pt x="8884786" y="1349148"/>
                  </a:lnTo>
                  <a:lnTo>
                    <a:pt x="8912814" y="1256823"/>
                  </a:lnTo>
                  <a:lnTo>
                    <a:pt x="8940979" y="1168482"/>
                  </a:lnTo>
                  <a:lnTo>
                    <a:pt x="8969350" y="1084223"/>
                  </a:lnTo>
                  <a:lnTo>
                    <a:pt x="8998012" y="1004095"/>
                  </a:lnTo>
                  <a:lnTo>
                    <a:pt x="9027065" y="928098"/>
                  </a:lnTo>
                  <a:lnTo>
                    <a:pt x="9056629" y="856190"/>
                  </a:lnTo>
                  <a:lnTo>
                    <a:pt x="9084767" y="792780"/>
                  </a:lnTo>
                  <a:lnTo>
                    <a:pt x="9127269" y="706114"/>
                  </a:lnTo>
                  <a:lnTo>
                    <a:pt x="9171734" y="626829"/>
                  </a:lnTo>
                  <a:lnTo>
                    <a:pt x="9218700" y="554676"/>
                  </a:lnTo>
                  <a:lnTo>
                    <a:pt x="9268759" y="489165"/>
                  </a:lnTo>
                  <a:lnTo>
                    <a:pt x="9322525" y="429704"/>
                  </a:lnTo>
                  <a:lnTo>
                    <a:pt x="9380604" y="375677"/>
                  </a:lnTo>
                  <a:lnTo>
                    <a:pt x="9443553" y="326505"/>
                  </a:lnTo>
                  <a:lnTo>
                    <a:pt x="9511830" y="281670"/>
                  </a:lnTo>
                  <a:lnTo>
                    <a:pt x="9585727" y="240741"/>
                  </a:lnTo>
                  <a:lnTo>
                    <a:pt x="9665283" y="203380"/>
                  </a:lnTo>
                  <a:lnTo>
                    <a:pt x="9750179" y="169347"/>
                  </a:lnTo>
                  <a:lnTo>
                    <a:pt x="9839626" y="138504"/>
                  </a:lnTo>
                  <a:lnTo>
                    <a:pt x="9932264" y="110798"/>
                  </a:lnTo>
                  <a:lnTo>
                    <a:pt x="10026107" y="86251"/>
                  </a:lnTo>
                  <a:lnTo>
                    <a:pt x="10118565" y="64924"/>
                  </a:lnTo>
                  <a:lnTo>
                    <a:pt x="10206593" y="46880"/>
                  </a:lnTo>
                  <a:lnTo>
                    <a:pt x="10286980" y="32133"/>
                  </a:lnTo>
                  <a:lnTo>
                    <a:pt x="10356751" y="20608"/>
                  </a:lnTo>
                  <a:lnTo>
                    <a:pt x="10413625" y="12104"/>
                  </a:lnTo>
                  <a:lnTo>
                    <a:pt x="10456411" y="6289"/>
                  </a:lnTo>
                  <a:lnTo>
                    <a:pt x="10485262" y="2711"/>
                  </a:lnTo>
                  <a:lnTo>
                    <a:pt x="10501722" y="843"/>
                  </a:lnTo>
                  <a:lnTo>
                    <a:pt x="10508623" y="124"/>
                  </a:lnTo>
                  <a:lnTo>
                    <a:pt x="10509909" y="0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75" name="pl475"/>
            <p:cNvSpPr/>
            <p:nvPr/>
          </p:nvSpPr>
          <p:spPr>
            <a:xfrm>
              <a:off x="4799595" y="4857175"/>
              <a:ext cx="11981298" cy="4756685"/>
            </a:xfrm>
            <a:custGeom>
              <a:avLst/>
              <a:pathLst>
                <a:path w="11981298" h="4756685">
                  <a:moveTo>
                    <a:pt x="11981298" y="0"/>
                  </a:moveTo>
                  <a:lnTo>
                    <a:pt x="10509911" y="0"/>
                  </a:lnTo>
                  <a:lnTo>
                    <a:pt x="10509015" y="85"/>
                  </a:lnTo>
                  <a:lnTo>
                    <a:pt x="10503096" y="695"/>
                  </a:lnTo>
                  <a:lnTo>
                    <a:pt x="10488074" y="2381"/>
                  </a:lnTo>
                  <a:lnTo>
                    <a:pt x="10460964" y="5703"/>
                  </a:lnTo>
                  <a:lnTo>
                    <a:pt x="10420042" y="11198"/>
                  </a:lnTo>
                  <a:lnTo>
                    <a:pt x="10364972" y="19328"/>
                  </a:lnTo>
                  <a:lnTo>
                    <a:pt x="10296780" y="30443"/>
                  </a:lnTo>
                  <a:lnTo>
                    <a:pt x="10217625" y="44761"/>
                  </a:lnTo>
                  <a:lnTo>
                    <a:pt x="10130415" y="62373"/>
                  </a:lnTo>
                  <a:lnTo>
                    <a:pt x="10038357" y="83273"/>
                  </a:lnTo>
                  <a:lnTo>
                    <a:pt x="9944537" y="107402"/>
                  </a:lnTo>
                  <a:lnTo>
                    <a:pt x="9851614" y="134697"/>
                  </a:lnTo>
                  <a:lnTo>
                    <a:pt x="9761659" y="165128"/>
                  </a:lnTo>
                  <a:lnTo>
                    <a:pt x="9676111" y="198737"/>
                  </a:lnTo>
                  <a:lnTo>
                    <a:pt x="9595828" y="235651"/>
                  </a:lnTo>
                  <a:lnTo>
                    <a:pt x="9521185" y="276095"/>
                  </a:lnTo>
                  <a:lnTo>
                    <a:pt x="9452184" y="320396"/>
                  </a:lnTo>
                  <a:lnTo>
                    <a:pt x="9388561" y="368972"/>
                  </a:lnTo>
                  <a:lnTo>
                    <a:pt x="9329874" y="422331"/>
                  </a:lnTo>
                  <a:lnTo>
                    <a:pt x="9275577" y="481046"/>
                  </a:lnTo>
                  <a:lnTo>
                    <a:pt x="9225068" y="545730"/>
                  </a:lnTo>
                  <a:lnTo>
                    <a:pt x="9177731" y="616982"/>
                  </a:lnTo>
                  <a:lnTo>
                    <a:pt x="9132971" y="695311"/>
                  </a:lnTo>
                  <a:lnTo>
                    <a:pt x="9090239" y="781009"/>
                  </a:lnTo>
                  <a:lnTo>
                    <a:pt x="9084767" y="792780"/>
                  </a:lnTo>
                  <a:lnTo>
                    <a:pt x="9054599" y="860952"/>
                  </a:lnTo>
                  <a:lnTo>
                    <a:pt x="9025075" y="933136"/>
                  </a:lnTo>
                  <a:lnTo>
                    <a:pt x="8996052" y="1009412"/>
                  </a:lnTo>
                  <a:lnTo>
                    <a:pt x="8967413" y="1089822"/>
                  </a:lnTo>
                  <a:lnTo>
                    <a:pt x="8939058" y="1174360"/>
                  </a:lnTo>
                  <a:lnTo>
                    <a:pt x="8910904" y="1262976"/>
                  </a:lnTo>
                  <a:lnTo>
                    <a:pt x="8882884" y="1355568"/>
                  </a:lnTo>
                  <a:lnTo>
                    <a:pt x="8854942" y="1451978"/>
                  </a:lnTo>
                  <a:lnTo>
                    <a:pt x="8827038" y="1551996"/>
                  </a:lnTo>
                  <a:lnTo>
                    <a:pt x="8799139" y="1655356"/>
                  </a:lnTo>
                  <a:lnTo>
                    <a:pt x="8771225" y="1761741"/>
                  </a:lnTo>
                  <a:lnTo>
                    <a:pt x="8743281" y="1870778"/>
                  </a:lnTo>
                  <a:lnTo>
                    <a:pt x="8715304" y="1982052"/>
                  </a:lnTo>
                  <a:lnTo>
                    <a:pt x="8687294" y="2095107"/>
                  </a:lnTo>
                  <a:lnTo>
                    <a:pt x="8659257" y="2209454"/>
                  </a:lnTo>
                  <a:lnTo>
                    <a:pt x="8631203" y="2324577"/>
                  </a:lnTo>
                  <a:lnTo>
                    <a:pt x="8603143" y="2439949"/>
                  </a:lnTo>
                  <a:lnTo>
                    <a:pt x="8575089" y="2555036"/>
                  </a:lnTo>
                  <a:lnTo>
                    <a:pt x="8547054" y="2669311"/>
                  </a:lnTo>
                  <a:lnTo>
                    <a:pt x="8519046" y="2782260"/>
                  </a:lnTo>
                  <a:lnTo>
                    <a:pt x="8491071" y="2893397"/>
                  </a:lnTo>
                  <a:lnTo>
                    <a:pt x="8463130" y="3002266"/>
                  </a:lnTo>
                  <a:lnTo>
                    <a:pt x="8435217" y="3108456"/>
                  </a:lnTo>
                  <a:lnTo>
                    <a:pt x="8407318" y="3211599"/>
                  </a:lnTo>
                  <a:lnTo>
                    <a:pt x="8379412" y="3311379"/>
                  </a:lnTo>
                  <a:lnTo>
                    <a:pt x="8351467" y="3407536"/>
                  </a:lnTo>
                  <a:lnTo>
                    <a:pt x="8323440" y="3499861"/>
                  </a:lnTo>
                  <a:lnTo>
                    <a:pt x="8295274" y="3588202"/>
                  </a:lnTo>
                  <a:lnTo>
                    <a:pt x="8266903" y="3672461"/>
                  </a:lnTo>
                  <a:lnTo>
                    <a:pt x="8238241" y="3752589"/>
                  </a:lnTo>
                  <a:lnTo>
                    <a:pt x="8209188" y="3828586"/>
                  </a:lnTo>
                  <a:lnTo>
                    <a:pt x="8179625" y="3900494"/>
                  </a:lnTo>
                  <a:lnTo>
                    <a:pt x="8151487" y="3963904"/>
                  </a:lnTo>
                  <a:lnTo>
                    <a:pt x="8108984" y="4050570"/>
                  </a:lnTo>
                  <a:lnTo>
                    <a:pt x="8064519" y="4129855"/>
                  </a:lnTo>
                  <a:lnTo>
                    <a:pt x="8017553" y="4202008"/>
                  </a:lnTo>
                  <a:lnTo>
                    <a:pt x="7967494" y="4267519"/>
                  </a:lnTo>
                  <a:lnTo>
                    <a:pt x="7913728" y="4326981"/>
                  </a:lnTo>
                  <a:lnTo>
                    <a:pt x="7855649" y="4381007"/>
                  </a:lnTo>
                  <a:lnTo>
                    <a:pt x="7792700" y="4430179"/>
                  </a:lnTo>
                  <a:lnTo>
                    <a:pt x="7724423" y="4475014"/>
                  </a:lnTo>
                  <a:lnTo>
                    <a:pt x="7650526" y="4515943"/>
                  </a:lnTo>
                  <a:lnTo>
                    <a:pt x="7570970" y="4553304"/>
                  </a:lnTo>
                  <a:lnTo>
                    <a:pt x="7486074" y="4587337"/>
                  </a:lnTo>
                  <a:lnTo>
                    <a:pt x="7396627" y="4618180"/>
                  </a:lnTo>
                  <a:lnTo>
                    <a:pt x="7303989" y="4645886"/>
                  </a:lnTo>
                  <a:lnTo>
                    <a:pt x="7210146" y="4670433"/>
                  </a:lnTo>
                  <a:lnTo>
                    <a:pt x="7117689" y="4691760"/>
                  </a:lnTo>
                  <a:lnTo>
                    <a:pt x="7029660" y="4709805"/>
                  </a:lnTo>
                  <a:lnTo>
                    <a:pt x="6949274" y="4724551"/>
                  </a:lnTo>
                  <a:lnTo>
                    <a:pt x="6879502" y="4736076"/>
                  </a:lnTo>
                  <a:lnTo>
                    <a:pt x="6822628" y="4744580"/>
                  </a:lnTo>
                  <a:lnTo>
                    <a:pt x="6779842" y="4750395"/>
                  </a:lnTo>
                  <a:lnTo>
                    <a:pt x="6750991" y="4753973"/>
                  </a:lnTo>
                  <a:lnTo>
                    <a:pt x="6734531" y="4755841"/>
                  </a:lnTo>
                  <a:lnTo>
                    <a:pt x="6727630" y="4756560"/>
                  </a:lnTo>
                  <a:lnTo>
                    <a:pt x="6726345" y="4756684"/>
                  </a:lnTo>
                  <a:lnTo>
                    <a:pt x="6726343" y="4756685"/>
                  </a:lnTo>
                  <a:lnTo>
                    <a:pt x="5254955" y="4756685"/>
                  </a:lnTo>
                  <a:lnTo>
                    <a:pt x="5253850" y="4756607"/>
                  </a:lnTo>
                  <a:lnTo>
                    <a:pt x="5246581" y="4756051"/>
                  </a:lnTo>
                  <a:lnTo>
                    <a:pt x="5228240" y="4754516"/>
                  </a:lnTo>
                  <a:lnTo>
                    <a:pt x="5195406" y="4751492"/>
                  </a:lnTo>
                  <a:lnTo>
                    <a:pt x="5146385" y="4746508"/>
                  </a:lnTo>
                  <a:lnTo>
                    <a:pt x="5081333" y="4739174"/>
                  </a:lnTo>
                  <a:lnTo>
                    <a:pt x="5002128" y="4729221"/>
                  </a:lnTo>
                  <a:lnTo>
                    <a:pt x="4911947" y="4716508"/>
                  </a:lnTo>
                  <a:lnTo>
                    <a:pt x="4814654" y="4701004"/>
                  </a:lnTo>
                  <a:lnTo>
                    <a:pt x="4714170" y="4682749"/>
                  </a:lnTo>
                  <a:lnTo>
                    <a:pt x="4613969" y="4661804"/>
                  </a:lnTo>
                  <a:lnTo>
                    <a:pt x="4516788" y="4638204"/>
                  </a:lnTo>
                  <a:lnTo>
                    <a:pt x="4424525" y="4611922"/>
                  </a:lnTo>
                  <a:lnTo>
                    <a:pt x="4338298" y="4582848"/>
                  </a:lnTo>
                  <a:lnTo>
                    <a:pt x="4258575" y="4550779"/>
                  </a:lnTo>
                  <a:lnTo>
                    <a:pt x="4185334" y="4515413"/>
                  </a:lnTo>
                  <a:lnTo>
                    <a:pt x="4118211" y="4476357"/>
                  </a:lnTo>
                  <a:lnTo>
                    <a:pt x="4056628" y="4433134"/>
                  </a:lnTo>
                  <a:lnTo>
                    <a:pt x="3999881" y="4385212"/>
                  </a:lnTo>
                  <a:lnTo>
                    <a:pt x="3947217" y="4332033"/>
                  </a:lnTo>
                  <a:lnTo>
                    <a:pt x="3897880" y="4273078"/>
                  </a:lnTo>
                  <a:lnTo>
                    <a:pt x="3851157" y="4207973"/>
                  </a:lnTo>
                  <a:lnTo>
                    <a:pt x="3829811" y="4175039"/>
                  </a:lnTo>
                  <a:lnTo>
                    <a:pt x="3795227" y="4117356"/>
                  </a:lnTo>
                  <a:lnTo>
                    <a:pt x="3761463" y="4055777"/>
                  </a:lnTo>
                  <a:lnTo>
                    <a:pt x="3728311" y="3990225"/>
                  </a:lnTo>
                  <a:lnTo>
                    <a:pt x="3695605" y="3920671"/>
                  </a:lnTo>
                  <a:lnTo>
                    <a:pt x="3663207" y="3847147"/>
                  </a:lnTo>
                  <a:lnTo>
                    <a:pt x="3631006" y="3769749"/>
                  </a:lnTo>
                  <a:lnTo>
                    <a:pt x="3598917" y="3688638"/>
                  </a:lnTo>
                  <a:lnTo>
                    <a:pt x="3566876" y="3604047"/>
                  </a:lnTo>
                  <a:lnTo>
                    <a:pt x="3534836" y="3516277"/>
                  </a:lnTo>
                  <a:lnTo>
                    <a:pt x="3502768" y="3425697"/>
                  </a:lnTo>
                  <a:lnTo>
                    <a:pt x="3470658" y="3332742"/>
                  </a:lnTo>
                  <a:lnTo>
                    <a:pt x="3438504" y="3237897"/>
                  </a:lnTo>
                  <a:lnTo>
                    <a:pt x="3406313" y="3141698"/>
                  </a:lnTo>
                  <a:lnTo>
                    <a:pt x="3374097" y="3044711"/>
                  </a:lnTo>
                  <a:lnTo>
                    <a:pt x="3341875" y="2947523"/>
                  </a:lnTo>
                  <a:lnTo>
                    <a:pt x="3309666" y="2850726"/>
                  </a:lnTo>
                  <a:lnTo>
                    <a:pt x="3277485" y="2754903"/>
                  </a:lnTo>
                  <a:lnTo>
                    <a:pt x="3245345" y="2660610"/>
                  </a:lnTo>
                  <a:lnTo>
                    <a:pt x="3213249" y="2568368"/>
                  </a:lnTo>
                  <a:lnTo>
                    <a:pt x="3181193" y="2478649"/>
                  </a:lnTo>
                  <a:lnTo>
                    <a:pt x="3149156" y="2391865"/>
                  </a:lnTo>
                  <a:lnTo>
                    <a:pt x="3117105" y="2308364"/>
                  </a:lnTo>
                  <a:lnTo>
                    <a:pt x="3084989" y="2228426"/>
                  </a:lnTo>
                  <a:lnTo>
                    <a:pt x="3052735" y="2152260"/>
                  </a:lnTo>
                  <a:lnTo>
                    <a:pt x="3020251" y="2080007"/>
                  </a:lnTo>
                  <a:lnTo>
                    <a:pt x="2987418" y="2011740"/>
                  </a:lnTo>
                  <a:lnTo>
                    <a:pt x="2954089" y="1947472"/>
                  </a:lnTo>
                  <a:lnTo>
                    <a:pt x="2920085" y="1887159"/>
                  </a:lnTo>
                  <a:lnTo>
                    <a:pt x="2896531" y="1848459"/>
                  </a:lnTo>
                  <a:lnTo>
                    <a:pt x="2850820" y="1780396"/>
                  </a:lnTo>
                  <a:lnTo>
                    <a:pt x="2802802" y="1718569"/>
                  </a:lnTo>
                  <a:lnTo>
                    <a:pt x="2751802" y="1662720"/>
                  </a:lnTo>
                  <a:lnTo>
                    <a:pt x="2697079" y="1612383"/>
                  </a:lnTo>
                  <a:lnTo>
                    <a:pt x="2637873" y="1567010"/>
                  </a:lnTo>
                  <a:lnTo>
                    <a:pt x="2573449" y="1526049"/>
                  </a:lnTo>
                  <a:lnTo>
                    <a:pt x="2503159" y="1488994"/>
                  </a:lnTo>
                  <a:lnTo>
                    <a:pt x="2426525" y="1455411"/>
                  </a:lnTo>
                  <a:lnTo>
                    <a:pt x="2343346" y="1424954"/>
                  </a:lnTo>
                  <a:lnTo>
                    <a:pt x="2253839" y="1397372"/>
                  </a:lnTo>
                  <a:lnTo>
                    <a:pt x="2158794" y="1372513"/>
                  </a:lnTo>
                  <a:lnTo>
                    <a:pt x="2059730" y="1350312"/>
                  </a:lnTo>
                  <a:lnTo>
                    <a:pt x="1958987" y="1330780"/>
                  </a:lnTo>
                  <a:lnTo>
                    <a:pt x="1859716" y="1313969"/>
                  </a:lnTo>
                  <a:lnTo>
                    <a:pt x="1765677" y="1299935"/>
                  </a:lnTo>
                  <a:lnTo>
                    <a:pt x="1680833" y="1288688"/>
                  </a:lnTo>
                  <a:lnTo>
                    <a:pt x="1608769" y="1280143"/>
                  </a:lnTo>
                  <a:lnTo>
                    <a:pt x="1552043" y="1274091"/>
                  </a:lnTo>
                  <a:lnTo>
                    <a:pt x="1511661" y="1270196"/>
                  </a:lnTo>
                  <a:lnTo>
                    <a:pt x="1486800" y="1268020"/>
                  </a:lnTo>
                  <a:lnTo>
                    <a:pt x="1474826" y="1267065"/>
                  </a:lnTo>
                  <a:lnTo>
                    <a:pt x="1471507" y="1266822"/>
                  </a:lnTo>
                  <a:lnTo>
                    <a:pt x="1471387" y="1266814"/>
                  </a:lnTo>
                  <a:lnTo>
                    <a:pt x="0" y="126681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76" name="pg476"/>
            <p:cNvSpPr/>
            <p:nvPr/>
          </p:nvSpPr>
          <p:spPr>
            <a:xfrm>
              <a:off x="4799595" y="6132163"/>
              <a:ext cx="11981298" cy="3547081"/>
            </a:xfrm>
            <a:custGeom>
              <a:avLst/>
              <a:pathLst>
                <a:path w="11981298" h="3547081">
                  <a:moveTo>
                    <a:pt x="0" y="16345"/>
                  </a:moveTo>
                  <a:lnTo>
                    <a:pt x="1471387" y="16345"/>
                  </a:lnTo>
                  <a:lnTo>
                    <a:pt x="1472489" y="16424"/>
                  </a:lnTo>
                  <a:lnTo>
                    <a:pt x="1479741" y="16985"/>
                  </a:lnTo>
                  <a:lnTo>
                    <a:pt x="1498039" y="18534"/>
                  </a:lnTo>
                  <a:lnTo>
                    <a:pt x="1530799" y="21586"/>
                  </a:lnTo>
                  <a:lnTo>
                    <a:pt x="1579717" y="26615"/>
                  </a:lnTo>
                  <a:lnTo>
                    <a:pt x="1644644" y="34017"/>
                  </a:lnTo>
                  <a:lnTo>
                    <a:pt x="1723713" y="44063"/>
                  </a:lnTo>
                  <a:lnTo>
                    <a:pt x="1813761" y="56897"/>
                  </a:lnTo>
                  <a:lnTo>
                    <a:pt x="1910936" y="72549"/>
                  </a:lnTo>
                  <a:lnTo>
                    <a:pt x="2011326" y="90980"/>
                  </a:lnTo>
                  <a:lnTo>
                    <a:pt x="2111458" y="112129"/>
                  </a:lnTo>
                  <a:lnTo>
                    <a:pt x="2208598" y="135960"/>
                  </a:lnTo>
                  <a:lnTo>
                    <a:pt x="2300842" y="162498"/>
                  </a:lnTo>
                  <a:lnTo>
                    <a:pt x="2387069" y="191855"/>
                  </a:lnTo>
                  <a:lnTo>
                    <a:pt x="2466804" y="224233"/>
                  </a:lnTo>
                  <a:lnTo>
                    <a:pt x="2540067" y="259938"/>
                  </a:lnTo>
                  <a:lnTo>
                    <a:pt x="2607214" y="299364"/>
                  </a:lnTo>
                  <a:lnTo>
                    <a:pt x="2668822" y="342990"/>
                  </a:lnTo>
                  <a:lnTo>
                    <a:pt x="2725590" y="391354"/>
                  </a:lnTo>
                  <a:lnTo>
                    <a:pt x="2778271" y="445020"/>
                  </a:lnTo>
                  <a:lnTo>
                    <a:pt x="2827618" y="504510"/>
                  </a:lnTo>
                  <a:lnTo>
                    <a:pt x="2874342" y="570209"/>
                  </a:lnTo>
                  <a:lnTo>
                    <a:pt x="2896531" y="604801"/>
                  </a:lnTo>
                  <a:lnTo>
                    <a:pt x="2930944" y="662859"/>
                  </a:lnTo>
                  <a:lnTo>
                    <a:pt x="2964545" y="724816"/>
                  </a:lnTo>
                  <a:lnTo>
                    <a:pt x="2997536" y="790754"/>
                  </a:lnTo>
                  <a:lnTo>
                    <a:pt x="3030085" y="860699"/>
                  </a:lnTo>
                  <a:lnTo>
                    <a:pt x="3062327" y="934622"/>
                  </a:lnTo>
                  <a:lnTo>
                    <a:pt x="3094370" y="1012428"/>
                  </a:lnTo>
                  <a:lnTo>
                    <a:pt x="3126301" y="1093960"/>
                  </a:lnTo>
                  <a:lnTo>
                    <a:pt x="3158183" y="1178986"/>
                  </a:lnTo>
                  <a:lnTo>
                    <a:pt x="3190062" y="1267210"/>
                  </a:lnTo>
                  <a:lnTo>
                    <a:pt x="3221967" y="1358266"/>
                  </a:lnTo>
                  <a:lnTo>
                    <a:pt x="3253913" y="1451725"/>
                  </a:lnTo>
                  <a:lnTo>
                    <a:pt x="3285904" y="1547104"/>
                  </a:lnTo>
                  <a:lnTo>
                    <a:pt x="3317932" y="1643874"/>
                  </a:lnTo>
                  <a:lnTo>
                    <a:pt x="3349985" y="1741470"/>
                  </a:lnTo>
                  <a:lnTo>
                    <a:pt x="3382046" y="1839309"/>
                  </a:lnTo>
                  <a:lnTo>
                    <a:pt x="3414096" y="1936801"/>
                  </a:lnTo>
                  <a:lnTo>
                    <a:pt x="3446118" y="2033364"/>
                  </a:lnTo>
                  <a:lnTo>
                    <a:pt x="3478101" y="2128440"/>
                  </a:lnTo>
                  <a:lnTo>
                    <a:pt x="3510040" y="2221506"/>
                  </a:lnTo>
                  <a:lnTo>
                    <a:pt x="3541939" y="2312089"/>
                  </a:lnTo>
                  <a:lnTo>
                    <a:pt x="3573816" y="2399771"/>
                  </a:lnTo>
                  <a:lnTo>
                    <a:pt x="3605702" y="2484197"/>
                  </a:lnTo>
                  <a:lnTo>
                    <a:pt x="3637648" y="2565082"/>
                  </a:lnTo>
                  <a:lnTo>
                    <a:pt x="3669720" y="2642209"/>
                  </a:lnTo>
                  <a:lnTo>
                    <a:pt x="3702007" y="2715431"/>
                  </a:lnTo>
                  <a:lnTo>
                    <a:pt x="3734624" y="2784666"/>
                  </a:lnTo>
                  <a:lnTo>
                    <a:pt x="3767710" y="2849893"/>
                  </a:lnTo>
                  <a:lnTo>
                    <a:pt x="3801439" y="2911152"/>
                  </a:lnTo>
                  <a:lnTo>
                    <a:pt x="3829811" y="2958625"/>
                  </a:lnTo>
                  <a:lnTo>
                    <a:pt x="3875483" y="3027430"/>
                  </a:lnTo>
                  <a:lnTo>
                    <a:pt x="3923457" y="3089936"/>
                  </a:lnTo>
                  <a:lnTo>
                    <a:pt x="3974407" y="3146404"/>
                  </a:lnTo>
                  <a:lnTo>
                    <a:pt x="4029072" y="3197303"/>
                  </a:lnTo>
                  <a:lnTo>
                    <a:pt x="4088210" y="3243187"/>
                  </a:lnTo>
                  <a:lnTo>
                    <a:pt x="4152555" y="3284612"/>
                  </a:lnTo>
                  <a:lnTo>
                    <a:pt x="4222752" y="3322090"/>
                  </a:lnTo>
                  <a:lnTo>
                    <a:pt x="4299281" y="3356059"/>
                  </a:lnTo>
                  <a:lnTo>
                    <a:pt x="4382344" y="3386868"/>
                  </a:lnTo>
                  <a:lnTo>
                    <a:pt x="4471728" y="3414771"/>
                  </a:lnTo>
                  <a:lnTo>
                    <a:pt x="4566649" y="3439924"/>
                  </a:lnTo>
                  <a:lnTo>
                    <a:pt x="4665601" y="3462392"/>
                  </a:lnTo>
                  <a:lnTo>
                    <a:pt x="4766257" y="3482165"/>
                  </a:lnTo>
                  <a:lnTo>
                    <a:pt x="4865483" y="3499191"/>
                  </a:lnTo>
                  <a:lnTo>
                    <a:pt x="4959531" y="3513411"/>
                  </a:lnTo>
                  <a:lnTo>
                    <a:pt x="5044447" y="3524816"/>
                  </a:lnTo>
                  <a:lnTo>
                    <a:pt x="5116648" y="3533491"/>
                  </a:lnTo>
                  <a:lnTo>
                    <a:pt x="5173564" y="3539644"/>
                  </a:lnTo>
                  <a:lnTo>
                    <a:pt x="5214164" y="3543612"/>
                  </a:lnTo>
                  <a:lnTo>
                    <a:pt x="5239241" y="3545836"/>
                  </a:lnTo>
                  <a:lnTo>
                    <a:pt x="5251395" y="3546818"/>
                  </a:lnTo>
                  <a:lnTo>
                    <a:pt x="5254821" y="3547072"/>
                  </a:lnTo>
                  <a:lnTo>
                    <a:pt x="5254955" y="3547081"/>
                  </a:lnTo>
                  <a:lnTo>
                    <a:pt x="6726343" y="3547081"/>
                  </a:lnTo>
                  <a:lnTo>
                    <a:pt x="6727552" y="3547043"/>
                  </a:lnTo>
                  <a:lnTo>
                    <a:pt x="6735492" y="3546776"/>
                  </a:lnTo>
                  <a:lnTo>
                    <a:pt x="6755471" y="3546038"/>
                  </a:lnTo>
                  <a:lnTo>
                    <a:pt x="6791098" y="3544586"/>
                  </a:lnTo>
                  <a:lnTo>
                    <a:pt x="6844014" y="3542195"/>
                  </a:lnTo>
                  <a:lnTo>
                    <a:pt x="6913765" y="3538688"/>
                  </a:lnTo>
                  <a:lnTo>
                    <a:pt x="6998013" y="3533944"/>
                  </a:lnTo>
                  <a:lnTo>
                    <a:pt x="7093071" y="3527909"/>
                  </a:lnTo>
                  <a:lnTo>
                    <a:pt x="7194635" y="3520576"/>
                  </a:lnTo>
                  <a:lnTo>
                    <a:pt x="7298495" y="3511971"/>
                  </a:lnTo>
                  <a:lnTo>
                    <a:pt x="7401060" y="3502120"/>
                  </a:lnTo>
                  <a:lnTo>
                    <a:pt x="7499627" y="3491033"/>
                  </a:lnTo>
                  <a:lnTo>
                    <a:pt x="7592434" y="3478682"/>
                  </a:lnTo>
                  <a:lnTo>
                    <a:pt x="7678552" y="3464998"/>
                  </a:lnTo>
                  <a:lnTo>
                    <a:pt x="7757714" y="3449864"/>
                  </a:lnTo>
                  <a:lnTo>
                    <a:pt x="7830129" y="3433114"/>
                  </a:lnTo>
                  <a:lnTo>
                    <a:pt x="7896325" y="3414539"/>
                  </a:lnTo>
                  <a:lnTo>
                    <a:pt x="7957015" y="3393895"/>
                  </a:lnTo>
                  <a:lnTo>
                    <a:pt x="8013010" y="3370917"/>
                  </a:lnTo>
                  <a:lnTo>
                    <a:pt x="8065142" y="3345344"/>
                  </a:lnTo>
                  <a:lnTo>
                    <a:pt x="8114217" y="3316962"/>
                  </a:lnTo>
                  <a:lnTo>
                    <a:pt x="8151487" y="3292356"/>
                  </a:lnTo>
                  <a:lnTo>
                    <a:pt x="8197866" y="3257933"/>
                  </a:lnTo>
                  <a:lnTo>
                    <a:pt x="8242892" y="3220392"/>
                  </a:lnTo>
                  <a:lnTo>
                    <a:pt x="8287020" y="3179677"/>
                  </a:lnTo>
                  <a:lnTo>
                    <a:pt x="8330595" y="3135814"/>
                  </a:lnTo>
                  <a:lnTo>
                    <a:pt x="8373874" y="3088919"/>
                  </a:lnTo>
                  <a:lnTo>
                    <a:pt x="8417037" y="3039208"/>
                  </a:lnTo>
                  <a:lnTo>
                    <a:pt x="8460201" y="2986997"/>
                  </a:lnTo>
                  <a:lnTo>
                    <a:pt x="8503427" y="2932699"/>
                  </a:lnTo>
                  <a:lnTo>
                    <a:pt x="8546733" y="2876813"/>
                  </a:lnTo>
                  <a:lnTo>
                    <a:pt x="8590104" y="2819906"/>
                  </a:lnTo>
                  <a:lnTo>
                    <a:pt x="8633504" y="2762591"/>
                  </a:lnTo>
                  <a:lnTo>
                    <a:pt x="8676888" y="2705500"/>
                  </a:lnTo>
                  <a:lnTo>
                    <a:pt x="8720216" y="2649255"/>
                  </a:lnTo>
                  <a:lnTo>
                    <a:pt x="8763466" y="2594440"/>
                  </a:lnTo>
                  <a:lnTo>
                    <a:pt x="8806643" y="2541574"/>
                  </a:lnTo>
                  <a:lnTo>
                    <a:pt x="8849797" y="2491098"/>
                  </a:lnTo>
                  <a:lnTo>
                    <a:pt x="8893027" y="2443356"/>
                  </a:lnTo>
                  <a:lnTo>
                    <a:pt x="8936493" y="2398593"/>
                  </a:lnTo>
                  <a:lnTo>
                    <a:pt x="8980428" y="2356954"/>
                  </a:lnTo>
                  <a:lnTo>
                    <a:pt x="9025151" y="2318490"/>
                  </a:lnTo>
                  <a:lnTo>
                    <a:pt x="9071081" y="2283169"/>
                  </a:lnTo>
                  <a:lnTo>
                    <a:pt x="9084767" y="2273455"/>
                  </a:lnTo>
                  <a:lnTo>
                    <a:pt x="9131934" y="2242764"/>
                  </a:lnTo>
                  <a:lnTo>
                    <a:pt x="9181576" y="2214974"/>
                  </a:lnTo>
                  <a:lnTo>
                    <a:pt x="9234437" y="2189955"/>
                  </a:lnTo>
                  <a:lnTo>
                    <a:pt x="9291331" y="2167481"/>
                  </a:lnTo>
                  <a:lnTo>
                    <a:pt x="9353092" y="2147284"/>
                  </a:lnTo>
                  <a:lnTo>
                    <a:pt x="9420515" y="2129104"/>
                  </a:lnTo>
                  <a:lnTo>
                    <a:pt x="9494285" y="2112703"/>
                  </a:lnTo>
                  <a:lnTo>
                    <a:pt x="9574876" y="2097879"/>
                  </a:lnTo>
                  <a:lnTo>
                    <a:pt x="9662413" y="2084478"/>
                  </a:lnTo>
                  <a:lnTo>
                    <a:pt x="9756508" y="2072392"/>
                  </a:lnTo>
                  <a:lnTo>
                    <a:pt x="9856074" y="2061560"/>
                  </a:lnTo>
                  <a:lnTo>
                    <a:pt x="9959157" y="2051964"/>
                  </a:lnTo>
                  <a:lnTo>
                    <a:pt x="10062864" y="2043619"/>
                  </a:lnTo>
                  <a:lnTo>
                    <a:pt x="10163444" y="2036552"/>
                  </a:lnTo>
                  <a:lnTo>
                    <a:pt x="10256618" y="2030784"/>
                  </a:lnTo>
                  <a:lnTo>
                    <a:pt x="10338146" y="2026302"/>
                  </a:lnTo>
                  <a:lnTo>
                    <a:pt x="10404564" y="2023037"/>
                  </a:lnTo>
                  <a:lnTo>
                    <a:pt x="10453886" y="2020856"/>
                  </a:lnTo>
                  <a:lnTo>
                    <a:pt x="10486087" y="2019570"/>
                  </a:lnTo>
                  <a:lnTo>
                    <a:pt x="10503230" y="2018949"/>
                  </a:lnTo>
                  <a:lnTo>
                    <a:pt x="10509298" y="2018749"/>
                  </a:lnTo>
                  <a:lnTo>
                    <a:pt x="10509911" y="2018730"/>
                  </a:lnTo>
                  <a:lnTo>
                    <a:pt x="11981298" y="2018730"/>
                  </a:lnTo>
                  <a:lnTo>
                    <a:pt x="11981298" y="2002384"/>
                  </a:lnTo>
                  <a:lnTo>
                    <a:pt x="10509911" y="2002384"/>
                  </a:lnTo>
                  <a:lnTo>
                    <a:pt x="10508701" y="2002422"/>
                  </a:lnTo>
                  <a:lnTo>
                    <a:pt x="10500761" y="2002689"/>
                  </a:lnTo>
                  <a:lnTo>
                    <a:pt x="10480782" y="2003427"/>
                  </a:lnTo>
                  <a:lnTo>
                    <a:pt x="10445155" y="2004879"/>
                  </a:lnTo>
                  <a:lnTo>
                    <a:pt x="10392240" y="2007269"/>
                  </a:lnTo>
                  <a:lnTo>
                    <a:pt x="10322488" y="2010777"/>
                  </a:lnTo>
                  <a:lnTo>
                    <a:pt x="10238240" y="2015520"/>
                  </a:lnTo>
                  <a:lnTo>
                    <a:pt x="10143182" y="2021556"/>
                  </a:lnTo>
                  <a:lnTo>
                    <a:pt x="10041618" y="2028888"/>
                  </a:lnTo>
                  <a:lnTo>
                    <a:pt x="9937758" y="2037494"/>
                  </a:lnTo>
                  <a:lnTo>
                    <a:pt x="9835194" y="2047344"/>
                  </a:lnTo>
                  <a:lnTo>
                    <a:pt x="9736626" y="2058432"/>
                  </a:lnTo>
                  <a:lnTo>
                    <a:pt x="9643819" y="2070783"/>
                  </a:lnTo>
                  <a:lnTo>
                    <a:pt x="9557701" y="2084466"/>
                  </a:lnTo>
                  <a:lnTo>
                    <a:pt x="9478539" y="2099601"/>
                  </a:lnTo>
                  <a:lnTo>
                    <a:pt x="9406124" y="2116351"/>
                  </a:lnTo>
                  <a:lnTo>
                    <a:pt x="9339929" y="2134926"/>
                  </a:lnTo>
                  <a:lnTo>
                    <a:pt x="9279238" y="2155570"/>
                  </a:lnTo>
                  <a:lnTo>
                    <a:pt x="9223243" y="2178548"/>
                  </a:lnTo>
                  <a:lnTo>
                    <a:pt x="9171111" y="2204121"/>
                  </a:lnTo>
                  <a:lnTo>
                    <a:pt x="9122036" y="2232503"/>
                  </a:lnTo>
                  <a:lnTo>
                    <a:pt x="9084767" y="2257109"/>
                  </a:lnTo>
                  <a:lnTo>
                    <a:pt x="9038387" y="2291532"/>
                  </a:lnTo>
                  <a:lnTo>
                    <a:pt x="8993361" y="2329073"/>
                  </a:lnTo>
                  <a:lnTo>
                    <a:pt x="8949233" y="2369788"/>
                  </a:lnTo>
                  <a:lnTo>
                    <a:pt x="8905658" y="2413651"/>
                  </a:lnTo>
                  <a:lnTo>
                    <a:pt x="8862379" y="2460546"/>
                  </a:lnTo>
                  <a:lnTo>
                    <a:pt x="8819216" y="2510257"/>
                  </a:lnTo>
                  <a:lnTo>
                    <a:pt x="8776053" y="2562468"/>
                  </a:lnTo>
                  <a:lnTo>
                    <a:pt x="8732826" y="2616765"/>
                  </a:lnTo>
                  <a:lnTo>
                    <a:pt x="8689520" y="2672652"/>
                  </a:lnTo>
                  <a:lnTo>
                    <a:pt x="8646149" y="2729559"/>
                  </a:lnTo>
                  <a:lnTo>
                    <a:pt x="8602749" y="2786874"/>
                  </a:lnTo>
                  <a:lnTo>
                    <a:pt x="8559365" y="2843965"/>
                  </a:lnTo>
                  <a:lnTo>
                    <a:pt x="8516037" y="2900210"/>
                  </a:lnTo>
                  <a:lnTo>
                    <a:pt x="8472788" y="2955025"/>
                  </a:lnTo>
                  <a:lnTo>
                    <a:pt x="8429610" y="3007891"/>
                  </a:lnTo>
                  <a:lnTo>
                    <a:pt x="8386456" y="3058367"/>
                  </a:lnTo>
                  <a:lnTo>
                    <a:pt x="8343226" y="3106109"/>
                  </a:lnTo>
                  <a:lnTo>
                    <a:pt x="8299761" y="3150872"/>
                  </a:lnTo>
                  <a:lnTo>
                    <a:pt x="8255826" y="3192511"/>
                  </a:lnTo>
                  <a:lnTo>
                    <a:pt x="8211103" y="3230974"/>
                  </a:lnTo>
                  <a:lnTo>
                    <a:pt x="8165172" y="3266296"/>
                  </a:lnTo>
                  <a:lnTo>
                    <a:pt x="8151487" y="3276010"/>
                  </a:lnTo>
                  <a:lnTo>
                    <a:pt x="8104319" y="3306701"/>
                  </a:lnTo>
                  <a:lnTo>
                    <a:pt x="8054677" y="3334491"/>
                  </a:lnTo>
                  <a:lnTo>
                    <a:pt x="8001816" y="3359509"/>
                  </a:lnTo>
                  <a:lnTo>
                    <a:pt x="7944922" y="3381984"/>
                  </a:lnTo>
                  <a:lnTo>
                    <a:pt x="7883162" y="3402180"/>
                  </a:lnTo>
                  <a:lnTo>
                    <a:pt x="7815738" y="3420361"/>
                  </a:lnTo>
                  <a:lnTo>
                    <a:pt x="7741968" y="3436762"/>
                  </a:lnTo>
                  <a:lnTo>
                    <a:pt x="7661377" y="3451586"/>
                  </a:lnTo>
                  <a:lnTo>
                    <a:pt x="7573840" y="3464987"/>
                  </a:lnTo>
                  <a:lnTo>
                    <a:pt x="7479745" y="3477073"/>
                  </a:lnTo>
                  <a:lnTo>
                    <a:pt x="7380180" y="3487905"/>
                  </a:lnTo>
                  <a:lnTo>
                    <a:pt x="7277096" y="3497501"/>
                  </a:lnTo>
                  <a:lnTo>
                    <a:pt x="7173390" y="3505846"/>
                  </a:lnTo>
                  <a:lnTo>
                    <a:pt x="7072809" y="3512913"/>
                  </a:lnTo>
                  <a:lnTo>
                    <a:pt x="6979636" y="3518681"/>
                  </a:lnTo>
                  <a:lnTo>
                    <a:pt x="6898107" y="3523163"/>
                  </a:lnTo>
                  <a:lnTo>
                    <a:pt x="6831689" y="3526428"/>
                  </a:lnTo>
                  <a:lnTo>
                    <a:pt x="6782367" y="3528609"/>
                  </a:lnTo>
                  <a:lnTo>
                    <a:pt x="6750166" y="3529895"/>
                  </a:lnTo>
                  <a:lnTo>
                    <a:pt x="6733023" y="3530516"/>
                  </a:lnTo>
                  <a:lnTo>
                    <a:pt x="6726955" y="3530716"/>
                  </a:lnTo>
                  <a:lnTo>
                    <a:pt x="6726343" y="3530735"/>
                  </a:lnTo>
                  <a:lnTo>
                    <a:pt x="5254955" y="3530735"/>
                  </a:lnTo>
                  <a:lnTo>
                    <a:pt x="5253853" y="3530656"/>
                  </a:lnTo>
                  <a:lnTo>
                    <a:pt x="5246601" y="3530095"/>
                  </a:lnTo>
                  <a:lnTo>
                    <a:pt x="5228303" y="3528546"/>
                  </a:lnTo>
                  <a:lnTo>
                    <a:pt x="5195543" y="3525495"/>
                  </a:lnTo>
                  <a:lnTo>
                    <a:pt x="5146625" y="3520465"/>
                  </a:lnTo>
                  <a:lnTo>
                    <a:pt x="5081698" y="3513064"/>
                  </a:lnTo>
                  <a:lnTo>
                    <a:pt x="5002629" y="3503017"/>
                  </a:lnTo>
                  <a:lnTo>
                    <a:pt x="4912581" y="3490184"/>
                  </a:lnTo>
                  <a:lnTo>
                    <a:pt x="4815406" y="3474531"/>
                  </a:lnTo>
                  <a:lnTo>
                    <a:pt x="4715016" y="3456100"/>
                  </a:lnTo>
                  <a:lnTo>
                    <a:pt x="4614884" y="3434951"/>
                  </a:lnTo>
                  <a:lnTo>
                    <a:pt x="4517744" y="3411120"/>
                  </a:lnTo>
                  <a:lnTo>
                    <a:pt x="4425500" y="3384582"/>
                  </a:lnTo>
                  <a:lnTo>
                    <a:pt x="4339274" y="3355226"/>
                  </a:lnTo>
                  <a:lnTo>
                    <a:pt x="4259538" y="3322847"/>
                  </a:lnTo>
                  <a:lnTo>
                    <a:pt x="4186275" y="3287143"/>
                  </a:lnTo>
                  <a:lnTo>
                    <a:pt x="4119128" y="3247716"/>
                  </a:lnTo>
                  <a:lnTo>
                    <a:pt x="4057520" y="3204090"/>
                  </a:lnTo>
                  <a:lnTo>
                    <a:pt x="4000752" y="3155726"/>
                  </a:lnTo>
                  <a:lnTo>
                    <a:pt x="3948071" y="3102061"/>
                  </a:lnTo>
                  <a:lnTo>
                    <a:pt x="3898724" y="3042570"/>
                  </a:lnTo>
                  <a:lnTo>
                    <a:pt x="3852000" y="2976871"/>
                  </a:lnTo>
                  <a:lnTo>
                    <a:pt x="3829811" y="2942279"/>
                  </a:lnTo>
                  <a:lnTo>
                    <a:pt x="3795398" y="2884222"/>
                  </a:lnTo>
                  <a:lnTo>
                    <a:pt x="3761798" y="2822264"/>
                  </a:lnTo>
                  <a:lnTo>
                    <a:pt x="3728806" y="2756327"/>
                  </a:lnTo>
                  <a:lnTo>
                    <a:pt x="3696257" y="2686381"/>
                  </a:lnTo>
                  <a:lnTo>
                    <a:pt x="3664015" y="2612459"/>
                  </a:lnTo>
                  <a:lnTo>
                    <a:pt x="3631972" y="2534652"/>
                  </a:lnTo>
                  <a:lnTo>
                    <a:pt x="3600041" y="2453121"/>
                  </a:lnTo>
                  <a:lnTo>
                    <a:pt x="3568160" y="2368094"/>
                  </a:lnTo>
                  <a:lnTo>
                    <a:pt x="3536281" y="2279870"/>
                  </a:lnTo>
                  <a:lnTo>
                    <a:pt x="3504375" y="2188814"/>
                  </a:lnTo>
                  <a:lnTo>
                    <a:pt x="3472429" y="2095355"/>
                  </a:lnTo>
                  <a:lnTo>
                    <a:pt x="3440438" y="1999976"/>
                  </a:lnTo>
                  <a:lnTo>
                    <a:pt x="3408410" y="1903206"/>
                  </a:lnTo>
                  <a:lnTo>
                    <a:pt x="3376357" y="1805610"/>
                  </a:lnTo>
                  <a:lnTo>
                    <a:pt x="3344296" y="1707771"/>
                  </a:lnTo>
                  <a:lnTo>
                    <a:pt x="3312246" y="1610279"/>
                  </a:lnTo>
                  <a:lnTo>
                    <a:pt x="3280224" y="1513716"/>
                  </a:lnTo>
                  <a:lnTo>
                    <a:pt x="3248241" y="1418640"/>
                  </a:lnTo>
                  <a:lnTo>
                    <a:pt x="3216302" y="1325574"/>
                  </a:lnTo>
                  <a:lnTo>
                    <a:pt x="3184403" y="1234991"/>
                  </a:lnTo>
                  <a:lnTo>
                    <a:pt x="3152526" y="1147310"/>
                  </a:lnTo>
                  <a:lnTo>
                    <a:pt x="3120640" y="1062883"/>
                  </a:lnTo>
                  <a:lnTo>
                    <a:pt x="3088694" y="981998"/>
                  </a:lnTo>
                  <a:lnTo>
                    <a:pt x="3056623" y="904871"/>
                  </a:lnTo>
                  <a:lnTo>
                    <a:pt x="3024335" y="831649"/>
                  </a:lnTo>
                  <a:lnTo>
                    <a:pt x="2991719" y="762415"/>
                  </a:lnTo>
                  <a:lnTo>
                    <a:pt x="2958632" y="697187"/>
                  </a:lnTo>
                  <a:lnTo>
                    <a:pt x="2924903" y="635929"/>
                  </a:lnTo>
                  <a:lnTo>
                    <a:pt x="2896531" y="588455"/>
                  </a:lnTo>
                  <a:lnTo>
                    <a:pt x="2850859" y="519651"/>
                  </a:lnTo>
                  <a:lnTo>
                    <a:pt x="2802885" y="457144"/>
                  </a:lnTo>
                  <a:lnTo>
                    <a:pt x="2751935" y="400676"/>
                  </a:lnTo>
                  <a:lnTo>
                    <a:pt x="2697270" y="349777"/>
                  </a:lnTo>
                  <a:lnTo>
                    <a:pt x="2638132" y="303893"/>
                  </a:lnTo>
                  <a:lnTo>
                    <a:pt x="2573787" y="262468"/>
                  </a:lnTo>
                  <a:lnTo>
                    <a:pt x="2503590" y="224990"/>
                  </a:lnTo>
                  <a:lnTo>
                    <a:pt x="2427061" y="191021"/>
                  </a:lnTo>
                  <a:lnTo>
                    <a:pt x="2343998" y="160212"/>
                  </a:lnTo>
                  <a:lnTo>
                    <a:pt x="2254614" y="132309"/>
                  </a:lnTo>
                  <a:lnTo>
                    <a:pt x="2159693" y="107156"/>
                  </a:lnTo>
                  <a:lnTo>
                    <a:pt x="2060741" y="84688"/>
                  </a:lnTo>
                  <a:lnTo>
                    <a:pt x="1960085" y="64915"/>
                  </a:lnTo>
                  <a:lnTo>
                    <a:pt x="1860860" y="47890"/>
                  </a:lnTo>
                  <a:lnTo>
                    <a:pt x="1766811" y="33669"/>
                  </a:lnTo>
                  <a:lnTo>
                    <a:pt x="1681895" y="22264"/>
                  </a:lnTo>
                  <a:lnTo>
                    <a:pt x="1609694" y="13589"/>
                  </a:lnTo>
                  <a:lnTo>
                    <a:pt x="1552778" y="7436"/>
                  </a:lnTo>
                  <a:lnTo>
                    <a:pt x="1512178" y="3469"/>
                  </a:lnTo>
                  <a:lnTo>
                    <a:pt x="1487101" y="1244"/>
                  </a:lnTo>
                  <a:lnTo>
                    <a:pt x="1474947" y="262"/>
                  </a:lnTo>
                  <a:lnTo>
                    <a:pt x="1471521" y="9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477" name="pl477"/>
            <p:cNvSpPr/>
            <p:nvPr/>
          </p:nvSpPr>
          <p:spPr>
            <a:xfrm>
              <a:off x="4799595" y="6148509"/>
              <a:ext cx="11981298" cy="3530735"/>
            </a:xfrm>
            <a:custGeom>
              <a:avLst/>
              <a:pathLst>
                <a:path w="11981298" h="3530735">
                  <a:moveTo>
                    <a:pt x="0" y="0"/>
                  </a:moveTo>
                  <a:lnTo>
                    <a:pt x="1471387" y="0"/>
                  </a:lnTo>
                  <a:lnTo>
                    <a:pt x="1472489" y="78"/>
                  </a:lnTo>
                  <a:lnTo>
                    <a:pt x="1479741" y="639"/>
                  </a:lnTo>
                  <a:lnTo>
                    <a:pt x="1498039" y="2188"/>
                  </a:lnTo>
                  <a:lnTo>
                    <a:pt x="1530799" y="5240"/>
                  </a:lnTo>
                  <a:lnTo>
                    <a:pt x="1579717" y="10269"/>
                  </a:lnTo>
                  <a:lnTo>
                    <a:pt x="1644644" y="17671"/>
                  </a:lnTo>
                  <a:lnTo>
                    <a:pt x="1723713" y="27717"/>
                  </a:lnTo>
                  <a:lnTo>
                    <a:pt x="1813761" y="40551"/>
                  </a:lnTo>
                  <a:lnTo>
                    <a:pt x="1910936" y="56203"/>
                  </a:lnTo>
                  <a:lnTo>
                    <a:pt x="2011326" y="74634"/>
                  </a:lnTo>
                  <a:lnTo>
                    <a:pt x="2111458" y="95783"/>
                  </a:lnTo>
                  <a:lnTo>
                    <a:pt x="2208598" y="119614"/>
                  </a:lnTo>
                  <a:lnTo>
                    <a:pt x="2300842" y="146152"/>
                  </a:lnTo>
                  <a:lnTo>
                    <a:pt x="2387069" y="175509"/>
                  </a:lnTo>
                  <a:lnTo>
                    <a:pt x="2466804" y="207887"/>
                  </a:lnTo>
                  <a:lnTo>
                    <a:pt x="2540067" y="243592"/>
                  </a:lnTo>
                  <a:lnTo>
                    <a:pt x="2607214" y="283018"/>
                  </a:lnTo>
                  <a:lnTo>
                    <a:pt x="2668822" y="326644"/>
                  </a:lnTo>
                  <a:lnTo>
                    <a:pt x="2725590" y="375008"/>
                  </a:lnTo>
                  <a:lnTo>
                    <a:pt x="2778271" y="428674"/>
                  </a:lnTo>
                  <a:lnTo>
                    <a:pt x="2827618" y="488164"/>
                  </a:lnTo>
                  <a:lnTo>
                    <a:pt x="2874342" y="553863"/>
                  </a:lnTo>
                  <a:lnTo>
                    <a:pt x="2896531" y="588455"/>
                  </a:lnTo>
                  <a:lnTo>
                    <a:pt x="2930944" y="646513"/>
                  </a:lnTo>
                  <a:lnTo>
                    <a:pt x="2964545" y="708470"/>
                  </a:lnTo>
                  <a:lnTo>
                    <a:pt x="2997536" y="774408"/>
                  </a:lnTo>
                  <a:lnTo>
                    <a:pt x="3030085" y="844353"/>
                  </a:lnTo>
                  <a:lnTo>
                    <a:pt x="3062327" y="918276"/>
                  </a:lnTo>
                  <a:lnTo>
                    <a:pt x="3094370" y="996082"/>
                  </a:lnTo>
                  <a:lnTo>
                    <a:pt x="3126301" y="1077614"/>
                  </a:lnTo>
                  <a:lnTo>
                    <a:pt x="3158183" y="1162640"/>
                  </a:lnTo>
                  <a:lnTo>
                    <a:pt x="3190062" y="1250864"/>
                  </a:lnTo>
                  <a:lnTo>
                    <a:pt x="3221967" y="1341920"/>
                  </a:lnTo>
                  <a:lnTo>
                    <a:pt x="3253913" y="1435379"/>
                  </a:lnTo>
                  <a:lnTo>
                    <a:pt x="3285904" y="1530758"/>
                  </a:lnTo>
                  <a:lnTo>
                    <a:pt x="3317932" y="1627528"/>
                  </a:lnTo>
                  <a:lnTo>
                    <a:pt x="3349985" y="1725124"/>
                  </a:lnTo>
                  <a:lnTo>
                    <a:pt x="3382046" y="1822963"/>
                  </a:lnTo>
                  <a:lnTo>
                    <a:pt x="3414096" y="1920455"/>
                  </a:lnTo>
                  <a:lnTo>
                    <a:pt x="3446118" y="2017018"/>
                  </a:lnTo>
                  <a:lnTo>
                    <a:pt x="3478101" y="2112094"/>
                  </a:lnTo>
                  <a:lnTo>
                    <a:pt x="3510040" y="2205161"/>
                  </a:lnTo>
                  <a:lnTo>
                    <a:pt x="3541939" y="2295743"/>
                  </a:lnTo>
                  <a:lnTo>
                    <a:pt x="3573816" y="2383425"/>
                  </a:lnTo>
                  <a:lnTo>
                    <a:pt x="3605702" y="2467851"/>
                  </a:lnTo>
                  <a:lnTo>
                    <a:pt x="3637648" y="2548736"/>
                  </a:lnTo>
                  <a:lnTo>
                    <a:pt x="3669720" y="2625863"/>
                  </a:lnTo>
                  <a:lnTo>
                    <a:pt x="3702007" y="2699085"/>
                  </a:lnTo>
                  <a:lnTo>
                    <a:pt x="3734624" y="2768320"/>
                  </a:lnTo>
                  <a:lnTo>
                    <a:pt x="3767710" y="2833547"/>
                  </a:lnTo>
                  <a:lnTo>
                    <a:pt x="3801439" y="2894806"/>
                  </a:lnTo>
                  <a:lnTo>
                    <a:pt x="3829811" y="2942279"/>
                  </a:lnTo>
                  <a:lnTo>
                    <a:pt x="3875483" y="3011084"/>
                  </a:lnTo>
                  <a:lnTo>
                    <a:pt x="3923457" y="3073590"/>
                  </a:lnTo>
                  <a:lnTo>
                    <a:pt x="3974407" y="3130058"/>
                  </a:lnTo>
                  <a:lnTo>
                    <a:pt x="4029072" y="3180957"/>
                  </a:lnTo>
                  <a:lnTo>
                    <a:pt x="4088210" y="3226841"/>
                  </a:lnTo>
                  <a:lnTo>
                    <a:pt x="4152555" y="3268266"/>
                  </a:lnTo>
                  <a:lnTo>
                    <a:pt x="4222752" y="3305744"/>
                  </a:lnTo>
                  <a:lnTo>
                    <a:pt x="4299281" y="3339713"/>
                  </a:lnTo>
                  <a:lnTo>
                    <a:pt x="4382344" y="3370522"/>
                  </a:lnTo>
                  <a:lnTo>
                    <a:pt x="4471728" y="3398425"/>
                  </a:lnTo>
                  <a:lnTo>
                    <a:pt x="4566649" y="3423578"/>
                  </a:lnTo>
                  <a:lnTo>
                    <a:pt x="4665601" y="3446046"/>
                  </a:lnTo>
                  <a:lnTo>
                    <a:pt x="4766257" y="3465819"/>
                  </a:lnTo>
                  <a:lnTo>
                    <a:pt x="4865483" y="3482845"/>
                  </a:lnTo>
                  <a:lnTo>
                    <a:pt x="4959531" y="3497065"/>
                  </a:lnTo>
                  <a:lnTo>
                    <a:pt x="5044447" y="3508470"/>
                  </a:lnTo>
                  <a:lnTo>
                    <a:pt x="5116648" y="3517145"/>
                  </a:lnTo>
                  <a:lnTo>
                    <a:pt x="5173564" y="3523298"/>
                  </a:lnTo>
                  <a:lnTo>
                    <a:pt x="5214164" y="3527266"/>
                  </a:lnTo>
                  <a:lnTo>
                    <a:pt x="5239241" y="3529490"/>
                  </a:lnTo>
                  <a:lnTo>
                    <a:pt x="5251395" y="3530472"/>
                  </a:lnTo>
                  <a:lnTo>
                    <a:pt x="5254821" y="3530726"/>
                  </a:lnTo>
                  <a:lnTo>
                    <a:pt x="5254955" y="3530735"/>
                  </a:lnTo>
                  <a:lnTo>
                    <a:pt x="6726343" y="3530735"/>
                  </a:lnTo>
                  <a:lnTo>
                    <a:pt x="6727552" y="3530697"/>
                  </a:lnTo>
                  <a:lnTo>
                    <a:pt x="6735492" y="3530430"/>
                  </a:lnTo>
                  <a:lnTo>
                    <a:pt x="6755471" y="3529692"/>
                  </a:lnTo>
                  <a:lnTo>
                    <a:pt x="6791098" y="3528240"/>
                  </a:lnTo>
                  <a:lnTo>
                    <a:pt x="6844014" y="3525849"/>
                  </a:lnTo>
                  <a:lnTo>
                    <a:pt x="6913765" y="3522342"/>
                  </a:lnTo>
                  <a:lnTo>
                    <a:pt x="6998013" y="3517598"/>
                  </a:lnTo>
                  <a:lnTo>
                    <a:pt x="7093071" y="3511563"/>
                  </a:lnTo>
                  <a:lnTo>
                    <a:pt x="7194635" y="3504230"/>
                  </a:lnTo>
                  <a:lnTo>
                    <a:pt x="7298495" y="3495625"/>
                  </a:lnTo>
                  <a:lnTo>
                    <a:pt x="7401060" y="3485774"/>
                  </a:lnTo>
                  <a:lnTo>
                    <a:pt x="7499627" y="3474687"/>
                  </a:lnTo>
                  <a:lnTo>
                    <a:pt x="7592434" y="3462336"/>
                  </a:lnTo>
                  <a:lnTo>
                    <a:pt x="7678552" y="3448652"/>
                  </a:lnTo>
                  <a:lnTo>
                    <a:pt x="7757714" y="3433518"/>
                  </a:lnTo>
                  <a:lnTo>
                    <a:pt x="7830129" y="3416768"/>
                  </a:lnTo>
                  <a:lnTo>
                    <a:pt x="7896325" y="3398193"/>
                  </a:lnTo>
                  <a:lnTo>
                    <a:pt x="7957015" y="3377549"/>
                  </a:lnTo>
                  <a:lnTo>
                    <a:pt x="8013010" y="3354571"/>
                  </a:lnTo>
                  <a:lnTo>
                    <a:pt x="8065142" y="3328998"/>
                  </a:lnTo>
                  <a:lnTo>
                    <a:pt x="8114217" y="3300616"/>
                  </a:lnTo>
                  <a:lnTo>
                    <a:pt x="8151487" y="3276010"/>
                  </a:lnTo>
                  <a:lnTo>
                    <a:pt x="8197866" y="3241587"/>
                  </a:lnTo>
                  <a:lnTo>
                    <a:pt x="8242892" y="3204046"/>
                  </a:lnTo>
                  <a:lnTo>
                    <a:pt x="8287020" y="3163331"/>
                  </a:lnTo>
                  <a:lnTo>
                    <a:pt x="8330595" y="3119468"/>
                  </a:lnTo>
                  <a:lnTo>
                    <a:pt x="8373874" y="3072573"/>
                  </a:lnTo>
                  <a:lnTo>
                    <a:pt x="8417037" y="3022862"/>
                  </a:lnTo>
                  <a:lnTo>
                    <a:pt x="8460201" y="2970651"/>
                  </a:lnTo>
                  <a:lnTo>
                    <a:pt x="8503427" y="2916353"/>
                  </a:lnTo>
                  <a:lnTo>
                    <a:pt x="8546733" y="2860467"/>
                  </a:lnTo>
                  <a:lnTo>
                    <a:pt x="8590104" y="2803560"/>
                  </a:lnTo>
                  <a:lnTo>
                    <a:pt x="8633504" y="2746245"/>
                  </a:lnTo>
                  <a:lnTo>
                    <a:pt x="8676888" y="2689154"/>
                  </a:lnTo>
                  <a:lnTo>
                    <a:pt x="8720216" y="2632909"/>
                  </a:lnTo>
                  <a:lnTo>
                    <a:pt x="8763466" y="2578094"/>
                  </a:lnTo>
                  <a:lnTo>
                    <a:pt x="8806643" y="2525228"/>
                  </a:lnTo>
                  <a:lnTo>
                    <a:pt x="8849797" y="2474752"/>
                  </a:lnTo>
                  <a:lnTo>
                    <a:pt x="8893027" y="2427010"/>
                  </a:lnTo>
                  <a:lnTo>
                    <a:pt x="8936493" y="2382247"/>
                  </a:lnTo>
                  <a:lnTo>
                    <a:pt x="8980428" y="2340608"/>
                  </a:lnTo>
                  <a:lnTo>
                    <a:pt x="9025151" y="2302144"/>
                  </a:lnTo>
                  <a:lnTo>
                    <a:pt x="9071081" y="2266823"/>
                  </a:lnTo>
                  <a:lnTo>
                    <a:pt x="9084767" y="2257109"/>
                  </a:lnTo>
                  <a:lnTo>
                    <a:pt x="9131934" y="2226418"/>
                  </a:lnTo>
                  <a:lnTo>
                    <a:pt x="9181576" y="2198628"/>
                  </a:lnTo>
                  <a:lnTo>
                    <a:pt x="9234437" y="2173609"/>
                  </a:lnTo>
                  <a:lnTo>
                    <a:pt x="9291331" y="2151135"/>
                  </a:lnTo>
                  <a:lnTo>
                    <a:pt x="9353092" y="2130938"/>
                  </a:lnTo>
                  <a:lnTo>
                    <a:pt x="9420515" y="2112758"/>
                  </a:lnTo>
                  <a:lnTo>
                    <a:pt x="9494285" y="2096357"/>
                  </a:lnTo>
                  <a:lnTo>
                    <a:pt x="9574876" y="2081533"/>
                  </a:lnTo>
                  <a:lnTo>
                    <a:pt x="9662413" y="2068132"/>
                  </a:lnTo>
                  <a:lnTo>
                    <a:pt x="9756508" y="2056046"/>
                  </a:lnTo>
                  <a:lnTo>
                    <a:pt x="9856074" y="2045214"/>
                  </a:lnTo>
                  <a:lnTo>
                    <a:pt x="9959157" y="2035618"/>
                  </a:lnTo>
                  <a:lnTo>
                    <a:pt x="10062864" y="2027273"/>
                  </a:lnTo>
                  <a:lnTo>
                    <a:pt x="10163444" y="2020206"/>
                  </a:lnTo>
                  <a:lnTo>
                    <a:pt x="10256618" y="2014438"/>
                  </a:lnTo>
                  <a:lnTo>
                    <a:pt x="10338146" y="2009956"/>
                  </a:lnTo>
                  <a:lnTo>
                    <a:pt x="10404564" y="2006691"/>
                  </a:lnTo>
                  <a:lnTo>
                    <a:pt x="10453886" y="2004510"/>
                  </a:lnTo>
                  <a:lnTo>
                    <a:pt x="10486087" y="2003224"/>
                  </a:lnTo>
                  <a:lnTo>
                    <a:pt x="10503230" y="2002603"/>
                  </a:lnTo>
                  <a:lnTo>
                    <a:pt x="10509298" y="2002403"/>
                  </a:lnTo>
                  <a:lnTo>
                    <a:pt x="10509911" y="2002384"/>
                  </a:lnTo>
                  <a:lnTo>
                    <a:pt x="11981298" y="200238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78" name="pl478"/>
            <p:cNvSpPr/>
            <p:nvPr/>
          </p:nvSpPr>
          <p:spPr>
            <a:xfrm>
              <a:off x="4799595" y="6132163"/>
              <a:ext cx="11981298" cy="3530735"/>
            </a:xfrm>
            <a:custGeom>
              <a:avLst/>
              <a:pathLst>
                <a:path w="11981298" h="3530735">
                  <a:moveTo>
                    <a:pt x="11981298" y="2002384"/>
                  </a:moveTo>
                  <a:lnTo>
                    <a:pt x="10509911" y="2002384"/>
                  </a:lnTo>
                  <a:lnTo>
                    <a:pt x="10508701" y="2002422"/>
                  </a:lnTo>
                  <a:lnTo>
                    <a:pt x="10500761" y="2002689"/>
                  </a:lnTo>
                  <a:lnTo>
                    <a:pt x="10480782" y="2003427"/>
                  </a:lnTo>
                  <a:lnTo>
                    <a:pt x="10445155" y="2004879"/>
                  </a:lnTo>
                  <a:lnTo>
                    <a:pt x="10392240" y="2007269"/>
                  </a:lnTo>
                  <a:lnTo>
                    <a:pt x="10322488" y="2010777"/>
                  </a:lnTo>
                  <a:lnTo>
                    <a:pt x="10238240" y="2015520"/>
                  </a:lnTo>
                  <a:lnTo>
                    <a:pt x="10143182" y="2021556"/>
                  </a:lnTo>
                  <a:lnTo>
                    <a:pt x="10041618" y="2028888"/>
                  </a:lnTo>
                  <a:lnTo>
                    <a:pt x="9937758" y="2037494"/>
                  </a:lnTo>
                  <a:lnTo>
                    <a:pt x="9835194" y="2047344"/>
                  </a:lnTo>
                  <a:lnTo>
                    <a:pt x="9736626" y="2058432"/>
                  </a:lnTo>
                  <a:lnTo>
                    <a:pt x="9643819" y="2070783"/>
                  </a:lnTo>
                  <a:lnTo>
                    <a:pt x="9557701" y="2084466"/>
                  </a:lnTo>
                  <a:lnTo>
                    <a:pt x="9478539" y="2099601"/>
                  </a:lnTo>
                  <a:lnTo>
                    <a:pt x="9406124" y="2116351"/>
                  </a:lnTo>
                  <a:lnTo>
                    <a:pt x="9339929" y="2134926"/>
                  </a:lnTo>
                  <a:lnTo>
                    <a:pt x="9279238" y="2155570"/>
                  </a:lnTo>
                  <a:lnTo>
                    <a:pt x="9223243" y="2178548"/>
                  </a:lnTo>
                  <a:lnTo>
                    <a:pt x="9171111" y="2204121"/>
                  </a:lnTo>
                  <a:lnTo>
                    <a:pt x="9122036" y="2232503"/>
                  </a:lnTo>
                  <a:lnTo>
                    <a:pt x="9084767" y="2257109"/>
                  </a:lnTo>
                  <a:lnTo>
                    <a:pt x="9038387" y="2291532"/>
                  </a:lnTo>
                  <a:lnTo>
                    <a:pt x="8993361" y="2329073"/>
                  </a:lnTo>
                  <a:lnTo>
                    <a:pt x="8949233" y="2369788"/>
                  </a:lnTo>
                  <a:lnTo>
                    <a:pt x="8905658" y="2413651"/>
                  </a:lnTo>
                  <a:lnTo>
                    <a:pt x="8862379" y="2460546"/>
                  </a:lnTo>
                  <a:lnTo>
                    <a:pt x="8819216" y="2510257"/>
                  </a:lnTo>
                  <a:lnTo>
                    <a:pt x="8776053" y="2562468"/>
                  </a:lnTo>
                  <a:lnTo>
                    <a:pt x="8732826" y="2616765"/>
                  </a:lnTo>
                  <a:lnTo>
                    <a:pt x="8689520" y="2672652"/>
                  </a:lnTo>
                  <a:lnTo>
                    <a:pt x="8646149" y="2729559"/>
                  </a:lnTo>
                  <a:lnTo>
                    <a:pt x="8602749" y="2786874"/>
                  </a:lnTo>
                  <a:lnTo>
                    <a:pt x="8559365" y="2843965"/>
                  </a:lnTo>
                  <a:lnTo>
                    <a:pt x="8516037" y="2900210"/>
                  </a:lnTo>
                  <a:lnTo>
                    <a:pt x="8472788" y="2955025"/>
                  </a:lnTo>
                  <a:lnTo>
                    <a:pt x="8429610" y="3007891"/>
                  </a:lnTo>
                  <a:lnTo>
                    <a:pt x="8386456" y="3058367"/>
                  </a:lnTo>
                  <a:lnTo>
                    <a:pt x="8343226" y="3106109"/>
                  </a:lnTo>
                  <a:lnTo>
                    <a:pt x="8299761" y="3150872"/>
                  </a:lnTo>
                  <a:lnTo>
                    <a:pt x="8255826" y="3192511"/>
                  </a:lnTo>
                  <a:lnTo>
                    <a:pt x="8211103" y="3230974"/>
                  </a:lnTo>
                  <a:lnTo>
                    <a:pt x="8165172" y="3266296"/>
                  </a:lnTo>
                  <a:lnTo>
                    <a:pt x="8151487" y="3276010"/>
                  </a:lnTo>
                  <a:lnTo>
                    <a:pt x="8104319" y="3306701"/>
                  </a:lnTo>
                  <a:lnTo>
                    <a:pt x="8054677" y="3334491"/>
                  </a:lnTo>
                  <a:lnTo>
                    <a:pt x="8001816" y="3359509"/>
                  </a:lnTo>
                  <a:lnTo>
                    <a:pt x="7944922" y="3381984"/>
                  </a:lnTo>
                  <a:lnTo>
                    <a:pt x="7883162" y="3402180"/>
                  </a:lnTo>
                  <a:lnTo>
                    <a:pt x="7815738" y="3420361"/>
                  </a:lnTo>
                  <a:lnTo>
                    <a:pt x="7741968" y="3436762"/>
                  </a:lnTo>
                  <a:lnTo>
                    <a:pt x="7661377" y="3451586"/>
                  </a:lnTo>
                  <a:lnTo>
                    <a:pt x="7573840" y="3464987"/>
                  </a:lnTo>
                  <a:lnTo>
                    <a:pt x="7479745" y="3477073"/>
                  </a:lnTo>
                  <a:lnTo>
                    <a:pt x="7380180" y="3487905"/>
                  </a:lnTo>
                  <a:lnTo>
                    <a:pt x="7277096" y="3497501"/>
                  </a:lnTo>
                  <a:lnTo>
                    <a:pt x="7173390" y="3505846"/>
                  </a:lnTo>
                  <a:lnTo>
                    <a:pt x="7072809" y="3512913"/>
                  </a:lnTo>
                  <a:lnTo>
                    <a:pt x="6979636" y="3518681"/>
                  </a:lnTo>
                  <a:lnTo>
                    <a:pt x="6898107" y="3523163"/>
                  </a:lnTo>
                  <a:lnTo>
                    <a:pt x="6831689" y="3526428"/>
                  </a:lnTo>
                  <a:lnTo>
                    <a:pt x="6782367" y="3528609"/>
                  </a:lnTo>
                  <a:lnTo>
                    <a:pt x="6750166" y="3529895"/>
                  </a:lnTo>
                  <a:lnTo>
                    <a:pt x="6733023" y="3530516"/>
                  </a:lnTo>
                  <a:lnTo>
                    <a:pt x="6726955" y="3530716"/>
                  </a:lnTo>
                  <a:lnTo>
                    <a:pt x="6726343" y="3530735"/>
                  </a:lnTo>
                  <a:lnTo>
                    <a:pt x="5254955" y="3530735"/>
                  </a:lnTo>
                  <a:lnTo>
                    <a:pt x="5253853" y="3530656"/>
                  </a:lnTo>
                  <a:lnTo>
                    <a:pt x="5246601" y="3530095"/>
                  </a:lnTo>
                  <a:lnTo>
                    <a:pt x="5228303" y="3528546"/>
                  </a:lnTo>
                  <a:lnTo>
                    <a:pt x="5195543" y="3525495"/>
                  </a:lnTo>
                  <a:lnTo>
                    <a:pt x="5146625" y="3520465"/>
                  </a:lnTo>
                  <a:lnTo>
                    <a:pt x="5081698" y="3513064"/>
                  </a:lnTo>
                  <a:lnTo>
                    <a:pt x="5002629" y="3503017"/>
                  </a:lnTo>
                  <a:lnTo>
                    <a:pt x="4912581" y="3490184"/>
                  </a:lnTo>
                  <a:lnTo>
                    <a:pt x="4815406" y="3474531"/>
                  </a:lnTo>
                  <a:lnTo>
                    <a:pt x="4715016" y="3456100"/>
                  </a:lnTo>
                  <a:lnTo>
                    <a:pt x="4614884" y="3434951"/>
                  </a:lnTo>
                  <a:lnTo>
                    <a:pt x="4517744" y="3411120"/>
                  </a:lnTo>
                  <a:lnTo>
                    <a:pt x="4425500" y="3384582"/>
                  </a:lnTo>
                  <a:lnTo>
                    <a:pt x="4339274" y="3355226"/>
                  </a:lnTo>
                  <a:lnTo>
                    <a:pt x="4259538" y="3322847"/>
                  </a:lnTo>
                  <a:lnTo>
                    <a:pt x="4186275" y="3287143"/>
                  </a:lnTo>
                  <a:lnTo>
                    <a:pt x="4119128" y="3247716"/>
                  </a:lnTo>
                  <a:lnTo>
                    <a:pt x="4057520" y="3204090"/>
                  </a:lnTo>
                  <a:lnTo>
                    <a:pt x="4000752" y="3155726"/>
                  </a:lnTo>
                  <a:lnTo>
                    <a:pt x="3948071" y="3102061"/>
                  </a:lnTo>
                  <a:lnTo>
                    <a:pt x="3898724" y="3042570"/>
                  </a:lnTo>
                  <a:lnTo>
                    <a:pt x="3852000" y="2976871"/>
                  </a:lnTo>
                  <a:lnTo>
                    <a:pt x="3829811" y="2942279"/>
                  </a:lnTo>
                  <a:lnTo>
                    <a:pt x="3795398" y="2884222"/>
                  </a:lnTo>
                  <a:lnTo>
                    <a:pt x="3761798" y="2822264"/>
                  </a:lnTo>
                  <a:lnTo>
                    <a:pt x="3728806" y="2756327"/>
                  </a:lnTo>
                  <a:lnTo>
                    <a:pt x="3696257" y="2686381"/>
                  </a:lnTo>
                  <a:lnTo>
                    <a:pt x="3664015" y="2612459"/>
                  </a:lnTo>
                  <a:lnTo>
                    <a:pt x="3631972" y="2534652"/>
                  </a:lnTo>
                  <a:lnTo>
                    <a:pt x="3600041" y="2453121"/>
                  </a:lnTo>
                  <a:lnTo>
                    <a:pt x="3568160" y="2368094"/>
                  </a:lnTo>
                  <a:lnTo>
                    <a:pt x="3536281" y="2279870"/>
                  </a:lnTo>
                  <a:lnTo>
                    <a:pt x="3504375" y="2188814"/>
                  </a:lnTo>
                  <a:lnTo>
                    <a:pt x="3472429" y="2095355"/>
                  </a:lnTo>
                  <a:lnTo>
                    <a:pt x="3440438" y="1999976"/>
                  </a:lnTo>
                  <a:lnTo>
                    <a:pt x="3408410" y="1903206"/>
                  </a:lnTo>
                  <a:lnTo>
                    <a:pt x="3376357" y="1805610"/>
                  </a:lnTo>
                  <a:lnTo>
                    <a:pt x="3344296" y="1707771"/>
                  </a:lnTo>
                  <a:lnTo>
                    <a:pt x="3312246" y="1610279"/>
                  </a:lnTo>
                  <a:lnTo>
                    <a:pt x="3280224" y="1513716"/>
                  </a:lnTo>
                  <a:lnTo>
                    <a:pt x="3248241" y="1418640"/>
                  </a:lnTo>
                  <a:lnTo>
                    <a:pt x="3216302" y="1325574"/>
                  </a:lnTo>
                  <a:lnTo>
                    <a:pt x="3184403" y="1234991"/>
                  </a:lnTo>
                  <a:lnTo>
                    <a:pt x="3152526" y="1147310"/>
                  </a:lnTo>
                  <a:lnTo>
                    <a:pt x="3120640" y="1062883"/>
                  </a:lnTo>
                  <a:lnTo>
                    <a:pt x="3088694" y="981998"/>
                  </a:lnTo>
                  <a:lnTo>
                    <a:pt x="3056623" y="904871"/>
                  </a:lnTo>
                  <a:lnTo>
                    <a:pt x="3024335" y="831649"/>
                  </a:lnTo>
                  <a:lnTo>
                    <a:pt x="2991719" y="762415"/>
                  </a:lnTo>
                  <a:lnTo>
                    <a:pt x="2958632" y="697187"/>
                  </a:lnTo>
                  <a:lnTo>
                    <a:pt x="2924903" y="635929"/>
                  </a:lnTo>
                  <a:lnTo>
                    <a:pt x="2896531" y="588455"/>
                  </a:lnTo>
                  <a:lnTo>
                    <a:pt x="2850859" y="519651"/>
                  </a:lnTo>
                  <a:lnTo>
                    <a:pt x="2802885" y="457144"/>
                  </a:lnTo>
                  <a:lnTo>
                    <a:pt x="2751935" y="400676"/>
                  </a:lnTo>
                  <a:lnTo>
                    <a:pt x="2697270" y="349777"/>
                  </a:lnTo>
                  <a:lnTo>
                    <a:pt x="2638132" y="303893"/>
                  </a:lnTo>
                  <a:lnTo>
                    <a:pt x="2573787" y="262468"/>
                  </a:lnTo>
                  <a:lnTo>
                    <a:pt x="2503590" y="224990"/>
                  </a:lnTo>
                  <a:lnTo>
                    <a:pt x="2427061" y="191021"/>
                  </a:lnTo>
                  <a:lnTo>
                    <a:pt x="2343998" y="160212"/>
                  </a:lnTo>
                  <a:lnTo>
                    <a:pt x="2254614" y="132309"/>
                  </a:lnTo>
                  <a:lnTo>
                    <a:pt x="2159693" y="107156"/>
                  </a:lnTo>
                  <a:lnTo>
                    <a:pt x="2060741" y="84688"/>
                  </a:lnTo>
                  <a:lnTo>
                    <a:pt x="1960085" y="64915"/>
                  </a:lnTo>
                  <a:lnTo>
                    <a:pt x="1860860" y="47890"/>
                  </a:lnTo>
                  <a:lnTo>
                    <a:pt x="1766811" y="33669"/>
                  </a:lnTo>
                  <a:lnTo>
                    <a:pt x="1681895" y="22264"/>
                  </a:lnTo>
                  <a:lnTo>
                    <a:pt x="1609694" y="13589"/>
                  </a:lnTo>
                  <a:lnTo>
                    <a:pt x="1552778" y="7436"/>
                  </a:lnTo>
                  <a:lnTo>
                    <a:pt x="1512178" y="3469"/>
                  </a:lnTo>
                  <a:lnTo>
                    <a:pt x="1487101" y="1244"/>
                  </a:lnTo>
                  <a:lnTo>
                    <a:pt x="1474947" y="262"/>
                  </a:lnTo>
                  <a:lnTo>
                    <a:pt x="1471521" y="9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79" name="pg479"/>
            <p:cNvSpPr/>
            <p:nvPr/>
          </p:nvSpPr>
          <p:spPr>
            <a:xfrm>
              <a:off x="4799595" y="6148509"/>
              <a:ext cx="11981298" cy="3547081"/>
            </a:xfrm>
            <a:custGeom>
              <a:avLst/>
              <a:pathLst>
                <a:path w="11981298" h="3547081">
                  <a:moveTo>
                    <a:pt x="0" y="8172"/>
                  </a:moveTo>
                  <a:lnTo>
                    <a:pt x="1471387" y="8172"/>
                  </a:lnTo>
                  <a:lnTo>
                    <a:pt x="1472489" y="8251"/>
                  </a:lnTo>
                  <a:lnTo>
                    <a:pt x="1479737" y="8813"/>
                  </a:lnTo>
                  <a:lnTo>
                    <a:pt x="1498027" y="10365"/>
                  </a:lnTo>
                  <a:lnTo>
                    <a:pt x="1530771" y="13422"/>
                  </a:lnTo>
                  <a:lnTo>
                    <a:pt x="1579669" y="18461"/>
                  </a:lnTo>
                  <a:lnTo>
                    <a:pt x="1644571" y="25876"/>
                  </a:lnTo>
                  <a:lnTo>
                    <a:pt x="1723613" y="35941"/>
                  </a:lnTo>
                  <a:lnTo>
                    <a:pt x="1813634" y="48798"/>
                  </a:lnTo>
                  <a:lnTo>
                    <a:pt x="1910785" y="64480"/>
                  </a:lnTo>
                  <a:lnTo>
                    <a:pt x="2011156" y="82947"/>
                  </a:lnTo>
                  <a:lnTo>
                    <a:pt x="2111275" y="104136"/>
                  </a:lnTo>
                  <a:lnTo>
                    <a:pt x="2208406" y="128013"/>
                  </a:lnTo>
                  <a:lnTo>
                    <a:pt x="2300646" y="154602"/>
                  </a:lnTo>
                  <a:lnTo>
                    <a:pt x="2386873" y="184015"/>
                  </a:lnTo>
                  <a:lnTo>
                    <a:pt x="2466611" y="216455"/>
                  </a:lnTo>
                  <a:lnTo>
                    <a:pt x="2539878" y="252227"/>
                  </a:lnTo>
                  <a:lnTo>
                    <a:pt x="2607030" y="291727"/>
                  </a:lnTo>
                  <a:lnTo>
                    <a:pt x="2668643" y="335433"/>
                  </a:lnTo>
                  <a:lnTo>
                    <a:pt x="2725415" y="383886"/>
                  </a:lnTo>
                  <a:lnTo>
                    <a:pt x="2778099" y="437648"/>
                  </a:lnTo>
                  <a:lnTo>
                    <a:pt x="2827448" y="497245"/>
                  </a:lnTo>
                  <a:lnTo>
                    <a:pt x="2874173" y="563062"/>
                  </a:lnTo>
                  <a:lnTo>
                    <a:pt x="2896531" y="597991"/>
                  </a:lnTo>
                  <a:lnTo>
                    <a:pt x="2930910" y="656122"/>
                  </a:lnTo>
                  <a:lnTo>
                    <a:pt x="2964478" y="718155"/>
                  </a:lnTo>
                  <a:lnTo>
                    <a:pt x="2997438" y="784169"/>
                  </a:lnTo>
                  <a:lnTo>
                    <a:pt x="3029956" y="854192"/>
                  </a:lnTo>
                  <a:lnTo>
                    <a:pt x="3062166" y="928194"/>
                  </a:lnTo>
                  <a:lnTo>
                    <a:pt x="3094178" y="1006083"/>
                  </a:lnTo>
                  <a:lnTo>
                    <a:pt x="3126078" y="1087697"/>
                  </a:lnTo>
                  <a:lnTo>
                    <a:pt x="3157928" y="1172811"/>
                  </a:lnTo>
                  <a:lnTo>
                    <a:pt x="3189775" y="1261125"/>
                  </a:lnTo>
                  <a:lnTo>
                    <a:pt x="3221648" y="1352275"/>
                  </a:lnTo>
                  <a:lnTo>
                    <a:pt x="3253562" y="1445834"/>
                  </a:lnTo>
                  <a:lnTo>
                    <a:pt x="3285520" y="1541320"/>
                  </a:lnTo>
                  <a:lnTo>
                    <a:pt x="3317516" y="1638202"/>
                  </a:lnTo>
                  <a:lnTo>
                    <a:pt x="3349537" y="1735920"/>
                  </a:lnTo>
                  <a:lnTo>
                    <a:pt x="3381566" y="1833888"/>
                  </a:lnTo>
                  <a:lnTo>
                    <a:pt x="3413584" y="1931518"/>
                  </a:lnTo>
                  <a:lnTo>
                    <a:pt x="3445575" y="2028228"/>
                  </a:lnTo>
                  <a:lnTo>
                    <a:pt x="3477527" y="2123459"/>
                  </a:lnTo>
                  <a:lnTo>
                    <a:pt x="3509434" y="2216690"/>
                  </a:lnTo>
                  <a:lnTo>
                    <a:pt x="3541302" y="2307444"/>
                  </a:lnTo>
                  <a:lnTo>
                    <a:pt x="3573147" y="2395304"/>
                  </a:lnTo>
                  <a:lnTo>
                    <a:pt x="3605001" y="2479914"/>
                  </a:lnTo>
                  <a:lnTo>
                    <a:pt x="3636913" y="2560988"/>
                  </a:lnTo>
                  <a:lnTo>
                    <a:pt x="3668949" y="2638307"/>
                  </a:lnTo>
                  <a:lnTo>
                    <a:pt x="3701197" y="2711722"/>
                  </a:lnTo>
                  <a:lnTo>
                    <a:pt x="3733771" y="2781150"/>
                  </a:lnTo>
                  <a:lnTo>
                    <a:pt x="3766810" y="2846569"/>
                  </a:lnTo>
                  <a:lnTo>
                    <a:pt x="3800486" y="2908016"/>
                  </a:lnTo>
                  <a:lnTo>
                    <a:pt x="3829811" y="2957263"/>
                  </a:lnTo>
                  <a:lnTo>
                    <a:pt x="3875475" y="3026216"/>
                  </a:lnTo>
                  <a:lnTo>
                    <a:pt x="3923440" y="3088858"/>
                  </a:lnTo>
                  <a:lnTo>
                    <a:pt x="3974381" y="3145449"/>
                  </a:lnTo>
                  <a:lnTo>
                    <a:pt x="4029034" y="3196461"/>
                  </a:lnTo>
                  <a:lnTo>
                    <a:pt x="4088158" y="3242447"/>
                  </a:lnTo>
                  <a:lnTo>
                    <a:pt x="4152487" y="3283965"/>
                  </a:lnTo>
                  <a:lnTo>
                    <a:pt x="4222665" y="3321527"/>
                  </a:lnTo>
                  <a:lnTo>
                    <a:pt x="4299173" y="3355573"/>
                  </a:lnTo>
                  <a:lnTo>
                    <a:pt x="4382213" y="3386453"/>
                  </a:lnTo>
                  <a:lnTo>
                    <a:pt x="4471572" y="3414420"/>
                  </a:lnTo>
                  <a:lnTo>
                    <a:pt x="4566469" y="3439632"/>
                  </a:lnTo>
                  <a:lnTo>
                    <a:pt x="4665398" y="3462153"/>
                  </a:lnTo>
                  <a:lnTo>
                    <a:pt x="4766037" y="3481975"/>
                  </a:lnTo>
                  <a:lnTo>
                    <a:pt x="4865253" y="3499043"/>
                  </a:lnTo>
                  <a:lnTo>
                    <a:pt x="4959303" y="3513300"/>
                  </a:lnTo>
                  <a:lnTo>
                    <a:pt x="5044234" y="3524738"/>
                  </a:lnTo>
                  <a:lnTo>
                    <a:pt x="5116462" y="3533438"/>
                  </a:lnTo>
                  <a:lnTo>
                    <a:pt x="5173415" y="3539611"/>
                  </a:lnTo>
                  <a:lnTo>
                    <a:pt x="5214060" y="3543594"/>
                  </a:lnTo>
                  <a:lnTo>
                    <a:pt x="5239180" y="3545828"/>
                  </a:lnTo>
                  <a:lnTo>
                    <a:pt x="5251370" y="3546815"/>
                  </a:lnTo>
                  <a:lnTo>
                    <a:pt x="5254818" y="3547071"/>
                  </a:lnTo>
                  <a:lnTo>
                    <a:pt x="5254955" y="3547081"/>
                  </a:lnTo>
                  <a:lnTo>
                    <a:pt x="6726343" y="3547081"/>
                  </a:lnTo>
                  <a:lnTo>
                    <a:pt x="6727577" y="3547068"/>
                  </a:lnTo>
                  <a:lnTo>
                    <a:pt x="6735677" y="3546974"/>
                  </a:lnTo>
                  <a:lnTo>
                    <a:pt x="6756045" y="3546716"/>
                  </a:lnTo>
                  <a:lnTo>
                    <a:pt x="6792334" y="3546209"/>
                  </a:lnTo>
                  <a:lnTo>
                    <a:pt x="6846164" y="3545374"/>
                  </a:lnTo>
                  <a:lnTo>
                    <a:pt x="6917011" y="3544149"/>
                  </a:lnTo>
                  <a:lnTo>
                    <a:pt x="7002423" y="3542495"/>
                  </a:lnTo>
                  <a:lnTo>
                    <a:pt x="7098590" y="3540391"/>
                  </a:lnTo>
                  <a:lnTo>
                    <a:pt x="7201108" y="3537838"/>
                  </a:lnTo>
                  <a:lnTo>
                    <a:pt x="7305704" y="3534844"/>
                  </a:lnTo>
                  <a:lnTo>
                    <a:pt x="7408766" y="3531418"/>
                  </a:lnTo>
                  <a:lnTo>
                    <a:pt x="7507608" y="3527563"/>
                  </a:lnTo>
                  <a:lnTo>
                    <a:pt x="7600501" y="3523268"/>
                  </a:lnTo>
                  <a:lnTo>
                    <a:pt x="7686562" y="3518507"/>
                  </a:lnTo>
                  <a:lnTo>
                    <a:pt x="7765573" y="3513238"/>
                  </a:lnTo>
                  <a:lnTo>
                    <a:pt x="7837788" y="3507401"/>
                  </a:lnTo>
                  <a:lnTo>
                    <a:pt x="7903769" y="3500922"/>
                  </a:lnTo>
                  <a:lnTo>
                    <a:pt x="7964262" y="3493715"/>
                  </a:lnTo>
                  <a:lnTo>
                    <a:pt x="8020100" y="3485686"/>
                  </a:lnTo>
                  <a:lnTo>
                    <a:pt x="8072131" y="3476746"/>
                  </a:lnTo>
                  <a:lnTo>
                    <a:pt x="8121170" y="3466822"/>
                  </a:lnTo>
                  <a:lnTo>
                    <a:pt x="8151487" y="3459902"/>
                  </a:lnTo>
                  <a:lnTo>
                    <a:pt x="8205949" y="3445917"/>
                  </a:lnTo>
                  <a:lnTo>
                    <a:pt x="8258654" y="3430447"/>
                  </a:lnTo>
                  <a:lnTo>
                    <a:pt x="8310294" y="3413470"/>
                  </a:lnTo>
                  <a:lnTo>
                    <a:pt x="8361367" y="3395025"/>
                  </a:lnTo>
                  <a:lnTo>
                    <a:pt x="8412215" y="3375209"/>
                  </a:lnTo>
                  <a:lnTo>
                    <a:pt x="8463047" y="3354190"/>
                  </a:lnTo>
                  <a:lnTo>
                    <a:pt x="8513967" y="3332196"/>
                  </a:lnTo>
                  <a:lnTo>
                    <a:pt x="8564995" y="3309512"/>
                  </a:lnTo>
                  <a:lnTo>
                    <a:pt x="8616094" y="3286464"/>
                  </a:lnTo>
                  <a:lnTo>
                    <a:pt x="8667195" y="3263403"/>
                  </a:lnTo>
                  <a:lnTo>
                    <a:pt x="8718231" y="3240677"/>
                  </a:lnTo>
                  <a:lnTo>
                    <a:pt x="8769160" y="3218617"/>
                  </a:lnTo>
                  <a:lnTo>
                    <a:pt x="8819996" y="3197511"/>
                  </a:lnTo>
                  <a:lnTo>
                    <a:pt x="8870836" y="3177593"/>
                  </a:lnTo>
                  <a:lnTo>
                    <a:pt x="8921881" y="3159034"/>
                  </a:lnTo>
                  <a:lnTo>
                    <a:pt x="8973460" y="3141938"/>
                  </a:lnTo>
                  <a:lnTo>
                    <a:pt x="9026058" y="3126348"/>
                  </a:lnTo>
                  <a:lnTo>
                    <a:pt x="9080350" y="3112247"/>
                  </a:lnTo>
                  <a:lnTo>
                    <a:pt x="9084767" y="3111188"/>
                  </a:lnTo>
                  <a:lnTo>
                    <a:pt x="9132270" y="3100614"/>
                  </a:lnTo>
                  <a:lnTo>
                    <a:pt x="9182287" y="3091047"/>
                  </a:lnTo>
                  <a:lnTo>
                    <a:pt x="9235580" y="3082441"/>
                  </a:lnTo>
                  <a:lnTo>
                    <a:pt x="9292979" y="3074716"/>
                  </a:lnTo>
                  <a:lnTo>
                    <a:pt x="9355336" y="3067779"/>
                  </a:lnTo>
                  <a:lnTo>
                    <a:pt x="9423461" y="3061538"/>
                  </a:lnTo>
                  <a:lnTo>
                    <a:pt x="9498047" y="3055912"/>
                  </a:lnTo>
                  <a:lnTo>
                    <a:pt x="9579563" y="3050830"/>
                  </a:lnTo>
                  <a:lnTo>
                    <a:pt x="9668115" y="3046239"/>
                  </a:lnTo>
                  <a:lnTo>
                    <a:pt x="9763271" y="3042103"/>
                  </a:lnTo>
                  <a:lnTo>
                    <a:pt x="9863863" y="3038401"/>
                  </a:lnTo>
                  <a:lnTo>
                    <a:pt x="9967831" y="3035128"/>
                  </a:lnTo>
                  <a:lnTo>
                    <a:pt x="10072144" y="3032290"/>
                  </a:lnTo>
                  <a:lnTo>
                    <a:pt x="10172908" y="3029897"/>
                  </a:lnTo>
                  <a:lnTo>
                    <a:pt x="10265732" y="3027954"/>
                  </a:lnTo>
                  <a:lnTo>
                    <a:pt x="10346333" y="3026456"/>
                  </a:lnTo>
                  <a:lnTo>
                    <a:pt x="10411304" y="3025376"/>
                  </a:lnTo>
                  <a:lnTo>
                    <a:pt x="10458831" y="3024666"/>
                  </a:lnTo>
                  <a:lnTo>
                    <a:pt x="10489146" y="3024257"/>
                  </a:lnTo>
                  <a:lnTo>
                    <a:pt x="10504625" y="3024068"/>
                  </a:lnTo>
                  <a:lnTo>
                    <a:pt x="10509575" y="3024012"/>
                  </a:lnTo>
                  <a:lnTo>
                    <a:pt x="10509911" y="3024009"/>
                  </a:lnTo>
                  <a:lnTo>
                    <a:pt x="11981298" y="3024009"/>
                  </a:lnTo>
                  <a:lnTo>
                    <a:pt x="11981298" y="3015836"/>
                  </a:lnTo>
                  <a:lnTo>
                    <a:pt x="10509911" y="3015836"/>
                  </a:lnTo>
                  <a:lnTo>
                    <a:pt x="10508676" y="3015849"/>
                  </a:lnTo>
                  <a:lnTo>
                    <a:pt x="10500576" y="3015942"/>
                  </a:lnTo>
                  <a:lnTo>
                    <a:pt x="10480208" y="3016200"/>
                  </a:lnTo>
                  <a:lnTo>
                    <a:pt x="10443920" y="3016708"/>
                  </a:lnTo>
                  <a:lnTo>
                    <a:pt x="10390089" y="3017543"/>
                  </a:lnTo>
                  <a:lnTo>
                    <a:pt x="10319242" y="3018767"/>
                  </a:lnTo>
                  <a:lnTo>
                    <a:pt x="10233831" y="3020422"/>
                  </a:lnTo>
                  <a:lnTo>
                    <a:pt x="10137663" y="3022525"/>
                  </a:lnTo>
                  <a:lnTo>
                    <a:pt x="10035145" y="3025078"/>
                  </a:lnTo>
                  <a:lnTo>
                    <a:pt x="9930549" y="3028073"/>
                  </a:lnTo>
                  <a:lnTo>
                    <a:pt x="9827487" y="3031499"/>
                  </a:lnTo>
                  <a:lnTo>
                    <a:pt x="9728646" y="3035354"/>
                  </a:lnTo>
                  <a:lnTo>
                    <a:pt x="9635753" y="3039649"/>
                  </a:lnTo>
                  <a:lnTo>
                    <a:pt x="9549691" y="3044410"/>
                  </a:lnTo>
                  <a:lnTo>
                    <a:pt x="9470680" y="3049679"/>
                  </a:lnTo>
                  <a:lnTo>
                    <a:pt x="9398465" y="3055516"/>
                  </a:lnTo>
                  <a:lnTo>
                    <a:pt x="9332484" y="3061994"/>
                  </a:lnTo>
                  <a:lnTo>
                    <a:pt x="9271991" y="3069202"/>
                  </a:lnTo>
                  <a:lnTo>
                    <a:pt x="9216154" y="3077231"/>
                  </a:lnTo>
                  <a:lnTo>
                    <a:pt x="9164122" y="3086171"/>
                  </a:lnTo>
                  <a:lnTo>
                    <a:pt x="9115083" y="3096094"/>
                  </a:lnTo>
                  <a:lnTo>
                    <a:pt x="9084767" y="3103015"/>
                  </a:lnTo>
                  <a:lnTo>
                    <a:pt x="9030304" y="3116999"/>
                  </a:lnTo>
                  <a:lnTo>
                    <a:pt x="8977599" y="3132470"/>
                  </a:lnTo>
                  <a:lnTo>
                    <a:pt x="8925959" y="3149447"/>
                  </a:lnTo>
                  <a:lnTo>
                    <a:pt x="8874886" y="3167892"/>
                  </a:lnTo>
                  <a:lnTo>
                    <a:pt x="8824038" y="3187707"/>
                  </a:lnTo>
                  <a:lnTo>
                    <a:pt x="8773206" y="3208727"/>
                  </a:lnTo>
                  <a:lnTo>
                    <a:pt x="8722287" y="3230721"/>
                  </a:lnTo>
                  <a:lnTo>
                    <a:pt x="8671258" y="3253405"/>
                  </a:lnTo>
                  <a:lnTo>
                    <a:pt x="8620160" y="3276452"/>
                  </a:lnTo>
                  <a:lnTo>
                    <a:pt x="8569058" y="3299514"/>
                  </a:lnTo>
                  <a:lnTo>
                    <a:pt x="8518022" y="3322240"/>
                  </a:lnTo>
                  <a:lnTo>
                    <a:pt x="8467094" y="3344300"/>
                  </a:lnTo>
                  <a:lnTo>
                    <a:pt x="8416257" y="3365406"/>
                  </a:lnTo>
                  <a:lnTo>
                    <a:pt x="8365417" y="3385324"/>
                  </a:lnTo>
                  <a:lnTo>
                    <a:pt x="8314372" y="3403883"/>
                  </a:lnTo>
                  <a:lnTo>
                    <a:pt x="8262793" y="3420978"/>
                  </a:lnTo>
                  <a:lnTo>
                    <a:pt x="8210196" y="3436569"/>
                  </a:lnTo>
                  <a:lnTo>
                    <a:pt x="8155904" y="3450670"/>
                  </a:lnTo>
                  <a:lnTo>
                    <a:pt x="8151487" y="3451729"/>
                  </a:lnTo>
                  <a:lnTo>
                    <a:pt x="8103983" y="3462303"/>
                  </a:lnTo>
                  <a:lnTo>
                    <a:pt x="8053966" y="3471870"/>
                  </a:lnTo>
                  <a:lnTo>
                    <a:pt x="8000674" y="3480476"/>
                  </a:lnTo>
                  <a:lnTo>
                    <a:pt x="7943274" y="3488201"/>
                  </a:lnTo>
                  <a:lnTo>
                    <a:pt x="7880917" y="3495138"/>
                  </a:lnTo>
                  <a:lnTo>
                    <a:pt x="7812792" y="3501378"/>
                  </a:lnTo>
                  <a:lnTo>
                    <a:pt x="7738207" y="3507005"/>
                  </a:lnTo>
                  <a:lnTo>
                    <a:pt x="7656690" y="3512087"/>
                  </a:lnTo>
                  <a:lnTo>
                    <a:pt x="7568138" y="3516678"/>
                  </a:lnTo>
                  <a:lnTo>
                    <a:pt x="7472983" y="3520814"/>
                  </a:lnTo>
                  <a:lnTo>
                    <a:pt x="7372390" y="3524516"/>
                  </a:lnTo>
                  <a:lnTo>
                    <a:pt x="7268422" y="3527788"/>
                  </a:lnTo>
                  <a:lnTo>
                    <a:pt x="7164110" y="3530627"/>
                  </a:lnTo>
                  <a:lnTo>
                    <a:pt x="7063345" y="3533020"/>
                  </a:lnTo>
                  <a:lnTo>
                    <a:pt x="6970521" y="3534963"/>
                  </a:lnTo>
                  <a:lnTo>
                    <a:pt x="6889921" y="3536461"/>
                  </a:lnTo>
                  <a:lnTo>
                    <a:pt x="6824949" y="3537540"/>
                  </a:lnTo>
                  <a:lnTo>
                    <a:pt x="6777423" y="3538250"/>
                  </a:lnTo>
                  <a:lnTo>
                    <a:pt x="6747107" y="3538660"/>
                  </a:lnTo>
                  <a:lnTo>
                    <a:pt x="6731628" y="3538849"/>
                  </a:lnTo>
                  <a:lnTo>
                    <a:pt x="6726678" y="3538904"/>
                  </a:lnTo>
                  <a:lnTo>
                    <a:pt x="6726343" y="3538908"/>
                  </a:lnTo>
                  <a:lnTo>
                    <a:pt x="5254955" y="3538908"/>
                  </a:lnTo>
                  <a:lnTo>
                    <a:pt x="5253853" y="3538829"/>
                  </a:lnTo>
                  <a:lnTo>
                    <a:pt x="5246605" y="3538267"/>
                  </a:lnTo>
                  <a:lnTo>
                    <a:pt x="5228315" y="3536715"/>
                  </a:lnTo>
                  <a:lnTo>
                    <a:pt x="5195571" y="3533658"/>
                  </a:lnTo>
                  <a:lnTo>
                    <a:pt x="5146673" y="3528619"/>
                  </a:lnTo>
                  <a:lnTo>
                    <a:pt x="5081771" y="3521204"/>
                  </a:lnTo>
                  <a:lnTo>
                    <a:pt x="5002729" y="3511140"/>
                  </a:lnTo>
                  <a:lnTo>
                    <a:pt x="4912708" y="3498282"/>
                  </a:lnTo>
                  <a:lnTo>
                    <a:pt x="4815557" y="3482600"/>
                  </a:lnTo>
                  <a:lnTo>
                    <a:pt x="4715186" y="3464134"/>
                  </a:lnTo>
                  <a:lnTo>
                    <a:pt x="4615068" y="3442944"/>
                  </a:lnTo>
                  <a:lnTo>
                    <a:pt x="4517936" y="3419067"/>
                  </a:lnTo>
                  <a:lnTo>
                    <a:pt x="4425696" y="3392478"/>
                  </a:lnTo>
                  <a:lnTo>
                    <a:pt x="4339470" y="3363065"/>
                  </a:lnTo>
                  <a:lnTo>
                    <a:pt x="4259731" y="3330625"/>
                  </a:lnTo>
                  <a:lnTo>
                    <a:pt x="4186465" y="3294853"/>
                  </a:lnTo>
                  <a:lnTo>
                    <a:pt x="4119312" y="3255353"/>
                  </a:lnTo>
                  <a:lnTo>
                    <a:pt x="4057699" y="3211647"/>
                  </a:lnTo>
                  <a:lnTo>
                    <a:pt x="4000927" y="3163195"/>
                  </a:lnTo>
                  <a:lnTo>
                    <a:pt x="3948243" y="3109432"/>
                  </a:lnTo>
                  <a:lnTo>
                    <a:pt x="3898894" y="3049835"/>
                  </a:lnTo>
                  <a:lnTo>
                    <a:pt x="3852169" y="2984019"/>
                  </a:lnTo>
                  <a:lnTo>
                    <a:pt x="3829811" y="2949090"/>
                  </a:lnTo>
                  <a:lnTo>
                    <a:pt x="3795432" y="2890958"/>
                  </a:lnTo>
                  <a:lnTo>
                    <a:pt x="3761864" y="2828925"/>
                  </a:lnTo>
                  <a:lnTo>
                    <a:pt x="3728904" y="2762911"/>
                  </a:lnTo>
                  <a:lnTo>
                    <a:pt x="3696386" y="2692888"/>
                  </a:lnTo>
                  <a:lnTo>
                    <a:pt x="3664176" y="2618886"/>
                  </a:lnTo>
                  <a:lnTo>
                    <a:pt x="3632164" y="2540998"/>
                  </a:lnTo>
                  <a:lnTo>
                    <a:pt x="3600264" y="2459383"/>
                  </a:lnTo>
                  <a:lnTo>
                    <a:pt x="3568414" y="2374270"/>
                  </a:lnTo>
                  <a:lnTo>
                    <a:pt x="3536567" y="2285955"/>
                  </a:lnTo>
                  <a:lnTo>
                    <a:pt x="3504694" y="2194805"/>
                  </a:lnTo>
                  <a:lnTo>
                    <a:pt x="3472780" y="2101246"/>
                  </a:lnTo>
                  <a:lnTo>
                    <a:pt x="3440822" y="2005761"/>
                  </a:lnTo>
                  <a:lnTo>
                    <a:pt x="3408826" y="1908878"/>
                  </a:lnTo>
                  <a:lnTo>
                    <a:pt x="3376805" y="1811161"/>
                  </a:lnTo>
                  <a:lnTo>
                    <a:pt x="3344777" y="1713192"/>
                  </a:lnTo>
                  <a:lnTo>
                    <a:pt x="3312758" y="1615563"/>
                  </a:lnTo>
                  <a:lnTo>
                    <a:pt x="3280767" y="1518853"/>
                  </a:lnTo>
                  <a:lnTo>
                    <a:pt x="3248816" y="1423621"/>
                  </a:lnTo>
                  <a:lnTo>
                    <a:pt x="3216908" y="1330391"/>
                  </a:lnTo>
                  <a:lnTo>
                    <a:pt x="3185040" y="1239636"/>
                  </a:lnTo>
                  <a:lnTo>
                    <a:pt x="3153195" y="1151776"/>
                  </a:lnTo>
                  <a:lnTo>
                    <a:pt x="3121341" y="1067166"/>
                  </a:lnTo>
                  <a:lnTo>
                    <a:pt x="3089429" y="986092"/>
                  </a:lnTo>
                  <a:lnTo>
                    <a:pt x="3057394" y="908773"/>
                  </a:lnTo>
                  <a:lnTo>
                    <a:pt x="3025145" y="835358"/>
                  </a:lnTo>
                  <a:lnTo>
                    <a:pt x="2992571" y="765931"/>
                  </a:lnTo>
                  <a:lnTo>
                    <a:pt x="2959532" y="700511"/>
                  </a:lnTo>
                  <a:lnTo>
                    <a:pt x="2925857" y="639064"/>
                  </a:lnTo>
                  <a:lnTo>
                    <a:pt x="2896531" y="589818"/>
                  </a:lnTo>
                  <a:lnTo>
                    <a:pt x="2850867" y="520865"/>
                  </a:lnTo>
                  <a:lnTo>
                    <a:pt x="2802902" y="458222"/>
                  </a:lnTo>
                  <a:lnTo>
                    <a:pt x="2751961" y="401631"/>
                  </a:lnTo>
                  <a:lnTo>
                    <a:pt x="2697308" y="350620"/>
                  </a:lnTo>
                  <a:lnTo>
                    <a:pt x="2638184" y="304634"/>
                  </a:lnTo>
                  <a:lnTo>
                    <a:pt x="2573855" y="263116"/>
                  </a:lnTo>
                  <a:lnTo>
                    <a:pt x="2503677" y="225553"/>
                  </a:lnTo>
                  <a:lnTo>
                    <a:pt x="2427169" y="191507"/>
                  </a:lnTo>
                  <a:lnTo>
                    <a:pt x="2344129" y="160628"/>
                  </a:lnTo>
                  <a:lnTo>
                    <a:pt x="2254770" y="132660"/>
                  </a:lnTo>
                  <a:lnTo>
                    <a:pt x="2159874" y="107448"/>
                  </a:lnTo>
                  <a:lnTo>
                    <a:pt x="2060944" y="84927"/>
                  </a:lnTo>
                  <a:lnTo>
                    <a:pt x="1960305" y="65106"/>
                  </a:lnTo>
                  <a:lnTo>
                    <a:pt x="1861089" y="48038"/>
                  </a:lnTo>
                  <a:lnTo>
                    <a:pt x="1767039" y="33780"/>
                  </a:lnTo>
                  <a:lnTo>
                    <a:pt x="1682109" y="22343"/>
                  </a:lnTo>
                  <a:lnTo>
                    <a:pt x="1609880" y="13642"/>
                  </a:lnTo>
                  <a:lnTo>
                    <a:pt x="1552927" y="7469"/>
                  </a:lnTo>
                  <a:lnTo>
                    <a:pt x="1512283" y="3486"/>
                  </a:lnTo>
                  <a:lnTo>
                    <a:pt x="1487162" y="1252"/>
                  </a:lnTo>
                  <a:lnTo>
                    <a:pt x="1474972" y="265"/>
                  </a:lnTo>
                  <a:lnTo>
                    <a:pt x="1471525" y="9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480" name="pl480"/>
            <p:cNvSpPr/>
            <p:nvPr/>
          </p:nvSpPr>
          <p:spPr>
            <a:xfrm>
              <a:off x="4799595" y="6156682"/>
              <a:ext cx="11981298" cy="3538908"/>
            </a:xfrm>
            <a:custGeom>
              <a:avLst/>
              <a:pathLst>
                <a:path w="11981298" h="3538908">
                  <a:moveTo>
                    <a:pt x="0" y="0"/>
                  </a:moveTo>
                  <a:lnTo>
                    <a:pt x="1471387" y="0"/>
                  </a:lnTo>
                  <a:lnTo>
                    <a:pt x="1472489" y="78"/>
                  </a:lnTo>
                  <a:lnTo>
                    <a:pt x="1479737" y="640"/>
                  </a:lnTo>
                  <a:lnTo>
                    <a:pt x="1498027" y="2192"/>
                  </a:lnTo>
                  <a:lnTo>
                    <a:pt x="1530771" y="5249"/>
                  </a:lnTo>
                  <a:lnTo>
                    <a:pt x="1579669" y="10288"/>
                  </a:lnTo>
                  <a:lnTo>
                    <a:pt x="1644571" y="17703"/>
                  </a:lnTo>
                  <a:lnTo>
                    <a:pt x="1723613" y="27768"/>
                  </a:lnTo>
                  <a:lnTo>
                    <a:pt x="1813634" y="40625"/>
                  </a:lnTo>
                  <a:lnTo>
                    <a:pt x="1910785" y="56307"/>
                  </a:lnTo>
                  <a:lnTo>
                    <a:pt x="2011156" y="74774"/>
                  </a:lnTo>
                  <a:lnTo>
                    <a:pt x="2111275" y="95963"/>
                  </a:lnTo>
                  <a:lnTo>
                    <a:pt x="2208406" y="119840"/>
                  </a:lnTo>
                  <a:lnTo>
                    <a:pt x="2300646" y="146429"/>
                  </a:lnTo>
                  <a:lnTo>
                    <a:pt x="2386873" y="175842"/>
                  </a:lnTo>
                  <a:lnTo>
                    <a:pt x="2466611" y="208282"/>
                  </a:lnTo>
                  <a:lnTo>
                    <a:pt x="2539878" y="244054"/>
                  </a:lnTo>
                  <a:lnTo>
                    <a:pt x="2607030" y="283554"/>
                  </a:lnTo>
                  <a:lnTo>
                    <a:pt x="2668643" y="327260"/>
                  </a:lnTo>
                  <a:lnTo>
                    <a:pt x="2725415" y="375713"/>
                  </a:lnTo>
                  <a:lnTo>
                    <a:pt x="2778099" y="429475"/>
                  </a:lnTo>
                  <a:lnTo>
                    <a:pt x="2827448" y="489072"/>
                  </a:lnTo>
                  <a:lnTo>
                    <a:pt x="2874173" y="554889"/>
                  </a:lnTo>
                  <a:lnTo>
                    <a:pt x="2896531" y="589818"/>
                  </a:lnTo>
                  <a:lnTo>
                    <a:pt x="2930910" y="647949"/>
                  </a:lnTo>
                  <a:lnTo>
                    <a:pt x="2964478" y="709982"/>
                  </a:lnTo>
                  <a:lnTo>
                    <a:pt x="2997438" y="775996"/>
                  </a:lnTo>
                  <a:lnTo>
                    <a:pt x="3029956" y="846019"/>
                  </a:lnTo>
                  <a:lnTo>
                    <a:pt x="3062166" y="920021"/>
                  </a:lnTo>
                  <a:lnTo>
                    <a:pt x="3094178" y="997910"/>
                  </a:lnTo>
                  <a:lnTo>
                    <a:pt x="3126078" y="1079524"/>
                  </a:lnTo>
                  <a:lnTo>
                    <a:pt x="3157928" y="1164638"/>
                  </a:lnTo>
                  <a:lnTo>
                    <a:pt x="3189775" y="1252952"/>
                  </a:lnTo>
                  <a:lnTo>
                    <a:pt x="3221648" y="1344102"/>
                  </a:lnTo>
                  <a:lnTo>
                    <a:pt x="3253562" y="1437661"/>
                  </a:lnTo>
                  <a:lnTo>
                    <a:pt x="3285520" y="1533147"/>
                  </a:lnTo>
                  <a:lnTo>
                    <a:pt x="3317516" y="1630029"/>
                  </a:lnTo>
                  <a:lnTo>
                    <a:pt x="3349537" y="1727747"/>
                  </a:lnTo>
                  <a:lnTo>
                    <a:pt x="3381566" y="1825715"/>
                  </a:lnTo>
                  <a:lnTo>
                    <a:pt x="3413584" y="1923345"/>
                  </a:lnTo>
                  <a:lnTo>
                    <a:pt x="3445575" y="2020055"/>
                  </a:lnTo>
                  <a:lnTo>
                    <a:pt x="3477527" y="2115286"/>
                  </a:lnTo>
                  <a:lnTo>
                    <a:pt x="3509434" y="2208517"/>
                  </a:lnTo>
                  <a:lnTo>
                    <a:pt x="3541302" y="2299271"/>
                  </a:lnTo>
                  <a:lnTo>
                    <a:pt x="3573147" y="2387131"/>
                  </a:lnTo>
                  <a:lnTo>
                    <a:pt x="3605001" y="2471741"/>
                  </a:lnTo>
                  <a:lnTo>
                    <a:pt x="3636913" y="2552815"/>
                  </a:lnTo>
                  <a:lnTo>
                    <a:pt x="3668949" y="2630134"/>
                  </a:lnTo>
                  <a:lnTo>
                    <a:pt x="3701197" y="2703549"/>
                  </a:lnTo>
                  <a:lnTo>
                    <a:pt x="3733771" y="2772977"/>
                  </a:lnTo>
                  <a:lnTo>
                    <a:pt x="3766810" y="2838396"/>
                  </a:lnTo>
                  <a:lnTo>
                    <a:pt x="3800486" y="2899843"/>
                  </a:lnTo>
                  <a:lnTo>
                    <a:pt x="3829811" y="2949090"/>
                  </a:lnTo>
                  <a:lnTo>
                    <a:pt x="3875475" y="3018043"/>
                  </a:lnTo>
                  <a:lnTo>
                    <a:pt x="3923440" y="3080685"/>
                  </a:lnTo>
                  <a:lnTo>
                    <a:pt x="3974381" y="3137276"/>
                  </a:lnTo>
                  <a:lnTo>
                    <a:pt x="4029034" y="3188288"/>
                  </a:lnTo>
                  <a:lnTo>
                    <a:pt x="4088158" y="3234274"/>
                  </a:lnTo>
                  <a:lnTo>
                    <a:pt x="4152487" y="3275792"/>
                  </a:lnTo>
                  <a:lnTo>
                    <a:pt x="4222665" y="3313354"/>
                  </a:lnTo>
                  <a:lnTo>
                    <a:pt x="4299173" y="3347400"/>
                  </a:lnTo>
                  <a:lnTo>
                    <a:pt x="4382213" y="3378280"/>
                  </a:lnTo>
                  <a:lnTo>
                    <a:pt x="4471572" y="3406247"/>
                  </a:lnTo>
                  <a:lnTo>
                    <a:pt x="4566469" y="3431459"/>
                  </a:lnTo>
                  <a:lnTo>
                    <a:pt x="4665398" y="3453980"/>
                  </a:lnTo>
                  <a:lnTo>
                    <a:pt x="4766037" y="3473802"/>
                  </a:lnTo>
                  <a:lnTo>
                    <a:pt x="4865253" y="3490870"/>
                  </a:lnTo>
                  <a:lnTo>
                    <a:pt x="4959303" y="3505127"/>
                  </a:lnTo>
                  <a:lnTo>
                    <a:pt x="5044234" y="3516565"/>
                  </a:lnTo>
                  <a:lnTo>
                    <a:pt x="5116462" y="3525265"/>
                  </a:lnTo>
                  <a:lnTo>
                    <a:pt x="5173415" y="3531438"/>
                  </a:lnTo>
                  <a:lnTo>
                    <a:pt x="5214060" y="3535421"/>
                  </a:lnTo>
                  <a:lnTo>
                    <a:pt x="5239180" y="3537655"/>
                  </a:lnTo>
                  <a:lnTo>
                    <a:pt x="5251370" y="3538642"/>
                  </a:lnTo>
                  <a:lnTo>
                    <a:pt x="5254818" y="3538898"/>
                  </a:lnTo>
                  <a:lnTo>
                    <a:pt x="5254955" y="3538908"/>
                  </a:lnTo>
                  <a:lnTo>
                    <a:pt x="6726343" y="3538908"/>
                  </a:lnTo>
                  <a:lnTo>
                    <a:pt x="6727577" y="3538895"/>
                  </a:lnTo>
                  <a:lnTo>
                    <a:pt x="6735677" y="3538801"/>
                  </a:lnTo>
                  <a:lnTo>
                    <a:pt x="6756045" y="3538543"/>
                  </a:lnTo>
                  <a:lnTo>
                    <a:pt x="6792334" y="3538036"/>
                  </a:lnTo>
                  <a:lnTo>
                    <a:pt x="6846164" y="3537201"/>
                  </a:lnTo>
                  <a:lnTo>
                    <a:pt x="6917011" y="3535976"/>
                  </a:lnTo>
                  <a:lnTo>
                    <a:pt x="7002423" y="3534322"/>
                  </a:lnTo>
                  <a:lnTo>
                    <a:pt x="7098590" y="3532218"/>
                  </a:lnTo>
                  <a:lnTo>
                    <a:pt x="7201108" y="3529665"/>
                  </a:lnTo>
                  <a:lnTo>
                    <a:pt x="7305704" y="3526671"/>
                  </a:lnTo>
                  <a:lnTo>
                    <a:pt x="7408766" y="3523245"/>
                  </a:lnTo>
                  <a:lnTo>
                    <a:pt x="7507608" y="3519390"/>
                  </a:lnTo>
                  <a:lnTo>
                    <a:pt x="7600501" y="3515095"/>
                  </a:lnTo>
                  <a:lnTo>
                    <a:pt x="7686562" y="3510334"/>
                  </a:lnTo>
                  <a:lnTo>
                    <a:pt x="7765573" y="3505065"/>
                  </a:lnTo>
                  <a:lnTo>
                    <a:pt x="7837788" y="3499228"/>
                  </a:lnTo>
                  <a:lnTo>
                    <a:pt x="7903769" y="3492749"/>
                  </a:lnTo>
                  <a:lnTo>
                    <a:pt x="7964262" y="3485542"/>
                  </a:lnTo>
                  <a:lnTo>
                    <a:pt x="8020100" y="3477513"/>
                  </a:lnTo>
                  <a:lnTo>
                    <a:pt x="8072131" y="3468573"/>
                  </a:lnTo>
                  <a:lnTo>
                    <a:pt x="8121170" y="3458649"/>
                  </a:lnTo>
                  <a:lnTo>
                    <a:pt x="8151487" y="3451729"/>
                  </a:lnTo>
                  <a:lnTo>
                    <a:pt x="8205949" y="3437744"/>
                  </a:lnTo>
                  <a:lnTo>
                    <a:pt x="8258654" y="3422274"/>
                  </a:lnTo>
                  <a:lnTo>
                    <a:pt x="8310294" y="3405297"/>
                  </a:lnTo>
                  <a:lnTo>
                    <a:pt x="8361367" y="3386852"/>
                  </a:lnTo>
                  <a:lnTo>
                    <a:pt x="8412215" y="3367036"/>
                  </a:lnTo>
                  <a:lnTo>
                    <a:pt x="8463047" y="3346017"/>
                  </a:lnTo>
                  <a:lnTo>
                    <a:pt x="8513967" y="3324023"/>
                  </a:lnTo>
                  <a:lnTo>
                    <a:pt x="8564995" y="3301339"/>
                  </a:lnTo>
                  <a:lnTo>
                    <a:pt x="8616094" y="3278291"/>
                  </a:lnTo>
                  <a:lnTo>
                    <a:pt x="8667195" y="3255230"/>
                  </a:lnTo>
                  <a:lnTo>
                    <a:pt x="8718231" y="3232504"/>
                  </a:lnTo>
                  <a:lnTo>
                    <a:pt x="8769160" y="3210444"/>
                  </a:lnTo>
                  <a:lnTo>
                    <a:pt x="8819996" y="3189338"/>
                  </a:lnTo>
                  <a:lnTo>
                    <a:pt x="8870836" y="3169420"/>
                  </a:lnTo>
                  <a:lnTo>
                    <a:pt x="8921881" y="3150861"/>
                  </a:lnTo>
                  <a:lnTo>
                    <a:pt x="8973460" y="3133765"/>
                  </a:lnTo>
                  <a:lnTo>
                    <a:pt x="9026058" y="3118175"/>
                  </a:lnTo>
                  <a:lnTo>
                    <a:pt x="9080350" y="3104074"/>
                  </a:lnTo>
                  <a:lnTo>
                    <a:pt x="9084767" y="3103015"/>
                  </a:lnTo>
                  <a:lnTo>
                    <a:pt x="9132270" y="3092441"/>
                  </a:lnTo>
                  <a:lnTo>
                    <a:pt x="9182287" y="3082874"/>
                  </a:lnTo>
                  <a:lnTo>
                    <a:pt x="9235580" y="3074268"/>
                  </a:lnTo>
                  <a:lnTo>
                    <a:pt x="9292979" y="3066543"/>
                  </a:lnTo>
                  <a:lnTo>
                    <a:pt x="9355336" y="3059606"/>
                  </a:lnTo>
                  <a:lnTo>
                    <a:pt x="9423461" y="3053365"/>
                  </a:lnTo>
                  <a:lnTo>
                    <a:pt x="9498047" y="3047739"/>
                  </a:lnTo>
                  <a:lnTo>
                    <a:pt x="9579563" y="3042657"/>
                  </a:lnTo>
                  <a:lnTo>
                    <a:pt x="9668115" y="3038066"/>
                  </a:lnTo>
                  <a:lnTo>
                    <a:pt x="9763271" y="3033930"/>
                  </a:lnTo>
                  <a:lnTo>
                    <a:pt x="9863863" y="3030228"/>
                  </a:lnTo>
                  <a:lnTo>
                    <a:pt x="9967831" y="3026955"/>
                  </a:lnTo>
                  <a:lnTo>
                    <a:pt x="10072144" y="3024117"/>
                  </a:lnTo>
                  <a:lnTo>
                    <a:pt x="10172908" y="3021724"/>
                  </a:lnTo>
                  <a:lnTo>
                    <a:pt x="10265732" y="3019781"/>
                  </a:lnTo>
                  <a:lnTo>
                    <a:pt x="10346333" y="3018283"/>
                  </a:lnTo>
                  <a:lnTo>
                    <a:pt x="10411304" y="3017203"/>
                  </a:lnTo>
                  <a:lnTo>
                    <a:pt x="10458831" y="3016493"/>
                  </a:lnTo>
                  <a:lnTo>
                    <a:pt x="10489146" y="3016084"/>
                  </a:lnTo>
                  <a:lnTo>
                    <a:pt x="10504625" y="3015895"/>
                  </a:lnTo>
                  <a:lnTo>
                    <a:pt x="10509575" y="3015839"/>
                  </a:lnTo>
                  <a:lnTo>
                    <a:pt x="10509911" y="3015836"/>
                  </a:lnTo>
                  <a:lnTo>
                    <a:pt x="11981298" y="301583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81" name="pl481"/>
            <p:cNvSpPr/>
            <p:nvPr/>
          </p:nvSpPr>
          <p:spPr>
            <a:xfrm>
              <a:off x="4799595" y="6148509"/>
              <a:ext cx="11981298" cy="3538908"/>
            </a:xfrm>
            <a:custGeom>
              <a:avLst/>
              <a:pathLst>
                <a:path w="11981298" h="3538908">
                  <a:moveTo>
                    <a:pt x="11981298" y="3015836"/>
                  </a:moveTo>
                  <a:lnTo>
                    <a:pt x="10509911" y="3015836"/>
                  </a:lnTo>
                  <a:lnTo>
                    <a:pt x="10508676" y="3015849"/>
                  </a:lnTo>
                  <a:lnTo>
                    <a:pt x="10500576" y="3015942"/>
                  </a:lnTo>
                  <a:lnTo>
                    <a:pt x="10480208" y="3016200"/>
                  </a:lnTo>
                  <a:lnTo>
                    <a:pt x="10443920" y="3016708"/>
                  </a:lnTo>
                  <a:lnTo>
                    <a:pt x="10390089" y="3017543"/>
                  </a:lnTo>
                  <a:lnTo>
                    <a:pt x="10319242" y="3018767"/>
                  </a:lnTo>
                  <a:lnTo>
                    <a:pt x="10233831" y="3020422"/>
                  </a:lnTo>
                  <a:lnTo>
                    <a:pt x="10137663" y="3022525"/>
                  </a:lnTo>
                  <a:lnTo>
                    <a:pt x="10035145" y="3025078"/>
                  </a:lnTo>
                  <a:lnTo>
                    <a:pt x="9930549" y="3028073"/>
                  </a:lnTo>
                  <a:lnTo>
                    <a:pt x="9827487" y="3031499"/>
                  </a:lnTo>
                  <a:lnTo>
                    <a:pt x="9728646" y="3035354"/>
                  </a:lnTo>
                  <a:lnTo>
                    <a:pt x="9635753" y="3039649"/>
                  </a:lnTo>
                  <a:lnTo>
                    <a:pt x="9549691" y="3044410"/>
                  </a:lnTo>
                  <a:lnTo>
                    <a:pt x="9470680" y="3049679"/>
                  </a:lnTo>
                  <a:lnTo>
                    <a:pt x="9398465" y="3055516"/>
                  </a:lnTo>
                  <a:lnTo>
                    <a:pt x="9332484" y="3061994"/>
                  </a:lnTo>
                  <a:lnTo>
                    <a:pt x="9271991" y="3069202"/>
                  </a:lnTo>
                  <a:lnTo>
                    <a:pt x="9216154" y="3077231"/>
                  </a:lnTo>
                  <a:lnTo>
                    <a:pt x="9164122" y="3086171"/>
                  </a:lnTo>
                  <a:lnTo>
                    <a:pt x="9115083" y="3096094"/>
                  </a:lnTo>
                  <a:lnTo>
                    <a:pt x="9084767" y="3103015"/>
                  </a:lnTo>
                  <a:lnTo>
                    <a:pt x="9030304" y="3116999"/>
                  </a:lnTo>
                  <a:lnTo>
                    <a:pt x="8977599" y="3132470"/>
                  </a:lnTo>
                  <a:lnTo>
                    <a:pt x="8925959" y="3149447"/>
                  </a:lnTo>
                  <a:lnTo>
                    <a:pt x="8874886" y="3167892"/>
                  </a:lnTo>
                  <a:lnTo>
                    <a:pt x="8824038" y="3187707"/>
                  </a:lnTo>
                  <a:lnTo>
                    <a:pt x="8773206" y="3208727"/>
                  </a:lnTo>
                  <a:lnTo>
                    <a:pt x="8722287" y="3230721"/>
                  </a:lnTo>
                  <a:lnTo>
                    <a:pt x="8671258" y="3253405"/>
                  </a:lnTo>
                  <a:lnTo>
                    <a:pt x="8620160" y="3276452"/>
                  </a:lnTo>
                  <a:lnTo>
                    <a:pt x="8569058" y="3299514"/>
                  </a:lnTo>
                  <a:lnTo>
                    <a:pt x="8518022" y="3322240"/>
                  </a:lnTo>
                  <a:lnTo>
                    <a:pt x="8467094" y="3344300"/>
                  </a:lnTo>
                  <a:lnTo>
                    <a:pt x="8416257" y="3365406"/>
                  </a:lnTo>
                  <a:lnTo>
                    <a:pt x="8365417" y="3385324"/>
                  </a:lnTo>
                  <a:lnTo>
                    <a:pt x="8314372" y="3403883"/>
                  </a:lnTo>
                  <a:lnTo>
                    <a:pt x="8262793" y="3420978"/>
                  </a:lnTo>
                  <a:lnTo>
                    <a:pt x="8210196" y="3436569"/>
                  </a:lnTo>
                  <a:lnTo>
                    <a:pt x="8155904" y="3450670"/>
                  </a:lnTo>
                  <a:lnTo>
                    <a:pt x="8151487" y="3451729"/>
                  </a:lnTo>
                  <a:lnTo>
                    <a:pt x="8103983" y="3462303"/>
                  </a:lnTo>
                  <a:lnTo>
                    <a:pt x="8053966" y="3471870"/>
                  </a:lnTo>
                  <a:lnTo>
                    <a:pt x="8000674" y="3480476"/>
                  </a:lnTo>
                  <a:lnTo>
                    <a:pt x="7943274" y="3488201"/>
                  </a:lnTo>
                  <a:lnTo>
                    <a:pt x="7880917" y="3495138"/>
                  </a:lnTo>
                  <a:lnTo>
                    <a:pt x="7812792" y="3501378"/>
                  </a:lnTo>
                  <a:lnTo>
                    <a:pt x="7738207" y="3507005"/>
                  </a:lnTo>
                  <a:lnTo>
                    <a:pt x="7656690" y="3512087"/>
                  </a:lnTo>
                  <a:lnTo>
                    <a:pt x="7568138" y="3516678"/>
                  </a:lnTo>
                  <a:lnTo>
                    <a:pt x="7472983" y="3520814"/>
                  </a:lnTo>
                  <a:lnTo>
                    <a:pt x="7372390" y="3524516"/>
                  </a:lnTo>
                  <a:lnTo>
                    <a:pt x="7268422" y="3527788"/>
                  </a:lnTo>
                  <a:lnTo>
                    <a:pt x="7164110" y="3530627"/>
                  </a:lnTo>
                  <a:lnTo>
                    <a:pt x="7063345" y="3533020"/>
                  </a:lnTo>
                  <a:lnTo>
                    <a:pt x="6970521" y="3534963"/>
                  </a:lnTo>
                  <a:lnTo>
                    <a:pt x="6889921" y="3536461"/>
                  </a:lnTo>
                  <a:lnTo>
                    <a:pt x="6824949" y="3537540"/>
                  </a:lnTo>
                  <a:lnTo>
                    <a:pt x="6777423" y="3538250"/>
                  </a:lnTo>
                  <a:lnTo>
                    <a:pt x="6747107" y="3538660"/>
                  </a:lnTo>
                  <a:lnTo>
                    <a:pt x="6731628" y="3538849"/>
                  </a:lnTo>
                  <a:lnTo>
                    <a:pt x="6726678" y="3538904"/>
                  </a:lnTo>
                  <a:lnTo>
                    <a:pt x="6726343" y="3538908"/>
                  </a:lnTo>
                  <a:lnTo>
                    <a:pt x="5254955" y="3538908"/>
                  </a:lnTo>
                  <a:lnTo>
                    <a:pt x="5253853" y="3538829"/>
                  </a:lnTo>
                  <a:lnTo>
                    <a:pt x="5246605" y="3538267"/>
                  </a:lnTo>
                  <a:lnTo>
                    <a:pt x="5228315" y="3536715"/>
                  </a:lnTo>
                  <a:lnTo>
                    <a:pt x="5195571" y="3533658"/>
                  </a:lnTo>
                  <a:lnTo>
                    <a:pt x="5146673" y="3528619"/>
                  </a:lnTo>
                  <a:lnTo>
                    <a:pt x="5081771" y="3521204"/>
                  </a:lnTo>
                  <a:lnTo>
                    <a:pt x="5002729" y="3511140"/>
                  </a:lnTo>
                  <a:lnTo>
                    <a:pt x="4912708" y="3498282"/>
                  </a:lnTo>
                  <a:lnTo>
                    <a:pt x="4815557" y="3482600"/>
                  </a:lnTo>
                  <a:lnTo>
                    <a:pt x="4715186" y="3464134"/>
                  </a:lnTo>
                  <a:lnTo>
                    <a:pt x="4615068" y="3442944"/>
                  </a:lnTo>
                  <a:lnTo>
                    <a:pt x="4517936" y="3419067"/>
                  </a:lnTo>
                  <a:lnTo>
                    <a:pt x="4425696" y="3392478"/>
                  </a:lnTo>
                  <a:lnTo>
                    <a:pt x="4339470" y="3363065"/>
                  </a:lnTo>
                  <a:lnTo>
                    <a:pt x="4259731" y="3330625"/>
                  </a:lnTo>
                  <a:lnTo>
                    <a:pt x="4186465" y="3294853"/>
                  </a:lnTo>
                  <a:lnTo>
                    <a:pt x="4119312" y="3255353"/>
                  </a:lnTo>
                  <a:lnTo>
                    <a:pt x="4057699" y="3211647"/>
                  </a:lnTo>
                  <a:lnTo>
                    <a:pt x="4000927" y="3163195"/>
                  </a:lnTo>
                  <a:lnTo>
                    <a:pt x="3948243" y="3109432"/>
                  </a:lnTo>
                  <a:lnTo>
                    <a:pt x="3898894" y="3049835"/>
                  </a:lnTo>
                  <a:lnTo>
                    <a:pt x="3852169" y="2984019"/>
                  </a:lnTo>
                  <a:lnTo>
                    <a:pt x="3829811" y="2949090"/>
                  </a:lnTo>
                  <a:lnTo>
                    <a:pt x="3795432" y="2890958"/>
                  </a:lnTo>
                  <a:lnTo>
                    <a:pt x="3761864" y="2828925"/>
                  </a:lnTo>
                  <a:lnTo>
                    <a:pt x="3728904" y="2762911"/>
                  </a:lnTo>
                  <a:lnTo>
                    <a:pt x="3696386" y="2692888"/>
                  </a:lnTo>
                  <a:lnTo>
                    <a:pt x="3664176" y="2618886"/>
                  </a:lnTo>
                  <a:lnTo>
                    <a:pt x="3632164" y="2540998"/>
                  </a:lnTo>
                  <a:lnTo>
                    <a:pt x="3600264" y="2459383"/>
                  </a:lnTo>
                  <a:lnTo>
                    <a:pt x="3568414" y="2374270"/>
                  </a:lnTo>
                  <a:lnTo>
                    <a:pt x="3536567" y="2285955"/>
                  </a:lnTo>
                  <a:lnTo>
                    <a:pt x="3504694" y="2194805"/>
                  </a:lnTo>
                  <a:lnTo>
                    <a:pt x="3472780" y="2101246"/>
                  </a:lnTo>
                  <a:lnTo>
                    <a:pt x="3440822" y="2005761"/>
                  </a:lnTo>
                  <a:lnTo>
                    <a:pt x="3408826" y="1908878"/>
                  </a:lnTo>
                  <a:lnTo>
                    <a:pt x="3376805" y="1811161"/>
                  </a:lnTo>
                  <a:lnTo>
                    <a:pt x="3344777" y="1713192"/>
                  </a:lnTo>
                  <a:lnTo>
                    <a:pt x="3312758" y="1615563"/>
                  </a:lnTo>
                  <a:lnTo>
                    <a:pt x="3280767" y="1518853"/>
                  </a:lnTo>
                  <a:lnTo>
                    <a:pt x="3248816" y="1423621"/>
                  </a:lnTo>
                  <a:lnTo>
                    <a:pt x="3216908" y="1330391"/>
                  </a:lnTo>
                  <a:lnTo>
                    <a:pt x="3185040" y="1239636"/>
                  </a:lnTo>
                  <a:lnTo>
                    <a:pt x="3153195" y="1151776"/>
                  </a:lnTo>
                  <a:lnTo>
                    <a:pt x="3121341" y="1067166"/>
                  </a:lnTo>
                  <a:lnTo>
                    <a:pt x="3089429" y="986092"/>
                  </a:lnTo>
                  <a:lnTo>
                    <a:pt x="3057394" y="908773"/>
                  </a:lnTo>
                  <a:lnTo>
                    <a:pt x="3025145" y="835358"/>
                  </a:lnTo>
                  <a:lnTo>
                    <a:pt x="2992571" y="765931"/>
                  </a:lnTo>
                  <a:lnTo>
                    <a:pt x="2959532" y="700511"/>
                  </a:lnTo>
                  <a:lnTo>
                    <a:pt x="2925857" y="639064"/>
                  </a:lnTo>
                  <a:lnTo>
                    <a:pt x="2896531" y="589818"/>
                  </a:lnTo>
                  <a:lnTo>
                    <a:pt x="2850867" y="520865"/>
                  </a:lnTo>
                  <a:lnTo>
                    <a:pt x="2802902" y="458222"/>
                  </a:lnTo>
                  <a:lnTo>
                    <a:pt x="2751961" y="401631"/>
                  </a:lnTo>
                  <a:lnTo>
                    <a:pt x="2697308" y="350620"/>
                  </a:lnTo>
                  <a:lnTo>
                    <a:pt x="2638184" y="304634"/>
                  </a:lnTo>
                  <a:lnTo>
                    <a:pt x="2573855" y="263116"/>
                  </a:lnTo>
                  <a:lnTo>
                    <a:pt x="2503677" y="225553"/>
                  </a:lnTo>
                  <a:lnTo>
                    <a:pt x="2427169" y="191507"/>
                  </a:lnTo>
                  <a:lnTo>
                    <a:pt x="2344129" y="160628"/>
                  </a:lnTo>
                  <a:lnTo>
                    <a:pt x="2254770" y="132660"/>
                  </a:lnTo>
                  <a:lnTo>
                    <a:pt x="2159874" y="107448"/>
                  </a:lnTo>
                  <a:lnTo>
                    <a:pt x="2060944" y="84927"/>
                  </a:lnTo>
                  <a:lnTo>
                    <a:pt x="1960305" y="65106"/>
                  </a:lnTo>
                  <a:lnTo>
                    <a:pt x="1861089" y="48038"/>
                  </a:lnTo>
                  <a:lnTo>
                    <a:pt x="1767039" y="33780"/>
                  </a:lnTo>
                  <a:lnTo>
                    <a:pt x="1682109" y="22343"/>
                  </a:lnTo>
                  <a:lnTo>
                    <a:pt x="1609880" y="13642"/>
                  </a:lnTo>
                  <a:lnTo>
                    <a:pt x="1552927" y="7469"/>
                  </a:lnTo>
                  <a:lnTo>
                    <a:pt x="1512283" y="3486"/>
                  </a:lnTo>
                  <a:lnTo>
                    <a:pt x="1487162" y="1252"/>
                  </a:lnTo>
                  <a:lnTo>
                    <a:pt x="1474972" y="265"/>
                  </a:lnTo>
                  <a:lnTo>
                    <a:pt x="1471525" y="9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82" name="pg482"/>
            <p:cNvSpPr/>
            <p:nvPr/>
          </p:nvSpPr>
          <p:spPr>
            <a:xfrm>
              <a:off x="4799595" y="6156682"/>
              <a:ext cx="11981298" cy="3596119"/>
            </a:xfrm>
            <a:custGeom>
              <a:avLst/>
              <a:pathLst>
                <a:path w="11981298" h="3596119">
                  <a:moveTo>
                    <a:pt x="0" y="24518"/>
                  </a:moveTo>
                  <a:lnTo>
                    <a:pt x="1471387" y="24518"/>
                  </a:lnTo>
                  <a:lnTo>
                    <a:pt x="1472488" y="24597"/>
                  </a:lnTo>
                  <a:lnTo>
                    <a:pt x="1479733" y="25160"/>
                  </a:lnTo>
                  <a:lnTo>
                    <a:pt x="1498014" y="26715"/>
                  </a:lnTo>
                  <a:lnTo>
                    <a:pt x="1530744" y="29777"/>
                  </a:lnTo>
                  <a:lnTo>
                    <a:pt x="1579621" y="34825"/>
                  </a:lnTo>
                  <a:lnTo>
                    <a:pt x="1644497" y="42254"/>
                  </a:lnTo>
                  <a:lnTo>
                    <a:pt x="1723512" y="52337"/>
                  </a:lnTo>
                  <a:lnTo>
                    <a:pt x="1813507" y="65219"/>
                  </a:lnTo>
                  <a:lnTo>
                    <a:pt x="1910634" y="80930"/>
                  </a:lnTo>
                  <a:lnTo>
                    <a:pt x="2010986" y="99432"/>
                  </a:lnTo>
                  <a:lnTo>
                    <a:pt x="2111091" y="120662"/>
                  </a:lnTo>
                  <a:lnTo>
                    <a:pt x="2208213" y="144584"/>
                  </a:lnTo>
                  <a:lnTo>
                    <a:pt x="2300450" y="171225"/>
                  </a:lnTo>
                  <a:lnTo>
                    <a:pt x="2386676" y="200694"/>
                  </a:lnTo>
                  <a:lnTo>
                    <a:pt x="2466417" y="233196"/>
                  </a:lnTo>
                  <a:lnTo>
                    <a:pt x="2539688" y="269035"/>
                  </a:lnTo>
                  <a:lnTo>
                    <a:pt x="2606845" y="308608"/>
                  </a:lnTo>
                  <a:lnTo>
                    <a:pt x="2668463" y="352395"/>
                  </a:lnTo>
                  <a:lnTo>
                    <a:pt x="2725240" y="400935"/>
                  </a:lnTo>
                  <a:lnTo>
                    <a:pt x="2777927" y="454794"/>
                  </a:lnTo>
                  <a:lnTo>
                    <a:pt x="2827278" y="514498"/>
                  </a:lnTo>
                  <a:lnTo>
                    <a:pt x="2874003" y="580432"/>
                  </a:lnTo>
                  <a:lnTo>
                    <a:pt x="2896531" y="615699"/>
                  </a:lnTo>
                  <a:lnTo>
                    <a:pt x="2930876" y="673904"/>
                  </a:lnTo>
                  <a:lnTo>
                    <a:pt x="2964412" y="736013"/>
                  </a:lnTo>
                  <a:lnTo>
                    <a:pt x="2997340" y="802104"/>
                  </a:lnTo>
                  <a:lnTo>
                    <a:pt x="3029827" y="872204"/>
                  </a:lnTo>
                  <a:lnTo>
                    <a:pt x="3062006" y="946286"/>
                  </a:lnTo>
                  <a:lnTo>
                    <a:pt x="3093987" y="1024255"/>
                  </a:lnTo>
                  <a:lnTo>
                    <a:pt x="3125855" y="1105953"/>
                  </a:lnTo>
                  <a:lnTo>
                    <a:pt x="3157674" y="1191153"/>
                  </a:lnTo>
                  <a:lnTo>
                    <a:pt x="3189489" y="1279557"/>
                  </a:lnTo>
                  <a:lnTo>
                    <a:pt x="3221330" y="1370802"/>
                  </a:lnTo>
                  <a:lnTo>
                    <a:pt x="3253212" y="1464461"/>
                  </a:lnTo>
                  <a:lnTo>
                    <a:pt x="3285137" y="1560052"/>
                  </a:lnTo>
                  <a:lnTo>
                    <a:pt x="3317101" y="1657047"/>
                  </a:lnTo>
                  <a:lnTo>
                    <a:pt x="3349090" y="1754885"/>
                  </a:lnTo>
                  <a:lnTo>
                    <a:pt x="3381087" y="1852983"/>
                  </a:lnTo>
                  <a:lnTo>
                    <a:pt x="3413073" y="1950750"/>
                  </a:lnTo>
                  <a:lnTo>
                    <a:pt x="3445033" y="2047606"/>
                  </a:lnTo>
                  <a:lnTo>
                    <a:pt x="3476953" y="2142993"/>
                  </a:lnTo>
                  <a:lnTo>
                    <a:pt x="3508830" y="2236387"/>
                  </a:lnTo>
                  <a:lnTo>
                    <a:pt x="3540667" y="2327313"/>
                  </a:lnTo>
                  <a:lnTo>
                    <a:pt x="3572480" y="2415351"/>
                  </a:lnTo>
                  <a:lnTo>
                    <a:pt x="3604302" y="2500145"/>
                  </a:lnTo>
                  <a:lnTo>
                    <a:pt x="3636180" y="2581407"/>
                  </a:lnTo>
                  <a:lnTo>
                    <a:pt x="3668180" y="2658918"/>
                  </a:lnTo>
                  <a:lnTo>
                    <a:pt x="3700390" y="2732526"/>
                  </a:lnTo>
                  <a:lnTo>
                    <a:pt x="3732922" y="2802146"/>
                  </a:lnTo>
                  <a:lnTo>
                    <a:pt x="3765913" y="2867757"/>
                  </a:lnTo>
                  <a:lnTo>
                    <a:pt x="3799535" y="2929393"/>
                  </a:lnTo>
                  <a:lnTo>
                    <a:pt x="3829811" y="2980420"/>
                  </a:lnTo>
                  <a:lnTo>
                    <a:pt x="3875467" y="3049521"/>
                  </a:lnTo>
                  <a:lnTo>
                    <a:pt x="3923424" y="3112299"/>
                  </a:lnTo>
                  <a:lnTo>
                    <a:pt x="3974354" y="3169013"/>
                  </a:lnTo>
                  <a:lnTo>
                    <a:pt x="4028995" y="3220137"/>
                  </a:lnTo>
                  <a:lnTo>
                    <a:pt x="4088106" y="3266225"/>
                  </a:lnTo>
                  <a:lnTo>
                    <a:pt x="4152419" y="3307836"/>
                  </a:lnTo>
                  <a:lnTo>
                    <a:pt x="4222579" y="3345483"/>
                  </a:lnTo>
                  <a:lnTo>
                    <a:pt x="4299065" y="3379606"/>
                  </a:lnTo>
                  <a:lnTo>
                    <a:pt x="4382081" y="3410556"/>
                  </a:lnTo>
                  <a:lnTo>
                    <a:pt x="4471416" y="3438588"/>
                  </a:lnTo>
                  <a:lnTo>
                    <a:pt x="4566288" y="3463858"/>
                  </a:lnTo>
                  <a:lnTo>
                    <a:pt x="4665195" y="3486433"/>
                  </a:lnTo>
                  <a:lnTo>
                    <a:pt x="4765816" y="3506303"/>
                  </a:lnTo>
                  <a:lnTo>
                    <a:pt x="4865023" y="3523414"/>
                  </a:lnTo>
                  <a:lnTo>
                    <a:pt x="4959074" y="3537709"/>
                  </a:lnTo>
                  <a:lnTo>
                    <a:pt x="5044020" y="3549178"/>
                  </a:lnTo>
                  <a:lnTo>
                    <a:pt x="5116276" y="3557905"/>
                  </a:lnTo>
                  <a:lnTo>
                    <a:pt x="5173267" y="3564098"/>
                  </a:lnTo>
                  <a:lnTo>
                    <a:pt x="5213955" y="3568095"/>
                  </a:lnTo>
                  <a:lnTo>
                    <a:pt x="5239119" y="3570339"/>
                  </a:lnTo>
                  <a:lnTo>
                    <a:pt x="5251345" y="3571332"/>
                  </a:lnTo>
                  <a:lnTo>
                    <a:pt x="5254815" y="3571590"/>
                  </a:lnTo>
                  <a:lnTo>
                    <a:pt x="5254955" y="3571600"/>
                  </a:lnTo>
                  <a:lnTo>
                    <a:pt x="6726343" y="3571600"/>
                  </a:lnTo>
                  <a:lnTo>
                    <a:pt x="6727580" y="3571600"/>
                  </a:lnTo>
                  <a:lnTo>
                    <a:pt x="6735702" y="3571605"/>
                  </a:lnTo>
                  <a:lnTo>
                    <a:pt x="6756123" y="3571617"/>
                  </a:lnTo>
                  <a:lnTo>
                    <a:pt x="6792501" y="3571641"/>
                  </a:lnTo>
                  <a:lnTo>
                    <a:pt x="6846456" y="3571680"/>
                  </a:lnTo>
                  <a:lnTo>
                    <a:pt x="6917452" y="3571738"/>
                  </a:lnTo>
                  <a:lnTo>
                    <a:pt x="7003020" y="3571815"/>
                  </a:lnTo>
                  <a:lnTo>
                    <a:pt x="7099336" y="3571914"/>
                  </a:lnTo>
                  <a:lnTo>
                    <a:pt x="7201982" y="3572034"/>
                  </a:lnTo>
                  <a:lnTo>
                    <a:pt x="7306677" y="3572175"/>
                  </a:lnTo>
                  <a:lnTo>
                    <a:pt x="7409805" y="3572336"/>
                  </a:lnTo>
                  <a:lnTo>
                    <a:pt x="7508682" y="3572517"/>
                  </a:lnTo>
                  <a:lnTo>
                    <a:pt x="7601585" y="3572719"/>
                  </a:lnTo>
                  <a:lnTo>
                    <a:pt x="7687639" y="3572942"/>
                  </a:lnTo>
                  <a:lnTo>
                    <a:pt x="7766629" y="3573190"/>
                  </a:lnTo>
                  <a:lnTo>
                    <a:pt x="7838816" y="3573464"/>
                  </a:lnTo>
                  <a:lnTo>
                    <a:pt x="7904768" y="3573769"/>
                  </a:lnTo>
                  <a:lnTo>
                    <a:pt x="7965235" y="3574107"/>
                  </a:lnTo>
                  <a:lnTo>
                    <a:pt x="8021052" y="3574485"/>
                  </a:lnTo>
                  <a:lnTo>
                    <a:pt x="8073070" y="3574905"/>
                  </a:lnTo>
                  <a:lnTo>
                    <a:pt x="8122106" y="3575371"/>
                  </a:lnTo>
                  <a:lnTo>
                    <a:pt x="8151487" y="3575686"/>
                  </a:lnTo>
                  <a:lnTo>
                    <a:pt x="8207719" y="3576365"/>
                  </a:lnTo>
                  <a:lnTo>
                    <a:pt x="8262102" y="3577118"/>
                  </a:lnTo>
                  <a:lnTo>
                    <a:pt x="8315389" y="3577946"/>
                  </a:lnTo>
                  <a:lnTo>
                    <a:pt x="8368113" y="3578847"/>
                  </a:lnTo>
                  <a:lnTo>
                    <a:pt x="8420633" y="3579816"/>
                  </a:lnTo>
                  <a:lnTo>
                    <a:pt x="8473161" y="3580843"/>
                  </a:lnTo>
                  <a:lnTo>
                    <a:pt x="8525792" y="3581917"/>
                  </a:lnTo>
                  <a:lnTo>
                    <a:pt x="8578534" y="3583021"/>
                  </a:lnTo>
                  <a:lnTo>
                    <a:pt x="8631335" y="3584139"/>
                  </a:lnTo>
                  <a:lnTo>
                    <a:pt x="8684115" y="3585253"/>
                  </a:lnTo>
                  <a:lnTo>
                    <a:pt x="8736805" y="3586344"/>
                  </a:lnTo>
                  <a:lnTo>
                    <a:pt x="8789379" y="3587396"/>
                  </a:lnTo>
                  <a:lnTo>
                    <a:pt x="8841884" y="3588395"/>
                  </a:lnTo>
                  <a:lnTo>
                    <a:pt x="8894471" y="3589331"/>
                  </a:lnTo>
                  <a:lnTo>
                    <a:pt x="8947422" y="3590196"/>
                  </a:lnTo>
                  <a:lnTo>
                    <a:pt x="9001178" y="3590987"/>
                  </a:lnTo>
                  <a:lnTo>
                    <a:pt x="9056376" y="3591702"/>
                  </a:lnTo>
                  <a:lnTo>
                    <a:pt x="9084767" y="3592032"/>
                  </a:lnTo>
                  <a:lnTo>
                    <a:pt x="9132316" y="3592528"/>
                  </a:lnTo>
                  <a:lnTo>
                    <a:pt x="9182384" y="3592977"/>
                  </a:lnTo>
                  <a:lnTo>
                    <a:pt x="9235734" y="3593381"/>
                  </a:lnTo>
                  <a:lnTo>
                    <a:pt x="9293202" y="3593743"/>
                  </a:lnTo>
                  <a:lnTo>
                    <a:pt x="9355640" y="3594068"/>
                  </a:lnTo>
                  <a:lnTo>
                    <a:pt x="9423860" y="3594361"/>
                  </a:lnTo>
                  <a:lnTo>
                    <a:pt x="9498556" y="3594625"/>
                  </a:lnTo>
                  <a:lnTo>
                    <a:pt x="9580197" y="3594863"/>
                  </a:lnTo>
                  <a:lnTo>
                    <a:pt x="9668887" y="3595078"/>
                  </a:lnTo>
                  <a:lnTo>
                    <a:pt x="9764186" y="3595272"/>
                  </a:lnTo>
                  <a:lnTo>
                    <a:pt x="9864917" y="3595446"/>
                  </a:lnTo>
                  <a:lnTo>
                    <a:pt x="9969003" y="3595599"/>
                  </a:lnTo>
                  <a:lnTo>
                    <a:pt x="10073395" y="3595732"/>
                  </a:lnTo>
                  <a:lnTo>
                    <a:pt x="10174181" y="3595844"/>
                  </a:lnTo>
                  <a:lnTo>
                    <a:pt x="10266952" y="3595935"/>
                  </a:lnTo>
                  <a:lnTo>
                    <a:pt x="10347423" y="3596005"/>
                  </a:lnTo>
                  <a:lnTo>
                    <a:pt x="10412195" y="3596055"/>
                  </a:lnTo>
                  <a:lnTo>
                    <a:pt x="10459477" y="3596088"/>
                  </a:lnTo>
                  <a:lnTo>
                    <a:pt x="10489540" y="3596107"/>
                  </a:lnTo>
                  <a:lnTo>
                    <a:pt x="10504798" y="3596116"/>
                  </a:lnTo>
                  <a:lnTo>
                    <a:pt x="10509604" y="3596119"/>
                  </a:lnTo>
                  <a:lnTo>
                    <a:pt x="10509911" y="3596119"/>
                  </a:lnTo>
                  <a:lnTo>
                    <a:pt x="11981298" y="3596119"/>
                  </a:lnTo>
                  <a:lnTo>
                    <a:pt x="11981298" y="3571600"/>
                  </a:lnTo>
                  <a:lnTo>
                    <a:pt x="10509911" y="3571600"/>
                  </a:lnTo>
                  <a:lnTo>
                    <a:pt x="10508673" y="3571599"/>
                  </a:lnTo>
                  <a:lnTo>
                    <a:pt x="10500551" y="3571595"/>
                  </a:lnTo>
                  <a:lnTo>
                    <a:pt x="10480130" y="3571583"/>
                  </a:lnTo>
                  <a:lnTo>
                    <a:pt x="10443752" y="3571559"/>
                  </a:lnTo>
                  <a:lnTo>
                    <a:pt x="10389797" y="3571520"/>
                  </a:lnTo>
                  <a:lnTo>
                    <a:pt x="10318801" y="3571462"/>
                  </a:lnTo>
                  <a:lnTo>
                    <a:pt x="10233233" y="3571384"/>
                  </a:lnTo>
                  <a:lnTo>
                    <a:pt x="10136917" y="3571285"/>
                  </a:lnTo>
                  <a:lnTo>
                    <a:pt x="10034271" y="3571165"/>
                  </a:lnTo>
                  <a:lnTo>
                    <a:pt x="9929577" y="3571025"/>
                  </a:lnTo>
                  <a:lnTo>
                    <a:pt x="9826448" y="3570864"/>
                  </a:lnTo>
                  <a:lnTo>
                    <a:pt x="9727571" y="3570683"/>
                  </a:lnTo>
                  <a:lnTo>
                    <a:pt x="9634668" y="3570481"/>
                  </a:lnTo>
                  <a:lnTo>
                    <a:pt x="9548614" y="3570257"/>
                  </a:lnTo>
                  <a:lnTo>
                    <a:pt x="9469624" y="3570010"/>
                  </a:lnTo>
                  <a:lnTo>
                    <a:pt x="9397437" y="3569735"/>
                  </a:lnTo>
                  <a:lnTo>
                    <a:pt x="9331485" y="3569431"/>
                  </a:lnTo>
                  <a:lnTo>
                    <a:pt x="9271018" y="3569092"/>
                  </a:lnTo>
                  <a:lnTo>
                    <a:pt x="9215202" y="3568715"/>
                  </a:lnTo>
                  <a:lnTo>
                    <a:pt x="9163183" y="3568295"/>
                  </a:lnTo>
                  <a:lnTo>
                    <a:pt x="9114148" y="3567828"/>
                  </a:lnTo>
                  <a:lnTo>
                    <a:pt x="9084767" y="3567513"/>
                  </a:lnTo>
                  <a:lnTo>
                    <a:pt x="9028534" y="3566835"/>
                  </a:lnTo>
                  <a:lnTo>
                    <a:pt x="8974151" y="3566082"/>
                  </a:lnTo>
                  <a:lnTo>
                    <a:pt x="8920864" y="3565254"/>
                  </a:lnTo>
                  <a:lnTo>
                    <a:pt x="8868140" y="3564353"/>
                  </a:lnTo>
                  <a:lnTo>
                    <a:pt x="8815620" y="3563384"/>
                  </a:lnTo>
                  <a:lnTo>
                    <a:pt x="8763093" y="3562356"/>
                  </a:lnTo>
                  <a:lnTo>
                    <a:pt x="8710461" y="3561283"/>
                  </a:lnTo>
                  <a:lnTo>
                    <a:pt x="8657719" y="3560178"/>
                  </a:lnTo>
                  <a:lnTo>
                    <a:pt x="8604919" y="3559060"/>
                  </a:lnTo>
                  <a:lnTo>
                    <a:pt x="8552139" y="3557947"/>
                  </a:lnTo>
                  <a:lnTo>
                    <a:pt x="8499448" y="3556856"/>
                  </a:lnTo>
                  <a:lnTo>
                    <a:pt x="8446874" y="3555804"/>
                  </a:lnTo>
                  <a:lnTo>
                    <a:pt x="8394369" y="3554804"/>
                  </a:lnTo>
                  <a:lnTo>
                    <a:pt x="8341782" y="3553868"/>
                  </a:lnTo>
                  <a:lnTo>
                    <a:pt x="8288831" y="3553003"/>
                  </a:lnTo>
                  <a:lnTo>
                    <a:pt x="8235075" y="3552213"/>
                  </a:lnTo>
                  <a:lnTo>
                    <a:pt x="8179877" y="3551497"/>
                  </a:lnTo>
                  <a:lnTo>
                    <a:pt x="8151487" y="3551167"/>
                  </a:lnTo>
                  <a:lnTo>
                    <a:pt x="8103938" y="3550671"/>
                  </a:lnTo>
                  <a:lnTo>
                    <a:pt x="8053870" y="3550222"/>
                  </a:lnTo>
                  <a:lnTo>
                    <a:pt x="8000519" y="3549819"/>
                  </a:lnTo>
                  <a:lnTo>
                    <a:pt x="7943052" y="3549456"/>
                  </a:lnTo>
                  <a:lnTo>
                    <a:pt x="7880614" y="3549131"/>
                  </a:lnTo>
                  <a:lnTo>
                    <a:pt x="7812394" y="3548838"/>
                  </a:lnTo>
                  <a:lnTo>
                    <a:pt x="7737698" y="3548575"/>
                  </a:lnTo>
                  <a:lnTo>
                    <a:pt x="7656056" y="3548336"/>
                  </a:lnTo>
                  <a:lnTo>
                    <a:pt x="7567366" y="3548121"/>
                  </a:lnTo>
                  <a:lnTo>
                    <a:pt x="7472068" y="3547927"/>
                  </a:lnTo>
                  <a:lnTo>
                    <a:pt x="7371337" y="3547754"/>
                  </a:lnTo>
                  <a:lnTo>
                    <a:pt x="7267250" y="3547600"/>
                  </a:lnTo>
                  <a:lnTo>
                    <a:pt x="7162859" y="3547467"/>
                  </a:lnTo>
                  <a:lnTo>
                    <a:pt x="7062073" y="3547355"/>
                  </a:lnTo>
                  <a:lnTo>
                    <a:pt x="6969301" y="3547265"/>
                  </a:lnTo>
                  <a:lnTo>
                    <a:pt x="6888830" y="3547195"/>
                  </a:lnTo>
                  <a:lnTo>
                    <a:pt x="6824058" y="3547144"/>
                  </a:lnTo>
                  <a:lnTo>
                    <a:pt x="6776776" y="3547111"/>
                  </a:lnTo>
                  <a:lnTo>
                    <a:pt x="6746714" y="3547092"/>
                  </a:lnTo>
                  <a:lnTo>
                    <a:pt x="6731455" y="3547083"/>
                  </a:lnTo>
                  <a:lnTo>
                    <a:pt x="6726649" y="3547081"/>
                  </a:lnTo>
                  <a:lnTo>
                    <a:pt x="6726343" y="3547081"/>
                  </a:lnTo>
                  <a:lnTo>
                    <a:pt x="5254955" y="3547081"/>
                  </a:lnTo>
                  <a:lnTo>
                    <a:pt x="5253854" y="3547002"/>
                  </a:lnTo>
                  <a:lnTo>
                    <a:pt x="5246609" y="3546439"/>
                  </a:lnTo>
                  <a:lnTo>
                    <a:pt x="5228328" y="3544884"/>
                  </a:lnTo>
                  <a:lnTo>
                    <a:pt x="5195598" y="3541822"/>
                  </a:lnTo>
                  <a:lnTo>
                    <a:pt x="5146721" y="3536774"/>
                  </a:lnTo>
                  <a:lnTo>
                    <a:pt x="5081845" y="3529345"/>
                  </a:lnTo>
                  <a:lnTo>
                    <a:pt x="5002830" y="3519262"/>
                  </a:lnTo>
                  <a:lnTo>
                    <a:pt x="4912835" y="3506380"/>
                  </a:lnTo>
                  <a:lnTo>
                    <a:pt x="4815708" y="3490669"/>
                  </a:lnTo>
                  <a:lnTo>
                    <a:pt x="4715356" y="3472167"/>
                  </a:lnTo>
                  <a:lnTo>
                    <a:pt x="4615252" y="3450937"/>
                  </a:lnTo>
                  <a:lnTo>
                    <a:pt x="4518129" y="3427015"/>
                  </a:lnTo>
                  <a:lnTo>
                    <a:pt x="4425892" y="3400374"/>
                  </a:lnTo>
                  <a:lnTo>
                    <a:pt x="4339666" y="3370906"/>
                  </a:lnTo>
                  <a:lnTo>
                    <a:pt x="4259925" y="3338403"/>
                  </a:lnTo>
                  <a:lnTo>
                    <a:pt x="4186654" y="3302564"/>
                  </a:lnTo>
                  <a:lnTo>
                    <a:pt x="4119497" y="3262991"/>
                  </a:lnTo>
                  <a:lnTo>
                    <a:pt x="4057879" y="3219204"/>
                  </a:lnTo>
                  <a:lnTo>
                    <a:pt x="4001102" y="3170664"/>
                  </a:lnTo>
                  <a:lnTo>
                    <a:pt x="3948415" y="3116805"/>
                  </a:lnTo>
                  <a:lnTo>
                    <a:pt x="3899064" y="3057101"/>
                  </a:lnTo>
                  <a:lnTo>
                    <a:pt x="3852339" y="2991167"/>
                  </a:lnTo>
                  <a:lnTo>
                    <a:pt x="3829811" y="2955901"/>
                  </a:lnTo>
                  <a:lnTo>
                    <a:pt x="3795466" y="2897695"/>
                  </a:lnTo>
                  <a:lnTo>
                    <a:pt x="3761930" y="2835586"/>
                  </a:lnTo>
                  <a:lnTo>
                    <a:pt x="3729002" y="2769496"/>
                  </a:lnTo>
                  <a:lnTo>
                    <a:pt x="3696515" y="2699395"/>
                  </a:lnTo>
                  <a:lnTo>
                    <a:pt x="3664336" y="2625314"/>
                  </a:lnTo>
                  <a:lnTo>
                    <a:pt x="3632355" y="2547345"/>
                  </a:lnTo>
                  <a:lnTo>
                    <a:pt x="3600487" y="2465646"/>
                  </a:lnTo>
                  <a:lnTo>
                    <a:pt x="3568668" y="2380447"/>
                  </a:lnTo>
                  <a:lnTo>
                    <a:pt x="3536853" y="2292042"/>
                  </a:lnTo>
                  <a:lnTo>
                    <a:pt x="3505012" y="2200798"/>
                  </a:lnTo>
                  <a:lnTo>
                    <a:pt x="3473131" y="2107139"/>
                  </a:lnTo>
                  <a:lnTo>
                    <a:pt x="3441205" y="2011547"/>
                  </a:lnTo>
                  <a:lnTo>
                    <a:pt x="3409241" y="1914552"/>
                  </a:lnTo>
                  <a:lnTo>
                    <a:pt x="3377252" y="1816714"/>
                  </a:lnTo>
                  <a:lnTo>
                    <a:pt x="3345256" y="1718617"/>
                  </a:lnTo>
                  <a:lnTo>
                    <a:pt x="3313269" y="1620849"/>
                  </a:lnTo>
                  <a:lnTo>
                    <a:pt x="3281309" y="1523993"/>
                  </a:lnTo>
                  <a:lnTo>
                    <a:pt x="3249389" y="1428606"/>
                  </a:lnTo>
                  <a:lnTo>
                    <a:pt x="3217512" y="1335212"/>
                  </a:lnTo>
                  <a:lnTo>
                    <a:pt x="3185676" y="1244286"/>
                  </a:lnTo>
                  <a:lnTo>
                    <a:pt x="3153862" y="1156248"/>
                  </a:lnTo>
                  <a:lnTo>
                    <a:pt x="3122040" y="1071454"/>
                  </a:lnTo>
                  <a:lnTo>
                    <a:pt x="3090162" y="990192"/>
                  </a:lnTo>
                  <a:lnTo>
                    <a:pt x="3058162" y="912682"/>
                  </a:lnTo>
                  <a:lnTo>
                    <a:pt x="3025952" y="839074"/>
                  </a:lnTo>
                  <a:lnTo>
                    <a:pt x="2993421" y="769453"/>
                  </a:lnTo>
                  <a:lnTo>
                    <a:pt x="2960429" y="703842"/>
                  </a:lnTo>
                  <a:lnTo>
                    <a:pt x="2926807" y="642207"/>
                  </a:lnTo>
                  <a:lnTo>
                    <a:pt x="2896531" y="591180"/>
                  </a:lnTo>
                  <a:lnTo>
                    <a:pt x="2850875" y="522079"/>
                  </a:lnTo>
                  <a:lnTo>
                    <a:pt x="2802918" y="459301"/>
                  </a:lnTo>
                  <a:lnTo>
                    <a:pt x="2751988" y="402586"/>
                  </a:lnTo>
                  <a:lnTo>
                    <a:pt x="2697347" y="351462"/>
                  </a:lnTo>
                  <a:lnTo>
                    <a:pt x="2638236" y="305374"/>
                  </a:lnTo>
                  <a:lnTo>
                    <a:pt x="2573923" y="263763"/>
                  </a:lnTo>
                  <a:lnTo>
                    <a:pt x="2503763" y="226116"/>
                  </a:lnTo>
                  <a:lnTo>
                    <a:pt x="2427277" y="191993"/>
                  </a:lnTo>
                  <a:lnTo>
                    <a:pt x="2344261" y="161043"/>
                  </a:lnTo>
                  <a:lnTo>
                    <a:pt x="2254926" y="133011"/>
                  </a:lnTo>
                  <a:lnTo>
                    <a:pt x="2160054" y="107741"/>
                  </a:lnTo>
                  <a:lnTo>
                    <a:pt x="2061147" y="85166"/>
                  </a:lnTo>
                  <a:lnTo>
                    <a:pt x="1960526" y="65297"/>
                  </a:lnTo>
                  <a:lnTo>
                    <a:pt x="1861320" y="48186"/>
                  </a:lnTo>
                  <a:lnTo>
                    <a:pt x="1767268" y="33891"/>
                  </a:lnTo>
                  <a:lnTo>
                    <a:pt x="1682322" y="22421"/>
                  </a:lnTo>
                  <a:lnTo>
                    <a:pt x="1610066" y="13695"/>
                  </a:lnTo>
                  <a:lnTo>
                    <a:pt x="1553075" y="7501"/>
                  </a:lnTo>
                  <a:lnTo>
                    <a:pt x="1512387" y="3504"/>
                  </a:lnTo>
                  <a:lnTo>
                    <a:pt x="1487223" y="1260"/>
                  </a:lnTo>
                  <a:lnTo>
                    <a:pt x="1474997" y="267"/>
                  </a:lnTo>
                  <a:lnTo>
                    <a:pt x="1471528" y="9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483" name="pl483"/>
            <p:cNvSpPr/>
            <p:nvPr/>
          </p:nvSpPr>
          <p:spPr>
            <a:xfrm>
              <a:off x="4799595" y="6181201"/>
              <a:ext cx="11981298" cy="3571600"/>
            </a:xfrm>
            <a:custGeom>
              <a:avLst/>
              <a:pathLst>
                <a:path w="11981298" h="3571600">
                  <a:moveTo>
                    <a:pt x="0" y="0"/>
                  </a:moveTo>
                  <a:lnTo>
                    <a:pt x="1471387" y="0"/>
                  </a:lnTo>
                  <a:lnTo>
                    <a:pt x="1472488" y="78"/>
                  </a:lnTo>
                  <a:lnTo>
                    <a:pt x="1479733" y="641"/>
                  </a:lnTo>
                  <a:lnTo>
                    <a:pt x="1498014" y="2196"/>
                  </a:lnTo>
                  <a:lnTo>
                    <a:pt x="1530744" y="5258"/>
                  </a:lnTo>
                  <a:lnTo>
                    <a:pt x="1579621" y="10306"/>
                  </a:lnTo>
                  <a:lnTo>
                    <a:pt x="1644497" y="17735"/>
                  </a:lnTo>
                  <a:lnTo>
                    <a:pt x="1723512" y="27818"/>
                  </a:lnTo>
                  <a:lnTo>
                    <a:pt x="1813507" y="40700"/>
                  </a:lnTo>
                  <a:lnTo>
                    <a:pt x="1910634" y="56411"/>
                  </a:lnTo>
                  <a:lnTo>
                    <a:pt x="2010986" y="74913"/>
                  </a:lnTo>
                  <a:lnTo>
                    <a:pt x="2111091" y="96143"/>
                  </a:lnTo>
                  <a:lnTo>
                    <a:pt x="2208213" y="120065"/>
                  </a:lnTo>
                  <a:lnTo>
                    <a:pt x="2300450" y="146706"/>
                  </a:lnTo>
                  <a:lnTo>
                    <a:pt x="2386676" y="176175"/>
                  </a:lnTo>
                  <a:lnTo>
                    <a:pt x="2466417" y="208677"/>
                  </a:lnTo>
                  <a:lnTo>
                    <a:pt x="2539688" y="244516"/>
                  </a:lnTo>
                  <a:lnTo>
                    <a:pt x="2606845" y="284089"/>
                  </a:lnTo>
                  <a:lnTo>
                    <a:pt x="2668463" y="327876"/>
                  </a:lnTo>
                  <a:lnTo>
                    <a:pt x="2725240" y="376416"/>
                  </a:lnTo>
                  <a:lnTo>
                    <a:pt x="2777927" y="430275"/>
                  </a:lnTo>
                  <a:lnTo>
                    <a:pt x="2827278" y="489979"/>
                  </a:lnTo>
                  <a:lnTo>
                    <a:pt x="2874003" y="555913"/>
                  </a:lnTo>
                  <a:lnTo>
                    <a:pt x="2896531" y="591180"/>
                  </a:lnTo>
                  <a:lnTo>
                    <a:pt x="2930876" y="649385"/>
                  </a:lnTo>
                  <a:lnTo>
                    <a:pt x="2964412" y="711494"/>
                  </a:lnTo>
                  <a:lnTo>
                    <a:pt x="2997340" y="777585"/>
                  </a:lnTo>
                  <a:lnTo>
                    <a:pt x="3029827" y="847685"/>
                  </a:lnTo>
                  <a:lnTo>
                    <a:pt x="3062006" y="921767"/>
                  </a:lnTo>
                  <a:lnTo>
                    <a:pt x="3093987" y="999736"/>
                  </a:lnTo>
                  <a:lnTo>
                    <a:pt x="3125855" y="1081434"/>
                  </a:lnTo>
                  <a:lnTo>
                    <a:pt x="3157674" y="1166634"/>
                  </a:lnTo>
                  <a:lnTo>
                    <a:pt x="3189489" y="1255038"/>
                  </a:lnTo>
                  <a:lnTo>
                    <a:pt x="3221330" y="1346283"/>
                  </a:lnTo>
                  <a:lnTo>
                    <a:pt x="3253212" y="1439942"/>
                  </a:lnTo>
                  <a:lnTo>
                    <a:pt x="3285137" y="1535533"/>
                  </a:lnTo>
                  <a:lnTo>
                    <a:pt x="3317101" y="1632528"/>
                  </a:lnTo>
                  <a:lnTo>
                    <a:pt x="3349090" y="1730366"/>
                  </a:lnTo>
                  <a:lnTo>
                    <a:pt x="3381087" y="1828464"/>
                  </a:lnTo>
                  <a:lnTo>
                    <a:pt x="3413073" y="1926231"/>
                  </a:lnTo>
                  <a:lnTo>
                    <a:pt x="3445033" y="2023087"/>
                  </a:lnTo>
                  <a:lnTo>
                    <a:pt x="3476953" y="2118474"/>
                  </a:lnTo>
                  <a:lnTo>
                    <a:pt x="3508830" y="2211868"/>
                  </a:lnTo>
                  <a:lnTo>
                    <a:pt x="3540667" y="2302794"/>
                  </a:lnTo>
                  <a:lnTo>
                    <a:pt x="3572480" y="2390832"/>
                  </a:lnTo>
                  <a:lnTo>
                    <a:pt x="3604302" y="2475626"/>
                  </a:lnTo>
                  <a:lnTo>
                    <a:pt x="3636180" y="2556888"/>
                  </a:lnTo>
                  <a:lnTo>
                    <a:pt x="3668180" y="2634399"/>
                  </a:lnTo>
                  <a:lnTo>
                    <a:pt x="3700390" y="2708007"/>
                  </a:lnTo>
                  <a:lnTo>
                    <a:pt x="3732922" y="2777627"/>
                  </a:lnTo>
                  <a:lnTo>
                    <a:pt x="3765913" y="2843238"/>
                  </a:lnTo>
                  <a:lnTo>
                    <a:pt x="3799535" y="2904874"/>
                  </a:lnTo>
                  <a:lnTo>
                    <a:pt x="3829811" y="2955901"/>
                  </a:lnTo>
                  <a:lnTo>
                    <a:pt x="3875467" y="3025002"/>
                  </a:lnTo>
                  <a:lnTo>
                    <a:pt x="3923424" y="3087780"/>
                  </a:lnTo>
                  <a:lnTo>
                    <a:pt x="3974354" y="3144494"/>
                  </a:lnTo>
                  <a:lnTo>
                    <a:pt x="4028995" y="3195618"/>
                  </a:lnTo>
                  <a:lnTo>
                    <a:pt x="4088106" y="3241706"/>
                  </a:lnTo>
                  <a:lnTo>
                    <a:pt x="4152419" y="3283317"/>
                  </a:lnTo>
                  <a:lnTo>
                    <a:pt x="4222579" y="3320964"/>
                  </a:lnTo>
                  <a:lnTo>
                    <a:pt x="4299065" y="3355087"/>
                  </a:lnTo>
                  <a:lnTo>
                    <a:pt x="4382081" y="3386037"/>
                  </a:lnTo>
                  <a:lnTo>
                    <a:pt x="4471416" y="3414069"/>
                  </a:lnTo>
                  <a:lnTo>
                    <a:pt x="4566288" y="3439339"/>
                  </a:lnTo>
                  <a:lnTo>
                    <a:pt x="4665195" y="3461914"/>
                  </a:lnTo>
                  <a:lnTo>
                    <a:pt x="4765816" y="3481784"/>
                  </a:lnTo>
                  <a:lnTo>
                    <a:pt x="4865023" y="3498895"/>
                  </a:lnTo>
                  <a:lnTo>
                    <a:pt x="4959074" y="3513190"/>
                  </a:lnTo>
                  <a:lnTo>
                    <a:pt x="5044020" y="3524659"/>
                  </a:lnTo>
                  <a:lnTo>
                    <a:pt x="5116276" y="3533386"/>
                  </a:lnTo>
                  <a:lnTo>
                    <a:pt x="5173267" y="3539579"/>
                  </a:lnTo>
                  <a:lnTo>
                    <a:pt x="5213955" y="3543576"/>
                  </a:lnTo>
                  <a:lnTo>
                    <a:pt x="5239119" y="3545820"/>
                  </a:lnTo>
                  <a:lnTo>
                    <a:pt x="5251345" y="3546813"/>
                  </a:lnTo>
                  <a:lnTo>
                    <a:pt x="5254815" y="3547071"/>
                  </a:lnTo>
                  <a:lnTo>
                    <a:pt x="5254955" y="3547081"/>
                  </a:lnTo>
                  <a:lnTo>
                    <a:pt x="6726343" y="3547081"/>
                  </a:lnTo>
                  <a:lnTo>
                    <a:pt x="6727580" y="3547081"/>
                  </a:lnTo>
                  <a:lnTo>
                    <a:pt x="6735702" y="3547086"/>
                  </a:lnTo>
                  <a:lnTo>
                    <a:pt x="6756123" y="3547098"/>
                  </a:lnTo>
                  <a:lnTo>
                    <a:pt x="6792501" y="3547122"/>
                  </a:lnTo>
                  <a:lnTo>
                    <a:pt x="6846456" y="3547161"/>
                  </a:lnTo>
                  <a:lnTo>
                    <a:pt x="6917452" y="3547219"/>
                  </a:lnTo>
                  <a:lnTo>
                    <a:pt x="7003020" y="3547296"/>
                  </a:lnTo>
                  <a:lnTo>
                    <a:pt x="7099336" y="3547395"/>
                  </a:lnTo>
                  <a:lnTo>
                    <a:pt x="7201982" y="3547515"/>
                  </a:lnTo>
                  <a:lnTo>
                    <a:pt x="7306677" y="3547656"/>
                  </a:lnTo>
                  <a:lnTo>
                    <a:pt x="7409805" y="3547817"/>
                  </a:lnTo>
                  <a:lnTo>
                    <a:pt x="7508682" y="3547998"/>
                  </a:lnTo>
                  <a:lnTo>
                    <a:pt x="7601585" y="3548200"/>
                  </a:lnTo>
                  <a:lnTo>
                    <a:pt x="7687639" y="3548423"/>
                  </a:lnTo>
                  <a:lnTo>
                    <a:pt x="7766629" y="3548671"/>
                  </a:lnTo>
                  <a:lnTo>
                    <a:pt x="7838816" y="3548945"/>
                  </a:lnTo>
                  <a:lnTo>
                    <a:pt x="7904768" y="3549250"/>
                  </a:lnTo>
                  <a:lnTo>
                    <a:pt x="7965235" y="3549588"/>
                  </a:lnTo>
                  <a:lnTo>
                    <a:pt x="8021052" y="3549966"/>
                  </a:lnTo>
                  <a:lnTo>
                    <a:pt x="8073070" y="3550386"/>
                  </a:lnTo>
                  <a:lnTo>
                    <a:pt x="8122106" y="3550852"/>
                  </a:lnTo>
                  <a:lnTo>
                    <a:pt x="8151487" y="3551167"/>
                  </a:lnTo>
                  <a:lnTo>
                    <a:pt x="8207719" y="3551846"/>
                  </a:lnTo>
                  <a:lnTo>
                    <a:pt x="8262102" y="3552599"/>
                  </a:lnTo>
                  <a:lnTo>
                    <a:pt x="8315389" y="3553427"/>
                  </a:lnTo>
                  <a:lnTo>
                    <a:pt x="8368113" y="3554328"/>
                  </a:lnTo>
                  <a:lnTo>
                    <a:pt x="8420633" y="3555297"/>
                  </a:lnTo>
                  <a:lnTo>
                    <a:pt x="8473161" y="3556324"/>
                  </a:lnTo>
                  <a:lnTo>
                    <a:pt x="8525792" y="3557398"/>
                  </a:lnTo>
                  <a:lnTo>
                    <a:pt x="8578534" y="3558502"/>
                  </a:lnTo>
                  <a:lnTo>
                    <a:pt x="8631335" y="3559620"/>
                  </a:lnTo>
                  <a:lnTo>
                    <a:pt x="8684115" y="3560734"/>
                  </a:lnTo>
                  <a:lnTo>
                    <a:pt x="8736805" y="3561825"/>
                  </a:lnTo>
                  <a:lnTo>
                    <a:pt x="8789379" y="3562877"/>
                  </a:lnTo>
                  <a:lnTo>
                    <a:pt x="8841884" y="3563876"/>
                  </a:lnTo>
                  <a:lnTo>
                    <a:pt x="8894471" y="3564812"/>
                  </a:lnTo>
                  <a:lnTo>
                    <a:pt x="8947422" y="3565677"/>
                  </a:lnTo>
                  <a:lnTo>
                    <a:pt x="9001178" y="3566468"/>
                  </a:lnTo>
                  <a:lnTo>
                    <a:pt x="9056376" y="3567183"/>
                  </a:lnTo>
                  <a:lnTo>
                    <a:pt x="9084767" y="3567513"/>
                  </a:lnTo>
                  <a:lnTo>
                    <a:pt x="9132316" y="3568009"/>
                  </a:lnTo>
                  <a:lnTo>
                    <a:pt x="9182384" y="3568458"/>
                  </a:lnTo>
                  <a:lnTo>
                    <a:pt x="9235734" y="3568862"/>
                  </a:lnTo>
                  <a:lnTo>
                    <a:pt x="9293202" y="3569224"/>
                  </a:lnTo>
                  <a:lnTo>
                    <a:pt x="9355640" y="3569549"/>
                  </a:lnTo>
                  <a:lnTo>
                    <a:pt x="9423860" y="3569842"/>
                  </a:lnTo>
                  <a:lnTo>
                    <a:pt x="9498556" y="3570106"/>
                  </a:lnTo>
                  <a:lnTo>
                    <a:pt x="9580197" y="3570344"/>
                  </a:lnTo>
                  <a:lnTo>
                    <a:pt x="9668887" y="3570559"/>
                  </a:lnTo>
                  <a:lnTo>
                    <a:pt x="9764186" y="3570753"/>
                  </a:lnTo>
                  <a:lnTo>
                    <a:pt x="9864917" y="3570927"/>
                  </a:lnTo>
                  <a:lnTo>
                    <a:pt x="9969003" y="3571080"/>
                  </a:lnTo>
                  <a:lnTo>
                    <a:pt x="10073395" y="3571213"/>
                  </a:lnTo>
                  <a:lnTo>
                    <a:pt x="10174181" y="3571325"/>
                  </a:lnTo>
                  <a:lnTo>
                    <a:pt x="10266952" y="3571416"/>
                  </a:lnTo>
                  <a:lnTo>
                    <a:pt x="10347423" y="3571486"/>
                  </a:lnTo>
                  <a:lnTo>
                    <a:pt x="10412195" y="3571536"/>
                  </a:lnTo>
                  <a:lnTo>
                    <a:pt x="10459477" y="3571569"/>
                  </a:lnTo>
                  <a:lnTo>
                    <a:pt x="10489540" y="3571588"/>
                  </a:lnTo>
                  <a:lnTo>
                    <a:pt x="10504798" y="3571597"/>
                  </a:lnTo>
                  <a:lnTo>
                    <a:pt x="10509604" y="3571600"/>
                  </a:lnTo>
                  <a:lnTo>
                    <a:pt x="10509911" y="3571600"/>
                  </a:lnTo>
                  <a:lnTo>
                    <a:pt x="11981298" y="357160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84" name="pl484"/>
            <p:cNvSpPr/>
            <p:nvPr/>
          </p:nvSpPr>
          <p:spPr>
            <a:xfrm>
              <a:off x="4799595" y="6156682"/>
              <a:ext cx="11981298" cy="3571600"/>
            </a:xfrm>
            <a:custGeom>
              <a:avLst/>
              <a:pathLst>
                <a:path w="11981298" h="3571600">
                  <a:moveTo>
                    <a:pt x="11981298" y="3571600"/>
                  </a:moveTo>
                  <a:lnTo>
                    <a:pt x="10509911" y="3571600"/>
                  </a:lnTo>
                  <a:lnTo>
                    <a:pt x="10508673" y="3571599"/>
                  </a:lnTo>
                  <a:lnTo>
                    <a:pt x="10500551" y="3571595"/>
                  </a:lnTo>
                  <a:lnTo>
                    <a:pt x="10480130" y="3571583"/>
                  </a:lnTo>
                  <a:lnTo>
                    <a:pt x="10443752" y="3571559"/>
                  </a:lnTo>
                  <a:lnTo>
                    <a:pt x="10389797" y="3571520"/>
                  </a:lnTo>
                  <a:lnTo>
                    <a:pt x="10318801" y="3571462"/>
                  </a:lnTo>
                  <a:lnTo>
                    <a:pt x="10233233" y="3571384"/>
                  </a:lnTo>
                  <a:lnTo>
                    <a:pt x="10136917" y="3571285"/>
                  </a:lnTo>
                  <a:lnTo>
                    <a:pt x="10034271" y="3571165"/>
                  </a:lnTo>
                  <a:lnTo>
                    <a:pt x="9929577" y="3571025"/>
                  </a:lnTo>
                  <a:lnTo>
                    <a:pt x="9826448" y="3570864"/>
                  </a:lnTo>
                  <a:lnTo>
                    <a:pt x="9727571" y="3570683"/>
                  </a:lnTo>
                  <a:lnTo>
                    <a:pt x="9634668" y="3570481"/>
                  </a:lnTo>
                  <a:lnTo>
                    <a:pt x="9548614" y="3570257"/>
                  </a:lnTo>
                  <a:lnTo>
                    <a:pt x="9469624" y="3570010"/>
                  </a:lnTo>
                  <a:lnTo>
                    <a:pt x="9397437" y="3569735"/>
                  </a:lnTo>
                  <a:lnTo>
                    <a:pt x="9331485" y="3569431"/>
                  </a:lnTo>
                  <a:lnTo>
                    <a:pt x="9271018" y="3569092"/>
                  </a:lnTo>
                  <a:lnTo>
                    <a:pt x="9215202" y="3568715"/>
                  </a:lnTo>
                  <a:lnTo>
                    <a:pt x="9163183" y="3568295"/>
                  </a:lnTo>
                  <a:lnTo>
                    <a:pt x="9114148" y="3567828"/>
                  </a:lnTo>
                  <a:lnTo>
                    <a:pt x="9084767" y="3567513"/>
                  </a:lnTo>
                  <a:lnTo>
                    <a:pt x="9028534" y="3566835"/>
                  </a:lnTo>
                  <a:lnTo>
                    <a:pt x="8974151" y="3566082"/>
                  </a:lnTo>
                  <a:lnTo>
                    <a:pt x="8920864" y="3565254"/>
                  </a:lnTo>
                  <a:lnTo>
                    <a:pt x="8868140" y="3564353"/>
                  </a:lnTo>
                  <a:lnTo>
                    <a:pt x="8815620" y="3563384"/>
                  </a:lnTo>
                  <a:lnTo>
                    <a:pt x="8763093" y="3562356"/>
                  </a:lnTo>
                  <a:lnTo>
                    <a:pt x="8710461" y="3561283"/>
                  </a:lnTo>
                  <a:lnTo>
                    <a:pt x="8657719" y="3560178"/>
                  </a:lnTo>
                  <a:lnTo>
                    <a:pt x="8604919" y="3559060"/>
                  </a:lnTo>
                  <a:lnTo>
                    <a:pt x="8552139" y="3557947"/>
                  </a:lnTo>
                  <a:lnTo>
                    <a:pt x="8499448" y="3556856"/>
                  </a:lnTo>
                  <a:lnTo>
                    <a:pt x="8446874" y="3555804"/>
                  </a:lnTo>
                  <a:lnTo>
                    <a:pt x="8394369" y="3554804"/>
                  </a:lnTo>
                  <a:lnTo>
                    <a:pt x="8341782" y="3553868"/>
                  </a:lnTo>
                  <a:lnTo>
                    <a:pt x="8288831" y="3553003"/>
                  </a:lnTo>
                  <a:lnTo>
                    <a:pt x="8235075" y="3552213"/>
                  </a:lnTo>
                  <a:lnTo>
                    <a:pt x="8179877" y="3551497"/>
                  </a:lnTo>
                  <a:lnTo>
                    <a:pt x="8151487" y="3551167"/>
                  </a:lnTo>
                  <a:lnTo>
                    <a:pt x="8103938" y="3550671"/>
                  </a:lnTo>
                  <a:lnTo>
                    <a:pt x="8053870" y="3550222"/>
                  </a:lnTo>
                  <a:lnTo>
                    <a:pt x="8000519" y="3549819"/>
                  </a:lnTo>
                  <a:lnTo>
                    <a:pt x="7943052" y="3549456"/>
                  </a:lnTo>
                  <a:lnTo>
                    <a:pt x="7880614" y="3549131"/>
                  </a:lnTo>
                  <a:lnTo>
                    <a:pt x="7812394" y="3548838"/>
                  </a:lnTo>
                  <a:lnTo>
                    <a:pt x="7737698" y="3548575"/>
                  </a:lnTo>
                  <a:lnTo>
                    <a:pt x="7656056" y="3548336"/>
                  </a:lnTo>
                  <a:lnTo>
                    <a:pt x="7567366" y="3548121"/>
                  </a:lnTo>
                  <a:lnTo>
                    <a:pt x="7472068" y="3547927"/>
                  </a:lnTo>
                  <a:lnTo>
                    <a:pt x="7371337" y="3547754"/>
                  </a:lnTo>
                  <a:lnTo>
                    <a:pt x="7267250" y="3547600"/>
                  </a:lnTo>
                  <a:lnTo>
                    <a:pt x="7162859" y="3547467"/>
                  </a:lnTo>
                  <a:lnTo>
                    <a:pt x="7062073" y="3547355"/>
                  </a:lnTo>
                  <a:lnTo>
                    <a:pt x="6969301" y="3547265"/>
                  </a:lnTo>
                  <a:lnTo>
                    <a:pt x="6888830" y="3547195"/>
                  </a:lnTo>
                  <a:lnTo>
                    <a:pt x="6824058" y="3547144"/>
                  </a:lnTo>
                  <a:lnTo>
                    <a:pt x="6776776" y="3547111"/>
                  </a:lnTo>
                  <a:lnTo>
                    <a:pt x="6746714" y="3547092"/>
                  </a:lnTo>
                  <a:lnTo>
                    <a:pt x="6731455" y="3547083"/>
                  </a:lnTo>
                  <a:lnTo>
                    <a:pt x="6726649" y="3547081"/>
                  </a:lnTo>
                  <a:lnTo>
                    <a:pt x="6726343" y="3547081"/>
                  </a:lnTo>
                  <a:lnTo>
                    <a:pt x="5254955" y="3547081"/>
                  </a:lnTo>
                  <a:lnTo>
                    <a:pt x="5253854" y="3547002"/>
                  </a:lnTo>
                  <a:lnTo>
                    <a:pt x="5246609" y="3546439"/>
                  </a:lnTo>
                  <a:lnTo>
                    <a:pt x="5228328" y="3544884"/>
                  </a:lnTo>
                  <a:lnTo>
                    <a:pt x="5195598" y="3541822"/>
                  </a:lnTo>
                  <a:lnTo>
                    <a:pt x="5146721" y="3536774"/>
                  </a:lnTo>
                  <a:lnTo>
                    <a:pt x="5081845" y="3529345"/>
                  </a:lnTo>
                  <a:lnTo>
                    <a:pt x="5002830" y="3519262"/>
                  </a:lnTo>
                  <a:lnTo>
                    <a:pt x="4912835" y="3506380"/>
                  </a:lnTo>
                  <a:lnTo>
                    <a:pt x="4815708" y="3490669"/>
                  </a:lnTo>
                  <a:lnTo>
                    <a:pt x="4715356" y="3472167"/>
                  </a:lnTo>
                  <a:lnTo>
                    <a:pt x="4615252" y="3450937"/>
                  </a:lnTo>
                  <a:lnTo>
                    <a:pt x="4518129" y="3427015"/>
                  </a:lnTo>
                  <a:lnTo>
                    <a:pt x="4425892" y="3400374"/>
                  </a:lnTo>
                  <a:lnTo>
                    <a:pt x="4339666" y="3370906"/>
                  </a:lnTo>
                  <a:lnTo>
                    <a:pt x="4259925" y="3338403"/>
                  </a:lnTo>
                  <a:lnTo>
                    <a:pt x="4186654" y="3302564"/>
                  </a:lnTo>
                  <a:lnTo>
                    <a:pt x="4119497" y="3262991"/>
                  </a:lnTo>
                  <a:lnTo>
                    <a:pt x="4057879" y="3219204"/>
                  </a:lnTo>
                  <a:lnTo>
                    <a:pt x="4001102" y="3170664"/>
                  </a:lnTo>
                  <a:lnTo>
                    <a:pt x="3948415" y="3116805"/>
                  </a:lnTo>
                  <a:lnTo>
                    <a:pt x="3899064" y="3057101"/>
                  </a:lnTo>
                  <a:lnTo>
                    <a:pt x="3852339" y="2991167"/>
                  </a:lnTo>
                  <a:lnTo>
                    <a:pt x="3829811" y="2955901"/>
                  </a:lnTo>
                  <a:lnTo>
                    <a:pt x="3795466" y="2897695"/>
                  </a:lnTo>
                  <a:lnTo>
                    <a:pt x="3761930" y="2835586"/>
                  </a:lnTo>
                  <a:lnTo>
                    <a:pt x="3729002" y="2769496"/>
                  </a:lnTo>
                  <a:lnTo>
                    <a:pt x="3696515" y="2699395"/>
                  </a:lnTo>
                  <a:lnTo>
                    <a:pt x="3664336" y="2625314"/>
                  </a:lnTo>
                  <a:lnTo>
                    <a:pt x="3632355" y="2547345"/>
                  </a:lnTo>
                  <a:lnTo>
                    <a:pt x="3600487" y="2465646"/>
                  </a:lnTo>
                  <a:lnTo>
                    <a:pt x="3568668" y="2380447"/>
                  </a:lnTo>
                  <a:lnTo>
                    <a:pt x="3536853" y="2292042"/>
                  </a:lnTo>
                  <a:lnTo>
                    <a:pt x="3505012" y="2200798"/>
                  </a:lnTo>
                  <a:lnTo>
                    <a:pt x="3473131" y="2107139"/>
                  </a:lnTo>
                  <a:lnTo>
                    <a:pt x="3441205" y="2011547"/>
                  </a:lnTo>
                  <a:lnTo>
                    <a:pt x="3409241" y="1914552"/>
                  </a:lnTo>
                  <a:lnTo>
                    <a:pt x="3377252" y="1816714"/>
                  </a:lnTo>
                  <a:lnTo>
                    <a:pt x="3345256" y="1718617"/>
                  </a:lnTo>
                  <a:lnTo>
                    <a:pt x="3313269" y="1620849"/>
                  </a:lnTo>
                  <a:lnTo>
                    <a:pt x="3281309" y="1523993"/>
                  </a:lnTo>
                  <a:lnTo>
                    <a:pt x="3249389" y="1428606"/>
                  </a:lnTo>
                  <a:lnTo>
                    <a:pt x="3217512" y="1335212"/>
                  </a:lnTo>
                  <a:lnTo>
                    <a:pt x="3185676" y="1244286"/>
                  </a:lnTo>
                  <a:lnTo>
                    <a:pt x="3153862" y="1156248"/>
                  </a:lnTo>
                  <a:lnTo>
                    <a:pt x="3122040" y="1071454"/>
                  </a:lnTo>
                  <a:lnTo>
                    <a:pt x="3090162" y="990192"/>
                  </a:lnTo>
                  <a:lnTo>
                    <a:pt x="3058162" y="912682"/>
                  </a:lnTo>
                  <a:lnTo>
                    <a:pt x="3025952" y="839074"/>
                  </a:lnTo>
                  <a:lnTo>
                    <a:pt x="2993421" y="769453"/>
                  </a:lnTo>
                  <a:lnTo>
                    <a:pt x="2960429" y="703842"/>
                  </a:lnTo>
                  <a:lnTo>
                    <a:pt x="2926807" y="642207"/>
                  </a:lnTo>
                  <a:lnTo>
                    <a:pt x="2896531" y="591180"/>
                  </a:lnTo>
                  <a:lnTo>
                    <a:pt x="2850875" y="522079"/>
                  </a:lnTo>
                  <a:lnTo>
                    <a:pt x="2802918" y="459301"/>
                  </a:lnTo>
                  <a:lnTo>
                    <a:pt x="2751988" y="402586"/>
                  </a:lnTo>
                  <a:lnTo>
                    <a:pt x="2697347" y="351462"/>
                  </a:lnTo>
                  <a:lnTo>
                    <a:pt x="2638236" y="305374"/>
                  </a:lnTo>
                  <a:lnTo>
                    <a:pt x="2573923" y="263763"/>
                  </a:lnTo>
                  <a:lnTo>
                    <a:pt x="2503763" y="226116"/>
                  </a:lnTo>
                  <a:lnTo>
                    <a:pt x="2427277" y="191993"/>
                  </a:lnTo>
                  <a:lnTo>
                    <a:pt x="2344261" y="161043"/>
                  </a:lnTo>
                  <a:lnTo>
                    <a:pt x="2254926" y="133011"/>
                  </a:lnTo>
                  <a:lnTo>
                    <a:pt x="2160054" y="107741"/>
                  </a:lnTo>
                  <a:lnTo>
                    <a:pt x="2061147" y="85166"/>
                  </a:lnTo>
                  <a:lnTo>
                    <a:pt x="1960526" y="65297"/>
                  </a:lnTo>
                  <a:lnTo>
                    <a:pt x="1861320" y="48186"/>
                  </a:lnTo>
                  <a:lnTo>
                    <a:pt x="1767268" y="33891"/>
                  </a:lnTo>
                  <a:lnTo>
                    <a:pt x="1682322" y="22421"/>
                  </a:lnTo>
                  <a:lnTo>
                    <a:pt x="1610066" y="13695"/>
                  </a:lnTo>
                  <a:lnTo>
                    <a:pt x="1553075" y="7501"/>
                  </a:lnTo>
                  <a:lnTo>
                    <a:pt x="1512387" y="3504"/>
                  </a:lnTo>
                  <a:lnTo>
                    <a:pt x="1487223" y="1260"/>
                  </a:lnTo>
                  <a:lnTo>
                    <a:pt x="1474997" y="267"/>
                  </a:lnTo>
                  <a:lnTo>
                    <a:pt x="1471528" y="9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85" name="pg485"/>
            <p:cNvSpPr/>
            <p:nvPr/>
          </p:nvSpPr>
          <p:spPr>
            <a:xfrm>
              <a:off x="4799595" y="6181201"/>
              <a:ext cx="11981298" cy="4969182"/>
            </a:xfrm>
            <a:custGeom>
              <a:avLst/>
              <a:pathLst>
                <a:path w="11981298" h="4969182">
                  <a:moveTo>
                    <a:pt x="0" y="8172"/>
                  </a:moveTo>
                  <a:lnTo>
                    <a:pt x="1471387" y="8172"/>
                  </a:lnTo>
                  <a:lnTo>
                    <a:pt x="1472487" y="8252"/>
                  </a:lnTo>
                  <a:lnTo>
                    <a:pt x="1479721" y="8818"/>
                  </a:lnTo>
                  <a:lnTo>
                    <a:pt x="1497976" y="10381"/>
                  </a:lnTo>
                  <a:lnTo>
                    <a:pt x="1530661" y="13460"/>
                  </a:lnTo>
                  <a:lnTo>
                    <a:pt x="1579476" y="18535"/>
                  </a:lnTo>
                  <a:lnTo>
                    <a:pt x="1644277" y="26004"/>
                  </a:lnTo>
                  <a:lnTo>
                    <a:pt x="1723209" y="36142"/>
                  </a:lnTo>
                  <a:lnTo>
                    <a:pt x="1813123" y="49096"/>
                  </a:lnTo>
                  <a:lnTo>
                    <a:pt x="1910179" y="64895"/>
                  </a:lnTo>
                  <a:lnTo>
                    <a:pt x="2010473" y="83502"/>
                  </a:lnTo>
                  <a:lnTo>
                    <a:pt x="2110537" y="104853"/>
                  </a:lnTo>
                  <a:lnTo>
                    <a:pt x="2207634" y="128913"/>
                  </a:lnTo>
                  <a:lnTo>
                    <a:pt x="2299859" y="155707"/>
                  </a:lnTo>
                  <a:lnTo>
                    <a:pt x="2386085" y="185344"/>
                  </a:lnTo>
                  <a:lnTo>
                    <a:pt x="2465834" y="218030"/>
                  </a:lnTo>
                  <a:lnTo>
                    <a:pt x="2539117" y="254071"/>
                  </a:lnTo>
                  <a:lnTo>
                    <a:pt x="2606289" y="293864"/>
                  </a:lnTo>
                  <a:lnTo>
                    <a:pt x="2667922" y="337891"/>
                  </a:lnTo>
                  <a:lnTo>
                    <a:pt x="2724712" y="386694"/>
                  </a:lnTo>
                  <a:lnTo>
                    <a:pt x="2777409" y="440842"/>
                  </a:lnTo>
                  <a:lnTo>
                    <a:pt x="2826766" y="500864"/>
                  </a:lnTo>
                  <a:lnTo>
                    <a:pt x="2873493" y="567151"/>
                  </a:lnTo>
                  <a:lnTo>
                    <a:pt x="2896531" y="603439"/>
                  </a:lnTo>
                  <a:lnTo>
                    <a:pt x="2930775" y="661867"/>
                  </a:lnTo>
                  <a:lnTo>
                    <a:pt x="2964214" y="724201"/>
                  </a:lnTo>
                  <a:lnTo>
                    <a:pt x="2997048" y="790520"/>
                  </a:lnTo>
                  <a:lnTo>
                    <a:pt x="3029442" y="860853"/>
                  </a:lnTo>
                  <a:lnTo>
                    <a:pt x="3061529" y="935171"/>
                  </a:lnTo>
                  <a:lnTo>
                    <a:pt x="3093417" y="1013383"/>
                  </a:lnTo>
                  <a:lnTo>
                    <a:pt x="3125191" y="1095330"/>
                  </a:lnTo>
                  <a:lnTo>
                    <a:pt x="3156916" y="1180788"/>
                  </a:lnTo>
                  <a:lnTo>
                    <a:pt x="3188636" y="1269461"/>
                  </a:lnTo>
                  <a:lnTo>
                    <a:pt x="3220381" y="1360988"/>
                  </a:lnTo>
                  <a:lnTo>
                    <a:pt x="3252166" y="1454945"/>
                  </a:lnTo>
                  <a:lnTo>
                    <a:pt x="3283996" y="1550852"/>
                  </a:lnTo>
                  <a:lnTo>
                    <a:pt x="3315863" y="1648185"/>
                  </a:lnTo>
                  <a:lnTo>
                    <a:pt x="3347756" y="1746383"/>
                  </a:lnTo>
                  <a:lnTo>
                    <a:pt x="3379657" y="1844866"/>
                  </a:lnTo>
                  <a:lnTo>
                    <a:pt x="3411549" y="1943044"/>
                  </a:lnTo>
                  <a:lnTo>
                    <a:pt x="3443415" y="2040338"/>
                  </a:lnTo>
                  <a:lnTo>
                    <a:pt x="3475243" y="2136188"/>
                  </a:lnTo>
                  <a:lnTo>
                    <a:pt x="3507027" y="2230071"/>
                  </a:lnTo>
                  <a:lnTo>
                    <a:pt x="3538771" y="2321509"/>
                  </a:lnTo>
                  <a:lnTo>
                    <a:pt x="3570491" y="2410079"/>
                  </a:lnTo>
                  <a:lnTo>
                    <a:pt x="3602216" y="2495424"/>
                  </a:lnTo>
                  <a:lnTo>
                    <a:pt x="3633993" y="2577249"/>
                  </a:lnTo>
                  <a:lnTo>
                    <a:pt x="3665887" y="2655332"/>
                  </a:lnTo>
                  <a:lnTo>
                    <a:pt x="3697982" y="2729517"/>
                  </a:lnTo>
                  <a:lnTo>
                    <a:pt x="3730388" y="2799716"/>
                  </a:lnTo>
                  <a:lnTo>
                    <a:pt x="3763239" y="2865901"/>
                  </a:lnTo>
                  <a:lnTo>
                    <a:pt x="3796702" y="2928102"/>
                  </a:lnTo>
                  <a:lnTo>
                    <a:pt x="3829811" y="2984506"/>
                  </a:lnTo>
                  <a:lnTo>
                    <a:pt x="3875443" y="3054051"/>
                  </a:lnTo>
                  <a:lnTo>
                    <a:pt x="3923374" y="3117236"/>
                  </a:lnTo>
                  <a:lnTo>
                    <a:pt x="3974274" y="3174321"/>
                  </a:lnTo>
                  <a:lnTo>
                    <a:pt x="4028880" y="3225781"/>
                  </a:lnTo>
                  <a:lnTo>
                    <a:pt x="4087950" y="3272175"/>
                  </a:lnTo>
                  <a:lnTo>
                    <a:pt x="4152214" y="3314064"/>
                  </a:lnTo>
                  <a:lnTo>
                    <a:pt x="4222318" y="3351964"/>
                  </a:lnTo>
                  <a:lnTo>
                    <a:pt x="4298741" y="3386319"/>
                  </a:lnTo>
                  <a:lnTo>
                    <a:pt x="4381687" y="3417480"/>
                  </a:lnTo>
                  <a:lnTo>
                    <a:pt x="4470947" y="3445705"/>
                  </a:lnTo>
                  <a:lnTo>
                    <a:pt x="4565744" y="3471152"/>
                  </a:lnTo>
                  <a:lnTo>
                    <a:pt x="4664584" y="3493887"/>
                  </a:lnTo>
                  <a:lnTo>
                    <a:pt x="4765152" y="3513901"/>
                  </a:lnTo>
                  <a:lnTo>
                    <a:pt x="4864330" y="3531141"/>
                  </a:lnTo>
                  <a:lnTo>
                    <a:pt x="4958386" y="3545548"/>
                  </a:lnTo>
                  <a:lnTo>
                    <a:pt x="5043375" y="3557113"/>
                  </a:lnTo>
                  <a:lnTo>
                    <a:pt x="5115714" y="3565918"/>
                  </a:lnTo>
                  <a:lnTo>
                    <a:pt x="5172819" y="3572173"/>
                  </a:lnTo>
                  <a:lnTo>
                    <a:pt x="5213639" y="3576214"/>
                  </a:lnTo>
                  <a:lnTo>
                    <a:pt x="5238934" y="3578487"/>
                  </a:lnTo>
                  <a:lnTo>
                    <a:pt x="5251270" y="3579497"/>
                  </a:lnTo>
                  <a:lnTo>
                    <a:pt x="5254805" y="3579762"/>
                  </a:lnTo>
                  <a:lnTo>
                    <a:pt x="5254955" y="3579773"/>
                  </a:lnTo>
                  <a:lnTo>
                    <a:pt x="6726343" y="3579773"/>
                  </a:lnTo>
                  <a:lnTo>
                    <a:pt x="6727557" y="3579807"/>
                  </a:lnTo>
                  <a:lnTo>
                    <a:pt x="6735528" y="3580051"/>
                  </a:lnTo>
                  <a:lnTo>
                    <a:pt x="6755582" y="3580724"/>
                  </a:lnTo>
                  <a:lnTo>
                    <a:pt x="6791337" y="3582050"/>
                  </a:lnTo>
                  <a:lnTo>
                    <a:pt x="6844429" y="3584232"/>
                  </a:lnTo>
                  <a:lnTo>
                    <a:pt x="6914392" y="3587433"/>
                  </a:lnTo>
                  <a:lnTo>
                    <a:pt x="6998866" y="3591761"/>
                  </a:lnTo>
                  <a:lnTo>
                    <a:pt x="7094140" y="3597267"/>
                  </a:lnTo>
                  <a:lnTo>
                    <a:pt x="7195890" y="3603956"/>
                  </a:lnTo>
                  <a:lnTo>
                    <a:pt x="7299893" y="3611804"/>
                  </a:lnTo>
                  <a:lnTo>
                    <a:pt x="7402556" y="3620787"/>
                  </a:lnTo>
                  <a:lnTo>
                    <a:pt x="7501177" y="3630898"/>
                  </a:lnTo>
                  <a:lnTo>
                    <a:pt x="7594002" y="3642161"/>
                  </a:lnTo>
                  <a:lnTo>
                    <a:pt x="7680110" y="3654640"/>
                  </a:lnTo>
                  <a:lnTo>
                    <a:pt x="7759243" y="3668444"/>
                  </a:lnTo>
                  <a:lnTo>
                    <a:pt x="7831620" y="3683725"/>
                  </a:lnTo>
                  <a:lnTo>
                    <a:pt x="7897774" y="3700674"/>
                  </a:lnTo>
                  <a:lnTo>
                    <a:pt x="7958426" y="3719513"/>
                  </a:lnTo>
                  <a:lnTo>
                    <a:pt x="8014390" y="3740486"/>
                  </a:lnTo>
                  <a:lnTo>
                    <a:pt x="8066502" y="3763831"/>
                  </a:lnTo>
                  <a:lnTo>
                    <a:pt x="8115569" y="3789740"/>
                  </a:lnTo>
                  <a:lnTo>
                    <a:pt x="8151487" y="3811341"/>
                  </a:lnTo>
                  <a:lnTo>
                    <a:pt x="8199010" y="3843456"/>
                  </a:lnTo>
                  <a:lnTo>
                    <a:pt x="8245125" y="3878551"/>
                  </a:lnTo>
                  <a:lnTo>
                    <a:pt x="8290316" y="3916679"/>
                  </a:lnTo>
                  <a:lnTo>
                    <a:pt x="8334949" y="3957809"/>
                  </a:lnTo>
                  <a:lnTo>
                    <a:pt x="8379292" y="4001818"/>
                  </a:lnTo>
                  <a:lnTo>
                    <a:pt x="8423533" y="4048484"/>
                  </a:lnTo>
                  <a:lnTo>
                    <a:pt x="8467788" y="4097484"/>
                  </a:lnTo>
                  <a:lnTo>
                    <a:pt x="8512114" y="4148400"/>
                  </a:lnTo>
                  <a:lnTo>
                    <a:pt x="8556523" y="4200728"/>
                  </a:lnTo>
                  <a:lnTo>
                    <a:pt x="8600993" y="4253902"/>
                  </a:lnTo>
                  <a:lnTo>
                    <a:pt x="8645482" y="4307315"/>
                  </a:lnTo>
                  <a:lnTo>
                    <a:pt x="8689942" y="4360348"/>
                  </a:lnTo>
                  <a:lnTo>
                    <a:pt x="8734333" y="4412400"/>
                  </a:lnTo>
                  <a:lnTo>
                    <a:pt x="8778640" y="4462917"/>
                  </a:lnTo>
                  <a:lnTo>
                    <a:pt x="8822884" y="4511415"/>
                  </a:lnTo>
                  <a:lnTo>
                    <a:pt x="8867136" y="4557495"/>
                  </a:lnTo>
                  <a:lnTo>
                    <a:pt x="8911527" y="4600859"/>
                  </a:lnTo>
                  <a:lnTo>
                    <a:pt x="8956261" y="4641306"/>
                  </a:lnTo>
                  <a:lnTo>
                    <a:pt x="9001628" y="4678737"/>
                  </a:lnTo>
                  <a:lnTo>
                    <a:pt x="9048018" y="4713140"/>
                  </a:lnTo>
                  <a:lnTo>
                    <a:pt x="9084767" y="4737614"/>
                  </a:lnTo>
                  <a:lnTo>
                    <a:pt x="9132000" y="4765551"/>
                  </a:lnTo>
                  <a:lnTo>
                    <a:pt x="9181714" y="4790844"/>
                  </a:lnTo>
                  <a:lnTo>
                    <a:pt x="9234658" y="4813610"/>
                  </a:lnTo>
                  <a:lnTo>
                    <a:pt x="9291650" y="4834059"/>
                  </a:lnTo>
                  <a:lnTo>
                    <a:pt x="9353526" y="4852432"/>
                  </a:lnTo>
                  <a:lnTo>
                    <a:pt x="9421085" y="4868969"/>
                  </a:lnTo>
                  <a:lnTo>
                    <a:pt x="9495013" y="4883887"/>
                  </a:lnTo>
                  <a:lnTo>
                    <a:pt x="9575783" y="4897367"/>
                  </a:lnTo>
                  <a:lnTo>
                    <a:pt x="9663516" y="4909552"/>
                  </a:lnTo>
                  <a:lnTo>
                    <a:pt x="9757817" y="4920539"/>
                  </a:lnTo>
                  <a:lnTo>
                    <a:pt x="9857582" y="4930384"/>
                  </a:lnTo>
                  <a:lnTo>
                    <a:pt x="9960838" y="4939102"/>
                  </a:lnTo>
                  <a:lnTo>
                    <a:pt x="10064665" y="4946679"/>
                  </a:lnTo>
                  <a:lnTo>
                    <a:pt x="10165284" y="4953091"/>
                  </a:lnTo>
                  <a:lnTo>
                    <a:pt x="10258395" y="4958318"/>
                  </a:lnTo>
                  <a:lnTo>
                    <a:pt x="10339748" y="4962374"/>
                  </a:lnTo>
                  <a:lnTo>
                    <a:pt x="10405890" y="4965323"/>
                  </a:lnTo>
                  <a:lnTo>
                    <a:pt x="10454866" y="4967287"/>
                  </a:lnTo>
                  <a:lnTo>
                    <a:pt x="10486700" y="4968440"/>
                  </a:lnTo>
                  <a:lnTo>
                    <a:pt x="10503517" y="4968992"/>
                  </a:lnTo>
                  <a:lnTo>
                    <a:pt x="10509361" y="4969167"/>
                  </a:lnTo>
                  <a:lnTo>
                    <a:pt x="10509911" y="4969182"/>
                  </a:lnTo>
                  <a:lnTo>
                    <a:pt x="11981298" y="4969182"/>
                  </a:lnTo>
                  <a:lnTo>
                    <a:pt x="11981298" y="4961009"/>
                  </a:lnTo>
                  <a:lnTo>
                    <a:pt x="10509911" y="4961009"/>
                  </a:lnTo>
                  <a:lnTo>
                    <a:pt x="10508696" y="4960975"/>
                  </a:lnTo>
                  <a:lnTo>
                    <a:pt x="10500725" y="4960732"/>
                  </a:lnTo>
                  <a:lnTo>
                    <a:pt x="10480671" y="4960058"/>
                  </a:lnTo>
                  <a:lnTo>
                    <a:pt x="10444916" y="4958732"/>
                  </a:lnTo>
                  <a:lnTo>
                    <a:pt x="10391824" y="4956550"/>
                  </a:lnTo>
                  <a:lnTo>
                    <a:pt x="10321861" y="4953349"/>
                  </a:lnTo>
                  <a:lnTo>
                    <a:pt x="10237387" y="4949021"/>
                  </a:lnTo>
                  <a:lnTo>
                    <a:pt x="10142114" y="4943515"/>
                  </a:lnTo>
                  <a:lnTo>
                    <a:pt x="10040364" y="4936827"/>
                  </a:lnTo>
                  <a:lnTo>
                    <a:pt x="9936360" y="4928978"/>
                  </a:lnTo>
                  <a:lnTo>
                    <a:pt x="9833698" y="4919995"/>
                  </a:lnTo>
                  <a:lnTo>
                    <a:pt x="9735076" y="4909884"/>
                  </a:lnTo>
                  <a:lnTo>
                    <a:pt x="9642251" y="4898622"/>
                  </a:lnTo>
                  <a:lnTo>
                    <a:pt x="9556143" y="4886142"/>
                  </a:lnTo>
                  <a:lnTo>
                    <a:pt x="9477010" y="4872338"/>
                  </a:lnTo>
                  <a:lnTo>
                    <a:pt x="9404633" y="4857057"/>
                  </a:lnTo>
                  <a:lnTo>
                    <a:pt x="9338479" y="4840109"/>
                  </a:lnTo>
                  <a:lnTo>
                    <a:pt x="9277827" y="4821269"/>
                  </a:lnTo>
                  <a:lnTo>
                    <a:pt x="9221864" y="4800296"/>
                  </a:lnTo>
                  <a:lnTo>
                    <a:pt x="9169751" y="4776951"/>
                  </a:lnTo>
                  <a:lnTo>
                    <a:pt x="9120685" y="4751042"/>
                  </a:lnTo>
                  <a:lnTo>
                    <a:pt x="9084767" y="4729441"/>
                  </a:lnTo>
                  <a:lnTo>
                    <a:pt x="9037243" y="4697327"/>
                  </a:lnTo>
                  <a:lnTo>
                    <a:pt x="8991128" y="4662231"/>
                  </a:lnTo>
                  <a:lnTo>
                    <a:pt x="8945938" y="4624103"/>
                  </a:lnTo>
                  <a:lnTo>
                    <a:pt x="8901305" y="4582973"/>
                  </a:lnTo>
                  <a:lnTo>
                    <a:pt x="8856961" y="4538964"/>
                  </a:lnTo>
                  <a:lnTo>
                    <a:pt x="8812720" y="4492298"/>
                  </a:lnTo>
                  <a:lnTo>
                    <a:pt x="8768466" y="4443298"/>
                  </a:lnTo>
                  <a:lnTo>
                    <a:pt x="8724140" y="4392383"/>
                  </a:lnTo>
                  <a:lnTo>
                    <a:pt x="8679730" y="4340054"/>
                  </a:lnTo>
                  <a:lnTo>
                    <a:pt x="8635260" y="4286880"/>
                  </a:lnTo>
                  <a:lnTo>
                    <a:pt x="8590771" y="4233467"/>
                  </a:lnTo>
                  <a:lnTo>
                    <a:pt x="8546311" y="4180434"/>
                  </a:lnTo>
                  <a:lnTo>
                    <a:pt x="8501920" y="4128382"/>
                  </a:lnTo>
                  <a:lnTo>
                    <a:pt x="8457613" y="4077865"/>
                  </a:lnTo>
                  <a:lnTo>
                    <a:pt x="8413369" y="4029368"/>
                  </a:lnTo>
                  <a:lnTo>
                    <a:pt x="8369117" y="3983287"/>
                  </a:lnTo>
                  <a:lnTo>
                    <a:pt x="8324726" y="3939924"/>
                  </a:lnTo>
                  <a:lnTo>
                    <a:pt x="8279992" y="3899476"/>
                  </a:lnTo>
                  <a:lnTo>
                    <a:pt x="8234626" y="3862046"/>
                  </a:lnTo>
                  <a:lnTo>
                    <a:pt x="8188235" y="3827643"/>
                  </a:lnTo>
                  <a:lnTo>
                    <a:pt x="8151487" y="3803168"/>
                  </a:lnTo>
                  <a:lnTo>
                    <a:pt x="8104254" y="3775231"/>
                  </a:lnTo>
                  <a:lnTo>
                    <a:pt x="8054539" y="3749938"/>
                  </a:lnTo>
                  <a:lnTo>
                    <a:pt x="8001595" y="3727172"/>
                  </a:lnTo>
                  <a:lnTo>
                    <a:pt x="7944603" y="3706723"/>
                  </a:lnTo>
                  <a:lnTo>
                    <a:pt x="7882727" y="3688350"/>
                  </a:lnTo>
                  <a:lnTo>
                    <a:pt x="7815168" y="3671813"/>
                  </a:lnTo>
                  <a:lnTo>
                    <a:pt x="7741240" y="3656896"/>
                  </a:lnTo>
                  <a:lnTo>
                    <a:pt x="7660470" y="3643415"/>
                  </a:lnTo>
                  <a:lnTo>
                    <a:pt x="7572737" y="3631230"/>
                  </a:lnTo>
                  <a:lnTo>
                    <a:pt x="7478436" y="3620243"/>
                  </a:lnTo>
                  <a:lnTo>
                    <a:pt x="7378671" y="3610398"/>
                  </a:lnTo>
                  <a:lnTo>
                    <a:pt x="7275415" y="3601681"/>
                  </a:lnTo>
                  <a:lnTo>
                    <a:pt x="7171589" y="3594103"/>
                  </a:lnTo>
                  <a:lnTo>
                    <a:pt x="7070969" y="3587692"/>
                  </a:lnTo>
                  <a:lnTo>
                    <a:pt x="6977859" y="3582464"/>
                  </a:lnTo>
                  <a:lnTo>
                    <a:pt x="6896505" y="3578408"/>
                  </a:lnTo>
                  <a:lnTo>
                    <a:pt x="6830363" y="3575459"/>
                  </a:lnTo>
                  <a:lnTo>
                    <a:pt x="6781387" y="3573495"/>
                  </a:lnTo>
                  <a:lnTo>
                    <a:pt x="6749553" y="3572342"/>
                  </a:lnTo>
                  <a:lnTo>
                    <a:pt x="6732736" y="3571790"/>
                  </a:lnTo>
                  <a:lnTo>
                    <a:pt x="6726893" y="3571615"/>
                  </a:lnTo>
                  <a:lnTo>
                    <a:pt x="6726343" y="3571600"/>
                  </a:lnTo>
                  <a:lnTo>
                    <a:pt x="5254955" y="3571600"/>
                  </a:lnTo>
                  <a:lnTo>
                    <a:pt x="5253855" y="3571520"/>
                  </a:lnTo>
                  <a:lnTo>
                    <a:pt x="5246621" y="3570955"/>
                  </a:lnTo>
                  <a:lnTo>
                    <a:pt x="5228366" y="3569391"/>
                  </a:lnTo>
                  <a:lnTo>
                    <a:pt x="5195681" y="3566313"/>
                  </a:lnTo>
                  <a:lnTo>
                    <a:pt x="5146866" y="3561237"/>
                  </a:lnTo>
                  <a:lnTo>
                    <a:pt x="5082065" y="3553769"/>
                  </a:lnTo>
                  <a:lnTo>
                    <a:pt x="5003133" y="3543630"/>
                  </a:lnTo>
                  <a:lnTo>
                    <a:pt x="4913219" y="3530677"/>
                  </a:lnTo>
                  <a:lnTo>
                    <a:pt x="4816163" y="3514877"/>
                  </a:lnTo>
                  <a:lnTo>
                    <a:pt x="4715869" y="3496270"/>
                  </a:lnTo>
                  <a:lnTo>
                    <a:pt x="4615805" y="3474919"/>
                  </a:lnTo>
                  <a:lnTo>
                    <a:pt x="4518708" y="3450859"/>
                  </a:lnTo>
                  <a:lnTo>
                    <a:pt x="4426483" y="3424066"/>
                  </a:lnTo>
                  <a:lnTo>
                    <a:pt x="4340257" y="3394429"/>
                  </a:lnTo>
                  <a:lnTo>
                    <a:pt x="4260509" y="3361742"/>
                  </a:lnTo>
                  <a:lnTo>
                    <a:pt x="4187225" y="3325701"/>
                  </a:lnTo>
                  <a:lnTo>
                    <a:pt x="4120053" y="3285908"/>
                  </a:lnTo>
                  <a:lnTo>
                    <a:pt x="4058420" y="3241881"/>
                  </a:lnTo>
                  <a:lnTo>
                    <a:pt x="4001630" y="3193078"/>
                  </a:lnTo>
                  <a:lnTo>
                    <a:pt x="3948933" y="3138930"/>
                  </a:lnTo>
                  <a:lnTo>
                    <a:pt x="3899576" y="3078908"/>
                  </a:lnTo>
                  <a:lnTo>
                    <a:pt x="3852849" y="3012622"/>
                  </a:lnTo>
                  <a:lnTo>
                    <a:pt x="3829811" y="2976333"/>
                  </a:lnTo>
                  <a:lnTo>
                    <a:pt x="3795567" y="2917905"/>
                  </a:lnTo>
                  <a:lnTo>
                    <a:pt x="3762128" y="2855572"/>
                  </a:lnTo>
                  <a:lnTo>
                    <a:pt x="3729294" y="2789252"/>
                  </a:lnTo>
                  <a:lnTo>
                    <a:pt x="3696900" y="2718919"/>
                  </a:lnTo>
                  <a:lnTo>
                    <a:pt x="3664813" y="2644601"/>
                  </a:lnTo>
                  <a:lnTo>
                    <a:pt x="3632925" y="2566389"/>
                  </a:lnTo>
                  <a:lnTo>
                    <a:pt x="3601151" y="2484442"/>
                  </a:lnTo>
                  <a:lnTo>
                    <a:pt x="3569426" y="2398984"/>
                  </a:lnTo>
                  <a:lnTo>
                    <a:pt x="3537706" y="2310311"/>
                  </a:lnTo>
                  <a:lnTo>
                    <a:pt x="3505961" y="2218784"/>
                  </a:lnTo>
                  <a:lnTo>
                    <a:pt x="3474176" y="2124827"/>
                  </a:lnTo>
                  <a:lnTo>
                    <a:pt x="3442347" y="2028920"/>
                  </a:lnTo>
                  <a:lnTo>
                    <a:pt x="3410479" y="1931587"/>
                  </a:lnTo>
                  <a:lnTo>
                    <a:pt x="3378587" y="1833389"/>
                  </a:lnTo>
                  <a:lnTo>
                    <a:pt x="3346685" y="1734907"/>
                  </a:lnTo>
                  <a:lnTo>
                    <a:pt x="3314793" y="1636728"/>
                  </a:lnTo>
                  <a:lnTo>
                    <a:pt x="3282927" y="1539434"/>
                  </a:lnTo>
                  <a:lnTo>
                    <a:pt x="3251099" y="1443584"/>
                  </a:lnTo>
                  <a:lnTo>
                    <a:pt x="3219315" y="1349701"/>
                  </a:lnTo>
                  <a:lnTo>
                    <a:pt x="3187571" y="1258264"/>
                  </a:lnTo>
                  <a:lnTo>
                    <a:pt x="3155851" y="1169693"/>
                  </a:lnTo>
                  <a:lnTo>
                    <a:pt x="3124126" y="1084349"/>
                  </a:lnTo>
                  <a:lnTo>
                    <a:pt x="3092349" y="1002523"/>
                  </a:lnTo>
                  <a:lnTo>
                    <a:pt x="3060456" y="924440"/>
                  </a:lnTo>
                  <a:lnTo>
                    <a:pt x="3028360" y="850255"/>
                  </a:lnTo>
                  <a:lnTo>
                    <a:pt x="2995954" y="780056"/>
                  </a:lnTo>
                  <a:lnTo>
                    <a:pt x="2963103" y="713871"/>
                  </a:lnTo>
                  <a:lnTo>
                    <a:pt x="2929640" y="651670"/>
                  </a:lnTo>
                  <a:lnTo>
                    <a:pt x="2896531" y="595266"/>
                  </a:lnTo>
                  <a:lnTo>
                    <a:pt x="2850899" y="525721"/>
                  </a:lnTo>
                  <a:lnTo>
                    <a:pt x="2802968" y="462537"/>
                  </a:lnTo>
                  <a:lnTo>
                    <a:pt x="2752068" y="405451"/>
                  </a:lnTo>
                  <a:lnTo>
                    <a:pt x="2697462" y="353991"/>
                  </a:lnTo>
                  <a:lnTo>
                    <a:pt x="2638392" y="307597"/>
                  </a:lnTo>
                  <a:lnTo>
                    <a:pt x="2574128" y="265708"/>
                  </a:lnTo>
                  <a:lnTo>
                    <a:pt x="2504024" y="227808"/>
                  </a:lnTo>
                  <a:lnTo>
                    <a:pt x="2427601" y="193454"/>
                  </a:lnTo>
                  <a:lnTo>
                    <a:pt x="2344655" y="162292"/>
                  </a:lnTo>
                  <a:lnTo>
                    <a:pt x="2255395" y="134067"/>
                  </a:lnTo>
                  <a:lnTo>
                    <a:pt x="2160598" y="108620"/>
                  </a:lnTo>
                  <a:lnTo>
                    <a:pt x="2061758" y="85886"/>
                  </a:lnTo>
                  <a:lnTo>
                    <a:pt x="1961191" y="65871"/>
                  </a:lnTo>
                  <a:lnTo>
                    <a:pt x="1862012" y="48631"/>
                  </a:lnTo>
                  <a:lnTo>
                    <a:pt x="1767956" y="34224"/>
                  </a:lnTo>
                  <a:lnTo>
                    <a:pt x="1682967" y="22659"/>
                  </a:lnTo>
                  <a:lnTo>
                    <a:pt x="1610628" y="13854"/>
                  </a:lnTo>
                  <a:lnTo>
                    <a:pt x="1553523" y="7600"/>
                  </a:lnTo>
                  <a:lnTo>
                    <a:pt x="1512703" y="3558"/>
                  </a:lnTo>
                  <a:lnTo>
                    <a:pt x="1487408" y="1285"/>
                  </a:lnTo>
                  <a:lnTo>
                    <a:pt x="1475072" y="275"/>
                  </a:lnTo>
                  <a:lnTo>
                    <a:pt x="1471537" y="10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486" name="pl486"/>
            <p:cNvSpPr/>
            <p:nvPr/>
          </p:nvSpPr>
          <p:spPr>
            <a:xfrm>
              <a:off x="4799595" y="6189374"/>
              <a:ext cx="11981298" cy="4961009"/>
            </a:xfrm>
            <a:custGeom>
              <a:avLst/>
              <a:pathLst>
                <a:path w="11981298" h="4961009">
                  <a:moveTo>
                    <a:pt x="0" y="0"/>
                  </a:moveTo>
                  <a:lnTo>
                    <a:pt x="1471387" y="0"/>
                  </a:lnTo>
                  <a:lnTo>
                    <a:pt x="1472487" y="79"/>
                  </a:lnTo>
                  <a:lnTo>
                    <a:pt x="1479721" y="645"/>
                  </a:lnTo>
                  <a:lnTo>
                    <a:pt x="1497976" y="2208"/>
                  </a:lnTo>
                  <a:lnTo>
                    <a:pt x="1530661" y="5287"/>
                  </a:lnTo>
                  <a:lnTo>
                    <a:pt x="1579476" y="10362"/>
                  </a:lnTo>
                  <a:lnTo>
                    <a:pt x="1644277" y="17831"/>
                  </a:lnTo>
                  <a:lnTo>
                    <a:pt x="1723209" y="27969"/>
                  </a:lnTo>
                  <a:lnTo>
                    <a:pt x="1813123" y="40923"/>
                  </a:lnTo>
                  <a:lnTo>
                    <a:pt x="1910179" y="56722"/>
                  </a:lnTo>
                  <a:lnTo>
                    <a:pt x="2010473" y="75329"/>
                  </a:lnTo>
                  <a:lnTo>
                    <a:pt x="2110537" y="96680"/>
                  </a:lnTo>
                  <a:lnTo>
                    <a:pt x="2207634" y="120740"/>
                  </a:lnTo>
                  <a:lnTo>
                    <a:pt x="2299859" y="147534"/>
                  </a:lnTo>
                  <a:lnTo>
                    <a:pt x="2386085" y="177171"/>
                  </a:lnTo>
                  <a:lnTo>
                    <a:pt x="2465834" y="209857"/>
                  </a:lnTo>
                  <a:lnTo>
                    <a:pt x="2539117" y="245898"/>
                  </a:lnTo>
                  <a:lnTo>
                    <a:pt x="2606289" y="285691"/>
                  </a:lnTo>
                  <a:lnTo>
                    <a:pt x="2667922" y="329718"/>
                  </a:lnTo>
                  <a:lnTo>
                    <a:pt x="2724712" y="378521"/>
                  </a:lnTo>
                  <a:lnTo>
                    <a:pt x="2777409" y="432669"/>
                  </a:lnTo>
                  <a:lnTo>
                    <a:pt x="2826766" y="492691"/>
                  </a:lnTo>
                  <a:lnTo>
                    <a:pt x="2873493" y="558978"/>
                  </a:lnTo>
                  <a:lnTo>
                    <a:pt x="2896531" y="595266"/>
                  </a:lnTo>
                  <a:lnTo>
                    <a:pt x="2930775" y="653694"/>
                  </a:lnTo>
                  <a:lnTo>
                    <a:pt x="2964214" y="716028"/>
                  </a:lnTo>
                  <a:lnTo>
                    <a:pt x="2997048" y="782347"/>
                  </a:lnTo>
                  <a:lnTo>
                    <a:pt x="3029442" y="852680"/>
                  </a:lnTo>
                  <a:lnTo>
                    <a:pt x="3061529" y="926998"/>
                  </a:lnTo>
                  <a:lnTo>
                    <a:pt x="3093417" y="1005210"/>
                  </a:lnTo>
                  <a:lnTo>
                    <a:pt x="3125191" y="1087157"/>
                  </a:lnTo>
                  <a:lnTo>
                    <a:pt x="3156916" y="1172615"/>
                  </a:lnTo>
                  <a:lnTo>
                    <a:pt x="3188636" y="1261288"/>
                  </a:lnTo>
                  <a:lnTo>
                    <a:pt x="3220381" y="1352815"/>
                  </a:lnTo>
                  <a:lnTo>
                    <a:pt x="3252166" y="1446772"/>
                  </a:lnTo>
                  <a:lnTo>
                    <a:pt x="3283996" y="1542679"/>
                  </a:lnTo>
                  <a:lnTo>
                    <a:pt x="3315863" y="1640012"/>
                  </a:lnTo>
                  <a:lnTo>
                    <a:pt x="3347756" y="1738210"/>
                  </a:lnTo>
                  <a:lnTo>
                    <a:pt x="3379657" y="1836693"/>
                  </a:lnTo>
                  <a:lnTo>
                    <a:pt x="3411549" y="1934871"/>
                  </a:lnTo>
                  <a:lnTo>
                    <a:pt x="3443415" y="2032165"/>
                  </a:lnTo>
                  <a:lnTo>
                    <a:pt x="3475243" y="2128015"/>
                  </a:lnTo>
                  <a:lnTo>
                    <a:pt x="3507027" y="2221898"/>
                  </a:lnTo>
                  <a:lnTo>
                    <a:pt x="3538771" y="2313336"/>
                  </a:lnTo>
                  <a:lnTo>
                    <a:pt x="3570491" y="2401906"/>
                  </a:lnTo>
                  <a:lnTo>
                    <a:pt x="3602216" y="2487251"/>
                  </a:lnTo>
                  <a:lnTo>
                    <a:pt x="3633993" y="2569076"/>
                  </a:lnTo>
                  <a:lnTo>
                    <a:pt x="3665887" y="2647159"/>
                  </a:lnTo>
                  <a:lnTo>
                    <a:pt x="3697982" y="2721344"/>
                  </a:lnTo>
                  <a:lnTo>
                    <a:pt x="3730388" y="2791543"/>
                  </a:lnTo>
                  <a:lnTo>
                    <a:pt x="3763239" y="2857728"/>
                  </a:lnTo>
                  <a:lnTo>
                    <a:pt x="3796702" y="2919929"/>
                  </a:lnTo>
                  <a:lnTo>
                    <a:pt x="3829811" y="2976333"/>
                  </a:lnTo>
                  <a:lnTo>
                    <a:pt x="3875443" y="3045878"/>
                  </a:lnTo>
                  <a:lnTo>
                    <a:pt x="3923374" y="3109063"/>
                  </a:lnTo>
                  <a:lnTo>
                    <a:pt x="3974274" y="3166148"/>
                  </a:lnTo>
                  <a:lnTo>
                    <a:pt x="4028880" y="3217608"/>
                  </a:lnTo>
                  <a:lnTo>
                    <a:pt x="4087950" y="3264002"/>
                  </a:lnTo>
                  <a:lnTo>
                    <a:pt x="4152214" y="3305891"/>
                  </a:lnTo>
                  <a:lnTo>
                    <a:pt x="4222318" y="3343791"/>
                  </a:lnTo>
                  <a:lnTo>
                    <a:pt x="4298741" y="3378146"/>
                  </a:lnTo>
                  <a:lnTo>
                    <a:pt x="4381687" y="3409307"/>
                  </a:lnTo>
                  <a:lnTo>
                    <a:pt x="4470947" y="3437532"/>
                  </a:lnTo>
                  <a:lnTo>
                    <a:pt x="4565744" y="3462979"/>
                  </a:lnTo>
                  <a:lnTo>
                    <a:pt x="4664584" y="3485714"/>
                  </a:lnTo>
                  <a:lnTo>
                    <a:pt x="4765152" y="3505728"/>
                  </a:lnTo>
                  <a:lnTo>
                    <a:pt x="4864330" y="3522968"/>
                  </a:lnTo>
                  <a:lnTo>
                    <a:pt x="4958386" y="3537375"/>
                  </a:lnTo>
                  <a:lnTo>
                    <a:pt x="5043375" y="3548940"/>
                  </a:lnTo>
                  <a:lnTo>
                    <a:pt x="5115714" y="3557745"/>
                  </a:lnTo>
                  <a:lnTo>
                    <a:pt x="5172819" y="3564000"/>
                  </a:lnTo>
                  <a:lnTo>
                    <a:pt x="5213639" y="3568041"/>
                  </a:lnTo>
                  <a:lnTo>
                    <a:pt x="5238934" y="3570314"/>
                  </a:lnTo>
                  <a:lnTo>
                    <a:pt x="5251270" y="3571324"/>
                  </a:lnTo>
                  <a:lnTo>
                    <a:pt x="5254805" y="3571589"/>
                  </a:lnTo>
                  <a:lnTo>
                    <a:pt x="5254955" y="3571600"/>
                  </a:lnTo>
                  <a:lnTo>
                    <a:pt x="6726343" y="3571600"/>
                  </a:lnTo>
                  <a:lnTo>
                    <a:pt x="6727557" y="3571634"/>
                  </a:lnTo>
                  <a:lnTo>
                    <a:pt x="6735528" y="3571878"/>
                  </a:lnTo>
                  <a:lnTo>
                    <a:pt x="6755582" y="3572551"/>
                  </a:lnTo>
                  <a:lnTo>
                    <a:pt x="6791337" y="3573877"/>
                  </a:lnTo>
                  <a:lnTo>
                    <a:pt x="6844429" y="3576059"/>
                  </a:lnTo>
                  <a:lnTo>
                    <a:pt x="6914392" y="3579260"/>
                  </a:lnTo>
                  <a:lnTo>
                    <a:pt x="6998866" y="3583588"/>
                  </a:lnTo>
                  <a:lnTo>
                    <a:pt x="7094140" y="3589094"/>
                  </a:lnTo>
                  <a:lnTo>
                    <a:pt x="7195890" y="3595783"/>
                  </a:lnTo>
                  <a:lnTo>
                    <a:pt x="7299893" y="3603631"/>
                  </a:lnTo>
                  <a:lnTo>
                    <a:pt x="7402556" y="3612614"/>
                  </a:lnTo>
                  <a:lnTo>
                    <a:pt x="7501177" y="3622725"/>
                  </a:lnTo>
                  <a:lnTo>
                    <a:pt x="7594002" y="3633988"/>
                  </a:lnTo>
                  <a:lnTo>
                    <a:pt x="7680110" y="3646467"/>
                  </a:lnTo>
                  <a:lnTo>
                    <a:pt x="7759243" y="3660271"/>
                  </a:lnTo>
                  <a:lnTo>
                    <a:pt x="7831620" y="3675552"/>
                  </a:lnTo>
                  <a:lnTo>
                    <a:pt x="7897774" y="3692501"/>
                  </a:lnTo>
                  <a:lnTo>
                    <a:pt x="7958426" y="3711340"/>
                  </a:lnTo>
                  <a:lnTo>
                    <a:pt x="8014390" y="3732313"/>
                  </a:lnTo>
                  <a:lnTo>
                    <a:pt x="8066502" y="3755658"/>
                  </a:lnTo>
                  <a:lnTo>
                    <a:pt x="8115569" y="3781567"/>
                  </a:lnTo>
                  <a:lnTo>
                    <a:pt x="8151487" y="3803168"/>
                  </a:lnTo>
                  <a:lnTo>
                    <a:pt x="8199010" y="3835283"/>
                  </a:lnTo>
                  <a:lnTo>
                    <a:pt x="8245125" y="3870378"/>
                  </a:lnTo>
                  <a:lnTo>
                    <a:pt x="8290316" y="3908506"/>
                  </a:lnTo>
                  <a:lnTo>
                    <a:pt x="8334949" y="3949636"/>
                  </a:lnTo>
                  <a:lnTo>
                    <a:pt x="8379292" y="3993645"/>
                  </a:lnTo>
                  <a:lnTo>
                    <a:pt x="8423533" y="4040311"/>
                  </a:lnTo>
                  <a:lnTo>
                    <a:pt x="8467788" y="4089311"/>
                  </a:lnTo>
                  <a:lnTo>
                    <a:pt x="8512114" y="4140227"/>
                  </a:lnTo>
                  <a:lnTo>
                    <a:pt x="8556523" y="4192555"/>
                  </a:lnTo>
                  <a:lnTo>
                    <a:pt x="8600993" y="4245729"/>
                  </a:lnTo>
                  <a:lnTo>
                    <a:pt x="8645482" y="4299142"/>
                  </a:lnTo>
                  <a:lnTo>
                    <a:pt x="8689942" y="4352175"/>
                  </a:lnTo>
                  <a:lnTo>
                    <a:pt x="8734333" y="4404227"/>
                  </a:lnTo>
                  <a:lnTo>
                    <a:pt x="8778640" y="4454744"/>
                  </a:lnTo>
                  <a:lnTo>
                    <a:pt x="8822884" y="4503242"/>
                  </a:lnTo>
                  <a:lnTo>
                    <a:pt x="8867136" y="4549322"/>
                  </a:lnTo>
                  <a:lnTo>
                    <a:pt x="8911527" y="4592686"/>
                  </a:lnTo>
                  <a:lnTo>
                    <a:pt x="8956261" y="4633133"/>
                  </a:lnTo>
                  <a:lnTo>
                    <a:pt x="9001628" y="4670564"/>
                  </a:lnTo>
                  <a:lnTo>
                    <a:pt x="9048018" y="4704967"/>
                  </a:lnTo>
                  <a:lnTo>
                    <a:pt x="9084767" y="4729441"/>
                  </a:lnTo>
                  <a:lnTo>
                    <a:pt x="9132000" y="4757378"/>
                  </a:lnTo>
                  <a:lnTo>
                    <a:pt x="9181714" y="4782671"/>
                  </a:lnTo>
                  <a:lnTo>
                    <a:pt x="9234658" y="4805437"/>
                  </a:lnTo>
                  <a:lnTo>
                    <a:pt x="9291650" y="4825886"/>
                  </a:lnTo>
                  <a:lnTo>
                    <a:pt x="9353526" y="4844259"/>
                  </a:lnTo>
                  <a:lnTo>
                    <a:pt x="9421085" y="4860796"/>
                  </a:lnTo>
                  <a:lnTo>
                    <a:pt x="9495013" y="4875714"/>
                  </a:lnTo>
                  <a:lnTo>
                    <a:pt x="9575783" y="4889194"/>
                  </a:lnTo>
                  <a:lnTo>
                    <a:pt x="9663516" y="4901379"/>
                  </a:lnTo>
                  <a:lnTo>
                    <a:pt x="9757817" y="4912366"/>
                  </a:lnTo>
                  <a:lnTo>
                    <a:pt x="9857582" y="4922211"/>
                  </a:lnTo>
                  <a:lnTo>
                    <a:pt x="9960838" y="4930929"/>
                  </a:lnTo>
                  <a:lnTo>
                    <a:pt x="10064665" y="4938506"/>
                  </a:lnTo>
                  <a:lnTo>
                    <a:pt x="10165284" y="4944918"/>
                  </a:lnTo>
                  <a:lnTo>
                    <a:pt x="10258395" y="4950145"/>
                  </a:lnTo>
                  <a:lnTo>
                    <a:pt x="10339748" y="4954201"/>
                  </a:lnTo>
                  <a:lnTo>
                    <a:pt x="10405890" y="4957150"/>
                  </a:lnTo>
                  <a:lnTo>
                    <a:pt x="10454866" y="4959114"/>
                  </a:lnTo>
                  <a:lnTo>
                    <a:pt x="10486700" y="4960267"/>
                  </a:lnTo>
                  <a:lnTo>
                    <a:pt x="10503517" y="4960819"/>
                  </a:lnTo>
                  <a:lnTo>
                    <a:pt x="10509361" y="4960994"/>
                  </a:lnTo>
                  <a:lnTo>
                    <a:pt x="10509911" y="4961009"/>
                  </a:lnTo>
                  <a:lnTo>
                    <a:pt x="11981298" y="496100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87" name="pl487"/>
            <p:cNvSpPr/>
            <p:nvPr/>
          </p:nvSpPr>
          <p:spPr>
            <a:xfrm>
              <a:off x="4799595" y="6181201"/>
              <a:ext cx="11981298" cy="4961009"/>
            </a:xfrm>
            <a:custGeom>
              <a:avLst/>
              <a:pathLst>
                <a:path w="11981298" h="4961009">
                  <a:moveTo>
                    <a:pt x="11981298" y="4961009"/>
                  </a:moveTo>
                  <a:lnTo>
                    <a:pt x="10509911" y="4961009"/>
                  </a:lnTo>
                  <a:lnTo>
                    <a:pt x="10508696" y="4960975"/>
                  </a:lnTo>
                  <a:lnTo>
                    <a:pt x="10500725" y="4960732"/>
                  </a:lnTo>
                  <a:lnTo>
                    <a:pt x="10480671" y="4960058"/>
                  </a:lnTo>
                  <a:lnTo>
                    <a:pt x="10444916" y="4958732"/>
                  </a:lnTo>
                  <a:lnTo>
                    <a:pt x="10391824" y="4956550"/>
                  </a:lnTo>
                  <a:lnTo>
                    <a:pt x="10321861" y="4953349"/>
                  </a:lnTo>
                  <a:lnTo>
                    <a:pt x="10237387" y="4949021"/>
                  </a:lnTo>
                  <a:lnTo>
                    <a:pt x="10142114" y="4943515"/>
                  </a:lnTo>
                  <a:lnTo>
                    <a:pt x="10040364" y="4936827"/>
                  </a:lnTo>
                  <a:lnTo>
                    <a:pt x="9936360" y="4928978"/>
                  </a:lnTo>
                  <a:lnTo>
                    <a:pt x="9833698" y="4919995"/>
                  </a:lnTo>
                  <a:lnTo>
                    <a:pt x="9735076" y="4909884"/>
                  </a:lnTo>
                  <a:lnTo>
                    <a:pt x="9642251" y="4898622"/>
                  </a:lnTo>
                  <a:lnTo>
                    <a:pt x="9556143" y="4886142"/>
                  </a:lnTo>
                  <a:lnTo>
                    <a:pt x="9477010" y="4872338"/>
                  </a:lnTo>
                  <a:lnTo>
                    <a:pt x="9404633" y="4857057"/>
                  </a:lnTo>
                  <a:lnTo>
                    <a:pt x="9338479" y="4840109"/>
                  </a:lnTo>
                  <a:lnTo>
                    <a:pt x="9277827" y="4821269"/>
                  </a:lnTo>
                  <a:lnTo>
                    <a:pt x="9221864" y="4800296"/>
                  </a:lnTo>
                  <a:lnTo>
                    <a:pt x="9169751" y="4776951"/>
                  </a:lnTo>
                  <a:lnTo>
                    <a:pt x="9120685" y="4751042"/>
                  </a:lnTo>
                  <a:lnTo>
                    <a:pt x="9084767" y="4729441"/>
                  </a:lnTo>
                  <a:lnTo>
                    <a:pt x="9037243" y="4697327"/>
                  </a:lnTo>
                  <a:lnTo>
                    <a:pt x="8991128" y="4662231"/>
                  </a:lnTo>
                  <a:lnTo>
                    <a:pt x="8945938" y="4624103"/>
                  </a:lnTo>
                  <a:lnTo>
                    <a:pt x="8901305" y="4582973"/>
                  </a:lnTo>
                  <a:lnTo>
                    <a:pt x="8856961" y="4538964"/>
                  </a:lnTo>
                  <a:lnTo>
                    <a:pt x="8812720" y="4492298"/>
                  </a:lnTo>
                  <a:lnTo>
                    <a:pt x="8768466" y="4443298"/>
                  </a:lnTo>
                  <a:lnTo>
                    <a:pt x="8724140" y="4392383"/>
                  </a:lnTo>
                  <a:lnTo>
                    <a:pt x="8679730" y="4340054"/>
                  </a:lnTo>
                  <a:lnTo>
                    <a:pt x="8635260" y="4286880"/>
                  </a:lnTo>
                  <a:lnTo>
                    <a:pt x="8590771" y="4233467"/>
                  </a:lnTo>
                  <a:lnTo>
                    <a:pt x="8546311" y="4180434"/>
                  </a:lnTo>
                  <a:lnTo>
                    <a:pt x="8501920" y="4128382"/>
                  </a:lnTo>
                  <a:lnTo>
                    <a:pt x="8457613" y="4077865"/>
                  </a:lnTo>
                  <a:lnTo>
                    <a:pt x="8413369" y="4029368"/>
                  </a:lnTo>
                  <a:lnTo>
                    <a:pt x="8369117" y="3983287"/>
                  </a:lnTo>
                  <a:lnTo>
                    <a:pt x="8324726" y="3939924"/>
                  </a:lnTo>
                  <a:lnTo>
                    <a:pt x="8279992" y="3899476"/>
                  </a:lnTo>
                  <a:lnTo>
                    <a:pt x="8234626" y="3862046"/>
                  </a:lnTo>
                  <a:lnTo>
                    <a:pt x="8188235" y="3827643"/>
                  </a:lnTo>
                  <a:lnTo>
                    <a:pt x="8151487" y="3803168"/>
                  </a:lnTo>
                  <a:lnTo>
                    <a:pt x="8104254" y="3775231"/>
                  </a:lnTo>
                  <a:lnTo>
                    <a:pt x="8054539" y="3749938"/>
                  </a:lnTo>
                  <a:lnTo>
                    <a:pt x="8001595" y="3727172"/>
                  </a:lnTo>
                  <a:lnTo>
                    <a:pt x="7944603" y="3706723"/>
                  </a:lnTo>
                  <a:lnTo>
                    <a:pt x="7882727" y="3688350"/>
                  </a:lnTo>
                  <a:lnTo>
                    <a:pt x="7815168" y="3671813"/>
                  </a:lnTo>
                  <a:lnTo>
                    <a:pt x="7741240" y="3656896"/>
                  </a:lnTo>
                  <a:lnTo>
                    <a:pt x="7660470" y="3643415"/>
                  </a:lnTo>
                  <a:lnTo>
                    <a:pt x="7572737" y="3631230"/>
                  </a:lnTo>
                  <a:lnTo>
                    <a:pt x="7478436" y="3620243"/>
                  </a:lnTo>
                  <a:lnTo>
                    <a:pt x="7378671" y="3610398"/>
                  </a:lnTo>
                  <a:lnTo>
                    <a:pt x="7275415" y="3601681"/>
                  </a:lnTo>
                  <a:lnTo>
                    <a:pt x="7171589" y="3594103"/>
                  </a:lnTo>
                  <a:lnTo>
                    <a:pt x="7070969" y="3587692"/>
                  </a:lnTo>
                  <a:lnTo>
                    <a:pt x="6977859" y="3582464"/>
                  </a:lnTo>
                  <a:lnTo>
                    <a:pt x="6896505" y="3578408"/>
                  </a:lnTo>
                  <a:lnTo>
                    <a:pt x="6830363" y="3575459"/>
                  </a:lnTo>
                  <a:lnTo>
                    <a:pt x="6781387" y="3573495"/>
                  </a:lnTo>
                  <a:lnTo>
                    <a:pt x="6749553" y="3572342"/>
                  </a:lnTo>
                  <a:lnTo>
                    <a:pt x="6732736" y="3571790"/>
                  </a:lnTo>
                  <a:lnTo>
                    <a:pt x="6726893" y="3571615"/>
                  </a:lnTo>
                  <a:lnTo>
                    <a:pt x="6726343" y="3571600"/>
                  </a:lnTo>
                  <a:lnTo>
                    <a:pt x="5254955" y="3571600"/>
                  </a:lnTo>
                  <a:lnTo>
                    <a:pt x="5253855" y="3571520"/>
                  </a:lnTo>
                  <a:lnTo>
                    <a:pt x="5246621" y="3570955"/>
                  </a:lnTo>
                  <a:lnTo>
                    <a:pt x="5228366" y="3569391"/>
                  </a:lnTo>
                  <a:lnTo>
                    <a:pt x="5195681" y="3566313"/>
                  </a:lnTo>
                  <a:lnTo>
                    <a:pt x="5146866" y="3561237"/>
                  </a:lnTo>
                  <a:lnTo>
                    <a:pt x="5082065" y="3553769"/>
                  </a:lnTo>
                  <a:lnTo>
                    <a:pt x="5003133" y="3543630"/>
                  </a:lnTo>
                  <a:lnTo>
                    <a:pt x="4913219" y="3530677"/>
                  </a:lnTo>
                  <a:lnTo>
                    <a:pt x="4816163" y="3514877"/>
                  </a:lnTo>
                  <a:lnTo>
                    <a:pt x="4715869" y="3496270"/>
                  </a:lnTo>
                  <a:lnTo>
                    <a:pt x="4615805" y="3474919"/>
                  </a:lnTo>
                  <a:lnTo>
                    <a:pt x="4518708" y="3450859"/>
                  </a:lnTo>
                  <a:lnTo>
                    <a:pt x="4426483" y="3424066"/>
                  </a:lnTo>
                  <a:lnTo>
                    <a:pt x="4340257" y="3394429"/>
                  </a:lnTo>
                  <a:lnTo>
                    <a:pt x="4260509" y="3361742"/>
                  </a:lnTo>
                  <a:lnTo>
                    <a:pt x="4187225" y="3325701"/>
                  </a:lnTo>
                  <a:lnTo>
                    <a:pt x="4120053" y="3285908"/>
                  </a:lnTo>
                  <a:lnTo>
                    <a:pt x="4058420" y="3241881"/>
                  </a:lnTo>
                  <a:lnTo>
                    <a:pt x="4001630" y="3193078"/>
                  </a:lnTo>
                  <a:lnTo>
                    <a:pt x="3948933" y="3138930"/>
                  </a:lnTo>
                  <a:lnTo>
                    <a:pt x="3899576" y="3078908"/>
                  </a:lnTo>
                  <a:lnTo>
                    <a:pt x="3852849" y="3012622"/>
                  </a:lnTo>
                  <a:lnTo>
                    <a:pt x="3829811" y="2976333"/>
                  </a:lnTo>
                  <a:lnTo>
                    <a:pt x="3795567" y="2917905"/>
                  </a:lnTo>
                  <a:lnTo>
                    <a:pt x="3762128" y="2855572"/>
                  </a:lnTo>
                  <a:lnTo>
                    <a:pt x="3729294" y="2789252"/>
                  </a:lnTo>
                  <a:lnTo>
                    <a:pt x="3696900" y="2718919"/>
                  </a:lnTo>
                  <a:lnTo>
                    <a:pt x="3664813" y="2644601"/>
                  </a:lnTo>
                  <a:lnTo>
                    <a:pt x="3632925" y="2566389"/>
                  </a:lnTo>
                  <a:lnTo>
                    <a:pt x="3601151" y="2484442"/>
                  </a:lnTo>
                  <a:lnTo>
                    <a:pt x="3569426" y="2398984"/>
                  </a:lnTo>
                  <a:lnTo>
                    <a:pt x="3537706" y="2310311"/>
                  </a:lnTo>
                  <a:lnTo>
                    <a:pt x="3505961" y="2218784"/>
                  </a:lnTo>
                  <a:lnTo>
                    <a:pt x="3474176" y="2124827"/>
                  </a:lnTo>
                  <a:lnTo>
                    <a:pt x="3442347" y="2028920"/>
                  </a:lnTo>
                  <a:lnTo>
                    <a:pt x="3410479" y="1931587"/>
                  </a:lnTo>
                  <a:lnTo>
                    <a:pt x="3378587" y="1833389"/>
                  </a:lnTo>
                  <a:lnTo>
                    <a:pt x="3346685" y="1734907"/>
                  </a:lnTo>
                  <a:lnTo>
                    <a:pt x="3314793" y="1636728"/>
                  </a:lnTo>
                  <a:lnTo>
                    <a:pt x="3282927" y="1539434"/>
                  </a:lnTo>
                  <a:lnTo>
                    <a:pt x="3251099" y="1443584"/>
                  </a:lnTo>
                  <a:lnTo>
                    <a:pt x="3219315" y="1349701"/>
                  </a:lnTo>
                  <a:lnTo>
                    <a:pt x="3187571" y="1258264"/>
                  </a:lnTo>
                  <a:lnTo>
                    <a:pt x="3155851" y="1169693"/>
                  </a:lnTo>
                  <a:lnTo>
                    <a:pt x="3124126" y="1084349"/>
                  </a:lnTo>
                  <a:lnTo>
                    <a:pt x="3092349" y="1002523"/>
                  </a:lnTo>
                  <a:lnTo>
                    <a:pt x="3060456" y="924440"/>
                  </a:lnTo>
                  <a:lnTo>
                    <a:pt x="3028360" y="850255"/>
                  </a:lnTo>
                  <a:lnTo>
                    <a:pt x="2995954" y="780056"/>
                  </a:lnTo>
                  <a:lnTo>
                    <a:pt x="2963103" y="713871"/>
                  </a:lnTo>
                  <a:lnTo>
                    <a:pt x="2929640" y="651670"/>
                  </a:lnTo>
                  <a:lnTo>
                    <a:pt x="2896531" y="595266"/>
                  </a:lnTo>
                  <a:lnTo>
                    <a:pt x="2850899" y="525721"/>
                  </a:lnTo>
                  <a:lnTo>
                    <a:pt x="2802968" y="462537"/>
                  </a:lnTo>
                  <a:lnTo>
                    <a:pt x="2752068" y="405451"/>
                  </a:lnTo>
                  <a:lnTo>
                    <a:pt x="2697462" y="353991"/>
                  </a:lnTo>
                  <a:lnTo>
                    <a:pt x="2638392" y="307597"/>
                  </a:lnTo>
                  <a:lnTo>
                    <a:pt x="2574128" y="265708"/>
                  </a:lnTo>
                  <a:lnTo>
                    <a:pt x="2504024" y="227808"/>
                  </a:lnTo>
                  <a:lnTo>
                    <a:pt x="2427601" y="193454"/>
                  </a:lnTo>
                  <a:lnTo>
                    <a:pt x="2344655" y="162292"/>
                  </a:lnTo>
                  <a:lnTo>
                    <a:pt x="2255395" y="134067"/>
                  </a:lnTo>
                  <a:lnTo>
                    <a:pt x="2160598" y="108620"/>
                  </a:lnTo>
                  <a:lnTo>
                    <a:pt x="2061758" y="85886"/>
                  </a:lnTo>
                  <a:lnTo>
                    <a:pt x="1961191" y="65871"/>
                  </a:lnTo>
                  <a:lnTo>
                    <a:pt x="1862012" y="48631"/>
                  </a:lnTo>
                  <a:lnTo>
                    <a:pt x="1767956" y="34224"/>
                  </a:lnTo>
                  <a:lnTo>
                    <a:pt x="1682967" y="22659"/>
                  </a:lnTo>
                  <a:lnTo>
                    <a:pt x="1610628" y="13854"/>
                  </a:lnTo>
                  <a:lnTo>
                    <a:pt x="1553523" y="7600"/>
                  </a:lnTo>
                  <a:lnTo>
                    <a:pt x="1512703" y="3558"/>
                  </a:lnTo>
                  <a:lnTo>
                    <a:pt x="1487408" y="1285"/>
                  </a:lnTo>
                  <a:lnTo>
                    <a:pt x="1475072" y="275"/>
                  </a:lnTo>
                  <a:lnTo>
                    <a:pt x="1471537" y="10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88" name="pg488"/>
            <p:cNvSpPr/>
            <p:nvPr/>
          </p:nvSpPr>
          <p:spPr>
            <a:xfrm>
              <a:off x="4799595" y="2830271"/>
              <a:ext cx="11981298" cy="4846588"/>
            </a:xfrm>
            <a:custGeom>
              <a:avLst/>
              <a:pathLst>
                <a:path w="11981298" h="4846588">
                  <a:moveTo>
                    <a:pt x="0" y="2378342"/>
                  </a:moveTo>
                  <a:lnTo>
                    <a:pt x="1471387" y="2378342"/>
                  </a:lnTo>
                  <a:lnTo>
                    <a:pt x="1472554" y="2378400"/>
                  </a:lnTo>
                  <a:lnTo>
                    <a:pt x="1480222" y="2378816"/>
                  </a:lnTo>
                  <a:lnTo>
                    <a:pt x="1499535" y="2379965"/>
                  </a:lnTo>
                  <a:lnTo>
                    <a:pt x="1534030" y="2382226"/>
                  </a:lnTo>
                  <a:lnTo>
                    <a:pt x="1585372" y="2385950"/>
                  </a:lnTo>
                  <a:lnTo>
                    <a:pt x="1653232" y="2391420"/>
                  </a:lnTo>
                  <a:lnTo>
                    <a:pt x="1735462" y="2398829"/>
                  </a:lnTo>
                  <a:lnTo>
                    <a:pt x="1828581" y="2408271"/>
                  </a:lnTo>
                  <a:lnTo>
                    <a:pt x="1928462" y="2419759"/>
                  </a:lnTo>
                  <a:lnTo>
                    <a:pt x="2031006" y="2433258"/>
                  </a:lnTo>
                  <a:lnTo>
                    <a:pt x="2132665" y="2448724"/>
                  </a:lnTo>
                  <a:lnTo>
                    <a:pt x="2230717" y="2466139"/>
                  </a:lnTo>
                  <a:lnTo>
                    <a:pt x="2323341" y="2485535"/>
                  </a:lnTo>
                  <a:lnTo>
                    <a:pt x="2409530" y="2507009"/>
                  </a:lnTo>
                  <a:lnTo>
                    <a:pt x="2488934" y="2530734"/>
                  </a:lnTo>
                  <a:lnTo>
                    <a:pt x="2561690" y="2556952"/>
                  </a:lnTo>
                  <a:lnTo>
                    <a:pt x="2628258" y="2585979"/>
                  </a:lnTo>
                  <a:lnTo>
                    <a:pt x="2689299" y="2618183"/>
                  </a:lnTo>
                  <a:lnTo>
                    <a:pt x="2745582" y="2653974"/>
                  </a:lnTo>
                  <a:lnTo>
                    <a:pt x="2797909" y="2693765"/>
                  </a:lnTo>
                  <a:lnTo>
                    <a:pt x="2847067" y="2737914"/>
                  </a:lnTo>
                  <a:lnTo>
                    <a:pt x="2893779" y="2786633"/>
                  </a:lnTo>
                  <a:lnTo>
                    <a:pt x="2896531" y="2789716"/>
                  </a:lnTo>
                  <a:lnTo>
                    <a:pt x="2936265" y="2836918"/>
                  </a:lnTo>
                  <a:lnTo>
                    <a:pt x="2974957" y="2887782"/>
                  </a:lnTo>
                  <a:lnTo>
                    <a:pt x="3012907" y="2942383"/>
                  </a:lnTo>
                  <a:lnTo>
                    <a:pt x="3050353" y="3000726"/>
                  </a:lnTo>
                  <a:lnTo>
                    <a:pt x="3087483" y="3062741"/>
                  </a:lnTo>
                  <a:lnTo>
                    <a:pt x="3124438" y="3128278"/>
                  </a:lnTo>
                  <a:lnTo>
                    <a:pt x="3161324" y="3197097"/>
                  </a:lnTo>
                  <a:lnTo>
                    <a:pt x="3198210" y="3268875"/>
                  </a:lnTo>
                  <a:lnTo>
                    <a:pt x="3235137" y="3343205"/>
                  </a:lnTo>
                  <a:lnTo>
                    <a:pt x="3272122" y="3419601"/>
                  </a:lnTo>
                  <a:lnTo>
                    <a:pt x="3309163" y="3497515"/>
                  </a:lnTo>
                  <a:lnTo>
                    <a:pt x="3346242" y="3576349"/>
                  </a:lnTo>
                  <a:lnTo>
                    <a:pt x="3383334" y="3655474"/>
                  </a:lnTo>
                  <a:lnTo>
                    <a:pt x="3420410" y="3734252"/>
                  </a:lnTo>
                  <a:lnTo>
                    <a:pt x="3457447" y="3812057"/>
                  </a:lnTo>
                  <a:lnTo>
                    <a:pt x="3494427" y="3888294"/>
                  </a:lnTo>
                  <a:lnTo>
                    <a:pt x="3531349" y="3962419"/>
                  </a:lnTo>
                  <a:lnTo>
                    <a:pt x="3568233" y="4033955"/>
                  </a:lnTo>
                  <a:lnTo>
                    <a:pt x="3605121" y="4102500"/>
                  </a:lnTo>
                  <a:lnTo>
                    <a:pt x="3642088" y="4167737"/>
                  </a:lnTo>
                  <a:lnTo>
                    <a:pt x="3679238" y="4229437"/>
                  </a:lnTo>
                  <a:lnTo>
                    <a:pt x="3716721" y="4287456"/>
                  </a:lnTo>
                  <a:lnTo>
                    <a:pt x="3754725" y="4341729"/>
                  </a:lnTo>
                  <a:lnTo>
                    <a:pt x="3793495" y="4392271"/>
                  </a:lnTo>
                  <a:lnTo>
                    <a:pt x="3829811" y="4435213"/>
                  </a:lnTo>
                  <a:lnTo>
                    <a:pt x="3876396" y="4484209"/>
                  </a:lnTo>
                  <a:lnTo>
                    <a:pt x="3925387" y="4528630"/>
                  </a:lnTo>
                  <a:lnTo>
                    <a:pt x="3977502" y="4568674"/>
                  </a:lnTo>
                  <a:lnTo>
                    <a:pt x="4033523" y="4604695"/>
                  </a:lnTo>
                  <a:lnTo>
                    <a:pt x="4094255" y="4637103"/>
                  </a:lnTo>
                  <a:lnTo>
                    <a:pt x="4160469" y="4666310"/>
                  </a:lnTo>
                  <a:lnTo>
                    <a:pt x="4232836" y="4692689"/>
                  </a:lnTo>
                  <a:lnTo>
                    <a:pt x="4311832" y="4716556"/>
                  </a:lnTo>
                  <a:lnTo>
                    <a:pt x="4397616" y="4738160"/>
                  </a:lnTo>
                  <a:lnTo>
                    <a:pt x="4489873" y="4757678"/>
                  </a:lnTo>
                  <a:lnTo>
                    <a:pt x="4587641" y="4775211"/>
                  </a:lnTo>
                  <a:lnTo>
                    <a:pt x="4689150" y="4790795"/>
                  </a:lnTo>
                  <a:lnTo>
                    <a:pt x="4791734" y="4804414"/>
                  </a:lnTo>
                  <a:lnTo>
                    <a:pt x="4891888" y="4816024"/>
                  </a:lnTo>
                  <a:lnTo>
                    <a:pt x="4985535" y="4825589"/>
                  </a:lnTo>
                  <a:lnTo>
                    <a:pt x="5068529" y="4833119"/>
                  </a:lnTo>
                  <a:lnTo>
                    <a:pt x="5137333" y="4838702"/>
                  </a:lnTo>
                  <a:lnTo>
                    <a:pt x="5189700" y="4842524"/>
                  </a:lnTo>
                  <a:lnTo>
                    <a:pt x="5225183" y="4844864"/>
                  </a:lnTo>
                  <a:lnTo>
                    <a:pt x="5245330" y="4846069"/>
                  </a:lnTo>
                  <a:lnTo>
                    <a:pt x="5253569" y="4846518"/>
                  </a:lnTo>
                  <a:lnTo>
                    <a:pt x="5254955" y="4846588"/>
                  </a:lnTo>
                  <a:lnTo>
                    <a:pt x="6726343" y="4846588"/>
                  </a:lnTo>
                  <a:lnTo>
                    <a:pt x="6727234" y="4846501"/>
                  </a:lnTo>
                  <a:lnTo>
                    <a:pt x="6733122" y="4845885"/>
                  </a:lnTo>
                  <a:lnTo>
                    <a:pt x="6748070" y="4844182"/>
                  </a:lnTo>
                  <a:lnTo>
                    <a:pt x="6775052" y="4840826"/>
                  </a:lnTo>
                  <a:lnTo>
                    <a:pt x="6815790" y="4835276"/>
                  </a:lnTo>
                  <a:lnTo>
                    <a:pt x="6870629" y="4827062"/>
                  </a:lnTo>
                  <a:lnTo>
                    <a:pt x="6938562" y="4815832"/>
                  </a:lnTo>
                  <a:lnTo>
                    <a:pt x="7017453" y="4801361"/>
                  </a:lnTo>
                  <a:lnTo>
                    <a:pt x="7104413" y="4783558"/>
                  </a:lnTo>
                  <a:lnTo>
                    <a:pt x="7196255" y="4762428"/>
                  </a:lnTo>
                  <a:lnTo>
                    <a:pt x="7289904" y="4738028"/>
                  </a:lnTo>
                  <a:lnTo>
                    <a:pt x="7382704" y="4710425"/>
                  </a:lnTo>
                  <a:lnTo>
                    <a:pt x="7472585" y="4679647"/>
                  </a:lnTo>
                  <a:lnTo>
                    <a:pt x="7558099" y="4645656"/>
                  </a:lnTo>
                  <a:lnTo>
                    <a:pt x="7638381" y="4608325"/>
                  </a:lnTo>
                  <a:lnTo>
                    <a:pt x="7713047" y="4567429"/>
                  </a:lnTo>
                  <a:lnTo>
                    <a:pt x="7782088" y="4522641"/>
                  </a:lnTo>
                  <a:lnTo>
                    <a:pt x="7845758" y="4473541"/>
                  </a:lnTo>
                  <a:lnTo>
                    <a:pt x="7904494" y="4419619"/>
                  </a:lnTo>
                  <a:lnTo>
                    <a:pt x="7958836" y="4360297"/>
                  </a:lnTo>
                  <a:lnTo>
                    <a:pt x="8009382" y="4294957"/>
                  </a:lnTo>
                  <a:lnTo>
                    <a:pt x="8056744" y="4222992"/>
                  </a:lnTo>
                  <a:lnTo>
                    <a:pt x="8101516" y="4143882"/>
                  </a:lnTo>
                  <a:lnTo>
                    <a:pt x="8144247" y="4057322"/>
                  </a:lnTo>
                  <a:lnTo>
                    <a:pt x="8151487" y="4041547"/>
                  </a:lnTo>
                  <a:lnTo>
                    <a:pt x="8181444" y="3972823"/>
                  </a:lnTo>
                  <a:lnTo>
                    <a:pt x="8210766" y="3900083"/>
                  </a:lnTo>
                  <a:lnTo>
                    <a:pt x="8239592" y="3823245"/>
                  </a:lnTo>
                  <a:lnTo>
                    <a:pt x="8268038" y="3742271"/>
                  </a:lnTo>
                  <a:lnTo>
                    <a:pt x="8296200" y="3657161"/>
                  </a:lnTo>
                  <a:lnTo>
                    <a:pt x="8324162" y="3567966"/>
                  </a:lnTo>
                  <a:lnTo>
                    <a:pt x="8351990" y="3474786"/>
                  </a:lnTo>
                  <a:lnTo>
                    <a:pt x="8379737" y="3377773"/>
                  </a:lnTo>
                  <a:lnTo>
                    <a:pt x="8407446" y="3277135"/>
                  </a:lnTo>
                  <a:lnTo>
                    <a:pt x="8435148" y="3173131"/>
                  </a:lnTo>
                  <a:lnTo>
                    <a:pt x="8462865" y="3066076"/>
                  </a:lnTo>
                  <a:lnTo>
                    <a:pt x="8490608" y="2956334"/>
                  </a:lnTo>
                  <a:lnTo>
                    <a:pt x="8518385" y="2844315"/>
                  </a:lnTo>
                  <a:lnTo>
                    <a:pt x="8546195" y="2730470"/>
                  </a:lnTo>
                  <a:lnTo>
                    <a:pt x="8574032" y="2615283"/>
                  </a:lnTo>
                  <a:lnTo>
                    <a:pt x="8601888" y="2499262"/>
                  </a:lnTo>
                  <a:lnTo>
                    <a:pt x="8629750" y="2382933"/>
                  </a:lnTo>
                  <a:lnTo>
                    <a:pt x="8657608" y="2266824"/>
                  </a:lnTo>
                  <a:lnTo>
                    <a:pt x="8685449" y="2151464"/>
                  </a:lnTo>
                  <a:lnTo>
                    <a:pt x="8713263" y="2037362"/>
                  </a:lnTo>
                  <a:lnTo>
                    <a:pt x="8741046" y="1925009"/>
                  </a:lnTo>
                  <a:lnTo>
                    <a:pt x="8768795" y="1814860"/>
                  </a:lnTo>
                  <a:lnTo>
                    <a:pt x="8796515" y="1707333"/>
                  </a:lnTo>
                  <a:lnTo>
                    <a:pt x="8824218" y="1602801"/>
                  </a:lnTo>
                  <a:lnTo>
                    <a:pt x="8851924" y="1501586"/>
                  </a:lnTo>
                  <a:lnTo>
                    <a:pt x="8879663" y="1403957"/>
                  </a:lnTo>
                  <a:lnTo>
                    <a:pt x="8907474" y="1310130"/>
                  </a:lnTo>
                  <a:lnTo>
                    <a:pt x="8935409" y="1220266"/>
                  </a:lnTo>
                  <a:lnTo>
                    <a:pt x="8963533" y="1134475"/>
                  </a:lnTo>
                  <a:lnTo>
                    <a:pt x="8991926" y="1052814"/>
                  </a:lnTo>
                  <a:lnTo>
                    <a:pt x="9020681" y="975293"/>
                  </a:lnTo>
                  <a:lnTo>
                    <a:pt x="9049912" y="901879"/>
                  </a:lnTo>
                  <a:lnTo>
                    <a:pt x="9079754" y="832497"/>
                  </a:lnTo>
                  <a:lnTo>
                    <a:pt x="9084767" y="821386"/>
                  </a:lnTo>
                  <a:lnTo>
                    <a:pt x="9127193" y="733527"/>
                  </a:lnTo>
                  <a:lnTo>
                    <a:pt x="9171574" y="653139"/>
                  </a:lnTo>
                  <a:lnTo>
                    <a:pt x="9218445" y="579968"/>
                  </a:lnTo>
                  <a:lnTo>
                    <a:pt x="9268395" y="513521"/>
                  </a:lnTo>
                  <a:lnTo>
                    <a:pt x="9322035" y="453200"/>
                  </a:lnTo>
                  <a:lnTo>
                    <a:pt x="9379968" y="398384"/>
                  </a:lnTo>
                  <a:lnTo>
                    <a:pt x="9442747" y="348486"/>
                  </a:lnTo>
                  <a:lnTo>
                    <a:pt x="9510832" y="302983"/>
                  </a:lnTo>
                  <a:lnTo>
                    <a:pt x="9584514" y="261438"/>
                  </a:lnTo>
                  <a:lnTo>
                    <a:pt x="9663838" y="223507"/>
                  </a:lnTo>
                  <a:lnTo>
                    <a:pt x="9748492" y="188949"/>
                  </a:lnTo>
                  <a:lnTo>
                    <a:pt x="9837701" y="157619"/>
                  </a:lnTo>
                  <a:lnTo>
                    <a:pt x="9930126" y="129465"/>
                  </a:lnTo>
                  <a:lnTo>
                    <a:pt x="10023803" y="104505"/>
                  </a:lnTo>
                  <a:lnTo>
                    <a:pt x="10116170" y="82802"/>
                  </a:lnTo>
                  <a:lnTo>
                    <a:pt x="10204207" y="64420"/>
                  </a:lnTo>
                  <a:lnTo>
                    <a:pt x="10284719" y="49375"/>
                  </a:lnTo>
                  <a:lnTo>
                    <a:pt x="10354732" y="37594"/>
                  </a:lnTo>
                  <a:lnTo>
                    <a:pt x="10411951" y="28879"/>
                  </a:lnTo>
                  <a:lnTo>
                    <a:pt x="10455149" y="22898"/>
                  </a:lnTo>
                  <a:lnTo>
                    <a:pt x="10484431" y="19199"/>
                  </a:lnTo>
                  <a:lnTo>
                    <a:pt x="10501286" y="17250"/>
                  </a:lnTo>
                  <a:lnTo>
                    <a:pt x="10508483" y="16486"/>
                  </a:lnTo>
                  <a:lnTo>
                    <a:pt x="10509911" y="16345"/>
                  </a:lnTo>
                  <a:lnTo>
                    <a:pt x="11981298" y="16345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9019" y="86"/>
                  </a:lnTo>
                  <a:lnTo>
                    <a:pt x="10503131" y="702"/>
                  </a:lnTo>
                  <a:lnTo>
                    <a:pt x="10488183" y="2405"/>
                  </a:lnTo>
                  <a:lnTo>
                    <a:pt x="10461201" y="5761"/>
                  </a:lnTo>
                  <a:lnTo>
                    <a:pt x="10420463" y="11311"/>
                  </a:lnTo>
                  <a:lnTo>
                    <a:pt x="10365624" y="19525"/>
                  </a:lnTo>
                  <a:lnTo>
                    <a:pt x="10297691" y="30755"/>
                  </a:lnTo>
                  <a:lnTo>
                    <a:pt x="10218801" y="45226"/>
                  </a:lnTo>
                  <a:lnTo>
                    <a:pt x="10131841" y="63029"/>
                  </a:lnTo>
                  <a:lnTo>
                    <a:pt x="10039999" y="84159"/>
                  </a:lnTo>
                  <a:lnTo>
                    <a:pt x="9946349" y="108559"/>
                  </a:lnTo>
                  <a:lnTo>
                    <a:pt x="9853549" y="136162"/>
                  </a:lnTo>
                  <a:lnTo>
                    <a:pt x="9763669" y="166940"/>
                  </a:lnTo>
                  <a:lnTo>
                    <a:pt x="9678154" y="200931"/>
                  </a:lnTo>
                  <a:lnTo>
                    <a:pt x="9597872" y="238262"/>
                  </a:lnTo>
                  <a:lnTo>
                    <a:pt x="9523206" y="279158"/>
                  </a:lnTo>
                  <a:lnTo>
                    <a:pt x="9454166" y="323946"/>
                  </a:lnTo>
                  <a:lnTo>
                    <a:pt x="9390495" y="373046"/>
                  </a:lnTo>
                  <a:lnTo>
                    <a:pt x="9331760" y="426968"/>
                  </a:lnTo>
                  <a:lnTo>
                    <a:pt x="9277417" y="486291"/>
                  </a:lnTo>
                  <a:lnTo>
                    <a:pt x="9226871" y="551630"/>
                  </a:lnTo>
                  <a:lnTo>
                    <a:pt x="9179509" y="623595"/>
                  </a:lnTo>
                  <a:lnTo>
                    <a:pt x="9134737" y="702705"/>
                  </a:lnTo>
                  <a:lnTo>
                    <a:pt x="9092007" y="789265"/>
                  </a:lnTo>
                  <a:lnTo>
                    <a:pt x="9084767" y="805040"/>
                  </a:lnTo>
                  <a:lnTo>
                    <a:pt x="9054809" y="873764"/>
                  </a:lnTo>
                  <a:lnTo>
                    <a:pt x="9025487" y="946504"/>
                  </a:lnTo>
                  <a:lnTo>
                    <a:pt x="8996661" y="1023342"/>
                  </a:lnTo>
                  <a:lnTo>
                    <a:pt x="8968216" y="1104316"/>
                  </a:lnTo>
                  <a:lnTo>
                    <a:pt x="8940053" y="1189426"/>
                  </a:lnTo>
                  <a:lnTo>
                    <a:pt x="8912091" y="1278621"/>
                  </a:lnTo>
                  <a:lnTo>
                    <a:pt x="8884263" y="1371801"/>
                  </a:lnTo>
                  <a:lnTo>
                    <a:pt x="8856516" y="1468814"/>
                  </a:lnTo>
                  <a:lnTo>
                    <a:pt x="8828807" y="1569452"/>
                  </a:lnTo>
                  <a:lnTo>
                    <a:pt x="8801105" y="1673456"/>
                  </a:lnTo>
                  <a:lnTo>
                    <a:pt x="8773389" y="1780511"/>
                  </a:lnTo>
                  <a:lnTo>
                    <a:pt x="8745645" y="1890253"/>
                  </a:lnTo>
                  <a:lnTo>
                    <a:pt x="8717868" y="2002272"/>
                  </a:lnTo>
                  <a:lnTo>
                    <a:pt x="8690058" y="2116117"/>
                  </a:lnTo>
                  <a:lnTo>
                    <a:pt x="8662221" y="2231304"/>
                  </a:lnTo>
                  <a:lnTo>
                    <a:pt x="8634365" y="2347325"/>
                  </a:lnTo>
                  <a:lnTo>
                    <a:pt x="8606503" y="2463654"/>
                  </a:lnTo>
                  <a:lnTo>
                    <a:pt x="8578646" y="2579763"/>
                  </a:lnTo>
                  <a:lnTo>
                    <a:pt x="8550805" y="2695123"/>
                  </a:lnTo>
                  <a:lnTo>
                    <a:pt x="8522990" y="2809225"/>
                  </a:lnTo>
                  <a:lnTo>
                    <a:pt x="8495207" y="2921578"/>
                  </a:lnTo>
                  <a:lnTo>
                    <a:pt x="8467458" y="3031727"/>
                  </a:lnTo>
                  <a:lnTo>
                    <a:pt x="8439738" y="3139254"/>
                  </a:lnTo>
                  <a:lnTo>
                    <a:pt x="8412035" y="3243786"/>
                  </a:lnTo>
                  <a:lnTo>
                    <a:pt x="8384329" y="3345001"/>
                  </a:lnTo>
                  <a:lnTo>
                    <a:pt x="8356591" y="3442630"/>
                  </a:lnTo>
                  <a:lnTo>
                    <a:pt x="8328779" y="3536457"/>
                  </a:lnTo>
                  <a:lnTo>
                    <a:pt x="8300844" y="3626321"/>
                  </a:lnTo>
                  <a:lnTo>
                    <a:pt x="8272720" y="3712112"/>
                  </a:lnTo>
                  <a:lnTo>
                    <a:pt x="8244327" y="3793773"/>
                  </a:lnTo>
                  <a:lnTo>
                    <a:pt x="8215572" y="3871294"/>
                  </a:lnTo>
                  <a:lnTo>
                    <a:pt x="8186341" y="3944708"/>
                  </a:lnTo>
                  <a:lnTo>
                    <a:pt x="8156499" y="4014090"/>
                  </a:lnTo>
                  <a:lnTo>
                    <a:pt x="8151487" y="4025201"/>
                  </a:lnTo>
                  <a:lnTo>
                    <a:pt x="8109060" y="4113060"/>
                  </a:lnTo>
                  <a:lnTo>
                    <a:pt x="8064679" y="4193448"/>
                  </a:lnTo>
                  <a:lnTo>
                    <a:pt x="8017808" y="4266619"/>
                  </a:lnTo>
                  <a:lnTo>
                    <a:pt x="7967858" y="4333066"/>
                  </a:lnTo>
                  <a:lnTo>
                    <a:pt x="7914218" y="4393387"/>
                  </a:lnTo>
                  <a:lnTo>
                    <a:pt x="7856286" y="4448203"/>
                  </a:lnTo>
                  <a:lnTo>
                    <a:pt x="7793506" y="4498101"/>
                  </a:lnTo>
                  <a:lnTo>
                    <a:pt x="7725422" y="4543604"/>
                  </a:lnTo>
                  <a:lnTo>
                    <a:pt x="7651739" y="4585149"/>
                  </a:lnTo>
                  <a:lnTo>
                    <a:pt x="7572415" y="4623080"/>
                  </a:lnTo>
                  <a:lnTo>
                    <a:pt x="7487762" y="4657638"/>
                  </a:lnTo>
                  <a:lnTo>
                    <a:pt x="7398552" y="4688968"/>
                  </a:lnTo>
                  <a:lnTo>
                    <a:pt x="7306127" y="4717122"/>
                  </a:lnTo>
                  <a:lnTo>
                    <a:pt x="7212450" y="4742082"/>
                  </a:lnTo>
                  <a:lnTo>
                    <a:pt x="7120083" y="4763785"/>
                  </a:lnTo>
                  <a:lnTo>
                    <a:pt x="7032046" y="4782167"/>
                  </a:lnTo>
                  <a:lnTo>
                    <a:pt x="6951534" y="4797212"/>
                  </a:lnTo>
                  <a:lnTo>
                    <a:pt x="6881521" y="4808993"/>
                  </a:lnTo>
                  <a:lnTo>
                    <a:pt x="6824303" y="4817708"/>
                  </a:lnTo>
                  <a:lnTo>
                    <a:pt x="6781104" y="4823689"/>
                  </a:lnTo>
                  <a:lnTo>
                    <a:pt x="6751822" y="4827388"/>
                  </a:lnTo>
                  <a:lnTo>
                    <a:pt x="6734968" y="4829337"/>
                  </a:lnTo>
                  <a:lnTo>
                    <a:pt x="6727770" y="4830101"/>
                  </a:lnTo>
                  <a:lnTo>
                    <a:pt x="6726343" y="4830242"/>
                  </a:lnTo>
                  <a:lnTo>
                    <a:pt x="5254955" y="4830242"/>
                  </a:lnTo>
                  <a:lnTo>
                    <a:pt x="5253788" y="4830183"/>
                  </a:lnTo>
                  <a:lnTo>
                    <a:pt x="5246121" y="4829768"/>
                  </a:lnTo>
                  <a:lnTo>
                    <a:pt x="5226807" y="4828619"/>
                  </a:lnTo>
                  <a:lnTo>
                    <a:pt x="5192312" y="4826357"/>
                  </a:lnTo>
                  <a:lnTo>
                    <a:pt x="5140970" y="4822634"/>
                  </a:lnTo>
                  <a:lnTo>
                    <a:pt x="5073110" y="4817163"/>
                  </a:lnTo>
                  <a:lnTo>
                    <a:pt x="4990880" y="4809754"/>
                  </a:lnTo>
                  <a:lnTo>
                    <a:pt x="4897761" y="4800313"/>
                  </a:lnTo>
                  <a:lnTo>
                    <a:pt x="4797880" y="4788825"/>
                  </a:lnTo>
                  <a:lnTo>
                    <a:pt x="4695336" y="4775326"/>
                  </a:lnTo>
                  <a:lnTo>
                    <a:pt x="4593678" y="4759859"/>
                  </a:lnTo>
                  <a:lnTo>
                    <a:pt x="4495625" y="4742444"/>
                  </a:lnTo>
                  <a:lnTo>
                    <a:pt x="4403001" y="4723049"/>
                  </a:lnTo>
                  <a:lnTo>
                    <a:pt x="4316813" y="4701574"/>
                  </a:lnTo>
                  <a:lnTo>
                    <a:pt x="4237408" y="4677850"/>
                  </a:lnTo>
                  <a:lnTo>
                    <a:pt x="4164652" y="4651631"/>
                  </a:lnTo>
                  <a:lnTo>
                    <a:pt x="4098084" y="4622605"/>
                  </a:lnTo>
                  <a:lnTo>
                    <a:pt x="4037043" y="4590401"/>
                  </a:lnTo>
                  <a:lnTo>
                    <a:pt x="3980760" y="4554610"/>
                  </a:lnTo>
                  <a:lnTo>
                    <a:pt x="3928433" y="4514819"/>
                  </a:lnTo>
                  <a:lnTo>
                    <a:pt x="3879275" y="4470669"/>
                  </a:lnTo>
                  <a:lnTo>
                    <a:pt x="3832563" y="4421951"/>
                  </a:lnTo>
                  <a:lnTo>
                    <a:pt x="3829811" y="4418867"/>
                  </a:lnTo>
                  <a:lnTo>
                    <a:pt x="3790077" y="4371666"/>
                  </a:lnTo>
                  <a:lnTo>
                    <a:pt x="3751385" y="4320801"/>
                  </a:lnTo>
                  <a:lnTo>
                    <a:pt x="3713435" y="4266200"/>
                  </a:lnTo>
                  <a:lnTo>
                    <a:pt x="3675989" y="4207857"/>
                  </a:lnTo>
                  <a:lnTo>
                    <a:pt x="3638859" y="4145842"/>
                  </a:lnTo>
                  <a:lnTo>
                    <a:pt x="3601904" y="4080306"/>
                  </a:lnTo>
                  <a:lnTo>
                    <a:pt x="3565018" y="4011487"/>
                  </a:lnTo>
                  <a:lnTo>
                    <a:pt x="3528132" y="3939708"/>
                  </a:lnTo>
                  <a:lnTo>
                    <a:pt x="3491205" y="3865379"/>
                  </a:lnTo>
                  <a:lnTo>
                    <a:pt x="3454220" y="3788983"/>
                  </a:lnTo>
                  <a:lnTo>
                    <a:pt x="3417179" y="3711069"/>
                  </a:lnTo>
                  <a:lnTo>
                    <a:pt x="3380100" y="3632235"/>
                  </a:lnTo>
                  <a:lnTo>
                    <a:pt x="3343008" y="3553110"/>
                  </a:lnTo>
                  <a:lnTo>
                    <a:pt x="3305932" y="3474331"/>
                  </a:lnTo>
                  <a:lnTo>
                    <a:pt x="3268896" y="3396526"/>
                  </a:lnTo>
                  <a:lnTo>
                    <a:pt x="3231916" y="3320289"/>
                  </a:lnTo>
                  <a:lnTo>
                    <a:pt x="3194993" y="3246164"/>
                  </a:lnTo>
                  <a:lnTo>
                    <a:pt x="3158109" y="3174629"/>
                  </a:lnTo>
                  <a:lnTo>
                    <a:pt x="3121221" y="3106084"/>
                  </a:lnTo>
                  <a:lnTo>
                    <a:pt x="3084255" y="3040846"/>
                  </a:lnTo>
                  <a:lnTo>
                    <a:pt x="3047104" y="2979146"/>
                  </a:lnTo>
                  <a:lnTo>
                    <a:pt x="3009622" y="2921128"/>
                  </a:lnTo>
                  <a:lnTo>
                    <a:pt x="2971617" y="2866854"/>
                  </a:lnTo>
                  <a:lnTo>
                    <a:pt x="2932847" y="2816313"/>
                  </a:lnTo>
                  <a:lnTo>
                    <a:pt x="2896531" y="2773370"/>
                  </a:lnTo>
                  <a:lnTo>
                    <a:pt x="2849946" y="2724375"/>
                  </a:lnTo>
                  <a:lnTo>
                    <a:pt x="2800955" y="2679954"/>
                  </a:lnTo>
                  <a:lnTo>
                    <a:pt x="2748841" y="2639910"/>
                  </a:lnTo>
                  <a:lnTo>
                    <a:pt x="2692819" y="2603889"/>
                  </a:lnTo>
                  <a:lnTo>
                    <a:pt x="2632087" y="2571480"/>
                  </a:lnTo>
                  <a:lnTo>
                    <a:pt x="2565873" y="2542273"/>
                  </a:lnTo>
                  <a:lnTo>
                    <a:pt x="2493506" y="2515895"/>
                  </a:lnTo>
                  <a:lnTo>
                    <a:pt x="2414510" y="2492028"/>
                  </a:lnTo>
                  <a:lnTo>
                    <a:pt x="2328726" y="2470423"/>
                  </a:lnTo>
                  <a:lnTo>
                    <a:pt x="2236469" y="2450906"/>
                  </a:lnTo>
                  <a:lnTo>
                    <a:pt x="2138701" y="2433373"/>
                  </a:lnTo>
                  <a:lnTo>
                    <a:pt x="2037192" y="2417789"/>
                  </a:lnTo>
                  <a:lnTo>
                    <a:pt x="1934608" y="2404170"/>
                  </a:lnTo>
                  <a:lnTo>
                    <a:pt x="1834454" y="2392560"/>
                  </a:lnTo>
                  <a:lnTo>
                    <a:pt x="1740807" y="2382994"/>
                  </a:lnTo>
                  <a:lnTo>
                    <a:pt x="1657813" y="2375465"/>
                  </a:lnTo>
                  <a:lnTo>
                    <a:pt x="1589009" y="2369882"/>
                  </a:lnTo>
                  <a:lnTo>
                    <a:pt x="1536642" y="2366060"/>
                  </a:lnTo>
                  <a:lnTo>
                    <a:pt x="1501159" y="2363720"/>
                  </a:lnTo>
                  <a:lnTo>
                    <a:pt x="1481012" y="2362515"/>
                  </a:lnTo>
                  <a:lnTo>
                    <a:pt x="1472773" y="2362066"/>
                  </a:lnTo>
                  <a:lnTo>
                    <a:pt x="1471387" y="2361996"/>
                  </a:lnTo>
                  <a:lnTo>
                    <a:pt x="0" y="2361996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489" name="pl489"/>
            <p:cNvSpPr/>
            <p:nvPr/>
          </p:nvSpPr>
          <p:spPr>
            <a:xfrm>
              <a:off x="4799595" y="2846617"/>
              <a:ext cx="11981298" cy="4830242"/>
            </a:xfrm>
            <a:custGeom>
              <a:avLst/>
              <a:pathLst>
                <a:path w="11981298" h="4830242">
                  <a:moveTo>
                    <a:pt x="0" y="2361996"/>
                  </a:moveTo>
                  <a:lnTo>
                    <a:pt x="1471387" y="2361996"/>
                  </a:lnTo>
                  <a:lnTo>
                    <a:pt x="1472554" y="2362054"/>
                  </a:lnTo>
                  <a:lnTo>
                    <a:pt x="1480222" y="2362470"/>
                  </a:lnTo>
                  <a:lnTo>
                    <a:pt x="1499535" y="2363619"/>
                  </a:lnTo>
                  <a:lnTo>
                    <a:pt x="1534030" y="2365880"/>
                  </a:lnTo>
                  <a:lnTo>
                    <a:pt x="1585372" y="2369604"/>
                  </a:lnTo>
                  <a:lnTo>
                    <a:pt x="1653232" y="2375074"/>
                  </a:lnTo>
                  <a:lnTo>
                    <a:pt x="1735462" y="2382483"/>
                  </a:lnTo>
                  <a:lnTo>
                    <a:pt x="1828581" y="2391925"/>
                  </a:lnTo>
                  <a:lnTo>
                    <a:pt x="1928462" y="2403413"/>
                  </a:lnTo>
                  <a:lnTo>
                    <a:pt x="2031006" y="2416912"/>
                  </a:lnTo>
                  <a:lnTo>
                    <a:pt x="2132665" y="2432378"/>
                  </a:lnTo>
                  <a:lnTo>
                    <a:pt x="2230717" y="2449793"/>
                  </a:lnTo>
                  <a:lnTo>
                    <a:pt x="2323341" y="2469189"/>
                  </a:lnTo>
                  <a:lnTo>
                    <a:pt x="2409530" y="2490663"/>
                  </a:lnTo>
                  <a:lnTo>
                    <a:pt x="2488934" y="2514388"/>
                  </a:lnTo>
                  <a:lnTo>
                    <a:pt x="2561690" y="2540606"/>
                  </a:lnTo>
                  <a:lnTo>
                    <a:pt x="2628258" y="2569633"/>
                  </a:lnTo>
                  <a:lnTo>
                    <a:pt x="2689299" y="2601837"/>
                  </a:lnTo>
                  <a:lnTo>
                    <a:pt x="2745582" y="2637628"/>
                  </a:lnTo>
                  <a:lnTo>
                    <a:pt x="2797909" y="2677419"/>
                  </a:lnTo>
                  <a:lnTo>
                    <a:pt x="2847067" y="2721568"/>
                  </a:lnTo>
                  <a:lnTo>
                    <a:pt x="2893779" y="2770287"/>
                  </a:lnTo>
                  <a:lnTo>
                    <a:pt x="2896531" y="2773370"/>
                  </a:lnTo>
                  <a:lnTo>
                    <a:pt x="2936265" y="2820572"/>
                  </a:lnTo>
                  <a:lnTo>
                    <a:pt x="2974957" y="2871436"/>
                  </a:lnTo>
                  <a:lnTo>
                    <a:pt x="3012907" y="2926037"/>
                  </a:lnTo>
                  <a:lnTo>
                    <a:pt x="3050353" y="2984380"/>
                  </a:lnTo>
                  <a:lnTo>
                    <a:pt x="3087483" y="3046395"/>
                  </a:lnTo>
                  <a:lnTo>
                    <a:pt x="3124438" y="3111932"/>
                  </a:lnTo>
                  <a:lnTo>
                    <a:pt x="3161324" y="3180751"/>
                  </a:lnTo>
                  <a:lnTo>
                    <a:pt x="3198210" y="3252529"/>
                  </a:lnTo>
                  <a:lnTo>
                    <a:pt x="3235137" y="3326859"/>
                  </a:lnTo>
                  <a:lnTo>
                    <a:pt x="3272122" y="3403255"/>
                  </a:lnTo>
                  <a:lnTo>
                    <a:pt x="3309163" y="3481169"/>
                  </a:lnTo>
                  <a:lnTo>
                    <a:pt x="3346242" y="3560003"/>
                  </a:lnTo>
                  <a:lnTo>
                    <a:pt x="3383334" y="3639128"/>
                  </a:lnTo>
                  <a:lnTo>
                    <a:pt x="3420410" y="3717906"/>
                  </a:lnTo>
                  <a:lnTo>
                    <a:pt x="3457447" y="3795711"/>
                  </a:lnTo>
                  <a:lnTo>
                    <a:pt x="3494427" y="3871948"/>
                  </a:lnTo>
                  <a:lnTo>
                    <a:pt x="3531349" y="3946073"/>
                  </a:lnTo>
                  <a:lnTo>
                    <a:pt x="3568233" y="4017609"/>
                  </a:lnTo>
                  <a:lnTo>
                    <a:pt x="3605121" y="4086154"/>
                  </a:lnTo>
                  <a:lnTo>
                    <a:pt x="3642088" y="4151391"/>
                  </a:lnTo>
                  <a:lnTo>
                    <a:pt x="3679238" y="4213091"/>
                  </a:lnTo>
                  <a:lnTo>
                    <a:pt x="3716721" y="4271110"/>
                  </a:lnTo>
                  <a:lnTo>
                    <a:pt x="3754725" y="4325383"/>
                  </a:lnTo>
                  <a:lnTo>
                    <a:pt x="3793495" y="4375925"/>
                  </a:lnTo>
                  <a:lnTo>
                    <a:pt x="3829811" y="4418867"/>
                  </a:lnTo>
                  <a:lnTo>
                    <a:pt x="3876396" y="4467863"/>
                  </a:lnTo>
                  <a:lnTo>
                    <a:pt x="3925387" y="4512284"/>
                  </a:lnTo>
                  <a:lnTo>
                    <a:pt x="3977502" y="4552328"/>
                  </a:lnTo>
                  <a:lnTo>
                    <a:pt x="4033523" y="4588349"/>
                  </a:lnTo>
                  <a:lnTo>
                    <a:pt x="4094255" y="4620757"/>
                  </a:lnTo>
                  <a:lnTo>
                    <a:pt x="4160469" y="4649964"/>
                  </a:lnTo>
                  <a:lnTo>
                    <a:pt x="4232836" y="4676343"/>
                  </a:lnTo>
                  <a:lnTo>
                    <a:pt x="4311832" y="4700210"/>
                  </a:lnTo>
                  <a:lnTo>
                    <a:pt x="4397616" y="4721814"/>
                  </a:lnTo>
                  <a:lnTo>
                    <a:pt x="4489873" y="4741332"/>
                  </a:lnTo>
                  <a:lnTo>
                    <a:pt x="4587641" y="4758865"/>
                  </a:lnTo>
                  <a:lnTo>
                    <a:pt x="4689150" y="4774449"/>
                  </a:lnTo>
                  <a:lnTo>
                    <a:pt x="4791734" y="4788068"/>
                  </a:lnTo>
                  <a:lnTo>
                    <a:pt x="4891888" y="4799678"/>
                  </a:lnTo>
                  <a:lnTo>
                    <a:pt x="4985535" y="4809243"/>
                  </a:lnTo>
                  <a:lnTo>
                    <a:pt x="5068529" y="4816773"/>
                  </a:lnTo>
                  <a:lnTo>
                    <a:pt x="5137333" y="4822356"/>
                  </a:lnTo>
                  <a:lnTo>
                    <a:pt x="5189700" y="4826178"/>
                  </a:lnTo>
                  <a:lnTo>
                    <a:pt x="5225183" y="4828518"/>
                  </a:lnTo>
                  <a:lnTo>
                    <a:pt x="5245330" y="4829723"/>
                  </a:lnTo>
                  <a:lnTo>
                    <a:pt x="5253569" y="4830172"/>
                  </a:lnTo>
                  <a:lnTo>
                    <a:pt x="5254955" y="4830241"/>
                  </a:lnTo>
                  <a:lnTo>
                    <a:pt x="5254955" y="4830242"/>
                  </a:lnTo>
                  <a:lnTo>
                    <a:pt x="6726343" y="4830242"/>
                  </a:lnTo>
                  <a:lnTo>
                    <a:pt x="6727234" y="4830155"/>
                  </a:lnTo>
                  <a:lnTo>
                    <a:pt x="6733122" y="4829539"/>
                  </a:lnTo>
                  <a:lnTo>
                    <a:pt x="6748070" y="4827836"/>
                  </a:lnTo>
                  <a:lnTo>
                    <a:pt x="6775052" y="4824480"/>
                  </a:lnTo>
                  <a:lnTo>
                    <a:pt x="6815790" y="4818930"/>
                  </a:lnTo>
                  <a:lnTo>
                    <a:pt x="6870629" y="4810716"/>
                  </a:lnTo>
                  <a:lnTo>
                    <a:pt x="6938562" y="4799486"/>
                  </a:lnTo>
                  <a:lnTo>
                    <a:pt x="7017453" y="4785015"/>
                  </a:lnTo>
                  <a:lnTo>
                    <a:pt x="7104413" y="4767212"/>
                  </a:lnTo>
                  <a:lnTo>
                    <a:pt x="7196255" y="4746082"/>
                  </a:lnTo>
                  <a:lnTo>
                    <a:pt x="7289904" y="4721682"/>
                  </a:lnTo>
                  <a:lnTo>
                    <a:pt x="7382704" y="4694079"/>
                  </a:lnTo>
                  <a:lnTo>
                    <a:pt x="7472585" y="4663301"/>
                  </a:lnTo>
                  <a:lnTo>
                    <a:pt x="7558099" y="4629310"/>
                  </a:lnTo>
                  <a:lnTo>
                    <a:pt x="7638381" y="4591979"/>
                  </a:lnTo>
                  <a:lnTo>
                    <a:pt x="7713047" y="4551083"/>
                  </a:lnTo>
                  <a:lnTo>
                    <a:pt x="7782088" y="4506295"/>
                  </a:lnTo>
                  <a:lnTo>
                    <a:pt x="7845758" y="4457195"/>
                  </a:lnTo>
                  <a:lnTo>
                    <a:pt x="7904494" y="4403273"/>
                  </a:lnTo>
                  <a:lnTo>
                    <a:pt x="7958836" y="4343951"/>
                  </a:lnTo>
                  <a:lnTo>
                    <a:pt x="8009382" y="4278611"/>
                  </a:lnTo>
                  <a:lnTo>
                    <a:pt x="8056744" y="4206646"/>
                  </a:lnTo>
                  <a:lnTo>
                    <a:pt x="8101516" y="4127536"/>
                  </a:lnTo>
                  <a:lnTo>
                    <a:pt x="8144247" y="4040976"/>
                  </a:lnTo>
                  <a:lnTo>
                    <a:pt x="8151487" y="4025201"/>
                  </a:lnTo>
                  <a:lnTo>
                    <a:pt x="8181444" y="3956477"/>
                  </a:lnTo>
                  <a:lnTo>
                    <a:pt x="8210766" y="3883737"/>
                  </a:lnTo>
                  <a:lnTo>
                    <a:pt x="8239592" y="3806899"/>
                  </a:lnTo>
                  <a:lnTo>
                    <a:pt x="8268038" y="3725925"/>
                  </a:lnTo>
                  <a:lnTo>
                    <a:pt x="8296200" y="3640815"/>
                  </a:lnTo>
                  <a:lnTo>
                    <a:pt x="8324162" y="3551620"/>
                  </a:lnTo>
                  <a:lnTo>
                    <a:pt x="8351990" y="3458440"/>
                  </a:lnTo>
                  <a:lnTo>
                    <a:pt x="8379737" y="3361427"/>
                  </a:lnTo>
                  <a:lnTo>
                    <a:pt x="8407446" y="3260789"/>
                  </a:lnTo>
                  <a:lnTo>
                    <a:pt x="8435148" y="3156785"/>
                  </a:lnTo>
                  <a:lnTo>
                    <a:pt x="8462865" y="3049730"/>
                  </a:lnTo>
                  <a:lnTo>
                    <a:pt x="8490608" y="2939988"/>
                  </a:lnTo>
                  <a:lnTo>
                    <a:pt x="8518385" y="2827969"/>
                  </a:lnTo>
                  <a:lnTo>
                    <a:pt x="8546195" y="2714124"/>
                  </a:lnTo>
                  <a:lnTo>
                    <a:pt x="8574032" y="2598937"/>
                  </a:lnTo>
                  <a:lnTo>
                    <a:pt x="8601888" y="2482916"/>
                  </a:lnTo>
                  <a:lnTo>
                    <a:pt x="8629750" y="2366587"/>
                  </a:lnTo>
                  <a:lnTo>
                    <a:pt x="8657608" y="2250478"/>
                  </a:lnTo>
                  <a:lnTo>
                    <a:pt x="8685449" y="2135118"/>
                  </a:lnTo>
                  <a:lnTo>
                    <a:pt x="8713263" y="2021016"/>
                  </a:lnTo>
                  <a:lnTo>
                    <a:pt x="8741046" y="1908663"/>
                  </a:lnTo>
                  <a:lnTo>
                    <a:pt x="8768795" y="1798514"/>
                  </a:lnTo>
                  <a:lnTo>
                    <a:pt x="8796515" y="1690988"/>
                  </a:lnTo>
                  <a:lnTo>
                    <a:pt x="8824218" y="1586455"/>
                  </a:lnTo>
                  <a:lnTo>
                    <a:pt x="8851924" y="1485240"/>
                  </a:lnTo>
                  <a:lnTo>
                    <a:pt x="8879663" y="1387611"/>
                  </a:lnTo>
                  <a:lnTo>
                    <a:pt x="8907474" y="1293784"/>
                  </a:lnTo>
                  <a:lnTo>
                    <a:pt x="8935409" y="1203920"/>
                  </a:lnTo>
                  <a:lnTo>
                    <a:pt x="8963533" y="1118129"/>
                  </a:lnTo>
                  <a:lnTo>
                    <a:pt x="8991926" y="1036468"/>
                  </a:lnTo>
                  <a:lnTo>
                    <a:pt x="9020681" y="958947"/>
                  </a:lnTo>
                  <a:lnTo>
                    <a:pt x="9049912" y="885533"/>
                  </a:lnTo>
                  <a:lnTo>
                    <a:pt x="9079754" y="816151"/>
                  </a:lnTo>
                  <a:lnTo>
                    <a:pt x="9084767" y="805040"/>
                  </a:lnTo>
                  <a:lnTo>
                    <a:pt x="9127193" y="717181"/>
                  </a:lnTo>
                  <a:lnTo>
                    <a:pt x="9171574" y="636793"/>
                  </a:lnTo>
                  <a:lnTo>
                    <a:pt x="9218445" y="563622"/>
                  </a:lnTo>
                  <a:lnTo>
                    <a:pt x="9268395" y="497175"/>
                  </a:lnTo>
                  <a:lnTo>
                    <a:pt x="9322035" y="436854"/>
                  </a:lnTo>
                  <a:lnTo>
                    <a:pt x="9379968" y="382038"/>
                  </a:lnTo>
                  <a:lnTo>
                    <a:pt x="9442747" y="332140"/>
                  </a:lnTo>
                  <a:lnTo>
                    <a:pt x="9510832" y="286637"/>
                  </a:lnTo>
                  <a:lnTo>
                    <a:pt x="9584514" y="245092"/>
                  </a:lnTo>
                  <a:lnTo>
                    <a:pt x="9663838" y="207162"/>
                  </a:lnTo>
                  <a:lnTo>
                    <a:pt x="9748492" y="172603"/>
                  </a:lnTo>
                  <a:lnTo>
                    <a:pt x="9837701" y="141273"/>
                  </a:lnTo>
                  <a:lnTo>
                    <a:pt x="9930126" y="113119"/>
                  </a:lnTo>
                  <a:lnTo>
                    <a:pt x="10023803" y="88159"/>
                  </a:lnTo>
                  <a:lnTo>
                    <a:pt x="10116170" y="66456"/>
                  </a:lnTo>
                  <a:lnTo>
                    <a:pt x="10204207" y="48074"/>
                  </a:lnTo>
                  <a:lnTo>
                    <a:pt x="10284719" y="33029"/>
                  </a:lnTo>
                  <a:lnTo>
                    <a:pt x="10354732" y="21248"/>
                  </a:lnTo>
                  <a:lnTo>
                    <a:pt x="10411951" y="12534"/>
                  </a:lnTo>
                  <a:lnTo>
                    <a:pt x="10455149" y="6552"/>
                  </a:lnTo>
                  <a:lnTo>
                    <a:pt x="10484431" y="2853"/>
                  </a:lnTo>
                  <a:lnTo>
                    <a:pt x="10501286" y="904"/>
                  </a:lnTo>
                  <a:lnTo>
                    <a:pt x="10508483" y="140"/>
                  </a:lnTo>
                  <a:lnTo>
                    <a:pt x="10509906" y="0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90" name="pl490"/>
            <p:cNvSpPr/>
            <p:nvPr/>
          </p:nvSpPr>
          <p:spPr>
            <a:xfrm>
              <a:off x="4799595" y="2830271"/>
              <a:ext cx="11981298" cy="4830242"/>
            </a:xfrm>
            <a:custGeom>
              <a:avLst/>
              <a:pathLst>
                <a:path w="11981298" h="4830242">
                  <a:moveTo>
                    <a:pt x="11981298" y="0"/>
                  </a:moveTo>
                  <a:lnTo>
                    <a:pt x="10509911" y="0"/>
                  </a:lnTo>
                  <a:lnTo>
                    <a:pt x="10509019" y="86"/>
                  </a:lnTo>
                  <a:lnTo>
                    <a:pt x="10503131" y="702"/>
                  </a:lnTo>
                  <a:lnTo>
                    <a:pt x="10488183" y="2405"/>
                  </a:lnTo>
                  <a:lnTo>
                    <a:pt x="10461201" y="5761"/>
                  </a:lnTo>
                  <a:lnTo>
                    <a:pt x="10420463" y="11311"/>
                  </a:lnTo>
                  <a:lnTo>
                    <a:pt x="10365624" y="19525"/>
                  </a:lnTo>
                  <a:lnTo>
                    <a:pt x="10297691" y="30755"/>
                  </a:lnTo>
                  <a:lnTo>
                    <a:pt x="10218801" y="45226"/>
                  </a:lnTo>
                  <a:lnTo>
                    <a:pt x="10131841" y="63029"/>
                  </a:lnTo>
                  <a:lnTo>
                    <a:pt x="10039999" y="84159"/>
                  </a:lnTo>
                  <a:lnTo>
                    <a:pt x="9946349" y="108559"/>
                  </a:lnTo>
                  <a:lnTo>
                    <a:pt x="9853549" y="136162"/>
                  </a:lnTo>
                  <a:lnTo>
                    <a:pt x="9763669" y="166940"/>
                  </a:lnTo>
                  <a:lnTo>
                    <a:pt x="9678154" y="200931"/>
                  </a:lnTo>
                  <a:lnTo>
                    <a:pt x="9597872" y="238262"/>
                  </a:lnTo>
                  <a:lnTo>
                    <a:pt x="9523206" y="279158"/>
                  </a:lnTo>
                  <a:lnTo>
                    <a:pt x="9454166" y="323946"/>
                  </a:lnTo>
                  <a:lnTo>
                    <a:pt x="9390495" y="373046"/>
                  </a:lnTo>
                  <a:lnTo>
                    <a:pt x="9331760" y="426968"/>
                  </a:lnTo>
                  <a:lnTo>
                    <a:pt x="9277417" y="486291"/>
                  </a:lnTo>
                  <a:lnTo>
                    <a:pt x="9226871" y="551630"/>
                  </a:lnTo>
                  <a:lnTo>
                    <a:pt x="9179509" y="623595"/>
                  </a:lnTo>
                  <a:lnTo>
                    <a:pt x="9134737" y="702705"/>
                  </a:lnTo>
                  <a:lnTo>
                    <a:pt x="9092007" y="789265"/>
                  </a:lnTo>
                  <a:lnTo>
                    <a:pt x="9084767" y="805040"/>
                  </a:lnTo>
                  <a:lnTo>
                    <a:pt x="9054809" y="873764"/>
                  </a:lnTo>
                  <a:lnTo>
                    <a:pt x="9025487" y="946504"/>
                  </a:lnTo>
                  <a:lnTo>
                    <a:pt x="8996661" y="1023342"/>
                  </a:lnTo>
                  <a:lnTo>
                    <a:pt x="8968216" y="1104316"/>
                  </a:lnTo>
                  <a:lnTo>
                    <a:pt x="8940053" y="1189426"/>
                  </a:lnTo>
                  <a:lnTo>
                    <a:pt x="8912091" y="1278621"/>
                  </a:lnTo>
                  <a:lnTo>
                    <a:pt x="8884263" y="1371801"/>
                  </a:lnTo>
                  <a:lnTo>
                    <a:pt x="8856516" y="1468814"/>
                  </a:lnTo>
                  <a:lnTo>
                    <a:pt x="8828807" y="1569452"/>
                  </a:lnTo>
                  <a:lnTo>
                    <a:pt x="8801105" y="1673456"/>
                  </a:lnTo>
                  <a:lnTo>
                    <a:pt x="8773389" y="1780511"/>
                  </a:lnTo>
                  <a:lnTo>
                    <a:pt x="8745645" y="1890253"/>
                  </a:lnTo>
                  <a:lnTo>
                    <a:pt x="8717868" y="2002272"/>
                  </a:lnTo>
                  <a:lnTo>
                    <a:pt x="8690058" y="2116117"/>
                  </a:lnTo>
                  <a:lnTo>
                    <a:pt x="8662221" y="2231304"/>
                  </a:lnTo>
                  <a:lnTo>
                    <a:pt x="8634365" y="2347325"/>
                  </a:lnTo>
                  <a:lnTo>
                    <a:pt x="8606503" y="2463654"/>
                  </a:lnTo>
                  <a:lnTo>
                    <a:pt x="8578646" y="2579763"/>
                  </a:lnTo>
                  <a:lnTo>
                    <a:pt x="8550805" y="2695123"/>
                  </a:lnTo>
                  <a:lnTo>
                    <a:pt x="8522990" y="2809225"/>
                  </a:lnTo>
                  <a:lnTo>
                    <a:pt x="8495207" y="2921578"/>
                  </a:lnTo>
                  <a:lnTo>
                    <a:pt x="8467458" y="3031727"/>
                  </a:lnTo>
                  <a:lnTo>
                    <a:pt x="8439738" y="3139254"/>
                  </a:lnTo>
                  <a:lnTo>
                    <a:pt x="8412035" y="3243786"/>
                  </a:lnTo>
                  <a:lnTo>
                    <a:pt x="8384329" y="3345001"/>
                  </a:lnTo>
                  <a:lnTo>
                    <a:pt x="8356591" y="3442630"/>
                  </a:lnTo>
                  <a:lnTo>
                    <a:pt x="8328779" y="3536457"/>
                  </a:lnTo>
                  <a:lnTo>
                    <a:pt x="8300844" y="3626321"/>
                  </a:lnTo>
                  <a:lnTo>
                    <a:pt x="8272720" y="3712112"/>
                  </a:lnTo>
                  <a:lnTo>
                    <a:pt x="8244327" y="3793773"/>
                  </a:lnTo>
                  <a:lnTo>
                    <a:pt x="8215572" y="3871294"/>
                  </a:lnTo>
                  <a:lnTo>
                    <a:pt x="8186341" y="3944708"/>
                  </a:lnTo>
                  <a:lnTo>
                    <a:pt x="8156499" y="4014090"/>
                  </a:lnTo>
                  <a:lnTo>
                    <a:pt x="8151487" y="4025201"/>
                  </a:lnTo>
                  <a:lnTo>
                    <a:pt x="8109060" y="4113060"/>
                  </a:lnTo>
                  <a:lnTo>
                    <a:pt x="8064679" y="4193448"/>
                  </a:lnTo>
                  <a:lnTo>
                    <a:pt x="8017808" y="4266619"/>
                  </a:lnTo>
                  <a:lnTo>
                    <a:pt x="7967858" y="4333066"/>
                  </a:lnTo>
                  <a:lnTo>
                    <a:pt x="7914218" y="4393387"/>
                  </a:lnTo>
                  <a:lnTo>
                    <a:pt x="7856286" y="4448203"/>
                  </a:lnTo>
                  <a:lnTo>
                    <a:pt x="7793506" y="4498101"/>
                  </a:lnTo>
                  <a:lnTo>
                    <a:pt x="7725422" y="4543604"/>
                  </a:lnTo>
                  <a:lnTo>
                    <a:pt x="7651739" y="4585149"/>
                  </a:lnTo>
                  <a:lnTo>
                    <a:pt x="7572415" y="4623080"/>
                  </a:lnTo>
                  <a:lnTo>
                    <a:pt x="7487762" y="4657638"/>
                  </a:lnTo>
                  <a:lnTo>
                    <a:pt x="7398552" y="4688968"/>
                  </a:lnTo>
                  <a:lnTo>
                    <a:pt x="7306127" y="4717122"/>
                  </a:lnTo>
                  <a:lnTo>
                    <a:pt x="7212450" y="4742082"/>
                  </a:lnTo>
                  <a:lnTo>
                    <a:pt x="7120083" y="4763785"/>
                  </a:lnTo>
                  <a:lnTo>
                    <a:pt x="7032046" y="4782167"/>
                  </a:lnTo>
                  <a:lnTo>
                    <a:pt x="6951534" y="4797212"/>
                  </a:lnTo>
                  <a:lnTo>
                    <a:pt x="6881521" y="4808993"/>
                  </a:lnTo>
                  <a:lnTo>
                    <a:pt x="6824303" y="4817708"/>
                  </a:lnTo>
                  <a:lnTo>
                    <a:pt x="6781104" y="4823689"/>
                  </a:lnTo>
                  <a:lnTo>
                    <a:pt x="6751822" y="4827388"/>
                  </a:lnTo>
                  <a:lnTo>
                    <a:pt x="6734968" y="4829337"/>
                  </a:lnTo>
                  <a:lnTo>
                    <a:pt x="6727770" y="4830101"/>
                  </a:lnTo>
                  <a:lnTo>
                    <a:pt x="6726347" y="4830241"/>
                  </a:lnTo>
                  <a:lnTo>
                    <a:pt x="6726343" y="4830242"/>
                  </a:lnTo>
                  <a:lnTo>
                    <a:pt x="5254955" y="4830242"/>
                  </a:lnTo>
                  <a:lnTo>
                    <a:pt x="5253788" y="4830183"/>
                  </a:lnTo>
                  <a:lnTo>
                    <a:pt x="5246121" y="4829768"/>
                  </a:lnTo>
                  <a:lnTo>
                    <a:pt x="5226807" y="4828619"/>
                  </a:lnTo>
                  <a:lnTo>
                    <a:pt x="5192312" y="4826357"/>
                  </a:lnTo>
                  <a:lnTo>
                    <a:pt x="5140970" y="4822634"/>
                  </a:lnTo>
                  <a:lnTo>
                    <a:pt x="5073110" y="4817163"/>
                  </a:lnTo>
                  <a:lnTo>
                    <a:pt x="4990880" y="4809754"/>
                  </a:lnTo>
                  <a:lnTo>
                    <a:pt x="4897761" y="4800313"/>
                  </a:lnTo>
                  <a:lnTo>
                    <a:pt x="4797880" y="4788825"/>
                  </a:lnTo>
                  <a:lnTo>
                    <a:pt x="4695336" y="4775326"/>
                  </a:lnTo>
                  <a:lnTo>
                    <a:pt x="4593678" y="4759859"/>
                  </a:lnTo>
                  <a:lnTo>
                    <a:pt x="4495625" y="4742444"/>
                  </a:lnTo>
                  <a:lnTo>
                    <a:pt x="4403001" y="4723049"/>
                  </a:lnTo>
                  <a:lnTo>
                    <a:pt x="4316813" y="4701574"/>
                  </a:lnTo>
                  <a:lnTo>
                    <a:pt x="4237408" y="4677850"/>
                  </a:lnTo>
                  <a:lnTo>
                    <a:pt x="4164652" y="4651631"/>
                  </a:lnTo>
                  <a:lnTo>
                    <a:pt x="4098084" y="4622605"/>
                  </a:lnTo>
                  <a:lnTo>
                    <a:pt x="4037043" y="4590401"/>
                  </a:lnTo>
                  <a:lnTo>
                    <a:pt x="3980760" y="4554610"/>
                  </a:lnTo>
                  <a:lnTo>
                    <a:pt x="3928433" y="4514819"/>
                  </a:lnTo>
                  <a:lnTo>
                    <a:pt x="3879275" y="4470669"/>
                  </a:lnTo>
                  <a:lnTo>
                    <a:pt x="3832563" y="4421951"/>
                  </a:lnTo>
                  <a:lnTo>
                    <a:pt x="3829811" y="4418867"/>
                  </a:lnTo>
                  <a:lnTo>
                    <a:pt x="3790077" y="4371666"/>
                  </a:lnTo>
                  <a:lnTo>
                    <a:pt x="3751385" y="4320801"/>
                  </a:lnTo>
                  <a:lnTo>
                    <a:pt x="3713435" y="4266200"/>
                  </a:lnTo>
                  <a:lnTo>
                    <a:pt x="3675989" y="4207857"/>
                  </a:lnTo>
                  <a:lnTo>
                    <a:pt x="3638859" y="4145842"/>
                  </a:lnTo>
                  <a:lnTo>
                    <a:pt x="3601904" y="4080306"/>
                  </a:lnTo>
                  <a:lnTo>
                    <a:pt x="3565018" y="4011487"/>
                  </a:lnTo>
                  <a:lnTo>
                    <a:pt x="3528132" y="3939708"/>
                  </a:lnTo>
                  <a:lnTo>
                    <a:pt x="3491205" y="3865379"/>
                  </a:lnTo>
                  <a:lnTo>
                    <a:pt x="3454220" y="3788983"/>
                  </a:lnTo>
                  <a:lnTo>
                    <a:pt x="3417179" y="3711069"/>
                  </a:lnTo>
                  <a:lnTo>
                    <a:pt x="3380100" y="3632235"/>
                  </a:lnTo>
                  <a:lnTo>
                    <a:pt x="3343008" y="3553110"/>
                  </a:lnTo>
                  <a:lnTo>
                    <a:pt x="3305932" y="3474331"/>
                  </a:lnTo>
                  <a:lnTo>
                    <a:pt x="3268896" y="3396526"/>
                  </a:lnTo>
                  <a:lnTo>
                    <a:pt x="3231916" y="3320289"/>
                  </a:lnTo>
                  <a:lnTo>
                    <a:pt x="3194993" y="3246164"/>
                  </a:lnTo>
                  <a:lnTo>
                    <a:pt x="3158109" y="3174629"/>
                  </a:lnTo>
                  <a:lnTo>
                    <a:pt x="3121221" y="3106084"/>
                  </a:lnTo>
                  <a:lnTo>
                    <a:pt x="3084255" y="3040846"/>
                  </a:lnTo>
                  <a:lnTo>
                    <a:pt x="3047104" y="2979146"/>
                  </a:lnTo>
                  <a:lnTo>
                    <a:pt x="3009622" y="2921128"/>
                  </a:lnTo>
                  <a:lnTo>
                    <a:pt x="2971617" y="2866854"/>
                  </a:lnTo>
                  <a:lnTo>
                    <a:pt x="2932847" y="2816313"/>
                  </a:lnTo>
                  <a:lnTo>
                    <a:pt x="2896531" y="2773370"/>
                  </a:lnTo>
                  <a:lnTo>
                    <a:pt x="2849946" y="2724375"/>
                  </a:lnTo>
                  <a:lnTo>
                    <a:pt x="2800955" y="2679954"/>
                  </a:lnTo>
                  <a:lnTo>
                    <a:pt x="2748841" y="2639910"/>
                  </a:lnTo>
                  <a:lnTo>
                    <a:pt x="2692819" y="2603889"/>
                  </a:lnTo>
                  <a:lnTo>
                    <a:pt x="2632087" y="2571480"/>
                  </a:lnTo>
                  <a:lnTo>
                    <a:pt x="2565873" y="2542273"/>
                  </a:lnTo>
                  <a:lnTo>
                    <a:pt x="2493506" y="2515895"/>
                  </a:lnTo>
                  <a:lnTo>
                    <a:pt x="2414510" y="2492028"/>
                  </a:lnTo>
                  <a:lnTo>
                    <a:pt x="2328726" y="2470423"/>
                  </a:lnTo>
                  <a:lnTo>
                    <a:pt x="2236469" y="2450906"/>
                  </a:lnTo>
                  <a:lnTo>
                    <a:pt x="2138701" y="2433373"/>
                  </a:lnTo>
                  <a:lnTo>
                    <a:pt x="2037192" y="2417789"/>
                  </a:lnTo>
                  <a:lnTo>
                    <a:pt x="1934608" y="2404170"/>
                  </a:lnTo>
                  <a:lnTo>
                    <a:pt x="1834454" y="2392560"/>
                  </a:lnTo>
                  <a:lnTo>
                    <a:pt x="1740807" y="2382994"/>
                  </a:lnTo>
                  <a:lnTo>
                    <a:pt x="1657813" y="2375465"/>
                  </a:lnTo>
                  <a:lnTo>
                    <a:pt x="1589009" y="2369882"/>
                  </a:lnTo>
                  <a:lnTo>
                    <a:pt x="1536642" y="2366060"/>
                  </a:lnTo>
                  <a:lnTo>
                    <a:pt x="1501159" y="2363720"/>
                  </a:lnTo>
                  <a:lnTo>
                    <a:pt x="1481012" y="2362515"/>
                  </a:lnTo>
                  <a:lnTo>
                    <a:pt x="1472773" y="2362066"/>
                  </a:lnTo>
                  <a:lnTo>
                    <a:pt x="1471387" y="2361996"/>
                  </a:lnTo>
                  <a:lnTo>
                    <a:pt x="1471387" y="2361996"/>
                  </a:lnTo>
                  <a:lnTo>
                    <a:pt x="0" y="236199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91" name="pg491"/>
            <p:cNvSpPr/>
            <p:nvPr/>
          </p:nvSpPr>
          <p:spPr>
            <a:xfrm>
              <a:off x="4799595" y="3132672"/>
              <a:ext cx="11981298" cy="4568706"/>
            </a:xfrm>
            <a:custGeom>
              <a:avLst/>
              <a:pathLst>
                <a:path w="11981298" h="4568706">
                  <a:moveTo>
                    <a:pt x="0" y="2092287"/>
                  </a:moveTo>
                  <a:lnTo>
                    <a:pt x="1471387" y="2092287"/>
                  </a:lnTo>
                  <a:lnTo>
                    <a:pt x="1472554" y="2092346"/>
                  </a:lnTo>
                  <a:lnTo>
                    <a:pt x="1480218" y="2092762"/>
                  </a:lnTo>
                  <a:lnTo>
                    <a:pt x="1499525" y="2093915"/>
                  </a:lnTo>
                  <a:lnTo>
                    <a:pt x="1534008" y="2096183"/>
                  </a:lnTo>
                  <a:lnTo>
                    <a:pt x="1585334" y="2099917"/>
                  </a:lnTo>
                  <a:lnTo>
                    <a:pt x="1653175" y="2105404"/>
                  </a:lnTo>
                  <a:lnTo>
                    <a:pt x="1735383" y="2112835"/>
                  </a:lnTo>
                  <a:lnTo>
                    <a:pt x="1828482" y="2122304"/>
                  </a:lnTo>
                  <a:lnTo>
                    <a:pt x="1928345" y="2133826"/>
                  </a:lnTo>
                  <a:lnTo>
                    <a:pt x="2030875" y="2147366"/>
                  </a:lnTo>
                  <a:lnTo>
                    <a:pt x="2132524" y="2162879"/>
                  </a:lnTo>
                  <a:lnTo>
                    <a:pt x="2230571" y="2180347"/>
                  </a:lnTo>
                  <a:lnTo>
                    <a:pt x="2323192" y="2199801"/>
                  </a:lnTo>
                  <a:lnTo>
                    <a:pt x="2409382" y="2221340"/>
                  </a:lnTo>
                  <a:lnTo>
                    <a:pt x="2488789" y="2245135"/>
                  </a:lnTo>
                  <a:lnTo>
                    <a:pt x="2561548" y="2271432"/>
                  </a:lnTo>
                  <a:lnTo>
                    <a:pt x="2628120" y="2300545"/>
                  </a:lnTo>
                  <a:lnTo>
                    <a:pt x="2689165" y="2332844"/>
                  </a:lnTo>
                  <a:lnTo>
                    <a:pt x="2745450" y="2368740"/>
                  </a:lnTo>
                  <a:lnTo>
                    <a:pt x="2797780" y="2408647"/>
                  </a:lnTo>
                  <a:lnTo>
                    <a:pt x="2846939" y="2452925"/>
                  </a:lnTo>
                  <a:lnTo>
                    <a:pt x="2893651" y="2501786"/>
                  </a:lnTo>
                  <a:lnTo>
                    <a:pt x="2896531" y="2505023"/>
                  </a:lnTo>
                  <a:lnTo>
                    <a:pt x="2936216" y="2552320"/>
                  </a:lnTo>
                  <a:lnTo>
                    <a:pt x="2974861" y="2603282"/>
                  </a:lnTo>
                  <a:lnTo>
                    <a:pt x="3012765" y="2657983"/>
                  </a:lnTo>
                  <a:lnTo>
                    <a:pt x="3050167" y="2716430"/>
                  </a:lnTo>
                  <a:lnTo>
                    <a:pt x="3087251" y="2778552"/>
                  </a:lnTo>
                  <a:lnTo>
                    <a:pt x="3124161" y="2844200"/>
                  </a:lnTo>
                  <a:lnTo>
                    <a:pt x="3161001" y="2913135"/>
                  </a:lnTo>
                  <a:lnTo>
                    <a:pt x="3197840" y="2985035"/>
                  </a:lnTo>
                  <a:lnTo>
                    <a:pt x="3234721" y="3059493"/>
                  </a:lnTo>
                  <a:lnTo>
                    <a:pt x="3271659" y="3136024"/>
                  </a:lnTo>
                  <a:lnTo>
                    <a:pt x="3308653" y="3214082"/>
                  </a:lnTo>
                  <a:lnTo>
                    <a:pt x="3345685" y="3293070"/>
                  </a:lnTo>
                  <a:lnTo>
                    <a:pt x="3382731" y="3372358"/>
                  </a:lnTo>
                  <a:lnTo>
                    <a:pt x="3419761" y="3451310"/>
                  </a:lnTo>
                  <a:lnTo>
                    <a:pt x="3456752" y="3529298"/>
                  </a:lnTo>
                  <a:lnTo>
                    <a:pt x="3493687" y="3605727"/>
                  </a:lnTo>
                  <a:lnTo>
                    <a:pt x="3530565" y="3680054"/>
                  </a:lnTo>
                  <a:lnTo>
                    <a:pt x="3567403" y="3751798"/>
                  </a:lnTo>
                  <a:lnTo>
                    <a:pt x="3604244" y="3820557"/>
                  </a:lnTo>
                  <a:lnTo>
                    <a:pt x="3641161" y="3886012"/>
                  </a:lnTo>
                  <a:lnTo>
                    <a:pt x="3678259" y="3947932"/>
                  </a:lnTo>
                  <a:lnTo>
                    <a:pt x="3715683" y="4006170"/>
                  </a:lnTo>
                  <a:lnTo>
                    <a:pt x="3753622" y="4060662"/>
                  </a:lnTo>
                  <a:lnTo>
                    <a:pt x="3792317" y="4111416"/>
                  </a:lnTo>
                  <a:lnTo>
                    <a:pt x="3829811" y="4155969"/>
                  </a:lnTo>
                  <a:lnTo>
                    <a:pt x="3876390" y="4205121"/>
                  </a:lnTo>
                  <a:lnTo>
                    <a:pt x="3925375" y="4249684"/>
                  </a:lnTo>
                  <a:lnTo>
                    <a:pt x="3977481" y="4289857"/>
                  </a:lnTo>
                  <a:lnTo>
                    <a:pt x="4033493" y="4325994"/>
                  </a:lnTo>
                  <a:lnTo>
                    <a:pt x="4094215" y="4358508"/>
                  </a:lnTo>
                  <a:lnTo>
                    <a:pt x="4160417" y="4387810"/>
                  </a:lnTo>
                  <a:lnTo>
                    <a:pt x="4232769" y="4414275"/>
                  </a:lnTo>
                  <a:lnTo>
                    <a:pt x="4311748" y="4438220"/>
                  </a:lnTo>
                  <a:lnTo>
                    <a:pt x="4397514" y="4459896"/>
                  </a:lnTo>
                  <a:lnTo>
                    <a:pt x="4489752" y="4479478"/>
                  </a:lnTo>
                  <a:lnTo>
                    <a:pt x="4587501" y="4497069"/>
                  </a:lnTo>
                  <a:lnTo>
                    <a:pt x="4688993" y="4512706"/>
                  </a:lnTo>
                  <a:lnTo>
                    <a:pt x="4791565" y="4526371"/>
                  </a:lnTo>
                  <a:lnTo>
                    <a:pt x="4891714" y="4538022"/>
                  </a:lnTo>
                  <a:lnTo>
                    <a:pt x="4985365" y="4547621"/>
                  </a:lnTo>
                  <a:lnTo>
                    <a:pt x="5068374" y="4555179"/>
                  </a:lnTo>
                  <a:lnTo>
                    <a:pt x="5137201" y="4560783"/>
                  </a:lnTo>
                  <a:lnTo>
                    <a:pt x="5189600" y="4564621"/>
                  </a:lnTo>
                  <a:lnTo>
                    <a:pt x="5225117" y="4566972"/>
                  </a:lnTo>
                  <a:lnTo>
                    <a:pt x="5245295" y="4568183"/>
                  </a:lnTo>
                  <a:lnTo>
                    <a:pt x="5253558" y="4568635"/>
                  </a:lnTo>
                  <a:lnTo>
                    <a:pt x="5254955" y="4568706"/>
                  </a:lnTo>
                  <a:lnTo>
                    <a:pt x="6726343" y="4568706"/>
                  </a:lnTo>
                  <a:lnTo>
                    <a:pt x="6727251" y="4568622"/>
                  </a:lnTo>
                  <a:lnTo>
                    <a:pt x="6733253" y="4568030"/>
                  </a:lnTo>
                  <a:lnTo>
                    <a:pt x="6748479" y="4566393"/>
                  </a:lnTo>
                  <a:lnTo>
                    <a:pt x="6775944" y="4563167"/>
                  </a:lnTo>
                  <a:lnTo>
                    <a:pt x="6817374" y="4557832"/>
                  </a:lnTo>
                  <a:lnTo>
                    <a:pt x="6873077" y="4549941"/>
                  </a:lnTo>
                  <a:lnTo>
                    <a:pt x="6941980" y="4539158"/>
                  </a:lnTo>
                  <a:lnTo>
                    <a:pt x="7021862" y="4525276"/>
                  </a:lnTo>
                  <a:lnTo>
                    <a:pt x="7109754" y="4508209"/>
                  </a:lnTo>
                  <a:lnTo>
                    <a:pt x="7202401" y="4487966"/>
                  </a:lnTo>
                  <a:lnTo>
                    <a:pt x="7296686" y="4464607"/>
                  </a:lnTo>
                  <a:lnTo>
                    <a:pt x="7389940" y="4438192"/>
                  </a:lnTo>
                  <a:lnTo>
                    <a:pt x="7480096" y="4408745"/>
                  </a:lnTo>
                  <a:lnTo>
                    <a:pt x="7565732" y="4376223"/>
                  </a:lnTo>
                  <a:lnTo>
                    <a:pt x="7646013" y="4340495"/>
                  </a:lnTo>
                  <a:lnTo>
                    <a:pt x="7720588" y="4301336"/>
                  </a:lnTo>
                  <a:lnTo>
                    <a:pt x="7789479" y="4258423"/>
                  </a:lnTo>
                  <a:lnTo>
                    <a:pt x="7852972" y="4211341"/>
                  </a:lnTo>
                  <a:lnTo>
                    <a:pt x="7911525" y="4159592"/>
                  </a:lnTo>
                  <a:lnTo>
                    <a:pt x="7965700" y="4102613"/>
                  </a:lnTo>
                  <a:lnTo>
                    <a:pt x="8016111" y="4039811"/>
                  </a:lnTo>
                  <a:lnTo>
                    <a:pt x="8063380" y="3970605"/>
                  </a:lnTo>
                  <a:lnTo>
                    <a:pt x="8108110" y="3894519"/>
                  </a:lnTo>
                  <a:lnTo>
                    <a:pt x="8150848" y="3811301"/>
                  </a:lnTo>
                  <a:lnTo>
                    <a:pt x="8151487" y="3809979"/>
                  </a:lnTo>
                  <a:lnTo>
                    <a:pt x="8182260" y="3743369"/>
                  </a:lnTo>
                  <a:lnTo>
                    <a:pt x="8212368" y="3672760"/>
                  </a:lnTo>
                  <a:lnTo>
                    <a:pt x="8241958" y="3598071"/>
                  </a:lnTo>
                  <a:lnTo>
                    <a:pt x="8271156" y="3519263"/>
                  </a:lnTo>
                  <a:lnTo>
                    <a:pt x="8300066" y="3436344"/>
                  </a:lnTo>
                  <a:lnTo>
                    <a:pt x="8328774" y="3349370"/>
                  </a:lnTo>
                  <a:lnTo>
                    <a:pt x="8357350" y="3258452"/>
                  </a:lnTo>
                  <a:lnTo>
                    <a:pt x="8385852" y="3163755"/>
                  </a:lnTo>
                  <a:lnTo>
                    <a:pt x="8414321" y="3065503"/>
                  </a:lnTo>
                  <a:lnTo>
                    <a:pt x="8442788" y="2963975"/>
                  </a:lnTo>
                  <a:lnTo>
                    <a:pt x="8471276" y="2859506"/>
                  </a:lnTo>
                  <a:lnTo>
                    <a:pt x="8499796" y="2752483"/>
                  </a:lnTo>
                  <a:lnTo>
                    <a:pt x="8528350" y="2643338"/>
                  </a:lnTo>
                  <a:lnTo>
                    <a:pt x="8556938" y="2532545"/>
                  </a:lnTo>
                  <a:lnTo>
                    <a:pt x="8585552" y="2420609"/>
                  </a:lnTo>
                  <a:lnTo>
                    <a:pt x="8614180" y="2308059"/>
                  </a:lnTo>
                  <a:lnTo>
                    <a:pt x="8642810" y="2195433"/>
                  </a:lnTo>
                  <a:lnTo>
                    <a:pt x="8671428" y="2083275"/>
                  </a:lnTo>
                  <a:lnTo>
                    <a:pt x="8700024" y="1972115"/>
                  </a:lnTo>
                  <a:lnTo>
                    <a:pt x="8728589" y="1862467"/>
                  </a:lnTo>
                  <a:lnTo>
                    <a:pt x="8757118" y="1754814"/>
                  </a:lnTo>
                  <a:lnTo>
                    <a:pt x="8785613" y="1649599"/>
                  </a:lnTo>
                  <a:lnTo>
                    <a:pt x="8814085" y="1547225"/>
                  </a:lnTo>
                  <a:lnTo>
                    <a:pt x="8842551" y="1448039"/>
                  </a:lnTo>
                  <a:lnTo>
                    <a:pt x="8871040" y="1352338"/>
                  </a:lnTo>
                  <a:lnTo>
                    <a:pt x="8899590" y="1260359"/>
                  </a:lnTo>
                  <a:lnTo>
                    <a:pt x="8928256" y="1172284"/>
                  </a:lnTo>
                  <a:lnTo>
                    <a:pt x="8957102" y="1088239"/>
                  </a:lnTo>
                  <a:lnTo>
                    <a:pt x="8986211" y="1008295"/>
                  </a:lnTo>
                  <a:lnTo>
                    <a:pt x="9015681" y="932473"/>
                  </a:lnTo>
                  <a:lnTo>
                    <a:pt x="9045633" y="860745"/>
                  </a:lnTo>
                  <a:lnTo>
                    <a:pt x="9076206" y="793043"/>
                  </a:lnTo>
                  <a:lnTo>
                    <a:pt x="9084767" y="775072"/>
                  </a:lnTo>
                  <a:lnTo>
                    <a:pt x="9127478" y="691746"/>
                  </a:lnTo>
                  <a:lnTo>
                    <a:pt x="9172174" y="615552"/>
                  </a:lnTo>
                  <a:lnTo>
                    <a:pt x="9219400" y="546245"/>
                  </a:lnTo>
                  <a:lnTo>
                    <a:pt x="9269759" y="483349"/>
                  </a:lnTo>
                  <a:lnTo>
                    <a:pt x="9323872" y="426287"/>
                  </a:lnTo>
                  <a:lnTo>
                    <a:pt x="9382354" y="374462"/>
                  </a:lnTo>
                  <a:lnTo>
                    <a:pt x="9445768" y="327313"/>
                  </a:lnTo>
                  <a:lnTo>
                    <a:pt x="9514574" y="284340"/>
                  </a:lnTo>
                  <a:lnTo>
                    <a:pt x="9589062" y="245126"/>
                  </a:lnTo>
                  <a:lnTo>
                    <a:pt x="9669257" y="209348"/>
                  </a:lnTo>
                  <a:lnTo>
                    <a:pt x="9754816" y="176778"/>
                  </a:lnTo>
                  <a:lnTo>
                    <a:pt x="9844913" y="147285"/>
                  </a:lnTo>
                  <a:lnTo>
                    <a:pt x="9938133" y="120824"/>
                  </a:lnTo>
                  <a:lnTo>
                    <a:pt x="10032421" y="97417"/>
                  </a:lnTo>
                  <a:lnTo>
                    <a:pt x="10125116" y="77127"/>
                  </a:lnTo>
                  <a:lnTo>
                    <a:pt x="10213104" y="60011"/>
                  </a:lnTo>
                  <a:lnTo>
                    <a:pt x="10293132" y="46081"/>
                  </a:lnTo>
                  <a:lnTo>
                    <a:pt x="10362222" y="35252"/>
                  </a:lnTo>
                  <a:lnTo>
                    <a:pt x="10418137" y="27319"/>
                  </a:lnTo>
                  <a:lnTo>
                    <a:pt x="10459785" y="21949"/>
                  </a:lnTo>
                  <a:lnTo>
                    <a:pt x="10487454" y="18694"/>
                  </a:lnTo>
                  <a:lnTo>
                    <a:pt x="10502847" y="17037"/>
                  </a:lnTo>
                  <a:lnTo>
                    <a:pt x="10508961" y="16433"/>
                  </a:lnTo>
                  <a:lnTo>
                    <a:pt x="10509911" y="16345"/>
                  </a:lnTo>
                  <a:lnTo>
                    <a:pt x="11981298" y="16345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9002" y="83"/>
                  </a:lnTo>
                  <a:lnTo>
                    <a:pt x="10503000" y="675"/>
                  </a:lnTo>
                  <a:lnTo>
                    <a:pt x="10487774" y="2312"/>
                  </a:lnTo>
                  <a:lnTo>
                    <a:pt x="10460309" y="5538"/>
                  </a:lnTo>
                  <a:lnTo>
                    <a:pt x="10418880" y="10873"/>
                  </a:lnTo>
                  <a:lnTo>
                    <a:pt x="10363177" y="18764"/>
                  </a:lnTo>
                  <a:lnTo>
                    <a:pt x="10294274" y="29547"/>
                  </a:lnTo>
                  <a:lnTo>
                    <a:pt x="10214391" y="43429"/>
                  </a:lnTo>
                  <a:lnTo>
                    <a:pt x="10126499" y="60496"/>
                  </a:lnTo>
                  <a:lnTo>
                    <a:pt x="10033853" y="80739"/>
                  </a:lnTo>
                  <a:lnTo>
                    <a:pt x="9939567" y="104098"/>
                  </a:lnTo>
                  <a:lnTo>
                    <a:pt x="9846314" y="130513"/>
                  </a:lnTo>
                  <a:lnTo>
                    <a:pt x="9756158" y="159960"/>
                  </a:lnTo>
                  <a:lnTo>
                    <a:pt x="9670521" y="192482"/>
                  </a:lnTo>
                  <a:lnTo>
                    <a:pt x="9590241" y="228210"/>
                  </a:lnTo>
                  <a:lnTo>
                    <a:pt x="9515665" y="267369"/>
                  </a:lnTo>
                  <a:lnTo>
                    <a:pt x="9446774" y="310282"/>
                  </a:lnTo>
                  <a:lnTo>
                    <a:pt x="9383281" y="357364"/>
                  </a:lnTo>
                  <a:lnTo>
                    <a:pt x="9324728" y="409113"/>
                  </a:lnTo>
                  <a:lnTo>
                    <a:pt x="9270553" y="466092"/>
                  </a:lnTo>
                  <a:lnTo>
                    <a:pt x="9220142" y="528894"/>
                  </a:lnTo>
                  <a:lnTo>
                    <a:pt x="9172873" y="598100"/>
                  </a:lnTo>
                  <a:lnTo>
                    <a:pt x="9128143" y="674186"/>
                  </a:lnTo>
                  <a:lnTo>
                    <a:pt x="9085405" y="757404"/>
                  </a:lnTo>
                  <a:lnTo>
                    <a:pt x="9084767" y="758726"/>
                  </a:lnTo>
                  <a:lnTo>
                    <a:pt x="9053993" y="825336"/>
                  </a:lnTo>
                  <a:lnTo>
                    <a:pt x="9023885" y="895945"/>
                  </a:lnTo>
                  <a:lnTo>
                    <a:pt x="8994295" y="970634"/>
                  </a:lnTo>
                  <a:lnTo>
                    <a:pt x="8965097" y="1049442"/>
                  </a:lnTo>
                  <a:lnTo>
                    <a:pt x="8936188" y="1132361"/>
                  </a:lnTo>
                  <a:lnTo>
                    <a:pt x="8907480" y="1219335"/>
                  </a:lnTo>
                  <a:lnTo>
                    <a:pt x="8878903" y="1310253"/>
                  </a:lnTo>
                  <a:lnTo>
                    <a:pt x="8850402" y="1404950"/>
                  </a:lnTo>
                  <a:lnTo>
                    <a:pt x="8821933" y="1503202"/>
                  </a:lnTo>
                  <a:lnTo>
                    <a:pt x="8793465" y="1604730"/>
                  </a:lnTo>
                  <a:lnTo>
                    <a:pt x="8764977" y="1709199"/>
                  </a:lnTo>
                  <a:lnTo>
                    <a:pt x="8736458" y="1816222"/>
                  </a:lnTo>
                  <a:lnTo>
                    <a:pt x="8707903" y="1925367"/>
                  </a:lnTo>
                  <a:lnTo>
                    <a:pt x="8679315" y="2036160"/>
                  </a:lnTo>
                  <a:lnTo>
                    <a:pt x="8650701" y="2148096"/>
                  </a:lnTo>
                  <a:lnTo>
                    <a:pt x="8622073" y="2260646"/>
                  </a:lnTo>
                  <a:lnTo>
                    <a:pt x="8593444" y="2373272"/>
                  </a:lnTo>
                  <a:lnTo>
                    <a:pt x="8564825" y="2485430"/>
                  </a:lnTo>
                  <a:lnTo>
                    <a:pt x="8536229" y="2596590"/>
                  </a:lnTo>
                  <a:lnTo>
                    <a:pt x="8507664" y="2706238"/>
                  </a:lnTo>
                  <a:lnTo>
                    <a:pt x="8479135" y="2813892"/>
                  </a:lnTo>
                  <a:lnTo>
                    <a:pt x="8450640" y="2919106"/>
                  </a:lnTo>
                  <a:lnTo>
                    <a:pt x="8422168" y="3021480"/>
                  </a:lnTo>
                  <a:lnTo>
                    <a:pt x="8393702" y="3120666"/>
                  </a:lnTo>
                  <a:lnTo>
                    <a:pt x="8365214" y="3216367"/>
                  </a:lnTo>
                  <a:lnTo>
                    <a:pt x="8336663" y="3308346"/>
                  </a:lnTo>
                  <a:lnTo>
                    <a:pt x="8307997" y="3396421"/>
                  </a:lnTo>
                  <a:lnTo>
                    <a:pt x="8279151" y="3480466"/>
                  </a:lnTo>
                  <a:lnTo>
                    <a:pt x="8250042" y="3560410"/>
                  </a:lnTo>
                  <a:lnTo>
                    <a:pt x="8220572" y="3636233"/>
                  </a:lnTo>
                  <a:lnTo>
                    <a:pt x="8190620" y="3707960"/>
                  </a:lnTo>
                  <a:lnTo>
                    <a:pt x="8160047" y="3775662"/>
                  </a:lnTo>
                  <a:lnTo>
                    <a:pt x="8151487" y="3793633"/>
                  </a:lnTo>
                  <a:lnTo>
                    <a:pt x="8108775" y="3876959"/>
                  </a:lnTo>
                  <a:lnTo>
                    <a:pt x="8064079" y="3953153"/>
                  </a:lnTo>
                  <a:lnTo>
                    <a:pt x="8016853" y="4022460"/>
                  </a:lnTo>
                  <a:lnTo>
                    <a:pt x="7966495" y="4085356"/>
                  </a:lnTo>
                  <a:lnTo>
                    <a:pt x="7912381" y="4142419"/>
                  </a:lnTo>
                  <a:lnTo>
                    <a:pt x="7853899" y="4194243"/>
                  </a:lnTo>
                  <a:lnTo>
                    <a:pt x="7790486" y="4241392"/>
                  </a:lnTo>
                  <a:lnTo>
                    <a:pt x="7721679" y="4284365"/>
                  </a:lnTo>
                  <a:lnTo>
                    <a:pt x="7647192" y="4323579"/>
                  </a:lnTo>
                  <a:lnTo>
                    <a:pt x="7566996" y="4359357"/>
                  </a:lnTo>
                  <a:lnTo>
                    <a:pt x="7481437" y="4391927"/>
                  </a:lnTo>
                  <a:lnTo>
                    <a:pt x="7391340" y="4421420"/>
                  </a:lnTo>
                  <a:lnTo>
                    <a:pt x="7298120" y="4447881"/>
                  </a:lnTo>
                  <a:lnTo>
                    <a:pt x="7203832" y="4471288"/>
                  </a:lnTo>
                  <a:lnTo>
                    <a:pt x="7111138" y="4491578"/>
                  </a:lnTo>
                  <a:lnTo>
                    <a:pt x="7023149" y="4508694"/>
                  </a:lnTo>
                  <a:lnTo>
                    <a:pt x="6943121" y="4522624"/>
                  </a:lnTo>
                  <a:lnTo>
                    <a:pt x="6874031" y="4533453"/>
                  </a:lnTo>
                  <a:lnTo>
                    <a:pt x="6818116" y="4541386"/>
                  </a:lnTo>
                  <a:lnTo>
                    <a:pt x="6776468" y="4546756"/>
                  </a:lnTo>
                  <a:lnTo>
                    <a:pt x="6748799" y="4550011"/>
                  </a:lnTo>
                  <a:lnTo>
                    <a:pt x="6733406" y="4551668"/>
                  </a:lnTo>
                  <a:lnTo>
                    <a:pt x="6727293" y="4552272"/>
                  </a:lnTo>
                  <a:lnTo>
                    <a:pt x="6726343" y="4552360"/>
                  </a:lnTo>
                  <a:lnTo>
                    <a:pt x="5254955" y="4552360"/>
                  </a:lnTo>
                  <a:lnTo>
                    <a:pt x="5253789" y="4552301"/>
                  </a:lnTo>
                  <a:lnTo>
                    <a:pt x="5246124" y="4551884"/>
                  </a:lnTo>
                  <a:lnTo>
                    <a:pt x="5226817" y="4550732"/>
                  </a:lnTo>
                  <a:lnTo>
                    <a:pt x="5192334" y="4548464"/>
                  </a:lnTo>
                  <a:lnTo>
                    <a:pt x="5141008" y="4544729"/>
                  </a:lnTo>
                  <a:lnTo>
                    <a:pt x="5073167" y="4539243"/>
                  </a:lnTo>
                  <a:lnTo>
                    <a:pt x="4990959" y="4531812"/>
                  </a:lnTo>
                  <a:lnTo>
                    <a:pt x="4897860" y="4522342"/>
                  </a:lnTo>
                  <a:lnTo>
                    <a:pt x="4797997" y="4510820"/>
                  </a:lnTo>
                  <a:lnTo>
                    <a:pt x="4695467" y="4497281"/>
                  </a:lnTo>
                  <a:lnTo>
                    <a:pt x="4593818" y="4481767"/>
                  </a:lnTo>
                  <a:lnTo>
                    <a:pt x="4495772" y="4464300"/>
                  </a:lnTo>
                  <a:lnTo>
                    <a:pt x="4403150" y="4444846"/>
                  </a:lnTo>
                  <a:lnTo>
                    <a:pt x="4316960" y="4423307"/>
                  </a:lnTo>
                  <a:lnTo>
                    <a:pt x="4237553" y="4399511"/>
                  </a:lnTo>
                  <a:lnTo>
                    <a:pt x="4164794" y="4373214"/>
                  </a:lnTo>
                  <a:lnTo>
                    <a:pt x="4098223" y="4344102"/>
                  </a:lnTo>
                  <a:lnTo>
                    <a:pt x="4037177" y="4311803"/>
                  </a:lnTo>
                  <a:lnTo>
                    <a:pt x="3980892" y="4275907"/>
                  </a:lnTo>
                  <a:lnTo>
                    <a:pt x="3928562" y="4236000"/>
                  </a:lnTo>
                  <a:lnTo>
                    <a:pt x="3879403" y="4191721"/>
                  </a:lnTo>
                  <a:lnTo>
                    <a:pt x="3832691" y="4142860"/>
                  </a:lnTo>
                  <a:lnTo>
                    <a:pt x="3829811" y="4139623"/>
                  </a:lnTo>
                  <a:lnTo>
                    <a:pt x="3790126" y="4092327"/>
                  </a:lnTo>
                  <a:lnTo>
                    <a:pt x="3751481" y="4041365"/>
                  </a:lnTo>
                  <a:lnTo>
                    <a:pt x="3713577" y="3986663"/>
                  </a:lnTo>
                  <a:lnTo>
                    <a:pt x="3676176" y="3928217"/>
                  </a:lnTo>
                  <a:lnTo>
                    <a:pt x="3639091" y="3866094"/>
                  </a:lnTo>
                  <a:lnTo>
                    <a:pt x="3602181" y="3800447"/>
                  </a:lnTo>
                  <a:lnTo>
                    <a:pt x="3565341" y="3731511"/>
                  </a:lnTo>
                  <a:lnTo>
                    <a:pt x="3528502" y="3659612"/>
                  </a:lnTo>
                  <a:lnTo>
                    <a:pt x="3491621" y="3585154"/>
                  </a:lnTo>
                  <a:lnTo>
                    <a:pt x="3454683" y="3508622"/>
                  </a:lnTo>
                  <a:lnTo>
                    <a:pt x="3417689" y="3430564"/>
                  </a:lnTo>
                  <a:lnTo>
                    <a:pt x="3380657" y="3351577"/>
                  </a:lnTo>
                  <a:lnTo>
                    <a:pt x="3343612" y="3272289"/>
                  </a:lnTo>
                  <a:lnTo>
                    <a:pt x="3306581" y="3193337"/>
                  </a:lnTo>
                  <a:lnTo>
                    <a:pt x="3269590" y="3115349"/>
                  </a:lnTo>
                  <a:lnTo>
                    <a:pt x="3232655" y="3038919"/>
                  </a:lnTo>
                  <a:lnTo>
                    <a:pt x="3195778" y="2964593"/>
                  </a:lnTo>
                  <a:lnTo>
                    <a:pt x="3158939" y="2892849"/>
                  </a:lnTo>
                  <a:lnTo>
                    <a:pt x="3122098" y="2824090"/>
                  </a:lnTo>
                  <a:lnTo>
                    <a:pt x="3085181" y="2758634"/>
                  </a:lnTo>
                  <a:lnTo>
                    <a:pt x="3048083" y="2696714"/>
                  </a:lnTo>
                  <a:lnTo>
                    <a:pt x="3010659" y="2638476"/>
                  </a:lnTo>
                  <a:lnTo>
                    <a:pt x="2972720" y="2583985"/>
                  </a:lnTo>
                  <a:lnTo>
                    <a:pt x="2934025" y="2533231"/>
                  </a:lnTo>
                  <a:lnTo>
                    <a:pt x="2896531" y="2488677"/>
                  </a:lnTo>
                  <a:lnTo>
                    <a:pt x="2849952" y="2439526"/>
                  </a:lnTo>
                  <a:lnTo>
                    <a:pt x="2800968" y="2394963"/>
                  </a:lnTo>
                  <a:lnTo>
                    <a:pt x="2748861" y="2354789"/>
                  </a:lnTo>
                  <a:lnTo>
                    <a:pt x="2692849" y="2318652"/>
                  </a:lnTo>
                  <a:lnTo>
                    <a:pt x="2632127" y="2286139"/>
                  </a:lnTo>
                  <a:lnTo>
                    <a:pt x="2565926" y="2256837"/>
                  </a:lnTo>
                  <a:lnTo>
                    <a:pt x="2493573" y="2230372"/>
                  </a:lnTo>
                  <a:lnTo>
                    <a:pt x="2414594" y="2206427"/>
                  </a:lnTo>
                  <a:lnTo>
                    <a:pt x="2328828" y="2184751"/>
                  </a:lnTo>
                  <a:lnTo>
                    <a:pt x="2236590" y="2165169"/>
                  </a:lnTo>
                  <a:lnTo>
                    <a:pt x="2138841" y="2147578"/>
                  </a:lnTo>
                  <a:lnTo>
                    <a:pt x="2037349" y="2131941"/>
                  </a:lnTo>
                  <a:lnTo>
                    <a:pt x="1934777" y="2118276"/>
                  </a:lnTo>
                  <a:lnTo>
                    <a:pt x="1834628" y="2106625"/>
                  </a:lnTo>
                  <a:lnTo>
                    <a:pt x="1740978" y="2097025"/>
                  </a:lnTo>
                  <a:lnTo>
                    <a:pt x="1657969" y="2089468"/>
                  </a:lnTo>
                  <a:lnTo>
                    <a:pt x="1589141" y="2083863"/>
                  </a:lnTo>
                  <a:lnTo>
                    <a:pt x="1536743" y="2080025"/>
                  </a:lnTo>
                  <a:lnTo>
                    <a:pt x="1501225" y="2077675"/>
                  </a:lnTo>
                  <a:lnTo>
                    <a:pt x="1481047" y="2076463"/>
                  </a:lnTo>
                  <a:lnTo>
                    <a:pt x="1472784" y="2076011"/>
                  </a:lnTo>
                  <a:lnTo>
                    <a:pt x="1471387" y="2075941"/>
                  </a:lnTo>
                  <a:lnTo>
                    <a:pt x="0" y="2075941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492" name="pl492"/>
            <p:cNvSpPr/>
            <p:nvPr/>
          </p:nvSpPr>
          <p:spPr>
            <a:xfrm>
              <a:off x="4799595" y="3149018"/>
              <a:ext cx="11981298" cy="4552360"/>
            </a:xfrm>
            <a:custGeom>
              <a:avLst/>
              <a:pathLst>
                <a:path w="11981298" h="4552360">
                  <a:moveTo>
                    <a:pt x="0" y="2075941"/>
                  </a:moveTo>
                  <a:lnTo>
                    <a:pt x="1471387" y="2075941"/>
                  </a:lnTo>
                  <a:lnTo>
                    <a:pt x="1472554" y="2076000"/>
                  </a:lnTo>
                  <a:lnTo>
                    <a:pt x="1480218" y="2076416"/>
                  </a:lnTo>
                  <a:lnTo>
                    <a:pt x="1499525" y="2077569"/>
                  </a:lnTo>
                  <a:lnTo>
                    <a:pt x="1534008" y="2079837"/>
                  </a:lnTo>
                  <a:lnTo>
                    <a:pt x="1585334" y="2083571"/>
                  </a:lnTo>
                  <a:lnTo>
                    <a:pt x="1653175" y="2089058"/>
                  </a:lnTo>
                  <a:lnTo>
                    <a:pt x="1735383" y="2096489"/>
                  </a:lnTo>
                  <a:lnTo>
                    <a:pt x="1828482" y="2105958"/>
                  </a:lnTo>
                  <a:lnTo>
                    <a:pt x="1928345" y="2117480"/>
                  </a:lnTo>
                  <a:lnTo>
                    <a:pt x="2030875" y="2131020"/>
                  </a:lnTo>
                  <a:lnTo>
                    <a:pt x="2132524" y="2146533"/>
                  </a:lnTo>
                  <a:lnTo>
                    <a:pt x="2230571" y="2164001"/>
                  </a:lnTo>
                  <a:lnTo>
                    <a:pt x="2323192" y="2183455"/>
                  </a:lnTo>
                  <a:lnTo>
                    <a:pt x="2409382" y="2204994"/>
                  </a:lnTo>
                  <a:lnTo>
                    <a:pt x="2488789" y="2228789"/>
                  </a:lnTo>
                  <a:lnTo>
                    <a:pt x="2561548" y="2255086"/>
                  </a:lnTo>
                  <a:lnTo>
                    <a:pt x="2628120" y="2284199"/>
                  </a:lnTo>
                  <a:lnTo>
                    <a:pt x="2689165" y="2316498"/>
                  </a:lnTo>
                  <a:lnTo>
                    <a:pt x="2745450" y="2352394"/>
                  </a:lnTo>
                  <a:lnTo>
                    <a:pt x="2797780" y="2392301"/>
                  </a:lnTo>
                  <a:lnTo>
                    <a:pt x="2846939" y="2436579"/>
                  </a:lnTo>
                  <a:lnTo>
                    <a:pt x="2893651" y="2485440"/>
                  </a:lnTo>
                  <a:lnTo>
                    <a:pt x="2896531" y="2488677"/>
                  </a:lnTo>
                  <a:lnTo>
                    <a:pt x="2936216" y="2535974"/>
                  </a:lnTo>
                  <a:lnTo>
                    <a:pt x="2974861" y="2586936"/>
                  </a:lnTo>
                  <a:lnTo>
                    <a:pt x="3012765" y="2641637"/>
                  </a:lnTo>
                  <a:lnTo>
                    <a:pt x="3050167" y="2700084"/>
                  </a:lnTo>
                  <a:lnTo>
                    <a:pt x="3087251" y="2762206"/>
                  </a:lnTo>
                  <a:lnTo>
                    <a:pt x="3124161" y="2827854"/>
                  </a:lnTo>
                  <a:lnTo>
                    <a:pt x="3161001" y="2896789"/>
                  </a:lnTo>
                  <a:lnTo>
                    <a:pt x="3197840" y="2968689"/>
                  </a:lnTo>
                  <a:lnTo>
                    <a:pt x="3234721" y="3043147"/>
                  </a:lnTo>
                  <a:lnTo>
                    <a:pt x="3271659" y="3119678"/>
                  </a:lnTo>
                  <a:lnTo>
                    <a:pt x="3308653" y="3197736"/>
                  </a:lnTo>
                  <a:lnTo>
                    <a:pt x="3345685" y="3276724"/>
                  </a:lnTo>
                  <a:lnTo>
                    <a:pt x="3382731" y="3356012"/>
                  </a:lnTo>
                  <a:lnTo>
                    <a:pt x="3419761" y="3434964"/>
                  </a:lnTo>
                  <a:lnTo>
                    <a:pt x="3456752" y="3512952"/>
                  </a:lnTo>
                  <a:lnTo>
                    <a:pt x="3493687" y="3589381"/>
                  </a:lnTo>
                  <a:lnTo>
                    <a:pt x="3530565" y="3663708"/>
                  </a:lnTo>
                  <a:lnTo>
                    <a:pt x="3567403" y="3735452"/>
                  </a:lnTo>
                  <a:lnTo>
                    <a:pt x="3604244" y="3804211"/>
                  </a:lnTo>
                  <a:lnTo>
                    <a:pt x="3641161" y="3869666"/>
                  </a:lnTo>
                  <a:lnTo>
                    <a:pt x="3678259" y="3931586"/>
                  </a:lnTo>
                  <a:lnTo>
                    <a:pt x="3715683" y="3989824"/>
                  </a:lnTo>
                  <a:lnTo>
                    <a:pt x="3753622" y="4044316"/>
                  </a:lnTo>
                  <a:lnTo>
                    <a:pt x="3792317" y="4095070"/>
                  </a:lnTo>
                  <a:lnTo>
                    <a:pt x="3829811" y="4139623"/>
                  </a:lnTo>
                  <a:lnTo>
                    <a:pt x="3876390" y="4188775"/>
                  </a:lnTo>
                  <a:lnTo>
                    <a:pt x="3925375" y="4233338"/>
                  </a:lnTo>
                  <a:lnTo>
                    <a:pt x="3977481" y="4273511"/>
                  </a:lnTo>
                  <a:lnTo>
                    <a:pt x="4033493" y="4309648"/>
                  </a:lnTo>
                  <a:lnTo>
                    <a:pt x="4094215" y="4342162"/>
                  </a:lnTo>
                  <a:lnTo>
                    <a:pt x="4160417" y="4371464"/>
                  </a:lnTo>
                  <a:lnTo>
                    <a:pt x="4232769" y="4397929"/>
                  </a:lnTo>
                  <a:lnTo>
                    <a:pt x="4311748" y="4421874"/>
                  </a:lnTo>
                  <a:lnTo>
                    <a:pt x="4397514" y="4443550"/>
                  </a:lnTo>
                  <a:lnTo>
                    <a:pt x="4489752" y="4463132"/>
                  </a:lnTo>
                  <a:lnTo>
                    <a:pt x="4587501" y="4480723"/>
                  </a:lnTo>
                  <a:lnTo>
                    <a:pt x="4688993" y="4496360"/>
                  </a:lnTo>
                  <a:lnTo>
                    <a:pt x="4791565" y="4510025"/>
                  </a:lnTo>
                  <a:lnTo>
                    <a:pt x="4891714" y="4521676"/>
                  </a:lnTo>
                  <a:lnTo>
                    <a:pt x="4985365" y="4531275"/>
                  </a:lnTo>
                  <a:lnTo>
                    <a:pt x="5068374" y="4538833"/>
                  </a:lnTo>
                  <a:lnTo>
                    <a:pt x="5137201" y="4544437"/>
                  </a:lnTo>
                  <a:lnTo>
                    <a:pt x="5189600" y="4548275"/>
                  </a:lnTo>
                  <a:lnTo>
                    <a:pt x="5225117" y="4550626"/>
                  </a:lnTo>
                  <a:lnTo>
                    <a:pt x="5245295" y="4551837"/>
                  </a:lnTo>
                  <a:lnTo>
                    <a:pt x="5253558" y="4552289"/>
                  </a:lnTo>
                  <a:lnTo>
                    <a:pt x="5254955" y="4552360"/>
                  </a:lnTo>
                  <a:lnTo>
                    <a:pt x="5254955" y="4552360"/>
                  </a:lnTo>
                  <a:lnTo>
                    <a:pt x="6726343" y="4552360"/>
                  </a:lnTo>
                  <a:lnTo>
                    <a:pt x="6727251" y="4552276"/>
                  </a:lnTo>
                  <a:lnTo>
                    <a:pt x="6733253" y="4551684"/>
                  </a:lnTo>
                  <a:lnTo>
                    <a:pt x="6748479" y="4550047"/>
                  </a:lnTo>
                  <a:lnTo>
                    <a:pt x="6775944" y="4546821"/>
                  </a:lnTo>
                  <a:lnTo>
                    <a:pt x="6817374" y="4541486"/>
                  </a:lnTo>
                  <a:lnTo>
                    <a:pt x="6873077" y="4533595"/>
                  </a:lnTo>
                  <a:lnTo>
                    <a:pt x="6941980" y="4522812"/>
                  </a:lnTo>
                  <a:lnTo>
                    <a:pt x="7021862" y="4508930"/>
                  </a:lnTo>
                  <a:lnTo>
                    <a:pt x="7109754" y="4491863"/>
                  </a:lnTo>
                  <a:lnTo>
                    <a:pt x="7202401" y="4471620"/>
                  </a:lnTo>
                  <a:lnTo>
                    <a:pt x="7296686" y="4448261"/>
                  </a:lnTo>
                  <a:lnTo>
                    <a:pt x="7389940" y="4421846"/>
                  </a:lnTo>
                  <a:lnTo>
                    <a:pt x="7480096" y="4392399"/>
                  </a:lnTo>
                  <a:lnTo>
                    <a:pt x="7565732" y="4359877"/>
                  </a:lnTo>
                  <a:lnTo>
                    <a:pt x="7646013" y="4324149"/>
                  </a:lnTo>
                  <a:lnTo>
                    <a:pt x="7720588" y="4284990"/>
                  </a:lnTo>
                  <a:lnTo>
                    <a:pt x="7789479" y="4242077"/>
                  </a:lnTo>
                  <a:lnTo>
                    <a:pt x="7852972" y="4194995"/>
                  </a:lnTo>
                  <a:lnTo>
                    <a:pt x="7911525" y="4143246"/>
                  </a:lnTo>
                  <a:lnTo>
                    <a:pt x="7965700" y="4086267"/>
                  </a:lnTo>
                  <a:lnTo>
                    <a:pt x="8016111" y="4023465"/>
                  </a:lnTo>
                  <a:lnTo>
                    <a:pt x="8063380" y="3954259"/>
                  </a:lnTo>
                  <a:lnTo>
                    <a:pt x="8108110" y="3878173"/>
                  </a:lnTo>
                  <a:lnTo>
                    <a:pt x="8150848" y="3794955"/>
                  </a:lnTo>
                  <a:lnTo>
                    <a:pt x="8151487" y="3793633"/>
                  </a:lnTo>
                  <a:lnTo>
                    <a:pt x="8182260" y="3727023"/>
                  </a:lnTo>
                  <a:lnTo>
                    <a:pt x="8212368" y="3656414"/>
                  </a:lnTo>
                  <a:lnTo>
                    <a:pt x="8241958" y="3581725"/>
                  </a:lnTo>
                  <a:lnTo>
                    <a:pt x="8271156" y="3502917"/>
                  </a:lnTo>
                  <a:lnTo>
                    <a:pt x="8300066" y="3419998"/>
                  </a:lnTo>
                  <a:lnTo>
                    <a:pt x="8328774" y="3333024"/>
                  </a:lnTo>
                  <a:lnTo>
                    <a:pt x="8357350" y="3242106"/>
                  </a:lnTo>
                  <a:lnTo>
                    <a:pt x="8385852" y="3147409"/>
                  </a:lnTo>
                  <a:lnTo>
                    <a:pt x="8414321" y="3049157"/>
                  </a:lnTo>
                  <a:lnTo>
                    <a:pt x="8442788" y="2947629"/>
                  </a:lnTo>
                  <a:lnTo>
                    <a:pt x="8471276" y="2843160"/>
                  </a:lnTo>
                  <a:lnTo>
                    <a:pt x="8499796" y="2736137"/>
                  </a:lnTo>
                  <a:lnTo>
                    <a:pt x="8528350" y="2626992"/>
                  </a:lnTo>
                  <a:lnTo>
                    <a:pt x="8556938" y="2516199"/>
                  </a:lnTo>
                  <a:lnTo>
                    <a:pt x="8585552" y="2404263"/>
                  </a:lnTo>
                  <a:lnTo>
                    <a:pt x="8614180" y="2291713"/>
                  </a:lnTo>
                  <a:lnTo>
                    <a:pt x="8642810" y="2179087"/>
                  </a:lnTo>
                  <a:lnTo>
                    <a:pt x="8671428" y="2066929"/>
                  </a:lnTo>
                  <a:lnTo>
                    <a:pt x="8700024" y="1955769"/>
                  </a:lnTo>
                  <a:lnTo>
                    <a:pt x="8728589" y="1846121"/>
                  </a:lnTo>
                  <a:lnTo>
                    <a:pt x="8757118" y="1738468"/>
                  </a:lnTo>
                  <a:lnTo>
                    <a:pt x="8785613" y="1633253"/>
                  </a:lnTo>
                  <a:lnTo>
                    <a:pt x="8814085" y="1530879"/>
                  </a:lnTo>
                  <a:lnTo>
                    <a:pt x="8842551" y="1431693"/>
                  </a:lnTo>
                  <a:lnTo>
                    <a:pt x="8871040" y="1335992"/>
                  </a:lnTo>
                  <a:lnTo>
                    <a:pt x="8899590" y="1244013"/>
                  </a:lnTo>
                  <a:lnTo>
                    <a:pt x="8928256" y="1155938"/>
                  </a:lnTo>
                  <a:lnTo>
                    <a:pt x="8957102" y="1071893"/>
                  </a:lnTo>
                  <a:lnTo>
                    <a:pt x="8986211" y="991949"/>
                  </a:lnTo>
                  <a:lnTo>
                    <a:pt x="9015681" y="916127"/>
                  </a:lnTo>
                  <a:lnTo>
                    <a:pt x="9045633" y="844399"/>
                  </a:lnTo>
                  <a:lnTo>
                    <a:pt x="9076206" y="776697"/>
                  </a:lnTo>
                  <a:lnTo>
                    <a:pt x="9084767" y="758726"/>
                  </a:lnTo>
                  <a:lnTo>
                    <a:pt x="9127478" y="675400"/>
                  </a:lnTo>
                  <a:lnTo>
                    <a:pt x="9172174" y="599206"/>
                  </a:lnTo>
                  <a:lnTo>
                    <a:pt x="9219400" y="529899"/>
                  </a:lnTo>
                  <a:lnTo>
                    <a:pt x="9269759" y="467003"/>
                  </a:lnTo>
                  <a:lnTo>
                    <a:pt x="9323872" y="409941"/>
                  </a:lnTo>
                  <a:lnTo>
                    <a:pt x="9382354" y="358116"/>
                  </a:lnTo>
                  <a:lnTo>
                    <a:pt x="9445768" y="310967"/>
                  </a:lnTo>
                  <a:lnTo>
                    <a:pt x="9514574" y="267994"/>
                  </a:lnTo>
                  <a:lnTo>
                    <a:pt x="9589062" y="228780"/>
                  </a:lnTo>
                  <a:lnTo>
                    <a:pt x="9669257" y="193002"/>
                  </a:lnTo>
                  <a:lnTo>
                    <a:pt x="9754816" y="160432"/>
                  </a:lnTo>
                  <a:lnTo>
                    <a:pt x="9844913" y="130939"/>
                  </a:lnTo>
                  <a:lnTo>
                    <a:pt x="9938133" y="104478"/>
                  </a:lnTo>
                  <a:lnTo>
                    <a:pt x="10032421" y="81071"/>
                  </a:lnTo>
                  <a:lnTo>
                    <a:pt x="10125116" y="60781"/>
                  </a:lnTo>
                  <a:lnTo>
                    <a:pt x="10213104" y="43665"/>
                  </a:lnTo>
                  <a:lnTo>
                    <a:pt x="10293132" y="29735"/>
                  </a:lnTo>
                  <a:lnTo>
                    <a:pt x="10362222" y="18906"/>
                  </a:lnTo>
                  <a:lnTo>
                    <a:pt x="10418137" y="10973"/>
                  </a:lnTo>
                  <a:lnTo>
                    <a:pt x="10459785" y="5603"/>
                  </a:lnTo>
                  <a:lnTo>
                    <a:pt x="10487454" y="2348"/>
                  </a:lnTo>
                  <a:lnTo>
                    <a:pt x="10502847" y="691"/>
                  </a:lnTo>
                  <a:lnTo>
                    <a:pt x="10508961" y="87"/>
                  </a:lnTo>
                  <a:lnTo>
                    <a:pt x="10509911" y="0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93" name="pl493"/>
            <p:cNvSpPr/>
            <p:nvPr/>
          </p:nvSpPr>
          <p:spPr>
            <a:xfrm>
              <a:off x="4799595" y="3132672"/>
              <a:ext cx="11981298" cy="4552360"/>
            </a:xfrm>
            <a:custGeom>
              <a:avLst/>
              <a:pathLst>
                <a:path w="11981298" h="4552360">
                  <a:moveTo>
                    <a:pt x="11981298" y="0"/>
                  </a:moveTo>
                  <a:lnTo>
                    <a:pt x="10509911" y="0"/>
                  </a:lnTo>
                  <a:lnTo>
                    <a:pt x="10509002" y="83"/>
                  </a:lnTo>
                  <a:lnTo>
                    <a:pt x="10503000" y="675"/>
                  </a:lnTo>
                  <a:lnTo>
                    <a:pt x="10487774" y="2312"/>
                  </a:lnTo>
                  <a:lnTo>
                    <a:pt x="10460309" y="5538"/>
                  </a:lnTo>
                  <a:lnTo>
                    <a:pt x="10418880" y="10873"/>
                  </a:lnTo>
                  <a:lnTo>
                    <a:pt x="10363177" y="18764"/>
                  </a:lnTo>
                  <a:lnTo>
                    <a:pt x="10294274" y="29547"/>
                  </a:lnTo>
                  <a:lnTo>
                    <a:pt x="10214391" y="43429"/>
                  </a:lnTo>
                  <a:lnTo>
                    <a:pt x="10126499" y="60496"/>
                  </a:lnTo>
                  <a:lnTo>
                    <a:pt x="10033853" y="80739"/>
                  </a:lnTo>
                  <a:lnTo>
                    <a:pt x="9939567" y="104098"/>
                  </a:lnTo>
                  <a:lnTo>
                    <a:pt x="9846314" y="130513"/>
                  </a:lnTo>
                  <a:lnTo>
                    <a:pt x="9756158" y="159960"/>
                  </a:lnTo>
                  <a:lnTo>
                    <a:pt x="9670521" y="192482"/>
                  </a:lnTo>
                  <a:lnTo>
                    <a:pt x="9590241" y="228210"/>
                  </a:lnTo>
                  <a:lnTo>
                    <a:pt x="9515665" y="267369"/>
                  </a:lnTo>
                  <a:lnTo>
                    <a:pt x="9446774" y="310282"/>
                  </a:lnTo>
                  <a:lnTo>
                    <a:pt x="9383281" y="357364"/>
                  </a:lnTo>
                  <a:lnTo>
                    <a:pt x="9324728" y="409113"/>
                  </a:lnTo>
                  <a:lnTo>
                    <a:pt x="9270553" y="466092"/>
                  </a:lnTo>
                  <a:lnTo>
                    <a:pt x="9220142" y="528894"/>
                  </a:lnTo>
                  <a:lnTo>
                    <a:pt x="9172873" y="598100"/>
                  </a:lnTo>
                  <a:lnTo>
                    <a:pt x="9128143" y="674186"/>
                  </a:lnTo>
                  <a:lnTo>
                    <a:pt x="9085405" y="757404"/>
                  </a:lnTo>
                  <a:lnTo>
                    <a:pt x="9084767" y="758726"/>
                  </a:lnTo>
                  <a:lnTo>
                    <a:pt x="9053993" y="825336"/>
                  </a:lnTo>
                  <a:lnTo>
                    <a:pt x="9023885" y="895945"/>
                  </a:lnTo>
                  <a:lnTo>
                    <a:pt x="8994295" y="970634"/>
                  </a:lnTo>
                  <a:lnTo>
                    <a:pt x="8965097" y="1049442"/>
                  </a:lnTo>
                  <a:lnTo>
                    <a:pt x="8936188" y="1132361"/>
                  </a:lnTo>
                  <a:lnTo>
                    <a:pt x="8907480" y="1219335"/>
                  </a:lnTo>
                  <a:lnTo>
                    <a:pt x="8878903" y="1310253"/>
                  </a:lnTo>
                  <a:lnTo>
                    <a:pt x="8850402" y="1404950"/>
                  </a:lnTo>
                  <a:lnTo>
                    <a:pt x="8821933" y="1503202"/>
                  </a:lnTo>
                  <a:lnTo>
                    <a:pt x="8793465" y="1604730"/>
                  </a:lnTo>
                  <a:lnTo>
                    <a:pt x="8764977" y="1709199"/>
                  </a:lnTo>
                  <a:lnTo>
                    <a:pt x="8736458" y="1816222"/>
                  </a:lnTo>
                  <a:lnTo>
                    <a:pt x="8707903" y="1925367"/>
                  </a:lnTo>
                  <a:lnTo>
                    <a:pt x="8679315" y="2036160"/>
                  </a:lnTo>
                  <a:lnTo>
                    <a:pt x="8650701" y="2148096"/>
                  </a:lnTo>
                  <a:lnTo>
                    <a:pt x="8622073" y="2260646"/>
                  </a:lnTo>
                  <a:lnTo>
                    <a:pt x="8593444" y="2373272"/>
                  </a:lnTo>
                  <a:lnTo>
                    <a:pt x="8564825" y="2485430"/>
                  </a:lnTo>
                  <a:lnTo>
                    <a:pt x="8536229" y="2596590"/>
                  </a:lnTo>
                  <a:lnTo>
                    <a:pt x="8507664" y="2706238"/>
                  </a:lnTo>
                  <a:lnTo>
                    <a:pt x="8479135" y="2813892"/>
                  </a:lnTo>
                  <a:lnTo>
                    <a:pt x="8450640" y="2919106"/>
                  </a:lnTo>
                  <a:lnTo>
                    <a:pt x="8422168" y="3021480"/>
                  </a:lnTo>
                  <a:lnTo>
                    <a:pt x="8393702" y="3120666"/>
                  </a:lnTo>
                  <a:lnTo>
                    <a:pt x="8365214" y="3216367"/>
                  </a:lnTo>
                  <a:lnTo>
                    <a:pt x="8336663" y="3308346"/>
                  </a:lnTo>
                  <a:lnTo>
                    <a:pt x="8307997" y="3396421"/>
                  </a:lnTo>
                  <a:lnTo>
                    <a:pt x="8279151" y="3480466"/>
                  </a:lnTo>
                  <a:lnTo>
                    <a:pt x="8250042" y="3560410"/>
                  </a:lnTo>
                  <a:lnTo>
                    <a:pt x="8220572" y="3636233"/>
                  </a:lnTo>
                  <a:lnTo>
                    <a:pt x="8190620" y="3707960"/>
                  </a:lnTo>
                  <a:lnTo>
                    <a:pt x="8160047" y="3775662"/>
                  </a:lnTo>
                  <a:lnTo>
                    <a:pt x="8151487" y="3793633"/>
                  </a:lnTo>
                  <a:lnTo>
                    <a:pt x="8108775" y="3876959"/>
                  </a:lnTo>
                  <a:lnTo>
                    <a:pt x="8064079" y="3953153"/>
                  </a:lnTo>
                  <a:lnTo>
                    <a:pt x="8016853" y="4022460"/>
                  </a:lnTo>
                  <a:lnTo>
                    <a:pt x="7966495" y="4085356"/>
                  </a:lnTo>
                  <a:lnTo>
                    <a:pt x="7912381" y="4142419"/>
                  </a:lnTo>
                  <a:lnTo>
                    <a:pt x="7853899" y="4194243"/>
                  </a:lnTo>
                  <a:lnTo>
                    <a:pt x="7790486" y="4241392"/>
                  </a:lnTo>
                  <a:lnTo>
                    <a:pt x="7721679" y="4284365"/>
                  </a:lnTo>
                  <a:lnTo>
                    <a:pt x="7647192" y="4323579"/>
                  </a:lnTo>
                  <a:lnTo>
                    <a:pt x="7566996" y="4359357"/>
                  </a:lnTo>
                  <a:lnTo>
                    <a:pt x="7481437" y="4391927"/>
                  </a:lnTo>
                  <a:lnTo>
                    <a:pt x="7391340" y="4421420"/>
                  </a:lnTo>
                  <a:lnTo>
                    <a:pt x="7298120" y="4447881"/>
                  </a:lnTo>
                  <a:lnTo>
                    <a:pt x="7203832" y="4471288"/>
                  </a:lnTo>
                  <a:lnTo>
                    <a:pt x="7111138" y="4491578"/>
                  </a:lnTo>
                  <a:lnTo>
                    <a:pt x="7023149" y="4508694"/>
                  </a:lnTo>
                  <a:lnTo>
                    <a:pt x="6943121" y="4522624"/>
                  </a:lnTo>
                  <a:lnTo>
                    <a:pt x="6874031" y="4533453"/>
                  </a:lnTo>
                  <a:lnTo>
                    <a:pt x="6818116" y="4541386"/>
                  </a:lnTo>
                  <a:lnTo>
                    <a:pt x="6776468" y="4546756"/>
                  </a:lnTo>
                  <a:lnTo>
                    <a:pt x="6748799" y="4550011"/>
                  </a:lnTo>
                  <a:lnTo>
                    <a:pt x="6733406" y="4551668"/>
                  </a:lnTo>
                  <a:lnTo>
                    <a:pt x="6727293" y="4552272"/>
                  </a:lnTo>
                  <a:lnTo>
                    <a:pt x="6726343" y="4552360"/>
                  </a:lnTo>
                  <a:lnTo>
                    <a:pt x="6726343" y="4552360"/>
                  </a:lnTo>
                  <a:lnTo>
                    <a:pt x="5254955" y="4552360"/>
                  </a:lnTo>
                  <a:lnTo>
                    <a:pt x="5253789" y="4552301"/>
                  </a:lnTo>
                  <a:lnTo>
                    <a:pt x="5246124" y="4551884"/>
                  </a:lnTo>
                  <a:lnTo>
                    <a:pt x="5226817" y="4550732"/>
                  </a:lnTo>
                  <a:lnTo>
                    <a:pt x="5192334" y="4548464"/>
                  </a:lnTo>
                  <a:lnTo>
                    <a:pt x="5141008" y="4544729"/>
                  </a:lnTo>
                  <a:lnTo>
                    <a:pt x="5073167" y="4539243"/>
                  </a:lnTo>
                  <a:lnTo>
                    <a:pt x="4990959" y="4531812"/>
                  </a:lnTo>
                  <a:lnTo>
                    <a:pt x="4897860" y="4522342"/>
                  </a:lnTo>
                  <a:lnTo>
                    <a:pt x="4797997" y="4510820"/>
                  </a:lnTo>
                  <a:lnTo>
                    <a:pt x="4695467" y="4497281"/>
                  </a:lnTo>
                  <a:lnTo>
                    <a:pt x="4593818" y="4481767"/>
                  </a:lnTo>
                  <a:lnTo>
                    <a:pt x="4495772" y="4464300"/>
                  </a:lnTo>
                  <a:lnTo>
                    <a:pt x="4403150" y="4444846"/>
                  </a:lnTo>
                  <a:lnTo>
                    <a:pt x="4316960" y="4423307"/>
                  </a:lnTo>
                  <a:lnTo>
                    <a:pt x="4237553" y="4399511"/>
                  </a:lnTo>
                  <a:lnTo>
                    <a:pt x="4164794" y="4373214"/>
                  </a:lnTo>
                  <a:lnTo>
                    <a:pt x="4098223" y="4344102"/>
                  </a:lnTo>
                  <a:lnTo>
                    <a:pt x="4037177" y="4311803"/>
                  </a:lnTo>
                  <a:lnTo>
                    <a:pt x="3980892" y="4275907"/>
                  </a:lnTo>
                  <a:lnTo>
                    <a:pt x="3928562" y="4236000"/>
                  </a:lnTo>
                  <a:lnTo>
                    <a:pt x="3879403" y="4191721"/>
                  </a:lnTo>
                  <a:lnTo>
                    <a:pt x="3832691" y="4142860"/>
                  </a:lnTo>
                  <a:lnTo>
                    <a:pt x="3829811" y="4139623"/>
                  </a:lnTo>
                  <a:lnTo>
                    <a:pt x="3790126" y="4092327"/>
                  </a:lnTo>
                  <a:lnTo>
                    <a:pt x="3751481" y="4041365"/>
                  </a:lnTo>
                  <a:lnTo>
                    <a:pt x="3713577" y="3986663"/>
                  </a:lnTo>
                  <a:lnTo>
                    <a:pt x="3676176" y="3928217"/>
                  </a:lnTo>
                  <a:lnTo>
                    <a:pt x="3639091" y="3866094"/>
                  </a:lnTo>
                  <a:lnTo>
                    <a:pt x="3602181" y="3800447"/>
                  </a:lnTo>
                  <a:lnTo>
                    <a:pt x="3565341" y="3731511"/>
                  </a:lnTo>
                  <a:lnTo>
                    <a:pt x="3528502" y="3659612"/>
                  </a:lnTo>
                  <a:lnTo>
                    <a:pt x="3491621" y="3585154"/>
                  </a:lnTo>
                  <a:lnTo>
                    <a:pt x="3454683" y="3508622"/>
                  </a:lnTo>
                  <a:lnTo>
                    <a:pt x="3417689" y="3430564"/>
                  </a:lnTo>
                  <a:lnTo>
                    <a:pt x="3380657" y="3351577"/>
                  </a:lnTo>
                  <a:lnTo>
                    <a:pt x="3343612" y="3272289"/>
                  </a:lnTo>
                  <a:lnTo>
                    <a:pt x="3306581" y="3193337"/>
                  </a:lnTo>
                  <a:lnTo>
                    <a:pt x="3269590" y="3115349"/>
                  </a:lnTo>
                  <a:lnTo>
                    <a:pt x="3232655" y="3038919"/>
                  </a:lnTo>
                  <a:lnTo>
                    <a:pt x="3195778" y="2964593"/>
                  </a:lnTo>
                  <a:lnTo>
                    <a:pt x="3158939" y="2892849"/>
                  </a:lnTo>
                  <a:lnTo>
                    <a:pt x="3122098" y="2824090"/>
                  </a:lnTo>
                  <a:lnTo>
                    <a:pt x="3085181" y="2758634"/>
                  </a:lnTo>
                  <a:lnTo>
                    <a:pt x="3048083" y="2696714"/>
                  </a:lnTo>
                  <a:lnTo>
                    <a:pt x="3010659" y="2638476"/>
                  </a:lnTo>
                  <a:lnTo>
                    <a:pt x="2972720" y="2583985"/>
                  </a:lnTo>
                  <a:lnTo>
                    <a:pt x="2934025" y="2533231"/>
                  </a:lnTo>
                  <a:lnTo>
                    <a:pt x="2896531" y="2488677"/>
                  </a:lnTo>
                  <a:lnTo>
                    <a:pt x="2849952" y="2439526"/>
                  </a:lnTo>
                  <a:lnTo>
                    <a:pt x="2800968" y="2394963"/>
                  </a:lnTo>
                  <a:lnTo>
                    <a:pt x="2748861" y="2354789"/>
                  </a:lnTo>
                  <a:lnTo>
                    <a:pt x="2692849" y="2318652"/>
                  </a:lnTo>
                  <a:lnTo>
                    <a:pt x="2632127" y="2286139"/>
                  </a:lnTo>
                  <a:lnTo>
                    <a:pt x="2565926" y="2256837"/>
                  </a:lnTo>
                  <a:lnTo>
                    <a:pt x="2493573" y="2230372"/>
                  </a:lnTo>
                  <a:lnTo>
                    <a:pt x="2414594" y="2206427"/>
                  </a:lnTo>
                  <a:lnTo>
                    <a:pt x="2328828" y="2184751"/>
                  </a:lnTo>
                  <a:lnTo>
                    <a:pt x="2236590" y="2165169"/>
                  </a:lnTo>
                  <a:lnTo>
                    <a:pt x="2138841" y="2147578"/>
                  </a:lnTo>
                  <a:lnTo>
                    <a:pt x="2037349" y="2131941"/>
                  </a:lnTo>
                  <a:lnTo>
                    <a:pt x="1934777" y="2118276"/>
                  </a:lnTo>
                  <a:lnTo>
                    <a:pt x="1834628" y="2106625"/>
                  </a:lnTo>
                  <a:lnTo>
                    <a:pt x="1740978" y="2097025"/>
                  </a:lnTo>
                  <a:lnTo>
                    <a:pt x="1657969" y="2089468"/>
                  </a:lnTo>
                  <a:lnTo>
                    <a:pt x="1589141" y="2083863"/>
                  </a:lnTo>
                  <a:lnTo>
                    <a:pt x="1536743" y="2080025"/>
                  </a:lnTo>
                  <a:lnTo>
                    <a:pt x="1501225" y="2077675"/>
                  </a:lnTo>
                  <a:lnTo>
                    <a:pt x="1481047" y="2076463"/>
                  </a:lnTo>
                  <a:lnTo>
                    <a:pt x="1472784" y="2076011"/>
                  </a:lnTo>
                  <a:lnTo>
                    <a:pt x="1471387" y="2075941"/>
                  </a:lnTo>
                  <a:lnTo>
                    <a:pt x="1471387" y="2075941"/>
                  </a:lnTo>
                  <a:lnTo>
                    <a:pt x="0" y="207594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94" name="pg494"/>
            <p:cNvSpPr/>
            <p:nvPr/>
          </p:nvSpPr>
          <p:spPr>
            <a:xfrm>
              <a:off x="4799595" y="5224960"/>
              <a:ext cx="11981298" cy="2517283"/>
            </a:xfrm>
            <a:custGeom>
              <a:avLst/>
              <a:pathLst>
                <a:path w="11981298" h="2517283">
                  <a:moveTo>
                    <a:pt x="0" y="16345"/>
                  </a:moveTo>
                  <a:lnTo>
                    <a:pt x="1471387" y="16345"/>
                  </a:lnTo>
                  <a:lnTo>
                    <a:pt x="1472552" y="16404"/>
                  </a:lnTo>
                  <a:lnTo>
                    <a:pt x="1480209" y="16825"/>
                  </a:lnTo>
                  <a:lnTo>
                    <a:pt x="1499495" y="17987"/>
                  </a:lnTo>
                  <a:lnTo>
                    <a:pt x="1533942" y="20275"/>
                  </a:lnTo>
                  <a:lnTo>
                    <a:pt x="1585219" y="24042"/>
                  </a:lnTo>
                  <a:lnTo>
                    <a:pt x="1653000" y="29577"/>
                  </a:lnTo>
                  <a:lnTo>
                    <a:pt x="1735145" y="37074"/>
                  </a:lnTo>
                  <a:lnTo>
                    <a:pt x="1828183" y="46627"/>
                  </a:lnTo>
                  <a:lnTo>
                    <a:pt x="1927992" y="58252"/>
                  </a:lnTo>
                  <a:lnTo>
                    <a:pt x="2030481" y="71913"/>
                  </a:lnTo>
                  <a:lnTo>
                    <a:pt x="2132100" y="87566"/>
                  </a:lnTo>
                  <a:lnTo>
                    <a:pt x="2230129" y="105191"/>
                  </a:lnTo>
                  <a:lnTo>
                    <a:pt x="2322745" y="124821"/>
                  </a:lnTo>
                  <a:lnTo>
                    <a:pt x="2408936" y="146553"/>
                  </a:lnTo>
                  <a:lnTo>
                    <a:pt x="2488350" y="170562"/>
                  </a:lnTo>
                  <a:lnTo>
                    <a:pt x="2561120" y="197093"/>
                  </a:lnTo>
                  <a:lnTo>
                    <a:pt x="2627703" y="226463"/>
                  </a:lnTo>
                  <a:lnTo>
                    <a:pt x="2688760" y="259046"/>
                  </a:lnTo>
                  <a:lnTo>
                    <a:pt x="2745055" y="295256"/>
                  </a:lnTo>
                  <a:lnTo>
                    <a:pt x="2797390" y="335511"/>
                  </a:lnTo>
                  <a:lnTo>
                    <a:pt x="2846553" y="380175"/>
                  </a:lnTo>
                  <a:lnTo>
                    <a:pt x="2893264" y="429462"/>
                  </a:lnTo>
                  <a:lnTo>
                    <a:pt x="2896531" y="433168"/>
                  </a:lnTo>
                  <a:lnTo>
                    <a:pt x="2936070" y="480748"/>
                  </a:lnTo>
                  <a:lnTo>
                    <a:pt x="2974576" y="532001"/>
                  </a:lnTo>
                  <a:lnTo>
                    <a:pt x="3012344" y="587003"/>
                  </a:lnTo>
                  <a:lnTo>
                    <a:pt x="3049611" y="645758"/>
                  </a:lnTo>
                  <a:lnTo>
                    <a:pt x="3086561" y="708201"/>
                  </a:lnTo>
                  <a:lnTo>
                    <a:pt x="3123335" y="774180"/>
                  </a:lnTo>
                  <a:lnTo>
                    <a:pt x="3160038" y="843461"/>
                  </a:lnTo>
                  <a:lnTo>
                    <a:pt x="3196739" y="915723"/>
                  </a:lnTo>
                  <a:lnTo>
                    <a:pt x="3233480" y="990563"/>
                  </a:lnTo>
                  <a:lnTo>
                    <a:pt x="3270278" y="1067499"/>
                  </a:lnTo>
                  <a:lnTo>
                    <a:pt x="3307132" y="1145986"/>
                  </a:lnTo>
                  <a:lnTo>
                    <a:pt x="3344025" y="1225430"/>
                  </a:lnTo>
                  <a:lnTo>
                    <a:pt x="3380932" y="1305205"/>
                  </a:lnTo>
                  <a:lnTo>
                    <a:pt x="3417826" y="1384673"/>
                  </a:lnTo>
                  <a:lnTo>
                    <a:pt x="3454681" y="1463208"/>
                  </a:lnTo>
                  <a:lnTo>
                    <a:pt x="3491482" y="1540212"/>
                  </a:lnTo>
                  <a:lnTo>
                    <a:pt x="3528224" y="1615139"/>
                  </a:lnTo>
                  <a:lnTo>
                    <a:pt x="3564926" y="1687506"/>
                  </a:lnTo>
                  <a:lnTo>
                    <a:pt x="3601628" y="1756906"/>
                  </a:lnTo>
                  <a:lnTo>
                    <a:pt x="3638399" y="1823013"/>
                  </a:lnTo>
                  <a:lnTo>
                    <a:pt x="3675340" y="1885592"/>
                  </a:lnTo>
                  <a:lnTo>
                    <a:pt x="3712591" y="1944488"/>
                  </a:lnTo>
                  <a:lnTo>
                    <a:pt x="3750337" y="1999630"/>
                  </a:lnTo>
                  <a:lnTo>
                    <a:pt x="3788810" y="2051024"/>
                  </a:lnTo>
                  <a:lnTo>
                    <a:pt x="3828304" y="2098739"/>
                  </a:lnTo>
                  <a:lnTo>
                    <a:pt x="3829811" y="2100460"/>
                  </a:lnTo>
                  <a:lnTo>
                    <a:pt x="3876372" y="2150080"/>
                  </a:lnTo>
                  <a:lnTo>
                    <a:pt x="3925336" y="2195070"/>
                  </a:lnTo>
                  <a:lnTo>
                    <a:pt x="3977419" y="2235629"/>
                  </a:lnTo>
                  <a:lnTo>
                    <a:pt x="4033403" y="2272115"/>
                  </a:lnTo>
                  <a:lnTo>
                    <a:pt x="4094093" y="2304944"/>
                  </a:lnTo>
                  <a:lnTo>
                    <a:pt x="4160257" y="2334531"/>
                  </a:lnTo>
                  <a:lnTo>
                    <a:pt x="4232565" y="2361255"/>
                  </a:lnTo>
                  <a:lnTo>
                    <a:pt x="4311495" y="2385435"/>
                  </a:lnTo>
                  <a:lnTo>
                    <a:pt x="4397206" y="2407324"/>
                  </a:lnTo>
                  <a:lnTo>
                    <a:pt x="4489386" y="2427099"/>
                  </a:lnTo>
                  <a:lnTo>
                    <a:pt x="4587078" y="2444866"/>
                  </a:lnTo>
                  <a:lnTo>
                    <a:pt x="4688520" y="2460660"/>
                  </a:lnTo>
                  <a:lnTo>
                    <a:pt x="4791055" y="2474465"/>
                  </a:lnTo>
                  <a:lnTo>
                    <a:pt x="4891188" y="2486237"/>
                  </a:lnTo>
                  <a:lnTo>
                    <a:pt x="4984851" y="2495940"/>
                  </a:lnTo>
                  <a:lnTo>
                    <a:pt x="5067903" y="2503582"/>
                  </a:lnTo>
                  <a:lnTo>
                    <a:pt x="5136803" y="2509251"/>
                  </a:lnTo>
                  <a:lnTo>
                    <a:pt x="5189295" y="2513137"/>
                  </a:lnTo>
                  <a:lnTo>
                    <a:pt x="5224916" y="2515519"/>
                  </a:lnTo>
                  <a:lnTo>
                    <a:pt x="5245191" y="2516750"/>
                  </a:lnTo>
                  <a:lnTo>
                    <a:pt x="5253527" y="2517210"/>
                  </a:lnTo>
                  <a:lnTo>
                    <a:pt x="5254955" y="2517283"/>
                  </a:lnTo>
                  <a:lnTo>
                    <a:pt x="6726343" y="2517283"/>
                  </a:lnTo>
                  <a:lnTo>
                    <a:pt x="6727522" y="2517230"/>
                  </a:lnTo>
                  <a:lnTo>
                    <a:pt x="6735271" y="2516851"/>
                  </a:lnTo>
                  <a:lnTo>
                    <a:pt x="6754783" y="2515805"/>
                  </a:lnTo>
                  <a:lnTo>
                    <a:pt x="6789615" y="2513746"/>
                  </a:lnTo>
                  <a:lnTo>
                    <a:pt x="6841426" y="2510355"/>
                  </a:lnTo>
                  <a:lnTo>
                    <a:pt x="6909852" y="2505376"/>
                  </a:lnTo>
                  <a:lnTo>
                    <a:pt x="6992687" y="2498636"/>
                  </a:lnTo>
                  <a:lnTo>
                    <a:pt x="7086389" y="2490050"/>
                  </a:lnTo>
                  <a:lnTo>
                    <a:pt x="7186778" y="2479608"/>
                  </a:lnTo>
                  <a:lnTo>
                    <a:pt x="7289721" y="2467343"/>
                  </a:lnTo>
                  <a:lnTo>
                    <a:pt x="7391657" y="2453294"/>
                  </a:lnTo>
                  <a:lnTo>
                    <a:pt x="7489869" y="2437477"/>
                  </a:lnTo>
                  <a:lnTo>
                    <a:pt x="7582552" y="2419861"/>
                  </a:lnTo>
                  <a:lnTo>
                    <a:pt x="7668724" y="2400352"/>
                  </a:lnTo>
                  <a:lnTo>
                    <a:pt x="7748058" y="2378793"/>
                  </a:lnTo>
                  <a:lnTo>
                    <a:pt x="7820713" y="2354956"/>
                  </a:lnTo>
                  <a:lnTo>
                    <a:pt x="7887169" y="2328553"/>
                  </a:lnTo>
                  <a:lnTo>
                    <a:pt x="7948104" y="2299245"/>
                  </a:lnTo>
                  <a:lnTo>
                    <a:pt x="8004299" y="2266658"/>
                  </a:lnTo>
                  <a:lnTo>
                    <a:pt x="8056565" y="2230417"/>
                  </a:lnTo>
                  <a:lnTo>
                    <a:pt x="8105695" y="2190201"/>
                  </a:lnTo>
                  <a:lnTo>
                    <a:pt x="8151487" y="2146774"/>
                  </a:lnTo>
                  <a:lnTo>
                    <a:pt x="8192758" y="2102524"/>
                  </a:lnTo>
                  <a:lnTo>
                    <a:pt x="8232918" y="2054708"/>
                  </a:lnTo>
                  <a:lnTo>
                    <a:pt x="8272298" y="2003254"/>
                  </a:lnTo>
                  <a:lnTo>
                    <a:pt x="8311161" y="1948164"/>
                  </a:lnTo>
                  <a:lnTo>
                    <a:pt x="8349708" y="1889520"/>
                  </a:lnTo>
                  <a:lnTo>
                    <a:pt x="8388092" y="1827490"/>
                  </a:lnTo>
                  <a:lnTo>
                    <a:pt x="8426422" y="1762333"/>
                  </a:lnTo>
                  <a:lnTo>
                    <a:pt x="8464766" y="1694400"/>
                  </a:lnTo>
                  <a:lnTo>
                    <a:pt x="8503164" y="1624126"/>
                  </a:lnTo>
                  <a:lnTo>
                    <a:pt x="8541625" y="1552024"/>
                  </a:lnTo>
                  <a:lnTo>
                    <a:pt x="8580140" y="1478669"/>
                  </a:lnTo>
                  <a:lnTo>
                    <a:pt x="8618685" y="1404682"/>
                  </a:lnTo>
                  <a:lnTo>
                    <a:pt x="8657230" y="1330704"/>
                  </a:lnTo>
                  <a:lnTo>
                    <a:pt x="8695744" y="1257377"/>
                  </a:lnTo>
                  <a:lnTo>
                    <a:pt x="8734203" y="1185321"/>
                  </a:lnTo>
                  <a:lnTo>
                    <a:pt x="8772598" y="1115107"/>
                  </a:lnTo>
                  <a:lnTo>
                    <a:pt x="8810942" y="1047249"/>
                  </a:lnTo>
                  <a:lnTo>
                    <a:pt x="8849272" y="982178"/>
                  </a:lnTo>
                  <a:lnTo>
                    <a:pt x="8887659" y="920243"/>
                  </a:lnTo>
                  <a:lnTo>
                    <a:pt x="8926213" y="861700"/>
                  </a:lnTo>
                  <a:lnTo>
                    <a:pt x="8965088" y="806715"/>
                  </a:lnTo>
                  <a:lnTo>
                    <a:pt x="9004486" y="755367"/>
                  </a:lnTo>
                  <a:lnTo>
                    <a:pt x="9044673" y="707655"/>
                  </a:lnTo>
                  <a:lnTo>
                    <a:pt x="9084767" y="664737"/>
                  </a:lnTo>
                  <a:lnTo>
                    <a:pt x="9131526" y="620454"/>
                  </a:lnTo>
                  <a:lnTo>
                    <a:pt x="9180713" y="580322"/>
                  </a:lnTo>
                  <a:lnTo>
                    <a:pt x="9233050" y="544158"/>
                  </a:lnTo>
                  <a:lnTo>
                    <a:pt x="9289332" y="511641"/>
                  </a:lnTo>
                  <a:lnTo>
                    <a:pt x="9350372" y="482395"/>
                  </a:lnTo>
                  <a:lnTo>
                    <a:pt x="9416948" y="456048"/>
                  </a:lnTo>
                  <a:lnTo>
                    <a:pt x="9489734" y="432260"/>
                  </a:lnTo>
                  <a:lnTo>
                    <a:pt x="9569206" y="410744"/>
                  </a:lnTo>
                  <a:lnTo>
                    <a:pt x="9655514" y="391275"/>
                  </a:lnTo>
                  <a:lnTo>
                    <a:pt x="9748322" y="373695"/>
                  </a:lnTo>
                  <a:lnTo>
                    <a:pt x="9846630" y="357914"/>
                  </a:lnTo>
                  <a:lnTo>
                    <a:pt x="9948616" y="343901"/>
                  </a:lnTo>
                  <a:lnTo>
                    <a:pt x="10051546" y="331673"/>
                  </a:lnTo>
                  <a:lnTo>
                    <a:pt x="10151842" y="321268"/>
                  </a:lnTo>
                  <a:lnTo>
                    <a:pt x="10245364" y="312720"/>
                  </a:lnTo>
                  <a:lnTo>
                    <a:pt x="10327939" y="306016"/>
                  </a:lnTo>
                  <a:lnTo>
                    <a:pt x="10396045" y="301071"/>
                  </a:lnTo>
                  <a:lnTo>
                    <a:pt x="10447510" y="297711"/>
                  </a:lnTo>
                  <a:lnTo>
                    <a:pt x="10482008" y="295675"/>
                  </a:lnTo>
                  <a:lnTo>
                    <a:pt x="10501241" y="294646"/>
                  </a:lnTo>
                  <a:lnTo>
                    <a:pt x="10508800" y="294277"/>
                  </a:lnTo>
                  <a:lnTo>
                    <a:pt x="10509911" y="294227"/>
                  </a:lnTo>
                  <a:lnTo>
                    <a:pt x="11981298" y="294227"/>
                  </a:lnTo>
                  <a:lnTo>
                    <a:pt x="11981298" y="277881"/>
                  </a:lnTo>
                  <a:lnTo>
                    <a:pt x="10509911" y="277881"/>
                  </a:lnTo>
                  <a:lnTo>
                    <a:pt x="10508731" y="277935"/>
                  </a:lnTo>
                  <a:lnTo>
                    <a:pt x="10500982" y="278313"/>
                  </a:lnTo>
                  <a:lnTo>
                    <a:pt x="10481471" y="279359"/>
                  </a:lnTo>
                  <a:lnTo>
                    <a:pt x="10446638" y="281419"/>
                  </a:lnTo>
                  <a:lnTo>
                    <a:pt x="10394827" y="284809"/>
                  </a:lnTo>
                  <a:lnTo>
                    <a:pt x="10326401" y="289788"/>
                  </a:lnTo>
                  <a:lnTo>
                    <a:pt x="10243567" y="296529"/>
                  </a:lnTo>
                  <a:lnTo>
                    <a:pt x="10149864" y="305114"/>
                  </a:lnTo>
                  <a:lnTo>
                    <a:pt x="10049476" y="315556"/>
                  </a:lnTo>
                  <a:lnTo>
                    <a:pt x="9946532" y="327821"/>
                  </a:lnTo>
                  <a:lnTo>
                    <a:pt x="9844597" y="341870"/>
                  </a:lnTo>
                  <a:lnTo>
                    <a:pt x="9746384" y="357687"/>
                  </a:lnTo>
                  <a:lnTo>
                    <a:pt x="9653701" y="375304"/>
                  </a:lnTo>
                  <a:lnTo>
                    <a:pt x="9567530" y="394812"/>
                  </a:lnTo>
                  <a:lnTo>
                    <a:pt x="9488195" y="416372"/>
                  </a:lnTo>
                  <a:lnTo>
                    <a:pt x="9415541" y="440209"/>
                  </a:lnTo>
                  <a:lnTo>
                    <a:pt x="9349084" y="466611"/>
                  </a:lnTo>
                  <a:lnTo>
                    <a:pt x="9288149" y="495919"/>
                  </a:lnTo>
                  <a:lnTo>
                    <a:pt x="9231955" y="528507"/>
                  </a:lnTo>
                  <a:lnTo>
                    <a:pt x="9179689" y="564748"/>
                  </a:lnTo>
                  <a:lnTo>
                    <a:pt x="9130558" y="604963"/>
                  </a:lnTo>
                  <a:lnTo>
                    <a:pt x="9084767" y="648391"/>
                  </a:lnTo>
                  <a:lnTo>
                    <a:pt x="9043495" y="692640"/>
                  </a:lnTo>
                  <a:lnTo>
                    <a:pt x="9003335" y="740457"/>
                  </a:lnTo>
                  <a:lnTo>
                    <a:pt x="8963955" y="791911"/>
                  </a:lnTo>
                  <a:lnTo>
                    <a:pt x="8925093" y="847001"/>
                  </a:lnTo>
                  <a:lnTo>
                    <a:pt x="8886545" y="905645"/>
                  </a:lnTo>
                  <a:lnTo>
                    <a:pt x="8848161" y="967675"/>
                  </a:lnTo>
                  <a:lnTo>
                    <a:pt x="8809832" y="1032831"/>
                  </a:lnTo>
                  <a:lnTo>
                    <a:pt x="8771487" y="1100765"/>
                  </a:lnTo>
                  <a:lnTo>
                    <a:pt x="8733090" y="1171039"/>
                  </a:lnTo>
                  <a:lnTo>
                    <a:pt x="8694629" y="1243140"/>
                  </a:lnTo>
                  <a:lnTo>
                    <a:pt x="8656114" y="1316495"/>
                  </a:lnTo>
                  <a:lnTo>
                    <a:pt x="8617568" y="1390482"/>
                  </a:lnTo>
                  <a:lnTo>
                    <a:pt x="8579023" y="1464460"/>
                  </a:lnTo>
                  <a:lnTo>
                    <a:pt x="8540510" y="1537787"/>
                  </a:lnTo>
                  <a:lnTo>
                    <a:pt x="8502050" y="1609844"/>
                  </a:lnTo>
                  <a:lnTo>
                    <a:pt x="8463655" y="1680057"/>
                  </a:lnTo>
                  <a:lnTo>
                    <a:pt x="8425311" y="1747916"/>
                  </a:lnTo>
                  <a:lnTo>
                    <a:pt x="8386981" y="1812986"/>
                  </a:lnTo>
                  <a:lnTo>
                    <a:pt x="8348594" y="1874921"/>
                  </a:lnTo>
                  <a:lnTo>
                    <a:pt x="8310040" y="1933464"/>
                  </a:lnTo>
                  <a:lnTo>
                    <a:pt x="8271166" y="1988449"/>
                  </a:lnTo>
                  <a:lnTo>
                    <a:pt x="8231767" y="2039798"/>
                  </a:lnTo>
                  <a:lnTo>
                    <a:pt x="8191580" y="2087510"/>
                  </a:lnTo>
                  <a:lnTo>
                    <a:pt x="8151487" y="2130428"/>
                  </a:lnTo>
                  <a:lnTo>
                    <a:pt x="8104727" y="2174710"/>
                  </a:lnTo>
                  <a:lnTo>
                    <a:pt x="8055541" y="2214843"/>
                  </a:lnTo>
                  <a:lnTo>
                    <a:pt x="8003203" y="2251006"/>
                  </a:lnTo>
                  <a:lnTo>
                    <a:pt x="7946921" y="2283524"/>
                  </a:lnTo>
                  <a:lnTo>
                    <a:pt x="7885881" y="2312769"/>
                  </a:lnTo>
                  <a:lnTo>
                    <a:pt x="7819306" y="2339116"/>
                  </a:lnTo>
                  <a:lnTo>
                    <a:pt x="7746520" y="2362905"/>
                  </a:lnTo>
                  <a:lnTo>
                    <a:pt x="7667047" y="2384421"/>
                  </a:lnTo>
                  <a:lnTo>
                    <a:pt x="7580739" y="2403889"/>
                  </a:lnTo>
                  <a:lnTo>
                    <a:pt x="7487931" y="2421469"/>
                  </a:lnTo>
                  <a:lnTo>
                    <a:pt x="7389623" y="2437250"/>
                  </a:lnTo>
                  <a:lnTo>
                    <a:pt x="7287637" y="2451263"/>
                  </a:lnTo>
                  <a:lnTo>
                    <a:pt x="7184707" y="2463492"/>
                  </a:lnTo>
                  <a:lnTo>
                    <a:pt x="7084412" y="2473896"/>
                  </a:lnTo>
                  <a:lnTo>
                    <a:pt x="6990889" y="2482444"/>
                  </a:lnTo>
                  <a:lnTo>
                    <a:pt x="6908314" y="2489148"/>
                  </a:lnTo>
                  <a:lnTo>
                    <a:pt x="6840208" y="2494093"/>
                  </a:lnTo>
                  <a:lnTo>
                    <a:pt x="6788744" y="2497454"/>
                  </a:lnTo>
                  <a:lnTo>
                    <a:pt x="6754245" y="2499489"/>
                  </a:lnTo>
                  <a:lnTo>
                    <a:pt x="6735012" y="2500519"/>
                  </a:lnTo>
                  <a:lnTo>
                    <a:pt x="6727453" y="2500887"/>
                  </a:lnTo>
                  <a:lnTo>
                    <a:pt x="6726343" y="2500937"/>
                  </a:lnTo>
                  <a:lnTo>
                    <a:pt x="5254955" y="2500937"/>
                  </a:lnTo>
                  <a:lnTo>
                    <a:pt x="5253790" y="2500878"/>
                  </a:lnTo>
                  <a:lnTo>
                    <a:pt x="5246134" y="2500458"/>
                  </a:lnTo>
                  <a:lnTo>
                    <a:pt x="5226847" y="2499295"/>
                  </a:lnTo>
                  <a:lnTo>
                    <a:pt x="5192400" y="2497007"/>
                  </a:lnTo>
                  <a:lnTo>
                    <a:pt x="5141123" y="2493240"/>
                  </a:lnTo>
                  <a:lnTo>
                    <a:pt x="5073342" y="2487705"/>
                  </a:lnTo>
                  <a:lnTo>
                    <a:pt x="4991197" y="2480209"/>
                  </a:lnTo>
                  <a:lnTo>
                    <a:pt x="4898159" y="2470655"/>
                  </a:lnTo>
                  <a:lnTo>
                    <a:pt x="4798350" y="2459030"/>
                  </a:lnTo>
                  <a:lnTo>
                    <a:pt x="4695861" y="2445369"/>
                  </a:lnTo>
                  <a:lnTo>
                    <a:pt x="4594242" y="2429716"/>
                  </a:lnTo>
                  <a:lnTo>
                    <a:pt x="4496213" y="2412091"/>
                  </a:lnTo>
                  <a:lnTo>
                    <a:pt x="4403597" y="2392462"/>
                  </a:lnTo>
                  <a:lnTo>
                    <a:pt x="4317406" y="2370729"/>
                  </a:lnTo>
                  <a:lnTo>
                    <a:pt x="4237992" y="2346721"/>
                  </a:lnTo>
                  <a:lnTo>
                    <a:pt x="4165222" y="2320190"/>
                  </a:lnTo>
                  <a:lnTo>
                    <a:pt x="4098639" y="2290820"/>
                  </a:lnTo>
                  <a:lnTo>
                    <a:pt x="4037583" y="2258236"/>
                  </a:lnTo>
                  <a:lnTo>
                    <a:pt x="3981288" y="2222026"/>
                  </a:lnTo>
                  <a:lnTo>
                    <a:pt x="3928952" y="2181771"/>
                  </a:lnTo>
                  <a:lnTo>
                    <a:pt x="3879789" y="2137108"/>
                  </a:lnTo>
                  <a:lnTo>
                    <a:pt x="3833078" y="2087820"/>
                  </a:lnTo>
                  <a:lnTo>
                    <a:pt x="3829811" y="2084114"/>
                  </a:lnTo>
                  <a:lnTo>
                    <a:pt x="3790272" y="2036535"/>
                  </a:lnTo>
                  <a:lnTo>
                    <a:pt x="3751767" y="1985281"/>
                  </a:lnTo>
                  <a:lnTo>
                    <a:pt x="3713998" y="1930280"/>
                  </a:lnTo>
                  <a:lnTo>
                    <a:pt x="3676732" y="1871524"/>
                  </a:lnTo>
                  <a:lnTo>
                    <a:pt x="3639782" y="1809082"/>
                  </a:lnTo>
                  <a:lnTo>
                    <a:pt x="3603007" y="1743103"/>
                  </a:lnTo>
                  <a:lnTo>
                    <a:pt x="3566304" y="1673822"/>
                  </a:lnTo>
                  <a:lnTo>
                    <a:pt x="3529603" y="1601559"/>
                  </a:lnTo>
                  <a:lnTo>
                    <a:pt x="3492862" y="1526720"/>
                  </a:lnTo>
                  <a:lnTo>
                    <a:pt x="3456064" y="1449784"/>
                  </a:lnTo>
                  <a:lnTo>
                    <a:pt x="3419210" y="1371296"/>
                  </a:lnTo>
                  <a:lnTo>
                    <a:pt x="3382317" y="1291852"/>
                  </a:lnTo>
                  <a:lnTo>
                    <a:pt x="3345410" y="1212077"/>
                  </a:lnTo>
                  <a:lnTo>
                    <a:pt x="3308516" y="1132609"/>
                  </a:lnTo>
                  <a:lnTo>
                    <a:pt x="3271661" y="1054075"/>
                  </a:lnTo>
                  <a:lnTo>
                    <a:pt x="3234861" y="977070"/>
                  </a:lnTo>
                  <a:lnTo>
                    <a:pt x="3198118" y="902143"/>
                  </a:lnTo>
                  <a:lnTo>
                    <a:pt x="3161416" y="829776"/>
                  </a:lnTo>
                  <a:lnTo>
                    <a:pt x="3124714" y="760377"/>
                  </a:lnTo>
                  <a:lnTo>
                    <a:pt x="3087944" y="694269"/>
                  </a:lnTo>
                  <a:lnTo>
                    <a:pt x="3051002" y="631691"/>
                  </a:lnTo>
                  <a:lnTo>
                    <a:pt x="3013751" y="572795"/>
                  </a:lnTo>
                  <a:lnTo>
                    <a:pt x="2976005" y="517652"/>
                  </a:lnTo>
                  <a:lnTo>
                    <a:pt x="2937532" y="466259"/>
                  </a:lnTo>
                  <a:lnTo>
                    <a:pt x="2898038" y="418544"/>
                  </a:lnTo>
                  <a:lnTo>
                    <a:pt x="2896531" y="416822"/>
                  </a:lnTo>
                  <a:lnTo>
                    <a:pt x="2849970" y="367202"/>
                  </a:lnTo>
                  <a:lnTo>
                    <a:pt x="2801006" y="322213"/>
                  </a:lnTo>
                  <a:lnTo>
                    <a:pt x="2748923" y="281653"/>
                  </a:lnTo>
                  <a:lnTo>
                    <a:pt x="2692939" y="245167"/>
                  </a:lnTo>
                  <a:lnTo>
                    <a:pt x="2632249" y="212338"/>
                  </a:lnTo>
                  <a:lnTo>
                    <a:pt x="2566085" y="182751"/>
                  </a:lnTo>
                  <a:lnTo>
                    <a:pt x="2493777" y="156028"/>
                  </a:lnTo>
                  <a:lnTo>
                    <a:pt x="2414847" y="131848"/>
                  </a:lnTo>
                  <a:lnTo>
                    <a:pt x="2329136" y="109959"/>
                  </a:lnTo>
                  <a:lnTo>
                    <a:pt x="2236956" y="90183"/>
                  </a:lnTo>
                  <a:lnTo>
                    <a:pt x="2139264" y="72416"/>
                  </a:lnTo>
                  <a:lnTo>
                    <a:pt x="2037822" y="56622"/>
                  </a:lnTo>
                  <a:lnTo>
                    <a:pt x="1935287" y="42817"/>
                  </a:lnTo>
                  <a:lnTo>
                    <a:pt x="1835154" y="31045"/>
                  </a:lnTo>
                  <a:lnTo>
                    <a:pt x="1741491" y="21343"/>
                  </a:lnTo>
                  <a:lnTo>
                    <a:pt x="1658439" y="13701"/>
                  </a:lnTo>
                  <a:lnTo>
                    <a:pt x="1589539" y="8031"/>
                  </a:lnTo>
                  <a:lnTo>
                    <a:pt x="1537047" y="4146"/>
                  </a:lnTo>
                  <a:lnTo>
                    <a:pt x="1501426" y="1763"/>
                  </a:lnTo>
                  <a:lnTo>
                    <a:pt x="1481151" y="533"/>
                  </a:lnTo>
                  <a:lnTo>
                    <a:pt x="1472815" y="72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495" name="pl495"/>
            <p:cNvSpPr/>
            <p:nvPr/>
          </p:nvSpPr>
          <p:spPr>
            <a:xfrm>
              <a:off x="4799595" y="5241306"/>
              <a:ext cx="11981298" cy="2500937"/>
            </a:xfrm>
            <a:custGeom>
              <a:avLst/>
              <a:pathLst>
                <a:path w="11981298" h="2500937">
                  <a:moveTo>
                    <a:pt x="0" y="0"/>
                  </a:moveTo>
                  <a:lnTo>
                    <a:pt x="1471387" y="0"/>
                  </a:lnTo>
                  <a:lnTo>
                    <a:pt x="1472552" y="58"/>
                  </a:lnTo>
                  <a:lnTo>
                    <a:pt x="1480209" y="479"/>
                  </a:lnTo>
                  <a:lnTo>
                    <a:pt x="1499495" y="1641"/>
                  </a:lnTo>
                  <a:lnTo>
                    <a:pt x="1533942" y="3929"/>
                  </a:lnTo>
                  <a:lnTo>
                    <a:pt x="1585219" y="7696"/>
                  </a:lnTo>
                  <a:lnTo>
                    <a:pt x="1653000" y="13231"/>
                  </a:lnTo>
                  <a:lnTo>
                    <a:pt x="1735145" y="20728"/>
                  </a:lnTo>
                  <a:lnTo>
                    <a:pt x="1828183" y="30281"/>
                  </a:lnTo>
                  <a:lnTo>
                    <a:pt x="1927992" y="41906"/>
                  </a:lnTo>
                  <a:lnTo>
                    <a:pt x="2030481" y="55567"/>
                  </a:lnTo>
                  <a:lnTo>
                    <a:pt x="2132100" y="71220"/>
                  </a:lnTo>
                  <a:lnTo>
                    <a:pt x="2230129" y="88845"/>
                  </a:lnTo>
                  <a:lnTo>
                    <a:pt x="2322745" y="108475"/>
                  </a:lnTo>
                  <a:lnTo>
                    <a:pt x="2408936" y="130207"/>
                  </a:lnTo>
                  <a:lnTo>
                    <a:pt x="2488350" y="154216"/>
                  </a:lnTo>
                  <a:lnTo>
                    <a:pt x="2561120" y="180747"/>
                  </a:lnTo>
                  <a:lnTo>
                    <a:pt x="2627703" y="210117"/>
                  </a:lnTo>
                  <a:lnTo>
                    <a:pt x="2688760" y="242700"/>
                  </a:lnTo>
                  <a:lnTo>
                    <a:pt x="2745055" y="278910"/>
                  </a:lnTo>
                  <a:lnTo>
                    <a:pt x="2797390" y="319165"/>
                  </a:lnTo>
                  <a:lnTo>
                    <a:pt x="2846553" y="363829"/>
                  </a:lnTo>
                  <a:lnTo>
                    <a:pt x="2893264" y="413116"/>
                  </a:lnTo>
                  <a:lnTo>
                    <a:pt x="2896531" y="416822"/>
                  </a:lnTo>
                  <a:lnTo>
                    <a:pt x="2936070" y="464402"/>
                  </a:lnTo>
                  <a:lnTo>
                    <a:pt x="2974576" y="515655"/>
                  </a:lnTo>
                  <a:lnTo>
                    <a:pt x="3012344" y="570657"/>
                  </a:lnTo>
                  <a:lnTo>
                    <a:pt x="3049611" y="629412"/>
                  </a:lnTo>
                  <a:lnTo>
                    <a:pt x="3086561" y="691855"/>
                  </a:lnTo>
                  <a:lnTo>
                    <a:pt x="3123335" y="757834"/>
                  </a:lnTo>
                  <a:lnTo>
                    <a:pt x="3160038" y="827115"/>
                  </a:lnTo>
                  <a:lnTo>
                    <a:pt x="3196739" y="899377"/>
                  </a:lnTo>
                  <a:lnTo>
                    <a:pt x="3233480" y="974217"/>
                  </a:lnTo>
                  <a:lnTo>
                    <a:pt x="3270278" y="1051153"/>
                  </a:lnTo>
                  <a:lnTo>
                    <a:pt x="3307132" y="1129640"/>
                  </a:lnTo>
                  <a:lnTo>
                    <a:pt x="3344025" y="1209084"/>
                  </a:lnTo>
                  <a:lnTo>
                    <a:pt x="3380932" y="1288859"/>
                  </a:lnTo>
                  <a:lnTo>
                    <a:pt x="3417826" y="1368327"/>
                  </a:lnTo>
                  <a:lnTo>
                    <a:pt x="3454681" y="1446862"/>
                  </a:lnTo>
                  <a:lnTo>
                    <a:pt x="3491482" y="1523866"/>
                  </a:lnTo>
                  <a:lnTo>
                    <a:pt x="3528224" y="1598793"/>
                  </a:lnTo>
                  <a:lnTo>
                    <a:pt x="3564926" y="1671160"/>
                  </a:lnTo>
                  <a:lnTo>
                    <a:pt x="3601628" y="1740560"/>
                  </a:lnTo>
                  <a:lnTo>
                    <a:pt x="3638399" y="1806667"/>
                  </a:lnTo>
                  <a:lnTo>
                    <a:pt x="3675340" y="1869246"/>
                  </a:lnTo>
                  <a:lnTo>
                    <a:pt x="3712591" y="1928142"/>
                  </a:lnTo>
                  <a:lnTo>
                    <a:pt x="3750337" y="1983284"/>
                  </a:lnTo>
                  <a:lnTo>
                    <a:pt x="3788810" y="2034678"/>
                  </a:lnTo>
                  <a:lnTo>
                    <a:pt x="3828304" y="2082393"/>
                  </a:lnTo>
                  <a:lnTo>
                    <a:pt x="3829811" y="2084114"/>
                  </a:lnTo>
                  <a:lnTo>
                    <a:pt x="3876372" y="2133734"/>
                  </a:lnTo>
                  <a:lnTo>
                    <a:pt x="3925336" y="2178724"/>
                  </a:lnTo>
                  <a:lnTo>
                    <a:pt x="3977419" y="2219283"/>
                  </a:lnTo>
                  <a:lnTo>
                    <a:pt x="4033403" y="2255769"/>
                  </a:lnTo>
                  <a:lnTo>
                    <a:pt x="4094093" y="2288598"/>
                  </a:lnTo>
                  <a:lnTo>
                    <a:pt x="4160257" y="2318185"/>
                  </a:lnTo>
                  <a:lnTo>
                    <a:pt x="4232565" y="2344909"/>
                  </a:lnTo>
                  <a:lnTo>
                    <a:pt x="4311495" y="2369089"/>
                  </a:lnTo>
                  <a:lnTo>
                    <a:pt x="4397206" y="2390978"/>
                  </a:lnTo>
                  <a:lnTo>
                    <a:pt x="4489386" y="2410753"/>
                  </a:lnTo>
                  <a:lnTo>
                    <a:pt x="4587078" y="2428520"/>
                  </a:lnTo>
                  <a:lnTo>
                    <a:pt x="4688520" y="2444314"/>
                  </a:lnTo>
                  <a:lnTo>
                    <a:pt x="4791055" y="2458119"/>
                  </a:lnTo>
                  <a:lnTo>
                    <a:pt x="4891188" y="2469891"/>
                  </a:lnTo>
                  <a:lnTo>
                    <a:pt x="4984851" y="2479594"/>
                  </a:lnTo>
                  <a:lnTo>
                    <a:pt x="5067903" y="2487236"/>
                  </a:lnTo>
                  <a:lnTo>
                    <a:pt x="5136803" y="2492905"/>
                  </a:lnTo>
                  <a:lnTo>
                    <a:pt x="5189295" y="2496791"/>
                  </a:lnTo>
                  <a:lnTo>
                    <a:pt x="5224916" y="2499173"/>
                  </a:lnTo>
                  <a:lnTo>
                    <a:pt x="5245191" y="2500404"/>
                  </a:lnTo>
                  <a:lnTo>
                    <a:pt x="5253527" y="2500864"/>
                  </a:lnTo>
                  <a:lnTo>
                    <a:pt x="5254955" y="2500937"/>
                  </a:lnTo>
                  <a:lnTo>
                    <a:pt x="5254955" y="2500937"/>
                  </a:lnTo>
                  <a:lnTo>
                    <a:pt x="6726343" y="2500937"/>
                  </a:lnTo>
                  <a:lnTo>
                    <a:pt x="6727522" y="2500884"/>
                  </a:lnTo>
                  <a:lnTo>
                    <a:pt x="6735271" y="2500505"/>
                  </a:lnTo>
                  <a:lnTo>
                    <a:pt x="6754783" y="2499459"/>
                  </a:lnTo>
                  <a:lnTo>
                    <a:pt x="6789615" y="2497400"/>
                  </a:lnTo>
                  <a:lnTo>
                    <a:pt x="6841426" y="2494009"/>
                  </a:lnTo>
                  <a:lnTo>
                    <a:pt x="6909852" y="2489030"/>
                  </a:lnTo>
                  <a:lnTo>
                    <a:pt x="6992687" y="2482290"/>
                  </a:lnTo>
                  <a:lnTo>
                    <a:pt x="7086389" y="2473704"/>
                  </a:lnTo>
                  <a:lnTo>
                    <a:pt x="7186778" y="2463262"/>
                  </a:lnTo>
                  <a:lnTo>
                    <a:pt x="7289721" y="2450997"/>
                  </a:lnTo>
                  <a:lnTo>
                    <a:pt x="7391657" y="2436948"/>
                  </a:lnTo>
                  <a:lnTo>
                    <a:pt x="7489869" y="2421131"/>
                  </a:lnTo>
                  <a:lnTo>
                    <a:pt x="7582552" y="2403515"/>
                  </a:lnTo>
                  <a:lnTo>
                    <a:pt x="7668724" y="2384006"/>
                  </a:lnTo>
                  <a:lnTo>
                    <a:pt x="7748058" y="2362447"/>
                  </a:lnTo>
                  <a:lnTo>
                    <a:pt x="7820713" y="2338610"/>
                  </a:lnTo>
                  <a:lnTo>
                    <a:pt x="7887169" y="2312207"/>
                  </a:lnTo>
                  <a:lnTo>
                    <a:pt x="7948104" y="2282899"/>
                  </a:lnTo>
                  <a:lnTo>
                    <a:pt x="8004299" y="2250312"/>
                  </a:lnTo>
                  <a:lnTo>
                    <a:pt x="8056565" y="2214071"/>
                  </a:lnTo>
                  <a:lnTo>
                    <a:pt x="8105695" y="2173855"/>
                  </a:lnTo>
                  <a:lnTo>
                    <a:pt x="8151487" y="2130428"/>
                  </a:lnTo>
                  <a:lnTo>
                    <a:pt x="8192758" y="2086178"/>
                  </a:lnTo>
                  <a:lnTo>
                    <a:pt x="8232918" y="2038362"/>
                  </a:lnTo>
                  <a:lnTo>
                    <a:pt x="8272298" y="1986908"/>
                  </a:lnTo>
                  <a:lnTo>
                    <a:pt x="8311161" y="1931818"/>
                  </a:lnTo>
                  <a:lnTo>
                    <a:pt x="8349708" y="1873174"/>
                  </a:lnTo>
                  <a:lnTo>
                    <a:pt x="8388092" y="1811144"/>
                  </a:lnTo>
                  <a:lnTo>
                    <a:pt x="8426422" y="1745987"/>
                  </a:lnTo>
                  <a:lnTo>
                    <a:pt x="8464766" y="1678054"/>
                  </a:lnTo>
                  <a:lnTo>
                    <a:pt x="8503164" y="1607780"/>
                  </a:lnTo>
                  <a:lnTo>
                    <a:pt x="8541625" y="1535678"/>
                  </a:lnTo>
                  <a:lnTo>
                    <a:pt x="8580140" y="1462323"/>
                  </a:lnTo>
                  <a:lnTo>
                    <a:pt x="8618685" y="1388336"/>
                  </a:lnTo>
                  <a:lnTo>
                    <a:pt x="8657230" y="1314358"/>
                  </a:lnTo>
                  <a:lnTo>
                    <a:pt x="8695744" y="1241031"/>
                  </a:lnTo>
                  <a:lnTo>
                    <a:pt x="8734203" y="1168975"/>
                  </a:lnTo>
                  <a:lnTo>
                    <a:pt x="8772598" y="1098761"/>
                  </a:lnTo>
                  <a:lnTo>
                    <a:pt x="8810942" y="1030903"/>
                  </a:lnTo>
                  <a:lnTo>
                    <a:pt x="8849272" y="965832"/>
                  </a:lnTo>
                  <a:lnTo>
                    <a:pt x="8887659" y="903897"/>
                  </a:lnTo>
                  <a:lnTo>
                    <a:pt x="8926213" y="845354"/>
                  </a:lnTo>
                  <a:lnTo>
                    <a:pt x="8965088" y="790369"/>
                  </a:lnTo>
                  <a:lnTo>
                    <a:pt x="9004486" y="739021"/>
                  </a:lnTo>
                  <a:lnTo>
                    <a:pt x="9044673" y="691309"/>
                  </a:lnTo>
                  <a:lnTo>
                    <a:pt x="9084767" y="648391"/>
                  </a:lnTo>
                  <a:lnTo>
                    <a:pt x="9131526" y="604108"/>
                  </a:lnTo>
                  <a:lnTo>
                    <a:pt x="9180713" y="563976"/>
                  </a:lnTo>
                  <a:lnTo>
                    <a:pt x="9233050" y="527812"/>
                  </a:lnTo>
                  <a:lnTo>
                    <a:pt x="9289332" y="495295"/>
                  </a:lnTo>
                  <a:lnTo>
                    <a:pt x="9350372" y="466049"/>
                  </a:lnTo>
                  <a:lnTo>
                    <a:pt x="9416948" y="439702"/>
                  </a:lnTo>
                  <a:lnTo>
                    <a:pt x="9489734" y="415914"/>
                  </a:lnTo>
                  <a:lnTo>
                    <a:pt x="9569206" y="394398"/>
                  </a:lnTo>
                  <a:lnTo>
                    <a:pt x="9655514" y="374929"/>
                  </a:lnTo>
                  <a:lnTo>
                    <a:pt x="9748322" y="357349"/>
                  </a:lnTo>
                  <a:lnTo>
                    <a:pt x="9846630" y="341568"/>
                  </a:lnTo>
                  <a:lnTo>
                    <a:pt x="9948616" y="327555"/>
                  </a:lnTo>
                  <a:lnTo>
                    <a:pt x="10051546" y="315327"/>
                  </a:lnTo>
                  <a:lnTo>
                    <a:pt x="10151842" y="304922"/>
                  </a:lnTo>
                  <a:lnTo>
                    <a:pt x="10245364" y="296374"/>
                  </a:lnTo>
                  <a:lnTo>
                    <a:pt x="10327939" y="289670"/>
                  </a:lnTo>
                  <a:lnTo>
                    <a:pt x="10396045" y="284725"/>
                  </a:lnTo>
                  <a:lnTo>
                    <a:pt x="10447510" y="281365"/>
                  </a:lnTo>
                  <a:lnTo>
                    <a:pt x="10482008" y="279329"/>
                  </a:lnTo>
                  <a:lnTo>
                    <a:pt x="10501241" y="278300"/>
                  </a:lnTo>
                  <a:lnTo>
                    <a:pt x="10508800" y="277931"/>
                  </a:lnTo>
                  <a:lnTo>
                    <a:pt x="10509911" y="277881"/>
                  </a:lnTo>
                  <a:lnTo>
                    <a:pt x="11981298" y="27788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96" name="pl496"/>
            <p:cNvSpPr/>
            <p:nvPr/>
          </p:nvSpPr>
          <p:spPr>
            <a:xfrm>
              <a:off x="4799595" y="5224960"/>
              <a:ext cx="11981298" cy="2500937"/>
            </a:xfrm>
            <a:custGeom>
              <a:avLst/>
              <a:pathLst>
                <a:path w="11981298" h="2500937">
                  <a:moveTo>
                    <a:pt x="11981298" y="277881"/>
                  </a:moveTo>
                  <a:lnTo>
                    <a:pt x="10509911" y="277881"/>
                  </a:lnTo>
                  <a:lnTo>
                    <a:pt x="10508731" y="277935"/>
                  </a:lnTo>
                  <a:lnTo>
                    <a:pt x="10500982" y="278313"/>
                  </a:lnTo>
                  <a:lnTo>
                    <a:pt x="10481471" y="279359"/>
                  </a:lnTo>
                  <a:lnTo>
                    <a:pt x="10446638" y="281419"/>
                  </a:lnTo>
                  <a:lnTo>
                    <a:pt x="10394827" y="284809"/>
                  </a:lnTo>
                  <a:lnTo>
                    <a:pt x="10326401" y="289788"/>
                  </a:lnTo>
                  <a:lnTo>
                    <a:pt x="10243567" y="296529"/>
                  </a:lnTo>
                  <a:lnTo>
                    <a:pt x="10149864" y="305114"/>
                  </a:lnTo>
                  <a:lnTo>
                    <a:pt x="10049476" y="315556"/>
                  </a:lnTo>
                  <a:lnTo>
                    <a:pt x="9946532" y="327821"/>
                  </a:lnTo>
                  <a:lnTo>
                    <a:pt x="9844597" y="341870"/>
                  </a:lnTo>
                  <a:lnTo>
                    <a:pt x="9746384" y="357687"/>
                  </a:lnTo>
                  <a:lnTo>
                    <a:pt x="9653701" y="375304"/>
                  </a:lnTo>
                  <a:lnTo>
                    <a:pt x="9567530" y="394812"/>
                  </a:lnTo>
                  <a:lnTo>
                    <a:pt x="9488195" y="416372"/>
                  </a:lnTo>
                  <a:lnTo>
                    <a:pt x="9415541" y="440209"/>
                  </a:lnTo>
                  <a:lnTo>
                    <a:pt x="9349084" y="466611"/>
                  </a:lnTo>
                  <a:lnTo>
                    <a:pt x="9288149" y="495919"/>
                  </a:lnTo>
                  <a:lnTo>
                    <a:pt x="9231955" y="528507"/>
                  </a:lnTo>
                  <a:lnTo>
                    <a:pt x="9179689" y="564748"/>
                  </a:lnTo>
                  <a:lnTo>
                    <a:pt x="9130558" y="604963"/>
                  </a:lnTo>
                  <a:lnTo>
                    <a:pt x="9084767" y="648391"/>
                  </a:lnTo>
                  <a:lnTo>
                    <a:pt x="9043495" y="692640"/>
                  </a:lnTo>
                  <a:lnTo>
                    <a:pt x="9003335" y="740457"/>
                  </a:lnTo>
                  <a:lnTo>
                    <a:pt x="8963955" y="791911"/>
                  </a:lnTo>
                  <a:lnTo>
                    <a:pt x="8925093" y="847001"/>
                  </a:lnTo>
                  <a:lnTo>
                    <a:pt x="8886545" y="905645"/>
                  </a:lnTo>
                  <a:lnTo>
                    <a:pt x="8848161" y="967675"/>
                  </a:lnTo>
                  <a:lnTo>
                    <a:pt x="8809832" y="1032831"/>
                  </a:lnTo>
                  <a:lnTo>
                    <a:pt x="8771487" y="1100765"/>
                  </a:lnTo>
                  <a:lnTo>
                    <a:pt x="8733090" y="1171039"/>
                  </a:lnTo>
                  <a:lnTo>
                    <a:pt x="8694629" y="1243140"/>
                  </a:lnTo>
                  <a:lnTo>
                    <a:pt x="8656114" y="1316495"/>
                  </a:lnTo>
                  <a:lnTo>
                    <a:pt x="8617568" y="1390482"/>
                  </a:lnTo>
                  <a:lnTo>
                    <a:pt x="8579023" y="1464460"/>
                  </a:lnTo>
                  <a:lnTo>
                    <a:pt x="8540510" y="1537787"/>
                  </a:lnTo>
                  <a:lnTo>
                    <a:pt x="8502050" y="1609844"/>
                  </a:lnTo>
                  <a:lnTo>
                    <a:pt x="8463655" y="1680057"/>
                  </a:lnTo>
                  <a:lnTo>
                    <a:pt x="8425311" y="1747916"/>
                  </a:lnTo>
                  <a:lnTo>
                    <a:pt x="8386981" y="1812986"/>
                  </a:lnTo>
                  <a:lnTo>
                    <a:pt x="8348594" y="1874921"/>
                  </a:lnTo>
                  <a:lnTo>
                    <a:pt x="8310040" y="1933464"/>
                  </a:lnTo>
                  <a:lnTo>
                    <a:pt x="8271166" y="1988449"/>
                  </a:lnTo>
                  <a:lnTo>
                    <a:pt x="8231767" y="2039798"/>
                  </a:lnTo>
                  <a:lnTo>
                    <a:pt x="8191580" y="2087510"/>
                  </a:lnTo>
                  <a:lnTo>
                    <a:pt x="8151487" y="2130428"/>
                  </a:lnTo>
                  <a:lnTo>
                    <a:pt x="8104727" y="2174710"/>
                  </a:lnTo>
                  <a:lnTo>
                    <a:pt x="8055541" y="2214843"/>
                  </a:lnTo>
                  <a:lnTo>
                    <a:pt x="8003203" y="2251006"/>
                  </a:lnTo>
                  <a:lnTo>
                    <a:pt x="7946921" y="2283524"/>
                  </a:lnTo>
                  <a:lnTo>
                    <a:pt x="7885881" y="2312769"/>
                  </a:lnTo>
                  <a:lnTo>
                    <a:pt x="7819306" y="2339116"/>
                  </a:lnTo>
                  <a:lnTo>
                    <a:pt x="7746520" y="2362905"/>
                  </a:lnTo>
                  <a:lnTo>
                    <a:pt x="7667047" y="2384421"/>
                  </a:lnTo>
                  <a:lnTo>
                    <a:pt x="7580739" y="2403889"/>
                  </a:lnTo>
                  <a:lnTo>
                    <a:pt x="7487931" y="2421469"/>
                  </a:lnTo>
                  <a:lnTo>
                    <a:pt x="7389623" y="2437250"/>
                  </a:lnTo>
                  <a:lnTo>
                    <a:pt x="7287637" y="2451263"/>
                  </a:lnTo>
                  <a:lnTo>
                    <a:pt x="7184707" y="2463492"/>
                  </a:lnTo>
                  <a:lnTo>
                    <a:pt x="7084412" y="2473896"/>
                  </a:lnTo>
                  <a:lnTo>
                    <a:pt x="6990889" y="2482444"/>
                  </a:lnTo>
                  <a:lnTo>
                    <a:pt x="6908314" y="2489148"/>
                  </a:lnTo>
                  <a:lnTo>
                    <a:pt x="6840208" y="2494093"/>
                  </a:lnTo>
                  <a:lnTo>
                    <a:pt x="6788744" y="2497454"/>
                  </a:lnTo>
                  <a:lnTo>
                    <a:pt x="6754245" y="2499489"/>
                  </a:lnTo>
                  <a:lnTo>
                    <a:pt x="6735012" y="2500519"/>
                  </a:lnTo>
                  <a:lnTo>
                    <a:pt x="6727453" y="2500887"/>
                  </a:lnTo>
                  <a:lnTo>
                    <a:pt x="6726343" y="2500937"/>
                  </a:lnTo>
                  <a:lnTo>
                    <a:pt x="5254955" y="2500937"/>
                  </a:lnTo>
                  <a:lnTo>
                    <a:pt x="5253790" y="2500878"/>
                  </a:lnTo>
                  <a:lnTo>
                    <a:pt x="5246134" y="2500458"/>
                  </a:lnTo>
                  <a:lnTo>
                    <a:pt x="5226847" y="2499295"/>
                  </a:lnTo>
                  <a:lnTo>
                    <a:pt x="5192400" y="2497007"/>
                  </a:lnTo>
                  <a:lnTo>
                    <a:pt x="5141123" y="2493240"/>
                  </a:lnTo>
                  <a:lnTo>
                    <a:pt x="5073342" y="2487705"/>
                  </a:lnTo>
                  <a:lnTo>
                    <a:pt x="4991197" y="2480209"/>
                  </a:lnTo>
                  <a:lnTo>
                    <a:pt x="4898159" y="2470655"/>
                  </a:lnTo>
                  <a:lnTo>
                    <a:pt x="4798350" y="2459030"/>
                  </a:lnTo>
                  <a:lnTo>
                    <a:pt x="4695861" y="2445369"/>
                  </a:lnTo>
                  <a:lnTo>
                    <a:pt x="4594242" y="2429716"/>
                  </a:lnTo>
                  <a:lnTo>
                    <a:pt x="4496213" y="2412091"/>
                  </a:lnTo>
                  <a:lnTo>
                    <a:pt x="4403597" y="2392462"/>
                  </a:lnTo>
                  <a:lnTo>
                    <a:pt x="4317406" y="2370729"/>
                  </a:lnTo>
                  <a:lnTo>
                    <a:pt x="4237992" y="2346721"/>
                  </a:lnTo>
                  <a:lnTo>
                    <a:pt x="4165222" y="2320190"/>
                  </a:lnTo>
                  <a:lnTo>
                    <a:pt x="4098639" y="2290820"/>
                  </a:lnTo>
                  <a:lnTo>
                    <a:pt x="4037583" y="2258236"/>
                  </a:lnTo>
                  <a:lnTo>
                    <a:pt x="3981288" y="2222026"/>
                  </a:lnTo>
                  <a:lnTo>
                    <a:pt x="3928952" y="2181771"/>
                  </a:lnTo>
                  <a:lnTo>
                    <a:pt x="3879789" y="2137108"/>
                  </a:lnTo>
                  <a:lnTo>
                    <a:pt x="3833078" y="2087820"/>
                  </a:lnTo>
                  <a:lnTo>
                    <a:pt x="3829811" y="2084114"/>
                  </a:lnTo>
                  <a:lnTo>
                    <a:pt x="3790272" y="2036535"/>
                  </a:lnTo>
                  <a:lnTo>
                    <a:pt x="3751767" y="1985281"/>
                  </a:lnTo>
                  <a:lnTo>
                    <a:pt x="3713998" y="1930280"/>
                  </a:lnTo>
                  <a:lnTo>
                    <a:pt x="3676732" y="1871524"/>
                  </a:lnTo>
                  <a:lnTo>
                    <a:pt x="3639782" y="1809082"/>
                  </a:lnTo>
                  <a:lnTo>
                    <a:pt x="3603007" y="1743103"/>
                  </a:lnTo>
                  <a:lnTo>
                    <a:pt x="3566304" y="1673822"/>
                  </a:lnTo>
                  <a:lnTo>
                    <a:pt x="3529603" y="1601559"/>
                  </a:lnTo>
                  <a:lnTo>
                    <a:pt x="3492862" y="1526720"/>
                  </a:lnTo>
                  <a:lnTo>
                    <a:pt x="3456064" y="1449784"/>
                  </a:lnTo>
                  <a:lnTo>
                    <a:pt x="3419210" y="1371296"/>
                  </a:lnTo>
                  <a:lnTo>
                    <a:pt x="3382317" y="1291852"/>
                  </a:lnTo>
                  <a:lnTo>
                    <a:pt x="3345410" y="1212077"/>
                  </a:lnTo>
                  <a:lnTo>
                    <a:pt x="3308516" y="1132609"/>
                  </a:lnTo>
                  <a:lnTo>
                    <a:pt x="3271661" y="1054075"/>
                  </a:lnTo>
                  <a:lnTo>
                    <a:pt x="3234861" y="977070"/>
                  </a:lnTo>
                  <a:lnTo>
                    <a:pt x="3198118" y="902143"/>
                  </a:lnTo>
                  <a:lnTo>
                    <a:pt x="3161416" y="829776"/>
                  </a:lnTo>
                  <a:lnTo>
                    <a:pt x="3124714" y="760377"/>
                  </a:lnTo>
                  <a:lnTo>
                    <a:pt x="3087944" y="694269"/>
                  </a:lnTo>
                  <a:lnTo>
                    <a:pt x="3051002" y="631691"/>
                  </a:lnTo>
                  <a:lnTo>
                    <a:pt x="3013751" y="572795"/>
                  </a:lnTo>
                  <a:lnTo>
                    <a:pt x="2976005" y="517652"/>
                  </a:lnTo>
                  <a:lnTo>
                    <a:pt x="2937532" y="466259"/>
                  </a:lnTo>
                  <a:lnTo>
                    <a:pt x="2898038" y="418544"/>
                  </a:lnTo>
                  <a:lnTo>
                    <a:pt x="2896531" y="416822"/>
                  </a:lnTo>
                  <a:lnTo>
                    <a:pt x="2849970" y="367202"/>
                  </a:lnTo>
                  <a:lnTo>
                    <a:pt x="2801006" y="322213"/>
                  </a:lnTo>
                  <a:lnTo>
                    <a:pt x="2748923" y="281653"/>
                  </a:lnTo>
                  <a:lnTo>
                    <a:pt x="2692939" y="245167"/>
                  </a:lnTo>
                  <a:lnTo>
                    <a:pt x="2632249" y="212338"/>
                  </a:lnTo>
                  <a:lnTo>
                    <a:pt x="2566085" y="182751"/>
                  </a:lnTo>
                  <a:lnTo>
                    <a:pt x="2493777" y="156028"/>
                  </a:lnTo>
                  <a:lnTo>
                    <a:pt x="2414847" y="131848"/>
                  </a:lnTo>
                  <a:lnTo>
                    <a:pt x="2329136" y="109959"/>
                  </a:lnTo>
                  <a:lnTo>
                    <a:pt x="2236956" y="90183"/>
                  </a:lnTo>
                  <a:lnTo>
                    <a:pt x="2139264" y="72416"/>
                  </a:lnTo>
                  <a:lnTo>
                    <a:pt x="2037822" y="56622"/>
                  </a:lnTo>
                  <a:lnTo>
                    <a:pt x="1935287" y="42817"/>
                  </a:lnTo>
                  <a:lnTo>
                    <a:pt x="1835154" y="31045"/>
                  </a:lnTo>
                  <a:lnTo>
                    <a:pt x="1741491" y="21343"/>
                  </a:lnTo>
                  <a:lnTo>
                    <a:pt x="1658439" y="13701"/>
                  </a:lnTo>
                  <a:lnTo>
                    <a:pt x="1589539" y="8031"/>
                  </a:lnTo>
                  <a:lnTo>
                    <a:pt x="1537047" y="4146"/>
                  </a:lnTo>
                  <a:lnTo>
                    <a:pt x="1501426" y="1763"/>
                  </a:lnTo>
                  <a:lnTo>
                    <a:pt x="1481151" y="533"/>
                  </a:lnTo>
                  <a:lnTo>
                    <a:pt x="1472815" y="72"/>
                  </a:lnTo>
                  <a:lnTo>
                    <a:pt x="1471388" y="0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97" name="pg497"/>
            <p:cNvSpPr/>
            <p:nvPr/>
          </p:nvSpPr>
          <p:spPr>
            <a:xfrm>
              <a:off x="4799595" y="5241306"/>
              <a:ext cx="11981298" cy="3775925"/>
            </a:xfrm>
            <a:custGeom>
              <a:avLst/>
              <a:pathLst>
                <a:path w="11981298" h="3775925">
                  <a:moveTo>
                    <a:pt x="0" y="24518"/>
                  </a:moveTo>
                  <a:lnTo>
                    <a:pt x="1471387" y="24518"/>
                  </a:lnTo>
                  <a:lnTo>
                    <a:pt x="1472547" y="24579"/>
                  </a:lnTo>
                  <a:lnTo>
                    <a:pt x="1480169" y="25014"/>
                  </a:lnTo>
                  <a:lnTo>
                    <a:pt x="1499370" y="26216"/>
                  </a:lnTo>
                  <a:lnTo>
                    <a:pt x="1533674" y="28583"/>
                  </a:lnTo>
                  <a:lnTo>
                    <a:pt x="1584751" y="32480"/>
                  </a:lnTo>
                  <a:lnTo>
                    <a:pt x="1652291" y="38206"/>
                  </a:lnTo>
                  <a:lnTo>
                    <a:pt x="1734177" y="45962"/>
                  </a:lnTo>
                  <a:lnTo>
                    <a:pt x="1826964" y="55850"/>
                  </a:lnTo>
                  <a:lnTo>
                    <a:pt x="1926555" y="67883"/>
                  </a:lnTo>
                  <a:lnTo>
                    <a:pt x="2028871" y="82027"/>
                  </a:lnTo>
                  <a:lnTo>
                    <a:pt x="2130370" y="98234"/>
                  </a:lnTo>
                  <a:lnTo>
                    <a:pt x="2228329" y="116484"/>
                  </a:lnTo>
                  <a:lnTo>
                    <a:pt x="2320917" y="136810"/>
                  </a:lnTo>
                  <a:lnTo>
                    <a:pt x="2407115" y="159312"/>
                  </a:lnTo>
                  <a:lnTo>
                    <a:pt x="2486558" y="184166"/>
                  </a:lnTo>
                  <a:lnTo>
                    <a:pt x="2559371" y="211627"/>
                  </a:lnTo>
                  <a:lnTo>
                    <a:pt x="2626002" y="242020"/>
                  </a:lnTo>
                  <a:lnTo>
                    <a:pt x="2687104" y="275731"/>
                  </a:lnTo>
                  <a:lnTo>
                    <a:pt x="2743437" y="313186"/>
                  </a:lnTo>
                  <a:lnTo>
                    <a:pt x="2795800" y="354820"/>
                  </a:lnTo>
                  <a:lnTo>
                    <a:pt x="2844975" y="401010"/>
                  </a:lnTo>
                  <a:lnTo>
                    <a:pt x="2891685" y="451987"/>
                  </a:lnTo>
                  <a:lnTo>
                    <a:pt x="2896531" y="457687"/>
                  </a:lnTo>
                  <a:lnTo>
                    <a:pt x="2935498" y="506380"/>
                  </a:lnTo>
                  <a:lnTo>
                    <a:pt x="2973458" y="558778"/>
                  </a:lnTo>
                  <a:lnTo>
                    <a:pt x="3010694" y="614957"/>
                  </a:lnTo>
                  <a:lnTo>
                    <a:pt x="3047434" y="674925"/>
                  </a:lnTo>
                  <a:lnTo>
                    <a:pt x="3083858" y="738619"/>
                  </a:lnTo>
                  <a:lnTo>
                    <a:pt x="3120103" y="805895"/>
                  </a:lnTo>
                  <a:lnTo>
                    <a:pt x="3156270" y="876528"/>
                  </a:lnTo>
                  <a:lnTo>
                    <a:pt x="3192431" y="950206"/>
                  </a:lnTo>
                  <a:lnTo>
                    <a:pt x="3228627" y="1026536"/>
                  </a:lnTo>
                  <a:lnTo>
                    <a:pt x="3264877" y="1105050"/>
                  </a:lnTo>
                  <a:lnTo>
                    <a:pt x="3301182" y="1185214"/>
                  </a:lnTo>
                  <a:lnTo>
                    <a:pt x="3337529" y="1266443"/>
                  </a:lnTo>
                  <a:lnTo>
                    <a:pt x="3373894" y="1348117"/>
                  </a:lnTo>
                  <a:lnTo>
                    <a:pt x="3410252" y="1429605"/>
                  </a:lnTo>
                  <a:lnTo>
                    <a:pt x="3446576" y="1510278"/>
                  </a:lnTo>
                  <a:lnTo>
                    <a:pt x="3482850" y="1589537"/>
                  </a:lnTo>
                  <a:lnTo>
                    <a:pt x="3519067" y="1666824"/>
                  </a:lnTo>
                  <a:lnTo>
                    <a:pt x="3555238" y="1741642"/>
                  </a:lnTo>
                  <a:lnTo>
                    <a:pt x="3591396" y="1813567"/>
                  </a:lnTo>
                  <a:lnTo>
                    <a:pt x="3627599" y="1882252"/>
                  </a:lnTo>
                  <a:lnTo>
                    <a:pt x="3663935" y="1947438"/>
                  </a:lnTo>
                  <a:lnTo>
                    <a:pt x="3700526" y="2008947"/>
                  </a:lnTo>
                  <a:lnTo>
                    <a:pt x="3737534" y="2066683"/>
                  </a:lnTo>
                  <a:lnTo>
                    <a:pt x="3775166" y="2120627"/>
                  </a:lnTo>
                  <a:lnTo>
                    <a:pt x="3813681" y="2170827"/>
                  </a:lnTo>
                  <a:lnTo>
                    <a:pt x="3829811" y="2190363"/>
                  </a:lnTo>
                  <a:lnTo>
                    <a:pt x="3876297" y="2241852"/>
                  </a:lnTo>
                  <a:lnTo>
                    <a:pt x="3925178" y="2288544"/>
                  </a:lnTo>
                  <a:lnTo>
                    <a:pt x="3977165" y="2330645"/>
                  </a:lnTo>
                  <a:lnTo>
                    <a:pt x="4033038" y="2368524"/>
                  </a:lnTo>
                  <a:lnTo>
                    <a:pt x="4093596" y="2402612"/>
                  </a:lnTo>
                  <a:lnTo>
                    <a:pt x="4159606" y="2433339"/>
                  </a:lnTo>
                  <a:lnTo>
                    <a:pt x="4231736" y="2461095"/>
                  </a:lnTo>
                  <a:lnTo>
                    <a:pt x="4310462" y="2486213"/>
                  </a:lnTo>
                  <a:lnTo>
                    <a:pt x="4395949" y="2508955"/>
                  </a:lnTo>
                  <a:lnTo>
                    <a:pt x="4487893" y="2529506"/>
                  </a:lnTo>
                  <a:lnTo>
                    <a:pt x="4585353" y="2547974"/>
                  </a:lnTo>
                  <a:lnTo>
                    <a:pt x="4686590" y="2564399"/>
                  </a:lnTo>
                  <a:lnTo>
                    <a:pt x="4788974" y="2578763"/>
                  </a:lnTo>
                  <a:lnTo>
                    <a:pt x="4889042" y="2591023"/>
                  </a:lnTo>
                  <a:lnTo>
                    <a:pt x="4982753" y="2601139"/>
                  </a:lnTo>
                  <a:lnTo>
                    <a:pt x="5065978" y="2609119"/>
                  </a:lnTo>
                  <a:lnTo>
                    <a:pt x="5135172" y="2615053"/>
                  </a:lnTo>
                  <a:lnTo>
                    <a:pt x="5188047" y="2619132"/>
                  </a:lnTo>
                  <a:lnTo>
                    <a:pt x="5224088" y="2621645"/>
                  </a:lnTo>
                  <a:lnTo>
                    <a:pt x="5244758" y="2622952"/>
                  </a:lnTo>
                  <a:lnTo>
                    <a:pt x="5253394" y="2623449"/>
                  </a:lnTo>
                  <a:lnTo>
                    <a:pt x="5254955" y="2623532"/>
                  </a:lnTo>
                  <a:lnTo>
                    <a:pt x="6726343" y="2623532"/>
                  </a:lnTo>
                  <a:lnTo>
                    <a:pt x="6727564" y="2623560"/>
                  </a:lnTo>
                  <a:lnTo>
                    <a:pt x="6735582" y="2623764"/>
                  </a:lnTo>
                  <a:lnTo>
                    <a:pt x="6755749" y="2624326"/>
                  </a:lnTo>
                  <a:lnTo>
                    <a:pt x="6791695" y="2625433"/>
                  </a:lnTo>
                  <a:lnTo>
                    <a:pt x="6845053" y="2627253"/>
                  </a:lnTo>
                  <a:lnTo>
                    <a:pt x="6915334" y="2629923"/>
                  </a:lnTo>
                  <a:lnTo>
                    <a:pt x="7000146" y="2633533"/>
                  </a:lnTo>
                  <a:lnTo>
                    <a:pt x="7095742" y="2638124"/>
                  </a:lnTo>
                  <a:lnTo>
                    <a:pt x="7197770" y="2643699"/>
                  </a:lnTo>
                  <a:lnTo>
                    <a:pt x="7301988" y="2650240"/>
                  </a:lnTo>
                  <a:lnTo>
                    <a:pt x="7404796" y="2657726"/>
                  </a:lnTo>
                  <a:lnTo>
                    <a:pt x="7503498" y="2666150"/>
                  </a:lnTo>
                  <a:lnTo>
                    <a:pt x="7596349" y="2675535"/>
                  </a:lnTo>
                  <a:lnTo>
                    <a:pt x="7682441" y="2685935"/>
                  </a:lnTo>
                  <a:lnTo>
                    <a:pt x="7761530" y="2697442"/>
                  </a:lnTo>
                  <a:lnTo>
                    <a:pt x="7833848" y="2710182"/>
                  </a:lnTo>
                  <a:lnTo>
                    <a:pt x="7899940" y="2724317"/>
                  </a:lnTo>
                  <a:lnTo>
                    <a:pt x="7960535" y="2740034"/>
                  </a:lnTo>
                  <a:lnTo>
                    <a:pt x="8016452" y="2757534"/>
                  </a:lnTo>
                  <a:lnTo>
                    <a:pt x="8068535" y="2777017"/>
                  </a:lnTo>
                  <a:lnTo>
                    <a:pt x="8117591" y="2798640"/>
                  </a:lnTo>
                  <a:lnTo>
                    <a:pt x="8151487" y="2815597"/>
                  </a:lnTo>
                  <a:lnTo>
                    <a:pt x="8201016" y="2843433"/>
                  </a:lnTo>
                  <a:lnTo>
                    <a:pt x="8249038" y="2873960"/>
                  </a:lnTo>
                  <a:lnTo>
                    <a:pt x="8296093" y="2907224"/>
                  </a:lnTo>
                  <a:lnTo>
                    <a:pt x="8342583" y="2943186"/>
                  </a:lnTo>
                  <a:lnTo>
                    <a:pt x="8388799" y="2981717"/>
                  </a:lnTo>
                  <a:lnTo>
                    <a:pt x="8434936" y="3022590"/>
                  </a:lnTo>
                  <a:lnTo>
                    <a:pt x="8481109" y="3065478"/>
                  </a:lnTo>
                  <a:lnTo>
                    <a:pt x="8527368" y="3109965"/>
                  </a:lnTo>
                  <a:lnTo>
                    <a:pt x="8573712" y="3155556"/>
                  </a:lnTo>
                  <a:lnTo>
                    <a:pt x="8620107" y="3201701"/>
                  </a:lnTo>
                  <a:lnTo>
                    <a:pt x="8666499" y="3247821"/>
                  </a:lnTo>
                  <a:lnTo>
                    <a:pt x="8712837" y="3293339"/>
                  </a:lnTo>
                  <a:lnTo>
                    <a:pt x="8759088" y="3337708"/>
                  </a:lnTo>
                  <a:lnTo>
                    <a:pt x="8805255" y="3380439"/>
                  </a:lnTo>
                  <a:lnTo>
                    <a:pt x="8851393" y="3421123"/>
                  </a:lnTo>
                  <a:lnTo>
                    <a:pt x="8897624" y="3459442"/>
                  </a:lnTo>
                  <a:lnTo>
                    <a:pt x="8944149" y="3495178"/>
                  </a:lnTo>
                  <a:lnTo>
                    <a:pt x="8991269" y="3528208"/>
                  </a:lnTo>
                  <a:lnTo>
                    <a:pt x="9039396" y="3558503"/>
                  </a:lnTo>
                  <a:lnTo>
                    <a:pt x="9084767" y="3583859"/>
                  </a:lnTo>
                  <a:lnTo>
                    <a:pt x="9132097" y="3607075"/>
                  </a:lnTo>
                  <a:lnTo>
                    <a:pt x="9181921" y="3628089"/>
                  </a:lnTo>
                  <a:lnTo>
                    <a:pt x="9234990" y="3646999"/>
                  </a:lnTo>
                  <a:lnTo>
                    <a:pt x="9292129" y="3663981"/>
                  </a:lnTo>
                  <a:lnTo>
                    <a:pt x="9354178" y="3679236"/>
                  </a:lnTo>
                  <a:lnTo>
                    <a:pt x="9421941" y="3692964"/>
                  </a:lnTo>
                  <a:lnTo>
                    <a:pt x="9496105" y="3705345"/>
                  </a:lnTo>
                  <a:lnTo>
                    <a:pt x="9577143" y="3716531"/>
                  </a:lnTo>
                  <a:lnTo>
                    <a:pt x="9665172" y="3726641"/>
                  </a:lnTo>
                  <a:lnTo>
                    <a:pt x="9759780" y="3735754"/>
                  </a:lnTo>
                  <a:lnTo>
                    <a:pt x="9859844" y="3743915"/>
                  </a:lnTo>
                  <a:lnTo>
                    <a:pt x="9963358" y="3751139"/>
                  </a:lnTo>
                  <a:lnTo>
                    <a:pt x="10067362" y="3757412"/>
                  </a:lnTo>
                  <a:lnTo>
                    <a:pt x="10168037" y="3762714"/>
                  </a:lnTo>
                  <a:lnTo>
                    <a:pt x="10261049" y="3767029"/>
                  </a:lnTo>
                  <a:lnTo>
                    <a:pt x="10342136" y="3770371"/>
                  </a:lnTo>
                  <a:lnTo>
                    <a:pt x="10407859" y="3772793"/>
                  </a:lnTo>
                  <a:lnTo>
                    <a:pt x="10456315" y="3774398"/>
                  </a:lnTo>
                  <a:lnTo>
                    <a:pt x="10487602" y="3775334"/>
                  </a:lnTo>
                  <a:lnTo>
                    <a:pt x="10503932" y="3775778"/>
                  </a:lnTo>
                  <a:lnTo>
                    <a:pt x="10509446" y="3775914"/>
                  </a:lnTo>
                  <a:lnTo>
                    <a:pt x="10509911" y="3775925"/>
                  </a:lnTo>
                  <a:lnTo>
                    <a:pt x="11981298" y="3775925"/>
                  </a:lnTo>
                  <a:lnTo>
                    <a:pt x="11981298" y="3751406"/>
                  </a:lnTo>
                  <a:lnTo>
                    <a:pt x="10509911" y="3751406"/>
                  </a:lnTo>
                  <a:lnTo>
                    <a:pt x="10508689" y="3751377"/>
                  </a:lnTo>
                  <a:lnTo>
                    <a:pt x="10500672" y="3751174"/>
                  </a:lnTo>
                  <a:lnTo>
                    <a:pt x="10480505" y="3750612"/>
                  </a:lnTo>
                  <a:lnTo>
                    <a:pt x="10444558" y="3749505"/>
                  </a:lnTo>
                  <a:lnTo>
                    <a:pt x="10391200" y="3747685"/>
                  </a:lnTo>
                  <a:lnTo>
                    <a:pt x="10320919" y="3745015"/>
                  </a:lnTo>
                  <a:lnTo>
                    <a:pt x="10236107" y="3741405"/>
                  </a:lnTo>
                  <a:lnTo>
                    <a:pt x="10140511" y="3736814"/>
                  </a:lnTo>
                  <a:lnTo>
                    <a:pt x="10038484" y="3731239"/>
                  </a:lnTo>
                  <a:lnTo>
                    <a:pt x="9934265" y="3724698"/>
                  </a:lnTo>
                  <a:lnTo>
                    <a:pt x="9831458" y="3717212"/>
                  </a:lnTo>
                  <a:lnTo>
                    <a:pt x="9732755" y="3708787"/>
                  </a:lnTo>
                  <a:lnTo>
                    <a:pt x="9639905" y="3699402"/>
                  </a:lnTo>
                  <a:lnTo>
                    <a:pt x="9553813" y="3689002"/>
                  </a:lnTo>
                  <a:lnTo>
                    <a:pt x="9474723" y="3677496"/>
                  </a:lnTo>
                  <a:lnTo>
                    <a:pt x="9402405" y="3664755"/>
                  </a:lnTo>
                  <a:lnTo>
                    <a:pt x="9336313" y="3650620"/>
                  </a:lnTo>
                  <a:lnTo>
                    <a:pt x="9275718" y="3634904"/>
                  </a:lnTo>
                  <a:lnTo>
                    <a:pt x="9219801" y="3617403"/>
                  </a:lnTo>
                  <a:lnTo>
                    <a:pt x="9167718" y="3597921"/>
                  </a:lnTo>
                  <a:lnTo>
                    <a:pt x="9118662" y="3576297"/>
                  </a:lnTo>
                  <a:lnTo>
                    <a:pt x="9084767" y="3559340"/>
                  </a:lnTo>
                  <a:lnTo>
                    <a:pt x="9035237" y="3531505"/>
                  </a:lnTo>
                  <a:lnTo>
                    <a:pt x="8987215" y="3500977"/>
                  </a:lnTo>
                  <a:lnTo>
                    <a:pt x="8940160" y="3467714"/>
                  </a:lnTo>
                  <a:lnTo>
                    <a:pt x="8893670" y="3431751"/>
                  </a:lnTo>
                  <a:lnTo>
                    <a:pt x="8847454" y="3393220"/>
                  </a:lnTo>
                  <a:lnTo>
                    <a:pt x="8801317" y="3352348"/>
                  </a:lnTo>
                  <a:lnTo>
                    <a:pt x="8755144" y="3309459"/>
                  </a:lnTo>
                  <a:lnTo>
                    <a:pt x="8708886" y="3264972"/>
                  </a:lnTo>
                  <a:lnTo>
                    <a:pt x="8662541" y="3219381"/>
                  </a:lnTo>
                  <a:lnTo>
                    <a:pt x="8616146" y="3173237"/>
                  </a:lnTo>
                  <a:lnTo>
                    <a:pt x="8569754" y="3127117"/>
                  </a:lnTo>
                  <a:lnTo>
                    <a:pt x="8523416" y="3081599"/>
                  </a:lnTo>
                  <a:lnTo>
                    <a:pt x="8477165" y="3037230"/>
                  </a:lnTo>
                  <a:lnTo>
                    <a:pt x="8430998" y="2994499"/>
                  </a:lnTo>
                  <a:lnTo>
                    <a:pt x="8384860" y="2953815"/>
                  </a:lnTo>
                  <a:lnTo>
                    <a:pt x="8338630" y="2915495"/>
                  </a:lnTo>
                  <a:lnTo>
                    <a:pt x="8292104" y="2879760"/>
                  </a:lnTo>
                  <a:lnTo>
                    <a:pt x="8244984" y="2846729"/>
                  </a:lnTo>
                  <a:lnTo>
                    <a:pt x="8196857" y="2816434"/>
                  </a:lnTo>
                  <a:lnTo>
                    <a:pt x="8151487" y="2791078"/>
                  </a:lnTo>
                  <a:lnTo>
                    <a:pt x="8104156" y="2767863"/>
                  </a:lnTo>
                  <a:lnTo>
                    <a:pt x="8054332" y="2746849"/>
                  </a:lnTo>
                  <a:lnTo>
                    <a:pt x="8001263" y="2727938"/>
                  </a:lnTo>
                  <a:lnTo>
                    <a:pt x="7944125" y="2710956"/>
                  </a:lnTo>
                  <a:lnTo>
                    <a:pt x="7882075" y="2695701"/>
                  </a:lnTo>
                  <a:lnTo>
                    <a:pt x="7814313" y="2681974"/>
                  </a:lnTo>
                  <a:lnTo>
                    <a:pt x="7740148" y="2669593"/>
                  </a:lnTo>
                  <a:lnTo>
                    <a:pt x="7659110" y="2658406"/>
                  </a:lnTo>
                  <a:lnTo>
                    <a:pt x="7571081" y="2648297"/>
                  </a:lnTo>
                  <a:lnTo>
                    <a:pt x="7476473" y="2639184"/>
                  </a:lnTo>
                  <a:lnTo>
                    <a:pt x="7376409" y="2631022"/>
                  </a:lnTo>
                  <a:lnTo>
                    <a:pt x="7272895" y="2623799"/>
                  </a:lnTo>
                  <a:lnTo>
                    <a:pt x="7168891" y="2617525"/>
                  </a:lnTo>
                  <a:lnTo>
                    <a:pt x="7068216" y="2612224"/>
                  </a:lnTo>
                  <a:lnTo>
                    <a:pt x="6975205" y="2607908"/>
                  </a:lnTo>
                  <a:lnTo>
                    <a:pt x="6894118" y="2604567"/>
                  </a:lnTo>
                  <a:lnTo>
                    <a:pt x="6828394" y="2602145"/>
                  </a:lnTo>
                  <a:lnTo>
                    <a:pt x="6779938" y="2600540"/>
                  </a:lnTo>
                  <a:lnTo>
                    <a:pt x="6748652" y="2599603"/>
                  </a:lnTo>
                  <a:lnTo>
                    <a:pt x="6732321" y="2599160"/>
                  </a:lnTo>
                  <a:lnTo>
                    <a:pt x="6726807" y="2599024"/>
                  </a:lnTo>
                  <a:lnTo>
                    <a:pt x="6726343" y="2599013"/>
                  </a:lnTo>
                  <a:lnTo>
                    <a:pt x="5254955" y="2599013"/>
                  </a:lnTo>
                  <a:lnTo>
                    <a:pt x="5253795" y="2598952"/>
                  </a:lnTo>
                  <a:lnTo>
                    <a:pt x="5246174" y="2598517"/>
                  </a:lnTo>
                  <a:lnTo>
                    <a:pt x="5226972" y="2597315"/>
                  </a:lnTo>
                  <a:lnTo>
                    <a:pt x="5192668" y="2594949"/>
                  </a:lnTo>
                  <a:lnTo>
                    <a:pt x="5141592" y="2591052"/>
                  </a:lnTo>
                  <a:lnTo>
                    <a:pt x="5074051" y="2585326"/>
                  </a:lnTo>
                  <a:lnTo>
                    <a:pt x="4992165" y="2577569"/>
                  </a:lnTo>
                  <a:lnTo>
                    <a:pt x="4899378" y="2567682"/>
                  </a:lnTo>
                  <a:lnTo>
                    <a:pt x="4799787" y="2555648"/>
                  </a:lnTo>
                  <a:lnTo>
                    <a:pt x="4697471" y="2541505"/>
                  </a:lnTo>
                  <a:lnTo>
                    <a:pt x="4595972" y="2525298"/>
                  </a:lnTo>
                  <a:lnTo>
                    <a:pt x="4498013" y="2507047"/>
                  </a:lnTo>
                  <a:lnTo>
                    <a:pt x="4405425" y="2486722"/>
                  </a:lnTo>
                  <a:lnTo>
                    <a:pt x="4319227" y="2464220"/>
                  </a:lnTo>
                  <a:lnTo>
                    <a:pt x="4239784" y="2439365"/>
                  </a:lnTo>
                  <a:lnTo>
                    <a:pt x="4166971" y="2411904"/>
                  </a:lnTo>
                  <a:lnTo>
                    <a:pt x="4100340" y="2381511"/>
                  </a:lnTo>
                  <a:lnTo>
                    <a:pt x="4039238" y="2347801"/>
                  </a:lnTo>
                  <a:lnTo>
                    <a:pt x="3982905" y="2310345"/>
                  </a:lnTo>
                  <a:lnTo>
                    <a:pt x="3930542" y="2268712"/>
                  </a:lnTo>
                  <a:lnTo>
                    <a:pt x="3881367" y="2222522"/>
                  </a:lnTo>
                  <a:lnTo>
                    <a:pt x="3834657" y="2171544"/>
                  </a:lnTo>
                  <a:lnTo>
                    <a:pt x="3829811" y="2165844"/>
                  </a:lnTo>
                  <a:lnTo>
                    <a:pt x="3790844" y="2117152"/>
                  </a:lnTo>
                  <a:lnTo>
                    <a:pt x="3752884" y="2064753"/>
                  </a:lnTo>
                  <a:lnTo>
                    <a:pt x="3715648" y="2008575"/>
                  </a:lnTo>
                  <a:lnTo>
                    <a:pt x="3678908" y="1948607"/>
                  </a:lnTo>
                  <a:lnTo>
                    <a:pt x="3642484" y="1884913"/>
                  </a:lnTo>
                  <a:lnTo>
                    <a:pt x="3606239" y="1817636"/>
                  </a:lnTo>
                  <a:lnTo>
                    <a:pt x="3570072" y="1747004"/>
                  </a:lnTo>
                  <a:lnTo>
                    <a:pt x="3533911" y="1673325"/>
                  </a:lnTo>
                  <a:lnTo>
                    <a:pt x="3497715" y="1596995"/>
                  </a:lnTo>
                  <a:lnTo>
                    <a:pt x="3461465" y="1518481"/>
                  </a:lnTo>
                  <a:lnTo>
                    <a:pt x="3425160" y="1438317"/>
                  </a:lnTo>
                  <a:lnTo>
                    <a:pt x="3388813" y="1357089"/>
                  </a:lnTo>
                  <a:lnTo>
                    <a:pt x="3352448" y="1275414"/>
                  </a:lnTo>
                  <a:lnTo>
                    <a:pt x="3316090" y="1193927"/>
                  </a:lnTo>
                  <a:lnTo>
                    <a:pt x="3279766" y="1113253"/>
                  </a:lnTo>
                  <a:lnTo>
                    <a:pt x="3243492" y="1033994"/>
                  </a:lnTo>
                  <a:lnTo>
                    <a:pt x="3207275" y="956708"/>
                  </a:lnTo>
                  <a:lnTo>
                    <a:pt x="3171104" y="881889"/>
                  </a:lnTo>
                  <a:lnTo>
                    <a:pt x="3134946" y="809965"/>
                  </a:lnTo>
                  <a:lnTo>
                    <a:pt x="3098743" y="741279"/>
                  </a:lnTo>
                  <a:lnTo>
                    <a:pt x="3062408" y="676093"/>
                  </a:lnTo>
                  <a:lnTo>
                    <a:pt x="3025816" y="614585"/>
                  </a:lnTo>
                  <a:lnTo>
                    <a:pt x="2988808" y="556848"/>
                  </a:lnTo>
                  <a:lnTo>
                    <a:pt x="2951176" y="502905"/>
                  </a:lnTo>
                  <a:lnTo>
                    <a:pt x="2912661" y="452705"/>
                  </a:lnTo>
                  <a:lnTo>
                    <a:pt x="2896531" y="433168"/>
                  </a:lnTo>
                  <a:lnTo>
                    <a:pt x="2850045" y="381680"/>
                  </a:lnTo>
                  <a:lnTo>
                    <a:pt x="2801164" y="334988"/>
                  </a:lnTo>
                  <a:lnTo>
                    <a:pt x="2749177" y="292887"/>
                  </a:lnTo>
                  <a:lnTo>
                    <a:pt x="2693304" y="255007"/>
                  </a:lnTo>
                  <a:lnTo>
                    <a:pt x="2632746" y="220919"/>
                  </a:lnTo>
                  <a:lnTo>
                    <a:pt x="2566736" y="190193"/>
                  </a:lnTo>
                  <a:lnTo>
                    <a:pt x="2494606" y="162437"/>
                  </a:lnTo>
                  <a:lnTo>
                    <a:pt x="2415880" y="137319"/>
                  </a:lnTo>
                  <a:lnTo>
                    <a:pt x="2330393" y="114577"/>
                  </a:lnTo>
                  <a:lnTo>
                    <a:pt x="2238449" y="94026"/>
                  </a:lnTo>
                  <a:lnTo>
                    <a:pt x="2140989" y="75558"/>
                  </a:lnTo>
                  <a:lnTo>
                    <a:pt x="2039752" y="59133"/>
                  </a:lnTo>
                  <a:lnTo>
                    <a:pt x="1937368" y="44768"/>
                  </a:lnTo>
                  <a:lnTo>
                    <a:pt x="1837300" y="32508"/>
                  </a:lnTo>
                  <a:lnTo>
                    <a:pt x="1743590" y="22392"/>
                  </a:lnTo>
                  <a:lnTo>
                    <a:pt x="1660364" y="14412"/>
                  </a:lnTo>
                  <a:lnTo>
                    <a:pt x="1591170" y="8478"/>
                  </a:lnTo>
                  <a:lnTo>
                    <a:pt x="1538295" y="4399"/>
                  </a:lnTo>
                  <a:lnTo>
                    <a:pt x="1502254" y="1887"/>
                  </a:lnTo>
                  <a:lnTo>
                    <a:pt x="1481584" y="580"/>
                  </a:lnTo>
                  <a:lnTo>
                    <a:pt x="1472948" y="82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498" name="pl498"/>
            <p:cNvSpPr/>
            <p:nvPr/>
          </p:nvSpPr>
          <p:spPr>
            <a:xfrm>
              <a:off x="4799595" y="5265825"/>
              <a:ext cx="11981298" cy="3751406"/>
            </a:xfrm>
            <a:custGeom>
              <a:avLst/>
              <a:pathLst>
                <a:path w="11981298" h="3751406">
                  <a:moveTo>
                    <a:pt x="0" y="0"/>
                  </a:moveTo>
                  <a:lnTo>
                    <a:pt x="1471387" y="0"/>
                  </a:lnTo>
                  <a:lnTo>
                    <a:pt x="1472547" y="60"/>
                  </a:lnTo>
                  <a:lnTo>
                    <a:pt x="1480169" y="495"/>
                  </a:lnTo>
                  <a:lnTo>
                    <a:pt x="1499370" y="1697"/>
                  </a:lnTo>
                  <a:lnTo>
                    <a:pt x="1533674" y="4064"/>
                  </a:lnTo>
                  <a:lnTo>
                    <a:pt x="1584751" y="7961"/>
                  </a:lnTo>
                  <a:lnTo>
                    <a:pt x="1652291" y="13687"/>
                  </a:lnTo>
                  <a:lnTo>
                    <a:pt x="1734177" y="21443"/>
                  </a:lnTo>
                  <a:lnTo>
                    <a:pt x="1826964" y="31331"/>
                  </a:lnTo>
                  <a:lnTo>
                    <a:pt x="1926555" y="43364"/>
                  </a:lnTo>
                  <a:lnTo>
                    <a:pt x="2028871" y="57508"/>
                  </a:lnTo>
                  <a:lnTo>
                    <a:pt x="2130370" y="73715"/>
                  </a:lnTo>
                  <a:lnTo>
                    <a:pt x="2228329" y="91965"/>
                  </a:lnTo>
                  <a:lnTo>
                    <a:pt x="2320917" y="112291"/>
                  </a:lnTo>
                  <a:lnTo>
                    <a:pt x="2407115" y="134793"/>
                  </a:lnTo>
                  <a:lnTo>
                    <a:pt x="2486558" y="159647"/>
                  </a:lnTo>
                  <a:lnTo>
                    <a:pt x="2559371" y="187108"/>
                  </a:lnTo>
                  <a:lnTo>
                    <a:pt x="2626002" y="217501"/>
                  </a:lnTo>
                  <a:lnTo>
                    <a:pt x="2687104" y="251212"/>
                  </a:lnTo>
                  <a:lnTo>
                    <a:pt x="2743437" y="288667"/>
                  </a:lnTo>
                  <a:lnTo>
                    <a:pt x="2795800" y="330301"/>
                  </a:lnTo>
                  <a:lnTo>
                    <a:pt x="2844975" y="376491"/>
                  </a:lnTo>
                  <a:lnTo>
                    <a:pt x="2891685" y="427468"/>
                  </a:lnTo>
                  <a:lnTo>
                    <a:pt x="2896531" y="433168"/>
                  </a:lnTo>
                  <a:lnTo>
                    <a:pt x="2935498" y="481861"/>
                  </a:lnTo>
                  <a:lnTo>
                    <a:pt x="2973458" y="534259"/>
                  </a:lnTo>
                  <a:lnTo>
                    <a:pt x="3010694" y="590438"/>
                  </a:lnTo>
                  <a:lnTo>
                    <a:pt x="3047434" y="650406"/>
                  </a:lnTo>
                  <a:lnTo>
                    <a:pt x="3083858" y="714100"/>
                  </a:lnTo>
                  <a:lnTo>
                    <a:pt x="3120103" y="781376"/>
                  </a:lnTo>
                  <a:lnTo>
                    <a:pt x="3156270" y="852009"/>
                  </a:lnTo>
                  <a:lnTo>
                    <a:pt x="3192431" y="925687"/>
                  </a:lnTo>
                  <a:lnTo>
                    <a:pt x="3228627" y="1002017"/>
                  </a:lnTo>
                  <a:lnTo>
                    <a:pt x="3264877" y="1080531"/>
                  </a:lnTo>
                  <a:lnTo>
                    <a:pt x="3301182" y="1160695"/>
                  </a:lnTo>
                  <a:lnTo>
                    <a:pt x="3337529" y="1241924"/>
                  </a:lnTo>
                  <a:lnTo>
                    <a:pt x="3373894" y="1323598"/>
                  </a:lnTo>
                  <a:lnTo>
                    <a:pt x="3410252" y="1405086"/>
                  </a:lnTo>
                  <a:lnTo>
                    <a:pt x="3446576" y="1485759"/>
                  </a:lnTo>
                  <a:lnTo>
                    <a:pt x="3482850" y="1565018"/>
                  </a:lnTo>
                  <a:lnTo>
                    <a:pt x="3519067" y="1642305"/>
                  </a:lnTo>
                  <a:lnTo>
                    <a:pt x="3555238" y="1717123"/>
                  </a:lnTo>
                  <a:lnTo>
                    <a:pt x="3591396" y="1789048"/>
                  </a:lnTo>
                  <a:lnTo>
                    <a:pt x="3627599" y="1857733"/>
                  </a:lnTo>
                  <a:lnTo>
                    <a:pt x="3663935" y="1922919"/>
                  </a:lnTo>
                  <a:lnTo>
                    <a:pt x="3700526" y="1984428"/>
                  </a:lnTo>
                  <a:lnTo>
                    <a:pt x="3737534" y="2042164"/>
                  </a:lnTo>
                  <a:lnTo>
                    <a:pt x="3775166" y="2096108"/>
                  </a:lnTo>
                  <a:lnTo>
                    <a:pt x="3813681" y="2146308"/>
                  </a:lnTo>
                  <a:lnTo>
                    <a:pt x="3829811" y="2165844"/>
                  </a:lnTo>
                  <a:lnTo>
                    <a:pt x="3876297" y="2217333"/>
                  </a:lnTo>
                  <a:lnTo>
                    <a:pt x="3925178" y="2264025"/>
                  </a:lnTo>
                  <a:lnTo>
                    <a:pt x="3977165" y="2306126"/>
                  </a:lnTo>
                  <a:lnTo>
                    <a:pt x="4033038" y="2344005"/>
                  </a:lnTo>
                  <a:lnTo>
                    <a:pt x="4093596" y="2378093"/>
                  </a:lnTo>
                  <a:lnTo>
                    <a:pt x="4159606" y="2408820"/>
                  </a:lnTo>
                  <a:lnTo>
                    <a:pt x="4231736" y="2436576"/>
                  </a:lnTo>
                  <a:lnTo>
                    <a:pt x="4310462" y="2461694"/>
                  </a:lnTo>
                  <a:lnTo>
                    <a:pt x="4395949" y="2484436"/>
                  </a:lnTo>
                  <a:lnTo>
                    <a:pt x="4487893" y="2504987"/>
                  </a:lnTo>
                  <a:lnTo>
                    <a:pt x="4585353" y="2523455"/>
                  </a:lnTo>
                  <a:lnTo>
                    <a:pt x="4686590" y="2539880"/>
                  </a:lnTo>
                  <a:lnTo>
                    <a:pt x="4788974" y="2554244"/>
                  </a:lnTo>
                  <a:lnTo>
                    <a:pt x="4889042" y="2566504"/>
                  </a:lnTo>
                  <a:lnTo>
                    <a:pt x="4982753" y="2576620"/>
                  </a:lnTo>
                  <a:lnTo>
                    <a:pt x="5065978" y="2584600"/>
                  </a:lnTo>
                  <a:lnTo>
                    <a:pt x="5135172" y="2590534"/>
                  </a:lnTo>
                  <a:lnTo>
                    <a:pt x="5188047" y="2594613"/>
                  </a:lnTo>
                  <a:lnTo>
                    <a:pt x="5224088" y="2597126"/>
                  </a:lnTo>
                  <a:lnTo>
                    <a:pt x="5244758" y="2598433"/>
                  </a:lnTo>
                  <a:lnTo>
                    <a:pt x="5253394" y="2598930"/>
                  </a:lnTo>
                  <a:lnTo>
                    <a:pt x="5254954" y="2599013"/>
                  </a:lnTo>
                  <a:lnTo>
                    <a:pt x="5254955" y="2599013"/>
                  </a:lnTo>
                  <a:lnTo>
                    <a:pt x="6726343" y="2599013"/>
                  </a:lnTo>
                  <a:lnTo>
                    <a:pt x="6727564" y="2599041"/>
                  </a:lnTo>
                  <a:lnTo>
                    <a:pt x="6735582" y="2599245"/>
                  </a:lnTo>
                  <a:lnTo>
                    <a:pt x="6755749" y="2599807"/>
                  </a:lnTo>
                  <a:lnTo>
                    <a:pt x="6791695" y="2600914"/>
                  </a:lnTo>
                  <a:lnTo>
                    <a:pt x="6845053" y="2602734"/>
                  </a:lnTo>
                  <a:lnTo>
                    <a:pt x="6915334" y="2605404"/>
                  </a:lnTo>
                  <a:lnTo>
                    <a:pt x="7000146" y="2609014"/>
                  </a:lnTo>
                  <a:lnTo>
                    <a:pt x="7095742" y="2613605"/>
                  </a:lnTo>
                  <a:lnTo>
                    <a:pt x="7197770" y="2619180"/>
                  </a:lnTo>
                  <a:lnTo>
                    <a:pt x="7301988" y="2625721"/>
                  </a:lnTo>
                  <a:lnTo>
                    <a:pt x="7404796" y="2633207"/>
                  </a:lnTo>
                  <a:lnTo>
                    <a:pt x="7503498" y="2641631"/>
                  </a:lnTo>
                  <a:lnTo>
                    <a:pt x="7596349" y="2651016"/>
                  </a:lnTo>
                  <a:lnTo>
                    <a:pt x="7682441" y="2661416"/>
                  </a:lnTo>
                  <a:lnTo>
                    <a:pt x="7761530" y="2672923"/>
                  </a:lnTo>
                  <a:lnTo>
                    <a:pt x="7833848" y="2685663"/>
                  </a:lnTo>
                  <a:lnTo>
                    <a:pt x="7899940" y="2699798"/>
                  </a:lnTo>
                  <a:lnTo>
                    <a:pt x="7960535" y="2715515"/>
                  </a:lnTo>
                  <a:lnTo>
                    <a:pt x="8016452" y="2733015"/>
                  </a:lnTo>
                  <a:lnTo>
                    <a:pt x="8068535" y="2752498"/>
                  </a:lnTo>
                  <a:lnTo>
                    <a:pt x="8117591" y="2774121"/>
                  </a:lnTo>
                  <a:lnTo>
                    <a:pt x="8151487" y="2791078"/>
                  </a:lnTo>
                  <a:lnTo>
                    <a:pt x="8201016" y="2818914"/>
                  </a:lnTo>
                  <a:lnTo>
                    <a:pt x="8249038" y="2849441"/>
                  </a:lnTo>
                  <a:lnTo>
                    <a:pt x="8296093" y="2882705"/>
                  </a:lnTo>
                  <a:lnTo>
                    <a:pt x="8342583" y="2918667"/>
                  </a:lnTo>
                  <a:lnTo>
                    <a:pt x="8388799" y="2957198"/>
                  </a:lnTo>
                  <a:lnTo>
                    <a:pt x="8434936" y="2998071"/>
                  </a:lnTo>
                  <a:lnTo>
                    <a:pt x="8481109" y="3040959"/>
                  </a:lnTo>
                  <a:lnTo>
                    <a:pt x="8527368" y="3085446"/>
                  </a:lnTo>
                  <a:lnTo>
                    <a:pt x="8573712" y="3131037"/>
                  </a:lnTo>
                  <a:lnTo>
                    <a:pt x="8620107" y="3177182"/>
                  </a:lnTo>
                  <a:lnTo>
                    <a:pt x="8666499" y="3223302"/>
                  </a:lnTo>
                  <a:lnTo>
                    <a:pt x="8712837" y="3268820"/>
                  </a:lnTo>
                  <a:lnTo>
                    <a:pt x="8759088" y="3313189"/>
                  </a:lnTo>
                  <a:lnTo>
                    <a:pt x="8805255" y="3355920"/>
                  </a:lnTo>
                  <a:lnTo>
                    <a:pt x="8851393" y="3396604"/>
                  </a:lnTo>
                  <a:lnTo>
                    <a:pt x="8897624" y="3434923"/>
                  </a:lnTo>
                  <a:lnTo>
                    <a:pt x="8944149" y="3470659"/>
                  </a:lnTo>
                  <a:lnTo>
                    <a:pt x="8991269" y="3503689"/>
                  </a:lnTo>
                  <a:lnTo>
                    <a:pt x="9039396" y="3533984"/>
                  </a:lnTo>
                  <a:lnTo>
                    <a:pt x="9084767" y="3559340"/>
                  </a:lnTo>
                  <a:lnTo>
                    <a:pt x="9132097" y="3582556"/>
                  </a:lnTo>
                  <a:lnTo>
                    <a:pt x="9181921" y="3603570"/>
                  </a:lnTo>
                  <a:lnTo>
                    <a:pt x="9234990" y="3622480"/>
                  </a:lnTo>
                  <a:lnTo>
                    <a:pt x="9292129" y="3639462"/>
                  </a:lnTo>
                  <a:lnTo>
                    <a:pt x="9354178" y="3654717"/>
                  </a:lnTo>
                  <a:lnTo>
                    <a:pt x="9421941" y="3668445"/>
                  </a:lnTo>
                  <a:lnTo>
                    <a:pt x="9496105" y="3680826"/>
                  </a:lnTo>
                  <a:lnTo>
                    <a:pt x="9577143" y="3692012"/>
                  </a:lnTo>
                  <a:lnTo>
                    <a:pt x="9665172" y="3702122"/>
                  </a:lnTo>
                  <a:lnTo>
                    <a:pt x="9759780" y="3711235"/>
                  </a:lnTo>
                  <a:lnTo>
                    <a:pt x="9859844" y="3719396"/>
                  </a:lnTo>
                  <a:lnTo>
                    <a:pt x="9963358" y="3726620"/>
                  </a:lnTo>
                  <a:lnTo>
                    <a:pt x="10067362" y="3732893"/>
                  </a:lnTo>
                  <a:lnTo>
                    <a:pt x="10168037" y="3738195"/>
                  </a:lnTo>
                  <a:lnTo>
                    <a:pt x="10261049" y="3742510"/>
                  </a:lnTo>
                  <a:lnTo>
                    <a:pt x="10342136" y="3745852"/>
                  </a:lnTo>
                  <a:lnTo>
                    <a:pt x="10407859" y="3748274"/>
                  </a:lnTo>
                  <a:lnTo>
                    <a:pt x="10456315" y="3749879"/>
                  </a:lnTo>
                  <a:lnTo>
                    <a:pt x="10487602" y="3750815"/>
                  </a:lnTo>
                  <a:lnTo>
                    <a:pt x="10503932" y="3751259"/>
                  </a:lnTo>
                  <a:lnTo>
                    <a:pt x="10509446" y="3751395"/>
                  </a:lnTo>
                  <a:lnTo>
                    <a:pt x="10509911" y="3751406"/>
                  </a:lnTo>
                  <a:lnTo>
                    <a:pt x="11981298" y="375140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499" name="pl499"/>
            <p:cNvSpPr/>
            <p:nvPr/>
          </p:nvSpPr>
          <p:spPr>
            <a:xfrm>
              <a:off x="4799595" y="5241306"/>
              <a:ext cx="11981298" cy="3751406"/>
            </a:xfrm>
            <a:custGeom>
              <a:avLst/>
              <a:pathLst>
                <a:path w="11981298" h="3751406">
                  <a:moveTo>
                    <a:pt x="11981298" y="3751406"/>
                  </a:moveTo>
                  <a:lnTo>
                    <a:pt x="10509911" y="3751406"/>
                  </a:lnTo>
                  <a:lnTo>
                    <a:pt x="10508689" y="3751377"/>
                  </a:lnTo>
                  <a:lnTo>
                    <a:pt x="10500672" y="3751174"/>
                  </a:lnTo>
                  <a:lnTo>
                    <a:pt x="10480505" y="3750612"/>
                  </a:lnTo>
                  <a:lnTo>
                    <a:pt x="10444558" y="3749505"/>
                  </a:lnTo>
                  <a:lnTo>
                    <a:pt x="10391200" y="3747685"/>
                  </a:lnTo>
                  <a:lnTo>
                    <a:pt x="10320919" y="3745015"/>
                  </a:lnTo>
                  <a:lnTo>
                    <a:pt x="10236107" y="3741405"/>
                  </a:lnTo>
                  <a:lnTo>
                    <a:pt x="10140511" y="3736814"/>
                  </a:lnTo>
                  <a:lnTo>
                    <a:pt x="10038484" y="3731239"/>
                  </a:lnTo>
                  <a:lnTo>
                    <a:pt x="9934265" y="3724698"/>
                  </a:lnTo>
                  <a:lnTo>
                    <a:pt x="9831458" y="3717212"/>
                  </a:lnTo>
                  <a:lnTo>
                    <a:pt x="9732755" y="3708787"/>
                  </a:lnTo>
                  <a:lnTo>
                    <a:pt x="9639905" y="3699402"/>
                  </a:lnTo>
                  <a:lnTo>
                    <a:pt x="9553813" y="3689002"/>
                  </a:lnTo>
                  <a:lnTo>
                    <a:pt x="9474723" y="3677496"/>
                  </a:lnTo>
                  <a:lnTo>
                    <a:pt x="9402405" y="3664755"/>
                  </a:lnTo>
                  <a:lnTo>
                    <a:pt x="9336313" y="3650620"/>
                  </a:lnTo>
                  <a:lnTo>
                    <a:pt x="9275718" y="3634904"/>
                  </a:lnTo>
                  <a:lnTo>
                    <a:pt x="9219801" y="3617403"/>
                  </a:lnTo>
                  <a:lnTo>
                    <a:pt x="9167718" y="3597921"/>
                  </a:lnTo>
                  <a:lnTo>
                    <a:pt x="9118662" y="3576297"/>
                  </a:lnTo>
                  <a:lnTo>
                    <a:pt x="9084767" y="3559340"/>
                  </a:lnTo>
                  <a:lnTo>
                    <a:pt x="9035237" y="3531505"/>
                  </a:lnTo>
                  <a:lnTo>
                    <a:pt x="8987215" y="3500977"/>
                  </a:lnTo>
                  <a:lnTo>
                    <a:pt x="8940160" y="3467714"/>
                  </a:lnTo>
                  <a:lnTo>
                    <a:pt x="8893670" y="3431751"/>
                  </a:lnTo>
                  <a:lnTo>
                    <a:pt x="8847454" y="3393220"/>
                  </a:lnTo>
                  <a:lnTo>
                    <a:pt x="8801317" y="3352348"/>
                  </a:lnTo>
                  <a:lnTo>
                    <a:pt x="8755144" y="3309459"/>
                  </a:lnTo>
                  <a:lnTo>
                    <a:pt x="8708886" y="3264972"/>
                  </a:lnTo>
                  <a:lnTo>
                    <a:pt x="8662541" y="3219381"/>
                  </a:lnTo>
                  <a:lnTo>
                    <a:pt x="8616146" y="3173237"/>
                  </a:lnTo>
                  <a:lnTo>
                    <a:pt x="8569754" y="3127117"/>
                  </a:lnTo>
                  <a:lnTo>
                    <a:pt x="8523416" y="3081599"/>
                  </a:lnTo>
                  <a:lnTo>
                    <a:pt x="8477165" y="3037230"/>
                  </a:lnTo>
                  <a:lnTo>
                    <a:pt x="8430998" y="2994499"/>
                  </a:lnTo>
                  <a:lnTo>
                    <a:pt x="8384860" y="2953815"/>
                  </a:lnTo>
                  <a:lnTo>
                    <a:pt x="8338630" y="2915495"/>
                  </a:lnTo>
                  <a:lnTo>
                    <a:pt x="8292104" y="2879760"/>
                  </a:lnTo>
                  <a:lnTo>
                    <a:pt x="8244984" y="2846729"/>
                  </a:lnTo>
                  <a:lnTo>
                    <a:pt x="8196857" y="2816434"/>
                  </a:lnTo>
                  <a:lnTo>
                    <a:pt x="8151487" y="2791078"/>
                  </a:lnTo>
                  <a:lnTo>
                    <a:pt x="8104156" y="2767863"/>
                  </a:lnTo>
                  <a:lnTo>
                    <a:pt x="8054332" y="2746849"/>
                  </a:lnTo>
                  <a:lnTo>
                    <a:pt x="8001263" y="2727938"/>
                  </a:lnTo>
                  <a:lnTo>
                    <a:pt x="7944125" y="2710956"/>
                  </a:lnTo>
                  <a:lnTo>
                    <a:pt x="7882075" y="2695701"/>
                  </a:lnTo>
                  <a:lnTo>
                    <a:pt x="7814313" y="2681974"/>
                  </a:lnTo>
                  <a:lnTo>
                    <a:pt x="7740148" y="2669593"/>
                  </a:lnTo>
                  <a:lnTo>
                    <a:pt x="7659110" y="2658406"/>
                  </a:lnTo>
                  <a:lnTo>
                    <a:pt x="7571081" y="2648297"/>
                  </a:lnTo>
                  <a:lnTo>
                    <a:pt x="7476473" y="2639184"/>
                  </a:lnTo>
                  <a:lnTo>
                    <a:pt x="7376409" y="2631022"/>
                  </a:lnTo>
                  <a:lnTo>
                    <a:pt x="7272895" y="2623799"/>
                  </a:lnTo>
                  <a:lnTo>
                    <a:pt x="7168891" y="2617525"/>
                  </a:lnTo>
                  <a:lnTo>
                    <a:pt x="7068216" y="2612224"/>
                  </a:lnTo>
                  <a:lnTo>
                    <a:pt x="6975205" y="2607908"/>
                  </a:lnTo>
                  <a:lnTo>
                    <a:pt x="6894118" y="2604567"/>
                  </a:lnTo>
                  <a:lnTo>
                    <a:pt x="6828394" y="2602145"/>
                  </a:lnTo>
                  <a:lnTo>
                    <a:pt x="6779938" y="2600540"/>
                  </a:lnTo>
                  <a:lnTo>
                    <a:pt x="6748652" y="2599603"/>
                  </a:lnTo>
                  <a:lnTo>
                    <a:pt x="6732321" y="2599160"/>
                  </a:lnTo>
                  <a:lnTo>
                    <a:pt x="6726807" y="2599024"/>
                  </a:lnTo>
                  <a:lnTo>
                    <a:pt x="6726343" y="2599013"/>
                  </a:lnTo>
                  <a:lnTo>
                    <a:pt x="5254955" y="2599013"/>
                  </a:lnTo>
                  <a:lnTo>
                    <a:pt x="5253795" y="2598952"/>
                  </a:lnTo>
                  <a:lnTo>
                    <a:pt x="5246174" y="2598517"/>
                  </a:lnTo>
                  <a:lnTo>
                    <a:pt x="5226972" y="2597315"/>
                  </a:lnTo>
                  <a:lnTo>
                    <a:pt x="5192668" y="2594949"/>
                  </a:lnTo>
                  <a:lnTo>
                    <a:pt x="5141592" y="2591052"/>
                  </a:lnTo>
                  <a:lnTo>
                    <a:pt x="5074051" y="2585326"/>
                  </a:lnTo>
                  <a:lnTo>
                    <a:pt x="4992165" y="2577569"/>
                  </a:lnTo>
                  <a:lnTo>
                    <a:pt x="4899378" y="2567682"/>
                  </a:lnTo>
                  <a:lnTo>
                    <a:pt x="4799787" y="2555648"/>
                  </a:lnTo>
                  <a:lnTo>
                    <a:pt x="4697471" y="2541505"/>
                  </a:lnTo>
                  <a:lnTo>
                    <a:pt x="4595972" y="2525298"/>
                  </a:lnTo>
                  <a:lnTo>
                    <a:pt x="4498013" y="2507047"/>
                  </a:lnTo>
                  <a:lnTo>
                    <a:pt x="4405425" y="2486722"/>
                  </a:lnTo>
                  <a:lnTo>
                    <a:pt x="4319227" y="2464220"/>
                  </a:lnTo>
                  <a:lnTo>
                    <a:pt x="4239784" y="2439365"/>
                  </a:lnTo>
                  <a:lnTo>
                    <a:pt x="4166971" y="2411904"/>
                  </a:lnTo>
                  <a:lnTo>
                    <a:pt x="4100340" y="2381511"/>
                  </a:lnTo>
                  <a:lnTo>
                    <a:pt x="4039238" y="2347801"/>
                  </a:lnTo>
                  <a:lnTo>
                    <a:pt x="3982905" y="2310345"/>
                  </a:lnTo>
                  <a:lnTo>
                    <a:pt x="3930542" y="2268712"/>
                  </a:lnTo>
                  <a:lnTo>
                    <a:pt x="3881367" y="2222522"/>
                  </a:lnTo>
                  <a:lnTo>
                    <a:pt x="3834657" y="2171544"/>
                  </a:lnTo>
                  <a:lnTo>
                    <a:pt x="3829811" y="2165844"/>
                  </a:lnTo>
                  <a:lnTo>
                    <a:pt x="3790844" y="2117152"/>
                  </a:lnTo>
                  <a:lnTo>
                    <a:pt x="3752884" y="2064753"/>
                  </a:lnTo>
                  <a:lnTo>
                    <a:pt x="3715648" y="2008575"/>
                  </a:lnTo>
                  <a:lnTo>
                    <a:pt x="3678908" y="1948607"/>
                  </a:lnTo>
                  <a:lnTo>
                    <a:pt x="3642484" y="1884913"/>
                  </a:lnTo>
                  <a:lnTo>
                    <a:pt x="3606239" y="1817636"/>
                  </a:lnTo>
                  <a:lnTo>
                    <a:pt x="3570072" y="1747004"/>
                  </a:lnTo>
                  <a:lnTo>
                    <a:pt x="3533911" y="1673325"/>
                  </a:lnTo>
                  <a:lnTo>
                    <a:pt x="3497715" y="1596995"/>
                  </a:lnTo>
                  <a:lnTo>
                    <a:pt x="3461465" y="1518481"/>
                  </a:lnTo>
                  <a:lnTo>
                    <a:pt x="3425160" y="1438317"/>
                  </a:lnTo>
                  <a:lnTo>
                    <a:pt x="3388813" y="1357089"/>
                  </a:lnTo>
                  <a:lnTo>
                    <a:pt x="3352448" y="1275414"/>
                  </a:lnTo>
                  <a:lnTo>
                    <a:pt x="3316090" y="1193927"/>
                  </a:lnTo>
                  <a:lnTo>
                    <a:pt x="3279766" y="1113253"/>
                  </a:lnTo>
                  <a:lnTo>
                    <a:pt x="3243492" y="1033994"/>
                  </a:lnTo>
                  <a:lnTo>
                    <a:pt x="3207275" y="956708"/>
                  </a:lnTo>
                  <a:lnTo>
                    <a:pt x="3171104" y="881889"/>
                  </a:lnTo>
                  <a:lnTo>
                    <a:pt x="3134946" y="809965"/>
                  </a:lnTo>
                  <a:lnTo>
                    <a:pt x="3098743" y="741279"/>
                  </a:lnTo>
                  <a:lnTo>
                    <a:pt x="3062408" y="676093"/>
                  </a:lnTo>
                  <a:lnTo>
                    <a:pt x="3025816" y="614585"/>
                  </a:lnTo>
                  <a:lnTo>
                    <a:pt x="2988808" y="556848"/>
                  </a:lnTo>
                  <a:lnTo>
                    <a:pt x="2951176" y="502905"/>
                  </a:lnTo>
                  <a:lnTo>
                    <a:pt x="2912661" y="452705"/>
                  </a:lnTo>
                  <a:lnTo>
                    <a:pt x="2896531" y="433168"/>
                  </a:lnTo>
                  <a:lnTo>
                    <a:pt x="2850045" y="381680"/>
                  </a:lnTo>
                  <a:lnTo>
                    <a:pt x="2801164" y="334988"/>
                  </a:lnTo>
                  <a:lnTo>
                    <a:pt x="2749177" y="292887"/>
                  </a:lnTo>
                  <a:lnTo>
                    <a:pt x="2693304" y="255007"/>
                  </a:lnTo>
                  <a:lnTo>
                    <a:pt x="2632746" y="220919"/>
                  </a:lnTo>
                  <a:lnTo>
                    <a:pt x="2566736" y="190193"/>
                  </a:lnTo>
                  <a:lnTo>
                    <a:pt x="2494606" y="162437"/>
                  </a:lnTo>
                  <a:lnTo>
                    <a:pt x="2415880" y="137319"/>
                  </a:lnTo>
                  <a:lnTo>
                    <a:pt x="2330393" y="114577"/>
                  </a:lnTo>
                  <a:lnTo>
                    <a:pt x="2238449" y="94026"/>
                  </a:lnTo>
                  <a:lnTo>
                    <a:pt x="2140989" y="75558"/>
                  </a:lnTo>
                  <a:lnTo>
                    <a:pt x="2039752" y="59133"/>
                  </a:lnTo>
                  <a:lnTo>
                    <a:pt x="1937368" y="44768"/>
                  </a:lnTo>
                  <a:lnTo>
                    <a:pt x="1837300" y="32508"/>
                  </a:lnTo>
                  <a:lnTo>
                    <a:pt x="1743590" y="22392"/>
                  </a:lnTo>
                  <a:lnTo>
                    <a:pt x="1660364" y="14412"/>
                  </a:lnTo>
                  <a:lnTo>
                    <a:pt x="1591170" y="8478"/>
                  </a:lnTo>
                  <a:lnTo>
                    <a:pt x="1538295" y="4399"/>
                  </a:lnTo>
                  <a:lnTo>
                    <a:pt x="1502254" y="1887"/>
                  </a:lnTo>
                  <a:lnTo>
                    <a:pt x="1481584" y="580"/>
                  </a:lnTo>
                  <a:lnTo>
                    <a:pt x="1472948" y="82"/>
                  </a:lnTo>
                  <a:lnTo>
                    <a:pt x="1471389" y="0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00" name="pg500"/>
            <p:cNvSpPr/>
            <p:nvPr/>
          </p:nvSpPr>
          <p:spPr>
            <a:xfrm>
              <a:off x="4799595" y="5265825"/>
              <a:ext cx="11981298" cy="5778309"/>
            </a:xfrm>
            <a:custGeom>
              <a:avLst/>
              <a:pathLst>
                <a:path w="11981298" h="5778309">
                  <a:moveTo>
                    <a:pt x="0" y="8172"/>
                  </a:moveTo>
                  <a:lnTo>
                    <a:pt x="1471387" y="8172"/>
                  </a:lnTo>
                  <a:lnTo>
                    <a:pt x="1472543" y="8235"/>
                  </a:lnTo>
                  <a:lnTo>
                    <a:pt x="1480141" y="8679"/>
                  </a:lnTo>
                  <a:lnTo>
                    <a:pt x="1499286" y="9907"/>
                  </a:lnTo>
                  <a:lnTo>
                    <a:pt x="1533492" y="12325"/>
                  </a:lnTo>
                  <a:lnTo>
                    <a:pt x="1584431" y="16308"/>
                  </a:lnTo>
                  <a:lnTo>
                    <a:pt x="1651806" y="22160"/>
                  </a:lnTo>
                  <a:lnTo>
                    <a:pt x="1733515" y="30088"/>
                  </a:lnTo>
                  <a:lnTo>
                    <a:pt x="1826132" y="40196"/>
                  </a:lnTo>
                  <a:lnTo>
                    <a:pt x="1925573" y="52498"/>
                  </a:lnTo>
                  <a:lnTo>
                    <a:pt x="2027770" y="66960"/>
                  </a:lnTo>
                  <a:lnTo>
                    <a:pt x="2129187" y="83534"/>
                  </a:lnTo>
                  <a:lnTo>
                    <a:pt x="2227097" y="102197"/>
                  </a:lnTo>
                  <a:lnTo>
                    <a:pt x="2319667" y="122983"/>
                  </a:lnTo>
                  <a:lnTo>
                    <a:pt x="2405868" y="145992"/>
                  </a:lnTo>
                  <a:lnTo>
                    <a:pt x="2485332" y="171405"/>
                  </a:lnTo>
                  <a:lnTo>
                    <a:pt x="2558173" y="199480"/>
                  </a:lnTo>
                  <a:lnTo>
                    <a:pt x="2624837" y="230547"/>
                  </a:lnTo>
                  <a:lnTo>
                    <a:pt x="2685970" y="265001"/>
                  </a:lnTo>
                  <a:lnTo>
                    <a:pt x="2742330" y="303277"/>
                  </a:lnTo>
                  <a:lnTo>
                    <a:pt x="2794711" y="345818"/>
                  </a:lnTo>
                  <a:lnTo>
                    <a:pt x="2843896" y="393014"/>
                  </a:lnTo>
                  <a:lnTo>
                    <a:pt x="2890605" y="445103"/>
                  </a:lnTo>
                  <a:lnTo>
                    <a:pt x="2896531" y="452239"/>
                  </a:lnTo>
                  <a:lnTo>
                    <a:pt x="2935128" y="501657"/>
                  </a:lnTo>
                  <a:lnTo>
                    <a:pt x="2972734" y="554801"/>
                  </a:lnTo>
                  <a:lnTo>
                    <a:pt x="3009625" y="611745"/>
                  </a:lnTo>
                  <a:lnTo>
                    <a:pt x="3046025" y="672500"/>
                  </a:lnTo>
                  <a:lnTo>
                    <a:pt x="3082108" y="737006"/>
                  </a:lnTo>
                  <a:lnTo>
                    <a:pt x="3118010" y="805123"/>
                  </a:lnTo>
                  <a:lnTo>
                    <a:pt x="3153832" y="876630"/>
                  </a:lnTo>
                  <a:lnTo>
                    <a:pt x="3189643" y="951223"/>
                  </a:lnTo>
                  <a:lnTo>
                    <a:pt x="3225486" y="1028516"/>
                  </a:lnTo>
                  <a:lnTo>
                    <a:pt x="3261381" y="1108049"/>
                  </a:lnTo>
                  <a:lnTo>
                    <a:pt x="3297332" y="1189295"/>
                  </a:lnTo>
                  <a:lnTo>
                    <a:pt x="3333325" y="1271675"/>
                  </a:lnTo>
                  <a:lnTo>
                    <a:pt x="3369339" y="1354578"/>
                  </a:lnTo>
                  <a:lnTo>
                    <a:pt x="3405348" y="1437372"/>
                  </a:lnTo>
                  <a:lnTo>
                    <a:pt x="3441329" y="1519432"/>
                  </a:lnTo>
                  <a:lnTo>
                    <a:pt x="3477261" y="1600154"/>
                  </a:lnTo>
                  <a:lnTo>
                    <a:pt x="3513138" y="1678976"/>
                  </a:lnTo>
                  <a:lnTo>
                    <a:pt x="3548967" y="1755392"/>
                  </a:lnTo>
                  <a:lnTo>
                    <a:pt x="3584775" y="1828968"/>
                  </a:lnTo>
                  <a:lnTo>
                    <a:pt x="3620615" y="1899344"/>
                  </a:lnTo>
                  <a:lnTo>
                    <a:pt x="3656566" y="1966245"/>
                  </a:lnTo>
                  <a:lnTo>
                    <a:pt x="3692740" y="2029477"/>
                  </a:lnTo>
                  <a:lnTo>
                    <a:pt x="3729286" y="2088930"/>
                  </a:lnTo>
                  <a:lnTo>
                    <a:pt x="3766395" y="2144568"/>
                  </a:lnTo>
                  <a:lnTo>
                    <a:pt x="3804306" y="2196425"/>
                  </a:lnTo>
                  <a:lnTo>
                    <a:pt x="3829811" y="2228504"/>
                  </a:lnTo>
                  <a:lnTo>
                    <a:pt x="3876246" y="2281234"/>
                  </a:lnTo>
                  <a:lnTo>
                    <a:pt x="3925070" y="2329057"/>
                  </a:lnTo>
                  <a:lnTo>
                    <a:pt x="3976992" y="2372183"/>
                  </a:lnTo>
                  <a:lnTo>
                    <a:pt x="4032789" y="2410989"/>
                  </a:lnTo>
                  <a:lnTo>
                    <a:pt x="4093257" y="2445915"/>
                  </a:lnTo>
                  <a:lnTo>
                    <a:pt x="4159162" y="2477399"/>
                  </a:lnTo>
                  <a:lnTo>
                    <a:pt x="4231169" y="2505843"/>
                  </a:lnTo>
                  <a:lnTo>
                    <a:pt x="4309756" y="2531586"/>
                  </a:lnTo>
                  <a:lnTo>
                    <a:pt x="4395090" y="2554896"/>
                  </a:lnTo>
                  <a:lnTo>
                    <a:pt x="4486874" y="2575963"/>
                  </a:lnTo>
                  <a:lnTo>
                    <a:pt x="4584175" y="2594900"/>
                  </a:lnTo>
                  <a:lnTo>
                    <a:pt x="4685271" y="2611745"/>
                  </a:lnTo>
                  <a:lnTo>
                    <a:pt x="4787552" y="2626484"/>
                  </a:lnTo>
                  <a:lnTo>
                    <a:pt x="4887574" y="2639071"/>
                  </a:lnTo>
                  <a:lnTo>
                    <a:pt x="4981315" y="2649464"/>
                  </a:lnTo>
                  <a:lnTo>
                    <a:pt x="5064657" y="2657672"/>
                  </a:lnTo>
                  <a:lnTo>
                    <a:pt x="5134050" y="2663785"/>
                  </a:lnTo>
                  <a:lnTo>
                    <a:pt x="5187185" y="2667995"/>
                  </a:lnTo>
                  <a:lnTo>
                    <a:pt x="5223515" y="2670596"/>
                  </a:lnTo>
                  <a:lnTo>
                    <a:pt x="5244456" y="2671957"/>
                  </a:lnTo>
                  <a:lnTo>
                    <a:pt x="5253298" y="2672480"/>
                  </a:lnTo>
                  <a:lnTo>
                    <a:pt x="5254955" y="2672570"/>
                  </a:lnTo>
                  <a:lnTo>
                    <a:pt x="6726343" y="2672570"/>
                  </a:lnTo>
                  <a:lnTo>
                    <a:pt x="6727472" y="2672641"/>
                  </a:lnTo>
                  <a:lnTo>
                    <a:pt x="6734901" y="2673147"/>
                  </a:lnTo>
                  <a:lnTo>
                    <a:pt x="6753633" y="2674545"/>
                  </a:lnTo>
                  <a:lnTo>
                    <a:pt x="6787134" y="2677298"/>
                  </a:lnTo>
                  <a:lnTo>
                    <a:pt x="6837089" y="2681833"/>
                  </a:lnTo>
                  <a:lnTo>
                    <a:pt x="6903274" y="2688503"/>
                  </a:lnTo>
                  <a:lnTo>
                    <a:pt x="6983703" y="2697547"/>
                  </a:lnTo>
                  <a:lnTo>
                    <a:pt x="7075078" y="2709089"/>
                  </a:lnTo>
                  <a:lnTo>
                    <a:pt x="7173428" y="2723151"/>
                  </a:lnTo>
                  <a:lnTo>
                    <a:pt x="7274759" y="2739695"/>
                  </a:lnTo>
                  <a:lnTo>
                    <a:pt x="7375564" y="2758665"/>
                  </a:lnTo>
                  <a:lnTo>
                    <a:pt x="7473113" y="2780034"/>
                  </a:lnTo>
                  <a:lnTo>
                    <a:pt x="7565535" y="2803831"/>
                  </a:lnTo>
                  <a:lnTo>
                    <a:pt x="7651756" y="2830165"/>
                  </a:lnTo>
                  <a:lnTo>
                    <a:pt x="7731358" y="2859230"/>
                  </a:lnTo>
                  <a:lnTo>
                    <a:pt x="7804406" y="2891310"/>
                  </a:lnTo>
                  <a:lnTo>
                    <a:pt x="7871305" y="2926773"/>
                  </a:lnTo>
                  <a:lnTo>
                    <a:pt x="7932667" y="2966058"/>
                  </a:lnTo>
                  <a:lnTo>
                    <a:pt x="7989221" y="3009659"/>
                  </a:lnTo>
                  <a:lnTo>
                    <a:pt x="8041743" y="3058080"/>
                  </a:lnTo>
                  <a:lnTo>
                    <a:pt x="8091000" y="3111781"/>
                  </a:lnTo>
                  <a:lnTo>
                    <a:pt x="8137710" y="3171071"/>
                  </a:lnTo>
                  <a:lnTo>
                    <a:pt x="8151487" y="3190193"/>
                  </a:lnTo>
                  <a:lnTo>
                    <a:pt x="8187797" y="3244217"/>
                  </a:lnTo>
                  <a:lnTo>
                    <a:pt x="8223215" y="3302071"/>
                  </a:lnTo>
                  <a:lnTo>
                    <a:pt x="8257977" y="3363833"/>
                  </a:lnTo>
                  <a:lnTo>
                    <a:pt x="8292272" y="3429525"/>
                  </a:lnTo>
                  <a:lnTo>
                    <a:pt x="8326253" y="3499101"/>
                  </a:lnTo>
                  <a:lnTo>
                    <a:pt x="8360043" y="3572449"/>
                  </a:lnTo>
                  <a:lnTo>
                    <a:pt x="8393733" y="3649382"/>
                  </a:lnTo>
                  <a:lnTo>
                    <a:pt x="8427391" y="3729635"/>
                  </a:lnTo>
                  <a:lnTo>
                    <a:pt x="8461063" y="3812871"/>
                  </a:lnTo>
                  <a:lnTo>
                    <a:pt x="8494773" y="3898679"/>
                  </a:lnTo>
                  <a:lnTo>
                    <a:pt x="8528533" y="3986586"/>
                  </a:lnTo>
                  <a:lnTo>
                    <a:pt x="8562338" y="4076060"/>
                  </a:lnTo>
                  <a:lnTo>
                    <a:pt x="8596177" y="4166529"/>
                  </a:lnTo>
                  <a:lnTo>
                    <a:pt x="8630029" y="4257394"/>
                  </a:lnTo>
                  <a:lnTo>
                    <a:pt x="8663874" y="4348045"/>
                  </a:lnTo>
                  <a:lnTo>
                    <a:pt x="8697691" y="4437876"/>
                  </a:lnTo>
                  <a:lnTo>
                    <a:pt x="8731465" y="4526305"/>
                  </a:lnTo>
                  <a:lnTo>
                    <a:pt x="8765190" y="4612788"/>
                  </a:lnTo>
                  <a:lnTo>
                    <a:pt x="8798871" y="4696833"/>
                  </a:lnTo>
                  <a:lnTo>
                    <a:pt x="8832529" y="4778011"/>
                  </a:lnTo>
                  <a:lnTo>
                    <a:pt x="8866204" y="4855960"/>
                  </a:lnTo>
                  <a:lnTo>
                    <a:pt x="8899955" y="4930394"/>
                  </a:lnTo>
                  <a:lnTo>
                    <a:pt x="8933869" y="5001105"/>
                  </a:lnTo>
                  <a:lnTo>
                    <a:pt x="8968057" y="5067958"/>
                  </a:lnTo>
                  <a:lnTo>
                    <a:pt x="9002661" y="5130887"/>
                  </a:lnTo>
                  <a:lnTo>
                    <a:pt x="9037863" y="5189895"/>
                  </a:lnTo>
                  <a:lnTo>
                    <a:pt x="9073881" y="5245044"/>
                  </a:lnTo>
                  <a:lnTo>
                    <a:pt x="9084767" y="5260686"/>
                  </a:lnTo>
                  <a:lnTo>
                    <a:pt x="9130832" y="5321694"/>
                  </a:lnTo>
                  <a:lnTo>
                    <a:pt x="9179243" y="5377070"/>
                  </a:lnTo>
                  <a:lnTo>
                    <a:pt x="9230694" y="5427050"/>
                  </a:lnTo>
                  <a:lnTo>
                    <a:pt x="9285941" y="5472061"/>
                  </a:lnTo>
                  <a:lnTo>
                    <a:pt x="9345763" y="5512604"/>
                  </a:lnTo>
                  <a:lnTo>
                    <a:pt x="9410909" y="5549178"/>
                  </a:lnTo>
                  <a:lnTo>
                    <a:pt x="9482035" y="5582243"/>
                  </a:lnTo>
                  <a:lnTo>
                    <a:pt x="9559622" y="5612189"/>
                  </a:lnTo>
                  <a:lnTo>
                    <a:pt x="9643852" y="5639327"/>
                  </a:lnTo>
                  <a:lnTo>
                    <a:pt x="9734471" y="5663879"/>
                  </a:lnTo>
                  <a:lnTo>
                    <a:pt x="9830622" y="5685979"/>
                  </a:lnTo>
                  <a:lnTo>
                    <a:pt x="9930688" y="5705679"/>
                  </a:lnTo>
                  <a:lnTo>
                    <a:pt x="10032198" y="5722965"/>
                  </a:lnTo>
                  <a:lnTo>
                    <a:pt x="10131861" y="5737786"/>
                  </a:lnTo>
                  <a:lnTo>
                    <a:pt x="10225786" y="5750094"/>
                  </a:lnTo>
                  <a:lnTo>
                    <a:pt x="10309932" y="5759889"/>
                  </a:lnTo>
                  <a:lnTo>
                    <a:pt x="10380724" y="5767260"/>
                  </a:lnTo>
                  <a:lnTo>
                    <a:pt x="10435718" y="5772411"/>
                  </a:lnTo>
                  <a:lnTo>
                    <a:pt x="10474124" y="5775662"/>
                  </a:lnTo>
                  <a:lnTo>
                    <a:pt x="10497050" y="5777424"/>
                  </a:lnTo>
                  <a:lnTo>
                    <a:pt x="10507448" y="5778151"/>
                  </a:lnTo>
                  <a:lnTo>
                    <a:pt x="10509911" y="5778309"/>
                  </a:lnTo>
                  <a:lnTo>
                    <a:pt x="11981298" y="5778309"/>
                  </a:lnTo>
                  <a:lnTo>
                    <a:pt x="11981298" y="5770136"/>
                  </a:lnTo>
                  <a:lnTo>
                    <a:pt x="10509911" y="5770136"/>
                  </a:lnTo>
                  <a:lnTo>
                    <a:pt x="10508781" y="5770065"/>
                  </a:lnTo>
                  <a:lnTo>
                    <a:pt x="10501352" y="5769560"/>
                  </a:lnTo>
                  <a:lnTo>
                    <a:pt x="10482620" y="5768161"/>
                  </a:lnTo>
                  <a:lnTo>
                    <a:pt x="10449120" y="5765409"/>
                  </a:lnTo>
                  <a:lnTo>
                    <a:pt x="10399164" y="5760873"/>
                  </a:lnTo>
                  <a:lnTo>
                    <a:pt x="10332979" y="5754203"/>
                  </a:lnTo>
                  <a:lnTo>
                    <a:pt x="10252550" y="5745159"/>
                  </a:lnTo>
                  <a:lnTo>
                    <a:pt x="10161175" y="5733617"/>
                  </a:lnTo>
                  <a:lnTo>
                    <a:pt x="10062825" y="5719555"/>
                  </a:lnTo>
                  <a:lnTo>
                    <a:pt x="9961494" y="5703012"/>
                  </a:lnTo>
                  <a:lnTo>
                    <a:pt x="9860689" y="5684041"/>
                  </a:lnTo>
                  <a:lnTo>
                    <a:pt x="9763140" y="5662672"/>
                  </a:lnTo>
                  <a:lnTo>
                    <a:pt x="9670719" y="5638875"/>
                  </a:lnTo>
                  <a:lnTo>
                    <a:pt x="9584497" y="5612541"/>
                  </a:lnTo>
                  <a:lnTo>
                    <a:pt x="9504896" y="5583476"/>
                  </a:lnTo>
                  <a:lnTo>
                    <a:pt x="9431847" y="5551396"/>
                  </a:lnTo>
                  <a:lnTo>
                    <a:pt x="9364948" y="5515934"/>
                  </a:lnTo>
                  <a:lnTo>
                    <a:pt x="9303586" y="5476648"/>
                  </a:lnTo>
                  <a:lnTo>
                    <a:pt x="9247032" y="5433048"/>
                  </a:lnTo>
                  <a:lnTo>
                    <a:pt x="9194511" y="5384627"/>
                  </a:lnTo>
                  <a:lnTo>
                    <a:pt x="9145253" y="5330926"/>
                  </a:lnTo>
                  <a:lnTo>
                    <a:pt x="9098543" y="5271635"/>
                  </a:lnTo>
                  <a:lnTo>
                    <a:pt x="9084767" y="5252513"/>
                  </a:lnTo>
                  <a:lnTo>
                    <a:pt x="9048457" y="5198489"/>
                  </a:lnTo>
                  <a:lnTo>
                    <a:pt x="9013038" y="5140635"/>
                  </a:lnTo>
                  <a:lnTo>
                    <a:pt x="8978277" y="5078873"/>
                  </a:lnTo>
                  <a:lnTo>
                    <a:pt x="8943982" y="5013182"/>
                  </a:lnTo>
                  <a:lnTo>
                    <a:pt x="8910000" y="4943605"/>
                  </a:lnTo>
                  <a:lnTo>
                    <a:pt x="8876210" y="4870257"/>
                  </a:lnTo>
                  <a:lnTo>
                    <a:pt x="8842520" y="4793325"/>
                  </a:lnTo>
                  <a:lnTo>
                    <a:pt x="8808862" y="4713071"/>
                  </a:lnTo>
                  <a:lnTo>
                    <a:pt x="8775191" y="4629835"/>
                  </a:lnTo>
                  <a:lnTo>
                    <a:pt x="8741480" y="4544027"/>
                  </a:lnTo>
                  <a:lnTo>
                    <a:pt x="8707721" y="4456121"/>
                  </a:lnTo>
                  <a:lnTo>
                    <a:pt x="8673915" y="4366647"/>
                  </a:lnTo>
                  <a:lnTo>
                    <a:pt x="8640076" y="4276177"/>
                  </a:lnTo>
                  <a:lnTo>
                    <a:pt x="8606224" y="4185312"/>
                  </a:lnTo>
                  <a:lnTo>
                    <a:pt x="8572379" y="4094661"/>
                  </a:lnTo>
                  <a:lnTo>
                    <a:pt x="8538562" y="4004831"/>
                  </a:lnTo>
                  <a:lnTo>
                    <a:pt x="8504788" y="3916402"/>
                  </a:lnTo>
                  <a:lnTo>
                    <a:pt x="8471063" y="3829918"/>
                  </a:lnTo>
                  <a:lnTo>
                    <a:pt x="8437382" y="3745873"/>
                  </a:lnTo>
                  <a:lnTo>
                    <a:pt x="8403724" y="3664696"/>
                  </a:lnTo>
                  <a:lnTo>
                    <a:pt x="8370049" y="3586747"/>
                  </a:lnTo>
                  <a:lnTo>
                    <a:pt x="8336298" y="3512312"/>
                  </a:lnTo>
                  <a:lnTo>
                    <a:pt x="8302384" y="3441601"/>
                  </a:lnTo>
                  <a:lnTo>
                    <a:pt x="8268197" y="3374749"/>
                  </a:lnTo>
                  <a:lnTo>
                    <a:pt x="8233592" y="3311819"/>
                  </a:lnTo>
                  <a:lnTo>
                    <a:pt x="8198391" y="3252811"/>
                  </a:lnTo>
                  <a:lnTo>
                    <a:pt x="8162373" y="3197662"/>
                  </a:lnTo>
                  <a:lnTo>
                    <a:pt x="8151487" y="3182020"/>
                  </a:lnTo>
                  <a:lnTo>
                    <a:pt x="8105422" y="3121012"/>
                  </a:lnTo>
                  <a:lnTo>
                    <a:pt x="8057010" y="3065636"/>
                  </a:lnTo>
                  <a:lnTo>
                    <a:pt x="8005559" y="3015656"/>
                  </a:lnTo>
                  <a:lnTo>
                    <a:pt x="7950312" y="2970645"/>
                  </a:lnTo>
                  <a:lnTo>
                    <a:pt x="7890491" y="2930103"/>
                  </a:lnTo>
                  <a:lnTo>
                    <a:pt x="7825345" y="2893528"/>
                  </a:lnTo>
                  <a:lnTo>
                    <a:pt x="7754218" y="2860464"/>
                  </a:lnTo>
                  <a:lnTo>
                    <a:pt x="7676632" y="2830517"/>
                  </a:lnTo>
                  <a:lnTo>
                    <a:pt x="7592401" y="2803379"/>
                  </a:lnTo>
                  <a:lnTo>
                    <a:pt x="7501782" y="2778827"/>
                  </a:lnTo>
                  <a:lnTo>
                    <a:pt x="7405631" y="2756727"/>
                  </a:lnTo>
                  <a:lnTo>
                    <a:pt x="7305566" y="2737028"/>
                  </a:lnTo>
                  <a:lnTo>
                    <a:pt x="7204055" y="2719742"/>
                  </a:lnTo>
                  <a:lnTo>
                    <a:pt x="7104392" y="2704920"/>
                  </a:lnTo>
                  <a:lnTo>
                    <a:pt x="7010467" y="2692612"/>
                  </a:lnTo>
                  <a:lnTo>
                    <a:pt x="6926321" y="2682817"/>
                  </a:lnTo>
                  <a:lnTo>
                    <a:pt x="6855530" y="2675447"/>
                  </a:lnTo>
                  <a:lnTo>
                    <a:pt x="6800536" y="2670295"/>
                  </a:lnTo>
                  <a:lnTo>
                    <a:pt x="6762130" y="2667044"/>
                  </a:lnTo>
                  <a:lnTo>
                    <a:pt x="6739203" y="2665283"/>
                  </a:lnTo>
                  <a:lnTo>
                    <a:pt x="6728805" y="2664555"/>
                  </a:lnTo>
                  <a:lnTo>
                    <a:pt x="6726343" y="2664397"/>
                  </a:lnTo>
                  <a:lnTo>
                    <a:pt x="5254955" y="2664397"/>
                  </a:lnTo>
                  <a:lnTo>
                    <a:pt x="5253799" y="2664335"/>
                  </a:lnTo>
                  <a:lnTo>
                    <a:pt x="5246201" y="2663890"/>
                  </a:lnTo>
                  <a:lnTo>
                    <a:pt x="5227056" y="2662662"/>
                  </a:lnTo>
                  <a:lnTo>
                    <a:pt x="5192850" y="2660244"/>
                  </a:lnTo>
                  <a:lnTo>
                    <a:pt x="5141911" y="2656262"/>
                  </a:lnTo>
                  <a:lnTo>
                    <a:pt x="5074536" y="2650410"/>
                  </a:lnTo>
                  <a:lnTo>
                    <a:pt x="4992827" y="2642482"/>
                  </a:lnTo>
                  <a:lnTo>
                    <a:pt x="4900210" y="2632374"/>
                  </a:lnTo>
                  <a:lnTo>
                    <a:pt x="4800769" y="2620071"/>
                  </a:lnTo>
                  <a:lnTo>
                    <a:pt x="4698572" y="2605609"/>
                  </a:lnTo>
                  <a:lnTo>
                    <a:pt x="4597156" y="2589036"/>
                  </a:lnTo>
                  <a:lnTo>
                    <a:pt x="4499245" y="2570372"/>
                  </a:lnTo>
                  <a:lnTo>
                    <a:pt x="4406675" y="2549587"/>
                  </a:lnTo>
                  <a:lnTo>
                    <a:pt x="4320474" y="2526577"/>
                  </a:lnTo>
                  <a:lnTo>
                    <a:pt x="4241010" y="2501164"/>
                  </a:lnTo>
                  <a:lnTo>
                    <a:pt x="4168169" y="2473089"/>
                  </a:lnTo>
                  <a:lnTo>
                    <a:pt x="4101505" y="2442022"/>
                  </a:lnTo>
                  <a:lnTo>
                    <a:pt x="4040372" y="2407568"/>
                  </a:lnTo>
                  <a:lnTo>
                    <a:pt x="3984012" y="2369292"/>
                  </a:lnTo>
                  <a:lnTo>
                    <a:pt x="3931631" y="2326751"/>
                  </a:lnTo>
                  <a:lnTo>
                    <a:pt x="3882446" y="2279556"/>
                  </a:lnTo>
                  <a:lnTo>
                    <a:pt x="3835737" y="2227466"/>
                  </a:lnTo>
                  <a:lnTo>
                    <a:pt x="3829811" y="2220331"/>
                  </a:lnTo>
                  <a:lnTo>
                    <a:pt x="3791214" y="2170912"/>
                  </a:lnTo>
                  <a:lnTo>
                    <a:pt x="3753608" y="2117768"/>
                  </a:lnTo>
                  <a:lnTo>
                    <a:pt x="3716717" y="2060824"/>
                  </a:lnTo>
                  <a:lnTo>
                    <a:pt x="3680317" y="2000069"/>
                  </a:lnTo>
                  <a:lnTo>
                    <a:pt x="3644234" y="1935564"/>
                  </a:lnTo>
                  <a:lnTo>
                    <a:pt x="3608332" y="1867447"/>
                  </a:lnTo>
                  <a:lnTo>
                    <a:pt x="3572510" y="1795940"/>
                  </a:lnTo>
                  <a:lnTo>
                    <a:pt x="3536700" y="1721347"/>
                  </a:lnTo>
                  <a:lnTo>
                    <a:pt x="3500857" y="1644053"/>
                  </a:lnTo>
                  <a:lnTo>
                    <a:pt x="3464961" y="1564521"/>
                  </a:lnTo>
                  <a:lnTo>
                    <a:pt x="3429010" y="1483275"/>
                  </a:lnTo>
                  <a:lnTo>
                    <a:pt x="3393017" y="1400894"/>
                  </a:lnTo>
                  <a:lnTo>
                    <a:pt x="3357003" y="1317992"/>
                  </a:lnTo>
                  <a:lnTo>
                    <a:pt x="3320994" y="1235197"/>
                  </a:lnTo>
                  <a:lnTo>
                    <a:pt x="3285013" y="1153138"/>
                  </a:lnTo>
                  <a:lnTo>
                    <a:pt x="3249081" y="1072416"/>
                  </a:lnTo>
                  <a:lnTo>
                    <a:pt x="3213204" y="993594"/>
                  </a:lnTo>
                  <a:lnTo>
                    <a:pt x="3177376" y="917177"/>
                  </a:lnTo>
                  <a:lnTo>
                    <a:pt x="3141567" y="843602"/>
                  </a:lnTo>
                  <a:lnTo>
                    <a:pt x="3105727" y="773225"/>
                  </a:lnTo>
                  <a:lnTo>
                    <a:pt x="3069776" y="706325"/>
                  </a:lnTo>
                  <a:lnTo>
                    <a:pt x="3033602" y="643092"/>
                  </a:lnTo>
                  <a:lnTo>
                    <a:pt x="2997056" y="583639"/>
                  </a:lnTo>
                  <a:lnTo>
                    <a:pt x="2959947" y="528001"/>
                  </a:lnTo>
                  <a:lnTo>
                    <a:pt x="2922036" y="476145"/>
                  </a:lnTo>
                  <a:lnTo>
                    <a:pt x="2896531" y="444066"/>
                  </a:lnTo>
                  <a:lnTo>
                    <a:pt x="2850096" y="391336"/>
                  </a:lnTo>
                  <a:lnTo>
                    <a:pt x="2801273" y="343513"/>
                  </a:lnTo>
                  <a:lnTo>
                    <a:pt x="2749350" y="300387"/>
                  </a:lnTo>
                  <a:lnTo>
                    <a:pt x="2693553" y="261581"/>
                  </a:lnTo>
                  <a:lnTo>
                    <a:pt x="2633085" y="226655"/>
                  </a:lnTo>
                  <a:lnTo>
                    <a:pt x="2567180" y="195170"/>
                  </a:lnTo>
                  <a:lnTo>
                    <a:pt x="2495173" y="166727"/>
                  </a:lnTo>
                  <a:lnTo>
                    <a:pt x="2416586" y="140984"/>
                  </a:lnTo>
                  <a:lnTo>
                    <a:pt x="2331252" y="117674"/>
                  </a:lnTo>
                  <a:lnTo>
                    <a:pt x="2239468" y="96606"/>
                  </a:lnTo>
                  <a:lnTo>
                    <a:pt x="2142167" y="77670"/>
                  </a:lnTo>
                  <a:lnTo>
                    <a:pt x="2041071" y="60824"/>
                  </a:lnTo>
                  <a:lnTo>
                    <a:pt x="1938791" y="46085"/>
                  </a:lnTo>
                  <a:lnTo>
                    <a:pt x="1838768" y="33499"/>
                  </a:lnTo>
                  <a:lnTo>
                    <a:pt x="1745027" y="23105"/>
                  </a:lnTo>
                  <a:lnTo>
                    <a:pt x="1661685" y="14897"/>
                  </a:lnTo>
                  <a:lnTo>
                    <a:pt x="1592292" y="8785"/>
                  </a:lnTo>
                  <a:lnTo>
                    <a:pt x="1539157" y="4575"/>
                  </a:lnTo>
                  <a:lnTo>
                    <a:pt x="1502827" y="1973"/>
                  </a:lnTo>
                  <a:lnTo>
                    <a:pt x="1481886" y="613"/>
                  </a:lnTo>
                  <a:lnTo>
                    <a:pt x="1473044" y="90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501" name="pl501"/>
            <p:cNvSpPr/>
            <p:nvPr/>
          </p:nvSpPr>
          <p:spPr>
            <a:xfrm>
              <a:off x="4799595" y="5273998"/>
              <a:ext cx="11981298" cy="5770136"/>
            </a:xfrm>
            <a:custGeom>
              <a:avLst/>
              <a:pathLst>
                <a:path w="11981298" h="5770136">
                  <a:moveTo>
                    <a:pt x="0" y="0"/>
                  </a:moveTo>
                  <a:lnTo>
                    <a:pt x="1471387" y="0"/>
                  </a:lnTo>
                  <a:lnTo>
                    <a:pt x="1472543" y="62"/>
                  </a:lnTo>
                  <a:lnTo>
                    <a:pt x="1480141" y="506"/>
                  </a:lnTo>
                  <a:lnTo>
                    <a:pt x="1499286" y="1734"/>
                  </a:lnTo>
                  <a:lnTo>
                    <a:pt x="1533492" y="4152"/>
                  </a:lnTo>
                  <a:lnTo>
                    <a:pt x="1584431" y="8135"/>
                  </a:lnTo>
                  <a:lnTo>
                    <a:pt x="1651806" y="13987"/>
                  </a:lnTo>
                  <a:lnTo>
                    <a:pt x="1733515" y="21915"/>
                  </a:lnTo>
                  <a:lnTo>
                    <a:pt x="1826132" y="32023"/>
                  </a:lnTo>
                  <a:lnTo>
                    <a:pt x="1925573" y="44326"/>
                  </a:lnTo>
                  <a:lnTo>
                    <a:pt x="2027770" y="58787"/>
                  </a:lnTo>
                  <a:lnTo>
                    <a:pt x="2129187" y="75361"/>
                  </a:lnTo>
                  <a:lnTo>
                    <a:pt x="2227097" y="94024"/>
                  </a:lnTo>
                  <a:lnTo>
                    <a:pt x="2319667" y="114810"/>
                  </a:lnTo>
                  <a:lnTo>
                    <a:pt x="2405868" y="137819"/>
                  </a:lnTo>
                  <a:lnTo>
                    <a:pt x="2485332" y="163232"/>
                  </a:lnTo>
                  <a:lnTo>
                    <a:pt x="2558173" y="191307"/>
                  </a:lnTo>
                  <a:lnTo>
                    <a:pt x="2624837" y="222374"/>
                  </a:lnTo>
                  <a:lnTo>
                    <a:pt x="2685970" y="256828"/>
                  </a:lnTo>
                  <a:lnTo>
                    <a:pt x="2742330" y="295104"/>
                  </a:lnTo>
                  <a:lnTo>
                    <a:pt x="2794711" y="337645"/>
                  </a:lnTo>
                  <a:lnTo>
                    <a:pt x="2843896" y="384841"/>
                  </a:lnTo>
                  <a:lnTo>
                    <a:pt x="2890605" y="436930"/>
                  </a:lnTo>
                  <a:lnTo>
                    <a:pt x="2896531" y="444066"/>
                  </a:lnTo>
                  <a:lnTo>
                    <a:pt x="2935128" y="493484"/>
                  </a:lnTo>
                  <a:lnTo>
                    <a:pt x="2972734" y="546628"/>
                  </a:lnTo>
                  <a:lnTo>
                    <a:pt x="3009625" y="603572"/>
                  </a:lnTo>
                  <a:lnTo>
                    <a:pt x="3046025" y="664327"/>
                  </a:lnTo>
                  <a:lnTo>
                    <a:pt x="3082108" y="728833"/>
                  </a:lnTo>
                  <a:lnTo>
                    <a:pt x="3118010" y="796950"/>
                  </a:lnTo>
                  <a:lnTo>
                    <a:pt x="3153832" y="868457"/>
                  </a:lnTo>
                  <a:lnTo>
                    <a:pt x="3189643" y="943050"/>
                  </a:lnTo>
                  <a:lnTo>
                    <a:pt x="3225486" y="1020343"/>
                  </a:lnTo>
                  <a:lnTo>
                    <a:pt x="3261381" y="1099876"/>
                  </a:lnTo>
                  <a:lnTo>
                    <a:pt x="3297332" y="1181122"/>
                  </a:lnTo>
                  <a:lnTo>
                    <a:pt x="3333325" y="1263502"/>
                  </a:lnTo>
                  <a:lnTo>
                    <a:pt x="3369339" y="1346405"/>
                  </a:lnTo>
                  <a:lnTo>
                    <a:pt x="3405348" y="1429199"/>
                  </a:lnTo>
                  <a:lnTo>
                    <a:pt x="3441329" y="1511259"/>
                  </a:lnTo>
                  <a:lnTo>
                    <a:pt x="3477261" y="1591981"/>
                  </a:lnTo>
                  <a:lnTo>
                    <a:pt x="3513138" y="1670803"/>
                  </a:lnTo>
                  <a:lnTo>
                    <a:pt x="3548967" y="1747219"/>
                  </a:lnTo>
                  <a:lnTo>
                    <a:pt x="3584775" y="1820795"/>
                  </a:lnTo>
                  <a:lnTo>
                    <a:pt x="3620615" y="1891171"/>
                  </a:lnTo>
                  <a:lnTo>
                    <a:pt x="3656566" y="1958072"/>
                  </a:lnTo>
                  <a:lnTo>
                    <a:pt x="3692740" y="2021304"/>
                  </a:lnTo>
                  <a:lnTo>
                    <a:pt x="3729286" y="2080757"/>
                  </a:lnTo>
                  <a:lnTo>
                    <a:pt x="3766395" y="2136395"/>
                  </a:lnTo>
                  <a:lnTo>
                    <a:pt x="3804306" y="2188252"/>
                  </a:lnTo>
                  <a:lnTo>
                    <a:pt x="3829811" y="2220331"/>
                  </a:lnTo>
                  <a:lnTo>
                    <a:pt x="3876246" y="2273061"/>
                  </a:lnTo>
                  <a:lnTo>
                    <a:pt x="3925070" y="2320884"/>
                  </a:lnTo>
                  <a:lnTo>
                    <a:pt x="3976992" y="2364010"/>
                  </a:lnTo>
                  <a:lnTo>
                    <a:pt x="4032789" y="2402816"/>
                  </a:lnTo>
                  <a:lnTo>
                    <a:pt x="4093257" y="2437742"/>
                  </a:lnTo>
                  <a:lnTo>
                    <a:pt x="4159162" y="2469226"/>
                  </a:lnTo>
                  <a:lnTo>
                    <a:pt x="4231169" y="2497670"/>
                  </a:lnTo>
                  <a:lnTo>
                    <a:pt x="4309756" y="2523413"/>
                  </a:lnTo>
                  <a:lnTo>
                    <a:pt x="4395090" y="2546723"/>
                  </a:lnTo>
                  <a:lnTo>
                    <a:pt x="4486874" y="2567790"/>
                  </a:lnTo>
                  <a:lnTo>
                    <a:pt x="4584175" y="2586727"/>
                  </a:lnTo>
                  <a:lnTo>
                    <a:pt x="4685271" y="2603572"/>
                  </a:lnTo>
                  <a:lnTo>
                    <a:pt x="4787552" y="2618311"/>
                  </a:lnTo>
                  <a:lnTo>
                    <a:pt x="4887574" y="2630898"/>
                  </a:lnTo>
                  <a:lnTo>
                    <a:pt x="4981315" y="2641291"/>
                  </a:lnTo>
                  <a:lnTo>
                    <a:pt x="5064657" y="2649499"/>
                  </a:lnTo>
                  <a:lnTo>
                    <a:pt x="5134050" y="2655612"/>
                  </a:lnTo>
                  <a:lnTo>
                    <a:pt x="5187185" y="2659822"/>
                  </a:lnTo>
                  <a:lnTo>
                    <a:pt x="5223515" y="2662423"/>
                  </a:lnTo>
                  <a:lnTo>
                    <a:pt x="5244456" y="2663784"/>
                  </a:lnTo>
                  <a:lnTo>
                    <a:pt x="5253298" y="2664307"/>
                  </a:lnTo>
                  <a:lnTo>
                    <a:pt x="5254952" y="2664397"/>
                  </a:lnTo>
                  <a:lnTo>
                    <a:pt x="5254955" y="2664397"/>
                  </a:lnTo>
                  <a:lnTo>
                    <a:pt x="6726343" y="2664397"/>
                  </a:lnTo>
                  <a:lnTo>
                    <a:pt x="6727472" y="2664468"/>
                  </a:lnTo>
                  <a:lnTo>
                    <a:pt x="6734901" y="2664974"/>
                  </a:lnTo>
                  <a:lnTo>
                    <a:pt x="6753633" y="2666372"/>
                  </a:lnTo>
                  <a:lnTo>
                    <a:pt x="6787134" y="2669125"/>
                  </a:lnTo>
                  <a:lnTo>
                    <a:pt x="6837089" y="2673660"/>
                  </a:lnTo>
                  <a:lnTo>
                    <a:pt x="6903274" y="2680330"/>
                  </a:lnTo>
                  <a:lnTo>
                    <a:pt x="6983703" y="2689374"/>
                  </a:lnTo>
                  <a:lnTo>
                    <a:pt x="7075078" y="2700916"/>
                  </a:lnTo>
                  <a:lnTo>
                    <a:pt x="7173428" y="2714978"/>
                  </a:lnTo>
                  <a:lnTo>
                    <a:pt x="7274759" y="2731522"/>
                  </a:lnTo>
                  <a:lnTo>
                    <a:pt x="7375564" y="2750492"/>
                  </a:lnTo>
                  <a:lnTo>
                    <a:pt x="7473113" y="2771861"/>
                  </a:lnTo>
                  <a:lnTo>
                    <a:pt x="7565535" y="2795658"/>
                  </a:lnTo>
                  <a:lnTo>
                    <a:pt x="7651756" y="2821992"/>
                  </a:lnTo>
                  <a:lnTo>
                    <a:pt x="7731358" y="2851057"/>
                  </a:lnTo>
                  <a:lnTo>
                    <a:pt x="7804406" y="2883137"/>
                  </a:lnTo>
                  <a:lnTo>
                    <a:pt x="7871305" y="2918600"/>
                  </a:lnTo>
                  <a:lnTo>
                    <a:pt x="7932667" y="2957885"/>
                  </a:lnTo>
                  <a:lnTo>
                    <a:pt x="7989221" y="3001486"/>
                  </a:lnTo>
                  <a:lnTo>
                    <a:pt x="8041743" y="3049907"/>
                  </a:lnTo>
                  <a:lnTo>
                    <a:pt x="8091000" y="3103608"/>
                  </a:lnTo>
                  <a:lnTo>
                    <a:pt x="8137710" y="3162898"/>
                  </a:lnTo>
                  <a:lnTo>
                    <a:pt x="8151487" y="3182020"/>
                  </a:lnTo>
                  <a:lnTo>
                    <a:pt x="8187797" y="3236044"/>
                  </a:lnTo>
                  <a:lnTo>
                    <a:pt x="8223215" y="3293898"/>
                  </a:lnTo>
                  <a:lnTo>
                    <a:pt x="8257977" y="3355660"/>
                  </a:lnTo>
                  <a:lnTo>
                    <a:pt x="8292272" y="3421352"/>
                  </a:lnTo>
                  <a:lnTo>
                    <a:pt x="8326253" y="3490928"/>
                  </a:lnTo>
                  <a:lnTo>
                    <a:pt x="8360043" y="3564276"/>
                  </a:lnTo>
                  <a:lnTo>
                    <a:pt x="8393733" y="3641209"/>
                  </a:lnTo>
                  <a:lnTo>
                    <a:pt x="8427391" y="3721462"/>
                  </a:lnTo>
                  <a:lnTo>
                    <a:pt x="8461063" y="3804698"/>
                  </a:lnTo>
                  <a:lnTo>
                    <a:pt x="8494773" y="3890506"/>
                  </a:lnTo>
                  <a:lnTo>
                    <a:pt x="8528533" y="3978413"/>
                  </a:lnTo>
                  <a:lnTo>
                    <a:pt x="8562338" y="4067887"/>
                  </a:lnTo>
                  <a:lnTo>
                    <a:pt x="8596177" y="4158356"/>
                  </a:lnTo>
                  <a:lnTo>
                    <a:pt x="8630029" y="4249221"/>
                  </a:lnTo>
                  <a:lnTo>
                    <a:pt x="8663874" y="4339872"/>
                  </a:lnTo>
                  <a:lnTo>
                    <a:pt x="8697691" y="4429703"/>
                  </a:lnTo>
                  <a:lnTo>
                    <a:pt x="8731465" y="4518132"/>
                  </a:lnTo>
                  <a:lnTo>
                    <a:pt x="8765190" y="4604615"/>
                  </a:lnTo>
                  <a:lnTo>
                    <a:pt x="8798871" y="4688660"/>
                  </a:lnTo>
                  <a:lnTo>
                    <a:pt x="8832529" y="4769838"/>
                  </a:lnTo>
                  <a:lnTo>
                    <a:pt x="8866204" y="4847787"/>
                  </a:lnTo>
                  <a:lnTo>
                    <a:pt x="8899955" y="4922221"/>
                  </a:lnTo>
                  <a:lnTo>
                    <a:pt x="8933869" y="4992932"/>
                  </a:lnTo>
                  <a:lnTo>
                    <a:pt x="8968057" y="5059785"/>
                  </a:lnTo>
                  <a:lnTo>
                    <a:pt x="9002661" y="5122714"/>
                  </a:lnTo>
                  <a:lnTo>
                    <a:pt x="9037863" y="5181722"/>
                  </a:lnTo>
                  <a:lnTo>
                    <a:pt x="9073881" y="5236871"/>
                  </a:lnTo>
                  <a:lnTo>
                    <a:pt x="9084767" y="5252513"/>
                  </a:lnTo>
                  <a:lnTo>
                    <a:pt x="9130832" y="5313521"/>
                  </a:lnTo>
                  <a:lnTo>
                    <a:pt x="9179243" y="5368897"/>
                  </a:lnTo>
                  <a:lnTo>
                    <a:pt x="9230694" y="5418877"/>
                  </a:lnTo>
                  <a:lnTo>
                    <a:pt x="9285941" y="5463888"/>
                  </a:lnTo>
                  <a:lnTo>
                    <a:pt x="9345763" y="5504431"/>
                  </a:lnTo>
                  <a:lnTo>
                    <a:pt x="9410909" y="5541005"/>
                  </a:lnTo>
                  <a:lnTo>
                    <a:pt x="9482035" y="5574070"/>
                  </a:lnTo>
                  <a:lnTo>
                    <a:pt x="9559622" y="5604016"/>
                  </a:lnTo>
                  <a:lnTo>
                    <a:pt x="9643852" y="5631154"/>
                  </a:lnTo>
                  <a:lnTo>
                    <a:pt x="9734471" y="5655706"/>
                  </a:lnTo>
                  <a:lnTo>
                    <a:pt x="9830622" y="5677806"/>
                  </a:lnTo>
                  <a:lnTo>
                    <a:pt x="9930688" y="5697506"/>
                  </a:lnTo>
                  <a:lnTo>
                    <a:pt x="10032198" y="5714792"/>
                  </a:lnTo>
                  <a:lnTo>
                    <a:pt x="10131861" y="5729613"/>
                  </a:lnTo>
                  <a:lnTo>
                    <a:pt x="10225786" y="5741921"/>
                  </a:lnTo>
                  <a:lnTo>
                    <a:pt x="10309932" y="5751716"/>
                  </a:lnTo>
                  <a:lnTo>
                    <a:pt x="10380724" y="5759087"/>
                  </a:lnTo>
                  <a:lnTo>
                    <a:pt x="10435718" y="5764238"/>
                  </a:lnTo>
                  <a:lnTo>
                    <a:pt x="10474124" y="5767489"/>
                  </a:lnTo>
                  <a:lnTo>
                    <a:pt x="10497050" y="5769251"/>
                  </a:lnTo>
                  <a:lnTo>
                    <a:pt x="10507448" y="5769978"/>
                  </a:lnTo>
                  <a:lnTo>
                    <a:pt x="10509878" y="5770134"/>
                  </a:lnTo>
                  <a:lnTo>
                    <a:pt x="10509911" y="5770136"/>
                  </a:lnTo>
                  <a:lnTo>
                    <a:pt x="11981298" y="577013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02" name="pl502"/>
            <p:cNvSpPr/>
            <p:nvPr/>
          </p:nvSpPr>
          <p:spPr>
            <a:xfrm>
              <a:off x="4799595" y="5265825"/>
              <a:ext cx="11981298" cy="5770136"/>
            </a:xfrm>
            <a:custGeom>
              <a:avLst/>
              <a:pathLst>
                <a:path w="11981298" h="5770136">
                  <a:moveTo>
                    <a:pt x="11981298" y="5770136"/>
                  </a:moveTo>
                  <a:lnTo>
                    <a:pt x="10509911" y="5770136"/>
                  </a:lnTo>
                  <a:lnTo>
                    <a:pt x="10508781" y="5770065"/>
                  </a:lnTo>
                  <a:lnTo>
                    <a:pt x="10501352" y="5769560"/>
                  </a:lnTo>
                  <a:lnTo>
                    <a:pt x="10482620" y="5768161"/>
                  </a:lnTo>
                  <a:lnTo>
                    <a:pt x="10449120" y="5765409"/>
                  </a:lnTo>
                  <a:lnTo>
                    <a:pt x="10399164" y="5760873"/>
                  </a:lnTo>
                  <a:lnTo>
                    <a:pt x="10332979" y="5754203"/>
                  </a:lnTo>
                  <a:lnTo>
                    <a:pt x="10252550" y="5745159"/>
                  </a:lnTo>
                  <a:lnTo>
                    <a:pt x="10161175" y="5733617"/>
                  </a:lnTo>
                  <a:lnTo>
                    <a:pt x="10062825" y="5719555"/>
                  </a:lnTo>
                  <a:lnTo>
                    <a:pt x="9961494" y="5703012"/>
                  </a:lnTo>
                  <a:lnTo>
                    <a:pt x="9860689" y="5684041"/>
                  </a:lnTo>
                  <a:lnTo>
                    <a:pt x="9763140" y="5662672"/>
                  </a:lnTo>
                  <a:lnTo>
                    <a:pt x="9670719" y="5638875"/>
                  </a:lnTo>
                  <a:lnTo>
                    <a:pt x="9584497" y="5612541"/>
                  </a:lnTo>
                  <a:lnTo>
                    <a:pt x="9504896" y="5583476"/>
                  </a:lnTo>
                  <a:lnTo>
                    <a:pt x="9431847" y="5551396"/>
                  </a:lnTo>
                  <a:lnTo>
                    <a:pt x="9364948" y="5515934"/>
                  </a:lnTo>
                  <a:lnTo>
                    <a:pt x="9303586" y="5476648"/>
                  </a:lnTo>
                  <a:lnTo>
                    <a:pt x="9247032" y="5433048"/>
                  </a:lnTo>
                  <a:lnTo>
                    <a:pt x="9194511" y="5384627"/>
                  </a:lnTo>
                  <a:lnTo>
                    <a:pt x="9145253" y="5330926"/>
                  </a:lnTo>
                  <a:lnTo>
                    <a:pt x="9098543" y="5271635"/>
                  </a:lnTo>
                  <a:lnTo>
                    <a:pt x="9084767" y="5252513"/>
                  </a:lnTo>
                  <a:lnTo>
                    <a:pt x="9048457" y="5198489"/>
                  </a:lnTo>
                  <a:lnTo>
                    <a:pt x="9013038" y="5140635"/>
                  </a:lnTo>
                  <a:lnTo>
                    <a:pt x="8978277" y="5078873"/>
                  </a:lnTo>
                  <a:lnTo>
                    <a:pt x="8943982" y="5013182"/>
                  </a:lnTo>
                  <a:lnTo>
                    <a:pt x="8910000" y="4943605"/>
                  </a:lnTo>
                  <a:lnTo>
                    <a:pt x="8876210" y="4870257"/>
                  </a:lnTo>
                  <a:lnTo>
                    <a:pt x="8842520" y="4793325"/>
                  </a:lnTo>
                  <a:lnTo>
                    <a:pt x="8808862" y="4713071"/>
                  </a:lnTo>
                  <a:lnTo>
                    <a:pt x="8775191" y="4629835"/>
                  </a:lnTo>
                  <a:lnTo>
                    <a:pt x="8741480" y="4544027"/>
                  </a:lnTo>
                  <a:lnTo>
                    <a:pt x="8707721" y="4456121"/>
                  </a:lnTo>
                  <a:lnTo>
                    <a:pt x="8673915" y="4366647"/>
                  </a:lnTo>
                  <a:lnTo>
                    <a:pt x="8640076" y="4276177"/>
                  </a:lnTo>
                  <a:lnTo>
                    <a:pt x="8606224" y="4185312"/>
                  </a:lnTo>
                  <a:lnTo>
                    <a:pt x="8572379" y="4094661"/>
                  </a:lnTo>
                  <a:lnTo>
                    <a:pt x="8538562" y="4004831"/>
                  </a:lnTo>
                  <a:lnTo>
                    <a:pt x="8504788" y="3916402"/>
                  </a:lnTo>
                  <a:lnTo>
                    <a:pt x="8471063" y="3829918"/>
                  </a:lnTo>
                  <a:lnTo>
                    <a:pt x="8437382" y="3745873"/>
                  </a:lnTo>
                  <a:lnTo>
                    <a:pt x="8403724" y="3664696"/>
                  </a:lnTo>
                  <a:lnTo>
                    <a:pt x="8370049" y="3586747"/>
                  </a:lnTo>
                  <a:lnTo>
                    <a:pt x="8336298" y="3512312"/>
                  </a:lnTo>
                  <a:lnTo>
                    <a:pt x="8302384" y="3441601"/>
                  </a:lnTo>
                  <a:lnTo>
                    <a:pt x="8268197" y="3374749"/>
                  </a:lnTo>
                  <a:lnTo>
                    <a:pt x="8233592" y="3311819"/>
                  </a:lnTo>
                  <a:lnTo>
                    <a:pt x="8198391" y="3252811"/>
                  </a:lnTo>
                  <a:lnTo>
                    <a:pt x="8162373" y="3197662"/>
                  </a:lnTo>
                  <a:lnTo>
                    <a:pt x="8151487" y="3182020"/>
                  </a:lnTo>
                  <a:lnTo>
                    <a:pt x="8105422" y="3121012"/>
                  </a:lnTo>
                  <a:lnTo>
                    <a:pt x="8057010" y="3065636"/>
                  </a:lnTo>
                  <a:lnTo>
                    <a:pt x="8005559" y="3015656"/>
                  </a:lnTo>
                  <a:lnTo>
                    <a:pt x="7950312" y="2970645"/>
                  </a:lnTo>
                  <a:lnTo>
                    <a:pt x="7890491" y="2930103"/>
                  </a:lnTo>
                  <a:lnTo>
                    <a:pt x="7825345" y="2893528"/>
                  </a:lnTo>
                  <a:lnTo>
                    <a:pt x="7754218" y="2860464"/>
                  </a:lnTo>
                  <a:lnTo>
                    <a:pt x="7676632" y="2830517"/>
                  </a:lnTo>
                  <a:lnTo>
                    <a:pt x="7592401" y="2803379"/>
                  </a:lnTo>
                  <a:lnTo>
                    <a:pt x="7501782" y="2778827"/>
                  </a:lnTo>
                  <a:lnTo>
                    <a:pt x="7405631" y="2756727"/>
                  </a:lnTo>
                  <a:lnTo>
                    <a:pt x="7305566" y="2737028"/>
                  </a:lnTo>
                  <a:lnTo>
                    <a:pt x="7204055" y="2719742"/>
                  </a:lnTo>
                  <a:lnTo>
                    <a:pt x="7104392" y="2704920"/>
                  </a:lnTo>
                  <a:lnTo>
                    <a:pt x="7010467" y="2692612"/>
                  </a:lnTo>
                  <a:lnTo>
                    <a:pt x="6926321" y="2682817"/>
                  </a:lnTo>
                  <a:lnTo>
                    <a:pt x="6855530" y="2675447"/>
                  </a:lnTo>
                  <a:lnTo>
                    <a:pt x="6800536" y="2670295"/>
                  </a:lnTo>
                  <a:lnTo>
                    <a:pt x="6762130" y="2667044"/>
                  </a:lnTo>
                  <a:lnTo>
                    <a:pt x="6739203" y="2665283"/>
                  </a:lnTo>
                  <a:lnTo>
                    <a:pt x="6728805" y="2664555"/>
                  </a:lnTo>
                  <a:lnTo>
                    <a:pt x="6726375" y="2664399"/>
                  </a:lnTo>
                  <a:lnTo>
                    <a:pt x="6726343" y="2664397"/>
                  </a:lnTo>
                  <a:lnTo>
                    <a:pt x="5254955" y="2664397"/>
                  </a:lnTo>
                  <a:lnTo>
                    <a:pt x="5253799" y="2664335"/>
                  </a:lnTo>
                  <a:lnTo>
                    <a:pt x="5246201" y="2663890"/>
                  </a:lnTo>
                  <a:lnTo>
                    <a:pt x="5227056" y="2662662"/>
                  </a:lnTo>
                  <a:lnTo>
                    <a:pt x="5192850" y="2660244"/>
                  </a:lnTo>
                  <a:lnTo>
                    <a:pt x="5141911" y="2656262"/>
                  </a:lnTo>
                  <a:lnTo>
                    <a:pt x="5074536" y="2650410"/>
                  </a:lnTo>
                  <a:lnTo>
                    <a:pt x="4992827" y="2642482"/>
                  </a:lnTo>
                  <a:lnTo>
                    <a:pt x="4900210" y="2632374"/>
                  </a:lnTo>
                  <a:lnTo>
                    <a:pt x="4800769" y="2620071"/>
                  </a:lnTo>
                  <a:lnTo>
                    <a:pt x="4698572" y="2605609"/>
                  </a:lnTo>
                  <a:lnTo>
                    <a:pt x="4597156" y="2589036"/>
                  </a:lnTo>
                  <a:lnTo>
                    <a:pt x="4499245" y="2570372"/>
                  </a:lnTo>
                  <a:lnTo>
                    <a:pt x="4406675" y="2549587"/>
                  </a:lnTo>
                  <a:lnTo>
                    <a:pt x="4320474" y="2526577"/>
                  </a:lnTo>
                  <a:lnTo>
                    <a:pt x="4241010" y="2501164"/>
                  </a:lnTo>
                  <a:lnTo>
                    <a:pt x="4168169" y="2473089"/>
                  </a:lnTo>
                  <a:lnTo>
                    <a:pt x="4101505" y="2442022"/>
                  </a:lnTo>
                  <a:lnTo>
                    <a:pt x="4040372" y="2407568"/>
                  </a:lnTo>
                  <a:lnTo>
                    <a:pt x="3984012" y="2369292"/>
                  </a:lnTo>
                  <a:lnTo>
                    <a:pt x="3931631" y="2326751"/>
                  </a:lnTo>
                  <a:lnTo>
                    <a:pt x="3882446" y="2279556"/>
                  </a:lnTo>
                  <a:lnTo>
                    <a:pt x="3835737" y="2227466"/>
                  </a:lnTo>
                  <a:lnTo>
                    <a:pt x="3829811" y="2220331"/>
                  </a:lnTo>
                  <a:lnTo>
                    <a:pt x="3791214" y="2170912"/>
                  </a:lnTo>
                  <a:lnTo>
                    <a:pt x="3753608" y="2117768"/>
                  </a:lnTo>
                  <a:lnTo>
                    <a:pt x="3716717" y="2060824"/>
                  </a:lnTo>
                  <a:lnTo>
                    <a:pt x="3680317" y="2000069"/>
                  </a:lnTo>
                  <a:lnTo>
                    <a:pt x="3644234" y="1935564"/>
                  </a:lnTo>
                  <a:lnTo>
                    <a:pt x="3608332" y="1867447"/>
                  </a:lnTo>
                  <a:lnTo>
                    <a:pt x="3572510" y="1795940"/>
                  </a:lnTo>
                  <a:lnTo>
                    <a:pt x="3536700" y="1721347"/>
                  </a:lnTo>
                  <a:lnTo>
                    <a:pt x="3500857" y="1644053"/>
                  </a:lnTo>
                  <a:lnTo>
                    <a:pt x="3464961" y="1564521"/>
                  </a:lnTo>
                  <a:lnTo>
                    <a:pt x="3429010" y="1483275"/>
                  </a:lnTo>
                  <a:lnTo>
                    <a:pt x="3393017" y="1400894"/>
                  </a:lnTo>
                  <a:lnTo>
                    <a:pt x="3357003" y="1317992"/>
                  </a:lnTo>
                  <a:lnTo>
                    <a:pt x="3320994" y="1235197"/>
                  </a:lnTo>
                  <a:lnTo>
                    <a:pt x="3285013" y="1153138"/>
                  </a:lnTo>
                  <a:lnTo>
                    <a:pt x="3249081" y="1072416"/>
                  </a:lnTo>
                  <a:lnTo>
                    <a:pt x="3213204" y="993594"/>
                  </a:lnTo>
                  <a:lnTo>
                    <a:pt x="3177376" y="917177"/>
                  </a:lnTo>
                  <a:lnTo>
                    <a:pt x="3141567" y="843602"/>
                  </a:lnTo>
                  <a:lnTo>
                    <a:pt x="3105727" y="773225"/>
                  </a:lnTo>
                  <a:lnTo>
                    <a:pt x="3069776" y="706325"/>
                  </a:lnTo>
                  <a:lnTo>
                    <a:pt x="3033602" y="643092"/>
                  </a:lnTo>
                  <a:lnTo>
                    <a:pt x="2997056" y="583639"/>
                  </a:lnTo>
                  <a:lnTo>
                    <a:pt x="2959947" y="528001"/>
                  </a:lnTo>
                  <a:lnTo>
                    <a:pt x="2922036" y="476145"/>
                  </a:lnTo>
                  <a:lnTo>
                    <a:pt x="2896531" y="444066"/>
                  </a:lnTo>
                  <a:lnTo>
                    <a:pt x="2850096" y="391336"/>
                  </a:lnTo>
                  <a:lnTo>
                    <a:pt x="2801273" y="343513"/>
                  </a:lnTo>
                  <a:lnTo>
                    <a:pt x="2749350" y="300387"/>
                  </a:lnTo>
                  <a:lnTo>
                    <a:pt x="2693553" y="261581"/>
                  </a:lnTo>
                  <a:lnTo>
                    <a:pt x="2633085" y="226655"/>
                  </a:lnTo>
                  <a:lnTo>
                    <a:pt x="2567180" y="195170"/>
                  </a:lnTo>
                  <a:lnTo>
                    <a:pt x="2495173" y="166727"/>
                  </a:lnTo>
                  <a:lnTo>
                    <a:pt x="2416586" y="140984"/>
                  </a:lnTo>
                  <a:lnTo>
                    <a:pt x="2331252" y="117674"/>
                  </a:lnTo>
                  <a:lnTo>
                    <a:pt x="2239468" y="96606"/>
                  </a:lnTo>
                  <a:lnTo>
                    <a:pt x="2142167" y="77670"/>
                  </a:lnTo>
                  <a:lnTo>
                    <a:pt x="2041071" y="60824"/>
                  </a:lnTo>
                  <a:lnTo>
                    <a:pt x="1938791" y="46085"/>
                  </a:lnTo>
                  <a:lnTo>
                    <a:pt x="1838768" y="33499"/>
                  </a:lnTo>
                  <a:lnTo>
                    <a:pt x="1745027" y="23105"/>
                  </a:lnTo>
                  <a:lnTo>
                    <a:pt x="1661685" y="14897"/>
                  </a:lnTo>
                  <a:lnTo>
                    <a:pt x="1592292" y="8785"/>
                  </a:lnTo>
                  <a:lnTo>
                    <a:pt x="1539157" y="4575"/>
                  </a:lnTo>
                  <a:lnTo>
                    <a:pt x="1502827" y="1973"/>
                  </a:lnTo>
                  <a:lnTo>
                    <a:pt x="1481886" y="613"/>
                  </a:lnTo>
                  <a:lnTo>
                    <a:pt x="1473044" y="90"/>
                  </a:lnTo>
                  <a:lnTo>
                    <a:pt x="1471390" y="0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03" name="pg503"/>
            <p:cNvSpPr/>
            <p:nvPr/>
          </p:nvSpPr>
          <p:spPr>
            <a:xfrm>
              <a:off x="4799595" y="4611985"/>
              <a:ext cx="11981298" cy="5582157"/>
            </a:xfrm>
            <a:custGeom>
              <a:avLst/>
              <a:pathLst>
                <a:path w="11981298" h="5582157">
                  <a:moveTo>
                    <a:pt x="0" y="1822578"/>
                  </a:moveTo>
                  <a:lnTo>
                    <a:pt x="1471387" y="1822578"/>
                  </a:lnTo>
                  <a:lnTo>
                    <a:pt x="1472474" y="1822661"/>
                  </a:lnTo>
                  <a:lnTo>
                    <a:pt x="1479625" y="1823249"/>
                  </a:lnTo>
                  <a:lnTo>
                    <a:pt x="1497678" y="1824875"/>
                  </a:lnTo>
                  <a:lnTo>
                    <a:pt x="1530018" y="1828077"/>
                  </a:lnTo>
                  <a:lnTo>
                    <a:pt x="1578347" y="1833356"/>
                  </a:lnTo>
                  <a:lnTo>
                    <a:pt x="1642558" y="1841129"/>
                  </a:lnTo>
                  <a:lnTo>
                    <a:pt x="1720849" y="1851684"/>
                  </a:lnTo>
                  <a:lnTo>
                    <a:pt x="1810135" y="1865176"/>
                  </a:lnTo>
                  <a:lnTo>
                    <a:pt x="1906631" y="1881641"/>
                  </a:lnTo>
                  <a:lnTo>
                    <a:pt x="2006473" y="1901039"/>
                  </a:lnTo>
                  <a:lnTo>
                    <a:pt x="2106209" y="1923306"/>
                  </a:lnTo>
                  <a:lnTo>
                    <a:pt x="2203104" y="1948401"/>
                  </a:lnTo>
                  <a:lnTo>
                    <a:pt x="2295237" y="1976349"/>
                  </a:lnTo>
                  <a:lnTo>
                    <a:pt x="2381458" y="2007257"/>
                  </a:lnTo>
                  <a:lnTo>
                    <a:pt x="2461265" y="2041336"/>
                  </a:lnTo>
                  <a:lnTo>
                    <a:pt x="2534646" y="2078895"/>
                  </a:lnTo>
                  <a:lnTo>
                    <a:pt x="2601935" y="2120343"/>
                  </a:lnTo>
                  <a:lnTo>
                    <a:pt x="2663685" y="2166177"/>
                  </a:lnTo>
                  <a:lnTo>
                    <a:pt x="2720578" y="2216956"/>
                  </a:lnTo>
                  <a:lnTo>
                    <a:pt x="2773355" y="2273272"/>
                  </a:lnTo>
                  <a:lnTo>
                    <a:pt x="2822759" y="2335683"/>
                  </a:lnTo>
                  <a:lnTo>
                    <a:pt x="2869498" y="2404610"/>
                  </a:lnTo>
                  <a:lnTo>
                    <a:pt x="2896531" y="2449175"/>
                  </a:lnTo>
                  <a:lnTo>
                    <a:pt x="2930027" y="2509272"/>
                  </a:lnTo>
                  <a:lnTo>
                    <a:pt x="2962748" y="2573299"/>
                  </a:lnTo>
                  <a:lnTo>
                    <a:pt x="2994884" y="2641336"/>
                  </a:lnTo>
                  <a:lnTo>
                    <a:pt x="3026588" y="2713413"/>
                  </a:lnTo>
                  <a:lnTo>
                    <a:pt x="3057990" y="2789506"/>
                  </a:lnTo>
                  <a:lnTo>
                    <a:pt x="3089191" y="2869532"/>
                  </a:lnTo>
                  <a:lnTo>
                    <a:pt x="3120274" y="2953343"/>
                  </a:lnTo>
                  <a:lnTo>
                    <a:pt x="3151301" y="3040728"/>
                  </a:lnTo>
                  <a:lnTo>
                    <a:pt x="3182317" y="3131406"/>
                  </a:lnTo>
                  <a:lnTo>
                    <a:pt x="3213352" y="3225036"/>
                  </a:lnTo>
                  <a:lnTo>
                    <a:pt x="3244424" y="3321211"/>
                  </a:lnTo>
                  <a:lnTo>
                    <a:pt x="3275539" y="3419471"/>
                  </a:lnTo>
                  <a:lnTo>
                    <a:pt x="3306691" y="3519311"/>
                  </a:lnTo>
                  <a:lnTo>
                    <a:pt x="3337872" y="3620187"/>
                  </a:lnTo>
                  <a:lnTo>
                    <a:pt x="3369067" y="3721531"/>
                  </a:lnTo>
                  <a:lnTo>
                    <a:pt x="3400259" y="3822766"/>
                  </a:lnTo>
                  <a:lnTo>
                    <a:pt x="3431431" y="3923316"/>
                  </a:lnTo>
                  <a:lnTo>
                    <a:pt x="3462570" y="4022621"/>
                  </a:lnTo>
                  <a:lnTo>
                    <a:pt x="3493668" y="4120151"/>
                  </a:lnTo>
                  <a:lnTo>
                    <a:pt x="3524725" y="4215414"/>
                  </a:lnTo>
                  <a:lnTo>
                    <a:pt x="3555751" y="4307973"/>
                  </a:lnTo>
                  <a:lnTo>
                    <a:pt x="3586766" y="4397443"/>
                  </a:lnTo>
                  <a:lnTo>
                    <a:pt x="3617808" y="4483506"/>
                  </a:lnTo>
                  <a:lnTo>
                    <a:pt x="3648927" y="4565908"/>
                  </a:lnTo>
                  <a:lnTo>
                    <a:pt x="3680194" y="4644461"/>
                  </a:lnTo>
                  <a:lnTo>
                    <a:pt x="3711696" y="4719043"/>
                  </a:lnTo>
                  <a:lnTo>
                    <a:pt x="3743547" y="4789592"/>
                  </a:lnTo>
                  <a:lnTo>
                    <a:pt x="3775885" y="4856107"/>
                  </a:lnTo>
                  <a:lnTo>
                    <a:pt x="3808875" y="4918636"/>
                  </a:lnTo>
                  <a:lnTo>
                    <a:pt x="3829811" y="4955561"/>
                  </a:lnTo>
                  <a:lnTo>
                    <a:pt x="3875258" y="5028489"/>
                  </a:lnTo>
                  <a:lnTo>
                    <a:pt x="3922982" y="5094774"/>
                  </a:lnTo>
                  <a:lnTo>
                    <a:pt x="3973647" y="5154686"/>
                  </a:lnTo>
                  <a:lnTo>
                    <a:pt x="4027980" y="5208717"/>
                  </a:lnTo>
                  <a:lnTo>
                    <a:pt x="4086728" y="5257449"/>
                  </a:lnTo>
                  <a:lnTo>
                    <a:pt x="4150617" y="5301464"/>
                  </a:lnTo>
                  <a:lnTo>
                    <a:pt x="4220285" y="5341302"/>
                  </a:lnTo>
                  <a:lnTo>
                    <a:pt x="4296212" y="5377426"/>
                  </a:lnTo>
                  <a:lnTo>
                    <a:pt x="4378610" y="5410205"/>
                  </a:lnTo>
                  <a:lnTo>
                    <a:pt x="4467288" y="5439910"/>
                  </a:lnTo>
                  <a:lnTo>
                    <a:pt x="4561504" y="5466709"/>
                  </a:lnTo>
                  <a:lnTo>
                    <a:pt x="4659811" y="5490675"/>
                  </a:lnTo>
                  <a:lnTo>
                    <a:pt x="4759963" y="5511802"/>
                  </a:lnTo>
                  <a:lnTo>
                    <a:pt x="4858912" y="5530034"/>
                  </a:lnTo>
                  <a:lnTo>
                    <a:pt x="4952998" y="5545312"/>
                  </a:lnTo>
                  <a:lnTo>
                    <a:pt x="5038316" y="5557620"/>
                  </a:lnTo>
                  <a:lnTo>
                    <a:pt x="5111287" y="5567036"/>
                  </a:lnTo>
                  <a:lnTo>
                    <a:pt x="5169274" y="5573769"/>
                  </a:lnTo>
                  <a:lnTo>
                    <a:pt x="5211120" y="5578162"/>
                  </a:lnTo>
                  <a:lnTo>
                    <a:pt x="5237443" y="5580670"/>
                  </a:lnTo>
                  <a:lnTo>
                    <a:pt x="5250644" y="5581816"/>
                  </a:lnTo>
                  <a:lnTo>
                    <a:pt x="5254715" y="5582140"/>
                  </a:lnTo>
                  <a:lnTo>
                    <a:pt x="5254955" y="5582157"/>
                  </a:lnTo>
                  <a:lnTo>
                    <a:pt x="6726343" y="5582157"/>
                  </a:lnTo>
                  <a:lnTo>
                    <a:pt x="6727187" y="5582063"/>
                  </a:lnTo>
                  <a:lnTo>
                    <a:pt x="6732772" y="5581391"/>
                  </a:lnTo>
                  <a:lnTo>
                    <a:pt x="6746970" y="5579536"/>
                  </a:lnTo>
                  <a:lnTo>
                    <a:pt x="6772646" y="5575877"/>
                  </a:lnTo>
                  <a:lnTo>
                    <a:pt x="6811512" y="5569822"/>
                  </a:lnTo>
                  <a:lnTo>
                    <a:pt x="6864001" y="5560851"/>
                  </a:lnTo>
                  <a:lnTo>
                    <a:pt x="6929282" y="5548563"/>
                  </a:lnTo>
                  <a:lnTo>
                    <a:pt x="7005438" y="5532699"/>
                  </a:lnTo>
                  <a:lnTo>
                    <a:pt x="7089808" y="5513140"/>
                  </a:lnTo>
                  <a:lnTo>
                    <a:pt x="7179387" y="5489877"/>
                  </a:lnTo>
                  <a:lnTo>
                    <a:pt x="7271221" y="5462969"/>
                  </a:lnTo>
                  <a:lnTo>
                    <a:pt x="7362705" y="5432489"/>
                  </a:lnTo>
                  <a:lnTo>
                    <a:pt x="7451754" y="5398482"/>
                  </a:lnTo>
                  <a:lnTo>
                    <a:pt x="7536868" y="5360924"/>
                  </a:lnTo>
                  <a:lnTo>
                    <a:pt x="7617100" y="5319701"/>
                  </a:lnTo>
                  <a:lnTo>
                    <a:pt x="7691977" y="5274597"/>
                  </a:lnTo>
                  <a:lnTo>
                    <a:pt x="7761401" y="5225287"/>
                  </a:lnTo>
                  <a:lnTo>
                    <a:pt x="7825550" y="5171342"/>
                  </a:lnTo>
                  <a:lnTo>
                    <a:pt x="7884790" y="5112235"/>
                  </a:lnTo>
                  <a:lnTo>
                    <a:pt x="7939606" y="5047357"/>
                  </a:lnTo>
                  <a:lnTo>
                    <a:pt x="7990550" y="4976045"/>
                  </a:lnTo>
                  <a:lnTo>
                    <a:pt x="8038200" y="4897624"/>
                  </a:lnTo>
                  <a:lnTo>
                    <a:pt x="8083128" y="4811477"/>
                  </a:lnTo>
                  <a:lnTo>
                    <a:pt x="8125876" y="4717153"/>
                  </a:lnTo>
                  <a:lnTo>
                    <a:pt x="8151487" y="4654522"/>
                  </a:lnTo>
                  <a:lnTo>
                    <a:pt x="8179550" y="4580531"/>
                  </a:lnTo>
                  <a:lnTo>
                    <a:pt x="8207049" y="4502490"/>
                  </a:lnTo>
                  <a:lnTo>
                    <a:pt x="8234098" y="4420321"/>
                  </a:lnTo>
                  <a:lnTo>
                    <a:pt x="8260796" y="4333978"/>
                  </a:lnTo>
                  <a:lnTo>
                    <a:pt x="8287226" y="4243455"/>
                  </a:lnTo>
                  <a:lnTo>
                    <a:pt x="8313459" y="4148784"/>
                  </a:lnTo>
                  <a:lnTo>
                    <a:pt x="8339553" y="4050045"/>
                  </a:lnTo>
                  <a:lnTo>
                    <a:pt x="8365558" y="3947359"/>
                  </a:lnTo>
                  <a:lnTo>
                    <a:pt x="8391511" y="3840899"/>
                  </a:lnTo>
                  <a:lnTo>
                    <a:pt x="8417443" y="3730881"/>
                  </a:lnTo>
                  <a:lnTo>
                    <a:pt x="8443377" y="3617574"/>
                  </a:lnTo>
                  <a:lnTo>
                    <a:pt x="8469328" y="3501290"/>
                  </a:lnTo>
                  <a:lnTo>
                    <a:pt x="8495305" y="3382384"/>
                  </a:lnTo>
                  <a:lnTo>
                    <a:pt x="8521311" y="3261254"/>
                  </a:lnTo>
                  <a:lnTo>
                    <a:pt x="8547345" y="3138329"/>
                  </a:lnTo>
                  <a:lnTo>
                    <a:pt x="8573404" y="3014070"/>
                  </a:lnTo>
                  <a:lnTo>
                    <a:pt x="8599478" y="2888957"/>
                  </a:lnTo>
                  <a:lnTo>
                    <a:pt x="8625560" y="2763486"/>
                  </a:lnTo>
                  <a:lnTo>
                    <a:pt x="8651639" y="2638157"/>
                  </a:lnTo>
                  <a:lnTo>
                    <a:pt x="8677705" y="2513471"/>
                  </a:lnTo>
                  <a:lnTo>
                    <a:pt x="8703750" y="2389915"/>
                  </a:lnTo>
                  <a:lnTo>
                    <a:pt x="8729769" y="2267958"/>
                  </a:lnTo>
                  <a:lnTo>
                    <a:pt x="8755758" y="2148045"/>
                  </a:lnTo>
                  <a:lnTo>
                    <a:pt x="8781720" y="2030587"/>
                  </a:lnTo>
                  <a:lnTo>
                    <a:pt x="8807659" y="1915959"/>
                  </a:lnTo>
                  <a:lnTo>
                    <a:pt x="8833590" y="1804492"/>
                  </a:lnTo>
                  <a:lnTo>
                    <a:pt x="8859531" y="1696472"/>
                  </a:lnTo>
                  <a:lnTo>
                    <a:pt x="8885509" y="1592139"/>
                  </a:lnTo>
                  <a:lnTo>
                    <a:pt x="8911559" y="1491685"/>
                  </a:lnTo>
                  <a:lnTo>
                    <a:pt x="8937726" y="1395253"/>
                  </a:lnTo>
                  <a:lnTo>
                    <a:pt x="8964063" y="1302940"/>
                  </a:lnTo>
                  <a:lnTo>
                    <a:pt x="8990637" y="1214798"/>
                  </a:lnTo>
                  <a:lnTo>
                    <a:pt x="9017524" y="1130837"/>
                  </a:lnTo>
                  <a:lnTo>
                    <a:pt x="9044817" y="1051029"/>
                  </a:lnTo>
                  <a:lnTo>
                    <a:pt x="9072622" y="975308"/>
                  </a:lnTo>
                  <a:lnTo>
                    <a:pt x="9084767" y="943981"/>
                  </a:lnTo>
                  <a:lnTo>
                    <a:pt x="9126408" y="844501"/>
                  </a:lnTo>
                  <a:lnTo>
                    <a:pt x="9169925" y="753322"/>
                  </a:lnTo>
                  <a:lnTo>
                    <a:pt x="9215822" y="670178"/>
                  </a:lnTo>
                  <a:lnTo>
                    <a:pt x="9264657" y="594539"/>
                  </a:lnTo>
                  <a:lnTo>
                    <a:pt x="9317005" y="525754"/>
                  </a:lnTo>
                  <a:lnTo>
                    <a:pt x="9373441" y="463146"/>
                  </a:lnTo>
                  <a:lnTo>
                    <a:pt x="9434496" y="406069"/>
                  </a:lnTo>
                  <a:lnTo>
                    <a:pt x="9500616" y="353944"/>
                  </a:lnTo>
                  <a:lnTo>
                    <a:pt x="9572106" y="306278"/>
                  </a:lnTo>
                  <a:lnTo>
                    <a:pt x="9649049" y="262683"/>
                  </a:lnTo>
                  <a:lnTo>
                    <a:pt x="9731216" y="222873"/>
                  </a:lnTo>
                  <a:lnTo>
                    <a:pt x="9817967" y="186674"/>
                  </a:lnTo>
                  <a:lnTo>
                    <a:pt x="9908150" y="154006"/>
                  </a:lnTo>
                  <a:lnTo>
                    <a:pt x="10000044" y="124877"/>
                  </a:lnTo>
                  <a:lnTo>
                    <a:pt x="10091352" y="99346"/>
                  </a:lnTo>
                  <a:lnTo>
                    <a:pt x="10179308" y="77487"/>
                  </a:lnTo>
                  <a:lnTo>
                    <a:pt x="10260899" y="59340"/>
                  </a:lnTo>
                  <a:lnTo>
                    <a:pt x="10333202" y="44857"/>
                  </a:lnTo>
                  <a:lnTo>
                    <a:pt x="10393791" y="33869"/>
                  </a:lnTo>
                  <a:lnTo>
                    <a:pt x="10441132" y="26061"/>
                  </a:lnTo>
                  <a:lnTo>
                    <a:pt x="10474860" y="20983"/>
                  </a:lnTo>
                  <a:lnTo>
                    <a:pt x="10495903" y="18083"/>
                  </a:lnTo>
                  <a:lnTo>
                    <a:pt x="10506431" y="16750"/>
                  </a:lnTo>
                  <a:lnTo>
                    <a:pt x="10509706" y="16368"/>
                  </a:lnTo>
                  <a:lnTo>
                    <a:pt x="10509911" y="16345"/>
                  </a:lnTo>
                  <a:lnTo>
                    <a:pt x="11981298" y="16345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9066" y="94"/>
                  </a:lnTo>
                  <a:lnTo>
                    <a:pt x="10503481" y="766"/>
                  </a:lnTo>
                  <a:lnTo>
                    <a:pt x="10489284" y="2621"/>
                  </a:lnTo>
                  <a:lnTo>
                    <a:pt x="10463608" y="6280"/>
                  </a:lnTo>
                  <a:lnTo>
                    <a:pt x="10424742" y="12335"/>
                  </a:lnTo>
                  <a:lnTo>
                    <a:pt x="10372252" y="21306"/>
                  </a:lnTo>
                  <a:lnTo>
                    <a:pt x="10306971" y="33594"/>
                  </a:lnTo>
                  <a:lnTo>
                    <a:pt x="10230815" y="49458"/>
                  </a:lnTo>
                  <a:lnTo>
                    <a:pt x="10146445" y="69017"/>
                  </a:lnTo>
                  <a:lnTo>
                    <a:pt x="10056866" y="92280"/>
                  </a:lnTo>
                  <a:lnTo>
                    <a:pt x="9965032" y="119188"/>
                  </a:lnTo>
                  <a:lnTo>
                    <a:pt x="9873548" y="149668"/>
                  </a:lnTo>
                  <a:lnTo>
                    <a:pt x="9784499" y="183675"/>
                  </a:lnTo>
                  <a:lnTo>
                    <a:pt x="9699385" y="221233"/>
                  </a:lnTo>
                  <a:lnTo>
                    <a:pt x="9619154" y="262456"/>
                  </a:lnTo>
                  <a:lnTo>
                    <a:pt x="9544277" y="307560"/>
                  </a:lnTo>
                  <a:lnTo>
                    <a:pt x="9474852" y="356870"/>
                  </a:lnTo>
                  <a:lnTo>
                    <a:pt x="9410703" y="410815"/>
                  </a:lnTo>
                  <a:lnTo>
                    <a:pt x="9351464" y="469922"/>
                  </a:lnTo>
                  <a:lnTo>
                    <a:pt x="9296648" y="534800"/>
                  </a:lnTo>
                  <a:lnTo>
                    <a:pt x="9245704" y="606112"/>
                  </a:lnTo>
                  <a:lnTo>
                    <a:pt x="9198054" y="684533"/>
                  </a:lnTo>
                  <a:lnTo>
                    <a:pt x="9153125" y="770680"/>
                  </a:lnTo>
                  <a:lnTo>
                    <a:pt x="9110377" y="865004"/>
                  </a:lnTo>
                  <a:lnTo>
                    <a:pt x="9084767" y="927635"/>
                  </a:lnTo>
                  <a:lnTo>
                    <a:pt x="9056703" y="1001626"/>
                  </a:lnTo>
                  <a:lnTo>
                    <a:pt x="9029205" y="1079667"/>
                  </a:lnTo>
                  <a:lnTo>
                    <a:pt x="9002155" y="1161836"/>
                  </a:lnTo>
                  <a:lnTo>
                    <a:pt x="8975457" y="1248179"/>
                  </a:lnTo>
                  <a:lnTo>
                    <a:pt x="8949027" y="1338702"/>
                  </a:lnTo>
                  <a:lnTo>
                    <a:pt x="8922794" y="1433372"/>
                  </a:lnTo>
                  <a:lnTo>
                    <a:pt x="8896700" y="1532112"/>
                  </a:lnTo>
                  <a:lnTo>
                    <a:pt x="8870696" y="1634797"/>
                  </a:lnTo>
                  <a:lnTo>
                    <a:pt x="8844742" y="1741258"/>
                  </a:lnTo>
                  <a:lnTo>
                    <a:pt x="8818810" y="1851275"/>
                  </a:lnTo>
                  <a:lnTo>
                    <a:pt x="8792876" y="1964583"/>
                  </a:lnTo>
                  <a:lnTo>
                    <a:pt x="8766925" y="2080867"/>
                  </a:lnTo>
                  <a:lnTo>
                    <a:pt x="8740949" y="2199773"/>
                  </a:lnTo>
                  <a:lnTo>
                    <a:pt x="8714942" y="2320903"/>
                  </a:lnTo>
                  <a:lnTo>
                    <a:pt x="8688908" y="2443828"/>
                  </a:lnTo>
                  <a:lnTo>
                    <a:pt x="8662850" y="2568087"/>
                  </a:lnTo>
                  <a:lnTo>
                    <a:pt x="8636775" y="2693200"/>
                  </a:lnTo>
                  <a:lnTo>
                    <a:pt x="8610693" y="2818671"/>
                  </a:lnTo>
                  <a:lnTo>
                    <a:pt x="8584615" y="2943999"/>
                  </a:lnTo>
                  <a:lnTo>
                    <a:pt x="8558548" y="3068686"/>
                  </a:lnTo>
                  <a:lnTo>
                    <a:pt x="8532503" y="3192242"/>
                  </a:lnTo>
                  <a:lnTo>
                    <a:pt x="8506484" y="3314199"/>
                  </a:lnTo>
                  <a:lnTo>
                    <a:pt x="8480495" y="3434112"/>
                  </a:lnTo>
                  <a:lnTo>
                    <a:pt x="8454534" y="3551569"/>
                  </a:lnTo>
                  <a:lnTo>
                    <a:pt x="8428594" y="3666198"/>
                  </a:lnTo>
                  <a:lnTo>
                    <a:pt x="8402663" y="3777665"/>
                  </a:lnTo>
                  <a:lnTo>
                    <a:pt x="8376722" y="3885685"/>
                  </a:lnTo>
                  <a:lnTo>
                    <a:pt x="8350744" y="3990017"/>
                  </a:lnTo>
                  <a:lnTo>
                    <a:pt x="8324694" y="4090472"/>
                  </a:lnTo>
                  <a:lnTo>
                    <a:pt x="8298527" y="4186904"/>
                  </a:lnTo>
                  <a:lnTo>
                    <a:pt x="8272190" y="4279217"/>
                  </a:lnTo>
                  <a:lnTo>
                    <a:pt x="8245617" y="4367359"/>
                  </a:lnTo>
                  <a:lnTo>
                    <a:pt x="8218729" y="4451320"/>
                  </a:lnTo>
                  <a:lnTo>
                    <a:pt x="8191437" y="4531128"/>
                  </a:lnTo>
                  <a:lnTo>
                    <a:pt x="8163631" y="4606849"/>
                  </a:lnTo>
                  <a:lnTo>
                    <a:pt x="8151487" y="4638176"/>
                  </a:lnTo>
                  <a:lnTo>
                    <a:pt x="8109845" y="4737656"/>
                  </a:lnTo>
                  <a:lnTo>
                    <a:pt x="8066328" y="4828835"/>
                  </a:lnTo>
                  <a:lnTo>
                    <a:pt x="8020431" y="4911979"/>
                  </a:lnTo>
                  <a:lnTo>
                    <a:pt x="7971597" y="4987618"/>
                  </a:lnTo>
                  <a:lnTo>
                    <a:pt x="7919248" y="5056403"/>
                  </a:lnTo>
                  <a:lnTo>
                    <a:pt x="7862812" y="5119011"/>
                  </a:lnTo>
                  <a:lnTo>
                    <a:pt x="7801758" y="5176088"/>
                  </a:lnTo>
                  <a:lnTo>
                    <a:pt x="7735637" y="5228213"/>
                  </a:lnTo>
                  <a:lnTo>
                    <a:pt x="7664147" y="5275878"/>
                  </a:lnTo>
                  <a:lnTo>
                    <a:pt x="7587204" y="5319474"/>
                  </a:lnTo>
                  <a:lnTo>
                    <a:pt x="7505037" y="5359284"/>
                  </a:lnTo>
                  <a:lnTo>
                    <a:pt x="7418286" y="5395483"/>
                  </a:lnTo>
                  <a:lnTo>
                    <a:pt x="7328103" y="5428151"/>
                  </a:lnTo>
                  <a:lnTo>
                    <a:pt x="7236210" y="5457280"/>
                  </a:lnTo>
                  <a:lnTo>
                    <a:pt x="7144902" y="5482810"/>
                  </a:lnTo>
                  <a:lnTo>
                    <a:pt x="7056945" y="5504669"/>
                  </a:lnTo>
                  <a:lnTo>
                    <a:pt x="6975354" y="5522817"/>
                  </a:lnTo>
                  <a:lnTo>
                    <a:pt x="6903052" y="5537300"/>
                  </a:lnTo>
                  <a:lnTo>
                    <a:pt x="6842462" y="5548288"/>
                  </a:lnTo>
                  <a:lnTo>
                    <a:pt x="6795122" y="5556096"/>
                  </a:lnTo>
                  <a:lnTo>
                    <a:pt x="6761393" y="5561174"/>
                  </a:lnTo>
                  <a:lnTo>
                    <a:pt x="6740350" y="5564074"/>
                  </a:lnTo>
                  <a:lnTo>
                    <a:pt x="6729823" y="5565407"/>
                  </a:lnTo>
                  <a:lnTo>
                    <a:pt x="6726547" y="5565789"/>
                  </a:lnTo>
                  <a:lnTo>
                    <a:pt x="6726343" y="5565811"/>
                  </a:lnTo>
                  <a:lnTo>
                    <a:pt x="5254955" y="5565811"/>
                  </a:lnTo>
                  <a:lnTo>
                    <a:pt x="5253868" y="5565729"/>
                  </a:lnTo>
                  <a:lnTo>
                    <a:pt x="5246717" y="5565141"/>
                  </a:lnTo>
                  <a:lnTo>
                    <a:pt x="5228664" y="5563515"/>
                  </a:lnTo>
                  <a:lnTo>
                    <a:pt x="5196324" y="5560313"/>
                  </a:lnTo>
                  <a:lnTo>
                    <a:pt x="5147995" y="5555033"/>
                  </a:lnTo>
                  <a:lnTo>
                    <a:pt x="5083785" y="5547261"/>
                  </a:lnTo>
                  <a:lnTo>
                    <a:pt x="5005493" y="5536706"/>
                  </a:lnTo>
                  <a:lnTo>
                    <a:pt x="4916207" y="5523214"/>
                  </a:lnTo>
                  <a:lnTo>
                    <a:pt x="4819711" y="5506749"/>
                  </a:lnTo>
                  <a:lnTo>
                    <a:pt x="4719869" y="5487351"/>
                  </a:lnTo>
                  <a:lnTo>
                    <a:pt x="4620133" y="5465084"/>
                  </a:lnTo>
                  <a:lnTo>
                    <a:pt x="4523238" y="5439988"/>
                  </a:lnTo>
                  <a:lnTo>
                    <a:pt x="4431106" y="5412041"/>
                  </a:lnTo>
                  <a:lnTo>
                    <a:pt x="4344884" y="5381132"/>
                  </a:lnTo>
                  <a:lnTo>
                    <a:pt x="4265077" y="5347054"/>
                  </a:lnTo>
                  <a:lnTo>
                    <a:pt x="4191696" y="5309495"/>
                  </a:lnTo>
                  <a:lnTo>
                    <a:pt x="4124407" y="5268046"/>
                  </a:lnTo>
                  <a:lnTo>
                    <a:pt x="4062657" y="5222213"/>
                  </a:lnTo>
                  <a:lnTo>
                    <a:pt x="4005764" y="5171433"/>
                  </a:lnTo>
                  <a:lnTo>
                    <a:pt x="3952988" y="5115117"/>
                  </a:lnTo>
                  <a:lnTo>
                    <a:pt x="3903583" y="5052707"/>
                  </a:lnTo>
                  <a:lnTo>
                    <a:pt x="3856845" y="4983779"/>
                  </a:lnTo>
                  <a:lnTo>
                    <a:pt x="3829811" y="4939215"/>
                  </a:lnTo>
                  <a:lnTo>
                    <a:pt x="3796316" y="4879117"/>
                  </a:lnTo>
                  <a:lnTo>
                    <a:pt x="3763594" y="4815090"/>
                  </a:lnTo>
                  <a:lnTo>
                    <a:pt x="3731459" y="4747053"/>
                  </a:lnTo>
                  <a:lnTo>
                    <a:pt x="3699754" y="4674977"/>
                  </a:lnTo>
                  <a:lnTo>
                    <a:pt x="3668352" y="4598883"/>
                  </a:lnTo>
                  <a:lnTo>
                    <a:pt x="3637151" y="4518858"/>
                  </a:lnTo>
                  <a:lnTo>
                    <a:pt x="3606068" y="4435046"/>
                  </a:lnTo>
                  <a:lnTo>
                    <a:pt x="3575041" y="4347662"/>
                  </a:lnTo>
                  <a:lnTo>
                    <a:pt x="3544025" y="4256983"/>
                  </a:lnTo>
                  <a:lnTo>
                    <a:pt x="3512990" y="4163354"/>
                  </a:lnTo>
                  <a:lnTo>
                    <a:pt x="3481918" y="4067179"/>
                  </a:lnTo>
                  <a:lnTo>
                    <a:pt x="3450804" y="3968918"/>
                  </a:lnTo>
                  <a:lnTo>
                    <a:pt x="3419651" y="3869079"/>
                  </a:lnTo>
                  <a:lnTo>
                    <a:pt x="3388470" y="3768203"/>
                  </a:lnTo>
                  <a:lnTo>
                    <a:pt x="3357275" y="3666858"/>
                  </a:lnTo>
                  <a:lnTo>
                    <a:pt x="3326083" y="3565623"/>
                  </a:lnTo>
                  <a:lnTo>
                    <a:pt x="3294911" y="3465073"/>
                  </a:lnTo>
                  <a:lnTo>
                    <a:pt x="3263772" y="3365768"/>
                  </a:lnTo>
                  <a:lnTo>
                    <a:pt x="3232674" y="3268239"/>
                  </a:lnTo>
                  <a:lnTo>
                    <a:pt x="3201617" y="3172975"/>
                  </a:lnTo>
                  <a:lnTo>
                    <a:pt x="3170592" y="3080417"/>
                  </a:lnTo>
                  <a:lnTo>
                    <a:pt x="3139576" y="2990946"/>
                  </a:lnTo>
                  <a:lnTo>
                    <a:pt x="3108534" y="2904883"/>
                  </a:lnTo>
                  <a:lnTo>
                    <a:pt x="3077415" y="2822481"/>
                  </a:lnTo>
                  <a:lnTo>
                    <a:pt x="3046148" y="2743928"/>
                  </a:lnTo>
                  <a:lnTo>
                    <a:pt x="3014646" y="2669347"/>
                  </a:lnTo>
                  <a:lnTo>
                    <a:pt x="2982795" y="2598798"/>
                  </a:lnTo>
                  <a:lnTo>
                    <a:pt x="2950458" y="2532283"/>
                  </a:lnTo>
                  <a:lnTo>
                    <a:pt x="2917467" y="2469753"/>
                  </a:lnTo>
                  <a:lnTo>
                    <a:pt x="2896531" y="2432829"/>
                  </a:lnTo>
                  <a:lnTo>
                    <a:pt x="2851084" y="2359901"/>
                  </a:lnTo>
                  <a:lnTo>
                    <a:pt x="2803360" y="2293616"/>
                  </a:lnTo>
                  <a:lnTo>
                    <a:pt x="2752695" y="2233704"/>
                  </a:lnTo>
                  <a:lnTo>
                    <a:pt x="2698363" y="2179672"/>
                  </a:lnTo>
                  <a:lnTo>
                    <a:pt x="2639614" y="2130941"/>
                  </a:lnTo>
                  <a:lnTo>
                    <a:pt x="2575726" y="2086925"/>
                  </a:lnTo>
                  <a:lnTo>
                    <a:pt x="2506057" y="2047087"/>
                  </a:lnTo>
                  <a:lnTo>
                    <a:pt x="2430130" y="2010964"/>
                  </a:lnTo>
                  <a:lnTo>
                    <a:pt x="2347732" y="1978185"/>
                  </a:lnTo>
                  <a:lnTo>
                    <a:pt x="2259054" y="1948480"/>
                  </a:lnTo>
                  <a:lnTo>
                    <a:pt x="2164838" y="1921680"/>
                  </a:lnTo>
                  <a:lnTo>
                    <a:pt x="2066531" y="1897715"/>
                  </a:lnTo>
                  <a:lnTo>
                    <a:pt x="1966380" y="1876588"/>
                  </a:lnTo>
                  <a:lnTo>
                    <a:pt x="1867430" y="1858355"/>
                  </a:lnTo>
                  <a:lnTo>
                    <a:pt x="1773345" y="1843077"/>
                  </a:lnTo>
                  <a:lnTo>
                    <a:pt x="1688026" y="1830770"/>
                  </a:lnTo>
                  <a:lnTo>
                    <a:pt x="1615055" y="1821354"/>
                  </a:lnTo>
                  <a:lnTo>
                    <a:pt x="1557068" y="1814621"/>
                  </a:lnTo>
                  <a:lnTo>
                    <a:pt x="1515222" y="1810228"/>
                  </a:lnTo>
                  <a:lnTo>
                    <a:pt x="1488899" y="1807719"/>
                  </a:lnTo>
                  <a:lnTo>
                    <a:pt x="1475698" y="1806573"/>
                  </a:lnTo>
                  <a:lnTo>
                    <a:pt x="1471627" y="1806250"/>
                  </a:lnTo>
                  <a:lnTo>
                    <a:pt x="1471387" y="1806232"/>
                  </a:lnTo>
                  <a:lnTo>
                    <a:pt x="0" y="1806232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504" name="pl504"/>
            <p:cNvSpPr/>
            <p:nvPr/>
          </p:nvSpPr>
          <p:spPr>
            <a:xfrm>
              <a:off x="4799595" y="4628331"/>
              <a:ext cx="11981298" cy="5565811"/>
            </a:xfrm>
            <a:custGeom>
              <a:avLst/>
              <a:pathLst>
                <a:path w="11981298" h="5565811">
                  <a:moveTo>
                    <a:pt x="0" y="1806232"/>
                  </a:moveTo>
                  <a:lnTo>
                    <a:pt x="1471387" y="1806232"/>
                  </a:lnTo>
                  <a:lnTo>
                    <a:pt x="1472474" y="1806315"/>
                  </a:lnTo>
                  <a:lnTo>
                    <a:pt x="1479625" y="1806903"/>
                  </a:lnTo>
                  <a:lnTo>
                    <a:pt x="1497678" y="1808529"/>
                  </a:lnTo>
                  <a:lnTo>
                    <a:pt x="1530018" y="1811731"/>
                  </a:lnTo>
                  <a:lnTo>
                    <a:pt x="1578347" y="1817010"/>
                  </a:lnTo>
                  <a:lnTo>
                    <a:pt x="1642558" y="1824783"/>
                  </a:lnTo>
                  <a:lnTo>
                    <a:pt x="1720849" y="1835338"/>
                  </a:lnTo>
                  <a:lnTo>
                    <a:pt x="1810135" y="1848830"/>
                  </a:lnTo>
                  <a:lnTo>
                    <a:pt x="1906631" y="1865295"/>
                  </a:lnTo>
                  <a:lnTo>
                    <a:pt x="2006473" y="1884693"/>
                  </a:lnTo>
                  <a:lnTo>
                    <a:pt x="2106209" y="1906960"/>
                  </a:lnTo>
                  <a:lnTo>
                    <a:pt x="2203104" y="1932055"/>
                  </a:lnTo>
                  <a:lnTo>
                    <a:pt x="2295237" y="1960003"/>
                  </a:lnTo>
                  <a:lnTo>
                    <a:pt x="2381458" y="1990911"/>
                  </a:lnTo>
                  <a:lnTo>
                    <a:pt x="2461265" y="2024990"/>
                  </a:lnTo>
                  <a:lnTo>
                    <a:pt x="2534646" y="2062549"/>
                  </a:lnTo>
                  <a:lnTo>
                    <a:pt x="2601935" y="2103997"/>
                  </a:lnTo>
                  <a:lnTo>
                    <a:pt x="2663685" y="2149831"/>
                  </a:lnTo>
                  <a:lnTo>
                    <a:pt x="2720578" y="2200610"/>
                  </a:lnTo>
                  <a:lnTo>
                    <a:pt x="2773355" y="2256926"/>
                  </a:lnTo>
                  <a:lnTo>
                    <a:pt x="2822759" y="2319337"/>
                  </a:lnTo>
                  <a:lnTo>
                    <a:pt x="2869498" y="2388264"/>
                  </a:lnTo>
                  <a:lnTo>
                    <a:pt x="2896531" y="2432829"/>
                  </a:lnTo>
                  <a:lnTo>
                    <a:pt x="2930027" y="2492926"/>
                  </a:lnTo>
                  <a:lnTo>
                    <a:pt x="2962748" y="2556953"/>
                  </a:lnTo>
                  <a:lnTo>
                    <a:pt x="2994884" y="2624990"/>
                  </a:lnTo>
                  <a:lnTo>
                    <a:pt x="3026588" y="2697067"/>
                  </a:lnTo>
                  <a:lnTo>
                    <a:pt x="3057990" y="2773160"/>
                  </a:lnTo>
                  <a:lnTo>
                    <a:pt x="3089191" y="2853186"/>
                  </a:lnTo>
                  <a:lnTo>
                    <a:pt x="3120274" y="2936997"/>
                  </a:lnTo>
                  <a:lnTo>
                    <a:pt x="3151301" y="3024382"/>
                  </a:lnTo>
                  <a:lnTo>
                    <a:pt x="3182317" y="3115060"/>
                  </a:lnTo>
                  <a:lnTo>
                    <a:pt x="3213352" y="3208690"/>
                  </a:lnTo>
                  <a:lnTo>
                    <a:pt x="3244424" y="3304865"/>
                  </a:lnTo>
                  <a:lnTo>
                    <a:pt x="3275539" y="3403125"/>
                  </a:lnTo>
                  <a:lnTo>
                    <a:pt x="3306691" y="3502965"/>
                  </a:lnTo>
                  <a:lnTo>
                    <a:pt x="3337872" y="3603841"/>
                  </a:lnTo>
                  <a:lnTo>
                    <a:pt x="3369067" y="3705185"/>
                  </a:lnTo>
                  <a:lnTo>
                    <a:pt x="3400259" y="3806420"/>
                  </a:lnTo>
                  <a:lnTo>
                    <a:pt x="3431431" y="3906970"/>
                  </a:lnTo>
                  <a:lnTo>
                    <a:pt x="3462570" y="4006275"/>
                  </a:lnTo>
                  <a:lnTo>
                    <a:pt x="3493668" y="4103805"/>
                  </a:lnTo>
                  <a:lnTo>
                    <a:pt x="3524725" y="4199068"/>
                  </a:lnTo>
                  <a:lnTo>
                    <a:pt x="3555751" y="4291627"/>
                  </a:lnTo>
                  <a:lnTo>
                    <a:pt x="3586766" y="4381097"/>
                  </a:lnTo>
                  <a:lnTo>
                    <a:pt x="3617808" y="4467160"/>
                  </a:lnTo>
                  <a:lnTo>
                    <a:pt x="3648927" y="4549562"/>
                  </a:lnTo>
                  <a:lnTo>
                    <a:pt x="3680194" y="4628115"/>
                  </a:lnTo>
                  <a:lnTo>
                    <a:pt x="3711696" y="4702697"/>
                  </a:lnTo>
                  <a:lnTo>
                    <a:pt x="3743547" y="4773246"/>
                  </a:lnTo>
                  <a:lnTo>
                    <a:pt x="3775885" y="4839761"/>
                  </a:lnTo>
                  <a:lnTo>
                    <a:pt x="3808875" y="4902290"/>
                  </a:lnTo>
                  <a:lnTo>
                    <a:pt x="3829811" y="4939215"/>
                  </a:lnTo>
                  <a:lnTo>
                    <a:pt x="3875258" y="5012143"/>
                  </a:lnTo>
                  <a:lnTo>
                    <a:pt x="3922982" y="5078428"/>
                  </a:lnTo>
                  <a:lnTo>
                    <a:pt x="3973647" y="5138340"/>
                  </a:lnTo>
                  <a:lnTo>
                    <a:pt x="4027980" y="5192371"/>
                  </a:lnTo>
                  <a:lnTo>
                    <a:pt x="4086728" y="5241103"/>
                  </a:lnTo>
                  <a:lnTo>
                    <a:pt x="4150617" y="5285118"/>
                  </a:lnTo>
                  <a:lnTo>
                    <a:pt x="4220285" y="5324956"/>
                  </a:lnTo>
                  <a:lnTo>
                    <a:pt x="4296212" y="5361080"/>
                  </a:lnTo>
                  <a:lnTo>
                    <a:pt x="4378610" y="5393859"/>
                  </a:lnTo>
                  <a:lnTo>
                    <a:pt x="4467288" y="5423564"/>
                  </a:lnTo>
                  <a:lnTo>
                    <a:pt x="4561504" y="5450363"/>
                  </a:lnTo>
                  <a:lnTo>
                    <a:pt x="4659811" y="5474329"/>
                  </a:lnTo>
                  <a:lnTo>
                    <a:pt x="4759963" y="5495456"/>
                  </a:lnTo>
                  <a:lnTo>
                    <a:pt x="4858912" y="5513688"/>
                  </a:lnTo>
                  <a:lnTo>
                    <a:pt x="4952998" y="5528966"/>
                  </a:lnTo>
                  <a:lnTo>
                    <a:pt x="5038316" y="5541274"/>
                  </a:lnTo>
                  <a:lnTo>
                    <a:pt x="5111287" y="5550690"/>
                  </a:lnTo>
                  <a:lnTo>
                    <a:pt x="5169274" y="5557423"/>
                  </a:lnTo>
                  <a:lnTo>
                    <a:pt x="5211120" y="5561816"/>
                  </a:lnTo>
                  <a:lnTo>
                    <a:pt x="5237443" y="5564324"/>
                  </a:lnTo>
                  <a:lnTo>
                    <a:pt x="5250644" y="5565470"/>
                  </a:lnTo>
                  <a:lnTo>
                    <a:pt x="5254715" y="5565794"/>
                  </a:lnTo>
                  <a:lnTo>
                    <a:pt x="5254955" y="5565811"/>
                  </a:lnTo>
                  <a:lnTo>
                    <a:pt x="6726343" y="5565811"/>
                  </a:lnTo>
                  <a:lnTo>
                    <a:pt x="6727187" y="5565717"/>
                  </a:lnTo>
                  <a:lnTo>
                    <a:pt x="6732772" y="5565045"/>
                  </a:lnTo>
                  <a:lnTo>
                    <a:pt x="6746970" y="5563190"/>
                  </a:lnTo>
                  <a:lnTo>
                    <a:pt x="6772646" y="5559531"/>
                  </a:lnTo>
                  <a:lnTo>
                    <a:pt x="6811512" y="5553476"/>
                  </a:lnTo>
                  <a:lnTo>
                    <a:pt x="6864001" y="5544505"/>
                  </a:lnTo>
                  <a:lnTo>
                    <a:pt x="6929282" y="5532217"/>
                  </a:lnTo>
                  <a:lnTo>
                    <a:pt x="7005438" y="5516353"/>
                  </a:lnTo>
                  <a:lnTo>
                    <a:pt x="7089808" y="5496794"/>
                  </a:lnTo>
                  <a:lnTo>
                    <a:pt x="7179387" y="5473531"/>
                  </a:lnTo>
                  <a:lnTo>
                    <a:pt x="7271221" y="5446623"/>
                  </a:lnTo>
                  <a:lnTo>
                    <a:pt x="7362705" y="5416143"/>
                  </a:lnTo>
                  <a:lnTo>
                    <a:pt x="7451754" y="5382136"/>
                  </a:lnTo>
                  <a:lnTo>
                    <a:pt x="7536868" y="5344578"/>
                  </a:lnTo>
                  <a:lnTo>
                    <a:pt x="7617100" y="5303355"/>
                  </a:lnTo>
                  <a:lnTo>
                    <a:pt x="7691977" y="5258251"/>
                  </a:lnTo>
                  <a:lnTo>
                    <a:pt x="7761401" y="5208941"/>
                  </a:lnTo>
                  <a:lnTo>
                    <a:pt x="7825550" y="5154996"/>
                  </a:lnTo>
                  <a:lnTo>
                    <a:pt x="7884790" y="5095889"/>
                  </a:lnTo>
                  <a:lnTo>
                    <a:pt x="7939606" y="5031011"/>
                  </a:lnTo>
                  <a:lnTo>
                    <a:pt x="7990550" y="4959699"/>
                  </a:lnTo>
                  <a:lnTo>
                    <a:pt x="8038200" y="4881278"/>
                  </a:lnTo>
                  <a:lnTo>
                    <a:pt x="8083128" y="4795131"/>
                  </a:lnTo>
                  <a:lnTo>
                    <a:pt x="8125876" y="4700807"/>
                  </a:lnTo>
                  <a:lnTo>
                    <a:pt x="8151487" y="4638176"/>
                  </a:lnTo>
                  <a:lnTo>
                    <a:pt x="8179550" y="4564185"/>
                  </a:lnTo>
                  <a:lnTo>
                    <a:pt x="8207049" y="4486144"/>
                  </a:lnTo>
                  <a:lnTo>
                    <a:pt x="8234098" y="4403975"/>
                  </a:lnTo>
                  <a:lnTo>
                    <a:pt x="8260796" y="4317632"/>
                  </a:lnTo>
                  <a:lnTo>
                    <a:pt x="8287226" y="4227109"/>
                  </a:lnTo>
                  <a:lnTo>
                    <a:pt x="8313459" y="4132438"/>
                  </a:lnTo>
                  <a:lnTo>
                    <a:pt x="8339553" y="4033699"/>
                  </a:lnTo>
                  <a:lnTo>
                    <a:pt x="8365558" y="3931013"/>
                  </a:lnTo>
                  <a:lnTo>
                    <a:pt x="8391511" y="3824553"/>
                  </a:lnTo>
                  <a:lnTo>
                    <a:pt x="8417443" y="3714535"/>
                  </a:lnTo>
                  <a:lnTo>
                    <a:pt x="8443377" y="3601228"/>
                  </a:lnTo>
                  <a:lnTo>
                    <a:pt x="8469328" y="3484944"/>
                  </a:lnTo>
                  <a:lnTo>
                    <a:pt x="8495305" y="3366038"/>
                  </a:lnTo>
                  <a:lnTo>
                    <a:pt x="8521311" y="3244908"/>
                  </a:lnTo>
                  <a:lnTo>
                    <a:pt x="8547345" y="3121983"/>
                  </a:lnTo>
                  <a:lnTo>
                    <a:pt x="8573404" y="2997724"/>
                  </a:lnTo>
                  <a:lnTo>
                    <a:pt x="8599478" y="2872611"/>
                  </a:lnTo>
                  <a:lnTo>
                    <a:pt x="8625560" y="2747140"/>
                  </a:lnTo>
                  <a:lnTo>
                    <a:pt x="8651639" y="2621811"/>
                  </a:lnTo>
                  <a:lnTo>
                    <a:pt x="8677705" y="2497125"/>
                  </a:lnTo>
                  <a:lnTo>
                    <a:pt x="8703750" y="2373569"/>
                  </a:lnTo>
                  <a:lnTo>
                    <a:pt x="8729769" y="2251612"/>
                  </a:lnTo>
                  <a:lnTo>
                    <a:pt x="8755758" y="2131699"/>
                  </a:lnTo>
                  <a:lnTo>
                    <a:pt x="8781720" y="2014241"/>
                  </a:lnTo>
                  <a:lnTo>
                    <a:pt x="8807659" y="1899613"/>
                  </a:lnTo>
                  <a:lnTo>
                    <a:pt x="8833590" y="1788146"/>
                  </a:lnTo>
                  <a:lnTo>
                    <a:pt x="8859531" y="1680126"/>
                  </a:lnTo>
                  <a:lnTo>
                    <a:pt x="8885509" y="1575793"/>
                  </a:lnTo>
                  <a:lnTo>
                    <a:pt x="8911559" y="1475339"/>
                  </a:lnTo>
                  <a:lnTo>
                    <a:pt x="8937726" y="1378907"/>
                  </a:lnTo>
                  <a:lnTo>
                    <a:pt x="8964063" y="1286594"/>
                  </a:lnTo>
                  <a:lnTo>
                    <a:pt x="8990637" y="1198452"/>
                  </a:lnTo>
                  <a:lnTo>
                    <a:pt x="9017524" y="1114491"/>
                  </a:lnTo>
                  <a:lnTo>
                    <a:pt x="9044817" y="1034683"/>
                  </a:lnTo>
                  <a:lnTo>
                    <a:pt x="9072622" y="958962"/>
                  </a:lnTo>
                  <a:lnTo>
                    <a:pt x="9084767" y="927635"/>
                  </a:lnTo>
                  <a:lnTo>
                    <a:pt x="9126408" y="828155"/>
                  </a:lnTo>
                  <a:lnTo>
                    <a:pt x="9169925" y="736976"/>
                  </a:lnTo>
                  <a:lnTo>
                    <a:pt x="9215822" y="653832"/>
                  </a:lnTo>
                  <a:lnTo>
                    <a:pt x="9264657" y="578193"/>
                  </a:lnTo>
                  <a:lnTo>
                    <a:pt x="9317005" y="509408"/>
                  </a:lnTo>
                  <a:lnTo>
                    <a:pt x="9373441" y="446800"/>
                  </a:lnTo>
                  <a:lnTo>
                    <a:pt x="9434496" y="389723"/>
                  </a:lnTo>
                  <a:lnTo>
                    <a:pt x="9500616" y="337598"/>
                  </a:lnTo>
                  <a:lnTo>
                    <a:pt x="9572106" y="289932"/>
                  </a:lnTo>
                  <a:lnTo>
                    <a:pt x="9649049" y="246337"/>
                  </a:lnTo>
                  <a:lnTo>
                    <a:pt x="9731216" y="206527"/>
                  </a:lnTo>
                  <a:lnTo>
                    <a:pt x="9817967" y="170328"/>
                  </a:lnTo>
                  <a:lnTo>
                    <a:pt x="9908150" y="137660"/>
                  </a:lnTo>
                  <a:lnTo>
                    <a:pt x="10000044" y="108531"/>
                  </a:lnTo>
                  <a:lnTo>
                    <a:pt x="10091352" y="83000"/>
                  </a:lnTo>
                  <a:lnTo>
                    <a:pt x="10179308" y="61141"/>
                  </a:lnTo>
                  <a:lnTo>
                    <a:pt x="10260899" y="42994"/>
                  </a:lnTo>
                  <a:lnTo>
                    <a:pt x="10333202" y="28511"/>
                  </a:lnTo>
                  <a:lnTo>
                    <a:pt x="10393791" y="17523"/>
                  </a:lnTo>
                  <a:lnTo>
                    <a:pt x="10441132" y="9715"/>
                  </a:lnTo>
                  <a:lnTo>
                    <a:pt x="10474860" y="4637"/>
                  </a:lnTo>
                  <a:lnTo>
                    <a:pt x="10495903" y="1737"/>
                  </a:lnTo>
                  <a:lnTo>
                    <a:pt x="10506431" y="404"/>
                  </a:lnTo>
                  <a:lnTo>
                    <a:pt x="10509706" y="22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05" name="pl505"/>
            <p:cNvSpPr/>
            <p:nvPr/>
          </p:nvSpPr>
          <p:spPr>
            <a:xfrm>
              <a:off x="4799595" y="4611985"/>
              <a:ext cx="11981298" cy="5565811"/>
            </a:xfrm>
            <a:custGeom>
              <a:avLst/>
              <a:pathLst>
                <a:path w="11981298" h="5565811">
                  <a:moveTo>
                    <a:pt x="11981298" y="0"/>
                  </a:moveTo>
                  <a:lnTo>
                    <a:pt x="10509911" y="0"/>
                  </a:lnTo>
                  <a:lnTo>
                    <a:pt x="10509066" y="94"/>
                  </a:lnTo>
                  <a:lnTo>
                    <a:pt x="10503481" y="766"/>
                  </a:lnTo>
                  <a:lnTo>
                    <a:pt x="10489284" y="2621"/>
                  </a:lnTo>
                  <a:lnTo>
                    <a:pt x="10463608" y="6280"/>
                  </a:lnTo>
                  <a:lnTo>
                    <a:pt x="10424742" y="12335"/>
                  </a:lnTo>
                  <a:lnTo>
                    <a:pt x="10372252" y="21306"/>
                  </a:lnTo>
                  <a:lnTo>
                    <a:pt x="10306971" y="33594"/>
                  </a:lnTo>
                  <a:lnTo>
                    <a:pt x="10230815" y="49458"/>
                  </a:lnTo>
                  <a:lnTo>
                    <a:pt x="10146445" y="69017"/>
                  </a:lnTo>
                  <a:lnTo>
                    <a:pt x="10056866" y="92280"/>
                  </a:lnTo>
                  <a:lnTo>
                    <a:pt x="9965032" y="119188"/>
                  </a:lnTo>
                  <a:lnTo>
                    <a:pt x="9873548" y="149668"/>
                  </a:lnTo>
                  <a:lnTo>
                    <a:pt x="9784499" y="183675"/>
                  </a:lnTo>
                  <a:lnTo>
                    <a:pt x="9699385" y="221233"/>
                  </a:lnTo>
                  <a:lnTo>
                    <a:pt x="9619154" y="262456"/>
                  </a:lnTo>
                  <a:lnTo>
                    <a:pt x="9544277" y="307560"/>
                  </a:lnTo>
                  <a:lnTo>
                    <a:pt x="9474852" y="356870"/>
                  </a:lnTo>
                  <a:lnTo>
                    <a:pt x="9410703" y="410815"/>
                  </a:lnTo>
                  <a:lnTo>
                    <a:pt x="9351464" y="469922"/>
                  </a:lnTo>
                  <a:lnTo>
                    <a:pt x="9296648" y="534800"/>
                  </a:lnTo>
                  <a:lnTo>
                    <a:pt x="9245704" y="606112"/>
                  </a:lnTo>
                  <a:lnTo>
                    <a:pt x="9198054" y="684533"/>
                  </a:lnTo>
                  <a:lnTo>
                    <a:pt x="9153125" y="770680"/>
                  </a:lnTo>
                  <a:lnTo>
                    <a:pt x="9110377" y="865004"/>
                  </a:lnTo>
                  <a:lnTo>
                    <a:pt x="9084767" y="927635"/>
                  </a:lnTo>
                  <a:lnTo>
                    <a:pt x="9056703" y="1001626"/>
                  </a:lnTo>
                  <a:lnTo>
                    <a:pt x="9029205" y="1079667"/>
                  </a:lnTo>
                  <a:lnTo>
                    <a:pt x="9002155" y="1161836"/>
                  </a:lnTo>
                  <a:lnTo>
                    <a:pt x="8975457" y="1248179"/>
                  </a:lnTo>
                  <a:lnTo>
                    <a:pt x="8949027" y="1338702"/>
                  </a:lnTo>
                  <a:lnTo>
                    <a:pt x="8922794" y="1433372"/>
                  </a:lnTo>
                  <a:lnTo>
                    <a:pt x="8896700" y="1532112"/>
                  </a:lnTo>
                  <a:lnTo>
                    <a:pt x="8870696" y="1634797"/>
                  </a:lnTo>
                  <a:lnTo>
                    <a:pt x="8844742" y="1741258"/>
                  </a:lnTo>
                  <a:lnTo>
                    <a:pt x="8818810" y="1851275"/>
                  </a:lnTo>
                  <a:lnTo>
                    <a:pt x="8792876" y="1964583"/>
                  </a:lnTo>
                  <a:lnTo>
                    <a:pt x="8766925" y="2080867"/>
                  </a:lnTo>
                  <a:lnTo>
                    <a:pt x="8740949" y="2199773"/>
                  </a:lnTo>
                  <a:lnTo>
                    <a:pt x="8714942" y="2320903"/>
                  </a:lnTo>
                  <a:lnTo>
                    <a:pt x="8688908" y="2443828"/>
                  </a:lnTo>
                  <a:lnTo>
                    <a:pt x="8662850" y="2568087"/>
                  </a:lnTo>
                  <a:lnTo>
                    <a:pt x="8636775" y="2693200"/>
                  </a:lnTo>
                  <a:lnTo>
                    <a:pt x="8610693" y="2818671"/>
                  </a:lnTo>
                  <a:lnTo>
                    <a:pt x="8584615" y="2943999"/>
                  </a:lnTo>
                  <a:lnTo>
                    <a:pt x="8558548" y="3068686"/>
                  </a:lnTo>
                  <a:lnTo>
                    <a:pt x="8532503" y="3192242"/>
                  </a:lnTo>
                  <a:lnTo>
                    <a:pt x="8506484" y="3314199"/>
                  </a:lnTo>
                  <a:lnTo>
                    <a:pt x="8480495" y="3434112"/>
                  </a:lnTo>
                  <a:lnTo>
                    <a:pt x="8454534" y="3551569"/>
                  </a:lnTo>
                  <a:lnTo>
                    <a:pt x="8428594" y="3666198"/>
                  </a:lnTo>
                  <a:lnTo>
                    <a:pt x="8402663" y="3777665"/>
                  </a:lnTo>
                  <a:lnTo>
                    <a:pt x="8376722" y="3885685"/>
                  </a:lnTo>
                  <a:lnTo>
                    <a:pt x="8350744" y="3990017"/>
                  </a:lnTo>
                  <a:lnTo>
                    <a:pt x="8324694" y="4090472"/>
                  </a:lnTo>
                  <a:lnTo>
                    <a:pt x="8298527" y="4186904"/>
                  </a:lnTo>
                  <a:lnTo>
                    <a:pt x="8272190" y="4279217"/>
                  </a:lnTo>
                  <a:lnTo>
                    <a:pt x="8245617" y="4367359"/>
                  </a:lnTo>
                  <a:lnTo>
                    <a:pt x="8218729" y="4451320"/>
                  </a:lnTo>
                  <a:lnTo>
                    <a:pt x="8191437" y="4531128"/>
                  </a:lnTo>
                  <a:lnTo>
                    <a:pt x="8163631" y="4606849"/>
                  </a:lnTo>
                  <a:lnTo>
                    <a:pt x="8151487" y="4638176"/>
                  </a:lnTo>
                  <a:lnTo>
                    <a:pt x="8109845" y="4737656"/>
                  </a:lnTo>
                  <a:lnTo>
                    <a:pt x="8066328" y="4828835"/>
                  </a:lnTo>
                  <a:lnTo>
                    <a:pt x="8020431" y="4911979"/>
                  </a:lnTo>
                  <a:lnTo>
                    <a:pt x="7971597" y="4987618"/>
                  </a:lnTo>
                  <a:lnTo>
                    <a:pt x="7919248" y="5056403"/>
                  </a:lnTo>
                  <a:lnTo>
                    <a:pt x="7862812" y="5119011"/>
                  </a:lnTo>
                  <a:lnTo>
                    <a:pt x="7801758" y="5176088"/>
                  </a:lnTo>
                  <a:lnTo>
                    <a:pt x="7735637" y="5228213"/>
                  </a:lnTo>
                  <a:lnTo>
                    <a:pt x="7664147" y="5275878"/>
                  </a:lnTo>
                  <a:lnTo>
                    <a:pt x="7587204" y="5319474"/>
                  </a:lnTo>
                  <a:lnTo>
                    <a:pt x="7505037" y="5359284"/>
                  </a:lnTo>
                  <a:lnTo>
                    <a:pt x="7418286" y="5395483"/>
                  </a:lnTo>
                  <a:lnTo>
                    <a:pt x="7328103" y="5428151"/>
                  </a:lnTo>
                  <a:lnTo>
                    <a:pt x="7236210" y="5457280"/>
                  </a:lnTo>
                  <a:lnTo>
                    <a:pt x="7144902" y="5482810"/>
                  </a:lnTo>
                  <a:lnTo>
                    <a:pt x="7056945" y="5504669"/>
                  </a:lnTo>
                  <a:lnTo>
                    <a:pt x="6975354" y="5522817"/>
                  </a:lnTo>
                  <a:lnTo>
                    <a:pt x="6903052" y="5537300"/>
                  </a:lnTo>
                  <a:lnTo>
                    <a:pt x="6842462" y="5548288"/>
                  </a:lnTo>
                  <a:lnTo>
                    <a:pt x="6795122" y="5556096"/>
                  </a:lnTo>
                  <a:lnTo>
                    <a:pt x="6761393" y="5561174"/>
                  </a:lnTo>
                  <a:lnTo>
                    <a:pt x="6740350" y="5564074"/>
                  </a:lnTo>
                  <a:lnTo>
                    <a:pt x="6729823" y="5565407"/>
                  </a:lnTo>
                  <a:lnTo>
                    <a:pt x="6726547" y="5565789"/>
                  </a:lnTo>
                  <a:lnTo>
                    <a:pt x="6726343" y="5565811"/>
                  </a:lnTo>
                  <a:lnTo>
                    <a:pt x="5254955" y="5565811"/>
                  </a:lnTo>
                  <a:lnTo>
                    <a:pt x="5253868" y="5565729"/>
                  </a:lnTo>
                  <a:lnTo>
                    <a:pt x="5246717" y="5565141"/>
                  </a:lnTo>
                  <a:lnTo>
                    <a:pt x="5228664" y="5563515"/>
                  </a:lnTo>
                  <a:lnTo>
                    <a:pt x="5196324" y="5560313"/>
                  </a:lnTo>
                  <a:lnTo>
                    <a:pt x="5147995" y="5555033"/>
                  </a:lnTo>
                  <a:lnTo>
                    <a:pt x="5083785" y="5547261"/>
                  </a:lnTo>
                  <a:lnTo>
                    <a:pt x="5005493" y="5536706"/>
                  </a:lnTo>
                  <a:lnTo>
                    <a:pt x="4916207" y="5523214"/>
                  </a:lnTo>
                  <a:lnTo>
                    <a:pt x="4819711" y="5506749"/>
                  </a:lnTo>
                  <a:lnTo>
                    <a:pt x="4719869" y="5487351"/>
                  </a:lnTo>
                  <a:lnTo>
                    <a:pt x="4620133" y="5465084"/>
                  </a:lnTo>
                  <a:lnTo>
                    <a:pt x="4523238" y="5439988"/>
                  </a:lnTo>
                  <a:lnTo>
                    <a:pt x="4431106" y="5412041"/>
                  </a:lnTo>
                  <a:lnTo>
                    <a:pt x="4344884" y="5381132"/>
                  </a:lnTo>
                  <a:lnTo>
                    <a:pt x="4265077" y="5347054"/>
                  </a:lnTo>
                  <a:lnTo>
                    <a:pt x="4191696" y="5309495"/>
                  </a:lnTo>
                  <a:lnTo>
                    <a:pt x="4124407" y="5268046"/>
                  </a:lnTo>
                  <a:lnTo>
                    <a:pt x="4062657" y="5222213"/>
                  </a:lnTo>
                  <a:lnTo>
                    <a:pt x="4005764" y="5171433"/>
                  </a:lnTo>
                  <a:lnTo>
                    <a:pt x="3952988" y="5115117"/>
                  </a:lnTo>
                  <a:lnTo>
                    <a:pt x="3903583" y="5052707"/>
                  </a:lnTo>
                  <a:lnTo>
                    <a:pt x="3856845" y="4983779"/>
                  </a:lnTo>
                  <a:lnTo>
                    <a:pt x="3829811" y="4939215"/>
                  </a:lnTo>
                  <a:lnTo>
                    <a:pt x="3796316" y="4879117"/>
                  </a:lnTo>
                  <a:lnTo>
                    <a:pt x="3763594" y="4815090"/>
                  </a:lnTo>
                  <a:lnTo>
                    <a:pt x="3731459" y="4747053"/>
                  </a:lnTo>
                  <a:lnTo>
                    <a:pt x="3699754" y="4674977"/>
                  </a:lnTo>
                  <a:lnTo>
                    <a:pt x="3668352" y="4598883"/>
                  </a:lnTo>
                  <a:lnTo>
                    <a:pt x="3637151" y="4518858"/>
                  </a:lnTo>
                  <a:lnTo>
                    <a:pt x="3606068" y="4435046"/>
                  </a:lnTo>
                  <a:lnTo>
                    <a:pt x="3575041" y="4347662"/>
                  </a:lnTo>
                  <a:lnTo>
                    <a:pt x="3544025" y="4256983"/>
                  </a:lnTo>
                  <a:lnTo>
                    <a:pt x="3512990" y="4163354"/>
                  </a:lnTo>
                  <a:lnTo>
                    <a:pt x="3481918" y="4067179"/>
                  </a:lnTo>
                  <a:lnTo>
                    <a:pt x="3450804" y="3968918"/>
                  </a:lnTo>
                  <a:lnTo>
                    <a:pt x="3419651" y="3869079"/>
                  </a:lnTo>
                  <a:lnTo>
                    <a:pt x="3388470" y="3768203"/>
                  </a:lnTo>
                  <a:lnTo>
                    <a:pt x="3357275" y="3666858"/>
                  </a:lnTo>
                  <a:lnTo>
                    <a:pt x="3326083" y="3565623"/>
                  </a:lnTo>
                  <a:lnTo>
                    <a:pt x="3294911" y="3465073"/>
                  </a:lnTo>
                  <a:lnTo>
                    <a:pt x="3263772" y="3365768"/>
                  </a:lnTo>
                  <a:lnTo>
                    <a:pt x="3232674" y="3268239"/>
                  </a:lnTo>
                  <a:lnTo>
                    <a:pt x="3201617" y="3172975"/>
                  </a:lnTo>
                  <a:lnTo>
                    <a:pt x="3170592" y="3080417"/>
                  </a:lnTo>
                  <a:lnTo>
                    <a:pt x="3139576" y="2990946"/>
                  </a:lnTo>
                  <a:lnTo>
                    <a:pt x="3108534" y="2904883"/>
                  </a:lnTo>
                  <a:lnTo>
                    <a:pt x="3077415" y="2822481"/>
                  </a:lnTo>
                  <a:lnTo>
                    <a:pt x="3046148" y="2743928"/>
                  </a:lnTo>
                  <a:lnTo>
                    <a:pt x="3014646" y="2669347"/>
                  </a:lnTo>
                  <a:lnTo>
                    <a:pt x="2982795" y="2598798"/>
                  </a:lnTo>
                  <a:lnTo>
                    <a:pt x="2950458" y="2532283"/>
                  </a:lnTo>
                  <a:lnTo>
                    <a:pt x="2917467" y="2469753"/>
                  </a:lnTo>
                  <a:lnTo>
                    <a:pt x="2896531" y="2432829"/>
                  </a:lnTo>
                  <a:lnTo>
                    <a:pt x="2851084" y="2359901"/>
                  </a:lnTo>
                  <a:lnTo>
                    <a:pt x="2803360" y="2293616"/>
                  </a:lnTo>
                  <a:lnTo>
                    <a:pt x="2752695" y="2233704"/>
                  </a:lnTo>
                  <a:lnTo>
                    <a:pt x="2698363" y="2179672"/>
                  </a:lnTo>
                  <a:lnTo>
                    <a:pt x="2639614" y="2130941"/>
                  </a:lnTo>
                  <a:lnTo>
                    <a:pt x="2575726" y="2086925"/>
                  </a:lnTo>
                  <a:lnTo>
                    <a:pt x="2506057" y="2047087"/>
                  </a:lnTo>
                  <a:lnTo>
                    <a:pt x="2430130" y="2010964"/>
                  </a:lnTo>
                  <a:lnTo>
                    <a:pt x="2347732" y="1978185"/>
                  </a:lnTo>
                  <a:lnTo>
                    <a:pt x="2259054" y="1948480"/>
                  </a:lnTo>
                  <a:lnTo>
                    <a:pt x="2164838" y="1921680"/>
                  </a:lnTo>
                  <a:lnTo>
                    <a:pt x="2066531" y="1897715"/>
                  </a:lnTo>
                  <a:lnTo>
                    <a:pt x="1966380" y="1876588"/>
                  </a:lnTo>
                  <a:lnTo>
                    <a:pt x="1867430" y="1858355"/>
                  </a:lnTo>
                  <a:lnTo>
                    <a:pt x="1773345" y="1843077"/>
                  </a:lnTo>
                  <a:lnTo>
                    <a:pt x="1688026" y="1830770"/>
                  </a:lnTo>
                  <a:lnTo>
                    <a:pt x="1615055" y="1821354"/>
                  </a:lnTo>
                  <a:lnTo>
                    <a:pt x="1557068" y="1814621"/>
                  </a:lnTo>
                  <a:lnTo>
                    <a:pt x="1515222" y="1810228"/>
                  </a:lnTo>
                  <a:lnTo>
                    <a:pt x="1488899" y="1807719"/>
                  </a:lnTo>
                  <a:lnTo>
                    <a:pt x="1475698" y="1806573"/>
                  </a:lnTo>
                  <a:lnTo>
                    <a:pt x="1471627" y="1806250"/>
                  </a:lnTo>
                  <a:lnTo>
                    <a:pt x="1471387" y="1806232"/>
                  </a:lnTo>
                  <a:lnTo>
                    <a:pt x="0" y="180623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06" name="pg506"/>
            <p:cNvSpPr/>
            <p:nvPr/>
          </p:nvSpPr>
          <p:spPr>
            <a:xfrm>
              <a:off x="4799595" y="6434564"/>
              <a:ext cx="11981298" cy="3792271"/>
            </a:xfrm>
            <a:custGeom>
              <a:avLst/>
              <a:pathLst>
                <a:path w="11981298" h="3792271">
                  <a:moveTo>
                    <a:pt x="0" y="8172"/>
                  </a:moveTo>
                  <a:lnTo>
                    <a:pt x="1471387" y="8172"/>
                  </a:lnTo>
                  <a:lnTo>
                    <a:pt x="1472472" y="8255"/>
                  </a:lnTo>
                  <a:lnTo>
                    <a:pt x="1479613" y="8847"/>
                  </a:lnTo>
                  <a:lnTo>
                    <a:pt x="1497639" y="10481"/>
                  </a:lnTo>
                  <a:lnTo>
                    <a:pt x="1529933" y="13698"/>
                  </a:lnTo>
                  <a:lnTo>
                    <a:pt x="1578198" y="19004"/>
                  </a:lnTo>
                  <a:lnTo>
                    <a:pt x="1642330" y="26815"/>
                  </a:lnTo>
                  <a:lnTo>
                    <a:pt x="1720537" y="37423"/>
                  </a:lnTo>
                  <a:lnTo>
                    <a:pt x="1809739" y="50984"/>
                  </a:lnTo>
                  <a:lnTo>
                    <a:pt x="1906161" y="67534"/>
                  </a:lnTo>
                  <a:lnTo>
                    <a:pt x="2005942" y="87034"/>
                  </a:lnTo>
                  <a:lnTo>
                    <a:pt x="2105635" y="109418"/>
                  </a:lnTo>
                  <a:lnTo>
                    <a:pt x="2202502" y="134647"/>
                  </a:lnTo>
                  <a:lnTo>
                    <a:pt x="2294622" y="162743"/>
                  </a:lnTo>
                  <a:lnTo>
                    <a:pt x="2380842" y="193814"/>
                  </a:lnTo>
                  <a:lnTo>
                    <a:pt x="2460657" y="228071"/>
                  </a:lnTo>
                  <a:lnTo>
                    <a:pt x="2534051" y="265825"/>
                  </a:lnTo>
                  <a:lnTo>
                    <a:pt x="2601355" y="307485"/>
                  </a:lnTo>
                  <a:lnTo>
                    <a:pt x="2663121" y="353550"/>
                  </a:lnTo>
                  <a:lnTo>
                    <a:pt x="2720028" y="404582"/>
                  </a:lnTo>
                  <a:lnTo>
                    <a:pt x="2772815" y="461175"/>
                  </a:lnTo>
                  <a:lnTo>
                    <a:pt x="2822225" y="523890"/>
                  </a:lnTo>
                  <a:lnTo>
                    <a:pt x="2868966" y="593154"/>
                  </a:lnTo>
                  <a:lnTo>
                    <a:pt x="2896531" y="638856"/>
                  </a:lnTo>
                  <a:lnTo>
                    <a:pt x="2929932" y="699167"/>
                  </a:lnTo>
                  <a:lnTo>
                    <a:pt x="2962563" y="763411"/>
                  </a:lnTo>
                  <a:lnTo>
                    <a:pt x="2994611" y="831667"/>
                  </a:lnTo>
                  <a:lnTo>
                    <a:pt x="3026228" y="903966"/>
                  </a:lnTo>
                  <a:lnTo>
                    <a:pt x="3057543" y="980286"/>
                  </a:lnTo>
                  <a:lnTo>
                    <a:pt x="3088658" y="1060543"/>
                  </a:lnTo>
                  <a:lnTo>
                    <a:pt x="3119654" y="1144591"/>
                  </a:lnTo>
                  <a:lnTo>
                    <a:pt x="3150593" y="1232221"/>
                  </a:lnTo>
                  <a:lnTo>
                    <a:pt x="3181520" y="1323155"/>
                  </a:lnTo>
                  <a:lnTo>
                    <a:pt x="3212467" y="1417051"/>
                  </a:lnTo>
                  <a:lnTo>
                    <a:pt x="3243449" y="1513507"/>
                  </a:lnTo>
                  <a:lnTo>
                    <a:pt x="3274473" y="1612065"/>
                  </a:lnTo>
                  <a:lnTo>
                    <a:pt x="3305535" y="1712222"/>
                  </a:lnTo>
                  <a:lnTo>
                    <a:pt x="3336627" y="1813437"/>
                  </a:lnTo>
                  <a:lnTo>
                    <a:pt x="3367732" y="1915143"/>
                  </a:lnTo>
                  <a:lnTo>
                    <a:pt x="3398835" y="2016765"/>
                  </a:lnTo>
                  <a:lnTo>
                    <a:pt x="3429920" y="2117727"/>
                  </a:lnTo>
                  <a:lnTo>
                    <a:pt x="3460972" y="2217470"/>
                  </a:lnTo>
                  <a:lnTo>
                    <a:pt x="3491983" y="2315463"/>
                  </a:lnTo>
                  <a:lnTo>
                    <a:pt x="3522954" y="2411213"/>
                  </a:lnTo>
                  <a:lnTo>
                    <a:pt x="3553892" y="2504279"/>
                  </a:lnTo>
                  <a:lnTo>
                    <a:pt x="3584820" y="2594276"/>
                  </a:lnTo>
                  <a:lnTo>
                    <a:pt x="3615770" y="2680882"/>
                  </a:lnTo>
                  <a:lnTo>
                    <a:pt x="3646793" y="2763837"/>
                  </a:lnTo>
                  <a:lnTo>
                    <a:pt x="3677957" y="2842952"/>
                  </a:lnTo>
                  <a:lnTo>
                    <a:pt x="3709349" y="2918098"/>
                  </a:lnTo>
                  <a:lnTo>
                    <a:pt x="3741079" y="2989212"/>
                  </a:lnTo>
                  <a:lnTo>
                    <a:pt x="3773280" y="3056286"/>
                  </a:lnTo>
                  <a:lnTo>
                    <a:pt x="3806116" y="3119366"/>
                  </a:lnTo>
                  <a:lnTo>
                    <a:pt x="3829811" y="3161588"/>
                  </a:lnTo>
                  <a:lnTo>
                    <a:pt x="3875233" y="3234954"/>
                  </a:lnTo>
                  <a:lnTo>
                    <a:pt x="3922930" y="3301641"/>
                  </a:lnTo>
                  <a:lnTo>
                    <a:pt x="3973564" y="3361920"/>
                  </a:lnTo>
                  <a:lnTo>
                    <a:pt x="4027860" y="3416286"/>
                  </a:lnTo>
                  <a:lnTo>
                    <a:pt x="4086566" y="3465321"/>
                  </a:lnTo>
                  <a:lnTo>
                    <a:pt x="4150405" y="3509613"/>
                  </a:lnTo>
                  <a:lnTo>
                    <a:pt x="4220016" y="3549703"/>
                  </a:lnTo>
                  <a:lnTo>
                    <a:pt x="4295877" y="3586057"/>
                  </a:lnTo>
                  <a:lnTo>
                    <a:pt x="4378202" y="3619047"/>
                  </a:lnTo>
                  <a:lnTo>
                    <a:pt x="4466803" y="3648945"/>
                  </a:lnTo>
                  <a:lnTo>
                    <a:pt x="4560942" y="3675921"/>
                  </a:lnTo>
                  <a:lnTo>
                    <a:pt x="4659178" y="3700047"/>
                  </a:lnTo>
                  <a:lnTo>
                    <a:pt x="4759274" y="3721320"/>
                  </a:lnTo>
                  <a:lnTo>
                    <a:pt x="4858192" y="3739683"/>
                  </a:lnTo>
                  <a:lnTo>
                    <a:pt x="4952280" y="3755075"/>
                  </a:lnTo>
                  <a:lnTo>
                    <a:pt x="5037641" y="3767480"/>
                  </a:lnTo>
                  <a:lnTo>
                    <a:pt x="5110694" y="3776978"/>
                  </a:lnTo>
                  <a:lnTo>
                    <a:pt x="5168797" y="3783775"/>
                  </a:lnTo>
                  <a:lnTo>
                    <a:pt x="5210779" y="3788215"/>
                  </a:lnTo>
                  <a:lnTo>
                    <a:pt x="5237239" y="3790755"/>
                  </a:lnTo>
                  <a:lnTo>
                    <a:pt x="5250556" y="3791920"/>
                  </a:lnTo>
                  <a:lnTo>
                    <a:pt x="5254701" y="3792252"/>
                  </a:lnTo>
                  <a:lnTo>
                    <a:pt x="5254955" y="3792271"/>
                  </a:lnTo>
                  <a:lnTo>
                    <a:pt x="6726343" y="3792271"/>
                  </a:lnTo>
                  <a:lnTo>
                    <a:pt x="6727480" y="3792202"/>
                  </a:lnTo>
                  <a:lnTo>
                    <a:pt x="6734958" y="3791713"/>
                  </a:lnTo>
                  <a:lnTo>
                    <a:pt x="6753808" y="3790361"/>
                  </a:lnTo>
                  <a:lnTo>
                    <a:pt x="6787512" y="3787698"/>
                  </a:lnTo>
                  <a:lnTo>
                    <a:pt x="6837751" y="3783312"/>
                  </a:lnTo>
                  <a:lnTo>
                    <a:pt x="6904279" y="3776864"/>
                  </a:lnTo>
                  <a:lnTo>
                    <a:pt x="6985078" y="3768122"/>
                  </a:lnTo>
                  <a:lnTo>
                    <a:pt x="7076813" y="3756970"/>
                  </a:lnTo>
                  <a:lnTo>
                    <a:pt x="7175479" y="3743385"/>
                  </a:lnTo>
                  <a:lnTo>
                    <a:pt x="7277063" y="3727408"/>
                  </a:lnTo>
                  <a:lnTo>
                    <a:pt x="7378047" y="3709090"/>
                  </a:lnTo>
                  <a:lnTo>
                    <a:pt x="7475702" y="3688458"/>
                  </a:lnTo>
                  <a:lnTo>
                    <a:pt x="7568169" y="3665481"/>
                  </a:lnTo>
                  <a:lnTo>
                    <a:pt x="7654386" y="3640052"/>
                  </a:lnTo>
                  <a:lnTo>
                    <a:pt x="7733948" y="3611980"/>
                  </a:lnTo>
                  <a:lnTo>
                    <a:pt x="7806938" y="3580989"/>
                  </a:lnTo>
                  <a:lnTo>
                    <a:pt x="7873769" y="3546719"/>
                  </a:lnTo>
                  <a:lnTo>
                    <a:pt x="7935064" y="3508742"/>
                  </a:lnTo>
                  <a:lnTo>
                    <a:pt x="7991562" y="3466583"/>
                  </a:lnTo>
                  <a:lnTo>
                    <a:pt x="8044041" y="3419752"/>
                  </a:lnTo>
                  <a:lnTo>
                    <a:pt x="8093277" y="3367809"/>
                  </a:lnTo>
                  <a:lnTo>
                    <a:pt x="8139985" y="3310463"/>
                  </a:lnTo>
                  <a:lnTo>
                    <a:pt x="8151487" y="3295080"/>
                  </a:lnTo>
                  <a:lnTo>
                    <a:pt x="8188397" y="3242288"/>
                  </a:lnTo>
                  <a:lnTo>
                    <a:pt x="8224390" y="3185691"/>
                  </a:lnTo>
                  <a:lnTo>
                    <a:pt x="8259711" y="3125212"/>
                  </a:lnTo>
                  <a:lnTo>
                    <a:pt x="8294558" y="3060832"/>
                  </a:lnTo>
                  <a:lnTo>
                    <a:pt x="8329091" y="2992599"/>
                  </a:lnTo>
                  <a:lnTo>
                    <a:pt x="8363434" y="2920634"/>
                  </a:lnTo>
                  <a:lnTo>
                    <a:pt x="8397682" y="2845134"/>
                  </a:lnTo>
                  <a:lnTo>
                    <a:pt x="8431904" y="2766371"/>
                  </a:lnTo>
                  <a:lnTo>
                    <a:pt x="8466144" y="2684697"/>
                  </a:lnTo>
                  <a:lnTo>
                    <a:pt x="8500428" y="2600537"/>
                  </a:lnTo>
                  <a:lnTo>
                    <a:pt x="8534762" y="2514378"/>
                  </a:lnTo>
                  <a:lnTo>
                    <a:pt x="8569142" y="2426764"/>
                  </a:lnTo>
                  <a:lnTo>
                    <a:pt x="8603552" y="2338280"/>
                  </a:lnTo>
                  <a:lnTo>
                    <a:pt x="8637972" y="2249535"/>
                  </a:lnTo>
                  <a:lnTo>
                    <a:pt x="8672379" y="2161145"/>
                  </a:lnTo>
                  <a:lnTo>
                    <a:pt x="8706752" y="2073717"/>
                  </a:lnTo>
                  <a:lnTo>
                    <a:pt x="8741079" y="1987830"/>
                  </a:lnTo>
                  <a:lnTo>
                    <a:pt x="8775355" y="1904020"/>
                  </a:lnTo>
                  <a:lnTo>
                    <a:pt x="8809590" y="1822767"/>
                  </a:lnTo>
                  <a:lnTo>
                    <a:pt x="8843812" y="1744483"/>
                  </a:lnTo>
                  <a:lnTo>
                    <a:pt x="8878070" y="1669508"/>
                  </a:lnTo>
                  <a:lnTo>
                    <a:pt x="8912436" y="1598104"/>
                  </a:lnTo>
                  <a:lnTo>
                    <a:pt x="8947008" y="1530455"/>
                  </a:lnTo>
                  <a:lnTo>
                    <a:pt x="8981916" y="1466671"/>
                  </a:lnTo>
                  <a:lnTo>
                    <a:pt x="9017326" y="1406789"/>
                  </a:lnTo>
                  <a:lnTo>
                    <a:pt x="9053442" y="1350781"/>
                  </a:lnTo>
                  <a:lnTo>
                    <a:pt x="9084767" y="1306317"/>
                  </a:lnTo>
                  <a:lnTo>
                    <a:pt x="9130939" y="1247590"/>
                  </a:lnTo>
                  <a:lnTo>
                    <a:pt x="9179469" y="1194298"/>
                  </a:lnTo>
                  <a:lnTo>
                    <a:pt x="9231056" y="1146210"/>
                  </a:lnTo>
                  <a:lnTo>
                    <a:pt x="9286462" y="1102914"/>
                  </a:lnTo>
                  <a:lnTo>
                    <a:pt x="9346470" y="1063925"/>
                  </a:lnTo>
                  <a:lnTo>
                    <a:pt x="9411835" y="1028759"/>
                  </a:lnTo>
                  <a:lnTo>
                    <a:pt x="9483216" y="996974"/>
                  </a:lnTo>
                  <a:lnTo>
                    <a:pt x="9561091" y="968193"/>
                  </a:lnTo>
                  <a:lnTo>
                    <a:pt x="9645639" y="942117"/>
                  </a:lnTo>
                  <a:lnTo>
                    <a:pt x="9736595" y="918532"/>
                  </a:lnTo>
                  <a:lnTo>
                    <a:pt x="9833079" y="897312"/>
                  </a:lnTo>
                  <a:lnTo>
                    <a:pt x="9933444" y="878407"/>
                  </a:lnTo>
                  <a:lnTo>
                    <a:pt x="10035180" y="861833"/>
                  </a:lnTo>
                  <a:lnTo>
                    <a:pt x="10134953" y="847638"/>
                  </a:lnTo>
                  <a:lnTo>
                    <a:pt x="10228832" y="835868"/>
                  </a:lnTo>
                  <a:lnTo>
                    <a:pt x="10312753" y="826523"/>
                  </a:lnTo>
                  <a:lnTo>
                    <a:pt x="10383147" y="819511"/>
                  </a:lnTo>
                  <a:lnTo>
                    <a:pt x="10437609" y="814631"/>
                  </a:lnTo>
                  <a:lnTo>
                    <a:pt x="10475416" y="811569"/>
                  </a:lnTo>
                  <a:lnTo>
                    <a:pt x="10497764" y="809927"/>
                  </a:lnTo>
                  <a:lnTo>
                    <a:pt x="10507703" y="809262"/>
                  </a:lnTo>
                  <a:lnTo>
                    <a:pt x="10509911" y="809126"/>
                  </a:lnTo>
                  <a:lnTo>
                    <a:pt x="11981298" y="809126"/>
                  </a:lnTo>
                  <a:lnTo>
                    <a:pt x="11981298" y="800953"/>
                  </a:lnTo>
                  <a:lnTo>
                    <a:pt x="10509911" y="800953"/>
                  </a:lnTo>
                  <a:lnTo>
                    <a:pt x="10508773" y="801022"/>
                  </a:lnTo>
                  <a:lnTo>
                    <a:pt x="10501296" y="801511"/>
                  </a:lnTo>
                  <a:lnTo>
                    <a:pt x="10482445" y="802863"/>
                  </a:lnTo>
                  <a:lnTo>
                    <a:pt x="10448742" y="805526"/>
                  </a:lnTo>
                  <a:lnTo>
                    <a:pt x="10398503" y="809912"/>
                  </a:lnTo>
                  <a:lnTo>
                    <a:pt x="10331974" y="816360"/>
                  </a:lnTo>
                  <a:lnTo>
                    <a:pt x="10251175" y="825102"/>
                  </a:lnTo>
                  <a:lnTo>
                    <a:pt x="10159441" y="836254"/>
                  </a:lnTo>
                  <a:lnTo>
                    <a:pt x="10060774" y="849839"/>
                  </a:lnTo>
                  <a:lnTo>
                    <a:pt x="9959190" y="865816"/>
                  </a:lnTo>
                  <a:lnTo>
                    <a:pt x="9858206" y="884134"/>
                  </a:lnTo>
                  <a:lnTo>
                    <a:pt x="9760551" y="904766"/>
                  </a:lnTo>
                  <a:lnTo>
                    <a:pt x="9668085" y="927743"/>
                  </a:lnTo>
                  <a:lnTo>
                    <a:pt x="9581867" y="953172"/>
                  </a:lnTo>
                  <a:lnTo>
                    <a:pt x="9502305" y="981244"/>
                  </a:lnTo>
                  <a:lnTo>
                    <a:pt x="9429316" y="1012235"/>
                  </a:lnTo>
                  <a:lnTo>
                    <a:pt x="9362485" y="1046505"/>
                  </a:lnTo>
                  <a:lnTo>
                    <a:pt x="9301189" y="1084482"/>
                  </a:lnTo>
                  <a:lnTo>
                    <a:pt x="9244692" y="1126641"/>
                  </a:lnTo>
                  <a:lnTo>
                    <a:pt x="9192212" y="1173472"/>
                  </a:lnTo>
                  <a:lnTo>
                    <a:pt x="9142977" y="1225415"/>
                  </a:lnTo>
                  <a:lnTo>
                    <a:pt x="9096268" y="1282761"/>
                  </a:lnTo>
                  <a:lnTo>
                    <a:pt x="9084767" y="1298144"/>
                  </a:lnTo>
                  <a:lnTo>
                    <a:pt x="9047856" y="1350936"/>
                  </a:lnTo>
                  <a:lnTo>
                    <a:pt x="9011863" y="1407533"/>
                  </a:lnTo>
                  <a:lnTo>
                    <a:pt x="8976543" y="1468012"/>
                  </a:lnTo>
                  <a:lnTo>
                    <a:pt x="8941695" y="1532393"/>
                  </a:lnTo>
                  <a:lnTo>
                    <a:pt x="8907162" y="1600625"/>
                  </a:lnTo>
                  <a:lnTo>
                    <a:pt x="8872819" y="1672590"/>
                  </a:lnTo>
                  <a:lnTo>
                    <a:pt x="8838571" y="1748090"/>
                  </a:lnTo>
                  <a:lnTo>
                    <a:pt x="8804349" y="1826853"/>
                  </a:lnTo>
                  <a:lnTo>
                    <a:pt x="8770109" y="1908527"/>
                  </a:lnTo>
                  <a:lnTo>
                    <a:pt x="8735826" y="1992687"/>
                  </a:lnTo>
                  <a:lnTo>
                    <a:pt x="8701491" y="2078846"/>
                  </a:lnTo>
                  <a:lnTo>
                    <a:pt x="8667112" y="2166460"/>
                  </a:lnTo>
                  <a:lnTo>
                    <a:pt x="8632701" y="2254944"/>
                  </a:lnTo>
                  <a:lnTo>
                    <a:pt x="8598281" y="2343689"/>
                  </a:lnTo>
                  <a:lnTo>
                    <a:pt x="8563874" y="2432079"/>
                  </a:lnTo>
                  <a:lnTo>
                    <a:pt x="8529501" y="2519507"/>
                  </a:lnTo>
                  <a:lnTo>
                    <a:pt x="8495174" y="2605394"/>
                  </a:lnTo>
                  <a:lnTo>
                    <a:pt x="8460899" y="2689204"/>
                  </a:lnTo>
                  <a:lnTo>
                    <a:pt x="8426663" y="2770457"/>
                  </a:lnTo>
                  <a:lnTo>
                    <a:pt x="8392441" y="2848741"/>
                  </a:lnTo>
                  <a:lnTo>
                    <a:pt x="8358183" y="2923717"/>
                  </a:lnTo>
                  <a:lnTo>
                    <a:pt x="8323818" y="2995121"/>
                  </a:lnTo>
                  <a:lnTo>
                    <a:pt x="8289246" y="3062769"/>
                  </a:lnTo>
                  <a:lnTo>
                    <a:pt x="8254337" y="3126553"/>
                  </a:lnTo>
                  <a:lnTo>
                    <a:pt x="8218927" y="3186435"/>
                  </a:lnTo>
                  <a:lnTo>
                    <a:pt x="8182811" y="3242443"/>
                  </a:lnTo>
                  <a:lnTo>
                    <a:pt x="8151487" y="3286907"/>
                  </a:lnTo>
                  <a:lnTo>
                    <a:pt x="8105315" y="3345634"/>
                  </a:lnTo>
                  <a:lnTo>
                    <a:pt x="8056784" y="3398926"/>
                  </a:lnTo>
                  <a:lnTo>
                    <a:pt x="8005197" y="3447014"/>
                  </a:lnTo>
                  <a:lnTo>
                    <a:pt x="7949791" y="3490310"/>
                  </a:lnTo>
                  <a:lnTo>
                    <a:pt x="7889783" y="3529299"/>
                  </a:lnTo>
                  <a:lnTo>
                    <a:pt x="7824418" y="3564465"/>
                  </a:lnTo>
                  <a:lnTo>
                    <a:pt x="7753038" y="3596250"/>
                  </a:lnTo>
                  <a:lnTo>
                    <a:pt x="7675163" y="3625031"/>
                  </a:lnTo>
                  <a:lnTo>
                    <a:pt x="7590614" y="3651107"/>
                  </a:lnTo>
                  <a:lnTo>
                    <a:pt x="7499658" y="3674692"/>
                  </a:lnTo>
                  <a:lnTo>
                    <a:pt x="7403174" y="3695912"/>
                  </a:lnTo>
                  <a:lnTo>
                    <a:pt x="7302809" y="3714817"/>
                  </a:lnTo>
                  <a:lnTo>
                    <a:pt x="7201073" y="3731391"/>
                  </a:lnTo>
                  <a:lnTo>
                    <a:pt x="7101301" y="3745586"/>
                  </a:lnTo>
                  <a:lnTo>
                    <a:pt x="7007422" y="3757356"/>
                  </a:lnTo>
                  <a:lnTo>
                    <a:pt x="6923501" y="3766701"/>
                  </a:lnTo>
                  <a:lnTo>
                    <a:pt x="6853106" y="3773713"/>
                  </a:lnTo>
                  <a:lnTo>
                    <a:pt x="6798644" y="3778593"/>
                  </a:lnTo>
                  <a:lnTo>
                    <a:pt x="6760838" y="3781655"/>
                  </a:lnTo>
                  <a:lnTo>
                    <a:pt x="6738489" y="3783297"/>
                  </a:lnTo>
                  <a:lnTo>
                    <a:pt x="6728550" y="3783962"/>
                  </a:lnTo>
                  <a:lnTo>
                    <a:pt x="6726343" y="3784098"/>
                  </a:lnTo>
                  <a:lnTo>
                    <a:pt x="5254955" y="3784098"/>
                  </a:lnTo>
                  <a:lnTo>
                    <a:pt x="5253870" y="3784015"/>
                  </a:lnTo>
                  <a:lnTo>
                    <a:pt x="5246729" y="3783424"/>
                  </a:lnTo>
                  <a:lnTo>
                    <a:pt x="5228703" y="3781790"/>
                  </a:lnTo>
                  <a:lnTo>
                    <a:pt x="5196409" y="3778572"/>
                  </a:lnTo>
                  <a:lnTo>
                    <a:pt x="5148144" y="3773266"/>
                  </a:lnTo>
                  <a:lnTo>
                    <a:pt x="5084012" y="3765455"/>
                  </a:lnTo>
                  <a:lnTo>
                    <a:pt x="5005806" y="3754847"/>
                  </a:lnTo>
                  <a:lnTo>
                    <a:pt x="4916603" y="3741286"/>
                  </a:lnTo>
                  <a:lnTo>
                    <a:pt x="4820181" y="3724736"/>
                  </a:lnTo>
                  <a:lnTo>
                    <a:pt x="4720400" y="3705236"/>
                  </a:lnTo>
                  <a:lnTo>
                    <a:pt x="4620707" y="3682852"/>
                  </a:lnTo>
                  <a:lnTo>
                    <a:pt x="4523840" y="3657623"/>
                  </a:lnTo>
                  <a:lnTo>
                    <a:pt x="4431720" y="3629528"/>
                  </a:lnTo>
                  <a:lnTo>
                    <a:pt x="4345500" y="3598456"/>
                  </a:lnTo>
                  <a:lnTo>
                    <a:pt x="4265685" y="3564199"/>
                  </a:lnTo>
                  <a:lnTo>
                    <a:pt x="4192291" y="3526445"/>
                  </a:lnTo>
                  <a:lnTo>
                    <a:pt x="4124987" y="3484785"/>
                  </a:lnTo>
                  <a:lnTo>
                    <a:pt x="4063222" y="3438720"/>
                  </a:lnTo>
                  <a:lnTo>
                    <a:pt x="4006314" y="3387688"/>
                  </a:lnTo>
                  <a:lnTo>
                    <a:pt x="3953527" y="3331096"/>
                  </a:lnTo>
                  <a:lnTo>
                    <a:pt x="3904117" y="3268381"/>
                  </a:lnTo>
                  <a:lnTo>
                    <a:pt x="3857376" y="3199116"/>
                  </a:lnTo>
                  <a:lnTo>
                    <a:pt x="3829811" y="3153415"/>
                  </a:lnTo>
                  <a:lnTo>
                    <a:pt x="3796410" y="3093103"/>
                  </a:lnTo>
                  <a:lnTo>
                    <a:pt x="3763779" y="3028859"/>
                  </a:lnTo>
                  <a:lnTo>
                    <a:pt x="3731732" y="2960603"/>
                  </a:lnTo>
                  <a:lnTo>
                    <a:pt x="3700114" y="2888304"/>
                  </a:lnTo>
                  <a:lnTo>
                    <a:pt x="3668799" y="2811984"/>
                  </a:lnTo>
                  <a:lnTo>
                    <a:pt x="3637684" y="2731727"/>
                  </a:lnTo>
                  <a:lnTo>
                    <a:pt x="3606688" y="2647679"/>
                  </a:lnTo>
                  <a:lnTo>
                    <a:pt x="3575749" y="2560049"/>
                  </a:lnTo>
                  <a:lnTo>
                    <a:pt x="3544822" y="2469116"/>
                  </a:lnTo>
                  <a:lnTo>
                    <a:pt x="3513875" y="2375220"/>
                  </a:lnTo>
                  <a:lnTo>
                    <a:pt x="3482893" y="2278764"/>
                  </a:lnTo>
                  <a:lnTo>
                    <a:pt x="3451869" y="2180205"/>
                  </a:lnTo>
                  <a:lnTo>
                    <a:pt x="3420807" y="2080048"/>
                  </a:lnTo>
                  <a:lnTo>
                    <a:pt x="3389715" y="1978834"/>
                  </a:lnTo>
                  <a:lnTo>
                    <a:pt x="3358610" y="1877127"/>
                  </a:lnTo>
                  <a:lnTo>
                    <a:pt x="3327507" y="1775505"/>
                  </a:lnTo>
                  <a:lnTo>
                    <a:pt x="3296423" y="1674543"/>
                  </a:lnTo>
                  <a:lnTo>
                    <a:pt x="3265370" y="1574800"/>
                  </a:lnTo>
                  <a:lnTo>
                    <a:pt x="3234359" y="1476808"/>
                  </a:lnTo>
                  <a:lnTo>
                    <a:pt x="3203388" y="1381057"/>
                  </a:lnTo>
                  <a:lnTo>
                    <a:pt x="3172450" y="1287991"/>
                  </a:lnTo>
                  <a:lnTo>
                    <a:pt x="3141523" y="1197994"/>
                  </a:lnTo>
                  <a:lnTo>
                    <a:pt x="3110572" y="1111389"/>
                  </a:lnTo>
                  <a:lnTo>
                    <a:pt x="3079549" y="1028433"/>
                  </a:lnTo>
                  <a:lnTo>
                    <a:pt x="3048385" y="949319"/>
                  </a:lnTo>
                  <a:lnTo>
                    <a:pt x="3016993" y="874172"/>
                  </a:lnTo>
                  <a:lnTo>
                    <a:pt x="2985263" y="803058"/>
                  </a:lnTo>
                  <a:lnTo>
                    <a:pt x="2953062" y="735985"/>
                  </a:lnTo>
                  <a:lnTo>
                    <a:pt x="2920226" y="672904"/>
                  </a:lnTo>
                  <a:lnTo>
                    <a:pt x="2896531" y="630683"/>
                  </a:lnTo>
                  <a:lnTo>
                    <a:pt x="2851109" y="557316"/>
                  </a:lnTo>
                  <a:lnTo>
                    <a:pt x="2803412" y="490629"/>
                  </a:lnTo>
                  <a:lnTo>
                    <a:pt x="2752778" y="430350"/>
                  </a:lnTo>
                  <a:lnTo>
                    <a:pt x="2698482" y="375984"/>
                  </a:lnTo>
                  <a:lnTo>
                    <a:pt x="2639776" y="326949"/>
                  </a:lnTo>
                  <a:lnTo>
                    <a:pt x="2575937" y="282657"/>
                  </a:lnTo>
                  <a:lnTo>
                    <a:pt x="2506327" y="242567"/>
                  </a:lnTo>
                  <a:lnTo>
                    <a:pt x="2430465" y="206213"/>
                  </a:lnTo>
                  <a:lnTo>
                    <a:pt x="2348140" y="173223"/>
                  </a:lnTo>
                  <a:lnTo>
                    <a:pt x="2259539" y="143325"/>
                  </a:lnTo>
                  <a:lnTo>
                    <a:pt x="2165400" y="116350"/>
                  </a:lnTo>
                  <a:lnTo>
                    <a:pt x="2067164" y="92223"/>
                  </a:lnTo>
                  <a:lnTo>
                    <a:pt x="1967069" y="70950"/>
                  </a:lnTo>
                  <a:lnTo>
                    <a:pt x="1868150" y="52587"/>
                  </a:lnTo>
                  <a:lnTo>
                    <a:pt x="1774062" y="37195"/>
                  </a:lnTo>
                  <a:lnTo>
                    <a:pt x="1688701" y="24790"/>
                  </a:lnTo>
                  <a:lnTo>
                    <a:pt x="1615648" y="15293"/>
                  </a:lnTo>
                  <a:lnTo>
                    <a:pt x="1557545" y="8496"/>
                  </a:lnTo>
                  <a:lnTo>
                    <a:pt x="1515563" y="4055"/>
                  </a:lnTo>
                  <a:lnTo>
                    <a:pt x="1489103" y="1515"/>
                  </a:lnTo>
                  <a:lnTo>
                    <a:pt x="1475786" y="350"/>
                  </a:lnTo>
                  <a:lnTo>
                    <a:pt x="1471641" y="18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507" name="pl507"/>
            <p:cNvSpPr/>
            <p:nvPr/>
          </p:nvSpPr>
          <p:spPr>
            <a:xfrm>
              <a:off x="4799595" y="6442737"/>
              <a:ext cx="11981298" cy="3784098"/>
            </a:xfrm>
            <a:custGeom>
              <a:avLst/>
              <a:pathLst>
                <a:path w="11981298" h="3784098">
                  <a:moveTo>
                    <a:pt x="0" y="0"/>
                  </a:moveTo>
                  <a:lnTo>
                    <a:pt x="1471387" y="0"/>
                  </a:lnTo>
                  <a:lnTo>
                    <a:pt x="1472472" y="82"/>
                  </a:lnTo>
                  <a:lnTo>
                    <a:pt x="1479613" y="674"/>
                  </a:lnTo>
                  <a:lnTo>
                    <a:pt x="1497639" y="2308"/>
                  </a:lnTo>
                  <a:lnTo>
                    <a:pt x="1529933" y="5525"/>
                  </a:lnTo>
                  <a:lnTo>
                    <a:pt x="1578198" y="10831"/>
                  </a:lnTo>
                  <a:lnTo>
                    <a:pt x="1642330" y="18642"/>
                  </a:lnTo>
                  <a:lnTo>
                    <a:pt x="1720537" y="29250"/>
                  </a:lnTo>
                  <a:lnTo>
                    <a:pt x="1809739" y="42811"/>
                  </a:lnTo>
                  <a:lnTo>
                    <a:pt x="1906161" y="59361"/>
                  </a:lnTo>
                  <a:lnTo>
                    <a:pt x="2005942" y="78861"/>
                  </a:lnTo>
                  <a:lnTo>
                    <a:pt x="2105635" y="101245"/>
                  </a:lnTo>
                  <a:lnTo>
                    <a:pt x="2202502" y="126474"/>
                  </a:lnTo>
                  <a:lnTo>
                    <a:pt x="2294622" y="154570"/>
                  </a:lnTo>
                  <a:lnTo>
                    <a:pt x="2380842" y="185641"/>
                  </a:lnTo>
                  <a:lnTo>
                    <a:pt x="2460657" y="219898"/>
                  </a:lnTo>
                  <a:lnTo>
                    <a:pt x="2534051" y="257652"/>
                  </a:lnTo>
                  <a:lnTo>
                    <a:pt x="2601355" y="299312"/>
                  </a:lnTo>
                  <a:lnTo>
                    <a:pt x="2663121" y="345377"/>
                  </a:lnTo>
                  <a:lnTo>
                    <a:pt x="2720028" y="396409"/>
                  </a:lnTo>
                  <a:lnTo>
                    <a:pt x="2772815" y="453002"/>
                  </a:lnTo>
                  <a:lnTo>
                    <a:pt x="2822225" y="515717"/>
                  </a:lnTo>
                  <a:lnTo>
                    <a:pt x="2868966" y="584981"/>
                  </a:lnTo>
                  <a:lnTo>
                    <a:pt x="2896531" y="630683"/>
                  </a:lnTo>
                  <a:lnTo>
                    <a:pt x="2929932" y="690994"/>
                  </a:lnTo>
                  <a:lnTo>
                    <a:pt x="2962563" y="755238"/>
                  </a:lnTo>
                  <a:lnTo>
                    <a:pt x="2994611" y="823494"/>
                  </a:lnTo>
                  <a:lnTo>
                    <a:pt x="3026228" y="895793"/>
                  </a:lnTo>
                  <a:lnTo>
                    <a:pt x="3057543" y="972113"/>
                  </a:lnTo>
                  <a:lnTo>
                    <a:pt x="3088658" y="1052370"/>
                  </a:lnTo>
                  <a:lnTo>
                    <a:pt x="3119654" y="1136418"/>
                  </a:lnTo>
                  <a:lnTo>
                    <a:pt x="3150593" y="1224048"/>
                  </a:lnTo>
                  <a:lnTo>
                    <a:pt x="3181520" y="1314982"/>
                  </a:lnTo>
                  <a:lnTo>
                    <a:pt x="3212467" y="1408878"/>
                  </a:lnTo>
                  <a:lnTo>
                    <a:pt x="3243449" y="1505334"/>
                  </a:lnTo>
                  <a:lnTo>
                    <a:pt x="3274473" y="1603892"/>
                  </a:lnTo>
                  <a:lnTo>
                    <a:pt x="3305535" y="1704049"/>
                  </a:lnTo>
                  <a:lnTo>
                    <a:pt x="3336627" y="1805264"/>
                  </a:lnTo>
                  <a:lnTo>
                    <a:pt x="3367732" y="1906970"/>
                  </a:lnTo>
                  <a:lnTo>
                    <a:pt x="3398835" y="2008592"/>
                  </a:lnTo>
                  <a:lnTo>
                    <a:pt x="3429920" y="2109554"/>
                  </a:lnTo>
                  <a:lnTo>
                    <a:pt x="3460972" y="2209297"/>
                  </a:lnTo>
                  <a:lnTo>
                    <a:pt x="3491983" y="2307290"/>
                  </a:lnTo>
                  <a:lnTo>
                    <a:pt x="3522954" y="2403040"/>
                  </a:lnTo>
                  <a:lnTo>
                    <a:pt x="3553892" y="2496106"/>
                  </a:lnTo>
                  <a:lnTo>
                    <a:pt x="3584820" y="2586103"/>
                  </a:lnTo>
                  <a:lnTo>
                    <a:pt x="3615770" y="2672709"/>
                  </a:lnTo>
                  <a:lnTo>
                    <a:pt x="3646793" y="2755664"/>
                  </a:lnTo>
                  <a:lnTo>
                    <a:pt x="3677957" y="2834779"/>
                  </a:lnTo>
                  <a:lnTo>
                    <a:pt x="3709349" y="2909925"/>
                  </a:lnTo>
                  <a:lnTo>
                    <a:pt x="3741079" y="2981039"/>
                  </a:lnTo>
                  <a:lnTo>
                    <a:pt x="3773280" y="3048113"/>
                  </a:lnTo>
                  <a:lnTo>
                    <a:pt x="3806116" y="3111193"/>
                  </a:lnTo>
                  <a:lnTo>
                    <a:pt x="3829811" y="3153415"/>
                  </a:lnTo>
                  <a:lnTo>
                    <a:pt x="3875233" y="3226781"/>
                  </a:lnTo>
                  <a:lnTo>
                    <a:pt x="3922930" y="3293468"/>
                  </a:lnTo>
                  <a:lnTo>
                    <a:pt x="3973564" y="3353747"/>
                  </a:lnTo>
                  <a:lnTo>
                    <a:pt x="4027860" y="3408113"/>
                  </a:lnTo>
                  <a:lnTo>
                    <a:pt x="4086566" y="3457148"/>
                  </a:lnTo>
                  <a:lnTo>
                    <a:pt x="4150405" y="3501440"/>
                  </a:lnTo>
                  <a:lnTo>
                    <a:pt x="4220016" y="3541530"/>
                  </a:lnTo>
                  <a:lnTo>
                    <a:pt x="4295877" y="3577884"/>
                  </a:lnTo>
                  <a:lnTo>
                    <a:pt x="4378202" y="3610874"/>
                  </a:lnTo>
                  <a:lnTo>
                    <a:pt x="4466803" y="3640772"/>
                  </a:lnTo>
                  <a:lnTo>
                    <a:pt x="4560942" y="3667748"/>
                  </a:lnTo>
                  <a:lnTo>
                    <a:pt x="4659178" y="3691874"/>
                  </a:lnTo>
                  <a:lnTo>
                    <a:pt x="4759274" y="3713147"/>
                  </a:lnTo>
                  <a:lnTo>
                    <a:pt x="4858192" y="3731510"/>
                  </a:lnTo>
                  <a:lnTo>
                    <a:pt x="4952280" y="3746902"/>
                  </a:lnTo>
                  <a:lnTo>
                    <a:pt x="5037641" y="3759307"/>
                  </a:lnTo>
                  <a:lnTo>
                    <a:pt x="5110694" y="3768805"/>
                  </a:lnTo>
                  <a:lnTo>
                    <a:pt x="5168797" y="3775602"/>
                  </a:lnTo>
                  <a:lnTo>
                    <a:pt x="5210779" y="3780042"/>
                  </a:lnTo>
                  <a:lnTo>
                    <a:pt x="5237239" y="3782582"/>
                  </a:lnTo>
                  <a:lnTo>
                    <a:pt x="5250556" y="3783747"/>
                  </a:lnTo>
                  <a:lnTo>
                    <a:pt x="5254701" y="3784079"/>
                  </a:lnTo>
                  <a:lnTo>
                    <a:pt x="5254955" y="3784098"/>
                  </a:lnTo>
                  <a:lnTo>
                    <a:pt x="6726343" y="3784098"/>
                  </a:lnTo>
                  <a:lnTo>
                    <a:pt x="6727480" y="3784029"/>
                  </a:lnTo>
                  <a:lnTo>
                    <a:pt x="6734958" y="3783540"/>
                  </a:lnTo>
                  <a:lnTo>
                    <a:pt x="6753808" y="3782188"/>
                  </a:lnTo>
                  <a:lnTo>
                    <a:pt x="6787512" y="3779525"/>
                  </a:lnTo>
                  <a:lnTo>
                    <a:pt x="6837751" y="3775139"/>
                  </a:lnTo>
                  <a:lnTo>
                    <a:pt x="6904279" y="3768691"/>
                  </a:lnTo>
                  <a:lnTo>
                    <a:pt x="6985078" y="3759949"/>
                  </a:lnTo>
                  <a:lnTo>
                    <a:pt x="7076813" y="3748797"/>
                  </a:lnTo>
                  <a:lnTo>
                    <a:pt x="7175479" y="3735212"/>
                  </a:lnTo>
                  <a:lnTo>
                    <a:pt x="7277063" y="3719235"/>
                  </a:lnTo>
                  <a:lnTo>
                    <a:pt x="7378047" y="3700917"/>
                  </a:lnTo>
                  <a:lnTo>
                    <a:pt x="7475702" y="3680285"/>
                  </a:lnTo>
                  <a:lnTo>
                    <a:pt x="7568169" y="3657308"/>
                  </a:lnTo>
                  <a:lnTo>
                    <a:pt x="7654386" y="3631879"/>
                  </a:lnTo>
                  <a:lnTo>
                    <a:pt x="7733948" y="3603807"/>
                  </a:lnTo>
                  <a:lnTo>
                    <a:pt x="7806938" y="3572816"/>
                  </a:lnTo>
                  <a:lnTo>
                    <a:pt x="7873769" y="3538546"/>
                  </a:lnTo>
                  <a:lnTo>
                    <a:pt x="7935064" y="3500569"/>
                  </a:lnTo>
                  <a:lnTo>
                    <a:pt x="7991562" y="3458410"/>
                  </a:lnTo>
                  <a:lnTo>
                    <a:pt x="8044041" y="3411579"/>
                  </a:lnTo>
                  <a:lnTo>
                    <a:pt x="8093277" y="3359636"/>
                  </a:lnTo>
                  <a:lnTo>
                    <a:pt x="8139985" y="3302290"/>
                  </a:lnTo>
                  <a:lnTo>
                    <a:pt x="8151487" y="3286907"/>
                  </a:lnTo>
                  <a:lnTo>
                    <a:pt x="8188397" y="3234115"/>
                  </a:lnTo>
                  <a:lnTo>
                    <a:pt x="8224390" y="3177518"/>
                  </a:lnTo>
                  <a:lnTo>
                    <a:pt x="8259711" y="3117039"/>
                  </a:lnTo>
                  <a:lnTo>
                    <a:pt x="8294558" y="3052659"/>
                  </a:lnTo>
                  <a:lnTo>
                    <a:pt x="8329091" y="2984426"/>
                  </a:lnTo>
                  <a:lnTo>
                    <a:pt x="8363434" y="2912461"/>
                  </a:lnTo>
                  <a:lnTo>
                    <a:pt x="8397682" y="2836961"/>
                  </a:lnTo>
                  <a:lnTo>
                    <a:pt x="8431904" y="2758198"/>
                  </a:lnTo>
                  <a:lnTo>
                    <a:pt x="8466144" y="2676524"/>
                  </a:lnTo>
                  <a:lnTo>
                    <a:pt x="8500428" y="2592364"/>
                  </a:lnTo>
                  <a:lnTo>
                    <a:pt x="8534762" y="2506205"/>
                  </a:lnTo>
                  <a:lnTo>
                    <a:pt x="8569142" y="2418591"/>
                  </a:lnTo>
                  <a:lnTo>
                    <a:pt x="8603552" y="2330107"/>
                  </a:lnTo>
                  <a:lnTo>
                    <a:pt x="8637972" y="2241362"/>
                  </a:lnTo>
                  <a:lnTo>
                    <a:pt x="8672379" y="2152972"/>
                  </a:lnTo>
                  <a:lnTo>
                    <a:pt x="8706752" y="2065544"/>
                  </a:lnTo>
                  <a:lnTo>
                    <a:pt x="8741079" y="1979657"/>
                  </a:lnTo>
                  <a:lnTo>
                    <a:pt x="8775355" y="1895847"/>
                  </a:lnTo>
                  <a:lnTo>
                    <a:pt x="8809590" y="1814594"/>
                  </a:lnTo>
                  <a:lnTo>
                    <a:pt x="8843812" y="1736310"/>
                  </a:lnTo>
                  <a:lnTo>
                    <a:pt x="8878070" y="1661335"/>
                  </a:lnTo>
                  <a:lnTo>
                    <a:pt x="8912436" y="1589931"/>
                  </a:lnTo>
                  <a:lnTo>
                    <a:pt x="8947008" y="1522282"/>
                  </a:lnTo>
                  <a:lnTo>
                    <a:pt x="8981916" y="1458498"/>
                  </a:lnTo>
                  <a:lnTo>
                    <a:pt x="9017326" y="1398616"/>
                  </a:lnTo>
                  <a:lnTo>
                    <a:pt x="9053442" y="1342608"/>
                  </a:lnTo>
                  <a:lnTo>
                    <a:pt x="9084767" y="1298144"/>
                  </a:lnTo>
                  <a:lnTo>
                    <a:pt x="9130939" y="1239417"/>
                  </a:lnTo>
                  <a:lnTo>
                    <a:pt x="9179469" y="1186125"/>
                  </a:lnTo>
                  <a:lnTo>
                    <a:pt x="9231056" y="1138037"/>
                  </a:lnTo>
                  <a:lnTo>
                    <a:pt x="9286462" y="1094741"/>
                  </a:lnTo>
                  <a:lnTo>
                    <a:pt x="9346470" y="1055752"/>
                  </a:lnTo>
                  <a:lnTo>
                    <a:pt x="9411835" y="1020586"/>
                  </a:lnTo>
                  <a:lnTo>
                    <a:pt x="9483216" y="988801"/>
                  </a:lnTo>
                  <a:lnTo>
                    <a:pt x="9561091" y="960020"/>
                  </a:lnTo>
                  <a:lnTo>
                    <a:pt x="9645639" y="933944"/>
                  </a:lnTo>
                  <a:lnTo>
                    <a:pt x="9736595" y="910359"/>
                  </a:lnTo>
                  <a:lnTo>
                    <a:pt x="9833079" y="889139"/>
                  </a:lnTo>
                  <a:lnTo>
                    <a:pt x="9933444" y="870234"/>
                  </a:lnTo>
                  <a:lnTo>
                    <a:pt x="10035180" y="853660"/>
                  </a:lnTo>
                  <a:lnTo>
                    <a:pt x="10134953" y="839465"/>
                  </a:lnTo>
                  <a:lnTo>
                    <a:pt x="10228832" y="827695"/>
                  </a:lnTo>
                  <a:lnTo>
                    <a:pt x="10312753" y="818350"/>
                  </a:lnTo>
                  <a:lnTo>
                    <a:pt x="10383147" y="811338"/>
                  </a:lnTo>
                  <a:lnTo>
                    <a:pt x="10437609" y="806458"/>
                  </a:lnTo>
                  <a:lnTo>
                    <a:pt x="10475416" y="803396"/>
                  </a:lnTo>
                  <a:lnTo>
                    <a:pt x="10497764" y="801754"/>
                  </a:lnTo>
                  <a:lnTo>
                    <a:pt x="10507703" y="801089"/>
                  </a:lnTo>
                  <a:lnTo>
                    <a:pt x="10509891" y="800954"/>
                  </a:lnTo>
                  <a:lnTo>
                    <a:pt x="10509911" y="800953"/>
                  </a:lnTo>
                  <a:lnTo>
                    <a:pt x="11981298" y="80095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08" name="pl508"/>
            <p:cNvSpPr/>
            <p:nvPr/>
          </p:nvSpPr>
          <p:spPr>
            <a:xfrm>
              <a:off x="4799595" y="6434564"/>
              <a:ext cx="11981298" cy="3784098"/>
            </a:xfrm>
            <a:custGeom>
              <a:avLst/>
              <a:pathLst>
                <a:path w="11981298" h="3784098">
                  <a:moveTo>
                    <a:pt x="11981298" y="800953"/>
                  </a:moveTo>
                  <a:lnTo>
                    <a:pt x="10509911" y="800953"/>
                  </a:lnTo>
                  <a:lnTo>
                    <a:pt x="10508773" y="801022"/>
                  </a:lnTo>
                  <a:lnTo>
                    <a:pt x="10501296" y="801511"/>
                  </a:lnTo>
                  <a:lnTo>
                    <a:pt x="10482445" y="802863"/>
                  </a:lnTo>
                  <a:lnTo>
                    <a:pt x="10448742" y="805526"/>
                  </a:lnTo>
                  <a:lnTo>
                    <a:pt x="10398503" y="809912"/>
                  </a:lnTo>
                  <a:lnTo>
                    <a:pt x="10331974" y="816360"/>
                  </a:lnTo>
                  <a:lnTo>
                    <a:pt x="10251175" y="825102"/>
                  </a:lnTo>
                  <a:lnTo>
                    <a:pt x="10159441" y="836254"/>
                  </a:lnTo>
                  <a:lnTo>
                    <a:pt x="10060774" y="849839"/>
                  </a:lnTo>
                  <a:lnTo>
                    <a:pt x="9959190" y="865816"/>
                  </a:lnTo>
                  <a:lnTo>
                    <a:pt x="9858206" y="884134"/>
                  </a:lnTo>
                  <a:lnTo>
                    <a:pt x="9760551" y="904766"/>
                  </a:lnTo>
                  <a:lnTo>
                    <a:pt x="9668085" y="927743"/>
                  </a:lnTo>
                  <a:lnTo>
                    <a:pt x="9581867" y="953172"/>
                  </a:lnTo>
                  <a:lnTo>
                    <a:pt x="9502305" y="981244"/>
                  </a:lnTo>
                  <a:lnTo>
                    <a:pt x="9429316" y="1012235"/>
                  </a:lnTo>
                  <a:lnTo>
                    <a:pt x="9362485" y="1046505"/>
                  </a:lnTo>
                  <a:lnTo>
                    <a:pt x="9301189" y="1084482"/>
                  </a:lnTo>
                  <a:lnTo>
                    <a:pt x="9244692" y="1126641"/>
                  </a:lnTo>
                  <a:lnTo>
                    <a:pt x="9192212" y="1173472"/>
                  </a:lnTo>
                  <a:lnTo>
                    <a:pt x="9142977" y="1225415"/>
                  </a:lnTo>
                  <a:lnTo>
                    <a:pt x="9096268" y="1282761"/>
                  </a:lnTo>
                  <a:lnTo>
                    <a:pt x="9084767" y="1298144"/>
                  </a:lnTo>
                  <a:lnTo>
                    <a:pt x="9047856" y="1350936"/>
                  </a:lnTo>
                  <a:lnTo>
                    <a:pt x="9011863" y="1407533"/>
                  </a:lnTo>
                  <a:lnTo>
                    <a:pt x="8976543" y="1468012"/>
                  </a:lnTo>
                  <a:lnTo>
                    <a:pt x="8941695" y="1532393"/>
                  </a:lnTo>
                  <a:lnTo>
                    <a:pt x="8907162" y="1600625"/>
                  </a:lnTo>
                  <a:lnTo>
                    <a:pt x="8872819" y="1672590"/>
                  </a:lnTo>
                  <a:lnTo>
                    <a:pt x="8838571" y="1748090"/>
                  </a:lnTo>
                  <a:lnTo>
                    <a:pt x="8804349" y="1826853"/>
                  </a:lnTo>
                  <a:lnTo>
                    <a:pt x="8770109" y="1908527"/>
                  </a:lnTo>
                  <a:lnTo>
                    <a:pt x="8735826" y="1992687"/>
                  </a:lnTo>
                  <a:lnTo>
                    <a:pt x="8701491" y="2078846"/>
                  </a:lnTo>
                  <a:lnTo>
                    <a:pt x="8667112" y="2166460"/>
                  </a:lnTo>
                  <a:lnTo>
                    <a:pt x="8632701" y="2254944"/>
                  </a:lnTo>
                  <a:lnTo>
                    <a:pt x="8598281" y="2343689"/>
                  </a:lnTo>
                  <a:lnTo>
                    <a:pt x="8563874" y="2432079"/>
                  </a:lnTo>
                  <a:lnTo>
                    <a:pt x="8529501" y="2519507"/>
                  </a:lnTo>
                  <a:lnTo>
                    <a:pt x="8495174" y="2605394"/>
                  </a:lnTo>
                  <a:lnTo>
                    <a:pt x="8460899" y="2689204"/>
                  </a:lnTo>
                  <a:lnTo>
                    <a:pt x="8426663" y="2770457"/>
                  </a:lnTo>
                  <a:lnTo>
                    <a:pt x="8392441" y="2848741"/>
                  </a:lnTo>
                  <a:lnTo>
                    <a:pt x="8358183" y="2923717"/>
                  </a:lnTo>
                  <a:lnTo>
                    <a:pt x="8323818" y="2995121"/>
                  </a:lnTo>
                  <a:lnTo>
                    <a:pt x="8289246" y="3062769"/>
                  </a:lnTo>
                  <a:lnTo>
                    <a:pt x="8254337" y="3126553"/>
                  </a:lnTo>
                  <a:lnTo>
                    <a:pt x="8218927" y="3186435"/>
                  </a:lnTo>
                  <a:lnTo>
                    <a:pt x="8182811" y="3242443"/>
                  </a:lnTo>
                  <a:lnTo>
                    <a:pt x="8151487" y="3286907"/>
                  </a:lnTo>
                  <a:lnTo>
                    <a:pt x="8105315" y="3345634"/>
                  </a:lnTo>
                  <a:lnTo>
                    <a:pt x="8056784" y="3398926"/>
                  </a:lnTo>
                  <a:lnTo>
                    <a:pt x="8005197" y="3447014"/>
                  </a:lnTo>
                  <a:lnTo>
                    <a:pt x="7949791" y="3490310"/>
                  </a:lnTo>
                  <a:lnTo>
                    <a:pt x="7889783" y="3529299"/>
                  </a:lnTo>
                  <a:lnTo>
                    <a:pt x="7824418" y="3564465"/>
                  </a:lnTo>
                  <a:lnTo>
                    <a:pt x="7753038" y="3596250"/>
                  </a:lnTo>
                  <a:lnTo>
                    <a:pt x="7675163" y="3625031"/>
                  </a:lnTo>
                  <a:lnTo>
                    <a:pt x="7590614" y="3651107"/>
                  </a:lnTo>
                  <a:lnTo>
                    <a:pt x="7499658" y="3674692"/>
                  </a:lnTo>
                  <a:lnTo>
                    <a:pt x="7403174" y="3695912"/>
                  </a:lnTo>
                  <a:lnTo>
                    <a:pt x="7302809" y="3714817"/>
                  </a:lnTo>
                  <a:lnTo>
                    <a:pt x="7201073" y="3731391"/>
                  </a:lnTo>
                  <a:lnTo>
                    <a:pt x="7101301" y="3745586"/>
                  </a:lnTo>
                  <a:lnTo>
                    <a:pt x="7007422" y="3757356"/>
                  </a:lnTo>
                  <a:lnTo>
                    <a:pt x="6923501" y="3766701"/>
                  </a:lnTo>
                  <a:lnTo>
                    <a:pt x="6853106" y="3773713"/>
                  </a:lnTo>
                  <a:lnTo>
                    <a:pt x="6798644" y="3778593"/>
                  </a:lnTo>
                  <a:lnTo>
                    <a:pt x="6760838" y="3781655"/>
                  </a:lnTo>
                  <a:lnTo>
                    <a:pt x="6738489" y="3783297"/>
                  </a:lnTo>
                  <a:lnTo>
                    <a:pt x="6728550" y="3783962"/>
                  </a:lnTo>
                  <a:lnTo>
                    <a:pt x="6726362" y="3784097"/>
                  </a:lnTo>
                  <a:lnTo>
                    <a:pt x="6726343" y="3784098"/>
                  </a:lnTo>
                  <a:lnTo>
                    <a:pt x="5254955" y="3784098"/>
                  </a:lnTo>
                  <a:lnTo>
                    <a:pt x="5253870" y="3784015"/>
                  </a:lnTo>
                  <a:lnTo>
                    <a:pt x="5246729" y="3783424"/>
                  </a:lnTo>
                  <a:lnTo>
                    <a:pt x="5228703" y="3781790"/>
                  </a:lnTo>
                  <a:lnTo>
                    <a:pt x="5196409" y="3778572"/>
                  </a:lnTo>
                  <a:lnTo>
                    <a:pt x="5148144" y="3773266"/>
                  </a:lnTo>
                  <a:lnTo>
                    <a:pt x="5084012" y="3765455"/>
                  </a:lnTo>
                  <a:lnTo>
                    <a:pt x="5005806" y="3754847"/>
                  </a:lnTo>
                  <a:lnTo>
                    <a:pt x="4916603" y="3741286"/>
                  </a:lnTo>
                  <a:lnTo>
                    <a:pt x="4820181" y="3724736"/>
                  </a:lnTo>
                  <a:lnTo>
                    <a:pt x="4720400" y="3705236"/>
                  </a:lnTo>
                  <a:lnTo>
                    <a:pt x="4620707" y="3682852"/>
                  </a:lnTo>
                  <a:lnTo>
                    <a:pt x="4523840" y="3657623"/>
                  </a:lnTo>
                  <a:lnTo>
                    <a:pt x="4431720" y="3629528"/>
                  </a:lnTo>
                  <a:lnTo>
                    <a:pt x="4345500" y="3598456"/>
                  </a:lnTo>
                  <a:lnTo>
                    <a:pt x="4265685" y="3564199"/>
                  </a:lnTo>
                  <a:lnTo>
                    <a:pt x="4192291" y="3526445"/>
                  </a:lnTo>
                  <a:lnTo>
                    <a:pt x="4124987" y="3484785"/>
                  </a:lnTo>
                  <a:lnTo>
                    <a:pt x="4063222" y="3438720"/>
                  </a:lnTo>
                  <a:lnTo>
                    <a:pt x="4006314" y="3387688"/>
                  </a:lnTo>
                  <a:lnTo>
                    <a:pt x="3953527" y="3331096"/>
                  </a:lnTo>
                  <a:lnTo>
                    <a:pt x="3904117" y="3268381"/>
                  </a:lnTo>
                  <a:lnTo>
                    <a:pt x="3857376" y="3199116"/>
                  </a:lnTo>
                  <a:lnTo>
                    <a:pt x="3829811" y="3153415"/>
                  </a:lnTo>
                  <a:lnTo>
                    <a:pt x="3796410" y="3093103"/>
                  </a:lnTo>
                  <a:lnTo>
                    <a:pt x="3763779" y="3028859"/>
                  </a:lnTo>
                  <a:lnTo>
                    <a:pt x="3731732" y="2960603"/>
                  </a:lnTo>
                  <a:lnTo>
                    <a:pt x="3700114" y="2888304"/>
                  </a:lnTo>
                  <a:lnTo>
                    <a:pt x="3668799" y="2811984"/>
                  </a:lnTo>
                  <a:lnTo>
                    <a:pt x="3637684" y="2731727"/>
                  </a:lnTo>
                  <a:lnTo>
                    <a:pt x="3606688" y="2647679"/>
                  </a:lnTo>
                  <a:lnTo>
                    <a:pt x="3575749" y="2560049"/>
                  </a:lnTo>
                  <a:lnTo>
                    <a:pt x="3544822" y="2469116"/>
                  </a:lnTo>
                  <a:lnTo>
                    <a:pt x="3513875" y="2375220"/>
                  </a:lnTo>
                  <a:lnTo>
                    <a:pt x="3482893" y="2278764"/>
                  </a:lnTo>
                  <a:lnTo>
                    <a:pt x="3451869" y="2180205"/>
                  </a:lnTo>
                  <a:lnTo>
                    <a:pt x="3420807" y="2080048"/>
                  </a:lnTo>
                  <a:lnTo>
                    <a:pt x="3389715" y="1978834"/>
                  </a:lnTo>
                  <a:lnTo>
                    <a:pt x="3358610" y="1877127"/>
                  </a:lnTo>
                  <a:lnTo>
                    <a:pt x="3327507" y="1775505"/>
                  </a:lnTo>
                  <a:lnTo>
                    <a:pt x="3296423" y="1674543"/>
                  </a:lnTo>
                  <a:lnTo>
                    <a:pt x="3265370" y="1574800"/>
                  </a:lnTo>
                  <a:lnTo>
                    <a:pt x="3234359" y="1476808"/>
                  </a:lnTo>
                  <a:lnTo>
                    <a:pt x="3203388" y="1381057"/>
                  </a:lnTo>
                  <a:lnTo>
                    <a:pt x="3172450" y="1287991"/>
                  </a:lnTo>
                  <a:lnTo>
                    <a:pt x="3141523" y="1197994"/>
                  </a:lnTo>
                  <a:lnTo>
                    <a:pt x="3110572" y="1111389"/>
                  </a:lnTo>
                  <a:lnTo>
                    <a:pt x="3079549" y="1028433"/>
                  </a:lnTo>
                  <a:lnTo>
                    <a:pt x="3048385" y="949319"/>
                  </a:lnTo>
                  <a:lnTo>
                    <a:pt x="3016993" y="874172"/>
                  </a:lnTo>
                  <a:lnTo>
                    <a:pt x="2985263" y="803058"/>
                  </a:lnTo>
                  <a:lnTo>
                    <a:pt x="2953062" y="735985"/>
                  </a:lnTo>
                  <a:lnTo>
                    <a:pt x="2920226" y="672904"/>
                  </a:lnTo>
                  <a:lnTo>
                    <a:pt x="2896531" y="630683"/>
                  </a:lnTo>
                  <a:lnTo>
                    <a:pt x="2851109" y="557316"/>
                  </a:lnTo>
                  <a:lnTo>
                    <a:pt x="2803412" y="490629"/>
                  </a:lnTo>
                  <a:lnTo>
                    <a:pt x="2752778" y="430350"/>
                  </a:lnTo>
                  <a:lnTo>
                    <a:pt x="2698482" y="375984"/>
                  </a:lnTo>
                  <a:lnTo>
                    <a:pt x="2639776" y="326949"/>
                  </a:lnTo>
                  <a:lnTo>
                    <a:pt x="2575937" y="282657"/>
                  </a:lnTo>
                  <a:lnTo>
                    <a:pt x="2506327" y="242567"/>
                  </a:lnTo>
                  <a:lnTo>
                    <a:pt x="2430465" y="206213"/>
                  </a:lnTo>
                  <a:lnTo>
                    <a:pt x="2348140" y="173223"/>
                  </a:lnTo>
                  <a:lnTo>
                    <a:pt x="2259539" y="143325"/>
                  </a:lnTo>
                  <a:lnTo>
                    <a:pt x="2165400" y="116350"/>
                  </a:lnTo>
                  <a:lnTo>
                    <a:pt x="2067164" y="92223"/>
                  </a:lnTo>
                  <a:lnTo>
                    <a:pt x="1967069" y="70950"/>
                  </a:lnTo>
                  <a:lnTo>
                    <a:pt x="1868150" y="52587"/>
                  </a:lnTo>
                  <a:lnTo>
                    <a:pt x="1774062" y="37195"/>
                  </a:lnTo>
                  <a:lnTo>
                    <a:pt x="1688701" y="24790"/>
                  </a:lnTo>
                  <a:lnTo>
                    <a:pt x="1615648" y="15293"/>
                  </a:lnTo>
                  <a:lnTo>
                    <a:pt x="1557545" y="8496"/>
                  </a:lnTo>
                  <a:lnTo>
                    <a:pt x="1515563" y="4055"/>
                  </a:lnTo>
                  <a:lnTo>
                    <a:pt x="1489103" y="1515"/>
                  </a:lnTo>
                  <a:lnTo>
                    <a:pt x="1475786" y="350"/>
                  </a:lnTo>
                  <a:lnTo>
                    <a:pt x="1471641" y="18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09" name="pg509"/>
            <p:cNvSpPr/>
            <p:nvPr/>
          </p:nvSpPr>
          <p:spPr>
            <a:xfrm>
              <a:off x="4799595" y="6442737"/>
              <a:ext cx="11981298" cy="3816790"/>
            </a:xfrm>
            <a:custGeom>
              <a:avLst/>
              <a:pathLst>
                <a:path w="11981298" h="3816790">
                  <a:moveTo>
                    <a:pt x="0" y="24518"/>
                  </a:moveTo>
                  <a:lnTo>
                    <a:pt x="1471387" y="24518"/>
                  </a:lnTo>
                  <a:lnTo>
                    <a:pt x="1472472" y="24602"/>
                  </a:lnTo>
                  <a:lnTo>
                    <a:pt x="1479609" y="25194"/>
                  </a:lnTo>
                  <a:lnTo>
                    <a:pt x="1497626" y="26830"/>
                  </a:lnTo>
                  <a:lnTo>
                    <a:pt x="1529904" y="30053"/>
                  </a:lnTo>
                  <a:lnTo>
                    <a:pt x="1578148" y="35368"/>
                  </a:lnTo>
                  <a:lnTo>
                    <a:pt x="1642254" y="43191"/>
                  </a:lnTo>
                  <a:lnTo>
                    <a:pt x="1720432" y="53817"/>
                  </a:lnTo>
                  <a:lnTo>
                    <a:pt x="1809607" y="67401"/>
                  </a:lnTo>
                  <a:lnTo>
                    <a:pt x="1906004" y="83980"/>
                  </a:lnTo>
                  <a:lnTo>
                    <a:pt x="2005765" y="103513"/>
                  </a:lnTo>
                  <a:lnTo>
                    <a:pt x="2105443" y="125936"/>
                  </a:lnTo>
                  <a:lnTo>
                    <a:pt x="2202301" y="151209"/>
                  </a:lnTo>
                  <a:lnTo>
                    <a:pt x="2294416" y="179354"/>
                  </a:lnTo>
                  <a:lnTo>
                    <a:pt x="2380637" y="210480"/>
                  </a:lnTo>
                  <a:lnTo>
                    <a:pt x="2460454" y="244797"/>
                  </a:lnTo>
                  <a:lnTo>
                    <a:pt x="2533852" y="282615"/>
                  </a:lnTo>
                  <a:lnTo>
                    <a:pt x="2601161" y="324346"/>
                  </a:lnTo>
                  <a:lnTo>
                    <a:pt x="2662932" y="370487"/>
                  </a:lnTo>
                  <a:lnTo>
                    <a:pt x="2719844" y="421603"/>
                  </a:lnTo>
                  <a:lnTo>
                    <a:pt x="2772634" y="478288"/>
                  </a:lnTo>
                  <a:lnTo>
                    <a:pt x="2822047" y="541104"/>
                  </a:lnTo>
                  <a:lnTo>
                    <a:pt x="2868789" y="610480"/>
                  </a:lnTo>
                  <a:lnTo>
                    <a:pt x="2896531" y="656564"/>
                  </a:lnTo>
                  <a:lnTo>
                    <a:pt x="2929901" y="716946"/>
                  </a:lnTo>
                  <a:lnTo>
                    <a:pt x="2962502" y="781262"/>
                  </a:lnTo>
                  <a:lnTo>
                    <a:pt x="2994520" y="849591"/>
                  </a:lnTo>
                  <a:lnTo>
                    <a:pt x="3026109" y="921965"/>
                  </a:lnTo>
                  <a:lnTo>
                    <a:pt x="3057395" y="998359"/>
                  </a:lnTo>
                  <a:lnTo>
                    <a:pt x="3088481" y="1078693"/>
                  </a:lnTo>
                  <a:lnTo>
                    <a:pt x="3119448" y="1162820"/>
                  </a:lnTo>
                  <a:lnTo>
                    <a:pt x="3150358" y="1250531"/>
                  </a:lnTo>
                  <a:lnTo>
                    <a:pt x="3181256" y="1341550"/>
                  </a:lnTo>
                  <a:lnTo>
                    <a:pt x="3212173" y="1435534"/>
                  </a:lnTo>
                  <a:lnTo>
                    <a:pt x="3243125" y="1532083"/>
                  </a:lnTo>
                  <a:lnTo>
                    <a:pt x="3274119" y="1630741"/>
                  </a:lnTo>
                  <a:lnTo>
                    <a:pt x="3305152" y="1731003"/>
                  </a:lnTo>
                  <a:lnTo>
                    <a:pt x="3336214" y="1832330"/>
                  </a:lnTo>
                  <a:lnTo>
                    <a:pt x="3367290" y="1934157"/>
                  </a:lnTo>
                  <a:lnTo>
                    <a:pt x="3398363" y="2035907"/>
                  </a:lnTo>
                  <a:lnTo>
                    <a:pt x="3429419" y="2137006"/>
                  </a:lnTo>
                  <a:lnTo>
                    <a:pt x="3460442" y="2236894"/>
                  </a:lnTo>
                  <a:lnTo>
                    <a:pt x="3491425" y="2335040"/>
                  </a:lnTo>
                  <a:lnTo>
                    <a:pt x="3522367" y="2430952"/>
                  </a:lnTo>
                  <a:lnTo>
                    <a:pt x="3553276" y="2524187"/>
                  </a:lnTo>
                  <a:lnTo>
                    <a:pt x="3584174" y="2614359"/>
                  </a:lnTo>
                  <a:lnTo>
                    <a:pt x="3615094" y="2701145"/>
                  </a:lnTo>
                  <a:lnTo>
                    <a:pt x="3646086" y="2784284"/>
                  </a:lnTo>
                  <a:lnTo>
                    <a:pt x="3677216" y="2863586"/>
                  </a:lnTo>
                  <a:lnTo>
                    <a:pt x="3708572" y="2938920"/>
                  </a:lnTo>
                  <a:lnTo>
                    <a:pt x="3740261" y="3010221"/>
                  </a:lnTo>
                  <a:lnTo>
                    <a:pt x="3772417" y="3077482"/>
                  </a:lnTo>
                  <a:lnTo>
                    <a:pt x="3805203" y="3140745"/>
                  </a:lnTo>
                  <a:lnTo>
                    <a:pt x="3829811" y="3184745"/>
                  </a:lnTo>
                  <a:lnTo>
                    <a:pt x="3875225" y="3258257"/>
                  </a:lnTo>
                  <a:lnTo>
                    <a:pt x="3922913" y="3325078"/>
                  </a:lnTo>
                  <a:lnTo>
                    <a:pt x="3973536" y="3385479"/>
                  </a:lnTo>
                  <a:lnTo>
                    <a:pt x="4027820" y="3439956"/>
                  </a:lnTo>
                  <a:lnTo>
                    <a:pt x="4086512" y="3489092"/>
                  </a:lnTo>
                  <a:lnTo>
                    <a:pt x="4150334" y="3533477"/>
                  </a:lnTo>
                  <a:lnTo>
                    <a:pt x="4219926" y="3573651"/>
                  </a:lnTo>
                  <a:lnTo>
                    <a:pt x="4295765" y="3610082"/>
                  </a:lnTo>
                  <a:lnTo>
                    <a:pt x="4378066" y="3643142"/>
                  </a:lnTo>
                  <a:lnTo>
                    <a:pt x="4466641" y="3673104"/>
                  </a:lnTo>
                  <a:lnTo>
                    <a:pt x="4560754" y="3700139"/>
                  </a:lnTo>
                  <a:lnTo>
                    <a:pt x="4658967" y="3724319"/>
                  </a:lnTo>
                  <a:lnTo>
                    <a:pt x="4759043" y="3745640"/>
                  </a:lnTo>
                  <a:lnTo>
                    <a:pt x="4857952" y="3764046"/>
                  </a:lnTo>
                  <a:lnTo>
                    <a:pt x="4952040" y="3779477"/>
                  </a:lnTo>
                  <a:lnTo>
                    <a:pt x="5037415" y="3791915"/>
                  </a:lnTo>
                  <a:lnTo>
                    <a:pt x="5110496" y="3801439"/>
                  </a:lnTo>
                  <a:lnTo>
                    <a:pt x="5168638" y="3808257"/>
                  </a:lnTo>
                  <a:lnTo>
                    <a:pt x="5210665" y="3812714"/>
                  </a:lnTo>
                  <a:lnTo>
                    <a:pt x="5237170" y="3815265"/>
                  </a:lnTo>
                  <a:lnTo>
                    <a:pt x="5250527" y="3816436"/>
                  </a:lnTo>
                  <a:lnTo>
                    <a:pt x="5254696" y="3816770"/>
                  </a:lnTo>
                  <a:lnTo>
                    <a:pt x="5254955" y="3816790"/>
                  </a:lnTo>
                  <a:lnTo>
                    <a:pt x="6726343" y="3816790"/>
                  </a:lnTo>
                  <a:lnTo>
                    <a:pt x="6727512" y="3816732"/>
                  </a:lnTo>
                  <a:lnTo>
                    <a:pt x="6735196" y="3816324"/>
                  </a:lnTo>
                  <a:lnTo>
                    <a:pt x="6754551" y="3815196"/>
                  </a:lnTo>
                  <a:lnTo>
                    <a:pt x="6789115" y="3812974"/>
                  </a:lnTo>
                  <a:lnTo>
                    <a:pt x="6840554" y="3809316"/>
                  </a:lnTo>
                  <a:lnTo>
                    <a:pt x="6908532" y="3803943"/>
                  </a:lnTo>
                  <a:lnTo>
                    <a:pt x="6990886" y="3796666"/>
                  </a:lnTo>
                  <a:lnTo>
                    <a:pt x="7084126" y="3787393"/>
                  </a:lnTo>
                  <a:lnTo>
                    <a:pt x="7184112" y="3776112"/>
                  </a:lnTo>
                  <a:lnTo>
                    <a:pt x="7286740" y="3762857"/>
                  </a:lnTo>
                  <a:lnTo>
                    <a:pt x="7388456" y="3747671"/>
                  </a:lnTo>
                  <a:lnTo>
                    <a:pt x="7486541" y="3730573"/>
                  </a:lnTo>
                  <a:lnTo>
                    <a:pt x="7579178" y="3711529"/>
                  </a:lnTo>
                  <a:lnTo>
                    <a:pt x="7665363" y="3690444"/>
                  </a:lnTo>
                  <a:lnTo>
                    <a:pt x="7744754" y="3667148"/>
                  </a:lnTo>
                  <a:lnTo>
                    <a:pt x="7817488" y="3641400"/>
                  </a:lnTo>
                  <a:lnTo>
                    <a:pt x="7884033" y="3612892"/>
                  </a:lnTo>
                  <a:lnTo>
                    <a:pt x="7945053" y="3581260"/>
                  </a:lnTo>
                  <a:lnTo>
                    <a:pt x="8001317" y="3546101"/>
                  </a:lnTo>
                  <a:lnTo>
                    <a:pt x="8053631" y="3507010"/>
                  </a:lnTo>
                  <a:lnTo>
                    <a:pt x="8102784" y="3463637"/>
                  </a:lnTo>
                  <a:lnTo>
                    <a:pt x="8149496" y="3415777"/>
                  </a:lnTo>
                  <a:lnTo>
                    <a:pt x="8151487" y="3413588"/>
                  </a:lnTo>
                  <a:lnTo>
                    <a:pt x="8191517" y="3366960"/>
                  </a:lnTo>
                  <a:lnTo>
                    <a:pt x="8230493" y="3316687"/>
                  </a:lnTo>
                  <a:lnTo>
                    <a:pt x="8268719" y="3262695"/>
                  </a:lnTo>
                  <a:lnTo>
                    <a:pt x="8306439" y="3204980"/>
                  </a:lnTo>
                  <a:lnTo>
                    <a:pt x="8343842" y="3143614"/>
                  </a:lnTo>
                  <a:lnTo>
                    <a:pt x="8381073" y="3078752"/>
                  </a:lnTo>
                  <a:lnTo>
                    <a:pt x="8418237" y="3010637"/>
                  </a:lnTo>
                  <a:lnTo>
                    <a:pt x="8455404" y="2939596"/>
                  </a:lnTo>
                  <a:lnTo>
                    <a:pt x="8492615" y="2866045"/>
                  </a:lnTo>
                  <a:lnTo>
                    <a:pt x="8529885" y="2790472"/>
                  </a:lnTo>
                  <a:lnTo>
                    <a:pt x="8567210" y="2713433"/>
                  </a:lnTo>
                  <a:lnTo>
                    <a:pt x="8604572" y="2635530"/>
                  </a:lnTo>
                  <a:lnTo>
                    <a:pt x="8641945" y="2557395"/>
                  </a:lnTo>
                  <a:lnTo>
                    <a:pt x="8679300" y="2479667"/>
                  </a:lnTo>
                  <a:lnTo>
                    <a:pt x="8716611" y="2402972"/>
                  </a:lnTo>
                  <a:lnTo>
                    <a:pt x="8753865" y="2327902"/>
                  </a:lnTo>
                  <a:lnTo>
                    <a:pt x="8791061" y="2254994"/>
                  </a:lnTo>
                  <a:lnTo>
                    <a:pt x="8828222" y="2184719"/>
                  </a:lnTo>
                  <a:lnTo>
                    <a:pt x="8865396" y="2117468"/>
                  </a:lnTo>
                  <a:lnTo>
                    <a:pt x="8902662" y="2053547"/>
                  </a:lnTo>
                  <a:lnTo>
                    <a:pt x="8940136" y="1993172"/>
                  </a:lnTo>
                  <a:lnTo>
                    <a:pt x="8977974" y="1936476"/>
                  </a:lnTo>
                  <a:lnTo>
                    <a:pt x="9016379" y="1883508"/>
                  </a:lnTo>
                  <a:lnTo>
                    <a:pt x="9055611" y="1834246"/>
                  </a:lnTo>
                  <a:lnTo>
                    <a:pt x="9084767" y="1800783"/>
                  </a:lnTo>
                  <a:lnTo>
                    <a:pt x="9131388" y="1752727"/>
                  </a:lnTo>
                  <a:lnTo>
                    <a:pt x="9180419" y="1709160"/>
                  </a:lnTo>
                  <a:lnTo>
                    <a:pt x="9232580" y="1669890"/>
                  </a:lnTo>
                  <a:lnTo>
                    <a:pt x="9288655" y="1634568"/>
                  </a:lnTo>
                  <a:lnTo>
                    <a:pt x="9349451" y="1602790"/>
                  </a:lnTo>
                  <a:lnTo>
                    <a:pt x="9415740" y="1574154"/>
                  </a:lnTo>
                  <a:lnTo>
                    <a:pt x="9488193" y="1548293"/>
                  </a:lnTo>
                  <a:lnTo>
                    <a:pt x="9567288" y="1524896"/>
                  </a:lnTo>
                  <a:lnTo>
                    <a:pt x="9653180" y="1503718"/>
                  </a:lnTo>
                  <a:lnTo>
                    <a:pt x="9745551" y="1484588"/>
                  </a:lnTo>
                  <a:lnTo>
                    <a:pt x="9843431" y="1467406"/>
                  </a:lnTo>
                  <a:lnTo>
                    <a:pt x="9945038" y="1452136"/>
                  </a:lnTo>
                  <a:lnTo>
                    <a:pt x="10047695" y="1438797"/>
                  </a:lnTo>
                  <a:lnTo>
                    <a:pt x="10147879" y="1427429"/>
                  </a:lnTo>
                  <a:lnTo>
                    <a:pt x="10241501" y="1418068"/>
                  </a:lnTo>
                  <a:lnTo>
                    <a:pt x="10324410" y="1410706"/>
                  </a:lnTo>
                  <a:lnTo>
                    <a:pt x="10393071" y="1405253"/>
                  </a:lnTo>
                  <a:lnTo>
                    <a:pt x="10445252" y="1401525"/>
                  </a:lnTo>
                  <a:lnTo>
                    <a:pt x="10480532" y="1399248"/>
                  </a:lnTo>
                  <a:lnTo>
                    <a:pt x="10500488" y="1398079"/>
                  </a:lnTo>
                  <a:lnTo>
                    <a:pt x="10508585" y="1397647"/>
                  </a:lnTo>
                  <a:lnTo>
                    <a:pt x="10509911" y="1397582"/>
                  </a:lnTo>
                  <a:lnTo>
                    <a:pt x="11981298" y="1397582"/>
                  </a:lnTo>
                  <a:lnTo>
                    <a:pt x="11981298" y="1373063"/>
                  </a:lnTo>
                  <a:lnTo>
                    <a:pt x="10509911" y="1373063"/>
                  </a:lnTo>
                  <a:lnTo>
                    <a:pt x="10508741" y="1373120"/>
                  </a:lnTo>
                  <a:lnTo>
                    <a:pt x="10501057" y="1373529"/>
                  </a:lnTo>
                  <a:lnTo>
                    <a:pt x="10481702" y="1374657"/>
                  </a:lnTo>
                  <a:lnTo>
                    <a:pt x="10447138" y="1376879"/>
                  </a:lnTo>
                  <a:lnTo>
                    <a:pt x="10395699" y="1380537"/>
                  </a:lnTo>
                  <a:lnTo>
                    <a:pt x="10327722" y="1385910"/>
                  </a:lnTo>
                  <a:lnTo>
                    <a:pt x="10245367" y="1393187"/>
                  </a:lnTo>
                  <a:lnTo>
                    <a:pt x="10152127" y="1402460"/>
                  </a:lnTo>
                  <a:lnTo>
                    <a:pt x="10052141" y="1413741"/>
                  </a:lnTo>
                  <a:lnTo>
                    <a:pt x="9949514" y="1426996"/>
                  </a:lnTo>
                  <a:lnTo>
                    <a:pt x="9847798" y="1442181"/>
                  </a:lnTo>
                  <a:lnTo>
                    <a:pt x="9749712" y="1459280"/>
                  </a:lnTo>
                  <a:lnTo>
                    <a:pt x="9657075" y="1478324"/>
                  </a:lnTo>
                  <a:lnTo>
                    <a:pt x="9570890" y="1499409"/>
                  </a:lnTo>
                  <a:lnTo>
                    <a:pt x="9491500" y="1522705"/>
                  </a:lnTo>
                  <a:lnTo>
                    <a:pt x="9418765" y="1548453"/>
                  </a:lnTo>
                  <a:lnTo>
                    <a:pt x="9352220" y="1576961"/>
                  </a:lnTo>
                  <a:lnTo>
                    <a:pt x="9291200" y="1608593"/>
                  </a:lnTo>
                  <a:lnTo>
                    <a:pt x="9234936" y="1643752"/>
                  </a:lnTo>
                  <a:lnTo>
                    <a:pt x="9182622" y="1682842"/>
                  </a:lnTo>
                  <a:lnTo>
                    <a:pt x="9133470" y="1726216"/>
                  </a:lnTo>
                  <a:lnTo>
                    <a:pt x="9086757" y="1774076"/>
                  </a:lnTo>
                  <a:lnTo>
                    <a:pt x="9084767" y="1776264"/>
                  </a:lnTo>
                  <a:lnTo>
                    <a:pt x="9044736" y="1822893"/>
                  </a:lnTo>
                  <a:lnTo>
                    <a:pt x="9005760" y="1873166"/>
                  </a:lnTo>
                  <a:lnTo>
                    <a:pt x="8967534" y="1927158"/>
                  </a:lnTo>
                  <a:lnTo>
                    <a:pt x="8929815" y="1984873"/>
                  </a:lnTo>
                  <a:lnTo>
                    <a:pt x="8892411" y="2046239"/>
                  </a:lnTo>
                  <a:lnTo>
                    <a:pt x="8855180" y="2111101"/>
                  </a:lnTo>
                  <a:lnTo>
                    <a:pt x="8818016" y="2179216"/>
                  </a:lnTo>
                  <a:lnTo>
                    <a:pt x="8780849" y="2250256"/>
                  </a:lnTo>
                  <a:lnTo>
                    <a:pt x="8743639" y="2323808"/>
                  </a:lnTo>
                  <a:lnTo>
                    <a:pt x="8706369" y="2399380"/>
                  </a:lnTo>
                  <a:lnTo>
                    <a:pt x="8669043" y="2476420"/>
                  </a:lnTo>
                  <a:lnTo>
                    <a:pt x="8631681" y="2554323"/>
                  </a:lnTo>
                  <a:lnTo>
                    <a:pt x="8594308" y="2632458"/>
                  </a:lnTo>
                  <a:lnTo>
                    <a:pt x="8556953" y="2710186"/>
                  </a:lnTo>
                  <a:lnTo>
                    <a:pt x="8519642" y="2786881"/>
                  </a:lnTo>
                  <a:lnTo>
                    <a:pt x="8482388" y="2861951"/>
                  </a:lnTo>
                  <a:lnTo>
                    <a:pt x="8445192" y="2934859"/>
                  </a:lnTo>
                  <a:lnTo>
                    <a:pt x="8408031" y="3005134"/>
                  </a:lnTo>
                  <a:lnTo>
                    <a:pt x="8370857" y="3072385"/>
                  </a:lnTo>
                  <a:lnTo>
                    <a:pt x="8333591" y="3136306"/>
                  </a:lnTo>
                  <a:lnTo>
                    <a:pt x="8296117" y="3196681"/>
                  </a:lnTo>
                  <a:lnTo>
                    <a:pt x="8258279" y="3253377"/>
                  </a:lnTo>
                  <a:lnTo>
                    <a:pt x="8219874" y="3306345"/>
                  </a:lnTo>
                  <a:lnTo>
                    <a:pt x="8180642" y="3355607"/>
                  </a:lnTo>
                  <a:lnTo>
                    <a:pt x="8151487" y="3389069"/>
                  </a:lnTo>
                  <a:lnTo>
                    <a:pt x="8104865" y="3437126"/>
                  </a:lnTo>
                  <a:lnTo>
                    <a:pt x="8055834" y="3480693"/>
                  </a:lnTo>
                  <a:lnTo>
                    <a:pt x="8003673" y="3519963"/>
                  </a:lnTo>
                  <a:lnTo>
                    <a:pt x="7947598" y="3555285"/>
                  </a:lnTo>
                  <a:lnTo>
                    <a:pt x="7886803" y="3587063"/>
                  </a:lnTo>
                  <a:lnTo>
                    <a:pt x="7820514" y="3615699"/>
                  </a:lnTo>
                  <a:lnTo>
                    <a:pt x="7748060" y="3641560"/>
                  </a:lnTo>
                  <a:lnTo>
                    <a:pt x="7668966" y="3664957"/>
                  </a:lnTo>
                  <a:lnTo>
                    <a:pt x="7583073" y="3686135"/>
                  </a:lnTo>
                  <a:lnTo>
                    <a:pt x="7490702" y="3705265"/>
                  </a:lnTo>
                  <a:lnTo>
                    <a:pt x="7392823" y="3722447"/>
                  </a:lnTo>
                  <a:lnTo>
                    <a:pt x="7291215" y="3737716"/>
                  </a:lnTo>
                  <a:lnTo>
                    <a:pt x="7188558" y="3751056"/>
                  </a:lnTo>
                  <a:lnTo>
                    <a:pt x="7088374" y="3762424"/>
                  </a:lnTo>
                  <a:lnTo>
                    <a:pt x="6994752" y="3771784"/>
                  </a:lnTo>
                  <a:lnTo>
                    <a:pt x="6911843" y="3779147"/>
                  </a:lnTo>
                  <a:lnTo>
                    <a:pt x="6843182" y="3784600"/>
                  </a:lnTo>
                  <a:lnTo>
                    <a:pt x="6791001" y="3788328"/>
                  </a:lnTo>
                  <a:lnTo>
                    <a:pt x="6755721" y="3790605"/>
                  </a:lnTo>
                  <a:lnTo>
                    <a:pt x="6735765" y="3791774"/>
                  </a:lnTo>
                  <a:lnTo>
                    <a:pt x="6727669" y="3792206"/>
                  </a:lnTo>
                  <a:lnTo>
                    <a:pt x="6726343" y="3792271"/>
                  </a:lnTo>
                  <a:lnTo>
                    <a:pt x="5254955" y="3792271"/>
                  </a:lnTo>
                  <a:lnTo>
                    <a:pt x="5253871" y="3792188"/>
                  </a:lnTo>
                  <a:lnTo>
                    <a:pt x="5246733" y="3791595"/>
                  </a:lnTo>
                  <a:lnTo>
                    <a:pt x="5228716" y="3789959"/>
                  </a:lnTo>
                  <a:lnTo>
                    <a:pt x="5196438" y="3786736"/>
                  </a:lnTo>
                  <a:lnTo>
                    <a:pt x="5148194" y="3781422"/>
                  </a:lnTo>
                  <a:lnTo>
                    <a:pt x="5084088" y="3773598"/>
                  </a:lnTo>
                  <a:lnTo>
                    <a:pt x="5005910" y="3762972"/>
                  </a:lnTo>
                  <a:lnTo>
                    <a:pt x="4916735" y="3749388"/>
                  </a:lnTo>
                  <a:lnTo>
                    <a:pt x="4820338" y="3732810"/>
                  </a:lnTo>
                  <a:lnTo>
                    <a:pt x="4720577" y="3713276"/>
                  </a:lnTo>
                  <a:lnTo>
                    <a:pt x="4620899" y="3690853"/>
                  </a:lnTo>
                  <a:lnTo>
                    <a:pt x="4524041" y="3665580"/>
                  </a:lnTo>
                  <a:lnTo>
                    <a:pt x="4431926" y="3637435"/>
                  </a:lnTo>
                  <a:lnTo>
                    <a:pt x="4345706" y="3606309"/>
                  </a:lnTo>
                  <a:lnTo>
                    <a:pt x="4265888" y="3571993"/>
                  </a:lnTo>
                  <a:lnTo>
                    <a:pt x="4192490" y="3534174"/>
                  </a:lnTo>
                  <a:lnTo>
                    <a:pt x="4125181" y="3492443"/>
                  </a:lnTo>
                  <a:lnTo>
                    <a:pt x="4063410" y="3446302"/>
                  </a:lnTo>
                  <a:lnTo>
                    <a:pt x="4006498" y="3395186"/>
                  </a:lnTo>
                  <a:lnTo>
                    <a:pt x="3953708" y="3338501"/>
                  </a:lnTo>
                  <a:lnTo>
                    <a:pt x="3904295" y="3275685"/>
                  </a:lnTo>
                  <a:lnTo>
                    <a:pt x="3857554" y="3206309"/>
                  </a:lnTo>
                  <a:lnTo>
                    <a:pt x="3829811" y="3160226"/>
                  </a:lnTo>
                  <a:lnTo>
                    <a:pt x="3796441" y="3099843"/>
                  </a:lnTo>
                  <a:lnTo>
                    <a:pt x="3763840" y="3035527"/>
                  </a:lnTo>
                  <a:lnTo>
                    <a:pt x="3731822" y="2967198"/>
                  </a:lnTo>
                  <a:lnTo>
                    <a:pt x="3700233" y="2894825"/>
                  </a:lnTo>
                  <a:lnTo>
                    <a:pt x="3668947" y="2818430"/>
                  </a:lnTo>
                  <a:lnTo>
                    <a:pt x="3637861" y="2738096"/>
                  </a:lnTo>
                  <a:lnTo>
                    <a:pt x="3606894" y="2653969"/>
                  </a:lnTo>
                  <a:lnTo>
                    <a:pt x="3575984" y="2566258"/>
                  </a:lnTo>
                  <a:lnTo>
                    <a:pt x="3545086" y="2475240"/>
                  </a:lnTo>
                  <a:lnTo>
                    <a:pt x="3514169" y="2381255"/>
                  </a:lnTo>
                  <a:lnTo>
                    <a:pt x="3483217" y="2284706"/>
                  </a:lnTo>
                  <a:lnTo>
                    <a:pt x="3452223" y="2186048"/>
                  </a:lnTo>
                  <a:lnTo>
                    <a:pt x="3421190" y="2085786"/>
                  </a:lnTo>
                  <a:lnTo>
                    <a:pt x="3390128" y="1984459"/>
                  </a:lnTo>
                  <a:lnTo>
                    <a:pt x="3359052" y="1882632"/>
                  </a:lnTo>
                  <a:lnTo>
                    <a:pt x="3327979" y="1780882"/>
                  </a:lnTo>
                  <a:lnTo>
                    <a:pt x="3296924" y="1679783"/>
                  </a:lnTo>
                  <a:lnTo>
                    <a:pt x="3265900" y="1579895"/>
                  </a:lnTo>
                  <a:lnTo>
                    <a:pt x="3234917" y="1481749"/>
                  </a:lnTo>
                  <a:lnTo>
                    <a:pt x="3203975" y="1385837"/>
                  </a:lnTo>
                  <a:lnTo>
                    <a:pt x="3173066" y="1292602"/>
                  </a:lnTo>
                  <a:lnTo>
                    <a:pt x="3142168" y="1202430"/>
                  </a:lnTo>
                  <a:lnTo>
                    <a:pt x="3111248" y="1115645"/>
                  </a:lnTo>
                  <a:lnTo>
                    <a:pt x="3080257" y="1032505"/>
                  </a:lnTo>
                  <a:lnTo>
                    <a:pt x="3049126" y="953204"/>
                  </a:lnTo>
                  <a:lnTo>
                    <a:pt x="3017771" y="877869"/>
                  </a:lnTo>
                  <a:lnTo>
                    <a:pt x="2986081" y="806568"/>
                  </a:lnTo>
                  <a:lnTo>
                    <a:pt x="2953925" y="739308"/>
                  </a:lnTo>
                  <a:lnTo>
                    <a:pt x="2921140" y="676044"/>
                  </a:lnTo>
                  <a:lnTo>
                    <a:pt x="2896531" y="632045"/>
                  </a:lnTo>
                  <a:lnTo>
                    <a:pt x="2851117" y="558532"/>
                  </a:lnTo>
                  <a:lnTo>
                    <a:pt x="2803429" y="491711"/>
                  </a:lnTo>
                  <a:lnTo>
                    <a:pt x="2752806" y="431310"/>
                  </a:lnTo>
                  <a:lnTo>
                    <a:pt x="2698522" y="376833"/>
                  </a:lnTo>
                  <a:lnTo>
                    <a:pt x="2639830" y="327697"/>
                  </a:lnTo>
                  <a:lnTo>
                    <a:pt x="2576008" y="283312"/>
                  </a:lnTo>
                  <a:lnTo>
                    <a:pt x="2506417" y="243138"/>
                  </a:lnTo>
                  <a:lnTo>
                    <a:pt x="2430577" y="206708"/>
                  </a:lnTo>
                  <a:lnTo>
                    <a:pt x="2348276" y="173647"/>
                  </a:lnTo>
                  <a:lnTo>
                    <a:pt x="2259701" y="143685"/>
                  </a:lnTo>
                  <a:lnTo>
                    <a:pt x="2165588" y="116651"/>
                  </a:lnTo>
                  <a:lnTo>
                    <a:pt x="2067375" y="92470"/>
                  </a:lnTo>
                  <a:lnTo>
                    <a:pt x="1967299" y="71149"/>
                  </a:lnTo>
                  <a:lnTo>
                    <a:pt x="1868390" y="52743"/>
                  </a:lnTo>
                  <a:lnTo>
                    <a:pt x="1774302" y="37313"/>
                  </a:lnTo>
                  <a:lnTo>
                    <a:pt x="1688927" y="24874"/>
                  </a:lnTo>
                  <a:lnTo>
                    <a:pt x="1615846" y="15350"/>
                  </a:lnTo>
                  <a:lnTo>
                    <a:pt x="1557705" y="8532"/>
                  </a:lnTo>
                  <a:lnTo>
                    <a:pt x="1515677" y="4076"/>
                  </a:lnTo>
                  <a:lnTo>
                    <a:pt x="1489172" y="1525"/>
                  </a:lnTo>
                  <a:lnTo>
                    <a:pt x="1475815" y="354"/>
                  </a:lnTo>
                  <a:lnTo>
                    <a:pt x="1471646" y="19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510" name="pl510"/>
            <p:cNvSpPr/>
            <p:nvPr/>
          </p:nvSpPr>
          <p:spPr>
            <a:xfrm>
              <a:off x="4799595" y="6467256"/>
              <a:ext cx="11981298" cy="3792271"/>
            </a:xfrm>
            <a:custGeom>
              <a:avLst/>
              <a:pathLst>
                <a:path w="11981298" h="3792271">
                  <a:moveTo>
                    <a:pt x="0" y="0"/>
                  </a:moveTo>
                  <a:lnTo>
                    <a:pt x="1471387" y="0"/>
                  </a:lnTo>
                  <a:lnTo>
                    <a:pt x="1472472" y="83"/>
                  </a:lnTo>
                  <a:lnTo>
                    <a:pt x="1479609" y="675"/>
                  </a:lnTo>
                  <a:lnTo>
                    <a:pt x="1497626" y="2311"/>
                  </a:lnTo>
                  <a:lnTo>
                    <a:pt x="1529904" y="5534"/>
                  </a:lnTo>
                  <a:lnTo>
                    <a:pt x="1578148" y="10849"/>
                  </a:lnTo>
                  <a:lnTo>
                    <a:pt x="1642254" y="18672"/>
                  </a:lnTo>
                  <a:lnTo>
                    <a:pt x="1720432" y="29298"/>
                  </a:lnTo>
                  <a:lnTo>
                    <a:pt x="1809607" y="42882"/>
                  </a:lnTo>
                  <a:lnTo>
                    <a:pt x="1906004" y="59461"/>
                  </a:lnTo>
                  <a:lnTo>
                    <a:pt x="2005765" y="78994"/>
                  </a:lnTo>
                  <a:lnTo>
                    <a:pt x="2105443" y="101417"/>
                  </a:lnTo>
                  <a:lnTo>
                    <a:pt x="2202301" y="126690"/>
                  </a:lnTo>
                  <a:lnTo>
                    <a:pt x="2294416" y="154835"/>
                  </a:lnTo>
                  <a:lnTo>
                    <a:pt x="2380637" y="185961"/>
                  </a:lnTo>
                  <a:lnTo>
                    <a:pt x="2460454" y="220278"/>
                  </a:lnTo>
                  <a:lnTo>
                    <a:pt x="2533852" y="258096"/>
                  </a:lnTo>
                  <a:lnTo>
                    <a:pt x="2601161" y="299827"/>
                  </a:lnTo>
                  <a:lnTo>
                    <a:pt x="2662932" y="345968"/>
                  </a:lnTo>
                  <a:lnTo>
                    <a:pt x="2719844" y="397084"/>
                  </a:lnTo>
                  <a:lnTo>
                    <a:pt x="2772634" y="453769"/>
                  </a:lnTo>
                  <a:lnTo>
                    <a:pt x="2822047" y="516585"/>
                  </a:lnTo>
                  <a:lnTo>
                    <a:pt x="2868789" y="585961"/>
                  </a:lnTo>
                  <a:lnTo>
                    <a:pt x="2896531" y="632045"/>
                  </a:lnTo>
                  <a:lnTo>
                    <a:pt x="2929901" y="692427"/>
                  </a:lnTo>
                  <a:lnTo>
                    <a:pt x="2962502" y="756743"/>
                  </a:lnTo>
                  <a:lnTo>
                    <a:pt x="2994520" y="825072"/>
                  </a:lnTo>
                  <a:lnTo>
                    <a:pt x="3026109" y="897446"/>
                  </a:lnTo>
                  <a:lnTo>
                    <a:pt x="3057395" y="973840"/>
                  </a:lnTo>
                  <a:lnTo>
                    <a:pt x="3088481" y="1054174"/>
                  </a:lnTo>
                  <a:lnTo>
                    <a:pt x="3119448" y="1138301"/>
                  </a:lnTo>
                  <a:lnTo>
                    <a:pt x="3150358" y="1226012"/>
                  </a:lnTo>
                  <a:lnTo>
                    <a:pt x="3181256" y="1317031"/>
                  </a:lnTo>
                  <a:lnTo>
                    <a:pt x="3212173" y="1411015"/>
                  </a:lnTo>
                  <a:lnTo>
                    <a:pt x="3243125" y="1507564"/>
                  </a:lnTo>
                  <a:lnTo>
                    <a:pt x="3274119" y="1606222"/>
                  </a:lnTo>
                  <a:lnTo>
                    <a:pt x="3305152" y="1706484"/>
                  </a:lnTo>
                  <a:lnTo>
                    <a:pt x="3336214" y="1807811"/>
                  </a:lnTo>
                  <a:lnTo>
                    <a:pt x="3367290" y="1909638"/>
                  </a:lnTo>
                  <a:lnTo>
                    <a:pt x="3398363" y="2011388"/>
                  </a:lnTo>
                  <a:lnTo>
                    <a:pt x="3429419" y="2112487"/>
                  </a:lnTo>
                  <a:lnTo>
                    <a:pt x="3460442" y="2212375"/>
                  </a:lnTo>
                  <a:lnTo>
                    <a:pt x="3491425" y="2310521"/>
                  </a:lnTo>
                  <a:lnTo>
                    <a:pt x="3522367" y="2406433"/>
                  </a:lnTo>
                  <a:lnTo>
                    <a:pt x="3553276" y="2499668"/>
                  </a:lnTo>
                  <a:lnTo>
                    <a:pt x="3584174" y="2589840"/>
                  </a:lnTo>
                  <a:lnTo>
                    <a:pt x="3615094" y="2676626"/>
                  </a:lnTo>
                  <a:lnTo>
                    <a:pt x="3646086" y="2759765"/>
                  </a:lnTo>
                  <a:lnTo>
                    <a:pt x="3677216" y="2839067"/>
                  </a:lnTo>
                  <a:lnTo>
                    <a:pt x="3708572" y="2914401"/>
                  </a:lnTo>
                  <a:lnTo>
                    <a:pt x="3740261" y="2985702"/>
                  </a:lnTo>
                  <a:lnTo>
                    <a:pt x="3772417" y="3052963"/>
                  </a:lnTo>
                  <a:lnTo>
                    <a:pt x="3805203" y="3116226"/>
                  </a:lnTo>
                  <a:lnTo>
                    <a:pt x="3829811" y="3160226"/>
                  </a:lnTo>
                  <a:lnTo>
                    <a:pt x="3875225" y="3233738"/>
                  </a:lnTo>
                  <a:lnTo>
                    <a:pt x="3922913" y="3300559"/>
                  </a:lnTo>
                  <a:lnTo>
                    <a:pt x="3973536" y="3360960"/>
                  </a:lnTo>
                  <a:lnTo>
                    <a:pt x="4027820" y="3415437"/>
                  </a:lnTo>
                  <a:lnTo>
                    <a:pt x="4086512" y="3464573"/>
                  </a:lnTo>
                  <a:lnTo>
                    <a:pt x="4150334" y="3508958"/>
                  </a:lnTo>
                  <a:lnTo>
                    <a:pt x="4219926" y="3549132"/>
                  </a:lnTo>
                  <a:lnTo>
                    <a:pt x="4295765" y="3585563"/>
                  </a:lnTo>
                  <a:lnTo>
                    <a:pt x="4378066" y="3618623"/>
                  </a:lnTo>
                  <a:lnTo>
                    <a:pt x="4466641" y="3648585"/>
                  </a:lnTo>
                  <a:lnTo>
                    <a:pt x="4560754" y="3675620"/>
                  </a:lnTo>
                  <a:lnTo>
                    <a:pt x="4658967" y="3699800"/>
                  </a:lnTo>
                  <a:lnTo>
                    <a:pt x="4759043" y="3721121"/>
                  </a:lnTo>
                  <a:lnTo>
                    <a:pt x="4857952" y="3739527"/>
                  </a:lnTo>
                  <a:lnTo>
                    <a:pt x="4952040" y="3754958"/>
                  </a:lnTo>
                  <a:lnTo>
                    <a:pt x="5037415" y="3767396"/>
                  </a:lnTo>
                  <a:lnTo>
                    <a:pt x="5110496" y="3776920"/>
                  </a:lnTo>
                  <a:lnTo>
                    <a:pt x="5168638" y="3783738"/>
                  </a:lnTo>
                  <a:lnTo>
                    <a:pt x="5210665" y="3788195"/>
                  </a:lnTo>
                  <a:lnTo>
                    <a:pt x="5237170" y="3790746"/>
                  </a:lnTo>
                  <a:lnTo>
                    <a:pt x="5250527" y="3791917"/>
                  </a:lnTo>
                  <a:lnTo>
                    <a:pt x="5254696" y="3792251"/>
                  </a:lnTo>
                  <a:lnTo>
                    <a:pt x="5254955" y="3792271"/>
                  </a:lnTo>
                  <a:lnTo>
                    <a:pt x="6726343" y="3792271"/>
                  </a:lnTo>
                  <a:lnTo>
                    <a:pt x="6727512" y="3792213"/>
                  </a:lnTo>
                  <a:lnTo>
                    <a:pt x="6735196" y="3791805"/>
                  </a:lnTo>
                  <a:lnTo>
                    <a:pt x="6754551" y="3790677"/>
                  </a:lnTo>
                  <a:lnTo>
                    <a:pt x="6789115" y="3788455"/>
                  </a:lnTo>
                  <a:lnTo>
                    <a:pt x="6840554" y="3784797"/>
                  </a:lnTo>
                  <a:lnTo>
                    <a:pt x="6908532" y="3779424"/>
                  </a:lnTo>
                  <a:lnTo>
                    <a:pt x="6990886" y="3772147"/>
                  </a:lnTo>
                  <a:lnTo>
                    <a:pt x="7084126" y="3762874"/>
                  </a:lnTo>
                  <a:lnTo>
                    <a:pt x="7184112" y="3751593"/>
                  </a:lnTo>
                  <a:lnTo>
                    <a:pt x="7286740" y="3738338"/>
                  </a:lnTo>
                  <a:lnTo>
                    <a:pt x="7388456" y="3723152"/>
                  </a:lnTo>
                  <a:lnTo>
                    <a:pt x="7486541" y="3706054"/>
                  </a:lnTo>
                  <a:lnTo>
                    <a:pt x="7579178" y="3687010"/>
                  </a:lnTo>
                  <a:lnTo>
                    <a:pt x="7665363" y="3665925"/>
                  </a:lnTo>
                  <a:lnTo>
                    <a:pt x="7744754" y="3642629"/>
                  </a:lnTo>
                  <a:lnTo>
                    <a:pt x="7817488" y="3616881"/>
                  </a:lnTo>
                  <a:lnTo>
                    <a:pt x="7884033" y="3588373"/>
                  </a:lnTo>
                  <a:lnTo>
                    <a:pt x="7945053" y="3556741"/>
                  </a:lnTo>
                  <a:lnTo>
                    <a:pt x="8001317" y="3521582"/>
                  </a:lnTo>
                  <a:lnTo>
                    <a:pt x="8053631" y="3482491"/>
                  </a:lnTo>
                  <a:lnTo>
                    <a:pt x="8102784" y="3439118"/>
                  </a:lnTo>
                  <a:lnTo>
                    <a:pt x="8149496" y="3391258"/>
                  </a:lnTo>
                  <a:lnTo>
                    <a:pt x="8151487" y="3389069"/>
                  </a:lnTo>
                  <a:lnTo>
                    <a:pt x="8191517" y="3342441"/>
                  </a:lnTo>
                  <a:lnTo>
                    <a:pt x="8230493" y="3292168"/>
                  </a:lnTo>
                  <a:lnTo>
                    <a:pt x="8268719" y="3238176"/>
                  </a:lnTo>
                  <a:lnTo>
                    <a:pt x="8306439" y="3180461"/>
                  </a:lnTo>
                  <a:lnTo>
                    <a:pt x="8343842" y="3119095"/>
                  </a:lnTo>
                  <a:lnTo>
                    <a:pt x="8381073" y="3054233"/>
                  </a:lnTo>
                  <a:lnTo>
                    <a:pt x="8418237" y="2986118"/>
                  </a:lnTo>
                  <a:lnTo>
                    <a:pt x="8455404" y="2915077"/>
                  </a:lnTo>
                  <a:lnTo>
                    <a:pt x="8492615" y="2841526"/>
                  </a:lnTo>
                  <a:lnTo>
                    <a:pt x="8529885" y="2765953"/>
                  </a:lnTo>
                  <a:lnTo>
                    <a:pt x="8567210" y="2688914"/>
                  </a:lnTo>
                  <a:lnTo>
                    <a:pt x="8604572" y="2611011"/>
                  </a:lnTo>
                  <a:lnTo>
                    <a:pt x="8641945" y="2532876"/>
                  </a:lnTo>
                  <a:lnTo>
                    <a:pt x="8679300" y="2455148"/>
                  </a:lnTo>
                  <a:lnTo>
                    <a:pt x="8716611" y="2378453"/>
                  </a:lnTo>
                  <a:lnTo>
                    <a:pt x="8753865" y="2303383"/>
                  </a:lnTo>
                  <a:lnTo>
                    <a:pt x="8791061" y="2230475"/>
                  </a:lnTo>
                  <a:lnTo>
                    <a:pt x="8828222" y="2160200"/>
                  </a:lnTo>
                  <a:lnTo>
                    <a:pt x="8865396" y="2092949"/>
                  </a:lnTo>
                  <a:lnTo>
                    <a:pt x="8902662" y="2029028"/>
                  </a:lnTo>
                  <a:lnTo>
                    <a:pt x="8940136" y="1968653"/>
                  </a:lnTo>
                  <a:lnTo>
                    <a:pt x="8977974" y="1911957"/>
                  </a:lnTo>
                  <a:lnTo>
                    <a:pt x="9016379" y="1858989"/>
                  </a:lnTo>
                  <a:lnTo>
                    <a:pt x="9055611" y="1809727"/>
                  </a:lnTo>
                  <a:lnTo>
                    <a:pt x="9084767" y="1776264"/>
                  </a:lnTo>
                  <a:lnTo>
                    <a:pt x="9131388" y="1728208"/>
                  </a:lnTo>
                  <a:lnTo>
                    <a:pt x="9180419" y="1684641"/>
                  </a:lnTo>
                  <a:lnTo>
                    <a:pt x="9232580" y="1645371"/>
                  </a:lnTo>
                  <a:lnTo>
                    <a:pt x="9288655" y="1610049"/>
                  </a:lnTo>
                  <a:lnTo>
                    <a:pt x="9349451" y="1578271"/>
                  </a:lnTo>
                  <a:lnTo>
                    <a:pt x="9415740" y="1549635"/>
                  </a:lnTo>
                  <a:lnTo>
                    <a:pt x="9488193" y="1523774"/>
                  </a:lnTo>
                  <a:lnTo>
                    <a:pt x="9567288" y="1500377"/>
                  </a:lnTo>
                  <a:lnTo>
                    <a:pt x="9653180" y="1479199"/>
                  </a:lnTo>
                  <a:lnTo>
                    <a:pt x="9745551" y="1460069"/>
                  </a:lnTo>
                  <a:lnTo>
                    <a:pt x="9843431" y="1442887"/>
                  </a:lnTo>
                  <a:lnTo>
                    <a:pt x="9945038" y="1427617"/>
                  </a:lnTo>
                  <a:lnTo>
                    <a:pt x="10047695" y="1414278"/>
                  </a:lnTo>
                  <a:lnTo>
                    <a:pt x="10147879" y="1402910"/>
                  </a:lnTo>
                  <a:lnTo>
                    <a:pt x="10241501" y="1393549"/>
                  </a:lnTo>
                  <a:lnTo>
                    <a:pt x="10324410" y="1386187"/>
                  </a:lnTo>
                  <a:lnTo>
                    <a:pt x="10393071" y="1380734"/>
                  </a:lnTo>
                  <a:lnTo>
                    <a:pt x="10445252" y="1377006"/>
                  </a:lnTo>
                  <a:lnTo>
                    <a:pt x="10480532" y="1374729"/>
                  </a:lnTo>
                  <a:lnTo>
                    <a:pt x="10500488" y="1373560"/>
                  </a:lnTo>
                  <a:lnTo>
                    <a:pt x="10508585" y="1373128"/>
                  </a:lnTo>
                  <a:lnTo>
                    <a:pt x="10509911" y="1373063"/>
                  </a:lnTo>
                  <a:lnTo>
                    <a:pt x="10509911" y="1373063"/>
                  </a:lnTo>
                  <a:lnTo>
                    <a:pt x="11981298" y="137306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11" name="pl511"/>
            <p:cNvSpPr/>
            <p:nvPr/>
          </p:nvSpPr>
          <p:spPr>
            <a:xfrm>
              <a:off x="4799595" y="6442737"/>
              <a:ext cx="11981298" cy="3792271"/>
            </a:xfrm>
            <a:custGeom>
              <a:avLst/>
              <a:pathLst>
                <a:path w="11981298" h="3792271">
                  <a:moveTo>
                    <a:pt x="11981298" y="1373063"/>
                  </a:moveTo>
                  <a:lnTo>
                    <a:pt x="10509911" y="1373063"/>
                  </a:lnTo>
                  <a:lnTo>
                    <a:pt x="10508741" y="1373120"/>
                  </a:lnTo>
                  <a:lnTo>
                    <a:pt x="10501057" y="1373529"/>
                  </a:lnTo>
                  <a:lnTo>
                    <a:pt x="10481702" y="1374657"/>
                  </a:lnTo>
                  <a:lnTo>
                    <a:pt x="10447138" y="1376879"/>
                  </a:lnTo>
                  <a:lnTo>
                    <a:pt x="10395699" y="1380537"/>
                  </a:lnTo>
                  <a:lnTo>
                    <a:pt x="10327722" y="1385910"/>
                  </a:lnTo>
                  <a:lnTo>
                    <a:pt x="10245367" y="1393187"/>
                  </a:lnTo>
                  <a:lnTo>
                    <a:pt x="10152127" y="1402460"/>
                  </a:lnTo>
                  <a:lnTo>
                    <a:pt x="10052141" y="1413741"/>
                  </a:lnTo>
                  <a:lnTo>
                    <a:pt x="9949514" y="1426996"/>
                  </a:lnTo>
                  <a:lnTo>
                    <a:pt x="9847798" y="1442181"/>
                  </a:lnTo>
                  <a:lnTo>
                    <a:pt x="9749712" y="1459280"/>
                  </a:lnTo>
                  <a:lnTo>
                    <a:pt x="9657075" y="1478324"/>
                  </a:lnTo>
                  <a:lnTo>
                    <a:pt x="9570890" y="1499409"/>
                  </a:lnTo>
                  <a:lnTo>
                    <a:pt x="9491500" y="1522705"/>
                  </a:lnTo>
                  <a:lnTo>
                    <a:pt x="9418765" y="1548453"/>
                  </a:lnTo>
                  <a:lnTo>
                    <a:pt x="9352220" y="1576961"/>
                  </a:lnTo>
                  <a:lnTo>
                    <a:pt x="9291200" y="1608593"/>
                  </a:lnTo>
                  <a:lnTo>
                    <a:pt x="9234936" y="1643752"/>
                  </a:lnTo>
                  <a:lnTo>
                    <a:pt x="9182622" y="1682842"/>
                  </a:lnTo>
                  <a:lnTo>
                    <a:pt x="9133470" y="1726216"/>
                  </a:lnTo>
                  <a:lnTo>
                    <a:pt x="9086757" y="1774076"/>
                  </a:lnTo>
                  <a:lnTo>
                    <a:pt x="9084767" y="1776264"/>
                  </a:lnTo>
                  <a:lnTo>
                    <a:pt x="9044736" y="1822893"/>
                  </a:lnTo>
                  <a:lnTo>
                    <a:pt x="9005760" y="1873166"/>
                  </a:lnTo>
                  <a:lnTo>
                    <a:pt x="8967534" y="1927158"/>
                  </a:lnTo>
                  <a:lnTo>
                    <a:pt x="8929815" y="1984873"/>
                  </a:lnTo>
                  <a:lnTo>
                    <a:pt x="8892411" y="2046239"/>
                  </a:lnTo>
                  <a:lnTo>
                    <a:pt x="8855180" y="2111101"/>
                  </a:lnTo>
                  <a:lnTo>
                    <a:pt x="8818016" y="2179216"/>
                  </a:lnTo>
                  <a:lnTo>
                    <a:pt x="8780849" y="2250256"/>
                  </a:lnTo>
                  <a:lnTo>
                    <a:pt x="8743639" y="2323808"/>
                  </a:lnTo>
                  <a:lnTo>
                    <a:pt x="8706369" y="2399380"/>
                  </a:lnTo>
                  <a:lnTo>
                    <a:pt x="8669043" y="2476420"/>
                  </a:lnTo>
                  <a:lnTo>
                    <a:pt x="8631681" y="2554323"/>
                  </a:lnTo>
                  <a:lnTo>
                    <a:pt x="8594308" y="2632458"/>
                  </a:lnTo>
                  <a:lnTo>
                    <a:pt x="8556953" y="2710186"/>
                  </a:lnTo>
                  <a:lnTo>
                    <a:pt x="8519642" y="2786881"/>
                  </a:lnTo>
                  <a:lnTo>
                    <a:pt x="8482388" y="2861951"/>
                  </a:lnTo>
                  <a:lnTo>
                    <a:pt x="8445192" y="2934859"/>
                  </a:lnTo>
                  <a:lnTo>
                    <a:pt x="8408031" y="3005134"/>
                  </a:lnTo>
                  <a:lnTo>
                    <a:pt x="8370857" y="3072385"/>
                  </a:lnTo>
                  <a:lnTo>
                    <a:pt x="8333591" y="3136306"/>
                  </a:lnTo>
                  <a:lnTo>
                    <a:pt x="8296117" y="3196681"/>
                  </a:lnTo>
                  <a:lnTo>
                    <a:pt x="8258279" y="3253377"/>
                  </a:lnTo>
                  <a:lnTo>
                    <a:pt x="8219874" y="3306345"/>
                  </a:lnTo>
                  <a:lnTo>
                    <a:pt x="8180642" y="3355607"/>
                  </a:lnTo>
                  <a:lnTo>
                    <a:pt x="8151487" y="3389069"/>
                  </a:lnTo>
                  <a:lnTo>
                    <a:pt x="8104865" y="3437126"/>
                  </a:lnTo>
                  <a:lnTo>
                    <a:pt x="8055834" y="3480693"/>
                  </a:lnTo>
                  <a:lnTo>
                    <a:pt x="8003673" y="3519963"/>
                  </a:lnTo>
                  <a:lnTo>
                    <a:pt x="7947598" y="3555285"/>
                  </a:lnTo>
                  <a:lnTo>
                    <a:pt x="7886803" y="3587063"/>
                  </a:lnTo>
                  <a:lnTo>
                    <a:pt x="7820514" y="3615699"/>
                  </a:lnTo>
                  <a:lnTo>
                    <a:pt x="7748060" y="3641560"/>
                  </a:lnTo>
                  <a:lnTo>
                    <a:pt x="7668966" y="3664957"/>
                  </a:lnTo>
                  <a:lnTo>
                    <a:pt x="7583073" y="3686135"/>
                  </a:lnTo>
                  <a:lnTo>
                    <a:pt x="7490702" y="3705265"/>
                  </a:lnTo>
                  <a:lnTo>
                    <a:pt x="7392823" y="3722447"/>
                  </a:lnTo>
                  <a:lnTo>
                    <a:pt x="7291215" y="3737716"/>
                  </a:lnTo>
                  <a:lnTo>
                    <a:pt x="7188558" y="3751056"/>
                  </a:lnTo>
                  <a:lnTo>
                    <a:pt x="7088374" y="3762424"/>
                  </a:lnTo>
                  <a:lnTo>
                    <a:pt x="6994752" y="3771784"/>
                  </a:lnTo>
                  <a:lnTo>
                    <a:pt x="6911843" y="3779147"/>
                  </a:lnTo>
                  <a:lnTo>
                    <a:pt x="6843182" y="3784600"/>
                  </a:lnTo>
                  <a:lnTo>
                    <a:pt x="6791001" y="3788328"/>
                  </a:lnTo>
                  <a:lnTo>
                    <a:pt x="6755721" y="3790605"/>
                  </a:lnTo>
                  <a:lnTo>
                    <a:pt x="6735765" y="3791774"/>
                  </a:lnTo>
                  <a:lnTo>
                    <a:pt x="6727669" y="3792206"/>
                  </a:lnTo>
                  <a:lnTo>
                    <a:pt x="6726343" y="3792271"/>
                  </a:lnTo>
                  <a:lnTo>
                    <a:pt x="6726343" y="3792271"/>
                  </a:lnTo>
                  <a:lnTo>
                    <a:pt x="5254955" y="3792271"/>
                  </a:lnTo>
                  <a:lnTo>
                    <a:pt x="5253871" y="3792188"/>
                  </a:lnTo>
                  <a:lnTo>
                    <a:pt x="5246733" y="3791595"/>
                  </a:lnTo>
                  <a:lnTo>
                    <a:pt x="5228716" y="3789959"/>
                  </a:lnTo>
                  <a:lnTo>
                    <a:pt x="5196438" y="3786736"/>
                  </a:lnTo>
                  <a:lnTo>
                    <a:pt x="5148194" y="3781422"/>
                  </a:lnTo>
                  <a:lnTo>
                    <a:pt x="5084088" y="3773598"/>
                  </a:lnTo>
                  <a:lnTo>
                    <a:pt x="5005910" y="3762972"/>
                  </a:lnTo>
                  <a:lnTo>
                    <a:pt x="4916735" y="3749388"/>
                  </a:lnTo>
                  <a:lnTo>
                    <a:pt x="4820338" y="3732810"/>
                  </a:lnTo>
                  <a:lnTo>
                    <a:pt x="4720577" y="3713276"/>
                  </a:lnTo>
                  <a:lnTo>
                    <a:pt x="4620899" y="3690853"/>
                  </a:lnTo>
                  <a:lnTo>
                    <a:pt x="4524041" y="3665580"/>
                  </a:lnTo>
                  <a:lnTo>
                    <a:pt x="4431926" y="3637435"/>
                  </a:lnTo>
                  <a:lnTo>
                    <a:pt x="4345706" y="3606309"/>
                  </a:lnTo>
                  <a:lnTo>
                    <a:pt x="4265888" y="3571993"/>
                  </a:lnTo>
                  <a:lnTo>
                    <a:pt x="4192490" y="3534174"/>
                  </a:lnTo>
                  <a:lnTo>
                    <a:pt x="4125181" y="3492443"/>
                  </a:lnTo>
                  <a:lnTo>
                    <a:pt x="4063410" y="3446302"/>
                  </a:lnTo>
                  <a:lnTo>
                    <a:pt x="4006498" y="3395186"/>
                  </a:lnTo>
                  <a:lnTo>
                    <a:pt x="3953708" y="3338501"/>
                  </a:lnTo>
                  <a:lnTo>
                    <a:pt x="3904295" y="3275685"/>
                  </a:lnTo>
                  <a:lnTo>
                    <a:pt x="3857554" y="3206309"/>
                  </a:lnTo>
                  <a:lnTo>
                    <a:pt x="3829811" y="3160226"/>
                  </a:lnTo>
                  <a:lnTo>
                    <a:pt x="3796441" y="3099843"/>
                  </a:lnTo>
                  <a:lnTo>
                    <a:pt x="3763840" y="3035527"/>
                  </a:lnTo>
                  <a:lnTo>
                    <a:pt x="3731822" y="2967198"/>
                  </a:lnTo>
                  <a:lnTo>
                    <a:pt x="3700233" y="2894825"/>
                  </a:lnTo>
                  <a:lnTo>
                    <a:pt x="3668947" y="2818430"/>
                  </a:lnTo>
                  <a:lnTo>
                    <a:pt x="3637861" y="2738096"/>
                  </a:lnTo>
                  <a:lnTo>
                    <a:pt x="3606894" y="2653969"/>
                  </a:lnTo>
                  <a:lnTo>
                    <a:pt x="3575984" y="2566258"/>
                  </a:lnTo>
                  <a:lnTo>
                    <a:pt x="3545086" y="2475240"/>
                  </a:lnTo>
                  <a:lnTo>
                    <a:pt x="3514169" y="2381255"/>
                  </a:lnTo>
                  <a:lnTo>
                    <a:pt x="3483217" y="2284706"/>
                  </a:lnTo>
                  <a:lnTo>
                    <a:pt x="3452223" y="2186048"/>
                  </a:lnTo>
                  <a:lnTo>
                    <a:pt x="3421190" y="2085786"/>
                  </a:lnTo>
                  <a:lnTo>
                    <a:pt x="3390128" y="1984459"/>
                  </a:lnTo>
                  <a:lnTo>
                    <a:pt x="3359052" y="1882632"/>
                  </a:lnTo>
                  <a:lnTo>
                    <a:pt x="3327979" y="1780882"/>
                  </a:lnTo>
                  <a:lnTo>
                    <a:pt x="3296924" y="1679783"/>
                  </a:lnTo>
                  <a:lnTo>
                    <a:pt x="3265900" y="1579895"/>
                  </a:lnTo>
                  <a:lnTo>
                    <a:pt x="3234917" y="1481749"/>
                  </a:lnTo>
                  <a:lnTo>
                    <a:pt x="3203975" y="1385837"/>
                  </a:lnTo>
                  <a:lnTo>
                    <a:pt x="3173066" y="1292602"/>
                  </a:lnTo>
                  <a:lnTo>
                    <a:pt x="3142168" y="1202430"/>
                  </a:lnTo>
                  <a:lnTo>
                    <a:pt x="3111248" y="1115645"/>
                  </a:lnTo>
                  <a:lnTo>
                    <a:pt x="3080257" y="1032505"/>
                  </a:lnTo>
                  <a:lnTo>
                    <a:pt x="3049126" y="953204"/>
                  </a:lnTo>
                  <a:lnTo>
                    <a:pt x="3017771" y="877869"/>
                  </a:lnTo>
                  <a:lnTo>
                    <a:pt x="2986081" y="806568"/>
                  </a:lnTo>
                  <a:lnTo>
                    <a:pt x="2953925" y="739308"/>
                  </a:lnTo>
                  <a:lnTo>
                    <a:pt x="2921140" y="676044"/>
                  </a:lnTo>
                  <a:lnTo>
                    <a:pt x="2896531" y="632045"/>
                  </a:lnTo>
                  <a:lnTo>
                    <a:pt x="2851117" y="558532"/>
                  </a:lnTo>
                  <a:lnTo>
                    <a:pt x="2803429" y="491711"/>
                  </a:lnTo>
                  <a:lnTo>
                    <a:pt x="2752806" y="431310"/>
                  </a:lnTo>
                  <a:lnTo>
                    <a:pt x="2698522" y="376833"/>
                  </a:lnTo>
                  <a:lnTo>
                    <a:pt x="2639830" y="327697"/>
                  </a:lnTo>
                  <a:lnTo>
                    <a:pt x="2576008" y="283312"/>
                  </a:lnTo>
                  <a:lnTo>
                    <a:pt x="2506417" y="243138"/>
                  </a:lnTo>
                  <a:lnTo>
                    <a:pt x="2430577" y="206708"/>
                  </a:lnTo>
                  <a:lnTo>
                    <a:pt x="2348276" y="173647"/>
                  </a:lnTo>
                  <a:lnTo>
                    <a:pt x="2259701" y="143685"/>
                  </a:lnTo>
                  <a:lnTo>
                    <a:pt x="2165588" y="116651"/>
                  </a:lnTo>
                  <a:lnTo>
                    <a:pt x="2067375" y="92470"/>
                  </a:lnTo>
                  <a:lnTo>
                    <a:pt x="1967299" y="71149"/>
                  </a:lnTo>
                  <a:lnTo>
                    <a:pt x="1868390" y="52743"/>
                  </a:lnTo>
                  <a:lnTo>
                    <a:pt x="1774302" y="37313"/>
                  </a:lnTo>
                  <a:lnTo>
                    <a:pt x="1688927" y="24874"/>
                  </a:lnTo>
                  <a:lnTo>
                    <a:pt x="1615846" y="15350"/>
                  </a:lnTo>
                  <a:lnTo>
                    <a:pt x="1557705" y="8532"/>
                  </a:lnTo>
                  <a:lnTo>
                    <a:pt x="1515677" y="4076"/>
                  </a:lnTo>
                  <a:lnTo>
                    <a:pt x="1489172" y="1525"/>
                  </a:lnTo>
                  <a:lnTo>
                    <a:pt x="1475815" y="354"/>
                  </a:lnTo>
                  <a:lnTo>
                    <a:pt x="1471646" y="19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12" name="pg512"/>
            <p:cNvSpPr/>
            <p:nvPr/>
          </p:nvSpPr>
          <p:spPr>
            <a:xfrm>
              <a:off x="4799595" y="6467256"/>
              <a:ext cx="11981298" cy="3808617"/>
            </a:xfrm>
            <a:custGeom>
              <a:avLst/>
              <a:pathLst>
                <a:path w="11981298" h="3808617">
                  <a:moveTo>
                    <a:pt x="0" y="8172"/>
                  </a:moveTo>
                  <a:lnTo>
                    <a:pt x="1471387" y="8172"/>
                  </a:lnTo>
                  <a:lnTo>
                    <a:pt x="1472471" y="8256"/>
                  </a:lnTo>
                  <a:lnTo>
                    <a:pt x="1479604" y="8849"/>
                  </a:lnTo>
                  <a:lnTo>
                    <a:pt x="1497613" y="10488"/>
                  </a:lnTo>
                  <a:lnTo>
                    <a:pt x="1529876" y="13716"/>
                  </a:lnTo>
                  <a:lnTo>
                    <a:pt x="1578098" y="19039"/>
                  </a:lnTo>
                  <a:lnTo>
                    <a:pt x="1642178" y="26876"/>
                  </a:lnTo>
                  <a:lnTo>
                    <a:pt x="1720328" y="37519"/>
                  </a:lnTo>
                  <a:lnTo>
                    <a:pt x="1809474" y="51126"/>
                  </a:lnTo>
                  <a:lnTo>
                    <a:pt x="1905846" y="67733"/>
                  </a:lnTo>
                  <a:lnTo>
                    <a:pt x="2005587" y="87300"/>
                  </a:lnTo>
                  <a:lnTo>
                    <a:pt x="2105250" y="109762"/>
                  </a:lnTo>
                  <a:lnTo>
                    <a:pt x="2202100" y="135080"/>
                  </a:lnTo>
                  <a:lnTo>
                    <a:pt x="2294211" y="163274"/>
                  </a:lnTo>
                  <a:lnTo>
                    <a:pt x="2380430" y="194454"/>
                  </a:lnTo>
                  <a:lnTo>
                    <a:pt x="2460250" y="228829"/>
                  </a:lnTo>
                  <a:lnTo>
                    <a:pt x="2533653" y="266712"/>
                  </a:lnTo>
                  <a:lnTo>
                    <a:pt x="2600967" y="308514"/>
                  </a:lnTo>
                  <a:lnTo>
                    <a:pt x="2662743" y="354732"/>
                  </a:lnTo>
                  <a:lnTo>
                    <a:pt x="2719659" y="405931"/>
                  </a:lnTo>
                  <a:lnTo>
                    <a:pt x="2772454" y="462708"/>
                  </a:lnTo>
                  <a:lnTo>
                    <a:pt x="2821869" y="525625"/>
                  </a:lnTo>
                  <a:lnTo>
                    <a:pt x="2868611" y="595113"/>
                  </a:lnTo>
                  <a:lnTo>
                    <a:pt x="2896531" y="641580"/>
                  </a:lnTo>
                  <a:lnTo>
                    <a:pt x="2929870" y="702033"/>
                  </a:lnTo>
                  <a:lnTo>
                    <a:pt x="2962441" y="766421"/>
                  </a:lnTo>
                  <a:lnTo>
                    <a:pt x="2994430" y="834823"/>
                  </a:lnTo>
                  <a:lnTo>
                    <a:pt x="3025990" y="907270"/>
                  </a:lnTo>
                  <a:lnTo>
                    <a:pt x="3057248" y="983740"/>
                  </a:lnTo>
                  <a:lnTo>
                    <a:pt x="3088305" y="1064150"/>
                  </a:lnTo>
                  <a:lnTo>
                    <a:pt x="3119243" y="1148357"/>
                  </a:lnTo>
                  <a:lnTo>
                    <a:pt x="3150124" y="1236149"/>
                  </a:lnTo>
                  <a:lnTo>
                    <a:pt x="3180993" y="1327251"/>
                  </a:lnTo>
                  <a:lnTo>
                    <a:pt x="3211880" y="1421324"/>
                  </a:lnTo>
                  <a:lnTo>
                    <a:pt x="3242803" y="1517967"/>
                  </a:lnTo>
                  <a:lnTo>
                    <a:pt x="3273767" y="1616723"/>
                  </a:lnTo>
                  <a:lnTo>
                    <a:pt x="3304770" y="1717090"/>
                  </a:lnTo>
                  <a:lnTo>
                    <a:pt x="3335802" y="1818529"/>
                  </a:lnTo>
                  <a:lnTo>
                    <a:pt x="3366848" y="1920476"/>
                  </a:lnTo>
                  <a:lnTo>
                    <a:pt x="3397893" y="2022354"/>
                  </a:lnTo>
                  <a:lnTo>
                    <a:pt x="3428919" y="2123590"/>
                  </a:lnTo>
                  <a:lnTo>
                    <a:pt x="3459913" y="2223623"/>
                  </a:lnTo>
                  <a:lnTo>
                    <a:pt x="3490868" y="2321922"/>
                  </a:lnTo>
                  <a:lnTo>
                    <a:pt x="3521781" y="2417995"/>
                  </a:lnTo>
                  <a:lnTo>
                    <a:pt x="3552662" y="2511399"/>
                  </a:lnTo>
                  <a:lnTo>
                    <a:pt x="3583530" y="2601746"/>
                  </a:lnTo>
                  <a:lnTo>
                    <a:pt x="3614420" y="2688711"/>
                  </a:lnTo>
                  <a:lnTo>
                    <a:pt x="3645380" y="2772034"/>
                  </a:lnTo>
                  <a:lnTo>
                    <a:pt x="3676477" y="2851522"/>
                  </a:lnTo>
                  <a:lnTo>
                    <a:pt x="3707796" y="2927044"/>
                  </a:lnTo>
                  <a:lnTo>
                    <a:pt x="3739445" y="2998533"/>
                  </a:lnTo>
                  <a:lnTo>
                    <a:pt x="3771557" y="3065980"/>
                  </a:lnTo>
                  <a:lnTo>
                    <a:pt x="3804292" y="3129427"/>
                  </a:lnTo>
                  <a:lnTo>
                    <a:pt x="3829811" y="3175209"/>
                  </a:lnTo>
                  <a:lnTo>
                    <a:pt x="3875217" y="3248868"/>
                  </a:lnTo>
                  <a:lnTo>
                    <a:pt x="3922895" y="3315823"/>
                  </a:lnTo>
                  <a:lnTo>
                    <a:pt x="3973508" y="3376346"/>
                  </a:lnTo>
                  <a:lnTo>
                    <a:pt x="4027780" y="3430934"/>
                  </a:lnTo>
                  <a:lnTo>
                    <a:pt x="4086458" y="3480172"/>
                  </a:lnTo>
                  <a:lnTo>
                    <a:pt x="4150263" y="3524648"/>
                  </a:lnTo>
                  <a:lnTo>
                    <a:pt x="4219835" y="3564907"/>
                  </a:lnTo>
                  <a:lnTo>
                    <a:pt x="4295653" y="3601414"/>
                  </a:lnTo>
                  <a:lnTo>
                    <a:pt x="4377930" y="3634544"/>
                  </a:lnTo>
                  <a:lnTo>
                    <a:pt x="4466479" y="3664571"/>
                  </a:lnTo>
                  <a:lnTo>
                    <a:pt x="4560566" y="3691664"/>
                  </a:lnTo>
                  <a:lnTo>
                    <a:pt x="4658755" y="3715898"/>
                  </a:lnTo>
                  <a:lnTo>
                    <a:pt x="4758813" y="3737268"/>
                  </a:lnTo>
                  <a:lnTo>
                    <a:pt x="4857711" y="3755718"/>
                  </a:lnTo>
                  <a:lnTo>
                    <a:pt x="4951800" y="3771186"/>
                  </a:lnTo>
                  <a:lnTo>
                    <a:pt x="5037189" y="3783657"/>
                  </a:lnTo>
                  <a:lnTo>
                    <a:pt x="5110297" y="3793208"/>
                  </a:lnTo>
                  <a:lnTo>
                    <a:pt x="5168478" y="3800048"/>
                  </a:lnTo>
                  <a:lnTo>
                    <a:pt x="5210550" y="3804520"/>
                  </a:lnTo>
                  <a:lnTo>
                    <a:pt x="5237101" y="3807082"/>
                  </a:lnTo>
                  <a:lnTo>
                    <a:pt x="5250497" y="3808259"/>
                  </a:lnTo>
                  <a:lnTo>
                    <a:pt x="5254691" y="3808597"/>
                  </a:lnTo>
                  <a:lnTo>
                    <a:pt x="5254955" y="3808617"/>
                  </a:lnTo>
                  <a:lnTo>
                    <a:pt x="6726343" y="3808617"/>
                  </a:lnTo>
                  <a:lnTo>
                    <a:pt x="6727550" y="3808578"/>
                  </a:lnTo>
                  <a:lnTo>
                    <a:pt x="6735475" y="3808300"/>
                  </a:lnTo>
                  <a:lnTo>
                    <a:pt x="6755416" y="3807532"/>
                  </a:lnTo>
                  <a:lnTo>
                    <a:pt x="6790979" y="3806020"/>
                  </a:lnTo>
                  <a:lnTo>
                    <a:pt x="6843806" y="3803533"/>
                  </a:lnTo>
                  <a:lnTo>
                    <a:pt x="6913451" y="3799882"/>
                  </a:lnTo>
                  <a:lnTo>
                    <a:pt x="6997586" y="3794945"/>
                  </a:lnTo>
                  <a:lnTo>
                    <a:pt x="7092537" y="3788662"/>
                  </a:lnTo>
                  <a:lnTo>
                    <a:pt x="7194007" y="3781029"/>
                  </a:lnTo>
                  <a:lnTo>
                    <a:pt x="7297795" y="3772070"/>
                  </a:lnTo>
                  <a:lnTo>
                    <a:pt x="7400310" y="3761814"/>
                  </a:lnTo>
                  <a:lnTo>
                    <a:pt x="7498850" y="3750270"/>
                  </a:lnTo>
                  <a:lnTo>
                    <a:pt x="7591648" y="3737411"/>
                  </a:lnTo>
                  <a:lnTo>
                    <a:pt x="7677771" y="3723165"/>
                  </a:lnTo>
                  <a:lnTo>
                    <a:pt x="7756947" y="3707409"/>
                  </a:lnTo>
                  <a:lnTo>
                    <a:pt x="7829381" y="3689972"/>
                  </a:lnTo>
                  <a:lnTo>
                    <a:pt x="7895598" y="3670638"/>
                  </a:lnTo>
                  <a:lnTo>
                    <a:pt x="7956308" y="3649153"/>
                  </a:lnTo>
                  <a:lnTo>
                    <a:pt x="8012318" y="3625241"/>
                  </a:lnTo>
                  <a:lnTo>
                    <a:pt x="8064460" y="3598629"/>
                  </a:lnTo>
                  <a:lnTo>
                    <a:pt x="8113539" y="3569094"/>
                  </a:lnTo>
                  <a:lnTo>
                    <a:pt x="8151487" y="3542994"/>
                  </a:lnTo>
                  <a:lnTo>
                    <a:pt x="8197340" y="3507532"/>
                  </a:lnTo>
                  <a:lnTo>
                    <a:pt x="8241865" y="3468893"/>
                  </a:lnTo>
                  <a:lnTo>
                    <a:pt x="8285503" y="3427021"/>
                  </a:lnTo>
                  <a:lnTo>
                    <a:pt x="8328592" y="3381938"/>
                  </a:lnTo>
                  <a:lnTo>
                    <a:pt x="8371381" y="3333758"/>
                  </a:lnTo>
                  <a:lnTo>
                    <a:pt x="8414049" y="3282694"/>
                  </a:lnTo>
                  <a:lnTo>
                    <a:pt x="8456712" y="3229058"/>
                  </a:lnTo>
                  <a:lnTo>
                    <a:pt x="8499433" y="3173257"/>
                  </a:lnTo>
                  <a:lnTo>
                    <a:pt x="8542232" y="3115787"/>
                  </a:lnTo>
                  <a:lnTo>
                    <a:pt x="8585097" y="3057215"/>
                  </a:lnTo>
                  <a:lnTo>
                    <a:pt x="8627995" y="2998153"/>
                  </a:lnTo>
                  <a:lnTo>
                    <a:pt x="8670883" y="2939238"/>
                  </a:lnTo>
                  <a:lnTo>
                    <a:pt x="8713721" y="2881099"/>
                  </a:lnTo>
                  <a:lnTo>
                    <a:pt x="8756484" y="2824331"/>
                  </a:lnTo>
                  <a:lnTo>
                    <a:pt x="8799173" y="2769469"/>
                  </a:lnTo>
                  <a:lnTo>
                    <a:pt x="8841828" y="2716971"/>
                  </a:lnTo>
                  <a:lnTo>
                    <a:pt x="8884534" y="2667201"/>
                  </a:lnTo>
                  <a:lnTo>
                    <a:pt x="8927434" y="2620426"/>
                  </a:lnTo>
                  <a:lnTo>
                    <a:pt x="8970740" y="2576812"/>
                  </a:lnTo>
                  <a:lnTo>
                    <a:pt x="9014739" y="2536430"/>
                  </a:lnTo>
                  <a:lnTo>
                    <a:pt x="9059813" y="2499264"/>
                  </a:lnTo>
                  <a:lnTo>
                    <a:pt x="9084767" y="2480504"/>
                  </a:lnTo>
                  <a:lnTo>
                    <a:pt x="9131902" y="2448521"/>
                  </a:lnTo>
                  <a:lnTo>
                    <a:pt x="9181507" y="2419558"/>
                  </a:lnTo>
                  <a:lnTo>
                    <a:pt x="9234326" y="2393483"/>
                  </a:lnTo>
                  <a:lnTo>
                    <a:pt x="9291171" y="2370056"/>
                  </a:lnTo>
                  <a:lnTo>
                    <a:pt x="9352874" y="2349003"/>
                  </a:lnTo>
                  <a:lnTo>
                    <a:pt x="9420229" y="2330051"/>
                  </a:lnTo>
                  <a:lnTo>
                    <a:pt x="9493921" y="2312952"/>
                  </a:lnTo>
                  <a:lnTo>
                    <a:pt x="9574422" y="2297496"/>
                  </a:lnTo>
                  <a:lnTo>
                    <a:pt x="9661860" y="2283523"/>
                  </a:lnTo>
                  <a:lnTo>
                    <a:pt x="9755853" y="2270920"/>
                  </a:lnTo>
                  <a:lnTo>
                    <a:pt x="9855318" y="2259623"/>
                  </a:lnTo>
                  <a:lnTo>
                    <a:pt x="9958315" y="2249614"/>
                  </a:lnTo>
                  <a:lnTo>
                    <a:pt x="10061961" y="2240906"/>
                  </a:lnTo>
                  <a:lnTo>
                    <a:pt x="10162521" y="2233530"/>
                  </a:lnTo>
                  <a:lnTo>
                    <a:pt x="10255726" y="2227506"/>
                  </a:lnTo>
                  <a:lnTo>
                    <a:pt x="10337341" y="2222821"/>
                  </a:lnTo>
                  <a:lnTo>
                    <a:pt x="10403897" y="2219405"/>
                  </a:lnTo>
                  <a:lnTo>
                    <a:pt x="10453392" y="2217121"/>
                  </a:lnTo>
                  <a:lnTo>
                    <a:pt x="10485776" y="2215770"/>
                  </a:lnTo>
                  <a:lnTo>
                    <a:pt x="10503083" y="2215116"/>
                  </a:lnTo>
                  <a:lnTo>
                    <a:pt x="10509265" y="2214903"/>
                  </a:lnTo>
                  <a:lnTo>
                    <a:pt x="10509911" y="2214882"/>
                  </a:lnTo>
                  <a:lnTo>
                    <a:pt x="11981298" y="2214882"/>
                  </a:lnTo>
                  <a:lnTo>
                    <a:pt x="11981298" y="2206709"/>
                  </a:lnTo>
                  <a:lnTo>
                    <a:pt x="10509911" y="2206709"/>
                  </a:lnTo>
                  <a:lnTo>
                    <a:pt x="10508704" y="2206748"/>
                  </a:lnTo>
                  <a:lnTo>
                    <a:pt x="10500779" y="2207026"/>
                  </a:lnTo>
                  <a:lnTo>
                    <a:pt x="10480837" y="2207794"/>
                  </a:lnTo>
                  <a:lnTo>
                    <a:pt x="10445274" y="2209306"/>
                  </a:lnTo>
                  <a:lnTo>
                    <a:pt x="10392447" y="2211793"/>
                  </a:lnTo>
                  <a:lnTo>
                    <a:pt x="10322802" y="2215443"/>
                  </a:lnTo>
                  <a:lnTo>
                    <a:pt x="10238667" y="2220381"/>
                  </a:lnTo>
                  <a:lnTo>
                    <a:pt x="10143717" y="2226663"/>
                  </a:lnTo>
                  <a:lnTo>
                    <a:pt x="10042246" y="2234297"/>
                  </a:lnTo>
                  <a:lnTo>
                    <a:pt x="9938458" y="2243256"/>
                  </a:lnTo>
                  <a:lnTo>
                    <a:pt x="9835943" y="2253512"/>
                  </a:lnTo>
                  <a:lnTo>
                    <a:pt x="9737403" y="2265056"/>
                  </a:lnTo>
                  <a:lnTo>
                    <a:pt x="9644605" y="2277915"/>
                  </a:lnTo>
                  <a:lnTo>
                    <a:pt x="9558482" y="2292161"/>
                  </a:lnTo>
                  <a:lnTo>
                    <a:pt x="9479307" y="2307917"/>
                  </a:lnTo>
                  <a:lnTo>
                    <a:pt x="9406872" y="2325353"/>
                  </a:lnTo>
                  <a:lnTo>
                    <a:pt x="9340656" y="2344687"/>
                  </a:lnTo>
                  <a:lnTo>
                    <a:pt x="9279946" y="2366173"/>
                  </a:lnTo>
                  <a:lnTo>
                    <a:pt x="9223935" y="2390085"/>
                  </a:lnTo>
                  <a:lnTo>
                    <a:pt x="9171793" y="2416697"/>
                  </a:lnTo>
                  <a:lnTo>
                    <a:pt x="9122714" y="2446232"/>
                  </a:lnTo>
                  <a:lnTo>
                    <a:pt x="9084767" y="2472331"/>
                  </a:lnTo>
                  <a:lnTo>
                    <a:pt x="9038914" y="2507794"/>
                  </a:lnTo>
                  <a:lnTo>
                    <a:pt x="8994388" y="2546433"/>
                  </a:lnTo>
                  <a:lnTo>
                    <a:pt x="8950750" y="2588305"/>
                  </a:lnTo>
                  <a:lnTo>
                    <a:pt x="8907661" y="2633388"/>
                  </a:lnTo>
                  <a:lnTo>
                    <a:pt x="8864872" y="2681567"/>
                  </a:lnTo>
                  <a:lnTo>
                    <a:pt x="8822204" y="2732631"/>
                  </a:lnTo>
                  <a:lnTo>
                    <a:pt x="8779541" y="2786268"/>
                  </a:lnTo>
                  <a:lnTo>
                    <a:pt x="8736820" y="2842069"/>
                  </a:lnTo>
                  <a:lnTo>
                    <a:pt x="8694021" y="2899539"/>
                  </a:lnTo>
                  <a:lnTo>
                    <a:pt x="8651156" y="2958111"/>
                  </a:lnTo>
                  <a:lnTo>
                    <a:pt x="8608258" y="3017173"/>
                  </a:lnTo>
                  <a:lnTo>
                    <a:pt x="8565370" y="3076087"/>
                  </a:lnTo>
                  <a:lnTo>
                    <a:pt x="8522532" y="3134226"/>
                  </a:lnTo>
                  <a:lnTo>
                    <a:pt x="8479769" y="3190995"/>
                  </a:lnTo>
                  <a:lnTo>
                    <a:pt x="8437080" y="3245857"/>
                  </a:lnTo>
                  <a:lnTo>
                    <a:pt x="8394426" y="3298355"/>
                  </a:lnTo>
                  <a:lnTo>
                    <a:pt x="8351720" y="3348124"/>
                  </a:lnTo>
                  <a:lnTo>
                    <a:pt x="8308819" y="3394899"/>
                  </a:lnTo>
                  <a:lnTo>
                    <a:pt x="8265513" y="3438514"/>
                  </a:lnTo>
                  <a:lnTo>
                    <a:pt x="8221514" y="3478896"/>
                  </a:lnTo>
                  <a:lnTo>
                    <a:pt x="8176440" y="3516062"/>
                  </a:lnTo>
                  <a:lnTo>
                    <a:pt x="8151487" y="3534821"/>
                  </a:lnTo>
                  <a:lnTo>
                    <a:pt x="8104351" y="3566805"/>
                  </a:lnTo>
                  <a:lnTo>
                    <a:pt x="8054746" y="3595767"/>
                  </a:lnTo>
                  <a:lnTo>
                    <a:pt x="8001927" y="3621843"/>
                  </a:lnTo>
                  <a:lnTo>
                    <a:pt x="7945082" y="3645270"/>
                  </a:lnTo>
                  <a:lnTo>
                    <a:pt x="7883379" y="3666322"/>
                  </a:lnTo>
                  <a:lnTo>
                    <a:pt x="7816024" y="3685275"/>
                  </a:lnTo>
                  <a:lnTo>
                    <a:pt x="7742332" y="3702374"/>
                  </a:lnTo>
                  <a:lnTo>
                    <a:pt x="7661831" y="3717829"/>
                  </a:lnTo>
                  <a:lnTo>
                    <a:pt x="7574393" y="3731802"/>
                  </a:lnTo>
                  <a:lnTo>
                    <a:pt x="7480400" y="3744406"/>
                  </a:lnTo>
                  <a:lnTo>
                    <a:pt x="7380935" y="3755703"/>
                  </a:lnTo>
                  <a:lnTo>
                    <a:pt x="7277939" y="3765712"/>
                  </a:lnTo>
                  <a:lnTo>
                    <a:pt x="7174292" y="3774420"/>
                  </a:lnTo>
                  <a:lnTo>
                    <a:pt x="7073732" y="3781796"/>
                  </a:lnTo>
                  <a:lnTo>
                    <a:pt x="6980528" y="3787820"/>
                  </a:lnTo>
                  <a:lnTo>
                    <a:pt x="6898912" y="3792504"/>
                  </a:lnTo>
                  <a:lnTo>
                    <a:pt x="6832356" y="3795921"/>
                  </a:lnTo>
                  <a:lnTo>
                    <a:pt x="6782861" y="3798205"/>
                  </a:lnTo>
                  <a:lnTo>
                    <a:pt x="6750478" y="3799556"/>
                  </a:lnTo>
                  <a:lnTo>
                    <a:pt x="6733170" y="3800210"/>
                  </a:lnTo>
                  <a:lnTo>
                    <a:pt x="6726988" y="3800423"/>
                  </a:lnTo>
                  <a:lnTo>
                    <a:pt x="6726343" y="3800444"/>
                  </a:lnTo>
                  <a:lnTo>
                    <a:pt x="5254955" y="3800444"/>
                  </a:lnTo>
                  <a:lnTo>
                    <a:pt x="5253871" y="3800361"/>
                  </a:lnTo>
                  <a:lnTo>
                    <a:pt x="5246738" y="3799767"/>
                  </a:lnTo>
                  <a:lnTo>
                    <a:pt x="5228729" y="3798128"/>
                  </a:lnTo>
                  <a:lnTo>
                    <a:pt x="5196466" y="3794900"/>
                  </a:lnTo>
                  <a:lnTo>
                    <a:pt x="5148244" y="3789577"/>
                  </a:lnTo>
                  <a:lnTo>
                    <a:pt x="5084164" y="3781740"/>
                  </a:lnTo>
                  <a:lnTo>
                    <a:pt x="5006014" y="3771097"/>
                  </a:lnTo>
                  <a:lnTo>
                    <a:pt x="4916868" y="3757490"/>
                  </a:lnTo>
                  <a:lnTo>
                    <a:pt x="4820496" y="3740883"/>
                  </a:lnTo>
                  <a:lnTo>
                    <a:pt x="4720755" y="3721316"/>
                  </a:lnTo>
                  <a:lnTo>
                    <a:pt x="4621092" y="3698854"/>
                  </a:lnTo>
                  <a:lnTo>
                    <a:pt x="4524243" y="3673537"/>
                  </a:lnTo>
                  <a:lnTo>
                    <a:pt x="4432131" y="3645343"/>
                  </a:lnTo>
                  <a:lnTo>
                    <a:pt x="4345912" y="3614162"/>
                  </a:lnTo>
                  <a:lnTo>
                    <a:pt x="4266092" y="3579787"/>
                  </a:lnTo>
                  <a:lnTo>
                    <a:pt x="4192689" y="3541904"/>
                  </a:lnTo>
                  <a:lnTo>
                    <a:pt x="4125375" y="3500103"/>
                  </a:lnTo>
                  <a:lnTo>
                    <a:pt x="4063599" y="3453885"/>
                  </a:lnTo>
                  <a:lnTo>
                    <a:pt x="4006683" y="3402685"/>
                  </a:lnTo>
                  <a:lnTo>
                    <a:pt x="3953888" y="3345908"/>
                  </a:lnTo>
                  <a:lnTo>
                    <a:pt x="3904473" y="3282991"/>
                  </a:lnTo>
                  <a:lnTo>
                    <a:pt x="3857731" y="3213503"/>
                  </a:lnTo>
                  <a:lnTo>
                    <a:pt x="3829811" y="3167036"/>
                  </a:lnTo>
                  <a:lnTo>
                    <a:pt x="3796472" y="3106583"/>
                  </a:lnTo>
                  <a:lnTo>
                    <a:pt x="3763901" y="3042195"/>
                  </a:lnTo>
                  <a:lnTo>
                    <a:pt x="3731912" y="2973793"/>
                  </a:lnTo>
                  <a:lnTo>
                    <a:pt x="3700352" y="2901346"/>
                  </a:lnTo>
                  <a:lnTo>
                    <a:pt x="3669094" y="2824876"/>
                  </a:lnTo>
                  <a:lnTo>
                    <a:pt x="3638037" y="2744466"/>
                  </a:lnTo>
                  <a:lnTo>
                    <a:pt x="3607099" y="2660260"/>
                  </a:lnTo>
                  <a:lnTo>
                    <a:pt x="3576218" y="2572467"/>
                  </a:lnTo>
                  <a:lnTo>
                    <a:pt x="3545349" y="2481365"/>
                  </a:lnTo>
                  <a:lnTo>
                    <a:pt x="3514462" y="2387292"/>
                  </a:lnTo>
                  <a:lnTo>
                    <a:pt x="3483540" y="2290650"/>
                  </a:lnTo>
                  <a:lnTo>
                    <a:pt x="3452575" y="2191893"/>
                  </a:lnTo>
                  <a:lnTo>
                    <a:pt x="3421572" y="2091526"/>
                  </a:lnTo>
                  <a:lnTo>
                    <a:pt x="3390540" y="1990087"/>
                  </a:lnTo>
                  <a:lnTo>
                    <a:pt x="3359494" y="1888140"/>
                  </a:lnTo>
                  <a:lnTo>
                    <a:pt x="3328450" y="1786262"/>
                  </a:lnTo>
                  <a:lnTo>
                    <a:pt x="3297423" y="1685026"/>
                  </a:lnTo>
                  <a:lnTo>
                    <a:pt x="3266429" y="1584993"/>
                  </a:lnTo>
                  <a:lnTo>
                    <a:pt x="3235475" y="1486694"/>
                  </a:lnTo>
                  <a:lnTo>
                    <a:pt x="3204561" y="1390621"/>
                  </a:lnTo>
                  <a:lnTo>
                    <a:pt x="3173680" y="1297217"/>
                  </a:lnTo>
                  <a:lnTo>
                    <a:pt x="3142812" y="1206871"/>
                  </a:lnTo>
                  <a:lnTo>
                    <a:pt x="3111922" y="1119905"/>
                  </a:lnTo>
                  <a:lnTo>
                    <a:pt x="3080962" y="1036582"/>
                  </a:lnTo>
                  <a:lnTo>
                    <a:pt x="3049866" y="957094"/>
                  </a:lnTo>
                  <a:lnTo>
                    <a:pt x="3018546" y="881572"/>
                  </a:lnTo>
                  <a:lnTo>
                    <a:pt x="2986897" y="810083"/>
                  </a:lnTo>
                  <a:lnTo>
                    <a:pt x="2954785" y="742636"/>
                  </a:lnTo>
                  <a:lnTo>
                    <a:pt x="2922050" y="679190"/>
                  </a:lnTo>
                  <a:lnTo>
                    <a:pt x="2896531" y="633407"/>
                  </a:lnTo>
                  <a:lnTo>
                    <a:pt x="2851125" y="559749"/>
                  </a:lnTo>
                  <a:lnTo>
                    <a:pt x="2803447" y="492793"/>
                  </a:lnTo>
                  <a:lnTo>
                    <a:pt x="2752834" y="432270"/>
                  </a:lnTo>
                  <a:lnTo>
                    <a:pt x="2698562" y="377682"/>
                  </a:lnTo>
                  <a:lnTo>
                    <a:pt x="2639884" y="328444"/>
                  </a:lnTo>
                  <a:lnTo>
                    <a:pt x="2576079" y="283968"/>
                  </a:lnTo>
                  <a:lnTo>
                    <a:pt x="2506507" y="243710"/>
                  </a:lnTo>
                  <a:lnTo>
                    <a:pt x="2430689" y="207202"/>
                  </a:lnTo>
                  <a:lnTo>
                    <a:pt x="2348413" y="174072"/>
                  </a:lnTo>
                  <a:lnTo>
                    <a:pt x="2259863" y="144045"/>
                  </a:lnTo>
                  <a:lnTo>
                    <a:pt x="2165776" y="116952"/>
                  </a:lnTo>
                  <a:lnTo>
                    <a:pt x="2067587" y="92718"/>
                  </a:lnTo>
                  <a:lnTo>
                    <a:pt x="1967529" y="71349"/>
                  </a:lnTo>
                  <a:lnTo>
                    <a:pt x="1868631" y="52899"/>
                  </a:lnTo>
                  <a:lnTo>
                    <a:pt x="1774542" y="37430"/>
                  </a:lnTo>
                  <a:lnTo>
                    <a:pt x="1689153" y="24959"/>
                  </a:lnTo>
                  <a:lnTo>
                    <a:pt x="1616045" y="15408"/>
                  </a:lnTo>
                  <a:lnTo>
                    <a:pt x="1557865" y="8568"/>
                  </a:lnTo>
                  <a:lnTo>
                    <a:pt x="1515792" y="4096"/>
                  </a:lnTo>
                  <a:lnTo>
                    <a:pt x="1489241" y="1534"/>
                  </a:lnTo>
                  <a:lnTo>
                    <a:pt x="1475845" y="357"/>
                  </a:lnTo>
                  <a:lnTo>
                    <a:pt x="1471651" y="19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513" name="pl513"/>
            <p:cNvSpPr/>
            <p:nvPr/>
          </p:nvSpPr>
          <p:spPr>
            <a:xfrm>
              <a:off x="4799595" y="6475429"/>
              <a:ext cx="11981298" cy="3800444"/>
            </a:xfrm>
            <a:custGeom>
              <a:avLst/>
              <a:pathLst>
                <a:path w="11981298" h="3800444">
                  <a:moveTo>
                    <a:pt x="0" y="0"/>
                  </a:moveTo>
                  <a:lnTo>
                    <a:pt x="1471387" y="0"/>
                  </a:lnTo>
                  <a:lnTo>
                    <a:pt x="1472471" y="83"/>
                  </a:lnTo>
                  <a:lnTo>
                    <a:pt x="1479604" y="676"/>
                  </a:lnTo>
                  <a:lnTo>
                    <a:pt x="1497613" y="2315"/>
                  </a:lnTo>
                  <a:lnTo>
                    <a:pt x="1529876" y="5543"/>
                  </a:lnTo>
                  <a:lnTo>
                    <a:pt x="1578098" y="10866"/>
                  </a:lnTo>
                  <a:lnTo>
                    <a:pt x="1642178" y="18703"/>
                  </a:lnTo>
                  <a:lnTo>
                    <a:pt x="1720328" y="29346"/>
                  </a:lnTo>
                  <a:lnTo>
                    <a:pt x="1809474" y="42953"/>
                  </a:lnTo>
                  <a:lnTo>
                    <a:pt x="1905846" y="59560"/>
                  </a:lnTo>
                  <a:lnTo>
                    <a:pt x="2005587" y="79127"/>
                  </a:lnTo>
                  <a:lnTo>
                    <a:pt x="2105250" y="101589"/>
                  </a:lnTo>
                  <a:lnTo>
                    <a:pt x="2202100" y="126907"/>
                  </a:lnTo>
                  <a:lnTo>
                    <a:pt x="2294211" y="155101"/>
                  </a:lnTo>
                  <a:lnTo>
                    <a:pt x="2380430" y="186281"/>
                  </a:lnTo>
                  <a:lnTo>
                    <a:pt x="2460250" y="220656"/>
                  </a:lnTo>
                  <a:lnTo>
                    <a:pt x="2533653" y="258539"/>
                  </a:lnTo>
                  <a:lnTo>
                    <a:pt x="2600967" y="300341"/>
                  </a:lnTo>
                  <a:lnTo>
                    <a:pt x="2662743" y="346559"/>
                  </a:lnTo>
                  <a:lnTo>
                    <a:pt x="2719659" y="397758"/>
                  </a:lnTo>
                  <a:lnTo>
                    <a:pt x="2772454" y="454535"/>
                  </a:lnTo>
                  <a:lnTo>
                    <a:pt x="2821869" y="517452"/>
                  </a:lnTo>
                  <a:lnTo>
                    <a:pt x="2868611" y="586940"/>
                  </a:lnTo>
                  <a:lnTo>
                    <a:pt x="2896531" y="633407"/>
                  </a:lnTo>
                  <a:lnTo>
                    <a:pt x="2929870" y="693860"/>
                  </a:lnTo>
                  <a:lnTo>
                    <a:pt x="2962441" y="758248"/>
                  </a:lnTo>
                  <a:lnTo>
                    <a:pt x="2994430" y="826650"/>
                  </a:lnTo>
                  <a:lnTo>
                    <a:pt x="3025990" y="899097"/>
                  </a:lnTo>
                  <a:lnTo>
                    <a:pt x="3057248" y="975567"/>
                  </a:lnTo>
                  <a:lnTo>
                    <a:pt x="3088305" y="1055978"/>
                  </a:lnTo>
                  <a:lnTo>
                    <a:pt x="3119243" y="1140184"/>
                  </a:lnTo>
                  <a:lnTo>
                    <a:pt x="3150124" y="1227976"/>
                  </a:lnTo>
                  <a:lnTo>
                    <a:pt x="3180993" y="1319078"/>
                  </a:lnTo>
                  <a:lnTo>
                    <a:pt x="3211880" y="1413151"/>
                  </a:lnTo>
                  <a:lnTo>
                    <a:pt x="3242803" y="1509794"/>
                  </a:lnTo>
                  <a:lnTo>
                    <a:pt x="3273767" y="1608550"/>
                  </a:lnTo>
                  <a:lnTo>
                    <a:pt x="3304770" y="1708917"/>
                  </a:lnTo>
                  <a:lnTo>
                    <a:pt x="3335802" y="1810356"/>
                  </a:lnTo>
                  <a:lnTo>
                    <a:pt x="3366848" y="1912303"/>
                  </a:lnTo>
                  <a:lnTo>
                    <a:pt x="3397893" y="2014181"/>
                  </a:lnTo>
                  <a:lnTo>
                    <a:pt x="3428919" y="2115417"/>
                  </a:lnTo>
                  <a:lnTo>
                    <a:pt x="3459913" y="2215450"/>
                  </a:lnTo>
                  <a:lnTo>
                    <a:pt x="3490868" y="2313749"/>
                  </a:lnTo>
                  <a:lnTo>
                    <a:pt x="3521781" y="2409822"/>
                  </a:lnTo>
                  <a:lnTo>
                    <a:pt x="3552662" y="2503226"/>
                  </a:lnTo>
                  <a:lnTo>
                    <a:pt x="3583530" y="2593573"/>
                  </a:lnTo>
                  <a:lnTo>
                    <a:pt x="3614420" y="2680538"/>
                  </a:lnTo>
                  <a:lnTo>
                    <a:pt x="3645380" y="2763861"/>
                  </a:lnTo>
                  <a:lnTo>
                    <a:pt x="3676477" y="2843349"/>
                  </a:lnTo>
                  <a:lnTo>
                    <a:pt x="3707796" y="2918871"/>
                  </a:lnTo>
                  <a:lnTo>
                    <a:pt x="3739445" y="2990360"/>
                  </a:lnTo>
                  <a:lnTo>
                    <a:pt x="3771557" y="3057807"/>
                  </a:lnTo>
                  <a:lnTo>
                    <a:pt x="3804292" y="3121254"/>
                  </a:lnTo>
                  <a:lnTo>
                    <a:pt x="3829811" y="3167036"/>
                  </a:lnTo>
                  <a:lnTo>
                    <a:pt x="3875217" y="3240695"/>
                  </a:lnTo>
                  <a:lnTo>
                    <a:pt x="3922895" y="3307650"/>
                  </a:lnTo>
                  <a:lnTo>
                    <a:pt x="3973508" y="3368173"/>
                  </a:lnTo>
                  <a:lnTo>
                    <a:pt x="4027780" y="3422761"/>
                  </a:lnTo>
                  <a:lnTo>
                    <a:pt x="4086458" y="3471999"/>
                  </a:lnTo>
                  <a:lnTo>
                    <a:pt x="4150263" y="3516475"/>
                  </a:lnTo>
                  <a:lnTo>
                    <a:pt x="4219835" y="3556734"/>
                  </a:lnTo>
                  <a:lnTo>
                    <a:pt x="4295653" y="3593241"/>
                  </a:lnTo>
                  <a:lnTo>
                    <a:pt x="4377930" y="3626371"/>
                  </a:lnTo>
                  <a:lnTo>
                    <a:pt x="4466479" y="3656398"/>
                  </a:lnTo>
                  <a:lnTo>
                    <a:pt x="4560566" y="3683491"/>
                  </a:lnTo>
                  <a:lnTo>
                    <a:pt x="4658755" y="3707725"/>
                  </a:lnTo>
                  <a:lnTo>
                    <a:pt x="4758813" y="3729095"/>
                  </a:lnTo>
                  <a:lnTo>
                    <a:pt x="4857711" y="3747545"/>
                  </a:lnTo>
                  <a:lnTo>
                    <a:pt x="4951800" y="3763013"/>
                  </a:lnTo>
                  <a:lnTo>
                    <a:pt x="5037189" y="3775484"/>
                  </a:lnTo>
                  <a:lnTo>
                    <a:pt x="5110297" y="3785035"/>
                  </a:lnTo>
                  <a:lnTo>
                    <a:pt x="5168478" y="3791875"/>
                  </a:lnTo>
                  <a:lnTo>
                    <a:pt x="5210550" y="3796347"/>
                  </a:lnTo>
                  <a:lnTo>
                    <a:pt x="5237101" y="3798909"/>
                  </a:lnTo>
                  <a:lnTo>
                    <a:pt x="5250497" y="3800086"/>
                  </a:lnTo>
                  <a:lnTo>
                    <a:pt x="5254691" y="3800424"/>
                  </a:lnTo>
                  <a:lnTo>
                    <a:pt x="5254955" y="3800444"/>
                  </a:lnTo>
                  <a:lnTo>
                    <a:pt x="6726343" y="3800444"/>
                  </a:lnTo>
                  <a:lnTo>
                    <a:pt x="6727550" y="3800405"/>
                  </a:lnTo>
                  <a:lnTo>
                    <a:pt x="6735475" y="3800127"/>
                  </a:lnTo>
                  <a:lnTo>
                    <a:pt x="6755416" y="3799359"/>
                  </a:lnTo>
                  <a:lnTo>
                    <a:pt x="6790979" y="3797847"/>
                  </a:lnTo>
                  <a:lnTo>
                    <a:pt x="6843806" y="3795360"/>
                  </a:lnTo>
                  <a:lnTo>
                    <a:pt x="6913451" y="3791709"/>
                  </a:lnTo>
                  <a:lnTo>
                    <a:pt x="6997586" y="3786772"/>
                  </a:lnTo>
                  <a:lnTo>
                    <a:pt x="7092537" y="3780489"/>
                  </a:lnTo>
                  <a:lnTo>
                    <a:pt x="7194007" y="3772856"/>
                  </a:lnTo>
                  <a:lnTo>
                    <a:pt x="7297795" y="3763897"/>
                  </a:lnTo>
                  <a:lnTo>
                    <a:pt x="7400310" y="3753641"/>
                  </a:lnTo>
                  <a:lnTo>
                    <a:pt x="7498850" y="3742097"/>
                  </a:lnTo>
                  <a:lnTo>
                    <a:pt x="7591648" y="3729238"/>
                  </a:lnTo>
                  <a:lnTo>
                    <a:pt x="7677771" y="3714992"/>
                  </a:lnTo>
                  <a:lnTo>
                    <a:pt x="7756947" y="3699236"/>
                  </a:lnTo>
                  <a:lnTo>
                    <a:pt x="7829381" y="3681799"/>
                  </a:lnTo>
                  <a:lnTo>
                    <a:pt x="7895598" y="3662465"/>
                  </a:lnTo>
                  <a:lnTo>
                    <a:pt x="7956308" y="3640980"/>
                  </a:lnTo>
                  <a:lnTo>
                    <a:pt x="8012318" y="3617068"/>
                  </a:lnTo>
                  <a:lnTo>
                    <a:pt x="8064460" y="3590456"/>
                  </a:lnTo>
                  <a:lnTo>
                    <a:pt x="8113539" y="3560921"/>
                  </a:lnTo>
                  <a:lnTo>
                    <a:pt x="8151487" y="3534821"/>
                  </a:lnTo>
                  <a:lnTo>
                    <a:pt x="8197340" y="3499359"/>
                  </a:lnTo>
                  <a:lnTo>
                    <a:pt x="8241865" y="3460720"/>
                  </a:lnTo>
                  <a:lnTo>
                    <a:pt x="8285503" y="3418848"/>
                  </a:lnTo>
                  <a:lnTo>
                    <a:pt x="8328592" y="3373765"/>
                  </a:lnTo>
                  <a:lnTo>
                    <a:pt x="8371381" y="3325585"/>
                  </a:lnTo>
                  <a:lnTo>
                    <a:pt x="8414049" y="3274521"/>
                  </a:lnTo>
                  <a:lnTo>
                    <a:pt x="8456712" y="3220885"/>
                  </a:lnTo>
                  <a:lnTo>
                    <a:pt x="8499433" y="3165084"/>
                  </a:lnTo>
                  <a:lnTo>
                    <a:pt x="8542232" y="3107614"/>
                  </a:lnTo>
                  <a:lnTo>
                    <a:pt x="8585097" y="3049042"/>
                  </a:lnTo>
                  <a:lnTo>
                    <a:pt x="8627995" y="2989980"/>
                  </a:lnTo>
                  <a:lnTo>
                    <a:pt x="8670883" y="2931065"/>
                  </a:lnTo>
                  <a:lnTo>
                    <a:pt x="8713721" y="2872926"/>
                  </a:lnTo>
                  <a:lnTo>
                    <a:pt x="8756484" y="2816158"/>
                  </a:lnTo>
                  <a:lnTo>
                    <a:pt x="8799173" y="2761296"/>
                  </a:lnTo>
                  <a:lnTo>
                    <a:pt x="8841828" y="2708798"/>
                  </a:lnTo>
                  <a:lnTo>
                    <a:pt x="8884534" y="2659028"/>
                  </a:lnTo>
                  <a:lnTo>
                    <a:pt x="8927434" y="2612253"/>
                  </a:lnTo>
                  <a:lnTo>
                    <a:pt x="8970740" y="2568639"/>
                  </a:lnTo>
                  <a:lnTo>
                    <a:pt x="9014739" y="2528257"/>
                  </a:lnTo>
                  <a:lnTo>
                    <a:pt x="9059813" y="2491091"/>
                  </a:lnTo>
                  <a:lnTo>
                    <a:pt x="9084767" y="2472331"/>
                  </a:lnTo>
                  <a:lnTo>
                    <a:pt x="9131902" y="2440348"/>
                  </a:lnTo>
                  <a:lnTo>
                    <a:pt x="9181507" y="2411385"/>
                  </a:lnTo>
                  <a:lnTo>
                    <a:pt x="9234326" y="2385310"/>
                  </a:lnTo>
                  <a:lnTo>
                    <a:pt x="9291171" y="2361883"/>
                  </a:lnTo>
                  <a:lnTo>
                    <a:pt x="9352874" y="2340830"/>
                  </a:lnTo>
                  <a:lnTo>
                    <a:pt x="9420229" y="2321878"/>
                  </a:lnTo>
                  <a:lnTo>
                    <a:pt x="9493921" y="2304779"/>
                  </a:lnTo>
                  <a:lnTo>
                    <a:pt x="9574422" y="2289323"/>
                  </a:lnTo>
                  <a:lnTo>
                    <a:pt x="9661860" y="2275350"/>
                  </a:lnTo>
                  <a:lnTo>
                    <a:pt x="9755853" y="2262747"/>
                  </a:lnTo>
                  <a:lnTo>
                    <a:pt x="9855318" y="2251450"/>
                  </a:lnTo>
                  <a:lnTo>
                    <a:pt x="9958315" y="2241441"/>
                  </a:lnTo>
                  <a:lnTo>
                    <a:pt x="10061961" y="2232733"/>
                  </a:lnTo>
                  <a:lnTo>
                    <a:pt x="10162521" y="2225357"/>
                  </a:lnTo>
                  <a:lnTo>
                    <a:pt x="10255726" y="2219333"/>
                  </a:lnTo>
                  <a:lnTo>
                    <a:pt x="10337341" y="2214648"/>
                  </a:lnTo>
                  <a:lnTo>
                    <a:pt x="10403897" y="2211232"/>
                  </a:lnTo>
                  <a:lnTo>
                    <a:pt x="10453392" y="2208948"/>
                  </a:lnTo>
                  <a:lnTo>
                    <a:pt x="10485776" y="2207597"/>
                  </a:lnTo>
                  <a:lnTo>
                    <a:pt x="10503083" y="2206943"/>
                  </a:lnTo>
                  <a:lnTo>
                    <a:pt x="10509265" y="2206730"/>
                  </a:lnTo>
                  <a:lnTo>
                    <a:pt x="10509911" y="2206709"/>
                  </a:lnTo>
                  <a:lnTo>
                    <a:pt x="11981298" y="220670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14" name="pl514"/>
            <p:cNvSpPr/>
            <p:nvPr/>
          </p:nvSpPr>
          <p:spPr>
            <a:xfrm>
              <a:off x="4799595" y="6467256"/>
              <a:ext cx="11981298" cy="3800444"/>
            </a:xfrm>
            <a:custGeom>
              <a:avLst/>
              <a:pathLst>
                <a:path w="11981298" h="3800444">
                  <a:moveTo>
                    <a:pt x="11981298" y="2206709"/>
                  </a:moveTo>
                  <a:lnTo>
                    <a:pt x="10509911" y="2206709"/>
                  </a:lnTo>
                  <a:lnTo>
                    <a:pt x="10508704" y="2206748"/>
                  </a:lnTo>
                  <a:lnTo>
                    <a:pt x="10500779" y="2207026"/>
                  </a:lnTo>
                  <a:lnTo>
                    <a:pt x="10480837" y="2207794"/>
                  </a:lnTo>
                  <a:lnTo>
                    <a:pt x="10445274" y="2209306"/>
                  </a:lnTo>
                  <a:lnTo>
                    <a:pt x="10392447" y="2211793"/>
                  </a:lnTo>
                  <a:lnTo>
                    <a:pt x="10322802" y="2215443"/>
                  </a:lnTo>
                  <a:lnTo>
                    <a:pt x="10238667" y="2220381"/>
                  </a:lnTo>
                  <a:lnTo>
                    <a:pt x="10143717" y="2226663"/>
                  </a:lnTo>
                  <a:lnTo>
                    <a:pt x="10042246" y="2234297"/>
                  </a:lnTo>
                  <a:lnTo>
                    <a:pt x="9938458" y="2243256"/>
                  </a:lnTo>
                  <a:lnTo>
                    <a:pt x="9835943" y="2253512"/>
                  </a:lnTo>
                  <a:lnTo>
                    <a:pt x="9737403" y="2265056"/>
                  </a:lnTo>
                  <a:lnTo>
                    <a:pt x="9644605" y="2277915"/>
                  </a:lnTo>
                  <a:lnTo>
                    <a:pt x="9558482" y="2292161"/>
                  </a:lnTo>
                  <a:lnTo>
                    <a:pt x="9479307" y="2307917"/>
                  </a:lnTo>
                  <a:lnTo>
                    <a:pt x="9406872" y="2325353"/>
                  </a:lnTo>
                  <a:lnTo>
                    <a:pt x="9340656" y="2344687"/>
                  </a:lnTo>
                  <a:lnTo>
                    <a:pt x="9279946" y="2366173"/>
                  </a:lnTo>
                  <a:lnTo>
                    <a:pt x="9223935" y="2390085"/>
                  </a:lnTo>
                  <a:lnTo>
                    <a:pt x="9171793" y="2416697"/>
                  </a:lnTo>
                  <a:lnTo>
                    <a:pt x="9122714" y="2446232"/>
                  </a:lnTo>
                  <a:lnTo>
                    <a:pt x="9084767" y="2472331"/>
                  </a:lnTo>
                  <a:lnTo>
                    <a:pt x="9038914" y="2507794"/>
                  </a:lnTo>
                  <a:lnTo>
                    <a:pt x="8994388" y="2546433"/>
                  </a:lnTo>
                  <a:lnTo>
                    <a:pt x="8950750" y="2588305"/>
                  </a:lnTo>
                  <a:lnTo>
                    <a:pt x="8907661" y="2633388"/>
                  </a:lnTo>
                  <a:lnTo>
                    <a:pt x="8864872" y="2681567"/>
                  </a:lnTo>
                  <a:lnTo>
                    <a:pt x="8822204" y="2732631"/>
                  </a:lnTo>
                  <a:lnTo>
                    <a:pt x="8779541" y="2786268"/>
                  </a:lnTo>
                  <a:lnTo>
                    <a:pt x="8736820" y="2842069"/>
                  </a:lnTo>
                  <a:lnTo>
                    <a:pt x="8694021" y="2899539"/>
                  </a:lnTo>
                  <a:lnTo>
                    <a:pt x="8651156" y="2958111"/>
                  </a:lnTo>
                  <a:lnTo>
                    <a:pt x="8608258" y="3017173"/>
                  </a:lnTo>
                  <a:lnTo>
                    <a:pt x="8565370" y="3076087"/>
                  </a:lnTo>
                  <a:lnTo>
                    <a:pt x="8522532" y="3134226"/>
                  </a:lnTo>
                  <a:lnTo>
                    <a:pt x="8479769" y="3190995"/>
                  </a:lnTo>
                  <a:lnTo>
                    <a:pt x="8437080" y="3245857"/>
                  </a:lnTo>
                  <a:lnTo>
                    <a:pt x="8394426" y="3298355"/>
                  </a:lnTo>
                  <a:lnTo>
                    <a:pt x="8351720" y="3348124"/>
                  </a:lnTo>
                  <a:lnTo>
                    <a:pt x="8308819" y="3394899"/>
                  </a:lnTo>
                  <a:lnTo>
                    <a:pt x="8265513" y="3438514"/>
                  </a:lnTo>
                  <a:lnTo>
                    <a:pt x="8221514" y="3478896"/>
                  </a:lnTo>
                  <a:lnTo>
                    <a:pt x="8176440" y="3516062"/>
                  </a:lnTo>
                  <a:lnTo>
                    <a:pt x="8151487" y="3534821"/>
                  </a:lnTo>
                  <a:lnTo>
                    <a:pt x="8104351" y="3566805"/>
                  </a:lnTo>
                  <a:lnTo>
                    <a:pt x="8054746" y="3595767"/>
                  </a:lnTo>
                  <a:lnTo>
                    <a:pt x="8001927" y="3621843"/>
                  </a:lnTo>
                  <a:lnTo>
                    <a:pt x="7945082" y="3645270"/>
                  </a:lnTo>
                  <a:lnTo>
                    <a:pt x="7883379" y="3666322"/>
                  </a:lnTo>
                  <a:lnTo>
                    <a:pt x="7816024" y="3685275"/>
                  </a:lnTo>
                  <a:lnTo>
                    <a:pt x="7742332" y="3702374"/>
                  </a:lnTo>
                  <a:lnTo>
                    <a:pt x="7661831" y="3717829"/>
                  </a:lnTo>
                  <a:lnTo>
                    <a:pt x="7574393" y="3731802"/>
                  </a:lnTo>
                  <a:lnTo>
                    <a:pt x="7480400" y="3744406"/>
                  </a:lnTo>
                  <a:lnTo>
                    <a:pt x="7380935" y="3755703"/>
                  </a:lnTo>
                  <a:lnTo>
                    <a:pt x="7277939" y="3765712"/>
                  </a:lnTo>
                  <a:lnTo>
                    <a:pt x="7174292" y="3774420"/>
                  </a:lnTo>
                  <a:lnTo>
                    <a:pt x="7073732" y="3781796"/>
                  </a:lnTo>
                  <a:lnTo>
                    <a:pt x="6980528" y="3787820"/>
                  </a:lnTo>
                  <a:lnTo>
                    <a:pt x="6898912" y="3792504"/>
                  </a:lnTo>
                  <a:lnTo>
                    <a:pt x="6832356" y="3795921"/>
                  </a:lnTo>
                  <a:lnTo>
                    <a:pt x="6782861" y="3798205"/>
                  </a:lnTo>
                  <a:lnTo>
                    <a:pt x="6750478" y="3799556"/>
                  </a:lnTo>
                  <a:lnTo>
                    <a:pt x="6733170" y="3800210"/>
                  </a:lnTo>
                  <a:lnTo>
                    <a:pt x="6726988" y="3800423"/>
                  </a:lnTo>
                  <a:lnTo>
                    <a:pt x="6726343" y="3800444"/>
                  </a:lnTo>
                  <a:lnTo>
                    <a:pt x="5254955" y="3800444"/>
                  </a:lnTo>
                  <a:lnTo>
                    <a:pt x="5253871" y="3800361"/>
                  </a:lnTo>
                  <a:lnTo>
                    <a:pt x="5246738" y="3799767"/>
                  </a:lnTo>
                  <a:lnTo>
                    <a:pt x="5228729" y="3798128"/>
                  </a:lnTo>
                  <a:lnTo>
                    <a:pt x="5196466" y="3794900"/>
                  </a:lnTo>
                  <a:lnTo>
                    <a:pt x="5148244" y="3789577"/>
                  </a:lnTo>
                  <a:lnTo>
                    <a:pt x="5084164" y="3781740"/>
                  </a:lnTo>
                  <a:lnTo>
                    <a:pt x="5006014" y="3771097"/>
                  </a:lnTo>
                  <a:lnTo>
                    <a:pt x="4916868" y="3757490"/>
                  </a:lnTo>
                  <a:lnTo>
                    <a:pt x="4820496" y="3740883"/>
                  </a:lnTo>
                  <a:lnTo>
                    <a:pt x="4720755" y="3721316"/>
                  </a:lnTo>
                  <a:lnTo>
                    <a:pt x="4621092" y="3698854"/>
                  </a:lnTo>
                  <a:lnTo>
                    <a:pt x="4524243" y="3673537"/>
                  </a:lnTo>
                  <a:lnTo>
                    <a:pt x="4432131" y="3645343"/>
                  </a:lnTo>
                  <a:lnTo>
                    <a:pt x="4345912" y="3614162"/>
                  </a:lnTo>
                  <a:lnTo>
                    <a:pt x="4266092" y="3579787"/>
                  </a:lnTo>
                  <a:lnTo>
                    <a:pt x="4192689" y="3541904"/>
                  </a:lnTo>
                  <a:lnTo>
                    <a:pt x="4125375" y="3500103"/>
                  </a:lnTo>
                  <a:lnTo>
                    <a:pt x="4063599" y="3453885"/>
                  </a:lnTo>
                  <a:lnTo>
                    <a:pt x="4006683" y="3402685"/>
                  </a:lnTo>
                  <a:lnTo>
                    <a:pt x="3953888" y="3345908"/>
                  </a:lnTo>
                  <a:lnTo>
                    <a:pt x="3904473" y="3282991"/>
                  </a:lnTo>
                  <a:lnTo>
                    <a:pt x="3857731" y="3213503"/>
                  </a:lnTo>
                  <a:lnTo>
                    <a:pt x="3829811" y="3167036"/>
                  </a:lnTo>
                  <a:lnTo>
                    <a:pt x="3796472" y="3106583"/>
                  </a:lnTo>
                  <a:lnTo>
                    <a:pt x="3763901" y="3042195"/>
                  </a:lnTo>
                  <a:lnTo>
                    <a:pt x="3731912" y="2973793"/>
                  </a:lnTo>
                  <a:lnTo>
                    <a:pt x="3700352" y="2901346"/>
                  </a:lnTo>
                  <a:lnTo>
                    <a:pt x="3669094" y="2824876"/>
                  </a:lnTo>
                  <a:lnTo>
                    <a:pt x="3638037" y="2744466"/>
                  </a:lnTo>
                  <a:lnTo>
                    <a:pt x="3607099" y="2660260"/>
                  </a:lnTo>
                  <a:lnTo>
                    <a:pt x="3576218" y="2572467"/>
                  </a:lnTo>
                  <a:lnTo>
                    <a:pt x="3545349" y="2481365"/>
                  </a:lnTo>
                  <a:lnTo>
                    <a:pt x="3514462" y="2387292"/>
                  </a:lnTo>
                  <a:lnTo>
                    <a:pt x="3483540" y="2290650"/>
                  </a:lnTo>
                  <a:lnTo>
                    <a:pt x="3452575" y="2191893"/>
                  </a:lnTo>
                  <a:lnTo>
                    <a:pt x="3421572" y="2091526"/>
                  </a:lnTo>
                  <a:lnTo>
                    <a:pt x="3390540" y="1990087"/>
                  </a:lnTo>
                  <a:lnTo>
                    <a:pt x="3359494" y="1888140"/>
                  </a:lnTo>
                  <a:lnTo>
                    <a:pt x="3328450" y="1786262"/>
                  </a:lnTo>
                  <a:lnTo>
                    <a:pt x="3297423" y="1685026"/>
                  </a:lnTo>
                  <a:lnTo>
                    <a:pt x="3266429" y="1584993"/>
                  </a:lnTo>
                  <a:lnTo>
                    <a:pt x="3235475" y="1486694"/>
                  </a:lnTo>
                  <a:lnTo>
                    <a:pt x="3204561" y="1390621"/>
                  </a:lnTo>
                  <a:lnTo>
                    <a:pt x="3173680" y="1297217"/>
                  </a:lnTo>
                  <a:lnTo>
                    <a:pt x="3142812" y="1206871"/>
                  </a:lnTo>
                  <a:lnTo>
                    <a:pt x="3111922" y="1119905"/>
                  </a:lnTo>
                  <a:lnTo>
                    <a:pt x="3080962" y="1036582"/>
                  </a:lnTo>
                  <a:lnTo>
                    <a:pt x="3049866" y="957094"/>
                  </a:lnTo>
                  <a:lnTo>
                    <a:pt x="3018546" y="881572"/>
                  </a:lnTo>
                  <a:lnTo>
                    <a:pt x="2986897" y="810083"/>
                  </a:lnTo>
                  <a:lnTo>
                    <a:pt x="2954785" y="742636"/>
                  </a:lnTo>
                  <a:lnTo>
                    <a:pt x="2922050" y="679190"/>
                  </a:lnTo>
                  <a:lnTo>
                    <a:pt x="2896531" y="633407"/>
                  </a:lnTo>
                  <a:lnTo>
                    <a:pt x="2851125" y="559749"/>
                  </a:lnTo>
                  <a:lnTo>
                    <a:pt x="2803447" y="492793"/>
                  </a:lnTo>
                  <a:lnTo>
                    <a:pt x="2752834" y="432270"/>
                  </a:lnTo>
                  <a:lnTo>
                    <a:pt x="2698562" y="377682"/>
                  </a:lnTo>
                  <a:lnTo>
                    <a:pt x="2639884" y="328444"/>
                  </a:lnTo>
                  <a:lnTo>
                    <a:pt x="2576079" y="283968"/>
                  </a:lnTo>
                  <a:lnTo>
                    <a:pt x="2506507" y="243710"/>
                  </a:lnTo>
                  <a:lnTo>
                    <a:pt x="2430689" y="207202"/>
                  </a:lnTo>
                  <a:lnTo>
                    <a:pt x="2348413" y="174072"/>
                  </a:lnTo>
                  <a:lnTo>
                    <a:pt x="2259863" y="144045"/>
                  </a:lnTo>
                  <a:lnTo>
                    <a:pt x="2165776" y="116952"/>
                  </a:lnTo>
                  <a:lnTo>
                    <a:pt x="2067587" y="92718"/>
                  </a:lnTo>
                  <a:lnTo>
                    <a:pt x="1967529" y="71349"/>
                  </a:lnTo>
                  <a:lnTo>
                    <a:pt x="1868631" y="52899"/>
                  </a:lnTo>
                  <a:lnTo>
                    <a:pt x="1774542" y="37430"/>
                  </a:lnTo>
                  <a:lnTo>
                    <a:pt x="1689153" y="24959"/>
                  </a:lnTo>
                  <a:lnTo>
                    <a:pt x="1616045" y="15408"/>
                  </a:lnTo>
                  <a:lnTo>
                    <a:pt x="1557865" y="8568"/>
                  </a:lnTo>
                  <a:lnTo>
                    <a:pt x="1515792" y="4096"/>
                  </a:lnTo>
                  <a:lnTo>
                    <a:pt x="1489241" y="1534"/>
                  </a:lnTo>
                  <a:lnTo>
                    <a:pt x="1475845" y="357"/>
                  </a:lnTo>
                  <a:lnTo>
                    <a:pt x="1471651" y="19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15" name="pg515"/>
            <p:cNvSpPr/>
            <p:nvPr/>
          </p:nvSpPr>
          <p:spPr>
            <a:xfrm>
              <a:off x="4799595" y="6475429"/>
              <a:ext cx="11981298" cy="3833136"/>
            </a:xfrm>
            <a:custGeom>
              <a:avLst/>
              <a:pathLst>
                <a:path w="11981298" h="3833136">
                  <a:moveTo>
                    <a:pt x="0" y="16345"/>
                  </a:moveTo>
                  <a:lnTo>
                    <a:pt x="1471387" y="16345"/>
                  </a:lnTo>
                  <a:lnTo>
                    <a:pt x="1472470" y="16429"/>
                  </a:lnTo>
                  <a:lnTo>
                    <a:pt x="1479596" y="17024"/>
                  </a:lnTo>
                  <a:lnTo>
                    <a:pt x="1497586" y="18668"/>
                  </a:lnTo>
                  <a:lnTo>
                    <a:pt x="1529819" y="21907"/>
                  </a:lnTo>
                  <a:lnTo>
                    <a:pt x="1577998" y="27247"/>
                  </a:lnTo>
                  <a:lnTo>
                    <a:pt x="1642025" y="35110"/>
                  </a:lnTo>
                  <a:lnTo>
                    <a:pt x="1720118" y="45788"/>
                  </a:lnTo>
                  <a:lnTo>
                    <a:pt x="1809209" y="59441"/>
                  </a:lnTo>
                  <a:lnTo>
                    <a:pt x="1905531" y="76104"/>
                  </a:lnTo>
                  <a:lnTo>
                    <a:pt x="2005231" y="95738"/>
                  </a:lnTo>
                  <a:lnTo>
                    <a:pt x="2104865" y="118279"/>
                  </a:lnTo>
                  <a:lnTo>
                    <a:pt x="2201696" y="143684"/>
                  </a:lnTo>
                  <a:lnTo>
                    <a:pt x="2293798" y="171976"/>
                  </a:lnTo>
                  <a:lnTo>
                    <a:pt x="2380017" y="203265"/>
                  </a:lnTo>
                  <a:lnTo>
                    <a:pt x="2459842" y="237758"/>
                  </a:lnTo>
                  <a:lnTo>
                    <a:pt x="2533253" y="275770"/>
                  </a:lnTo>
                  <a:lnTo>
                    <a:pt x="2600578" y="317712"/>
                  </a:lnTo>
                  <a:lnTo>
                    <a:pt x="2662364" y="364083"/>
                  </a:lnTo>
                  <a:lnTo>
                    <a:pt x="2719290" y="415450"/>
                  </a:lnTo>
                  <a:lnTo>
                    <a:pt x="2772091" y="472410"/>
                  </a:lnTo>
                  <a:lnTo>
                    <a:pt x="2821511" y="535528"/>
                  </a:lnTo>
                  <a:lnTo>
                    <a:pt x="2868254" y="605239"/>
                  </a:lnTo>
                  <a:lnTo>
                    <a:pt x="2896531" y="652477"/>
                  </a:lnTo>
                  <a:lnTo>
                    <a:pt x="2929808" y="713072"/>
                  </a:lnTo>
                  <a:lnTo>
                    <a:pt x="2962319" y="777604"/>
                  </a:lnTo>
                  <a:lnTo>
                    <a:pt x="2994250" y="846151"/>
                  </a:lnTo>
                  <a:lnTo>
                    <a:pt x="3025753" y="918745"/>
                  </a:lnTo>
                  <a:lnTo>
                    <a:pt x="3056954" y="995365"/>
                  </a:lnTo>
                  <a:lnTo>
                    <a:pt x="3087954" y="1075928"/>
                  </a:lnTo>
                  <a:lnTo>
                    <a:pt x="3118835" y="1160292"/>
                  </a:lnTo>
                  <a:lnTo>
                    <a:pt x="3149658" y="1248246"/>
                  </a:lnTo>
                  <a:lnTo>
                    <a:pt x="3180468" y="1339517"/>
                  </a:lnTo>
                  <a:lnTo>
                    <a:pt x="3211296" y="1433766"/>
                  </a:lnTo>
                  <a:lnTo>
                    <a:pt x="3242160" y="1530594"/>
                  </a:lnTo>
                  <a:lnTo>
                    <a:pt x="3273065" y="1629547"/>
                  </a:lnTo>
                  <a:lnTo>
                    <a:pt x="3304008" y="1730123"/>
                  </a:lnTo>
                  <a:lnTo>
                    <a:pt x="3334981" y="1831786"/>
                  </a:lnTo>
                  <a:lnTo>
                    <a:pt x="3365969" y="1933971"/>
                  </a:lnTo>
                  <a:lnTo>
                    <a:pt x="3396955" y="2036105"/>
                  </a:lnTo>
                  <a:lnTo>
                    <a:pt x="3427923" y="2137613"/>
                  </a:lnTo>
                  <a:lnTo>
                    <a:pt x="3458860" y="2237935"/>
                  </a:lnTo>
                  <a:lnTo>
                    <a:pt x="3489758" y="2336540"/>
                  </a:lnTo>
                  <a:lnTo>
                    <a:pt x="3520614" y="2432935"/>
                  </a:lnTo>
                  <a:lnTo>
                    <a:pt x="3551437" y="2526674"/>
                  </a:lnTo>
                  <a:lnTo>
                    <a:pt x="3582247" y="2617369"/>
                  </a:lnTo>
                  <a:lnTo>
                    <a:pt x="3613077" y="2704693"/>
                  </a:lnTo>
                  <a:lnTo>
                    <a:pt x="3643974" y="2788384"/>
                  </a:lnTo>
                  <a:lnTo>
                    <a:pt x="3675004" y="2868244"/>
                  </a:lnTo>
                  <a:lnTo>
                    <a:pt x="3706251" y="2944141"/>
                  </a:lnTo>
                  <a:lnTo>
                    <a:pt x="3737821" y="3016005"/>
                  </a:lnTo>
                  <a:lnTo>
                    <a:pt x="3769845" y="3083824"/>
                  </a:lnTo>
                  <a:lnTo>
                    <a:pt x="3802480" y="3147637"/>
                  </a:lnTo>
                  <a:lnTo>
                    <a:pt x="3829811" y="3197004"/>
                  </a:lnTo>
                  <a:lnTo>
                    <a:pt x="3875200" y="3270954"/>
                  </a:lnTo>
                  <a:lnTo>
                    <a:pt x="3922861" y="3338177"/>
                  </a:lnTo>
                  <a:lnTo>
                    <a:pt x="3973452" y="3398945"/>
                  </a:lnTo>
                  <a:lnTo>
                    <a:pt x="4027700" y="3453755"/>
                  </a:lnTo>
                  <a:lnTo>
                    <a:pt x="4086349" y="3503195"/>
                  </a:lnTo>
                  <a:lnTo>
                    <a:pt x="4150121" y="3547855"/>
                  </a:lnTo>
                  <a:lnTo>
                    <a:pt x="4219655" y="3588282"/>
                  </a:lnTo>
                  <a:lnTo>
                    <a:pt x="4295429" y="3624942"/>
                  </a:lnTo>
                  <a:lnTo>
                    <a:pt x="4377656" y="3658213"/>
                  </a:lnTo>
                  <a:lnTo>
                    <a:pt x="4466154" y="3688368"/>
                  </a:lnTo>
                  <a:lnTo>
                    <a:pt x="4560189" y="3715579"/>
                  </a:lnTo>
                  <a:lnTo>
                    <a:pt x="4658331" y="3739921"/>
                  </a:lnTo>
                  <a:lnTo>
                    <a:pt x="4758351" y="3761387"/>
                  </a:lnTo>
                  <a:lnTo>
                    <a:pt x="4857228" y="3779924"/>
                  </a:lnTo>
                  <a:lnTo>
                    <a:pt x="4951318" y="3795469"/>
                  </a:lnTo>
                  <a:lnTo>
                    <a:pt x="5036735" y="3808006"/>
                  </a:lnTo>
                  <a:lnTo>
                    <a:pt x="5109898" y="3817612"/>
                  </a:lnTo>
                  <a:lnTo>
                    <a:pt x="5168156" y="3824494"/>
                  </a:lnTo>
                  <a:lnTo>
                    <a:pt x="5210320" y="3828998"/>
                  </a:lnTo>
                  <a:lnTo>
                    <a:pt x="5236963" y="3831582"/>
                  </a:lnTo>
                  <a:lnTo>
                    <a:pt x="5250437" y="3832772"/>
                  </a:lnTo>
                  <a:lnTo>
                    <a:pt x="5254681" y="3833115"/>
                  </a:lnTo>
                  <a:lnTo>
                    <a:pt x="5254955" y="3833136"/>
                  </a:lnTo>
                  <a:lnTo>
                    <a:pt x="6726343" y="3833136"/>
                  </a:lnTo>
                  <a:lnTo>
                    <a:pt x="6727565" y="3833108"/>
                  </a:lnTo>
                  <a:lnTo>
                    <a:pt x="6735590" y="3832912"/>
                  </a:lnTo>
                  <a:lnTo>
                    <a:pt x="6755774" y="3832369"/>
                  </a:lnTo>
                  <a:lnTo>
                    <a:pt x="6791750" y="3831301"/>
                  </a:lnTo>
                  <a:lnTo>
                    <a:pt x="6845149" y="3829543"/>
                  </a:lnTo>
                  <a:lnTo>
                    <a:pt x="6915480" y="3826966"/>
                  </a:lnTo>
                  <a:lnTo>
                    <a:pt x="7000344" y="3823481"/>
                  </a:lnTo>
                  <a:lnTo>
                    <a:pt x="7095990" y="3819049"/>
                  </a:lnTo>
                  <a:lnTo>
                    <a:pt x="7198060" y="3813667"/>
                  </a:lnTo>
                  <a:lnTo>
                    <a:pt x="7302311" y="3807354"/>
                  </a:lnTo>
                  <a:lnTo>
                    <a:pt x="7405141" y="3800128"/>
                  </a:lnTo>
                  <a:lnTo>
                    <a:pt x="7503856" y="3791997"/>
                  </a:lnTo>
                  <a:lnTo>
                    <a:pt x="7596710" y="3782938"/>
                  </a:lnTo>
                  <a:lnTo>
                    <a:pt x="7682800" y="3772899"/>
                  </a:lnTo>
                  <a:lnTo>
                    <a:pt x="7761883" y="3761792"/>
                  </a:lnTo>
                  <a:lnTo>
                    <a:pt x="7834192" y="3749494"/>
                  </a:lnTo>
                  <a:lnTo>
                    <a:pt x="7900274" y="3735848"/>
                  </a:lnTo>
                  <a:lnTo>
                    <a:pt x="7960860" y="3720676"/>
                  </a:lnTo>
                  <a:lnTo>
                    <a:pt x="8016770" y="3703780"/>
                  </a:lnTo>
                  <a:lnTo>
                    <a:pt x="8068848" y="3684970"/>
                  </a:lnTo>
                  <a:lnTo>
                    <a:pt x="8117903" y="3664094"/>
                  </a:lnTo>
                  <a:lnTo>
                    <a:pt x="8151487" y="3647881"/>
                  </a:lnTo>
                  <a:lnTo>
                    <a:pt x="8201365" y="3620831"/>
                  </a:lnTo>
                  <a:lnTo>
                    <a:pt x="8249718" y="3591147"/>
                  </a:lnTo>
                  <a:lnTo>
                    <a:pt x="8297096" y="3558786"/>
                  </a:lnTo>
                  <a:lnTo>
                    <a:pt x="8343910" y="3523786"/>
                  </a:lnTo>
                  <a:lnTo>
                    <a:pt x="8390452" y="3486278"/>
                  </a:lnTo>
                  <a:lnTo>
                    <a:pt x="8436919" y="3446489"/>
                  </a:lnTo>
                  <a:lnTo>
                    <a:pt x="8483425" y="3404743"/>
                  </a:lnTo>
                  <a:lnTo>
                    <a:pt x="8530021" y="3361456"/>
                  </a:lnTo>
                  <a:lnTo>
                    <a:pt x="8576701" y="3317119"/>
                  </a:lnTo>
                  <a:lnTo>
                    <a:pt x="8623430" y="3272276"/>
                  </a:lnTo>
                  <a:lnTo>
                    <a:pt x="8670152" y="3227498"/>
                  </a:lnTo>
                  <a:lnTo>
                    <a:pt x="8716815" y="3183353"/>
                  </a:lnTo>
                  <a:lnTo>
                    <a:pt x="8763389" y="3140375"/>
                  </a:lnTo>
                  <a:lnTo>
                    <a:pt x="8809881" y="3099040"/>
                  </a:lnTo>
                  <a:lnTo>
                    <a:pt x="8856352" y="3059744"/>
                  </a:lnTo>
                  <a:lnTo>
                    <a:pt x="8902935" y="3022789"/>
                  </a:lnTo>
                  <a:lnTo>
                    <a:pt x="8949847" y="2988380"/>
                  </a:lnTo>
                  <a:lnTo>
                    <a:pt x="8997406" y="2956626"/>
                  </a:lnTo>
                  <a:lnTo>
                    <a:pt x="9046051" y="2927546"/>
                  </a:lnTo>
                  <a:lnTo>
                    <a:pt x="9084767" y="2906863"/>
                  </a:lnTo>
                  <a:lnTo>
                    <a:pt x="9132112" y="2884463"/>
                  </a:lnTo>
                  <a:lnTo>
                    <a:pt x="9181953" y="2864190"/>
                  </a:lnTo>
                  <a:lnTo>
                    <a:pt x="9235041" y="2845945"/>
                  </a:lnTo>
                  <a:lnTo>
                    <a:pt x="9292203" y="2829562"/>
                  </a:lnTo>
                  <a:lnTo>
                    <a:pt x="9354279" y="2814846"/>
                  </a:lnTo>
                  <a:lnTo>
                    <a:pt x="9422073" y="2801603"/>
                  </a:lnTo>
                  <a:lnTo>
                    <a:pt x="9496274" y="2789660"/>
                  </a:lnTo>
                  <a:lnTo>
                    <a:pt x="9577354" y="2778870"/>
                  </a:lnTo>
                  <a:lnTo>
                    <a:pt x="9665428" y="2769119"/>
                  </a:lnTo>
                  <a:lnTo>
                    <a:pt x="9760084" y="2760329"/>
                  </a:lnTo>
                  <a:lnTo>
                    <a:pt x="9860194" y="2752457"/>
                  </a:lnTo>
                  <a:lnTo>
                    <a:pt x="9963747" y="2745491"/>
                  </a:lnTo>
                  <a:lnTo>
                    <a:pt x="10067778" y="2739441"/>
                  </a:lnTo>
                  <a:lnTo>
                    <a:pt x="10168462" y="2734330"/>
                  </a:lnTo>
                  <a:lnTo>
                    <a:pt x="10261458" y="2730171"/>
                  </a:lnTo>
                  <a:lnTo>
                    <a:pt x="10342503" y="2726951"/>
                  </a:lnTo>
                  <a:lnTo>
                    <a:pt x="10408161" y="2724619"/>
                  </a:lnTo>
                  <a:lnTo>
                    <a:pt x="10456537" y="2723074"/>
                  </a:lnTo>
                  <a:lnTo>
                    <a:pt x="10487739" y="2722174"/>
                  </a:lnTo>
                  <a:lnTo>
                    <a:pt x="10503995" y="2721748"/>
                  </a:lnTo>
                  <a:lnTo>
                    <a:pt x="10509458" y="2721618"/>
                  </a:lnTo>
                  <a:lnTo>
                    <a:pt x="10509911" y="2721608"/>
                  </a:lnTo>
                  <a:lnTo>
                    <a:pt x="11981298" y="2721608"/>
                  </a:lnTo>
                  <a:lnTo>
                    <a:pt x="11981298" y="2705262"/>
                  </a:lnTo>
                  <a:lnTo>
                    <a:pt x="10509911" y="2705262"/>
                  </a:lnTo>
                  <a:lnTo>
                    <a:pt x="10508688" y="2705289"/>
                  </a:lnTo>
                  <a:lnTo>
                    <a:pt x="10500663" y="2705486"/>
                  </a:lnTo>
                  <a:lnTo>
                    <a:pt x="10480479" y="2706029"/>
                  </a:lnTo>
                  <a:lnTo>
                    <a:pt x="10444503" y="2707097"/>
                  </a:lnTo>
                  <a:lnTo>
                    <a:pt x="10391104" y="2708854"/>
                  </a:lnTo>
                  <a:lnTo>
                    <a:pt x="10320773" y="2711432"/>
                  </a:lnTo>
                  <a:lnTo>
                    <a:pt x="10235909" y="2714917"/>
                  </a:lnTo>
                  <a:lnTo>
                    <a:pt x="10140264" y="2719349"/>
                  </a:lnTo>
                  <a:lnTo>
                    <a:pt x="10038193" y="2724730"/>
                  </a:lnTo>
                  <a:lnTo>
                    <a:pt x="9933942" y="2731044"/>
                  </a:lnTo>
                  <a:lnTo>
                    <a:pt x="9831112" y="2738269"/>
                  </a:lnTo>
                  <a:lnTo>
                    <a:pt x="9732397" y="2746401"/>
                  </a:lnTo>
                  <a:lnTo>
                    <a:pt x="9639543" y="2755460"/>
                  </a:lnTo>
                  <a:lnTo>
                    <a:pt x="9553453" y="2765498"/>
                  </a:lnTo>
                  <a:lnTo>
                    <a:pt x="9474370" y="2776606"/>
                  </a:lnTo>
                  <a:lnTo>
                    <a:pt x="9402061" y="2788904"/>
                  </a:lnTo>
                  <a:lnTo>
                    <a:pt x="9335979" y="2802549"/>
                  </a:lnTo>
                  <a:lnTo>
                    <a:pt x="9275393" y="2817722"/>
                  </a:lnTo>
                  <a:lnTo>
                    <a:pt x="9219483" y="2834618"/>
                  </a:lnTo>
                  <a:lnTo>
                    <a:pt x="9167405" y="2853427"/>
                  </a:lnTo>
                  <a:lnTo>
                    <a:pt x="9118350" y="2874304"/>
                  </a:lnTo>
                  <a:lnTo>
                    <a:pt x="9084767" y="2890517"/>
                  </a:lnTo>
                  <a:lnTo>
                    <a:pt x="9034888" y="2917566"/>
                  </a:lnTo>
                  <a:lnTo>
                    <a:pt x="8986535" y="2947251"/>
                  </a:lnTo>
                  <a:lnTo>
                    <a:pt x="8939157" y="2979612"/>
                  </a:lnTo>
                  <a:lnTo>
                    <a:pt x="8892343" y="3014612"/>
                  </a:lnTo>
                  <a:lnTo>
                    <a:pt x="8845802" y="3052120"/>
                  </a:lnTo>
                  <a:lnTo>
                    <a:pt x="8799335" y="3091909"/>
                  </a:lnTo>
                  <a:lnTo>
                    <a:pt x="8752828" y="3133654"/>
                  </a:lnTo>
                  <a:lnTo>
                    <a:pt x="8706233" y="3176941"/>
                  </a:lnTo>
                  <a:lnTo>
                    <a:pt x="8659552" y="3221278"/>
                  </a:lnTo>
                  <a:lnTo>
                    <a:pt x="8612824" y="3266122"/>
                  </a:lnTo>
                  <a:lnTo>
                    <a:pt x="8566101" y="3310900"/>
                  </a:lnTo>
                  <a:lnTo>
                    <a:pt x="8519438" y="3355045"/>
                  </a:lnTo>
                  <a:lnTo>
                    <a:pt x="8472864" y="3398023"/>
                  </a:lnTo>
                  <a:lnTo>
                    <a:pt x="8426373" y="3439357"/>
                  </a:lnTo>
                  <a:lnTo>
                    <a:pt x="8379901" y="3478654"/>
                  </a:lnTo>
                  <a:lnTo>
                    <a:pt x="8333318" y="3515609"/>
                  </a:lnTo>
                  <a:lnTo>
                    <a:pt x="8286406" y="3550018"/>
                  </a:lnTo>
                  <a:lnTo>
                    <a:pt x="8238847" y="3581772"/>
                  </a:lnTo>
                  <a:lnTo>
                    <a:pt x="8190202" y="3610852"/>
                  </a:lnTo>
                  <a:lnTo>
                    <a:pt x="8151487" y="3631535"/>
                  </a:lnTo>
                  <a:lnTo>
                    <a:pt x="8104141" y="3653934"/>
                  </a:lnTo>
                  <a:lnTo>
                    <a:pt x="8054301" y="3674208"/>
                  </a:lnTo>
                  <a:lnTo>
                    <a:pt x="8001212" y="3692452"/>
                  </a:lnTo>
                  <a:lnTo>
                    <a:pt x="7944051" y="3708835"/>
                  </a:lnTo>
                  <a:lnTo>
                    <a:pt x="7881975" y="3723552"/>
                  </a:lnTo>
                  <a:lnTo>
                    <a:pt x="7814180" y="3736794"/>
                  </a:lnTo>
                  <a:lnTo>
                    <a:pt x="7739979" y="3748738"/>
                  </a:lnTo>
                  <a:lnTo>
                    <a:pt x="7658899" y="3759528"/>
                  </a:lnTo>
                  <a:lnTo>
                    <a:pt x="7570825" y="3769279"/>
                  </a:lnTo>
                  <a:lnTo>
                    <a:pt x="7476169" y="3778069"/>
                  </a:lnTo>
                  <a:lnTo>
                    <a:pt x="7376059" y="3785941"/>
                  </a:lnTo>
                  <a:lnTo>
                    <a:pt x="7272506" y="3792907"/>
                  </a:lnTo>
                  <a:lnTo>
                    <a:pt x="7168475" y="3798956"/>
                  </a:lnTo>
                  <a:lnTo>
                    <a:pt x="7067791" y="3804068"/>
                  </a:lnTo>
                  <a:lnTo>
                    <a:pt x="6974796" y="3808227"/>
                  </a:lnTo>
                  <a:lnTo>
                    <a:pt x="6893750" y="3811446"/>
                  </a:lnTo>
                  <a:lnTo>
                    <a:pt x="6828092" y="3813779"/>
                  </a:lnTo>
                  <a:lnTo>
                    <a:pt x="6779717" y="3815324"/>
                  </a:lnTo>
                  <a:lnTo>
                    <a:pt x="6748514" y="3816224"/>
                  </a:lnTo>
                  <a:lnTo>
                    <a:pt x="6732259" y="3816649"/>
                  </a:lnTo>
                  <a:lnTo>
                    <a:pt x="6726795" y="3816780"/>
                  </a:lnTo>
                  <a:lnTo>
                    <a:pt x="6726343" y="3816790"/>
                  </a:lnTo>
                  <a:lnTo>
                    <a:pt x="5254955" y="3816790"/>
                  </a:lnTo>
                  <a:lnTo>
                    <a:pt x="5253872" y="3816706"/>
                  </a:lnTo>
                  <a:lnTo>
                    <a:pt x="5246746" y="3816111"/>
                  </a:lnTo>
                  <a:lnTo>
                    <a:pt x="5228756" y="3814467"/>
                  </a:lnTo>
                  <a:lnTo>
                    <a:pt x="5196523" y="3811228"/>
                  </a:lnTo>
                  <a:lnTo>
                    <a:pt x="5148344" y="3805888"/>
                  </a:lnTo>
                  <a:lnTo>
                    <a:pt x="5084317" y="3798026"/>
                  </a:lnTo>
                  <a:lnTo>
                    <a:pt x="5006224" y="3787347"/>
                  </a:lnTo>
                  <a:lnTo>
                    <a:pt x="4917133" y="3773694"/>
                  </a:lnTo>
                  <a:lnTo>
                    <a:pt x="4820811" y="3757031"/>
                  </a:lnTo>
                  <a:lnTo>
                    <a:pt x="4721111" y="3737397"/>
                  </a:lnTo>
                  <a:lnTo>
                    <a:pt x="4621477" y="3714857"/>
                  </a:lnTo>
                  <a:lnTo>
                    <a:pt x="4524646" y="3689451"/>
                  </a:lnTo>
                  <a:lnTo>
                    <a:pt x="4432544" y="3661159"/>
                  </a:lnTo>
                  <a:lnTo>
                    <a:pt x="4346325" y="3629871"/>
                  </a:lnTo>
                  <a:lnTo>
                    <a:pt x="4266500" y="3595377"/>
                  </a:lnTo>
                  <a:lnTo>
                    <a:pt x="4193089" y="3557365"/>
                  </a:lnTo>
                  <a:lnTo>
                    <a:pt x="4125764" y="3515423"/>
                  </a:lnTo>
                  <a:lnTo>
                    <a:pt x="4063978" y="3469052"/>
                  </a:lnTo>
                  <a:lnTo>
                    <a:pt x="4007052" y="3417685"/>
                  </a:lnTo>
                  <a:lnTo>
                    <a:pt x="3954251" y="3360726"/>
                  </a:lnTo>
                  <a:lnTo>
                    <a:pt x="3904831" y="3297607"/>
                  </a:lnTo>
                  <a:lnTo>
                    <a:pt x="3858088" y="3227896"/>
                  </a:lnTo>
                  <a:lnTo>
                    <a:pt x="3829811" y="3180658"/>
                  </a:lnTo>
                  <a:lnTo>
                    <a:pt x="3796535" y="3120063"/>
                  </a:lnTo>
                  <a:lnTo>
                    <a:pt x="3764023" y="3055532"/>
                  </a:lnTo>
                  <a:lnTo>
                    <a:pt x="3732092" y="2986984"/>
                  </a:lnTo>
                  <a:lnTo>
                    <a:pt x="3700589" y="2914390"/>
                  </a:lnTo>
                  <a:lnTo>
                    <a:pt x="3669388" y="2837770"/>
                  </a:lnTo>
                  <a:lnTo>
                    <a:pt x="3638388" y="2757207"/>
                  </a:lnTo>
                  <a:lnTo>
                    <a:pt x="3607507" y="2672844"/>
                  </a:lnTo>
                  <a:lnTo>
                    <a:pt x="3576685" y="2584890"/>
                  </a:lnTo>
                  <a:lnTo>
                    <a:pt x="3545874" y="2493619"/>
                  </a:lnTo>
                  <a:lnTo>
                    <a:pt x="3515046" y="2399370"/>
                  </a:lnTo>
                  <a:lnTo>
                    <a:pt x="3484182" y="2302542"/>
                  </a:lnTo>
                  <a:lnTo>
                    <a:pt x="3453277" y="2203589"/>
                  </a:lnTo>
                  <a:lnTo>
                    <a:pt x="3422334" y="2103012"/>
                  </a:lnTo>
                  <a:lnTo>
                    <a:pt x="3391361" y="2001349"/>
                  </a:lnTo>
                  <a:lnTo>
                    <a:pt x="3360374" y="1899164"/>
                  </a:lnTo>
                  <a:lnTo>
                    <a:pt x="3329388" y="1797030"/>
                  </a:lnTo>
                  <a:lnTo>
                    <a:pt x="3298419" y="1695523"/>
                  </a:lnTo>
                  <a:lnTo>
                    <a:pt x="3267482" y="1595200"/>
                  </a:lnTo>
                  <a:lnTo>
                    <a:pt x="3236585" y="1496595"/>
                  </a:lnTo>
                  <a:lnTo>
                    <a:pt x="3205728" y="1400201"/>
                  </a:lnTo>
                  <a:lnTo>
                    <a:pt x="3174905" y="1306461"/>
                  </a:lnTo>
                  <a:lnTo>
                    <a:pt x="3144095" y="1215766"/>
                  </a:lnTo>
                  <a:lnTo>
                    <a:pt x="3113265" y="1128442"/>
                  </a:lnTo>
                  <a:lnTo>
                    <a:pt x="3082368" y="1044751"/>
                  </a:lnTo>
                  <a:lnTo>
                    <a:pt x="3051338" y="964891"/>
                  </a:lnTo>
                  <a:lnTo>
                    <a:pt x="3020091" y="888994"/>
                  </a:lnTo>
                  <a:lnTo>
                    <a:pt x="2988521" y="817130"/>
                  </a:lnTo>
                  <a:lnTo>
                    <a:pt x="2956497" y="749312"/>
                  </a:lnTo>
                  <a:lnTo>
                    <a:pt x="2923862" y="685498"/>
                  </a:lnTo>
                  <a:lnTo>
                    <a:pt x="2896531" y="636131"/>
                  </a:lnTo>
                  <a:lnTo>
                    <a:pt x="2851142" y="562181"/>
                  </a:lnTo>
                  <a:lnTo>
                    <a:pt x="2803482" y="494958"/>
                  </a:lnTo>
                  <a:lnTo>
                    <a:pt x="2752890" y="434191"/>
                  </a:lnTo>
                  <a:lnTo>
                    <a:pt x="2698642" y="379380"/>
                  </a:lnTo>
                  <a:lnTo>
                    <a:pt x="2639993" y="329941"/>
                  </a:lnTo>
                  <a:lnTo>
                    <a:pt x="2576221" y="285280"/>
                  </a:lnTo>
                  <a:lnTo>
                    <a:pt x="2506687" y="244854"/>
                  </a:lnTo>
                  <a:lnTo>
                    <a:pt x="2430914" y="208193"/>
                  </a:lnTo>
                  <a:lnTo>
                    <a:pt x="2348686" y="174922"/>
                  </a:lnTo>
                  <a:lnTo>
                    <a:pt x="2260188" y="144767"/>
                  </a:lnTo>
                  <a:lnTo>
                    <a:pt x="2166153" y="117556"/>
                  </a:lnTo>
                  <a:lnTo>
                    <a:pt x="2068011" y="93214"/>
                  </a:lnTo>
                  <a:lnTo>
                    <a:pt x="1967991" y="71748"/>
                  </a:lnTo>
                  <a:lnTo>
                    <a:pt x="1869115" y="53211"/>
                  </a:lnTo>
                  <a:lnTo>
                    <a:pt x="1775024" y="37666"/>
                  </a:lnTo>
                  <a:lnTo>
                    <a:pt x="1689607" y="25129"/>
                  </a:lnTo>
                  <a:lnTo>
                    <a:pt x="1616444" y="15523"/>
                  </a:lnTo>
                  <a:lnTo>
                    <a:pt x="1558186" y="8641"/>
                  </a:lnTo>
                  <a:lnTo>
                    <a:pt x="1516022" y="4137"/>
                  </a:lnTo>
                  <a:lnTo>
                    <a:pt x="1489379" y="1554"/>
                  </a:lnTo>
                  <a:lnTo>
                    <a:pt x="1475905" y="363"/>
                  </a:lnTo>
                  <a:lnTo>
                    <a:pt x="1471661" y="20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516" name="pl516"/>
            <p:cNvSpPr/>
            <p:nvPr/>
          </p:nvSpPr>
          <p:spPr>
            <a:xfrm>
              <a:off x="4799595" y="6491775"/>
              <a:ext cx="11981298" cy="3816790"/>
            </a:xfrm>
            <a:custGeom>
              <a:avLst/>
              <a:pathLst>
                <a:path w="11981298" h="3816790">
                  <a:moveTo>
                    <a:pt x="0" y="0"/>
                  </a:moveTo>
                  <a:lnTo>
                    <a:pt x="1471387" y="0"/>
                  </a:lnTo>
                  <a:lnTo>
                    <a:pt x="1472470" y="83"/>
                  </a:lnTo>
                  <a:lnTo>
                    <a:pt x="1479596" y="678"/>
                  </a:lnTo>
                  <a:lnTo>
                    <a:pt x="1497586" y="2322"/>
                  </a:lnTo>
                  <a:lnTo>
                    <a:pt x="1529819" y="5561"/>
                  </a:lnTo>
                  <a:lnTo>
                    <a:pt x="1577998" y="10901"/>
                  </a:lnTo>
                  <a:lnTo>
                    <a:pt x="1642025" y="18764"/>
                  </a:lnTo>
                  <a:lnTo>
                    <a:pt x="1720118" y="29442"/>
                  </a:lnTo>
                  <a:lnTo>
                    <a:pt x="1809209" y="43095"/>
                  </a:lnTo>
                  <a:lnTo>
                    <a:pt x="1905531" y="59758"/>
                  </a:lnTo>
                  <a:lnTo>
                    <a:pt x="2005231" y="79392"/>
                  </a:lnTo>
                  <a:lnTo>
                    <a:pt x="2104865" y="101933"/>
                  </a:lnTo>
                  <a:lnTo>
                    <a:pt x="2201696" y="127338"/>
                  </a:lnTo>
                  <a:lnTo>
                    <a:pt x="2293798" y="155630"/>
                  </a:lnTo>
                  <a:lnTo>
                    <a:pt x="2380017" y="186919"/>
                  </a:lnTo>
                  <a:lnTo>
                    <a:pt x="2459842" y="221412"/>
                  </a:lnTo>
                  <a:lnTo>
                    <a:pt x="2533253" y="259424"/>
                  </a:lnTo>
                  <a:lnTo>
                    <a:pt x="2600578" y="301366"/>
                  </a:lnTo>
                  <a:lnTo>
                    <a:pt x="2662364" y="347737"/>
                  </a:lnTo>
                  <a:lnTo>
                    <a:pt x="2719290" y="399104"/>
                  </a:lnTo>
                  <a:lnTo>
                    <a:pt x="2772091" y="456064"/>
                  </a:lnTo>
                  <a:lnTo>
                    <a:pt x="2821511" y="519182"/>
                  </a:lnTo>
                  <a:lnTo>
                    <a:pt x="2868254" y="588893"/>
                  </a:lnTo>
                  <a:lnTo>
                    <a:pt x="2896531" y="636131"/>
                  </a:lnTo>
                  <a:lnTo>
                    <a:pt x="2929808" y="696726"/>
                  </a:lnTo>
                  <a:lnTo>
                    <a:pt x="2962319" y="761258"/>
                  </a:lnTo>
                  <a:lnTo>
                    <a:pt x="2994250" y="829805"/>
                  </a:lnTo>
                  <a:lnTo>
                    <a:pt x="3025753" y="902399"/>
                  </a:lnTo>
                  <a:lnTo>
                    <a:pt x="3056954" y="979019"/>
                  </a:lnTo>
                  <a:lnTo>
                    <a:pt x="3087954" y="1059582"/>
                  </a:lnTo>
                  <a:lnTo>
                    <a:pt x="3118835" y="1143946"/>
                  </a:lnTo>
                  <a:lnTo>
                    <a:pt x="3149658" y="1231900"/>
                  </a:lnTo>
                  <a:lnTo>
                    <a:pt x="3180468" y="1323171"/>
                  </a:lnTo>
                  <a:lnTo>
                    <a:pt x="3211296" y="1417420"/>
                  </a:lnTo>
                  <a:lnTo>
                    <a:pt x="3242160" y="1514248"/>
                  </a:lnTo>
                  <a:lnTo>
                    <a:pt x="3273065" y="1613201"/>
                  </a:lnTo>
                  <a:lnTo>
                    <a:pt x="3304008" y="1713777"/>
                  </a:lnTo>
                  <a:lnTo>
                    <a:pt x="3334981" y="1815440"/>
                  </a:lnTo>
                  <a:lnTo>
                    <a:pt x="3365969" y="1917625"/>
                  </a:lnTo>
                  <a:lnTo>
                    <a:pt x="3396955" y="2019759"/>
                  </a:lnTo>
                  <a:lnTo>
                    <a:pt x="3427923" y="2121267"/>
                  </a:lnTo>
                  <a:lnTo>
                    <a:pt x="3458860" y="2221589"/>
                  </a:lnTo>
                  <a:lnTo>
                    <a:pt x="3489758" y="2320194"/>
                  </a:lnTo>
                  <a:lnTo>
                    <a:pt x="3520614" y="2416589"/>
                  </a:lnTo>
                  <a:lnTo>
                    <a:pt x="3551437" y="2510328"/>
                  </a:lnTo>
                  <a:lnTo>
                    <a:pt x="3582247" y="2601023"/>
                  </a:lnTo>
                  <a:lnTo>
                    <a:pt x="3613077" y="2688347"/>
                  </a:lnTo>
                  <a:lnTo>
                    <a:pt x="3643974" y="2772038"/>
                  </a:lnTo>
                  <a:lnTo>
                    <a:pt x="3675004" y="2851898"/>
                  </a:lnTo>
                  <a:lnTo>
                    <a:pt x="3706251" y="2927795"/>
                  </a:lnTo>
                  <a:lnTo>
                    <a:pt x="3737821" y="2999659"/>
                  </a:lnTo>
                  <a:lnTo>
                    <a:pt x="3769845" y="3067478"/>
                  </a:lnTo>
                  <a:lnTo>
                    <a:pt x="3802480" y="3131291"/>
                  </a:lnTo>
                  <a:lnTo>
                    <a:pt x="3829811" y="3180658"/>
                  </a:lnTo>
                  <a:lnTo>
                    <a:pt x="3875200" y="3254608"/>
                  </a:lnTo>
                  <a:lnTo>
                    <a:pt x="3922861" y="3321831"/>
                  </a:lnTo>
                  <a:lnTo>
                    <a:pt x="3973452" y="3382599"/>
                  </a:lnTo>
                  <a:lnTo>
                    <a:pt x="4027700" y="3437409"/>
                  </a:lnTo>
                  <a:lnTo>
                    <a:pt x="4086349" y="3486849"/>
                  </a:lnTo>
                  <a:lnTo>
                    <a:pt x="4150121" y="3531509"/>
                  </a:lnTo>
                  <a:lnTo>
                    <a:pt x="4219655" y="3571936"/>
                  </a:lnTo>
                  <a:lnTo>
                    <a:pt x="4295429" y="3608596"/>
                  </a:lnTo>
                  <a:lnTo>
                    <a:pt x="4377656" y="3641867"/>
                  </a:lnTo>
                  <a:lnTo>
                    <a:pt x="4466154" y="3672022"/>
                  </a:lnTo>
                  <a:lnTo>
                    <a:pt x="4560189" y="3699233"/>
                  </a:lnTo>
                  <a:lnTo>
                    <a:pt x="4658331" y="3723575"/>
                  </a:lnTo>
                  <a:lnTo>
                    <a:pt x="4758351" y="3745041"/>
                  </a:lnTo>
                  <a:lnTo>
                    <a:pt x="4857228" y="3763578"/>
                  </a:lnTo>
                  <a:lnTo>
                    <a:pt x="4951318" y="3779123"/>
                  </a:lnTo>
                  <a:lnTo>
                    <a:pt x="5036735" y="3791660"/>
                  </a:lnTo>
                  <a:lnTo>
                    <a:pt x="5109898" y="3801266"/>
                  </a:lnTo>
                  <a:lnTo>
                    <a:pt x="5168156" y="3808148"/>
                  </a:lnTo>
                  <a:lnTo>
                    <a:pt x="5210320" y="3812652"/>
                  </a:lnTo>
                  <a:lnTo>
                    <a:pt x="5236963" y="3815236"/>
                  </a:lnTo>
                  <a:lnTo>
                    <a:pt x="5250437" y="3816426"/>
                  </a:lnTo>
                  <a:lnTo>
                    <a:pt x="5254681" y="3816769"/>
                  </a:lnTo>
                  <a:lnTo>
                    <a:pt x="5254955" y="3816790"/>
                  </a:lnTo>
                  <a:lnTo>
                    <a:pt x="6726343" y="3816790"/>
                  </a:lnTo>
                  <a:lnTo>
                    <a:pt x="6727565" y="3816762"/>
                  </a:lnTo>
                  <a:lnTo>
                    <a:pt x="6735590" y="3816566"/>
                  </a:lnTo>
                  <a:lnTo>
                    <a:pt x="6755774" y="3816023"/>
                  </a:lnTo>
                  <a:lnTo>
                    <a:pt x="6791750" y="3814955"/>
                  </a:lnTo>
                  <a:lnTo>
                    <a:pt x="6845149" y="3813197"/>
                  </a:lnTo>
                  <a:lnTo>
                    <a:pt x="6915480" y="3810620"/>
                  </a:lnTo>
                  <a:lnTo>
                    <a:pt x="7000344" y="3807135"/>
                  </a:lnTo>
                  <a:lnTo>
                    <a:pt x="7095990" y="3802703"/>
                  </a:lnTo>
                  <a:lnTo>
                    <a:pt x="7198060" y="3797321"/>
                  </a:lnTo>
                  <a:lnTo>
                    <a:pt x="7302311" y="3791008"/>
                  </a:lnTo>
                  <a:lnTo>
                    <a:pt x="7405141" y="3783782"/>
                  </a:lnTo>
                  <a:lnTo>
                    <a:pt x="7503856" y="3775651"/>
                  </a:lnTo>
                  <a:lnTo>
                    <a:pt x="7596710" y="3766592"/>
                  </a:lnTo>
                  <a:lnTo>
                    <a:pt x="7682800" y="3756553"/>
                  </a:lnTo>
                  <a:lnTo>
                    <a:pt x="7761883" y="3745446"/>
                  </a:lnTo>
                  <a:lnTo>
                    <a:pt x="7834192" y="3733148"/>
                  </a:lnTo>
                  <a:lnTo>
                    <a:pt x="7900274" y="3719502"/>
                  </a:lnTo>
                  <a:lnTo>
                    <a:pt x="7960860" y="3704330"/>
                  </a:lnTo>
                  <a:lnTo>
                    <a:pt x="8016770" y="3687434"/>
                  </a:lnTo>
                  <a:lnTo>
                    <a:pt x="8068848" y="3668624"/>
                  </a:lnTo>
                  <a:lnTo>
                    <a:pt x="8117903" y="3647748"/>
                  </a:lnTo>
                  <a:lnTo>
                    <a:pt x="8151487" y="3631535"/>
                  </a:lnTo>
                  <a:lnTo>
                    <a:pt x="8201365" y="3604485"/>
                  </a:lnTo>
                  <a:lnTo>
                    <a:pt x="8249718" y="3574801"/>
                  </a:lnTo>
                  <a:lnTo>
                    <a:pt x="8297096" y="3542440"/>
                  </a:lnTo>
                  <a:lnTo>
                    <a:pt x="8343910" y="3507440"/>
                  </a:lnTo>
                  <a:lnTo>
                    <a:pt x="8390452" y="3469932"/>
                  </a:lnTo>
                  <a:lnTo>
                    <a:pt x="8436919" y="3430143"/>
                  </a:lnTo>
                  <a:lnTo>
                    <a:pt x="8483425" y="3388397"/>
                  </a:lnTo>
                  <a:lnTo>
                    <a:pt x="8530021" y="3345110"/>
                  </a:lnTo>
                  <a:lnTo>
                    <a:pt x="8576701" y="3300773"/>
                  </a:lnTo>
                  <a:lnTo>
                    <a:pt x="8623430" y="3255930"/>
                  </a:lnTo>
                  <a:lnTo>
                    <a:pt x="8670152" y="3211152"/>
                  </a:lnTo>
                  <a:lnTo>
                    <a:pt x="8716815" y="3167007"/>
                  </a:lnTo>
                  <a:lnTo>
                    <a:pt x="8763389" y="3124029"/>
                  </a:lnTo>
                  <a:lnTo>
                    <a:pt x="8809881" y="3082694"/>
                  </a:lnTo>
                  <a:lnTo>
                    <a:pt x="8856352" y="3043398"/>
                  </a:lnTo>
                  <a:lnTo>
                    <a:pt x="8902935" y="3006443"/>
                  </a:lnTo>
                  <a:lnTo>
                    <a:pt x="8949847" y="2972034"/>
                  </a:lnTo>
                  <a:lnTo>
                    <a:pt x="8997406" y="2940280"/>
                  </a:lnTo>
                  <a:lnTo>
                    <a:pt x="9046051" y="2911200"/>
                  </a:lnTo>
                  <a:lnTo>
                    <a:pt x="9084767" y="2890517"/>
                  </a:lnTo>
                  <a:lnTo>
                    <a:pt x="9132112" y="2868117"/>
                  </a:lnTo>
                  <a:lnTo>
                    <a:pt x="9181953" y="2847844"/>
                  </a:lnTo>
                  <a:lnTo>
                    <a:pt x="9235041" y="2829599"/>
                  </a:lnTo>
                  <a:lnTo>
                    <a:pt x="9292203" y="2813216"/>
                  </a:lnTo>
                  <a:lnTo>
                    <a:pt x="9354279" y="2798500"/>
                  </a:lnTo>
                  <a:lnTo>
                    <a:pt x="9422073" y="2785257"/>
                  </a:lnTo>
                  <a:lnTo>
                    <a:pt x="9496274" y="2773314"/>
                  </a:lnTo>
                  <a:lnTo>
                    <a:pt x="9577354" y="2762524"/>
                  </a:lnTo>
                  <a:lnTo>
                    <a:pt x="9665428" y="2752773"/>
                  </a:lnTo>
                  <a:lnTo>
                    <a:pt x="9760084" y="2743983"/>
                  </a:lnTo>
                  <a:lnTo>
                    <a:pt x="9860194" y="2736111"/>
                  </a:lnTo>
                  <a:lnTo>
                    <a:pt x="9963747" y="2729145"/>
                  </a:lnTo>
                  <a:lnTo>
                    <a:pt x="10067778" y="2723095"/>
                  </a:lnTo>
                  <a:lnTo>
                    <a:pt x="10168462" y="2717984"/>
                  </a:lnTo>
                  <a:lnTo>
                    <a:pt x="10261458" y="2713825"/>
                  </a:lnTo>
                  <a:lnTo>
                    <a:pt x="10342503" y="2710605"/>
                  </a:lnTo>
                  <a:lnTo>
                    <a:pt x="10408161" y="2708273"/>
                  </a:lnTo>
                  <a:lnTo>
                    <a:pt x="10456537" y="2706728"/>
                  </a:lnTo>
                  <a:lnTo>
                    <a:pt x="10487739" y="2705828"/>
                  </a:lnTo>
                  <a:lnTo>
                    <a:pt x="10503995" y="2705402"/>
                  </a:lnTo>
                  <a:lnTo>
                    <a:pt x="10509458" y="2705272"/>
                  </a:lnTo>
                  <a:lnTo>
                    <a:pt x="10509911" y="2705262"/>
                  </a:lnTo>
                  <a:lnTo>
                    <a:pt x="11981298" y="270526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17" name="pl517"/>
            <p:cNvSpPr/>
            <p:nvPr/>
          </p:nvSpPr>
          <p:spPr>
            <a:xfrm>
              <a:off x="4799595" y="6475429"/>
              <a:ext cx="11981298" cy="3816790"/>
            </a:xfrm>
            <a:custGeom>
              <a:avLst/>
              <a:pathLst>
                <a:path w="11981298" h="3816790">
                  <a:moveTo>
                    <a:pt x="11981298" y="2705262"/>
                  </a:moveTo>
                  <a:lnTo>
                    <a:pt x="10509911" y="2705262"/>
                  </a:lnTo>
                  <a:lnTo>
                    <a:pt x="10508688" y="2705289"/>
                  </a:lnTo>
                  <a:lnTo>
                    <a:pt x="10500663" y="2705486"/>
                  </a:lnTo>
                  <a:lnTo>
                    <a:pt x="10480479" y="2706029"/>
                  </a:lnTo>
                  <a:lnTo>
                    <a:pt x="10444503" y="2707097"/>
                  </a:lnTo>
                  <a:lnTo>
                    <a:pt x="10391104" y="2708854"/>
                  </a:lnTo>
                  <a:lnTo>
                    <a:pt x="10320773" y="2711432"/>
                  </a:lnTo>
                  <a:lnTo>
                    <a:pt x="10235909" y="2714917"/>
                  </a:lnTo>
                  <a:lnTo>
                    <a:pt x="10140264" y="2719349"/>
                  </a:lnTo>
                  <a:lnTo>
                    <a:pt x="10038193" y="2724730"/>
                  </a:lnTo>
                  <a:lnTo>
                    <a:pt x="9933942" y="2731044"/>
                  </a:lnTo>
                  <a:lnTo>
                    <a:pt x="9831112" y="2738269"/>
                  </a:lnTo>
                  <a:lnTo>
                    <a:pt x="9732397" y="2746401"/>
                  </a:lnTo>
                  <a:lnTo>
                    <a:pt x="9639543" y="2755460"/>
                  </a:lnTo>
                  <a:lnTo>
                    <a:pt x="9553453" y="2765498"/>
                  </a:lnTo>
                  <a:lnTo>
                    <a:pt x="9474370" y="2776606"/>
                  </a:lnTo>
                  <a:lnTo>
                    <a:pt x="9402061" y="2788904"/>
                  </a:lnTo>
                  <a:lnTo>
                    <a:pt x="9335979" y="2802549"/>
                  </a:lnTo>
                  <a:lnTo>
                    <a:pt x="9275393" y="2817722"/>
                  </a:lnTo>
                  <a:lnTo>
                    <a:pt x="9219483" y="2834618"/>
                  </a:lnTo>
                  <a:lnTo>
                    <a:pt x="9167405" y="2853427"/>
                  </a:lnTo>
                  <a:lnTo>
                    <a:pt x="9118350" y="2874304"/>
                  </a:lnTo>
                  <a:lnTo>
                    <a:pt x="9084767" y="2890517"/>
                  </a:lnTo>
                  <a:lnTo>
                    <a:pt x="9034888" y="2917566"/>
                  </a:lnTo>
                  <a:lnTo>
                    <a:pt x="8986535" y="2947251"/>
                  </a:lnTo>
                  <a:lnTo>
                    <a:pt x="8939157" y="2979612"/>
                  </a:lnTo>
                  <a:lnTo>
                    <a:pt x="8892343" y="3014612"/>
                  </a:lnTo>
                  <a:lnTo>
                    <a:pt x="8845802" y="3052120"/>
                  </a:lnTo>
                  <a:lnTo>
                    <a:pt x="8799335" y="3091909"/>
                  </a:lnTo>
                  <a:lnTo>
                    <a:pt x="8752828" y="3133654"/>
                  </a:lnTo>
                  <a:lnTo>
                    <a:pt x="8706233" y="3176941"/>
                  </a:lnTo>
                  <a:lnTo>
                    <a:pt x="8659552" y="3221278"/>
                  </a:lnTo>
                  <a:lnTo>
                    <a:pt x="8612824" y="3266122"/>
                  </a:lnTo>
                  <a:lnTo>
                    <a:pt x="8566101" y="3310900"/>
                  </a:lnTo>
                  <a:lnTo>
                    <a:pt x="8519438" y="3355045"/>
                  </a:lnTo>
                  <a:lnTo>
                    <a:pt x="8472864" y="3398023"/>
                  </a:lnTo>
                  <a:lnTo>
                    <a:pt x="8426373" y="3439357"/>
                  </a:lnTo>
                  <a:lnTo>
                    <a:pt x="8379901" y="3478654"/>
                  </a:lnTo>
                  <a:lnTo>
                    <a:pt x="8333318" y="3515609"/>
                  </a:lnTo>
                  <a:lnTo>
                    <a:pt x="8286406" y="3550018"/>
                  </a:lnTo>
                  <a:lnTo>
                    <a:pt x="8238847" y="3581772"/>
                  </a:lnTo>
                  <a:lnTo>
                    <a:pt x="8190202" y="3610852"/>
                  </a:lnTo>
                  <a:lnTo>
                    <a:pt x="8151487" y="3631535"/>
                  </a:lnTo>
                  <a:lnTo>
                    <a:pt x="8104141" y="3653934"/>
                  </a:lnTo>
                  <a:lnTo>
                    <a:pt x="8054301" y="3674208"/>
                  </a:lnTo>
                  <a:lnTo>
                    <a:pt x="8001212" y="3692452"/>
                  </a:lnTo>
                  <a:lnTo>
                    <a:pt x="7944051" y="3708835"/>
                  </a:lnTo>
                  <a:lnTo>
                    <a:pt x="7881975" y="3723552"/>
                  </a:lnTo>
                  <a:lnTo>
                    <a:pt x="7814180" y="3736794"/>
                  </a:lnTo>
                  <a:lnTo>
                    <a:pt x="7739979" y="3748738"/>
                  </a:lnTo>
                  <a:lnTo>
                    <a:pt x="7658899" y="3759528"/>
                  </a:lnTo>
                  <a:lnTo>
                    <a:pt x="7570825" y="3769279"/>
                  </a:lnTo>
                  <a:lnTo>
                    <a:pt x="7476169" y="3778069"/>
                  </a:lnTo>
                  <a:lnTo>
                    <a:pt x="7376059" y="3785941"/>
                  </a:lnTo>
                  <a:lnTo>
                    <a:pt x="7272506" y="3792907"/>
                  </a:lnTo>
                  <a:lnTo>
                    <a:pt x="7168475" y="3798956"/>
                  </a:lnTo>
                  <a:lnTo>
                    <a:pt x="7067791" y="3804068"/>
                  </a:lnTo>
                  <a:lnTo>
                    <a:pt x="6974796" y="3808227"/>
                  </a:lnTo>
                  <a:lnTo>
                    <a:pt x="6893750" y="3811446"/>
                  </a:lnTo>
                  <a:lnTo>
                    <a:pt x="6828092" y="3813779"/>
                  </a:lnTo>
                  <a:lnTo>
                    <a:pt x="6779717" y="3815324"/>
                  </a:lnTo>
                  <a:lnTo>
                    <a:pt x="6748514" y="3816224"/>
                  </a:lnTo>
                  <a:lnTo>
                    <a:pt x="6732259" y="3816649"/>
                  </a:lnTo>
                  <a:lnTo>
                    <a:pt x="6726795" y="3816780"/>
                  </a:lnTo>
                  <a:lnTo>
                    <a:pt x="6726343" y="3816790"/>
                  </a:lnTo>
                  <a:lnTo>
                    <a:pt x="5254955" y="3816790"/>
                  </a:lnTo>
                  <a:lnTo>
                    <a:pt x="5253872" y="3816706"/>
                  </a:lnTo>
                  <a:lnTo>
                    <a:pt x="5246746" y="3816111"/>
                  </a:lnTo>
                  <a:lnTo>
                    <a:pt x="5228756" y="3814467"/>
                  </a:lnTo>
                  <a:lnTo>
                    <a:pt x="5196523" y="3811228"/>
                  </a:lnTo>
                  <a:lnTo>
                    <a:pt x="5148344" y="3805888"/>
                  </a:lnTo>
                  <a:lnTo>
                    <a:pt x="5084317" y="3798026"/>
                  </a:lnTo>
                  <a:lnTo>
                    <a:pt x="5006224" y="3787347"/>
                  </a:lnTo>
                  <a:lnTo>
                    <a:pt x="4917133" y="3773694"/>
                  </a:lnTo>
                  <a:lnTo>
                    <a:pt x="4820811" y="3757031"/>
                  </a:lnTo>
                  <a:lnTo>
                    <a:pt x="4721111" y="3737397"/>
                  </a:lnTo>
                  <a:lnTo>
                    <a:pt x="4621477" y="3714857"/>
                  </a:lnTo>
                  <a:lnTo>
                    <a:pt x="4524646" y="3689451"/>
                  </a:lnTo>
                  <a:lnTo>
                    <a:pt x="4432544" y="3661159"/>
                  </a:lnTo>
                  <a:lnTo>
                    <a:pt x="4346325" y="3629871"/>
                  </a:lnTo>
                  <a:lnTo>
                    <a:pt x="4266500" y="3595377"/>
                  </a:lnTo>
                  <a:lnTo>
                    <a:pt x="4193089" y="3557365"/>
                  </a:lnTo>
                  <a:lnTo>
                    <a:pt x="4125764" y="3515423"/>
                  </a:lnTo>
                  <a:lnTo>
                    <a:pt x="4063978" y="3469052"/>
                  </a:lnTo>
                  <a:lnTo>
                    <a:pt x="4007052" y="3417685"/>
                  </a:lnTo>
                  <a:lnTo>
                    <a:pt x="3954251" y="3360726"/>
                  </a:lnTo>
                  <a:lnTo>
                    <a:pt x="3904831" y="3297607"/>
                  </a:lnTo>
                  <a:lnTo>
                    <a:pt x="3858088" y="3227896"/>
                  </a:lnTo>
                  <a:lnTo>
                    <a:pt x="3829811" y="3180658"/>
                  </a:lnTo>
                  <a:lnTo>
                    <a:pt x="3796535" y="3120063"/>
                  </a:lnTo>
                  <a:lnTo>
                    <a:pt x="3764023" y="3055532"/>
                  </a:lnTo>
                  <a:lnTo>
                    <a:pt x="3732092" y="2986984"/>
                  </a:lnTo>
                  <a:lnTo>
                    <a:pt x="3700589" y="2914390"/>
                  </a:lnTo>
                  <a:lnTo>
                    <a:pt x="3669388" y="2837770"/>
                  </a:lnTo>
                  <a:lnTo>
                    <a:pt x="3638388" y="2757207"/>
                  </a:lnTo>
                  <a:lnTo>
                    <a:pt x="3607507" y="2672844"/>
                  </a:lnTo>
                  <a:lnTo>
                    <a:pt x="3576685" y="2584890"/>
                  </a:lnTo>
                  <a:lnTo>
                    <a:pt x="3545874" y="2493619"/>
                  </a:lnTo>
                  <a:lnTo>
                    <a:pt x="3515046" y="2399370"/>
                  </a:lnTo>
                  <a:lnTo>
                    <a:pt x="3484182" y="2302542"/>
                  </a:lnTo>
                  <a:lnTo>
                    <a:pt x="3453277" y="2203589"/>
                  </a:lnTo>
                  <a:lnTo>
                    <a:pt x="3422334" y="2103012"/>
                  </a:lnTo>
                  <a:lnTo>
                    <a:pt x="3391361" y="2001349"/>
                  </a:lnTo>
                  <a:lnTo>
                    <a:pt x="3360374" y="1899164"/>
                  </a:lnTo>
                  <a:lnTo>
                    <a:pt x="3329388" y="1797030"/>
                  </a:lnTo>
                  <a:lnTo>
                    <a:pt x="3298419" y="1695523"/>
                  </a:lnTo>
                  <a:lnTo>
                    <a:pt x="3267482" y="1595200"/>
                  </a:lnTo>
                  <a:lnTo>
                    <a:pt x="3236585" y="1496595"/>
                  </a:lnTo>
                  <a:lnTo>
                    <a:pt x="3205728" y="1400201"/>
                  </a:lnTo>
                  <a:lnTo>
                    <a:pt x="3174905" y="1306461"/>
                  </a:lnTo>
                  <a:lnTo>
                    <a:pt x="3144095" y="1215766"/>
                  </a:lnTo>
                  <a:lnTo>
                    <a:pt x="3113265" y="1128442"/>
                  </a:lnTo>
                  <a:lnTo>
                    <a:pt x="3082368" y="1044751"/>
                  </a:lnTo>
                  <a:lnTo>
                    <a:pt x="3051338" y="964891"/>
                  </a:lnTo>
                  <a:lnTo>
                    <a:pt x="3020091" y="888994"/>
                  </a:lnTo>
                  <a:lnTo>
                    <a:pt x="2988521" y="817130"/>
                  </a:lnTo>
                  <a:lnTo>
                    <a:pt x="2956497" y="749312"/>
                  </a:lnTo>
                  <a:lnTo>
                    <a:pt x="2923862" y="685498"/>
                  </a:lnTo>
                  <a:lnTo>
                    <a:pt x="2896531" y="636131"/>
                  </a:lnTo>
                  <a:lnTo>
                    <a:pt x="2851142" y="562181"/>
                  </a:lnTo>
                  <a:lnTo>
                    <a:pt x="2803482" y="494958"/>
                  </a:lnTo>
                  <a:lnTo>
                    <a:pt x="2752890" y="434191"/>
                  </a:lnTo>
                  <a:lnTo>
                    <a:pt x="2698642" y="379380"/>
                  </a:lnTo>
                  <a:lnTo>
                    <a:pt x="2639993" y="329941"/>
                  </a:lnTo>
                  <a:lnTo>
                    <a:pt x="2576221" y="285280"/>
                  </a:lnTo>
                  <a:lnTo>
                    <a:pt x="2506687" y="244854"/>
                  </a:lnTo>
                  <a:lnTo>
                    <a:pt x="2430914" y="208193"/>
                  </a:lnTo>
                  <a:lnTo>
                    <a:pt x="2348686" y="174922"/>
                  </a:lnTo>
                  <a:lnTo>
                    <a:pt x="2260188" y="144767"/>
                  </a:lnTo>
                  <a:lnTo>
                    <a:pt x="2166153" y="117556"/>
                  </a:lnTo>
                  <a:lnTo>
                    <a:pt x="2068011" y="93214"/>
                  </a:lnTo>
                  <a:lnTo>
                    <a:pt x="1967991" y="71748"/>
                  </a:lnTo>
                  <a:lnTo>
                    <a:pt x="1869115" y="53211"/>
                  </a:lnTo>
                  <a:lnTo>
                    <a:pt x="1775024" y="37666"/>
                  </a:lnTo>
                  <a:lnTo>
                    <a:pt x="1689607" y="25129"/>
                  </a:lnTo>
                  <a:lnTo>
                    <a:pt x="1616444" y="15523"/>
                  </a:lnTo>
                  <a:lnTo>
                    <a:pt x="1558186" y="8641"/>
                  </a:lnTo>
                  <a:lnTo>
                    <a:pt x="1516022" y="4137"/>
                  </a:lnTo>
                  <a:lnTo>
                    <a:pt x="1489379" y="1554"/>
                  </a:lnTo>
                  <a:lnTo>
                    <a:pt x="1475905" y="363"/>
                  </a:lnTo>
                  <a:lnTo>
                    <a:pt x="1471661" y="20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18" name="pg518"/>
            <p:cNvSpPr/>
            <p:nvPr/>
          </p:nvSpPr>
          <p:spPr>
            <a:xfrm>
              <a:off x="4799595" y="6491775"/>
              <a:ext cx="11981298" cy="4012942"/>
            </a:xfrm>
            <a:custGeom>
              <a:avLst/>
              <a:pathLst>
                <a:path w="11981298" h="4012942">
                  <a:moveTo>
                    <a:pt x="0" y="24518"/>
                  </a:moveTo>
                  <a:lnTo>
                    <a:pt x="1471387" y="24518"/>
                  </a:lnTo>
                  <a:lnTo>
                    <a:pt x="1472469" y="24602"/>
                  </a:lnTo>
                  <a:lnTo>
                    <a:pt x="1479588" y="25199"/>
                  </a:lnTo>
                  <a:lnTo>
                    <a:pt x="1497560" y="26849"/>
                  </a:lnTo>
                  <a:lnTo>
                    <a:pt x="1529762" y="30098"/>
                  </a:lnTo>
                  <a:lnTo>
                    <a:pt x="1577898" y="35455"/>
                  </a:lnTo>
                  <a:lnTo>
                    <a:pt x="1641873" y="43343"/>
                  </a:lnTo>
                  <a:lnTo>
                    <a:pt x="1719908" y="54057"/>
                  </a:lnTo>
                  <a:lnTo>
                    <a:pt x="1808943" y="67755"/>
                  </a:lnTo>
                  <a:lnTo>
                    <a:pt x="1905215" y="84474"/>
                  </a:lnTo>
                  <a:lnTo>
                    <a:pt x="2004874" y="104176"/>
                  </a:lnTo>
                  <a:lnTo>
                    <a:pt x="2104478" y="126794"/>
                  </a:lnTo>
                  <a:lnTo>
                    <a:pt x="2201291" y="152287"/>
                  </a:lnTo>
                  <a:lnTo>
                    <a:pt x="2293385" y="180677"/>
                  </a:lnTo>
                  <a:lnTo>
                    <a:pt x="2379603" y="212074"/>
                  </a:lnTo>
                  <a:lnTo>
                    <a:pt x="2459433" y="246686"/>
                  </a:lnTo>
                  <a:lnTo>
                    <a:pt x="2532853" y="284826"/>
                  </a:lnTo>
                  <a:lnTo>
                    <a:pt x="2600187" y="326908"/>
                  </a:lnTo>
                  <a:lnTo>
                    <a:pt x="2661984" y="373431"/>
                  </a:lnTo>
                  <a:lnTo>
                    <a:pt x="2718919" y="424965"/>
                  </a:lnTo>
                  <a:lnTo>
                    <a:pt x="2771728" y="482107"/>
                  </a:lnTo>
                  <a:lnTo>
                    <a:pt x="2821152" y="545426"/>
                  </a:lnTo>
                  <a:lnTo>
                    <a:pt x="2867896" y="615359"/>
                  </a:lnTo>
                  <a:lnTo>
                    <a:pt x="2896531" y="663375"/>
                  </a:lnTo>
                  <a:lnTo>
                    <a:pt x="2929746" y="724111"/>
                  </a:lnTo>
                  <a:lnTo>
                    <a:pt x="2962198" y="788785"/>
                  </a:lnTo>
                  <a:lnTo>
                    <a:pt x="2994071" y="857477"/>
                  </a:lnTo>
                  <a:lnTo>
                    <a:pt x="3025517" y="930219"/>
                  </a:lnTo>
                  <a:lnTo>
                    <a:pt x="3056661" y="1006988"/>
                  </a:lnTo>
                  <a:lnTo>
                    <a:pt x="3087605" y="1087704"/>
                  </a:lnTo>
                  <a:lnTo>
                    <a:pt x="3118428" y="1172223"/>
                  </a:lnTo>
                  <a:lnTo>
                    <a:pt x="3149194" y="1260339"/>
                  </a:lnTo>
                  <a:lnTo>
                    <a:pt x="3179946" y="1351777"/>
                  </a:lnTo>
                  <a:lnTo>
                    <a:pt x="3210716" y="1446202"/>
                  </a:lnTo>
                  <a:lnTo>
                    <a:pt x="3241520" y="1543215"/>
                  </a:lnTo>
                  <a:lnTo>
                    <a:pt x="3272366" y="1642363"/>
                  </a:lnTo>
                  <a:lnTo>
                    <a:pt x="3303251" y="1743148"/>
                  </a:lnTo>
                  <a:lnTo>
                    <a:pt x="3334164" y="1845034"/>
                  </a:lnTo>
                  <a:lnTo>
                    <a:pt x="3365093" y="1947457"/>
                  </a:lnTo>
                  <a:lnTo>
                    <a:pt x="3396021" y="2049845"/>
                  </a:lnTo>
                  <a:lnTo>
                    <a:pt x="3426932" y="2151623"/>
                  </a:lnTo>
                  <a:lnTo>
                    <a:pt x="3457812" y="2252233"/>
                  </a:lnTo>
                  <a:lnTo>
                    <a:pt x="3488653" y="2351143"/>
                  </a:lnTo>
                  <a:lnTo>
                    <a:pt x="3519453" y="2447858"/>
                  </a:lnTo>
                  <a:lnTo>
                    <a:pt x="3550219" y="2541932"/>
                  </a:lnTo>
                  <a:lnTo>
                    <a:pt x="3580971" y="2632974"/>
                  </a:lnTo>
                  <a:lnTo>
                    <a:pt x="3611741" y="2720656"/>
                  </a:lnTo>
                  <a:lnTo>
                    <a:pt x="3642576" y="2804713"/>
                  </a:lnTo>
                  <a:lnTo>
                    <a:pt x="3673539" y="2884944"/>
                  </a:lnTo>
                  <a:lnTo>
                    <a:pt x="3704715" y="2961216"/>
                  </a:lnTo>
                  <a:lnTo>
                    <a:pt x="3736207" y="3033454"/>
                  </a:lnTo>
                  <a:lnTo>
                    <a:pt x="3768143" y="3101644"/>
                  </a:lnTo>
                  <a:lnTo>
                    <a:pt x="3800679" y="3165824"/>
                  </a:lnTo>
                  <a:lnTo>
                    <a:pt x="3829811" y="3218799"/>
                  </a:lnTo>
                  <a:lnTo>
                    <a:pt x="3875184" y="3293040"/>
                  </a:lnTo>
                  <a:lnTo>
                    <a:pt x="3922826" y="3360530"/>
                  </a:lnTo>
                  <a:lnTo>
                    <a:pt x="3973396" y="3421542"/>
                  </a:lnTo>
                  <a:lnTo>
                    <a:pt x="4027620" y="3476575"/>
                  </a:lnTo>
                  <a:lnTo>
                    <a:pt x="4086241" y="3526217"/>
                  </a:lnTo>
                  <a:lnTo>
                    <a:pt x="4149979" y="3571061"/>
                  </a:lnTo>
                  <a:lnTo>
                    <a:pt x="4219474" y="3611656"/>
                  </a:lnTo>
                  <a:lnTo>
                    <a:pt x="4295204" y="3648470"/>
                  </a:lnTo>
                  <a:lnTo>
                    <a:pt x="4377382" y="3681881"/>
                  </a:lnTo>
                  <a:lnTo>
                    <a:pt x="4465829" y="3712165"/>
                  </a:lnTo>
                  <a:lnTo>
                    <a:pt x="4559811" y="3739493"/>
                  </a:lnTo>
                  <a:lnTo>
                    <a:pt x="4657905" y="3763942"/>
                  </a:lnTo>
                  <a:lnTo>
                    <a:pt x="4757888" y="3785506"/>
                  </a:lnTo>
                  <a:lnTo>
                    <a:pt x="4856743" y="3804130"/>
                  </a:lnTo>
                  <a:lnTo>
                    <a:pt x="4950835" y="3819752"/>
                  </a:lnTo>
                  <a:lnTo>
                    <a:pt x="5036280" y="3832354"/>
                  </a:lnTo>
                  <a:lnTo>
                    <a:pt x="5109498" y="3842014"/>
                  </a:lnTo>
                  <a:lnTo>
                    <a:pt x="5167834" y="3848940"/>
                  </a:lnTo>
                  <a:lnTo>
                    <a:pt x="5210089" y="3853476"/>
                  </a:lnTo>
                  <a:lnTo>
                    <a:pt x="5236824" y="3856081"/>
                  </a:lnTo>
                  <a:lnTo>
                    <a:pt x="5250376" y="3857284"/>
                  </a:lnTo>
                  <a:lnTo>
                    <a:pt x="5254671" y="3857633"/>
                  </a:lnTo>
                  <a:lnTo>
                    <a:pt x="5254955" y="3857655"/>
                  </a:lnTo>
                  <a:lnTo>
                    <a:pt x="6726343" y="3857655"/>
                  </a:lnTo>
                  <a:lnTo>
                    <a:pt x="6727580" y="3857659"/>
                  </a:lnTo>
                  <a:lnTo>
                    <a:pt x="6735700" y="3857686"/>
                  </a:lnTo>
                  <a:lnTo>
                    <a:pt x="6756117" y="3857763"/>
                  </a:lnTo>
                  <a:lnTo>
                    <a:pt x="6792487" y="3857914"/>
                  </a:lnTo>
                  <a:lnTo>
                    <a:pt x="6846431" y="3858163"/>
                  </a:lnTo>
                  <a:lnTo>
                    <a:pt x="6917414" y="3858527"/>
                  </a:lnTo>
                  <a:lnTo>
                    <a:pt x="7002968" y="3859020"/>
                  </a:lnTo>
                  <a:lnTo>
                    <a:pt x="7099272" y="3859645"/>
                  </a:lnTo>
                  <a:lnTo>
                    <a:pt x="7201907" y="3860405"/>
                  </a:lnTo>
                  <a:lnTo>
                    <a:pt x="7306593" y="3861296"/>
                  </a:lnTo>
                  <a:lnTo>
                    <a:pt x="7409715" y="3862315"/>
                  </a:lnTo>
                  <a:lnTo>
                    <a:pt x="7508589" y="3863461"/>
                  </a:lnTo>
                  <a:lnTo>
                    <a:pt x="7601492" y="3864739"/>
                  </a:lnTo>
                  <a:lnTo>
                    <a:pt x="7687546" y="3866155"/>
                  </a:lnTo>
                  <a:lnTo>
                    <a:pt x="7766538" y="3867723"/>
                  </a:lnTo>
                  <a:lnTo>
                    <a:pt x="7838727" y="3869459"/>
                  </a:lnTo>
                  <a:lnTo>
                    <a:pt x="7904682" y="3871387"/>
                  </a:lnTo>
                  <a:lnTo>
                    <a:pt x="7965151" y="3873532"/>
                  </a:lnTo>
                  <a:lnTo>
                    <a:pt x="8020970" y="3875922"/>
                  </a:lnTo>
                  <a:lnTo>
                    <a:pt x="8072989" y="3878583"/>
                  </a:lnTo>
                  <a:lnTo>
                    <a:pt x="8122025" y="3881537"/>
                  </a:lnTo>
                  <a:lnTo>
                    <a:pt x="8151487" y="3883536"/>
                  </a:lnTo>
                  <a:lnTo>
                    <a:pt x="8207555" y="3887819"/>
                  </a:lnTo>
                  <a:lnTo>
                    <a:pt x="8261782" y="3892571"/>
                  </a:lnTo>
                  <a:lnTo>
                    <a:pt x="8314916" y="3897797"/>
                  </a:lnTo>
                  <a:lnTo>
                    <a:pt x="8367487" y="3903483"/>
                  </a:lnTo>
                  <a:lnTo>
                    <a:pt x="8419852" y="3909595"/>
                  </a:lnTo>
                  <a:lnTo>
                    <a:pt x="8472222" y="3916078"/>
                  </a:lnTo>
                  <a:lnTo>
                    <a:pt x="8524695" y="3922852"/>
                  </a:lnTo>
                  <a:lnTo>
                    <a:pt x="8577278" y="3929822"/>
                  </a:lnTo>
                  <a:lnTo>
                    <a:pt x="8629920" y="3936881"/>
                  </a:lnTo>
                  <a:lnTo>
                    <a:pt x="8682545" y="3943915"/>
                  </a:lnTo>
                  <a:lnTo>
                    <a:pt x="8735082" y="3950810"/>
                  </a:lnTo>
                  <a:lnTo>
                    <a:pt x="8787503" y="3957464"/>
                  </a:lnTo>
                  <a:lnTo>
                    <a:pt x="8839852" y="3963789"/>
                  </a:lnTo>
                  <a:lnTo>
                    <a:pt x="8892275" y="3969716"/>
                  </a:lnTo>
                  <a:lnTo>
                    <a:pt x="8945045" y="3975199"/>
                  </a:lnTo>
                  <a:lnTo>
                    <a:pt x="8998591" y="3980213"/>
                  </a:lnTo>
                  <a:lnTo>
                    <a:pt x="9053536" y="3984753"/>
                  </a:lnTo>
                  <a:lnTo>
                    <a:pt x="9084767" y="3987061"/>
                  </a:lnTo>
                  <a:lnTo>
                    <a:pt x="9132312" y="3990202"/>
                  </a:lnTo>
                  <a:lnTo>
                    <a:pt x="9182375" y="3993044"/>
                  </a:lnTo>
                  <a:lnTo>
                    <a:pt x="9235721" y="3995601"/>
                  </a:lnTo>
                  <a:lnTo>
                    <a:pt x="9293182" y="3997895"/>
                  </a:lnTo>
                  <a:lnTo>
                    <a:pt x="9355613" y="3999956"/>
                  </a:lnTo>
                  <a:lnTo>
                    <a:pt x="9423825" y="4001809"/>
                  </a:lnTo>
                  <a:lnTo>
                    <a:pt x="9498512" y="4003480"/>
                  </a:lnTo>
                  <a:lnTo>
                    <a:pt x="9580143" y="4004989"/>
                  </a:lnTo>
                  <a:lnTo>
                    <a:pt x="9668821" y="4006352"/>
                  </a:lnTo>
                  <a:lnTo>
                    <a:pt x="9764107" y="4007580"/>
                  </a:lnTo>
                  <a:lnTo>
                    <a:pt x="9864826" y="4008679"/>
                  </a:lnTo>
                  <a:lnTo>
                    <a:pt x="9968902" y="4009650"/>
                  </a:lnTo>
                  <a:lnTo>
                    <a:pt x="10073287" y="4010492"/>
                  </a:lnTo>
                  <a:lnTo>
                    <a:pt x="10174071" y="4011201"/>
                  </a:lnTo>
                  <a:lnTo>
                    <a:pt x="10266847" y="4011777"/>
                  </a:lnTo>
                  <a:lnTo>
                    <a:pt x="10347329" y="4012220"/>
                  </a:lnTo>
                  <a:lnTo>
                    <a:pt x="10412118" y="4012540"/>
                  </a:lnTo>
                  <a:lnTo>
                    <a:pt x="10459422" y="4012749"/>
                  </a:lnTo>
                  <a:lnTo>
                    <a:pt x="10489506" y="4012869"/>
                  </a:lnTo>
                  <a:lnTo>
                    <a:pt x="10504783" y="4012925"/>
                  </a:lnTo>
                  <a:lnTo>
                    <a:pt x="10509602" y="4012941"/>
                  </a:lnTo>
                  <a:lnTo>
                    <a:pt x="10509911" y="4012942"/>
                  </a:lnTo>
                  <a:lnTo>
                    <a:pt x="11981298" y="4012942"/>
                  </a:lnTo>
                  <a:lnTo>
                    <a:pt x="11981298" y="3988423"/>
                  </a:lnTo>
                  <a:lnTo>
                    <a:pt x="10509911" y="3988423"/>
                  </a:lnTo>
                  <a:lnTo>
                    <a:pt x="10508673" y="3988419"/>
                  </a:lnTo>
                  <a:lnTo>
                    <a:pt x="10500553" y="3988391"/>
                  </a:lnTo>
                  <a:lnTo>
                    <a:pt x="10480137" y="3988314"/>
                  </a:lnTo>
                  <a:lnTo>
                    <a:pt x="10443766" y="3988163"/>
                  </a:lnTo>
                  <a:lnTo>
                    <a:pt x="10389822" y="3987915"/>
                  </a:lnTo>
                  <a:lnTo>
                    <a:pt x="10318840" y="3987550"/>
                  </a:lnTo>
                  <a:lnTo>
                    <a:pt x="10233285" y="3987058"/>
                  </a:lnTo>
                  <a:lnTo>
                    <a:pt x="10136981" y="3986432"/>
                  </a:lnTo>
                  <a:lnTo>
                    <a:pt x="10034347" y="3985672"/>
                  </a:lnTo>
                  <a:lnTo>
                    <a:pt x="9929660" y="3984782"/>
                  </a:lnTo>
                  <a:lnTo>
                    <a:pt x="9826538" y="3983763"/>
                  </a:lnTo>
                  <a:lnTo>
                    <a:pt x="9727664" y="3982616"/>
                  </a:lnTo>
                  <a:lnTo>
                    <a:pt x="9634761" y="3981338"/>
                  </a:lnTo>
                  <a:lnTo>
                    <a:pt x="9548707" y="3979922"/>
                  </a:lnTo>
                  <a:lnTo>
                    <a:pt x="9469715" y="3978355"/>
                  </a:lnTo>
                  <a:lnTo>
                    <a:pt x="9397526" y="3976618"/>
                  </a:lnTo>
                  <a:lnTo>
                    <a:pt x="9331571" y="3974690"/>
                  </a:lnTo>
                  <a:lnTo>
                    <a:pt x="9271102" y="3972545"/>
                  </a:lnTo>
                  <a:lnTo>
                    <a:pt x="9215284" y="3970155"/>
                  </a:lnTo>
                  <a:lnTo>
                    <a:pt x="9163264" y="3967494"/>
                  </a:lnTo>
                  <a:lnTo>
                    <a:pt x="9114228" y="3964541"/>
                  </a:lnTo>
                  <a:lnTo>
                    <a:pt x="9084767" y="3962542"/>
                  </a:lnTo>
                  <a:lnTo>
                    <a:pt x="9028698" y="3958258"/>
                  </a:lnTo>
                  <a:lnTo>
                    <a:pt x="8974471" y="3953507"/>
                  </a:lnTo>
                  <a:lnTo>
                    <a:pt x="8921337" y="3948281"/>
                  </a:lnTo>
                  <a:lnTo>
                    <a:pt x="8868766" y="3942594"/>
                  </a:lnTo>
                  <a:lnTo>
                    <a:pt x="8816402" y="3936482"/>
                  </a:lnTo>
                  <a:lnTo>
                    <a:pt x="8764031" y="3930000"/>
                  </a:lnTo>
                  <a:lnTo>
                    <a:pt x="8711559" y="3923226"/>
                  </a:lnTo>
                  <a:lnTo>
                    <a:pt x="8658976" y="3916255"/>
                  </a:lnTo>
                  <a:lnTo>
                    <a:pt x="8606333" y="3909196"/>
                  </a:lnTo>
                  <a:lnTo>
                    <a:pt x="8553708" y="3902163"/>
                  </a:lnTo>
                  <a:lnTo>
                    <a:pt x="8501171" y="3895267"/>
                  </a:lnTo>
                  <a:lnTo>
                    <a:pt x="8448750" y="3888613"/>
                  </a:lnTo>
                  <a:lnTo>
                    <a:pt x="8396401" y="3882288"/>
                  </a:lnTo>
                  <a:lnTo>
                    <a:pt x="8343978" y="3876361"/>
                  </a:lnTo>
                  <a:lnTo>
                    <a:pt x="8291209" y="3870878"/>
                  </a:lnTo>
                  <a:lnTo>
                    <a:pt x="8237662" y="3865864"/>
                  </a:lnTo>
                  <a:lnTo>
                    <a:pt x="8182717" y="3861324"/>
                  </a:lnTo>
                  <a:lnTo>
                    <a:pt x="8151487" y="3859017"/>
                  </a:lnTo>
                  <a:lnTo>
                    <a:pt x="8103942" y="3855875"/>
                  </a:lnTo>
                  <a:lnTo>
                    <a:pt x="8053878" y="3853033"/>
                  </a:lnTo>
                  <a:lnTo>
                    <a:pt x="8000533" y="3850477"/>
                  </a:lnTo>
                  <a:lnTo>
                    <a:pt x="7943071" y="3848182"/>
                  </a:lnTo>
                  <a:lnTo>
                    <a:pt x="7880640" y="3846122"/>
                  </a:lnTo>
                  <a:lnTo>
                    <a:pt x="7812428" y="3844268"/>
                  </a:lnTo>
                  <a:lnTo>
                    <a:pt x="7737741" y="3842597"/>
                  </a:lnTo>
                  <a:lnTo>
                    <a:pt x="7656111" y="3841088"/>
                  </a:lnTo>
                  <a:lnTo>
                    <a:pt x="7567433" y="3839725"/>
                  </a:lnTo>
                  <a:lnTo>
                    <a:pt x="7472147" y="3838497"/>
                  </a:lnTo>
                  <a:lnTo>
                    <a:pt x="7371428" y="3837399"/>
                  </a:lnTo>
                  <a:lnTo>
                    <a:pt x="7267351" y="3836428"/>
                  </a:lnTo>
                  <a:lnTo>
                    <a:pt x="7162967" y="3835586"/>
                  </a:lnTo>
                  <a:lnTo>
                    <a:pt x="7062182" y="3834876"/>
                  </a:lnTo>
                  <a:lnTo>
                    <a:pt x="6969406" y="3834300"/>
                  </a:lnTo>
                  <a:lnTo>
                    <a:pt x="6888924" y="3833857"/>
                  </a:lnTo>
                  <a:lnTo>
                    <a:pt x="6824135" y="3833538"/>
                  </a:lnTo>
                  <a:lnTo>
                    <a:pt x="6776831" y="3833328"/>
                  </a:lnTo>
                  <a:lnTo>
                    <a:pt x="6746747" y="3833208"/>
                  </a:lnTo>
                  <a:lnTo>
                    <a:pt x="6731470" y="3833153"/>
                  </a:lnTo>
                  <a:lnTo>
                    <a:pt x="6726651" y="3833137"/>
                  </a:lnTo>
                  <a:lnTo>
                    <a:pt x="6726343" y="3833136"/>
                  </a:lnTo>
                  <a:lnTo>
                    <a:pt x="5254955" y="3833136"/>
                  </a:lnTo>
                  <a:lnTo>
                    <a:pt x="5253873" y="3833052"/>
                  </a:lnTo>
                  <a:lnTo>
                    <a:pt x="5246755" y="3832455"/>
                  </a:lnTo>
                  <a:lnTo>
                    <a:pt x="5228782" y="3830805"/>
                  </a:lnTo>
                  <a:lnTo>
                    <a:pt x="5196580" y="3827556"/>
                  </a:lnTo>
                  <a:lnTo>
                    <a:pt x="5148444" y="3822199"/>
                  </a:lnTo>
                  <a:lnTo>
                    <a:pt x="5084469" y="3814311"/>
                  </a:lnTo>
                  <a:lnTo>
                    <a:pt x="5006434" y="3803597"/>
                  </a:lnTo>
                  <a:lnTo>
                    <a:pt x="4917399" y="3789899"/>
                  </a:lnTo>
                  <a:lnTo>
                    <a:pt x="4821127" y="3773180"/>
                  </a:lnTo>
                  <a:lnTo>
                    <a:pt x="4721468" y="3753478"/>
                  </a:lnTo>
                  <a:lnTo>
                    <a:pt x="4621864" y="3730860"/>
                  </a:lnTo>
                  <a:lnTo>
                    <a:pt x="4525051" y="3705367"/>
                  </a:lnTo>
                  <a:lnTo>
                    <a:pt x="4432957" y="3676977"/>
                  </a:lnTo>
                  <a:lnTo>
                    <a:pt x="4346739" y="3645581"/>
                  </a:lnTo>
                  <a:lnTo>
                    <a:pt x="4266909" y="3610969"/>
                  </a:lnTo>
                  <a:lnTo>
                    <a:pt x="4193489" y="3572828"/>
                  </a:lnTo>
                  <a:lnTo>
                    <a:pt x="4126155" y="3530746"/>
                  </a:lnTo>
                  <a:lnTo>
                    <a:pt x="4064358" y="3484223"/>
                  </a:lnTo>
                  <a:lnTo>
                    <a:pt x="4007423" y="3432689"/>
                  </a:lnTo>
                  <a:lnTo>
                    <a:pt x="3954614" y="3375547"/>
                  </a:lnTo>
                  <a:lnTo>
                    <a:pt x="3905190" y="3312228"/>
                  </a:lnTo>
                  <a:lnTo>
                    <a:pt x="3858446" y="3242295"/>
                  </a:lnTo>
                  <a:lnTo>
                    <a:pt x="3829811" y="3194280"/>
                  </a:lnTo>
                  <a:lnTo>
                    <a:pt x="3796596" y="3133543"/>
                  </a:lnTo>
                  <a:lnTo>
                    <a:pt x="3764144" y="3068869"/>
                  </a:lnTo>
                  <a:lnTo>
                    <a:pt x="3732271" y="3000177"/>
                  </a:lnTo>
                  <a:lnTo>
                    <a:pt x="3700825" y="2927435"/>
                  </a:lnTo>
                  <a:lnTo>
                    <a:pt x="3669681" y="2850666"/>
                  </a:lnTo>
                  <a:lnTo>
                    <a:pt x="3638737" y="2769950"/>
                  </a:lnTo>
                  <a:lnTo>
                    <a:pt x="3607914" y="2685431"/>
                  </a:lnTo>
                  <a:lnTo>
                    <a:pt x="3577149" y="2597316"/>
                  </a:lnTo>
                  <a:lnTo>
                    <a:pt x="3546396" y="2505877"/>
                  </a:lnTo>
                  <a:lnTo>
                    <a:pt x="3515627" y="2411452"/>
                  </a:lnTo>
                  <a:lnTo>
                    <a:pt x="3484822" y="2314440"/>
                  </a:lnTo>
                  <a:lnTo>
                    <a:pt x="3453976" y="2215291"/>
                  </a:lnTo>
                  <a:lnTo>
                    <a:pt x="3423092" y="2114506"/>
                  </a:lnTo>
                  <a:lnTo>
                    <a:pt x="3392178" y="2012621"/>
                  </a:lnTo>
                  <a:lnTo>
                    <a:pt x="3361249" y="1910197"/>
                  </a:lnTo>
                  <a:lnTo>
                    <a:pt x="3330321" y="1807809"/>
                  </a:lnTo>
                  <a:lnTo>
                    <a:pt x="3299410" y="1706031"/>
                  </a:lnTo>
                  <a:lnTo>
                    <a:pt x="3268530" y="1605421"/>
                  </a:lnTo>
                  <a:lnTo>
                    <a:pt x="3237689" y="1506511"/>
                  </a:lnTo>
                  <a:lnTo>
                    <a:pt x="3206889" y="1409796"/>
                  </a:lnTo>
                  <a:lnTo>
                    <a:pt x="3176123" y="1315723"/>
                  </a:lnTo>
                  <a:lnTo>
                    <a:pt x="3145371" y="1224680"/>
                  </a:lnTo>
                  <a:lnTo>
                    <a:pt x="3114601" y="1136998"/>
                  </a:lnTo>
                  <a:lnTo>
                    <a:pt x="3083766" y="1052941"/>
                  </a:lnTo>
                  <a:lnTo>
                    <a:pt x="3052803" y="972710"/>
                  </a:lnTo>
                  <a:lnTo>
                    <a:pt x="3021627" y="896438"/>
                  </a:lnTo>
                  <a:lnTo>
                    <a:pt x="2990135" y="824200"/>
                  </a:lnTo>
                  <a:lnTo>
                    <a:pt x="2958199" y="756010"/>
                  </a:lnTo>
                  <a:lnTo>
                    <a:pt x="2925663" y="691830"/>
                  </a:lnTo>
                  <a:lnTo>
                    <a:pt x="2896531" y="638856"/>
                  </a:lnTo>
                  <a:lnTo>
                    <a:pt x="2851158" y="564614"/>
                  </a:lnTo>
                  <a:lnTo>
                    <a:pt x="2803516" y="497124"/>
                  </a:lnTo>
                  <a:lnTo>
                    <a:pt x="2752946" y="436112"/>
                  </a:lnTo>
                  <a:lnTo>
                    <a:pt x="2698722" y="381080"/>
                  </a:lnTo>
                  <a:lnTo>
                    <a:pt x="2640101" y="331438"/>
                  </a:lnTo>
                  <a:lnTo>
                    <a:pt x="2576363" y="286593"/>
                  </a:lnTo>
                  <a:lnTo>
                    <a:pt x="2506868" y="245999"/>
                  </a:lnTo>
                  <a:lnTo>
                    <a:pt x="2431139" y="209184"/>
                  </a:lnTo>
                  <a:lnTo>
                    <a:pt x="2348960" y="175773"/>
                  </a:lnTo>
                  <a:lnTo>
                    <a:pt x="2260514" y="145489"/>
                  </a:lnTo>
                  <a:lnTo>
                    <a:pt x="2166531" y="118161"/>
                  </a:lnTo>
                  <a:lnTo>
                    <a:pt x="2068437" y="93712"/>
                  </a:lnTo>
                  <a:lnTo>
                    <a:pt x="1968454" y="72148"/>
                  </a:lnTo>
                  <a:lnTo>
                    <a:pt x="1869599" y="53524"/>
                  </a:lnTo>
                  <a:lnTo>
                    <a:pt x="1775507" y="37902"/>
                  </a:lnTo>
                  <a:lnTo>
                    <a:pt x="1690062" y="25300"/>
                  </a:lnTo>
                  <a:lnTo>
                    <a:pt x="1616844" y="15640"/>
                  </a:lnTo>
                  <a:lnTo>
                    <a:pt x="1558508" y="8714"/>
                  </a:lnTo>
                  <a:lnTo>
                    <a:pt x="1516254" y="4178"/>
                  </a:lnTo>
                  <a:lnTo>
                    <a:pt x="1489519" y="1573"/>
                  </a:lnTo>
                  <a:lnTo>
                    <a:pt x="1475966" y="370"/>
                  </a:lnTo>
                  <a:lnTo>
                    <a:pt x="1471671" y="21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519" name="pl519"/>
            <p:cNvSpPr/>
            <p:nvPr/>
          </p:nvSpPr>
          <p:spPr>
            <a:xfrm>
              <a:off x="4799595" y="6516294"/>
              <a:ext cx="11981298" cy="3988423"/>
            </a:xfrm>
            <a:custGeom>
              <a:avLst/>
              <a:pathLst>
                <a:path w="11981298" h="3988423">
                  <a:moveTo>
                    <a:pt x="0" y="0"/>
                  </a:moveTo>
                  <a:lnTo>
                    <a:pt x="1471387" y="0"/>
                  </a:lnTo>
                  <a:lnTo>
                    <a:pt x="1472469" y="83"/>
                  </a:lnTo>
                  <a:lnTo>
                    <a:pt x="1479588" y="680"/>
                  </a:lnTo>
                  <a:lnTo>
                    <a:pt x="1497560" y="2330"/>
                  </a:lnTo>
                  <a:lnTo>
                    <a:pt x="1529762" y="5579"/>
                  </a:lnTo>
                  <a:lnTo>
                    <a:pt x="1577898" y="10936"/>
                  </a:lnTo>
                  <a:lnTo>
                    <a:pt x="1641873" y="18824"/>
                  </a:lnTo>
                  <a:lnTo>
                    <a:pt x="1719908" y="29538"/>
                  </a:lnTo>
                  <a:lnTo>
                    <a:pt x="1808943" y="43236"/>
                  </a:lnTo>
                  <a:lnTo>
                    <a:pt x="1905215" y="59955"/>
                  </a:lnTo>
                  <a:lnTo>
                    <a:pt x="2004874" y="79657"/>
                  </a:lnTo>
                  <a:lnTo>
                    <a:pt x="2104478" y="102275"/>
                  </a:lnTo>
                  <a:lnTo>
                    <a:pt x="2201291" y="127768"/>
                  </a:lnTo>
                  <a:lnTo>
                    <a:pt x="2293385" y="156158"/>
                  </a:lnTo>
                  <a:lnTo>
                    <a:pt x="2379603" y="187555"/>
                  </a:lnTo>
                  <a:lnTo>
                    <a:pt x="2459433" y="222167"/>
                  </a:lnTo>
                  <a:lnTo>
                    <a:pt x="2532853" y="260307"/>
                  </a:lnTo>
                  <a:lnTo>
                    <a:pt x="2600187" y="302389"/>
                  </a:lnTo>
                  <a:lnTo>
                    <a:pt x="2661984" y="348912"/>
                  </a:lnTo>
                  <a:lnTo>
                    <a:pt x="2718919" y="400446"/>
                  </a:lnTo>
                  <a:lnTo>
                    <a:pt x="2771728" y="457588"/>
                  </a:lnTo>
                  <a:lnTo>
                    <a:pt x="2821152" y="520907"/>
                  </a:lnTo>
                  <a:lnTo>
                    <a:pt x="2867896" y="590840"/>
                  </a:lnTo>
                  <a:lnTo>
                    <a:pt x="2896531" y="638856"/>
                  </a:lnTo>
                  <a:lnTo>
                    <a:pt x="2929746" y="699592"/>
                  </a:lnTo>
                  <a:lnTo>
                    <a:pt x="2962198" y="764266"/>
                  </a:lnTo>
                  <a:lnTo>
                    <a:pt x="2994071" y="832958"/>
                  </a:lnTo>
                  <a:lnTo>
                    <a:pt x="3025517" y="905700"/>
                  </a:lnTo>
                  <a:lnTo>
                    <a:pt x="3056661" y="982469"/>
                  </a:lnTo>
                  <a:lnTo>
                    <a:pt x="3087605" y="1063185"/>
                  </a:lnTo>
                  <a:lnTo>
                    <a:pt x="3118428" y="1147704"/>
                  </a:lnTo>
                  <a:lnTo>
                    <a:pt x="3149194" y="1235820"/>
                  </a:lnTo>
                  <a:lnTo>
                    <a:pt x="3179946" y="1327258"/>
                  </a:lnTo>
                  <a:lnTo>
                    <a:pt x="3210716" y="1421683"/>
                  </a:lnTo>
                  <a:lnTo>
                    <a:pt x="3241520" y="1518696"/>
                  </a:lnTo>
                  <a:lnTo>
                    <a:pt x="3272366" y="1617844"/>
                  </a:lnTo>
                  <a:lnTo>
                    <a:pt x="3303251" y="1718629"/>
                  </a:lnTo>
                  <a:lnTo>
                    <a:pt x="3334164" y="1820515"/>
                  </a:lnTo>
                  <a:lnTo>
                    <a:pt x="3365093" y="1922938"/>
                  </a:lnTo>
                  <a:lnTo>
                    <a:pt x="3396021" y="2025326"/>
                  </a:lnTo>
                  <a:lnTo>
                    <a:pt x="3426932" y="2127104"/>
                  </a:lnTo>
                  <a:lnTo>
                    <a:pt x="3457812" y="2227714"/>
                  </a:lnTo>
                  <a:lnTo>
                    <a:pt x="3488653" y="2326624"/>
                  </a:lnTo>
                  <a:lnTo>
                    <a:pt x="3519453" y="2423339"/>
                  </a:lnTo>
                  <a:lnTo>
                    <a:pt x="3550219" y="2517413"/>
                  </a:lnTo>
                  <a:lnTo>
                    <a:pt x="3580971" y="2608455"/>
                  </a:lnTo>
                  <a:lnTo>
                    <a:pt x="3611741" y="2696137"/>
                  </a:lnTo>
                  <a:lnTo>
                    <a:pt x="3642576" y="2780194"/>
                  </a:lnTo>
                  <a:lnTo>
                    <a:pt x="3673539" y="2860425"/>
                  </a:lnTo>
                  <a:lnTo>
                    <a:pt x="3704715" y="2936697"/>
                  </a:lnTo>
                  <a:lnTo>
                    <a:pt x="3736207" y="3008935"/>
                  </a:lnTo>
                  <a:lnTo>
                    <a:pt x="3768143" y="3077125"/>
                  </a:lnTo>
                  <a:lnTo>
                    <a:pt x="3800679" y="3141305"/>
                  </a:lnTo>
                  <a:lnTo>
                    <a:pt x="3829811" y="3194280"/>
                  </a:lnTo>
                  <a:lnTo>
                    <a:pt x="3875184" y="3268521"/>
                  </a:lnTo>
                  <a:lnTo>
                    <a:pt x="3922826" y="3336011"/>
                  </a:lnTo>
                  <a:lnTo>
                    <a:pt x="3973396" y="3397023"/>
                  </a:lnTo>
                  <a:lnTo>
                    <a:pt x="4027620" y="3452056"/>
                  </a:lnTo>
                  <a:lnTo>
                    <a:pt x="4086241" y="3501698"/>
                  </a:lnTo>
                  <a:lnTo>
                    <a:pt x="4149979" y="3546542"/>
                  </a:lnTo>
                  <a:lnTo>
                    <a:pt x="4219474" y="3587137"/>
                  </a:lnTo>
                  <a:lnTo>
                    <a:pt x="4295204" y="3623951"/>
                  </a:lnTo>
                  <a:lnTo>
                    <a:pt x="4377382" y="3657362"/>
                  </a:lnTo>
                  <a:lnTo>
                    <a:pt x="4465829" y="3687646"/>
                  </a:lnTo>
                  <a:lnTo>
                    <a:pt x="4559811" y="3714974"/>
                  </a:lnTo>
                  <a:lnTo>
                    <a:pt x="4657905" y="3739423"/>
                  </a:lnTo>
                  <a:lnTo>
                    <a:pt x="4757888" y="3760987"/>
                  </a:lnTo>
                  <a:lnTo>
                    <a:pt x="4856743" y="3779611"/>
                  </a:lnTo>
                  <a:lnTo>
                    <a:pt x="4950835" y="3795233"/>
                  </a:lnTo>
                  <a:lnTo>
                    <a:pt x="5036280" y="3807835"/>
                  </a:lnTo>
                  <a:lnTo>
                    <a:pt x="5109498" y="3817495"/>
                  </a:lnTo>
                  <a:lnTo>
                    <a:pt x="5167834" y="3824421"/>
                  </a:lnTo>
                  <a:lnTo>
                    <a:pt x="5210089" y="3828957"/>
                  </a:lnTo>
                  <a:lnTo>
                    <a:pt x="5236824" y="3831562"/>
                  </a:lnTo>
                  <a:lnTo>
                    <a:pt x="5250376" y="3832765"/>
                  </a:lnTo>
                  <a:lnTo>
                    <a:pt x="5254671" y="3833114"/>
                  </a:lnTo>
                  <a:lnTo>
                    <a:pt x="5254955" y="3833136"/>
                  </a:lnTo>
                  <a:lnTo>
                    <a:pt x="6726343" y="3833136"/>
                  </a:lnTo>
                  <a:lnTo>
                    <a:pt x="6727580" y="3833140"/>
                  </a:lnTo>
                  <a:lnTo>
                    <a:pt x="6735700" y="3833167"/>
                  </a:lnTo>
                  <a:lnTo>
                    <a:pt x="6756117" y="3833244"/>
                  </a:lnTo>
                  <a:lnTo>
                    <a:pt x="6792487" y="3833395"/>
                  </a:lnTo>
                  <a:lnTo>
                    <a:pt x="6846431" y="3833644"/>
                  </a:lnTo>
                  <a:lnTo>
                    <a:pt x="6917414" y="3834008"/>
                  </a:lnTo>
                  <a:lnTo>
                    <a:pt x="7002968" y="3834501"/>
                  </a:lnTo>
                  <a:lnTo>
                    <a:pt x="7099272" y="3835126"/>
                  </a:lnTo>
                  <a:lnTo>
                    <a:pt x="7201907" y="3835886"/>
                  </a:lnTo>
                  <a:lnTo>
                    <a:pt x="7306593" y="3836777"/>
                  </a:lnTo>
                  <a:lnTo>
                    <a:pt x="7409715" y="3837796"/>
                  </a:lnTo>
                  <a:lnTo>
                    <a:pt x="7508589" y="3838943"/>
                  </a:lnTo>
                  <a:lnTo>
                    <a:pt x="7601492" y="3840220"/>
                  </a:lnTo>
                  <a:lnTo>
                    <a:pt x="7687546" y="3841636"/>
                  </a:lnTo>
                  <a:lnTo>
                    <a:pt x="7766538" y="3843204"/>
                  </a:lnTo>
                  <a:lnTo>
                    <a:pt x="7838727" y="3844940"/>
                  </a:lnTo>
                  <a:lnTo>
                    <a:pt x="7904682" y="3846868"/>
                  </a:lnTo>
                  <a:lnTo>
                    <a:pt x="7965151" y="3849013"/>
                  </a:lnTo>
                  <a:lnTo>
                    <a:pt x="8020970" y="3851403"/>
                  </a:lnTo>
                  <a:lnTo>
                    <a:pt x="8072989" y="3854064"/>
                  </a:lnTo>
                  <a:lnTo>
                    <a:pt x="8122025" y="3857018"/>
                  </a:lnTo>
                  <a:lnTo>
                    <a:pt x="8151487" y="3859017"/>
                  </a:lnTo>
                  <a:lnTo>
                    <a:pt x="8207555" y="3863300"/>
                  </a:lnTo>
                  <a:lnTo>
                    <a:pt x="8261782" y="3868052"/>
                  </a:lnTo>
                  <a:lnTo>
                    <a:pt x="8314916" y="3873278"/>
                  </a:lnTo>
                  <a:lnTo>
                    <a:pt x="8367487" y="3878964"/>
                  </a:lnTo>
                  <a:lnTo>
                    <a:pt x="8419852" y="3885076"/>
                  </a:lnTo>
                  <a:lnTo>
                    <a:pt x="8472222" y="3891559"/>
                  </a:lnTo>
                  <a:lnTo>
                    <a:pt x="8524695" y="3898333"/>
                  </a:lnTo>
                  <a:lnTo>
                    <a:pt x="8577278" y="3905303"/>
                  </a:lnTo>
                  <a:lnTo>
                    <a:pt x="8629920" y="3912362"/>
                  </a:lnTo>
                  <a:lnTo>
                    <a:pt x="8682545" y="3919396"/>
                  </a:lnTo>
                  <a:lnTo>
                    <a:pt x="8735082" y="3926291"/>
                  </a:lnTo>
                  <a:lnTo>
                    <a:pt x="8787503" y="3932945"/>
                  </a:lnTo>
                  <a:lnTo>
                    <a:pt x="8839852" y="3939270"/>
                  </a:lnTo>
                  <a:lnTo>
                    <a:pt x="8892275" y="3945197"/>
                  </a:lnTo>
                  <a:lnTo>
                    <a:pt x="8945045" y="3950680"/>
                  </a:lnTo>
                  <a:lnTo>
                    <a:pt x="8998591" y="3955694"/>
                  </a:lnTo>
                  <a:lnTo>
                    <a:pt x="9053536" y="3960234"/>
                  </a:lnTo>
                  <a:lnTo>
                    <a:pt x="9084767" y="3962542"/>
                  </a:lnTo>
                  <a:lnTo>
                    <a:pt x="9132312" y="3965683"/>
                  </a:lnTo>
                  <a:lnTo>
                    <a:pt x="9182375" y="3968525"/>
                  </a:lnTo>
                  <a:lnTo>
                    <a:pt x="9235721" y="3971082"/>
                  </a:lnTo>
                  <a:lnTo>
                    <a:pt x="9293182" y="3973376"/>
                  </a:lnTo>
                  <a:lnTo>
                    <a:pt x="9355613" y="3975437"/>
                  </a:lnTo>
                  <a:lnTo>
                    <a:pt x="9423825" y="3977290"/>
                  </a:lnTo>
                  <a:lnTo>
                    <a:pt x="9498512" y="3978961"/>
                  </a:lnTo>
                  <a:lnTo>
                    <a:pt x="9580143" y="3980470"/>
                  </a:lnTo>
                  <a:lnTo>
                    <a:pt x="9668821" y="3981833"/>
                  </a:lnTo>
                  <a:lnTo>
                    <a:pt x="9764107" y="3983061"/>
                  </a:lnTo>
                  <a:lnTo>
                    <a:pt x="9864826" y="3984160"/>
                  </a:lnTo>
                  <a:lnTo>
                    <a:pt x="9968902" y="3985131"/>
                  </a:lnTo>
                  <a:lnTo>
                    <a:pt x="10073287" y="3985973"/>
                  </a:lnTo>
                  <a:lnTo>
                    <a:pt x="10174071" y="3986682"/>
                  </a:lnTo>
                  <a:lnTo>
                    <a:pt x="10266847" y="3987258"/>
                  </a:lnTo>
                  <a:lnTo>
                    <a:pt x="10347329" y="3987701"/>
                  </a:lnTo>
                  <a:lnTo>
                    <a:pt x="10412118" y="3988021"/>
                  </a:lnTo>
                  <a:lnTo>
                    <a:pt x="10459422" y="3988230"/>
                  </a:lnTo>
                  <a:lnTo>
                    <a:pt x="10489506" y="3988350"/>
                  </a:lnTo>
                  <a:lnTo>
                    <a:pt x="10504783" y="3988406"/>
                  </a:lnTo>
                  <a:lnTo>
                    <a:pt x="10509602" y="3988422"/>
                  </a:lnTo>
                  <a:lnTo>
                    <a:pt x="10509911" y="3988423"/>
                  </a:lnTo>
                  <a:lnTo>
                    <a:pt x="11981298" y="398842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20" name="pl520"/>
            <p:cNvSpPr/>
            <p:nvPr/>
          </p:nvSpPr>
          <p:spPr>
            <a:xfrm>
              <a:off x="4799595" y="6491775"/>
              <a:ext cx="11981298" cy="3988423"/>
            </a:xfrm>
            <a:custGeom>
              <a:avLst/>
              <a:pathLst>
                <a:path w="11981298" h="3988423">
                  <a:moveTo>
                    <a:pt x="11981298" y="3988423"/>
                  </a:moveTo>
                  <a:lnTo>
                    <a:pt x="10509911" y="3988423"/>
                  </a:lnTo>
                  <a:lnTo>
                    <a:pt x="10508673" y="3988419"/>
                  </a:lnTo>
                  <a:lnTo>
                    <a:pt x="10500553" y="3988391"/>
                  </a:lnTo>
                  <a:lnTo>
                    <a:pt x="10480137" y="3988314"/>
                  </a:lnTo>
                  <a:lnTo>
                    <a:pt x="10443766" y="3988163"/>
                  </a:lnTo>
                  <a:lnTo>
                    <a:pt x="10389822" y="3987915"/>
                  </a:lnTo>
                  <a:lnTo>
                    <a:pt x="10318840" y="3987550"/>
                  </a:lnTo>
                  <a:lnTo>
                    <a:pt x="10233285" y="3987058"/>
                  </a:lnTo>
                  <a:lnTo>
                    <a:pt x="10136981" y="3986432"/>
                  </a:lnTo>
                  <a:lnTo>
                    <a:pt x="10034347" y="3985672"/>
                  </a:lnTo>
                  <a:lnTo>
                    <a:pt x="9929660" y="3984782"/>
                  </a:lnTo>
                  <a:lnTo>
                    <a:pt x="9826538" y="3983763"/>
                  </a:lnTo>
                  <a:lnTo>
                    <a:pt x="9727664" y="3982616"/>
                  </a:lnTo>
                  <a:lnTo>
                    <a:pt x="9634761" y="3981338"/>
                  </a:lnTo>
                  <a:lnTo>
                    <a:pt x="9548707" y="3979922"/>
                  </a:lnTo>
                  <a:lnTo>
                    <a:pt x="9469715" y="3978355"/>
                  </a:lnTo>
                  <a:lnTo>
                    <a:pt x="9397526" y="3976618"/>
                  </a:lnTo>
                  <a:lnTo>
                    <a:pt x="9331571" y="3974690"/>
                  </a:lnTo>
                  <a:lnTo>
                    <a:pt x="9271102" y="3972545"/>
                  </a:lnTo>
                  <a:lnTo>
                    <a:pt x="9215284" y="3970155"/>
                  </a:lnTo>
                  <a:lnTo>
                    <a:pt x="9163264" y="3967494"/>
                  </a:lnTo>
                  <a:lnTo>
                    <a:pt x="9114228" y="3964541"/>
                  </a:lnTo>
                  <a:lnTo>
                    <a:pt x="9084767" y="3962542"/>
                  </a:lnTo>
                  <a:lnTo>
                    <a:pt x="9028698" y="3958258"/>
                  </a:lnTo>
                  <a:lnTo>
                    <a:pt x="8974471" y="3953507"/>
                  </a:lnTo>
                  <a:lnTo>
                    <a:pt x="8921337" y="3948281"/>
                  </a:lnTo>
                  <a:lnTo>
                    <a:pt x="8868766" y="3942594"/>
                  </a:lnTo>
                  <a:lnTo>
                    <a:pt x="8816402" y="3936482"/>
                  </a:lnTo>
                  <a:lnTo>
                    <a:pt x="8764031" y="3930000"/>
                  </a:lnTo>
                  <a:lnTo>
                    <a:pt x="8711559" y="3923226"/>
                  </a:lnTo>
                  <a:lnTo>
                    <a:pt x="8658976" y="3916255"/>
                  </a:lnTo>
                  <a:lnTo>
                    <a:pt x="8606333" y="3909196"/>
                  </a:lnTo>
                  <a:lnTo>
                    <a:pt x="8553708" y="3902163"/>
                  </a:lnTo>
                  <a:lnTo>
                    <a:pt x="8501171" y="3895267"/>
                  </a:lnTo>
                  <a:lnTo>
                    <a:pt x="8448750" y="3888613"/>
                  </a:lnTo>
                  <a:lnTo>
                    <a:pt x="8396401" y="3882288"/>
                  </a:lnTo>
                  <a:lnTo>
                    <a:pt x="8343978" y="3876361"/>
                  </a:lnTo>
                  <a:lnTo>
                    <a:pt x="8291209" y="3870878"/>
                  </a:lnTo>
                  <a:lnTo>
                    <a:pt x="8237662" y="3865864"/>
                  </a:lnTo>
                  <a:lnTo>
                    <a:pt x="8182717" y="3861324"/>
                  </a:lnTo>
                  <a:lnTo>
                    <a:pt x="8151487" y="3859017"/>
                  </a:lnTo>
                  <a:lnTo>
                    <a:pt x="8103942" y="3855875"/>
                  </a:lnTo>
                  <a:lnTo>
                    <a:pt x="8053878" y="3853033"/>
                  </a:lnTo>
                  <a:lnTo>
                    <a:pt x="8000533" y="3850477"/>
                  </a:lnTo>
                  <a:lnTo>
                    <a:pt x="7943071" y="3848182"/>
                  </a:lnTo>
                  <a:lnTo>
                    <a:pt x="7880640" y="3846122"/>
                  </a:lnTo>
                  <a:lnTo>
                    <a:pt x="7812428" y="3844268"/>
                  </a:lnTo>
                  <a:lnTo>
                    <a:pt x="7737741" y="3842597"/>
                  </a:lnTo>
                  <a:lnTo>
                    <a:pt x="7656111" y="3841088"/>
                  </a:lnTo>
                  <a:lnTo>
                    <a:pt x="7567433" y="3839725"/>
                  </a:lnTo>
                  <a:lnTo>
                    <a:pt x="7472147" y="3838497"/>
                  </a:lnTo>
                  <a:lnTo>
                    <a:pt x="7371428" y="3837399"/>
                  </a:lnTo>
                  <a:lnTo>
                    <a:pt x="7267351" y="3836428"/>
                  </a:lnTo>
                  <a:lnTo>
                    <a:pt x="7162967" y="3835586"/>
                  </a:lnTo>
                  <a:lnTo>
                    <a:pt x="7062182" y="3834876"/>
                  </a:lnTo>
                  <a:lnTo>
                    <a:pt x="6969406" y="3834300"/>
                  </a:lnTo>
                  <a:lnTo>
                    <a:pt x="6888924" y="3833857"/>
                  </a:lnTo>
                  <a:lnTo>
                    <a:pt x="6824135" y="3833538"/>
                  </a:lnTo>
                  <a:lnTo>
                    <a:pt x="6776831" y="3833328"/>
                  </a:lnTo>
                  <a:lnTo>
                    <a:pt x="6746747" y="3833208"/>
                  </a:lnTo>
                  <a:lnTo>
                    <a:pt x="6731470" y="3833153"/>
                  </a:lnTo>
                  <a:lnTo>
                    <a:pt x="6726651" y="3833137"/>
                  </a:lnTo>
                  <a:lnTo>
                    <a:pt x="6726343" y="3833136"/>
                  </a:lnTo>
                  <a:lnTo>
                    <a:pt x="5254955" y="3833136"/>
                  </a:lnTo>
                  <a:lnTo>
                    <a:pt x="5253873" y="3833052"/>
                  </a:lnTo>
                  <a:lnTo>
                    <a:pt x="5246755" y="3832455"/>
                  </a:lnTo>
                  <a:lnTo>
                    <a:pt x="5228782" y="3830805"/>
                  </a:lnTo>
                  <a:lnTo>
                    <a:pt x="5196580" y="3827556"/>
                  </a:lnTo>
                  <a:lnTo>
                    <a:pt x="5148444" y="3822199"/>
                  </a:lnTo>
                  <a:lnTo>
                    <a:pt x="5084469" y="3814311"/>
                  </a:lnTo>
                  <a:lnTo>
                    <a:pt x="5006434" y="3803597"/>
                  </a:lnTo>
                  <a:lnTo>
                    <a:pt x="4917399" y="3789899"/>
                  </a:lnTo>
                  <a:lnTo>
                    <a:pt x="4821127" y="3773180"/>
                  </a:lnTo>
                  <a:lnTo>
                    <a:pt x="4721468" y="3753478"/>
                  </a:lnTo>
                  <a:lnTo>
                    <a:pt x="4621864" y="3730860"/>
                  </a:lnTo>
                  <a:lnTo>
                    <a:pt x="4525051" y="3705367"/>
                  </a:lnTo>
                  <a:lnTo>
                    <a:pt x="4432957" y="3676977"/>
                  </a:lnTo>
                  <a:lnTo>
                    <a:pt x="4346739" y="3645581"/>
                  </a:lnTo>
                  <a:lnTo>
                    <a:pt x="4266909" y="3610969"/>
                  </a:lnTo>
                  <a:lnTo>
                    <a:pt x="4193489" y="3572828"/>
                  </a:lnTo>
                  <a:lnTo>
                    <a:pt x="4126155" y="3530746"/>
                  </a:lnTo>
                  <a:lnTo>
                    <a:pt x="4064358" y="3484223"/>
                  </a:lnTo>
                  <a:lnTo>
                    <a:pt x="4007423" y="3432689"/>
                  </a:lnTo>
                  <a:lnTo>
                    <a:pt x="3954614" y="3375547"/>
                  </a:lnTo>
                  <a:lnTo>
                    <a:pt x="3905190" y="3312228"/>
                  </a:lnTo>
                  <a:lnTo>
                    <a:pt x="3858446" y="3242295"/>
                  </a:lnTo>
                  <a:lnTo>
                    <a:pt x="3829811" y="3194280"/>
                  </a:lnTo>
                  <a:lnTo>
                    <a:pt x="3796596" y="3133543"/>
                  </a:lnTo>
                  <a:lnTo>
                    <a:pt x="3764144" y="3068869"/>
                  </a:lnTo>
                  <a:lnTo>
                    <a:pt x="3732271" y="3000177"/>
                  </a:lnTo>
                  <a:lnTo>
                    <a:pt x="3700825" y="2927435"/>
                  </a:lnTo>
                  <a:lnTo>
                    <a:pt x="3669681" y="2850666"/>
                  </a:lnTo>
                  <a:lnTo>
                    <a:pt x="3638737" y="2769950"/>
                  </a:lnTo>
                  <a:lnTo>
                    <a:pt x="3607914" y="2685431"/>
                  </a:lnTo>
                  <a:lnTo>
                    <a:pt x="3577149" y="2597316"/>
                  </a:lnTo>
                  <a:lnTo>
                    <a:pt x="3546396" y="2505877"/>
                  </a:lnTo>
                  <a:lnTo>
                    <a:pt x="3515627" y="2411452"/>
                  </a:lnTo>
                  <a:lnTo>
                    <a:pt x="3484822" y="2314440"/>
                  </a:lnTo>
                  <a:lnTo>
                    <a:pt x="3453976" y="2215291"/>
                  </a:lnTo>
                  <a:lnTo>
                    <a:pt x="3423092" y="2114506"/>
                  </a:lnTo>
                  <a:lnTo>
                    <a:pt x="3392178" y="2012621"/>
                  </a:lnTo>
                  <a:lnTo>
                    <a:pt x="3361249" y="1910197"/>
                  </a:lnTo>
                  <a:lnTo>
                    <a:pt x="3330321" y="1807809"/>
                  </a:lnTo>
                  <a:lnTo>
                    <a:pt x="3299410" y="1706031"/>
                  </a:lnTo>
                  <a:lnTo>
                    <a:pt x="3268530" y="1605421"/>
                  </a:lnTo>
                  <a:lnTo>
                    <a:pt x="3237689" y="1506511"/>
                  </a:lnTo>
                  <a:lnTo>
                    <a:pt x="3206889" y="1409796"/>
                  </a:lnTo>
                  <a:lnTo>
                    <a:pt x="3176123" y="1315723"/>
                  </a:lnTo>
                  <a:lnTo>
                    <a:pt x="3145371" y="1224680"/>
                  </a:lnTo>
                  <a:lnTo>
                    <a:pt x="3114601" y="1136998"/>
                  </a:lnTo>
                  <a:lnTo>
                    <a:pt x="3083766" y="1052941"/>
                  </a:lnTo>
                  <a:lnTo>
                    <a:pt x="3052803" y="972710"/>
                  </a:lnTo>
                  <a:lnTo>
                    <a:pt x="3021627" y="896438"/>
                  </a:lnTo>
                  <a:lnTo>
                    <a:pt x="2990135" y="824200"/>
                  </a:lnTo>
                  <a:lnTo>
                    <a:pt x="2958199" y="756010"/>
                  </a:lnTo>
                  <a:lnTo>
                    <a:pt x="2925663" y="691830"/>
                  </a:lnTo>
                  <a:lnTo>
                    <a:pt x="2896531" y="638856"/>
                  </a:lnTo>
                  <a:lnTo>
                    <a:pt x="2851158" y="564614"/>
                  </a:lnTo>
                  <a:lnTo>
                    <a:pt x="2803516" y="497124"/>
                  </a:lnTo>
                  <a:lnTo>
                    <a:pt x="2752946" y="436112"/>
                  </a:lnTo>
                  <a:lnTo>
                    <a:pt x="2698722" y="381080"/>
                  </a:lnTo>
                  <a:lnTo>
                    <a:pt x="2640101" y="331438"/>
                  </a:lnTo>
                  <a:lnTo>
                    <a:pt x="2576363" y="286593"/>
                  </a:lnTo>
                  <a:lnTo>
                    <a:pt x="2506868" y="245999"/>
                  </a:lnTo>
                  <a:lnTo>
                    <a:pt x="2431139" y="209184"/>
                  </a:lnTo>
                  <a:lnTo>
                    <a:pt x="2348960" y="175773"/>
                  </a:lnTo>
                  <a:lnTo>
                    <a:pt x="2260514" y="145489"/>
                  </a:lnTo>
                  <a:lnTo>
                    <a:pt x="2166531" y="118161"/>
                  </a:lnTo>
                  <a:lnTo>
                    <a:pt x="2068437" y="93712"/>
                  </a:lnTo>
                  <a:lnTo>
                    <a:pt x="1968454" y="72148"/>
                  </a:lnTo>
                  <a:lnTo>
                    <a:pt x="1869599" y="53524"/>
                  </a:lnTo>
                  <a:lnTo>
                    <a:pt x="1775507" y="37902"/>
                  </a:lnTo>
                  <a:lnTo>
                    <a:pt x="1690062" y="25300"/>
                  </a:lnTo>
                  <a:lnTo>
                    <a:pt x="1616844" y="15640"/>
                  </a:lnTo>
                  <a:lnTo>
                    <a:pt x="1558508" y="8714"/>
                  </a:lnTo>
                  <a:lnTo>
                    <a:pt x="1516254" y="4178"/>
                  </a:lnTo>
                  <a:lnTo>
                    <a:pt x="1489519" y="1573"/>
                  </a:lnTo>
                  <a:lnTo>
                    <a:pt x="1475966" y="370"/>
                  </a:lnTo>
                  <a:lnTo>
                    <a:pt x="1471671" y="21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21" name="pg521"/>
            <p:cNvSpPr/>
            <p:nvPr/>
          </p:nvSpPr>
          <p:spPr>
            <a:xfrm>
              <a:off x="4799595" y="3271613"/>
              <a:ext cx="11981298" cy="5761963"/>
            </a:xfrm>
            <a:custGeom>
              <a:avLst/>
              <a:pathLst>
                <a:path w="11981298" h="5761963">
                  <a:moveTo>
                    <a:pt x="0" y="2574494"/>
                  </a:moveTo>
                  <a:lnTo>
                    <a:pt x="1471387" y="2574494"/>
                  </a:lnTo>
                  <a:lnTo>
                    <a:pt x="1472512" y="2574566"/>
                  </a:lnTo>
                  <a:lnTo>
                    <a:pt x="1479908" y="2575083"/>
                  </a:lnTo>
                  <a:lnTo>
                    <a:pt x="1498558" y="2576511"/>
                  </a:lnTo>
                  <a:lnTo>
                    <a:pt x="1531921" y="2579323"/>
                  </a:lnTo>
                  <a:lnTo>
                    <a:pt x="1581683" y="2583957"/>
                  </a:lnTo>
                  <a:lnTo>
                    <a:pt x="1647634" y="2590772"/>
                  </a:lnTo>
                  <a:lnTo>
                    <a:pt x="1727811" y="2600014"/>
                  </a:lnTo>
                  <a:lnTo>
                    <a:pt x="1818940" y="2611812"/>
                  </a:lnTo>
                  <a:lnTo>
                    <a:pt x="1917073" y="2626188"/>
                  </a:lnTo>
                  <a:lnTo>
                    <a:pt x="2018231" y="2643103"/>
                  </a:lnTo>
                  <a:lnTo>
                    <a:pt x="2118913" y="2662503"/>
                  </a:lnTo>
                  <a:lnTo>
                    <a:pt x="2216388" y="2684356"/>
                  </a:lnTo>
                  <a:lnTo>
                    <a:pt x="2308778" y="2708693"/>
                  </a:lnTo>
                  <a:lnTo>
                    <a:pt x="2395002" y="2735622"/>
                  </a:lnTo>
                  <a:lnTo>
                    <a:pt x="2474629" y="2765340"/>
                  </a:lnTo>
                  <a:lnTo>
                    <a:pt x="2547718" y="2798135"/>
                  </a:lnTo>
                  <a:lnTo>
                    <a:pt x="2614663" y="2834380"/>
                  </a:lnTo>
                  <a:lnTo>
                    <a:pt x="2676071" y="2874525"/>
                  </a:lnTo>
                  <a:lnTo>
                    <a:pt x="2732664" y="2919069"/>
                  </a:lnTo>
                  <a:lnTo>
                    <a:pt x="2785214" y="2968531"/>
                  </a:lnTo>
                  <a:lnTo>
                    <a:pt x="2834487" y="3023382"/>
                  </a:lnTo>
                  <a:lnTo>
                    <a:pt x="2881199" y="3083946"/>
                  </a:lnTo>
                  <a:lnTo>
                    <a:pt x="2896531" y="3105739"/>
                  </a:lnTo>
                  <a:lnTo>
                    <a:pt x="2932455" y="3160566"/>
                  </a:lnTo>
                  <a:lnTo>
                    <a:pt x="2967503" y="3219238"/>
                  </a:lnTo>
                  <a:lnTo>
                    <a:pt x="3001905" y="3281835"/>
                  </a:lnTo>
                  <a:lnTo>
                    <a:pt x="3035844" y="3348378"/>
                  </a:lnTo>
                  <a:lnTo>
                    <a:pt x="3069472" y="3418826"/>
                  </a:lnTo>
                  <a:lnTo>
                    <a:pt x="3102905" y="3493070"/>
                  </a:lnTo>
                  <a:lnTo>
                    <a:pt x="3136237" y="3570929"/>
                  </a:lnTo>
                  <a:lnTo>
                    <a:pt x="3169532" y="3652145"/>
                  </a:lnTo>
                  <a:lnTo>
                    <a:pt x="3202838" y="3736390"/>
                  </a:lnTo>
                  <a:lnTo>
                    <a:pt x="3236180" y="3823261"/>
                  </a:lnTo>
                  <a:lnTo>
                    <a:pt x="3269570" y="3912293"/>
                  </a:lnTo>
                  <a:lnTo>
                    <a:pt x="3303006" y="4002965"/>
                  </a:lnTo>
                  <a:lnTo>
                    <a:pt x="3336477" y="4094714"/>
                  </a:lnTo>
                  <a:lnTo>
                    <a:pt x="3369963" y="4186945"/>
                  </a:lnTo>
                  <a:lnTo>
                    <a:pt x="3403446" y="4279053"/>
                  </a:lnTo>
                  <a:lnTo>
                    <a:pt x="3436904" y="4370436"/>
                  </a:lnTo>
                  <a:lnTo>
                    <a:pt x="3470322" y="4460509"/>
                  </a:lnTo>
                  <a:lnTo>
                    <a:pt x="3503693" y="4548724"/>
                  </a:lnTo>
                  <a:lnTo>
                    <a:pt x="3537018" y="4634582"/>
                  </a:lnTo>
                  <a:lnTo>
                    <a:pt x="3570315" y="4717643"/>
                  </a:lnTo>
                  <a:lnTo>
                    <a:pt x="3603619" y="4797533"/>
                  </a:lnTo>
                  <a:lnTo>
                    <a:pt x="3636982" y="4873952"/>
                  </a:lnTo>
                  <a:lnTo>
                    <a:pt x="3670482" y="4946674"/>
                  </a:lnTo>
                  <a:lnTo>
                    <a:pt x="3704220" y="5015547"/>
                  </a:lnTo>
                  <a:lnTo>
                    <a:pt x="3738327" y="5080491"/>
                  </a:lnTo>
                  <a:lnTo>
                    <a:pt x="3772966" y="5141489"/>
                  </a:lnTo>
                  <a:lnTo>
                    <a:pt x="3808340" y="5198589"/>
                  </a:lnTo>
                  <a:lnTo>
                    <a:pt x="3829811" y="5230718"/>
                  </a:lnTo>
                  <a:lnTo>
                    <a:pt x="3875803" y="5293240"/>
                  </a:lnTo>
                  <a:lnTo>
                    <a:pt x="3924134" y="5349998"/>
                  </a:lnTo>
                  <a:lnTo>
                    <a:pt x="3975491" y="5401235"/>
                  </a:lnTo>
                  <a:lnTo>
                    <a:pt x="4030630" y="5447385"/>
                  </a:lnTo>
                  <a:lnTo>
                    <a:pt x="4090325" y="5488960"/>
                  </a:lnTo>
                  <a:lnTo>
                    <a:pt x="4155321" y="5526471"/>
                  </a:lnTo>
                  <a:lnTo>
                    <a:pt x="4226275" y="5560387"/>
                  </a:lnTo>
                  <a:lnTo>
                    <a:pt x="4303665" y="5591109"/>
                  </a:lnTo>
                  <a:lnTo>
                    <a:pt x="4387678" y="5618955"/>
                  </a:lnTo>
                  <a:lnTo>
                    <a:pt x="4478068" y="5644151"/>
                  </a:lnTo>
                  <a:lnTo>
                    <a:pt x="4573991" y="5666838"/>
                  </a:lnTo>
                  <a:lnTo>
                    <a:pt x="4673852" y="5687068"/>
                  </a:lnTo>
                  <a:lnTo>
                    <a:pt x="4775206" y="5704830"/>
                  </a:lnTo>
                  <a:lnTo>
                    <a:pt x="4874792" y="5720071"/>
                  </a:lnTo>
                  <a:lnTo>
                    <a:pt x="4968746" y="5732742"/>
                  </a:lnTo>
                  <a:lnTo>
                    <a:pt x="5053041" y="5742840"/>
                  </a:lnTo>
                  <a:lnTo>
                    <a:pt x="5124100" y="5750454"/>
                  </a:lnTo>
                  <a:lnTo>
                    <a:pt x="5179455" y="5755791"/>
                  </a:lnTo>
                  <a:lnTo>
                    <a:pt x="5218270" y="5759173"/>
                  </a:lnTo>
                  <a:lnTo>
                    <a:pt x="5241593" y="5761017"/>
                  </a:lnTo>
                  <a:lnTo>
                    <a:pt x="5252309" y="5761789"/>
                  </a:lnTo>
                  <a:lnTo>
                    <a:pt x="5254955" y="5761963"/>
                  </a:lnTo>
                  <a:lnTo>
                    <a:pt x="6726343" y="5761963"/>
                  </a:lnTo>
                  <a:lnTo>
                    <a:pt x="6727175" y="5761867"/>
                  </a:lnTo>
                  <a:lnTo>
                    <a:pt x="6732682" y="5761183"/>
                  </a:lnTo>
                  <a:lnTo>
                    <a:pt x="6746687" y="5759293"/>
                  </a:lnTo>
                  <a:lnTo>
                    <a:pt x="6772027" y="5755566"/>
                  </a:lnTo>
                  <a:lnTo>
                    <a:pt x="6810409" y="5749396"/>
                  </a:lnTo>
                  <a:lnTo>
                    <a:pt x="6862289" y="5740253"/>
                  </a:lnTo>
                  <a:lnTo>
                    <a:pt x="6926878" y="5727724"/>
                  </a:lnTo>
                  <a:lnTo>
                    <a:pt x="7002317" y="5711541"/>
                  </a:lnTo>
                  <a:lnTo>
                    <a:pt x="7086000" y="5691576"/>
                  </a:lnTo>
                  <a:lnTo>
                    <a:pt x="7174975" y="5667818"/>
                  </a:lnTo>
                  <a:lnTo>
                    <a:pt x="7266318" y="5640324"/>
                  </a:lnTo>
                  <a:lnTo>
                    <a:pt x="7357439" y="5609171"/>
                  </a:lnTo>
                  <a:lnTo>
                    <a:pt x="7446252" y="5574405"/>
                  </a:lnTo>
                  <a:lnTo>
                    <a:pt x="7531245" y="5536008"/>
                  </a:lnTo>
                  <a:lnTo>
                    <a:pt x="7611449" y="5493870"/>
                  </a:lnTo>
                  <a:lnTo>
                    <a:pt x="7686371" y="5447778"/>
                  </a:lnTo>
                  <a:lnTo>
                    <a:pt x="7755889" y="5397411"/>
                  </a:lnTo>
                  <a:lnTo>
                    <a:pt x="7820161" y="5342337"/>
                  </a:lnTo>
                  <a:lnTo>
                    <a:pt x="7879532" y="5282030"/>
                  </a:lnTo>
                  <a:lnTo>
                    <a:pt x="7934476" y="5215875"/>
                  </a:lnTo>
                  <a:lnTo>
                    <a:pt x="7985530" y="5143200"/>
                  </a:lnTo>
                  <a:lnTo>
                    <a:pt x="8033263" y="5063317"/>
                  </a:lnTo>
                  <a:lnTo>
                    <a:pt x="8078242" y="4975584"/>
                  </a:lnTo>
                  <a:lnTo>
                    <a:pt x="8121004" y="4879518"/>
                  </a:lnTo>
                  <a:lnTo>
                    <a:pt x="8151487" y="4802998"/>
                  </a:lnTo>
                  <a:lnTo>
                    <a:pt x="8179119" y="4727727"/>
                  </a:lnTo>
                  <a:lnTo>
                    <a:pt x="8206202" y="4648401"/>
                  </a:lnTo>
                  <a:lnTo>
                    <a:pt x="8232847" y="4564940"/>
                  </a:lnTo>
                  <a:lnTo>
                    <a:pt x="8259146" y="4477298"/>
                  </a:lnTo>
                  <a:lnTo>
                    <a:pt x="8285182" y="4385467"/>
                  </a:lnTo>
                  <a:lnTo>
                    <a:pt x="8311022" y="4289477"/>
                  </a:lnTo>
                  <a:lnTo>
                    <a:pt x="8336722" y="4189401"/>
                  </a:lnTo>
                  <a:lnTo>
                    <a:pt x="8362331" y="4085355"/>
                  </a:lnTo>
                  <a:lnTo>
                    <a:pt x="8387886" y="3977503"/>
                  </a:lnTo>
                  <a:lnTo>
                    <a:pt x="8413417" y="3866054"/>
                  </a:lnTo>
                  <a:lnTo>
                    <a:pt x="8438947" y="3751264"/>
                  </a:lnTo>
                  <a:lnTo>
                    <a:pt x="8464491" y="3633434"/>
                  </a:lnTo>
                  <a:lnTo>
                    <a:pt x="8490059" y="3512908"/>
                  </a:lnTo>
                  <a:lnTo>
                    <a:pt x="8515655" y="3390070"/>
                  </a:lnTo>
                  <a:lnTo>
                    <a:pt x="8541279" y="3265338"/>
                  </a:lnTo>
                  <a:lnTo>
                    <a:pt x="8566928" y="3139159"/>
                  </a:lnTo>
                  <a:lnTo>
                    <a:pt x="8592594" y="3012003"/>
                  </a:lnTo>
                  <a:lnTo>
                    <a:pt x="8618270" y="2884356"/>
                  </a:lnTo>
                  <a:lnTo>
                    <a:pt x="8643945" y="2756713"/>
                  </a:lnTo>
                  <a:lnTo>
                    <a:pt x="8669611" y="2629565"/>
                  </a:lnTo>
                  <a:lnTo>
                    <a:pt x="8695260" y="2503399"/>
                  </a:lnTo>
                  <a:lnTo>
                    <a:pt x="8720884" y="2378686"/>
                  </a:lnTo>
                  <a:lnTo>
                    <a:pt x="8746480" y="2255871"/>
                  </a:lnTo>
                  <a:lnTo>
                    <a:pt x="8772047" y="2135374"/>
                  </a:lnTo>
                  <a:lnTo>
                    <a:pt x="8797591" y="2017576"/>
                  </a:lnTo>
                  <a:lnTo>
                    <a:pt x="8823121" y="1902821"/>
                  </a:lnTo>
                  <a:lnTo>
                    <a:pt x="8848652" y="1791411"/>
                  </a:lnTo>
                  <a:lnTo>
                    <a:pt x="8874207" y="1683600"/>
                  </a:lnTo>
                  <a:lnTo>
                    <a:pt x="8899817" y="1579598"/>
                  </a:lnTo>
                  <a:lnTo>
                    <a:pt x="8925519" y="1479566"/>
                  </a:lnTo>
                  <a:lnTo>
                    <a:pt x="8951360" y="1383622"/>
                  </a:lnTo>
                  <a:lnTo>
                    <a:pt x="8977398" y="1291838"/>
                  </a:lnTo>
                  <a:lnTo>
                    <a:pt x="9003701" y="1204243"/>
                  </a:lnTo>
                  <a:lnTo>
                    <a:pt x="9030350" y="1120829"/>
                  </a:lnTo>
                  <a:lnTo>
                    <a:pt x="9057439" y="1041548"/>
                  </a:lnTo>
                  <a:lnTo>
                    <a:pt x="9084767" y="967138"/>
                  </a:lnTo>
                  <a:lnTo>
                    <a:pt x="9126202" y="864775"/>
                  </a:lnTo>
                  <a:lnTo>
                    <a:pt x="9169493" y="770912"/>
                  </a:lnTo>
                  <a:lnTo>
                    <a:pt x="9215136" y="685279"/>
                  </a:lnTo>
                  <a:lnTo>
                    <a:pt x="9263679" y="607338"/>
                  </a:lnTo>
                  <a:lnTo>
                    <a:pt x="9315692" y="536429"/>
                  </a:lnTo>
                  <a:lnTo>
                    <a:pt x="9371739" y="471860"/>
                  </a:lnTo>
                  <a:lnTo>
                    <a:pt x="9432346" y="412972"/>
                  </a:lnTo>
                  <a:lnTo>
                    <a:pt x="9497956" y="359171"/>
                  </a:lnTo>
                  <a:lnTo>
                    <a:pt x="9568877" y="309955"/>
                  </a:lnTo>
                  <a:lnTo>
                    <a:pt x="9645200" y="264920"/>
                  </a:lnTo>
                  <a:lnTo>
                    <a:pt x="9726717" y="223772"/>
                  </a:lnTo>
                  <a:lnTo>
                    <a:pt x="9812819" y="186327"/>
                  </a:lnTo>
                  <a:lnTo>
                    <a:pt x="9902402" y="152501"/>
                  </a:lnTo>
                  <a:lnTo>
                    <a:pt x="9993804" y="122295"/>
                  </a:lnTo>
                  <a:lnTo>
                    <a:pt x="10084797" y="95767"/>
                  </a:lnTo>
                  <a:lnTo>
                    <a:pt x="10172682" y="72993"/>
                  </a:lnTo>
                  <a:lnTo>
                    <a:pt x="10254496" y="54018"/>
                  </a:lnTo>
                  <a:lnTo>
                    <a:pt x="10327336" y="38804"/>
                  </a:lnTo>
                  <a:lnTo>
                    <a:pt x="10388755" y="27189"/>
                  </a:lnTo>
                  <a:lnTo>
                    <a:pt x="10437146" y="18866"/>
                  </a:lnTo>
                  <a:lnTo>
                    <a:pt x="10472036" y="13388"/>
                  </a:lnTo>
                  <a:lnTo>
                    <a:pt x="10494210" y="10199"/>
                  </a:lnTo>
                  <a:lnTo>
                    <a:pt x="10505686" y="8684"/>
                  </a:lnTo>
                  <a:lnTo>
                    <a:pt x="10509570" y="8211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9078" y="96"/>
                  </a:lnTo>
                  <a:lnTo>
                    <a:pt x="10503571" y="780"/>
                  </a:lnTo>
                  <a:lnTo>
                    <a:pt x="10489566" y="2670"/>
                  </a:lnTo>
                  <a:lnTo>
                    <a:pt x="10464227" y="6397"/>
                  </a:lnTo>
                  <a:lnTo>
                    <a:pt x="10425844" y="12567"/>
                  </a:lnTo>
                  <a:lnTo>
                    <a:pt x="10373964" y="21710"/>
                  </a:lnTo>
                  <a:lnTo>
                    <a:pt x="10309375" y="34239"/>
                  </a:lnTo>
                  <a:lnTo>
                    <a:pt x="10233937" y="50422"/>
                  </a:lnTo>
                  <a:lnTo>
                    <a:pt x="10150253" y="70387"/>
                  </a:lnTo>
                  <a:lnTo>
                    <a:pt x="10061279" y="94145"/>
                  </a:lnTo>
                  <a:lnTo>
                    <a:pt x="9969935" y="121638"/>
                  </a:lnTo>
                  <a:lnTo>
                    <a:pt x="9878815" y="152792"/>
                  </a:lnTo>
                  <a:lnTo>
                    <a:pt x="9790001" y="187558"/>
                  </a:lnTo>
                  <a:lnTo>
                    <a:pt x="9705009" y="225955"/>
                  </a:lnTo>
                  <a:lnTo>
                    <a:pt x="9624804" y="268093"/>
                  </a:lnTo>
                  <a:lnTo>
                    <a:pt x="9549882" y="314185"/>
                  </a:lnTo>
                  <a:lnTo>
                    <a:pt x="9480364" y="364552"/>
                  </a:lnTo>
                  <a:lnTo>
                    <a:pt x="9416093" y="419625"/>
                  </a:lnTo>
                  <a:lnTo>
                    <a:pt x="9356721" y="479933"/>
                  </a:lnTo>
                  <a:lnTo>
                    <a:pt x="9301778" y="546088"/>
                  </a:lnTo>
                  <a:lnTo>
                    <a:pt x="9250724" y="618762"/>
                  </a:lnTo>
                  <a:lnTo>
                    <a:pt x="9202990" y="698646"/>
                  </a:lnTo>
                  <a:lnTo>
                    <a:pt x="9158011" y="786379"/>
                  </a:lnTo>
                  <a:lnTo>
                    <a:pt x="9115249" y="882445"/>
                  </a:lnTo>
                  <a:lnTo>
                    <a:pt x="9084767" y="958965"/>
                  </a:lnTo>
                  <a:lnTo>
                    <a:pt x="9057135" y="1034235"/>
                  </a:lnTo>
                  <a:lnTo>
                    <a:pt x="9030051" y="1113562"/>
                  </a:lnTo>
                  <a:lnTo>
                    <a:pt x="9003407" y="1197023"/>
                  </a:lnTo>
                  <a:lnTo>
                    <a:pt x="8977107" y="1284665"/>
                  </a:lnTo>
                  <a:lnTo>
                    <a:pt x="8951071" y="1376495"/>
                  </a:lnTo>
                  <a:lnTo>
                    <a:pt x="8925232" y="1472485"/>
                  </a:lnTo>
                  <a:lnTo>
                    <a:pt x="8899531" y="1572562"/>
                  </a:lnTo>
                  <a:lnTo>
                    <a:pt x="8873923" y="1676607"/>
                  </a:lnTo>
                  <a:lnTo>
                    <a:pt x="8848368" y="1784460"/>
                  </a:lnTo>
                  <a:lnTo>
                    <a:pt x="8822836" y="1895909"/>
                  </a:lnTo>
                  <a:lnTo>
                    <a:pt x="8797307" y="2010699"/>
                  </a:lnTo>
                  <a:lnTo>
                    <a:pt x="8771763" y="2128529"/>
                  </a:lnTo>
                  <a:lnTo>
                    <a:pt x="8746195" y="2249054"/>
                  </a:lnTo>
                  <a:lnTo>
                    <a:pt x="8720599" y="2371892"/>
                  </a:lnTo>
                  <a:lnTo>
                    <a:pt x="8694974" y="2496625"/>
                  </a:lnTo>
                  <a:lnTo>
                    <a:pt x="8669326" y="2622804"/>
                  </a:lnTo>
                  <a:lnTo>
                    <a:pt x="8643659" y="2749960"/>
                  </a:lnTo>
                  <a:lnTo>
                    <a:pt x="8617984" y="2877606"/>
                  </a:lnTo>
                  <a:lnTo>
                    <a:pt x="8592308" y="3005250"/>
                  </a:lnTo>
                  <a:lnTo>
                    <a:pt x="8566642" y="3132398"/>
                  </a:lnTo>
                  <a:lnTo>
                    <a:pt x="8540993" y="3258563"/>
                  </a:lnTo>
                  <a:lnTo>
                    <a:pt x="8515369" y="3383277"/>
                  </a:lnTo>
                  <a:lnTo>
                    <a:pt x="8489774" y="3506092"/>
                  </a:lnTo>
                  <a:lnTo>
                    <a:pt x="8464206" y="3626589"/>
                  </a:lnTo>
                  <a:lnTo>
                    <a:pt x="8438662" y="3744387"/>
                  </a:lnTo>
                  <a:lnTo>
                    <a:pt x="8413132" y="3859142"/>
                  </a:lnTo>
                  <a:lnTo>
                    <a:pt x="8387601" y="3970552"/>
                  </a:lnTo>
                  <a:lnTo>
                    <a:pt x="8362046" y="4078363"/>
                  </a:lnTo>
                  <a:lnTo>
                    <a:pt x="8336436" y="4182365"/>
                  </a:lnTo>
                  <a:lnTo>
                    <a:pt x="8310735" y="4282396"/>
                  </a:lnTo>
                  <a:lnTo>
                    <a:pt x="8284893" y="4378340"/>
                  </a:lnTo>
                  <a:lnTo>
                    <a:pt x="8258855" y="4470125"/>
                  </a:lnTo>
                  <a:lnTo>
                    <a:pt x="8232552" y="4557719"/>
                  </a:lnTo>
                  <a:lnTo>
                    <a:pt x="8205903" y="4641134"/>
                  </a:lnTo>
                  <a:lnTo>
                    <a:pt x="8178814" y="4720415"/>
                  </a:lnTo>
                  <a:lnTo>
                    <a:pt x="8151487" y="4794825"/>
                  </a:lnTo>
                  <a:lnTo>
                    <a:pt x="8110051" y="4897188"/>
                  </a:lnTo>
                  <a:lnTo>
                    <a:pt x="8066760" y="4991051"/>
                  </a:lnTo>
                  <a:lnTo>
                    <a:pt x="8021117" y="5076684"/>
                  </a:lnTo>
                  <a:lnTo>
                    <a:pt x="7972574" y="5154624"/>
                  </a:lnTo>
                  <a:lnTo>
                    <a:pt x="7920561" y="5225534"/>
                  </a:lnTo>
                  <a:lnTo>
                    <a:pt x="7864514" y="5290103"/>
                  </a:lnTo>
                  <a:lnTo>
                    <a:pt x="7803908" y="5348991"/>
                  </a:lnTo>
                  <a:lnTo>
                    <a:pt x="7738297" y="5402791"/>
                  </a:lnTo>
                  <a:lnTo>
                    <a:pt x="7667377" y="5452008"/>
                  </a:lnTo>
                  <a:lnTo>
                    <a:pt x="7591054" y="5497043"/>
                  </a:lnTo>
                  <a:lnTo>
                    <a:pt x="7509537" y="5538191"/>
                  </a:lnTo>
                  <a:lnTo>
                    <a:pt x="7423435" y="5575636"/>
                  </a:lnTo>
                  <a:lnTo>
                    <a:pt x="7333851" y="5609462"/>
                  </a:lnTo>
                  <a:lnTo>
                    <a:pt x="7242449" y="5639668"/>
                  </a:lnTo>
                  <a:lnTo>
                    <a:pt x="7151456" y="5666196"/>
                  </a:lnTo>
                  <a:lnTo>
                    <a:pt x="7063571" y="5688970"/>
                  </a:lnTo>
                  <a:lnTo>
                    <a:pt x="6981757" y="5707944"/>
                  </a:lnTo>
                  <a:lnTo>
                    <a:pt x="6908917" y="5723158"/>
                  </a:lnTo>
                  <a:lnTo>
                    <a:pt x="6847498" y="5734774"/>
                  </a:lnTo>
                  <a:lnTo>
                    <a:pt x="6799107" y="5743097"/>
                  </a:lnTo>
                  <a:lnTo>
                    <a:pt x="6764218" y="5748575"/>
                  </a:lnTo>
                  <a:lnTo>
                    <a:pt x="6742043" y="5751763"/>
                  </a:lnTo>
                  <a:lnTo>
                    <a:pt x="6730568" y="5753279"/>
                  </a:lnTo>
                  <a:lnTo>
                    <a:pt x="6726684" y="5753752"/>
                  </a:lnTo>
                  <a:lnTo>
                    <a:pt x="6726343" y="5753790"/>
                  </a:lnTo>
                  <a:lnTo>
                    <a:pt x="5254955" y="5753790"/>
                  </a:lnTo>
                  <a:lnTo>
                    <a:pt x="5253830" y="5753718"/>
                  </a:lnTo>
                  <a:lnTo>
                    <a:pt x="5246434" y="5753201"/>
                  </a:lnTo>
                  <a:lnTo>
                    <a:pt x="5227784" y="5751773"/>
                  </a:lnTo>
                  <a:lnTo>
                    <a:pt x="5194421" y="5748961"/>
                  </a:lnTo>
                  <a:lnTo>
                    <a:pt x="5144659" y="5744327"/>
                  </a:lnTo>
                  <a:lnTo>
                    <a:pt x="5078708" y="5737513"/>
                  </a:lnTo>
                  <a:lnTo>
                    <a:pt x="4998531" y="5728270"/>
                  </a:lnTo>
                  <a:lnTo>
                    <a:pt x="4907402" y="5716473"/>
                  </a:lnTo>
                  <a:lnTo>
                    <a:pt x="4809269" y="5702097"/>
                  </a:lnTo>
                  <a:lnTo>
                    <a:pt x="4708111" y="5685181"/>
                  </a:lnTo>
                  <a:lnTo>
                    <a:pt x="4607429" y="5665782"/>
                  </a:lnTo>
                  <a:lnTo>
                    <a:pt x="4509954" y="5643928"/>
                  </a:lnTo>
                  <a:lnTo>
                    <a:pt x="4417564" y="5619591"/>
                  </a:lnTo>
                  <a:lnTo>
                    <a:pt x="4331340" y="5592663"/>
                  </a:lnTo>
                  <a:lnTo>
                    <a:pt x="4251713" y="5562945"/>
                  </a:lnTo>
                  <a:lnTo>
                    <a:pt x="4178624" y="5530150"/>
                  </a:lnTo>
                  <a:lnTo>
                    <a:pt x="4111679" y="5493904"/>
                  </a:lnTo>
                  <a:lnTo>
                    <a:pt x="4050271" y="5453759"/>
                  </a:lnTo>
                  <a:lnTo>
                    <a:pt x="3993678" y="5409215"/>
                  </a:lnTo>
                  <a:lnTo>
                    <a:pt x="3941128" y="5359753"/>
                  </a:lnTo>
                  <a:lnTo>
                    <a:pt x="3891855" y="5304902"/>
                  </a:lnTo>
                  <a:lnTo>
                    <a:pt x="3845143" y="5244338"/>
                  </a:lnTo>
                  <a:lnTo>
                    <a:pt x="3829811" y="5222545"/>
                  </a:lnTo>
                  <a:lnTo>
                    <a:pt x="3793887" y="5167719"/>
                  </a:lnTo>
                  <a:lnTo>
                    <a:pt x="3758839" y="5109046"/>
                  </a:lnTo>
                  <a:lnTo>
                    <a:pt x="3724437" y="5046449"/>
                  </a:lnTo>
                  <a:lnTo>
                    <a:pt x="3690498" y="4979907"/>
                  </a:lnTo>
                  <a:lnTo>
                    <a:pt x="3656871" y="4909458"/>
                  </a:lnTo>
                  <a:lnTo>
                    <a:pt x="3623437" y="4835214"/>
                  </a:lnTo>
                  <a:lnTo>
                    <a:pt x="3590106" y="4757356"/>
                  </a:lnTo>
                  <a:lnTo>
                    <a:pt x="3556810" y="4676139"/>
                  </a:lnTo>
                  <a:lnTo>
                    <a:pt x="3523504" y="4591895"/>
                  </a:lnTo>
                  <a:lnTo>
                    <a:pt x="3490162" y="4505024"/>
                  </a:lnTo>
                  <a:lnTo>
                    <a:pt x="3456772" y="4415992"/>
                  </a:lnTo>
                  <a:lnTo>
                    <a:pt x="3423336" y="4325319"/>
                  </a:lnTo>
                  <a:lnTo>
                    <a:pt x="3389866" y="4233571"/>
                  </a:lnTo>
                  <a:lnTo>
                    <a:pt x="3356379" y="4141339"/>
                  </a:lnTo>
                  <a:lnTo>
                    <a:pt x="3322896" y="4049231"/>
                  </a:lnTo>
                  <a:lnTo>
                    <a:pt x="3289438" y="3957849"/>
                  </a:lnTo>
                  <a:lnTo>
                    <a:pt x="3256020" y="3867776"/>
                  </a:lnTo>
                  <a:lnTo>
                    <a:pt x="3222650" y="3779560"/>
                  </a:lnTo>
                  <a:lnTo>
                    <a:pt x="3189324" y="3693702"/>
                  </a:lnTo>
                  <a:lnTo>
                    <a:pt x="3156027" y="3610642"/>
                  </a:lnTo>
                  <a:lnTo>
                    <a:pt x="3122723" y="3530752"/>
                  </a:lnTo>
                  <a:lnTo>
                    <a:pt x="3089360" y="3454333"/>
                  </a:lnTo>
                  <a:lnTo>
                    <a:pt x="3055860" y="3381610"/>
                  </a:lnTo>
                  <a:lnTo>
                    <a:pt x="3022122" y="3312737"/>
                  </a:lnTo>
                  <a:lnTo>
                    <a:pt x="2988015" y="3247794"/>
                  </a:lnTo>
                  <a:lnTo>
                    <a:pt x="2953376" y="3186795"/>
                  </a:lnTo>
                  <a:lnTo>
                    <a:pt x="2918002" y="3129695"/>
                  </a:lnTo>
                  <a:lnTo>
                    <a:pt x="2896531" y="3097566"/>
                  </a:lnTo>
                  <a:lnTo>
                    <a:pt x="2850539" y="3035045"/>
                  </a:lnTo>
                  <a:lnTo>
                    <a:pt x="2802208" y="2978286"/>
                  </a:lnTo>
                  <a:lnTo>
                    <a:pt x="2750851" y="2927050"/>
                  </a:lnTo>
                  <a:lnTo>
                    <a:pt x="2695712" y="2880899"/>
                  </a:lnTo>
                  <a:lnTo>
                    <a:pt x="2636017" y="2839324"/>
                  </a:lnTo>
                  <a:lnTo>
                    <a:pt x="2571021" y="2801813"/>
                  </a:lnTo>
                  <a:lnTo>
                    <a:pt x="2500067" y="2767897"/>
                  </a:lnTo>
                  <a:lnTo>
                    <a:pt x="2422677" y="2737175"/>
                  </a:lnTo>
                  <a:lnTo>
                    <a:pt x="2338664" y="2709330"/>
                  </a:lnTo>
                  <a:lnTo>
                    <a:pt x="2248274" y="2684133"/>
                  </a:lnTo>
                  <a:lnTo>
                    <a:pt x="2152351" y="2661446"/>
                  </a:lnTo>
                  <a:lnTo>
                    <a:pt x="2052491" y="2641216"/>
                  </a:lnTo>
                  <a:lnTo>
                    <a:pt x="1951136" y="2623454"/>
                  </a:lnTo>
                  <a:lnTo>
                    <a:pt x="1851550" y="2608213"/>
                  </a:lnTo>
                  <a:lnTo>
                    <a:pt x="1757596" y="2595542"/>
                  </a:lnTo>
                  <a:lnTo>
                    <a:pt x="1673301" y="2585444"/>
                  </a:lnTo>
                  <a:lnTo>
                    <a:pt x="1602242" y="2577830"/>
                  </a:lnTo>
                  <a:lnTo>
                    <a:pt x="1546887" y="2572494"/>
                  </a:lnTo>
                  <a:lnTo>
                    <a:pt x="1508072" y="2569112"/>
                  </a:lnTo>
                  <a:lnTo>
                    <a:pt x="1484749" y="2567267"/>
                  </a:lnTo>
                  <a:lnTo>
                    <a:pt x="1474033" y="2566496"/>
                  </a:lnTo>
                  <a:lnTo>
                    <a:pt x="1471387" y="2566321"/>
                  </a:lnTo>
                  <a:lnTo>
                    <a:pt x="0" y="2566321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522" name="pl522"/>
            <p:cNvSpPr/>
            <p:nvPr/>
          </p:nvSpPr>
          <p:spPr>
            <a:xfrm>
              <a:off x="4799595" y="3279786"/>
              <a:ext cx="11981298" cy="5753790"/>
            </a:xfrm>
            <a:custGeom>
              <a:avLst/>
              <a:pathLst>
                <a:path w="11981298" h="5753790">
                  <a:moveTo>
                    <a:pt x="0" y="2566321"/>
                  </a:moveTo>
                  <a:lnTo>
                    <a:pt x="1471387" y="2566321"/>
                  </a:lnTo>
                  <a:lnTo>
                    <a:pt x="1472512" y="2566393"/>
                  </a:lnTo>
                  <a:lnTo>
                    <a:pt x="1479908" y="2566910"/>
                  </a:lnTo>
                  <a:lnTo>
                    <a:pt x="1498558" y="2568338"/>
                  </a:lnTo>
                  <a:lnTo>
                    <a:pt x="1531921" y="2571150"/>
                  </a:lnTo>
                  <a:lnTo>
                    <a:pt x="1581683" y="2575784"/>
                  </a:lnTo>
                  <a:lnTo>
                    <a:pt x="1647634" y="2582599"/>
                  </a:lnTo>
                  <a:lnTo>
                    <a:pt x="1727811" y="2591841"/>
                  </a:lnTo>
                  <a:lnTo>
                    <a:pt x="1818940" y="2603639"/>
                  </a:lnTo>
                  <a:lnTo>
                    <a:pt x="1917073" y="2618015"/>
                  </a:lnTo>
                  <a:lnTo>
                    <a:pt x="2018231" y="2634930"/>
                  </a:lnTo>
                  <a:lnTo>
                    <a:pt x="2118913" y="2654330"/>
                  </a:lnTo>
                  <a:lnTo>
                    <a:pt x="2216388" y="2676183"/>
                  </a:lnTo>
                  <a:lnTo>
                    <a:pt x="2308778" y="2700520"/>
                  </a:lnTo>
                  <a:lnTo>
                    <a:pt x="2395002" y="2727449"/>
                  </a:lnTo>
                  <a:lnTo>
                    <a:pt x="2474629" y="2757167"/>
                  </a:lnTo>
                  <a:lnTo>
                    <a:pt x="2547718" y="2789962"/>
                  </a:lnTo>
                  <a:lnTo>
                    <a:pt x="2614663" y="2826207"/>
                  </a:lnTo>
                  <a:lnTo>
                    <a:pt x="2676071" y="2866352"/>
                  </a:lnTo>
                  <a:lnTo>
                    <a:pt x="2732664" y="2910896"/>
                  </a:lnTo>
                  <a:lnTo>
                    <a:pt x="2785214" y="2960358"/>
                  </a:lnTo>
                  <a:lnTo>
                    <a:pt x="2834487" y="3015209"/>
                  </a:lnTo>
                  <a:lnTo>
                    <a:pt x="2881199" y="3075773"/>
                  </a:lnTo>
                  <a:lnTo>
                    <a:pt x="2896531" y="3097566"/>
                  </a:lnTo>
                  <a:lnTo>
                    <a:pt x="2932455" y="3152393"/>
                  </a:lnTo>
                  <a:lnTo>
                    <a:pt x="2967503" y="3211065"/>
                  </a:lnTo>
                  <a:lnTo>
                    <a:pt x="3001905" y="3273662"/>
                  </a:lnTo>
                  <a:lnTo>
                    <a:pt x="3035844" y="3340205"/>
                  </a:lnTo>
                  <a:lnTo>
                    <a:pt x="3069472" y="3410653"/>
                  </a:lnTo>
                  <a:lnTo>
                    <a:pt x="3102905" y="3484897"/>
                  </a:lnTo>
                  <a:lnTo>
                    <a:pt x="3136237" y="3562756"/>
                  </a:lnTo>
                  <a:lnTo>
                    <a:pt x="3169532" y="3643972"/>
                  </a:lnTo>
                  <a:lnTo>
                    <a:pt x="3202838" y="3728217"/>
                  </a:lnTo>
                  <a:lnTo>
                    <a:pt x="3236180" y="3815088"/>
                  </a:lnTo>
                  <a:lnTo>
                    <a:pt x="3269570" y="3904120"/>
                  </a:lnTo>
                  <a:lnTo>
                    <a:pt x="3303006" y="3994792"/>
                  </a:lnTo>
                  <a:lnTo>
                    <a:pt x="3336477" y="4086541"/>
                  </a:lnTo>
                  <a:lnTo>
                    <a:pt x="3369963" y="4178772"/>
                  </a:lnTo>
                  <a:lnTo>
                    <a:pt x="3403446" y="4270880"/>
                  </a:lnTo>
                  <a:lnTo>
                    <a:pt x="3436904" y="4362263"/>
                  </a:lnTo>
                  <a:lnTo>
                    <a:pt x="3470322" y="4452336"/>
                  </a:lnTo>
                  <a:lnTo>
                    <a:pt x="3503693" y="4540551"/>
                  </a:lnTo>
                  <a:lnTo>
                    <a:pt x="3537018" y="4626409"/>
                  </a:lnTo>
                  <a:lnTo>
                    <a:pt x="3570315" y="4709470"/>
                  </a:lnTo>
                  <a:lnTo>
                    <a:pt x="3603619" y="4789360"/>
                  </a:lnTo>
                  <a:lnTo>
                    <a:pt x="3636982" y="4865779"/>
                  </a:lnTo>
                  <a:lnTo>
                    <a:pt x="3670482" y="4938501"/>
                  </a:lnTo>
                  <a:lnTo>
                    <a:pt x="3704220" y="5007374"/>
                  </a:lnTo>
                  <a:lnTo>
                    <a:pt x="3738327" y="5072318"/>
                  </a:lnTo>
                  <a:lnTo>
                    <a:pt x="3772966" y="5133316"/>
                  </a:lnTo>
                  <a:lnTo>
                    <a:pt x="3808340" y="5190416"/>
                  </a:lnTo>
                  <a:lnTo>
                    <a:pt x="3829811" y="5222545"/>
                  </a:lnTo>
                  <a:lnTo>
                    <a:pt x="3875803" y="5285067"/>
                  </a:lnTo>
                  <a:lnTo>
                    <a:pt x="3924134" y="5341825"/>
                  </a:lnTo>
                  <a:lnTo>
                    <a:pt x="3975491" y="5393062"/>
                  </a:lnTo>
                  <a:lnTo>
                    <a:pt x="4030630" y="5439212"/>
                  </a:lnTo>
                  <a:lnTo>
                    <a:pt x="4090325" y="5480787"/>
                  </a:lnTo>
                  <a:lnTo>
                    <a:pt x="4155321" y="5518298"/>
                  </a:lnTo>
                  <a:lnTo>
                    <a:pt x="4226275" y="5552214"/>
                  </a:lnTo>
                  <a:lnTo>
                    <a:pt x="4303665" y="5582936"/>
                  </a:lnTo>
                  <a:lnTo>
                    <a:pt x="4387678" y="5610782"/>
                  </a:lnTo>
                  <a:lnTo>
                    <a:pt x="4478068" y="5635978"/>
                  </a:lnTo>
                  <a:lnTo>
                    <a:pt x="4573991" y="5658665"/>
                  </a:lnTo>
                  <a:lnTo>
                    <a:pt x="4673852" y="5678895"/>
                  </a:lnTo>
                  <a:lnTo>
                    <a:pt x="4775206" y="5696657"/>
                  </a:lnTo>
                  <a:lnTo>
                    <a:pt x="4874792" y="5711898"/>
                  </a:lnTo>
                  <a:lnTo>
                    <a:pt x="4968746" y="5724569"/>
                  </a:lnTo>
                  <a:lnTo>
                    <a:pt x="5053041" y="5734667"/>
                  </a:lnTo>
                  <a:lnTo>
                    <a:pt x="5124100" y="5742281"/>
                  </a:lnTo>
                  <a:lnTo>
                    <a:pt x="5179455" y="5747618"/>
                  </a:lnTo>
                  <a:lnTo>
                    <a:pt x="5218270" y="5751000"/>
                  </a:lnTo>
                  <a:lnTo>
                    <a:pt x="5241593" y="5752844"/>
                  </a:lnTo>
                  <a:lnTo>
                    <a:pt x="5252309" y="5753616"/>
                  </a:lnTo>
                  <a:lnTo>
                    <a:pt x="5254910" y="5753788"/>
                  </a:lnTo>
                  <a:lnTo>
                    <a:pt x="5254955" y="5753790"/>
                  </a:lnTo>
                  <a:lnTo>
                    <a:pt x="6726343" y="5753790"/>
                  </a:lnTo>
                  <a:lnTo>
                    <a:pt x="6727175" y="5753694"/>
                  </a:lnTo>
                  <a:lnTo>
                    <a:pt x="6732682" y="5753010"/>
                  </a:lnTo>
                  <a:lnTo>
                    <a:pt x="6746687" y="5751120"/>
                  </a:lnTo>
                  <a:lnTo>
                    <a:pt x="6772027" y="5747393"/>
                  </a:lnTo>
                  <a:lnTo>
                    <a:pt x="6810409" y="5741223"/>
                  </a:lnTo>
                  <a:lnTo>
                    <a:pt x="6862289" y="5732080"/>
                  </a:lnTo>
                  <a:lnTo>
                    <a:pt x="6926878" y="5719551"/>
                  </a:lnTo>
                  <a:lnTo>
                    <a:pt x="7002317" y="5703368"/>
                  </a:lnTo>
                  <a:lnTo>
                    <a:pt x="7086000" y="5683403"/>
                  </a:lnTo>
                  <a:lnTo>
                    <a:pt x="7174975" y="5659645"/>
                  </a:lnTo>
                  <a:lnTo>
                    <a:pt x="7266318" y="5632151"/>
                  </a:lnTo>
                  <a:lnTo>
                    <a:pt x="7357439" y="5600998"/>
                  </a:lnTo>
                  <a:lnTo>
                    <a:pt x="7446252" y="5566232"/>
                  </a:lnTo>
                  <a:lnTo>
                    <a:pt x="7531245" y="5527835"/>
                  </a:lnTo>
                  <a:lnTo>
                    <a:pt x="7611449" y="5485697"/>
                  </a:lnTo>
                  <a:lnTo>
                    <a:pt x="7686371" y="5439605"/>
                  </a:lnTo>
                  <a:lnTo>
                    <a:pt x="7755889" y="5389238"/>
                  </a:lnTo>
                  <a:lnTo>
                    <a:pt x="7820161" y="5334164"/>
                  </a:lnTo>
                  <a:lnTo>
                    <a:pt x="7879532" y="5273857"/>
                  </a:lnTo>
                  <a:lnTo>
                    <a:pt x="7934476" y="5207702"/>
                  </a:lnTo>
                  <a:lnTo>
                    <a:pt x="7985530" y="5135027"/>
                  </a:lnTo>
                  <a:lnTo>
                    <a:pt x="8033263" y="5055144"/>
                  </a:lnTo>
                  <a:lnTo>
                    <a:pt x="8078242" y="4967411"/>
                  </a:lnTo>
                  <a:lnTo>
                    <a:pt x="8121004" y="4871345"/>
                  </a:lnTo>
                  <a:lnTo>
                    <a:pt x="8151487" y="4794825"/>
                  </a:lnTo>
                  <a:lnTo>
                    <a:pt x="8179119" y="4719554"/>
                  </a:lnTo>
                  <a:lnTo>
                    <a:pt x="8206202" y="4640228"/>
                  </a:lnTo>
                  <a:lnTo>
                    <a:pt x="8232847" y="4556767"/>
                  </a:lnTo>
                  <a:lnTo>
                    <a:pt x="8259146" y="4469125"/>
                  </a:lnTo>
                  <a:lnTo>
                    <a:pt x="8285182" y="4377294"/>
                  </a:lnTo>
                  <a:lnTo>
                    <a:pt x="8311022" y="4281304"/>
                  </a:lnTo>
                  <a:lnTo>
                    <a:pt x="8336722" y="4181228"/>
                  </a:lnTo>
                  <a:lnTo>
                    <a:pt x="8362331" y="4077182"/>
                  </a:lnTo>
                  <a:lnTo>
                    <a:pt x="8387886" y="3969330"/>
                  </a:lnTo>
                  <a:lnTo>
                    <a:pt x="8413417" y="3857881"/>
                  </a:lnTo>
                  <a:lnTo>
                    <a:pt x="8438947" y="3743091"/>
                  </a:lnTo>
                  <a:lnTo>
                    <a:pt x="8464491" y="3625261"/>
                  </a:lnTo>
                  <a:lnTo>
                    <a:pt x="8490059" y="3504735"/>
                  </a:lnTo>
                  <a:lnTo>
                    <a:pt x="8515655" y="3381897"/>
                  </a:lnTo>
                  <a:lnTo>
                    <a:pt x="8541279" y="3257165"/>
                  </a:lnTo>
                  <a:lnTo>
                    <a:pt x="8566928" y="3130986"/>
                  </a:lnTo>
                  <a:lnTo>
                    <a:pt x="8592594" y="3003830"/>
                  </a:lnTo>
                  <a:lnTo>
                    <a:pt x="8618270" y="2876183"/>
                  </a:lnTo>
                  <a:lnTo>
                    <a:pt x="8643945" y="2748540"/>
                  </a:lnTo>
                  <a:lnTo>
                    <a:pt x="8669611" y="2621392"/>
                  </a:lnTo>
                  <a:lnTo>
                    <a:pt x="8695260" y="2495226"/>
                  </a:lnTo>
                  <a:lnTo>
                    <a:pt x="8720884" y="2370513"/>
                  </a:lnTo>
                  <a:lnTo>
                    <a:pt x="8746480" y="2247698"/>
                  </a:lnTo>
                  <a:lnTo>
                    <a:pt x="8772047" y="2127201"/>
                  </a:lnTo>
                  <a:lnTo>
                    <a:pt x="8797591" y="2009403"/>
                  </a:lnTo>
                  <a:lnTo>
                    <a:pt x="8823121" y="1894648"/>
                  </a:lnTo>
                  <a:lnTo>
                    <a:pt x="8848652" y="1783238"/>
                  </a:lnTo>
                  <a:lnTo>
                    <a:pt x="8874207" y="1675427"/>
                  </a:lnTo>
                  <a:lnTo>
                    <a:pt x="8899817" y="1571425"/>
                  </a:lnTo>
                  <a:lnTo>
                    <a:pt x="8925519" y="1471393"/>
                  </a:lnTo>
                  <a:lnTo>
                    <a:pt x="8951360" y="1375449"/>
                  </a:lnTo>
                  <a:lnTo>
                    <a:pt x="8977398" y="1283665"/>
                  </a:lnTo>
                  <a:lnTo>
                    <a:pt x="9003701" y="1196070"/>
                  </a:lnTo>
                  <a:lnTo>
                    <a:pt x="9030350" y="1112656"/>
                  </a:lnTo>
                  <a:lnTo>
                    <a:pt x="9057439" y="1033375"/>
                  </a:lnTo>
                  <a:lnTo>
                    <a:pt x="9084767" y="958965"/>
                  </a:lnTo>
                  <a:lnTo>
                    <a:pt x="9126202" y="856602"/>
                  </a:lnTo>
                  <a:lnTo>
                    <a:pt x="9169493" y="762739"/>
                  </a:lnTo>
                  <a:lnTo>
                    <a:pt x="9215136" y="677106"/>
                  </a:lnTo>
                  <a:lnTo>
                    <a:pt x="9263679" y="599165"/>
                  </a:lnTo>
                  <a:lnTo>
                    <a:pt x="9315692" y="528256"/>
                  </a:lnTo>
                  <a:lnTo>
                    <a:pt x="9371739" y="463687"/>
                  </a:lnTo>
                  <a:lnTo>
                    <a:pt x="9432346" y="404799"/>
                  </a:lnTo>
                  <a:lnTo>
                    <a:pt x="9497956" y="350998"/>
                  </a:lnTo>
                  <a:lnTo>
                    <a:pt x="9568877" y="301782"/>
                  </a:lnTo>
                  <a:lnTo>
                    <a:pt x="9645200" y="256747"/>
                  </a:lnTo>
                  <a:lnTo>
                    <a:pt x="9726717" y="215599"/>
                  </a:lnTo>
                  <a:lnTo>
                    <a:pt x="9812819" y="178154"/>
                  </a:lnTo>
                  <a:lnTo>
                    <a:pt x="9902402" y="144328"/>
                  </a:lnTo>
                  <a:lnTo>
                    <a:pt x="9993804" y="114122"/>
                  </a:lnTo>
                  <a:lnTo>
                    <a:pt x="10084797" y="87594"/>
                  </a:lnTo>
                  <a:lnTo>
                    <a:pt x="10172682" y="64820"/>
                  </a:lnTo>
                  <a:lnTo>
                    <a:pt x="10254496" y="45845"/>
                  </a:lnTo>
                  <a:lnTo>
                    <a:pt x="10327336" y="30631"/>
                  </a:lnTo>
                  <a:lnTo>
                    <a:pt x="10388755" y="19016"/>
                  </a:lnTo>
                  <a:lnTo>
                    <a:pt x="10437146" y="10693"/>
                  </a:lnTo>
                  <a:lnTo>
                    <a:pt x="10472036" y="5215"/>
                  </a:lnTo>
                  <a:lnTo>
                    <a:pt x="10494210" y="2026"/>
                  </a:lnTo>
                  <a:lnTo>
                    <a:pt x="10505686" y="511"/>
                  </a:lnTo>
                  <a:lnTo>
                    <a:pt x="10509570" y="38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23" name="pl523"/>
            <p:cNvSpPr/>
            <p:nvPr/>
          </p:nvSpPr>
          <p:spPr>
            <a:xfrm>
              <a:off x="4799595" y="3271613"/>
              <a:ext cx="11981298" cy="5753790"/>
            </a:xfrm>
            <a:custGeom>
              <a:avLst/>
              <a:pathLst>
                <a:path w="11981298" h="5753790">
                  <a:moveTo>
                    <a:pt x="11981298" y="0"/>
                  </a:moveTo>
                  <a:lnTo>
                    <a:pt x="10509911" y="0"/>
                  </a:lnTo>
                  <a:lnTo>
                    <a:pt x="10509078" y="96"/>
                  </a:lnTo>
                  <a:lnTo>
                    <a:pt x="10503571" y="780"/>
                  </a:lnTo>
                  <a:lnTo>
                    <a:pt x="10489566" y="2670"/>
                  </a:lnTo>
                  <a:lnTo>
                    <a:pt x="10464227" y="6397"/>
                  </a:lnTo>
                  <a:lnTo>
                    <a:pt x="10425844" y="12567"/>
                  </a:lnTo>
                  <a:lnTo>
                    <a:pt x="10373964" y="21710"/>
                  </a:lnTo>
                  <a:lnTo>
                    <a:pt x="10309375" y="34239"/>
                  </a:lnTo>
                  <a:lnTo>
                    <a:pt x="10233937" y="50422"/>
                  </a:lnTo>
                  <a:lnTo>
                    <a:pt x="10150253" y="70387"/>
                  </a:lnTo>
                  <a:lnTo>
                    <a:pt x="10061279" y="94145"/>
                  </a:lnTo>
                  <a:lnTo>
                    <a:pt x="9969935" y="121638"/>
                  </a:lnTo>
                  <a:lnTo>
                    <a:pt x="9878815" y="152792"/>
                  </a:lnTo>
                  <a:lnTo>
                    <a:pt x="9790001" y="187558"/>
                  </a:lnTo>
                  <a:lnTo>
                    <a:pt x="9705009" y="225955"/>
                  </a:lnTo>
                  <a:lnTo>
                    <a:pt x="9624804" y="268093"/>
                  </a:lnTo>
                  <a:lnTo>
                    <a:pt x="9549882" y="314185"/>
                  </a:lnTo>
                  <a:lnTo>
                    <a:pt x="9480364" y="364552"/>
                  </a:lnTo>
                  <a:lnTo>
                    <a:pt x="9416093" y="419625"/>
                  </a:lnTo>
                  <a:lnTo>
                    <a:pt x="9356721" y="479933"/>
                  </a:lnTo>
                  <a:lnTo>
                    <a:pt x="9301778" y="546088"/>
                  </a:lnTo>
                  <a:lnTo>
                    <a:pt x="9250724" y="618762"/>
                  </a:lnTo>
                  <a:lnTo>
                    <a:pt x="9202990" y="698646"/>
                  </a:lnTo>
                  <a:lnTo>
                    <a:pt x="9158011" y="786379"/>
                  </a:lnTo>
                  <a:lnTo>
                    <a:pt x="9115249" y="882445"/>
                  </a:lnTo>
                  <a:lnTo>
                    <a:pt x="9084767" y="958965"/>
                  </a:lnTo>
                  <a:lnTo>
                    <a:pt x="9057135" y="1034235"/>
                  </a:lnTo>
                  <a:lnTo>
                    <a:pt x="9030051" y="1113562"/>
                  </a:lnTo>
                  <a:lnTo>
                    <a:pt x="9003407" y="1197023"/>
                  </a:lnTo>
                  <a:lnTo>
                    <a:pt x="8977107" y="1284665"/>
                  </a:lnTo>
                  <a:lnTo>
                    <a:pt x="8951071" y="1376495"/>
                  </a:lnTo>
                  <a:lnTo>
                    <a:pt x="8925232" y="1472485"/>
                  </a:lnTo>
                  <a:lnTo>
                    <a:pt x="8899531" y="1572562"/>
                  </a:lnTo>
                  <a:lnTo>
                    <a:pt x="8873923" y="1676607"/>
                  </a:lnTo>
                  <a:lnTo>
                    <a:pt x="8848368" y="1784460"/>
                  </a:lnTo>
                  <a:lnTo>
                    <a:pt x="8822836" y="1895909"/>
                  </a:lnTo>
                  <a:lnTo>
                    <a:pt x="8797307" y="2010699"/>
                  </a:lnTo>
                  <a:lnTo>
                    <a:pt x="8771763" y="2128529"/>
                  </a:lnTo>
                  <a:lnTo>
                    <a:pt x="8746195" y="2249054"/>
                  </a:lnTo>
                  <a:lnTo>
                    <a:pt x="8720599" y="2371892"/>
                  </a:lnTo>
                  <a:lnTo>
                    <a:pt x="8694974" y="2496625"/>
                  </a:lnTo>
                  <a:lnTo>
                    <a:pt x="8669326" y="2622804"/>
                  </a:lnTo>
                  <a:lnTo>
                    <a:pt x="8643659" y="2749960"/>
                  </a:lnTo>
                  <a:lnTo>
                    <a:pt x="8617984" y="2877606"/>
                  </a:lnTo>
                  <a:lnTo>
                    <a:pt x="8592308" y="3005250"/>
                  </a:lnTo>
                  <a:lnTo>
                    <a:pt x="8566642" y="3132398"/>
                  </a:lnTo>
                  <a:lnTo>
                    <a:pt x="8540993" y="3258563"/>
                  </a:lnTo>
                  <a:lnTo>
                    <a:pt x="8515369" y="3383277"/>
                  </a:lnTo>
                  <a:lnTo>
                    <a:pt x="8489774" y="3506092"/>
                  </a:lnTo>
                  <a:lnTo>
                    <a:pt x="8464206" y="3626589"/>
                  </a:lnTo>
                  <a:lnTo>
                    <a:pt x="8438662" y="3744387"/>
                  </a:lnTo>
                  <a:lnTo>
                    <a:pt x="8413132" y="3859142"/>
                  </a:lnTo>
                  <a:lnTo>
                    <a:pt x="8387601" y="3970552"/>
                  </a:lnTo>
                  <a:lnTo>
                    <a:pt x="8362046" y="4078363"/>
                  </a:lnTo>
                  <a:lnTo>
                    <a:pt x="8336436" y="4182365"/>
                  </a:lnTo>
                  <a:lnTo>
                    <a:pt x="8310735" y="4282396"/>
                  </a:lnTo>
                  <a:lnTo>
                    <a:pt x="8284893" y="4378340"/>
                  </a:lnTo>
                  <a:lnTo>
                    <a:pt x="8258855" y="4470125"/>
                  </a:lnTo>
                  <a:lnTo>
                    <a:pt x="8232552" y="4557719"/>
                  </a:lnTo>
                  <a:lnTo>
                    <a:pt x="8205903" y="4641134"/>
                  </a:lnTo>
                  <a:lnTo>
                    <a:pt x="8178814" y="4720415"/>
                  </a:lnTo>
                  <a:lnTo>
                    <a:pt x="8151487" y="4794825"/>
                  </a:lnTo>
                  <a:lnTo>
                    <a:pt x="8110051" y="4897188"/>
                  </a:lnTo>
                  <a:lnTo>
                    <a:pt x="8066760" y="4991051"/>
                  </a:lnTo>
                  <a:lnTo>
                    <a:pt x="8021117" y="5076684"/>
                  </a:lnTo>
                  <a:lnTo>
                    <a:pt x="7972574" y="5154624"/>
                  </a:lnTo>
                  <a:lnTo>
                    <a:pt x="7920561" y="5225534"/>
                  </a:lnTo>
                  <a:lnTo>
                    <a:pt x="7864514" y="5290103"/>
                  </a:lnTo>
                  <a:lnTo>
                    <a:pt x="7803908" y="5348991"/>
                  </a:lnTo>
                  <a:lnTo>
                    <a:pt x="7738297" y="5402791"/>
                  </a:lnTo>
                  <a:lnTo>
                    <a:pt x="7667377" y="5452008"/>
                  </a:lnTo>
                  <a:lnTo>
                    <a:pt x="7591054" y="5497043"/>
                  </a:lnTo>
                  <a:lnTo>
                    <a:pt x="7509537" y="5538191"/>
                  </a:lnTo>
                  <a:lnTo>
                    <a:pt x="7423435" y="5575636"/>
                  </a:lnTo>
                  <a:lnTo>
                    <a:pt x="7333851" y="5609462"/>
                  </a:lnTo>
                  <a:lnTo>
                    <a:pt x="7242449" y="5639668"/>
                  </a:lnTo>
                  <a:lnTo>
                    <a:pt x="7151456" y="5666196"/>
                  </a:lnTo>
                  <a:lnTo>
                    <a:pt x="7063571" y="5688970"/>
                  </a:lnTo>
                  <a:lnTo>
                    <a:pt x="6981757" y="5707944"/>
                  </a:lnTo>
                  <a:lnTo>
                    <a:pt x="6908917" y="5723158"/>
                  </a:lnTo>
                  <a:lnTo>
                    <a:pt x="6847498" y="5734774"/>
                  </a:lnTo>
                  <a:lnTo>
                    <a:pt x="6799107" y="5743097"/>
                  </a:lnTo>
                  <a:lnTo>
                    <a:pt x="6764218" y="5748575"/>
                  </a:lnTo>
                  <a:lnTo>
                    <a:pt x="6742043" y="5751763"/>
                  </a:lnTo>
                  <a:lnTo>
                    <a:pt x="6730568" y="5753279"/>
                  </a:lnTo>
                  <a:lnTo>
                    <a:pt x="6726684" y="5753752"/>
                  </a:lnTo>
                  <a:lnTo>
                    <a:pt x="6726343" y="5753790"/>
                  </a:lnTo>
                  <a:lnTo>
                    <a:pt x="5254955" y="5753790"/>
                  </a:lnTo>
                  <a:lnTo>
                    <a:pt x="5253830" y="5753718"/>
                  </a:lnTo>
                  <a:lnTo>
                    <a:pt x="5246434" y="5753201"/>
                  </a:lnTo>
                  <a:lnTo>
                    <a:pt x="5227784" y="5751773"/>
                  </a:lnTo>
                  <a:lnTo>
                    <a:pt x="5194421" y="5748961"/>
                  </a:lnTo>
                  <a:lnTo>
                    <a:pt x="5144659" y="5744327"/>
                  </a:lnTo>
                  <a:lnTo>
                    <a:pt x="5078708" y="5737513"/>
                  </a:lnTo>
                  <a:lnTo>
                    <a:pt x="4998531" y="5728270"/>
                  </a:lnTo>
                  <a:lnTo>
                    <a:pt x="4907402" y="5716473"/>
                  </a:lnTo>
                  <a:lnTo>
                    <a:pt x="4809269" y="5702097"/>
                  </a:lnTo>
                  <a:lnTo>
                    <a:pt x="4708111" y="5685181"/>
                  </a:lnTo>
                  <a:lnTo>
                    <a:pt x="4607429" y="5665782"/>
                  </a:lnTo>
                  <a:lnTo>
                    <a:pt x="4509954" y="5643928"/>
                  </a:lnTo>
                  <a:lnTo>
                    <a:pt x="4417564" y="5619591"/>
                  </a:lnTo>
                  <a:lnTo>
                    <a:pt x="4331340" y="5592663"/>
                  </a:lnTo>
                  <a:lnTo>
                    <a:pt x="4251713" y="5562945"/>
                  </a:lnTo>
                  <a:lnTo>
                    <a:pt x="4178624" y="5530150"/>
                  </a:lnTo>
                  <a:lnTo>
                    <a:pt x="4111679" y="5493904"/>
                  </a:lnTo>
                  <a:lnTo>
                    <a:pt x="4050271" y="5453759"/>
                  </a:lnTo>
                  <a:lnTo>
                    <a:pt x="3993678" y="5409215"/>
                  </a:lnTo>
                  <a:lnTo>
                    <a:pt x="3941128" y="5359753"/>
                  </a:lnTo>
                  <a:lnTo>
                    <a:pt x="3891855" y="5304902"/>
                  </a:lnTo>
                  <a:lnTo>
                    <a:pt x="3845143" y="5244338"/>
                  </a:lnTo>
                  <a:lnTo>
                    <a:pt x="3829811" y="5222545"/>
                  </a:lnTo>
                  <a:lnTo>
                    <a:pt x="3793887" y="5167719"/>
                  </a:lnTo>
                  <a:lnTo>
                    <a:pt x="3758839" y="5109046"/>
                  </a:lnTo>
                  <a:lnTo>
                    <a:pt x="3724437" y="5046449"/>
                  </a:lnTo>
                  <a:lnTo>
                    <a:pt x="3690498" y="4979907"/>
                  </a:lnTo>
                  <a:lnTo>
                    <a:pt x="3656871" y="4909458"/>
                  </a:lnTo>
                  <a:lnTo>
                    <a:pt x="3623437" y="4835214"/>
                  </a:lnTo>
                  <a:lnTo>
                    <a:pt x="3590106" y="4757356"/>
                  </a:lnTo>
                  <a:lnTo>
                    <a:pt x="3556810" y="4676139"/>
                  </a:lnTo>
                  <a:lnTo>
                    <a:pt x="3523504" y="4591895"/>
                  </a:lnTo>
                  <a:lnTo>
                    <a:pt x="3490162" y="4505024"/>
                  </a:lnTo>
                  <a:lnTo>
                    <a:pt x="3456772" y="4415992"/>
                  </a:lnTo>
                  <a:lnTo>
                    <a:pt x="3423336" y="4325319"/>
                  </a:lnTo>
                  <a:lnTo>
                    <a:pt x="3389866" y="4233571"/>
                  </a:lnTo>
                  <a:lnTo>
                    <a:pt x="3356379" y="4141339"/>
                  </a:lnTo>
                  <a:lnTo>
                    <a:pt x="3322896" y="4049231"/>
                  </a:lnTo>
                  <a:lnTo>
                    <a:pt x="3289438" y="3957849"/>
                  </a:lnTo>
                  <a:lnTo>
                    <a:pt x="3256020" y="3867776"/>
                  </a:lnTo>
                  <a:lnTo>
                    <a:pt x="3222650" y="3779560"/>
                  </a:lnTo>
                  <a:lnTo>
                    <a:pt x="3189324" y="3693702"/>
                  </a:lnTo>
                  <a:lnTo>
                    <a:pt x="3156027" y="3610642"/>
                  </a:lnTo>
                  <a:lnTo>
                    <a:pt x="3122723" y="3530752"/>
                  </a:lnTo>
                  <a:lnTo>
                    <a:pt x="3089360" y="3454333"/>
                  </a:lnTo>
                  <a:lnTo>
                    <a:pt x="3055860" y="3381610"/>
                  </a:lnTo>
                  <a:lnTo>
                    <a:pt x="3022122" y="3312737"/>
                  </a:lnTo>
                  <a:lnTo>
                    <a:pt x="2988015" y="3247794"/>
                  </a:lnTo>
                  <a:lnTo>
                    <a:pt x="2953376" y="3186795"/>
                  </a:lnTo>
                  <a:lnTo>
                    <a:pt x="2918002" y="3129695"/>
                  </a:lnTo>
                  <a:lnTo>
                    <a:pt x="2896531" y="3097566"/>
                  </a:lnTo>
                  <a:lnTo>
                    <a:pt x="2850539" y="3035045"/>
                  </a:lnTo>
                  <a:lnTo>
                    <a:pt x="2802208" y="2978286"/>
                  </a:lnTo>
                  <a:lnTo>
                    <a:pt x="2750851" y="2927050"/>
                  </a:lnTo>
                  <a:lnTo>
                    <a:pt x="2695712" y="2880899"/>
                  </a:lnTo>
                  <a:lnTo>
                    <a:pt x="2636017" y="2839324"/>
                  </a:lnTo>
                  <a:lnTo>
                    <a:pt x="2571021" y="2801813"/>
                  </a:lnTo>
                  <a:lnTo>
                    <a:pt x="2500067" y="2767897"/>
                  </a:lnTo>
                  <a:lnTo>
                    <a:pt x="2422677" y="2737175"/>
                  </a:lnTo>
                  <a:lnTo>
                    <a:pt x="2338664" y="2709330"/>
                  </a:lnTo>
                  <a:lnTo>
                    <a:pt x="2248274" y="2684133"/>
                  </a:lnTo>
                  <a:lnTo>
                    <a:pt x="2152351" y="2661446"/>
                  </a:lnTo>
                  <a:lnTo>
                    <a:pt x="2052491" y="2641216"/>
                  </a:lnTo>
                  <a:lnTo>
                    <a:pt x="1951136" y="2623454"/>
                  </a:lnTo>
                  <a:lnTo>
                    <a:pt x="1851550" y="2608213"/>
                  </a:lnTo>
                  <a:lnTo>
                    <a:pt x="1757596" y="2595542"/>
                  </a:lnTo>
                  <a:lnTo>
                    <a:pt x="1673301" y="2585444"/>
                  </a:lnTo>
                  <a:lnTo>
                    <a:pt x="1602242" y="2577830"/>
                  </a:lnTo>
                  <a:lnTo>
                    <a:pt x="1546887" y="2572494"/>
                  </a:lnTo>
                  <a:lnTo>
                    <a:pt x="1508072" y="2569112"/>
                  </a:lnTo>
                  <a:lnTo>
                    <a:pt x="1484749" y="2567267"/>
                  </a:lnTo>
                  <a:lnTo>
                    <a:pt x="1474033" y="2566496"/>
                  </a:lnTo>
                  <a:lnTo>
                    <a:pt x="1471432" y="2566324"/>
                  </a:lnTo>
                  <a:lnTo>
                    <a:pt x="1471387" y="2566321"/>
                  </a:lnTo>
                  <a:lnTo>
                    <a:pt x="0" y="256632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24" name="pg524"/>
            <p:cNvSpPr/>
            <p:nvPr/>
          </p:nvSpPr>
          <p:spPr>
            <a:xfrm>
              <a:off x="4799595" y="5135057"/>
              <a:ext cx="11981298" cy="3906693"/>
            </a:xfrm>
            <a:custGeom>
              <a:avLst/>
              <a:pathLst>
                <a:path w="11981298" h="3906693">
                  <a:moveTo>
                    <a:pt x="0" y="719223"/>
                  </a:moveTo>
                  <a:lnTo>
                    <a:pt x="1471387" y="719223"/>
                  </a:lnTo>
                  <a:lnTo>
                    <a:pt x="1472512" y="719296"/>
                  </a:lnTo>
                  <a:lnTo>
                    <a:pt x="1479908" y="719813"/>
                  </a:lnTo>
                  <a:lnTo>
                    <a:pt x="1498558" y="721241"/>
                  </a:lnTo>
                  <a:lnTo>
                    <a:pt x="1531921" y="724053"/>
                  </a:lnTo>
                  <a:lnTo>
                    <a:pt x="1581683" y="728687"/>
                  </a:lnTo>
                  <a:lnTo>
                    <a:pt x="1647634" y="735501"/>
                  </a:lnTo>
                  <a:lnTo>
                    <a:pt x="1727811" y="744744"/>
                  </a:lnTo>
                  <a:lnTo>
                    <a:pt x="1818940" y="756541"/>
                  </a:lnTo>
                  <a:lnTo>
                    <a:pt x="1917073" y="770917"/>
                  </a:lnTo>
                  <a:lnTo>
                    <a:pt x="2018231" y="787833"/>
                  </a:lnTo>
                  <a:lnTo>
                    <a:pt x="2118913" y="807232"/>
                  </a:lnTo>
                  <a:lnTo>
                    <a:pt x="2216388" y="829086"/>
                  </a:lnTo>
                  <a:lnTo>
                    <a:pt x="2308778" y="853423"/>
                  </a:lnTo>
                  <a:lnTo>
                    <a:pt x="2395002" y="880351"/>
                  </a:lnTo>
                  <a:lnTo>
                    <a:pt x="2474629" y="910069"/>
                  </a:lnTo>
                  <a:lnTo>
                    <a:pt x="2547718" y="942864"/>
                  </a:lnTo>
                  <a:lnTo>
                    <a:pt x="2614663" y="979110"/>
                  </a:lnTo>
                  <a:lnTo>
                    <a:pt x="2676071" y="1019254"/>
                  </a:lnTo>
                  <a:lnTo>
                    <a:pt x="2732664" y="1063799"/>
                  </a:lnTo>
                  <a:lnTo>
                    <a:pt x="2785214" y="1113261"/>
                  </a:lnTo>
                  <a:lnTo>
                    <a:pt x="2834487" y="1168112"/>
                  </a:lnTo>
                  <a:lnTo>
                    <a:pt x="2881199" y="1228676"/>
                  </a:lnTo>
                  <a:lnTo>
                    <a:pt x="2896531" y="1250468"/>
                  </a:lnTo>
                  <a:lnTo>
                    <a:pt x="2932455" y="1305295"/>
                  </a:lnTo>
                  <a:lnTo>
                    <a:pt x="2967503" y="1363967"/>
                  </a:lnTo>
                  <a:lnTo>
                    <a:pt x="3001905" y="1426564"/>
                  </a:lnTo>
                  <a:lnTo>
                    <a:pt x="3035844" y="1493107"/>
                  </a:lnTo>
                  <a:lnTo>
                    <a:pt x="3069472" y="1563555"/>
                  </a:lnTo>
                  <a:lnTo>
                    <a:pt x="3102905" y="1637800"/>
                  </a:lnTo>
                  <a:lnTo>
                    <a:pt x="3136237" y="1715658"/>
                  </a:lnTo>
                  <a:lnTo>
                    <a:pt x="3169532" y="1796875"/>
                  </a:lnTo>
                  <a:lnTo>
                    <a:pt x="3202838" y="1881119"/>
                  </a:lnTo>
                  <a:lnTo>
                    <a:pt x="3236180" y="1967990"/>
                  </a:lnTo>
                  <a:lnTo>
                    <a:pt x="3269570" y="2057022"/>
                  </a:lnTo>
                  <a:lnTo>
                    <a:pt x="3303006" y="2147695"/>
                  </a:lnTo>
                  <a:lnTo>
                    <a:pt x="3336477" y="2239443"/>
                  </a:lnTo>
                  <a:lnTo>
                    <a:pt x="3369963" y="2331675"/>
                  </a:lnTo>
                  <a:lnTo>
                    <a:pt x="3403446" y="2423783"/>
                  </a:lnTo>
                  <a:lnTo>
                    <a:pt x="3436904" y="2515165"/>
                  </a:lnTo>
                  <a:lnTo>
                    <a:pt x="3470322" y="2605238"/>
                  </a:lnTo>
                  <a:lnTo>
                    <a:pt x="3503693" y="2693453"/>
                  </a:lnTo>
                  <a:lnTo>
                    <a:pt x="3537018" y="2779311"/>
                  </a:lnTo>
                  <a:lnTo>
                    <a:pt x="3570315" y="2862372"/>
                  </a:lnTo>
                  <a:lnTo>
                    <a:pt x="3603619" y="2942262"/>
                  </a:lnTo>
                  <a:lnTo>
                    <a:pt x="3636982" y="3018681"/>
                  </a:lnTo>
                  <a:lnTo>
                    <a:pt x="3670482" y="3091403"/>
                  </a:lnTo>
                  <a:lnTo>
                    <a:pt x="3704220" y="3160277"/>
                  </a:lnTo>
                  <a:lnTo>
                    <a:pt x="3738327" y="3225220"/>
                  </a:lnTo>
                  <a:lnTo>
                    <a:pt x="3772966" y="3286219"/>
                  </a:lnTo>
                  <a:lnTo>
                    <a:pt x="3808340" y="3343319"/>
                  </a:lnTo>
                  <a:lnTo>
                    <a:pt x="3829811" y="3375448"/>
                  </a:lnTo>
                  <a:lnTo>
                    <a:pt x="3875803" y="3437969"/>
                  </a:lnTo>
                  <a:lnTo>
                    <a:pt x="3924134" y="3494728"/>
                  </a:lnTo>
                  <a:lnTo>
                    <a:pt x="3975491" y="3545964"/>
                  </a:lnTo>
                  <a:lnTo>
                    <a:pt x="4030630" y="3592114"/>
                  </a:lnTo>
                  <a:lnTo>
                    <a:pt x="4090325" y="3633689"/>
                  </a:lnTo>
                  <a:lnTo>
                    <a:pt x="4155321" y="3671200"/>
                  </a:lnTo>
                  <a:lnTo>
                    <a:pt x="4226275" y="3705117"/>
                  </a:lnTo>
                  <a:lnTo>
                    <a:pt x="4303665" y="3735839"/>
                  </a:lnTo>
                  <a:lnTo>
                    <a:pt x="4387678" y="3763684"/>
                  </a:lnTo>
                  <a:lnTo>
                    <a:pt x="4478068" y="3788881"/>
                  </a:lnTo>
                  <a:lnTo>
                    <a:pt x="4573991" y="3811567"/>
                  </a:lnTo>
                  <a:lnTo>
                    <a:pt x="4673852" y="3831798"/>
                  </a:lnTo>
                  <a:lnTo>
                    <a:pt x="4775206" y="3849559"/>
                  </a:lnTo>
                  <a:lnTo>
                    <a:pt x="4874792" y="3864800"/>
                  </a:lnTo>
                  <a:lnTo>
                    <a:pt x="4968746" y="3877471"/>
                  </a:lnTo>
                  <a:lnTo>
                    <a:pt x="5053041" y="3887569"/>
                  </a:lnTo>
                  <a:lnTo>
                    <a:pt x="5124100" y="3895184"/>
                  </a:lnTo>
                  <a:lnTo>
                    <a:pt x="5179455" y="3900520"/>
                  </a:lnTo>
                  <a:lnTo>
                    <a:pt x="5218270" y="3903902"/>
                  </a:lnTo>
                  <a:lnTo>
                    <a:pt x="5241593" y="3905746"/>
                  </a:lnTo>
                  <a:lnTo>
                    <a:pt x="5252309" y="3906518"/>
                  </a:lnTo>
                  <a:lnTo>
                    <a:pt x="5254955" y="3906693"/>
                  </a:lnTo>
                  <a:lnTo>
                    <a:pt x="6726343" y="3906693"/>
                  </a:lnTo>
                  <a:lnTo>
                    <a:pt x="6727420" y="3906608"/>
                  </a:lnTo>
                  <a:lnTo>
                    <a:pt x="6734509" y="3906003"/>
                  </a:lnTo>
                  <a:lnTo>
                    <a:pt x="6752410" y="3904333"/>
                  </a:lnTo>
                  <a:lnTo>
                    <a:pt x="6784488" y="3901043"/>
                  </a:lnTo>
                  <a:lnTo>
                    <a:pt x="6832451" y="3895617"/>
                  </a:lnTo>
                  <a:lnTo>
                    <a:pt x="6896214" y="3887628"/>
                  </a:lnTo>
                  <a:lnTo>
                    <a:pt x="6974020" y="3876775"/>
                  </a:lnTo>
                  <a:lnTo>
                    <a:pt x="7062828" y="3862896"/>
                  </a:lnTo>
                  <a:lnTo>
                    <a:pt x="7158898" y="3845953"/>
                  </a:lnTo>
                  <a:lnTo>
                    <a:pt x="7258393" y="3825985"/>
                  </a:lnTo>
                  <a:lnTo>
                    <a:pt x="7357878" y="3803058"/>
                  </a:lnTo>
                  <a:lnTo>
                    <a:pt x="7454616" y="3777216"/>
                  </a:lnTo>
                  <a:lnTo>
                    <a:pt x="7546675" y="3748436"/>
                  </a:lnTo>
                  <a:lnTo>
                    <a:pt x="7632890" y="3716611"/>
                  </a:lnTo>
                  <a:lnTo>
                    <a:pt x="7712739" y="3681530"/>
                  </a:lnTo>
                  <a:lnTo>
                    <a:pt x="7786194" y="3642878"/>
                  </a:lnTo>
                  <a:lnTo>
                    <a:pt x="7853570" y="3600240"/>
                  </a:lnTo>
                  <a:lnTo>
                    <a:pt x="7915409" y="3553111"/>
                  </a:lnTo>
                  <a:lnTo>
                    <a:pt x="7972382" y="3500917"/>
                  </a:lnTo>
                  <a:lnTo>
                    <a:pt x="8025220" y="3443051"/>
                  </a:lnTo>
                  <a:lnTo>
                    <a:pt x="8074661" y="3378935"/>
                  </a:lnTo>
                  <a:lnTo>
                    <a:pt x="8121412" y="3308123"/>
                  </a:lnTo>
                  <a:lnTo>
                    <a:pt x="8151487" y="3256939"/>
                  </a:lnTo>
                  <a:lnTo>
                    <a:pt x="8184457" y="3195642"/>
                  </a:lnTo>
                  <a:lnTo>
                    <a:pt x="8216675" y="3130399"/>
                  </a:lnTo>
                  <a:lnTo>
                    <a:pt x="8248319" y="3061132"/>
                  </a:lnTo>
                  <a:lnTo>
                    <a:pt x="8279541" y="2987807"/>
                  </a:lnTo>
                  <a:lnTo>
                    <a:pt x="8310461" y="2910445"/>
                  </a:lnTo>
                  <a:lnTo>
                    <a:pt x="8341180" y="2829125"/>
                  </a:lnTo>
                  <a:lnTo>
                    <a:pt x="8371779" y="2743985"/>
                  </a:lnTo>
                  <a:lnTo>
                    <a:pt x="8402317" y="2655230"/>
                  </a:lnTo>
                  <a:lnTo>
                    <a:pt x="8432840" y="2563128"/>
                  </a:lnTo>
                  <a:lnTo>
                    <a:pt x="8463378" y="2468008"/>
                  </a:lnTo>
                  <a:lnTo>
                    <a:pt x="8493950" y="2370264"/>
                  </a:lnTo>
                  <a:lnTo>
                    <a:pt x="8524563" y="2270340"/>
                  </a:lnTo>
                  <a:lnTo>
                    <a:pt x="8555214" y="2168730"/>
                  </a:lnTo>
                  <a:lnTo>
                    <a:pt x="8585895" y="2065965"/>
                  </a:lnTo>
                  <a:lnTo>
                    <a:pt x="8616593" y="1962601"/>
                  </a:lnTo>
                  <a:lnTo>
                    <a:pt x="8647292" y="1859208"/>
                  </a:lnTo>
                  <a:lnTo>
                    <a:pt x="8677975" y="1756358"/>
                  </a:lnTo>
                  <a:lnTo>
                    <a:pt x="8708630" y="1654609"/>
                  </a:lnTo>
                  <a:lnTo>
                    <a:pt x="8739247" y="1554494"/>
                  </a:lnTo>
                  <a:lnTo>
                    <a:pt x="8769823" y="1456511"/>
                  </a:lnTo>
                  <a:lnTo>
                    <a:pt x="8800364" y="1361110"/>
                  </a:lnTo>
                  <a:lnTo>
                    <a:pt x="8830887" y="1268690"/>
                  </a:lnTo>
                  <a:lnTo>
                    <a:pt x="8861422" y="1179588"/>
                  </a:lnTo>
                  <a:lnTo>
                    <a:pt x="8892012" y="1094077"/>
                  </a:lnTo>
                  <a:lnTo>
                    <a:pt x="8922716" y="1012368"/>
                  </a:lnTo>
                  <a:lnTo>
                    <a:pt x="8953612" y="934606"/>
                  </a:lnTo>
                  <a:lnTo>
                    <a:pt x="8984798" y="860876"/>
                  </a:lnTo>
                  <a:lnTo>
                    <a:pt x="9016394" y="791204"/>
                  </a:lnTo>
                  <a:lnTo>
                    <a:pt x="9048547" y="725562"/>
                  </a:lnTo>
                  <a:lnTo>
                    <a:pt x="9081433" y="663875"/>
                  </a:lnTo>
                  <a:lnTo>
                    <a:pt x="9084767" y="657926"/>
                  </a:lnTo>
                  <a:lnTo>
                    <a:pt x="9130073" y="582521"/>
                  </a:lnTo>
                  <a:lnTo>
                    <a:pt x="9177641" y="513964"/>
                  </a:lnTo>
                  <a:lnTo>
                    <a:pt x="9228127" y="451978"/>
                  </a:lnTo>
                  <a:lnTo>
                    <a:pt x="9282253" y="396058"/>
                  </a:lnTo>
                  <a:lnTo>
                    <a:pt x="9340759" y="345608"/>
                  </a:lnTo>
                  <a:lnTo>
                    <a:pt x="9404363" y="300028"/>
                  </a:lnTo>
                  <a:lnTo>
                    <a:pt x="9473701" y="258762"/>
                  </a:lnTo>
                  <a:lnTo>
                    <a:pt x="9549254" y="221335"/>
                  </a:lnTo>
                  <a:lnTo>
                    <a:pt x="9631237" y="187362"/>
                  </a:lnTo>
                  <a:lnTo>
                    <a:pt x="9719474" y="156564"/>
                  </a:lnTo>
                  <a:lnTo>
                    <a:pt x="9813248" y="128765"/>
                  </a:lnTo>
                  <a:lnTo>
                    <a:pt x="9911149" y="103887"/>
                  </a:lnTo>
                  <a:lnTo>
                    <a:pt x="10010979" y="81934"/>
                  </a:lnTo>
                  <a:lnTo>
                    <a:pt x="10109748" y="62961"/>
                  </a:lnTo>
                  <a:lnTo>
                    <a:pt x="10203844" y="47031"/>
                  </a:lnTo>
                  <a:lnTo>
                    <a:pt x="10289400" y="34165"/>
                  </a:lnTo>
                  <a:lnTo>
                    <a:pt x="10362838" y="24285"/>
                  </a:lnTo>
                  <a:lnTo>
                    <a:pt x="10421484" y="17185"/>
                  </a:lnTo>
                  <a:lnTo>
                    <a:pt x="10464105" y="12520"/>
                  </a:lnTo>
                  <a:lnTo>
                    <a:pt x="10491211" y="9826"/>
                  </a:lnTo>
                  <a:lnTo>
                    <a:pt x="10505082" y="8571"/>
                  </a:lnTo>
                  <a:lnTo>
                    <a:pt x="10509583" y="8198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8834" y="84"/>
                  </a:lnTo>
                  <a:lnTo>
                    <a:pt x="10501744" y="689"/>
                  </a:lnTo>
                  <a:lnTo>
                    <a:pt x="10483844" y="2359"/>
                  </a:lnTo>
                  <a:lnTo>
                    <a:pt x="10451765" y="5649"/>
                  </a:lnTo>
                  <a:lnTo>
                    <a:pt x="10403802" y="11075"/>
                  </a:lnTo>
                  <a:lnTo>
                    <a:pt x="10340039" y="19064"/>
                  </a:lnTo>
                  <a:lnTo>
                    <a:pt x="10262233" y="29918"/>
                  </a:lnTo>
                  <a:lnTo>
                    <a:pt x="10173425" y="43796"/>
                  </a:lnTo>
                  <a:lnTo>
                    <a:pt x="10077355" y="60739"/>
                  </a:lnTo>
                  <a:lnTo>
                    <a:pt x="9977860" y="80707"/>
                  </a:lnTo>
                  <a:lnTo>
                    <a:pt x="9878375" y="103634"/>
                  </a:lnTo>
                  <a:lnTo>
                    <a:pt x="9781637" y="129477"/>
                  </a:lnTo>
                  <a:lnTo>
                    <a:pt x="9689579" y="158256"/>
                  </a:lnTo>
                  <a:lnTo>
                    <a:pt x="9603364" y="190081"/>
                  </a:lnTo>
                  <a:lnTo>
                    <a:pt x="9523514" y="225163"/>
                  </a:lnTo>
                  <a:lnTo>
                    <a:pt x="9450060" y="263814"/>
                  </a:lnTo>
                  <a:lnTo>
                    <a:pt x="9382683" y="306452"/>
                  </a:lnTo>
                  <a:lnTo>
                    <a:pt x="9320844" y="353581"/>
                  </a:lnTo>
                  <a:lnTo>
                    <a:pt x="9263871" y="405776"/>
                  </a:lnTo>
                  <a:lnTo>
                    <a:pt x="9211034" y="463642"/>
                  </a:lnTo>
                  <a:lnTo>
                    <a:pt x="9161592" y="527757"/>
                  </a:lnTo>
                  <a:lnTo>
                    <a:pt x="9114842" y="598569"/>
                  </a:lnTo>
                  <a:lnTo>
                    <a:pt x="9084767" y="649753"/>
                  </a:lnTo>
                  <a:lnTo>
                    <a:pt x="9051796" y="711051"/>
                  </a:lnTo>
                  <a:lnTo>
                    <a:pt x="9019579" y="776293"/>
                  </a:lnTo>
                  <a:lnTo>
                    <a:pt x="8987934" y="845560"/>
                  </a:lnTo>
                  <a:lnTo>
                    <a:pt x="8956713" y="918885"/>
                  </a:lnTo>
                  <a:lnTo>
                    <a:pt x="8925792" y="996247"/>
                  </a:lnTo>
                  <a:lnTo>
                    <a:pt x="8895073" y="1077567"/>
                  </a:lnTo>
                  <a:lnTo>
                    <a:pt x="8864475" y="1162707"/>
                  </a:lnTo>
                  <a:lnTo>
                    <a:pt x="8833937" y="1251462"/>
                  </a:lnTo>
                  <a:lnTo>
                    <a:pt x="8803414" y="1343565"/>
                  </a:lnTo>
                  <a:lnTo>
                    <a:pt x="8772875" y="1438684"/>
                  </a:lnTo>
                  <a:lnTo>
                    <a:pt x="8742303" y="1536429"/>
                  </a:lnTo>
                  <a:lnTo>
                    <a:pt x="8711690" y="1636352"/>
                  </a:lnTo>
                  <a:lnTo>
                    <a:pt x="8681039" y="1737962"/>
                  </a:lnTo>
                  <a:lnTo>
                    <a:pt x="8650358" y="1840727"/>
                  </a:lnTo>
                  <a:lnTo>
                    <a:pt x="8619660" y="1944091"/>
                  </a:lnTo>
                  <a:lnTo>
                    <a:pt x="8588962" y="2047484"/>
                  </a:lnTo>
                  <a:lnTo>
                    <a:pt x="8558278" y="2150334"/>
                  </a:lnTo>
                  <a:lnTo>
                    <a:pt x="8527623" y="2252084"/>
                  </a:lnTo>
                  <a:lnTo>
                    <a:pt x="8497007" y="2352199"/>
                  </a:lnTo>
                  <a:lnTo>
                    <a:pt x="8466431" y="2450182"/>
                  </a:lnTo>
                  <a:lnTo>
                    <a:pt x="8435889" y="2545582"/>
                  </a:lnTo>
                  <a:lnTo>
                    <a:pt x="8405366" y="2638002"/>
                  </a:lnTo>
                  <a:lnTo>
                    <a:pt x="8374831" y="2727104"/>
                  </a:lnTo>
                  <a:lnTo>
                    <a:pt x="8344241" y="2812615"/>
                  </a:lnTo>
                  <a:lnTo>
                    <a:pt x="8313537" y="2894324"/>
                  </a:lnTo>
                  <a:lnTo>
                    <a:pt x="8282641" y="2972086"/>
                  </a:lnTo>
                  <a:lnTo>
                    <a:pt x="8251455" y="3045816"/>
                  </a:lnTo>
                  <a:lnTo>
                    <a:pt x="8219859" y="3115488"/>
                  </a:lnTo>
                  <a:lnTo>
                    <a:pt x="8187706" y="3181130"/>
                  </a:lnTo>
                  <a:lnTo>
                    <a:pt x="8154820" y="3242817"/>
                  </a:lnTo>
                  <a:lnTo>
                    <a:pt x="8151487" y="3248766"/>
                  </a:lnTo>
                  <a:lnTo>
                    <a:pt x="8106180" y="3324171"/>
                  </a:lnTo>
                  <a:lnTo>
                    <a:pt x="8058612" y="3392728"/>
                  </a:lnTo>
                  <a:lnTo>
                    <a:pt x="8008126" y="3454715"/>
                  </a:lnTo>
                  <a:lnTo>
                    <a:pt x="7954001" y="3510635"/>
                  </a:lnTo>
                  <a:lnTo>
                    <a:pt x="7895495" y="3561084"/>
                  </a:lnTo>
                  <a:lnTo>
                    <a:pt x="7831891" y="3606665"/>
                  </a:lnTo>
                  <a:lnTo>
                    <a:pt x="7762552" y="3647930"/>
                  </a:lnTo>
                  <a:lnTo>
                    <a:pt x="7686999" y="3685357"/>
                  </a:lnTo>
                  <a:lnTo>
                    <a:pt x="7605017" y="3719330"/>
                  </a:lnTo>
                  <a:lnTo>
                    <a:pt x="7516779" y="3750128"/>
                  </a:lnTo>
                  <a:lnTo>
                    <a:pt x="7423006" y="3777927"/>
                  </a:lnTo>
                  <a:lnTo>
                    <a:pt x="7325104" y="3802805"/>
                  </a:lnTo>
                  <a:lnTo>
                    <a:pt x="7225274" y="3824759"/>
                  </a:lnTo>
                  <a:lnTo>
                    <a:pt x="7126505" y="3843731"/>
                  </a:lnTo>
                  <a:lnTo>
                    <a:pt x="7032409" y="3859661"/>
                  </a:lnTo>
                  <a:lnTo>
                    <a:pt x="6946853" y="3872527"/>
                  </a:lnTo>
                  <a:lnTo>
                    <a:pt x="6873416" y="3882407"/>
                  </a:lnTo>
                  <a:lnTo>
                    <a:pt x="6814769" y="3889507"/>
                  </a:lnTo>
                  <a:lnTo>
                    <a:pt x="6772148" y="3894172"/>
                  </a:lnTo>
                  <a:lnTo>
                    <a:pt x="6745042" y="3896866"/>
                  </a:lnTo>
                  <a:lnTo>
                    <a:pt x="6731171" y="3898121"/>
                  </a:lnTo>
                  <a:lnTo>
                    <a:pt x="6726671" y="3898494"/>
                  </a:lnTo>
                  <a:lnTo>
                    <a:pt x="6726343" y="3898520"/>
                  </a:lnTo>
                  <a:lnTo>
                    <a:pt x="5254955" y="3898520"/>
                  </a:lnTo>
                  <a:lnTo>
                    <a:pt x="5253830" y="3898447"/>
                  </a:lnTo>
                  <a:lnTo>
                    <a:pt x="5246434" y="3897930"/>
                  </a:lnTo>
                  <a:lnTo>
                    <a:pt x="5227784" y="3896502"/>
                  </a:lnTo>
                  <a:lnTo>
                    <a:pt x="5194421" y="3893690"/>
                  </a:lnTo>
                  <a:lnTo>
                    <a:pt x="5144659" y="3889057"/>
                  </a:lnTo>
                  <a:lnTo>
                    <a:pt x="5078708" y="3882242"/>
                  </a:lnTo>
                  <a:lnTo>
                    <a:pt x="4998531" y="3872999"/>
                  </a:lnTo>
                  <a:lnTo>
                    <a:pt x="4907402" y="3861202"/>
                  </a:lnTo>
                  <a:lnTo>
                    <a:pt x="4809269" y="3846826"/>
                  </a:lnTo>
                  <a:lnTo>
                    <a:pt x="4708111" y="3829910"/>
                  </a:lnTo>
                  <a:lnTo>
                    <a:pt x="4607429" y="3810511"/>
                  </a:lnTo>
                  <a:lnTo>
                    <a:pt x="4509954" y="3788657"/>
                  </a:lnTo>
                  <a:lnTo>
                    <a:pt x="4417564" y="3764321"/>
                  </a:lnTo>
                  <a:lnTo>
                    <a:pt x="4331340" y="3737392"/>
                  </a:lnTo>
                  <a:lnTo>
                    <a:pt x="4251713" y="3707674"/>
                  </a:lnTo>
                  <a:lnTo>
                    <a:pt x="4178624" y="3674879"/>
                  </a:lnTo>
                  <a:lnTo>
                    <a:pt x="4111679" y="3638633"/>
                  </a:lnTo>
                  <a:lnTo>
                    <a:pt x="4050271" y="3598489"/>
                  </a:lnTo>
                  <a:lnTo>
                    <a:pt x="3993678" y="3553944"/>
                  </a:lnTo>
                  <a:lnTo>
                    <a:pt x="3941128" y="3504482"/>
                  </a:lnTo>
                  <a:lnTo>
                    <a:pt x="3891855" y="3449631"/>
                  </a:lnTo>
                  <a:lnTo>
                    <a:pt x="3845143" y="3389067"/>
                  </a:lnTo>
                  <a:lnTo>
                    <a:pt x="3829811" y="3367275"/>
                  </a:lnTo>
                  <a:lnTo>
                    <a:pt x="3793887" y="3312448"/>
                  </a:lnTo>
                  <a:lnTo>
                    <a:pt x="3758839" y="3253776"/>
                  </a:lnTo>
                  <a:lnTo>
                    <a:pt x="3724437" y="3191179"/>
                  </a:lnTo>
                  <a:lnTo>
                    <a:pt x="3690498" y="3124636"/>
                  </a:lnTo>
                  <a:lnTo>
                    <a:pt x="3656871" y="3054188"/>
                  </a:lnTo>
                  <a:lnTo>
                    <a:pt x="3623437" y="2979943"/>
                  </a:lnTo>
                  <a:lnTo>
                    <a:pt x="3590106" y="2902085"/>
                  </a:lnTo>
                  <a:lnTo>
                    <a:pt x="3556810" y="2820868"/>
                  </a:lnTo>
                  <a:lnTo>
                    <a:pt x="3523504" y="2736624"/>
                  </a:lnTo>
                  <a:lnTo>
                    <a:pt x="3490162" y="2649753"/>
                  </a:lnTo>
                  <a:lnTo>
                    <a:pt x="3456772" y="2560721"/>
                  </a:lnTo>
                  <a:lnTo>
                    <a:pt x="3423336" y="2470049"/>
                  </a:lnTo>
                  <a:lnTo>
                    <a:pt x="3389866" y="2378300"/>
                  </a:lnTo>
                  <a:lnTo>
                    <a:pt x="3356379" y="2286068"/>
                  </a:lnTo>
                  <a:lnTo>
                    <a:pt x="3322896" y="2193960"/>
                  </a:lnTo>
                  <a:lnTo>
                    <a:pt x="3289438" y="2102578"/>
                  </a:lnTo>
                  <a:lnTo>
                    <a:pt x="3256020" y="2012505"/>
                  </a:lnTo>
                  <a:lnTo>
                    <a:pt x="3222650" y="1924290"/>
                  </a:lnTo>
                  <a:lnTo>
                    <a:pt x="3189324" y="1838432"/>
                  </a:lnTo>
                  <a:lnTo>
                    <a:pt x="3156027" y="1755371"/>
                  </a:lnTo>
                  <a:lnTo>
                    <a:pt x="3122723" y="1675481"/>
                  </a:lnTo>
                  <a:lnTo>
                    <a:pt x="3089360" y="1599062"/>
                  </a:lnTo>
                  <a:lnTo>
                    <a:pt x="3055860" y="1526340"/>
                  </a:lnTo>
                  <a:lnTo>
                    <a:pt x="3022122" y="1457467"/>
                  </a:lnTo>
                  <a:lnTo>
                    <a:pt x="2988015" y="1392523"/>
                  </a:lnTo>
                  <a:lnTo>
                    <a:pt x="2953376" y="1331524"/>
                  </a:lnTo>
                  <a:lnTo>
                    <a:pt x="2918002" y="1274424"/>
                  </a:lnTo>
                  <a:lnTo>
                    <a:pt x="2896531" y="1242295"/>
                  </a:lnTo>
                  <a:lnTo>
                    <a:pt x="2850539" y="1179774"/>
                  </a:lnTo>
                  <a:lnTo>
                    <a:pt x="2802208" y="1123015"/>
                  </a:lnTo>
                  <a:lnTo>
                    <a:pt x="2750851" y="1071779"/>
                  </a:lnTo>
                  <a:lnTo>
                    <a:pt x="2695712" y="1025629"/>
                  </a:lnTo>
                  <a:lnTo>
                    <a:pt x="2636017" y="984054"/>
                  </a:lnTo>
                  <a:lnTo>
                    <a:pt x="2571021" y="946543"/>
                  </a:lnTo>
                  <a:lnTo>
                    <a:pt x="2500067" y="912626"/>
                  </a:lnTo>
                  <a:lnTo>
                    <a:pt x="2422677" y="881905"/>
                  </a:lnTo>
                  <a:lnTo>
                    <a:pt x="2338664" y="854059"/>
                  </a:lnTo>
                  <a:lnTo>
                    <a:pt x="2248274" y="828862"/>
                  </a:lnTo>
                  <a:lnTo>
                    <a:pt x="2152351" y="806176"/>
                  </a:lnTo>
                  <a:lnTo>
                    <a:pt x="2052491" y="785945"/>
                  </a:lnTo>
                  <a:lnTo>
                    <a:pt x="1951136" y="768184"/>
                  </a:lnTo>
                  <a:lnTo>
                    <a:pt x="1851550" y="752943"/>
                  </a:lnTo>
                  <a:lnTo>
                    <a:pt x="1757596" y="740272"/>
                  </a:lnTo>
                  <a:lnTo>
                    <a:pt x="1673301" y="730174"/>
                  </a:lnTo>
                  <a:lnTo>
                    <a:pt x="1602242" y="722559"/>
                  </a:lnTo>
                  <a:lnTo>
                    <a:pt x="1546887" y="717223"/>
                  </a:lnTo>
                  <a:lnTo>
                    <a:pt x="1508072" y="713841"/>
                  </a:lnTo>
                  <a:lnTo>
                    <a:pt x="1484749" y="711997"/>
                  </a:lnTo>
                  <a:lnTo>
                    <a:pt x="1474033" y="711225"/>
                  </a:lnTo>
                  <a:lnTo>
                    <a:pt x="1471387" y="711050"/>
                  </a:lnTo>
                  <a:lnTo>
                    <a:pt x="0" y="71105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525" name="pl525"/>
            <p:cNvSpPr/>
            <p:nvPr/>
          </p:nvSpPr>
          <p:spPr>
            <a:xfrm>
              <a:off x="4799595" y="5143230"/>
              <a:ext cx="11981298" cy="3898520"/>
            </a:xfrm>
            <a:custGeom>
              <a:avLst/>
              <a:pathLst>
                <a:path w="11981298" h="3898520">
                  <a:moveTo>
                    <a:pt x="0" y="711050"/>
                  </a:moveTo>
                  <a:lnTo>
                    <a:pt x="1471387" y="711050"/>
                  </a:lnTo>
                  <a:lnTo>
                    <a:pt x="1472512" y="711123"/>
                  </a:lnTo>
                  <a:lnTo>
                    <a:pt x="1479908" y="711640"/>
                  </a:lnTo>
                  <a:lnTo>
                    <a:pt x="1498558" y="713068"/>
                  </a:lnTo>
                  <a:lnTo>
                    <a:pt x="1531921" y="715880"/>
                  </a:lnTo>
                  <a:lnTo>
                    <a:pt x="1581683" y="720514"/>
                  </a:lnTo>
                  <a:lnTo>
                    <a:pt x="1647634" y="727328"/>
                  </a:lnTo>
                  <a:lnTo>
                    <a:pt x="1727811" y="736571"/>
                  </a:lnTo>
                  <a:lnTo>
                    <a:pt x="1818940" y="748368"/>
                  </a:lnTo>
                  <a:lnTo>
                    <a:pt x="1917073" y="762744"/>
                  </a:lnTo>
                  <a:lnTo>
                    <a:pt x="2018231" y="779660"/>
                  </a:lnTo>
                  <a:lnTo>
                    <a:pt x="2118913" y="799059"/>
                  </a:lnTo>
                  <a:lnTo>
                    <a:pt x="2216388" y="820913"/>
                  </a:lnTo>
                  <a:lnTo>
                    <a:pt x="2308778" y="845250"/>
                  </a:lnTo>
                  <a:lnTo>
                    <a:pt x="2395002" y="872178"/>
                  </a:lnTo>
                  <a:lnTo>
                    <a:pt x="2474629" y="901896"/>
                  </a:lnTo>
                  <a:lnTo>
                    <a:pt x="2547718" y="934691"/>
                  </a:lnTo>
                  <a:lnTo>
                    <a:pt x="2614663" y="970937"/>
                  </a:lnTo>
                  <a:lnTo>
                    <a:pt x="2676071" y="1011081"/>
                  </a:lnTo>
                  <a:lnTo>
                    <a:pt x="2732664" y="1055626"/>
                  </a:lnTo>
                  <a:lnTo>
                    <a:pt x="2785214" y="1105088"/>
                  </a:lnTo>
                  <a:lnTo>
                    <a:pt x="2834487" y="1159939"/>
                  </a:lnTo>
                  <a:lnTo>
                    <a:pt x="2881199" y="1220503"/>
                  </a:lnTo>
                  <a:lnTo>
                    <a:pt x="2896531" y="1242295"/>
                  </a:lnTo>
                  <a:lnTo>
                    <a:pt x="2932455" y="1297122"/>
                  </a:lnTo>
                  <a:lnTo>
                    <a:pt x="2967503" y="1355794"/>
                  </a:lnTo>
                  <a:lnTo>
                    <a:pt x="3001905" y="1418391"/>
                  </a:lnTo>
                  <a:lnTo>
                    <a:pt x="3035844" y="1484934"/>
                  </a:lnTo>
                  <a:lnTo>
                    <a:pt x="3069472" y="1555382"/>
                  </a:lnTo>
                  <a:lnTo>
                    <a:pt x="3102905" y="1629627"/>
                  </a:lnTo>
                  <a:lnTo>
                    <a:pt x="3136237" y="1707485"/>
                  </a:lnTo>
                  <a:lnTo>
                    <a:pt x="3169532" y="1788702"/>
                  </a:lnTo>
                  <a:lnTo>
                    <a:pt x="3202838" y="1872946"/>
                  </a:lnTo>
                  <a:lnTo>
                    <a:pt x="3236180" y="1959817"/>
                  </a:lnTo>
                  <a:lnTo>
                    <a:pt x="3269570" y="2048849"/>
                  </a:lnTo>
                  <a:lnTo>
                    <a:pt x="3303006" y="2139522"/>
                  </a:lnTo>
                  <a:lnTo>
                    <a:pt x="3336477" y="2231270"/>
                  </a:lnTo>
                  <a:lnTo>
                    <a:pt x="3369963" y="2323502"/>
                  </a:lnTo>
                  <a:lnTo>
                    <a:pt x="3403446" y="2415610"/>
                  </a:lnTo>
                  <a:lnTo>
                    <a:pt x="3436904" y="2506992"/>
                  </a:lnTo>
                  <a:lnTo>
                    <a:pt x="3470322" y="2597065"/>
                  </a:lnTo>
                  <a:lnTo>
                    <a:pt x="3503693" y="2685280"/>
                  </a:lnTo>
                  <a:lnTo>
                    <a:pt x="3537018" y="2771138"/>
                  </a:lnTo>
                  <a:lnTo>
                    <a:pt x="3570315" y="2854199"/>
                  </a:lnTo>
                  <a:lnTo>
                    <a:pt x="3603619" y="2934089"/>
                  </a:lnTo>
                  <a:lnTo>
                    <a:pt x="3636982" y="3010508"/>
                  </a:lnTo>
                  <a:lnTo>
                    <a:pt x="3670482" y="3083230"/>
                  </a:lnTo>
                  <a:lnTo>
                    <a:pt x="3704220" y="3152104"/>
                  </a:lnTo>
                  <a:lnTo>
                    <a:pt x="3738327" y="3217047"/>
                  </a:lnTo>
                  <a:lnTo>
                    <a:pt x="3772966" y="3278046"/>
                  </a:lnTo>
                  <a:lnTo>
                    <a:pt x="3808340" y="3335146"/>
                  </a:lnTo>
                  <a:lnTo>
                    <a:pt x="3829811" y="3367275"/>
                  </a:lnTo>
                  <a:lnTo>
                    <a:pt x="3875803" y="3429796"/>
                  </a:lnTo>
                  <a:lnTo>
                    <a:pt x="3924134" y="3486555"/>
                  </a:lnTo>
                  <a:lnTo>
                    <a:pt x="3975491" y="3537791"/>
                  </a:lnTo>
                  <a:lnTo>
                    <a:pt x="4030630" y="3583941"/>
                  </a:lnTo>
                  <a:lnTo>
                    <a:pt x="4090325" y="3625516"/>
                  </a:lnTo>
                  <a:lnTo>
                    <a:pt x="4155321" y="3663027"/>
                  </a:lnTo>
                  <a:lnTo>
                    <a:pt x="4226275" y="3696944"/>
                  </a:lnTo>
                  <a:lnTo>
                    <a:pt x="4303665" y="3727666"/>
                  </a:lnTo>
                  <a:lnTo>
                    <a:pt x="4387678" y="3755511"/>
                  </a:lnTo>
                  <a:lnTo>
                    <a:pt x="4478068" y="3780708"/>
                  </a:lnTo>
                  <a:lnTo>
                    <a:pt x="4573991" y="3803394"/>
                  </a:lnTo>
                  <a:lnTo>
                    <a:pt x="4673852" y="3823625"/>
                  </a:lnTo>
                  <a:lnTo>
                    <a:pt x="4775206" y="3841386"/>
                  </a:lnTo>
                  <a:lnTo>
                    <a:pt x="4874792" y="3856627"/>
                  </a:lnTo>
                  <a:lnTo>
                    <a:pt x="4968746" y="3869298"/>
                  </a:lnTo>
                  <a:lnTo>
                    <a:pt x="5053041" y="3879396"/>
                  </a:lnTo>
                  <a:lnTo>
                    <a:pt x="5124100" y="3887011"/>
                  </a:lnTo>
                  <a:lnTo>
                    <a:pt x="5179455" y="3892347"/>
                  </a:lnTo>
                  <a:lnTo>
                    <a:pt x="5218270" y="3895729"/>
                  </a:lnTo>
                  <a:lnTo>
                    <a:pt x="5241593" y="3897573"/>
                  </a:lnTo>
                  <a:lnTo>
                    <a:pt x="5252309" y="3898345"/>
                  </a:lnTo>
                  <a:lnTo>
                    <a:pt x="5254910" y="3898517"/>
                  </a:lnTo>
                  <a:lnTo>
                    <a:pt x="5254955" y="3898520"/>
                  </a:lnTo>
                  <a:lnTo>
                    <a:pt x="6726343" y="3898520"/>
                  </a:lnTo>
                  <a:lnTo>
                    <a:pt x="6727420" y="3898435"/>
                  </a:lnTo>
                  <a:lnTo>
                    <a:pt x="6734509" y="3897830"/>
                  </a:lnTo>
                  <a:lnTo>
                    <a:pt x="6752410" y="3896160"/>
                  </a:lnTo>
                  <a:lnTo>
                    <a:pt x="6784488" y="3892870"/>
                  </a:lnTo>
                  <a:lnTo>
                    <a:pt x="6832451" y="3887444"/>
                  </a:lnTo>
                  <a:lnTo>
                    <a:pt x="6896214" y="3879455"/>
                  </a:lnTo>
                  <a:lnTo>
                    <a:pt x="6974020" y="3868602"/>
                  </a:lnTo>
                  <a:lnTo>
                    <a:pt x="7062828" y="3854723"/>
                  </a:lnTo>
                  <a:lnTo>
                    <a:pt x="7158898" y="3837780"/>
                  </a:lnTo>
                  <a:lnTo>
                    <a:pt x="7258393" y="3817812"/>
                  </a:lnTo>
                  <a:lnTo>
                    <a:pt x="7357878" y="3794885"/>
                  </a:lnTo>
                  <a:lnTo>
                    <a:pt x="7454616" y="3769043"/>
                  </a:lnTo>
                  <a:lnTo>
                    <a:pt x="7546675" y="3740263"/>
                  </a:lnTo>
                  <a:lnTo>
                    <a:pt x="7632890" y="3708438"/>
                  </a:lnTo>
                  <a:lnTo>
                    <a:pt x="7712739" y="3673357"/>
                  </a:lnTo>
                  <a:lnTo>
                    <a:pt x="7786194" y="3634705"/>
                  </a:lnTo>
                  <a:lnTo>
                    <a:pt x="7853570" y="3592067"/>
                  </a:lnTo>
                  <a:lnTo>
                    <a:pt x="7915409" y="3544938"/>
                  </a:lnTo>
                  <a:lnTo>
                    <a:pt x="7972382" y="3492744"/>
                  </a:lnTo>
                  <a:lnTo>
                    <a:pt x="8025220" y="3434878"/>
                  </a:lnTo>
                  <a:lnTo>
                    <a:pt x="8074661" y="3370762"/>
                  </a:lnTo>
                  <a:lnTo>
                    <a:pt x="8121412" y="3299950"/>
                  </a:lnTo>
                  <a:lnTo>
                    <a:pt x="8151487" y="3248766"/>
                  </a:lnTo>
                  <a:lnTo>
                    <a:pt x="8184457" y="3187469"/>
                  </a:lnTo>
                  <a:lnTo>
                    <a:pt x="8216675" y="3122226"/>
                  </a:lnTo>
                  <a:lnTo>
                    <a:pt x="8248319" y="3052959"/>
                  </a:lnTo>
                  <a:lnTo>
                    <a:pt x="8279541" y="2979634"/>
                  </a:lnTo>
                  <a:lnTo>
                    <a:pt x="8310461" y="2902272"/>
                  </a:lnTo>
                  <a:lnTo>
                    <a:pt x="8341180" y="2820952"/>
                  </a:lnTo>
                  <a:lnTo>
                    <a:pt x="8371779" y="2735812"/>
                  </a:lnTo>
                  <a:lnTo>
                    <a:pt x="8402317" y="2647057"/>
                  </a:lnTo>
                  <a:lnTo>
                    <a:pt x="8432840" y="2554955"/>
                  </a:lnTo>
                  <a:lnTo>
                    <a:pt x="8463378" y="2459835"/>
                  </a:lnTo>
                  <a:lnTo>
                    <a:pt x="8493950" y="2362091"/>
                  </a:lnTo>
                  <a:lnTo>
                    <a:pt x="8524563" y="2262167"/>
                  </a:lnTo>
                  <a:lnTo>
                    <a:pt x="8555214" y="2160557"/>
                  </a:lnTo>
                  <a:lnTo>
                    <a:pt x="8585895" y="2057792"/>
                  </a:lnTo>
                  <a:lnTo>
                    <a:pt x="8616593" y="1954428"/>
                  </a:lnTo>
                  <a:lnTo>
                    <a:pt x="8647292" y="1851035"/>
                  </a:lnTo>
                  <a:lnTo>
                    <a:pt x="8677975" y="1748185"/>
                  </a:lnTo>
                  <a:lnTo>
                    <a:pt x="8708630" y="1646436"/>
                  </a:lnTo>
                  <a:lnTo>
                    <a:pt x="8739247" y="1546321"/>
                  </a:lnTo>
                  <a:lnTo>
                    <a:pt x="8769823" y="1448338"/>
                  </a:lnTo>
                  <a:lnTo>
                    <a:pt x="8800364" y="1352937"/>
                  </a:lnTo>
                  <a:lnTo>
                    <a:pt x="8830887" y="1260517"/>
                  </a:lnTo>
                  <a:lnTo>
                    <a:pt x="8861422" y="1171415"/>
                  </a:lnTo>
                  <a:lnTo>
                    <a:pt x="8892012" y="1085904"/>
                  </a:lnTo>
                  <a:lnTo>
                    <a:pt x="8922716" y="1004195"/>
                  </a:lnTo>
                  <a:lnTo>
                    <a:pt x="8953612" y="926433"/>
                  </a:lnTo>
                  <a:lnTo>
                    <a:pt x="8984798" y="852703"/>
                  </a:lnTo>
                  <a:lnTo>
                    <a:pt x="9016394" y="783031"/>
                  </a:lnTo>
                  <a:lnTo>
                    <a:pt x="9048547" y="717389"/>
                  </a:lnTo>
                  <a:lnTo>
                    <a:pt x="9081433" y="655702"/>
                  </a:lnTo>
                  <a:lnTo>
                    <a:pt x="9084767" y="649753"/>
                  </a:lnTo>
                  <a:lnTo>
                    <a:pt x="9130073" y="574348"/>
                  </a:lnTo>
                  <a:lnTo>
                    <a:pt x="9177641" y="505791"/>
                  </a:lnTo>
                  <a:lnTo>
                    <a:pt x="9228127" y="443805"/>
                  </a:lnTo>
                  <a:lnTo>
                    <a:pt x="9282253" y="387885"/>
                  </a:lnTo>
                  <a:lnTo>
                    <a:pt x="9340759" y="337435"/>
                  </a:lnTo>
                  <a:lnTo>
                    <a:pt x="9404363" y="291855"/>
                  </a:lnTo>
                  <a:lnTo>
                    <a:pt x="9473701" y="250589"/>
                  </a:lnTo>
                  <a:lnTo>
                    <a:pt x="9549254" y="213162"/>
                  </a:lnTo>
                  <a:lnTo>
                    <a:pt x="9631237" y="179189"/>
                  </a:lnTo>
                  <a:lnTo>
                    <a:pt x="9719474" y="148391"/>
                  </a:lnTo>
                  <a:lnTo>
                    <a:pt x="9813248" y="120592"/>
                  </a:lnTo>
                  <a:lnTo>
                    <a:pt x="9911149" y="95714"/>
                  </a:lnTo>
                  <a:lnTo>
                    <a:pt x="10010979" y="73761"/>
                  </a:lnTo>
                  <a:lnTo>
                    <a:pt x="10109748" y="54788"/>
                  </a:lnTo>
                  <a:lnTo>
                    <a:pt x="10203844" y="38858"/>
                  </a:lnTo>
                  <a:lnTo>
                    <a:pt x="10289400" y="25992"/>
                  </a:lnTo>
                  <a:lnTo>
                    <a:pt x="10362838" y="16112"/>
                  </a:lnTo>
                  <a:lnTo>
                    <a:pt x="10421484" y="9012"/>
                  </a:lnTo>
                  <a:lnTo>
                    <a:pt x="10464105" y="4347"/>
                  </a:lnTo>
                  <a:lnTo>
                    <a:pt x="10491211" y="1653"/>
                  </a:lnTo>
                  <a:lnTo>
                    <a:pt x="10505082" y="398"/>
                  </a:lnTo>
                  <a:lnTo>
                    <a:pt x="10509583" y="25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26" name="pl526"/>
            <p:cNvSpPr/>
            <p:nvPr/>
          </p:nvSpPr>
          <p:spPr>
            <a:xfrm>
              <a:off x="4799595" y="5135057"/>
              <a:ext cx="11981298" cy="3898520"/>
            </a:xfrm>
            <a:custGeom>
              <a:avLst/>
              <a:pathLst>
                <a:path w="11981298" h="3898520">
                  <a:moveTo>
                    <a:pt x="11981298" y="0"/>
                  </a:moveTo>
                  <a:lnTo>
                    <a:pt x="10509911" y="0"/>
                  </a:lnTo>
                  <a:lnTo>
                    <a:pt x="10508834" y="84"/>
                  </a:lnTo>
                  <a:lnTo>
                    <a:pt x="10501744" y="689"/>
                  </a:lnTo>
                  <a:lnTo>
                    <a:pt x="10483844" y="2359"/>
                  </a:lnTo>
                  <a:lnTo>
                    <a:pt x="10451765" y="5649"/>
                  </a:lnTo>
                  <a:lnTo>
                    <a:pt x="10403802" y="11075"/>
                  </a:lnTo>
                  <a:lnTo>
                    <a:pt x="10340039" y="19064"/>
                  </a:lnTo>
                  <a:lnTo>
                    <a:pt x="10262233" y="29918"/>
                  </a:lnTo>
                  <a:lnTo>
                    <a:pt x="10173425" y="43796"/>
                  </a:lnTo>
                  <a:lnTo>
                    <a:pt x="10077355" y="60739"/>
                  </a:lnTo>
                  <a:lnTo>
                    <a:pt x="9977860" y="80707"/>
                  </a:lnTo>
                  <a:lnTo>
                    <a:pt x="9878375" y="103634"/>
                  </a:lnTo>
                  <a:lnTo>
                    <a:pt x="9781637" y="129477"/>
                  </a:lnTo>
                  <a:lnTo>
                    <a:pt x="9689579" y="158256"/>
                  </a:lnTo>
                  <a:lnTo>
                    <a:pt x="9603364" y="190081"/>
                  </a:lnTo>
                  <a:lnTo>
                    <a:pt x="9523514" y="225163"/>
                  </a:lnTo>
                  <a:lnTo>
                    <a:pt x="9450060" y="263814"/>
                  </a:lnTo>
                  <a:lnTo>
                    <a:pt x="9382683" y="306452"/>
                  </a:lnTo>
                  <a:lnTo>
                    <a:pt x="9320844" y="353581"/>
                  </a:lnTo>
                  <a:lnTo>
                    <a:pt x="9263871" y="405776"/>
                  </a:lnTo>
                  <a:lnTo>
                    <a:pt x="9211034" y="463642"/>
                  </a:lnTo>
                  <a:lnTo>
                    <a:pt x="9161592" y="527757"/>
                  </a:lnTo>
                  <a:lnTo>
                    <a:pt x="9114842" y="598569"/>
                  </a:lnTo>
                  <a:lnTo>
                    <a:pt x="9084767" y="649753"/>
                  </a:lnTo>
                  <a:lnTo>
                    <a:pt x="9051796" y="711051"/>
                  </a:lnTo>
                  <a:lnTo>
                    <a:pt x="9019579" y="776293"/>
                  </a:lnTo>
                  <a:lnTo>
                    <a:pt x="8987934" y="845560"/>
                  </a:lnTo>
                  <a:lnTo>
                    <a:pt x="8956713" y="918885"/>
                  </a:lnTo>
                  <a:lnTo>
                    <a:pt x="8925792" y="996247"/>
                  </a:lnTo>
                  <a:lnTo>
                    <a:pt x="8895073" y="1077567"/>
                  </a:lnTo>
                  <a:lnTo>
                    <a:pt x="8864475" y="1162707"/>
                  </a:lnTo>
                  <a:lnTo>
                    <a:pt x="8833937" y="1251462"/>
                  </a:lnTo>
                  <a:lnTo>
                    <a:pt x="8803414" y="1343565"/>
                  </a:lnTo>
                  <a:lnTo>
                    <a:pt x="8772875" y="1438684"/>
                  </a:lnTo>
                  <a:lnTo>
                    <a:pt x="8742303" y="1536429"/>
                  </a:lnTo>
                  <a:lnTo>
                    <a:pt x="8711690" y="1636352"/>
                  </a:lnTo>
                  <a:lnTo>
                    <a:pt x="8681039" y="1737962"/>
                  </a:lnTo>
                  <a:lnTo>
                    <a:pt x="8650358" y="1840727"/>
                  </a:lnTo>
                  <a:lnTo>
                    <a:pt x="8619660" y="1944091"/>
                  </a:lnTo>
                  <a:lnTo>
                    <a:pt x="8588962" y="2047484"/>
                  </a:lnTo>
                  <a:lnTo>
                    <a:pt x="8558278" y="2150334"/>
                  </a:lnTo>
                  <a:lnTo>
                    <a:pt x="8527623" y="2252084"/>
                  </a:lnTo>
                  <a:lnTo>
                    <a:pt x="8497007" y="2352199"/>
                  </a:lnTo>
                  <a:lnTo>
                    <a:pt x="8466431" y="2450182"/>
                  </a:lnTo>
                  <a:lnTo>
                    <a:pt x="8435889" y="2545582"/>
                  </a:lnTo>
                  <a:lnTo>
                    <a:pt x="8405366" y="2638002"/>
                  </a:lnTo>
                  <a:lnTo>
                    <a:pt x="8374831" y="2727104"/>
                  </a:lnTo>
                  <a:lnTo>
                    <a:pt x="8344241" y="2812615"/>
                  </a:lnTo>
                  <a:lnTo>
                    <a:pt x="8313537" y="2894324"/>
                  </a:lnTo>
                  <a:lnTo>
                    <a:pt x="8282641" y="2972086"/>
                  </a:lnTo>
                  <a:lnTo>
                    <a:pt x="8251455" y="3045816"/>
                  </a:lnTo>
                  <a:lnTo>
                    <a:pt x="8219859" y="3115488"/>
                  </a:lnTo>
                  <a:lnTo>
                    <a:pt x="8187706" y="3181130"/>
                  </a:lnTo>
                  <a:lnTo>
                    <a:pt x="8154820" y="3242817"/>
                  </a:lnTo>
                  <a:lnTo>
                    <a:pt x="8151487" y="3248766"/>
                  </a:lnTo>
                  <a:lnTo>
                    <a:pt x="8106180" y="3324171"/>
                  </a:lnTo>
                  <a:lnTo>
                    <a:pt x="8058612" y="3392728"/>
                  </a:lnTo>
                  <a:lnTo>
                    <a:pt x="8008126" y="3454715"/>
                  </a:lnTo>
                  <a:lnTo>
                    <a:pt x="7954001" y="3510635"/>
                  </a:lnTo>
                  <a:lnTo>
                    <a:pt x="7895495" y="3561084"/>
                  </a:lnTo>
                  <a:lnTo>
                    <a:pt x="7831891" y="3606665"/>
                  </a:lnTo>
                  <a:lnTo>
                    <a:pt x="7762552" y="3647930"/>
                  </a:lnTo>
                  <a:lnTo>
                    <a:pt x="7686999" y="3685357"/>
                  </a:lnTo>
                  <a:lnTo>
                    <a:pt x="7605017" y="3719330"/>
                  </a:lnTo>
                  <a:lnTo>
                    <a:pt x="7516779" y="3750128"/>
                  </a:lnTo>
                  <a:lnTo>
                    <a:pt x="7423006" y="3777927"/>
                  </a:lnTo>
                  <a:lnTo>
                    <a:pt x="7325104" y="3802805"/>
                  </a:lnTo>
                  <a:lnTo>
                    <a:pt x="7225274" y="3824759"/>
                  </a:lnTo>
                  <a:lnTo>
                    <a:pt x="7126505" y="3843731"/>
                  </a:lnTo>
                  <a:lnTo>
                    <a:pt x="7032409" y="3859661"/>
                  </a:lnTo>
                  <a:lnTo>
                    <a:pt x="6946853" y="3872527"/>
                  </a:lnTo>
                  <a:lnTo>
                    <a:pt x="6873416" y="3882407"/>
                  </a:lnTo>
                  <a:lnTo>
                    <a:pt x="6814769" y="3889507"/>
                  </a:lnTo>
                  <a:lnTo>
                    <a:pt x="6772148" y="3894172"/>
                  </a:lnTo>
                  <a:lnTo>
                    <a:pt x="6745042" y="3896866"/>
                  </a:lnTo>
                  <a:lnTo>
                    <a:pt x="6731171" y="3898121"/>
                  </a:lnTo>
                  <a:lnTo>
                    <a:pt x="6726671" y="3898494"/>
                  </a:lnTo>
                  <a:lnTo>
                    <a:pt x="6726343" y="3898520"/>
                  </a:lnTo>
                  <a:lnTo>
                    <a:pt x="5254955" y="3898520"/>
                  </a:lnTo>
                  <a:lnTo>
                    <a:pt x="5253830" y="3898447"/>
                  </a:lnTo>
                  <a:lnTo>
                    <a:pt x="5246434" y="3897930"/>
                  </a:lnTo>
                  <a:lnTo>
                    <a:pt x="5227784" y="3896502"/>
                  </a:lnTo>
                  <a:lnTo>
                    <a:pt x="5194421" y="3893690"/>
                  </a:lnTo>
                  <a:lnTo>
                    <a:pt x="5144659" y="3889057"/>
                  </a:lnTo>
                  <a:lnTo>
                    <a:pt x="5078708" y="3882242"/>
                  </a:lnTo>
                  <a:lnTo>
                    <a:pt x="4998531" y="3872999"/>
                  </a:lnTo>
                  <a:lnTo>
                    <a:pt x="4907402" y="3861202"/>
                  </a:lnTo>
                  <a:lnTo>
                    <a:pt x="4809269" y="3846826"/>
                  </a:lnTo>
                  <a:lnTo>
                    <a:pt x="4708111" y="3829910"/>
                  </a:lnTo>
                  <a:lnTo>
                    <a:pt x="4607429" y="3810511"/>
                  </a:lnTo>
                  <a:lnTo>
                    <a:pt x="4509954" y="3788657"/>
                  </a:lnTo>
                  <a:lnTo>
                    <a:pt x="4417564" y="3764321"/>
                  </a:lnTo>
                  <a:lnTo>
                    <a:pt x="4331340" y="3737392"/>
                  </a:lnTo>
                  <a:lnTo>
                    <a:pt x="4251713" y="3707674"/>
                  </a:lnTo>
                  <a:lnTo>
                    <a:pt x="4178624" y="3674879"/>
                  </a:lnTo>
                  <a:lnTo>
                    <a:pt x="4111679" y="3638633"/>
                  </a:lnTo>
                  <a:lnTo>
                    <a:pt x="4050271" y="3598489"/>
                  </a:lnTo>
                  <a:lnTo>
                    <a:pt x="3993678" y="3553944"/>
                  </a:lnTo>
                  <a:lnTo>
                    <a:pt x="3941128" y="3504482"/>
                  </a:lnTo>
                  <a:lnTo>
                    <a:pt x="3891855" y="3449631"/>
                  </a:lnTo>
                  <a:lnTo>
                    <a:pt x="3845143" y="3389067"/>
                  </a:lnTo>
                  <a:lnTo>
                    <a:pt x="3829811" y="3367275"/>
                  </a:lnTo>
                  <a:lnTo>
                    <a:pt x="3793887" y="3312448"/>
                  </a:lnTo>
                  <a:lnTo>
                    <a:pt x="3758839" y="3253776"/>
                  </a:lnTo>
                  <a:lnTo>
                    <a:pt x="3724437" y="3191179"/>
                  </a:lnTo>
                  <a:lnTo>
                    <a:pt x="3690498" y="3124636"/>
                  </a:lnTo>
                  <a:lnTo>
                    <a:pt x="3656871" y="3054188"/>
                  </a:lnTo>
                  <a:lnTo>
                    <a:pt x="3623437" y="2979943"/>
                  </a:lnTo>
                  <a:lnTo>
                    <a:pt x="3590106" y="2902085"/>
                  </a:lnTo>
                  <a:lnTo>
                    <a:pt x="3556810" y="2820868"/>
                  </a:lnTo>
                  <a:lnTo>
                    <a:pt x="3523504" y="2736624"/>
                  </a:lnTo>
                  <a:lnTo>
                    <a:pt x="3490162" y="2649753"/>
                  </a:lnTo>
                  <a:lnTo>
                    <a:pt x="3456772" y="2560721"/>
                  </a:lnTo>
                  <a:lnTo>
                    <a:pt x="3423336" y="2470049"/>
                  </a:lnTo>
                  <a:lnTo>
                    <a:pt x="3389866" y="2378300"/>
                  </a:lnTo>
                  <a:lnTo>
                    <a:pt x="3356379" y="2286068"/>
                  </a:lnTo>
                  <a:lnTo>
                    <a:pt x="3322896" y="2193960"/>
                  </a:lnTo>
                  <a:lnTo>
                    <a:pt x="3289438" y="2102578"/>
                  </a:lnTo>
                  <a:lnTo>
                    <a:pt x="3256020" y="2012505"/>
                  </a:lnTo>
                  <a:lnTo>
                    <a:pt x="3222650" y="1924290"/>
                  </a:lnTo>
                  <a:lnTo>
                    <a:pt x="3189324" y="1838432"/>
                  </a:lnTo>
                  <a:lnTo>
                    <a:pt x="3156027" y="1755371"/>
                  </a:lnTo>
                  <a:lnTo>
                    <a:pt x="3122723" y="1675481"/>
                  </a:lnTo>
                  <a:lnTo>
                    <a:pt x="3089360" y="1599062"/>
                  </a:lnTo>
                  <a:lnTo>
                    <a:pt x="3055860" y="1526340"/>
                  </a:lnTo>
                  <a:lnTo>
                    <a:pt x="3022122" y="1457467"/>
                  </a:lnTo>
                  <a:lnTo>
                    <a:pt x="2988015" y="1392523"/>
                  </a:lnTo>
                  <a:lnTo>
                    <a:pt x="2953376" y="1331524"/>
                  </a:lnTo>
                  <a:lnTo>
                    <a:pt x="2918002" y="1274424"/>
                  </a:lnTo>
                  <a:lnTo>
                    <a:pt x="2896531" y="1242295"/>
                  </a:lnTo>
                  <a:lnTo>
                    <a:pt x="2850539" y="1179774"/>
                  </a:lnTo>
                  <a:lnTo>
                    <a:pt x="2802208" y="1123015"/>
                  </a:lnTo>
                  <a:lnTo>
                    <a:pt x="2750851" y="1071779"/>
                  </a:lnTo>
                  <a:lnTo>
                    <a:pt x="2695712" y="1025629"/>
                  </a:lnTo>
                  <a:lnTo>
                    <a:pt x="2636017" y="984054"/>
                  </a:lnTo>
                  <a:lnTo>
                    <a:pt x="2571021" y="946543"/>
                  </a:lnTo>
                  <a:lnTo>
                    <a:pt x="2500067" y="912626"/>
                  </a:lnTo>
                  <a:lnTo>
                    <a:pt x="2422677" y="881905"/>
                  </a:lnTo>
                  <a:lnTo>
                    <a:pt x="2338664" y="854059"/>
                  </a:lnTo>
                  <a:lnTo>
                    <a:pt x="2248274" y="828862"/>
                  </a:lnTo>
                  <a:lnTo>
                    <a:pt x="2152351" y="806176"/>
                  </a:lnTo>
                  <a:lnTo>
                    <a:pt x="2052491" y="785945"/>
                  </a:lnTo>
                  <a:lnTo>
                    <a:pt x="1951136" y="768184"/>
                  </a:lnTo>
                  <a:lnTo>
                    <a:pt x="1851550" y="752943"/>
                  </a:lnTo>
                  <a:lnTo>
                    <a:pt x="1757596" y="740272"/>
                  </a:lnTo>
                  <a:lnTo>
                    <a:pt x="1673301" y="730174"/>
                  </a:lnTo>
                  <a:lnTo>
                    <a:pt x="1602242" y="722559"/>
                  </a:lnTo>
                  <a:lnTo>
                    <a:pt x="1546887" y="717223"/>
                  </a:lnTo>
                  <a:lnTo>
                    <a:pt x="1508072" y="713841"/>
                  </a:lnTo>
                  <a:lnTo>
                    <a:pt x="1484749" y="711997"/>
                  </a:lnTo>
                  <a:lnTo>
                    <a:pt x="1474033" y="711225"/>
                  </a:lnTo>
                  <a:lnTo>
                    <a:pt x="1471432" y="711053"/>
                  </a:lnTo>
                  <a:lnTo>
                    <a:pt x="1471387" y="711050"/>
                  </a:lnTo>
                  <a:lnTo>
                    <a:pt x="0" y="71105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27" name="pg527"/>
            <p:cNvSpPr/>
            <p:nvPr/>
          </p:nvSpPr>
          <p:spPr>
            <a:xfrm>
              <a:off x="4799595" y="5543707"/>
              <a:ext cx="11981298" cy="3514389"/>
            </a:xfrm>
            <a:custGeom>
              <a:avLst/>
              <a:pathLst>
                <a:path w="11981298" h="3514389">
                  <a:moveTo>
                    <a:pt x="0" y="326919"/>
                  </a:moveTo>
                  <a:lnTo>
                    <a:pt x="1471387" y="326919"/>
                  </a:lnTo>
                  <a:lnTo>
                    <a:pt x="1472512" y="326992"/>
                  </a:lnTo>
                  <a:lnTo>
                    <a:pt x="1479908" y="327509"/>
                  </a:lnTo>
                  <a:lnTo>
                    <a:pt x="1498558" y="328937"/>
                  </a:lnTo>
                  <a:lnTo>
                    <a:pt x="1531921" y="331749"/>
                  </a:lnTo>
                  <a:lnTo>
                    <a:pt x="1581683" y="336383"/>
                  </a:lnTo>
                  <a:lnTo>
                    <a:pt x="1647634" y="343197"/>
                  </a:lnTo>
                  <a:lnTo>
                    <a:pt x="1727811" y="352440"/>
                  </a:lnTo>
                  <a:lnTo>
                    <a:pt x="1818940" y="364237"/>
                  </a:lnTo>
                  <a:lnTo>
                    <a:pt x="1917073" y="378613"/>
                  </a:lnTo>
                  <a:lnTo>
                    <a:pt x="2018231" y="395529"/>
                  </a:lnTo>
                  <a:lnTo>
                    <a:pt x="2118913" y="414928"/>
                  </a:lnTo>
                  <a:lnTo>
                    <a:pt x="2216388" y="436782"/>
                  </a:lnTo>
                  <a:lnTo>
                    <a:pt x="2308778" y="461119"/>
                  </a:lnTo>
                  <a:lnTo>
                    <a:pt x="2395002" y="488047"/>
                  </a:lnTo>
                  <a:lnTo>
                    <a:pt x="2474629" y="517765"/>
                  </a:lnTo>
                  <a:lnTo>
                    <a:pt x="2547718" y="550560"/>
                  </a:lnTo>
                  <a:lnTo>
                    <a:pt x="2614663" y="586806"/>
                  </a:lnTo>
                  <a:lnTo>
                    <a:pt x="2676071" y="626951"/>
                  </a:lnTo>
                  <a:lnTo>
                    <a:pt x="2732664" y="671495"/>
                  </a:lnTo>
                  <a:lnTo>
                    <a:pt x="2785214" y="720957"/>
                  </a:lnTo>
                  <a:lnTo>
                    <a:pt x="2834487" y="775808"/>
                  </a:lnTo>
                  <a:lnTo>
                    <a:pt x="2881199" y="836372"/>
                  </a:lnTo>
                  <a:lnTo>
                    <a:pt x="2896531" y="858164"/>
                  </a:lnTo>
                  <a:lnTo>
                    <a:pt x="2932455" y="912991"/>
                  </a:lnTo>
                  <a:lnTo>
                    <a:pt x="2967503" y="971664"/>
                  </a:lnTo>
                  <a:lnTo>
                    <a:pt x="3001905" y="1034260"/>
                  </a:lnTo>
                  <a:lnTo>
                    <a:pt x="3035844" y="1100803"/>
                  </a:lnTo>
                  <a:lnTo>
                    <a:pt x="3069472" y="1171252"/>
                  </a:lnTo>
                  <a:lnTo>
                    <a:pt x="3102905" y="1245496"/>
                  </a:lnTo>
                  <a:lnTo>
                    <a:pt x="3136237" y="1323354"/>
                  </a:lnTo>
                  <a:lnTo>
                    <a:pt x="3169532" y="1404571"/>
                  </a:lnTo>
                  <a:lnTo>
                    <a:pt x="3202838" y="1488815"/>
                  </a:lnTo>
                  <a:lnTo>
                    <a:pt x="3236180" y="1575686"/>
                  </a:lnTo>
                  <a:lnTo>
                    <a:pt x="3269570" y="1664718"/>
                  </a:lnTo>
                  <a:lnTo>
                    <a:pt x="3303006" y="1755391"/>
                  </a:lnTo>
                  <a:lnTo>
                    <a:pt x="3336477" y="1847139"/>
                  </a:lnTo>
                  <a:lnTo>
                    <a:pt x="3369963" y="1939371"/>
                  </a:lnTo>
                  <a:lnTo>
                    <a:pt x="3403446" y="2031479"/>
                  </a:lnTo>
                  <a:lnTo>
                    <a:pt x="3436904" y="2122861"/>
                  </a:lnTo>
                  <a:lnTo>
                    <a:pt x="3470322" y="2212934"/>
                  </a:lnTo>
                  <a:lnTo>
                    <a:pt x="3503693" y="2301149"/>
                  </a:lnTo>
                  <a:lnTo>
                    <a:pt x="3537018" y="2387008"/>
                  </a:lnTo>
                  <a:lnTo>
                    <a:pt x="3570315" y="2470068"/>
                  </a:lnTo>
                  <a:lnTo>
                    <a:pt x="3603619" y="2549958"/>
                  </a:lnTo>
                  <a:lnTo>
                    <a:pt x="3636982" y="2626377"/>
                  </a:lnTo>
                  <a:lnTo>
                    <a:pt x="3670482" y="2699099"/>
                  </a:lnTo>
                  <a:lnTo>
                    <a:pt x="3704220" y="2767973"/>
                  </a:lnTo>
                  <a:lnTo>
                    <a:pt x="3738327" y="2832916"/>
                  </a:lnTo>
                  <a:lnTo>
                    <a:pt x="3772966" y="2893915"/>
                  </a:lnTo>
                  <a:lnTo>
                    <a:pt x="3808340" y="2951015"/>
                  </a:lnTo>
                  <a:lnTo>
                    <a:pt x="3829811" y="2983144"/>
                  </a:lnTo>
                  <a:lnTo>
                    <a:pt x="3875803" y="3045665"/>
                  </a:lnTo>
                  <a:lnTo>
                    <a:pt x="3924134" y="3102424"/>
                  </a:lnTo>
                  <a:lnTo>
                    <a:pt x="3975491" y="3153660"/>
                  </a:lnTo>
                  <a:lnTo>
                    <a:pt x="4030630" y="3199810"/>
                  </a:lnTo>
                  <a:lnTo>
                    <a:pt x="4090325" y="3241385"/>
                  </a:lnTo>
                  <a:lnTo>
                    <a:pt x="4155321" y="3278896"/>
                  </a:lnTo>
                  <a:lnTo>
                    <a:pt x="4226275" y="3312813"/>
                  </a:lnTo>
                  <a:lnTo>
                    <a:pt x="4303665" y="3343535"/>
                  </a:lnTo>
                  <a:lnTo>
                    <a:pt x="4387678" y="3371380"/>
                  </a:lnTo>
                  <a:lnTo>
                    <a:pt x="4478068" y="3396577"/>
                  </a:lnTo>
                  <a:lnTo>
                    <a:pt x="4573991" y="3419263"/>
                  </a:lnTo>
                  <a:lnTo>
                    <a:pt x="4673852" y="3439494"/>
                  </a:lnTo>
                  <a:lnTo>
                    <a:pt x="4775206" y="3457255"/>
                  </a:lnTo>
                  <a:lnTo>
                    <a:pt x="4874792" y="3472497"/>
                  </a:lnTo>
                  <a:lnTo>
                    <a:pt x="4968746" y="3485167"/>
                  </a:lnTo>
                  <a:lnTo>
                    <a:pt x="5053041" y="3495265"/>
                  </a:lnTo>
                  <a:lnTo>
                    <a:pt x="5124100" y="3502880"/>
                  </a:lnTo>
                  <a:lnTo>
                    <a:pt x="5179455" y="3508216"/>
                  </a:lnTo>
                  <a:lnTo>
                    <a:pt x="5218270" y="3511598"/>
                  </a:lnTo>
                  <a:lnTo>
                    <a:pt x="5241593" y="3513442"/>
                  </a:lnTo>
                  <a:lnTo>
                    <a:pt x="5252309" y="3514214"/>
                  </a:lnTo>
                  <a:lnTo>
                    <a:pt x="5254955" y="3514389"/>
                  </a:lnTo>
                  <a:lnTo>
                    <a:pt x="6726343" y="3514389"/>
                  </a:lnTo>
                  <a:lnTo>
                    <a:pt x="6727447" y="3514311"/>
                  </a:lnTo>
                  <a:lnTo>
                    <a:pt x="6734713" y="3513754"/>
                  </a:lnTo>
                  <a:lnTo>
                    <a:pt x="6753046" y="3512216"/>
                  </a:lnTo>
                  <a:lnTo>
                    <a:pt x="6785864" y="3509187"/>
                  </a:lnTo>
                  <a:lnTo>
                    <a:pt x="6834865" y="3504193"/>
                  </a:lnTo>
                  <a:lnTo>
                    <a:pt x="6899892" y="3496846"/>
                  </a:lnTo>
                  <a:lnTo>
                    <a:pt x="6979070" y="3486875"/>
                  </a:lnTo>
                  <a:lnTo>
                    <a:pt x="7069224" y="3474137"/>
                  </a:lnTo>
                  <a:lnTo>
                    <a:pt x="7166494" y="3458603"/>
                  </a:lnTo>
                  <a:lnTo>
                    <a:pt x="7266959" y="3440313"/>
                  </a:lnTo>
                  <a:lnTo>
                    <a:pt x="7367146" y="3419327"/>
                  </a:lnTo>
                  <a:lnTo>
                    <a:pt x="7464319" y="3395680"/>
                  </a:lnTo>
                  <a:lnTo>
                    <a:pt x="7556578" y="3369347"/>
                  </a:lnTo>
                  <a:lnTo>
                    <a:pt x="7642805" y="3340217"/>
                  </a:lnTo>
                  <a:lnTo>
                    <a:pt x="7722531" y="3308086"/>
                  </a:lnTo>
                  <a:lnTo>
                    <a:pt x="7795776" y="3272652"/>
                  </a:lnTo>
                  <a:lnTo>
                    <a:pt x="7862904" y="3233521"/>
                  </a:lnTo>
                  <a:lnTo>
                    <a:pt x="7924492" y="3190218"/>
                  </a:lnTo>
                  <a:lnTo>
                    <a:pt x="7981243" y="3142207"/>
                  </a:lnTo>
                  <a:lnTo>
                    <a:pt x="8033910" y="3088931"/>
                  </a:lnTo>
                  <a:lnTo>
                    <a:pt x="8083250" y="3029868"/>
                  </a:lnTo>
                  <a:lnTo>
                    <a:pt x="8129973" y="2964644"/>
                  </a:lnTo>
                  <a:lnTo>
                    <a:pt x="8151487" y="2931382"/>
                  </a:lnTo>
                  <a:lnTo>
                    <a:pt x="8186036" y="2873623"/>
                  </a:lnTo>
                  <a:lnTo>
                    <a:pt x="8219768" y="2811968"/>
                  </a:lnTo>
                  <a:lnTo>
                    <a:pt x="8252887" y="2746338"/>
                  </a:lnTo>
                  <a:lnTo>
                    <a:pt x="8285561" y="2676706"/>
                  </a:lnTo>
                  <a:lnTo>
                    <a:pt x="8317928" y="2603102"/>
                  </a:lnTo>
                  <a:lnTo>
                    <a:pt x="8350097" y="2525622"/>
                  </a:lnTo>
                  <a:lnTo>
                    <a:pt x="8382154" y="2444427"/>
                  </a:lnTo>
                  <a:lnTo>
                    <a:pt x="8414164" y="2359748"/>
                  </a:lnTo>
                  <a:lnTo>
                    <a:pt x="8446172" y="2271887"/>
                  </a:lnTo>
                  <a:lnTo>
                    <a:pt x="8478206" y="2181212"/>
                  </a:lnTo>
                  <a:lnTo>
                    <a:pt x="8510283" y="2088155"/>
                  </a:lnTo>
                  <a:lnTo>
                    <a:pt x="8542404" y="1993203"/>
                  </a:lnTo>
                  <a:lnTo>
                    <a:pt x="8574563" y="1896889"/>
                  </a:lnTo>
                  <a:lnTo>
                    <a:pt x="8606746" y="1799780"/>
                  </a:lnTo>
                  <a:lnTo>
                    <a:pt x="8638936" y="1702461"/>
                  </a:lnTo>
                  <a:lnTo>
                    <a:pt x="8671113" y="1605524"/>
                  </a:lnTo>
                  <a:lnTo>
                    <a:pt x="8703262" y="1509552"/>
                  </a:lnTo>
                  <a:lnTo>
                    <a:pt x="8735371" y="1415102"/>
                  </a:lnTo>
                  <a:lnTo>
                    <a:pt x="8767434" y="1322695"/>
                  </a:lnTo>
                  <a:lnTo>
                    <a:pt x="8799459" y="1232802"/>
                  </a:lnTo>
                  <a:lnTo>
                    <a:pt x="8831464" y="1145838"/>
                  </a:lnTo>
                  <a:lnTo>
                    <a:pt x="8863482" y="1062151"/>
                  </a:lnTo>
                  <a:lnTo>
                    <a:pt x="8895564" y="982023"/>
                  </a:lnTo>
                  <a:lnTo>
                    <a:pt x="8927781" y="905665"/>
                  </a:lnTo>
                  <a:lnTo>
                    <a:pt x="8960225" y="833218"/>
                  </a:lnTo>
                  <a:lnTo>
                    <a:pt x="8993015" y="764757"/>
                  </a:lnTo>
                  <a:lnTo>
                    <a:pt x="9026294" y="700297"/>
                  </a:lnTo>
                  <a:lnTo>
                    <a:pt x="9060243" y="639794"/>
                  </a:lnTo>
                  <a:lnTo>
                    <a:pt x="9084767" y="599353"/>
                  </a:lnTo>
                  <a:lnTo>
                    <a:pt x="9130470" y="531141"/>
                  </a:lnTo>
                  <a:lnTo>
                    <a:pt x="9178479" y="469178"/>
                  </a:lnTo>
                  <a:lnTo>
                    <a:pt x="9229469" y="413205"/>
                  </a:lnTo>
                  <a:lnTo>
                    <a:pt x="9284180" y="362756"/>
                  </a:lnTo>
                  <a:lnTo>
                    <a:pt x="9343373" y="317280"/>
                  </a:lnTo>
                  <a:lnTo>
                    <a:pt x="9407781" y="276226"/>
                  </a:lnTo>
                  <a:lnTo>
                    <a:pt x="9478053" y="239087"/>
                  </a:lnTo>
                  <a:lnTo>
                    <a:pt x="9554666" y="205426"/>
                  </a:lnTo>
                  <a:lnTo>
                    <a:pt x="9637822" y="174899"/>
                  </a:lnTo>
                  <a:lnTo>
                    <a:pt x="9727304" y="147253"/>
                  </a:lnTo>
                  <a:lnTo>
                    <a:pt x="9822324" y="122335"/>
                  </a:lnTo>
                  <a:lnTo>
                    <a:pt x="9921366" y="100081"/>
                  </a:lnTo>
                  <a:lnTo>
                    <a:pt x="10022091" y="80500"/>
                  </a:lnTo>
                  <a:lnTo>
                    <a:pt x="10121354" y="63647"/>
                  </a:lnTo>
                  <a:lnTo>
                    <a:pt x="10215395" y="49576"/>
                  </a:lnTo>
                  <a:lnTo>
                    <a:pt x="10300253" y="38297"/>
                  </a:lnTo>
                  <a:lnTo>
                    <a:pt x="10372345" y="29726"/>
                  </a:lnTo>
                  <a:lnTo>
                    <a:pt x="10429108" y="23654"/>
                  </a:lnTo>
                  <a:lnTo>
                    <a:pt x="10469534" y="19744"/>
                  </a:lnTo>
                  <a:lnTo>
                    <a:pt x="10494438" y="17559"/>
                  </a:lnTo>
                  <a:lnTo>
                    <a:pt x="10506448" y="16599"/>
                  </a:lnTo>
                  <a:lnTo>
                    <a:pt x="10509911" y="16345"/>
                  </a:lnTo>
                  <a:lnTo>
                    <a:pt x="11981298" y="16345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8806" y="78"/>
                  </a:lnTo>
                  <a:lnTo>
                    <a:pt x="10501540" y="634"/>
                  </a:lnTo>
                  <a:lnTo>
                    <a:pt x="10483208" y="2172"/>
                  </a:lnTo>
                  <a:lnTo>
                    <a:pt x="10450389" y="5202"/>
                  </a:lnTo>
                  <a:lnTo>
                    <a:pt x="10401388" y="10195"/>
                  </a:lnTo>
                  <a:lnTo>
                    <a:pt x="10336361" y="17542"/>
                  </a:lnTo>
                  <a:lnTo>
                    <a:pt x="10257183" y="27514"/>
                  </a:lnTo>
                  <a:lnTo>
                    <a:pt x="10167029" y="40251"/>
                  </a:lnTo>
                  <a:lnTo>
                    <a:pt x="10069760" y="55785"/>
                  </a:lnTo>
                  <a:lnTo>
                    <a:pt x="9969294" y="74075"/>
                  </a:lnTo>
                  <a:lnTo>
                    <a:pt x="9869107" y="95061"/>
                  </a:lnTo>
                  <a:lnTo>
                    <a:pt x="9771934" y="118708"/>
                  </a:lnTo>
                  <a:lnTo>
                    <a:pt x="9679675" y="145041"/>
                  </a:lnTo>
                  <a:lnTo>
                    <a:pt x="9593448" y="174171"/>
                  </a:lnTo>
                  <a:lnTo>
                    <a:pt x="9513722" y="206302"/>
                  </a:lnTo>
                  <a:lnTo>
                    <a:pt x="9440477" y="241736"/>
                  </a:lnTo>
                  <a:lnTo>
                    <a:pt x="9373349" y="280867"/>
                  </a:lnTo>
                  <a:lnTo>
                    <a:pt x="9311761" y="324170"/>
                  </a:lnTo>
                  <a:lnTo>
                    <a:pt x="9255010" y="372181"/>
                  </a:lnTo>
                  <a:lnTo>
                    <a:pt x="9202343" y="425458"/>
                  </a:lnTo>
                  <a:lnTo>
                    <a:pt x="9153004" y="484520"/>
                  </a:lnTo>
                  <a:lnTo>
                    <a:pt x="9106280" y="549744"/>
                  </a:lnTo>
                  <a:lnTo>
                    <a:pt x="9084767" y="583007"/>
                  </a:lnTo>
                  <a:lnTo>
                    <a:pt x="9050217" y="640765"/>
                  </a:lnTo>
                  <a:lnTo>
                    <a:pt x="9016485" y="702420"/>
                  </a:lnTo>
                  <a:lnTo>
                    <a:pt x="8983366" y="768050"/>
                  </a:lnTo>
                  <a:lnTo>
                    <a:pt x="8950692" y="837682"/>
                  </a:lnTo>
                  <a:lnTo>
                    <a:pt x="8918325" y="911286"/>
                  </a:lnTo>
                  <a:lnTo>
                    <a:pt x="8886156" y="988766"/>
                  </a:lnTo>
                  <a:lnTo>
                    <a:pt x="8854099" y="1069962"/>
                  </a:lnTo>
                  <a:lnTo>
                    <a:pt x="8822089" y="1154640"/>
                  </a:lnTo>
                  <a:lnTo>
                    <a:pt x="8790082" y="1242502"/>
                  </a:lnTo>
                  <a:lnTo>
                    <a:pt x="8758047" y="1333176"/>
                  </a:lnTo>
                  <a:lnTo>
                    <a:pt x="8725970" y="1426233"/>
                  </a:lnTo>
                  <a:lnTo>
                    <a:pt x="8693849" y="1521185"/>
                  </a:lnTo>
                  <a:lnTo>
                    <a:pt x="8661690" y="1617499"/>
                  </a:lnTo>
                  <a:lnTo>
                    <a:pt x="8629507" y="1714608"/>
                  </a:lnTo>
                  <a:lnTo>
                    <a:pt x="8597318" y="1811927"/>
                  </a:lnTo>
                  <a:lnTo>
                    <a:pt x="8565140" y="1908864"/>
                  </a:lnTo>
                  <a:lnTo>
                    <a:pt x="8532991" y="2004836"/>
                  </a:lnTo>
                  <a:lnTo>
                    <a:pt x="8500883" y="2099286"/>
                  </a:lnTo>
                  <a:lnTo>
                    <a:pt x="8468819" y="2191693"/>
                  </a:lnTo>
                  <a:lnTo>
                    <a:pt x="8436794" y="2281586"/>
                  </a:lnTo>
                  <a:lnTo>
                    <a:pt x="8404789" y="2368550"/>
                  </a:lnTo>
                  <a:lnTo>
                    <a:pt x="8372772" y="2452237"/>
                  </a:lnTo>
                  <a:lnTo>
                    <a:pt x="8340689" y="2532365"/>
                  </a:lnTo>
                  <a:lnTo>
                    <a:pt x="8308472" y="2608723"/>
                  </a:lnTo>
                  <a:lnTo>
                    <a:pt x="8276028" y="2681171"/>
                  </a:lnTo>
                  <a:lnTo>
                    <a:pt x="8243239" y="2749631"/>
                  </a:lnTo>
                  <a:lnTo>
                    <a:pt x="8209959" y="2814091"/>
                  </a:lnTo>
                  <a:lnTo>
                    <a:pt x="8176010" y="2874594"/>
                  </a:lnTo>
                  <a:lnTo>
                    <a:pt x="8151487" y="2915036"/>
                  </a:lnTo>
                  <a:lnTo>
                    <a:pt x="8105783" y="2983247"/>
                  </a:lnTo>
                  <a:lnTo>
                    <a:pt x="8057774" y="3045210"/>
                  </a:lnTo>
                  <a:lnTo>
                    <a:pt x="8006784" y="3101183"/>
                  </a:lnTo>
                  <a:lnTo>
                    <a:pt x="7952073" y="3151632"/>
                  </a:lnTo>
                  <a:lnTo>
                    <a:pt x="7892880" y="3197108"/>
                  </a:lnTo>
                  <a:lnTo>
                    <a:pt x="7828472" y="3238162"/>
                  </a:lnTo>
                  <a:lnTo>
                    <a:pt x="7758201" y="3275302"/>
                  </a:lnTo>
                  <a:lnTo>
                    <a:pt x="7681587" y="3308962"/>
                  </a:lnTo>
                  <a:lnTo>
                    <a:pt x="7598432" y="3339489"/>
                  </a:lnTo>
                  <a:lnTo>
                    <a:pt x="7508949" y="3367135"/>
                  </a:lnTo>
                  <a:lnTo>
                    <a:pt x="7413929" y="3392053"/>
                  </a:lnTo>
                  <a:lnTo>
                    <a:pt x="7314887" y="3414307"/>
                  </a:lnTo>
                  <a:lnTo>
                    <a:pt x="7214162" y="3433888"/>
                  </a:lnTo>
                  <a:lnTo>
                    <a:pt x="7114899" y="3450742"/>
                  </a:lnTo>
                  <a:lnTo>
                    <a:pt x="7020858" y="3464812"/>
                  </a:lnTo>
                  <a:lnTo>
                    <a:pt x="6936000" y="3476091"/>
                  </a:lnTo>
                  <a:lnTo>
                    <a:pt x="6863909" y="3484662"/>
                  </a:lnTo>
                  <a:lnTo>
                    <a:pt x="6807145" y="3490734"/>
                  </a:lnTo>
                  <a:lnTo>
                    <a:pt x="6766719" y="3494644"/>
                  </a:lnTo>
                  <a:lnTo>
                    <a:pt x="6741815" y="3496830"/>
                  </a:lnTo>
                  <a:lnTo>
                    <a:pt x="6729805" y="3497790"/>
                  </a:lnTo>
                  <a:lnTo>
                    <a:pt x="6726343" y="3498043"/>
                  </a:lnTo>
                  <a:lnTo>
                    <a:pt x="5254955" y="3498043"/>
                  </a:lnTo>
                  <a:lnTo>
                    <a:pt x="5253830" y="3497970"/>
                  </a:lnTo>
                  <a:lnTo>
                    <a:pt x="5246434" y="3497454"/>
                  </a:lnTo>
                  <a:lnTo>
                    <a:pt x="5227784" y="3496025"/>
                  </a:lnTo>
                  <a:lnTo>
                    <a:pt x="5194421" y="3493213"/>
                  </a:lnTo>
                  <a:lnTo>
                    <a:pt x="5144659" y="3488580"/>
                  </a:lnTo>
                  <a:lnTo>
                    <a:pt x="5078708" y="3481765"/>
                  </a:lnTo>
                  <a:lnTo>
                    <a:pt x="4998531" y="3472522"/>
                  </a:lnTo>
                  <a:lnTo>
                    <a:pt x="4907402" y="3460725"/>
                  </a:lnTo>
                  <a:lnTo>
                    <a:pt x="4809269" y="3446349"/>
                  </a:lnTo>
                  <a:lnTo>
                    <a:pt x="4708111" y="3429433"/>
                  </a:lnTo>
                  <a:lnTo>
                    <a:pt x="4607429" y="3410034"/>
                  </a:lnTo>
                  <a:lnTo>
                    <a:pt x="4509954" y="3388180"/>
                  </a:lnTo>
                  <a:lnTo>
                    <a:pt x="4417564" y="3363844"/>
                  </a:lnTo>
                  <a:lnTo>
                    <a:pt x="4331340" y="3336915"/>
                  </a:lnTo>
                  <a:lnTo>
                    <a:pt x="4251713" y="3307197"/>
                  </a:lnTo>
                  <a:lnTo>
                    <a:pt x="4178624" y="3274402"/>
                  </a:lnTo>
                  <a:lnTo>
                    <a:pt x="4111679" y="3238156"/>
                  </a:lnTo>
                  <a:lnTo>
                    <a:pt x="4050271" y="3198012"/>
                  </a:lnTo>
                  <a:lnTo>
                    <a:pt x="3993678" y="3153467"/>
                  </a:lnTo>
                  <a:lnTo>
                    <a:pt x="3941128" y="3104005"/>
                  </a:lnTo>
                  <a:lnTo>
                    <a:pt x="3891855" y="3049154"/>
                  </a:lnTo>
                  <a:lnTo>
                    <a:pt x="3845143" y="2988590"/>
                  </a:lnTo>
                  <a:lnTo>
                    <a:pt x="3829811" y="2966798"/>
                  </a:lnTo>
                  <a:lnTo>
                    <a:pt x="3793887" y="2911971"/>
                  </a:lnTo>
                  <a:lnTo>
                    <a:pt x="3758839" y="2853299"/>
                  </a:lnTo>
                  <a:lnTo>
                    <a:pt x="3724437" y="2790702"/>
                  </a:lnTo>
                  <a:lnTo>
                    <a:pt x="3690498" y="2724159"/>
                  </a:lnTo>
                  <a:lnTo>
                    <a:pt x="3656871" y="2653711"/>
                  </a:lnTo>
                  <a:lnTo>
                    <a:pt x="3623437" y="2579466"/>
                  </a:lnTo>
                  <a:lnTo>
                    <a:pt x="3590106" y="2501608"/>
                  </a:lnTo>
                  <a:lnTo>
                    <a:pt x="3556810" y="2420391"/>
                  </a:lnTo>
                  <a:lnTo>
                    <a:pt x="3523504" y="2336147"/>
                  </a:lnTo>
                  <a:lnTo>
                    <a:pt x="3490162" y="2249276"/>
                  </a:lnTo>
                  <a:lnTo>
                    <a:pt x="3456772" y="2160244"/>
                  </a:lnTo>
                  <a:lnTo>
                    <a:pt x="3423336" y="2069572"/>
                  </a:lnTo>
                  <a:lnTo>
                    <a:pt x="3389866" y="1977823"/>
                  </a:lnTo>
                  <a:lnTo>
                    <a:pt x="3356379" y="1885592"/>
                  </a:lnTo>
                  <a:lnTo>
                    <a:pt x="3322896" y="1793483"/>
                  </a:lnTo>
                  <a:lnTo>
                    <a:pt x="3289438" y="1702101"/>
                  </a:lnTo>
                  <a:lnTo>
                    <a:pt x="3256020" y="1612028"/>
                  </a:lnTo>
                  <a:lnTo>
                    <a:pt x="3222650" y="1523813"/>
                  </a:lnTo>
                  <a:lnTo>
                    <a:pt x="3189324" y="1437955"/>
                  </a:lnTo>
                  <a:lnTo>
                    <a:pt x="3156027" y="1354894"/>
                  </a:lnTo>
                  <a:lnTo>
                    <a:pt x="3122723" y="1275004"/>
                  </a:lnTo>
                  <a:lnTo>
                    <a:pt x="3089360" y="1198585"/>
                  </a:lnTo>
                  <a:lnTo>
                    <a:pt x="3055860" y="1125863"/>
                  </a:lnTo>
                  <a:lnTo>
                    <a:pt x="3022122" y="1056990"/>
                  </a:lnTo>
                  <a:lnTo>
                    <a:pt x="2988015" y="992046"/>
                  </a:lnTo>
                  <a:lnTo>
                    <a:pt x="2953376" y="931047"/>
                  </a:lnTo>
                  <a:lnTo>
                    <a:pt x="2918002" y="873947"/>
                  </a:lnTo>
                  <a:lnTo>
                    <a:pt x="2896531" y="841818"/>
                  </a:lnTo>
                  <a:lnTo>
                    <a:pt x="2850539" y="779297"/>
                  </a:lnTo>
                  <a:lnTo>
                    <a:pt x="2802208" y="722539"/>
                  </a:lnTo>
                  <a:lnTo>
                    <a:pt x="2750851" y="671302"/>
                  </a:lnTo>
                  <a:lnTo>
                    <a:pt x="2695712" y="625152"/>
                  </a:lnTo>
                  <a:lnTo>
                    <a:pt x="2636017" y="583577"/>
                  </a:lnTo>
                  <a:lnTo>
                    <a:pt x="2571021" y="546066"/>
                  </a:lnTo>
                  <a:lnTo>
                    <a:pt x="2500067" y="512150"/>
                  </a:lnTo>
                  <a:lnTo>
                    <a:pt x="2422677" y="481428"/>
                  </a:lnTo>
                  <a:lnTo>
                    <a:pt x="2338664" y="453582"/>
                  </a:lnTo>
                  <a:lnTo>
                    <a:pt x="2248274" y="428385"/>
                  </a:lnTo>
                  <a:lnTo>
                    <a:pt x="2152351" y="405699"/>
                  </a:lnTo>
                  <a:lnTo>
                    <a:pt x="2052491" y="385468"/>
                  </a:lnTo>
                  <a:lnTo>
                    <a:pt x="1951136" y="367707"/>
                  </a:lnTo>
                  <a:lnTo>
                    <a:pt x="1851550" y="352466"/>
                  </a:lnTo>
                  <a:lnTo>
                    <a:pt x="1757596" y="339795"/>
                  </a:lnTo>
                  <a:lnTo>
                    <a:pt x="1673301" y="329697"/>
                  </a:lnTo>
                  <a:lnTo>
                    <a:pt x="1602242" y="322082"/>
                  </a:lnTo>
                  <a:lnTo>
                    <a:pt x="1546887" y="316746"/>
                  </a:lnTo>
                  <a:lnTo>
                    <a:pt x="1508072" y="313364"/>
                  </a:lnTo>
                  <a:lnTo>
                    <a:pt x="1484749" y="311520"/>
                  </a:lnTo>
                  <a:lnTo>
                    <a:pt x="1474033" y="310748"/>
                  </a:lnTo>
                  <a:lnTo>
                    <a:pt x="1471387" y="310573"/>
                  </a:lnTo>
                  <a:lnTo>
                    <a:pt x="0" y="310573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528" name="pl528"/>
            <p:cNvSpPr/>
            <p:nvPr/>
          </p:nvSpPr>
          <p:spPr>
            <a:xfrm>
              <a:off x="4799595" y="5560053"/>
              <a:ext cx="11981298" cy="3498043"/>
            </a:xfrm>
            <a:custGeom>
              <a:avLst/>
              <a:pathLst>
                <a:path w="11981298" h="3498043">
                  <a:moveTo>
                    <a:pt x="0" y="310573"/>
                  </a:moveTo>
                  <a:lnTo>
                    <a:pt x="1471387" y="310573"/>
                  </a:lnTo>
                  <a:lnTo>
                    <a:pt x="1472512" y="310646"/>
                  </a:lnTo>
                  <a:lnTo>
                    <a:pt x="1479908" y="311163"/>
                  </a:lnTo>
                  <a:lnTo>
                    <a:pt x="1498558" y="312591"/>
                  </a:lnTo>
                  <a:lnTo>
                    <a:pt x="1531921" y="315403"/>
                  </a:lnTo>
                  <a:lnTo>
                    <a:pt x="1581683" y="320037"/>
                  </a:lnTo>
                  <a:lnTo>
                    <a:pt x="1647634" y="326851"/>
                  </a:lnTo>
                  <a:lnTo>
                    <a:pt x="1727811" y="336094"/>
                  </a:lnTo>
                  <a:lnTo>
                    <a:pt x="1818940" y="347891"/>
                  </a:lnTo>
                  <a:lnTo>
                    <a:pt x="1917073" y="362267"/>
                  </a:lnTo>
                  <a:lnTo>
                    <a:pt x="2018231" y="379183"/>
                  </a:lnTo>
                  <a:lnTo>
                    <a:pt x="2118913" y="398582"/>
                  </a:lnTo>
                  <a:lnTo>
                    <a:pt x="2216388" y="420436"/>
                  </a:lnTo>
                  <a:lnTo>
                    <a:pt x="2308778" y="444773"/>
                  </a:lnTo>
                  <a:lnTo>
                    <a:pt x="2395002" y="471701"/>
                  </a:lnTo>
                  <a:lnTo>
                    <a:pt x="2474629" y="501419"/>
                  </a:lnTo>
                  <a:lnTo>
                    <a:pt x="2547718" y="534214"/>
                  </a:lnTo>
                  <a:lnTo>
                    <a:pt x="2614663" y="570460"/>
                  </a:lnTo>
                  <a:lnTo>
                    <a:pt x="2676071" y="610605"/>
                  </a:lnTo>
                  <a:lnTo>
                    <a:pt x="2732664" y="655149"/>
                  </a:lnTo>
                  <a:lnTo>
                    <a:pt x="2785214" y="704611"/>
                  </a:lnTo>
                  <a:lnTo>
                    <a:pt x="2834487" y="759462"/>
                  </a:lnTo>
                  <a:lnTo>
                    <a:pt x="2881199" y="820026"/>
                  </a:lnTo>
                  <a:lnTo>
                    <a:pt x="2896531" y="841818"/>
                  </a:lnTo>
                  <a:lnTo>
                    <a:pt x="2932455" y="896645"/>
                  </a:lnTo>
                  <a:lnTo>
                    <a:pt x="2967503" y="955318"/>
                  </a:lnTo>
                  <a:lnTo>
                    <a:pt x="3001905" y="1017914"/>
                  </a:lnTo>
                  <a:lnTo>
                    <a:pt x="3035844" y="1084457"/>
                  </a:lnTo>
                  <a:lnTo>
                    <a:pt x="3069472" y="1154906"/>
                  </a:lnTo>
                  <a:lnTo>
                    <a:pt x="3102905" y="1229150"/>
                  </a:lnTo>
                  <a:lnTo>
                    <a:pt x="3136237" y="1307008"/>
                  </a:lnTo>
                  <a:lnTo>
                    <a:pt x="3169532" y="1388225"/>
                  </a:lnTo>
                  <a:lnTo>
                    <a:pt x="3202838" y="1472469"/>
                  </a:lnTo>
                  <a:lnTo>
                    <a:pt x="3236180" y="1559340"/>
                  </a:lnTo>
                  <a:lnTo>
                    <a:pt x="3269570" y="1648372"/>
                  </a:lnTo>
                  <a:lnTo>
                    <a:pt x="3303006" y="1739045"/>
                  </a:lnTo>
                  <a:lnTo>
                    <a:pt x="3336477" y="1830793"/>
                  </a:lnTo>
                  <a:lnTo>
                    <a:pt x="3369963" y="1923025"/>
                  </a:lnTo>
                  <a:lnTo>
                    <a:pt x="3403446" y="2015133"/>
                  </a:lnTo>
                  <a:lnTo>
                    <a:pt x="3436904" y="2106515"/>
                  </a:lnTo>
                  <a:lnTo>
                    <a:pt x="3470322" y="2196588"/>
                  </a:lnTo>
                  <a:lnTo>
                    <a:pt x="3503693" y="2284803"/>
                  </a:lnTo>
                  <a:lnTo>
                    <a:pt x="3537018" y="2370662"/>
                  </a:lnTo>
                  <a:lnTo>
                    <a:pt x="3570315" y="2453722"/>
                  </a:lnTo>
                  <a:lnTo>
                    <a:pt x="3603619" y="2533612"/>
                  </a:lnTo>
                  <a:lnTo>
                    <a:pt x="3636982" y="2610031"/>
                  </a:lnTo>
                  <a:lnTo>
                    <a:pt x="3670482" y="2682753"/>
                  </a:lnTo>
                  <a:lnTo>
                    <a:pt x="3704220" y="2751627"/>
                  </a:lnTo>
                  <a:lnTo>
                    <a:pt x="3738327" y="2816570"/>
                  </a:lnTo>
                  <a:lnTo>
                    <a:pt x="3772966" y="2877569"/>
                  </a:lnTo>
                  <a:lnTo>
                    <a:pt x="3808340" y="2934669"/>
                  </a:lnTo>
                  <a:lnTo>
                    <a:pt x="3829811" y="2966798"/>
                  </a:lnTo>
                  <a:lnTo>
                    <a:pt x="3875803" y="3029319"/>
                  </a:lnTo>
                  <a:lnTo>
                    <a:pt x="3924134" y="3086078"/>
                  </a:lnTo>
                  <a:lnTo>
                    <a:pt x="3975491" y="3137314"/>
                  </a:lnTo>
                  <a:lnTo>
                    <a:pt x="4030630" y="3183464"/>
                  </a:lnTo>
                  <a:lnTo>
                    <a:pt x="4090325" y="3225039"/>
                  </a:lnTo>
                  <a:lnTo>
                    <a:pt x="4155321" y="3262550"/>
                  </a:lnTo>
                  <a:lnTo>
                    <a:pt x="4226275" y="3296467"/>
                  </a:lnTo>
                  <a:lnTo>
                    <a:pt x="4303665" y="3327189"/>
                  </a:lnTo>
                  <a:lnTo>
                    <a:pt x="4387678" y="3355034"/>
                  </a:lnTo>
                  <a:lnTo>
                    <a:pt x="4478068" y="3380231"/>
                  </a:lnTo>
                  <a:lnTo>
                    <a:pt x="4573991" y="3402917"/>
                  </a:lnTo>
                  <a:lnTo>
                    <a:pt x="4673852" y="3423148"/>
                  </a:lnTo>
                  <a:lnTo>
                    <a:pt x="4775206" y="3440909"/>
                  </a:lnTo>
                  <a:lnTo>
                    <a:pt x="4874792" y="3456151"/>
                  </a:lnTo>
                  <a:lnTo>
                    <a:pt x="4968746" y="3468821"/>
                  </a:lnTo>
                  <a:lnTo>
                    <a:pt x="5053041" y="3478919"/>
                  </a:lnTo>
                  <a:lnTo>
                    <a:pt x="5124100" y="3486534"/>
                  </a:lnTo>
                  <a:lnTo>
                    <a:pt x="5179455" y="3491870"/>
                  </a:lnTo>
                  <a:lnTo>
                    <a:pt x="5218270" y="3495252"/>
                  </a:lnTo>
                  <a:lnTo>
                    <a:pt x="5241593" y="3497096"/>
                  </a:lnTo>
                  <a:lnTo>
                    <a:pt x="5252309" y="3497868"/>
                  </a:lnTo>
                  <a:lnTo>
                    <a:pt x="5254910" y="3498040"/>
                  </a:lnTo>
                  <a:lnTo>
                    <a:pt x="5254955" y="3498043"/>
                  </a:lnTo>
                  <a:lnTo>
                    <a:pt x="6726343" y="3498043"/>
                  </a:lnTo>
                  <a:lnTo>
                    <a:pt x="6727447" y="3497965"/>
                  </a:lnTo>
                  <a:lnTo>
                    <a:pt x="6734713" y="3497408"/>
                  </a:lnTo>
                  <a:lnTo>
                    <a:pt x="6753046" y="3495870"/>
                  </a:lnTo>
                  <a:lnTo>
                    <a:pt x="6785864" y="3492841"/>
                  </a:lnTo>
                  <a:lnTo>
                    <a:pt x="6834865" y="3487847"/>
                  </a:lnTo>
                  <a:lnTo>
                    <a:pt x="6899892" y="3480500"/>
                  </a:lnTo>
                  <a:lnTo>
                    <a:pt x="6979070" y="3470529"/>
                  </a:lnTo>
                  <a:lnTo>
                    <a:pt x="7069224" y="3457791"/>
                  </a:lnTo>
                  <a:lnTo>
                    <a:pt x="7166494" y="3442257"/>
                  </a:lnTo>
                  <a:lnTo>
                    <a:pt x="7266959" y="3423967"/>
                  </a:lnTo>
                  <a:lnTo>
                    <a:pt x="7367146" y="3402981"/>
                  </a:lnTo>
                  <a:lnTo>
                    <a:pt x="7464319" y="3379334"/>
                  </a:lnTo>
                  <a:lnTo>
                    <a:pt x="7556578" y="3353001"/>
                  </a:lnTo>
                  <a:lnTo>
                    <a:pt x="7642805" y="3323871"/>
                  </a:lnTo>
                  <a:lnTo>
                    <a:pt x="7722531" y="3291740"/>
                  </a:lnTo>
                  <a:lnTo>
                    <a:pt x="7795776" y="3256306"/>
                  </a:lnTo>
                  <a:lnTo>
                    <a:pt x="7862904" y="3217175"/>
                  </a:lnTo>
                  <a:lnTo>
                    <a:pt x="7924492" y="3173872"/>
                  </a:lnTo>
                  <a:lnTo>
                    <a:pt x="7981243" y="3125861"/>
                  </a:lnTo>
                  <a:lnTo>
                    <a:pt x="8033910" y="3072585"/>
                  </a:lnTo>
                  <a:lnTo>
                    <a:pt x="8083250" y="3013522"/>
                  </a:lnTo>
                  <a:lnTo>
                    <a:pt x="8129973" y="2948298"/>
                  </a:lnTo>
                  <a:lnTo>
                    <a:pt x="8151487" y="2915036"/>
                  </a:lnTo>
                  <a:lnTo>
                    <a:pt x="8186036" y="2857277"/>
                  </a:lnTo>
                  <a:lnTo>
                    <a:pt x="8219768" y="2795622"/>
                  </a:lnTo>
                  <a:lnTo>
                    <a:pt x="8252887" y="2729992"/>
                  </a:lnTo>
                  <a:lnTo>
                    <a:pt x="8285561" y="2660360"/>
                  </a:lnTo>
                  <a:lnTo>
                    <a:pt x="8317928" y="2586756"/>
                  </a:lnTo>
                  <a:lnTo>
                    <a:pt x="8350097" y="2509276"/>
                  </a:lnTo>
                  <a:lnTo>
                    <a:pt x="8382154" y="2428081"/>
                  </a:lnTo>
                  <a:lnTo>
                    <a:pt x="8414164" y="2343402"/>
                  </a:lnTo>
                  <a:lnTo>
                    <a:pt x="8446172" y="2255541"/>
                  </a:lnTo>
                  <a:lnTo>
                    <a:pt x="8478206" y="2164866"/>
                  </a:lnTo>
                  <a:lnTo>
                    <a:pt x="8510283" y="2071809"/>
                  </a:lnTo>
                  <a:lnTo>
                    <a:pt x="8542404" y="1976857"/>
                  </a:lnTo>
                  <a:lnTo>
                    <a:pt x="8574563" y="1880543"/>
                  </a:lnTo>
                  <a:lnTo>
                    <a:pt x="8606746" y="1783434"/>
                  </a:lnTo>
                  <a:lnTo>
                    <a:pt x="8638936" y="1686115"/>
                  </a:lnTo>
                  <a:lnTo>
                    <a:pt x="8671113" y="1589178"/>
                  </a:lnTo>
                  <a:lnTo>
                    <a:pt x="8703262" y="1493206"/>
                  </a:lnTo>
                  <a:lnTo>
                    <a:pt x="8735371" y="1398756"/>
                  </a:lnTo>
                  <a:lnTo>
                    <a:pt x="8767434" y="1306349"/>
                  </a:lnTo>
                  <a:lnTo>
                    <a:pt x="8799459" y="1216456"/>
                  </a:lnTo>
                  <a:lnTo>
                    <a:pt x="8831464" y="1129492"/>
                  </a:lnTo>
                  <a:lnTo>
                    <a:pt x="8863482" y="1045805"/>
                  </a:lnTo>
                  <a:lnTo>
                    <a:pt x="8895564" y="965677"/>
                  </a:lnTo>
                  <a:lnTo>
                    <a:pt x="8927781" y="889319"/>
                  </a:lnTo>
                  <a:lnTo>
                    <a:pt x="8960225" y="816872"/>
                  </a:lnTo>
                  <a:lnTo>
                    <a:pt x="8993015" y="748411"/>
                  </a:lnTo>
                  <a:lnTo>
                    <a:pt x="9026294" y="683951"/>
                  </a:lnTo>
                  <a:lnTo>
                    <a:pt x="9060243" y="623448"/>
                  </a:lnTo>
                  <a:lnTo>
                    <a:pt x="9084767" y="583007"/>
                  </a:lnTo>
                  <a:lnTo>
                    <a:pt x="9130470" y="514795"/>
                  </a:lnTo>
                  <a:lnTo>
                    <a:pt x="9178479" y="452832"/>
                  </a:lnTo>
                  <a:lnTo>
                    <a:pt x="9229469" y="396859"/>
                  </a:lnTo>
                  <a:lnTo>
                    <a:pt x="9284180" y="346410"/>
                  </a:lnTo>
                  <a:lnTo>
                    <a:pt x="9343373" y="300934"/>
                  </a:lnTo>
                  <a:lnTo>
                    <a:pt x="9407781" y="259880"/>
                  </a:lnTo>
                  <a:lnTo>
                    <a:pt x="9478053" y="222741"/>
                  </a:lnTo>
                  <a:lnTo>
                    <a:pt x="9554666" y="189080"/>
                  </a:lnTo>
                  <a:lnTo>
                    <a:pt x="9637822" y="158553"/>
                  </a:lnTo>
                  <a:lnTo>
                    <a:pt x="9727304" y="130907"/>
                  </a:lnTo>
                  <a:lnTo>
                    <a:pt x="9822324" y="105989"/>
                  </a:lnTo>
                  <a:lnTo>
                    <a:pt x="9921366" y="83735"/>
                  </a:lnTo>
                  <a:lnTo>
                    <a:pt x="10022091" y="64154"/>
                  </a:lnTo>
                  <a:lnTo>
                    <a:pt x="10121354" y="47301"/>
                  </a:lnTo>
                  <a:lnTo>
                    <a:pt x="10215395" y="33230"/>
                  </a:lnTo>
                  <a:lnTo>
                    <a:pt x="10300253" y="21951"/>
                  </a:lnTo>
                  <a:lnTo>
                    <a:pt x="10372345" y="13380"/>
                  </a:lnTo>
                  <a:lnTo>
                    <a:pt x="10429108" y="7308"/>
                  </a:lnTo>
                  <a:lnTo>
                    <a:pt x="10469534" y="3398"/>
                  </a:lnTo>
                  <a:lnTo>
                    <a:pt x="10494438" y="1213"/>
                  </a:lnTo>
                  <a:lnTo>
                    <a:pt x="10506448" y="253"/>
                  </a:lnTo>
                  <a:lnTo>
                    <a:pt x="10509788" y="8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29" name="pl529"/>
            <p:cNvSpPr/>
            <p:nvPr/>
          </p:nvSpPr>
          <p:spPr>
            <a:xfrm>
              <a:off x="4799595" y="5543707"/>
              <a:ext cx="11981298" cy="3498043"/>
            </a:xfrm>
            <a:custGeom>
              <a:avLst/>
              <a:pathLst>
                <a:path w="11981298" h="3498043">
                  <a:moveTo>
                    <a:pt x="11981298" y="0"/>
                  </a:moveTo>
                  <a:lnTo>
                    <a:pt x="10509911" y="0"/>
                  </a:lnTo>
                  <a:lnTo>
                    <a:pt x="10508806" y="78"/>
                  </a:lnTo>
                  <a:lnTo>
                    <a:pt x="10501540" y="634"/>
                  </a:lnTo>
                  <a:lnTo>
                    <a:pt x="10483208" y="2172"/>
                  </a:lnTo>
                  <a:lnTo>
                    <a:pt x="10450389" y="5202"/>
                  </a:lnTo>
                  <a:lnTo>
                    <a:pt x="10401388" y="10195"/>
                  </a:lnTo>
                  <a:lnTo>
                    <a:pt x="10336361" y="17542"/>
                  </a:lnTo>
                  <a:lnTo>
                    <a:pt x="10257183" y="27514"/>
                  </a:lnTo>
                  <a:lnTo>
                    <a:pt x="10167029" y="40251"/>
                  </a:lnTo>
                  <a:lnTo>
                    <a:pt x="10069760" y="55785"/>
                  </a:lnTo>
                  <a:lnTo>
                    <a:pt x="9969294" y="74075"/>
                  </a:lnTo>
                  <a:lnTo>
                    <a:pt x="9869107" y="95061"/>
                  </a:lnTo>
                  <a:lnTo>
                    <a:pt x="9771934" y="118708"/>
                  </a:lnTo>
                  <a:lnTo>
                    <a:pt x="9679675" y="145041"/>
                  </a:lnTo>
                  <a:lnTo>
                    <a:pt x="9593448" y="174171"/>
                  </a:lnTo>
                  <a:lnTo>
                    <a:pt x="9513722" y="206302"/>
                  </a:lnTo>
                  <a:lnTo>
                    <a:pt x="9440477" y="241736"/>
                  </a:lnTo>
                  <a:lnTo>
                    <a:pt x="9373349" y="280867"/>
                  </a:lnTo>
                  <a:lnTo>
                    <a:pt x="9311761" y="324170"/>
                  </a:lnTo>
                  <a:lnTo>
                    <a:pt x="9255010" y="372181"/>
                  </a:lnTo>
                  <a:lnTo>
                    <a:pt x="9202343" y="425458"/>
                  </a:lnTo>
                  <a:lnTo>
                    <a:pt x="9153004" y="484520"/>
                  </a:lnTo>
                  <a:lnTo>
                    <a:pt x="9106280" y="549744"/>
                  </a:lnTo>
                  <a:lnTo>
                    <a:pt x="9084767" y="583007"/>
                  </a:lnTo>
                  <a:lnTo>
                    <a:pt x="9050217" y="640765"/>
                  </a:lnTo>
                  <a:lnTo>
                    <a:pt x="9016485" y="702420"/>
                  </a:lnTo>
                  <a:lnTo>
                    <a:pt x="8983366" y="768050"/>
                  </a:lnTo>
                  <a:lnTo>
                    <a:pt x="8950692" y="837682"/>
                  </a:lnTo>
                  <a:lnTo>
                    <a:pt x="8918325" y="911286"/>
                  </a:lnTo>
                  <a:lnTo>
                    <a:pt x="8886156" y="988766"/>
                  </a:lnTo>
                  <a:lnTo>
                    <a:pt x="8854099" y="1069962"/>
                  </a:lnTo>
                  <a:lnTo>
                    <a:pt x="8822089" y="1154640"/>
                  </a:lnTo>
                  <a:lnTo>
                    <a:pt x="8790082" y="1242502"/>
                  </a:lnTo>
                  <a:lnTo>
                    <a:pt x="8758047" y="1333176"/>
                  </a:lnTo>
                  <a:lnTo>
                    <a:pt x="8725970" y="1426233"/>
                  </a:lnTo>
                  <a:lnTo>
                    <a:pt x="8693849" y="1521185"/>
                  </a:lnTo>
                  <a:lnTo>
                    <a:pt x="8661690" y="1617499"/>
                  </a:lnTo>
                  <a:lnTo>
                    <a:pt x="8629507" y="1714608"/>
                  </a:lnTo>
                  <a:lnTo>
                    <a:pt x="8597318" y="1811927"/>
                  </a:lnTo>
                  <a:lnTo>
                    <a:pt x="8565140" y="1908864"/>
                  </a:lnTo>
                  <a:lnTo>
                    <a:pt x="8532991" y="2004836"/>
                  </a:lnTo>
                  <a:lnTo>
                    <a:pt x="8500883" y="2099286"/>
                  </a:lnTo>
                  <a:lnTo>
                    <a:pt x="8468819" y="2191693"/>
                  </a:lnTo>
                  <a:lnTo>
                    <a:pt x="8436794" y="2281586"/>
                  </a:lnTo>
                  <a:lnTo>
                    <a:pt x="8404789" y="2368550"/>
                  </a:lnTo>
                  <a:lnTo>
                    <a:pt x="8372772" y="2452237"/>
                  </a:lnTo>
                  <a:lnTo>
                    <a:pt x="8340689" y="2532365"/>
                  </a:lnTo>
                  <a:lnTo>
                    <a:pt x="8308472" y="2608723"/>
                  </a:lnTo>
                  <a:lnTo>
                    <a:pt x="8276028" y="2681171"/>
                  </a:lnTo>
                  <a:lnTo>
                    <a:pt x="8243239" y="2749631"/>
                  </a:lnTo>
                  <a:lnTo>
                    <a:pt x="8209959" y="2814091"/>
                  </a:lnTo>
                  <a:lnTo>
                    <a:pt x="8176010" y="2874594"/>
                  </a:lnTo>
                  <a:lnTo>
                    <a:pt x="8151487" y="2915036"/>
                  </a:lnTo>
                  <a:lnTo>
                    <a:pt x="8105783" y="2983247"/>
                  </a:lnTo>
                  <a:lnTo>
                    <a:pt x="8057774" y="3045210"/>
                  </a:lnTo>
                  <a:lnTo>
                    <a:pt x="8006784" y="3101183"/>
                  </a:lnTo>
                  <a:lnTo>
                    <a:pt x="7952073" y="3151632"/>
                  </a:lnTo>
                  <a:lnTo>
                    <a:pt x="7892880" y="3197108"/>
                  </a:lnTo>
                  <a:lnTo>
                    <a:pt x="7828472" y="3238162"/>
                  </a:lnTo>
                  <a:lnTo>
                    <a:pt x="7758201" y="3275302"/>
                  </a:lnTo>
                  <a:lnTo>
                    <a:pt x="7681587" y="3308962"/>
                  </a:lnTo>
                  <a:lnTo>
                    <a:pt x="7598432" y="3339489"/>
                  </a:lnTo>
                  <a:lnTo>
                    <a:pt x="7508949" y="3367135"/>
                  </a:lnTo>
                  <a:lnTo>
                    <a:pt x="7413929" y="3392053"/>
                  </a:lnTo>
                  <a:lnTo>
                    <a:pt x="7314887" y="3414307"/>
                  </a:lnTo>
                  <a:lnTo>
                    <a:pt x="7214162" y="3433888"/>
                  </a:lnTo>
                  <a:lnTo>
                    <a:pt x="7114899" y="3450742"/>
                  </a:lnTo>
                  <a:lnTo>
                    <a:pt x="7020858" y="3464812"/>
                  </a:lnTo>
                  <a:lnTo>
                    <a:pt x="6936000" y="3476091"/>
                  </a:lnTo>
                  <a:lnTo>
                    <a:pt x="6863909" y="3484662"/>
                  </a:lnTo>
                  <a:lnTo>
                    <a:pt x="6807145" y="3490734"/>
                  </a:lnTo>
                  <a:lnTo>
                    <a:pt x="6766719" y="3494644"/>
                  </a:lnTo>
                  <a:lnTo>
                    <a:pt x="6741815" y="3496830"/>
                  </a:lnTo>
                  <a:lnTo>
                    <a:pt x="6729805" y="3497790"/>
                  </a:lnTo>
                  <a:lnTo>
                    <a:pt x="6726465" y="3498034"/>
                  </a:lnTo>
                  <a:lnTo>
                    <a:pt x="6726343" y="3498043"/>
                  </a:lnTo>
                  <a:lnTo>
                    <a:pt x="5254955" y="3498043"/>
                  </a:lnTo>
                  <a:lnTo>
                    <a:pt x="5253830" y="3497970"/>
                  </a:lnTo>
                  <a:lnTo>
                    <a:pt x="5246434" y="3497454"/>
                  </a:lnTo>
                  <a:lnTo>
                    <a:pt x="5227784" y="3496025"/>
                  </a:lnTo>
                  <a:lnTo>
                    <a:pt x="5194421" y="3493213"/>
                  </a:lnTo>
                  <a:lnTo>
                    <a:pt x="5144659" y="3488580"/>
                  </a:lnTo>
                  <a:lnTo>
                    <a:pt x="5078708" y="3481765"/>
                  </a:lnTo>
                  <a:lnTo>
                    <a:pt x="4998531" y="3472522"/>
                  </a:lnTo>
                  <a:lnTo>
                    <a:pt x="4907402" y="3460725"/>
                  </a:lnTo>
                  <a:lnTo>
                    <a:pt x="4809269" y="3446349"/>
                  </a:lnTo>
                  <a:lnTo>
                    <a:pt x="4708111" y="3429433"/>
                  </a:lnTo>
                  <a:lnTo>
                    <a:pt x="4607429" y="3410034"/>
                  </a:lnTo>
                  <a:lnTo>
                    <a:pt x="4509954" y="3388180"/>
                  </a:lnTo>
                  <a:lnTo>
                    <a:pt x="4417564" y="3363844"/>
                  </a:lnTo>
                  <a:lnTo>
                    <a:pt x="4331340" y="3336915"/>
                  </a:lnTo>
                  <a:lnTo>
                    <a:pt x="4251713" y="3307197"/>
                  </a:lnTo>
                  <a:lnTo>
                    <a:pt x="4178624" y="3274402"/>
                  </a:lnTo>
                  <a:lnTo>
                    <a:pt x="4111679" y="3238156"/>
                  </a:lnTo>
                  <a:lnTo>
                    <a:pt x="4050271" y="3198012"/>
                  </a:lnTo>
                  <a:lnTo>
                    <a:pt x="3993678" y="3153467"/>
                  </a:lnTo>
                  <a:lnTo>
                    <a:pt x="3941128" y="3104005"/>
                  </a:lnTo>
                  <a:lnTo>
                    <a:pt x="3891855" y="3049154"/>
                  </a:lnTo>
                  <a:lnTo>
                    <a:pt x="3845143" y="2988590"/>
                  </a:lnTo>
                  <a:lnTo>
                    <a:pt x="3829811" y="2966798"/>
                  </a:lnTo>
                  <a:lnTo>
                    <a:pt x="3793887" y="2911971"/>
                  </a:lnTo>
                  <a:lnTo>
                    <a:pt x="3758839" y="2853299"/>
                  </a:lnTo>
                  <a:lnTo>
                    <a:pt x="3724437" y="2790702"/>
                  </a:lnTo>
                  <a:lnTo>
                    <a:pt x="3690498" y="2724159"/>
                  </a:lnTo>
                  <a:lnTo>
                    <a:pt x="3656871" y="2653711"/>
                  </a:lnTo>
                  <a:lnTo>
                    <a:pt x="3623437" y="2579466"/>
                  </a:lnTo>
                  <a:lnTo>
                    <a:pt x="3590106" y="2501608"/>
                  </a:lnTo>
                  <a:lnTo>
                    <a:pt x="3556810" y="2420391"/>
                  </a:lnTo>
                  <a:lnTo>
                    <a:pt x="3523504" y="2336147"/>
                  </a:lnTo>
                  <a:lnTo>
                    <a:pt x="3490162" y="2249276"/>
                  </a:lnTo>
                  <a:lnTo>
                    <a:pt x="3456772" y="2160244"/>
                  </a:lnTo>
                  <a:lnTo>
                    <a:pt x="3423336" y="2069572"/>
                  </a:lnTo>
                  <a:lnTo>
                    <a:pt x="3389866" y="1977823"/>
                  </a:lnTo>
                  <a:lnTo>
                    <a:pt x="3356379" y="1885592"/>
                  </a:lnTo>
                  <a:lnTo>
                    <a:pt x="3322896" y="1793483"/>
                  </a:lnTo>
                  <a:lnTo>
                    <a:pt x="3289438" y="1702101"/>
                  </a:lnTo>
                  <a:lnTo>
                    <a:pt x="3256020" y="1612028"/>
                  </a:lnTo>
                  <a:lnTo>
                    <a:pt x="3222650" y="1523813"/>
                  </a:lnTo>
                  <a:lnTo>
                    <a:pt x="3189324" y="1437955"/>
                  </a:lnTo>
                  <a:lnTo>
                    <a:pt x="3156027" y="1354894"/>
                  </a:lnTo>
                  <a:lnTo>
                    <a:pt x="3122723" y="1275004"/>
                  </a:lnTo>
                  <a:lnTo>
                    <a:pt x="3089360" y="1198585"/>
                  </a:lnTo>
                  <a:lnTo>
                    <a:pt x="3055860" y="1125863"/>
                  </a:lnTo>
                  <a:lnTo>
                    <a:pt x="3022122" y="1056990"/>
                  </a:lnTo>
                  <a:lnTo>
                    <a:pt x="2988015" y="992046"/>
                  </a:lnTo>
                  <a:lnTo>
                    <a:pt x="2953376" y="931047"/>
                  </a:lnTo>
                  <a:lnTo>
                    <a:pt x="2918002" y="873947"/>
                  </a:lnTo>
                  <a:lnTo>
                    <a:pt x="2896531" y="841818"/>
                  </a:lnTo>
                  <a:lnTo>
                    <a:pt x="2850539" y="779297"/>
                  </a:lnTo>
                  <a:lnTo>
                    <a:pt x="2802208" y="722539"/>
                  </a:lnTo>
                  <a:lnTo>
                    <a:pt x="2750851" y="671302"/>
                  </a:lnTo>
                  <a:lnTo>
                    <a:pt x="2695712" y="625152"/>
                  </a:lnTo>
                  <a:lnTo>
                    <a:pt x="2636017" y="583577"/>
                  </a:lnTo>
                  <a:lnTo>
                    <a:pt x="2571021" y="546066"/>
                  </a:lnTo>
                  <a:lnTo>
                    <a:pt x="2500067" y="512150"/>
                  </a:lnTo>
                  <a:lnTo>
                    <a:pt x="2422677" y="481428"/>
                  </a:lnTo>
                  <a:lnTo>
                    <a:pt x="2338664" y="453582"/>
                  </a:lnTo>
                  <a:lnTo>
                    <a:pt x="2248274" y="428385"/>
                  </a:lnTo>
                  <a:lnTo>
                    <a:pt x="2152351" y="405699"/>
                  </a:lnTo>
                  <a:lnTo>
                    <a:pt x="2052491" y="385468"/>
                  </a:lnTo>
                  <a:lnTo>
                    <a:pt x="1951136" y="367707"/>
                  </a:lnTo>
                  <a:lnTo>
                    <a:pt x="1851550" y="352466"/>
                  </a:lnTo>
                  <a:lnTo>
                    <a:pt x="1757596" y="339795"/>
                  </a:lnTo>
                  <a:lnTo>
                    <a:pt x="1673301" y="329697"/>
                  </a:lnTo>
                  <a:lnTo>
                    <a:pt x="1602242" y="322082"/>
                  </a:lnTo>
                  <a:lnTo>
                    <a:pt x="1546887" y="316746"/>
                  </a:lnTo>
                  <a:lnTo>
                    <a:pt x="1508072" y="313364"/>
                  </a:lnTo>
                  <a:lnTo>
                    <a:pt x="1484749" y="311520"/>
                  </a:lnTo>
                  <a:lnTo>
                    <a:pt x="1474033" y="310748"/>
                  </a:lnTo>
                  <a:lnTo>
                    <a:pt x="1471432" y="310576"/>
                  </a:lnTo>
                  <a:lnTo>
                    <a:pt x="1471387" y="310573"/>
                  </a:lnTo>
                  <a:lnTo>
                    <a:pt x="0" y="31057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30" name="pg530"/>
            <p:cNvSpPr/>
            <p:nvPr/>
          </p:nvSpPr>
          <p:spPr>
            <a:xfrm>
              <a:off x="4799595" y="5846108"/>
              <a:ext cx="11981298" cy="3236507"/>
            </a:xfrm>
            <a:custGeom>
              <a:avLst/>
              <a:pathLst>
                <a:path w="11981298" h="3236507">
                  <a:moveTo>
                    <a:pt x="0" y="40864"/>
                  </a:moveTo>
                  <a:lnTo>
                    <a:pt x="1471387" y="40864"/>
                  </a:lnTo>
                  <a:lnTo>
                    <a:pt x="1472511" y="40937"/>
                  </a:lnTo>
                  <a:lnTo>
                    <a:pt x="1479904" y="41455"/>
                  </a:lnTo>
                  <a:lnTo>
                    <a:pt x="1498546" y="42886"/>
                  </a:lnTo>
                  <a:lnTo>
                    <a:pt x="1531895" y="45704"/>
                  </a:lnTo>
                  <a:lnTo>
                    <a:pt x="1581638" y="50347"/>
                  </a:lnTo>
                  <a:lnTo>
                    <a:pt x="1647565" y="57176"/>
                  </a:lnTo>
                  <a:lnTo>
                    <a:pt x="1727716" y="66439"/>
                  </a:lnTo>
                  <a:lnTo>
                    <a:pt x="1818821" y="78261"/>
                  </a:lnTo>
                  <a:lnTo>
                    <a:pt x="1916932" y="92669"/>
                  </a:lnTo>
                  <a:lnTo>
                    <a:pt x="2018072" y="109621"/>
                  </a:lnTo>
                  <a:lnTo>
                    <a:pt x="2118742" y="129063"/>
                  </a:lnTo>
                  <a:lnTo>
                    <a:pt x="2216209" y="150965"/>
                  </a:lnTo>
                  <a:lnTo>
                    <a:pt x="2308596" y="175356"/>
                  </a:lnTo>
                  <a:lnTo>
                    <a:pt x="2394820" y="202343"/>
                  </a:lnTo>
                  <a:lnTo>
                    <a:pt x="2474450" y="232126"/>
                  </a:lnTo>
                  <a:lnTo>
                    <a:pt x="2547543" y="264992"/>
                  </a:lnTo>
                  <a:lnTo>
                    <a:pt x="2614493" y="301316"/>
                  </a:lnTo>
                  <a:lnTo>
                    <a:pt x="2675905" y="341546"/>
                  </a:lnTo>
                  <a:lnTo>
                    <a:pt x="2732502" y="386184"/>
                  </a:lnTo>
                  <a:lnTo>
                    <a:pt x="2785055" y="435749"/>
                  </a:lnTo>
                  <a:lnTo>
                    <a:pt x="2834330" y="490714"/>
                  </a:lnTo>
                  <a:lnTo>
                    <a:pt x="2881042" y="551404"/>
                  </a:lnTo>
                  <a:lnTo>
                    <a:pt x="2896531" y="573472"/>
                  </a:lnTo>
                  <a:lnTo>
                    <a:pt x="2932417" y="628378"/>
                  </a:lnTo>
                  <a:lnTo>
                    <a:pt x="2967429" y="687131"/>
                  </a:lnTo>
                  <a:lnTo>
                    <a:pt x="3001795" y="749811"/>
                  </a:lnTo>
                  <a:lnTo>
                    <a:pt x="3035699" y="816438"/>
                  </a:lnTo>
                  <a:lnTo>
                    <a:pt x="3069292" y="886972"/>
                  </a:lnTo>
                  <a:lnTo>
                    <a:pt x="3102690" y="961305"/>
                  </a:lnTo>
                  <a:lnTo>
                    <a:pt x="3135986" y="1039255"/>
                  </a:lnTo>
                  <a:lnTo>
                    <a:pt x="3169246" y="1120566"/>
                  </a:lnTo>
                  <a:lnTo>
                    <a:pt x="3202516" y="1204910"/>
                  </a:lnTo>
                  <a:lnTo>
                    <a:pt x="3235822" y="1291886"/>
                  </a:lnTo>
                  <a:lnTo>
                    <a:pt x="3269176" y="1381029"/>
                  </a:lnTo>
                  <a:lnTo>
                    <a:pt x="3302575" y="1471820"/>
                  </a:lnTo>
                  <a:lnTo>
                    <a:pt x="3336009" y="1563694"/>
                  </a:lnTo>
                  <a:lnTo>
                    <a:pt x="3369460" y="1656060"/>
                  </a:lnTo>
                  <a:lnTo>
                    <a:pt x="3402907" y="1748312"/>
                  </a:lnTo>
                  <a:lnTo>
                    <a:pt x="3436330" y="1839847"/>
                  </a:lnTo>
                  <a:lnTo>
                    <a:pt x="3469713" y="1930082"/>
                  </a:lnTo>
                  <a:lnTo>
                    <a:pt x="3503048" y="2018469"/>
                  </a:lnTo>
                  <a:lnTo>
                    <a:pt x="3536339" y="2104506"/>
                  </a:lnTo>
                  <a:lnTo>
                    <a:pt x="3569601" y="2187753"/>
                  </a:lnTo>
                  <a:lnTo>
                    <a:pt x="3602868" y="2267835"/>
                  </a:lnTo>
                  <a:lnTo>
                    <a:pt x="3636193" y="2344451"/>
                  </a:lnTo>
                  <a:lnTo>
                    <a:pt x="3669653" y="2417373"/>
                  </a:lnTo>
                  <a:lnTo>
                    <a:pt x="3703347" y="2486447"/>
                  </a:lnTo>
                  <a:lnTo>
                    <a:pt x="3737406" y="2551591"/>
                  </a:lnTo>
                  <a:lnTo>
                    <a:pt x="3771991" y="2612789"/>
                  </a:lnTo>
                  <a:lnTo>
                    <a:pt x="3807302" y="2670084"/>
                  </a:lnTo>
                  <a:lnTo>
                    <a:pt x="3829811" y="2703900"/>
                  </a:lnTo>
                  <a:lnTo>
                    <a:pt x="3875796" y="2766572"/>
                  </a:lnTo>
                  <a:lnTo>
                    <a:pt x="3924118" y="2823468"/>
                  </a:lnTo>
                  <a:lnTo>
                    <a:pt x="3975466" y="2874830"/>
                  </a:lnTo>
                  <a:lnTo>
                    <a:pt x="4030594" y="2921094"/>
                  </a:lnTo>
                  <a:lnTo>
                    <a:pt x="4090276" y="2962772"/>
                  </a:lnTo>
                  <a:lnTo>
                    <a:pt x="4155258" y="3000377"/>
                  </a:lnTo>
                  <a:lnTo>
                    <a:pt x="4226194" y="3034378"/>
                  </a:lnTo>
                  <a:lnTo>
                    <a:pt x="4303564" y="3065178"/>
                  </a:lnTo>
                  <a:lnTo>
                    <a:pt x="4387555" y="3093094"/>
                  </a:lnTo>
                  <a:lnTo>
                    <a:pt x="4477922" y="3118355"/>
                  </a:lnTo>
                  <a:lnTo>
                    <a:pt x="4573822" y="3141101"/>
                  </a:lnTo>
                  <a:lnTo>
                    <a:pt x="4673662" y="3161384"/>
                  </a:lnTo>
                  <a:lnTo>
                    <a:pt x="4775000" y="3179193"/>
                  </a:lnTo>
                  <a:lnTo>
                    <a:pt x="4874578" y="3194476"/>
                  </a:lnTo>
                  <a:lnTo>
                    <a:pt x="4968535" y="3207184"/>
                  </a:lnTo>
                  <a:lnTo>
                    <a:pt x="5052845" y="3217312"/>
                  </a:lnTo>
                  <a:lnTo>
                    <a:pt x="5123931" y="3224951"/>
                  </a:lnTo>
                  <a:lnTo>
                    <a:pt x="5179322" y="3230306"/>
                  </a:lnTo>
                  <a:lnTo>
                    <a:pt x="5218178" y="3233702"/>
                  </a:lnTo>
                  <a:lnTo>
                    <a:pt x="5241541" y="3235554"/>
                  </a:lnTo>
                  <a:lnTo>
                    <a:pt x="5252290" y="3236330"/>
                  </a:lnTo>
                  <a:lnTo>
                    <a:pt x="5254955" y="3236507"/>
                  </a:lnTo>
                  <a:lnTo>
                    <a:pt x="6726343" y="3236507"/>
                  </a:lnTo>
                  <a:lnTo>
                    <a:pt x="6727465" y="3236434"/>
                  </a:lnTo>
                  <a:lnTo>
                    <a:pt x="6734848" y="3235913"/>
                  </a:lnTo>
                  <a:lnTo>
                    <a:pt x="6753466" y="3234473"/>
                  </a:lnTo>
                  <a:lnTo>
                    <a:pt x="6786772" y="3231637"/>
                  </a:lnTo>
                  <a:lnTo>
                    <a:pt x="6836456" y="3226965"/>
                  </a:lnTo>
                  <a:lnTo>
                    <a:pt x="6902313" y="3220093"/>
                  </a:lnTo>
                  <a:lnTo>
                    <a:pt x="6982387" y="3210771"/>
                  </a:lnTo>
                  <a:lnTo>
                    <a:pt x="7073417" y="3198873"/>
                  </a:lnTo>
                  <a:lnTo>
                    <a:pt x="7171462" y="3184372"/>
                  </a:lnTo>
                  <a:lnTo>
                    <a:pt x="7272550" y="3167309"/>
                  </a:lnTo>
                  <a:lnTo>
                    <a:pt x="7373182" y="3147739"/>
                  </a:lnTo>
                  <a:lnTo>
                    <a:pt x="7470626" y="3125693"/>
                  </a:lnTo>
                  <a:lnTo>
                    <a:pt x="7563004" y="3101142"/>
                  </a:lnTo>
                  <a:lnTo>
                    <a:pt x="7649228" y="3073977"/>
                  </a:lnTo>
                  <a:lnTo>
                    <a:pt x="7728866" y="3044001"/>
                  </a:lnTo>
                  <a:lnTo>
                    <a:pt x="7801971" y="3010922"/>
                  </a:lnTo>
                  <a:lnTo>
                    <a:pt x="7868935" y="2974366"/>
                  </a:lnTo>
                  <a:lnTo>
                    <a:pt x="7930361" y="2933881"/>
                  </a:lnTo>
                  <a:lnTo>
                    <a:pt x="7986970" y="2888962"/>
                  </a:lnTo>
                  <a:lnTo>
                    <a:pt x="8039532" y="2839088"/>
                  </a:lnTo>
                  <a:lnTo>
                    <a:pt x="8088811" y="2783782"/>
                  </a:lnTo>
                  <a:lnTo>
                    <a:pt x="8135524" y="2722714"/>
                  </a:lnTo>
                  <a:lnTo>
                    <a:pt x="8151487" y="2699813"/>
                  </a:lnTo>
                  <a:lnTo>
                    <a:pt x="8187259" y="2644669"/>
                  </a:lnTo>
                  <a:lnTo>
                    <a:pt x="8222162" y="2585673"/>
                  </a:lnTo>
                  <a:lnTo>
                    <a:pt x="8256422" y="2522747"/>
                  </a:lnTo>
                  <a:lnTo>
                    <a:pt x="8290222" y="2455869"/>
                  </a:lnTo>
                  <a:lnTo>
                    <a:pt x="8323711" y="2385077"/>
                  </a:lnTo>
                  <a:lnTo>
                    <a:pt x="8357005" y="2310480"/>
                  </a:lnTo>
                  <a:lnTo>
                    <a:pt x="8390196" y="2232257"/>
                  </a:lnTo>
                  <a:lnTo>
                    <a:pt x="8423349" y="2150661"/>
                  </a:lnTo>
                  <a:lnTo>
                    <a:pt x="8456511" y="2066021"/>
                  </a:lnTo>
                  <a:lnTo>
                    <a:pt x="8489710" y="1978732"/>
                  </a:lnTo>
                  <a:lnTo>
                    <a:pt x="8522955" y="1889258"/>
                  </a:lnTo>
                  <a:lnTo>
                    <a:pt x="8556246" y="1798115"/>
                  </a:lnTo>
                  <a:lnTo>
                    <a:pt x="8589571" y="1705865"/>
                  </a:lnTo>
                  <a:lnTo>
                    <a:pt x="8622915" y="1613097"/>
                  </a:lnTo>
                  <a:lnTo>
                    <a:pt x="8656255" y="1520416"/>
                  </a:lnTo>
                  <a:lnTo>
                    <a:pt x="8689572" y="1428424"/>
                  </a:lnTo>
                  <a:lnTo>
                    <a:pt x="8722851" y="1337705"/>
                  </a:lnTo>
                  <a:lnTo>
                    <a:pt x="8756082" y="1248808"/>
                  </a:lnTo>
                  <a:lnTo>
                    <a:pt x="8789268" y="1162235"/>
                  </a:lnTo>
                  <a:lnTo>
                    <a:pt x="8822424" y="1078431"/>
                  </a:lnTo>
                  <a:lnTo>
                    <a:pt x="8855583" y="997774"/>
                  </a:lnTo>
                  <a:lnTo>
                    <a:pt x="8888796" y="920570"/>
                  </a:lnTo>
                  <a:lnTo>
                    <a:pt x="8922135" y="847050"/>
                  </a:lnTo>
                  <a:lnTo>
                    <a:pt x="8955700" y="777374"/>
                  </a:lnTo>
                  <a:lnTo>
                    <a:pt x="8989615" y="711629"/>
                  </a:lnTo>
                  <a:lnTo>
                    <a:pt x="9024039" y="649837"/>
                  </a:lnTo>
                  <a:lnTo>
                    <a:pt x="9059167" y="591957"/>
                  </a:lnTo>
                  <a:lnTo>
                    <a:pt x="9084767" y="553039"/>
                  </a:lnTo>
                  <a:lnTo>
                    <a:pt x="9130729" y="489914"/>
                  </a:lnTo>
                  <a:lnTo>
                    <a:pt x="9179027" y="432604"/>
                  </a:lnTo>
                  <a:lnTo>
                    <a:pt x="9230347" y="380866"/>
                  </a:lnTo>
                  <a:lnTo>
                    <a:pt x="9285442" y="334261"/>
                  </a:lnTo>
                  <a:lnTo>
                    <a:pt x="9345085" y="292274"/>
                  </a:lnTo>
                  <a:lnTo>
                    <a:pt x="9410021" y="254389"/>
                  </a:lnTo>
                  <a:lnTo>
                    <a:pt x="9480905" y="220132"/>
                  </a:lnTo>
                  <a:lnTo>
                    <a:pt x="9558215" y="189100"/>
                  </a:lnTo>
                  <a:lnTo>
                    <a:pt x="9642140" y="160972"/>
                  </a:lnTo>
                  <a:lnTo>
                    <a:pt x="9732438" y="135517"/>
                  </a:lnTo>
                  <a:lnTo>
                    <a:pt x="9828268" y="112596"/>
                  </a:lnTo>
                  <a:lnTo>
                    <a:pt x="9928045" y="92153"/>
                  </a:lnTo>
                  <a:lnTo>
                    <a:pt x="10029337" y="74201"/>
                  </a:lnTo>
                  <a:lnTo>
                    <a:pt x="10128891" y="58792"/>
                  </a:lnTo>
                  <a:lnTo>
                    <a:pt x="10222856" y="45975"/>
                  </a:lnTo>
                  <a:lnTo>
                    <a:pt x="10307210" y="35755"/>
                  </a:lnTo>
                  <a:lnTo>
                    <a:pt x="10378377" y="28042"/>
                  </a:lnTo>
                  <a:lnTo>
                    <a:pt x="10433878" y="22631"/>
                  </a:lnTo>
                  <a:lnTo>
                    <a:pt x="10472858" y="19195"/>
                  </a:lnTo>
                  <a:lnTo>
                    <a:pt x="10496341" y="17317"/>
                  </a:lnTo>
                  <a:lnTo>
                    <a:pt x="10507187" y="16527"/>
                  </a:lnTo>
                  <a:lnTo>
                    <a:pt x="10509911" y="16345"/>
                  </a:lnTo>
                  <a:lnTo>
                    <a:pt x="11981298" y="16345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8788" y="73"/>
                  </a:lnTo>
                  <a:lnTo>
                    <a:pt x="10501405" y="594"/>
                  </a:lnTo>
                  <a:lnTo>
                    <a:pt x="10482788" y="2034"/>
                  </a:lnTo>
                  <a:lnTo>
                    <a:pt x="10449481" y="4869"/>
                  </a:lnTo>
                  <a:lnTo>
                    <a:pt x="10399797" y="9542"/>
                  </a:lnTo>
                  <a:lnTo>
                    <a:pt x="10333940" y="16414"/>
                  </a:lnTo>
                  <a:lnTo>
                    <a:pt x="10253866" y="25735"/>
                  </a:lnTo>
                  <a:lnTo>
                    <a:pt x="10162836" y="37633"/>
                  </a:lnTo>
                  <a:lnTo>
                    <a:pt x="10064791" y="52134"/>
                  </a:lnTo>
                  <a:lnTo>
                    <a:pt x="9963703" y="69197"/>
                  </a:lnTo>
                  <a:lnTo>
                    <a:pt x="9863071" y="88767"/>
                  </a:lnTo>
                  <a:lnTo>
                    <a:pt x="9765627" y="110813"/>
                  </a:lnTo>
                  <a:lnTo>
                    <a:pt x="9673250" y="135364"/>
                  </a:lnTo>
                  <a:lnTo>
                    <a:pt x="9587025" y="162529"/>
                  </a:lnTo>
                  <a:lnTo>
                    <a:pt x="9507387" y="192506"/>
                  </a:lnTo>
                  <a:lnTo>
                    <a:pt x="9434282" y="225584"/>
                  </a:lnTo>
                  <a:lnTo>
                    <a:pt x="9367319" y="262141"/>
                  </a:lnTo>
                  <a:lnTo>
                    <a:pt x="9305893" y="302626"/>
                  </a:lnTo>
                  <a:lnTo>
                    <a:pt x="9249283" y="347544"/>
                  </a:lnTo>
                  <a:lnTo>
                    <a:pt x="9196722" y="397418"/>
                  </a:lnTo>
                  <a:lnTo>
                    <a:pt x="9147442" y="452724"/>
                  </a:lnTo>
                  <a:lnTo>
                    <a:pt x="9100729" y="513792"/>
                  </a:lnTo>
                  <a:lnTo>
                    <a:pt x="9084767" y="536693"/>
                  </a:lnTo>
                  <a:lnTo>
                    <a:pt x="9048994" y="591837"/>
                  </a:lnTo>
                  <a:lnTo>
                    <a:pt x="9014091" y="650833"/>
                  </a:lnTo>
                  <a:lnTo>
                    <a:pt x="8979831" y="713759"/>
                  </a:lnTo>
                  <a:lnTo>
                    <a:pt x="8946031" y="780638"/>
                  </a:lnTo>
                  <a:lnTo>
                    <a:pt x="8912542" y="851430"/>
                  </a:lnTo>
                  <a:lnTo>
                    <a:pt x="8879248" y="926027"/>
                  </a:lnTo>
                  <a:lnTo>
                    <a:pt x="8846058" y="1004250"/>
                  </a:lnTo>
                  <a:lnTo>
                    <a:pt x="8812904" y="1085845"/>
                  </a:lnTo>
                  <a:lnTo>
                    <a:pt x="8779742" y="1170486"/>
                  </a:lnTo>
                  <a:lnTo>
                    <a:pt x="8746544" y="1257774"/>
                  </a:lnTo>
                  <a:lnTo>
                    <a:pt x="8713299" y="1347248"/>
                  </a:lnTo>
                  <a:lnTo>
                    <a:pt x="8680008" y="1438391"/>
                  </a:lnTo>
                  <a:lnTo>
                    <a:pt x="8646682" y="1530642"/>
                  </a:lnTo>
                  <a:lnTo>
                    <a:pt x="8613339" y="1623409"/>
                  </a:lnTo>
                  <a:lnTo>
                    <a:pt x="8579998" y="1716090"/>
                  </a:lnTo>
                  <a:lnTo>
                    <a:pt x="8546681" y="1808082"/>
                  </a:lnTo>
                  <a:lnTo>
                    <a:pt x="8513402" y="1898802"/>
                  </a:lnTo>
                  <a:lnTo>
                    <a:pt x="8480171" y="1987699"/>
                  </a:lnTo>
                  <a:lnTo>
                    <a:pt x="8446985" y="2074271"/>
                  </a:lnTo>
                  <a:lnTo>
                    <a:pt x="8413829" y="2158075"/>
                  </a:lnTo>
                  <a:lnTo>
                    <a:pt x="8380670" y="2238732"/>
                  </a:lnTo>
                  <a:lnTo>
                    <a:pt x="8347458" y="2315937"/>
                  </a:lnTo>
                  <a:lnTo>
                    <a:pt x="8314118" y="2389456"/>
                  </a:lnTo>
                  <a:lnTo>
                    <a:pt x="8280554" y="2459132"/>
                  </a:lnTo>
                  <a:lnTo>
                    <a:pt x="8246638" y="2524877"/>
                  </a:lnTo>
                  <a:lnTo>
                    <a:pt x="8212214" y="2586670"/>
                  </a:lnTo>
                  <a:lnTo>
                    <a:pt x="8177086" y="2644549"/>
                  </a:lnTo>
                  <a:lnTo>
                    <a:pt x="8151487" y="2683467"/>
                  </a:lnTo>
                  <a:lnTo>
                    <a:pt x="8105524" y="2746592"/>
                  </a:lnTo>
                  <a:lnTo>
                    <a:pt x="8057226" y="2803902"/>
                  </a:lnTo>
                  <a:lnTo>
                    <a:pt x="8005907" y="2855640"/>
                  </a:lnTo>
                  <a:lnTo>
                    <a:pt x="7950812" y="2902245"/>
                  </a:lnTo>
                  <a:lnTo>
                    <a:pt x="7891168" y="2944232"/>
                  </a:lnTo>
                  <a:lnTo>
                    <a:pt x="7826232" y="2982117"/>
                  </a:lnTo>
                  <a:lnTo>
                    <a:pt x="7755348" y="3016374"/>
                  </a:lnTo>
                  <a:lnTo>
                    <a:pt x="7678038" y="3047406"/>
                  </a:lnTo>
                  <a:lnTo>
                    <a:pt x="7594113" y="3075534"/>
                  </a:lnTo>
                  <a:lnTo>
                    <a:pt x="7503816" y="3100989"/>
                  </a:lnTo>
                  <a:lnTo>
                    <a:pt x="7407985" y="3123910"/>
                  </a:lnTo>
                  <a:lnTo>
                    <a:pt x="7308208" y="3144353"/>
                  </a:lnTo>
                  <a:lnTo>
                    <a:pt x="7206917" y="3162305"/>
                  </a:lnTo>
                  <a:lnTo>
                    <a:pt x="7107362" y="3177715"/>
                  </a:lnTo>
                  <a:lnTo>
                    <a:pt x="7013398" y="3190531"/>
                  </a:lnTo>
                  <a:lnTo>
                    <a:pt x="6929043" y="3200752"/>
                  </a:lnTo>
                  <a:lnTo>
                    <a:pt x="6857876" y="3208464"/>
                  </a:lnTo>
                  <a:lnTo>
                    <a:pt x="6802376" y="3213876"/>
                  </a:lnTo>
                  <a:lnTo>
                    <a:pt x="6763396" y="3217311"/>
                  </a:lnTo>
                  <a:lnTo>
                    <a:pt x="6739912" y="3219189"/>
                  </a:lnTo>
                  <a:lnTo>
                    <a:pt x="6729066" y="3219979"/>
                  </a:lnTo>
                  <a:lnTo>
                    <a:pt x="6726343" y="3220161"/>
                  </a:lnTo>
                  <a:lnTo>
                    <a:pt x="5254955" y="3220161"/>
                  </a:lnTo>
                  <a:lnTo>
                    <a:pt x="5253831" y="3220088"/>
                  </a:lnTo>
                  <a:lnTo>
                    <a:pt x="5246438" y="3219570"/>
                  </a:lnTo>
                  <a:lnTo>
                    <a:pt x="5227796" y="3218139"/>
                  </a:lnTo>
                  <a:lnTo>
                    <a:pt x="5194447" y="3215321"/>
                  </a:lnTo>
                  <a:lnTo>
                    <a:pt x="5144705" y="3210678"/>
                  </a:lnTo>
                  <a:lnTo>
                    <a:pt x="5078777" y="3203849"/>
                  </a:lnTo>
                  <a:lnTo>
                    <a:pt x="4998626" y="3194587"/>
                  </a:lnTo>
                  <a:lnTo>
                    <a:pt x="4907521" y="3182764"/>
                  </a:lnTo>
                  <a:lnTo>
                    <a:pt x="4809410" y="3168357"/>
                  </a:lnTo>
                  <a:lnTo>
                    <a:pt x="4708270" y="3151404"/>
                  </a:lnTo>
                  <a:lnTo>
                    <a:pt x="4607600" y="3131962"/>
                  </a:lnTo>
                  <a:lnTo>
                    <a:pt x="4510133" y="3110060"/>
                  </a:lnTo>
                  <a:lnTo>
                    <a:pt x="4417746" y="3085670"/>
                  </a:lnTo>
                  <a:lnTo>
                    <a:pt x="4331522" y="3058682"/>
                  </a:lnTo>
                  <a:lnTo>
                    <a:pt x="4251892" y="3028899"/>
                  </a:lnTo>
                  <a:lnTo>
                    <a:pt x="4178799" y="2996033"/>
                  </a:lnTo>
                  <a:lnTo>
                    <a:pt x="4111849" y="2959710"/>
                  </a:lnTo>
                  <a:lnTo>
                    <a:pt x="4050437" y="2919480"/>
                  </a:lnTo>
                  <a:lnTo>
                    <a:pt x="3993840" y="2874842"/>
                  </a:lnTo>
                  <a:lnTo>
                    <a:pt x="3941287" y="2825277"/>
                  </a:lnTo>
                  <a:lnTo>
                    <a:pt x="3892012" y="2770312"/>
                  </a:lnTo>
                  <a:lnTo>
                    <a:pt x="3845300" y="2709621"/>
                  </a:lnTo>
                  <a:lnTo>
                    <a:pt x="3829811" y="2687554"/>
                  </a:lnTo>
                  <a:lnTo>
                    <a:pt x="3793925" y="2632648"/>
                  </a:lnTo>
                  <a:lnTo>
                    <a:pt x="3758913" y="2573894"/>
                  </a:lnTo>
                  <a:lnTo>
                    <a:pt x="3724547" y="2511215"/>
                  </a:lnTo>
                  <a:lnTo>
                    <a:pt x="3690643" y="2444588"/>
                  </a:lnTo>
                  <a:lnTo>
                    <a:pt x="3657050" y="2374053"/>
                  </a:lnTo>
                  <a:lnTo>
                    <a:pt x="3623652" y="2299720"/>
                  </a:lnTo>
                  <a:lnTo>
                    <a:pt x="3590356" y="2221770"/>
                  </a:lnTo>
                  <a:lnTo>
                    <a:pt x="3557096" y="2140459"/>
                  </a:lnTo>
                  <a:lnTo>
                    <a:pt x="3523826" y="2056115"/>
                  </a:lnTo>
                  <a:lnTo>
                    <a:pt x="3490520" y="1969139"/>
                  </a:lnTo>
                  <a:lnTo>
                    <a:pt x="3457166" y="1879996"/>
                  </a:lnTo>
                  <a:lnTo>
                    <a:pt x="3423767" y="1789206"/>
                  </a:lnTo>
                  <a:lnTo>
                    <a:pt x="3390333" y="1697331"/>
                  </a:lnTo>
                  <a:lnTo>
                    <a:pt x="3356882" y="1604965"/>
                  </a:lnTo>
                  <a:lnTo>
                    <a:pt x="3323435" y="1512713"/>
                  </a:lnTo>
                  <a:lnTo>
                    <a:pt x="3290012" y="1421178"/>
                  </a:lnTo>
                  <a:lnTo>
                    <a:pt x="3256629" y="1330943"/>
                  </a:lnTo>
                  <a:lnTo>
                    <a:pt x="3223294" y="1242556"/>
                  </a:lnTo>
                  <a:lnTo>
                    <a:pt x="3190003" y="1156519"/>
                  </a:lnTo>
                  <a:lnTo>
                    <a:pt x="3156742" y="1073272"/>
                  </a:lnTo>
                  <a:lnTo>
                    <a:pt x="3123474" y="993190"/>
                  </a:lnTo>
                  <a:lnTo>
                    <a:pt x="3090149" y="916574"/>
                  </a:lnTo>
                  <a:lnTo>
                    <a:pt x="3056689" y="843652"/>
                  </a:lnTo>
                  <a:lnTo>
                    <a:pt x="3022995" y="774578"/>
                  </a:lnTo>
                  <a:lnTo>
                    <a:pt x="2988936" y="709434"/>
                  </a:lnTo>
                  <a:lnTo>
                    <a:pt x="2954351" y="648236"/>
                  </a:lnTo>
                  <a:lnTo>
                    <a:pt x="2919040" y="590942"/>
                  </a:lnTo>
                  <a:lnTo>
                    <a:pt x="2896531" y="557126"/>
                  </a:lnTo>
                  <a:lnTo>
                    <a:pt x="2850546" y="494453"/>
                  </a:lnTo>
                  <a:lnTo>
                    <a:pt x="2802224" y="437557"/>
                  </a:lnTo>
                  <a:lnTo>
                    <a:pt x="2750876" y="386195"/>
                  </a:lnTo>
                  <a:lnTo>
                    <a:pt x="2695748" y="339931"/>
                  </a:lnTo>
                  <a:lnTo>
                    <a:pt x="2636066" y="298253"/>
                  </a:lnTo>
                  <a:lnTo>
                    <a:pt x="2571084" y="260648"/>
                  </a:lnTo>
                  <a:lnTo>
                    <a:pt x="2500148" y="226647"/>
                  </a:lnTo>
                  <a:lnTo>
                    <a:pt x="2422778" y="195847"/>
                  </a:lnTo>
                  <a:lnTo>
                    <a:pt x="2338787" y="167931"/>
                  </a:lnTo>
                  <a:lnTo>
                    <a:pt x="2248420" y="142670"/>
                  </a:lnTo>
                  <a:lnTo>
                    <a:pt x="2152520" y="119925"/>
                  </a:lnTo>
                  <a:lnTo>
                    <a:pt x="2052681" y="99641"/>
                  </a:lnTo>
                  <a:lnTo>
                    <a:pt x="1951342" y="81832"/>
                  </a:lnTo>
                  <a:lnTo>
                    <a:pt x="1851764" y="66549"/>
                  </a:lnTo>
                  <a:lnTo>
                    <a:pt x="1757807" y="53842"/>
                  </a:lnTo>
                  <a:lnTo>
                    <a:pt x="1673497" y="43713"/>
                  </a:lnTo>
                  <a:lnTo>
                    <a:pt x="1602411" y="36074"/>
                  </a:lnTo>
                  <a:lnTo>
                    <a:pt x="1547020" y="30719"/>
                  </a:lnTo>
                  <a:lnTo>
                    <a:pt x="1508164" y="27324"/>
                  </a:lnTo>
                  <a:lnTo>
                    <a:pt x="1484801" y="25471"/>
                  </a:lnTo>
                  <a:lnTo>
                    <a:pt x="1474052" y="24695"/>
                  </a:lnTo>
                  <a:lnTo>
                    <a:pt x="1471387" y="24518"/>
                  </a:lnTo>
                  <a:lnTo>
                    <a:pt x="0" y="24518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531" name="pl531"/>
            <p:cNvSpPr/>
            <p:nvPr/>
          </p:nvSpPr>
          <p:spPr>
            <a:xfrm>
              <a:off x="4799595" y="5862454"/>
              <a:ext cx="11981298" cy="3220161"/>
            </a:xfrm>
            <a:custGeom>
              <a:avLst/>
              <a:pathLst>
                <a:path w="11981298" h="3220161">
                  <a:moveTo>
                    <a:pt x="0" y="24518"/>
                  </a:moveTo>
                  <a:lnTo>
                    <a:pt x="1471387" y="24518"/>
                  </a:lnTo>
                  <a:lnTo>
                    <a:pt x="1472511" y="24591"/>
                  </a:lnTo>
                  <a:lnTo>
                    <a:pt x="1479904" y="25109"/>
                  </a:lnTo>
                  <a:lnTo>
                    <a:pt x="1498546" y="26540"/>
                  </a:lnTo>
                  <a:lnTo>
                    <a:pt x="1531895" y="29358"/>
                  </a:lnTo>
                  <a:lnTo>
                    <a:pt x="1581638" y="34001"/>
                  </a:lnTo>
                  <a:lnTo>
                    <a:pt x="1647565" y="40830"/>
                  </a:lnTo>
                  <a:lnTo>
                    <a:pt x="1727716" y="50093"/>
                  </a:lnTo>
                  <a:lnTo>
                    <a:pt x="1818821" y="61915"/>
                  </a:lnTo>
                  <a:lnTo>
                    <a:pt x="1916932" y="76323"/>
                  </a:lnTo>
                  <a:lnTo>
                    <a:pt x="2018072" y="93275"/>
                  </a:lnTo>
                  <a:lnTo>
                    <a:pt x="2118742" y="112717"/>
                  </a:lnTo>
                  <a:lnTo>
                    <a:pt x="2216209" y="134619"/>
                  </a:lnTo>
                  <a:lnTo>
                    <a:pt x="2308596" y="159010"/>
                  </a:lnTo>
                  <a:lnTo>
                    <a:pt x="2394820" y="185997"/>
                  </a:lnTo>
                  <a:lnTo>
                    <a:pt x="2474450" y="215780"/>
                  </a:lnTo>
                  <a:lnTo>
                    <a:pt x="2547543" y="248646"/>
                  </a:lnTo>
                  <a:lnTo>
                    <a:pt x="2614493" y="284970"/>
                  </a:lnTo>
                  <a:lnTo>
                    <a:pt x="2675905" y="325200"/>
                  </a:lnTo>
                  <a:lnTo>
                    <a:pt x="2732502" y="369838"/>
                  </a:lnTo>
                  <a:lnTo>
                    <a:pt x="2785055" y="419403"/>
                  </a:lnTo>
                  <a:lnTo>
                    <a:pt x="2834330" y="474368"/>
                  </a:lnTo>
                  <a:lnTo>
                    <a:pt x="2881042" y="535058"/>
                  </a:lnTo>
                  <a:lnTo>
                    <a:pt x="2896531" y="557126"/>
                  </a:lnTo>
                  <a:lnTo>
                    <a:pt x="2932417" y="612032"/>
                  </a:lnTo>
                  <a:lnTo>
                    <a:pt x="2967429" y="670785"/>
                  </a:lnTo>
                  <a:lnTo>
                    <a:pt x="3001795" y="733465"/>
                  </a:lnTo>
                  <a:lnTo>
                    <a:pt x="3035699" y="800092"/>
                  </a:lnTo>
                  <a:lnTo>
                    <a:pt x="3069292" y="870626"/>
                  </a:lnTo>
                  <a:lnTo>
                    <a:pt x="3102690" y="944959"/>
                  </a:lnTo>
                  <a:lnTo>
                    <a:pt x="3135986" y="1022909"/>
                  </a:lnTo>
                  <a:lnTo>
                    <a:pt x="3169246" y="1104220"/>
                  </a:lnTo>
                  <a:lnTo>
                    <a:pt x="3202516" y="1188564"/>
                  </a:lnTo>
                  <a:lnTo>
                    <a:pt x="3235822" y="1275540"/>
                  </a:lnTo>
                  <a:lnTo>
                    <a:pt x="3269176" y="1364683"/>
                  </a:lnTo>
                  <a:lnTo>
                    <a:pt x="3302575" y="1455474"/>
                  </a:lnTo>
                  <a:lnTo>
                    <a:pt x="3336009" y="1547348"/>
                  </a:lnTo>
                  <a:lnTo>
                    <a:pt x="3369460" y="1639714"/>
                  </a:lnTo>
                  <a:lnTo>
                    <a:pt x="3402907" y="1731966"/>
                  </a:lnTo>
                  <a:lnTo>
                    <a:pt x="3436330" y="1823501"/>
                  </a:lnTo>
                  <a:lnTo>
                    <a:pt x="3469713" y="1913736"/>
                  </a:lnTo>
                  <a:lnTo>
                    <a:pt x="3503048" y="2002123"/>
                  </a:lnTo>
                  <a:lnTo>
                    <a:pt x="3536339" y="2088160"/>
                  </a:lnTo>
                  <a:lnTo>
                    <a:pt x="3569601" y="2171407"/>
                  </a:lnTo>
                  <a:lnTo>
                    <a:pt x="3602868" y="2251489"/>
                  </a:lnTo>
                  <a:lnTo>
                    <a:pt x="3636193" y="2328105"/>
                  </a:lnTo>
                  <a:lnTo>
                    <a:pt x="3669653" y="2401027"/>
                  </a:lnTo>
                  <a:lnTo>
                    <a:pt x="3703347" y="2470101"/>
                  </a:lnTo>
                  <a:lnTo>
                    <a:pt x="3737406" y="2535245"/>
                  </a:lnTo>
                  <a:lnTo>
                    <a:pt x="3771991" y="2596443"/>
                  </a:lnTo>
                  <a:lnTo>
                    <a:pt x="3807302" y="2653738"/>
                  </a:lnTo>
                  <a:lnTo>
                    <a:pt x="3829811" y="2687554"/>
                  </a:lnTo>
                  <a:lnTo>
                    <a:pt x="3875796" y="2750226"/>
                  </a:lnTo>
                  <a:lnTo>
                    <a:pt x="3924118" y="2807122"/>
                  </a:lnTo>
                  <a:lnTo>
                    <a:pt x="3975466" y="2858484"/>
                  </a:lnTo>
                  <a:lnTo>
                    <a:pt x="4030594" y="2904748"/>
                  </a:lnTo>
                  <a:lnTo>
                    <a:pt x="4090276" y="2946426"/>
                  </a:lnTo>
                  <a:lnTo>
                    <a:pt x="4155258" y="2984031"/>
                  </a:lnTo>
                  <a:lnTo>
                    <a:pt x="4226194" y="3018032"/>
                  </a:lnTo>
                  <a:lnTo>
                    <a:pt x="4303564" y="3048832"/>
                  </a:lnTo>
                  <a:lnTo>
                    <a:pt x="4387555" y="3076748"/>
                  </a:lnTo>
                  <a:lnTo>
                    <a:pt x="4477922" y="3102009"/>
                  </a:lnTo>
                  <a:lnTo>
                    <a:pt x="4573822" y="3124755"/>
                  </a:lnTo>
                  <a:lnTo>
                    <a:pt x="4673662" y="3145038"/>
                  </a:lnTo>
                  <a:lnTo>
                    <a:pt x="4775000" y="3162847"/>
                  </a:lnTo>
                  <a:lnTo>
                    <a:pt x="4874578" y="3178130"/>
                  </a:lnTo>
                  <a:lnTo>
                    <a:pt x="4968535" y="3190838"/>
                  </a:lnTo>
                  <a:lnTo>
                    <a:pt x="5052845" y="3200966"/>
                  </a:lnTo>
                  <a:lnTo>
                    <a:pt x="5123931" y="3208605"/>
                  </a:lnTo>
                  <a:lnTo>
                    <a:pt x="5179322" y="3213960"/>
                  </a:lnTo>
                  <a:lnTo>
                    <a:pt x="5218178" y="3217356"/>
                  </a:lnTo>
                  <a:lnTo>
                    <a:pt x="5241541" y="3219208"/>
                  </a:lnTo>
                  <a:lnTo>
                    <a:pt x="5252290" y="3219984"/>
                  </a:lnTo>
                  <a:lnTo>
                    <a:pt x="5254909" y="3220158"/>
                  </a:lnTo>
                  <a:lnTo>
                    <a:pt x="5254955" y="3220161"/>
                  </a:lnTo>
                  <a:lnTo>
                    <a:pt x="6726343" y="3220161"/>
                  </a:lnTo>
                  <a:lnTo>
                    <a:pt x="6727465" y="3220088"/>
                  </a:lnTo>
                  <a:lnTo>
                    <a:pt x="6734848" y="3219567"/>
                  </a:lnTo>
                  <a:lnTo>
                    <a:pt x="6753466" y="3218127"/>
                  </a:lnTo>
                  <a:lnTo>
                    <a:pt x="6786772" y="3215291"/>
                  </a:lnTo>
                  <a:lnTo>
                    <a:pt x="6836456" y="3210619"/>
                  </a:lnTo>
                  <a:lnTo>
                    <a:pt x="6902313" y="3203747"/>
                  </a:lnTo>
                  <a:lnTo>
                    <a:pt x="6982387" y="3194425"/>
                  </a:lnTo>
                  <a:lnTo>
                    <a:pt x="7073417" y="3182527"/>
                  </a:lnTo>
                  <a:lnTo>
                    <a:pt x="7171462" y="3168026"/>
                  </a:lnTo>
                  <a:lnTo>
                    <a:pt x="7272550" y="3150963"/>
                  </a:lnTo>
                  <a:lnTo>
                    <a:pt x="7373182" y="3131393"/>
                  </a:lnTo>
                  <a:lnTo>
                    <a:pt x="7470626" y="3109347"/>
                  </a:lnTo>
                  <a:lnTo>
                    <a:pt x="7563004" y="3084796"/>
                  </a:lnTo>
                  <a:lnTo>
                    <a:pt x="7649228" y="3057631"/>
                  </a:lnTo>
                  <a:lnTo>
                    <a:pt x="7728866" y="3027655"/>
                  </a:lnTo>
                  <a:lnTo>
                    <a:pt x="7801971" y="2994576"/>
                  </a:lnTo>
                  <a:lnTo>
                    <a:pt x="7868935" y="2958020"/>
                  </a:lnTo>
                  <a:lnTo>
                    <a:pt x="7930361" y="2917535"/>
                  </a:lnTo>
                  <a:lnTo>
                    <a:pt x="7986970" y="2872616"/>
                  </a:lnTo>
                  <a:lnTo>
                    <a:pt x="8039532" y="2822742"/>
                  </a:lnTo>
                  <a:lnTo>
                    <a:pt x="8088811" y="2767436"/>
                  </a:lnTo>
                  <a:lnTo>
                    <a:pt x="8135524" y="2706368"/>
                  </a:lnTo>
                  <a:lnTo>
                    <a:pt x="8151487" y="2683467"/>
                  </a:lnTo>
                  <a:lnTo>
                    <a:pt x="8187259" y="2628323"/>
                  </a:lnTo>
                  <a:lnTo>
                    <a:pt x="8222162" y="2569327"/>
                  </a:lnTo>
                  <a:lnTo>
                    <a:pt x="8256422" y="2506401"/>
                  </a:lnTo>
                  <a:lnTo>
                    <a:pt x="8290222" y="2439523"/>
                  </a:lnTo>
                  <a:lnTo>
                    <a:pt x="8323711" y="2368731"/>
                  </a:lnTo>
                  <a:lnTo>
                    <a:pt x="8357005" y="2294134"/>
                  </a:lnTo>
                  <a:lnTo>
                    <a:pt x="8390196" y="2215911"/>
                  </a:lnTo>
                  <a:lnTo>
                    <a:pt x="8423349" y="2134315"/>
                  </a:lnTo>
                  <a:lnTo>
                    <a:pt x="8456511" y="2049675"/>
                  </a:lnTo>
                  <a:lnTo>
                    <a:pt x="8489710" y="1962386"/>
                  </a:lnTo>
                  <a:lnTo>
                    <a:pt x="8522955" y="1872912"/>
                  </a:lnTo>
                  <a:lnTo>
                    <a:pt x="8556246" y="1781769"/>
                  </a:lnTo>
                  <a:lnTo>
                    <a:pt x="8589571" y="1689519"/>
                  </a:lnTo>
                  <a:lnTo>
                    <a:pt x="8622915" y="1596751"/>
                  </a:lnTo>
                  <a:lnTo>
                    <a:pt x="8656255" y="1504070"/>
                  </a:lnTo>
                  <a:lnTo>
                    <a:pt x="8689572" y="1412078"/>
                  </a:lnTo>
                  <a:lnTo>
                    <a:pt x="8722851" y="1321359"/>
                  </a:lnTo>
                  <a:lnTo>
                    <a:pt x="8756082" y="1232462"/>
                  </a:lnTo>
                  <a:lnTo>
                    <a:pt x="8789268" y="1145889"/>
                  </a:lnTo>
                  <a:lnTo>
                    <a:pt x="8822424" y="1062085"/>
                  </a:lnTo>
                  <a:lnTo>
                    <a:pt x="8855583" y="981428"/>
                  </a:lnTo>
                  <a:lnTo>
                    <a:pt x="8888796" y="904224"/>
                  </a:lnTo>
                  <a:lnTo>
                    <a:pt x="8922135" y="830704"/>
                  </a:lnTo>
                  <a:lnTo>
                    <a:pt x="8955700" y="761028"/>
                  </a:lnTo>
                  <a:lnTo>
                    <a:pt x="8989615" y="695283"/>
                  </a:lnTo>
                  <a:lnTo>
                    <a:pt x="9024039" y="633491"/>
                  </a:lnTo>
                  <a:lnTo>
                    <a:pt x="9059167" y="575611"/>
                  </a:lnTo>
                  <a:lnTo>
                    <a:pt x="9084767" y="536693"/>
                  </a:lnTo>
                  <a:lnTo>
                    <a:pt x="9130729" y="473568"/>
                  </a:lnTo>
                  <a:lnTo>
                    <a:pt x="9179027" y="416258"/>
                  </a:lnTo>
                  <a:lnTo>
                    <a:pt x="9230347" y="364520"/>
                  </a:lnTo>
                  <a:lnTo>
                    <a:pt x="9285442" y="317915"/>
                  </a:lnTo>
                  <a:lnTo>
                    <a:pt x="9345085" y="275928"/>
                  </a:lnTo>
                  <a:lnTo>
                    <a:pt x="9410021" y="238043"/>
                  </a:lnTo>
                  <a:lnTo>
                    <a:pt x="9480905" y="203786"/>
                  </a:lnTo>
                  <a:lnTo>
                    <a:pt x="9558215" y="172754"/>
                  </a:lnTo>
                  <a:lnTo>
                    <a:pt x="9642140" y="144626"/>
                  </a:lnTo>
                  <a:lnTo>
                    <a:pt x="9732438" y="119171"/>
                  </a:lnTo>
                  <a:lnTo>
                    <a:pt x="9828268" y="96250"/>
                  </a:lnTo>
                  <a:lnTo>
                    <a:pt x="9928045" y="75807"/>
                  </a:lnTo>
                  <a:lnTo>
                    <a:pt x="10029337" y="57855"/>
                  </a:lnTo>
                  <a:lnTo>
                    <a:pt x="10128891" y="42446"/>
                  </a:lnTo>
                  <a:lnTo>
                    <a:pt x="10222856" y="29629"/>
                  </a:lnTo>
                  <a:lnTo>
                    <a:pt x="10307210" y="19409"/>
                  </a:lnTo>
                  <a:lnTo>
                    <a:pt x="10378377" y="11696"/>
                  </a:lnTo>
                  <a:lnTo>
                    <a:pt x="10433878" y="6285"/>
                  </a:lnTo>
                  <a:lnTo>
                    <a:pt x="10472858" y="2849"/>
                  </a:lnTo>
                  <a:lnTo>
                    <a:pt x="10496341" y="971"/>
                  </a:lnTo>
                  <a:lnTo>
                    <a:pt x="10507187" y="181"/>
                  </a:lnTo>
                  <a:lnTo>
                    <a:pt x="10509860" y="3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32" name="pl532"/>
            <p:cNvSpPr/>
            <p:nvPr/>
          </p:nvSpPr>
          <p:spPr>
            <a:xfrm>
              <a:off x="4799595" y="5846108"/>
              <a:ext cx="11981298" cy="3220161"/>
            </a:xfrm>
            <a:custGeom>
              <a:avLst/>
              <a:pathLst>
                <a:path w="11981298" h="3220161">
                  <a:moveTo>
                    <a:pt x="11981298" y="0"/>
                  </a:moveTo>
                  <a:lnTo>
                    <a:pt x="10509911" y="0"/>
                  </a:lnTo>
                  <a:lnTo>
                    <a:pt x="10508788" y="73"/>
                  </a:lnTo>
                  <a:lnTo>
                    <a:pt x="10501405" y="594"/>
                  </a:lnTo>
                  <a:lnTo>
                    <a:pt x="10482788" y="2034"/>
                  </a:lnTo>
                  <a:lnTo>
                    <a:pt x="10449481" y="4869"/>
                  </a:lnTo>
                  <a:lnTo>
                    <a:pt x="10399797" y="9542"/>
                  </a:lnTo>
                  <a:lnTo>
                    <a:pt x="10333940" y="16414"/>
                  </a:lnTo>
                  <a:lnTo>
                    <a:pt x="10253866" y="25735"/>
                  </a:lnTo>
                  <a:lnTo>
                    <a:pt x="10162836" y="37633"/>
                  </a:lnTo>
                  <a:lnTo>
                    <a:pt x="10064791" y="52134"/>
                  </a:lnTo>
                  <a:lnTo>
                    <a:pt x="9963703" y="69197"/>
                  </a:lnTo>
                  <a:lnTo>
                    <a:pt x="9863071" y="88767"/>
                  </a:lnTo>
                  <a:lnTo>
                    <a:pt x="9765627" y="110813"/>
                  </a:lnTo>
                  <a:lnTo>
                    <a:pt x="9673250" y="135364"/>
                  </a:lnTo>
                  <a:lnTo>
                    <a:pt x="9587025" y="162529"/>
                  </a:lnTo>
                  <a:lnTo>
                    <a:pt x="9507387" y="192506"/>
                  </a:lnTo>
                  <a:lnTo>
                    <a:pt x="9434282" y="225584"/>
                  </a:lnTo>
                  <a:lnTo>
                    <a:pt x="9367319" y="262141"/>
                  </a:lnTo>
                  <a:lnTo>
                    <a:pt x="9305893" y="302626"/>
                  </a:lnTo>
                  <a:lnTo>
                    <a:pt x="9249283" y="347544"/>
                  </a:lnTo>
                  <a:lnTo>
                    <a:pt x="9196722" y="397418"/>
                  </a:lnTo>
                  <a:lnTo>
                    <a:pt x="9147442" y="452724"/>
                  </a:lnTo>
                  <a:lnTo>
                    <a:pt x="9100729" y="513792"/>
                  </a:lnTo>
                  <a:lnTo>
                    <a:pt x="9084767" y="536693"/>
                  </a:lnTo>
                  <a:lnTo>
                    <a:pt x="9048994" y="591837"/>
                  </a:lnTo>
                  <a:lnTo>
                    <a:pt x="9014091" y="650833"/>
                  </a:lnTo>
                  <a:lnTo>
                    <a:pt x="8979831" y="713759"/>
                  </a:lnTo>
                  <a:lnTo>
                    <a:pt x="8946031" y="780638"/>
                  </a:lnTo>
                  <a:lnTo>
                    <a:pt x="8912542" y="851430"/>
                  </a:lnTo>
                  <a:lnTo>
                    <a:pt x="8879248" y="926027"/>
                  </a:lnTo>
                  <a:lnTo>
                    <a:pt x="8846058" y="1004250"/>
                  </a:lnTo>
                  <a:lnTo>
                    <a:pt x="8812904" y="1085845"/>
                  </a:lnTo>
                  <a:lnTo>
                    <a:pt x="8779742" y="1170486"/>
                  </a:lnTo>
                  <a:lnTo>
                    <a:pt x="8746544" y="1257774"/>
                  </a:lnTo>
                  <a:lnTo>
                    <a:pt x="8713299" y="1347248"/>
                  </a:lnTo>
                  <a:lnTo>
                    <a:pt x="8680008" y="1438391"/>
                  </a:lnTo>
                  <a:lnTo>
                    <a:pt x="8646682" y="1530642"/>
                  </a:lnTo>
                  <a:lnTo>
                    <a:pt x="8613339" y="1623409"/>
                  </a:lnTo>
                  <a:lnTo>
                    <a:pt x="8579998" y="1716090"/>
                  </a:lnTo>
                  <a:lnTo>
                    <a:pt x="8546681" y="1808082"/>
                  </a:lnTo>
                  <a:lnTo>
                    <a:pt x="8513402" y="1898802"/>
                  </a:lnTo>
                  <a:lnTo>
                    <a:pt x="8480171" y="1987699"/>
                  </a:lnTo>
                  <a:lnTo>
                    <a:pt x="8446985" y="2074271"/>
                  </a:lnTo>
                  <a:lnTo>
                    <a:pt x="8413829" y="2158075"/>
                  </a:lnTo>
                  <a:lnTo>
                    <a:pt x="8380670" y="2238732"/>
                  </a:lnTo>
                  <a:lnTo>
                    <a:pt x="8347458" y="2315937"/>
                  </a:lnTo>
                  <a:lnTo>
                    <a:pt x="8314118" y="2389456"/>
                  </a:lnTo>
                  <a:lnTo>
                    <a:pt x="8280554" y="2459132"/>
                  </a:lnTo>
                  <a:lnTo>
                    <a:pt x="8246638" y="2524877"/>
                  </a:lnTo>
                  <a:lnTo>
                    <a:pt x="8212214" y="2586670"/>
                  </a:lnTo>
                  <a:lnTo>
                    <a:pt x="8177086" y="2644549"/>
                  </a:lnTo>
                  <a:lnTo>
                    <a:pt x="8151487" y="2683467"/>
                  </a:lnTo>
                  <a:lnTo>
                    <a:pt x="8105524" y="2746592"/>
                  </a:lnTo>
                  <a:lnTo>
                    <a:pt x="8057226" y="2803902"/>
                  </a:lnTo>
                  <a:lnTo>
                    <a:pt x="8005907" y="2855640"/>
                  </a:lnTo>
                  <a:lnTo>
                    <a:pt x="7950812" y="2902245"/>
                  </a:lnTo>
                  <a:lnTo>
                    <a:pt x="7891168" y="2944232"/>
                  </a:lnTo>
                  <a:lnTo>
                    <a:pt x="7826232" y="2982117"/>
                  </a:lnTo>
                  <a:lnTo>
                    <a:pt x="7755348" y="3016374"/>
                  </a:lnTo>
                  <a:lnTo>
                    <a:pt x="7678038" y="3047406"/>
                  </a:lnTo>
                  <a:lnTo>
                    <a:pt x="7594113" y="3075534"/>
                  </a:lnTo>
                  <a:lnTo>
                    <a:pt x="7503816" y="3100989"/>
                  </a:lnTo>
                  <a:lnTo>
                    <a:pt x="7407985" y="3123910"/>
                  </a:lnTo>
                  <a:lnTo>
                    <a:pt x="7308208" y="3144353"/>
                  </a:lnTo>
                  <a:lnTo>
                    <a:pt x="7206917" y="3162305"/>
                  </a:lnTo>
                  <a:lnTo>
                    <a:pt x="7107362" y="3177715"/>
                  </a:lnTo>
                  <a:lnTo>
                    <a:pt x="7013398" y="3190531"/>
                  </a:lnTo>
                  <a:lnTo>
                    <a:pt x="6929043" y="3200752"/>
                  </a:lnTo>
                  <a:lnTo>
                    <a:pt x="6857876" y="3208464"/>
                  </a:lnTo>
                  <a:lnTo>
                    <a:pt x="6802376" y="3213876"/>
                  </a:lnTo>
                  <a:lnTo>
                    <a:pt x="6763396" y="3217311"/>
                  </a:lnTo>
                  <a:lnTo>
                    <a:pt x="6739912" y="3219189"/>
                  </a:lnTo>
                  <a:lnTo>
                    <a:pt x="6729066" y="3219979"/>
                  </a:lnTo>
                  <a:lnTo>
                    <a:pt x="6726393" y="3220158"/>
                  </a:lnTo>
                  <a:lnTo>
                    <a:pt x="6726343" y="3220161"/>
                  </a:lnTo>
                  <a:lnTo>
                    <a:pt x="5254955" y="3220161"/>
                  </a:lnTo>
                  <a:lnTo>
                    <a:pt x="5253831" y="3220088"/>
                  </a:lnTo>
                  <a:lnTo>
                    <a:pt x="5246438" y="3219570"/>
                  </a:lnTo>
                  <a:lnTo>
                    <a:pt x="5227796" y="3218139"/>
                  </a:lnTo>
                  <a:lnTo>
                    <a:pt x="5194447" y="3215321"/>
                  </a:lnTo>
                  <a:lnTo>
                    <a:pt x="5144705" y="3210678"/>
                  </a:lnTo>
                  <a:lnTo>
                    <a:pt x="5078777" y="3203849"/>
                  </a:lnTo>
                  <a:lnTo>
                    <a:pt x="4998626" y="3194587"/>
                  </a:lnTo>
                  <a:lnTo>
                    <a:pt x="4907521" y="3182764"/>
                  </a:lnTo>
                  <a:lnTo>
                    <a:pt x="4809410" y="3168357"/>
                  </a:lnTo>
                  <a:lnTo>
                    <a:pt x="4708270" y="3151404"/>
                  </a:lnTo>
                  <a:lnTo>
                    <a:pt x="4607600" y="3131962"/>
                  </a:lnTo>
                  <a:lnTo>
                    <a:pt x="4510133" y="3110060"/>
                  </a:lnTo>
                  <a:lnTo>
                    <a:pt x="4417746" y="3085670"/>
                  </a:lnTo>
                  <a:lnTo>
                    <a:pt x="4331522" y="3058682"/>
                  </a:lnTo>
                  <a:lnTo>
                    <a:pt x="4251892" y="3028899"/>
                  </a:lnTo>
                  <a:lnTo>
                    <a:pt x="4178799" y="2996033"/>
                  </a:lnTo>
                  <a:lnTo>
                    <a:pt x="4111849" y="2959710"/>
                  </a:lnTo>
                  <a:lnTo>
                    <a:pt x="4050437" y="2919480"/>
                  </a:lnTo>
                  <a:lnTo>
                    <a:pt x="3993840" y="2874842"/>
                  </a:lnTo>
                  <a:lnTo>
                    <a:pt x="3941287" y="2825277"/>
                  </a:lnTo>
                  <a:lnTo>
                    <a:pt x="3892012" y="2770312"/>
                  </a:lnTo>
                  <a:lnTo>
                    <a:pt x="3845300" y="2709621"/>
                  </a:lnTo>
                  <a:lnTo>
                    <a:pt x="3829811" y="2687554"/>
                  </a:lnTo>
                  <a:lnTo>
                    <a:pt x="3793925" y="2632648"/>
                  </a:lnTo>
                  <a:lnTo>
                    <a:pt x="3758913" y="2573894"/>
                  </a:lnTo>
                  <a:lnTo>
                    <a:pt x="3724547" y="2511215"/>
                  </a:lnTo>
                  <a:lnTo>
                    <a:pt x="3690643" y="2444588"/>
                  </a:lnTo>
                  <a:lnTo>
                    <a:pt x="3657050" y="2374053"/>
                  </a:lnTo>
                  <a:lnTo>
                    <a:pt x="3623652" y="2299720"/>
                  </a:lnTo>
                  <a:lnTo>
                    <a:pt x="3590356" y="2221770"/>
                  </a:lnTo>
                  <a:lnTo>
                    <a:pt x="3557096" y="2140459"/>
                  </a:lnTo>
                  <a:lnTo>
                    <a:pt x="3523826" y="2056115"/>
                  </a:lnTo>
                  <a:lnTo>
                    <a:pt x="3490520" y="1969139"/>
                  </a:lnTo>
                  <a:lnTo>
                    <a:pt x="3457166" y="1879996"/>
                  </a:lnTo>
                  <a:lnTo>
                    <a:pt x="3423767" y="1789206"/>
                  </a:lnTo>
                  <a:lnTo>
                    <a:pt x="3390333" y="1697331"/>
                  </a:lnTo>
                  <a:lnTo>
                    <a:pt x="3356882" y="1604965"/>
                  </a:lnTo>
                  <a:lnTo>
                    <a:pt x="3323435" y="1512713"/>
                  </a:lnTo>
                  <a:lnTo>
                    <a:pt x="3290012" y="1421178"/>
                  </a:lnTo>
                  <a:lnTo>
                    <a:pt x="3256629" y="1330943"/>
                  </a:lnTo>
                  <a:lnTo>
                    <a:pt x="3223294" y="1242556"/>
                  </a:lnTo>
                  <a:lnTo>
                    <a:pt x="3190003" y="1156519"/>
                  </a:lnTo>
                  <a:lnTo>
                    <a:pt x="3156742" y="1073272"/>
                  </a:lnTo>
                  <a:lnTo>
                    <a:pt x="3123474" y="993190"/>
                  </a:lnTo>
                  <a:lnTo>
                    <a:pt x="3090149" y="916574"/>
                  </a:lnTo>
                  <a:lnTo>
                    <a:pt x="3056689" y="843652"/>
                  </a:lnTo>
                  <a:lnTo>
                    <a:pt x="3022995" y="774578"/>
                  </a:lnTo>
                  <a:lnTo>
                    <a:pt x="2988936" y="709434"/>
                  </a:lnTo>
                  <a:lnTo>
                    <a:pt x="2954351" y="648236"/>
                  </a:lnTo>
                  <a:lnTo>
                    <a:pt x="2919040" y="590942"/>
                  </a:lnTo>
                  <a:lnTo>
                    <a:pt x="2896531" y="557126"/>
                  </a:lnTo>
                  <a:lnTo>
                    <a:pt x="2850546" y="494453"/>
                  </a:lnTo>
                  <a:lnTo>
                    <a:pt x="2802224" y="437557"/>
                  </a:lnTo>
                  <a:lnTo>
                    <a:pt x="2750876" y="386195"/>
                  </a:lnTo>
                  <a:lnTo>
                    <a:pt x="2695748" y="339931"/>
                  </a:lnTo>
                  <a:lnTo>
                    <a:pt x="2636066" y="298253"/>
                  </a:lnTo>
                  <a:lnTo>
                    <a:pt x="2571084" y="260648"/>
                  </a:lnTo>
                  <a:lnTo>
                    <a:pt x="2500148" y="226647"/>
                  </a:lnTo>
                  <a:lnTo>
                    <a:pt x="2422778" y="195847"/>
                  </a:lnTo>
                  <a:lnTo>
                    <a:pt x="2338787" y="167931"/>
                  </a:lnTo>
                  <a:lnTo>
                    <a:pt x="2248420" y="142670"/>
                  </a:lnTo>
                  <a:lnTo>
                    <a:pt x="2152520" y="119925"/>
                  </a:lnTo>
                  <a:lnTo>
                    <a:pt x="2052681" y="99641"/>
                  </a:lnTo>
                  <a:lnTo>
                    <a:pt x="1951342" y="81832"/>
                  </a:lnTo>
                  <a:lnTo>
                    <a:pt x="1851764" y="66549"/>
                  </a:lnTo>
                  <a:lnTo>
                    <a:pt x="1757807" y="53842"/>
                  </a:lnTo>
                  <a:lnTo>
                    <a:pt x="1673497" y="43713"/>
                  </a:lnTo>
                  <a:lnTo>
                    <a:pt x="1602411" y="36074"/>
                  </a:lnTo>
                  <a:lnTo>
                    <a:pt x="1547020" y="30719"/>
                  </a:lnTo>
                  <a:lnTo>
                    <a:pt x="1508164" y="27324"/>
                  </a:lnTo>
                  <a:lnTo>
                    <a:pt x="1484801" y="25471"/>
                  </a:lnTo>
                  <a:lnTo>
                    <a:pt x="1474052" y="24695"/>
                  </a:lnTo>
                  <a:lnTo>
                    <a:pt x="1471434" y="24521"/>
                  </a:lnTo>
                  <a:lnTo>
                    <a:pt x="1471387" y="24518"/>
                  </a:lnTo>
                  <a:lnTo>
                    <a:pt x="0" y="2451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33" name="pg533"/>
            <p:cNvSpPr/>
            <p:nvPr/>
          </p:nvSpPr>
          <p:spPr>
            <a:xfrm>
              <a:off x="4799595" y="5886973"/>
              <a:ext cx="11981298" cy="3261026"/>
            </a:xfrm>
            <a:custGeom>
              <a:avLst/>
              <a:pathLst>
                <a:path w="11981298" h="3261026">
                  <a:moveTo>
                    <a:pt x="0" y="49037"/>
                  </a:moveTo>
                  <a:lnTo>
                    <a:pt x="1471387" y="49037"/>
                  </a:lnTo>
                  <a:lnTo>
                    <a:pt x="1472510" y="49110"/>
                  </a:lnTo>
                  <a:lnTo>
                    <a:pt x="1479896" y="49630"/>
                  </a:lnTo>
                  <a:lnTo>
                    <a:pt x="1498522" y="51068"/>
                  </a:lnTo>
                  <a:lnTo>
                    <a:pt x="1531843" y="53897"/>
                  </a:lnTo>
                  <a:lnTo>
                    <a:pt x="1581547" y="58560"/>
                  </a:lnTo>
                  <a:lnTo>
                    <a:pt x="1647427" y="65418"/>
                  </a:lnTo>
                  <a:lnTo>
                    <a:pt x="1727527" y="74719"/>
                  </a:lnTo>
                  <a:lnTo>
                    <a:pt x="1818581" y="86593"/>
                  </a:lnTo>
                  <a:lnTo>
                    <a:pt x="1916648" y="101062"/>
                  </a:lnTo>
                  <a:lnTo>
                    <a:pt x="2017754" y="118089"/>
                  </a:lnTo>
                  <a:lnTo>
                    <a:pt x="2118399" y="137616"/>
                  </a:lnTo>
                  <a:lnTo>
                    <a:pt x="2215850" y="159614"/>
                  </a:lnTo>
                  <a:lnTo>
                    <a:pt x="2308231" y="184111"/>
                  </a:lnTo>
                  <a:lnTo>
                    <a:pt x="2394456" y="211217"/>
                  </a:lnTo>
                  <a:lnTo>
                    <a:pt x="2474091" y="241129"/>
                  </a:lnTo>
                  <a:lnTo>
                    <a:pt x="2547192" y="274137"/>
                  </a:lnTo>
                  <a:lnTo>
                    <a:pt x="2614151" y="310616"/>
                  </a:lnTo>
                  <a:lnTo>
                    <a:pt x="2675572" y="351016"/>
                  </a:lnTo>
                  <a:lnTo>
                    <a:pt x="2732177" y="395841"/>
                  </a:lnTo>
                  <a:lnTo>
                    <a:pt x="2784736" y="445612"/>
                  </a:lnTo>
                  <a:lnTo>
                    <a:pt x="2834014" y="500805"/>
                  </a:lnTo>
                  <a:lnTo>
                    <a:pt x="2880726" y="561747"/>
                  </a:lnTo>
                  <a:lnTo>
                    <a:pt x="2896531" y="584369"/>
                  </a:lnTo>
                  <a:lnTo>
                    <a:pt x="2932341" y="639434"/>
                  </a:lnTo>
                  <a:lnTo>
                    <a:pt x="2967281" y="698349"/>
                  </a:lnTo>
                  <a:lnTo>
                    <a:pt x="3001576" y="761193"/>
                  </a:lnTo>
                  <a:lnTo>
                    <a:pt x="3035411" y="827988"/>
                  </a:lnTo>
                  <a:lnTo>
                    <a:pt x="3068934" y="898694"/>
                  </a:lnTo>
                  <a:lnTo>
                    <a:pt x="3102262" y="973203"/>
                  </a:lnTo>
                  <a:lnTo>
                    <a:pt x="3135488" y="1051336"/>
                  </a:lnTo>
                  <a:lnTo>
                    <a:pt x="3168677" y="1132837"/>
                  </a:lnTo>
                  <a:lnTo>
                    <a:pt x="3201875" y="1217378"/>
                  </a:lnTo>
                  <a:lnTo>
                    <a:pt x="3235109" y="1304563"/>
                  </a:lnTo>
                  <a:lnTo>
                    <a:pt x="3268390" y="1393927"/>
                  </a:lnTo>
                  <a:lnTo>
                    <a:pt x="3301717" y="1484953"/>
                  </a:lnTo>
                  <a:lnTo>
                    <a:pt x="3335079" y="1577078"/>
                  </a:lnTo>
                  <a:lnTo>
                    <a:pt x="3368458" y="1669713"/>
                  </a:lnTo>
                  <a:lnTo>
                    <a:pt x="3401834" y="1762251"/>
                  </a:lnTo>
                  <a:lnTo>
                    <a:pt x="3435186" y="1854091"/>
                  </a:lnTo>
                  <a:lnTo>
                    <a:pt x="3468499" y="1944649"/>
                  </a:lnTo>
                  <a:lnTo>
                    <a:pt x="3501765" y="2033377"/>
                  </a:lnTo>
                  <a:lnTo>
                    <a:pt x="3534986" y="2119771"/>
                  </a:lnTo>
                  <a:lnTo>
                    <a:pt x="3568177" y="2203390"/>
                  </a:lnTo>
                  <a:lnTo>
                    <a:pt x="3601372" y="2283855"/>
                  </a:lnTo>
                  <a:lnTo>
                    <a:pt x="3634622" y="2360864"/>
                  </a:lnTo>
                  <a:lnTo>
                    <a:pt x="3668001" y="2434185"/>
                  </a:lnTo>
                  <a:lnTo>
                    <a:pt x="3701609" y="2503660"/>
                  </a:lnTo>
                  <a:lnTo>
                    <a:pt x="3735572" y="2569205"/>
                  </a:lnTo>
                  <a:lnTo>
                    <a:pt x="3770050" y="2630799"/>
                  </a:lnTo>
                  <a:lnTo>
                    <a:pt x="3805238" y="2688484"/>
                  </a:lnTo>
                  <a:lnTo>
                    <a:pt x="3829811" y="2725694"/>
                  </a:lnTo>
                  <a:lnTo>
                    <a:pt x="3875781" y="2788668"/>
                  </a:lnTo>
                  <a:lnTo>
                    <a:pt x="3924087" y="2845841"/>
                  </a:lnTo>
                  <a:lnTo>
                    <a:pt x="3975416" y="2897453"/>
                  </a:lnTo>
                  <a:lnTo>
                    <a:pt x="4030522" y="2943945"/>
                  </a:lnTo>
                  <a:lnTo>
                    <a:pt x="4090178" y="2985829"/>
                  </a:lnTo>
                  <a:lnTo>
                    <a:pt x="4155130" y="3023621"/>
                  </a:lnTo>
                  <a:lnTo>
                    <a:pt x="4226031" y="3057792"/>
                  </a:lnTo>
                  <a:lnTo>
                    <a:pt x="4303361" y="3088747"/>
                  </a:lnTo>
                  <a:lnTo>
                    <a:pt x="4387309" y="3116804"/>
                  </a:lnTo>
                  <a:lnTo>
                    <a:pt x="4477629" y="3142194"/>
                  </a:lnTo>
                  <a:lnTo>
                    <a:pt x="4573483" y="3165057"/>
                  </a:lnTo>
                  <a:lnTo>
                    <a:pt x="4673281" y="3185447"/>
                  </a:lnTo>
                  <a:lnTo>
                    <a:pt x="4774588" y="3203351"/>
                  </a:lnTo>
                  <a:lnTo>
                    <a:pt x="4874150" y="3218719"/>
                  </a:lnTo>
                  <a:lnTo>
                    <a:pt x="4968112" y="3231499"/>
                  </a:lnTo>
                  <a:lnTo>
                    <a:pt x="5052452" y="3241688"/>
                  </a:lnTo>
                  <a:lnTo>
                    <a:pt x="5123592" y="3249376"/>
                  </a:lnTo>
                  <a:lnTo>
                    <a:pt x="5179056" y="3254769"/>
                  </a:lnTo>
                  <a:lnTo>
                    <a:pt x="5217994" y="3258191"/>
                  </a:lnTo>
                  <a:lnTo>
                    <a:pt x="5241438" y="3260060"/>
                  </a:lnTo>
                  <a:lnTo>
                    <a:pt x="5252251" y="3260846"/>
                  </a:lnTo>
                  <a:lnTo>
                    <a:pt x="5254955" y="3261026"/>
                  </a:lnTo>
                  <a:lnTo>
                    <a:pt x="6726343" y="3261026"/>
                  </a:lnTo>
                  <a:lnTo>
                    <a:pt x="6727512" y="3260968"/>
                  </a:lnTo>
                  <a:lnTo>
                    <a:pt x="6735193" y="3260559"/>
                  </a:lnTo>
                  <a:lnTo>
                    <a:pt x="6754541" y="3259427"/>
                  </a:lnTo>
                  <a:lnTo>
                    <a:pt x="6789094" y="3257199"/>
                  </a:lnTo>
                  <a:lnTo>
                    <a:pt x="6840517" y="3253530"/>
                  </a:lnTo>
                  <a:lnTo>
                    <a:pt x="6908475" y="3248140"/>
                  </a:lnTo>
                  <a:lnTo>
                    <a:pt x="6990809" y="3240841"/>
                  </a:lnTo>
                  <a:lnTo>
                    <a:pt x="7084029" y="3231540"/>
                  </a:lnTo>
                  <a:lnTo>
                    <a:pt x="7183997" y="3220225"/>
                  </a:lnTo>
                  <a:lnTo>
                    <a:pt x="7286611" y="3206929"/>
                  </a:lnTo>
                  <a:lnTo>
                    <a:pt x="7388317" y="3191696"/>
                  </a:lnTo>
                  <a:lnTo>
                    <a:pt x="7486398" y="3174545"/>
                  </a:lnTo>
                  <a:lnTo>
                    <a:pt x="7579032" y="3155443"/>
                  </a:lnTo>
                  <a:lnTo>
                    <a:pt x="7665218" y="3134292"/>
                  </a:lnTo>
                  <a:lnTo>
                    <a:pt x="7744611" y="3110925"/>
                  </a:lnTo>
                  <a:lnTo>
                    <a:pt x="7817349" y="3085098"/>
                  </a:lnTo>
                  <a:lnTo>
                    <a:pt x="7883898" y="3056504"/>
                  </a:lnTo>
                  <a:lnTo>
                    <a:pt x="7944921" y="3024776"/>
                  </a:lnTo>
                  <a:lnTo>
                    <a:pt x="8001188" y="2989511"/>
                  </a:lnTo>
                  <a:lnTo>
                    <a:pt x="8053504" y="2950304"/>
                  </a:lnTo>
                  <a:lnTo>
                    <a:pt x="8102658" y="2906800"/>
                  </a:lnTo>
                  <a:lnTo>
                    <a:pt x="8149370" y="2858797"/>
                  </a:lnTo>
                  <a:lnTo>
                    <a:pt x="8151487" y="2856462"/>
                  </a:lnTo>
                  <a:lnTo>
                    <a:pt x="8191468" y="2809738"/>
                  </a:lnTo>
                  <a:lnTo>
                    <a:pt x="8230395" y="2759365"/>
                  </a:lnTo>
                  <a:lnTo>
                    <a:pt x="8268575" y="2705271"/>
                  </a:lnTo>
                  <a:lnTo>
                    <a:pt x="8306249" y="2647451"/>
                  </a:lnTo>
                  <a:lnTo>
                    <a:pt x="8343606" y="2585976"/>
                  </a:lnTo>
                  <a:lnTo>
                    <a:pt x="8380791" y="2521001"/>
                  </a:lnTo>
                  <a:lnTo>
                    <a:pt x="8417908" y="2452767"/>
                  </a:lnTo>
                  <a:lnTo>
                    <a:pt x="8455028" y="2381603"/>
                  </a:lnTo>
                  <a:lnTo>
                    <a:pt x="8492191" y="2307921"/>
                  </a:lnTo>
                  <a:lnTo>
                    <a:pt x="8529413" y="2232210"/>
                  </a:lnTo>
                  <a:lnTo>
                    <a:pt x="8566691" y="2155024"/>
                  </a:lnTo>
                  <a:lnTo>
                    <a:pt x="8604006" y="2076964"/>
                  </a:lnTo>
                  <a:lnTo>
                    <a:pt x="8641331" y="1998662"/>
                  </a:lnTo>
                  <a:lnTo>
                    <a:pt x="8678639" y="1920758"/>
                  </a:lnTo>
                  <a:lnTo>
                    <a:pt x="8715905" y="1843877"/>
                  </a:lnTo>
                  <a:lnTo>
                    <a:pt x="8753112" y="1768611"/>
                  </a:lnTo>
                  <a:lnTo>
                    <a:pt x="8790262" y="1695499"/>
                  </a:lnTo>
                  <a:lnTo>
                    <a:pt x="8827377" y="1625013"/>
                  </a:lnTo>
                  <a:lnTo>
                    <a:pt x="8864503" y="1557545"/>
                  </a:lnTo>
                  <a:lnTo>
                    <a:pt x="8901719" y="1493404"/>
                  </a:lnTo>
                  <a:lnTo>
                    <a:pt x="8939138" y="1432807"/>
                  </a:lnTo>
                  <a:lnTo>
                    <a:pt x="8976916" y="1375890"/>
                  </a:lnTo>
                  <a:lnTo>
                    <a:pt x="9015253" y="1322705"/>
                  </a:lnTo>
                  <a:lnTo>
                    <a:pt x="9054406" y="1273229"/>
                  </a:lnTo>
                  <a:lnTo>
                    <a:pt x="9084767" y="1238209"/>
                  </a:lnTo>
                  <a:lnTo>
                    <a:pt x="9131382" y="1189996"/>
                  </a:lnTo>
                  <a:lnTo>
                    <a:pt x="9180407" y="1146287"/>
                  </a:lnTo>
                  <a:lnTo>
                    <a:pt x="9232559" y="1106887"/>
                  </a:lnTo>
                  <a:lnTo>
                    <a:pt x="9288626" y="1071448"/>
                  </a:lnTo>
                  <a:lnTo>
                    <a:pt x="9349411" y="1039566"/>
                  </a:lnTo>
                  <a:lnTo>
                    <a:pt x="9415688" y="1010834"/>
                  </a:lnTo>
                  <a:lnTo>
                    <a:pt x="9488127" y="984887"/>
                  </a:lnTo>
                  <a:lnTo>
                    <a:pt x="9567205" y="961411"/>
                  </a:lnTo>
                  <a:lnTo>
                    <a:pt x="9653079" y="940163"/>
                  </a:lnTo>
                  <a:lnTo>
                    <a:pt x="9745431" y="920968"/>
                  </a:lnTo>
                  <a:lnTo>
                    <a:pt x="9843293" y="903727"/>
                  </a:lnTo>
                  <a:lnTo>
                    <a:pt x="9944884" y="888405"/>
                  </a:lnTo>
                  <a:lnTo>
                    <a:pt x="10047529" y="875019"/>
                  </a:lnTo>
                  <a:lnTo>
                    <a:pt x="10147708" y="863611"/>
                  </a:lnTo>
                  <a:lnTo>
                    <a:pt x="10241334" y="854217"/>
                  </a:lnTo>
                  <a:lnTo>
                    <a:pt x="10324257" y="846826"/>
                  </a:lnTo>
                  <a:lnTo>
                    <a:pt x="10392942" y="841351"/>
                  </a:lnTo>
                  <a:lnTo>
                    <a:pt x="10445154" y="837608"/>
                  </a:lnTo>
                  <a:lnTo>
                    <a:pt x="10480467" y="835321"/>
                  </a:lnTo>
                  <a:lnTo>
                    <a:pt x="10500455" y="834146"/>
                  </a:lnTo>
                  <a:lnTo>
                    <a:pt x="10508575" y="833711"/>
                  </a:lnTo>
                  <a:lnTo>
                    <a:pt x="10509911" y="833645"/>
                  </a:lnTo>
                  <a:lnTo>
                    <a:pt x="11981298" y="833645"/>
                  </a:lnTo>
                  <a:lnTo>
                    <a:pt x="11981298" y="784607"/>
                  </a:lnTo>
                  <a:lnTo>
                    <a:pt x="10509911" y="784607"/>
                  </a:lnTo>
                  <a:lnTo>
                    <a:pt x="10508741" y="784665"/>
                  </a:lnTo>
                  <a:lnTo>
                    <a:pt x="10501060" y="785074"/>
                  </a:lnTo>
                  <a:lnTo>
                    <a:pt x="10481712" y="786206"/>
                  </a:lnTo>
                  <a:lnTo>
                    <a:pt x="10447159" y="788434"/>
                  </a:lnTo>
                  <a:lnTo>
                    <a:pt x="10395736" y="792104"/>
                  </a:lnTo>
                  <a:lnTo>
                    <a:pt x="10327778" y="797493"/>
                  </a:lnTo>
                  <a:lnTo>
                    <a:pt x="10245444" y="804792"/>
                  </a:lnTo>
                  <a:lnTo>
                    <a:pt x="10152225" y="814093"/>
                  </a:lnTo>
                  <a:lnTo>
                    <a:pt x="10052256" y="825408"/>
                  </a:lnTo>
                  <a:lnTo>
                    <a:pt x="9949642" y="838704"/>
                  </a:lnTo>
                  <a:lnTo>
                    <a:pt x="9847936" y="853937"/>
                  </a:lnTo>
                  <a:lnTo>
                    <a:pt x="9749856" y="871088"/>
                  </a:lnTo>
                  <a:lnTo>
                    <a:pt x="9657221" y="890191"/>
                  </a:lnTo>
                  <a:lnTo>
                    <a:pt x="9571035" y="911341"/>
                  </a:lnTo>
                  <a:lnTo>
                    <a:pt x="9491642" y="934709"/>
                  </a:lnTo>
                  <a:lnTo>
                    <a:pt x="9418904" y="960535"/>
                  </a:lnTo>
                  <a:lnTo>
                    <a:pt x="9352356" y="989129"/>
                  </a:lnTo>
                  <a:lnTo>
                    <a:pt x="9291332" y="1020857"/>
                  </a:lnTo>
                  <a:lnTo>
                    <a:pt x="9235065" y="1056122"/>
                  </a:lnTo>
                  <a:lnTo>
                    <a:pt x="9182749" y="1095330"/>
                  </a:lnTo>
                  <a:lnTo>
                    <a:pt x="9133596" y="1138833"/>
                  </a:lnTo>
                  <a:lnTo>
                    <a:pt x="9086883" y="1186837"/>
                  </a:lnTo>
                  <a:lnTo>
                    <a:pt x="9084767" y="1189171"/>
                  </a:lnTo>
                  <a:lnTo>
                    <a:pt x="9044786" y="1235895"/>
                  </a:lnTo>
                  <a:lnTo>
                    <a:pt x="9005858" y="1286268"/>
                  </a:lnTo>
                  <a:lnTo>
                    <a:pt x="8967678" y="1340362"/>
                  </a:lnTo>
                  <a:lnTo>
                    <a:pt x="8930004" y="1398182"/>
                  </a:lnTo>
                  <a:lnTo>
                    <a:pt x="8892647" y="1459657"/>
                  </a:lnTo>
                  <a:lnTo>
                    <a:pt x="8855462" y="1524632"/>
                  </a:lnTo>
                  <a:lnTo>
                    <a:pt x="8818345" y="1592866"/>
                  </a:lnTo>
                  <a:lnTo>
                    <a:pt x="8781225" y="1664030"/>
                  </a:lnTo>
                  <a:lnTo>
                    <a:pt x="8744062" y="1737712"/>
                  </a:lnTo>
                  <a:lnTo>
                    <a:pt x="8706840" y="1813423"/>
                  </a:lnTo>
                  <a:lnTo>
                    <a:pt x="8669562" y="1890610"/>
                  </a:lnTo>
                  <a:lnTo>
                    <a:pt x="8632248" y="1968669"/>
                  </a:lnTo>
                  <a:lnTo>
                    <a:pt x="8594922" y="2046971"/>
                  </a:lnTo>
                  <a:lnTo>
                    <a:pt x="8557614" y="2124875"/>
                  </a:lnTo>
                  <a:lnTo>
                    <a:pt x="8520349" y="2201756"/>
                  </a:lnTo>
                  <a:lnTo>
                    <a:pt x="8483141" y="2277022"/>
                  </a:lnTo>
                  <a:lnTo>
                    <a:pt x="8445991" y="2350134"/>
                  </a:lnTo>
                  <a:lnTo>
                    <a:pt x="8408876" y="2420620"/>
                  </a:lnTo>
                  <a:lnTo>
                    <a:pt x="8371750" y="2488088"/>
                  </a:lnTo>
                  <a:lnTo>
                    <a:pt x="8334535" y="2552230"/>
                  </a:lnTo>
                  <a:lnTo>
                    <a:pt x="8297115" y="2612826"/>
                  </a:lnTo>
                  <a:lnTo>
                    <a:pt x="8259338" y="2669743"/>
                  </a:lnTo>
                  <a:lnTo>
                    <a:pt x="8221000" y="2722928"/>
                  </a:lnTo>
                  <a:lnTo>
                    <a:pt x="8181847" y="2772404"/>
                  </a:lnTo>
                  <a:lnTo>
                    <a:pt x="8151487" y="2807424"/>
                  </a:lnTo>
                  <a:lnTo>
                    <a:pt x="8104871" y="2855638"/>
                  </a:lnTo>
                  <a:lnTo>
                    <a:pt x="8055846" y="2899347"/>
                  </a:lnTo>
                  <a:lnTo>
                    <a:pt x="8003694" y="2938746"/>
                  </a:lnTo>
                  <a:lnTo>
                    <a:pt x="7947628" y="2974185"/>
                  </a:lnTo>
                  <a:lnTo>
                    <a:pt x="7886842" y="3006068"/>
                  </a:lnTo>
                  <a:lnTo>
                    <a:pt x="7820566" y="3034799"/>
                  </a:lnTo>
                  <a:lnTo>
                    <a:pt x="7748126" y="3060746"/>
                  </a:lnTo>
                  <a:lnTo>
                    <a:pt x="7669048" y="3084222"/>
                  </a:lnTo>
                  <a:lnTo>
                    <a:pt x="7583174" y="3105471"/>
                  </a:lnTo>
                  <a:lnTo>
                    <a:pt x="7490822" y="3124665"/>
                  </a:lnTo>
                  <a:lnTo>
                    <a:pt x="7392961" y="3141906"/>
                  </a:lnTo>
                  <a:lnTo>
                    <a:pt x="7291369" y="3157228"/>
                  </a:lnTo>
                  <a:lnTo>
                    <a:pt x="7188725" y="3170614"/>
                  </a:lnTo>
                  <a:lnTo>
                    <a:pt x="7088546" y="3182022"/>
                  </a:lnTo>
                  <a:lnTo>
                    <a:pt x="6994919" y="3191417"/>
                  </a:lnTo>
                  <a:lnTo>
                    <a:pt x="6911996" y="3198807"/>
                  </a:lnTo>
                  <a:lnTo>
                    <a:pt x="6843311" y="3204282"/>
                  </a:lnTo>
                  <a:lnTo>
                    <a:pt x="6791100" y="3208025"/>
                  </a:lnTo>
                  <a:lnTo>
                    <a:pt x="6755786" y="3210313"/>
                  </a:lnTo>
                  <a:lnTo>
                    <a:pt x="6735798" y="3211487"/>
                  </a:lnTo>
                  <a:lnTo>
                    <a:pt x="6727679" y="3211922"/>
                  </a:lnTo>
                  <a:lnTo>
                    <a:pt x="6726343" y="3211988"/>
                  </a:lnTo>
                  <a:lnTo>
                    <a:pt x="5254955" y="3211988"/>
                  </a:lnTo>
                  <a:lnTo>
                    <a:pt x="5253832" y="3211915"/>
                  </a:lnTo>
                  <a:lnTo>
                    <a:pt x="5246446" y="3211395"/>
                  </a:lnTo>
                  <a:lnTo>
                    <a:pt x="5227820" y="3209958"/>
                  </a:lnTo>
                  <a:lnTo>
                    <a:pt x="5194499" y="3207128"/>
                  </a:lnTo>
                  <a:lnTo>
                    <a:pt x="5144796" y="3202465"/>
                  </a:lnTo>
                  <a:lnTo>
                    <a:pt x="5078915" y="3195608"/>
                  </a:lnTo>
                  <a:lnTo>
                    <a:pt x="4998815" y="3186306"/>
                  </a:lnTo>
                  <a:lnTo>
                    <a:pt x="4907761" y="3174433"/>
                  </a:lnTo>
                  <a:lnTo>
                    <a:pt x="4809694" y="3159963"/>
                  </a:lnTo>
                  <a:lnTo>
                    <a:pt x="4708588" y="3142937"/>
                  </a:lnTo>
                  <a:lnTo>
                    <a:pt x="4607944" y="3123410"/>
                  </a:lnTo>
                  <a:lnTo>
                    <a:pt x="4510492" y="3101412"/>
                  </a:lnTo>
                  <a:lnTo>
                    <a:pt x="4418111" y="3076914"/>
                  </a:lnTo>
                  <a:lnTo>
                    <a:pt x="4331886" y="3049808"/>
                  </a:lnTo>
                  <a:lnTo>
                    <a:pt x="4252251" y="3019896"/>
                  </a:lnTo>
                  <a:lnTo>
                    <a:pt x="4179151" y="2986888"/>
                  </a:lnTo>
                  <a:lnTo>
                    <a:pt x="4112191" y="2950409"/>
                  </a:lnTo>
                  <a:lnTo>
                    <a:pt x="4050770" y="2910009"/>
                  </a:lnTo>
                  <a:lnTo>
                    <a:pt x="3994165" y="2865184"/>
                  </a:lnTo>
                  <a:lnTo>
                    <a:pt x="3941606" y="2815413"/>
                  </a:lnTo>
                  <a:lnTo>
                    <a:pt x="3892328" y="2760220"/>
                  </a:lnTo>
                  <a:lnTo>
                    <a:pt x="3845616" y="2699278"/>
                  </a:lnTo>
                  <a:lnTo>
                    <a:pt x="3829811" y="2676656"/>
                  </a:lnTo>
                  <a:lnTo>
                    <a:pt x="3794001" y="2621591"/>
                  </a:lnTo>
                  <a:lnTo>
                    <a:pt x="3759061" y="2562676"/>
                  </a:lnTo>
                  <a:lnTo>
                    <a:pt x="3724766" y="2499832"/>
                  </a:lnTo>
                  <a:lnTo>
                    <a:pt x="3690932" y="2433037"/>
                  </a:lnTo>
                  <a:lnTo>
                    <a:pt x="3657409" y="2362331"/>
                  </a:lnTo>
                  <a:lnTo>
                    <a:pt x="3624080" y="2287822"/>
                  </a:lnTo>
                  <a:lnTo>
                    <a:pt x="3590854" y="2209690"/>
                  </a:lnTo>
                  <a:lnTo>
                    <a:pt x="3557665" y="2128189"/>
                  </a:lnTo>
                  <a:lnTo>
                    <a:pt x="3524467" y="2043647"/>
                  </a:lnTo>
                  <a:lnTo>
                    <a:pt x="3491233" y="1956462"/>
                  </a:lnTo>
                  <a:lnTo>
                    <a:pt x="3457952" y="1867098"/>
                  </a:lnTo>
                  <a:lnTo>
                    <a:pt x="3424625" y="1776073"/>
                  </a:lnTo>
                  <a:lnTo>
                    <a:pt x="3391263" y="1683947"/>
                  </a:lnTo>
                  <a:lnTo>
                    <a:pt x="3357884" y="1591313"/>
                  </a:lnTo>
                  <a:lnTo>
                    <a:pt x="3324508" y="1498774"/>
                  </a:lnTo>
                  <a:lnTo>
                    <a:pt x="3291156" y="1406934"/>
                  </a:lnTo>
                  <a:lnTo>
                    <a:pt x="3257843" y="1316376"/>
                  </a:lnTo>
                  <a:lnTo>
                    <a:pt x="3224577" y="1227649"/>
                  </a:lnTo>
                  <a:lnTo>
                    <a:pt x="3191356" y="1141254"/>
                  </a:lnTo>
                  <a:lnTo>
                    <a:pt x="3158165" y="1057636"/>
                  </a:lnTo>
                  <a:lnTo>
                    <a:pt x="3124970" y="977170"/>
                  </a:lnTo>
                  <a:lnTo>
                    <a:pt x="3091720" y="900161"/>
                  </a:lnTo>
                  <a:lnTo>
                    <a:pt x="3058341" y="826841"/>
                  </a:lnTo>
                  <a:lnTo>
                    <a:pt x="3024733" y="757365"/>
                  </a:lnTo>
                  <a:lnTo>
                    <a:pt x="2990770" y="691820"/>
                  </a:lnTo>
                  <a:lnTo>
                    <a:pt x="2956293" y="630226"/>
                  </a:lnTo>
                  <a:lnTo>
                    <a:pt x="2921104" y="572542"/>
                  </a:lnTo>
                  <a:lnTo>
                    <a:pt x="2896531" y="535331"/>
                  </a:lnTo>
                  <a:lnTo>
                    <a:pt x="2850561" y="472357"/>
                  </a:lnTo>
                  <a:lnTo>
                    <a:pt x="2802255" y="415185"/>
                  </a:lnTo>
                  <a:lnTo>
                    <a:pt x="2750926" y="363572"/>
                  </a:lnTo>
                  <a:lnTo>
                    <a:pt x="2695820" y="317081"/>
                  </a:lnTo>
                  <a:lnTo>
                    <a:pt x="2636164" y="275197"/>
                  </a:lnTo>
                  <a:lnTo>
                    <a:pt x="2571212" y="237405"/>
                  </a:lnTo>
                  <a:lnTo>
                    <a:pt x="2500311" y="203233"/>
                  </a:lnTo>
                  <a:lnTo>
                    <a:pt x="2422981" y="172279"/>
                  </a:lnTo>
                  <a:lnTo>
                    <a:pt x="2339034" y="144221"/>
                  </a:lnTo>
                  <a:lnTo>
                    <a:pt x="2248713" y="118831"/>
                  </a:lnTo>
                  <a:lnTo>
                    <a:pt x="2152859" y="95969"/>
                  </a:lnTo>
                  <a:lnTo>
                    <a:pt x="2053061" y="75579"/>
                  </a:lnTo>
                  <a:lnTo>
                    <a:pt x="1951754" y="57674"/>
                  </a:lnTo>
                  <a:lnTo>
                    <a:pt x="1852192" y="42307"/>
                  </a:lnTo>
                  <a:lnTo>
                    <a:pt x="1758230" y="29527"/>
                  </a:lnTo>
                  <a:lnTo>
                    <a:pt x="1673890" y="19337"/>
                  </a:lnTo>
                  <a:lnTo>
                    <a:pt x="1602750" y="11649"/>
                  </a:lnTo>
                  <a:lnTo>
                    <a:pt x="1547286" y="6257"/>
                  </a:lnTo>
                  <a:lnTo>
                    <a:pt x="1508348" y="2834"/>
                  </a:lnTo>
                  <a:lnTo>
                    <a:pt x="1484904" y="965"/>
                  </a:lnTo>
                  <a:lnTo>
                    <a:pt x="1474091" y="179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534" name="pl534"/>
            <p:cNvSpPr/>
            <p:nvPr/>
          </p:nvSpPr>
          <p:spPr>
            <a:xfrm>
              <a:off x="4799595" y="5936011"/>
              <a:ext cx="11981298" cy="3211988"/>
            </a:xfrm>
            <a:custGeom>
              <a:avLst/>
              <a:pathLst>
                <a:path w="11981298" h="3211988">
                  <a:moveTo>
                    <a:pt x="0" y="0"/>
                  </a:moveTo>
                  <a:lnTo>
                    <a:pt x="1471387" y="0"/>
                  </a:lnTo>
                  <a:lnTo>
                    <a:pt x="1472510" y="72"/>
                  </a:lnTo>
                  <a:lnTo>
                    <a:pt x="1479896" y="592"/>
                  </a:lnTo>
                  <a:lnTo>
                    <a:pt x="1498522" y="2030"/>
                  </a:lnTo>
                  <a:lnTo>
                    <a:pt x="1531843" y="4859"/>
                  </a:lnTo>
                  <a:lnTo>
                    <a:pt x="1581547" y="9522"/>
                  </a:lnTo>
                  <a:lnTo>
                    <a:pt x="1647427" y="16380"/>
                  </a:lnTo>
                  <a:lnTo>
                    <a:pt x="1727527" y="25681"/>
                  </a:lnTo>
                  <a:lnTo>
                    <a:pt x="1818581" y="37555"/>
                  </a:lnTo>
                  <a:lnTo>
                    <a:pt x="1916648" y="52024"/>
                  </a:lnTo>
                  <a:lnTo>
                    <a:pt x="2017754" y="69051"/>
                  </a:lnTo>
                  <a:lnTo>
                    <a:pt x="2118399" y="88578"/>
                  </a:lnTo>
                  <a:lnTo>
                    <a:pt x="2215850" y="110576"/>
                  </a:lnTo>
                  <a:lnTo>
                    <a:pt x="2308231" y="135073"/>
                  </a:lnTo>
                  <a:lnTo>
                    <a:pt x="2394456" y="162179"/>
                  </a:lnTo>
                  <a:lnTo>
                    <a:pt x="2474091" y="192091"/>
                  </a:lnTo>
                  <a:lnTo>
                    <a:pt x="2547192" y="225099"/>
                  </a:lnTo>
                  <a:lnTo>
                    <a:pt x="2614151" y="261578"/>
                  </a:lnTo>
                  <a:lnTo>
                    <a:pt x="2675572" y="301978"/>
                  </a:lnTo>
                  <a:lnTo>
                    <a:pt x="2732177" y="346803"/>
                  </a:lnTo>
                  <a:lnTo>
                    <a:pt x="2784736" y="396574"/>
                  </a:lnTo>
                  <a:lnTo>
                    <a:pt x="2834014" y="451767"/>
                  </a:lnTo>
                  <a:lnTo>
                    <a:pt x="2880726" y="512709"/>
                  </a:lnTo>
                  <a:lnTo>
                    <a:pt x="2896531" y="535331"/>
                  </a:lnTo>
                  <a:lnTo>
                    <a:pt x="2932341" y="590396"/>
                  </a:lnTo>
                  <a:lnTo>
                    <a:pt x="2967281" y="649311"/>
                  </a:lnTo>
                  <a:lnTo>
                    <a:pt x="3001576" y="712155"/>
                  </a:lnTo>
                  <a:lnTo>
                    <a:pt x="3035411" y="778950"/>
                  </a:lnTo>
                  <a:lnTo>
                    <a:pt x="3068934" y="849656"/>
                  </a:lnTo>
                  <a:lnTo>
                    <a:pt x="3102262" y="924165"/>
                  </a:lnTo>
                  <a:lnTo>
                    <a:pt x="3135488" y="1002298"/>
                  </a:lnTo>
                  <a:lnTo>
                    <a:pt x="3168677" y="1083799"/>
                  </a:lnTo>
                  <a:lnTo>
                    <a:pt x="3201875" y="1168340"/>
                  </a:lnTo>
                  <a:lnTo>
                    <a:pt x="3235109" y="1255525"/>
                  </a:lnTo>
                  <a:lnTo>
                    <a:pt x="3268390" y="1344889"/>
                  </a:lnTo>
                  <a:lnTo>
                    <a:pt x="3301717" y="1435915"/>
                  </a:lnTo>
                  <a:lnTo>
                    <a:pt x="3335079" y="1528040"/>
                  </a:lnTo>
                  <a:lnTo>
                    <a:pt x="3368458" y="1620675"/>
                  </a:lnTo>
                  <a:lnTo>
                    <a:pt x="3401834" y="1713213"/>
                  </a:lnTo>
                  <a:lnTo>
                    <a:pt x="3435186" y="1805053"/>
                  </a:lnTo>
                  <a:lnTo>
                    <a:pt x="3468499" y="1895611"/>
                  </a:lnTo>
                  <a:lnTo>
                    <a:pt x="3501765" y="1984339"/>
                  </a:lnTo>
                  <a:lnTo>
                    <a:pt x="3534986" y="2070733"/>
                  </a:lnTo>
                  <a:lnTo>
                    <a:pt x="3568177" y="2154352"/>
                  </a:lnTo>
                  <a:lnTo>
                    <a:pt x="3601372" y="2234817"/>
                  </a:lnTo>
                  <a:lnTo>
                    <a:pt x="3634622" y="2311826"/>
                  </a:lnTo>
                  <a:lnTo>
                    <a:pt x="3668001" y="2385147"/>
                  </a:lnTo>
                  <a:lnTo>
                    <a:pt x="3701609" y="2454622"/>
                  </a:lnTo>
                  <a:lnTo>
                    <a:pt x="3735572" y="2520167"/>
                  </a:lnTo>
                  <a:lnTo>
                    <a:pt x="3770050" y="2581761"/>
                  </a:lnTo>
                  <a:lnTo>
                    <a:pt x="3805238" y="2639446"/>
                  </a:lnTo>
                  <a:lnTo>
                    <a:pt x="3829811" y="2676656"/>
                  </a:lnTo>
                  <a:lnTo>
                    <a:pt x="3875781" y="2739630"/>
                  </a:lnTo>
                  <a:lnTo>
                    <a:pt x="3924087" y="2796803"/>
                  </a:lnTo>
                  <a:lnTo>
                    <a:pt x="3975416" y="2848415"/>
                  </a:lnTo>
                  <a:lnTo>
                    <a:pt x="4030522" y="2894907"/>
                  </a:lnTo>
                  <a:lnTo>
                    <a:pt x="4090178" y="2936791"/>
                  </a:lnTo>
                  <a:lnTo>
                    <a:pt x="4155130" y="2974583"/>
                  </a:lnTo>
                  <a:lnTo>
                    <a:pt x="4226031" y="3008754"/>
                  </a:lnTo>
                  <a:lnTo>
                    <a:pt x="4303361" y="3039709"/>
                  </a:lnTo>
                  <a:lnTo>
                    <a:pt x="4387309" y="3067766"/>
                  </a:lnTo>
                  <a:lnTo>
                    <a:pt x="4477629" y="3093156"/>
                  </a:lnTo>
                  <a:lnTo>
                    <a:pt x="4573483" y="3116019"/>
                  </a:lnTo>
                  <a:lnTo>
                    <a:pt x="4673281" y="3136409"/>
                  </a:lnTo>
                  <a:lnTo>
                    <a:pt x="4774588" y="3154313"/>
                  </a:lnTo>
                  <a:lnTo>
                    <a:pt x="4874150" y="3169681"/>
                  </a:lnTo>
                  <a:lnTo>
                    <a:pt x="4968112" y="3182461"/>
                  </a:lnTo>
                  <a:lnTo>
                    <a:pt x="5052452" y="3192650"/>
                  </a:lnTo>
                  <a:lnTo>
                    <a:pt x="5123592" y="3200338"/>
                  </a:lnTo>
                  <a:lnTo>
                    <a:pt x="5179056" y="3205731"/>
                  </a:lnTo>
                  <a:lnTo>
                    <a:pt x="5217994" y="3209153"/>
                  </a:lnTo>
                  <a:lnTo>
                    <a:pt x="5241438" y="3211022"/>
                  </a:lnTo>
                  <a:lnTo>
                    <a:pt x="5252251" y="3211808"/>
                  </a:lnTo>
                  <a:lnTo>
                    <a:pt x="5254906" y="3211985"/>
                  </a:lnTo>
                  <a:lnTo>
                    <a:pt x="5254955" y="3211988"/>
                  </a:lnTo>
                  <a:lnTo>
                    <a:pt x="6726343" y="3211988"/>
                  </a:lnTo>
                  <a:lnTo>
                    <a:pt x="6727512" y="3211930"/>
                  </a:lnTo>
                  <a:lnTo>
                    <a:pt x="6735193" y="3211521"/>
                  </a:lnTo>
                  <a:lnTo>
                    <a:pt x="6754541" y="3210389"/>
                  </a:lnTo>
                  <a:lnTo>
                    <a:pt x="6789094" y="3208161"/>
                  </a:lnTo>
                  <a:lnTo>
                    <a:pt x="6840517" y="3204492"/>
                  </a:lnTo>
                  <a:lnTo>
                    <a:pt x="6908475" y="3199102"/>
                  </a:lnTo>
                  <a:lnTo>
                    <a:pt x="6990809" y="3191803"/>
                  </a:lnTo>
                  <a:lnTo>
                    <a:pt x="7084029" y="3182502"/>
                  </a:lnTo>
                  <a:lnTo>
                    <a:pt x="7183997" y="3171187"/>
                  </a:lnTo>
                  <a:lnTo>
                    <a:pt x="7286611" y="3157891"/>
                  </a:lnTo>
                  <a:lnTo>
                    <a:pt x="7388317" y="3142658"/>
                  </a:lnTo>
                  <a:lnTo>
                    <a:pt x="7486398" y="3125507"/>
                  </a:lnTo>
                  <a:lnTo>
                    <a:pt x="7579032" y="3106405"/>
                  </a:lnTo>
                  <a:lnTo>
                    <a:pt x="7665218" y="3085254"/>
                  </a:lnTo>
                  <a:lnTo>
                    <a:pt x="7744611" y="3061887"/>
                  </a:lnTo>
                  <a:lnTo>
                    <a:pt x="7817349" y="3036060"/>
                  </a:lnTo>
                  <a:lnTo>
                    <a:pt x="7883898" y="3007466"/>
                  </a:lnTo>
                  <a:lnTo>
                    <a:pt x="7944921" y="2975738"/>
                  </a:lnTo>
                  <a:lnTo>
                    <a:pt x="8001188" y="2940473"/>
                  </a:lnTo>
                  <a:lnTo>
                    <a:pt x="8053504" y="2901266"/>
                  </a:lnTo>
                  <a:lnTo>
                    <a:pt x="8102658" y="2857762"/>
                  </a:lnTo>
                  <a:lnTo>
                    <a:pt x="8149370" y="2809759"/>
                  </a:lnTo>
                  <a:lnTo>
                    <a:pt x="8151487" y="2807424"/>
                  </a:lnTo>
                  <a:lnTo>
                    <a:pt x="8191468" y="2760700"/>
                  </a:lnTo>
                  <a:lnTo>
                    <a:pt x="8230395" y="2710327"/>
                  </a:lnTo>
                  <a:lnTo>
                    <a:pt x="8268575" y="2656233"/>
                  </a:lnTo>
                  <a:lnTo>
                    <a:pt x="8306249" y="2598413"/>
                  </a:lnTo>
                  <a:lnTo>
                    <a:pt x="8343606" y="2536938"/>
                  </a:lnTo>
                  <a:lnTo>
                    <a:pt x="8380791" y="2471963"/>
                  </a:lnTo>
                  <a:lnTo>
                    <a:pt x="8417908" y="2403729"/>
                  </a:lnTo>
                  <a:lnTo>
                    <a:pt x="8455028" y="2332565"/>
                  </a:lnTo>
                  <a:lnTo>
                    <a:pt x="8492191" y="2258883"/>
                  </a:lnTo>
                  <a:lnTo>
                    <a:pt x="8529413" y="2183172"/>
                  </a:lnTo>
                  <a:lnTo>
                    <a:pt x="8566691" y="2105986"/>
                  </a:lnTo>
                  <a:lnTo>
                    <a:pt x="8604006" y="2027926"/>
                  </a:lnTo>
                  <a:lnTo>
                    <a:pt x="8641331" y="1949624"/>
                  </a:lnTo>
                  <a:lnTo>
                    <a:pt x="8678639" y="1871720"/>
                  </a:lnTo>
                  <a:lnTo>
                    <a:pt x="8715905" y="1794839"/>
                  </a:lnTo>
                  <a:lnTo>
                    <a:pt x="8753112" y="1719573"/>
                  </a:lnTo>
                  <a:lnTo>
                    <a:pt x="8790262" y="1646461"/>
                  </a:lnTo>
                  <a:lnTo>
                    <a:pt x="8827377" y="1575975"/>
                  </a:lnTo>
                  <a:lnTo>
                    <a:pt x="8864503" y="1508507"/>
                  </a:lnTo>
                  <a:lnTo>
                    <a:pt x="8901719" y="1444366"/>
                  </a:lnTo>
                  <a:lnTo>
                    <a:pt x="8939138" y="1383769"/>
                  </a:lnTo>
                  <a:lnTo>
                    <a:pt x="8976916" y="1326852"/>
                  </a:lnTo>
                  <a:lnTo>
                    <a:pt x="9015253" y="1273667"/>
                  </a:lnTo>
                  <a:lnTo>
                    <a:pt x="9054406" y="1224191"/>
                  </a:lnTo>
                  <a:lnTo>
                    <a:pt x="9084767" y="1189171"/>
                  </a:lnTo>
                  <a:lnTo>
                    <a:pt x="9131382" y="1140958"/>
                  </a:lnTo>
                  <a:lnTo>
                    <a:pt x="9180407" y="1097249"/>
                  </a:lnTo>
                  <a:lnTo>
                    <a:pt x="9232559" y="1057849"/>
                  </a:lnTo>
                  <a:lnTo>
                    <a:pt x="9288626" y="1022410"/>
                  </a:lnTo>
                  <a:lnTo>
                    <a:pt x="9349411" y="990528"/>
                  </a:lnTo>
                  <a:lnTo>
                    <a:pt x="9415688" y="961797"/>
                  </a:lnTo>
                  <a:lnTo>
                    <a:pt x="9488127" y="935849"/>
                  </a:lnTo>
                  <a:lnTo>
                    <a:pt x="9567205" y="912373"/>
                  </a:lnTo>
                  <a:lnTo>
                    <a:pt x="9653079" y="891125"/>
                  </a:lnTo>
                  <a:lnTo>
                    <a:pt x="9745431" y="871930"/>
                  </a:lnTo>
                  <a:lnTo>
                    <a:pt x="9843293" y="854689"/>
                  </a:lnTo>
                  <a:lnTo>
                    <a:pt x="9944884" y="839367"/>
                  </a:lnTo>
                  <a:lnTo>
                    <a:pt x="10047529" y="825981"/>
                  </a:lnTo>
                  <a:lnTo>
                    <a:pt x="10147708" y="814573"/>
                  </a:lnTo>
                  <a:lnTo>
                    <a:pt x="10241334" y="805179"/>
                  </a:lnTo>
                  <a:lnTo>
                    <a:pt x="10324257" y="797788"/>
                  </a:lnTo>
                  <a:lnTo>
                    <a:pt x="10392942" y="792313"/>
                  </a:lnTo>
                  <a:lnTo>
                    <a:pt x="10445154" y="788570"/>
                  </a:lnTo>
                  <a:lnTo>
                    <a:pt x="10480467" y="786283"/>
                  </a:lnTo>
                  <a:lnTo>
                    <a:pt x="10500455" y="785108"/>
                  </a:lnTo>
                  <a:lnTo>
                    <a:pt x="10508575" y="784673"/>
                  </a:lnTo>
                  <a:lnTo>
                    <a:pt x="10509910" y="784607"/>
                  </a:lnTo>
                  <a:lnTo>
                    <a:pt x="10509911" y="784607"/>
                  </a:lnTo>
                  <a:lnTo>
                    <a:pt x="11981298" y="78460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35" name="pl535"/>
            <p:cNvSpPr/>
            <p:nvPr/>
          </p:nvSpPr>
          <p:spPr>
            <a:xfrm>
              <a:off x="4799595" y="5886973"/>
              <a:ext cx="11981298" cy="3211988"/>
            </a:xfrm>
            <a:custGeom>
              <a:avLst/>
              <a:pathLst>
                <a:path w="11981298" h="3211988">
                  <a:moveTo>
                    <a:pt x="11981298" y="784607"/>
                  </a:moveTo>
                  <a:lnTo>
                    <a:pt x="10509911" y="784607"/>
                  </a:lnTo>
                  <a:lnTo>
                    <a:pt x="10508741" y="784665"/>
                  </a:lnTo>
                  <a:lnTo>
                    <a:pt x="10501060" y="785074"/>
                  </a:lnTo>
                  <a:lnTo>
                    <a:pt x="10481712" y="786206"/>
                  </a:lnTo>
                  <a:lnTo>
                    <a:pt x="10447159" y="788434"/>
                  </a:lnTo>
                  <a:lnTo>
                    <a:pt x="10395736" y="792104"/>
                  </a:lnTo>
                  <a:lnTo>
                    <a:pt x="10327778" y="797493"/>
                  </a:lnTo>
                  <a:lnTo>
                    <a:pt x="10245444" y="804792"/>
                  </a:lnTo>
                  <a:lnTo>
                    <a:pt x="10152225" y="814093"/>
                  </a:lnTo>
                  <a:lnTo>
                    <a:pt x="10052256" y="825408"/>
                  </a:lnTo>
                  <a:lnTo>
                    <a:pt x="9949642" y="838704"/>
                  </a:lnTo>
                  <a:lnTo>
                    <a:pt x="9847936" y="853937"/>
                  </a:lnTo>
                  <a:lnTo>
                    <a:pt x="9749856" y="871088"/>
                  </a:lnTo>
                  <a:lnTo>
                    <a:pt x="9657221" y="890191"/>
                  </a:lnTo>
                  <a:lnTo>
                    <a:pt x="9571035" y="911341"/>
                  </a:lnTo>
                  <a:lnTo>
                    <a:pt x="9491642" y="934709"/>
                  </a:lnTo>
                  <a:lnTo>
                    <a:pt x="9418904" y="960535"/>
                  </a:lnTo>
                  <a:lnTo>
                    <a:pt x="9352356" y="989129"/>
                  </a:lnTo>
                  <a:lnTo>
                    <a:pt x="9291332" y="1020857"/>
                  </a:lnTo>
                  <a:lnTo>
                    <a:pt x="9235065" y="1056122"/>
                  </a:lnTo>
                  <a:lnTo>
                    <a:pt x="9182749" y="1095330"/>
                  </a:lnTo>
                  <a:lnTo>
                    <a:pt x="9133596" y="1138833"/>
                  </a:lnTo>
                  <a:lnTo>
                    <a:pt x="9086883" y="1186837"/>
                  </a:lnTo>
                  <a:lnTo>
                    <a:pt x="9084767" y="1189171"/>
                  </a:lnTo>
                  <a:lnTo>
                    <a:pt x="9044786" y="1235895"/>
                  </a:lnTo>
                  <a:lnTo>
                    <a:pt x="9005858" y="1286268"/>
                  </a:lnTo>
                  <a:lnTo>
                    <a:pt x="8967678" y="1340362"/>
                  </a:lnTo>
                  <a:lnTo>
                    <a:pt x="8930004" y="1398182"/>
                  </a:lnTo>
                  <a:lnTo>
                    <a:pt x="8892647" y="1459657"/>
                  </a:lnTo>
                  <a:lnTo>
                    <a:pt x="8855462" y="1524632"/>
                  </a:lnTo>
                  <a:lnTo>
                    <a:pt x="8818345" y="1592866"/>
                  </a:lnTo>
                  <a:lnTo>
                    <a:pt x="8781225" y="1664030"/>
                  </a:lnTo>
                  <a:lnTo>
                    <a:pt x="8744062" y="1737712"/>
                  </a:lnTo>
                  <a:lnTo>
                    <a:pt x="8706840" y="1813423"/>
                  </a:lnTo>
                  <a:lnTo>
                    <a:pt x="8669562" y="1890610"/>
                  </a:lnTo>
                  <a:lnTo>
                    <a:pt x="8632248" y="1968669"/>
                  </a:lnTo>
                  <a:lnTo>
                    <a:pt x="8594922" y="2046971"/>
                  </a:lnTo>
                  <a:lnTo>
                    <a:pt x="8557614" y="2124875"/>
                  </a:lnTo>
                  <a:lnTo>
                    <a:pt x="8520349" y="2201756"/>
                  </a:lnTo>
                  <a:lnTo>
                    <a:pt x="8483141" y="2277022"/>
                  </a:lnTo>
                  <a:lnTo>
                    <a:pt x="8445991" y="2350134"/>
                  </a:lnTo>
                  <a:lnTo>
                    <a:pt x="8408876" y="2420620"/>
                  </a:lnTo>
                  <a:lnTo>
                    <a:pt x="8371750" y="2488088"/>
                  </a:lnTo>
                  <a:lnTo>
                    <a:pt x="8334535" y="2552230"/>
                  </a:lnTo>
                  <a:lnTo>
                    <a:pt x="8297115" y="2612826"/>
                  </a:lnTo>
                  <a:lnTo>
                    <a:pt x="8259338" y="2669743"/>
                  </a:lnTo>
                  <a:lnTo>
                    <a:pt x="8221000" y="2722928"/>
                  </a:lnTo>
                  <a:lnTo>
                    <a:pt x="8181847" y="2772404"/>
                  </a:lnTo>
                  <a:lnTo>
                    <a:pt x="8151487" y="2807424"/>
                  </a:lnTo>
                  <a:lnTo>
                    <a:pt x="8104871" y="2855638"/>
                  </a:lnTo>
                  <a:lnTo>
                    <a:pt x="8055846" y="2899347"/>
                  </a:lnTo>
                  <a:lnTo>
                    <a:pt x="8003694" y="2938746"/>
                  </a:lnTo>
                  <a:lnTo>
                    <a:pt x="7947628" y="2974185"/>
                  </a:lnTo>
                  <a:lnTo>
                    <a:pt x="7886842" y="3006068"/>
                  </a:lnTo>
                  <a:lnTo>
                    <a:pt x="7820566" y="3034799"/>
                  </a:lnTo>
                  <a:lnTo>
                    <a:pt x="7748126" y="3060746"/>
                  </a:lnTo>
                  <a:lnTo>
                    <a:pt x="7669048" y="3084222"/>
                  </a:lnTo>
                  <a:lnTo>
                    <a:pt x="7583174" y="3105471"/>
                  </a:lnTo>
                  <a:lnTo>
                    <a:pt x="7490822" y="3124665"/>
                  </a:lnTo>
                  <a:lnTo>
                    <a:pt x="7392961" y="3141906"/>
                  </a:lnTo>
                  <a:lnTo>
                    <a:pt x="7291369" y="3157228"/>
                  </a:lnTo>
                  <a:lnTo>
                    <a:pt x="7188725" y="3170614"/>
                  </a:lnTo>
                  <a:lnTo>
                    <a:pt x="7088546" y="3182022"/>
                  </a:lnTo>
                  <a:lnTo>
                    <a:pt x="6994919" y="3191417"/>
                  </a:lnTo>
                  <a:lnTo>
                    <a:pt x="6911996" y="3198807"/>
                  </a:lnTo>
                  <a:lnTo>
                    <a:pt x="6843311" y="3204282"/>
                  </a:lnTo>
                  <a:lnTo>
                    <a:pt x="6791100" y="3208025"/>
                  </a:lnTo>
                  <a:lnTo>
                    <a:pt x="6755786" y="3210313"/>
                  </a:lnTo>
                  <a:lnTo>
                    <a:pt x="6735798" y="3211487"/>
                  </a:lnTo>
                  <a:lnTo>
                    <a:pt x="6727679" y="3211922"/>
                  </a:lnTo>
                  <a:lnTo>
                    <a:pt x="6726343" y="3211988"/>
                  </a:lnTo>
                  <a:lnTo>
                    <a:pt x="6726343" y="3211988"/>
                  </a:lnTo>
                  <a:lnTo>
                    <a:pt x="5254955" y="3211988"/>
                  </a:lnTo>
                  <a:lnTo>
                    <a:pt x="5253832" y="3211915"/>
                  </a:lnTo>
                  <a:lnTo>
                    <a:pt x="5246446" y="3211395"/>
                  </a:lnTo>
                  <a:lnTo>
                    <a:pt x="5227820" y="3209958"/>
                  </a:lnTo>
                  <a:lnTo>
                    <a:pt x="5194499" y="3207128"/>
                  </a:lnTo>
                  <a:lnTo>
                    <a:pt x="5144796" y="3202465"/>
                  </a:lnTo>
                  <a:lnTo>
                    <a:pt x="5078915" y="3195608"/>
                  </a:lnTo>
                  <a:lnTo>
                    <a:pt x="4998815" y="3186306"/>
                  </a:lnTo>
                  <a:lnTo>
                    <a:pt x="4907761" y="3174433"/>
                  </a:lnTo>
                  <a:lnTo>
                    <a:pt x="4809694" y="3159963"/>
                  </a:lnTo>
                  <a:lnTo>
                    <a:pt x="4708588" y="3142937"/>
                  </a:lnTo>
                  <a:lnTo>
                    <a:pt x="4607944" y="3123410"/>
                  </a:lnTo>
                  <a:lnTo>
                    <a:pt x="4510492" y="3101412"/>
                  </a:lnTo>
                  <a:lnTo>
                    <a:pt x="4418111" y="3076914"/>
                  </a:lnTo>
                  <a:lnTo>
                    <a:pt x="4331886" y="3049808"/>
                  </a:lnTo>
                  <a:lnTo>
                    <a:pt x="4252251" y="3019896"/>
                  </a:lnTo>
                  <a:lnTo>
                    <a:pt x="4179151" y="2986888"/>
                  </a:lnTo>
                  <a:lnTo>
                    <a:pt x="4112191" y="2950409"/>
                  </a:lnTo>
                  <a:lnTo>
                    <a:pt x="4050770" y="2910009"/>
                  </a:lnTo>
                  <a:lnTo>
                    <a:pt x="3994165" y="2865184"/>
                  </a:lnTo>
                  <a:lnTo>
                    <a:pt x="3941606" y="2815413"/>
                  </a:lnTo>
                  <a:lnTo>
                    <a:pt x="3892328" y="2760220"/>
                  </a:lnTo>
                  <a:lnTo>
                    <a:pt x="3845616" y="2699278"/>
                  </a:lnTo>
                  <a:lnTo>
                    <a:pt x="3829811" y="2676656"/>
                  </a:lnTo>
                  <a:lnTo>
                    <a:pt x="3794001" y="2621591"/>
                  </a:lnTo>
                  <a:lnTo>
                    <a:pt x="3759061" y="2562676"/>
                  </a:lnTo>
                  <a:lnTo>
                    <a:pt x="3724766" y="2499832"/>
                  </a:lnTo>
                  <a:lnTo>
                    <a:pt x="3690932" y="2433037"/>
                  </a:lnTo>
                  <a:lnTo>
                    <a:pt x="3657409" y="2362331"/>
                  </a:lnTo>
                  <a:lnTo>
                    <a:pt x="3624080" y="2287822"/>
                  </a:lnTo>
                  <a:lnTo>
                    <a:pt x="3590854" y="2209690"/>
                  </a:lnTo>
                  <a:lnTo>
                    <a:pt x="3557665" y="2128189"/>
                  </a:lnTo>
                  <a:lnTo>
                    <a:pt x="3524467" y="2043647"/>
                  </a:lnTo>
                  <a:lnTo>
                    <a:pt x="3491233" y="1956462"/>
                  </a:lnTo>
                  <a:lnTo>
                    <a:pt x="3457952" y="1867098"/>
                  </a:lnTo>
                  <a:lnTo>
                    <a:pt x="3424625" y="1776073"/>
                  </a:lnTo>
                  <a:lnTo>
                    <a:pt x="3391263" y="1683947"/>
                  </a:lnTo>
                  <a:lnTo>
                    <a:pt x="3357884" y="1591313"/>
                  </a:lnTo>
                  <a:lnTo>
                    <a:pt x="3324508" y="1498774"/>
                  </a:lnTo>
                  <a:lnTo>
                    <a:pt x="3291156" y="1406934"/>
                  </a:lnTo>
                  <a:lnTo>
                    <a:pt x="3257843" y="1316376"/>
                  </a:lnTo>
                  <a:lnTo>
                    <a:pt x="3224577" y="1227649"/>
                  </a:lnTo>
                  <a:lnTo>
                    <a:pt x="3191356" y="1141254"/>
                  </a:lnTo>
                  <a:lnTo>
                    <a:pt x="3158165" y="1057636"/>
                  </a:lnTo>
                  <a:lnTo>
                    <a:pt x="3124970" y="977170"/>
                  </a:lnTo>
                  <a:lnTo>
                    <a:pt x="3091720" y="900161"/>
                  </a:lnTo>
                  <a:lnTo>
                    <a:pt x="3058341" y="826841"/>
                  </a:lnTo>
                  <a:lnTo>
                    <a:pt x="3024733" y="757365"/>
                  </a:lnTo>
                  <a:lnTo>
                    <a:pt x="2990770" y="691820"/>
                  </a:lnTo>
                  <a:lnTo>
                    <a:pt x="2956293" y="630226"/>
                  </a:lnTo>
                  <a:lnTo>
                    <a:pt x="2921104" y="572542"/>
                  </a:lnTo>
                  <a:lnTo>
                    <a:pt x="2896531" y="535331"/>
                  </a:lnTo>
                  <a:lnTo>
                    <a:pt x="2850561" y="472357"/>
                  </a:lnTo>
                  <a:lnTo>
                    <a:pt x="2802255" y="415185"/>
                  </a:lnTo>
                  <a:lnTo>
                    <a:pt x="2750926" y="363572"/>
                  </a:lnTo>
                  <a:lnTo>
                    <a:pt x="2695820" y="317081"/>
                  </a:lnTo>
                  <a:lnTo>
                    <a:pt x="2636164" y="275197"/>
                  </a:lnTo>
                  <a:lnTo>
                    <a:pt x="2571212" y="237405"/>
                  </a:lnTo>
                  <a:lnTo>
                    <a:pt x="2500311" y="203233"/>
                  </a:lnTo>
                  <a:lnTo>
                    <a:pt x="2422981" y="172279"/>
                  </a:lnTo>
                  <a:lnTo>
                    <a:pt x="2339034" y="144221"/>
                  </a:lnTo>
                  <a:lnTo>
                    <a:pt x="2248713" y="118831"/>
                  </a:lnTo>
                  <a:lnTo>
                    <a:pt x="2152859" y="95969"/>
                  </a:lnTo>
                  <a:lnTo>
                    <a:pt x="2053061" y="75579"/>
                  </a:lnTo>
                  <a:lnTo>
                    <a:pt x="1951754" y="57674"/>
                  </a:lnTo>
                  <a:lnTo>
                    <a:pt x="1852192" y="42307"/>
                  </a:lnTo>
                  <a:lnTo>
                    <a:pt x="1758230" y="29527"/>
                  </a:lnTo>
                  <a:lnTo>
                    <a:pt x="1673890" y="19337"/>
                  </a:lnTo>
                  <a:lnTo>
                    <a:pt x="1602750" y="11649"/>
                  </a:lnTo>
                  <a:lnTo>
                    <a:pt x="1547286" y="6257"/>
                  </a:lnTo>
                  <a:lnTo>
                    <a:pt x="1508348" y="2834"/>
                  </a:lnTo>
                  <a:lnTo>
                    <a:pt x="1484904" y="965"/>
                  </a:lnTo>
                  <a:lnTo>
                    <a:pt x="1474091" y="179"/>
                  </a:lnTo>
                  <a:lnTo>
                    <a:pt x="1471436" y="3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36" name="pg536"/>
            <p:cNvSpPr/>
            <p:nvPr/>
          </p:nvSpPr>
          <p:spPr>
            <a:xfrm>
              <a:off x="4799595" y="5936011"/>
              <a:ext cx="11981298" cy="3261026"/>
            </a:xfrm>
            <a:custGeom>
              <a:avLst/>
              <a:pathLst>
                <a:path w="11981298" h="3261026">
                  <a:moveTo>
                    <a:pt x="0" y="40864"/>
                  </a:moveTo>
                  <a:lnTo>
                    <a:pt x="1471387" y="40864"/>
                  </a:lnTo>
                  <a:lnTo>
                    <a:pt x="1472510" y="40938"/>
                  </a:lnTo>
                  <a:lnTo>
                    <a:pt x="1479892" y="41459"/>
                  </a:lnTo>
                  <a:lnTo>
                    <a:pt x="1498510" y="42899"/>
                  </a:lnTo>
                  <a:lnTo>
                    <a:pt x="1531817" y="45734"/>
                  </a:lnTo>
                  <a:lnTo>
                    <a:pt x="1581501" y="50407"/>
                  </a:lnTo>
                  <a:lnTo>
                    <a:pt x="1647357" y="57279"/>
                  </a:lnTo>
                  <a:lnTo>
                    <a:pt x="1727432" y="66600"/>
                  </a:lnTo>
                  <a:lnTo>
                    <a:pt x="1818461" y="78498"/>
                  </a:lnTo>
                  <a:lnTo>
                    <a:pt x="1916506" y="92999"/>
                  </a:lnTo>
                  <a:lnTo>
                    <a:pt x="2017594" y="110062"/>
                  </a:lnTo>
                  <a:lnTo>
                    <a:pt x="2118226" y="129632"/>
                  </a:lnTo>
                  <a:lnTo>
                    <a:pt x="2215671" y="151678"/>
                  </a:lnTo>
                  <a:lnTo>
                    <a:pt x="2308048" y="176229"/>
                  </a:lnTo>
                  <a:lnTo>
                    <a:pt x="2394273" y="203394"/>
                  </a:lnTo>
                  <a:lnTo>
                    <a:pt x="2473910" y="233371"/>
                  </a:lnTo>
                  <a:lnTo>
                    <a:pt x="2547015" y="266449"/>
                  </a:lnTo>
                  <a:lnTo>
                    <a:pt x="2613979" y="303006"/>
                  </a:lnTo>
                  <a:lnTo>
                    <a:pt x="2675405" y="343491"/>
                  </a:lnTo>
                  <a:lnTo>
                    <a:pt x="2732014" y="388409"/>
                  </a:lnTo>
                  <a:lnTo>
                    <a:pt x="2784576" y="438283"/>
                  </a:lnTo>
                  <a:lnTo>
                    <a:pt x="2833856" y="493589"/>
                  </a:lnTo>
                  <a:lnTo>
                    <a:pt x="2880568" y="554657"/>
                  </a:lnTo>
                  <a:lnTo>
                    <a:pt x="2896531" y="577558"/>
                  </a:lnTo>
                  <a:lnTo>
                    <a:pt x="2932303" y="632702"/>
                  </a:lnTo>
                  <a:lnTo>
                    <a:pt x="2967207" y="691698"/>
                  </a:lnTo>
                  <a:lnTo>
                    <a:pt x="3001467" y="754624"/>
                  </a:lnTo>
                  <a:lnTo>
                    <a:pt x="3035267" y="821503"/>
                  </a:lnTo>
                  <a:lnTo>
                    <a:pt x="3068755" y="892294"/>
                  </a:lnTo>
                  <a:lnTo>
                    <a:pt x="3102049" y="966892"/>
                  </a:lnTo>
                  <a:lnTo>
                    <a:pt x="3135240" y="1045115"/>
                  </a:lnTo>
                  <a:lnTo>
                    <a:pt x="3168394" y="1126710"/>
                  </a:lnTo>
                  <a:lnTo>
                    <a:pt x="3201556" y="1211351"/>
                  </a:lnTo>
                  <a:lnTo>
                    <a:pt x="3234754" y="1298639"/>
                  </a:lnTo>
                  <a:lnTo>
                    <a:pt x="3267999" y="1388113"/>
                  </a:lnTo>
                  <a:lnTo>
                    <a:pt x="3301290" y="1479256"/>
                  </a:lnTo>
                  <a:lnTo>
                    <a:pt x="3334616" y="1571507"/>
                  </a:lnTo>
                  <a:lnTo>
                    <a:pt x="3367959" y="1664274"/>
                  </a:lnTo>
                  <a:lnTo>
                    <a:pt x="3401299" y="1756955"/>
                  </a:lnTo>
                  <a:lnTo>
                    <a:pt x="3434617" y="1848947"/>
                  </a:lnTo>
                  <a:lnTo>
                    <a:pt x="3467895" y="1939667"/>
                  </a:lnTo>
                  <a:lnTo>
                    <a:pt x="3501127" y="2028564"/>
                  </a:lnTo>
                  <a:lnTo>
                    <a:pt x="3534312" y="2115136"/>
                  </a:lnTo>
                  <a:lnTo>
                    <a:pt x="3567469" y="2198940"/>
                  </a:lnTo>
                  <a:lnTo>
                    <a:pt x="3600627" y="2279597"/>
                  </a:lnTo>
                  <a:lnTo>
                    <a:pt x="3633840" y="2356802"/>
                  </a:lnTo>
                  <a:lnTo>
                    <a:pt x="3667180" y="2430321"/>
                  </a:lnTo>
                  <a:lnTo>
                    <a:pt x="3700744" y="2499997"/>
                  </a:lnTo>
                  <a:lnTo>
                    <a:pt x="3734660" y="2565742"/>
                  </a:lnTo>
                  <a:lnTo>
                    <a:pt x="3769084" y="2627535"/>
                  </a:lnTo>
                  <a:lnTo>
                    <a:pt x="3804212" y="2685414"/>
                  </a:lnTo>
                  <a:lnTo>
                    <a:pt x="3829811" y="2724332"/>
                  </a:lnTo>
                  <a:lnTo>
                    <a:pt x="3875774" y="2787457"/>
                  </a:lnTo>
                  <a:lnTo>
                    <a:pt x="3924071" y="2844767"/>
                  </a:lnTo>
                  <a:lnTo>
                    <a:pt x="3975391" y="2896505"/>
                  </a:lnTo>
                  <a:lnTo>
                    <a:pt x="4030486" y="2943110"/>
                  </a:lnTo>
                  <a:lnTo>
                    <a:pt x="4090129" y="2985097"/>
                  </a:lnTo>
                  <a:lnTo>
                    <a:pt x="4155066" y="3022982"/>
                  </a:lnTo>
                  <a:lnTo>
                    <a:pt x="4225950" y="3057239"/>
                  </a:lnTo>
                  <a:lnTo>
                    <a:pt x="4303260" y="3088271"/>
                  </a:lnTo>
                  <a:lnTo>
                    <a:pt x="4387185" y="3116399"/>
                  </a:lnTo>
                  <a:lnTo>
                    <a:pt x="4477482" y="3141854"/>
                  </a:lnTo>
                  <a:lnTo>
                    <a:pt x="4573313" y="3164775"/>
                  </a:lnTo>
                  <a:lnTo>
                    <a:pt x="4673090" y="3185218"/>
                  </a:lnTo>
                  <a:lnTo>
                    <a:pt x="4774381" y="3203170"/>
                  </a:lnTo>
                  <a:lnTo>
                    <a:pt x="4873935" y="3218580"/>
                  </a:lnTo>
                  <a:lnTo>
                    <a:pt x="4967900" y="3231396"/>
                  </a:lnTo>
                  <a:lnTo>
                    <a:pt x="5052255" y="3241617"/>
                  </a:lnTo>
                  <a:lnTo>
                    <a:pt x="5123422" y="3249329"/>
                  </a:lnTo>
                  <a:lnTo>
                    <a:pt x="5178922" y="3254741"/>
                  </a:lnTo>
                  <a:lnTo>
                    <a:pt x="5217902" y="3258176"/>
                  </a:lnTo>
                  <a:lnTo>
                    <a:pt x="5241386" y="3260054"/>
                  </a:lnTo>
                  <a:lnTo>
                    <a:pt x="5252232" y="3260844"/>
                  </a:lnTo>
                  <a:lnTo>
                    <a:pt x="5254955" y="3261026"/>
                  </a:lnTo>
                  <a:lnTo>
                    <a:pt x="6726343" y="3261026"/>
                  </a:lnTo>
                  <a:lnTo>
                    <a:pt x="6727554" y="3260990"/>
                  </a:lnTo>
                  <a:lnTo>
                    <a:pt x="6735510" y="3260734"/>
                  </a:lnTo>
                  <a:lnTo>
                    <a:pt x="6755525" y="3260026"/>
                  </a:lnTo>
                  <a:lnTo>
                    <a:pt x="6791213" y="3258633"/>
                  </a:lnTo>
                  <a:lnTo>
                    <a:pt x="6844214" y="3256340"/>
                  </a:lnTo>
                  <a:lnTo>
                    <a:pt x="6914067" y="3252977"/>
                  </a:lnTo>
                  <a:lnTo>
                    <a:pt x="6998424" y="3248428"/>
                  </a:lnTo>
                  <a:lnTo>
                    <a:pt x="7093586" y="3242641"/>
                  </a:lnTo>
                  <a:lnTo>
                    <a:pt x="7195239" y="3235611"/>
                  </a:lnTo>
                  <a:lnTo>
                    <a:pt x="7299169" y="3227361"/>
                  </a:lnTo>
                  <a:lnTo>
                    <a:pt x="7401780" y="3217917"/>
                  </a:lnTo>
                  <a:lnTo>
                    <a:pt x="7500374" y="3207288"/>
                  </a:lnTo>
                  <a:lnTo>
                    <a:pt x="7593190" y="3195448"/>
                  </a:lnTo>
                  <a:lnTo>
                    <a:pt x="7679303" y="3182330"/>
                  </a:lnTo>
                  <a:lnTo>
                    <a:pt x="7758451" y="3167820"/>
                  </a:lnTo>
                  <a:lnTo>
                    <a:pt x="7830847" y="3151759"/>
                  </a:lnTo>
                  <a:lnTo>
                    <a:pt x="7897023" y="3133947"/>
                  </a:lnTo>
                  <a:lnTo>
                    <a:pt x="7957695" y="3114150"/>
                  </a:lnTo>
                  <a:lnTo>
                    <a:pt x="8013675" y="3092112"/>
                  </a:lnTo>
                  <a:lnTo>
                    <a:pt x="8065797" y="3067585"/>
                  </a:lnTo>
                  <a:lnTo>
                    <a:pt x="8114868" y="3040362"/>
                  </a:lnTo>
                  <a:lnTo>
                    <a:pt x="8151487" y="3017198"/>
                  </a:lnTo>
                  <a:lnTo>
                    <a:pt x="8198400" y="2983844"/>
                  </a:lnTo>
                  <a:lnTo>
                    <a:pt x="8243935" y="2947435"/>
                  </a:lnTo>
                  <a:lnTo>
                    <a:pt x="8288560" y="2907915"/>
                  </a:lnTo>
                  <a:lnTo>
                    <a:pt x="8332629" y="2865313"/>
                  </a:lnTo>
                  <a:lnTo>
                    <a:pt x="8376404" y="2819748"/>
                  </a:lnTo>
                  <a:lnTo>
                    <a:pt x="8420071" y="2771441"/>
                  </a:lnTo>
                  <a:lnTo>
                    <a:pt x="8463744" y="2720709"/>
                  </a:lnTo>
                  <a:lnTo>
                    <a:pt x="8507483" y="2667970"/>
                  </a:lnTo>
                  <a:lnTo>
                    <a:pt x="8551305" y="2613724"/>
                  </a:lnTo>
                  <a:lnTo>
                    <a:pt x="8595189" y="2558540"/>
                  </a:lnTo>
                  <a:lnTo>
                    <a:pt x="8639098" y="2503028"/>
                  </a:lnTo>
                  <a:lnTo>
                    <a:pt x="8682985" y="2447816"/>
                  </a:lnTo>
                  <a:lnTo>
                    <a:pt x="8726810" y="2393515"/>
                  </a:lnTo>
                  <a:lnTo>
                    <a:pt x="8770553" y="2340697"/>
                  </a:lnTo>
                  <a:lnTo>
                    <a:pt x="8814228" y="2289866"/>
                  </a:lnTo>
                  <a:lnTo>
                    <a:pt x="8857893" y="2241443"/>
                  </a:lnTo>
                  <a:lnTo>
                    <a:pt x="8901660" y="2195750"/>
                  </a:lnTo>
                  <a:lnTo>
                    <a:pt x="8945711" y="2153012"/>
                  </a:lnTo>
                  <a:lnTo>
                    <a:pt x="8990304" y="2113353"/>
                  </a:lnTo>
                  <a:lnTo>
                    <a:pt x="9035789" y="2076805"/>
                  </a:lnTo>
                  <a:lnTo>
                    <a:pt x="9082629" y="2043316"/>
                  </a:lnTo>
                  <a:lnTo>
                    <a:pt x="9084767" y="2041887"/>
                  </a:lnTo>
                  <a:lnTo>
                    <a:pt x="9131966" y="2012491"/>
                  </a:lnTo>
                  <a:lnTo>
                    <a:pt x="9181643" y="1985875"/>
                  </a:lnTo>
                  <a:lnTo>
                    <a:pt x="9234544" y="1961915"/>
                  </a:lnTo>
                  <a:lnTo>
                    <a:pt x="9291485" y="1940393"/>
                  </a:lnTo>
                  <a:lnTo>
                    <a:pt x="9353301" y="1921054"/>
                  </a:lnTo>
                  <a:lnTo>
                    <a:pt x="9420789" y="1903647"/>
                  </a:lnTo>
                  <a:lnTo>
                    <a:pt x="9494636" y="1887944"/>
                  </a:lnTo>
                  <a:lnTo>
                    <a:pt x="9575313" y="1873752"/>
                  </a:lnTo>
                  <a:lnTo>
                    <a:pt x="9662944" y="1860923"/>
                  </a:lnTo>
                  <a:lnTo>
                    <a:pt x="9757138" y="1849354"/>
                  </a:lnTo>
                  <a:lnTo>
                    <a:pt x="9856800" y="1838987"/>
                  </a:lnTo>
                  <a:lnTo>
                    <a:pt x="9959967" y="1829804"/>
                  </a:lnTo>
                  <a:lnTo>
                    <a:pt x="10063731" y="1821821"/>
                  </a:lnTo>
                  <a:lnTo>
                    <a:pt x="10164331" y="1815063"/>
                  </a:lnTo>
                  <a:lnTo>
                    <a:pt x="10257474" y="1809550"/>
                  </a:lnTo>
                  <a:lnTo>
                    <a:pt x="10338919" y="1805269"/>
                  </a:lnTo>
                  <a:lnTo>
                    <a:pt x="10405204" y="1802153"/>
                  </a:lnTo>
                  <a:lnTo>
                    <a:pt x="10454359" y="1800075"/>
                  </a:lnTo>
                  <a:lnTo>
                    <a:pt x="10486384" y="1798852"/>
                  </a:lnTo>
                  <a:lnTo>
                    <a:pt x="10503369" y="1798264"/>
                  </a:lnTo>
                  <a:lnTo>
                    <a:pt x="10509329" y="1798076"/>
                  </a:lnTo>
                  <a:lnTo>
                    <a:pt x="10509911" y="1798059"/>
                  </a:lnTo>
                  <a:lnTo>
                    <a:pt x="11981298" y="1798059"/>
                  </a:lnTo>
                  <a:lnTo>
                    <a:pt x="11981298" y="1757194"/>
                  </a:lnTo>
                  <a:lnTo>
                    <a:pt x="10509911" y="1757194"/>
                  </a:lnTo>
                  <a:lnTo>
                    <a:pt x="10508699" y="1757230"/>
                  </a:lnTo>
                  <a:lnTo>
                    <a:pt x="10500744" y="1757486"/>
                  </a:lnTo>
                  <a:lnTo>
                    <a:pt x="10480729" y="1758194"/>
                  </a:lnTo>
                  <a:lnTo>
                    <a:pt x="10445040" y="1759587"/>
                  </a:lnTo>
                  <a:lnTo>
                    <a:pt x="10392040" y="1761880"/>
                  </a:lnTo>
                  <a:lnTo>
                    <a:pt x="10322186" y="1765243"/>
                  </a:lnTo>
                  <a:lnTo>
                    <a:pt x="10237829" y="1769792"/>
                  </a:lnTo>
                  <a:lnTo>
                    <a:pt x="10142667" y="1775579"/>
                  </a:lnTo>
                  <a:lnTo>
                    <a:pt x="10041014" y="1782609"/>
                  </a:lnTo>
                  <a:lnTo>
                    <a:pt x="9937085" y="1790859"/>
                  </a:lnTo>
                  <a:lnTo>
                    <a:pt x="9834473" y="1800303"/>
                  </a:lnTo>
                  <a:lnTo>
                    <a:pt x="9735879" y="1810932"/>
                  </a:lnTo>
                  <a:lnTo>
                    <a:pt x="9643063" y="1822772"/>
                  </a:lnTo>
                  <a:lnTo>
                    <a:pt x="9556950" y="1835890"/>
                  </a:lnTo>
                  <a:lnTo>
                    <a:pt x="9477802" y="1850400"/>
                  </a:lnTo>
                  <a:lnTo>
                    <a:pt x="9405406" y="1866461"/>
                  </a:lnTo>
                  <a:lnTo>
                    <a:pt x="9339230" y="1884273"/>
                  </a:lnTo>
                  <a:lnTo>
                    <a:pt x="9278558" y="1904070"/>
                  </a:lnTo>
                  <a:lnTo>
                    <a:pt x="9222579" y="1926108"/>
                  </a:lnTo>
                  <a:lnTo>
                    <a:pt x="9170456" y="1950635"/>
                  </a:lnTo>
                  <a:lnTo>
                    <a:pt x="9121385" y="1977858"/>
                  </a:lnTo>
                  <a:lnTo>
                    <a:pt x="9084767" y="2001022"/>
                  </a:lnTo>
                  <a:lnTo>
                    <a:pt x="9037853" y="2034376"/>
                  </a:lnTo>
                  <a:lnTo>
                    <a:pt x="8992318" y="2070785"/>
                  </a:lnTo>
                  <a:lnTo>
                    <a:pt x="8947694" y="2110305"/>
                  </a:lnTo>
                  <a:lnTo>
                    <a:pt x="8903625" y="2152907"/>
                  </a:lnTo>
                  <a:lnTo>
                    <a:pt x="8859849" y="2198472"/>
                  </a:lnTo>
                  <a:lnTo>
                    <a:pt x="8816183" y="2246779"/>
                  </a:lnTo>
                  <a:lnTo>
                    <a:pt x="8772510" y="2297511"/>
                  </a:lnTo>
                  <a:lnTo>
                    <a:pt x="8728770" y="2350250"/>
                  </a:lnTo>
                  <a:lnTo>
                    <a:pt x="8684949" y="2404496"/>
                  </a:lnTo>
                  <a:lnTo>
                    <a:pt x="8641064" y="2459680"/>
                  </a:lnTo>
                  <a:lnTo>
                    <a:pt x="8597155" y="2515192"/>
                  </a:lnTo>
                  <a:lnTo>
                    <a:pt x="8553268" y="2570404"/>
                  </a:lnTo>
                  <a:lnTo>
                    <a:pt x="8509443" y="2624705"/>
                  </a:lnTo>
                  <a:lnTo>
                    <a:pt x="8465700" y="2677523"/>
                  </a:lnTo>
                  <a:lnTo>
                    <a:pt x="8422025" y="2728354"/>
                  </a:lnTo>
                  <a:lnTo>
                    <a:pt x="8378361" y="2776777"/>
                  </a:lnTo>
                  <a:lnTo>
                    <a:pt x="8334593" y="2822470"/>
                  </a:lnTo>
                  <a:lnTo>
                    <a:pt x="8290542" y="2865208"/>
                  </a:lnTo>
                  <a:lnTo>
                    <a:pt x="8245949" y="2904867"/>
                  </a:lnTo>
                  <a:lnTo>
                    <a:pt x="8200464" y="2941415"/>
                  </a:lnTo>
                  <a:lnTo>
                    <a:pt x="8153624" y="2974904"/>
                  </a:lnTo>
                  <a:lnTo>
                    <a:pt x="8151487" y="2976333"/>
                  </a:lnTo>
                  <a:lnTo>
                    <a:pt x="8104287" y="3005729"/>
                  </a:lnTo>
                  <a:lnTo>
                    <a:pt x="8054610" y="3032345"/>
                  </a:lnTo>
                  <a:lnTo>
                    <a:pt x="8001710" y="3056305"/>
                  </a:lnTo>
                  <a:lnTo>
                    <a:pt x="7944769" y="3077827"/>
                  </a:lnTo>
                  <a:lnTo>
                    <a:pt x="7882952" y="3097166"/>
                  </a:lnTo>
                  <a:lnTo>
                    <a:pt x="7815464" y="3114573"/>
                  </a:lnTo>
                  <a:lnTo>
                    <a:pt x="7741617" y="3130276"/>
                  </a:lnTo>
                  <a:lnTo>
                    <a:pt x="7660941" y="3144468"/>
                  </a:lnTo>
                  <a:lnTo>
                    <a:pt x="7573309" y="3157297"/>
                  </a:lnTo>
                  <a:lnTo>
                    <a:pt x="7479115" y="3168866"/>
                  </a:lnTo>
                  <a:lnTo>
                    <a:pt x="7379453" y="3179233"/>
                  </a:lnTo>
                  <a:lnTo>
                    <a:pt x="7276287" y="3188416"/>
                  </a:lnTo>
                  <a:lnTo>
                    <a:pt x="7172522" y="3196399"/>
                  </a:lnTo>
                  <a:lnTo>
                    <a:pt x="7071923" y="3203157"/>
                  </a:lnTo>
                  <a:lnTo>
                    <a:pt x="6978779" y="3208670"/>
                  </a:lnTo>
                  <a:lnTo>
                    <a:pt x="6897334" y="3212951"/>
                  </a:lnTo>
                  <a:lnTo>
                    <a:pt x="6831049" y="3216067"/>
                  </a:lnTo>
                  <a:lnTo>
                    <a:pt x="6781894" y="3218145"/>
                  </a:lnTo>
                  <a:lnTo>
                    <a:pt x="6749870" y="3219368"/>
                  </a:lnTo>
                  <a:lnTo>
                    <a:pt x="6732884" y="3219956"/>
                  </a:lnTo>
                  <a:lnTo>
                    <a:pt x="6726924" y="3220144"/>
                  </a:lnTo>
                  <a:lnTo>
                    <a:pt x="6726343" y="3220161"/>
                  </a:lnTo>
                  <a:lnTo>
                    <a:pt x="5254955" y="3220161"/>
                  </a:lnTo>
                  <a:lnTo>
                    <a:pt x="5253832" y="3220088"/>
                  </a:lnTo>
                  <a:lnTo>
                    <a:pt x="5246450" y="3219567"/>
                  </a:lnTo>
                  <a:lnTo>
                    <a:pt x="5227832" y="3218127"/>
                  </a:lnTo>
                  <a:lnTo>
                    <a:pt x="5194525" y="3215291"/>
                  </a:lnTo>
                  <a:lnTo>
                    <a:pt x="5144841" y="3210619"/>
                  </a:lnTo>
                  <a:lnTo>
                    <a:pt x="5078985" y="3203747"/>
                  </a:lnTo>
                  <a:lnTo>
                    <a:pt x="4998910" y="3194425"/>
                  </a:lnTo>
                  <a:lnTo>
                    <a:pt x="4907881" y="3182527"/>
                  </a:lnTo>
                  <a:lnTo>
                    <a:pt x="4809836" y="3168026"/>
                  </a:lnTo>
                  <a:lnTo>
                    <a:pt x="4708748" y="3150963"/>
                  </a:lnTo>
                  <a:lnTo>
                    <a:pt x="4608116" y="3131393"/>
                  </a:lnTo>
                  <a:lnTo>
                    <a:pt x="4510672" y="3109347"/>
                  </a:lnTo>
                  <a:lnTo>
                    <a:pt x="4418294" y="3084796"/>
                  </a:lnTo>
                  <a:lnTo>
                    <a:pt x="4332069" y="3057631"/>
                  </a:lnTo>
                  <a:lnTo>
                    <a:pt x="4252432" y="3027655"/>
                  </a:lnTo>
                  <a:lnTo>
                    <a:pt x="4179327" y="2994576"/>
                  </a:lnTo>
                  <a:lnTo>
                    <a:pt x="4112363" y="2958020"/>
                  </a:lnTo>
                  <a:lnTo>
                    <a:pt x="4050937" y="2917535"/>
                  </a:lnTo>
                  <a:lnTo>
                    <a:pt x="3994328" y="2872616"/>
                  </a:lnTo>
                  <a:lnTo>
                    <a:pt x="3941766" y="2822742"/>
                  </a:lnTo>
                  <a:lnTo>
                    <a:pt x="3892487" y="2767436"/>
                  </a:lnTo>
                  <a:lnTo>
                    <a:pt x="3845774" y="2706368"/>
                  </a:lnTo>
                  <a:lnTo>
                    <a:pt x="3829811" y="2683467"/>
                  </a:lnTo>
                  <a:lnTo>
                    <a:pt x="3794039" y="2628323"/>
                  </a:lnTo>
                  <a:lnTo>
                    <a:pt x="3759135" y="2569327"/>
                  </a:lnTo>
                  <a:lnTo>
                    <a:pt x="3724875" y="2506401"/>
                  </a:lnTo>
                  <a:lnTo>
                    <a:pt x="3691075" y="2439523"/>
                  </a:lnTo>
                  <a:lnTo>
                    <a:pt x="3657587" y="2368731"/>
                  </a:lnTo>
                  <a:lnTo>
                    <a:pt x="3624293" y="2294134"/>
                  </a:lnTo>
                  <a:lnTo>
                    <a:pt x="3591102" y="2215911"/>
                  </a:lnTo>
                  <a:lnTo>
                    <a:pt x="3557948" y="2134315"/>
                  </a:lnTo>
                  <a:lnTo>
                    <a:pt x="3524786" y="2049675"/>
                  </a:lnTo>
                  <a:lnTo>
                    <a:pt x="3491588" y="1962386"/>
                  </a:lnTo>
                  <a:lnTo>
                    <a:pt x="3458343" y="1872912"/>
                  </a:lnTo>
                  <a:lnTo>
                    <a:pt x="3425052" y="1781769"/>
                  </a:lnTo>
                  <a:lnTo>
                    <a:pt x="3391726" y="1689519"/>
                  </a:lnTo>
                  <a:lnTo>
                    <a:pt x="3358383" y="1596751"/>
                  </a:lnTo>
                  <a:lnTo>
                    <a:pt x="3325043" y="1504070"/>
                  </a:lnTo>
                  <a:lnTo>
                    <a:pt x="3291725" y="1412078"/>
                  </a:lnTo>
                  <a:lnTo>
                    <a:pt x="3258447" y="1321359"/>
                  </a:lnTo>
                  <a:lnTo>
                    <a:pt x="3225216" y="1232462"/>
                  </a:lnTo>
                  <a:lnTo>
                    <a:pt x="3192030" y="1145889"/>
                  </a:lnTo>
                  <a:lnTo>
                    <a:pt x="3158873" y="1062085"/>
                  </a:lnTo>
                  <a:lnTo>
                    <a:pt x="3125715" y="981428"/>
                  </a:lnTo>
                  <a:lnTo>
                    <a:pt x="3092502" y="904224"/>
                  </a:lnTo>
                  <a:lnTo>
                    <a:pt x="3059163" y="830704"/>
                  </a:lnTo>
                  <a:lnTo>
                    <a:pt x="3025598" y="761028"/>
                  </a:lnTo>
                  <a:lnTo>
                    <a:pt x="2991683" y="695283"/>
                  </a:lnTo>
                  <a:lnTo>
                    <a:pt x="2957258" y="633491"/>
                  </a:lnTo>
                  <a:lnTo>
                    <a:pt x="2922130" y="575611"/>
                  </a:lnTo>
                  <a:lnTo>
                    <a:pt x="2896531" y="536693"/>
                  </a:lnTo>
                  <a:lnTo>
                    <a:pt x="2850569" y="473568"/>
                  </a:lnTo>
                  <a:lnTo>
                    <a:pt x="2802271" y="416258"/>
                  </a:lnTo>
                  <a:lnTo>
                    <a:pt x="2750951" y="364520"/>
                  </a:lnTo>
                  <a:lnTo>
                    <a:pt x="2695856" y="317915"/>
                  </a:lnTo>
                  <a:lnTo>
                    <a:pt x="2636213" y="275928"/>
                  </a:lnTo>
                  <a:lnTo>
                    <a:pt x="2571276" y="238043"/>
                  </a:lnTo>
                  <a:lnTo>
                    <a:pt x="2500392" y="203786"/>
                  </a:lnTo>
                  <a:lnTo>
                    <a:pt x="2423082" y="172754"/>
                  </a:lnTo>
                  <a:lnTo>
                    <a:pt x="2339157" y="144626"/>
                  </a:lnTo>
                  <a:lnTo>
                    <a:pt x="2248860" y="119171"/>
                  </a:lnTo>
                  <a:lnTo>
                    <a:pt x="2153029" y="96250"/>
                  </a:lnTo>
                  <a:lnTo>
                    <a:pt x="2053252" y="75807"/>
                  </a:lnTo>
                  <a:lnTo>
                    <a:pt x="1951961" y="57855"/>
                  </a:lnTo>
                  <a:lnTo>
                    <a:pt x="1852407" y="42446"/>
                  </a:lnTo>
                  <a:lnTo>
                    <a:pt x="1758442" y="29629"/>
                  </a:lnTo>
                  <a:lnTo>
                    <a:pt x="1674087" y="19409"/>
                  </a:lnTo>
                  <a:lnTo>
                    <a:pt x="1602920" y="11696"/>
                  </a:lnTo>
                  <a:lnTo>
                    <a:pt x="1547420" y="6285"/>
                  </a:lnTo>
                  <a:lnTo>
                    <a:pt x="1508440" y="2849"/>
                  </a:lnTo>
                  <a:lnTo>
                    <a:pt x="1484956" y="971"/>
                  </a:lnTo>
                  <a:lnTo>
                    <a:pt x="1474110" y="181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537" name="pl537"/>
            <p:cNvSpPr/>
            <p:nvPr/>
          </p:nvSpPr>
          <p:spPr>
            <a:xfrm>
              <a:off x="4799595" y="5976876"/>
              <a:ext cx="11981298" cy="3220161"/>
            </a:xfrm>
            <a:custGeom>
              <a:avLst/>
              <a:pathLst>
                <a:path w="11981298" h="3220161">
                  <a:moveTo>
                    <a:pt x="0" y="0"/>
                  </a:moveTo>
                  <a:lnTo>
                    <a:pt x="1471387" y="0"/>
                  </a:lnTo>
                  <a:lnTo>
                    <a:pt x="1472510" y="73"/>
                  </a:lnTo>
                  <a:lnTo>
                    <a:pt x="1479892" y="594"/>
                  </a:lnTo>
                  <a:lnTo>
                    <a:pt x="1498510" y="2034"/>
                  </a:lnTo>
                  <a:lnTo>
                    <a:pt x="1531817" y="4869"/>
                  </a:lnTo>
                  <a:lnTo>
                    <a:pt x="1581501" y="9542"/>
                  </a:lnTo>
                  <a:lnTo>
                    <a:pt x="1647357" y="16414"/>
                  </a:lnTo>
                  <a:lnTo>
                    <a:pt x="1727432" y="25735"/>
                  </a:lnTo>
                  <a:lnTo>
                    <a:pt x="1818461" y="37633"/>
                  </a:lnTo>
                  <a:lnTo>
                    <a:pt x="1916506" y="52134"/>
                  </a:lnTo>
                  <a:lnTo>
                    <a:pt x="2017594" y="69197"/>
                  </a:lnTo>
                  <a:lnTo>
                    <a:pt x="2118226" y="88767"/>
                  </a:lnTo>
                  <a:lnTo>
                    <a:pt x="2215671" y="110813"/>
                  </a:lnTo>
                  <a:lnTo>
                    <a:pt x="2308048" y="135364"/>
                  </a:lnTo>
                  <a:lnTo>
                    <a:pt x="2394273" y="162529"/>
                  </a:lnTo>
                  <a:lnTo>
                    <a:pt x="2473910" y="192506"/>
                  </a:lnTo>
                  <a:lnTo>
                    <a:pt x="2547015" y="225584"/>
                  </a:lnTo>
                  <a:lnTo>
                    <a:pt x="2613979" y="262141"/>
                  </a:lnTo>
                  <a:lnTo>
                    <a:pt x="2675405" y="302626"/>
                  </a:lnTo>
                  <a:lnTo>
                    <a:pt x="2732014" y="347544"/>
                  </a:lnTo>
                  <a:lnTo>
                    <a:pt x="2784576" y="397418"/>
                  </a:lnTo>
                  <a:lnTo>
                    <a:pt x="2833856" y="452724"/>
                  </a:lnTo>
                  <a:lnTo>
                    <a:pt x="2880568" y="513792"/>
                  </a:lnTo>
                  <a:lnTo>
                    <a:pt x="2896531" y="536693"/>
                  </a:lnTo>
                  <a:lnTo>
                    <a:pt x="2932303" y="591837"/>
                  </a:lnTo>
                  <a:lnTo>
                    <a:pt x="2967207" y="650833"/>
                  </a:lnTo>
                  <a:lnTo>
                    <a:pt x="3001467" y="713759"/>
                  </a:lnTo>
                  <a:lnTo>
                    <a:pt x="3035267" y="780638"/>
                  </a:lnTo>
                  <a:lnTo>
                    <a:pt x="3068755" y="851430"/>
                  </a:lnTo>
                  <a:lnTo>
                    <a:pt x="3102049" y="926027"/>
                  </a:lnTo>
                  <a:lnTo>
                    <a:pt x="3135240" y="1004250"/>
                  </a:lnTo>
                  <a:lnTo>
                    <a:pt x="3168394" y="1085845"/>
                  </a:lnTo>
                  <a:lnTo>
                    <a:pt x="3201556" y="1170486"/>
                  </a:lnTo>
                  <a:lnTo>
                    <a:pt x="3234754" y="1257774"/>
                  </a:lnTo>
                  <a:lnTo>
                    <a:pt x="3267999" y="1347248"/>
                  </a:lnTo>
                  <a:lnTo>
                    <a:pt x="3301290" y="1438391"/>
                  </a:lnTo>
                  <a:lnTo>
                    <a:pt x="3334616" y="1530642"/>
                  </a:lnTo>
                  <a:lnTo>
                    <a:pt x="3367959" y="1623409"/>
                  </a:lnTo>
                  <a:lnTo>
                    <a:pt x="3401299" y="1716090"/>
                  </a:lnTo>
                  <a:lnTo>
                    <a:pt x="3434617" y="1808082"/>
                  </a:lnTo>
                  <a:lnTo>
                    <a:pt x="3467895" y="1898802"/>
                  </a:lnTo>
                  <a:lnTo>
                    <a:pt x="3501127" y="1987699"/>
                  </a:lnTo>
                  <a:lnTo>
                    <a:pt x="3534312" y="2074271"/>
                  </a:lnTo>
                  <a:lnTo>
                    <a:pt x="3567469" y="2158075"/>
                  </a:lnTo>
                  <a:lnTo>
                    <a:pt x="3600627" y="2238732"/>
                  </a:lnTo>
                  <a:lnTo>
                    <a:pt x="3633840" y="2315937"/>
                  </a:lnTo>
                  <a:lnTo>
                    <a:pt x="3667180" y="2389456"/>
                  </a:lnTo>
                  <a:lnTo>
                    <a:pt x="3700744" y="2459132"/>
                  </a:lnTo>
                  <a:lnTo>
                    <a:pt x="3734660" y="2524877"/>
                  </a:lnTo>
                  <a:lnTo>
                    <a:pt x="3769084" y="2586670"/>
                  </a:lnTo>
                  <a:lnTo>
                    <a:pt x="3804212" y="2644549"/>
                  </a:lnTo>
                  <a:lnTo>
                    <a:pt x="3829811" y="2683467"/>
                  </a:lnTo>
                  <a:lnTo>
                    <a:pt x="3875774" y="2746592"/>
                  </a:lnTo>
                  <a:lnTo>
                    <a:pt x="3924071" y="2803902"/>
                  </a:lnTo>
                  <a:lnTo>
                    <a:pt x="3975391" y="2855640"/>
                  </a:lnTo>
                  <a:lnTo>
                    <a:pt x="4030486" y="2902245"/>
                  </a:lnTo>
                  <a:lnTo>
                    <a:pt x="4090129" y="2944232"/>
                  </a:lnTo>
                  <a:lnTo>
                    <a:pt x="4155066" y="2982117"/>
                  </a:lnTo>
                  <a:lnTo>
                    <a:pt x="4225950" y="3016374"/>
                  </a:lnTo>
                  <a:lnTo>
                    <a:pt x="4303260" y="3047406"/>
                  </a:lnTo>
                  <a:lnTo>
                    <a:pt x="4387185" y="3075534"/>
                  </a:lnTo>
                  <a:lnTo>
                    <a:pt x="4477482" y="3100989"/>
                  </a:lnTo>
                  <a:lnTo>
                    <a:pt x="4573313" y="3123910"/>
                  </a:lnTo>
                  <a:lnTo>
                    <a:pt x="4673090" y="3144353"/>
                  </a:lnTo>
                  <a:lnTo>
                    <a:pt x="4774381" y="3162305"/>
                  </a:lnTo>
                  <a:lnTo>
                    <a:pt x="4873935" y="3177715"/>
                  </a:lnTo>
                  <a:lnTo>
                    <a:pt x="4967900" y="3190531"/>
                  </a:lnTo>
                  <a:lnTo>
                    <a:pt x="5052255" y="3200752"/>
                  </a:lnTo>
                  <a:lnTo>
                    <a:pt x="5123422" y="3208464"/>
                  </a:lnTo>
                  <a:lnTo>
                    <a:pt x="5178922" y="3213876"/>
                  </a:lnTo>
                  <a:lnTo>
                    <a:pt x="5217902" y="3217311"/>
                  </a:lnTo>
                  <a:lnTo>
                    <a:pt x="5241386" y="3219189"/>
                  </a:lnTo>
                  <a:lnTo>
                    <a:pt x="5252232" y="3219979"/>
                  </a:lnTo>
                  <a:lnTo>
                    <a:pt x="5254904" y="3220158"/>
                  </a:lnTo>
                  <a:lnTo>
                    <a:pt x="5254955" y="3220161"/>
                  </a:lnTo>
                  <a:lnTo>
                    <a:pt x="6726343" y="3220161"/>
                  </a:lnTo>
                  <a:lnTo>
                    <a:pt x="6727554" y="3220125"/>
                  </a:lnTo>
                  <a:lnTo>
                    <a:pt x="6735510" y="3219869"/>
                  </a:lnTo>
                  <a:lnTo>
                    <a:pt x="6755525" y="3219161"/>
                  </a:lnTo>
                  <a:lnTo>
                    <a:pt x="6791213" y="3217768"/>
                  </a:lnTo>
                  <a:lnTo>
                    <a:pt x="6844214" y="3215475"/>
                  </a:lnTo>
                  <a:lnTo>
                    <a:pt x="6914067" y="3212112"/>
                  </a:lnTo>
                  <a:lnTo>
                    <a:pt x="6998424" y="3207563"/>
                  </a:lnTo>
                  <a:lnTo>
                    <a:pt x="7093586" y="3201776"/>
                  </a:lnTo>
                  <a:lnTo>
                    <a:pt x="7195239" y="3194746"/>
                  </a:lnTo>
                  <a:lnTo>
                    <a:pt x="7299169" y="3186496"/>
                  </a:lnTo>
                  <a:lnTo>
                    <a:pt x="7401780" y="3177052"/>
                  </a:lnTo>
                  <a:lnTo>
                    <a:pt x="7500374" y="3166423"/>
                  </a:lnTo>
                  <a:lnTo>
                    <a:pt x="7593190" y="3154583"/>
                  </a:lnTo>
                  <a:lnTo>
                    <a:pt x="7679303" y="3141465"/>
                  </a:lnTo>
                  <a:lnTo>
                    <a:pt x="7758451" y="3126955"/>
                  </a:lnTo>
                  <a:lnTo>
                    <a:pt x="7830847" y="3110894"/>
                  </a:lnTo>
                  <a:lnTo>
                    <a:pt x="7897023" y="3093082"/>
                  </a:lnTo>
                  <a:lnTo>
                    <a:pt x="7957695" y="3073285"/>
                  </a:lnTo>
                  <a:lnTo>
                    <a:pt x="8013675" y="3051247"/>
                  </a:lnTo>
                  <a:lnTo>
                    <a:pt x="8065797" y="3026720"/>
                  </a:lnTo>
                  <a:lnTo>
                    <a:pt x="8114868" y="2999497"/>
                  </a:lnTo>
                  <a:lnTo>
                    <a:pt x="8151487" y="2976333"/>
                  </a:lnTo>
                  <a:lnTo>
                    <a:pt x="8198400" y="2942979"/>
                  </a:lnTo>
                  <a:lnTo>
                    <a:pt x="8243935" y="2906570"/>
                  </a:lnTo>
                  <a:lnTo>
                    <a:pt x="8288560" y="2867050"/>
                  </a:lnTo>
                  <a:lnTo>
                    <a:pt x="8332629" y="2824448"/>
                  </a:lnTo>
                  <a:lnTo>
                    <a:pt x="8376404" y="2778883"/>
                  </a:lnTo>
                  <a:lnTo>
                    <a:pt x="8420071" y="2730576"/>
                  </a:lnTo>
                  <a:lnTo>
                    <a:pt x="8463744" y="2679844"/>
                  </a:lnTo>
                  <a:lnTo>
                    <a:pt x="8507483" y="2627105"/>
                  </a:lnTo>
                  <a:lnTo>
                    <a:pt x="8551305" y="2572859"/>
                  </a:lnTo>
                  <a:lnTo>
                    <a:pt x="8595189" y="2517675"/>
                  </a:lnTo>
                  <a:lnTo>
                    <a:pt x="8639098" y="2462163"/>
                  </a:lnTo>
                  <a:lnTo>
                    <a:pt x="8682985" y="2406951"/>
                  </a:lnTo>
                  <a:lnTo>
                    <a:pt x="8726810" y="2352650"/>
                  </a:lnTo>
                  <a:lnTo>
                    <a:pt x="8770553" y="2299832"/>
                  </a:lnTo>
                  <a:lnTo>
                    <a:pt x="8814228" y="2249001"/>
                  </a:lnTo>
                  <a:lnTo>
                    <a:pt x="8857893" y="2200578"/>
                  </a:lnTo>
                  <a:lnTo>
                    <a:pt x="8901660" y="2154885"/>
                  </a:lnTo>
                  <a:lnTo>
                    <a:pt x="8945711" y="2112147"/>
                  </a:lnTo>
                  <a:lnTo>
                    <a:pt x="8990304" y="2072488"/>
                  </a:lnTo>
                  <a:lnTo>
                    <a:pt x="9035789" y="2035940"/>
                  </a:lnTo>
                  <a:lnTo>
                    <a:pt x="9082629" y="2002451"/>
                  </a:lnTo>
                  <a:lnTo>
                    <a:pt x="9084767" y="2001022"/>
                  </a:lnTo>
                  <a:lnTo>
                    <a:pt x="9131966" y="1971626"/>
                  </a:lnTo>
                  <a:lnTo>
                    <a:pt x="9181643" y="1945010"/>
                  </a:lnTo>
                  <a:lnTo>
                    <a:pt x="9234544" y="1921050"/>
                  </a:lnTo>
                  <a:lnTo>
                    <a:pt x="9291485" y="1899528"/>
                  </a:lnTo>
                  <a:lnTo>
                    <a:pt x="9353301" y="1880189"/>
                  </a:lnTo>
                  <a:lnTo>
                    <a:pt x="9420789" y="1862782"/>
                  </a:lnTo>
                  <a:lnTo>
                    <a:pt x="9494636" y="1847079"/>
                  </a:lnTo>
                  <a:lnTo>
                    <a:pt x="9575313" y="1832887"/>
                  </a:lnTo>
                  <a:lnTo>
                    <a:pt x="9662944" y="1820058"/>
                  </a:lnTo>
                  <a:lnTo>
                    <a:pt x="9757138" y="1808489"/>
                  </a:lnTo>
                  <a:lnTo>
                    <a:pt x="9856800" y="1798122"/>
                  </a:lnTo>
                  <a:lnTo>
                    <a:pt x="9959967" y="1788939"/>
                  </a:lnTo>
                  <a:lnTo>
                    <a:pt x="10063731" y="1780956"/>
                  </a:lnTo>
                  <a:lnTo>
                    <a:pt x="10164331" y="1774198"/>
                  </a:lnTo>
                  <a:lnTo>
                    <a:pt x="10257474" y="1768685"/>
                  </a:lnTo>
                  <a:lnTo>
                    <a:pt x="10338919" y="1764404"/>
                  </a:lnTo>
                  <a:lnTo>
                    <a:pt x="10405204" y="1761288"/>
                  </a:lnTo>
                  <a:lnTo>
                    <a:pt x="10454359" y="1759210"/>
                  </a:lnTo>
                  <a:lnTo>
                    <a:pt x="10486384" y="1757987"/>
                  </a:lnTo>
                  <a:lnTo>
                    <a:pt x="10503369" y="1757399"/>
                  </a:lnTo>
                  <a:lnTo>
                    <a:pt x="10509329" y="1757211"/>
                  </a:lnTo>
                  <a:lnTo>
                    <a:pt x="10509911" y="1757194"/>
                  </a:lnTo>
                  <a:lnTo>
                    <a:pt x="11981298" y="175719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38" name="pl538"/>
            <p:cNvSpPr/>
            <p:nvPr/>
          </p:nvSpPr>
          <p:spPr>
            <a:xfrm>
              <a:off x="4799595" y="5936011"/>
              <a:ext cx="11981298" cy="3220161"/>
            </a:xfrm>
            <a:custGeom>
              <a:avLst/>
              <a:pathLst>
                <a:path w="11981298" h="3220161">
                  <a:moveTo>
                    <a:pt x="11981298" y="1757194"/>
                  </a:moveTo>
                  <a:lnTo>
                    <a:pt x="10509911" y="1757194"/>
                  </a:lnTo>
                  <a:lnTo>
                    <a:pt x="10508699" y="1757230"/>
                  </a:lnTo>
                  <a:lnTo>
                    <a:pt x="10500744" y="1757486"/>
                  </a:lnTo>
                  <a:lnTo>
                    <a:pt x="10480729" y="1758194"/>
                  </a:lnTo>
                  <a:lnTo>
                    <a:pt x="10445040" y="1759587"/>
                  </a:lnTo>
                  <a:lnTo>
                    <a:pt x="10392040" y="1761880"/>
                  </a:lnTo>
                  <a:lnTo>
                    <a:pt x="10322186" y="1765243"/>
                  </a:lnTo>
                  <a:lnTo>
                    <a:pt x="10237829" y="1769792"/>
                  </a:lnTo>
                  <a:lnTo>
                    <a:pt x="10142667" y="1775579"/>
                  </a:lnTo>
                  <a:lnTo>
                    <a:pt x="10041014" y="1782609"/>
                  </a:lnTo>
                  <a:lnTo>
                    <a:pt x="9937085" y="1790859"/>
                  </a:lnTo>
                  <a:lnTo>
                    <a:pt x="9834473" y="1800303"/>
                  </a:lnTo>
                  <a:lnTo>
                    <a:pt x="9735879" y="1810932"/>
                  </a:lnTo>
                  <a:lnTo>
                    <a:pt x="9643063" y="1822772"/>
                  </a:lnTo>
                  <a:lnTo>
                    <a:pt x="9556950" y="1835890"/>
                  </a:lnTo>
                  <a:lnTo>
                    <a:pt x="9477802" y="1850400"/>
                  </a:lnTo>
                  <a:lnTo>
                    <a:pt x="9405406" y="1866461"/>
                  </a:lnTo>
                  <a:lnTo>
                    <a:pt x="9339230" y="1884273"/>
                  </a:lnTo>
                  <a:lnTo>
                    <a:pt x="9278558" y="1904070"/>
                  </a:lnTo>
                  <a:lnTo>
                    <a:pt x="9222579" y="1926108"/>
                  </a:lnTo>
                  <a:lnTo>
                    <a:pt x="9170456" y="1950635"/>
                  </a:lnTo>
                  <a:lnTo>
                    <a:pt x="9121385" y="1977858"/>
                  </a:lnTo>
                  <a:lnTo>
                    <a:pt x="9084767" y="2001022"/>
                  </a:lnTo>
                  <a:lnTo>
                    <a:pt x="9037853" y="2034376"/>
                  </a:lnTo>
                  <a:lnTo>
                    <a:pt x="8992318" y="2070785"/>
                  </a:lnTo>
                  <a:lnTo>
                    <a:pt x="8947694" y="2110305"/>
                  </a:lnTo>
                  <a:lnTo>
                    <a:pt x="8903625" y="2152907"/>
                  </a:lnTo>
                  <a:lnTo>
                    <a:pt x="8859849" y="2198472"/>
                  </a:lnTo>
                  <a:lnTo>
                    <a:pt x="8816183" y="2246779"/>
                  </a:lnTo>
                  <a:lnTo>
                    <a:pt x="8772510" y="2297511"/>
                  </a:lnTo>
                  <a:lnTo>
                    <a:pt x="8728770" y="2350250"/>
                  </a:lnTo>
                  <a:lnTo>
                    <a:pt x="8684949" y="2404496"/>
                  </a:lnTo>
                  <a:lnTo>
                    <a:pt x="8641064" y="2459680"/>
                  </a:lnTo>
                  <a:lnTo>
                    <a:pt x="8597155" y="2515192"/>
                  </a:lnTo>
                  <a:lnTo>
                    <a:pt x="8553268" y="2570404"/>
                  </a:lnTo>
                  <a:lnTo>
                    <a:pt x="8509443" y="2624705"/>
                  </a:lnTo>
                  <a:lnTo>
                    <a:pt x="8465700" y="2677523"/>
                  </a:lnTo>
                  <a:lnTo>
                    <a:pt x="8422025" y="2728354"/>
                  </a:lnTo>
                  <a:lnTo>
                    <a:pt x="8378361" y="2776777"/>
                  </a:lnTo>
                  <a:lnTo>
                    <a:pt x="8334593" y="2822470"/>
                  </a:lnTo>
                  <a:lnTo>
                    <a:pt x="8290542" y="2865208"/>
                  </a:lnTo>
                  <a:lnTo>
                    <a:pt x="8245949" y="2904867"/>
                  </a:lnTo>
                  <a:lnTo>
                    <a:pt x="8200464" y="2941415"/>
                  </a:lnTo>
                  <a:lnTo>
                    <a:pt x="8153624" y="2974904"/>
                  </a:lnTo>
                  <a:lnTo>
                    <a:pt x="8151487" y="2976333"/>
                  </a:lnTo>
                  <a:lnTo>
                    <a:pt x="8104287" y="3005729"/>
                  </a:lnTo>
                  <a:lnTo>
                    <a:pt x="8054610" y="3032345"/>
                  </a:lnTo>
                  <a:lnTo>
                    <a:pt x="8001710" y="3056305"/>
                  </a:lnTo>
                  <a:lnTo>
                    <a:pt x="7944769" y="3077827"/>
                  </a:lnTo>
                  <a:lnTo>
                    <a:pt x="7882952" y="3097166"/>
                  </a:lnTo>
                  <a:lnTo>
                    <a:pt x="7815464" y="3114573"/>
                  </a:lnTo>
                  <a:lnTo>
                    <a:pt x="7741617" y="3130276"/>
                  </a:lnTo>
                  <a:lnTo>
                    <a:pt x="7660941" y="3144468"/>
                  </a:lnTo>
                  <a:lnTo>
                    <a:pt x="7573309" y="3157297"/>
                  </a:lnTo>
                  <a:lnTo>
                    <a:pt x="7479115" y="3168866"/>
                  </a:lnTo>
                  <a:lnTo>
                    <a:pt x="7379453" y="3179233"/>
                  </a:lnTo>
                  <a:lnTo>
                    <a:pt x="7276287" y="3188416"/>
                  </a:lnTo>
                  <a:lnTo>
                    <a:pt x="7172522" y="3196399"/>
                  </a:lnTo>
                  <a:lnTo>
                    <a:pt x="7071923" y="3203157"/>
                  </a:lnTo>
                  <a:lnTo>
                    <a:pt x="6978779" y="3208670"/>
                  </a:lnTo>
                  <a:lnTo>
                    <a:pt x="6897334" y="3212951"/>
                  </a:lnTo>
                  <a:lnTo>
                    <a:pt x="6831049" y="3216067"/>
                  </a:lnTo>
                  <a:lnTo>
                    <a:pt x="6781894" y="3218145"/>
                  </a:lnTo>
                  <a:lnTo>
                    <a:pt x="6749870" y="3219368"/>
                  </a:lnTo>
                  <a:lnTo>
                    <a:pt x="6732884" y="3219956"/>
                  </a:lnTo>
                  <a:lnTo>
                    <a:pt x="6726924" y="3220144"/>
                  </a:lnTo>
                  <a:lnTo>
                    <a:pt x="6726343" y="3220161"/>
                  </a:lnTo>
                  <a:lnTo>
                    <a:pt x="5254955" y="3220161"/>
                  </a:lnTo>
                  <a:lnTo>
                    <a:pt x="5253832" y="3220088"/>
                  </a:lnTo>
                  <a:lnTo>
                    <a:pt x="5246450" y="3219567"/>
                  </a:lnTo>
                  <a:lnTo>
                    <a:pt x="5227832" y="3218127"/>
                  </a:lnTo>
                  <a:lnTo>
                    <a:pt x="5194525" y="3215291"/>
                  </a:lnTo>
                  <a:lnTo>
                    <a:pt x="5144841" y="3210619"/>
                  </a:lnTo>
                  <a:lnTo>
                    <a:pt x="5078985" y="3203747"/>
                  </a:lnTo>
                  <a:lnTo>
                    <a:pt x="4998910" y="3194425"/>
                  </a:lnTo>
                  <a:lnTo>
                    <a:pt x="4907881" y="3182527"/>
                  </a:lnTo>
                  <a:lnTo>
                    <a:pt x="4809836" y="3168026"/>
                  </a:lnTo>
                  <a:lnTo>
                    <a:pt x="4708748" y="3150963"/>
                  </a:lnTo>
                  <a:lnTo>
                    <a:pt x="4608116" y="3131393"/>
                  </a:lnTo>
                  <a:lnTo>
                    <a:pt x="4510672" y="3109347"/>
                  </a:lnTo>
                  <a:lnTo>
                    <a:pt x="4418294" y="3084796"/>
                  </a:lnTo>
                  <a:lnTo>
                    <a:pt x="4332069" y="3057631"/>
                  </a:lnTo>
                  <a:lnTo>
                    <a:pt x="4252432" y="3027655"/>
                  </a:lnTo>
                  <a:lnTo>
                    <a:pt x="4179327" y="2994576"/>
                  </a:lnTo>
                  <a:lnTo>
                    <a:pt x="4112363" y="2958020"/>
                  </a:lnTo>
                  <a:lnTo>
                    <a:pt x="4050937" y="2917535"/>
                  </a:lnTo>
                  <a:lnTo>
                    <a:pt x="3994328" y="2872616"/>
                  </a:lnTo>
                  <a:lnTo>
                    <a:pt x="3941766" y="2822742"/>
                  </a:lnTo>
                  <a:lnTo>
                    <a:pt x="3892487" y="2767436"/>
                  </a:lnTo>
                  <a:lnTo>
                    <a:pt x="3845774" y="2706368"/>
                  </a:lnTo>
                  <a:lnTo>
                    <a:pt x="3829811" y="2683467"/>
                  </a:lnTo>
                  <a:lnTo>
                    <a:pt x="3794039" y="2628323"/>
                  </a:lnTo>
                  <a:lnTo>
                    <a:pt x="3759135" y="2569327"/>
                  </a:lnTo>
                  <a:lnTo>
                    <a:pt x="3724875" y="2506401"/>
                  </a:lnTo>
                  <a:lnTo>
                    <a:pt x="3691075" y="2439523"/>
                  </a:lnTo>
                  <a:lnTo>
                    <a:pt x="3657587" y="2368731"/>
                  </a:lnTo>
                  <a:lnTo>
                    <a:pt x="3624293" y="2294134"/>
                  </a:lnTo>
                  <a:lnTo>
                    <a:pt x="3591102" y="2215911"/>
                  </a:lnTo>
                  <a:lnTo>
                    <a:pt x="3557948" y="2134315"/>
                  </a:lnTo>
                  <a:lnTo>
                    <a:pt x="3524786" y="2049675"/>
                  </a:lnTo>
                  <a:lnTo>
                    <a:pt x="3491588" y="1962386"/>
                  </a:lnTo>
                  <a:lnTo>
                    <a:pt x="3458343" y="1872912"/>
                  </a:lnTo>
                  <a:lnTo>
                    <a:pt x="3425052" y="1781769"/>
                  </a:lnTo>
                  <a:lnTo>
                    <a:pt x="3391726" y="1689519"/>
                  </a:lnTo>
                  <a:lnTo>
                    <a:pt x="3358383" y="1596751"/>
                  </a:lnTo>
                  <a:lnTo>
                    <a:pt x="3325043" y="1504070"/>
                  </a:lnTo>
                  <a:lnTo>
                    <a:pt x="3291725" y="1412078"/>
                  </a:lnTo>
                  <a:lnTo>
                    <a:pt x="3258447" y="1321359"/>
                  </a:lnTo>
                  <a:lnTo>
                    <a:pt x="3225216" y="1232462"/>
                  </a:lnTo>
                  <a:lnTo>
                    <a:pt x="3192030" y="1145889"/>
                  </a:lnTo>
                  <a:lnTo>
                    <a:pt x="3158873" y="1062085"/>
                  </a:lnTo>
                  <a:lnTo>
                    <a:pt x="3125715" y="981428"/>
                  </a:lnTo>
                  <a:lnTo>
                    <a:pt x="3092502" y="904224"/>
                  </a:lnTo>
                  <a:lnTo>
                    <a:pt x="3059163" y="830704"/>
                  </a:lnTo>
                  <a:lnTo>
                    <a:pt x="3025598" y="761028"/>
                  </a:lnTo>
                  <a:lnTo>
                    <a:pt x="2991683" y="695283"/>
                  </a:lnTo>
                  <a:lnTo>
                    <a:pt x="2957258" y="633491"/>
                  </a:lnTo>
                  <a:lnTo>
                    <a:pt x="2922130" y="575611"/>
                  </a:lnTo>
                  <a:lnTo>
                    <a:pt x="2896531" y="536693"/>
                  </a:lnTo>
                  <a:lnTo>
                    <a:pt x="2850569" y="473568"/>
                  </a:lnTo>
                  <a:lnTo>
                    <a:pt x="2802271" y="416258"/>
                  </a:lnTo>
                  <a:lnTo>
                    <a:pt x="2750951" y="364520"/>
                  </a:lnTo>
                  <a:lnTo>
                    <a:pt x="2695856" y="317915"/>
                  </a:lnTo>
                  <a:lnTo>
                    <a:pt x="2636213" y="275928"/>
                  </a:lnTo>
                  <a:lnTo>
                    <a:pt x="2571276" y="238043"/>
                  </a:lnTo>
                  <a:lnTo>
                    <a:pt x="2500392" y="203786"/>
                  </a:lnTo>
                  <a:lnTo>
                    <a:pt x="2423082" y="172754"/>
                  </a:lnTo>
                  <a:lnTo>
                    <a:pt x="2339157" y="144626"/>
                  </a:lnTo>
                  <a:lnTo>
                    <a:pt x="2248860" y="119171"/>
                  </a:lnTo>
                  <a:lnTo>
                    <a:pt x="2153029" y="96250"/>
                  </a:lnTo>
                  <a:lnTo>
                    <a:pt x="2053252" y="75807"/>
                  </a:lnTo>
                  <a:lnTo>
                    <a:pt x="1951961" y="57855"/>
                  </a:lnTo>
                  <a:lnTo>
                    <a:pt x="1852407" y="42446"/>
                  </a:lnTo>
                  <a:lnTo>
                    <a:pt x="1758442" y="29629"/>
                  </a:lnTo>
                  <a:lnTo>
                    <a:pt x="1674087" y="19409"/>
                  </a:lnTo>
                  <a:lnTo>
                    <a:pt x="1602920" y="11696"/>
                  </a:lnTo>
                  <a:lnTo>
                    <a:pt x="1547420" y="6285"/>
                  </a:lnTo>
                  <a:lnTo>
                    <a:pt x="1508440" y="2849"/>
                  </a:lnTo>
                  <a:lnTo>
                    <a:pt x="1484956" y="971"/>
                  </a:lnTo>
                  <a:lnTo>
                    <a:pt x="1474110" y="181"/>
                  </a:lnTo>
                  <a:lnTo>
                    <a:pt x="1471438" y="3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39" name="pg539"/>
            <p:cNvSpPr/>
            <p:nvPr/>
          </p:nvSpPr>
          <p:spPr>
            <a:xfrm>
              <a:off x="4799595" y="5976876"/>
              <a:ext cx="11981298" cy="3252853"/>
            </a:xfrm>
            <a:custGeom>
              <a:avLst/>
              <a:pathLst>
                <a:path w="11981298" h="3252853">
                  <a:moveTo>
                    <a:pt x="0" y="8172"/>
                  </a:moveTo>
                  <a:lnTo>
                    <a:pt x="1471387" y="8172"/>
                  </a:lnTo>
                  <a:lnTo>
                    <a:pt x="1472508" y="8246"/>
                  </a:lnTo>
                  <a:lnTo>
                    <a:pt x="1479881" y="8770"/>
                  </a:lnTo>
                  <a:lnTo>
                    <a:pt x="1498474" y="10219"/>
                  </a:lnTo>
                  <a:lnTo>
                    <a:pt x="1531738" y="13072"/>
                  </a:lnTo>
                  <a:lnTo>
                    <a:pt x="1581364" y="17774"/>
                  </a:lnTo>
                  <a:lnTo>
                    <a:pt x="1647149" y="24689"/>
                  </a:lnTo>
                  <a:lnTo>
                    <a:pt x="1727146" y="34069"/>
                  </a:lnTo>
                  <a:lnTo>
                    <a:pt x="1818100" y="46043"/>
                  </a:lnTo>
                  <a:lnTo>
                    <a:pt x="1916079" y="60636"/>
                  </a:lnTo>
                  <a:lnTo>
                    <a:pt x="2017114" y="77810"/>
                  </a:lnTo>
                  <a:lnTo>
                    <a:pt x="2117708" y="97507"/>
                  </a:lnTo>
                  <a:lnTo>
                    <a:pt x="2215129" y="119696"/>
                  </a:lnTo>
                  <a:lnTo>
                    <a:pt x="2307497" y="144407"/>
                  </a:lnTo>
                  <a:lnTo>
                    <a:pt x="2393722" y="171749"/>
                  </a:lnTo>
                  <a:lnTo>
                    <a:pt x="2473367" y="201919"/>
                  </a:lnTo>
                  <a:lnTo>
                    <a:pt x="2546485" y="235210"/>
                  </a:lnTo>
                  <a:lnTo>
                    <a:pt x="2613462" y="271998"/>
                  </a:lnTo>
                  <a:lnTo>
                    <a:pt x="2674902" y="312737"/>
                  </a:lnTo>
                  <a:lnTo>
                    <a:pt x="2731524" y="357934"/>
                  </a:lnTo>
                  <a:lnTo>
                    <a:pt x="2784094" y="408115"/>
                  </a:lnTo>
                  <a:lnTo>
                    <a:pt x="2833379" y="463761"/>
                  </a:lnTo>
                  <a:lnTo>
                    <a:pt x="2880092" y="525205"/>
                  </a:lnTo>
                  <a:lnTo>
                    <a:pt x="2896531" y="548953"/>
                  </a:lnTo>
                  <a:lnTo>
                    <a:pt x="2932191" y="604333"/>
                  </a:lnTo>
                  <a:lnTo>
                    <a:pt x="2966987" y="663570"/>
                  </a:lnTo>
                  <a:lnTo>
                    <a:pt x="3001142" y="726741"/>
                  </a:lnTo>
                  <a:lnTo>
                    <a:pt x="3034838" y="793870"/>
                  </a:lnTo>
                  <a:lnTo>
                    <a:pt x="3068223" y="864918"/>
                  </a:lnTo>
                  <a:lnTo>
                    <a:pt x="3101414" y="939778"/>
                  </a:lnTo>
                  <a:lnTo>
                    <a:pt x="3134500" y="1018272"/>
                  </a:lnTo>
                  <a:lnTo>
                    <a:pt x="3167548" y="1100149"/>
                  </a:lnTo>
                  <a:lnTo>
                    <a:pt x="3200604" y="1185084"/>
                  </a:lnTo>
                  <a:lnTo>
                    <a:pt x="3233695" y="1272683"/>
                  </a:lnTo>
                  <a:lnTo>
                    <a:pt x="3266832" y="1362486"/>
                  </a:lnTo>
                  <a:lnTo>
                    <a:pt x="3300016" y="1453978"/>
                  </a:lnTo>
                  <a:lnTo>
                    <a:pt x="3333234" y="1546602"/>
                  </a:lnTo>
                  <a:lnTo>
                    <a:pt x="3366471" y="1639768"/>
                  </a:lnTo>
                  <a:lnTo>
                    <a:pt x="3399705" y="1732875"/>
                  </a:lnTo>
                  <a:lnTo>
                    <a:pt x="3432918" y="1825320"/>
                  </a:lnTo>
                  <a:lnTo>
                    <a:pt x="3466093" y="1916520"/>
                  </a:lnTo>
                  <a:lnTo>
                    <a:pt x="3499221" y="2005924"/>
                  </a:lnTo>
                  <a:lnTo>
                    <a:pt x="3532303" y="2093029"/>
                  </a:lnTo>
                  <a:lnTo>
                    <a:pt x="3565355" y="2177386"/>
                  </a:lnTo>
                  <a:lnTo>
                    <a:pt x="3598406" y="2258615"/>
                  </a:lnTo>
                  <a:lnTo>
                    <a:pt x="3631507" y="2336406"/>
                  </a:lnTo>
                  <a:lnTo>
                    <a:pt x="3664728" y="2410520"/>
                  </a:lnTo>
                  <a:lnTo>
                    <a:pt x="3698165" y="2480796"/>
                  </a:lnTo>
                  <a:lnTo>
                    <a:pt x="3731940" y="2547141"/>
                  </a:lnTo>
                  <a:lnTo>
                    <a:pt x="3766206" y="2609527"/>
                  </a:lnTo>
                  <a:lnTo>
                    <a:pt x="3801154" y="2667990"/>
                  </a:lnTo>
                  <a:lnTo>
                    <a:pt x="3829811" y="2712073"/>
                  </a:lnTo>
                  <a:lnTo>
                    <a:pt x="3875751" y="2775649"/>
                  </a:lnTo>
                  <a:lnTo>
                    <a:pt x="3924024" y="2833372"/>
                  </a:lnTo>
                  <a:lnTo>
                    <a:pt x="3975316" y="2885486"/>
                  </a:lnTo>
                  <a:lnTo>
                    <a:pt x="4030378" y="2932432"/>
                  </a:lnTo>
                  <a:lnTo>
                    <a:pt x="4089982" y="2974728"/>
                  </a:lnTo>
                  <a:lnTo>
                    <a:pt x="4154873" y="3012894"/>
                  </a:lnTo>
                  <a:lnTo>
                    <a:pt x="4225704" y="3047405"/>
                  </a:lnTo>
                  <a:lnTo>
                    <a:pt x="4302954" y="3078670"/>
                  </a:lnTo>
                  <a:lnTo>
                    <a:pt x="4386813" y="3107010"/>
                  </a:lnTo>
                  <a:lnTo>
                    <a:pt x="4477040" y="3132658"/>
                  </a:lnTo>
                  <a:lnTo>
                    <a:pt x="4572801" y="3155755"/>
                  </a:lnTo>
                  <a:lnTo>
                    <a:pt x="4672515" y="3176358"/>
                  </a:lnTo>
                  <a:lnTo>
                    <a:pt x="4773758" y="3194453"/>
                  </a:lnTo>
                  <a:lnTo>
                    <a:pt x="4873288" y="3209989"/>
                  </a:lnTo>
                  <a:lnTo>
                    <a:pt x="4967261" y="3222915"/>
                  </a:lnTo>
                  <a:lnTo>
                    <a:pt x="5051660" y="3233227"/>
                  </a:lnTo>
                  <a:lnTo>
                    <a:pt x="5122908" y="3241014"/>
                  </a:lnTo>
                  <a:lnTo>
                    <a:pt x="5178518" y="3246482"/>
                  </a:lnTo>
                  <a:lnTo>
                    <a:pt x="5217623" y="3249958"/>
                  </a:lnTo>
                  <a:lnTo>
                    <a:pt x="5241228" y="3251862"/>
                  </a:lnTo>
                  <a:lnTo>
                    <a:pt x="5252173" y="3252666"/>
                  </a:lnTo>
                  <a:lnTo>
                    <a:pt x="5254955" y="3252853"/>
                  </a:lnTo>
                  <a:lnTo>
                    <a:pt x="6726343" y="3252853"/>
                  </a:lnTo>
                  <a:lnTo>
                    <a:pt x="6727576" y="3252838"/>
                  </a:lnTo>
                  <a:lnTo>
                    <a:pt x="6735671" y="3252733"/>
                  </a:lnTo>
                  <a:lnTo>
                    <a:pt x="6756025" y="3252443"/>
                  </a:lnTo>
                  <a:lnTo>
                    <a:pt x="6792289" y="3251873"/>
                  </a:lnTo>
                  <a:lnTo>
                    <a:pt x="6846087" y="3250934"/>
                  </a:lnTo>
                  <a:lnTo>
                    <a:pt x="6916895" y="3249557"/>
                  </a:lnTo>
                  <a:lnTo>
                    <a:pt x="7002264" y="3247697"/>
                  </a:lnTo>
                  <a:lnTo>
                    <a:pt x="7098392" y="3245332"/>
                  </a:lnTo>
                  <a:lnTo>
                    <a:pt x="7200876" y="3242462"/>
                  </a:lnTo>
                  <a:lnTo>
                    <a:pt x="7305446" y="3239095"/>
                  </a:lnTo>
                  <a:lnTo>
                    <a:pt x="7408491" y="3235243"/>
                  </a:lnTo>
                  <a:lnTo>
                    <a:pt x="7507322" y="3230909"/>
                  </a:lnTo>
                  <a:lnTo>
                    <a:pt x="7600213" y="3226079"/>
                  </a:lnTo>
                  <a:lnTo>
                    <a:pt x="7686277" y="3220727"/>
                  </a:lnTo>
                  <a:lnTo>
                    <a:pt x="7765293" y="3214803"/>
                  </a:lnTo>
                  <a:lnTo>
                    <a:pt x="7837515" y="3208241"/>
                  </a:lnTo>
                  <a:lnTo>
                    <a:pt x="7903504" y="3200957"/>
                  </a:lnTo>
                  <a:lnTo>
                    <a:pt x="7964004" y="3192854"/>
                  </a:lnTo>
                  <a:lnTo>
                    <a:pt x="8019847" y="3183829"/>
                  </a:lnTo>
                  <a:lnTo>
                    <a:pt x="8071882" y="3173778"/>
                  </a:lnTo>
                  <a:lnTo>
                    <a:pt x="8120922" y="3162623"/>
                  </a:lnTo>
                  <a:lnTo>
                    <a:pt x="8151487" y="3154777"/>
                  </a:lnTo>
                  <a:lnTo>
                    <a:pt x="8205523" y="3139176"/>
                  </a:lnTo>
                  <a:lnTo>
                    <a:pt x="8257823" y="3121930"/>
                  </a:lnTo>
                  <a:lnTo>
                    <a:pt x="8309067" y="3103017"/>
                  </a:lnTo>
                  <a:lnTo>
                    <a:pt x="8359743" y="3082476"/>
                  </a:lnTo>
                  <a:lnTo>
                    <a:pt x="8410189" y="3060414"/>
                  </a:lnTo>
                  <a:lnTo>
                    <a:pt x="8460613" y="3037009"/>
                  </a:lnTo>
                  <a:lnTo>
                    <a:pt x="8511122" y="3012512"/>
                  </a:lnTo>
                  <a:lnTo>
                    <a:pt x="8561737" y="2987232"/>
                  </a:lnTo>
                  <a:lnTo>
                    <a:pt x="8612426" y="2961525"/>
                  </a:lnTo>
                  <a:lnTo>
                    <a:pt x="8663122" y="2935775"/>
                  </a:lnTo>
                  <a:lnTo>
                    <a:pt x="8713759" y="2910366"/>
                  </a:lnTo>
                  <a:lnTo>
                    <a:pt x="8764291" y="2885664"/>
                  </a:lnTo>
                  <a:lnTo>
                    <a:pt x="8814729" y="2861990"/>
                  </a:lnTo>
                  <a:lnTo>
                    <a:pt x="8865155" y="2839608"/>
                  </a:lnTo>
                  <a:lnTo>
                    <a:pt x="8915756" y="2818712"/>
                  </a:lnTo>
                  <a:lnTo>
                    <a:pt x="8966835" y="2799428"/>
                  </a:lnTo>
                  <a:lnTo>
                    <a:pt x="9018846" y="2781807"/>
                  </a:lnTo>
                  <a:lnTo>
                    <a:pt x="9072421" y="2765841"/>
                  </a:lnTo>
                  <a:lnTo>
                    <a:pt x="9084767" y="2762473"/>
                  </a:lnTo>
                  <a:lnTo>
                    <a:pt x="9132258" y="2750581"/>
                  </a:lnTo>
                  <a:lnTo>
                    <a:pt x="9182262" y="2739820"/>
                  </a:lnTo>
                  <a:lnTo>
                    <a:pt x="9235539" y="2730140"/>
                  </a:lnTo>
                  <a:lnTo>
                    <a:pt x="9292920" y="2721450"/>
                  </a:lnTo>
                  <a:lnTo>
                    <a:pt x="9355255" y="2713647"/>
                  </a:lnTo>
                  <a:lnTo>
                    <a:pt x="9423355" y="2706627"/>
                  </a:lnTo>
                  <a:lnTo>
                    <a:pt x="9497912" y="2700298"/>
                  </a:lnTo>
                  <a:lnTo>
                    <a:pt x="9579395" y="2694581"/>
                  </a:lnTo>
                  <a:lnTo>
                    <a:pt x="9667911" y="2689417"/>
                  </a:lnTo>
                  <a:lnTo>
                    <a:pt x="9763028" y="2684764"/>
                  </a:lnTo>
                  <a:lnTo>
                    <a:pt x="9863584" y="2680599"/>
                  </a:lnTo>
                  <a:lnTo>
                    <a:pt x="9967520" y="2676917"/>
                  </a:lnTo>
                  <a:lnTo>
                    <a:pt x="10071812" y="2673723"/>
                  </a:lnTo>
                  <a:lnTo>
                    <a:pt x="10172570" y="2671029"/>
                  </a:lnTo>
                  <a:lnTo>
                    <a:pt x="10265408" y="2668843"/>
                  </a:lnTo>
                  <a:lnTo>
                    <a:pt x="10346043" y="2667156"/>
                  </a:lnTo>
                  <a:lnTo>
                    <a:pt x="10411067" y="2665940"/>
                  </a:lnTo>
                  <a:lnTo>
                    <a:pt x="10458658" y="2665139"/>
                  </a:lnTo>
                  <a:lnTo>
                    <a:pt x="10489041" y="2664678"/>
                  </a:lnTo>
                  <a:lnTo>
                    <a:pt x="10504579" y="2664464"/>
                  </a:lnTo>
                  <a:lnTo>
                    <a:pt x="10509567" y="2664401"/>
                  </a:lnTo>
                  <a:lnTo>
                    <a:pt x="10509911" y="2664397"/>
                  </a:lnTo>
                  <a:lnTo>
                    <a:pt x="11981298" y="2664397"/>
                  </a:lnTo>
                  <a:lnTo>
                    <a:pt x="11981298" y="2656224"/>
                  </a:lnTo>
                  <a:lnTo>
                    <a:pt x="10509911" y="2656224"/>
                  </a:lnTo>
                  <a:lnTo>
                    <a:pt x="10508677" y="2656239"/>
                  </a:lnTo>
                  <a:lnTo>
                    <a:pt x="10500583" y="2656344"/>
                  </a:lnTo>
                  <a:lnTo>
                    <a:pt x="10480229" y="2656634"/>
                  </a:lnTo>
                  <a:lnTo>
                    <a:pt x="10443964" y="2657204"/>
                  </a:lnTo>
                  <a:lnTo>
                    <a:pt x="10390166" y="2658143"/>
                  </a:lnTo>
                  <a:lnTo>
                    <a:pt x="10319359" y="2659519"/>
                  </a:lnTo>
                  <a:lnTo>
                    <a:pt x="10233989" y="2661380"/>
                  </a:lnTo>
                  <a:lnTo>
                    <a:pt x="10137862" y="2663744"/>
                  </a:lnTo>
                  <a:lnTo>
                    <a:pt x="10035378" y="2666615"/>
                  </a:lnTo>
                  <a:lnTo>
                    <a:pt x="9930807" y="2669981"/>
                  </a:lnTo>
                  <a:lnTo>
                    <a:pt x="9827763" y="2673833"/>
                  </a:lnTo>
                  <a:lnTo>
                    <a:pt x="9728931" y="2678168"/>
                  </a:lnTo>
                  <a:lnTo>
                    <a:pt x="9636041" y="2682997"/>
                  </a:lnTo>
                  <a:lnTo>
                    <a:pt x="9549977" y="2688350"/>
                  </a:lnTo>
                  <a:lnTo>
                    <a:pt x="9470960" y="2694274"/>
                  </a:lnTo>
                  <a:lnTo>
                    <a:pt x="9398739" y="2700836"/>
                  </a:lnTo>
                  <a:lnTo>
                    <a:pt x="9332750" y="2708120"/>
                  </a:lnTo>
                  <a:lnTo>
                    <a:pt x="9272249" y="2716222"/>
                  </a:lnTo>
                  <a:lnTo>
                    <a:pt x="9216407" y="2725248"/>
                  </a:lnTo>
                  <a:lnTo>
                    <a:pt x="9164371" y="2735299"/>
                  </a:lnTo>
                  <a:lnTo>
                    <a:pt x="9115331" y="2746454"/>
                  </a:lnTo>
                  <a:lnTo>
                    <a:pt x="9084767" y="2754300"/>
                  </a:lnTo>
                  <a:lnTo>
                    <a:pt x="9030730" y="2769901"/>
                  </a:lnTo>
                  <a:lnTo>
                    <a:pt x="8978430" y="2787147"/>
                  </a:lnTo>
                  <a:lnTo>
                    <a:pt x="8927186" y="2806060"/>
                  </a:lnTo>
                  <a:lnTo>
                    <a:pt x="8876510" y="2826601"/>
                  </a:lnTo>
                  <a:lnTo>
                    <a:pt x="8826064" y="2848663"/>
                  </a:lnTo>
                  <a:lnTo>
                    <a:pt x="8775640" y="2872067"/>
                  </a:lnTo>
                  <a:lnTo>
                    <a:pt x="8725132" y="2896565"/>
                  </a:lnTo>
                  <a:lnTo>
                    <a:pt x="8674516" y="2921845"/>
                  </a:lnTo>
                  <a:lnTo>
                    <a:pt x="8623828" y="2947552"/>
                  </a:lnTo>
                  <a:lnTo>
                    <a:pt x="8573131" y="2973302"/>
                  </a:lnTo>
                  <a:lnTo>
                    <a:pt x="8522495" y="2998711"/>
                  </a:lnTo>
                  <a:lnTo>
                    <a:pt x="8471962" y="3023413"/>
                  </a:lnTo>
                  <a:lnTo>
                    <a:pt x="8421525" y="3047087"/>
                  </a:lnTo>
                  <a:lnTo>
                    <a:pt x="8371098" y="3069469"/>
                  </a:lnTo>
                  <a:lnTo>
                    <a:pt x="8320498" y="3090364"/>
                  </a:lnTo>
                  <a:lnTo>
                    <a:pt x="8269418" y="3109649"/>
                  </a:lnTo>
                  <a:lnTo>
                    <a:pt x="8217407" y="3127270"/>
                  </a:lnTo>
                  <a:lnTo>
                    <a:pt x="8163832" y="3143236"/>
                  </a:lnTo>
                  <a:lnTo>
                    <a:pt x="8151487" y="3146604"/>
                  </a:lnTo>
                  <a:lnTo>
                    <a:pt x="8103995" y="3158496"/>
                  </a:lnTo>
                  <a:lnTo>
                    <a:pt x="8053991" y="3169257"/>
                  </a:lnTo>
                  <a:lnTo>
                    <a:pt x="8000715" y="3178937"/>
                  </a:lnTo>
                  <a:lnTo>
                    <a:pt x="7943334" y="3187626"/>
                  </a:lnTo>
                  <a:lnTo>
                    <a:pt x="7880998" y="3195430"/>
                  </a:lnTo>
                  <a:lnTo>
                    <a:pt x="7812898" y="3202449"/>
                  </a:lnTo>
                  <a:lnTo>
                    <a:pt x="7738342" y="3208779"/>
                  </a:lnTo>
                  <a:lnTo>
                    <a:pt x="7656859" y="3214496"/>
                  </a:lnTo>
                  <a:lnTo>
                    <a:pt x="7568343" y="3219660"/>
                  </a:lnTo>
                  <a:lnTo>
                    <a:pt x="7473225" y="3224313"/>
                  </a:lnTo>
                  <a:lnTo>
                    <a:pt x="7372669" y="3228478"/>
                  </a:lnTo>
                  <a:lnTo>
                    <a:pt x="7268733" y="3232160"/>
                  </a:lnTo>
                  <a:lnTo>
                    <a:pt x="7164442" y="3235354"/>
                  </a:lnTo>
                  <a:lnTo>
                    <a:pt x="7063683" y="3238048"/>
                  </a:lnTo>
                  <a:lnTo>
                    <a:pt x="6970846" y="3240234"/>
                  </a:lnTo>
                  <a:lnTo>
                    <a:pt x="6890211" y="3241921"/>
                  </a:lnTo>
                  <a:lnTo>
                    <a:pt x="6825187" y="3243137"/>
                  </a:lnTo>
                  <a:lnTo>
                    <a:pt x="6777595" y="3243938"/>
                  </a:lnTo>
                  <a:lnTo>
                    <a:pt x="6747212" y="3244399"/>
                  </a:lnTo>
                  <a:lnTo>
                    <a:pt x="6731674" y="3244613"/>
                  </a:lnTo>
                  <a:lnTo>
                    <a:pt x="6726686" y="3244676"/>
                  </a:lnTo>
                  <a:lnTo>
                    <a:pt x="6726343" y="3244680"/>
                  </a:lnTo>
                  <a:lnTo>
                    <a:pt x="5254955" y="3244680"/>
                  </a:lnTo>
                  <a:lnTo>
                    <a:pt x="5253834" y="3244606"/>
                  </a:lnTo>
                  <a:lnTo>
                    <a:pt x="5246461" y="3244082"/>
                  </a:lnTo>
                  <a:lnTo>
                    <a:pt x="5227868" y="3242633"/>
                  </a:lnTo>
                  <a:lnTo>
                    <a:pt x="5194604" y="3239780"/>
                  </a:lnTo>
                  <a:lnTo>
                    <a:pt x="5144979" y="3235079"/>
                  </a:lnTo>
                  <a:lnTo>
                    <a:pt x="5079193" y="3228164"/>
                  </a:lnTo>
                  <a:lnTo>
                    <a:pt x="4999196" y="3218784"/>
                  </a:lnTo>
                  <a:lnTo>
                    <a:pt x="4908242" y="3206810"/>
                  </a:lnTo>
                  <a:lnTo>
                    <a:pt x="4810263" y="3192216"/>
                  </a:lnTo>
                  <a:lnTo>
                    <a:pt x="4709229" y="3175043"/>
                  </a:lnTo>
                  <a:lnTo>
                    <a:pt x="4608634" y="3155346"/>
                  </a:lnTo>
                  <a:lnTo>
                    <a:pt x="4511213" y="3133156"/>
                  </a:lnTo>
                  <a:lnTo>
                    <a:pt x="4418845" y="3108445"/>
                  </a:lnTo>
                  <a:lnTo>
                    <a:pt x="4332620" y="3081104"/>
                  </a:lnTo>
                  <a:lnTo>
                    <a:pt x="4252975" y="3050933"/>
                  </a:lnTo>
                  <a:lnTo>
                    <a:pt x="4179858" y="3017643"/>
                  </a:lnTo>
                  <a:lnTo>
                    <a:pt x="4112880" y="2980855"/>
                  </a:lnTo>
                  <a:lnTo>
                    <a:pt x="4051440" y="2940116"/>
                  </a:lnTo>
                  <a:lnTo>
                    <a:pt x="3994819" y="2894918"/>
                  </a:lnTo>
                  <a:lnTo>
                    <a:pt x="3942248" y="2844737"/>
                  </a:lnTo>
                  <a:lnTo>
                    <a:pt x="3892963" y="2789091"/>
                  </a:lnTo>
                  <a:lnTo>
                    <a:pt x="3846250" y="2727647"/>
                  </a:lnTo>
                  <a:lnTo>
                    <a:pt x="3829811" y="2703900"/>
                  </a:lnTo>
                  <a:lnTo>
                    <a:pt x="3794151" y="2648519"/>
                  </a:lnTo>
                  <a:lnTo>
                    <a:pt x="3759356" y="2589282"/>
                  </a:lnTo>
                  <a:lnTo>
                    <a:pt x="3725201" y="2526111"/>
                  </a:lnTo>
                  <a:lnTo>
                    <a:pt x="3691504" y="2458982"/>
                  </a:lnTo>
                  <a:lnTo>
                    <a:pt x="3658119" y="2387935"/>
                  </a:lnTo>
                  <a:lnTo>
                    <a:pt x="3624928" y="2313075"/>
                  </a:lnTo>
                  <a:lnTo>
                    <a:pt x="3591842" y="2234580"/>
                  </a:lnTo>
                  <a:lnTo>
                    <a:pt x="3558794" y="2152703"/>
                  </a:lnTo>
                  <a:lnTo>
                    <a:pt x="3525738" y="2067768"/>
                  </a:lnTo>
                  <a:lnTo>
                    <a:pt x="3492647" y="1980169"/>
                  </a:lnTo>
                  <a:lnTo>
                    <a:pt x="3459510" y="1890367"/>
                  </a:lnTo>
                  <a:lnTo>
                    <a:pt x="3426327" y="1798874"/>
                  </a:lnTo>
                  <a:lnTo>
                    <a:pt x="3393108" y="1706251"/>
                  </a:lnTo>
                  <a:lnTo>
                    <a:pt x="3359872" y="1613084"/>
                  </a:lnTo>
                  <a:lnTo>
                    <a:pt x="3326637" y="1519978"/>
                  </a:lnTo>
                  <a:lnTo>
                    <a:pt x="3293424" y="1427533"/>
                  </a:lnTo>
                  <a:lnTo>
                    <a:pt x="3260250" y="1336333"/>
                  </a:lnTo>
                  <a:lnTo>
                    <a:pt x="3227122" y="1246928"/>
                  </a:lnTo>
                  <a:lnTo>
                    <a:pt x="3194039" y="1159824"/>
                  </a:lnTo>
                  <a:lnTo>
                    <a:pt x="3160987" y="1075466"/>
                  </a:lnTo>
                  <a:lnTo>
                    <a:pt x="3127936" y="994237"/>
                  </a:lnTo>
                  <a:lnTo>
                    <a:pt x="3094835" y="916447"/>
                  </a:lnTo>
                  <a:lnTo>
                    <a:pt x="3061614" y="842332"/>
                  </a:lnTo>
                  <a:lnTo>
                    <a:pt x="3028177" y="772056"/>
                  </a:lnTo>
                  <a:lnTo>
                    <a:pt x="2994402" y="705712"/>
                  </a:lnTo>
                  <a:lnTo>
                    <a:pt x="2960136" y="643325"/>
                  </a:lnTo>
                  <a:lnTo>
                    <a:pt x="2925188" y="584862"/>
                  </a:lnTo>
                  <a:lnTo>
                    <a:pt x="2896531" y="540780"/>
                  </a:lnTo>
                  <a:lnTo>
                    <a:pt x="2850591" y="477203"/>
                  </a:lnTo>
                  <a:lnTo>
                    <a:pt x="2802318" y="419480"/>
                  </a:lnTo>
                  <a:lnTo>
                    <a:pt x="2751026" y="367366"/>
                  </a:lnTo>
                  <a:lnTo>
                    <a:pt x="2695965" y="320420"/>
                  </a:lnTo>
                  <a:lnTo>
                    <a:pt x="2636360" y="278124"/>
                  </a:lnTo>
                  <a:lnTo>
                    <a:pt x="2571469" y="239959"/>
                  </a:lnTo>
                  <a:lnTo>
                    <a:pt x="2500638" y="205447"/>
                  </a:lnTo>
                  <a:lnTo>
                    <a:pt x="2423388" y="174183"/>
                  </a:lnTo>
                  <a:lnTo>
                    <a:pt x="2339529" y="145843"/>
                  </a:lnTo>
                  <a:lnTo>
                    <a:pt x="2249302" y="120194"/>
                  </a:lnTo>
                  <a:lnTo>
                    <a:pt x="2153541" y="97097"/>
                  </a:lnTo>
                  <a:lnTo>
                    <a:pt x="2053827" y="76495"/>
                  </a:lnTo>
                  <a:lnTo>
                    <a:pt x="1952584" y="58399"/>
                  </a:lnTo>
                  <a:lnTo>
                    <a:pt x="1853054" y="42863"/>
                  </a:lnTo>
                  <a:lnTo>
                    <a:pt x="1759081" y="29937"/>
                  </a:lnTo>
                  <a:lnTo>
                    <a:pt x="1674682" y="19625"/>
                  </a:lnTo>
                  <a:lnTo>
                    <a:pt x="1603434" y="11838"/>
                  </a:lnTo>
                  <a:lnTo>
                    <a:pt x="1547824" y="6370"/>
                  </a:lnTo>
                  <a:lnTo>
                    <a:pt x="1508719" y="2895"/>
                  </a:lnTo>
                  <a:lnTo>
                    <a:pt x="1485114" y="991"/>
                  </a:lnTo>
                  <a:lnTo>
                    <a:pt x="1474169" y="187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540" name="pl540"/>
            <p:cNvSpPr/>
            <p:nvPr/>
          </p:nvSpPr>
          <p:spPr>
            <a:xfrm>
              <a:off x="4799595" y="5985049"/>
              <a:ext cx="11981298" cy="3244680"/>
            </a:xfrm>
            <a:custGeom>
              <a:avLst/>
              <a:pathLst>
                <a:path w="11981298" h="3244680">
                  <a:moveTo>
                    <a:pt x="0" y="0"/>
                  </a:moveTo>
                  <a:lnTo>
                    <a:pt x="1471387" y="0"/>
                  </a:lnTo>
                  <a:lnTo>
                    <a:pt x="1472508" y="73"/>
                  </a:lnTo>
                  <a:lnTo>
                    <a:pt x="1479881" y="597"/>
                  </a:lnTo>
                  <a:lnTo>
                    <a:pt x="1498474" y="2046"/>
                  </a:lnTo>
                  <a:lnTo>
                    <a:pt x="1531738" y="4899"/>
                  </a:lnTo>
                  <a:lnTo>
                    <a:pt x="1581364" y="9601"/>
                  </a:lnTo>
                  <a:lnTo>
                    <a:pt x="1647149" y="16516"/>
                  </a:lnTo>
                  <a:lnTo>
                    <a:pt x="1727146" y="25896"/>
                  </a:lnTo>
                  <a:lnTo>
                    <a:pt x="1818100" y="37870"/>
                  </a:lnTo>
                  <a:lnTo>
                    <a:pt x="1916079" y="52463"/>
                  </a:lnTo>
                  <a:lnTo>
                    <a:pt x="2017114" y="69637"/>
                  </a:lnTo>
                  <a:lnTo>
                    <a:pt x="2117708" y="89334"/>
                  </a:lnTo>
                  <a:lnTo>
                    <a:pt x="2215129" y="111523"/>
                  </a:lnTo>
                  <a:lnTo>
                    <a:pt x="2307497" y="136234"/>
                  </a:lnTo>
                  <a:lnTo>
                    <a:pt x="2393722" y="163576"/>
                  </a:lnTo>
                  <a:lnTo>
                    <a:pt x="2473367" y="193746"/>
                  </a:lnTo>
                  <a:lnTo>
                    <a:pt x="2546485" y="227037"/>
                  </a:lnTo>
                  <a:lnTo>
                    <a:pt x="2613462" y="263825"/>
                  </a:lnTo>
                  <a:lnTo>
                    <a:pt x="2674902" y="304564"/>
                  </a:lnTo>
                  <a:lnTo>
                    <a:pt x="2731524" y="349761"/>
                  </a:lnTo>
                  <a:lnTo>
                    <a:pt x="2784094" y="399942"/>
                  </a:lnTo>
                  <a:lnTo>
                    <a:pt x="2833379" y="455588"/>
                  </a:lnTo>
                  <a:lnTo>
                    <a:pt x="2880092" y="517032"/>
                  </a:lnTo>
                  <a:lnTo>
                    <a:pt x="2896531" y="540780"/>
                  </a:lnTo>
                  <a:lnTo>
                    <a:pt x="2932191" y="596160"/>
                  </a:lnTo>
                  <a:lnTo>
                    <a:pt x="2966987" y="655397"/>
                  </a:lnTo>
                  <a:lnTo>
                    <a:pt x="3001142" y="718568"/>
                  </a:lnTo>
                  <a:lnTo>
                    <a:pt x="3034838" y="785697"/>
                  </a:lnTo>
                  <a:lnTo>
                    <a:pt x="3068223" y="856745"/>
                  </a:lnTo>
                  <a:lnTo>
                    <a:pt x="3101414" y="931605"/>
                  </a:lnTo>
                  <a:lnTo>
                    <a:pt x="3134500" y="1010099"/>
                  </a:lnTo>
                  <a:lnTo>
                    <a:pt x="3167548" y="1091976"/>
                  </a:lnTo>
                  <a:lnTo>
                    <a:pt x="3200604" y="1176911"/>
                  </a:lnTo>
                  <a:lnTo>
                    <a:pt x="3233695" y="1264510"/>
                  </a:lnTo>
                  <a:lnTo>
                    <a:pt x="3266832" y="1354313"/>
                  </a:lnTo>
                  <a:lnTo>
                    <a:pt x="3300016" y="1445805"/>
                  </a:lnTo>
                  <a:lnTo>
                    <a:pt x="3333234" y="1538429"/>
                  </a:lnTo>
                  <a:lnTo>
                    <a:pt x="3366471" y="1631595"/>
                  </a:lnTo>
                  <a:lnTo>
                    <a:pt x="3399705" y="1724702"/>
                  </a:lnTo>
                  <a:lnTo>
                    <a:pt x="3432918" y="1817147"/>
                  </a:lnTo>
                  <a:lnTo>
                    <a:pt x="3466093" y="1908347"/>
                  </a:lnTo>
                  <a:lnTo>
                    <a:pt x="3499221" y="1997751"/>
                  </a:lnTo>
                  <a:lnTo>
                    <a:pt x="3532303" y="2084856"/>
                  </a:lnTo>
                  <a:lnTo>
                    <a:pt x="3565355" y="2169213"/>
                  </a:lnTo>
                  <a:lnTo>
                    <a:pt x="3598406" y="2250442"/>
                  </a:lnTo>
                  <a:lnTo>
                    <a:pt x="3631507" y="2328233"/>
                  </a:lnTo>
                  <a:lnTo>
                    <a:pt x="3664728" y="2402347"/>
                  </a:lnTo>
                  <a:lnTo>
                    <a:pt x="3698165" y="2472623"/>
                  </a:lnTo>
                  <a:lnTo>
                    <a:pt x="3731940" y="2538968"/>
                  </a:lnTo>
                  <a:lnTo>
                    <a:pt x="3766206" y="2601354"/>
                  </a:lnTo>
                  <a:lnTo>
                    <a:pt x="3801154" y="2659817"/>
                  </a:lnTo>
                  <a:lnTo>
                    <a:pt x="3829811" y="2703900"/>
                  </a:lnTo>
                  <a:lnTo>
                    <a:pt x="3875751" y="2767476"/>
                  </a:lnTo>
                  <a:lnTo>
                    <a:pt x="3924024" y="2825199"/>
                  </a:lnTo>
                  <a:lnTo>
                    <a:pt x="3975316" y="2877313"/>
                  </a:lnTo>
                  <a:lnTo>
                    <a:pt x="4030378" y="2924259"/>
                  </a:lnTo>
                  <a:lnTo>
                    <a:pt x="4089982" y="2966555"/>
                  </a:lnTo>
                  <a:lnTo>
                    <a:pt x="4154873" y="3004721"/>
                  </a:lnTo>
                  <a:lnTo>
                    <a:pt x="4225704" y="3039232"/>
                  </a:lnTo>
                  <a:lnTo>
                    <a:pt x="4302954" y="3070497"/>
                  </a:lnTo>
                  <a:lnTo>
                    <a:pt x="4386813" y="3098837"/>
                  </a:lnTo>
                  <a:lnTo>
                    <a:pt x="4477040" y="3124485"/>
                  </a:lnTo>
                  <a:lnTo>
                    <a:pt x="4572801" y="3147582"/>
                  </a:lnTo>
                  <a:lnTo>
                    <a:pt x="4672515" y="3168185"/>
                  </a:lnTo>
                  <a:lnTo>
                    <a:pt x="4773758" y="3186280"/>
                  </a:lnTo>
                  <a:lnTo>
                    <a:pt x="4873288" y="3201816"/>
                  </a:lnTo>
                  <a:lnTo>
                    <a:pt x="4967261" y="3214742"/>
                  </a:lnTo>
                  <a:lnTo>
                    <a:pt x="5051660" y="3225054"/>
                  </a:lnTo>
                  <a:lnTo>
                    <a:pt x="5122908" y="3232841"/>
                  </a:lnTo>
                  <a:lnTo>
                    <a:pt x="5178518" y="3238309"/>
                  </a:lnTo>
                  <a:lnTo>
                    <a:pt x="5217623" y="3241785"/>
                  </a:lnTo>
                  <a:lnTo>
                    <a:pt x="5241228" y="3243689"/>
                  </a:lnTo>
                  <a:lnTo>
                    <a:pt x="5252173" y="3244493"/>
                  </a:lnTo>
                  <a:lnTo>
                    <a:pt x="5254900" y="3244676"/>
                  </a:lnTo>
                  <a:lnTo>
                    <a:pt x="5254955" y="3244680"/>
                  </a:lnTo>
                  <a:lnTo>
                    <a:pt x="6726343" y="3244680"/>
                  </a:lnTo>
                  <a:lnTo>
                    <a:pt x="6727576" y="3244665"/>
                  </a:lnTo>
                  <a:lnTo>
                    <a:pt x="6735671" y="3244560"/>
                  </a:lnTo>
                  <a:lnTo>
                    <a:pt x="6756025" y="3244270"/>
                  </a:lnTo>
                  <a:lnTo>
                    <a:pt x="6792289" y="3243700"/>
                  </a:lnTo>
                  <a:lnTo>
                    <a:pt x="6846087" y="3242761"/>
                  </a:lnTo>
                  <a:lnTo>
                    <a:pt x="6916895" y="3241384"/>
                  </a:lnTo>
                  <a:lnTo>
                    <a:pt x="7002264" y="3239524"/>
                  </a:lnTo>
                  <a:lnTo>
                    <a:pt x="7098392" y="3237159"/>
                  </a:lnTo>
                  <a:lnTo>
                    <a:pt x="7200876" y="3234289"/>
                  </a:lnTo>
                  <a:lnTo>
                    <a:pt x="7305446" y="3230922"/>
                  </a:lnTo>
                  <a:lnTo>
                    <a:pt x="7408491" y="3227070"/>
                  </a:lnTo>
                  <a:lnTo>
                    <a:pt x="7507322" y="3222736"/>
                  </a:lnTo>
                  <a:lnTo>
                    <a:pt x="7600213" y="3217906"/>
                  </a:lnTo>
                  <a:lnTo>
                    <a:pt x="7686277" y="3212554"/>
                  </a:lnTo>
                  <a:lnTo>
                    <a:pt x="7765293" y="3206630"/>
                  </a:lnTo>
                  <a:lnTo>
                    <a:pt x="7837515" y="3200068"/>
                  </a:lnTo>
                  <a:lnTo>
                    <a:pt x="7903504" y="3192784"/>
                  </a:lnTo>
                  <a:lnTo>
                    <a:pt x="7964004" y="3184681"/>
                  </a:lnTo>
                  <a:lnTo>
                    <a:pt x="8019847" y="3175656"/>
                  </a:lnTo>
                  <a:lnTo>
                    <a:pt x="8071882" y="3165605"/>
                  </a:lnTo>
                  <a:lnTo>
                    <a:pt x="8120922" y="3154450"/>
                  </a:lnTo>
                  <a:lnTo>
                    <a:pt x="8151487" y="3146604"/>
                  </a:lnTo>
                  <a:lnTo>
                    <a:pt x="8205523" y="3131003"/>
                  </a:lnTo>
                  <a:lnTo>
                    <a:pt x="8257823" y="3113757"/>
                  </a:lnTo>
                  <a:lnTo>
                    <a:pt x="8309067" y="3094844"/>
                  </a:lnTo>
                  <a:lnTo>
                    <a:pt x="8359743" y="3074303"/>
                  </a:lnTo>
                  <a:lnTo>
                    <a:pt x="8410189" y="3052241"/>
                  </a:lnTo>
                  <a:lnTo>
                    <a:pt x="8460613" y="3028836"/>
                  </a:lnTo>
                  <a:lnTo>
                    <a:pt x="8511122" y="3004339"/>
                  </a:lnTo>
                  <a:lnTo>
                    <a:pt x="8561737" y="2979059"/>
                  </a:lnTo>
                  <a:lnTo>
                    <a:pt x="8612426" y="2953352"/>
                  </a:lnTo>
                  <a:lnTo>
                    <a:pt x="8663122" y="2927602"/>
                  </a:lnTo>
                  <a:lnTo>
                    <a:pt x="8713759" y="2902193"/>
                  </a:lnTo>
                  <a:lnTo>
                    <a:pt x="8764291" y="2877491"/>
                  </a:lnTo>
                  <a:lnTo>
                    <a:pt x="8814729" y="2853817"/>
                  </a:lnTo>
                  <a:lnTo>
                    <a:pt x="8865155" y="2831435"/>
                  </a:lnTo>
                  <a:lnTo>
                    <a:pt x="8915756" y="2810539"/>
                  </a:lnTo>
                  <a:lnTo>
                    <a:pt x="8966835" y="2791255"/>
                  </a:lnTo>
                  <a:lnTo>
                    <a:pt x="9018846" y="2773634"/>
                  </a:lnTo>
                  <a:lnTo>
                    <a:pt x="9072421" y="2757668"/>
                  </a:lnTo>
                  <a:lnTo>
                    <a:pt x="9084767" y="2754300"/>
                  </a:lnTo>
                  <a:lnTo>
                    <a:pt x="9132258" y="2742408"/>
                  </a:lnTo>
                  <a:lnTo>
                    <a:pt x="9182262" y="2731647"/>
                  </a:lnTo>
                  <a:lnTo>
                    <a:pt x="9235539" y="2721967"/>
                  </a:lnTo>
                  <a:lnTo>
                    <a:pt x="9292920" y="2713277"/>
                  </a:lnTo>
                  <a:lnTo>
                    <a:pt x="9355255" y="2705474"/>
                  </a:lnTo>
                  <a:lnTo>
                    <a:pt x="9423355" y="2698454"/>
                  </a:lnTo>
                  <a:lnTo>
                    <a:pt x="9497912" y="2692125"/>
                  </a:lnTo>
                  <a:lnTo>
                    <a:pt x="9579395" y="2686408"/>
                  </a:lnTo>
                  <a:lnTo>
                    <a:pt x="9667911" y="2681244"/>
                  </a:lnTo>
                  <a:lnTo>
                    <a:pt x="9763028" y="2676591"/>
                  </a:lnTo>
                  <a:lnTo>
                    <a:pt x="9863584" y="2672426"/>
                  </a:lnTo>
                  <a:lnTo>
                    <a:pt x="9967520" y="2668744"/>
                  </a:lnTo>
                  <a:lnTo>
                    <a:pt x="10071812" y="2665550"/>
                  </a:lnTo>
                  <a:lnTo>
                    <a:pt x="10172570" y="2662856"/>
                  </a:lnTo>
                  <a:lnTo>
                    <a:pt x="10265408" y="2660670"/>
                  </a:lnTo>
                  <a:lnTo>
                    <a:pt x="10346043" y="2658983"/>
                  </a:lnTo>
                  <a:lnTo>
                    <a:pt x="10411067" y="2657767"/>
                  </a:lnTo>
                  <a:lnTo>
                    <a:pt x="10458658" y="2656966"/>
                  </a:lnTo>
                  <a:lnTo>
                    <a:pt x="10489041" y="2656505"/>
                  </a:lnTo>
                  <a:lnTo>
                    <a:pt x="10504579" y="2656291"/>
                  </a:lnTo>
                  <a:lnTo>
                    <a:pt x="10509567" y="2656228"/>
                  </a:lnTo>
                  <a:lnTo>
                    <a:pt x="10509911" y="2656224"/>
                  </a:lnTo>
                  <a:lnTo>
                    <a:pt x="11981298" y="265622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41" name="pl541"/>
            <p:cNvSpPr/>
            <p:nvPr/>
          </p:nvSpPr>
          <p:spPr>
            <a:xfrm>
              <a:off x="4799595" y="5976876"/>
              <a:ext cx="11981298" cy="3244680"/>
            </a:xfrm>
            <a:custGeom>
              <a:avLst/>
              <a:pathLst>
                <a:path w="11981298" h="3244680">
                  <a:moveTo>
                    <a:pt x="11981298" y="2656224"/>
                  </a:moveTo>
                  <a:lnTo>
                    <a:pt x="10509911" y="2656224"/>
                  </a:lnTo>
                  <a:lnTo>
                    <a:pt x="10508677" y="2656239"/>
                  </a:lnTo>
                  <a:lnTo>
                    <a:pt x="10500583" y="2656344"/>
                  </a:lnTo>
                  <a:lnTo>
                    <a:pt x="10480229" y="2656634"/>
                  </a:lnTo>
                  <a:lnTo>
                    <a:pt x="10443964" y="2657204"/>
                  </a:lnTo>
                  <a:lnTo>
                    <a:pt x="10390166" y="2658143"/>
                  </a:lnTo>
                  <a:lnTo>
                    <a:pt x="10319359" y="2659519"/>
                  </a:lnTo>
                  <a:lnTo>
                    <a:pt x="10233989" y="2661380"/>
                  </a:lnTo>
                  <a:lnTo>
                    <a:pt x="10137862" y="2663744"/>
                  </a:lnTo>
                  <a:lnTo>
                    <a:pt x="10035378" y="2666615"/>
                  </a:lnTo>
                  <a:lnTo>
                    <a:pt x="9930807" y="2669981"/>
                  </a:lnTo>
                  <a:lnTo>
                    <a:pt x="9827763" y="2673833"/>
                  </a:lnTo>
                  <a:lnTo>
                    <a:pt x="9728931" y="2678168"/>
                  </a:lnTo>
                  <a:lnTo>
                    <a:pt x="9636041" y="2682997"/>
                  </a:lnTo>
                  <a:lnTo>
                    <a:pt x="9549977" y="2688350"/>
                  </a:lnTo>
                  <a:lnTo>
                    <a:pt x="9470960" y="2694274"/>
                  </a:lnTo>
                  <a:lnTo>
                    <a:pt x="9398739" y="2700836"/>
                  </a:lnTo>
                  <a:lnTo>
                    <a:pt x="9332750" y="2708120"/>
                  </a:lnTo>
                  <a:lnTo>
                    <a:pt x="9272249" y="2716222"/>
                  </a:lnTo>
                  <a:lnTo>
                    <a:pt x="9216407" y="2725248"/>
                  </a:lnTo>
                  <a:lnTo>
                    <a:pt x="9164371" y="2735299"/>
                  </a:lnTo>
                  <a:lnTo>
                    <a:pt x="9115331" y="2746454"/>
                  </a:lnTo>
                  <a:lnTo>
                    <a:pt x="9084767" y="2754300"/>
                  </a:lnTo>
                  <a:lnTo>
                    <a:pt x="9030730" y="2769901"/>
                  </a:lnTo>
                  <a:lnTo>
                    <a:pt x="8978430" y="2787147"/>
                  </a:lnTo>
                  <a:lnTo>
                    <a:pt x="8927186" y="2806060"/>
                  </a:lnTo>
                  <a:lnTo>
                    <a:pt x="8876510" y="2826601"/>
                  </a:lnTo>
                  <a:lnTo>
                    <a:pt x="8826064" y="2848663"/>
                  </a:lnTo>
                  <a:lnTo>
                    <a:pt x="8775640" y="2872067"/>
                  </a:lnTo>
                  <a:lnTo>
                    <a:pt x="8725132" y="2896565"/>
                  </a:lnTo>
                  <a:lnTo>
                    <a:pt x="8674516" y="2921845"/>
                  </a:lnTo>
                  <a:lnTo>
                    <a:pt x="8623828" y="2947552"/>
                  </a:lnTo>
                  <a:lnTo>
                    <a:pt x="8573131" y="2973302"/>
                  </a:lnTo>
                  <a:lnTo>
                    <a:pt x="8522495" y="2998711"/>
                  </a:lnTo>
                  <a:lnTo>
                    <a:pt x="8471962" y="3023413"/>
                  </a:lnTo>
                  <a:lnTo>
                    <a:pt x="8421525" y="3047087"/>
                  </a:lnTo>
                  <a:lnTo>
                    <a:pt x="8371098" y="3069469"/>
                  </a:lnTo>
                  <a:lnTo>
                    <a:pt x="8320498" y="3090364"/>
                  </a:lnTo>
                  <a:lnTo>
                    <a:pt x="8269418" y="3109649"/>
                  </a:lnTo>
                  <a:lnTo>
                    <a:pt x="8217407" y="3127270"/>
                  </a:lnTo>
                  <a:lnTo>
                    <a:pt x="8163832" y="3143236"/>
                  </a:lnTo>
                  <a:lnTo>
                    <a:pt x="8151487" y="3146604"/>
                  </a:lnTo>
                  <a:lnTo>
                    <a:pt x="8103995" y="3158496"/>
                  </a:lnTo>
                  <a:lnTo>
                    <a:pt x="8053991" y="3169257"/>
                  </a:lnTo>
                  <a:lnTo>
                    <a:pt x="8000715" y="3178937"/>
                  </a:lnTo>
                  <a:lnTo>
                    <a:pt x="7943334" y="3187626"/>
                  </a:lnTo>
                  <a:lnTo>
                    <a:pt x="7880998" y="3195430"/>
                  </a:lnTo>
                  <a:lnTo>
                    <a:pt x="7812898" y="3202449"/>
                  </a:lnTo>
                  <a:lnTo>
                    <a:pt x="7738342" y="3208779"/>
                  </a:lnTo>
                  <a:lnTo>
                    <a:pt x="7656859" y="3214496"/>
                  </a:lnTo>
                  <a:lnTo>
                    <a:pt x="7568343" y="3219660"/>
                  </a:lnTo>
                  <a:lnTo>
                    <a:pt x="7473225" y="3224313"/>
                  </a:lnTo>
                  <a:lnTo>
                    <a:pt x="7372669" y="3228478"/>
                  </a:lnTo>
                  <a:lnTo>
                    <a:pt x="7268733" y="3232160"/>
                  </a:lnTo>
                  <a:lnTo>
                    <a:pt x="7164442" y="3235354"/>
                  </a:lnTo>
                  <a:lnTo>
                    <a:pt x="7063683" y="3238048"/>
                  </a:lnTo>
                  <a:lnTo>
                    <a:pt x="6970846" y="3240234"/>
                  </a:lnTo>
                  <a:lnTo>
                    <a:pt x="6890211" y="3241921"/>
                  </a:lnTo>
                  <a:lnTo>
                    <a:pt x="6825187" y="3243137"/>
                  </a:lnTo>
                  <a:lnTo>
                    <a:pt x="6777595" y="3243938"/>
                  </a:lnTo>
                  <a:lnTo>
                    <a:pt x="6747212" y="3244399"/>
                  </a:lnTo>
                  <a:lnTo>
                    <a:pt x="6731674" y="3244613"/>
                  </a:lnTo>
                  <a:lnTo>
                    <a:pt x="6726686" y="3244676"/>
                  </a:lnTo>
                  <a:lnTo>
                    <a:pt x="6726343" y="3244680"/>
                  </a:lnTo>
                  <a:lnTo>
                    <a:pt x="5254955" y="3244680"/>
                  </a:lnTo>
                  <a:lnTo>
                    <a:pt x="5253834" y="3244606"/>
                  </a:lnTo>
                  <a:lnTo>
                    <a:pt x="5246461" y="3244082"/>
                  </a:lnTo>
                  <a:lnTo>
                    <a:pt x="5227868" y="3242633"/>
                  </a:lnTo>
                  <a:lnTo>
                    <a:pt x="5194604" y="3239780"/>
                  </a:lnTo>
                  <a:lnTo>
                    <a:pt x="5144979" y="3235079"/>
                  </a:lnTo>
                  <a:lnTo>
                    <a:pt x="5079193" y="3228164"/>
                  </a:lnTo>
                  <a:lnTo>
                    <a:pt x="4999196" y="3218784"/>
                  </a:lnTo>
                  <a:lnTo>
                    <a:pt x="4908242" y="3206810"/>
                  </a:lnTo>
                  <a:lnTo>
                    <a:pt x="4810263" y="3192216"/>
                  </a:lnTo>
                  <a:lnTo>
                    <a:pt x="4709229" y="3175043"/>
                  </a:lnTo>
                  <a:lnTo>
                    <a:pt x="4608634" y="3155346"/>
                  </a:lnTo>
                  <a:lnTo>
                    <a:pt x="4511213" y="3133156"/>
                  </a:lnTo>
                  <a:lnTo>
                    <a:pt x="4418845" y="3108445"/>
                  </a:lnTo>
                  <a:lnTo>
                    <a:pt x="4332620" y="3081104"/>
                  </a:lnTo>
                  <a:lnTo>
                    <a:pt x="4252975" y="3050933"/>
                  </a:lnTo>
                  <a:lnTo>
                    <a:pt x="4179858" y="3017643"/>
                  </a:lnTo>
                  <a:lnTo>
                    <a:pt x="4112880" y="2980855"/>
                  </a:lnTo>
                  <a:lnTo>
                    <a:pt x="4051440" y="2940116"/>
                  </a:lnTo>
                  <a:lnTo>
                    <a:pt x="3994819" y="2894918"/>
                  </a:lnTo>
                  <a:lnTo>
                    <a:pt x="3942248" y="2844737"/>
                  </a:lnTo>
                  <a:lnTo>
                    <a:pt x="3892963" y="2789091"/>
                  </a:lnTo>
                  <a:lnTo>
                    <a:pt x="3846250" y="2727647"/>
                  </a:lnTo>
                  <a:lnTo>
                    <a:pt x="3829811" y="2703900"/>
                  </a:lnTo>
                  <a:lnTo>
                    <a:pt x="3794151" y="2648519"/>
                  </a:lnTo>
                  <a:lnTo>
                    <a:pt x="3759356" y="2589282"/>
                  </a:lnTo>
                  <a:lnTo>
                    <a:pt x="3725201" y="2526111"/>
                  </a:lnTo>
                  <a:lnTo>
                    <a:pt x="3691504" y="2458982"/>
                  </a:lnTo>
                  <a:lnTo>
                    <a:pt x="3658119" y="2387935"/>
                  </a:lnTo>
                  <a:lnTo>
                    <a:pt x="3624928" y="2313075"/>
                  </a:lnTo>
                  <a:lnTo>
                    <a:pt x="3591842" y="2234580"/>
                  </a:lnTo>
                  <a:lnTo>
                    <a:pt x="3558794" y="2152703"/>
                  </a:lnTo>
                  <a:lnTo>
                    <a:pt x="3525738" y="2067768"/>
                  </a:lnTo>
                  <a:lnTo>
                    <a:pt x="3492647" y="1980169"/>
                  </a:lnTo>
                  <a:lnTo>
                    <a:pt x="3459510" y="1890367"/>
                  </a:lnTo>
                  <a:lnTo>
                    <a:pt x="3426327" y="1798874"/>
                  </a:lnTo>
                  <a:lnTo>
                    <a:pt x="3393108" y="1706251"/>
                  </a:lnTo>
                  <a:lnTo>
                    <a:pt x="3359872" y="1613084"/>
                  </a:lnTo>
                  <a:lnTo>
                    <a:pt x="3326637" y="1519978"/>
                  </a:lnTo>
                  <a:lnTo>
                    <a:pt x="3293424" y="1427533"/>
                  </a:lnTo>
                  <a:lnTo>
                    <a:pt x="3260250" y="1336333"/>
                  </a:lnTo>
                  <a:lnTo>
                    <a:pt x="3227122" y="1246928"/>
                  </a:lnTo>
                  <a:lnTo>
                    <a:pt x="3194039" y="1159824"/>
                  </a:lnTo>
                  <a:lnTo>
                    <a:pt x="3160987" y="1075466"/>
                  </a:lnTo>
                  <a:lnTo>
                    <a:pt x="3127936" y="994237"/>
                  </a:lnTo>
                  <a:lnTo>
                    <a:pt x="3094835" y="916447"/>
                  </a:lnTo>
                  <a:lnTo>
                    <a:pt x="3061614" y="842332"/>
                  </a:lnTo>
                  <a:lnTo>
                    <a:pt x="3028177" y="772056"/>
                  </a:lnTo>
                  <a:lnTo>
                    <a:pt x="2994402" y="705712"/>
                  </a:lnTo>
                  <a:lnTo>
                    <a:pt x="2960136" y="643325"/>
                  </a:lnTo>
                  <a:lnTo>
                    <a:pt x="2925188" y="584862"/>
                  </a:lnTo>
                  <a:lnTo>
                    <a:pt x="2896531" y="540780"/>
                  </a:lnTo>
                  <a:lnTo>
                    <a:pt x="2850591" y="477203"/>
                  </a:lnTo>
                  <a:lnTo>
                    <a:pt x="2802318" y="419480"/>
                  </a:lnTo>
                  <a:lnTo>
                    <a:pt x="2751026" y="367366"/>
                  </a:lnTo>
                  <a:lnTo>
                    <a:pt x="2695965" y="320420"/>
                  </a:lnTo>
                  <a:lnTo>
                    <a:pt x="2636360" y="278124"/>
                  </a:lnTo>
                  <a:lnTo>
                    <a:pt x="2571469" y="239959"/>
                  </a:lnTo>
                  <a:lnTo>
                    <a:pt x="2500638" y="205447"/>
                  </a:lnTo>
                  <a:lnTo>
                    <a:pt x="2423388" y="174183"/>
                  </a:lnTo>
                  <a:lnTo>
                    <a:pt x="2339529" y="145843"/>
                  </a:lnTo>
                  <a:lnTo>
                    <a:pt x="2249302" y="120194"/>
                  </a:lnTo>
                  <a:lnTo>
                    <a:pt x="2153541" y="97097"/>
                  </a:lnTo>
                  <a:lnTo>
                    <a:pt x="2053827" y="76495"/>
                  </a:lnTo>
                  <a:lnTo>
                    <a:pt x="1952584" y="58399"/>
                  </a:lnTo>
                  <a:lnTo>
                    <a:pt x="1853054" y="42863"/>
                  </a:lnTo>
                  <a:lnTo>
                    <a:pt x="1759081" y="29937"/>
                  </a:lnTo>
                  <a:lnTo>
                    <a:pt x="1674682" y="19625"/>
                  </a:lnTo>
                  <a:lnTo>
                    <a:pt x="1603434" y="11838"/>
                  </a:lnTo>
                  <a:lnTo>
                    <a:pt x="1547824" y="6370"/>
                  </a:lnTo>
                  <a:lnTo>
                    <a:pt x="1508719" y="2895"/>
                  </a:lnTo>
                  <a:lnTo>
                    <a:pt x="1485114" y="991"/>
                  </a:lnTo>
                  <a:lnTo>
                    <a:pt x="1474169" y="187"/>
                  </a:lnTo>
                  <a:lnTo>
                    <a:pt x="1471443" y="3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42" name="pg542"/>
            <p:cNvSpPr/>
            <p:nvPr/>
          </p:nvSpPr>
          <p:spPr>
            <a:xfrm>
              <a:off x="4799595" y="5985049"/>
              <a:ext cx="11981298" cy="4454284"/>
            </a:xfrm>
            <a:custGeom>
              <a:avLst/>
              <a:pathLst>
                <a:path w="11981298" h="4454284">
                  <a:moveTo>
                    <a:pt x="0" y="8172"/>
                  </a:moveTo>
                  <a:lnTo>
                    <a:pt x="1471387" y="8172"/>
                  </a:lnTo>
                  <a:lnTo>
                    <a:pt x="1472508" y="8246"/>
                  </a:lnTo>
                  <a:lnTo>
                    <a:pt x="1479877" y="8771"/>
                  </a:lnTo>
                  <a:lnTo>
                    <a:pt x="1498462" y="10223"/>
                  </a:lnTo>
                  <a:lnTo>
                    <a:pt x="1531712" y="13082"/>
                  </a:lnTo>
                  <a:lnTo>
                    <a:pt x="1581318" y="17793"/>
                  </a:lnTo>
                  <a:lnTo>
                    <a:pt x="1647079" y="24723"/>
                  </a:lnTo>
                  <a:lnTo>
                    <a:pt x="1727050" y="34122"/>
                  </a:lnTo>
                  <a:lnTo>
                    <a:pt x="1817980" y="46121"/>
                  </a:lnTo>
                  <a:lnTo>
                    <a:pt x="1915936" y="60745"/>
                  </a:lnTo>
                  <a:lnTo>
                    <a:pt x="2016953" y="77956"/>
                  </a:lnTo>
                  <a:lnTo>
                    <a:pt x="2117534" y="97695"/>
                  </a:lnTo>
                  <a:lnTo>
                    <a:pt x="2214948" y="119932"/>
                  </a:lnTo>
                  <a:lnTo>
                    <a:pt x="2307312" y="144697"/>
                  </a:lnTo>
                  <a:lnTo>
                    <a:pt x="2393538" y="172097"/>
                  </a:lnTo>
                  <a:lnTo>
                    <a:pt x="2473186" y="202332"/>
                  </a:lnTo>
                  <a:lnTo>
                    <a:pt x="2546307" y="235693"/>
                  </a:lnTo>
                  <a:lnTo>
                    <a:pt x="2613290" y="272558"/>
                  </a:lnTo>
                  <a:lnTo>
                    <a:pt x="2674734" y="313381"/>
                  </a:lnTo>
                  <a:lnTo>
                    <a:pt x="2731359" y="358671"/>
                  </a:lnTo>
                  <a:lnTo>
                    <a:pt x="2783933" y="408955"/>
                  </a:lnTo>
                  <a:lnTo>
                    <a:pt x="2833219" y="464713"/>
                  </a:lnTo>
                  <a:lnTo>
                    <a:pt x="2879933" y="526282"/>
                  </a:lnTo>
                  <a:lnTo>
                    <a:pt x="2896531" y="550315"/>
                  </a:lnTo>
                  <a:lnTo>
                    <a:pt x="2932153" y="605774"/>
                  </a:lnTo>
                  <a:lnTo>
                    <a:pt x="2966913" y="665091"/>
                  </a:lnTo>
                  <a:lnTo>
                    <a:pt x="3001034" y="728343"/>
                  </a:lnTo>
                  <a:lnTo>
                    <a:pt x="3034696" y="795555"/>
                  </a:lnTo>
                  <a:lnTo>
                    <a:pt x="3068047" y="866688"/>
                  </a:lnTo>
                  <a:lnTo>
                    <a:pt x="3101203" y="941635"/>
                  </a:lnTo>
                  <a:lnTo>
                    <a:pt x="3134254" y="1020219"/>
                  </a:lnTo>
                  <a:lnTo>
                    <a:pt x="3167268" y="1102190"/>
                  </a:lnTo>
                  <a:lnTo>
                    <a:pt x="3200288" y="1187223"/>
                  </a:lnTo>
                  <a:lnTo>
                    <a:pt x="3233344" y="1274924"/>
                  </a:lnTo>
                  <a:lnTo>
                    <a:pt x="3266445" y="1364836"/>
                  </a:lnTo>
                  <a:lnTo>
                    <a:pt x="3299593" y="1456445"/>
                  </a:lnTo>
                  <a:lnTo>
                    <a:pt x="3332776" y="1549192"/>
                  </a:lnTo>
                  <a:lnTo>
                    <a:pt x="3365977" y="1642490"/>
                  </a:lnTo>
                  <a:lnTo>
                    <a:pt x="3399177" y="1735738"/>
                  </a:lnTo>
                  <a:lnTo>
                    <a:pt x="3432355" y="1828333"/>
                  </a:lnTo>
                  <a:lnTo>
                    <a:pt x="3465495" y="1919693"/>
                  </a:lnTo>
                  <a:lnTo>
                    <a:pt x="3498589" y="2009266"/>
                  </a:lnTo>
                  <a:lnTo>
                    <a:pt x="3531637" y="2096547"/>
                  </a:lnTo>
                  <a:lnTo>
                    <a:pt x="3564654" y="2181088"/>
                  </a:lnTo>
                  <a:lnTo>
                    <a:pt x="3597670" y="2262507"/>
                  </a:lnTo>
                  <a:lnTo>
                    <a:pt x="3630734" y="2340492"/>
                  </a:lnTo>
                  <a:lnTo>
                    <a:pt x="3663916" y="2414805"/>
                  </a:lnTo>
                  <a:lnTo>
                    <a:pt x="3697310" y="2485280"/>
                  </a:lnTo>
                  <a:lnTo>
                    <a:pt x="3731039" y="2551824"/>
                  </a:lnTo>
                  <a:lnTo>
                    <a:pt x="3765253" y="2614408"/>
                  </a:lnTo>
                  <a:lnTo>
                    <a:pt x="3800142" y="2673066"/>
                  </a:lnTo>
                  <a:lnTo>
                    <a:pt x="3829811" y="2718884"/>
                  </a:lnTo>
                  <a:lnTo>
                    <a:pt x="3875744" y="2782611"/>
                  </a:lnTo>
                  <a:lnTo>
                    <a:pt x="3924008" y="2840471"/>
                  </a:lnTo>
                  <a:lnTo>
                    <a:pt x="3975290" y="2892710"/>
                  </a:lnTo>
                  <a:lnTo>
                    <a:pt x="4030341" y="2939769"/>
                  </a:lnTo>
                  <a:lnTo>
                    <a:pt x="4089933" y="2982168"/>
                  </a:lnTo>
                  <a:lnTo>
                    <a:pt x="4154808" y="3020428"/>
                  </a:lnTo>
                  <a:lnTo>
                    <a:pt x="4225622" y="3055024"/>
                  </a:lnTo>
                  <a:lnTo>
                    <a:pt x="4302852" y="3086366"/>
                  </a:lnTo>
                  <a:lnTo>
                    <a:pt x="4386689" y="3114777"/>
                  </a:lnTo>
                  <a:lnTo>
                    <a:pt x="4476892" y="3140489"/>
                  </a:lnTo>
                  <a:lnTo>
                    <a:pt x="4572630" y="3163645"/>
                  </a:lnTo>
                  <a:lnTo>
                    <a:pt x="4672323" y="3184301"/>
                  </a:lnTo>
                  <a:lnTo>
                    <a:pt x="4773550" y="3202444"/>
                  </a:lnTo>
                  <a:lnTo>
                    <a:pt x="4873072" y="3218022"/>
                  </a:lnTo>
                  <a:lnTo>
                    <a:pt x="4967047" y="3230985"/>
                  </a:lnTo>
                  <a:lnTo>
                    <a:pt x="5051462" y="3241328"/>
                  </a:lnTo>
                  <a:lnTo>
                    <a:pt x="5122736" y="3249140"/>
                  </a:lnTo>
                  <a:lnTo>
                    <a:pt x="5178383" y="3254626"/>
                  </a:lnTo>
                  <a:lnTo>
                    <a:pt x="5217529" y="3258116"/>
                  </a:lnTo>
                  <a:lnTo>
                    <a:pt x="5241175" y="3260028"/>
                  </a:lnTo>
                  <a:lnTo>
                    <a:pt x="5252153" y="3260837"/>
                  </a:lnTo>
                  <a:lnTo>
                    <a:pt x="5254955" y="3261026"/>
                  </a:lnTo>
                  <a:lnTo>
                    <a:pt x="6726343" y="3261026"/>
                  </a:lnTo>
                  <a:lnTo>
                    <a:pt x="6727563" y="3261055"/>
                  </a:lnTo>
                  <a:lnTo>
                    <a:pt x="6735573" y="3261266"/>
                  </a:lnTo>
                  <a:lnTo>
                    <a:pt x="6755722" y="3261847"/>
                  </a:lnTo>
                  <a:lnTo>
                    <a:pt x="6791638" y="3262992"/>
                  </a:lnTo>
                  <a:lnTo>
                    <a:pt x="6844953" y="3264875"/>
                  </a:lnTo>
                  <a:lnTo>
                    <a:pt x="6915184" y="3267637"/>
                  </a:lnTo>
                  <a:lnTo>
                    <a:pt x="6999941" y="3271372"/>
                  </a:lnTo>
                  <a:lnTo>
                    <a:pt x="7095486" y="3276122"/>
                  </a:lnTo>
                  <a:lnTo>
                    <a:pt x="7197469" y="3281890"/>
                  </a:lnTo>
                  <a:lnTo>
                    <a:pt x="7301653" y="3288657"/>
                  </a:lnTo>
                  <a:lnTo>
                    <a:pt x="7404438" y="3296403"/>
                  </a:lnTo>
                  <a:lnTo>
                    <a:pt x="7503127" y="3305120"/>
                  </a:lnTo>
                  <a:lnTo>
                    <a:pt x="7595974" y="3314831"/>
                  </a:lnTo>
                  <a:lnTo>
                    <a:pt x="7682069" y="3325591"/>
                  </a:lnTo>
                  <a:lnTo>
                    <a:pt x="7761165" y="3337496"/>
                  </a:lnTo>
                  <a:lnTo>
                    <a:pt x="7833493" y="3350678"/>
                  </a:lnTo>
                  <a:lnTo>
                    <a:pt x="7899594" y="3365301"/>
                  </a:lnTo>
                  <a:lnTo>
                    <a:pt x="7960198" y="3381560"/>
                  </a:lnTo>
                  <a:lnTo>
                    <a:pt x="8016123" y="3399663"/>
                  </a:lnTo>
                  <a:lnTo>
                    <a:pt x="8068210" y="3419817"/>
                  </a:lnTo>
                  <a:lnTo>
                    <a:pt x="8117268" y="3442185"/>
                  </a:lnTo>
                  <a:lnTo>
                    <a:pt x="8151487" y="3459902"/>
                  </a:lnTo>
                  <a:lnTo>
                    <a:pt x="8200668" y="3488508"/>
                  </a:lnTo>
                  <a:lnTo>
                    <a:pt x="8248359" y="3519862"/>
                  </a:lnTo>
                  <a:lnTo>
                    <a:pt x="8295090" y="3554009"/>
                  </a:lnTo>
                  <a:lnTo>
                    <a:pt x="8341257" y="3590911"/>
                  </a:lnTo>
                  <a:lnTo>
                    <a:pt x="8387147" y="3630441"/>
                  </a:lnTo>
                  <a:lnTo>
                    <a:pt x="8432954" y="3672371"/>
                  </a:lnTo>
                  <a:lnTo>
                    <a:pt x="8478793" y="3716375"/>
                  </a:lnTo>
                  <a:lnTo>
                    <a:pt x="8524716" y="3762034"/>
                  </a:lnTo>
                  <a:lnTo>
                    <a:pt x="8570724" y="3808851"/>
                  </a:lnTo>
                  <a:lnTo>
                    <a:pt x="8616785" y="3856271"/>
                  </a:lnTo>
                  <a:lnTo>
                    <a:pt x="8662847" y="3903707"/>
                  </a:lnTo>
                  <a:lnTo>
                    <a:pt x="8708860" y="3950575"/>
                  </a:lnTo>
                  <a:lnTo>
                    <a:pt x="8754788" y="3996316"/>
                  </a:lnTo>
                  <a:lnTo>
                    <a:pt x="8800631" y="4040428"/>
                  </a:lnTo>
                  <a:lnTo>
                    <a:pt x="8846437" y="4082489"/>
                  </a:lnTo>
                  <a:lnTo>
                    <a:pt x="8892318" y="4122166"/>
                  </a:lnTo>
                  <a:lnTo>
                    <a:pt x="8938462" y="4159226"/>
                  </a:lnTo>
                  <a:lnTo>
                    <a:pt x="8985151" y="4193535"/>
                  </a:lnTo>
                  <a:lnTo>
                    <a:pt x="9032773" y="4225051"/>
                  </a:lnTo>
                  <a:lnTo>
                    <a:pt x="9081850" y="4253815"/>
                  </a:lnTo>
                  <a:lnTo>
                    <a:pt x="9084767" y="4255407"/>
                  </a:lnTo>
                  <a:lnTo>
                    <a:pt x="9132082" y="4279439"/>
                  </a:lnTo>
                  <a:lnTo>
                    <a:pt x="9181888" y="4301192"/>
                  </a:lnTo>
                  <a:lnTo>
                    <a:pt x="9234937" y="4320769"/>
                  </a:lnTo>
                  <a:lnTo>
                    <a:pt x="9292052" y="4338349"/>
                  </a:lnTo>
                  <a:lnTo>
                    <a:pt x="9354074" y="4354142"/>
                  </a:lnTo>
                  <a:lnTo>
                    <a:pt x="9421804" y="4368355"/>
                  </a:lnTo>
                  <a:lnTo>
                    <a:pt x="9495931" y="4381174"/>
                  </a:lnTo>
                  <a:lnTo>
                    <a:pt x="9576926" y="4392756"/>
                  </a:lnTo>
                  <a:lnTo>
                    <a:pt x="9664907" y="4403223"/>
                  </a:lnTo>
                  <a:lnTo>
                    <a:pt x="9759467" y="4412659"/>
                  </a:lnTo>
                  <a:lnTo>
                    <a:pt x="9859483" y="4421111"/>
                  </a:lnTo>
                  <a:lnTo>
                    <a:pt x="9962956" y="4428592"/>
                  </a:lnTo>
                  <a:lnTo>
                    <a:pt x="10066931" y="4435090"/>
                  </a:lnTo>
                  <a:lnTo>
                    <a:pt x="10167598" y="4440582"/>
                  </a:lnTo>
                  <a:lnTo>
                    <a:pt x="10260625" y="4445054"/>
                  </a:lnTo>
                  <a:lnTo>
                    <a:pt x="10341755" y="4448517"/>
                  </a:lnTo>
                  <a:lnTo>
                    <a:pt x="10407546" y="4451029"/>
                  </a:lnTo>
                  <a:lnTo>
                    <a:pt x="10456085" y="4452695"/>
                  </a:lnTo>
                  <a:lnTo>
                    <a:pt x="10487459" y="4453668"/>
                  </a:lnTo>
                  <a:lnTo>
                    <a:pt x="10503867" y="4454130"/>
                  </a:lnTo>
                  <a:lnTo>
                    <a:pt x="10509433" y="4454272"/>
                  </a:lnTo>
                  <a:lnTo>
                    <a:pt x="10509911" y="4454284"/>
                  </a:lnTo>
                  <a:lnTo>
                    <a:pt x="11981298" y="4454284"/>
                  </a:lnTo>
                  <a:lnTo>
                    <a:pt x="11981298" y="4446111"/>
                  </a:lnTo>
                  <a:lnTo>
                    <a:pt x="10509911" y="4446111"/>
                  </a:lnTo>
                  <a:lnTo>
                    <a:pt x="10508690" y="4446081"/>
                  </a:lnTo>
                  <a:lnTo>
                    <a:pt x="10500680" y="4445871"/>
                  </a:lnTo>
                  <a:lnTo>
                    <a:pt x="10480531" y="4445289"/>
                  </a:lnTo>
                  <a:lnTo>
                    <a:pt x="10444616" y="4444145"/>
                  </a:lnTo>
                  <a:lnTo>
                    <a:pt x="10391300" y="4442262"/>
                  </a:lnTo>
                  <a:lnTo>
                    <a:pt x="10321069" y="4439499"/>
                  </a:lnTo>
                  <a:lnTo>
                    <a:pt x="10236312" y="4435765"/>
                  </a:lnTo>
                  <a:lnTo>
                    <a:pt x="10140767" y="4431015"/>
                  </a:lnTo>
                  <a:lnTo>
                    <a:pt x="10038784" y="4425246"/>
                  </a:lnTo>
                  <a:lnTo>
                    <a:pt x="9934600" y="4418479"/>
                  </a:lnTo>
                  <a:lnTo>
                    <a:pt x="9831815" y="4410734"/>
                  </a:lnTo>
                  <a:lnTo>
                    <a:pt x="9733126" y="4402016"/>
                  </a:lnTo>
                  <a:lnTo>
                    <a:pt x="9640279" y="4392306"/>
                  </a:lnTo>
                  <a:lnTo>
                    <a:pt x="9554185" y="4381545"/>
                  </a:lnTo>
                  <a:lnTo>
                    <a:pt x="9475088" y="4369640"/>
                  </a:lnTo>
                  <a:lnTo>
                    <a:pt x="9402760" y="4356459"/>
                  </a:lnTo>
                  <a:lnTo>
                    <a:pt x="9336659" y="4341836"/>
                  </a:lnTo>
                  <a:lnTo>
                    <a:pt x="9276055" y="4325577"/>
                  </a:lnTo>
                  <a:lnTo>
                    <a:pt x="9220130" y="4307473"/>
                  </a:lnTo>
                  <a:lnTo>
                    <a:pt x="9168043" y="4287320"/>
                  </a:lnTo>
                  <a:lnTo>
                    <a:pt x="9118985" y="4264952"/>
                  </a:lnTo>
                  <a:lnTo>
                    <a:pt x="9084767" y="4247234"/>
                  </a:lnTo>
                  <a:lnTo>
                    <a:pt x="9035585" y="4218628"/>
                  </a:lnTo>
                  <a:lnTo>
                    <a:pt x="8987895" y="4187274"/>
                  </a:lnTo>
                  <a:lnTo>
                    <a:pt x="8941164" y="4153128"/>
                  </a:lnTo>
                  <a:lnTo>
                    <a:pt x="8894996" y="4116225"/>
                  </a:lnTo>
                  <a:lnTo>
                    <a:pt x="8849106" y="4076695"/>
                  </a:lnTo>
                  <a:lnTo>
                    <a:pt x="8803299" y="4034765"/>
                  </a:lnTo>
                  <a:lnTo>
                    <a:pt x="8757460" y="3990761"/>
                  </a:lnTo>
                  <a:lnTo>
                    <a:pt x="8711537" y="3945102"/>
                  </a:lnTo>
                  <a:lnTo>
                    <a:pt x="8665529" y="3898285"/>
                  </a:lnTo>
                  <a:lnTo>
                    <a:pt x="8619468" y="3850866"/>
                  </a:lnTo>
                  <a:lnTo>
                    <a:pt x="8573406" y="3803429"/>
                  </a:lnTo>
                  <a:lnTo>
                    <a:pt x="8527394" y="3756562"/>
                  </a:lnTo>
                  <a:lnTo>
                    <a:pt x="8481465" y="3710821"/>
                  </a:lnTo>
                  <a:lnTo>
                    <a:pt x="8435622" y="3666708"/>
                  </a:lnTo>
                  <a:lnTo>
                    <a:pt x="8389816" y="3624647"/>
                  </a:lnTo>
                  <a:lnTo>
                    <a:pt x="8343935" y="3584970"/>
                  </a:lnTo>
                  <a:lnTo>
                    <a:pt x="8297791" y="3547910"/>
                  </a:lnTo>
                  <a:lnTo>
                    <a:pt x="8251102" y="3513601"/>
                  </a:lnTo>
                  <a:lnTo>
                    <a:pt x="8203481" y="3482086"/>
                  </a:lnTo>
                  <a:lnTo>
                    <a:pt x="8154404" y="3453322"/>
                  </a:lnTo>
                  <a:lnTo>
                    <a:pt x="8151487" y="3451729"/>
                  </a:lnTo>
                  <a:lnTo>
                    <a:pt x="8104172" y="3427698"/>
                  </a:lnTo>
                  <a:lnTo>
                    <a:pt x="8054365" y="3405944"/>
                  </a:lnTo>
                  <a:lnTo>
                    <a:pt x="8001316" y="3386368"/>
                  </a:lnTo>
                  <a:lnTo>
                    <a:pt x="7944201" y="3368787"/>
                  </a:lnTo>
                  <a:lnTo>
                    <a:pt x="7882179" y="3352994"/>
                  </a:lnTo>
                  <a:lnTo>
                    <a:pt x="7814449" y="3338781"/>
                  </a:lnTo>
                  <a:lnTo>
                    <a:pt x="7740323" y="3325963"/>
                  </a:lnTo>
                  <a:lnTo>
                    <a:pt x="7659327" y="3314381"/>
                  </a:lnTo>
                  <a:lnTo>
                    <a:pt x="7571346" y="3303913"/>
                  </a:lnTo>
                  <a:lnTo>
                    <a:pt x="7476787" y="3294477"/>
                  </a:lnTo>
                  <a:lnTo>
                    <a:pt x="7376771" y="3286025"/>
                  </a:lnTo>
                  <a:lnTo>
                    <a:pt x="7273298" y="3278545"/>
                  </a:lnTo>
                  <a:lnTo>
                    <a:pt x="7169322" y="3272047"/>
                  </a:lnTo>
                  <a:lnTo>
                    <a:pt x="7068655" y="3266555"/>
                  </a:lnTo>
                  <a:lnTo>
                    <a:pt x="6975628" y="3262083"/>
                  </a:lnTo>
                  <a:lnTo>
                    <a:pt x="6894498" y="3258619"/>
                  </a:lnTo>
                  <a:lnTo>
                    <a:pt x="6828707" y="3256107"/>
                  </a:lnTo>
                  <a:lnTo>
                    <a:pt x="6780168" y="3254441"/>
                  </a:lnTo>
                  <a:lnTo>
                    <a:pt x="6748794" y="3253468"/>
                  </a:lnTo>
                  <a:lnTo>
                    <a:pt x="6732386" y="3253007"/>
                  </a:lnTo>
                  <a:lnTo>
                    <a:pt x="6726820" y="3252864"/>
                  </a:lnTo>
                  <a:lnTo>
                    <a:pt x="6726343" y="3252853"/>
                  </a:lnTo>
                  <a:lnTo>
                    <a:pt x="5254955" y="3252853"/>
                  </a:lnTo>
                  <a:lnTo>
                    <a:pt x="5253834" y="3252779"/>
                  </a:lnTo>
                  <a:lnTo>
                    <a:pt x="5246465" y="3252254"/>
                  </a:lnTo>
                  <a:lnTo>
                    <a:pt x="5227880" y="3250802"/>
                  </a:lnTo>
                  <a:lnTo>
                    <a:pt x="5194630" y="3247943"/>
                  </a:lnTo>
                  <a:lnTo>
                    <a:pt x="5145025" y="3243232"/>
                  </a:lnTo>
                  <a:lnTo>
                    <a:pt x="5079263" y="3236303"/>
                  </a:lnTo>
                  <a:lnTo>
                    <a:pt x="4999292" y="3226903"/>
                  </a:lnTo>
                  <a:lnTo>
                    <a:pt x="4908362" y="3214904"/>
                  </a:lnTo>
                  <a:lnTo>
                    <a:pt x="4810406" y="3200280"/>
                  </a:lnTo>
                  <a:lnTo>
                    <a:pt x="4709389" y="3183070"/>
                  </a:lnTo>
                  <a:lnTo>
                    <a:pt x="4608808" y="3163330"/>
                  </a:lnTo>
                  <a:lnTo>
                    <a:pt x="4511394" y="3141093"/>
                  </a:lnTo>
                  <a:lnTo>
                    <a:pt x="4419030" y="3116329"/>
                  </a:lnTo>
                  <a:lnTo>
                    <a:pt x="4332804" y="3088929"/>
                  </a:lnTo>
                  <a:lnTo>
                    <a:pt x="4253156" y="3058694"/>
                  </a:lnTo>
                  <a:lnTo>
                    <a:pt x="4180035" y="3025333"/>
                  </a:lnTo>
                  <a:lnTo>
                    <a:pt x="4113053" y="2988468"/>
                  </a:lnTo>
                  <a:lnTo>
                    <a:pt x="4051608" y="2947644"/>
                  </a:lnTo>
                  <a:lnTo>
                    <a:pt x="3994983" y="2902354"/>
                  </a:lnTo>
                  <a:lnTo>
                    <a:pt x="3942409" y="2852071"/>
                  </a:lnTo>
                  <a:lnTo>
                    <a:pt x="3893123" y="2796312"/>
                  </a:lnTo>
                  <a:lnTo>
                    <a:pt x="3846409" y="2734743"/>
                  </a:lnTo>
                  <a:lnTo>
                    <a:pt x="3829811" y="2710711"/>
                  </a:lnTo>
                  <a:lnTo>
                    <a:pt x="3794189" y="2655251"/>
                  </a:lnTo>
                  <a:lnTo>
                    <a:pt x="3759429" y="2595935"/>
                  </a:lnTo>
                  <a:lnTo>
                    <a:pt x="3725308" y="2532682"/>
                  </a:lnTo>
                  <a:lnTo>
                    <a:pt x="3691646" y="2465470"/>
                  </a:lnTo>
                  <a:lnTo>
                    <a:pt x="3658295" y="2394337"/>
                  </a:lnTo>
                  <a:lnTo>
                    <a:pt x="3625139" y="2319390"/>
                  </a:lnTo>
                  <a:lnTo>
                    <a:pt x="3592088" y="2240806"/>
                  </a:lnTo>
                  <a:lnTo>
                    <a:pt x="3559074" y="2158835"/>
                  </a:lnTo>
                  <a:lnTo>
                    <a:pt x="3526054" y="2073802"/>
                  </a:lnTo>
                  <a:lnTo>
                    <a:pt x="3492999" y="1986101"/>
                  </a:lnTo>
                  <a:lnTo>
                    <a:pt x="3459897" y="1896189"/>
                  </a:lnTo>
                  <a:lnTo>
                    <a:pt x="3426749" y="1804581"/>
                  </a:lnTo>
                  <a:lnTo>
                    <a:pt x="3393566" y="1711834"/>
                  </a:lnTo>
                  <a:lnTo>
                    <a:pt x="3360365" y="1618535"/>
                  </a:lnTo>
                  <a:lnTo>
                    <a:pt x="3327166" y="1525287"/>
                  </a:lnTo>
                  <a:lnTo>
                    <a:pt x="3293988" y="1432692"/>
                  </a:lnTo>
                  <a:lnTo>
                    <a:pt x="3260847" y="1341332"/>
                  </a:lnTo>
                  <a:lnTo>
                    <a:pt x="3227753" y="1251760"/>
                  </a:lnTo>
                  <a:lnTo>
                    <a:pt x="3194705" y="1164478"/>
                  </a:lnTo>
                  <a:lnTo>
                    <a:pt x="3161688" y="1079937"/>
                  </a:lnTo>
                  <a:lnTo>
                    <a:pt x="3128672" y="998518"/>
                  </a:lnTo>
                  <a:lnTo>
                    <a:pt x="3095608" y="920533"/>
                  </a:lnTo>
                  <a:lnTo>
                    <a:pt x="3062426" y="846220"/>
                  </a:lnTo>
                  <a:lnTo>
                    <a:pt x="3029032" y="775745"/>
                  </a:lnTo>
                  <a:lnTo>
                    <a:pt x="2995303" y="709201"/>
                  </a:lnTo>
                  <a:lnTo>
                    <a:pt x="2961089" y="646617"/>
                  </a:lnTo>
                  <a:lnTo>
                    <a:pt x="2926200" y="587959"/>
                  </a:lnTo>
                  <a:lnTo>
                    <a:pt x="2896531" y="542142"/>
                  </a:lnTo>
                  <a:lnTo>
                    <a:pt x="2850598" y="478415"/>
                  </a:lnTo>
                  <a:lnTo>
                    <a:pt x="2802334" y="420554"/>
                  </a:lnTo>
                  <a:lnTo>
                    <a:pt x="2751052" y="368315"/>
                  </a:lnTo>
                  <a:lnTo>
                    <a:pt x="2696001" y="321256"/>
                  </a:lnTo>
                  <a:lnTo>
                    <a:pt x="2636409" y="278857"/>
                  </a:lnTo>
                  <a:lnTo>
                    <a:pt x="2571534" y="240598"/>
                  </a:lnTo>
                  <a:lnTo>
                    <a:pt x="2500720" y="206001"/>
                  </a:lnTo>
                  <a:lnTo>
                    <a:pt x="2423490" y="174659"/>
                  </a:lnTo>
                  <a:lnTo>
                    <a:pt x="2339654" y="146249"/>
                  </a:lnTo>
                  <a:lnTo>
                    <a:pt x="2249450" y="120536"/>
                  </a:lnTo>
                  <a:lnTo>
                    <a:pt x="2153712" y="97380"/>
                  </a:lnTo>
                  <a:lnTo>
                    <a:pt x="2054019" y="76724"/>
                  </a:lnTo>
                  <a:lnTo>
                    <a:pt x="1952792" y="58581"/>
                  </a:lnTo>
                  <a:lnTo>
                    <a:pt x="1853270" y="43003"/>
                  </a:lnTo>
                  <a:lnTo>
                    <a:pt x="1759295" y="30040"/>
                  </a:lnTo>
                  <a:lnTo>
                    <a:pt x="1674881" y="19697"/>
                  </a:lnTo>
                  <a:lnTo>
                    <a:pt x="1603606" y="11886"/>
                  </a:lnTo>
                  <a:lnTo>
                    <a:pt x="1547959" y="6399"/>
                  </a:lnTo>
                  <a:lnTo>
                    <a:pt x="1508813" y="2910"/>
                  </a:lnTo>
                  <a:lnTo>
                    <a:pt x="1485167" y="997"/>
                  </a:lnTo>
                  <a:lnTo>
                    <a:pt x="1474189" y="189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543" name="pl543"/>
            <p:cNvSpPr/>
            <p:nvPr/>
          </p:nvSpPr>
          <p:spPr>
            <a:xfrm>
              <a:off x="4799595" y="5993222"/>
              <a:ext cx="11981298" cy="4446111"/>
            </a:xfrm>
            <a:custGeom>
              <a:avLst/>
              <a:pathLst>
                <a:path w="11981298" h="4446111">
                  <a:moveTo>
                    <a:pt x="0" y="0"/>
                  </a:moveTo>
                  <a:lnTo>
                    <a:pt x="1471387" y="0"/>
                  </a:lnTo>
                  <a:lnTo>
                    <a:pt x="1472508" y="73"/>
                  </a:lnTo>
                  <a:lnTo>
                    <a:pt x="1479877" y="599"/>
                  </a:lnTo>
                  <a:lnTo>
                    <a:pt x="1498462" y="2050"/>
                  </a:lnTo>
                  <a:lnTo>
                    <a:pt x="1531712" y="4909"/>
                  </a:lnTo>
                  <a:lnTo>
                    <a:pt x="1581318" y="9620"/>
                  </a:lnTo>
                  <a:lnTo>
                    <a:pt x="1647079" y="16550"/>
                  </a:lnTo>
                  <a:lnTo>
                    <a:pt x="1727050" y="25949"/>
                  </a:lnTo>
                  <a:lnTo>
                    <a:pt x="1817980" y="37948"/>
                  </a:lnTo>
                  <a:lnTo>
                    <a:pt x="1915936" y="52572"/>
                  </a:lnTo>
                  <a:lnTo>
                    <a:pt x="2016953" y="69783"/>
                  </a:lnTo>
                  <a:lnTo>
                    <a:pt x="2117534" y="89522"/>
                  </a:lnTo>
                  <a:lnTo>
                    <a:pt x="2214948" y="111759"/>
                  </a:lnTo>
                  <a:lnTo>
                    <a:pt x="2307312" y="136524"/>
                  </a:lnTo>
                  <a:lnTo>
                    <a:pt x="2393538" y="163924"/>
                  </a:lnTo>
                  <a:lnTo>
                    <a:pt x="2473186" y="194159"/>
                  </a:lnTo>
                  <a:lnTo>
                    <a:pt x="2546307" y="227520"/>
                  </a:lnTo>
                  <a:lnTo>
                    <a:pt x="2613290" y="264385"/>
                  </a:lnTo>
                  <a:lnTo>
                    <a:pt x="2674734" y="305208"/>
                  </a:lnTo>
                  <a:lnTo>
                    <a:pt x="2731359" y="350498"/>
                  </a:lnTo>
                  <a:lnTo>
                    <a:pt x="2783933" y="400782"/>
                  </a:lnTo>
                  <a:lnTo>
                    <a:pt x="2833219" y="456540"/>
                  </a:lnTo>
                  <a:lnTo>
                    <a:pt x="2879933" y="518109"/>
                  </a:lnTo>
                  <a:lnTo>
                    <a:pt x="2896531" y="542142"/>
                  </a:lnTo>
                  <a:lnTo>
                    <a:pt x="2932153" y="597601"/>
                  </a:lnTo>
                  <a:lnTo>
                    <a:pt x="2966913" y="656918"/>
                  </a:lnTo>
                  <a:lnTo>
                    <a:pt x="3001034" y="720170"/>
                  </a:lnTo>
                  <a:lnTo>
                    <a:pt x="3034696" y="787382"/>
                  </a:lnTo>
                  <a:lnTo>
                    <a:pt x="3068047" y="858515"/>
                  </a:lnTo>
                  <a:lnTo>
                    <a:pt x="3101203" y="933462"/>
                  </a:lnTo>
                  <a:lnTo>
                    <a:pt x="3134254" y="1012046"/>
                  </a:lnTo>
                  <a:lnTo>
                    <a:pt x="3167268" y="1094017"/>
                  </a:lnTo>
                  <a:lnTo>
                    <a:pt x="3200288" y="1179050"/>
                  </a:lnTo>
                  <a:lnTo>
                    <a:pt x="3233344" y="1266751"/>
                  </a:lnTo>
                  <a:lnTo>
                    <a:pt x="3266445" y="1356663"/>
                  </a:lnTo>
                  <a:lnTo>
                    <a:pt x="3299593" y="1448272"/>
                  </a:lnTo>
                  <a:lnTo>
                    <a:pt x="3332776" y="1541019"/>
                  </a:lnTo>
                  <a:lnTo>
                    <a:pt x="3365977" y="1634317"/>
                  </a:lnTo>
                  <a:lnTo>
                    <a:pt x="3399177" y="1727565"/>
                  </a:lnTo>
                  <a:lnTo>
                    <a:pt x="3432355" y="1820160"/>
                  </a:lnTo>
                  <a:lnTo>
                    <a:pt x="3465495" y="1911520"/>
                  </a:lnTo>
                  <a:lnTo>
                    <a:pt x="3498589" y="2001093"/>
                  </a:lnTo>
                  <a:lnTo>
                    <a:pt x="3531637" y="2088374"/>
                  </a:lnTo>
                  <a:lnTo>
                    <a:pt x="3564654" y="2172915"/>
                  </a:lnTo>
                  <a:lnTo>
                    <a:pt x="3597670" y="2254334"/>
                  </a:lnTo>
                  <a:lnTo>
                    <a:pt x="3630734" y="2332319"/>
                  </a:lnTo>
                  <a:lnTo>
                    <a:pt x="3663916" y="2406632"/>
                  </a:lnTo>
                  <a:lnTo>
                    <a:pt x="3697310" y="2477107"/>
                  </a:lnTo>
                  <a:lnTo>
                    <a:pt x="3731039" y="2543651"/>
                  </a:lnTo>
                  <a:lnTo>
                    <a:pt x="3765253" y="2606235"/>
                  </a:lnTo>
                  <a:lnTo>
                    <a:pt x="3800142" y="2664893"/>
                  </a:lnTo>
                  <a:lnTo>
                    <a:pt x="3829811" y="2710711"/>
                  </a:lnTo>
                  <a:lnTo>
                    <a:pt x="3875744" y="2774438"/>
                  </a:lnTo>
                  <a:lnTo>
                    <a:pt x="3924008" y="2832298"/>
                  </a:lnTo>
                  <a:lnTo>
                    <a:pt x="3975290" y="2884537"/>
                  </a:lnTo>
                  <a:lnTo>
                    <a:pt x="4030341" y="2931596"/>
                  </a:lnTo>
                  <a:lnTo>
                    <a:pt x="4089933" y="2973995"/>
                  </a:lnTo>
                  <a:lnTo>
                    <a:pt x="4154808" y="3012255"/>
                  </a:lnTo>
                  <a:lnTo>
                    <a:pt x="4225622" y="3046851"/>
                  </a:lnTo>
                  <a:lnTo>
                    <a:pt x="4302852" y="3078193"/>
                  </a:lnTo>
                  <a:lnTo>
                    <a:pt x="4386689" y="3106604"/>
                  </a:lnTo>
                  <a:lnTo>
                    <a:pt x="4476892" y="3132316"/>
                  </a:lnTo>
                  <a:lnTo>
                    <a:pt x="4572630" y="3155472"/>
                  </a:lnTo>
                  <a:lnTo>
                    <a:pt x="4672323" y="3176128"/>
                  </a:lnTo>
                  <a:lnTo>
                    <a:pt x="4773550" y="3194271"/>
                  </a:lnTo>
                  <a:lnTo>
                    <a:pt x="4873072" y="3209849"/>
                  </a:lnTo>
                  <a:lnTo>
                    <a:pt x="4967047" y="3222812"/>
                  </a:lnTo>
                  <a:lnTo>
                    <a:pt x="5051462" y="3233155"/>
                  </a:lnTo>
                  <a:lnTo>
                    <a:pt x="5122736" y="3240967"/>
                  </a:lnTo>
                  <a:lnTo>
                    <a:pt x="5178383" y="3246453"/>
                  </a:lnTo>
                  <a:lnTo>
                    <a:pt x="5217529" y="3249943"/>
                  </a:lnTo>
                  <a:lnTo>
                    <a:pt x="5241175" y="3251855"/>
                  </a:lnTo>
                  <a:lnTo>
                    <a:pt x="5252153" y="3252664"/>
                  </a:lnTo>
                  <a:lnTo>
                    <a:pt x="5254898" y="3252849"/>
                  </a:lnTo>
                  <a:lnTo>
                    <a:pt x="5254955" y="3252853"/>
                  </a:lnTo>
                  <a:lnTo>
                    <a:pt x="6726343" y="3252853"/>
                  </a:lnTo>
                  <a:lnTo>
                    <a:pt x="6727563" y="3252882"/>
                  </a:lnTo>
                  <a:lnTo>
                    <a:pt x="6735573" y="3253093"/>
                  </a:lnTo>
                  <a:lnTo>
                    <a:pt x="6755722" y="3253674"/>
                  </a:lnTo>
                  <a:lnTo>
                    <a:pt x="6791638" y="3254819"/>
                  </a:lnTo>
                  <a:lnTo>
                    <a:pt x="6844953" y="3256702"/>
                  </a:lnTo>
                  <a:lnTo>
                    <a:pt x="6915184" y="3259464"/>
                  </a:lnTo>
                  <a:lnTo>
                    <a:pt x="6999941" y="3263199"/>
                  </a:lnTo>
                  <a:lnTo>
                    <a:pt x="7095486" y="3267949"/>
                  </a:lnTo>
                  <a:lnTo>
                    <a:pt x="7197469" y="3273717"/>
                  </a:lnTo>
                  <a:lnTo>
                    <a:pt x="7301653" y="3280484"/>
                  </a:lnTo>
                  <a:lnTo>
                    <a:pt x="7404438" y="3288230"/>
                  </a:lnTo>
                  <a:lnTo>
                    <a:pt x="7503127" y="3296947"/>
                  </a:lnTo>
                  <a:lnTo>
                    <a:pt x="7595974" y="3306658"/>
                  </a:lnTo>
                  <a:lnTo>
                    <a:pt x="7682069" y="3317418"/>
                  </a:lnTo>
                  <a:lnTo>
                    <a:pt x="7761165" y="3329323"/>
                  </a:lnTo>
                  <a:lnTo>
                    <a:pt x="7833493" y="3342505"/>
                  </a:lnTo>
                  <a:lnTo>
                    <a:pt x="7899594" y="3357128"/>
                  </a:lnTo>
                  <a:lnTo>
                    <a:pt x="7960198" y="3373387"/>
                  </a:lnTo>
                  <a:lnTo>
                    <a:pt x="8016123" y="3391490"/>
                  </a:lnTo>
                  <a:lnTo>
                    <a:pt x="8068210" y="3411644"/>
                  </a:lnTo>
                  <a:lnTo>
                    <a:pt x="8117268" y="3434012"/>
                  </a:lnTo>
                  <a:lnTo>
                    <a:pt x="8151487" y="3451729"/>
                  </a:lnTo>
                  <a:lnTo>
                    <a:pt x="8200668" y="3480335"/>
                  </a:lnTo>
                  <a:lnTo>
                    <a:pt x="8248359" y="3511689"/>
                  </a:lnTo>
                  <a:lnTo>
                    <a:pt x="8295090" y="3545836"/>
                  </a:lnTo>
                  <a:lnTo>
                    <a:pt x="8341257" y="3582738"/>
                  </a:lnTo>
                  <a:lnTo>
                    <a:pt x="8387147" y="3622268"/>
                  </a:lnTo>
                  <a:lnTo>
                    <a:pt x="8432954" y="3664198"/>
                  </a:lnTo>
                  <a:lnTo>
                    <a:pt x="8478793" y="3708202"/>
                  </a:lnTo>
                  <a:lnTo>
                    <a:pt x="8524716" y="3753861"/>
                  </a:lnTo>
                  <a:lnTo>
                    <a:pt x="8570724" y="3800678"/>
                  </a:lnTo>
                  <a:lnTo>
                    <a:pt x="8616785" y="3848098"/>
                  </a:lnTo>
                  <a:lnTo>
                    <a:pt x="8662847" y="3895534"/>
                  </a:lnTo>
                  <a:lnTo>
                    <a:pt x="8708860" y="3942402"/>
                  </a:lnTo>
                  <a:lnTo>
                    <a:pt x="8754788" y="3988143"/>
                  </a:lnTo>
                  <a:lnTo>
                    <a:pt x="8800631" y="4032255"/>
                  </a:lnTo>
                  <a:lnTo>
                    <a:pt x="8846437" y="4074316"/>
                  </a:lnTo>
                  <a:lnTo>
                    <a:pt x="8892318" y="4113993"/>
                  </a:lnTo>
                  <a:lnTo>
                    <a:pt x="8938462" y="4151053"/>
                  </a:lnTo>
                  <a:lnTo>
                    <a:pt x="8985151" y="4185362"/>
                  </a:lnTo>
                  <a:lnTo>
                    <a:pt x="9032773" y="4216878"/>
                  </a:lnTo>
                  <a:lnTo>
                    <a:pt x="9081850" y="4245642"/>
                  </a:lnTo>
                  <a:lnTo>
                    <a:pt x="9084767" y="4247234"/>
                  </a:lnTo>
                  <a:lnTo>
                    <a:pt x="9132082" y="4271266"/>
                  </a:lnTo>
                  <a:lnTo>
                    <a:pt x="9181888" y="4293019"/>
                  </a:lnTo>
                  <a:lnTo>
                    <a:pt x="9234937" y="4312596"/>
                  </a:lnTo>
                  <a:lnTo>
                    <a:pt x="9292052" y="4330176"/>
                  </a:lnTo>
                  <a:lnTo>
                    <a:pt x="9354074" y="4345969"/>
                  </a:lnTo>
                  <a:lnTo>
                    <a:pt x="9421804" y="4360182"/>
                  </a:lnTo>
                  <a:lnTo>
                    <a:pt x="9495931" y="4373001"/>
                  </a:lnTo>
                  <a:lnTo>
                    <a:pt x="9576926" y="4384583"/>
                  </a:lnTo>
                  <a:lnTo>
                    <a:pt x="9664907" y="4395050"/>
                  </a:lnTo>
                  <a:lnTo>
                    <a:pt x="9759467" y="4404486"/>
                  </a:lnTo>
                  <a:lnTo>
                    <a:pt x="9859483" y="4412938"/>
                  </a:lnTo>
                  <a:lnTo>
                    <a:pt x="9962956" y="4420419"/>
                  </a:lnTo>
                  <a:lnTo>
                    <a:pt x="10066931" y="4426917"/>
                  </a:lnTo>
                  <a:lnTo>
                    <a:pt x="10167598" y="4432409"/>
                  </a:lnTo>
                  <a:lnTo>
                    <a:pt x="10260625" y="4436881"/>
                  </a:lnTo>
                  <a:lnTo>
                    <a:pt x="10341755" y="4440344"/>
                  </a:lnTo>
                  <a:lnTo>
                    <a:pt x="10407546" y="4442856"/>
                  </a:lnTo>
                  <a:lnTo>
                    <a:pt x="10456085" y="4444522"/>
                  </a:lnTo>
                  <a:lnTo>
                    <a:pt x="10487459" y="4445495"/>
                  </a:lnTo>
                  <a:lnTo>
                    <a:pt x="10503867" y="4445957"/>
                  </a:lnTo>
                  <a:lnTo>
                    <a:pt x="10509433" y="4446099"/>
                  </a:lnTo>
                  <a:lnTo>
                    <a:pt x="10509911" y="4446111"/>
                  </a:lnTo>
                  <a:lnTo>
                    <a:pt x="11981298" y="444611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44" name="pl544"/>
            <p:cNvSpPr/>
            <p:nvPr/>
          </p:nvSpPr>
          <p:spPr>
            <a:xfrm>
              <a:off x="4799595" y="5985049"/>
              <a:ext cx="11981298" cy="4446111"/>
            </a:xfrm>
            <a:custGeom>
              <a:avLst/>
              <a:pathLst>
                <a:path w="11981298" h="4446111">
                  <a:moveTo>
                    <a:pt x="11981298" y="4446111"/>
                  </a:moveTo>
                  <a:lnTo>
                    <a:pt x="10509911" y="4446111"/>
                  </a:lnTo>
                  <a:lnTo>
                    <a:pt x="10508690" y="4446081"/>
                  </a:lnTo>
                  <a:lnTo>
                    <a:pt x="10500680" y="4445871"/>
                  </a:lnTo>
                  <a:lnTo>
                    <a:pt x="10480531" y="4445289"/>
                  </a:lnTo>
                  <a:lnTo>
                    <a:pt x="10444616" y="4444145"/>
                  </a:lnTo>
                  <a:lnTo>
                    <a:pt x="10391300" y="4442262"/>
                  </a:lnTo>
                  <a:lnTo>
                    <a:pt x="10321069" y="4439499"/>
                  </a:lnTo>
                  <a:lnTo>
                    <a:pt x="10236312" y="4435765"/>
                  </a:lnTo>
                  <a:lnTo>
                    <a:pt x="10140767" y="4431015"/>
                  </a:lnTo>
                  <a:lnTo>
                    <a:pt x="10038784" y="4425246"/>
                  </a:lnTo>
                  <a:lnTo>
                    <a:pt x="9934600" y="4418479"/>
                  </a:lnTo>
                  <a:lnTo>
                    <a:pt x="9831815" y="4410734"/>
                  </a:lnTo>
                  <a:lnTo>
                    <a:pt x="9733126" y="4402016"/>
                  </a:lnTo>
                  <a:lnTo>
                    <a:pt x="9640279" y="4392306"/>
                  </a:lnTo>
                  <a:lnTo>
                    <a:pt x="9554185" y="4381545"/>
                  </a:lnTo>
                  <a:lnTo>
                    <a:pt x="9475088" y="4369640"/>
                  </a:lnTo>
                  <a:lnTo>
                    <a:pt x="9402760" y="4356459"/>
                  </a:lnTo>
                  <a:lnTo>
                    <a:pt x="9336659" y="4341836"/>
                  </a:lnTo>
                  <a:lnTo>
                    <a:pt x="9276055" y="4325577"/>
                  </a:lnTo>
                  <a:lnTo>
                    <a:pt x="9220130" y="4307473"/>
                  </a:lnTo>
                  <a:lnTo>
                    <a:pt x="9168043" y="4287320"/>
                  </a:lnTo>
                  <a:lnTo>
                    <a:pt x="9118985" y="4264952"/>
                  </a:lnTo>
                  <a:lnTo>
                    <a:pt x="9084767" y="4247234"/>
                  </a:lnTo>
                  <a:lnTo>
                    <a:pt x="9035585" y="4218628"/>
                  </a:lnTo>
                  <a:lnTo>
                    <a:pt x="8987895" y="4187274"/>
                  </a:lnTo>
                  <a:lnTo>
                    <a:pt x="8941164" y="4153128"/>
                  </a:lnTo>
                  <a:lnTo>
                    <a:pt x="8894996" y="4116225"/>
                  </a:lnTo>
                  <a:lnTo>
                    <a:pt x="8849106" y="4076695"/>
                  </a:lnTo>
                  <a:lnTo>
                    <a:pt x="8803299" y="4034765"/>
                  </a:lnTo>
                  <a:lnTo>
                    <a:pt x="8757460" y="3990761"/>
                  </a:lnTo>
                  <a:lnTo>
                    <a:pt x="8711537" y="3945102"/>
                  </a:lnTo>
                  <a:lnTo>
                    <a:pt x="8665529" y="3898285"/>
                  </a:lnTo>
                  <a:lnTo>
                    <a:pt x="8619468" y="3850866"/>
                  </a:lnTo>
                  <a:lnTo>
                    <a:pt x="8573406" y="3803429"/>
                  </a:lnTo>
                  <a:lnTo>
                    <a:pt x="8527394" y="3756562"/>
                  </a:lnTo>
                  <a:lnTo>
                    <a:pt x="8481465" y="3710821"/>
                  </a:lnTo>
                  <a:lnTo>
                    <a:pt x="8435622" y="3666708"/>
                  </a:lnTo>
                  <a:lnTo>
                    <a:pt x="8389816" y="3624647"/>
                  </a:lnTo>
                  <a:lnTo>
                    <a:pt x="8343935" y="3584970"/>
                  </a:lnTo>
                  <a:lnTo>
                    <a:pt x="8297791" y="3547910"/>
                  </a:lnTo>
                  <a:lnTo>
                    <a:pt x="8251102" y="3513601"/>
                  </a:lnTo>
                  <a:lnTo>
                    <a:pt x="8203481" y="3482086"/>
                  </a:lnTo>
                  <a:lnTo>
                    <a:pt x="8154404" y="3453322"/>
                  </a:lnTo>
                  <a:lnTo>
                    <a:pt x="8151487" y="3451729"/>
                  </a:lnTo>
                  <a:lnTo>
                    <a:pt x="8104172" y="3427698"/>
                  </a:lnTo>
                  <a:lnTo>
                    <a:pt x="8054365" y="3405944"/>
                  </a:lnTo>
                  <a:lnTo>
                    <a:pt x="8001316" y="3386368"/>
                  </a:lnTo>
                  <a:lnTo>
                    <a:pt x="7944201" y="3368787"/>
                  </a:lnTo>
                  <a:lnTo>
                    <a:pt x="7882179" y="3352994"/>
                  </a:lnTo>
                  <a:lnTo>
                    <a:pt x="7814449" y="3338781"/>
                  </a:lnTo>
                  <a:lnTo>
                    <a:pt x="7740323" y="3325963"/>
                  </a:lnTo>
                  <a:lnTo>
                    <a:pt x="7659327" y="3314381"/>
                  </a:lnTo>
                  <a:lnTo>
                    <a:pt x="7571346" y="3303913"/>
                  </a:lnTo>
                  <a:lnTo>
                    <a:pt x="7476787" y="3294477"/>
                  </a:lnTo>
                  <a:lnTo>
                    <a:pt x="7376771" y="3286025"/>
                  </a:lnTo>
                  <a:lnTo>
                    <a:pt x="7273298" y="3278545"/>
                  </a:lnTo>
                  <a:lnTo>
                    <a:pt x="7169322" y="3272047"/>
                  </a:lnTo>
                  <a:lnTo>
                    <a:pt x="7068655" y="3266555"/>
                  </a:lnTo>
                  <a:lnTo>
                    <a:pt x="6975628" y="3262083"/>
                  </a:lnTo>
                  <a:lnTo>
                    <a:pt x="6894498" y="3258619"/>
                  </a:lnTo>
                  <a:lnTo>
                    <a:pt x="6828707" y="3256107"/>
                  </a:lnTo>
                  <a:lnTo>
                    <a:pt x="6780168" y="3254441"/>
                  </a:lnTo>
                  <a:lnTo>
                    <a:pt x="6748794" y="3253468"/>
                  </a:lnTo>
                  <a:lnTo>
                    <a:pt x="6732386" y="3253007"/>
                  </a:lnTo>
                  <a:lnTo>
                    <a:pt x="6726820" y="3252864"/>
                  </a:lnTo>
                  <a:lnTo>
                    <a:pt x="6726343" y="3252853"/>
                  </a:lnTo>
                  <a:lnTo>
                    <a:pt x="5254955" y="3252853"/>
                  </a:lnTo>
                  <a:lnTo>
                    <a:pt x="5253834" y="3252779"/>
                  </a:lnTo>
                  <a:lnTo>
                    <a:pt x="5246465" y="3252254"/>
                  </a:lnTo>
                  <a:lnTo>
                    <a:pt x="5227880" y="3250802"/>
                  </a:lnTo>
                  <a:lnTo>
                    <a:pt x="5194630" y="3247943"/>
                  </a:lnTo>
                  <a:lnTo>
                    <a:pt x="5145025" y="3243232"/>
                  </a:lnTo>
                  <a:lnTo>
                    <a:pt x="5079263" y="3236303"/>
                  </a:lnTo>
                  <a:lnTo>
                    <a:pt x="4999292" y="3226903"/>
                  </a:lnTo>
                  <a:lnTo>
                    <a:pt x="4908362" y="3214904"/>
                  </a:lnTo>
                  <a:lnTo>
                    <a:pt x="4810406" y="3200280"/>
                  </a:lnTo>
                  <a:lnTo>
                    <a:pt x="4709389" y="3183070"/>
                  </a:lnTo>
                  <a:lnTo>
                    <a:pt x="4608808" y="3163330"/>
                  </a:lnTo>
                  <a:lnTo>
                    <a:pt x="4511394" y="3141093"/>
                  </a:lnTo>
                  <a:lnTo>
                    <a:pt x="4419030" y="3116329"/>
                  </a:lnTo>
                  <a:lnTo>
                    <a:pt x="4332804" y="3088929"/>
                  </a:lnTo>
                  <a:lnTo>
                    <a:pt x="4253156" y="3058694"/>
                  </a:lnTo>
                  <a:lnTo>
                    <a:pt x="4180035" y="3025333"/>
                  </a:lnTo>
                  <a:lnTo>
                    <a:pt x="4113053" y="2988468"/>
                  </a:lnTo>
                  <a:lnTo>
                    <a:pt x="4051608" y="2947644"/>
                  </a:lnTo>
                  <a:lnTo>
                    <a:pt x="3994983" y="2902354"/>
                  </a:lnTo>
                  <a:lnTo>
                    <a:pt x="3942409" y="2852071"/>
                  </a:lnTo>
                  <a:lnTo>
                    <a:pt x="3893123" y="2796312"/>
                  </a:lnTo>
                  <a:lnTo>
                    <a:pt x="3846409" y="2734743"/>
                  </a:lnTo>
                  <a:lnTo>
                    <a:pt x="3829811" y="2710711"/>
                  </a:lnTo>
                  <a:lnTo>
                    <a:pt x="3794189" y="2655251"/>
                  </a:lnTo>
                  <a:lnTo>
                    <a:pt x="3759429" y="2595935"/>
                  </a:lnTo>
                  <a:lnTo>
                    <a:pt x="3725308" y="2532682"/>
                  </a:lnTo>
                  <a:lnTo>
                    <a:pt x="3691646" y="2465470"/>
                  </a:lnTo>
                  <a:lnTo>
                    <a:pt x="3658295" y="2394337"/>
                  </a:lnTo>
                  <a:lnTo>
                    <a:pt x="3625139" y="2319390"/>
                  </a:lnTo>
                  <a:lnTo>
                    <a:pt x="3592088" y="2240806"/>
                  </a:lnTo>
                  <a:lnTo>
                    <a:pt x="3559074" y="2158835"/>
                  </a:lnTo>
                  <a:lnTo>
                    <a:pt x="3526054" y="2073802"/>
                  </a:lnTo>
                  <a:lnTo>
                    <a:pt x="3492999" y="1986101"/>
                  </a:lnTo>
                  <a:lnTo>
                    <a:pt x="3459897" y="1896189"/>
                  </a:lnTo>
                  <a:lnTo>
                    <a:pt x="3426749" y="1804581"/>
                  </a:lnTo>
                  <a:lnTo>
                    <a:pt x="3393566" y="1711834"/>
                  </a:lnTo>
                  <a:lnTo>
                    <a:pt x="3360365" y="1618535"/>
                  </a:lnTo>
                  <a:lnTo>
                    <a:pt x="3327166" y="1525287"/>
                  </a:lnTo>
                  <a:lnTo>
                    <a:pt x="3293988" y="1432692"/>
                  </a:lnTo>
                  <a:lnTo>
                    <a:pt x="3260847" y="1341332"/>
                  </a:lnTo>
                  <a:lnTo>
                    <a:pt x="3227753" y="1251760"/>
                  </a:lnTo>
                  <a:lnTo>
                    <a:pt x="3194705" y="1164478"/>
                  </a:lnTo>
                  <a:lnTo>
                    <a:pt x="3161688" y="1079937"/>
                  </a:lnTo>
                  <a:lnTo>
                    <a:pt x="3128672" y="998518"/>
                  </a:lnTo>
                  <a:lnTo>
                    <a:pt x="3095608" y="920533"/>
                  </a:lnTo>
                  <a:lnTo>
                    <a:pt x="3062426" y="846220"/>
                  </a:lnTo>
                  <a:lnTo>
                    <a:pt x="3029032" y="775745"/>
                  </a:lnTo>
                  <a:lnTo>
                    <a:pt x="2995303" y="709201"/>
                  </a:lnTo>
                  <a:lnTo>
                    <a:pt x="2961089" y="646617"/>
                  </a:lnTo>
                  <a:lnTo>
                    <a:pt x="2926200" y="587959"/>
                  </a:lnTo>
                  <a:lnTo>
                    <a:pt x="2896531" y="542142"/>
                  </a:lnTo>
                  <a:lnTo>
                    <a:pt x="2850598" y="478415"/>
                  </a:lnTo>
                  <a:lnTo>
                    <a:pt x="2802334" y="420554"/>
                  </a:lnTo>
                  <a:lnTo>
                    <a:pt x="2751052" y="368315"/>
                  </a:lnTo>
                  <a:lnTo>
                    <a:pt x="2696001" y="321256"/>
                  </a:lnTo>
                  <a:lnTo>
                    <a:pt x="2636409" y="278857"/>
                  </a:lnTo>
                  <a:lnTo>
                    <a:pt x="2571534" y="240598"/>
                  </a:lnTo>
                  <a:lnTo>
                    <a:pt x="2500720" y="206001"/>
                  </a:lnTo>
                  <a:lnTo>
                    <a:pt x="2423490" y="174659"/>
                  </a:lnTo>
                  <a:lnTo>
                    <a:pt x="2339654" y="146249"/>
                  </a:lnTo>
                  <a:lnTo>
                    <a:pt x="2249450" y="120536"/>
                  </a:lnTo>
                  <a:lnTo>
                    <a:pt x="2153712" y="97380"/>
                  </a:lnTo>
                  <a:lnTo>
                    <a:pt x="2054019" y="76724"/>
                  </a:lnTo>
                  <a:lnTo>
                    <a:pt x="1952792" y="58581"/>
                  </a:lnTo>
                  <a:lnTo>
                    <a:pt x="1853270" y="43003"/>
                  </a:lnTo>
                  <a:lnTo>
                    <a:pt x="1759295" y="30040"/>
                  </a:lnTo>
                  <a:lnTo>
                    <a:pt x="1674881" y="19697"/>
                  </a:lnTo>
                  <a:lnTo>
                    <a:pt x="1603606" y="11886"/>
                  </a:lnTo>
                  <a:lnTo>
                    <a:pt x="1547959" y="6399"/>
                  </a:lnTo>
                  <a:lnTo>
                    <a:pt x="1508813" y="2910"/>
                  </a:lnTo>
                  <a:lnTo>
                    <a:pt x="1485167" y="997"/>
                  </a:lnTo>
                  <a:lnTo>
                    <a:pt x="1474189" y="189"/>
                  </a:lnTo>
                  <a:lnTo>
                    <a:pt x="1471444" y="3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45" name="pg545"/>
            <p:cNvSpPr/>
            <p:nvPr/>
          </p:nvSpPr>
          <p:spPr>
            <a:xfrm>
              <a:off x="4799595" y="5993222"/>
              <a:ext cx="11981298" cy="5124469"/>
            </a:xfrm>
            <a:custGeom>
              <a:avLst/>
              <a:pathLst>
                <a:path w="11981298" h="5124469">
                  <a:moveTo>
                    <a:pt x="0" y="16345"/>
                  </a:moveTo>
                  <a:lnTo>
                    <a:pt x="1471387" y="16345"/>
                  </a:lnTo>
                  <a:lnTo>
                    <a:pt x="1472507" y="16419"/>
                  </a:lnTo>
                  <a:lnTo>
                    <a:pt x="1479869" y="16947"/>
                  </a:lnTo>
                  <a:lnTo>
                    <a:pt x="1498437" y="18405"/>
                  </a:lnTo>
                  <a:lnTo>
                    <a:pt x="1531660" y="21275"/>
                  </a:lnTo>
                  <a:lnTo>
                    <a:pt x="1581226" y="26005"/>
                  </a:lnTo>
                  <a:lnTo>
                    <a:pt x="1646939" y="32963"/>
                  </a:lnTo>
                  <a:lnTo>
                    <a:pt x="1726859" y="42401"/>
                  </a:lnTo>
                  <a:lnTo>
                    <a:pt x="1817738" y="54451"/>
                  </a:lnTo>
                  <a:lnTo>
                    <a:pt x="1915649" y="69137"/>
                  </a:lnTo>
                  <a:lnTo>
                    <a:pt x="2016630" y="86420"/>
                  </a:lnTo>
                  <a:lnTo>
                    <a:pt x="2117187" y="106244"/>
                  </a:lnTo>
                  <a:lnTo>
                    <a:pt x="2214585" y="128577"/>
                  </a:lnTo>
                  <a:lnTo>
                    <a:pt x="2306943" y="153447"/>
                  </a:lnTo>
                  <a:lnTo>
                    <a:pt x="2393168" y="180965"/>
                  </a:lnTo>
                  <a:lnTo>
                    <a:pt x="2472821" y="211328"/>
                  </a:lnTo>
                  <a:lnTo>
                    <a:pt x="2545951" y="244830"/>
                  </a:lnTo>
                  <a:lnTo>
                    <a:pt x="2612943" y="281849"/>
                  </a:lnTo>
                  <a:lnTo>
                    <a:pt x="2674397" y="322840"/>
                  </a:lnTo>
                  <a:lnTo>
                    <a:pt x="2731030" y="368316"/>
                  </a:lnTo>
                  <a:lnTo>
                    <a:pt x="2783610" y="418803"/>
                  </a:lnTo>
                  <a:lnTo>
                    <a:pt x="2832899" y="474787"/>
                  </a:lnTo>
                  <a:lnTo>
                    <a:pt x="2879613" y="536605"/>
                  </a:lnTo>
                  <a:lnTo>
                    <a:pt x="2896531" y="561212"/>
                  </a:lnTo>
                  <a:lnTo>
                    <a:pt x="2932079" y="616828"/>
                  </a:lnTo>
                  <a:lnTo>
                    <a:pt x="2966768" y="676304"/>
                  </a:lnTo>
                  <a:lnTo>
                    <a:pt x="3000819" y="739720"/>
                  </a:lnTo>
                  <a:lnTo>
                    <a:pt x="3034413" y="807097"/>
                  </a:lnTo>
                  <a:lnTo>
                    <a:pt x="3067695" y="878399"/>
                  </a:lnTo>
                  <a:lnTo>
                    <a:pt x="3100783" y="953520"/>
                  </a:lnTo>
                  <a:lnTo>
                    <a:pt x="3133766" y="1032284"/>
                  </a:lnTo>
                  <a:lnTo>
                    <a:pt x="3166709" y="1114441"/>
                  </a:lnTo>
                  <a:lnTo>
                    <a:pt x="3199660" y="1199668"/>
                  </a:lnTo>
                  <a:lnTo>
                    <a:pt x="3232644" y="1287575"/>
                  </a:lnTo>
                  <a:lnTo>
                    <a:pt x="3265675" y="1377704"/>
                  </a:lnTo>
                  <a:lnTo>
                    <a:pt x="3298752" y="1469543"/>
                  </a:lnTo>
                  <a:lnTo>
                    <a:pt x="3331864" y="1562537"/>
                  </a:lnTo>
                  <a:lnTo>
                    <a:pt x="3364994" y="1656099"/>
                  </a:lnTo>
                  <a:lnTo>
                    <a:pt x="3398124" y="1749627"/>
                  </a:lnTo>
                  <a:lnTo>
                    <a:pt x="3431233" y="1842522"/>
                  </a:lnTo>
                  <a:lnTo>
                    <a:pt x="3464305" y="1934200"/>
                  </a:lnTo>
                  <a:lnTo>
                    <a:pt x="3497330" y="2024108"/>
                  </a:lnTo>
                  <a:lnTo>
                    <a:pt x="3530310" y="2111741"/>
                  </a:lnTo>
                  <a:lnTo>
                    <a:pt x="3563258" y="2196649"/>
                  </a:lnTo>
                  <a:lnTo>
                    <a:pt x="3596204" y="2278447"/>
                  </a:lnTo>
                  <a:lnTo>
                    <a:pt x="3629194" y="2356820"/>
                  </a:lnTo>
                  <a:lnTo>
                    <a:pt x="3662298" y="2431528"/>
                  </a:lnTo>
                  <a:lnTo>
                    <a:pt x="3695609" y="2502402"/>
                  </a:lnTo>
                  <a:lnTo>
                    <a:pt x="3729246" y="2569344"/>
                  </a:lnTo>
                  <a:lnTo>
                    <a:pt x="3763357" y="2632324"/>
                  </a:lnTo>
                  <a:lnTo>
                    <a:pt x="3798129" y="2691371"/>
                  </a:lnTo>
                  <a:lnTo>
                    <a:pt x="3829811" y="2740678"/>
                  </a:lnTo>
                  <a:lnTo>
                    <a:pt x="3875729" y="2804706"/>
                  </a:lnTo>
                  <a:lnTo>
                    <a:pt x="3923977" y="2862842"/>
                  </a:lnTo>
                  <a:lnTo>
                    <a:pt x="3975240" y="2915331"/>
                  </a:lnTo>
                  <a:lnTo>
                    <a:pt x="4030269" y="2962617"/>
                  </a:lnTo>
                  <a:lnTo>
                    <a:pt x="4089834" y="3005222"/>
                  </a:lnTo>
                  <a:lnTo>
                    <a:pt x="4154679" y="3043668"/>
                  </a:lnTo>
                  <a:lnTo>
                    <a:pt x="4225457" y="3078434"/>
                  </a:lnTo>
                  <a:lnTo>
                    <a:pt x="4302647" y="3109931"/>
                  </a:lnTo>
                  <a:lnTo>
                    <a:pt x="4386439" y="3138483"/>
                  </a:lnTo>
                  <a:lnTo>
                    <a:pt x="4476596" y="3164325"/>
                  </a:lnTo>
                  <a:lnTo>
                    <a:pt x="4572287" y="3187598"/>
                  </a:lnTo>
                  <a:lnTo>
                    <a:pt x="4671938" y="3208360"/>
                  </a:lnTo>
                  <a:lnTo>
                    <a:pt x="4773132" y="3226598"/>
                  </a:lnTo>
                  <a:lnTo>
                    <a:pt x="4872638" y="3242261"/>
                  </a:lnTo>
                  <a:lnTo>
                    <a:pt x="4966618" y="3255297"/>
                  </a:lnTo>
                  <a:lnTo>
                    <a:pt x="5051062" y="3265702"/>
                  </a:lnTo>
                  <a:lnTo>
                    <a:pt x="5122391" y="3273563"/>
                  </a:lnTo>
                  <a:lnTo>
                    <a:pt x="5178112" y="3279088"/>
                  </a:lnTo>
                  <a:lnTo>
                    <a:pt x="5217341" y="3282604"/>
                  </a:lnTo>
                  <a:lnTo>
                    <a:pt x="5241069" y="3284534"/>
                  </a:lnTo>
                  <a:lnTo>
                    <a:pt x="5252112" y="3285352"/>
                  </a:lnTo>
                  <a:lnTo>
                    <a:pt x="5254955" y="3285545"/>
                  </a:lnTo>
                  <a:lnTo>
                    <a:pt x="6726343" y="3285545"/>
                  </a:lnTo>
                  <a:lnTo>
                    <a:pt x="6727540" y="3285589"/>
                  </a:lnTo>
                  <a:lnTo>
                    <a:pt x="6735402" y="3285907"/>
                  </a:lnTo>
                  <a:lnTo>
                    <a:pt x="6755190" y="3286786"/>
                  </a:lnTo>
                  <a:lnTo>
                    <a:pt x="6790493" y="3288516"/>
                  </a:lnTo>
                  <a:lnTo>
                    <a:pt x="6842958" y="3291363"/>
                  </a:lnTo>
                  <a:lnTo>
                    <a:pt x="6912170" y="3295541"/>
                  </a:lnTo>
                  <a:lnTo>
                    <a:pt x="6995844" y="3301195"/>
                  </a:lnTo>
                  <a:lnTo>
                    <a:pt x="7090352" y="3308392"/>
                  </a:lnTo>
                  <a:lnTo>
                    <a:pt x="7191440" y="3317139"/>
                  </a:lnTo>
                  <a:lnTo>
                    <a:pt x="7294931" y="3327408"/>
                  </a:lnTo>
                  <a:lnTo>
                    <a:pt x="7397242" y="3339167"/>
                  </a:lnTo>
                  <a:lnTo>
                    <a:pt x="7495669" y="3352403"/>
                  </a:lnTo>
                  <a:lnTo>
                    <a:pt x="7588428" y="3367146"/>
                  </a:lnTo>
                  <a:lnTo>
                    <a:pt x="7674570" y="3383477"/>
                  </a:lnTo>
                  <a:lnTo>
                    <a:pt x="7753803" y="3401533"/>
                  </a:lnTo>
                  <a:lnTo>
                    <a:pt x="7826316" y="3421509"/>
                  </a:lnTo>
                  <a:lnTo>
                    <a:pt x="7892618" y="3443650"/>
                  </a:lnTo>
                  <a:lnTo>
                    <a:pt x="7953407" y="3468245"/>
                  </a:lnTo>
                  <a:lnTo>
                    <a:pt x="8009482" y="3495610"/>
                  </a:lnTo>
                  <a:lnTo>
                    <a:pt x="8061667" y="3526056"/>
                  </a:lnTo>
                  <a:lnTo>
                    <a:pt x="8110763" y="3559845"/>
                  </a:lnTo>
                  <a:lnTo>
                    <a:pt x="8151487" y="3592032"/>
                  </a:lnTo>
                  <a:lnTo>
                    <a:pt x="8195446" y="3631161"/>
                  </a:lnTo>
                  <a:lnTo>
                    <a:pt x="8238168" y="3673649"/>
                  </a:lnTo>
                  <a:lnTo>
                    <a:pt x="8280046" y="3719561"/>
                  </a:lnTo>
                  <a:lnTo>
                    <a:pt x="8321387" y="3768881"/>
                  </a:lnTo>
                  <a:lnTo>
                    <a:pt x="8362419" y="3821509"/>
                  </a:lnTo>
                  <a:lnTo>
                    <a:pt x="8403311" y="3877249"/>
                  </a:lnTo>
                  <a:lnTo>
                    <a:pt x="8444177" y="3935807"/>
                  </a:lnTo>
                  <a:lnTo>
                    <a:pt x="8485084" y="3996794"/>
                  </a:lnTo>
                  <a:lnTo>
                    <a:pt x="8526060" y="4059735"/>
                  </a:lnTo>
                  <a:lnTo>
                    <a:pt x="8567104" y="4124078"/>
                  </a:lnTo>
                  <a:lnTo>
                    <a:pt x="8608193" y="4189217"/>
                  </a:lnTo>
                  <a:lnTo>
                    <a:pt x="8649292" y="4254511"/>
                  </a:lnTo>
                  <a:lnTo>
                    <a:pt x="8690362" y="4319317"/>
                  </a:lnTo>
                  <a:lnTo>
                    <a:pt x="8731373" y="4383009"/>
                  </a:lnTo>
                  <a:lnTo>
                    <a:pt x="8772312" y="4445005"/>
                  </a:lnTo>
                  <a:lnTo>
                    <a:pt x="8813191" y="4504792"/>
                  </a:lnTo>
                  <a:lnTo>
                    <a:pt x="8854060" y="4561936"/>
                  </a:lnTo>
                  <a:lnTo>
                    <a:pt x="8895007" y="4616098"/>
                  </a:lnTo>
                  <a:lnTo>
                    <a:pt x="8936174" y="4667036"/>
                  </a:lnTo>
                  <a:lnTo>
                    <a:pt x="8977759" y="4714602"/>
                  </a:lnTo>
                  <a:lnTo>
                    <a:pt x="9020030" y="4758742"/>
                  </a:lnTo>
                  <a:lnTo>
                    <a:pt x="9063335" y="4799482"/>
                  </a:lnTo>
                  <a:lnTo>
                    <a:pt x="9084767" y="4817982"/>
                  </a:lnTo>
                  <a:lnTo>
                    <a:pt x="9131769" y="4854789"/>
                  </a:lnTo>
                  <a:lnTo>
                    <a:pt x="9181225" y="4888129"/>
                  </a:lnTo>
                  <a:lnTo>
                    <a:pt x="9233873" y="4918156"/>
                  </a:lnTo>
                  <a:lnTo>
                    <a:pt x="9290518" y="4945139"/>
                  </a:lnTo>
                  <a:lnTo>
                    <a:pt x="9351985" y="4969396"/>
                  </a:lnTo>
                  <a:lnTo>
                    <a:pt x="9419063" y="4991238"/>
                  </a:lnTo>
                  <a:lnTo>
                    <a:pt x="9492433" y="5010950"/>
                  </a:lnTo>
                  <a:lnTo>
                    <a:pt x="9572568" y="5028770"/>
                  </a:lnTo>
                  <a:lnTo>
                    <a:pt x="9659605" y="5044887"/>
                  </a:lnTo>
                  <a:lnTo>
                    <a:pt x="9753177" y="5059429"/>
                  </a:lnTo>
                  <a:lnTo>
                    <a:pt x="9852232" y="5072471"/>
                  </a:lnTo>
                  <a:lnTo>
                    <a:pt x="9954872" y="5084036"/>
                  </a:lnTo>
                  <a:lnTo>
                    <a:pt x="10058268" y="5094108"/>
                  </a:lnTo>
                  <a:lnTo>
                    <a:pt x="10158741" y="5102653"/>
                  </a:lnTo>
                  <a:lnTo>
                    <a:pt x="10252067" y="5109646"/>
                  </a:lnTo>
                  <a:lnTo>
                    <a:pt x="10334031" y="5115102"/>
                  </a:lnTo>
                  <a:lnTo>
                    <a:pt x="10401145" y="5119096"/>
                  </a:lnTo>
                  <a:lnTo>
                    <a:pt x="10451343" y="5121783"/>
                  </a:lnTo>
                  <a:lnTo>
                    <a:pt x="10484477" y="5123385"/>
                  </a:lnTo>
                  <a:lnTo>
                    <a:pt x="10502462" y="5124174"/>
                  </a:lnTo>
                  <a:lnTo>
                    <a:pt x="10509119" y="5124440"/>
                  </a:lnTo>
                  <a:lnTo>
                    <a:pt x="10509911" y="5124469"/>
                  </a:lnTo>
                  <a:lnTo>
                    <a:pt x="11981298" y="5124469"/>
                  </a:lnTo>
                  <a:lnTo>
                    <a:pt x="11981298" y="5108123"/>
                  </a:lnTo>
                  <a:lnTo>
                    <a:pt x="10509911" y="5108123"/>
                  </a:lnTo>
                  <a:lnTo>
                    <a:pt x="10508713" y="5108079"/>
                  </a:lnTo>
                  <a:lnTo>
                    <a:pt x="10500851" y="5107761"/>
                  </a:lnTo>
                  <a:lnTo>
                    <a:pt x="10481063" y="5106882"/>
                  </a:lnTo>
                  <a:lnTo>
                    <a:pt x="10445760" y="5105152"/>
                  </a:lnTo>
                  <a:lnTo>
                    <a:pt x="10393295" y="5102306"/>
                  </a:lnTo>
                  <a:lnTo>
                    <a:pt x="10324083" y="5098127"/>
                  </a:lnTo>
                  <a:lnTo>
                    <a:pt x="10240409" y="5092473"/>
                  </a:lnTo>
                  <a:lnTo>
                    <a:pt x="10145901" y="5085276"/>
                  </a:lnTo>
                  <a:lnTo>
                    <a:pt x="10044813" y="5076529"/>
                  </a:lnTo>
                  <a:lnTo>
                    <a:pt x="9941323" y="5066260"/>
                  </a:lnTo>
                  <a:lnTo>
                    <a:pt x="9839011" y="5054502"/>
                  </a:lnTo>
                  <a:lnTo>
                    <a:pt x="9740585" y="5041266"/>
                  </a:lnTo>
                  <a:lnTo>
                    <a:pt x="9647825" y="5026523"/>
                  </a:lnTo>
                  <a:lnTo>
                    <a:pt x="9561683" y="5010192"/>
                  </a:lnTo>
                  <a:lnTo>
                    <a:pt x="9482450" y="4992135"/>
                  </a:lnTo>
                  <a:lnTo>
                    <a:pt x="9409937" y="4972159"/>
                  </a:lnTo>
                  <a:lnTo>
                    <a:pt x="9343636" y="4950018"/>
                  </a:lnTo>
                  <a:lnTo>
                    <a:pt x="9282846" y="4925423"/>
                  </a:lnTo>
                  <a:lnTo>
                    <a:pt x="9226771" y="4898058"/>
                  </a:lnTo>
                  <a:lnTo>
                    <a:pt x="9174586" y="4867612"/>
                  </a:lnTo>
                  <a:lnTo>
                    <a:pt x="9125491" y="4833823"/>
                  </a:lnTo>
                  <a:lnTo>
                    <a:pt x="9084767" y="4801636"/>
                  </a:lnTo>
                  <a:lnTo>
                    <a:pt x="9040808" y="4762507"/>
                  </a:lnTo>
                  <a:lnTo>
                    <a:pt x="8998086" y="4720019"/>
                  </a:lnTo>
                  <a:lnTo>
                    <a:pt x="8956207" y="4674107"/>
                  </a:lnTo>
                  <a:lnTo>
                    <a:pt x="8914867" y="4624787"/>
                  </a:lnTo>
                  <a:lnTo>
                    <a:pt x="8873834" y="4572159"/>
                  </a:lnTo>
                  <a:lnTo>
                    <a:pt x="8832942" y="4516420"/>
                  </a:lnTo>
                  <a:lnTo>
                    <a:pt x="8792076" y="4457862"/>
                  </a:lnTo>
                  <a:lnTo>
                    <a:pt x="8751169" y="4396874"/>
                  </a:lnTo>
                  <a:lnTo>
                    <a:pt x="8710193" y="4333933"/>
                  </a:lnTo>
                  <a:lnTo>
                    <a:pt x="8669149" y="4269590"/>
                  </a:lnTo>
                  <a:lnTo>
                    <a:pt x="8628060" y="4204452"/>
                  </a:lnTo>
                  <a:lnTo>
                    <a:pt x="8586961" y="4139157"/>
                  </a:lnTo>
                  <a:lnTo>
                    <a:pt x="8545892" y="4074351"/>
                  </a:lnTo>
                  <a:lnTo>
                    <a:pt x="8504881" y="4010660"/>
                  </a:lnTo>
                  <a:lnTo>
                    <a:pt x="8463942" y="3948663"/>
                  </a:lnTo>
                  <a:lnTo>
                    <a:pt x="8423062" y="3888877"/>
                  </a:lnTo>
                  <a:lnTo>
                    <a:pt x="8382194" y="3831732"/>
                  </a:lnTo>
                  <a:lnTo>
                    <a:pt x="8341246" y="3777570"/>
                  </a:lnTo>
                  <a:lnTo>
                    <a:pt x="8300080" y="3726633"/>
                  </a:lnTo>
                  <a:lnTo>
                    <a:pt x="8258494" y="3679066"/>
                  </a:lnTo>
                  <a:lnTo>
                    <a:pt x="8216223" y="3634927"/>
                  </a:lnTo>
                  <a:lnTo>
                    <a:pt x="8172918" y="3594187"/>
                  </a:lnTo>
                  <a:lnTo>
                    <a:pt x="8151487" y="3575686"/>
                  </a:lnTo>
                  <a:lnTo>
                    <a:pt x="8104485" y="3538879"/>
                  </a:lnTo>
                  <a:lnTo>
                    <a:pt x="8055028" y="3505539"/>
                  </a:lnTo>
                  <a:lnTo>
                    <a:pt x="8002380" y="3475513"/>
                  </a:lnTo>
                  <a:lnTo>
                    <a:pt x="7945735" y="3448529"/>
                  </a:lnTo>
                  <a:lnTo>
                    <a:pt x="7884268" y="3424273"/>
                  </a:lnTo>
                  <a:lnTo>
                    <a:pt x="7817190" y="3402430"/>
                  </a:lnTo>
                  <a:lnTo>
                    <a:pt x="7743821" y="3382719"/>
                  </a:lnTo>
                  <a:lnTo>
                    <a:pt x="7663685" y="3364898"/>
                  </a:lnTo>
                  <a:lnTo>
                    <a:pt x="7576649" y="3348782"/>
                  </a:lnTo>
                  <a:lnTo>
                    <a:pt x="7483077" y="3334239"/>
                  </a:lnTo>
                  <a:lnTo>
                    <a:pt x="7384021" y="3321197"/>
                  </a:lnTo>
                  <a:lnTo>
                    <a:pt x="7281381" y="3309633"/>
                  </a:lnTo>
                  <a:lnTo>
                    <a:pt x="7177985" y="3299561"/>
                  </a:lnTo>
                  <a:lnTo>
                    <a:pt x="7077512" y="3291015"/>
                  </a:lnTo>
                  <a:lnTo>
                    <a:pt x="6984187" y="3284022"/>
                  </a:lnTo>
                  <a:lnTo>
                    <a:pt x="6902222" y="3278567"/>
                  </a:lnTo>
                  <a:lnTo>
                    <a:pt x="6835108" y="3274572"/>
                  </a:lnTo>
                  <a:lnTo>
                    <a:pt x="6784910" y="3271885"/>
                  </a:lnTo>
                  <a:lnTo>
                    <a:pt x="6751776" y="3270283"/>
                  </a:lnTo>
                  <a:lnTo>
                    <a:pt x="6733792" y="3269494"/>
                  </a:lnTo>
                  <a:lnTo>
                    <a:pt x="6727134" y="3269228"/>
                  </a:lnTo>
                  <a:lnTo>
                    <a:pt x="6726343" y="3269199"/>
                  </a:lnTo>
                  <a:lnTo>
                    <a:pt x="5254955" y="3269199"/>
                  </a:lnTo>
                  <a:lnTo>
                    <a:pt x="5253836" y="3269125"/>
                  </a:lnTo>
                  <a:lnTo>
                    <a:pt x="5246473" y="3268597"/>
                  </a:lnTo>
                  <a:lnTo>
                    <a:pt x="5227905" y="3267140"/>
                  </a:lnTo>
                  <a:lnTo>
                    <a:pt x="5194683" y="3264269"/>
                  </a:lnTo>
                  <a:lnTo>
                    <a:pt x="5145117" y="3259539"/>
                  </a:lnTo>
                  <a:lnTo>
                    <a:pt x="5079403" y="3252581"/>
                  </a:lnTo>
                  <a:lnTo>
                    <a:pt x="4999483" y="3243143"/>
                  </a:lnTo>
                  <a:lnTo>
                    <a:pt x="4908605" y="3231094"/>
                  </a:lnTo>
                  <a:lnTo>
                    <a:pt x="4810693" y="3216407"/>
                  </a:lnTo>
                  <a:lnTo>
                    <a:pt x="4709712" y="3199124"/>
                  </a:lnTo>
                  <a:lnTo>
                    <a:pt x="4609156" y="3179300"/>
                  </a:lnTo>
                  <a:lnTo>
                    <a:pt x="4511757" y="3156967"/>
                  </a:lnTo>
                  <a:lnTo>
                    <a:pt x="4419400" y="3132097"/>
                  </a:lnTo>
                  <a:lnTo>
                    <a:pt x="4333174" y="3104580"/>
                  </a:lnTo>
                  <a:lnTo>
                    <a:pt x="4253521" y="3074216"/>
                  </a:lnTo>
                  <a:lnTo>
                    <a:pt x="4180391" y="3040715"/>
                  </a:lnTo>
                  <a:lnTo>
                    <a:pt x="4113399" y="3003696"/>
                  </a:lnTo>
                  <a:lnTo>
                    <a:pt x="4051946" y="2962704"/>
                  </a:lnTo>
                  <a:lnTo>
                    <a:pt x="3995312" y="2917229"/>
                  </a:lnTo>
                  <a:lnTo>
                    <a:pt x="3942732" y="2866741"/>
                  </a:lnTo>
                  <a:lnTo>
                    <a:pt x="3893443" y="2810757"/>
                  </a:lnTo>
                  <a:lnTo>
                    <a:pt x="3846729" y="2748939"/>
                  </a:lnTo>
                  <a:lnTo>
                    <a:pt x="3829811" y="2724332"/>
                  </a:lnTo>
                  <a:lnTo>
                    <a:pt x="3794263" y="2668716"/>
                  </a:lnTo>
                  <a:lnTo>
                    <a:pt x="3759574" y="2609240"/>
                  </a:lnTo>
                  <a:lnTo>
                    <a:pt x="3725523" y="2545825"/>
                  </a:lnTo>
                  <a:lnTo>
                    <a:pt x="3691929" y="2478447"/>
                  </a:lnTo>
                  <a:lnTo>
                    <a:pt x="3658647" y="2407145"/>
                  </a:lnTo>
                  <a:lnTo>
                    <a:pt x="3625559" y="2332024"/>
                  </a:lnTo>
                  <a:lnTo>
                    <a:pt x="3592576" y="2253261"/>
                  </a:lnTo>
                  <a:lnTo>
                    <a:pt x="3559633" y="2171104"/>
                  </a:lnTo>
                  <a:lnTo>
                    <a:pt x="3526682" y="2085876"/>
                  </a:lnTo>
                  <a:lnTo>
                    <a:pt x="3493698" y="1997969"/>
                  </a:lnTo>
                  <a:lnTo>
                    <a:pt x="3460667" y="1907840"/>
                  </a:lnTo>
                  <a:lnTo>
                    <a:pt x="3427590" y="1816001"/>
                  </a:lnTo>
                  <a:lnTo>
                    <a:pt x="3394478" y="1723008"/>
                  </a:lnTo>
                  <a:lnTo>
                    <a:pt x="3361348" y="1629446"/>
                  </a:lnTo>
                  <a:lnTo>
                    <a:pt x="3328218" y="1535917"/>
                  </a:lnTo>
                  <a:lnTo>
                    <a:pt x="3295109" y="1443022"/>
                  </a:lnTo>
                  <a:lnTo>
                    <a:pt x="3262037" y="1351345"/>
                  </a:lnTo>
                  <a:lnTo>
                    <a:pt x="3229012" y="1261436"/>
                  </a:lnTo>
                  <a:lnTo>
                    <a:pt x="3196032" y="1173803"/>
                  </a:lnTo>
                  <a:lnTo>
                    <a:pt x="3163084" y="1088895"/>
                  </a:lnTo>
                  <a:lnTo>
                    <a:pt x="3130139" y="1007097"/>
                  </a:lnTo>
                  <a:lnTo>
                    <a:pt x="3097148" y="928724"/>
                  </a:lnTo>
                  <a:lnTo>
                    <a:pt x="3064044" y="854016"/>
                  </a:lnTo>
                  <a:lnTo>
                    <a:pt x="3030733" y="783142"/>
                  </a:lnTo>
                  <a:lnTo>
                    <a:pt x="2997097" y="716200"/>
                  </a:lnTo>
                  <a:lnTo>
                    <a:pt x="2962985" y="653220"/>
                  </a:lnTo>
                  <a:lnTo>
                    <a:pt x="2928213" y="594174"/>
                  </a:lnTo>
                  <a:lnTo>
                    <a:pt x="2896531" y="544866"/>
                  </a:lnTo>
                  <a:lnTo>
                    <a:pt x="2850613" y="480838"/>
                  </a:lnTo>
                  <a:lnTo>
                    <a:pt x="2802365" y="422702"/>
                  </a:lnTo>
                  <a:lnTo>
                    <a:pt x="2751102" y="370214"/>
                  </a:lnTo>
                  <a:lnTo>
                    <a:pt x="2696074" y="322927"/>
                  </a:lnTo>
                  <a:lnTo>
                    <a:pt x="2636508" y="280323"/>
                  </a:lnTo>
                  <a:lnTo>
                    <a:pt x="2571663" y="241876"/>
                  </a:lnTo>
                  <a:lnTo>
                    <a:pt x="2500885" y="207110"/>
                  </a:lnTo>
                  <a:lnTo>
                    <a:pt x="2423695" y="175613"/>
                  </a:lnTo>
                  <a:lnTo>
                    <a:pt x="2339903" y="147061"/>
                  </a:lnTo>
                  <a:lnTo>
                    <a:pt x="2249746" y="121220"/>
                  </a:lnTo>
                  <a:lnTo>
                    <a:pt x="2154055" y="97946"/>
                  </a:lnTo>
                  <a:lnTo>
                    <a:pt x="2054404" y="77184"/>
                  </a:lnTo>
                  <a:lnTo>
                    <a:pt x="1953210" y="58946"/>
                  </a:lnTo>
                  <a:lnTo>
                    <a:pt x="1853704" y="43283"/>
                  </a:lnTo>
                  <a:lnTo>
                    <a:pt x="1759724" y="30247"/>
                  </a:lnTo>
                  <a:lnTo>
                    <a:pt x="1675280" y="19843"/>
                  </a:lnTo>
                  <a:lnTo>
                    <a:pt x="1603951" y="11981"/>
                  </a:lnTo>
                  <a:lnTo>
                    <a:pt x="1548231" y="6457"/>
                  </a:lnTo>
                  <a:lnTo>
                    <a:pt x="1509001" y="2940"/>
                  </a:lnTo>
                  <a:lnTo>
                    <a:pt x="1485273" y="1011"/>
                  </a:lnTo>
                  <a:lnTo>
                    <a:pt x="1474230" y="192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546" name="pl546"/>
            <p:cNvSpPr/>
            <p:nvPr/>
          </p:nvSpPr>
          <p:spPr>
            <a:xfrm>
              <a:off x="4799595" y="6009568"/>
              <a:ext cx="11981298" cy="5108123"/>
            </a:xfrm>
            <a:custGeom>
              <a:avLst/>
              <a:pathLst>
                <a:path w="11981298" h="5108123">
                  <a:moveTo>
                    <a:pt x="0" y="0"/>
                  </a:moveTo>
                  <a:lnTo>
                    <a:pt x="1471387" y="0"/>
                  </a:lnTo>
                  <a:lnTo>
                    <a:pt x="1472507" y="73"/>
                  </a:lnTo>
                  <a:lnTo>
                    <a:pt x="1479869" y="601"/>
                  </a:lnTo>
                  <a:lnTo>
                    <a:pt x="1498437" y="2059"/>
                  </a:lnTo>
                  <a:lnTo>
                    <a:pt x="1531660" y="4929"/>
                  </a:lnTo>
                  <a:lnTo>
                    <a:pt x="1581226" y="9659"/>
                  </a:lnTo>
                  <a:lnTo>
                    <a:pt x="1646939" y="16617"/>
                  </a:lnTo>
                  <a:lnTo>
                    <a:pt x="1726859" y="26055"/>
                  </a:lnTo>
                  <a:lnTo>
                    <a:pt x="1817738" y="38105"/>
                  </a:lnTo>
                  <a:lnTo>
                    <a:pt x="1915649" y="52791"/>
                  </a:lnTo>
                  <a:lnTo>
                    <a:pt x="2016630" y="70074"/>
                  </a:lnTo>
                  <a:lnTo>
                    <a:pt x="2117187" y="89898"/>
                  </a:lnTo>
                  <a:lnTo>
                    <a:pt x="2214585" y="112231"/>
                  </a:lnTo>
                  <a:lnTo>
                    <a:pt x="2306943" y="137101"/>
                  </a:lnTo>
                  <a:lnTo>
                    <a:pt x="2393168" y="164619"/>
                  </a:lnTo>
                  <a:lnTo>
                    <a:pt x="2472821" y="194982"/>
                  </a:lnTo>
                  <a:lnTo>
                    <a:pt x="2545951" y="228484"/>
                  </a:lnTo>
                  <a:lnTo>
                    <a:pt x="2612943" y="265503"/>
                  </a:lnTo>
                  <a:lnTo>
                    <a:pt x="2674397" y="306494"/>
                  </a:lnTo>
                  <a:lnTo>
                    <a:pt x="2731030" y="351970"/>
                  </a:lnTo>
                  <a:lnTo>
                    <a:pt x="2783610" y="402457"/>
                  </a:lnTo>
                  <a:lnTo>
                    <a:pt x="2832899" y="458441"/>
                  </a:lnTo>
                  <a:lnTo>
                    <a:pt x="2879613" y="520259"/>
                  </a:lnTo>
                  <a:lnTo>
                    <a:pt x="2896531" y="544866"/>
                  </a:lnTo>
                  <a:lnTo>
                    <a:pt x="2932079" y="600482"/>
                  </a:lnTo>
                  <a:lnTo>
                    <a:pt x="2966768" y="659958"/>
                  </a:lnTo>
                  <a:lnTo>
                    <a:pt x="3000819" y="723374"/>
                  </a:lnTo>
                  <a:lnTo>
                    <a:pt x="3034413" y="790751"/>
                  </a:lnTo>
                  <a:lnTo>
                    <a:pt x="3067695" y="862053"/>
                  </a:lnTo>
                  <a:lnTo>
                    <a:pt x="3100783" y="937174"/>
                  </a:lnTo>
                  <a:lnTo>
                    <a:pt x="3133766" y="1015938"/>
                  </a:lnTo>
                  <a:lnTo>
                    <a:pt x="3166709" y="1098095"/>
                  </a:lnTo>
                  <a:lnTo>
                    <a:pt x="3199660" y="1183322"/>
                  </a:lnTo>
                  <a:lnTo>
                    <a:pt x="3232644" y="1271229"/>
                  </a:lnTo>
                  <a:lnTo>
                    <a:pt x="3265675" y="1361358"/>
                  </a:lnTo>
                  <a:lnTo>
                    <a:pt x="3298752" y="1453197"/>
                  </a:lnTo>
                  <a:lnTo>
                    <a:pt x="3331864" y="1546191"/>
                  </a:lnTo>
                  <a:lnTo>
                    <a:pt x="3364994" y="1639753"/>
                  </a:lnTo>
                  <a:lnTo>
                    <a:pt x="3398124" y="1733281"/>
                  </a:lnTo>
                  <a:lnTo>
                    <a:pt x="3431233" y="1826176"/>
                  </a:lnTo>
                  <a:lnTo>
                    <a:pt x="3464305" y="1917854"/>
                  </a:lnTo>
                  <a:lnTo>
                    <a:pt x="3497330" y="2007762"/>
                  </a:lnTo>
                  <a:lnTo>
                    <a:pt x="3530310" y="2095395"/>
                  </a:lnTo>
                  <a:lnTo>
                    <a:pt x="3563258" y="2180303"/>
                  </a:lnTo>
                  <a:lnTo>
                    <a:pt x="3596204" y="2262101"/>
                  </a:lnTo>
                  <a:lnTo>
                    <a:pt x="3629194" y="2340474"/>
                  </a:lnTo>
                  <a:lnTo>
                    <a:pt x="3662298" y="2415182"/>
                  </a:lnTo>
                  <a:lnTo>
                    <a:pt x="3695609" y="2486056"/>
                  </a:lnTo>
                  <a:lnTo>
                    <a:pt x="3729246" y="2552998"/>
                  </a:lnTo>
                  <a:lnTo>
                    <a:pt x="3763357" y="2615978"/>
                  </a:lnTo>
                  <a:lnTo>
                    <a:pt x="3798129" y="2675025"/>
                  </a:lnTo>
                  <a:lnTo>
                    <a:pt x="3829811" y="2724332"/>
                  </a:lnTo>
                  <a:lnTo>
                    <a:pt x="3875729" y="2788360"/>
                  </a:lnTo>
                  <a:lnTo>
                    <a:pt x="3923977" y="2846496"/>
                  </a:lnTo>
                  <a:lnTo>
                    <a:pt x="3975240" y="2898985"/>
                  </a:lnTo>
                  <a:lnTo>
                    <a:pt x="4030269" y="2946271"/>
                  </a:lnTo>
                  <a:lnTo>
                    <a:pt x="4089834" y="2988876"/>
                  </a:lnTo>
                  <a:lnTo>
                    <a:pt x="4154679" y="3027322"/>
                  </a:lnTo>
                  <a:lnTo>
                    <a:pt x="4225457" y="3062088"/>
                  </a:lnTo>
                  <a:lnTo>
                    <a:pt x="4302647" y="3093585"/>
                  </a:lnTo>
                  <a:lnTo>
                    <a:pt x="4386439" y="3122137"/>
                  </a:lnTo>
                  <a:lnTo>
                    <a:pt x="4476596" y="3147979"/>
                  </a:lnTo>
                  <a:lnTo>
                    <a:pt x="4572287" y="3171252"/>
                  </a:lnTo>
                  <a:lnTo>
                    <a:pt x="4671938" y="3192014"/>
                  </a:lnTo>
                  <a:lnTo>
                    <a:pt x="4773132" y="3210252"/>
                  </a:lnTo>
                  <a:lnTo>
                    <a:pt x="4872638" y="3225915"/>
                  </a:lnTo>
                  <a:lnTo>
                    <a:pt x="4966618" y="3238951"/>
                  </a:lnTo>
                  <a:lnTo>
                    <a:pt x="5051062" y="3249356"/>
                  </a:lnTo>
                  <a:lnTo>
                    <a:pt x="5122391" y="3257217"/>
                  </a:lnTo>
                  <a:lnTo>
                    <a:pt x="5178112" y="3262742"/>
                  </a:lnTo>
                  <a:lnTo>
                    <a:pt x="5217341" y="3266258"/>
                  </a:lnTo>
                  <a:lnTo>
                    <a:pt x="5241069" y="3268188"/>
                  </a:lnTo>
                  <a:lnTo>
                    <a:pt x="5252112" y="3269006"/>
                  </a:lnTo>
                  <a:lnTo>
                    <a:pt x="5254895" y="3269195"/>
                  </a:lnTo>
                  <a:lnTo>
                    <a:pt x="5254955" y="3269199"/>
                  </a:lnTo>
                  <a:lnTo>
                    <a:pt x="6726343" y="3269199"/>
                  </a:lnTo>
                  <a:lnTo>
                    <a:pt x="6727540" y="3269243"/>
                  </a:lnTo>
                  <a:lnTo>
                    <a:pt x="6735402" y="3269561"/>
                  </a:lnTo>
                  <a:lnTo>
                    <a:pt x="6755190" y="3270440"/>
                  </a:lnTo>
                  <a:lnTo>
                    <a:pt x="6790493" y="3272170"/>
                  </a:lnTo>
                  <a:lnTo>
                    <a:pt x="6842958" y="3275017"/>
                  </a:lnTo>
                  <a:lnTo>
                    <a:pt x="6912170" y="3279195"/>
                  </a:lnTo>
                  <a:lnTo>
                    <a:pt x="6995844" y="3284849"/>
                  </a:lnTo>
                  <a:lnTo>
                    <a:pt x="7090352" y="3292046"/>
                  </a:lnTo>
                  <a:lnTo>
                    <a:pt x="7191440" y="3300793"/>
                  </a:lnTo>
                  <a:lnTo>
                    <a:pt x="7294931" y="3311062"/>
                  </a:lnTo>
                  <a:lnTo>
                    <a:pt x="7397242" y="3322821"/>
                  </a:lnTo>
                  <a:lnTo>
                    <a:pt x="7495669" y="3336057"/>
                  </a:lnTo>
                  <a:lnTo>
                    <a:pt x="7588428" y="3350800"/>
                  </a:lnTo>
                  <a:lnTo>
                    <a:pt x="7674570" y="3367131"/>
                  </a:lnTo>
                  <a:lnTo>
                    <a:pt x="7753803" y="3385187"/>
                  </a:lnTo>
                  <a:lnTo>
                    <a:pt x="7826316" y="3405163"/>
                  </a:lnTo>
                  <a:lnTo>
                    <a:pt x="7892618" y="3427304"/>
                  </a:lnTo>
                  <a:lnTo>
                    <a:pt x="7953407" y="3451899"/>
                  </a:lnTo>
                  <a:lnTo>
                    <a:pt x="8009482" y="3479264"/>
                  </a:lnTo>
                  <a:lnTo>
                    <a:pt x="8061667" y="3509710"/>
                  </a:lnTo>
                  <a:lnTo>
                    <a:pt x="8110763" y="3543499"/>
                  </a:lnTo>
                  <a:lnTo>
                    <a:pt x="8151487" y="3575686"/>
                  </a:lnTo>
                  <a:lnTo>
                    <a:pt x="8195446" y="3614815"/>
                  </a:lnTo>
                  <a:lnTo>
                    <a:pt x="8238168" y="3657303"/>
                  </a:lnTo>
                  <a:lnTo>
                    <a:pt x="8280046" y="3703215"/>
                  </a:lnTo>
                  <a:lnTo>
                    <a:pt x="8321387" y="3752535"/>
                  </a:lnTo>
                  <a:lnTo>
                    <a:pt x="8362419" y="3805163"/>
                  </a:lnTo>
                  <a:lnTo>
                    <a:pt x="8403311" y="3860903"/>
                  </a:lnTo>
                  <a:lnTo>
                    <a:pt x="8444177" y="3919461"/>
                  </a:lnTo>
                  <a:lnTo>
                    <a:pt x="8485084" y="3980448"/>
                  </a:lnTo>
                  <a:lnTo>
                    <a:pt x="8526060" y="4043389"/>
                  </a:lnTo>
                  <a:lnTo>
                    <a:pt x="8567104" y="4107732"/>
                  </a:lnTo>
                  <a:lnTo>
                    <a:pt x="8608193" y="4172871"/>
                  </a:lnTo>
                  <a:lnTo>
                    <a:pt x="8649292" y="4238165"/>
                  </a:lnTo>
                  <a:lnTo>
                    <a:pt x="8690362" y="4302971"/>
                  </a:lnTo>
                  <a:lnTo>
                    <a:pt x="8731373" y="4366663"/>
                  </a:lnTo>
                  <a:lnTo>
                    <a:pt x="8772312" y="4428659"/>
                  </a:lnTo>
                  <a:lnTo>
                    <a:pt x="8813191" y="4488446"/>
                  </a:lnTo>
                  <a:lnTo>
                    <a:pt x="8854060" y="4545590"/>
                  </a:lnTo>
                  <a:lnTo>
                    <a:pt x="8895007" y="4599752"/>
                  </a:lnTo>
                  <a:lnTo>
                    <a:pt x="8936174" y="4650690"/>
                  </a:lnTo>
                  <a:lnTo>
                    <a:pt x="8977759" y="4698256"/>
                  </a:lnTo>
                  <a:lnTo>
                    <a:pt x="9020030" y="4742396"/>
                  </a:lnTo>
                  <a:lnTo>
                    <a:pt x="9063335" y="4783136"/>
                  </a:lnTo>
                  <a:lnTo>
                    <a:pt x="9084767" y="4801636"/>
                  </a:lnTo>
                  <a:lnTo>
                    <a:pt x="9131769" y="4838443"/>
                  </a:lnTo>
                  <a:lnTo>
                    <a:pt x="9181225" y="4871783"/>
                  </a:lnTo>
                  <a:lnTo>
                    <a:pt x="9233873" y="4901810"/>
                  </a:lnTo>
                  <a:lnTo>
                    <a:pt x="9290518" y="4928793"/>
                  </a:lnTo>
                  <a:lnTo>
                    <a:pt x="9351985" y="4953050"/>
                  </a:lnTo>
                  <a:lnTo>
                    <a:pt x="9419063" y="4974892"/>
                  </a:lnTo>
                  <a:lnTo>
                    <a:pt x="9492433" y="4994604"/>
                  </a:lnTo>
                  <a:lnTo>
                    <a:pt x="9572568" y="5012424"/>
                  </a:lnTo>
                  <a:lnTo>
                    <a:pt x="9659605" y="5028541"/>
                  </a:lnTo>
                  <a:lnTo>
                    <a:pt x="9753177" y="5043083"/>
                  </a:lnTo>
                  <a:lnTo>
                    <a:pt x="9852232" y="5056125"/>
                  </a:lnTo>
                  <a:lnTo>
                    <a:pt x="9954872" y="5067690"/>
                  </a:lnTo>
                  <a:lnTo>
                    <a:pt x="10058268" y="5077762"/>
                  </a:lnTo>
                  <a:lnTo>
                    <a:pt x="10158741" y="5086307"/>
                  </a:lnTo>
                  <a:lnTo>
                    <a:pt x="10252067" y="5093300"/>
                  </a:lnTo>
                  <a:lnTo>
                    <a:pt x="10334031" y="5098756"/>
                  </a:lnTo>
                  <a:lnTo>
                    <a:pt x="10401145" y="5102750"/>
                  </a:lnTo>
                  <a:lnTo>
                    <a:pt x="10451343" y="5105437"/>
                  </a:lnTo>
                  <a:lnTo>
                    <a:pt x="10484477" y="5107039"/>
                  </a:lnTo>
                  <a:lnTo>
                    <a:pt x="10502462" y="5107828"/>
                  </a:lnTo>
                  <a:lnTo>
                    <a:pt x="10509119" y="5108094"/>
                  </a:lnTo>
                  <a:lnTo>
                    <a:pt x="10509911" y="5108123"/>
                  </a:lnTo>
                  <a:lnTo>
                    <a:pt x="11981298" y="510812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47" name="pl547"/>
            <p:cNvSpPr/>
            <p:nvPr/>
          </p:nvSpPr>
          <p:spPr>
            <a:xfrm>
              <a:off x="4799595" y="5993222"/>
              <a:ext cx="11981298" cy="5108123"/>
            </a:xfrm>
            <a:custGeom>
              <a:avLst/>
              <a:pathLst>
                <a:path w="11981298" h="5108123">
                  <a:moveTo>
                    <a:pt x="11981298" y="5108123"/>
                  </a:moveTo>
                  <a:lnTo>
                    <a:pt x="10509911" y="5108123"/>
                  </a:lnTo>
                  <a:lnTo>
                    <a:pt x="10508713" y="5108079"/>
                  </a:lnTo>
                  <a:lnTo>
                    <a:pt x="10500851" y="5107761"/>
                  </a:lnTo>
                  <a:lnTo>
                    <a:pt x="10481063" y="5106882"/>
                  </a:lnTo>
                  <a:lnTo>
                    <a:pt x="10445760" y="5105152"/>
                  </a:lnTo>
                  <a:lnTo>
                    <a:pt x="10393295" y="5102306"/>
                  </a:lnTo>
                  <a:lnTo>
                    <a:pt x="10324083" y="5098127"/>
                  </a:lnTo>
                  <a:lnTo>
                    <a:pt x="10240409" y="5092473"/>
                  </a:lnTo>
                  <a:lnTo>
                    <a:pt x="10145901" y="5085276"/>
                  </a:lnTo>
                  <a:lnTo>
                    <a:pt x="10044813" y="5076529"/>
                  </a:lnTo>
                  <a:lnTo>
                    <a:pt x="9941323" y="5066260"/>
                  </a:lnTo>
                  <a:lnTo>
                    <a:pt x="9839011" y="5054502"/>
                  </a:lnTo>
                  <a:lnTo>
                    <a:pt x="9740585" y="5041266"/>
                  </a:lnTo>
                  <a:lnTo>
                    <a:pt x="9647825" y="5026523"/>
                  </a:lnTo>
                  <a:lnTo>
                    <a:pt x="9561683" y="5010192"/>
                  </a:lnTo>
                  <a:lnTo>
                    <a:pt x="9482450" y="4992135"/>
                  </a:lnTo>
                  <a:lnTo>
                    <a:pt x="9409937" y="4972159"/>
                  </a:lnTo>
                  <a:lnTo>
                    <a:pt x="9343636" y="4950018"/>
                  </a:lnTo>
                  <a:lnTo>
                    <a:pt x="9282846" y="4925423"/>
                  </a:lnTo>
                  <a:lnTo>
                    <a:pt x="9226771" y="4898058"/>
                  </a:lnTo>
                  <a:lnTo>
                    <a:pt x="9174586" y="4867612"/>
                  </a:lnTo>
                  <a:lnTo>
                    <a:pt x="9125491" y="4833823"/>
                  </a:lnTo>
                  <a:lnTo>
                    <a:pt x="9084767" y="4801636"/>
                  </a:lnTo>
                  <a:lnTo>
                    <a:pt x="9040808" y="4762507"/>
                  </a:lnTo>
                  <a:lnTo>
                    <a:pt x="8998086" y="4720019"/>
                  </a:lnTo>
                  <a:lnTo>
                    <a:pt x="8956207" y="4674107"/>
                  </a:lnTo>
                  <a:lnTo>
                    <a:pt x="8914867" y="4624787"/>
                  </a:lnTo>
                  <a:lnTo>
                    <a:pt x="8873834" y="4572159"/>
                  </a:lnTo>
                  <a:lnTo>
                    <a:pt x="8832942" y="4516420"/>
                  </a:lnTo>
                  <a:lnTo>
                    <a:pt x="8792076" y="4457862"/>
                  </a:lnTo>
                  <a:lnTo>
                    <a:pt x="8751169" y="4396874"/>
                  </a:lnTo>
                  <a:lnTo>
                    <a:pt x="8710193" y="4333933"/>
                  </a:lnTo>
                  <a:lnTo>
                    <a:pt x="8669149" y="4269590"/>
                  </a:lnTo>
                  <a:lnTo>
                    <a:pt x="8628060" y="4204452"/>
                  </a:lnTo>
                  <a:lnTo>
                    <a:pt x="8586961" y="4139157"/>
                  </a:lnTo>
                  <a:lnTo>
                    <a:pt x="8545892" y="4074351"/>
                  </a:lnTo>
                  <a:lnTo>
                    <a:pt x="8504881" y="4010660"/>
                  </a:lnTo>
                  <a:lnTo>
                    <a:pt x="8463942" y="3948663"/>
                  </a:lnTo>
                  <a:lnTo>
                    <a:pt x="8423062" y="3888877"/>
                  </a:lnTo>
                  <a:lnTo>
                    <a:pt x="8382194" y="3831732"/>
                  </a:lnTo>
                  <a:lnTo>
                    <a:pt x="8341246" y="3777570"/>
                  </a:lnTo>
                  <a:lnTo>
                    <a:pt x="8300080" y="3726633"/>
                  </a:lnTo>
                  <a:lnTo>
                    <a:pt x="8258494" y="3679066"/>
                  </a:lnTo>
                  <a:lnTo>
                    <a:pt x="8216223" y="3634927"/>
                  </a:lnTo>
                  <a:lnTo>
                    <a:pt x="8172918" y="3594187"/>
                  </a:lnTo>
                  <a:lnTo>
                    <a:pt x="8151487" y="3575686"/>
                  </a:lnTo>
                  <a:lnTo>
                    <a:pt x="8104485" y="3538879"/>
                  </a:lnTo>
                  <a:lnTo>
                    <a:pt x="8055028" y="3505539"/>
                  </a:lnTo>
                  <a:lnTo>
                    <a:pt x="8002380" y="3475513"/>
                  </a:lnTo>
                  <a:lnTo>
                    <a:pt x="7945735" y="3448529"/>
                  </a:lnTo>
                  <a:lnTo>
                    <a:pt x="7884268" y="3424273"/>
                  </a:lnTo>
                  <a:lnTo>
                    <a:pt x="7817190" y="3402430"/>
                  </a:lnTo>
                  <a:lnTo>
                    <a:pt x="7743821" y="3382719"/>
                  </a:lnTo>
                  <a:lnTo>
                    <a:pt x="7663685" y="3364898"/>
                  </a:lnTo>
                  <a:lnTo>
                    <a:pt x="7576649" y="3348782"/>
                  </a:lnTo>
                  <a:lnTo>
                    <a:pt x="7483077" y="3334239"/>
                  </a:lnTo>
                  <a:lnTo>
                    <a:pt x="7384021" y="3321197"/>
                  </a:lnTo>
                  <a:lnTo>
                    <a:pt x="7281381" y="3309633"/>
                  </a:lnTo>
                  <a:lnTo>
                    <a:pt x="7177985" y="3299561"/>
                  </a:lnTo>
                  <a:lnTo>
                    <a:pt x="7077512" y="3291015"/>
                  </a:lnTo>
                  <a:lnTo>
                    <a:pt x="6984187" y="3284022"/>
                  </a:lnTo>
                  <a:lnTo>
                    <a:pt x="6902222" y="3278567"/>
                  </a:lnTo>
                  <a:lnTo>
                    <a:pt x="6835108" y="3274572"/>
                  </a:lnTo>
                  <a:lnTo>
                    <a:pt x="6784910" y="3271885"/>
                  </a:lnTo>
                  <a:lnTo>
                    <a:pt x="6751776" y="3270283"/>
                  </a:lnTo>
                  <a:lnTo>
                    <a:pt x="6733792" y="3269494"/>
                  </a:lnTo>
                  <a:lnTo>
                    <a:pt x="6727134" y="3269228"/>
                  </a:lnTo>
                  <a:lnTo>
                    <a:pt x="6726343" y="3269199"/>
                  </a:lnTo>
                  <a:lnTo>
                    <a:pt x="5254955" y="3269199"/>
                  </a:lnTo>
                  <a:lnTo>
                    <a:pt x="5253836" y="3269125"/>
                  </a:lnTo>
                  <a:lnTo>
                    <a:pt x="5246473" y="3268597"/>
                  </a:lnTo>
                  <a:lnTo>
                    <a:pt x="5227905" y="3267140"/>
                  </a:lnTo>
                  <a:lnTo>
                    <a:pt x="5194683" y="3264269"/>
                  </a:lnTo>
                  <a:lnTo>
                    <a:pt x="5145117" y="3259539"/>
                  </a:lnTo>
                  <a:lnTo>
                    <a:pt x="5079403" y="3252581"/>
                  </a:lnTo>
                  <a:lnTo>
                    <a:pt x="4999483" y="3243143"/>
                  </a:lnTo>
                  <a:lnTo>
                    <a:pt x="4908605" y="3231094"/>
                  </a:lnTo>
                  <a:lnTo>
                    <a:pt x="4810693" y="3216407"/>
                  </a:lnTo>
                  <a:lnTo>
                    <a:pt x="4709712" y="3199124"/>
                  </a:lnTo>
                  <a:lnTo>
                    <a:pt x="4609156" y="3179300"/>
                  </a:lnTo>
                  <a:lnTo>
                    <a:pt x="4511757" y="3156967"/>
                  </a:lnTo>
                  <a:lnTo>
                    <a:pt x="4419400" y="3132097"/>
                  </a:lnTo>
                  <a:lnTo>
                    <a:pt x="4333174" y="3104580"/>
                  </a:lnTo>
                  <a:lnTo>
                    <a:pt x="4253521" y="3074216"/>
                  </a:lnTo>
                  <a:lnTo>
                    <a:pt x="4180391" y="3040715"/>
                  </a:lnTo>
                  <a:lnTo>
                    <a:pt x="4113399" y="3003696"/>
                  </a:lnTo>
                  <a:lnTo>
                    <a:pt x="4051946" y="2962704"/>
                  </a:lnTo>
                  <a:lnTo>
                    <a:pt x="3995312" y="2917229"/>
                  </a:lnTo>
                  <a:lnTo>
                    <a:pt x="3942732" y="2866741"/>
                  </a:lnTo>
                  <a:lnTo>
                    <a:pt x="3893443" y="2810757"/>
                  </a:lnTo>
                  <a:lnTo>
                    <a:pt x="3846729" y="2748939"/>
                  </a:lnTo>
                  <a:lnTo>
                    <a:pt x="3829811" y="2724332"/>
                  </a:lnTo>
                  <a:lnTo>
                    <a:pt x="3794263" y="2668716"/>
                  </a:lnTo>
                  <a:lnTo>
                    <a:pt x="3759574" y="2609240"/>
                  </a:lnTo>
                  <a:lnTo>
                    <a:pt x="3725523" y="2545825"/>
                  </a:lnTo>
                  <a:lnTo>
                    <a:pt x="3691929" y="2478447"/>
                  </a:lnTo>
                  <a:lnTo>
                    <a:pt x="3658647" y="2407145"/>
                  </a:lnTo>
                  <a:lnTo>
                    <a:pt x="3625559" y="2332024"/>
                  </a:lnTo>
                  <a:lnTo>
                    <a:pt x="3592576" y="2253261"/>
                  </a:lnTo>
                  <a:lnTo>
                    <a:pt x="3559633" y="2171104"/>
                  </a:lnTo>
                  <a:lnTo>
                    <a:pt x="3526682" y="2085876"/>
                  </a:lnTo>
                  <a:lnTo>
                    <a:pt x="3493698" y="1997969"/>
                  </a:lnTo>
                  <a:lnTo>
                    <a:pt x="3460667" y="1907840"/>
                  </a:lnTo>
                  <a:lnTo>
                    <a:pt x="3427590" y="1816001"/>
                  </a:lnTo>
                  <a:lnTo>
                    <a:pt x="3394478" y="1723008"/>
                  </a:lnTo>
                  <a:lnTo>
                    <a:pt x="3361348" y="1629446"/>
                  </a:lnTo>
                  <a:lnTo>
                    <a:pt x="3328218" y="1535917"/>
                  </a:lnTo>
                  <a:lnTo>
                    <a:pt x="3295109" y="1443022"/>
                  </a:lnTo>
                  <a:lnTo>
                    <a:pt x="3262037" y="1351345"/>
                  </a:lnTo>
                  <a:lnTo>
                    <a:pt x="3229012" y="1261436"/>
                  </a:lnTo>
                  <a:lnTo>
                    <a:pt x="3196032" y="1173803"/>
                  </a:lnTo>
                  <a:lnTo>
                    <a:pt x="3163084" y="1088895"/>
                  </a:lnTo>
                  <a:lnTo>
                    <a:pt x="3130139" y="1007097"/>
                  </a:lnTo>
                  <a:lnTo>
                    <a:pt x="3097148" y="928724"/>
                  </a:lnTo>
                  <a:lnTo>
                    <a:pt x="3064044" y="854016"/>
                  </a:lnTo>
                  <a:lnTo>
                    <a:pt x="3030733" y="783142"/>
                  </a:lnTo>
                  <a:lnTo>
                    <a:pt x="2997097" y="716200"/>
                  </a:lnTo>
                  <a:lnTo>
                    <a:pt x="2962985" y="653220"/>
                  </a:lnTo>
                  <a:lnTo>
                    <a:pt x="2928213" y="594174"/>
                  </a:lnTo>
                  <a:lnTo>
                    <a:pt x="2896531" y="544866"/>
                  </a:lnTo>
                  <a:lnTo>
                    <a:pt x="2850613" y="480838"/>
                  </a:lnTo>
                  <a:lnTo>
                    <a:pt x="2802365" y="422702"/>
                  </a:lnTo>
                  <a:lnTo>
                    <a:pt x="2751102" y="370214"/>
                  </a:lnTo>
                  <a:lnTo>
                    <a:pt x="2696074" y="322927"/>
                  </a:lnTo>
                  <a:lnTo>
                    <a:pt x="2636508" y="280323"/>
                  </a:lnTo>
                  <a:lnTo>
                    <a:pt x="2571663" y="241876"/>
                  </a:lnTo>
                  <a:lnTo>
                    <a:pt x="2500885" y="207110"/>
                  </a:lnTo>
                  <a:lnTo>
                    <a:pt x="2423695" y="175613"/>
                  </a:lnTo>
                  <a:lnTo>
                    <a:pt x="2339903" y="147061"/>
                  </a:lnTo>
                  <a:lnTo>
                    <a:pt x="2249746" y="121220"/>
                  </a:lnTo>
                  <a:lnTo>
                    <a:pt x="2154055" y="97946"/>
                  </a:lnTo>
                  <a:lnTo>
                    <a:pt x="2054404" y="77184"/>
                  </a:lnTo>
                  <a:lnTo>
                    <a:pt x="1953210" y="58946"/>
                  </a:lnTo>
                  <a:lnTo>
                    <a:pt x="1853704" y="43283"/>
                  </a:lnTo>
                  <a:lnTo>
                    <a:pt x="1759724" y="30247"/>
                  </a:lnTo>
                  <a:lnTo>
                    <a:pt x="1675280" y="19843"/>
                  </a:lnTo>
                  <a:lnTo>
                    <a:pt x="1603951" y="11981"/>
                  </a:lnTo>
                  <a:lnTo>
                    <a:pt x="1548231" y="6457"/>
                  </a:lnTo>
                  <a:lnTo>
                    <a:pt x="1509001" y="2940"/>
                  </a:lnTo>
                  <a:lnTo>
                    <a:pt x="1485273" y="1011"/>
                  </a:lnTo>
                  <a:lnTo>
                    <a:pt x="1474230" y="192"/>
                  </a:lnTo>
                  <a:lnTo>
                    <a:pt x="1471447" y="3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48" name="pg548"/>
            <p:cNvSpPr/>
            <p:nvPr/>
          </p:nvSpPr>
          <p:spPr>
            <a:xfrm>
              <a:off x="4799595" y="2952866"/>
              <a:ext cx="11981298" cy="1234122"/>
            </a:xfrm>
            <a:custGeom>
              <a:avLst/>
              <a:pathLst>
                <a:path w="11981298" h="1234122">
                  <a:moveTo>
                    <a:pt x="0" y="424995"/>
                  </a:moveTo>
                  <a:lnTo>
                    <a:pt x="1471387" y="424995"/>
                  </a:lnTo>
                  <a:lnTo>
                    <a:pt x="1472617" y="425016"/>
                  </a:lnTo>
                  <a:lnTo>
                    <a:pt x="1480687" y="425159"/>
                  </a:lnTo>
                  <a:lnTo>
                    <a:pt x="1500982" y="425557"/>
                  </a:lnTo>
                  <a:lnTo>
                    <a:pt x="1537145" y="426339"/>
                  </a:lnTo>
                  <a:lnTo>
                    <a:pt x="1590804" y="427626"/>
                  </a:lnTo>
                  <a:lnTo>
                    <a:pt x="1661446" y="429513"/>
                  </a:lnTo>
                  <a:lnTo>
                    <a:pt x="1746639" y="432063"/>
                  </a:lnTo>
                  <a:lnTo>
                    <a:pt x="1842598" y="435306"/>
                  </a:lnTo>
                  <a:lnTo>
                    <a:pt x="1944939" y="439243"/>
                  </a:lnTo>
                  <a:lnTo>
                    <a:pt x="2049398" y="443860"/>
                  </a:lnTo>
                  <a:lnTo>
                    <a:pt x="2152368" y="449144"/>
                  </a:lnTo>
                  <a:lnTo>
                    <a:pt x="2251160" y="455090"/>
                  </a:lnTo>
                  <a:lnTo>
                    <a:pt x="2344038" y="461714"/>
                  </a:lnTo>
                  <a:lnTo>
                    <a:pt x="2430111" y="469055"/>
                  </a:lnTo>
                  <a:lnTo>
                    <a:pt x="2509150" y="477180"/>
                  </a:lnTo>
                  <a:lnTo>
                    <a:pt x="2581403" y="486178"/>
                  </a:lnTo>
                  <a:lnTo>
                    <a:pt x="2647424" y="496165"/>
                  </a:lnTo>
                  <a:lnTo>
                    <a:pt x="2707954" y="507272"/>
                  </a:lnTo>
                  <a:lnTo>
                    <a:pt x="2763820" y="519644"/>
                  </a:lnTo>
                  <a:lnTo>
                    <a:pt x="2815870" y="533419"/>
                  </a:lnTo>
                  <a:lnTo>
                    <a:pt x="2864915" y="548708"/>
                  </a:lnTo>
                  <a:lnTo>
                    <a:pt x="2896531" y="559850"/>
                  </a:lnTo>
                  <a:lnTo>
                    <a:pt x="2948928" y="580605"/>
                  </a:lnTo>
                  <a:lnTo>
                    <a:pt x="2999673" y="603482"/>
                  </a:lnTo>
                  <a:lnTo>
                    <a:pt x="3049392" y="628514"/>
                  </a:lnTo>
                  <a:lnTo>
                    <a:pt x="3098544" y="655656"/>
                  </a:lnTo>
                  <a:lnTo>
                    <a:pt x="3147447" y="684786"/>
                  </a:lnTo>
                  <a:lnTo>
                    <a:pt x="3196307" y="715690"/>
                  </a:lnTo>
                  <a:lnTo>
                    <a:pt x="3245234" y="748073"/>
                  </a:lnTo>
                  <a:lnTo>
                    <a:pt x="3294263" y="781559"/>
                  </a:lnTo>
                  <a:lnTo>
                    <a:pt x="3343373" y="815715"/>
                  </a:lnTo>
                  <a:lnTo>
                    <a:pt x="3392509" y="850065"/>
                  </a:lnTo>
                  <a:lnTo>
                    <a:pt x="3441606" y="884127"/>
                  </a:lnTo>
                  <a:lnTo>
                    <a:pt x="3490616" y="917432"/>
                  </a:lnTo>
                  <a:lnTo>
                    <a:pt x="3539525" y="949554"/>
                  </a:lnTo>
                  <a:lnTo>
                    <a:pt x="3588383" y="980135"/>
                  </a:lnTo>
                  <a:lnTo>
                    <a:pt x="3637315" y="1008892"/>
                  </a:lnTo>
                  <a:lnTo>
                    <a:pt x="3686547" y="1035632"/>
                  </a:lnTo>
                  <a:lnTo>
                    <a:pt x="3736425" y="1060246"/>
                  </a:lnTo>
                  <a:lnTo>
                    <a:pt x="3787436" y="1082707"/>
                  </a:lnTo>
                  <a:lnTo>
                    <a:pt x="3829811" y="1099268"/>
                  </a:lnTo>
                  <a:lnTo>
                    <a:pt x="3877252" y="1115603"/>
                  </a:lnTo>
                  <a:lnTo>
                    <a:pt x="3927199" y="1130386"/>
                  </a:lnTo>
                  <a:lnTo>
                    <a:pt x="3980410" y="1143686"/>
                  </a:lnTo>
                  <a:lnTo>
                    <a:pt x="4037714" y="1155626"/>
                  </a:lnTo>
                  <a:lnTo>
                    <a:pt x="4099959" y="1166350"/>
                  </a:lnTo>
                  <a:lnTo>
                    <a:pt x="4167952" y="1175998"/>
                  </a:lnTo>
                  <a:lnTo>
                    <a:pt x="4242385" y="1184698"/>
                  </a:lnTo>
                  <a:lnTo>
                    <a:pt x="4323727" y="1192556"/>
                  </a:lnTo>
                  <a:lnTo>
                    <a:pt x="4412089" y="1199656"/>
                  </a:lnTo>
                  <a:lnTo>
                    <a:pt x="4507046" y="1206055"/>
                  </a:lnTo>
                  <a:lnTo>
                    <a:pt x="4607446" y="1211782"/>
                  </a:lnTo>
                  <a:lnTo>
                    <a:pt x="4711250" y="1216848"/>
                  </a:lnTo>
                  <a:lnTo>
                    <a:pt x="4815451" y="1221244"/>
                  </a:lnTo>
                  <a:lnTo>
                    <a:pt x="4916184" y="1224954"/>
                  </a:lnTo>
                  <a:lnTo>
                    <a:pt x="5009078" y="1227968"/>
                  </a:lnTo>
                  <a:lnTo>
                    <a:pt x="5089857" y="1230296"/>
                  </a:lnTo>
                  <a:lnTo>
                    <a:pt x="5155104" y="1231977"/>
                  </a:lnTo>
                  <a:lnTo>
                    <a:pt x="5202969" y="1233086"/>
                  </a:lnTo>
                  <a:lnTo>
                    <a:pt x="5233637" y="1233727"/>
                  </a:lnTo>
                  <a:lnTo>
                    <a:pt x="5249424" y="1234027"/>
                  </a:lnTo>
                  <a:lnTo>
                    <a:pt x="5254576" y="1234116"/>
                  </a:lnTo>
                  <a:lnTo>
                    <a:pt x="5254955" y="1234122"/>
                  </a:lnTo>
                  <a:lnTo>
                    <a:pt x="6726343" y="1234122"/>
                  </a:lnTo>
                  <a:lnTo>
                    <a:pt x="6727562" y="1234092"/>
                  </a:lnTo>
                  <a:lnTo>
                    <a:pt x="6735566" y="1233876"/>
                  </a:lnTo>
                  <a:lnTo>
                    <a:pt x="6755700" y="1233279"/>
                  </a:lnTo>
                  <a:lnTo>
                    <a:pt x="6791590" y="1232104"/>
                  </a:lnTo>
                  <a:lnTo>
                    <a:pt x="6844871" y="1230171"/>
                  </a:lnTo>
                  <a:lnTo>
                    <a:pt x="6915060" y="1227335"/>
                  </a:lnTo>
                  <a:lnTo>
                    <a:pt x="6999773" y="1223501"/>
                  </a:lnTo>
                  <a:lnTo>
                    <a:pt x="7095275" y="1218624"/>
                  </a:lnTo>
                  <a:lnTo>
                    <a:pt x="7197222" y="1212702"/>
                  </a:lnTo>
                  <a:lnTo>
                    <a:pt x="7301378" y="1205753"/>
                  </a:lnTo>
                  <a:lnTo>
                    <a:pt x="7404143" y="1197801"/>
                  </a:lnTo>
                  <a:lnTo>
                    <a:pt x="7502822" y="1188850"/>
                  </a:lnTo>
                  <a:lnTo>
                    <a:pt x="7595665" y="1178880"/>
                  </a:lnTo>
                  <a:lnTo>
                    <a:pt x="7681762" y="1167831"/>
                  </a:lnTo>
                  <a:lnTo>
                    <a:pt x="7760864" y="1155608"/>
                  </a:lnTo>
                  <a:lnTo>
                    <a:pt x="7833200" y="1142075"/>
                  </a:lnTo>
                  <a:lnTo>
                    <a:pt x="7899309" y="1127062"/>
                  </a:lnTo>
                  <a:lnTo>
                    <a:pt x="7959921" y="1110370"/>
                  </a:lnTo>
                  <a:lnTo>
                    <a:pt x="8015852" y="1091785"/>
                  </a:lnTo>
                  <a:lnTo>
                    <a:pt x="8067943" y="1071097"/>
                  </a:lnTo>
                  <a:lnTo>
                    <a:pt x="8117002" y="1048135"/>
                  </a:lnTo>
                  <a:lnTo>
                    <a:pt x="8151487" y="1029797"/>
                  </a:lnTo>
                  <a:lnTo>
                    <a:pt x="8200390" y="1000584"/>
                  </a:lnTo>
                  <a:lnTo>
                    <a:pt x="8247816" y="968582"/>
                  </a:lnTo>
                  <a:lnTo>
                    <a:pt x="8294288" y="933743"/>
                  </a:lnTo>
                  <a:lnTo>
                    <a:pt x="8340197" y="896104"/>
                  </a:lnTo>
                  <a:lnTo>
                    <a:pt x="8385828" y="855791"/>
                  </a:lnTo>
                  <a:lnTo>
                    <a:pt x="8431371" y="813033"/>
                  </a:lnTo>
                  <a:lnTo>
                    <a:pt x="8476944" y="768156"/>
                  </a:lnTo>
                  <a:lnTo>
                    <a:pt x="8522598" y="721579"/>
                  </a:lnTo>
                  <a:lnTo>
                    <a:pt x="8568338" y="673802"/>
                  </a:lnTo>
                  <a:lnTo>
                    <a:pt x="8614131" y="625382"/>
                  </a:lnTo>
                  <a:lnTo>
                    <a:pt x="8659930" y="576910"/>
                  </a:lnTo>
                  <a:lnTo>
                    <a:pt x="8705682" y="528979"/>
                  </a:lnTo>
                  <a:lnTo>
                    <a:pt x="8751352" y="482154"/>
                  </a:lnTo>
                  <a:lnTo>
                    <a:pt x="8796937" y="436948"/>
                  </a:lnTo>
                  <a:lnTo>
                    <a:pt x="8842479" y="393794"/>
                  </a:lnTo>
                  <a:lnTo>
                    <a:pt x="8888082" y="353036"/>
                  </a:lnTo>
                  <a:lnTo>
                    <a:pt x="8933926" y="314918"/>
                  </a:lnTo>
                  <a:lnTo>
                    <a:pt x="8980275" y="279586"/>
                  </a:lnTo>
                  <a:lnTo>
                    <a:pt x="9027501" y="247090"/>
                  </a:lnTo>
                  <a:lnTo>
                    <a:pt x="9076102" y="217397"/>
                  </a:lnTo>
                  <a:lnTo>
                    <a:pt x="9084767" y="212497"/>
                  </a:lnTo>
                  <a:lnTo>
                    <a:pt x="9132069" y="187814"/>
                  </a:lnTo>
                  <a:lnTo>
                    <a:pt x="9181861" y="165470"/>
                  </a:lnTo>
                  <a:lnTo>
                    <a:pt x="9234893" y="145361"/>
                  </a:lnTo>
                  <a:lnTo>
                    <a:pt x="9291989" y="127301"/>
                  </a:lnTo>
                  <a:lnTo>
                    <a:pt x="9353988" y="111078"/>
                  </a:lnTo>
                  <a:lnTo>
                    <a:pt x="9421691" y="96477"/>
                  </a:lnTo>
                  <a:lnTo>
                    <a:pt x="9495787" y="83309"/>
                  </a:lnTo>
                  <a:lnTo>
                    <a:pt x="9576747" y="71410"/>
                  </a:lnTo>
                  <a:lnTo>
                    <a:pt x="9664689" y="60656"/>
                  </a:lnTo>
                  <a:lnTo>
                    <a:pt x="9759208" y="50962"/>
                  </a:lnTo>
                  <a:lnTo>
                    <a:pt x="9859185" y="42278"/>
                  </a:lnTo>
                  <a:lnTo>
                    <a:pt x="9962624" y="34591"/>
                  </a:lnTo>
                  <a:lnTo>
                    <a:pt x="10066576" y="27914"/>
                  </a:lnTo>
                  <a:lnTo>
                    <a:pt x="10167236" y="22269"/>
                  </a:lnTo>
                  <a:lnTo>
                    <a:pt x="10260276" y="17671"/>
                  </a:lnTo>
                  <a:lnTo>
                    <a:pt x="10341441" y="14110"/>
                  </a:lnTo>
                  <a:lnTo>
                    <a:pt x="10407287" y="11526"/>
                  </a:lnTo>
                  <a:lnTo>
                    <a:pt x="10455895" y="9811"/>
                  </a:lnTo>
                  <a:lnTo>
                    <a:pt x="10487341" y="8808"/>
                  </a:lnTo>
                  <a:lnTo>
                    <a:pt x="10503813" y="8332"/>
                  </a:lnTo>
                  <a:lnTo>
                    <a:pt x="10509422" y="8184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8691" y="30"/>
                  </a:lnTo>
                  <a:lnTo>
                    <a:pt x="10500687" y="246"/>
                  </a:lnTo>
                  <a:lnTo>
                    <a:pt x="10480553" y="843"/>
                  </a:lnTo>
                  <a:lnTo>
                    <a:pt x="10444663" y="2018"/>
                  </a:lnTo>
                  <a:lnTo>
                    <a:pt x="10391382" y="3951"/>
                  </a:lnTo>
                  <a:lnTo>
                    <a:pt x="10321194" y="6787"/>
                  </a:lnTo>
                  <a:lnTo>
                    <a:pt x="10236480" y="10621"/>
                  </a:lnTo>
                  <a:lnTo>
                    <a:pt x="10140978" y="15498"/>
                  </a:lnTo>
                  <a:lnTo>
                    <a:pt x="10039032" y="21420"/>
                  </a:lnTo>
                  <a:lnTo>
                    <a:pt x="9934876" y="28368"/>
                  </a:lnTo>
                  <a:lnTo>
                    <a:pt x="9832110" y="36321"/>
                  </a:lnTo>
                  <a:lnTo>
                    <a:pt x="9733431" y="45272"/>
                  </a:lnTo>
                  <a:lnTo>
                    <a:pt x="9640588" y="55242"/>
                  </a:lnTo>
                  <a:lnTo>
                    <a:pt x="9554491" y="66291"/>
                  </a:lnTo>
                  <a:lnTo>
                    <a:pt x="9475389" y="78514"/>
                  </a:lnTo>
                  <a:lnTo>
                    <a:pt x="9403054" y="92047"/>
                  </a:lnTo>
                  <a:lnTo>
                    <a:pt x="9336944" y="107060"/>
                  </a:lnTo>
                  <a:lnTo>
                    <a:pt x="9276332" y="123752"/>
                  </a:lnTo>
                  <a:lnTo>
                    <a:pt x="9220401" y="142336"/>
                  </a:lnTo>
                  <a:lnTo>
                    <a:pt x="9168310" y="163025"/>
                  </a:lnTo>
                  <a:lnTo>
                    <a:pt x="9119251" y="185987"/>
                  </a:lnTo>
                  <a:lnTo>
                    <a:pt x="9084767" y="204324"/>
                  </a:lnTo>
                  <a:lnTo>
                    <a:pt x="9035864" y="233537"/>
                  </a:lnTo>
                  <a:lnTo>
                    <a:pt x="8988438" y="265540"/>
                  </a:lnTo>
                  <a:lnTo>
                    <a:pt x="8941965" y="300379"/>
                  </a:lnTo>
                  <a:lnTo>
                    <a:pt x="8896056" y="338018"/>
                  </a:lnTo>
                  <a:lnTo>
                    <a:pt x="8850426" y="378330"/>
                  </a:lnTo>
                  <a:lnTo>
                    <a:pt x="8804882" y="421088"/>
                  </a:lnTo>
                  <a:lnTo>
                    <a:pt x="8759310" y="465966"/>
                  </a:lnTo>
                  <a:lnTo>
                    <a:pt x="8713655" y="512543"/>
                  </a:lnTo>
                  <a:lnTo>
                    <a:pt x="8667916" y="560320"/>
                  </a:lnTo>
                  <a:lnTo>
                    <a:pt x="8622122" y="608740"/>
                  </a:lnTo>
                  <a:lnTo>
                    <a:pt x="8576323" y="657212"/>
                  </a:lnTo>
                  <a:lnTo>
                    <a:pt x="8530571" y="705143"/>
                  </a:lnTo>
                  <a:lnTo>
                    <a:pt x="8484901" y="751968"/>
                  </a:lnTo>
                  <a:lnTo>
                    <a:pt x="8439316" y="797174"/>
                  </a:lnTo>
                  <a:lnTo>
                    <a:pt x="8393774" y="840328"/>
                  </a:lnTo>
                  <a:lnTo>
                    <a:pt x="8348171" y="881086"/>
                  </a:lnTo>
                  <a:lnTo>
                    <a:pt x="8302328" y="919203"/>
                  </a:lnTo>
                  <a:lnTo>
                    <a:pt x="8255978" y="954536"/>
                  </a:lnTo>
                  <a:lnTo>
                    <a:pt x="8208752" y="987032"/>
                  </a:lnTo>
                  <a:lnTo>
                    <a:pt x="8160151" y="1016725"/>
                  </a:lnTo>
                  <a:lnTo>
                    <a:pt x="8151487" y="1021624"/>
                  </a:lnTo>
                  <a:lnTo>
                    <a:pt x="8104185" y="1046308"/>
                  </a:lnTo>
                  <a:lnTo>
                    <a:pt x="8054393" y="1068652"/>
                  </a:lnTo>
                  <a:lnTo>
                    <a:pt x="8001360" y="1088761"/>
                  </a:lnTo>
                  <a:lnTo>
                    <a:pt x="7944264" y="1106820"/>
                  </a:lnTo>
                  <a:lnTo>
                    <a:pt x="7882265" y="1123044"/>
                  </a:lnTo>
                  <a:lnTo>
                    <a:pt x="7814562" y="1137644"/>
                  </a:lnTo>
                  <a:lnTo>
                    <a:pt x="7740466" y="1150813"/>
                  </a:lnTo>
                  <a:lnTo>
                    <a:pt x="7659506" y="1162712"/>
                  </a:lnTo>
                  <a:lnTo>
                    <a:pt x="7571564" y="1173465"/>
                  </a:lnTo>
                  <a:lnTo>
                    <a:pt x="7477045" y="1183160"/>
                  </a:lnTo>
                  <a:lnTo>
                    <a:pt x="7377068" y="1191844"/>
                  </a:lnTo>
                  <a:lnTo>
                    <a:pt x="7273629" y="1199531"/>
                  </a:lnTo>
                  <a:lnTo>
                    <a:pt x="7169677" y="1206208"/>
                  </a:lnTo>
                  <a:lnTo>
                    <a:pt x="7069018" y="1211853"/>
                  </a:lnTo>
                  <a:lnTo>
                    <a:pt x="6975977" y="1216450"/>
                  </a:lnTo>
                  <a:lnTo>
                    <a:pt x="6894812" y="1220012"/>
                  </a:lnTo>
                  <a:lnTo>
                    <a:pt x="6828966" y="1222596"/>
                  </a:lnTo>
                  <a:lnTo>
                    <a:pt x="6780358" y="1224311"/>
                  </a:lnTo>
                  <a:lnTo>
                    <a:pt x="6748912" y="1225313"/>
                  </a:lnTo>
                  <a:lnTo>
                    <a:pt x="6732440" y="1225790"/>
                  </a:lnTo>
                  <a:lnTo>
                    <a:pt x="6726831" y="1225937"/>
                  </a:lnTo>
                  <a:lnTo>
                    <a:pt x="6726343" y="1225949"/>
                  </a:lnTo>
                  <a:lnTo>
                    <a:pt x="5254955" y="1225949"/>
                  </a:lnTo>
                  <a:lnTo>
                    <a:pt x="5253725" y="1225929"/>
                  </a:lnTo>
                  <a:lnTo>
                    <a:pt x="5245655" y="1225785"/>
                  </a:lnTo>
                  <a:lnTo>
                    <a:pt x="5225360" y="1225388"/>
                  </a:lnTo>
                  <a:lnTo>
                    <a:pt x="5189197" y="1224606"/>
                  </a:lnTo>
                  <a:lnTo>
                    <a:pt x="5135538" y="1223319"/>
                  </a:lnTo>
                  <a:lnTo>
                    <a:pt x="5064897" y="1221432"/>
                  </a:lnTo>
                  <a:lnTo>
                    <a:pt x="4979703" y="1218881"/>
                  </a:lnTo>
                  <a:lnTo>
                    <a:pt x="4883744" y="1215639"/>
                  </a:lnTo>
                  <a:lnTo>
                    <a:pt x="4781404" y="1211702"/>
                  </a:lnTo>
                  <a:lnTo>
                    <a:pt x="4676944" y="1207085"/>
                  </a:lnTo>
                  <a:lnTo>
                    <a:pt x="4573974" y="1201801"/>
                  </a:lnTo>
                  <a:lnTo>
                    <a:pt x="4475183" y="1195855"/>
                  </a:lnTo>
                  <a:lnTo>
                    <a:pt x="4382305" y="1189231"/>
                  </a:lnTo>
                  <a:lnTo>
                    <a:pt x="4296231" y="1181889"/>
                  </a:lnTo>
                  <a:lnTo>
                    <a:pt x="4217192" y="1173765"/>
                  </a:lnTo>
                  <a:lnTo>
                    <a:pt x="4144939" y="1164766"/>
                  </a:lnTo>
                  <a:lnTo>
                    <a:pt x="4078918" y="1154780"/>
                  </a:lnTo>
                  <a:lnTo>
                    <a:pt x="4018388" y="1143673"/>
                  </a:lnTo>
                  <a:lnTo>
                    <a:pt x="3962522" y="1131301"/>
                  </a:lnTo>
                  <a:lnTo>
                    <a:pt x="3910472" y="1117526"/>
                  </a:lnTo>
                  <a:lnTo>
                    <a:pt x="3861427" y="1102237"/>
                  </a:lnTo>
                  <a:lnTo>
                    <a:pt x="3829811" y="1091095"/>
                  </a:lnTo>
                  <a:lnTo>
                    <a:pt x="3777414" y="1070340"/>
                  </a:lnTo>
                  <a:lnTo>
                    <a:pt x="3726669" y="1047462"/>
                  </a:lnTo>
                  <a:lnTo>
                    <a:pt x="3676950" y="1022431"/>
                  </a:lnTo>
                  <a:lnTo>
                    <a:pt x="3627798" y="995288"/>
                  </a:lnTo>
                  <a:lnTo>
                    <a:pt x="3578895" y="966159"/>
                  </a:lnTo>
                  <a:lnTo>
                    <a:pt x="3530035" y="935254"/>
                  </a:lnTo>
                  <a:lnTo>
                    <a:pt x="3481108" y="902872"/>
                  </a:lnTo>
                  <a:lnTo>
                    <a:pt x="3432079" y="869385"/>
                  </a:lnTo>
                  <a:lnTo>
                    <a:pt x="3382969" y="835230"/>
                  </a:lnTo>
                  <a:lnTo>
                    <a:pt x="3333833" y="800879"/>
                  </a:lnTo>
                  <a:lnTo>
                    <a:pt x="3284736" y="766818"/>
                  </a:lnTo>
                  <a:lnTo>
                    <a:pt x="3235726" y="733513"/>
                  </a:lnTo>
                  <a:lnTo>
                    <a:pt x="3186817" y="701390"/>
                  </a:lnTo>
                  <a:lnTo>
                    <a:pt x="3137960" y="670810"/>
                  </a:lnTo>
                  <a:lnTo>
                    <a:pt x="3089028" y="642052"/>
                  </a:lnTo>
                  <a:lnTo>
                    <a:pt x="3039795" y="615313"/>
                  </a:lnTo>
                  <a:lnTo>
                    <a:pt x="2989917" y="590699"/>
                  </a:lnTo>
                  <a:lnTo>
                    <a:pt x="2938906" y="568238"/>
                  </a:lnTo>
                  <a:lnTo>
                    <a:pt x="2896531" y="551677"/>
                  </a:lnTo>
                  <a:lnTo>
                    <a:pt x="2849090" y="535341"/>
                  </a:lnTo>
                  <a:lnTo>
                    <a:pt x="2799144" y="520558"/>
                  </a:lnTo>
                  <a:lnTo>
                    <a:pt x="2745932" y="507259"/>
                  </a:lnTo>
                  <a:lnTo>
                    <a:pt x="2688628" y="495318"/>
                  </a:lnTo>
                  <a:lnTo>
                    <a:pt x="2626383" y="484595"/>
                  </a:lnTo>
                  <a:lnTo>
                    <a:pt x="2558390" y="474947"/>
                  </a:lnTo>
                  <a:lnTo>
                    <a:pt x="2483957" y="466247"/>
                  </a:lnTo>
                  <a:lnTo>
                    <a:pt x="2402615" y="458388"/>
                  </a:lnTo>
                  <a:lnTo>
                    <a:pt x="2314253" y="451288"/>
                  </a:lnTo>
                  <a:lnTo>
                    <a:pt x="2219297" y="444890"/>
                  </a:lnTo>
                  <a:lnTo>
                    <a:pt x="2118896" y="439162"/>
                  </a:lnTo>
                  <a:lnTo>
                    <a:pt x="2015092" y="434096"/>
                  </a:lnTo>
                  <a:lnTo>
                    <a:pt x="1910891" y="429701"/>
                  </a:lnTo>
                  <a:lnTo>
                    <a:pt x="1810158" y="425991"/>
                  </a:lnTo>
                  <a:lnTo>
                    <a:pt x="1717264" y="422977"/>
                  </a:lnTo>
                  <a:lnTo>
                    <a:pt x="1636485" y="420649"/>
                  </a:lnTo>
                  <a:lnTo>
                    <a:pt x="1571238" y="418968"/>
                  </a:lnTo>
                  <a:lnTo>
                    <a:pt x="1523373" y="417859"/>
                  </a:lnTo>
                  <a:lnTo>
                    <a:pt x="1492705" y="417217"/>
                  </a:lnTo>
                  <a:lnTo>
                    <a:pt x="1476918" y="416918"/>
                  </a:lnTo>
                  <a:lnTo>
                    <a:pt x="1471766" y="416828"/>
                  </a:lnTo>
                  <a:lnTo>
                    <a:pt x="1471387" y="416822"/>
                  </a:lnTo>
                  <a:lnTo>
                    <a:pt x="0" y="416822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549" name="pl549"/>
            <p:cNvSpPr/>
            <p:nvPr/>
          </p:nvSpPr>
          <p:spPr>
            <a:xfrm>
              <a:off x="4799595" y="2961039"/>
              <a:ext cx="11981298" cy="1225949"/>
            </a:xfrm>
            <a:custGeom>
              <a:avLst/>
              <a:pathLst>
                <a:path w="11981298" h="1225949">
                  <a:moveTo>
                    <a:pt x="0" y="416822"/>
                  </a:moveTo>
                  <a:lnTo>
                    <a:pt x="1471387" y="416822"/>
                  </a:lnTo>
                  <a:lnTo>
                    <a:pt x="1472617" y="416843"/>
                  </a:lnTo>
                  <a:lnTo>
                    <a:pt x="1480687" y="416986"/>
                  </a:lnTo>
                  <a:lnTo>
                    <a:pt x="1500982" y="417384"/>
                  </a:lnTo>
                  <a:lnTo>
                    <a:pt x="1537145" y="418166"/>
                  </a:lnTo>
                  <a:lnTo>
                    <a:pt x="1590804" y="419453"/>
                  </a:lnTo>
                  <a:lnTo>
                    <a:pt x="1661446" y="421340"/>
                  </a:lnTo>
                  <a:lnTo>
                    <a:pt x="1746639" y="423890"/>
                  </a:lnTo>
                  <a:lnTo>
                    <a:pt x="1842598" y="427133"/>
                  </a:lnTo>
                  <a:lnTo>
                    <a:pt x="1944939" y="431070"/>
                  </a:lnTo>
                  <a:lnTo>
                    <a:pt x="2049398" y="435687"/>
                  </a:lnTo>
                  <a:lnTo>
                    <a:pt x="2152368" y="440971"/>
                  </a:lnTo>
                  <a:lnTo>
                    <a:pt x="2251160" y="446917"/>
                  </a:lnTo>
                  <a:lnTo>
                    <a:pt x="2344038" y="453541"/>
                  </a:lnTo>
                  <a:lnTo>
                    <a:pt x="2430111" y="460882"/>
                  </a:lnTo>
                  <a:lnTo>
                    <a:pt x="2509150" y="469007"/>
                  </a:lnTo>
                  <a:lnTo>
                    <a:pt x="2581403" y="478005"/>
                  </a:lnTo>
                  <a:lnTo>
                    <a:pt x="2647424" y="487992"/>
                  </a:lnTo>
                  <a:lnTo>
                    <a:pt x="2707954" y="499099"/>
                  </a:lnTo>
                  <a:lnTo>
                    <a:pt x="2763820" y="511471"/>
                  </a:lnTo>
                  <a:lnTo>
                    <a:pt x="2815870" y="525246"/>
                  </a:lnTo>
                  <a:lnTo>
                    <a:pt x="2864915" y="540535"/>
                  </a:lnTo>
                  <a:lnTo>
                    <a:pt x="2896531" y="551677"/>
                  </a:lnTo>
                  <a:lnTo>
                    <a:pt x="2948928" y="572432"/>
                  </a:lnTo>
                  <a:lnTo>
                    <a:pt x="2999673" y="595309"/>
                  </a:lnTo>
                  <a:lnTo>
                    <a:pt x="3049392" y="620341"/>
                  </a:lnTo>
                  <a:lnTo>
                    <a:pt x="3098544" y="647483"/>
                  </a:lnTo>
                  <a:lnTo>
                    <a:pt x="3147447" y="676613"/>
                  </a:lnTo>
                  <a:lnTo>
                    <a:pt x="3196307" y="707517"/>
                  </a:lnTo>
                  <a:lnTo>
                    <a:pt x="3245234" y="739900"/>
                  </a:lnTo>
                  <a:lnTo>
                    <a:pt x="3294263" y="773386"/>
                  </a:lnTo>
                  <a:lnTo>
                    <a:pt x="3343373" y="807542"/>
                  </a:lnTo>
                  <a:lnTo>
                    <a:pt x="3392509" y="841892"/>
                  </a:lnTo>
                  <a:lnTo>
                    <a:pt x="3441606" y="875954"/>
                  </a:lnTo>
                  <a:lnTo>
                    <a:pt x="3490616" y="909259"/>
                  </a:lnTo>
                  <a:lnTo>
                    <a:pt x="3539525" y="941381"/>
                  </a:lnTo>
                  <a:lnTo>
                    <a:pt x="3588383" y="971962"/>
                  </a:lnTo>
                  <a:lnTo>
                    <a:pt x="3637315" y="1000719"/>
                  </a:lnTo>
                  <a:lnTo>
                    <a:pt x="3686547" y="1027459"/>
                  </a:lnTo>
                  <a:lnTo>
                    <a:pt x="3736425" y="1052073"/>
                  </a:lnTo>
                  <a:lnTo>
                    <a:pt x="3787436" y="1074534"/>
                  </a:lnTo>
                  <a:lnTo>
                    <a:pt x="3829811" y="1091095"/>
                  </a:lnTo>
                  <a:lnTo>
                    <a:pt x="3877252" y="1107430"/>
                  </a:lnTo>
                  <a:lnTo>
                    <a:pt x="3927199" y="1122213"/>
                  </a:lnTo>
                  <a:lnTo>
                    <a:pt x="3980410" y="1135513"/>
                  </a:lnTo>
                  <a:lnTo>
                    <a:pt x="4037714" y="1147453"/>
                  </a:lnTo>
                  <a:lnTo>
                    <a:pt x="4099959" y="1158177"/>
                  </a:lnTo>
                  <a:lnTo>
                    <a:pt x="4167952" y="1167825"/>
                  </a:lnTo>
                  <a:lnTo>
                    <a:pt x="4242385" y="1176525"/>
                  </a:lnTo>
                  <a:lnTo>
                    <a:pt x="4323727" y="1184383"/>
                  </a:lnTo>
                  <a:lnTo>
                    <a:pt x="4412089" y="1191483"/>
                  </a:lnTo>
                  <a:lnTo>
                    <a:pt x="4507046" y="1197882"/>
                  </a:lnTo>
                  <a:lnTo>
                    <a:pt x="4607446" y="1203609"/>
                  </a:lnTo>
                  <a:lnTo>
                    <a:pt x="4711250" y="1208675"/>
                  </a:lnTo>
                  <a:lnTo>
                    <a:pt x="4815451" y="1213071"/>
                  </a:lnTo>
                  <a:lnTo>
                    <a:pt x="4916184" y="1216781"/>
                  </a:lnTo>
                  <a:lnTo>
                    <a:pt x="5009078" y="1219795"/>
                  </a:lnTo>
                  <a:lnTo>
                    <a:pt x="5089857" y="1222123"/>
                  </a:lnTo>
                  <a:lnTo>
                    <a:pt x="5155104" y="1223804"/>
                  </a:lnTo>
                  <a:lnTo>
                    <a:pt x="5202969" y="1224913"/>
                  </a:lnTo>
                  <a:lnTo>
                    <a:pt x="5233637" y="1225554"/>
                  </a:lnTo>
                  <a:lnTo>
                    <a:pt x="5249424" y="1225854"/>
                  </a:lnTo>
                  <a:lnTo>
                    <a:pt x="5254576" y="1225943"/>
                  </a:lnTo>
                  <a:lnTo>
                    <a:pt x="5254955" y="1225949"/>
                  </a:lnTo>
                  <a:lnTo>
                    <a:pt x="6726343" y="1225949"/>
                  </a:lnTo>
                  <a:lnTo>
                    <a:pt x="6727562" y="1225919"/>
                  </a:lnTo>
                  <a:lnTo>
                    <a:pt x="6735566" y="1225703"/>
                  </a:lnTo>
                  <a:lnTo>
                    <a:pt x="6755700" y="1225106"/>
                  </a:lnTo>
                  <a:lnTo>
                    <a:pt x="6791590" y="1223931"/>
                  </a:lnTo>
                  <a:lnTo>
                    <a:pt x="6844871" y="1221998"/>
                  </a:lnTo>
                  <a:lnTo>
                    <a:pt x="6915060" y="1219162"/>
                  </a:lnTo>
                  <a:lnTo>
                    <a:pt x="6999773" y="1215328"/>
                  </a:lnTo>
                  <a:lnTo>
                    <a:pt x="7095275" y="1210451"/>
                  </a:lnTo>
                  <a:lnTo>
                    <a:pt x="7197222" y="1204529"/>
                  </a:lnTo>
                  <a:lnTo>
                    <a:pt x="7301378" y="1197580"/>
                  </a:lnTo>
                  <a:lnTo>
                    <a:pt x="7404143" y="1189628"/>
                  </a:lnTo>
                  <a:lnTo>
                    <a:pt x="7502822" y="1180677"/>
                  </a:lnTo>
                  <a:lnTo>
                    <a:pt x="7595665" y="1170707"/>
                  </a:lnTo>
                  <a:lnTo>
                    <a:pt x="7681762" y="1159658"/>
                  </a:lnTo>
                  <a:lnTo>
                    <a:pt x="7760864" y="1147435"/>
                  </a:lnTo>
                  <a:lnTo>
                    <a:pt x="7833200" y="1133902"/>
                  </a:lnTo>
                  <a:lnTo>
                    <a:pt x="7899309" y="1118889"/>
                  </a:lnTo>
                  <a:lnTo>
                    <a:pt x="7959921" y="1102197"/>
                  </a:lnTo>
                  <a:lnTo>
                    <a:pt x="8015852" y="1083612"/>
                  </a:lnTo>
                  <a:lnTo>
                    <a:pt x="8067943" y="1062924"/>
                  </a:lnTo>
                  <a:lnTo>
                    <a:pt x="8117002" y="1039962"/>
                  </a:lnTo>
                  <a:lnTo>
                    <a:pt x="8151487" y="1021624"/>
                  </a:lnTo>
                  <a:lnTo>
                    <a:pt x="8200390" y="992411"/>
                  </a:lnTo>
                  <a:lnTo>
                    <a:pt x="8247816" y="960409"/>
                  </a:lnTo>
                  <a:lnTo>
                    <a:pt x="8294288" y="925570"/>
                  </a:lnTo>
                  <a:lnTo>
                    <a:pt x="8340197" y="887931"/>
                  </a:lnTo>
                  <a:lnTo>
                    <a:pt x="8385828" y="847618"/>
                  </a:lnTo>
                  <a:lnTo>
                    <a:pt x="8431371" y="804860"/>
                  </a:lnTo>
                  <a:lnTo>
                    <a:pt x="8476944" y="759983"/>
                  </a:lnTo>
                  <a:lnTo>
                    <a:pt x="8522598" y="713406"/>
                  </a:lnTo>
                  <a:lnTo>
                    <a:pt x="8568338" y="665629"/>
                  </a:lnTo>
                  <a:lnTo>
                    <a:pt x="8614131" y="617209"/>
                  </a:lnTo>
                  <a:lnTo>
                    <a:pt x="8659930" y="568737"/>
                  </a:lnTo>
                  <a:lnTo>
                    <a:pt x="8705682" y="520806"/>
                  </a:lnTo>
                  <a:lnTo>
                    <a:pt x="8751352" y="473981"/>
                  </a:lnTo>
                  <a:lnTo>
                    <a:pt x="8796937" y="428775"/>
                  </a:lnTo>
                  <a:lnTo>
                    <a:pt x="8842479" y="385621"/>
                  </a:lnTo>
                  <a:lnTo>
                    <a:pt x="8888082" y="344863"/>
                  </a:lnTo>
                  <a:lnTo>
                    <a:pt x="8933926" y="306745"/>
                  </a:lnTo>
                  <a:lnTo>
                    <a:pt x="8980275" y="271413"/>
                  </a:lnTo>
                  <a:lnTo>
                    <a:pt x="9027501" y="238917"/>
                  </a:lnTo>
                  <a:lnTo>
                    <a:pt x="9076102" y="209224"/>
                  </a:lnTo>
                  <a:lnTo>
                    <a:pt x="9084767" y="204324"/>
                  </a:lnTo>
                  <a:lnTo>
                    <a:pt x="9132069" y="179641"/>
                  </a:lnTo>
                  <a:lnTo>
                    <a:pt x="9181861" y="157297"/>
                  </a:lnTo>
                  <a:lnTo>
                    <a:pt x="9234893" y="137188"/>
                  </a:lnTo>
                  <a:lnTo>
                    <a:pt x="9291989" y="119128"/>
                  </a:lnTo>
                  <a:lnTo>
                    <a:pt x="9353988" y="102905"/>
                  </a:lnTo>
                  <a:lnTo>
                    <a:pt x="9421691" y="88304"/>
                  </a:lnTo>
                  <a:lnTo>
                    <a:pt x="9495787" y="75136"/>
                  </a:lnTo>
                  <a:lnTo>
                    <a:pt x="9576747" y="63237"/>
                  </a:lnTo>
                  <a:lnTo>
                    <a:pt x="9664689" y="52483"/>
                  </a:lnTo>
                  <a:lnTo>
                    <a:pt x="9759208" y="42789"/>
                  </a:lnTo>
                  <a:lnTo>
                    <a:pt x="9859185" y="34105"/>
                  </a:lnTo>
                  <a:lnTo>
                    <a:pt x="9962624" y="26418"/>
                  </a:lnTo>
                  <a:lnTo>
                    <a:pt x="10066576" y="19741"/>
                  </a:lnTo>
                  <a:lnTo>
                    <a:pt x="10167236" y="14096"/>
                  </a:lnTo>
                  <a:lnTo>
                    <a:pt x="10260276" y="9498"/>
                  </a:lnTo>
                  <a:lnTo>
                    <a:pt x="10341441" y="5937"/>
                  </a:lnTo>
                  <a:lnTo>
                    <a:pt x="10407287" y="3353"/>
                  </a:lnTo>
                  <a:lnTo>
                    <a:pt x="10455895" y="1638"/>
                  </a:lnTo>
                  <a:lnTo>
                    <a:pt x="10487341" y="635"/>
                  </a:lnTo>
                  <a:lnTo>
                    <a:pt x="10503813" y="159"/>
                  </a:lnTo>
                  <a:lnTo>
                    <a:pt x="10509422" y="11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50" name="pl550"/>
            <p:cNvSpPr/>
            <p:nvPr/>
          </p:nvSpPr>
          <p:spPr>
            <a:xfrm>
              <a:off x="4799595" y="2952866"/>
              <a:ext cx="11981298" cy="1225949"/>
            </a:xfrm>
            <a:custGeom>
              <a:avLst/>
              <a:pathLst>
                <a:path w="11981298" h="1225949">
                  <a:moveTo>
                    <a:pt x="11981298" y="0"/>
                  </a:moveTo>
                  <a:lnTo>
                    <a:pt x="10509911" y="0"/>
                  </a:lnTo>
                  <a:lnTo>
                    <a:pt x="10508691" y="30"/>
                  </a:lnTo>
                  <a:lnTo>
                    <a:pt x="10500687" y="246"/>
                  </a:lnTo>
                  <a:lnTo>
                    <a:pt x="10480553" y="843"/>
                  </a:lnTo>
                  <a:lnTo>
                    <a:pt x="10444663" y="2018"/>
                  </a:lnTo>
                  <a:lnTo>
                    <a:pt x="10391382" y="3951"/>
                  </a:lnTo>
                  <a:lnTo>
                    <a:pt x="10321194" y="6787"/>
                  </a:lnTo>
                  <a:lnTo>
                    <a:pt x="10236480" y="10621"/>
                  </a:lnTo>
                  <a:lnTo>
                    <a:pt x="10140978" y="15498"/>
                  </a:lnTo>
                  <a:lnTo>
                    <a:pt x="10039032" y="21420"/>
                  </a:lnTo>
                  <a:lnTo>
                    <a:pt x="9934876" y="28368"/>
                  </a:lnTo>
                  <a:lnTo>
                    <a:pt x="9832110" y="36321"/>
                  </a:lnTo>
                  <a:lnTo>
                    <a:pt x="9733431" y="45272"/>
                  </a:lnTo>
                  <a:lnTo>
                    <a:pt x="9640588" y="55242"/>
                  </a:lnTo>
                  <a:lnTo>
                    <a:pt x="9554491" y="66291"/>
                  </a:lnTo>
                  <a:lnTo>
                    <a:pt x="9475389" y="78514"/>
                  </a:lnTo>
                  <a:lnTo>
                    <a:pt x="9403054" y="92047"/>
                  </a:lnTo>
                  <a:lnTo>
                    <a:pt x="9336944" y="107060"/>
                  </a:lnTo>
                  <a:lnTo>
                    <a:pt x="9276332" y="123752"/>
                  </a:lnTo>
                  <a:lnTo>
                    <a:pt x="9220401" y="142336"/>
                  </a:lnTo>
                  <a:lnTo>
                    <a:pt x="9168310" y="163025"/>
                  </a:lnTo>
                  <a:lnTo>
                    <a:pt x="9119251" y="185987"/>
                  </a:lnTo>
                  <a:lnTo>
                    <a:pt x="9084767" y="204324"/>
                  </a:lnTo>
                  <a:lnTo>
                    <a:pt x="9035864" y="233537"/>
                  </a:lnTo>
                  <a:lnTo>
                    <a:pt x="8988438" y="265540"/>
                  </a:lnTo>
                  <a:lnTo>
                    <a:pt x="8941965" y="300379"/>
                  </a:lnTo>
                  <a:lnTo>
                    <a:pt x="8896056" y="338018"/>
                  </a:lnTo>
                  <a:lnTo>
                    <a:pt x="8850426" y="378330"/>
                  </a:lnTo>
                  <a:lnTo>
                    <a:pt x="8804882" y="421088"/>
                  </a:lnTo>
                  <a:lnTo>
                    <a:pt x="8759310" y="465966"/>
                  </a:lnTo>
                  <a:lnTo>
                    <a:pt x="8713655" y="512543"/>
                  </a:lnTo>
                  <a:lnTo>
                    <a:pt x="8667916" y="560320"/>
                  </a:lnTo>
                  <a:lnTo>
                    <a:pt x="8622122" y="608740"/>
                  </a:lnTo>
                  <a:lnTo>
                    <a:pt x="8576323" y="657212"/>
                  </a:lnTo>
                  <a:lnTo>
                    <a:pt x="8530571" y="705143"/>
                  </a:lnTo>
                  <a:lnTo>
                    <a:pt x="8484901" y="751968"/>
                  </a:lnTo>
                  <a:lnTo>
                    <a:pt x="8439316" y="797174"/>
                  </a:lnTo>
                  <a:lnTo>
                    <a:pt x="8393774" y="840328"/>
                  </a:lnTo>
                  <a:lnTo>
                    <a:pt x="8348171" y="881086"/>
                  </a:lnTo>
                  <a:lnTo>
                    <a:pt x="8302328" y="919203"/>
                  </a:lnTo>
                  <a:lnTo>
                    <a:pt x="8255978" y="954536"/>
                  </a:lnTo>
                  <a:lnTo>
                    <a:pt x="8208752" y="987032"/>
                  </a:lnTo>
                  <a:lnTo>
                    <a:pt x="8160151" y="1016725"/>
                  </a:lnTo>
                  <a:lnTo>
                    <a:pt x="8151487" y="1021624"/>
                  </a:lnTo>
                  <a:lnTo>
                    <a:pt x="8104185" y="1046308"/>
                  </a:lnTo>
                  <a:lnTo>
                    <a:pt x="8054393" y="1068652"/>
                  </a:lnTo>
                  <a:lnTo>
                    <a:pt x="8001360" y="1088761"/>
                  </a:lnTo>
                  <a:lnTo>
                    <a:pt x="7944264" y="1106820"/>
                  </a:lnTo>
                  <a:lnTo>
                    <a:pt x="7882265" y="1123044"/>
                  </a:lnTo>
                  <a:lnTo>
                    <a:pt x="7814562" y="1137644"/>
                  </a:lnTo>
                  <a:lnTo>
                    <a:pt x="7740466" y="1150813"/>
                  </a:lnTo>
                  <a:lnTo>
                    <a:pt x="7659506" y="1162712"/>
                  </a:lnTo>
                  <a:lnTo>
                    <a:pt x="7571564" y="1173465"/>
                  </a:lnTo>
                  <a:lnTo>
                    <a:pt x="7477045" y="1183160"/>
                  </a:lnTo>
                  <a:lnTo>
                    <a:pt x="7377068" y="1191844"/>
                  </a:lnTo>
                  <a:lnTo>
                    <a:pt x="7273629" y="1199531"/>
                  </a:lnTo>
                  <a:lnTo>
                    <a:pt x="7169677" y="1206208"/>
                  </a:lnTo>
                  <a:lnTo>
                    <a:pt x="7069018" y="1211853"/>
                  </a:lnTo>
                  <a:lnTo>
                    <a:pt x="6975977" y="1216450"/>
                  </a:lnTo>
                  <a:lnTo>
                    <a:pt x="6894812" y="1220012"/>
                  </a:lnTo>
                  <a:lnTo>
                    <a:pt x="6828966" y="1222596"/>
                  </a:lnTo>
                  <a:lnTo>
                    <a:pt x="6780358" y="1224311"/>
                  </a:lnTo>
                  <a:lnTo>
                    <a:pt x="6748912" y="1225313"/>
                  </a:lnTo>
                  <a:lnTo>
                    <a:pt x="6732440" y="1225790"/>
                  </a:lnTo>
                  <a:lnTo>
                    <a:pt x="6726831" y="1225937"/>
                  </a:lnTo>
                  <a:lnTo>
                    <a:pt x="6726343" y="1225949"/>
                  </a:lnTo>
                  <a:lnTo>
                    <a:pt x="5254955" y="1225949"/>
                  </a:lnTo>
                  <a:lnTo>
                    <a:pt x="5253725" y="1225929"/>
                  </a:lnTo>
                  <a:lnTo>
                    <a:pt x="5245655" y="1225785"/>
                  </a:lnTo>
                  <a:lnTo>
                    <a:pt x="5225360" y="1225388"/>
                  </a:lnTo>
                  <a:lnTo>
                    <a:pt x="5189197" y="1224606"/>
                  </a:lnTo>
                  <a:lnTo>
                    <a:pt x="5135538" y="1223319"/>
                  </a:lnTo>
                  <a:lnTo>
                    <a:pt x="5064897" y="1221432"/>
                  </a:lnTo>
                  <a:lnTo>
                    <a:pt x="4979703" y="1218881"/>
                  </a:lnTo>
                  <a:lnTo>
                    <a:pt x="4883744" y="1215639"/>
                  </a:lnTo>
                  <a:lnTo>
                    <a:pt x="4781404" y="1211702"/>
                  </a:lnTo>
                  <a:lnTo>
                    <a:pt x="4676944" y="1207085"/>
                  </a:lnTo>
                  <a:lnTo>
                    <a:pt x="4573974" y="1201801"/>
                  </a:lnTo>
                  <a:lnTo>
                    <a:pt x="4475183" y="1195855"/>
                  </a:lnTo>
                  <a:lnTo>
                    <a:pt x="4382305" y="1189231"/>
                  </a:lnTo>
                  <a:lnTo>
                    <a:pt x="4296231" y="1181889"/>
                  </a:lnTo>
                  <a:lnTo>
                    <a:pt x="4217192" y="1173765"/>
                  </a:lnTo>
                  <a:lnTo>
                    <a:pt x="4144939" y="1164766"/>
                  </a:lnTo>
                  <a:lnTo>
                    <a:pt x="4078918" y="1154780"/>
                  </a:lnTo>
                  <a:lnTo>
                    <a:pt x="4018388" y="1143673"/>
                  </a:lnTo>
                  <a:lnTo>
                    <a:pt x="3962522" y="1131301"/>
                  </a:lnTo>
                  <a:lnTo>
                    <a:pt x="3910472" y="1117526"/>
                  </a:lnTo>
                  <a:lnTo>
                    <a:pt x="3861427" y="1102237"/>
                  </a:lnTo>
                  <a:lnTo>
                    <a:pt x="3829811" y="1091095"/>
                  </a:lnTo>
                  <a:lnTo>
                    <a:pt x="3777414" y="1070340"/>
                  </a:lnTo>
                  <a:lnTo>
                    <a:pt x="3726669" y="1047462"/>
                  </a:lnTo>
                  <a:lnTo>
                    <a:pt x="3676950" y="1022431"/>
                  </a:lnTo>
                  <a:lnTo>
                    <a:pt x="3627798" y="995288"/>
                  </a:lnTo>
                  <a:lnTo>
                    <a:pt x="3578895" y="966159"/>
                  </a:lnTo>
                  <a:lnTo>
                    <a:pt x="3530035" y="935254"/>
                  </a:lnTo>
                  <a:lnTo>
                    <a:pt x="3481108" y="902872"/>
                  </a:lnTo>
                  <a:lnTo>
                    <a:pt x="3432079" y="869385"/>
                  </a:lnTo>
                  <a:lnTo>
                    <a:pt x="3382969" y="835230"/>
                  </a:lnTo>
                  <a:lnTo>
                    <a:pt x="3333833" y="800879"/>
                  </a:lnTo>
                  <a:lnTo>
                    <a:pt x="3284736" y="766818"/>
                  </a:lnTo>
                  <a:lnTo>
                    <a:pt x="3235726" y="733513"/>
                  </a:lnTo>
                  <a:lnTo>
                    <a:pt x="3186817" y="701390"/>
                  </a:lnTo>
                  <a:lnTo>
                    <a:pt x="3137960" y="670810"/>
                  </a:lnTo>
                  <a:lnTo>
                    <a:pt x="3089028" y="642052"/>
                  </a:lnTo>
                  <a:lnTo>
                    <a:pt x="3039795" y="615313"/>
                  </a:lnTo>
                  <a:lnTo>
                    <a:pt x="2989917" y="590699"/>
                  </a:lnTo>
                  <a:lnTo>
                    <a:pt x="2938906" y="568238"/>
                  </a:lnTo>
                  <a:lnTo>
                    <a:pt x="2896531" y="551677"/>
                  </a:lnTo>
                  <a:lnTo>
                    <a:pt x="2849090" y="535341"/>
                  </a:lnTo>
                  <a:lnTo>
                    <a:pt x="2799144" y="520558"/>
                  </a:lnTo>
                  <a:lnTo>
                    <a:pt x="2745932" y="507259"/>
                  </a:lnTo>
                  <a:lnTo>
                    <a:pt x="2688628" y="495318"/>
                  </a:lnTo>
                  <a:lnTo>
                    <a:pt x="2626383" y="484595"/>
                  </a:lnTo>
                  <a:lnTo>
                    <a:pt x="2558390" y="474947"/>
                  </a:lnTo>
                  <a:lnTo>
                    <a:pt x="2483957" y="466247"/>
                  </a:lnTo>
                  <a:lnTo>
                    <a:pt x="2402615" y="458388"/>
                  </a:lnTo>
                  <a:lnTo>
                    <a:pt x="2314253" y="451288"/>
                  </a:lnTo>
                  <a:lnTo>
                    <a:pt x="2219297" y="444890"/>
                  </a:lnTo>
                  <a:lnTo>
                    <a:pt x="2118896" y="439162"/>
                  </a:lnTo>
                  <a:lnTo>
                    <a:pt x="2015092" y="434096"/>
                  </a:lnTo>
                  <a:lnTo>
                    <a:pt x="1910891" y="429701"/>
                  </a:lnTo>
                  <a:lnTo>
                    <a:pt x="1810158" y="425991"/>
                  </a:lnTo>
                  <a:lnTo>
                    <a:pt x="1717264" y="422977"/>
                  </a:lnTo>
                  <a:lnTo>
                    <a:pt x="1636485" y="420649"/>
                  </a:lnTo>
                  <a:lnTo>
                    <a:pt x="1571238" y="418968"/>
                  </a:lnTo>
                  <a:lnTo>
                    <a:pt x="1523373" y="417859"/>
                  </a:lnTo>
                  <a:lnTo>
                    <a:pt x="1492705" y="417217"/>
                  </a:lnTo>
                  <a:lnTo>
                    <a:pt x="1476918" y="416918"/>
                  </a:lnTo>
                  <a:lnTo>
                    <a:pt x="1471766" y="416828"/>
                  </a:lnTo>
                  <a:lnTo>
                    <a:pt x="1471387" y="416822"/>
                  </a:lnTo>
                  <a:lnTo>
                    <a:pt x="0" y="41682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51" name="pg551"/>
            <p:cNvSpPr/>
            <p:nvPr/>
          </p:nvSpPr>
          <p:spPr>
            <a:xfrm>
              <a:off x="4799595" y="3377862"/>
              <a:ext cx="11981298" cy="874510"/>
            </a:xfrm>
            <a:custGeom>
              <a:avLst/>
              <a:pathLst>
                <a:path w="11981298" h="874510">
                  <a:moveTo>
                    <a:pt x="0" y="65383"/>
                  </a:moveTo>
                  <a:lnTo>
                    <a:pt x="1471387" y="65383"/>
                  </a:lnTo>
                  <a:lnTo>
                    <a:pt x="1472617" y="65404"/>
                  </a:lnTo>
                  <a:lnTo>
                    <a:pt x="1480687" y="65547"/>
                  </a:lnTo>
                  <a:lnTo>
                    <a:pt x="1500982" y="65945"/>
                  </a:lnTo>
                  <a:lnTo>
                    <a:pt x="1537145" y="66727"/>
                  </a:lnTo>
                  <a:lnTo>
                    <a:pt x="1590804" y="68014"/>
                  </a:lnTo>
                  <a:lnTo>
                    <a:pt x="1661446" y="69901"/>
                  </a:lnTo>
                  <a:lnTo>
                    <a:pt x="1746639" y="72451"/>
                  </a:lnTo>
                  <a:lnTo>
                    <a:pt x="1842598" y="75694"/>
                  </a:lnTo>
                  <a:lnTo>
                    <a:pt x="1944939" y="79631"/>
                  </a:lnTo>
                  <a:lnTo>
                    <a:pt x="2049398" y="84248"/>
                  </a:lnTo>
                  <a:lnTo>
                    <a:pt x="2152368" y="89532"/>
                  </a:lnTo>
                  <a:lnTo>
                    <a:pt x="2251160" y="95478"/>
                  </a:lnTo>
                  <a:lnTo>
                    <a:pt x="2344038" y="102102"/>
                  </a:lnTo>
                  <a:lnTo>
                    <a:pt x="2430111" y="109444"/>
                  </a:lnTo>
                  <a:lnTo>
                    <a:pt x="2509150" y="117568"/>
                  </a:lnTo>
                  <a:lnTo>
                    <a:pt x="2581403" y="126566"/>
                  </a:lnTo>
                  <a:lnTo>
                    <a:pt x="2647424" y="136553"/>
                  </a:lnTo>
                  <a:lnTo>
                    <a:pt x="2707954" y="147660"/>
                  </a:lnTo>
                  <a:lnTo>
                    <a:pt x="2763820" y="160032"/>
                  </a:lnTo>
                  <a:lnTo>
                    <a:pt x="2815870" y="173807"/>
                  </a:lnTo>
                  <a:lnTo>
                    <a:pt x="2864915" y="189096"/>
                  </a:lnTo>
                  <a:lnTo>
                    <a:pt x="2896531" y="200238"/>
                  </a:lnTo>
                  <a:lnTo>
                    <a:pt x="2948928" y="220993"/>
                  </a:lnTo>
                  <a:lnTo>
                    <a:pt x="2999673" y="243870"/>
                  </a:lnTo>
                  <a:lnTo>
                    <a:pt x="3049392" y="268902"/>
                  </a:lnTo>
                  <a:lnTo>
                    <a:pt x="3098544" y="296044"/>
                  </a:lnTo>
                  <a:lnTo>
                    <a:pt x="3147447" y="325174"/>
                  </a:lnTo>
                  <a:lnTo>
                    <a:pt x="3196307" y="356078"/>
                  </a:lnTo>
                  <a:lnTo>
                    <a:pt x="3245234" y="388461"/>
                  </a:lnTo>
                  <a:lnTo>
                    <a:pt x="3294263" y="421947"/>
                  </a:lnTo>
                  <a:lnTo>
                    <a:pt x="3343373" y="456103"/>
                  </a:lnTo>
                  <a:lnTo>
                    <a:pt x="3392509" y="490453"/>
                  </a:lnTo>
                  <a:lnTo>
                    <a:pt x="3441606" y="524515"/>
                  </a:lnTo>
                  <a:lnTo>
                    <a:pt x="3490616" y="557820"/>
                  </a:lnTo>
                  <a:lnTo>
                    <a:pt x="3539525" y="589942"/>
                  </a:lnTo>
                  <a:lnTo>
                    <a:pt x="3588383" y="620523"/>
                  </a:lnTo>
                  <a:lnTo>
                    <a:pt x="3637315" y="649280"/>
                  </a:lnTo>
                  <a:lnTo>
                    <a:pt x="3686547" y="676020"/>
                  </a:lnTo>
                  <a:lnTo>
                    <a:pt x="3736425" y="700634"/>
                  </a:lnTo>
                  <a:lnTo>
                    <a:pt x="3787436" y="723095"/>
                  </a:lnTo>
                  <a:lnTo>
                    <a:pt x="3829811" y="739656"/>
                  </a:lnTo>
                  <a:lnTo>
                    <a:pt x="3877252" y="755992"/>
                  </a:lnTo>
                  <a:lnTo>
                    <a:pt x="3927199" y="770774"/>
                  </a:lnTo>
                  <a:lnTo>
                    <a:pt x="3980410" y="784074"/>
                  </a:lnTo>
                  <a:lnTo>
                    <a:pt x="4037714" y="796014"/>
                  </a:lnTo>
                  <a:lnTo>
                    <a:pt x="4099959" y="806738"/>
                  </a:lnTo>
                  <a:lnTo>
                    <a:pt x="4167952" y="816386"/>
                  </a:lnTo>
                  <a:lnTo>
                    <a:pt x="4242385" y="825086"/>
                  </a:lnTo>
                  <a:lnTo>
                    <a:pt x="4323727" y="832944"/>
                  </a:lnTo>
                  <a:lnTo>
                    <a:pt x="4412089" y="840044"/>
                  </a:lnTo>
                  <a:lnTo>
                    <a:pt x="4507046" y="846443"/>
                  </a:lnTo>
                  <a:lnTo>
                    <a:pt x="4607446" y="852171"/>
                  </a:lnTo>
                  <a:lnTo>
                    <a:pt x="4711250" y="857236"/>
                  </a:lnTo>
                  <a:lnTo>
                    <a:pt x="4815451" y="861632"/>
                  </a:lnTo>
                  <a:lnTo>
                    <a:pt x="4916184" y="865342"/>
                  </a:lnTo>
                  <a:lnTo>
                    <a:pt x="5009078" y="868356"/>
                  </a:lnTo>
                  <a:lnTo>
                    <a:pt x="5089857" y="870684"/>
                  </a:lnTo>
                  <a:lnTo>
                    <a:pt x="5155104" y="872365"/>
                  </a:lnTo>
                  <a:lnTo>
                    <a:pt x="5202969" y="873474"/>
                  </a:lnTo>
                  <a:lnTo>
                    <a:pt x="5233637" y="874116"/>
                  </a:lnTo>
                  <a:lnTo>
                    <a:pt x="5249424" y="874415"/>
                  </a:lnTo>
                  <a:lnTo>
                    <a:pt x="5254576" y="874504"/>
                  </a:lnTo>
                  <a:lnTo>
                    <a:pt x="5254955" y="874510"/>
                  </a:lnTo>
                  <a:lnTo>
                    <a:pt x="6726343" y="874510"/>
                  </a:lnTo>
                  <a:lnTo>
                    <a:pt x="6727573" y="874491"/>
                  </a:lnTo>
                  <a:lnTo>
                    <a:pt x="6735649" y="874356"/>
                  </a:lnTo>
                  <a:lnTo>
                    <a:pt x="6755959" y="873982"/>
                  </a:lnTo>
                  <a:lnTo>
                    <a:pt x="6792148" y="873247"/>
                  </a:lnTo>
                  <a:lnTo>
                    <a:pt x="6845841" y="872037"/>
                  </a:lnTo>
                  <a:lnTo>
                    <a:pt x="6916524" y="870263"/>
                  </a:lnTo>
                  <a:lnTo>
                    <a:pt x="7001761" y="867866"/>
                  </a:lnTo>
                  <a:lnTo>
                    <a:pt x="7097763" y="864818"/>
                  </a:lnTo>
                  <a:lnTo>
                    <a:pt x="7200139" y="861117"/>
                  </a:lnTo>
                  <a:lnTo>
                    <a:pt x="7304626" y="856777"/>
                  </a:lnTo>
                  <a:lnTo>
                    <a:pt x="7407614" y="851811"/>
                  </a:lnTo>
                  <a:lnTo>
                    <a:pt x="7506416" y="846221"/>
                  </a:lnTo>
                  <a:lnTo>
                    <a:pt x="7599297" y="839995"/>
                  </a:lnTo>
                  <a:lnTo>
                    <a:pt x="7685368" y="833094"/>
                  </a:lnTo>
                  <a:lnTo>
                    <a:pt x="7764402" y="825457"/>
                  </a:lnTo>
                  <a:lnTo>
                    <a:pt x="7836646" y="816998"/>
                  </a:lnTo>
                  <a:lnTo>
                    <a:pt x="7902660" y="807610"/>
                  </a:lnTo>
                  <a:lnTo>
                    <a:pt x="7963182" y="797169"/>
                  </a:lnTo>
                  <a:lnTo>
                    <a:pt x="8019043" y="785538"/>
                  </a:lnTo>
                  <a:lnTo>
                    <a:pt x="8071089" y="772587"/>
                  </a:lnTo>
                  <a:lnTo>
                    <a:pt x="8120133" y="758213"/>
                  </a:lnTo>
                  <a:lnTo>
                    <a:pt x="8151487" y="747829"/>
                  </a:lnTo>
                  <a:lnTo>
                    <a:pt x="8204269" y="728178"/>
                  </a:lnTo>
                  <a:lnTo>
                    <a:pt x="8255380" y="706503"/>
                  </a:lnTo>
                  <a:lnTo>
                    <a:pt x="8305458" y="682775"/>
                  </a:lnTo>
                  <a:lnTo>
                    <a:pt x="8354968" y="657035"/>
                  </a:lnTo>
                  <a:lnTo>
                    <a:pt x="8404234" y="629405"/>
                  </a:lnTo>
                  <a:lnTo>
                    <a:pt x="8453461" y="600093"/>
                  </a:lnTo>
                  <a:lnTo>
                    <a:pt x="8502760" y="569385"/>
                  </a:lnTo>
                  <a:lnTo>
                    <a:pt x="8552162" y="537646"/>
                  </a:lnTo>
                  <a:lnTo>
                    <a:pt x="8601644" y="505295"/>
                  </a:lnTo>
                  <a:lnTo>
                    <a:pt x="8651147" y="472788"/>
                  </a:lnTo>
                  <a:lnTo>
                    <a:pt x="8700607" y="440592"/>
                  </a:lnTo>
                  <a:lnTo>
                    <a:pt x="8749975" y="409153"/>
                  </a:lnTo>
                  <a:lnTo>
                    <a:pt x="8799243" y="378875"/>
                  </a:lnTo>
                  <a:lnTo>
                    <a:pt x="8848467" y="350096"/>
                  </a:lnTo>
                  <a:lnTo>
                    <a:pt x="8897786" y="323079"/>
                  </a:lnTo>
                  <a:lnTo>
                    <a:pt x="8947443" y="298002"/>
                  </a:lnTo>
                  <a:lnTo>
                    <a:pt x="8997807" y="274959"/>
                  </a:lnTo>
                  <a:lnTo>
                    <a:pt x="9049395" y="253966"/>
                  </a:lnTo>
                  <a:lnTo>
                    <a:pt x="9084767" y="241103"/>
                  </a:lnTo>
                  <a:lnTo>
                    <a:pt x="9132220" y="225753"/>
                  </a:lnTo>
                  <a:lnTo>
                    <a:pt x="9182181" y="211864"/>
                  </a:lnTo>
                  <a:lnTo>
                    <a:pt x="9235408" y="199367"/>
                  </a:lnTo>
                  <a:lnTo>
                    <a:pt x="9292732" y="188149"/>
                  </a:lnTo>
                  <a:lnTo>
                    <a:pt x="9355000" y="178074"/>
                  </a:lnTo>
                  <a:lnTo>
                    <a:pt x="9423019" y="169010"/>
                  </a:lnTo>
                  <a:lnTo>
                    <a:pt x="9497483" y="160836"/>
                  </a:lnTo>
                  <a:lnTo>
                    <a:pt x="9578860" y="153454"/>
                  </a:lnTo>
                  <a:lnTo>
                    <a:pt x="9667260" y="146784"/>
                  </a:lnTo>
                  <a:lnTo>
                    <a:pt x="9762257" y="140773"/>
                  </a:lnTo>
                  <a:lnTo>
                    <a:pt x="9862696" y="135393"/>
                  </a:lnTo>
                  <a:lnTo>
                    <a:pt x="9966533" y="130635"/>
                  </a:lnTo>
                  <a:lnTo>
                    <a:pt x="10070756" y="126506"/>
                  </a:lnTo>
                  <a:lnTo>
                    <a:pt x="10171496" y="123023"/>
                  </a:lnTo>
                  <a:lnTo>
                    <a:pt x="10264376" y="120193"/>
                  </a:lnTo>
                  <a:lnTo>
                    <a:pt x="10345120" y="118008"/>
                  </a:lnTo>
                  <a:lnTo>
                    <a:pt x="10410311" y="116431"/>
                  </a:lnTo>
                  <a:lnTo>
                    <a:pt x="10458108" y="115391"/>
                  </a:lnTo>
                  <a:lnTo>
                    <a:pt x="10488705" y="114790"/>
                  </a:lnTo>
                  <a:lnTo>
                    <a:pt x="10504430" y="114510"/>
                  </a:lnTo>
                  <a:lnTo>
                    <a:pt x="10509540" y="114427"/>
                  </a:lnTo>
                  <a:lnTo>
                    <a:pt x="10509911" y="114421"/>
                  </a:lnTo>
                  <a:lnTo>
                    <a:pt x="11981298" y="114421"/>
                  </a:lnTo>
                  <a:lnTo>
                    <a:pt x="11981298" y="49037"/>
                  </a:lnTo>
                  <a:lnTo>
                    <a:pt x="10509911" y="49037"/>
                  </a:lnTo>
                  <a:lnTo>
                    <a:pt x="10508680" y="49056"/>
                  </a:lnTo>
                  <a:lnTo>
                    <a:pt x="10500604" y="49192"/>
                  </a:lnTo>
                  <a:lnTo>
                    <a:pt x="10480294" y="49565"/>
                  </a:lnTo>
                  <a:lnTo>
                    <a:pt x="10444105" y="50301"/>
                  </a:lnTo>
                  <a:lnTo>
                    <a:pt x="10390412" y="51510"/>
                  </a:lnTo>
                  <a:lnTo>
                    <a:pt x="10319729" y="53284"/>
                  </a:lnTo>
                  <a:lnTo>
                    <a:pt x="10234492" y="55682"/>
                  </a:lnTo>
                  <a:lnTo>
                    <a:pt x="10138491" y="58730"/>
                  </a:lnTo>
                  <a:lnTo>
                    <a:pt x="10036115" y="62431"/>
                  </a:lnTo>
                  <a:lnTo>
                    <a:pt x="9931628" y="66771"/>
                  </a:lnTo>
                  <a:lnTo>
                    <a:pt x="9828639" y="71737"/>
                  </a:lnTo>
                  <a:lnTo>
                    <a:pt x="9729837" y="77326"/>
                  </a:lnTo>
                  <a:lnTo>
                    <a:pt x="9636956" y="83553"/>
                  </a:lnTo>
                  <a:lnTo>
                    <a:pt x="9550885" y="90454"/>
                  </a:lnTo>
                  <a:lnTo>
                    <a:pt x="9471851" y="98091"/>
                  </a:lnTo>
                  <a:lnTo>
                    <a:pt x="9399607" y="106549"/>
                  </a:lnTo>
                  <a:lnTo>
                    <a:pt x="9333594" y="115937"/>
                  </a:lnTo>
                  <a:lnTo>
                    <a:pt x="9273071" y="126379"/>
                  </a:lnTo>
                  <a:lnTo>
                    <a:pt x="9217211" y="138010"/>
                  </a:lnTo>
                  <a:lnTo>
                    <a:pt x="9165164" y="150961"/>
                  </a:lnTo>
                  <a:lnTo>
                    <a:pt x="9116121" y="165335"/>
                  </a:lnTo>
                  <a:lnTo>
                    <a:pt x="9084767" y="175719"/>
                  </a:lnTo>
                  <a:lnTo>
                    <a:pt x="9031984" y="195370"/>
                  </a:lnTo>
                  <a:lnTo>
                    <a:pt x="8980873" y="217045"/>
                  </a:lnTo>
                  <a:lnTo>
                    <a:pt x="8930795" y="240773"/>
                  </a:lnTo>
                  <a:lnTo>
                    <a:pt x="8881285" y="266513"/>
                  </a:lnTo>
                  <a:lnTo>
                    <a:pt x="8832020" y="294142"/>
                  </a:lnTo>
                  <a:lnTo>
                    <a:pt x="8782792" y="323455"/>
                  </a:lnTo>
                  <a:lnTo>
                    <a:pt x="8733493" y="354163"/>
                  </a:lnTo>
                  <a:lnTo>
                    <a:pt x="8684091" y="385902"/>
                  </a:lnTo>
                  <a:lnTo>
                    <a:pt x="8634610" y="418253"/>
                  </a:lnTo>
                  <a:lnTo>
                    <a:pt x="8585106" y="450759"/>
                  </a:lnTo>
                  <a:lnTo>
                    <a:pt x="8535646" y="482956"/>
                  </a:lnTo>
                  <a:lnTo>
                    <a:pt x="8486278" y="514395"/>
                  </a:lnTo>
                  <a:lnTo>
                    <a:pt x="8437010" y="544673"/>
                  </a:lnTo>
                  <a:lnTo>
                    <a:pt x="8387786" y="573452"/>
                  </a:lnTo>
                  <a:lnTo>
                    <a:pt x="8338467" y="600468"/>
                  </a:lnTo>
                  <a:lnTo>
                    <a:pt x="8288810" y="625546"/>
                  </a:lnTo>
                  <a:lnTo>
                    <a:pt x="8238446" y="648589"/>
                  </a:lnTo>
                  <a:lnTo>
                    <a:pt x="8186858" y="669581"/>
                  </a:lnTo>
                  <a:lnTo>
                    <a:pt x="8151487" y="682445"/>
                  </a:lnTo>
                  <a:lnTo>
                    <a:pt x="8104033" y="697794"/>
                  </a:lnTo>
                  <a:lnTo>
                    <a:pt x="8054072" y="711684"/>
                  </a:lnTo>
                  <a:lnTo>
                    <a:pt x="8000845" y="724180"/>
                  </a:lnTo>
                  <a:lnTo>
                    <a:pt x="7943521" y="735399"/>
                  </a:lnTo>
                  <a:lnTo>
                    <a:pt x="7881254" y="745474"/>
                  </a:lnTo>
                  <a:lnTo>
                    <a:pt x="7813234" y="754538"/>
                  </a:lnTo>
                  <a:lnTo>
                    <a:pt x="7738771" y="762711"/>
                  </a:lnTo>
                  <a:lnTo>
                    <a:pt x="7657393" y="770094"/>
                  </a:lnTo>
                  <a:lnTo>
                    <a:pt x="7568993" y="776764"/>
                  </a:lnTo>
                  <a:lnTo>
                    <a:pt x="7473996" y="782775"/>
                  </a:lnTo>
                  <a:lnTo>
                    <a:pt x="7373557" y="788155"/>
                  </a:lnTo>
                  <a:lnTo>
                    <a:pt x="7269720" y="792913"/>
                  </a:lnTo>
                  <a:lnTo>
                    <a:pt x="7165497" y="797042"/>
                  </a:lnTo>
                  <a:lnTo>
                    <a:pt x="7064757" y="800525"/>
                  </a:lnTo>
                  <a:lnTo>
                    <a:pt x="6971877" y="803355"/>
                  </a:lnTo>
                  <a:lnTo>
                    <a:pt x="6891134" y="805539"/>
                  </a:lnTo>
                  <a:lnTo>
                    <a:pt x="6825943" y="807117"/>
                  </a:lnTo>
                  <a:lnTo>
                    <a:pt x="6778146" y="808156"/>
                  </a:lnTo>
                  <a:lnTo>
                    <a:pt x="6747548" y="808758"/>
                  </a:lnTo>
                  <a:lnTo>
                    <a:pt x="6731823" y="809038"/>
                  </a:lnTo>
                  <a:lnTo>
                    <a:pt x="6726713" y="809121"/>
                  </a:lnTo>
                  <a:lnTo>
                    <a:pt x="6726343" y="809126"/>
                  </a:lnTo>
                  <a:lnTo>
                    <a:pt x="5254955" y="809126"/>
                  </a:lnTo>
                  <a:lnTo>
                    <a:pt x="5253725" y="809106"/>
                  </a:lnTo>
                  <a:lnTo>
                    <a:pt x="5245655" y="808962"/>
                  </a:lnTo>
                  <a:lnTo>
                    <a:pt x="5225360" y="808565"/>
                  </a:lnTo>
                  <a:lnTo>
                    <a:pt x="5189197" y="807783"/>
                  </a:lnTo>
                  <a:lnTo>
                    <a:pt x="5135538" y="806496"/>
                  </a:lnTo>
                  <a:lnTo>
                    <a:pt x="5064897" y="804609"/>
                  </a:lnTo>
                  <a:lnTo>
                    <a:pt x="4979703" y="802059"/>
                  </a:lnTo>
                  <a:lnTo>
                    <a:pt x="4883744" y="798816"/>
                  </a:lnTo>
                  <a:lnTo>
                    <a:pt x="4781404" y="794879"/>
                  </a:lnTo>
                  <a:lnTo>
                    <a:pt x="4676944" y="790262"/>
                  </a:lnTo>
                  <a:lnTo>
                    <a:pt x="4573974" y="784978"/>
                  </a:lnTo>
                  <a:lnTo>
                    <a:pt x="4475183" y="779032"/>
                  </a:lnTo>
                  <a:lnTo>
                    <a:pt x="4382305" y="772408"/>
                  </a:lnTo>
                  <a:lnTo>
                    <a:pt x="4296231" y="765066"/>
                  </a:lnTo>
                  <a:lnTo>
                    <a:pt x="4217192" y="756942"/>
                  </a:lnTo>
                  <a:lnTo>
                    <a:pt x="4144939" y="747943"/>
                  </a:lnTo>
                  <a:lnTo>
                    <a:pt x="4078918" y="737957"/>
                  </a:lnTo>
                  <a:lnTo>
                    <a:pt x="4018388" y="726850"/>
                  </a:lnTo>
                  <a:lnTo>
                    <a:pt x="3962522" y="714478"/>
                  </a:lnTo>
                  <a:lnTo>
                    <a:pt x="3910472" y="700703"/>
                  </a:lnTo>
                  <a:lnTo>
                    <a:pt x="3861427" y="685414"/>
                  </a:lnTo>
                  <a:lnTo>
                    <a:pt x="3829811" y="674272"/>
                  </a:lnTo>
                  <a:lnTo>
                    <a:pt x="3777414" y="653517"/>
                  </a:lnTo>
                  <a:lnTo>
                    <a:pt x="3726669" y="630639"/>
                  </a:lnTo>
                  <a:lnTo>
                    <a:pt x="3676950" y="605608"/>
                  </a:lnTo>
                  <a:lnTo>
                    <a:pt x="3627798" y="578465"/>
                  </a:lnTo>
                  <a:lnTo>
                    <a:pt x="3578895" y="549336"/>
                  </a:lnTo>
                  <a:lnTo>
                    <a:pt x="3530035" y="518432"/>
                  </a:lnTo>
                  <a:lnTo>
                    <a:pt x="3481108" y="486049"/>
                  </a:lnTo>
                  <a:lnTo>
                    <a:pt x="3432079" y="452563"/>
                  </a:lnTo>
                  <a:lnTo>
                    <a:pt x="3382969" y="418407"/>
                  </a:lnTo>
                  <a:lnTo>
                    <a:pt x="3333833" y="384056"/>
                  </a:lnTo>
                  <a:lnTo>
                    <a:pt x="3284736" y="349995"/>
                  </a:lnTo>
                  <a:lnTo>
                    <a:pt x="3235726" y="316690"/>
                  </a:lnTo>
                  <a:lnTo>
                    <a:pt x="3186817" y="284568"/>
                  </a:lnTo>
                  <a:lnTo>
                    <a:pt x="3137960" y="253987"/>
                  </a:lnTo>
                  <a:lnTo>
                    <a:pt x="3089028" y="225230"/>
                  </a:lnTo>
                  <a:lnTo>
                    <a:pt x="3039795" y="198490"/>
                  </a:lnTo>
                  <a:lnTo>
                    <a:pt x="2989917" y="173876"/>
                  </a:lnTo>
                  <a:lnTo>
                    <a:pt x="2938906" y="151415"/>
                  </a:lnTo>
                  <a:lnTo>
                    <a:pt x="2896531" y="134854"/>
                  </a:lnTo>
                  <a:lnTo>
                    <a:pt x="2849090" y="118518"/>
                  </a:lnTo>
                  <a:lnTo>
                    <a:pt x="2799144" y="103736"/>
                  </a:lnTo>
                  <a:lnTo>
                    <a:pt x="2745932" y="90436"/>
                  </a:lnTo>
                  <a:lnTo>
                    <a:pt x="2688628" y="78495"/>
                  </a:lnTo>
                  <a:lnTo>
                    <a:pt x="2626383" y="67772"/>
                  </a:lnTo>
                  <a:lnTo>
                    <a:pt x="2558390" y="58124"/>
                  </a:lnTo>
                  <a:lnTo>
                    <a:pt x="2483957" y="49424"/>
                  </a:lnTo>
                  <a:lnTo>
                    <a:pt x="2402615" y="41565"/>
                  </a:lnTo>
                  <a:lnTo>
                    <a:pt x="2314253" y="34465"/>
                  </a:lnTo>
                  <a:lnTo>
                    <a:pt x="2219297" y="28067"/>
                  </a:lnTo>
                  <a:lnTo>
                    <a:pt x="2118896" y="22339"/>
                  </a:lnTo>
                  <a:lnTo>
                    <a:pt x="2015092" y="17273"/>
                  </a:lnTo>
                  <a:lnTo>
                    <a:pt x="1910891" y="12878"/>
                  </a:lnTo>
                  <a:lnTo>
                    <a:pt x="1810158" y="9168"/>
                  </a:lnTo>
                  <a:lnTo>
                    <a:pt x="1717264" y="6154"/>
                  </a:lnTo>
                  <a:lnTo>
                    <a:pt x="1636485" y="3826"/>
                  </a:lnTo>
                  <a:lnTo>
                    <a:pt x="1571238" y="2145"/>
                  </a:lnTo>
                  <a:lnTo>
                    <a:pt x="1523373" y="1036"/>
                  </a:lnTo>
                  <a:lnTo>
                    <a:pt x="1492705" y="394"/>
                  </a:lnTo>
                  <a:lnTo>
                    <a:pt x="1476918" y="95"/>
                  </a:lnTo>
                  <a:lnTo>
                    <a:pt x="1471766" y="6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552" name="pl552"/>
            <p:cNvSpPr/>
            <p:nvPr/>
          </p:nvSpPr>
          <p:spPr>
            <a:xfrm>
              <a:off x="4799595" y="3443246"/>
              <a:ext cx="11981298" cy="809126"/>
            </a:xfrm>
            <a:custGeom>
              <a:avLst/>
              <a:pathLst>
                <a:path w="11981298" h="809126">
                  <a:moveTo>
                    <a:pt x="0" y="0"/>
                  </a:moveTo>
                  <a:lnTo>
                    <a:pt x="1471387" y="0"/>
                  </a:lnTo>
                  <a:lnTo>
                    <a:pt x="1472617" y="20"/>
                  </a:lnTo>
                  <a:lnTo>
                    <a:pt x="1480687" y="163"/>
                  </a:lnTo>
                  <a:lnTo>
                    <a:pt x="1500982" y="561"/>
                  </a:lnTo>
                  <a:lnTo>
                    <a:pt x="1537145" y="1343"/>
                  </a:lnTo>
                  <a:lnTo>
                    <a:pt x="1590804" y="2630"/>
                  </a:lnTo>
                  <a:lnTo>
                    <a:pt x="1661446" y="4517"/>
                  </a:lnTo>
                  <a:lnTo>
                    <a:pt x="1746639" y="7067"/>
                  </a:lnTo>
                  <a:lnTo>
                    <a:pt x="1842598" y="10310"/>
                  </a:lnTo>
                  <a:lnTo>
                    <a:pt x="1944939" y="14247"/>
                  </a:lnTo>
                  <a:lnTo>
                    <a:pt x="2049398" y="18864"/>
                  </a:lnTo>
                  <a:lnTo>
                    <a:pt x="2152368" y="24148"/>
                  </a:lnTo>
                  <a:lnTo>
                    <a:pt x="2251160" y="30094"/>
                  </a:lnTo>
                  <a:lnTo>
                    <a:pt x="2344038" y="36718"/>
                  </a:lnTo>
                  <a:lnTo>
                    <a:pt x="2430111" y="44060"/>
                  </a:lnTo>
                  <a:lnTo>
                    <a:pt x="2509150" y="52184"/>
                  </a:lnTo>
                  <a:lnTo>
                    <a:pt x="2581403" y="61182"/>
                  </a:lnTo>
                  <a:lnTo>
                    <a:pt x="2647424" y="71169"/>
                  </a:lnTo>
                  <a:lnTo>
                    <a:pt x="2707954" y="82276"/>
                  </a:lnTo>
                  <a:lnTo>
                    <a:pt x="2763820" y="94648"/>
                  </a:lnTo>
                  <a:lnTo>
                    <a:pt x="2815870" y="108423"/>
                  </a:lnTo>
                  <a:lnTo>
                    <a:pt x="2864915" y="123712"/>
                  </a:lnTo>
                  <a:lnTo>
                    <a:pt x="2896531" y="134854"/>
                  </a:lnTo>
                  <a:lnTo>
                    <a:pt x="2948928" y="155609"/>
                  </a:lnTo>
                  <a:lnTo>
                    <a:pt x="2999673" y="178486"/>
                  </a:lnTo>
                  <a:lnTo>
                    <a:pt x="3049392" y="203518"/>
                  </a:lnTo>
                  <a:lnTo>
                    <a:pt x="3098544" y="230660"/>
                  </a:lnTo>
                  <a:lnTo>
                    <a:pt x="3147447" y="259790"/>
                  </a:lnTo>
                  <a:lnTo>
                    <a:pt x="3196307" y="290694"/>
                  </a:lnTo>
                  <a:lnTo>
                    <a:pt x="3245234" y="323077"/>
                  </a:lnTo>
                  <a:lnTo>
                    <a:pt x="3294263" y="356563"/>
                  </a:lnTo>
                  <a:lnTo>
                    <a:pt x="3343373" y="390719"/>
                  </a:lnTo>
                  <a:lnTo>
                    <a:pt x="3392509" y="425070"/>
                  </a:lnTo>
                  <a:lnTo>
                    <a:pt x="3441606" y="459131"/>
                  </a:lnTo>
                  <a:lnTo>
                    <a:pt x="3490616" y="492436"/>
                  </a:lnTo>
                  <a:lnTo>
                    <a:pt x="3539525" y="524558"/>
                  </a:lnTo>
                  <a:lnTo>
                    <a:pt x="3588383" y="555139"/>
                  </a:lnTo>
                  <a:lnTo>
                    <a:pt x="3637315" y="583896"/>
                  </a:lnTo>
                  <a:lnTo>
                    <a:pt x="3686547" y="610636"/>
                  </a:lnTo>
                  <a:lnTo>
                    <a:pt x="3736425" y="635250"/>
                  </a:lnTo>
                  <a:lnTo>
                    <a:pt x="3787436" y="657711"/>
                  </a:lnTo>
                  <a:lnTo>
                    <a:pt x="3829811" y="674272"/>
                  </a:lnTo>
                  <a:lnTo>
                    <a:pt x="3877252" y="690608"/>
                  </a:lnTo>
                  <a:lnTo>
                    <a:pt x="3927199" y="705390"/>
                  </a:lnTo>
                  <a:lnTo>
                    <a:pt x="3980410" y="718690"/>
                  </a:lnTo>
                  <a:lnTo>
                    <a:pt x="4037714" y="730630"/>
                  </a:lnTo>
                  <a:lnTo>
                    <a:pt x="4099959" y="741354"/>
                  </a:lnTo>
                  <a:lnTo>
                    <a:pt x="4167952" y="751002"/>
                  </a:lnTo>
                  <a:lnTo>
                    <a:pt x="4242385" y="759702"/>
                  </a:lnTo>
                  <a:lnTo>
                    <a:pt x="4323727" y="767560"/>
                  </a:lnTo>
                  <a:lnTo>
                    <a:pt x="4412089" y="774660"/>
                  </a:lnTo>
                  <a:lnTo>
                    <a:pt x="4507046" y="781059"/>
                  </a:lnTo>
                  <a:lnTo>
                    <a:pt x="4607446" y="786787"/>
                  </a:lnTo>
                  <a:lnTo>
                    <a:pt x="4711250" y="791852"/>
                  </a:lnTo>
                  <a:lnTo>
                    <a:pt x="4815451" y="796248"/>
                  </a:lnTo>
                  <a:lnTo>
                    <a:pt x="4916184" y="799958"/>
                  </a:lnTo>
                  <a:lnTo>
                    <a:pt x="5009078" y="802972"/>
                  </a:lnTo>
                  <a:lnTo>
                    <a:pt x="5089857" y="805300"/>
                  </a:lnTo>
                  <a:lnTo>
                    <a:pt x="5155104" y="806981"/>
                  </a:lnTo>
                  <a:lnTo>
                    <a:pt x="5202969" y="808090"/>
                  </a:lnTo>
                  <a:lnTo>
                    <a:pt x="5233637" y="808732"/>
                  </a:lnTo>
                  <a:lnTo>
                    <a:pt x="5249424" y="809031"/>
                  </a:lnTo>
                  <a:lnTo>
                    <a:pt x="5254576" y="809120"/>
                  </a:lnTo>
                  <a:lnTo>
                    <a:pt x="5254955" y="809126"/>
                  </a:lnTo>
                  <a:lnTo>
                    <a:pt x="6726343" y="809126"/>
                  </a:lnTo>
                  <a:lnTo>
                    <a:pt x="6727573" y="809107"/>
                  </a:lnTo>
                  <a:lnTo>
                    <a:pt x="6735649" y="808972"/>
                  </a:lnTo>
                  <a:lnTo>
                    <a:pt x="6755959" y="808598"/>
                  </a:lnTo>
                  <a:lnTo>
                    <a:pt x="6792148" y="807863"/>
                  </a:lnTo>
                  <a:lnTo>
                    <a:pt x="6845841" y="806654"/>
                  </a:lnTo>
                  <a:lnTo>
                    <a:pt x="6916524" y="804879"/>
                  </a:lnTo>
                  <a:lnTo>
                    <a:pt x="7001761" y="802482"/>
                  </a:lnTo>
                  <a:lnTo>
                    <a:pt x="7097763" y="799434"/>
                  </a:lnTo>
                  <a:lnTo>
                    <a:pt x="7200139" y="795733"/>
                  </a:lnTo>
                  <a:lnTo>
                    <a:pt x="7304626" y="791393"/>
                  </a:lnTo>
                  <a:lnTo>
                    <a:pt x="7407614" y="786427"/>
                  </a:lnTo>
                  <a:lnTo>
                    <a:pt x="7506416" y="780837"/>
                  </a:lnTo>
                  <a:lnTo>
                    <a:pt x="7599297" y="774611"/>
                  </a:lnTo>
                  <a:lnTo>
                    <a:pt x="7685368" y="767710"/>
                  </a:lnTo>
                  <a:lnTo>
                    <a:pt x="7764402" y="760073"/>
                  </a:lnTo>
                  <a:lnTo>
                    <a:pt x="7836646" y="751614"/>
                  </a:lnTo>
                  <a:lnTo>
                    <a:pt x="7902660" y="742227"/>
                  </a:lnTo>
                  <a:lnTo>
                    <a:pt x="7963182" y="731785"/>
                  </a:lnTo>
                  <a:lnTo>
                    <a:pt x="8019043" y="720154"/>
                  </a:lnTo>
                  <a:lnTo>
                    <a:pt x="8071089" y="707203"/>
                  </a:lnTo>
                  <a:lnTo>
                    <a:pt x="8120133" y="692829"/>
                  </a:lnTo>
                  <a:lnTo>
                    <a:pt x="8151487" y="682445"/>
                  </a:lnTo>
                  <a:lnTo>
                    <a:pt x="8204269" y="662794"/>
                  </a:lnTo>
                  <a:lnTo>
                    <a:pt x="8255380" y="641119"/>
                  </a:lnTo>
                  <a:lnTo>
                    <a:pt x="8305458" y="617391"/>
                  </a:lnTo>
                  <a:lnTo>
                    <a:pt x="8354968" y="591651"/>
                  </a:lnTo>
                  <a:lnTo>
                    <a:pt x="8404234" y="564021"/>
                  </a:lnTo>
                  <a:lnTo>
                    <a:pt x="8453461" y="534709"/>
                  </a:lnTo>
                  <a:lnTo>
                    <a:pt x="8502760" y="504001"/>
                  </a:lnTo>
                  <a:lnTo>
                    <a:pt x="8552162" y="472262"/>
                  </a:lnTo>
                  <a:lnTo>
                    <a:pt x="8601644" y="439911"/>
                  </a:lnTo>
                  <a:lnTo>
                    <a:pt x="8651147" y="407404"/>
                  </a:lnTo>
                  <a:lnTo>
                    <a:pt x="8700607" y="375208"/>
                  </a:lnTo>
                  <a:lnTo>
                    <a:pt x="8749975" y="343769"/>
                  </a:lnTo>
                  <a:lnTo>
                    <a:pt x="8799243" y="313491"/>
                  </a:lnTo>
                  <a:lnTo>
                    <a:pt x="8848467" y="284712"/>
                  </a:lnTo>
                  <a:lnTo>
                    <a:pt x="8897786" y="257695"/>
                  </a:lnTo>
                  <a:lnTo>
                    <a:pt x="8947443" y="232618"/>
                  </a:lnTo>
                  <a:lnTo>
                    <a:pt x="8997807" y="209575"/>
                  </a:lnTo>
                  <a:lnTo>
                    <a:pt x="9049395" y="188582"/>
                  </a:lnTo>
                  <a:lnTo>
                    <a:pt x="9084767" y="175719"/>
                  </a:lnTo>
                  <a:lnTo>
                    <a:pt x="9132220" y="160369"/>
                  </a:lnTo>
                  <a:lnTo>
                    <a:pt x="9182181" y="146480"/>
                  </a:lnTo>
                  <a:lnTo>
                    <a:pt x="9235408" y="133983"/>
                  </a:lnTo>
                  <a:lnTo>
                    <a:pt x="9292732" y="122765"/>
                  </a:lnTo>
                  <a:lnTo>
                    <a:pt x="9355000" y="112690"/>
                  </a:lnTo>
                  <a:lnTo>
                    <a:pt x="9423019" y="103626"/>
                  </a:lnTo>
                  <a:lnTo>
                    <a:pt x="9497483" y="95452"/>
                  </a:lnTo>
                  <a:lnTo>
                    <a:pt x="9578860" y="88070"/>
                  </a:lnTo>
                  <a:lnTo>
                    <a:pt x="9667260" y="81400"/>
                  </a:lnTo>
                  <a:lnTo>
                    <a:pt x="9762257" y="75389"/>
                  </a:lnTo>
                  <a:lnTo>
                    <a:pt x="9862696" y="70009"/>
                  </a:lnTo>
                  <a:lnTo>
                    <a:pt x="9966533" y="65251"/>
                  </a:lnTo>
                  <a:lnTo>
                    <a:pt x="10070756" y="61122"/>
                  </a:lnTo>
                  <a:lnTo>
                    <a:pt x="10171496" y="57639"/>
                  </a:lnTo>
                  <a:lnTo>
                    <a:pt x="10264376" y="54809"/>
                  </a:lnTo>
                  <a:lnTo>
                    <a:pt x="10345120" y="52624"/>
                  </a:lnTo>
                  <a:lnTo>
                    <a:pt x="10410311" y="51047"/>
                  </a:lnTo>
                  <a:lnTo>
                    <a:pt x="10458108" y="50007"/>
                  </a:lnTo>
                  <a:lnTo>
                    <a:pt x="10488705" y="49406"/>
                  </a:lnTo>
                  <a:lnTo>
                    <a:pt x="10504430" y="49126"/>
                  </a:lnTo>
                  <a:lnTo>
                    <a:pt x="10509540" y="49043"/>
                  </a:lnTo>
                  <a:lnTo>
                    <a:pt x="10509911" y="49037"/>
                  </a:lnTo>
                  <a:lnTo>
                    <a:pt x="11981298" y="4903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53" name="pl553"/>
            <p:cNvSpPr/>
            <p:nvPr/>
          </p:nvSpPr>
          <p:spPr>
            <a:xfrm>
              <a:off x="4799595" y="3377862"/>
              <a:ext cx="11981298" cy="809126"/>
            </a:xfrm>
            <a:custGeom>
              <a:avLst/>
              <a:pathLst>
                <a:path w="11981298" h="809126">
                  <a:moveTo>
                    <a:pt x="11981298" y="49037"/>
                  </a:moveTo>
                  <a:lnTo>
                    <a:pt x="10509911" y="49037"/>
                  </a:lnTo>
                  <a:lnTo>
                    <a:pt x="10508680" y="49056"/>
                  </a:lnTo>
                  <a:lnTo>
                    <a:pt x="10500604" y="49192"/>
                  </a:lnTo>
                  <a:lnTo>
                    <a:pt x="10480294" y="49565"/>
                  </a:lnTo>
                  <a:lnTo>
                    <a:pt x="10444105" y="50301"/>
                  </a:lnTo>
                  <a:lnTo>
                    <a:pt x="10390412" y="51510"/>
                  </a:lnTo>
                  <a:lnTo>
                    <a:pt x="10319729" y="53284"/>
                  </a:lnTo>
                  <a:lnTo>
                    <a:pt x="10234492" y="55682"/>
                  </a:lnTo>
                  <a:lnTo>
                    <a:pt x="10138491" y="58730"/>
                  </a:lnTo>
                  <a:lnTo>
                    <a:pt x="10036115" y="62431"/>
                  </a:lnTo>
                  <a:lnTo>
                    <a:pt x="9931628" y="66771"/>
                  </a:lnTo>
                  <a:lnTo>
                    <a:pt x="9828639" y="71737"/>
                  </a:lnTo>
                  <a:lnTo>
                    <a:pt x="9729837" y="77326"/>
                  </a:lnTo>
                  <a:lnTo>
                    <a:pt x="9636956" y="83553"/>
                  </a:lnTo>
                  <a:lnTo>
                    <a:pt x="9550885" y="90454"/>
                  </a:lnTo>
                  <a:lnTo>
                    <a:pt x="9471851" y="98091"/>
                  </a:lnTo>
                  <a:lnTo>
                    <a:pt x="9399607" y="106549"/>
                  </a:lnTo>
                  <a:lnTo>
                    <a:pt x="9333594" y="115937"/>
                  </a:lnTo>
                  <a:lnTo>
                    <a:pt x="9273071" y="126379"/>
                  </a:lnTo>
                  <a:lnTo>
                    <a:pt x="9217211" y="138010"/>
                  </a:lnTo>
                  <a:lnTo>
                    <a:pt x="9165164" y="150961"/>
                  </a:lnTo>
                  <a:lnTo>
                    <a:pt x="9116121" y="165335"/>
                  </a:lnTo>
                  <a:lnTo>
                    <a:pt x="9084767" y="175719"/>
                  </a:lnTo>
                  <a:lnTo>
                    <a:pt x="9031984" y="195370"/>
                  </a:lnTo>
                  <a:lnTo>
                    <a:pt x="8980873" y="217045"/>
                  </a:lnTo>
                  <a:lnTo>
                    <a:pt x="8930795" y="240773"/>
                  </a:lnTo>
                  <a:lnTo>
                    <a:pt x="8881285" y="266513"/>
                  </a:lnTo>
                  <a:lnTo>
                    <a:pt x="8832020" y="294142"/>
                  </a:lnTo>
                  <a:lnTo>
                    <a:pt x="8782792" y="323455"/>
                  </a:lnTo>
                  <a:lnTo>
                    <a:pt x="8733493" y="354163"/>
                  </a:lnTo>
                  <a:lnTo>
                    <a:pt x="8684091" y="385902"/>
                  </a:lnTo>
                  <a:lnTo>
                    <a:pt x="8634610" y="418253"/>
                  </a:lnTo>
                  <a:lnTo>
                    <a:pt x="8585106" y="450759"/>
                  </a:lnTo>
                  <a:lnTo>
                    <a:pt x="8535646" y="482956"/>
                  </a:lnTo>
                  <a:lnTo>
                    <a:pt x="8486278" y="514395"/>
                  </a:lnTo>
                  <a:lnTo>
                    <a:pt x="8437010" y="544673"/>
                  </a:lnTo>
                  <a:lnTo>
                    <a:pt x="8387786" y="573452"/>
                  </a:lnTo>
                  <a:lnTo>
                    <a:pt x="8338467" y="600468"/>
                  </a:lnTo>
                  <a:lnTo>
                    <a:pt x="8288810" y="625546"/>
                  </a:lnTo>
                  <a:lnTo>
                    <a:pt x="8238446" y="648589"/>
                  </a:lnTo>
                  <a:lnTo>
                    <a:pt x="8186858" y="669581"/>
                  </a:lnTo>
                  <a:lnTo>
                    <a:pt x="8151487" y="682445"/>
                  </a:lnTo>
                  <a:lnTo>
                    <a:pt x="8104033" y="697794"/>
                  </a:lnTo>
                  <a:lnTo>
                    <a:pt x="8054072" y="711684"/>
                  </a:lnTo>
                  <a:lnTo>
                    <a:pt x="8000845" y="724180"/>
                  </a:lnTo>
                  <a:lnTo>
                    <a:pt x="7943521" y="735399"/>
                  </a:lnTo>
                  <a:lnTo>
                    <a:pt x="7881254" y="745474"/>
                  </a:lnTo>
                  <a:lnTo>
                    <a:pt x="7813234" y="754538"/>
                  </a:lnTo>
                  <a:lnTo>
                    <a:pt x="7738771" y="762711"/>
                  </a:lnTo>
                  <a:lnTo>
                    <a:pt x="7657393" y="770094"/>
                  </a:lnTo>
                  <a:lnTo>
                    <a:pt x="7568993" y="776764"/>
                  </a:lnTo>
                  <a:lnTo>
                    <a:pt x="7473996" y="782775"/>
                  </a:lnTo>
                  <a:lnTo>
                    <a:pt x="7373557" y="788155"/>
                  </a:lnTo>
                  <a:lnTo>
                    <a:pt x="7269720" y="792913"/>
                  </a:lnTo>
                  <a:lnTo>
                    <a:pt x="7165497" y="797042"/>
                  </a:lnTo>
                  <a:lnTo>
                    <a:pt x="7064757" y="800525"/>
                  </a:lnTo>
                  <a:lnTo>
                    <a:pt x="6971877" y="803355"/>
                  </a:lnTo>
                  <a:lnTo>
                    <a:pt x="6891134" y="805539"/>
                  </a:lnTo>
                  <a:lnTo>
                    <a:pt x="6825943" y="807117"/>
                  </a:lnTo>
                  <a:lnTo>
                    <a:pt x="6778146" y="808156"/>
                  </a:lnTo>
                  <a:lnTo>
                    <a:pt x="6747548" y="808758"/>
                  </a:lnTo>
                  <a:lnTo>
                    <a:pt x="6731823" y="809038"/>
                  </a:lnTo>
                  <a:lnTo>
                    <a:pt x="6726713" y="809121"/>
                  </a:lnTo>
                  <a:lnTo>
                    <a:pt x="6726343" y="809126"/>
                  </a:lnTo>
                  <a:lnTo>
                    <a:pt x="5254955" y="809126"/>
                  </a:lnTo>
                  <a:lnTo>
                    <a:pt x="5253725" y="809106"/>
                  </a:lnTo>
                  <a:lnTo>
                    <a:pt x="5245655" y="808962"/>
                  </a:lnTo>
                  <a:lnTo>
                    <a:pt x="5225360" y="808565"/>
                  </a:lnTo>
                  <a:lnTo>
                    <a:pt x="5189197" y="807783"/>
                  </a:lnTo>
                  <a:lnTo>
                    <a:pt x="5135538" y="806496"/>
                  </a:lnTo>
                  <a:lnTo>
                    <a:pt x="5064897" y="804609"/>
                  </a:lnTo>
                  <a:lnTo>
                    <a:pt x="4979703" y="802059"/>
                  </a:lnTo>
                  <a:lnTo>
                    <a:pt x="4883744" y="798816"/>
                  </a:lnTo>
                  <a:lnTo>
                    <a:pt x="4781404" y="794879"/>
                  </a:lnTo>
                  <a:lnTo>
                    <a:pt x="4676944" y="790262"/>
                  </a:lnTo>
                  <a:lnTo>
                    <a:pt x="4573974" y="784978"/>
                  </a:lnTo>
                  <a:lnTo>
                    <a:pt x="4475183" y="779032"/>
                  </a:lnTo>
                  <a:lnTo>
                    <a:pt x="4382305" y="772408"/>
                  </a:lnTo>
                  <a:lnTo>
                    <a:pt x="4296231" y="765066"/>
                  </a:lnTo>
                  <a:lnTo>
                    <a:pt x="4217192" y="756942"/>
                  </a:lnTo>
                  <a:lnTo>
                    <a:pt x="4144939" y="747943"/>
                  </a:lnTo>
                  <a:lnTo>
                    <a:pt x="4078918" y="737957"/>
                  </a:lnTo>
                  <a:lnTo>
                    <a:pt x="4018388" y="726850"/>
                  </a:lnTo>
                  <a:lnTo>
                    <a:pt x="3962522" y="714478"/>
                  </a:lnTo>
                  <a:lnTo>
                    <a:pt x="3910472" y="700703"/>
                  </a:lnTo>
                  <a:lnTo>
                    <a:pt x="3861427" y="685414"/>
                  </a:lnTo>
                  <a:lnTo>
                    <a:pt x="3829811" y="674272"/>
                  </a:lnTo>
                  <a:lnTo>
                    <a:pt x="3777414" y="653517"/>
                  </a:lnTo>
                  <a:lnTo>
                    <a:pt x="3726669" y="630639"/>
                  </a:lnTo>
                  <a:lnTo>
                    <a:pt x="3676950" y="605608"/>
                  </a:lnTo>
                  <a:lnTo>
                    <a:pt x="3627798" y="578465"/>
                  </a:lnTo>
                  <a:lnTo>
                    <a:pt x="3578895" y="549336"/>
                  </a:lnTo>
                  <a:lnTo>
                    <a:pt x="3530035" y="518432"/>
                  </a:lnTo>
                  <a:lnTo>
                    <a:pt x="3481108" y="486049"/>
                  </a:lnTo>
                  <a:lnTo>
                    <a:pt x="3432079" y="452563"/>
                  </a:lnTo>
                  <a:lnTo>
                    <a:pt x="3382969" y="418407"/>
                  </a:lnTo>
                  <a:lnTo>
                    <a:pt x="3333833" y="384056"/>
                  </a:lnTo>
                  <a:lnTo>
                    <a:pt x="3284736" y="349995"/>
                  </a:lnTo>
                  <a:lnTo>
                    <a:pt x="3235726" y="316690"/>
                  </a:lnTo>
                  <a:lnTo>
                    <a:pt x="3186817" y="284568"/>
                  </a:lnTo>
                  <a:lnTo>
                    <a:pt x="3137960" y="253987"/>
                  </a:lnTo>
                  <a:lnTo>
                    <a:pt x="3089028" y="225230"/>
                  </a:lnTo>
                  <a:lnTo>
                    <a:pt x="3039795" y="198490"/>
                  </a:lnTo>
                  <a:lnTo>
                    <a:pt x="2989917" y="173876"/>
                  </a:lnTo>
                  <a:lnTo>
                    <a:pt x="2938906" y="151415"/>
                  </a:lnTo>
                  <a:lnTo>
                    <a:pt x="2896531" y="134854"/>
                  </a:lnTo>
                  <a:lnTo>
                    <a:pt x="2849090" y="118518"/>
                  </a:lnTo>
                  <a:lnTo>
                    <a:pt x="2799144" y="103736"/>
                  </a:lnTo>
                  <a:lnTo>
                    <a:pt x="2745932" y="90436"/>
                  </a:lnTo>
                  <a:lnTo>
                    <a:pt x="2688628" y="78495"/>
                  </a:lnTo>
                  <a:lnTo>
                    <a:pt x="2626383" y="67772"/>
                  </a:lnTo>
                  <a:lnTo>
                    <a:pt x="2558390" y="58124"/>
                  </a:lnTo>
                  <a:lnTo>
                    <a:pt x="2483957" y="49424"/>
                  </a:lnTo>
                  <a:lnTo>
                    <a:pt x="2402615" y="41565"/>
                  </a:lnTo>
                  <a:lnTo>
                    <a:pt x="2314253" y="34465"/>
                  </a:lnTo>
                  <a:lnTo>
                    <a:pt x="2219297" y="28067"/>
                  </a:lnTo>
                  <a:lnTo>
                    <a:pt x="2118896" y="22339"/>
                  </a:lnTo>
                  <a:lnTo>
                    <a:pt x="2015092" y="17273"/>
                  </a:lnTo>
                  <a:lnTo>
                    <a:pt x="1910891" y="12878"/>
                  </a:lnTo>
                  <a:lnTo>
                    <a:pt x="1810158" y="9168"/>
                  </a:lnTo>
                  <a:lnTo>
                    <a:pt x="1717264" y="6154"/>
                  </a:lnTo>
                  <a:lnTo>
                    <a:pt x="1636485" y="3826"/>
                  </a:lnTo>
                  <a:lnTo>
                    <a:pt x="1571238" y="2145"/>
                  </a:lnTo>
                  <a:lnTo>
                    <a:pt x="1523373" y="1036"/>
                  </a:lnTo>
                  <a:lnTo>
                    <a:pt x="1492705" y="394"/>
                  </a:lnTo>
                  <a:lnTo>
                    <a:pt x="1476918" y="95"/>
                  </a:lnTo>
                  <a:lnTo>
                    <a:pt x="1471766" y="6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54" name="pg554"/>
            <p:cNvSpPr/>
            <p:nvPr/>
          </p:nvSpPr>
          <p:spPr>
            <a:xfrm>
              <a:off x="4799595" y="3443246"/>
              <a:ext cx="11981298" cy="841818"/>
            </a:xfrm>
            <a:custGeom>
              <a:avLst/>
              <a:pathLst>
                <a:path w="11981298" h="841818">
                  <a:moveTo>
                    <a:pt x="0" y="8172"/>
                  </a:moveTo>
                  <a:lnTo>
                    <a:pt x="1471387" y="8172"/>
                  </a:lnTo>
                  <a:lnTo>
                    <a:pt x="1472616" y="8193"/>
                  </a:lnTo>
                  <a:lnTo>
                    <a:pt x="1480683" y="8341"/>
                  </a:lnTo>
                  <a:lnTo>
                    <a:pt x="1500970" y="8751"/>
                  </a:lnTo>
                  <a:lnTo>
                    <a:pt x="1537121" y="9556"/>
                  </a:lnTo>
                  <a:lnTo>
                    <a:pt x="1590762" y="10881"/>
                  </a:lnTo>
                  <a:lnTo>
                    <a:pt x="1661381" y="12825"/>
                  </a:lnTo>
                  <a:lnTo>
                    <a:pt x="1746552" y="15452"/>
                  </a:lnTo>
                  <a:lnTo>
                    <a:pt x="1842489" y="18791"/>
                  </a:lnTo>
                  <a:lnTo>
                    <a:pt x="1944811" y="22846"/>
                  </a:lnTo>
                  <a:lnTo>
                    <a:pt x="2049256" y="27602"/>
                  </a:lnTo>
                  <a:lnTo>
                    <a:pt x="2152216" y="33044"/>
                  </a:lnTo>
                  <a:lnTo>
                    <a:pt x="2251002" y="39168"/>
                  </a:lnTo>
                  <a:lnTo>
                    <a:pt x="2343879" y="45991"/>
                  </a:lnTo>
                  <a:lnTo>
                    <a:pt x="2429953" y="53553"/>
                  </a:lnTo>
                  <a:lnTo>
                    <a:pt x="2508996" y="61920"/>
                  </a:lnTo>
                  <a:lnTo>
                    <a:pt x="2581252" y="71188"/>
                  </a:lnTo>
                  <a:lnTo>
                    <a:pt x="2647278" y="81473"/>
                  </a:lnTo>
                  <a:lnTo>
                    <a:pt x="2707811" y="92913"/>
                  </a:lnTo>
                  <a:lnTo>
                    <a:pt x="2763681" y="105654"/>
                  </a:lnTo>
                  <a:lnTo>
                    <a:pt x="2815733" y="119840"/>
                  </a:lnTo>
                  <a:lnTo>
                    <a:pt x="2864778" y="135586"/>
                  </a:lnTo>
                  <a:lnTo>
                    <a:pt x="2896531" y="147113"/>
                  </a:lnTo>
                  <a:lnTo>
                    <a:pt x="2948732" y="168412"/>
                  </a:lnTo>
                  <a:lnTo>
                    <a:pt x="2999290" y="191880"/>
                  </a:lnTo>
                  <a:lnTo>
                    <a:pt x="3048827" y="217550"/>
                  </a:lnTo>
                  <a:lnTo>
                    <a:pt x="3097796" y="245381"/>
                  </a:lnTo>
                  <a:lnTo>
                    <a:pt x="3146515" y="275245"/>
                  </a:lnTo>
                  <a:lnTo>
                    <a:pt x="3195188" y="306929"/>
                  </a:lnTo>
                  <a:lnTo>
                    <a:pt x="3243926" y="340132"/>
                  </a:lnTo>
                  <a:lnTo>
                    <a:pt x="3292766" y="374476"/>
                  </a:lnTo>
                  <a:lnTo>
                    <a:pt x="3341686" y="409517"/>
                  </a:lnTo>
                  <a:lnTo>
                    <a:pt x="3390635" y="444776"/>
                  </a:lnTo>
                  <a:lnTo>
                    <a:pt x="3439547" y="479757"/>
                  </a:lnTo>
                  <a:lnTo>
                    <a:pt x="3488374" y="513984"/>
                  </a:lnTo>
                  <a:lnTo>
                    <a:pt x="3537102" y="547020"/>
                  </a:lnTo>
                  <a:lnTo>
                    <a:pt x="3585773" y="578497"/>
                  </a:lnTo>
                  <a:lnTo>
                    <a:pt x="3634509" y="608122"/>
                  </a:lnTo>
                  <a:lnTo>
                    <a:pt x="3683528" y="635694"/>
                  </a:lnTo>
                  <a:lnTo>
                    <a:pt x="3733162" y="661096"/>
                  </a:lnTo>
                  <a:lnTo>
                    <a:pt x="3783884" y="684296"/>
                  </a:lnTo>
                  <a:lnTo>
                    <a:pt x="3829811" y="702877"/>
                  </a:lnTo>
                  <a:lnTo>
                    <a:pt x="3877245" y="719706"/>
                  </a:lnTo>
                  <a:lnTo>
                    <a:pt x="3927185" y="734935"/>
                  </a:lnTo>
                  <a:lnTo>
                    <a:pt x="3980387" y="748636"/>
                  </a:lnTo>
                  <a:lnTo>
                    <a:pt x="4037682" y="760937"/>
                  </a:lnTo>
                  <a:lnTo>
                    <a:pt x="4099915" y="771985"/>
                  </a:lnTo>
                  <a:lnTo>
                    <a:pt x="4167894" y="781925"/>
                  </a:lnTo>
                  <a:lnTo>
                    <a:pt x="4242311" y="790888"/>
                  </a:lnTo>
                  <a:lnTo>
                    <a:pt x="4323635" y="798984"/>
                  </a:lnTo>
                  <a:lnTo>
                    <a:pt x="4411976" y="806299"/>
                  </a:lnTo>
                  <a:lnTo>
                    <a:pt x="4506912" y="812892"/>
                  </a:lnTo>
                  <a:lnTo>
                    <a:pt x="4607292" y="818793"/>
                  </a:lnTo>
                  <a:lnTo>
                    <a:pt x="4711079" y="824013"/>
                  </a:lnTo>
                  <a:lnTo>
                    <a:pt x="4815268" y="828542"/>
                  </a:lnTo>
                  <a:lnTo>
                    <a:pt x="4915998" y="832365"/>
                  </a:lnTo>
                  <a:lnTo>
                    <a:pt x="5008899" y="835472"/>
                  </a:lnTo>
                  <a:lnTo>
                    <a:pt x="5089697" y="837871"/>
                  </a:lnTo>
                  <a:lnTo>
                    <a:pt x="5154972" y="839604"/>
                  </a:lnTo>
                  <a:lnTo>
                    <a:pt x="5202873" y="840748"/>
                  </a:lnTo>
                  <a:lnTo>
                    <a:pt x="5233578" y="841410"/>
                  </a:lnTo>
                  <a:lnTo>
                    <a:pt x="5249398" y="841720"/>
                  </a:lnTo>
                  <a:lnTo>
                    <a:pt x="5254571" y="841812"/>
                  </a:lnTo>
                  <a:lnTo>
                    <a:pt x="5254955" y="841818"/>
                  </a:lnTo>
                  <a:lnTo>
                    <a:pt x="6726343" y="841818"/>
                  </a:lnTo>
                  <a:lnTo>
                    <a:pt x="6727575" y="841802"/>
                  </a:lnTo>
                  <a:lnTo>
                    <a:pt x="6735665" y="841689"/>
                  </a:lnTo>
                  <a:lnTo>
                    <a:pt x="6756008" y="841375"/>
                  </a:lnTo>
                  <a:lnTo>
                    <a:pt x="6792252" y="840757"/>
                  </a:lnTo>
                  <a:lnTo>
                    <a:pt x="6846023" y="839741"/>
                  </a:lnTo>
                  <a:lnTo>
                    <a:pt x="6916798" y="838250"/>
                  </a:lnTo>
                  <a:lnTo>
                    <a:pt x="7002133" y="836236"/>
                  </a:lnTo>
                  <a:lnTo>
                    <a:pt x="7098228" y="833676"/>
                  </a:lnTo>
                  <a:lnTo>
                    <a:pt x="7200684" y="830568"/>
                  </a:lnTo>
                  <a:lnTo>
                    <a:pt x="7305232" y="826922"/>
                  </a:lnTo>
                  <a:lnTo>
                    <a:pt x="7408263" y="822751"/>
                  </a:lnTo>
                  <a:lnTo>
                    <a:pt x="7507087" y="818058"/>
                  </a:lnTo>
                  <a:lnTo>
                    <a:pt x="7599974" y="812828"/>
                  </a:lnTo>
                  <a:lnTo>
                    <a:pt x="7686040" y="807032"/>
                  </a:lnTo>
                  <a:lnTo>
                    <a:pt x="7765061" y="800618"/>
                  </a:lnTo>
                  <a:lnTo>
                    <a:pt x="7837289" y="793513"/>
                  </a:lnTo>
                  <a:lnTo>
                    <a:pt x="7903284" y="785627"/>
                  </a:lnTo>
                  <a:lnTo>
                    <a:pt x="7963790" y="776854"/>
                  </a:lnTo>
                  <a:lnTo>
                    <a:pt x="8019638" y="767082"/>
                  </a:lnTo>
                  <a:lnTo>
                    <a:pt x="8071676" y="756201"/>
                  </a:lnTo>
                  <a:lnTo>
                    <a:pt x="8120717" y="744124"/>
                  </a:lnTo>
                  <a:lnTo>
                    <a:pt x="8151487" y="735569"/>
                  </a:lnTo>
                  <a:lnTo>
                    <a:pt x="8205183" y="718783"/>
                  </a:lnTo>
                  <a:lnTo>
                    <a:pt x="8257160" y="700237"/>
                  </a:lnTo>
                  <a:lnTo>
                    <a:pt x="8308088" y="679908"/>
                  </a:lnTo>
                  <a:lnTo>
                    <a:pt x="8358447" y="657835"/>
                  </a:lnTo>
                  <a:lnTo>
                    <a:pt x="8408573" y="634133"/>
                  </a:lnTo>
                  <a:lnTo>
                    <a:pt x="8458672" y="608988"/>
                  </a:lnTo>
                  <a:lnTo>
                    <a:pt x="8508852" y="582662"/>
                  </a:lnTo>
                  <a:lnTo>
                    <a:pt x="8559138" y="555482"/>
                  </a:lnTo>
                  <a:lnTo>
                    <a:pt x="8609499" y="527826"/>
                  </a:lnTo>
                  <a:lnTo>
                    <a:pt x="8659872" y="500099"/>
                  </a:lnTo>
                  <a:lnTo>
                    <a:pt x="8710190" y="472712"/>
                  </a:lnTo>
                  <a:lnTo>
                    <a:pt x="8760406" y="446054"/>
                  </a:lnTo>
                  <a:lnTo>
                    <a:pt x="8810526" y="420472"/>
                  </a:lnTo>
                  <a:lnTo>
                    <a:pt x="8860624" y="396250"/>
                  </a:lnTo>
                  <a:lnTo>
                    <a:pt x="8910873" y="373603"/>
                  </a:lnTo>
                  <a:lnTo>
                    <a:pt x="8961560" y="352669"/>
                  </a:lnTo>
                  <a:lnTo>
                    <a:pt x="9013113" y="333512"/>
                  </a:lnTo>
                  <a:lnTo>
                    <a:pt x="9066131" y="316129"/>
                  </a:lnTo>
                  <a:lnTo>
                    <a:pt x="9084767" y="310573"/>
                  </a:lnTo>
                  <a:lnTo>
                    <a:pt x="9132248" y="297693"/>
                  </a:lnTo>
                  <a:lnTo>
                    <a:pt x="9182241" y="286037"/>
                  </a:lnTo>
                  <a:lnTo>
                    <a:pt x="9235505" y="275552"/>
                  </a:lnTo>
                  <a:lnTo>
                    <a:pt x="9292871" y="266140"/>
                  </a:lnTo>
                  <a:lnTo>
                    <a:pt x="9355189" y="257687"/>
                  </a:lnTo>
                  <a:lnTo>
                    <a:pt x="9423268" y="250083"/>
                  </a:lnTo>
                  <a:lnTo>
                    <a:pt x="9497800" y="243227"/>
                  </a:lnTo>
                  <a:lnTo>
                    <a:pt x="9579255" y="237034"/>
                  </a:lnTo>
                  <a:lnTo>
                    <a:pt x="9667741" y="231439"/>
                  </a:lnTo>
                  <a:lnTo>
                    <a:pt x="9762827" y="226398"/>
                  </a:lnTo>
                  <a:lnTo>
                    <a:pt x="9863353" y="221886"/>
                  </a:lnTo>
                  <a:lnTo>
                    <a:pt x="9967264" y="217896"/>
                  </a:lnTo>
                  <a:lnTo>
                    <a:pt x="10071537" y="214436"/>
                  </a:lnTo>
                  <a:lnTo>
                    <a:pt x="10172291" y="211517"/>
                  </a:lnTo>
                  <a:lnTo>
                    <a:pt x="10265139" y="209147"/>
                  </a:lnTo>
                  <a:lnTo>
                    <a:pt x="10345803" y="207318"/>
                  </a:lnTo>
                  <a:lnTo>
                    <a:pt x="10410870" y="205999"/>
                  </a:lnTo>
                  <a:lnTo>
                    <a:pt x="10458515" y="205131"/>
                  </a:lnTo>
                  <a:lnTo>
                    <a:pt x="10488954" y="204630"/>
                  </a:lnTo>
                  <a:lnTo>
                    <a:pt x="10504540" y="204397"/>
                  </a:lnTo>
                  <a:lnTo>
                    <a:pt x="10509560" y="204329"/>
                  </a:lnTo>
                  <a:lnTo>
                    <a:pt x="10509911" y="204324"/>
                  </a:lnTo>
                  <a:lnTo>
                    <a:pt x="11981298" y="204324"/>
                  </a:lnTo>
                  <a:lnTo>
                    <a:pt x="11981298" y="196151"/>
                  </a:lnTo>
                  <a:lnTo>
                    <a:pt x="10509911" y="196151"/>
                  </a:lnTo>
                  <a:lnTo>
                    <a:pt x="10508678" y="196167"/>
                  </a:lnTo>
                  <a:lnTo>
                    <a:pt x="10500588" y="196281"/>
                  </a:lnTo>
                  <a:lnTo>
                    <a:pt x="10480246" y="196595"/>
                  </a:lnTo>
                  <a:lnTo>
                    <a:pt x="10444001" y="197213"/>
                  </a:lnTo>
                  <a:lnTo>
                    <a:pt x="10390230" y="198229"/>
                  </a:lnTo>
                  <a:lnTo>
                    <a:pt x="10319455" y="199719"/>
                  </a:lnTo>
                  <a:lnTo>
                    <a:pt x="10234120" y="201733"/>
                  </a:lnTo>
                  <a:lnTo>
                    <a:pt x="10138025" y="204294"/>
                  </a:lnTo>
                  <a:lnTo>
                    <a:pt x="10035569" y="207402"/>
                  </a:lnTo>
                  <a:lnTo>
                    <a:pt x="9931021" y="211047"/>
                  </a:lnTo>
                  <a:lnTo>
                    <a:pt x="9827991" y="215218"/>
                  </a:lnTo>
                  <a:lnTo>
                    <a:pt x="9729167" y="219912"/>
                  </a:lnTo>
                  <a:lnTo>
                    <a:pt x="9636279" y="225141"/>
                  </a:lnTo>
                  <a:lnTo>
                    <a:pt x="9550213" y="230937"/>
                  </a:lnTo>
                  <a:lnTo>
                    <a:pt x="9471192" y="237352"/>
                  </a:lnTo>
                  <a:lnTo>
                    <a:pt x="9398964" y="244457"/>
                  </a:lnTo>
                  <a:lnTo>
                    <a:pt x="9332969" y="252343"/>
                  </a:lnTo>
                  <a:lnTo>
                    <a:pt x="9272463" y="261116"/>
                  </a:lnTo>
                  <a:lnTo>
                    <a:pt x="9216616" y="270888"/>
                  </a:lnTo>
                  <a:lnTo>
                    <a:pt x="9164578" y="281769"/>
                  </a:lnTo>
                  <a:lnTo>
                    <a:pt x="9115536" y="293846"/>
                  </a:lnTo>
                  <a:lnTo>
                    <a:pt x="9084767" y="302400"/>
                  </a:lnTo>
                  <a:lnTo>
                    <a:pt x="9031070" y="319187"/>
                  </a:lnTo>
                  <a:lnTo>
                    <a:pt x="8979093" y="337733"/>
                  </a:lnTo>
                  <a:lnTo>
                    <a:pt x="8928166" y="358062"/>
                  </a:lnTo>
                  <a:lnTo>
                    <a:pt x="8877806" y="380134"/>
                  </a:lnTo>
                  <a:lnTo>
                    <a:pt x="8827681" y="403837"/>
                  </a:lnTo>
                  <a:lnTo>
                    <a:pt x="8777581" y="428982"/>
                  </a:lnTo>
                  <a:lnTo>
                    <a:pt x="8727401" y="455308"/>
                  </a:lnTo>
                  <a:lnTo>
                    <a:pt x="8677115" y="482488"/>
                  </a:lnTo>
                  <a:lnTo>
                    <a:pt x="8626754" y="510144"/>
                  </a:lnTo>
                  <a:lnTo>
                    <a:pt x="8576381" y="537870"/>
                  </a:lnTo>
                  <a:lnTo>
                    <a:pt x="8526064" y="565257"/>
                  </a:lnTo>
                  <a:lnTo>
                    <a:pt x="8475847" y="591915"/>
                  </a:lnTo>
                  <a:lnTo>
                    <a:pt x="8425727" y="617498"/>
                  </a:lnTo>
                  <a:lnTo>
                    <a:pt x="8375629" y="641720"/>
                  </a:lnTo>
                  <a:lnTo>
                    <a:pt x="8325380" y="664367"/>
                  </a:lnTo>
                  <a:lnTo>
                    <a:pt x="8274694" y="685301"/>
                  </a:lnTo>
                  <a:lnTo>
                    <a:pt x="8223141" y="704458"/>
                  </a:lnTo>
                  <a:lnTo>
                    <a:pt x="8170122" y="721841"/>
                  </a:lnTo>
                  <a:lnTo>
                    <a:pt x="8151487" y="727396"/>
                  </a:lnTo>
                  <a:lnTo>
                    <a:pt x="8104005" y="740277"/>
                  </a:lnTo>
                  <a:lnTo>
                    <a:pt x="8054012" y="751933"/>
                  </a:lnTo>
                  <a:lnTo>
                    <a:pt x="8000749" y="762418"/>
                  </a:lnTo>
                  <a:lnTo>
                    <a:pt x="7943382" y="771830"/>
                  </a:lnTo>
                  <a:lnTo>
                    <a:pt x="7881064" y="780283"/>
                  </a:lnTo>
                  <a:lnTo>
                    <a:pt x="7812985" y="787887"/>
                  </a:lnTo>
                  <a:lnTo>
                    <a:pt x="7738453" y="794743"/>
                  </a:lnTo>
                  <a:lnTo>
                    <a:pt x="7656998" y="800936"/>
                  </a:lnTo>
                  <a:lnTo>
                    <a:pt x="7568512" y="806531"/>
                  </a:lnTo>
                  <a:lnTo>
                    <a:pt x="7473426" y="811572"/>
                  </a:lnTo>
                  <a:lnTo>
                    <a:pt x="7372900" y="816084"/>
                  </a:lnTo>
                  <a:lnTo>
                    <a:pt x="7268990" y="820073"/>
                  </a:lnTo>
                  <a:lnTo>
                    <a:pt x="7164716" y="823534"/>
                  </a:lnTo>
                  <a:lnTo>
                    <a:pt x="7063962" y="826453"/>
                  </a:lnTo>
                  <a:lnTo>
                    <a:pt x="6971114" y="828823"/>
                  </a:lnTo>
                  <a:lnTo>
                    <a:pt x="6890450" y="830651"/>
                  </a:lnTo>
                  <a:lnTo>
                    <a:pt x="6825383" y="831970"/>
                  </a:lnTo>
                  <a:lnTo>
                    <a:pt x="6777738" y="832839"/>
                  </a:lnTo>
                  <a:lnTo>
                    <a:pt x="6747299" y="833340"/>
                  </a:lnTo>
                  <a:lnTo>
                    <a:pt x="6731713" y="833573"/>
                  </a:lnTo>
                  <a:lnTo>
                    <a:pt x="6726693" y="833641"/>
                  </a:lnTo>
                  <a:lnTo>
                    <a:pt x="6726343" y="833645"/>
                  </a:lnTo>
                  <a:lnTo>
                    <a:pt x="5254955" y="833645"/>
                  </a:lnTo>
                  <a:lnTo>
                    <a:pt x="5253726" y="833625"/>
                  </a:lnTo>
                  <a:lnTo>
                    <a:pt x="5245659" y="833476"/>
                  </a:lnTo>
                  <a:lnTo>
                    <a:pt x="5225372" y="833067"/>
                  </a:lnTo>
                  <a:lnTo>
                    <a:pt x="5189221" y="832262"/>
                  </a:lnTo>
                  <a:lnTo>
                    <a:pt x="5135581" y="830936"/>
                  </a:lnTo>
                  <a:lnTo>
                    <a:pt x="5064961" y="828993"/>
                  </a:lnTo>
                  <a:lnTo>
                    <a:pt x="4979791" y="826366"/>
                  </a:lnTo>
                  <a:lnTo>
                    <a:pt x="4883853" y="823026"/>
                  </a:lnTo>
                  <a:lnTo>
                    <a:pt x="4781531" y="818972"/>
                  </a:lnTo>
                  <a:lnTo>
                    <a:pt x="4677086" y="814216"/>
                  </a:lnTo>
                  <a:lnTo>
                    <a:pt x="4574126" y="808774"/>
                  </a:lnTo>
                  <a:lnTo>
                    <a:pt x="4475340" y="802650"/>
                  </a:lnTo>
                  <a:lnTo>
                    <a:pt x="4382463" y="795827"/>
                  </a:lnTo>
                  <a:lnTo>
                    <a:pt x="4296389" y="788265"/>
                  </a:lnTo>
                  <a:lnTo>
                    <a:pt x="4217346" y="779897"/>
                  </a:lnTo>
                  <a:lnTo>
                    <a:pt x="4145090" y="770630"/>
                  </a:lnTo>
                  <a:lnTo>
                    <a:pt x="4079065" y="760345"/>
                  </a:lnTo>
                  <a:lnTo>
                    <a:pt x="4018531" y="748905"/>
                  </a:lnTo>
                  <a:lnTo>
                    <a:pt x="3962661" y="736164"/>
                  </a:lnTo>
                  <a:lnTo>
                    <a:pt x="3910609" y="721977"/>
                  </a:lnTo>
                  <a:lnTo>
                    <a:pt x="3861564" y="706232"/>
                  </a:lnTo>
                  <a:lnTo>
                    <a:pt x="3829811" y="694704"/>
                  </a:lnTo>
                  <a:lnTo>
                    <a:pt x="3777610" y="673406"/>
                  </a:lnTo>
                  <a:lnTo>
                    <a:pt x="3727052" y="649938"/>
                  </a:lnTo>
                  <a:lnTo>
                    <a:pt x="3677515" y="624268"/>
                  </a:lnTo>
                  <a:lnTo>
                    <a:pt x="3628546" y="596437"/>
                  </a:lnTo>
                  <a:lnTo>
                    <a:pt x="3579827" y="566573"/>
                  </a:lnTo>
                  <a:lnTo>
                    <a:pt x="3531154" y="534889"/>
                  </a:lnTo>
                  <a:lnTo>
                    <a:pt x="3482416" y="501685"/>
                  </a:lnTo>
                  <a:lnTo>
                    <a:pt x="3433576" y="467342"/>
                  </a:lnTo>
                  <a:lnTo>
                    <a:pt x="3384656" y="432301"/>
                  </a:lnTo>
                  <a:lnTo>
                    <a:pt x="3335708" y="397042"/>
                  </a:lnTo>
                  <a:lnTo>
                    <a:pt x="3286795" y="362061"/>
                  </a:lnTo>
                  <a:lnTo>
                    <a:pt x="3237968" y="327834"/>
                  </a:lnTo>
                  <a:lnTo>
                    <a:pt x="3189240" y="294797"/>
                  </a:lnTo>
                  <a:lnTo>
                    <a:pt x="3140569" y="263321"/>
                  </a:lnTo>
                  <a:lnTo>
                    <a:pt x="3091833" y="233696"/>
                  </a:lnTo>
                  <a:lnTo>
                    <a:pt x="3042814" y="206124"/>
                  </a:lnTo>
                  <a:lnTo>
                    <a:pt x="2993180" y="180722"/>
                  </a:lnTo>
                  <a:lnTo>
                    <a:pt x="2942458" y="157522"/>
                  </a:lnTo>
                  <a:lnTo>
                    <a:pt x="2896531" y="138940"/>
                  </a:lnTo>
                  <a:lnTo>
                    <a:pt x="2849097" y="122112"/>
                  </a:lnTo>
                  <a:lnTo>
                    <a:pt x="2799158" y="106883"/>
                  </a:lnTo>
                  <a:lnTo>
                    <a:pt x="2745955" y="93182"/>
                  </a:lnTo>
                  <a:lnTo>
                    <a:pt x="2688661" y="80880"/>
                  </a:lnTo>
                  <a:lnTo>
                    <a:pt x="2626427" y="69833"/>
                  </a:lnTo>
                  <a:lnTo>
                    <a:pt x="2558448" y="59893"/>
                  </a:lnTo>
                  <a:lnTo>
                    <a:pt x="2484032" y="50930"/>
                  </a:lnTo>
                  <a:lnTo>
                    <a:pt x="2402708" y="42833"/>
                  </a:lnTo>
                  <a:lnTo>
                    <a:pt x="2314366" y="35518"/>
                  </a:lnTo>
                  <a:lnTo>
                    <a:pt x="2219430" y="28926"/>
                  </a:lnTo>
                  <a:lnTo>
                    <a:pt x="2119050" y="23025"/>
                  </a:lnTo>
                  <a:lnTo>
                    <a:pt x="2015264" y="17805"/>
                  </a:lnTo>
                  <a:lnTo>
                    <a:pt x="1911074" y="13275"/>
                  </a:lnTo>
                  <a:lnTo>
                    <a:pt x="1810344" y="9452"/>
                  </a:lnTo>
                  <a:lnTo>
                    <a:pt x="1717443" y="6346"/>
                  </a:lnTo>
                  <a:lnTo>
                    <a:pt x="1636645" y="3947"/>
                  </a:lnTo>
                  <a:lnTo>
                    <a:pt x="1571370" y="2213"/>
                  </a:lnTo>
                  <a:lnTo>
                    <a:pt x="1523469" y="1070"/>
                  </a:lnTo>
                  <a:lnTo>
                    <a:pt x="1492764" y="407"/>
                  </a:lnTo>
                  <a:lnTo>
                    <a:pt x="1476944" y="98"/>
                  </a:lnTo>
                  <a:lnTo>
                    <a:pt x="1471771" y="6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555" name="pl555"/>
            <p:cNvSpPr/>
            <p:nvPr/>
          </p:nvSpPr>
          <p:spPr>
            <a:xfrm>
              <a:off x="4799595" y="3451419"/>
              <a:ext cx="11981298" cy="833645"/>
            </a:xfrm>
            <a:custGeom>
              <a:avLst/>
              <a:pathLst>
                <a:path w="11981298" h="833645">
                  <a:moveTo>
                    <a:pt x="0" y="0"/>
                  </a:moveTo>
                  <a:lnTo>
                    <a:pt x="1471387" y="0"/>
                  </a:lnTo>
                  <a:lnTo>
                    <a:pt x="1472616" y="20"/>
                  </a:lnTo>
                  <a:lnTo>
                    <a:pt x="1480683" y="168"/>
                  </a:lnTo>
                  <a:lnTo>
                    <a:pt x="1500970" y="578"/>
                  </a:lnTo>
                  <a:lnTo>
                    <a:pt x="1537121" y="1383"/>
                  </a:lnTo>
                  <a:lnTo>
                    <a:pt x="1590762" y="2708"/>
                  </a:lnTo>
                  <a:lnTo>
                    <a:pt x="1661381" y="4652"/>
                  </a:lnTo>
                  <a:lnTo>
                    <a:pt x="1746552" y="7279"/>
                  </a:lnTo>
                  <a:lnTo>
                    <a:pt x="1842489" y="10618"/>
                  </a:lnTo>
                  <a:lnTo>
                    <a:pt x="1944811" y="14673"/>
                  </a:lnTo>
                  <a:lnTo>
                    <a:pt x="2049256" y="19429"/>
                  </a:lnTo>
                  <a:lnTo>
                    <a:pt x="2152216" y="24871"/>
                  </a:lnTo>
                  <a:lnTo>
                    <a:pt x="2251002" y="30995"/>
                  </a:lnTo>
                  <a:lnTo>
                    <a:pt x="2343879" y="37818"/>
                  </a:lnTo>
                  <a:lnTo>
                    <a:pt x="2429953" y="45380"/>
                  </a:lnTo>
                  <a:lnTo>
                    <a:pt x="2508996" y="53747"/>
                  </a:lnTo>
                  <a:lnTo>
                    <a:pt x="2581252" y="63015"/>
                  </a:lnTo>
                  <a:lnTo>
                    <a:pt x="2647278" y="73300"/>
                  </a:lnTo>
                  <a:lnTo>
                    <a:pt x="2707811" y="84740"/>
                  </a:lnTo>
                  <a:lnTo>
                    <a:pt x="2763681" y="97481"/>
                  </a:lnTo>
                  <a:lnTo>
                    <a:pt x="2815733" y="111667"/>
                  </a:lnTo>
                  <a:lnTo>
                    <a:pt x="2864778" y="127413"/>
                  </a:lnTo>
                  <a:lnTo>
                    <a:pt x="2896531" y="138940"/>
                  </a:lnTo>
                  <a:lnTo>
                    <a:pt x="2948732" y="160239"/>
                  </a:lnTo>
                  <a:lnTo>
                    <a:pt x="2999290" y="183707"/>
                  </a:lnTo>
                  <a:lnTo>
                    <a:pt x="3048827" y="209377"/>
                  </a:lnTo>
                  <a:lnTo>
                    <a:pt x="3097796" y="237208"/>
                  </a:lnTo>
                  <a:lnTo>
                    <a:pt x="3146515" y="267072"/>
                  </a:lnTo>
                  <a:lnTo>
                    <a:pt x="3195188" y="298756"/>
                  </a:lnTo>
                  <a:lnTo>
                    <a:pt x="3243926" y="331959"/>
                  </a:lnTo>
                  <a:lnTo>
                    <a:pt x="3292766" y="366303"/>
                  </a:lnTo>
                  <a:lnTo>
                    <a:pt x="3341686" y="401344"/>
                  </a:lnTo>
                  <a:lnTo>
                    <a:pt x="3390635" y="436603"/>
                  </a:lnTo>
                  <a:lnTo>
                    <a:pt x="3439547" y="471584"/>
                  </a:lnTo>
                  <a:lnTo>
                    <a:pt x="3488374" y="505811"/>
                  </a:lnTo>
                  <a:lnTo>
                    <a:pt x="3537102" y="538847"/>
                  </a:lnTo>
                  <a:lnTo>
                    <a:pt x="3585773" y="570324"/>
                  </a:lnTo>
                  <a:lnTo>
                    <a:pt x="3634509" y="599949"/>
                  </a:lnTo>
                  <a:lnTo>
                    <a:pt x="3683528" y="627521"/>
                  </a:lnTo>
                  <a:lnTo>
                    <a:pt x="3733162" y="652923"/>
                  </a:lnTo>
                  <a:lnTo>
                    <a:pt x="3783884" y="676123"/>
                  </a:lnTo>
                  <a:lnTo>
                    <a:pt x="3829811" y="694704"/>
                  </a:lnTo>
                  <a:lnTo>
                    <a:pt x="3877245" y="711533"/>
                  </a:lnTo>
                  <a:lnTo>
                    <a:pt x="3927185" y="726762"/>
                  </a:lnTo>
                  <a:lnTo>
                    <a:pt x="3980387" y="740463"/>
                  </a:lnTo>
                  <a:lnTo>
                    <a:pt x="4037682" y="752764"/>
                  </a:lnTo>
                  <a:lnTo>
                    <a:pt x="4099915" y="763812"/>
                  </a:lnTo>
                  <a:lnTo>
                    <a:pt x="4167894" y="773752"/>
                  </a:lnTo>
                  <a:lnTo>
                    <a:pt x="4242311" y="782715"/>
                  </a:lnTo>
                  <a:lnTo>
                    <a:pt x="4323635" y="790811"/>
                  </a:lnTo>
                  <a:lnTo>
                    <a:pt x="4411976" y="798126"/>
                  </a:lnTo>
                  <a:lnTo>
                    <a:pt x="4506912" y="804719"/>
                  </a:lnTo>
                  <a:lnTo>
                    <a:pt x="4607292" y="810620"/>
                  </a:lnTo>
                  <a:lnTo>
                    <a:pt x="4711079" y="815840"/>
                  </a:lnTo>
                  <a:lnTo>
                    <a:pt x="4815268" y="820369"/>
                  </a:lnTo>
                  <a:lnTo>
                    <a:pt x="4915998" y="824192"/>
                  </a:lnTo>
                  <a:lnTo>
                    <a:pt x="5008899" y="827299"/>
                  </a:lnTo>
                  <a:lnTo>
                    <a:pt x="5089697" y="829698"/>
                  </a:lnTo>
                  <a:lnTo>
                    <a:pt x="5154972" y="831431"/>
                  </a:lnTo>
                  <a:lnTo>
                    <a:pt x="5202873" y="832575"/>
                  </a:lnTo>
                  <a:lnTo>
                    <a:pt x="5233578" y="833237"/>
                  </a:lnTo>
                  <a:lnTo>
                    <a:pt x="5249398" y="833547"/>
                  </a:lnTo>
                  <a:lnTo>
                    <a:pt x="5254571" y="833639"/>
                  </a:lnTo>
                  <a:lnTo>
                    <a:pt x="5254955" y="833645"/>
                  </a:lnTo>
                  <a:lnTo>
                    <a:pt x="6726343" y="833645"/>
                  </a:lnTo>
                  <a:lnTo>
                    <a:pt x="6727575" y="833629"/>
                  </a:lnTo>
                  <a:lnTo>
                    <a:pt x="6735665" y="833516"/>
                  </a:lnTo>
                  <a:lnTo>
                    <a:pt x="6756008" y="833202"/>
                  </a:lnTo>
                  <a:lnTo>
                    <a:pt x="6792252" y="832584"/>
                  </a:lnTo>
                  <a:lnTo>
                    <a:pt x="6846023" y="831568"/>
                  </a:lnTo>
                  <a:lnTo>
                    <a:pt x="6916798" y="830077"/>
                  </a:lnTo>
                  <a:lnTo>
                    <a:pt x="7002133" y="828063"/>
                  </a:lnTo>
                  <a:lnTo>
                    <a:pt x="7098228" y="825503"/>
                  </a:lnTo>
                  <a:lnTo>
                    <a:pt x="7200684" y="822395"/>
                  </a:lnTo>
                  <a:lnTo>
                    <a:pt x="7305232" y="818749"/>
                  </a:lnTo>
                  <a:lnTo>
                    <a:pt x="7408263" y="814578"/>
                  </a:lnTo>
                  <a:lnTo>
                    <a:pt x="7507087" y="809885"/>
                  </a:lnTo>
                  <a:lnTo>
                    <a:pt x="7599974" y="804655"/>
                  </a:lnTo>
                  <a:lnTo>
                    <a:pt x="7686040" y="798859"/>
                  </a:lnTo>
                  <a:lnTo>
                    <a:pt x="7765061" y="792445"/>
                  </a:lnTo>
                  <a:lnTo>
                    <a:pt x="7837289" y="785340"/>
                  </a:lnTo>
                  <a:lnTo>
                    <a:pt x="7903284" y="777454"/>
                  </a:lnTo>
                  <a:lnTo>
                    <a:pt x="7963790" y="768681"/>
                  </a:lnTo>
                  <a:lnTo>
                    <a:pt x="8019638" y="758909"/>
                  </a:lnTo>
                  <a:lnTo>
                    <a:pt x="8071676" y="748028"/>
                  </a:lnTo>
                  <a:lnTo>
                    <a:pt x="8120717" y="735951"/>
                  </a:lnTo>
                  <a:lnTo>
                    <a:pt x="8151487" y="727396"/>
                  </a:lnTo>
                  <a:lnTo>
                    <a:pt x="8205183" y="710610"/>
                  </a:lnTo>
                  <a:lnTo>
                    <a:pt x="8257160" y="692064"/>
                  </a:lnTo>
                  <a:lnTo>
                    <a:pt x="8308088" y="671735"/>
                  </a:lnTo>
                  <a:lnTo>
                    <a:pt x="8358447" y="649662"/>
                  </a:lnTo>
                  <a:lnTo>
                    <a:pt x="8408573" y="625960"/>
                  </a:lnTo>
                  <a:lnTo>
                    <a:pt x="8458672" y="600815"/>
                  </a:lnTo>
                  <a:lnTo>
                    <a:pt x="8508852" y="574489"/>
                  </a:lnTo>
                  <a:lnTo>
                    <a:pt x="8559138" y="547309"/>
                  </a:lnTo>
                  <a:lnTo>
                    <a:pt x="8609499" y="519653"/>
                  </a:lnTo>
                  <a:lnTo>
                    <a:pt x="8659872" y="491926"/>
                  </a:lnTo>
                  <a:lnTo>
                    <a:pt x="8710190" y="464539"/>
                  </a:lnTo>
                  <a:lnTo>
                    <a:pt x="8760406" y="437881"/>
                  </a:lnTo>
                  <a:lnTo>
                    <a:pt x="8810526" y="412299"/>
                  </a:lnTo>
                  <a:lnTo>
                    <a:pt x="8860624" y="388077"/>
                  </a:lnTo>
                  <a:lnTo>
                    <a:pt x="8910873" y="365430"/>
                  </a:lnTo>
                  <a:lnTo>
                    <a:pt x="8961560" y="344496"/>
                  </a:lnTo>
                  <a:lnTo>
                    <a:pt x="9013113" y="325339"/>
                  </a:lnTo>
                  <a:lnTo>
                    <a:pt x="9066131" y="307956"/>
                  </a:lnTo>
                  <a:lnTo>
                    <a:pt x="9084767" y="302400"/>
                  </a:lnTo>
                  <a:lnTo>
                    <a:pt x="9132248" y="289520"/>
                  </a:lnTo>
                  <a:lnTo>
                    <a:pt x="9182241" y="277864"/>
                  </a:lnTo>
                  <a:lnTo>
                    <a:pt x="9235505" y="267379"/>
                  </a:lnTo>
                  <a:lnTo>
                    <a:pt x="9292871" y="257967"/>
                  </a:lnTo>
                  <a:lnTo>
                    <a:pt x="9355189" y="249514"/>
                  </a:lnTo>
                  <a:lnTo>
                    <a:pt x="9423268" y="241910"/>
                  </a:lnTo>
                  <a:lnTo>
                    <a:pt x="9497800" y="235054"/>
                  </a:lnTo>
                  <a:lnTo>
                    <a:pt x="9579255" y="228861"/>
                  </a:lnTo>
                  <a:lnTo>
                    <a:pt x="9667741" y="223266"/>
                  </a:lnTo>
                  <a:lnTo>
                    <a:pt x="9762827" y="218225"/>
                  </a:lnTo>
                  <a:lnTo>
                    <a:pt x="9863353" y="213713"/>
                  </a:lnTo>
                  <a:lnTo>
                    <a:pt x="9967264" y="209723"/>
                  </a:lnTo>
                  <a:lnTo>
                    <a:pt x="10071537" y="206263"/>
                  </a:lnTo>
                  <a:lnTo>
                    <a:pt x="10172291" y="203344"/>
                  </a:lnTo>
                  <a:lnTo>
                    <a:pt x="10265139" y="200974"/>
                  </a:lnTo>
                  <a:lnTo>
                    <a:pt x="10345803" y="199145"/>
                  </a:lnTo>
                  <a:lnTo>
                    <a:pt x="10410870" y="197826"/>
                  </a:lnTo>
                  <a:lnTo>
                    <a:pt x="10458515" y="196958"/>
                  </a:lnTo>
                  <a:lnTo>
                    <a:pt x="10488954" y="196457"/>
                  </a:lnTo>
                  <a:lnTo>
                    <a:pt x="10504540" y="196224"/>
                  </a:lnTo>
                  <a:lnTo>
                    <a:pt x="10509560" y="196156"/>
                  </a:lnTo>
                  <a:lnTo>
                    <a:pt x="10509911" y="196151"/>
                  </a:lnTo>
                  <a:lnTo>
                    <a:pt x="11981298" y="19615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56" name="pl556"/>
            <p:cNvSpPr/>
            <p:nvPr/>
          </p:nvSpPr>
          <p:spPr>
            <a:xfrm>
              <a:off x="4799595" y="3443246"/>
              <a:ext cx="11981298" cy="833645"/>
            </a:xfrm>
            <a:custGeom>
              <a:avLst/>
              <a:pathLst>
                <a:path w="11981298" h="833645">
                  <a:moveTo>
                    <a:pt x="11981298" y="196151"/>
                  </a:moveTo>
                  <a:lnTo>
                    <a:pt x="10509911" y="196151"/>
                  </a:lnTo>
                  <a:lnTo>
                    <a:pt x="10508678" y="196167"/>
                  </a:lnTo>
                  <a:lnTo>
                    <a:pt x="10500588" y="196281"/>
                  </a:lnTo>
                  <a:lnTo>
                    <a:pt x="10480246" y="196595"/>
                  </a:lnTo>
                  <a:lnTo>
                    <a:pt x="10444001" y="197213"/>
                  </a:lnTo>
                  <a:lnTo>
                    <a:pt x="10390230" y="198229"/>
                  </a:lnTo>
                  <a:lnTo>
                    <a:pt x="10319455" y="199719"/>
                  </a:lnTo>
                  <a:lnTo>
                    <a:pt x="10234120" y="201733"/>
                  </a:lnTo>
                  <a:lnTo>
                    <a:pt x="10138025" y="204294"/>
                  </a:lnTo>
                  <a:lnTo>
                    <a:pt x="10035569" y="207402"/>
                  </a:lnTo>
                  <a:lnTo>
                    <a:pt x="9931021" y="211047"/>
                  </a:lnTo>
                  <a:lnTo>
                    <a:pt x="9827991" y="215218"/>
                  </a:lnTo>
                  <a:lnTo>
                    <a:pt x="9729167" y="219912"/>
                  </a:lnTo>
                  <a:lnTo>
                    <a:pt x="9636279" y="225141"/>
                  </a:lnTo>
                  <a:lnTo>
                    <a:pt x="9550213" y="230937"/>
                  </a:lnTo>
                  <a:lnTo>
                    <a:pt x="9471192" y="237352"/>
                  </a:lnTo>
                  <a:lnTo>
                    <a:pt x="9398964" y="244457"/>
                  </a:lnTo>
                  <a:lnTo>
                    <a:pt x="9332969" y="252343"/>
                  </a:lnTo>
                  <a:lnTo>
                    <a:pt x="9272463" y="261116"/>
                  </a:lnTo>
                  <a:lnTo>
                    <a:pt x="9216616" y="270888"/>
                  </a:lnTo>
                  <a:lnTo>
                    <a:pt x="9164578" y="281769"/>
                  </a:lnTo>
                  <a:lnTo>
                    <a:pt x="9115536" y="293846"/>
                  </a:lnTo>
                  <a:lnTo>
                    <a:pt x="9084767" y="302400"/>
                  </a:lnTo>
                  <a:lnTo>
                    <a:pt x="9031070" y="319187"/>
                  </a:lnTo>
                  <a:lnTo>
                    <a:pt x="8979093" y="337733"/>
                  </a:lnTo>
                  <a:lnTo>
                    <a:pt x="8928166" y="358062"/>
                  </a:lnTo>
                  <a:lnTo>
                    <a:pt x="8877806" y="380134"/>
                  </a:lnTo>
                  <a:lnTo>
                    <a:pt x="8827681" y="403837"/>
                  </a:lnTo>
                  <a:lnTo>
                    <a:pt x="8777581" y="428982"/>
                  </a:lnTo>
                  <a:lnTo>
                    <a:pt x="8727401" y="455308"/>
                  </a:lnTo>
                  <a:lnTo>
                    <a:pt x="8677115" y="482488"/>
                  </a:lnTo>
                  <a:lnTo>
                    <a:pt x="8626754" y="510144"/>
                  </a:lnTo>
                  <a:lnTo>
                    <a:pt x="8576381" y="537870"/>
                  </a:lnTo>
                  <a:lnTo>
                    <a:pt x="8526064" y="565257"/>
                  </a:lnTo>
                  <a:lnTo>
                    <a:pt x="8475847" y="591915"/>
                  </a:lnTo>
                  <a:lnTo>
                    <a:pt x="8425727" y="617498"/>
                  </a:lnTo>
                  <a:lnTo>
                    <a:pt x="8375629" y="641720"/>
                  </a:lnTo>
                  <a:lnTo>
                    <a:pt x="8325380" y="664367"/>
                  </a:lnTo>
                  <a:lnTo>
                    <a:pt x="8274694" y="685301"/>
                  </a:lnTo>
                  <a:lnTo>
                    <a:pt x="8223141" y="704458"/>
                  </a:lnTo>
                  <a:lnTo>
                    <a:pt x="8170122" y="721841"/>
                  </a:lnTo>
                  <a:lnTo>
                    <a:pt x="8151487" y="727396"/>
                  </a:lnTo>
                  <a:lnTo>
                    <a:pt x="8104005" y="740277"/>
                  </a:lnTo>
                  <a:lnTo>
                    <a:pt x="8054012" y="751933"/>
                  </a:lnTo>
                  <a:lnTo>
                    <a:pt x="8000749" y="762418"/>
                  </a:lnTo>
                  <a:lnTo>
                    <a:pt x="7943382" y="771830"/>
                  </a:lnTo>
                  <a:lnTo>
                    <a:pt x="7881064" y="780283"/>
                  </a:lnTo>
                  <a:lnTo>
                    <a:pt x="7812985" y="787887"/>
                  </a:lnTo>
                  <a:lnTo>
                    <a:pt x="7738453" y="794743"/>
                  </a:lnTo>
                  <a:lnTo>
                    <a:pt x="7656998" y="800936"/>
                  </a:lnTo>
                  <a:lnTo>
                    <a:pt x="7568512" y="806531"/>
                  </a:lnTo>
                  <a:lnTo>
                    <a:pt x="7473426" y="811572"/>
                  </a:lnTo>
                  <a:lnTo>
                    <a:pt x="7372900" y="816084"/>
                  </a:lnTo>
                  <a:lnTo>
                    <a:pt x="7268990" y="820073"/>
                  </a:lnTo>
                  <a:lnTo>
                    <a:pt x="7164716" y="823534"/>
                  </a:lnTo>
                  <a:lnTo>
                    <a:pt x="7063962" y="826453"/>
                  </a:lnTo>
                  <a:lnTo>
                    <a:pt x="6971114" y="828823"/>
                  </a:lnTo>
                  <a:lnTo>
                    <a:pt x="6890450" y="830651"/>
                  </a:lnTo>
                  <a:lnTo>
                    <a:pt x="6825383" y="831970"/>
                  </a:lnTo>
                  <a:lnTo>
                    <a:pt x="6777738" y="832839"/>
                  </a:lnTo>
                  <a:lnTo>
                    <a:pt x="6747299" y="833340"/>
                  </a:lnTo>
                  <a:lnTo>
                    <a:pt x="6731713" y="833573"/>
                  </a:lnTo>
                  <a:lnTo>
                    <a:pt x="6726693" y="833641"/>
                  </a:lnTo>
                  <a:lnTo>
                    <a:pt x="6726343" y="833645"/>
                  </a:lnTo>
                  <a:lnTo>
                    <a:pt x="5254955" y="833645"/>
                  </a:lnTo>
                  <a:lnTo>
                    <a:pt x="5253726" y="833625"/>
                  </a:lnTo>
                  <a:lnTo>
                    <a:pt x="5245659" y="833476"/>
                  </a:lnTo>
                  <a:lnTo>
                    <a:pt x="5225372" y="833067"/>
                  </a:lnTo>
                  <a:lnTo>
                    <a:pt x="5189221" y="832262"/>
                  </a:lnTo>
                  <a:lnTo>
                    <a:pt x="5135581" y="830936"/>
                  </a:lnTo>
                  <a:lnTo>
                    <a:pt x="5064961" y="828993"/>
                  </a:lnTo>
                  <a:lnTo>
                    <a:pt x="4979791" y="826366"/>
                  </a:lnTo>
                  <a:lnTo>
                    <a:pt x="4883853" y="823026"/>
                  </a:lnTo>
                  <a:lnTo>
                    <a:pt x="4781531" y="818972"/>
                  </a:lnTo>
                  <a:lnTo>
                    <a:pt x="4677086" y="814216"/>
                  </a:lnTo>
                  <a:lnTo>
                    <a:pt x="4574126" y="808774"/>
                  </a:lnTo>
                  <a:lnTo>
                    <a:pt x="4475340" y="802650"/>
                  </a:lnTo>
                  <a:lnTo>
                    <a:pt x="4382463" y="795827"/>
                  </a:lnTo>
                  <a:lnTo>
                    <a:pt x="4296389" y="788265"/>
                  </a:lnTo>
                  <a:lnTo>
                    <a:pt x="4217346" y="779897"/>
                  </a:lnTo>
                  <a:lnTo>
                    <a:pt x="4145090" y="770630"/>
                  </a:lnTo>
                  <a:lnTo>
                    <a:pt x="4079065" y="760345"/>
                  </a:lnTo>
                  <a:lnTo>
                    <a:pt x="4018531" y="748905"/>
                  </a:lnTo>
                  <a:lnTo>
                    <a:pt x="3962661" y="736164"/>
                  </a:lnTo>
                  <a:lnTo>
                    <a:pt x="3910609" y="721977"/>
                  </a:lnTo>
                  <a:lnTo>
                    <a:pt x="3861564" y="706232"/>
                  </a:lnTo>
                  <a:lnTo>
                    <a:pt x="3829811" y="694704"/>
                  </a:lnTo>
                  <a:lnTo>
                    <a:pt x="3777610" y="673406"/>
                  </a:lnTo>
                  <a:lnTo>
                    <a:pt x="3727052" y="649938"/>
                  </a:lnTo>
                  <a:lnTo>
                    <a:pt x="3677515" y="624268"/>
                  </a:lnTo>
                  <a:lnTo>
                    <a:pt x="3628546" y="596437"/>
                  </a:lnTo>
                  <a:lnTo>
                    <a:pt x="3579827" y="566573"/>
                  </a:lnTo>
                  <a:lnTo>
                    <a:pt x="3531154" y="534889"/>
                  </a:lnTo>
                  <a:lnTo>
                    <a:pt x="3482416" y="501685"/>
                  </a:lnTo>
                  <a:lnTo>
                    <a:pt x="3433576" y="467342"/>
                  </a:lnTo>
                  <a:lnTo>
                    <a:pt x="3384656" y="432301"/>
                  </a:lnTo>
                  <a:lnTo>
                    <a:pt x="3335708" y="397042"/>
                  </a:lnTo>
                  <a:lnTo>
                    <a:pt x="3286795" y="362061"/>
                  </a:lnTo>
                  <a:lnTo>
                    <a:pt x="3237968" y="327834"/>
                  </a:lnTo>
                  <a:lnTo>
                    <a:pt x="3189240" y="294797"/>
                  </a:lnTo>
                  <a:lnTo>
                    <a:pt x="3140569" y="263321"/>
                  </a:lnTo>
                  <a:lnTo>
                    <a:pt x="3091833" y="233696"/>
                  </a:lnTo>
                  <a:lnTo>
                    <a:pt x="3042814" y="206124"/>
                  </a:lnTo>
                  <a:lnTo>
                    <a:pt x="2993180" y="180722"/>
                  </a:lnTo>
                  <a:lnTo>
                    <a:pt x="2942458" y="157522"/>
                  </a:lnTo>
                  <a:lnTo>
                    <a:pt x="2896531" y="138940"/>
                  </a:lnTo>
                  <a:lnTo>
                    <a:pt x="2849097" y="122112"/>
                  </a:lnTo>
                  <a:lnTo>
                    <a:pt x="2799158" y="106883"/>
                  </a:lnTo>
                  <a:lnTo>
                    <a:pt x="2745955" y="93182"/>
                  </a:lnTo>
                  <a:lnTo>
                    <a:pt x="2688661" y="80880"/>
                  </a:lnTo>
                  <a:lnTo>
                    <a:pt x="2626427" y="69833"/>
                  </a:lnTo>
                  <a:lnTo>
                    <a:pt x="2558448" y="59893"/>
                  </a:lnTo>
                  <a:lnTo>
                    <a:pt x="2484032" y="50930"/>
                  </a:lnTo>
                  <a:lnTo>
                    <a:pt x="2402708" y="42833"/>
                  </a:lnTo>
                  <a:lnTo>
                    <a:pt x="2314366" y="35518"/>
                  </a:lnTo>
                  <a:lnTo>
                    <a:pt x="2219430" y="28926"/>
                  </a:lnTo>
                  <a:lnTo>
                    <a:pt x="2119050" y="23025"/>
                  </a:lnTo>
                  <a:lnTo>
                    <a:pt x="2015264" y="17805"/>
                  </a:lnTo>
                  <a:lnTo>
                    <a:pt x="1911074" y="13275"/>
                  </a:lnTo>
                  <a:lnTo>
                    <a:pt x="1810344" y="9452"/>
                  </a:lnTo>
                  <a:lnTo>
                    <a:pt x="1717443" y="6346"/>
                  </a:lnTo>
                  <a:lnTo>
                    <a:pt x="1636645" y="3947"/>
                  </a:lnTo>
                  <a:lnTo>
                    <a:pt x="1571370" y="2213"/>
                  </a:lnTo>
                  <a:lnTo>
                    <a:pt x="1523469" y="1070"/>
                  </a:lnTo>
                  <a:lnTo>
                    <a:pt x="1492764" y="407"/>
                  </a:lnTo>
                  <a:lnTo>
                    <a:pt x="1476944" y="98"/>
                  </a:lnTo>
                  <a:lnTo>
                    <a:pt x="1471771" y="6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57" name="pg557"/>
            <p:cNvSpPr/>
            <p:nvPr/>
          </p:nvSpPr>
          <p:spPr>
            <a:xfrm>
              <a:off x="4799595" y="3451419"/>
              <a:ext cx="11981298" cy="841818"/>
            </a:xfrm>
            <a:custGeom>
              <a:avLst/>
              <a:pathLst>
                <a:path w="11981298" h="841818">
                  <a:moveTo>
                    <a:pt x="0" y="8172"/>
                  </a:moveTo>
                  <a:lnTo>
                    <a:pt x="1471387" y="8172"/>
                  </a:lnTo>
                  <a:lnTo>
                    <a:pt x="1472616" y="8193"/>
                  </a:lnTo>
                  <a:lnTo>
                    <a:pt x="1480683" y="8341"/>
                  </a:lnTo>
                  <a:lnTo>
                    <a:pt x="1500970" y="8751"/>
                  </a:lnTo>
                  <a:lnTo>
                    <a:pt x="1537121" y="9556"/>
                  </a:lnTo>
                  <a:lnTo>
                    <a:pt x="1590762" y="10881"/>
                  </a:lnTo>
                  <a:lnTo>
                    <a:pt x="1661381" y="12825"/>
                  </a:lnTo>
                  <a:lnTo>
                    <a:pt x="1746552" y="15452"/>
                  </a:lnTo>
                  <a:lnTo>
                    <a:pt x="1842489" y="18791"/>
                  </a:lnTo>
                  <a:lnTo>
                    <a:pt x="1944811" y="22846"/>
                  </a:lnTo>
                  <a:lnTo>
                    <a:pt x="2049256" y="27602"/>
                  </a:lnTo>
                  <a:lnTo>
                    <a:pt x="2152216" y="33044"/>
                  </a:lnTo>
                  <a:lnTo>
                    <a:pt x="2251002" y="39168"/>
                  </a:lnTo>
                  <a:lnTo>
                    <a:pt x="2343879" y="45991"/>
                  </a:lnTo>
                  <a:lnTo>
                    <a:pt x="2429953" y="53553"/>
                  </a:lnTo>
                  <a:lnTo>
                    <a:pt x="2508996" y="61920"/>
                  </a:lnTo>
                  <a:lnTo>
                    <a:pt x="2581252" y="71188"/>
                  </a:lnTo>
                  <a:lnTo>
                    <a:pt x="2647278" y="81473"/>
                  </a:lnTo>
                  <a:lnTo>
                    <a:pt x="2707811" y="92913"/>
                  </a:lnTo>
                  <a:lnTo>
                    <a:pt x="2763681" y="105654"/>
                  </a:lnTo>
                  <a:lnTo>
                    <a:pt x="2815733" y="119840"/>
                  </a:lnTo>
                  <a:lnTo>
                    <a:pt x="2864778" y="135586"/>
                  </a:lnTo>
                  <a:lnTo>
                    <a:pt x="2896531" y="147113"/>
                  </a:lnTo>
                  <a:lnTo>
                    <a:pt x="2948732" y="168412"/>
                  </a:lnTo>
                  <a:lnTo>
                    <a:pt x="2999290" y="191880"/>
                  </a:lnTo>
                  <a:lnTo>
                    <a:pt x="3048827" y="217550"/>
                  </a:lnTo>
                  <a:lnTo>
                    <a:pt x="3097796" y="245381"/>
                  </a:lnTo>
                  <a:lnTo>
                    <a:pt x="3146515" y="275245"/>
                  </a:lnTo>
                  <a:lnTo>
                    <a:pt x="3195188" y="306929"/>
                  </a:lnTo>
                  <a:lnTo>
                    <a:pt x="3243926" y="340132"/>
                  </a:lnTo>
                  <a:lnTo>
                    <a:pt x="3292766" y="374476"/>
                  </a:lnTo>
                  <a:lnTo>
                    <a:pt x="3341686" y="409517"/>
                  </a:lnTo>
                  <a:lnTo>
                    <a:pt x="3390635" y="444776"/>
                  </a:lnTo>
                  <a:lnTo>
                    <a:pt x="3439547" y="479757"/>
                  </a:lnTo>
                  <a:lnTo>
                    <a:pt x="3488374" y="513984"/>
                  </a:lnTo>
                  <a:lnTo>
                    <a:pt x="3537102" y="547020"/>
                  </a:lnTo>
                  <a:lnTo>
                    <a:pt x="3585773" y="578497"/>
                  </a:lnTo>
                  <a:lnTo>
                    <a:pt x="3634509" y="608122"/>
                  </a:lnTo>
                  <a:lnTo>
                    <a:pt x="3683528" y="635694"/>
                  </a:lnTo>
                  <a:lnTo>
                    <a:pt x="3733162" y="661096"/>
                  </a:lnTo>
                  <a:lnTo>
                    <a:pt x="3783884" y="684296"/>
                  </a:lnTo>
                  <a:lnTo>
                    <a:pt x="3829811" y="702877"/>
                  </a:lnTo>
                  <a:lnTo>
                    <a:pt x="3877245" y="719706"/>
                  </a:lnTo>
                  <a:lnTo>
                    <a:pt x="3927185" y="734935"/>
                  </a:lnTo>
                  <a:lnTo>
                    <a:pt x="3980387" y="748636"/>
                  </a:lnTo>
                  <a:lnTo>
                    <a:pt x="4037682" y="760937"/>
                  </a:lnTo>
                  <a:lnTo>
                    <a:pt x="4099915" y="771985"/>
                  </a:lnTo>
                  <a:lnTo>
                    <a:pt x="4167894" y="781925"/>
                  </a:lnTo>
                  <a:lnTo>
                    <a:pt x="4242311" y="790888"/>
                  </a:lnTo>
                  <a:lnTo>
                    <a:pt x="4323635" y="798984"/>
                  </a:lnTo>
                  <a:lnTo>
                    <a:pt x="4411976" y="806299"/>
                  </a:lnTo>
                  <a:lnTo>
                    <a:pt x="4506912" y="812892"/>
                  </a:lnTo>
                  <a:lnTo>
                    <a:pt x="4607292" y="818793"/>
                  </a:lnTo>
                  <a:lnTo>
                    <a:pt x="4711079" y="824013"/>
                  </a:lnTo>
                  <a:lnTo>
                    <a:pt x="4815268" y="828542"/>
                  </a:lnTo>
                  <a:lnTo>
                    <a:pt x="4915998" y="832365"/>
                  </a:lnTo>
                  <a:lnTo>
                    <a:pt x="5008899" y="835472"/>
                  </a:lnTo>
                  <a:lnTo>
                    <a:pt x="5089697" y="837871"/>
                  </a:lnTo>
                  <a:lnTo>
                    <a:pt x="5154972" y="839604"/>
                  </a:lnTo>
                  <a:lnTo>
                    <a:pt x="5202873" y="840748"/>
                  </a:lnTo>
                  <a:lnTo>
                    <a:pt x="5233578" y="841410"/>
                  </a:lnTo>
                  <a:lnTo>
                    <a:pt x="5249398" y="841720"/>
                  </a:lnTo>
                  <a:lnTo>
                    <a:pt x="5254571" y="841812"/>
                  </a:lnTo>
                  <a:lnTo>
                    <a:pt x="5254955" y="841818"/>
                  </a:lnTo>
                  <a:lnTo>
                    <a:pt x="6726343" y="841818"/>
                  </a:lnTo>
                  <a:lnTo>
                    <a:pt x="6727578" y="841806"/>
                  </a:lnTo>
                  <a:lnTo>
                    <a:pt x="6735681" y="841720"/>
                  </a:lnTo>
                  <a:lnTo>
                    <a:pt x="6756057" y="841482"/>
                  </a:lnTo>
                  <a:lnTo>
                    <a:pt x="6792359" y="841014"/>
                  </a:lnTo>
                  <a:lnTo>
                    <a:pt x="6846208" y="840244"/>
                  </a:lnTo>
                  <a:lnTo>
                    <a:pt x="6917078" y="839115"/>
                  </a:lnTo>
                  <a:lnTo>
                    <a:pt x="7002512" y="837589"/>
                  </a:lnTo>
                  <a:lnTo>
                    <a:pt x="7098702" y="835649"/>
                  </a:lnTo>
                  <a:lnTo>
                    <a:pt x="7201239" y="833295"/>
                  </a:lnTo>
                  <a:lnTo>
                    <a:pt x="7305850" y="830533"/>
                  </a:lnTo>
                  <a:lnTo>
                    <a:pt x="7408922" y="827374"/>
                  </a:lnTo>
                  <a:lnTo>
                    <a:pt x="7507769" y="823819"/>
                  </a:lnTo>
                  <a:lnTo>
                    <a:pt x="7600664" y="819858"/>
                  </a:lnTo>
                  <a:lnTo>
                    <a:pt x="7686724" y="815468"/>
                  </a:lnTo>
                  <a:lnTo>
                    <a:pt x="7765732" y="810609"/>
                  </a:lnTo>
                  <a:lnTo>
                    <a:pt x="7837942" y="805226"/>
                  </a:lnTo>
                  <a:lnTo>
                    <a:pt x="7903919" y="799251"/>
                  </a:lnTo>
                  <a:lnTo>
                    <a:pt x="7964408" y="792604"/>
                  </a:lnTo>
                  <a:lnTo>
                    <a:pt x="8020243" y="785199"/>
                  </a:lnTo>
                  <a:lnTo>
                    <a:pt x="8072272" y="776954"/>
                  </a:lnTo>
                  <a:lnTo>
                    <a:pt x="8121311" y="767802"/>
                  </a:lnTo>
                  <a:lnTo>
                    <a:pt x="8151487" y="761451"/>
                  </a:lnTo>
                  <a:lnTo>
                    <a:pt x="8206198" y="748495"/>
                  </a:lnTo>
                  <a:lnTo>
                    <a:pt x="8259138" y="734157"/>
                  </a:lnTo>
                  <a:lnTo>
                    <a:pt x="8311010" y="718418"/>
                  </a:lnTo>
                  <a:lnTo>
                    <a:pt x="8362315" y="701313"/>
                  </a:lnTo>
                  <a:lnTo>
                    <a:pt x="8413397" y="682936"/>
                  </a:lnTo>
                  <a:lnTo>
                    <a:pt x="8464467" y="663442"/>
                  </a:lnTo>
                  <a:lnTo>
                    <a:pt x="8515627" y="643049"/>
                  </a:lnTo>
                  <a:lnTo>
                    <a:pt x="8566896" y="622023"/>
                  </a:lnTo>
                  <a:lnTo>
                    <a:pt x="8618234" y="600670"/>
                  </a:lnTo>
                  <a:lnTo>
                    <a:pt x="8669572" y="579319"/>
                  </a:lnTo>
                  <a:lnTo>
                    <a:pt x="8720840" y="558294"/>
                  </a:lnTo>
                  <a:lnTo>
                    <a:pt x="8772000" y="537904"/>
                  </a:lnTo>
                  <a:lnTo>
                    <a:pt x="8823069" y="518415"/>
                  </a:lnTo>
                  <a:lnTo>
                    <a:pt x="8874152" y="500043"/>
                  </a:lnTo>
                  <a:lnTo>
                    <a:pt x="8925458" y="482943"/>
                  </a:lnTo>
                  <a:lnTo>
                    <a:pt x="8977333" y="467210"/>
                  </a:lnTo>
                  <a:lnTo>
                    <a:pt x="9030279" y="452878"/>
                  </a:lnTo>
                  <a:lnTo>
                    <a:pt x="9084767" y="439979"/>
                  </a:lnTo>
                  <a:lnTo>
                    <a:pt x="9132277" y="430231"/>
                  </a:lnTo>
                  <a:lnTo>
                    <a:pt x="9182302" y="421410"/>
                  </a:lnTo>
                  <a:lnTo>
                    <a:pt x="9235603" y="413475"/>
                  </a:lnTo>
                  <a:lnTo>
                    <a:pt x="9293012" y="406353"/>
                  </a:lnTo>
                  <a:lnTo>
                    <a:pt x="9355382" y="399958"/>
                  </a:lnTo>
                  <a:lnTo>
                    <a:pt x="9423521" y="394204"/>
                  </a:lnTo>
                  <a:lnTo>
                    <a:pt x="9498123" y="389017"/>
                  </a:lnTo>
                  <a:lnTo>
                    <a:pt x="9579658" y="384332"/>
                  </a:lnTo>
                  <a:lnTo>
                    <a:pt x="9668231" y="380100"/>
                  </a:lnTo>
                  <a:lnTo>
                    <a:pt x="9763408" y="376287"/>
                  </a:lnTo>
                  <a:lnTo>
                    <a:pt x="9864021" y="372874"/>
                  </a:lnTo>
                  <a:lnTo>
                    <a:pt x="9968007" y="369857"/>
                  </a:lnTo>
                  <a:lnTo>
                    <a:pt x="10072332" y="367241"/>
                  </a:lnTo>
                  <a:lnTo>
                    <a:pt x="10173099" y="365035"/>
                  </a:lnTo>
                  <a:lnTo>
                    <a:pt x="10265915" y="363245"/>
                  </a:lnTo>
                  <a:lnTo>
                    <a:pt x="10346497" y="361865"/>
                  </a:lnTo>
                  <a:lnTo>
                    <a:pt x="10411438" y="360870"/>
                  </a:lnTo>
                  <a:lnTo>
                    <a:pt x="10458928" y="360216"/>
                  </a:lnTo>
                  <a:lnTo>
                    <a:pt x="10489206" y="359839"/>
                  </a:lnTo>
                  <a:lnTo>
                    <a:pt x="10504651" y="359665"/>
                  </a:lnTo>
                  <a:lnTo>
                    <a:pt x="10509580" y="359615"/>
                  </a:lnTo>
                  <a:lnTo>
                    <a:pt x="10509911" y="359611"/>
                  </a:lnTo>
                  <a:lnTo>
                    <a:pt x="11981298" y="359611"/>
                  </a:lnTo>
                  <a:lnTo>
                    <a:pt x="11981298" y="351438"/>
                  </a:lnTo>
                  <a:lnTo>
                    <a:pt x="10509911" y="351438"/>
                  </a:lnTo>
                  <a:lnTo>
                    <a:pt x="10508676" y="351450"/>
                  </a:lnTo>
                  <a:lnTo>
                    <a:pt x="10500572" y="351537"/>
                  </a:lnTo>
                  <a:lnTo>
                    <a:pt x="10480196" y="351775"/>
                  </a:lnTo>
                  <a:lnTo>
                    <a:pt x="10443895" y="352243"/>
                  </a:lnTo>
                  <a:lnTo>
                    <a:pt x="10390045" y="353013"/>
                  </a:lnTo>
                  <a:lnTo>
                    <a:pt x="10319176" y="354142"/>
                  </a:lnTo>
                  <a:lnTo>
                    <a:pt x="10233741" y="355668"/>
                  </a:lnTo>
                  <a:lnTo>
                    <a:pt x="10137551" y="357608"/>
                  </a:lnTo>
                  <a:lnTo>
                    <a:pt x="10035014" y="359962"/>
                  </a:lnTo>
                  <a:lnTo>
                    <a:pt x="9930403" y="362723"/>
                  </a:lnTo>
                  <a:lnTo>
                    <a:pt x="9827331" y="365883"/>
                  </a:lnTo>
                  <a:lnTo>
                    <a:pt x="9728484" y="369438"/>
                  </a:lnTo>
                  <a:lnTo>
                    <a:pt x="9635590" y="373399"/>
                  </a:lnTo>
                  <a:lnTo>
                    <a:pt x="9549529" y="377789"/>
                  </a:lnTo>
                  <a:lnTo>
                    <a:pt x="9470521" y="382648"/>
                  </a:lnTo>
                  <a:lnTo>
                    <a:pt x="9398311" y="388031"/>
                  </a:lnTo>
                  <a:lnTo>
                    <a:pt x="9332334" y="394006"/>
                  </a:lnTo>
                  <a:lnTo>
                    <a:pt x="9271845" y="400653"/>
                  </a:lnTo>
                  <a:lnTo>
                    <a:pt x="9216011" y="408057"/>
                  </a:lnTo>
                  <a:lnTo>
                    <a:pt x="9163981" y="416303"/>
                  </a:lnTo>
                  <a:lnTo>
                    <a:pt x="9114942" y="425455"/>
                  </a:lnTo>
                  <a:lnTo>
                    <a:pt x="9084767" y="431806"/>
                  </a:lnTo>
                  <a:lnTo>
                    <a:pt x="9030055" y="444761"/>
                  </a:lnTo>
                  <a:lnTo>
                    <a:pt x="8977115" y="459100"/>
                  </a:lnTo>
                  <a:lnTo>
                    <a:pt x="8925244" y="474839"/>
                  </a:lnTo>
                  <a:lnTo>
                    <a:pt x="8873938" y="491944"/>
                  </a:lnTo>
                  <a:lnTo>
                    <a:pt x="8822856" y="510321"/>
                  </a:lnTo>
                  <a:lnTo>
                    <a:pt x="8771787" y="529814"/>
                  </a:lnTo>
                  <a:lnTo>
                    <a:pt x="8720626" y="550208"/>
                  </a:lnTo>
                  <a:lnTo>
                    <a:pt x="8669358" y="571234"/>
                  </a:lnTo>
                  <a:lnTo>
                    <a:pt x="8618020" y="592587"/>
                  </a:lnTo>
                  <a:lnTo>
                    <a:pt x="8566682" y="613938"/>
                  </a:lnTo>
                  <a:lnTo>
                    <a:pt x="8515413" y="634962"/>
                  </a:lnTo>
                  <a:lnTo>
                    <a:pt x="8464254" y="655353"/>
                  </a:lnTo>
                  <a:lnTo>
                    <a:pt x="8413184" y="674842"/>
                  </a:lnTo>
                  <a:lnTo>
                    <a:pt x="8362102" y="693214"/>
                  </a:lnTo>
                  <a:lnTo>
                    <a:pt x="8310795" y="710313"/>
                  </a:lnTo>
                  <a:lnTo>
                    <a:pt x="8258920" y="726047"/>
                  </a:lnTo>
                  <a:lnTo>
                    <a:pt x="8205974" y="740379"/>
                  </a:lnTo>
                  <a:lnTo>
                    <a:pt x="8151487" y="753278"/>
                  </a:lnTo>
                  <a:lnTo>
                    <a:pt x="8103976" y="763026"/>
                  </a:lnTo>
                  <a:lnTo>
                    <a:pt x="8053951" y="771847"/>
                  </a:lnTo>
                  <a:lnTo>
                    <a:pt x="8000651" y="779781"/>
                  </a:lnTo>
                  <a:lnTo>
                    <a:pt x="7943241" y="786904"/>
                  </a:lnTo>
                  <a:lnTo>
                    <a:pt x="7880872" y="793299"/>
                  </a:lnTo>
                  <a:lnTo>
                    <a:pt x="7812732" y="799053"/>
                  </a:lnTo>
                  <a:lnTo>
                    <a:pt x="7738130" y="804240"/>
                  </a:lnTo>
                  <a:lnTo>
                    <a:pt x="7656595" y="808925"/>
                  </a:lnTo>
                  <a:lnTo>
                    <a:pt x="7568022" y="813157"/>
                  </a:lnTo>
                  <a:lnTo>
                    <a:pt x="7472845" y="816970"/>
                  </a:lnTo>
                  <a:lnTo>
                    <a:pt x="7372232" y="820382"/>
                  </a:lnTo>
                  <a:lnTo>
                    <a:pt x="7268246" y="823399"/>
                  </a:lnTo>
                  <a:lnTo>
                    <a:pt x="7163922" y="826015"/>
                  </a:lnTo>
                  <a:lnTo>
                    <a:pt x="7063154" y="828221"/>
                  </a:lnTo>
                  <a:lnTo>
                    <a:pt x="6970338" y="830012"/>
                  </a:lnTo>
                  <a:lnTo>
                    <a:pt x="6889757" y="831392"/>
                  </a:lnTo>
                  <a:lnTo>
                    <a:pt x="6824815" y="832387"/>
                  </a:lnTo>
                  <a:lnTo>
                    <a:pt x="6777325" y="833041"/>
                  </a:lnTo>
                  <a:lnTo>
                    <a:pt x="6747047" y="833417"/>
                  </a:lnTo>
                  <a:lnTo>
                    <a:pt x="6731602" y="833591"/>
                  </a:lnTo>
                  <a:lnTo>
                    <a:pt x="6726674" y="833642"/>
                  </a:lnTo>
                  <a:lnTo>
                    <a:pt x="6726343" y="833645"/>
                  </a:lnTo>
                  <a:lnTo>
                    <a:pt x="5254955" y="833645"/>
                  </a:lnTo>
                  <a:lnTo>
                    <a:pt x="5253726" y="833625"/>
                  </a:lnTo>
                  <a:lnTo>
                    <a:pt x="5245659" y="833476"/>
                  </a:lnTo>
                  <a:lnTo>
                    <a:pt x="5225372" y="833067"/>
                  </a:lnTo>
                  <a:lnTo>
                    <a:pt x="5189221" y="832262"/>
                  </a:lnTo>
                  <a:lnTo>
                    <a:pt x="5135581" y="830936"/>
                  </a:lnTo>
                  <a:lnTo>
                    <a:pt x="5064961" y="828993"/>
                  </a:lnTo>
                  <a:lnTo>
                    <a:pt x="4979791" y="826366"/>
                  </a:lnTo>
                  <a:lnTo>
                    <a:pt x="4883853" y="823026"/>
                  </a:lnTo>
                  <a:lnTo>
                    <a:pt x="4781531" y="818972"/>
                  </a:lnTo>
                  <a:lnTo>
                    <a:pt x="4677086" y="814216"/>
                  </a:lnTo>
                  <a:lnTo>
                    <a:pt x="4574126" y="808774"/>
                  </a:lnTo>
                  <a:lnTo>
                    <a:pt x="4475340" y="802650"/>
                  </a:lnTo>
                  <a:lnTo>
                    <a:pt x="4382463" y="795827"/>
                  </a:lnTo>
                  <a:lnTo>
                    <a:pt x="4296389" y="788265"/>
                  </a:lnTo>
                  <a:lnTo>
                    <a:pt x="4217346" y="779897"/>
                  </a:lnTo>
                  <a:lnTo>
                    <a:pt x="4145090" y="770630"/>
                  </a:lnTo>
                  <a:lnTo>
                    <a:pt x="4079065" y="760345"/>
                  </a:lnTo>
                  <a:lnTo>
                    <a:pt x="4018531" y="748905"/>
                  </a:lnTo>
                  <a:lnTo>
                    <a:pt x="3962661" y="736164"/>
                  </a:lnTo>
                  <a:lnTo>
                    <a:pt x="3910609" y="721977"/>
                  </a:lnTo>
                  <a:lnTo>
                    <a:pt x="3861564" y="706232"/>
                  </a:lnTo>
                  <a:lnTo>
                    <a:pt x="3829811" y="694704"/>
                  </a:lnTo>
                  <a:lnTo>
                    <a:pt x="3777610" y="673406"/>
                  </a:lnTo>
                  <a:lnTo>
                    <a:pt x="3727052" y="649938"/>
                  </a:lnTo>
                  <a:lnTo>
                    <a:pt x="3677515" y="624268"/>
                  </a:lnTo>
                  <a:lnTo>
                    <a:pt x="3628546" y="596437"/>
                  </a:lnTo>
                  <a:lnTo>
                    <a:pt x="3579827" y="566573"/>
                  </a:lnTo>
                  <a:lnTo>
                    <a:pt x="3531154" y="534889"/>
                  </a:lnTo>
                  <a:lnTo>
                    <a:pt x="3482416" y="501685"/>
                  </a:lnTo>
                  <a:lnTo>
                    <a:pt x="3433576" y="467342"/>
                  </a:lnTo>
                  <a:lnTo>
                    <a:pt x="3384656" y="432301"/>
                  </a:lnTo>
                  <a:lnTo>
                    <a:pt x="3335708" y="397042"/>
                  </a:lnTo>
                  <a:lnTo>
                    <a:pt x="3286795" y="362061"/>
                  </a:lnTo>
                  <a:lnTo>
                    <a:pt x="3237968" y="327834"/>
                  </a:lnTo>
                  <a:lnTo>
                    <a:pt x="3189240" y="294797"/>
                  </a:lnTo>
                  <a:lnTo>
                    <a:pt x="3140569" y="263321"/>
                  </a:lnTo>
                  <a:lnTo>
                    <a:pt x="3091833" y="233696"/>
                  </a:lnTo>
                  <a:lnTo>
                    <a:pt x="3042814" y="206124"/>
                  </a:lnTo>
                  <a:lnTo>
                    <a:pt x="2993180" y="180722"/>
                  </a:lnTo>
                  <a:lnTo>
                    <a:pt x="2942458" y="157522"/>
                  </a:lnTo>
                  <a:lnTo>
                    <a:pt x="2896531" y="138940"/>
                  </a:lnTo>
                  <a:lnTo>
                    <a:pt x="2849097" y="122112"/>
                  </a:lnTo>
                  <a:lnTo>
                    <a:pt x="2799158" y="106883"/>
                  </a:lnTo>
                  <a:lnTo>
                    <a:pt x="2745955" y="93182"/>
                  </a:lnTo>
                  <a:lnTo>
                    <a:pt x="2688661" y="80880"/>
                  </a:lnTo>
                  <a:lnTo>
                    <a:pt x="2626427" y="69833"/>
                  </a:lnTo>
                  <a:lnTo>
                    <a:pt x="2558448" y="59893"/>
                  </a:lnTo>
                  <a:lnTo>
                    <a:pt x="2484032" y="50930"/>
                  </a:lnTo>
                  <a:lnTo>
                    <a:pt x="2402708" y="42833"/>
                  </a:lnTo>
                  <a:lnTo>
                    <a:pt x="2314366" y="35518"/>
                  </a:lnTo>
                  <a:lnTo>
                    <a:pt x="2219430" y="28926"/>
                  </a:lnTo>
                  <a:lnTo>
                    <a:pt x="2119050" y="23025"/>
                  </a:lnTo>
                  <a:lnTo>
                    <a:pt x="2015264" y="17805"/>
                  </a:lnTo>
                  <a:lnTo>
                    <a:pt x="1911074" y="13275"/>
                  </a:lnTo>
                  <a:lnTo>
                    <a:pt x="1810344" y="9452"/>
                  </a:lnTo>
                  <a:lnTo>
                    <a:pt x="1717443" y="6346"/>
                  </a:lnTo>
                  <a:lnTo>
                    <a:pt x="1636645" y="3947"/>
                  </a:lnTo>
                  <a:lnTo>
                    <a:pt x="1571370" y="2213"/>
                  </a:lnTo>
                  <a:lnTo>
                    <a:pt x="1523469" y="1070"/>
                  </a:lnTo>
                  <a:lnTo>
                    <a:pt x="1492764" y="407"/>
                  </a:lnTo>
                  <a:lnTo>
                    <a:pt x="1476944" y="98"/>
                  </a:lnTo>
                  <a:lnTo>
                    <a:pt x="1471771" y="6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558" name="pl558"/>
            <p:cNvSpPr/>
            <p:nvPr/>
          </p:nvSpPr>
          <p:spPr>
            <a:xfrm>
              <a:off x="4799595" y="3459592"/>
              <a:ext cx="11981298" cy="833645"/>
            </a:xfrm>
            <a:custGeom>
              <a:avLst/>
              <a:pathLst>
                <a:path w="11981298" h="833645">
                  <a:moveTo>
                    <a:pt x="0" y="0"/>
                  </a:moveTo>
                  <a:lnTo>
                    <a:pt x="1471387" y="0"/>
                  </a:lnTo>
                  <a:lnTo>
                    <a:pt x="1472616" y="20"/>
                  </a:lnTo>
                  <a:lnTo>
                    <a:pt x="1480683" y="168"/>
                  </a:lnTo>
                  <a:lnTo>
                    <a:pt x="1500970" y="578"/>
                  </a:lnTo>
                  <a:lnTo>
                    <a:pt x="1537121" y="1383"/>
                  </a:lnTo>
                  <a:lnTo>
                    <a:pt x="1590762" y="2708"/>
                  </a:lnTo>
                  <a:lnTo>
                    <a:pt x="1661381" y="4652"/>
                  </a:lnTo>
                  <a:lnTo>
                    <a:pt x="1746552" y="7279"/>
                  </a:lnTo>
                  <a:lnTo>
                    <a:pt x="1842489" y="10618"/>
                  </a:lnTo>
                  <a:lnTo>
                    <a:pt x="1944811" y="14673"/>
                  </a:lnTo>
                  <a:lnTo>
                    <a:pt x="2049256" y="19429"/>
                  </a:lnTo>
                  <a:lnTo>
                    <a:pt x="2152216" y="24871"/>
                  </a:lnTo>
                  <a:lnTo>
                    <a:pt x="2251002" y="30995"/>
                  </a:lnTo>
                  <a:lnTo>
                    <a:pt x="2343879" y="37818"/>
                  </a:lnTo>
                  <a:lnTo>
                    <a:pt x="2429953" y="45380"/>
                  </a:lnTo>
                  <a:lnTo>
                    <a:pt x="2508996" y="53747"/>
                  </a:lnTo>
                  <a:lnTo>
                    <a:pt x="2581252" y="63015"/>
                  </a:lnTo>
                  <a:lnTo>
                    <a:pt x="2647278" y="73300"/>
                  </a:lnTo>
                  <a:lnTo>
                    <a:pt x="2707811" y="84740"/>
                  </a:lnTo>
                  <a:lnTo>
                    <a:pt x="2763681" y="97481"/>
                  </a:lnTo>
                  <a:lnTo>
                    <a:pt x="2815733" y="111667"/>
                  </a:lnTo>
                  <a:lnTo>
                    <a:pt x="2864778" y="127413"/>
                  </a:lnTo>
                  <a:lnTo>
                    <a:pt x="2896531" y="138940"/>
                  </a:lnTo>
                  <a:lnTo>
                    <a:pt x="2948732" y="160239"/>
                  </a:lnTo>
                  <a:lnTo>
                    <a:pt x="2999290" y="183707"/>
                  </a:lnTo>
                  <a:lnTo>
                    <a:pt x="3048827" y="209377"/>
                  </a:lnTo>
                  <a:lnTo>
                    <a:pt x="3097796" y="237208"/>
                  </a:lnTo>
                  <a:lnTo>
                    <a:pt x="3146515" y="267072"/>
                  </a:lnTo>
                  <a:lnTo>
                    <a:pt x="3195188" y="298756"/>
                  </a:lnTo>
                  <a:lnTo>
                    <a:pt x="3243926" y="331959"/>
                  </a:lnTo>
                  <a:lnTo>
                    <a:pt x="3292766" y="366303"/>
                  </a:lnTo>
                  <a:lnTo>
                    <a:pt x="3341686" y="401344"/>
                  </a:lnTo>
                  <a:lnTo>
                    <a:pt x="3390635" y="436603"/>
                  </a:lnTo>
                  <a:lnTo>
                    <a:pt x="3439547" y="471584"/>
                  </a:lnTo>
                  <a:lnTo>
                    <a:pt x="3488374" y="505811"/>
                  </a:lnTo>
                  <a:lnTo>
                    <a:pt x="3537102" y="538847"/>
                  </a:lnTo>
                  <a:lnTo>
                    <a:pt x="3585773" y="570324"/>
                  </a:lnTo>
                  <a:lnTo>
                    <a:pt x="3634509" y="599949"/>
                  </a:lnTo>
                  <a:lnTo>
                    <a:pt x="3683528" y="627521"/>
                  </a:lnTo>
                  <a:lnTo>
                    <a:pt x="3733162" y="652923"/>
                  </a:lnTo>
                  <a:lnTo>
                    <a:pt x="3783884" y="676123"/>
                  </a:lnTo>
                  <a:lnTo>
                    <a:pt x="3829811" y="694704"/>
                  </a:lnTo>
                  <a:lnTo>
                    <a:pt x="3877245" y="711533"/>
                  </a:lnTo>
                  <a:lnTo>
                    <a:pt x="3927185" y="726762"/>
                  </a:lnTo>
                  <a:lnTo>
                    <a:pt x="3980387" y="740463"/>
                  </a:lnTo>
                  <a:lnTo>
                    <a:pt x="4037682" y="752764"/>
                  </a:lnTo>
                  <a:lnTo>
                    <a:pt x="4099915" y="763812"/>
                  </a:lnTo>
                  <a:lnTo>
                    <a:pt x="4167894" y="773752"/>
                  </a:lnTo>
                  <a:lnTo>
                    <a:pt x="4242311" y="782715"/>
                  </a:lnTo>
                  <a:lnTo>
                    <a:pt x="4323635" y="790811"/>
                  </a:lnTo>
                  <a:lnTo>
                    <a:pt x="4411976" y="798126"/>
                  </a:lnTo>
                  <a:lnTo>
                    <a:pt x="4506912" y="804719"/>
                  </a:lnTo>
                  <a:lnTo>
                    <a:pt x="4607292" y="810620"/>
                  </a:lnTo>
                  <a:lnTo>
                    <a:pt x="4711079" y="815840"/>
                  </a:lnTo>
                  <a:lnTo>
                    <a:pt x="4815268" y="820369"/>
                  </a:lnTo>
                  <a:lnTo>
                    <a:pt x="4915998" y="824192"/>
                  </a:lnTo>
                  <a:lnTo>
                    <a:pt x="5008899" y="827299"/>
                  </a:lnTo>
                  <a:lnTo>
                    <a:pt x="5089697" y="829698"/>
                  </a:lnTo>
                  <a:lnTo>
                    <a:pt x="5154972" y="831431"/>
                  </a:lnTo>
                  <a:lnTo>
                    <a:pt x="5202873" y="832575"/>
                  </a:lnTo>
                  <a:lnTo>
                    <a:pt x="5233578" y="833237"/>
                  </a:lnTo>
                  <a:lnTo>
                    <a:pt x="5249398" y="833547"/>
                  </a:lnTo>
                  <a:lnTo>
                    <a:pt x="5254571" y="833639"/>
                  </a:lnTo>
                  <a:lnTo>
                    <a:pt x="5254955" y="833645"/>
                  </a:lnTo>
                  <a:lnTo>
                    <a:pt x="6726343" y="833645"/>
                  </a:lnTo>
                  <a:lnTo>
                    <a:pt x="6727578" y="833633"/>
                  </a:lnTo>
                  <a:lnTo>
                    <a:pt x="6735681" y="833547"/>
                  </a:lnTo>
                  <a:lnTo>
                    <a:pt x="6756057" y="833309"/>
                  </a:lnTo>
                  <a:lnTo>
                    <a:pt x="6792359" y="832841"/>
                  </a:lnTo>
                  <a:lnTo>
                    <a:pt x="6846208" y="832071"/>
                  </a:lnTo>
                  <a:lnTo>
                    <a:pt x="6917078" y="830942"/>
                  </a:lnTo>
                  <a:lnTo>
                    <a:pt x="7002512" y="829416"/>
                  </a:lnTo>
                  <a:lnTo>
                    <a:pt x="7098702" y="827476"/>
                  </a:lnTo>
                  <a:lnTo>
                    <a:pt x="7201239" y="825122"/>
                  </a:lnTo>
                  <a:lnTo>
                    <a:pt x="7305850" y="822360"/>
                  </a:lnTo>
                  <a:lnTo>
                    <a:pt x="7408922" y="819201"/>
                  </a:lnTo>
                  <a:lnTo>
                    <a:pt x="7507769" y="815646"/>
                  </a:lnTo>
                  <a:lnTo>
                    <a:pt x="7600664" y="811685"/>
                  </a:lnTo>
                  <a:lnTo>
                    <a:pt x="7686724" y="807295"/>
                  </a:lnTo>
                  <a:lnTo>
                    <a:pt x="7765732" y="802436"/>
                  </a:lnTo>
                  <a:lnTo>
                    <a:pt x="7837942" y="797053"/>
                  </a:lnTo>
                  <a:lnTo>
                    <a:pt x="7903919" y="791078"/>
                  </a:lnTo>
                  <a:lnTo>
                    <a:pt x="7964408" y="784431"/>
                  </a:lnTo>
                  <a:lnTo>
                    <a:pt x="8020243" y="777026"/>
                  </a:lnTo>
                  <a:lnTo>
                    <a:pt x="8072272" y="768781"/>
                  </a:lnTo>
                  <a:lnTo>
                    <a:pt x="8121311" y="759629"/>
                  </a:lnTo>
                  <a:lnTo>
                    <a:pt x="8151487" y="753278"/>
                  </a:lnTo>
                  <a:lnTo>
                    <a:pt x="8206198" y="740322"/>
                  </a:lnTo>
                  <a:lnTo>
                    <a:pt x="8259138" y="725984"/>
                  </a:lnTo>
                  <a:lnTo>
                    <a:pt x="8311010" y="710245"/>
                  </a:lnTo>
                  <a:lnTo>
                    <a:pt x="8362315" y="693140"/>
                  </a:lnTo>
                  <a:lnTo>
                    <a:pt x="8413397" y="674763"/>
                  </a:lnTo>
                  <a:lnTo>
                    <a:pt x="8464467" y="655269"/>
                  </a:lnTo>
                  <a:lnTo>
                    <a:pt x="8515627" y="634876"/>
                  </a:lnTo>
                  <a:lnTo>
                    <a:pt x="8566896" y="613850"/>
                  </a:lnTo>
                  <a:lnTo>
                    <a:pt x="8618234" y="592497"/>
                  </a:lnTo>
                  <a:lnTo>
                    <a:pt x="8669572" y="571146"/>
                  </a:lnTo>
                  <a:lnTo>
                    <a:pt x="8720840" y="550121"/>
                  </a:lnTo>
                  <a:lnTo>
                    <a:pt x="8772000" y="529731"/>
                  </a:lnTo>
                  <a:lnTo>
                    <a:pt x="8823069" y="510242"/>
                  </a:lnTo>
                  <a:lnTo>
                    <a:pt x="8874152" y="491870"/>
                  </a:lnTo>
                  <a:lnTo>
                    <a:pt x="8925458" y="474770"/>
                  </a:lnTo>
                  <a:lnTo>
                    <a:pt x="8977333" y="459037"/>
                  </a:lnTo>
                  <a:lnTo>
                    <a:pt x="9030279" y="444705"/>
                  </a:lnTo>
                  <a:lnTo>
                    <a:pt x="9084767" y="431806"/>
                  </a:lnTo>
                  <a:lnTo>
                    <a:pt x="9132277" y="422058"/>
                  </a:lnTo>
                  <a:lnTo>
                    <a:pt x="9182302" y="413237"/>
                  </a:lnTo>
                  <a:lnTo>
                    <a:pt x="9235603" y="405302"/>
                  </a:lnTo>
                  <a:lnTo>
                    <a:pt x="9293012" y="398180"/>
                  </a:lnTo>
                  <a:lnTo>
                    <a:pt x="9355382" y="391785"/>
                  </a:lnTo>
                  <a:lnTo>
                    <a:pt x="9423521" y="386031"/>
                  </a:lnTo>
                  <a:lnTo>
                    <a:pt x="9498123" y="380844"/>
                  </a:lnTo>
                  <a:lnTo>
                    <a:pt x="9579658" y="376159"/>
                  </a:lnTo>
                  <a:lnTo>
                    <a:pt x="9668231" y="371927"/>
                  </a:lnTo>
                  <a:lnTo>
                    <a:pt x="9763408" y="368114"/>
                  </a:lnTo>
                  <a:lnTo>
                    <a:pt x="9864021" y="364701"/>
                  </a:lnTo>
                  <a:lnTo>
                    <a:pt x="9968007" y="361684"/>
                  </a:lnTo>
                  <a:lnTo>
                    <a:pt x="10072332" y="359068"/>
                  </a:lnTo>
                  <a:lnTo>
                    <a:pt x="10173099" y="356862"/>
                  </a:lnTo>
                  <a:lnTo>
                    <a:pt x="10265915" y="355072"/>
                  </a:lnTo>
                  <a:lnTo>
                    <a:pt x="10346497" y="353692"/>
                  </a:lnTo>
                  <a:lnTo>
                    <a:pt x="10411438" y="352697"/>
                  </a:lnTo>
                  <a:lnTo>
                    <a:pt x="10458928" y="352043"/>
                  </a:lnTo>
                  <a:lnTo>
                    <a:pt x="10489206" y="351666"/>
                  </a:lnTo>
                  <a:lnTo>
                    <a:pt x="10504651" y="351492"/>
                  </a:lnTo>
                  <a:lnTo>
                    <a:pt x="10509580" y="351442"/>
                  </a:lnTo>
                  <a:lnTo>
                    <a:pt x="10509911" y="351438"/>
                  </a:lnTo>
                  <a:lnTo>
                    <a:pt x="11981298" y="35143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59" name="pl559"/>
            <p:cNvSpPr/>
            <p:nvPr/>
          </p:nvSpPr>
          <p:spPr>
            <a:xfrm>
              <a:off x="4799595" y="3451419"/>
              <a:ext cx="11981298" cy="833645"/>
            </a:xfrm>
            <a:custGeom>
              <a:avLst/>
              <a:pathLst>
                <a:path w="11981298" h="833645">
                  <a:moveTo>
                    <a:pt x="11981298" y="351438"/>
                  </a:moveTo>
                  <a:lnTo>
                    <a:pt x="10509911" y="351438"/>
                  </a:lnTo>
                  <a:lnTo>
                    <a:pt x="10508676" y="351450"/>
                  </a:lnTo>
                  <a:lnTo>
                    <a:pt x="10500572" y="351537"/>
                  </a:lnTo>
                  <a:lnTo>
                    <a:pt x="10480196" y="351775"/>
                  </a:lnTo>
                  <a:lnTo>
                    <a:pt x="10443895" y="352243"/>
                  </a:lnTo>
                  <a:lnTo>
                    <a:pt x="10390045" y="353013"/>
                  </a:lnTo>
                  <a:lnTo>
                    <a:pt x="10319176" y="354142"/>
                  </a:lnTo>
                  <a:lnTo>
                    <a:pt x="10233741" y="355668"/>
                  </a:lnTo>
                  <a:lnTo>
                    <a:pt x="10137551" y="357608"/>
                  </a:lnTo>
                  <a:lnTo>
                    <a:pt x="10035014" y="359962"/>
                  </a:lnTo>
                  <a:lnTo>
                    <a:pt x="9930403" y="362723"/>
                  </a:lnTo>
                  <a:lnTo>
                    <a:pt x="9827331" y="365883"/>
                  </a:lnTo>
                  <a:lnTo>
                    <a:pt x="9728484" y="369438"/>
                  </a:lnTo>
                  <a:lnTo>
                    <a:pt x="9635590" y="373399"/>
                  </a:lnTo>
                  <a:lnTo>
                    <a:pt x="9549529" y="377789"/>
                  </a:lnTo>
                  <a:lnTo>
                    <a:pt x="9470521" y="382648"/>
                  </a:lnTo>
                  <a:lnTo>
                    <a:pt x="9398311" y="388031"/>
                  </a:lnTo>
                  <a:lnTo>
                    <a:pt x="9332334" y="394006"/>
                  </a:lnTo>
                  <a:lnTo>
                    <a:pt x="9271845" y="400653"/>
                  </a:lnTo>
                  <a:lnTo>
                    <a:pt x="9216011" y="408057"/>
                  </a:lnTo>
                  <a:lnTo>
                    <a:pt x="9163981" y="416303"/>
                  </a:lnTo>
                  <a:lnTo>
                    <a:pt x="9114942" y="425455"/>
                  </a:lnTo>
                  <a:lnTo>
                    <a:pt x="9084767" y="431806"/>
                  </a:lnTo>
                  <a:lnTo>
                    <a:pt x="9030055" y="444761"/>
                  </a:lnTo>
                  <a:lnTo>
                    <a:pt x="8977115" y="459100"/>
                  </a:lnTo>
                  <a:lnTo>
                    <a:pt x="8925244" y="474839"/>
                  </a:lnTo>
                  <a:lnTo>
                    <a:pt x="8873938" y="491944"/>
                  </a:lnTo>
                  <a:lnTo>
                    <a:pt x="8822856" y="510321"/>
                  </a:lnTo>
                  <a:lnTo>
                    <a:pt x="8771787" y="529814"/>
                  </a:lnTo>
                  <a:lnTo>
                    <a:pt x="8720626" y="550208"/>
                  </a:lnTo>
                  <a:lnTo>
                    <a:pt x="8669358" y="571234"/>
                  </a:lnTo>
                  <a:lnTo>
                    <a:pt x="8618020" y="592587"/>
                  </a:lnTo>
                  <a:lnTo>
                    <a:pt x="8566682" y="613938"/>
                  </a:lnTo>
                  <a:lnTo>
                    <a:pt x="8515413" y="634962"/>
                  </a:lnTo>
                  <a:lnTo>
                    <a:pt x="8464254" y="655353"/>
                  </a:lnTo>
                  <a:lnTo>
                    <a:pt x="8413184" y="674842"/>
                  </a:lnTo>
                  <a:lnTo>
                    <a:pt x="8362102" y="693214"/>
                  </a:lnTo>
                  <a:lnTo>
                    <a:pt x="8310795" y="710313"/>
                  </a:lnTo>
                  <a:lnTo>
                    <a:pt x="8258920" y="726047"/>
                  </a:lnTo>
                  <a:lnTo>
                    <a:pt x="8205974" y="740379"/>
                  </a:lnTo>
                  <a:lnTo>
                    <a:pt x="8151487" y="753278"/>
                  </a:lnTo>
                  <a:lnTo>
                    <a:pt x="8103976" y="763026"/>
                  </a:lnTo>
                  <a:lnTo>
                    <a:pt x="8053951" y="771847"/>
                  </a:lnTo>
                  <a:lnTo>
                    <a:pt x="8000651" y="779781"/>
                  </a:lnTo>
                  <a:lnTo>
                    <a:pt x="7943241" y="786904"/>
                  </a:lnTo>
                  <a:lnTo>
                    <a:pt x="7880872" y="793299"/>
                  </a:lnTo>
                  <a:lnTo>
                    <a:pt x="7812732" y="799053"/>
                  </a:lnTo>
                  <a:lnTo>
                    <a:pt x="7738130" y="804240"/>
                  </a:lnTo>
                  <a:lnTo>
                    <a:pt x="7656595" y="808925"/>
                  </a:lnTo>
                  <a:lnTo>
                    <a:pt x="7568022" y="813157"/>
                  </a:lnTo>
                  <a:lnTo>
                    <a:pt x="7472845" y="816970"/>
                  </a:lnTo>
                  <a:lnTo>
                    <a:pt x="7372232" y="820382"/>
                  </a:lnTo>
                  <a:lnTo>
                    <a:pt x="7268246" y="823399"/>
                  </a:lnTo>
                  <a:lnTo>
                    <a:pt x="7163922" y="826015"/>
                  </a:lnTo>
                  <a:lnTo>
                    <a:pt x="7063154" y="828221"/>
                  </a:lnTo>
                  <a:lnTo>
                    <a:pt x="6970338" y="830012"/>
                  </a:lnTo>
                  <a:lnTo>
                    <a:pt x="6889757" y="831392"/>
                  </a:lnTo>
                  <a:lnTo>
                    <a:pt x="6824815" y="832387"/>
                  </a:lnTo>
                  <a:lnTo>
                    <a:pt x="6777325" y="833041"/>
                  </a:lnTo>
                  <a:lnTo>
                    <a:pt x="6747047" y="833417"/>
                  </a:lnTo>
                  <a:lnTo>
                    <a:pt x="6731602" y="833591"/>
                  </a:lnTo>
                  <a:lnTo>
                    <a:pt x="6726674" y="833642"/>
                  </a:lnTo>
                  <a:lnTo>
                    <a:pt x="6726343" y="833645"/>
                  </a:lnTo>
                  <a:lnTo>
                    <a:pt x="5254955" y="833645"/>
                  </a:lnTo>
                  <a:lnTo>
                    <a:pt x="5253726" y="833625"/>
                  </a:lnTo>
                  <a:lnTo>
                    <a:pt x="5245659" y="833476"/>
                  </a:lnTo>
                  <a:lnTo>
                    <a:pt x="5225372" y="833067"/>
                  </a:lnTo>
                  <a:lnTo>
                    <a:pt x="5189221" y="832262"/>
                  </a:lnTo>
                  <a:lnTo>
                    <a:pt x="5135581" y="830936"/>
                  </a:lnTo>
                  <a:lnTo>
                    <a:pt x="5064961" y="828993"/>
                  </a:lnTo>
                  <a:lnTo>
                    <a:pt x="4979791" y="826366"/>
                  </a:lnTo>
                  <a:lnTo>
                    <a:pt x="4883853" y="823026"/>
                  </a:lnTo>
                  <a:lnTo>
                    <a:pt x="4781531" y="818972"/>
                  </a:lnTo>
                  <a:lnTo>
                    <a:pt x="4677086" y="814216"/>
                  </a:lnTo>
                  <a:lnTo>
                    <a:pt x="4574126" y="808774"/>
                  </a:lnTo>
                  <a:lnTo>
                    <a:pt x="4475340" y="802650"/>
                  </a:lnTo>
                  <a:lnTo>
                    <a:pt x="4382463" y="795827"/>
                  </a:lnTo>
                  <a:lnTo>
                    <a:pt x="4296389" y="788265"/>
                  </a:lnTo>
                  <a:lnTo>
                    <a:pt x="4217346" y="779897"/>
                  </a:lnTo>
                  <a:lnTo>
                    <a:pt x="4145090" y="770630"/>
                  </a:lnTo>
                  <a:lnTo>
                    <a:pt x="4079065" y="760345"/>
                  </a:lnTo>
                  <a:lnTo>
                    <a:pt x="4018531" y="748905"/>
                  </a:lnTo>
                  <a:lnTo>
                    <a:pt x="3962661" y="736164"/>
                  </a:lnTo>
                  <a:lnTo>
                    <a:pt x="3910609" y="721977"/>
                  </a:lnTo>
                  <a:lnTo>
                    <a:pt x="3861564" y="706232"/>
                  </a:lnTo>
                  <a:lnTo>
                    <a:pt x="3829811" y="694704"/>
                  </a:lnTo>
                  <a:lnTo>
                    <a:pt x="3777610" y="673406"/>
                  </a:lnTo>
                  <a:lnTo>
                    <a:pt x="3727052" y="649938"/>
                  </a:lnTo>
                  <a:lnTo>
                    <a:pt x="3677515" y="624268"/>
                  </a:lnTo>
                  <a:lnTo>
                    <a:pt x="3628546" y="596437"/>
                  </a:lnTo>
                  <a:lnTo>
                    <a:pt x="3579827" y="566573"/>
                  </a:lnTo>
                  <a:lnTo>
                    <a:pt x="3531154" y="534889"/>
                  </a:lnTo>
                  <a:lnTo>
                    <a:pt x="3482416" y="501685"/>
                  </a:lnTo>
                  <a:lnTo>
                    <a:pt x="3433576" y="467342"/>
                  </a:lnTo>
                  <a:lnTo>
                    <a:pt x="3384656" y="432301"/>
                  </a:lnTo>
                  <a:lnTo>
                    <a:pt x="3335708" y="397042"/>
                  </a:lnTo>
                  <a:lnTo>
                    <a:pt x="3286795" y="362061"/>
                  </a:lnTo>
                  <a:lnTo>
                    <a:pt x="3237968" y="327834"/>
                  </a:lnTo>
                  <a:lnTo>
                    <a:pt x="3189240" y="294797"/>
                  </a:lnTo>
                  <a:lnTo>
                    <a:pt x="3140569" y="263321"/>
                  </a:lnTo>
                  <a:lnTo>
                    <a:pt x="3091833" y="233696"/>
                  </a:lnTo>
                  <a:lnTo>
                    <a:pt x="3042814" y="206124"/>
                  </a:lnTo>
                  <a:lnTo>
                    <a:pt x="2993180" y="180722"/>
                  </a:lnTo>
                  <a:lnTo>
                    <a:pt x="2942458" y="157522"/>
                  </a:lnTo>
                  <a:lnTo>
                    <a:pt x="2896531" y="138940"/>
                  </a:lnTo>
                  <a:lnTo>
                    <a:pt x="2849097" y="122112"/>
                  </a:lnTo>
                  <a:lnTo>
                    <a:pt x="2799158" y="106883"/>
                  </a:lnTo>
                  <a:lnTo>
                    <a:pt x="2745955" y="93182"/>
                  </a:lnTo>
                  <a:lnTo>
                    <a:pt x="2688661" y="80880"/>
                  </a:lnTo>
                  <a:lnTo>
                    <a:pt x="2626427" y="69833"/>
                  </a:lnTo>
                  <a:lnTo>
                    <a:pt x="2558448" y="59893"/>
                  </a:lnTo>
                  <a:lnTo>
                    <a:pt x="2484032" y="50930"/>
                  </a:lnTo>
                  <a:lnTo>
                    <a:pt x="2402708" y="42833"/>
                  </a:lnTo>
                  <a:lnTo>
                    <a:pt x="2314366" y="35518"/>
                  </a:lnTo>
                  <a:lnTo>
                    <a:pt x="2219430" y="28926"/>
                  </a:lnTo>
                  <a:lnTo>
                    <a:pt x="2119050" y="23025"/>
                  </a:lnTo>
                  <a:lnTo>
                    <a:pt x="2015264" y="17805"/>
                  </a:lnTo>
                  <a:lnTo>
                    <a:pt x="1911074" y="13275"/>
                  </a:lnTo>
                  <a:lnTo>
                    <a:pt x="1810344" y="9452"/>
                  </a:lnTo>
                  <a:lnTo>
                    <a:pt x="1717443" y="6346"/>
                  </a:lnTo>
                  <a:lnTo>
                    <a:pt x="1636645" y="3947"/>
                  </a:lnTo>
                  <a:lnTo>
                    <a:pt x="1571370" y="2213"/>
                  </a:lnTo>
                  <a:lnTo>
                    <a:pt x="1523469" y="1070"/>
                  </a:lnTo>
                  <a:lnTo>
                    <a:pt x="1492764" y="407"/>
                  </a:lnTo>
                  <a:lnTo>
                    <a:pt x="1476944" y="98"/>
                  </a:lnTo>
                  <a:lnTo>
                    <a:pt x="1471771" y="6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60" name="pg560"/>
            <p:cNvSpPr/>
            <p:nvPr/>
          </p:nvSpPr>
          <p:spPr>
            <a:xfrm>
              <a:off x="4799595" y="3459592"/>
              <a:ext cx="11981298" cy="849991"/>
            </a:xfrm>
            <a:custGeom>
              <a:avLst/>
              <a:pathLst>
                <a:path w="11981298" h="849991">
                  <a:moveTo>
                    <a:pt x="0" y="16345"/>
                  </a:moveTo>
                  <a:lnTo>
                    <a:pt x="1471387" y="16345"/>
                  </a:lnTo>
                  <a:lnTo>
                    <a:pt x="1472616" y="16366"/>
                  </a:lnTo>
                  <a:lnTo>
                    <a:pt x="1480683" y="16514"/>
                  </a:lnTo>
                  <a:lnTo>
                    <a:pt x="1500970" y="16924"/>
                  </a:lnTo>
                  <a:lnTo>
                    <a:pt x="1537121" y="17729"/>
                  </a:lnTo>
                  <a:lnTo>
                    <a:pt x="1590762" y="19054"/>
                  </a:lnTo>
                  <a:lnTo>
                    <a:pt x="1661381" y="20998"/>
                  </a:lnTo>
                  <a:lnTo>
                    <a:pt x="1746552" y="23625"/>
                  </a:lnTo>
                  <a:lnTo>
                    <a:pt x="1842489" y="26964"/>
                  </a:lnTo>
                  <a:lnTo>
                    <a:pt x="1944811" y="31019"/>
                  </a:lnTo>
                  <a:lnTo>
                    <a:pt x="2049256" y="35775"/>
                  </a:lnTo>
                  <a:lnTo>
                    <a:pt x="2152216" y="41217"/>
                  </a:lnTo>
                  <a:lnTo>
                    <a:pt x="2251002" y="47341"/>
                  </a:lnTo>
                  <a:lnTo>
                    <a:pt x="2343879" y="54164"/>
                  </a:lnTo>
                  <a:lnTo>
                    <a:pt x="2429953" y="61726"/>
                  </a:lnTo>
                  <a:lnTo>
                    <a:pt x="2508996" y="70093"/>
                  </a:lnTo>
                  <a:lnTo>
                    <a:pt x="2581252" y="79361"/>
                  </a:lnTo>
                  <a:lnTo>
                    <a:pt x="2647278" y="89646"/>
                  </a:lnTo>
                  <a:lnTo>
                    <a:pt x="2707811" y="101086"/>
                  </a:lnTo>
                  <a:lnTo>
                    <a:pt x="2763681" y="113827"/>
                  </a:lnTo>
                  <a:lnTo>
                    <a:pt x="2815733" y="128013"/>
                  </a:lnTo>
                  <a:lnTo>
                    <a:pt x="2864778" y="143759"/>
                  </a:lnTo>
                  <a:lnTo>
                    <a:pt x="2896531" y="155286"/>
                  </a:lnTo>
                  <a:lnTo>
                    <a:pt x="2948732" y="176585"/>
                  </a:lnTo>
                  <a:lnTo>
                    <a:pt x="2999290" y="200053"/>
                  </a:lnTo>
                  <a:lnTo>
                    <a:pt x="3048827" y="225723"/>
                  </a:lnTo>
                  <a:lnTo>
                    <a:pt x="3097796" y="253554"/>
                  </a:lnTo>
                  <a:lnTo>
                    <a:pt x="3146515" y="283418"/>
                  </a:lnTo>
                  <a:lnTo>
                    <a:pt x="3195188" y="315102"/>
                  </a:lnTo>
                  <a:lnTo>
                    <a:pt x="3243926" y="348305"/>
                  </a:lnTo>
                  <a:lnTo>
                    <a:pt x="3292766" y="382649"/>
                  </a:lnTo>
                  <a:lnTo>
                    <a:pt x="3341686" y="417690"/>
                  </a:lnTo>
                  <a:lnTo>
                    <a:pt x="3390635" y="452949"/>
                  </a:lnTo>
                  <a:lnTo>
                    <a:pt x="3439547" y="487930"/>
                  </a:lnTo>
                  <a:lnTo>
                    <a:pt x="3488374" y="522157"/>
                  </a:lnTo>
                  <a:lnTo>
                    <a:pt x="3537102" y="555193"/>
                  </a:lnTo>
                  <a:lnTo>
                    <a:pt x="3585773" y="586670"/>
                  </a:lnTo>
                  <a:lnTo>
                    <a:pt x="3634509" y="616295"/>
                  </a:lnTo>
                  <a:lnTo>
                    <a:pt x="3683528" y="643867"/>
                  </a:lnTo>
                  <a:lnTo>
                    <a:pt x="3733162" y="669269"/>
                  </a:lnTo>
                  <a:lnTo>
                    <a:pt x="3783884" y="692469"/>
                  </a:lnTo>
                  <a:lnTo>
                    <a:pt x="3829811" y="711050"/>
                  </a:lnTo>
                  <a:lnTo>
                    <a:pt x="3877245" y="727879"/>
                  </a:lnTo>
                  <a:lnTo>
                    <a:pt x="3927185" y="743108"/>
                  </a:lnTo>
                  <a:lnTo>
                    <a:pt x="3980387" y="756809"/>
                  </a:lnTo>
                  <a:lnTo>
                    <a:pt x="4037682" y="769110"/>
                  </a:lnTo>
                  <a:lnTo>
                    <a:pt x="4099915" y="780158"/>
                  </a:lnTo>
                  <a:lnTo>
                    <a:pt x="4167894" y="790098"/>
                  </a:lnTo>
                  <a:lnTo>
                    <a:pt x="4242311" y="799061"/>
                  </a:lnTo>
                  <a:lnTo>
                    <a:pt x="4323635" y="807157"/>
                  </a:lnTo>
                  <a:lnTo>
                    <a:pt x="4411976" y="814472"/>
                  </a:lnTo>
                  <a:lnTo>
                    <a:pt x="4506912" y="821065"/>
                  </a:lnTo>
                  <a:lnTo>
                    <a:pt x="4607292" y="826966"/>
                  </a:lnTo>
                  <a:lnTo>
                    <a:pt x="4711079" y="832186"/>
                  </a:lnTo>
                  <a:lnTo>
                    <a:pt x="4815268" y="836715"/>
                  </a:lnTo>
                  <a:lnTo>
                    <a:pt x="4915998" y="840538"/>
                  </a:lnTo>
                  <a:lnTo>
                    <a:pt x="5008899" y="843645"/>
                  </a:lnTo>
                  <a:lnTo>
                    <a:pt x="5089697" y="846044"/>
                  </a:lnTo>
                  <a:lnTo>
                    <a:pt x="5154972" y="847777"/>
                  </a:lnTo>
                  <a:lnTo>
                    <a:pt x="5202873" y="848921"/>
                  </a:lnTo>
                  <a:lnTo>
                    <a:pt x="5233578" y="849583"/>
                  </a:lnTo>
                  <a:lnTo>
                    <a:pt x="5249398" y="849893"/>
                  </a:lnTo>
                  <a:lnTo>
                    <a:pt x="5254571" y="849985"/>
                  </a:lnTo>
                  <a:lnTo>
                    <a:pt x="5254955" y="849991"/>
                  </a:lnTo>
                  <a:lnTo>
                    <a:pt x="6726343" y="849991"/>
                  </a:lnTo>
                  <a:lnTo>
                    <a:pt x="6727580" y="849985"/>
                  </a:lnTo>
                  <a:lnTo>
                    <a:pt x="6735697" y="849943"/>
                  </a:lnTo>
                  <a:lnTo>
                    <a:pt x="6756107" y="849826"/>
                  </a:lnTo>
                  <a:lnTo>
                    <a:pt x="6792467" y="849595"/>
                  </a:lnTo>
                  <a:lnTo>
                    <a:pt x="6846397" y="849216"/>
                  </a:lnTo>
                  <a:lnTo>
                    <a:pt x="6917362" y="848660"/>
                  </a:lnTo>
                  <a:lnTo>
                    <a:pt x="7002898" y="847909"/>
                  </a:lnTo>
                  <a:lnTo>
                    <a:pt x="7099184" y="846954"/>
                  </a:lnTo>
                  <a:lnTo>
                    <a:pt x="7201804" y="845795"/>
                  </a:lnTo>
                  <a:lnTo>
                    <a:pt x="7306478" y="844436"/>
                  </a:lnTo>
                  <a:lnTo>
                    <a:pt x="7409593" y="842881"/>
                  </a:lnTo>
                  <a:lnTo>
                    <a:pt x="7508463" y="841131"/>
                  </a:lnTo>
                  <a:lnTo>
                    <a:pt x="7601364" y="839181"/>
                  </a:lnTo>
                  <a:lnTo>
                    <a:pt x="7687419" y="837020"/>
                  </a:lnTo>
                  <a:lnTo>
                    <a:pt x="7766414" y="834628"/>
                  </a:lnTo>
                  <a:lnTo>
                    <a:pt x="7838606" y="831978"/>
                  </a:lnTo>
                  <a:lnTo>
                    <a:pt x="7904565" y="829037"/>
                  </a:lnTo>
                  <a:lnTo>
                    <a:pt x="7965037" y="825764"/>
                  </a:lnTo>
                  <a:lnTo>
                    <a:pt x="8020858" y="822118"/>
                  </a:lnTo>
                  <a:lnTo>
                    <a:pt x="8072879" y="818057"/>
                  </a:lnTo>
                  <a:lnTo>
                    <a:pt x="8121915" y="813550"/>
                  </a:lnTo>
                  <a:lnTo>
                    <a:pt x="8151487" y="810489"/>
                  </a:lnTo>
                  <a:lnTo>
                    <a:pt x="8207335" y="803978"/>
                  </a:lnTo>
                  <a:lnTo>
                    <a:pt x="8261354" y="796759"/>
                  </a:lnTo>
                  <a:lnTo>
                    <a:pt x="8314283" y="788822"/>
                  </a:lnTo>
                  <a:lnTo>
                    <a:pt x="8366649" y="780187"/>
                  </a:lnTo>
                  <a:lnTo>
                    <a:pt x="8418805" y="770906"/>
                  </a:lnTo>
                  <a:lnTo>
                    <a:pt x="8470964" y="761063"/>
                  </a:lnTo>
                  <a:lnTo>
                    <a:pt x="8523224" y="750775"/>
                  </a:lnTo>
                  <a:lnTo>
                    <a:pt x="8575594" y="740184"/>
                  </a:lnTo>
                  <a:lnTo>
                    <a:pt x="8628025" y="729455"/>
                  </a:lnTo>
                  <a:lnTo>
                    <a:pt x="8680441" y="718758"/>
                  </a:lnTo>
                  <a:lnTo>
                    <a:pt x="8732773" y="708263"/>
                  </a:lnTo>
                  <a:lnTo>
                    <a:pt x="8784989" y="698128"/>
                  </a:lnTo>
                  <a:lnTo>
                    <a:pt x="8837130" y="688485"/>
                  </a:lnTo>
                  <a:lnTo>
                    <a:pt x="8889333" y="679439"/>
                  </a:lnTo>
                  <a:lnTo>
                    <a:pt x="8941862" y="671063"/>
                  </a:lnTo>
                  <a:lnTo>
                    <a:pt x="8995130" y="663397"/>
                  </a:lnTo>
                  <a:lnTo>
                    <a:pt x="9049739" y="656447"/>
                  </a:lnTo>
                  <a:lnTo>
                    <a:pt x="9084767" y="652477"/>
                  </a:lnTo>
                  <a:lnTo>
                    <a:pt x="9132306" y="647683"/>
                  </a:lnTo>
                  <a:lnTo>
                    <a:pt x="9182364" y="643345"/>
                  </a:lnTo>
                  <a:lnTo>
                    <a:pt x="9235702" y="639443"/>
                  </a:lnTo>
                  <a:lnTo>
                    <a:pt x="9293156" y="635941"/>
                  </a:lnTo>
                  <a:lnTo>
                    <a:pt x="9355578" y="632797"/>
                  </a:lnTo>
                  <a:lnTo>
                    <a:pt x="9423778" y="629968"/>
                  </a:lnTo>
                  <a:lnTo>
                    <a:pt x="9498452" y="627418"/>
                  </a:lnTo>
                  <a:lnTo>
                    <a:pt x="9580068" y="625115"/>
                  </a:lnTo>
                  <a:lnTo>
                    <a:pt x="9668730" y="623034"/>
                  </a:lnTo>
                  <a:lnTo>
                    <a:pt x="9763999" y="621160"/>
                  </a:lnTo>
                  <a:lnTo>
                    <a:pt x="9864702" y="619483"/>
                  </a:lnTo>
                  <a:lnTo>
                    <a:pt x="9968764" y="618001"/>
                  </a:lnTo>
                  <a:lnTo>
                    <a:pt x="10073139" y="616715"/>
                  </a:lnTo>
                  <a:lnTo>
                    <a:pt x="10173921" y="615632"/>
                  </a:lnTo>
                  <a:lnTo>
                    <a:pt x="10266704" y="614753"/>
                  </a:lnTo>
                  <a:lnTo>
                    <a:pt x="10347201" y="614076"/>
                  </a:lnTo>
                  <a:lnTo>
                    <a:pt x="10412014" y="613589"/>
                  </a:lnTo>
                  <a:lnTo>
                    <a:pt x="10459346" y="613269"/>
                  </a:lnTo>
                  <a:lnTo>
                    <a:pt x="10489460" y="613085"/>
                  </a:lnTo>
                  <a:lnTo>
                    <a:pt x="10504763" y="613000"/>
                  </a:lnTo>
                  <a:lnTo>
                    <a:pt x="10509599" y="612976"/>
                  </a:lnTo>
                  <a:lnTo>
                    <a:pt x="10509911" y="612974"/>
                  </a:lnTo>
                  <a:lnTo>
                    <a:pt x="11981298" y="612974"/>
                  </a:lnTo>
                  <a:lnTo>
                    <a:pt x="11981298" y="596628"/>
                  </a:lnTo>
                  <a:lnTo>
                    <a:pt x="10509911" y="596628"/>
                  </a:lnTo>
                  <a:lnTo>
                    <a:pt x="10508674" y="596634"/>
                  </a:lnTo>
                  <a:lnTo>
                    <a:pt x="10500556" y="596677"/>
                  </a:lnTo>
                  <a:lnTo>
                    <a:pt x="10480146" y="596794"/>
                  </a:lnTo>
                  <a:lnTo>
                    <a:pt x="10443786" y="597024"/>
                  </a:lnTo>
                  <a:lnTo>
                    <a:pt x="10389856" y="597404"/>
                  </a:lnTo>
                  <a:lnTo>
                    <a:pt x="10318891" y="597960"/>
                  </a:lnTo>
                  <a:lnTo>
                    <a:pt x="10233355" y="598711"/>
                  </a:lnTo>
                  <a:lnTo>
                    <a:pt x="10137069" y="599666"/>
                  </a:lnTo>
                  <a:lnTo>
                    <a:pt x="10034449" y="600825"/>
                  </a:lnTo>
                  <a:lnTo>
                    <a:pt x="9929775" y="602184"/>
                  </a:lnTo>
                  <a:lnTo>
                    <a:pt x="9826660" y="603739"/>
                  </a:lnTo>
                  <a:lnTo>
                    <a:pt x="9727790" y="605489"/>
                  </a:lnTo>
                  <a:lnTo>
                    <a:pt x="9634889" y="607438"/>
                  </a:lnTo>
                  <a:lnTo>
                    <a:pt x="9548834" y="609599"/>
                  </a:lnTo>
                  <a:lnTo>
                    <a:pt x="9469839" y="611991"/>
                  </a:lnTo>
                  <a:lnTo>
                    <a:pt x="9397647" y="614641"/>
                  </a:lnTo>
                  <a:lnTo>
                    <a:pt x="9331689" y="617583"/>
                  </a:lnTo>
                  <a:lnTo>
                    <a:pt x="9271216" y="620856"/>
                  </a:lnTo>
                  <a:lnTo>
                    <a:pt x="9215396" y="624502"/>
                  </a:lnTo>
                  <a:lnTo>
                    <a:pt x="9163374" y="628562"/>
                  </a:lnTo>
                  <a:lnTo>
                    <a:pt x="9114338" y="633069"/>
                  </a:lnTo>
                  <a:lnTo>
                    <a:pt x="9084767" y="636131"/>
                  </a:lnTo>
                  <a:lnTo>
                    <a:pt x="9028918" y="642641"/>
                  </a:lnTo>
                  <a:lnTo>
                    <a:pt x="8974900" y="649861"/>
                  </a:lnTo>
                  <a:lnTo>
                    <a:pt x="8921970" y="657798"/>
                  </a:lnTo>
                  <a:lnTo>
                    <a:pt x="8869605" y="666433"/>
                  </a:lnTo>
                  <a:lnTo>
                    <a:pt x="8817448" y="675714"/>
                  </a:lnTo>
                  <a:lnTo>
                    <a:pt x="8765289" y="685557"/>
                  </a:lnTo>
                  <a:lnTo>
                    <a:pt x="8713030" y="695845"/>
                  </a:lnTo>
                  <a:lnTo>
                    <a:pt x="8660660" y="706435"/>
                  </a:lnTo>
                  <a:lnTo>
                    <a:pt x="8608228" y="717165"/>
                  </a:lnTo>
                  <a:lnTo>
                    <a:pt x="8555812" y="727862"/>
                  </a:lnTo>
                  <a:lnTo>
                    <a:pt x="8503480" y="738356"/>
                  </a:lnTo>
                  <a:lnTo>
                    <a:pt x="8451264" y="748492"/>
                  </a:lnTo>
                  <a:lnTo>
                    <a:pt x="8399123" y="758135"/>
                  </a:lnTo>
                  <a:lnTo>
                    <a:pt x="8346920" y="767180"/>
                  </a:lnTo>
                  <a:lnTo>
                    <a:pt x="8294392" y="775556"/>
                  </a:lnTo>
                  <a:lnTo>
                    <a:pt x="8241123" y="783223"/>
                  </a:lnTo>
                  <a:lnTo>
                    <a:pt x="8186514" y="790172"/>
                  </a:lnTo>
                  <a:lnTo>
                    <a:pt x="8151487" y="794143"/>
                  </a:lnTo>
                  <a:lnTo>
                    <a:pt x="8103947" y="798937"/>
                  </a:lnTo>
                  <a:lnTo>
                    <a:pt x="8053889" y="803275"/>
                  </a:lnTo>
                  <a:lnTo>
                    <a:pt x="8000551" y="807176"/>
                  </a:lnTo>
                  <a:lnTo>
                    <a:pt x="7943097" y="810679"/>
                  </a:lnTo>
                  <a:lnTo>
                    <a:pt x="7880676" y="813823"/>
                  </a:lnTo>
                  <a:lnTo>
                    <a:pt x="7812475" y="816652"/>
                  </a:lnTo>
                  <a:lnTo>
                    <a:pt x="7737801" y="819202"/>
                  </a:lnTo>
                  <a:lnTo>
                    <a:pt x="7656185" y="821505"/>
                  </a:lnTo>
                  <a:lnTo>
                    <a:pt x="7567523" y="823585"/>
                  </a:lnTo>
                  <a:lnTo>
                    <a:pt x="7472254" y="825460"/>
                  </a:lnTo>
                  <a:lnTo>
                    <a:pt x="7371552" y="827137"/>
                  </a:lnTo>
                  <a:lnTo>
                    <a:pt x="7267489" y="828619"/>
                  </a:lnTo>
                  <a:lnTo>
                    <a:pt x="7163114" y="829904"/>
                  </a:lnTo>
                  <a:lnTo>
                    <a:pt x="7062332" y="830988"/>
                  </a:lnTo>
                  <a:lnTo>
                    <a:pt x="6969549" y="831866"/>
                  </a:lnTo>
                  <a:lnTo>
                    <a:pt x="6889052" y="832543"/>
                  </a:lnTo>
                  <a:lnTo>
                    <a:pt x="6824239" y="833031"/>
                  </a:lnTo>
                  <a:lnTo>
                    <a:pt x="6776907" y="833351"/>
                  </a:lnTo>
                  <a:lnTo>
                    <a:pt x="6746793" y="833535"/>
                  </a:lnTo>
                  <a:lnTo>
                    <a:pt x="6731490" y="833619"/>
                  </a:lnTo>
                  <a:lnTo>
                    <a:pt x="6726655" y="833644"/>
                  </a:lnTo>
                  <a:lnTo>
                    <a:pt x="6726343" y="833645"/>
                  </a:lnTo>
                  <a:lnTo>
                    <a:pt x="5254955" y="833645"/>
                  </a:lnTo>
                  <a:lnTo>
                    <a:pt x="5253726" y="833625"/>
                  </a:lnTo>
                  <a:lnTo>
                    <a:pt x="5245659" y="833476"/>
                  </a:lnTo>
                  <a:lnTo>
                    <a:pt x="5225372" y="833067"/>
                  </a:lnTo>
                  <a:lnTo>
                    <a:pt x="5189221" y="832262"/>
                  </a:lnTo>
                  <a:lnTo>
                    <a:pt x="5135581" y="830936"/>
                  </a:lnTo>
                  <a:lnTo>
                    <a:pt x="5064961" y="828993"/>
                  </a:lnTo>
                  <a:lnTo>
                    <a:pt x="4979791" y="826366"/>
                  </a:lnTo>
                  <a:lnTo>
                    <a:pt x="4883853" y="823026"/>
                  </a:lnTo>
                  <a:lnTo>
                    <a:pt x="4781531" y="818972"/>
                  </a:lnTo>
                  <a:lnTo>
                    <a:pt x="4677086" y="814216"/>
                  </a:lnTo>
                  <a:lnTo>
                    <a:pt x="4574126" y="808774"/>
                  </a:lnTo>
                  <a:lnTo>
                    <a:pt x="4475340" y="802650"/>
                  </a:lnTo>
                  <a:lnTo>
                    <a:pt x="4382463" y="795827"/>
                  </a:lnTo>
                  <a:lnTo>
                    <a:pt x="4296389" y="788265"/>
                  </a:lnTo>
                  <a:lnTo>
                    <a:pt x="4217346" y="779897"/>
                  </a:lnTo>
                  <a:lnTo>
                    <a:pt x="4145090" y="770630"/>
                  </a:lnTo>
                  <a:lnTo>
                    <a:pt x="4079065" y="760345"/>
                  </a:lnTo>
                  <a:lnTo>
                    <a:pt x="4018531" y="748905"/>
                  </a:lnTo>
                  <a:lnTo>
                    <a:pt x="3962661" y="736164"/>
                  </a:lnTo>
                  <a:lnTo>
                    <a:pt x="3910609" y="721977"/>
                  </a:lnTo>
                  <a:lnTo>
                    <a:pt x="3861564" y="706232"/>
                  </a:lnTo>
                  <a:lnTo>
                    <a:pt x="3829811" y="694704"/>
                  </a:lnTo>
                  <a:lnTo>
                    <a:pt x="3777610" y="673406"/>
                  </a:lnTo>
                  <a:lnTo>
                    <a:pt x="3727052" y="649938"/>
                  </a:lnTo>
                  <a:lnTo>
                    <a:pt x="3677515" y="624268"/>
                  </a:lnTo>
                  <a:lnTo>
                    <a:pt x="3628546" y="596437"/>
                  </a:lnTo>
                  <a:lnTo>
                    <a:pt x="3579827" y="566573"/>
                  </a:lnTo>
                  <a:lnTo>
                    <a:pt x="3531154" y="534889"/>
                  </a:lnTo>
                  <a:lnTo>
                    <a:pt x="3482416" y="501685"/>
                  </a:lnTo>
                  <a:lnTo>
                    <a:pt x="3433576" y="467342"/>
                  </a:lnTo>
                  <a:lnTo>
                    <a:pt x="3384656" y="432301"/>
                  </a:lnTo>
                  <a:lnTo>
                    <a:pt x="3335708" y="397042"/>
                  </a:lnTo>
                  <a:lnTo>
                    <a:pt x="3286795" y="362061"/>
                  </a:lnTo>
                  <a:lnTo>
                    <a:pt x="3237968" y="327834"/>
                  </a:lnTo>
                  <a:lnTo>
                    <a:pt x="3189240" y="294797"/>
                  </a:lnTo>
                  <a:lnTo>
                    <a:pt x="3140569" y="263321"/>
                  </a:lnTo>
                  <a:lnTo>
                    <a:pt x="3091833" y="233696"/>
                  </a:lnTo>
                  <a:lnTo>
                    <a:pt x="3042814" y="206124"/>
                  </a:lnTo>
                  <a:lnTo>
                    <a:pt x="2993180" y="180722"/>
                  </a:lnTo>
                  <a:lnTo>
                    <a:pt x="2942458" y="157522"/>
                  </a:lnTo>
                  <a:lnTo>
                    <a:pt x="2896531" y="138940"/>
                  </a:lnTo>
                  <a:lnTo>
                    <a:pt x="2849097" y="122112"/>
                  </a:lnTo>
                  <a:lnTo>
                    <a:pt x="2799158" y="106883"/>
                  </a:lnTo>
                  <a:lnTo>
                    <a:pt x="2745955" y="93182"/>
                  </a:lnTo>
                  <a:lnTo>
                    <a:pt x="2688661" y="80880"/>
                  </a:lnTo>
                  <a:lnTo>
                    <a:pt x="2626427" y="69833"/>
                  </a:lnTo>
                  <a:lnTo>
                    <a:pt x="2558448" y="59893"/>
                  </a:lnTo>
                  <a:lnTo>
                    <a:pt x="2484032" y="50930"/>
                  </a:lnTo>
                  <a:lnTo>
                    <a:pt x="2402708" y="42833"/>
                  </a:lnTo>
                  <a:lnTo>
                    <a:pt x="2314366" y="35518"/>
                  </a:lnTo>
                  <a:lnTo>
                    <a:pt x="2219430" y="28926"/>
                  </a:lnTo>
                  <a:lnTo>
                    <a:pt x="2119050" y="23025"/>
                  </a:lnTo>
                  <a:lnTo>
                    <a:pt x="2015264" y="17805"/>
                  </a:lnTo>
                  <a:lnTo>
                    <a:pt x="1911074" y="13275"/>
                  </a:lnTo>
                  <a:lnTo>
                    <a:pt x="1810344" y="9452"/>
                  </a:lnTo>
                  <a:lnTo>
                    <a:pt x="1717443" y="6346"/>
                  </a:lnTo>
                  <a:lnTo>
                    <a:pt x="1636645" y="3947"/>
                  </a:lnTo>
                  <a:lnTo>
                    <a:pt x="1571370" y="2213"/>
                  </a:lnTo>
                  <a:lnTo>
                    <a:pt x="1523469" y="1070"/>
                  </a:lnTo>
                  <a:lnTo>
                    <a:pt x="1492764" y="407"/>
                  </a:lnTo>
                  <a:lnTo>
                    <a:pt x="1476944" y="98"/>
                  </a:lnTo>
                  <a:lnTo>
                    <a:pt x="1471771" y="6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561" name="pl561"/>
            <p:cNvSpPr/>
            <p:nvPr/>
          </p:nvSpPr>
          <p:spPr>
            <a:xfrm>
              <a:off x="4799595" y="3475938"/>
              <a:ext cx="11981298" cy="833645"/>
            </a:xfrm>
            <a:custGeom>
              <a:avLst/>
              <a:pathLst>
                <a:path w="11981298" h="833645">
                  <a:moveTo>
                    <a:pt x="0" y="0"/>
                  </a:moveTo>
                  <a:lnTo>
                    <a:pt x="1471387" y="0"/>
                  </a:lnTo>
                  <a:lnTo>
                    <a:pt x="1472616" y="20"/>
                  </a:lnTo>
                  <a:lnTo>
                    <a:pt x="1480683" y="168"/>
                  </a:lnTo>
                  <a:lnTo>
                    <a:pt x="1500970" y="578"/>
                  </a:lnTo>
                  <a:lnTo>
                    <a:pt x="1537121" y="1383"/>
                  </a:lnTo>
                  <a:lnTo>
                    <a:pt x="1590762" y="2708"/>
                  </a:lnTo>
                  <a:lnTo>
                    <a:pt x="1661381" y="4652"/>
                  </a:lnTo>
                  <a:lnTo>
                    <a:pt x="1746552" y="7279"/>
                  </a:lnTo>
                  <a:lnTo>
                    <a:pt x="1842489" y="10618"/>
                  </a:lnTo>
                  <a:lnTo>
                    <a:pt x="1944811" y="14673"/>
                  </a:lnTo>
                  <a:lnTo>
                    <a:pt x="2049256" y="19429"/>
                  </a:lnTo>
                  <a:lnTo>
                    <a:pt x="2152216" y="24871"/>
                  </a:lnTo>
                  <a:lnTo>
                    <a:pt x="2251002" y="30995"/>
                  </a:lnTo>
                  <a:lnTo>
                    <a:pt x="2343879" y="37818"/>
                  </a:lnTo>
                  <a:lnTo>
                    <a:pt x="2429953" y="45380"/>
                  </a:lnTo>
                  <a:lnTo>
                    <a:pt x="2508996" y="53747"/>
                  </a:lnTo>
                  <a:lnTo>
                    <a:pt x="2581252" y="63015"/>
                  </a:lnTo>
                  <a:lnTo>
                    <a:pt x="2647278" y="73300"/>
                  </a:lnTo>
                  <a:lnTo>
                    <a:pt x="2707811" y="84740"/>
                  </a:lnTo>
                  <a:lnTo>
                    <a:pt x="2763681" y="97481"/>
                  </a:lnTo>
                  <a:lnTo>
                    <a:pt x="2815733" y="111667"/>
                  </a:lnTo>
                  <a:lnTo>
                    <a:pt x="2864778" y="127413"/>
                  </a:lnTo>
                  <a:lnTo>
                    <a:pt x="2896531" y="138940"/>
                  </a:lnTo>
                  <a:lnTo>
                    <a:pt x="2948732" y="160239"/>
                  </a:lnTo>
                  <a:lnTo>
                    <a:pt x="2999290" y="183707"/>
                  </a:lnTo>
                  <a:lnTo>
                    <a:pt x="3048827" y="209377"/>
                  </a:lnTo>
                  <a:lnTo>
                    <a:pt x="3097796" y="237208"/>
                  </a:lnTo>
                  <a:lnTo>
                    <a:pt x="3146515" y="267072"/>
                  </a:lnTo>
                  <a:lnTo>
                    <a:pt x="3195188" y="298756"/>
                  </a:lnTo>
                  <a:lnTo>
                    <a:pt x="3243926" y="331959"/>
                  </a:lnTo>
                  <a:lnTo>
                    <a:pt x="3292766" y="366303"/>
                  </a:lnTo>
                  <a:lnTo>
                    <a:pt x="3341686" y="401344"/>
                  </a:lnTo>
                  <a:lnTo>
                    <a:pt x="3390635" y="436603"/>
                  </a:lnTo>
                  <a:lnTo>
                    <a:pt x="3439547" y="471584"/>
                  </a:lnTo>
                  <a:lnTo>
                    <a:pt x="3488374" y="505811"/>
                  </a:lnTo>
                  <a:lnTo>
                    <a:pt x="3537102" y="538847"/>
                  </a:lnTo>
                  <a:lnTo>
                    <a:pt x="3585773" y="570324"/>
                  </a:lnTo>
                  <a:lnTo>
                    <a:pt x="3634509" y="599949"/>
                  </a:lnTo>
                  <a:lnTo>
                    <a:pt x="3683528" y="627521"/>
                  </a:lnTo>
                  <a:lnTo>
                    <a:pt x="3733162" y="652923"/>
                  </a:lnTo>
                  <a:lnTo>
                    <a:pt x="3783884" y="676123"/>
                  </a:lnTo>
                  <a:lnTo>
                    <a:pt x="3829811" y="694704"/>
                  </a:lnTo>
                  <a:lnTo>
                    <a:pt x="3877245" y="711533"/>
                  </a:lnTo>
                  <a:lnTo>
                    <a:pt x="3927185" y="726762"/>
                  </a:lnTo>
                  <a:lnTo>
                    <a:pt x="3980387" y="740463"/>
                  </a:lnTo>
                  <a:lnTo>
                    <a:pt x="4037682" y="752764"/>
                  </a:lnTo>
                  <a:lnTo>
                    <a:pt x="4099915" y="763812"/>
                  </a:lnTo>
                  <a:lnTo>
                    <a:pt x="4167894" y="773752"/>
                  </a:lnTo>
                  <a:lnTo>
                    <a:pt x="4242311" y="782715"/>
                  </a:lnTo>
                  <a:lnTo>
                    <a:pt x="4323635" y="790811"/>
                  </a:lnTo>
                  <a:lnTo>
                    <a:pt x="4411976" y="798126"/>
                  </a:lnTo>
                  <a:lnTo>
                    <a:pt x="4506912" y="804719"/>
                  </a:lnTo>
                  <a:lnTo>
                    <a:pt x="4607292" y="810620"/>
                  </a:lnTo>
                  <a:lnTo>
                    <a:pt x="4711079" y="815840"/>
                  </a:lnTo>
                  <a:lnTo>
                    <a:pt x="4815268" y="820369"/>
                  </a:lnTo>
                  <a:lnTo>
                    <a:pt x="4915998" y="824192"/>
                  </a:lnTo>
                  <a:lnTo>
                    <a:pt x="5008899" y="827299"/>
                  </a:lnTo>
                  <a:lnTo>
                    <a:pt x="5089697" y="829698"/>
                  </a:lnTo>
                  <a:lnTo>
                    <a:pt x="5154972" y="831431"/>
                  </a:lnTo>
                  <a:lnTo>
                    <a:pt x="5202873" y="832575"/>
                  </a:lnTo>
                  <a:lnTo>
                    <a:pt x="5233578" y="833237"/>
                  </a:lnTo>
                  <a:lnTo>
                    <a:pt x="5249398" y="833547"/>
                  </a:lnTo>
                  <a:lnTo>
                    <a:pt x="5254571" y="833639"/>
                  </a:lnTo>
                  <a:lnTo>
                    <a:pt x="5254955" y="833645"/>
                  </a:lnTo>
                  <a:lnTo>
                    <a:pt x="6726343" y="833645"/>
                  </a:lnTo>
                  <a:lnTo>
                    <a:pt x="6727580" y="833639"/>
                  </a:lnTo>
                  <a:lnTo>
                    <a:pt x="6735697" y="833597"/>
                  </a:lnTo>
                  <a:lnTo>
                    <a:pt x="6756107" y="833480"/>
                  </a:lnTo>
                  <a:lnTo>
                    <a:pt x="6792467" y="833249"/>
                  </a:lnTo>
                  <a:lnTo>
                    <a:pt x="6846397" y="832870"/>
                  </a:lnTo>
                  <a:lnTo>
                    <a:pt x="6917362" y="832314"/>
                  </a:lnTo>
                  <a:lnTo>
                    <a:pt x="7002898" y="831563"/>
                  </a:lnTo>
                  <a:lnTo>
                    <a:pt x="7099184" y="830608"/>
                  </a:lnTo>
                  <a:lnTo>
                    <a:pt x="7201804" y="829449"/>
                  </a:lnTo>
                  <a:lnTo>
                    <a:pt x="7306478" y="828090"/>
                  </a:lnTo>
                  <a:lnTo>
                    <a:pt x="7409593" y="826535"/>
                  </a:lnTo>
                  <a:lnTo>
                    <a:pt x="7508463" y="824785"/>
                  </a:lnTo>
                  <a:lnTo>
                    <a:pt x="7601364" y="822835"/>
                  </a:lnTo>
                  <a:lnTo>
                    <a:pt x="7687419" y="820674"/>
                  </a:lnTo>
                  <a:lnTo>
                    <a:pt x="7766414" y="818282"/>
                  </a:lnTo>
                  <a:lnTo>
                    <a:pt x="7838606" y="815632"/>
                  </a:lnTo>
                  <a:lnTo>
                    <a:pt x="7904565" y="812691"/>
                  </a:lnTo>
                  <a:lnTo>
                    <a:pt x="7965037" y="809418"/>
                  </a:lnTo>
                  <a:lnTo>
                    <a:pt x="8020858" y="805772"/>
                  </a:lnTo>
                  <a:lnTo>
                    <a:pt x="8072879" y="801711"/>
                  </a:lnTo>
                  <a:lnTo>
                    <a:pt x="8121915" y="797204"/>
                  </a:lnTo>
                  <a:lnTo>
                    <a:pt x="8151487" y="794143"/>
                  </a:lnTo>
                  <a:lnTo>
                    <a:pt x="8207335" y="787632"/>
                  </a:lnTo>
                  <a:lnTo>
                    <a:pt x="8261354" y="780413"/>
                  </a:lnTo>
                  <a:lnTo>
                    <a:pt x="8314283" y="772476"/>
                  </a:lnTo>
                  <a:lnTo>
                    <a:pt x="8366649" y="763841"/>
                  </a:lnTo>
                  <a:lnTo>
                    <a:pt x="8418805" y="754560"/>
                  </a:lnTo>
                  <a:lnTo>
                    <a:pt x="8470964" y="744717"/>
                  </a:lnTo>
                  <a:lnTo>
                    <a:pt x="8523224" y="734429"/>
                  </a:lnTo>
                  <a:lnTo>
                    <a:pt x="8575594" y="723838"/>
                  </a:lnTo>
                  <a:lnTo>
                    <a:pt x="8628025" y="713109"/>
                  </a:lnTo>
                  <a:lnTo>
                    <a:pt x="8680441" y="702412"/>
                  </a:lnTo>
                  <a:lnTo>
                    <a:pt x="8732773" y="691917"/>
                  </a:lnTo>
                  <a:lnTo>
                    <a:pt x="8784989" y="681782"/>
                  </a:lnTo>
                  <a:lnTo>
                    <a:pt x="8837130" y="672139"/>
                  </a:lnTo>
                  <a:lnTo>
                    <a:pt x="8889333" y="663093"/>
                  </a:lnTo>
                  <a:lnTo>
                    <a:pt x="8941862" y="654717"/>
                  </a:lnTo>
                  <a:lnTo>
                    <a:pt x="8995130" y="647051"/>
                  </a:lnTo>
                  <a:lnTo>
                    <a:pt x="9049739" y="640101"/>
                  </a:lnTo>
                  <a:lnTo>
                    <a:pt x="9084767" y="636131"/>
                  </a:lnTo>
                  <a:lnTo>
                    <a:pt x="9132306" y="631337"/>
                  </a:lnTo>
                  <a:lnTo>
                    <a:pt x="9182364" y="626999"/>
                  </a:lnTo>
                  <a:lnTo>
                    <a:pt x="9235702" y="623097"/>
                  </a:lnTo>
                  <a:lnTo>
                    <a:pt x="9293156" y="619595"/>
                  </a:lnTo>
                  <a:lnTo>
                    <a:pt x="9355578" y="616451"/>
                  </a:lnTo>
                  <a:lnTo>
                    <a:pt x="9423778" y="613622"/>
                  </a:lnTo>
                  <a:lnTo>
                    <a:pt x="9498452" y="611072"/>
                  </a:lnTo>
                  <a:lnTo>
                    <a:pt x="9580068" y="608769"/>
                  </a:lnTo>
                  <a:lnTo>
                    <a:pt x="9668730" y="606688"/>
                  </a:lnTo>
                  <a:lnTo>
                    <a:pt x="9763999" y="604814"/>
                  </a:lnTo>
                  <a:lnTo>
                    <a:pt x="9864702" y="603137"/>
                  </a:lnTo>
                  <a:lnTo>
                    <a:pt x="9968764" y="601655"/>
                  </a:lnTo>
                  <a:lnTo>
                    <a:pt x="10073139" y="600369"/>
                  </a:lnTo>
                  <a:lnTo>
                    <a:pt x="10173921" y="599286"/>
                  </a:lnTo>
                  <a:lnTo>
                    <a:pt x="10266704" y="598407"/>
                  </a:lnTo>
                  <a:lnTo>
                    <a:pt x="10347201" y="597730"/>
                  </a:lnTo>
                  <a:lnTo>
                    <a:pt x="10412014" y="597243"/>
                  </a:lnTo>
                  <a:lnTo>
                    <a:pt x="10459346" y="596923"/>
                  </a:lnTo>
                  <a:lnTo>
                    <a:pt x="10489460" y="596739"/>
                  </a:lnTo>
                  <a:lnTo>
                    <a:pt x="10504763" y="596654"/>
                  </a:lnTo>
                  <a:lnTo>
                    <a:pt x="10509599" y="596630"/>
                  </a:lnTo>
                  <a:lnTo>
                    <a:pt x="10509911" y="596628"/>
                  </a:lnTo>
                  <a:lnTo>
                    <a:pt x="11981298" y="59662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62" name="pl562"/>
            <p:cNvSpPr/>
            <p:nvPr/>
          </p:nvSpPr>
          <p:spPr>
            <a:xfrm>
              <a:off x="4799595" y="3459592"/>
              <a:ext cx="11981298" cy="833645"/>
            </a:xfrm>
            <a:custGeom>
              <a:avLst/>
              <a:pathLst>
                <a:path w="11981298" h="833645">
                  <a:moveTo>
                    <a:pt x="11981298" y="596628"/>
                  </a:moveTo>
                  <a:lnTo>
                    <a:pt x="10509911" y="596628"/>
                  </a:lnTo>
                  <a:lnTo>
                    <a:pt x="10508674" y="596634"/>
                  </a:lnTo>
                  <a:lnTo>
                    <a:pt x="10500556" y="596677"/>
                  </a:lnTo>
                  <a:lnTo>
                    <a:pt x="10480146" y="596794"/>
                  </a:lnTo>
                  <a:lnTo>
                    <a:pt x="10443786" y="597024"/>
                  </a:lnTo>
                  <a:lnTo>
                    <a:pt x="10389856" y="597404"/>
                  </a:lnTo>
                  <a:lnTo>
                    <a:pt x="10318891" y="597960"/>
                  </a:lnTo>
                  <a:lnTo>
                    <a:pt x="10233355" y="598711"/>
                  </a:lnTo>
                  <a:lnTo>
                    <a:pt x="10137069" y="599666"/>
                  </a:lnTo>
                  <a:lnTo>
                    <a:pt x="10034449" y="600825"/>
                  </a:lnTo>
                  <a:lnTo>
                    <a:pt x="9929775" y="602184"/>
                  </a:lnTo>
                  <a:lnTo>
                    <a:pt x="9826660" y="603739"/>
                  </a:lnTo>
                  <a:lnTo>
                    <a:pt x="9727790" y="605489"/>
                  </a:lnTo>
                  <a:lnTo>
                    <a:pt x="9634889" y="607438"/>
                  </a:lnTo>
                  <a:lnTo>
                    <a:pt x="9548834" y="609599"/>
                  </a:lnTo>
                  <a:lnTo>
                    <a:pt x="9469839" y="611991"/>
                  </a:lnTo>
                  <a:lnTo>
                    <a:pt x="9397647" y="614641"/>
                  </a:lnTo>
                  <a:lnTo>
                    <a:pt x="9331689" y="617583"/>
                  </a:lnTo>
                  <a:lnTo>
                    <a:pt x="9271216" y="620856"/>
                  </a:lnTo>
                  <a:lnTo>
                    <a:pt x="9215396" y="624502"/>
                  </a:lnTo>
                  <a:lnTo>
                    <a:pt x="9163374" y="628562"/>
                  </a:lnTo>
                  <a:lnTo>
                    <a:pt x="9114338" y="633069"/>
                  </a:lnTo>
                  <a:lnTo>
                    <a:pt x="9084767" y="636131"/>
                  </a:lnTo>
                  <a:lnTo>
                    <a:pt x="9028918" y="642641"/>
                  </a:lnTo>
                  <a:lnTo>
                    <a:pt x="8974900" y="649861"/>
                  </a:lnTo>
                  <a:lnTo>
                    <a:pt x="8921970" y="657798"/>
                  </a:lnTo>
                  <a:lnTo>
                    <a:pt x="8869605" y="666433"/>
                  </a:lnTo>
                  <a:lnTo>
                    <a:pt x="8817448" y="675714"/>
                  </a:lnTo>
                  <a:lnTo>
                    <a:pt x="8765289" y="685557"/>
                  </a:lnTo>
                  <a:lnTo>
                    <a:pt x="8713030" y="695845"/>
                  </a:lnTo>
                  <a:lnTo>
                    <a:pt x="8660660" y="706435"/>
                  </a:lnTo>
                  <a:lnTo>
                    <a:pt x="8608228" y="717165"/>
                  </a:lnTo>
                  <a:lnTo>
                    <a:pt x="8555812" y="727862"/>
                  </a:lnTo>
                  <a:lnTo>
                    <a:pt x="8503480" y="738356"/>
                  </a:lnTo>
                  <a:lnTo>
                    <a:pt x="8451264" y="748492"/>
                  </a:lnTo>
                  <a:lnTo>
                    <a:pt x="8399123" y="758135"/>
                  </a:lnTo>
                  <a:lnTo>
                    <a:pt x="8346920" y="767180"/>
                  </a:lnTo>
                  <a:lnTo>
                    <a:pt x="8294392" y="775556"/>
                  </a:lnTo>
                  <a:lnTo>
                    <a:pt x="8241123" y="783223"/>
                  </a:lnTo>
                  <a:lnTo>
                    <a:pt x="8186514" y="790172"/>
                  </a:lnTo>
                  <a:lnTo>
                    <a:pt x="8151487" y="794143"/>
                  </a:lnTo>
                  <a:lnTo>
                    <a:pt x="8103947" y="798937"/>
                  </a:lnTo>
                  <a:lnTo>
                    <a:pt x="8053889" y="803275"/>
                  </a:lnTo>
                  <a:lnTo>
                    <a:pt x="8000551" y="807176"/>
                  </a:lnTo>
                  <a:lnTo>
                    <a:pt x="7943097" y="810679"/>
                  </a:lnTo>
                  <a:lnTo>
                    <a:pt x="7880676" y="813823"/>
                  </a:lnTo>
                  <a:lnTo>
                    <a:pt x="7812475" y="816652"/>
                  </a:lnTo>
                  <a:lnTo>
                    <a:pt x="7737801" y="819202"/>
                  </a:lnTo>
                  <a:lnTo>
                    <a:pt x="7656185" y="821505"/>
                  </a:lnTo>
                  <a:lnTo>
                    <a:pt x="7567523" y="823585"/>
                  </a:lnTo>
                  <a:lnTo>
                    <a:pt x="7472254" y="825460"/>
                  </a:lnTo>
                  <a:lnTo>
                    <a:pt x="7371552" y="827137"/>
                  </a:lnTo>
                  <a:lnTo>
                    <a:pt x="7267489" y="828619"/>
                  </a:lnTo>
                  <a:lnTo>
                    <a:pt x="7163114" y="829904"/>
                  </a:lnTo>
                  <a:lnTo>
                    <a:pt x="7062332" y="830988"/>
                  </a:lnTo>
                  <a:lnTo>
                    <a:pt x="6969549" y="831866"/>
                  </a:lnTo>
                  <a:lnTo>
                    <a:pt x="6889052" y="832543"/>
                  </a:lnTo>
                  <a:lnTo>
                    <a:pt x="6824239" y="833031"/>
                  </a:lnTo>
                  <a:lnTo>
                    <a:pt x="6776907" y="833351"/>
                  </a:lnTo>
                  <a:lnTo>
                    <a:pt x="6746793" y="833535"/>
                  </a:lnTo>
                  <a:lnTo>
                    <a:pt x="6731490" y="833619"/>
                  </a:lnTo>
                  <a:lnTo>
                    <a:pt x="6726655" y="833644"/>
                  </a:lnTo>
                  <a:lnTo>
                    <a:pt x="6726343" y="833645"/>
                  </a:lnTo>
                  <a:lnTo>
                    <a:pt x="5254955" y="833645"/>
                  </a:lnTo>
                  <a:lnTo>
                    <a:pt x="5253726" y="833625"/>
                  </a:lnTo>
                  <a:lnTo>
                    <a:pt x="5245659" y="833476"/>
                  </a:lnTo>
                  <a:lnTo>
                    <a:pt x="5225372" y="833067"/>
                  </a:lnTo>
                  <a:lnTo>
                    <a:pt x="5189221" y="832262"/>
                  </a:lnTo>
                  <a:lnTo>
                    <a:pt x="5135581" y="830936"/>
                  </a:lnTo>
                  <a:lnTo>
                    <a:pt x="5064961" y="828993"/>
                  </a:lnTo>
                  <a:lnTo>
                    <a:pt x="4979791" y="826366"/>
                  </a:lnTo>
                  <a:lnTo>
                    <a:pt x="4883853" y="823026"/>
                  </a:lnTo>
                  <a:lnTo>
                    <a:pt x="4781531" y="818972"/>
                  </a:lnTo>
                  <a:lnTo>
                    <a:pt x="4677086" y="814216"/>
                  </a:lnTo>
                  <a:lnTo>
                    <a:pt x="4574126" y="808774"/>
                  </a:lnTo>
                  <a:lnTo>
                    <a:pt x="4475340" y="802650"/>
                  </a:lnTo>
                  <a:lnTo>
                    <a:pt x="4382463" y="795827"/>
                  </a:lnTo>
                  <a:lnTo>
                    <a:pt x="4296389" y="788265"/>
                  </a:lnTo>
                  <a:lnTo>
                    <a:pt x="4217346" y="779897"/>
                  </a:lnTo>
                  <a:lnTo>
                    <a:pt x="4145090" y="770630"/>
                  </a:lnTo>
                  <a:lnTo>
                    <a:pt x="4079065" y="760345"/>
                  </a:lnTo>
                  <a:lnTo>
                    <a:pt x="4018531" y="748905"/>
                  </a:lnTo>
                  <a:lnTo>
                    <a:pt x="3962661" y="736164"/>
                  </a:lnTo>
                  <a:lnTo>
                    <a:pt x="3910609" y="721977"/>
                  </a:lnTo>
                  <a:lnTo>
                    <a:pt x="3861564" y="706232"/>
                  </a:lnTo>
                  <a:lnTo>
                    <a:pt x="3829811" y="694704"/>
                  </a:lnTo>
                  <a:lnTo>
                    <a:pt x="3777610" y="673406"/>
                  </a:lnTo>
                  <a:lnTo>
                    <a:pt x="3727052" y="649938"/>
                  </a:lnTo>
                  <a:lnTo>
                    <a:pt x="3677515" y="624268"/>
                  </a:lnTo>
                  <a:lnTo>
                    <a:pt x="3628546" y="596437"/>
                  </a:lnTo>
                  <a:lnTo>
                    <a:pt x="3579827" y="566573"/>
                  </a:lnTo>
                  <a:lnTo>
                    <a:pt x="3531154" y="534889"/>
                  </a:lnTo>
                  <a:lnTo>
                    <a:pt x="3482416" y="501685"/>
                  </a:lnTo>
                  <a:lnTo>
                    <a:pt x="3433576" y="467342"/>
                  </a:lnTo>
                  <a:lnTo>
                    <a:pt x="3384656" y="432301"/>
                  </a:lnTo>
                  <a:lnTo>
                    <a:pt x="3335708" y="397042"/>
                  </a:lnTo>
                  <a:lnTo>
                    <a:pt x="3286795" y="362061"/>
                  </a:lnTo>
                  <a:lnTo>
                    <a:pt x="3237968" y="327834"/>
                  </a:lnTo>
                  <a:lnTo>
                    <a:pt x="3189240" y="294797"/>
                  </a:lnTo>
                  <a:lnTo>
                    <a:pt x="3140569" y="263321"/>
                  </a:lnTo>
                  <a:lnTo>
                    <a:pt x="3091833" y="233696"/>
                  </a:lnTo>
                  <a:lnTo>
                    <a:pt x="3042814" y="206124"/>
                  </a:lnTo>
                  <a:lnTo>
                    <a:pt x="2993180" y="180722"/>
                  </a:lnTo>
                  <a:lnTo>
                    <a:pt x="2942458" y="157522"/>
                  </a:lnTo>
                  <a:lnTo>
                    <a:pt x="2896531" y="138940"/>
                  </a:lnTo>
                  <a:lnTo>
                    <a:pt x="2849097" y="122112"/>
                  </a:lnTo>
                  <a:lnTo>
                    <a:pt x="2799158" y="106883"/>
                  </a:lnTo>
                  <a:lnTo>
                    <a:pt x="2745955" y="93182"/>
                  </a:lnTo>
                  <a:lnTo>
                    <a:pt x="2688661" y="80880"/>
                  </a:lnTo>
                  <a:lnTo>
                    <a:pt x="2626427" y="69833"/>
                  </a:lnTo>
                  <a:lnTo>
                    <a:pt x="2558448" y="59893"/>
                  </a:lnTo>
                  <a:lnTo>
                    <a:pt x="2484032" y="50930"/>
                  </a:lnTo>
                  <a:lnTo>
                    <a:pt x="2402708" y="42833"/>
                  </a:lnTo>
                  <a:lnTo>
                    <a:pt x="2314366" y="35518"/>
                  </a:lnTo>
                  <a:lnTo>
                    <a:pt x="2219430" y="28926"/>
                  </a:lnTo>
                  <a:lnTo>
                    <a:pt x="2119050" y="23025"/>
                  </a:lnTo>
                  <a:lnTo>
                    <a:pt x="2015264" y="17805"/>
                  </a:lnTo>
                  <a:lnTo>
                    <a:pt x="1911074" y="13275"/>
                  </a:lnTo>
                  <a:lnTo>
                    <a:pt x="1810344" y="9452"/>
                  </a:lnTo>
                  <a:lnTo>
                    <a:pt x="1717443" y="6346"/>
                  </a:lnTo>
                  <a:lnTo>
                    <a:pt x="1636645" y="3947"/>
                  </a:lnTo>
                  <a:lnTo>
                    <a:pt x="1571370" y="2213"/>
                  </a:lnTo>
                  <a:lnTo>
                    <a:pt x="1523469" y="1070"/>
                  </a:lnTo>
                  <a:lnTo>
                    <a:pt x="1492764" y="407"/>
                  </a:lnTo>
                  <a:lnTo>
                    <a:pt x="1476944" y="98"/>
                  </a:lnTo>
                  <a:lnTo>
                    <a:pt x="1471771" y="6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63" name="pg563"/>
            <p:cNvSpPr/>
            <p:nvPr/>
          </p:nvSpPr>
          <p:spPr>
            <a:xfrm>
              <a:off x="4799595" y="3475938"/>
              <a:ext cx="11981298" cy="964413"/>
            </a:xfrm>
            <a:custGeom>
              <a:avLst/>
              <a:pathLst>
                <a:path w="11981298" h="964413">
                  <a:moveTo>
                    <a:pt x="0" y="8172"/>
                  </a:moveTo>
                  <a:lnTo>
                    <a:pt x="1471387" y="8172"/>
                  </a:lnTo>
                  <a:lnTo>
                    <a:pt x="1472616" y="8193"/>
                  </a:lnTo>
                  <a:lnTo>
                    <a:pt x="1480682" y="8343"/>
                  </a:lnTo>
                  <a:lnTo>
                    <a:pt x="1500966" y="8756"/>
                  </a:lnTo>
                  <a:lnTo>
                    <a:pt x="1537113" y="9570"/>
                  </a:lnTo>
                  <a:lnTo>
                    <a:pt x="1590747" y="10908"/>
                  </a:lnTo>
                  <a:lnTo>
                    <a:pt x="1661360" y="12870"/>
                  </a:lnTo>
                  <a:lnTo>
                    <a:pt x="1746522" y="15522"/>
                  </a:lnTo>
                  <a:lnTo>
                    <a:pt x="1842452" y="18894"/>
                  </a:lnTo>
                  <a:lnTo>
                    <a:pt x="1944767" y="22988"/>
                  </a:lnTo>
                  <a:lnTo>
                    <a:pt x="2049207" y="27790"/>
                  </a:lnTo>
                  <a:lnTo>
                    <a:pt x="2152165" y="33285"/>
                  </a:lnTo>
                  <a:lnTo>
                    <a:pt x="2250949" y="39468"/>
                  </a:lnTo>
                  <a:lnTo>
                    <a:pt x="2343825" y="46357"/>
                  </a:lnTo>
                  <a:lnTo>
                    <a:pt x="2429899" y="53992"/>
                  </a:lnTo>
                  <a:lnTo>
                    <a:pt x="2508943" y="62441"/>
                  </a:lnTo>
                  <a:lnTo>
                    <a:pt x="2581201" y="71799"/>
                  </a:lnTo>
                  <a:lnTo>
                    <a:pt x="2647228" y="82183"/>
                  </a:lnTo>
                  <a:lnTo>
                    <a:pt x="2707763" y="93733"/>
                  </a:lnTo>
                  <a:lnTo>
                    <a:pt x="2763633" y="106598"/>
                  </a:lnTo>
                  <a:lnTo>
                    <a:pt x="2815686" y="120921"/>
                  </a:lnTo>
                  <a:lnTo>
                    <a:pt x="2864732" y="136819"/>
                  </a:lnTo>
                  <a:lnTo>
                    <a:pt x="2896531" y="148476"/>
                  </a:lnTo>
                  <a:lnTo>
                    <a:pt x="2948666" y="169953"/>
                  </a:lnTo>
                  <a:lnTo>
                    <a:pt x="2999162" y="193617"/>
                  </a:lnTo>
                  <a:lnTo>
                    <a:pt x="3048637" y="219499"/>
                  </a:lnTo>
                  <a:lnTo>
                    <a:pt x="3097545" y="247556"/>
                  </a:lnTo>
                  <a:lnTo>
                    <a:pt x="3146202" y="277663"/>
                  </a:lnTo>
                  <a:lnTo>
                    <a:pt x="3194813" y="309605"/>
                  </a:lnTo>
                  <a:lnTo>
                    <a:pt x="3243488" y="343080"/>
                  </a:lnTo>
                  <a:lnTo>
                    <a:pt x="3292263" y="377706"/>
                  </a:lnTo>
                  <a:lnTo>
                    <a:pt x="3341120" y="413040"/>
                  </a:lnTo>
                  <a:lnTo>
                    <a:pt x="3390005" y="448599"/>
                  </a:lnTo>
                  <a:lnTo>
                    <a:pt x="3438856" y="483885"/>
                  </a:lnTo>
                  <a:lnTo>
                    <a:pt x="3487622" y="518418"/>
                  </a:lnTo>
                  <a:lnTo>
                    <a:pt x="3536288" y="551758"/>
                  </a:lnTo>
                  <a:lnTo>
                    <a:pt x="3584897" y="583532"/>
                  </a:lnTo>
                  <a:lnTo>
                    <a:pt x="3633568" y="613446"/>
                  </a:lnTo>
                  <a:lnTo>
                    <a:pt x="3682515" y="641295"/>
                  </a:lnTo>
                  <a:lnTo>
                    <a:pt x="3732068" y="666960"/>
                  </a:lnTo>
                  <a:lnTo>
                    <a:pt x="3782694" y="690407"/>
                  </a:lnTo>
                  <a:lnTo>
                    <a:pt x="3829811" y="709688"/>
                  </a:lnTo>
                  <a:lnTo>
                    <a:pt x="3877243" y="726681"/>
                  </a:lnTo>
                  <a:lnTo>
                    <a:pt x="3927180" y="742059"/>
                  </a:lnTo>
                  <a:lnTo>
                    <a:pt x="3980379" y="755894"/>
                  </a:lnTo>
                  <a:lnTo>
                    <a:pt x="4037671" y="768315"/>
                  </a:lnTo>
                  <a:lnTo>
                    <a:pt x="4099900" y="779471"/>
                  </a:lnTo>
                  <a:lnTo>
                    <a:pt x="4167874" y="789508"/>
                  </a:lnTo>
                  <a:lnTo>
                    <a:pt x="4242285" y="798559"/>
                  </a:lnTo>
                  <a:lnTo>
                    <a:pt x="4323603" y="806735"/>
                  </a:lnTo>
                  <a:lnTo>
                    <a:pt x="4411938" y="814121"/>
                  </a:lnTo>
                  <a:lnTo>
                    <a:pt x="4506867" y="820778"/>
                  </a:lnTo>
                  <a:lnTo>
                    <a:pt x="4607240" y="826738"/>
                  </a:lnTo>
                  <a:lnTo>
                    <a:pt x="4711020" y="832009"/>
                  </a:lnTo>
                  <a:lnTo>
                    <a:pt x="4815206" y="836583"/>
                  </a:lnTo>
                  <a:lnTo>
                    <a:pt x="4915935" y="840443"/>
                  </a:lnTo>
                  <a:lnTo>
                    <a:pt x="5008838" y="843581"/>
                  </a:lnTo>
                  <a:lnTo>
                    <a:pt x="5089642" y="846004"/>
                  </a:lnTo>
                  <a:lnTo>
                    <a:pt x="5154927" y="847755"/>
                  </a:lnTo>
                  <a:lnTo>
                    <a:pt x="5202840" y="848910"/>
                  </a:lnTo>
                  <a:lnTo>
                    <a:pt x="5233558" y="849579"/>
                  </a:lnTo>
                  <a:lnTo>
                    <a:pt x="5249389" y="849892"/>
                  </a:lnTo>
                  <a:lnTo>
                    <a:pt x="5254569" y="849985"/>
                  </a:lnTo>
                  <a:lnTo>
                    <a:pt x="5254955" y="849991"/>
                  </a:lnTo>
                  <a:lnTo>
                    <a:pt x="6726343" y="849991"/>
                  </a:lnTo>
                  <a:lnTo>
                    <a:pt x="6727580" y="849994"/>
                  </a:lnTo>
                  <a:lnTo>
                    <a:pt x="6735701" y="850015"/>
                  </a:lnTo>
                  <a:lnTo>
                    <a:pt x="6756120" y="850071"/>
                  </a:lnTo>
                  <a:lnTo>
                    <a:pt x="6792494" y="850183"/>
                  </a:lnTo>
                  <a:lnTo>
                    <a:pt x="6846443" y="850366"/>
                  </a:lnTo>
                  <a:lnTo>
                    <a:pt x="6917432" y="850634"/>
                  </a:lnTo>
                  <a:lnTo>
                    <a:pt x="7002993" y="850997"/>
                  </a:lnTo>
                  <a:lnTo>
                    <a:pt x="7099302" y="851458"/>
                  </a:lnTo>
                  <a:lnTo>
                    <a:pt x="7201942" y="852018"/>
                  </a:lnTo>
                  <a:lnTo>
                    <a:pt x="7306632" y="852674"/>
                  </a:lnTo>
                  <a:lnTo>
                    <a:pt x="7409757" y="853425"/>
                  </a:lnTo>
                  <a:lnTo>
                    <a:pt x="7508633" y="854270"/>
                  </a:lnTo>
                  <a:lnTo>
                    <a:pt x="7601536" y="855212"/>
                  </a:lnTo>
                  <a:lnTo>
                    <a:pt x="7687589" y="856256"/>
                  </a:lnTo>
                  <a:lnTo>
                    <a:pt x="7766581" y="857411"/>
                  </a:lnTo>
                  <a:lnTo>
                    <a:pt x="7838769" y="858690"/>
                  </a:lnTo>
                  <a:lnTo>
                    <a:pt x="7904723" y="860111"/>
                  </a:lnTo>
                  <a:lnTo>
                    <a:pt x="7965191" y="861692"/>
                  </a:lnTo>
                  <a:lnTo>
                    <a:pt x="8021008" y="863453"/>
                  </a:lnTo>
                  <a:lnTo>
                    <a:pt x="8073027" y="865414"/>
                  </a:lnTo>
                  <a:lnTo>
                    <a:pt x="8122063" y="867591"/>
                  </a:lnTo>
                  <a:lnTo>
                    <a:pt x="8151487" y="869062"/>
                  </a:lnTo>
                  <a:lnTo>
                    <a:pt x="8207632" y="872222"/>
                  </a:lnTo>
                  <a:lnTo>
                    <a:pt x="8261932" y="875729"/>
                  </a:lnTo>
                  <a:lnTo>
                    <a:pt x="8315137" y="879586"/>
                  </a:lnTo>
                  <a:lnTo>
                    <a:pt x="8367780" y="883784"/>
                  </a:lnTo>
                  <a:lnTo>
                    <a:pt x="8420216" y="888296"/>
                  </a:lnTo>
                  <a:lnTo>
                    <a:pt x="8472660" y="893081"/>
                  </a:lnTo>
                  <a:lnTo>
                    <a:pt x="8525207" y="898081"/>
                  </a:lnTo>
                  <a:lnTo>
                    <a:pt x="8577864" y="903225"/>
                  </a:lnTo>
                  <a:lnTo>
                    <a:pt x="8630581" y="908434"/>
                  </a:lnTo>
                  <a:lnTo>
                    <a:pt x="8683278" y="913623"/>
                  </a:lnTo>
                  <a:lnTo>
                    <a:pt x="8735887" y="918709"/>
                  </a:lnTo>
                  <a:lnTo>
                    <a:pt x="8788379" y="923615"/>
                  </a:lnTo>
                  <a:lnTo>
                    <a:pt x="8840801" y="928277"/>
                  </a:lnTo>
                  <a:lnTo>
                    <a:pt x="8893300" y="932645"/>
                  </a:lnTo>
                  <a:lnTo>
                    <a:pt x="8946154" y="936684"/>
                  </a:lnTo>
                  <a:lnTo>
                    <a:pt x="8999799" y="940376"/>
                  </a:lnTo>
                  <a:lnTo>
                    <a:pt x="9054861" y="943718"/>
                  </a:lnTo>
                  <a:lnTo>
                    <a:pt x="9084767" y="945343"/>
                  </a:lnTo>
                  <a:lnTo>
                    <a:pt x="9132314" y="947658"/>
                  </a:lnTo>
                  <a:lnTo>
                    <a:pt x="9182379" y="949752"/>
                  </a:lnTo>
                  <a:lnTo>
                    <a:pt x="9235727" y="951636"/>
                  </a:lnTo>
                  <a:lnTo>
                    <a:pt x="9293191" y="953327"/>
                  </a:lnTo>
                  <a:lnTo>
                    <a:pt x="9355626" y="954845"/>
                  </a:lnTo>
                  <a:lnTo>
                    <a:pt x="9423841" y="956211"/>
                  </a:lnTo>
                  <a:lnTo>
                    <a:pt x="9498532" y="957442"/>
                  </a:lnTo>
                  <a:lnTo>
                    <a:pt x="9580168" y="958554"/>
                  </a:lnTo>
                  <a:lnTo>
                    <a:pt x="9668852" y="959558"/>
                  </a:lnTo>
                  <a:lnTo>
                    <a:pt x="9764144" y="960463"/>
                  </a:lnTo>
                  <a:lnTo>
                    <a:pt x="9864868" y="961272"/>
                  </a:lnTo>
                  <a:lnTo>
                    <a:pt x="9968949" y="961988"/>
                  </a:lnTo>
                  <a:lnTo>
                    <a:pt x="10073337" y="962608"/>
                  </a:lnTo>
                  <a:lnTo>
                    <a:pt x="10174122" y="963131"/>
                  </a:lnTo>
                  <a:lnTo>
                    <a:pt x="10266897" y="963555"/>
                  </a:lnTo>
                  <a:lnTo>
                    <a:pt x="10347373" y="963882"/>
                  </a:lnTo>
                  <a:lnTo>
                    <a:pt x="10412154" y="964117"/>
                  </a:lnTo>
                  <a:lnTo>
                    <a:pt x="10459448" y="964271"/>
                  </a:lnTo>
                  <a:lnTo>
                    <a:pt x="10489522" y="964360"/>
                  </a:lnTo>
                  <a:lnTo>
                    <a:pt x="10504790" y="964401"/>
                  </a:lnTo>
                  <a:lnTo>
                    <a:pt x="10509603" y="964413"/>
                  </a:lnTo>
                  <a:lnTo>
                    <a:pt x="10509911" y="964413"/>
                  </a:lnTo>
                  <a:lnTo>
                    <a:pt x="11981298" y="964413"/>
                  </a:lnTo>
                  <a:lnTo>
                    <a:pt x="11981298" y="956240"/>
                  </a:lnTo>
                  <a:lnTo>
                    <a:pt x="10509911" y="956240"/>
                  </a:lnTo>
                  <a:lnTo>
                    <a:pt x="10508673" y="956237"/>
                  </a:lnTo>
                  <a:lnTo>
                    <a:pt x="10500552" y="956217"/>
                  </a:lnTo>
                  <a:lnTo>
                    <a:pt x="10480133" y="956160"/>
                  </a:lnTo>
                  <a:lnTo>
                    <a:pt x="10443760" y="956049"/>
                  </a:lnTo>
                  <a:lnTo>
                    <a:pt x="10389810" y="955866"/>
                  </a:lnTo>
                  <a:lnTo>
                    <a:pt x="10318822" y="955597"/>
                  </a:lnTo>
                  <a:lnTo>
                    <a:pt x="10233261" y="955235"/>
                  </a:lnTo>
                  <a:lnTo>
                    <a:pt x="10136951" y="954773"/>
                  </a:lnTo>
                  <a:lnTo>
                    <a:pt x="10034311" y="954214"/>
                  </a:lnTo>
                  <a:lnTo>
                    <a:pt x="9929621" y="953557"/>
                  </a:lnTo>
                  <a:lnTo>
                    <a:pt x="9826496" y="952806"/>
                  </a:lnTo>
                  <a:lnTo>
                    <a:pt x="9727620" y="951961"/>
                  </a:lnTo>
                  <a:lnTo>
                    <a:pt x="9634718" y="951020"/>
                  </a:lnTo>
                  <a:lnTo>
                    <a:pt x="9548664" y="949976"/>
                  </a:lnTo>
                  <a:lnTo>
                    <a:pt x="9469673" y="948821"/>
                  </a:lnTo>
                  <a:lnTo>
                    <a:pt x="9397484" y="947541"/>
                  </a:lnTo>
                  <a:lnTo>
                    <a:pt x="9331531" y="946121"/>
                  </a:lnTo>
                  <a:lnTo>
                    <a:pt x="9271063" y="944540"/>
                  </a:lnTo>
                  <a:lnTo>
                    <a:pt x="9215245" y="942779"/>
                  </a:lnTo>
                  <a:lnTo>
                    <a:pt x="9163226" y="940818"/>
                  </a:lnTo>
                  <a:lnTo>
                    <a:pt x="9114191" y="938641"/>
                  </a:lnTo>
                  <a:lnTo>
                    <a:pt x="9084767" y="937170"/>
                  </a:lnTo>
                  <a:lnTo>
                    <a:pt x="9028622" y="934009"/>
                  </a:lnTo>
                  <a:lnTo>
                    <a:pt x="8974322" y="930502"/>
                  </a:lnTo>
                  <a:lnTo>
                    <a:pt x="8921116" y="926645"/>
                  </a:lnTo>
                  <a:lnTo>
                    <a:pt x="8868474" y="922448"/>
                  </a:lnTo>
                  <a:lnTo>
                    <a:pt x="8816037" y="917936"/>
                  </a:lnTo>
                  <a:lnTo>
                    <a:pt x="8763593" y="913151"/>
                  </a:lnTo>
                  <a:lnTo>
                    <a:pt x="8711046" y="908151"/>
                  </a:lnTo>
                  <a:lnTo>
                    <a:pt x="8658389" y="903006"/>
                  </a:lnTo>
                  <a:lnTo>
                    <a:pt x="8605673" y="897798"/>
                  </a:lnTo>
                  <a:lnTo>
                    <a:pt x="8552975" y="892609"/>
                  </a:lnTo>
                  <a:lnTo>
                    <a:pt x="8500367" y="887523"/>
                  </a:lnTo>
                  <a:lnTo>
                    <a:pt x="8447874" y="882616"/>
                  </a:lnTo>
                  <a:lnTo>
                    <a:pt x="8395452" y="877954"/>
                  </a:lnTo>
                  <a:lnTo>
                    <a:pt x="8342953" y="873587"/>
                  </a:lnTo>
                  <a:lnTo>
                    <a:pt x="8290099" y="869548"/>
                  </a:lnTo>
                  <a:lnTo>
                    <a:pt x="8236455" y="865856"/>
                  </a:lnTo>
                  <a:lnTo>
                    <a:pt x="8181392" y="862514"/>
                  </a:lnTo>
                  <a:lnTo>
                    <a:pt x="8151487" y="860889"/>
                  </a:lnTo>
                  <a:lnTo>
                    <a:pt x="8103940" y="858574"/>
                  </a:lnTo>
                  <a:lnTo>
                    <a:pt x="8053874" y="856479"/>
                  </a:lnTo>
                  <a:lnTo>
                    <a:pt x="8000526" y="854596"/>
                  </a:lnTo>
                  <a:lnTo>
                    <a:pt x="7943062" y="852905"/>
                  </a:lnTo>
                  <a:lnTo>
                    <a:pt x="7880628" y="851387"/>
                  </a:lnTo>
                  <a:lnTo>
                    <a:pt x="7812412" y="850021"/>
                  </a:lnTo>
                  <a:lnTo>
                    <a:pt x="7737721" y="848790"/>
                  </a:lnTo>
                  <a:lnTo>
                    <a:pt x="7656085" y="847678"/>
                  </a:lnTo>
                  <a:lnTo>
                    <a:pt x="7567401" y="846674"/>
                  </a:lnTo>
                  <a:lnTo>
                    <a:pt x="7472110" y="845769"/>
                  </a:lnTo>
                  <a:lnTo>
                    <a:pt x="7371385" y="844959"/>
                  </a:lnTo>
                  <a:lnTo>
                    <a:pt x="7267304" y="844244"/>
                  </a:lnTo>
                  <a:lnTo>
                    <a:pt x="7162916" y="843623"/>
                  </a:lnTo>
                  <a:lnTo>
                    <a:pt x="7062131" y="843100"/>
                  </a:lnTo>
                  <a:lnTo>
                    <a:pt x="6969357" y="842676"/>
                  </a:lnTo>
                  <a:lnTo>
                    <a:pt x="6888880" y="842350"/>
                  </a:lnTo>
                  <a:lnTo>
                    <a:pt x="6824099" y="842115"/>
                  </a:lnTo>
                  <a:lnTo>
                    <a:pt x="6776805" y="841960"/>
                  </a:lnTo>
                  <a:lnTo>
                    <a:pt x="6746732" y="841872"/>
                  </a:lnTo>
                  <a:lnTo>
                    <a:pt x="6731463" y="841831"/>
                  </a:lnTo>
                  <a:lnTo>
                    <a:pt x="6726650" y="841819"/>
                  </a:lnTo>
                  <a:lnTo>
                    <a:pt x="6726343" y="841818"/>
                  </a:lnTo>
                  <a:lnTo>
                    <a:pt x="5254955" y="841818"/>
                  </a:lnTo>
                  <a:lnTo>
                    <a:pt x="5253726" y="841797"/>
                  </a:lnTo>
                  <a:lnTo>
                    <a:pt x="5245660" y="841648"/>
                  </a:lnTo>
                  <a:lnTo>
                    <a:pt x="5225376" y="841234"/>
                  </a:lnTo>
                  <a:lnTo>
                    <a:pt x="5189229" y="840421"/>
                  </a:lnTo>
                  <a:lnTo>
                    <a:pt x="5135595" y="839083"/>
                  </a:lnTo>
                  <a:lnTo>
                    <a:pt x="5064983" y="837121"/>
                  </a:lnTo>
                  <a:lnTo>
                    <a:pt x="4979820" y="834469"/>
                  </a:lnTo>
                  <a:lnTo>
                    <a:pt x="4883890" y="831097"/>
                  </a:lnTo>
                  <a:lnTo>
                    <a:pt x="4781575" y="827003"/>
                  </a:lnTo>
                  <a:lnTo>
                    <a:pt x="4677135" y="822201"/>
                  </a:lnTo>
                  <a:lnTo>
                    <a:pt x="4574177" y="816706"/>
                  </a:lnTo>
                  <a:lnTo>
                    <a:pt x="4475393" y="810522"/>
                  </a:lnTo>
                  <a:lnTo>
                    <a:pt x="4382517" y="803634"/>
                  </a:lnTo>
                  <a:lnTo>
                    <a:pt x="4296443" y="795999"/>
                  </a:lnTo>
                  <a:lnTo>
                    <a:pt x="4217399" y="787550"/>
                  </a:lnTo>
                  <a:lnTo>
                    <a:pt x="4145141" y="778192"/>
                  </a:lnTo>
                  <a:lnTo>
                    <a:pt x="4079114" y="767808"/>
                  </a:lnTo>
                  <a:lnTo>
                    <a:pt x="4018579" y="756258"/>
                  </a:lnTo>
                  <a:lnTo>
                    <a:pt x="3962709" y="743393"/>
                  </a:lnTo>
                  <a:lnTo>
                    <a:pt x="3910656" y="729070"/>
                  </a:lnTo>
                  <a:lnTo>
                    <a:pt x="3861610" y="713172"/>
                  </a:lnTo>
                  <a:lnTo>
                    <a:pt x="3829811" y="701515"/>
                  </a:lnTo>
                  <a:lnTo>
                    <a:pt x="3777676" y="680037"/>
                  </a:lnTo>
                  <a:lnTo>
                    <a:pt x="3727180" y="656374"/>
                  </a:lnTo>
                  <a:lnTo>
                    <a:pt x="3677705" y="630492"/>
                  </a:lnTo>
                  <a:lnTo>
                    <a:pt x="3628797" y="602435"/>
                  </a:lnTo>
                  <a:lnTo>
                    <a:pt x="3580140" y="572328"/>
                  </a:lnTo>
                  <a:lnTo>
                    <a:pt x="3531530" y="540386"/>
                  </a:lnTo>
                  <a:lnTo>
                    <a:pt x="3482855" y="506911"/>
                  </a:lnTo>
                  <a:lnTo>
                    <a:pt x="3434079" y="472285"/>
                  </a:lnTo>
                  <a:lnTo>
                    <a:pt x="3385222" y="436950"/>
                  </a:lnTo>
                  <a:lnTo>
                    <a:pt x="3336337" y="401392"/>
                  </a:lnTo>
                  <a:lnTo>
                    <a:pt x="3287486" y="366106"/>
                  </a:lnTo>
                  <a:lnTo>
                    <a:pt x="3238720" y="331573"/>
                  </a:lnTo>
                  <a:lnTo>
                    <a:pt x="3190054" y="298233"/>
                  </a:lnTo>
                  <a:lnTo>
                    <a:pt x="3141445" y="266459"/>
                  </a:lnTo>
                  <a:lnTo>
                    <a:pt x="3092775" y="236544"/>
                  </a:lnTo>
                  <a:lnTo>
                    <a:pt x="3043827" y="208696"/>
                  </a:lnTo>
                  <a:lnTo>
                    <a:pt x="2994274" y="183031"/>
                  </a:lnTo>
                  <a:lnTo>
                    <a:pt x="2943648" y="159583"/>
                  </a:lnTo>
                  <a:lnTo>
                    <a:pt x="2896531" y="140303"/>
                  </a:lnTo>
                  <a:lnTo>
                    <a:pt x="2849099" y="123310"/>
                  </a:lnTo>
                  <a:lnTo>
                    <a:pt x="2799162" y="107932"/>
                  </a:lnTo>
                  <a:lnTo>
                    <a:pt x="2745963" y="94097"/>
                  </a:lnTo>
                  <a:lnTo>
                    <a:pt x="2688672" y="81676"/>
                  </a:lnTo>
                  <a:lnTo>
                    <a:pt x="2626442" y="70520"/>
                  </a:lnTo>
                  <a:lnTo>
                    <a:pt x="2558468" y="60483"/>
                  </a:lnTo>
                  <a:lnTo>
                    <a:pt x="2484057" y="51432"/>
                  </a:lnTo>
                  <a:lnTo>
                    <a:pt x="2402739" y="43256"/>
                  </a:lnTo>
                  <a:lnTo>
                    <a:pt x="2314404" y="35870"/>
                  </a:lnTo>
                  <a:lnTo>
                    <a:pt x="2219476" y="29213"/>
                  </a:lnTo>
                  <a:lnTo>
                    <a:pt x="2119102" y="23253"/>
                  </a:lnTo>
                  <a:lnTo>
                    <a:pt x="2015322" y="17982"/>
                  </a:lnTo>
                  <a:lnTo>
                    <a:pt x="1911136" y="13408"/>
                  </a:lnTo>
                  <a:lnTo>
                    <a:pt x="1810407" y="9547"/>
                  </a:lnTo>
                  <a:lnTo>
                    <a:pt x="1717504" y="6410"/>
                  </a:lnTo>
                  <a:lnTo>
                    <a:pt x="1636700" y="3987"/>
                  </a:lnTo>
                  <a:lnTo>
                    <a:pt x="1571415" y="2236"/>
                  </a:lnTo>
                  <a:lnTo>
                    <a:pt x="1523502" y="1081"/>
                  </a:lnTo>
                  <a:lnTo>
                    <a:pt x="1492784" y="412"/>
                  </a:lnTo>
                  <a:lnTo>
                    <a:pt x="1476953" y="99"/>
                  </a:lnTo>
                  <a:lnTo>
                    <a:pt x="1471773" y="6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564" name="pl564"/>
            <p:cNvSpPr/>
            <p:nvPr/>
          </p:nvSpPr>
          <p:spPr>
            <a:xfrm>
              <a:off x="4799595" y="3484111"/>
              <a:ext cx="11981298" cy="956240"/>
            </a:xfrm>
            <a:custGeom>
              <a:avLst/>
              <a:pathLst>
                <a:path w="11981298" h="956240">
                  <a:moveTo>
                    <a:pt x="0" y="0"/>
                  </a:moveTo>
                  <a:lnTo>
                    <a:pt x="1471387" y="0"/>
                  </a:lnTo>
                  <a:lnTo>
                    <a:pt x="1472616" y="20"/>
                  </a:lnTo>
                  <a:lnTo>
                    <a:pt x="1480682" y="170"/>
                  </a:lnTo>
                  <a:lnTo>
                    <a:pt x="1500966" y="583"/>
                  </a:lnTo>
                  <a:lnTo>
                    <a:pt x="1537113" y="1397"/>
                  </a:lnTo>
                  <a:lnTo>
                    <a:pt x="1590747" y="2735"/>
                  </a:lnTo>
                  <a:lnTo>
                    <a:pt x="1661360" y="4697"/>
                  </a:lnTo>
                  <a:lnTo>
                    <a:pt x="1746522" y="7349"/>
                  </a:lnTo>
                  <a:lnTo>
                    <a:pt x="1842452" y="10721"/>
                  </a:lnTo>
                  <a:lnTo>
                    <a:pt x="1944767" y="14815"/>
                  </a:lnTo>
                  <a:lnTo>
                    <a:pt x="2049207" y="19617"/>
                  </a:lnTo>
                  <a:lnTo>
                    <a:pt x="2152165" y="25112"/>
                  </a:lnTo>
                  <a:lnTo>
                    <a:pt x="2250949" y="31295"/>
                  </a:lnTo>
                  <a:lnTo>
                    <a:pt x="2343825" y="38184"/>
                  </a:lnTo>
                  <a:lnTo>
                    <a:pt x="2429899" y="45819"/>
                  </a:lnTo>
                  <a:lnTo>
                    <a:pt x="2508943" y="54268"/>
                  </a:lnTo>
                  <a:lnTo>
                    <a:pt x="2581201" y="63626"/>
                  </a:lnTo>
                  <a:lnTo>
                    <a:pt x="2647228" y="74010"/>
                  </a:lnTo>
                  <a:lnTo>
                    <a:pt x="2707763" y="85560"/>
                  </a:lnTo>
                  <a:lnTo>
                    <a:pt x="2763633" y="98425"/>
                  </a:lnTo>
                  <a:lnTo>
                    <a:pt x="2815686" y="112748"/>
                  </a:lnTo>
                  <a:lnTo>
                    <a:pt x="2864732" y="128646"/>
                  </a:lnTo>
                  <a:lnTo>
                    <a:pt x="2896531" y="140303"/>
                  </a:lnTo>
                  <a:lnTo>
                    <a:pt x="2948666" y="161780"/>
                  </a:lnTo>
                  <a:lnTo>
                    <a:pt x="2999162" y="185444"/>
                  </a:lnTo>
                  <a:lnTo>
                    <a:pt x="3048637" y="211326"/>
                  </a:lnTo>
                  <a:lnTo>
                    <a:pt x="3097545" y="239383"/>
                  </a:lnTo>
                  <a:lnTo>
                    <a:pt x="3146202" y="269490"/>
                  </a:lnTo>
                  <a:lnTo>
                    <a:pt x="3194813" y="301432"/>
                  </a:lnTo>
                  <a:lnTo>
                    <a:pt x="3243488" y="334907"/>
                  </a:lnTo>
                  <a:lnTo>
                    <a:pt x="3292263" y="369533"/>
                  </a:lnTo>
                  <a:lnTo>
                    <a:pt x="3341120" y="404867"/>
                  </a:lnTo>
                  <a:lnTo>
                    <a:pt x="3390005" y="440426"/>
                  </a:lnTo>
                  <a:lnTo>
                    <a:pt x="3438856" y="475712"/>
                  </a:lnTo>
                  <a:lnTo>
                    <a:pt x="3487622" y="510245"/>
                  </a:lnTo>
                  <a:lnTo>
                    <a:pt x="3536288" y="543585"/>
                  </a:lnTo>
                  <a:lnTo>
                    <a:pt x="3584897" y="575359"/>
                  </a:lnTo>
                  <a:lnTo>
                    <a:pt x="3633568" y="605273"/>
                  </a:lnTo>
                  <a:lnTo>
                    <a:pt x="3682515" y="633122"/>
                  </a:lnTo>
                  <a:lnTo>
                    <a:pt x="3732068" y="658787"/>
                  </a:lnTo>
                  <a:lnTo>
                    <a:pt x="3782694" y="682234"/>
                  </a:lnTo>
                  <a:lnTo>
                    <a:pt x="3829811" y="701515"/>
                  </a:lnTo>
                  <a:lnTo>
                    <a:pt x="3877243" y="718508"/>
                  </a:lnTo>
                  <a:lnTo>
                    <a:pt x="3927180" y="733886"/>
                  </a:lnTo>
                  <a:lnTo>
                    <a:pt x="3980379" y="747721"/>
                  </a:lnTo>
                  <a:lnTo>
                    <a:pt x="4037671" y="760142"/>
                  </a:lnTo>
                  <a:lnTo>
                    <a:pt x="4099900" y="771298"/>
                  </a:lnTo>
                  <a:lnTo>
                    <a:pt x="4167874" y="781335"/>
                  </a:lnTo>
                  <a:lnTo>
                    <a:pt x="4242285" y="790386"/>
                  </a:lnTo>
                  <a:lnTo>
                    <a:pt x="4323603" y="798562"/>
                  </a:lnTo>
                  <a:lnTo>
                    <a:pt x="4411938" y="805948"/>
                  </a:lnTo>
                  <a:lnTo>
                    <a:pt x="4506867" y="812605"/>
                  </a:lnTo>
                  <a:lnTo>
                    <a:pt x="4607240" y="818565"/>
                  </a:lnTo>
                  <a:lnTo>
                    <a:pt x="4711020" y="823836"/>
                  </a:lnTo>
                  <a:lnTo>
                    <a:pt x="4815206" y="828410"/>
                  </a:lnTo>
                  <a:lnTo>
                    <a:pt x="4915935" y="832270"/>
                  </a:lnTo>
                  <a:lnTo>
                    <a:pt x="5008838" y="835408"/>
                  </a:lnTo>
                  <a:lnTo>
                    <a:pt x="5089642" y="837831"/>
                  </a:lnTo>
                  <a:lnTo>
                    <a:pt x="5154927" y="839582"/>
                  </a:lnTo>
                  <a:lnTo>
                    <a:pt x="5202840" y="840737"/>
                  </a:lnTo>
                  <a:lnTo>
                    <a:pt x="5233558" y="841406"/>
                  </a:lnTo>
                  <a:lnTo>
                    <a:pt x="5249389" y="841719"/>
                  </a:lnTo>
                  <a:lnTo>
                    <a:pt x="5254569" y="841812"/>
                  </a:lnTo>
                  <a:lnTo>
                    <a:pt x="5254955" y="841818"/>
                  </a:lnTo>
                  <a:lnTo>
                    <a:pt x="6726343" y="841818"/>
                  </a:lnTo>
                  <a:lnTo>
                    <a:pt x="6727580" y="841821"/>
                  </a:lnTo>
                  <a:lnTo>
                    <a:pt x="6735701" y="841842"/>
                  </a:lnTo>
                  <a:lnTo>
                    <a:pt x="6756120" y="841898"/>
                  </a:lnTo>
                  <a:lnTo>
                    <a:pt x="6792494" y="842010"/>
                  </a:lnTo>
                  <a:lnTo>
                    <a:pt x="6846443" y="842193"/>
                  </a:lnTo>
                  <a:lnTo>
                    <a:pt x="6917432" y="842461"/>
                  </a:lnTo>
                  <a:lnTo>
                    <a:pt x="7002993" y="842824"/>
                  </a:lnTo>
                  <a:lnTo>
                    <a:pt x="7099302" y="843285"/>
                  </a:lnTo>
                  <a:lnTo>
                    <a:pt x="7201942" y="843845"/>
                  </a:lnTo>
                  <a:lnTo>
                    <a:pt x="7306632" y="844501"/>
                  </a:lnTo>
                  <a:lnTo>
                    <a:pt x="7409757" y="845252"/>
                  </a:lnTo>
                  <a:lnTo>
                    <a:pt x="7508633" y="846097"/>
                  </a:lnTo>
                  <a:lnTo>
                    <a:pt x="7601536" y="847039"/>
                  </a:lnTo>
                  <a:lnTo>
                    <a:pt x="7687589" y="848083"/>
                  </a:lnTo>
                  <a:lnTo>
                    <a:pt x="7766581" y="849238"/>
                  </a:lnTo>
                  <a:lnTo>
                    <a:pt x="7838769" y="850517"/>
                  </a:lnTo>
                  <a:lnTo>
                    <a:pt x="7904723" y="851938"/>
                  </a:lnTo>
                  <a:lnTo>
                    <a:pt x="7965191" y="853519"/>
                  </a:lnTo>
                  <a:lnTo>
                    <a:pt x="8021008" y="855280"/>
                  </a:lnTo>
                  <a:lnTo>
                    <a:pt x="8073027" y="857241"/>
                  </a:lnTo>
                  <a:lnTo>
                    <a:pt x="8122063" y="859418"/>
                  </a:lnTo>
                  <a:lnTo>
                    <a:pt x="8151487" y="860889"/>
                  </a:lnTo>
                  <a:lnTo>
                    <a:pt x="8207632" y="864049"/>
                  </a:lnTo>
                  <a:lnTo>
                    <a:pt x="8261932" y="867556"/>
                  </a:lnTo>
                  <a:lnTo>
                    <a:pt x="8315137" y="871413"/>
                  </a:lnTo>
                  <a:lnTo>
                    <a:pt x="8367780" y="875611"/>
                  </a:lnTo>
                  <a:lnTo>
                    <a:pt x="8420216" y="880123"/>
                  </a:lnTo>
                  <a:lnTo>
                    <a:pt x="8472660" y="884908"/>
                  </a:lnTo>
                  <a:lnTo>
                    <a:pt x="8525207" y="889908"/>
                  </a:lnTo>
                  <a:lnTo>
                    <a:pt x="8577864" y="895052"/>
                  </a:lnTo>
                  <a:lnTo>
                    <a:pt x="8630581" y="900261"/>
                  </a:lnTo>
                  <a:lnTo>
                    <a:pt x="8683278" y="905450"/>
                  </a:lnTo>
                  <a:lnTo>
                    <a:pt x="8735887" y="910536"/>
                  </a:lnTo>
                  <a:lnTo>
                    <a:pt x="8788379" y="915442"/>
                  </a:lnTo>
                  <a:lnTo>
                    <a:pt x="8840801" y="920104"/>
                  </a:lnTo>
                  <a:lnTo>
                    <a:pt x="8893300" y="924472"/>
                  </a:lnTo>
                  <a:lnTo>
                    <a:pt x="8946154" y="928511"/>
                  </a:lnTo>
                  <a:lnTo>
                    <a:pt x="8999799" y="932203"/>
                  </a:lnTo>
                  <a:lnTo>
                    <a:pt x="9054861" y="935545"/>
                  </a:lnTo>
                  <a:lnTo>
                    <a:pt x="9084767" y="937170"/>
                  </a:lnTo>
                  <a:lnTo>
                    <a:pt x="9132314" y="939485"/>
                  </a:lnTo>
                  <a:lnTo>
                    <a:pt x="9182379" y="941579"/>
                  </a:lnTo>
                  <a:lnTo>
                    <a:pt x="9235727" y="943463"/>
                  </a:lnTo>
                  <a:lnTo>
                    <a:pt x="9293191" y="945154"/>
                  </a:lnTo>
                  <a:lnTo>
                    <a:pt x="9355626" y="946672"/>
                  </a:lnTo>
                  <a:lnTo>
                    <a:pt x="9423841" y="948038"/>
                  </a:lnTo>
                  <a:lnTo>
                    <a:pt x="9498532" y="949269"/>
                  </a:lnTo>
                  <a:lnTo>
                    <a:pt x="9580168" y="950381"/>
                  </a:lnTo>
                  <a:lnTo>
                    <a:pt x="9668852" y="951385"/>
                  </a:lnTo>
                  <a:lnTo>
                    <a:pt x="9764144" y="952290"/>
                  </a:lnTo>
                  <a:lnTo>
                    <a:pt x="9864868" y="953099"/>
                  </a:lnTo>
                  <a:lnTo>
                    <a:pt x="9968949" y="953815"/>
                  </a:lnTo>
                  <a:lnTo>
                    <a:pt x="10073337" y="954435"/>
                  </a:lnTo>
                  <a:lnTo>
                    <a:pt x="10174122" y="954958"/>
                  </a:lnTo>
                  <a:lnTo>
                    <a:pt x="10266897" y="955382"/>
                  </a:lnTo>
                  <a:lnTo>
                    <a:pt x="10347373" y="955709"/>
                  </a:lnTo>
                  <a:lnTo>
                    <a:pt x="10412154" y="955944"/>
                  </a:lnTo>
                  <a:lnTo>
                    <a:pt x="10459448" y="956098"/>
                  </a:lnTo>
                  <a:lnTo>
                    <a:pt x="10489522" y="956187"/>
                  </a:lnTo>
                  <a:lnTo>
                    <a:pt x="10504790" y="956228"/>
                  </a:lnTo>
                  <a:lnTo>
                    <a:pt x="10509603" y="956240"/>
                  </a:lnTo>
                  <a:lnTo>
                    <a:pt x="10509911" y="956240"/>
                  </a:lnTo>
                  <a:lnTo>
                    <a:pt x="11981298" y="95624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65" name="pl565"/>
            <p:cNvSpPr/>
            <p:nvPr/>
          </p:nvSpPr>
          <p:spPr>
            <a:xfrm>
              <a:off x="4799595" y="3475938"/>
              <a:ext cx="11981298" cy="956240"/>
            </a:xfrm>
            <a:custGeom>
              <a:avLst/>
              <a:pathLst>
                <a:path w="11981298" h="956240">
                  <a:moveTo>
                    <a:pt x="11981298" y="956240"/>
                  </a:moveTo>
                  <a:lnTo>
                    <a:pt x="10509911" y="956240"/>
                  </a:lnTo>
                  <a:lnTo>
                    <a:pt x="10508673" y="956237"/>
                  </a:lnTo>
                  <a:lnTo>
                    <a:pt x="10500552" y="956217"/>
                  </a:lnTo>
                  <a:lnTo>
                    <a:pt x="10480133" y="956160"/>
                  </a:lnTo>
                  <a:lnTo>
                    <a:pt x="10443760" y="956049"/>
                  </a:lnTo>
                  <a:lnTo>
                    <a:pt x="10389810" y="955866"/>
                  </a:lnTo>
                  <a:lnTo>
                    <a:pt x="10318822" y="955597"/>
                  </a:lnTo>
                  <a:lnTo>
                    <a:pt x="10233261" y="955235"/>
                  </a:lnTo>
                  <a:lnTo>
                    <a:pt x="10136951" y="954773"/>
                  </a:lnTo>
                  <a:lnTo>
                    <a:pt x="10034311" y="954214"/>
                  </a:lnTo>
                  <a:lnTo>
                    <a:pt x="9929621" y="953557"/>
                  </a:lnTo>
                  <a:lnTo>
                    <a:pt x="9826496" y="952806"/>
                  </a:lnTo>
                  <a:lnTo>
                    <a:pt x="9727620" y="951961"/>
                  </a:lnTo>
                  <a:lnTo>
                    <a:pt x="9634718" y="951020"/>
                  </a:lnTo>
                  <a:lnTo>
                    <a:pt x="9548664" y="949976"/>
                  </a:lnTo>
                  <a:lnTo>
                    <a:pt x="9469673" y="948821"/>
                  </a:lnTo>
                  <a:lnTo>
                    <a:pt x="9397484" y="947541"/>
                  </a:lnTo>
                  <a:lnTo>
                    <a:pt x="9331531" y="946121"/>
                  </a:lnTo>
                  <a:lnTo>
                    <a:pt x="9271063" y="944540"/>
                  </a:lnTo>
                  <a:lnTo>
                    <a:pt x="9215245" y="942779"/>
                  </a:lnTo>
                  <a:lnTo>
                    <a:pt x="9163226" y="940818"/>
                  </a:lnTo>
                  <a:lnTo>
                    <a:pt x="9114191" y="938641"/>
                  </a:lnTo>
                  <a:lnTo>
                    <a:pt x="9084767" y="937170"/>
                  </a:lnTo>
                  <a:lnTo>
                    <a:pt x="9028622" y="934009"/>
                  </a:lnTo>
                  <a:lnTo>
                    <a:pt x="8974322" y="930502"/>
                  </a:lnTo>
                  <a:lnTo>
                    <a:pt x="8921116" y="926645"/>
                  </a:lnTo>
                  <a:lnTo>
                    <a:pt x="8868474" y="922448"/>
                  </a:lnTo>
                  <a:lnTo>
                    <a:pt x="8816037" y="917936"/>
                  </a:lnTo>
                  <a:lnTo>
                    <a:pt x="8763593" y="913151"/>
                  </a:lnTo>
                  <a:lnTo>
                    <a:pt x="8711046" y="908151"/>
                  </a:lnTo>
                  <a:lnTo>
                    <a:pt x="8658389" y="903006"/>
                  </a:lnTo>
                  <a:lnTo>
                    <a:pt x="8605673" y="897798"/>
                  </a:lnTo>
                  <a:lnTo>
                    <a:pt x="8552975" y="892609"/>
                  </a:lnTo>
                  <a:lnTo>
                    <a:pt x="8500367" y="887523"/>
                  </a:lnTo>
                  <a:lnTo>
                    <a:pt x="8447874" y="882616"/>
                  </a:lnTo>
                  <a:lnTo>
                    <a:pt x="8395452" y="877954"/>
                  </a:lnTo>
                  <a:lnTo>
                    <a:pt x="8342953" y="873587"/>
                  </a:lnTo>
                  <a:lnTo>
                    <a:pt x="8290099" y="869548"/>
                  </a:lnTo>
                  <a:lnTo>
                    <a:pt x="8236455" y="865856"/>
                  </a:lnTo>
                  <a:lnTo>
                    <a:pt x="8181392" y="862514"/>
                  </a:lnTo>
                  <a:lnTo>
                    <a:pt x="8151487" y="860889"/>
                  </a:lnTo>
                  <a:lnTo>
                    <a:pt x="8103940" y="858574"/>
                  </a:lnTo>
                  <a:lnTo>
                    <a:pt x="8053874" y="856479"/>
                  </a:lnTo>
                  <a:lnTo>
                    <a:pt x="8000526" y="854596"/>
                  </a:lnTo>
                  <a:lnTo>
                    <a:pt x="7943062" y="852905"/>
                  </a:lnTo>
                  <a:lnTo>
                    <a:pt x="7880628" y="851387"/>
                  </a:lnTo>
                  <a:lnTo>
                    <a:pt x="7812412" y="850021"/>
                  </a:lnTo>
                  <a:lnTo>
                    <a:pt x="7737721" y="848790"/>
                  </a:lnTo>
                  <a:lnTo>
                    <a:pt x="7656085" y="847678"/>
                  </a:lnTo>
                  <a:lnTo>
                    <a:pt x="7567401" y="846674"/>
                  </a:lnTo>
                  <a:lnTo>
                    <a:pt x="7472110" y="845769"/>
                  </a:lnTo>
                  <a:lnTo>
                    <a:pt x="7371385" y="844959"/>
                  </a:lnTo>
                  <a:lnTo>
                    <a:pt x="7267304" y="844244"/>
                  </a:lnTo>
                  <a:lnTo>
                    <a:pt x="7162916" y="843623"/>
                  </a:lnTo>
                  <a:lnTo>
                    <a:pt x="7062131" y="843100"/>
                  </a:lnTo>
                  <a:lnTo>
                    <a:pt x="6969357" y="842676"/>
                  </a:lnTo>
                  <a:lnTo>
                    <a:pt x="6888880" y="842350"/>
                  </a:lnTo>
                  <a:lnTo>
                    <a:pt x="6824099" y="842115"/>
                  </a:lnTo>
                  <a:lnTo>
                    <a:pt x="6776805" y="841960"/>
                  </a:lnTo>
                  <a:lnTo>
                    <a:pt x="6746732" y="841872"/>
                  </a:lnTo>
                  <a:lnTo>
                    <a:pt x="6731463" y="841831"/>
                  </a:lnTo>
                  <a:lnTo>
                    <a:pt x="6726650" y="841819"/>
                  </a:lnTo>
                  <a:lnTo>
                    <a:pt x="6726343" y="841818"/>
                  </a:lnTo>
                  <a:lnTo>
                    <a:pt x="5254955" y="841818"/>
                  </a:lnTo>
                  <a:lnTo>
                    <a:pt x="5253726" y="841797"/>
                  </a:lnTo>
                  <a:lnTo>
                    <a:pt x="5245660" y="841648"/>
                  </a:lnTo>
                  <a:lnTo>
                    <a:pt x="5225376" y="841234"/>
                  </a:lnTo>
                  <a:lnTo>
                    <a:pt x="5189229" y="840421"/>
                  </a:lnTo>
                  <a:lnTo>
                    <a:pt x="5135595" y="839083"/>
                  </a:lnTo>
                  <a:lnTo>
                    <a:pt x="5064983" y="837121"/>
                  </a:lnTo>
                  <a:lnTo>
                    <a:pt x="4979820" y="834469"/>
                  </a:lnTo>
                  <a:lnTo>
                    <a:pt x="4883890" y="831097"/>
                  </a:lnTo>
                  <a:lnTo>
                    <a:pt x="4781575" y="827003"/>
                  </a:lnTo>
                  <a:lnTo>
                    <a:pt x="4677135" y="822201"/>
                  </a:lnTo>
                  <a:lnTo>
                    <a:pt x="4574177" y="816706"/>
                  </a:lnTo>
                  <a:lnTo>
                    <a:pt x="4475393" y="810522"/>
                  </a:lnTo>
                  <a:lnTo>
                    <a:pt x="4382517" y="803634"/>
                  </a:lnTo>
                  <a:lnTo>
                    <a:pt x="4296443" y="795999"/>
                  </a:lnTo>
                  <a:lnTo>
                    <a:pt x="4217399" y="787550"/>
                  </a:lnTo>
                  <a:lnTo>
                    <a:pt x="4145141" y="778192"/>
                  </a:lnTo>
                  <a:lnTo>
                    <a:pt x="4079114" y="767808"/>
                  </a:lnTo>
                  <a:lnTo>
                    <a:pt x="4018579" y="756258"/>
                  </a:lnTo>
                  <a:lnTo>
                    <a:pt x="3962709" y="743393"/>
                  </a:lnTo>
                  <a:lnTo>
                    <a:pt x="3910656" y="729070"/>
                  </a:lnTo>
                  <a:lnTo>
                    <a:pt x="3861610" y="713172"/>
                  </a:lnTo>
                  <a:lnTo>
                    <a:pt x="3829811" y="701515"/>
                  </a:lnTo>
                  <a:lnTo>
                    <a:pt x="3777676" y="680037"/>
                  </a:lnTo>
                  <a:lnTo>
                    <a:pt x="3727180" y="656374"/>
                  </a:lnTo>
                  <a:lnTo>
                    <a:pt x="3677705" y="630492"/>
                  </a:lnTo>
                  <a:lnTo>
                    <a:pt x="3628797" y="602435"/>
                  </a:lnTo>
                  <a:lnTo>
                    <a:pt x="3580140" y="572328"/>
                  </a:lnTo>
                  <a:lnTo>
                    <a:pt x="3531530" y="540386"/>
                  </a:lnTo>
                  <a:lnTo>
                    <a:pt x="3482855" y="506911"/>
                  </a:lnTo>
                  <a:lnTo>
                    <a:pt x="3434079" y="472285"/>
                  </a:lnTo>
                  <a:lnTo>
                    <a:pt x="3385222" y="436950"/>
                  </a:lnTo>
                  <a:lnTo>
                    <a:pt x="3336337" y="401392"/>
                  </a:lnTo>
                  <a:lnTo>
                    <a:pt x="3287486" y="366106"/>
                  </a:lnTo>
                  <a:lnTo>
                    <a:pt x="3238720" y="331573"/>
                  </a:lnTo>
                  <a:lnTo>
                    <a:pt x="3190054" y="298233"/>
                  </a:lnTo>
                  <a:lnTo>
                    <a:pt x="3141445" y="266459"/>
                  </a:lnTo>
                  <a:lnTo>
                    <a:pt x="3092775" y="236544"/>
                  </a:lnTo>
                  <a:lnTo>
                    <a:pt x="3043827" y="208696"/>
                  </a:lnTo>
                  <a:lnTo>
                    <a:pt x="2994274" y="183031"/>
                  </a:lnTo>
                  <a:lnTo>
                    <a:pt x="2943648" y="159583"/>
                  </a:lnTo>
                  <a:lnTo>
                    <a:pt x="2896531" y="140303"/>
                  </a:lnTo>
                  <a:lnTo>
                    <a:pt x="2849099" y="123310"/>
                  </a:lnTo>
                  <a:lnTo>
                    <a:pt x="2799162" y="107932"/>
                  </a:lnTo>
                  <a:lnTo>
                    <a:pt x="2745963" y="94097"/>
                  </a:lnTo>
                  <a:lnTo>
                    <a:pt x="2688672" y="81676"/>
                  </a:lnTo>
                  <a:lnTo>
                    <a:pt x="2626442" y="70520"/>
                  </a:lnTo>
                  <a:lnTo>
                    <a:pt x="2558468" y="60483"/>
                  </a:lnTo>
                  <a:lnTo>
                    <a:pt x="2484057" y="51432"/>
                  </a:lnTo>
                  <a:lnTo>
                    <a:pt x="2402739" y="43256"/>
                  </a:lnTo>
                  <a:lnTo>
                    <a:pt x="2314404" y="35870"/>
                  </a:lnTo>
                  <a:lnTo>
                    <a:pt x="2219476" y="29213"/>
                  </a:lnTo>
                  <a:lnTo>
                    <a:pt x="2119102" y="23253"/>
                  </a:lnTo>
                  <a:lnTo>
                    <a:pt x="2015322" y="17982"/>
                  </a:lnTo>
                  <a:lnTo>
                    <a:pt x="1911136" y="13408"/>
                  </a:lnTo>
                  <a:lnTo>
                    <a:pt x="1810407" y="9547"/>
                  </a:lnTo>
                  <a:lnTo>
                    <a:pt x="1717504" y="6410"/>
                  </a:lnTo>
                  <a:lnTo>
                    <a:pt x="1636700" y="3987"/>
                  </a:lnTo>
                  <a:lnTo>
                    <a:pt x="1571415" y="2236"/>
                  </a:lnTo>
                  <a:lnTo>
                    <a:pt x="1523502" y="1081"/>
                  </a:lnTo>
                  <a:lnTo>
                    <a:pt x="1492784" y="412"/>
                  </a:lnTo>
                  <a:lnTo>
                    <a:pt x="1476953" y="99"/>
                  </a:lnTo>
                  <a:lnTo>
                    <a:pt x="1471773" y="6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66" name="pg566"/>
            <p:cNvSpPr/>
            <p:nvPr/>
          </p:nvSpPr>
          <p:spPr>
            <a:xfrm>
              <a:off x="4799595" y="3484111"/>
              <a:ext cx="11981298" cy="1250468"/>
            </a:xfrm>
            <a:custGeom>
              <a:avLst/>
              <a:pathLst>
                <a:path w="11981298" h="1250468">
                  <a:moveTo>
                    <a:pt x="0" y="16345"/>
                  </a:moveTo>
                  <a:lnTo>
                    <a:pt x="1471387" y="16345"/>
                  </a:lnTo>
                  <a:lnTo>
                    <a:pt x="1472616" y="16367"/>
                  </a:lnTo>
                  <a:lnTo>
                    <a:pt x="1480681" y="16518"/>
                  </a:lnTo>
                  <a:lnTo>
                    <a:pt x="1500963" y="16935"/>
                  </a:lnTo>
                  <a:lnTo>
                    <a:pt x="1537104" y="17756"/>
                  </a:lnTo>
                  <a:lnTo>
                    <a:pt x="1590733" y="19107"/>
                  </a:lnTo>
                  <a:lnTo>
                    <a:pt x="1661337" y="21088"/>
                  </a:lnTo>
                  <a:lnTo>
                    <a:pt x="1746492" y="23765"/>
                  </a:lnTo>
                  <a:lnTo>
                    <a:pt x="1842415" y="27170"/>
                  </a:lnTo>
                  <a:lnTo>
                    <a:pt x="1944723" y="31303"/>
                  </a:lnTo>
                  <a:lnTo>
                    <a:pt x="2049159" y="36151"/>
                  </a:lnTo>
                  <a:lnTo>
                    <a:pt x="2152113" y="41698"/>
                  </a:lnTo>
                  <a:lnTo>
                    <a:pt x="2250895" y="47942"/>
                  </a:lnTo>
                  <a:lnTo>
                    <a:pt x="2343770" y="54897"/>
                  </a:lnTo>
                  <a:lnTo>
                    <a:pt x="2429845" y="62605"/>
                  </a:lnTo>
                  <a:lnTo>
                    <a:pt x="2508890" y="71135"/>
                  </a:lnTo>
                  <a:lnTo>
                    <a:pt x="2581149" y="80582"/>
                  </a:lnTo>
                  <a:lnTo>
                    <a:pt x="2647178" y="91066"/>
                  </a:lnTo>
                  <a:lnTo>
                    <a:pt x="2707714" y="102727"/>
                  </a:lnTo>
                  <a:lnTo>
                    <a:pt x="2763586" y="115714"/>
                  </a:lnTo>
                  <a:lnTo>
                    <a:pt x="2815639" y="130175"/>
                  </a:lnTo>
                  <a:lnTo>
                    <a:pt x="2864685" y="146224"/>
                  </a:lnTo>
                  <a:lnTo>
                    <a:pt x="2896531" y="158011"/>
                  </a:lnTo>
                  <a:lnTo>
                    <a:pt x="2948600" y="179668"/>
                  </a:lnTo>
                  <a:lnTo>
                    <a:pt x="2999033" y="203526"/>
                  </a:lnTo>
                  <a:lnTo>
                    <a:pt x="3048447" y="229618"/>
                  </a:lnTo>
                  <a:lnTo>
                    <a:pt x="3097293" y="257902"/>
                  </a:lnTo>
                  <a:lnTo>
                    <a:pt x="3145888" y="288250"/>
                  </a:lnTo>
                  <a:lnTo>
                    <a:pt x="3194436" y="320448"/>
                  </a:lnTo>
                  <a:lnTo>
                    <a:pt x="3243047" y="354193"/>
                  </a:lnTo>
                  <a:lnTo>
                    <a:pt x="3291759" y="389101"/>
                  </a:lnTo>
                  <a:lnTo>
                    <a:pt x="3340552" y="424727"/>
                  </a:lnTo>
                  <a:lnTo>
                    <a:pt x="3389374" y="460585"/>
                  </a:lnTo>
                  <a:lnTo>
                    <a:pt x="3438163" y="496175"/>
                  </a:lnTo>
                  <a:lnTo>
                    <a:pt x="3486867" y="531012"/>
                  </a:lnTo>
                  <a:lnTo>
                    <a:pt x="3535472" y="564655"/>
                  </a:lnTo>
                  <a:lnTo>
                    <a:pt x="3584018" y="596727"/>
                  </a:lnTo>
                  <a:lnTo>
                    <a:pt x="3632623" y="626930"/>
                  </a:lnTo>
                  <a:lnTo>
                    <a:pt x="3681499" y="655056"/>
                  </a:lnTo>
                  <a:lnTo>
                    <a:pt x="3730971" y="680984"/>
                  </a:lnTo>
                  <a:lnTo>
                    <a:pt x="3781501" y="704679"/>
                  </a:lnTo>
                  <a:lnTo>
                    <a:pt x="3829811" y="724672"/>
                  </a:lnTo>
                  <a:lnTo>
                    <a:pt x="3877241" y="741829"/>
                  </a:lnTo>
                  <a:lnTo>
                    <a:pt x="3927175" y="757355"/>
                  </a:lnTo>
                  <a:lnTo>
                    <a:pt x="3980372" y="771324"/>
                  </a:lnTo>
                  <a:lnTo>
                    <a:pt x="4037659" y="783866"/>
                  </a:lnTo>
                  <a:lnTo>
                    <a:pt x="4099885" y="795130"/>
                  </a:lnTo>
                  <a:lnTo>
                    <a:pt x="4167854" y="805264"/>
                  </a:lnTo>
                  <a:lnTo>
                    <a:pt x="4242260" y="814403"/>
                  </a:lnTo>
                  <a:lnTo>
                    <a:pt x="4323571" y="822658"/>
                  </a:lnTo>
                  <a:lnTo>
                    <a:pt x="4411900" y="830116"/>
                  </a:lnTo>
                  <a:lnTo>
                    <a:pt x="4506821" y="836837"/>
                  </a:lnTo>
                  <a:lnTo>
                    <a:pt x="4607187" y="842855"/>
                  </a:lnTo>
                  <a:lnTo>
                    <a:pt x="4710962" y="848177"/>
                  </a:lnTo>
                  <a:lnTo>
                    <a:pt x="4815143" y="852796"/>
                  </a:lnTo>
                  <a:lnTo>
                    <a:pt x="4915871" y="856694"/>
                  </a:lnTo>
                  <a:lnTo>
                    <a:pt x="5008777" y="859862"/>
                  </a:lnTo>
                  <a:lnTo>
                    <a:pt x="5089587" y="862310"/>
                  </a:lnTo>
                  <a:lnTo>
                    <a:pt x="5154882" y="864078"/>
                  </a:lnTo>
                  <a:lnTo>
                    <a:pt x="5202807" y="865245"/>
                  </a:lnTo>
                  <a:lnTo>
                    <a:pt x="5233538" y="865921"/>
                  </a:lnTo>
                  <a:lnTo>
                    <a:pt x="5249380" y="866236"/>
                  </a:lnTo>
                  <a:lnTo>
                    <a:pt x="5254568" y="866331"/>
                  </a:lnTo>
                  <a:lnTo>
                    <a:pt x="5254955" y="866337"/>
                  </a:lnTo>
                  <a:lnTo>
                    <a:pt x="6726343" y="866337"/>
                  </a:lnTo>
                  <a:lnTo>
                    <a:pt x="6727579" y="866347"/>
                  </a:lnTo>
                  <a:lnTo>
                    <a:pt x="6735689" y="866416"/>
                  </a:lnTo>
                  <a:lnTo>
                    <a:pt x="6756081" y="866605"/>
                  </a:lnTo>
                  <a:lnTo>
                    <a:pt x="6792411" y="866979"/>
                  </a:lnTo>
                  <a:lnTo>
                    <a:pt x="6846299" y="867593"/>
                  </a:lnTo>
                  <a:lnTo>
                    <a:pt x="6917214" y="868493"/>
                  </a:lnTo>
                  <a:lnTo>
                    <a:pt x="7002698" y="869709"/>
                  </a:lnTo>
                  <a:lnTo>
                    <a:pt x="7098934" y="871256"/>
                  </a:lnTo>
                  <a:lnTo>
                    <a:pt x="7201511" y="873133"/>
                  </a:lnTo>
                  <a:lnTo>
                    <a:pt x="7306153" y="875334"/>
                  </a:lnTo>
                  <a:lnTo>
                    <a:pt x="7409245" y="877852"/>
                  </a:lnTo>
                  <a:lnTo>
                    <a:pt x="7508103" y="880686"/>
                  </a:lnTo>
                  <a:lnTo>
                    <a:pt x="7601001" y="883844"/>
                  </a:lnTo>
                  <a:lnTo>
                    <a:pt x="7687059" y="887343"/>
                  </a:lnTo>
                  <a:lnTo>
                    <a:pt x="7766060" y="891217"/>
                  </a:lnTo>
                  <a:lnTo>
                    <a:pt x="7838262" y="895508"/>
                  </a:lnTo>
                  <a:lnTo>
                    <a:pt x="7904230" y="900272"/>
                  </a:lnTo>
                  <a:lnTo>
                    <a:pt x="7964711" y="905571"/>
                  </a:lnTo>
                  <a:lnTo>
                    <a:pt x="8020539" y="911475"/>
                  </a:lnTo>
                  <a:lnTo>
                    <a:pt x="8072564" y="918049"/>
                  </a:lnTo>
                  <a:lnTo>
                    <a:pt x="8121602" y="925346"/>
                  </a:lnTo>
                  <a:lnTo>
                    <a:pt x="8151487" y="930359"/>
                  </a:lnTo>
                  <a:lnTo>
                    <a:pt x="8206731" y="940787"/>
                  </a:lnTo>
                  <a:lnTo>
                    <a:pt x="8260177" y="952340"/>
                  </a:lnTo>
                  <a:lnTo>
                    <a:pt x="8312544" y="965030"/>
                  </a:lnTo>
                  <a:lnTo>
                    <a:pt x="8364346" y="978828"/>
                  </a:lnTo>
                  <a:lnTo>
                    <a:pt x="8415932" y="993656"/>
                  </a:lnTo>
                  <a:lnTo>
                    <a:pt x="8467512" y="1009383"/>
                  </a:lnTo>
                  <a:lnTo>
                    <a:pt x="8519188" y="1025830"/>
                  </a:lnTo>
                  <a:lnTo>
                    <a:pt x="8570973" y="1042774"/>
                  </a:lnTo>
                  <a:lnTo>
                    <a:pt x="8622823" y="1059963"/>
                  </a:lnTo>
                  <a:lnTo>
                    <a:pt x="8674667" y="1077126"/>
                  </a:lnTo>
                  <a:lnTo>
                    <a:pt x="8726434" y="1093999"/>
                  </a:lnTo>
                  <a:lnTo>
                    <a:pt x="8778089" y="1110330"/>
                  </a:lnTo>
                  <a:lnTo>
                    <a:pt x="8829660" y="1125906"/>
                  </a:lnTo>
                  <a:lnTo>
                    <a:pt x="8881265" y="1140556"/>
                  </a:lnTo>
                  <a:lnTo>
                    <a:pt x="8933140" y="1154158"/>
                  </a:lnTo>
                  <a:lnTo>
                    <a:pt x="8985659" y="1166643"/>
                  </a:lnTo>
                  <a:lnTo>
                    <a:pt x="9039371" y="1177989"/>
                  </a:lnTo>
                  <a:lnTo>
                    <a:pt x="9084767" y="1186446"/>
                  </a:lnTo>
                  <a:lnTo>
                    <a:pt x="9132291" y="1194214"/>
                  </a:lnTo>
                  <a:lnTo>
                    <a:pt x="9182332" y="1201243"/>
                  </a:lnTo>
                  <a:lnTo>
                    <a:pt x="9235651" y="1207565"/>
                  </a:lnTo>
                  <a:lnTo>
                    <a:pt x="9293082" y="1213240"/>
                  </a:lnTo>
                  <a:lnTo>
                    <a:pt x="9355476" y="1218335"/>
                  </a:lnTo>
                  <a:lnTo>
                    <a:pt x="9423645" y="1222919"/>
                  </a:lnTo>
                  <a:lnTo>
                    <a:pt x="9498281" y="1227051"/>
                  </a:lnTo>
                  <a:lnTo>
                    <a:pt x="9579855" y="1230784"/>
                  </a:lnTo>
                  <a:lnTo>
                    <a:pt x="9668471" y="1234155"/>
                  </a:lnTo>
                  <a:lnTo>
                    <a:pt x="9763692" y="1237193"/>
                  </a:lnTo>
                  <a:lnTo>
                    <a:pt x="9864349" y="1239911"/>
                  </a:lnTo>
                  <a:lnTo>
                    <a:pt x="9968372" y="1242314"/>
                  </a:lnTo>
                  <a:lnTo>
                    <a:pt x="10072721" y="1244397"/>
                  </a:lnTo>
                  <a:lnTo>
                    <a:pt x="10173495" y="1246154"/>
                  </a:lnTo>
                  <a:lnTo>
                    <a:pt x="10266295" y="1247579"/>
                  </a:lnTo>
                  <a:lnTo>
                    <a:pt x="10346836" y="1248678"/>
                  </a:lnTo>
                  <a:lnTo>
                    <a:pt x="10411715" y="1249469"/>
                  </a:lnTo>
                  <a:lnTo>
                    <a:pt x="10459129" y="1249989"/>
                  </a:lnTo>
                  <a:lnTo>
                    <a:pt x="10489328" y="1250288"/>
                  </a:lnTo>
                  <a:lnTo>
                    <a:pt x="10504705" y="1250426"/>
                  </a:lnTo>
                  <a:lnTo>
                    <a:pt x="10509589" y="1250466"/>
                  </a:lnTo>
                  <a:lnTo>
                    <a:pt x="10509911" y="1250468"/>
                  </a:lnTo>
                  <a:lnTo>
                    <a:pt x="11981298" y="1250468"/>
                  </a:lnTo>
                  <a:lnTo>
                    <a:pt x="11981298" y="1234122"/>
                  </a:lnTo>
                  <a:lnTo>
                    <a:pt x="10509911" y="1234122"/>
                  </a:lnTo>
                  <a:lnTo>
                    <a:pt x="10508675" y="1234113"/>
                  </a:lnTo>
                  <a:lnTo>
                    <a:pt x="10500564" y="1234044"/>
                  </a:lnTo>
                  <a:lnTo>
                    <a:pt x="10480172" y="1233854"/>
                  </a:lnTo>
                  <a:lnTo>
                    <a:pt x="10443842" y="1233481"/>
                  </a:lnTo>
                  <a:lnTo>
                    <a:pt x="10389954" y="1232867"/>
                  </a:lnTo>
                  <a:lnTo>
                    <a:pt x="10319039" y="1231967"/>
                  </a:lnTo>
                  <a:lnTo>
                    <a:pt x="10233555" y="1230750"/>
                  </a:lnTo>
                  <a:lnTo>
                    <a:pt x="10137319" y="1229204"/>
                  </a:lnTo>
                  <a:lnTo>
                    <a:pt x="10034742" y="1227327"/>
                  </a:lnTo>
                  <a:lnTo>
                    <a:pt x="9930101" y="1225126"/>
                  </a:lnTo>
                  <a:lnTo>
                    <a:pt x="9827008" y="1222607"/>
                  </a:lnTo>
                  <a:lnTo>
                    <a:pt x="9728150" y="1219773"/>
                  </a:lnTo>
                  <a:lnTo>
                    <a:pt x="9635252" y="1216616"/>
                  </a:lnTo>
                  <a:lnTo>
                    <a:pt x="9549194" y="1213116"/>
                  </a:lnTo>
                  <a:lnTo>
                    <a:pt x="9470193" y="1209243"/>
                  </a:lnTo>
                  <a:lnTo>
                    <a:pt x="9397991" y="1204951"/>
                  </a:lnTo>
                  <a:lnTo>
                    <a:pt x="9332023" y="1200188"/>
                  </a:lnTo>
                  <a:lnTo>
                    <a:pt x="9271542" y="1194889"/>
                  </a:lnTo>
                  <a:lnTo>
                    <a:pt x="9215714" y="1188985"/>
                  </a:lnTo>
                  <a:lnTo>
                    <a:pt x="9163689" y="1182410"/>
                  </a:lnTo>
                  <a:lnTo>
                    <a:pt x="9114652" y="1175113"/>
                  </a:lnTo>
                  <a:lnTo>
                    <a:pt x="9084767" y="1170100"/>
                  </a:lnTo>
                  <a:lnTo>
                    <a:pt x="9029522" y="1159672"/>
                  </a:lnTo>
                  <a:lnTo>
                    <a:pt x="8976076" y="1148120"/>
                  </a:lnTo>
                  <a:lnTo>
                    <a:pt x="8923709" y="1135430"/>
                  </a:lnTo>
                  <a:lnTo>
                    <a:pt x="8871907" y="1121631"/>
                  </a:lnTo>
                  <a:lnTo>
                    <a:pt x="8820321" y="1106803"/>
                  </a:lnTo>
                  <a:lnTo>
                    <a:pt x="8768741" y="1091076"/>
                  </a:lnTo>
                  <a:lnTo>
                    <a:pt x="8717066" y="1074630"/>
                  </a:lnTo>
                  <a:lnTo>
                    <a:pt x="8665281" y="1057686"/>
                  </a:lnTo>
                  <a:lnTo>
                    <a:pt x="8613430" y="1040497"/>
                  </a:lnTo>
                  <a:lnTo>
                    <a:pt x="8561586" y="1023333"/>
                  </a:lnTo>
                  <a:lnTo>
                    <a:pt x="8509819" y="1006461"/>
                  </a:lnTo>
                  <a:lnTo>
                    <a:pt x="8458164" y="990129"/>
                  </a:lnTo>
                  <a:lnTo>
                    <a:pt x="8406593" y="974553"/>
                  </a:lnTo>
                  <a:lnTo>
                    <a:pt x="8354988" y="959904"/>
                  </a:lnTo>
                  <a:lnTo>
                    <a:pt x="8303114" y="946302"/>
                  </a:lnTo>
                  <a:lnTo>
                    <a:pt x="8250594" y="933817"/>
                  </a:lnTo>
                  <a:lnTo>
                    <a:pt x="8196883" y="922470"/>
                  </a:lnTo>
                  <a:lnTo>
                    <a:pt x="8151487" y="914013"/>
                  </a:lnTo>
                  <a:lnTo>
                    <a:pt x="8103962" y="906245"/>
                  </a:lnTo>
                  <a:lnTo>
                    <a:pt x="8053921" y="899217"/>
                  </a:lnTo>
                  <a:lnTo>
                    <a:pt x="8000603" y="892895"/>
                  </a:lnTo>
                  <a:lnTo>
                    <a:pt x="7943172" y="887220"/>
                  </a:lnTo>
                  <a:lnTo>
                    <a:pt x="7880777" y="882124"/>
                  </a:lnTo>
                  <a:lnTo>
                    <a:pt x="7812608" y="877541"/>
                  </a:lnTo>
                  <a:lnTo>
                    <a:pt x="7737972" y="873408"/>
                  </a:lnTo>
                  <a:lnTo>
                    <a:pt x="7656398" y="869676"/>
                  </a:lnTo>
                  <a:lnTo>
                    <a:pt x="7567782" y="866304"/>
                  </a:lnTo>
                  <a:lnTo>
                    <a:pt x="7472561" y="863267"/>
                  </a:lnTo>
                  <a:lnTo>
                    <a:pt x="7371904" y="860548"/>
                  </a:lnTo>
                  <a:lnTo>
                    <a:pt x="7267882" y="858146"/>
                  </a:lnTo>
                  <a:lnTo>
                    <a:pt x="7163533" y="856062"/>
                  </a:lnTo>
                  <a:lnTo>
                    <a:pt x="7062758" y="854306"/>
                  </a:lnTo>
                  <a:lnTo>
                    <a:pt x="6969958" y="852880"/>
                  </a:lnTo>
                  <a:lnTo>
                    <a:pt x="6889417" y="851782"/>
                  </a:lnTo>
                  <a:lnTo>
                    <a:pt x="6824538" y="850991"/>
                  </a:lnTo>
                  <a:lnTo>
                    <a:pt x="6777124" y="850471"/>
                  </a:lnTo>
                  <a:lnTo>
                    <a:pt x="6746925" y="850172"/>
                  </a:lnTo>
                  <a:lnTo>
                    <a:pt x="6731548" y="850034"/>
                  </a:lnTo>
                  <a:lnTo>
                    <a:pt x="6726664" y="849994"/>
                  </a:lnTo>
                  <a:lnTo>
                    <a:pt x="6726343" y="849991"/>
                  </a:lnTo>
                  <a:lnTo>
                    <a:pt x="5254955" y="849991"/>
                  </a:lnTo>
                  <a:lnTo>
                    <a:pt x="5253726" y="849970"/>
                  </a:lnTo>
                  <a:lnTo>
                    <a:pt x="5245661" y="849819"/>
                  </a:lnTo>
                  <a:lnTo>
                    <a:pt x="5225380" y="849402"/>
                  </a:lnTo>
                  <a:lnTo>
                    <a:pt x="5189238" y="848581"/>
                  </a:lnTo>
                  <a:lnTo>
                    <a:pt x="5135610" y="847230"/>
                  </a:lnTo>
                  <a:lnTo>
                    <a:pt x="5065005" y="845249"/>
                  </a:lnTo>
                  <a:lnTo>
                    <a:pt x="4979850" y="842571"/>
                  </a:lnTo>
                  <a:lnTo>
                    <a:pt x="4883927" y="839167"/>
                  </a:lnTo>
                  <a:lnTo>
                    <a:pt x="4781619" y="835034"/>
                  </a:lnTo>
                  <a:lnTo>
                    <a:pt x="4677184" y="830186"/>
                  </a:lnTo>
                  <a:lnTo>
                    <a:pt x="4574230" y="824638"/>
                  </a:lnTo>
                  <a:lnTo>
                    <a:pt x="4475447" y="818395"/>
                  </a:lnTo>
                  <a:lnTo>
                    <a:pt x="4382572" y="811440"/>
                  </a:lnTo>
                  <a:lnTo>
                    <a:pt x="4296497" y="803732"/>
                  </a:lnTo>
                  <a:lnTo>
                    <a:pt x="4217452" y="795202"/>
                  </a:lnTo>
                  <a:lnTo>
                    <a:pt x="4145193" y="785755"/>
                  </a:lnTo>
                  <a:lnTo>
                    <a:pt x="4079165" y="775271"/>
                  </a:lnTo>
                  <a:lnTo>
                    <a:pt x="4018628" y="763610"/>
                  </a:lnTo>
                  <a:lnTo>
                    <a:pt x="3962757" y="750623"/>
                  </a:lnTo>
                  <a:lnTo>
                    <a:pt x="3910703" y="736162"/>
                  </a:lnTo>
                  <a:lnTo>
                    <a:pt x="3861657" y="720112"/>
                  </a:lnTo>
                  <a:lnTo>
                    <a:pt x="3829811" y="708326"/>
                  </a:lnTo>
                  <a:lnTo>
                    <a:pt x="3777742" y="686669"/>
                  </a:lnTo>
                  <a:lnTo>
                    <a:pt x="3727309" y="662811"/>
                  </a:lnTo>
                  <a:lnTo>
                    <a:pt x="3677895" y="636719"/>
                  </a:lnTo>
                  <a:lnTo>
                    <a:pt x="3629049" y="608435"/>
                  </a:lnTo>
                  <a:lnTo>
                    <a:pt x="3580454" y="578087"/>
                  </a:lnTo>
                  <a:lnTo>
                    <a:pt x="3531906" y="545889"/>
                  </a:lnTo>
                  <a:lnTo>
                    <a:pt x="3483295" y="512144"/>
                  </a:lnTo>
                  <a:lnTo>
                    <a:pt x="3434583" y="477236"/>
                  </a:lnTo>
                  <a:lnTo>
                    <a:pt x="3385790" y="441610"/>
                  </a:lnTo>
                  <a:lnTo>
                    <a:pt x="3336968" y="405752"/>
                  </a:lnTo>
                  <a:lnTo>
                    <a:pt x="3288179" y="370162"/>
                  </a:lnTo>
                  <a:lnTo>
                    <a:pt x="3239475" y="335325"/>
                  </a:lnTo>
                  <a:lnTo>
                    <a:pt x="3190870" y="301682"/>
                  </a:lnTo>
                  <a:lnTo>
                    <a:pt x="3142324" y="269610"/>
                  </a:lnTo>
                  <a:lnTo>
                    <a:pt x="3093719" y="239407"/>
                  </a:lnTo>
                  <a:lnTo>
                    <a:pt x="3044843" y="211281"/>
                  </a:lnTo>
                  <a:lnTo>
                    <a:pt x="2995371" y="185352"/>
                  </a:lnTo>
                  <a:lnTo>
                    <a:pt x="2944841" y="161658"/>
                  </a:lnTo>
                  <a:lnTo>
                    <a:pt x="2896531" y="141665"/>
                  </a:lnTo>
                  <a:lnTo>
                    <a:pt x="2849102" y="124508"/>
                  </a:lnTo>
                  <a:lnTo>
                    <a:pt x="2799167" y="108982"/>
                  </a:lnTo>
                  <a:lnTo>
                    <a:pt x="2745970" y="95012"/>
                  </a:lnTo>
                  <a:lnTo>
                    <a:pt x="2688683" y="82471"/>
                  </a:lnTo>
                  <a:lnTo>
                    <a:pt x="2626457" y="71207"/>
                  </a:lnTo>
                  <a:lnTo>
                    <a:pt x="2558488" y="61073"/>
                  </a:lnTo>
                  <a:lnTo>
                    <a:pt x="2484082" y="51934"/>
                  </a:lnTo>
                  <a:lnTo>
                    <a:pt x="2402771" y="43679"/>
                  </a:lnTo>
                  <a:lnTo>
                    <a:pt x="2314443" y="36221"/>
                  </a:lnTo>
                  <a:lnTo>
                    <a:pt x="2219521" y="29499"/>
                  </a:lnTo>
                  <a:lnTo>
                    <a:pt x="2119155" y="23482"/>
                  </a:lnTo>
                  <a:lnTo>
                    <a:pt x="2015380" y="18159"/>
                  </a:lnTo>
                  <a:lnTo>
                    <a:pt x="1911199" y="13541"/>
                  </a:lnTo>
                  <a:lnTo>
                    <a:pt x="1810471" y="9642"/>
                  </a:lnTo>
                  <a:lnTo>
                    <a:pt x="1717565" y="6474"/>
                  </a:lnTo>
                  <a:lnTo>
                    <a:pt x="1636755" y="4027"/>
                  </a:lnTo>
                  <a:lnTo>
                    <a:pt x="1571460" y="2259"/>
                  </a:lnTo>
                  <a:lnTo>
                    <a:pt x="1523535" y="1092"/>
                  </a:lnTo>
                  <a:lnTo>
                    <a:pt x="1492804" y="416"/>
                  </a:lnTo>
                  <a:lnTo>
                    <a:pt x="1476962" y="100"/>
                  </a:lnTo>
                  <a:lnTo>
                    <a:pt x="1471775" y="6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567" name="pl567"/>
            <p:cNvSpPr/>
            <p:nvPr/>
          </p:nvSpPr>
          <p:spPr>
            <a:xfrm>
              <a:off x="4799595" y="3500457"/>
              <a:ext cx="11981298" cy="1234122"/>
            </a:xfrm>
            <a:custGeom>
              <a:avLst/>
              <a:pathLst>
                <a:path w="11981298" h="1234122">
                  <a:moveTo>
                    <a:pt x="0" y="0"/>
                  </a:moveTo>
                  <a:lnTo>
                    <a:pt x="1471387" y="0"/>
                  </a:lnTo>
                  <a:lnTo>
                    <a:pt x="1472616" y="21"/>
                  </a:lnTo>
                  <a:lnTo>
                    <a:pt x="1480681" y="172"/>
                  </a:lnTo>
                  <a:lnTo>
                    <a:pt x="1500963" y="589"/>
                  </a:lnTo>
                  <a:lnTo>
                    <a:pt x="1537104" y="1410"/>
                  </a:lnTo>
                  <a:lnTo>
                    <a:pt x="1590733" y="2761"/>
                  </a:lnTo>
                  <a:lnTo>
                    <a:pt x="1661337" y="4742"/>
                  </a:lnTo>
                  <a:lnTo>
                    <a:pt x="1746492" y="7419"/>
                  </a:lnTo>
                  <a:lnTo>
                    <a:pt x="1842415" y="10824"/>
                  </a:lnTo>
                  <a:lnTo>
                    <a:pt x="1944723" y="14957"/>
                  </a:lnTo>
                  <a:lnTo>
                    <a:pt x="2049159" y="19805"/>
                  </a:lnTo>
                  <a:lnTo>
                    <a:pt x="2152113" y="25352"/>
                  </a:lnTo>
                  <a:lnTo>
                    <a:pt x="2250895" y="31596"/>
                  </a:lnTo>
                  <a:lnTo>
                    <a:pt x="2343770" y="38551"/>
                  </a:lnTo>
                  <a:lnTo>
                    <a:pt x="2429845" y="46259"/>
                  </a:lnTo>
                  <a:lnTo>
                    <a:pt x="2508890" y="54789"/>
                  </a:lnTo>
                  <a:lnTo>
                    <a:pt x="2581149" y="64236"/>
                  </a:lnTo>
                  <a:lnTo>
                    <a:pt x="2647178" y="74720"/>
                  </a:lnTo>
                  <a:lnTo>
                    <a:pt x="2707714" y="86381"/>
                  </a:lnTo>
                  <a:lnTo>
                    <a:pt x="2763586" y="99368"/>
                  </a:lnTo>
                  <a:lnTo>
                    <a:pt x="2815639" y="113829"/>
                  </a:lnTo>
                  <a:lnTo>
                    <a:pt x="2864685" y="129878"/>
                  </a:lnTo>
                  <a:lnTo>
                    <a:pt x="2896531" y="141665"/>
                  </a:lnTo>
                  <a:lnTo>
                    <a:pt x="2948600" y="163322"/>
                  </a:lnTo>
                  <a:lnTo>
                    <a:pt x="2999033" y="187180"/>
                  </a:lnTo>
                  <a:lnTo>
                    <a:pt x="3048447" y="213272"/>
                  </a:lnTo>
                  <a:lnTo>
                    <a:pt x="3097293" y="241556"/>
                  </a:lnTo>
                  <a:lnTo>
                    <a:pt x="3145888" y="271904"/>
                  </a:lnTo>
                  <a:lnTo>
                    <a:pt x="3194436" y="304102"/>
                  </a:lnTo>
                  <a:lnTo>
                    <a:pt x="3243047" y="337847"/>
                  </a:lnTo>
                  <a:lnTo>
                    <a:pt x="3291759" y="372755"/>
                  </a:lnTo>
                  <a:lnTo>
                    <a:pt x="3340552" y="408381"/>
                  </a:lnTo>
                  <a:lnTo>
                    <a:pt x="3389374" y="444239"/>
                  </a:lnTo>
                  <a:lnTo>
                    <a:pt x="3438163" y="479829"/>
                  </a:lnTo>
                  <a:lnTo>
                    <a:pt x="3486867" y="514666"/>
                  </a:lnTo>
                  <a:lnTo>
                    <a:pt x="3535472" y="548309"/>
                  </a:lnTo>
                  <a:lnTo>
                    <a:pt x="3584018" y="580381"/>
                  </a:lnTo>
                  <a:lnTo>
                    <a:pt x="3632623" y="610584"/>
                  </a:lnTo>
                  <a:lnTo>
                    <a:pt x="3681499" y="638710"/>
                  </a:lnTo>
                  <a:lnTo>
                    <a:pt x="3730971" y="664638"/>
                  </a:lnTo>
                  <a:lnTo>
                    <a:pt x="3781501" y="688333"/>
                  </a:lnTo>
                  <a:lnTo>
                    <a:pt x="3829811" y="708326"/>
                  </a:lnTo>
                  <a:lnTo>
                    <a:pt x="3877241" y="725483"/>
                  </a:lnTo>
                  <a:lnTo>
                    <a:pt x="3927175" y="741009"/>
                  </a:lnTo>
                  <a:lnTo>
                    <a:pt x="3980372" y="754978"/>
                  </a:lnTo>
                  <a:lnTo>
                    <a:pt x="4037659" y="767520"/>
                  </a:lnTo>
                  <a:lnTo>
                    <a:pt x="4099885" y="778784"/>
                  </a:lnTo>
                  <a:lnTo>
                    <a:pt x="4167854" y="788918"/>
                  </a:lnTo>
                  <a:lnTo>
                    <a:pt x="4242260" y="798057"/>
                  </a:lnTo>
                  <a:lnTo>
                    <a:pt x="4323571" y="806312"/>
                  </a:lnTo>
                  <a:lnTo>
                    <a:pt x="4411900" y="813770"/>
                  </a:lnTo>
                  <a:lnTo>
                    <a:pt x="4506821" y="820491"/>
                  </a:lnTo>
                  <a:lnTo>
                    <a:pt x="4607187" y="826509"/>
                  </a:lnTo>
                  <a:lnTo>
                    <a:pt x="4710962" y="831831"/>
                  </a:lnTo>
                  <a:lnTo>
                    <a:pt x="4815143" y="836450"/>
                  </a:lnTo>
                  <a:lnTo>
                    <a:pt x="4915871" y="840348"/>
                  </a:lnTo>
                  <a:lnTo>
                    <a:pt x="5008777" y="843516"/>
                  </a:lnTo>
                  <a:lnTo>
                    <a:pt x="5089587" y="845964"/>
                  </a:lnTo>
                  <a:lnTo>
                    <a:pt x="5154882" y="847732"/>
                  </a:lnTo>
                  <a:lnTo>
                    <a:pt x="5202807" y="848899"/>
                  </a:lnTo>
                  <a:lnTo>
                    <a:pt x="5233538" y="849575"/>
                  </a:lnTo>
                  <a:lnTo>
                    <a:pt x="5249380" y="849890"/>
                  </a:lnTo>
                  <a:lnTo>
                    <a:pt x="5254568" y="849985"/>
                  </a:lnTo>
                  <a:lnTo>
                    <a:pt x="5254955" y="849991"/>
                  </a:lnTo>
                  <a:lnTo>
                    <a:pt x="6726343" y="849991"/>
                  </a:lnTo>
                  <a:lnTo>
                    <a:pt x="6727579" y="850001"/>
                  </a:lnTo>
                  <a:lnTo>
                    <a:pt x="6735689" y="850070"/>
                  </a:lnTo>
                  <a:lnTo>
                    <a:pt x="6756081" y="850259"/>
                  </a:lnTo>
                  <a:lnTo>
                    <a:pt x="6792411" y="850633"/>
                  </a:lnTo>
                  <a:lnTo>
                    <a:pt x="6846299" y="851247"/>
                  </a:lnTo>
                  <a:lnTo>
                    <a:pt x="6917214" y="852147"/>
                  </a:lnTo>
                  <a:lnTo>
                    <a:pt x="7002698" y="853363"/>
                  </a:lnTo>
                  <a:lnTo>
                    <a:pt x="7098934" y="854910"/>
                  </a:lnTo>
                  <a:lnTo>
                    <a:pt x="7201511" y="856787"/>
                  </a:lnTo>
                  <a:lnTo>
                    <a:pt x="7306153" y="858988"/>
                  </a:lnTo>
                  <a:lnTo>
                    <a:pt x="7409245" y="861506"/>
                  </a:lnTo>
                  <a:lnTo>
                    <a:pt x="7508103" y="864340"/>
                  </a:lnTo>
                  <a:lnTo>
                    <a:pt x="7601001" y="867498"/>
                  </a:lnTo>
                  <a:lnTo>
                    <a:pt x="7687059" y="870997"/>
                  </a:lnTo>
                  <a:lnTo>
                    <a:pt x="7766060" y="874871"/>
                  </a:lnTo>
                  <a:lnTo>
                    <a:pt x="7838262" y="879162"/>
                  </a:lnTo>
                  <a:lnTo>
                    <a:pt x="7904230" y="883926"/>
                  </a:lnTo>
                  <a:lnTo>
                    <a:pt x="7964711" y="889225"/>
                  </a:lnTo>
                  <a:lnTo>
                    <a:pt x="8020539" y="895129"/>
                  </a:lnTo>
                  <a:lnTo>
                    <a:pt x="8072564" y="901703"/>
                  </a:lnTo>
                  <a:lnTo>
                    <a:pt x="8121602" y="909000"/>
                  </a:lnTo>
                  <a:lnTo>
                    <a:pt x="8151487" y="914013"/>
                  </a:lnTo>
                  <a:lnTo>
                    <a:pt x="8206731" y="924441"/>
                  </a:lnTo>
                  <a:lnTo>
                    <a:pt x="8260177" y="935994"/>
                  </a:lnTo>
                  <a:lnTo>
                    <a:pt x="8312544" y="948684"/>
                  </a:lnTo>
                  <a:lnTo>
                    <a:pt x="8364346" y="962482"/>
                  </a:lnTo>
                  <a:lnTo>
                    <a:pt x="8415932" y="977310"/>
                  </a:lnTo>
                  <a:lnTo>
                    <a:pt x="8467512" y="993037"/>
                  </a:lnTo>
                  <a:lnTo>
                    <a:pt x="8519188" y="1009484"/>
                  </a:lnTo>
                  <a:lnTo>
                    <a:pt x="8570973" y="1026428"/>
                  </a:lnTo>
                  <a:lnTo>
                    <a:pt x="8622823" y="1043617"/>
                  </a:lnTo>
                  <a:lnTo>
                    <a:pt x="8674667" y="1060780"/>
                  </a:lnTo>
                  <a:lnTo>
                    <a:pt x="8726434" y="1077653"/>
                  </a:lnTo>
                  <a:lnTo>
                    <a:pt x="8778089" y="1093984"/>
                  </a:lnTo>
                  <a:lnTo>
                    <a:pt x="8829660" y="1109560"/>
                  </a:lnTo>
                  <a:lnTo>
                    <a:pt x="8881265" y="1124210"/>
                  </a:lnTo>
                  <a:lnTo>
                    <a:pt x="8933140" y="1137812"/>
                  </a:lnTo>
                  <a:lnTo>
                    <a:pt x="8985659" y="1150297"/>
                  </a:lnTo>
                  <a:lnTo>
                    <a:pt x="9039371" y="1161643"/>
                  </a:lnTo>
                  <a:lnTo>
                    <a:pt x="9084767" y="1170100"/>
                  </a:lnTo>
                  <a:lnTo>
                    <a:pt x="9132291" y="1177869"/>
                  </a:lnTo>
                  <a:lnTo>
                    <a:pt x="9182332" y="1184897"/>
                  </a:lnTo>
                  <a:lnTo>
                    <a:pt x="9235651" y="1191219"/>
                  </a:lnTo>
                  <a:lnTo>
                    <a:pt x="9293082" y="1196894"/>
                  </a:lnTo>
                  <a:lnTo>
                    <a:pt x="9355476" y="1201989"/>
                  </a:lnTo>
                  <a:lnTo>
                    <a:pt x="9423645" y="1206573"/>
                  </a:lnTo>
                  <a:lnTo>
                    <a:pt x="9498281" y="1210705"/>
                  </a:lnTo>
                  <a:lnTo>
                    <a:pt x="9579855" y="1214438"/>
                  </a:lnTo>
                  <a:lnTo>
                    <a:pt x="9668471" y="1217809"/>
                  </a:lnTo>
                  <a:lnTo>
                    <a:pt x="9763692" y="1220847"/>
                  </a:lnTo>
                  <a:lnTo>
                    <a:pt x="9864349" y="1223565"/>
                  </a:lnTo>
                  <a:lnTo>
                    <a:pt x="9968372" y="1225968"/>
                  </a:lnTo>
                  <a:lnTo>
                    <a:pt x="10072721" y="1228051"/>
                  </a:lnTo>
                  <a:lnTo>
                    <a:pt x="10173495" y="1229808"/>
                  </a:lnTo>
                  <a:lnTo>
                    <a:pt x="10266295" y="1231233"/>
                  </a:lnTo>
                  <a:lnTo>
                    <a:pt x="10346836" y="1232332"/>
                  </a:lnTo>
                  <a:lnTo>
                    <a:pt x="10411715" y="1233123"/>
                  </a:lnTo>
                  <a:lnTo>
                    <a:pt x="10459129" y="1233643"/>
                  </a:lnTo>
                  <a:lnTo>
                    <a:pt x="10489328" y="1233942"/>
                  </a:lnTo>
                  <a:lnTo>
                    <a:pt x="10504705" y="1234080"/>
                  </a:lnTo>
                  <a:lnTo>
                    <a:pt x="10509589" y="1234120"/>
                  </a:lnTo>
                  <a:lnTo>
                    <a:pt x="10509911" y="1234122"/>
                  </a:lnTo>
                  <a:lnTo>
                    <a:pt x="11981298" y="123412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68" name="pl568"/>
            <p:cNvSpPr/>
            <p:nvPr/>
          </p:nvSpPr>
          <p:spPr>
            <a:xfrm>
              <a:off x="4799595" y="3484111"/>
              <a:ext cx="11981298" cy="1234122"/>
            </a:xfrm>
            <a:custGeom>
              <a:avLst/>
              <a:pathLst>
                <a:path w="11981298" h="1234122">
                  <a:moveTo>
                    <a:pt x="11981298" y="1234122"/>
                  </a:moveTo>
                  <a:lnTo>
                    <a:pt x="10509911" y="1234122"/>
                  </a:lnTo>
                  <a:lnTo>
                    <a:pt x="10508675" y="1234113"/>
                  </a:lnTo>
                  <a:lnTo>
                    <a:pt x="10500564" y="1234044"/>
                  </a:lnTo>
                  <a:lnTo>
                    <a:pt x="10480172" y="1233854"/>
                  </a:lnTo>
                  <a:lnTo>
                    <a:pt x="10443842" y="1233481"/>
                  </a:lnTo>
                  <a:lnTo>
                    <a:pt x="10389954" y="1232867"/>
                  </a:lnTo>
                  <a:lnTo>
                    <a:pt x="10319039" y="1231967"/>
                  </a:lnTo>
                  <a:lnTo>
                    <a:pt x="10233555" y="1230750"/>
                  </a:lnTo>
                  <a:lnTo>
                    <a:pt x="10137319" y="1229204"/>
                  </a:lnTo>
                  <a:lnTo>
                    <a:pt x="10034742" y="1227327"/>
                  </a:lnTo>
                  <a:lnTo>
                    <a:pt x="9930101" y="1225126"/>
                  </a:lnTo>
                  <a:lnTo>
                    <a:pt x="9827008" y="1222607"/>
                  </a:lnTo>
                  <a:lnTo>
                    <a:pt x="9728150" y="1219773"/>
                  </a:lnTo>
                  <a:lnTo>
                    <a:pt x="9635252" y="1216616"/>
                  </a:lnTo>
                  <a:lnTo>
                    <a:pt x="9549194" y="1213116"/>
                  </a:lnTo>
                  <a:lnTo>
                    <a:pt x="9470193" y="1209243"/>
                  </a:lnTo>
                  <a:lnTo>
                    <a:pt x="9397991" y="1204951"/>
                  </a:lnTo>
                  <a:lnTo>
                    <a:pt x="9332023" y="1200188"/>
                  </a:lnTo>
                  <a:lnTo>
                    <a:pt x="9271542" y="1194889"/>
                  </a:lnTo>
                  <a:lnTo>
                    <a:pt x="9215714" y="1188985"/>
                  </a:lnTo>
                  <a:lnTo>
                    <a:pt x="9163689" y="1182410"/>
                  </a:lnTo>
                  <a:lnTo>
                    <a:pt x="9114652" y="1175113"/>
                  </a:lnTo>
                  <a:lnTo>
                    <a:pt x="9084767" y="1170100"/>
                  </a:lnTo>
                  <a:lnTo>
                    <a:pt x="9029522" y="1159672"/>
                  </a:lnTo>
                  <a:lnTo>
                    <a:pt x="8976076" y="1148120"/>
                  </a:lnTo>
                  <a:lnTo>
                    <a:pt x="8923709" y="1135430"/>
                  </a:lnTo>
                  <a:lnTo>
                    <a:pt x="8871907" y="1121631"/>
                  </a:lnTo>
                  <a:lnTo>
                    <a:pt x="8820321" y="1106803"/>
                  </a:lnTo>
                  <a:lnTo>
                    <a:pt x="8768741" y="1091076"/>
                  </a:lnTo>
                  <a:lnTo>
                    <a:pt x="8717066" y="1074630"/>
                  </a:lnTo>
                  <a:lnTo>
                    <a:pt x="8665281" y="1057686"/>
                  </a:lnTo>
                  <a:lnTo>
                    <a:pt x="8613430" y="1040497"/>
                  </a:lnTo>
                  <a:lnTo>
                    <a:pt x="8561586" y="1023333"/>
                  </a:lnTo>
                  <a:lnTo>
                    <a:pt x="8509819" y="1006461"/>
                  </a:lnTo>
                  <a:lnTo>
                    <a:pt x="8458164" y="990129"/>
                  </a:lnTo>
                  <a:lnTo>
                    <a:pt x="8406593" y="974553"/>
                  </a:lnTo>
                  <a:lnTo>
                    <a:pt x="8354988" y="959904"/>
                  </a:lnTo>
                  <a:lnTo>
                    <a:pt x="8303114" y="946302"/>
                  </a:lnTo>
                  <a:lnTo>
                    <a:pt x="8250594" y="933817"/>
                  </a:lnTo>
                  <a:lnTo>
                    <a:pt x="8196883" y="922470"/>
                  </a:lnTo>
                  <a:lnTo>
                    <a:pt x="8151487" y="914013"/>
                  </a:lnTo>
                  <a:lnTo>
                    <a:pt x="8103962" y="906245"/>
                  </a:lnTo>
                  <a:lnTo>
                    <a:pt x="8053921" y="899217"/>
                  </a:lnTo>
                  <a:lnTo>
                    <a:pt x="8000603" y="892895"/>
                  </a:lnTo>
                  <a:lnTo>
                    <a:pt x="7943172" y="887220"/>
                  </a:lnTo>
                  <a:lnTo>
                    <a:pt x="7880777" y="882124"/>
                  </a:lnTo>
                  <a:lnTo>
                    <a:pt x="7812608" y="877541"/>
                  </a:lnTo>
                  <a:lnTo>
                    <a:pt x="7737972" y="873408"/>
                  </a:lnTo>
                  <a:lnTo>
                    <a:pt x="7656398" y="869676"/>
                  </a:lnTo>
                  <a:lnTo>
                    <a:pt x="7567782" y="866304"/>
                  </a:lnTo>
                  <a:lnTo>
                    <a:pt x="7472561" y="863267"/>
                  </a:lnTo>
                  <a:lnTo>
                    <a:pt x="7371904" y="860548"/>
                  </a:lnTo>
                  <a:lnTo>
                    <a:pt x="7267882" y="858146"/>
                  </a:lnTo>
                  <a:lnTo>
                    <a:pt x="7163533" y="856062"/>
                  </a:lnTo>
                  <a:lnTo>
                    <a:pt x="7062758" y="854306"/>
                  </a:lnTo>
                  <a:lnTo>
                    <a:pt x="6969958" y="852880"/>
                  </a:lnTo>
                  <a:lnTo>
                    <a:pt x="6889417" y="851782"/>
                  </a:lnTo>
                  <a:lnTo>
                    <a:pt x="6824538" y="850991"/>
                  </a:lnTo>
                  <a:lnTo>
                    <a:pt x="6777124" y="850471"/>
                  </a:lnTo>
                  <a:lnTo>
                    <a:pt x="6746925" y="850172"/>
                  </a:lnTo>
                  <a:lnTo>
                    <a:pt x="6731548" y="850034"/>
                  </a:lnTo>
                  <a:lnTo>
                    <a:pt x="6726664" y="849994"/>
                  </a:lnTo>
                  <a:lnTo>
                    <a:pt x="6726343" y="849991"/>
                  </a:lnTo>
                  <a:lnTo>
                    <a:pt x="5254955" y="849991"/>
                  </a:lnTo>
                  <a:lnTo>
                    <a:pt x="5253726" y="849970"/>
                  </a:lnTo>
                  <a:lnTo>
                    <a:pt x="5245661" y="849819"/>
                  </a:lnTo>
                  <a:lnTo>
                    <a:pt x="5225380" y="849402"/>
                  </a:lnTo>
                  <a:lnTo>
                    <a:pt x="5189238" y="848581"/>
                  </a:lnTo>
                  <a:lnTo>
                    <a:pt x="5135610" y="847230"/>
                  </a:lnTo>
                  <a:lnTo>
                    <a:pt x="5065005" y="845249"/>
                  </a:lnTo>
                  <a:lnTo>
                    <a:pt x="4979850" y="842571"/>
                  </a:lnTo>
                  <a:lnTo>
                    <a:pt x="4883927" y="839167"/>
                  </a:lnTo>
                  <a:lnTo>
                    <a:pt x="4781619" y="835034"/>
                  </a:lnTo>
                  <a:lnTo>
                    <a:pt x="4677184" y="830186"/>
                  </a:lnTo>
                  <a:lnTo>
                    <a:pt x="4574230" y="824638"/>
                  </a:lnTo>
                  <a:lnTo>
                    <a:pt x="4475447" y="818395"/>
                  </a:lnTo>
                  <a:lnTo>
                    <a:pt x="4382572" y="811440"/>
                  </a:lnTo>
                  <a:lnTo>
                    <a:pt x="4296497" y="803732"/>
                  </a:lnTo>
                  <a:lnTo>
                    <a:pt x="4217452" y="795202"/>
                  </a:lnTo>
                  <a:lnTo>
                    <a:pt x="4145193" y="785755"/>
                  </a:lnTo>
                  <a:lnTo>
                    <a:pt x="4079165" y="775271"/>
                  </a:lnTo>
                  <a:lnTo>
                    <a:pt x="4018628" y="763610"/>
                  </a:lnTo>
                  <a:lnTo>
                    <a:pt x="3962757" y="750623"/>
                  </a:lnTo>
                  <a:lnTo>
                    <a:pt x="3910703" y="736162"/>
                  </a:lnTo>
                  <a:lnTo>
                    <a:pt x="3861657" y="720112"/>
                  </a:lnTo>
                  <a:lnTo>
                    <a:pt x="3829811" y="708326"/>
                  </a:lnTo>
                  <a:lnTo>
                    <a:pt x="3777742" y="686669"/>
                  </a:lnTo>
                  <a:lnTo>
                    <a:pt x="3727309" y="662811"/>
                  </a:lnTo>
                  <a:lnTo>
                    <a:pt x="3677895" y="636719"/>
                  </a:lnTo>
                  <a:lnTo>
                    <a:pt x="3629049" y="608435"/>
                  </a:lnTo>
                  <a:lnTo>
                    <a:pt x="3580454" y="578087"/>
                  </a:lnTo>
                  <a:lnTo>
                    <a:pt x="3531906" y="545889"/>
                  </a:lnTo>
                  <a:lnTo>
                    <a:pt x="3483295" y="512144"/>
                  </a:lnTo>
                  <a:lnTo>
                    <a:pt x="3434583" y="477236"/>
                  </a:lnTo>
                  <a:lnTo>
                    <a:pt x="3385790" y="441610"/>
                  </a:lnTo>
                  <a:lnTo>
                    <a:pt x="3336968" y="405752"/>
                  </a:lnTo>
                  <a:lnTo>
                    <a:pt x="3288179" y="370162"/>
                  </a:lnTo>
                  <a:lnTo>
                    <a:pt x="3239475" y="335325"/>
                  </a:lnTo>
                  <a:lnTo>
                    <a:pt x="3190870" y="301682"/>
                  </a:lnTo>
                  <a:lnTo>
                    <a:pt x="3142324" y="269610"/>
                  </a:lnTo>
                  <a:lnTo>
                    <a:pt x="3093719" y="239407"/>
                  </a:lnTo>
                  <a:lnTo>
                    <a:pt x="3044843" y="211281"/>
                  </a:lnTo>
                  <a:lnTo>
                    <a:pt x="2995371" y="185352"/>
                  </a:lnTo>
                  <a:lnTo>
                    <a:pt x="2944841" y="161658"/>
                  </a:lnTo>
                  <a:lnTo>
                    <a:pt x="2896531" y="141665"/>
                  </a:lnTo>
                  <a:lnTo>
                    <a:pt x="2849102" y="124508"/>
                  </a:lnTo>
                  <a:lnTo>
                    <a:pt x="2799167" y="108982"/>
                  </a:lnTo>
                  <a:lnTo>
                    <a:pt x="2745970" y="95012"/>
                  </a:lnTo>
                  <a:lnTo>
                    <a:pt x="2688683" y="82471"/>
                  </a:lnTo>
                  <a:lnTo>
                    <a:pt x="2626457" y="71207"/>
                  </a:lnTo>
                  <a:lnTo>
                    <a:pt x="2558488" y="61073"/>
                  </a:lnTo>
                  <a:lnTo>
                    <a:pt x="2484082" y="51934"/>
                  </a:lnTo>
                  <a:lnTo>
                    <a:pt x="2402771" y="43679"/>
                  </a:lnTo>
                  <a:lnTo>
                    <a:pt x="2314443" y="36221"/>
                  </a:lnTo>
                  <a:lnTo>
                    <a:pt x="2219521" y="29499"/>
                  </a:lnTo>
                  <a:lnTo>
                    <a:pt x="2119155" y="23482"/>
                  </a:lnTo>
                  <a:lnTo>
                    <a:pt x="2015380" y="18159"/>
                  </a:lnTo>
                  <a:lnTo>
                    <a:pt x="1911199" y="13541"/>
                  </a:lnTo>
                  <a:lnTo>
                    <a:pt x="1810471" y="9642"/>
                  </a:lnTo>
                  <a:lnTo>
                    <a:pt x="1717565" y="6474"/>
                  </a:lnTo>
                  <a:lnTo>
                    <a:pt x="1636755" y="4027"/>
                  </a:lnTo>
                  <a:lnTo>
                    <a:pt x="1571460" y="2259"/>
                  </a:lnTo>
                  <a:lnTo>
                    <a:pt x="1523535" y="1092"/>
                  </a:lnTo>
                  <a:lnTo>
                    <a:pt x="1492804" y="416"/>
                  </a:lnTo>
                  <a:lnTo>
                    <a:pt x="1476962" y="100"/>
                  </a:lnTo>
                  <a:lnTo>
                    <a:pt x="1471775" y="6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69" name="pg569"/>
            <p:cNvSpPr/>
            <p:nvPr/>
          </p:nvSpPr>
          <p:spPr>
            <a:xfrm>
              <a:off x="4799595" y="3500457"/>
              <a:ext cx="11981298" cy="1479312"/>
            </a:xfrm>
            <a:custGeom>
              <a:avLst/>
              <a:pathLst>
                <a:path w="11981298" h="1479312">
                  <a:moveTo>
                    <a:pt x="0" y="8172"/>
                  </a:moveTo>
                  <a:lnTo>
                    <a:pt x="1471387" y="8172"/>
                  </a:lnTo>
                  <a:lnTo>
                    <a:pt x="1472616" y="8194"/>
                  </a:lnTo>
                  <a:lnTo>
                    <a:pt x="1480681" y="8345"/>
                  </a:lnTo>
                  <a:lnTo>
                    <a:pt x="1500963" y="8762"/>
                  </a:lnTo>
                  <a:lnTo>
                    <a:pt x="1537104" y="9583"/>
                  </a:lnTo>
                  <a:lnTo>
                    <a:pt x="1590733" y="10934"/>
                  </a:lnTo>
                  <a:lnTo>
                    <a:pt x="1661337" y="12915"/>
                  </a:lnTo>
                  <a:lnTo>
                    <a:pt x="1746492" y="15592"/>
                  </a:lnTo>
                  <a:lnTo>
                    <a:pt x="1842415" y="18997"/>
                  </a:lnTo>
                  <a:lnTo>
                    <a:pt x="1944723" y="23130"/>
                  </a:lnTo>
                  <a:lnTo>
                    <a:pt x="2049159" y="27978"/>
                  </a:lnTo>
                  <a:lnTo>
                    <a:pt x="2152113" y="33525"/>
                  </a:lnTo>
                  <a:lnTo>
                    <a:pt x="2250895" y="39769"/>
                  </a:lnTo>
                  <a:lnTo>
                    <a:pt x="2343770" y="46724"/>
                  </a:lnTo>
                  <a:lnTo>
                    <a:pt x="2429845" y="54432"/>
                  </a:lnTo>
                  <a:lnTo>
                    <a:pt x="2508890" y="62962"/>
                  </a:lnTo>
                  <a:lnTo>
                    <a:pt x="2581149" y="72409"/>
                  </a:lnTo>
                  <a:lnTo>
                    <a:pt x="2647178" y="82893"/>
                  </a:lnTo>
                  <a:lnTo>
                    <a:pt x="2707714" y="94554"/>
                  </a:lnTo>
                  <a:lnTo>
                    <a:pt x="2763586" y="107541"/>
                  </a:lnTo>
                  <a:lnTo>
                    <a:pt x="2815639" y="122002"/>
                  </a:lnTo>
                  <a:lnTo>
                    <a:pt x="2864685" y="138051"/>
                  </a:lnTo>
                  <a:lnTo>
                    <a:pt x="2896531" y="149838"/>
                  </a:lnTo>
                  <a:lnTo>
                    <a:pt x="2948600" y="171495"/>
                  </a:lnTo>
                  <a:lnTo>
                    <a:pt x="2999033" y="195353"/>
                  </a:lnTo>
                  <a:lnTo>
                    <a:pt x="3048447" y="221445"/>
                  </a:lnTo>
                  <a:lnTo>
                    <a:pt x="3097293" y="249729"/>
                  </a:lnTo>
                  <a:lnTo>
                    <a:pt x="3145888" y="280077"/>
                  </a:lnTo>
                  <a:lnTo>
                    <a:pt x="3194436" y="312275"/>
                  </a:lnTo>
                  <a:lnTo>
                    <a:pt x="3243047" y="346020"/>
                  </a:lnTo>
                  <a:lnTo>
                    <a:pt x="3291759" y="380928"/>
                  </a:lnTo>
                  <a:lnTo>
                    <a:pt x="3340552" y="416554"/>
                  </a:lnTo>
                  <a:lnTo>
                    <a:pt x="3389374" y="452412"/>
                  </a:lnTo>
                  <a:lnTo>
                    <a:pt x="3438163" y="488002"/>
                  </a:lnTo>
                  <a:lnTo>
                    <a:pt x="3486867" y="522839"/>
                  </a:lnTo>
                  <a:lnTo>
                    <a:pt x="3535472" y="556482"/>
                  </a:lnTo>
                  <a:lnTo>
                    <a:pt x="3584018" y="588554"/>
                  </a:lnTo>
                  <a:lnTo>
                    <a:pt x="3632623" y="618757"/>
                  </a:lnTo>
                  <a:lnTo>
                    <a:pt x="3681499" y="646883"/>
                  </a:lnTo>
                  <a:lnTo>
                    <a:pt x="3730971" y="672811"/>
                  </a:lnTo>
                  <a:lnTo>
                    <a:pt x="3781501" y="696506"/>
                  </a:lnTo>
                  <a:lnTo>
                    <a:pt x="3829811" y="716499"/>
                  </a:lnTo>
                  <a:lnTo>
                    <a:pt x="3877241" y="733656"/>
                  </a:lnTo>
                  <a:lnTo>
                    <a:pt x="3927175" y="749182"/>
                  </a:lnTo>
                  <a:lnTo>
                    <a:pt x="3980372" y="763151"/>
                  </a:lnTo>
                  <a:lnTo>
                    <a:pt x="4037659" y="775693"/>
                  </a:lnTo>
                  <a:lnTo>
                    <a:pt x="4099885" y="786957"/>
                  </a:lnTo>
                  <a:lnTo>
                    <a:pt x="4167854" y="797091"/>
                  </a:lnTo>
                  <a:lnTo>
                    <a:pt x="4242260" y="806230"/>
                  </a:lnTo>
                  <a:lnTo>
                    <a:pt x="4323571" y="814485"/>
                  </a:lnTo>
                  <a:lnTo>
                    <a:pt x="4411900" y="821943"/>
                  </a:lnTo>
                  <a:lnTo>
                    <a:pt x="4506821" y="828664"/>
                  </a:lnTo>
                  <a:lnTo>
                    <a:pt x="4607187" y="834682"/>
                  </a:lnTo>
                  <a:lnTo>
                    <a:pt x="4710962" y="840004"/>
                  </a:lnTo>
                  <a:lnTo>
                    <a:pt x="4815143" y="844623"/>
                  </a:lnTo>
                  <a:lnTo>
                    <a:pt x="4915871" y="848521"/>
                  </a:lnTo>
                  <a:lnTo>
                    <a:pt x="5008777" y="851689"/>
                  </a:lnTo>
                  <a:lnTo>
                    <a:pt x="5089587" y="854137"/>
                  </a:lnTo>
                  <a:lnTo>
                    <a:pt x="5154882" y="855905"/>
                  </a:lnTo>
                  <a:lnTo>
                    <a:pt x="5202807" y="857072"/>
                  </a:lnTo>
                  <a:lnTo>
                    <a:pt x="5233538" y="857748"/>
                  </a:lnTo>
                  <a:lnTo>
                    <a:pt x="5249380" y="858063"/>
                  </a:lnTo>
                  <a:lnTo>
                    <a:pt x="5254568" y="858158"/>
                  </a:lnTo>
                  <a:lnTo>
                    <a:pt x="5254955" y="858164"/>
                  </a:lnTo>
                  <a:lnTo>
                    <a:pt x="6726343" y="858164"/>
                  </a:lnTo>
                  <a:lnTo>
                    <a:pt x="6727576" y="858180"/>
                  </a:lnTo>
                  <a:lnTo>
                    <a:pt x="6735667" y="858291"/>
                  </a:lnTo>
                  <a:lnTo>
                    <a:pt x="6756013" y="858597"/>
                  </a:lnTo>
                  <a:lnTo>
                    <a:pt x="6792265" y="859199"/>
                  </a:lnTo>
                  <a:lnTo>
                    <a:pt x="6846045" y="860189"/>
                  </a:lnTo>
                  <a:lnTo>
                    <a:pt x="6916831" y="861642"/>
                  </a:lnTo>
                  <a:lnTo>
                    <a:pt x="7002178" y="863604"/>
                  </a:lnTo>
                  <a:lnTo>
                    <a:pt x="7098284" y="866100"/>
                  </a:lnTo>
                  <a:lnTo>
                    <a:pt x="7200750" y="869129"/>
                  </a:lnTo>
                  <a:lnTo>
                    <a:pt x="7305305" y="872681"/>
                  </a:lnTo>
                  <a:lnTo>
                    <a:pt x="7408341" y="876746"/>
                  </a:lnTo>
                  <a:lnTo>
                    <a:pt x="7507167" y="881320"/>
                  </a:lnTo>
                  <a:lnTo>
                    <a:pt x="7600056" y="886416"/>
                  </a:lnTo>
                  <a:lnTo>
                    <a:pt x="7686121" y="892064"/>
                  </a:lnTo>
                  <a:lnTo>
                    <a:pt x="7765141" y="898315"/>
                  </a:lnTo>
                  <a:lnTo>
                    <a:pt x="7837366" y="905239"/>
                  </a:lnTo>
                  <a:lnTo>
                    <a:pt x="7903359" y="912925"/>
                  </a:lnTo>
                  <a:lnTo>
                    <a:pt x="7963863" y="921474"/>
                  </a:lnTo>
                  <a:lnTo>
                    <a:pt x="8019709" y="930997"/>
                  </a:lnTo>
                  <a:lnTo>
                    <a:pt x="8071746" y="941602"/>
                  </a:lnTo>
                  <a:lnTo>
                    <a:pt x="8120787" y="953372"/>
                  </a:lnTo>
                  <a:lnTo>
                    <a:pt x="8151487" y="961689"/>
                  </a:lnTo>
                  <a:lnTo>
                    <a:pt x="8205298" y="978083"/>
                  </a:lnTo>
                  <a:lnTo>
                    <a:pt x="8257385" y="996199"/>
                  </a:lnTo>
                  <a:lnTo>
                    <a:pt x="8308419" y="1016059"/>
                  </a:lnTo>
                  <a:lnTo>
                    <a:pt x="8358886" y="1037625"/>
                  </a:lnTo>
                  <a:lnTo>
                    <a:pt x="8409120" y="1060785"/>
                  </a:lnTo>
                  <a:lnTo>
                    <a:pt x="8459329" y="1085355"/>
                  </a:lnTo>
                  <a:lnTo>
                    <a:pt x="8509620" y="1111076"/>
                  </a:lnTo>
                  <a:lnTo>
                    <a:pt x="8560018" y="1137627"/>
                  </a:lnTo>
                  <a:lnTo>
                    <a:pt x="8610490" y="1164638"/>
                  </a:lnTo>
                  <a:lnTo>
                    <a:pt x="8660973" y="1191709"/>
                  </a:lnTo>
                  <a:lnTo>
                    <a:pt x="8711398" y="1218440"/>
                  </a:lnTo>
                  <a:lnTo>
                    <a:pt x="8761722" y="1244449"/>
                  </a:lnTo>
                  <a:lnTo>
                    <a:pt x="8811949" y="1269397"/>
                  </a:lnTo>
                  <a:lnTo>
                    <a:pt x="8862158" y="1293007"/>
                  </a:lnTo>
                  <a:lnTo>
                    <a:pt x="8912526" y="1315070"/>
                  </a:lnTo>
                  <a:lnTo>
                    <a:pt x="8963345" y="1335454"/>
                  </a:lnTo>
                  <a:lnTo>
                    <a:pt x="9015052" y="1354097"/>
                  </a:lnTo>
                  <a:lnTo>
                    <a:pt x="9068258" y="1371006"/>
                  </a:lnTo>
                  <a:lnTo>
                    <a:pt x="9084767" y="1375788"/>
                  </a:lnTo>
                  <a:lnTo>
                    <a:pt x="9132252" y="1388339"/>
                  </a:lnTo>
                  <a:lnTo>
                    <a:pt x="9182248" y="1399696"/>
                  </a:lnTo>
                  <a:lnTo>
                    <a:pt x="9235516" y="1409913"/>
                  </a:lnTo>
                  <a:lnTo>
                    <a:pt x="9292888" y="1419084"/>
                  </a:lnTo>
                  <a:lnTo>
                    <a:pt x="9355212" y="1427321"/>
                  </a:lnTo>
                  <a:lnTo>
                    <a:pt x="9423298" y="1434730"/>
                  </a:lnTo>
                  <a:lnTo>
                    <a:pt x="9497838" y="1441411"/>
                  </a:lnTo>
                  <a:lnTo>
                    <a:pt x="9579303" y="1447445"/>
                  </a:lnTo>
                  <a:lnTo>
                    <a:pt x="9667799" y="1452896"/>
                  </a:lnTo>
                  <a:lnTo>
                    <a:pt x="9762896" y="1457808"/>
                  </a:lnTo>
                  <a:lnTo>
                    <a:pt x="9863432" y="1462204"/>
                  </a:lnTo>
                  <a:lnTo>
                    <a:pt x="9967351" y="1466091"/>
                  </a:lnTo>
                  <a:lnTo>
                    <a:pt x="10071631" y="1469463"/>
                  </a:lnTo>
                  <a:lnTo>
                    <a:pt x="10172387" y="1472307"/>
                  </a:lnTo>
                  <a:lnTo>
                    <a:pt x="10265231" y="1474616"/>
                  </a:lnTo>
                  <a:lnTo>
                    <a:pt x="10345885" y="1476397"/>
                  </a:lnTo>
                  <a:lnTo>
                    <a:pt x="10410937" y="1477682"/>
                  </a:lnTo>
                  <a:lnTo>
                    <a:pt x="10458564" y="1478527"/>
                  </a:lnTo>
                  <a:lnTo>
                    <a:pt x="10488984" y="1479015"/>
                  </a:lnTo>
                  <a:lnTo>
                    <a:pt x="10504554" y="1479242"/>
                  </a:lnTo>
                  <a:lnTo>
                    <a:pt x="10509562" y="1479308"/>
                  </a:lnTo>
                  <a:lnTo>
                    <a:pt x="10509911" y="1479312"/>
                  </a:lnTo>
                  <a:lnTo>
                    <a:pt x="11981298" y="1479312"/>
                  </a:lnTo>
                  <a:lnTo>
                    <a:pt x="11981298" y="1471139"/>
                  </a:lnTo>
                  <a:lnTo>
                    <a:pt x="10509911" y="1471139"/>
                  </a:lnTo>
                  <a:lnTo>
                    <a:pt x="10508678" y="1471124"/>
                  </a:lnTo>
                  <a:lnTo>
                    <a:pt x="10500586" y="1471013"/>
                  </a:lnTo>
                  <a:lnTo>
                    <a:pt x="10480240" y="1470707"/>
                  </a:lnTo>
                  <a:lnTo>
                    <a:pt x="10443988" y="1470105"/>
                  </a:lnTo>
                  <a:lnTo>
                    <a:pt x="10390208" y="1469114"/>
                  </a:lnTo>
                  <a:lnTo>
                    <a:pt x="10319422" y="1467662"/>
                  </a:lnTo>
                  <a:lnTo>
                    <a:pt x="10234075" y="1465699"/>
                  </a:lnTo>
                  <a:lnTo>
                    <a:pt x="10137969" y="1463204"/>
                  </a:lnTo>
                  <a:lnTo>
                    <a:pt x="10035504" y="1460175"/>
                  </a:lnTo>
                  <a:lnTo>
                    <a:pt x="9930948" y="1456623"/>
                  </a:lnTo>
                  <a:lnTo>
                    <a:pt x="9827913" y="1452558"/>
                  </a:lnTo>
                  <a:lnTo>
                    <a:pt x="9729086" y="1447984"/>
                  </a:lnTo>
                  <a:lnTo>
                    <a:pt x="9636197" y="1442888"/>
                  </a:lnTo>
                  <a:lnTo>
                    <a:pt x="9550132" y="1437239"/>
                  </a:lnTo>
                  <a:lnTo>
                    <a:pt x="9471113" y="1430988"/>
                  </a:lnTo>
                  <a:lnTo>
                    <a:pt x="9398887" y="1424064"/>
                  </a:lnTo>
                  <a:lnTo>
                    <a:pt x="9332894" y="1416379"/>
                  </a:lnTo>
                  <a:lnTo>
                    <a:pt x="9272390" y="1407829"/>
                  </a:lnTo>
                  <a:lnTo>
                    <a:pt x="9216544" y="1398306"/>
                  </a:lnTo>
                  <a:lnTo>
                    <a:pt x="9164507" y="1387702"/>
                  </a:lnTo>
                  <a:lnTo>
                    <a:pt x="9115466" y="1375931"/>
                  </a:lnTo>
                  <a:lnTo>
                    <a:pt x="9084767" y="1367615"/>
                  </a:lnTo>
                  <a:lnTo>
                    <a:pt x="9030955" y="1351221"/>
                  </a:lnTo>
                  <a:lnTo>
                    <a:pt x="8978868" y="1333105"/>
                  </a:lnTo>
                  <a:lnTo>
                    <a:pt x="8927834" y="1313244"/>
                  </a:lnTo>
                  <a:lnTo>
                    <a:pt x="8877367" y="1291679"/>
                  </a:lnTo>
                  <a:lnTo>
                    <a:pt x="8827133" y="1268518"/>
                  </a:lnTo>
                  <a:lnTo>
                    <a:pt x="8776924" y="1243949"/>
                  </a:lnTo>
                  <a:lnTo>
                    <a:pt x="8726633" y="1218228"/>
                  </a:lnTo>
                  <a:lnTo>
                    <a:pt x="8676235" y="1191677"/>
                  </a:lnTo>
                  <a:lnTo>
                    <a:pt x="8625763" y="1164666"/>
                  </a:lnTo>
                  <a:lnTo>
                    <a:pt x="8575280" y="1137594"/>
                  </a:lnTo>
                  <a:lnTo>
                    <a:pt x="8524855" y="1110863"/>
                  </a:lnTo>
                  <a:lnTo>
                    <a:pt x="8474531" y="1084854"/>
                  </a:lnTo>
                  <a:lnTo>
                    <a:pt x="8424304" y="1059906"/>
                  </a:lnTo>
                  <a:lnTo>
                    <a:pt x="8374095" y="1036297"/>
                  </a:lnTo>
                  <a:lnTo>
                    <a:pt x="8323727" y="1014234"/>
                  </a:lnTo>
                  <a:lnTo>
                    <a:pt x="8272908" y="993850"/>
                  </a:lnTo>
                  <a:lnTo>
                    <a:pt x="8221201" y="975206"/>
                  </a:lnTo>
                  <a:lnTo>
                    <a:pt x="8167996" y="958297"/>
                  </a:lnTo>
                  <a:lnTo>
                    <a:pt x="8151487" y="953516"/>
                  </a:lnTo>
                  <a:lnTo>
                    <a:pt x="8104002" y="940965"/>
                  </a:lnTo>
                  <a:lnTo>
                    <a:pt x="8054005" y="929607"/>
                  </a:lnTo>
                  <a:lnTo>
                    <a:pt x="8000737" y="919391"/>
                  </a:lnTo>
                  <a:lnTo>
                    <a:pt x="7943366" y="910219"/>
                  </a:lnTo>
                  <a:lnTo>
                    <a:pt x="7881042" y="901983"/>
                  </a:lnTo>
                  <a:lnTo>
                    <a:pt x="7812956" y="894574"/>
                  </a:lnTo>
                  <a:lnTo>
                    <a:pt x="7738415" y="887893"/>
                  </a:lnTo>
                  <a:lnTo>
                    <a:pt x="7656950" y="881859"/>
                  </a:lnTo>
                  <a:lnTo>
                    <a:pt x="7568454" y="876408"/>
                  </a:lnTo>
                  <a:lnTo>
                    <a:pt x="7473357" y="871496"/>
                  </a:lnTo>
                  <a:lnTo>
                    <a:pt x="7372821" y="867099"/>
                  </a:lnTo>
                  <a:lnTo>
                    <a:pt x="7268902" y="863212"/>
                  </a:lnTo>
                  <a:lnTo>
                    <a:pt x="7164622" y="859841"/>
                  </a:lnTo>
                  <a:lnTo>
                    <a:pt x="7063867" y="856997"/>
                  </a:lnTo>
                  <a:lnTo>
                    <a:pt x="6971022" y="854688"/>
                  </a:lnTo>
                  <a:lnTo>
                    <a:pt x="6890368" y="852907"/>
                  </a:lnTo>
                  <a:lnTo>
                    <a:pt x="6825316" y="851622"/>
                  </a:lnTo>
                  <a:lnTo>
                    <a:pt x="6777689" y="850776"/>
                  </a:lnTo>
                  <a:lnTo>
                    <a:pt x="6747269" y="850288"/>
                  </a:lnTo>
                  <a:lnTo>
                    <a:pt x="6731700" y="850062"/>
                  </a:lnTo>
                  <a:lnTo>
                    <a:pt x="6726691" y="849996"/>
                  </a:lnTo>
                  <a:lnTo>
                    <a:pt x="6726343" y="849991"/>
                  </a:lnTo>
                  <a:lnTo>
                    <a:pt x="5254955" y="849991"/>
                  </a:lnTo>
                  <a:lnTo>
                    <a:pt x="5253726" y="849970"/>
                  </a:lnTo>
                  <a:lnTo>
                    <a:pt x="5245661" y="849819"/>
                  </a:lnTo>
                  <a:lnTo>
                    <a:pt x="5225380" y="849402"/>
                  </a:lnTo>
                  <a:lnTo>
                    <a:pt x="5189238" y="848581"/>
                  </a:lnTo>
                  <a:lnTo>
                    <a:pt x="5135610" y="847230"/>
                  </a:lnTo>
                  <a:lnTo>
                    <a:pt x="5065005" y="845249"/>
                  </a:lnTo>
                  <a:lnTo>
                    <a:pt x="4979850" y="842571"/>
                  </a:lnTo>
                  <a:lnTo>
                    <a:pt x="4883927" y="839167"/>
                  </a:lnTo>
                  <a:lnTo>
                    <a:pt x="4781619" y="835034"/>
                  </a:lnTo>
                  <a:lnTo>
                    <a:pt x="4677184" y="830186"/>
                  </a:lnTo>
                  <a:lnTo>
                    <a:pt x="4574230" y="824638"/>
                  </a:lnTo>
                  <a:lnTo>
                    <a:pt x="4475447" y="818395"/>
                  </a:lnTo>
                  <a:lnTo>
                    <a:pt x="4382572" y="811440"/>
                  </a:lnTo>
                  <a:lnTo>
                    <a:pt x="4296497" y="803732"/>
                  </a:lnTo>
                  <a:lnTo>
                    <a:pt x="4217452" y="795202"/>
                  </a:lnTo>
                  <a:lnTo>
                    <a:pt x="4145193" y="785755"/>
                  </a:lnTo>
                  <a:lnTo>
                    <a:pt x="4079165" y="775271"/>
                  </a:lnTo>
                  <a:lnTo>
                    <a:pt x="4018628" y="763610"/>
                  </a:lnTo>
                  <a:lnTo>
                    <a:pt x="3962757" y="750623"/>
                  </a:lnTo>
                  <a:lnTo>
                    <a:pt x="3910703" y="736162"/>
                  </a:lnTo>
                  <a:lnTo>
                    <a:pt x="3861657" y="720112"/>
                  </a:lnTo>
                  <a:lnTo>
                    <a:pt x="3829811" y="708326"/>
                  </a:lnTo>
                  <a:lnTo>
                    <a:pt x="3777742" y="686669"/>
                  </a:lnTo>
                  <a:lnTo>
                    <a:pt x="3727309" y="662811"/>
                  </a:lnTo>
                  <a:lnTo>
                    <a:pt x="3677895" y="636719"/>
                  </a:lnTo>
                  <a:lnTo>
                    <a:pt x="3629049" y="608435"/>
                  </a:lnTo>
                  <a:lnTo>
                    <a:pt x="3580454" y="578087"/>
                  </a:lnTo>
                  <a:lnTo>
                    <a:pt x="3531906" y="545889"/>
                  </a:lnTo>
                  <a:lnTo>
                    <a:pt x="3483295" y="512144"/>
                  </a:lnTo>
                  <a:lnTo>
                    <a:pt x="3434583" y="477236"/>
                  </a:lnTo>
                  <a:lnTo>
                    <a:pt x="3385790" y="441610"/>
                  </a:lnTo>
                  <a:lnTo>
                    <a:pt x="3336968" y="405752"/>
                  </a:lnTo>
                  <a:lnTo>
                    <a:pt x="3288179" y="370162"/>
                  </a:lnTo>
                  <a:lnTo>
                    <a:pt x="3239475" y="335325"/>
                  </a:lnTo>
                  <a:lnTo>
                    <a:pt x="3190870" y="301682"/>
                  </a:lnTo>
                  <a:lnTo>
                    <a:pt x="3142324" y="269610"/>
                  </a:lnTo>
                  <a:lnTo>
                    <a:pt x="3093719" y="239407"/>
                  </a:lnTo>
                  <a:lnTo>
                    <a:pt x="3044843" y="211281"/>
                  </a:lnTo>
                  <a:lnTo>
                    <a:pt x="2995371" y="185352"/>
                  </a:lnTo>
                  <a:lnTo>
                    <a:pt x="2944841" y="161658"/>
                  </a:lnTo>
                  <a:lnTo>
                    <a:pt x="2896531" y="141665"/>
                  </a:lnTo>
                  <a:lnTo>
                    <a:pt x="2849102" y="124508"/>
                  </a:lnTo>
                  <a:lnTo>
                    <a:pt x="2799167" y="108982"/>
                  </a:lnTo>
                  <a:lnTo>
                    <a:pt x="2745970" y="95012"/>
                  </a:lnTo>
                  <a:lnTo>
                    <a:pt x="2688683" y="82471"/>
                  </a:lnTo>
                  <a:lnTo>
                    <a:pt x="2626457" y="71207"/>
                  </a:lnTo>
                  <a:lnTo>
                    <a:pt x="2558488" y="61073"/>
                  </a:lnTo>
                  <a:lnTo>
                    <a:pt x="2484082" y="51934"/>
                  </a:lnTo>
                  <a:lnTo>
                    <a:pt x="2402771" y="43679"/>
                  </a:lnTo>
                  <a:lnTo>
                    <a:pt x="2314443" y="36221"/>
                  </a:lnTo>
                  <a:lnTo>
                    <a:pt x="2219521" y="29499"/>
                  </a:lnTo>
                  <a:lnTo>
                    <a:pt x="2119155" y="23482"/>
                  </a:lnTo>
                  <a:lnTo>
                    <a:pt x="2015380" y="18159"/>
                  </a:lnTo>
                  <a:lnTo>
                    <a:pt x="1911199" y="13541"/>
                  </a:lnTo>
                  <a:lnTo>
                    <a:pt x="1810471" y="9642"/>
                  </a:lnTo>
                  <a:lnTo>
                    <a:pt x="1717565" y="6474"/>
                  </a:lnTo>
                  <a:lnTo>
                    <a:pt x="1636755" y="4027"/>
                  </a:lnTo>
                  <a:lnTo>
                    <a:pt x="1571460" y="2259"/>
                  </a:lnTo>
                  <a:lnTo>
                    <a:pt x="1523535" y="1092"/>
                  </a:lnTo>
                  <a:lnTo>
                    <a:pt x="1492804" y="416"/>
                  </a:lnTo>
                  <a:lnTo>
                    <a:pt x="1476962" y="100"/>
                  </a:lnTo>
                  <a:lnTo>
                    <a:pt x="1471775" y="6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570" name="pl570"/>
            <p:cNvSpPr/>
            <p:nvPr/>
          </p:nvSpPr>
          <p:spPr>
            <a:xfrm>
              <a:off x="4799595" y="3508630"/>
              <a:ext cx="11981298" cy="1471139"/>
            </a:xfrm>
            <a:custGeom>
              <a:avLst/>
              <a:pathLst>
                <a:path w="11981298" h="1471139">
                  <a:moveTo>
                    <a:pt x="0" y="0"/>
                  </a:moveTo>
                  <a:lnTo>
                    <a:pt x="1471387" y="0"/>
                  </a:lnTo>
                  <a:lnTo>
                    <a:pt x="1472616" y="21"/>
                  </a:lnTo>
                  <a:lnTo>
                    <a:pt x="1480681" y="172"/>
                  </a:lnTo>
                  <a:lnTo>
                    <a:pt x="1500963" y="589"/>
                  </a:lnTo>
                  <a:lnTo>
                    <a:pt x="1537104" y="1410"/>
                  </a:lnTo>
                  <a:lnTo>
                    <a:pt x="1590733" y="2761"/>
                  </a:lnTo>
                  <a:lnTo>
                    <a:pt x="1661337" y="4742"/>
                  </a:lnTo>
                  <a:lnTo>
                    <a:pt x="1746492" y="7419"/>
                  </a:lnTo>
                  <a:lnTo>
                    <a:pt x="1842415" y="10824"/>
                  </a:lnTo>
                  <a:lnTo>
                    <a:pt x="1944723" y="14957"/>
                  </a:lnTo>
                  <a:lnTo>
                    <a:pt x="2049159" y="19805"/>
                  </a:lnTo>
                  <a:lnTo>
                    <a:pt x="2152113" y="25352"/>
                  </a:lnTo>
                  <a:lnTo>
                    <a:pt x="2250895" y="31596"/>
                  </a:lnTo>
                  <a:lnTo>
                    <a:pt x="2343770" y="38551"/>
                  </a:lnTo>
                  <a:lnTo>
                    <a:pt x="2429845" y="46259"/>
                  </a:lnTo>
                  <a:lnTo>
                    <a:pt x="2508890" y="54789"/>
                  </a:lnTo>
                  <a:lnTo>
                    <a:pt x="2581149" y="64236"/>
                  </a:lnTo>
                  <a:lnTo>
                    <a:pt x="2647178" y="74720"/>
                  </a:lnTo>
                  <a:lnTo>
                    <a:pt x="2707714" y="86381"/>
                  </a:lnTo>
                  <a:lnTo>
                    <a:pt x="2763586" y="99368"/>
                  </a:lnTo>
                  <a:lnTo>
                    <a:pt x="2815639" y="113829"/>
                  </a:lnTo>
                  <a:lnTo>
                    <a:pt x="2864685" y="129878"/>
                  </a:lnTo>
                  <a:lnTo>
                    <a:pt x="2896531" y="141665"/>
                  </a:lnTo>
                  <a:lnTo>
                    <a:pt x="2948600" y="163322"/>
                  </a:lnTo>
                  <a:lnTo>
                    <a:pt x="2999033" y="187180"/>
                  </a:lnTo>
                  <a:lnTo>
                    <a:pt x="3048447" y="213272"/>
                  </a:lnTo>
                  <a:lnTo>
                    <a:pt x="3097293" y="241556"/>
                  </a:lnTo>
                  <a:lnTo>
                    <a:pt x="3145888" y="271904"/>
                  </a:lnTo>
                  <a:lnTo>
                    <a:pt x="3194436" y="304102"/>
                  </a:lnTo>
                  <a:lnTo>
                    <a:pt x="3243047" y="337847"/>
                  </a:lnTo>
                  <a:lnTo>
                    <a:pt x="3291759" y="372755"/>
                  </a:lnTo>
                  <a:lnTo>
                    <a:pt x="3340552" y="408381"/>
                  </a:lnTo>
                  <a:lnTo>
                    <a:pt x="3389374" y="444239"/>
                  </a:lnTo>
                  <a:lnTo>
                    <a:pt x="3438163" y="479829"/>
                  </a:lnTo>
                  <a:lnTo>
                    <a:pt x="3486867" y="514666"/>
                  </a:lnTo>
                  <a:lnTo>
                    <a:pt x="3535472" y="548309"/>
                  </a:lnTo>
                  <a:lnTo>
                    <a:pt x="3584018" y="580381"/>
                  </a:lnTo>
                  <a:lnTo>
                    <a:pt x="3632623" y="610584"/>
                  </a:lnTo>
                  <a:lnTo>
                    <a:pt x="3681499" y="638710"/>
                  </a:lnTo>
                  <a:lnTo>
                    <a:pt x="3730971" y="664638"/>
                  </a:lnTo>
                  <a:lnTo>
                    <a:pt x="3781501" y="688333"/>
                  </a:lnTo>
                  <a:lnTo>
                    <a:pt x="3829811" y="708326"/>
                  </a:lnTo>
                  <a:lnTo>
                    <a:pt x="3877241" y="725483"/>
                  </a:lnTo>
                  <a:lnTo>
                    <a:pt x="3927175" y="741009"/>
                  </a:lnTo>
                  <a:lnTo>
                    <a:pt x="3980372" y="754978"/>
                  </a:lnTo>
                  <a:lnTo>
                    <a:pt x="4037659" y="767520"/>
                  </a:lnTo>
                  <a:lnTo>
                    <a:pt x="4099885" y="778784"/>
                  </a:lnTo>
                  <a:lnTo>
                    <a:pt x="4167854" y="788918"/>
                  </a:lnTo>
                  <a:lnTo>
                    <a:pt x="4242260" y="798057"/>
                  </a:lnTo>
                  <a:lnTo>
                    <a:pt x="4323571" y="806312"/>
                  </a:lnTo>
                  <a:lnTo>
                    <a:pt x="4411900" y="813770"/>
                  </a:lnTo>
                  <a:lnTo>
                    <a:pt x="4506821" y="820491"/>
                  </a:lnTo>
                  <a:lnTo>
                    <a:pt x="4607187" y="826509"/>
                  </a:lnTo>
                  <a:lnTo>
                    <a:pt x="4710962" y="831831"/>
                  </a:lnTo>
                  <a:lnTo>
                    <a:pt x="4815143" y="836450"/>
                  </a:lnTo>
                  <a:lnTo>
                    <a:pt x="4915871" y="840348"/>
                  </a:lnTo>
                  <a:lnTo>
                    <a:pt x="5008777" y="843516"/>
                  </a:lnTo>
                  <a:lnTo>
                    <a:pt x="5089587" y="845964"/>
                  </a:lnTo>
                  <a:lnTo>
                    <a:pt x="5154882" y="847732"/>
                  </a:lnTo>
                  <a:lnTo>
                    <a:pt x="5202807" y="848899"/>
                  </a:lnTo>
                  <a:lnTo>
                    <a:pt x="5233538" y="849575"/>
                  </a:lnTo>
                  <a:lnTo>
                    <a:pt x="5249380" y="849890"/>
                  </a:lnTo>
                  <a:lnTo>
                    <a:pt x="5254568" y="849985"/>
                  </a:lnTo>
                  <a:lnTo>
                    <a:pt x="5254955" y="849991"/>
                  </a:lnTo>
                  <a:lnTo>
                    <a:pt x="6726343" y="849991"/>
                  </a:lnTo>
                  <a:lnTo>
                    <a:pt x="6727576" y="850007"/>
                  </a:lnTo>
                  <a:lnTo>
                    <a:pt x="6735667" y="850118"/>
                  </a:lnTo>
                  <a:lnTo>
                    <a:pt x="6756013" y="850424"/>
                  </a:lnTo>
                  <a:lnTo>
                    <a:pt x="6792265" y="851026"/>
                  </a:lnTo>
                  <a:lnTo>
                    <a:pt x="6846045" y="852016"/>
                  </a:lnTo>
                  <a:lnTo>
                    <a:pt x="6916831" y="853469"/>
                  </a:lnTo>
                  <a:lnTo>
                    <a:pt x="7002178" y="855431"/>
                  </a:lnTo>
                  <a:lnTo>
                    <a:pt x="7098284" y="857927"/>
                  </a:lnTo>
                  <a:lnTo>
                    <a:pt x="7200750" y="860956"/>
                  </a:lnTo>
                  <a:lnTo>
                    <a:pt x="7305305" y="864508"/>
                  </a:lnTo>
                  <a:lnTo>
                    <a:pt x="7408341" y="868573"/>
                  </a:lnTo>
                  <a:lnTo>
                    <a:pt x="7507167" y="873147"/>
                  </a:lnTo>
                  <a:lnTo>
                    <a:pt x="7600056" y="878243"/>
                  </a:lnTo>
                  <a:lnTo>
                    <a:pt x="7686121" y="883891"/>
                  </a:lnTo>
                  <a:lnTo>
                    <a:pt x="7765141" y="890142"/>
                  </a:lnTo>
                  <a:lnTo>
                    <a:pt x="7837366" y="897066"/>
                  </a:lnTo>
                  <a:lnTo>
                    <a:pt x="7903359" y="904752"/>
                  </a:lnTo>
                  <a:lnTo>
                    <a:pt x="7963863" y="913301"/>
                  </a:lnTo>
                  <a:lnTo>
                    <a:pt x="8019709" y="922824"/>
                  </a:lnTo>
                  <a:lnTo>
                    <a:pt x="8071746" y="933429"/>
                  </a:lnTo>
                  <a:lnTo>
                    <a:pt x="8120787" y="945199"/>
                  </a:lnTo>
                  <a:lnTo>
                    <a:pt x="8151487" y="953516"/>
                  </a:lnTo>
                  <a:lnTo>
                    <a:pt x="8205298" y="969910"/>
                  </a:lnTo>
                  <a:lnTo>
                    <a:pt x="8257385" y="988026"/>
                  </a:lnTo>
                  <a:lnTo>
                    <a:pt x="8308419" y="1007886"/>
                  </a:lnTo>
                  <a:lnTo>
                    <a:pt x="8358886" y="1029452"/>
                  </a:lnTo>
                  <a:lnTo>
                    <a:pt x="8409120" y="1052612"/>
                  </a:lnTo>
                  <a:lnTo>
                    <a:pt x="8459329" y="1077182"/>
                  </a:lnTo>
                  <a:lnTo>
                    <a:pt x="8509620" y="1102903"/>
                  </a:lnTo>
                  <a:lnTo>
                    <a:pt x="8560018" y="1129454"/>
                  </a:lnTo>
                  <a:lnTo>
                    <a:pt x="8610490" y="1156465"/>
                  </a:lnTo>
                  <a:lnTo>
                    <a:pt x="8660973" y="1183536"/>
                  </a:lnTo>
                  <a:lnTo>
                    <a:pt x="8711398" y="1210267"/>
                  </a:lnTo>
                  <a:lnTo>
                    <a:pt x="8761722" y="1236276"/>
                  </a:lnTo>
                  <a:lnTo>
                    <a:pt x="8811949" y="1261224"/>
                  </a:lnTo>
                  <a:lnTo>
                    <a:pt x="8862158" y="1284834"/>
                  </a:lnTo>
                  <a:lnTo>
                    <a:pt x="8912526" y="1306897"/>
                  </a:lnTo>
                  <a:lnTo>
                    <a:pt x="8963345" y="1327281"/>
                  </a:lnTo>
                  <a:lnTo>
                    <a:pt x="9015052" y="1345924"/>
                  </a:lnTo>
                  <a:lnTo>
                    <a:pt x="9068258" y="1362833"/>
                  </a:lnTo>
                  <a:lnTo>
                    <a:pt x="9084767" y="1367615"/>
                  </a:lnTo>
                  <a:lnTo>
                    <a:pt x="9132252" y="1380166"/>
                  </a:lnTo>
                  <a:lnTo>
                    <a:pt x="9182248" y="1391523"/>
                  </a:lnTo>
                  <a:lnTo>
                    <a:pt x="9235516" y="1401740"/>
                  </a:lnTo>
                  <a:lnTo>
                    <a:pt x="9292888" y="1410911"/>
                  </a:lnTo>
                  <a:lnTo>
                    <a:pt x="9355212" y="1419148"/>
                  </a:lnTo>
                  <a:lnTo>
                    <a:pt x="9423298" y="1426557"/>
                  </a:lnTo>
                  <a:lnTo>
                    <a:pt x="9497838" y="1433238"/>
                  </a:lnTo>
                  <a:lnTo>
                    <a:pt x="9579303" y="1439272"/>
                  </a:lnTo>
                  <a:lnTo>
                    <a:pt x="9667799" y="1444723"/>
                  </a:lnTo>
                  <a:lnTo>
                    <a:pt x="9762896" y="1449635"/>
                  </a:lnTo>
                  <a:lnTo>
                    <a:pt x="9863432" y="1454031"/>
                  </a:lnTo>
                  <a:lnTo>
                    <a:pt x="9967351" y="1457918"/>
                  </a:lnTo>
                  <a:lnTo>
                    <a:pt x="10071631" y="1461290"/>
                  </a:lnTo>
                  <a:lnTo>
                    <a:pt x="10172387" y="1464134"/>
                  </a:lnTo>
                  <a:lnTo>
                    <a:pt x="10265231" y="1466443"/>
                  </a:lnTo>
                  <a:lnTo>
                    <a:pt x="10345885" y="1468224"/>
                  </a:lnTo>
                  <a:lnTo>
                    <a:pt x="10410937" y="1469509"/>
                  </a:lnTo>
                  <a:lnTo>
                    <a:pt x="10458564" y="1470354"/>
                  </a:lnTo>
                  <a:lnTo>
                    <a:pt x="10488984" y="1470842"/>
                  </a:lnTo>
                  <a:lnTo>
                    <a:pt x="10504554" y="1471069"/>
                  </a:lnTo>
                  <a:lnTo>
                    <a:pt x="10509562" y="1471135"/>
                  </a:lnTo>
                  <a:lnTo>
                    <a:pt x="10509911" y="1471139"/>
                  </a:lnTo>
                  <a:lnTo>
                    <a:pt x="11981298" y="147113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71" name="pl571"/>
            <p:cNvSpPr/>
            <p:nvPr/>
          </p:nvSpPr>
          <p:spPr>
            <a:xfrm>
              <a:off x="4799595" y="3500457"/>
              <a:ext cx="11981298" cy="1471139"/>
            </a:xfrm>
            <a:custGeom>
              <a:avLst/>
              <a:pathLst>
                <a:path w="11981298" h="1471139">
                  <a:moveTo>
                    <a:pt x="11981298" y="1471139"/>
                  </a:moveTo>
                  <a:lnTo>
                    <a:pt x="10509911" y="1471139"/>
                  </a:lnTo>
                  <a:lnTo>
                    <a:pt x="10508678" y="1471124"/>
                  </a:lnTo>
                  <a:lnTo>
                    <a:pt x="10500586" y="1471013"/>
                  </a:lnTo>
                  <a:lnTo>
                    <a:pt x="10480240" y="1470707"/>
                  </a:lnTo>
                  <a:lnTo>
                    <a:pt x="10443988" y="1470105"/>
                  </a:lnTo>
                  <a:lnTo>
                    <a:pt x="10390208" y="1469114"/>
                  </a:lnTo>
                  <a:lnTo>
                    <a:pt x="10319422" y="1467662"/>
                  </a:lnTo>
                  <a:lnTo>
                    <a:pt x="10234075" y="1465699"/>
                  </a:lnTo>
                  <a:lnTo>
                    <a:pt x="10137969" y="1463204"/>
                  </a:lnTo>
                  <a:lnTo>
                    <a:pt x="10035504" y="1460175"/>
                  </a:lnTo>
                  <a:lnTo>
                    <a:pt x="9930948" y="1456623"/>
                  </a:lnTo>
                  <a:lnTo>
                    <a:pt x="9827913" y="1452558"/>
                  </a:lnTo>
                  <a:lnTo>
                    <a:pt x="9729086" y="1447984"/>
                  </a:lnTo>
                  <a:lnTo>
                    <a:pt x="9636197" y="1442888"/>
                  </a:lnTo>
                  <a:lnTo>
                    <a:pt x="9550132" y="1437239"/>
                  </a:lnTo>
                  <a:lnTo>
                    <a:pt x="9471113" y="1430988"/>
                  </a:lnTo>
                  <a:lnTo>
                    <a:pt x="9398887" y="1424064"/>
                  </a:lnTo>
                  <a:lnTo>
                    <a:pt x="9332894" y="1416379"/>
                  </a:lnTo>
                  <a:lnTo>
                    <a:pt x="9272390" y="1407829"/>
                  </a:lnTo>
                  <a:lnTo>
                    <a:pt x="9216544" y="1398306"/>
                  </a:lnTo>
                  <a:lnTo>
                    <a:pt x="9164507" y="1387702"/>
                  </a:lnTo>
                  <a:lnTo>
                    <a:pt x="9115466" y="1375931"/>
                  </a:lnTo>
                  <a:lnTo>
                    <a:pt x="9084767" y="1367615"/>
                  </a:lnTo>
                  <a:lnTo>
                    <a:pt x="9030955" y="1351221"/>
                  </a:lnTo>
                  <a:lnTo>
                    <a:pt x="8978868" y="1333105"/>
                  </a:lnTo>
                  <a:lnTo>
                    <a:pt x="8927834" y="1313244"/>
                  </a:lnTo>
                  <a:lnTo>
                    <a:pt x="8877367" y="1291679"/>
                  </a:lnTo>
                  <a:lnTo>
                    <a:pt x="8827133" y="1268518"/>
                  </a:lnTo>
                  <a:lnTo>
                    <a:pt x="8776924" y="1243949"/>
                  </a:lnTo>
                  <a:lnTo>
                    <a:pt x="8726633" y="1218228"/>
                  </a:lnTo>
                  <a:lnTo>
                    <a:pt x="8676235" y="1191677"/>
                  </a:lnTo>
                  <a:lnTo>
                    <a:pt x="8625763" y="1164666"/>
                  </a:lnTo>
                  <a:lnTo>
                    <a:pt x="8575280" y="1137594"/>
                  </a:lnTo>
                  <a:lnTo>
                    <a:pt x="8524855" y="1110863"/>
                  </a:lnTo>
                  <a:lnTo>
                    <a:pt x="8474531" y="1084854"/>
                  </a:lnTo>
                  <a:lnTo>
                    <a:pt x="8424304" y="1059906"/>
                  </a:lnTo>
                  <a:lnTo>
                    <a:pt x="8374095" y="1036297"/>
                  </a:lnTo>
                  <a:lnTo>
                    <a:pt x="8323727" y="1014234"/>
                  </a:lnTo>
                  <a:lnTo>
                    <a:pt x="8272908" y="993850"/>
                  </a:lnTo>
                  <a:lnTo>
                    <a:pt x="8221201" y="975206"/>
                  </a:lnTo>
                  <a:lnTo>
                    <a:pt x="8167996" y="958297"/>
                  </a:lnTo>
                  <a:lnTo>
                    <a:pt x="8151487" y="953516"/>
                  </a:lnTo>
                  <a:lnTo>
                    <a:pt x="8104002" y="940965"/>
                  </a:lnTo>
                  <a:lnTo>
                    <a:pt x="8054005" y="929607"/>
                  </a:lnTo>
                  <a:lnTo>
                    <a:pt x="8000737" y="919391"/>
                  </a:lnTo>
                  <a:lnTo>
                    <a:pt x="7943366" y="910219"/>
                  </a:lnTo>
                  <a:lnTo>
                    <a:pt x="7881042" y="901983"/>
                  </a:lnTo>
                  <a:lnTo>
                    <a:pt x="7812956" y="894574"/>
                  </a:lnTo>
                  <a:lnTo>
                    <a:pt x="7738415" y="887893"/>
                  </a:lnTo>
                  <a:lnTo>
                    <a:pt x="7656950" y="881859"/>
                  </a:lnTo>
                  <a:lnTo>
                    <a:pt x="7568454" y="876408"/>
                  </a:lnTo>
                  <a:lnTo>
                    <a:pt x="7473357" y="871496"/>
                  </a:lnTo>
                  <a:lnTo>
                    <a:pt x="7372821" y="867099"/>
                  </a:lnTo>
                  <a:lnTo>
                    <a:pt x="7268902" y="863212"/>
                  </a:lnTo>
                  <a:lnTo>
                    <a:pt x="7164622" y="859841"/>
                  </a:lnTo>
                  <a:lnTo>
                    <a:pt x="7063867" y="856997"/>
                  </a:lnTo>
                  <a:lnTo>
                    <a:pt x="6971022" y="854688"/>
                  </a:lnTo>
                  <a:lnTo>
                    <a:pt x="6890368" y="852907"/>
                  </a:lnTo>
                  <a:lnTo>
                    <a:pt x="6825316" y="851622"/>
                  </a:lnTo>
                  <a:lnTo>
                    <a:pt x="6777689" y="850776"/>
                  </a:lnTo>
                  <a:lnTo>
                    <a:pt x="6747269" y="850288"/>
                  </a:lnTo>
                  <a:lnTo>
                    <a:pt x="6731700" y="850062"/>
                  </a:lnTo>
                  <a:lnTo>
                    <a:pt x="6726691" y="849996"/>
                  </a:lnTo>
                  <a:lnTo>
                    <a:pt x="6726343" y="849991"/>
                  </a:lnTo>
                  <a:lnTo>
                    <a:pt x="5254955" y="849991"/>
                  </a:lnTo>
                  <a:lnTo>
                    <a:pt x="5253726" y="849970"/>
                  </a:lnTo>
                  <a:lnTo>
                    <a:pt x="5245661" y="849819"/>
                  </a:lnTo>
                  <a:lnTo>
                    <a:pt x="5225380" y="849402"/>
                  </a:lnTo>
                  <a:lnTo>
                    <a:pt x="5189238" y="848581"/>
                  </a:lnTo>
                  <a:lnTo>
                    <a:pt x="5135610" y="847230"/>
                  </a:lnTo>
                  <a:lnTo>
                    <a:pt x="5065005" y="845249"/>
                  </a:lnTo>
                  <a:lnTo>
                    <a:pt x="4979850" y="842571"/>
                  </a:lnTo>
                  <a:lnTo>
                    <a:pt x="4883927" y="839167"/>
                  </a:lnTo>
                  <a:lnTo>
                    <a:pt x="4781619" y="835034"/>
                  </a:lnTo>
                  <a:lnTo>
                    <a:pt x="4677184" y="830186"/>
                  </a:lnTo>
                  <a:lnTo>
                    <a:pt x="4574230" y="824638"/>
                  </a:lnTo>
                  <a:lnTo>
                    <a:pt x="4475447" y="818395"/>
                  </a:lnTo>
                  <a:lnTo>
                    <a:pt x="4382572" y="811440"/>
                  </a:lnTo>
                  <a:lnTo>
                    <a:pt x="4296497" y="803732"/>
                  </a:lnTo>
                  <a:lnTo>
                    <a:pt x="4217452" y="795202"/>
                  </a:lnTo>
                  <a:lnTo>
                    <a:pt x="4145193" y="785755"/>
                  </a:lnTo>
                  <a:lnTo>
                    <a:pt x="4079165" y="775271"/>
                  </a:lnTo>
                  <a:lnTo>
                    <a:pt x="4018628" y="763610"/>
                  </a:lnTo>
                  <a:lnTo>
                    <a:pt x="3962757" y="750623"/>
                  </a:lnTo>
                  <a:lnTo>
                    <a:pt x="3910703" y="736162"/>
                  </a:lnTo>
                  <a:lnTo>
                    <a:pt x="3861657" y="720112"/>
                  </a:lnTo>
                  <a:lnTo>
                    <a:pt x="3829811" y="708326"/>
                  </a:lnTo>
                  <a:lnTo>
                    <a:pt x="3777742" y="686669"/>
                  </a:lnTo>
                  <a:lnTo>
                    <a:pt x="3727309" y="662811"/>
                  </a:lnTo>
                  <a:lnTo>
                    <a:pt x="3677895" y="636719"/>
                  </a:lnTo>
                  <a:lnTo>
                    <a:pt x="3629049" y="608435"/>
                  </a:lnTo>
                  <a:lnTo>
                    <a:pt x="3580454" y="578087"/>
                  </a:lnTo>
                  <a:lnTo>
                    <a:pt x="3531906" y="545889"/>
                  </a:lnTo>
                  <a:lnTo>
                    <a:pt x="3483295" y="512144"/>
                  </a:lnTo>
                  <a:lnTo>
                    <a:pt x="3434583" y="477236"/>
                  </a:lnTo>
                  <a:lnTo>
                    <a:pt x="3385790" y="441610"/>
                  </a:lnTo>
                  <a:lnTo>
                    <a:pt x="3336968" y="405752"/>
                  </a:lnTo>
                  <a:lnTo>
                    <a:pt x="3288179" y="370162"/>
                  </a:lnTo>
                  <a:lnTo>
                    <a:pt x="3239475" y="335325"/>
                  </a:lnTo>
                  <a:lnTo>
                    <a:pt x="3190870" y="301682"/>
                  </a:lnTo>
                  <a:lnTo>
                    <a:pt x="3142324" y="269610"/>
                  </a:lnTo>
                  <a:lnTo>
                    <a:pt x="3093719" y="239407"/>
                  </a:lnTo>
                  <a:lnTo>
                    <a:pt x="3044843" y="211281"/>
                  </a:lnTo>
                  <a:lnTo>
                    <a:pt x="2995371" y="185352"/>
                  </a:lnTo>
                  <a:lnTo>
                    <a:pt x="2944841" y="161658"/>
                  </a:lnTo>
                  <a:lnTo>
                    <a:pt x="2896531" y="141665"/>
                  </a:lnTo>
                  <a:lnTo>
                    <a:pt x="2849102" y="124508"/>
                  </a:lnTo>
                  <a:lnTo>
                    <a:pt x="2799167" y="108982"/>
                  </a:lnTo>
                  <a:lnTo>
                    <a:pt x="2745970" y="95012"/>
                  </a:lnTo>
                  <a:lnTo>
                    <a:pt x="2688683" y="82471"/>
                  </a:lnTo>
                  <a:lnTo>
                    <a:pt x="2626457" y="71207"/>
                  </a:lnTo>
                  <a:lnTo>
                    <a:pt x="2558488" y="61073"/>
                  </a:lnTo>
                  <a:lnTo>
                    <a:pt x="2484082" y="51934"/>
                  </a:lnTo>
                  <a:lnTo>
                    <a:pt x="2402771" y="43679"/>
                  </a:lnTo>
                  <a:lnTo>
                    <a:pt x="2314443" y="36221"/>
                  </a:lnTo>
                  <a:lnTo>
                    <a:pt x="2219521" y="29499"/>
                  </a:lnTo>
                  <a:lnTo>
                    <a:pt x="2119155" y="23482"/>
                  </a:lnTo>
                  <a:lnTo>
                    <a:pt x="2015380" y="18159"/>
                  </a:lnTo>
                  <a:lnTo>
                    <a:pt x="1911199" y="13541"/>
                  </a:lnTo>
                  <a:lnTo>
                    <a:pt x="1810471" y="9642"/>
                  </a:lnTo>
                  <a:lnTo>
                    <a:pt x="1717565" y="6474"/>
                  </a:lnTo>
                  <a:lnTo>
                    <a:pt x="1636755" y="4027"/>
                  </a:lnTo>
                  <a:lnTo>
                    <a:pt x="1571460" y="2259"/>
                  </a:lnTo>
                  <a:lnTo>
                    <a:pt x="1523535" y="1092"/>
                  </a:lnTo>
                  <a:lnTo>
                    <a:pt x="1492804" y="416"/>
                  </a:lnTo>
                  <a:lnTo>
                    <a:pt x="1476962" y="100"/>
                  </a:lnTo>
                  <a:lnTo>
                    <a:pt x="1471775" y="6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72" name="pg572"/>
            <p:cNvSpPr/>
            <p:nvPr/>
          </p:nvSpPr>
          <p:spPr>
            <a:xfrm>
              <a:off x="4799595" y="3508630"/>
              <a:ext cx="11981298" cy="1871616"/>
            </a:xfrm>
            <a:custGeom>
              <a:avLst/>
              <a:pathLst>
                <a:path w="11981298" h="1871616">
                  <a:moveTo>
                    <a:pt x="0" y="8172"/>
                  </a:moveTo>
                  <a:lnTo>
                    <a:pt x="1471387" y="8172"/>
                  </a:lnTo>
                  <a:lnTo>
                    <a:pt x="1472616" y="8194"/>
                  </a:lnTo>
                  <a:lnTo>
                    <a:pt x="1480681" y="8345"/>
                  </a:lnTo>
                  <a:lnTo>
                    <a:pt x="1500963" y="8762"/>
                  </a:lnTo>
                  <a:lnTo>
                    <a:pt x="1537104" y="9583"/>
                  </a:lnTo>
                  <a:lnTo>
                    <a:pt x="1590733" y="10934"/>
                  </a:lnTo>
                  <a:lnTo>
                    <a:pt x="1661337" y="12915"/>
                  </a:lnTo>
                  <a:lnTo>
                    <a:pt x="1746492" y="15592"/>
                  </a:lnTo>
                  <a:lnTo>
                    <a:pt x="1842415" y="18997"/>
                  </a:lnTo>
                  <a:lnTo>
                    <a:pt x="1944723" y="23130"/>
                  </a:lnTo>
                  <a:lnTo>
                    <a:pt x="2049159" y="27978"/>
                  </a:lnTo>
                  <a:lnTo>
                    <a:pt x="2152113" y="33525"/>
                  </a:lnTo>
                  <a:lnTo>
                    <a:pt x="2250895" y="39769"/>
                  </a:lnTo>
                  <a:lnTo>
                    <a:pt x="2343770" y="46724"/>
                  </a:lnTo>
                  <a:lnTo>
                    <a:pt x="2429845" y="54432"/>
                  </a:lnTo>
                  <a:lnTo>
                    <a:pt x="2508890" y="62962"/>
                  </a:lnTo>
                  <a:lnTo>
                    <a:pt x="2581149" y="72409"/>
                  </a:lnTo>
                  <a:lnTo>
                    <a:pt x="2647178" y="82893"/>
                  </a:lnTo>
                  <a:lnTo>
                    <a:pt x="2707714" y="94554"/>
                  </a:lnTo>
                  <a:lnTo>
                    <a:pt x="2763586" y="107541"/>
                  </a:lnTo>
                  <a:lnTo>
                    <a:pt x="2815639" y="122002"/>
                  </a:lnTo>
                  <a:lnTo>
                    <a:pt x="2864685" y="138051"/>
                  </a:lnTo>
                  <a:lnTo>
                    <a:pt x="2896531" y="149838"/>
                  </a:lnTo>
                  <a:lnTo>
                    <a:pt x="2948600" y="171495"/>
                  </a:lnTo>
                  <a:lnTo>
                    <a:pt x="2999033" y="195353"/>
                  </a:lnTo>
                  <a:lnTo>
                    <a:pt x="3048447" y="221445"/>
                  </a:lnTo>
                  <a:lnTo>
                    <a:pt x="3097293" y="249729"/>
                  </a:lnTo>
                  <a:lnTo>
                    <a:pt x="3145888" y="280077"/>
                  </a:lnTo>
                  <a:lnTo>
                    <a:pt x="3194436" y="312275"/>
                  </a:lnTo>
                  <a:lnTo>
                    <a:pt x="3243047" y="346020"/>
                  </a:lnTo>
                  <a:lnTo>
                    <a:pt x="3291759" y="380928"/>
                  </a:lnTo>
                  <a:lnTo>
                    <a:pt x="3340552" y="416554"/>
                  </a:lnTo>
                  <a:lnTo>
                    <a:pt x="3389374" y="452412"/>
                  </a:lnTo>
                  <a:lnTo>
                    <a:pt x="3438163" y="488002"/>
                  </a:lnTo>
                  <a:lnTo>
                    <a:pt x="3486867" y="522839"/>
                  </a:lnTo>
                  <a:lnTo>
                    <a:pt x="3535472" y="556482"/>
                  </a:lnTo>
                  <a:lnTo>
                    <a:pt x="3584018" y="588554"/>
                  </a:lnTo>
                  <a:lnTo>
                    <a:pt x="3632623" y="618757"/>
                  </a:lnTo>
                  <a:lnTo>
                    <a:pt x="3681499" y="646883"/>
                  </a:lnTo>
                  <a:lnTo>
                    <a:pt x="3730971" y="672811"/>
                  </a:lnTo>
                  <a:lnTo>
                    <a:pt x="3781501" y="696506"/>
                  </a:lnTo>
                  <a:lnTo>
                    <a:pt x="3829811" y="716499"/>
                  </a:lnTo>
                  <a:lnTo>
                    <a:pt x="3877241" y="733656"/>
                  </a:lnTo>
                  <a:lnTo>
                    <a:pt x="3927175" y="749182"/>
                  </a:lnTo>
                  <a:lnTo>
                    <a:pt x="3980372" y="763151"/>
                  </a:lnTo>
                  <a:lnTo>
                    <a:pt x="4037659" y="775693"/>
                  </a:lnTo>
                  <a:lnTo>
                    <a:pt x="4099885" y="786957"/>
                  </a:lnTo>
                  <a:lnTo>
                    <a:pt x="4167854" y="797091"/>
                  </a:lnTo>
                  <a:lnTo>
                    <a:pt x="4242260" y="806230"/>
                  </a:lnTo>
                  <a:lnTo>
                    <a:pt x="4323571" y="814485"/>
                  </a:lnTo>
                  <a:lnTo>
                    <a:pt x="4411900" y="821943"/>
                  </a:lnTo>
                  <a:lnTo>
                    <a:pt x="4506821" y="828664"/>
                  </a:lnTo>
                  <a:lnTo>
                    <a:pt x="4607187" y="834682"/>
                  </a:lnTo>
                  <a:lnTo>
                    <a:pt x="4710962" y="840004"/>
                  </a:lnTo>
                  <a:lnTo>
                    <a:pt x="4815143" y="844623"/>
                  </a:lnTo>
                  <a:lnTo>
                    <a:pt x="4915871" y="848521"/>
                  </a:lnTo>
                  <a:lnTo>
                    <a:pt x="5008777" y="851689"/>
                  </a:lnTo>
                  <a:lnTo>
                    <a:pt x="5089587" y="854137"/>
                  </a:lnTo>
                  <a:lnTo>
                    <a:pt x="5154882" y="855905"/>
                  </a:lnTo>
                  <a:lnTo>
                    <a:pt x="5202807" y="857072"/>
                  </a:lnTo>
                  <a:lnTo>
                    <a:pt x="5233538" y="857748"/>
                  </a:lnTo>
                  <a:lnTo>
                    <a:pt x="5249380" y="858063"/>
                  </a:lnTo>
                  <a:lnTo>
                    <a:pt x="5254568" y="858158"/>
                  </a:lnTo>
                  <a:lnTo>
                    <a:pt x="5254955" y="858164"/>
                  </a:lnTo>
                  <a:lnTo>
                    <a:pt x="6726343" y="858164"/>
                  </a:lnTo>
                  <a:lnTo>
                    <a:pt x="6727568" y="858189"/>
                  </a:lnTo>
                  <a:lnTo>
                    <a:pt x="6735609" y="858369"/>
                  </a:lnTo>
                  <a:lnTo>
                    <a:pt x="6755833" y="858865"/>
                  </a:lnTo>
                  <a:lnTo>
                    <a:pt x="6791876" y="859841"/>
                  </a:lnTo>
                  <a:lnTo>
                    <a:pt x="6845368" y="861446"/>
                  </a:lnTo>
                  <a:lnTo>
                    <a:pt x="6915809" y="863802"/>
                  </a:lnTo>
                  <a:lnTo>
                    <a:pt x="7000791" y="866985"/>
                  </a:lnTo>
                  <a:lnTo>
                    <a:pt x="7096549" y="871033"/>
                  </a:lnTo>
                  <a:lnTo>
                    <a:pt x="7198716" y="875949"/>
                  </a:lnTo>
                  <a:lnTo>
                    <a:pt x="7303042" y="881715"/>
                  </a:lnTo>
                  <a:lnTo>
                    <a:pt x="7405922" y="888313"/>
                  </a:lnTo>
                  <a:lnTo>
                    <a:pt x="7504665" y="895740"/>
                  </a:lnTo>
                  <a:lnTo>
                    <a:pt x="7597527" y="904012"/>
                  </a:lnTo>
                  <a:lnTo>
                    <a:pt x="7683611" y="913181"/>
                  </a:lnTo>
                  <a:lnTo>
                    <a:pt x="7762679" y="923325"/>
                  </a:lnTo>
                  <a:lnTo>
                    <a:pt x="7834968" y="934559"/>
                  </a:lnTo>
                  <a:lnTo>
                    <a:pt x="7901028" y="947024"/>
                  </a:lnTo>
                  <a:lnTo>
                    <a:pt x="7961594" y="960886"/>
                  </a:lnTo>
                  <a:lnTo>
                    <a:pt x="8017488" y="976323"/>
                  </a:lnTo>
                  <a:lnTo>
                    <a:pt x="8069556" y="993510"/>
                  </a:lnTo>
                  <a:lnTo>
                    <a:pt x="8118607" y="1012586"/>
                  </a:lnTo>
                  <a:lnTo>
                    <a:pt x="8151487" y="1027073"/>
                  </a:lnTo>
                  <a:lnTo>
                    <a:pt x="8202198" y="1052176"/>
                  </a:lnTo>
                  <a:lnTo>
                    <a:pt x="8251343" y="1079765"/>
                  </a:lnTo>
                  <a:lnTo>
                    <a:pt x="8299495" y="1109878"/>
                  </a:lnTo>
                  <a:lnTo>
                    <a:pt x="8347082" y="1142474"/>
                  </a:lnTo>
                  <a:lnTo>
                    <a:pt x="8394403" y="1177424"/>
                  </a:lnTo>
                  <a:lnTo>
                    <a:pt x="8441661" y="1214503"/>
                  </a:lnTo>
                  <a:lnTo>
                    <a:pt x="8488967" y="1253390"/>
                  </a:lnTo>
                  <a:lnTo>
                    <a:pt x="8536367" y="1293679"/>
                  </a:lnTo>
                  <a:lnTo>
                    <a:pt x="8583851" y="1334890"/>
                  </a:lnTo>
                  <a:lnTo>
                    <a:pt x="8631377" y="1376498"/>
                  </a:lnTo>
                  <a:lnTo>
                    <a:pt x="8678886" y="1417952"/>
                  </a:lnTo>
                  <a:lnTo>
                    <a:pt x="8726327" y="1458711"/>
                  </a:lnTo>
                  <a:lnTo>
                    <a:pt x="8773673" y="1498273"/>
                  </a:lnTo>
                  <a:lnTo>
                    <a:pt x="8820942" y="1536197"/>
                  </a:lnTo>
                  <a:lnTo>
                    <a:pt x="8868216" y="1572122"/>
                  </a:lnTo>
                  <a:lnTo>
                    <a:pt x="8915655" y="1605782"/>
                  </a:lnTo>
                  <a:lnTo>
                    <a:pt x="8963512" y="1637004"/>
                  </a:lnTo>
                  <a:lnTo>
                    <a:pt x="9012157" y="1665709"/>
                  </a:lnTo>
                  <a:lnTo>
                    <a:pt x="9062093" y="1691902"/>
                  </a:lnTo>
                  <a:lnTo>
                    <a:pt x="9084767" y="1702707"/>
                  </a:lnTo>
                  <a:lnTo>
                    <a:pt x="9132146" y="1723144"/>
                  </a:lnTo>
                  <a:lnTo>
                    <a:pt x="9182025" y="1741640"/>
                  </a:lnTo>
                  <a:lnTo>
                    <a:pt x="9235157" y="1758283"/>
                  </a:lnTo>
                  <a:lnTo>
                    <a:pt x="9292370" y="1773227"/>
                  </a:lnTo>
                  <a:lnTo>
                    <a:pt x="9354506" y="1786650"/>
                  </a:lnTo>
                  <a:lnTo>
                    <a:pt x="9422371" y="1798727"/>
                  </a:lnTo>
                  <a:lnTo>
                    <a:pt x="9496655" y="1809619"/>
                  </a:lnTo>
                  <a:lnTo>
                    <a:pt x="9577829" y="1819459"/>
                  </a:lnTo>
                  <a:lnTo>
                    <a:pt x="9666006" y="1828351"/>
                  </a:lnTo>
                  <a:lnTo>
                    <a:pt x="9760770" y="1836365"/>
                  </a:lnTo>
                  <a:lnTo>
                    <a:pt x="9860983" y="1843541"/>
                  </a:lnTo>
                  <a:lnTo>
                    <a:pt x="9964627" y="1849891"/>
                  </a:lnTo>
                  <a:lnTo>
                    <a:pt x="10068719" y="1855403"/>
                  </a:lnTo>
                  <a:lnTo>
                    <a:pt x="10169421" y="1860058"/>
                  </a:lnTo>
                  <a:lnTo>
                    <a:pt x="10262380" y="1863844"/>
                  </a:lnTo>
                  <a:lnTo>
                    <a:pt x="10343331" y="1866773"/>
                  </a:lnTo>
                  <a:lnTo>
                    <a:pt x="10408843" y="1868892"/>
                  </a:lnTo>
                  <a:lnTo>
                    <a:pt x="10457036" y="1870293"/>
                  </a:lnTo>
                  <a:lnTo>
                    <a:pt x="10488047" y="1871108"/>
                  </a:lnTo>
                  <a:lnTo>
                    <a:pt x="10504134" y="1871491"/>
                  </a:lnTo>
                  <a:lnTo>
                    <a:pt x="10509485" y="1871608"/>
                  </a:lnTo>
                  <a:lnTo>
                    <a:pt x="10509911" y="1871616"/>
                  </a:lnTo>
                  <a:lnTo>
                    <a:pt x="11981298" y="1871616"/>
                  </a:lnTo>
                  <a:lnTo>
                    <a:pt x="11981298" y="1863443"/>
                  </a:lnTo>
                  <a:lnTo>
                    <a:pt x="10509911" y="1863443"/>
                  </a:lnTo>
                  <a:lnTo>
                    <a:pt x="10508685" y="1863418"/>
                  </a:lnTo>
                  <a:lnTo>
                    <a:pt x="10500644" y="1863239"/>
                  </a:lnTo>
                  <a:lnTo>
                    <a:pt x="10480421" y="1862743"/>
                  </a:lnTo>
                  <a:lnTo>
                    <a:pt x="10444378" y="1861767"/>
                  </a:lnTo>
                  <a:lnTo>
                    <a:pt x="10390886" y="1860161"/>
                  </a:lnTo>
                  <a:lnTo>
                    <a:pt x="10320444" y="1857806"/>
                  </a:lnTo>
                  <a:lnTo>
                    <a:pt x="10235462" y="1854622"/>
                  </a:lnTo>
                  <a:lnTo>
                    <a:pt x="10139704" y="1850574"/>
                  </a:lnTo>
                  <a:lnTo>
                    <a:pt x="10037537" y="1845659"/>
                  </a:lnTo>
                  <a:lnTo>
                    <a:pt x="9933211" y="1839893"/>
                  </a:lnTo>
                  <a:lnTo>
                    <a:pt x="9830331" y="1833294"/>
                  </a:lnTo>
                  <a:lnTo>
                    <a:pt x="9731589" y="1825868"/>
                  </a:lnTo>
                  <a:lnTo>
                    <a:pt x="9638726" y="1817595"/>
                  </a:lnTo>
                  <a:lnTo>
                    <a:pt x="9552642" y="1808427"/>
                  </a:lnTo>
                  <a:lnTo>
                    <a:pt x="9473575" y="1798282"/>
                  </a:lnTo>
                  <a:lnTo>
                    <a:pt x="9401286" y="1787049"/>
                  </a:lnTo>
                  <a:lnTo>
                    <a:pt x="9335225" y="1774583"/>
                  </a:lnTo>
                  <a:lnTo>
                    <a:pt x="9274659" y="1760722"/>
                  </a:lnTo>
                  <a:lnTo>
                    <a:pt x="9218765" y="1745284"/>
                  </a:lnTo>
                  <a:lnTo>
                    <a:pt x="9166697" y="1728097"/>
                  </a:lnTo>
                  <a:lnTo>
                    <a:pt x="9117646" y="1709022"/>
                  </a:lnTo>
                  <a:lnTo>
                    <a:pt x="9084767" y="1694534"/>
                  </a:lnTo>
                  <a:lnTo>
                    <a:pt x="9034055" y="1669431"/>
                  </a:lnTo>
                  <a:lnTo>
                    <a:pt x="8984911" y="1641843"/>
                  </a:lnTo>
                  <a:lnTo>
                    <a:pt x="8936758" y="1611730"/>
                  </a:lnTo>
                  <a:lnTo>
                    <a:pt x="8889172" y="1579133"/>
                  </a:lnTo>
                  <a:lnTo>
                    <a:pt x="8841850" y="1544183"/>
                  </a:lnTo>
                  <a:lnTo>
                    <a:pt x="8794593" y="1507104"/>
                  </a:lnTo>
                  <a:lnTo>
                    <a:pt x="8747286" y="1468217"/>
                  </a:lnTo>
                  <a:lnTo>
                    <a:pt x="8699887" y="1427929"/>
                  </a:lnTo>
                  <a:lnTo>
                    <a:pt x="8652402" y="1386717"/>
                  </a:lnTo>
                  <a:lnTo>
                    <a:pt x="8604876" y="1345110"/>
                  </a:lnTo>
                  <a:lnTo>
                    <a:pt x="8557367" y="1303656"/>
                  </a:lnTo>
                  <a:lnTo>
                    <a:pt x="8509926" y="1262896"/>
                  </a:lnTo>
                  <a:lnTo>
                    <a:pt x="8462580" y="1223334"/>
                  </a:lnTo>
                  <a:lnTo>
                    <a:pt x="8415311" y="1185411"/>
                  </a:lnTo>
                  <a:lnTo>
                    <a:pt x="8368037" y="1149485"/>
                  </a:lnTo>
                  <a:lnTo>
                    <a:pt x="8320598" y="1115826"/>
                  </a:lnTo>
                  <a:lnTo>
                    <a:pt x="8272741" y="1084604"/>
                  </a:lnTo>
                  <a:lnTo>
                    <a:pt x="8224097" y="1055899"/>
                  </a:lnTo>
                  <a:lnTo>
                    <a:pt x="8174160" y="1029705"/>
                  </a:lnTo>
                  <a:lnTo>
                    <a:pt x="8151487" y="1018900"/>
                  </a:lnTo>
                  <a:lnTo>
                    <a:pt x="8104107" y="998464"/>
                  </a:lnTo>
                  <a:lnTo>
                    <a:pt x="8054229" y="979968"/>
                  </a:lnTo>
                  <a:lnTo>
                    <a:pt x="8001096" y="963325"/>
                  </a:lnTo>
                  <a:lnTo>
                    <a:pt x="7943884" y="948381"/>
                  </a:lnTo>
                  <a:lnTo>
                    <a:pt x="7881747" y="934958"/>
                  </a:lnTo>
                  <a:lnTo>
                    <a:pt x="7813882" y="922880"/>
                  </a:lnTo>
                  <a:lnTo>
                    <a:pt x="7739598" y="911988"/>
                  </a:lnTo>
                  <a:lnTo>
                    <a:pt x="7658424" y="902148"/>
                  </a:lnTo>
                  <a:lnTo>
                    <a:pt x="7570247" y="893256"/>
                  </a:lnTo>
                  <a:lnTo>
                    <a:pt x="7475484" y="885242"/>
                  </a:lnTo>
                  <a:lnTo>
                    <a:pt x="7375270" y="878066"/>
                  </a:lnTo>
                  <a:lnTo>
                    <a:pt x="7271627" y="871717"/>
                  </a:lnTo>
                  <a:lnTo>
                    <a:pt x="7167534" y="866205"/>
                  </a:lnTo>
                  <a:lnTo>
                    <a:pt x="7066833" y="861549"/>
                  </a:lnTo>
                  <a:lnTo>
                    <a:pt x="6973873" y="857763"/>
                  </a:lnTo>
                  <a:lnTo>
                    <a:pt x="6892922" y="854835"/>
                  </a:lnTo>
                  <a:lnTo>
                    <a:pt x="6827411" y="852716"/>
                  </a:lnTo>
                  <a:lnTo>
                    <a:pt x="6779218" y="851314"/>
                  </a:lnTo>
                  <a:lnTo>
                    <a:pt x="6748207" y="850499"/>
                  </a:lnTo>
                  <a:lnTo>
                    <a:pt x="6732119" y="850116"/>
                  </a:lnTo>
                  <a:lnTo>
                    <a:pt x="6726768" y="850000"/>
                  </a:lnTo>
                  <a:lnTo>
                    <a:pt x="6726343" y="849991"/>
                  </a:lnTo>
                  <a:lnTo>
                    <a:pt x="5254955" y="849991"/>
                  </a:lnTo>
                  <a:lnTo>
                    <a:pt x="5253726" y="849970"/>
                  </a:lnTo>
                  <a:lnTo>
                    <a:pt x="5245661" y="849819"/>
                  </a:lnTo>
                  <a:lnTo>
                    <a:pt x="5225380" y="849402"/>
                  </a:lnTo>
                  <a:lnTo>
                    <a:pt x="5189238" y="848581"/>
                  </a:lnTo>
                  <a:lnTo>
                    <a:pt x="5135610" y="847230"/>
                  </a:lnTo>
                  <a:lnTo>
                    <a:pt x="5065005" y="845249"/>
                  </a:lnTo>
                  <a:lnTo>
                    <a:pt x="4979850" y="842571"/>
                  </a:lnTo>
                  <a:lnTo>
                    <a:pt x="4883927" y="839167"/>
                  </a:lnTo>
                  <a:lnTo>
                    <a:pt x="4781619" y="835034"/>
                  </a:lnTo>
                  <a:lnTo>
                    <a:pt x="4677184" y="830186"/>
                  </a:lnTo>
                  <a:lnTo>
                    <a:pt x="4574230" y="824638"/>
                  </a:lnTo>
                  <a:lnTo>
                    <a:pt x="4475447" y="818395"/>
                  </a:lnTo>
                  <a:lnTo>
                    <a:pt x="4382572" y="811440"/>
                  </a:lnTo>
                  <a:lnTo>
                    <a:pt x="4296497" y="803732"/>
                  </a:lnTo>
                  <a:lnTo>
                    <a:pt x="4217452" y="795202"/>
                  </a:lnTo>
                  <a:lnTo>
                    <a:pt x="4145193" y="785755"/>
                  </a:lnTo>
                  <a:lnTo>
                    <a:pt x="4079165" y="775271"/>
                  </a:lnTo>
                  <a:lnTo>
                    <a:pt x="4018628" y="763610"/>
                  </a:lnTo>
                  <a:lnTo>
                    <a:pt x="3962757" y="750623"/>
                  </a:lnTo>
                  <a:lnTo>
                    <a:pt x="3910703" y="736162"/>
                  </a:lnTo>
                  <a:lnTo>
                    <a:pt x="3861657" y="720112"/>
                  </a:lnTo>
                  <a:lnTo>
                    <a:pt x="3829811" y="708326"/>
                  </a:lnTo>
                  <a:lnTo>
                    <a:pt x="3777742" y="686669"/>
                  </a:lnTo>
                  <a:lnTo>
                    <a:pt x="3727309" y="662811"/>
                  </a:lnTo>
                  <a:lnTo>
                    <a:pt x="3677895" y="636719"/>
                  </a:lnTo>
                  <a:lnTo>
                    <a:pt x="3629049" y="608435"/>
                  </a:lnTo>
                  <a:lnTo>
                    <a:pt x="3580454" y="578087"/>
                  </a:lnTo>
                  <a:lnTo>
                    <a:pt x="3531906" y="545889"/>
                  </a:lnTo>
                  <a:lnTo>
                    <a:pt x="3483295" y="512144"/>
                  </a:lnTo>
                  <a:lnTo>
                    <a:pt x="3434583" y="477236"/>
                  </a:lnTo>
                  <a:lnTo>
                    <a:pt x="3385790" y="441610"/>
                  </a:lnTo>
                  <a:lnTo>
                    <a:pt x="3336968" y="405752"/>
                  </a:lnTo>
                  <a:lnTo>
                    <a:pt x="3288179" y="370162"/>
                  </a:lnTo>
                  <a:lnTo>
                    <a:pt x="3239475" y="335325"/>
                  </a:lnTo>
                  <a:lnTo>
                    <a:pt x="3190870" y="301682"/>
                  </a:lnTo>
                  <a:lnTo>
                    <a:pt x="3142324" y="269610"/>
                  </a:lnTo>
                  <a:lnTo>
                    <a:pt x="3093719" y="239407"/>
                  </a:lnTo>
                  <a:lnTo>
                    <a:pt x="3044843" y="211281"/>
                  </a:lnTo>
                  <a:lnTo>
                    <a:pt x="2995371" y="185352"/>
                  </a:lnTo>
                  <a:lnTo>
                    <a:pt x="2944841" y="161658"/>
                  </a:lnTo>
                  <a:lnTo>
                    <a:pt x="2896531" y="141665"/>
                  </a:lnTo>
                  <a:lnTo>
                    <a:pt x="2849102" y="124508"/>
                  </a:lnTo>
                  <a:lnTo>
                    <a:pt x="2799167" y="108982"/>
                  </a:lnTo>
                  <a:lnTo>
                    <a:pt x="2745970" y="95012"/>
                  </a:lnTo>
                  <a:lnTo>
                    <a:pt x="2688683" y="82471"/>
                  </a:lnTo>
                  <a:lnTo>
                    <a:pt x="2626457" y="71207"/>
                  </a:lnTo>
                  <a:lnTo>
                    <a:pt x="2558488" y="61073"/>
                  </a:lnTo>
                  <a:lnTo>
                    <a:pt x="2484082" y="51934"/>
                  </a:lnTo>
                  <a:lnTo>
                    <a:pt x="2402771" y="43679"/>
                  </a:lnTo>
                  <a:lnTo>
                    <a:pt x="2314443" y="36221"/>
                  </a:lnTo>
                  <a:lnTo>
                    <a:pt x="2219521" y="29499"/>
                  </a:lnTo>
                  <a:lnTo>
                    <a:pt x="2119155" y="23482"/>
                  </a:lnTo>
                  <a:lnTo>
                    <a:pt x="2015380" y="18159"/>
                  </a:lnTo>
                  <a:lnTo>
                    <a:pt x="1911199" y="13541"/>
                  </a:lnTo>
                  <a:lnTo>
                    <a:pt x="1810471" y="9642"/>
                  </a:lnTo>
                  <a:lnTo>
                    <a:pt x="1717565" y="6474"/>
                  </a:lnTo>
                  <a:lnTo>
                    <a:pt x="1636755" y="4027"/>
                  </a:lnTo>
                  <a:lnTo>
                    <a:pt x="1571460" y="2259"/>
                  </a:lnTo>
                  <a:lnTo>
                    <a:pt x="1523535" y="1092"/>
                  </a:lnTo>
                  <a:lnTo>
                    <a:pt x="1492804" y="416"/>
                  </a:lnTo>
                  <a:lnTo>
                    <a:pt x="1476962" y="100"/>
                  </a:lnTo>
                  <a:lnTo>
                    <a:pt x="1471775" y="6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573" name="pl573"/>
            <p:cNvSpPr/>
            <p:nvPr/>
          </p:nvSpPr>
          <p:spPr>
            <a:xfrm>
              <a:off x="4799595" y="3516803"/>
              <a:ext cx="11981298" cy="1863443"/>
            </a:xfrm>
            <a:custGeom>
              <a:avLst/>
              <a:pathLst>
                <a:path w="11981298" h="1863443">
                  <a:moveTo>
                    <a:pt x="0" y="0"/>
                  </a:moveTo>
                  <a:lnTo>
                    <a:pt x="1471387" y="0"/>
                  </a:lnTo>
                  <a:lnTo>
                    <a:pt x="1472616" y="21"/>
                  </a:lnTo>
                  <a:lnTo>
                    <a:pt x="1480681" y="172"/>
                  </a:lnTo>
                  <a:lnTo>
                    <a:pt x="1500963" y="589"/>
                  </a:lnTo>
                  <a:lnTo>
                    <a:pt x="1537104" y="1410"/>
                  </a:lnTo>
                  <a:lnTo>
                    <a:pt x="1590733" y="2761"/>
                  </a:lnTo>
                  <a:lnTo>
                    <a:pt x="1661337" y="4742"/>
                  </a:lnTo>
                  <a:lnTo>
                    <a:pt x="1746492" y="7419"/>
                  </a:lnTo>
                  <a:lnTo>
                    <a:pt x="1842415" y="10824"/>
                  </a:lnTo>
                  <a:lnTo>
                    <a:pt x="1944723" y="14957"/>
                  </a:lnTo>
                  <a:lnTo>
                    <a:pt x="2049159" y="19805"/>
                  </a:lnTo>
                  <a:lnTo>
                    <a:pt x="2152113" y="25352"/>
                  </a:lnTo>
                  <a:lnTo>
                    <a:pt x="2250895" y="31596"/>
                  </a:lnTo>
                  <a:lnTo>
                    <a:pt x="2343770" y="38551"/>
                  </a:lnTo>
                  <a:lnTo>
                    <a:pt x="2429845" y="46259"/>
                  </a:lnTo>
                  <a:lnTo>
                    <a:pt x="2508890" y="54789"/>
                  </a:lnTo>
                  <a:lnTo>
                    <a:pt x="2581149" y="64236"/>
                  </a:lnTo>
                  <a:lnTo>
                    <a:pt x="2647178" y="74720"/>
                  </a:lnTo>
                  <a:lnTo>
                    <a:pt x="2707714" y="86381"/>
                  </a:lnTo>
                  <a:lnTo>
                    <a:pt x="2763586" y="99368"/>
                  </a:lnTo>
                  <a:lnTo>
                    <a:pt x="2815639" y="113829"/>
                  </a:lnTo>
                  <a:lnTo>
                    <a:pt x="2864685" y="129878"/>
                  </a:lnTo>
                  <a:lnTo>
                    <a:pt x="2896531" y="141665"/>
                  </a:lnTo>
                  <a:lnTo>
                    <a:pt x="2948600" y="163322"/>
                  </a:lnTo>
                  <a:lnTo>
                    <a:pt x="2999033" y="187180"/>
                  </a:lnTo>
                  <a:lnTo>
                    <a:pt x="3048447" y="213272"/>
                  </a:lnTo>
                  <a:lnTo>
                    <a:pt x="3097293" y="241556"/>
                  </a:lnTo>
                  <a:lnTo>
                    <a:pt x="3145888" y="271904"/>
                  </a:lnTo>
                  <a:lnTo>
                    <a:pt x="3194436" y="304102"/>
                  </a:lnTo>
                  <a:lnTo>
                    <a:pt x="3243047" y="337847"/>
                  </a:lnTo>
                  <a:lnTo>
                    <a:pt x="3291759" y="372755"/>
                  </a:lnTo>
                  <a:lnTo>
                    <a:pt x="3340552" y="408381"/>
                  </a:lnTo>
                  <a:lnTo>
                    <a:pt x="3389374" y="444239"/>
                  </a:lnTo>
                  <a:lnTo>
                    <a:pt x="3438163" y="479829"/>
                  </a:lnTo>
                  <a:lnTo>
                    <a:pt x="3486867" y="514666"/>
                  </a:lnTo>
                  <a:lnTo>
                    <a:pt x="3535472" y="548309"/>
                  </a:lnTo>
                  <a:lnTo>
                    <a:pt x="3584018" y="580381"/>
                  </a:lnTo>
                  <a:lnTo>
                    <a:pt x="3632623" y="610584"/>
                  </a:lnTo>
                  <a:lnTo>
                    <a:pt x="3681499" y="638710"/>
                  </a:lnTo>
                  <a:lnTo>
                    <a:pt x="3730971" y="664638"/>
                  </a:lnTo>
                  <a:lnTo>
                    <a:pt x="3781501" y="688333"/>
                  </a:lnTo>
                  <a:lnTo>
                    <a:pt x="3829811" y="708326"/>
                  </a:lnTo>
                  <a:lnTo>
                    <a:pt x="3877241" y="725483"/>
                  </a:lnTo>
                  <a:lnTo>
                    <a:pt x="3927175" y="741009"/>
                  </a:lnTo>
                  <a:lnTo>
                    <a:pt x="3980372" y="754978"/>
                  </a:lnTo>
                  <a:lnTo>
                    <a:pt x="4037659" y="767520"/>
                  </a:lnTo>
                  <a:lnTo>
                    <a:pt x="4099885" y="778784"/>
                  </a:lnTo>
                  <a:lnTo>
                    <a:pt x="4167854" y="788918"/>
                  </a:lnTo>
                  <a:lnTo>
                    <a:pt x="4242260" y="798057"/>
                  </a:lnTo>
                  <a:lnTo>
                    <a:pt x="4323571" y="806312"/>
                  </a:lnTo>
                  <a:lnTo>
                    <a:pt x="4411900" y="813770"/>
                  </a:lnTo>
                  <a:lnTo>
                    <a:pt x="4506821" y="820491"/>
                  </a:lnTo>
                  <a:lnTo>
                    <a:pt x="4607187" y="826509"/>
                  </a:lnTo>
                  <a:lnTo>
                    <a:pt x="4710962" y="831831"/>
                  </a:lnTo>
                  <a:lnTo>
                    <a:pt x="4815143" y="836450"/>
                  </a:lnTo>
                  <a:lnTo>
                    <a:pt x="4915871" y="840348"/>
                  </a:lnTo>
                  <a:lnTo>
                    <a:pt x="5008777" y="843516"/>
                  </a:lnTo>
                  <a:lnTo>
                    <a:pt x="5089587" y="845964"/>
                  </a:lnTo>
                  <a:lnTo>
                    <a:pt x="5154882" y="847732"/>
                  </a:lnTo>
                  <a:lnTo>
                    <a:pt x="5202807" y="848899"/>
                  </a:lnTo>
                  <a:lnTo>
                    <a:pt x="5233538" y="849575"/>
                  </a:lnTo>
                  <a:lnTo>
                    <a:pt x="5249380" y="849890"/>
                  </a:lnTo>
                  <a:lnTo>
                    <a:pt x="5254568" y="849985"/>
                  </a:lnTo>
                  <a:lnTo>
                    <a:pt x="5254955" y="849991"/>
                  </a:lnTo>
                  <a:lnTo>
                    <a:pt x="6726343" y="849991"/>
                  </a:lnTo>
                  <a:lnTo>
                    <a:pt x="6727568" y="850016"/>
                  </a:lnTo>
                  <a:lnTo>
                    <a:pt x="6735609" y="850196"/>
                  </a:lnTo>
                  <a:lnTo>
                    <a:pt x="6755833" y="850692"/>
                  </a:lnTo>
                  <a:lnTo>
                    <a:pt x="6791876" y="851668"/>
                  </a:lnTo>
                  <a:lnTo>
                    <a:pt x="6845368" y="853273"/>
                  </a:lnTo>
                  <a:lnTo>
                    <a:pt x="6915809" y="855629"/>
                  </a:lnTo>
                  <a:lnTo>
                    <a:pt x="7000791" y="858812"/>
                  </a:lnTo>
                  <a:lnTo>
                    <a:pt x="7096549" y="862860"/>
                  </a:lnTo>
                  <a:lnTo>
                    <a:pt x="7198716" y="867776"/>
                  </a:lnTo>
                  <a:lnTo>
                    <a:pt x="7303042" y="873542"/>
                  </a:lnTo>
                  <a:lnTo>
                    <a:pt x="7405922" y="880140"/>
                  </a:lnTo>
                  <a:lnTo>
                    <a:pt x="7504665" y="887567"/>
                  </a:lnTo>
                  <a:lnTo>
                    <a:pt x="7597527" y="895839"/>
                  </a:lnTo>
                  <a:lnTo>
                    <a:pt x="7683611" y="905008"/>
                  </a:lnTo>
                  <a:lnTo>
                    <a:pt x="7762679" y="915152"/>
                  </a:lnTo>
                  <a:lnTo>
                    <a:pt x="7834968" y="926386"/>
                  </a:lnTo>
                  <a:lnTo>
                    <a:pt x="7901028" y="938851"/>
                  </a:lnTo>
                  <a:lnTo>
                    <a:pt x="7961594" y="952713"/>
                  </a:lnTo>
                  <a:lnTo>
                    <a:pt x="8017488" y="968150"/>
                  </a:lnTo>
                  <a:lnTo>
                    <a:pt x="8069556" y="985337"/>
                  </a:lnTo>
                  <a:lnTo>
                    <a:pt x="8118607" y="1004413"/>
                  </a:lnTo>
                  <a:lnTo>
                    <a:pt x="8151487" y="1018900"/>
                  </a:lnTo>
                  <a:lnTo>
                    <a:pt x="8202198" y="1044003"/>
                  </a:lnTo>
                  <a:lnTo>
                    <a:pt x="8251343" y="1071592"/>
                  </a:lnTo>
                  <a:lnTo>
                    <a:pt x="8299495" y="1101705"/>
                  </a:lnTo>
                  <a:lnTo>
                    <a:pt x="8347082" y="1134301"/>
                  </a:lnTo>
                  <a:lnTo>
                    <a:pt x="8394403" y="1169251"/>
                  </a:lnTo>
                  <a:lnTo>
                    <a:pt x="8441661" y="1206330"/>
                  </a:lnTo>
                  <a:lnTo>
                    <a:pt x="8488967" y="1245217"/>
                  </a:lnTo>
                  <a:lnTo>
                    <a:pt x="8536367" y="1285506"/>
                  </a:lnTo>
                  <a:lnTo>
                    <a:pt x="8583851" y="1326717"/>
                  </a:lnTo>
                  <a:lnTo>
                    <a:pt x="8631377" y="1368325"/>
                  </a:lnTo>
                  <a:lnTo>
                    <a:pt x="8678886" y="1409779"/>
                  </a:lnTo>
                  <a:lnTo>
                    <a:pt x="8726327" y="1450538"/>
                  </a:lnTo>
                  <a:lnTo>
                    <a:pt x="8773673" y="1490100"/>
                  </a:lnTo>
                  <a:lnTo>
                    <a:pt x="8820942" y="1528024"/>
                  </a:lnTo>
                  <a:lnTo>
                    <a:pt x="8868216" y="1563949"/>
                  </a:lnTo>
                  <a:lnTo>
                    <a:pt x="8915655" y="1597609"/>
                  </a:lnTo>
                  <a:lnTo>
                    <a:pt x="8963512" y="1628831"/>
                  </a:lnTo>
                  <a:lnTo>
                    <a:pt x="9012157" y="1657536"/>
                  </a:lnTo>
                  <a:lnTo>
                    <a:pt x="9062093" y="1683729"/>
                  </a:lnTo>
                  <a:lnTo>
                    <a:pt x="9084767" y="1694534"/>
                  </a:lnTo>
                  <a:lnTo>
                    <a:pt x="9132146" y="1714971"/>
                  </a:lnTo>
                  <a:lnTo>
                    <a:pt x="9182025" y="1733467"/>
                  </a:lnTo>
                  <a:lnTo>
                    <a:pt x="9235157" y="1750110"/>
                  </a:lnTo>
                  <a:lnTo>
                    <a:pt x="9292370" y="1765054"/>
                  </a:lnTo>
                  <a:lnTo>
                    <a:pt x="9354506" y="1778477"/>
                  </a:lnTo>
                  <a:lnTo>
                    <a:pt x="9422371" y="1790554"/>
                  </a:lnTo>
                  <a:lnTo>
                    <a:pt x="9496655" y="1801446"/>
                  </a:lnTo>
                  <a:lnTo>
                    <a:pt x="9577829" y="1811286"/>
                  </a:lnTo>
                  <a:lnTo>
                    <a:pt x="9666006" y="1820178"/>
                  </a:lnTo>
                  <a:lnTo>
                    <a:pt x="9760770" y="1828192"/>
                  </a:lnTo>
                  <a:lnTo>
                    <a:pt x="9860983" y="1835368"/>
                  </a:lnTo>
                  <a:lnTo>
                    <a:pt x="9964627" y="1841718"/>
                  </a:lnTo>
                  <a:lnTo>
                    <a:pt x="10068719" y="1847230"/>
                  </a:lnTo>
                  <a:lnTo>
                    <a:pt x="10169421" y="1851885"/>
                  </a:lnTo>
                  <a:lnTo>
                    <a:pt x="10262380" y="1855671"/>
                  </a:lnTo>
                  <a:lnTo>
                    <a:pt x="10343331" y="1858600"/>
                  </a:lnTo>
                  <a:lnTo>
                    <a:pt x="10408843" y="1860719"/>
                  </a:lnTo>
                  <a:lnTo>
                    <a:pt x="10457036" y="1862120"/>
                  </a:lnTo>
                  <a:lnTo>
                    <a:pt x="10488047" y="1862935"/>
                  </a:lnTo>
                  <a:lnTo>
                    <a:pt x="10504134" y="1863318"/>
                  </a:lnTo>
                  <a:lnTo>
                    <a:pt x="10509485" y="1863435"/>
                  </a:lnTo>
                  <a:lnTo>
                    <a:pt x="10509911" y="1863443"/>
                  </a:lnTo>
                  <a:lnTo>
                    <a:pt x="11981298" y="186344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74" name="pl574"/>
            <p:cNvSpPr/>
            <p:nvPr/>
          </p:nvSpPr>
          <p:spPr>
            <a:xfrm>
              <a:off x="4799595" y="3508630"/>
              <a:ext cx="11981298" cy="1863443"/>
            </a:xfrm>
            <a:custGeom>
              <a:avLst/>
              <a:pathLst>
                <a:path w="11981298" h="1863443">
                  <a:moveTo>
                    <a:pt x="11981298" y="1863443"/>
                  </a:moveTo>
                  <a:lnTo>
                    <a:pt x="10509911" y="1863443"/>
                  </a:lnTo>
                  <a:lnTo>
                    <a:pt x="10508685" y="1863418"/>
                  </a:lnTo>
                  <a:lnTo>
                    <a:pt x="10500644" y="1863239"/>
                  </a:lnTo>
                  <a:lnTo>
                    <a:pt x="10480421" y="1862743"/>
                  </a:lnTo>
                  <a:lnTo>
                    <a:pt x="10444378" y="1861767"/>
                  </a:lnTo>
                  <a:lnTo>
                    <a:pt x="10390886" y="1860161"/>
                  </a:lnTo>
                  <a:lnTo>
                    <a:pt x="10320444" y="1857806"/>
                  </a:lnTo>
                  <a:lnTo>
                    <a:pt x="10235462" y="1854622"/>
                  </a:lnTo>
                  <a:lnTo>
                    <a:pt x="10139704" y="1850574"/>
                  </a:lnTo>
                  <a:lnTo>
                    <a:pt x="10037537" y="1845659"/>
                  </a:lnTo>
                  <a:lnTo>
                    <a:pt x="9933211" y="1839893"/>
                  </a:lnTo>
                  <a:lnTo>
                    <a:pt x="9830331" y="1833294"/>
                  </a:lnTo>
                  <a:lnTo>
                    <a:pt x="9731589" y="1825868"/>
                  </a:lnTo>
                  <a:lnTo>
                    <a:pt x="9638726" y="1817595"/>
                  </a:lnTo>
                  <a:lnTo>
                    <a:pt x="9552642" y="1808427"/>
                  </a:lnTo>
                  <a:lnTo>
                    <a:pt x="9473575" y="1798282"/>
                  </a:lnTo>
                  <a:lnTo>
                    <a:pt x="9401286" y="1787049"/>
                  </a:lnTo>
                  <a:lnTo>
                    <a:pt x="9335225" y="1774583"/>
                  </a:lnTo>
                  <a:lnTo>
                    <a:pt x="9274659" y="1760722"/>
                  </a:lnTo>
                  <a:lnTo>
                    <a:pt x="9218765" y="1745284"/>
                  </a:lnTo>
                  <a:lnTo>
                    <a:pt x="9166697" y="1728097"/>
                  </a:lnTo>
                  <a:lnTo>
                    <a:pt x="9117646" y="1709022"/>
                  </a:lnTo>
                  <a:lnTo>
                    <a:pt x="9084767" y="1694534"/>
                  </a:lnTo>
                  <a:lnTo>
                    <a:pt x="9034055" y="1669431"/>
                  </a:lnTo>
                  <a:lnTo>
                    <a:pt x="8984911" y="1641843"/>
                  </a:lnTo>
                  <a:lnTo>
                    <a:pt x="8936758" y="1611730"/>
                  </a:lnTo>
                  <a:lnTo>
                    <a:pt x="8889172" y="1579133"/>
                  </a:lnTo>
                  <a:lnTo>
                    <a:pt x="8841850" y="1544183"/>
                  </a:lnTo>
                  <a:lnTo>
                    <a:pt x="8794593" y="1507104"/>
                  </a:lnTo>
                  <a:lnTo>
                    <a:pt x="8747286" y="1468217"/>
                  </a:lnTo>
                  <a:lnTo>
                    <a:pt x="8699887" y="1427929"/>
                  </a:lnTo>
                  <a:lnTo>
                    <a:pt x="8652402" y="1386717"/>
                  </a:lnTo>
                  <a:lnTo>
                    <a:pt x="8604876" y="1345110"/>
                  </a:lnTo>
                  <a:lnTo>
                    <a:pt x="8557367" y="1303656"/>
                  </a:lnTo>
                  <a:lnTo>
                    <a:pt x="8509926" y="1262896"/>
                  </a:lnTo>
                  <a:lnTo>
                    <a:pt x="8462580" y="1223334"/>
                  </a:lnTo>
                  <a:lnTo>
                    <a:pt x="8415311" y="1185411"/>
                  </a:lnTo>
                  <a:lnTo>
                    <a:pt x="8368037" y="1149485"/>
                  </a:lnTo>
                  <a:lnTo>
                    <a:pt x="8320598" y="1115826"/>
                  </a:lnTo>
                  <a:lnTo>
                    <a:pt x="8272741" y="1084604"/>
                  </a:lnTo>
                  <a:lnTo>
                    <a:pt x="8224097" y="1055899"/>
                  </a:lnTo>
                  <a:lnTo>
                    <a:pt x="8174160" y="1029705"/>
                  </a:lnTo>
                  <a:lnTo>
                    <a:pt x="8151487" y="1018900"/>
                  </a:lnTo>
                  <a:lnTo>
                    <a:pt x="8104107" y="998464"/>
                  </a:lnTo>
                  <a:lnTo>
                    <a:pt x="8054229" y="979968"/>
                  </a:lnTo>
                  <a:lnTo>
                    <a:pt x="8001096" y="963325"/>
                  </a:lnTo>
                  <a:lnTo>
                    <a:pt x="7943884" y="948381"/>
                  </a:lnTo>
                  <a:lnTo>
                    <a:pt x="7881747" y="934958"/>
                  </a:lnTo>
                  <a:lnTo>
                    <a:pt x="7813882" y="922880"/>
                  </a:lnTo>
                  <a:lnTo>
                    <a:pt x="7739598" y="911988"/>
                  </a:lnTo>
                  <a:lnTo>
                    <a:pt x="7658424" y="902148"/>
                  </a:lnTo>
                  <a:lnTo>
                    <a:pt x="7570247" y="893256"/>
                  </a:lnTo>
                  <a:lnTo>
                    <a:pt x="7475484" y="885242"/>
                  </a:lnTo>
                  <a:lnTo>
                    <a:pt x="7375270" y="878066"/>
                  </a:lnTo>
                  <a:lnTo>
                    <a:pt x="7271627" y="871717"/>
                  </a:lnTo>
                  <a:lnTo>
                    <a:pt x="7167534" y="866205"/>
                  </a:lnTo>
                  <a:lnTo>
                    <a:pt x="7066833" y="861549"/>
                  </a:lnTo>
                  <a:lnTo>
                    <a:pt x="6973873" y="857763"/>
                  </a:lnTo>
                  <a:lnTo>
                    <a:pt x="6892922" y="854835"/>
                  </a:lnTo>
                  <a:lnTo>
                    <a:pt x="6827411" y="852716"/>
                  </a:lnTo>
                  <a:lnTo>
                    <a:pt x="6779218" y="851314"/>
                  </a:lnTo>
                  <a:lnTo>
                    <a:pt x="6748207" y="850499"/>
                  </a:lnTo>
                  <a:lnTo>
                    <a:pt x="6732119" y="850116"/>
                  </a:lnTo>
                  <a:lnTo>
                    <a:pt x="6726768" y="850000"/>
                  </a:lnTo>
                  <a:lnTo>
                    <a:pt x="6726343" y="849991"/>
                  </a:lnTo>
                  <a:lnTo>
                    <a:pt x="5254955" y="849991"/>
                  </a:lnTo>
                  <a:lnTo>
                    <a:pt x="5253726" y="849970"/>
                  </a:lnTo>
                  <a:lnTo>
                    <a:pt x="5245661" y="849819"/>
                  </a:lnTo>
                  <a:lnTo>
                    <a:pt x="5225380" y="849402"/>
                  </a:lnTo>
                  <a:lnTo>
                    <a:pt x="5189238" y="848581"/>
                  </a:lnTo>
                  <a:lnTo>
                    <a:pt x="5135610" y="847230"/>
                  </a:lnTo>
                  <a:lnTo>
                    <a:pt x="5065005" y="845249"/>
                  </a:lnTo>
                  <a:lnTo>
                    <a:pt x="4979850" y="842571"/>
                  </a:lnTo>
                  <a:lnTo>
                    <a:pt x="4883927" y="839167"/>
                  </a:lnTo>
                  <a:lnTo>
                    <a:pt x="4781619" y="835034"/>
                  </a:lnTo>
                  <a:lnTo>
                    <a:pt x="4677184" y="830186"/>
                  </a:lnTo>
                  <a:lnTo>
                    <a:pt x="4574230" y="824638"/>
                  </a:lnTo>
                  <a:lnTo>
                    <a:pt x="4475447" y="818395"/>
                  </a:lnTo>
                  <a:lnTo>
                    <a:pt x="4382572" y="811440"/>
                  </a:lnTo>
                  <a:lnTo>
                    <a:pt x="4296497" y="803732"/>
                  </a:lnTo>
                  <a:lnTo>
                    <a:pt x="4217452" y="795202"/>
                  </a:lnTo>
                  <a:lnTo>
                    <a:pt x="4145193" y="785755"/>
                  </a:lnTo>
                  <a:lnTo>
                    <a:pt x="4079165" y="775271"/>
                  </a:lnTo>
                  <a:lnTo>
                    <a:pt x="4018628" y="763610"/>
                  </a:lnTo>
                  <a:lnTo>
                    <a:pt x="3962757" y="750623"/>
                  </a:lnTo>
                  <a:lnTo>
                    <a:pt x="3910703" y="736162"/>
                  </a:lnTo>
                  <a:lnTo>
                    <a:pt x="3861657" y="720112"/>
                  </a:lnTo>
                  <a:lnTo>
                    <a:pt x="3829811" y="708326"/>
                  </a:lnTo>
                  <a:lnTo>
                    <a:pt x="3777742" y="686669"/>
                  </a:lnTo>
                  <a:lnTo>
                    <a:pt x="3727309" y="662811"/>
                  </a:lnTo>
                  <a:lnTo>
                    <a:pt x="3677895" y="636719"/>
                  </a:lnTo>
                  <a:lnTo>
                    <a:pt x="3629049" y="608435"/>
                  </a:lnTo>
                  <a:lnTo>
                    <a:pt x="3580454" y="578087"/>
                  </a:lnTo>
                  <a:lnTo>
                    <a:pt x="3531906" y="545889"/>
                  </a:lnTo>
                  <a:lnTo>
                    <a:pt x="3483295" y="512144"/>
                  </a:lnTo>
                  <a:lnTo>
                    <a:pt x="3434583" y="477236"/>
                  </a:lnTo>
                  <a:lnTo>
                    <a:pt x="3385790" y="441610"/>
                  </a:lnTo>
                  <a:lnTo>
                    <a:pt x="3336968" y="405752"/>
                  </a:lnTo>
                  <a:lnTo>
                    <a:pt x="3288179" y="370162"/>
                  </a:lnTo>
                  <a:lnTo>
                    <a:pt x="3239475" y="335325"/>
                  </a:lnTo>
                  <a:lnTo>
                    <a:pt x="3190870" y="301682"/>
                  </a:lnTo>
                  <a:lnTo>
                    <a:pt x="3142324" y="269610"/>
                  </a:lnTo>
                  <a:lnTo>
                    <a:pt x="3093719" y="239407"/>
                  </a:lnTo>
                  <a:lnTo>
                    <a:pt x="3044843" y="211281"/>
                  </a:lnTo>
                  <a:lnTo>
                    <a:pt x="2995371" y="185352"/>
                  </a:lnTo>
                  <a:lnTo>
                    <a:pt x="2944841" y="161658"/>
                  </a:lnTo>
                  <a:lnTo>
                    <a:pt x="2896531" y="141665"/>
                  </a:lnTo>
                  <a:lnTo>
                    <a:pt x="2849102" y="124508"/>
                  </a:lnTo>
                  <a:lnTo>
                    <a:pt x="2799167" y="108982"/>
                  </a:lnTo>
                  <a:lnTo>
                    <a:pt x="2745970" y="95012"/>
                  </a:lnTo>
                  <a:lnTo>
                    <a:pt x="2688683" y="82471"/>
                  </a:lnTo>
                  <a:lnTo>
                    <a:pt x="2626457" y="71207"/>
                  </a:lnTo>
                  <a:lnTo>
                    <a:pt x="2558488" y="61073"/>
                  </a:lnTo>
                  <a:lnTo>
                    <a:pt x="2484082" y="51934"/>
                  </a:lnTo>
                  <a:lnTo>
                    <a:pt x="2402771" y="43679"/>
                  </a:lnTo>
                  <a:lnTo>
                    <a:pt x="2314443" y="36221"/>
                  </a:lnTo>
                  <a:lnTo>
                    <a:pt x="2219521" y="29499"/>
                  </a:lnTo>
                  <a:lnTo>
                    <a:pt x="2119155" y="23482"/>
                  </a:lnTo>
                  <a:lnTo>
                    <a:pt x="2015380" y="18159"/>
                  </a:lnTo>
                  <a:lnTo>
                    <a:pt x="1911199" y="13541"/>
                  </a:lnTo>
                  <a:lnTo>
                    <a:pt x="1810471" y="9642"/>
                  </a:lnTo>
                  <a:lnTo>
                    <a:pt x="1717565" y="6474"/>
                  </a:lnTo>
                  <a:lnTo>
                    <a:pt x="1636755" y="4027"/>
                  </a:lnTo>
                  <a:lnTo>
                    <a:pt x="1571460" y="2259"/>
                  </a:lnTo>
                  <a:lnTo>
                    <a:pt x="1523535" y="1092"/>
                  </a:lnTo>
                  <a:lnTo>
                    <a:pt x="1492804" y="416"/>
                  </a:lnTo>
                  <a:lnTo>
                    <a:pt x="1476962" y="100"/>
                  </a:lnTo>
                  <a:lnTo>
                    <a:pt x="1471775" y="6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75" name="pg575"/>
            <p:cNvSpPr/>
            <p:nvPr/>
          </p:nvSpPr>
          <p:spPr>
            <a:xfrm>
              <a:off x="4799595" y="3516803"/>
              <a:ext cx="11981298" cy="2182190"/>
            </a:xfrm>
            <a:custGeom>
              <a:avLst/>
              <a:pathLst>
                <a:path w="11981298" h="2182190">
                  <a:moveTo>
                    <a:pt x="0" y="8172"/>
                  </a:moveTo>
                  <a:lnTo>
                    <a:pt x="1471387" y="8172"/>
                  </a:lnTo>
                  <a:lnTo>
                    <a:pt x="1472616" y="8194"/>
                  </a:lnTo>
                  <a:lnTo>
                    <a:pt x="1480681" y="8345"/>
                  </a:lnTo>
                  <a:lnTo>
                    <a:pt x="1500963" y="8762"/>
                  </a:lnTo>
                  <a:lnTo>
                    <a:pt x="1537104" y="9583"/>
                  </a:lnTo>
                  <a:lnTo>
                    <a:pt x="1590733" y="10934"/>
                  </a:lnTo>
                  <a:lnTo>
                    <a:pt x="1661337" y="12915"/>
                  </a:lnTo>
                  <a:lnTo>
                    <a:pt x="1746492" y="15592"/>
                  </a:lnTo>
                  <a:lnTo>
                    <a:pt x="1842415" y="18997"/>
                  </a:lnTo>
                  <a:lnTo>
                    <a:pt x="1944723" y="23130"/>
                  </a:lnTo>
                  <a:lnTo>
                    <a:pt x="2049159" y="27978"/>
                  </a:lnTo>
                  <a:lnTo>
                    <a:pt x="2152113" y="33525"/>
                  </a:lnTo>
                  <a:lnTo>
                    <a:pt x="2250895" y="39769"/>
                  </a:lnTo>
                  <a:lnTo>
                    <a:pt x="2343770" y="46724"/>
                  </a:lnTo>
                  <a:lnTo>
                    <a:pt x="2429845" y="54432"/>
                  </a:lnTo>
                  <a:lnTo>
                    <a:pt x="2508890" y="62962"/>
                  </a:lnTo>
                  <a:lnTo>
                    <a:pt x="2581149" y="72409"/>
                  </a:lnTo>
                  <a:lnTo>
                    <a:pt x="2647178" y="82893"/>
                  </a:lnTo>
                  <a:lnTo>
                    <a:pt x="2707714" y="94554"/>
                  </a:lnTo>
                  <a:lnTo>
                    <a:pt x="2763586" y="107541"/>
                  </a:lnTo>
                  <a:lnTo>
                    <a:pt x="2815639" y="122002"/>
                  </a:lnTo>
                  <a:lnTo>
                    <a:pt x="2864685" y="138051"/>
                  </a:lnTo>
                  <a:lnTo>
                    <a:pt x="2896531" y="149838"/>
                  </a:lnTo>
                  <a:lnTo>
                    <a:pt x="2948600" y="171495"/>
                  </a:lnTo>
                  <a:lnTo>
                    <a:pt x="2999033" y="195353"/>
                  </a:lnTo>
                  <a:lnTo>
                    <a:pt x="3048447" y="221445"/>
                  </a:lnTo>
                  <a:lnTo>
                    <a:pt x="3097293" y="249729"/>
                  </a:lnTo>
                  <a:lnTo>
                    <a:pt x="3145888" y="280077"/>
                  </a:lnTo>
                  <a:lnTo>
                    <a:pt x="3194436" y="312275"/>
                  </a:lnTo>
                  <a:lnTo>
                    <a:pt x="3243047" y="346020"/>
                  </a:lnTo>
                  <a:lnTo>
                    <a:pt x="3291759" y="380928"/>
                  </a:lnTo>
                  <a:lnTo>
                    <a:pt x="3340552" y="416554"/>
                  </a:lnTo>
                  <a:lnTo>
                    <a:pt x="3389374" y="452412"/>
                  </a:lnTo>
                  <a:lnTo>
                    <a:pt x="3438163" y="488002"/>
                  </a:lnTo>
                  <a:lnTo>
                    <a:pt x="3486867" y="522839"/>
                  </a:lnTo>
                  <a:lnTo>
                    <a:pt x="3535472" y="556482"/>
                  </a:lnTo>
                  <a:lnTo>
                    <a:pt x="3584018" y="588554"/>
                  </a:lnTo>
                  <a:lnTo>
                    <a:pt x="3632623" y="618757"/>
                  </a:lnTo>
                  <a:lnTo>
                    <a:pt x="3681499" y="646883"/>
                  </a:lnTo>
                  <a:lnTo>
                    <a:pt x="3730971" y="672811"/>
                  </a:lnTo>
                  <a:lnTo>
                    <a:pt x="3781501" y="696506"/>
                  </a:lnTo>
                  <a:lnTo>
                    <a:pt x="3829811" y="716499"/>
                  </a:lnTo>
                  <a:lnTo>
                    <a:pt x="3877241" y="733656"/>
                  </a:lnTo>
                  <a:lnTo>
                    <a:pt x="3927175" y="749182"/>
                  </a:lnTo>
                  <a:lnTo>
                    <a:pt x="3980372" y="763151"/>
                  </a:lnTo>
                  <a:lnTo>
                    <a:pt x="4037659" y="775693"/>
                  </a:lnTo>
                  <a:lnTo>
                    <a:pt x="4099885" y="786957"/>
                  </a:lnTo>
                  <a:lnTo>
                    <a:pt x="4167854" y="797091"/>
                  </a:lnTo>
                  <a:lnTo>
                    <a:pt x="4242260" y="806230"/>
                  </a:lnTo>
                  <a:lnTo>
                    <a:pt x="4323571" y="814485"/>
                  </a:lnTo>
                  <a:lnTo>
                    <a:pt x="4411900" y="821943"/>
                  </a:lnTo>
                  <a:lnTo>
                    <a:pt x="4506821" y="828664"/>
                  </a:lnTo>
                  <a:lnTo>
                    <a:pt x="4607187" y="834682"/>
                  </a:lnTo>
                  <a:lnTo>
                    <a:pt x="4710962" y="840004"/>
                  </a:lnTo>
                  <a:lnTo>
                    <a:pt x="4815143" y="844623"/>
                  </a:lnTo>
                  <a:lnTo>
                    <a:pt x="4915871" y="848521"/>
                  </a:lnTo>
                  <a:lnTo>
                    <a:pt x="5008777" y="851689"/>
                  </a:lnTo>
                  <a:lnTo>
                    <a:pt x="5089587" y="854137"/>
                  </a:lnTo>
                  <a:lnTo>
                    <a:pt x="5154882" y="855905"/>
                  </a:lnTo>
                  <a:lnTo>
                    <a:pt x="5202807" y="857072"/>
                  </a:lnTo>
                  <a:lnTo>
                    <a:pt x="5233538" y="857748"/>
                  </a:lnTo>
                  <a:lnTo>
                    <a:pt x="5249380" y="858063"/>
                  </a:lnTo>
                  <a:lnTo>
                    <a:pt x="5254568" y="858158"/>
                  </a:lnTo>
                  <a:lnTo>
                    <a:pt x="5254955" y="858164"/>
                  </a:lnTo>
                  <a:lnTo>
                    <a:pt x="6726343" y="858164"/>
                  </a:lnTo>
                  <a:lnTo>
                    <a:pt x="6727559" y="858197"/>
                  </a:lnTo>
                  <a:lnTo>
                    <a:pt x="6735544" y="858430"/>
                  </a:lnTo>
                  <a:lnTo>
                    <a:pt x="6755631" y="859073"/>
                  </a:lnTo>
                  <a:lnTo>
                    <a:pt x="6791442" y="860339"/>
                  </a:lnTo>
                  <a:lnTo>
                    <a:pt x="6844612" y="862421"/>
                  </a:lnTo>
                  <a:lnTo>
                    <a:pt x="6914669" y="865477"/>
                  </a:lnTo>
                  <a:lnTo>
                    <a:pt x="6999241" y="869608"/>
                  </a:lnTo>
                  <a:lnTo>
                    <a:pt x="7094610" y="874863"/>
                  </a:lnTo>
                  <a:lnTo>
                    <a:pt x="7196441" y="881246"/>
                  </a:lnTo>
                  <a:lnTo>
                    <a:pt x="7300508" y="888735"/>
                  </a:lnTo>
                  <a:lnTo>
                    <a:pt x="7403213" y="897308"/>
                  </a:lnTo>
                  <a:lnTo>
                    <a:pt x="7501859" y="906956"/>
                  </a:lnTo>
                  <a:lnTo>
                    <a:pt x="7594691" y="917703"/>
                  </a:lnTo>
                  <a:lnTo>
                    <a:pt x="7680795" y="929612"/>
                  </a:lnTo>
                  <a:lnTo>
                    <a:pt x="7759915" y="942786"/>
                  </a:lnTo>
                  <a:lnTo>
                    <a:pt x="7832274" y="957370"/>
                  </a:lnTo>
                  <a:lnTo>
                    <a:pt x="7898410" y="973547"/>
                  </a:lnTo>
                  <a:lnTo>
                    <a:pt x="7959045" y="991531"/>
                  </a:lnTo>
                  <a:lnTo>
                    <a:pt x="8014995" y="1011552"/>
                  </a:lnTo>
                  <a:lnTo>
                    <a:pt x="8067099" y="1033839"/>
                  </a:lnTo>
                  <a:lnTo>
                    <a:pt x="8116163" y="1058574"/>
                  </a:lnTo>
                  <a:lnTo>
                    <a:pt x="8151487" y="1078835"/>
                  </a:lnTo>
                  <a:lnTo>
                    <a:pt x="8199559" y="1109815"/>
                  </a:lnTo>
                  <a:lnTo>
                    <a:pt x="8246195" y="1143702"/>
                  </a:lnTo>
                  <a:lnTo>
                    <a:pt x="8291895" y="1180548"/>
                  </a:lnTo>
                  <a:lnTo>
                    <a:pt x="8337035" y="1220319"/>
                  </a:lnTo>
                  <a:lnTo>
                    <a:pt x="8381890" y="1262891"/>
                  </a:lnTo>
                  <a:lnTo>
                    <a:pt x="8426648" y="1308038"/>
                  </a:lnTo>
                  <a:lnTo>
                    <a:pt x="8471426" y="1355437"/>
                  </a:lnTo>
                  <a:lnTo>
                    <a:pt x="8516280" y="1404666"/>
                  </a:lnTo>
                  <a:lnTo>
                    <a:pt x="8561219" y="1455223"/>
                  </a:lnTo>
                  <a:lnTo>
                    <a:pt x="8606215" y="1506544"/>
                  </a:lnTo>
                  <a:lnTo>
                    <a:pt x="8651225" y="1558027"/>
                  </a:lnTo>
                  <a:lnTo>
                    <a:pt x="8696199" y="1609062"/>
                  </a:lnTo>
                  <a:lnTo>
                    <a:pt x="8741099" y="1659062"/>
                  </a:lnTo>
                  <a:lnTo>
                    <a:pt x="8785914" y="1707487"/>
                  </a:lnTo>
                  <a:lnTo>
                    <a:pt x="8830672" y="1753872"/>
                  </a:lnTo>
                  <a:lnTo>
                    <a:pt x="8875457" y="1797841"/>
                  </a:lnTo>
                  <a:lnTo>
                    <a:pt x="8920418" y="1839117"/>
                  </a:lnTo>
                  <a:lnTo>
                    <a:pt x="8965782" y="1877520"/>
                  </a:lnTo>
                  <a:lnTo>
                    <a:pt x="9011869" y="1912972"/>
                  </a:lnTo>
                  <a:lnTo>
                    <a:pt x="9059110" y="1945480"/>
                  </a:lnTo>
                  <a:lnTo>
                    <a:pt x="9084767" y="1961519"/>
                  </a:lnTo>
                  <a:lnTo>
                    <a:pt x="9132028" y="1988156"/>
                  </a:lnTo>
                  <a:lnTo>
                    <a:pt x="9181775" y="2012271"/>
                  </a:lnTo>
                  <a:lnTo>
                    <a:pt x="9234756" y="2033975"/>
                  </a:lnTo>
                  <a:lnTo>
                    <a:pt x="9291791" y="2053469"/>
                  </a:lnTo>
                  <a:lnTo>
                    <a:pt x="9353717" y="2070983"/>
                  </a:lnTo>
                  <a:lnTo>
                    <a:pt x="9421336" y="2086746"/>
                  </a:lnTo>
                  <a:lnTo>
                    <a:pt x="9495333" y="2100964"/>
                  </a:lnTo>
                  <a:lnTo>
                    <a:pt x="9576182" y="2113812"/>
                  </a:lnTo>
                  <a:lnTo>
                    <a:pt x="9664002" y="2125424"/>
                  </a:lnTo>
                  <a:lnTo>
                    <a:pt x="9758393" y="2135895"/>
                  </a:lnTo>
                  <a:lnTo>
                    <a:pt x="9858246" y="2145275"/>
                  </a:lnTo>
                  <a:lnTo>
                    <a:pt x="9961578" y="2153580"/>
                  </a:lnTo>
                  <a:lnTo>
                    <a:pt x="10065456" y="2160797"/>
                  </a:lnTo>
                  <a:lnTo>
                    <a:pt x="10166093" y="2166901"/>
                  </a:lnTo>
                  <a:lnTo>
                    <a:pt x="10259175" y="2171876"/>
                  </a:lnTo>
                  <a:lnTo>
                    <a:pt x="10340450" y="2175734"/>
                  </a:lnTo>
                  <a:lnTo>
                    <a:pt x="10406470" y="2178536"/>
                  </a:lnTo>
                  <a:lnTo>
                    <a:pt x="10455293" y="2180399"/>
                  </a:lnTo>
                  <a:lnTo>
                    <a:pt x="10486967" y="2181491"/>
                  </a:lnTo>
                  <a:lnTo>
                    <a:pt x="10503641" y="2182013"/>
                  </a:lnTo>
                  <a:lnTo>
                    <a:pt x="10509387" y="2182176"/>
                  </a:lnTo>
                  <a:lnTo>
                    <a:pt x="10509911" y="2182190"/>
                  </a:lnTo>
                  <a:lnTo>
                    <a:pt x="11981298" y="2182190"/>
                  </a:lnTo>
                  <a:lnTo>
                    <a:pt x="11981298" y="2174017"/>
                  </a:lnTo>
                  <a:lnTo>
                    <a:pt x="10509911" y="2174017"/>
                  </a:lnTo>
                  <a:lnTo>
                    <a:pt x="10508694" y="2173984"/>
                  </a:lnTo>
                  <a:lnTo>
                    <a:pt x="10500709" y="2173752"/>
                  </a:lnTo>
                  <a:lnTo>
                    <a:pt x="10480622" y="2173109"/>
                  </a:lnTo>
                  <a:lnTo>
                    <a:pt x="10444811" y="2171843"/>
                  </a:lnTo>
                  <a:lnTo>
                    <a:pt x="10391641" y="2169760"/>
                  </a:lnTo>
                  <a:lnTo>
                    <a:pt x="10321585" y="2166705"/>
                  </a:lnTo>
                  <a:lnTo>
                    <a:pt x="10237012" y="2162573"/>
                  </a:lnTo>
                  <a:lnTo>
                    <a:pt x="10141644" y="2157318"/>
                  </a:lnTo>
                  <a:lnTo>
                    <a:pt x="10039812" y="2150935"/>
                  </a:lnTo>
                  <a:lnTo>
                    <a:pt x="9935745" y="2143446"/>
                  </a:lnTo>
                  <a:lnTo>
                    <a:pt x="9833040" y="2134874"/>
                  </a:lnTo>
                  <a:lnTo>
                    <a:pt x="9734394" y="2125226"/>
                  </a:lnTo>
                  <a:lnTo>
                    <a:pt x="9641562" y="2114478"/>
                  </a:lnTo>
                  <a:lnTo>
                    <a:pt x="9555458" y="2102569"/>
                  </a:lnTo>
                  <a:lnTo>
                    <a:pt x="9476338" y="2089395"/>
                  </a:lnTo>
                  <a:lnTo>
                    <a:pt x="9403979" y="2074811"/>
                  </a:lnTo>
                  <a:lnTo>
                    <a:pt x="9337843" y="2058634"/>
                  </a:lnTo>
                  <a:lnTo>
                    <a:pt x="9277208" y="2040651"/>
                  </a:lnTo>
                  <a:lnTo>
                    <a:pt x="9221258" y="2020629"/>
                  </a:lnTo>
                  <a:lnTo>
                    <a:pt x="9169154" y="1998343"/>
                  </a:lnTo>
                  <a:lnTo>
                    <a:pt x="9120091" y="1973608"/>
                  </a:lnTo>
                  <a:lnTo>
                    <a:pt x="9084767" y="1953346"/>
                  </a:lnTo>
                  <a:lnTo>
                    <a:pt x="9036695" y="1922367"/>
                  </a:lnTo>
                  <a:lnTo>
                    <a:pt x="8990058" y="1888479"/>
                  </a:lnTo>
                  <a:lnTo>
                    <a:pt x="8944358" y="1851633"/>
                  </a:lnTo>
                  <a:lnTo>
                    <a:pt x="8899218" y="1811862"/>
                  </a:lnTo>
                  <a:lnTo>
                    <a:pt x="8854363" y="1769290"/>
                  </a:lnTo>
                  <a:lnTo>
                    <a:pt x="8809605" y="1724143"/>
                  </a:lnTo>
                  <a:lnTo>
                    <a:pt x="8764827" y="1676745"/>
                  </a:lnTo>
                  <a:lnTo>
                    <a:pt x="8719973" y="1627516"/>
                  </a:lnTo>
                  <a:lnTo>
                    <a:pt x="8675035" y="1576958"/>
                  </a:lnTo>
                  <a:lnTo>
                    <a:pt x="8630038" y="1525637"/>
                  </a:lnTo>
                  <a:lnTo>
                    <a:pt x="8585028" y="1474154"/>
                  </a:lnTo>
                  <a:lnTo>
                    <a:pt x="8540054" y="1423119"/>
                  </a:lnTo>
                  <a:lnTo>
                    <a:pt x="8495154" y="1373120"/>
                  </a:lnTo>
                  <a:lnTo>
                    <a:pt x="8450339" y="1324695"/>
                  </a:lnTo>
                  <a:lnTo>
                    <a:pt x="8405581" y="1278309"/>
                  </a:lnTo>
                  <a:lnTo>
                    <a:pt x="8360796" y="1234340"/>
                  </a:lnTo>
                  <a:lnTo>
                    <a:pt x="8315835" y="1193065"/>
                  </a:lnTo>
                  <a:lnTo>
                    <a:pt x="8270471" y="1154661"/>
                  </a:lnTo>
                  <a:lnTo>
                    <a:pt x="8224384" y="1119209"/>
                  </a:lnTo>
                  <a:lnTo>
                    <a:pt x="8177143" y="1086701"/>
                  </a:lnTo>
                  <a:lnTo>
                    <a:pt x="8151487" y="1070662"/>
                  </a:lnTo>
                  <a:lnTo>
                    <a:pt x="8104225" y="1044025"/>
                  </a:lnTo>
                  <a:lnTo>
                    <a:pt x="8054478" y="1019911"/>
                  </a:lnTo>
                  <a:lnTo>
                    <a:pt x="8001498" y="998206"/>
                  </a:lnTo>
                  <a:lnTo>
                    <a:pt x="7944463" y="978712"/>
                  </a:lnTo>
                  <a:lnTo>
                    <a:pt x="7882536" y="961198"/>
                  </a:lnTo>
                  <a:lnTo>
                    <a:pt x="7814917" y="945436"/>
                  </a:lnTo>
                  <a:lnTo>
                    <a:pt x="7740920" y="931217"/>
                  </a:lnTo>
                  <a:lnTo>
                    <a:pt x="7660071" y="918369"/>
                  </a:lnTo>
                  <a:lnTo>
                    <a:pt x="7572251" y="906757"/>
                  </a:lnTo>
                  <a:lnTo>
                    <a:pt x="7477860" y="896287"/>
                  </a:lnTo>
                  <a:lnTo>
                    <a:pt x="7378008" y="886906"/>
                  </a:lnTo>
                  <a:lnTo>
                    <a:pt x="7274676" y="878601"/>
                  </a:lnTo>
                  <a:lnTo>
                    <a:pt x="7170797" y="871384"/>
                  </a:lnTo>
                  <a:lnTo>
                    <a:pt x="7070161" y="865280"/>
                  </a:lnTo>
                  <a:lnTo>
                    <a:pt x="6977079" y="860305"/>
                  </a:lnTo>
                  <a:lnTo>
                    <a:pt x="6895803" y="856448"/>
                  </a:lnTo>
                  <a:lnTo>
                    <a:pt x="6829783" y="853646"/>
                  </a:lnTo>
                  <a:lnTo>
                    <a:pt x="6780960" y="851782"/>
                  </a:lnTo>
                  <a:lnTo>
                    <a:pt x="6749286" y="850690"/>
                  </a:lnTo>
                  <a:lnTo>
                    <a:pt x="6732612" y="850169"/>
                  </a:lnTo>
                  <a:lnTo>
                    <a:pt x="6726867" y="850005"/>
                  </a:lnTo>
                  <a:lnTo>
                    <a:pt x="6726343" y="849991"/>
                  </a:lnTo>
                  <a:lnTo>
                    <a:pt x="5254955" y="849991"/>
                  </a:lnTo>
                  <a:lnTo>
                    <a:pt x="5253726" y="849970"/>
                  </a:lnTo>
                  <a:lnTo>
                    <a:pt x="5245661" y="849819"/>
                  </a:lnTo>
                  <a:lnTo>
                    <a:pt x="5225380" y="849402"/>
                  </a:lnTo>
                  <a:lnTo>
                    <a:pt x="5189238" y="848581"/>
                  </a:lnTo>
                  <a:lnTo>
                    <a:pt x="5135610" y="847230"/>
                  </a:lnTo>
                  <a:lnTo>
                    <a:pt x="5065005" y="845249"/>
                  </a:lnTo>
                  <a:lnTo>
                    <a:pt x="4979850" y="842571"/>
                  </a:lnTo>
                  <a:lnTo>
                    <a:pt x="4883927" y="839167"/>
                  </a:lnTo>
                  <a:lnTo>
                    <a:pt x="4781619" y="835034"/>
                  </a:lnTo>
                  <a:lnTo>
                    <a:pt x="4677184" y="830186"/>
                  </a:lnTo>
                  <a:lnTo>
                    <a:pt x="4574230" y="824638"/>
                  </a:lnTo>
                  <a:lnTo>
                    <a:pt x="4475447" y="818395"/>
                  </a:lnTo>
                  <a:lnTo>
                    <a:pt x="4382572" y="811440"/>
                  </a:lnTo>
                  <a:lnTo>
                    <a:pt x="4296497" y="803732"/>
                  </a:lnTo>
                  <a:lnTo>
                    <a:pt x="4217452" y="795202"/>
                  </a:lnTo>
                  <a:lnTo>
                    <a:pt x="4145193" y="785755"/>
                  </a:lnTo>
                  <a:lnTo>
                    <a:pt x="4079165" y="775271"/>
                  </a:lnTo>
                  <a:lnTo>
                    <a:pt x="4018628" y="763610"/>
                  </a:lnTo>
                  <a:lnTo>
                    <a:pt x="3962757" y="750623"/>
                  </a:lnTo>
                  <a:lnTo>
                    <a:pt x="3910703" y="736162"/>
                  </a:lnTo>
                  <a:lnTo>
                    <a:pt x="3861657" y="720112"/>
                  </a:lnTo>
                  <a:lnTo>
                    <a:pt x="3829811" y="708326"/>
                  </a:lnTo>
                  <a:lnTo>
                    <a:pt x="3777742" y="686669"/>
                  </a:lnTo>
                  <a:lnTo>
                    <a:pt x="3727309" y="662811"/>
                  </a:lnTo>
                  <a:lnTo>
                    <a:pt x="3677895" y="636719"/>
                  </a:lnTo>
                  <a:lnTo>
                    <a:pt x="3629049" y="608435"/>
                  </a:lnTo>
                  <a:lnTo>
                    <a:pt x="3580454" y="578087"/>
                  </a:lnTo>
                  <a:lnTo>
                    <a:pt x="3531906" y="545889"/>
                  </a:lnTo>
                  <a:lnTo>
                    <a:pt x="3483295" y="512144"/>
                  </a:lnTo>
                  <a:lnTo>
                    <a:pt x="3434583" y="477236"/>
                  </a:lnTo>
                  <a:lnTo>
                    <a:pt x="3385790" y="441610"/>
                  </a:lnTo>
                  <a:lnTo>
                    <a:pt x="3336968" y="405752"/>
                  </a:lnTo>
                  <a:lnTo>
                    <a:pt x="3288179" y="370162"/>
                  </a:lnTo>
                  <a:lnTo>
                    <a:pt x="3239475" y="335325"/>
                  </a:lnTo>
                  <a:lnTo>
                    <a:pt x="3190870" y="301682"/>
                  </a:lnTo>
                  <a:lnTo>
                    <a:pt x="3142324" y="269610"/>
                  </a:lnTo>
                  <a:lnTo>
                    <a:pt x="3093719" y="239407"/>
                  </a:lnTo>
                  <a:lnTo>
                    <a:pt x="3044843" y="211281"/>
                  </a:lnTo>
                  <a:lnTo>
                    <a:pt x="2995371" y="185352"/>
                  </a:lnTo>
                  <a:lnTo>
                    <a:pt x="2944841" y="161658"/>
                  </a:lnTo>
                  <a:lnTo>
                    <a:pt x="2896531" y="141665"/>
                  </a:lnTo>
                  <a:lnTo>
                    <a:pt x="2849102" y="124508"/>
                  </a:lnTo>
                  <a:lnTo>
                    <a:pt x="2799167" y="108982"/>
                  </a:lnTo>
                  <a:lnTo>
                    <a:pt x="2745970" y="95012"/>
                  </a:lnTo>
                  <a:lnTo>
                    <a:pt x="2688683" y="82471"/>
                  </a:lnTo>
                  <a:lnTo>
                    <a:pt x="2626457" y="71207"/>
                  </a:lnTo>
                  <a:lnTo>
                    <a:pt x="2558488" y="61073"/>
                  </a:lnTo>
                  <a:lnTo>
                    <a:pt x="2484082" y="51934"/>
                  </a:lnTo>
                  <a:lnTo>
                    <a:pt x="2402771" y="43679"/>
                  </a:lnTo>
                  <a:lnTo>
                    <a:pt x="2314443" y="36221"/>
                  </a:lnTo>
                  <a:lnTo>
                    <a:pt x="2219521" y="29499"/>
                  </a:lnTo>
                  <a:lnTo>
                    <a:pt x="2119155" y="23482"/>
                  </a:lnTo>
                  <a:lnTo>
                    <a:pt x="2015380" y="18159"/>
                  </a:lnTo>
                  <a:lnTo>
                    <a:pt x="1911199" y="13541"/>
                  </a:lnTo>
                  <a:lnTo>
                    <a:pt x="1810471" y="9642"/>
                  </a:lnTo>
                  <a:lnTo>
                    <a:pt x="1717565" y="6474"/>
                  </a:lnTo>
                  <a:lnTo>
                    <a:pt x="1636755" y="4027"/>
                  </a:lnTo>
                  <a:lnTo>
                    <a:pt x="1571460" y="2259"/>
                  </a:lnTo>
                  <a:lnTo>
                    <a:pt x="1523535" y="1092"/>
                  </a:lnTo>
                  <a:lnTo>
                    <a:pt x="1492804" y="416"/>
                  </a:lnTo>
                  <a:lnTo>
                    <a:pt x="1476962" y="100"/>
                  </a:lnTo>
                  <a:lnTo>
                    <a:pt x="1471775" y="6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576" name="pl576"/>
            <p:cNvSpPr/>
            <p:nvPr/>
          </p:nvSpPr>
          <p:spPr>
            <a:xfrm>
              <a:off x="4799595" y="3524976"/>
              <a:ext cx="11981298" cy="2174017"/>
            </a:xfrm>
            <a:custGeom>
              <a:avLst/>
              <a:pathLst>
                <a:path w="11981298" h="2174017">
                  <a:moveTo>
                    <a:pt x="0" y="0"/>
                  </a:moveTo>
                  <a:lnTo>
                    <a:pt x="1471387" y="0"/>
                  </a:lnTo>
                  <a:lnTo>
                    <a:pt x="1472616" y="21"/>
                  </a:lnTo>
                  <a:lnTo>
                    <a:pt x="1480681" y="172"/>
                  </a:lnTo>
                  <a:lnTo>
                    <a:pt x="1500963" y="589"/>
                  </a:lnTo>
                  <a:lnTo>
                    <a:pt x="1537104" y="1410"/>
                  </a:lnTo>
                  <a:lnTo>
                    <a:pt x="1590733" y="2761"/>
                  </a:lnTo>
                  <a:lnTo>
                    <a:pt x="1661337" y="4742"/>
                  </a:lnTo>
                  <a:lnTo>
                    <a:pt x="1746492" y="7419"/>
                  </a:lnTo>
                  <a:lnTo>
                    <a:pt x="1842415" y="10824"/>
                  </a:lnTo>
                  <a:lnTo>
                    <a:pt x="1944723" y="14957"/>
                  </a:lnTo>
                  <a:lnTo>
                    <a:pt x="2049159" y="19805"/>
                  </a:lnTo>
                  <a:lnTo>
                    <a:pt x="2152113" y="25352"/>
                  </a:lnTo>
                  <a:lnTo>
                    <a:pt x="2250895" y="31596"/>
                  </a:lnTo>
                  <a:lnTo>
                    <a:pt x="2343770" y="38551"/>
                  </a:lnTo>
                  <a:lnTo>
                    <a:pt x="2429845" y="46259"/>
                  </a:lnTo>
                  <a:lnTo>
                    <a:pt x="2508890" y="54789"/>
                  </a:lnTo>
                  <a:lnTo>
                    <a:pt x="2581149" y="64236"/>
                  </a:lnTo>
                  <a:lnTo>
                    <a:pt x="2647178" y="74720"/>
                  </a:lnTo>
                  <a:lnTo>
                    <a:pt x="2707714" y="86381"/>
                  </a:lnTo>
                  <a:lnTo>
                    <a:pt x="2763586" y="99368"/>
                  </a:lnTo>
                  <a:lnTo>
                    <a:pt x="2815639" y="113829"/>
                  </a:lnTo>
                  <a:lnTo>
                    <a:pt x="2864685" y="129878"/>
                  </a:lnTo>
                  <a:lnTo>
                    <a:pt x="2896531" y="141665"/>
                  </a:lnTo>
                  <a:lnTo>
                    <a:pt x="2948600" y="163322"/>
                  </a:lnTo>
                  <a:lnTo>
                    <a:pt x="2999033" y="187180"/>
                  </a:lnTo>
                  <a:lnTo>
                    <a:pt x="3048447" y="213272"/>
                  </a:lnTo>
                  <a:lnTo>
                    <a:pt x="3097293" y="241556"/>
                  </a:lnTo>
                  <a:lnTo>
                    <a:pt x="3145888" y="271904"/>
                  </a:lnTo>
                  <a:lnTo>
                    <a:pt x="3194436" y="304102"/>
                  </a:lnTo>
                  <a:lnTo>
                    <a:pt x="3243047" y="337847"/>
                  </a:lnTo>
                  <a:lnTo>
                    <a:pt x="3291759" y="372755"/>
                  </a:lnTo>
                  <a:lnTo>
                    <a:pt x="3340552" y="408381"/>
                  </a:lnTo>
                  <a:lnTo>
                    <a:pt x="3389374" y="444239"/>
                  </a:lnTo>
                  <a:lnTo>
                    <a:pt x="3438163" y="479829"/>
                  </a:lnTo>
                  <a:lnTo>
                    <a:pt x="3486867" y="514666"/>
                  </a:lnTo>
                  <a:lnTo>
                    <a:pt x="3535472" y="548309"/>
                  </a:lnTo>
                  <a:lnTo>
                    <a:pt x="3584018" y="580381"/>
                  </a:lnTo>
                  <a:lnTo>
                    <a:pt x="3632623" y="610584"/>
                  </a:lnTo>
                  <a:lnTo>
                    <a:pt x="3681499" y="638710"/>
                  </a:lnTo>
                  <a:lnTo>
                    <a:pt x="3730971" y="664638"/>
                  </a:lnTo>
                  <a:lnTo>
                    <a:pt x="3781501" y="688333"/>
                  </a:lnTo>
                  <a:lnTo>
                    <a:pt x="3829811" y="708326"/>
                  </a:lnTo>
                  <a:lnTo>
                    <a:pt x="3877241" y="725483"/>
                  </a:lnTo>
                  <a:lnTo>
                    <a:pt x="3927175" y="741009"/>
                  </a:lnTo>
                  <a:lnTo>
                    <a:pt x="3980372" y="754978"/>
                  </a:lnTo>
                  <a:lnTo>
                    <a:pt x="4037659" y="767520"/>
                  </a:lnTo>
                  <a:lnTo>
                    <a:pt x="4099885" y="778784"/>
                  </a:lnTo>
                  <a:lnTo>
                    <a:pt x="4167854" y="788918"/>
                  </a:lnTo>
                  <a:lnTo>
                    <a:pt x="4242260" y="798057"/>
                  </a:lnTo>
                  <a:lnTo>
                    <a:pt x="4323571" y="806312"/>
                  </a:lnTo>
                  <a:lnTo>
                    <a:pt x="4411900" y="813770"/>
                  </a:lnTo>
                  <a:lnTo>
                    <a:pt x="4506821" y="820491"/>
                  </a:lnTo>
                  <a:lnTo>
                    <a:pt x="4607187" y="826509"/>
                  </a:lnTo>
                  <a:lnTo>
                    <a:pt x="4710962" y="831831"/>
                  </a:lnTo>
                  <a:lnTo>
                    <a:pt x="4815143" y="836450"/>
                  </a:lnTo>
                  <a:lnTo>
                    <a:pt x="4915871" y="840348"/>
                  </a:lnTo>
                  <a:lnTo>
                    <a:pt x="5008777" y="843516"/>
                  </a:lnTo>
                  <a:lnTo>
                    <a:pt x="5089587" y="845964"/>
                  </a:lnTo>
                  <a:lnTo>
                    <a:pt x="5154882" y="847732"/>
                  </a:lnTo>
                  <a:lnTo>
                    <a:pt x="5202807" y="848899"/>
                  </a:lnTo>
                  <a:lnTo>
                    <a:pt x="5233538" y="849575"/>
                  </a:lnTo>
                  <a:lnTo>
                    <a:pt x="5249380" y="849890"/>
                  </a:lnTo>
                  <a:lnTo>
                    <a:pt x="5254568" y="849985"/>
                  </a:lnTo>
                  <a:lnTo>
                    <a:pt x="5254955" y="849991"/>
                  </a:lnTo>
                  <a:lnTo>
                    <a:pt x="6726343" y="849991"/>
                  </a:lnTo>
                  <a:lnTo>
                    <a:pt x="6727559" y="850024"/>
                  </a:lnTo>
                  <a:lnTo>
                    <a:pt x="6735544" y="850257"/>
                  </a:lnTo>
                  <a:lnTo>
                    <a:pt x="6755631" y="850900"/>
                  </a:lnTo>
                  <a:lnTo>
                    <a:pt x="6791442" y="852166"/>
                  </a:lnTo>
                  <a:lnTo>
                    <a:pt x="6844612" y="854248"/>
                  </a:lnTo>
                  <a:lnTo>
                    <a:pt x="6914669" y="857304"/>
                  </a:lnTo>
                  <a:lnTo>
                    <a:pt x="6999241" y="861435"/>
                  </a:lnTo>
                  <a:lnTo>
                    <a:pt x="7094610" y="866690"/>
                  </a:lnTo>
                  <a:lnTo>
                    <a:pt x="7196441" y="873073"/>
                  </a:lnTo>
                  <a:lnTo>
                    <a:pt x="7300508" y="880562"/>
                  </a:lnTo>
                  <a:lnTo>
                    <a:pt x="7403213" y="889135"/>
                  </a:lnTo>
                  <a:lnTo>
                    <a:pt x="7501859" y="898783"/>
                  </a:lnTo>
                  <a:lnTo>
                    <a:pt x="7594691" y="909530"/>
                  </a:lnTo>
                  <a:lnTo>
                    <a:pt x="7680795" y="921439"/>
                  </a:lnTo>
                  <a:lnTo>
                    <a:pt x="7759915" y="934613"/>
                  </a:lnTo>
                  <a:lnTo>
                    <a:pt x="7832274" y="949197"/>
                  </a:lnTo>
                  <a:lnTo>
                    <a:pt x="7898410" y="965374"/>
                  </a:lnTo>
                  <a:lnTo>
                    <a:pt x="7959045" y="983358"/>
                  </a:lnTo>
                  <a:lnTo>
                    <a:pt x="8014995" y="1003379"/>
                  </a:lnTo>
                  <a:lnTo>
                    <a:pt x="8067099" y="1025666"/>
                  </a:lnTo>
                  <a:lnTo>
                    <a:pt x="8116163" y="1050401"/>
                  </a:lnTo>
                  <a:lnTo>
                    <a:pt x="8151487" y="1070662"/>
                  </a:lnTo>
                  <a:lnTo>
                    <a:pt x="8199559" y="1101642"/>
                  </a:lnTo>
                  <a:lnTo>
                    <a:pt x="8246195" y="1135529"/>
                  </a:lnTo>
                  <a:lnTo>
                    <a:pt x="8291895" y="1172375"/>
                  </a:lnTo>
                  <a:lnTo>
                    <a:pt x="8337035" y="1212146"/>
                  </a:lnTo>
                  <a:lnTo>
                    <a:pt x="8381890" y="1254718"/>
                  </a:lnTo>
                  <a:lnTo>
                    <a:pt x="8426648" y="1299865"/>
                  </a:lnTo>
                  <a:lnTo>
                    <a:pt x="8471426" y="1347264"/>
                  </a:lnTo>
                  <a:lnTo>
                    <a:pt x="8516280" y="1396493"/>
                  </a:lnTo>
                  <a:lnTo>
                    <a:pt x="8561219" y="1447050"/>
                  </a:lnTo>
                  <a:lnTo>
                    <a:pt x="8606215" y="1498371"/>
                  </a:lnTo>
                  <a:lnTo>
                    <a:pt x="8651225" y="1549854"/>
                  </a:lnTo>
                  <a:lnTo>
                    <a:pt x="8696199" y="1600889"/>
                  </a:lnTo>
                  <a:lnTo>
                    <a:pt x="8741099" y="1650889"/>
                  </a:lnTo>
                  <a:lnTo>
                    <a:pt x="8785914" y="1699314"/>
                  </a:lnTo>
                  <a:lnTo>
                    <a:pt x="8830672" y="1745699"/>
                  </a:lnTo>
                  <a:lnTo>
                    <a:pt x="8875457" y="1789668"/>
                  </a:lnTo>
                  <a:lnTo>
                    <a:pt x="8920418" y="1830944"/>
                  </a:lnTo>
                  <a:lnTo>
                    <a:pt x="8965782" y="1869347"/>
                  </a:lnTo>
                  <a:lnTo>
                    <a:pt x="9011869" y="1904799"/>
                  </a:lnTo>
                  <a:lnTo>
                    <a:pt x="9059110" y="1937307"/>
                  </a:lnTo>
                  <a:lnTo>
                    <a:pt x="9084767" y="1953346"/>
                  </a:lnTo>
                  <a:lnTo>
                    <a:pt x="9132028" y="1979983"/>
                  </a:lnTo>
                  <a:lnTo>
                    <a:pt x="9181775" y="2004098"/>
                  </a:lnTo>
                  <a:lnTo>
                    <a:pt x="9234756" y="2025802"/>
                  </a:lnTo>
                  <a:lnTo>
                    <a:pt x="9291791" y="2045296"/>
                  </a:lnTo>
                  <a:lnTo>
                    <a:pt x="9353717" y="2062810"/>
                  </a:lnTo>
                  <a:lnTo>
                    <a:pt x="9421336" y="2078573"/>
                  </a:lnTo>
                  <a:lnTo>
                    <a:pt x="9495333" y="2092791"/>
                  </a:lnTo>
                  <a:lnTo>
                    <a:pt x="9576182" y="2105639"/>
                  </a:lnTo>
                  <a:lnTo>
                    <a:pt x="9664002" y="2117251"/>
                  </a:lnTo>
                  <a:lnTo>
                    <a:pt x="9758393" y="2127722"/>
                  </a:lnTo>
                  <a:lnTo>
                    <a:pt x="9858246" y="2137102"/>
                  </a:lnTo>
                  <a:lnTo>
                    <a:pt x="9961578" y="2145407"/>
                  </a:lnTo>
                  <a:lnTo>
                    <a:pt x="10065456" y="2152624"/>
                  </a:lnTo>
                  <a:lnTo>
                    <a:pt x="10166093" y="2158728"/>
                  </a:lnTo>
                  <a:lnTo>
                    <a:pt x="10259175" y="2163703"/>
                  </a:lnTo>
                  <a:lnTo>
                    <a:pt x="10340450" y="2167561"/>
                  </a:lnTo>
                  <a:lnTo>
                    <a:pt x="10406470" y="2170363"/>
                  </a:lnTo>
                  <a:lnTo>
                    <a:pt x="10455293" y="2172226"/>
                  </a:lnTo>
                  <a:lnTo>
                    <a:pt x="10486967" y="2173318"/>
                  </a:lnTo>
                  <a:lnTo>
                    <a:pt x="10503641" y="2173840"/>
                  </a:lnTo>
                  <a:lnTo>
                    <a:pt x="10509387" y="2174003"/>
                  </a:lnTo>
                  <a:lnTo>
                    <a:pt x="10509911" y="2174017"/>
                  </a:lnTo>
                  <a:lnTo>
                    <a:pt x="11981298" y="217401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77" name="pl577"/>
            <p:cNvSpPr/>
            <p:nvPr/>
          </p:nvSpPr>
          <p:spPr>
            <a:xfrm>
              <a:off x="4799595" y="3516803"/>
              <a:ext cx="11981298" cy="2174017"/>
            </a:xfrm>
            <a:custGeom>
              <a:avLst/>
              <a:pathLst>
                <a:path w="11981298" h="2174017">
                  <a:moveTo>
                    <a:pt x="11981298" y="2174017"/>
                  </a:moveTo>
                  <a:lnTo>
                    <a:pt x="10509911" y="2174017"/>
                  </a:lnTo>
                  <a:lnTo>
                    <a:pt x="10508694" y="2173984"/>
                  </a:lnTo>
                  <a:lnTo>
                    <a:pt x="10500709" y="2173752"/>
                  </a:lnTo>
                  <a:lnTo>
                    <a:pt x="10480622" y="2173109"/>
                  </a:lnTo>
                  <a:lnTo>
                    <a:pt x="10444811" y="2171843"/>
                  </a:lnTo>
                  <a:lnTo>
                    <a:pt x="10391641" y="2169760"/>
                  </a:lnTo>
                  <a:lnTo>
                    <a:pt x="10321585" y="2166705"/>
                  </a:lnTo>
                  <a:lnTo>
                    <a:pt x="10237012" y="2162573"/>
                  </a:lnTo>
                  <a:lnTo>
                    <a:pt x="10141644" y="2157318"/>
                  </a:lnTo>
                  <a:lnTo>
                    <a:pt x="10039812" y="2150935"/>
                  </a:lnTo>
                  <a:lnTo>
                    <a:pt x="9935745" y="2143446"/>
                  </a:lnTo>
                  <a:lnTo>
                    <a:pt x="9833040" y="2134874"/>
                  </a:lnTo>
                  <a:lnTo>
                    <a:pt x="9734394" y="2125226"/>
                  </a:lnTo>
                  <a:lnTo>
                    <a:pt x="9641562" y="2114478"/>
                  </a:lnTo>
                  <a:lnTo>
                    <a:pt x="9555458" y="2102569"/>
                  </a:lnTo>
                  <a:lnTo>
                    <a:pt x="9476338" y="2089395"/>
                  </a:lnTo>
                  <a:lnTo>
                    <a:pt x="9403979" y="2074811"/>
                  </a:lnTo>
                  <a:lnTo>
                    <a:pt x="9337843" y="2058634"/>
                  </a:lnTo>
                  <a:lnTo>
                    <a:pt x="9277208" y="2040651"/>
                  </a:lnTo>
                  <a:lnTo>
                    <a:pt x="9221258" y="2020629"/>
                  </a:lnTo>
                  <a:lnTo>
                    <a:pt x="9169154" y="1998343"/>
                  </a:lnTo>
                  <a:lnTo>
                    <a:pt x="9120091" y="1973608"/>
                  </a:lnTo>
                  <a:lnTo>
                    <a:pt x="9084767" y="1953346"/>
                  </a:lnTo>
                  <a:lnTo>
                    <a:pt x="9036695" y="1922367"/>
                  </a:lnTo>
                  <a:lnTo>
                    <a:pt x="8990058" y="1888479"/>
                  </a:lnTo>
                  <a:lnTo>
                    <a:pt x="8944358" y="1851633"/>
                  </a:lnTo>
                  <a:lnTo>
                    <a:pt x="8899218" y="1811862"/>
                  </a:lnTo>
                  <a:lnTo>
                    <a:pt x="8854363" y="1769290"/>
                  </a:lnTo>
                  <a:lnTo>
                    <a:pt x="8809605" y="1724143"/>
                  </a:lnTo>
                  <a:lnTo>
                    <a:pt x="8764827" y="1676745"/>
                  </a:lnTo>
                  <a:lnTo>
                    <a:pt x="8719973" y="1627516"/>
                  </a:lnTo>
                  <a:lnTo>
                    <a:pt x="8675035" y="1576958"/>
                  </a:lnTo>
                  <a:lnTo>
                    <a:pt x="8630038" y="1525637"/>
                  </a:lnTo>
                  <a:lnTo>
                    <a:pt x="8585028" y="1474154"/>
                  </a:lnTo>
                  <a:lnTo>
                    <a:pt x="8540054" y="1423119"/>
                  </a:lnTo>
                  <a:lnTo>
                    <a:pt x="8495154" y="1373120"/>
                  </a:lnTo>
                  <a:lnTo>
                    <a:pt x="8450339" y="1324695"/>
                  </a:lnTo>
                  <a:lnTo>
                    <a:pt x="8405581" y="1278309"/>
                  </a:lnTo>
                  <a:lnTo>
                    <a:pt x="8360796" y="1234340"/>
                  </a:lnTo>
                  <a:lnTo>
                    <a:pt x="8315835" y="1193065"/>
                  </a:lnTo>
                  <a:lnTo>
                    <a:pt x="8270471" y="1154661"/>
                  </a:lnTo>
                  <a:lnTo>
                    <a:pt x="8224384" y="1119209"/>
                  </a:lnTo>
                  <a:lnTo>
                    <a:pt x="8177143" y="1086701"/>
                  </a:lnTo>
                  <a:lnTo>
                    <a:pt x="8151487" y="1070662"/>
                  </a:lnTo>
                  <a:lnTo>
                    <a:pt x="8104225" y="1044025"/>
                  </a:lnTo>
                  <a:lnTo>
                    <a:pt x="8054478" y="1019911"/>
                  </a:lnTo>
                  <a:lnTo>
                    <a:pt x="8001498" y="998206"/>
                  </a:lnTo>
                  <a:lnTo>
                    <a:pt x="7944463" y="978712"/>
                  </a:lnTo>
                  <a:lnTo>
                    <a:pt x="7882536" y="961198"/>
                  </a:lnTo>
                  <a:lnTo>
                    <a:pt x="7814917" y="945436"/>
                  </a:lnTo>
                  <a:lnTo>
                    <a:pt x="7740920" y="931217"/>
                  </a:lnTo>
                  <a:lnTo>
                    <a:pt x="7660071" y="918369"/>
                  </a:lnTo>
                  <a:lnTo>
                    <a:pt x="7572251" y="906757"/>
                  </a:lnTo>
                  <a:lnTo>
                    <a:pt x="7477860" y="896287"/>
                  </a:lnTo>
                  <a:lnTo>
                    <a:pt x="7378008" y="886906"/>
                  </a:lnTo>
                  <a:lnTo>
                    <a:pt x="7274676" y="878601"/>
                  </a:lnTo>
                  <a:lnTo>
                    <a:pt x="7170797" y="871384"/>
                  </a:lnTo>
                  <a:lnTo>
                    <a:pt x="7070161" y="865280"/>
                  </a:lnTo>
                  <a:lnTo>
                    <a:pt x="6977079" y="860305"/>
                  </a:lnTo>
                  <a:lnTo>
                    <a:pt x="6895803" y="856448"/>
                  </a:lnTo>
                  <a:lnTo>
                    <a:pt x="6829783" y="853646"/>
                  </a:lnTo>
                  <a:lnTo>
                    <a:pt x="6780960" y="851782"/>
                  </a:lnTo>
                  <a:lnTo>
                    <a:pt x="6749286" y="850690"/>
                  </a:lnTo>
                  <a:lnTo>
                    <a:pt x="6732612" y="850169"/>
                  </a:lnTo>
                  <a:lnTo>
                    <a:pt x="6726867" y="850005"/>
                  </a:lnTo>
                  <a:lnTo>
                    <a:pt x="6726343" y="849991"/>
                  </a:lnTo>
                  <a:lnTo>
                    <a:pt x="5254955" y="849991"/>
                  </a:lnTo>
                  <a:lnTo>
                    <a:pt x="5253726" y="849970"/>
                  </a:lnTo>
                  <a:lnTo>
                    <a:pt x="5245661" y="849819"/>
                  </a:lnTo>
                  <a:lnTo>
                    <a:pt x="5225380" y="849402"/>
                  </a:lnTo>
                  <a:lnTo>
                    <a:pt x="5189238" y="848581"/>
                  </a:lnTo>
                  <a:lnTo>
                    <a:pt x="5135610" y="847230"/>
                  </a:lnTo>
                  <a:lnTo>
                    <a:pt x="5065005" y="845249"/>
                  </a:lnTo>
                  <a:lnTo>
                    <a:pt x="4979850" y="842571"/>
                  </a:lnTo>
                  <a:lnTo>
                    <a:pt x="4883927" y="839167"/>
                  </a:lnTo>
                  <a:lnTo>
                    <a:pt x="4781619" y="835034"/>
                  </a:lnTo>
                  <a:lnTo>
                    <a:pt x="4677184" y="830186"/>
                  </a:lnTo>
                  <a:lnTo>
                    <a:pt x="4574230" y="824638"/>
                  </a:lnTo>
                  <a:lnTo>
                    <a:pt x="4475447" y="818395"/>
                  </a:lnTo>
                  <a:lnTo>
                    <a:pt x="4382572" y="811440"/>
                  </a:lnTo>
                  <a:lnTo>
                    <a:pt x="4296497" y="803732"/>
                  </a:lnTo>
                  <a:lnTo>
                    <a:pt x="4217452" y="795202"/>
                  </a:lnTo>
                  <a:lnTo>
                    <a:pt x="4145193" y="785755"/>
                  </a:lnTo>
                  <a:lnTo>
                    <a:pt x="4079165" y="775271"/>
                  </a:lnTo>
                  <a:lnTo>
                    <a:pt x="4018628" y="763610"/>
                  </a:lnTo>
                  <a:lnTo>
                    <a:pt x="3962757" y="750623"/>
                  </a:lnTo>
                  <a:lnTo>
                    <a:pt x="3910703" y="736162"/>
                  </a:lnTo>
                  <a:lnTo>
                    <a:pt x="3861657" y="720112"/>
                  </a:lnTo>
                  <a:lnTo>
                    <a:pt x="3829811" y="708326"/>
                  </a:lnTo>
                  <a:lnTo>
                    <a:pt x="3777742" y="686669"/>
                  </a:lnTo>
                  <a:lnTo>
                    <a:pt x="3727309" y="662811"/>
                  </a:lnTo>
                  <a:lnTo>
                    <a:pt x="3677895" y="636719"/>
                  </a:lnTo>
                  <a:lnTo>
                    <a:pt x="3629049" y="608435"/>
                  </a:lnTo>
                  <a:lnTo>
                    <a:pt x="3580454" y="578087"/>
                  </a:lnTo>
                  <a:lnTo>
                    <a:pt x="3531906" y="545889"/>
                  </a:lnTo>
                  <a:lnTo>
                    <a:pt x="3483295" y="512144"/>
                  </a:lnTo>
                  <a:lnTo>
                    <a:pt x="3434583" y="477236"/>
                  </a:lnTo>
                  <a:lnTo>
                    <a:pt x="3385790" y="441610"/>
                  </a:lnTo>
                  <a:lnTo>
                    <a:pt x="3336968" y="405752"/>
                  </a:lnTo>
                  <a:lnTo>
                    <a:pt x="3288179" y="370162"/>
                  </a:lnTo>
                  <a:lnTo>
                    <a:pt x="3239475" y="335325"/>
                  </a:lnTo>
                  <a:lnTo>
                    <a:pt x="3190870" y="301682"/>
                  </a:lnTo>
                  <a:lnTo>
                    <a:pt x="3142324" y="269610"/>
                  </a:lnTo>
                  <a:lnTo>
                    <a:pt x="3093719" y="239407"/>
                  </a:lnTo>
                  <a:lnTo>
                    <a:pt x="3044843" y="211281"/>
                  </a:lnTo>
                  <a:lnTo>
                    <a:pt x="2995371" y="185352"/>
                  </a:lnTo>
                  <a:lnTo>
                    <a:pt x="2944841" y="161658"/>
                  </a:lnTo>
                  <a:lnTo>
                    <a:pt x="2896531" y="141665"/>
                  </a:lnTo>
                  <a:lnTo>
                    <a:pt x="2849102" y="124508"/>
                  </a:lnTo>
                  <a:lnTo>
                    <a:pt x="2799167" y="108982"/>
                  </a:lnTo>
                  <a:lnTo>
                    <a:pt x="2745970" y="95012"/>
                  </a:lnTo>
                  <a:lnTo>
                    <a:pt x="2688683" y="82471"/>
                  </a:lnTo>
                  <a:lnTo>
                    <a:pt x="2626457" y="71207"/>
                  </a:lnTo>
                  <a:lnTo>
                    <a:pt x="2558488" y="61073"/>
                  </a:lnTo>
                  <a:lnTo>
                    <a:pt x="2484082" y="51934"/>
                  </a:lnTo>
                  <a:lnTo>
                    <a:pt x="2402771" y="43679"/>
                  </a:lnTo>
                  <a:lnTo>
                    <a:pt x="2314443" y="36221"/>
                  </a:lnTo>
                  <a:lnTo>
                    <a:pt x="2219521" y="29499"/>
                  </a:lnTo>
                  <a:lnTo>
                    <a:pt x="2119155" y="23482"/>
                  </a:lnTo>
                  <a:lnTo>
                    <a:pt x="2015380" y="18159"/>
                  </a:lnTo>
                  <a:lnTo>
                    <a:pt x="1911199" y="13541"/>
                  </a:lnTo>
                  <a:lnTo>
                    <a:pt x="1810471" y="9642"/>
                  </a:lnTo>
                  <a:lnTo>
                    <a:pt x="1717565" y="6474"/>
                  </a:lnTo>
                  <a:lnTo>
                    <a:pt x="1636755" y="4027"/>
                  </a:lnTo>
                  <a:lnTo>
                    <a:pt x="1571460" y="2259"/>
                  </a:lnTo>
                  <a:lnTo>
                    <a:pt x="1523535" y="1092"/>
                  </a:lnTo>
                  <a:lnTo>
                    <a:pt x="1492804" y="416"/>
                  </a:lnTo>
                  <a:lnTo>
                    <a:pt x="1476962" y="100"/>
                  </a:lnTo>
                  <a:lnTo>
                    <a:pt x="1471775" y="6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78" name="pg578"/>
            <p:cNvSpPr/>
            <p:nvPr/>
          </p:nvSpPr>
          <p:spPr>
            <a:xfrm>
              <a:off x="4799595" y="3524976"/>
              <a:ext cx="11981298" cy="3359102"/>
            </a:xfrm>
            <a:custGeom>
              <a:avLst/>
              <a:pathLst>
                <a:path w="11981298" h="3359102">
                  <a:moveTo>
                    <a:pt x="0" y="16345"/>
                  </a:moveTo>
                  <a:lnTo>
                    <a:pt x="1471387" y="16345"/>
                  </a:lnTo>
                  <a:lnTo>
                    <a:pt x="1472614" y="16369"/>
                  </a:lnTo>
                  <a:lnTo>
                    <a:pt x="1480665" y="16537"/>
                  </a:lnTo>
                  <a:lnTo>
                    <a:pt x="1500913" y="17002"/>
                  </a:lnTo>
                  <a:lnTo>
                    <a:pt x="1536998" y="17916"/>
                  </a:lnTo>
                  <a:lnTo>
                    <a:pt x="1590547" y="19420"/>
                  </a:lnTo>
                  <a:lnTo>
                    <a:pt x="1661057" y="21626"/>
                  </a:lnTo>
                  <a:lnTo>
                    <a:pt x="1746111" y="24607"/>
                  </a:lnTo>
                  <a:lnTo>
                    <a:pt x="1841939" y="28399"/>
                  </a:lnTo>
                  <a:lnTo>
                    <a:pt x="1944165" y="33002"/>
                  </a:lnTo>
                  <a:lnTo>
                    <a:pt x="2048537" y="38402"/>
                  </a:lnTo>
                  <a:lnTo>
                    <a:pt x="2151449" y="44581"/>
                  </a:lnTo>
                  <a:lnTo>
                    <a:pt x="2250208" y="51535"/>
                  </a:lnTo>
                  <a:lnTo>
                    <a:pt x="2343076" y="59281"/>
                  </a:lnTo>
                  <a:lnTo>
                    <a:pt x="2429156" y="67867"/>
                  </a:lnTo>
                  <a:lnTo>
                    <a:pt x="2508214" y="77367"/>
                  </a:lnTo>
                  <a:lnTo>
                    <a:pt x="2580490" y="87888"/>
                  </a:lnTo>
                  <a:lnTo>
                    <a:pt x="2646537" y="99563"/>
                  </a:lnTo>
                  <a:lnTo>
                    <a:pt x="2707091" y="112546"/>
                  </a:lnTo>
                  <a:lnTo>
                    <a:pt x="2762976" y="127007"/>
                  </a:lnTo>
                  <a:lnTo>
                    <a:pt x="2815037" y="143106"/>
                  </a:lnTo>
                  <a:lnTo>
                    <a:pt x="2864086" y="160975"/>
                  </a:lnTo>
                  <a:lnTo>
                    <a:pt x="2896531" y="174357"/>
                  </a:lnTo>
                  <a:lnTo>
                    <a:pt x="2947792" y="198112"/>
                  </a:lnTo>
                  <a:lnTo>
                    <a:pt x="2997458" y="224245"/>
                  </a:lnTo>
                  <a:lnTo>
                    <a:pt x="3046122" y="252792"/>
                  </a:lnTo>
                  <a:lnTo>
                    <a:pt x="3094218" y="283710"/>
                  </a:lnTo>
                  <a:lnTo>
                    <a:pt x="3142055" y="316872"/>
                  </a:lnTo>
                  <a:lnTo>
                    <a:pt x="3189834" y="352054"/>
                  </a:lnTo>
                  <a:lnTo>
                    <a:pt x="3237668" y="388942"/>
                  </a:lnTo>
                  <a:lnTo>
                    <a:pt x="3285599" y="427137"/>
                  </a:lnTo>
                  <a:lnTo>
                    <a:pt x="3333613" y="466172"/>
                  </a:lnTo>
                  <a:lnTo>
                    <a:pt x="3381665" y="505533"/>
                  </a:lnTo>
                  <a:lnTo>
                    <a:pt x="3429692" y="544689"/>
                  </a:lnTo>
                  <a:lnTo>
                    <a:pt x="3477645" y="583121"/>
                  </a:lnTo>
                  <a:lnTo>
                    <a:pt x="3525500" y="620348"/>
                  </a:lnTo>
                  <a:lnTo>
                    <a:pt x="3573285" y="655954"/>
                  </a:lnTo>
                  <a:lnTo>
                    <a:pt x="3621094" y="689604"/>
                  </a:lnTo>
                  <a:lnTo>
                    <a:pt x="3669108" y="721054"/>
                  </a:lnTo>
                  <a:lnTo>
                    <a:pt x="3717607" y="750154"/>
                  </a:lnTo>
                  <a:lnTo>
                    <a:pt x="3766996" y="776842"/>
                  </a:lnTo>
                  <a:lnTo>
                    <a:pt x="3817828" y="801138"/>
                  </a:lnTo>
                  <a:lnTo>
                    <a:pt x="3829811" y="806402"/>
                  </a:lnTo>
                  <a:lnTo>
                    <a:pt x="3877212" y="825528"/>
                  </a:lnTo>
                  <a:lnTo>
                    <a:pt x="3927114" y="842837"/>
                  </a:lnTo>
                  <a:lnTo>
                    <a:pt x="3980273" y="858411"/>
                  </a:lnTo>
                  <a:lnTo>
                    <a:pt x="4037517" y="872395"/>
                  </a:lnTo>
                  <a:lnTo>
                    <a:pt x="4099691" y="884954"/>
                  </a:lnTo>
                  <a:lnTo>
                    <a:pt x="4167600" y="896255"/>
                  </a:lnTo>
                  <a:lnTo>
                    <a:pt x="4241935" y="906446"/>
                  </a:lnTo>
                  <a:lnTo>
                    <a:pt x="4323167" y="915652"/>
                  </a:lnTo>
                  <a:lnTo>
                    <a:pt x="4411407" y="923970"/>
                  </a:lnTo>
                  <a:lnTo>
                    <a:pt x="4506237" y="931467"/>
                  </a:lnTo>
                  <a:lnTo>
                    <a:pt x="4606515" y="938180"/>
                  </a:lnTo>
                  <a:lnTo>
                    <a:pt x="4710214" y="944118"/>
                  </a:lnTo>
                  <a:lnTo>
                    <a:pt x="4814343" y="949273"/>
                  </a:lnTo>
                  <a:lnTo>
                    <a:pt x="4915056" y="953625"/>
                  </a:lnTo>
                  <a:lnTo>
                    <a:pt x="5007993" y="957163"/>
                  </a:lnTo>
                  <a:lnTo>
                    <a:pt x="5088885" y="959899"/>
                  </a:lnTo>
                  <a:lnTo>
                    <a:pt x="5154306" y="961877"/>
                  </a:lnTo>
                  <a:lnTo>
                    <a:pt x="5202387" y="963184"/>
                  </a:lnTo>
                  <a:lnTo>
                    <a:pt x="5233280" y="963942"/>
                  </a:lnTo>
                  <a:lnTo>
                    <a:pt x="5249264" y="964298"/>
                  </a:lnTo>
                  <a:lnTo>
                    <a:pt x="5254546" y="964406"/>
                  </a:lnTo>
                  <a:lnTo>
                    <a:pt x="5254955" y="964413"/>
                  </a:lnTo>
                  <a:lnTo>
                    <a:pt x="6726343" y="964413"/>
                  </a:lnTo>
                  <a:lnTo>
                    <a:pt x="6727513" y="964470"/>
                  </a:lnTo>
                  <a:lnTo>
                    <a:pt x="6735206" y="964875"/>
                  </a:lnTo>
                  <a:lnTo>
                    <a:pt x="6754581" y="965993"/>
                  </a:lnTo>
                  <a:lnTo>
                    <a:pt x="6789180" y="968195"/>
                  </a:lnTo>
                  <a:lnTo>
                    <a:pt x="6840666" y="971820"/>
                  </a:lnTo>
                  <a:lnTo>
                    <a:pt x="6908701" y="977144"/>
                  </a:lnTo>
                  <a:lnTo>
                    <a:pt x="6991118" y="984355"/>
                  </a:lnTo>
                  <a:lnTo>
                    <a:pt x="7084417" y="993542"/>
                  </a:lnTo>
                  <a:lnTo>
                    <a:pt x="7184455" y="1004719"/>
                  </a:lnTo>
                  <a:lnTo>
                    <a:pt x="7287124" y="1017852"/>
                  </a:lnTo>
                  <a:lnTo>
                    <a:pt x="7388868" y="1032897"/>
                  </a:lnTo>
                  <a:lnTo>
                    <a:pt x="7486970" y="1049837"/>
                  </a:lnTo>
                  <a:lnTo>
                    <a:pt x="7579613" y="1068703"/>
                  </a:lnTo>
                  <a:lnTo>
                    <a:pt x="7665797" y="1089593"/>
                  </a:lnTo>
                  <a:lnTo>
                    <a:pt x="7745180" y="1112674"/>
                  </a:lnTo>
                  <a:lnTo>
                    <a:pt x="7817905" y="1138186"/>
                  </a:lnTo>
                  <a:lnTo>
                    <a:pt x="7884438" y="1166433"/>
                  </a:lnTo>
                  <a:lnTo>
                    <a:pt x="7945447" y="1197778"/>
                  </a:lnTo>
                  <a:lnTo>
                    <a:pt x="8001702" y="1232619"/>
                  </a:lnTo>
                  <a:lnTo>
                    <a:pt x="8054010" y="1271358"/>
                  </a:lnTo>
                  <a:lnTo>
                    <a:pt x="8103159" y="1314342"/>
                  </a:lnTo>
                  <a:lnTo>
                    <a:pt x="8149872" y="1361770"/>
                  </a:lnTo>
                  <a:lnTo>
                    <a:pt x="8151487" y="1363528"/>
                  </a:lnTo>
                  <a:lnTo>
                    <a:pt x="8191668" y="1409866"/>
                  </a:lnTo>
                  <a:lnTo>
                    <a:pt x="8230787" y="1459841"/>
                  </a:lnTo>
                  <a:lnTo>
                    <a:pt x="8269153" y="1513525"/>
                  </a:lnTo>
                  <a:lnTo>
                    <a:pt x="8307011" y="1570922"/>
                  </a:lnTo>
                  <a:lnTo>
                    <a:pt x="8344553" y="1631959"/>
                  </a:lnTo>
                  <a:lnTo>
                    <a:pt x="8381924" y="1696478"/>
                  </a:lnTo>
                  <a:lnTo>
                    <a:pt x="8419229" y="1764237"/>
                  </a:lnTo>
                  <a:lnTo>
                    <a:pt x="8456538" y="1834903"/>
                  </a:lnTo>
                  <a:lnTo>
                    <a:pt x="8493893" y="1908059"/>
                  </a:lnTo>
                  <a:lnTo>
                    <a:pt x="8531307" y="1983214"/>
                  </a:lnTo>
                  <a:lnTo>
                    <a:pt x="8568777" y="2059809"/>
                  </a:lnTo>
                  <a:lnTo>
                    <a:pt x="8606282" y="2137240"/>
                  </a:lnTo>
                  <a:lnTo>
                    <a:pt x="8643798" y="2214873"/>
                  </a:lnTo>
                  <a:lnTo>
                    <a:pt x="8681293" y="2292069"/>
                  </a:lnTo>
                  <a:lnTo>
                    <a:pt x="8718744" y="2368201"/>
                  </a:lnTo>
                  <a:lnTo>
                    <a:pt x="8756136" y="2442681"/>
                  </a:lnTo>
                  <a:lnTo>
                    <a:pt x="8793471" y="2514973"/>
                  </a:lnTo>
                  <a:lnTo>
                    <a:pt x="8830772" y="2584611"/>
                  </a:lnTo>
                  <a:lnTo>
                    <a:pt x="8868092" y="2651210"/>
                  </a:lnTo>
                  <a:lnTo>
                    <a:pt x="8905511" y="2714469"/>
                  </a:lnTo>
                  <a:lnTo>
                    <a:pt x="8943150" y="2774178"/>
                  </a:lnTo>
                  <a:lnTo>
                    <a:pt x="8981171" y="2830210"/>
                  </a:lnTo>
                  <a:lnTo>
                    <a:pt x="9019783" y="2882523"/>
                  </a:lnTo>
                  <a:lnTo>
                    <a:pt x="9059253" y="2931146"/>
                  </a:lnTo>
                  <a:lnTo>
                    <a:pt x="9084767" y="2959987"/>
                  </a:lnTo>
                  <a:lnTo>
                    <a:pt x="9131406" y="3007573"/>
                  </a:lnTo>
                  <a:lnTo>
                    <a:pt x="9180457" y="3050712"/>
                  </a:lnTo>
                  <a:lnTo>
                    <a:pt x="9232640" y="3089596"/>
                  </a:lnTo>
                  <a:lnTo>
                    <a:pt x="9288742" y="3124568"/>
                  </a:lnTo>
                  <a:lnTo>
                    <a:pt x="9349569" y="3156029"/>
                  </a:lnTo>
                  <a:lnTo>
                    <a:pt x="9415895" y="3184380"/>
                  </a:lnTo>
                  <a:lnTo>
                    <a:pt x="9488391" y="3209982"/>
                  </a:lnTo>
                  <a:lnTo>
                    <a:pt x="9567535" y="3233145"/>
                  </a:lnTo>
                  <a:lnTo>
                    <a:pt x="9653480" y="3254109"/>
                  </a:lnTo>
                  <a:lnTo>
                    <a:pt x="9745908" y="3273045"/>
                  </a:lnTo>
                  <a:lnTo>
                    <a:pt x="9843843" y="3290052"/>
                  </a:lnTo>
                  <a:lnTo>
                    <a:pt x="9945499" y="3305164"/>
                  </a:lnTo>
                  <a:lnTo>
                    <a:pt x="10048191" y="3318365"/>
                  </a:lnTo>
                  <a:lnTo>
                    <a:pt x="10148390" y="3329612"/>
                  </a:lnTo>
                  <a:lnTo>
                    <a:pt x="10242000" y="3338870"/>
                  </a:lnTo>
                  <a:lnTo>
                    <a:pt x="10324867" y="3346149"/>
                  </a:lnTo>
                  <a:lnTo>
                    <a:pt x="10393457" y="3351538"/>
                  </a:lnTo>
                  <a:lnTo>
                    <a:pt x="10445546" y="3355218"/>
                  </a:lnTo>
                  <a:lnTo>
                    <a:pt x="10480725" y="3357465"/>
                  </a:lnTo>
                  <a:lnTo>
                    <a:pt x="10500587" y="3358615"/>
                  </a:lnTo>
                  <a:lnTo>
                    <a:pt x="10508614" y="3359039"/>
                  </a:lnTo>
                  <a:lnTo>
                    <a:pt x="10509911" y="3359102"/>
                  </a:lnTo>
                  <a:lnTo>
                    <a:pt x="11981298" y="3359102"/>
                  </a:lnTo>
                  <a:lnTo>
                    <a:pt x="11981298" y="3342756"/>
                  </a:lnTo>
                  <a:lnTo>
                    <a:pt x="10509911" y="3342756"/>
                  </a:lnTo>
                  <a:lnTo>
                    <a:pt x="10508740" y="3342699"/>
                  </a:lnTo>
                  <a:lnTo>
                    <a:pt x="10501047" y="3342294"/>
                  </a:lnTo>
                  <a:lnTo>
                    <a:pt x="10481672" y="3341176"/>
                  </a:lnTo>
                  <a:lnTo>
                    <a:pt x="10447074" y="3338975"/>
                  </a:lnTo>
                  <a:lnTo>
                    <a:pt x="10395587" y="3335349"/>
                  </a:lnTo>
                  <a:lnTo>
                    <a:pt x="10327552" y="3330025"/>
                  </a:lnTo>
                  <a:lnTo>
                    <a:pt x="10245135" y="3322814"/>
                  </a:lnTo>
                  <a:lnTo>
                    <a:pt x="10151836" y="3313627"/>
                  </a:lnTo>
                  <a:lnTo>
                    <a:pt x="10051798" y="3302450"/>
                  </a:lnTo>
                  <a:lnTo>
                    <a:pt x="9949129" y="3289317"/>
                  </a:lnTo>
                  <a:lnTo>
                    <a:pt x="9847385" y="3274272"/>
                  </a:lnTo>
                  <a:lnTo>
                    <a:pt x="9749283" y="3257332"/>
                  </a:lnTo>
                  <a:lnTo>
                    <a:pt x="9656640" y="3238466"/>
                  </a:lnTo>
                  <a:lnTo>
                    <a:pt x="9570456" y="3217576"/>
                  </a:lnTo>
                  <a:lnTo>
                    <a:pt x="9491073" y="3194495"/>
                  </a:lnTo>
                  <a:lnTo>
                    <a:pt x="9418349" y="3168983"/>
                  </a:lnTo>
                  <a:lnTo>
                    <a:pt x="9351815" y="3140736"/>
                  </a:lnTo>
                  <a:lnTo>
                    <a:pt x="9290807" y="3109391"/>
                  </a:lnTo>
                  <a:lnTo>
                    <a:pt x="9234552" y="3074550"/>
                  </a:lnTo>
                  <a:lnTo>
                    <a:pt x="9182244" y="3035811"/>
                  </a:lnTo>
                  <a:lnTo>
                    <a:pt x="9133094" y="2992827"/>
                  </a:lnTo>
                  <a:lnTo>
                    <a:pt x="9086381" y="2945399"/>
                  </a:lnTo>
                  <a:lnTo>
                    <a:pt x="9084767" y="2943641"/>
                  </a:lnTo>
                  <a:lnTo>
                    <a:pt x="9044585" y="2897303"/>
                  </a:lnTo>
                  <a:lnTo>
                    <a:pt x="9005466" y="2847328"/>
                  </a:lnTo>
                  <a:lnTo>
                    <a:pt x="8967100" y="2793644"/>
                  </a:lnTo>
                  <a:lnTo>
                    <a:pt x="8929242" y="2736247"/>
                  </a:lnTo>
                  <a:lnTo>
                    <a:pt x="8891700" y="2675210"/>
                  </a:lnTo>
                  <a:lnTo>
                    <a:pt x="8854330" y="2610691"/>
                  </a:lnTo>
                  <a:lnTo>
                    <a:pt x="8817025" y="2542932"/>
                  </a:lnTo>
                  <a:lnTo>
                    <a:pt x="8779715" y="2472267"/>
                  </a:lnTo>
                  <a:lnTo>
                    <a:pt x="8742361" y="2399110"/>
                  </a:lnTo>
                  <a:lnTo>
                    <a:pt x="8704946" y="2323956"/>
                  </a:lnTo>
                  <a:lnTo>
                    <a:pt x="8667477" y="2247360"/>
                  </a:lnTo>
                  <a:lnTo>
                    <a:pt x="8629971" y="2169929"/>
                  </a:lnTo>
                  <a:lnTo>
                    <a:pt x="8592456" y="2092296"/>
                  </a:lnTo>
                  <a:lnTo>
                    <a:pt x="8554960" y="2015101"/>
                  </a:lnTo>
                  <a:lnTo>
                    <a:pt x="8517509" y="1938968"/>
                  </a:lnTo>
                  <a:lnTo>
                    <a:pt x="8480118" y="1864488"/>
                  </a:lnTo>
                  <a:lnTo>
                    <a:pt x="8442783" y="1792196"/>
                  </a:lnTo>
                  <a:lnTo>
                    <a:pt x="8405481" y="1722558"/>
                  </a:lnTo>
                  <a:lnTo>
                    <a:pt x="8368162" y="1655959"/>
                  </a:lnTo>
                  <a:lnTo>
                    <a:pt x="8330742" y="1592700"/>
                  </a:lnTo>
                  <a:lnTo>
                    <a:pt x="8293103" y="1532991"/>
                  </a:lnTo>
                  <a:lnTo>
                    <a:pt x="8255082" y="1476959"/>
                  </a:lnTo>
                  <a:lnTo>
                    <a:pt x="8216471" y="1424646"/>
                  </a:lnTo>
                  <a:lnTo>
                    <a:pt x="8177000" y="1376023"/>
                  </a:lnTo>
                  <a:lnTo>
                    <a:pt x="8151487" y="1347182"/>
                  </a:lnTo>
                  <a:lnTo>
                    <a:pt x="8104848" y="1299596"/>
                  </a:lnTo>
                  <a:lnTo>
                    <a:pt x="8055796" y="1256457"/>
                  </a:lnTo>
                  <a:lnTo>
                    <a:pt x="8003613" y="1217574"/>
                  </a:lnTo>
                  <a:lnTo>
                    <a:pt x="7947511" y="1182601"/>
                  </a:lnTo>
                  <a:lnTo>
                    <a:pt x="7886684" y="1151140"/>
                  </a:lnTo>
                  <a:lnTo>
                    <a:pt x="7820358" y="1122789"/>
                  </a:lnTo>
                  <a:lnTo>
                    <a:pt x="7747862" y="1097187"/>
                  </a:lnTo>
                  <a:lnTo>
                    <a:pt x="7668719" y="1074025"/>
                  </a:lnTo>
                  <a:lnTo>
                    <a:pt x="7582773" y="1053060"/>
                  </a:lnTo>
                  <a:lnTo>
                    <a:pt x="7490346" y="1034124"/>
                  </a:lnTo>
                  <a:lnTo>
                    <a:pt x="7392411" y="1017117"/>
                  </a:lnTo>
                  <a:lnTo>
                    <a:pt x="7290754" y="1002005"/>
                  </a:lnTo>
                  <a:lnTo>
                    <a:pt x="7188062" y="988804"/>
                  </a:lnTo>
                  <a:lnTo>
                    <a:pt x="7087863" y="977558"/>
                  </a:lnTo>
                  <a:lnTo>
                    <a:pt x="6994253" y="968300"/>
                  </a:lnTo>
                  <a:lnTo>
                    <a:pt x="6911387" y="961020"/>
                  </a:lnTo>
                  <a:lnTo>
                    <a:pt x="6842797" y="955631"/>
                  </a:lnTo>
                  <a:lnTo>
                    <a:pt x="6790708" y="951951"/>
                  </a:lnTo>
                  <a:lnTo>
                    <a:pt x="6755529" y="949704"/>
                  </a:lnTo>
                  <a:lnTo>
                    <a:pt x="6735666" y="948554"/>
                  </a:lnTo>
                  <a:lnTo>
                    <a:pt x="6727640" y="948130"/>
                  </a:lnTo>
                  <a:lnTo>
                    <a:pt x="6726343" y="948067"/>
                  </a:lnTo>
                  <a:lnTo>
                    <a:pt x="5254955" y="948067"/>
                  </a:lnTo>
                  <a:lnTo>
                    <a:pt x="5253728" y="948044"/>
                  </a:lnTo>
                  <a:lnTo>
                    <a:pt x="5245677" y="947876"/>
                  </a:lnTo>
                  <a:lnTo>
                    <a:pt x="5225429" y="947411"/>
                  </a:lnTo>
                  <a:lnTo>
                    <a:pt x="5189345" y="946497"/>
                  </a:lnTo>
                  <a:lnTo>
                    <a:pt x="5135795" y="944993"/>
                  </a:lnTo>
                  <a:lnTo>
                    <a:pt x="5065285" y="942787"/>
                  </a:lnTo>
                  <a:lnTo>
                    <a:pt x="4980231" y="939805"/>
                  </a:lnTo>
                  <a:lnTo>
                    <a:pt x="4884403" y="936014"/>
                  </a:lnTo>
                  <a:lnTo>
                    <a:pt x="4782177" y="931411"/>
                  </a:lnTo>
                  <a:lnTo>
                    <a:pt x="4677805" y="926011"/>
                  </a:lnTo>
                  <a:lnTo>
                    <a:pt x="4574894" y="919832"/>
                  </a:lnTo>
                  <a:lnTo>
                    <a:pt x="4476134" y="912878"/>
                  </a:lnTo>
                  <a:lnTo>
                    <a:pt x="4383266" y="905131"/>
                  </a:lnTo>
                  <a:lnTo>
                    <a:pt x="4297186" y="896546"/>
                  </a:lnTo>
                  <a:lnTo>
                    <a:pt x="4218128" y="887046"/>
                  </a:lnTo>
                  <a:lnTo>
                    <a:pt x="4145852" y="876525"/>
                  </a:lnTo>
                  <a:lnTo>
                    <a:pt x="4079805" y="864850"/>
                  </a:lnTo>
                  <a:lnTo>
                    <a:pt x="4019251" y="851866"/>
                  </a:lnTo>
                  <a:lnTo>
                    <a:pt x="3963367" y="837406"/>
                  </a:lnTo>
                  <a:lnTo>
                    <a:pt x="3911305" y="821307"/>
                  </a:lnTo>
                  <a:lnTo>
                    <a:pt x="3862256" y="803438"/>
                  </a:lnTo>
                  <a:lnTo>
                    <a:pt x="3829811" y="790056"/>
                  </a:lnTo>
                  <a:lnTo>
                    <a:pt x="3778550" y="766301"/>
                  </a:lnTo>
                  <a:lnTo>
                    <a:pt x="3728884" y="740168"/>
                  </a:lnTo>
                  <a:lnTo>
                    <a:pt x="3680220" y="711621"/>
                  </a:lnTo>
                  <a:lnTo>
                    <a:pt x="3632124" y="680702"/>
                  </a:lnTo>
                  <a:lnTo>
                    <a:pt x="3584287" y="647541"/>
                  </a:lnTo>
                  <a:lnTo>
                    <a:pt x="3536508" y="612359"/>
                  </a:lnTo>
                  <a:lnTo>
                    <a:pt x="3488674" y="575471"/>
                  </a:lnTo>
                  <a:lnTo>
                    <a:pt x="3440743" y="537276"/>
                  </a:lnTo>
                  <a:lnTo>
                    <a:pt x="3392729" y="498241"/>
                  </a:lnTo>
                  <a:lnTo>
                    <a:pt x="3344677" y="458880"/>
                  </a:lnTo>
                  <a:lnTo>
                    <a:pt x="3296650" y="419724"/>
                  </a:lnTo>
                  <a:lnTo>
                    <a:pt x="3248697" y="381292"/>
                  </a:lnTo>
                  <a:lnTo>
                    <a:pt x="3200842" y="344065"/>
                  </a:lnTo>
                  <a:lnTo>
                    <a:pt x="3153057" y="308459"/>
                  </a:lnTo>
                  <a:lnTo>
                    <a:pt x="3105248" y="274809"/>
                  </a:lnTo>
                  <a:lnTo>
                    <a:pt x="3057235" y="243359"/>
                  </a:lnTo>
                  <a:lnTo>
                    <a:pt x="3008735" y="214259"/>
                  </a:lnTo>
                  <a:lnTo>
                    <a:pt x="2959346" y="187571"/>
                  </a:lnTo>
                  <a:lnTo>
                    <a:pt x="2908514" y="163275"/>
                  </a:lnTo>
                  <a:lnTo>
                    <a:pt x="2896531" y="158011"/>
                  </a:lnTo>
                  <a:lnTo>
                    <a:pt x="2849130" y="138885"/>
                  </a:lnTo>
                  <a:lnTo>
                    <a:pt x="2799228" y="121576"/>
                  </a:lnTo>
                  <a:lnTo>
                    <a:pt x="2746069" y="106002"/>
                  </a:lnTo>
                  <a:lnTo>
                    <a:pt x="2688825" y="92018"/>
                  </a:lnTo>
                  <a:lnTo>
                    <a:pt x="2626651" y="79459"/>
                  </a:lnTo>
                  <a:lnTo>
                    <a:pt x="2558742" y="68158"/>
                  </a:lnTo>
                  <a:lnTo>
                    <a:pt x="2484407" y="57967"/>
                  </a:lnTo>
                  <a:lnTo>
                    <a:pt x="2403175" y="48761"/>
                  </a:lnTo>
                  <a:lnTo>
                    <a:pt x="2314935" y="40443"/>
                  </a:lnTo>
                  <a:lnTo>
                    <a:pt x="2220105" y="32946"/>
                  </a:lnTo>
                  <a:lnTo>
                    <a:pt x="2119827" y="26233"/>
                  </a:lnTo>
                  <a:lnTo>
                    <a:pt x="2016128" y="20295"/>
                  </a:lnTo>
                  <a:lnTo>
                    <a:pt x="1911999" y="15140"/>
                  </a:lnTo>
                  <a:lnTo>
                    <a:pt x="1811286" y="10788"/>
                  </a:lnTo>
                  <a:lnTo>
                    <a:pt x="1718349" y="7250"/>
                  </a:lnTo>
                  <a:lnTo>
                    <a:pt x="1637457" y="4514"/>
                  </a:lnTo>
                  <a:lnTo>
                    <a:pt x="1572036" y="2536"/>
                  </a:lnTo>
                  <a:lnTo>
                    <a:pt x="1523956" y="1229"/>
                  </a:lnTo>
                  <a:lnTo>
                    <a:pt x="1493062" y="470"/>
                  </a:lnTo>
                  <a:lnTo>
                    <a:pt x="1477078" y="114"/>
                  </a:lnTo>
                  <a:lnTo>
                    <a:pt x="1471796" y="7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579" name="pl579"/>
            <p:cNvSpPr/>
            <p:nvPr/>
          </p:nvSpPr>
          <p:spPr>
            <a:xfrm>
              <a:off x="4799595" y="3541322"/>
              <a:ext cx="11981298" cy="3342756"/>
            </a:xfrm>
            <a:custGeom>
              <a:avLst/>
              <a:pathLst>
                <a:path w="11981298" h="3342756">
                  <a:moveTo>
                    <a:pt x="0" y="0"/>
                  </a:moveTo>
                  <a:lnTo>
                    <a:pt x="1471387" y="0"/>
                  </a:lnTo>
                  <a:lnTo>
                    <a:pt x="1472614" y="23"/>
                  </a:lnTo>
                  <a:lnTo>
                    <a:pt x="1480665" y="191"/>
                  </a:lnTo>
                  <a:lnTo>
                    <a:pt x="1500913" y="656"/>
                  </a:lnTo>
                  <a:lnTo>
                    <a:pt x="1536998" y="1570"/>
                  </a:lnTo>
                  <a:lnTo>
                    <a:pt x="1590547" y="3074"/>
                  </a:lnTo>
                  <a:lnTo>
                    <a:pt x="1661057" y="5280"/>
                  </a:lnTo>
                  <a:lnTo>
                    <a:pt x="1746111" y="8261"/>
                  </a:lnTo>
                  <a:lnTo>
                    <a:pt x="1841939" y="12053"/>
                  </a:lnTo>
                  <a:lnTo>
                    <a:pt x="1944165" y="16656"/>
                  </a:lnTo>
                  <a:lnTo>
                    <a:pt x="2048537" y="22056"/>
                  </a:lnTo>
                  <a:lnTo>
                    <a:pt x="2151449" y="28235"/>
                  </a:lnTo>
                  <a:lnTo>
                    <a:pt x="2250208" y="35189"/>
                  </a:lnTo>
                  <a:lnTo>
                    <a:pt x="2343076" y="42935"/>
                  </a:lnTo>
                  <a:lnTo>
                    <a:pt x="2429156" y="51521"/>
                  </a:lnTo>
                  <a:lnTo>
                    <a:pt x="2508214" y="61021"/>
                  </a:lnTo>
                  <a:lnTo>
                    <a:pt x="2580490" y="71542"/>
                  </a:lnTo>
                  <a:lnTo>
                    <a:pt x="2646537" y="83217"/>
                  </a:lnTo>
                  <a:lnTo>
                    <a:pt x="2707091" y="96201"/>
                  </a:lnTo>
                  <a:lnTo>
                    <a:pt x="2762976" y="110661"/>
                  </a:lnTo>
                  <a:lnTo>
                    <a:pt x="2815037" y="126760"/>
                  </a:lnTo>
                  <a:lnTo>
                    <a:pt x="2864086" y="144629"/>
                  </a:lnTo>
                  <a:lnTo>
                    <a:pt x="2896531" y="158011"/>
                  </a:lnTo>
                  <a:lnTo>
                    <a:pt x="2947792" y="181766"/>
                  </a:lnTo>
                  <a:lnTo>
                    <a:pt x="2997458" y="207899"/>
                  </a:lnTo>
                  <a:lnTo>
                    <a:pt x="3046122" y="236446"/>
                  </a:lnTo>
                  <a:lnTo>
                    <a:pt x="3094218" y="267364"/>
                  </a:lnTo>
                  <a:lnTo>
                    <a:pt x="3142055" y="300526"/>
                  </a:lnTo>
                  <a:lnTo>
                    <a:pt x="3189834" y="335708"/>
                  </a:lnTo>
                  <a:lnTo>
                    <a:pt x="3237668" y="372596"/>
                  </a:lnTo>
                  <a:lnTo>
                    <a:pt x="3285599" y="410791"/>
                  </a:lnTo>
                  <a:lnTo>
                    <a:pt x="3333613" y="449826"/>
                  </a:lnTo>
                  <a:lnTo>
                    <a:pt x="3381665" y="489187"/>
                  </a:lnTo>
                  <a:lnTo>
                    <a:pt x="3429692" y="528343"/>
                  </a:lnTo>
                  <a:lnTo>
                    <a:pt x="3477645" y="566775"/>
                  </a:lnTo>
                  <a:lnTo>
                    <a:pt x="3525500" y="604002"/>
                  </a:lnTo>
                  <a:lnTo>
                    <a:pt x="3573285" y="639608"/>
                  </a:lnTo>
                  <a:lnTo>
                    <a:pt x="3621094" y="673258"/>
                  </a:lnTo>
                  <a:lnTo>
                    <a:pt x="3669108" y="704708"/>
                  </a:lnTo>
                  <a:lnTo>
                    <a:pt x="3717607" y="733808"/>
                  </a:lnTo>
                  <a:lnTo>
                    <a:pt x="3766996" y="760496"/>
                  </a:lnTo>
                  <a:lnTo>
                    <a:pt x="3817828" y="784792"/>
                  </a:lnTo>
                  <a:lnTo>
                    <a:pt x="3829811" y="790056"/>
                  </a:lnTo>
                  <a:lnTo>
                    <a:pt x="3877212" y="809182"/>
                  </a:lnTo>
                  <a:lnTo>
                    <a:pt x="3927114" y="826491"/>
                  </a:lnTo>
                  <a:lnTo>
                    <a:pt x="3980273" y="842065"/>
                  </a:lnTo>
                  <a:lnTo>
                    <a:pt x="4037517" y="856049"/>
                  </a:lnTo>
                  <a:lnTo>
                    <a:pt x="4099691" y="868608"/>
                  </a:lnTo>
                  <a:lnTo>
                    <a:pt x="4167600" y="879909"/>
                  </a:lnTo>
                  <a:lnTo>
                    <a:pt x="4241935" y="890100"/>
                  </a:lnTo>
                  <a:lnTo>
                    <a:pt x="4323167" y="899306"/>
                  </a:lnTo>
                  <a:lnTo>
                    <a:pt x="4411407" y="907624"/>
                  </a:lnTo>
                  <a:lnTo>
                    <a:pt x="4506237" y="915121"/>
                  </a:lnTo>
                  <a:lnTo>
                    <a:pt x="4606515" y="921834"/>
                  </a:lnTo>
                  <a:lnTo>
                    <a:pt x="4710214" y="927772"/>
                  </a:lnTo>
                  <a:lnTo>
                    <a:pt x="4814343" y="932927"/>
                  </a:lnTo>
                  <a:lnTo>
                    <a:pt x="4915056" y="937279"/>
                  </a:lnTo>
                  <a:lnTo>
                    <a:pt x="5007993" y="940817"/>
                  </a:lnTo>
                  <a:lnTo>
                    <a:pt x="5088885" y="943553"/>
                  </a:lnTo>
                  <a:lnTo>
                    <a:pt x="5154306" y="945531"/>
                  </a:lnTo>
                  <a:lnTo>
                    <a:pt x="5202387" y="946838"/>
                  </a:lnTo>
                  <a:lnTo>
                    <a:pt x="5233280" y="947596"/>
                  </a:lnTo>
                  <a:lnTo>
                    <a:pt x="5249264" y="947952"/>
                  </a:lnTo>
                  <a:lnTo>
                    <a:pt x="5254546" y="948060"/>
                  </a:lnTo>
                  <a:lnTo>
                    <a:pt x="5254955" y="948067"/>
                  </a:lnTo>
                  <a:lnTo>
                    <a:pt x="6726343" y="948067"/>
                  </a:lnTo>
                  <a:lnTo>
                    <a:pt x="6727513" y="948124"/>
                  </a:lnTo>
                  <a:lnTo>
                    <a:pt x="6735206" y="948529"/>
                  </a:lnTo>
                  <a:lnTo>
                    <a:pt x="6754581" y="949647"/>
                  </a:lnTo>
                  <a:lnTo>
                    <a:pt x="6789180" y="951849"/>
                  </a:lnTo>
                  <a:lnTo>
                    <a:pt x="6840666" y="955474"/>
                  </a:lnTo>
                  <a:lnTo>
                    <a:pt x="6908701" y="960798"/>
                  </a:lnTo>
                  <a:lnTo>
                    <a:pt x="6991118" y="968009"/>
                  </a:lnTo>
                  <a:lnTo>
                    <a:pt x="7084417" y="977196"/>
                  </a:lnTo>
                  <a:lnTo>
                    <a:pt x="7184455" y="988373"/>
                  </a:lnTo>
                  <a:lnTo>
                    <a:pt x="7287124" y="1001506"/>
                  </a:lnTo>
                  <a:lnTo>
                    <a:pt x="7388868" y="1016551"/>
                  </a:lnTo>
                  <a:lnTo>
                    <a:pt x="7486970" y="1033491"/>
                  </a:lnTo>
                  <a:lnTo>
                    <a:pt x="7579613" y="1052357"/>
                  </a:lnTo>
                  <a:lnTo>
                    <a:pt x="7665797" y="1073247"/>
                  </a:lnTo>
                  <a:lnTo>
                    <a:pt x="7745180" y="1096328"/>
                  </a:lnTo>
                  <a:lnTo>
                    <a:pt x="7817905" y="1121840"/>
                  </a:lnTo>
                  <a:lnTo>
                    <a:pt x="7884438" y="1150087"/>
                  </a:lnTo>
                  <a:lnTo>
                    <a:pt x="7945447" y="1181432"/>
                  </a:lnTo>
                  <a:lnTo>
                    <a:pt x="8001702" y="1216273"/>
                  </a:lnTo>
                  <a:lnTo>
                    <a:pt x="8054010" y="1255012"/>
                  </a:lnTo>
                  <a:lnTo>
                    <a:pt x="8103159" y="1297996"/>
                  </a:lnTo>
                  <a:lnTo>
                    <a:pt x="8149872" y="1345424"/>
                  </a:lnTo>
                  <a:lnTo>
                    <a:pt x="8151487" y="1347182"/>
                  </a:lnTo>
                  <a:lnTo>
                    <a:pt x="8191668" y="1393520"/>
                  </a:lnTo>
                  <a:lnTo>
                    <a:pt x="8230787" y="1443495"/>
                  </a:lnTo>
                  <a:lnTo>
                    <a:pt x="8269153" y="1497179"/>
                  </a:lnTo>
                  <a:lnTo>
                    <a:pt x="8307011" y="1554576"/>
                  </a:lnTo>
                  <a:lnTo>
                    <a:pt x="8344553" y="1615613"/>
                  </a:lnTo>
                  <a:lnTo>
                    <a:pt x="8381924" y="1680132"/>
                  </a:lnTo>
                  <a:lnTo>
                    <a:pt x="8419229" y="1747891"/>
                  </a:lnTo>
                  <a:lnTo>
                    <a:pt x="8456538" y="1818557"/>
                  </a:lnTo>
                  <a:lnTo>
                    <a:pt x="8493893" y="1891713"/>
                  </a:lnTo>
                  <a:lnTo>
                    <a:pt x="8531307" y="1966868"/>
                  </a:lnTo>
                  <a:lnTo>
                    <a:pt x="8568777" y="2043463"/>
                  </a:lnTo>
                  <a:lnTo>
                    <a:pt x="8606282" y="2120894"/>
                  </a:lnTo>
                  <a:lnTo>
                    <a:pt x="8643798" y="2198527"/>
                  </a:lnTo>
                  <a:lnTo>
                    <a:pt x="8681293" y="2275723"/>
                  </a:lnTo>
                  <a:lnTo>
                    <a:pt x="8718744" y="2351855"/>
                  </a:lnTo>
                  <a:lnTo>
                    <a:pt x="8756136" y="2426335"/>
                  </a:lnTo>
                  <a:lnTo>
                    <a:pt x="8793471" y="2498627"/>
                  </a:lnTo>
                  <a:lnTo>
                    <a:pt x="8830772" y="2568265"/>
                  </a:lnTo>
                  <a:lnTo>
                    <a:pt x="8868092" y="2634864"/>
                  </a:lnTo>
                  <a:lnTo>
                    <a:pt x="8905511" y="2698123"/>
                  </a:lnTo>
                  <a:lnTo>
                    <a:pt x="8943150" y="2757832"/>
                  </a:lnTo>
                  <a:lnTo>
                    <a:pt x="8981171" y="2813864"/>
                  </a:lnTo>
                  <a:lnTo>
                    <a:pt x="9019783" y="2866177"/>
                  </a:lnTo>
                  <a:lnTo>
                    <a:pt x="9059253" y="2914800"/>
                  </a:lnTo>
                  <a:lnTo>
                    <a:pt x="9084767" y="2943641"/>
                  </a:lnTo>
                  <a:lnTo>
                    <a:pt x="9131406" y="2991227"/>
                  </a:lnTo>
                  <a:lnTo>
                    <a:pt x="9180457" y="3034366"/>
                  </a:lnTo>
                  <a:lnTo>
                    <a:pt x="9232640" y="3073250"/>
                  </a:lnTo>
                  <a:lnTo>
                    <a:pt x="9288742" y="3108222"/>
                  </a:lnTo>
                  <a:lnTo>
                    <a:pt x="9349569" y="3139683"/>
                  </a:lnTo>
                  <a:lnTo>
                    <a:pt x="9415895" y="3168034"/>
                  </a:lnTo>
                  <a:lnTo>
                    <a:pt x="9488391" y="3193636"/>
                  </a:lnTo>
                  <a:lnTo>
                    <a:pt x="9567535" y="3216799"/>
                  </a:lnTo>
                  <a:lnTo>
                    <a:pt x="9653480" y="3237763"/>
                  </a:lnTo>
                  <a:lnTo>
                    <a:pt x="9745908" y="3256699"/>
                  </a:lnTo>
                  <a:lnTo>
                    <a:pt x="9843843" y="3273706"/>
                  </a:lnTo>
                  <a:lnTo>
                    <a:pt x="9945499" y="3288818"/>
                  </a:lnTo>
                  <a:lnTo>
                    <a:pt x="10048191" y="3302019"/>
                  </a:lnTo>
                  <a:lnTo>
                    <a:pt x="10148390" y="3313266"/>
                  </a:lnTo>
                  <a:lnTo>
                    <a:pt x="10242000" y="3322524"/>
                  </a:lnTo>
                  <a:lnTo>
                    <a:pt x="10324867" y="3329803"/>
                  </a:lnTo>
                  <a:lnTo>
                    <a:pt x="10393457" y="3335192"/>
                  </a:lnTo>
                  <a:lnTo>
                    <a:pt x="10445546" y="3338873"/>
                  </a:lnTo>
                  <a:lnTo>
                    <a:pt x="10480725" y="3341119"/>
                  </a:lnTo>
                  <a:lnTo>
                    <a:pt x="10500587" y="3342269"/>
                  </a:lnTo>
                  <a:lnTo>
                    <a:pt x="10508614" y="3342693"/>
                  </a:lnTo>
                  <a:lnTo>
                    <a:pt x="10509911" y="3342756"/>
                  </a:lnTo>
                  <a:lnTo>
                    <a:pt x="10509911" y="3342756"/>
                  </a:lnTo>
                  <a:lnTo>
                    <a:pt x="11981298" y="334275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80" name="pl580"/>
            <p:cNvSpPr/>
            <p:nvPr/>
          </p:nvSpPr>
          <p:spPr>
            <a:xfrm>
              <a:off x="4799595" y="3524976"/>
              <a:ext cx="11981298" cy="3342756"/>
            </a:xfrm>
            <a:custGeom>
              <a:avLst/>
              <a:pathLst>
                <a:path w="11981298" h="3342756">
                  <a:moveTo>
                    <a:pt x="11981298" y="3342756"/>
                  </a:moveTo>
                  <a:lnTo>
                    <a:pt x="10509911" y="3342756"/>
                  </a:lnTo>
                  <a:lnTo>
                    <a:pt x="10508740" y="3342699"/>
                  </a:lnTo>
                  <a:lnTo>
                    <a:pt x="10501047" y="3342294"/>
                  </a:lnTo>
                  <a:lnTo>
                    <a:pt x="10481672" y="3341176"/>
                  </a:lnTo>
                  <a:lnTo>
                    <a:pt x="10447074" y="3338975"/>
                  </a:lnTo>
                  <a:lnTo>
                    <a:pt x="10395587" y="3335349"/>
                  </a:lnTo>
                  <a:lnTo>
                    <a:pt x="10327552" y="3330025"/>
                  </a:lnTo>
                  <a:lnTo>
                    <a:pt x="10245135" y="3322814"/>
                  </a:lnTo>
                  <a:lnTo>
                    <a:pt x="10151836" y="3313627"/>
                  </a:lnTo>
                  <a:lnTo>
                    <a:pt x="10051798" y="3302450"/>
                  </a:lnTo>
                  <a:lnTo>
                    <a:pt x="9949129" y="3289317"/>
                  </a:lnTo>
                  <a:lnTo>
                    <a:pt x="9847385" y="3274272"/>
                  </a:lnTo>
                  <a:lnTo>
                    <a:pt x="9749283" y="3257332"/>
                  </a:lnTo>
                  <a:lnTo>
                    <a:pt x="9656640" y="3238466"/>
                  </a:lnTo>
                  <a:lnTo>
                    <a:pt x="9570456" y="3217576"/>
                  </a:lnTo>
                  <a:lnTo>
                    <a:pt x="9491073" y="3194495"/>
                  </a:lnTo>
                  <a:lnTo>
                    <a:pt x="9418349" y="3168983"/>
                  </a:lnTo>
                  <a:lnTo>
                    <a:pt x="9351815" y="3140736"/>
                  </a:lnTo>
                  <a:lnTo>
                    <a:pt x="9290807" y="3109391"/>
                  </a:lnTo>
                  <a:lnTo>
                    <a:pt x="9234552" y="3074550"/>
                  </a:lnTo>
                  <a:lnTo>
                    <a:pt x="9182244" y="3035811"/>
                  </a:lnTo>
                  <a:lnTo>
                    <a:pt x="9133094" y="2992827"/>
                  </a:lnTo>
                  <a:lnTo>
                    <a:pt x="9086381" y="2945399"/>
                  </a:lnTo>
                  <a:lnTo>
                    <a:pt x="9084767" y="2943641"/>
                  </a:lnTo>
                  <a:lnTo>
                    <a:pt x="9044585" y="2897303"/>
                  </a:lnTo>
                  <a:lnTo>
                    <a:pt x="9005466" y="2847328"/>
                  </a:lnTo>
                  <a:lnTo>
                    <a:pt x="8967100" y="2793644"/>
                  </a:lnTo>
                  <a:lnTo>
                    <a:pt x="8929242" y="2736247"/>
                  </a:lnTo>
                  <a:lnTo>
                    <a:pt x="8891700" y="2675210"/>
                  </a:lnTo>
                  <a:lnTo>
                    <a:pt x="8854330" y="2610691"/>
                  </a:lnTo>
                  <a:lnTo>
                    <a:pt x="8817025" y="2542932"/>
                  </a:lnTo>
                  <a:lnTo>
                    <a:pt x="8779715" y="2472267"/>
                  </a:lnTo>
                  <a:lnTo>
                    <a:pt x="8742361" y="2399110"/>
                  </a:lnTo>
                  <a:lnTo>
                    <a:pt x="8704946" y="2323956"/>
                  </a:lnTo>
                  <a:lnTo>
                    <a:pt x="8667477" y="2247360"/>
                  </a:lnTo>
                  <a:lnTo>
                    <a:pt x="8629971" y="2169929"/>
                  </a:lnTo>
                  <a:lnTo>
                    <a:pt x="8592456" y="2092296"/>
                  </a:lnTo>
                  <a:lnTo>
                    <a:pt x="8554960" y="2015101"/>
                  </a:lnTo>
                  <a:lnTo>
                    <a:pt x="8517509" y="1938968"/>
                  </a:lnTo>
                  <a:lnTo>
                    <a:pt x="8480118" y="1864488"/>
                  </a:lnTo>
                  <a:lnTo>
                    <a:pt x="8442783" y="1792196"/>
                  </a:lnTo>
                  <a:lnTo>
                    <a:pt x="8405481" y="1722558"/>
                  </a:lnTo>
                  <a:lnTo>
                    <a:pt x="8368162" y="1655959"/>
                  </a:lnTo>
                  <a:lnTo>
                    <a:pt x="8330742" y="1592700"/>
                  </a:lnTo>
                  <a:lnTo>
                    <a:pt x="8293103" y="1532991"/>
                  </a:lnTo>
                  <a:lnTo>
                    <a:pt x="8255082" y="1476959"/>
                  </a:lnTo>
                  <a:lnTo>
                    <a:pt x="8216471" y="1424646"/>
                  </a:lnTo>
                  <a:lnTo>
                    <a:pt x="8177000" y="1376023"/>
                  </a:lnTo>
                  <a:lnTo>
                    <a:pt x="8151487" y="1347182"/>
                  </a:lnTo>
                  <a:lnTo>
                    <a:pt x="8104848" y="1299596"/>
                  </a:lnTo>
                  <a:lnTo>
                    <a:pt x="8055796" y="1256457"/>
                  </a:lnTo>
                  <a:lnTo>
                    <a:pt x="8003613" y="1217574"/>
                  </a:lnTo>
                  <a:lnTo>
                    <a:pt x="7947511" y="1182601"/>
                  </a:lnTo>
                  <a:lnTo>
                    <a:pt x="7886684" y="1151140"/>
                  </a:lnTo>
                  <a:lnTo>
                    <a:pt x="7820358" y="1122789"/>
                  </a:lnTo>
                  <a:lnTo>
                    <a:pt x="7747862" y="1097187"/>
                  </a:lnTo>
                  <a:lnTo>
                    <a:pt x="7668719" y="1074025"/>
                  </a:lnTo>
                  <a:lnTo>
                    <a:pt x="7582773" y="1053060"/>
                  </a:lnTo>
                  <a:lnTo>
                    <a:pt x="7490346" y="1034124"/>
                  </a:lnTo>
                  <a:lnTo>
                    <a:pt x="7392411" y="1017117"/>
                  </a:lnTo>
                  <a:lnTo>
                    <a:pt x="7290754" y="1002005"/>
                  </a:lnTo>
                  <a:lnTo>
                    <a:pt x="7188062" y="988804"/>
                  </a:lnTo>
                  <a:lnTo>
                    <a:pt x="7087863" y="977558"/>
                  </a:lnTo>
                  <a:lnTo>
                    <a:pt x="6994253" y="968300"/>
                  </a:lnTo>
                  <a:lnTo>
                    <a:pt x="6911387" y="961020"/>
                  </a:lnTo>
                  <a:lnTo>
                    <a:pt x="6842797" y="955631"/>
                  </a:lnTo>
                  <a:lnTo>
                    <a:pt x="6790708" y="951951"/>
                  </a:lnTo>
                  <a:lnTo>
                    <a:pt x="6755529" y="949704"/>
                  </a:lnTo>
                  <a:lnTo>
                    <a:pt x="6735666" y="948554"/>
                  </a:lnTo>
                  <a:lnTo>
                    <a:pt x="6727640" y="948130"/>
                  </a:lnTo>
                  <a:lnTo>
                    <a:pt x="6726343" y="948067"/>
                  </a:lnTo>
                  <a:lnTo>
                    <a:pt x="6726343" y="948067"/>
                  </a:lnTo>
                  <a:lnTo>
                    <a:pt x="5254955" y="948067"/>
                  </a:lnTo>
                  <a:lnTo>
                    <a:pt x="5253728" y="948044"/>
                  </a:lnTo>
                  <a:lnTo>
                    <a:pt x="5245677" y="947876"/>
                  </a:lnTo>
                  <a:lnTo>
                    <a:pt x="5225429" y="947411"/>
                  </a:lnTo>
                  <a:lnTo>
                    <a:pt x="5189345" y="946497"/>
                  </a:lnTo>
                  <a:lnTo>
                    <a:pt x="5135795" y="944993"/>
                  </a:lnTo>
                  <a:lnTo>
                    <a:pt x="5065285" y="942787"/>
                  </a:lnTo>
                  <a:lnTo>
                    <a:pt x="4980231" y="939805"/>
                  </a:lnTo>
                  <a:lnTo>
                    <a:pt x="4884403" y="936014"/>
                  </a:lnTo>
                  <a:lnTo>
                    <a:pt x="4782177" y="931411"/>
                  </a:lnTo>
                  <a:lnTo>
                    <a:pt x="4677805" y="926011"/>
                  </a:lnTo>
                  <a:lnTo>
                    <a:pt x="4574894" y="919832"/>
                  </a:lnTo>
                  <a:lnTo>
                    <a:pt x="4476134" y="912878"/>
                  </a:lnTo>
                  <a:lnTo>
                    <a:pt x="4383266" y="905131"/>
                  </a:lnTo>
                  <a:lnTo>
                    <a:pt x="4297186" y="896546"/>
                  </a:lnTo>
                  <a:lnTo>
                    <a:pt x="4218128" y="887046"/>
                  </a:lnTo>
                  <a:lnTo>
                    <a:pt x="4145852" y="876525"/>
                  </a:lnTo>
                  <a:lnTo>
                    <a:pt x="4079805" y="864850"/>
                  </a:lnTo>
                  <a:lnTo>
                    <a:pt x="4019251" y="851866"/>
                  </a:lnTo>
                  <a:lnTo>
                    <a:pt x="3963367" y="837406"/>
                  </a:lnTo>
                  <a:lnTo>
                    <a:pt x="3911305" y="821307"/>
                  </a:lnTo>
                  <a:lnTo>
                    <a:pt x="3862256" y="803438"/>
                  </a:lnTo>
                  <a:lnTo>
                    <a:pt x="3829811" y="790056"/>
                  </a:lnTo>
                  <a:lnTo>
                    <a:pt x="3778550" y="766301"/>
                  </a:lnTo>
                  <a:lnTo>
                    <a:pt x="3728884" y="740168"/>
                  </a:lnTo>
                  <a:lnTo>
                    <a:pt x="3680220" y="711621"/>
                  </a:lnTo>
                  <a:lnTo>
                    <a:pt x="3632124" y="680702"/>
                  </a:lnTo>
                  <a:lnTo>
                    <a:pt x="3584287" y="647541"/>
                  </a:lnTo>
                  <a:lnTo>
                    <a:pt x="3536508" y="612359"/>
                  </a:lnTo>
                  <a:lnTo>
                    <a:pt x="3488674" y="575471"/>
                  </a:lnTo>
                  <a:lnTo>
                    <a:pt x="3440743" y="537276"/>
                  </a:lnTo>
                  <a:lnTo>
                    <a:pt x="3392729" y="498241"/>
                  </a:lnTo>
                  <a:lnTo>
                    <a:pt x="3344677" y="458880"/>
                  </a:lnTo>
                  <a:lnTo>
                    <a:pt x="3296650" y="419724"/>
                  </a:lnTo>
                  <a:lnTo>
                    <a:pt x="3248697" y="381292"/>
                  </a:lnTo>
                  <a:lnTo>
                    <a:pt x="3200842" y="344065"/>
                  </a:lnTo>
                  <a:lnTo>
                    <a:pt x="3153057" y="308459"/>
                  </a:lnTo>
                  <a:lnTo>
                    <a:pt x="3105248" y="274809"/>
                  </a:lnTo>
                  <a:lnTo>
                    <a:pt x="3057235" y="243359"/>
                  </a:lnTo>
                  <a:lnTo>
                    <a:pt x="3008735" y="214259"/>
                  </a:lnTo>
                  <a:lnTo>
                    <a:pt x="2959346" y="187571"/>
                  </a:lnTo>
                  <a:lnTo>
                    <a:pt x="2908514" y="163275"/>
                  </a:lnTo>
                  <a:lnTo>
                    <a:pt x="2896531" y="158011"/>
                  </a:lnTo>
                  <a:lnTo>
                    <a:pt x="2849130" y="138885"/>
                  </a:lnTo>
                  <a:lnTo>
                    <a:pt x="2799228" y="121576"/>
                  </a:lnTo>
                  <a:lnTo>
                    <a:pt x="2746069" y="106002"/>
                  </a:lnTo>
                  <a:lnTo>
                    <a:pt x="2688825" y="92018"/>
                  </a:lnTo>
                  <a:lnTo>
                    <a:pt x="2626651" y="79459"/>
                  </a:lnTo>
                  <a:lnTo>
                    <a:pt x="2558742" y="68158"/>
                  </a:lnTo>
                  <a:lnTo>
                    <a:pt x="2484407" y="57967"/>
                  </a:lnTo>
                  <a:lnTo>
                    <a:pt x="2403175" y="48761"/>
                  </a:lnTo>
                  <a:lnTo>
                    <a:pt x="2314935" y="40443"/>
                  </a:lnTo>
                  <a:lnTo>
                    <a:pt x="2220105" y="32946"/>
                  </a:lnTo>
                  <a:lnTo>
                    <a:pt x="2119827" y="26233"/>
                  </a:lnTo>
                  <a:lnTo>
                    <a:pt x="2016128" y="20295"/>
                  </a:lnTo>
                  <a:lnTo>
                    <a:pt x="1911999" y="15140"/>
                  </a:lnTo>
                  <a:lnTo>
                    <a:pt x="1811286" y="10788"/>
                  </a:lnTo>
                  <a:lnTo>
                    <a:pt x="1718349" y="7250"/>
                  </a:lnTo>
                  <a:lnTo>
                    <a:pt x="1637457" y="4514"/>
                  </a:lnTo>
                  <a:lnTo>
                    <a:pt x="1572036" y="2536"/>
                  </a:lnTo>
                  <a:lnTo>
                    <a:pt x="1523956" y="1229"/>
                  </a:lnTo>
                  <a:lnTo>
                    <a:pt x="1493062" y="470"/>
                  </a:lnTo>
                  <a:lnTo>
                    <a:pt x="1477078" y="114"/>
                  </a:lnTo>
                  <a:lnTo>
                    <a:pt x="1471796" y="7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81" name="pg581"/>
            <p:cNvSpPr/>
            <p:nvPr/>
          </p:nvSpPr>
          <p:spPr>
            <a:xfrm>
              <a:off x="4799595" y="3541322"/>
              <a:ext cx="11981298" cy="3874001"/>
            </a:xfrm>
            <a:custGeom>
              <a:avLst/>
              <a:pathLst>
                <a:path w="11981298" h="3874001">
                  <a:moveTo>
                    <a:pt x="0" y="8172"/>
                  </a:moveTo>
                  <a:lnTo>
                    <a:pt x="1471387" y="8172"/>
                  </a:lnTo>
                  <a:lnTo>
                    <a:pt x="1472613" y="8196"/>
                  </a:lnTo>
                  <a:lnTo>
                    <a:pt x="1480662" y="8367"/>
                  </a:lnTo>
                  <a:lnTo>
                    <a:pt x="1500904" y="8840"/>
                  </a:lnTo>
                  <a:lnTo>
                    <a:pt x="1536979" y="9770"/>
                  </a:lnTo>
                  <a:lnTo>
                    <a:pt x="1590514" y="11299"/>
                  </a:lnTo>
                  <a:lnTo>
                    <a:pt x="1661007" y="13542"/>
                  </a:lnTo>
                  <a:lnTo>
                    <a:pt x="1746044" y="16574"/>
                  </a:lnTo>
                  <a:lnTo>
                    <a:pt x="1841855" y="20430"/>
                  </a:lnTo>
                  <a:lnTo>
                    <a:pt x="1944067" y="25111"/>
                  </a:lnTo>
                  <a:lnTo>
                    <a:pt x="2048427" y="30603"/>
                  </a:lnTo>
                  <a:lnTo>
                    <a:pt x="2151331" y="36887"/>
                  </a:lnTo>
                  <a:lnTo>
                    <a:pt x="2250086" y="43959"/>
                  </a:lnTo>
                  <a:lnTo>
                    <a:pt x="2342953" y="51837"/>
                  </a:lnTo>
                  <a:lnTo>
                    <a:pt x="2429034" y="60569"/>
                  </a:lnTo>
                  <a:lnTo>
                    <a:pt x="2508094" y="70230"/>
                  </a:lnTo>
                  <a:lnTo>
                    <a:pt x="2580374" y="80930"/>
                  </a:lnTo>
                  <a:lnTo>
                    <a:pt x="2646424" y="92802"/>
                  </a:lnTo>
                  <a:lnTo>
                    <a:pt x="2706980" y="106006"/>
                  </a:lnTo>
                  <a:lnTo>
                    <a:pt x="2762868" y="120710"/>
                  </a:lnTo>
                  <a:lnTo>
                    <a:pt x="2814931" y="137082"/>
                  </a:lnTo>
                  <a:lnTo>
                    <a:pt x="2863980" y="155253"/>
                  </a:lnTo>
                  <a:lnTo>
                    <a:pt x="2896531" y="168908"/>
                  </a:lnTo>
                  <a:lnTo>
                    <a:pt x="2947655" y="193004"/>
                  </a:lnTo>
                  <a:lnTo>
                    <a:pt x="2997192" y="219506"/>
                  </a:lnTo>
                  <a:lnTo>
                    <a:pt x="3045728" y="248449"/>
                  </a:lnTo>
                  <a:lnTo>
                    <a:pt x="3093697" y="279793"/>
                  </a:lnTo>
                  <a:lnTo>
                    <a:pt x="3141406" y="313408"/>
                  </a:lnTo>
                  <a:lnTo>
                    <a:pt x="3189055" y="349071"/>
                  </a:lnTo>
                  <a:lnTo>
                    <a:pt x="3236758" y="386466"/>
                  </a:lnTo>
                  <a:lnTo>
                    <a:pt x="3284557" y="425192"/>
                  </a:lnTo>
                  <a:lnTo>
                    <a:pt x="3332439" y="464778"/>
                  </a:lnTo>
                  <a:lnTo>
                    <a:pt x="3380360" y="504707"/>
                  </a:lnTo>
                  <a:lnTo>
                    <a:pt x="3428259" y="544444"/>
                  </a:lnTo>
                  <a:lnTo>
                    <a:pt x="3476084" y="583463"/>
                  </a:lnTo>
                  <a:lnTo>
                    <a:pt x="3523812" y="621278"/>
                  </a:lnTo>
                  <a:lnTo>
                    <a:pt x="3571469" y="657467"/>
                  </a:lnTo>
                  <a:lnTo>
                    <a:pt x="3619144" y="691687"/>
                  </a:lnTo>
                  <a:lnTo>
                    <a:pt x="3667014" y="723690"/>
                  </a:lnTo>
                  <a:lnTo>
                    <a:pt x="3715352" y="753320"/>
                  </a:lnTo>
                  <a:lnTo>
                    <a:pt x="3764554" y="780511"/>
                  </a:lnTo>
                  <a:lnTo>
                    <a:pt x="3815159" y="805279"/>
                  </a:lnTo>
                  <a:lnTo>
                    <a:pt x="3829811" y="811851"/>
                  </a:lnTo>
                  <a:lnTo>
                    <a:pt x="3877207" y="831304"/>
                  </a:lnTo>
                  <a:lnTo>
                    <a:pt x="3927103" y="848910"/>
                  </a:lnTo>
                  <a:lnTo>
                    <a:pt x="3980256" y="864752"/>
                  </a:lnTo>
                  <a:lnTo>
                    <a:pt x="4037492" y="878975"/>
                  </a:lnTo>
                  <a:lnTo>
                    <a:pt x="4099657" y="891751"/>
                  </a:lnTo>
                  <a:lnTo>
                    <a:pt x="4167555" y="903246"/>
                  </a:lnTo>
                  <a:lnTo>
                    <a:pt x="4241878" y="913612"/>
                  </a:lnTo>
                  <a:lnTo>
                    <a:pt x="4323095" y="922977"/>
                  </a:lnTo>
                  <a:lnTo>
                    <a:pt x="4411320" y="931438"/>
                  </a:lnTo>
                  <a:lnTo>
                    <a:pt x="4506134" y="939065"/>
                  </a:lnTo>
                  <a:lnTo>
                    <a:pt x="4606396" y="945893"/>
                  </a:lnTo>
                  <a:lnTo>
                    <a:pt x="4710081" y="951934"/>
                  </a:lnTo>
                  <a:lnTo>
                    <a:pt x="4814202" y="957178"/>
                  </a:lnTo>
                  <a:lnTo>
                    <a:pt x="4914912" y="961606"/>
                  </a:lnTo>
                  <a:lnTo>
                    <a:pt x="5007855" y="965206"/>
                  </a:lnTo>
                  <a:lnTo>
                    <a:pt x="5088761" y="967990"/>
                  </a:lnTo>
                  <a:lnTo>
                    <a:pt x="5154204" y="970003"/>
                  </a:lnTo>
                  <a:lnTo>
                    <a:pt x="5202312" y="971334"/>
                  </a:lnTo>
                  <a:lnTo>
                    <a:pt x="5233234" y="972106"/>
                  </a:lnTo>
                  <a:lnTo>
                    <a:pt x="5249243" y="972469"/>
                  </a:lnTo>
                  <a:lnTo>
                    <a:pt x="5254542" y="972578"/>
                  </a:lnTo>
                  <a:lnTo>
                    <a:pt x="5254955" y="972586"/>
                  </a:lnTo>
                  <a:lnTo>
                    <a:pt x="6726343" y="972586"/>
                  </a:lnTo>
                  <a:lnTo>
                    <a:pt x="6727485" y="972653"/>
                  </a:lnTo>
                  <a:lnTo>
                    <a:pt x="6734994" y="973131"/>
                  </a:lnTo>
                  <a:lnTo>
                    <a:pt x="6753922" y="974452"/>
                  </a:lnTo>
                  <a:lnTo>
                    <a:pt x="6787758" y="977053"/>
                  </a:lnTo>
                  <a:lnTo>
                    <a:pt x="6838182" y="981338"/>
                  </a:lnTo>
                  <a:lnTo>
                    <a:pt x="6904934" y="987636"/>
                  </a:lnTo>
                  <a:lnTo>
                    <a:pt x="6985974" y="996173"/>
                  </a:lnTo>
                  <a:lnTo>
                    <a:pt x="7077942" y="1007062"/>
                  </a:lnTo>
                  <a:lnTo>
                    <a:pt x="7176814" y="1020323"/>
                  </a:lnTo>
                  <a:lnTo>
                    <a:pt x="7278561" y="1035918"/>
                  </a:lnTo>
                  <a:lnTo>
                    <a:pt x="7379660" y="1053795"/>
                  </a:lnTo>
                  <a:lnTo>
                    <a:pt x="7477384" y="1073930"/>
                  </a:lnTo>
                  <a:lnTo>
                    <a:pt x="7569879" y="1096353"/>
                  </a:lnTo>
                  <a:lnTo>
                    <a:pt x="7656092" y="1121171"/>
                  </a:lnTo>
                  <a:lnTo>
                    <a:pt x="7735629" y="1148571"/>
                  </a:lnTo>
                  <a:lnTo>
                    <a:pt x="7808580" y="1178826"/>
                  </a:lnTo>
                  <a:lnTo>
                    <a:pt x="7875366" y="1212289"/>
                  </a:lnTo>
                  <a:lnTo>
                    <a:pt x="7936619" y="1249378"/>
                  </a:lnTo>
                  <a:lnTo>
                    <a:pt x="7993080" y="1290560"/>
                  </a:lnTo>
                  <a:lnTo>
                    <a:pt x="8045533" y="1336313"/>
                  </a:lnTo>
                  <a:lnTo>
                    <a:pt x="8094754" y="1387063"/>
                  </a:lnTo>
                  <a:lnTo>
                    <a:pt x="8141462" y="1443088"/>
                  </a:lnTo>
                  <a:lnTo>
                    <a:pt x="8151487" y="1456155"/>
                  </a:lnTo>
                  <a:lnTo>
                    <a:pt x="8188811" y="1508107"/>
                  </a:lnTo>
                  <a:lnTo>
                    <a:pt x="8225201" y="1563845"/>
                  </a:lnTo>
                  <a:lnTo>
                    <a:pt x="8260908" y="1623447"/>
                  </a:lnTo>
                  <a:lnTo>
                    <a:pt x="8296137" y="1686929"/>
                  </a:lnTo>
                  <a:lnTo>
                    <a:pt x="8331051" y="1754239"/>
                  </a:lnTo>
                  <a:lnTo>
                    <a:pt x="8365777" y="1825254"/>
                  </a:lnTo>
                  <a:lnTo>
                    <a:pt x="8400411" y="1899770"/>
                  </a:lnTo>
                  <a:lnTo>
                    <a:pt x="8435023" y="1977506"/>
                  </a:lnTo>
                  <a:lnTo>
                    <a:pt x="8469656" y="2058102"/>
                  </a:lnTo>
                  <a:lnTo>
                    <a:pt x="8504335" y="2141126"/>
                  </a:lnTo>
                  <a:lnTo>
                    <a:pt x="8539067" y="2226078"/>
                  </a:lnTo>
                  <a:lnTo>
                    <a:pt x="8573843" y="2312407"/>
                  </a:lnTo>
                  <a:lnTo>
                    <a:pt x="8608648" y="2399520"/>
                  </a:lnTo>
                  <a:lnTo>
                    <a:pt x="8643460" y="2486802"/>
                  </a:lnTo>
                  <a:lnTo>
                    <a:pt x="8678254" y="2573633"/>
                  </a:lnTo>
                  <a:lnTo>
                    <a:pt x="8713012" y="2659407"/>
                  </a:lnTo>
                  <a:lnTo>
                    <a:pt x="8747719" y="2743546"/>
                  </a:lnTo>
                  <a:lnTo>
                    <a:pt x="8782376" y="2825522"/>
                  </a:lnTo>
                  <a:lnTo>
                    <a:pt x="8816995" y="2904866"/>
                  </a:lnTo>
                  <a:lnTo>
                    <a:pt x="8851611" y="2981175"/>
                  </a:lnTo>
                  <a:lnTo>
                    <a:pt x="8886277" y="3054126"/>
                  </a:lnTo>
                  <a:lnTo>
                    <a:pt x="8921074" y="3123474"/>
                  </a:lnTo>
                  <a:lnTo>
                    <a:pt x="8956114" y="3189052"/>
                  </a:lnTo>
                  <a:lnTo>
                    <a:pt x="8991538" y="3250768"/>
                  </a:lnTo>
                  <a:lnTo>
                    <a:pt x="9027528" y="3308605"/>
                  </a:lnTo>
                  <a:lnTo>
                    <a:pt x="9064309" y="3362605"/>
                  </a:lnTo>
                  <a:lnTo>
                    <a:pt x="9084767" y="3390432"/>
                  </a:lnTo>
                  <a:lnTo>
                    <a:pt x="9131008" y="3447630"/>
                  </a:lnTo>
                  <a:lnTo>
                    <a:pt x="9179616" y="3499527"/>
                  </a:lnTo>
                  <a:lnTo>
                    <a:pt x="9231292" y="3546348"/>
                  </a:lnTo>
                  <a:lnTo>
                    <a:pt x="9286801" y="3588497"/>
                  </a:lnTo>
                  <a:lnTo>
                    <a:pt x="9346931" y="3626448"/>
                  </a:lnTo>
                  <a:lnTo>
                    <a:pt x="9412438" y="3660672"/>
                  </a:lnTo>
                  <a:lnTo>
                    <a:pt x="9483984" y="3691602"/>
                  </a:lnTo>
                  <a:lnTo>
                    <a:pt x="9562047" y="3719605"/>
                  </a:lnTo>
                  <a:lnTo>
                    <a:pt x="9646803" y="3744973"/>
                  </a:lnTo>
                  <a:lnTo>
                    <a:pt x="9737978" y="3767912"/>
                  </a:lnTo>
                  <a:lnTo>
                    <a:pt x="9834678" y="3788547"/>
                  </a:lnTo>
                  <a:lnTo>
                    <a:pt x="9935237" y="3806922"/>
                  </a:lnTo>
                  <a:lnTo>
                    <a:pt x="10037119" y="3823024"/>
                  </a:lnTo>
                  <a:lnTo>
                    <a:pt x="10136960" y="3836804"/>
                  </a:lnTo>
                  <a:lnTo>
                    <a:pt x="10230806" y="3848217"/>
                  </a:lnTo>
                  <a:lnTo>
                    <a:pt x="10314578" y="3857267"/>
                  </a:lnTo>
                  <a:lnTo>
                    <a:pt x="10384710" y="3864043"/>
                  </a:lnTo>
                  <a:lnTo>
                    <a:pt x="10438824" y="3868747"/>
                  </a:lnTo>
                  <a:lnTo>
                    <a:pt x="10476240" y="3871686"/>
                  </a:lnTo>
                  <a:lnTo>
                    <a:pt x="10498215" y="3873252"/>
                  </a:lnTo>
                  <a:lnTo>
                    <a:pt x="10507859" y="3873878"/>
                  </a:lnTo>
                  <a:lnTo>
                    <a:pt x="10509911" y="3874001"/>
                  </a:lnTo>
                  <a:lnTo>
                    <a:pt x="11981298" y="3874001"/>
                  </a:lnTo>
                  <a:lnTo>
                    <a:pt x="11981298" y="3865828"/>
                  </a:lnTo>
                  <a:lnTo>
                    <a:pt x="10509911" y="3865828"/>
                  </a:lnTo>
                  <a:lnTo>
                    <a:pt x="10508768" y="3865761"/>
                  </a:lnTo>
                  <a:lnTo>
                    <a:pt x="10501259" y="3865283"/>
                  </a:lnTo>
                  <a:lnTo>
                    <a:pt x="10482331" y="3863962"/>
                  </a:lnTo>
                  <a:lnTo>
                    <a:pt x="10448495" y="3861361"/>
                  </a:lnTo>
                  <a:lnTo>
                    <a:pt x="10398071" y="3857076"/>
                  </a:lnTo>
                  <a:lnTo>
                    <a:pt x="10331319" y="3850778"/>
                  </a:lnTo>
                  <a:lnTo>
                    <a:pt x="10250279" y="3842241"/>
                  </a:lnTo>
                  <a:lnTo>
                    <a:pt x="10158311" y="3831352"/>
                  </a:lnTo>
                  <a:lnTo>
                    <a:pt x="10059440" y="3818091"/>
                  </a:lnTo>
                  <a:lnTo>
                    <a:pt x="9957693" y="3802496"/>
                  </a:lnTo>
                  <a:lnTo>
                    <a:pt x="9856593" y="3784619"/>
                  </a:lnTo>
                  <a:lnTo>
                    <a:pt x="9758869" y="3764484"/>
                  </a:lnTo>
                  <a:lnTo>
                    <a:pt x="9666375" y="3742061"/>
                  </a:lnTo>
                  <a:lnTo>
                    <a:pt x="9580161" y="3717244"/>
                  </a:lnTo>
                  <a:lnTo>
                    <a:pt x="9500624" y="3689843"/>
                  </a:lnTo>
                  <a:lnTo>
                    <a:pt x="9427673" y="3659588"/>
                  </a:lnTo>
                  <a:lnTo>
                    <a:pt x="9360887" y="3626125"/>
                  </a:lnTo>
                  <a:lnTo>
                    <a:pt x="9299634" y="3589036"/>
                  </a:lnTo>
                  <a:lnTo>
                    <a:pt x="9243174" y="3547854"/>
                  </a:lnTo>
                  <a:lnTo>
                    <a:pt x="9190720" y="3502101"/>
                  </a:lnTo>
                  <a:lnTo>
                    <a:pt x="9141499" y="3451351"/>
                  </a:lnTo>
                  <a:lnTo>
                    <a:pt x="9094791" y="3395326"/>
                  </a:lnTo>
                  <a:lnTo>
                    <a:pt x="9084767" y="3382259"/>
                  </a:lnTo>
                  <a:lnTo>
                    <a:pt x="9047442" y="3330307"/>
                  </a:lnTo>
                  <a:lnTo>
                    <a:pt x="9011052" y="3274569"/>
                  </a:lnTo>
                  <a:lnTo>
                    <a:pt x="8975345" y="3214967"/>
                  </a:lnTo>
                  <a:lnTo>
                    <a:pt x="8940116" y="3151485"/>
                  </a:lnTo>
                  <a:lnTo>
                    <a:pt x="8905203" y="3084175"/>
                  </a:lnTo>
                  <a:lnTo>
                    <a:pt x="8870477" y="3013160"/>
                  </a:lnTo>
                  <a:lnTo>
                    <a:pt x="8835842" y="2938644"/>
                  </a:lnTo>
                  <a:lnTo>
                    <a:pt x="8801230" y="2860908"/>
                  </a:lnTo>
                  <a:lnTo>
                    <a:pt x="8766597" y="2780312"/>
                  </a:lnTo>
                  <a:lnTo>
                    <a:pt x="8731918" y="2697288"/>
                  </a:lnTo>
                  <a:lnTo>
                    <a:pt x="8697186" y="2612336"/>
                  </a:lnTo>
                  <a:lnTo>
                    <a:pt x="8662410" y="2526007"/>
                  </a:lnTo>
                  <a:lnTo>
                    <a:pt x="8627605" y="2438894"/>
                  </a:lnTo>
                  <a:lnTo>
                    <a:pt x="8592794" y="2351612"/>
                  </a:lnTo>
                  <a:lnTo>
                    <a:pt x="8557999" y="2264781"/>
                  </a:lnTo>
                  <a:lnTo>
                    <a:pt x="8523242" y="2179007"/>
                  </a:lnTo>
                  <a:lnTo>
                    <a:pt x="8488534" y="2094868"/>
                  </a:lnTo>
                  <a:lnTo>
                    <a:pt x="8453877" y="2012892"/>
                  </a:lnTo>
                  <a:lnTo>
                    <a:pt x="8419258" y="1933548"/>
                  </a:lnTo>
                  <a:lnTo>
                    <a:pt x="8384643" y="1857239"/>
                  </a:lnTo>
                  <a:lnTo>
                    <a:pt x="8349977" y="1784288"/>
                  </a:lnTo>
                  <a:lnTo>
                    <a:pt x="8315179" y="1714940"/>
                  </a:lnTo>
                  <a:lnTo>
                    <a:pt x="8280139" y="1649362"/>
                  </a:lnTo>
                  <a:lnTo>
                    <a:pt x="8244715" y="1587646"/>
                  </a:lnTo>
                  <a:lnTo>
                    <a:pt x="8208725" y="1529809"/>
                  </a:lnTo>
                  <a:lnTo>
                    <a:pt x="8171945" y="1475809"/>
                  </a:lnTo>
                  <a:lnTo>
                    <a:pt x="8151487" y="1447982"/>
                  </a:lnTo>
                  <a:lnTo>
                    <a:pt x="8105245" y="1390784"/>
                  </a:lnTo>
                  <a:lnTo>
                    <a:pt x="8056637" y="1338887"/>
                  </a:lnTo>
                  <a:lnTo>
                    <a:pt x="8004962" y="1292066"/>
                  </a:lnTo>
                  <a:lnTo>
                    <a:pt x="7949453" y="1249917"/>
                  </a:lnTo>
                  <a:lnTo>
                    <a:pt x="7889323" y="1211966"/>
                  </a:lnTo>
                  <a:lnTo>
                    <a:pt x="7823815" y="1177742"/>
                  </a:lnTo>
                  <a:lnTo>
                    <a:pt x="7752269" y="1146812"/>
                  </a:lnTo>
                  <a:lnTo>
                    <a:pt x="7674206" y="1118809"/>
                  </a:lnTo>
                  <a:lnTo>
                    <a:pt x="7589450" y="1093441"/>
                  </a:lnTo>
                  <a:lnTo>
                    <a:pt x="7498276" y="1070502"/>
                  </a:lnTo>
                  <a:lnTo>
                    <a:pt x="7401575" y="1049867"/>
                  </a:lnTo>
                  <a:lnTo>
                    <a:pt x="7301016" y="1031492"/>
                  </a:lnTo>
                  <a:lnTo>
                    <a:pt x="7199134" y="1015390"/>
                  </a:lnTo>
                  <a:lnTo>
                    <a:pt x="7099293" y="1001610"/>
                  </a:lnTo>
                  <a:lnTo>
                    <a:pt x="7005448" y="990197"/>
                  </a:lnTo>
                  <a:lnTo>
                    <a:pt x="6921676" y="981147"/>
                  </a:lnTo>
                  <a:lnTo>
                    <a:pt x="6851543" y="974371"/>
                  </a:lnTo>
                  <a:lnTo>
                    <a:pt x="6797429" y="969667"/>
                  </a:lnTo>
                  <a:lnTo>
                    <a:pt x="6760013" y="966728"/>
                  </a:lnTo>
                  <a:lnTo>
                    <a:pt x="6738038" y="965162"/>
                  </a:lnTo>
                  <a:lnTo>
                    <a:pt x="6728395" y="964536"/>
                  </a:lnTo>
                  <a:lnTo>
                    <a:pt x="6726343" y="964413"/>
                  </a:lnTo>
                  <a:lnTo>
                    <a:pt x="5254955" y="964413"/>
                  </a:lnTo>
                  <a:lnTo>
                    <a:pt x="5253729" y="964389"/>
                  </a:lnTo>
                  <a:lnTo>
                    <a:pt x="5245680" y="964218"/>
                  </a:lnTo>
                  <a:lnTo>
                    <a:pt x="5225438" y="963746"/>
                  </a:lnTo>
                  <a:lnTo>
                    <a:pt x="5189363" y="962816"/>
                  </a:lnTo>
                  <a:lnTo>
                    <a:pt x="5135828" y="961287"/>
                  </a:lnTo>
                  <a:lnTo>
                    <a:pt x="5065335" y="959044"/>
                  </a:lnTo>
                  <a:lnTo>
                    <a:pt x="4980298" y="956012"/>
                  </a:lnTo>
                  <a:lnTo>
                    <a:pt x="4884488" y="952156"/>
                  </a:lnTo>
                  <a:lnTo>
                    <a:pt x="4782276" y="947475"/>
                  </a:lnTo>
                  <a:lnTo>
                    <a:pt x="4677915" y="941983"/>
                  </a:lnTo>
                  <a:lnTo>
                    <a:pt x="4575011" y="935699"/>
                  </a:lnTo>
                  <a:lnTo>
                    <a:pt x="4476256" y="928627"/>
                  </a:lnTo>
                  <a:lnTo>
                    <a:pt x="4383389" y="920748"/>
                  </a:lnTo>
                  <a:lnTo>
                    <a:pt x="4297308" y="912017"/>
                  </a:lnTo>
                  <a:lnTo>
                    <a:pt x="4218248" y="902356"/>
                  </a:lnTo>
                  <a:lnTo>
                    <a:pt x="4145968" y="891656"/>
                  </a:lnTo>
                  <a:lnTo>
                    <a:pt x="4079918" y="879784"/>
                  </a:lnTo>
                  <a:lnTo>
                    <a:pt x="4019362" y="866580"/>
                  </a:lnTo>
                  <a:lnTo>
                    <a:pt x="3963474" y="851875"/>
                  </a:lnTo>
                  <a:lnTo>
                    <a:pt x="3911411" y="835504"/>
                  </a:lnTo>
                  <a:lnTo>
                    <a:pt x="3862362" y="817333"/>
                  </a:lnTo>
                  <a:lnTo>
                    <a:pt x="3829811" y="803678"/>
                  </a:lnTo>
                  <a:lnTo>
                    <a:pt x="3778687" y="779581"/>
                  </a:lnTo>
                  <a:lnTo>
                    <a:pt x="3729150" y="753080"/>
                  </a:lnTo>
                  <a:lnTo>
                    <a:pt x="3680614" y="724137"/>
                  </a:lnTo>
                  <a:lnTo>
                    <a:pt x="3632645" y="692793"/>
                  </a:lnTo>
                  <a:lnTo>
                    <a:pt x="3584936" y="659178"/>
                  </a:lnTo>
                  <a:lnTo>
                    <a:pt x="3537287" y="623515"/>
                  </a:lnTo>
                  <a:lnTo>
                    <a:pt x="3489584" y="586120"/>
                  </a:lnTo>
                  <a:lnTo>
                    <a:pt x="3441785" y="547394"/>
                  </a:lnTo>
                  <a:lnTo>
                    <a:pt x="3393903" y="507808"/>
                  </a:lnTo>
                  <a:lnTo>
                    <a:pt x="3345982" y="467879"/>
                  </a:lnTo>
                  <a:lnTo>
                    <a:pt x="3298083" y="428142"/>
                  </a:lnTo>
                  <a:lnTo>
                    <a:pt x="3250258" y="389123"/>
                  </a:lnTo>
                  <a:lnTo>
                    <a:pt x="3202530" y="351308"/>
                  </a:lnTo>
                  <a:lnTo>
                    <a:pt x="3154873" y="315119"/>
                  </a:lnTo>
                  <a:lnTo>
                    <a:pt x="3107198" y="280899"/>
                  </a:lnTo>
                  <a:lnTo>
                    <a:pt x="3059328" y="248896"/>
                  </a:lnTo>
                  <a:lnTo>
                    <a:pt x="3010990" y="219266"/>
                  </a:lnTo>
                  <a:lnTo>
                    <a:pt x="2961789" y="192075"/>
                  </a:lnTo>
                  <a:lnTo>
                    <a:pt x="2911183" y="167307"/>
                  </a:lnTo>
                  <a:lnTo>
                    <a:pt x="2896531" y="160735"/>
                  </a:lnTo>
                  <a:lnTo>
                    <a:pt x="2849136" y="141282"/>
                  </a:lnTo>
                  <a:lnTo>
                    <a:pt x="2799239" y="123676"/>
                  </a:lnTo>
                  <a:lnTo>
                    <a:pt x="2746086" y="107834"/>
                  </a:lnTo>
                  <a:lnTo>
                    <a:pt x="2688850" y="93610"/>
                  </a:lnTo>
                  <a:lnTo>
                    <a:pt x="2626685" y="80835"/>
                  </a:lnTo>
                  <a:lnTo>
                    <a:pt x="2558787" y="69340"/>
                  </a:lnTo>
                  <a:lnTo>
                    <a:pt x="2484464" y="58974"/>
                  </a:lnTo>
                  <a:lnTo>
                    <a:pt x="2403247" y="49609"/>
                  </a:lnTo>
                  <a:lnTo>
                    <a:pt x="2315022" y="41148"/>
                  </a:lnTo>
                  <a:lnTo>
                    <a:pt x="2220208" y="33521"/>
                  </a:lnTo>
                  <a:lnTo>
                    <a:pt x="2119946" y="26693"/>
                  </a:lnTo>
                  <a:lnTo>
                    <a:pt x="2016261" y="20652"/>
                  </a:lnTo>
                  <a:lnTo>
                    <a:pt x="1912140" y="15408"/>
                  </a:lnTo>
                  <a:lnTo>
                    <a:pt x="1811430" y="10980"/>
                  </a:lnTo>
                  <a:lnTo>
                    <a:pt x="1718487" y="7380"/>
                  </a:lnTo>
                  <a:lnTo>
                    <a:pt x="1637581" y="4596"/>
                  </a:lnTo>
                  <a:lnTo>
                    <a:pt x="1572138" y="2583"/>
                  </a:lnTo>
                  <a:lnTo>
                    <a:pt x="1524030" y="1252"/>
                  </a:lnTo>
                  <a:lnTo>
                    <a:pt x="1493108" y="480"/>
                  </a:lnTo>
                  <a:lnTo>
                    <a:pt x="1477099" y="117"/>
                  </a:lnTo>
                  <a:lnTo>
                    <a:pt x="1471800" y="7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582" name="pl582"/>
            <p:cNvSpPr/>
            <p:nvPr/>
          </p:nvSpPr>
          <p:spPr>
            <a:xfrm>
              <a:off x="4799595" y="3549495"/>
              <a:ext cx="11981298" cy="3865828"/>
            </a:xfrm>
            <a:custGeom>
              <a:avLst/>
              <a:pathLst>
                <a:path w="11981298" h="3865828">
                  <a:moveTo>
                    <a:pt x="0" y="0"/>
                  </a:moveTo>
                  <a:lnTo>
                    <a:pt x="1471387" y="0"/>
                  </a:lnTo>
                  <a:lnTo>
                    <a:pt x="1472613" y="23"/>
                  </a:lnTo>
                  <a:lnTo>
                    <a:pt x="1480662" y="194"/>
                  </a:lnTo>
                  <a:lnTo>
                    <a:pt x="1500904" y="667"/>
                  </a:lnTo>
                  <a:lnTo>
                    <a:pt x="1536979" y="1597"/>
                  </a:lnTo>
                  <a:lnTo>
                    <a:pt x="1590514" y="3126"/>
                  </a:lnTo>
                  <a:lnTo>
                    <a:pt x="1661007" y="5369"/>
                  </a:lnTo>
                  <a:lnTo>
                    <a:pt x="1746044" y="8401"/>
                  </a:lnTo>
                  <a:lnTo>
                    <a:pt x="1841855" y="12257"/>
                  </a:lnTo>
                  <a:lnTo>
                    <a:pt x="1944067" y="16938"/>
                  </a:lnTo>
                  <a:lnTo>
                    <a:pt x="2048427" y="22430"/>
                  </a:lnTo>
                  <a:lnTo>
                    <a:pt x="2151331" y="28714"/>
                  </a:lnTo>
                  <a:lnTo>
                    <a:pt x="2250086" y="35786"/>
                  </a:lnTo>
                  <a:lnTo>
                    <a:pt x="2342953" y="43664"/>
                  </a:lnTo>
                  <a:lnTo>
                    <a:pt x="2429034" y="52396"/>
                  </a:lnTo>
                  <a:lnTo>
                    <a:pt x="2508094" y="62057"/>
                  </a:lnTo>
                  <a:lnTo>
                    <a:pt x="2580374" y="72757"/>
                  </a:lnTo>
                  <a:lnTo>
                    <a:pt x="2646424" y="84629"/>
                  </a:lnTo>
                  <a:lnTo>
                    <a:pt x="2706980" y="97833"/>
                  </a:lnTo>
                  <a:lnTo>
                    <a:pt x="2762868" y="112537"/>
                  </a:lnTo>
                  <a:lnTo>
                    <a:pt x="2814931" y="128909"/>
                  </a:lnTo>
                  <a:lnTo>
                    <a:pt x="2863980" y="147080"/>
                  </a:lnTo>
                  <a:lnTo>
                    <a:pt x="2896531" y="160735"/>
                  </a:lnTo>
                  <a:lnTo>
                    <a:pt x="2947655" y="184831"/>
                  </a:lnTo>
                  <a:lnTo>
                    <a:pt x="2997192" y="211333"/>
                  </a:lnTo>
                  <a:lnTo>
                    <a:pt x="3045728" y="240276"/>
                  </a:lnTo>
                  <a:lnTo>
                    <a:pt x="3093697" y="271620"/>
                  </a:lnTo>
                  <a:lnTo>
                    <a:pt x="3141406" y="305235"/>
                  </a:lnTo>
                  <a:lnTo>
                    <a:pt x="3189055" y="340898"/>
                  </a:lnTo>
                  <a:lnTo>
                    <a:pt x="3236758" y="378293"/>
                  </a:lnTo>
                  <a:lnTo>
                    <a:pt x="3284557" y="417019"/>
                  </a:lnTo>
                  <a:lnTo>
                    <a:pt x="3332439" y="456605"/>
                  </a:lnTo>
                  <a:lnTo>
                    <a:pt x="3380360" y="496534"/>
                  </a:lnTo>
                  <a:lnTo>
                    <a:pt x="3428259" y="536271"/>
                  </a:lnTo>
                  <a:lnTo>
                    <a:pt x="3476084" y="575290"/>
                  </a:lnTo>
                  <a:lnTo>
                    <a:pt x="3523812" y="613105"/>
                  </a:lnTo>
                  <a:lnTo>
                    <a:pt x="3571469" y="649294"/>
                  </a:lnTo>
                  <a:lnTo>
                    <a:pt x="3619144" y="683514"/>
                  </a:lnTo>
                  <a:lnTo>
                    <a:pt x="3667014" y="715517"/>
                  </a:lnTo>
                  <a:lnTo>
                    <a:pt x="3715352" y="745147"/>
                  </a:lnTo>
                  <a:lnTo>
                    <a:pt x="3764554" y="772338"/>
                  </a:lnTo>
                  <a:lnTo>
                    <a:pt x="3815159" y="797106"/>
                  </a:lnTo>
                  <a:lnTo>
                    <a:pt x="3829811" y="803678"/>
                  </a:lnTo>
                  <a:lnTo>
                    <a:pt x="3877207" y="823131"/>
                  </a:lnTo>
                  <a:lnTo>
                    <a:pt x="3927103" y="840737"/>
                  </a:lnTo>
                  <a:lnTo>
                    <a:pt x="3980256" y="856579"/>
                  </a:lnTo>
                  <a:lnTo>
                    <a:pt x="4037492" y="870802"/>
                  </a:lnTo>
                  <a:lnTo>
                    <a:pt x="4099657" y="883578"/>
                  </a:lnTo>
                  <a:lnTo>
                    <a:pt x="4167555" y="895073"/>
                  </a:lnTo>
                  <a:lnTo>
                    <a:pt x="4241878" y="905439"/>
                  </a:lnTo>
                  <a:lnTo>
                    <a:pt x="4323095" y="914804"/>
                  </a:lnTo>
                  <a:lnTo>
                    <a:pt x="4411320" y="923265"/>
                  </a:lnTo>
                  <a:lnTo>
                    <a:pt x="4506134" y="930892"/>
                  </a:lnTo>
                  <a:lnTo>
                    <a:pt x="4606396" y="937720"/>
                  </a:lnTo>
                  <a:lnTo>
                    <a:pt x="4710081" y="943761"/>
                  </a:lnTo>
                  <a:lnTo>
                    <a:pt x="4814202" y="949005"/>
                  </a:lnTo>
                  <a:lnTo>
                    <a:pt x="4914912" y="953433"/>
                  </a:lnTo>
                  <a:lnTo>
                    <a:pt x="5007855" y="957033"/>
                  </a:lnTo>
                  <a:lnTo>
                    <a:pt x="5088761" y="959817"/>
                  </a:lnTo>
                  <a:lnTo>
                    <a:pt x="5154204" y="961830"/>
                  </a:lnTo>
                  <a:lnTo>
                    <a:pt x="5202312" y="963161"/>
                  </a:lnTo>
                  <a:lnTo>
                    <a:pt x="5233234" y="963933"/>
                  </a:lnTo>
                  <a:lnTo>
                    <a:pt x="5249243" y="964296"/>
                  </a:lnTo>
                  <a:lnTo>
                    <a:pt x="5254542" y="964405"/>
                  </a:lnTo>
                  <a:lnTo>
                    <a:pt x="5254955" y="964413"/>
                  </a:lnTo>
                  <a:lnTo>
                    <a:pt x="6726343" y="964413"/>
                  </a:lnTo>
                  <a:lnTo>
                    <a:pt x="6727485" y="964480"/>
                  </a:lnTo>
                  <a:lnTo>
                    <a:pt x="6734994" y="964958"/>
                  </a:lnTo>
                  <a:lnTo>
                    <a:pt x="6753922" y="966279"/>
                  </a:lnTo>
                  <a:lnTo>
                    <a:pt x="6787758" y="968880"/>
                  </a:lnTo>
                  <a:lnTo>
                    <a:pt x="6838182" y="973165"/>
                  </a:lnTo>
                  <a:lnTo>
                    <a:pt x="6904934" y="979463"/>
                  </a:lnTo>
                  <a:lnTo>
                    <a:pt x="6985974" y="988000"/>
                  </a:lnTo>
                  <a:lnTo>
                    <a:pt x="7077942" y="998889"/>
                  </a:lnTo>
                  <a:lnTo>
                    <a:pt x="7176814" y="1012150"/>
                  </a:lnTo>
                  <a:lnTo>
                    <a:pt x="7278561" y="1027745"/>
                  </a:lnTo>
                  <a:lnTo>
                    <a:pt x="7379660" y="1045622"/>
                  </a:lnTo>
                  <a:lnTo>
                    <a:pt x="7477384" y="1065757"/>
                  </a:lnTo>
                  <a:lnTo>
                    <a:pt x="7569879" y="1088180"/>
                  </a:lnTo>
                  <a:lnTo>
                    <a:pt x="7656092" y="1112998"/>
                  </a:lnTo>
                  <a:lnTo>
                    <a:pt x="7735629" y="1140398"/>
                  </a:lnTo>
                  <a:lnTo>
                    <a:pt x="7808580" y="1170653"/>
                  </a:lnTo>
                  <a:lnTo>
                    <a:pt x="7875366" y="1204116"/>
                  </a:lnTo>
                  <a:lnTo>
                    <a:pt x="7936619" y="1241205"/>
                  </a:lnTo>
                  <a:lnTo>
                    <a:pt x="7993080" y="1282387"/>
                  </a:lnTo>
                  <a:lnTo>
                    <a:pt x="8045533" y="1328140"/>
                  </a:lnTo>
                  <a:lnTo>
                    <a:pt x="8094754" y="1378890"/>
                  </a:lnTo>
                  <a:lnTo>
                    <a:pt x="8141462" y="1434915"/>
                  </a:lnTo>
                  <a:lnTo>
                    <a:pt x="8151487" y="1447982"/>
                  </a:lnTo>
                  <a:lnTo>
                    <a:pt x="8188811" y="1499934"/>
                  </a:lnTo>
                  <a:lnTo>
                    <a:pt x="8225201" y="1555672"/>
                  </a:lnTo>
                  <a:lnTo>
                    <a:pt x="8260908" y="1615274"/>
                  </a:lnTo>
                  <a:lnTo>
                    <a:pt x="8296137" y="1678756"/>
                  </a:lnTo>
                  <a:lnTo>
                    <a:pt x="8331051" y="1746066"/>
                  </a:lnTo>
                  <a:lnTo>
                    <a:pt x="8365777" y="1817081"/>
                  </a:lnTo>
                  <a:lnTo>
                    <a:pt x="8400411" y="1891597"/>
                  </a:lnTo>
                  <a:lnTo>
                    <a:pt x="8435023" y="1969333"/>
                  </a:lnTo>
                  <a:lnTo>
                    <a:pt x="8469656" y="2049929"/>
                  </a:lnTo>
                  <a:lnTo>
                    <a:pt x="8504335" y="2132953"/>
                  </a:lnTo>
                  <a:lnTo>
                    <a:pt x="8539067" y="2217905"/>
                  </a:lnTo>
                  <a:lnTo>
                    <a:pt x="8573843" y="2304234"/>
                  </a:lnTo>
                  <a:lnTo>
                    <a:pt x="8608648" y="2391347"/>
                  </a:lnTo>
                  <a:lnTo>
                    <a:pt x="8643460" y="2478629"/>
                  </a:lnTo>
                  <a:lnTo>
                    <a:pt x="8678254" y="2565460"/>
                  </a:lnTo>
                  <a:lnTo>
                    <a:pt x="8713012" y="2651234"/>
                  </a:lnTo>
                  <a:lnTo>
                    <a:pt x="8747719" y="2735373"/>
                  </a:lnTo>
                  <a:lnTo>
                    <a:pt x="8782376" y="2817349"/>
                  </a:lnTo>
                  <a:lnTo>
                    <a:pt x="8816995" y="2896693"/>
                  </a:lnTo>
                  <a:lnTo>
                    <a:pt x="8851611" y="2973002"/>
                  </a:lnTo>
                  <a:lnTo>
                    <a:pt x="8886277" y="3045953"/>
                  </a:lnTo>
                  <a:lnTo>
                    <a:pt x="8921074" y="3115301"/>
                  </a:lnTo>
                  <a:lnTo>
                    <a:pt x="8956114" y="3180879"/>
                  </a:lnTo>
                  <a:lnTo>
                    <a:pt x="8991538" y="3242595"/>
                  </a:lnTo>
                  <a:lnTo>
                    <a:pt x="9027528" y="3300432"/>
                  </a:lnTo>
                  <a:lnTo>
                    <a:pt x="9064309" y="3354432"/>
                  </a:lnTo>
                  <a:lnTo>
                    <a:pt x="9084767" y="3382259"/>
                  </a:lnTo>
                  <a:lnTo>
                    <a:pt x="9131008" y="3439457"/>
                  </a:lnTo>
                  <a:lnTo>
                    <a:pt x="9179616" y="3491354"/>
                  </a:lnTo>
                  <a:lnTo>
                    <a:pt x="9231292" y="3538175"/>
                  </a:lnTo>
                  <a:lnTo>
                    <a:pt x="9286801" y="3580324"/>
                  </a:lnTo>
                  <a:lnTo>
                    <a:pt x="9346931" y="3618275"/>
                  </a:lnTo>
                  <a:lnTo>
                    <a:pt x="9412438" y="3652499"/>
                  </a:lnTo>
                  <a:lnTo>
                    <a:pt x="9483984" y="3683429"/>
                  </a:lnTo>
                  <a:lnTo>
                    <a:pt x="9562047" y="3711432"/>
                  </a:lnTo>
                  <a:lnTo>
                    <a:pt x="9646803" y="3736800"/>
                  </a:lnTo>
                  <a:lnTo>
                    <a:pt x="9737978" y="3759739"/>
                  </a:lnTo>
                  <a:lnTo>
                    <a:pt x="9834678" y="3780374"/>
                  </a:lnTo>
                  <a:lnTo>
                    <a:pt x="9935237" y="3798749"/>
                  </a:lnTo>
                  <a:lnTo>
                    <a:pt x="10037119" y="3814851"/>
                  </a:lnTo>
                  <a:lnTo>
                    <a:pt x="10136960" y="3828631"/>
                  </a:lnTo>
                  <a:lnTo>
                    <a:pt x="10230806" y="3840044"/>
                  </a:lnTo>
                  <a:lnTo>
                    <a:pt x="10314578" y="3849094"/>
                  </a:lnTo>
                  <a:lnTo>
                    <a:pt x="10384710" y="3855870"/>
                  </a:lnTo>
                  <a:lnTo>
                    <a:pt x="10438824" y="3860574"/>
                  </a:lnTo>
                  <a:lnTo>
                    <a:pt x="10476240" y="3863513"/>
                  </a:lnTo>
                  <a:lnTo>
                    <a:pt x="10498215" y="3865079"/>
                  </a:lnTo>
                  <a:lnTo>
                    <a:pt x="10507859" y="3865705"/>
                  </a:lnTo>
                  <a:lnTo>
                    <a:pt x="10509898" y="3865827"/>
                  </a:lnTo>
                  <a:lnTo>
                    <a:pt x="10509911" y="3865828"/>
                  </a:lnTo>
                  <a:lnTo>
                    <a:pt x="11981298" y="386582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83" name="pl583"/>
            <p:cNvSpPr/>
            <p:nvPr/>
          </p:nvSpPr>
          <p:spPr>
            <a:xfrm>
              <a:off x="4799595" y="3541322"/>
              <a:ext cx="11981298" cy="3865828"/>
            </a:xfrm>
            <a:custGeom>
              <a:avLst/>
              <a:pathLst>
                <a:path w="11981298" h="3865828">
                  <a:moveTo>
                    <a:pt x="11981298" y="3865828"/>
                  </a:moveTo>
                  <a:lnTo>
                    <a:pt x="10509911" y="3865828"/>
                  </a:lnTo>
                  <a:lnTo>
                    <a:pt x="10508768" y="3865761"/>
                  </a:lnTo>
                  <a:lnTo>
                    <a:pt x="10501259" y="3865283"/>
                  </a:lnTo>
                  <a:lnTo>
                    <a:pt x="10482331" y="3863962"/>
                  </a:lnTo>
                  <a:lnTo>
                    <a:pt x="10448495" y="3861361"/>
                  </a:lnTo>
                  <a:lnTo>
                    <a:pt x="10398071" y="3857076"/>
                  </a:lnTo>
                  <a:lnTo>
                    <a:pt x="10331319" y="3850778"/>
                  </a:lnTo>
                  <a:lnTo>
                    <a:pt x="10250279" y="3842241"/>
                  </a:lnTo>
                  <a:lnTo>
                    <a:pt x="10158311" y="3831352"/>
                  </a:lnTo>
                  <a:lnTo>
                    <a:pt x="10059440" y="3818091"/>
                  </a:lnTo>
                  <a:lnTo>
                    <a:pt x="9957693" y="3802496"/>
                  </a:lnTo>
                  <a:lnTo>
                    <a:pt x="9856593" y="3784619"/>
                  </a:lnTo>
                  <a:lnTo>
                    <a:pt x="9758869" y="3764484"/>
                  </a:lnTo>
                  <a:lnTo>
                    <a:pt x="9666375" y="3742061"/>
                  </a:lnTo>
                  <a:lnTo>
                    <a:pt x="9580161" y="3717244"/>
                  </a:lnTo>
                  <a:lnTo>
                    <a:pt x="9500624" y="3689843"/>
                  </a:lnTo>
                  <a:lnTo>
                    <a:pt x="9427673" y="3659588"/>
                  </a:lnTo>
                  <a:lnTo>
                    <a:pt x="9360887" y="3626125"/>
                  </a:lnTo>
                  <a:lnTo>
                    <a:pt x="9299634" y="3589036"/>
                  </a:lnTo>
                  <a:lnTo>
                    <a:pt x="9243174" y="3547854"/>
                  </a:lnTo>
                  <a:lnTo>
                    <a:pt x="9190720" y="3502101"/>
                  </a:lnTo>
                  <a:lnTo>
                    <a:pt x="9141499" y="3451351"/>
                  </a:lnTo>
                  <a:lnTo>
                    <a:pt x="9094791" y="3395326"/>
                  </a:lnTo>
                  <a:lnTo>
                    <a:pt x="9084767" y="3382259"/>
                  </a:lnTo>
                  <a:lnTo>
                    <a:pt x="9047442" y="3330307"/>
                  </a:lnTo>
                  <a:lnTo>
                    <a:pt x="9011052" y="3274569"/>
                  </a:lnTo>
                  <a:lnTo>
                    <a:pt x="8975345" y="3214967"/>
                  </a:lnTo>
                  <a:lnTo>
                    <a:pt x="8940116" y="3151485"/>
                  </a:lnTo>
                  <a:lnTo>
                    <a:pt x="8905203" y="3084175"/>
                  </a:lnTo>
                  <a:lnTo>
                    <a:pt x="8870477" y="3013160"/>
                  </a:lnTo>
                  <a:lnTo>
                    <a:pt x="8835842" y="2938644"/>
                  </a:lnTo>
                  <a:lnTo>
                    <a:pt x="8801230" y="2860908"/>
                  </a:lnTo>
                  <a:lnTo>
                    <a:pt x="8766597" y="2780312"/>
                  </a:lnTo>
                  <a:lnTo>
                    <a:pt x="8731918" y="2697288"/>
                  </a:lnTo>
                  <a:lnTo>
                    <a:pt x="8697186" y="2612336"/>
                  </a:lnTo>
                  <a:lnTo>
                    <a:pt x="8662410" y="2526007"/>
                  </a:lnTo>
                  <a:lnTo>
                    <a:pt x="8627605" y="2438894"/>
                  </a:lnTo>
                  <a:lnTo>
                    <a:pt x="8592794" y="2351612"/>
                  </a:lnTo>
                  <a:lnTo>
                    <a:pt x="8557999" y="2264781"/>
                  </a:lnTo>
                  <a:lnTo>
                    <a:pt x="8523242" y="2179007"/>
                  </a:lnTo>
                  <a:lnTo>
                    <a:pt x="8488534" y="2094868"/>
                  </a:lnTo>
                  <a:lnTo>
                    <a:pt x="8453877" y="2012892"/>
                  </a:lnTo>
                  <a:lnTo>
                    <a:pt x="8419258" y="1933548"/>
                  </a:lnTo>
                  <a:lnTo>
                    <a:pt x="8384643" y="1857239"/>
                  </a:lnTo>
                  <a:lnTo>
                    <a:pt x="8349977" y="1784288"/>
                  </a:lnTo>
                  <a:lnTo>
                    <a:pt x="8315179" y="1714940"/>
                  </a:lnTo>
                  <a:lnTo>
                    <a:pt x="8280139" y="1649362"/>
                  </a:lnTo>
                  <a:lnTo>
                    <a:pt x="8244715" y="1587646"/>
                  </a:lnTo>
                  <a:lnTo>
                    <a:pt x="8208725" y="1529809"/>
                  </a:lnTo>
                  <a:lnTo>
                    <a:pt x="8171945" y="1475809"/>
                  </a:lnTo>
                  <a:lnTo>
                    <a:pt x="8151487" y="1447982"/>
                  </a:lnTo>
                  <a:lnTo>
                    <a:pt x="8105245" y="1390784"/>
                  </a:lnTo>
                  <a:lnTo>
                    <a:pt x="8056637" y="1338887"/>
                  </a:lnTo>
                  <a:lnTo>
                    <a:pt x="8004962" y="1292066"/>
                  </a:lnTo>
                  <a:lnTo>
                    <a:pt x="7949453" y="1249917"/>
                  </a:lnTo>
                  <a:lnTo>
                    <a:pt x="7889323" y="1211966"/>
                  </a:lnTo>
                  <a:lnTo>
                    <a:pt x="7823815" y="1177742"/>
                  </a:lnTo>
                  <a:lnTo>
                    <a:pt x="7752269" y="1146812"/>
                  </a:lnTo>
                  <a:lnTo>
                    <a:pt x="7674206" y="1118809"/>
                  </a:lnTo>
                  <a:lnTo>
                    <a:pt x="7589450" y="1093441"/>
                  </a:lnTo>
                  <a:lnTo>
                    <a:pt x="7498276" y="1070502"/>
                  </a:lnTo>
                  <a:lnTo>
                    <a:pt x="7401575" y="1049867"/>
                  </a:lnTo>
                  <a:lnTo>
                    <a:pt x="7301016" y="1031492"/>
                  </a:lnTo>
                  <a:lnTo>
                    <a:pt x="7199134" y="1015390"/>
                  </a:lnTo>
                  <a:lnTo>
                    <a:pt x="7099293" y="1001610"/>
                  </a:lnTo>
                  <a:lnTo>
                    <a:pt x="7005448" y="990197"/>
                  </a:lnTo>
                  <a:lnTo>
                    <a:pt x="6921676" y="981147"/>
                  </a:lnTo>
                  <a:lnTo>
                    <a:pt x="6851543" y="974371"/>
                  </a:lnTo>
                  <a:lnTo>
                    <a:pt x="6797429" y="969667"/>
                  </a:lnTo>
                  <a:lnTo>
                    <a:pt x="6760013" y="966728"/>
                  </a:lnTo>
                  <a:lnTo>
                    <a:pt x="6738038" y="965162"/>
                  </a:lnTo>
                  <a:lnTo>
                    <a:pt x="6728395" y="964536"/>
                  </a:lnTo>
                  <a:lnTo>
                    <a:pt x="6726355" y="964414"/>
                  </a:lnTo>
                  <a:lnTo>
                    <a:pt x="6726343" y="964413"/>
                  </a:lnTo>
                  <a:lnTo>
                    <a:pt x="5254955" y="964413"/>
                  </a:lnTo>
                  <a:lnTo>
                    <a:pt x="5253729" y="964389"/>
                  </a:lnTo>
                  <a:lnTo>
                    <a:pt x="5245680" y="964218"/>
                  </a:lnTo>
                  <a:lnTo>
                    <a:pt x="5225438" y="963746"/>
                  </a:lnTo>
                  <a:lnTo>
                    <a:pt x="5189363" y="962816"/>
                  </a:lnTo>
                  <a:lnTo>
                    <a:pt x="5135828" y="961287"/>
                  </a:lnTo>
                  <a:lnTo>
                    <a:pt x="5065335" y="959044"/>
                  </a:lnTo>
                  <a:lnTo>
                    <a:pt x="4980298" y="956012"/>
                  </a:lnTo>
                  <a:lnTo>
                    <a:pt x="4884488" y="952156"/>
                  </a:lnTo>
                  <a:lnTo>
                    <a:pt x="4782276" y="947475"/>
                  </a:lnTo>
                  <a:lnTo>
                    <a:pt x="4677915" y="941983"/>
                  </a:lnTo>
                  <a:lnTo>
                    <a:pt x="4575011" y="935699"/>
                  </a:lnTo>
                  <a:lnTo>
                    <a:pt x="4476256" y="928627"/>
                  </a:lnTo>
                  <a:lnTo>
                    <a:pt x="4383389" y="920748"/>
                  </a:lnTo>
                  <a:lnTo>
                    <a:pt x="4297308" y="912017"/>
                  </a:lnTo>
                  <a:lnTo>
                    <a:pt x="4218248" y="902356"/>
                  </a:lnTo>
                  <a:lnTo>
                    <a:pt x="4145968" y="891656"/>
                  </a:lnTo>
                  <a:lnTo>
                    <a:pt x="4079918" y="879784"/>
                  </a:lnTo>
                  <a:lnTo>
                    <a:pt x="4019362" y="866580"/>
                  </a:lnTo>
                  <a:lnTo>
                    <a:pt x="3963474" y="851875"/>
                  </a:lnTo>
                  <a:lnTo>
                    <a:pt x="3911411" y="835504"/>
                  </a:lnTo>
                  <a:lnTo>
                    <a:pt x="3862362" y="817333"/>
                  </a:lnTo>
                  <a:lnTo>
                    <a:pt x="3829811" y="803678"/>
                  </a:lnTo>
                  <a:lnTo>
                    <a:pt x="3778687" y="779581"/>
                  </a:lnTo>
                  <a:lnTo>
                    <a:pt x="3729150" y="753080"/>
                  </a:lnTo>
                  <a:lnTo>
                    <a:pt x="3680614" y="724137"/>
                  </a:lnTo>
                  <a:lnTo>
                    <a:pt x="3632645" y="692793"/>
                  </a:lnTo>
                  <a:lnTo>
                    <a:pt x="3584936" y="659178"/>
                  </a:lnTo>
                  <a:lnTo>
                    <a:pt x="3537287" y="623515"/>
                  </a:lnTo>
                  <a:lnTo>
                    <a:pt x="3489584" y="586120"/>
                  </a:lnTo>
                  <a:lnTo>
                    <a:pt x="3441785" y="547394"/>
                  </a:lnTo>
                  <a:lnTo>
                    <a:pt x="3393903" y="507808"/>
                  </a:lnTo>
                  <a:lnTo>
                    <a:pt x="3345982" y="467879"/>
                  </a:lnTo>
                  <a:lnTo>
                    <a:pt x="3298083" y="428142"/>
                  </a:lnTo>
                  <a:lnTo>
                    <a:pt x="3250258" y="389123"/>
                  </a:lnTo>
                  <a:lnTo>
                    <a:pt x="3202530" y="351308"/>
                  </a:lnTo>
                  <a:lnTo>
                    <a:pt x="3154873" y="315119"/>
                  </a:lnTo>
                  <a:lnTo>
                    <a:pt x="3107198" y="280899"/>
                  </a:lnTo>
                  <a:lnTo>
                    <a:pt x="3059328" y="248896"/>
                  </a:lnTo>
                  <a:lnTo>
                    <a:pt x="3010990" y="219266"/>
                  </a:lnTo>
                  <a:lnTo>
                    <a:pt x="2961789" y="192075"/>
                  </a:lnTo>
                  <a:lnTo>
                    <a:pt x="2911183" y="167307"/>
                  </a:lnTo>
                  <a:lnTo>
                    <a:pt x="2896531" y="160735"/>
                  </a:lnTo>
                  <a:lnTo>
                    <a:pt x="2849136" y="141282"/>
                  </a:lnTo>
                  <a:lnTo>
                    <a:pt x="2799239" y="123676"/>
                  </a:lnTo>
                  <a:lnTo>
                    <a:pt x="2746086" y="107834"/>
                  </a:lnTo>
                  <a:lnTo>
                    <a:pt x="2688850" y="93610"/>
                  </a:lnTo>
                  <a:lnTo>
                    <a:pt x="2626685" y="80835"/>
                  </a:lnTo>
                  <a:lnTo>
                    <a:pt x="2558787" y="69340"/>
                  </a:lnTo>
                  <a:lnTo>
                    <a:pt x="2484464" y="58974"/>
                  </a:lnTo>
                  <a:lnTo>
                    <a:pt x="2403247" y="49609"/>
                  </a:lnTo>
                  <a:lnTo>
                    <a:pt x="2315022" y="41148"/>
                  </a:lnTo>
                  <a:lnTo>
                    <a:pt x="2220208" y="33521"/>
                  </a:lnTo>
                  <a:lnTo>
                    <a:pt x="2119946" y="26693"/>
                  </a:lnTo>
                  <a:lnTo>
                    <a:pt x="2016261" y="20652"/>
                  </a:lnTo>
                  <a:lnTo>
                    <a:pt x="1912140" y="15408"/>
                  </a:lnTo>
                  <a:lnTo>
                    <a:pt x="1811430" y="10980"/>
                  </a:lnTo>
                  <a:lnTo>
                    <a:pt x="1718487" y="7380"/>
                  </a:lnTo>
                  <a:lnTo>
                    <a:pt x="1637581" y="4596"/>
                  </a:lnTo>
                  <a:lnTo>
                    <a:pt x="1572138" y="2583"/>
                  </a:lnTo>
                  <a:lnTo>
                    <a:pt x="1524030" y="1252"/>
                  </a:lnTo>
                  <a:lnTo>
                    <a:pt x="1493108" y="480"/>
                  </a:lnTo>
                  <a:lnTo>
                    <a:pt x="1477099" y="117"/>
                  </a:lnTo>
                  <a:lnTo>
                    <a:pt x="1471800" y="7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84" name="pg584"/>
            <p:cNvSpPr/>
            <p:nvPr/>
          </p:nvSpPr>
          <p:spPr>
            <a:xfrm>
              <a:off x="4799595" y="3549495"/>
              <a:ext cx="11981298" cy="4388900"/>
            </a:xfrm>
            <a:custGeom>
              <a:avLst/>
              <a:pathLst>
                <a:path w="11981298" h="4388900">
                  <a:moveTo>
                    <a:pt x="0" y="16345"/>
                  </a:moveTo>
                  <a:lnTo>
                    <a:pt x="1471387" y="16345"/>
                  </a:lnTo>
                  <a:lnTo>
                    <a:pt x="1472613" y="16370"/>
                  </a:lnTo>
                  <a:lnTo>
                    <a:pt x="1480659" y="16544"/>
                  </a:lnTo>
                  <a:lnTo>
                    <a:pt x="1500895" y="17024"/>
                  </a:lnTo>
                  <a:lnTo>
                    <a:pt x="1536959" y="17969"/>
                  </a:lnTo>
                  <a:lnTo>
                    <a:pt x="1590480" y="19524"/>
                  </a:lnTo>
                  <a:lnTo>
                    <a:pt x="1660957" y="21804"/>
                  </a:lnTo>
                  <a:lnTo>
                    <a:pt x="1745976" y="24887"/>
                  </a:lnTo>
                  <a:lnTo>
                    <a:pt x="1841769" y="28807"/>
                  </a:lnTo>
                  <a:lnTo>
                    <a:pt x="1943966" y="33566"/>
                  </a:lnTo>
                  <a:lnTo>
                    <a:pt x="2048315" y="39149"/>
                  </a:lnTo>
                  <a:lnTo>
                    <a:pt x="2151212" y="45538"/>
                  </a:lnTo>
                  <a:lnTo>
                    <a:pt x="2249962" y="52729"/>
                  </a:lnTo>
                  <a:lnTo>
                    <a:pt x="2342828" y="60739"/>
                  </a:lnTo>
                  <a:lnTo>
                    <a:pt x="2428910" y="69616"/>
                  </a:lnTo>
                  <a:lnTo>
                    <a:pt x="2507973" y="79438"/>
                  </a:lnTo>
                  <a:lnTo>
                    <a:pt x="2580255" y="90316"/>
                  </a:lnTo>
                  <a:lnTo>
                    <a:pt x="2646309" y="102386"/>
                  </a:lnTo>
                  <a:lnTo>
                    <a:pt x="2706868" y="115810"/>
                  </a:lnTo>
                  <a:lnTo>
                    <a:pt x="2762758" y="130759"/>
                  </a:lnTo>
                  <a:lnTo>
                    <a:pt x="2814823" y="147402"/>
                  </a:lnTo>
                  <a:lnTo>
                    <a:pt x="2863873" y="165875"/>
                  </a:lnTo>
                  <a:lnTo>
                    <a:pt x="2896531" y="179805"/>
                  </a:lnTo>
                  <a:lnTo>
                    <a:pt x="2947518" y="204240"/>
                  </a:lnTo>
                  <a:lnTo>
                    <a:pt x="2996924" y="231106"/>
                  </a:lnTo>
                  <a:lnTo>
                    <a:pt x="3045333" y="260443"/>
                  </a:lnTo>
                  <a:lnTo>
                    <a:pt x="3093175" y="292209"/>
                  </a:lnTo>
                  <a:lnTo>
                    <a:pt x="3140755" y="326273"/>
                  </a:lnTo>
                  <a:lnTo>
                    <a:pt x="3188274" y="362412"/>
                  </a:lnTo>
                  <a:lnTo>
                    <a:pt x="3235845" y="400309"/>
                  </a:lnTo>
                  <a:lnTo>
                    <a:pt x="3283511" y="439561"/>
                  </a:lnTo>
                  <a:lnTo>
                    <a:pt x="3331261" y="479694"/>
                  </a:lnTo>
                  <a:lnTo>
                    <a:pt x="3379051" y="520187"/>
                  </a:lnTo>
                  <a:lnTo>
                    <a:pt x="3426820" y="560500"/>
                  </a:lnTo>
                  <a:lnTo>
                    <a:pt x="3474518" y="600103"/>
                  </a:lnTo>
                  <a:lnTo>
                    <a:pt x="3522119" y="638503"/>
                  </a:lnTo>
                  <a:lnTo>
                    <a:pt x="3569647" y="675272"/>
                  </a:lnTo>
                  <a:lnTo>
                    <a:pt x="3617188" y="710062"/>
                  </a:lnTo>
                  <a:lnTo>
                    <a:pt x="3664914" y="742618"/>
                  </a:lnTo>
                  <a:lnTo>
                    <a:pt x="3713092" y="772778"/>
                  </a:lnTo>
                  <a:lnTo>
                    <a:pt x="3762106" y="800473"/>
                  </a:lnTo>
                  <a:lnTo>
                    <a:pt x="3812487" y="825714"/>
                  </a:lnTo>
                  <a:lnTo>
                    <a:pt x="3829811" y="833645"/>
                  </a:lnTo>
                  <a:lnTo>
                    <a:pt x="3877201" y="853427"/>
                  </a:lnTo>
                  <a:lnTo>
                    <a:pt x="3927092" y="871329"/>
                  </a:lnTo>
                  <a:lnTo>
                    <a:pt x="3980238" y="887438"/>
                  </a:lnTo>
                  <a:lnTo>
                    <a:pt x="4037467" y="901902"/>
                  </a:lnTo>
                  <a:lnTo>
                    <a:pt x="4099622" y="914893"/>
                  </a:lnTo>
                  <a:lnTo>
                    <a:pt x="4167510" y="926582"/>
                  </a:lnTo>
                  <a:lnTo>
                    <a:pt x="4241819" y="937124"/>
                  </a:lnTo>
                  <a:lnTo>
                    <a:pt x="4323022" y="946647"/>
                  </a:lnTo>
                  <a:lnTo>
                    <a:pt x="4411232" y="955252"/>
                  </a:lnTo>
                  <a:lnTo>
                    <a:pt x="4506029" y="963008"/>
                  </a:lnTo>
                  <a:lnTo>
                    <a:pt x="4606275" y="969952"/>
                  </a:lnTo>
                  <a:lnTo>
                    <a:pt x="4709947" y="976096"/>
                  </a:lnTo>
                  <a:lnTo>
                    <a:pt x="4814058" y="981429"/>
                  </a:lnTo>
                  <a:lnTo>
                    <a:pt x="4914765" y="985933"/>
                  </a:lnTo>
                  <a:lnTo>
                    <a:pt x="5007714" y="989595"/>
                  </a:lnTo>
                  <a:lnTo>
                    <a:pt x="5088635" y="992427"/>
                  </a:lnTo>
                  <a:lnTo>
                    <a:pt x="5154100" y="994475"/>
                  </a:lnTo>
                  <a:lnTo>
                    <a:pt x="5202236" y="995829"/>
                  </a:lnTo>
                  <a:lnTo>
                    <a:pt x="5233187" y="996616"/>
                  </a:lnTo>
                  <a:lnTo>
                    <a:pt x="5249222" y="996986"/>
                  </a:lnTo>
                  <a:lnTo>
                    <a:pt x="5254538" y="997097"/>
                  </a:lnTo>
                  <a:lnTo>
                    <a:pt x="5254955" y="997105"/>
                  </a:lnTo>
                  <a:lnTo>
                    <a:pt x="6726343" y="997105"/>
                  </a:lnTo>
                  <a:lnTo>
                    <a:pt x="6727454" y="997181"/>
                  </a:lnTo>
                  <a:lnTo>
                    <a:pt x="6734765" y="997725"/>
                  </a:lnTo>
                  <a:lnTo>
                    <a:pt x="6753208" y="999226"/>
                  </a:lnTo>
                  <a:lnTo>
                    <a:pt x="6786216" y="1002182"/>
                  </a:lnTo>
                  <a:lnTo>
                    <a:pt x="6835482" y="1007055"/>
                  </a:lnTo>
                  <a:lnTo>
                    <a:pt x="6900832" y="1014223"/>
                  </a:lnTo>
                  <a:lnTo>
                    <a:pt x="6980358" y="1023950"/>
                  </a:lnTo>
                  <a:lnTo>
                    <a:pt x="7070853" y="1036371"/>
                  </a:lnTo>
                  <a:lnTo>
                    <a:pt x="7168424" y="1051515"/>
                  </a:lnTo>
                  <a:lnTo>
                    <a:pt x="7269133" y="1069342"/>
                  </a:lnTo>
                  <a:lnTo>
                    <a:pt x="7369494" y="1089794"/>
                  </a:lnTo>
                  <a:lnTo>
                    <a:pt x="7466774" y="1112835"/>
                  </a:lnTo>
                  <a:lnTo>
                    <a:pt x="7559081" y="1138495"/>
                  </a:lnTo>
                  <a:lnTo>
                    <a:pt x="7645307" y="1166883"/>
                  </a:lnTo>
                  <a:lnTo>
                    <a:pt x="7724999" y="1198201"/>
                  </a:lnTo>
                  <a:lnTo>
                    <a:pt x="7798191" y="1232746"/>
                  </a:lnTo>
                  <a:lnTo>
                    <a:pt x="7865255" y="1270906"/>
                  </a:lnTo>
                  <a:lnTo>
                    <a:pt x="7926780" y="1313147"/>
                  </a:lnTo>
                  <a:lnTo>
                    <a:pt x="7983475" y="1359994"/>
                  </a:lnTo>
                  <a:lnTo>
                    <a:pt x="8036101" y="1411991"/>
                  </a:lnTo>
                  <a:lnTo>
                    <a:pt x="8085416" y="1469641"/>
                  </a:lnTo>
                  <a:lnTo>
                    <a:pt x="8132135" y="1533303"/>
                  </a:lnTo>
                  <a:lnTo>
                    <a:pt x="8151487" y="1562404"/>
                  </a:lnTo>
                  <a:lnTo>
                    <a:pt x="8186490" y="1619180"/>
                  </a:lnTo>
                  <a:lnTo>
                    <a:pt x="8220657" y="1679836"/>
                  </a:lnTo>
                  <a:lnTo>
                    <a:pt x="8254200" y="1744451"/>
                  </a:lnTo>
                  <a:lnTo>
                    <a:pt x="8287293" y="1813051"/>
                  </a:lnTo>
                  <a:lnTo>
                    <a:pt x="8320076" y="1885602"/>
                  </a:lnTo>
                  <a:lnTo>
                    <a:pt x="8352663" y="1962003"/>
                  </a:lnTo>
                  <a:lnTo>
                    <a:pt x="8385141" y="2042087"/>
                  </a:lnTo>
                  <a:lnTo>
                    <a:pt x="8417575" y="2125615"/>
                  </a:lnTo>
                  <a:lnTo>
                    <a:pt x="8450011" y="2212275"/>
                  </a:lnTo>
                  <a:lnTo>
                    <a:pt x="8482478" y="2301687"/>
                  </a:lnTo>
                  <a:lnTo>
                    <a:pt x="8514988" y="2393410"/>
                  </a:lnTo>
                  <a:lnTo>
                    <a:pt x="8547544" y="2486943"/>
                  </a:lnTo>
                  <a:lnTo>
                    <a:pt x="8580136" y="2581745"/>
                  </a:lnTo>
                  <a:lnTo>
                    <a:pt x="8612751" y="2677239"/>
                  </a:lnTo>
                  <a:lnTo>
                    <a:pt x="8645368" y="2772831"/>
                  </a:lnTo>
                  <a:lnTo>
                    <a:pt x="8677970" y="2867925"/>
                  </a:lnTo>
                  <a:lnTo>
                    <a:pt x="8710539" y="2961939"/>
                  </a:lnTo>
                  <a:lnTo>
                    <a:pt x="8743064" y="3054316"/>
                  </a:lnTo>
                  <a:lnTo>
                    <a:pt x="8775545" y="3144542"/>
                  </a:lnTo>
                  <a:lnTo>
                    <a:pt x="8807989" y="3232154"/>
                  </a:lnTo>
                  <a:lnTo>
                    <a:pt x="8840419" y="3316752"/>
                  </a:lnTo>
                  <a:lnTo>
                    <a:pt x="8872876" y="3398001"/>
                  </a:lnTo>
                  <a:lnTo>
                    <a:pt x="8905419" y="3475638"/>
                  </a:lnTo>
                  <a:lnTo>
                    <a:pt x="8938126" y="3549472"/>
                  </a:lnTo>
                  <a:lnTo>
                    <a:pt x="8971102" y="3619381"/>
                  </a:lnTo>
                  <a:lnTo>
                    <a:pt x="9004480" y="3685310"/>
                  </a:lnTo>
                  <a:lnTo>
                    <a:pt x="9038420" y="3747265"/>
                  </a:lnTo>
                  <a:lnTo>
                    <a:pt x="9073121" y="3805308"/>
                  </a:lnTo>
                  <a:lnTo>
                    <a:pt x="9084767" y="3823601"/>
                  </a:lnTo>
                  <a:lnTo>
                    <a:pt x="9130571" y="3889876"/>
                  </a:lnTo>
                  <a:lnTo>
                    <a:pt x="9178692" y="3950068"/>
                  </a:lnTo>
                  <a:lnTo>
                    <a:pt x="9229810" y="4004427"/>
                  </a:lnTo>
                  <a:lnTo>
                    <a:pt x="9284671" y="4053411"/>
                  </a:lnTo>
                  <a:lnTo>
                    <a:pt x="9344038" y="4097556"/>
                  </a:lnTo>
                  <a:lnTo>
                    <a:pt x="9408652" y="4137401"/>
                  </a:lnTo>
                  <a:lnTo>
                    <a:pt x="9479161" y="4173441"/>
                  </a:lnTo>
                  <a:lnTo>
                    <a:pt x="9556044" y="4206097"/>
                  </a:lnTo>
                  <a:lnTo>
                    <a:pt x="9639499" y="4235708"/>
                  </a:lnTo>
                  <a:lnTo>
                    <a:pt x="9729298" y="4262516"/>
                  </a:lnTo>
                  <a:lnTo>
                    <a:pt x="9824634" y="4286671"/>
                  </a:lnTo>
                  <a:lnTo>
                    <a:pt x="9923962" y="4308231"/>
                  </a:lnTo>
                  <a:lnTo>
                    <a:pt x="10024909" y="4327188"/>
                  </a:lnTo>
                  <a:lnTo>
                    <a:pt x="10124288" y="4343487"/>
                  </a:lnTo>
                  <a:lnTo>
                    <a:pt x="10218304" y="4357074"/>
                  </a:lnTo>
                  <a:lnTo>
                    <a:pt x="10302970" y="4367944"/>
                  </a:lnTo>
                  <a:lnTo>
                    <a:pt x="10374707" y="4376182"/>
                  </a:lnTo>
                  <a:lnTo>
                    <a:pt x="10430982" y="4381997"/>
                  </a:lnTo>
                  <a:lnTo>
                    <a:pt x="10470847" y="4385720"/>
                  </a:lnTo>
                  <a:lnTo>
                    <a:pt x="10495197" y="4387784"/>
                  </a:lnTo>
                  <a:lnTo>
                    <a:pt x="10506749" y="4388676"/>
                  </a:lnTo>
                  <a:lnTo>
                    <a:pt x="10509911" y="4388900"/>
                  </a:lnTo>
                  <a:lnTo>
                    <a:pt x="11981298" y="4388900"/>
                  </a:lnTo>
                  <a:lnTo>
                    <a:pt x="11981298" y="4372554"/>
                  </a:lnTo>
                  <a:lnTo>
                    <a:pt x="10509911" y="4372554"/>
                  </a:lnTo>
                  <a:lnTo>
                    <a:pt x="10508799" y="4372477"/>
                  </a:lnTo>
                  <a:lnTo>
                    <a:pt x="10501488" y="4371934"/>
                  </a:lnTo>
                  <a:lnTo>
                    <a:pt x="10483045" y="4370433"/>
                  </a:lnTo>
                  <a:lnTo>
                    <a:pt x="10450037" y="4367477"/>
                  </a:lnTo>
                  <a:lnTo>
                    <a:pt x="10400771" y="4362604"/>
                  </a:lnTo>
                  <a:lnTo>
                    <a:pt x="10335422" y="4355436"/>
                  </a:lnTo>
                  <a:lnTo>
                    <a:pt x="10255895" y="4345709"/>
                  </a:lnTo>
                  <a:lnTo>
                    <a:pt x="10165400" y="4333288"/>
                  </a:lnTo>
                  <a:lnTo>
                    <a:pt x="10067829" y="4318144"/>
                  </a:lnTo>
                  <a:lnTo>
                    <a:pt x="9967120" y="4300316"/>
                  </a:lnTo>
                  <a:lnTo>
                    <a:pt x="9866759" y="4279865"/>
                  </a:lnTo>
                  <a:lnTo>
                    <a:pt x="9769479" y="4256824"/>
                  </a:lnTo>
                  <a:lnTo>
                    <a:pt x="9677173" y="4231164"/>
                  </a:lnTo>
                  <a:lnTo>
                    <a:pt x="9590946" y="4202776"/>
                  </a:lnTo>
                  <a:lnTo>
                    <a:pt x="9511254" y="4171458"/>
                  </a:lnTo>
                  <a:lnTo>
                    <a:pt x="9438062" y="4136913"/>
                  </a:lnTo>
                  <a:lnTo>
                    <a:pt x="9370999" y="4098753"/>
                  </a:lnTo>
                  <a:lnTo>
                    <a:pt x="9309474" y="4056512"/>
                  </a:lnTo>
                  <a:lnTo>
                    <a:pt x="9252778" y="4009665"/>
                  </a:lnTo>
                  <a:lnTo>
                    <a:pt x="9200152" y="3957668"/>
                  </a:lnTo>
                  <a:lnTo>
                    <a:pt x="9150837" y="3900018"/>
                  </a:lnTo>
                  <a:lnTo>
                    <a:pt x="9104119" y="3836356"/>
                  </a:lnTo>
                  <a:lnTo>
                    <a:pt x="9084767" y="3807255"/>
                  </a:lnTo>
                  <a:lnTo>
                    <a:pt x="9049763" y="3750479"/>
                  </a:lnTo>
                  <a:lnTo>
                    <a:pt x="9015596" y="3689823"/>
                  </a:lnTo>
                  <a:lnTo>
                    <a:pt x="8982053" y="3625208"/>
                  </a:lnTo>
                  <a:lnTo>
                    <a:pt x="8948960" y="3556608"/>
                  </a:lnTo>
                  <a:lnTo>
                    <a:pt x="8916177" y="3484057"/>
                  </a:lnTo>
                  <a:lnTo>
                    <a:pt x="8883590" y="3407656"/>
                  </a:lnTo>
                  <a:lnTo>
                    <a:pt x="8851112" y="3327571"/>
                  </a:lnTo>
                  <a:lnTo>
                    <a:pt x="8818678" y="3244044"/>
                  </a:lnTo>
                  <a:lnTo>
                    <a:pt x="8786242" y="3157384"/>
                  </a:lnTo>
                  <a:lnTo>
                    <a:pt x="8753776" y="3067972"/>
                  </a:lnTo>
                  <a:lnTo>
                    <a:pt x="8721265" y="2976249"/>
                  </a:lnTo>
                  <a:lnTo>
                    <a:pt x="8688709" y="2882716"/>
                  </a:lnTo>
                  <a:lnTo>
                    <a:pt x="8656117" y="2787914"/>
                  </a:lnTo>
                  <a:lnTo>
                    <a:pt x="8623503" y="2692420"/>
                  </a:lnTo>
                  <a:lnTo>
                    <a:pt x="8590885" y="2596828"/>
                  </a:lnTo>
                  <a:lnTo>
                    <a:pt x="8558284" y="2501734"/>
                  </a:lnTo>
                  <a:lnTo>
                    <a:pt x="8525715" y="2407720"/>
                  </a:lnTo>
                  <a:lnTo>
                    <a:pt x="8493189" y="2315343"/>
                  </a:lnTo>
                  <a:lnTo>
                    <a:pt x="8460709" y="2225117"/>
                  </a:lnTo>
                  <a:lnTo>
                    <a:pt x="8428265" y="2137505"/>
                  </a:lnTo>
                  <a:lnTo>
                    <a:pt x="8395834" y="2052907"/>
                  </a:lnTo>
                  <a:lnTo>
                    <a:pt x="8363377" y="1971658"/>
                  </a:lnTo>
                  <a:lnTo>
                    <a:pt x="8330835" y="1894021"/>
                  </a:lnTo>
                  <a:lnTo>
                    <a:pt x="8298127" y="1820187"/>
                  </a:lnTo>
                  <a:lnTo>
                    <a:pt x="8265151" y="1750278"/>
                  </a:lnTo>
                  <a:lnTo>
                    <a:pt x="8231774" y="1684349"/>
                  </a:lnTo>
                  <a:lnTo>
                    <a:pt x="8197834" y="1622394"/>
                  </a:lnTo>
                  <a:lnTo>
                    <a:pt x="8163132" y="1564351"/>
                  </a:lnTo>
                  <a:lnTo>
                    <a:pt x="8151487" y="1546058"/>
                  </a:lnTo>
                  <a:lnTo>
                    <a:pt x="8105683" y="1479783"/>
                  </a:lnTo>
                  <a:lnTo>
                    <a:pt x="8057561" y="1419591"/>
                  </a:lnTo>
                  <a:lnTo>
                    <a:pt x="8006443" y="1365232"/>
                  </a:lnTo>
                  <a:lnTo>
                    <a:pt x="7951583" y="1316248"/>
                  </a:lnTo>
                  <a:lnTo>
                    <a:pt x="7892215" y="1272103"/>
                  </a:lnTo>
                  <a:lnTo>
                    <a:pt x="7827602" y="1232258"/>
                  </a:lnTo>
                  <a:lnTo>
                    <a:pt x="7757093" y="1196218"/>
                  </a:lnTo>
                  <a:lnTo>
                    <a:pt x="7680209" y="1163562"/>
                  </a:lnTo>
                  <a:lnTo>
                    <a:pt x="7596754" y="1133951"/>
                  </a:lnTo>
                  <a:lnTo>
                    <a:pt x="7506955" y="1107143"/>
                  </a:lnTo>
                  <a:lnTo>
                    <a:pt x="7411620" y="1082988"/>
                  </a:lnTo>
                  <a:lnTo>
                    <a:pt x="7312291" y="1061428"/>
                  </a:lnTo>
                  <a:lnTo>
                    <a:pt x="7211344" y="1042471"/>
                  </a:lnTo>
                  <a:lnTo>
                    <a:pt x="7111965" y="1026172"/>
                  </a:lnTo>
                  <a:lnTo>
                    <a:pt x="7017950" y="1012585"/>
                  </a:lnTo>
                  <a:lnTo>
                    <a:pt x="6933283" y="1001715"/>
                  </a:lnTo>
                  <a:lnTo>
                    <a:pt x="6861547" y="993477"/>
                  </a:lnTo>
                  <a:lnTo>
                    <a:pt x="6805271" y="987662"/>
                  </a:lnTo>
                  <a:lnTo>
                    <a:pt x="6765406" y="983939"/>
                  </a:lnTo>
                  <a:lnTo>
                    <a:pt x="6741056" y="981875"/>
                  </a:lnTo>
                  <a:lnTo>
                    <a:pt x="6729504" y="980983"/>
                  </a:lnTo>
                  <a:lnTo>
                    <a:pt x="6726343" y="980759"/>
                  </a:lnTo>
                  <a:lnTo>
                    <a:pt x="5254955" y="980759"/>
                  </a:lnTo>
                  <a:lnTo>
                    <a:pt x="5253729" y="980735"/>
                  </a:lnTo>
                  <a:lnTo>
                    <a:pt x="5245683" y="980561"/>
                  </a:lnTo>
                  <a:lnTo>
                    <a:pt x="5225447" y="980081"/>
                  </a:lnTo>
                  <a:lnTo>
                    <a:pt x="5189383" y="979136"/>
                  </a:lnTo>
                  <a:lnTo>
                    <a:pt x="5135862" y="977581"/>
                  </a:lnTo>
                  <a:lnTo>
                    <a:pt x="5065385" y="975300"/>
                  </a:lnTo>
                  <a:lnTo>
                    <a:pt x="4980367" y="972218"/>
                  </a:lnTo>
                  <a:lnTo>
                    <a:pt x="4884573" y="968298"/>
                  </a:lnTo>
                  <a:lnTo>
                    <a:pt x="4782376" y="963538"/>
                  </a:lnTo>
                  <a:lnTo>
                    <a:pt x="4678027" y="957955"/>
                  </a:lnTo>
                  <a:lnTo>
                    <a:pt x="4575131" y="951566"/>
                  </a:lnTo>
                  <a:lnTo>
                    <a:pt x="4476380" y="944376"/>
                  </a:lnTo>
                  <a:lnTo>
                    <a:pt x="4383514" y="936366"/>
                  </a:lnTo>
                  <a:lnTo>
                    <a:pt x="4297432" y="927489"/>
                  </a:lnTo>
                  <a:lnTo>
                    <a:pt x="4218370" y="917666"/>
                  </a:lnTo>
                  <a:lnTo>
                    <a:pt x="4146087" y="906789"/>
                  </a:lnTo>
                  <a:lnTo>
                    <a:pt x="4080033" y="894718"/>
                  </a:lnTo>
                  <a:lnTo>
                    <a:pt x="4019474" y="881295"/>
                  </a:lnTo>
                  <a:lnTo>
                    <a:pt x="3963584" y="866346"/>
                  </a:lnTo>
                  <a:lnTo>
                    <a:pt x="3911520" y="849702"/>
                  </a:lnTo>
                  <a:lnTo>
                    <a:pt x="3862470" y="831229"/>
                  </a:lnTo>
                  <a:lnTo>
                    <a:pt x="3829811" y="817299"/>
                  </a:lnTo>
                  <a:lnTo>
                    <a:pt x="3778824" y="792865"/>
                  </a:lnTo>
                  <a:lnTo>
                    <a:pt x="3729418" y="765998"/>
                  </a:lnTo>
                  <a:lnTo>
                    <a:pt x="3681009" y="736662"/>
                  </a:lnTo>
                  <a:lnTo>
                    <a:pt x="3633167" y="704896"/>
                  </a:lnTo>
                  <a:lnTo>
                    <a:pt x="3585587" y="670832"/>
                  </a:lnTo>
                  <a:lnTo>
                    <a:pt x="3538068" y="634692"/>
                  </a:lnTo>
                  <a:lnTo>
                    <a:pt x="3490497" y="596795"/>
                  </a:lnTo>
                  <a:lnTo>
                    <a:pt x="3442831" y="557544"/>
                  </a:lnTo>
                  <a:lnTo>
                    <a:pt x="3395081" y="517411"/>
                  </a:lnTo>
                  <a:lnTo>
                    <a:pt x="3347291" y="476918"/>
                  </a:lnTo>
                  <a:lnTo>
                    <a:pt x="3299522" y="436605"/>
                  </a:lnTo>
                  <a:lnTo>
                    <a:pt x="3251824" y="397002"/>
                  </a:lnTo>
                  <a:lnTo>
                    <a:pt x="3204223" y="358602"/>
                  </a:lnTo>
                  <a:lnTo>
                    <a:pt x="3156695" y="321833"/>
                  </a:lnTo>
                  <a:lnTo>
                    <a:pt x="3109154" y="287043"/>
                  </a:lnTo>
                  <a:lnTo>
                    <a:pt x="3061428" y="254487"/>
                  </a:lnTo>
                  <a:lnTo>
                    <a:pt x="3013251" y="224327"/>
                  </a:lnTo>
                  <a:lnTo>
                    <a:pt x="2964236" y="196632"/>
                  </a:lnTo>
                  <a:lnTo>
                    <a:pt x="2913855" y="171390"/>
                  </a:lnTo>
                  <a:lnTo>
                    <a:pt x="2896531" y="163459"/>
                  </a:lnTo>
                  <a:lnTo>
                    <a:pt x="2849141" y="143678"/>
                  </a:lnTo>
                  <a:lnTo>
                    <a:pt x="2799250" y="125775"/>
                  </a:lnTo>
                  <a:lnTo>
                    <a:pt x="2746104" y="109667"/>
                  </a:lnTo>
                  <a:lnTo>
                    <a:pt x="2688876" y="95203"/>
                  </a:lnTo>
                  <a:lnTo>
                    <a:pt x="2626720" y="82212"/>
                  </a:lnTo>
                  <a:lnTo>
                    <a:pt x="2558833" y="70522"/>
                  </a:lnTo>
                  <a:lnTo>
                    <a:pt x="2484523" y="59981"/>
                  </a:lnTo>
                  <a:lnTo>
                    <a:pt x="2403320" y="50458"/>
                  </a:lnTo>
                  <a:lnTo>
                    <a:pt x="2315110" y="41853"/>
                  </a:lnTo>
                  <a:lnTo>
                    <a:pt x="2220313" y="34097"/>
                  </a:lnTo>
                  <a:lnTo>
                    <a:pt x="2120067" y="27153"/>
                  </a:lnTo>
                  <a:lnTo>
                    <a:pt x="2016395" y="21009"/>
                  </a:lnTo>
                  <a:lnTo>
                    <a:pt x="1912284" y="15676"/>
                  </a:lnTo>
                  <a:lnTo>
                    <a:pt x="1811577" y="11172"/>
                  </a:lnTo>
                  <a:lnTo>
                    <a:pt x="1718628" y="7510"/>
                  </a:lnTo>
                  <a:lnTo>
                    <a:pt x="1637707" y="4678"/>
                  </a:lnTo>
                  <a:lnTo>
                    <a:pt x="1572242" y="2630"/>
                  </a:lnTo>
                  <a:lnTo>
                    <a:pt x="1524106" y="1275"/>
                  </a:lnTo>
                  <a:lnTo>
                    <a:pt x="1493155" y="489"/>
                  </a:lnTo>
                  <a:lnTo>
                    <a:pt x="1477120" y="119"/>
                  </a:lnTo>
                  <a:lnTo>
                    <a:pt x="1471804" y="8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585" name="pl585"/>
            <p:cNvSpPr/>
            <p:nvPr/>
          </p:nvSpPr>
          <p:spPr>
            <a:xfrm>
              <a:off x="4799595" y="3565841"/>
              <a:ext cx="11981298" cy="4372554"/>
            </a:xfrm>
            <a:custGeom>
              <a:avLst/>
              <a:pathLst>
                <a:path w="11981298" h="4372554">
                  <a:moveTo>
                    <a:pt x="0" y="0"/>
                  </a:moveTo>
                  <a:lnTo>
                    <a:pt x="1471387" y="0"/>
                  </a:lnTo>
                  <a:lnTo>
                    <a:pt x="1472613" y="24"/>
                  </a:lnTo>
                  <a:lnTo>
                    <a:pt x="1480659" y="198"/>
                  </a:lnTo>
                  <a:lnTo>
                    <a:pt x="1500895" y="678"/>
                  </a:lnTo>
                  <a:lnTo>
                    <a:pt x="1536959" y="1623"/>
                  </a:lnTo>
                  <a:lnTo>
                    <a:pt x="1590480" y="3178"/>
                  </a:lnTo>
                  <a:lnTo>
                    <a:pt x="1660957" y="5458"/>
                  </a:lnTo>
                  <a:lnTo>
                    <a:pt x="1745976" y="8541"/>
                  </a:lnTo>
                  <a:lnTo>
                    <a:pt x="1841769" y="12461"/>
                  </a:lnTo>
                  <a:lnTo>
                    <a:pt x="1943966" y="17220"/>
                  </a:lnTo>
                  <a:lnTo>
                    <a:pt x="2048315" y="22803"/>
                  </a:lnTo>
                  <a:lnTo>
                    <a:pt x="2151212" y="29192"/>
                  </a:lnTo>
                  <a:lnTo>
                    <a:pt x="2249962" y="36383"/>
                  </a:lnTo>
                  <a:lnTo>
                    <a:pt x="2342828" y="44393"/>
                  </a:lnTo>
                  <a:lnTo>
                    <a:pt x="2428910" y="53270"/>
                  </a:lnTo>
                  <a:lnTo>
                    <a:pt x="2507973" y="63092"/>
                  </a:lnTo>
                  <a:lnTo>
                    <a:pt x="2580255" y="73970"/>
                  </a:lnTo>
                  <a:lnTo>
                    <a:pt x="2646309" y="86040"/>
                  </a:lnTo>
                  <a:lnTo>
                    <a:pt x="2706868" y="99464"/>
                  </a:lnTo>
                  <a:lnTo>
                    <a:pt x="2762758" y="114413"/>
                  </a:lnTo>
                  <a:lnTo>
                    <a:pt x="2814823" y="131056"/>
                  </a:lnTo>
                  <a:lnTo>
                    <a:pt x="2863873" y="149529"/>
                  </a:lnTo>
                  <a:lnTo>
                    <a:pt x="2896531" y="163459"/>
                  </a:lnTo>
                  <a:lnTo>
                    <a:pt x="2947518" y="187894"/>
                  </a:lnTo>
                  <a:lnTo>
                    <a:pt x="2996924" y="214760"/>
                  </a:lnTo>
                  <a:lnTo>
                    <a:pt x="3045333" y="244097"/>
                  </a:lnTo>
                  <a:lnTo>
                    <a:pt x="3093175" y="275863"/>
                  </a:lnTo>
                  <a:lnTo>
                    <a:pt x="3140755" y="309927"/>
                  </a:lnTo>
                  <a:lnTo>
                    <a:pt x="3188274" y="346066"/>
                  </a:lnTo>
                  <a:lnTo>
                    <a:pt x="3235845" y="383963"/>
                  </a:lnTo>
                  <a:lnTo>
                    <a:pt x="3283511" y="423215"/>
                  </a:lnTo>
                  <a:lnTo>
                    <a:pt x="3331261" y="463348"/>
                  </a:lnTo>
                  <a:lnTo>
                    <a:pt x="3379051" y="503841"/>
                  </a:lnTo>
                  <a:lnTo>
                    <a:pt x="3426820" y="544154"/>
                  </a:lnTo>
                  <a:lnTo>
                    <a:pt x="3474518" y="583757"/>
                  </a:lnTo>
                  <a:lnTo>
                    <a:pt x="3522119" y="622157"/>
                  </a:lnTo>
                  <a:lnTo>
                    <a:pt x="3569647" y="658926"/>
                  </a:lnTo>
                  <a:lnTo>
                    <a:pt x="3617188" y="693716"/>
                  </a:lnTo>
                  <a:lnTo>
                    <a:pt x="3664914" y="726272"/>
                  </a:lnTo>
                  <a:lnTo>
                    <a:pt x="3713092" y="756432"/>
                  </a:lnTo>
                  <a:lnTo>
                    <a:pt x="3762106" y="784127"/>
                  </a:lnTo>
                  <a:lnTo>
                    <a:pt x="3812487" y="809368"/>
                  </a:lnTo>
                  <a:lnTo>
                    <a:pt x="3829811" y="817299"/>
                  </a:lnTo>
                  <a:lnTo>
                    <a:pt x="3877201" y="837081"/>
                  </a:lnTo>
                  <a:lnTo>
                    <a:pt x="3927092" y="854983"/>
                  </a:lnTo>
                  <a:lnTo>
                    <a:pt x="3980238" y="871092"/>
                  </a:lnTo>
                  <a:lnTo>
                    <a:pt x="4037467" y="885556"/>
                  </a:lnTo>
                  <a:lnTo>
                    <a:pt x="4099622" y="898547"/>
                  </a:lnTo>
                  <a:lnTo>
                    <a:pt x="4167510" y="910236"/>
                  </a:lnTo>
                  <a:lnTo>
                    <a:pt x="4241819" y="920778"/>
                  </a:lnTo>
                  <a:lnTo>
                    <a:pt x="4323022" y="930301"/>
                  </a:lnTo>
                  <a:lnTo>
                    <a:pt x="4411232" y="938906"/>
                  </a:lnTo>
                  <a:lnTo>
                    <a:pt x="4506029" y="946662"/>
                  </a:lnTo>
                  <a:lnTo>
                    <a:pt x="4606275" y="953606"/>
                  </a:lnTo>
                  <a:lnTo>
                    <a:pt x="4709947" y="959750"/>
                  </a:lnTo>
                  <a:lnTo>
                    <a:pt x="4814058" y="965083"/>
                  </a:lnTo>
                  <a:lnTo>
                    <a:pt x="4914765" y="969587"/>
                  </a:lnTo>
                  <a:lnTo>
                    <a:pt x="5007714" y="973249"/>
                  </a:lnTo>
                  <a:lnTo>
                    <a:pt x="5088635" y="976081"/>
                  </a:lnTo>
                  <a:lnTo>
                    <a:pt x="5154100" y="978129"/>
                  </a:lnTo>
                  <a:lnTo>
                    <a:pt x="5202236" y="979483"/>
                  </a:lnTo>
                  <a:lnTo>
                    <a:pt x="5233187" y="980270"/>
                  </a:lnTo>
                  <a:lnTo>
                    <a:pt x="5249222" y="980640"/>
                  </a:lnTo>
                  <a:lnTo>
                    <a:pt x="5254538" y="980751"/>
                  </a:lnTo>
                  <a:lnTo>
                    <a:pt x="5254955" y="980759"/>
                  </a:lnTo>
                  <a:lnTo>
                    <a:pt x="6726343" y="980759"/>
                  </a:lnTo>
                  <a:lnTo>
                    <a:pt x="6727454" y="980836"/>
                  </a:lnTo>
                  <a:lnTo>
                    <a:pt x="6734765" y="981379"/>
                  </a:lnTo>
                  <a:lnTo>
                    <a:pt x="6753208" y="982880"/>
                  </a:lnTo>
                  <a:lnTo>
                    <a:pt x="6786216" y="985836"/>
                  </a:lnTo>
                  <a:lnTo>
                    <a:pt x="6835482" y="990709"/>
                  </a:lnTo>
                  <a:lnTo>
                    <a:pt x="6900832" y="997877"/>
                  </a:lnTo>
                  <a:lnTo>
                    <a:pt x="6980358" y="1007604"/>
                  </a:lnTo>
                  <a:lnTo>
                    <a:pt x="7070853" y="1020025"/>
                  </a:lnTo>
                  <a:lnTo>
                    <a:pt x="7168424" y="1035169"/>
                  </a:lnTo>
                  <a:lnTo>
                    <a:pt x="7269133" y="1052996"/>
                  </a:lnTo>
                  <a:lnTo>
                    <a:pt x="7369494" y="1073448"/>
                  </a:lnTo>
                  <a:lnTo>
                    <a:pt x="7466774" y="1096489"/>
                  </a:lnTo>
                  <a:lnTo>
                    <a:pt x="7559081" y="1122149"/>
                  </a:lnTo>
                  <a:lnTo>
                    <a:pt x="7645307" y="1150537"/>
                  </a:lnTo>
                  <a:lnTo>
                    <a:pt x="7724999" y="1181855"/>
                  </a:lnTo>
                  <a:lnTo>
                    <a:pt x="7798191" y="1216400"/>
                  </a:lnTo>
                  <a:lnTo>
                    <a:pt x="7865255" y="1254560"/>
                  </a:lnTo>
                  <a:lnTo>
                    <a:pt x="7926780" y="1296801"/>
                  </a:lnTo>
                  <a:lnTo>
                    <a:pt x="7983475" y="1343648"/>
                  </a:lnTo>
                  <a:lnTo>
                    <a:pt x="8036101" y="1395645"/>
                  </a:lnTo>
                  <a:lnTo>
                    <a:pt x="8085416" y="1453295"/>
                  </a:lnTo>
                  <a:lnTo>
                    <a:pt x="8132135" y="1516957"/>
                  </a:lnTo>
                  <a:lnTo>
                    <a:pt x="8151487" y="1546058"/>
                  </a:lnTo>
                  <a:lnTo>
                    <a:pt x="8186490" y="1602834"/>
                  </a:lnTo>
                  <a:lnTo>
                    <a:pt x="8220657" y="1663490"/>
                  </a:lnTo>
                  <a:lnTo>
                    <a:pt x="8254200" y="1728105"/>
                  </a:lnTo>
                  <a:lnTo>
                    <a:pt x="8287293" y="1796705"/>
                  </a:lnTo>
                  <a:lnTo>
                    <a:pt x="8320076" y="1869256"/>
                  </a:lnTo>
                  <a:lnTo>
                    <a:pt x="8352663" y="1945657"/>
                  </a:lnTo>
                  <a:lnTo>
                    <a:pt x="8385141" y="2025741"/>
                  </a:lnTo>
                  <a:lnTo>
                    <a:pt x="8417575" y="2109269"/>
                  </a:lnTo>
                  <a:lnTo>
                    <a:pt x="8450011" y="2195929"/>
                  </a:lnTo>
                  <a:lnTo>
                    <a:pt x="8482478" y="2285341"/>
                  </a:lnTo>
                  <a:lnTo>
                    <a:pt x="8514988" y="2377064"/>
                  </a:lnTo>
                  <a:lnTo>
                    <a:pt x="8547544" y="2470597"/>
                  </a:lnTo>
                  <a:lnTo>
                    <a:pt x="8580136" y="2565399"/>
                  </a:lnTo>
                  <a:lnTo>
                    <a:pt x="8612751" y="2660893"/>
                  </a:lnTo>
                  <a:lnTo>
                    <a:pt x="8645368" y="2756485"/>
                  </a:lnTo>
                  <a:lnTo>
                    <a:pt x="8677970" y="2851579"/>
                  </a:lnTo>
                  <a:lnTo>
                    <a:pt x="8710539" y="2945593"/>
                  </a:lnTo>
                  <a:lnTo>
                    <a:pt x="8743064" y="3037970"/>
                  </a:lnTo>
                  <a:lnTo>
                    <a:pt x="8775545" y="3128196"/>
                  </a:lnTo>
                  <a:lnTo>
                    <a:pt x="8807989" y="3215808"/>
                  </a:lnTo>
                  <a:lnTo>
                    <a:pt x="8840419" y="3300406"/>
                  </a:lnTo>
                  <a:lnTo>
                    <a:pt x="8872876" y="3381655"/>
                  </a:lnTo>
                  <a:lnTo>
                    <a:pt x="8905419" y="3459292"/>
                  </a:lnTo>
                  <a:lnTo>
                    <a:pt x="8938126" y="3533126"/>
                  </a:lnTo>
                  <a:lnTo>
                    <a:pt x="8971102" y="3603035"/>
                  </a:lnTo>
                  <a:lnTo>
                    <a:pt x="9004480" y="3668964"/>
                  </a:lnTo>
                  <a:lnTo>
                    <a:pt x="9038420" y="3730919"/>
                  </a:lnTo>
                  <a:lnTo>
                    <a:pt x="9073121" y="3788962"/>
                  </a:lnTo>
                  <a:lnTo>
                    <a:pt x="9084767" y="3807255"/>
                  </a:lnTo>
                  <a:lnTo>
                    <a:pt x="9130571" y="3873530"/>
                  </a:lnTo>
                  <a:lnTo>
                    <a:pt x="9178692" y="3933722"/>
                  </a:lnTo>
                  <a:lnTo>
                    <a:pt x="9229810" y="3988081"/>
                  </a:lnTo>
                  <a:lnTo>
                    <a:pt x="9284671" y="4037065"/>
                  </a:lnTo>
                  <a:lnTo>
                    <a:pt x="9344038" y="4081210"/>
                  </a:lnTo>
                  <a:lnTo>
                    <a:pt x="9408652" y="4121055"/>
                  </a:lnTo>
                  <a:lnTo>
                    <a:pt x="9479161" y="4157095"/>
                  </a:lnTo>
                  <a:lnTo>
                    <a:pt x="9556044" y="4189751"/>
                  </a:lnTo>
                  <a:lnTo>
                    <a:pt x="9639499" y="4219362"/>
                  </a:lnTo>
                  <a:lnTo>
                    <a:pt x="9729298" y="4246170"/>
                  </a:lnTo>
                  <a:lnTo>
                    <a:pt x="9824634" y="4270325"/>
                  </a:lnTo>
                  <a:lnTo>
                    <a:pt x="9923962" y="4291885"/>
                  </a:lnTo>
                  <a:lnTo>
                    <a:pt x="10024909" y="4310842"/>
                  </a:lnTo>
                  <a:lnTo>
                    <a:pt x="10124288" y="4327141"/>
                  </a:lnTo>
                  <a:lnTo>
                    <a:pt x="10218304" y="4340728"/>
                  </a:lnTo>
                  <a:lnTo>
                    <a:pt x="10302970" y="4351598"/>
                  </a:lnTo>
                  <a:lnTo>
                    <a:pt x="10374707" y="4359836"/>
                  </a:lnTo>
                  <a:lnTo>
                    <a:pt x="10430982" y="4365651"/>
                  </a:lnTo>
                  <a:lnTo>
                    <a:pt x="10470847" y="4369374"/>
                  </a:lnTo>
                  <a:lnTo>
                    <a:pt x="10495197" y="4371438"/>
                  </a:lnTo>
                  <a:lnTo>
                    <a:pt x="10506749" y="4372330"/>
                  </a:lnTo>
                  <a:lnTo>
                    <a:pt x="10509821" y="4372548"/>
                  </a:lnTo>
                  <a:lnTo>
                    <a:pt x="10509911" y="4372554"/>
                  </a:lnTo>
                  <a:lnTo>
                    <a:pt x="11981298" y="437255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86" name="pl586"/>
            <p:cNvSpPr/>
            <p:nvPr/>
          </p:nvSpPr>
          <p:spPr>
            <a:xfrm>
              <a:off x="4799595" y="3549495"/>
              <a:ext cx="11981298" cy="4372554"/>
            </a:xfrm>
            <a:custGeom>
              <a:avLst/>
              <a:pathLst>
                <a:path w="11981298" h="4372554">
                  <a:moveTo>
                    <a:pt x="11981298" y="4372554"/>
                  </a:moveTo>
                  <a:lnTo>
                    <a:pt x="10509911" y="4372554"/>
                  </a:lnTo>
                  <a:lnTo>
                    <a:pt x="10508799" y="4372477"/>
                  </a:lnTo>
                  <a:lnTo>
                    <a:pt x="10501488" y="4371934"/>
                  </a:lnTo>
                  <a:lnTo>
                    <a:pt x="10483045" y="4370433"/>
                  </a:lnTo>
                  <a:lnTo>
                    <a:pt x="10450037" y="4367477"/>
                  </a:lnTo>
                  <a:lnTo>
                    <a:pt x="10400771" y="4362604"/>
                  </a:lnTo>
                  <a:lnTo>
                    <a:pt x="10335422" y="4355436"/>
                  </a:lnTo>
                  <a:lnTo>
                    <a:pt x="10255895" y="4345709"/>
                  </a:lnTo>
                  <a:lnTo>
                    <a:pt x="10165400" y="4333288"/>
                  </a:lnTo>
                  <a:lnTo>
                    <a:pt x="10067829" y="4318144"/>
                  </a:lnTo>
                  <a:lnTo>
                    <a:pt x="9967120" y="4300316"/>
                  </a:lnTo>
                  <a:lnTo>
                    <a:pt x="9866759" y="4279865"/>
                  </a:lnTo>
                  <a:lnTo>
                    <a:pt x="9769479" y="4256824"/>
                  </a:lnTo>
                  <a:lnTo>
                    <a:pt x="9677173" y="4231164"/>
                  </a:lnTo>
                  <a:lnTo>
                    <a:pt x="9590946" y="4202776"/>
                  </a:lnTo>
                  <a:lnTo>
                    <a:pt x="9511254" y="4171458"/>
                  </a:lnTo>
                  <a:lnTo>
                    <a:pt x="9438062" y="4136913"/>
                  </a:lnTo>
                  <a:lnTo>
                    <a:pt x="9370999" y="4098753"/>
                  </a:lnTo>
                  <a:lnTo>
                    <a:pt x="9309474" y="4056512"/>
                  </a:lnTo>
                  <a:lnTo>
                    <a:pt x="9252778" y="4009665"/>
                  </a:lnTo>
                  <a:lnTo>
                    <a:pt x="9200152" y="3957668"/>
                  </a:lnTo>
                  <a:lnTo>
                    <a:pt x="9150837" y="3900018"/>
                  </a:lnTo>
                  <a:lnTo>
                    <a:pt x="9104119" y="3836356"/>
                  </a:lnTo>
                  <a:lnTo>
                    <a:pt x="9084767" y="3807255"/>
                  </a:lnTo>
                  <a:lnTo>
                    <a:pt x="9049763" y="3750479"/>
                  </a:lnTo>
                  <a:lnTo>
                    <a:pt x="9015596" y="3689823"/>
                  </a:lnTo>
                  <a:lnTo>
                    <a:pt x="8982053" y="3625208"/>
                  </a:lnTo>
                  <a:lnTo>
                    <a:pt x="8948960" y="3556608"/>
                  </a:lnTo>
                  <a:lnTo>
                    <a:pt x="8916177" y="3484057"/>
                  </a:lnTo>
                  <a:lnTo>
                    <a:pt x="8883590" y="3407656"/>
                  </a:lnTo>
                  <a:lnTo>
                    <a:pt x="8851112" y="3327571"/>
                  </a:lnTo>
                  <a:lnTo>
                    <a:pt x="8818678" y="3244044"/>
                  </a:lnTo>
                  <a:lnTo>
                    <a:pt x="8786242" y="3157384"/>
                  </a:lnTo>
                  <a:lnTo>
                    <a:pt x="8753776" y="3067972"/>
                  </a:lnTo>
                  <a:lnTo>
                    <a:pt x="8721265" y="2976249"/>
                  </a:lnTo>
                  <a:lnTo>
                    <a:pt x="8688709" y="2882716"/>
                  </a:lnTo>
                  <a:lnTo>
                    <a:pt x="8656117" y="2787914"/>
                  </a:lnTo>
                  <a:lnTo>
                    <a:pt x="8623503" y="2692420"/>
                  </a:lnTo>
                  <a:lnTo>
                    <a:pt x="8590885" y="2596828"/>
                  </a:lnTo>
                  <a:lnTo>
                    <a:pt x="8558284" y="2501734"/>
                  </a:lnTo>
                  <a:lnTo>
                    <a:pt x="8525715" y="2407720"/>
                  </a:lnTo>
                  <a:lnTo>
                    <a:pt x="8493189" y="2315343"/>
                  </a:lnTo>
                  <a:lnTo>
                    <a:pt x="8460709" y="2225117"/>
                  </a:lnTo>
                  <a:lnTo>
                    <a:pt x="8428265" y="2137505"/>
                  </a:lnTo>
                  <a:lnTo>
                    <a:pt x="8395834" y="2052907"/>
                  </a:lnTo>
                  <a:lnTo>
                    <a:pt x="8363377" y="1971658"/>
                  </a:lnTo>
                  <a:lnTo>
                    <a:pt x="8330835" y="1894021"/>
                  </a:lnTo>
                  <a:lnTo>
                    <a:pt x="8298127" y="1820187"/>
                  </a:lnTo>
                  <a:lnTo>
                    <a:pt x="8265151" y="1750278"/>
                  </a:lnTo>
                  <a:lnTo>
                    <a:pt x="8231774" y="1684349"/>
                  </a:lnTo>
                  <a:lnTo>
                    <a:pt x="8197834" y="1622394"/>
                  </a:lnTo>
                  <a:lnTo>
                    <a:pt x="8163132" y="1564351"/>
                  </a:lnTo>
                  <a:lnTo>
                    <a:pt x="8151487" y="1546058"/>
                  </a:lnTo>
                  <a:lnTo>
                    <a:pt x="8105683" y="1479783"/>
                  </a:lnTo>
                  <a:lnTo>
                    <a:pt x="8057561" y="1419591"/>
                  </a:lnTo>
                  <a:lnTo>
                    <a:pt x="8006443" y="1365232"/>
                  </a:lnTo>
                  <a:lnTo>
                    <a:pt x="7951583" y="1316248"/>
                  </a:lnTo>
                  <a:lnTo>
                    <a:pt x="7892215" y="1272103"/>
                  </a:lnTo>
                  <a:lnTo>
                    <a:pt x="7827602" y="1232258"/>
                  </a:lnTo>
                  <a:lnTo>
                    <a:pt x="7757093" y="1196218"/>
                  </a:lnTo>
                  <a:lnTo>
                    <a:pt x="7680209" y="1163562"/>
                  </a:lnTo>
                  <a:lnTo>
                    <a:pt x="7596754" y="1133951"/>
                  </a:lnTo>
                  <a:lnTo>
                    <a:pt x="7506955" y="1107143"/>
                  </a:lnTo>
                  <a:lnTo>
                    <a:pt x="7411620" y="1082988"/>
                  </a:lnTo>
                  <a:lnTo>
                    <a:pt x="7312291" y="1061428"/>
                  </a:lnTo>
                  <a:lnTo>
                    <a:pt x="7211344" y="1042471"/>
                  </a:lnTo>
                  <a:lnTo>
                    <a:pt x="7111965" y="1026172"/>
                  </a:lnTo>
                  <a:lnTo>
                    <a:pt x="7017950" y="1012585"/>
                  </a:lnTo>
                  <a:lnTo>
                    <a:pt x="6933283" y="1001715"/>
                  </a:lnTo>
                  <a:lnTo>
                    <a:pt x="6861547" y="993477"/>
                  </a:lnTo>
                  <a:lnTo>
                    <a:pt x="6805271" y="987662"/>
                  </a:lnTo>
                  <a:lnTo>
                    <a:pt x="6765406" y="983939"/>
                  </a:lnTo>
                  <a:lnTo>
                    <a:pt x="6741056" y="981875"/>
                  </a:lnTo>
                  <a:lnTo>
                    <a:pt x="6729504" y="980983"/>
                  </a:lnTo>
                  <a:lnTo>
                    <a:pt x="6726432" y="980765"/>
                  </a:lnTo>
                  <a:lnTo>
                    <a:pt x="6726343" y="980759"/>
                  </a:lnTo>
                  <a:lnTo>
                    <a:pt x="5254955" y="980759"/>
                  </a:lnTo>
                  <a:lnTo>
                    <a:pt x="5253729" y="980735"/>
                  </a:lnTo>
                  <a:lnTo>
                    <a:pt x="5245683" y="980561"/>
                  </a:lnTo>
                  <a:lnTo>
                    <a:pt x="5225447" y="980081"/>
                  </a:lnTo>
                  <a:lnTo>
                    <a:pt x="5189383" y="979136"/>
                  </a:lnTo>
                  <a:lnTo>
                    <a:pt x="5135862" y="977581"/>
                  </a:lnTo>
                  <a:lnTo>
                    <a:pt x="5065385" y="975300"/>
                  </a:lnTo>
                  <a:lnTo>
                    <a:pt x="4980367" y="972218"/>
                  </a:lnTo>
                  <a:lnTo>
                    <a:pt x="4884573" y="968298"/>
                  </a:lnTo>
                  <a:lnTo>
                    <a:pt x="4782376" y="963538"/>
                  </a:lnTo>
                  <a:lnTo>
                    <a:pt x="4678027" y="957955"/>
                  </a:lnTo>
                  <a:lnTo>
                    <a:pt x="4575131" y="951566"/>
                  </a:lnTo>
                  <a:lnTo>
                    <a:pt x="4476380" y="944376"/>
                  </a:lnTo>
                  <a:lnTo>
                    <a:pt x="4383514" y="936366"/>
                  </a:lnTo>
                  <a:lnTo>
                    <a:pt x="4297432" y="927489"/>
                  </a:lnTo>
                  <a:lnTo>
                    <a:pt x="4218370" y="917666"/>
                  </a:lnTo>
                  <a:lnTo>
                    <a:pt x="4146087" y="906789"/>
                  </a:lnTo>
                  <a:lnTo>
                    <a:pt x="4080033" y="894718"/>
                  </a:lnTo>
                  <a:lnTo>
                    <a:pt x="4019474" y="881295"/>
                  </a:lnTo>
                  <a:lnTo>
                    <a:pt x="3963584" y="866346"/>
                  </a:lnTo>
                  <a:lnTo>
                    <a:pt x="3911520" y="849702"/>
                  </a:lnTo>
                  <a:lnTo>
                    <a:pt x="3862470" y="831229"/>
                  </a:lnTo>
                  <a:lnTo>
                    <a:pt x="3829811" y="817299"/>
                  </a:lnTo>
                  <a:lnTo>
                    <a:pt x="3778824" y="792865"/>
                  </a:lnTo>
                  <a:lnTo>
                    <a:pt x="3729418" y="765998"/>
                  </a:lnTo>
                  <a:lnTo>
                    <a:pt x="3681009" y="736662"/>
                  </a:lnTo>
                  <a:lnTo>
                    <a:pt x="3633167" y="704896"/>
                  </a:lnTo>
                  <a:lnTo>
                    <a:pt x="3585587" y="670832"/>
                  </a:lnTo>
                  <a:lnTo>
                    <a:pt x="3538068" y="634692"/>
                  </a:lnTo>
                  <a:lnTo>
                    <a:pt x="3490497" y="596795"/>
                  </a:lnTo>
                  <a:lnTo>
                    <a:pt x="3442831" y="557544"/>
                  </a:lnTo>
                  <a:lnTo>
                    <a:pt x="3395081" y="517411"/>
                  </a:lnTo>
                  <a:lnTo>
                    <a:pt x="3347291" y="476918"/>
                  </a:lnTo>
                  <a:lnTo>
                    <a:pt x="3299522" y="436605"/>
                  </a:lnTo>
                  <a:lnTo>
                    <a:pt x="3251824" y="397002"/>
                  </a:lnTo>
                  <a:lnTo>
                    <a:pt x="3204223" y="358602"/>
                  </a:lnTo>
                  <a:lnTo>
                    <a:pt x="3156695" y="321833"/>
                  </a:lnTo>
                  <a:lnTo>
                    <a:pt x="3109154" y="287043"/>
                  </a:lnTo>
                  <a:lnTo>
                    <a:pt x="3061428" y="254487"/>
                  </a:lnTo>
                  <a:lnTo>
                    <a:pt x="3013251" y="224327"/>
                  </a:lnTo>
                  <a:lnTo>
                    <a:pt x="2964236" y="196632"/>
                  </a:lnTo>
                  <a:lnTo>
                    <a:pt x="2913855" y="171390"/>
                  </a:lnTo>
                  <a:lnTo>
                    <a:pt x="2896531" y="163459"/>
                  </a:lnTo>
                  <a:lnTo>
                    <a:pt x="2849141" y="143678"/>
                  </a:lnTo>
                  <a:lnTo>
                    <a:pt x="2799250" y="125775"/>
                  </a:lnTo>
                  <a:lnTo>
                    <a:pt x="2746104" y="109667"/>
                  </a:lnTo>
                  <a:lnTo>
                    <a:pt x="2688876" y="95203"/>
                  </a:lnTo>
                  <a:lnTo>
                    <a:pt x="2626720" y="82212"/>
                  </a:lnTo>
                  <a:lnTo>
                    <a:pt x="2558833" y="70522"/>
                  </a:lnTo>
                  <a:lnTo>
                    <a:pt x="2484523" y="59981"/>
                  </a:lnTo>
                  <a:lnTo>
                    <a:pt x="2403320" y="50458"/>
                  </a:lnTo>
                  <a:lnTo>
                    <a:pt x="2315110" y="41853"/>
                  </a:lnTo>
                  <a:lnTo>
                    <a:pt x="2220313" y="34097"/>
                  </a:lnTo>
                  <a:lnTo>
                    <a:pt x="2120067" y="27153"/>
                  </a:lnTo>
                  <a:lnTo>
                    <a:pt x="2016395" y="21009"/>
                  </a:lnTo>
                  <a:lnTo>
                    <a:pt x="1912284" y="15676"/>
                  </a:lnTo>
                  <a:lnTo>
                    <a:pt x="1811577" y="11172"/>
                  </a:lnTo>
                  <a:lnTo>
                    <a:pt x="1718628" y="7510"/>
                  </a:lnTo>
                  <a:lnTo>
                    <a:pt x="1637707" y="4678"/>
                  </a:lnTo>
                  <a:lnTo>
                    <a:pt x="1572242" y="2630"/>
                  </a:lnTo>
                  <a:lnTo>
                    <a:pt x="1524106" y="1275"/>
                  </a:lnTo>
                  <a:lnTo>
                    <a:pt x="1493155" y="489"/>
                  </a:lnTo>
                  <a:lnTo>
                    <a:pt x="1477120" y="119"/>
                  </a:lnTo>
                  <a:lnTo>
                    <a:pt x="1471804" y="8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87" name="pg587"/>
            <p:cNvSpPr/>
            <p:nvPr/>
          </p:nvSpPr>
          <p:spPr>
            <a:xfrm>
              <a:off x="4799595" y="3565841"/>
              <a:ext cx="11981298" cy="5770136"/>
            </a:xfrm>
            <a:custGeom>
              <a:avLst/>
              <a:pathLst>
                <a:path w="11981298" h="5770136">
                  <a:moveTo>
                    <a:pt x="0" y="16345"/>
                  </a:moveTo>
                  <a:lnTo>
                    <a:pt x="1471387" y="16345"/>
                  </a:lnTo>
                  <a:lnTo>
                    <a:pt x="1472611" y="16372"/>
                  </a:lnTo>
                  <a:lnTo>
                    <a:pt x="1480644" y="16560"/>
                  </a:lnTo>
                  <a:lnTo>
                    <a:pt x="1500849" y="17079"/>
                  </a:lnTo>
                  <a:lnTo>
                    <a:pt x="1536859" y="18101"/>
                  </a:lnTo>
                  <a:lnTo>
                    <a:pt x="1590305" y="19783"/>
                  </a:lnTo>
                  <a:lnTo>
                    <a:pt x="1660693" y="22250"/>
                  </a:lnTo>
                  <a:lnTo>
                    <a:pt x="1745617" y="25584"/>
                  </a:lnTo>
                  <a:lnTo>
                    <a:pt x="1841320" y="29824"/>
                  </a:lnTo>
                  <a:lnTo>
                    <a:pt x="1943440" y="34973"/>
                  </a:lnTo>
                  <a:lnTo>
                    <a:pt x="2047729" y="41013"/>
                  </a:lnTo>
                  <a:lnTo>
                    <a:pt x="2150585" y="47926"/>
                  </a:lnTo>
                  <a:lnTo>
                    <a:pt x="2249314" y="55705"/>
                  </a:lnTo>
                  <a:lnTo>
                    <a:pt x="2342173" y="64371"/>
                  </a:lnTo>
                  <a:lnTo>
                    <a:pt x="2428259" y="73975"/>
                  </a:lnTo>
                  <a:lnTo>
                    <a:pt x="2507334" y="84602"/>
                  </a:lnTo>
                  <a:lnTo>
                    <a:pt x="2579633" y="96369"/>
                  </a:lnTo>
                  <a:lnTo>
                    <a:pt x="2645704" y="109425"/>
                  </a:lnTo>
                  <a:lnTo>
                    <a:pt x="2706280" y="123943"/>
                  </a:lnTo>
                  <a:lnTo>
                    <a:pt x="2762182" y="140111"/>
                  </a:lnTo>
                  <a:lnTo>
                    <a:pt x="2814255" y="158110"/>
                  </a:lnTo>
                  <a:lnTo>
                    <a:pt x="2863308" y="178088"/>
                  </a:lnTo>
                  <a:lnTo>
                    <a:pt x="2896531" y="193427"/>
                  </a:lnTo>
                  <a:lnTo>
                    <a:pt x="2946827" y="219515"/>
                  </a:lnTo>
                  <a:lnTo>
                    <a:pt x="2995576" y="248164"/>
                  </a:lnTo>
                  <a:lnTo>
                    <a:pt x="3043343" y="279416"/>
                  </a:lnTo>
                  <a:lnTo>
                    <a:pt x="3090543" y="313231"/>
                  </a:lnTo>
                  <a:lnTo>
                    <a:pt x="3137476" y="349478"/>
                  </a:lnTo>
                  <a:lnTo>
                    <a:pt x="3184339" y="387932"/>
                  </a:lnTo>
                  <a:lnTo>
                    <a:pt x="3231246" y="428269"/>
                  </a:lnTo>
                  <a:lnTo>
                    <a:pt x="3278244" y="470078"/>
                  </a:lnTo>
                  <a:lnTo>
                    <a:pt x="3325328" y="512873"/>
                  </a:lnTo>
                  <a:lnTo>
                    <a:pt x="3372456" y="556118"/>
                  </a:lnTo>
                  <a:lnTo>
                    <a:pt x="3419572" y="599253"/>
                  </a:lnTo>
                  <a:lnTo>
                    <a:pt x="3466626" y="641721"/>
                  </a:lnTo>
                  <a:lnTo>
                    <a:pt x="3513586" y="683004"/>
                  </a:lnTo>
                  <a:lnTo>
                    <a:pt x="3560467" y="722644"/>
                  </a:lnTo>
                  <a:lnTo>
                    <a:pt x="3607339" y="760261"/>
                  </a:lnTo>
                  <a:lnTo>
                    <a:pt x="3654349" y="795572"/>
                  </a:lnTo>
                  <a:lnTo>
                    <a:pt x="3701730" y="828387"/>
                  </a:lnTo>
                  <a:lnTo>
                    <a:pt x="3749827" y="858614"/>
                  </a:lnTo>
                  <a:lnTo>
                    <a:pt x="3799109" y="886245"/>
                  </a:lnTo>
                  <a:lnTo>
                    <a:pt x="3829811" y="901754"/>
                  </a:lnTo>
                  <a:lnTo>
                    <a:pt x="3877174" y="923172"/>
                  </a:lnTo>
                  <a:lnTo>
                    <a:pt x="3927034" y="942557"/>
                  </a:lnTo>
                  <a:lnTo>
                    <a:pt x="3980145" y="960001"/>
                  </a:lnTo>
                  <a:lnTo>
                    <a:pt x="4037332" y="975665"/>
                  </a:lnTo>
                  <a:lnTo>
                    <a:pt x="4099439" y="989735"/>
                  </a:lnTo>
                  <a:lnTo>
                    <a:pt x="4167270" y="1002395"/>
                  </a:lnTo>
                  <a:lnTo>
                    <a:pt x="4241513" y="1013813"/>
                  </a:lnTo>
                  <a:lnTo>
                    <a:pt x="4322641" y="1024128"/>
                  </a:lnTo>
                  <a:lnTo>
                    <a:pt x="4410768" y="1033449"/>
                  </a:lnTo>
                  <a:lnTo>
                    <a:pt x="4505479" y="1041851"/>
                  </a:lnTo>
                  <a:lnTo>
                    <a:pt x="4605642" y="1049375"/>
                  </a:lnTo>
                  <a:lnTo>
                    <a:pt x="4709241" y="1056033"/>
                  </a:lnTo>
                  <a:lnTo>
                    <a:pt x="4813304" y="1061813"/>
                  </a:lnTo>
                  <a:lnTo>
                    <a:pt x="4913996" y="1066697"/>
                  </a:lnTo>
                  <a:lnTo>
                    <a:pt x="5006974" y="1070669"/>
                  </a:lnTo>
                  <a:lnTo>
                    <a:pt x="5087971" y="1073743"/>
                  </a:lnTo>
                  <a:lnTo>
                    <a:pt x="5153554" y="1075968"/>
                  </a:lnTo>
                  <a:lnTo>
                    <a:pt x="5201836" y="1077441"/>
                  </a:lnTo>
                  <a:lnTo>
                    <a:pt x="5232941" y="1078299"/>
                  </a:lnTo>
                  <a:lnTo>
                    <a:pt x="5249111" y="1078703"/>
                  </a:lnTo>
                  <a:lnTo>
                    <a:pt x="5254517" y="1078826"/>
                  </a:lnTo>
                  <a:lnTo>
                    <a:pt x="5254955" y="1078835"/>
                  </a:lnTo>
                  <a:lnTo>
                    <a:pt x="6726343" y="1078835"/>
                  </a:lnTo>
                  <a:lnTo>
                    <a:pt x="6727243" y="1078920"/>
                  </a:lnTo>
                  <a:lnTo>
                    <a:pt x="6733188" y="1079525"/>
                  </a:lnTo>
                  <a:lnTo>
                    <a:pt x="6748275" y="1081195"/>
                  </a:lnTo>
                  <a:lnTo>
                    <a:pt x="6775500" y="1084487"/>
                  </a:lnTo>
                  <a:lnTo>
                    <a:pt x="6816585" y="1089932"/>
                  </a:lnTo>
                  <a:lnTo>
                    <a:pt x="6871858" y="1097986"/>
                  </a:lnTo>
                  <a:lnTo>
                    <a:pt x="6940279" y="1108996"/>
                  </a:lnTo>
                  <a:lnTo>
                    <a:pt x="7019669" y="1123177"/>
                  </a:lnTo>
                  <a:lnTo>
                    <a:pt x="7107098" y="1140617"/>
                  </a:lnTo>
                  <a:lnTo>
                    <a:pt x="7199346" y="1161310"/>
                  </a:lnTo>
                  <a:lnTo>
                    <a:pt x="7293317" y="1185196"/>
                  </a:lnTo>
                  <a:lnTo>
                    <a:pt x="7386347" y="1212212"/>
                  </a:lnTo>
                  <a:lnTo>
                    <a:pt x="7476368" y="1242331"/>
                  </a:lnTo>
                  <a:lnTo>
                    <a:pt x="7561945" y="1275596"/>
                  </a:lnTo>
                  <a:lnTo>
                    <a:pt x="7642228" y="1312135"/>
                  </a:lnTo>
                  <a:lnTo>
                    <a:pt x="7716849" y="1352174"/>
                  </a:lnTo>
                  <a:lnTo>
                    <a:pt x="7785815" y="1396035"/>
                  </a:lnTo>
                  <a:lnTo>
                    <a:pt x="7849397" y="1444140"/>
                  </a:lnTo>
                  <a:lnTo>
                    <a:pt x="7908040" y="1496991"/>
                  </a:lnTo>
                  <a:lnTo>
                    <a:pt x="7962298" y="1555158"/>
                  </a:lnTo>
                  <a:lnTo>
                    <a:pt x="8012775" y="1619250"/>
                  </a:lnTo>
                  <a:lnTo>
                    <a:pt x="8060090" y="1689857"/>
                  </a:lnTo>
                  <a:lnTo>
                    <a:pt x="8104840" y="1767481"/>
                  </a:lnTo>
                  <a:lnTo>
                    <a:pt x="8147573" y="1852399"/>
                  </a:lnTo>
                  <a:lnTo>
                    <a:pt x="8151487" y="1860719"/>
                  </a:lnTo>
                  <a:lnTo>
                    <a:pt x="8181844" y="1928395"/>
                  </a:lnTo>
                  <a:lnTo>
                    <a:pt x="8211552" y="2000080"/>
                  </a:lnTo>
                  <a:lnTo>
                    <a:pt x="8240753" y="2075853"/>
                  </a:lnTo>
                  <a:lnTo>
                    <a:pt x="8269567" y="2155755"/>
                  </a:lnTo>
                  <a:lnTo>
                    <a:pt x="8298096" y="2239781"/>
                  </a:lnTo>
                  <a:lnTo>
                    <a:pt x="8326424" y="2327877"/>
                  </a:lnTo>
                  <a:lnTo>
                    <a:pt x="8354619" y="2419939"/>
                  </a:lnTo>
                  <a:lnTo>
                    <a:pt x="8382736" y="2515807"/>
                  </a:lnTo>
                  <a:lnTo>
                    <a:pt x="8410818" y="2615267"/>
                  </a:lnTo>
                  <a:lnTo>
                    <a:pt x="8438895" y="2718049"/>
                  </a:lnTo>
                  <a:lnTo>
                    <a:pt x="8466989" y="2823829"/>
                  </a:lnTo>
                  <a:lnTo>
                    <a:pt x="8495113" y="2932231"/>
                  </a:lnTo>
                  <a:lnTo>
                    <a:pt x="8523272" y="3042834"/>
                  </a:lnTo>
                  <a:lnTo>
                    <a:pt x="8551463" y="3155176"/>
                  </a:lnTo>
                  <a:lnTo>
                    <a:pt x="8579681" y="3268763"/>
                  </a:lnTo>
                  <a:lnTo>
                    <a:pt x="8607916" y="3383077"/>
                  </a:lnTo>
                  <a:lnTo>
                    <a:pt x="8636155" y="3497584"/>
                  </a:lnTo>
                  <a:lnTo>
                    <a:pt x="8664386" y="3611749"/>
                  </a:lnTo>
                  <a:lnTo>
                    <a:pt x="8692598" y="3725043"/>
                  </a:lnTo>
                  <a:lnTo>
                    <a:pt x="8720780" y="3836952"/>
                  </a:lnTo>
                  <a:lnTo>
                    <a:pt x="8748929" y="3946990"/>
                  </a:lnTo>
                  <a:lnTo>
                    <a:pt x="8777044" y="4054707"/>
                  </a:lnTo>
                  <a:lnTo>
                    <a:pt x="8805132" y="4159692"/>
                  </a:lnTo>
                  <a:lnTo>
                    <a:pt x="8833208" y="4261584"/>
                  </a:lnTo>
                  <a:lnTo>
                    <a:pt x="8861296" y="4360075"/>
                  </a:lnTo>
                  <a:lnTo>
                    <a:pt x="8889430" y="4454908"/>
                  </a:lnTo>
                  <a:lnTo>
                    <a:pt x="8917655" y="4545886"/>
                  </a:lnTo>
                  <a:lnTo>
                    <a:pt x="8946031" y="4632863"/>
                  </a:lnTo>
                  <a:lnTo>
                    <a:pt x="8974630" y="4715751"/>
                  </a:lnTo>
                  <a:lnTo>
                    <a:pt x="9003541" y="4794508"/>
                  </a:lnTo>
                  <a:lnTo>
                    <a:pt x="9032869" y="4869144"/>
                  </a:lnTo>
                  <a:lnTo>
                    <a:pt x="9062742" y="4939709"/>
                  </a:lnTo>
                  <a:lnTo>
                    <a:pt x="9084767" y="4988253"/>
                  </a:lnTo>
                  <a:lnTo>
                    <a:pt x="9127337" y="5073855"/>
                  </a:lnTo>
                  <a:lnTo>
                    <a:pt x="9171876" y="5152154"/>
                  </a:lnTo>
                  <a:lnTo>
                    <a:pt x="9218926" y="5223400"/>
                  </a:lnTo>
                  <a:lnTo>
                    <a:pt x="9269081" y="5288076"/>
                  </a:lnTo>
                  <a:lnTo>
                    <a:pt x="9322959" y="5346772"/>
                  </a:lnTo>
                  <a:lnTo>
                    <a:pt x="9381167" y="5400096"/>
                  </a:lnTo>
                  <a:lnTo>
                    <a:pt x="9444266" y="5448622"/>
                  </a:lnTo>
                  <a:lnTo>
                    <a:pt x="9512713" y="5492862"/>
                  </a:lnTo>
                  <a:lnTo>
                    <a:pt x="9586800" y="5533242"/>
                  </a:lnTo>
                  <a:lnTo>
                    <a:pt x="9666562" y="5570098"/>
                  </a:lnTo>
                  <a:lnTo>
                    <a:pt x="9751671" y="5603662"/>
                  </a:lnTo>
                  <a:lnTo>
                    <a:pt x="9841327" y="5634073"/>
                  </a:lnTo>
                  <a:lnTo>
                    <a:pt x="9934154" y="5661380"/>
                  </a:lnTo>
                  <a:lnTo>
                    <a:pt x="10028141" y="5685561"/>
                  </a:lnTo>
                  <a:lnTo>
                    <a:pt x="10120677" y="5706555"/>
                  </a:lnTo>
                  <a:lnTo>
                    <a:pt x="10208695" y="5724301"/>
                  </a:lnTo>
                  <a:lnTo>
                    <a:pt x="10288969" y="5738785"/>
                  </a:lnTo>
                  <a:lnTo>
                    <a:pt x="10358524" y="5750085"/>
                  </a:lnTo>
                  <a:lnTo>
                    <a:pt x="10415091" y="5758403"/>
                  </a:lnTo>
                  <a:lnTo>
                    <a:pt x="10457512" y="5764074"/>
                  </a:lnTo>
                  <a:lnTo>
                    <a:pt x="10485982" y="5767546"/>
                  </a:lnTo>
                  <a:lnTo>
                    <a:pt x="10502096" y="5769344"/>
                  </a:lnTo>
                  <a:lnTo>
                    <a:pt x="10508739" y="5770025"/>
                  </a:lnTo>
                  <a:lnTo>
                    <a:pt x="10509911" y="5770136"/>
                  </a:lnTo>
                  <a:lnTo>
                    <a:pt x="11981298" y="5770136"/>
                  </a:lnTo>
                  <a:lnTo>
                    <a:pt x="11981298" y="5753790"/>
                  </a:lnTo>
                  <a:lnTo>
                    <a:pt x="10509911" y="5753790"/>
                  </a:lnTo>
                  <a:lnTo>
                    <a:pt x="10509011" y="5753705"/>
                  </a:lnTo>
                  <a:lnTo>
                    <a:pt x="10503065" y="5753101"/>
                  </a:lnTo>
                  <a:lnTo>
                    <a:pt x="10487978" y="5751431"/>
                  </a:lnTo>
                  <a:lnTo>
                    <a:pt x="10460754" y="5748138"/>
                  </a:lnTo>
                  <a:lnTo>
                    <a:pt x="10419668" y="5742694"/>
                  </a:lnTo>
                  <a:lnTo>
                    <a:pt x="10364395" y="5734639"/>
                  </a:lnTo>
                  <a:lnTo>
                    <a:pt x="10295974" y="5723629"/>
                  </a:lnTo>
                  <a:lnTo>
                    <a:pt x="10216585" y="5709449"/>
                  </a:lnTo>
                  <a:lnTo>
                    <a:pt x="10129155" y="5692008"/>
                  </a:lnTo>
                  <a:lnTo>
                    <a:pt x="10036907" y="5671316"/>
                  </a:lnTo>
                  <a:lnTo>
                    <a:pt x="9942936" y="5647430"/>
                  </a:lnTo>
                  <a:lnTo>
                    <a:pt x="9849906" y="5620414"/>
                  </a:lnTo>
                  <a:lnTo>
                    <a:pt x="9759885" y="5590294"/>
                  </a:lnTo>
                  <a:lnTo>
                    <a:pt x="9674308" y="5557029"/>
                  </a:lnTo>
                  <a:lnTo>
                    <a:pt x="9594025" y="5520490"/>
                  </a:lnTo>
                  <a:lnTo>
                    <a:pt x="9519404" y="5480452"/>
                  </a:lnTo>
                  <a:lnTo>
                    <a:pt x="9450438" y="5436590"/>
                  </a:lnTo>
                  <a:lnTo>
                    <a:pt x="9386857" y="5388486"/>
                  </a:lnTo>
                  <a:lnTo>
                    <a:pt x="9328213" y="5335635"/>
                  </a:lnTo>
                  <a:lnTo>
                    <a:pt x="9273955" y="5277467"/>
                  </a:lnTo>
                  <a:lnTo>
                    <a:pt x="9223478" y="5213376"/>
                  </a:lnTo>
                  <a:lnTo>
                    <a:pt x="9176163" y="5142768"/>
                  </a:lnTo>
                  <a:lnTo>
                    <a:pt x="9131413" y="5065145"/>
                  </a:lnTo>
                  <a:lnTo>
                    <a:pt x="9088680" y="4980226"/>
                  </a:lnTo>
                  <a:lnTo>
                    <a:pt x="9084767" y="4971907"/>
                  </a:lnTo>
                  <a:lnTo>
                    <a:pt x="9054409" y="4904231"/>
                  </a:lnTo>
                  <a:lnTo>
                    <a:pt x="9024701" y="4832546"/>
                  </a:lnTo>
                  <a:lnTo>
                    <a:pt x="8995500" y="4756772"/>
                  </a:lnTo>
                  <a:lnTo>
                    <a:pt x="8966686" y="4676870"/>
                  </a:lnTo>
                  <a:lnTo>
                    <a:pt x="8938157" y="4592845"/>
                  </a:lnTo>
                  <a:lnTo>
                    <a:pt x="8909829" y="4504748"/>
                  </a:lnTo>
                  <a:lnTo>
                    <a:pt x="8881634" y="4412687"/>
                  </a:lnTo>
                  <a:lnTo>
                    <a:pt x="8853517" y="4316819"/>
                  </a:lnTo>
                  <a:lnTo>
                    <a:pt x="8825436" y="4217359"/>
                  </a:lnTo>
                  <a:lnTo>
                    <a:pt x="8797358" y="4114577"/>
                  </a:lnTo>
                  <a:lnTo>
                    <a:pt x="8769264" y="4008797"/>
                  </a:lnTo>
                  <a:lnTo>
                    <a:pt x="8741140" y="3900395"/>
                  </a:lnTo>
                  <a:lnTo>
                    <a:pt x="8712981" y="3789792"/>
                  </a:lnTo>
                  <a:lnTo>
                    <a:pt x="8684790" y="3677449"/>
                  </a:lnTo>
                  <a:lnTo>
                    <a:pt x="8656572" y="3563862"/>
                  </a:lnTo>
                  <a:lnTo>
                    <a:pt x="8628337" y="3449549"/>
                  </a:lnTo>
                  <a:lnTo>
                    <a:pt x="8600098" y="3335042"/>
                  </a:lnTo>
                  <a:lnTo>
                    <a:pt x="8571867" y="3220877"/>
                  </a:lnTo>
                  <a:lnTo>
                    <a:pt x="8543656" y="3107583"/>
                  </a:lnTo>
                  <a:lnTo>
                    <a:pt x="8515473" y="2995674"/>
                  </a:lnTo>
                  <a:lnTo>
                    <a:pt x="8487324" y="2885635"/>
                  </a:lnTo>
                  <a:lnTo>
                    <a:pt x="8459209" y="2777919"/>
                  </a:lnTo>
                  <a:lnTo>
                    <a:pt x="8431121" y="2672934"/>
                  </a:lnTo>
                  <a:lnTo>
                    <a:pt x="8403045" y="2571041"/>
                  </a:lnTo>
                  <a:lnTo>
                    <a:pt x="8374957" y="2472551"/>
                  </a:lnTo>
                  <a:lnTo>
                    <a:pt x="8346823" y="2377718"/>
                  </a:lnTo>
                  <a:lnTo>
                    <a:pt x="8318598" y="2286740"/>
                  </a:lnTo>
                  <a:lnTo>
                    <a:pt x="8290222" y="2199762"/>
                  </a:lnTo>
                  <a:lnTo>
                    <a:pt x="8261623" y="2116875"/>
                  </a:lnTo>
                  <a:lnTo>
                    <a:pt x="8232712" y="2038117"/>
                  </a:lnTo>
                  <a:lnTo>
                    <a:pt x="8203384" y="1963482"/>
                  </a:lnTo>
                  <a:lnTo>
                    <a:pt x="8173512" y="1892917"/>
                  </a:lnTo>
                  <a:lnTo>
                    <a:pt x="8151487" y="1844373"/>
                  </a:lnTo>
                  <a:lnTo>
                    <a:pt x="8108917" y="1758770"/>
                  </a:lnTo>
                  <a:lnTo>
                    <a:pt x="8064377" y="1680471"/>
                  </a:lnTo>
                  <a:lnTo>
                    <a:pt x="8017328" y="1609226"/>
                  </a:lnTo>
                  <a:lnTo>
                    <a:pt x="7967172" y="1544549"/>
                  </a:lnTo>
                  <a:lnTo>
                    <a:pt x="7913294" y="1485853"/>
                  </a:lnTo>
                  <a:lnTo>
                    <a:pt x="7855086" y="1432530"/>
                  </a:lnTo>
                  <a:lnTo>
                    <a:pt x="7791988" y="1384004"/>
                  </a:lnTo>
                  <a:lnTo>
                    <a:pt x="7723540" y="1339764"/>
                  </a:lnTo>
                  <a:lnTo>
                    <a:pt x="7649453" y="1299383"/>
                  </a:lnTo>
                  <a:lnTo>
                    <a:pt x="7569692" y="1262528"/>
                  </a:lnTo>
                  <a:lnTo>
                    <a:pt x="7484582" y="1228964"/>
                  </a:lnTo>
                  <a:lnTo>
                    <a:pt x="7394926" y="1198553"/>
                  </a:lnTo>
                  <a:lnTo>
                    <a:pt x="7302099" y="1171246"/>
                  </a:lnTo>
                  <a:lnTo>
                    <a:pt x="7208112" y="1147064"/>
                  </a:lnTo>
                  <a:lnTo>
                    <a:pt x="7115576" y="1126070"/>
                  </a:lnTo>
                  <a:lnTo>
                    <a:pt x="7027558" y="1108324"/>
                  </a:lnTo>
                  <a:lnTo>
                    <a:pt x="6947284" y="1093841"/>
                  </a:lnTo>
                  <a:lnTo>
                    <a:pt x="6877729" y="1082541"/>
                  </a:lnTo>
                  <a:lnTo>
                    <a:pt x="6821162" y="1074223"/>
                  </a:lnTo>
                  <a:lnTo>
                    <a:pt x="6778741" y="1068552"/>
                  </a:lnTo>
                  <a:lnTo>
                    <a:pt x="6750272" y="1065080"/>
                  </a:lnTo>
                  <a:lnTo>
                    <a:pt x="6734157" y="1063281"/>
                  </a:lnTo>
                  <a:lnTo>
                    <a:pt x="6727514" y="1062600"/>
                  </a:lnTo>
                  <a:lnTo>
                    <a:pt x="6726343" y="1062489"/>
                  </a:lnTo>
                  <a:lnTo>
                    <a:pt x="5254955" y="1062489"/>
                  </a:lnTo>
                  <a:lnTo>
                    <a:pt x="5253731" y="1062463"/>
                  </a:lnTo>
                  <a:lnTo>
                    <a:pt x="5245698" y="1062275"/>
                  </a:lnTo>
                  <a:lnTo>
                    <a:pt x="5225494" y="1061756"/>
                  </a:lnTo>
                  <a:lnTo>
                    <a:pt x="5189483" y="1060733"/>
                  </a:lnTo>
                  <a:lnTo>
                    <a:pt x="5136037" y="1059052"/>
                  </a:lnTo>
                  <a:lnTo>
                    <a:pt x="5065649" y="1056585"/>
                  </a:lnTo>
                  <a:lnTo>
                    <a:pt x="4980725" y="1053251"/>
                  </a:lnTo>
                  <a:lnTo>
                    <a:pt x="4885022" y="1049011"/>
                  </a:lnTo>
                  <a:lnTo>
                    <a:pt x="4782902" y="1043862"/>
                  </a:lnTo>
                  <a:lnTo>
                    <a:pt x="4678613" y="1037822"/>
                  </a:lnTo>
                  <a:lnTo>
                    <a:pt x="4575757" y="1030909"/>
                  </a:lnTo>
                  <a:lnTo>
                    <a:pt x="4477028" y="1023130"/>
                  </a:lnTo>
                  <a:lnTo>
                    <a:pt x="4384170" y="1014464"/>
                  </a:lnTo>
                  <a:lnTo>
                    <a:pt x="4298083" y="1004860"/>
                  </a:lnTo>
                  <a:lnTo>
                    <a:pt x="4219008" y="994233"/>
                  </a:lnTo>
                  <a:lnTo>
                    <a:pt x="4146709" y="982466"/>
                  </a:lnTo>
                  <a:lnTo>
                    <a:pt x="4080638" y="969410"/>
                  </a:lnTo>
                  <a:lnTo>
                    <a:pt x="4020063" y="954892"/>
                  </a:lnTo>
                  <a:lnTo>
                    <a:pt x="3964160" y="938724"/>
                  </a:lnTo>
                  <a:lnTo>
                    <a:pt x="3912087" y="920725"/>
                  </a:lnTo>
                  <a:lnTo>
                    <a:pt x="3863035" y="900747"/>
                  </a:lnTo>
                  <a:lnTo>
                    <a:pt x="3829811" y="885408"/>
                  </a:lnTo>
                  <a:lnTo>
                    <a:pt x="3779515" y="859320"/>
                  </a:lnTo>
                  <a:lnTo>
                    <a:pt x="3730766" y="830671"/>
                  </a:lnTo>
                  <a:lnTo>
                    <a:pt x="3682999" y="799419"/>
                  </a:lnTo>
                  <a:lnTo>
                    <a:pt x="3635799" y="765604"/>
                  </a:lnTo>
                  <a:lnTo>
                    <a:pt x="3588866" y="729356"/>
                  </a:lnTo>
                  <a:lnTo>
                    <a:pt x="3542003" y="690903"/>
                  </a:lnTo>
                  <a:lnTo>
                    <a:pt x="3495096" y="650566"/>
                  </a:lnTo>
                  <a:lnTo>
                    <a:pt x="3448098" y="608757"/>
                  </a:lnTo>
                  <a:lnTo>
                    <a:pt x="3401014" y="565962"/>
                  </a:lnTo>
                  <a:lnTo>
                    <a:pt x="3353886" y="522716"/>
                  </a:lnTo>
                  <a:lnTo>
                    <a:pt x="3306770" y="479582"/>
                  </a:lnTo>
                  <a:lnTo>
                    <a:pt x="3259716" y="437114"/>
                  </a:lnTo>
                  <a:lnTo>
                    <a:pt x="3212756" y="395831"/>
                  </a:lnTo>
                  <a:lnTo>
                    <a:pt x="3165875" y="356191"/>
                  </a:lnTo>
                  <a:lnTo>
                    <a:pt x="3119003" y="318574"/>
                  </a:lnTo>
                  <a:lnTo>
                    <a:pt x="3071993" y="283263"/>
                  </a:lnTo>
                  <a:lnTo>
                    <a:pt x="3024612" y="250447"/>
                  </a:lnTo>
                  <a:lnTo>
                    <a:pt x="2976515" y="220221"/>
                  </a:lnTo>
                  <a:lnTo>
                    <a:pt x="2927233" y="192590"/>
                  </a:lnTo>
                  <a:lnTo>
                    <a:pt x="2896531" y="177081"/>
                  </a:lnTo>
                  <a:lnTo>
                    <a:pt x="2849168" y="155663"/>
                  </a:lnTo>
                  <a:lnTo>
                    <a:pt x="2799308" y="136278"/>
                  </a:lnTo>
                  <a:lnTo>
                    <a:pt x="2746197" y="118834"/>
                  </a:lnTo>
                  <a:lnTo>
                    <a:pt x="2689010" y="103170"/>
                  </a:lnTo>
                  <a:lnTo>
                    <a:pt x="2626903" y="89100"/>
                  </a:lnTo>
                  <a:lnTo>
                    <a:pt x="2559072" y="76440"/>
                  </a:lnTo>
                  <a:lnTo>
                    <a:pt x="2484829" y="65022"/>
                  </a:lnTo>
                  <a:lnTo>
                    <a:pt x="2403701" y="54707"/>
                  </a:lnTo>
                  <a:lnTo>
                    <a:pt x="2315574" y="45385"/>
                  </a:lnTo>
                  <a:lnTo>
                    <a:pt x="2220863" y="36983"/>
                  </a:lnTo>
                  <a:lnTo>
                    <a:pt x="2120700" y="29459"/>
                  </a:lnTo>
                  <a:lnTo>
                    <a:pt x="2017101" y="22802"/>
                  </a:lnTo>
                  <a:lnTo>
                    <a:pt x="1913039" y="17021"/>
                  </a:lnTo>
                  <a:lnTo>
                    <a:pt x="1812346" y="12138"/>
                  </a:lnTo>
                  <a:lnTo>
                    <a:pt x="1719368" y="8165"/>
                  </a:lnTo>
                  <a:lnTo>
                    <a:pt x="1638371" y="5092"/>
                  </a:lnTo>
                  <a:lnTo>
                    <a:pt x="1572788" y="2866"/>
                  </a:lnTo>
                  <a:lnTo>
                    <a:pt x="1524506" y="1393"/>
                  </a:lnTo>
                  <a:lnTo>
                    <a:pt x="1493401" y="536"/>
                  </a:lnTo>
                  <a:lnTo>
                    <a:pt x="1477231" y="132"/>
                  </a:lnTo>
                  <a:lnTo>
                    <a:pt x="1471825" y="9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588" name="pl588"/>
            <p:cNvSpPr/>
            <p:nvPr/>
          </p:nvSpPr>
          <p:spPr>
            <a:xfrm>
              <a:off x="4799595" y="3582187"/>
              <a:ext cx="11981298" cy="5753790"/>
            </a:xfrm>
            <a:custGeom>
              <a:avLst/>
              <a:pathLst>
                <a:path w="11981298" h="5753790">
                  <a:moveTo>
                    <a:pt x="0" y="0"/>
                  </a:moveTo>
                  <a:lnTo>
                    <a:pt x="1471387" y="0"/>
                  </a:lnTo>
                  <a:lnTo>
                    <a:pt x="1472611" y="26"/>
                  </a:lnTo>
                  <a:lnTo>
                    <a:pt x="1480644" y="214"/>
                  </a:lnTo>
                  <a:lnTo>
                    <a:pt x="1500849" y="733"/>
                  </a:lnTo>
                  <a:lnTo>
                    <a:pt x="1536859" y="1755"/>
                  </a:lnTo>
                  <a:lnTo>
                    <a:pt x="1590305" y="3437"/>
                  </a:lnTo>
                  <a:lnTo>
                    <a:pt x="1660693" y="5904"/>
                  </a:lnTo>
                  <a:lnTo>
                    <a:pt x="1745617" y="9238"/>
                  </a:lnTo>
                  <a:lnTo>
                    <a:pt x="1841320" y="13478"/>
                  </a:lnTo>
                  <a:lnTo>
                    <a:pt x="1943440" y="18627"/>
                  </a:lnTo>
                  <a:lnTo>
                    <a:pt x="2047729" y="24667"/>
                  </a:lnTo>
                  <a:lnTo>
                    <a:pt x="2150585" y="31580"/>
                  </a:lnTo>
                  <a:lnTo>
                    <a:pt x="2249314" y="39359"/>
                  </a:lnTo>
                  <a:lnTo>
                    <a:pt x="2342173" y="48025"/>
                  </a:lnTo>
                  <a:lnTo>
                    <a:pt x="2428259" y="57629"/>
                  </a:lnTo>
                  <a:lnTo>
                    <a:pt x="2507334" y="68256"/>
                  </a:lnTo>
                  <a:lnTo>
                    <a:pt x="2579633" y="80023"/>
                  </a:lnTo>
                  <a:lnTo>
                    <a:pt x="2645704" y="93079"/>
                  </a:lnTo>
                  <a:lnTo>
                    <a:pt x="2706280" y="107597"/>
                  </a:lnTo>
                  <a:lnTo>
                    <a:pt x="2762182" y="123765"/>
                  </a:lnTo>
                  <a:lnTo>
                    <a:pt x="2814255" y="141764"/>
                  </a:lnTo>
                  <a:lnTo>
                    <a:pt x="2863308" y="161742"/>
                  </a:lnTo>
                  <a:lnTo>
                    <a:pt x="2896531" y="177081"/>
                  </a:lnTo>
                  <a:lnTo>
                    <a:pt x="2946827" y="203169"/>
                  </a:lnTo>
                  <a:lnTo>
                    <a:pt x="2995576" y="231818"/>
                  </a:lnTo>
                  <a:lnTo>
                    <a:pt x="3043343" y="263070"/>
                  </a:lnTo>
                  <a:lnTo>
                    <a:pt x="3090543" y="296885"/>
                  </a:lnTo>
                  <a:lnTo>
                    <a:pt x="3137476" y="333132"/>
                  </a:lnTo>
                  <a:lnTo>
                    <a:pt x="3184339" y="371586"/>
                  </a:lnTo>
                  <a:lnTo>
                    <a:pt x="3231246" y="411923"/>
                  </a:lnTo>
                  <a:lnTo>
                    <a:pt x="3278244" y="453732"/>
                  </a:lnTo>
                  <a:lnTo>
                    <a:pt x="3325328" y="496527"/>
                  </a:lnTo>
                  <a:lnTo>
                    <a:pt x="3372456" y="539772"/>
                  </a:lnTo>
                  <a:lnTo>
                    <a:pt x="3419572" y="582907"/>
                  </a:lnTo>
                  <a:lnTo>
                    <a:pt x="3466626" y="625375"/>
                  </a:lnTo>
                  <a:lnTo>
                    <a:pt x="3513586" y="666658"/>
                  </a:lnTo>
                  <a:lnTo>
                    <a:pt x="3560467" y="706298"/>
                  </a:lnTo>
                  <a:lnTo>
                    <a:pt x="3607339" y="743915"/>
                  </a:lnTo>
                  <a:lnTo>
                    <a:pt x="3654349" y="779226"/>
                  </a:lnTo>
                  <a:lnTo>
                    <a:pt x="3701730" y="812042"/>
                  </a:lnTo>
                  <a:lnTo>
                    <a:pt x="3749827" y="842268"/>
                  </a:lnTo>
                  <a:lnTo>
                    <a:pt x="3799109" y="869899"/>
                  </a:lnTo>
                  <a:lnTo>
                    <a:pt x="3829811" y="885408"/>
                  </a:lnTo>
                  <a:lnTo>
                    <a:pt x="3877174" y="906826"/>
                  </a:lnTo>
                  <a:lnTo>
                    <a:pt x="3927034" y="926211"/>
                  </a:lnTo>
                  <a:lnTo>
                    <a:pt x="3980145" y="943655"/>
                  </a:lnTo>
                  <a:lnTo>
                    <a:pt x="4037332" y="959319"/>
                  </a:lnTo>
                  <a:lnTo>
                    <a:pt x="4099439" y="973389"/>
                  </a:lnTo>
                  <a:lnTo>
                    <a:pt x="4167270" y="986049"/>
                  </a:lnTo>
                  <a:lnTo>
                    <a:pt x="4241513" y="997467"/>
                  </a:lnTo>
                  <a:lnTo>
                    <a:pt x="4322641" y="1007782"/>
                  </a:lnTo>
                  <a:lnTo>
                    <a:pt x="4410768" y="1017103"/>
                  </a:lnTo>
                  <a:lnTo>
                    <a:pt x="4505479" y="1025505"/>
                  </a:lnTo>
                  <a:lnTo>
                    <a:pt x="4605642" y="1033029"/>
                  </a:lnTo>
                  <a:lnTo>
                    <a:pt x="4709241" y="1039687"/>
                  </a:lnTo>
                  <a:lnTo>
                    <a:pt x="4813304" y="1045467"/>
                  </a:lnTo>
                  <a:lnTo>
                    <a:pt x="4913996" y="1050351"/>
                  </a:lnTo>
                  <a:lnTo>
                    <a:pt x="5006974" y="1054323"/>
                  </a:lnTo>
                  <a:lnTo>
                    <a:pt x="5087971" y="1057397"/>
                  </a:lnTo>
                  <a:lnTo>
                    <a:pt x="5153554" y="1059622"/>
                  </a:lnTo>
                  <a:lnTo>
                    <a:pt x="5201836" y="1061095"/>
                  </a:lnTo>
                  <a:lnTo>
                    <a:pt x="5232941" y="1061953"/>
                  </a:lnTo>
                  <a:lnTo>
                    <a:pt x="5249111" y="1062357"/>
                  </a:lnTo>
                  <a:lnTo>
                    <a:pt x="5254517" y="1062480"/>
                  </a:lnTo>
                  <a:lnTo>
                    <a:pt x="5254955" y="1062489"/>
                  </a:lnTo>
                  <a:lnTo>
                    <a:pt x="6726343" y="1062489"/>
                  </a:lnTo>
                  <a:lnTo>
                    <a:pt x="6727243" y="1062574"/>
                  </a:lnTo>
                  <a:lnTo>
                    <a:pt x="6733188" y="1063179"/>
                  </a:lnTo>
                  <a:lnTo>
                    <a:pt x="6748275" y="1064849"/>
                  </a:lnTo>
                  <a:lnTo>
                    <a:pt x="6775500" y="1068141"/>
                  </a:lnTo>
                  <a:lnTo>
                    <a:pt x="6816585" y="1073586"/>
                  </a:lnTo>
                  <a:lnTo>
                    <a:pt x="6871858" y="1081640"/>
                  </a:lnTo>
                  <a:lnTo>
                    <a:pt x="6940279" y="1092650"/>
                  </a:lnTo>
                  <a:lnTo>
                    <a:pt x="7019669" y="1106831"/>
                  </a:lnTo>
                  <a:lnTo>
                    <a:pt x="7107098" y="1124271"/>
                  </a:lnTo>
                  <a:lnTo>
                    <a:pt x="7199346" y="1144964"/>
                  </a:lnTo>
                  <a:lnTo>
                    <a:pt x="7293317" y="1168850"/>
                  </a:lnTo>
                  <a:lnTo>
                    <a:pt x="7386347" y="1195866"/>
                  </a:lnTo>
                  <a:lnTo>
                    <a:pt x="7476368" y="1225985"/>
                  </a:lnTo>
                  <a:lnTo>
                    <a:pt x="7561945" y="1259250"/>
                  </a:lnTo>
                  <a:lnTo>
                    <a:pt x="7642228" y="1295789"/>
                  </a:lnTo>
                  <a:lnTo>
                    <a:pt x="7716849" y="1335828"/>
                  </a:lnTo>
                  <a:lnTo>
                    <a:pt x="7785815" y="1379689"/>
                  </a:lnTo>
                  <a:lnTo>
                    <a:pt x="7849397" y="1427794"/>
                  </a:lnTo>
                  <a:lnTo>
                    <a:pt x="7908040" y="1480645"/>
                  </a:lnTo>
                  <a:lnTo>
                    <a:pt x="7962298" y="1538812"/>
                  </a:lnTo>
                  <a:lnTo>
                    <a:pt x="8012775" y="1602904"/>
                  </a:lnTo>
                  <a:lnTo>
                    <a:pt x="8060090" y="1673511"/>
                  </a:lnTo>
                  <a:lnTo>
                    <a:pt x="8104840" y="1751135"/>
                  </a:lnTo>
                  <a:lnTo>
                    <a:pt x="8147573" y="1836053"/>
                  </a:lnTo>
                  <a:lnTo>
                    <a:pt x="8151487" y="1844373"/>
                  </a:lnTo>
                  <a:lnTo>
                    <a:pt x="8181844" y="1912049"/>
                  </a:lnTo>
                  <a:lnTo>
                    <a:pt x="8211552" y="1983734"/>
                  </a:lnTo>
                  <a:lnTo>
                    <a:pt x="8240753" y="2059507"/>
                  </a:lnTo>
                  <a:lnTo>
                    <a:pt x="8269567" y="2139409"/>
                  </a:lnTo>
                  <a:lnTo>
                    <a:pt x="8298096" y="2223435"/>
                  </a:lnTo>
                  <a:lnTo>
                    <a:pt x="8326424" y="2311531"/>
                  </a:lnTo>
                  <a:lnTo>
                    <a:pt x="8354619" y="2403593"/>
                  </a:lnTo>
                  <a:lnTo>
                    <a:pt x="8382736" y="2499461"/>
                  </a:lnTo>
                  <a:lnTo>
                    <a:pt x="8410818" y="2598921"/>
                  </a:lnTo>
                  <a:lnTo>
                    <a:pt x="8438895" y="2701703"/>
                  </a:lnTo>
                  <a:lnTo>
                    <a:pt x="8466989" y="2807483"/>
                  </a:lnTo>
                  <a:lnTo>
                    <a:pt x="8495113" y="2915885"/>
                  </a:lnTo>
                  <a:lnTo>
                    <a:pt x="8523272" y="3026488"/>
                  </a:lnTo>
                  <a:lnTo>
                    <a:pt x="8551463" y="3138830"/>
                  </a:lnTo>
                  <a:lnTo>
                    <a:pt x="8579681" y="3252417"/>
                  </a:lnTo>
                  <a:lnTo>
                    <a:pt x="8607916" y="3366731"/>
                  </a:lnTo>
                  <a:lnTo>
                    <a:pt x="8636155" y="3481238"/>
                  </a:lnTo>
                  <a:lnTo>
                    <a:pt x="8664386" y="3595403"/>
                  </a:lnTo>
                  <a:lnTo>
                    <a:pt x="8692598" y="3708697"/>
                  </a:lnTo>
                  <a:lnTo>
                    <a:pt x="8720780" y="3820606"/>
                  </a:lnTo>
                  <a:lnTo>
                    <a:pt x="8748929" y="3930644"/>
                  </a:lnTo>
                  <a:lnTo>
                    <a:pt x="8777044" y="4038361"/>
                  </a:lnTo>
                  <a:lnTo>
                    <a:pt x="8805132" y="4143346"/>
                  </a:lnTo>
                  <a:lnTo>
                    <a:pt x="8833208" y="4245238"/>
                  </a:lnTo>
                  <a:lnTo>
                    <a:pt x="8861296" y="4343729"/>
                  </a:lnTo>
                  <a:lnTo>
                    <a:pt x="8889430" y="4438562"/>
                  </a:lnTo>
                  <a:lnTo>
                    <a:pt x="8917655" y="4529540"/>
                  </a:lnTo>
                  <a:lnTo>
                    <a:pt x="8946031" y="4616517"/>
                  </a:lnTo>
                  <a:lnTo>
                    <a:pt x="8974630" y="4699405"/>
                  </a:lnTo>
                  <a:lnTo>
                    <a:pt x="9003541" y="4778162"/>
                  </a:lnTo>
                  <a:lnTo>
                    <a:pt x="9032869" y="4852798"/>
                  </a:lnTo>
                  <a:lnTo>
                    <a:pt x="9062742" y="4923363"/>
                  </a:lnTo>
                  <a:lnTo>
                    <a:pt x="9084767" y="4971907"/>
                  </a:lnTo>
                  <a:lnTo>
                    <a:pt x="9127337" y="5057509"/>
                  </a:lnTo>
                  <a:lnTo>
                    <a:pt x="9171876" y="5135808"/>
                  </a:lnTo>
                  <a:lnTo>
                    <a:pt x="9218926" y="5207054"/>
                  </a:lnTo>
                  <a:lnTo>
                    <a:pt x="9269081" y="5271730"/>
                  </a:lnTo>
                  <a:lnTo>
                    <a:pt x="9322959" y="5330426"/>
                  </a:lnTo>
                  <a:lnTo>
                    <a:pt x="9381167" y="5383750"/>
                  </a:lnTo>
                  <a:lnTo>
                    <a:pt x="9444266" y="5432276"/>
                  </a:lnTo>
                  <a:lnTo>
                    <a:pt x="9512713" y="5476516"/>
                  </a:lnTo>
                  <a:lnTo>
                    <a:pt x="9586800" y="5516896"/>
                  </a:lnTo>
                  <a:lnTo>
                    <a:pt x="9666562" y="5553752"/>
                  </a:lnTo>
                  <a:lnTo>
                    <a:pt x="9751671" y="5587316"/>
                  </a:lnTo>
                  <a:lnTo>
                    <a:pt x="9841327" y="5617727"/>
                  </a:lnTo>
                  <a:lnTo>
                    <a:pt x="9934154" y="5645034"/>
                  </a:lnTo>
                  <a:lnTo>
                    <a:pt x="10028141" y="5669215"/>
                  </a:lnTo>
                  <a:lnTo>
                    <a:pt x="10120677" y="5690209"/>
                  </a:lnTo>
                  <a:lnTo>
                    <a:pt x="10208695" y="5707955"/>
                  </a:lnTo>
                  <a:lnTo>
                    <a:pt x="10288969" y="5722439"/>
                  </a:lnTo>
                  <a:lnTo>
                    <a:pt x="10358524" y="5733739"/>
                  </a:lnTo>
                  <a:lnTo>
                    <a:pt x="10415091" y="5742057"/>
                  </a:lnTo>
                  <a:lnTo>
                    <a:pt x="10457512" y="5747728"/>
                  </a:lnTo>
                  <a:lnTo>
                    <a:pt x="10485982" y="5751200"/>
                  </a:lnTo>
                  <a:lnTo>
                    <a:pt x="10502096" y="5752998"/>
                  </a:lnTo>
                  <a:lnTo>
                    <a:pt x="10508739" y="5753679"/>
                  </a:lnTo>
                  <a:lnTo>
                    <a:pt x="10509910" y="5753790"/>
                  </a:lnTo>
                  <a:lnTo>
                    <a:pt x="10509911" y="5753790"/>
                  </a:lnTo>
                  <a:lnTo>
                    <a:pt x="11981298" y="575379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89" name="pl589"/>
            <p:cNvSpPr/>
            <p:nvPr/>
          </p:nvSpPr>
          <p:spPr>
            <a:xfrm>
              <a:off x="4799595" y="3565841"/>
              <a:ext cx="11981298" cy="5753790"/>
            </a:xfrm>
            <a:custGeom>
              <a:avLst/>
              <a:pathLst>
                <a:path w="11981298" h="5753790">
                  <a:moveTo>
                    <a:pt x="11981298" y="5753790"/>
                  </a:moveTo>
                  <a:lnTo>
                    <a:pt x="10509911" y="5753790"/>
                  </a:lnTo>
                  <a:lnTo>
                    <a:pt x="10509011" y="5753705"/>
                  </a:lnTo>
                  <a:lnTo>
                    <a:pt x="10503065" y="5753101"/>
                  </a:lnTo>
                  <a:lnTo>
                    <a:pt x="10487978" y="5751431"/>
                  </a:lnTo>
                  <a:lnTo>
                    <a:pt x="10460754" y="5748138"/>
                  </a:lnTo>
                  <a:lnTo>
                    <a:pt x="10419668" y="5742694"/>
                  </a:lnTo>
                  <a:lnTo>
                    <a:pt x="10364395" y="5734639"/>
                  </a:lnTo>
                  <a:lnTo>
                    <a:pt x="10295974" y="5723629"/>
                  </a:lnTo>
                  <a:lnTo>
                    <a:pt x="10216585" y="5709449"/>
                  </a:lnTo>
                  <a:lnTo>
                    <a:pt x="10129155" y="5692008"/>
                  </a:lnTo>
                  <a:lnTo>
                    <a:pt x="10036907" y="5671316"/>
                  </a:lnTo>
                  <a:lnTo>
                    <a:pt x="9942936" y="5647430"/>
                  </a:lnTo>
                  <a:lnTo>
                    <a:pt x="9849906" y="5620414"/>
                  </a:lnTo>
                  <a:lnTo>
                    <a:pt x="9759885" y="5590294"/>
                  </a:lnTo>
                  <a:lnTo>
                    <a:pt x="9674308" y="5557029"/>
                  </a:lnTo>
                  <a:lnTo>
                    <a:pt x="9594025" y="5520490"/>
                  </a:lnTo>
                  <a:lnTo>
                    <a:pt x="9519404" y="5480452"/>
                  </a:lnTo>
                  <a:lnTo>
                    <a:pt x="9450438" y="5436590"/>
                  </a:lnTo>
                  <a:lnTo>
                    <a:pt x="9386857" y="5388486"/>
                  </a:lnTo>
                  <a:lnTo>
                    <a:pt x="9328213" y="5335635"/>
                  </a:lnTo>
                  <a:lnTo>
                    <a:pt x="9273955" y="5277467"/>
                  </a:lnTo>
                  <a:lnTo>
                    <a:pt x="9223478" y="5213376"/>
                  </a:lnTo>
                  <a:lnTo>
                    <a:pt x="9176163" y="5142768"/>
                  </a:lnTo>
                  <a:lnTo>
                    <a:pt x="9131413" y="5065145"/>
                  </a:lnTo>
                  <a:lnTo>
                    <a:pt x="9088680" y="4980226"/>
                  </a:lnTo>
                  <a:lnTo>
                    <a:pt x="9084767" y="4971907"/>
                  </a:lnTo>
                  <a:lnTo>
                    <a:pt x="9054409" y="4904231"/>
                  </a:lnTo>
                  <a:lnTo>
                    <a:pt x="9024701" y="4832546"/>
                  </a:lnTo>
                  <a:lnTo>
                    <a:pt x="8995500" y="4756772"/>
                  </a:lnTo>
                  <a:lnTo>
                    <a:pt x="8966686" y="4676870"/>
                  </a:lnTo>
                  <a:lnTo>
                    <a:pt x="8938157" y="4592845"/>
                  </a:lnTo>
                  <a:lnTo>
                    <a:pt x="8909829" y="4504748"/>
                  </a:lnTo>
                  <a:lnTo>
                    <a:pt x="8881634" y="4412687"/>
                  </a:lnTo>
                  <a:lnTo>
                    <a:pt x="8853517" y="4316819"/>
                  </a:lnTo>
                  <a:lnTo>
                    <a:pt x="8825436" y="4217359"/>
                  </a:lnTo>
                  <a:lnTo>
                    <a:pt x="8797358" y="4114577"/>
                  </a:lnTo>
                  <a:lnTo>
                    <a:pt x="8769264" y="4008797"/>
                  </a:lnTo>
                  <a:lnTo>
                    <a:pt x="8741140" y="3900395"/>
                  </a:lnTo>
                  <a:lnTo>
                    <a:pt x="8712981" y="3789792"/>
                  </a:lnTo>
                  <a:lnTo>
                    <a:pt x="8684790" y="3677449"/>
                  </a:lnTo>
                  <a:lnTo>
                    <a:pt x="8656572" y="3563862"/>
                  </a:lnTo>
                  <a:lnTo>
                    <a:pt x="8628337" y="3449549"/>
                  </a:lnTo>
                  <a:lnTo>
                    <a:pt x="8600098" y="3335042"/>
                  </a:lnTo>
                  <a:lnTo>
                    <a:pt x="8571867" y="3220877"/>
                  </a:lnTo>
                  <a:lnTo>
                    <a:pt x="8543656" y="3107583"/>
                  </a:lnTo>
                  <a:lnTo>
                    <a:pt x="8515473" y="2995674"/>
                  </a:lnTo>
                  <a:lnTo>
                    <a:pt x="8487324" y="2885635"/>
                  </a:lnTo>
                  <a:lnTo>
                    <a:pt x="8459209" y="2777919"/>
                  </a:lnTo>
                  <a:lnTo>
                    <a:pt x="8431121" y="2672934"/>
                  </a:lnTo>
                  <a:lnTo>
                    <a:pt x="8403045" y="2571041"/>
                  </a:lnTo>
                  <a:lnTo>
                    <a:pt x="8374957" y="2472551"/>
                  </a:lnTo>
                  <a:lnTo>
                    <a:pt x="8346823" y="2377718"/>
                  </a:lnTo>
                  <a:lnTo>
                    <a:pt x="8318598" y="2286740"/>
                  </a:lnTo>
                  <a:lnTo>
                    <a:pt x="8290222" y="2199762"/>
                  </a:lnTo>
                  <a:lnTo>
                    <a:pt x="8261623" y="2116875"/>
                  </a:lnTo>
                  <a:lnTo>
                    <a:pt x="8232712" y="2038117"/>
                  </a:lnTo>
                  <a:lnTo>
                    <a:pt x="8203384" y="1963482"/>
                  </a:lnTo>
                  <a:lnTo>
                    <a:pt x="8173512" y="1892917"/>
                  </a:lnTo>
                  <a:lnTo>
                    <a:pt x="8151487" y="1844373"/>
                  </a:lnTo>
                  <a:lnTo>
                    <a:pt x="8108917" y="1758770"/>
                  </a:lnTo>
                  <a:lnTo>
                    <a:pt x="8064377" y="1680471"/>
                  </a:lnTo>
                  <a:lnTo>
                    <a:pt x="8017328" y="1609226"/>
                  </a:lnTo>
                  <a:lnTo>
                    <a:pt x="7967172" y="1544549"/>
                  </a:lnTo>
                  <a:lnTo>
                    <a:pt x="7913294" y="1485853"/>
                  </a:lnTo>
                  <a:lnTo>
                    <a:pt x="7855086" y="1432530"/>
                  </a:lnTo>
                  <a:lnTo>
                    <a:pt x="7791988" y="1384004"/>
                  </a:lnTo>
                  <a:lnTo>
                    <a:pt x="7723540" y="1339764"/>
                  </a:lnTo>
                  <a:lnTo>
                    <a:pt x="7649453" y="1299383"/>
                  </a:lnTo>
                  <a:lnTo>
                    <a:pt x="7569692" y="1262528"/>
                  </a:lnTo>
                  <a:lnTo>
                    <a:pt x="7484582" y="1228964"/>
                  </a:lnTo>
                  <a:lnTo>
                    <a:pt x="7394926" y="1198553"/>
                  </a:lnTo>
                  <a:lnTo>
                    <a:pt x="7302099" y="1171246"/>
                  </a:lnTo>
                  <a:lnTo>
                    <a:pt x="7208112" y="1147064"/>
                  </a:lnTo>
                  <a:lnTo>
                    <a:pt x="7115576" y="1126070"/>
                  </a:lnTo>
                  <a:lnTo>
                    <a:pt x="7027558" y="1108324"/>
                  </a:lnTo>
                  <a:lnTo>
                    <a:pt x="6947284" y="1093841"/>
                  </a:lnTo>
                  <a:lnTo>
                    <a:pt x="6877729" y="1082541"/>
                  </a:lnTo>
                  <a:lnTo>
                    <a:pt x="6821162" y="1074223"/>
                  </a:lnTo>
                  <a:lnTo>
                    <a:pt x="6778741" y="1068552"/>
                  </a:lnTo>
                  <a:lnTo>
                    <a:pt x="6750272" y="1065080"/>
                  </a:lnTo>
                  <a:lnTo>
                    <a:pt x="6734157" y="1063281"/>
                  </a:lnTo>
                  <a:lnTo>
                    <a:pt x="6727514" y="1062600"/>
                  </a:lnTo>
                  <a:lnTo>
                    <a:pt x="6726343" y="1062489"/>
                  </a:lnTo>
                  <a:lnTo>
                    <a:pt x="6726343" y="1062489"/>
                  </a:lnTo>
                  <a:lnTo>
                    <a:pt x="5254955" y="1062489"/>
                  </a:lnTo>
                  <a:lnTo>
                    <a:pt x="5253731" y="1062463"/>
                  </a:lnTo>
                  <a:lnTo>
                    <a:pt x="5245698" y="1062275"/>
                  </a:lnTo>
                  <a:lnTo>
                    <a:pt x="5225494" y="1061756"/>
                  </a:lnTo>
                  <a:lnTo>
                    <a:pt x="5189483" y="1060733"/>
                  </a:lnTo>
                  <a:lnTo>
                    <a:pt x="5136037" y="1059052"/>
                  </a:lnTo>
                  <a:lnTo>
                    <a:pt x="5065649" y="1056585"/>
                  </a:lnTo>
                  <a:lnTo>
                    <a:pt x="4980725" y="1053251"/>
                  </a:lnTo>
                  <a:lnTo>
                    <a:pt x="4885022" y="1049011"/>
                  </a:lnTo>
                  <a:lnTo>
                    <a:pt x="4782902" y="1043862"/>
                  </a:lnTo>
                  <a:lnTo>
                    <a:pt x="4678613" y="1037822"/>
                  </a:lnTo>
                  <a:lnTo>
                    <a:pt x="4575757" y="1030909"/>
                  </a:lnTo>
                  <a:lnTo>
                    <a:pt x="4477028" y="1023130"/>
                  </a:lnTo>
                  <a:lnTo>
                    <a:pt x="4384170" y="1014464"/>
                  </a:lnTo>
                  <a:lnTo>
                    <a:pt x="4298083" y="1004860"/>
                  </a:lnTo>
                  <a:lnTo>
                    <a:pt x="4219008" y="994233"/>
                  </a:lnTo>
                  <a:lnTo>
                    <a:pt x="4146709" y="982466"/>
                  </a:lnTo>
                  <a:lnTo>
                    <a:pt x="4080638" y="969410"/>
                  </a:lnTo>
                  <a:lnTo>
                    <a:pt x="4020063" y="954892"/>
                  </a:lnTo>
                  <a:lnTo>
                    <a:pt x="3964160" y="938724"/>
                  </a:lnTo>
                  <a:lnTo>
                    <a:pt x="3912087" y="920725"/>
                  </a:lnTo>
                  <a:lnTo>
                    <a:pt x="3863035" y="900747"/>
                  </a:lnTo>
                  <a:lnTo>
                    <a:pt x="3829811" y="885408"/>
                  </a:lnTo>
                  <a:lnTo>
                    <a:pt x="3779515" y="859320"/>
                  </a:lnTo>
                  <a:lnTo>
                    <a:pt x="3730766" y="830671"/>
                  </a:lnTo>
                  <a:lnTo>
                    <a:pt x="3682999" y="799419"/>
                  </a:lnTo>
                  <a:lnTo>
                    <a:pt x="3635799" y="765604"/>
                  </a:lnTo>
                  <a:lnTo>
                    <a:pt x="3588866" y="729356"/>
                  </a:lnTo>
                  <a:lnTo>
                    <a:pt x="3542003" y="690903"/>
                  </a:lnTo>
                  <a:lnTo>
                    <a:pt x="3495096" y="650566"/>
                  </a:lnTo>
                  <a:lnTo>
                    <a:pt x="3448098" y="608757"/>
                  </a:lnTo>
                  <a:lnTo>
                    <a:pt x="3401014" y="565962"/>
                  </a:lnTo>
                  <a:lnTo>
                    <a:pt x="3353886" y="522716"/>
                  </a:lnTo>
                  <a:lnTo>
                    <a:pt x="3306770" y="479582"/>
                  </a:lnTo>
                  <a:lnTo>
                    <a:pt x="3259716" y="437114"/>
                  </a:lnTo>
                  <a:lnTo>
                    <a:pt x="3212756" y="395831"/>
                  </a:lnTo>
                  <a:lnTo>
                    <a:pt x="3165875" y="356191"/>
                  </a:lnTo>
                  <a:lnTo>
                    <a:pt x="3119003" y="318574"/>
                  </a:lnTo>
                  <a:lnTo>
                    <a:pt x="3071993" y="283263"/>
                  </a:lnTo>
                  <a:lnTo>
                    <a:pt x="3024612" y="250447"/>
                  </a:lnTo>
                  <a:lnTo>
                    <a:pt x="2976515" y="220221"/>
                  </a:lnTo>
                  <a:lnTo>
                    <a:pt x="2927233" y="192590"/>
                  </a:lnTo>
                  <a:lnTo>
                    <a:pt x="2896531" y="177081"/>
                  </a:lnTo>
                  <a:lnTo>
                    <a:pt x="2849168" y="155663"/>
                  </a:lnTo>
                  <a:lnTo>
                    <a:pt x="2799308" y="136278"/>
                  </a:lnTo>
                  <a:lnTo>
                    <a:pt x="2746197" y="118834"/>
                  </a:lnTo>
                  <a:lnTo>
                    <a:pt x="2689010" y="103170"/>
                  </a:lnTo>
                  <a:lnTo>
                    <a:pt x="2626903" y="89100"/>
                  </a:lnTo>
                  <a:lnTo>
                    <a:pt x="2559072" y="76440"/>
                  </a:lnTo>
                  <a:lnTo>
                    <a:pt x="2484829" y="65022"/>
                  </a:lnTo>
                  <a:lnTo>
                    <a:pt x="2403701" y="54707"/>
                  </a:lnTo>
                  <a:lnTo>
                    <a:pt x="2315574" y="45385"/>
                  </a:lnTo>
                  <a:lnTo>
                    <a:pt x="2220863" y="36983"/>
                  </a:lnTo>
                  <a:lnTo>
                    <a:pt x="2120700" y="29459"/>
                  </a:lnTo>
                  <a:lnTo>
                    <a:pt x="2017101" y="22802"/>
                  </a:lnTo>
                  <a:lnTo>
                    <a:pt x="1913039" y="17021"/>
                  </a:lnTo>
                  <a:lnTo>
                    <a:pt x="1812346" y="12138"/>
                  </a:lnTo>
                  <a:lnTo>
                    <a:pt x="1719368" y="8165"/>
                  </a:lnTo>
                  <a:lnTo>
                    <a:pt x="1638371" y="5092"/>
                  </a:lnTo>
                  <a:lnTo>
                    <a:pt x="1572788" y="2866"/>
                  </a:lnTo>
                  <a:lnTo>
                    <a:pt x="1524506" y="1393"/>
                  </a:lnTo>
                  <a:lnTo>
                    <a:pt x="1493401" y="536"/>
                  </a:lnTo>
                  <a:lnTo>
                    <a:pt x="1477231" y="132"/>
                  </a:lnTo>
                  <a:lnTo>
                    <a:pt x="1471825" y="9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90" name="pg590"/>
            <p:cNvSpPr/>
            <p:nvPr/>
          </p:nvSpPr>
          <p:spPr>
            <a:xfrm>
              <a:off x="4799595" y="3909107"/>
              <a:ext cx="11981298" cy="5394178"/>
            </a:xfrm>
            <a:custGeom>
              <a:avLst/>
              <a:pathLst>
                <a:path w="11981298" h="5394178">
                  <a:moveTo>
                    <a:pt x="0" y="2108633"/>
                  </a:moveTo>
                  <a:lnTo>
                    <a:pt x="1471387" y="2108633"/>
                  </a:lnTo>
                  <a:lnTo>
                    <a:pt x="1472506" y="2108707"/>
                  </a:lnTo>
                  <a:lnTo>
                    <a:pt x="1479861" y="2109237"/>
                  </a:lnTo>
                  <a:lnTo>
                    <a:pt x="1498413" y="2110701"/>
                  </a:lnTo>
                  <a:lnTo>
                    <a:pt x="1531607" y="2113583"/>
                  </a:lnTo>
                  <a:lnTo>
                    <a:pt x="1581133" y="2118332"/>
                  </a:lnTo>
                  <a:lnTo>
                    <a:pt x="1646799" y="2125318"/>
                  </a:lnTo>
                  <a:lnTo>
                    <a:pt x="1726666" y="2134795"/>
                  </a:lnTo>
                  <a:lnTo>
                    <a:pt x="1817495" y="2146894"/>
                  </a:lnTo>
                  <a:lnTo>
                    <a:pt x="1915361" y="2161642"/>
                  </a:lnTo>
                  <a:lnTo>
                    <a:pt x="2016307" y="2178999"/>
                  </a:lnTo>
                  <a:lnTo>
                    <a:pt x="2116837" y="2198907"/>
                  </a:lnTo>
                  <a:lnTo>
                    <a:pt x="2214220" y="2221335"/>
                  </a:lnTo>
                  <a:lnTo>
                    <a:pt x="2306571" y="2246311"/>
                  </a:lnTo>
                  <a:lnTo>
                    <a:pt x="2392797" y="2273945"/>
                  </a:lnTo>
                  <a:lnTo>
                    <a:pt x="2472455" y="2304437"/>
                  </a:lnTo>
                  <a:lnTo>
                    <a:pt x="2545593" y="2338079"/>
                  </a:lnTo>
                  <a:lnTo>
                    <a:pt x="2612595" y="2375251"/>
                  </a:lnTo>
                  <a:lnTo>
                    <a:pt x="2674058" y="2416411"/>
                  </a:lnTo>
                  <a:lnTo>
                    <a:pt x="2730699" y="2462071"/>
                  </a:lnTo>
                  <a:lnTo>
                    <a:pt x="2783285" y="2512762"/>
                  </a:lnTo>
                  <a:lnTo>
                    <a:pt x="2832578" y="2568970"/>
                  </a:lnTo>
                  <a:lnTo>
                    <a:pt x="2879292" y="2631036"/>
                  </a:lnTo>
                  <a:lnTo>
                    <a:pt x="2896531" y="2656224"/>
                  </a:lnTo>
                  <a:lnTo>
                    <a:pt x="2932005" y="2711996"/>
                  </a:lnTo>
                  <a:lnTo>
                    <a:pt x="2966623" y="2771632"/>
                  </a:lnTo>
                  <a:lnTo>
                    <a:pt x="3000605" y="2835209"/>
                  </a:lnTo>
                  <a:lnTo>
                    <a:pt x="3034131" y="2902751"/>
                  </a:lnTo>
                  <a:lnTo>
                    <a:pt x="3067346" y="2974222"/>
                  </a:lnTo>
                  <a:lnTo>
                    <a:pt x="3100366" y="3049516"/>
                  </a:lnTo>
                  <a:lnTo>
                    <a:pt x="3133280" y="3128458"/>
                  </a:lnTo>
                  <a:lnTo>
                    <a:pt x="3166154" y="3210800"/>
                  </a:lnTo>
                  <a:lnTo>
                    <a:pt x="3199035" y="3296222"/>
                  </a:lnTo>
                  <a:lnTo>
                    <a:pt x="3231949" y="3384333"/>
                  </a:lnTo>
                  <a:lnTo>
                    <a:pt x="3264909" y="3474678"/>
                  </a:lnTo>
                  <a:lnTo>
                    <a:pt x="3297915" y="3566746"/>
                  </a:lnTo>
                  <a:lnTo>
                    <a:pt x="3330956" y="3659985"/>
                  </a:lnTo>
                  <a:lnTo>
                    <a:pt x="3364017" y="3753809"/>
                  </a:lnTo>
                  <a:lnTo>
                    <a:pt x="3397077" y="3847617"/>
                  </a:lnTo>
                  <a:lnTo>
                    <a:pt x="3430117" y="3940810"/>
                  </a:lnTo>
                  <a:lnTo>
                    <a:pt x="3463121" y="4032804"/>
                  </a:lnTo>
                  <a:lnTo>
                    <a:pt x="3496079" y="4123047"/>
                  </a:lnTo>
                  <a:lnTo>
                    <a:pt x="3528991" y="4211030"/>
                  </a:lnTo>
                  <a:lnTo>
                    <a:pt x="3561870" y="4296303"/>
                  </a:lnTo>
                  <a:lnTo>
                    <a:pt x="3594746" y="4378479"/>
                  </a:lnTo>
                  <a:lnTo>
                    <a:pt x="3627663" y="4457240"/>
                  </a:lnTo>
                  <a:lnTo>
                    <a:pt x="3660690" y="4532341"/>
                  </a:lnTo>
                  <a:lnTo>
                    <a:pt x="3693918" y="4603613"/>
                  </a:lnTo>
                  <a:lnTo>
                    <a:pt x="3727464" y="4670953"/>
                  </a:lnTo>
                  <a:lnTo>
                    <a:pt x="3761473" y="4734327"/>
                  </a:lnTo>
                  <a:lnTo>
                    <a:pt x="3796130" y="4793762"/>
                  </a:lnTo>
                  <a:lnTo>
                    <a:pt x="3829811" y="4846588"/>
                  </a:lnTo>
                  <a:lnTo>
                    <a:pt x="3875714" y="4910916"/>
                  </a:lnTo>
                  <a:lnTo>
                    <a:pt x="3923945" y="4969326"/>
                  </a:lnTo>
                  <a:lnTo>
                    <a:pt x="3975189" y="5022065"/>
                  </a:lnTo>
                  <a:lnTo>
                    <a:pt x="4030195" y="5069578"/>
                  </a:lnTo>
                  <a:lnTo>
                    <a:pt x="4089735" y="5112389"/>
                  </a:lnTo>
                  <a:lnTo>
                    <a:pt x="4154549" y="5151022"/>
                  </a:lnTo>
                  <a:lnTo>
                    <a:pt x="4225292" y="5185958"/>
                  </a:lnTo>
                  <a:lnTo>
                    <a:pt x="4302441" y="5217610"/>
                  </a:lnTo>
                  <a:lnTo>
                    <a:pt x="4386189" y="5246303"/>
                  </a:lnTo>
                  <a:lnTo>
                    <a:pt x="4476298" y="5272273"/>
                  </a:lnTo>
                  <a:lnTo>
                    <a:pt x="4571943" y="5295664"/>
                  </a:lnTo>
                  <a:lnTo>
                    <a:pt x="4671551" y="5316532"/>
                  </a:lnTo>
                  <a:lnTo>
                    <a:pt x="4772713" y="5334867"/>
                  </a:lnTo>
                  <a:lnTo>
                    <a:pt x="4872202" y="5350614"/>
                  </a:lnTo>
                  <a:lnTo>
                    <a:pt x="4966188" y="5363723"/>
                  </a:lnTo>
                  <a:lnTo>
                    <a:pt x="5050662" y="5374189"/>
                  </a:lnTo>
                  <a:lnTo>
                    <a:pt x="5122045" y="5382100"/>
                  </a:lnTo>
                  <a:lnTo>
                    <a:pt x="5177838" y="5387663"/>
                  </a:lnTo>
                  <a:lnTo>
                    <a:pt x="5217152" y="5391207"/>
                  </a:lnTo>
                  <a:lnTo>
                    <a:pt x="5240961" y="5393154"/>
                  </a:lnTo>
                  <a:lnTo>
                    <a:pt x="5252072" y="5393982"/>
                  </a:lnTo>
                  <a:lnTo>
                    <a:pt x="5254955" y="5394178"/>
                  </a:lnTo>
                  <a:lnTo>
                    <a:pt x="6726343" y="5394178"/>
                  </a:lnTo>
                  <a:lnTo>
                    <a:pt x="6727198" y="5394086"/>
                  </a:lnTo>
                  <a:lnTo>
                    <a:pt x="6732858" y="5393427"/>
                  </a:lnTo>
                  <a:lnTo>
                    <a:pt x="6747240" y="5391606"/>
                  </a:lnTo>
                  <a:lnTo>
                    <a:pt x="6773237" y="5388016"/>
                  </a:lnTo>
                  <a:lnTo>
                    <a:pt x="6812565" y="5382075"/>
                  </a:lnTo>
                  <a:lnTo>
                    <a:pt x="6865635" y="5373277"/>
                  </a:lnTo>
                  <a:lnTo>
                    <a:pt x="6931573" y="5361231"/>
                  </a:lnTo>
                  <a:lnTo>
                    <a:pt x="7008409" y="5345686"/>
                  </a:lnTo>
                  <a:lnTo>
                    <a:pt x="7093427" y="5326531"/>
                  </a:lnTo>
                  <a:lnTo>
                    <a:pt x="7183575" y="5303760"/>
                  </a:lnTo>
                  <a:lnTo>
                    <a:pt x="7275869" y="5277433"/>
                  </a:lnTo>
                  <a:lnTo>
                    <a:pt x="7367690" y="5247621"/>
                  </a:lnTo>
                  <a:lnTo>
                    <a:pt x="7456956" y="5214365"/>
                  </a:lnTo>
                  <a:lnTo>
                    <a:pt x="7542178" y="5177636"/>
                  </a:lnTo>
                  <a:lnTo>
                    <a:pt x="7622430" y="5137319"/>
                  </a:lnTo>
                  <a:lnTo>
                    <a:pt x="7697261" y="5093192"/>
                  </a:lnTo>
                  <a:lnTo>
                    <a:pt x="7766593" y="5044931"/>
                  </a:lnTo>
                  <a:lnTo>
                    <a:pt x="7830625" y="4992105"/>
                  </a:lnTo>
                  <a:lnTo>
                    <a:pt x="7889739" y="4934192"/>
                  </a:lnTo>
                  <a:lnTo>
                    <a:pt x="7944436" y="4870588"/>
                  </a:lnTo>
                  <a:lnTo>
                    <a:pt x="7995278" y="4800641"/>
                  </a:lnTo>
                  <a:lnTo>
                    <a:pt x="8042851" y="4723688"/>
                  </a:lnTo>
                  <a:lnTo>
                    <a:pt x="8087736" y="4639136"/>
                  </a:lnTo>
                  <a:lnTo>
                    <a:pt x="8130474" y="4546569"/>
                  </a:lnTo>
                  <a:lnTo>
                    <a:pt x="8151487" y="4496511"/>
                  </a:lnTo>
                  <a:lnTo>
                    <a:pt x="8179981" y="4423767"/>
                  </a:lnTo>
                  <a:lnTo>
                    <a:pt x="8207895" y="4346981"/>
                  </a:lnTo>
                  <a:lnTo>
                    <a:pt x="8235349" y="4266072"/>
                  </a:lnTo>
                  <a:lnTo>
                    <a:pt x="8262445" y="4180998"/>
                  </a:lnTo>
                  <a:lnTo>
                    <a:pt x="8289270" y="4091752"/>
                  </a:lnTo>
                  <a:lnTo>
                    <a:pt x="8315896" y="3998372"/>
                  </a:lnTo>
                  <a:lnTo>
                    <a:pt x="8342384" y="3900941"/>
                  </a:lnTo>
                  <a:lnTo>
                    <a:pt x="8368784" y="3799588"/>
                  </a:lnTo>
                  <a:lnTo>
                    <a:pt x="8395136" y="3694492"/>
                  </a:lnTo>
                  <a:lnTo>
                    <a:pt x="8421471" y="3585881"/>
                  </a:lnTo>
                  <a:lnTo>
                    <a:pt x="8447809" y="3474033"/>
                  </a:lnTo>
                  <a:lnTo>
                    <a:pt x="8474167" y="3359271"/>
                  </a:lnTo>
                  <a:lnTo>
                    <a:pt x="8500553" y="3241964"/>
                  </a:lnTo>
                  <a:lnTo>
                    <a:pt x="8526969" y="3122521"/>
                  </a:lnTo>
                  <a:lnTo>
                    <a:pt x="8553414" y="3001385"/>
                  </a:lnTo>
                  <a:lnTo>
                    <a:pt x="8579882" y="2879027"/>
                  </a:lnTo>
                  <a:lnTo>
                    <a:pt x="8606364" y="2755939"/>
                  </a:lnTo>
                  <a:lnTo>
                    <a:pt x="8632851" y="2632626"/>
                  </a:lnTo>
                  <a:lnTo>
                    <a:pt x="8659332" y="2509594"/>
                  </a:lnTo>
                  <a:lnTo>
                    <a:pt x="8685798" y="2387349"/>
                  </a:lnTo>
                  <a:lnTo>
                    <a:pt x="8712240" y="2266379"/>
                  </a:lnTo>
                  <a:lnTo>
                    <a:pt x="8738653" y="2147154"/>
                  </a:lnTo>
                  <a:lnTo>
                    <a:pt x="8765035" y="2030112"/>
                  </a:lnTo>
                  <a:lnTo>
                    <a:pt x="8791390" y="1915658"/>
                  </a:lnTo>
                  <a:lnTo>
                    <a:pt x="8817728" y="1804157"/>
                  </a:lnTo>
                  <a:lnTo>
                    <a:pt x="8844063" y="1695926"/>
                  </a:lnTo>
                  <a:lnTo>
                    <a:pt x="8870418" y="1591238"/>
                  </a:lnTo>
                  <a:lnTo>
                    <a:pt x="8896826" y="1490316"/>
                  </a:lnTo>
                  <a:lnTo>
                    <a:pt x="8923327" y="1393332"/>
                  </a:lnTo>
                  <a:lnTo>
                    <a:pt x="8949972" y="1300412"/>
                  </a:lnTo>
                  <a:lnTo>
                    <a:pt x="8976823" y="1211631"/>
                  </a:lnTo>
                  <a:lnTo>
                    <a:pt x="9003955" y="1127024"/>
                  </a:lnTo>
                  <a:lnTo>
                    <a:pt x="9031455" y="1046579"/>
                  </a:lnTo>
                  <a:lnTo>
                    <a:pt x="9059428" y="970249"/>
                  </a:lnTo>
                  <a:lnTo>
                    <a:pt x="9084767" y="905840"/>
                  </a:lnTo>
                  <a:lnTo>
                    <a:pt x="9126603" y="809150"/>
                  </a:lnTo>
                  <a:lnTo>
                    <a:pt x="9170335" y="720567"/>
                  </a:lnTo>
                  <a:lnTo>
                    <a:pt x="9216474" y="639827"/>
                  </a:lnTo>
                  <a:lnTo>
                    <a:pt x="9265584" y="566407"/>
                  </a:lnTo>
                  <a:lnTo>
                    <a:pt x="9318253" y="499669"/>
                  </a:lnTo>
                  <a:lnTo>
                    <a:pt x="9375059" y="438949"/>
                  </a:lnTo>
                  <a:lnTo>
                    <a:pt x="9436540" y="383613"/>
                  </a:lnTo>
                  <a:lnTo>
                    <a:pt x="9503145" y="333097"/>
                  </a:lnTo>
                  <a:lnTo>
                    <a:pt x="9575177" y="286920"/>
                  </a:lnTo>
                  <a:lnTo>
                    <a:pt x="9652710" y="244705"/>
                  </a:lnTo>
                  <a:lnTo>
                    <a:pt x="9735495" y="206177"/>
                  </a:lnTo>
                  <a:lnTo>
                    <a:pt x="9822859" y="171168"/>
                  </a:lnTo>
                  <a:lnTo>
                    <a:pt x="9913607" y="139607"/>
                  </a:lnTo>
                  <a:lnTo>
                    <a:pt x="10005957" y="111505"/>
                  </a:lnTo>
                  <a:lnTo>
                    <a:pt x="10097550" y="86921"/>
                  </a:lnTo>
                  <a:lnTo>
                    <a:pt x="10185555" y="65927"/>
                  </a:lnTo>
                  <a:lnTo>
                    <a:pt x="10266911" y="48558"/>
                  </a:lnTo>
                  <a:lnTo>
                    <a:pt x="10338680" y="34759"/>
                  </a:lnTo>
                  <a:lnTo>
                    <a:pt x="10398462" y="24353"/>
                  </a:lnTo>
                  <a:lnTo>
                    <a:pt x="10444791" y="17020"/>
                  </a:lnTo>
                  <a:lnTo>
                    <a:pt x="10477416" y="12307"/>
                  </a:lnTo>
                  <a:lnTo>
                    <a:pt x="10497398" y="9664"/>
                  </a:lnTo>
                  <a:lnTo>
                    <a:pt x="10507053" y="8492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9055" y="92"/>
                  </a:lnTo>
                  <a:lnTo>
                    <a:pt x="10503395" y="751"/>
                  </a:lnTo>
                  <a:lnTo>
                    <a:pt x="10489013" y="2572"/>
                  </a:lnTo>
                  <a:lnTo>
                    <a:pt x="10463016" y="6162"/>
                  </a:lnTo>
                  <a:lnTo>
                    <a:pt x="10423689" y="12102"/>
                  </a:lnTo>
                  <a:lnTo>
                    <a:pt x="10370619" y="20901"/>
                  </a:lnTo>
                  <a:lnTo>
                    <a:pt x="10304681" y="32947"/>
                  </a:lnTo>
                  <a:lnTo>
                    <a:pt x="10227844" y="48492"/>
                  </a:lnTo>
                  <a:lnTo>
                    <a:pt x="10142827" y="67647"/>
                  </a:lnTo>
                  <a:lnTo>
                    <a:pt x="10052678" y="90418"/>
                  </a:lnTo>
                  <a:lnTo>
                    <a:pt x="9960384" y="116745"/>
                  </a:lnTo>
                  <a:lnTo>
                    <a:pt x="9868563" y="146557"/>
                  </a:lnTo>
                  <a:lnTo>
                    <a:pt x="9779297" y="179813"/>
                  </a:lnTo>
                  <a:lnTo>
                    <a:pt x="9694075" y="216541"/>
                  </a:lnTo>
                  <a:lnTo>
                    <a:pt x="9613823" y="256859"/>
                  </a:lnTo>
                  <a:lnTo>
                    <a:pt x="9538993" y="300986"/>
                  </a:lnTo>
                  <a:lnTo>
                    <a:pt x="9469660" y="349247"/>
                  </a:lnTo>
                  <a:lnTo>
                    <a:pt x="9405628" y="402073"/>
                  </a:lnTo>
                  <a:lnTo>
                    <a:pt x="9346514" y="459986"/>
                  </a:lnTo>
                  <a:lnTo>
                    <a:pt x="9291817" y="523590"/>
                  </a:lnTo>
                  <a:lnTo>
                    <a:pt x="9240976" y="593537"/>
                  </a:lnTo>
                  <a:lnTo>
                    <a:pt x="9193402" y="670490"/>
                  </a:lnTo>
                  <a:lnTo>
                    <a:pt x="9148517" y="755041"/>
                  </a:lnTo>
                  <a:lnTo>
                    <a:pt x="9105779" y="847609"/>
                  </a:lnTo>
                  <a:lnTo>
                    <a:pt x="9084767" y="897667"/>
                  </a:lnTo>
                  <a:lnTo>
                    <a:pt x="9056272" y="970411"/>
                  </a:lnTo>
                  <a:lnTo>
                    <a:pt x="9028358" y="1047197"/>
                  </a:lnTo>
                  <a:lnTo>
                    <a:pt x="9000904" y="1128106"/>
                  </a:lnTo>
                  <a:lnTo>
                    <a:pt x="8973808" y="1213180"/>
                  </a:lnTo>
                  <a:lnTo>
                    <a:pt x="8946984" y="1302426"/>
                  </a:lnTo>
                  <a:lnTo>
                    <a:pt x="8920358" y="1395806"/>
                  </a:lnTo>
                  <a:lnTo>
                    <a:pt x="8893869" y="1493237"/>
                  </a:lnTo>
                  <a:lnTo>
                    <a:pt x="8867469" y="1594590"/>
                  </a:lnTo>
                  <a:lnTo>
                    <a:pt x="8841117" y="1699686"/>
                  </a:lnTo>
                  <a:lnTo>
                    <a:pt x="8814783" y="1808297"/>
                  </a:lnTo>
                  <a:lnTo>
                    <a:pt x="8788444" y="1920145"/>
                  </a:lnTo>
                  <a:lnTo>
                    <a:pt x="8762086" y="2034907"/>
                  </a:lnTo>
                  <a:lnTo>
                    <a:pt x="8735700" y="2152214"/>
                  </a:lnTo>
                  <a:lnTo>
                    <a:pt x="8709284" y="2271657"/>
                  </a:lnTo>
                  <a:lnTo>
                    <a:pt x="8682839" y="2392793"/>
                  </a:lnTo>
                  <a:lnTo>
                    <a:pt x="8656371" y="2515151"/>
                  </a:lnTo>
                  <a:lnTo>
                    <a:pt x="8629889" y="2638239"/>
                  </a:lnTo>
                  <a:lnTo>
                    <a:pt x="8603402" y="2761552"/>
                  </a:lnTo>
                  <a:lnTo>
                    <a:pt x="8576921" y="2884583"/>
                  </a:lnTo>
                  <a:lnTo>
                    <a:pt x="8550455" y="3006829"/>
                  </a:lnTo>
                  <a:lnTo>
                    <a:pt x="8524014" y="3127798"/>
                  </a:lnTo>
                  <a:lnTo>
                    <a:pt x="8497601" y="3247024"/>
                  </a:lnTo>
                  <a:lnTo>
                    <a:pt x="8471218" y="3364066"/>
                  </a:lnTo>
                  <a:lnTo>
                    <a:pt x="8444863" y="3478519"/>
                  </a:lnTo>
                  <a:lnTo>
                    <a:pt x="8418526" y="3590021"/>
                  </a:lnTo>
                  <a:lnTo>
                    <a:pt x="8392191" y="3698252"/>
                  </a:lnTo>
                  <a:lnTo>
                    <a:pt x="8365835" y="3802940"/>
                  </a:lnTo>
                  <a:lnTo>
                    <a:pt x="8339427" y="3903862"/>
                  </a:lnTo>
                  <a:lnTo>
                    <a:pt x="8312926" y="4000846"/>
                  </a:lnTo>
                  <a:lnTo>
                    <a:pt x="8286281" y="4093766"/>
                  </a:lnTo>
                  <a:lnTo>
                    <a:pt x="8259430" y="4182547"/>
                  </a:lnTo>
                  <a:lnTo>
                    <a:pt x="8232298" y="4267154"/>
                  </a:lnTo>
                  <a:lnTo>
                    <a:pt x="8204798" y="4347599"/>
                  </a:lnTo>
                  <a:lnTo>
                    <a:pt x="8176825" y="4423928"/>
                  </a:lnTo>
                  <a:lnTo>
                    <a:pt x="8151487" y="4488338"/>
                  </a:lnTo>
                  <a:lnTo>
                    <a:pt x="8109650" y="4585028"/>
                  </a:lnTo>
                  <a:lnTo>
                    <a:pt x="8065919" y="4673610"/>
                  </a:lnTo>
                  <a:lnTo>
                    <a:pt x="8019780" y="4754351"/>
                  </a:lnTo>
                  <a:lnTo>
                    <a:pt x="7970669" y="4827771"/>
                  </a:lnTo>
                  <a:lnTo>
                    <a:pt x="7918000" y="4894509"/>
                  </a:lnTo>
                  <a:lnTo>
                    <a:pt x="7861194" y="4955229"/>
                  </a:lnTo>
                  <a:lnTo>
                    <a:pt x="7799714" y="5010564"/>
                  </a:lnTo>
                  <a:lnTo>
                    <a:pt x="7733108" y="5061081"/>
                  </a:lnTo>
                  <a:lnTo>
                    <a:pt x="7661076" y="5107258"/>
                  </a:lnTo>
                  <a:lnTo>
                    <a:pt x="7583544" y="5149473"/>
                  </a:lnTo>
                  <a:lnTo>
                    <a:pt x="7500759" y="5188001"/>
                  </a:lnTo>
                  <a:lnTo>
                    <a:pt x="7413394" y="5223010"/>
                  </a:lnTo>
                  <a:lnTo>
                    <a:pt x="7322647" y="5254570"/>
                  </a:lnTo>
                  <a:lnTo>
                    <a:pt x="7230296" y="5282673"/>
                  </a:lnTo>
                  <a:lnTo>
                    <a:pt x="7138704" y="5307257"/>
                  </a:lnTo>
                  <a:lnTo>
                    <a:pt x="7050698" y="5328251"/>
                  </a:lnTo>
                  <a:lnTo>
                    <a:pt x="6969342" y="5345620"/>
                  </a:lnTo>
                  <a:lnTo>
                    <a:pt x="6897573" y="5359419"/>
                  </a:lnTo>
                  <a:lnTo>
                    <a:pt x="6837792" y="5369824"/>
                  </a:lnTo>
                  <a:lnTo>
                    <a:pt x="6791462" y="5377158"/>
                  </a:lnTo>
                  <a:lnTo>
                    <a:pt x="6758838" y="5381871"/>
                  </a:lnTo>
                  <a:lnTo>
                    <a:pt x="6738856" y="5384513"/>
                  </a:lnTo>
                  <a:lnTo>
                    <a:pt x="6729200" y="5385686"/>
                  </a:lnTo>
                  <a:lnTo>
                    <a:pt x="6726343" y="5386005"/>
                  </a:lnTo>
                  <a:lnTo>
                    <a:pt x="5254955" y="5386005"/>
                  </a:lnTo>
                  <a:lnTo>
                    <a:pt x="5253837" y="5385931"/>
                  </a:lnTo>
                  <a:lnTo>
                    <a:pt x="5246481" y="5385402"/>
                  </a:lnTo>
                  <a:lnTo>
                    <a:pt x="5227929" y="5383938"/>
                  </a:lnTo>
                  <a:lnTo>
                    <a:pt x="5194735" y="5381056"/>
                  </a:lnTo>
                  <a:lnTo>
                    <a:pt x="5145209" y="5376306"/>
                  </a:lnTo>
                  <a:lnTo>
                    <a:pt x="5079544" y="5369320"/>
                  </a:lnTo>
                  <a:lnTo>
                    <a:pt x="4999676" y="5359843"/>
                  </a:lnTo>
                  <a:lnTo>
                    <a:pt x="4908847" y="5347744"/>
                  </a:lnTo>
                  <a:lnTo>
                    <a:pt x="4810981" y="5332996"/>
                  </a:lnTo>
                  <a:lnTo>
                    <a:pt x="4710035" y="5315640"/>
                  </a:lnTo>
                  <a:lnTo>
                    <a:pt x="4609505" y="5295732"/>
                  </a:lnTo>
                  <a:lnTo>
                    <a:pt x="4512122" y="5273304"/>
                  </a:lnTo>
                  <a:lnTo>
                    <a:pt x="4419771" y="5248327"/>
                  </a:lnTo>
                  <a:lnTo>
                    <a:pt x="4333545" y="5220693"/>
                  </a:lnTo>
                  <a:lnTo>
                    <a:pt x="4253887" y="5190201"/>
                  </a:lnTo>
                  <a:lnTo>
                    <a:pt x="4180749" y="5156560"/>
                  </a:lnTo>
                  <a:lnTo>
                    <a:pt x="4113748" y="5119387"/>
                  </a:lnTo>
                  <a:lnTo>
                    <a:pt x="4052284" y="5078227"/>
                  </a:lnTo>
                  <a:lnTo>
                    <a:pt x="3995643" y="5032567"/>
                  </a:lnTo>
                  <a:lnTo>
                    <a:pt x="3943057" y="4981877"/>
                  </a:lnTo>
                  <a:lnTo>
                    <a:pt x="3893764" y="4925668"/>
                  </a:lnTo>
                  <a:lnTo>
                    <a:pt x="3847050" y="4863602"/>
                  </a:lnTo>
                  <a:lnTo>
                    <a:pt x="3829811" y="4838415"/>
                  </a:lnTo>
                  <a:lnTo>
                    <a:pt x="3794337" y="4782642"/>
                  </a:lnTo>
                  <a:lnTo>
                    <a:pt x="3759719" y="4723007"/>
                  </a:lnTo>
                  <a:lnTo>
                    <a:pt x="3725737" y="4659430"/>
                  </a:lnTo>
                  <a:lnTo>
                    <a:pt x="3692211" y="4591887"/>
                  </a:lnTo>
                  <a:lnTo>
                    <a:pt x="3658996" y="4520416"/>
                  </a:lnTo>
                  <a:lnTo>
                    <a:pt x="3625976" y="4445123"/>
                  </a:lnTo>
                  <a:lnTo>
                    <a:pt x="3593062" y="4366180"/>
                  </a:lnTo>
                  <a:lnTo>
                    <a:pt x="3560188" y="4283838"/>
                  </a:lnTo>
                  <a:lnTo>
                    <a:pt x="3527307" y="4198416"/>
                  </a:lnTo>
                  <a:lnTo>
                    <a:pt x="3494393" y="4110306"/>
                  </a:lnTo>
                  <a:lnTo>
                    <a:pt x="3461433" y="4019961"/>
                  </a:lnTo>
                  <a:lnTo>
                    <a:pt x="3428427" y="3927892"/>
                  </a:lnTo>
                  <a:lnTo>
                    <a:pt x="3395386" y="3834653"/>
                  </a:lnTo>
                  <a:lnTo>
                    <a:pt x="3362325" y="3740829"/>
                  </a:lnTo>
                  <a:lnTo>
                    <a:pt x="3329265" y="3647021"/>
                  </a:lnTo>
                  <a:lnTo>
                    <a:pt x="3296225" y="3553828"/>
                  </a:lnTo>
                  <a:lnTo>
                    <a:pt x="3263221" y="3461834"/>
                  </a:lnTo>
                  <a:lnTo>
                    <a:pt x="3230263" y="3371592"/>
                  </a:lnTo>
                  <a:lnTo>
                    <a:pt x="3197351" y="3283608"/>
                  </a:lnTo>
                  <a:lnTo>
                    <a:pt x="3164472" y="3198335"/>
                  </a:lnTo>
                  <a:lnTo>
                    <a:pt x="3131597" y="3116160"/>
                  </a:lnTo>
                  <a:lnTo>
                    <a:pt x="3098679" y="3037399"/>
                  </a:lnTo>
                  <a:lnTo>
                    <a:pt x="3065652" y="2962297"/>
                  </a:lnTo>
                  <a:lnTo>
                    <a:pt x="3032424" y="2891026"/>
                  </a:lnTo>
                  <a:lnTo>
                    <a:pt x="2998879" y="2823686"/>
                  </a:lnTo>
                  <a:lnTo>
                    <a:pt x="2964869" y="2760311"/>
                  </a:lnTo>
                  <a:lnTo>
                    <a:pt x="2930212" y="2700876"/>
                  </a:lnTo>
                  <a:lnTo>
                    <a:pt x="2896531" y="2648051"/>
                  </a:lnTo>
                  <a:lnTo>
                    <a:pt x="2850628" y="2583723"/>
                  </a:lnTo>
                  <a:lnTo>
                    <a:pt x="2802397" y="2525312"/>
                  </a:lnTo>
                  <a:lnTo>
                    <a:pt x="2751153" y="2472573"/>
                  </a:lnTo>
                  <a:lnTo>
                    <a:pt x="2696147" y="2425060"/>
                  </a:lnTo>
                  <a:lnTo>
                    <a:pt x="2636607" y="2382250"/>
                  </a:lnTo>
                  <a:lnTo>
                    <a:pt x="2571793" y="2343617"/>
                  </a:lnTo>
                  <a:lnTo>
                    <a:pt x="2501050" y="2308680"/>
                  </a:lnTo>
                  <a:lnTo>
                    <a:pt x="2423901" y="2277029"/>
                  </a:lnTo>
                  <a:lnTo>
                    <a:pt x="2340153" y="2248336"/>
                  </a:lnTo>
                  <a:lnTo>
                    <a:pt x="2250044" y="2222365"/>
                  </a:lnTo>
                  <a:lnTo>
                    <a:pt x="2154400" y="2198974"/>
                  </a:lnTo>
                  <a:lnTo>
                    <a:pt x="2054791" y="2178106"/>
                  </a:lnTo>
                  <a:lnTo>
                    <a:pt x="1953629" y="2159772"/>
                  </a:lnTo>
                  <a:lnTo>
                    <a:pt x="1854140" y="2144024"/>
                  </a:lnTo>
                  <a:lnTo>
                    <a:pt x="1760154" y="2130915"/>
                  </a:lnTo>
                  <a:lnTo>
                    <a:pt x="1675681" y="2120449"/>
                  </a:lnTo>
                  <a:lnTo>
                    <a:pt x="1604297" y="2112538"/>
                  </a:lnTo>
                  <a:lnTo>
                    <a:pt x="1548504" y="2106975"/>
                  </a:lnTo>
                  <a:lnTo>
                    <a:pt x="1509190" y="2103432"/>
                  </a:lnTo>
                  <a:lnTo>
                    <a:pt x="1485381" y="2101484"/>
                  </a:lnTo>
                  <a:lnTo>
                    <a:pt x="1474270" y="2100657"/>
                  </a:lnTo>
                  <a:lnTo>
                    <a:pt x="1471387" y="2100460"/>
                  </a:lnTo>
                  <a:lnTo>
                    <a:pt x="0" y="210046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591" name="pl591"/>
            <p:cNvSpPr/>
            <p:nvPr/>
          </p:nvSpPr>
          <p:spPr>
            <a:xfrm>
              <a:off x="4799595" y="3917280"/>
              <a:ext cx="11981298" cy="5386005"/>
            </a:xfrm>
            <a:custGeom>
              <a:avLst/>
              <a:pathLst>
                <a:path w="11981298" h="5386005">
                  <a:moveTo>
                    <a:pt x="0" y="2100460"/>
                  </a:moveTo>
                  <a:lnTo>
                    <a:pt x="1471387" y="2100460"/>
                  </a:lnTo>
                  <a:lnTo>
                    <a:pt x="1472506" y="2100534"/>
                  </a:lnTo>
                  <a:lnTo>
                    <a:pt x="1479861" y="2101064"/>
                  </a:lnTo>
                  <a:lnTo>
                    <a:pt x="1498413" y="2102528"/>
                  </a:lnTo>
                  <a:lnTo>
                    <a:pt x="1531607" y="2105410"/>
                  </a:lnTo>
                  <a:lnTo>
                    <a:pt x="1581133" y="2110159"/>
                  </a:lnTo>
                  <a:lnTo>
                    <a:pt x="1646799" y="2117145"/>
                  </a:lnTo>
                  <a:lnTo>
                    <a:pt x="1726666" y="2126622"/>
                  </a:lnTo>
                  <a:lnTo>
                    <a:pt x="1817495" y="2138721"/>
                  </a:lnTo>
                  <a:lnTo>
                    <a:pt x="1915361" y="2153469"/>
                  </a:lnTo>
                  <a:lnTo>
                    <a:pt x="2016307" y="2170826"/>
                  </a:lnTo>
                  <a:lnTo>
                    <a:pt x="2116837" y="2190734"/>
                  </a:lnTo>
                  <a:lnTo>
                    <a:pt x="2214220" y="2213162"/>
                  </a:lnTo>
                  <a:lnTo>
                    <a:pt x="2306571" y="2238138"/>
                  </a:lnTo>
                  <a:lnTo>
                    <a:pt x="2392797" y="2265772"/>
                  </a:lnTo>
                  <a:lnTo>
                    <a:pt x="2472455" y="2296264"/>
                  </a:lnTo>
                  <a:lnTo>
                    <a:pt x="2545593" y="2329906"/>
                  </a:lnTo>
                  <a:lnTo>
                    <a:pt x="2612595" y="2367078"/>
                  </a:lnTo>
                  <a:lnTo>
                    <a:pt x="2674058" y="2408238"/>
                  </a:lnTo>
                  <a:lnTo>
                    <a:pt x="2730699" y="2453898"/>
                  </a:lnTo>
                  <a:lnTo>
                    <a:pt x="2783285" y="2504589"/>
                  </a:lnTo>
                  <a:lnTo>
                    <a:pt x="2832578" y="2560797"/>
                  </a:lnTo>
                  <a:lnTo>
                    <a:pt x="2879292" y="2622863"/>
                  </a:lnTo>
                  <a:lnTo>
                    <a:pt x="2896531" y="2648051"/>
                  </a:lnTo>
                  <a:lnTo>
                    <a:pt x="2932005" y="2703823"/>
                  </a:lnTo>
                  <a:lnTo>
                    <a:pt x="2966623" y="2763459"/>
                  </a:lnTo>
                  <a:lnTo>
                    <a:pt x="3000605" y="2827036"/>
                  </a:lnTo>
                  <a:lnTo>
                    <a:pt x="3034131" y="2894578"/>
                  </a:lnTo>
                  <a:lnTo>
                    <a:pt x="3067346" y="2966049"/>
                  </a:lnTo>
                  <a:lnTo>
                    <a:pt x="3100366" y="3041343"/>
                  </a:lnTo>
                  <a:lnTo>
                    <a:pt x="3133280" y="3120285"/>
                  </a:lnTo>
                  <a:lnTo>
                    <a:pt x="3166154" y="3202627"/>
                  </a:lnTo>
                  <a:lnTo>
                    <a:pt x="3199035" y="3288049"/>
                  </a:lnTo>
                  <a:lnTo>
                    <a:pt x="3231949" y="3376160"/>
                  </a:lnTo>
                  <a:lnTo>
                    <a:pt x="3264909" y="3466505"/>
                  </a:lnTo>
                  <a:lnTo>
                    <a:pt x="3297915" y="3558573"/>
                  </a:lnTo>
                  <a:lnTo>
                    <a:pt x="3330956" y="3651812"/>
                  </a:lnTo>
                  <a:lnTo>
                    <a:pt x="3364017" y="3745636"/>
                  </a:lnTo>
                  <a:lnTo>
                    <a:pt x="3397077" y="3839444"/>
                  </a:lnTo>
                  <a:lnTo>
                    <a:pt x="3430117" y="3932637"/>
                  </a:lnTo>
                  <a:lnTo>
                    <a:pt x="3463121" y="4024631"/>
                  </a:lnTo>
                  <a:lnTo>
                    <a:pt x="3496079" y="4114874"/>
                  </a:lnTo>
                  <a:lnTo>
                    <a:pt x="3528991" y="4202857"/>
                  </a:lnTo>
                  <a:lnTo>
                    <a:pt x="3561870" y="4288130"/>
                  </a:lnTo>
                  <a:lnTo>
                    <a:pt x="3594746" y="4370306"/>
                  </a:lnTo>
                  <a:lnTo>
                    <a:pt x="3627663" y="4449067"/>
                  </a:lnTo>
                  <a:lnTo>
                    <a:pt x="3660690" y="4524168"/>
                  </a:lnTo>
                  <a:lnTo>
                    <a:pt x="3693918" y="4595440"/>
                  </a:lnTo>
                  <a:lnTo>
                    <a:pt x="3727464" y="4662780"/>
                  </a:lnTo>
                  <a:lnTo>
                    <a:pt x="3761473" y="4726154"/>
                  </a:lnTo>
                  <a:lnTo>
                    <a:pt x="3796130" y="4785589"/>
                  </a:lnTo>
                  <a:lnTo>
                    <a:pt x="3829811" y="4838415"/>
                  </a:lnTo>
                  <a:lnTo>
                    <a:pt x="3875714" y="4902743"/>
                  </a:lnTo>
                  <a:lnTo>
                    <a:pt x="3923945" y="4961153"/>
                  </a:lnTo>
                  <a:lnTo>
                    <a:pt x="3975189" y="5013892"/>
                  </a:lnTo>
                  <a:lnTo>
                    <a:pt x="4030195" y="5061405"/>
                  </a:lnTo>
                  <a:lnTo>
                    <a:pt x="4089735" y="5104216"/>
                  </a:lnTo>
                  <a:lnTo>
                    <a:pt x="4154549" y="5142849"/>
                  </a:lnTo>
                  <a:lnTo>
                    <a:pt x="4225292" y="5177785"/>
                  </a:lnTo>
                  <a:lnTo>
                    <a:pt x="4302441" y="5209437"/>
                  </a:lnTo>
                  <a:lnTo>
                    <a:pt x="4386189" y="5238130"/>
                  </a:lnTo>
                  <a:lnTo>
                    <a:pt x="4476298" y="5264100"/>
                  </a:lnTo>
                  <a:lnTo>
                    <a:pt x="4571943" y="5287491"/>
                  </a:lnTo>
                  <a:lnTo>
                    <a:pt x="4671551" y="5308359"/>
                  </a:lnTo>
                  <a:lnTo>
                    <a:pt x="4772713" y="5326694"/>
                  </a:lnTo>
                  <a:lnTo>
                    <a:pt x="4872202" y="5342441"/>
                  </a:lnTo>
                  <a:lnTo>
                    <a:pt x="4966188" y="5355550"/>
                  </a:lnTo>
                  <a:lnTo>
                    <a:pt x="5050662" y="5366016"/>
                  </a:lnTo>
                  <a:lnTo>
                    <a:pt x="5122045" y="5373927"/>
                  </a:lnTo>
                  <a:lnTo>
                    <a:pt x="5177838" y="5379490"/>
                  </a:lnTo>
                  <a:lnTo>
                    <a:pt x="5217152" y="5383034"/>
                  </a:lnTo>
                  <a:lnTo>
                    <a:pt x="5240961" y="5384981"/>
                  </a:lnTo>
                  <a:lnTo>
                    <a:pt x="5252072" y="5385809"/>
                  </a:lnTo>
                  <a:lnTo>
                    <a:pt x="5254891" y="5386001"/>
                  </a:lnTo>
                  <a:lnTo>
                    <a:pt x="5254955" y="5386005"/>
                  </a:lnTo>
                  <a:lnTo>
                    <a:pt x="6726343" y="5386005"/>
                  </a:lnTo>
                  <a:lnTo>
                    <a:pt x="6727198" y="5385913"/>
                  </a:lnTo>
                  <a:lnTo>
                    <a:pt x="6732858" y="5385254"/>
                  </a:lnTo>
                  <a:lnTo>
                    <a:pt x="6747240" y="5383433"/>
                  </a:lnTo>
                  <a:lnTo>
                    <a:pt x="6773237" y="5379843"/>
                  </a:lnTo>
                  <a:lnTo>
                    <a:pt x="6812565" y="5373902"/>
                  </a:lnTo>
                  <a:lnTo>
                    <a:pt x="6865635" y="5365104"/>
                  </a:lnTo>
                  <a:lnTo>
                    <a:pt x="6931573" y="5353058"/>
                  </a:lnTo>
                  <a:lnTo>
                    <a:pt x="7008409" y="5337513"/>
                  </a:lnTo>
                  <a:lnTo>
                    <a:pt x="7093427" y="5318358"/>
                  </a:lnTo>
                  <a:lnTo>
                    <a:pt x="7183575" y="5295587"/>
                  </a:lnTo>
                  <a:lnTo>
                    <a:pt x="7275869" y="5269260"/>
                  </a:lnTo>
                  <a:lnTo>
                    <a:pt x="7367690" y="5239448"/>
                  </a:lnTo>
                  <a:lnTo>
                    <a:pt x="7456956" y="5206192"/>
                  </a:lnTo>
                  <a:lnTo>
                    <a:pt x="7542178" y="5169463"/>
                  </a:lnTo>
                  <a:lnTo>
                    <a:pt x="7622430" y="5129146"/>
                  </a:lnTo>
                  <a:lnTo>
                    <a:pt x="7697261" y="5085019"/>
                  </a:lnTo>
                  <a:lnTo>
                    <a:pt x="7766593" y="5036758"/>
                  </a:lnTo>
                  <a:lnTo>
                    <a:pt x="7830625" y="4983932"/>
                  </a:lnTo>
                  <a:lnTo>
                    <a:pt x="7889739" y="4926019"/>
                  </a:lnTo>
                  <a:lnTo>
                    <a:pt x="7944436" y="4862415"/>
                  </a:lnTo>
                  <a:lnTo>
                    <a:pt x="7995278" y="4792468"/>
                  </a:lnTo>
                  <a:lnTo>
                    <a:pt x="8042851" y="4715515"/>
                  </a:lnTo>
                  <a:lnTo>
                    <a:pt x="8087736" y="4630963"/>
                  </a:lnTo>
                  <a:lnTo>
                    <a:pt x="8130474" y="4538396"/>
                  </a:lnTo>
                  <a:lnTo>
                    <a:pt x="8151487" y="4488338"/>
                  </a:lnTo>
                  <a:lnTo>
                    <a:pt x="8179981" y="4415594"/>
                  </a:lnTo>
                  <a:lnTo>
                    <a:pt x="8207895" y="4338808"/>
                  </a:lnTo>
                  <a:lnTo>
                    <a:pt x="8235349" y="4257899"/>
                  </a:lnTo>
                  <a:lnTo>
                    <a:pt x="8262445" y="4172825"/>
                  </a:lnTo>
                  <a:lnTo>
                    <a:pt x="8289270" y="4083579"/>
                  </a:lnTo>
                  <a:lnTo>
                    <a:pt x="8315896" y="3990199"/>
                  </a:lnTo>
                  <a:lnTo>
                    <a:pt x="8342384" y="3892768"/>
                  </a:lnTo>
                  <a:lnTo>
                    <a:pt x="8368784" y="3791415"/>
                  </a:lnTo>
                  <a:lnTo>
                    <a:pt x="8395136" y="3686319"/>
                  </a:lnTo>
                  <a:lnTo>
                    <a:pt x="8421471" y="3577708"/>
                  </a:lnTo>
                  <a:lnTo>
                    <a:pt x="8447809" y="3465860"/>
                  </a:lnTo>
                  <a:lnTo>
                    <a:pt x="8474167" y="3351098"/>
                  </a:lnTo>
                  <a:lnTo>
                    <a:pt x="8500553" y="3233791"/>
                  </a:lnTo>
                  <a:lnTo>
                    <a:pt x="8526969" y="3114348"/>
                  </a:lnTo>
                  <a:lnTo>
                    <a:pt x="8553414" y="2993212"/>
                  </a:lnTo>
                  <a:lnTo>
                    <a:pt x="8579882" y="2870854"/>
                  </a:lnTo>
                  <a:lnTo>
                    <a:pt x="8606364" y="2747766"/>
                  </a:lnTo>
                  <a:lnTo>
                    <a:pt x="8632851" y="2624453"/>
                  </a:lnTo>
                  <a:lnTo>
                    <a:pt x="8659332" y="2501421"/>
                  </a:lnTo>
                  <a:lnTo>
                    <a:pt x="8685798" y="2379176"/>
                  </a:lnTo>
                  <a:lnTo>
                    <a:pt x="8712240" y="2258206"/>
                  </a:lnTo>
                  <a:lnTo>
                    <a:pt x="8738653" y="2138981"/>
                  </a:lnTo>
                  <a:lnTo>
                    <a:pt x="8765035" y="2021939"/>
                  </a:lnTo>
                  <a:lnTo>
                    <a:pt x="8791390" y="1907485"/>
                  </a:lnTo>
                  <a:lnTo>
                    <a:pt x="8817728" y="1795984"/>
                  </a:lnTo>
                  <a:lnTo>
                    <a:pt x="8844063" y="1687753"/>
                  </a:lnTo>
                  <a:lnTo>
                    <a:pt x="8870418" y="1583065"/>
                  </a:lnTo>
                  <a:lnTo>
                    <a:pt x="8896826" y="1482143"/>
                  </a:lnTo>
                  <a:lnTo>
                    <a:pt x="8923327" y="1385159"/>
                  </a:lnTo>
                  <a:lnTo>
                    <a:pt x="8949972" y="1292239"/>
                  </a:lnTo>
                  <a:lnTo>
                    <a:pt x="8976823" y="1203458"/>
                  </a:lnTo>
                  <a:lnTo>
                    <a:pt x="9003955" y="1118851"/>
                  </a:lnTo>
                  <a:lnTo>
                    <a:pt x="9031455" y="1038406"/>
                  </a:lnTo>
                  <a:lnTo>
                    <a:pt x="9059428" y="962076"/>
                  </a:lnTo>
                  <a:lnTo>
                    <a:pt x="9084767" y="897667"/>
                  </a:lnTo>
                  <a:lnTo>
                    <a:pt x="9126603" y="800977"/>
                  </a:lnTo>
                  <a:lnTo>
                    <a:pt x="9170335" y="712394"/>
                  </a:lnTo>
                  <a:lnTo>
                    <a:pt x="9216474" y="631654"/>
                  </a:lnTo>
                  <a:lnTo>
                    <a:pt x="9265584" y="558234"/>
                  </a:lnTo>
                  <a:lnTo>
                    <a:pt x="9318253" y="491496"/>
                  </a:lnTo>
                  <a:lnTo>
                    <a:pt x="9375059" y="430776"/>
                  </a:lnTo>
                  <a:lnTo>
                    <a:pt x="9436540" y="375440"/>
                  </a:lnTo>
                  <a:lnTo>
                    <a:pt x="9503145" y="324924"/>
                  </a:lnTo>
                  <a:lnTo>
                    <a:pt x="9575177" y="278747"/>
                  </a:lnTo>
                  <a:lnTo>
                    <a:pt x="9652710" y="236532"/>
                  </a:lnTo>
                  <a:lnTo>
                    <a:pt x="9735495" y="198004"/>
                  </a:lnTo>
                  <a:lnTo>
                    <a:pt x="9822859" y="162995"/>
                  </a:lnTo>
                  <a:lnTo>
                    <a:pt x="9913607" y="131434"/>
                  </a:lnTo>
                  <a:lnTo>
                    <a:pt x="10005957" y="103332"/>
                  </a:lnTo>
                  <a:lnTo>
                    <a:pt x="10097550" y="78748"/>
                  </a:lnTo>
                  <a:lnTo>
                    <a:pt x="10185555" y="57754"/>
                  </a:lnTo>
                  <a:lnTo>
                    <a:pt x="10266911" y="40385"/>
                  </a:lnTo>
                  <a:lnTo>
                    <a:pt x="10338680" y="26586"/>
                  </a:lnTo>
                  <a:lnTo>
                    <a:pt x="10398462" y="16180"/>
                  </a:lnTo>
                  <a:lnTo>
                    <a:pt x="10444791" y="8847"/>
                  </a:lnTo>
                  <a:lnTo>
                    <a:pt x="10477416" y="4134"/>
                  </a:lnTo>
                  <a:lnTo>
                    <a:pt x="10497398" y="1491"/>
                  </a:lnTo>
                  <a:lnTo>
                    <a:pt x="10507053" y="319"/>
                  </a:lnTo>
                  <a:lnTo>
                    <a:pt x="10509796" y="12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92" name="pl592"/>
            <p:cNvSpPr/>
            <p:nvPr/>
          </p:nvSpPr>
          <p:spPr>
            <a:xfrm>
              <a:off x="4799595" y="3909107"/>
              <a:ext cx="11981298" cy="5386005"/>
            </a:xfrm>
            <a:custGeom>
              <a:avLst/>
              <a:pathLst>
                <a:path w="11981298" h="5386005">
                  <a:moveTo>
                    <a:pt x="11981298" y="0"/>
                  </a:moveTo>
                  <a:lnTo>
                    <a:pt x="10509911" y="0"/>
                  </a:lnTo>
                  <a:lnTo>
                    <a:pt x="10509055" y="92"/>
                  </a:lnTo>
                  <a:lnTo>
                    <a:pt x="10503395" y="751"/>
                  </a:lnTo>
                  <a:lnTo>
                    <a:pt x="10489013" y="2572"/>
                  </a:lnTo>
                  <a:lnTo>
                    <a:pt x="10463016" y="6162"/>
                  </a:lnTo>
                  <a:lnTo>
                    <a:pt x="10423689" y="12102"/>
                  </a:lnTo>
                  <a:lnTo>
                    <a:pt x="10370619" y="20901"/>
                  </a:lnTo>
                  <a:lnTo>
                    <a:pt x="10304681" y="32947"/>
                  </a:lnTo>
                  <a:lnTo>
                    <a:pt x="10227844" y="48492"/>
                  </a:lnTo>
                  <a:lnTo>
                    <a:pt x="10142827" y="67647"/>
                  </a:lnTo>
                  <a:lnTo>
                    <a:pt x="10052678" y="90418"/>
                  </a:lnTo>
                  <a:lnTo>
                    <a:pt x="9960384" y="116745"/>
                  </a:lnTo>
                  <a:lnTo>
                    <a:pt x="9868563" y="146557"/>
                  </a:lnTo>
                  <a:lnTo>
                    <a:pt x="9779297" y="179813"/>
                  </a:lnTo>
                  <a:lnTo>
                    <a:pt x="9694075" y="216541"/>
                  </a:lnTo>
                  <a:lnTo>
                    <a:pt x="9613823" y="256859"/>
                  </a:lnTo>
                  <a:lnTo>
                    <a:pt x="9538993" y="300986"/>
                  </a:lnTo>
                  <a:lnTo>
                    <a:pt x="9469660" y="349247"/>
                  </a:lnTo>
                  <a:lnTo>
                    <a:pt x="9405628" y="402073"/>
                  </a:lnTo>
                  <a:lnTo>
                    <a:pt x="9346514" y="459986"/>
                  </a:lnTo>
                  <a:lnTo>
                    <a:pt x="9291817" y="523590"/>
                  </a:lnTo>
                  <a:lnTo>
                    <a:pt x="9240976" y="593537"/>
                  </a:lnTo>
                  <a:lnTo>
                    <a:pt x="9193402" y="670490"/>
                  </a:lnTo>
                  <a:lnTo>
                    <a:pt x="9148517" y="755041"/>
                  </a:lnTo>
                  <a:lnTo>
                    <a:pt x="9105779" y="847609"/>
                  </a:lnTo>
                  <a:lnTo>
                    <a:pt x="9084767" y="897667"/>
                  </a:lnTo>
                  <a:lnTo>
                    <a:pt x="9056272" y="970411"/>
                  </a:lnTo>
                  <a:lnTo>
                    <a:pt x="9028358" y="1047197"/>
                  </a:lnTo>
                  <a:lnTo>
                    <a:pt x="9000904" y="1128106"/>
                  </a:lnTo>
                  <a:lnTo>
                    <a:pt x="8973808" y="1213180"/>
                  </a:lnTo>
                  <a:lnTo>
                    <a:pt x="8946984" y="1302426"/>
                  </a:lnTo>
                  <a:lnTo>
                    <a:pt x="8920358" y="1395806"/>
                  </a:lnTo>
                  <a:lnTo>
                    <a:pt x="8893869" y="1493237"/>
                  </a:lnTo>
                  <a:lnTo>
                    <a:pt x="8867469" y="1594590"/>
                  </a:lnTo>
                  <a:lnTo>
                    <a:pt x="8841117" y="1699686"/>
                  </a:lnTo>
                  <a:lnTo>
                    <a:pt x="8814783" y="1808297"/>
                  </a:lnTo>
                  <a:lnTo>
                    <a:pt x="8788444" y="1920145"/>
                  </a:lnTo>
                  <a:lnTo>
                    <a:pt x="8762086" y="2034907"/>
                  </a:lnTo>
                  <a:lnTo>
                    <a:pt x="8735700" y="2152214"/>
                  </a:lnTo>
                  <a:lnTo>
                    <a:pt x="8709284" y="2271657"/>
                  </a:lnTo>
                  <a:lnTo>
                    <a:pt x="8682839" y="2392793"/>
                  </a:lnTo>
                  <a:lnTo>
                    <a:pt x="8656371" y="2515151"/>
                  </a:lnTo>
                  <a:lnTo>
                    <a:pt x="8629889" y="2638239"/>
                  </a:lnTo>
                  <a:lnTo>
                    <a:pt x="8603402" y="2761552"/>
                  </a:lnTo>
                  <a:lnTo>
                    <a:pt x="8576921" y="2884583"/>
                  </a:lnTo>
                  <a:lnTo>
                    <a:pt x="8550455" y="3006829"/>
                  </a:lnTo>
                  <a:lnTo>
                    <a:pt x="8524014" y="3127798"/>
                  </a:lnTo>
                  <a:lnTo>
                    <a:pt x="8497601" y="3247024"/>
                  </a:lnTo>
                  <a:lnTo>
                    <a:pt x="8471218" y="3364066"/>
                  </a:lnTo>
                  <a:lnTo>
                    <a:pt x="8444863" y="3478519"/>
                  </a:lnTo>
                  <a:lnTo>
                    <a:pt x="8418526" y="3590021"/>
                  </a:lnTo>
                  <a:lnTo>
                    <a:pt x="8392191" y="3698252"/>
                  </a:lnTo>
                  <a:lnTo>
                    <a:pt x="8365835" y="3802940"/>
                  </a:lnTo>
                  <a:lnTo>
                    <a:pt x="8339427" y="3903862"/>
                  </a:lnTo>
                  <a:lnTo>
                    <a:pt x="8312926" y="4000846"/>
                  </a:lnTo>
                  <a:lnTo>
                    <a:pt x="8286281" y="4093766"/>
                  </a:lnTo>
                  <a:lnTo>
                    <a:pt x="8259430" y="4182547"/>
                  </a:lnTo>
                  <a:lnTo>
                    <a:pt x="8232298" y="4267154"/>
                  </a:lnTo>
                  <a:lnTo>
                    <a:pt x="8204798" y="4347599"/>
                  </a:lnTo>
                  <a:lnTo>
                    <a:pt x="8176825" y="4423928"/>
                  </a:lnTo>
                  <a:lnTo>
                    <a:pt x="8151487" y="4488338"/>
                  </a:lnTo>
                  <a:lnTo>
                    <a:pt x="8109650" y="4585028"/>
                  </a:lnTo>
                  <a:lnTo>
                    <a:pt x="8065919" y="4673610"/>
                  </a:lnTo>
                  <a:lnTo>
                    <a:pt x="8019780" y="4754351"/>
                  </a:lnTo>
                  <a:lnTo>
                    <a:pt x="7970669" y="4827771"/>
                  </a:lnTo>
                  <a:lnTo>
                    <a:pt x="7918000" y="4894509"/>
                  </a:lnTo>
                  <a:lnTo>
                    <a:pt x="7861194" y="4955229"/>
                  </a:lnTo>
                  <a:lnTo>
                    <a:pt x="7799714" y="5010564"/>
                  </a:lnTo>
                  <a:lnTo>
                    <a:pt x="7733108" y="5061081"/>
                  </a:lnTo>
                  <a:lnTo>
                    <a:pt x="7661076" y="5107258"/>
                  </a:lnTo>
                  <a:lnTo>
                    <a:pt x="7583544" y="5149473"/>
                  </a:lnTo>
                  <a:lnTo>
                    <a:pt x="7500759" y="5188001"/>
                  </a:lnTo>
                  <a:lnTo>
                    <a:pt x="7413394" y="5223010"/>
                  </a:lnTo>
                  <a:lnTo>
                    <a:pt x="7322647" y="5254570"/>
                  </a:lnTo>
                  <a:lnTo>
                    <a:pt x="7230296" y="5282673"/>
                  </a:lnTo>
                  <a:lnTo>
                    <a:pt x="7138704" y="5307257"/>
                  </a:lnTo>
                  <a:lnTo>
                    <a:pt x="7050698" y="5328251"/>
                  </a:lnTo>
                  <a:lnTo>
                    <a:pt x="6969342" y="5345620"/>
                  </a:lnTo>
                  <a:lnTo>
                    <a:pt x="6897573" y="5359419"/>
                  </a:lnTo>
                  <a:lnTo>
                    <a:pt x="6837792" y="5369824"/>
                  </a:lnTo>
                  <a:lnTo>
                    <a:pt x="6791462" y="5377158"/>
                  </a:lnTo>
                  <a:lnTo>
                    <a:pt x="6758838" y="5381871"/>
                  </a:lnTo>
                  <a:lnTo>
                    <a:pt x="6738856" y="5384513"/>
                  </a:lnTo>
                  <a:lnTo>
                    <a:pt x="6729200" y="5385686"/>
                  </a:lnTo>
                  <a:lnTo>
                    <a:pt x="6726457" y="5385993"/>
                  </a:lnTo>
                  <a:lnTo>
                    <a:pt x="6726343" y="5386005"/>
                  </a:lnTo>
                  <a:lnTo>
                    <a:pt x="5254955" y="5386005"/>
                  </a:lnTo>
                  <a:lnTo>
                    <a:pt x="5253837" y="5385931"/>
                  </a:lnTo>
                  <a:lnTo>
                    <a:pt x="5246481" y="5385402"/>
                  </a:lnTo>
                  <a:lnTo>
                    <a:pt x="5227929" y="5383938"/>
                  </a:lnTo>
                  <a:lnTo>
                    <a:pt x="5194735" y="5381056"/>
                  </a:lnTo>
                  <a:lnTo>
                    <a:pt x="5145209" y="5376306"/>
                  </a:lnTo>
                  <a:lnTo>
                    <a:pt x="5079544" y="5369320"/>
                  </a:lnTo>
                  <a:lnTo>
                    <a:pt x="4999676" y="5359843"/>
                  </a:lnTo>
                  <a:lnTo>
                    <a:pt x="4908847" y="5347744"/>
                  </a:lnTo>
                  <a:lnTo>
                    <a:pt x="4810981" y="5332996"/>
                  </a:lnTo>
                  <a:lnTo>
                    <a:pt x="4710035" y="5315640"/>
                  </a:lnTo>
                  <a:lnTo>
                    <a:pt x="4609505" y="5295732"/>
                  </a:lnTo>
                  <a:lnTo>
                    <a:pt x="4512122" y="5273304"/>
                  </a:lnTo>
                  <a:lnTo>
                    <a:pt x="4419771" y="5248327"/>
                  </a:lnTo>
                  <a:lnTo>
                    <a:pt x="4333545" y="5220693"/>
                  </a:lnTo>
                  <a:lnTo>
                    <a:pt x="4253887" y="5190201"/>
                  </a:lnTo>
                  <a:lnTo>
                    <a:pt x="4180749" y="5156560"/>
                  </a:lnTo>
                  <a:lnTo>
                    <a:pt x="4113748" y="5119387"/>
                  </a:lnTo>
                  <a:lnTo>
                    <a:pt x="4052284" y="5078227"/>
                  </a:lnTo>
                  <a:lnTo>
                    <a:pt x="3995643" y="5032567"/>
                  </a:lnTo>
                  <a:lnTo>
                    <a:pt x="3943057" y="4981877"/>
                  </a:lnTo>
                  <a:lnTo>
                    <a:pt x="3893764" y="4925668"/>
                  </a:lnTo>
                  <a:lnTo>
                    <a:pt x="3847050" y="4863602"/>
                  </a:lnTo>
                  <a:lnTo>
                    <a:pt x="3829811" y="4838415"/>
                  </a:lnTo>
                  <a:lnTo>
                    <a:pt x="3794337" y="4782642"/>
                  </a:lnTo>
                  <a:lnTo>
                    <a:pt x="3759719" y="4723007"/>
                  </a:lnTo>
                  <a:lnTo>
                    <a:pt x="3725737" y="4659430"/>
                  </a:lnTo>
                  <a:lnTo>
                    <a:pt x="3692211" y="4591887"/>
                  </a:lnTo>
                  <a:lnTo>
                    <a:pt x="3658996" y="4520416"/>
                  </a:lnTo>
                  <a:lnTo>
                    <a:pt x="3625976" y="4445123"/>
                  </a:lnTo>
                  <a:lnTo>
                    <a:pt x="3593062" y="4366180"/>
                  </a:lnTo>
                  <a:lnTo>
                    <a:pt x="3560188" y="4283838"/>
                  </a:lnTo>
                  <a:lnTo>
                    <a:pt x="3527307" y="4198416"/>
                  </a:lnTo>
                  <a:lnTo>
                    <a:pt x="3494393" y="4110306"/>
                  </a:lnTo>
                  <a:lnTo>
                    <a:pt x="3461433" y="4019961"/>
                  </a:lnTo>
                  <a:lnTo>
                    <a:pt x="3428427" y="3927892"/>
                  </a:lnTo>
                  <a:lnTo>
                    <a:pt x="3395386" y="3834653"/>
                  </a:lnTo>
                  <a:lnTo>
                    <a:pt x="3362325" y="3740829"/>
                  </a:lnTo>
                  <a:lnTo>
                    <a:pt x="3329265" y="3647021"/>
                  </a:lnTo>
                  <a:lnTo>
                    <a:pt x="3296225" y="3553828"/>
                  </a:lnTo>
                  <a:lnTo>
                    <a:pt x="3263221" y="3461834"/>
                  </a:lnTo>
                  <a:lnTo>
                    <a:pt x="3230263" y="3371592"/>
                  </a:lnTo>
                  <a:lnTo>
                    <a:pt x="3197351" y="3283608"/>
                  </a:lnTo>
                  <a:lnTo>
                    <a:pt x="3164472" y="3198335"/>
                  </a:lnTo>
                  <a:lnTo>
                    <a:pt x="3131597" y="3116160"/>
                  </a:lnTo>
                  <a:lnTo>
                    <a:pt x="3098679" y="3037399"/>
                  </a:lnTo>
                  <a:lnTo>
                    <a:pt x="3065652" y="2962297"/>
                  </a:lnTo>
                  <a:lnTo>
                    <a:pt x="3032424" y="2891026"/>
                  </a:lnTo>
                  <a:lnTo>
                    <a:pt x="2998879" y="2823686"/>
                  </a:lnTo>
                  <a:lnTo>
                    <a:pt x="2964869" y="2760311"/>
                  </a:lnTo>
                  <a:lnTo>
                    <a:pt x="2930212" y="2700876"/>
                  </a:lnTo>
                  <a:lnTo>
                    <a:pt x="2896531" y="2648051"/>
                  </a:lnTo>
                  <a:lnTo>
                    <a:pt x="2850628" y="2583723"/>
                  </a:lnTo>
                  <a:lnTo>
                    <a:pt x="2802397" y="2525312"/>
                  </a:lnTo>
                  <a:lnTo>
                    <a:pt x="2751153" y="2472573"/>
                  </a:lnTo>
                  <a:lnTo>
                    <a:pt x="2696147" y="2425060"/>
                  </a:lnTo>
                  <a:lnTo>
                    <a:pt x="2636607" y="2382250"/>
                  </a:lnTo>
                  <a:lnTo>
                    <a:pt x="2571793" y="2343617"/>
                  </a:lnTo>
                  <a:lnTo>
                    <a:pt x="2501050" y="2308680"/>
                  </a:lnTo>
                  <a:lnTo>
                    <a:pt x="2423901" y="2277029"/>
                  </a:lnTo>
                  <a:lnTo>
                    <a:pt x="2340153" y="2248336"/>
                  </a:lnTo>
                  <a:lnTo>
                    <a:pt x="2250044" y="2222365"/>
                  </a:lnTo>
                  <a:lnTo>
                    <a:pt x="2154400" y="2198974"/>
                  </a:lnTo>
                  <a:lnTo>
                    <a:pt x="2054791" y="2178106"/>
                  </a:lnTo>
                  <a:lnTo>
                    <a:pt x="1953629" y="2159772"/>
                  </a:lnTo>
                  <a:lnTo>
                    <a:pt x="1854140" y="2144024"/>
                  </a:lnTo>
                  <a:lnTo>
                    <a:pt x="1760154" y="2130915"/>
                  </a:lnTo>
                  <a:lnTo>
                    <a:pt x="1675681" y="2120449"/>
                  </a:lnTo>
                  <a:lnTo>
                    <a:pt x="1604297" y="2112538"/>
                  </a:lnTo>
                  <a:lnTo>
                    <a:pt x="1548504" y="2106975"/>
                  </a:lnTo>
                  <a:lnTo>
                    <a:pt x="1509190" y="2103432"/>
                  </a:lnTo>
                  <a:lnTo>
                    <a:pt x="1485381" y="2101484"/>
                  </a:lnTo>
                  <a:lnTo>
                    <a:pt x="1474270" y="2100657"/>
                  </a:lnTo>
                  <a:lnTo>
                    <a:pt x="1471451" y="2100464"/>
                  </a:lnTo>
                  <a:lnTo>
                    <a:pt x="1471387" y="2100460"/>
                  </a:lnTo>
                  <a:lnTo>
                    <a:pt x="0" y="210046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93" name="pg593"/>
            <p:cNvSpPr/>
            <p:nvPr/>
          </p:nvSpPr>
          <p:spPr>
            <a:xfrm>
              <a:off x="4799595" y="4285065"/>
              <a:ext cx="11981298" cy="5034566"/>
            </a:xfrm>
            <a:custGeom>
              <a:avLst/>
              <a:pathLst>
                <a:path w="11981298" h="5034566">
                  <a:moveTo>
                    <a:pt x="0" y="1749021"/>
                  </a:moveTo>
                  <a:lnTo>
                    <a:pt x="1471387" y="1749021"/>
                  </a:lnTo>
                  <a:lnTo>
                    <a:pt x="1472506" y="1749095"/>
                  </a:lnTo>
                  <a:lnTo>
                    <a:pt x="1479861" y="1749625"/>
                  </a:lnTo>
                  <a:lnTo>
                    <a:pt x="1498413" y="1751089"/>
                  </a:lnTo>
                  <a:lnTo>
                    <a:pt x="1531607" y="1753971"/>
                  </a:lnTo>
                  <a:lnTo>
                    <a:pt x="1581133" y="1758720"/>
                  </a:lnTo>
                  <a:lnTo>
                    <a:pt x="1646799" y="1765706"/>
                  </a:lnTo>
                  <a:lnTo>
                    <a:pt x="1726666" y="1775183"/>
                  </a:lnTo>
                  <a:lnTo>
                    <a:pt x="1817495" y="1787283"/>
                  </a:lnTo>
                  <a:lnTo>
                    <a:pt x="1915361" y="1802030"/>
                  </a:lnTo>
                  <a:lnTo>
                    <a:pt x="2016307" y="1819387"/>
                  </a:lnTo>
                  <a:lnTo>
                    <a:pt x="2116837" y="1839295"/>
                  </a:lnTo>
                  <a:lnTo>
                    <a:pt x="2214220" y="1861723"/>
                  </a:lnTo>
                  <a:lnTo>
                    <a:pt x="2306571" y="1886699"/>
                  </a:lnTo>
                  <a:lnTo>
                    <a:pt x="2392797" y="1914334"/>
                  </a:lnTo>
                  <a:lnTo>
                    <a:pt x="2472455" y="1944825"/>
                  </a:lnTo>
                  <a:lnTo>
                    <a:pt x="2545593" y="1978467"/>
                  </a:lnTo>
                  <a:lnTo>
                    <a:pt x="2612595" y="2015639"/>
                  </a:lnTo>
                  <a:lnTo>
                    <a:pt x="2674058" y="2056799"/>
                  </a:lnTo>
                  <a:lnTo>
                    <a:pt x="2730699" y="2102459"/>
                  </a:lnTo>
                  <a:lnTo>
                    <a:pt x="2783285" y="2153150"/>
                  </a:lnTo>
                  <a:lnTo>
                    <a:pt x="2832578" y="2209358"/>
                  </a:lnTo>
                  <a:lnTo>
                    <a:pt x="2879292" y="2271425"/>
                  </a:lnTo>
                  <a:lnTo>
                    <a:pt x="2896531" y="2296612"/>
                  </a:lnTo>
                  <a:lnTo>
                    <a:pt x="2932005" y="2352384"/>
                  </a:lnTo>
                  <a:lnTo>
                    <a:pt x="2966623" y="2412020"/>
                  </a:lnTo>
                  <a:lnTo>
                    <a:pt x="3000605" y="2475597"/>
                  </a:lnTo>
                  <a:lnTo>
                    <a:pt x="3034131" y="2543140"/>
                  </a:lnTo>
                  <a:lnTo>
                    <a:pt x="3067346" y="2614610"/>
                  </a:lnTo>
                  <a:lnTo>
                    <a:pt x="3100366" y="2689904"/>
                  </a:lnTo>
                  <a:lnTo>
                    <a:pt x="3133280" y="2768846"/>
                  </a:lnTo>
                  <a:lnTo>
                    <a:pt x="3166154" y="2851188"/>
                  </a:lnTo>
                  <a:lnTo>
                    <a:pt x="3199035" y="2936610"/>
                  </a:lnTo>
                  <a:lnTo>
                    <a:pt x="3231949" y="3024721"/>
                  </a:lnTo>
                  <a:lnTo>
                    <a:pt x="3264909" y="3115066"/>
                  </a:lnTo>
                  <a:lnTo>
                    <a:pt x="3297915" y="3207135"/>
                  </a:lnTo>
                  <a:lnTo>
                    <a:pt x="3330956" y="3300373"/>
                  </a:lnTo>
                  <a:lnTo>
                    <a:pt x="3364017" y="3394197"/>
                  </a:lnTo>
                  <a:lnTo>
                    <a:pt x="3397077" y="3488006"/>
                  </a:lnTo>
                  <a:lnTo>
                    <a:pt x="3430117" y="3581198"/>
                  </a:lnTo>
                  <a:lnTo>
                    <a:pt x="3463121" y="3673192"/>
                  </a:lnTo>
                  <a:lnTo>
                    <a:pt x="3496079" y="3763435"/>
                  </a:lnTo>
                  <a:lnTo>
                    <a:pt x="3528991" y="3851418"/>
                  </a:lnTo>
                  <a:lnTo>
                    <a:pt x="3561870" y="3936691"/>
                  </a:lnTo>
                  <a:lnTo>
                    <a:pt x="3594746" y="4018867"/>
                  </a:lnTo>
                  <a:lnTo>
                    <a:pt x="3627663" y="4097628"/>
                  </a:lnTo>
                  <a:lnTo>
                    <a:pt x="3660690" y="4172729"/>
                  </a:lnTo>
                  <a:lnTo>
                    <a:pt x="3693918" y="4244001"/>
                  </a:lnTo>
                  <a:lnTo>
                    <a:pt x="3727464" y="4311341"/>
                  </a:lnTo>
                  <a:lnTo>
                    <a:pt x="3761473" y="4374715"/>
                  </a:lnTo>
                  <a:lnTo>
                    <a:pt x="3796130" y="4434151"/>
                  </a:lnTo>
                  <a:lnTo>
                    <a:pt x="3829811" y="4486976"/>
                  </a:lnTo>
                  <a:lnTo>
                    <a:pt x="3875714" y="4551304"/>
                  </a:lnTo>
                  <a:lnTo>
                    <a:pt x="3923945" y="4609715"/>
                  </a:lnTo>
                  <a:lnTo>
                    <a:pt x="3975189" y="4662453"/>
                  </a:lnTo>
                  <a:lnTo>
                    <a:pt x="4030195" y="4709966"/>
                  </a:lnTo>
                  <a:lnTo>
                    <a:pt x="4089735" y="4752777"/>
                  </a:lnTo>
                  <a:lnTo>
                    <a:pt x="4154549" y="4791410"/>
                  </a:lnTo>
                  <a:lnTo>
                    <a:pt x="4225292" y="4826346"/>
                  </a:lnTo>
                  <a:lnTo>
                    <a:pt x="4302441" y="4857998"/>
                  </a:lnTo>
                  <a:lnTo>
                    <a:pt x="4386189" y="4886691"/>
                  </a:lnTo>
                  <a:lnTo>
                    <a:pt x="4476298" y="4912661"/>
                  </a:lnTo>
                  <a:lnTo>
                    <a:pt x="4571943" y="4936052"/>
                  </a:lnTo>
                  <a:lnTo>
                    <a:pt x="4671551" y="4956921"/>
                  </a:lnTo>
                  <a:lnTo>
                    <a:pt x="4772713" y="4975255"/>
                  </a:lnTo>
                  <a:lnTo>
                    <a:pt x="4872202" y="4991002"/>
                  </a:lnTo>
                  <a:lnTo>
                    <a:pt x="4966188" y="5004111"/>
                  </a:lnTo>
                  <a:lnTo>
                    <a:pt x="5050662" y="5014577"/>
                  </a:lnTo>
                  <a:lnTo>
                    <a:pt x="5122045" y="5022488"/>
                  </a:lnTo>
                  <a:lnTo>
                    <a:pt x="5177838" y="5028051"/>
                  </a:lnTo>
                  <a:lnTo>
                    <a:pt x="5217152" y="5031595"/>
                  </a:lnTo>
                  <a:lnTo>
                    <a:pt x="5240961" y="5033542"/>
                  </a:lnTo>
                  <a:lnTo>
                    <a:pt x="5252072" y="5034370"/>
                  </a:lnTo>
                  <a:lnTo>
                    <a:pt x="5254955" y="5034566"/>
                  </a:lnTo>
                  <a:lnTo>
                    <a:pt x="6726343" y="5034566"/>
                  </a:lnTo>
                  <a:lnTo>
                    <a:pt x="6727222" y="5034478"/>
                  </a:lnTo>
                  <a:lnTo>
                    <a:pt x="6733033" y="5033846"/>
                  </a:lnTo>
                  <a:lnTo>
                    <a:pt x="6747791" y="5032102"/>
                  </a:lnTo>
                  <a:lnTo>
                    <a:pt x="6774441" y="5028663"/>
                  </a:lnTo>
                  <a:lnTo>
                    <a:pt x="6814706" y="5022975"/>
                  </a:lnTo>
                  <a:lnTo>
                    <a:pt x="6868952" y="5014555"/>
                  </a:lnTo>
                  <a:lnTo>
                    <a:pt x="6936218" y="5003036"/>
                  </a:lnTo>
                  <a:lnTo>
                    <a:pt x="7014423" y="4988188"/>
                  </a:lnTo>
                  <a:lnTo>
                    <a:pt x="7100737" y="4969909"/>
                  </a:lnTo>
                  <a:lnTo>
                    <a:pt x="7192018" y="4948204"/>
                  </a:lnTo>
                  <a:lnTo>
                    <a:pt x="7285220" y="4923129"/>
                  </a:lnTo>
                  <a:lnTo>
                    <a:pt x="7377700" y="4894754"/>
                  </a:lnTo>
                  <a:lnTo>
                    <a:pt x="7467382" y="4863111"/>
                  </a:lnTo>
                  <a:lnTo>
                    <a:pt x="7552805" y="4828165"/>
                  </a:lnTo>
                  <a:lnTo>
                    <a:pt x="7633082" y="4789791"/>
                  </a:lnTo>
                  <a:lnTo>
                    <a:pt x="7707807" y="4747766"/>
                  </a:lnTo>
                  <a:lnTo>
                    <a:pt x="7776947" y="4701763"/>
                  </a:lnTo>
                  <a:lnTo>
                    <a:pt x="7840740" y="4651357"/>
                  </a:lnTo>
                  <a:lnTo>
                    <a:pt x="7899601" y="4596033"/>
                  </a:lnTo>
                  <a:lnTo>
                    <a:pt x="7954060" y="4535203"/>
                  </a:lnTo>
                  <a:lnTo>
                    <a:pt x="8004703" y="4468237"/>
                  </a:lnTo>
                  <a:lnTo>
                    <a:pt x="8052133" y="4394507"/>
                  </a:lnTo>
                  <a:lnTo>
                    <a:pt x="8096939" y="4313468"/>
                  </a:lnTo>
                  <a:lnTo>
                    <a:pt x="8139668" y="4224776"/>
                  </a:lnTo>
                  <a:lnTo>
                    <a:pt x="8151487" y="4198196"/>
                  </a:lnTo>
                  <a:lnTo>
                    <a:pt x="8180925" y="4128083"/>
                  </a:lnTo>
                  <a:lnTo>
                    <a:pt x="8209749" y="4053944"/>
                  </a:lnTo>
                  <a:lnTo>
                    <a:pt x="8238089" y="3975698"/>
                  </a:lnTo>
                  <a:lnTo>
                    <a:pt x="8266056" y="3893304"/>
                  </a:lnTo>
                  <a:lnTo>
                    <a:pt x="8293744" y="3806761"/>
                  </a:lnTo>
                  <a:lnTo>
                    <a:pt x="8321233" y="3716115"/>
                  </a:lnTo>
                  <a:lnTo>
                    <a:pt x="8348585" y="3621459"/>
                  </a:lnTo>
                  <a:lnTo>
                    <a:pt x="8375855" y="3522938"/>
                  </a:lnTo>
                  <a:lnTo>
                    <a:pt x="8403082" y="3420748"/>
                  </a:lnTo>
                  <a:lnTo>
                    <a:pt x="8430298" y="3315138"/>
                  </a:lnTo>
                  <a:lnTo>
                    <a:pt x="8457525" y="3206410"/>
                  </a:lnTo>
                  <a:lnTo>
                    <a:pt x="8484777" y="3094912"/>
                  </a:lnTo>
                  <a:lnTo>
                    <a:pt x="8512061" y="2981041"/>
                  </a:lnTo>
                  <a:lnTo>
                    <a:pt x="8539377" y="2865233"/>
                  </a:lnTo>
                  <a:lnTo>
                    <a:pt x="8566720" y="2747956"/>
                  </a:lnTo>
                  <a:lnTo>
                    <a:pt x="8594084" y="2629708"/>
                  </a:lnTo>
                  <a:lnTo>
                    <a:pt x="8621458" y="2511002"/>
                  </a:lnTo>
                  <a:lnTo>
                    <a:pt x="8648831" y="2392359"/>
                  </a:lnTo>
                  <a:lnTo>
                    <a:pt x="8676191" y="2274301"/>
                  </a:lnTo>
                  <a:lnTo>
                    <a:pt x="8703528" y="2157337"/>
                  </a:lnTo>
                  <a:lnTo>
                    <a:pt x="8730836" y="2041958"/>
                  </a:lnTo>
                  <a:lnTo>
                    <a:pt x="8758112" y="1928626"/>
                  </a:lnTo>
                  <a:lnTo>
                    <a:pt x="8785357" y="1817768"/>
                  </a:lnTo>
                  <a:lnTo>
                    <a:pt x="8812580" y="1709768"/>
                  </a:lnTo>
                  <a:lnTo>
                    <a:pt x="8839797" y="1604965"/>
                  </a:lnTo>
                  <a:lnTo>
                    <a:pt x="8867031" y="1503647"/>
                  </a:lnTo>
                  <a:lnTo>
                    <a:pt x="8894316" y="1406051"/>
                  </a:lnTo>
                  <a:lnTo>
                    <a:pt x="8921697" y="1312359"/>
                  </a:lnTo>
                  <a:lnTo>
                    <a:pt x="8949227" y="1222705"/>
                  </a:lnTo>
                  <a:lnTo>
                    <a:pt x="8976976" y="1137170"/>
                  </a:lnTo>
                  <a:lnTo>
                    <a:pt x="9005024" y="1055787"/>
                  </a:lnTo>
                  <a:lnTo>
                    <a:pt x="9033471" y="978546"/>
                  </a:lnTo>
                  <a:lnTo>
                    <a:pt x="9062431" y="905396"/>
                  </a:lnTo>
                  <a:lnTo>
                    <a:pt x="9084767" y="852716"/>
                  </a:lnTo>
                  <a:lnTo>
                    <a:pt x="9126996" y="761835"/>
                  </a:lnTo>
                  <a:lnTo>
                    <a:pt x="9171160" y="678646"/>
                  </a:lnTo>
                  <a:lnTo>
                    <a:pt x="9217786" y="602891"/>
                  </a:lnTo>
                  <a:lnTo>
                    <a:pt x="9267455" y="534066"/>
                  </a:lnTo>
                  <a:lnTo>
                    <a:pt x="9320770" y="471560"/>
                  </a:lnTo>
                  <a:lnTo>
                    <a:pt x="9378325" y="414735"/>
                  </a:lnTo>
                  <a:lnTo>
                    <a:pt x="9440669" y="362989"/>
                  </a:lnTo>
                  <a:lnTo>
                    <a:pt x="9508258" y="315784"/>
                  </a:lnTo>
                  <a:lnTo>
                    <a:pt x="9581388" y="272667"/>
                  </a:lnTo>
                  <a:lnTo>
                    <a:pt x="9660112" y="233284"/>
                  </a:lnTo>
                  <a:lnTo>
                    <a:pt x="9744141" y="197381"/>
                  </a:lnTo>
                  <a:lnTo>
                    <a:pt x="9832736" y="164808"/>
                  </a:lnTo>
                  <a:lnTo>
                    <a:pt x="9924606" y="135504"/>
                  </a:lnTo>
                  <a:lnTo>
                    <a:pt x="10017850" y="109487"/>
                  </a:lnTo>
                  <a:lnTo>
                    <a:pt x="10109973" y="86818"/>
                  </a:lnTo>
                  <a:lnTo>
                    <a:pt x="10198019" y="67563"/>
                  </a:lnTo>
                  <a:lnTo>
                    <a:pt x="10278835" y="51746"/>
                  </a:lnTo>
                  <a:lnTo>
                    <a:pt x="10349458" y="39300"/>
                  </a:lnTo>
                  <a:lnTo>
                    <a:pt x="10407552" y="30032"/>
                  </a:lnTo>
                  <a:lnTo>
                    <a:pt x="10451808" y="23612"/>
                  </a:lnTo>
                  <a:lnTo>
                    <a:pt x="10482205" y="19589"/>
                  </a:lnTo>
                  <a:lnTo>
                    <a:pt x="10500089" y="17422"/>
                  </a:lnTo>
                  <a:lnTo>
                    <a:pt x="10508076" y="16534"/>
                  </a:lnTo>
                  <a:lnTo>
                    <a:pt x="10509911" y="16345"/>
                  </a:lnTo>
                  <a:lnTo>
                    <a:pt x="11981298" y="16345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9031" y="88"/>
                  </a:lnTo>
                  <a:lnTo>
                    <a:pt x="10503220" y="720"/>
                  </a:lnTo>
                  <a:lnTo>
                    <a:pt x="10488463" y="2464"/>
                  </a:lnTo>
                  <a:lnTo>
                    <a:pt x="10461812" y="5903"/>
                  </a:lnTo>
                  <a:lnTo>
                    <a:pt x="10421547" y="11591"/>
                  </a:lnTo>
                  <a:lnTo>
                    <a:pt x="10367301" y="20011"/>
                  </a:lnTo>
                  <a:lnTo>
                    <a:pt x="10300036" y="31530"/>
                  </a:lnTo>
                  <a:lnTo>
                    <a:pt x="10221831" y="46378"/>
                  </a:lnTo>
                  <a:lnTo>
                    <a:pt x="10135517" y="64656"/>
                  </a:lnTo>
                  <a:lnTo>
                    <a:pt x="10044236" y="86362"/>
                  </a:lnTo>
                  <a:lnTo>
                    <a:pt x="9951033" y="111437"/>
                  </a:lnTo>
                  <a:lnTo>
                    <a:pt x="9858553" y="139812"/>
                  </a:lnTo>
                  <a:lnTo>
                    <a:pt x="9768871" y="171455"/>
                  </a:lnTo>
                  <a:lnTo>
                    <a:pt x="9683448" y="206401"/>
                  </a:lnTo>
                  <a:lnTo>
                    <a:pt x="9603171" y="244775"/>
                  </a:lnTo>
                  <a:lnTo>
                    <a:pt x="9528446" y="286800"/>
                  </a:lnTo>
                  <a:lnTo>
                    <a:pt x="9459306" y="332803"/>
                  </a:lnTo>
                  <a:lnTo>
                    <a:pt x="9395514" y="383209"/>
                  </a:lnTo>
                  <a:lnTo>
                    <a:pt x="9336652" y="438533"/>
                  </a:lnTo>
                  <a:lnTo>
                    <a:pt x="9282193" y="499363"/>
                  </a:lnTo>
                  <a:lnTo>
                    <a:pt x="9231550" y="566329"/>
                  </a:lnTo>
                  <a:lnTo>
                    <a:pt x="9184121" y="640059"/>
                  </a:lnTo>
                  <a:lnTo>
                    <a:pt x="9139314" y="721098"/>
                  </a:lnTo>
                  <a:lnTo>
                    <a:pt x="9096585" y="809790"/>
                  </a:lnTo>
                  <a:lnTo>
                    <a:pt x="9084767" y="836370"/>
                  </a:lnTo>
                  <a:lnTo>
                    <a:pt x="9055328" y="906483"/>
                  </a:lnTo>
                  <a:lnTo>
                    <a:pt x="9026504" y="980622"/>
                  </a:lnTo>
                  <a:lnTo>
                    <a:pt x="8998165" y="1058868"/>
                  </a:lnTo>
                  <a:lnTo>
                    <a:pt x="8970197" y="1141262"/>
                  </a:lnTo>
                  <a:lnTo>
                    <a:pt x="8942509" y="1227805"/>
                  </a:lnTo>
                  <a:lnTo>
                    <a:pt x="8915021" y="1318451"/>
                  </a:lnTo>
                  <a:lnTo>
                    <a:pt x="8887668" y="1413107"/>
                  </a:lnTo>
                  <a:lnTo>
                    <a:pt x="8860399" y="1511628"/>
                  </a:lnTo>
                  <a:lnTo>
                    <a:pt x="8833171" y="1613818"/>
                  </a:lnTo>
                  <a:lnTo>
                    <a:pt x="8805955" y="1719428"/>
                  </a:lnTo>
                  <a:lnTo>
                    <a:pt x="8778728" y="1828156"/>
                  </a:lnTo>
                  <a:lnTo>
                    <a:pt x="8751476" y="1939654"/>
                  </a:lnTo>
                  <a:lnTo>
                    <a:pt x="8724192" y="2053525"/>
                  </a:lnTo>
                  <a:lnTo>
                    <a:pt x="8696877" y="2169333"/>
                  </a:lnTo>
                  <a:lnTo>
                    <a:pt x="8669533" y="2286610"/>
                  </a:lnTo>
                  <a:lnTo>
                    <a:pt x="8642169" y="2404858"/>
                  </a:lnTo>
                  <a:lnTo>
                    <a:pt x="8614795" y="2523564"/>
                  </a:lnTo>
                  <a:lnTo>
                    <a:pt x="8587422" y="2642207"/>
                  </a:lnTo>
                  <a:lnTo>
                    <a:pt x="8560063" y="2760265"/>
                  </a:lnTo>
                  <a:lnTo>
                    <a:pt x="8532725" y="2877229"/>
                  </a:lnTo>
                  <a:lnTo>
                    <a:pt x="8505417" y="2992608"/>
                  </a:lnTo>
                  <a:lnTo>
                    <a:pt x="8478141" y="3105940"/>
                  </a:lnTo>
                  <a:lnTo>
                    <a:pt x="8450896" y="3216798"/>
                  </a:lnTo>
                  <a:lnTo>
                    <a:pt x="8423673" y="3324798"/>
                  </a:lnTo>
                  <a:lnTo>
                    <a:pt x="8396457" y="3429601"/>
                  </a:lnTo>
                  <a:lnTo>
                    <a:pt x="8369222" y="3530919"/>
                  </a:lnTo>
                  <a:lnTo>
                    <a:pt x="8341937" y="3628515"/>
                  </a:lnTo>
                  <a:lnTo>
                    <a:pt x="8314557" y="3722207"/>
                  </a:lnTo>
                  <a:lnTo>
                    <a:pt x="8287026" y="3811861"/>
                  </a:lnTo>
                  <a:lnTo>
                    <a:pt x="8259278" y="3897396"/>
                  </a:lnTo>
                  <a:lnTo>
                    <a:pt x="8231229" y="3978779"/>
                  </a:lnTo>
                  <a:lnTo>
                    <a:pt x="8202782" y="4056019"/>
                  </a:lnTo>
                  <a:lnTo>
                    <a:pt x="8173822" y="4129170"/>
                  </a:lnTo>
                  <a:lnTo>
                    <a:pt x="8151487" y="4181850"/>
                  </a:lnTo>
                  <a:lnTo>
                    <a:pt x="8109257" y="4272731"/>
                  </a:lnTo>
                  <a:lnTo>
                    <a:pt x="8065093" y="4355920"/>
                  </a:lnTo>
                  <a:lnTo>
                    <a:pt x="8018467" y="4431675"/>
                  </a:lnTo>
                  <a:lnTo>
                    <a:pt x="7968798" y="4500500"/>
                  </a:lnTo>
                  <a:lnTo>
                    <a:pt x="7915483" y="4563006"/>
                  </a:lnTo>
                  <a:lnTo>
                    <a:pt x="7857928" y="4619831"/>
                  </a:lnTo>
                  <a:lnTo>
                    <a:pt x="7795584" y="4671577"/>
                  </a:lnTo>
                  <a:lnTo>
                    <a:pt x="7727995" y="4718782"/>
                  </a:lnTo>
                  <a:lnTo>
                    <a:pt x="7654865" y="4761899"/>
                  </a:lnTo>
                  <a:lnTo>
                    <a:pt x="7576142" y="4801282"/>
                  </a:lnTo>
                  <a:lnTo>
                    <a:pt x="7492112" y="4837185"/>
                  </a:lnTo>
                  <a:lnTo>
                    <a:pt x="7403517" y="4869758"/>
                  </a:lnTo>
                  <a:lnTo>
                    <a:pt x="7311647" y="4899062"/>
                  </a:lnTo>
                  <a:lnTo>
                    <a:pt x="7218404" y="4925079"/>
                  </a:lnTo>
                  <a:lnTo>
                    <a:pt x="7126281" y="4947748"/>
                  </a:lnTo>
                  <a:lnTo>
                    <a:pt x="7038235" y="4967003"/>
                  </a:lnTo>
                  <a:lnTo>
                    <a:pt x="6957418" y="4982820"/>
                  </a:lnTo>
                  <a:lnTo>
                    <a:pt x="6886795" y="4995266"/>
                  </a:lnTo>
                  <a:lnTo>
                    <a:pt x="6828701" y="5004534"/>
                  </a:lnTo>
                  <a:lnTo>
                    <a:pt x="6784446" y="5010954"/>
                  </a:lnTo>
                  <a:lnTo>
                    <a:pt x="6754048" y="5014977"/>
                  </a:lnTo>
                  <a:lnTo>
                    <a:pt x="6736164" y="5017144"/>
                  </a:lnTo>
                  <a:lnTo>
                    <a:pt x="6728177" y="5018032"/>
                  </a:lnTo>
                  <a:lnTo>
                    <a:pt x="6726343" y="5018220"/>
                  </a:lnTo>
                  <a:lnTo>
                    <a:pt x="5254955" y="5018220"/>
                  </a:lnTo>
                  <a:lnTo>
                    <a:pt x="5253837" y="5018146"/>
                  </a:lnTo>
                  <a:lnTo>
                    <a:pt x="5246481" y="5017617"/>
                  </a:lnTo>
                  <a:lnTo>
                    <a:pt x="5227929" y="5016153"/>
                  </a:lnTo>
                  <a:lnTo>
                    <a:pt x="5194735" y="5013271"/>
                  </a:lnTo>
                  <a:lnTo>
                    <a:pt x="5145209" y="5008521"/>
                  </a:lnTo>
                  <a:lnTo>
                    <a:pt x="5079544" y="5001535"/>
                  </a:lnTo>
                  <a:lnTo>
                    <a:pt x="4999676" y="4992058"/>
                  </a:lnTo>
                  <a:lnTo>
                    <a:pt x="4908847" y="4979959"/>
                  </a:lnTo>
                  <a:lnTo>
                    <a:pt x="4810981" y="4965211"/>
                  </a:lnTo>
                  <a:lnTo>
                    <a:pt x="4710035" y="4947855"/>
                  </a:lnTo>
                  <a:lnTo>
                    <a:pt x="4609505" y="4927947"/>
                  </a:lnTo>
                  <a:lnTo>
                    <a:pt x="4512122" y="4905519"/>
                  </a:lnTo>
                  <a:lnTo>
                    <a:pt x="4419771" y="4880542"/>
                  </a:lnTo>
                  <a:lnTo>
                    <a:pt x="4333545" y="4852908"/>
                  </a:lnTo>
                  <a:lnTo>
                    <a:pt x="4253887" y="4822416"/>
                  </a:lnTo>
                  <a:lnTo>
                    <a:pt x="4180749" y="4788775"/>
                  </a:lnTo>
                  <a:lnTo>
                    <a:pt x="4113748" y="4751602"/>
                  </a:lnTo>
                  <a:lnTo>
                    <a:pt x="4052284" y="4710442"/>
                  </a:lnTo>
                  <a:lnTo>
                    <a:pt x="3995643" y="4664782"/>
                  </a:lnTo>
                  <a:lnTo>
                    <a:pt x="3943057" y="4614092"/>
                  </a:lnTo>
                  <a:lnTo>
                    <a:pt x="3893764" y="4557883"/>
                  </a:lnTo>
                  <a:lnTo>
                    <a:pt x="3847050" y="4495817"/>
                  </a:lnTo>
                  <a:lnTo>
                    <a:pt x="3829811" y="4470630"/>
                  </a:lnTo>
                  <a:lnTo>
                    <a:pt x="3794337" y="4414857"/>
                  </a:lnTo>
                  <a:lnTo>
                    <a:pt x="3759719" y="4355222"/>
                  </a:lnTo>
                  <a:lnTo>
                    <a:pt x="3725737" y="4291645"/>
                  </a:lnTo>
                  <a:lnTo>
                    <a:pt x="3692211" y="4224102"/>
                  </a:lnTo>
                  <a:lnTo>
                    <a:pt x="3658996" y="4152632"/>
                  </a:lnTo>
                  <a:lnTo>
                    <a:pt x="3625976" y="4077338"/>
                  </a:lnTo>
                  <a:lnTo>
                    <a:pt x="3593062" y="3998395"/>
                  </a:lnTo>
                  <a:lnTo>
                    <a:pt x="3560188" y="3916053"/>
                  </a:lnTo>
                  <a:lnTo>
                    <a:pt x="3527307" y="3830631"/>
                  </a:lnTo>
                  <a:lnTo>
                    <a:pt x="3494393" y="3742521"/>
                  </a:lnTo>
                  <a:lnTo>
                    <a:pt x="3461433" y="3652176"/>
                  </a:lnTo>
                  <a:lnTo>
                    <a:pt x="3428427" y="3560107"/>
                  </a:lnTo>
                  <a:lnTo>
                    <a:pt x="3395386" y="3466868"/>
                  </a:lnTo>
                  <a:lnTo>
                    <a:pt x="3362325" y="3373044"/>
                  </a:lnTo>
                  <a:lnTo>
                    <a:pt x="3329265" y="3279236"/>
                  </a:lnTo>
                  <a:lnTo>
                    <a:pt x="3296225" y="3186043"/>
                  </a:lnTo>
                  <a:lnTo>
                    <a:pt x="3263221" y="3094049"/>
                  </a:lnTo>
                  <a:lnTo>
                    <a:pt x="3230263" y="3003807"/>
                  </a:lnTo>
                  <a:lnTo>
                    <a:pt x="3197351" y="2915823"/>
                  </a:lnTo>
                  <a:lnTo>
                    <a:pt x="3164472" y="2830550"/>
                  </a:lnTo>
                  <a:lnTo>
                    <a:pt x="3131597" y="2748375"/>
                  </a:lnTo>
                  <a:lnTo>
                    <a:pt x="3098679" y="2669614"/>
                  </a:lnTo>
                  <a:lnTo>
                    <a:pt x="3065652" y="2594512"/>
                  </a:lnTo>
                  <a:lnTo>
                    <a:pt x="3032424" y="2523241"/>
                  </a:lnTo>
                  <a:lnTo>
                    <a:pt x="2998879" y="2455901"/>
                  </a:lnTo>
                  <a:lnTo>
                    <a:pt x="2964869" y="2392526"/>
                  </a:lnTo>
                  <a:lnTo>
                    <a:pt x="2930212" y="2333091"/>
                  </a:lnTo>
                  <a:lnTo>
                    <a:pt x="2896531" y="2280266"/>
                  </a:lnTo>
                  <a:lnTo>
                    <a:pt x="2850628" y="2215938"/>
                  </a:lnTo>
                  <a:lnTo>
                    <a:pt x="2802397" y="2157527"/>
                  </a:lnTo>
                  <a:lnTo>
                    <a:pt x="2751153" y="2104788"/>
                  </a:lnTo>
                  <a:lnTo>
                    <a:pt x="2696147" y="2057275"/>
                  </a:lnTo>
                  <a:lnTo>
                    <a:pt x="2636607" y="2014465"/>
                  </a:lnTo>
                  <a:lnTo>
                    <a:pt x="2571793" y="1975832"/>
                  </a:lnTo>
                  <a:lnTo>
                    <a:pt x="2501050" y="1940895"/>
                  </a:lnTo>
                  <a:lnTo>
                    <a:pt x="2423901" y="1909244"/>
                  </a:lnTo>
                  <a:lnTo>
                    <a:pt x="2340153" y="1880551"/>
                  </a:lnTo>
                  <a:lnTo>
                    <a:pt x="2250044" y="1854580"/>
                  </a:lnTo>
                  <a:lnTo>
                    <a:pt x="2154400" y="1831189"/>
                  </a:lnTo>
                  <a:lnTo>
                    <a:pt x="2054791" y="1810321"/>
                  </a:lnTo>
                  <a:lnTo>
                    <a:pt x="1953629" y="1791987"/>
                  </a:lnTo>
                  <a:lnTo>
                    <a:pt x="1854140" y="1776239"/>
                  </a:lnTo>
                  <a:lnTo>
                    <a:pt x="1760154" y="1763131"/>
                  </a:lnTo>
                  <a:lnTo>
                    <a:pt x="1675681" y="1752664"/>
                  </a:lnTo>
                  <a:lnTo>
                    <a:pt x="1604297" y="1744753"/>
                  </a:lnTo>
                  <a:lnTo>
                    <a:pt x="1548504" y="1739190"/>
                  </a:lnTo>
                  <a:lnTo>
                    <a:pt x="1509190" y="1735647"/>
                  </a:lnTo>
                  <a:lnTo>
                    <a:pt x="1485381" y="1733700"/>
                  </a:lnTo>
                  <a:lnTo>
                    <a:pt x="1474270" y="1732872"/>
                  </a:lnTo>
                  <a:lnTo>
                    <a:pt x="1471387" y="1732675"/>
                  </a:lnTo>
                  <a:lnTo>
                    <a:pt x="0" y="1732675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594" name="pl594"/>
            <p:cNvSpPr/>
            <p:nvPr/>
          </p:nvSpPr>
          <p:spPr>
            <a:xfrm>
              <a:off x="4799595" y="4301411"/>
              <a:ext cx="11981298" cy="5018220"/>
            </a:xfrm>
            <a:custGeom>
              <a:avLst/>
              <a:pathLst>
                <a:path w="11981298" h="5018220">
                  <a:moveTo>
                    <a:pt x="0" y="1732675"/>
                  </a:moveTo>
                  <a:lnTo>
                    <a:pt x="1471387" y="1732675"/>
                  </a:lnTo>
                  <a:lnTo>
                    <a:pt x="1472506" y="1732749"/>
                  </a:lnTo>
                  <a:lnTo>
                    <a:pt x="1479861" y="1733279"/>
                  </a:lnTo>
                  <a:lnTo>
                    <a:pt x="1498413" y="1734743"/>
                  </a:lnTo>
                  <a:lnTo>
                    <a:pt x="1531607" y="1737625"/>
                  </a:lnTo>
                  <a:lnTo>
                    <a:pt x="1581133" y="1742374"/>
                  </a:lnTo>
                  <a:lnTo>
                    <a:pt x="1646799" y="1749360"/>
                  </a:lnTo>
                  <a:lnTo>
                    <a:pt x="1726666" y="1758837"/>
                  </a:lnTo>
                  <a:lnTo>
                    <a:pt x="1817495" y="1770937"/>
                  </a:lnTo>
                  <a:lnTo>
                    <a:pt x="1915361" y="1785684"/>
                  </a:lnTo>
                  <a:lnTo>
                    <a:pt x="2016307" y="1803041"/>
                  </a:lnTo>
                  <a:lnTo>
                    <a:pt x="2116837" y="1822949"/>
                  </a:lnTo>
                  <a:lnTo>
                    <a:pt x="2214220" y="1845377"/>
                  </a:lnTo>
                  <a:lnTo>
                    <a:pt x="2306571" y="1870353"/>
                  </a:lnTo>
                  <a:lnTo>
                    <a:pt x="2392797" y="1897988"/>
                  </a:lnTo>
                  <a:lnTo>
                    <a:pt x="2472455" y="1928479"/>
                  </a:lnTo>
                  <a:lnTo>
                    <a:pt x="2545593" y="1962121"/>
                  </a:lnTo>
                  <a:lnTo>
                    <a:pt x="2612595" y="1999293"/>
                  </a:lnTo>
                  <a:lnTo>
                    <a:pt x="2674058" y="2040453"/>
                  </a:lnTo>
                  <a:lnTo>
                    <a:pt x="2730699" y="2086113"/>
                  </a:lnTo>
                  <a:lnTo>
                    <a:pt x="2783285" y="2136804"/>
                  </a:lnTo>
                  <a:lnTo>
                    <a:pt x="2832578" y="2193012"/>
                  </a:lnTo>
                  <a:lnTo>
                    <a:pt x="2879292" y="2255079"/>
                  </a:lnTo>
                  <a:lnTo>
                    <a:pt x="2896531" y="2280266"/>
                  </a:lnTo>
                  <a:lnTo>
                    <a:pt x="2932005" y="2336038"/>
                  </a:lnTo>
                  <a:lnTo>
                    <a:pt x="2966623" y="2395674"/>
                  </a:lnTo>
                  <a:lnTo>
                    <a:pt x="3000605" y="2459251"/>
                  </a:lnTo>
                  <a:lnTo>
                    <a:pt x="3034131" y="2526794"/>
                  </a:lnTo>
                  <a:lnTo>
                    <a:pt x="3067346" y="2598264"/>
                  </a:lnTo>
                  <a:lnTo>
                    <a:pt x="3100366" y="2673558"/>
                  </a:lnTo>
                  <a:lnTo>
                    <a:pt x="3133280" y="2752500"/>
                  </a:lnTo>
                  <a:lnTo>
                    <a:pt x="3166154" y="2834842"/>
                  </a:lnTo>
                  <a:lnTo>
                    <a:pt x="3199035" y="2920264"/>
                  </a:lnTo>
                  <a:lnTo>
                    <a:pt x="3231949" y="3008375"/>
                  </a:lnTo>
                  <a:lnTo>
                    <a:pt x="3264909" y="3098720"/>
                  </a:lnTo>
                  <a:lnTo>
                    <a:pt x="3297915" y="3190789"/>
                  </a:lnTo>
                  <a:lnTo>
                    <a:pt x="3330956" y="3284027"/>
                  </a:lnTo>
                  <a:lnTo>
                    <a:pt x="3364017" y="3377851"/>
                  </a:lnTo>
                  <a:lnTo>
                    <a:pt x="3397077" y="3471660"/>
                  </a:lnTo>
                  <a:lnTo>
                    <a:pt x="3430117" y="3564852"/>
                  </a:lnTo>
                  <a:lnTo>
                    <a:pt x="3463121" y="3656846"/>
                  </a:lnTo>
                  <a:lnTo>
                    <a:pt x="3496079" y="3747089"/>
                  </a:lnTo>
                  <a:lnTo>
                    <a:pt x="3528991" y="3835072"/>
                  </a:lnTo>
                  <a:lnTo>
                    <a:pt x="3561870" y="3920345"/>
                  </a:lnTo>
                  <a:lnTo>
                    <a:pt x="3594746" y="4002521"/>
                  </a:lnTo>
                  <a:lnTo>
                    <a:pt x="3627663" y="4081282"/>
                  </a:lnTo>
                  <a:lnTo>
                    <a:pt x="3660690" y="4156383"/>
                  </a:lnTo>
                  <a:lnTo>
                    <a:pt x="3693918" y="4227655"/>
                  </a:lnTo>
                  <a:lnTo>
                    <a:pt x="3727464" y="4294995"/>
                  </a:lnTo>
                  <a:lnTo>
                    <a:pt x="3761473" y="4358369"/>
                  </a:lnTo>
                  <a:lnTo>
                    <a:pt x="3796130" y="4417805"/>
                  </a:lnTo>
                  <a:lnTo>
                    <a:pt x="3829811" y="4470630"/>
                  </a:lnTo>
                  <a:lnTo>
                    <a:pt x="3875714" y="4534958"/>
                  </a:lnTo>
                  <a:lnTo>
                    <a:pt x="3923945" y="4593369"/>
                  </a:lnTo>
                  <a:lnTo>
                    <a:pt x="3975189" y="4646107"/>
                  </a:lnTo>
                  <a:lnTo>
                    <a:pt x="4030195" y="4693620"/>
                  </a:lnTo>
                  <a:lnTo>
                    <a:pt x="4089735" y="4736431"/>
                  </a:lnTo>
                  <a:lnTo>
                    <a:pt x="4154549" y="4775064"/>
                  </a:lnTo>
                  <a:lnTo>
                    <a:pt x="4225292" y="4810000"/>
                  </a:lnTo>
                  <a:lnTo>
                    <a:pt x="4302441" y="4841652"/>
                  </a:lnTo>
                  <a:lnTo>
                    <a:pt x="4386189" y="4870345"/>
                  </a:lnTo>
                  <a:lnTo>
                    <a:pt x="4476298" y="4896315"/>
                  </a:lnTo>
                  <a:lnTo>
                    <a:pt x="4571943" y="4919706"/>
                  </a:lnTo>
                  <a:lnTo>
                    <a:pt x="4671551" y="4940575"/>
                  </a:lnTo>
                  <a:lnTo>
                    <a:pt x="4772713" y="4958909"/>
                  </a:lnTo>
                  <a:lnTo>
                    <a:pt x="4872202" y="4974656"/>
                  </a:lnTo>
                  <a:lnTo>
                    <a:pt x="4966188" y="4987765"/>
                  </a:lnTo>
                  <a:lnTo>
                    <a:pt x="5050662" y="4998231"/>
                  </a:lnTo>
                  <a:lnTo>
                    <a:pt x="5122045" y="5006142"/>
                  </a:lnTo>
                  <a:lnTo>
                    <a:pt x="5177838" y="5011705"/>
                  </a:lnTo>
                  <a:lnTo>
                    <a:pt x="5217152" y="5015249"/>
                  </a:lnTo>
                  <a:lnTo>
                    <a:pt x="5240961" y="5017196"/>
                  </a:lnTo>
                  <a:lnTo>
                    <a:pt x="5252072" y="5018024"/>
                  </a:lnTo>
                  <a:lnTo>
                    <a:pt x="5254891" y="5018216"/>
                  </a:lnTo>
                  <a:lnTo>
                    <a:pt x="5254955" y="5018220"/>
                  </a:lnTo>
                  <a:lnTo>
                    <a:pt x="6726343" y="5018220"/>
                  </a:lnTo>
                  <a:lnTo>
                    <a:pt x="6727222" y="5018132"/>
                  </a:lnTo>
                  <a:lnTo>
                    <a:pt x="6733033" y="5017500"/>
                  </a:lnTo>
                  <a:lnTo>
                    <a:pt x="6747791" y="5015756"/>
                  </a:lnTo>
                  <a:lnTo>
                    <a:pt x="6774441" y="5012317"/>
                  </a:lnTo>
                  <a:lnTo>
                    <a:pt x="6814706" y="5006629"/>
                  </a:lnTo>
                  <a:lnTo>
                    <a:pt x="6868952" y="4998209"/>
                  </a:lnTo>
                  <a:lnTo>
                    <a:pt x="6936218" y="4986690"/>
                  </a:lnTo>
                  <a:lnTo>
                    <a:pt x="7014423" y="4971842"/>
                  </a:lnTo>
                  <a:lnTo>
                    <a:pt x="7100737" y="4953563"/>
                  </a:lnTo>
                  <a:lnTo>
                    <a:pt x="7192018" y="4931858"/>
                  </a:lnTo>
                  <a:lnTo>
                    <a:pt x="7285220" y="4906783"/>
                  </a:lnTo>
                  <a:lnTo>
                    <a:pt x="7377700" y="4878408"/>
                  </a:lnTo>
                  <a:lnTo>
                    <a:pt x="7467382" y="4846765"/>
                  </a:lnTo>
                  <a:lnTo>
                    <a:pt x="7552805" y="4811819"/>
                  </a:lnTo>
                  <a:lnTo>
                    <a:pt x="7633082" y="4773445"/>
                  </a:lnTo>
                  <a:lnTo>
                    <a:pt x="7707807" y="4731420"/>
                  </a:lnTo>
                  <a:lnTo>
                    <a:pt x="7776947" y="4685417"/>
                  </a:lnTo>
                  <a:lnTo>
                    <a:pt x="7840740" y="4635011"/>
                  </a:lnTo>
                  <a:lnTo>
                    <a:pt x="7899601" y="4579687"/>
                  </a:lnTo>
                  <a:lnTo>
                    <a:pt x="7954060" y="4518857"/>
                  </a:lnTo>
                  <a:lnTo>
                    <a:pt x="8004703" y="4451891"/>
                  </a:lnTo>
                  <a:lnTo>
                    <a:pt x="8052133" y="4378161"/>
                  </a:lnTo>
                  <a:lnTo>
                    <a:pt x="8096939" y="4297122"/>
                  </a:lnTo>
                  <a:lnTo>
                    <a:pt x="8139668" y="4208430"/>
                  </a:lnTo>
                  <a:lnTo>
                    <a:pt x="8151487" y="4181850"/>
                  </a:lnTo>
                  <a:lnTo>
                    <a:pt x="8180925" y="4111737"/>
                  </a:lnTo>
                  <a:lnTo>
                    <a:pt x="8209749" y="4037598"/>
                  </a:lnTo>
                  <a:lnTo>
                    <a:pt x="8238089" y="3959352"/>
                  </a:lnTo>
                  <a:lnTo>
                    <a:pt x="8266056" y="3876958"/>
                  </a:lnTo>
                  <a:lnTo>
                    <a:pt x="8293744" y="3790415"/>
                  </a:lnTo>
                  <a:lnTo>
                    <a:pt x="8321233" y="3699769"/>
                  </a:lnTo>
                  <a:lnTo>
                    <a:pt x="8348585" y="3605113"/>
                  </a:lnTo>
                  <a:lnTo>
                    <a:pt x="8375855" y="3506592"/>
                  </a:lnTo>
                  <a:lnTo>
                    <a:pt x="8403082" y="3404402"/>
                  </a:lnTo>
                  <a:lnTo>
                    <a:pt x="8430298" y="3298792"/>
                  </a:lnTo>
                  <a:lnTo>
                    <a:pt x="8457525" y="3190064"/>
                  </a:lnTo>
                  <a:lnTo>
                    <a:pt x="8484777" y="3078566"/>
                  </a:lnTo>
                  <a:lnTo>
                    <a:pt x="8512061" y="2964695"/>
                  </a:lnTo>
                  <a:lnTo>
                    <a:pt x="8539377" y="2848887"/>
                  </a:lnTo>
                  <a:lnTo>
                    <a:pt x="8566720" y="2731610"/>
                  </a:lnTo>
                  <a:lnTo>
                    <a:pt x="8594084" y="2613362"/>
                  </a:lnTo>
                  <a:lnTo>
                    <a:pt x="8621458" y="2494656"/>
                  </a:lnTo>
                  <a:lnTo>
                    <a:pt x="8648831" y="2376013"/>
                  </a:lnTo>
                  <a:lnTo>
                    <a:pt x="8676191" y="2257955"/>
                  </a:lnTo>
                  <a:lnTo>
                    <a:pt x="8703528" y="2140991"/>
                  </a:lnTo>
                  <a:lnTo>
                    <a:pt x="8730836" y="2025612"/>
                  </a:lnTo>
                  <a:lnTo>
                    <a:pt x="8758112" y="1912280"/>
                  </a:lnTo>
                  <a:lnTo>
                    <a:pt x="8785357" y="1801422"/>
                  </a:lnTo>
                  <a:lnTo>
                    <a:pt x="8812580" y="1693422"/>
                  </a:lnTo>
                  <a:lnTo>
                    <a:pt x="8839797" y="1588619"/>
                  </a:lnTo>
                  <a:lnTo>
                    <a:pt x="8867031" y="1487301"/>
                  </a:lnTo>
                  <a:lnTo>
                    <a:pt x="8894316" y="1389705"/>
                  </a:lnTo>
                  <a:lnTo>
                    <a:pt x="8921697" y="1296013"/>
                  </a:lnTo>
                  <a:lnTo>
                    <a:pt x="8949227" y="1206359"/>
                  </a:lnTo>
                  <a:lnTo>
                    <a:pt x="8976976" y="1120824"/>
                  </a:lnTo>
                  <a:lnTo>
                    <a:pt x="9005024" y="1039441"/>
                  </a:lnTo>
                  <a:lnTo>
                    <a:pt x="9033471" y="962200"/>
                  </a:lnTo>
                  <a:lnTo>
                    <a:pt x="9062431" y="889050"/>
                  </a:lnTo>
                  <a:lnTo>
                    <a:pt x="9084767" y="836370"/>
                  </a:lnTo>
                  <a:lnTo>
                    <a:pt x="9126996" y="745489"/>
                  </a:lnTo>
                  <a:lnTo>
                    <a:pt x="9171160" y="662300"/>
                  </a:lnTo>
                  <a:lnTo>
                    <a:pt x="9217786" y="586545"/>
                  </a:lnTo>
                  <a:lnTo>
                    <a:pt x="9267455" y="517720"/>
                  </a:lnTo>
                  <a:lnTo>
                    <a:pt x="9320770" y="455214"/>
                  </a:lnTo>
                  <a:lnTo>
                    <a:pt x="9378325" y="398389"/>
                  </a:lnTo>
                  <a:lnTo>
                    <a:pt x="9440669" y="346643"/>
                  </a:lnTo>
                  <a:lnTo>
                    <a:pt x="9508258" y="299438"/>
                  </a:lnTo>
                  <a:lnTo>
                    <a:pt x="9581388" y="256321"/>
                  </a:lnTo>
                  <a:lnTo>
                    <a:pt x="9660112" y="216938"/>
                  </a:lnTo>
                  <a:lnTo>
                    <a:pt x="9744141" y="181035"/>
                  </a:lnTo>
                  <a:lnTo>
                    <a:pt x="9832736" y="148462"/>
                  </a:lnTo>
                  <a:lnTo>
                    <a:pt x="9924606" y="119158"/>
                  </a:lnTo>
                  <a:lnTo>
                    <a:pt x="10017850" y="93141"/>
                  </a:lnTo>
                  <a:lnTo>
                    <a:pt x="10109973" y="70472"/>
                  </a:lnTo>
                  <a:lnTo>
                    <a:pt x="10198019" y="51217"/>
                  </a:lnTo>
                  <a:lnTo>
                    <a:pt x="10278835" y="35400"/>
                  </a:lnTo>
                  <a:lnTo>
                    <a:pt x="10349458" y="22954"/>
                  </a:lnTo>
                  <a:lnTo>
                    <a:pt x="10407552" y="13686"/>
                  </a:lnTo>
                  <a:lnTo>
                    <a:pt x="10451808" y="7266"/>
                  </a:lnTo>
                  <a:lnTo>
                    <a:pt x="10482205" y="3243"/>
                  </a:lnTo>
                  <a:lnTo>
                    <a:pt x="10500089" y="1076"/>
                  </a:lnTo>
                  <a:lnTo>
                    <a:pt x="10508076" y="188"/>
                  </a:lnTo>
                  <a:lnTo>
                    <a:pt x="10509890" y="2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95" name="pl595"/>
            <p:cNvSpPr/>
            <p:nvPr/>
          </p:nvSpPr>
          <p:spPr>
            <a:xfrm>
              <a:off x="4799595" y="4285065"/>
              <a:ext cx="11981298" cy="5018220"/>
            </a:xfrm>
            <a:custGeom>
              <a:avLst/>
              <a:pathLst>
                <a:path w="11981298" h="5018220">
                  <a:moveTo>
                    <a:pt x="11981298" y="0"/>
                  </a:moveTo>
                  <a:lnTo>
                    <a:pt x="10509911" y="0"/>
                  </a:lnTo>
                  <a:lnTo>
                    <a:pt x="10509031" y="88"/>
                  </a:lnTo>
                  <a:lnTo>
                    <a:pt x="10503220" y="720"/>
                  </a:lnTo>
                  <a:lnTo>
                    <a:pt x="10488463" y="2464"/>
                  </a:lnTo>
                  <a:lnTo>
                    <a:pt x="10461812" y="5903"/>
                  </a:lnTo>
                  <a:lnTo>
                    <a:pt x="10421547" y="11591"/>
                  </a:lnTo>
                  <a:lnTo>
                    <a:pt x="10367301" y="20011"/>
                  </a:lnTo>
                  <a:lnTo>
                    <a:pt x="10300036" y="31530"/>
                  </a:lnTo>
                  <a:lnTo>
                    <a:pt x="10221831" y="46378"/>
                  </a:lnTo>
                  <a:lnTo>
                    <a:pt x="10135517" y="64656"/>
                  </a:lnTo>
                  <a:lnTo>
                    <a:pt x="10044236" y="86362"/>
                  </a:lnTo>
                  <a:lnTo>
                    <a:pt x="9951033" y="111437"/>
                  </a:lnTo>
                  <a:lnTo>
                    <a:pt x="9858553" y="139812"/>
                  </a:lnTo>
                  <a:lnTo>
                    <a:pt x="9768871" y="171455"/>
                  </a:lnTo>
                  <a:lnTo>
                    <a:pt x="9683448" y="206401"/>
                  </a:lnTo>
                  <a:lnTo>
                    <a:pt x="9603171" y="244775"/>
                  </a:lnTo>
                  <a:lnTo>
                    <a:pt x="9528446" y="286800"/>
                  </a:lnTo>
                  <a:lnTo>
                    <a:pt x="9459306" y="332803"/>
                  </a:lnTo>
                  <a:lnTo>
                    <a:pt x="9395514" y="383209"/>
                  </a:lnTo>
                  <a:lnTo>
                    <a:pt x="9336652" y="438533"/>
                  </a:lnTo>
                  <a:lnTo>
                    <a:pt x="9282193" y="499363"/>
                  </a:lnTo>
                  <a:lnTo>
                    <a:pt x="9231550" y="566329"/>
                  </a:lnTo>
                  <a:lnTo>
                    <a:pt x="9184121" y="640059"/>
                  </a:lnTo>
                  <a:lnTo>
                    <a:pt x="9139314" y="721098"/>
                  </a:lnTo>
                  <a:lnTo>
                    <a:pt x="9096585" y="809790"/>
                  </a:lnTo>
                  <a:lnTo>
                    <a:pt x="9084767" y="836370"/>
                  </a:lnTo>
                  <a:lnTo>
                    <a:pt x="9055328" y="906483"/>
                  </a:lnTo>
                  <a:lnTo>
                    <a:pt x="9026504" y="980622"/>
                  </a:lnTo>
                  <a:lnTo>
                    <a:pt x="8998165" y="1058868"/>
                  </a:lnTo>
                  <a:lnTo>
                    <a:pt x="8970197" y="1141262"/>
                  </a:lnTo>
                  <a:lnTo>
                    <a:pt x="8942509" y="1227805"/>
                  </a:lnTo>
                  <a:lnTo>
                    <a:pt x="8915021" y="1318451"/>
                  </a:lnTo>
                  <a:lnTo>
                    <a:pt x="8887668" y="1413107"/>
                  </a:lnTo>
                  <a:lnTo>
                    <a:pt x="8860399" y="1511628"/>
                  </a:lnTo>
                  <a:lnTo>
                    <a:pt x="8833171" y="1613818"/>
                  </a:lnTo>
                  <a:lnTo>
                    <a:pt x="8805955" y="1719428"/>
                  </a:lnTo>
                  <a:lnTo>
                    <a:pt x="8778728" y="1828156"/>
                  </a:lnTo>
                  <a:lnTo>
                    <a:pt x="8751476" y="1939654"/>
                  </a:lnTo>
                  <a:lnTo>
                    <a:pt x="8724192" y="2053525"/>
                  </a:lnTo>
                  <a:lnTo>
                    <a:pt x="8696877" y="2169333"/>
                  </a:lnTo>
                  <a:lnTo>
                    <a:pt x="8669533" y="2286610"/>
                  </a:lnTo>
                  <a:lnTo>
                    <a:pt x="8642169" y="2404858"/>
                  </a:lnTo>
                  <a:lnTo>
                    <a:pt x="8614795" y="2523564"/>
                  </a:lnTo>
                  <a:lnTo>
                    <a:pt x="8587422" y="2642207"/>
                  </a:lnTo>
                  <a:lnTo>
                    <a:pt x="8560063" y="2760265"/>
                  </a:lnTo>
                  <a:lnTo>
                    <a:pt x="8532725" y="2877229"/>
                  </a:lnTo>
                  <a:lnTo>
                    <a:pt x="8505417" y="2992608"/>
                  </a:lnTo>
                  <a:lnTo>
                    <a:pt x="8478141" y="3105940"/>
                  </a:lnTo>
                  <a:lnTo>
                    <a:pt x="8450896" y="3216798"/>
                  </a:lnTo>
                  <a:lnTo>
                    <a:pt x="8423673" y="3324798"/>
                  </a:lnTo>
                  <a:lnTo>
                    <a:pt x="8396457" y="3429601"/>
                  </a:lnTo>
                  <a:lnTo>
                    <a:pt x="8369222" y="3530919"/>
                  </a:lnTo>
                  <a:lnTo>
                    <a:pt x="8341937" y="3628515"/>
                  </a:lnTo>
                  <a:lnTo>
                    <a:pt x="8314557" y="3722207"/>
                  </a:lnTo>
                  <a:lnTo>
                    <a:pt x="8287026" y="3811861"/>
                  </a:lnTo>
                  <a:lnTo>
                    <a:pt x="8259278" y="3897396"/>
                  </a:lnTo>
                  <a:lnTo>
                    <a:pt x="8231229" y="3978779"/>
                  </a:lnTo>
                  <a:lnTo>
                    <a:pt x="8202782" y="4056019"/>
                  </a:lnTo>
                  <a:lnTo>
                    <a:pt x="8173822" y="4129170"/>
                  </a:lnTo>
                  <a:lnTo>
                    <a:pt x="8151487" y="4181850"/>
                  </a:lnTo>
                  <a:lnTo>
                    <a:pt x="8109257" y="4272731"/>
                  </a:lnTo>
                  <a:lnTo>
                    <a:pt x="8065093" y="4355920"/>
                  </a:lnTo>
                  <a:lnTo>
                    <a:pt x="8018467" y="4431675"/>
                  </a:lnTo>
                  <a:lnTo>
                    <a:pt x="7968798" y="4500500"/>
                  </a:lnTo>
                  <a:lnTo>
                    <a:pt x="7915483" y="4563006"/>
                  </a:lnTo>
                  <a:lnTo>
                    <a:pt x="7857928" y="4619831"/>
                  </a:lnTo>
                  <a:lnTo>
                    <a:pt x="7795584" y="4671577"/>
                  </a:lnTo>
                  <a:lnTo>
                    <a:pt x="7727995" y="4718782"/>
                  </a:lnTo>
                  <a:lnTo>
                    <a:pt x="7654865" y="4761899"/>
                  </a:lnTo>
                  <a:lnTo>
                    <a:pt x="7576142" y="4801282"/>
                  </a:lnTo>
                  <a:lnTo>
                    <a:pt x="7492112" y="4837185"/>
                  </a:lnTo>
                  <a:lnTo>
                    <a:pt x="7403517" y="4869758"/>
                  </a:lnTo>
                  <a:lnTo>
                    <a:pt x="7311647" y="4899062"/>
                  </a:lnTo>
                  <a:lnTo>
                    <a:pt x="7218404" y="4925079"/>
                  </a:lnTo>
                  <a:lnTo>
                    <a:pt x="7126281" y="4947748"/>
                  </a:lnTo>
                  <a:lnTo>
                    <a:pt x="7038235" y="4967003"/>
                  </a:lnTo>
                  <a:lnTo>
                    <a:pt x="6957418" y="4982820"/>
                  </a:lnTo>
                  <a:lnTo>
                    <a:pt x="6886795" y="4995266"/>
                  </a:lnTo>
                  <a:lnTo>
                    <a:pt x="6828701" y="5004534"/>
                  </a:lnTo>
                  <a:lnTo>
                    <a:pt x="6784446" y="5010954"/>
                  </a:lnTo>
                  <a:lnTo>
                    <a:pt x="6754048" y="5014977"/>
                  </a:lnTo>
                  <a:lnTo>
                    <a:pt x="6736164" y="5017144"/>
                  </a:lnTo>
                  <a:lnTo>
                    <a:pt x="6728177" y="5018032"/>
                  </a:lnTo>
                  <a:lnTo>
                    <a:pt x="6726363" y="5018218"/>
                  </a:lnTo>
                  <a:lnTo>
                    <a:pt x="6726343" y="5018220"/>
                  </a:lnTo>
                  <a:lnTo>
                    <a:pt x="5254955" y="5018220"/>
                  </a:lnTo>
                  <a:lnTo>
                    <a:pt x="5253837" y="5018146"/>
                  </a:lnTo>
                  <a:lnTo>
                    <a:pt x="5246481" y="5017617"/>
                  </a:lnTo>
                  <a:lnTo>
                    <a:pt x="5227929" y="5016153"/>
                  </a:lnTo>
                  <a:lnTo>
                    <a:pt x="5194735" y="5013271"/>
                  </a:lnTo>
                  <a:lnTo>
                    <a:pt x="5145209" y="5008521"/>
                  </a:lnTo>
                  <a:lnTo>
                    <a:pt x="5079544" y="5001535"/>
                  </a:lnTo>
                  <a:lnTo>
                    <a:pt x="4999676" y="4992058"/>
                  </a:lnTo>
                  <a:lnTo>
                    <a:pt x="4908847" y="4979959"/>
                  </a:lnTo>
                  <a:lnTo>
                    <a:pt x="4810981" y="4965211"/>
                  </a:lnTo>
                  <a:lnTo>
                    <a:pt x="4710035" y="4947855"/>
                  </a:lnTo>
                  <a:lnTo>
                    <a:pt x="4609505" y="4927947"/>
                  </a:lnTo>
                  <a:lnTo>
                    <a:pt x="4512122" y="4905519"/>
                  </a:lnTo>
                  <a:lnTo>
                    <a:pt x="4419771" y="4880542"/>
                  </a:lnTo>
                  <a:lnTo>
                    <a:pt x="4333545" y="4852908"/>
                  </a:lnTo>
                  <a:lnTo>
                    <a:pt x="4253887" y="4822416"/>
                  </a:lnTo>
                  <a:lnTo>
                    <a:pt x="4180749" y="4788775"/>
                  </a:lnTo>
                  <a:lnTo>
                    <a:pt x="4113748" y="4751602"/>
                  </a:lnTo>
                  <a:lnTo>
                    <a:pt x="4052284" y="4710442"/>
                  </a:lnTo>
                  <a:lnTo>
                    <a:pt x="3995643" y="4664782"/>
                  </a:lnTo>
                  <a:lnTo>
                    <a:pt x="3943057" y="4614092"/>
                  </a:lnTo>
                  <a:lnTo>
                    <a:pt x="3893764" y="4557883"/>
                  </a:lnTo>
                  <a:lnTo>
                    <a:pt x="3847050" y="4495817"/>
                  </a:lnTo>
                  <a:lnTo>
                    <a:pt x="3829811" y="4470630"/>
                  </a:lnTo>
                  <a:lnTo>
                    <a:pt x="3794337" y="4414857"/>
                  </a:lnTo>
                  <a:lnTo>
                    <a:pt x="3759719" y="4355222"/>
                  </a:lnTo>
                  <a:lnTo>
                    <a:pt x="3725737" y="4291645"/>
                  </a:lnTo>
                  <a:lnTo>
                    <a:pt x="3692211" y="4224102"/>
                  </a:lnTo>
                  <a:lnTo>
                    <a:pt x="3658996" y="4152632"/>
                  </a:lnTo>
                  <a:lnTo>
                    <a:pt x="3625976" y="4077338"/>
                  </a:lnTo>
                  <a:lnTo>
                    <a:pt x="3593062" y="3998395"/>
                  </a:lnTo>
                  <a:lnTo>
                    <a:pt x="3560188" y="3916053"/>
                  </a:lnTo>
                  <a:lnTo>
                    <a:pt x="3527307" y="3830631"/>
                  </a:lnTo>
                  <a:lnTo>
                    <a:pt x="3494393" y="3742521"/>
                  </a:lnTo>
                  <a:lnTo>
                    <a:pt x="3461433" y="3652176"/>
                  </a:lnTo>
                  <a:lnTo>
                    <a:pt x="3428427" y="3560107"/>
                  </a:lnTo>
                  <a:lnTo>
                    <a:pt x="3395386" y="3466868"/>
                  </a:lnTo>
                  <a:lnTo>
                    <a:pt x="3362325" y="3373044"/>
                  </a:lnTo>
                  <a:lnTo>
                    <a:pt x="3329265" y="3279236"/>
                  </a:lnTo>
                  <a:lnTo>
                    <a:pt x="3296225" y="3186043"/>
                  </a:lnTo>
                  <a:lnTo>
                    <a:pt x="3263221" y="3094049"/>
                  </a:lnTo>
                  <a:lnTo>
                    <a:pt x="3230263" y="3003807"/>
                  </a:lnTo>
                  <a:lnTo>
                    <a:pt x="3197351" y="2915823"/>
                  </a:lnTo>
                  <a:lnTo>
                    <a:pt x="3164472" y="2830550"/>
                  </a:lnTo>
                  <a:lnTo>
                    <a:pt x="3131597" y="2748375"/>
                  </a:lnTo>
                  <a:lnTo>
                    <a:pt x="3098679" y="2669614"/>
                  </a:lnTo>
                  <a:lnTo>
                    <a:pt x="3065652" y="2594512"/>
                  </a:lnTo>
                  <a:lnTo>
                    <a:pt x="3032424" y="2523241"/>
                  </a:lnTo>
                  <a:lnTo>
                    <a:pt x="2998879" y="2455901"/>
                  </a:lnTo>
                  <a:lnTo>
                    <a:pt x="2964869" y="2392526"/>
                  </a:lnTo>
                  <a:lnTo>
                    <a:pt x="2930212" y="2333091"/>
                  </a:lnTo>
                  <a:lnTo>
                    <a:pt x="2896531" y="2280266"/>
                  </a:lnTo>
                  <a:lnTo>
                    <a:pt x="2850628" y="2215938"/>
                  </a:lnTo>
                  <a:lnTo>
                    <a:pt x="2802397" y="2157527"/>
                  </a:lnTo>
                  <a:lnTo>
                    <a:pt x="2751153" y="2104788"/>
                  </a:lnTo>
                  <a:lnTo>
                    <a:pt x="2696147" y="2057275"/>
                  </a:lnTo>
                  <a:lnTo>
                    <a:pt x="2636607" y="2014465"/>
                  </a:lnTo>
                  <a:lnTo>
                    <a:pt x="2571793" y="1975832"/>
                  </a:lnTo>
                  <a:lnTo>
                    <a:pt x="2501050" y="1940895"/>
                  </a:lnTo>
                  <a:lnTo>
                    <a:pt x="2423901" y="1909244"/>
                  </a:lnTo>
                  <a:lnTo>
                    <a:pt x="2340153" y="1880551"/>
                  </a:lnTo>
                  <a:lnTo>
                    <a:pt x="2250044" y="1854580"/>
                  </a:lnTo>
                  <a:lnTo>
                    <a:pt x="2154400" y="1831189"/>
                  </a:lnTo>
                  <a:lnTo>
                    <a:pt x="2054791" y="1810321"/>
                  </a:lnTo>
                  <a:lnTo>
                    <a:pt x="1953629" y="1791987"/>
                  </a:lnTo>
                  <a:lnTo>
                    <a:pt x="1854140" y="1776239"/>
                  </a:lnTo>
                  <a:lnTo>
                    <a:pt x="1760154" y="1763131"/>
                  </a:lnTo>
                  <a:lnTo>
                    <a:pt x="1675681" y="1752664"/>
                  </a:lnTo>
                  <a:lnTo>
                    <a:pt x="1604297" y="1744753"/>
                  </a:lnTo>
                  <a:lnTo>
                    <a:pt x="1548504" y="1739190"/>
                  </a:lnTo>
                  <a:lnTo>
                    <a:pt x="1509190" y="1735647"/>
                  </a:lnTo>
                  <a:lnTo>
                    <a:pt x="1485381" y="1733700"/>
                  </a:lnTo>
                  <a:lnTo>
                    <a:pt x="1474270" y="1732872"/>
                  </a:lnTo>
                  <a:lnTo>
                    <a:pt x="1471451" y="1732679"/>
                  </a:lnTo>
                  <a:lnTo>
                    <a:pt x="1471387" y="1732675"/>
                  </a:lnTo>
                  <a:lnTo>
                    <a:pt x="0" y="173267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96" name="pg596"/>
            <p:cNvSpPr/>
            <p:nvPr/>
          </p:nvSpPr>
          <p:spPr>
            <a:xfrm>
              <a:off x="4799595" y="6034087"/>
              <a:ext cx="11981298" cy="3318237"/>
            </a:xfrm>
            <a:custGeom>
              <a:avLst/>
              <a:pathLst>
                <a:path w="11981298" h="3318237">
                  <a:moveTo>
                    <a:pt x="0" y="16345"/>
                  </a:moveTo>
                  <a:lnTo>
                    <a:pt x="1471387" y="16345"/>
                  </a:lnTo>
                  <a:lnTo>
                    <a:pt x="1472504" y="16420"/>
                  </a:lnTo>
                  <a:lnTo>
                    <a:pt x="1479853" y="16952"/>
                  </a:lnTo>
                  <a:lnTo>
                    <a:pt x="1498389" y="18421"/>
                  </a:lnTo>
                  <a:lnTo>
                    <a:pt x="1531554" y="21315"/>
                  </a:lnTo>
                  <a:lnTo>
                    <a:pt x="1581041" y="26083"/>
                  </a:lnTo>
                  <a:lnTo>
                    <a:pt x="1646658" y="33098"/>
                  </a:lnTo>
                  <a:lnTo>
                    <a:pt x="1726474" y="42613"/>
                  </a:lnTo>
                  <a:lnTo>
                    <a:pt x="1817251" y="54763"/>
                  </a:lnTo>
                  <a:lnTo>
                    <a:pt x="1915073" y="69572"/>
                  </a:lnTo>
                  <a:lnTo>
                    <a:pt x="2015982" y="87001"/>
                  </a:lnTo>
                  <a:lnTo>
                    <a:pt x="2116487" y="106993"/>
                  </a:lnTo>
                  <a:lnTo>
                    <a:pt x="2213854" y="129516"/>
                  </a:lnTo>
                  <a:lnTo>
                    <a:pt x="2306199" y="154599"/>
                  </a:lnTo>
                  <a:lnTo>
                    <a:pt x="2392425" y="182350"/>
                  </a:lnTo>
                  <a:lnTo>
                    <a:pt x="2472088" y="212969"/>
                  </a:lnTo>
                  <a:lnTo>
                    <a:pt x="2545234" y="246751"/>
                  </a:lnTo>
                  <a:lnTo>
                    <a:pt x="2612245" y="284076"/>
                  </a:lnTo>
                  <a:lnTo>
                    <a:pt x="2673718" y="325404"/>
                  </a:lnTo>
                  <a:lnTo>
                    <a:pt x="2730367" y="371248"/>
                  </a:lnTo>
                  <a:lnTo>
                    <a:pt x="2782959" y="422141"/>
                  </a:lnTo>
                  <a:lnTo>
                    <a:pt x="2832255" y="478573"/>
                  </a:lnTo>
                  <a:lnTo>
                    <a:pt x="2878971" y="540887"/>
                  </a:lnTo>
                  <a:lnTo>
                    <a:pt x="2896531" y="566661"/>
                  </a:lnTo>
                  <a:lnTo>
                    <a:pt x="2931932" y="622589"/>
                  </a:lnTo>
                  <a:lnTo>
                    <a:pt x="2966479" y="682383"/>
                  </a:lnTo>
                  <a:lnTo>
                    <a:pt x="3000393" y="746121"/>
                  </a:lnTo>
                  <a:lnTo>
                    <a:pt x="3033851" y="813828"/>
                  </a:lnTo>
                  <a:lnTo>
                    <a:pt x="3066998" y="885467"/>
                  </a:lnTo>
                  <a:lnTo>
                    <a:pt x="3099951" y="960933"/>
                  </a:lnTo>
                  <a:lnTo>
                    <a:pt x="3132796" y="1040053"/>
                  </a:lnTo>
                  <a:lnTo>
                    <a:pt x="3165602" y="1122580"/>
                  </a:lnTo>
                  <a:lnTo>
                    <a:pt x="3198413" y="1208194"/>
                  </a:lnTo>
                  <a:lnTo>
                    <a:pt x="3231257" y="1296508"/>
                  </a:lnTo>
                  <a:lnTo>
                    <a:pt x="3264147" y="1387068"/>
                  </a:lnTo>
                  <a:lnTo>
                    <a:pt x="3297083" y="1479365"/>
                  </a:lnTo>
                  <a:lnTo>
                    <a:pt x="3330054" y="1572848"/>
                  </a:lnTo>
                  <a:lnTo>
                    <a:pt x="3363045" y="1666932"/>
                  </a:lnTo>
                  <a:lnTo>
                    <a:pt x="3396036" y="1761019"/>
                  </a:lnTo>
                  <a:lnTo>
                    <a:pt x="3429008" y="1854508"/>
                  </a:lnTo>
                  <a:lnTo>
                    <a:pt x="3461944" y="1946817"/>
                  </a:lnTo>
                  <a:lnTo>
                    <a:pt x="3494834" y="2037392"/>
                  </a:lnTo>
                  <a:lnTo>
                    <a:pt x="3527679" y="2125724"/>
                  </a:lnTo>
                  <a:lnTo>
                    <a:pt x="3560490" y="2211361"/>
                  </a:lnTo>
                  <a:lnTo>
                    <a:pt x="3593296" y="2293913"/>
                  </a:lnTo>
                  <a:lnTo>
                    <a:pt x="3626141" y="2373060"/>
                  </a:lnTo>
                  <a:lnTo>
                    <a:pt x="3659092" y="2448555"/>
                  </a:lnTo>
                  <a:lnTo>
                    <a:pt x="3692237" y="2520223"/>
                  </a:lnTo>
                  <a:lnTo>
                    <a:pt x="3725693" y="2587960"/>
                  </a:lnTo>
                  <a:lnTo>
                    <a:pt x="3759602" y="2651729"/>
                  </a:lnTo>
                  <a:lnTo>
                    <a:pt x="3794144" y="2711552"/>
                  </a:lnTo>
                  <a:lnTo>
                    <a:pt x="3829537" y="2767510"/>
                  </a:lnTo>
                  <a:lnTo>
                    <a:pt x="3829811" y="2767922"/>
                  </a:lnTo>
                  <a:lnTo>
                    <a:pt x="3875699" y="2832550"/>
                  </a:lnTo>
                  <a:lnTo>
                    <a:pt x="3923913" y="2891235"/>
                  </a:lnTo>
                  <a:lnTo>
                    <a:pt x="3975138" y="2944224"/>
                  </a:lnTo>
                  <a:lnTo>
                    <a:pt x="4030122" y="2991964"/>
                  </a:lnTo>
                  <a:lnTo>
                    <a:pt x="4089635" y="3034980"/>
                  </a:lnTo>
                  <a:lnTo>
                    <a:pt x="4154419" y="3073799"/>
                  </a:lnTo>
                  <a:lnTo>
                    <a:pt x="4225126" y="3108906"/>
                  </a:lnTo>
                  <a:lnTo>
                    <a:pt x="4302235" y="3140712"/>
                  </a:lnTo>
                  <a:lnTo>
                    <a:pt x="4385938" y="3169546"/>
                  </a:lnTo>
                  <a:lnTo>
                    <a:pt x="4476000" y="3195646"/>
                  </a:lnTo>
                  <a:lnTo>
                    <a:pt x="4571597" y="3219154"/>
                  </a:lnTo>
                  <a:lnTo>
                    <a:pt x="4671163" y="3240129"/>
                  </a:lnTo>
                  <a:lnTo>
                    <a:pt x="4772293" y="3258558"/>
                  </a:lnTo>
                  <a:lnTo>
                    <a:pt x="4871765" y="3274391"/>
                  </a:lnTo>
                  <a:lnTo>
                    <a:pt x="4965755" y="3287573"/>
                  </a:lnTo>
                  <a:lnTo>
                    <a:pt x="5050259" y="3298101"/>
                  </a:lnTo>
                  <a:lnTo>
                    <a:pt x="5121696" y="3306062"/>
                  </a:lnTo>
                  <a:lnTo>
                    <a:pt x="5177564" y="3311663"/>
                  </a:lnTo>
                  <a:lnTo>
                    <a:pt x="5216961" y="3315234"/>
                  </a:lnTo>
                  <a:lnTo>
                    <a:pt x="5240853" y="3317199"/>
                  </a:lnTo>
                  <a:lnTo>
                    <a:pt x="5252030" y="3318036"/>
                  </a:lnTo>
                  <a:lnTo>
                    <a:pt x="5254955" y="3318237"/>
                  </a:lnTo>
                  <a:lnTo>
                    <a:pt x="6726343" y="3318237"/>
                  </a:lnTo>
                  <a:lnTo>
                    <a:pt x="6727502" y="3318176"/>
                  </a:lnTo>
                  <a:lnTo>
                    <a:pt x="6735121" y="3317740"/>
                  </a:lnTo>
                  <a:lnTo>
                    <a:pt x="6754316" y="3316534"/>
                  </a:lnTo>
                  <a:lnTo>
                    <a:pt x="6788607" y="3314161"/>
                  </a:lnTo>
                  <a:lnTo>
                    <a:pt x="6839667" y="3310254"/>
                  </a:lnTo>
                  <a:lnTo>
                    <a:pt x="6907186" y="3304512"/>
                  </a:lnTo>
                  <a:lnTo>
                    <a:pt x="6989050" y="3296734"/>
                  </a:lnTo>
                  <a:lnTo>
                    <a:pt x="7081817" y="3286819"/>
                  </a:lnTo>
                  <a:lnTo>
                    <a:pt x="7181389" y="3274751"/>
                  </a:lnTo>
                  <a:lnTo>
                    <a:pt x="7283690" y="3260568"/>
                  </a:lnTo>
                  <a:lnTo>
                    <a:pt x="7385179" y="3244315"/>
                  </a:lnTo>
                  <a:lnTo>
                    <a:pt x="7483132" y="3226013"/>
                  </a:lnTo>
                  <a:lnTo>
                    <a:pt x="7575718" y="3205629"/>
                  </a:lnTo>
                  <a:lnTo>
                    <a:pt x="7661916" y="3183064"/>
                  </a:lnTo>
                  <a:lnTo>
                    <a:pt x="7741362" y="3158140"/>
                  </a:lnTo>
                  <a:lnTo>
                    <a:pt x="7814178" y="3130602"/>
                  </a:lnTo>
                  <a:lnTo>
                    <a:pt x="7880813" y="3100124"/>
                  </a:lnTo>
                  <a:lnTo>
                    <a:pt x="7941919" y="3066320"/>
                  </a:lnTo>
                  <a:lnTo>
                    <a:pt x="7998256" y="3028761"/>
                  </a:lnTo>
                  <a:lnTo>
                    <a:pt x="8050621" y="2987014"/>
                  </a:lnTo>
                  <a:lnTo>
                    <a:pt x="8099797" y="2940698"/>
                  </a:lnTo>
                  <a:lnTo>
                    <a:pt x="8146507" y="2889581"/>
                  </a:lnTo>
                  <a:lnTo>
                    <a:pt x="8151487" y="2883706"/>
                  </a:lnTo>
                  <a:lnTo>
                    <a:pt x="8190407" y="2834922"/>
                  </a:lnTo>
                  <a:lnTo>
                    <a:pt x="8228322" y="2782430"/>
                  </a:lnTo>
                  <a:lnTo>
                    <a:pt x="8265515" y="2726155"/>
                  </a:lnTo>
                  <a:lnTo>
                    <a:pt x="8302212" y="2666087"/>
                  </a:lnTo>
                  <a:lnTo>
                    <a:pt x="8338593" y="2602291"/>
                  </a:lnTo>
                  <a:lnTo>
                    <a:pt x="8374794" y="2534908"/>
                  </a:lnTo>
                  <a:lnTo>
                    <a:pt x="8410918" y="2464165"/>
                  </a:lnTo>
                  <a:lnTo>
                    <a:pt x="8447034" y="2390371"/>
                  </a:lnTo>
                  <a:lnTo>
                    <a:pt x="8483185" y="2313919"/>
                  </a:lnTo>
                  <a:lnTo>
                    <a:pt x="8519391" y="2235277"/>
                  </a:lnTo>
                  <a:lnTo>
                    <a:pt x="8555652" y="2154976"/>
                  </a:lnTo>
                  <a:lnTo>
                    <a:pt x="8591954" y="2073602"/>
                  </a:lnTo>
                  <a:lnTo>
                    <a:pt x="8628274" y="1991772"/>
                  </a:lnTo>
                  <a:lnTo>
                    <a:pt x="8664588" y="1910120"/>
                  </a:lnTo>
                  <a:lnTo>
                    <a:pt x="8700869" y="1829271"/>
                  </a:lnTo>
                  <a:lnTo>
                    <a:pt x="8737100" y="1749828"/>
                  </a:lnTo>
                  <a:lnTo>
                    <a:pt x="8773274" y="1672347"/>
                  </a:lnTo>
                  <a:lnTo>
                    <a:pt x="8809402" y="1597328"/>
                  </a:lnTo>
                  <a:lnTo>
                    <a:pt x="8845515" y="1525195"/>
                  </a:lnTo>
                  <a:lnTo>
                    <a:pt x="8881672" y="1456297"/>
                  </a:lnTo>
                  <a:lnTo>
                    <a:pt x="8917959" y="1390896"/>
                  </a:lnTo>
                  <a:lnTo>
                    <a:pt x="8954497" y="1329171"/>
                  </a:lnTo>
                  <a:lnTo>
                    <a:pt x="8991446" y="1271220"/>
                  </a:lnTo>
                  <a:lnTo>
                    <a:pt x="9029011" y="1217064"/>
                  </a:lnTo>
                  <a:lnTo>
                    <a:pt x="9067449" y="1166657"/>
                  </a:lnTo>
                  <a:lnTo>
                    <a:pt x="9084767" y="1145581"/>
                  </a:lnTo>
                  <a:lnTo>
                    <a:pt x="9131246" y="1093937"/>
                  </a:lnTo>
                  <a:lnTo>
                    <a:pt x="9180120" y="1047104"/>
                  </a:lnTo>
                  <a:lnTo>
                    <a:pt x="9232099" y="1004874"/>
                  </a:lnTo>
                  <a:lnTo>
                    <a:pt x="9287963" y="966879"/>
                  </a:lnTo>
                  <a:lnTo>
                    <a:pt x="9348510" y="932686"/>
                  </a:lnTo>
                  <a:lnTo>
                    <a:pt x="9414507" y="901865"/>
                  </a:lnTo>
                  <a:lnTo>
                    <a:pt x="9486621" y="874023"/>
                  </a:lnTo>
                  <a:lnTo>
                    <a:pt x="9565330" y="848827"/>
                  </a:lnTo>
                  <a:lnTo>
                    <a:pt x="9650798" y="826014"/>
                  </a:lnTo>
                  <a:lnTo>
                    <a:pt x="9742722" y="805398"/>
                  </a:lnTo>
                  <a:lnTo>
                    <a:pt x="9840163" y="786872"/>
                  </a:lnTo>
                  <a:lnTo>
                    <a:pt x="9941382" y="770394"/>
                  </a:lnTo>
                  <a:lnTo>
                    <a:pt x="10043754" y="755983"/>
                  </a:lnTo>
                  <a:lnTo>
                    <a:pt x="10143816" y="743682"/>
                  </a:lnTo>
                  <a:lnTo>
                    <a:pt x="10237530" y="733532"/>
                  </a:lnTo>
                  <a:lnTo>
                    <a:pt x="10320770" y="725523"/>
                  </a:lnTo>
                  <a:lnTo>
                    <a:pt x="10389989" y="719567"/>
                  </a:lnTo>
                  <a:lnTo>
                    <a:pt x="10442896" y="715472"/>
                  </a:lnTo>
                  <a:lnTo>
                    <a:pt x="10478973" y="712948"/>
                  </a:lnTo>
                  <a:lnTo>
                    <a:pt x="10499677" y="711635"/>
                  </a:lnTo>
                  <a:lnTo>
                    <a:pt x="10508338" y="711134"/>
                  </a:lnTo>
                  <a:lnTo>
                    <a:pt x="10509911" y="711050"/>
                  </a:lnTo>
                  <a:lnTo>
                    <a:pt x="11981298" y="711050"/>
                  </a:lnTo>
                  <a:lnTo>
                    <a:pt x="11981298" y="694704"/>
                  </a:lnTo>
                  <a:lnTo>
                    <a:pt x="10509911" y="694704"/>
                  </a:lnTo>
                  <a:lnTo>
                    <a:pt x="10508751" y="694766"/>
                  </a:lnTo>
                  <a:lnTo>
                    <a:pt x="10501132" y="695202"/>
                  </a:lnTo>
                  <a:lnTo>
                    <a:pt x="10481938" y="696407"/>
                  </a:lnTo>
                  <a:lnTo>
                    <a:pt x="10447646" y="698780"/>
                  </a:lnTo>
                  <a:lnTo>
                    <a:pt x="10396587" y="702687"/>
                  </a:lnTo>
                  <a:lnTo>
                    <a:pt x="10329067" y="708429"/>
                  </a:lnTo>
                  <a:lnTo>
                    <a:pt x="10247203" y="716207"/>
                  </a:lnTo>
                  <a:lnTo>
                    <a:pt x="10154437" y="726123"/>
                  </a:lnTo>
                  <a:lnTo>
                    <a:pt x="10054865" y="738190"/>
                  </a:lnTo>
                  <a:lnTo>
                    <a:pt x="9952563" y="752373"/>
                  </a:lnTo>
                  <a:lnTo>
                    <a:pt x="9851075" y="768626"/>
                  </a:lnTo>
                  <a:lnTo>
                    <a:pt x="9753121" y="786928"/>
                  </a:lnTo>
                  <a:lnTo>
                    <a:pt x="9660535" y="807312"/>
                  </a:lnTo>
                  <a:lnTo>
                    <a:pt x="9574337" y="829877"/>
                  </a:lnTo>
                  <a:lnTo>
                    <a:pt x="9494891" y="854802"/>
                  </a:lnTo>
                  <a:lnTo>
                    <a:pt x="9422075" y="882340"/>
                  </a:lnTo>
                  <a:lnTo>
                    <a:pt x="9355440" y="912817"/>
                  </a:lnTo>
                  <a:lnTo>
                    <a:pt x="9294334" y="946621"/>
                  </a:lnTo>
                  <a:lnTo>
                    <a:pt x="9237998" y="984180"/>
                  </a:lnTo>
                  <a:lnTo>
                    <a:pt x="9185633" y="1025927"/>
                  </a:lnTo>
                  <a:lnTo>
                    <a:pt x="9136456" y="1072244"/>
                  </a:lnTo>
                  <a:lnTo>
                    <a:pt x="9089746" y="1123360"/>
                  </a:lnTo>
                  <a:lnTo>
                    <a:pt x="9084767" y="1129235"/>
                  </a:lnTo>
                  <a:lnTo>
                    <a:pt x="9045846" y="1178019"/>
                  </a:lnTo>
                  <a:lnTo>
                    <a:pt x="9007931" y="1230512"/>
                  </a:lnTo>
                  <a:lnTo>
                    <a:pt x="8970739" y="1286787"/>
                  </a:lnTo>
                  <a:lnTo>
                    <a:pt x="8934041" y="1346854"/>
                  </a:lnTo>
                  <a:lnTo>
                    <a:pt x="8897661" y="1410650"/>
                  </a:lnTo>
                  <a:lnTo>
                    <a:pt x="8861459" y="1478033"/>
                  </a:lnTo>
                  <a:lnTo>
                    <a:pt x="8825335" y="1548776"/>
                  </a:lnTo>
                  <a:lnTo>
                    <a:pt x="8789219" y="1622570"/>
                  </a:lnTo>
                  <a:lnTo>
                    <a:pt x="8753068" y="1699022"/>
                  </a:lnTo>
                  <a:lnTo>
                    <a:pt x="8716862" y="1777665"/>
                  </a:lnTo>
                  <a:lnTo>
                    <a:pt x="8680602" y="1857965"/>
                  </a:lnTo>
                  <a:lnTo>
                    <a:pt x="8644300" y="1939339"/>
                  </a:lnTo>
                  <a:lnTo>
                    <a:pt x="8607979" y="2021169"/>
                  </a:lnTo>
                  <a:lnTo>
                    <a:pt x="8571665" y="2102821"/>
                  </a:lnTo>
                  <a:lnTo>
                    <a:pt x="8535384" y="2183670"/>
                  </a:lnTo>
                  <a:lnTo>
                    <a:pt x="8499153" y="2263113"/>
                  </a:lnTo>
                  <a:lnTo>
                    <a:pt x="8462979" y="2340594"/>
                  </a:lnTo>
                  <a:lnTo>
                    <a:pt x="8426852" y="2415613"/>
                  </a:lnTo>
                  <a:lnTo>
                    <a:pt x="8390738" y="2487746"/>
                  </a:lnTo>
                  <a:lnTo>
                    <a:pt x="8354581" y="2556644"/>
                  </a:lnTo>
                  <a:lnTo>
                    <a:pt x="8318294" y="2622045"/>
                  </a:lnTo>
                  <a:lnTo>
                    <a:pt x="8281756" y="2683770"/>
                  </a:lnTo>
                  <a:lnTo>
                    <a:pt x="8244807" y="2741722"/>
                  </a:lnTo>
                  <a:lnTo>
                    <a:pt x="8207242" y="2795877"/>
                  </a:lnTo>
                  <a:lnTo>
                    <a:pt x="8168804" y="2846284"/>
                  </a:lnTo>
                  <a:lnTo>
                    <a:pt x="8151487" y="2867360"/>
                  </a:lnTo>
                  <a:lnTo>
                    <a:pt x="8105007" y="2919004"/>
                  </a:lnTo>
                  <a:lnTo>
                    <a:pt x="8056133" y="2965837"/>
                  </a:lnTo>
                  <a:lnTo>
                    <a:pt x="8004154" y="3008067"/>
                  </a:lnTo>
                  <a:lnTo>
                    <a:pt x="7948290" y="3046062"/>
                  </a:lnTo>
                  <a:lnTo>
                    <a:pt x="7887743" y="3080255"/>
                  </a:lnTo>
                  <a:lnTo>
                    <a:pt x="7821747" y="3111076"/>
                  </a:lnTo>
                  <a:lnTo>
                    <a:pt x="7749632" y="3138918"/>
                  </a:lnTo>
                  <a:lnTo>
                    <a:pt x="7670923" y="3164114"/>
                  </a:lnTo>
                  <a:lnTo>
                    <a:pt x="7585455" y="3186927"/>
                  </a:lnTo>
                  <a:lnTo>
                    <a:pt x="7493531" y="3207543"/>
                  </a:lnTo>
                  <a:lnTo>
                    <a:pt x="7396090" y="3226070"/>
                  </a:lnTo>
                  <a:lnTo>
                    <a:pt x="7294871" y="3242547"/>
                  </a:lnTo>
                  <a:lnTo>
                    <a:pt x="7192500" y="3256958"/>
                  </a:lnTo>
                  <a:lnTo>
                    <a:pt x="7092437" y="3269259"/>
                  </a:lnTo>
                  <a:lnTo>
                    <a:pt x="6998723" y="3279410"/>
                  </a:lnTo>
                  <a:lnTo>
                    <a:pt x="6915483" y="3287418"/>
                  </a:lnTo>
                  <a:lnTo>
                    <a:pt x="6846265" y="3293374"/>
                  </a:lnTo>
                  <a:lnTo>
                    <a:pt x="6793357" y="3297469"/>
                  </a:lnTo>
                  <a:lnTo>
                    <a:pt x="6757280" y="3299993"/>
                  </a:lnTo>
                  <a:lnTo>
                    <a:pt x="6736576" y="3301307"/>
                  </a:lnTo>
                  <a:lnTo>
                    <a:pt x="6727915" y="3301807"/>
                  </a:lnTo>
                  <a:lnTo>
                    <a:pt x="6726343" y="3301891"/>
                  </a:lnTo>
                  <a:lnTo>
                    <a:pt x="5254955" y="3301891"/>
                  </a:lnTo>
                  <a:lnTo>
                    <a:pt x="5253838" y="3301816"/>
                  </a:lnTo>
                  <a:lnTo>
                    <a:pt x="5246489" y="3301285"/>
                  </a:lnTo>
                  <a:lnTo>
                    <a:pt x="5227954" y="3299815"/>
                  </a:lnTo>
                  <a:lnTo>
                    <a:pt x="5194788" y="3296922"/>
                  </a:lnTo>
                  <a:lnTo>
                    <a:pt x="5145301" y="3292153"/>
                  </a:lnTo>
                  <a:lnTo>
                    <a:pt x="5079684" y="3285139"/>
                  </a:lnTo>
                  <a:lnTo>
                    <a:pt x="4999869" y="3275623"/>
                  </a:lnTo>
                  <a:lnTo>
                    <a:pt x="4909091" y="3263474"/>
                  </a:lnTo>
                  <a:lnTo>
                    <a:pt x="4811269" y="3248665"/>
                  </a:lnTo>
                  <a:lnTo>
                    <a:pt x="4710360" y="3231235"/>
                  </a:lnTo>
                  <a:lnTo>
                    <a:pt x="4609855" y="3211243"/>
                  </a:lnTo>
                  <a:lnTo>
                    <a:pt x="4512488" y="3188720"/>
                  </a:lnTo>
                  <a:lnTo>
                    <a:pt x="4420143" y="3163638"/>
                  </a:lnTo>
                  <a:lnTo>
                    <a:pt x="4333917" y="3135887"/>
                  </a:lnTo>
                  <a:lnTo>
                    <a:pt x="4254254" y="3105267"/>
                  </a:lnTo>
                  <a:lnTo>
                    <a:pt x="4181108" y="3071486"/>
                  </a:lnTo>
                  <a:lnTo>
                    <a:pt x="4114097" y="3034160"/>
                  </a:lnTo>
                  <a:lnTo>
                    <a:pt x="4052624" y="2992832"/>
                  </a:lnTo>
                  <a:lnTo>
                    <a:pt x="3995975" y="2946988"/>
                  </a:lnTo>
                  <a:lnTo>
                    <a:pt x="3943383" y="2896095"/>
                  </a:lnTo>
                  <a:lnTo>
                    <a:pt x="3894087" y="2839663"/>
                  </a:lnTo>
                  <a:lnTo>
                    <a:pt x="3847372" y="2777349"/>
                  </a:lnTo>
                  <a:lnTo>
                    <a:pt x="3829811" y="2751576"/>
                  </a:lnTo>
                  <a:lnTo>
                    <a:pt x="3794410" y="2695647"/>
                  </a:lnTo>
                  <a:lnTo>
                    <a:pt x="3759863" y="2635854"/>
                  </a:lnTo>
                  <a:lnTo>
                    <a:pt x="3725949" y="2572115"/>
                  </a:lnTo>
                  <a:lnTo>
                    <a:pt x="3692491" y="2504408"/>
                  </a:lnTo>
                  <a:lnTo>
                    <a:pt x="3659344" y="2432770"/>
                  </a:lnTo>
                  <a:lnTo>
                    <a:pt x="3626392" y="2357303"/>
                  </a:lnTo>
                  <a:lnTo>
                    <a:pt x="3593546" y="2278183"/>
                  </a:lnTo>
                  <a:lnTo>
                    <a:pt x="3560740" y="2195657"/>
                  </a:lnTo>
                  <a:lnTo>
                    <a:pt x="3527929" y="2110042"/>
                  </a:lnTo>
                  <a:lnTo>
                    <a:pt x="3495085" y="2021728"/>
                  </a:lnTo>
                  <a:lnTo>
                    <a:pt x="3462195" y="1931169"/>
                  </a:lnTo>
                  <a:lnTo>
                    <a:pt x="3429259" y="1838871"/>
                  </a:lnTo>
                  <a:lnTo>
                    <a:pt x="3396288" y="1745388"/>
                  </a:lnTo>
                  <a:lnTo>
                    <a:pt x="3363297" y="1651304"/>
                  </a:lnTo>
                  <a:lnTo>
                    <a:pt x="3330306" y="1557217"/>
                  </a:lnTo>
                  <a:lnTo>
                    <a:pt x="3297334" y="1463728"/>
                  </a:lnTo>
                  <a:lnTo>
                    <a:pt x="3264398" y="1371419"/>
                  </a:lnTo>
                  <a:lnTo>
                    <a:pt x="3231508" y="1280844"/>
                  </a:lnTo>
                  <a:lnTo>
                    <a:pt x="3198663" y="1192512"/>
                  </a:lnTo>
                  <a:lnTo>
                    <a:pt x="3165852" y="1106875"/>
                  </a:lnTo>
                  <a:lnTo>
                    <a:pt x="3133047" y="1024323"/>
                  </a:lnTo>
                  <a:lnTo>
                    <a:pt x="3100201" y="945176"/>
                  </a:lnTo>
                  <a:lnTo>
                    <a:pt x="3067250" y="869682"/>
                  </a:lnTo>
                  <a:lnTo>
                    <a:pt x="3034105" y="798013"/>
                  </a:lnTo>
                  <a:lnTo>
                    <a:pt x="3000649" y="730276"/>
                  </a:lnTo>
                  <a:lnTo>
                    <a:pt x="2966740" y="666507"/>
                  </a:lnTo>
                  <a:lnTo>
                    <a:pt x="2932198" y="606684"/>
                  </a:lnTo>
                  <a:lnTo>
                    <a:pt x="2896805" y="550727"/>
                  </a:lnTo>
                  <a:lnTo>
                    <a:pt x="2896531" y="550315"/>
                  </a:lnTo>
                  <a:lnTo>
                    <a:pt x="2850643" y="485686"/>
                  </a:lnTo>
                  <a:lnTo>
                    <a:pt x="2802429" y="427001"/>
                  </a:lnTo>
                  <a:lnTo>
                    <a:pt x="2751204" y="374012"/>
                  </a:lnTo>
                  <a:lnTo>
                    <a:pt x="2696220" y="326273"/>
                  </a:lnTo>
                  <a:lnTo>
                    <a:pt x="2636707" y="283256"/>
                  </a:lnTo>
                  <a:lnTo>
                    <a:pt x="2571923" y="244437"/>
                  </a:lnTo>
                  <a:lnTo>
                    <a:pt x="2501216" y="209331"/>
                  </a:lnTo>
                  <a:lnTo>
                    <a:pt x="2424107" y="177524"/>
                  </a:lnTo>
                  <a:lnTo>
                    <a:pt x="2340404" y="148690"/>
                  </a:lnTo>
                  <a:lnTo>
                    <a:pt x="2250342" y="122591"/>
                  </a:lnTo>
                  <a:lnTo>
                    <a:pt x="2154745" y="99082"/>
                  </a:lnTo>
                  <a:lnTo>
                    <a:pt x="2055179" y="78108"/>
                  </a:lnTo>
                  <a:lnTo>
                    <a:pt x="1954050" y="59678"/>
                  </a:lnTo>
                  <a:lnTo>
                    <a:pt x="1854577" y="43846"/>
                  </a:lnTo>
                  <a:lnTo>
                    <a:pt x="1760587" y="30663"/>
                  </a:lnTo>
                  <a:lnTo>
                    <a:pt x="1676083" y="20135"/>
                  </a:lnTo>
                  <a:lnTo>
                    <a:pt x="1604646" y="12174"/>
                  </a:lnTo>
                  <a:lnTo>
                    <a:pt x="1548778" y="6573"/>
                  </a:lnTo>
                  <a:lnTo>
                    <a:pt x="1509381" y="3002"/>
                  </a:lnTo>
                  <a:lnTo>
                    <a:pt x="1485489" y="1037"/>
                  </a:lnTo>
                  <a:lnTo>
                    <a:pt x="1474312" y="200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597" name="pl597"/>
            <p:cNvSpPr/>
            <p:nvPr/>
          </p:nvSpPr>
          <p:spPr>
            <a:xfrm>
              <a:off x="4799595" y="6050433"/>
              <a:ext cx="11981298" cy="3301891"/>
            </a:xfrm>
            <a:custGeom>
              <a:avLst/>
              <a:pathLst>
                <a:path w="11981298" h="3301891">
                  <a:moveTo>
                    <a:pt x="0" y="0"/>
                  </a:moveTo>
                  <a:lnTo>
                    <a:pt x="1471387" y="0"/>
                  </a:lnTo>
                  <a:lnTo>
                    <a:pt x="1472504" y="74"/>
                  </a:lnTo>
                  <a:lnTo>
                    <a:pt x="1479853" y="606"/>
                  </a:lnTo>
                  <a:lnTo>
                    <a:pt x="1498389" y="2075"/>
                  </a:lnTo>
                  <a:lnTo>
                    <a:pt x="1531554" y="4969"/>
                  </a:lnTo>
                  <a:lnTo>
                    <a:pt x="1581041" y="9737"/>
                  </a:lnTo>
                  <a:lnTo>
                    <a:pt x="1646658" y="16752"/>
                  </a:lnTo>
                  <a:lnTo>
                    <a:pt x="1726474" y="26267"/>
                  </a:lnTo>
                  <a:lnTo>
                    <a:pt x="1817251" y="38417"/>
                  </a:lnTo>
                  <a:lnTo>
                    <a:pt x="1915073" y="53226"/>
                  </a:lnTo>
                  <a:lnTo>
                    <a:pt x="2015982" y="70655"/>
                  </a:lnTo>
                  <a:lnTo>
                    <a:pt x="2116487" y="90647"/>
                  </a:lnTo>
                  <a:lnTo>
                    <a:pt x="2213854" y="113170"/>
                  </a:lnTo>
                  <a:lnTo>
                    <a:pt x="2306199" y="138253"/>
                  </a:lnTo>
                  <a:lnTo>
                    <a:pt x="2392425" y="166004"/>
                  </a:lnTo>
                  <a:lnTo>
                    <a:pt x="2472088" y="196623"/>
                  </a:lnTo>
                  <a:lnTo>
                    <a:pt x="2545234" y="230405"/>
                  </a:lnTo>
                  <a:lnTo>
                    <a:pt x="2612245" y="267730"/>
                  </a:lnTo>
                  <a:lnTo>
                    <a:pt x="2673718" y="309058"/>
                  </a:lnTo>
                  <a:lnTo>
                    <a:pt x="2730367" y="354902"/>
                  </a:lnTo>
                  <a:lnTo>
                    <a:pt x="2782959" y="405795"/>
                  </a:lnTo>
                  <a:lnTo>
                    <a:pt x="2832255" y="462227"/>
                  </a:lnTo>
                  <a:lnTo>
                    <a:pt x="2878971" y="524541"/>
                  </a:lnTo>
                  <a:lnTo>
                    <a:pt x="2896531" y="550315"/>
                  </a:lnTo>
                  <a:lnTo>
                    <a:pt x="2931932" y="606243"/>
                  </a:lnTo>
                  <a:lnTo>
                    <a:pt x="2966479" y="666037"/>
                  </a:lnTo>
                  <a:lnTo>
                    <a:pt x="3000393" y="729775"/>
                  </a:lnTo>
                  <a:lnTo>
                    <a:pt x="3033851" y="797482"/>
                  </a:lnTo>
                  <a:lnTo>
                    <a:pt x="3066998" y="869121"/>
                  </a:lnTo>
                  <a:lnTo>
                    <a:pt x="3099951" y="944587"/>
                  </a:lnTo>
                  <a:lnTo>
                    <a:pt x="3132796" y="1023707"/>
                  </a:lnTo>
                  <a:lnTo>
                    <a:pt x="3165602" y="1106234"/>
                  </a:lnTo>
                  <a:lnTo>
                    <a:pt x="3198413" y="1191848"/>
                  </a:lnTo>
                  <a:lnTo>
                    <a:pt x="3231257" y="1280162"/>
                  </a:lnTo>
                  <a:lnTo>
                    <a:pt x="3264147" y="1370722"/>
                  </a:lnTo>
                  <a:lnTo>
                    <a:pt x="3297083" y="1463019"/>
                  </a:lnTo>
                  <a:lnTo>
                    <a:pt x="3330054" y="1556502"/>
                  </a:lnTo>
                  <a:lnTo>
                    <a:pt x="3363045" y="1650586"/>
                  </a:lnTo>
                  <a:lnTo>
                    <a:pt x="3396036" y="1744673"/>
                  </a:lnTo>
                  <a:lnTo>
                    <a:pt x="3429008" y="1838162"/>
                  </a:lnTo>
                  <a:lnTo>
                    <a:pt x="3461944" y="1930471"/>
                  </a:lnTo>
                  <a:lnTo>
                    <a:pt x="3494834" y="2021046"/>
                  </a:lnTo>
                  <a:lnTo>
                    <a:pt x="3527679" y="2109378"/>
                  </a:lnTo>
                  <a:lnTo>
                    <a:pt x="3560490" y="2195015"/>
                  </a:lnTo>
                  <a:lnTo>
                    <a:pt x="3593296" y="2277567"/>
                  </a:lnTo>
                  <a:lnTo>
                    <a:pt x="3626141" y="2356714"/>
                  </a:lnTo>
                  <a:lnTo>
                    <a:pt x="3659092" y="2432209"/>
                  </a:lnTo>
                  <a:lnTo>
                    <a:pt x="3692237" y="2503877"/>
                  </a:lnTo>
                  <a:lnTo>
                    <a:pt x="3725693" y="2571614"/>
                  </a:lnTo>
                  <a:lnTo>
                    <a:pt x="3759602" y="2635383"/>
                  </a:lnTo>
                  <a:lnTo>
                    <a:pt x="3794144" y="2695206"/>
                  </a:lnTo>
                  <a:lnTo>
                    <a:pt x="3829537" y="2751164"/>
                  </a:lnTo>
                  <a:lnTo>
                    <a:pt x="3829811" y="2751576"/>
                  </a:lnTo>
                  <a:lnTo>
                    <a:pt x="3875699" y="2816204"/>
                  </a:lnTo>
                  <a:lnTo>
                    <a:pt x="3923913" y="2874889"/>
                  </a:lnTo>
                  <a:lnTo>
                    <a:pt x="3975138" y="2927878"/>
                  </a:lnTo>
                  <a:lnTo>
                    <a:pt x="4030122" y="2975618"/>
                  </a:lnTo>
                  <a:lnTo>
                    <a:pt x="4089635" y="3018634"/>
                  </a:lnTo>
                  <a:lnTo>
                    <a:pt x="4154419" y="3057453"/>
                  </a:lnTo>
                  <a:lnTo>
                    <a:pt x="4225126" y="3092560"/>
                  </a:lnTo>
                  <a:lnTo>
                    <a:pt x="4302235" y="3124366"/>
                  </a:lnTo>
                  <a:lnTo>
                    <a:pt x="4385938" y="3153200"/>
                  </a:lnTo>
                  <a:lnTo>
                    <a:pt x="4476000" y="3179300"/>
                  </a:lnTo>
                  <a:lnTo>
                    <a:pt x="4571597" y="3202808"/>
                  </a:lnTo>
                  <a:lnTo>
                    <a:pt x="4671163" y="3223783"/>
                  </a:lnTo>
                  <a:lnTo>
                    <a:pt x="4772293" y="3242212"/>
                  </a:lnTo>
                  <a:lnTo>
                    <a:pt x="4871765" y="3258045"/>
                  </a:lnTo>
                  <a:lnTo>
                    <a:pt x="4965755" y="3271227"/>
                  </a:lnTo>
                  <a:lnTo>
                    <a:pt x="5050259" y="3281755"/>
                  </a:lnTo>
                  <a:lnTo>
                    <a:pt x="5121696" y="3289716"/>
                  </a:lnTo>
                  <a:lnTo>
                    <a:pt x="5177564" y="3295317"/>
                  </a:lnTo>
                  <a:lnTo>
                    <a:pt x="5216961" y="3298888"/>
                  </a:lnTo>
                  <a:lnTo>
                    <a:pt x="5240853" y="3300853"/>
                  </a:lnTo>
                  <a:lnTo>
                    <a:pt x="5252030" y="3301690"/>
                  </a:lnTo>
                  <a:lnTo>
                    <a:pt x="5254888" y="3301887"/>
                  </a:lnTo>
                  <a:lnTo>
                    <a:pt x="5254955" y="3301891"/>
                  </a:lnTo>
                  <a:lnTo>
                    <a:pt x="6726343" y="3301891"/>
                  </a:lnTo>
                  <a:lnTo>
                    <a:pt x="6727502" y="3301830"/>
                  </a:lnTo>
                  <a:lnTo>
                    <a:pt x="6735121" y="3301394"/>
                  </a:lnTo>
                  <a:lnTo>
                    <a:pt x="6754316" y="3300188"/>
                  </a:lnTo>
                  <a:lnTo>
                    <a:pt x="6788607" y="3297815"/>
                  </a:lnTo>
                  <a:lnTo>
                    <a:pt x="6839667" y="3293908"/>
                  </a:lnTo>
                  <a:lnTo>
                    <a:pt x="6907186" y="3288166"/>
                  </a:lnTo>
                  <a:lnTo>
                    <a:pt x="6989050" y="3280388"/>
                  </a:lnTo>
                  <a:lnTo>
                    <a:pt x="7081817" y="3270473"/>
                  </a:lnTo>
                  <a:lnTo>
                    <a:pt x="7181389" y="3258405"/>
                  </a:lnTo>
                  <a:lnTo>
                    <a:pt x="7283690" y="3244222"/>
                  </a:lnTo>
                  <a:lnTo>
                    <a:pt x="7385179" y="3227969"/>
                  </a:lnTo>
                  <a:lnTo>
                    <a:pt x="7483132" y="3209667"/>
                  </a:lnTo>
                  <a:lnTo>
                    <a:pt x="7575718" y="3189283"/>
                  </a:lnTo>
                  <a:lnTo>
                    <a:pt x="7661916" y="3166718"/>
                  </a:lnTo>
                  <a:lnTo>
                    <a:pt x="7741362" y="3141794"/>
                  </a:lnTo>
                  <a:lnTo>
                    <a:pt x="7814178" y="3114256"/>
                  </a:lnTo>
                  <a:lnTo>
                    <a:pt x="7880813" y="3083778"/>
                  </a:lnTo>
                  <a:lnTo>
                    <a:pt x="7941919" y="3049974"/>
                  </a:lnTo>
                  <a:lnTo>
                    <a:pt x="7998256" y="3012415"/>
                  </a:lnTo>
                  <a:lnTo>
                    <a:pt x="8050621" y="2970668"/>
                  </a:lnTo>
                  <a:lnTo>
                    <a:pt x="8099797" y="2924352"/>
                  </a:lnTo>
                  <a:lnTo>
                    <a:pt x="8146507" y="2873235"/>
                  </a:lnTo>
                  <a:lnTo>
                    <a:pt x="8151487" y="2867360"/>
                  </a:lnTo>
                  <a:lnTo>
                    <a:pt x="8190407" y="2818576"/>
                  </a:lnTo>
                  <a:lnTo>
                    <a:pt x="8228322" y="2766084"/>
                  </a:lnTo>
                  <a:lnTo>
                    <a:pt x="8265515" y="2709809"/>
                  </a:lnTo>
                  <a:lnTo>
                    <a:pt x="8302212" y="2649741"/>
                  </a:lnTo>
                  <a:lnTo>
                    <a:pt x="8338593" y="2585945"/>
                  </a:lnTo>
                  <a:lnTo>
                    <a:pt x="8374794" y="2518562"/>
                  </a:lnTo>
                  <a:lnTo>
                    <a:pt x="8410918" y="2447819"/>
                  </a:lnTo>
                  <a:lnTo>
                    <a:pt x="8447034" y="2374025"/>
                  </a:lnTo>
                  <a:lnTo>
                    <a:pt x="8483185" y="2297573"/>
                  </a:lnTo>
                  <a:lnTo>
                    <a:pt x="8519391" y="2218931"/>
                  </a:lnTo>
                  <a:lnTo>
                    <a:pt x="8555652" y="2138630"/>
                  </a:lnTo>
                  <a:lnTo>
                    <a:pt x="8591954" y="2057256"/>
                  </a:lnTo>
                  <a:lnTo>
                    <a:pt x="8628274" y="1975426"/>
                  </a:lnTo>
                  <a:lnTo>
                    <a:pt x="8664588" y="1893774"/>
                  </a:lnTo>
                  <a:lnTo>
                    <a:pt x="8700869" y="1812925"/>
                  </a:lnTo>
                  <a:lnTo>
                    <a:pt x="8737100" y="1733482"/>
                  </a:lnTo>
                  <a:lnTo>
                    <a:pt x="8773274" y="1656001"/>
                  </a:lnTo>
                  <a:lnTo>
                    <a:pt x="8809402" y="1580982"/>
                  </a:lnTo>
                  <a:lnTo>
                    <a:pt x="8845515" y="1508849"/>
                  </a:lnTo>
                  <a:lnTo>
                    <a:pt x="8881672" y="1439951"/>
                  </a:lnTo>
                  <a:lnTo>
                    <a:pt x="8917959" y="1374550"/>
                  </a:lnTo>
                  <a:lnTo>
                    <a:pt x="8954497" y="1312825"/>
                  </a:lnTo>
                  <a:lnTo>
                    <a:pt x="8991446" y="1254874"/>
                  </a:lnTo>
                  <a:lnTo>
                    <a:pt x="9029011" y="1200718"/>
                  </a:lnTo>
                  <a:lnTo>
                    <a:pt x="9067449" y="1150311"/>
                  </a:lnTo>
                  <a:lnTo>
                    <a:pt x="9084767" y="1129235"/>
                  </a:lnTo>
                  <a:lnTo>
                    <a:pt x="9131246" y="1077591"/>
                  </a:lnTo>
                  <a:lnTo>
                    <a:pt x="9180120" y="1030758"/>
                  </a:lnTo>
                  <a:lnTo>
                    <a:pt x="9232099" y="988528"/>
                  </a:lnTo>
                  <a:lnTo>
                    <a:pt x="9287963" y="950533"/>
                  </a:lnTo>
                  <a:lnTo>
                    <a:pt x="9348510" y="916340"/>
                  </a:lnTo>
                  <a:lnTo>
                    <a:pt x="9414507" y="885519"/>
                  </a:lnTo>
                  <a:lnTo>
                    <a:pt x="9486621" y="857677"/>
                  </a:lnTo>
                  <a:lnTo>
                    <a:pt x="9565330" y="832481"/>
                  </a:lnTo>
                  <a:lnTo>
                    <a:pt x="9650798" y="809668"/>
                  </a:lnTo>
                  <a:lnTo>
                    <a:pt x="9742722" y="789052"/>
                  </a:lnTo>
                  <a:lnTo>
                    <a:pt x="9840163" y="770526"/>
                  </a:lnTo>
                  <a:lnTo>
                    <a:pt x="9941382" y="754048"/>
                  </a:lnTo>
                  <a:lnTo>
                    <a:pt x="10043754" y="739637"/>
                  </a:lnTo>
                  <a:lnTo>
                    <a:pt x="10143816" y="727336"/>
                  </a:lnTo>
                  <a:lnTo>
                    <a:pt x="10237530" y="717186"/>
                  </a:lnTo>
                  <a:lnTo>
                    <a:pt x="10320770" y="709177"/>
                  </a:lnTo>
                  <a:lnTo>
                    <a:pt x="10389989" y="703221"/>
                  </a:lnTo>
                  <a:lnTo>
                    <a:pt x="10442896" y="699126"/>
                  </a:lnTo>
                  <a:lnTo>
                    <a:pt x="10478973" y="696602"/>
                  </a:lnTo>
                  <a:lnTo>
                    <a:pt x="10499677" y="695289"/>
                  </a:lnTo>
                  <a:lnTo>
                    <a:pt x="10508338" y="694788"/>
                  </a:lnTo>
                  <a:lnTo>
                    <a:pt x="10509909" y="694704"/>
                  </a:lnTo>
                  <a:lnTo>
                    <a:pt x="10509911" y="694704"/>
                  </a:lnTo>
                  <a:lnTo>
                    <a:pt x="11981298" y="69470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98" name="pl598"/>
            <p:cNvSpPr/>
            <p:nvPr/>
          </p:nvSpPr>
          <p:spPr>
            <a:xfrm>
              <a:off x="4799595" y="6034087"/>
              <a:ext cx="11981298" cy="3301891"/>
            </a:xfrm>
            <a:custGeom>
              <a:avLst/>
              <a:pathLst>
                <a:path w="11981298" h="3301891">
                  <a:moveTo>
                    <a:pt x="11981298" y="694704"/>
                  </a:moveTo>
                  <a:lnTo>
                    <a:pt x="10509911" y="694704"/>
                  </a:lnTo>
                  <a:lnTo>
                    <a:pt x="10508751" y="694766"/>
                  </a:lnTo>
                  <a:lnTo>
                    <a:pt x="10501132" y="695202"/>
                  </a:lnTo>
                  <a:lnTo>
                    <a:pt x="10481938" y="696407"/>
                  </a:lnTo>
                  <a:lnTo>
                    <a:pt x="10447646" y="698780"/>
                  </a:lnTo>
                  <a:lnTo>
                    <a:pt x="10396587" y="702687"/>
                  </a:lnTo>
                  <a:lnTo>
                    <a:pt x="10329067" y="708429"/>
                  </a:lnTo>
                  <a:lnTo>
                    <a:pt x="10247203" y="716207"/>
                  </a:lnTo>
                  <a:lnTo>
                    <a:pt x="10154437" y="726123"/>
                  </a:lnTo>
                  <a:lnTo>
                    <a:pt x="10054865" y="738190"/>
                  </a:lnTo>
                  <a:lnTo>
                    <a:pt x="9952563" y="752373"/>
                  </a:lnTo>
                  <a:lnTo>
                    <a:pt x="9851075" y="768626"/>
                  </a:lnTo>
                  <a:lnTo>
                    <a:pt x="9753121" y="786928"/>
                  </a:lnTo>
                  <a:lnTo>
                    <a:pt x="9660535" y="807312"/>
                  </a:lnTo>
                  <a:lnTo>
                    <a:pt x="9574337" y="829877"/>
                  </a:lnTo>
                  <a:lnTo>
                    <a:pt x="9494891" y="854802"/>
                  </a:lnTo>
                  <a:lnTo>
                    <a:pt x="9422075" y="882340"/>
                  </a:lnTo>
                  <a:lnTo>
                    <a:pt x="9355440" y="912817"/>
                  </a:lnTo>
                  <a:lnTo>
                    <a:pt x="9294334" y="946621"/>
                  </a:lnTo>
                  <a:lnTo>
                    <a:pt x="9237998" y="984180"/>
                  </a:lnTo>
                  <a:lnTo>
                    <a:pt x="9185633" y="1025927"/>
                  </a:lnTo>
                  <a:lnTo>
                    <a:pt x="9136456" y="1072244"/>
                  </a:lnTo>
                  <a:lnTo>
                    <a:pt x="9089746" y="1123360"/>
                  </a:lnTo>
                  <a:lnTo>
                    <a:pt x="9084767" y="1129235"/>
                  </a:lnTo>
                  <a:lnTo>
                    <a:pt x="9045846" y="1178019"/>
                  </a:lnTo>
                  <a:lnTo>
                    <a:pt x="9007931" y="1230512"/>
                  </a:lnTo>
                  <a:lnTo>
                    <a:pt x="8970739" y="1286787"/>
                  </a:lnTo>
                  <a:lnTo>
                    <a:pt x="8934041" y="1346854"/>
                  </a:lnTo>
                  <a:lnTo>
                    <a:pt x="8897661" y="1410650"/>
                  </a:lnTo>
                  <a:lnTo>
                    <a:pt x="8861459" y="1478033"/>
                  </a:lnTo>
                  <a:lnTo>
                    <a:pt x="8825335" y="1548776"/>
                  </a:lnTo>
                  <a:lnTo>
                    <a:pt x="8789219" y="1622570"/>
                  </a:lnTo>
                  <a:lnTo>
                    <a:pt x="8753068" y="1699022"/>
                  </a:lnTo>
                  <a:lnTo>
                    <a:pt x="8716862" y="1777665"/>
                  </a:lnTo>
                  <a:lnTo>
                    <a:pt x="8680602" y="1857965"/>
                  </a:lnTo>
                  <a:lnTo>
                    <a:pt x="8644300" y="1939339"/>
                  </a:lnTo>
                  <a:lnTo>
                    <a:pt x="8607979" y="2021169"/>
                  </a:lnTo>
                  <a:lnTo>
                    <a:pt x="8571665" y="2102821"/>
                  </a:lnTo>
                  <a:lnTo>
                    <a:pt x="8535384" y="2183670"/>
                  </a:lnTo>
                  <a:lnTo>
                    <a:pt x="8499153" y="2263113"/>
                  </a:lnTo>
                  <a:lnTo>
                    <a:pt x="8462979" y="2340594"/>
                  </a:lnTo>
                  <a:lnTo>
                    <a:pt x="8426852" y="2415613"/>
                  </a:lnTo>
                  <a:lnTo>
                    <a:pt x="8390738" y="2487746"/>
                  </a:lnTo>
                  <a:lnTo>
                    <a:pt x="8354581" y="2556644"/>
                  </a:lnTo>
                  <a:lnTo>
                    <a:pt x="8318294" y="2622045"/>
                  </a:lnTo>
                  <a:lnTo>
                    <a:pt x="8281756" y="2683770"/>
                  </a:lnTo>
                  <a:lnTo>
                    <a:pt x="8244807" y="2741722"/>
                  </a:lnTo>
                  <a:lnTo>
                    <a:pt x="8207242" y="2795877"/>
                  </a:lnTo>
                  <a:lnTo>
                    <a:pt x="8168804" y="2846284"/>
                  </a:lnTo>
                  <a:lnTo>
                    <a:pt x="8151487" y="2867360"/>
                  </a:lnTo>
                  <a:lnTo>
                    <a:pt x="8105007" y="2919004"/>
                  </a:lnTo>
                  <a:lnTo>
                    <a:pt x="8056133" y="2965837"/>
                  </a:lnTo>
                  <a:lnTo>
                    <a:pt x="8004154" y="3008067"/>
                  </a:lnTo>
                  <a:lnTo>
                    <a:pt x="7948290" y="3046062"/>
                  </a:lnTo>
                  <a:lnTo>
                    <a:pt x="7887743" y="3080255"/>
                  </a:lnTo>
                  <a:lnTo>
                    <a:pt x="7821747" y="3111076"/>
                  </a:lnTo>
                  <a:lnTo>
                    <a:pt x="7749632" y="3138918"/>
                  </a:lnTo>
                  <a:lnTo>
                    <a:pt x="7670923" y="3164114"/>
                  </a:lnTo>
                  <a:lnTo>
                    <a:pt x="7585455" y="3186927"/>
                  </a:lnTo>
                  <a:lnTo>
                    <a:pt x="7493531" y="3207543"/>
                  </a:lnTo>
                  <a:lnTo>
                    <a:pt x="7396090" y="3226070"/>
                  </a:lnTo>
                  <a:lnTo>
                    <a:pt x="7294871" y="3242547"/>
                  </a:lnTo>
                  <a:lnTo>
                    <a:pt x="7192500" y="3256958"/>
                  </a:lnTo>
                  <a:lnTo>
                    <a:pt x="7092437" y="3269259"/>
                  </a:lnTo>
                  <a:lnTo>
                    <a:pt x="6998723" y="3279410"/>
                  </a:lnTo>
                  <a:lnTo>
                    <a:pt x="6915483" y="3287418"/>
                  </a:lnTo>
                  <a:lnTo>
                    <a:pt x="6846265" y="3293374"/>
                  </a:lnTo>
                  <a:lnTo>
                    <a:pt x="6793357" y="3297469"/>
                  </a:lnTo>
                  <a:lnTo>
                    <a:pt x="6757280" y="3299993"/>
                  </a:lnTo>
                  <a:lnTo>
                    <a:pt x="6736576" y="3301307"/>
                  </a:lnTo>
                  <a:lnTo>
                    <a:pt x="6727915" y="3301807"/>
                  </a:lnTo>
                  <a:lnTo>
                    <a:pt x="6726344" y="3301891"/>
                  </a:lnTo>
                  <a:lnTo>
                    <a:pt x="6726343" y="3301891"/>
                  </a:lnTo>
                  <a:lnTo>
                    <a:pt x="5254955" y="3301891"/>
                  </a:lnTo>
                  <a:lnTo>
                    <a:pt x="5253838" y="3301816"/>
                  </a:lnTo>
                  <a:lnTo>
                    <a:pt x="5246489" y="3301285"/>
                  </a:lnTo>
                  <a:lnTo>
                    <a:pt x="5227954" y="3299815"/>
                  </a:lnTo>
                  <a:lnTo>
                    <a:pt x="5194788" y="3296922"/>
                  </a:lnTo>
                  <a:lnTo>
                    <a:pt x="5145301" y="3292153"/>
                  </a:lnTo>
                  <a:lnTo>
                    <a:pt x="5079684" y="3285139"/>
                  </a:lnTo>
                  <a:lnTo>
                    <a:pt x="4999869" y="3275623"/>
                  </a:lnTo>
                  <a:lnTo>
                    <a:pt x="4909091" y="3263474"/>
                  </a:lnTo>
                  <a:lnTo>
                    <a:pt x="4811269" y="3248665"/>
                  </a:lnTo>
                  <a:lnTo>
                    <a:pt x="4710360" y="3231235"/>
                  </a:lnTo>
                  <a:lnTo>
                    <a:pt x="4609855" y="3211243"/>
                  </a:lnTo>
                  <a:lnTo>
                    <a:pt x="4512488" y="3188720"/>
                  </a:lnTo>
                  <a:lnTo>
                    <a:pt x="4420143" y="3163638"/>
                  </a:lnTo>
                  <a:lnTo>
                    <a:pt x="4333917" y="3135887"/>
                  </a:lnTo>
                  <a:lnTo>
                    <a:pt x="4254254" y="3105267"/>
                  </a:lnTo>
                  <a:lnTo>
                    <a:pt x="4181108" y="3071486"/>
                  </a:lnTo>
                  <a:lnTo>
                    <a:pt x="4114097" y="3034160"/>
                  </a:lnTo>
                  <a:lnTo>
                    <a:pt x="4052624" y="2992832"/>
                  </a:lnTo>
                  <a:lnTo>
                    <a:pt x="3995975" y="2946988"/>
                  </a:lnTo>
                  <a:lnTo>
                    <a:pt x="3943383" y="2896095"/>
                  </a:lnTo>
                  <a:lnTo>
                    <a:pt x="3894087" y="2839663"/>
                  </a:lnTo>
                  <a:lnTo>
                    <a:pt x="3847372" y="2777349"/>
                  </a:lnTo>
                  <a:lnTo>
                    <a:pt x="3829811" y="2751576"/>
                  </a:lnTo>
                  <a:lnTo>
                    <a:pt x="3794410" y="2695647"/>
                  </a:lnTo>
                  <a:lnTo>
                    <a:pt x="3759863" y="2635854"/>
                  </a:lnTo>
                  <a:lnTo>
                    <a:pt x="3725949" y="2572115"/>
                  </a:lnTo>
                  <a:lnTo>
                    <a:pt x="3692491" y="2504408"/>
                  </a:lnTo>
                  <a:lnTo>
                    <a:pt x="3659344" y="2432770"/>
                  </a:lnTo>
                  <a:lnTo>
                    <a:pt x="3626392" y="2357303"/>
                  </a:lnTo>
                  <a:lnTo>
                    <a:pt x="3593546" y="2278183"/>
                  </a:lnTo>
                  <a:lnTo>
                    <a:pt x="3560740" y="2195657"/>
                  </a:lnTo>
                  <a:lnTo>
                    <a:pt x="3527929" y="2110042"/>
                  </a:lnTo>
                  <a:lnTo>
                    <a:pt x="3495085" y="2021728"/>
                  </a:lnTo>
                  <a:lnTo>
                    <a:pt x="3462195" y="1931169"/>
                  </a:lnTo>
                  <a:lnTo>
                    <a:pt x="3429259" y="1838871"/>
                  </a:lnTo>
                  <a:lnTo>
                    <a:pt x="3396288" y="1745388"/>
                  </a:lnTo>
                  <a:lnTo>
                    <a:pt x="3363297" y="1651304"/>
                  </a:lnTo>
                  <a:lnTo>
                    <a:pt x="3330306" y="1557217"/>
                  </a:lnTo>
                  <a:lnTo>
                    <a:pt x="3297334" y="1463728"/>
                  </a:lnTo>
                  <a:lnTo>
                    <a:pt x="3264398" y="1371419"/>
                  </a:lnTo>
                  <a:lnTo>
                    <a:pt x="3231508" y="1280844"/>
                  </a:lnTo>
                  <a:lnTo>
                    <a:pt x="3198663" y="1192512"/>
                  </a:lnTo>
                  <a:lnTo>
                    <a:pt x="3165852" y="1106875"/>
                  </a:lnTo>
                  <a:lnTo>
                    <a:pt x="3133047" y="1024323"/>
                  </a:lnTo>
                  <a:lnTo>
                    <a:pt x="3100201" y="945176"/>
                  </a:lnTo>
                  <a:lnTo>
                    <a:pt x="3067250" y="869682"/>
                  </a:lnTo>
                  <a:lnTo>
                    <a:pt x="3034105" y="798013"/>
                  </a:lnTo>
                  <a:lnTo>
                    <a:pt x="3000649" y="730276"/>
                  </a:lnTo>
                  <a:lnTo>
                    <a:pt x="2966740" y="666507"/>
                  </a:lnTo>
                  <a:lnTo>
                    <a:pt x="2932198" y="606684"/>
                  </a:lnTo>
                  <a:lnTo>
                    <a:pt x="2896805" y="550727"/>
                  </a:lnTo>
                  <a:lnTo>
                    <a:pt x="2896531" y="550315"/>
                  </a:lnTo>
                  <a:lnTo>
                    <a:pt x="2850643" y="485686"/>
                  </a:lnTo>
                  <a:lnTo>
                    <a:pt x="2802429" y="427001"/>
                  </a:lnTo>
                  <a:lnTo>
                    <a:pt x="2751204" y="374012"/>
                  </a:lnTo>
                  <a:lnTo>
                    <a:pt x="2696220" y="326273"/>
                  </a:lnTo>
                  <a:lnTo>
                    <a:pt x="2636707" y="283256"/>
                  </a:lnTo>
                  <a:lnTo>
                    <a:pt x="2571923" y="244437"/>
                  </a:lnTo>
                  <a:lnTo>
                    <a:pt x="2501216" y="209331"/>
                  </a:lnTo>
                  <a:lnTo>
                    <a:pt x="2424107" y="177524"/>
                  </a:lnTo>
                  <a:lnTo>
                    <a:pt x="2340404" y="148690"/>
                  </a:lnTo>
                  <a:lnTo>
                    <a:pt x="2250342" y="122591"/>
                  </a:lnTo>
                  <a:lnTo>
                    <a:pt x="2154745" y="99082"/>
                  </a:lnTo>
                  <a:lnTo>
                    <a:pt x="2055179" y="78108"/>
                  </a:lnTo>
                  <a:lnTo>
                    <a:pt x="1954050" y="59678"/>
                  </a:lnTo>
                  <a:lnTo>
                    <a:pt x="1854577" y="43846"/>
                  </a:lnTo>
                  <a:lnTo>
                    <a:pt x="1760587" y="30663"/>
                  </a:lnTo>
                  <a:lnTo>
                    <a:pt x="1676083" y="20135"/>
                  </a:lnTo>
                  <a:lnTo>
                    <a:pt x="1604646" y="12174"/>
                  </a:lnTo>
                  <a:lnTo>
                    <a:pt x="1548778" y="6573"/>
                  </a:lnTo>
                  <a:lnTo>
                    <a:pt x="1509381" y="3002"/>
                  </a:lnTo>
                  <a:lnTo>
                    <a:pt x="1485489" y="1037"/>
                  </a:lnTo>
                  <a:lnTo>
                    <a:pt x="1474312" y="200"/>
                  </a:lnTo>
                  <a:lnTo>
                    <a:pt x="1471454" y="4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599" name="pg599"/>
            <p:cNvSpPr/>
            <p:nvPr/>
          </p:nvSpPr>
          <p:spPr>
            <a:xfrm>
              <a:off x="4799595" y="6050433"/>
              <a:ext cx="11981298" cy="3383621"/>
            </a:xfrm>
            <a:custGeom>
              <a:avLst/>
              <a:pathLst>
                <a:path w="11981298" h="3383621">
                  <a:moveTo>
                    <a:pt x="0" y="16345"/>
                  </a:moveTo>
                  <a:lnTo>
                    <a:pt x="1471387" y="16345"/>
                  </a:lnTo>
                  <a:lnTo>
                    <a:pt x="1472500" y="16421"/>
                  </a:lnTo>
                  <a:lnTo>
                    <a:pt x="1479822" y="16961"/>
                  </a:lnTo>
                  <a:lnTo>
                    <a:pt x="1498290" y="18454"/>
                  </a:lnTo>
                  <a:lnTo>
                    <a:pt x="1531341" y="21393"/>
                  </a:lnTo>
                  <a:lnTo>
                    <a:pt x="1580668" y="26238"/>
                  </a:lnTo>
                  <a:lnTo>
                    <a:pt x="1646090" y="33364"/>
                  </a:lnTo>
                  <a:lnTo>
                    <a:pt x="1725696" y="43034"/>
                  </a:lnTo>
                  <a:lnTo>
                    <a:pt x="1816269" y="55381"/>
                  </a:lnTo>
                  <a:lnTo>
                    <a:pt x="1913909" y="70434"/>
                  </a:lnTo>
                  <a:lnTo>
                    <a:pt x="2014673" y="88154"/>
                  </a:lnTo>
                  <a:lnTo>
                    <a:pt x="2115074" y="108480"/>
                  </a:lnTo>
                  <a:lnTo>
                    <a:pt x="2212378" y="131381"/>
                  </a:lnTo>
                  <a:lnTo>
                    <a:pt x="2304695" y="156884"/>
                  </a:lnTo>
                  <a:lnTo>
                    <a:pt x="2390921" y="185099"/>
                  </a:lnTo>
                  <a:lnTo>
                    <a:pt x="2470606" y="216227"/>
                  </a:lnTo>
                  <a:lnTo>
                    <a:pt x="2543784" y="250565"/>
                  </a:lnTo>
                  <a:lnTo>
                    <a:pt x="2610834" y="288499"/>
                  </a:lnTo>
                  <a:lnTo>
                    <a:pt x="2672344" y="330492"/>
                  </a:lnTo>
                  <a:lnTo>
                    <a:pt x="2729027" y="377067"/>
                  </a:lnTo>
                  <a:lnTo>
                    <a:pt x="2781644" y="428765"/>
                  </a:lnTo>
                  <a:lnTo>
                    <a:pt x="2830954" y="486085"/>
                  </a:lnTo>
                  <a:lnTo>
                    <a:pt x="2877671" y="549382"/>
                  </a:lnTo>
                  <a:lnTo>
                    <a:pt x="2896531" y="577558"/>
                  </a:lnTo>
                  <a:lnTo>
                    <a:pt x="2931642" y="634104"/>
                  </a:lnTo>
                  <a:lnTo>
                    <a:pt x="2965912" y="694527"/>
                  </a:lnTo>
                  <a:lnTo>
                    <a:pt x="2999555" y="758904"/>
                  </a:lnTo>
                  <a:lnTo>
                    <a:pt x="3032746" y="827263"/>
                  </a:lnTo>
                  <a:lnTo>
                    <a:pt x="3065627" y="899566"/>
                  </a:lnTo>
                  <a:lnTo>
                    <a:pt x="3098313" y="975715"/>
                  </a:lnTo>
                  <a:lnTo>
                    <a:pt x="3130890" y="1055538"/>
                  </a:lnTo>
                  <a:lnTo>
                    <a:pt x="3163424" y="1138795"/>
                  </a:lnTo>
                  <a:lnTo>
                    <a:pt x="3195961" y="1225173"/>
                  </a:lnTo>
                  <a:lnTo>
                    <a:pt x="3228530" y="1314288"/>
                  </a:lnTo>
                  <a:lnTo>
                    <a:pt x="3261142" y="1405697"/>
                  </a:lnTo>
                  <a:lnTo>
                    <a:pt x="3293801" y="1498897"/>
                  </a:lnTo>
                  <a:lnTo>
                    <a:pt x="3326495" y="1593342"/>
                  </a:lnTo>
                  <a:lnTo>
                    <a:pt x="3359211" y="1688456"/>
                  </a:lnTo>
                  <a:lnTo>
                    <a:pt x="3391930" y="1783641"/>
                  </a:lnTo>
                  <a:lnTo>
                    <a:pt x="3424631" y="1878302"/>
                  </a:lnTo>
                  <a:lnTo>
                    <a:pt x="3457299" y="1971855"/>
                  </a:lnTo>
                  <a:lnTo>
                    <a:pt x="3489923" y="2063745"/>
                  </a:lnTo>
                  <a:lnTo>
                    <a:pt x="3522502" y="2153459"/>
                  </a:lnTo>
                  <a:lnTo>
                    <a:pt x="3555044" y="2240537"/>
                  </a:lnTo>
                  <a:lnTo>
                    <a:pt x="3587576" y="2324581"/>
                  </a:lnTo>
                  <a:lnTo>
                    <a:pt x="3620137" y="2405260"/>
                  </a:lnTo>
                  <a:lnTo>
                    <a:pt x="3652789" y="2482316"/>
                  </a:lnTo>
                  <a:lnTo>
                    <a:pt x="3685614" y="2555562"/>
                  </a:lnTo>
                  <a:lnTo>
                    <a:pt x="3718718" y="2624881"/>
                  </a:lnTo>
                  <a:lnTo>
                    <a:pt x="3752237" y="2690222"/>
                  </a:lnTo>
                  <a:lnTo>
                    <a:pt x="3786337" y="2751597"/>
                  </a:lnTo>
                  <a:lnTo>
                    <a:pt x="3821223" y="2809071"/>
                  </a:lnTo>
                  <a:lnTo>
                    <a:pt x="3829811" y="2822408"/>
                  </a:lnTo>
                  <a:lnTo>
                    <a:pt x="3875638" y="2888235"/>
                  </a:lnTo>
                  <a:lnTo>
                    <a:pt x="3923785" y="2948017"/>
                  </a:lnTo>
                  <a:lnTo>
                    <a:pt x="3974933" y="3002003"/>
                  </a:lnTo>
                  <a:lnTo>
                    <a:pt x="4029827" y="3050648"/>
                  </a:lnTo>
                  <a:lnTo>
                    <a:pt x="4089234" y="3094485"/>
                  </a:lnTo>
                  <a:lnTo>
                    <a:pt x="4153894" y="3134051"/>
                  </a:lnTo>
                  <a:lnTo>
                    <a:pt x="4224458" y="3169836"/>
                  </a:lnTo>
                  <a:lnTo>
                    <a:pt x="4301403" y="3202261"/>
                  </a:lnTo>
                  <a:lnTo>
                    <a:pt x="4384926" y="3231660"/>
                  </a:lnTo>
                  <a:lnTo>
                    <a:pt x="4474797" y="3258275"/>
                  </a:lnTo>
                  <a:lnTo>
                    <a:pt x="4570205" y="3282253"/>
                  </a:lnTo>
                  <a:lnTo>
                    <a:pt x="4669599" y="3303654"/>
                  </a:lnTo>
                  <a:lnTo>
                    <a:pt x="4770596" y="3322466"/>
                  </a:lnTo>
                  <a:lnTo>
                    <a:pt x="4870001" y="3338638"/>
                  </a:lnTo>
                  <a:lnTo>
                    <a:pt x="4964010" y="3352115"/>
                  </a:lnTo>
                  <a:lnTo>
                    <a:pt x="5048632" y="3362891"/>
                  </a:lnTo>
                  <a:lnTo>
                    <a:pt x="5120286" y="3371053"/>
                  </a:lnTo>
                  <a:lnTo>
                    <a:pt x="5176450" y="3376809"/>
                  </a:lnTo>
                  <a:lnTo>
                    <a:pt x="5216187" y="3380490"/>
                  </a:lnTo>
                  <a:lnTo>
                    <a:pt x="5240411" y="3382527"/>
                  </a:lnTo>
                  <a:lnTo>
                    <a:pt x="5251860" y="3383404"/>
                  </a:lnTo>
                  <a:lnTo>
                    <a:pt x="5254955" y="3383621"/>
                  </a:lnTo>
                  <a:lnTo>
                    <a:pt x="6726343" y="3383621"/>
                  </a:lnTo>
                  <a:lnTo>
                    <a:pt x="6727579" y="3383614"/>
                  </a:lnTo>
                  <a:lnTo>
                    <a:pt x="6735695" y="3383564"/>
                  </a:lnTo>
                  <a:lnTo>
                    <a:pt x="6756101" y="3383427"/>
                  </a:lnTo>
                  <a:lnTo>
                    <a:pt x="6792454" y="3383157"/>
                  </a:lnTo>
                  <a:lnTo>
                    <a:pt x="6846374" y="3382712"/>
                  </a:lnTo>
                  <a:lnTo>
                    <a:pt x="6917328" y="3382060"/>
                  </a:lnTo>
                  <a:lnTo>
                    <a:pt x="7002852" y="3381180"/>
                  </a:lnTo>
                  <a:lnTo>
                    <a:pt x="7099126" y="3380060"/>
                  </a:lnTo>
                  <a:lnTo>
                    <a:pt x="7201736" y="3378702"/>
                  </a:lnTo>
                  <a:lnTo>
                    <a:pt x="7306403" y="3377109"/>
                  </a:lnTo>
                  <a:lnTo>
                    <a:pt x="7409513" y="3375286"/>
                  </a:lnTo>
                  <a:lnTo>
                    <a:pt x="7508380" y="3373234"/>
                  </a:lnTo>
                  <a:lnTo>
                    <a:pt x="7601281" y="3370949"/>
                  </a:lnTo>
                  <a:lnTo>
                    <a:pt x="7687336" y="3368416"/>
                  </a:lnTo>
                  <a:lnTo>
                    <a:pt x="7766332" y="3365612"/>
                  </a:lnTo>
                  <a:lnTo>
                    <a:pt x="7838527" y="3362506"/>
                  </a:lnTo>
                  <a:lnTo>
                    <a:pt x="7904488" y="3359058"/>
                  </a:lnTo>
                  <a:lnTo>
                    <a:pt x="7964962" y="3355222"/>
                  </a:lnTo>
                  <a:lnTo>
                    <a:pt x="8020784" y="3350948"/>
                  </a:lnTo>
                  <a:lnTo>
                    <a:pt x="8072806" y="3346188"/>
                  </a:lnTo>
                  <a:lnTo>
                    <a:pt x="8121843" y="3340905"/>
                  </a:lnTo>
                  <a:lnTo>
                    <a:pt x="8151487" y="3337307"/>
                  </a:lnTo>
                  <a:lnTo>
                    <a:pt x="8207193" y="3329696"/>
                  </a:lnTo>
                  <a:lnTo>
                    <a:pt x="8261077" y="3321257"/>
                  </a:lnTo>
                  <a:lnTo>
                    <a:pt x="8313874" y="3311981"/>
                  </a:lnTo>
                  <a:lnTo>
                    <a:pt x="8366107" y="3301890"/>
                  </a:lnTo>
                  <a:lnTo>
                    <a:pt x="8418129" y="3291045"/>
                  </a:lnTo>
                  <a:lnTo>
                    <a:pt x="8470152" y="3279544"/>
                  </a:lnTo>
                  <a:lnTo>
                    <a:pt x="8522274" y="3267520"/>
                  </a:lnTo>
                  <a:lnTo>
                    <a:pt x="8574507" y="3255141"/>
                  </a:lnTo>
                  <a:lnTo>
                    <a:pt x="8626801" y="3242596"/>
                  </a:lnTo>
                  <a:lnTo>
                    <a:pt x="8679083" y="3230084"/>
                  </a:lnTo>
                  <a:lnTo>
                    <a:pt x="8731282" y="3217803"/>
                  </a:lnTo>
                  <a:lnTo>
                    <a:pt x="8783366" y="3205935"/>
                  </a:lnTo>
                  <a:lnTo>
                    <a:pt x="8835373" y="3194638"/>
                  </a:lnTo>
                  <a:lnTo>
                    <a:pt x="8887435" y="3184035"/>
                  </a:lnTo>
                  <a:lnTo>
                    <a:pt x="8939808" y="3174210"/>
                  </a:lnTo>
                  <a:lnTo>
                    <a:pt x="8992899" y="3165211"/>
                  </a:lnTo>
                  <a:lnTo>
                    <a:pt x="9047294" y="3157049"/>
                  </a:lnTo>
                  <a:lnTo>
                    <a:pt x="9084767" y="3152053"/>
                  </a:lnTo>
                  <a:lnTo>
                    <a:pt x="9132303" y="3146432"/>
                  </a:lnTo>
                  <a:lnTo>
                    <a:pt x="9182357" y="3141346"/>
                  </a:lnTo>
                  <a:lnTo>
                    <a:pt x="9235691" y="3136772"/>
                  </a:lnTo>
                  <a:lnTo>
                    <a:pt x="9293139" y="3132667"/>
                  </a:lnTo>
                  <a:lnTo>
                    <a:pt x="9355554" y="3128980"/>
                  </a:lnTo>
                  <a:lnTo>
                    <a:pt x="9423748" y="3125664"/>
                  </a:lnTo>
                  <a:lnTo>
                    <a:pt x="9498413" y="3122674"/>
                  </a:lnTo>
                  <a:lnTo>
                    <a:pt x="9580019" y="3119974"/>
                  </a:lnTo>
                  <a:lnTo>
                    <a:pt x="9668670" y="3117535"/>
                  </a:lnTo>
                  <a:lnTo>
                    <a:pt x="9763928" y="3115337"/>
                  </a:lnTo>
                  <a:lnTo>
                    <a:pt x="9864620" y="3113371"/>
                  </a:lnTo>
                  <a:lnTo>
                    <a:pt x="9968674" y="3111633"/>
                  </a:lnTo>
                  <a:lnTo>
                    <a:pt x="10073043" y="3110126"/>
                  </a:lnTo>
                  <a:lnTo>
                    <a:pt x="10173823" y="3108856"/>
                  </a:lnTo>
                  <a:lnTo>
                    <a:pt x="10266610" y="3107826"/>
                  </a:lnTo>
                  <a:lnTo>
                    <a:pt x="10347117" y="3107032"/>
                  </a:lnTo>
                  <a:lnTo>
                    <a:pt x="10411945" y="3106460"/>
                  </a:lnTo>
                  <a:lnTo>
                    <a:pt x="10459296" y="3106085"/>
                  </a:lnTo>
                  <a:lnTo>
                    <a:pt x="10489429" y="3105869"/>
                  </a:lnTo>
                  <a:lnTo>
                    <a:pt x="10504750" y="3105769"/>
                  </a:lnTo>
                  <a:lnTo>
                    <a:pt x="10509596" y="3105741"/>
                  </a:lnTo>
                  <a:lnTo>
                    <a:pt x="10509911" y="3105739"/>
                  </a:lnTo>
                  <a:lnTo>
                    <a:pt x="11981298" y="3105739"/>
                  </a:lnTo>
                  <a:lnTo>
                    <a:pt x="11981298" y="3089393"/>
                  </a:lnTo>
                  <a:lnTo>
                    <a:pt x="10509911" y="3089393"/>
                  </a:lnTo>
                  <a:lnTo>
                    <a:pt x="10508674" y="3089400"/>
                  </a:lnTo>
                  <a:lnTo>
                    <a:pt x="10500558" y="3089450"/>
                  </a:lnTo>
                  <a:lnTo>
                    <a:pt x="10480152" y="3089587"/>
                  </a:lnTo>
                  <a:lnTo>
                    <a:pt x="10443799" y="3089857"/>
                  </a:lnTo>
                  <a:lnTo>
                    <a:pt x="10389879" y="3090302"/>
                  </a:lnTo>
                  <a:lnTo>
                    <a:pt x="10318925" y="3090953"/>
                  </a:lnTo>
                  <a:lnTo>
                    <a:pt x="10233401" y="3091834"/>
                  </a:lnTo>
                  <a:lnTo>
                    <a:pt x="10137127" y="3092953"/>
                  </a:lnTo>
                  <a:lnTo>
                    <a:pt x="10034517" y="3094312"/>
                  </a:lnTo>
                  <a:lnTo>
                    <a:pt x="9929850" y="3095905"/>
                  </a:lnTo>
                  <a:lnTo>
                    <a:pt x="9826740" y="3097728"/>
                  </a:lnTo>
                  <a:lnTo>
                    <a:pt x="9727873" y="3099779"/>
                  </a:lnTo>
                  <a:lnTo>
                    <a:pt x="9634973" y="3102065"/>
                  </a:lnTo>
                  <a:lnTo>
                    <a:pt x="9548917" y="3104598"/>
                  </a:lnTo>
                  <a:lnTo>
                    <a:pt x="9469921" y="3107402"/>
                  </a:lnTo>
                  <a:lnTo>
                    <a:pt x="9397726" y="3110508"/>
                  </a:lnTo>
                  <a:lnTo>
                    <a:pt x="9331766" y="3113956"/>
                  </a:lnTo>
                  <a:lnTo>
                    <a:pt x="9271291" y="3117792"/>
                  </a:lnTo>
                  <a:lnTo>
                    <a:pt x="9215469" y="3122066"/>
                  </a:lnTo>
                  <a:lnTo>
                    <a:pt x="9163447" y="3126826"/>
                  </a:lnTo>
                  <a:lnTo>
                    <a:pt x="9114411" y="3132108"/>
                  </a:lnTo>
                  <a:lnTo>
                    <a:pt x="9084767" y="3135707"/>
                  </a:lnTo>
                  <a:lnTo>
                    <a:pt x="9029060" y="3143318"/>
                  </a:lnTo>
                  <a:lnTo>
                    <a:pt x="8975176" y="3151757"/>
                  </a:lnTo>
                  <a:lnTo>
                    <a:pt x="8922379" y="3161033"/>
                  </a:lnTo>
                  <a:lnTo>
                    <a:pt x="8870146" y="3171123"/>
                  </a:lnTo>
                  <a:lnTo>
                    <a:pt x="8818124" y="3181968"/>
                  </a:lnTo>
                  <a:lnTo>
                    <a:pt x="8766101" y="3193470"/>
                  </a:lnTo>
                  <a:lnTo>
                    <a:pt x="8713979" y="3205493"/>
                  </a:lnTo>
                  <a:lnTo>
                    <a:pt x="8661747" y="3217872"/>
                  </a:lnTo>
                  <a:lnTo>
                    <a:pt x="8609452" y="3230418"/>
                  </a:lnTo>
                  <a:lnTo>
                    <a:pt x="8557170" y="3242930"/>
                  </a:lnTo>
                  <a:lnTo>
                    <a:pt x="8504971" y="3255211"/>
                  </a:lnTo>
                  <a:lnTo>
                    <a:pt x="8452887" y="3267078"/>
                  </a:lnTo>
                  <a:lnTo>
                    <a:pt x="8400880" y="3278375"/>
                  </a:lnTo>
                  <a:lnTo>
                    <a:pt x="8348818" y="3288979"/>
                  </a:lnTo>
                  <a:lnTo>
                    <a:pt x="8296445" y="3298804"/>
                  </a:lnTo>
                  <a:lnTo>
                    <a:pt x="8243355" y="3307803"/>
                  </a:lnTo>
                  <a:lnTo>
                    <a:pt x="8188959" y="3315965"/>
                  </a:lnTo>
                  <a:lnTo>
                    <a:pt x="8151487" y="3320961"/>
                  </a:lnTo>
                  <a:lnTo>
                    <a:pt x="8103950" y="3326582"/>
                  </a:lnTo>
                  <a:lnTo>
                    <a:pt x="8053897" y="3331667"/>
                  </a:lnTo>
                  <a:lnTo>
                    <a:pt x="8000563" y="3336241"/>
                  </a:lnTo>
                  <a:lnTo>
                    <a:pt x="7943114" y="3340347"/>
                  </a:lnTo>
                  <a:lnTo>
                    <a:pt x="7880699" y="3344034"/>
                  </a:lnTo>
                  <a:lnTo>
                    <a:pt x="7812506" y="3347350"/>
                  </a:lnTo>
                  <a:lnTo>
                    <a:pt x="7737841" y="3350340"/>
                  </a:lnTo>
                  <a:lnTo>
                    <a:pt x="7656234" y="3353040"/>
                  </a:lnTo>
                  <a:lnTo>
                    <a:pt x="7567583" y="3355479"/>
                  </a:lnTo>
                  <a:lnTo>
                    <a:pt x="7472325" y="3357676"/>
                  </a:lnTo>
                  <a:lnTo>
                    <a:pt x="7371633" y="3359643"/>
                  </a:lnTo>
                  <a:lnTo>
                    <a:pt x="7267580" y="3361381"/>
                  </a:lnTo>
                  <a:lnTo>
                    <a:pt x="7163210" y="3362888"/>
                  </a:lnTo>
                  <a:lnTo>
                    <a:pt x="7062430" y="3364158"/>
                  </a:lnTo>
                  <a:lnTo>
                    <a:pt x="6969644" y="3365188"/>
                  </a:lnTo>
                  <a:lnTo>
                    <a:pt x="6889136" y="3365982"/>
                  </a:lnTo>
                  <a:lnTo>
                    <a:pt x="6824308" y="3366554"/>
                  </a:lnTo>
                  <a:lnTo>
                    <a:pt x="6776957" y="3366929"/>
                  </a:lnTo>
                  <a:lnTo>
                    <a:pt x="6746824" y="3367145"/>
                  </a:lnTo>
                  <a:lnTo>
                    <a:pt x="6731504" y="3367244"/>
                  </a:lnTo>
                  <a:lnTo>
                    <a:pt x="6726657" y="3367273"/>
                  </a:lnTo>
                  <a:lnTo>
                    <a:pt x="6726343" y="3367275"/>
                  </a:lnTo>
                  <a:lnTo>
                    <a:pt x="5254955" y="3367275"/>
                  </a:lnTo>
                  <a:lnTo>
                    <a:pt x="5253842" y="3367199"/>
                  </a:lnTo>
                  <a:lnTo>
                    <a:pt x="5246520" y="3366659"/>
                  </a:lnTo>
                  <a:lnTo>
                    <a:pt x="5228052" y="3365166"/>
                  </a:lnTo>
                  <a:lnTo>
                    <a:pt x="5195001" y="3362227"/>
                  </a:lnTo>
                  <a:lnTo>
                    <a:pt x="5145674" y="3357383"/>
                  </a:lnTo>
                  <a:lnTo>
                    <a:pt x="5080252" y="3350256"/>
                  </a:lnTo>
                  <a:lnTo>
                    <a:pt x="5000646" y="3340587"/>
                  </a:lnTo>
                  <a:lnTo>
                    <a:pt x="4910073" y="3328239"/>
                  </a:lnTo>
                  <a:lnTo>
                    <a:pt x="4812433" y="3313186"/>
                  </a:lnTo>
                  <a:lnTo>
                    <a:pt x="4711669" y="3295467"/>
                  </a:lnTo>
                  <a:lnTo>
                    <a:pt x="4611268" y="3275140"/>
                  </a:lnTo>
                  <a:lnTo>
                    <a:pt x="4513964" y="3252239"/>
                  </a:lnTo>
                  <a:lnTo>
                    <a:pt x="4421648" y="3226736"/>
                  </a:lnTo>
                  <a:lnTo>
                    <a:pt x="4335421" y="3198521"/>
                  </a:lnTo>
                  <a:lnTo>
                    <a:pt x="4255737" y="3167393"/>
                  </a:lnTo>
                  <a:lnTo>
                    <a:pt x="4182558" y="3133055"/>
                  </a:lnTo>
                  <a:lnTo>
                    <a:pt x="4115508" y="3095121"/>
                  </a:lnTo>
                  <a:lnTo>
                    <a:pt x="4053998" y="3053128"/>
                  </a:lnTo>
                  <a:lnTo>
                    <a:pt x="3997315" y="3006553"/>
                  </a:lnTo>
                  <a:lnTo>
                    <a:pt x="3944698" y="2954855"/>
                  </a:lnTo>
                  <a:lnTo>
                    <a:pt x="3895388" y="2897535"/>
                  </a:lnTo>
                  <a:lnTo>
                    <a:pt x="3848671" y="2834239"/>
                  </a:lnTo>
                  <a:lnTo>
                    <a:pt x="3829811" y="2806062"/>
                  </a:lnTo>
                  <a:lnTo>
                    <a:pt x="3794700" y="2749516"/>
                  </a:lnTo>
                  <a:lnTo>
                    <a:pt x="3760430" y="2689094"/>
                  </a:lnTo>
                  <a:lnTo>
                    <a:pt x="3726787" y="2624716"/>
                  </a:lnTo>
                  <a:lnTo>
                    <a:pt x="3693596" y="2556358"/>
                  </a:lnTo>
                  <a:lnTo>
                    <a:pt x="3660715" y="2484054"/>
                  </a:lnTo>
                  <a:lnTo>
                    <a:pt x="3628029" y="2407905"/>
                  </a:lnTo>
                  <a:lnTo>
                    <a:pt x="3595452" y="2328082"/>
                  </a:lnTo>
                  <a:lnTo>
                    <a:pt x="3562918" y="2244825"/>
                  </a:lnTo>
                  <a:lnTo>
                    <a:pt x="3530381" y="2158448"/>
                  </a:lnTo>
                  <a:lnTo>
                    <a:pt x="3497812" y="2069332"/>
                  </a:lnTo>
                  <a:lnTo>
                    <a:pt x="3465200" y="1977923"/>
                  </a:lnTo>
                  <a:lnTo>
                    <a:pt x="3432542" y="1884723"/>
                  </a:lnTo>
                  <a:lnTo>
                    <a:pt x="3399847" y="1790278"/>
                  </a:lnTo>
                  <a:lnTo>
                    <a:pt x="3367131" y="1695165"/>
                  </a:lnTo>
                  <a:lnTo>
                    <a:pt x="3334413" y="1599979"/>
                  </a:lnTo>
                  <a:lnTo>
                    <a:pt x="3301711" y="1505318"/>
                  </a:lnTo>
                  <a:lnTo>
                    <a:pt x="3269043" y="1411765"/>
                  </a:lnTo>
                  <a:lnTo>
                    <a:pt x="3236419" y="1319875"/>
                  </a:lnTo>
                  <a:lnTo>
                    <a:pt x="3203841" y="1230161"/>
                  </a:lnTo>
                  <a:lnTo>
                    <a:pt x="3171298" y="1143083"/>
                  </a:lnTo>
                  <a:lnTo>
                    <a:pt x="3138766" y="1059040"/>
                  </a:lnTo>
                  <a:lnTo>
                    <a:pt x="3106205" y="978360"/>
                  </a:lnTo>
                  <a:lnTo>
                    <a:pt x="3073553" y="901304"/>
                  </a:lnTo>
                  <a:lnTo>
                    <a:pt x="3040728" y="828058"/>
                  </a:lnTo>
                  <a:lnTo>
                    <a:pt x="3007624" y="758739"/>
                  </a:lnTo>
                  <a:lnTo>
                    <a:pt x="2974105" y="693398"/>
                  </a:lnTo>
                  <a:lnTo>
                    <a:pt x="2940005" y="632023"/>
                  </a:lnTo>
                  <a:lnTo>
                    <a:pt x="2905119" y="574549"/>
                  </a:lnTo>
                  <a:lnTo>
                    <a:pt x="2896531" y="561212"/>
                  </a:lnTo>
                  <a:lnTo>
                    <a:pt x="2850704" y="495385"/>
                  </a:lnTo>
                  <a:lnTo>
                    <a:pt x="2802557" y="435604"/>
                  </a:lnTo>
                  <a:lnTo>
                    <a:pt x="2751410" y="381618"/>
                  </a:lnTo>
                  <a:lnTo>
                    <a:pt x="2696515" y="332972"/>
                  </a:lnTo>
                  <a:lnTo>
                    <a:pt x="2637108" y="289135"/>
                  </a:lnTo>
                  <a:lnTo>
                    <a:pt x="2572448" y="249569"/>
                  </a:lnTo>
                  <a:lnTo>
                    <a:pt x="2501884" y="213784"/>
                  </a:lnTo>
                  <a:lnTo>
                    <a:pt x="2424939" y="181359"/>
                  </a:lnTo>
                  <a:lnTo>
                    <a:pt x="2341416" y="151960"/>
                  </a:lnTo>
                  <a:lnTo>
                    <a:pt x="2251545" y="125345"/>
                  </a:lnTo>
                  <a:lnTo>
                    <a:pt x="2156137" y="101367"/>
                  </a:lnTo>
                  <a:lnTo>
                    <a:pt x="2056744" y="79966"/>
                  </a:lnTo>
                  <a:lnTo>
                    <a:pt x="1955746" y="61154"/>
                  </a:lnTo>
                  <a:lnTo>
                    <a:pt x="1856341" y="44982"/>
                  </a:lnTo>
                  <a:lnTo>
                    <a:pt x="1762333" y="31505"/>
                  </a:lnTo>
                  <a:lnTo>
                    <a:pt x="1677710" y="20729"/>
                  </a:lnTo>
                  <a:lnTo>
                    <a:pt x="1606056" y="12567"/>
                  </a:lnTo>
                  <a:lnTo>
                    <a:pt x="1549892" y="6811"/>
                  </a:lnTo>
                  <a:lnTo>
                    <a:pt x="1510155" y="3130"/>
                  </a:lnTo>
                  <a:lnTo>
                    <a:pt x="1485931" y="1093"/>
                  </a:lnTo>
                  <a:lnTo>
                    <a:pt x="1474482" y="216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600" name="pl600"/>
            <p:cNvSpPr/>
            <p:nvPr/>
          </p:nvSpPr>
          <p:spPr>
            <a:xfrm>
              <a:off x="4799595" y="6066779"/>
              <a:ext cx="11981298" cy="3367275"/>
            </a:xfrm>
            <a:custGeom>
              <a:avLst/>
              <a:pathLst>
                <a:path w="11981298" h="3367275">
                  <a:moveTo>
                    <a:pt x="0" y="0"/>
                  </a:moveTo>
                  <a:lnTo>
                    <a:pt x="1471387" y="0"/>
                  </a:lnTo>
                  <a:lnTo>
                    <a:pt x="1472500" y="75"/>
                  </a:lnTo>
                  <a:lnTo>
                    <a:pt x="1479822" y="615"/>
                  </a:lnTo>
                  <a:lnTo>
                    <a:pt x="1498290" y="2108"/>
                  </a:lnTo>
                  <a:lnTo>
                    <a:pt x="1531341" y="5047"/>
                  </a:lnTo>
                  <a:lnTo>
                    <a:pt x="1580668" y="9892"/>
                  </a:lnTo>
                  <a:lnTo>
                    <a:pt x="1646090" y="17018"/>
                  </a:lnTo>
                  <a:lnTo>
                    <a:pt x="1725696" y="26688"/>
                  </a:lnTo>
                  <a:lnTo>
                    <a:pt x="1816269" y="39035"/>
                  </a:lnTo>
                  <a:lnTo>
                    <a:pt x="1913909" y="54088"/>
                  </a:lnTo>
                  <a:lnTo>
                    <a:pt x="2014673" y="71808"/>
                  </a:lnTo>
                  <a:lnTo>
                    <a:pt x="2115074" y="92134"/>
                  </a:lnTo>
                  <a:lnTo>
                    <a:pt x="2212378" y="115035"/>
                  </a:lnTo>
                  <a:lnTo>
                    <a:pt x="2304695" y="140538"/>
                  </a:lnTo>
                  <a:lnTo>
                    <a:pt x="2390921" y="168753"/>
                  </a:lnTo>
                  <a:lnTo>
                    <a:pt x="2470606" y="199881"/>
                  </a:lnTo>
                  <a:lnTo>
                    <a:pt x="2543784" y="234219"/>
                  </a:lnTo>
                  <a:lnTo>
                    <a:pt x="2610834" y="272153"/>
                  </a:lnTo>
                  <a:lnTo>
                    <a:pt x="2672344" y="314146"/>
                  </a:lnTo>
                  <a:lnTo>
                    <a:pt x="2729027" y="360721"/>
                  </a:lnTo>
                  <a:lnTo>
                    <a:pt x="2781644" y="412419"/>
                  </a:lnTo>
                  <a:lnTo>
                    <a:pt x="2830954" y="469739"/>
                  </a:lnTo>
                  <a:lnTo>
                    <a:pt x="2877671" y="533036"/>
                  </a:lnTo>
                  <a:lnTo>
                    <a:pt x="2896531" y="561212"/>
                  </a:lnTo>
                  <a:lnTo>
                    <a:pt x="2931642" y="617758"/>
                  </a:lnTo>
                  <a:lnTo>
                    <a:pt x="2965912" y="678181"/>
                  </a:lnTo>
                  <a:lnTo>
                    <a:pt x="2999555" y="742558"/>
                  </a:lnTo>
                  <a:lnTo>
                    <a:pt x="3032746" y="810917"/>
                  </a:lnTo>
                  <a:lnTo>
                    <a:pt x="3065627" y="883220"/>
                  </a:lnTo>
                  <a:lnTo>
                    <a:pt x="3098313" y="959369"/>
                  </a:lnTo>
                  <a:lnTo>
                    <a:pt x="3130890" y="1039192"/>
                  </a:lnTo>
                  <a:lnTo>
                    <a:pt x="3163424" y="1122449"/>
                  </a:lnTo>
                  <a:lnTo>
                    <a:pt x="3195961" y="1208827"/>
                  </a:lnTo>
                  <a:lnTo>
                    <a:pt x="3228530" y="1297942"/>
                  </a:lnTo>
                  <a:lnTo>
                    <a:pt x="3261142" y="1389351"/>
                  </a:lnTo>
                  <a:lnTo>
                    <a:pt x="3293801" y="1482551"/>
                  </a:lnTo>
                  <a:lnTo>
                    <a:pt x="3326495" y="1576996"/>
                  </a:lnTo>
                  <a:lnTo>
                    <a:pt x="3359211" y="1672110"/>
                  </a:lnTo>
                  <a:lnTo>
                    <a:pt x="3391930" y="1767295"/>
                  </a:lnTo>
                  <a:lnTo>
                    <a:pt x="3424631" y="1861956"/>
                  </a:lnTo>
                  <a:lnTo>
                    <a:pt x="3457299" y="1955509"/>
                  </a:lnTo>
                  <a:lnTo>
                    <a:pt x="3489923" y="2047399"/>
                  </a:lnTo>
                  <a:lnTo>
                    <a:pt x="3522502" y="2137113"/>
                  </a:lnTo>
                  <a:lnTo>
                    <a:pt x="3555044" y="2224191"/>
                  </a:lnTo>
                  <a:lnTo>
                    <a:pt x="3587576" y="2308235"/>
                  </a:lnTo>
                  <a:lnTo>
                    <a:pt x="3620137" y="2388914"/>
                  </a:lnTo>
                  <a:lnTo>
                    <a:pt x="3652789" y="2465970"/>
                  </a:lnTo>
                  <a:lnTo>
                    <a:pt x="3685614" y="2539216"/>
                  </a:lnTo>
                  <a:lnTo>
                    <a:pt x="3718718" y="2608535"/>
                  </a:lnTo>
                  <a:lnTo>
                    <a:pt x="3752237" y="2673876"/>
                  </a:lnTo>
                  <a:lnTo>
                    <a:pt x="3786337" y="2735251"/>
                  </a:lnTo>
                  <a:lnTo>
                    <a:pt x="3821223" y="2792725"/>
                  </a:lnTo>
                  <a:lnTo>
                    <a:pt x="3829811" y="2806062"/>
                  </a:lnTo>
                  <a:lnTo>
                    <a:pt x="3875638" y="2871889"/>
                  </a:lnTo>
                  <a:lnTo>
                    <a:pt x="3923785" y="2931671"/>
                  </a:lnTo>
                  <a:lnTo>
                    <a:pt x="3974933" y="2985657"/>
                  </a:lnTo>
                  <a:lnTo>
                    <a:pt x="4029827" y="3034302"/>
                  </a:lnTo>
                  <a:lnTo>
                    <a:pt x="4089234" y="3078139"/>
                  </a:lnTo>
                  <a:lnTo>
                    <a:pt x="4153894" y="3117705"/>
                  </a:lnTo>
                  <a:lnTo>
                    <a:pt x="4224458" y="3153490"/>
                  </a:lnTo>
                  <a:lnTo>
                    <a:pt x="4301403" y="3185915"/>
                  </a:lnTo>
                  <a:lnTo>
                    <a:pt x="4384926" y="3215314"/>
                  </a:lnTo>
                  <a:lnTo>
                    <a:pt x="4474797" y="3241929"/>
                  </a:lnTo>
                  <a:lnTo>
                    <a:pt x="4570205" y="3265907"/>
                  </a:lnTo>
                  <a:lnTo>
                    <a:pt x="4669599" y="3287308"/>
                  </a:lnTo>
                  <a:lnTo>
                    <a:pt x="4770596" y="3306120"/>
                  </a:lnTo>
                  <a:lnTo>
                    <a:pt x="4870001" y="3322292"/>
                  </a:lnTo>
                  <a:lnTo>
                    <a:pt x="4964010" y="3335769"/>
                  </a:lnTo>
                  <a:lnTo>
                    <a:pt x="5048632" y="3346545"/>
                  </a:lnTo>
                  <a:lnTo>
                    <a:pt x="5120286" y="3354707"/>
                  </a:lnTo>
                  <a:lnTo>
                    <a:pt x="5176450" y="3360463"/>
                  </a:lnTo>
                  <a:lnTo>
                    <a:pt x="5216187" y="3364144"/>
                  </a:lnTo>
                  <a:lnTo>
                    <a:pt x="5240411" y="3366181"/>
                  </a:lnTo>
                  <a:lnTo>
                    <a:pt x="5251860" y="3367058"/>
                  </a:lnTo>
                  <a:lnTo>
                    <a:pt x="5254872" y="3367269"/>
                  </a:lnTo>
                  <a:lnTo>
                    <a:pt x="5254955" y="3367275"/>
                  </a:lnTo>
                  <a:lnTo>
                    <a:pt x="6726343" y="3367275"/>
                  </a:lnTo>
                  <a:lnTo>
                    <a:pt x="6727579" y="3367268"/>
                  </a:lnTo>
                  <a:lnTo>
                    <a:pt x="6735695" y="3367218"/>
                  </a:lnTo>
                  <a:lnTo>
                    <a:pt x="6756101" y="3367081"/>
                  </a:lnTo>
                  <a:lnTo>
                    <a:pt x="6792454" y="3366811"/>
                  </a:lnTo>
                  <a:lnTo>
                    <a:pt x="6846374" y="3366366"/>
                  </a:lnTo>
                  <a:lnTo>
                    <a:pt x="6917328" y="3365714"/>
                  </a:lnTo>
                  <a:lnTo>
                    <a:pt x="7002852" y="3364834"/>
                  </a:lnTo>
                  <a:lnTo>
                    <a:pt x="7099126" y="3363714"/>
                  </a:lnTo>
                  <a:lnTo>
                    <a:pt x="7201736" y="3362356"/>
                  </a:lnTo>
                  <a:lnTo>
                    <a:pt x="7306403" y="3360763"/>
                  </a:lnTo>
                  <a:lnTo>
                    <a:pt x="7409513" y="3358940"/>
                  </a:lnTo>
                  <a:lnTo>
                    <a:pt x="7508380" y="3356888"/>
                  </a:lnTo>
                  <a:lnTo>
                    <a:pt x="7601281" y="3354603"/>
                  </a:lnTo>
                  <a:lnTo>
                    <a:pt x="7687336" y="3352070"/>
                  </a:lnTo>
                  <a:lnTo>
                    <a:pt x="7766332" y="3349266"/>
                  </a:lnTo>
                  <a:lnTo>
                    <a:pt x="7838527" y="3346160"/>
                  </a:lnTo>
                  <a:lnTo>
                    <a:pt x="7904488" y="3342712"/>
                  </a:lnTo>
                  <a:lnTo>
                    <a:pt x="7964962" y="3338876"/>
                  </a:lnTo>
                  <a:lnTo>
                    <a:pt x="8020784" y="3334602"/>
                  </a:lnTo>
                  <a:lnTo>
                    <a:pt x="8072806" y="3329842"/>
                  </a:lnTo>
                  <a:lnTo>
                    <a:pt x="8121843" y="3324559"/>
                  </a:lnTo>
                  <a:lnTo>
                    <a:pt x="8151487" y="3320961"/>
                  </a:lnTo>
                  <a:lnTo>
                    <a:pt x="8207193" y="3313350"/>
                  </a:lnTo>
                  <a:lnTo>
                    <a:pt x="8261077" y="3304911"/>
                  </a:lnTo>
                  <a:lnTo>
                    <a:pt x="8313874" y="3295635"/>
                  </a:lnTo>
                  <a:lnTo>
                    <a:pt x="8366107" y="3285544"/>
                  </a:lnTo>
                  <a:lnTo>
                    <a:pt x="8418129" y="3274699"/>
                  </a:lnTo>
                  <a:lnTo>
                    <a:pt x="8470152" y="3263198"/>
                  </a:lnTo>
                  <a:lnTo>
                    <a:pt x="8522274" y="3251174"/>
                  </a:lnTo>
                  <a:lnTo>
                    <a:pt x="8574507" y="3238795"/>
                  </a:lnTo>
                  <a:lnTo>
                    <a:pt x="8626801" y="3226250"/>
                  </a:lnTo>
                  <a:lnTo>
                    <a:pt x="8679083" y="3213738"/>
                  </a:lnTo>
                  <a:lnTo>
                    <a:pt x="8731282" y="3201457"/>
                  </a:lnTo>
                  <a:lnTo>
                    <a:pt x="8783366" y="3189589"/>
                  </a:lnTo>
                  <a:lnTo>
                    <a:pt x="8835373" y="3178292"/>
                  </a:lnTo>
                  <a:lnTo>
                    <a:pt x="8887435" y="3167689"/>
                  </a:lnTo>
                  <a:lnTo>
                    <a:pt x="8939808" y="3157864"/>
                  </a:lnTo>
                  <a:lnTo>
                    <a:pt x="8992899" y="3148865"/>
                  </a:lnTo>
                  <a:lnTo>
                    <a:pt x="9047294" y="3140703"/>
                  </a:lnTo>
                  <a:lnTo>
                    <a:pt x="9084767" y="3135707"/>
                  </a:lnTo>
                  <a:lnTo>
                    <a:pt x="9132303" y="3130086"/>
                  </a:lnTo>
                  <a:lnTo>
                    <a:pt x="9182357" y="3125000"/>
                  </a:lnTo>
                  <a:lnTo>
                    <a:pt x="9235691" y="3120426"/>
                  </a:lnTo>
                  <a:lnTo>
                    <a:pt x="9293139" y="3116321"/>
                  </a:lnTo>
                  <a:lnTo>
                    <a:pt x="9355554" y="3112634"/>
                  </a:lnTo>
                  <a:lnTo>
                    <a:pt x="9423748" y="3109318"/>
                  </a:lnTo>
                  <a:lnTo>
                    <a:pt x="9498413" y="3106328"/>
                  </a:lnTo>
                  <a:lnTo>
                    <a:pt x="9580019" y="3103628"/>
                  </a:lnTo>
                  <a:lnTo>
                    <a:pt x="9668670" y="3101189"/>
                  </a:lnTo>
                  <a:lnTo>
                    <a:pt x="9763928" y="3098991"/>
                  </a:lnTo>
                  <a:lnTo>
                    <a:pt x="9864620" y="3097025"/>
                  </a:lnTo>
                  <a:lnTo>
                    <a:pt x="9968674" y="3095287"/>
                  </a:lnTo>
                  <a:lnTo>
                    <a:pt x="10073043" y="3093780"/>
                  </a:lnTo>
                  <a:lnTo>
                    <a:pt x="10173823" y="3092510"/>
                  </a:lnTo>
                  <a:lnTo>
                    <a:pt x="10266610" y="3091480"/>
                  </a:lnTo>
                  <a:lnTo>
                    <a:pt x="10347117" y="3090686"/>
                  </a:lnTo>
                  <a:lnTo>
                    <a:pt x="10411945" y="3090114"/>
                  </a:lnTo>
                  <a:lnTo>
                    <a:pt x="10459296" y="3089739"/>
                  </a:lnTo>
                  <a:lnTo>
                    <a:pt x="10489429" y="3089523"/>
                  </a:lnTo>
                  <a:lnTo>
                    <a:pt x="10504750" y="3089423"/>
                  </a:lnTo>
                  <a:lnTo>
                    <a:pt x="10509596" y="3089395"/>
                  </a:lnTo>
                  <a:lnTo>
                    <a:pt x="10509911" y="3089393"/>
                  </a:lnTo>
                  <a:lnTo>
                    <a:pt x="11981298" y="308939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01" name="pl601"/>
            <p:cNvSpPr/>
            <p:nvPr/>
          </p:nvSpPr>
          <p:spPr>
            <a:xfrm>
              <a:off x="4799595" y="6050433"/>
              <a:ext cx="11981298" cy="3367275"/>
            </a:xfrm>
            <a:custGeom>
              <a:avLst/>
              <a:pathLst>
                <a:path w="11981298" h="3367275">
                  <a:moveTo>
                    <a:pt x="11981298" y="3089393"/>
                  </a:moveTo>
                  <a:lnTo>
                    <a:pt x="10509911" y="3089393"/>
                  </a:lnTo>
                  <a:lnTo>
                    <a:pt x="10508674" y="3089400"/>
                  </a:lnTo>
                  <a:lnTo>
                    <a:pt x="10500558" y="3089450"/>
                  </a:lnTo>
                  <a:lnTo>
                    <a:pt x="10480152" y="3089587"/>
                  </a:lnTo>
                  <a:lnTo>
                    <a:pt x="10443799" y="3089857"/>
                  </a:lnTo>
                  <a:lnTo>
                    <a:pt x="10389879" y="3090302"/>
                  </a:lnTo>
                  <a:lnTo>
                    <a:pt x="10318925" y="3090953"/>
                  </a:lnTo>
                  <a:lnTo>
                    <a:pt x="10233401" y="3091834"/>
                  </a:lnTo>
                  <a:lnTo>
                    <a:pt x="10137127" y="3092953"/>
                  </a:lnTo>
                  <a:lnTo>
                    <a:pt x="10034517" y="3094312"/>
                  </a:lnTo>
                  <a:lnTo>
                    <a:pt x="9929850" y="3095905"/>
                  </a:lnTo>
                  <a:lnTo>
                    <a:pt x="9826740" y="3097728"/>
                  </a:lnTo>
                  <a:lnTo>
                    <a:pt x="9727873" y="3099779"/>
                  </a:lnTo>
                  <a:lnTo>
                    <a:pt x="9634973" y="3102065"/>
                  </a:lnTo>
                  <a:lnTo>
                    <a:pt x="9548917" y="3104598"/>
                  </a:lnTo>
                  <a:lnTo>
                    <a:pt x="9469921" y="3107402"/>
                  </a:lnTo>
                  <a:lnTo>
                    <a:pt x="9397726" y="3110508"/>
                  </a:lnTo>
                  <a:lnTo>
                    <a:pt x="9331766" y="3113956"/>
                  </a:lnTo>
                  <a:lnTo>
                    <a:pt x="9271291" y="3117792"/>
                  </a:lnTo>
                  <a:lnTo>
                    <a:pt x="9215469" y="3122066"/>
                  </a:lnTo>
                  <a:lnTo>
                    <a:pt x="9163447" y="3126826"/>
                  </a:lnTo>
                  <a:lnTo>
                    <a:pt x="9114411" y="3132108"/>
                  </a:lnTo>
                  <a:lnTo>
                    <a:pt x="9084767" y="3135707"/>
                  </a:lnTo>
                  <a:lnTo>
                    <a:pt x="9029060" y="3143318"/>
                  </a:lnTo>
                  <a:lnTo>
                    <a:pt x="8975176" y="3151757"/>
                  </a:lnTo>
                  <a:lnTo>
                    <a:pt x="8922379" y="3161033"/>
                  </a:lnTo>
                  <a:lnTo>
                    <a:pt x="8870146" y="3171123"/>
                  </a:lnTo>
                  <a:lnTo>
                    <a:pt x="8818124" y="3181968"/>
                  </a:lnTo>
                  <a:lnTo>
                    <a:pt x="8766101" y="3193470"/>
                  </a:lnTo>
                  <a:lnTo>
                    <a:pt x="8713979" y="3205493"/>
                  </a:lnTo>
                  <a:lnTo>
                    <a:pt x="8661747" y="3217872"/>
                  </a:lnTo>
                  <a:lnTo>
                    <a:pt x="8609452" y="3230418"/>
                  </a:lnTo>
                  <a:lnTo>
                    <a:pt x="8557170" y="3242930"/>
                  </a:lnTo>
                  <a:lnTo>
                    <a:pt x="8504971" y="3255211"/>
                  </a:lnTo>
                  <a:lnTo>
                    <a:pt x="8452887" y="3267078"/>
                  </a:lnTo>
                  <a:lnTo>
                    <a:pt x="8400880" y="3278375"/>
                  </a:lnTo>
                  <a:lnTo>
                    <a:pt x="8348818" y="3288979"/>
                  </a:lnTo>
                  <a:lnTo>
                    <a:pt x="8296445" y="3298804"/>
                  </a:lnTo>
                  <a:lnTo>
                    <a:pt x="8243355" y="3307803"/>
                  </a:lnTo>
                  <a:lnTo>
                    <a:pt x="8188959" y="3315965"/>
                  </a:lnTo>
                  <a:lnTo>
                    <a:pt x="8151487" y="3320961"/>
                  </a:lnTo>
                  <a:lnTo>
                    <a:pt x="8103950" y="3326582"/>
                  </a:lnTo>
                  <a:lnTo>
                    <a:pt x="8053897" y="3331667"/>
                  </a:lnTo>
                  <a:lnTo>
                    <a:pt x="8000563" y="3336241"/>
                  </a:lnTo>
                  <a:lnTo>
                    <a:pt x="7943114" y="3340347"/>
                  </a:lnTo>
                  <a:lnTo>
                    <a:pt x="7880699" y="3344034"/>
                  </a:lnTo>
                  <a:lnTo>
                    <a:pt x="7812506" y="3347350"/>
                  </a:lnTo>
                  <a:lnTo>
                    <a:pt x="7737841" y="3350340"/>
                  </a:lnTo>
                  <a:lnTo>
                    <a:pt x="7656234" y="3353040"/>
                  </a:lnTo>
                  <a:lnTo>
                    <a:pt x="7567583" y="3355479"/>
                  </a:lnTo>
                  <a:lnTo>
                    <a:pt x="7472325" y="3357676"/>
                  </a:lnTo>
                  <a:lnTo>
                    <a:pt x="7371633" y="3359643"/>
                  </a:lnTo>
                  <a:lnTo>
                    <a:pt x="7267580" y="3361381"/>
                  </a:lnTo>
                  <a:lnTo>
                    <a:pt x="7163210" y="3362888"/>
                  </a:lnTo>
                  <a:lnTo>
                    <a:pt x="7062430" y="3364158"/>
                  </a:lnTo>
                  <a:lnTo>
                    <a:pt x="6969644" y="3365188"/>
                  </a:lnTo>
                  <a:lnTo>
                    <a:pt x="6889136" y="3365982"/>
                  </a:lnTo>
                  <a:lnTo>
                    <a:pt x="6824308" y="3366554"/>
                  </a:lnTo>
                  <a:lnTo>
                    <a:pt x="6776957" y="3366929"/>
                  </a:lnTo>
                  <a:lnTo>
                    <a:pt x="6746824" y="3367145"/>
                  </a:lnTo>
                  <a:lnTo>
                    <a:pt x="6731504" y="3367244"/>
                  </a:lnTo>
                  <a:lnTo>
                    <a:pt x="6726657" y="3367273"/>
                  </a:lnTo>
                  <a:lnTo>
                    <a:pt x="6726343" y="3367275"/>
                  </a:lnTo>
                  <a:lnTo>
                    <a:pt x="5254955" y="3367275"/>
                  </a:lnTo>
                  <a:lnTo>
                    <a:pt x="5253842" y="3367199"/>
                  </a:lnTo>
                  <a:lnTo>
                    <a:pt x="5246520" y="3366659"/>
                  </a:lnTo>
                  <a:lnTo>
                    <a:pt x="5228052" y="3365166"/>
                  </a:lnTo>
                  <a:lnTo>
                    <a:pt x="5195001" y="3362227"/>
                  </a:lnTo>
                  <a:lnTo>
                    <a:pt x="5145674" y="3357383"/>
                  </a:lnTo>
                  <a:lnTo>
                    <a:pt x="5080252" y="3350256"/>
                  </a:lnTo>
                  <a:lnTo>
                    <a:pt x="5000646" y="3340587"/>
                  </a:lnTo>
                  <a:lnTo>
                    <a:pt x="4910073" y="3328239"/>
                  </a:lnTo>
                  <a:lnTo>
                    <a:pt x="4812433" y="3313186"/>
                  </a:lnTo>
                  <a:lnTo>
                    <a:pt x="4711669" y="3295467"/>
                  </a:lnTo>
                  <a:lnTo>
                    <a:pt x="4611268" y="3275140"/>
                  </a:lnTo>
                  <a:lnTo>
                    <a:pt x="4513964" y="3252239"/>
                  </a:lnTo>
                  <a:lnTo>
                    <a:pt x="4421648" y="3226736"/>
                  </a:lnTo>
                  <a:lnTo>
                    <a:pt x="4335421" y="3198521"/>
                  </a:lnTo>
                  <a:lnTo>
                    <a:pt x="4255737" y="3167393"/>
                  </a:lnTo>
                  <a:lnTo>
                    <a:pt x="4182558" y="3133055"/>
                  </a:lnTo>
                  <a:lnTo>
                    <a:pt x="4115508" y="3095121"/>
                  </a:lnTo>
                  <a:lnTo>
                    <a:pt x="4053998" y="3053128"/>
                  </a:lnTo>
                  <a:lnTo>
                    <a:pt x="3997315" y="3006553"/>
                  </a:lnTo>
                  <a:lnTo>
                    <a:pt x="3944698" y="2954855"/>
                  </a:lnTo>
                  <a:lnTo>
                    <a:pt x="3895388" y="2897535"/>
                  </a:lnTo>
                  <a:lnTo>
                    <a:pt x="3848671" y="2834239"/>
                  </a:lnTo>
                  <a:lnTo>
                    <a:pt x="3829811" y="2806062"/>
                  </a:lnTo>
                  <a:lnTo>
                    <a:pt x="3794700" y="2749516"/>
                  </a:lnTo>
                  <a:lnTo>
                    <a:pt x="3760430" y="2689094"/>
                  </a:lnTo>
                  <a:lnTo>
                    <a:pt x="3726787" y="2624716"/>
                  </a:lnTo>
                  <a:lnTo>
                    <a:pt x="3693596" y="2556358"/>
                  </a:lnTo>
                  <a:lnTo>
                    <a:pt x="3660715" y="2484054"/>
                  </a:lnTo>
                  <a:lnTo>
                    <a:pt x="3628029" y="2407905"/>
                  </a:lnTo>
                  <a:lnTo>
                    <a:pt x="3595452" y="2328082"/>
                  </a:lnTo>
                  <a:lnTo>
                    <a:pt x="3562918" y="2244825"/>
                  </a:lnTo>
                  <a:lnTo>
                    <a:pt x="3530381" y="2158448"/>
                  </a:lnTo>
                  <a:lnTo>
                    <a:pt x="3497812" y="2069332"/>
                  </a:lnTo>
                  <a:lnTo>
                    <a:pt x="3465200" y="1977923"/>
                  </a:lnTo>
                  <a:lnTo>
                    <a:pt x="3432542" y="1884723"/>
                  </a:lnTo>
                  <a:lnTo>
                    <a:pt x="3399847" y="1790278"/>
                  </a:lnTo>
                  <a:lnTo>
                    <a:pt x="3367131" y="1695165"/>
                  </a:lnTo>
                  <a:lnTo>
                    <a:pt x="3334413" y="1599979"/>
                  </a:lnTo>
                  <a:lnTo>
                    <a:pt x="3301711" y="1505318"/>
                  </a:lnTo>
                  <a:lnTo>
                    <a:pt x="3269043" y="1411765"/>
                  </a:lnTo>
                  <a:lnTo>
                    <a:pt x="3236419" y="1319875"/>
                  </a:lnTo>
                  <a:lnTo>
                    <a:pt x="3203841" y="1230161"/>
                  </a:lnTo>
                  <a:lnTo>
                    <a:pt x="3171298" y="1143083"/>
                  </a:lnTo>
                  <a:lnTo>
                    <a:pt x="3138766" y="1059040"/>
                  </a:lnTo>
                  <a:lnTo>
                    <a:pt x="3106205" y="978360"/>
                  </a:lnTo>
                  <a:lnTo>
                    <a:pt x="3073553" y="901304"/>
                  </a:lnTo>
                  <a:lnTo>
                    <a:pt x="3040728" y="828058"/>
                  </a:lnTo>
                  <a:lnTo>
                    <a:pt x="3007624" y="758739"/>
                  </a:lnTo>
                  <a:lnTo>
                    <a:pt x="2974105" y="693398"/>
                  </a:lnTo>
                  <a:lnTo>
                    <a:pt x="2940005" y="632023"/>
                  </a:lnTo>
                  <a:lnTo>
                    <a:pt x="2905119" y="574549"/>
                  </a:lnTo>
                  <a:lnTo>
                    <a:pt x="2896531" y="561212"/>
                  </a:lnTo>
                  <a:lnTo>
                    <a:pt x="2850704" y="495385"/>
                  </a:lnTo>
                  <a:lnTo>
                    <a:pt x="2802557" y="435604"/>
                  </a:lnTo>
                  <a:lnTo>
                    <a:pt x="2751410" y="381618"/>
                  </a:lnTo>
                  <a:lnTo>
                    <a:pt x="2696515" y="332972"/>
                  </a:lnTo>
                  <a:lnTo>
                    <a:pt x="2637108" y="289135"/>
                  </a:lnTo>
                  <a:lnTo>
                    <a:pt x="2572448" y="249569"/>
                  </a:lnTo>
                  <a:lnTo>
                    <a:pt x="2501884" y="213784"/>
                  </a:lnTo>
                  <a:lnTo>
                    <a:pt x="2424939" y="181359"/>
                  </a:lnTo>
                  <a:lnTo>
                    <a:pt x="2341416" y="151960"/>
                  </a:lnTo>
                  <a:lnTo>
                    <a:pt x="2251545" y="125345"/>
                  </a:lnTo>
                  <a:lnTo>
                    <a:pt x="2156137" y="101367"/>
                  </a:lnTo>
                  <a:lnTo>
                    <a:pt x="2056744" y="79966"/>
                  </a:lnTo>
                  <a:lnTo>
                    <a:pt x="1955746" y="61154"/>
                  </a:lnTo>
                  <a:lnTo>
                    <a:pt x="1856341" y="44982"/>
                  </a:lnTo>
                  <a:lnTo>
                    <a:pt x="1762333" y="31505"/>
                  </a:lnTo>
                  <a:lnTo>
                    <a:pt x="1677710" y="20729"/>
                  </a:lnTo>
                  <a:lnTo>
                    <a:pt x="1606056" y="12567"/>
                  </a:lnTo>
                  <a:lnTo>
                    <a:pt x="1549892" y="6811"/>
                  </a:lnTo>
                  <a:lnTo>
                    <a:pt x="1510155" y="3130"/>
                  </a:lnTo>
                  <a:lnTo>
                    <a:pt x="1485931" y="1093"/>
                  </a:lnTo>
                  <a:lnTo>
                    <a:pt x="1474482" y="216"/>
                  </a:lnTo>
                  <a:lnTo>
                    <a:pt x="1471470" y="5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02" name="pg602"/>
            <p:cNvSpPr/>
            <p:nvPr/>
          </p:nvSpPr>
          <p:spPr>
            <a:xfrm>
              <a:off x="4799595" y="6066779"/>
              <a:ext cx="11981298" cy="3636984"/>
            </a:xfrm>
            <a:custGeom>
              <a:avLst/>
              <a:pathLst>
                <a:path w="11981298" h="3636984">
                  <a:moveTo>
                    <a:pt x="0" y="16345"/>
                  </a:moveTo>
                  <a:lnTo>
                    <a:pt x="1471387" y="16345"/>
                  </a:lnTo>
                  <a:lnTo>
                    <a:pt x="1472500" y="16421"/>
                  </a:lnTo>
                  <a:lnTo>
                    <a:pt x="1479818" y="16963"/>
                  </a:lnTo>
                  <a:lnTo>
                    <a:pt x="1498278" y="18458"/>
                  </a:lnTo>
                  <a:lnTo>
                    <a:pt x="1531314" y="21403"/>
                  </a:lnTo>
                  <a:lnTo>
                    <a:pt x="1580621" y="26257"/>
                  </a:lnTo>
                  <a:lnTo>
                    <a:pt x="1646019" y="33397"/>
                  </a:lnTo>
                  <a:lnTo>
                    <a:pt x="1725598" y="43086"/>
                  </a:lnTo>
                  <a:lnTo>
                    <a:pt x="1816145" y="55458"/>
                  </a:lnTo>
                  <a:lnTo>
                    <a:pt x="1913763" y="70542"/>
                  </a:lnTo>
                  <a:lnTo>
                    <a:pt x="2014508" y="88297"/>
                  </a:lnTo>
                  <a:lnTo>
                    <a:pt x="2114896" y="108665"/>
                  </a:lnTo>
                  <a:lnTo>
                    <a:pt x="2212192" y="131613"/>
                  </a:lnTo>
                  <a:lnTo>
                    <a:pt x="2304505" y="157168"/>
                  </a:lnTo>
                  <a:lnTo>
                    <a:pt x="2390732" y="185441"/>
                  </a:lnTo>
                  <a:lnTo>
                    <a:pt x="2470419" y="216632"/>
                  </a:lnTo>
                  <a:lnTo>
                    <a:pt x="2543602" y="251039"/>
                  </a:lnTo>
                  <a:lnTo>
                    <a:pt x="2610656" y="289049"/>
                  </a:lnTo>
                  <a:lnTo>
                    <a:pt x="2672171" y="331125"/>
                  </a:lnTo>
                  <a:lnTo>
                    <a:pt x="2728858" y="377791"/>
                  </a:lnTo>
                  <a:lnTo>
                    <a:pt x="2781478" y="429588"/>
                  </a:lnTo>
                  <a:lnTo>
                    <a:pt x="2830790" y="487018"/>
                  </a:lnTo>
                  <a:lnTo>
                    <a:pt x="2877507" y="550437"/>
                  </a:lnTo>
                  <a:lnTo>
                    <a:pt x="2896531" y="578920"/>
                  </a:lnTo>
                  <a:lnTo>
                    <a:pt x="2931606" y="635543"/>
                  </a:lnTo>
                  <a:lnTo>
                    <a:pt x="2965842" y="696043"/>
                  </a:lnTo>
                  <a:lnTo>
                    <a:pt x="2999451" y="760500"/>
                  </a:lnTo>
                  <a:lnTo>
                    <a:pt x="3032609" y="828939"/>
                  </a:lnTo>
                  <a:lnTo>
                    <a:pt x="3065458" y="901326"/>
                  </a:lnTo>
                  <a:lnTo>
                    <a:pt x="3098110" y="977559"/>
                  </a:lnTo>
                  <a:lnTo>
                    <a:pt x="3130654" y="1057469"/>
                  </a:lnTo>
                  <a:lnTo>
                    <a:pt x="3163155" y="1140816"/>
                  </a:lnTo>
                  <a:lnTo>
                    <a:pt x="3195658" y="1227288"/>
                  </a:lnTo>
                  <a:lnTo>
                    <a:pt x="3228193" y="1316503"/>
                  </a:lnTo>
                  <a:lnTo>
                    <a:pt x="3260772" y="1408016"/>
                  </a:lnTo>
                  <a:lnTo>
                    <a:pt x="3293395" y="1501328"/>
                  </a:lnTo>
                  <a:lnTo>
                    <a:pt x="3326056" y="1595893"/>
                  </a:lnTo>
                  <a:lnTo>
                    <a:pt x="3358738" y="1691133"/>
                  </a:lnTo>
                  <a:lnTo>
                    <a:pt x="3391422" y="1786454"/>
                  </a:lnTo>
                  <a:lnTo>
                    <a:pt x="3424091" y="1881260"/>
                  </a:lnTo>
                  <a:lnTo>
                    <a:pt x="3456726" y="1974967"/>
                  </a:lnTo>
                  <a:lnTo>
                    <a:pt x="3489317" y="2067020"/>
                  </a:lnTo>
                  <a:lnTo>
                    <a:pt x="3521862" y="2156905"/>
                  </a:lnTo>
                  <a:lnTo>
                    <a:pt x="3554372" y="2244161"/>
                  </a:lnTo>
                  <a:lnTo>
                    <a:pt x="3586870" y="2328390"/>
                  </a:lnTo>
                  <a:lnTo>
                    <a:pt x="3619396" y="2409259"/>
                  </a:lnTo>
                  <a:lnTo>
                    <a:pt x="3652012" y="2486510"/>
                  </a:lnTo>
                  <a:lnTo>
                    <a:pt x="3684797" y="2559952"/>
                  </a:lnTo>
                  <a:lnTo>
                    <a:pt x="3717859" y="2629468"/>
                  </a:lnTo>
                  <a:lnTo>
                    <a:pt x="3751330" y="2695005"/>
                  </a:lnTo>
                  <a:lnTo>
                    <a:pt x="3785376" y="2756573"/>
                  </a:lnTo>
                  <a:lnTo>
                    <a:pt x="3820200" y="2814237"/>
                  </a:lnTo>
                  <a:lnTo>
                    <a:pt x="3829811" y="2829219"/>
                  </a:lnTo>
                  <a:lnTo>
                    <a:pt x="3875630" y="2895196"/>
                  </a:lnTo>
                  <a:lnTo>
                    <a:pt x="3923769" y="2955114"/>
                  </a:lnTo>
                  <a:lnTo>
                    <a:pt x="3974907" y="3009224"/>
                  </a:lnTo>
                  <a:lnTo>
                    <a:pt x="4029790" y="3057982"/>
                  </a:lnTo>
                  <a:lnTo>
                    <a:pt x="4089184" y="3101923"/>
                  </a:lnTo>
                  <a:lnTo>
                    <a:pt x="4153828" y="3141581"/>
                  </a:lnTo>
                  <a:lnTo>
                    <a:pt x="4224374" y="3177451"/>
                  </a:lnTo>
                  <a:lnTo>
                    <a:pt x="4301299" y="3209953"/>
                  </a:lnTo>
                  <a:lnTo>
                    <a:pt x="4384799" y="3239423"/>
                  </a:lnTo>
                  <a:lnTo>
                    <a:pt x="4474646" y="3266103"/>
                  </a:lnTo>
                  <a:lnTo>
                    <a:pt x="4570029" y="3290139"/>
                  </a:lnTo>
                  <a:lnTo>
                    <a:pt x="4669402" y="3311593"/>
                  </a:lnTo>
                  <a:lnTo>
                    <a:pt x="4770382" y="3330454"/>
                  </a:lnTo>
                  <a:lnTo>
                    <a:pt x="4869778" y="3346668"/>
                  </a:lnTo>
                  <a:lnTo>
                    <a:pt x="4963789" y="3360182"/>
                  </a:lnTo>
                  <a:lnTo>
                    <a:pt x="5048427" y="3370989"/>
                  </a:lnTo>
                  <a:lnTo>
                    <a:pt x="5120108" y="3379176"/>
                  </a:lnTo>
                  <a:lnTo>
                    <a:pt x="5176310" y="3384952"/>
                  </a:lnTo>
                  <a:lnTo>
                    <a:pt x="5216089" y="3388647"/>
                  </a:lnTo>
                  <a:lnTo>
                    <a:pt x="5240355" y="3390693"/>
                  </a:lnTo>
                  <a:lnTo>
                    <a:pt x="5251838" y="3391575"/>
                  </a:lnTo>
                  <a:lnTo>
                    <a:pt x="5254955" y="3391794"/>
                  </a:lnTo>
                  <a:lnTo>
                    <a:pt x="6726343" y="3391794"/>
                  </a:lnTo>
                  <a:lnTo>
                    <a:pt x="6727580" y="3391800"/>
                  </a:lnTo>
                  <a:lnTo>
                    <a:pt x="6735697" y="3391844"/>
                  </a:lnTo>
                  <a:lnTo>
                    <a:pt x="6756106" y="3391965"/>
                  </a:lnTo>
                  <a:lnTo>
                    <a:pt x="6792465" y="3392203"/>
                  </a:lnTo>
                  <a:lnTo>
                    <a:pt x="6846393" y="3392596"/>
                  </a:lnTo>
                  <a:lnTo>
                    <a:pt x="6917356" y="3393171"/>
                  </a:lnTo>
                  <a:lnTo>
                    <a:pt x="7002889" y="3393948"/>
                  </a:lnTo>
                  <a:lnTo>
                    <a:pt x="7099173" y="3394936"/>
                  </a:lnTo>
                  <a:lnTo>
                    <a:pt x="7201791" y="3396135"/>
                  </a:lnTo>
                  <a:lnTo>
                    <a:pt x="7306464" y="3397541"/>
                  </a:lnTo>
                  <a:lnTo>
                    <a:pt x="7409578" y="3399149"/>
                  </a:lnTo>
                  <a:lnTo>
                    <a:pt x="7508447" y="3400960"/>
                  </a:lnTo>
                  <a:lnTo>
                    <a:pt x="7601349" y="3402976"/>
                  </a:lnTo>
                  <a:lnTo>
                    <a:pt x="7687404" y="3405212"/>
                  </a:lnTo>
                  <a:lnTo>
                    <a:pt x="7766399" y="3407686"/>
                  </a:lnTo>
                  <a:lnTo>
                    <a:pt x="7838591" y="3410427"/>
                  </a:lnTo>
                  <a:lnTo>
                    <a:pt x="7904550" y="3413470"/>
                  </a:lnTo>
                  <a:lnTo>
                    <a:pt x="7965023" y="3416856"/>
                  </a:lnTo>
                  <a:lnTo>
                    <a:pt x="8020844" y="3420628"/>
                  </a:lnTo>
                  <a:lnTo>
                    <a:pt x="8072865" y="3424828"/>
                  </a:lnTo>
                  <a:lnTo>
                    <a:pt x="8121901" y="3429490"/>
                  </a:lnTo>
                  <a:lnTo>
                    <a:pt x="8151487" y="3432659"/>
                  </a:lnTo>
                  <a:lnTo>
                    <a:pt x="8207308" y="3439390"/>
                  </a:lnTo>
                  <a:lnTo>
                    <a:pt x="8261302" y="3446854"/>
                  </a:lnTo>
                  <a:lnTo>
                    <a:pt x="8314206" y="3455060"/>
                  </a:lnTo>
                  <a:lnTo>
                    <a:pt x="8366547" y="3463987"/>
                  </a:lnTo>
                  <a:lnTo>
                    <a:pt x="8418678" y="3473582"/>
                  </a:lnTo>
                  <a:lnTo>
                    <a:pt x="8470811" y="3483758"/>
                  </a:lnTo>
                  <a:lnTo>
                    <a:pt x="8523045" y="3494395"/>
                  </a:lnTo>
                  <a:lnTo>
                    <a:pt x="8575389" y="3505344"/>
                  </a:lnTo>
                  <a:lnTo>
                    <a:pt x="8627794" y="3516438"/>
                  </a:lnTo>
                  <a:lnTo>
                    <a:pt x="8680185" y="3527499"/>
                  </a:lnTo>
                  <a:lnTo>
                    <a:pt x="8732492" y="3538351"/>
                  </a:lnTo>
                  <a:lnTo>
                    <a:pt x="8784684" y="3548834"/>
                  </a:lnTo>
                  <a:lnTo>
                    <a:pt x="8836799" y="3558808"/>
                  </a:lnTo>
                  <a:lnTo>
                    <a:pt x="8888976" y="3568165"/>
                  </a:lnTo>
                  <a:lnTo>
                    <a:pt x="8941475" y="3576831"/>
                  </a:lnTo>
                  <a:lnTo>
                    <a:pt x="8994710" y="3584764"/>
                  </a:lnTo>
                  <a:lnTo>
                    <a:pt x="9049279" y="3591955"/>
                  </a:lnTo>
                  <a:lnTo>
                    <a:pt x="9084767" y="3596119"/>
                  </a:lnTo>
                  <a:lnTo>
                    <a:pt x="9132306" y="3601079"/>
                  </a:lnTo>
                  <a:lnTo>
                    <a:pt x="9182363" y="3605566"/>
                  </a:lnTo>
                  <a:lnTo>
                    <a:pt x="9235700" y="3609602"/>
                  </a:lnTo>
                  <a:lnTo>
                    <a:pt x="9293153" y="3613225"/>
                  </a:lnTo>
                  <a:lnTo>
                    <a:pt x="9355573" y="3616478"/>
                  </a:lnTo>
                  <a:lnTo>
                    <a:pt x="9423773" y="3619404"/>
                  </a:lnTo>
                  <a:lnTo>
                    <a:pt x="9498445" y="3622042"/>
                  </a:lnTo>
                  <a:lnTo>
                    <a:pt x="9580059" y="3624425"/>
                  </a:lnTo>
                  <a:lnTo>
                    <a:pt x="9668719" y="3626577"/>
                  </a:lnTo>
                  <a:lnTo>
                    <a:pt x="9763986" y="3628516"/>
                  </a:lnTo>
                  <a:lnTo>
                    <a:pt x="9864686" y="3630251"/>
                  </a:lnTo>
                  <a:lnTo>
                    <a:pt x="9968747" y="3631784"/>
                  </a:lnTo>
                  <a:lnTo>
                    <a:pt x="10073121" y="3633114"/>
                  </a:lnTo>
                  <a:lnTo>
                    <a:pt x="10173903" y="3634234"/>
                  </a:lnTo>
                  <a:lnTo>
                    <a:pt x="10266686" y="3635143"/>
                  </a:lnTo>
                  <a:lnTo>
                    <a:pt x="10347185" y="3635844"/>
                  </a:lnTo>
                  <a:lnTo>
                    <a:pt x="10412001" y="3636348"/>
                  </a:lnTo>
                  <a:lnTo>
                    <a:pt x="10459337" y="3636679"/>
                  </a:lnTo>
                  <a:lnTo>
                    <a:pt x="10489454" y="3636869"/>
                  </a:lnTo>
                  <a:lnTo>
                    <a:pt x="10504760" y="3636957"/>
                  </a:lnTo>
                  <a:lnTo>
                    <a:pt x="10509598" y="3636982"/>
                  </a:lnTo>
                  <a:lnTo>
                    <a:pt x="10509911" y="3636984"/>
                  </a:lnTo>
                  <a:lnTo>
                    <a:pt x="11981298" y="3636984"/>
                  </a:lnTo>
                  <a:lnTo>
                    <a:pt x="11981298" y="3620638"/>
                  </a:lnTo>
                  <a:lnTo>
                    <a:pt x="10509911" y="3620638"/>
                  </a:lnTo>
                  <a:lnTo>
                    <a:pt x="10508674" y="3620632"/>
                  </a:lnTo>
                  <a:lnTo>
                    <a:pt x="10500556" y="3620588"/>
                  </a:lnTo>
                  <a:lnTo>
                    <a:pt x="10480147" y="3620467"/>
                  </a:lnTo>
                  <a:lnTo>
                    <a:pt x="10443789" y="3620228"/>
                  </a:lnTo>
                  <a:lnTo>
                    <a:pt x="10389861" y="3619836"/>
                  </a:lnTo>
                  <a:lnTo>
                    <a:pt x="10318898" y="3619261"/>
                  </a:lnTo>
                  <a:lnTo>
                    <a:pt x="10233364" y="3618484"/>
                  </a:lnTo>
                  <a:lnTo>
                    <a:pt x="10137080" y="3617496"/>
                  </a:lnTo>
                  <a:lnTo>
                    <a:pt x="10034462" y="3616297"/>
                  </a:lnTo>
                  <a:lnTo>
                    <a:pt x="9929789" y="3614891"/>
                  </a:lnTo>
                  <a:lnTo>
                    <a:pt x="9826675" y="3613282"/>
                  </a:lnTo>
                  <a:lnTo>
                    <a:pt x="9727806" y="3611472"/>
                  </a:lnTo>
                  <a:lnTo>
                    <a:pt x="9634905" y="3609455"/>
                  </a:lnTo>
                  <a:lnTo>
                    <a:pt x="9548849" y="3607220"/>
                  </a:lnTo>
                  <a:lnTo>
                    <a:pt x="9469855" y="3604745"/>
                  </a:lnTo>
                  <a:lnTo>
                    <a:pt x="9397662" y="3602004"/>
                  </a:lnTo>
                  <a:lnTo>
                    <a:pt x="9331703" y="3598961"/>
                  </a:lnTo>
                  <a:lnTo>
                    <a:pt x="9271230" y="3595576"/>
                  </a:lnTo>
                  <a:lnTo>
                    <a:pt x="9215409" y="3591804"/>
                  </a:lnTo>
                  <a:lnTo>
                    <a:pt x="9163388" y="3587604"/>
                  </a:lnTo>
                  <a:lnTo>
                    <a:pt x="9114352" y="3582942"/>
                  </a:lnTo>
                  <a:lnTo>
                    <a:pt x="9084767" y="3579773"/>
                  </a:lnTo>
                  <a:lnTo>
                    <a:pt x="9028945" y="3573042"/>
                  </a:lnTo>
                  <a:lnTo>
                    <a:pt x="8974952" y="3565578"/>
                  </a:lnTo>
                  <a:lnTo>
                    <a:pt x="8922047" y="3557372"/>
                  </a:lnTo>
                  <a:lnTo>
                    <a:pt x="8869707" y="3548445"/>
                  </a:lnTo>
                  <a:lnTo>
                    <a:pt x="8817576" y="3538849"/>
                  </a:lnTo>
                  <a:lnTo>
                    <a:pt x="8765442" y="3528673"/>
                  </a:lnTo>
                  <a:lnTo>
                    <a:pt x="8713208" y="3518037"/>
                  </a:lnTo>
                  <a:lnTo>
                    <a:pt x="8660864" y="3507087"/>
                  </a:lnTo>
                  <a:lnTo>
                    <a:pt x="8608459" y="3495994"/>
                  </a:lnTo>
                  <a:lnTo>
                    <a:pt x="8556068" y="3484933"/>
                  </a:lnTo>
                  <a:lnTo>
                    <a:pt x="8503761" y="3474080"/>
                  </a:lnTo>
                  <a:lnTo>
                    <a:pt x="8451570" y="3463597"/>
                  </a:lnTo>
                  <a:lnTo>
                    <a:pt x="8399454" y="3453623"/>
                  </a:lnTo>
                  <a:lnTo>
                    <a:pt x="8347277" y="3444266"/>
                  </a:lnTo>
                  <a:lnTo>
                    <a:pt x="8294778" y="3435601"/>
                  </a:lnTo>
                  <a:lnTo>
                    <a:pt x="8241544" y="3427668"/>
                  </a:lnTo>
                  <a:lnTo>
                    <a:pt x="8186975" y="3420477"/>
                  </a:lnTo>
                  <a:lnTo>
                    <a:pt x="8151487" y="3416313"/>
                  </a:lnTo>
                  <a:lnTo>
                    <a:pt x="8103948" y="3411353"/>
                  </a:lnTo>
                  <a:lnTo>
                    <a:pt x="8053891" y="3406866"/>
                  </a:lnTo>
                  <a:lnTo>
                    <a:pt x="8000553" y="3402830"/>
                  </a:lnTo>
                  <a:lnTo>
                    <a:pt x="7943100" y="3399207"/>
                  </a:lnTo>
                  <a:lnTo>
                    <a:pt x="7880680" y="3395954"/>
                  </a:lnTo>
                  <a:lnTo>
                    <a:pt x="7812481" y="3393028"/>
                  </a:lnTo>
                  <a:lnTo>
                    <a:pt x="7737809" y="3390389"/>
                  </a:lnTo>
                  <a:lnTo>
                    <a:pt x="7656194" y="3388007"/>
                  </a:lnTo>
                  <a:lnTo>
                    <a:pt x="7567535" y="3385855"/>
                  </a:lnTo>
                  <a:lnTo>
                    <a:pt x="7472268" y="3383916"/>
                  </a:lnTo>
                  <a:lnTo>
                    <a:pt x="7371567" y="3382181"/>
                  </a:lnTo>
                  <a:lnTo>
                    <a:pt x="7267506" y="3380648"/>
                  </a:lnTo>
                  <a:lnTo>
                    <a:pt x="7163132" y="3379318"/>
                  </a:lnTo>
                  <a:lnTo>
                    <a:pt x="7062350" y="3378197"/>
                  </a:lnTo>
                  <a:lnTo>
                    <a:pt x="6969567" y="3377288"/>
                  </a:lnTo>
                  <a:lnTo>
                    <a:pt x="6889068" y="3376588"/>
                  </a:lnTo>
                  <a:lnTo>
                    <a:pt x="6824252" y="3376084"/>
                  </a:lnTo>
                  <a:lnTo>
                    <a:pt x="6776917" y="3375753"/>
                  </a:lnTo>
                  <a:lnTo>
                    <a:pt x="6746799" y="3375562"/>
                  </a:lnTo>
                  <a:lnTo>
                    <a:pt x="6731493" y="3375475"/>
                  </a:lnTo>
                  <a:lnTo>
                    <a:pt x="6726655" y="3375449"/>
                  </a:lnTo>
                  <a:lnTo>
                    <a:pt x="6726343" y="3375448"/>
                  </a:lnTo>
                  <a:lnTo>
                    <a:pt x="5254955" y="3375448"/>
                  </a:lnTo>
                  <a:lnTo>
                    <a:pt x="5253842" y="3375372"/>
                  </a:lnTo>
                  <a:lnTo>
                    <a:pt x="5246524" y="3374831"/>
                  </a:lnTo>
                  <a:lnTo>
                    <a:pt x="5228064" y="3373335"/>
                  </a:lnTo>
                  <a:lnTo>
                    <a:pt x="5195028" y="3370390"/>
                  </a:lnTo>
                  <a:lnTo>
                    <a:pt x="5145721" y="3365536"/>
                  </a:lnTo>
                  <a:lnTo>
                    <a:pt x="5080323" y="3358396"/>
                  </a:lnTo>
                  <a:lnTo>
                    <a:pt x="5000744" y="3348707"/>
                  </a:lnTo>
                  <a:lnTo>
                    <a:pt x="4910197" y="3336335"/>
                  </a:lnTo>
                  <a:lnTo>
                    <a:pt x="4812579" y="3321252"/>
                  </a:lnTo>
                  <a:lnTo>
                    <a:pt x="4711834" y="3303496"/>
                  </a:lnTo>
                  <a:lnTo>
                    <a:pt x="4611446" y="3283128"/>
                  </a:lnTo>
                  <a:lnTo>
                    <a:pt x="4514150" y="3260180"/>
                  </a:lnTo>
                  <a:lnTo>
                    <a:pt x="4421837" y="3234625"/>
                  </a:lnTo>
                  <a:lnTo>
                    <a:pt x="4335610" y="3206352"/>
                  </a:lnTo>
                  <a:lnTo>
                    <a:pt x="4255923" y="3175161"/>
                  </a:lnTo>
                  <a:lnTo>
                    <a:pt x="4182740" y="3140754"/>
                  </a:lnTo>
                  <a:lnTo>
                    <a:pt x="4115686" y="3102745"/>
                  </a:lnTo>
                  <a:lnTo>
                    <a:pt x="4054171" y="3060668"/>
                  </a:lnTo>
                  <a:lnTo>
                    <a:pt x="3997484" y="3014003"/>
                  </a:lnTo>
                  <a:lnTo>
                    <a:pt x="3944864" y="2962205"/>
                  </a:lnTo>
                  <a:lnTo>
                    <a:pt x="3895552" y="2904775"/>
                  </a:lnTo>
                  <a:lnTo>
                    <a:pt x="3848835" y="2841356"/>
                  </a:lnTo>
                  <a:lnTo>
                    <a:pt x="3829811" y="2812873"/>
                  </a:lnTo>
                  <a:lnTo>
                    <a:pt x="3794736" y="2756250"/>
                  </a:lnTo>
                  <a:lnTo>
                    <a:pt x="3760501" y="2695750"/>
                  </a:lnTo>
                  <a:lnTo>
                    <a:pt x="3726891" y="2631293"/>
                  </a:lnTo>
                  <a:lnTo>
                    <a:pt x="3693733" y="2562854"/>
                  </a:lnTo>
                  <a:lnTo>
                    <a:pt x="3660884" y="2490468"/>
                  </a:lnTo>
                  <a:lnTo>
                    <a:pt x="3628232" y="2414235"/>
                  </a:lnTo>
                  <a:lnTo>
                    <a:pt x="3595688" y="2334324"/>
                  </a:lnTo>
                  <a:lnTo>
                    <a:pt x="3563187" y="2250977"/>
                  </a:lnTo>
                  <a:lnTo>
                    <a:pt x="3530684" y="2164505"/>
                  </a:lnTo>
                  <a:lnTo>
                    <a:pt x="3498149" y="2075290"/>
                  </a:lnTo>
                  <a:lnTo>
                    <a:pt x="3465571" y="1983777"/>
                  </a:lnTo>
                  <a:lnTo>
                    <a:pt x="3432947" y="1890465"/>
                  </a:lnTo>
                  <a:lnTo>
                    <a:pt x="3400286" y="1795901"/>
                  </a:lnTo>
                  <a:lnTo>
                    <a:pt x="3367604" y="1700660"/>
                  </a:lnTo>
                  <a:lnTo>
                    <a:pt x="3334920" y="1605339"/>
                  </a:lnTo>
                  <a:lnTo>
                    <a:pt x="3302252" y="1510533"/>
                  </a:lnTo>
                  <a:lnTo>
                    <a:pt x="3269617" y="1416826"/>
                  </a:lnTo>
                  <a:lnTo>
                    <a:pt x="3237025" y="1324773"/>
                  </a:lnTo>
                  <a:lnTo>
                    <a:pt x="3204480" y="1234889"/>
                  </a:lnTo>
                  <a:lnTo>
                    <a:pt x="3171970" y="1147632"/>
                  </a:lnTo>
                  <a:lnTo>
                    <a:pt x="3139472" y="1063404"/>
                  </a:lnTo>
                  <a:lnTo>
                    <a:pt x="3106946" y="982534"/>
                  </a:lnTo>
                  <a:lnTo>
                    <a:pt x="3074330" y="905284"/>
                  </a:lnTo>
                  <a:lnTo>
                    <a:pt x="3041545" y="831841"/>
                  </a:lnTo>
                  <a:lnTo>
                    <a:pt x="3008484" y="762326"/>
                  </a:lnTo>
                  <a:lnTo>
                    <a:pt x="2975012" y="696788"/>
                  </a:lnTo>
                  <a:lnTo>
                    <a:pt x="2940966" y="635221"/>
                  </a:lnTo>
                  <a:lnTo>
                    <a:pt x="2906142" y="577557"/>
                  </a:lnTo>
                  <a:lnTo>
                    <a:pt x="2896531" y="562574"/>
                  </a:lnTo>
                  <a:lnTo>
                    <a:pt x="2850712" y="496598"/>
                  </a:lnTo>
                  <a:lnTo>
                    <a:pt x="2802573" y="436679"/>
                  </a:lnTo>
                  <a:lnTo>
                    <a:pt x="2751435" y="382569"/>
                  </a:lnTo>
                  <a:lnTo>
                    <a:pt x="2696553" y="333811"/>
                  </a:lnTo>
                  <a:lnTo>
                    <a:pt x="2637158" y="289871"/>
                  </a:lnTo>
                  <a:lnTo>
                    <a:pt x="2572514" y="250212"/>
                  </a:lnTo>
                  <a:lnTo>
                    <a:pt x="2501968" y="214342"/>
                  </a:lnTo>
                  <a:lnTo>
                    <a:pt x="2425044" y="181840"/>
                  </a:lnTo>
                  <a:lnTo>
                    <a:pt x="2341543" y="152370"/>
                  </a:lnTo>
                  <a:lnTo>
                    <a:pt x="2251696" y="125691"/>
                  </a:lnTo>
                  <a:lnTo>
                    <a:pt x="2156313" y="101654"/>
                  </a:lnTo>
                  <a:lnTo>
                    <a:pt x="2056940" y="80200"/>
                  </a:lnTo>
                  <a:lnTo>
                    <a:pt x="1955960" y="61340"/>
                  </a:lnTo>
                  <a:lnTo>
                    <a:pt x="1856564" y="45126"/>
                  </a:lnTo>
                  <a:lnTo>
                    <a:pt x="1762553" y="31612"/>
                  </a:lnTo>
                  <a:lnTo>
                    <a:pt x="1677916" y="20804"/>
                  </a:lnTo>
                  <a:lnTo>
                    <a:pt x="1606234" y="12617"/>
                  </a:lnTo>
                  <a:lnTo>
                    <a:pt x="1550033" y="6841"/>
                  </a:lnTo>
                  <a:lnTo>
                    <a:pt x="1510253" y="3146"/>
                  </a:lnTo>
                  <a:lnTo>
                    <a:pt x="1485987" y="1100"/>
                  </a:lnTo>
                  <a:lnTo>
                    <a:pt x="1474504" y="219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603" name="pl603"/>
            <p:cNvSpPr/>
            <p:nvPr/>
          </p:nvSpPr>
          <p:spPr>
            <a:xfrm>
              <a:off x="4799595" y="6083125"/>
              <a:ext cx="11981298" cy="3620638"/>
            </a:xfrm>
            <a:custGeom>
              <a:avLst/>
              <a:pathLst>
                <a:path w="11981298" h="3620638">
                  <a:moveTo>
                    <a:pt x="0" y="0"/>
                  </a:moveTo>
                  <a:lnTo>
                    <a:pt x="1471387" y="0"/>
                  </a:lnTo>
                  <a:lnTo>
                    <a:pt x="1472500" y="75"/>
                  </a:lnTo>
                  <a:lnTo>
                    <a:pt x="1479818" y="617"/>
                  </a:lnTo>
                  <a:lnTo>
                    <a:pt x="1498278" y="2112"/>
                  </a:lnTo>
                  <a:lnTo>
                    <a:pt x="1531314" y="5057"/>
                  </a:lnTo>
                  <a:lnTo>
                    <a:pt x="1580621" y="9911"/>
                  </a:lnTo>
                  <a:lnTo>
                    <a:pt x="1646019" y="17051"/>
                  </a:lnTo>
                  <a:lnTo>
                    <a:pt x="1725598" y="26740"/>
                  </a:lnTo>
                  <a:lnTo>
                    <a:pt x="1816145" y="39112"/>
                  </a:lnTo>
                  <a:lnTo>
                    <a:pt x="1913763" y="54196"/>
                  </a:lnTo>
                  <a:lnTo>
                    <a:pt x="2014508" y="71951"/>
                  </a:lnTo>
                  <a:lnTo>
                    <a:pt x="2114896" y="92319"/>
                  </a:lnTo>
                  <a:lnTo>
                    <a:pt x="2212192" y="115267"/>
                  </a:lnTo>
                  <a:lnTo>
                    <a:pt x="2304505" y="140822"/>
                  </a:lnTo>
                  <a:lnTo>
                    <a:pt x="2390732" y="169095"/>
                  </a:lnTo>
                  <a:lnTo>
                    <a:pt x="2470419" y="200286"/>
                  </a:lnTo>
                  <a:lnTo>
                    <a:pt x="2543602" y="234693"/>
                  </a:lnTo>
                  <a:lnTo>
                    <a:pt x="2610656" y="272703"/>
                  </a:lnTo>
                  <a:lnTo>
                    <a:pt x="2672171" y="314779"/>
                  </a:lnTo>
                  <a:lnTo>
                    <a:pt x="2728858" y="361445"/>
                  </a:lnTo>
                  <a:lnTo>
                    <a:pt x="2781478" y="413242"/>
                  </a:lnTo>
                  <a:lnTo>
                    <a:pt x="2830790" y="470672"/>
                  </a:lnTo>
                  <a:lnTo>
                    <a:pt x="2877507" y="534091"/>
                  </a:lnTo>
                  <a:lnTo>
                    <a:pt x="2896531" y="562574"/>
                  </a:lnTo>
                  <a:lnTo>
                    <a:pt x="2931606" y="619197"/>
                  </a:lnTo>
                  <a:lnTo>
                    <a:pt x="2965842" y="679697"/>
                  </a:lnTo>
                  <a:lnTo>
                    <a:pt x="2999451" y="744154"/>
                  </a:lnTo>
                  <a:lnTo>
                    <a:pt x="3032609" y="812593"/>
                  </a:lnTo>
                  <a:lnTo>
                    <a:pt x="3065458" y="884980"/>
                  </a:lnTo>
                  <a:lnTo>
                    <a:pt x="3098110" y="961213"/>
                  </a:lnTo>
                  <a:lnTo>
                    <a:pt x="3130654" y="1041123"/>
                  </a:lnTo>
                  <a:lnTo>
                    <a:pt x="3163155" y="1124470"/>
                  </a:lnTo>
                  <a:lnTo>
                    <a:pt x="3195658" y="1210942"/>
                  </a:lnTo>
                  <a:lnTo>
                    <a:pt x="3228193" y="1300157"/>
                  </a:lnTo>
                  <a:lnTo>
                    <a:pt x="3260772" y="1391670"/>
                  </a:lnTo>
                  <a:lnTo>
                    <a:pt x="3293395" y="1484982"/>
                  </a:lnTo>
                  <a:lnTo>
                    <a:pt x="3326056" y="1579547"/>
                  </a:lnTo>
                  <a:lnTo>
                    <a:pt x="3358738" y="1674787"/>
                  </a:lnTo>
                  <a:lnTo>
                    <a:pt x="3391422" y="1770108"/>
                  </a:lnTo>
                  <a:lnTo>
                    <a:pt x="3424091" y="1864914"/>
                  </a:lnTo>
                  <a:lnTo>
                    <a:pt x="3456726" y="1958621"/>
                  </a:lnTo>
                  <a:lnTo>
                    <a:pt x="3489317" y="2050674"/>
                  </a:lnTo>
                  <a:lnTo>
                    <a:pt x="3521862" y="2140559"/>
                  </a:lnTo>
                  <a:lnTo>
                    <a:pt x="3554372" y="2227815"/>
                  </a:lnTo>
                  <a:lnTo>
                    <a:pt x="3586870" y="2312044"/>
                  </a:lnTo>
                  <a:lnTo>
                    <a:pt x="3619396" y="2392913"/>
                  </a:lnTo>
                  <a:lnTo>
                    <a:pt x="3652012" y="2470164"/>
                  </a:lnTo>
                  <a:lnTo>
                    <a:pt x="3684797" y="2543606"/>
                  </a:lnTo>
                  <a:lnTo>
                    <a:pt x="3717859" y="2613122"/>
                  </a:lnTo>
                  <a:lnTo>
                    <a:pt x="3751330" y="2678659"/>
                  </a:lnTo>
                  <a:lnTo>
                    <a:pt x="3785376" y="2740227"/>
                  </a:lnTo>
                  <a:lnTo>
                    <a:pt x="3820200" y="2797891"/>
                  </a:lnTo>
                  <a:lnTo>
                    <a:pt x="3829811" y="2812873"/>
                  </a:lnTo>
                  <a:lnTo>
                    <a:pt x="3875630" y="2878850"/>
                  </a:lnTo>
                  <a:lnTo>
                    <a:pt x="3923769" y="2938768"/>
                  </a:lnTo>
                  <a:lnTo>
                    <a:pt x="3974907" y="2992878"/>
                  </a:lnTo>
                  <a:lnTo>
                    <a:pt x="4029790" y="3041636"/>
                  </a:lnTo>
                  <a:lnTo>
                    <a:pt x="4089184" y="3085577"/>
                  </a:lnTo>
                  <a:lnTo>
                    <a:pt x="4153828" y="3125235"/>
                  </a:lnTo>
                  <a:lnTo>
                    <a:pt x="4224374" y="3161105"/>
                  </a:lnTo>
                  <a:lnTo>
                    <a:pt x="4301299" y="3193607"/>
                  </a:lnTo>
                  <a:lnTo>
                    <a:pt x="4384799" y="3223077"/>
                  </a:lnTo>
                  <a:lnTo>
                    <a:pt x="4474646" y="3249757"/>
                  </a:lnTo>
                  <a:lnTo>
                    <a:pt x="4570029" y="3273793"/>
                  </a:lnTo>
                  <a:lnTo>
                    <a:pt x="4669402" y="3295247"/>
                  </a:lnTo>
                  <a:lnTo>
                    <a:pt x="4770382" y="3314108"/>
                  </a:lnTo>
                  <a:lnTo>
                    <a:pt x="4869778" y="3330322"/>
                  </a:lnTo>
                  <a:lnTo>
                    <a:pt x="4963789" y="3343836"/>
                  </a:lnTo>
                  <a:lnTo>
                    <a:pt x="5048427" y="3354643"/>
                  </a:lnTo>
                  <a:lnTo>
                    <a:pt x="5120108" y="3362830"/>
                  </a:lnTo>
                  <a:lnTo>
                    <a:pt x="5176310" y="3368606"/>
                  </a:lnTo>
                  <a:lnTo>
                    <a:pt x="5216089" y="3372301"/>
                  </a:lnTo>
                  <a:lnTo>
                    <a:pt x="5240355" y="3374347"/>
                  </a:lnTo>
                  <a:lnTo>
                    <a:pt x="5251838" y="3375229"/>
                  </a:lnTo>
                  <a:lnTo>
                    <a:pt x="5254870" y="3375442"/>
                  </a:lnTo>
                  <a:lnTo>
                    <a:pt x="5254955" y="3375448"/>
                  </a:lnTo>
                  <a:lnTo>
                    <a:pt x="6726343" y="3375448"/>
                  </a:lnTo>
                  <a:lnTo>
                    <a:pt x="6727580" y="3375454"/>
                  </a:lnTo>
                  <a:lnTo>
                    <a:pt x="6735697" y="3375498"/>
                  </a:lnTo>
                  <a:lnTo>
                    <a:pt x="6756106" y="3375619"/>
                  </a:lnTo>
                  <a:lnTo>
                    <a:pt x="6792465" y="3375857"/>
                  </a:lnTo>
                  <a:lnTo>
                    <a:pt x="6846393" y="3376250"/>
                  </a:lnTo>
                  <a:lnTo>
                    <a:pt x="6917356" y="3376825"/>
                  </a:lnTo>
                  <a:lnTo>
                    <a:pt x="7002889" y="3377602"/>
                  </a:lnTo>
                  <a:lnTo>
                    <a:pt x="7099173" y="3378590"/>
                  </a:lnTo>
                  <a:lnTo>
                    <a:pt x="7201791" y="3379789"/>
                  </a:lnTo>
                  <a:lnTo>
                    <a:pt x="7306464" y="3381195"/>
                  </a:lnTo>
                  <a:lnTo>
                    <a:pt x="7409578" y="3382803"/>
                  </a:lnTo>
                  <a:lnTo>
                    <a:pt x="7508447" y="3384614"/>
                  </a:lnTo>
                  <a:lnTo>
                    <a:pt x="7601349" y="3386630"/>
                  </a:lnTo>
                  <a:lnTo>
                    <a:pt x="7687404" y="3388866"/>
                  </a:lnTo>
                  <a:lnTo>
                    <a:pt x="7766399" y="3391340"/>
                  </a:lnTo>
                  <a:lnTo>
                    <a:pt x="7838591" y="3394081"/>
                  </a:lnTo>
                  <a:lnTo>
                    <a:pt x="7904550" y="3397124"/>
                  </a:lnTo>
                  <a:lnTo>
                    <a:pt x="7965023" y="3400510"/>
                  </a:lnTo>
                  <a:lnTo>
                    <a:pt x="8020844" y="3404282"/>
                  </a:lnTo>
                  <a:lnTo>
                    <a:pt x="8072865" y="3408482"/>
                  </a:lnTo>
                  <a:lnTo>
                    <a:pt x="8121901" y="3413144"/>
                  </a:lnTo>
                  <a:lnTo>
                    <a:pt x="8151487" y="3416313"/>
                  </a:lnTo>
                  <a:lnTo>
                    <a:pt x="8207308" y="3423044"/>
                  </a:lnTo>
                  <a:lnTo>
                    <a:pt x="8261302" y="3430508"/>
                  </a:lnTo>
                  <a:lnTo>
                    <a:pt x="8314206" y="3438714"/>
                  </a:lnTo>
                  <a:lnTo>
                    <a:pt x="8366547" y="3447641"/>
                  </a:lnTo>
                  <a:lnTo>
                    <a:pt x="8418678" y="3457236"/>
                  </a:lnTo>
                  <a:lnTo>
                    <a:pt x="8470811" y="3467412"/>
                  </a:lnTo>
                  <a:lnTo>
                    <a:pt x="8523045" y="3478049"/>
                  </a:lnTo>
                  <a:lnTo>
                    <a:pt x="8575389" y="3488998"/>
                  </a:lnTo>
                  <a:lnTo>
                    <a:pt x="8627794" y="3500092"/>
                  </a:lnTo>
                  <a:lnTo>
                    <a:pt x="8680185" y="3511153"/>
                  </a:lnTo>
                  <a:lnTo>
                    <a:pt x="8732492" y="3522005"/>
                  </a:lnTo>
                  <a:lnTo>
                    <a:pt x="8784684" y="3532488"/>
                  </a:lnTo>
                  <a:lnTo>
                    <a:pt x="8836799" y="3542462"/>
                  </a:lnTo>
                  <a:lnTo>
                    <a:pt x="8888976" y="3551819"/>
                  </a:lnTo>
                  <a:lnTo>
                    <a:pt x="8941475" y="3560485"/>
                  </a:lnTo>
                  <a:lnTo>
                    <a:pt x="8994710" y="3568418"/>
                  </a:lnTo>
                  <a:lnTo>
                    <a:pt x="9049279" y="3575609"/>
                  </a:lnTo>
                  <a:lnTo>
                    <a:pt x="9084767" y="3579773"/>
                  </a:lnTo>
                  <a:lnTo>
                    <a:pt x="9132306" y="3584733"/>
                  </a:lnTo>
                  <a:lnTo>
                    <a:pt x="9182363" y="3589220"/>
                  </a:lnTo>
                  <a:lnTo>
                    <a:pt x="9235700" y="3593256"/>
                  </a:lnTo>
                  <a:lnTo>
                    <a:pt x="9293153" y="3596879"/>
                  </a:lnTo>
                  <a:lnTo>
                    <a:pt x="9355573" y="3600132"/>
                  </a:lnTo>
                  <a:lnTo>
                    <a:pt x="9423773" y="3603058"/>
                  </a:lnTo>
                  <a:lnTo>
                    <a:pt x="9498445" y="3605696"/>
                  </a:lnTo>
                  <a:lnTo>
                    <a:pt x="9580059" y="3608079"/>
                  </a:lnTo>
                  <a:lnTo>
                    <a:pt x="9668719" y="3610231"/>
                  </a:lnTo>
                  <a:lnTo>
                    <a:pt x="9763986" y="3612170"/>
                  </a:lnTo>
                  <a:lnTo>
                    <a:pt x="9864686" y="3613905"/>
                  </a:lnTo>
                  <a:lnTo>
                    <a:pt x="9968747" y="3615438"/>
                  </a:lnTo>
                  <a:lnTo>
                    <a:pt x="10073121" y="3616768"/>
                  </a:lnTo>
                  <a:lnTo>
                    <a:pt x="10173903" y="3617888"/>
                  </a:lnTo>
                  <a:lnTo>
                    <a:pt x="10266686" y="3618797"/>
                  </a:lnTo>
                  <a:lnTo>
                    <a:pt x="10347185" y="3619498"/>
                  </a:lnTo>
                  <a:lnTo>
                    <a:pt x="10412001" y="3620002"/>
                  </a:lnTo>
                  <a:lnTo>
                    <a:pt x="10459337" y="3620333"/>
                  </a:lnTo>
                  <a:lnTo>
                    <a:pt x="10489454" y="3620523"/>
                  </a:lnTo>
                  <a:lnTo>
                    <a:pt x="10504760" y="3620611"/>
                  </a:lnTo>
                  <a:lnTo>
                    <a:pt x="10509598" y="3620636"/>
                  </a:lnTo>
                  <a:lnTo>
                    <a:pt x="10509911" y="3620638"/>
                  </a:lnTo>
                  <a:lnTo>
                    <a:pt x="11981298" y="362063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04" name="pl604"/>
            <p:cNvSpPr/>
            <p:nvPr/>
          </p:nvSpPr>
          <p:spPr>
            <a:xfrm>
              <a:off x="4799595" y="6066779"/>
              <a:ext cx="11981298" cy="3620638"/>
            </a:xfrm>
            <a:custGeom>
              <a:avLst/>
              <a:pathLst>
                <a:path w="11981298" h="3620638">
                  <a:moveTo>
                    <a:pt x="11981298" y="3620638"/>
                  </a:moveTo>
                  <a:lnTo>
                    <a:pt x="10509911" y="3620638"/>
                  </a:lnTo>
                  <a:lnTo>
                    <a:pt x="10508674" y="3620632"/>
                  </a:lnTo>
                  <a:lnTo>
                    <a:pt x="10500556" y="3620588"/>
                  </a:lnTo>
                  <a:lnTo>
                    <a:pt x="10480147" y="3620467"/>
                  </a:lnTo>
                  <a:lnTo>
                    <a:pt x="10443789" y="3620228"/>
                  </a:lnTo>
                  <a:lnTo>
                    <a:pt x="10389861" y="3619836"/>
                  </a:lnTo>
                  <a:lnTo>
                    <a:pt x="10318898" y="3619261"/>
                  </a:lnTo>
                  <a:lnTo>
                    <a:pt x="10233364" y="3618484"/>
                  </a:lnTo>
                  <a:lnTo>
                    <a:pt x="10137080" y="3617496"/>
                  </a:lnTo>
                  <a:lnTo>
                    <a:pt x="10034462" y="3616297"/>
                  </a:lnTo>
                  <a:lnTo>
                    <a:pt x="9929789" y="3614891"/>
                  </a:lnTo>
                  <a:lnTo>
                    <a:pt x="9826675" y="3613282"/>
                  </a:lnTo>
                  <a:lnTo>
                    <a:pt x="9727806" y="3611472"/>
                  </a:lnTo>
                  <a:lnTo>
                    <a:pt x="9634905" y="3609455"/>
                  </a:lnTo>
                  <a:lnTo>
                    <a:pt x="9548849" y="3607220"/>
                  </a:lnTo>
                  <a:lnTo>
                    <a:pt x="9469855" y="3604745"/>
                  </a:lnTo>
                  <a:lnTo>
                    <a:pt x="9397662" y="3602004"/>
                  </a:lnTo>
                  <a:lnTo>
                    <a:pt x="9331703" y="3598961"/>
                  </a:lnTo>
                  <a:lnTo>
                    <a:pt x="9271230" y="3595576"/>
                  </a:lnTo>
                  <a:lnTo>
                    <a:pt x="9215409" y="3591804"/>
                  </a:lnTo>
                  <a:lnTo>
                    <a:pt x="9163388" y="3587604"/>
                  </a:lnTo>
                  <a:lnTo>
                    <a:pt x="9114352" y="3582942"/>
                  </a:lnTo>
                  <a:lnTo>
                    <a:pt x="9084767" y="3579773"/>
                  </a:lnTo>
                  <a:lnTo>
                    <a:pt x="9028945" y="3573042"/>
                  </a:lnTo>
                  <a:lnTo>
                    <a:pt x="8974952" y="3565578"/>
                  </a:lnTo>
                  <a:lnTo>
                    <a:pt x="8922047" y="3557372"/>
                  </a:lnTo>
                  <a:lnTo>
                    <a:pt x="8869707" y="3548445"/>
                  </a:lnTo>
                  <a:lnTo>
                    <a:pt x="8817576" y="3538849"/>
                  </a:lnTo>
                  <a:lnTo>
                    <a:pt x="8765442" y="3528673"/>
                  </a:lnTo>
                  <a:lnTo>
                    <a:pt x="8713208" y="3518037"/>
                  </a:lnTo>
                  <a:lnTo>
                    <a:pt x="8660864" y="3507087"/>
                  </a:lnTo>
                  <a:lnTo>
                    <a:pt x="8608459" y="3495994"/>
                  </a:lnTo>
                  <a:lnTo>
                    <a:pt x="8556068" y="3484933"/>
                  </a:lnTo>
                  <a:lnTo>
                    <a:pt x="8503761" y="3474080"/>
                  </a:lnTo>
                  <a:lnTo>
                    <a:pt x="8451570" y="3463597"/>
                  </a:lnTo>
                  <a:lnTo>
                    <a:pt x="8399454" y="3453623"/>
                  </a:lnTo>
                  <a:lnTo>
                    <a:pt x="8347277" y="3444266"/>
                  </a:lnTo>
                  <a:lnTo>
                    <a:pt x="8294778" y="3435601"/>
                  </a:lnTo>
                  <a:lnTo>
                    <a:pt x="8241544" y="3427668"/>
                  </a:lnTo>
                  <a:lnTo>
                    <a:pt x="8186975" y="3420477"/>
                  </a:lnTo>
                  <a:lnTo>
                    <a:pt x="8151487" y="3416313"/>
                  </a:lnTo>
                  <a:lnTo>
                    <a:pt x="8103948" y="3411353"/>
                  </a:lnTo>
                  <a:lnTo>
                    <a:pt x="8053891" y="3406866"/>
                  </a:lnTo>
                  <a:lnTo>
                    <a:pt x="8000553" y="3402830"/>
                  </a:lnTo>
                  <a:lnTo>
                    <a:pt x="7943100" y="3399207"/>
                  </a:lnTo>
                  <a:lnTo>
                    <a:pt x="7880680" y="3395954"/>
                  </a:lnTo>
                  <a:lnTo>
                    <a:pt x="7812481" y="3393028"/>
                  </a:lnTo>
                  <a:lnTo>
                    <a:pt x="7737809" y="3390389"/>
                  </a:lnTo>
                  <a:lnTo>
                    <a:pt x="7656194" y="3388007"/>
                  </a:lnTo>
                  <a:lnTo>
                    <a:pt x="7567535" y="3385855"/>
                  </a:lnTo>
                  <a:lnTo>
                    <a:pt x="7472268" y="3383916"/>
                  </a:lnTo>
                  <a:lnTo>
                    <a:pt x="7371567" y="3382181"/>
                  </a:lnTo>
                  <a:lnTo>
                    <a:pt x="7267506" y="3380648"/>
                  </a:lnTo>
                  <a:lnTo>
                    <a:pt x="7163132" y="3379318"/>
                  </a:lnTo>
                  <a:lnTo>
                    <a:pt x="7062350" y="3378197"/>
                  </a:lnTo>
                  <a:lnTo>
                    <a:pt x="6969567" y="3377288"/>
                  </a:lnTo>
                  <a:lnTo>
                    <a:pt x="6889068" y="3376588"/>
                  </a:lnTo>
                  <a:lnTo>
                    <a:pt x="6824252" y="3376084"/>
                  </a:lnTo>
                  <a:lnTo>
                    <a:pt x="6776917" y="3375753"/>
                  </a:lnTo>
                  <a:lnTo>
                    <a:pt x="6746799" y="3375562"/>
                  </a:lnTo>
                  <a:lnTo>
                    <a:pt x="6731493" y="3375475"/>
                  </a:lnTo>
                  <a:lnTo>
                    <a:pt x="6726655" y="3375449"/>
                  </a:lnTo>
                  <a:lnTo>
                    <a:pt x="6726343" y="3375448"/>
                  </a:lnTo>
                  <a:lnTo>
                    <a:pt x="5254955" y="3375448"/>
                  </a:lnTo>
                  <a:lnTo>
                    <a:pt x="5253842" y="3375372"/>
                  </a:lnTo>
                  <a:lnTo>
                    <a:pt x="5246524" y="3374831"/>
                  </a:lnTo>
                  <a:lnTo>
                    <a:pt x="5228064" y="3373335"/>
                  </a:lnTo>
                  <a:lnTo>
                    <a:pt x="5195028" y="3370390"/>
                  </a:lnTo>
                  <a:lnTo>
                    <a:pt x="5145721" y="3365536"/>
                  </a:lnTo>
                  <a:lnTo>
                    <a:pt x="5080323" y="3358396"/>
                  </a:lnTo>
                  <a:lnTo>
                    <a:pt x="5000744" y="3348707"/>
                  </a:lnTo>
                  <a:lnTo>
                    <a:pt x="4910197" y="3336335"/>
                  </a:lnTo>
                  <a:lnTo>
                    <a:pt x="4812579" y="3321252"/>
                  </a:lnTo>
                  <a:lnTo>
                    <a:pt x="4711834" y="3303496"/>
                  </a:lnTo>
                  <a:lnTo>
                    <a:pt x="4611446" y="3283128"/>
                  </a:lnTo>
                  <a:lnTo>
                    <a:pt x="4514150" y="3260180"/>
                  </a:lnTo>
                  <a:lnTo>
                    <a:pt x="4421837" y="3234625"/>
                  </a:lnTo>
                  <a:lnTo>
                    <a:pt x="4335610" y="3206352"/>
                  </a:lnTo>
                  <a:lnTo>
                    <a:pt x="4255923" y="3175161"/>
                  </a:lnTo>
                  <a:lnTo>
                    <a:pt x="4182740" y="3140754"/>
                  </a:lnTo>
                  <a:lnTo>
                    <a:pt x="4115686" y="3102745"/>
                  </a:lnTo>
                  <a:lnTo>
                    <a:pt x="4054171" y="3060668"/>
                  </a:lnTo>
                  <a:lnTo>
                    <a:pt x="3997484" y="3014003"/>
                  </a:lnTo>
                  <a:lnTo>
                    <a:pt x="3944864" y="2962205"/>
                  </a:lnTo>
                  <a:lnTo>
                    <a:pt x="3895552" y="2904775"/>
                  </a:lnTo>
                  <a:lnTo>
                    <a:pt x="3848835" y="2841356"/>
                  </a:lnTo>
                  <a:lnTo>
                    <a:pt x="3829811" y="2812873"/>
                  </a:lnTo>
                  <a:lnTo>
                    <a:pt x="3794736" y="2756250"/>
                  </a:lnTo>
                  <a:lnTo>
                    <a:pt x="3760501" y="2695750"/>
                  </a:lnTo>
                  <a:lnTo>
                    <a:pt x="3726891" y="2631293"/>
                  </a:lnTo>
                  <a:lnTo>
                    <a:pt x="3693733" y="2562854"/>
                  </a:lnTo>
                  <a:lnTo>
                    <a:pt x="3660884" y="2490468"/>
                  </a:lnTo>
                  <a:lnTo>
                    <a:pt x="3628232" y="2414235"/>
                  </a:lnTo>
                  <a:lnTo>
                    <a:pt x="3595688" y="2334324"/>
                  </a:lnTo>
                  <a:lnTo>
                    <a:pt x="3563187" y="2250977"/>
                  </a:lnTo>
                  <a:lnTo>
                    <a:pt x="3530684" y="2164505"/>
                  </a:lnTo>
                  <a:lnTo>
                    <a:pt x="3498149" y="2075290"/>
                  </a:lnTo>
                  <a:lnTo>
                    <a:pt x="3465571" y="1983777"/>
                  </a:lnTo>
                  <a:lnTo>
                    <a:pt x="3432947" y="1890465"/>
                  </a:lnTo>
                  <a:lnTo>
                    <a:pt x="3400286" y="1795901"/>
                  </a:lnTo>
                  <a:lnTo>
                    <a:pt x="3367604" y="1700660"/>
                  </a:lnTo>
                  <a:lnTo>
                    <a:pt x="3334920" y="1605339"/>
                  </a:lnTo>
                  <a:lnTo>
                    <a:pt x="3302252" y="1510533"/>
                  </a:lnTo>
                  <a:lnTo>
                    <a:pt x="3269617" y="1416826"/>
                  </a:lnTo>
                  <a:lnTo>
                    <a:pt x="3237025" y="1324773"/>
                  </a:lnTo>
                  <a:lnTo>
                    <a:pt x="3204480" y="1234889"/>
                  </a:lnTo>
                  <a:lnTo>
                    <a:pt x="3171970" y="1147632"/>
                  </a:lnTo>
                  <a:lnTo>
                    <a:pt x="3139472" y="1063404"/>
                  </a:lnTo>
                  <a:lnTo>
                    <a:pt x="3106946" y="982534"/>
                  </a:lnTo>
                  <a:lnTo>
                    <a:pt x="3074330" y="905284"/>
                  </a:lnTo>
                  <a:lnTo>
                    <a:pt x="3041545" y="831841"/>
                  </a:lnTo>
                  <a:lnTo>
                    <a:pt x="3008484" y="762326"/>
                  </a:lnTo>
                  <a:lnTo>
                    <a:pt x="2975012" y="696788"/>
                  </a:lnTo>
                  <a:lnTo>
                    <a:pt x="2940966" y="635221"/>
                  </a:lnTo>
                  <a:lnTo>
                    <a:pt x="2906142" y="577557"/>
                  </a:lnTo>
                  <a:lnTo>
                    <a:pt x="2896531" y="562574"/>
                  </a:lnTo>
                  <a:lnTo>
                    <a:pt x="2850712" y="496598"/>
                  </a:lnTo>
                  <a:lnTo>
                    <a:pt x="2802573" y="436679"/>
                  </a:lnTo>
                  <a:lnTo>
                    <a:pt x="2751435" y="382569"/>
                  </a:lnTo>
                  <a:lnTo>
                    <a:pt x="2696553" y="333811"/>
                  </a:lnTo>
                  <a:lnTo>
                    <a:pt x="2637158" y="289871"/>
                  </a:lnTo>
                  <a:lnTo>
                    <a:pt x="2572514" y="250212"/>
                  </a:lnTo>
                  <a:lnTo>
                    <a:pt x="2501968" y="214342"/>
                  </a:lnTo>
                  <a:lnTo>
                    <a:pt x="2425044" y="181840"/>
                  </a:lnTo>
                  <a:lnTo>
                    <a:pt x="2341543" y="152370"/>
                  </a:lnTo>
                  <a:lnTo>
                    <a:pt x="2251696" y="125691"/>
                  </a:lnTo>
                  <a:lnTo>
                    <a:pt x="2156313" y="101654"/>
                  </a:lnTo>
                  <a:lnTo>
                    <a:pt x="2056940" y="80200"/>
                  </a:lnTo>
                  <a:lnTo>
                    <a:pt x="1955960" y="61340"/>
                  </a:lnTo>
                  <a:lnTo>
                    <a:pt x="1856564" y="45126"/>
                  </a:lnTo>
                  <a:lnTo>
                    <a:pt x="1762553" y="31612"/>
                  </a:lnTo>
                  <a:lnTo>
                    <a:pt x="1677916" y="20804"/>
                  </a:lnTo>
                  <a:lnTo>
                    <a:pt x="1606234" y="12617"/>
                  </a:lnTo>
                  <a:lnTo>
                    <a:pt x="1550033" y="6841"/>
                  </a:lnTo>
                  <a:lnTo>
                    <a:pt x="1510253" y="3146"/>
                  </a:lnTo>
                  <a:lnTo>
                    <a:pt x="1485987" y="1100"/>
                  </a:lnTo>
                  <a:lnTo>
                    <a:pt x="1474504" y="219"/>
                  </a:lnTo>
                  <a:lnTo>
                    <a:pt x="1471472" y="5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05" name="pg605"/>
            <p:cNvSpPr/>
            <p:nvPr/>
          </p:nvSpPr>
          <p:spPr>
            <a:xfrm>
              <a:off x="4799595" y="6083125"/>
              <a:ext cx="11981298" cy="4388900"/>
            </a:xfrm>
            <a:custGeom>
              <a:avLst/>
              <a:pathLst>
                <a:path w="11981298" h="4388900">
                  <a:moveTo>
                    <a:pt x="0" y="16345"/>
                  </a:moveTo>
                  <a:lnTo>
                    <a:pt x="1471387" y="16345"/>
                  </a:lnTo>
                  <a:lnTo>
                    <a:pt x="1472498" y="16422"/>
                  </a:lnTo>
                  <a:lnTo>
                    <a:pt x="1479806" y="16966"/>
                  </a:lnTo>
                  <a:lnTo>
                    <a:pt x="1498240" y="18470"/>
                  </a:lnTo>
                  <a:lnTo>
                    <a:pt x="1531234" y="21432"/>
                  </a:lnTo>
                  <a:lnTo>
                    <a:pt x="1580480" y="26314"/>
                  </a:lnTo>
                  <a:lnTo>
                    <a:pt x="1645804" y="33496"/>
                  </a:lnTo>
                  <a:lnTo>
                    <a:pt x="1725304" y="43242"/>
                  </a:lnTo>
                  <a:lnTo>
                    <a:pt x="1815773" y="55688"/>
                  </a:lnTo>
                  <a:lnTo>
                    <a:pt x="1913322" y="70862"/>
                  </a:lnTo>
                  <a:lnTo>
                    <a:pt x="2014012" y="88725"/>
                  </a:lnTo>
                  <a:lnTo>
                    <a:pt x="2114360" y="109218"/>
                  </a:lnTo>
                  <a:lnTo>
                    <a:pt x="2211632" y="132306"/>
                  </a:lnTo>
                  <a:lnTo>
                    <a:pt x="2303935" y="158019"/>
                  </a:lnTo>
                  <a:lnTo>
                    <a:pt x="2390161" y="186464"/>
                  </a:lnTo>
                  <a:lnTo>
                    <a:pt x="2469856" y="217844"/>
                  </a:lnTo>
                  <a:lnTo>
                    <a:pt x="2543051" y="252458"/>
                  </a:lnTo>
                  <a:lnTo>
                    <a:pt x="2610120" y="290694"/>
                  </a:lnTo>
                  <a:lnTo>
                    <a:pt x="2671650" y="333018"/>
                  </a:lnTo>
                  <a:lnTo>
                    <a:pt x="2728350" y="379955"/>
                  </a:lnTo>
                  <a:lnTo>
                    <a:pt x="2780979" y="432051"/>
                  </a:lnTo>
                  <a:lnTo>
                    <a:pt x="2830296" y="489811"/>
                  </a:lnTo>
                  <a:lnTo>
                    <a:pt x="2877014" y="553594"/>
                  </a:lnTo>
                  <a:lnTo>
                    <a:pt x="2896531" y="583007"/>
                  </a:lnTo>
                  <a:lnTo>
                    <a:pt x="2931499" y="639859"/>
                  </a:lnTo>
                  <a:lnTo>
                    <a:pt x="2965632" y="700592"/>
                  </a:lnTo>
                  <a:lnTo>
                    <a:pt x="2999142" y="765286"/>
                  </a:lnTo>
                  <a:lnTo>
                    <a:pt x="3032202" y="833967"/>
                  </a:lnTo>
                  <a:lnTo>
                    <a:pt x="3064953" y="906599"/>
                  </a:lnTo>
                  <a:lnTo>
                    <a:pt x="3097507" y="983085"/>
                  </a:lnTo>
                  <a:lnTo>
                    <a:pt x="3129952" y="1063255"/>
                  </a:lnTo>
                  <a:lnTo>
                    <a:pt x="3162353" y="1146872"/>
                  </a:lnTo>
                  <a:lnTo>
                    <a:pt x="3194755" y="1233626"/>
                  </a:lnTo>
                  <a:lnTo>
                    <a:pt x="3227188" y="1323137"/>
                  </a:lnTo>
                  <a:lnTo>
                    <a:pt x="3259665" y="1414963"/>
                  </a:lnTo>
                  <a:lnTo>
                    <a:pt x="3292186" y="1508608"/>
                  </a:lnTo>
                  <a:lnTo>
                    <a:pt x="3324745" y="1603528"/>
                  </a:lnTo>
                  <a:lnTo>
                    <a:pt x="3357326" y="1699147"/>
                  </a:lnTo>
                  <a:lnTo>
                    <a:pt x="3389910" y="1794874"/>
                  </a:lnTo>
                  <a:lnTo>
                    <a:pt x="3422478" y="1890113"/>
                  </a:lnTo>
                  <a:lnTo>
                    <a:pt x="3455014" y="1984279"/>
                  </a:lnTo>
                  <a:lnTo>
                    <a:pt x="3487507" y="2076818"/>
                  </a:lnTo>
                  <a:lnTo>
                    <a:pt x="3519955" y="2167214"/>
                  </a:lnTo>
                  <a:lnTo>
                    <a:pt x="3552366" y="2255003"/>
                  </a:lnTo>
                  <a:lnTo>
                    <a:pt x="3584763" y="2339785"/>
                  </a:lnTo>
                  <a:lnTo>
                    <a:pt x="3617186" y="2421223"/>
                  </a:lnTo>
                  <a:lnTo>
                    <a:pt x="3649692" y="2499054"/>
                  </a:lnTo>
                  <a:lnTo>
                    <a:pt x="3682361" y="2573084"/>
                  </a:lnTo>
                  <a:lnTo>
                    <a:pt x="3715295" y="2643189"/>
                  </a:lnTo>
                  <a:lnTo>
                    <a:pt x="3748625" y="2709313"/>
                  </a:lnTo>
                  <a:lnTo>
                    <a:pt x="3782513" y="2771461"/>
                  </a:lnTo>
                  <a:lnTo>
                    <a:pt x="3817154" y="2829694"/>
                  </a:lnTo>
                  <a:lnTo>
                    <a:pt x="3829811" y="2849652"/>
                  </a:lnTo>
                  <a:lnTo>
                    <a:pt x="3875607" y="2916076"/>
                  </a:lnTo>
                  <a:lnTo>
                    <a:pt x="3923720" y="2976405"/>
                  </a:lnTo>
                  <a:lnTo>
                    <a:pt x="3974829" y="3030888"/>
                  </a:lnTo>
                  <a:lnTo>
                    <a:pt x="4029678" y="3079985"/>
                  </a:lnTo>
                  <a:lnTo>
                    <a:pt x="4089032" y="3124233"/>
                  </a:lnTo>
                  <a:lnTo>
                    <a:pt x="4153630" y="3164171"/>
                  </a:lnTo>
                  <a:lnTo>
                    <a:pt x="4224121" y="3200295"/>
                  </a:lnTo>
                  <a:lnTo>
                    <a:pt x="4300984" y="3233029"/>
                  </a:lnTo>
                  <a:lnTo>
                    <a:pt x="4384416" y="3262711"/>
                  </a:lnTo>
                  <a:lnTo>
                    <a:pt x="4474191" y="3289583"/>
                  </a:lnTo>
                  <a:lnTo>
                    <a:pt x="4569502" y="3313796"/>
                  </a:lnTo>
                  <a:lnTo>
                    <a:pt x="4668809" y="3335410"/>
                  </a:lnTo>
                  <a:lnTo>
                    <a:pt x="4769739" y="3354414"/>
                  </a:lnTo>
                  <a:lnTo>
                    <a:pt x="4869109" y="3370756"/>
                  </a:lnTo>
                  <a:lnTo>
                    <a:pt x="4963127" y="3384381"/>
                  </a:lnTo>
                  <a:lnTo>
                    <a:pt x="5047808" y="3395282"/>
                  </a:lnTo>
                  <a:lnTo>
                    <a:pt x="5119572" y="3403545"/>
                  </a:lnTo>
                  <a:lnTo>
                    <a:pt x="5175885" y="3409380"/>
                  </a:lnTo>
                  <a:lnTo>
                    <a:pt x="5215792" y="3413117"/>
                  </a:lnTo>
                  <a:lnTo>
                    <a:pt x="5240184" y="3415190"/>
                  </a:lnTo>
                  <a:lnTo>
                    <a:pt x="5251771" y="3416087"/>
                  </a:lnTo>
                  <a:lnTo>
                    <a:pt x="5254955" y="3416313"/>
                  </a:lnTo>
                  <a:lnTo>
                    <a:pt x="6726343" y="3416313"/>
                  </a:lnTo>
                  <a:lnTo>
                    <a:pt x="6727569" y="3416337"/>
                  </a:lnTo>
                  <a:lnTo>
                    <a:pt x="6735616" y="3416509"/>
                  </a:lnTo>
                  <a:lnTo>
                    <a:pt x="6755855" y="3416986"/>
                  </a:lnTo>
                  <a:lnTo>
                    <a:pt x="6791925" y="3417923"/>
                  </a:lnTo>
                  <a:lnTo>
                    <a:pt x="6845453" y="3419465"/>
                  </a:lnTo>
                  <a:lnTo>
                    <a:pt x="6915938" y="3421727"/>
                  </a:lnTo>
                  <a:lnTo>
                    <a:pt x="7000966" y="3424784"/>
                  </a:lnTo>
                  <a:lnTo>
                    <a:pt x="7096767" y="3428672"/>
                  </a:lnTo>
                  <a:lnTo>
                    <a:pt x="7198972" y="3433393"/>
                  </a:lnTo>
                  <a:lnTo>
                    <a:pt x="7303327" y="3438930"/>
                  </a:lnTo>
                  <a:lnTo>
                    <a:pt x="7406227" y="3445266"/>
                  </a:lnTo>
                  <a:lnTo>
                    <a:pt x="7504980" y="3452398"/>
                  </a:lnTo>
                  <a:lnTo>
                    <a:pt x="7597846" y="3460342"/>
                  </a:lnTo>
                  <a:lnTo>
                    <a:pt x="7683928" y="3469146"/>
                  </a:lnTo>
                  <a:lnTo>
                    <a:pt x="7762989" y="3478888"/>
                  </a:lnTo>
                  <a:lnTo>
                    <a:pt x="7835270" y="3489677"/>
                  </a:lnTo>
                  <a:lnTo>
                    <a:pt x="7901322" y="3501648"/>
                  </a:lnTo>
                  <a:lnTo>
                    <a:pt x="7961880" y="3514962"/>
                  </a:lnTo>
                  <a:lnTo>
                    <a:pt x="8017769" y="3529789"/>
                  </a:lnTo>
                  <a:lnTo>
                    <a:pt x="8069832" y="3546296"/>
                  </a:lnTo>
                  <a:lnTo>
                    <a:pt x="8118882" y="3564618"/>
                  </a:lnTo>
                  <a:lnTo>
                    <a:pt x="8151487" y="3578411"/>
                  </a:lnTo>
                  <a:lnTo>
                    <a:pt x="8202542" y="3602676"/>
                  </a:lnTo>
                  <a:lnTo>
                    <a:pt x="8252014" y="3629360"/>
                  </a:lnTo>
                  <a:lnTo>
                    <a:pt x="8300486" y="3658501"/>
                  </a:lnTo>
                  <a:lnTo>
                    <a:pt x="8348392" y="3690056"/>
                  </a:lnTo>
                  <a:lnTo>
                    <a:pt x="8396036" y="3723896"/>
                  </a:lnTo>
                  <a:lnTo>
                    <a:pt x="8443621" y="3759798"/>
                  </a:lnTo>
                  <a:lnTo>
                    <a:pt x="8491258" y="3797445"/>
                  </a:lnTo>
                  <a:lnTo>
                    <a:pt x="8538990" y="3836434"/>
                  </a:lnTo>
                  <a:lnTo>
                    <a:pt x="8586806" y="3876294"/>
                  </a:lnTo>
                  <a:lnTo>
                    <a:pt x="8634661" y="3916506"/>
                  </a:lnTo>
                  <a:lnTo>
                    <a:pt x="8682496" y="3956531"/>
                  </a:lnTo>
                  <a:lnTo>
                    <a:pt x="8730257" y="3995843"/>
                  </a:lnTo>
                  <a:lnTo>
                    <a:pt x="8777922" y="4033951"/>
                  </a:lnTo>
                  <a:lnTo>
                    <a:pt x="8825514" y="4070430"/>
                  </a:lnTo>
                  <a:lnTo>
                    <a:pt x="8873123" y="4104935"/>
                  </a:lnTo>
                  <a:lnTo>
                    <a:pt x="8920920" y="4137215"/>
                  </a:lnTo>
                  <a:lnTo>
                    <a:pt x="8969178" y="4167110"/>
                  </a:lnTo>
                  <a:lnTo>
                    <a:pt x="9018286" y="4194552"/>
                  </a:lnTo>
                  <a:lnTo>
                    <a:pt x="9068779" y="4219557"/>
                  </a:lnTo>
                  <a:lnTo>
                    <a:pt x="9084767" y="4226802"/>
                  </a:lnTo>
                  <a:lnTo>
                    <a:pt x="9132159" y="4246419"/>
                  </a:lnTo>
                  <a:lnTo>
                    <a:pt x="9182053" y="4264174"/>
                  </a:lnTo>
                  <a:lnTo>
                    <a:pt x="9235202" y="4280149"/>
                  </a:lnTo>
                  <a:lnTo>
                    <a:pt x="9292435" y="4294492"/>
                  </a:lnTo>
                  <a:lnTo>
                    <a:pt x="9354595" y="4307376"/>
                  </a:lnTo>
                  <a:lnTo>
                    <a:pt x="9422488" y="4318968"/>
                  </a:lnTo>
                  <a:lnTo>
                    <a:pt x="9496804" y="4329422"/>
                  </a:lnTo>
                  <a:lnTo>
                    <a:pt x="9578015" y="4338866"/>
                  </a:lnTo>
                  <a:lnTo>
                    <a:pt x="9666232" y="4347399"/>
                  </a:lnTo>
                  <a:lnTo>
                    <a:pt x="9761037" y="4355090"/>
                  </a:lnTo>
                  <a:lnTo>
                    <a:pt x="9861292" y="4361976"/>
                  </a:lnTo>
                  <a:lnTo>
                    <a:pt x="9964970" y="4368069"/>
                  </a:lnTo>
                  <a:lnTo>
                    <a:pt x="10069086" y="4373357"/>
                  </a:lnTo>
                  <a:lnTo>
                    <a:pt x="10169795" y="4377823"/>
                  </a:lnTo>
                  <a:lnTo>
                    <a:pt x="10262740" y="4381454"/>
                  </a:lnTo>
                  <a:lnTo>
                    <a:pt x="10343654" y="4384262"/>
                  </a:lnTo>
                  <a:lnTo>
                    <a:pt x="10409108" y="4386293"/>
                  </a:lnTo>
                  <a:lnTo>
                    <a:pt x="10457230" y="4387635"/>
                  </a:lnTo>
                  <a:lnTo>
                    <a:pt x="10488166" y="4388415"/>
                  </a:lnTo>
                  <a:lnTo>
                    <a:pt x="10504188" y="4388781"/>
                  </a:lnTo>
                  <a:lnTo>
                    <a:pt x="10509496" y="4388892"/>
                  </a:lnTo>
                  <a:lnTo>
                    <a:pt x="10509911" y="4388900"/>
                  </a:lnTo>
                  <a:lnTo>
                    <a:pt x="11981298" y="4388900"/>
                  </a:lnTo>
                  <a:lnTo>
                    <a:pt x="11981298" y="4372554"/>
                  </a:lnTo>
                  <a:lnTo>
                    <a:pt x="10509911" y="4372554"/>
                  </a:lnTo>
                  <a:lnTo>
                    <a:pt x="10508684" y="4372529"/>
                  </a:lnTo>
                  <a:lnTo>
                    <a:pt x="10500637" y="4372357"/>
                  </a:lnTo>
                  <a:lnTo>
                    <a:pt x="10480398" y="4371881"/>
                  </a:lnTo>
                  <a:lnTo>
                    <a:pt x="10444329" y="4370943"/>
                  </a:lnTo>
                  <a:lnTo>
                    <a:pt x="10390800" y="4369401"/>
                  </a:lnTo>
                  <a:lnTo>
                    <a:pt x="10320315" y="4367139"/>
                  </a:lnTo>
                  <a:lnTo>
                    <a:pt x="10235288" y="4364082"/>
                  </a:lnTo>
                  <a:lnTo>
                    <a:pt x="10139486" y="4360194"/>
                  </a:lnTo>
                  <a:lnTo>
                    <a:pt x="10037281" y="4355474"/>
                  </a:lnTo>
                  <a:lnTo>
                    <a:pt x="9932926" y="4349937"/>
                  </a:lnTo>
                  <a:lnTo>
                    <a:pt x="9830026" y="4343600"/>
                  </a:lnTo>
                  <a:lnTo>
                    <a:pt x="9731273" y="4336469"/>
                  </a:lnTo>
                  <a:lnTo>
                    <a:pt x="9638407" y="4328525"/>
                  </a:lnTo>
                  <a:lnTo>
                    <a:pt x="9552325" y="4319720"/>
                  </a:lnTo>
                  <a:lnTo>
                    <a:pt x="9473264" y="4309978"/>
                  </a:lnTo>
                  <a:lnTo>
                    <a:pt x="9400983" y="4299190"/>
                  </a:lnTo>
                  <a:lnTo>
                    <a:pt x="9334931" y="4287218"/>
                  </a:lnTo>
                  <a:lnTo>
                    <a:pt x="9274373" y="4273905"/>
                  </a:lnTo>
                  <a:lnTo>
                    <a:pt x="9218485" y="4259078"/>
                  </a:lnTo>
                  <a:lnTo>
                    <a:pt x="9166421" y="4242570"/>
                  </a:lnTo>
                  <a:lnTo>
                    <a:pt x="9117371" y="4224248"/>
                  </a:lnTo>
                  <a:lnTo>
                    <a:pt x="9084767" y="4210456"/>
                  </a:lnTo>
                  <a:lnTo>
                    <a:pt x="9033711" y="4186190"/>
                  </a:lnTo>
                  <a:lnTo>
                    <a:pt x="8984239" y="4159506"/>
                  </a:lnTo>
                  <a:lnTo>
                    <a:pt x="8935767" y="4130365"/>
                  </a:lnTo>
                  <a:lnTo>
                    <a:pt x="8887861" y="4098810"/>
                  </a:lnTo>
                  <a:lnTo>
                    <a:pt x="8840217" y="4064970"/>
                  </a:lnTo>
                  <a:lnTo>
                    <a:pt x="8792633" y="4029068"/>
                  </a:lnTo>
                  <a:lnTo>
                    <a:pt x="8744996" y="3991422"/>
                  </a:lnTo>
                  <a:lnTo>
                    <a:pt x="8697263" y="3952432"/>
                  </a:lnTo>
                  <a:lnTo>
                    <a:pt x="8649447" y="3912572"/>
                  </a:lnTo>
                  <a:lnTo>
                    <a:pt x="8601592" y="3872361"/>
                  </a:lnTo>
                  <a:lnTo>
                    <a:pt x="8553758" y="3832335"/>
                  </a:lnTo>
                  <a:lnTo>
                    <a:pt x="8505996" y="3793024"/>
                  </a:lnTo>
                  <a:lnTo>
                    <a:pt x="8458331" y="3754916"/>
                  </a:lnTo>
                  <a:lnTo>
                    <a:pt x="8410739" y="3718437"/>
                  </a:lnTo>
                  <a:lnTo>
                    <a:pt x="8363130" y="3683931"/>
                  </a:lnTo>
                  <a:lnTo>
                    <a:pt x="8315333" y="3651652"/>
                  </a:lnTo>
                  <a:lnTo>
                    <a:pt x="8267075" y="3621757"/>
                  </a:lnTo>
                  <a:lnTo>
                    <a:pt x="8217967" y="3594314"/>
                  </a:lnTo>
                  <a:lnTo>
                    <a:pt x="8167474" y="3569309"/>
                  </a:lnTo>
                  <a:lnTo>
                    <a:pt x="8151487" y="3562065"/>
                  </a:lnTo>
                  <a:lnTo>
                    <a:pt x="8104094" y="3542447"/>
                  </a:lnTo>
                  <a:lnTo>
                    <a:pt x="8054200" y="3524693"/>
                  </a:lnTo>
                  <a:lnTo>
                    <a:pt x="8001051" y="3508718"/>
                  </a:lnTo>
                  <a:lnTo>
                    <a:pt x="7943818" y="3494374"/>
                  </a:lnTo>
                  <a:lnTo>
                    <a:pt x="7881658" y="3481491"/>
                  </a:lnTo>
                  <a:lnTo>
                    <a:pt x="7813765" y="3469898"/>
                  </a:lnTo>
                  <a:lnTo>
                    <a:pt x="7739449" y="3459445"/>
                  </a:lnTo>
                  <a:lnTo>
                    <a:pt x="7658239" y="3450001"/>
                  </a:lnTo>
                  <a:lnTo>
                    <a:pt x="7570021" y="3441467"/>
                  </a:lnTo>
                  <a:lnTo>
                    <a:pt x="7475216" y="3433776"/>
                  </a:lnTo>
                  <a:lnTo>
                    <a:pt x="7374962" y="3426890"/>
                  </a:lnTo>
                  <a:lnTo>
                    <a:pt x="7271283" y="3420798"/>
                  </a:lnTo>
                  <a:lnTo>
                    <a:pt x="7167167" y="3415509"/>
                  </a:lnTo>
                  <a:lnTo>
                    <a:pt x="7066459" y="3411043"/>
                  </a:lnTo>
                  <a:lnTo>
                    <a:pt x="6973513" y="3407412"/>
                  </a:lnTo>
                  <a:lnTo>
                    <a:pt x="6892600" y="3404604"/>
                  </a:lnTo>
                  <a:lnTo>
                    <a:pt x="6827146" y="3402574"/>
                  </a:lnTo>
                  <a:lnTo>
                    <a:pt x="6779024" y="3401231"/>
                  </a:lnTo>
                  <a:lnTo>
                    <a:pt x="6748087" y="3400452"/>
                  </a:lnTo>
                  <a:lnTo>
                    <a:pt x="6732065" y="3400085"/>
                  </a:lnTo>
                  <a:lnTo>
                    <a:pt x="6726758" y="3399975"/>
                  </a:lnTo>
                  <a:lnTo>
                    <a:pt x="6726343" y="3399967"/>
                  </a:lnTo>
                  <a:lnTo>
                    <a:pt x="5254955" y="3399967"/>
                  </a:lnTo>
                  <a:lnTo>
                    <a:pt x="5253844" y="3399890"/>
                  </a:lnTo>
                  <a:lnTo>
                    <a:pt x="5246536" y="3399346"/>
                  </a:lnTo>
                  <a:lnTo>
                    <a:pt x="5228102" y="3397842"/>
                  </a:lnTo>
                  <a:lnTo>
                    <a:pt x="5195108" y="3394880"/>
                  </a:lnTo>
                  <a:lnTo>
                    <a:pt x="5145863" y="3389998"/>
                  </a:lnTo>
                  <a:lnTo>
                    <a:pt x="5080538" y="3382816"/>
                  </a:lnTo>
                  <a:lnTo>
                    <a:pt x="5001038" y="3373070"/>
                  </a:lnTo>
                  <a:lnTo>
                    <a:pt x="4910569" y="3360624"/>
                  </a:lnTo>
                  <a:lnTo>
                    <a:pt x="4813020" y="3345450"/>
                  </a:lnTo>
                  <a:lnTo>
                    <a:pt x="4712330" y="3327587"/>
                  </a:lnTo>
                  <a:lnTo>
                    <a:pt x="4611982" y="3307095"/>
                  </a:lnTo>
                  <a:lnTo>
                    <a:pt x="4514710" y="3284006"/>
                  </a:lnTo>
                  <a:lnTo>
                    <a:pt x="4422408" y="3258294"/>
                  </a:lnTo>
                  <a:lnTo>
                    <a:pt x="4336181" y="3229849"/>
                  </a:lnTo>
                  <a:lnTo>
                    <a:pt x="4256486" y="3198468"/>
                  </a:lnTo>
                  <a:lnTo>
                    <a:pt x="4183291" y="3163854"/>
                  </a:lnTo>
                  <a:lnTo>
                    <a:pt x="4116222" y="3125618"/>
                  </a:lnTo>
                  <a:lnTo>
                    <a:pt x="4054692" y="3083295"/>
                  </a:lnTo>
                  <a:lnTo>
                    <a:pt x="3997993" y="3036358"/>
                  </a:lnTo>
                  <a:lnTo>
                    <a:pt x="3945364" y="2984261"/>
                  </a:lnTo>
                  <a:lnTo>
                    <a:pt x="3896046" y="2926502"/>
                  </a:lnTo>
                  <a:lnTo>
                    <a:pt x="3849328" y="2862718"/>
                  </a:lnTo>
                  <a:lnTo>
                    <a:pt x="3829811" y="2833306"/>
                  </a:lnTo>
                  <a:lnTo>
                    <a:pt x="3794843" y="2776453"/>
                  </a:lnTo>
                  <a:lnTo>
                    <a:pt x="3760710" y="2715720"/>
                  </a:lnTo>
                  <a:lnTo>
                    <a:pt x="3727200" y="2651026"/>
                  </a:lnTo>
                  <a:lnTo>
                    <a:pt x="3694140" y="2582346"/>
                  </a:lnTo>
                  <a:lnTo>
                    <a:pt x="3661389" y="2509713"/>
                  </a:lnTo>
                  <a:lnTo>
                    <a:pt x="3628835" y="2433228"/>
                  </a:lnTo>
                  <a:lnTo>
                    <a:pt x="3596390" y="2353057"/>
                  </a:lnTo>
                  <a:lnTo>
                    <a:pt x="3563989" y="2269440"/>
                  </a:lnTo>
                  <a:lnTo>
                    <a:pt x="3531587" y="2182686"/>
                  </a:lnTo>
                  <a:lnTo>
                    <a:pt x="3499154" y="2093175"/>
                  </a:lnTo>
                  <a:lnTo>
                    <a:pt x="3466677" y="2001349"/>
                  </a:lnTo>
                  <a:lnTo>
                    <a:pt x="3434156" y="1907704"/>
                  </a:lnTo>
                  <a:lnTo>
                    <a:pt x="3401597" y="1812785"/>
                  </a:lnTo>
                  <a:lnTo>
                    <a:pt x="3369017" y="1717165"/>
                  </a:lnTo>
                  <a:lnTo>
                    <a:pt x="3336433" y="1621438"/>
                  </a:lnTo>
                  <a:lnTo>
                    <a:pt x="3303864" y="1526200"/>
                  </a:lnTo>
                  <a:lnTo>
                    <a:pt x="3271328" y="1432033"/>
                  </a:lnTo>
                  <a:lnTo>
                    <a:pt x="3238835" y="1339495"/>
                  </a:lnTo>
                  <a:lnTo>
                    <a:pt x="3206387" y="1249099"/>
                  </a:lnTo>
                  <a:lnTo>
                    <a:pt x="3173976" y="1161309"/>
                  </a:lnTo>
                  <a:lnTo>
                    <a:pt x="3141579" y="1076527"/>
                  </a:lnTo>
                  <a:lnTo>
                    <a:pt x="3109156" y="995089"/>
                  </a:lnTo>
                  <a:lnTo>
                    <a:pt x="3076650" y="917258"/>
                  </a:lnTo>
                  <a:lnTo>
                    <a:pt x="3043982" y="843229"/>
                  </a:lnTo>
                  <a:lnTo>
                    <a:pt x="3011047" y="773123"/>
                  </a:lnTo>
                  <a:lnTo>
                    <a:pt x="2977717" y="706999"/>
                  </a:lnTo>
                  <a:lnTo>
                    <a:pt x="2943829" y="644851"/>
                  </a:lnTo>
                  <a:lnTo>
                    <a:pt x="2909188" y="586618"/>
                  </a:lnTo>
                  <a:lnTo>
                    <a:pt x="2896531" y="566661"/>
                  </a:lnTo>
                  <a:lnTo>
                    <a:pt x="2850735" y="500236"/>
                  </a:lnTo>
                  <a:lnTo>
                    <a:pt x="2802622" y="439908"/>
                  </a:lnTo>
                  <a:lnTo>
                    <a:pt x="2751513" y="385424"/>
                  </a:lnTo>
                  <a:lnTo>
                    <a:pt x="2696664" y="336327"/>
                  </a:lnTo>
                  <a:lnTo>
                    <a:pt x="2637310" y="292079"/>
                  </a:lnTo>
                  <a:lnTo>
                    <a:pt x="2572712" y="252141"/>
                  </a:lnTo>
                  <a:lnTo>
                    <a:pt x="2502222" y="216017"/>
                  </a:lnTo>
                  <a:lnTo>
                    <a:pt x="2425358" y="183283"/>
                  </a:lnTo>
                  <a:lnTo>
                    <a:pt x="2341927" y="153602"/>
                  </a:lnTo>
                  <a:lnTo>
                    <a:pt x="2252151" y="126729"/>
                  </a:lnTo>
                  <a:lnTo>
                    <a:pt x="2156840" y="102516"/>
                  </a:lnTo>
                  <a:lnTo>
                    <a:pt x="2057533" y="80902"/>
                  </a:lnTo>
                  <a:lnTo>
                    <a:pt x="1956603" y="61898"/>
                  </a:lnTo>
                  <a:lnTo>
                    <a:pt x="1857233" y="45556"/>
                  </a:lnTo>
                  <a:lnTo>
                    <a:pt x="1763215" y="31932"/>
                  </a:lnTo>
                  <a:lnTo>
                    <a:pt x="1678534" y="21030"/>
                  </a:lnTo>
                  <a:lnTo>
                    <a:pt x="1606770" y="12767"/>
                  </a:lnTo>
                  <a:lnTo>
                    <a:pt x="1550457" y="6933"/>
                  </a:lnTo>
                  <a:lnTo>
                    <a:pt x="1510550" y="3195"/>
                  </a:lnTo>
                  <a:lnTo>
                    <a:pt x="1486158" y="1122"/>
                  </a:lnTo>
                  <a:lnTo>
                    <a:pt x="1474571" y="225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606" name="pl606"/>
            <p:cNvSpPr/>
            <p:nvPr/>
          </p:nvSpPr>
          <p:spPr>
            <a:xfrm>
              <a:off x="4799595" y="6099471"/>
              <a:ext cx="11981298" cy="4372554"/>
            </a:xfrm>
            <a:custGeom>
              <a:avLst/>
              <a:pathLst>
                <a:path w="11981298" h="4372554">
                  <a:moveTo>
                    <a:pt x="0" y="0"/>
                  </a:moveTo>
                  <a:lnTo>
                    <a:pt x="1471387" y="0"/>
                  </a:lnTo>
                  <a:lnTo>
                    <a:pt x="1472498" y="76"/>
                  </a:lnTo>
                  <a:lnTo>
                    <a:pt x="1479806" y="620"/>
                  </a:lnTo>
                  <a:lnTo>
                    <a:pt x="1498240" y="2124"/>
                  </a:lnTo>
                  <a:lnTo>
                    <a:pt x="1531234" y="5086"/>
                  </a:lnTo>
                  <a:lnTo>
                    <a:pt x="1580480" y="9968"/>
                  </a:lnTo>
                  <a:lnTo>
                    <a:pt x="1645804" y="17150"/>
                  </a:lnTo>
                  <a:lnTo>
                    <a:pt x="1725304" y="26896"/>
                  </a:lnTo>
                  <a:lnTo>
                    <a:pt x="1815773" y="39342"/>
                  </a:lnTo>
                  <a:lnTo>
                    <a:pt x="1913322" y="54516"/>
                  </a:lnTo>
                  <a:lnTo>
                    <a:pt x="2014012" y="72379"/>
                  </a:lnTo>
                  <a:lnTo>
                    <a:pt x="2114360" y="92872"/>
                  </a:lnTo>
                  <a:lnTo>
                    <a:pt x="2211632" y="115960"/>
                  </a:lnTo>
                  <a:lnTo>
                    <a:pt x="2303935" y="141673"/>
                  </a:lnTo>
                  <a:lnTo>
                    <a:pt x="2390161" y="170118"/>
                  </a:lnTo>
                  <a:lnTo>
                    <a:pt x="2469856" y="201498"/>
                  </a:lnTo>
                  <a:lnTo>
                    <a:pt x="2543051" y="236112"/>
                  </a:lnTo>
                  <a:lnTo>
                    <a:pt x="2610120" y="274348"/>
                  </a:lnTo>
                  <a:lnTo>
                    <a:pt x="2671650" y="316672"/>
                  </a:lnTo>
                  <a:lnTo>
                    <a:pt x="2728350" y="363609"/>
                  </a:lnTo>
                  <a:lnTo>
                    <a:pt x="2780979" y="415705"/>
                  </a:lnTo>
                  <a:lnTo>
                    <a:pt x="2830296" y="473465"/>
                  </a:lnTo>
                  <a:lnTo>
                    <a:pt x="2877014" y="537248"/>
                  </a:lnTo>
                  <a:lnTo>
                    <a:pt x="2896531" y="566661"/>
                  </a:lnTo>
                  <a:lnTo>
                    <a:pt x="2931499" y="623513"/>
                  </a:lnTo>
                  <a:lnTo>
                    <a:pt x="2965632" y="684246"/>
                  </a:lnTo>
                  <a:lnTo>
                    <a:pt x="2999142" y="748940"/>
                  </a:lnTo>
                  <a:lnTo>
                    <a:pt x="3032202" y="817621"/>
                  </a:lnTo>
                  <a:lnTo>
                    <a:pt x="3064953" y="890253"/>
                  </a:lnTo>
                  <a:lnTo>
                    <a:pt x="3097507" y="966739"/>
                  </a:lnTo>
                  <a:lnTo>
                    <a:pt x="3129952" y="1046909"/>
                  </a:lnTo>
                  <a:lnTo>
                    <a:pt x="3162353" y="1130526"/>
                  </a:lnTo>
                  <a:lnTo>
                    <a:pt x="3194755" y="1217280"/>
                  </a:lnTo>
                  <a:lnTo>
                    <a:pt x="3227188" y="1306791"/>
                  </a:lnTo>
                  <a:lnTo>
                    <a:pt x="3259665" y="1398617"/>
                  </a:lnTo>
                  <a:lnTo>
                    <a:pt x="3292186" y="1492262"/>
                  </a:lnTo>
                  <a:lnTo>
                    <a:pt x="3324745" y="1587182"/>
                  </a:lnTo>
                  <a:lnTo>
                    <a:pt x="3357326" y="1682801"/>
                  </a:lnTo>
                  <a:lnTo>
                    <a:pt x="3389910" y="1778528"/>
                  </a:lnTo>
                  <a:lnTo>
                    <a:pt x="3422478" y="1873767"/>
                  </a:lnTo>
                  <a:lnTo>
                    <a:pt x="3455014" y="1967933"/>
                  </a:lnTo>
                  <a:lnTo>
                    <a:pt x="3487507" y="2060472"/>
                  </a:lnTo>
                  <a:lnTo>
                    <a:pt x="3519955" y="2150868"/>
                  </a:lnTo>
                  <a:lnTo>
                    <a:pt x="3552366" y="2238657"/>
                  </a:lnTo>
                  <a:lnTo>
                    <a:pt x="3584763" y="2323439"/>
                  </a:lnTo>
                  <a:lnTo>
                    <a:pt x="3617186" y="2404877"/>
                  </a:lnTo>
                  <a:lnTo>
                    <a:pt x="3649692" y="2482708"/>
                  </a:lnTo>
                  <a:lnTo>
                    <a:pt x="3682361" y="2556738"/>
                  </a:lnTo>
                  <a:lnTo>
                    <a:pt x="3715295" y="2626843"/>
                  </a:lnTo>
                  <a:lnTo>
                    <a:pt x="3748625" y="2692967"/>
                  </a:lnTo>
                  <a:lnTo>
                    <a:pt x="3782513" y="2755115"/>
                  </a:lnTo>
                  <a:lnTo>
                    <a:pt x="3817154" y="2813348"/>
                  </a:lnTo>
                  <a:lnTo>
                    <a:pt x="3829811" y="2833306"/>
                  </a:lnTo>
                  <a:lnTo>
                    <a:pt x="3875607" y="2899730"/>
                  </a:lnTo>
                  <a:lnTo>
                    <a:pt x="3923720" y="2960059"/>
                  </a:lnTo>
                  <a:lnTo>
                    <a:pt x="3974829" y="3014542"/>
                  </a:lnTo>
                  <a:lnTo>
                    <a:pt x="4029678" y="3063639"/>
                  </a:lnTo>
                  <a:lnTo>
                    <a:pt x="4089032" y="3107887"/>
                  </a:lnTo>
                  <a:lnTo>
                    <a:pt x="4153630" y="3147825"/>
                  </a:lnTo>
                  <a:lnTo>
                    <a:pt x="4224121" y="3183949"/>
                  </a:lnTo>
                  <a:lnTo>
                    <a:pt x="4300984" y="3216683"/>
                  </a:lnTo>
                  <a:lnTo>
                    <a:pt x="4384416" y="3246365"/>
                  </a:lnTo>
                  <a:lnTo>
                    <a:pt x="4474191" y="3273237"/>
                  </a:lnTo>
                  <a:lnTo>
                    <a:pt x="4569502" y="3297450"/>
                  </a:lnTo>
                  <a:lnTo>
                    <a:pt x="4668809" y="3319064"/>
                  </a:lnTo>
                  <a:lnTo>
                    <a:pt x="4769739" y="3338068"/>
                  </a:lnTo>
                  <a:lnTo>
                    <a:pt x="4869109" y="3354410"/>
                  </a:lnTo>
                  <a:lnTo>
                    <a:pt x="4963127" y="3368035"/>
                  </a:lnTo>
                  <a:lnTo>
                    <a:pt x="5047808" y="3378936"/>
                  </a:lnTo>
                  <a:lnTo>
                    <a:pt x="5119572" y="3387199"/>
                  </a:lnTo>
                  <a:lnTo>
                    <a:pt x="5175885" y="3393034"/>
                  </a:lnTo>
                  <a:lnTo>
                    <a:pt x="5215792" y="3396771"/>
                  </a:lnTo>
                  <a:lnTo>
                    <a:pt x="5240184" y="3398844"/>
                  </a:lnTo>
                  <a:lnTo>
                    <a:pt x="5251771" y="3399741"/>
                  </a:lnTo>
                  <a:lnTo>
                    <a:pt x="5254863" y="3399961"/>
                  </a:lnTo>
                  <a:lnTo>
                    <a:pt x="5254955" y="3399967"/>
                  </a:lnTo>
                  <a:lnTo>
                    <a:pt x="6726343" y="3399967"/>
                  </a:lnTo>
                  <a:lnTo>
                    <a:pt x="6727569" y="3399991"/>
                  </a:lnTo>
                  <a:lnTo>
                    <a:pt x="6735616" y="3400163"/>
                  </a:lnTo>
                  <a:lnTo>
                    <a:pt x="6755855" y="3400640"/>
                  </a:lnTo>
                  <a:lnTo>
                    <a:pt x="6791925" y="3401577"/>
                  </a:lnTo>
                  <a:lnTo>
                    <a:pt x="6845453" y="3403119"/>
                  </a:lnTo>
                  <a:lnTo>
                    <a:pt x="6915938" y="3405381"/>
                  </a:lnTo>
                  <a:lnTo>
                    <a:pt x="7000966" y="3408438"/>
                  </a:lnTo>
                  <a:lnTo>
                    <a:pt x="7096767" y="3412326"/>
                  </a:lnTo>
                  <a:lnTo>
                    <a:pt x="7198972" y="3417047"/>
                  </a:lnTo>
                  <a:lnTo>
                    <a:pt x="7303327" y="3422584"/>
                  </a:lnTo>
                  <a:lnTo>
                    <a:pt x="7406227" y="3428920"/>
                  </a:lnTo>
                  <a:lnTo>
                    <a:pt x="7504980" y="3436052"/>
                  </a:lnTo>
                  <a:lnTo>
                    <a:pt x="7597846" y="3443996"/>
                  </a:lnTo>
                  <a:lnTo>
                    <a:pt x="7683928" y="3452800"/>
                  </a:lnTo>
                  <a:lnTo>
                    <a:pt x="7762989" y="3462542"/>
                  </a:lnTo>
                  <a:lnTo>
                    <a:pt x="7835270" y="3473331"/>
                  </a:lnTo>
                  <a:lnTo>
                    <a:pt x="7901322" y="3485302"/>
                  </a:lnTo>
                  <a:lnTo>
                    <a:pt x="7961880" y="3498616"/>
                  </a:lnTo>
                  <a:lnTo>
                    <a:pt x="8017769" y="3513443"/>
                  </a:lnTo>
                  <a:lnTo>
                    <a:pt x="8069832" y="3529950"/>
                  </a:lnTo>
                  <a:lnTo>
                    <a:pt x="8118882" y="3548272"/>
                  </a:lnTo>
                  <a:lnTo>
                    <a:pt x="8151487" y="3562065"/>
                  </a:lnTo>
                  <a:lnTo>
                    <a:pt x="8202542" y="3586330"/>
                  </a:lnTo>
                  <a:lnTo>
                    <a:pt x="8252014" y="3613014"/>
                  </a:lnTo>
                  <a:lnTo>
                    <a:pt x="8300486" y="3642155"/>
                  </a:lnTo>
                  <a:lnTo>
                    <a:pt x="8348392" y="3673710"/>
                  </a:lnTo>
                  <a:lnTo>
                    <a:pt x="8396036" y="3707550"/>
                  </a:lnTo>
                  <a:lnTo>
                    <a:pt x="8443621" y="3743452"/>
                  </a:lnTo>
                  <a:lnTo>
                    <a:pt x="8491258" y="3781099"/>
                  </a:lnTo>
                  <a:lnTo>
                    <a:pt x="8538990" y="3820088"/>
                  </a:lnTo>
                  <a:lnTo>
                    <a:pt x="8586806" y="3859948"/>
                  </a:lnTo>
                  <a:lnTo>
                    <a:pt x="8634661" y="3900160"/>
                  </a:lnTo>
                  <a:lnTo>
                    <a:pt x="8682496" y="3940185"/>
                  </a:lnTo>
                  <a:lnTo>
                    <a:pt x="8730257" y="3979497"/>
                  </a:lnTo>
                  <a:lnTo>
                    <a:pt x="8777922" y="4017605"/>
                  </a:lnTo>
                  <a:lnTo>
                    <a:pt x="8825514" y="4054084"/>
                  </a:lnTo>
                  <a:lnTo>
                    <a:pt x="8873123" y="4088589"/>
                  </a:lnTo>
                  <a:lnTo>
                    <a:pt x="8920920" y="4120869"/>
                  </a:lnTo>
                  <a:lnTo>
                    <a:pt x="8969178" y="4150764"/>
                  </a:lnTo>
                  <a:lnTo>
                    <a:pt x="9018286" y="4178206"/>
                  </a:lnTo>
                  <a:lnTo>
                    <a:pt x="9068779" y="4203211"/>
                  </a:lnTo>
                  <a:lnTo>
                    <a:pt x="9084767" y="4210456"/>
                  </a:lnTo>
                  <a:lnTo>
                    <a:pt x="9132159" y="4230073"/>
                  </a:lnTo>
                  <a:lnTo>
                    <a:pt x="9182053" y="4247828"/>
                  </a:lnTo>
                  <a:lnTo>
                    <a:pt x="9235202" y="4263803"/>
                  </a:lnTo>
                  <a:lnTo>
                    <a:pt x="9292435" y="4278146"/>
                  </a:lnTo>
                  <a:lnTo>
                    <a:pt x="9354595" y="4291030"/>
                  </a:lnTo>
                  <a:lnTo>
                    <a:pt x="9422488" y="4302622"/>
                  </a:lnTo>
                  <a:lnTo>
                    <a:pt x="9496804" y="4313076"/>
                  </a:lnTo>
                  <a:lnTo>
                    <a:pt x="9578015" y="4322520"/>
                  </a:lnTo>
                  <a:lnTo>
                    <a:pt x="9666232" y="4331053"/>
                  </a:lnTo>
                  <a:lnTo>
                    <a:pt x="9761037" y="4338744"/>
                  </a:lnTo>
                  <a:lnTo>
                    <a:pt x="9861292" y="4345630"/>
                  </a:lnTo>
                  <a:lnTo>
                    <a:pt x="9964970" y="4351723"/>
                  </a:lnTo>
                  <a:lnTo>
                    <a:pt x="10069086" y="4357011"/>
                  </a:lnTo>
                  <a:lnTo>
                    <a:pt x="10169795" y="4361477"/>
                  </a:lnTo>
                  <a:lnTo>
                    <a:pt x="10262740" y="4365108"/>
                  </a:lnTo>
                  <a:lnTo>
                    <a:pt x="10343654" y="4367916"/>
                  </a:lnTo>
                  <a:lnTo>
                    <a:pt x="10409108" y="4369947"/>
                  </a:lnTo>
                  <a:lnTo>
                    <a:pt x="10457230" y="4371289"/>
                  </a:lnTo>
                  <a:lnTo>
                    <a:pt x="10488166" y="4372069"/>
                  </a:lnTo>
                  <a:lnTo>
                    <a:pt x="10504188" y="4372435"/>
                  </a:lnTo>
                  <a:lnTo>
                    <a:pt x="10509496" y="4372546"/>
                  </a:lnTo>
                  <a:lnTo>
                    <a:pt x="10509911" y="4372554"/>
                  </a:lnTo>
                  <a:lnTo>
                    <a:pt x="11981298" y="437255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07" name="pl607"/>
            <p:cNvSpPr/>
            <p:nvPr/>
          </p:nvSpPr>
          <p:spPr>
            <a:xfrm>
              <a:off x="4799595" y="6083125"/>
              <a:ext cx="11981298" cy="4372554"/>
            </a:xfrm>
            <a:custGeom>
              <a:avLst/>
              <a:pathLst>
                <a:path w="11981298" h="4372554">
                  <a:moveTo>
                    <a:pt x="11981298" y="4372554"/>
                  </a:moveTo>
                  <a:lnTo>
                    <a:pt x="10509911" y="4372554"/>
                  </a:lnTo>
                  <a:lnTo>
                    <a:pt x="10508684" y="4372529"/>
                  </a:lnTo>
                  <a:lnTo>
                    <a:pt x="10500637" y="4372357"/>
                  </a:lnTo>
                  <a:lnTo>
                    <a:pt x="10480398" y="4371881"/>
                  </a:lnTo>
                  <a:lnTo>
                    <a:pt x="10444329" y="4370943"/>
                  </a:lnTo>
                  <a:lnTo>
                    <a:pt x="10390800" y="4369401"/>
                  </a:lnTo>
                  <a:lnTo>
                    <a:pt x="10320315" y="4367139"/>
                  </a:lnTo>
                  <a:lnTo>
                    <a:pt x="10235288" y="4364082"/>
                  </a:lnTo>
                  <a:lnTo>
                    <a:pt x="10139486" y="4360194"/>
                  </a:lnTo>
                  <a:lnTo>
                    <a:pt x="10037281" y="4355474"/>
                  </a:lnTo>
                  <a:lnTo>
                    <a:pt x="9932926" y="4349937"/>
                  </a:lnTo>
                  <a:lnTo>
                    <a:pt x="9830026" y="4343600"/>
                  </a:lnTo>
                  <a:lnTo>
                    <a:pt x="9731273" y="4336469"/>
                  </a:lnTo>
                  <a:lnTo>
                    <a:pt x="9638407" y="4328525"/>
                  </a:lnTo>
                  <a:lnTo>
                    <a:pt x="9552325" y="4319720"/>
                  </a:lnTo>
                  <a:lnTo>
                    <a:pt x="9473264" y="4309978"/>
                  </a:lnTo>
                  <a:lnTo>
                    <a:pt x="9400983" y="4299190"/>
                  </a:lnTo>
                  <a:lnTo>
                    <a:pt x="9334931" y="4287218"/>
                  </a:lnTo>
                  <a:lnTo>
                    <a:pt x="9274373" y="4273905"/>
                  </a:lnTo>
                  <a:lnTo>
                    <a:pt x="9218485" y="4259078"/>
                  </a:lnTo>
                  <a:lnTo>
                    <a:pt x="9166421" y="4242570"/>
                  </a:lnTo>
                  <a:lnTo>
                    <a:pt x="9117371" y="4224248"/>
                  </a:lnTo>
                  <a:lnTo>
                    <a:pt x="9084767" y="4210456"/>
                  </a:lnTo>
                  <a:lnTo>
                    <a:pt x="9033711" y="4186190"/>
                  </a:lnTo>
                  <a:lnTo>
                    <a:pt x="8984239" y="4159506"/>
                  </a:lnTo>
                  <a:lnTo>
                    <a:pt x="8935767" y="4130365"/>
                  </a:lnTo>
                  <a:lnTo>
                    <a:pt x="8887861" y="4098810"/>
                  </a:lnTo>
                  <a:lnTo>
                    <a:pt x="8840217" y="4064970"/>
                  </a:lnTo>
                  <a:lnTo>
                    <a:pt x="8792633" y="4029068"/>
                  </a:lnTo>
                  <a:lnTo>
                    <a:pt x="8744996" y="3991422"/>
                  </a:lnTo>
                  <a:lnTo>
                    <a:pt x="8697263" y="3952432"/>
                  </a:lnTo>
                  <a:lnTo>
                    <a:pt x="8649447" y="3912572"/>
                  </a:lnTo>
                  <a:lnTo>
                    <a:pt x="8601592" y="3872361"/>
                  </a:lnTo>
                  <a:lnTo>
                    <a:pt x="8553758" y="3832335"/>
                  </a:lnTo>
                  <a:lnTo>
                    <a:pt x="8505996" y="3793024"/>
                  </a:lnTo>
                  <a:lnTo>
                    <a:pt x="8458331" y="3754916"/>
                  </a:lnTo>
                  <a:lnTo>
                    <a:pt x="8410739" y="3718437"/>
                  </a:lnTo>
                  <a:lnTo>
                    <a:pt x="8363130" y="3683931"/>
                  </a:lnTo>
                  <a:lnTo>
                    <a:pt x="8315333" y="3651652"/>
                  </a:lnTo>
                  <a:lnTo>
                    <a:pt x="8267075" y="3621757"/>
                  </a:lnTo>
                  <a:lnTo>
                    <a:pt x="8217967" y="3594314"/>
                  </a:lnTo>
                  <a:lnTo>
                    <a:pt x="8167474" y="3569309"/>
                  </a:lnTo>
                  <a:lnTo>
                    <a:pt x="8151487" y="3562065"/>
                  </a:lnTo>
                  <a:lnTo>
                    <a:pt x="8104094" y="3542447"/>
                  </a:lnTo>
                  <a:lnTo>
                    <a:pt x="8054200" y="3524693"/>
                  </a:lnTo>
                  <a:lnTo>
                    <a:pt x="8001051" y="3508718"/>
                  </a:lnTo>
                  <a:lnTo>
                    <a:pt x="7943818" y="3494374"/>
                  </a:lnTo>
                  <a:lnTo>
                    <a:pt x="7881658" y="3481491"/>
                  </a:lnTo>
                  <a:lnTo>
                    <a:pt x="7813765" y="3469898"/>
                  </a:lnTo>
                  <a:lnTo>
                    <a:pt x="7739449" y="3459445"/>
                  </a:lnTo>
                  <a:lnTo>
                    <a:pt x="7658239" y="3450001"/>
                  </a:lnTo>
                  <a:lnTo>
                    <a:pt x="7570021" y="3441467"/>
                  </a:lnTo>
                  <a:lnTo>
                    <a:pt x="7475216" y="3433776"/>
                  </a:lnTo>
                  <a:lnTo>
                    <a:pt x="7374962" y="3426890"/>
                  </a:lnTo>
                  <a:lnTo>
                    <a:pt x="7271283" y="3420798"/>
                  </a:lnTo>
                  <a:lnTo>
                    <a:pt x="7167167" y="3415509"/>
                  </a:lnTo>
                  <a:lnTo>
                    <a:pt x="7066459" y="3411043"/>
                  </a:lnTo>
                  <a:lnTo>
                    <a:pt x="6973513" y="3407412"/>
                  </a:lnTo>
                  <a:lnTo>
                    <a:pt x="6892600" y="3404604"/>
                  </a:lnTo>
                  <a:lnTo>
                    <a:pt x="6827146" y="3402574"/>
                  </a:lnTo>
                  <a:lnTo>
                    <a:pt x="6779024" y="3401231"/>
                  </a:lnTo>
                  <a:lnTo>
                    <a:pt x="6748087" y="3400452"/>
                  </a:lnTo>
                  <a:lnTo>
                    <a:pt x="6732065" y="3400085"/>
                  </a:lnTo>
                  <a:lnTo>
                    <a:pt x="6726758" y="3399975"/>
                  </a:lnTo>
                  <a:lnTo>
                    <a:pt x="6726343" y="3399967"/>
                  </a:lnTo>
                  <a:lnTo>
                    <a:pt x="5254955" y="3399967"/>
                  </a:lnTo>
                  <a:lnTo>
                    <a:pt x="5253844" y="3399890"/>
                  </a:lnTo>
                  <a:lnTo>
                    <a:pt x="5246536" y="3399346"/>
                  </a:lnTo>
                  <a:lnTo>
                    <a:pt x="5228102" y="3397842"/>
                  </a:lnTo>
                  <a:lnTo>
                    <a:pt x="5195108" y="3394880"/>
                  </a:lnTo>
                  <a:lnTo>
                    <a:pt x="5145863" y="3389998"/>
                  </a:lnTo>
                  <a:lnTo>
                    <a:pt x="5080538" y="3382816"/>
                  </a:lnTo>
                  <a:lnTo>
                    <a:pt x="5001038" y="3373070"/>
                  </a:lnTo>
                  <a:lnTo>
                    <a:pt x="4910569" y="3360624"/>
                  </a:lnTo>
                  <a:lnTo>
                    <a:pt x="4813020" y="3345450"/>
                  </a:lnTo>
                  <a:lnTo>
                    <a:pt x="4712330" y="3327587"/>
                  </a:lnTo>
                  <a:lnTo>
                    <a:pt x="4611982" y="3307095"/>
                  </a:lnTo>
                  <a:lnTo>
                    <a:pt x="4514710" y="3284006"/>
                  </a:lnTo>
                  <a:lnTo>
                    <a:pt x="4422408" y="3258294"/>
                  </a:lnTo>
                  <a:lnTo>
                    <a:pt x="4336181" y="3229849"/>
                  </a:lnTo>
                  <a:lnTo>
                    <a:pt x="4256486" y="3198468"/>
                  </a:lnTo>
                  <a:lnTo>
                    <a:pt x="4183291" y="3163854"/>
                  </a:lnTo>
                  <a:lnTo>
                    <a:pt x="4116222" y="3125618"/>
                  </a:lnTo>
                  <a:lnTo>
                    <a:pt x="4054692" y="3083295"/>
                  </a:lnTo>
                  <a:lnTo>
                    <a:pt x="3997993" y="3036358"/>
                  </a:lnTo>
                  <a:lnTo>
                    <a:pt x="3945364" y="2984261"/>
                  </a:lnTo>
                  <a:lnTo>
                    <a:pt x="3896046" y="2926502"/>
                  </a:lnTo>
                  <a:lnTo>
                    <a:pt x="3849328" y="2862718"/>
                  </a:lnTo>
                  <a:lnTo>
                    <a:pt x="3829811" y="2833306"/>
                  </a:lnTo>
                  <a:lnTo>
                    <a:pt x="3794843" y="2776453"/>
                  </a:lnTo>
                  <a:lnTo>
                    <a:pt x="3760710" y="2715720"/>
                  </a:lnTo>
                  <a:lnTo>
                    <a:pt x="3727200" y="2651026"/>
                  </a:lnTo>
                  <a:lnTo>
                    <a:pt x="3694140" y="2582346"/>
                  </a:lnTo>
                  <a:lnTo>
                    <a:pt x="3661389" y="2509713"/>
                  </a:lnTo>
                  <a:lnTo>
                    <a:pt x="3628835" y="2433228"/>
                  </a:lnTo>
                  <a:lnTo>
                    <a:pt x="3596390" y="2353057"/>
                  </a:lnTo>
                  <a:lnTo>
                    <a:pt x="3563989" y="2269440"/>
                  </a:lnTo>
                  <a:lnTo>
                    <a:pt x="3531587" y="2182686"/>
                  </a:lnTo>
                  <a:lnTo>
                    <a:pt x="3499154" y="2093175"/>
                  </a:lnTo>
                  <a:lnTo>
                    <a:pt x="3466677" y="2001349"/>
                  </a:lnTo>
                  <a:lnTo>
                    <a:pt x="3434156" y="1907704"/>
                  </a:lnTo>
                  <a:lnTo>
                    <a:pt x="3401597" y="1812785"/>
                  </a:lnTo>
                  <a:lnTo>
                    <a:pt x="3369017" y="1717165"/>
                  </a:lnTo>
                  <a:lnTo>
                    <a:pt x="3336433" y="1621438"/>
                  </a:lnTo>
                  <a:lnTo>
                    <a:pt x="3303864" y="1526200"/>
                  </a:lnTo>
                  <a:lnTo>
                    <a:pt x="3271328" y="1432033"/>
                  </a:lnTo>
                  <a:lnTo>
                    <a:pt x="3238835" y="1339495"/>
                  </a:lnTo>
                  <a:lnTo>
                    <a:pt x="3206387" y="1249099"/>
                  </a:lnTo>
                  <a:lnTo>
                    <a:pt x="3173976" y="1161309"/>
                  </a:lnTo>
                  <a:lnTo>
                    <a:pt x="3141579" y="1076527"/>
                  </a:lnTo>
                  <a:lnTo>
                    <a:pt x="3109156" y="995089"/>
                  </a:lnTo>
                  <a:lnTo>
                    <a:pt x="3076650" y="917258"/>
                  </a:lnTo>
                  <a:lnTo>
                    <a:pt x="3043982" y="843229"/>
                  </a:lnTo>
                  <a:lnTo>
                    <a:pt x="3011047" y="773123"/>
                  </a:lnTo>
                  <a:lnTo>
                    <a:pt x="2977717" y="706999"/>
                  </a:lnTo>
                  <a:lnTo>
                    <a:pt x="2943829" y="644851"/>
                  </a:lnTo>
                  <a:lnTo>
                    <a:pt x="2909188" y="586618"/>
                  </a:lnTo>
                  <a:lnTo>
                    <a:pt x="2896531" y="566661"/>
                  </a:lnTo>
                  <a:lnTo>
                    <a:pt x="2850735" y="500236"/>
                  </a:lnTo>
                  <a:lnTo>
                    <a:pt x="2802622" y="439908"/>
                  </a:lnTo>
                  <a:lnTo>
                    <a:pt x="2751513" y="385424"/>
                  </a:lnTo>
                  <a:lnTo>
                    <a:pt x="2696664" y="336327"/>
                  </a:lnTo>
                  <a:lnTo>
                    <a:pt x="2637310" y="292079"/>
                  </a:lnTo>
                  <a:lnTo>
                    <a:pt x="2572712" y="252141"/>
                  </a:lnTo>
                  <a:lnTo>
                    <a:pt x="2502222" y="216017"/>
                  </a:lnTo>
                  <a:lnTo>
                    <a:pt x="2425358" y="183283"/>
                  </a:lnTo>
                  <a:lnTo>
                    <a:pt x="2341927" y="153602"/>
                  </a:lnTo>
                  <a:lnTo>
                    <a:pt x="2252151" y="126729"/>
                  </a:lnTo>
                  <a:lnTo>
                    <a:pt x="2156840" y="102516"/>
                  </a:lnTo>
                  <a:lnTo>
                    <a:pt x="2057533" y="80902"/>
                  </a:lnTo>
                  <a:lnTo>
                    <a:pt x="1956603" y="61898"/>
                  </a:lnTo>
                  <a:lnTo>
                    <a:pt x="1857233" y="45556"/>
                  </a:lnTo>
                  <a:lnTo>
                    <a:pt x="1763215" y="31932"/>
                  </a:lnTo>
                  <a:lnTo>
                    <a:pt x="1678534" y="21030"/>
                  </a:lnTo>
                  <a:lnTo>
                    <a:pt x="1606770" y="12767"/>
                  </a:lnTo>
                  <a:lnTo>
                    <a:pt x="1550457" y="6933"/>
                  </a:lnTo>
                  <a:lnTo>
                    <a:pt x="1510550" y="3195"/>
                  </a:lnTo>
                  <a:lnTo>
                    <a:pt x="1486158" y="1122"/>
                  </a:lnTo>
                  <a:lnTo>
                    <a:pt x="1474571" y="225"/>
                  </a:lnTo>
                  <a:lnTo>
                    <a:pt x="1471479" y="6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08" name="pg608"/>
            <p:cNvSpPr/>
            <p:nvPr/>
          </p:nvSpPr>
          <p:spPr>
            <a:xfrm>
              <a:off x="4799595" y="6099471"/>
              <a:ext cx="11981298" cy="5042739"/>
            </a:xfrm>
            <a:custGeom>
              <a:avLst/>
              <a:pathLst>
                <a:path w="11981298" h="5042739">
                  <a:moveTo>
                    <a:pt x="0" y="24518"/>
                  </a:moveTo>
                  <a:lnTo>
                    <a:pt x="1471387" y="24518"/>
                  </a:lnTo>
                  <a:lnTo>
                    <a:pt x="1472498" y="24595"/>
                  </a:lnTo>
                  <a:lnTo>
                    <a:pt x="1479802" y="25140"/>
                  </a:lnTo>
                  <a:lnTo>
                    <a:pt x="1498228" y="26647"/>
                  </a:lnTo>
                  <a:lnTo>
                    <a:pt x="1531207" y="29615"/>
                  </a:lnTo>
                  <a:lnTo>
                    <a:pt x="1580432" y="34506"/>
                  </a:lnTo>
                  <a:lnTo>
                    <a:pt x="1645733" y="41702"/>
                  </a:lnTo>
                  <a:lnTo>
                    <a:pt x="1725206" y="51467"/>
                  </a:lnTo>
                  <a:lnTo>
                    <a:pt x="1815649" y="63937"/>
                  </a:lnTo>
                  <a:lnTo>
                    <a:pt x="1913174" y="79142"/>
                  </a:lnTo>
                  <a:lnTo>
                    <a:pt x="2013846" y="97041"/>
                  </a:lnTo>
                  <a:lnTo>
                    <a:pt x="2114181" y="117575"/>
                  </a:lnTo>
                  <a:lnTo>
                    <a:pt x="2211445" y="140710"/>
                  </a:lnTo>
                  <a:lnTo>
                    <a:pt x="2303744" y="166474"/>
                  </a:lnTo>
                  <a:lnTo>
                    <a:pt x="2389971" y="194977"/>
                  </a:lnTo>
                  <a:lnTo>
                    <a:pt x="2469668" y="226421"/>
                  </a:lnTo>
                  <a:lnTo>
                    <a:pt x="2542867" y="261103"/>
                  </a:lnTo>
                  <a:lnTo>
                    <a:pt x="2609941" y="299414"/>
                  </a:lnTo>
                  <a:lnTo>
                    <a:pt x="2671476" y="341820"/>
                  </a:lnTo>
                  <a:lnTo>
                    <a:pt x="2728179" y="388847"/>
                  </a:lnTo>
                  <a:lnTo>
                    <a:pt x="2780812" y="441043"/>
                  </a:lnTo>
                  <a:lnTo>
                    <a:pt x="2830131" y="498912"/>
                  </a:lnTo>
                  <a:lnTo>
                    <a:pt x="2876850" y="562816"/>
                  </a:lnTo>
                  <a:lnTo>
                    <a:pt x="2896531" y="592542"/>
                  </a:lnTo>
                  <a:lnTo>
                    <a:pt x="2931464" y="649470"/>
                  </a:lnTo>
                  <a:lnTo>
                    <a:pt x="2965563" y="710281"/>
                  </a:lnTo>
                  <a:lnTo>
                    <a:pt x="2999040" y="775054"/>
                  </a:lnTo>
                  <a:lnTo>
                    <a:pt x="3032067" y="843814"/>
                  </a:lnTo>
                  <a:lnTo>
                    <a:pt x="3064785" y="916529"/>
                  </a:lnTo>
                  <a:lnTo>
                    <a:pt x="3097307" y="993098"/>
                  </a:lnTo>
                  <a:lnTo>
                    <a:pt x="3129719" y="1073355"/>
                  </a:lnTo>
                  <a:lnTo>
                    <a:pt x="3162087" y="1157062"/>
                  </a:lnTo>
                  <a:lnTo>
                    <a:pt x="3194456" y="1243908"/>
                  </a:lnTo>
                  <a:lnTo>
                    <a:pt x="3226855" y="1333518"/>
                  </a:lnTo>
                  <a:lnTo>
                    <a:pt x="3259298" y="1425448"/>
                  </a:lnTo>
                  <a:lnTo>
                    <a:pt x="3291786" y="1519203"/>
                  </a:lnTo>
                  <a:lnTo>
                    <a:pt x="3324310" y="1614241"/>
                  </a:lnTo>
                  <a:lnTo>
                    <a:pt x="3356857" y="1709986"/>
                  </a:lnTo>
                  <a:lnTo>
                    <a:pt x="3389408" y="1805848"/>
                  </a:lnTo>
                  <a:lnTo>
                    <a:pt x="3421943" y="1901229"/>
                  </a:lnTo>
                  <a:lnTo>
                    <a:pt x="3454447" y="1995548"/>
                  </a:lnTo>
                  <a:lnTo>
                    <a:pt x="3486908" y="2088248"/>
                  </a:lnTo>
                  <a:lnTo>
                    <a:pt x="3519323" y="2178814"/>
                  </a:lnTo>
                  <a:lnTo>
                    <a:pt x="3551701" y="2266780"/>
                  </a:lnTo>
                  <a:lnTo>
                    <a:pt x="3584065" y="2351746"/>
                  </a:lnTo>
                  <a:lnTo>
                    <a:pt x="3616453" y="2433373"/>
                  </a:lnTo>
                  <a:lnTo>
                    <a:pt x="3648923" y="2511397"/>
                  </a:lnTo>
                  <a:lnTo>
                    <a:pt x="3681553" y="2585622"/>
                  </a:lnTo>
                  <a:lnTo>
                    <a:pt x="3714446" y="2655923"/>
                  </a:lnTo>
                  <a:lnTo>
                    <a:pt x="3747729" y="2722243"/>
                  </a:lnTo>
                  <a:lnTo>
                    <a:pt x="3781565" y="2784584"/>
                  </a:lnTo>
                  <a:lnTo>
                    <a:pt x="3816146" y="2843006"/>
                  </a:lnTo>
                  <a:lnTo>
                    <a:pt x="3829811" y="2864635"/>
                  </a:lnTo>
                  <a:lnTo>
                    <a:pt x="3875600" y="2931210"/>
                  </a:lnTo>
                  <a:lnTo>
                    <a:pt x="3923704" y="2991674"/>
                  </a:lnTo>
                  <a:lnTo>
                    <a:pt x="3974803" y="3046282"/>
                  </a:lnTo>
                  <a:lnTo>
                    <a:pt x="4029640" y="3095492"/>
                  </a:lnTo>
                  <a:lnTo>
                    <a:pt x="4088981" y="3139842"/>
                  </a:lnTo>
                  <a:lnTo>
                    <a:pt x="4153563" y="3179874"/>
                  </a:lnTo>
                  <a:lnTo>
                    <a:pt x="4224036" y="3216082"/>
                  </a:lnTo>
                  <a:lnTo>
                    <a:pt x="4300878" y="3248893"/>
                  </a:lnTo>
                  <a:lnTo>
                    <a:pt x="4384287" y="3278645"/>
                  </a:lnTo>
                  <a:lnTo>
                    <a:pt x="4474038" y="3305583"/>
                  </a:lnTo>
                  <a:lnTo>
                    <a:pt x="4569326" y="3329854"/>
                  </a:lnTo>
                  <a:lnTo>
                    <a:pt x="4668611" y="3351521"/>
                  </a:lnTo>
                  <a:lnTo>
                    <a:pt x="4769524" y="3370574"/>
                  </a:lnTo>
                  <a:lnTo>
                    <a:pt x="4868885" y="3386958"/>
                  </a:lnTo>
                  <a:lnTo>
                    <a:pt x="4962905" y="3400620"/>
                  </a:lnTo>
                  <a:lnTo>
                    <a:pt x="5047601" y="3411552"/>
                  </a:lnTo>
                  <a:lnTo>
                    <a:pt x="5119392" y="3419841"/>
                  </a:lnTo>
                  <a:lnTo>
                    <a:pt x="5175743" y="3425695"/>
                  </a:lnTo>
                  <a:lnTo>
                    <a:pt x="5215693" y="3429447"/>
                  </a:lnTo>
                  <a:lnTo>
                    <a:pt x="5240127" y="3431529"/>
                  </a:lnTo>
                  <a:lnTo>
                    <a:pt x="5251749" y="3432431"/>
                  </a:lnTo>
                  <a:lnTo>
                    <a:pt x="5254955" y="3432659"/>
                  </a:lnTo>
                  <a:lnTo>
                    <a:pt x="6726343" y="3432659"/>
                  </a:lnTo>
                  <a:lnTo>
                    <a:pt x="6727549" y="3432698"/>
                  </a:lnTo>
                  <a:lnTo>
                    <a:pt x="6735470" y="3432979"/>
                  </a:lnTo>
                  <a:lnTo>
                    <a:pt x="6755402" y="3433754"/>
                  </a:lnTo>
                  <a:lnTo>
                    <a:pt x="6790949" y="3435281"/>
                  </a:lnTo>
                  <a:lnTo>
                    <a:pt x="6843753" y="3437792"/>
                  </a:lnTo>
                  <a:lnTo>
                    <a:pt x="6913371" y="3441478"/>
                  </a:lnTo>
                  <a:lnTo>
                    <a:pt x="6997477" y="3446464"/>
                  </a:lnTo>
                  <a:lnTo>
                    <a:pt x="7092400" y="3452808"/>
                  </a:lnTo>
                  <a:lnTo>
                    <a:pt x="7193847" y="3460516"/>
                  </a:lnTo>
                  <a:lnTo>
                    <a:pt x="7297615" y="3469563"/>
                  </a:lnTo>
                  <a:lnTo>
                    <a:pt x="7400118" y="3479921"/>
                  </a:lnTo>
                  <a:lnTo>
                    <a:pt x="7498651" y="3491579"/>
                  </a:lnTo>
                  <a:lnTo>
                    <a:pt x="7591447" y="3504564"/>
                  </a:lnTo>
                  <a:lnTo>
                    <a:pt x="7677571" y="3518951"/>
                  </a:lnTo>
                  <a:lnTo>
                    <a:pt x="7756750" y="3534861"/>
                  </a:lnTo>
                  <a:lnTo>
                    <a:pt x="7829190" y="3552469"/>
                  </a:lnTo>
                  <a:lnTo>
                    <a:pt x="7895411" y="3571992"/>
                  </a:lnTo>
                  <a:lnTo>
                    <a:pt x="7956126" y="3593687"/>
                  </a:lnTo>
                  <a:lnTo>
                    <a:pt x="8012141" y="3617832"/>
                  </a:lnTo>
                  <a:lnTo>
                    <a:pt x="8064286" y="3644702"/>
                  </a:lnTo>
                  <a:lnTo>
                    <a:pt x="8113365" y="3674524"/>
                  </a:lnTo>
                  <a:lnTo>
                    <a:pt x="8151487" y="3701006"/>
                  </a:lnTo>
                  <a:lnTo>
                    <a:pt x="8197209" y="3736724"/>
                  </a:lnTo>
                  <a:lnTo>
                    <a:pt x="8241611" y="3775632"/>
                  </a:lnTo>
                  <a:lnTo>
                    <a:pt x="8285128" y="3817788"/>
                  </a:lnTo>
                  <a:lnTo>
                    <a:pt x="8328096" y="3863170"/>
                  </a:lnTo>
                  <a:lnTo>
                    <a:pt x="8370764" y="3911663"/>
                  </a:lnTo>
                  <a:lnTo>
                    <a:pt x="8413310" y="3963058"/>
                  </a:lnTo>
                  <a:lnTo>
                    <a:pt x="8455849" y="4017043"/>
                  </a:lnTo>
                  <a:lnTo>
                    <a:pt x="8498445" y="4073212"/>
                  </a:lnTo>
                  <a:lnTo>
                    <a:pt x="8541118" y="4131068"/>
                  </a:lnTo>
                  <a:lnTo>
                    <a:pt x="8583858" y="4190048"/>
                  </a:lnTo>
                  <a:lnTo>
                    <a:pt x="8626632" y="4249538"/>
                  </a:lnTo>
                  <a:lnTo>
                    <a:pt x="8669397" y="4308900"/>
                  </a:lnTo>
                  <a:lnTo>
                    <a:pt x="8712114" y="4367505"/>
                  </a:lnTo>
                  <a:lnTo>
                    <a:pt x="8754756" y="4424754"/>
                  </a:lnTo>
                  <a:lnTo>
                    <a:pt x="8797325" y="4480109"/>
                  </a:lnTo>
                  <a:lnTo>
                    <a:pt x="8839856" y="4533108"/>
                  </a:lnTo>
                  <a:lnTo>
                    <a:pt x="8882433" y="4583381"/>
                  </a:lnTo>
                  <a:lnTo>
                    <a:pt x="8925196" y="4630656"/>
                  </a:lnTo>
                  <a:lnTo>
                    <a:pt x="8968348" y="4674764"/>
                  </a:lnTo>
                  <a:lnTo>
                    <a:pt x="9012172" y="4715626"/>
                  </a:lnTo>
                  <a:lnTo>
                    <a:pt x="9057040" y="4753255"/>
                  </a:lnTo>
                  <a:lnTo>
                    <a:pt x="9084767" y="4774393"/>
                  </a:lnTo>
                  <a:lnTo>
                    <a:pt x="9131894" y="4806699"/>
                  </a:lnTo>
                  <a:lnTo>
                    <a:pt x="9181490" y="4835954"/>
                  </a:lnTo>
                  <a:lnTo>
                    <a:pt x="9234298" y="4862294"/>
                  </a:lnTo>
                  <a:lnTo>
                    <a:pt x="9291130" y="4885958"/>
                  </a:lnTo>
                  <a:lnTo>
                    <a:pt x="9352818" y="4907225"/>
                  </a:lnTo>
                  <a:lnTo>
                    <a:pt x="9420156" y="4926370"/>
                  </a:lnTo>
                  <a:lnTo>
                    <a:pt x="9493828" y="4943644"/>
                  </a:lnTo>
                  <a:lnTo>
                    <a:pt x="9574306" y="4959257"/>
                  </a:lnTo>
                  <a:lnTo>
                    <a:pt x="9661719" y="4973373"/>
                  </a:lnTo>
                  <a:lnTo>
                    <a:pt x="9755685" y="4986106"/>
                  </a:lnTo>
                  <a:lnTo>
                    <a:pt x="9855125" y="4997519"/>
                  </a:lnTo>
                  <a:lnTo>
                    <a:pt x="9958099" y="5007632"/>
                  </a:lnTo>
                  <a:lnTo>
                    <a:pt x="10061730" y="5016430"/>
                  </a:lnTo>
                  <a:lnTo>
                    <a:pt x="10162284" y="5023884"/>
                  </a:lnTo>
                  <a:lnTo>
                    <a:pt x="10255497" y="5029972"/>
                  </a:lnTo>
                  <a:lnTo>
                    <a:pt x="10337135" y="5034707"/>
                  </a:lnTo>
                  <a:lnTo>
                    <a:pt x="10403726" y="5038162"/>
                  </a:lnTo>
                  <a:lnTo>
                    <a:pt x="10453265" y="5040472"/>
                  </a:lnTo>
                  <a:lnTo>
                    <a:pt x="10485696" y="5041839"/>
                  </a:lnTo>
                  <a:lnTo>
                    <a:pt x="10503045" y="5042502"/>
                  </a:lnTo>
                  <a:lnTo>
                    <a:pt x="10509257" y="5042718"/>
                  </a:lnTo>
                  <a:lnTo>
                    <a:pt x="10509911" y="5042739"/>
                  </a:lnTo>
                  <a:lnTo>
                    <a:pt x="11981298" y="5042739"/>
                  </a:lnTo>
                  <a:lnTo>
                    <a:pt x="11981298" y="5018220"/>
                  </a:lnTo>
                  <a:lnTo>
                    <a:pt x="10509911" y="5018220"/>
                  </a:lnTo>
                  <a:lnTo>
                    <a:pt x="10508704" y="5018181"/>
                  </a:lnTo>
                  <a:lnTo>
                    <a:pt x="10500783" y="5017901"/>
                  </a:lnTo>
                  <a:lnTo>
                    <a:pt x="10480851" y="5017125"/>
                  </a:lnTo>
                  <a:lnTo>
                    <a:pt x="10445305" y="5015599"/>
                  </a:lnTo>
                  <a:lnTo>
                    <a:pt x="10392501" y="5013087"/>
                  </a:lnTo>
                  <a:lnTo>
                    <a:pt x="10322882" y="5009401"/>
                  </a:lnTo>
                  <a:lnTo>
                    <a:pt x="10238776" y="5004415"/>
                  </a:lnTo>
                  <a:lnTo>
                    <a:pt x="10143854" y="4998071"/>
                  </a:lnTo>
                  <a:lnTo>
                    <a:pt x="10042407" y="4990363"/>
                  </a:lnTo>
                  <a:lnTo>
                    <a:pt x="9938638" y="4981316"/>
                  </a:lnTo>
                  <a:lnTo>
                    <a:pt x="9836135" y="4970959"/>
                  </a:lnTo>
                  <a:lnTo>
                    <a:pt x="9737602" y="4959301"/>
                  </a:lnTo>
                  <a:lnTo>
                    <a:pt x="9644807" y="4946315"/>
                  </a:lnTo>
                  <a:lnTo>
                    <a:pt x="9558682" y="4931929"/>
                  </a:lnTo>
                  <a:lnTo>
                    <a:pt x="9479503" y="4916018"/>
                  </a:lnTo>
                  <a:lnTo>
                    <a:pt x="9407064" y="4898411"/>
                  </a:lnTo>
                  <a:lnTo>
                    <a:pt x="9340842" y="4878887"/>
                  </a:lnTo>
                  <a:lnTo>
                    <a:pt x="9280127" y="4857193"/>
                  </a:lnTo>
                  <a:lnTo>
                    <a:pt x="9224113" y="4833047"/>
                  </a:lnTo>
                  <a:lnTo>
                    <a:pt x="9171967" y="4806177"/>
                  </a:lnTo>
                  <a:lnTo>
                    <a:pt x="9122888" y="4776355"/>
                  </a:lnTo>
                  <a:lnTo>
                    <a:pt x="9084767" y="4749874"/>
                  </a:lnTo>
                  <a:lnTo>
                    <a:pt x="9039044" y="4714155"/>
                  </a:lnTo>
                  <a:lnTo>
                    <a:pt x="8994643" y="4675247"/>
                  </a:lnTo>
                  <a:lnTo>
                    <a:pt x="8951125" y="4633091"/>
                  </a:lnTo>
                  <a:lnTo>
                    <a:pt x="8908157" y="4587710"/>
                  </a:lnTo>
                  <a:lnTo>
                    <a:pt x="8865489" y="4539216"/>
                  </a:lnTo>
                  <a:lnTo>
                    <a:pt x="8822943" y="4487821"/>
                  </a:lnTo>
                  <a:lnTo>
                    <a:pt x="8780404" y="4433836"/>
                  </a:lnTo>
                  <a:lnTo>
                    <a:pt x="8737808" y="4377668"/>
                  </a:lnTo>
                  <a:lnTo>
                    <a:pt x="8695135" y="4319811"/>
                  </a:lnTo>
                  <a:lnTo>
                    <a:pt x="8652395" y="4260831"/>
                  </a:lnTo>
                  <a:lnTo>
                    <a:pt x="8609621" y="4201341"/>
                  </a:lnTo>
                  <a:lnTo>
                    <a:pt x="8566856" y="4141979"/>
                  </a:lnTo>
                  <a:lnTo>
                    <a:pt x="8524139" y="4083374"/>
                  </a:lnTo>
                  <a:lnTo>
                    <a:pt x="8481497" y="4026125"/>
                  </a:lnTo>
                  <a:lnTo>
                    <a:pt x="8438929" y="3970770"/>
                  </a:lnTo>
                  <a:lnTo>
                    <a:pt x="8396397" y="3917771"/>
                  </a:lnTo>
                  <a:lnTo>
                    <a:pt x="8353820" y="3867499"/>
                  </a:lnTo>
                  <a:lnTo>
                    <a:pt x="8311057" y="3820223"/>
                  </a:lnTo>
                  <a:lnTo>
                    <a:pt x="8267905" y="3776116"/>
                  </a:lnTo>
                  <a:lnTo>
                    <a:pt x="8224081" y="3735253"/>
                  </a:lnTo>
                  <a:lnTo>
                    <a:pt x="8179214" y="3697625"/>
                  </a:lnTo>
                  <a:lnTo>
                    <a:pt x="8151487" y="3676487"/>
                  </a:lnTo>
                  <a:lnTo>
                    <a:pt x="8104360" y="3644180"/>
                  </a:lnTo>
                  <a:lnTo>
                    <a:pt x="8054764" y="3614925"/>
                  </a:lnTo>
                  <a:lnTo>
                    <a:pt x="8001955" y="3588585"/>
                  </a:lnTo>
                  <a:lnTo>
                    <a:pt x="7945123" y="3564921"/>
                  </a:lnTo>
                  <a:lnTo>
                    <a:pt x="7883435" y="3543654"/>
                  </a:lnTo>
                  <a:lnTo>
                    <a:pt x="7816097" y="3524509"/>
                  </a:lnTo>
                  <a:lnTo>
                    <a:pt x="7742426" y="3507235"/>
                  </a:lnTo>
                  <a:lnTo>
                    <a:pt x="7661948" y="3491622"/>
                  </a:lnTo>
                  <a:lnTo>
                    <a:pt x="7574534" y="3477506"/>
                  </a:lnTo>
                  <a:lnTo>
                    <a:pt x="7480568" y="3464773"/>
                  </a:lnTo>
                  <a:lnTo>
                    <a:pt x="7381129" y="3453360"/>
                  </a:lnTo>
                  <a:lnTo>
                    <a:pt x="7278154" y="3443247"/>
                  </a:lnTo>
                  <a:lnTo>
                    <a:pt x="7174524" y="3434449"/>
                  </a:lnTo>
                  <a:lnTo>
                    <a:pt x="7073969" y="3426995"/>
                  </a:lnTo>
                  <a:lnTo>
                    <a:pt x="6980756" y="3420907"/>
                  </a:lnTo>
                  <a:lnTo>
                    <a:pt x="6899118" y="3416172"/>
                  </a:lnTo>
                  <a:lnTo>
                    <a:pt x="6832528" y="3412718"/>
                  </a:lnTo>
                  <a:lnTo>
                    <a:pt x="6782989" y="3410407"/>
                  </a:lnTo>
                  <a:lnTo>
                    <a:pt x="6750558" y="3409040"/>
                  </a:lnTo>
                  <a:lnTo>
                    <a:pt x="6733208" y="3408377"/>
                  </a:lnTo>
                  <a:lnTo>
                    <a:pt x="6726996" y="3408161"/>
                  </a:lnTo>
                  <a:lnTo>
                    <a:pt x="6726343" y="3408140"/>
                  </a:lnTo>
                  <a:lnTo>
                    <a:pt x="5254955" y="3408140"/>
                  </a:lnTo>
                  <a:lnTo>
                    <a:pt x="5253845" y="3408063"/>
                  </a:lnTo>
                  <a:lnTo>
                    <a:pt x="5246540" y="3407518"/>
                  </a:lnTo>
                  <a:lnTo>
                    <a:pt x="5228114" y="3406011"/>
                  </a:lnTo>
                  <a:lnTo>
                    <a:pt x="5195135" y="3403043"/>
                  </a:lnTo>
                  <a:lnTo>
                    <a:pt x="5145910" y="3398152"/>
                  </a:lnTo>
                  <a:lnTo>
                    <a:pt x="5080610" y="3390956"/>
                  </a:lnTo>
                  <a:lnTo>
                    <a:pt x="5001136" y="3381191"/>
                  </a:lnTo>
                  <a:lnTo>
                    <a:pt x="4910693" y="3368721"/>
                  </a:lnTo>
                  <a:lnTo>
                    <a:pt x="4813168" y="3353516"/>
                  </a:lnTo>
                  <a:lnTo>
                    <a:pt x="4712496" y="3335618"/>
                  </a:lnTo>
                  <a:lnTo>
                    <a:pt x="4612161" y="3315084"/>
                  </a:lnTo>
                  <a:lnTo>
                    <a:pt x="4514898" y="3291948"/>
                  </a:lnTo>
                  <a:lnTo>
                    <a:pt x="4422598" y="3266184"/>
                  </a:lnTo>
                  <a:lnTo>
                    <a:pt x="4336371" y="3237681"/>
                  </a:lnTo>
                  <a:lnTo>
                    <a:pt x="4256674" y="3206238"/>
                  </a:lnTo>
                  <a:lnTo>
                    <a:pt x="4183475" y="3171555"/>
                  </a:lnTo>
                  <a:lnTo>
                    <a:pt x="4116401" y="3133244"/>
                  </a:lnTo>
                  <a:lnTo>
                    <a:pt x="4054866" y="3090838"/>
                  </a:lnTo>
                  <a:lnTo>
                    <a:pt x="3998163" y="3043811"/>
                  </a:lnTo>
                  <a:lnTo>
                    <a:pt x="3945531" y="2991616"/>
                  </a:lnTo>
                  <a:lnTo>
                    <a:pt x="3896211" y="2933746"/>
                  </a:lnTo>
                  <a:lnTo>
                    <a:pt x="3849493" y="2869842"/>
                  </a:lnTo>
                  <a:lnTo>
                    <a:pt x="3829811" y="2840116"/>
                  </a:lnTo>
                  <a:lnTo>
                    <a:pt x="3794878" y="2783188"/>
                  </a:lnTo>
                  <a:lnTo>
                    <a:pt x="3760779" y="2722377"/>
                  </a:lnTo>
                  <a:lnTo>
                    <a:pt x="3727302" y="2657604"/>
                  </a:lnTo>
                  <a:lnTo>
                    <a:pt x="3694275" y="2588844"/>
                  </a:lnTo>
                  <a:lnTo>
                    <a:pt x="3661557" y="2516130"/>
                  </a:lnTo>
                  <a:lnTo>
                    <a:pt x="3629035" y="2439560"/>
                  </a:lnTo>
                  <a:lnTo>
                    <a:pt x="3596623" y="2359303"/>
                  </a:lnTo>
                  <a:lnTo>
                    <a:pt x="3564255" y="2275597"/>
                  </a:lnTo>
                  <a:lnTo>
                    <a:pt x="3531886" y="2188750"/>
                  </a:lnTo>
                  <a:lnTo>
                    <a:pt x="3499487" y="2099141"/>
                  </a:lnTo>
                  <a:lnTo>
                    <a:pt x="3467044" y="2007210"/>
                  </a:lnTo>
                  <a:lnTo>
                    <a:pt x="3434556" y="1913455"/>
                  </a:lnTo>
                  <a:lnTo>
                    <a:pt x="3402032" y="1818418"/>
                  </a:lnTo>
                  <a:lnTo>
                    <a:pt x="3369485" y="1722672"/>
                  </a:lnTo>
                  <a:lnTo>
                    <a:pt x="3336934" y="1626811"/>
                  </a:lnTo>
                  <a:lnTo>
                    <a:pt x="3304399" y="1531429"/>
                  </a:lnTo>
                  <a:lnTo>
                    <a:pt x="3271895" y="1437110"/>
                  </a:lnTo>
                  <a:lnTo>
                    <a:pt x="3239434" y="1344410"/>
                  </a:lnTo>
                  <a:lnTo>
                    <a:pt x="3207019" y="1253845"/>
                  </a:lnTo>
                  <a:lnTo>
                    <a:pt x="3174641" y="1165878"/>
                  </a:lnTo>
                  <a:lnTo>
                    <a:pt x="3142277" y="1080913"/>
                  </a:lnTo>
                  <a:lnTo>
                    <a:pt x="3109889" y="999285"/>
                  </a:lnTo>
                  <a:lnTo>
                    <a:pt x="3077419" y="921262"/>
                  </a:lnTo>
                  <a:lnTo>
                    <a:pt x="3044789" y="847037"/>
                  </a:lnTo>
                  <a:lnTo>
                    <a:pt x="3011896" y="776735"/>
                  </a:lnTo>
                  <a:lnTo>
                    <a:pt x="2978613" y="710415"/>
                  </a:lnTo>
                  <a:lnTo>
                    <a:pt x="2944778" y="648074"/>
                  </a:lnTo>
                  <a:lnTo>
                    <a:pt x="2910196" y="589652"/>
                  </a:lnTo>
                  <a:lnTo>
                    <a:pt x="2896531" y="568023"/>
                  </a:lnTo>
                  <a:lnTo>
                    <a:pt x="2850742" y="501449"/>
                  </a:lnTo>
                  <a:lnTo>
                    <a:pt x="2802638" y="440984"/>
                  </a:lnTo>
                  <a:lnTo>
                    <a:pt x="2751539" y="386376"/>
                  </a:lnTo>
                  <a:lnTo>
                    <a:pt x="2696702" y="337166"/>
                  </a:lnTo>
                  <a:lnTo>
                    <a:pt x="2637361" y="292816"/>
                  </a:lnTo>
                  <a:lnTo>
                    <a:pt x="2572779" y="252785"/>
                  </a:lnTo>
                  <a:lnTo>
                    <a:pt x="2502306" y="216576"/>
                  </a:lnTo>
                  <a:lnTo>
                    <a:pt x="2425464" y="183765"/>
                  </a:lnTo>
                  <a:lnTo>
                    <a:pt x="2342055" y="154013"/>
                  </a:lnTo>
                  <a:lnTo>
                    <a:pt x="2252304" y="127076"/>
                  </a:lnTo>
                  <a:lnTo>
                    <a:pt x="2157017" y="102804"/>
                  </a:lnTo>
                  <a:lnTo>
                    <a:pt x="2057731" y="81137"/>
                  </a:lnTo>
                  <a:lnTo>
                    <a:pt x="1956818" y="62085"/>
                  </a:lnTo>
                  <a:lnTo>
                    <a:pt x="1857457" y="45700"/>
                  </a:lnTo>
                  <a:lnTo>
                    <a:pt x="1763437" y="32039"/>
                  </a:lnTo>
                  <a:lnTo>
                    <a:pt x="1678741" y="21106"/>
                  </a:lnTo>
                  <a:lnTo>
                    <a:pt x="1606950" y="12817"/>
                  </a:lnTo>
                  <a:lnTo>
                    <a:pt x="1550600" y="6963"/>
                  </a:lnTo>
                  <a:lnTo>
                    <a:pt x="1510649" y="3212"/>
                  </a:lnTo>
                  <a:lnTo>
                    <a:pt x="1486215" y="1129"/>
                  </a:lnTo>
                  <a:lnTo>
                    <a:pt x="1474593" y="227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609" name="pl609"/>
            <p:cNvSpPr/>
            <p:nvPr/>
          </p:nvSpPr>
          <p:spPr>
            <a:xfrm>
              <a:off x="4799595" y="6123990"/>
              <a:ext cx="11981298" cy="5018220"/>
            </a:xfrm>
            <a:custGeom>
              <a:avLst/>
              <a:pathLst>
                <a:path w="11981298" h="5018220">
                  <a:moveTo>
                    <a:pt x="0" y="0"/>
                  </a:moveTo>
                  <a:lnTo>
                    <a:pt x="1471387" y="0"/>
                  </a:lnTo>
                  <a:lnTo>
                    <a:pt x="1472498" y="76"/>
                  </a:lnTo>
                  <a:lnTo>
                    <a:pt x="1479802" y="621"/>
                  </a:lnTo>
                  <a:lnTo>
                    <a:pt x="1498228" y="2128"/>
                  </a:lnTo>
                  <a:lnTo>
                    <a:pt x="1531207" y="5096"/>
                  </a:lnTo>
                  <a:lnTo>
                    <a:pt x="1580432" y="9987"/>
                  </a:lnTo>
                  <a:lnTo>
                    <a:pt x="1645733" y="17183"/>
                  </a:lnTo>
                  <a:lnTo>
                    <a:pt x="1725206" y="26948"/>
                  </a:lnTo>
                  <a:lnTo>
                    <a:pt x="1815649" y="39418"/>
                  </a:lnTo>
                  <a:lnTo>
                    <a:pt x="1913174" y="54623"/>
                  </a:lnTo>
                  <a:lnTo>
                    <a:pt x="2013846" y="72522"/>
                  </a:lnTo>
                  <a:lnTo>
                    <a:pt x="2114181" y="93056"/>
                  </a:lnTo>
                  <a:lnTo>
                    <a:pt x="2211445" y="116191"/>
                  </a:lnTo>
                  <a:lnTo>
                    <a:pt x="2303744" y="141955"/>
                  </a:lnTo>
                  <a:lnTo>
                    <a:pt x="2389971" y="170458"/>
                  </a:lnTo>
                  <a:lnTo>
                    <a:pt x="2469668" y="201902"/>
                  </a:lnTo>
                  <a:lnTo>
                    <a:pt x="2542867" y="236584"/>
                  </a:lnTo>
                  <a:lnTo>
                    <a:pt x="2609941" y="274895"/>
                  </a:lnTo>
                  <a:lnTo>
                    <a:pt x="2671476" y="317301"/>
                  </a:lnTo>
                  <a:lnTo>
                    <a:pt x="2728179" y="364328"/>
                  </a:lnTo>
                  <a:lnTo>
                    <a:pt x="2780812" y="416524"/>
                  </a:lnTo>
                  <a:lnTo>
                    <a:pt x="2830131" y="474393"/>
                  </a:lnTo>
                  <a:lnTo>
                    <a:pt x="2876850" y="538297"/>
                  </a:lnTo>
                  <a:lnTo>
                    <a:pt x="2896531" y="568023"/>
                  </a:lnTo>
                  <a:lnTo>
                    <a:pt x="2931464" y="624951"/>
                  </a:lnTo>
                  <a:lnTo>
                    <a:pt x="2965563" y="685762"/>
                  </a:lnTo>
                  <a:lnTo>
                    <a:pt x="2999040" y="750535"/>
                  </a:lnTo>
                  <a:lnTo>
                    <a:pt x="3032067" y="819295"/>
                  </a:lnTo>
                  <a:lnTo>
                    <a:pt x="3064785" y="892010"/>
                  </a:lnTo>
                  <a:lnTo>
                    <a:pt x="3097307" y="968579"/>
                  </a:lnTo>
                  <a:lnTo>
                    <a:pt x="3129719" y="1048836"/>
                  </a:lnTo>
                  <a:lnTo>
                    <a:pt x="3162087" y="1132543"/>
                  </a:lnTo>
                  <a:lnTo>
                    <a:pt x="3194456" y="1219389"/>
                  </a:lnTo>
                  <a:lnTo>
                    <a:pt x="3226855" y="1308999"/>
                  </a:lnTo>
                  <a:lnTo>
                    <a:pt x="3259298" y="1400929"/>
                  </a:lnTo>
                  <a:lnTo>
                    <a:pt x="3291786" y="1494684"/>
                  </a:lnTo>
                  <a:lnTo>
                    <a:pt x="3324310" y="1589722"/>
                  </a:lnTo>
                  <a:lnTo>
                    <a:pt x="3356857" y="1685467"/>
                  </a:lnTo>
                  <a:lnTo>
                    <a:pt x="3389408" y="1781329"/>
                  </a:lnTo>
                  <a:lnTo>
                    <a:pt x="3421943" y="1876710"/>
                  </a:lnTo>
                  <a:lnTo>
                    <a:pt x="3454447" y="1971029"/>
                  </a:lnTo>
                  <a:lnTo>
                    <a:pt x="3486908" y="2063729"/>
                  </a:lnTo>
                  <a:lnTo>
                    <a:pt x="3519323" y="2154295"/>
                  </a:lnTo>
                  <a:lnTo>
                    <a:pt x="3551701" y="2242261"/>
                  </a:lnTo>
                  <a:lnTo>
                    <a:pt x="3584065" y="2327227"/>
                  </a:lnTo>
                  <a:lnTo>
                    <a:pt x="3616453" y="2408854"/>
                  </a:lnTo>
                  <a:lnTo>
                    <a:pt x="3648923" y="2486878"/>
                  </a:lnTo>
                  <a:lnTo>
                    <a:pt x="3681553" y="2561103"/>
                  </a:lnTo>
                  <a:lnTo>
                    <a:pt x="3714446" y="2631404"/>
                  </a:lnTo>
                  <a:lnTo>
                    <a:pt x="3747729" y="2697724"/>
                  </a:lnTo>
                  <a:lnTo>
                    <a:pt x="3781565" y="2760065"/>
                  </a:lnTo>
                  <a:lnTo>
                    <a:pt x="3816146" y="2818487"/>
                  </a:lnTo>
                  <a:lnTo>
                    <a:pt x="3829811" y="2840116"/>
                  </a:lnTo>
                  <a:lnTo>
                    <a:pt x="3875600" y="2906691"/>
                  </a:lnTo>
                  <a:lnTo>
                    <a:pt x="3923704" y="2967155"/>
                  </a:lnTo>
                  <a:lnTo>
                    <a:pt x="3974803" y="3021763"/>
                  </a:lnTo>
                  <a:lnTo>
                    <a:pt x="4029640" y="3070973"/>
                  </a:lnTo>
                  <a:lnTo>
                    <a:pt x="4088981" y="3115323"/>
                  </a:lnTo>
                  <a:lnTo>
                    <a:pt x="4153563" y="3155355"/>
                  </a:lnTo>
                  <a:lnTo>
                    <a:pt x="4224036" y="3191563"/>
                  </a:lnTo>
                  <a:lnTo>
                    <a:pt x="4300878" y="3224374"/>
                  </a:lnTo>
                  <a:lnTo>
                    <a:pt x="4384287" y="3254126"/>
                  </a:lnTo>
                  <a:lnTo>
                    <a:pt x="4474038" y="3281064"/>
                  </a:lnTo>
                  <a:lnTo>
                    <a:pt x="4569326" y="3305335"/>
                  </a:lnTo>
                  <a:lnTo>
                    <a:pt x="4668611" y="3327002"/>
                  </a:lnTo>
                  <a:lnTo>
                    <a:pt x="4769524" y="3346055"/>
                  </a:lnTo>
                  <a:lnTo>
                    <a:pt x="4868885" y="3362439"/>
                  </a:lnTo>
                  <a:lnTo>
                    <a:pt x="4962905" y="3376101"/>
                  </a:lnTo>
                  <a:lnTo>
                    <a:pt x="5047601" y="3387033"/>
                  </a:lnTo>
                  <a:lnTo>
                    <a:pt x="5119392" y="3395322"/>
                  </a:lnTo>
                  <a:lnTo>
                    <a:pt x="5175743" y="3401176"/>
                  </a:lnTo>
                  <a:lnTo>
                    <a:pt x="5215693" y="3404928"/>
                  </a:lnTo>
                  <a:lnTo>
                    <a:pt x="5240127" y="3407010"/>
                  </a:lnTo>
                  <a:lnTo>
                    <a:pt x="5251749" y="3407912"/>
                  </a:lnTo>
                  <a:lnTo>
                    <a:pt x="5254861" y="3408134"/>
                  </a:lnTo>
                  <a:lnTo>
                    <a:pt x="5254955" y="3408140"/>
                  </a:lnTo>
                  <a:lnTo>
                    <a:pt x="6726343" y="3408140"/>
                  </a:lnTo>
                  <a:lnTo>
                    <a:pt x="6727549" y="3408179"/>
                  </a:lnTo>
                  <a:lnTo>
                    <a:pt x="6735470" y="3408460"/>
                  </a:lnTo>
                  <a:lnTo>
                    <a:pt x="6755402" y="3409235"/>
                  </a:lnTo>
                  <a:lnTo>
                    <a:pt x="6790949" y="3410762"/>
                  </a:lnTo>
                  <a:lnTo>
                    <a:pt x="6843753" y="3413273"/>
                  </a:lnTo>
                  <a:lnTo>
                    <a:pt x="6913371" y="3416959"/>
                  </a:lnTo>
                  <a:lnTo>
                    <a:pt x="6997477" y="3421945"/>
                  </a:lnTo>
                  <a:lnTo>
                    <a:pt x="7092400" y="3428289"/>
                  </a:lnTo>
                  <a:lnTo>
                    <a:pt x="7193847" y="3435997"/>
                  </a:lnTo>
                  <a:lnTo>
                    <a:pt x="7297615" y="3445044"/>
                  </a:lnTo>
                  <a:lnTo>
                    <a:pt x="7400118" y="3455402"/>
                  </a:lnTo>
                  <a:lnTo>
                    <a:pt x="7498651" y="3467060"/>
                  </a:lnTo>
                  <a:lnTo>
                    <a:pt x="7591447" y="3480045"/>
                  </a:lnTo>
                  <a:lnTo>
                    <a:pt x="7677571" y="3494432"/>
                  </a:lnTo>
                  <a:lnTo>
                    <a:pt x="7756750" y="3510342"/>
                  </a:lnTo>
                  <a:lnTo>
                    <a:pt x="7829190" y="3527950"/>
                  </a:lnTo>
                  <a:lnTo>
                    <a:pt x="7895411" y="3547473"/>
                  </a:lnTo>
                  <a:lnTo>
                    <a:pt x="7956126" y="3569168"/>
                  </a:lnTo>
                  <a:lnTo>
                    <a:pt x="8012141" y="3593313"/>
                  </a:lnTo>
                  <a:lnTo>
                    <a:pt x="8064286" y="3620183"/>
                  </a:lnTo>
                  <a:lnTo>
                    <a:pt x="8113365" y="3650005"/>
                  </a:lnTo>
                  <a:lnTo>
                    <a:pt x="8151487" y="3676487"/>
                  </a:lnTo>
                  <a:lnTo>
                    <a:pt x="8197209" y="3712205"/>
                  </a:lnTo>
                  <a:lnTo>
                    <a:pt x="8241611" y="3751113"/>
                  </a:lnTo>
                  <a:lnTo>
                    <a:pt x="8285128" y="3793269"/>
                  </a:lnTo>
                  <a:lnTo>
                    <a:pt x="8328096" y="3838651"/>
                  </a:lnTo>
                  <a:lnTo>
                    <a:pt x="8370764" y="3887144"/>
                  </a:lnTo>
                  <a:lnTo>
                    <a:pt x="8413310" y="3938539"/>
                  </a:lnTo>
                  <a:lnTo>
                    <a:pt x="8455849" y="3992524"/>
                  </a:lnTo>
                  <a:lnTo>
                    <a:pt x="8498445" y="4048693"/>
                  </a:lnTo>
                  <a:lnTo>
                    <a:pt x="8541118" y="4106549"/>
                  </a:lnTo>
                  <a:lnTo>
                    <a:pt x="8583858" y="4165529"/>
                  </a:lnTo>
                  <a:lnTo>
                    <a:pt x="8626632" y="4225019"/>
                  </a:lnTo>
                  <a:lnTo>
                    <a:pt x="8669397" y="4284381"/>
                  </a:lnTo>
                  <a:lnTo>
                    <a:pt x="8712114" y="4342986"/>
                  </a:lnTo>
                  <a:lnTo>
                    <a:pt x="8754756" y="4400235"/>
                  </a:lnTo>
                  <a:lnTo>
                    <a:pt x="8797325" y="4455590"/>
                  </a:lnTo>
                  <a:lnTo>
                    <a:pt x="8839856" y="4508589"/>
                  </a:lnTo>
                  <a:lnTo>
                    <a:pt x="8882433" y="4558862"/>
                  </a:lnTo>
                  <a:lnTo>
                    <a:pt x="8925196" y="4606137"/>
                  </a:lnTo>
                  <a:lnTo>
                    <a:pt x="8968348" y="4650245"/>
                  </a:lnTo>
                  <a:lnTo>
                    <a:pt x="9012172" y="4691107"/>
                  </a:lnTo>
                  <a:lnTo>
                    <a:pt x="9057040" y="4728736"/>
                  </a:lnTo>
                  <a:lnTo>
                    <a:pt x="9084767" y="4749874"/>
                  </a:lnTo>
                  <a:lnTo>
                    <a:pt x="9131894" y="4782180"/>
                  </a:lnTo>
                  <a:lnTo>
                    <a:pt x="9181490" y="4811435"/>
                  </a:lnTo>
                  <a:lnTo>
                    <a:pt x="9234298" y="4837775"/>
                  </a:lnTo>
                  <a:lnTo>
                    <a:pt x="9291130" y="4861439"/>
                  </a:lnTo>
                  <a:lnTo>
                    <a:pt x="9352818" y="4882706"/>
                  </a:lnTo>
                  <a:lnTo>
                    <a:pt x="9420156" y="4901851"/>
                  </a:lnTo>
                  <a:lnTo>
                    <a:pt x="9493828" y="4919125"/>
                  </a:lnTo>
                  <a:lnTo>
                    <a:pt x="9574306" y="4934738"/>
                  </a:lnTo>
                  <a:lnTo>
                    <a:pt x="9661719" y="4948854"/>
                  </a:lnTo>
                  <a:lnTo>
                    <a:pt x="9755685" y="4961587"/>
                  </a:lnTo>
                  <a:lnTo>
                    <a:pt x="9855125" y="4973000"/>
                  </a:lnTo>
                  <a:lnTo>
                    <a:pt x="9958099" y="4983113"/>
                  </a:lnTo>
                  <a:lnTo>
                    <a:pt x="10061730" y="4991911"/>
                  </a:lnTo>
                  <a:lnTo>
                    <a:pt x="10162284" y="4999365"/>
                  </a:lnTo>
                  <a:lnTo>
                    <a:pt x="10255497" y="5005453"/>
                  </a:lnTo>
                  <a:lnTo>
                    <a:pt x="10337135" y="5010188"/>
                  </a:lnTo>
                  <a:lnTo>
                    <a:pt x="10403726" y="5013643"/>
                  </a:lnTo>
                  <a:lnTo>
                    <a:pt x="10453265" y="5015953"/>
                  </a:lnTo>
                  <a:lnTo>
                    <a:pt x="10485696" y="5017320"/>
                  </a:lnTo>
                  <a:lnTo>
                    <a:pt x="10503045" y="5017983"/>
                  </a:lnTo>
                  <a:lnTo>
                    <a:pt x="10509257" y="5018199"/>
                  </a:lnTo>
                  <a:lnTo>
                    <a:pt x="10509911" y="5018220"/>
                  </a:lnTo>
                  <a:lnTo>
                    <a:pt x="11981298" y="501822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10" name="pl610"/>
            <p:cNvSpPr/>
            <p:nvPr/>
          </p:nvSpPr>
          <p:spPr>
            <a:xfrm>
              <a:off x="4799595" y="6099471"/>
              <a:ext cx="11981298" cy="5018220"/>
            </a:xfrm>
            <a:custGeom>
              <a:avLst/>
              <a:pathLst>
                <a:path w="11981298" h="5018220">
                  <a:moveTo>
                    <a:pt x="11981298" y="5018220"/>
                  </a:moveTo>
                  <a:lnTo>
                    <a:pt x="10509911" y="5018220"/>
                  </a:lnTo>
                  <a:lnTo>
                    <a:pt x="10508704" y="5018181"/>
                  </a:lnTo>
                  <a:lnTo>
                    <a:pt x="10500783" y="5017901"/>
                  </a:lnTo>
                  <a:lnTo>
                    <a:pt x="10480851" y="5017125"/>
                  </a:lnTo>
                  <a:lnTo>
                    <a:pt x="10445305" y="5015599"/>
                  </a:lnTo>
                  <a:lnTo>
                    <a:pt x="10392501" y="5013087"/>
                  </a:lnTo>
                  <a:lnTo>
                    <a:pt x="10322882" y="5009401"/>
                  </a:lnTo>
                  <a:lnTo>
                    <a:pt x="10238776" y="5004415"/>
                  </a:lnTo>
                  <a:lnTo>
                    <a:pt x="10143854" y="4998071"/>
                  </a:lnTo>
                  <a:lnTo>
                    <a:pt x="10042407" y="4990363"/>
                  </a:lnTo>
                  <a:lnTo>
                    <a:pt x="9938638" y="4981316"/>
                  </a:lnTo>
                  <a:lnTo>
                    <a:pt x="9836135" y="4970959"/>
                  </a:lnTo>
                  <a:lnTo>
                    <a:pt x="9737602" y="4959301"/>
                  </a:lnTo>
                  <a:lnTo>
                    <a:pt x="9644807" y="4946315"/>
                  </a:lnTo>
                  <a:lnTo>
                    <a:pt x="9558682" y="4931929"/>
                  </a:lnTo>
                  <a:lnTo>
                    <a:pt x="9479503" y="4916018"/>
                  </a:lnTo>
                  <a:lnTo>
                    <a:pt x="9407064" y="4898411"/>
                  </a:lnTo>
                  <a:lnTo>
                    <a:pt x="9340842" y="4878887"/>
                  </a:lnTo>
                  <a:lnTo>
                    <a:pt x="9280127" y="4857193"/>
                  </a:lnTo>
                  <a:lnTo>
                    <a:pt x="9224113" y="4833047"/>
                  </a:lnTo>
                  <a:lnTo>
                    <a:pt x="9171967" y="4806177"/>
                  </a:lnTo>
                  <a:lnTo>
                    <a:pt x="9122888" y="4776355"/>
                  </a:lnTo>
                  <a:lnTo>
                    <a:pt x="9084767" y="4749874"/>
                  </a:lnTo>
                  <a:lnTo>
                    <a:pt x="9039044" y="4714155"/>
                  </a:lnTo>
                  <a:lnTo>
                    <a:pt x="8994643" y="4675247"/>
                  </a:lnTo>
                  <a:lnTo>
                    <a:pt x="8951125" y="4633091"/>
                  </a:lnTo>
                  <a:lnTo>
                    <a:pt x="8908157" y="4587710"/>
                  </a:lnTo>
                  <a:lnTo>
                    <a:pt x="8865489" y="4539216"/>
                  </a:lnTo>
                  <a:lnTo>
                    <a:pt x="8822943" y="4487821"/>
                  </a:lnTo>
                  <a:lnTo>
                    <a:pt x="8780404" y="4433836"/>
                  </a:lnTo>
                  <a:lnTo>
                    <a:pt x="8737808" y="4377668"/>
                  </a:lnTo>
                  <a:lnTo>
                    <a:pt x="8695135" y="4319811"/>
                  </a:lnTo>
                  <a:lnTo>
                    <a:pt x="8652395" y="4260831"/>
                  </a:lnTo>
                  <a:lnTo>
                    <a:pt x="8609621" y="4201341"/>
                  </a:lnTo>
                  <a:lnTo>
                    <a:pt x="8566856" y="4141979"/>
                  </a:lnTo>
                  <a:lnTo>
                    <a:pt x="8524139" y="4083374"/>
                  </a:lnTo>
                  <a:lnTo>
                    <a:pt x="8481497" y="4026125"/>
                  </a:lnTo>
                  <a:lnTo>
                    <a:pt x="8438929" y="3970770"/>
                  </a:lnTo>
                  <a:lnTo>
                    <a:pt x="8396397" y="3917771"/>
                  </a:lnTo>
                  <a:lnTo>
                    <a:pt x="8353820" y="3867499"/>
                  </a:lnTo>
                  <a:lnTo>
                    <a:pt x="8311057" y="3820223"/>
                  </a:lnTo>
                  <a:lnTo>
                    <a:pt x="8267905" y="3776116"/>
                  </a:lnTo>
                  <a:lnTo>
                    <a:pt x="8224081" y="3735253"/>
                  </a:lnTo>
                  <a:lnTo>
                    <a:pt x="8179214" y="3697625"/>
                  </a:lnTo>
                  <a:lnTo>
                    <a:pt x="8151487" y="3676487"/>
                  </a:lnTo>
                  <a:lnTo>
                    <a:pt x="8104360" y="3644180"/>
                  </a:lnTo>
                  <a:lnTo>
                    <a:pt x="8054764" y="3614925"/>
                  </a:lnTo>
                  <a:lnTo>
                    <a:pt x="8001955" y="3588585"/>
                  </a:lnTo>
                  <a:lnTo>
                    <a:pt x="7945123" y="3564921"/>
                  </a:lnTo>
                  <a:lnTo>
                    <a:pt x="7883435" y="3543654"/>
                  </a:lnTo>
                  <a:lnTo>
                    <a:pt x="7816097" y="3524509"/>
                  </a:lnTo>
                  <a:lnTo>
                    <a:pt x="7742426" y="3507235"/>
                  </a:lnTo>
                  <a:lnTo>
                    <a:pt x="7661948" y="3491622"/>
                  </a:lnTo>
                  <a:lnTo>
                    <a:pt x="7574534" y="3477506"/>
                  </a:lnTo>
                  <a:lnTo>
                    <a:pt x="7480568" y="3464773"/>
                  </a:lnTo>
                  <a:lnTo>
                    <a:pt x="7381129" y="3453360"/>
                  </a:lnTo>
                  <a:lnTo>
                    <a:pt x="7278154" y="3443247"/>
                  </a:lnTo>
                  <a:lnTo>
                    <a:pt x="7174524" y="3434449"/>
                  </a:lnTo>
                  <a:lnTo>
                    <a:pt x="7073969" y="3426995"/>
                  </a:lnTo>
                  <a:lnTo>
                    <a:pt x="6980756" y="3420907"/>
                  </a:lnTo>
                  <a:lnTo>
                    <a:pt x="6899118" y="3416172"/>
                  </a:lnTo>
                  <a:lnTo>
                    <a:pt x="6832528" y="3412718"/>
                  </a:lnTo>
                  <a:lnTo>
                    <a:pt x="6782989" y="3410407"/>
                  </a:lnTo>
                  <a:lnTo>
                    <a:pt x="6750558" y="3409040"/>
                  </a:lnTo>
                  <a:lnTo>
                    <a:pt x="6733208" y="3408377"/>
                  </a:lnTo>
                  <a:lnTo>
                    <a:pt x="6726996" y="3408161"/>
                  </a:lnTo>
                  <a:lnTo>
                    <a:pt x="6726343" y="3408140"/>
                  </a:lnTo>
                  <a:lnTo>
                    <a:pt x="5254955" y="3408140"/>
                  </a:lnTo>
                  <a:lnTo>
                    <a:pt x="5253845" y="3408063"/>
                  </a:lnTo>
                  <a:lnTo>
                    <a:pt x="5246540" y="3407518"/>
                  </a:lnTo>
                  <a:lnTo>
                    <a:pt x="5228114" y="3406011"/>
                  </a:lnTo>
                  <a:lnTo>
                    <a:pt x="5195135" y="3403043"/>
                  </a:lnTo>
                  <a:lnTo>
                    <a:pt x="5145910" y="3398152"/>
                  </a:lnTo>
                  <a:lnTo>
                    <a:pt x="5080610" y="3390956"/>
                  </a:lnTo>
                  <a:lnTo>
                    <a:pt x="5001136" y="3381191"/>
                  </a:lnTo>
                  <a:lnTo>
                    <a:pt x="4910693" y="3368721"/>
                  </a:lnTo>
                  <a:lnTo>
                    <a:pt x="4813168" y="3353516"/>
                  </a:lnTo>
                  <a:lnTo>
                    <a:pt x="4712496" y="3335618"/>
                  </a:lnTo>
                  <a:lnTo>
                    <a:pt x="4612161" y="3315084"/>
                  </a:lnTo>
                  <a:lnTo>
                    <a:pt x="4514898" y="3291948"/>
                  </a:lnTo>
                  <a:lnTo>
                    <a:pt x="4422598" y="3266184"/>
                  </a:lnTo>
                  <a:lnTo>
                    <a:pt x="4336371" y="3237681"/>
                  </a:lnTo>
                  <a:lnTo>
                    <a:pt x="4256674" y="3206238"/>
                  </a:lnTo>
                  <a:lnTo>
                    <a:pt x="4183475" y="3171555"/>
                  </a:lnTo>
                  <a:lnTo>
                    <a:pt x="4116401" y="3133244"/>
                  </a:lnTo>
                  <a:lnTo>
                    <a:pt x="4054866" y="3090838"/>
                  </a:lnTo>
                  <a:lnTo>
                    <a:pt x="3998163" y="3043811"/>
                  </a:lnTo>
                  <a:lnTo>
                    <a:pt x="3945531" y="2991616"/>
                  </a:lnTo>
                  <a:lnTo>
                    <a:pt x="3896211" y="2933746"/>
                  </a:lnTo>
                  <a:lnTo>
                    <a:pt x="3849493" y="2869842"/>
                  </a:lnTo>
                  <a:lnTo>
                    <a:pt x="3829811" y="2840116"/>
                  </a:lnTo>
                  <a:lnTo>
                    <a:pt x="3794878" y="2783188"/>
                  </a:lnTo>
                  <a:lnTo>
                    <a:pt x="3760779" y="2722377"/>
                  </a:lnTo>
                  <a:lnTo>
                    <a:pt x="3727302" y="2657604"/>
                  </a:lnTo>
                  <a:lnTo>
                    <a:pt x="3694275" y="2588844"/>
                  </a:lnTo>
                  <a:lnTo>
                    <a:pt x="3661557" y="2516130"/>
                  </a:lnTo>
                  <a:lnTo>
                    <a:pt x="3629035" y="2439560"/>
                  </a:lnTo>
                  <a:lnTo>
                    <a:pt x="3596623" y="2359303"/>
                  </a:lnTo>
                  <a:lnTo>
                    <a:pt x="3564255" y="2275597"/>
                  </a:lnTo>
                  <a:lnTo>
                    <a:pt x="3531886" y="2188750"/>
                  </a:lnTo>
                  <a:lnTo>
                    <a:pt x="3499487" y="2099141"/>
                  </a:lnTo>
                  <a:lnTo>
                    <a:pt x="3467044" y="2007210"/>
                  </a:lnTo>
                  <a:lnTo>
                    <a:pt x="3434556" y="1913455"/>
                  </a:lnTo>
                  <a:lnTo>
                    <a:pt x="3402032" y="1818418"/>
                  </a:lnTo>
                  <a:lnTo>
                    <a:pt x="3369485" y="1722672"/>
                  </a:lnTo>
                  <a:lnTo>
                    <a:pt x="3336934" y="1626811"/>
                  </a:lnTo>
                  <a:lnTo>
                    <a:pt x="3304399" y="1531429"/>
                  </a:lnTo>
                  <a:lnTo>
                    <a:pt x="3271895" y="1437110"/>
                  </a:lnTo>
                  <a:lnTo>
                    <a:pt x="3239434" y="1344410"/>
                  </a:lnTo>
                  <a:lnTo>
                    <a:pt x="3207019" y="1253845"/>
                  </a:lnTo>
                  <a:lnTo>
                    <a:pt x="3174641" y="1165878"/>
                  </a:lnTo>
                  <a:lnTo>
                    <a:pt x="3142277" y="1080913"/>
                  </a:lnTo>
                  <a:lnTo>
                    <a:pt x="3109889" y="999285"/>
                  </a:lnTo>
                  <a:lnTo>
                    <a:pt x="3077419" y="921262"/>
                  </a:lnTo>
                  <a:lnTo>
                    <a:pt x="3044789" y="847037"/>
                  </a:lnTo>
                  <a:lnTo>
                    <a:pt x="3011896" y="776735"/>
                  </a:lnTo>
                  <a:lnTo>
                    <a:pt x="2978613" y="710415"/>
                  </a:lnTo>
                  <a:lnTo>
                    <a:pt x="2944778" y="648074"/>
                  </a:lnTo>
                  <a:lnTo>
                    <a:pt x="2910196" y="589652"/>
                  </a:lnTo>
                  <a:lnTo>
                    <a:pt x="2896531" y="568023"/>
                  </a:lnTo>
                  <a:lnTo>
                    <a:pt x="2850742" y="501449"/>
                  </a:lnTo>
                  <a:lnTo>
                    <a:pt x="2802638" y="440984"/>
                  </a:lnTo>
                  <a:lnTo>
                    <a:pt x="2751539" y="386376"/>
                  </a:lnTo>
                  <a:lnTo>
                    <a:pt x="2696702" y="337166"/>
                  </a:lnTo>
                  <a:lnTo>
                    <a:pt x="2637361" y="292816"/>
                  </a:lnTo>
                  <a:lnTo>
                    <a:pt x="2572779" y="252785"/>
                  </a:lnTo>
                  <a:lnTo>
                    <a:pt x="2502306" y="216576"/>
                  </a:lnTo>
                  <a:lnTo>
                    <a:pt x="2425464" y="183765"/>
                  </a:lnTo>
                  <a:lnTo>
                    <a:pt x="2342055" y="154013"/>
                  </a:lnTo>
                  <a:lnTo>
                    <a:pt x="2252304" y="127076"/>
                  </a:lnTo>
                  <a:lnTo>
                    <a:pt x="2157017" y="102804"/>
                  </a:lnTo>
                  <a:lnTo>
                    <a:pt x="2057731" y="81137"/>
                  </a:lnTo>
                  <a:lnTo>
                    <a:pt x="1956818" y="62085"/>
                  </a:lnTo>
                  <a:lnTo>
                    <a:pt x="1857457" y="45700"/>
                  </a:lnTo>
                  <a:lnTo>
                    <a:pt x="1763437" y="32039"/>
                  </a:lnTo>
                  <a:lnTo>
                    <a:pt x="1678741" y="21106"/>
                  </a:lnTo>
                  <a:lnTo>
                    <a:pt x="1606950" y="12817"/>
                  </a:lnTo>
                  <a:lnTo>
                    <a:pt x="1550600" y="6963"/>
                  </a:lnTo>
                  <a:lnTo>
                    <a:pt x="1510649" y="3212"/>
                  </a:lnTo>
                  <a:lnTo>
                    <a:pt x="1486215" y="1129"/>
                  </a:lnTo>
                  <a:lnTo>
                    <a:pt x="1474593" y="227"/>
                  </a:lnTo>
                  <a:lnTo>
                    <a:pt x="1471481" y="6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11" name="pg611"/>
            <p:cNvSpPr/>
            <p:nvPr/>
          </p:nvSpPr>
          <p:spPr>
            <a:xfrm>
              <a:off x="4799595" y="3296132"/>
              <a:ext cx="11981298" cy="6701858"/>
            </a:xfrm>
            <a:custGeom>
              <a:avLst/>
              <a:pathLst>
                <a:path w="11981298" h="6701858">
                  <a:moveTo>
                    <a:pt x="0" y="3007663"/>
                  </a:moveTo>
                  <a:lnTo>
                    <a:pt x="1471387" y="3007663"/>
                  </a:lnTo>
                  <a:lnTo>
                    <a:pt x="1472478" y="3007744"/>
                  </a:lnTo>
                  <a:lnTo>
                    <a:pt x="1479659" y="3008325"/>
                  </a:lnTo>
                  <a:lnTo>
                    <a:pt x="1497783" y="3009929"/>
                  </a:lnTo>
                  <a:lnTo>
                    <a:pt x="1530243" y="3013089"/>
                  </a:lnTo>
                  <a:lnTo>
                    <a:pt x="1578743" y="3018298"/>
                  </a:lnTo>
                  <a:lnTo>
                    <a:pt x="1643161" y="3025966"/>
                  </a:lnTo>
                  <a:lnTo>
                    <a:pt x="1721677" y="3036378"/>
                  </a:lnTo>
                  <a:lnTo>
                    <a:pt x="1811184" y="3049685"/>
                  </a:lnTo>
                  <a:lnTo>
                    <a:pt x="1907878" y="3065921"/>
                  </a:lnTo>
                  <a:lnTo>
                    <a:pt x="2007879" y="3085046"/>
                  </a:lnTo>
                  <a:lnTo>
                    <a:pt x="2107731" y="3106998"/>
                  </a:lnTo>
                  <a:lnTo>
                    <a:pt x="2204697" y="3131736"/>
                  </a:lnTo>
                  <a:lnTo>
                    <a:pt x="2296863" y="3159286"/>
                  </a:lnTo>
                  <a:lnTo>
                    <a:pt x="2383086" y="3189757"/>
                  </a:lnTo>
                  <a:lnTo>
                    <a:pt x="2462873" y="3223355"/>
                  </a:lnTo>
                  <a:lnTo>
                    <a:pt x="2536220" y="3260391"/>
                  </a:lnTo>
                  <a:lnTo>
                    <a:pt x="2603468" y="3301270"/>
                  </a:lnTo>
                  <a:lnTo>
                    <a:pt x="2665176" y="3346482"/>
                  </a:lnTo>
                  <a:lnTo>
                    <a:pt x="2722033" y="3396582"/>
                  </a:lnTo>
                  <a:lnTo>
                    <a:pt x="2774782" y="3452154"/>
                  </a:lnTo>
                  <a:lnTo>
                    <a:pt x="2824169" y="3513744"/>
                  </a:lnTo>
                  <a:lnTo>
                    <a:pt x="2870903" y="3581765"/>
                  </a:lnTo>
                  <a:lnTo>
                    <a:pt x="2896531" y="3623362"/>
                  </a:lnTo>
                  <a:lnTo>
                    <a:pt x="2930282" y="3682885"/>
                  </a:lnTo>
                  <a:lnTo>
                    <a:pt x="2963248" y="3746330"/>
                  </a:lnTo>
                  <a:lnTo>
                    <a:pt x="2995622" y="3813776"/>
                  </a:lnTo>
                  <a:lnTo>
                    <a:pt x="3027562" y="3885254"/>
                  </a:lnTo>
                  <a:lnTo>
                    <a:pt x="3059197" y="3960738"/>
                  </a:lnTo>
                  <a:lnTo>
                    <a:pt x="3090632" y="4040141"/>
                  </a:lnTo>
                  <a:lnTo>
                    <a:pt x="3121951" y="4123313"/>
                  </a:lnTo>
                  <a:lnTo>
                    <a:pt x="3153215" y="4210037"/>
                  </a:lnTo>
                  <a:lnTo>
                    <a:pt x="3184471" y="4300029"/>
                  </a:lnTo>
                  <a:lnTo>
                    <a:pt x="3215749" y="4392939"/>
                  </a:lnTo>
                  <a:lnTo>
                    <a:pt x="3247064" y="4488355"/>
                  </a:lnTo>
                  <a:lnTo>
                    <a:pt x="3278422" y="4585811"/>
                  </a:lnTo>
                  <a:lnTo>
                    <a:pt x="3309818" y="4684794"/>
                  </a:lnTo>
                  <a:lnTo>
                    <a:pt x="3341242" y="4784755"/>
                  </a:lnTo>
                  <a:lnTo>
                    <a:pt x="3372678" y="4885122"/>
                  </a:lnTo>
                  <a:lnTo>
                    <a:pt x="3404109" y="4985312"/>
                  </a:lnTo>
                  <a:lnTo>
                    <a:pt x="3435518" y="5084749"/>
                  </a:lnTo>
                  <a:lnTo>
                    <a:pt x="3466892" y="5182872"/>
                  </a:lnTo>
                  <a:lnTo>
                    <a:pt x="3498224" y="5279153"/>
                  </a:lnTo>
                  <a:lnTo>
                    <a:pt x="3529515" y="5373105"/>
                  </a:lnTo>
                  <a:lnTo>
                    <a:pt x="3560777" y="5464296"/>
                  </a:lnTo>
                  <a:lnTo>
                    <a:pt x="3592033" y="5552349"/>
                  </a:lnTo>
                  <a:lnTo>
                    <a:pt x="3623324" y="5636954"/>
                  </a:lnTo>
                  <a:lnTo>
                    <a:pt x="3654705" y="5717868"/>
                  </a:lnTo>
                  <a:lnTo>
                    <a:pt x="3686250" y="5794915"/>
                  </a:lnTo>
                  <a:lnTo>
                    <a:pt x="3718055" y="5867982"/>
                  </a:lnTo>
                  <a:lnTo>
                    <a:pt x="3750240" y="5937020"/>
                  </a:lnTo>
                  <a:lnTo>
                    <a:pt x="3782951" y="6002040"/>
                  </a:lnTo>
                  <a:lnTo>
                    <a:pt x="3816367" y="6063100"/>
                  </a:lnTo>
                  <a:lnTo>
                    <a:pt x="3829811" y="6086159"/>
                  </a:lnTo>
                  <a:lnTo>
                    <a:pt x="3875323" y="6157914"/>
                  </a:lnTo>
                  <a:lnTo>
                    <a:pt x="3923120" y="6223124"/>
                  </a:lnTo>
                  <a:lnTo>
                    <a:pt x="3973867" y="6282056"/>
                  </a:lnTo>
                  <a:lnTo>
                    <a:pt x="4028296" y="6335195"/>
                  </a:lnTo>
                  <a:lnTo>
                    <a:pt x="4087157" y="6383115"/>
                  </a:lnTo>
                  <a:lnTo>
                    <a:pt x="4151177" y="6426392"/>
                  </a:lnTo>
                  <a:lnTo>
                    <a:pt x="4220999" y="6465557"/>
                  </a:lnTo>
                  <a:lnTo>
                    <a:pt x="4297100" y="6501066"/>
                  </a:lnTo>
                  <a:lnTo>
                    <a:pt x="4379690" y="6533282"/>
                  </a:lnTo>
                  <a:lnTo>
                    <a:pt x="4468573" y="6562473"/>
                  </a:lnTo>
                  <a:lnTo>
                    <a:pt x="4562993" y="6588802"/>
                  </a:lnTo>
                  <a:lnTo>
                    <a:pt x="4661488" y="6612339"/>
                  </a:lnTo>
                  <a:lnTo>
                    <a:pt x="4761786" y="6633078"/>
                  </a:lnTo>
                  <a:lnTo>
                    <a:pt x="4860818" y="6650964"/>
                  </a:lnTo>
                  <a:lnTo>
                    <a:pt x="4954895" y="6665938"/>
                  </a:lnTo>
                  <a:lnTo>
                    <a:pt x="5040100" y="6677985"/>
                  </a:lnTo>
                  <a:lnTo>
                    <a:pt x="5112850" y="6687187"/>
                  </a:lnTo>
                  <a:lnTo>
                    <a:pt x="5170529" y="6693751"/>
                  </a:lnTo>
                  <a:lnTo>
                    <a:pt x="5212015" y="6698019"/>
                  </a:lnTo>
                  <a:lnTo>
                    <a:pt x="5237976" y="6700444"/>
                  </a:lnTo>
                  <a:lnTo>
                    <a:pt x="5250871" y="6701541"/>
                  </a:lnTo>
                  <a:lnTo>
                    <a:pt x="5254750" y="6701843"/>
                  </a:lnTo>
                  <a:lnTo>
                    <a:pt x="5254955" y="6701858"/>
                  </a:lnTo>
                  <a:lnTo>
                    <a:pt x="6726343" y="6701858"/>
                  </a:lnTo>
                  <a:lnTo>
                    <a:pt x="6727117" y="6701754"/>
                  </a:lnTo>
                  <a:lnTo>
                    <a:pt x="6732245" y="6701017"/>
                  </a:lnTo>
                  <a:lnTo>
                    <a:pt x="6745309" y="6698982"/>
                  </a:lnTo>
                  <a:lnTo>
                    <a:pt x="6769006" y="6694968"/>
                  </a:lnTo>
                  <a:lnTo>
                    <a:pt x="6805015" y="6688318"/>
                  </a:lnTo>
                  <a:lnTo>
                    <a:pt x="6853891" y="6678448"/>
                  </a:lnTo>
                  <a:lnTo>
                    <a:pt x="6915047" y="6664893"/>
                  </a:lnTo>
                  <a:lnTo>
                    <a:pt x="6986897" y="6647339"/>
                  </a:lnTo>
                  <a:lnTo>
                    <a:pt x="7067118" y="6625624"/>
                  </a:lnTo>
                  <a:lnTo>
                    <a:pt x="7152999" y="6599712"/>
                  </a:lnTo>
                  <a:lnTo>
                    <a:pt x="7241792" y="6569654"/>
                  </a:lnTo>
                  <a:lnTo>
                    <a:pt x="7330989" y="6535532"/>
                  </a:lnTo>
                  <a:lnTo>
                    <a:pt x="7418512" y="6497410"/>
                  </a:lnTo>
                  <a:lnTo>
                    <a:pt x="7502792" y="6455292"/>
                  </a:lnTo>
                  <a:lnTo>
                    <a:pt x="7582771" y="6409097"/>
                  </a:lnTo>
                  <a:lnTo>
                    <a:pt x="7657846" y="6358634"/>
                  </a:lnTo>
                  <a:lnTo>
                    <a:pt x="7727784" y="6303600"/>
                  </a:lnTo>
                  <a:lnTo>
                    <a:pt x="7792638" y="6243579"/>
                  </a:lnTo>
                  <a:lnTo>
                    <a:pt x="7852665" y="6178044"/>
                  </a:lnTo>
                  <a:lnTo>
                    <a:pt x="7908258" y="6106373"/>
                  </a:lnTo>
                  <a:lnTo>
                    <a:pt x="7959893" y="6027867"/>
                  </a:lnTo>
                  <a:lnTo>
                    <a:pt x="8008089" y="5941785"/>
                  </a:lnTo>
                  <a:lnTo>
                    <a:pt x="8053377" y="5847397"/>
                  </a:lnTo>
                  <a:lnTo>
                    <a:pt x="8096273" y="5744072"/>
                  </a:lnTo>
                  <a:lnTo>
                    <a:pt x="8137257" y="5631406"/>
                  </a:lnTo>
                  <a:lnTo>
                    <a:pt x="8151487" y="5588968"/>
                  </a:lnTo>
                  <a:lnTo>
                    <a:pt x="8177249" y="5507735"/>
                  </a:lnTo>
                  <a:lnTo>
                    <a:pt x="8202527" y="5422424"/>
                  </a:lnTo>
                  <a:lnTo>
                    <a:pt x="8227413" y="5332956"/>
                  </a:lnTo>
                  <a:lnTo>
                    <a:pt x="8251985" y="5239284"/>
                  </a:lnTo>
                  <a:lnTo>
                    <a:pt x="8276309" y="5141389"/>
                  </a:lnTo>
                  <a:lnTo>
                    <a:pt x="8300443" y="5039290"/>
                  </a:lnTo>
                  <a:lnTo>
                    <a:pt x="8324438" y="4933040"/>
                  </a:lnTo>
                  <a:lnTo>
                    <a:pt x="8348335" y="4822728"/>
                  </a:lnTo>
                  <a:lnTo>
                    <a:pt x="8372168" y="4708486"/>
                  </a:lnTo>
                  <a:lnTo>
                    <a:pt x="8395966" y="4590485"/>
                  </a:lnTo>
                  <a:lnTo>
                    <a:pt x="8419749" y="4468937"/>
                  </a:lnTo>
                  <a:lnTo>
                    <a:pt x="8443536" y="4344094"/>
                  </a:lnTo>
                  <a:lnTo>
                    <a:pt x="8467336" y="4216248"/>
                  </a:lnTo>
                  <a:lnTo>
                    <a:pt x="8491158" y="4085728"/>
                  </a:lnTo>
                  <a:lnTo>
                    <a:pt x="8515005" y="3952895"/>
                  </a:lnTo>
                  <a:lnTo>
                    <a:pt x="8538876" y="3818143"/>
                  </a:lnTo>
                  <a:lnTo>
                    <a:pt x="8562769" y="3681890"/>
                  </a:lnTo>
                  <a:lnTo>
                    <a:pt x="8586678" y="3544575"/>
                  </a:lnTo>
                  <a:lnTo>
                    <a:pt x="8610597" y="3406651"/>
                  </a:lnTo>
                  <a:lnTo>
                    <a:pt x="8634519" y="3268582"/>
                  </a:lnTo>
                  <a:lnTo>
                    <a:pt x="8658435" y="3130830"/>
                  </a:lnTo>
                  <a:lnTo>
                    <a:pt x="8682339" y="2993856"/>
                  </a:lnTo>
                  <a:lnTo>
                    <a:pt x="8706224" y="2858109"/>
                  </a:lnTo>
                  <a:lnTo>
                    <a:pt x="8730087" y="2724020"/>
                  </a:lnTo>
                  <a:lnTo>
                    <a:pt x="8753924" y="2592000"/>
                  </a:lnTo>
                  <a:lnTo>
                    <a:pt x="8777738" y="2462430"/>
                  </a:lnTo>
                  <a:lnTo>
                    <a:pt x="8801532" y="2335660"/>
                  </a:lnTo>
                  <a:lnTo>
                    <a:pt x="8825316" y="2212006"/>
                  </a:lnTo>
                  <a:lnTo>
                    <a:pt x="8849102" y="2091745"/>
                  </a:lnTo>
                  <a:lnTo>
                    <a:pt x="8872910" y="1975114"/>
                  </a:lnTo>
                  <a:lnTo>
                    <a:pt x="8896763" y="1862311"/>
                  </a:lnTo>
                  <a:lnTo>
                    <a:pt x="8920692" y="1753491"/>
                  </a:lnTo>
                  <a:lnTo>
                    <a:pt x="8944733" y="1648770"/>
                  </a:lnTo>
                  <a:lnTo>
                    <a:pt x="8968932" y="1548224"/>
                  </a:lnTo>
                  <a:lnTo>
                    <a:pt x="8993340" y="1451894"/>
                  </a:lnTo>
                  <a:lnTo>
                    <a:pt x="9018020" y="1359784"/>
                  </a:lnTo>
                  <a:lnTo>
                    <a:pt x="9043042" y="1271863"/>
                  </a:lnTo>
                  <a:lnTo>
                    <a:pt x="9068488" y="1188073"/>
                  </a:lnTo>
                  <a:lnTo>
                    <a:pt x="9084767" y="1137408"/>
                  </a:lnTo>
                  <a:lnTo>
                    <a:pt x="9125174" y="1021388"/>
                  </a:lnTo>
                  <a:lnTo>
                    <a:pt x="9167336" y="914762"/>
                  </a:lnTo>
                  <a:lnTo>
                    <a:pt x="9211713" y="817252"/>
                  </a:lnTo>
                  <a:lnTo>
                    <a:pt x="9258811" y="728289"/>
                  </a:lnTo>
                  <a:lnTo>
                    <a:pt x="9309160" y="647168"/>
                  </a:lnTo>
                  <a:lnTo>
                    <a:pt x="9363284" y="573144"/>
                  </a:lnTo>
                  <a:lnTo>
                    <a:pt x="9421680" y="505498"/>
                  </a:lnTo>
                  <a:lnTo>
                    <a:pt x="9484776" y="443577"/>
                  </a:lnTo>
                  <a:lnTo>
                    <a:pt x="9552883" y="386819"/>
                  </a:lnTo>
                  <a:lnTo>
                    <a:pt x="9626136" y="334767"/>
                  </a:lnTo>
                  <a:lnTo>
                    <a:pt x="9704416" y="287078"/>
                  </a:lnTo>
                  <a:lnTo>
                    <a:pt x="9787259" y="243521"/>
                  </a:lnTo>
                  <a:lnTo>
                    <a:pt x="9873778" y="203978"/>
                  </a:lnTo>
                  <a:lnTo>
                    <a:pt x="9962591" y="168425"/>
                  </a:lnTo>
                  <a:lnTo>
                    <a:pt x="10051796" y="136908"/>
                  </a:lnTo>
                  <a:lnTo>
                    <a:pt x="10139023" y="109510"/>
                  </a:lnTo>
                  <a:lnTo>
                    <a:pt x="10221582" y="86297"/>
                  </a:lnTo>
                  <a:lnTo>
                    <a:pt x="10296710" y="67271"/>
                  </a:lnTo>
                  <a:lnTo>
                    <a:pt x="10361906" y="52319"/>
                  </a:lnTo>
                  <a:lnTo>
                    <a:pt x="10415283" y="41181"/>
                  </a:lnTo>
                  <a:lnTo>
                    <a:pt x="10455876" y="33444"/>
                  </a:lnTo>
                  <a:lnTo>
                    <a:pt x="10483826" y="28563"/>
                  </a:lnTo>
                  <a:lnTo>
                    <a:pt x="10500421" y="25901"/>
                  </a:lnTo>
                  <a:lnTo>
                    <a:pt x="10508011" y="24778"/>
                  </a:lnTo>
                  <a:lnTo>
                    <a:pt x="10509911" y="24518"/>
                  </a:lnTo>
                  <a:lnTo>
                    <a:pt x="11981298" y="24518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9137" y="103"/>
                  </a:lnTo>
                  <a:lnTo>
                    <a:pt x="10504008" y="840"/>
                  </a:lnTo>
                  <a:lnTo>
                    <a:pt x="10490944" y="2875"/>
                  </a:lnTo>
                  <a:lnTo>
                    <a:pt x="10467248" y="6889"/>
                  </a:lnTo>
                  <a:lnTo>
                    <a:pt x="10431238" y="13539"/>
                  </a:lnTo>
                  <a:lnTo>
                    <a:pt x="10382362" y="23410"/>
                  </a:lnTo>
                  <a:lnTo>
                    <a:pt x="10321206" y="36965"/>
                  </a:lnTo>
                  <a:lnTo>
                    <a:pt x="10249356" y="54518"/>
                  </a:lnTo>
                  <a:lnTo>
                    <a:pt x="10169136" y="76234"/>
                  </a:lnTo>
                  <a:lnTo>
                    <a:pt x="10083254" y="102145"/>
                  </a:lnTo>
                  <a:lnTo>
                    <a:pt x="9994461" y="132203"/>
                  </a:lnTo>
                  <a:lnTo>
                    <a:pt x="9905264" y="166326"/>
                  </a:lnTo>
                  <a:lnTo>
                    <a:pt x="9817742" y="204448"/>
                  </a:lnTo>
                  <a:lnTo>
                    <a:pt x="9733462" y="246565"/>
                  </a:lnTo>
                  <a:lnTo>
                    <a:pt x="9653482" y="292761"/>
                  </a:lnTo>
                  <a:lnTo>
                    <a:pt x="9578407" y="343224"/>
                  </a:lnTo>
                  <a:lnTo>
                    <a:pt x="9508469" y="398257"/>
                  </a:lnTo>
                  <a:lnTo>
                    <a:pt x="9443615" y="458279"/>
                  </a:lnTo>
                  <a:lnTo>
                    <a:pt x="9383588" y="523813"/>
                  </a:lnTo>
                  <a:lnTo>
                    <a:pt x="9327995" y="595484"/>
                  </a:lnTo>
                  <a:lnTo>
                    <a:pt x="9276360" y="673990"/>
                  </a:lnTo>
                  <a:lnTo>
                    <a:pt x="9228164" y="760073"/>
                  </a:lnTo>
                  <a:lnTo>
                    <a:pt x="9182877" y="854461"/>
                  </a:lnTo>
                  <a:lnTo>
                    <a:pt x="9139981" y="957786"/>
                  </a:lnTo>
                  <a:lnTo>
                    <a:pt x="9098997" y="1070452"/>
                  </a:lnTo>
                  <a:lnTo>
                    <a:pt x="9084767" y="1112889"/>
                  </a:lnTo>
                  <a:lnTo>
                    <a:pt x="9059005" y="1194122"/>
                  </a:lnTo>
                  <a:lnTo>
                    <a:pt x="9033726" y="1279434"/>
                  </a:lnTo>
                  <a:lnTo>
                    <a:pt x="9008840" y="1368902"/>
                  </a:lnTo>
                  <a:lnTo>
                    <a:pt x="8984269" y="1462574"/>
                  </a:lnTo>
                  <a:lnTo>
                    <a:pt x="8959945" y="1560468"/>
                  </a:lnTo>
                  <a:lnTo>
                    <a:pt x="8935810" y="1662567"/>
                  </a:lnTo>
                  <a:lnTo>
                    <a:pt x="8911815" y="1768818"/>
                  </a:lnTo>
                  <a:lnTo>
                    <a:pt x="8887918" y="1879130"/>
                  </a:lnTo>
                  <a:lnTo>
                    <a:pt x="8864085" y="1993372"/>
                  </a:lnTo>
                  <a:lnTo>
                    <a:pt x="8840288" y="2111373"/>
                  </a:lnTo>
                  <a:lnTo>
                    <a:pt x="8816504" y="2232921"/>
                  </a:lnTo>
                  <a:lnTo>
                    <a:pt x="8792718" y="2357763"/>
                  </a:lnTo>
                  <a:lnTo>
                    <a:pt x="8768917" y="2485609"/>
                  </a:lnTo>
                  <a:lnTo>
                    <a:pt x="8745095" y="2616130"/>
                  </a:lnTo>
                  <a:lnTo>
                    <a:pt x="8721248" y="2748963"/>
                  </a:lnTo>
                  <a:lnTo>
                    <a:pt x="8697377" y="2883715"/>
                  </a:lnTo>
                  <a:lnTo>
                    <a:pt x="8673484" y="3019968"/>
                  </a:lnTo>
                  <a:lnTo>
                    <a:pt x="8649575" y="3157283"/>
                  </a:lnTo>
                  <a:lnTo>
                    <a:pt x="8625656" y="3295206"/>
                  </a:lnTo>
                  <a:lnTo>
                    <a:pt x="8601734" y="3433276"/>
                  </a:lnTo>
                  <a:lnTo>
                    <a:pt x="8577818" y="3571028"/>
                  </a:lnTo>
                  <a:lnTo>
                    <a:pt x="8553914" y="3708001"/>
                  </a:lnTo>
                  <a:lnTo>
                    <a:pt x="8530029" y="3843749"/>
                  </a:lnTo>
                  <a:lnTo>
                    <a:pt x="8506167" y="3977837"/>
                  </a:lnTo>
                  <a:lnTo>
                    <a:pt x="8482329" y="4109858"/>
                  </a:lnTo>
                  <a:lnTo>
                    <a:pt x="8458516" y="4239428"/>
                  </a:lnTo>
                  <a:lnTo>
                    <a:pt x="8434721" y="4366197"/>
                  </a:lnTo>
                  <a:lnTo>
                    <a:pt x="8410938" y="4489851"/>
                  </a:lnTo>
                  <a:lnTo>
                    <a:pt x="8387151" y="4610112"/>
                  </a:lnTo>
                  <a:lnTo>
                    <a:pt x="8363343" y="4726743"/>
                  </a:lnTo>
                  <a:lnTo>
                    <a:pt x="8339490" y="4839547"/>
                  </a:lnTo>
                  <a:lnTo>
                    <a:pt x="8315562" y="4948367"/>
                  </a:lnTo>
                  <a:lnTo>
                    <a:pt x="8291520" y="5053088"/>
                  </a:lnTo>
                  <a:lnTo>
                    <a:pt x="8267321" y="5153633"/>
                  </a:lnTo>
                  <a:lnTo>
                    <a:pt x="8242913" y="5249963"/>
                  </a:lnTo>
                  <a:lnTo>
                    <a:pt x="8218234" y="5342074"/>
                  </a:lnTo>
                  <a:lnTo>
                    <a:pt x="8193212" y="5429995"/>
                  </a:lnTo>
                  <a:lnTo>
                    <a:pt x="8167765" y="5513785"/>
                  </a:lnTo>
                  <a:lnTo>
                    <a:pt x="8151487" y="5564449"/>
                  </a:lnTo>
                  <a:lnTo>
                    <a:pt x="8111079" y="5680469"/>
                  </a:lnTo>
                  <a:lnTo>
                    <a:pt x="8068917" y="5787095"/>
                  </a:lnTo>
                  <a:lnTo>
                    <a:pt x="8024540" y="5884606"/>
                  </a:lnTo>
                  <a:lnTo>
                    <a:pt x="7977442" y="5973568"/>
                  </a:lnTo>
                  <a:lnTo>
                    <a:pt x="7927094" y="6054689"/>
                  </a:lnTo>
                  <a:lnTo>
                    <a:pt x="7872969" y="6128714"/>
                  </a:lnTo>
                  <a:lnTo>
                    <a:pt x="7814573" y="6196360"/>
                  </a:lnTo>
                  <a:lnTo>
                    <a:pt x="7751478" y="6258281"/>
                  </a:lnTo>
                  <a:lnTo>
                    <a:pt x="7683370" y="6315039"/>
                  </a:lnTo>
                  <a:lnTo>
                    <a:pt x="7610117" y="6367091"/>
                  </a:lnTo>
                  <a:lnTo>
                    <a:pt x="7531838" y="6414780"/>
                  </a:lnTo>
                  <a:lnTo>
                    <a:pt x="7448994" y="6458336"/>
                  </a:lnTo>
                  <a:lnTo>
                    <a:pt x="7362475" y="6497879"/>
                  </a:lnTo>
                  <a:lnTo>
                    <a:pt x="7273662" y="6533433"/>
                  </a:lnTo>
                  <a:lnTo>
                    <a:pt x="7184457" y="6564949"/>
                  </a:lnTo>
                  <a:lnTo>
                    <a:pt x="7097230" y="6592348"/>
                  </a:lnTo>
                  <a:lnTo>
                    <a:pt x="7014671" y="6615560"/>
                  </a:lnTo>
                  <a:lnTo>
                    <a:pt x="6939543" y="6634586"/>
                  </a:lnTo>
                  <a:lnTo>
                    <a:pt x="6874347" y="6649539"/>
                  </a:lnTo>
                  <a:lnTo>
                    <a:pt x="6820970" y="6660677"/>
                  </a:lnTo>
                  <a:lnTo>
                    <a:pt x="6780377" y="6668413"/>
                  </a:lnTo>
                  <a:lnTo>
                    <a:pt x="6752427" y="6673294"/>
                  </a:lnTo>
                  <a:lnTo>
                    <a:pt x="6735832" y="6675957"/>
                  </a:lnTo>
                  <a:lnTo>
                    <a:pt x="6728242" y="6677079"/>
                  </a:lnTo>
                  <a:lnTo>
                    <a:pt x="6726343" y="6677339"/>
                  </a:lnTo>
                  <a:lnTo>
                    <a:pt x="5254955" y="6677339"/>
                  </a:lnTo>
                  <a:lnTo>
                    <a:pt x="5253864" y="6677258"/>
                  </a:lnTo>
                  <a:lnTo>
                    <a:pt x="5246683" y="6676677"/>
                  </a:lnTo>
                  <a:lnTo>
                    <a:pt x="5228560" y="6675073"/>
                  </a:lnTo>
                  <a:lnTo>
                    <a:pt x="5196099" y="6671913"/>
                  </a:lnTo>
                  <a:lnTo>
                    <a:pt x="5147599" y="6666704"/>
                  </a:lnTo>
                  <a:lnTo>
                    <a:pt x="5083181" y="6659036"/>
                  </a:lnTo>
                  <a:lnTo>
                    <a:pt x="5004665" y="6648624"/>
                  </a:lnTo>
                  <a:lnTo>
                    <a:pt x="4915158" y="6635317"/>
                  </a:lnTo>
                  <a:lnTo>
                    <a:pt x="4818464" y="6619081"/>
                  </a:lnTo>
                  <a:lnTo>
                    <a:pt x="4718463" y="6599956"/>
                  </a:lnTo>
                  <a:lnTo>
                    <a:pt x="4618612" y="6578004"/>
                  </a:lnTo>
                  <a:lnTo>
                    <a:pt x="4521645" y="6553266"/>
                  </a:lnTo>
                  <a:lnTo>
                    <a:pt x="4429480" y="6525716"/>
                  </a:lnTo>
                  <a:lnTo>
                    <a:pt x="4343256" y="6495245"/>
                  </a:lnTo>
                  <a:lnTo>
                    <a:pt x="4263469" y="6461647"/>
                  </a:lnTo>
                  <a:lnTo>
                    <a:pt x="4190122" y="6424611"/>
                  </a:lnTo>
                  <a:lnTo>
                    <a:pt x="4122874" y="6383732"/>
                  </a:lnTo>
                  <a:lnTo>
                    <a:pt x="4061166" y="6338520"/>
                  </a:lnTo>
                  <a:lnTo>
                    <a:pt x="4004309" y="6288420"/>
                  </a:lnTo>
                  <a:lnTo>
                    <a:pt x="3951561" y="6232848"/>
                  </a:lnTo>
                  <a:lnTo>
                    <a:pt x="3902173" y="6171258"/>
                  </a:lnTo>
                  <a:lnTo>
                    <a:pt x="3855439" y="6103237"/>
                  </a:lnTo>
                  <a:lnTo>
                    <a:pt x="3829811" y="6061640"/>
                  </a:lnTo>
                  <a:lnTo>
                    <a:pt x="3796060" y="6002117"/>
                  </a:lnTo>
                  <a:lnTo>
                    <a:pt x="3763094" y="5938672"/>
                  </a:lnTo>
                  <a:lnTo>
                    <a:pt x="3730720" y="5871226"/>
                  </a:lnTo>
                  <a:lnTo>
                    <a:pt x="3698781" y="5799748"/>
                  </a:lnTo>
                  <a:lnTo>
                    <a:pt x="3667145" y="5724264"/>
                  </a:lnTo>
                  <a:lnTo>
                    <a:pt x="3635710" y="5644861"/>
                  </a:lnTo>
                  <a:lnTo>
                    <a:pt x="3604391" y="5561689"/>
                  </a:lnTo>
                  <a:lnTo>
                    <a:pt x="3573127" y="5474965"/>
                  </a:lnTo>
                  <a:lnTo>
                    <a:pt x="3541871" y="5384973"/>
                  </a:lnTo>
                  <a:lnTo>
                    <a:pt x="3510593" y="5292063"/>
                  </a:lnTo>
                  <a:lnTo>
                    <a:pt x="3479278" y="5196647"/>
                  </a:lnTo>
                  <a:lnTo>
                    <a:pt x="3447920" y="5099191"/>
                  </a:lnTo>
                  <a:lnTo>
                    <a:pt x="3416524" y="5000208"/>
                  </a:lnTo>
                  <a:lnTo>
                    <a:pt x="3385100" y="4900247"/>
                  </a:lnTo>
                  <a:lnTo>
                    <a:pt x="3353664" y="4799880"/>
                  </a:lnTo>
                  <a:lnTo>
                    <a:pt x="3322233" y="4699690"/>
                  </a:lnTo>
                  <a:lnTo>
                    <a:pt x="3290824" y="4600253"/>
                  </a:lnTo>
                  <a:lnTo>
                    <a:pt x="3259450" y="4502130"/>
                  </a:lnTo>
                  <a:lnTo>
                    <a:pt x="3228118" y="4405849"/>
                  </a:lnTo>
                  <a:lnTo>
                    <a:pt x="3196827" y="4311897"/>
                  </a:lnTo>
                  <a:lnTo>
                    <a:pt x="3165565" y="4220706"/>
                  </a:lnTo>
                  <a:lnTo>
                    <a:pt x="3134309" y="4132653"/>
                  </a:lnTo>
                  <a:lnTo>
                    <a:pt x="3103018" y="4048048"/>
                  </a:lnTo>
                  <a:lnTo>
                    <a:pt x="3071637" y="3967134"/>
                  </a:lnTo>
                  <a:lnTo>
                    <a:pt x="3040092" y="3890087"/>
                  </a:lnTo>
                  <a:lnTo>
                    <a:pt x="3008287" y="3817020"/>
                  </a:lnTo>
                  <a:lnTo>
                    <a:pt x="2976102" y="3747982"/>
                  </a:lnTo>
                  <a:lnTo>
                    <a:pt x="2943391" y="3682962"/>
                  </a:lnTo>
                  <a:lnTo>
                    <a:pt x="2909975" y="3621902"/>
                  </a:lnTo>
                  <a:lnTo>
                    <a:pt x="2896531" y="3598843"/>
                  </a:lnTo>
                  <a:lnTo>
                    <a:pt x="2851019" y="3527088"/>
                  </a:lnTo>
                  <a:lnTo>
                    <a:pt x="2803222" y="3461878"/>
                  </a:lnTo>
                  <a:lnTo>
                    <a:pt x="2752475" y="3402946"/>
                  </a:lnTo>
                  <a:lnTo>
                    <a:pt x="2698046" y="3349807"/>
                  </a:lnTo>
                  <a:lnTo>
                    <a:pt x="2639185" y="3301887"/>
                  </a:lnTo>
                  <a:lnTo>
                    <a:pt x="2575165" y="3258610"/>
                  </a:lnTo>
                  <a:lnTo>
                    <a:pt x="2505343" y="3219445"/>
                  </a:lnTo>
                  <a:lnTo>
                    <a:pt x="2429242" y="3183936"/>
                  </a:lnTo>
                  <a:lnTo>
                    <a:pt x="2346652" y="3151720"/>
                  </a:lnTo>
                  <a:lnTo>
                    <a:pt x="2257769" y="3122529"/>
                  </a:lnTo>
                  <a:lnTo>
                    <a:pt x="2163349" y="3096200"/>
                  </a:lnTo>
                  <a:lnTo>
                    <a:pt x="2064854" y="3072663"/>
                  </a:lnTo>
                  <a:lnTo>
                    <a:pt x="1964556" y="3051924"/>
                  </a:lnTo>
                  <a:lnTo>
                    <a:pt x="1865524" y="3034038"/>
                  </a:lnTo>
                  <a:lnTo>
                    <a:pt x="1771447" y="3019064"/>
                  </a:lnTo>
                  <a:lnTo>
                    <a:pt x="1686242" y="3007017"/>
                  </a:lnTo>
                  <a:lnTo>
                    <a:pt x="1613492" y="2997815"/>
                  </a:lnTo>
                  <a:lnTo>
                    <a:pt x="1555813" y="2991251"/>
                  </a:lnTo>
                  <a:lnTo>
                    <a:pt x="1514327" y="2986983"/>
                  </a:lnTo>
                  <a:lnTo>
                    <a:pt x="1488366" y="2984558"/>
                  </a:lnTo>
                  <a:lnTo>
                    <a:pt x="1475471" y="2983461"/>
                  </a:lnTo>
                  <a:lnTo>
                    <a:pt x="1471592" y="2983159"/>
                  </a:lnTo>
                  <a:lnTo>
                    <a:pt x="1471387" y="2983144"/>
                  </a:lnTo>
                  <a:lnTo>
                    <a:pt x="0" y="2983144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612" name="pl612"/>
            <p:cNvSpPr/>
            <p:nvPr/>
          </p:nvSpPr>
          <p:spPr>
            <a:xfrm>
              <a:off x="4799595" y="3320651"/>
              <a:ext cx="11981298" cy="6677339"/>
            </a:xfrm>
            <a:custGeom>
              <a:avLst/>
              <a:pathLst>
                <a:path w="11981298" h="6677339">
                  <a:moveTo>
                    <a:pt x="0" y="2983144"/>
                  </a:moveTo>
                  <a:lnTo>
                    <a:pt x="1471387" y="2983144"/>
                  </a:lnTo>
                  <a:lnTo>
                    <a:pt x="1472478" y="2983225"/>
                  </a:lnTo>
                  <a:lnTo>
                    <a:pt x="1479659" y="2983806"/>
                  </a:lnTo>
                  <a:lnTo>
                    <a:pt x="1497783" y="2985410"/>
                  </a:lnTo>
                  <a:lnTo>
                    <a:pt x="1530243" y="2988570"/>
                  </a:lnTo>
                  <a:lnTo>
                    <a:pt x="1578743" y="2993779"/>
                  </a:lnTo>
                  <a:lnTo>
                    <a:pt x="1643161" y="3001447"/>
                  </a:lnTo>
                  <a:lnTo>
                    <a:pt x="1721677" y="3011859"/>
                  </a:lnTo>
                  <a:lnTo>
                    <a:pt x="1811184" y="3025166"/>
                  </a:lnTo>
                  <a:lnTo>
                    <a:pt x="1907878" y="3041402"/>
                  </a:lnTo>
                  <a:lnTo>
                    <a:pt x="2007879" y="3060527"/>
                  </a:lnTo>
                  <a:lnTo>
                    <a:pt x="2107731" y="3082479"/>
                  </a:lnTo>
                  <a:lnTo>
                    <a:pt x="2204697" y="3107217"/>
                  </a:lnTo>
                  <a:lnTo>
                    <a:pt x="2296863" y="3134767"/>
                  </a:lnTo>
                  <a:lnTo>
                    <a:pt x="2383086" y="3165238"/>
                  </a:lnTo>
                  <a:lnTo>
                    <a:pt x="2462873" y="3198836"/>
                  </a:lnTo>
                  <a:lnTo>
                    <a:pt x="2536220" y="3235872"/>
                  </a:lnTo>
                  <a:lnTo>
                    <a:pt x="2603468" y="3276751"/>
                  </a:lnTo>
                  <a:lnTo>
                    <a:pt x="2665176" y="3321963"/>
                  </a:lnTo>
                  <a:lnTo>
                    <a:pt x="2722033" y="3372063"/>
                  </a:lnTo>
                  <a:lnTo>
                    <a:pt x="2774782" y="3427635"/>
                  </a:lnTo>
                  <a:lnTo>
                    <a:pt x="2824169" y="3489225"/>
                  </a:lnTo>
                  <a:lnTo>
                    <a:pt x="2870903" y="3557246"/>
                  </a:lnTo>
                  <a:lnTo>
                    <a:pt x="2896531" y="3598843"/>
                  </a:lnTo>
                  <a:lnTo>
                    <a:pt x="2930282" y="3658366"/>
                  </a:lnTo>
                  <a:lnTo>
                    <a:pt x="2963248" y="3721811"/>
                  </a:lnTo>
                  <a:lnTo>
                    <a:pt x="2995622" y="3789257"/>
                  </a:lnTo>
                  <a:lnTo>
                    <a:pt x="3027562" y="3860735"/>
                  </a:lnTo>
                  <a:lnTo>
                    <a:pt x="3059197" y="3936219"/>
                  </a:lnTo>
                  <a:lnTo>
                    <a:pt x="3090632" y="4015622"/>
                  </a:lnTo>
                  <a:lnTo>
                    <a:pt x="3121951" y="4098794"/>
                  </a:lnTo>
                  <a:lnTo>
                    <a:pt x="3153215" y="4185518"/>
                  </a:lnTo>
                  <a:lnTo>
                    <a:pt x="3184471" y="4275510"/>
                  </a:lnTo>
                  <a:lnTo>
                    <a:pt x="3215749" y="4368420"/>
                  </a:lnTo>
                  <a:lnTo>
                    <a:pt x="3247064" y="4463836"/>
                  </a:lnTo>
                  <a:lnTo>
                    <a:pt x="3278422" y="4561292"/>
                  </a:lnTo>
                  <a:lnTo>
                    <a:pt x="3309818" y="4660275"/>
                  </a:lnTo>
                  <a:lnTo>
                    <a:pt x="3341242" y="4760236"/>
                  </a:lnTo>
                  <a:lnTo>
                    <a:pt x="3372678" y="4860603"/>
                  </a:lnTo>
                  <a:lnTo>
                    <a:pt x="3404109" y="4960793"/>
                  </a:lnTo>
                  <a:lnTo>
                    <a:pt x="3435518" y="5060230"/>
                  </a:lnTo>
                  <a:lnTo>
                    <a:pt x="3466892" y="5158353"/>
                  </a:lnTo>
                  <a:lnTo>
                    <a:pt x="3498224" y="5254634"/>
                  </a:lnTo>
                  <a:lnTo>
                    <a:pt x="3529515" y="5348586"/>
                  </a:lnTo>
                  <a:lnTo>
                    <a:pt x="3560777" y="5439777"/>
                  </a:lnTo>
                  <a:lnTo>
                    <a:pt x="3592033" y="5527830"/>
                  </a:lnTo>
                  <a:lnTo>
                    <a:pt x="3623324" y="5612435"/>
                  </a:lnTo>
                  <a:lnTo>
                    <a:pt x="3654705" y="5693349"/>
                  </a:lnTo>
                  <a:lnTo>
                    <a:pt x="3686250" y="5770396"/>
                  </a:lnTo>
                  <a:lnTo>
                    <a:pt x="3718055" y="5843463"/>
                  </a:lnTo>
                  <a:lnTo>
                    <a:pt x="3750240" y="5912501"/>
                  </a:lnTo>
                  <a:lnTo>
                    <a:pt x="3782951" y="5977521"/>
                  </a:lnTo>
                  <a:lnTo>
                    <a:pt x="3816367" y="6038581"/>
                  </a:lnTo>
                  <a:lnTo>
                    <a:pt x="3829811" y="6061640"/>
                  </a:lnTo>
                  <a:lnTo>
                    <a:pt x="3875323" y="6133395"/>
                  </a:lnTo>
                  <a:lnTo>
                    <a:pt x="3923120" y="6198605"/>
                  </a:lnTo>
                  <a:lnTo>
                    <a:pt x="3973867" y="6257537"/>
                  </a:lnTo>
                  <a:lnTo>
                    <a:pt x="4028296" y="6310676"/>
                  </a:lnTo>
                  <a:lnTo>
                    <a:pt x="4087157" y="6358596"/>
                  </a:lnTo>
                  <a:lnTo>
                    <a:pt x="4151177" y="6401873"/>
                  </a:lnTo>
                  <a:lnTo>
                    <a:pt x="4220999" y="6441038"/>
                  </a:lnTo>
                  <a:lnTo>
                    <a:pt x="4297100" y="6476547"/>
                  </a:lnTo>
                  <a:lnTo>
                    <a:pt x="4379690" y="6508763"/>
                  </a:lnTo>
                  <a:lnTo>
                    <a:pt x="4468573" y="6537954"/>
                  </a:lnTo>
                  <a:lnTo>
                    <a:pt x="4562993" y="6564283"/>
                  </a:lnTo>
                  <a:lnTo>
                    <a:pt x="4661488" y="6587820"/>
                  </a:lnTo>
                  <a:lnTo>
                    <a:pt x="4761786" y="6608559"/>
                  </a:lnTo>
                  <a:lnTo>
                    <a:pt x="4860818" y="6626445"/>
                  </a:lnTo>
                  <a:lnTo>
                    <a:pt x="4954895" y="6641419"/>
                  </a:lnTo>
                  <a:lnTo>
                    <a:pt x="5040100" y="6653466"/>
                  </a:lnTo>
                  <a:lnTo>
                    <a:pt x="5112850" y="6662668"/>
                  </a:lnTo>
                  <a:lnTo>
                    <a:pt x="5170529" y="6669232"/>
                  </a:lnTo>
                  <a:lnTo>
                    <a:pt x="5212015" y="6673500"/>
                  </a:lnTo>
                  <a:lnTo>
                    <a:pt x="5237976" y="6675925"/>
                  </a:lnTo>
                  <a:lnTo>
                    <a:pt x="5250871" y="6677022"/>
                  </a:lnTo>
                  <a:lnTo>
                    <a:pt x="5254750" y="6677324"/>
                  </a:lnTo>
                  <a:lnTo>
                    <a:pt x="5254955" y="6677339"/>
                  </a:lnTo>
                  <a:lnTo>
                    <a:pt x="6726343" y="6677339"/>
                  </a:lnTo>
                  <a:lnTo>
                    <a:pt x="6727117" y="6677236"/>
                  </a:lnTo>
                  <a:lnTo>
                    <a:pt x="6732245" y="6676498"/>
                  </a:lnTo>
                  <a:lnTo>
                    <a:pt x="6745309" y="6674463"/>
                  </a:lnTo>
                  <a:lnTo>
                    <a:pt x="6769006" y="6670449"/>
                  </a:lnTo>
                  <a:lnTo>
                    <a:pt x="6805015" y="6663799"/>
                  </a:lnTo>
                  <a:lnTo>
                    <a:pt x="6853891" y="6653929"/>
                  </a:lnTo>
                  <a:lnTo>
                    <a:pt x="6915047" y="6640374"/>
                  </a:lnTo>
                  <a:lnTo>
                    <a:pt x="6986897" y="6622820"/>
                  </a:lnTo>
                  <a:lnTo>
                    <a:pt x="7067118" y="6601105"/>
                  </a:lnTo>
                  <a:lnTo>
                    <a:pt x="7152999" y="6575193"/>
                  </a:lnTo>
                  <a:lnTo>
                    <a:pt x="7241792" y="6545135"/>
                  </a:lnTo>
                  <a:lnTo>
                    <a:pt x="7330989" y="6511013"/>
                  </a:lnTo>
                  <a:lnTo>
                    <a:pt x="7418512" y="6472891"/>
                  </a:lnTo>
                  <a:lnTo>
                    <a:pt x="7502792" y="6430773"/>
                  </a:lnTo>
                  <a:lnTo>
                    <a:pt x="7582771" y="6384578"/>
                  </a:lnTo>
                  <a:lnTo>
                    <a:pt x="7657846" y="6334115"/>
                  </a:lnTo>
                  <a:lnTo>
                    <a:pt x="7727784" y="6279081"/>
                  </a:lnTo>
                  <a:lnTo>
                    <a:pt x="7792638" y="6219060"/>
                  </a:lnTo>
                  <a:lnTo>
                    <a:pt x="7852665" y="6153525"/>
                  </a:lnTo>
                  <a:lnTo>
                    <a:pt x="7908258" y="6081854"/>
                  </a:lnTo>
                  <a:lnTo>
                    <a:pt x="7959893" y="6003348"/>
                  </a:lnTo>
                  <a:lnTo>
                    <a:pt x="8008089" y="5917266"/>
                  </a:lnTo>
                  <a:lnTo>
                    <a:pt x="8053377" y="5822878"/>
                  </a:lnTo>
                  <a:lnTo>
                    <a:pt x="8096273" y="5719553"/>
                  </a:lnTo>
                  <a:lnTo>
                    <a:pt x="8137257" y="5606887"/>
                  </a:lnTo>
                  <a:lnTo>
                    <a:pt x="8151487" y="5564449"/>
                  </a:lnTo>
                  <a:lnTo>
                    <a:pt x="8177249" y="5483216"/>
                  </a:lnTo>
                  <a:lnTo>
                    <a:pt x="8202527" y="5397905"/>
                  </a:lnTo>
                  <a:lnTo>
                    <a:pt x="8227413" y="5308437"/>
                  </a:lnTo>
                  <a:lnTo>
                    <a:pt x="8251985" y="5214765"/>
                  </a:lnTo>
                  <a:lnTo>
                    <a:pt x="8276309" y="5116870"/>
                  </a:lnTo>
                  <a:lnTo>
                    <a:pt x="8300443" y="5014771"/>
                  </a:lnTo>
                  <a:lnTo>
                    <a:pt x="8324438" y="4908521"/>
                  </a:lnTo>
                  <a:lnTo>
                    <a:pt x="8348335" y="4798209"/>
                  </a:lnTo>
                  <a:lnTo>
                    <a:pt x="8372168" y="4683967"/>
                  </a:lnTo>
                  <a:lnTo>
                    <a:pt x="8395966" y="4565966"/>
                  </a:lnTo>
                  <a:lnTo>
                    <a:pt x="8419749" y="4444418"/>
                  </a:lnTo>
                  <a:lnTo>
                    <a:pt x="8443536" y="4319575"/>
                  </a:lnTo>
                  <a:lnTo>
                    <a:pt x="8467336" y="4191729"/>
                  </a:lnTo>
                  <a:lnTo>
                    <a:pt x="8491158" y="4061209"/>
                  </a:lnTo>
                  <a:lnTo>
                    <a:pt x="8515005" y="3928376"/>
                  </a:lnTo>
                  <a:lnTo>
                    <a:pt x="8538876" y="3793624"/>
                  </a:lnTo>
                  <a:lnTo>
                    <a:pt x="8562769" y="3657371"/>
                  </a:lnTo>
                  <a:lnTo>
                    <a:pt x="8586678" y="3520056"/>
                  </a:lnTo>
                  <a:lnTo>
                    <a:pt x="8610597" y="3382132"/>
                  </a:lnTo>
                  <a:lnTo>
                    <a:pt x="8634519" y="3244063"/>
                  </a:lnTo>
                  <a:lnTo>
                    <a:pt x="8658435" y="3106311"/>
                  </a:lnTo>
                  <a:lnTo>
                    <a:pt x="8682339" y="2969337"/>
                  </a:lnTo>
                  <a:lnTo>
                    <a:pt x="8706224" y="2833590"/>
                  </a:lnTo>
                  <a:lnTo>
                    <a:pt x="8730087" y="2699501"/>
                  </a:lnTo>
                  <a:lnTo>
                    <a:pt x="8753924" y="2567481"/>
                  </a:lnTo>
                  <a:lnTo>
                    <a:pt x="8777738" y="2437911"/>
                  </a:lnTo>
                  <a:lnTo>
                    <a:pt x="8801532" y="2311141"/>
                  </a:lnTo>
                  <a:lnTo>
                    <a:pt x="8825316" y="2187487"/>
                  </a:lnTo>
                  <a:lnTo>
                    <a:pt x="8849102" y="2067226"/>
                  </a:lnTo>
                  <a:lnTo>
                    <a:pt x="8872910" y="1950595"/>
                  </a:lnTo>
                  <a:lnTo>
                    <a:pt x="8896763" y="1837792"/>
                  </a:lnTo>
                  <a:lnTo>
                    <a:pt x="8920692" y="1728972"/>
                  </a:lnTo>
                  <a:lnTo>
                    <a:pt x="8944733" y="1624251"/>
                  </a:lnTo>
                  <a:lnTo>
                    <a:pt x="8968932" y="1523705"/>
                  </a:lnTo>
                  <a:lnTo>
                    <a:pt x="8993340" y="1427375"/>
                  </a:lnTo>
                  <a:lnTo>
                    <a:pt x="9018020" y="1335265"/>
                  </a:lnTo>
                  <a:lnTo>
                    <a:pt x="9043042" y="1247344"/>
                  </a:lnTo>
                  <a:lnTo>
                    <a:pt x="9068488" y="1163554"/>
                  </a:lnTo>
                  <a:lnTo>
                    <a:pt x="9084767" y="1112889"/>
                  </a:lnTo>
                  <a:lnTo>
                    <a:pt x="9125174" y="996869"/>
                  </a:lnTo>
                  <a:lnTo>
                    <a:pt x="9167336" y="890243"/>
                  </a:lnTo>
                  <a:lnTo>
                    <a:pt x="9211713" y="792733"/>
                  </a:lnTo>
                  <a:lnTo>
                    <a:pt x="9258811" y="703770"/>
                  </a:lnTo>
                  <a:lnTo>
                    <a:pt x="9309160" y="622649"/>
                  </a:lnTo>
                  <a:lnTo>
                    <a:pt x="9363284" y="548625"/>
                  </a:lnTo>
                  <a:lnTo>
                    <a:pt x="9421680" y="480979"/>
                  </a:lnTo>
                  <a:lnTo>
                    <a:pt x="9484776" y="419058"/>
                  </a:lnTo>
                  <a:lnTo>
                    <a:pt x="9552883" y="362300"/>
                  </a:lnTo>
                  <a:lnTo>
                    <a:pt x="9626136" y="310248"/>
                  </a:lnTo>
                  <a:lnTo>
                    <a:pt x="9704416" y="262559"/>
                  </a:lnTo>
                  <a:lnTo>
                    <a:pt x="9787259" y="219002"/>
                  </a:lnTo>
                  <a:lnTo>
                    <a:pt x="9873778" y="179459"/>
                  </a:lnTo>
                  <a:lnTo>
                    <a:pt x="9962591" y="143906"/>
                  </a:lnTo>
                  <a:lnTo>
                    <a:pt x="10051796" y="112389"/>
                  </a:lnTo>
                  <a:lnTo>
                    <a:pt x="10139023" y="84991"/>
                  </a:lnTo>
                  <a:lnTo>
                    <a:pt x="10221582" y="61778"/>
                  </a:lnTo>
                  <a:lnTo>
                    <a:pt x="10296710" y="42752"/>
                  </a:lnTo>
                  <a:lnTo>
                    <a:pt x="10361906" y="27800"/>
                  </a:lnTo>
                  <a:lnTo>
                    <a:pt x="10415283" y="16662"/>
                  </a:lnTo>
                  <a:lnTo>
                    <a:pt x="10455876" y="8925"/>
                  </a:lnTo>
                  <a:lnTo>
                    <a:pt x="10483826" y="4044"/>
                  </a:lnTo>
                  <a:lnTo>
                    <a:pt x="10500421" y="1382"/>
                  </a:lnTo>
                  <a:lnTo>
                    <a:pt x="10508011" y="259"/>
                  </a:lnTo>
                  <a:lnTo>
                    <a:pt x="10509874" y="4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13" name="pl613"/>
            <p:cNvSpPr/>
            <p:nvPr/>
          </p:nvSpPr>
          <p:spPr>
            <a:xfrm>
              <a:off x="4799595" y="3296132"/>
              <a:ext cx="11981298" cy="6677339"/>
            </a:xfrm>
            <a:custGeom>
              <a:avLst/>
              <a:pathLst>
                <a:path w="11981298" h="6677339">
                  <a:moveTo>
                    <a:pt x="11981298" y="0"/>
                  </a:moveTo>
                  <a:lnTo>
                    <a:pt x="10509911" y="0"/>
                  </a:lnTo>
                  <a:lnTo>
                    <a:pt x="10509137" y="103"/>
                  </a:lnTo>
                  <a:lnTo>
                    <a:pt x="10504008" y="840"/>
                  </a:lnTo>
                  <a:lnTo>
                    <a:pt x="10490944" y="2875"/>
                  </a:lnTo>
                  <a:lnTo>
                    <a:pt x="10467248" y="6889"/>
                  </a:lnTo>
                  <a:lnTo>
                    <a:pt x="10431238" y="13539"/>
                  </a:lnTo>
                  <a:lnTo>
                    <a:pt x="10382362" y="23410"/>
                  </a:lnTo>
                  <a:lnTo>
                    <a:pt x="10321206" y="36965"/>
                  </a:lnTo>
                  <a:lnTo>
                    <a:pt x="10249356" y="54518"/>
                  </a:lnTo>
                  <a:lnTo>
                    <a:pt x="10169136" y="76234"/>
                  </a:lnTo>
                  <a:lnTo>
                    <a:pt x="10083254" y="102145"/>
                  </a:lnTo>
                  <a:lnTo>
                    <a:pt x="9994461" y="132203"/>
                  </a:lnTo>
                  <a:lnTo>
                    <a:pt x="9905264" y="166326"/>
                  </a:lnTo>
                  <a:lnTo>
                    <a:pt x="9817742" y="204448"/>
                  </a:lnTo>
                  <a:lnTo>
                    <a:pt x="9733462" y="246565"/>
                  </a:lnTo>
                  <a:lnTo>
                    <a:pt x="9653482" y="292761"/>
                  </a:lnTo>
                  <a:lnTo>
                    <a:pt x="9578407" y="343224"/>
                  </a:lnTo>
                  <a:lnTo>
                    <a:pt x="9508469" y="398257"/>
                  </a:lnTo>
                  <a:lnTo>
                    <a:pt x="9443615" y="458279"/>
                  </a:lnTo>
                  <a:lnTo>
                    <a:pt x="9383588" y="523813"/>
                  </a:lnTo>
                  <a:lnTo>
                    <a:pt x="9327995" y="595484"/>
                  </a:lnTo>
                  <a:lnTo>
                    <a:pt x="9276360" y="673990"/>
                  </a:lnTo>
                  <a:lnTo>
                    <a:pt x="9228164" y="760073"/>
                  </a:lnTo>
                  <a:lnTo>
                    <a:pt x="9182877" y="854461"/>
                  </a:lnTo>
                  <a:lnTo>
                    <a:pt x="9139981" y="957786"/>
                  </a:lnTo>
                  <a:lnTo>
                    <a:pt x="9098997" y="1070452"/>
                  </a:lnTo>
                  <a:lnTo>
                    <a:pt x="9084767" y="1112889"/>
                  </a:lnTo>
                  <a:lnTo>
                    <a:pt x="9059005" y="1194122"/>
                  </a:lnTo>
                  <a:lnTo>
                    <a:pt x="9033726" y="1279434"/>
                  </a:lnTo>
                  <a:lnTo>
                    <a:pt x="9008840" y="1368902"/>
                  </a:lnTo>
                  <a:lnTo>
                    <a:pt x="8984269" y="1462574"/>
                  </a:lnTo>
                  <a:lnTo>
                    <a:pt x="8959945" y="1560468"/>
                  </a:lnTo>
                  <a:lnTo>
                    <a:pt x="8935810" y="1662567"/>
                  </a:lnTo>
                  <a:lnTo>
                    <a:pt x="8911815" y="1768818"/>
                  </a:lnTo>
                  <a:lnTo>
                    <a:pt x="8887918" y="1879130"/>
                  </a:lnTo>
                  <a:lnTo>
                    <a:pt x="8864085" y="1993372"/>
                  </a:lnTo>
                  <a:lnTo>
                    <a:pt x="8840288" y="2111373"/>
                  </a:lnTo>
                  <a:lnTo>
                    <a:pt x="8816504" y="2232921"/>
                  </a:lnTo>
                  <a:lnTo>
                    <a:pt x="8792718" y="2357763"/>
                  </a:lnTo>
                  <a:lnTo>
                    <a:pt x="8768917" y="2485609"/>
                  </a:lnTo>
                  <a:lnTo>
                    <a:pt x="8745095" y="2616130"/>
                  </a:lnTo>
                  <a:lnTo>
                    <a:pt x="8721248" y="2748963"/>
                  </a:lnTo>
                  <a:lnTo>
                    <a:pt x="8697377" y="2883715"/>
                  </a:lnTo>
                  <a:lnTo>
                    <a:pt x="8673484" y="3019968"/>
                  </a:lnTo>
                  <a:lnTo>
                    <a:pt x="8649575" y="3157283"/>
                  </a:lnTo>
                  <a:lnTo>
                    <a:pt x="8625656" y="3295206"/>
                  </a:lnTo>
                  <a:lnTo>
                    <a:pt x="8601734" y="3433276"/>
                  </a:lnTo>
                  <a:lnTo>
                    <a:pt x="8577818" y="3571028"/>
                  </a:lnTo>
                  <a:lnTo>
                    <a:pt x="8553914" y="3708001"/>
                  </a:lnTo>
                  <a:lnTo>
                    <a:pt x="8530029" y="3843749"/>
                  </a:lnTo>
                  <a:lnTo>
                    <a:pt x="8506167" y="3977837"/>
                  </a:lnTo>
                  <a:lnTo>
                    <a:pt x="8482329" y="4109858"/>
                  </a:lnTo>
                  <a:lnTo>
                    <a:pt x="8458516" y="4239428"/>
                  </a:lnTo>
                  <a:lnTo>
                    <a:pt x="8434721" y="4366197"/>
                  </a:lnTo>
                  <a:lnTo>
                    <a:pt x="8410938" y="4489851"/>
                  </a:lnTo>
                  <a:lnTo>
                    <a:pt x="8387151" y="4610112"/>
                  </a:lnTo>
                  <a:lnTo>
                    <a:pt x="8363343" y="4726743"/>
                  </a:lnTo>
                  <a:lnTo>
                    <a:pt x="8339490" y="4839547"/>
                  </a:lnTo>
                  <a:lnTo>
                    <a:pt x="8315562" y="4948367"/>
                  </a:lnTo>
                  <a:lnTo>
                    <a:pt x="8291520" y="5053088"/>
                  </a:lnTo>
                  <a:lnTo>
                    <a:pt x="8267321" y="5153633"/>
                  </a:lnTo>
                  <a:lnTo>
                    <a:pt x="8242913" y="5249963"/>
                  </a:lnTo>
                  <a:lnTo>
                    <a:pt x="8218234" y="5342074"/>
                  </a:lnTo>
                  <a:lnTo>
                    <a:pt x="8193212" y="5429995"/>
                  </a:lnTo>
                  <a:lnTo>
                    <a:pt x="8167765" y="5513785"/>
                  </a:lnTo>
                  <a:lnTo>
                    <a:pt x="8151487" y="5564449"/>
                  </a:lnTo>
                  <a:lnTo>
                    <a:pt x="8111079" y="5680469"/>
                  </a:lnTo>
                  <a:lnTo>
                    <a:pt x="8068917" y="5787095"/>
                  </a:lnTo>
                  <a:lnTo>
                    <a:pt x="8024540" y="5884606"/>
                  </a:lnTo>
                  <a:lnTo>
                    <a:pt x="7977442" y="5973568"/>
                  </a:lnTo>
                  <a:lnTo>
                    <a:pt x="7927094" y="6054689"/>
                  </a:lnTo>
                  <a:lnTo>
                    <a:pt x="7872969" y="6128714"/>
                  </a:lnTo>
                  <a:lnTo>
                    <a:pt x="7814573" y="6196360"/>
                  </a:lnTo>
                  <a:lnTo>
                    <a:pt x="7751478" y="6258281"/>
                  </a:lnTo>
                  <a:lnTo>
                    <a:pt x="7683370" y="6315039"/>
                  </a:lnTo>
                  <a:lnTo>
                    <a:pt x="7610117" y="6367091"/>
                  </a:lnTo>
                  <a:lnTo>
                    <a:pt x="7531838" y="6414780"/>
                  </a:lnTo>
                  <a:lnTo>
                    <a:pt x="7448994" y="6458336"/>
                  </a:lnTo>
                  <a:lnTo>
                    <a:pt x="7362475" y="6497879"/>
                  </a:lnTo>
                  <a:lnTo>
                    <a:pt x="7273662" y="6533433"/>
                  </a:lnTo>
                  <a:lnTo>
                    <a:pt x="7184457" y="6564949"/>
                  </a:lnTo>
                  <a:lnTo>
                    <a:pt x="7097230" y="6592348"/>
                  </a:lnTo>
                  <a:lnTo>
                    <a:pt x="7014671" y="6615560"/>
                  </a:lnTo>
                  <a:lnTo>
                    <a:pt x="6939543" y="6634586"/>
                  </a:lnTo>
                  <a:lnTo>
                    <a:pt x="6874347" y="6649539"/>
                  </a:lnTo>
                  <a:lnTo>
                    <a:pt x="6820970" y="6660677"/>
                  </a:lnTo>
                  <a:lnTo>
                    <a:pt x="6780377" y="6668413"/>
                  </a:lnTo>
                  <a:lnTo>
                    <a:pt x="6752427" y="6673294"/>
                  </a:lnTo>
                  <a:lnTo>
                    <a:pt x="6735832" y="6675957"/>
                  </a:lnTo>
                  <a:lnTo>
                    <a:pt x="6728242" y="6677079"/>
                  </a:lnTo>
                  <a:lnTo>
                    <a:pt x="6726379" y="6677334"/>
                  </a:lnTo>
                  <a:lnTo>
                    <a:pt x="6726343" y="6677339"/>
                  </a:lnTo>
                  <a:lnTo>
                    <a:pt x="5254955" y="6677339"/>
                  </a:lnTo>
                  <a:lnTo>
                    <a:pt x="5253864" y="6677258"/>
                  </a:lnTo>
                  <a:lnTo>
                    <a:pt x="5246683" y="6676677"/>
                  </a:lnTo>
                  <a:lnTo>
                    <a:pt x="5228560" y="6675073"/>
                  </a:lnTo>
                  <a:lnTo>
                    <a:pt x="5196099" y="6671913"/>
                  </a:lnTo>
                  <a:lnTo>
                    <a:pt x="5147599" y="6666704"/>
                  </a:lnTo>
                  <a:lnTo>
                    <a:pt x="5083181" y="6659036"/>
                  </a:lnTo>
                  <a:lnTo>
                    <a:pt x="5004665" y="6648624"/>
                  </a:lnTo>
                  <a:lnTo>
                    <a:pt x="4915158" y="6635317"/>
                  </a:lnTo>
                  <a:lnTo>
                    <a:pt x="4818464" y="6619081"/>
                  </a:lnTo>
                  <a:lnTo>
                    <a:pt x="4718463" y="6599956"/>
                  </a:lnTo>
                  <a:lnTo>
                    <a:pt x="4618612" y="6578004"/>
                  </a:lnTo>
                  <a:lnTo>
                    <a:pt x="4521645" y="6553266"/>
                  </a:lnTo>
                  <a:lnTo>
                    <a:pt x="4429480" y="6525716"/>
                  </a:lnTo>
                  <a:lnTo>
                    <a:pt x="4343256" y="6495245"/>
                  </a:lnTo>
                  <a:lnTo>
                    <a:pt x="4263469" y="6461647"/>
                  </a:lnTo>
                  <a:lnTo>
                    <a:pt x="4190122" y="6424611"/>
                  </a:lnTo>
                  <a:lnTo>
                    <a:pt x="4122874" y="6383732"/>
                  </a:lnTo>
                  <a:lnTo>
                    <a:pt x="4061166" y="6338520"/>
                  </a:lnTo>
                  <a:lnTo>
                    <a:pt x="4004309" y="6288420"/>
                  </a:lnTo>
                  <a:lnTo>
                    <a:pt x="3951561" y="6232848"/>
                  </a:lnTo>
                  <a:lnTo>
                    <a:pt x="3902173" y="6171258"/>
                  </a:lnTo>
                  <a:lnTo>
                    <a:pt x="3855439" y="6103237"/>
                  </a:lnTo>
                  <a:lnTo>
                    <a:pt x="3829811" y="6061640"/>
                  </a:lnTo>
                  <a:lnTo>
                    <a:pt x="3796060" y="6002117"/>
                  </a:lnTo>
                  <a:lnTo>
                    <a:pt x="3763094" y="5938672"/>
                  </a:lnTo>
                  <a:lnTo>
                    <a:pt x="3730720" y="5871226"/>
                  </a:lnTo>
                  <a:lnTo>
                    <a:pt x="3698781" y="5799748"/>
                  </a:lnTo>
                  <a:lnTo>
                    <a:pt x="3667145" y="5724264"/>
                  </a:lnTo>
                  <a:lnTo>
                    <a:pt x="3635710" y="5644861"/>
                  </a:lnTo>
                  <a:lnTo>
                    <a:pt x="3604391" y="5561689"/>
                  </a:lnTo>
                  <a:lnTo>
                    <a:pt x="3573127" y="5474965"/>
                  </a:lnTo>
                  <a:lnTo>
                    <a:pt x="3541871" y="5384973"/>
                  </a:lnTo>
                  <a:lnTo>
                    <a:pt x="3510593" y="5292063"/>
                  </a:lnTo>
                  <a:lnTo>
                    <a:pt x="3479278" y="5196647"/>
                  </a:lnTo>
                  <a:lnTo>
                    <a:pt x="3447920" y="5099191"/>
                  </a:lnTo>
                  <a:lnTo>
                    <a:pt x="3416524" y="5000208"/>
                  </a:lnTo>
                  <a:lnTo>
                    <a:pt x="3385100" y="4900247"/>
                  </a:lnTo>
                  <a:lnTo>
                    <a:pt x="3353664" y="4799880"/>
                  </a:lnTo>
                  <a:lnTo>
                    <a:pt x="3322233" y="4699690"/>
                  </a:lnTo>
                  <a:lnTo>
                    <a:pt x="3290824" y="4600253"/>
                  </a:lnTo>
                  <a:lnTo>
                    <a:pt x="3259450" y="4502130"/>
                  </a:lnTo>
                  <a:lnTo>
                    <a:pt x="3228118" y="4405849"/>
                  </a:lnTo>
                  <a:lnTo>
                    <a:pt x="3196827" y="4311897"/>
                  </a:lnTo>
                  <a:lnTo>
                    <a:pt x="3165565" y="4220706"/>
                  </a:lnTo>
                  <a:lnTo>
                    <a:pt x="3134309" y="4132653"/>
                  </a:lnTo>
                  <a:lnTo>
                    <a:pt x="3103018" y="4048048"/>
                  </a:lnTo>
                  <a:lnTo>
                    <a:pt x="3071637" y="3967134"/>
                  </a:lnTo>
                  <a:lnTo>
                    <a:pt x="3040092" y="3890087"/>
                  </a:lnTo>
                  <a:lnTo>
                    <a:pt x="3008287" y="3817020"/>
                  </a:lnTo>
                  <a:lnTo>
                    <a:pt x="2976102" y="3747982"/>
                  </a:lnTo>
                  <a:lnTo>
                    <a:pt x="2943391" y="3682962"/>
                  </a:lnTo>
                  <a:lnTo>
                    <a:pt x="2909975" y="3621902"/>
                  </a:lnTo>
                  <a:lnTo>
                    <a:pt x="2896531" y="3598843"/>
                  </a:lnTo>
                  <a:lnTo>
                    <a:pt x="2851019" y="3527088"/>
                  </a:lnTo>
                  <a:lnTo>
                    <a:pt x="2803222" y="3461878"/>
                  </a:lnTo>
                  <a:lnTo>
                    <a:pt x="2752475" y="3402946"/>
                  </a:lnTo>
                  <a:lnTo>
                    <a:pt x="2698046" y="3349807"/>
                  </a:lnTo>
                  <a:lnTo>
                    <a:pt x="2639185" y="3301887"/>
                  </a:lnTo>
                  <a:lnTo>
                    <a:pt x="2575165" y="3258610"/>
                  </a:lnTo>
                  <a:lnTo>
                    <a:pt x="2505343" y="3219445"/>
                  </a:lnTo>
                  <a:lnTo>
                    <a:pt x="2429242" y="3183936"/>
                  </a:lnTo>
                  <a:lnTo>
                    <a:pt x="2346652" y="3151720"/>
                  </a:lnTo>
                  <a:lnTo>
                    <a:pt x="2257769" y="3122529"/>
                  </a:lnTo>
                  <a:lnTo>
                    <a:pt x="2163349" y="3096200"/>
                  </a:lnTo>
                  <a:lnTo>
                    <a:pt x="2064854" y="3072663"/>
                  </a:lnTo>
                  <a:lnTo>
                    <a:pt x="1964556" y="3051924"/>
                  </a:lnTo>
                  <a:lnTo>
                    <a:pt x="1865524" y="3034038"/>
                  </a:lnTo>
                  <a:lnTo>
                    <a:pt x="1771447" y="3019064"/>
                  </a:lnTo>
                  <a:lnTo>
                    <a:pt x="1686242" y="3007017"/>
                  </a:lnTo>
                  <a:lnTo>
                    <a:pt x="1613492" y="2997815"/>
                  </a:lnTo>
                  <a:lnTo>
                    <a:pt x="1555813" y="2991251"/>
                  </a:lnTo>
                  <a:lnTo>
                    <a:pt x="1514327" y="2986983"/>
                  </a:lnTo>
                  <a:lnTo>
                    <a:pt x="1488366" y="2984558"/>
                  </a:lnTo>
                  <a:lnTo>
                    <a:pt x="1475471" y="2983461"/>
                  </a:lnTo>
                  <a:lnTo>
                    <a:pt x="1471592" y="2983159"/>
                  </a:lnTo>
                  <a:lnTo>
                    <a:pt x="1471387" y="2983144"/>
                  </a:lnTo>
                  <a:lnTo>
                    <a:pt x="0" y="298314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14" name="pg614"/>
            <p:cNvSpPr/>
            <p:nvPr/>
          </p:nvSpPr>
          <p:spPr>
            <a:xfrm>
              <a:off x="4799595" y="5143230"/>
              <a:ext cx="11981298" cy="4903798"/>
            </a:xfrm>
            <a:custGeom>
              <a:avLst/>
              <a:pathLst>
                <a:path w="11981298" h="4903798">
                  <a:moveTo>
                    <a:pt x="0" y="1201430"/>
                  </a:moveTo>
                  <a:lnTo>
                    <a:pt x="1471387" y="1201430"/>
                  </a:lnTo>
                  <a:lnTo>
                    <a:pt x="1472478" y="1201512"/>
                  </a:lnTo>
                  <a:lnTo>
                    <a:pt x="1479655" y="1202093"/>
                  </a:lnTo>
                  <a:lnTo>
                    <a:pt x="1497770" y="1203700"/>
                  </a:lnTo>
                  <a:lnTo>
                    <a:pt x="1530215" y="1206865"/>
                  </a:lnTo>
                  <a:lnTo>
                    <a:pt x="1578694" y="1212084"/>
                  </a:lnTo>
                  <a:lnTo>
                    <a:pt x="1643086" y="1219765"/>
                  </a:lnTo>
                  <a:lnTo>
                    <a:pt x="1721574" y="1230195"/>
                  </a:lnTo>
                  <a:lnTo>
                    <a:pt x="1811054" y="1243524"/>
                  </a:lnTo>
                  <a:lnTo>
                    <a:pt x="1907723" y="1259789"/>
                  </a:lnTo>
                  <a:lnTo>
                    <a:pt x="2007704" y="1278949"/>
                  </a:lnTo>
                  <a:lnTo>
                    <a:pt x="2107541" y="1300940"/>
                  </a:lnTo>
                  <a:lnTo>
                    <a:pt x="2204499" y="1325724"/>
                  </a:lnTo>
                  <a:lnTo>
                    <a:pt x="2296660" y="1353323"/>
                  </a:lnTo>
                  <a:lnTo>
                    <a:pt x="2382884" y="1383849"/>
                  </a:lnTo>
                  <a:lnTo>
                    <a:pt x="2462673" y="1417508"/>
                  </a:lnTo>
                  <a:lnTo>
                    <a:pt x="2536024" y="1454609"/>
                  </a:lnTo>
                  <a:lnTo>
                    <a:pt x="2603277" y="1495560"/>
                  </a:lnTo>
                  <a:lnTo>
                    <a:pt x="2664991" y="1540850"/>
                  </a:lnTo>
                  <a:lnTo>
                    <a:pt x="2721852" y="1591035"/>
                  </a:lnTo>
                  <a:lnTo>
                    <a:pt x="2774604" y="1646700"/>
                  </a:lnTo>
                  <a:lnTo>
                    <a:pt x="2823993" y="1708394"/>
                  </a:lnTo>
                  <a:lnTo>
                    <a:pt x="2870728" y="1776529"/>
                  </a:lnTo>
                  <a:lnTo>
                    <a:pt x="2896531" y="1818492"/>
                  </a:lnTo>
                  <a:lnTo>
                    <a:pt x="2930250" y="1878087"/>
                  </a:lnTo>
                  <a:lnTo>
                    <a:pt x="2963185" y="1941605"/>
                  </a:lnTo>
                  <a:lnTo>
                    <a:pt x="2995529" y="2009125"/>
                  </a:lnTo>
                  <a:lnTo>
                    <a:pt x="3027439" y="2080679"/>
                  </a:lnTo>
                  <a:lnTo>
                    <a:pt x="3059044" y="2156239"/>
                  </a:lnTo>
                  <a:lnTo>
                    <a:pt x="3090450" y="2235720"/>
                  </a:lnTo>
                  <a:lnTo>
                    <a:pt x="3121739" y="2318973"/>
                  </a:lnTo>
                  <a:lnTo>
                    <a:pt x="3152974" y="2405780"/>
                  </a:lnTo>
                  <a:lnTo>
                    <a:pt x="3184200" y="2495859"/>
                  </a:lnTo>
                  <a:lnTo>
                    <a:pt x="3215447" y="2588859"/>
                  </a:lnTo>
                  <a:lnTo>
                    <a:pt x="3246731" y="2684371"/>
                  </a:lnTo>
                  <a:lnTo>
                    <a:pt x="3278058" y="2781928"/>
                  </a:lnTo>
                  <a:lnTo>
                    <a:pt x="3309424" y="2881019"/>
                  </a:lnTo>
                  <a:lnTo>
                    <a:pt x="3340817" y="2981095"/>
                  </a:lnTo>
                  <a:lnTo>
                    <a:pt x="3372223" y="3081585"/>
                  </a:lnTo>
                  <a:lnTo>
                    <a:pt x="3403623" y="3181907"/>
                  </a:lnTo>
                  <a:lnTo>
                    <a:pt x="3435002" y="3281484"/>
                  </a:lnTo>
                  <a:lnTo>
                    <a:pt x="3466347" y="3379756"/>
                  </a:lnTo>
                  <a:lnTo>
                    <a:pt x="3497649" y="3476194"/>
                  </a:lnTo>
                  <a:lnTo>
                    <a:pt x="3528911" y="3570312"/>
                  </a:lnTo>
                  <a:lnTo>
                    <a:pt x="3560143" y="3661674"/>
                  </a:lnTo>
                  <a:lnTo>
                    <a:pt x="3591369" y="3749905"/>
                  </a:lnTo>
                  <a:lnTo>
                    <a:pt x="3622628" y="3834694"/>
                  </a:lnTo>
                  <a:lnTo>
                    <a:pt x="3653976" y="3915795"/>
                  </a:lnTo>
                  <a:lnTo>
                    <a:pt x="3685485" y="3993030"/>
                  </a:lnTo>
                  <a:lnTo>
                    <a:pt x="3717252" y="4066287"/>
                  </a:lnTo>
                  <a:lnTo>
                    <a:pt x="3749395" y="4135515"/>
                  </a:lnTo>
                  <a:lnTo>
                    <a:pt x="3782058" y="4200722"/>
                  </a:lnTo>
                  <a:lnTo>
                    <a:pt x="3815419" y="4261966"/>
                  </a:lnTo>
                  <a:lnTo>
                    <a:pt x="3829811" y="4286737"/>
                  </a:lnTo>
                  <a:lnTo>
                    <a:pt x="3875315" y="4358639"/>
                  </a:lnTo>
                  <a:lnTo>
                    <a:pt x="3923103" y="4423984"/>
                  </a:lnTo>
                  <a:lnTo>
                    <a:pt x="3973840" y="4483038"/>
                  </a:lnTo>
                  <a:lnTo>
                    <a:pt x="4028256" y="4536289"/>
                  </a:lnTo>
                  <a:lnTo>
                    <a:pt x="4087104" y="4584310"/>
                  </a:lnTo>
                  <a:lnTo>
                    <a:pt x="4151108" y="4627680"/>
                  </a:lnTo>
                  <a:lnTo>
                    <a:pt x="4220910" y="4666929"/>
                  </a:lnTo>
                  <a:lnTo>
                    <a:pt x="4296990" y="4702515"/>
                  </a:lnTo>
                  <a:lnTo>
                    <a:pt x="4379556" y="4734802"/>
                  </a:lnTo>
                  <a:lnTo>
                    <a:pt x="4468413" y="4764056"/>
                  </a:lnTo>
                  <a:lnTo>
                    <a:pt x="4562808" y="4790444"/>
                  </a:lnTo>
                  <a:lnTo>
                    <a:pt x="4661279" y="4814035"/>
                  </a:lnTo>
                  <a:lnTo>
                    <a:pt x="4761559" y="4834822"/>
                  </a:lnTo>
                  <a:lnTo>
                    <a:pt x="4860581" y="4852752"/>
                  </a:lnTo>
                  <a:lnTo>
                    <a:pt x="4954659" y="4867763"/>
                  </a:lnTo>
                  <a:lnTo>
                    <a:pt x="5039878" y="4879843"/>
                  </a:lnTo>
                  <a:lnTo>
                    <a:pt x="5112656" y="4889071"/>
                  </a:lnTo>
                  <a:lnTo>
                    <a:pt x="5170374" y="4895656"/>
                  </a:lnTo>
                  <a:lnTo>
                    <a:pt x="5211905" y="4899940"/>
                  </a:lnTo>
                  <a:lnTo>
                    <a:pt x="5237911" y="4902375"/>
                  </a:lnTo>
                  <a:lnTo>
                    <a:pt x="5250843" y="4903478"/>
                  </a:lnTo>
                  <a:lnTo>
                    <a:pt x="5254746" y="4903783"/>
                  </a:lnTo>
                  <a:lnTo>
                    <a:pt x="5254955" y="4903798"/>
                  </a:lnTo>
                  <a:lnTo>
                    <a:pt x="6726343" y="4903798"/>
                  </a:lnTo>
                  <a:lnTo>
                    <a:pt x="6727232" y="4903712"/>
                  </a:lnTo>
                  <a:lnTo>
                    <a:pt x="6733107" y="4903093"/>
                  </a:lnTo>
                  <a:lnTo>
                    <a:pt x="6748022" y="4901383"/>
                  </a:lnTo>
                  <a:lnTo>
                    <a:pt x="6774946" y="4898012"/>
                  </a:lnTo>
                  <a:lnTo>
                    <a:pt x="6815602" y="4892437"/>
                  </a:lnTo>
                  <a:lnTo>
                    <a:pt x="6870338" y="4884187"/>
                  </a:lnTo>
                  <a:lnTo>
                    <a:pt x="6938156" y="4872905"/>
                  </a:lnTo>
                  <a:lnTo>
                    <a:pt x="7016928" y="4858368"/>
                  </a:lnTo>
                  <a:lnTo>
                    <a:pt x="7103777" y="4840481"/>
                  </a:lnTo>
                  <a:lnTo>
                    <a:pt x="7195522" y="4819249"/>
                  </a:lnTo>
                  <a:lnTo>
                    <a:pt x="7289094" y="4794730"/>
                  </a:lnTo>
                  <a:lnTo>
                    <a:pt x="7381840" y="4766991"/>
                  </a:lnTo>
                  <a:lnTo>
                    <a:pt x="7471686" y="4736061"/>
                  </a:lnTo>
                  <a:lnTo>
                    <a:pt x="7557185" y="4701902"/>
                  </a:lnTo>
                  <a:lnTo>
                    <a:pt x="7637467" y="4664387"/>
                  </a:lnTo>
                  <a:lnTo>
                    <a:pt x="7712144" y="4623291"/>
                  </a:lnTo>
                  <a:lnTo>
                    <a:pt x="7781201" y="4578290"/>
                  </a:lnTo>
                  <a:lnTo>
                    <a:pt x="7844893" y="4528959"/>
                  </a:lnTo>
                  <a:lnTo>
                    <a:pt x="7903650" y="4474789"/>
                  </a:lnTo>
                  <a:lnTo>
                    <a:pt x="7958013" y="4415200"/>
                  </a:lnTo>
                  <a:lnTo>
                    <a:pt x="8008575" y="4349572"/>
                  </a:lnTo>
                  <a:lnTo>
                    <a:pt x="8055949" y="4277295"/>
                  </a:lnTo>
                  <a:lnTo>
                    <a:pt x="8100727" y="4197843"/>
                  </a:lnTo>
                  <a:lnTo>
                    <a:pt x="8143457" y="4110904"/>
                  </a:lnTo>
                  <a:lnTo>
                    <a:pt x="8151487" y="4093309"/>
                  </a:lnTo>
                  <a:lnTo>
                    <a:pt x="8181352" y="4024342"/>
                  </a:lnTo>
                  <a:lnTo>
                    <a:pt x="8210586" y="3951355"/>
                  </a:lnTo>
                  <a:lnTo>
                    <a:pt x="8239325" y="3874271"/>
                  </a:lnTo>
                  <a:lnTo>
                    <a:pt x="8267686" y="3793047"/>
                  </a:lnTo>
                  <a:lnTo>
                    <a:pt x="8295764" y="3707685"/>
                  </a:lnTo>
                  <a:lnTo>
                    <a:pt x="8323642" y="3618235"/>
                  </a:lnTo>
                  <a:lnTo>
                    <a:pt x="8351386" y="3524795"/>
                  </a:lnTo>
                  <a:lnTo>
                    <a:pt x="8379048" y="3427517"/>
                  </a:lnTo>
                  <a:lnTo>
                    <a:pt x="8406672" y="3326605"/>
                  </a:lnTo>
                  <a:lnTo>
                    <a:pt x="8434287" y="3222318"/>
                  </a:lnTo>
                  <a:lnTo>
                    <a:pt x="8461917" y="3114968"/>
                  </a:lnTo>
                  <a:lnTo>
                    <a:pt x="8489573" y="3004916"/>
                  </a:lnTo>
                  <a:lnTo>
                    <a:pt x="8517262" y="2892570"/>
                  </a:lnTo>
                  <a:lnTo>
                    <a:pt x="8544985" y="2778378"/>
                  </a:lnTo>
                  <a:lnTo>
                    <a:pt x="8572734" y="2662822"/>
                  </a:lnTo>
                  <a:lnTo>
                    <a:pt x="8600502" y="2546407"/>
                  </a:lnTo>
                  <a:lnTo>
                    <a:pt x="8628278" y="2429657"/>
                  </a:lnTo>
                  <a:lnTo>
                    <a:pt x="8656050" y="2313100"/>
                  </a:lnTo>
                  <a:lnTo>
                    <a:pt x="8683805" y="2197262"/>
                  </a:lnTo>
                  <a:lnTo>
                    <a:pt x="8711535" y="2082654"/>
                  </a:lnTo>
                  <a:lnTo>
                    <a:pt x="8739234" y="1969766"/>
                  </a:lnTo>
                  <a:lnTo>
                    <a:pt x="8766899" y="1859055"/>
                  </a:lnTo>
                  <a:lnTo>
                    <a:pt x="8794534" y="1750940"/>
                  </a:lnTo>
                  <a:lnTo>
                    <a:pt x="8822152" y="1645796"/>
                  </a:lnTo>
                  <a:lnTo>
                    <a:pt x="8849771" y="1543949"/>
                  </a:lnTo>
                  <a:lnTo>
                    <a:pt x="8877419" y="1445671"/>
                  </a:lnTo>
                  <a:lnTo>
                    <a:pt x="8905136" y="1351181"/>
                  </a:lnTo>
                  <a:lnTo>
                    <a:pt x="8932972" y="1260646"/>
                  </a:lnTo>
                  <a:lnTo>
                    <a:pt x="8960989" y="1174177"/>
                  </a:lnTo>
                  <a:lnTo>
                    <a:pt x="8989265" y="1091838"/>
                  </a:lnTo>
                  <a:lnTo>
                    <a:pt x="9017892" y="1013642"/>
                  </a:lnTo>
                  <a:lnTo>
                    <a:pt x="9046980" y="939559"/>
                  </a:lnTo>
                  <a:lnTo>
                    <a:pt x="9076661" y="869520"/>
                  </a:lnTo>
                  <a:lnTo>
                    <a:pt x="9084767" y="851353"/>
                  </a:lnTo>
                  <a:lnTo>
                    <a:pt x="9127159" y="762966"/>
                  </a:lnTo>
                  <a:lnTo>
                    <a:pt x="9171502" y="682089"/>
                  </a:lnTo>
                  <a:lnTo>
                    <a:pt x="9218331" y="608467"/>
                  </a:lnTo>
                  <a:lnTo>
                    <a:pt x="9268232" y="541605"/>
                  </a:lnTo>
                  <a:lnTo>
                    <a:pt x="9321816" y="480903"/>
                  </a:lnTo>
                  <a:lnTo>
                    <a:pt x="9379683" y="425737"/>
                  </a:lnTo>
                  <a:lnTo>
                    <a:pt x="9442388" y="375517"/>
                  </a:lnTo>
                  <a:lnTo>
                    <a:pt x="9510386" y="329718"/>
                  </a:lnTo>
                  <a:lnTo>
                    <a:pt x="9583973" y="287899"/>
                  </a:lnTo>
                  <a:lnTo>
                    <a:pt x="9663193" y="249715"/>
                  </a:lnTo>
                  <a:lnTo>
                    <a:pt x="9747739" y="214923"/>
                  </a:lnTo>
                  <a:lnTo>
                    <a:pt x="9836842" y="183377"/>
                  </a:lnTo>
                  <a:lnTo>
                    <a:pt x="9929171" y="155023"/>
                  </a:lnTo>
                  <a:lnTo>
                    <a:pt x="10022775" y="129880"/>
                  </a:lnTo>
                  <a:lnTo>
                    <a:pt x="10115101" y="108009"/>
                  </a:lnTo>
                  <a:lnTo>
                    <a:pt x="10203141" y="89476"/>
                  </a:lnTo>
                  <a:lnTo>
                    <a:pt x="10283706" y="74298"/>
                  </a:lnTo>
                  <a:lnTo>
                    <a:pt x="10353827" y="62403"/>
                  </a:lnTo>
                  <a:lnTo>
                    <a:pt x="10411198" y="53593"/>
                  </a:lnTo>
                  <a:lnTo>
                    <a:pt x="10454580" y="47537"/>
                  </a:lnTo>
                  <a:lnTo>
                    <a:pt x="10484055" y="43782"/>
                  </a:lnTo>
                  <a:lnTo>
                    <a:pt x="10501086" y="41797"/>
                  </a:lnTo>
                  <a:lnTo>
                    <a:pt x="10508417" y="41012"/>
                  </a:lnTo>
                  <a:lnTo>
                    <a:pt x="10509911" y="40864"/>
                  </a:lnTo>
                  <a:lnTo>
                    <a:pt x="11981298" y="40864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9021" y="86"/>
                  </a:lnTo>
                  <a:lnTo>
                    <a:pt x="10503146" y="705"/>
                  </a:lnTo>
                  <a:lnTo>
                    <a:pt x="10488232" y="2415"/>
                  </a:lnTo>
                  <a:lnTo>
                    <a:pt x="10461307" y="5786"/>
                  </a:lnTo>
                  <a:lnTo>
                    <a:pt x="10420651" y="11361"/>
                  </a:lnTo>
                  <a:lnTo>
                    <a:pt x="10365915" y="19611"/>
                  </a:lnTo>
                  <a:lnTo>
                    <a:pt x="10298097" y="30893"/>
                  </a:lnTo>
                  <a:lnTo>
                    <a:pt x="10219325" y="45430"/>
                  </a:lnTo>
                  <a:lnTo>
                    <a:pt x="10132476" y="63317"/>
                  </a:lnTo>
                  <a:lnTo>
                    <a:pt x="10040731" y="84549"/>
                  </a:lnTo>
                  <a:lnTo>
                    <a:pt x="9947159" y="109068"/>
                  </a:lnTo>
                  <a:lnTo>
                    <a:pt x="9854413" y="136807"/>
                  </a:lnTo>
                  <a:lnTo>
                    <a:pt x="9764567" y="167737"/>
                  </a:lnTo>
                  <a:lnTo>
                    <a:pt x="9679068" y="201896"/>
                  </a:lnTo>
                  <a:lnTo>
                    <a:pt x="9598786" y="239411"/>
                  </a:lnTo>
                  <a:lnTo>
                    <a:pt x="9524110" y="280507"/>
                  </a:lnTo>
                  <a:lnTo>
                    <a:pt x="9455052" y="325508"/>
                  </a:lnTo>
                  <a:lnTo>
                    <a:pt x="9391360" y="374839"/>
                  </a:lnTo>
                  <a:lnTo>
                    <a:pt x="9332603" y="429009"/>
                  </a:lnTo>
                  <a:lnTo>
                    <a:pt x="9278240" y="488598"/>
                  </a:lnTo>
                  <a:lnTo>
                    <a:pt x="9227678" y="554226"/>
                  </a:lnTo>
                  <a:lnTo>
                    <a:pt x="9180304" y="626503"/>
                  </a:lnTo>
                  <a:lnTo>
                    <a:pt x="9135526" y="705955"/>
                  </a:lnTo>
                  <a:lnTo>
                    <a:pt x="9092797" y="792894"/>
                  </a:lnTo>
                  <a:lnTo>
                    <a:pt x="9084767" y="810489"/>
                  </a:lnTo>
                  <a:lnTo>
                    <a:pt x="9054901" y="879456"/>
                  </a:lnTo>
                  <a:lnTo>
                    <a:pt x="9025667" y="952443"/>
                  </a:lnTo>
                  <a:lnTo>
                    <a:pt x="8996928" y="1029527"/>
                  </a:lnTo>
                  <a:lnTo>
                    <a:pt x="8968567" y="1110751"/>
                  </a:lnTo>
                  <a:lnTo>
                    <a:pt x="8940489" y="1196113"/>
                  </a:lnTo>
                  <a:lnTo>
                    <a:pt x="8912611" y="1285563"/>
                  </a:lnTo>
                  <a:lnTo>
                    <a:pt x="8884868" y="1379003"/>
                  </a:lnTo>
                  <a:lnTo>
                    <a:pt x="8857205" y="1476281"/>
                  </a:lnTo>
                  <a:lnTo>
                    <a:pt x="8829582" y="1577193"/>
                  </a:lnTo>
                  <a:lnTo>
                    <a:pt x="8801966" y="1681480"/>
                  </a:lnTo>
                  <a:lnTo>
                    <a:pt x="8774337" y="1788830"/>
                  </a:lnTo>
                  <a:lnTo>
                    <a:pt x="8746680" y="1898882"/>
                  </a:lnTo>
                  <a:lnTo>
                    <a:pt x="8718991" y="2011228"/>
                  </a:lnTo>
                  <a:lnTo>
                    <a:pt x="8691269" y="2125420"/>
                  </a:lnTo>
                  <a:lnTo>
                    <a:pt x="8663519" y="2240976"/>
                  </a:lnTo>
                  <a:lnTo>
                    <a:pt x="8635751" y="2357391"/>
                  </a:lnTo>
                  <a:lnTo>
                    <a:pt x="8607975" y="2474141"/>
                  </a:lnTo>
                  <a:lnTo>
                    <a:pt x="8580204" y="2590698"/>
                  </a:lnTo>
                  <a:lnTo>
                    <a:pt x="8552448" y="2706536"/>
                  </a:lnTo>
                  <a:lnTo>
                    <a:pt x="8524718" y="2821144"/>
                  </a:lnTo>
                  <a:lnTo>
                    <a:pt x="8497020" y="2934032"/>
                  </a:lnTo>
                  <a:lnTo>
                    <a:pt x="8469355" y="3044743"/>
                  </a:lnTo>
                  <a:lnTo>
                    <a:pt x="8441719" y="3152858"/>
                  </a:lnTo>
                  <a:lnTo>
                    <a:pt x="8414101" y="3258002"/>
                  </a:lnTo>
                  <a:lnTo>
                    <a:pt x="8386483" y="3359849"/>
                  </a:lnTo>
                  <a:lnTo>
                    <a:pt x="8358834" y="3458127"/>
                  </a:lnTo>
                  <a:lnTo>
                    <a:pt x="8331117" y="3552617"/>
                  </a:lnTo>
                  <a:lnTo>
                    <a:pt x="8303282" y="3643152"/>
                  </a:lnTo>
                  <a:lnTo>
                    <a:pt x="8275264" y="3729621"/>
                  </a:lnTo>
                  <a:lnTo>
                    <a:pt x="8246989" y="3811960"/>
                  </a:lnTo>
                  <a:lnTo>
                    <a:pt x="8218362" y="3890156"/>
                  </a:lnTo>
                  <a:lnTo>
                    <a:pt x="8189273" y="3964239"/>
                  </a:lnTo>
                  <a:lnTo>
                    <a:pt x="8159593" y="4034278"/>
                  </a:lnTo>
                  <a:lnTo>
                    <a:pt x="8151487" y="4052445"/>
                  </a:lnTo>
                  <a:lnTo>
                    <a:pt x="8109094" y="4140832"/>
                  </a:lnTo>
                  <a:lnTo>
                    <a:pt x="8064751" y="4221709"/>
                  </a:lnTo>
                  <a:lnTo>
                    <a:pt x="8017922" y="4295331"/>
                  </a:lnTo>
                  <a:lnTo>
                    <a:pt x="7968021" y="4362193"/>
                  </a:lnTo>
                  <a:lnTo>
                    <a:pt x="7914437" y="4422895"/>
                  </a:lnTo>
                  <a:lnTo>
                    <a:pt x="7856570" y="4478061"/>
                  </a:lnTo>
                  <a:lnTo>
                    <a:pt x="7793866" y="4528281"/>
                  </a:lnTo>
                  <a:lnTo>
                    <a:pt x="7725867" y="4574080"/>
                  </a:lnTo>
                  <a:lnTo>
                    <a:pt x="7652280" y="4615899"/>
                  </a:lnTo>
                  <a:lnTo>
                    <a:pt x="7573060" y="4654083"/>
                  </a:lnTo>
                  <a:lnTo>
                    <a:pt x="7488514" y="4688875"/>
                  </a:lnTo>
                  <a:lnTo>
                    <a:pt x="7399411" y="4720421"/>
                  </a:lnTo>
                  <a:lnTo>
                    <a:pt x="7307082" y="4748775"/>
                  </a:lnTo>
                  <a:lnTo>
                    <a:pt x="7213479" y="4773918"/>
                  </a:lnTo>
                  <a:lnTo>
                    <a:pt x="7121153" y="4795789"/>
                  </a:lnTo>
                  <a:lnTo>
                    <a:pt x="7033113" y="4814322"/>
                  </a:lnTo>
                  <a:lnTo>
                    <a:pt x="6952547" y="4829500"/>
                  </a:lnTo>
                  <a:lnTo>
                    <a:pt x="6882426" y="4841395"/>
                  </a:lnTo>
                  <a:lnTo>
                    <a:pt x="6825055" y="4850205"/>
                  </a:lnTo>
                  <a:lnTo>
                    <a:pt x="6781673" y="4856261"/>
                  </a:lnTo>
                  <a:lnTo>
                    <a:pt x="6752199" y="4860016"/>
                  </a:lnTo>
                  <a:lnTo>
                    <a:pt x="6735167" y="4862001"/>
                  </a:lnTo>
                  <a:lnTo>
                    <a:pt x="6727836" y="4862786"/>
                  </a:lnTo>
                  <a:lnTo>
                    <a:pt x="6726343" y="4862934"/>
                  </a:lnTo>
                  <a:lnTo>
                    <a:pt x="5254955" y="4862934"/>
                  </a:lnTo>
                  <a:lnTo>
                    <a:pt x="5253864" y="4862852"/>
                  </a:lnTo>
                  <a:lnTo>
                    <a:pt x="5246687" y="4862270"/>
                  </a:lnTo>
                  <a:lnTo>
                    <a:pt x="5228573" y="4860663"/>
                  </a:lnTo>
                  <a:lnTo>
                    <a:pt x="5196127" y="4857498"/>
                  </a:lnTo>
                  <a:lnTo>
                    <a:pt x="5147648" y="4852280"/>
                  </a:lnTo>
                  <a:lnTo>
                    <a:pt x="5083257" y="4844599"/>
                  </a:lnTo>
                  <a:lnTo>
                    <a:pt x="5004768" y="4834169"/>
                  </a:lnTo>
                  <a:lnTo>
                    <a:pt x="4915288" y="4820839"/>
                  </a:lnTo>
                  <a:lnTo>
                    <a:pt x="4818620" y="4804574"/>
                  </a:lnTo>
                  <a:lnTo>
                    <a:pt x="4718638" y="4785415"/>
                  </a:lnTo>
                  <a:lnTo>
                    <a:pt x="4618801" y="4763424"/>
                  </a:lnTo>
                  <a:lnTo>
                    <a:pt x="4521843" y="4738640"/>
                  </a:lnTo>
                  <a:lnTo>
                    <a:pt x="4429682" y="4711041"/>
                  </a:lnTo>
                  <a:lnTo>
                    <a:pt x="4343459" y="4680515"/>
                  </a:lnTo>
                  <a:lnTo>
                    <a:pt x="4263669" y="4646856"/>
                  </a:lnTo>
                  <a:lnTo>
                    <a:pt x="4190318" y="4609754"/>
                  </a:lnTo>
                  <a:lnTo>
                    <a:pt x="4123065" y="4568804"/>
                  </a:lnTo>
                  <a:lnTo>
                    <a:pt x="4061351" y="4523514"/>
                  </a:lnTo>
                  <a:lnTo>
                    <a:pt x="4004490" y="4473328"/>
                  </a:lnTo>
                  <a:lnTo>
                    <a:pt x="3951738" y="4417664"/>
                  </a:lnTo>
                  <a:lnTo>
                    <a:pt x="3902349" y="4355970"/>
                  </a:lnTo>
                  <a:lnTo>
                    <a:pt x="3855614" y="4287835"/>
                  </a:lnTo>
                  <a:lnTo>
                    <a:pt x="3829811" y="4245872"/>
                  </a:lnTo>
                  <a:lnTo>
                    <a:pt x="3796093" y="4186277"/>
                  </a:lnTo>
                  <a:lnTo>
                    <a:pt x="3763157" y="4122759"/>
                  </a:lnTo>
                  <a:lnTo>
                    <a:pt x="3730813" y="4055238"/>
                  </a:lnTo>
                  <a:lnTo>
                    <a:pt x="3698903" y="3983685"/>
                  </a:lnTo>
                  <a:lnTo>
                    <a:pt x="3667298" y="3908125"/>
                  </a:lnTo>
                  <a:lnTo>
                    <a:pt x="3635892" y="3828644"/>
                  </a:lnTo>
                  <a:lnTo>
                    <a:pt x="3604603" y="3745391"/>
                  </a:lnTo>
                  <a:lnTo>
                    <a:pt x="3573368" y="3658584"/>
                  </a:lnTo>
                  <a:lnTo>
                    <a:pt x="3542143" y="3568505"/>
                  </a:lnTo>
                  <a:lnTo>
                    <a:pt x="3510896" y="3475505"/>
                  </a:lnTo>
                  <a:lnTo>
                    <a:pt x="3479611" y="3379993"/>
                  </a:lnTo>
                  <a:lnTo>
                    <a:pt x="3448284" y="3282435"/>
                  </a:lnTo>
                  <a:lnTo>
                    <a:pt x="3416918" y="3183345"/>
                  </a:lnTo>
                  <a:lnTo>
                    <a:pt x="3385525" y="3083268"/>
                  </a:lnTo>
                  <a:lnTo>
                    <a:pt x="3354119" y="2982779"/>
                  </a:lnTo>
                  <a:lnTo>
                    <a:pt x="3322719" y="2882457"/>
                  </a:lnTo>
                  <a:lnTo>
                    <a:pt x="3291340" y="2782880"/>
                  </a:lnTo>
                  <a:lnTo>
                    <a:pt x="3259995" y="2684608"/>
                  </a:lnTo>
                  <a:lnTo>
                    <a:pt x="3228693" y="2588170"/>
                  </a:lnTo>
                  <a:lnTo>
                    <a:pt x="3197431" y="2494052"/>
                  </a:lnTo>
                  <a:lnTo>
                    <a:pt x="3166199" y="2402690"/>
                  </a:lnTo>
                  <a:lnTo>
                    <a:pt x="3134973" y="2314458"/>
                  </a:lnTo>
                  <a:lnTo>
                    <a:pt x="3103714" y="2229670"/>
                  </a:lnTo>
                  <a:lnTo>
                    <a:pt x="3072366" y="2148569"/>
                  </a:lnTo>
                  <a:lnTo>
                    <a:pt x="3040857" y="2071334"/>
                  </a:lnTo>
                  <a:lnTo>
                    <a:pt x="3009090" y="1998077"/>
                  </a:lnTo>
                  <a:lnTo>
                    <a:pt x="2976948" y="1928848"/>
                  </a:lnTo>
                  <a:lnTo>
                    <a:pt x="2944284" y="1863642"/>
                  </a:lnTo>
                  <a:lnTo>
                    <a:pt x="2910923" y="1802398"/>
                  </a:lnTo>
                  <a:lnTo>
                    <a:pt x="2896531" y="1777627"/>
                  </a:lnTo>
                  <a:lnTo>
                    <a:pt x="2851027" y="1705725"/>
                  </a:lnTo>
                  <a:lnTo>
                    <a:pt x="2803240" y="1640380"/>
                  </a:lnTo>
                  <a:lnTo>
                    <a:pt x="2752502" y="1581326"/>
                  </a:lnTo>
                  <a:lnTo>
                    <a:pt x="2698086" y="1528075"/>
                  </a:lnTo>
                  <a:lnTo>
                    <a:pt x="2639238" y="1480053"/>
                  </a:lnTo>
                  <a:lnTo>
                    <a:pt x="2575235" y="1436684"/>
                  </a:lnTo>
                  <a:lnTo>
                    <a:pt x="2505432" y="1397435"/>
                  </a:lnTo>
                  <a:lnTo>
                    <a:pt x="2429353" y="1361849"/>
                  </a:lnTo>
                  <a:lnTo>
                    <a:pt x="2346786" y="1329562"/>
                  </a:lnTo>
                  <a:lnTo>
                    <a:pt x="2257929" y="1300307"/>
                  </a:lnTo>
                  <a:lnTo>
                    <a:pt x="2163535" y="1273920"/>
                  </a:lnTo>
                  <a:lnTo>
                    <a:pt x="2065063" y="1250329"/>
                  </a:lnTo>
                  <a:lnTo>
                    <a:pt x="1964783" y="1229541"/>
                  </a:lnTo>
                  <a:lnTo>
                    <a:pt x="1865761" y="1211612"/>
                  </a:lnTo>
                  <a:lnTo>
                    <a:pt x="1771683" y="1196600"/>
                  </a:lnTo>
                  <a:lnTo>
                    <a:pt x="1686464" y="1184521"/>
                  </a:lnTo>
                  <a:lnTo>
                    <a:pt x="1613686" y="1175293"/>
                  </a:lnTo>
                  <a:lnTo>
                    <a:pt x="1555969" y="1168707"/>
                  </a:lnTo>
                  <a:lnTo>
                    <a:pt x="1514438" y="1164423"/>
                  </a:lnTo>
                  <a:lnTo>
                    <a:pt x="1488431" y="1161988"/>
                  </a:lnTo>
                  <a:lnTo>
                    <a:pt x="1475499" y="1160885"/>
                  </a:lnTo>
                  <a:lnTo>
                    <a:pt x="1471596" y="1160580"/>
                  </a:lnTo>
                  <a:lnTo>
                    <a:pt x="1471387" y="1160565"/>
                  </a:lnTo>
                  <a:lnTo>
                    <a:pt x="0" y="1160565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615" name="pl615"/>
            <p:cNvSpPr/>
            <p:nvPr/>
          </p:nvSpPr>
          <p:spPr>
            <a:xfrm>
              <a:off x="4799595" y="5184095"/>
              <a:ext cx="11981298" cy="4862934"/>
            </a:xfrm>
            <a:custGeom>
              <a:avLst/>
              <a:pathLst>
                <a:path w="11981298" h="4862934">
                  <a:moveTo>
                    <a:pt x="0" y="1160565"/>
                  </a:moveTo>
                  <a:lnTo>
                    <a:pt x="1471387" y="1160565"/>
                  </a:lnTo>
                  <a:lnTo>
                    <a:pt x="1472478" y="1160647"/>
                  </a:lnTo>
                  <a:lnTo>
                    <a:pt x="1479655" y="1161228"/>
                  </a:lnTo>
                  <a:lnTo>
                    <a:pt x="1497770" y="1162835"/>
                  </a:lnTo>
                  <a:lnTo>
                    <a:pt x="1530215" y="1166000"/>
                  </a:lnTo>
                  <a:lnTo>
                    <a:pt x="1578694" y="1171219"/>
                  </a:lnTo>
                  <a:lnTo>
                    <a:pt x="1643086" y="1178900"/>
                  </a:lnTo>
                  <a:lnTo>
                    <a:pt x="1721574" y="1189330"/>
                  </a:lnTo>
                  <a:lnTo>
                    <a:pt x="1811054" y="1202659"/>
                  </a:lnTo>
                  <a:lnTo>
                    <a:pt x="1907723" y="1218924"/>
                  </a:lnTo>
                  <a:lnTo>
                    <a:pt x="2007704" y="1238084"/>
                  </a:lnTo>
                  <a:lnTo>
                    <a:pt x="2107541" y="1260075"/>
                  </a:lnTo>
                  <a:lnTo>
                    <a:pt x="2204499" y="1284859"/>
                  </a:lnTo>
                  <a:lnTo>
                    <a:pt x="2296660" y="1312458"/>
                  </a:lnTo>
                  <a:lnTo>
                    <a:pt x="2382884" y="1342984"/>
                  </a:lnTo>
                  <a:lnTo>
                    <a:pt x="2462673" y="1376643"/>
                  </a:lnTo>
                  <a:lnTo>
                    <a:pt x="2536024" y="1413744"/>
                  </a:lnTo>
                  <a:lnTo>
                    <a:pt x="2603277" y="1454695"/>
                  </a:lnTo>
                  <a:lnTo>
                    <a:pt x="2664991" y="1499985"/>
                  </a:lnTo>
                  <a:lnTo>
                    <a:pt x="2721852" y="1550170"/>
                  </a:lnTo>
                  <a:lnTo>
                    <a:pt x="2774604" y="1605835"/>
                  </a:lnTo>
                  <a:lnTo>
                    <a:pt x="2823993" y="1667529"/>
                  </a:lnTo>
                  <a:lnTo>
                    <a:pt x="2870728" y="1735664"/>
                  </a:lnTo>
                  <a:lnTo>
                    <a:pt x="2896531" y="1777627"/>
                  </a:lnTo>
                  <a:lnTo>
                    <a:pt x="2930250" y="1837222"/>
                  </a:lnTo>
                  <a:lnTo>
                    <a:pt x="2963185" y="1900740"/>
                  </a:lnTo>
                  <a:lnTo>
                    <a:pt x="2995529" y="1968260"/>
                  </a:lnTo>
                  <a:lnTo>
                    <a:pt x="3027439" y="2039814"/>
                  </a:lnTo>
                  <a:lnTo>
                    <a:pt x="3059044" y="2115374"/>
                  </a:lnTo>
                  <a:lnTo>
                    <a:pt x="3090450" y="2194855"/>
                  </a:lnTo>
                  <a:lnTo>
                    <a:pt x="3121739" y="2278108"/>
                  </a:lnTo>
                  <a:lnTo>
                    <a:pt x="3152974" y="2364915"/>
                  </a:lnTo>
                  <a:lnTo>
                    <a:pt x="3184200" y="2454994"/>
                  </a:lnTo>
                  <a:lnTo>
                    <a:pt x="3215447" y="2547994"/>
                  </a:lnTo>
                  <a:lnTo>
                    <a:pt x="3246731" y="2643506"/>
                  </a:lnTo>
                  <a:lnTo>
                    <a:pt x="3278058" y="2741063"/>
                  </a:lnTo>
                  <a:lnTo>
                    <a:pt x="3309424" y="2840154"/>
                  </a:lnTo>
                  <a:lnTo>
                    <a:pt x="3340817" y="2940230"/>
                  </a:lnTo>
                  <a:lnTo>
                    <a:pt x="3372223" y="3040720"/>
                  </a:lnTo>
                  <a:lnTo>
                    <a:pt x="3403623" y="3141042"/>
                  </a:lnTo>
                  <a:lnTo>
                    <a:pt x="3435002" y="3240619"/>
                  </a:lnTo>
                  <a:lnTo>
                    <a:pt x="3466347" y="3338891"/>
                  </a:lnTo>
                  <a:lnTo>
                    <a:pt x="3497649" y="3435329"/>
                  </a:lnTo>
                  <a:lnTo>
                    <a:pt x="3528911" y="3529447"/>
                  </a:lnTo>
                  <a:lnTo>
                    <a:pt x="3560143" y="3620809"/>
                  </a:lnTo>
                  <a:lnTo>
                    <a:pt x="3591369" y="3709040"/>
                  </a:lnTo>
                  <a:lnTo>
                    <a:pt x="3622628" y="3793829"/>
                  </a:lnTo>
                  <a:lnTo>
                    <a:pt x="3653976" y="3874930"/>
                  </a:lnTo>
                  <a:lnTo>
                    <a:pt x="3685485" y="3952165"/>
                  </a:lnTo>
                  <a:lnTo>
                    <a:pt x="3717252" y="4025422"/>
                  </a:lnTo>
                  <a:lnTo>
                    <a:pt x="3749395" y="4094650"/>
                  </a:lnTo>
                  <a:lnTo>
                    <a:pt x="3782058" y="4159857"/>
                  </a:lnTo>
                  <a:lnTo>
                    <a:pt x="3815419" y="4221101"/>
                  </a:lnTo>
                  <a:lnTo>
                    <a:pt x="3829811" y="4245872"/>
                  </a:lnTo>
                  <a:lnTo>
                    <a:pt x="3875315" y="4317774"/>
                  </a:lnTo>
                  <a:lnTo>
                    <a:pt x="3923103" y="4383119"/>
                  </a:lnTo>
                  <a:lnTo>
                    <a:pt x="3973840" y="4442173"/>
                  </a:lnTo>
                  <a:lnTo>
                    <a:pt x="4028256" y="4495424"/>
                  </a:lnTo>
                  <a:lnTo>
                    <a:pt x="4087104" y="4543445"/>
                  </a:lnTo>
                  <a:lnTo>
                    <a:pt x="4151108" y="4586815"/>
                  </a:lnTo>
                  <a:lnTo>
                    <a:pt x="4220910" y="4626064"/>
                  </a:lnTo>
                  <a:lnTo>
                    <a:pt x="4296990" y="4661650"/>
                  </a:lnTo>
                  <a:lnTo>
                    <a:pt x="4379556" y="4693937"/>
                  </a:lnTo>
                  <a:lnTo>
                    <a:pt x="4468413" y="4723191"/>
                  </a:lnTo>
                  <a:lnTo>
                    <a:pt x="4562808" y="4749579"/>
                  </a:lnTo>
                  <a:lnTo>
                    <a:pt x="4661279" y="4773170"/>
                  </a:lnTo>
                  <a:lnTo>
                    <a:pt x="4761559" y="4793957"/>
                  </a:lnTo>
                  <a:lnTo>
                    <a:pt x="4860581" y="4811887"/>
                  </a:lnTo>
                  <a:lnTo>
                    <a:pt x="4954659" y="4826898"/>
                  </a:lnTo>
                  <a:lnTo>
                    <a:pt x="5039878" y="4838978"/>
                  </a:lnTo>
                  <a:lnTo>
                    <a:pt x="5112656" y="4848206"/>
                  </a:lnTo>
                  <a:lnTo>
                    <a:pt x="5170374" y="4854791"/>
                  </a:lnTo>
                  <a:lnTo>
                    <a:pt x="5211905" y="4859075"/>
                  </a:lnTo>
                  <a:lnTo>
                    <a:pt x="5237911" y="4861510"/>
                  </a:lnTo>
                  <a:lnTo>
                    <a:pt x="5250843" y="4862613"/>
                  </a:lnTo>
                  <a:lnTo>
                    <a:pt x="5254746" y="4862918"/>
                  </a:lnTo>
                  <a:lnTo>
                    <a:pt x="5254955" y="4862934"/>
                  </a:lnTo>
                  <a:lnTo>
                    <a:pt x="6726343" y="4862934"/>
                  </a:lnTo>
                  <a:lnTo>
                    <a:pt x="6727232" y="4862847"/>
                  </a:lnTo>
                  <a:lnTo>
                    <a:pt x="6733107" y="4862228"/>
                  </a:lnTo>
                  <a:lnTo>
                    <a:pt x="6748022" y="4860518"/>
                  </a:lnTo>
                  <a:lnTo>
                    <a:pt x="6774946" y="4857147"/>
                  </a:lnTo>
                  <a:lnTo>
                    <a:pt x="6815602" y="4851572"/>
                  </a:lnTo>
                  <a:lnTo>
                    <a:pt x="6870338" y="4843322"/>
                  </a:lnTo>
                  <a:lnTo>
                    <a:pt x="6938156" y="4832040"/>
                  </a:lnTo>
                  <a:lnTo>
                    <a:pt x="7016928" y="4817503"/>
                  </a:lnTo>
                  <a:lnTo>
                    <a:pt x="7103777" y="4799616"/>
                  </a:lnTo>
                  <a:lnTo>
                    <a:pt x="7195522" y="4778384"/>
                  </a:lnTo>
                  <a:lnTo>
                    <a:pt x="7289094" y="4753865"/>
                  </a:lnTo>
                  <a:lnTo>
                    <a:pt x="7381840" y="4726126"/>
                  </a:lnTo>
                  <a:lnTo>
                    <a:pt x="7471686" y="4695196"/>
                  </a:lnTo>
                  <a:lnTo>
                    <a:pt x="7557185" y="4661037"/>
                  </a:lnTo>
                  <a:lnTo>
                    <a:pt x="7637467" y="4623522"/>
                  </a:lnTo>
                  <a:lnTo>
                    <a:pt x="7712144" y="4582426"/>
                  </a:lnTo>
                  <a:lnTo>
                    <a:pt x="7781201" y="4537425"/>
                  </a:lnTo>
                  <a:lnTo>
                    <a:pt x="7844893" y="4488094"/>
                  </a:lnTo>
                  <a:lnTo>
                    <a:pt x="7903650" y="4433924"/>
                  </a:lnTo>
                  <a:lnTo>
                    <a:pt x="7958013" y="4374335"/>
                  </a:lnTo>
                  <a:lnTo>
                    <a:pt x="8008575" y="4308707"/>
                  </a:lnTo>
                  <a:lnTo>
                    <a:pt x="8055949" y="4236430"/>
                  </a:lnTo>
                  <a:lnTo>
                    <a:pt x="8100727" y="4156978"/>
                  </a:lnTo>
                  <a:lnTo>
                    <a:pt x="8143457" y="4070039"/>
                  </a:lnTo>
                  <a:lnTo>
                    <a:pt x="8151487" y="4052445"/>
                  </a:lnTo>
                  <a:lnTo>
                    <a:pt x="8181352" y="3983477"/>
                  </a:lnTo>
                  <a:lnTo>
                    <a:pt x="8210586" y="3910490"/>
                  </a:lnTo>
                  <a:lnTo>
                    <a:pt x="8239325" y="3833406"/>
                  </a:lnTo>
                  <a:lnTo>
                    <a:pt x="8267686" y="3752182"/>
                  </a:lnTo>
                  <a:lnTo>
                    <a:pt x="8295764" y="3666820"/>
                  </a:lnTo>
                  <a:lnTo>
                    <a:pt x="8323642" y="3577370"/>
                  </a:lnTo>
                  <a:lnTo>
                    <a:pt x="8351386" y="3483930"/>
                  </a:lnTo>
                  <a:lnTo>
                    <a:pt x="8379048" y="3386652"/>
                  </a:lnTo>
                  <a:lnTo>
                    <a:pt x="8406672" y="3285740"/>
                  </a:lnTo>
                  <a:lnTo>
                    <a:pt x="8434287" y="3181453"/>
                  </a:lnTo>
                  <a:lnTo>
                    <a:pt x="8461917" y="3074103"/>
                  </a:lnTo>
                  <a:lnTo>
                    <a:pt x="8489573" y="2964051"/>
                  </a:lnTo>
                  <a:lnTo>
                    <a:pt x="8517262" y="2851705"/>
                  </a:lnTo>
                  <a:lnTo>
                    <a:pt x="8544985" y="2737513"/>
                  </a:lnTo>
                  <a:lnTo>
                    <a:pt x="8572734" y="2621957"/>
                  </a:lnTo>
                  <a:lnTo>
                    <a:pt x="8600502" y="2505542"/>
                  </a:lnTo>
                  <a:lnTo>
                    <a:pt x="8628278" y="2388792"/>
                  </a:lnTo>
                  <a:lnTo>
                    <a:pt x="8656050" y="2272235"/>
                  </a:lnTo>
                  <a:lnTo>
                    <a:pt x="8683805" y="2156397"/>
                  </a:lnTo>
                  <a:lnTo>
                    <a:pt x="8711535" y="2041789"/>
                  </a:lnTo>
                  <a:lnTo>
                    <a:pt x="8739234" y="1928901"/>
                  </a:lnTo>
                  <a:lnTo>
                    <a:pt x="8766899" y="1818190"/>
                  </a:lnTo>
                  <a:lnTo>
                    <a:pt x="8794534" y="1710075"/>
                  </a:lnTo>
                  <a:lnTo>
                    <a:pt x="8822152" y="1604931"/>
                  </a:lnTo>
                  <a:lnTo>
                    <a:pt x="8849771" y="1503084"/>
                  </a:lnTo>
                  <a:lnTo>
                    <a:pt x="8877419" y="1404806"/>
                  </a:lnTo>
                  <a:lnTo>
                    <a:pt x="8905136" y="1310316"/>
                  </a:lnTo>
                  <a:lnTo>
                    <a:pt x="8932972" y="1219781"/>
                  </a:lnTo>
                  <a:lnTo>
                    <a:pt x="8960989" y="1133312"/>
                  </a:lnTo>
                  <a:lnTo>
                    <a:pt x="8989265" y="1050973"/>
                  </a:lnTo>
                  <a:lnTo>
                    <a:pt x="9017892" y="972777"/>
                  </a:lnTo>
                  <a:lnTo>
                    <a:pt x="9046980" y="898694"/>
                  </a:lnTo>
                  <a:lnTo>
                    <a:pt x="9076661" y="828655"/>
                  </a:lnTo>
                  <a:lnTo>
                    <a:pt x="9084767" y="810489"/>
                  </a:lnTo>
                  <a:lnTo>
                    <a:pt x="9127159" y="722101"/>
                  </a:lnTo>
                  <a:lnTo>
                    <a:pt x="9171502" y="641224"/>
                  </a:lnTo>
                  <a:lnTo>
                    <a:pt x="9218331" y="567602"/>
                  </a:lnTo>
                  <a:lnTo>
                    <a:pt x="9268232" y="500740"/>
                  </a:lnTo>
                  <a:lnTo>
                    <a:pt x="9321816" y="440038"/>
                  </a:lnTo>
                  <a:lnTo>
                    <a:pt x="9379683" y="384872"/>
                  </a:lnTo>
                  <a:lnTo>
                    <a:pt x="9442388" y="334652"/>
                  </a:lnTo>
                  <a:lnTo>
                    <a:pt x="9510386" y="288853"/>
                  </a:lnTo>
                  <a:lnTo>
                    <a:pt x="9583973" y="247034"/>
                  </a:lnTo>
                  <a:lnTo>
                    <a:pt x="9663193" y="208850"/>
                  </a:lnTo>
                  <a:lnTo>
                    <a:pt x="9747739" y="174058"/>
                  </a:lnTo>
                  <a:lnTo>
                    <a:pt x="9836842" y="142512"/>
                  </a:lnTo>
                  <a:lnTo>
                    <a:pt x="9929171" y="114158"/>
                  </a:lnTo>
                  <a:lnTo>
                    <a:pt x="10022775" y="89015"/>
                  </a:lnTo>
                  <a:lnTo>
                    <a:pt x="10115101" y="67144"/>
                  </a:lnTo>
                  <a:lnTo>
                    <a:pt x="10203141" y="48611"/>
                  </a:lnTo>
                  <a:lnTo>
                    <a:pt x="10283706" y="33433"/>
                  </a:lnTo>
                  <a:lnTo>
                    <a:pt x="10353827" y="21538"/>
                  </a:lnTo>
                  <a:lnTo>
                    <a:pt x="10411198" y="12728"/>
                  </a:lnTo>
                  <a:lnTo>
                    <a:pt x="10454580" y="6672"/>
                  </a:lnTo>
                  <a:lnTo>
                    <a:pt x="10484055" y="2917"/>
                  </a:lnTo>
                  <a:lnTo>
                    <a:pt x="10501086" y="932"/>
                  </a:lnTo>
                  <a:lnTo>
                    <a:pt x="10508417" y="147"/>
                  </a:lnTo>
                  <a:lnTo>
                    <a:pt x="10509904" y="0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16" name="pl616"/>
            <p:cNvSpPr/>
            <p:nvPr/>
          </p:nvSpPr>
          <p:spPr>
            <a:xfrm>
              <a:off x="4799595" y="5143230"/>
              <a:ext cx="11981298" cy="4862934"/>
            </a:xfrm>
            <a:custGeom>
              <a:avLst/>
              <a:pathLst>
                <a:path w="11981298" h="4862934">
                  <a:moveTo>
                    <a:pt x="11981298" y="0"/>
                  </a:moveTo>
                  <a:lnTo>
                    <a:pt x="10509911" y="0"/>
                  </a:lnTo>
                  <a:lnTo>
                    <a:pt x="10509021" y="86"/>
                  </a:lnTo>
                  <a:lnTo>
                    <a:pt x="10503146" y="705"/>
                  </a:lnTo>
                  <a:lnTo>
                    <a:pt x="10488232" y="2415"/>
                  </a:lnTo>
                  <a:lnTo>
                    <a:pt x="10461307" y="5786"/>
                  </a:lnTo>
                  <a:lnTo>
                    <a:pt x="10420651" y="11361"/>
                  </a:lnTo>
                  <a:lnTo>
                    <a:pt x="10365915" y="19611"/>
                  </a:lnTo>
                  <a:lnTo>
                    <a:pt x="10298097" y="30893"/>
                  </a:lnTo>
                  <a:lnTo>
                    <a:pt x="10219325" y="45430"/>
                  </a:lnTo>
                  <a:lnTo>
                    <a:pt x="10132476" y="63317"/>
                  </a:lnTo>
                  <a:lnTo>
                    <a:pt x="10040731" y="84549"/>
                  </a:lnTo>
                  <a:lnTo>
                    <a:pt x="9947159" y="109068"/>
                  </a:lnTo>
                  <a:lnTo>
                    <a:pt x="9854413" y="136807"/>
                  </a:lnTo>
                  <a:lnTo>
                    <a:pt x="9764567" y="167737"/>
                  </a:lnTo>
                  <a:lnTo>
                    <a:pt x="9679068" y="201896"/>
                  </a:lnTo>
                  <a:lnTo>
                    <a:pt x="9598786" y="239411"/>
                  </a:lnTo>
                  <a:lnTo>
                    <a:pt x="9524110" y="280507"/>
                  </a:lnTo>
                  <a:lnTo>
                    <a:pt x="9455052" y="325508"/>
                  </a:lnTo>
                  <a:lnTo>
                    <a:pt x="9391360" y="374839"/>
                  </a:lnTo>
                  <a:lnTo>
                    <a:pt x="9332603" y="429009"/>
                  </a:lnTo>
                  <a:lnTo>
                    <a:pt x="9278240" y="488598"/>
                  </a:lnTo>
                  <a:lnTo>
                    <a:pt x="9227678" y="554226"/>
                  </a:lnTo>
                  <a:lnTo>
                    <a:pt x="9180304" y="626503"/>
                  </a:lnTo>
                  <a:lnTo>
                    <a:pt x="9135526" y="705955"/>
                  </a:lnTo>
                  <a:lnTo>
                    <a:pt x="9092797" y="792894"/>
                  </a:lnTo>
                  <a:lnTo>
                    <a:pt x="9084767" y="810489"/>
                  </a:lnTo>
                  <a:lnTo>
                    <a:pt x="9054901" y="879456"/>
                  </a:lnTo>
                  <a:lnTo>
                    <a:pt x="9025667" y="952443"/>
                  </a:lnTo>
                  <a:lnTo>
                    <a:pt x="8996928" y="1029527"/>
                  </a:lnTo>
                  <a:lnTo>
                    <a:pt x="8968567" y="1110751"/>
                  </a:lnTo>
                  <a:lnTo>
                    <a:pt x="8940489" y="1196113"/>
                  </a:lnTo>
                  <a:lnTo>
                    <a:pt x="8912611" y="1285563"/>
                  </a:lnTo>
                  <a:lnTo>
                    <a:pt x="8884868" y="1379003"/>
                  </a:lnTo>
                  <a:lnTo>
                    <a:pt x="8857205" y="1476281"/>
                  </a:lnTo>
                  <a:lnTo>
                    <a:pt x="8829582" y="1577193"/>
                  </a:lnTo>
                  <a:lnTo>
                    <a:pt x="8801966" y="1681480"/>
                  </a:lnTo>
                  <a:lnTo>
                    <a:pt x="8774337" y="1788830"/>
                  </a:lnTo>
                  <a:lnTo>
                    <a:pt x="8746680" y="1898882"/>
                  </a:lnTo>
                  <a:lnTo>
                    <a:pt x="8718991" y="2011228"/>
                  </a:lnTo>
                  <a:lnTo>
                    <a:pt x="8691269" y="2125420"/>
                  </a:lnTo>
                  <a:lnTo>
                    <a:pt x="8663519" y="2240976"/>
                  </a:lnTo>
                  <a:lnTo>
                    <a:pt x="8635751" y="2357391"/>
                  </a:lnTo>
                  <a:lnTo>
                    <a:pt x="8607975" y="2474141"/>
                  </a:lnTo>
                  <a:lnTo>
                    <a:pt x="8580204" y="2590698"/>
                  </a:lnTo>
                  <a:lnTo>
                    <a:pt x="8552448" y="2706536"/>
                  </a:lnTo>
                  <a:lnTo>
                    <a:pt x="8524718" y="2821144"/>
                  </a:lnTo>
                  <a:lnTo>
                    <a:pt x="8497020" y="2934032"/>
                  </a:lnTo>
                  <a:lnTo>
                    <a:pt x="8469355" y="3044743"/>
                  </a:lnTo>
                  <a:lnTo>
                    <a:pt x="8441719" y="3152858"/>
                  </a:lnTo>
                  <a:lnTo>
                    <a:pt x="8414101" y="3258002"/>
                  </a:lnTo>
                  <a:lnTo>
                    <a:pt x="8386483" y="3359849"/>
                  </a:lnTo>
                  <a:lnTo>
                    <a:pt x="8358834" y="3458127"/>
                  </a:lnTo>
                  <a:lnTo>
                    <a:pt x="8331117" y="3552617"/>
                  </a:lnTo>
                  <a:lnTo>
                    <a:pt x="8303282" y="3643152"/>
                  </a:lnTo>
                  <a:lnTo>
                    <a:pt x="8275264" y="3729621"/>
                  </a:lnTo>
                  <a:lnTo>
                    <a:pt x="8246989" y="3811960"/>
                  </a:lnTo>
                  <a:lnTo>
                    <a:pt x="8218362" y="3890156"/>
                  </a:lnTo>
                  <a:lnTo>
                    <a:pt x="8189273" y="3964239"/>
                  </a:lnTo>
                  <a:lnTo>
                    <a:pt x="8159593" y="4034278"/>
                  </a:lnTo>
                  <a:lnTo>
                    <a:pt x="8151487" y="4052445"/>
                  </a:lnTo>
                  <a:lnTo>
                    <a:pt x="8109094" y="4140832"/>
                  </a:lnTo>
                  <a:lnTo>
                    <a:pt x="8064751" y="4221709"/>
                  </a:lnTo>
                  <a:lnTo>
                    <a:pt x="8017922" y="4295331"/>
                  </a:lnTo>
                  <a:lnTo>
                    <a:pt x="7968021" y="4362193"/>
                  </a:lnTo>
                  <a:lnTo>
                    <a:pt x="7914437" y="4422895"/>
                  </a:lnTo>
                  <a:lnTo>
                    <a:pt x="7856570" y="4478061"/>
                  </a:lnTo>
                  <a:lnTo>
                    <a:pt x="7793866" y="4528281"/>
                  </a:lnTo>
                  <a:lnTo>
                    <a:pt x="7725867" y="4574080"/>
                  </a:lnTo>
                  <a:lnTo>
                    <a:pt x="7652280" y="4615899"/>
                  </a:lnTo>
                  <a:lnTo>
                    <a:pt x="7573060" y="4654083"/>
                  </a:lnTo>
                  <a:lnTo>
                    <a:pt x="7488514" y="4688875"/>
                  </a:lnTo>
                  <a:lnTo>
                    <a:pt x="7399411" y="4720421"/>
                  </a:lnTo>
                  <a:lnTo>
                    <a:pt x="7307082" y="4748775"/>
                  </a:lnTo>
                  <a:lnTo>
                    <a:pt x="7213479" y="4773918"/>
                  </a:lnTo>
                  <a:lnTo>
                    <a:pt x="7121153" y="4795789"/>
                  </a:lnTo>
                  <a:lnTo>
                    <a:pt x="7033113" y="4814322"/>
                  </a:lnTo>
                  <a:lnTo>
                    <a:pt x="6952547" y="4829500"/>
                  </a:lnTo>
                  <a:lnTo>
                    <a:pt x="6882426" y="4841395"/>
                  </a:lnTo>
                  <a:lnTo>
                    <a:pt x="6825055" y="4850205"/>
                  </a:lnTo>
                  <a:lnTo>
                    <a:pt x="6781673" y="4856261"/>
                  </a:lnTo>
                  <a:lnTo>
                    <a:pt x="6752199" y="4860016"/>
                  </a:lnTo>
                  <a:lnTo>
                    <a:pt x="6735167" y="4862001"/>
                  </a:lnTo>
                  <a:lnTo>
                    <a:pt x="6727836" y="4862786"/>
                  </a:lnTo>
                  <a:lnTo>
                    <a:pt x="6726349" y="4862933"/>
                  </a:lnTo>
                  <a:lnTo>
                    <a:pt x="6726343" y="4862934"/>
                  </a:lnTo>
                  <a:lnTo>
                    <a:pt x="5254955" y="4862934"/>
                  </a:lnTo>
                  <a:lnTo>
                    <a:pt x="5253864" y="4862852"/>
                  </a:lnTo>
                  <a:lnTo>
                    <a:pt x="5246687" y="4862270"/>
                  </a:lnTo>
                  <a:lnTo>
                    <a:pt x="5228573" y="4860663"/>
                  </a:lnTo>
                  <a:lnTo>
                    <a:pt x="5196127" y="4857498"/>
                  </a:lnTo>
                  <a:lnTo>
                    <a:pt x="5147648" y="4852280"/>
                  </a:lnTo>
                  <a:lnTo>
                    <a:pt x="5083257" y="4844599"/>
                  </a:lnTo>
                  <a:lnTo>
                    <a:pt x="5004768" y="4834169"/>
                  </a:lnTo>
                  <a:lnTo>
                    <a:pt x="4915288" y="4820839"/>
                  </a:lnTo>
                  <a:lnTo>
                    <a:pt x="4818620" y="4804574"/>
                  </a:lnTo>
                  <a:lnTo>
                    <a:pt x="4718638" y="4785415"/>
                  </a:lnTo>
                  <a:lnTo>
                    <a:pt x="4618801" y="4763424"/>
                  </a:lnTo>
                  <a:lnTo>
                    <a:pt x="4521843" y="4738640"/>
                  </a:lnTo>
                  <a:lnTo>
                    <a:pt x="4429682" y="4711041"/>
                  </a:lnTo>
                  <a:lnTo>
                    <a:pt x="4343459" y="4680515"/>
                  </a:lnTo>
                  <a:lnTo>
                    <a:pt x="4263669" y="4646856"/>
                  </a:lnTo>
                  <a:lnTo>
                    <a:pt x="4190318" y="4609754"/>
                  </a:lnTo>
                  <a:lnTo>
                    <a:pt x="4123065" y="4568804"/>
                  </a:lnTo>
                  <a:lnTo>
                    <a:pt x="4061351" y="4523514"/>
                  </a:lnTo>
                  <a:lnTo>
                    <a:pt x="4004490" y="4473328"/>
                  </a:lnTo>
                  <a:lnTo>
                    <a:pt x="3951738" y="4417664"/>
                  </a:lnTo>
                  <a:lnTo>
                    <a:pt x="3902349" y="4355970"/>
                  </a:lnTo>
                  <a:lnTo>
                    <a:pt x="3855614" y="4287835"/>
                  </a:lnTo>
                  <a:lnTo>
                    <a:pt x="3829811" y="4245872"/>
                  </a:lnTo>
                  <a:lnTo>
                    <a:pt x="3796093" y="4186277"/>
                  </a:lnTo>
                  <a:lnTo>
                    <a:pt x="3763157" y="4122759"/>
                  </a:lnTo>
                  <a:lnTo>
                    <a:pt x="3730813" y="4055238"/>
                  </a:lnTo>
                  <a:lnTo>
                    <a:pt x="3698903" y="3983685"/>
                  </a:lnTo>
                  <a:lnTo>
                    <a:pt x="3667298" y="3908125"/>
                  </a:lnTo>
                  <a:lnTo>
                    <a:pt x="3635892" y="3828644"/>
                  </a:lnTo>
                  <a:lnTo>
                    <a:pt x="3604603" y="3745391"/>
                  </a:lnTo>
                  <a:lnTo>
                    <a:pt x="3573368" y="3658584"/>
                  </a:lnTo>
                  <a:lnTo>
                    <a:pt x="3542143" y="3568505"/>
                  </a:lnTo>
                  <a:lnTo>
                    <a:pt x="3510896" y="3475505"/>
                  </a:lnTo>
                  <a:lnTo>
                    <a:pt x="3479611" y="3379993"/>
                  </a:lnTo>
                  <a:lnTo>
                    <a:pt x="3448284" y="3282435"/>
                  </a:lnTo>
                  <a:lnTo>
                    <a:pt x="3416918" y="3183345"/>
                  </a:lnTo>
                  <a:lnTo>
                    <a:pt x="3385525" y="3083268"/>
                  </a:lnTo>
                  <a:lnTo>
                    <a:pt x="3354119" y="2982779"/>
                  </a:lnTo>
                  <a:lnTo>
                    <a:pt x="3322719" y="2882457"/>
                  </a:lnTo>
                  <a:lnTo>
                    <a:pt x="3291340" y="2782880"/>
                  </a:lnTo>
                  <a:lnTo>
                    <a:pt x="3259995" y="2684608"/>
                  </a:lnTo>
                  <a:lnTo>
                    <a:pt x="3228693" y="2588170"/>
                  </a:lnTo>
                  <a:lnTo>
                    <a:pt x="3197431" y="2494052"/>
                  </a:lnTo>
                  <a:lnTo>
                    <a:pt x="3166199" y="2402690"/>
                  </a:lnTo>
                  <a:lnTo>
                    <a:pt x="3134973" y="2314458"/>
                  </a:lnTo>
                  <a:lnTo>
                    <a:pt x="3103714" y="2229670"/>
                  </a:lnTo>
                  <a:lnTo>
                    <a:pt x="3072366" y="2148569"/>
                  </a:lnTo>
                  <a:lnTo>
                    <a:pt x="3040857" y="2071334"/>
                  </a:lnTo>
                  <a:lnTo>
                    <a:pt x="3009090" y="1998077"/>
                  </a:lnTo>
                  <a:lnTo>
                    <a:pt x="2976948" y="1928848"/>
                  </a:lnTo>
                  <a:lnTo>
                    <a:pt x="2944284" y="1863642"/>
                  </a:lnTo>
                  <a:lnTo>
                    <a:pt x="2910923" y="1802398"/>
                  </a:lnTo>
                  <a:lnTo>
                    <a:pt x="2896531" y="1777627"/>
                  </a:lnTo>
                  <a:lnTo>
                    <a:pt x="2851027" y="1705725"/>
                  </a:lnTo>
                  <a:lnTo>
                    <a:pt x="2803240" y="1640380"/>
                  </a:lnTo>
                  <a:lnTo>
                    <a:pt x="2752502" y="1581326"/>
                  </a:lnTo>
                  <a:lnTo>
                    <a:pt x="2698086" y="1528075"/>
                  </a:lnTo>
                  <a:lnTo>
                    <a:pt x="2639238" y="1480053"/>
                  </a:lnTo>
                  <a:lnTo>
                    <a:pt x="2575235" y="1436684"/>
                  </a:lnTo>
                  <a:lnTo>
                    <a:pt x="2505432" y="1397435"/>
                  </a:lnTo>
                  <a:lnTo>
                    <a:pt x="2429353" y="1361849"/>
                  </a:lnTo>
                  <a:lnTo>
                    <a:pt x="2346786" y="1329562"/>
                  </a:lnTo>
                  <a:lnTo>
                    <a:pt x="2257929" y="1300307"/>
                  </a:lnTo>
                  <a:lnTo>
                    <a:pt x="2163535" y="1273920"/>
                  </a:lnTo>
                  <a:lnTo>
                    <a:pt x="2065063" y="1250329"/>
                  </a:lnTo>
                  <a:lnTo>
                    <a:pt x="1964783" y="1229541"/>
                  </a:lnTo>
                  <a:lnTo>
                    <a:pt x="1865761" y="1211612"/>
                  </a:lnTo>
                  <a:lnTo>
                    <a:pt x="1771683" y="1196600"/>
                  </a:lnTo>
                  <a:lnTo>
                    <a:pt x="1686464" y="1184521"/>
                  </a:lnTo>
                  <a:lnTo>
                    <a:pt x="1613686" y="1175293"/>
                  </a:lnTo>
                  <a:lnTo>
                    <a:pt x="1555969" y="1168707"/>
                  </a:lnTo>
                  <a:lnTo>
                    <a:pt x="1514438" y="1164423"/>
                  </a:lnTo>
                  <a:lnTo>
                    <a:pt x="1488431" y="1161988"/>
                  </a:lnTo>
                  <a:lnTo>
                    <a:pt x="1475499" y="1160885"/>
                  </a:lnTo>
                  <a:lnTo>
                    <a:pt x="1471596" y="1160580"/>
                  </a:lnTo>
                  <a:lnTo>
                    <a:pt x="1471387" y="1160565"/>
                  </a:lnTo>
                  <a:lnTo>
                    <a:pt x="0" y="116056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17" name="pg617"/>
            <p:cNvSpPr/>
            <p:nvPr/>
          </p:nvSpPr>
          <p:spPr>
            <a:xfrm>
              <a:off x="4799595" y="6344661"/>
              <a:ext cx="11981298" cy="3792271"/>
            </a:xfrm>
            <a:custGeom>
              <a:avLst/>
              <a:pathLst>
                <a:path w="11981298" h="3792271">
                  <a:moveTo>
                    <a:pt x="0" y="73556"/>
                  </a:moveTo>
                  <a:lnTo>
                    <a:pt x="1471387" y="73556"/>
                  </a:lnTo>
                  <a:lnTo>
                    <a:pt x="1472477" y="73638"/>
                  </a:lnTo>
                  <a:lnTo>
                    <a:pt x="1479646" y="74222"/>
                  </a:lnTo>
                  <a:lnTo>
                    <a:pt x="1497744" y="75834"/>
                  </a:lnTo>
                  <a:lnTo>
                    <a:pt x="1530159" y="79010"/>
                  </a:lnTo>
                  <a:lnTo>
                    <a:pt x="1578595" y="84246"/>
                  </a:lnTo>
                  <a:lnTo>
                    <a:pt x="1642935" y="91953"/>
                  </a:lnTo>
                  <a:lnTo>
                    <a:pt x="1721368" y="102419"/>
                  </a:lnTo>
                  <a:lnTo>
                    <a:pt x="1810792" y="115795"/>
                  </a:lnTo>
                  <a:lnTo>
                    <a:pt x="1907412" y="132117"/>
                  </a:lnTo>
                  <a:lnTo>
                    <a:pt x="2007353" y="151345"/>
                  </a:lnTo>
                  <a:lnTo>
                    <a:pt x="2107162" y="173415"/>
                  </a:lnTo>
                  <a:lnTo>
                    <a:pt x="2204102" y="198288"/>
                  </a:lnTo>
                  <a:lnTo>
                    <a:pt x="2296255" y="225988"/>
                  </a:lnTo>
                  <a:lnTo>
                    <a:pt x="2382478" y="256623"/>
                  </a:lnTo>
                  <a:lnTo>
                    <a:pt x="2462272" y="290402"/>
                  </a:lnTo>
                  <a:lnTo>
                    <a:pt x="2535632" y="327635"/>
                  </a:lnTo>
                  <a:lnTo>
                    <a:pt x="2602895" y="368728"/>
                  </a:lnTo>
                  <a:lnTo>
                    <a:pt x="2664619" y="414174"/>
                  </a:lnTo>
                  <a:lnTo>
                    <a:pt x="2721490" y="464530"/>
                  </a:lnTo>
                  <a:lnTo>
                    <a:pt x="2774249" y="520382"/>
                  </a:lnTo>
                  <a:lnTo>
                    <a:pt x="2823642" y="582281"/>
                  </a:lnTo>
                  <a:lnTo>
                    <a:pt x="2870378" y="650643"/>
                  </a:lnTo>
                  <a:lnTo>
                    <a:pt x="2896531" y="693342"/>
                  </a:lnTo>
                  <a:lnTo>
                    <a:pt x="2930185" y="753082"/>
                  </a:lnTo>
                  <a:lnTo>
                    <a:pt x="2963059" y="816745"/>
                  </a:lnTo>
                  <a:lnTo>
                    <a:pt x="2995343" y="884414"/>
                  </a:lnTo>
                  <a:lnTo>
                    <a:pt x="3027194" y="956117"/>
                  </a:lnTo>
                  <a:lnTo>
                    <a:pt x="3058741" y="1031831"/>
                  </a:lnTo>
                  <a:lnTo>
                    <a:pt x="3090088" y="1111468"/>
                  </a:lnTo>
                  <a:lnTo>
                    <a:pt x="3121318" y="1194881"/>
                  </a:lnTo>
                  <a:lnTo>
                    <a:pt x="3152493" y="1281854"/>
                  </a:lnTo>
                  <a:lnTo>
                    <a:pt x="3183658" y="1372105"/>
                  </a:lnTo>
                  <a:lnTo>
                    <a:pt x="3214844" y="1465286"/>
                  </a:lnTo>
                  <a:lnTo>
                    <a:pt x="3246068" y="1560988"/>
                  </a:lnTo>
                  <a:lnTo>
                    <a:pt x="3277334" y="1658748"/>
                  </a:lnTo>
                  <a:lnTo>
                    <a:pt x="3308638" y="1758054"/>
                  </a:lnTo>
                  <a:lnTo>
                    <a:pt x="3339970" y="1858360"/>
                  </a:lnTo>
                  <a:lnTo>
                    <a:pt x="3371315" y="1959095"/>
                  </a:lnTo>
                  <a:lnTo>
                    <a:pt x="3402656" y="2059680"/>
                  </a:lnTo>
                  <a:lnTo>
                    <a:pt x="3433975" y="2159536"/>
                  </a:lnTo>
                  <a:lnTo>
                    <a:pt x="3465261" y="2258105"/>
                  </a:lnTo>
                  <a:lnTo>
                    <a:pt x="3496504" y="2354856"/>
                  </a:lnTo>
                  <a:lnTo>
                    <a:pt x="3527707" y="2449303"/>
                  </a:lnTo>
                  <a:lnTo>
                    <a:pt x="3558880" y="2541009"/>
                  </a:lnTo>
                  <a:lnTo>
                    <a:pt x="3590045" y="2629596"/>
                  </a:lnTo>
                  <a:lnTo>
                    <a:pt x="3621242" y="2714750"/>
                  </a:lnTo>
                  <a:lnTo>
                    <a:pt x="3652524" y="2796224"/>
                  </a:lnTo>
                  <a:lnTo>
                    <a:pt x="3683963" y="2873836"/>
                  </a:lnTo>
                  <a:lnTo>
                    <a:pt x="3715653" y="2947473"/>
                  </a:lnTo>
                  <a:lnTo>
                    <a:pt x="3747711" y="3017079"/>
                  </a:lnTo>
                  <a:lnTo>
                    <a:pt x="3780280" y="3082660"/>
                  </a:lnTo>
                  <a:lnTo>
                    <a:pt x="3813534" y="3144271"/>
                  </a:lnTo>
                  <a:lnTo>
                    <a:pt x="3829811" y="3172485"/>
                  </a:lnTo>
                  <a:lnTo>
                    <a:pt x="3875299" y="3244680"/>
                  </a:lnTo>
                  <a:lnTo>
                    <a:pt x="3923068" y="3310294"/>
                  </a:lnTo>
                  <a:lnTo>
                    <a:pt x="3973785" y="3369594"/>
                  </a:lnTo>
                  <a:lnTo>
                    <a:pt x="4028178" y="3423068"/>
                  </a:lnTo>
                  <a:lnTo>
                    <a:pt x="4086997" y="3471292"/>
                  </a:lnTo>
                  <a:lnTo>
                    <a:pt x="4150968" y="3514846"/>
                  </a:lnTo>
                  <a:lnTo>
                    <a:pt x="4220732" y="3554264"/>
                  </a:lnTo>
                  <a:lnTo>
                    <a:pt x="4296768" y="3590003"/>
                  </a:lnTo>
                  <a:lnTo>
                    <a:pt x="4379286" y="3622431"/>
                  </a:lnTo>
                  <a:lnTo>
                    <a:pt x="4468092" y="3651814"/>
                  </a:lnTo>
                  <a:lnTo>
                    <a:pt x="4562436" y="3678319"/>
                  </a:lnTo>
                  <a:lnTo>
                    <a:pt x="4660861" y="3702017"/>
                  </a:lnTo>
                  <a:lnTo>
                    <a:pt x="4761105" y="3722902"/>
                  </a:lnTo>
                  <a:lnTo>
                    <a:pt x="4860106" y="3740918"/>
                  </a:lnTo>
                  <a:lnTo>
                    <a:pt x="4954186" y="3756005"/>
                  </a:lnTo>
                  <a:lnTo>
                    <a:pt x="5039434" y="3768150"/>
                  </a:lnTo>
                  <a:lnTo>
                    <a:pt x="5112267" y="3777432"/>
                  </a:lnTo>
                  <a:lnTo>
                    <a:pt x="5170061" y="3784059"/>
                  </a:lnTo>
                  <a:lnTo>
                    <a:pt x="5211682" y="3788374"/>
                  </a:lnTo>
                  <a:lnTo>
                    <a:pt x="5237778" y="3790830"/>
                  </a:lnTo>
                  <a:lnTo>
                    <a:pt x="5250787" y="3791945"/>
                  </a:lnTo>
                  <a:lnTo>
                    <a:pt x="5254737" y="3792255"/>
                  </a:lnTo>
                  <a:lnTo>
                    <a:pt x="5254955" y="3792271"/>
                  </a:lnTo>
                  <a:lnTo>
                    <a:pt x="6726343" y="3792271"/>
                  </a:lnTo>
                  <a:lnTo>
                    <a:pt x="6727484" y="3792203"/>
                  </a:lnTo>
                  <a:lnTo>
                    <a:pt x="6734983" y="3791722"/>
                  </a:lnTo>
                  <a:lnTo>
                    <a:pt x="6753888" y="3790391"/>
                  </a:lnTo>
                  <a:lnTo>
                    <a:pt x="6787685" y="3787772"/>
                  </a:lnTo>
                  <a:lnTo>
                    <a:pt x="6838053" y="3783457"/>
                  </a:lnTo>
                  <a:lnTo>
                    <a:pt x="6904739" y="3777114"/>
                  </a:lnTo>
                  <a:lnTo>
                    <a:pt x="6985707" y="3768515"/>
                  </a:lnTo>
                  <a:lnTo>
                    <a:pt x="7077605" y="3757546"/>
                  </a:lnTo>
                  <a:lnTo>
                    <a:pt x="7176416" y="3744188"/>
                  </a:lnTo>
                  <a:lnTo>
                    <a:pt x="7278115" y="3728478"/>
                  </a:lnTo>
                  <a:lnTo>
                    <a:pt x="7379180" y="3710468"/>
                  </a:lnTo>
                  <a:lnTo>
                    <a:pt x="7476883" y="3690184"/>
                  </a:lnTo>
                  <a:lnTo>
                    <a:pt x="7569370" y="3667593"/>
                  </a:lnTo>
                  <a:lnTo>
                    <a:pt x="7655584" y="3642592"/>
                  </a:lnTo>
                  <a:lnTo>
                    <a:pt x="7735129" y="3614990"/>
                  </a:lnTo>
                  <a:lnTo>
                    <a:pt x="7808091" y="3584512"/>
                  </a:lnTo>
                  <a:lnTo>
                    <a:pt x="7874891" y="3550806"/>
                  </a:lnTo>
                  <a:lnTo>
                    <a:pt x="7936156" y="3513450"/>
                  </a:lnTo>
                  <a:lnTo>
                    <a:pt x="7992628" y="3471973"/>
                  </a:lnTo>
                  <a:lnTo>
                    <a:pt x="8045089" y="3425895"/>
                  </a:lnTo>
                  <a:lnTo>
                    <a:pt x="8094314" y="3374786"/>
                  </a:lnTo>
                  <a:lnTo>
                    <a:pt x="8141023" y="3318363"/>
                  </a:lnTo>
                  <a:lnTo>
                    <a:pt x="8151487" y="3304615"/>
                  </a:lnTo>
                  <a:lnTo>
                    <a:pt x="8188686" y="3252410"/>
                  </a:lnTo>
                  <a:lnTo>
                    <a:pt x="8224955" y="3196412"/>
                  </a:lnTo>
                  <a:lnTo>
                    <a:pt x="8260545" y="3136545"/>
                  </a:lnTo>
                  <a:lnTo>
                    <a:pt x="8295658" y="3072792"/>
                  </a:lnTo>
                  <a:lnTo>
                    <a:pt x="8330457" y="3005202"/>
                  </a:lnTo>
                  <a:lnTo>
                    <a:pt x="8365067" y="2933900"/>
                  </a:lnTo>
                  <a:lnTo>
                    <a:pt x="8399584" y="2859086"/>
                  </a:lnTo>
                  <a:lnTo>
                    <a:pt x="8434078" y="2781039"/>
                  </a:lnTo>
                  <a:lnTo>
                    <a:pt x="8468592" y="2700117"/>
                  </a:lnTo>
                  <a:lnTo>
                    <a:pt x="8503151" y="2616748"/>
                  </a:lnTo>
                  <a:lnTo>
                    <a:pt x="8537762" y="2531430"/>
                  </a:lnTo>
                  <a:lnTo>
                    <a:pt x="8572418" y="2444712"/>
                  </a:lnTo>
                  <a:lnTo>
                    <a:pt x="8607104" y="2357184"/>
                  </a:lnTo>
                  <a:lnTo>
                    <a:pt x="8641797" y="2269459"/>
                  </a:lnTo>
                  <a:lnTo>
                    <a:pt x="8676474" y="2182155"/>
                  </a:lnTo>
                  <a:lnTo>
                    <a:pt x="8711115" y="2095881"/>
                  </a:lnTo>
                  <a:lnTo>
                    <a:pt x="8745707" y="2011213"/>
                  </a:lnTo>
                  <a:lnTo>
                    <a:pt x="8780248" y="1928682"/>
                  </a:lnTo>
                  <a:lnTo>
                    <a:pt x="8814751" y="1848762"/>
                  </a:lnTo>
                  <a:lnTo>
                    <a:pt x="8849247" y="1771856"/>
                  </a:lnTo>
                  <a:lnTo>
                    <a:pt x="8883789" y="1698294"/>
                  </a:lnTo>
                  <a:lnTo>
                    <a:pt x="8918455" y="1628327"/>
                  </a:lnTo>
                  <a:lnTo>
                    <a:pt x="8953352" y="1562125"/>
                  </a:lnTo>
                  <a:lnTo>
                    <a:pt x="8988618" y="1499787"/>
                  </a:lnTo>
                  <a:lnTo>
                    <a:pt x="9024430" y="1441335"/>
                  </a:lnTo>
                  <a:lnTo>
                    <a:pt x="9061006" y="1386732"/>
                  </a:lnTo>
                  <a:lnTo>
                    <a:pt x="9084767" y="1353993"/>
                  </a:lnTo>
                  <a:lnTo>
                    <a:pt x="9130987" y="1296336"/>
                  </a:lnTo>
                  <a:lnTo>
                    <a:pt x="9179572" y="1244019"/>
                  </a:lnTo>
                  <a:lnTo>
                    <a:pt x="9231221" y="1196818"/>
                  </a:lnTo>
                  <a:lnTo>
                    <a:pt x="9286700" y="1154324"/>
                  </a:lnTo>
                  <a:lnTo>
                    <a:pt x="9346793" y="1116062"/>
                  </a:lnTo>
                  <a:lnTo>
                    <a:pt x="9412258" y="1081555"/>
                  </a:lnTo>
                  <a:lnTo>
                    <a:pt x="9483755" y="1050368"/>
                  </a:lnTo>
                  <a:lnTo>
                    <a:pt x="9561762" y="1022132"/>
                  </a:lnTo>
                  <a:lnTo>
                    <a:pt x="9646456" y="996551"/>
                  </a:lnTo>
                  <a:lnTo>
                    <a:pt x="9737566" y="973418"/>
                  </a:lnTo>
                  <a:lnTo>
                    <a:pt x="9834202" y="952608"/>
                  </a:lnTo>
                  <a:lnTo>
                    <a:pt x="9934703" y="934074"/>
                  </a:lnTo>
                  <a:lnTo>
                    <a:pt x="10036542" y="917830"/>
                  </a:lnTo>
                  <a:lnTo>
                    <a:pt x="10136362" y="903926"/>
                  </a:lnTo>
                  <a:lnTo>
                    <a:pt x="10230218" y="892406"/>
                  </a:lnTo>
                  <a:lnTo>
                    <a:pt x="10314035" y="883268"/>
                  </a:lnTo>
                  <a:lnTo>
                    <a:pt x="10384246" y="876422"/>
                  </a:lnTo>
                  <a:lnTo>
                    <a:pt x="10438463" y="871666"/>
                  </a:lnTo>
                  <a:lnTo>
                    <a:pt x="10475996" y="868690"/>
                  </a:lnTo>
                  <a:lnTo>
                    <a:pt x="10498082" y="867101"/>
                  </a:lnTo>
                  <a:lnTo>
                    <a:pt x="10507813" y="866463"/>
                  </a:lnTo>
                  <a:lnTo>
                    <a:pt x="10509911" y="866337"/>
                  </a:lnTo>
                  <a:lnTo>
                    <a:pt x="11981298" y="866337"/>
                  </a:lnTo>
                  <a:lnTo>
                    <a:pt x="11981298" y="792780"/>
                  </a:lnTo>
                  <a:lnTo>
                    <a:pt x="10509911" y="792780"/>
                  </a:lnTo>
                  <a:lnTo>
                    <a:pt x="10508770" y="792848"/>
                  </a:lnTo>
                  <a:lnTo>
                    <a:pt x="10501270" y="793329"/>
                  </a:lnTo>
                  <a:lnTo>
                    <a:pt x="10482365" y="794660"/>
                  </a:lnTo>
                  <a:lnTo>
                    <a:pt x="10448568" y="797279"/>
                  </a:lnTo>
                  <a:lnTo>
                    <a:pt x="10398200" y="801594"/>
                  </a:lnTo>
                  <a:lnTo>
                    <a:pt x="10331514" y="807937"/>
                  </a:lnTo>
                  <a:lnTo>
                    <a:pt x="10250546" y="816536"/>
                  </a:lnTo>
                  <a:lnTo>
                    <a:pt x="10158648" y="827505"/>
                  </a:lnTo>
                  <a:lnTo>
                    <a:pt x="10059837" y="840863"/>
                  </a:lnTo>
                  <a:lnTo>
                    <a:pt x="9958139" y="856573"/>
                  </a:lnTo>
                  <a:lnTo>
                    <a:pt x="9857074" y="874583"/>
                  </a:lnTo>
                  <a:lnTo>
                    <a:pt x="9759370" y="894868"/>
                  </a:lnTo>
                  <a:lnTo>
                    <a:pt x="9666884" y="917458"/>
                  </a:lnTo>
                  <a:lnTo>
                    <a:pt x="9580669" y="942459"/>
                  </a:lnTo>
                  <a:lnTo>
                    <a:pt x="9501124" y="970062"/>
                  </a:lnTo>
                  <a:lnTo>
                    <a:pt x="9428162" y="1000539"/>
                  </a:lnTo>
                  <a:lnTo>
                    <a:pt x="9361362" y="1034245"/>
                  </a:lnTo>
                  <a:lnTo>
                    <a:pt x="9300097" y="1071601"/>
                  </a:lnTo>
                  <a:lnTo>
                    <a:pt x="9243625" y="1113078"/>
                  </a:lnTo>
                  <a:lnTo>
                    <a:pt x="9191164" y="1159156"/>
                  </a:lnTo>
                  <a:lnTo>
                    <a:pt x="9141939" y="1210266"/>
                  </a:lnTo>
                  <a:lnTo>
                    <a:pt x="9095231" y="1266688"/>
                  </a:lnTo>
                  <a:lnTo>
                    <a:pt x="9084767" y="1280436"/>
                  </a:lnTo>
                  <a:lnTo>
                    <a:pt x="9047567" y="1332641"/>
                  </a:lnTo>
                  <a:lnTo>
                    <a:pt x="9011298" y="1388639"/>
                  </a:lnTo>
                  <a:lnTo>
                    <a:pt x="8975708" y="1448506"/>
                  </a:lnTo>
                  <a:lnTo>
                    <a:pt x="8940595" y="1512259"/>
                  </a:lnTo>
                  <a:lnTo>
                    <a:pt x="8905796" y="1579849"/>
                  </a:lnTo>
                  <a:lnTo>
                    <a:pt x="8871186" y="1651151"/>
                  </a:lnTo>
                  <a:lnTo>
                    <a:pt x="8836669" y="1725965"/>
                  </a:lnTo>
                  <a:lnTo>
                    <a:pt x="8802175" y="1804012"/>
                  </a:lnTo>
                  <a:lnTo>
                    <a:pt x="8767661" y="1884934"/>
                  </a:lnTo>
                  <a:lnTo>
                    <a:pt x="8733102" y="1968303"/>
                  </a:lnTo>
                  <a:lnTo>
                    <a:pt x="8698491" y="2053621"/>
                  </a:lnTo>
                  <a:lnTo>
                    <a:pt x="8663835" y="2140339"/>
                  </a:lnTo>
                  <a:lnTo>
                    <a:pt x="8629149" y="2227867"/>
                  </a:lnTo>
                  <a:lnTo>
                    <a:pt x="8594457" y="2315592"/>
                  </a:lnTo>
                  <a:lnTo>
                    <a:pt x="8559779" y="2402896"/>
                  </a:lnTo>
                  <a:lnTo>
                    <a:pt x="8525138" y="2489170"/>
                  </a:lnTo>
                  <a:lnTo>
                    <a:pt x="8490546" y="2573838"/>
                  </a:lnTo>
                  <a:lnTo>
                    <a:pt x="8456005" y="2656369"/>
                  </a:lnTo>
                  <a:lnTo>
                    <a:pt x="8421502" y="2736289"/>
                  </a:lnTo>
                  <a:lnTo>
                    <a:pt x="8387006" y="2813195"/>
                  </a:lnTo>
                  <a:lnTo>
                    <a:pt x="8352464" y="2886757"/>
                  </a:lnTo>
                  <a:lnTo>
                    <a:pt x="8317798" y="2956725"/>
                  </a:lnTo>
                  <a:lnTo>
                    <a:pt x="8282901" y="3022926"/>
                  </a:lnTo>
                  <a:lnTo>
                    <a:pt x="8247635" y="3085264"/>
                  </a:lnTo>
                  <a:lnTo>
                    <a:pt x="8211823" y="3143716"/>
                  </a:lnTo>
                  <a:lnTo>
                    <a:pt x="8175247" y="3198319"/>
                  </a:lnTo>
                  <a:lnTo>
                    <a:pt x="8151487" y="3231058"/>
                  </a:lnTo>
                  <a:lnTo>
                    <a:pt x="8105266" y="3288715"/>
                  </a:lnTo>
                  <a:lnTo>
                    <a:pt x="8056681" y="3341032"/>
                  </a:lnTo>
                  <a:lnTo>
                    <a:pt x="8005032" y="3388233"/>
                  </a:lnTo>
                  <a:lnTo>
                    <a:pt x="7949553" y="3430727"/>
                  </a:lnTo>
                  <a:lnTo>
                    <a:pt x="7889460" y="3468989"/>
                  </a:lnTo>
                  <a:lnTo>
                    <a:pt x="7823995" y="3503496"/>
                  </a:lnTo>
                  <a:lnTo>
                    <a:pt x="7752498" y="3534683"/>
                  </a:lnTo>
                  <a:lnTo>
                    <a:pt x="7674491" y="3562920"/>
                  </a:lnTo>
                  <a:lnTo>
                    <a:pt x="7589797" y="3588500"/>
                  </a:lnTo>
                  <a:lnTo>
                    <a:pt x="7498687" y="3611633"/>
                  </a:lnTo>
                  <a:lnTo>
                    <a:pt x="7402052" y="3632443"/>
                  </a:lnTo>
                  <a:lnTo>
                    <a:pt x="7301550" y="3650977"/>
                  </a:lnTo>
                  <a:lnTo>
                    <a:pt x="7199712" y="3667221"/>
                  </a:lnTo>
                  <a:lnTo>
                    <a:pt x="7099891" y="3681125"/>
                  </a:lnTo>
                  <a:lnTo>
                    <a:pt x="7006035" y="3692645"/>
                  </a:lnTo>
                  <a:lnTo>
                    <a:pt x="6922218" y="3701783"/>
                  </a:lnTo>
                  <a:lnTo>
                    <a:pt x="6852007" y="3708629"/>
                  </a:lnTo>
                  <a:lnTo>
                    <a:pt x="6797790" y="3713385"/>
                  </a:lnTo>
                  <a:lnTo>
                    <a:pt x="6760257" y="3716361"/>
                  </a:lnTo>
                  <a:lnTo>
                    <a:pt x="6738171" y="3717950"/>
                  </a:lnTo>
                  <a:lnTo>
                    <a:pt x="6728440" y="3718588"/>
                  </a:lnTo>
                  <a:lnTo>
                    <a:pt x="6726343" y="3718714"/>
                  </a:lnTo>
                  <a:lnTo>
                    <a:pt x="5254955" y="3718714"/>
                  </a:lnTo>
                  <a:lnTo>
                    <a:pt x="5253865" y="3718632"/>
                  </a:lnTo>
                  <a:lnTo>
                    <a:pt x="5246696" y="3718048"/>
                  </a:lnTo>
                  <a:lnTo>
                    <a:pt x="5228599" y="3716436"/>
                  </a:lnTo>
                  <a:lnTo>
                    <a:pt x="5196183" y="3713260"/>
                  </a:lnTo>
                  <a:lnTo>
                    <a:pt x="5147747" y="3708024"/>
                  </a:lnTo>
                  <a:lnTo>
                    <a:pt x="5083407" y="3700317"/>
                  </a:lnTo>
                  <a:lnTo>
                    <a:pt x="5004974" y="3689852"/>
                  </a:lnTo>
                  <a:lnTo>
                    <a:pt x="4915550" y="3676475"/>
                  </a:lnTo>
                  <a:lnTo>
                    <a:pt x="4818930" y="3660153"/>
                  </a:lnTo>
                  <a:lnTo>
                    <a:pt x="4718989" y="3640925"/>
                  </a:lnTo>
                  <a:lnTo>
                    <a:pt x="4619180" y="3618855"/>
                  </a:lnTo>
                  <a:lnTo>
                    <a:pt x="4522240" y="3593982"/>
                  </a:lnTo>
                  <a:lnTo>
                    <a:pt x="4430087" y="3566282"/>
                  </a:lnTo>
                  <a:lnTo>
                    <a:pt x="4343864" y="3535647"/>
                  </a:lnTo>
                  <a:lnTo>
                    <a:pt x="4264070" y="3501868"/>
                  </a:lnTo>
                  <a:lnTo>
                    <a:pt x="4190710" y="3464635"/>
                  </a:lnTo>
                  <a:lnTo>
                    <a:pt x="4123447" y="3423542"/>
                  </a:lnTo>
                  <a:lnTo>
                    <a:pt x="4061723" y="3378096"/>
                  </a:lnTo>
                  <a:lnTo>
                    <a:pt x="4004852" y="3327740"/>
                  </a:lnTo>
                  <a:lnTo>
                    <a:pt x="3952094" y="3271889"/>
                  </a:lnTo>
                  <a:lnTo>
                    <a:pt x="3902700" y="3209989"/>
                  </a:lnTo>
                  <a:lnTo>
                    <a:pt x="3855964" y="3141627"/>
                  </a:lnTo>
                  <a:lnTo>
                    <a:pt x="3829811" y="3098928"/>
                  </a:lnTo>
                  <a:lnTo>
                    <a:pt x="3796157" y="3039189"/>
                  </a:lnTo>
                  <a:lnTo>
                    <a:pt x="3763283" y="2975525"/>
                  </a:lnTo>
                  <a:lnTo>
                    <a:pt x="3730999" y="2907856"/>
                  </a:lnTo>
                  <a:lnTo>
                    <a:pt x="3699148" y="2836153"/>
                  </a:lnTo>
                  <a:lnTo>
                    <a:pt x="3667601" y="2760440"/>
                  </a:lnTo>
                  <a:lnTo>
                    <a:pt x="3636254" y="2680802"/>
                  </a:lnTo>
                  <a:lnTo>
                    <a:pt x="3605024" y="2597389"/>
                  </a:lnTo>
                  <a:lnTo>
                    <a:pt x="3573849" y="2510416"/>
                  </a:lnTo>
                  <a:lnTo>
                    <a:pt x="3542684" y="2420165"/>
                  </a:lnTo>
                  <a:lnTo>
                    <a:pt x="3511498" y="2326984"/>
                  </a:lnTo>
                  <a:lnTo>
                    <a:pt x="3480274" y="2231282"/>
                  </a:lnTo>
                  <a:lnTo>
                    <a:pt x="3449009" y="2133522"/>
                  </a:lnTo>
                  <a:lnTo>
                    <a:pt x="3417704" y="2034216"/>
                  </a:lnTo>
                  <a:lnTo>
                    <a:pt x="3386372" y="1933910"/>
                  </a:lnTo>
                  <a:lnTo>
                    <a:pt x="3355027" y="1833175"/>
                  </a:lnTo>
                  <a:lnTo>
                    <a:pt x="3323686" y="1732590"/>
                  </a:lnTo>
                  <a:lnTo>
                    <a:pt x="3292367" y="1632734"/>
                  </a:lnTo>
                  <a:lnTo>
                    <a:pt x="3261082" y="1534165"/>
                  </a:lnTo>
                  <a:lnTo>
                    <a:pt x="3229838" y="1437414"/>
                  </a:lnTo>
                  <a:lnTo>
                    <a:pt x="3198635" y="1342967"/>
                  </a:lnTo>
                  <a:lnTo>
                    <a:pt x="3167462" y="1251261"/>
                  </a:lnTo>
                  <a:lnTo>
                    <a:pt x="3136297" y="1162675"/>
                  </a:lnTo>
                  <a:lnTo>
                    <a:pt x="3105100" y="1077520"/>
                  </a:lnTo>
                  <a:lnTo>
                    <a:pt x="3073819" y="996047"/>
                  </a:lnTo>
                  <a:lnTo>
                    <a:pt x="3042379" y="918434"/>
                  </a:lnTo>
                  <a:lnTo>
                    <a:pt x="3010689" y="844798"/>
                  </a:lnTo>
                  <a:lnTo>
                    <a:pt x="2978631" y="775191"/>
                  </a:lnTo>
                  <a:lnTo>
                    <a:pt x="2946062" y="709611"/>
                  </a:lnTo>
                  <a:lnTo>
                    <a:pt x="2912808" y="647999"/>
                  </a:lnTo>
                  <a:lnTo>
                    <a:pt x="2896531" y="619785"/>
                  </a:lnTo>
                  <a:lnTo>
                    <a:pt x="2851043" y="547590"/>
                  </a:lnTo>
                  <a:lnTo>
                    <a:pt x="2803274" y="481976"/>
                  </a:lnTo>
                  <a:lnTo>
                    <a:pt x="2752557" y="422677"/>
                  </a:lnTo>
                  <a:lnTo>
                    <a:pt x="2698165" y="369202"/>
                  </a:lnTo>
                  <a:lnTo>
                    <a:pt x="2639345" y="320978"/>
                  </a:lnTo>
                  <a:lnTo>
                    <a:pt x="2575374" y="277424"/>
                  </a:lnTo>
                  <a:lnTo>
                    <a:pt x="2505610" y="238006"/>
                  </a:lnTo>
                  <a:lnTo>
                    <a:pt x="2429574" y="202267"/>
                  </a:lnTo>
                  <a:lnTo>
                    <a:pt x="2347056" y="169839"/>
                  </a:lnTo>
                  <a:lnTo>
                    <a:pt x="2258250" y="140456"/>
                  </a:lnTo>
                  <a:lnTo>
                    <a:pt x="2163906" y="113951"/>
                  </a:lnTo>
                  <a:lnTo>
                    <a:pt x="2065481" y="90253"/>
                  </a:lnTo>
                  <a:lnTo>
                    <a:pt x="1965238" y="69368"/>
                  </a:lnTo>
                  <a:lnTo>
                    <a:pt x="1866236" y="51352"/>
                  </a:lnTo>
                  <a:lnTo>
                    <a:pt x="1772156" y="36265"/>
                  </a:lnTo>
                  <a:lnTo>
                    <a:pt x="1686908" y="24120"/>
                  </a:lnTo>
                  <a:lnTo>
                    <a:pt x="1614075" y="14839"/>
                  </a:lnTo>
                  <a:lnTo>
                    <a:pt x="1556281" y="8211"/>
                  </a:lnTo>
                  <a:lnTo>
                    <a:pt x="1514660" y="3896"/>
                  </a:lnTo>
                  <a:lnTo>
                    <a:pt x="1488564" y="1441"/>
                  </a:lnTo>
                  <a:lnTo>
                    <a:pt x="1475555" y="326"/>
                  </a:lnTo>
                  <a:lnTo>
                    <a:pt x="1471605" y="15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618" name="pl618"/>
            <p:cNvSpPr/>
            <p:nvPr/>
          </p:nvSpPr>
          <p:spPr>
            <a:xfrm>
              <a:off x="4799595" y="6418218"/>
              <a:ext cx="11981298" cy="3718714"/>
            </a:xfrm>
            <a:custGeom>
              <a:avLst/>
              <a:pathLst>
                <a:path w="11981298" h="3718714">
                  <a:moveTo>
                    <a:pt x="0" y="0"/>
                  </a:moveTo>
                  <a:lnTo>
                    <a:pt x="1471387" y="0"/>
                  </a:lnTo>
                  <a:lnTo>
                    <a:pt x="1472477" y="81"/>
                  </a:lnTo>
                  <a:lnTo>
                    <a:pt x="1479646" y="665"/>
                  </a:lnTo>
                  <a:lnTo>
                    <a:pt x="1497744" y="2277"/>
                  </a:lnTo>
                  <a:lnTo>
                    <a:pt x="1530159" y="5453"/>
                  </a:lnTo>
                  <a:lnTo>
                    <a:pt x="1578595" y="10689"/>
                  </a:lnTo>
                  <a:lnTo>
                    <a:pt x="1642935" y="18396"/>
                  </a:lnTo>
                  <a:lnTo>
                    <a:pt x="1721368" y="28862"/>
                  </a:lnTo>
                  <a:lnTo>
                    <a:pt x="1810792" y="42238"/>
                  </a:lnTo>
                  <a:lnTo>
                    <a:pt x="1907412" y="58560"/>
                  </a:lnTo>
                  <a:lnTo>
                    <a:pt x="2007353" y="77788"/>
                  </a:lnTo>
                  <a:lnTo>
                    <a:pt x="2107162" y="99858"/>
                  </a:lnTo>
                  <a:lnTo>
                    <a:pt x="2204102" y="124731"/>
                  </a:lnTo>
                  <a:lnTo>
                    <a:pt x="2296255" y="152431"/>
                  </a:lnTo>
                  <a:lnTo>
                    <a:pt x="2382478" y="183066"/>
                  </a:lnTo>
                  <a:lnTo>
                    <a:pt x="2462272" y="216845"/>
                  </a:lnTo>
                  <a:lnTo>
                    <a:pt x="2535632" y="254078"/>
                  </a:lnTo>
                  <a:lnTo>
                    <a:pt x="2602895" y="295171"/>
                  </a:lnTo>
                  <a:lnTo>
                    <a:pt x="2664619" y="340617"/>
                  </a:lnTo>
                  <a:lnTo>
                    <a:pt x="2721490" y="390973"/>
                  </a:lnTo>
                  <a:lnTo>
                    <a:pt x="2774249" y="446825"/>
                  </a:lnTo>
                  <a:lnTo>
                    <a:pt x="2823642" y="508724"/>
                  </a:lnTo>
                  <a:lnTo>
                    <a:pt x="2870378" y="577086"/>
                  </a:lnTo>
                  <a:lnTo>
                    <a:pt x="2896531" y="619785"/>
                  </a:lnTo>
                  <a:lnTo>
                    <a:pt x="2930185" y="679525"/>
                  </a:lnTo>
                  <a:lnTo>
                    <a:pt x="2963059" y="743188"/>
                  </a:lnTo>
                  <a:lnTo>
                    <a:pt x="2995343" y="810857"/>
                  </a:lnTo>
                  <a:lnTo>
                    <a:pt x="3027194" y="882560"/>
                  </a:lnTo>
                  <a:lnTo>
                    <a:pt x="3058741" y="958274"/>
                  </a:lnTo>
                  <a:lnTo>
                    <a:pt x="3090088" y="1037911"/>
                  </a:lnTo>
                  <a:lnTo>
                    <a:pt x="3121318" y="1121324"/>
                  </a:lnTo>
                  <a:lnTo>
                    <a:pt x="3152493" y="1208297"/>
                  </a:lnTo>
                  <a:lnTo>
                    <a:pt x="3183658" y="1298548"/>
                  </a:lnTo>
                  <a:lnTo>
                    <a:pt x="3214844" y="1391729"/>
                  </a:lnTo>
                  <a:lnTo>
                    <a:pt x="3246068" y="1487431"/>
                  </a:lnTo>
                  <a:lnTo>
                    <a:pt x="3277334" y="1585191"/>
                  </a:lnTo>
                  <a:lnTo>
                    <a:pt x="3308638" y="1684497"/>
                  </a:lnTo>
                  <a:lnTo>
                    <a:pt x="3339970" y="1784803"/>
                  </a:lnTo>
                  <a:lnTo>
                    <a:pt x="3371315" y="1885538"/>
                  </a:lnTo>
                  <a:lnTo>
                    <a:pt x="3402656" y="1986123"/>
                  </a:lnTo>
                  <a:lnTo>
                    <a:pt x="3433975" y="2085979"/>
                  </a:lnTo>
                  <a:lnTo>
                    <a:pt x="3465261" y="2184548"/>
                  </a:lnTo>
                  <a:lnTo>
                    <a:pt x="3496504" y="2281299"/>
                  </a:lnTo>
                  <a:lnTo>
                    <a:pt x="3527707" y="2375746"/>
                  </a:lnTo>
                  <a:lnTo>
                    <a:pt x="3558880" y="2467452"/>
                  </a:lnTo>
                  <a:lnTo>
                    <a:pt x="3590045" y="2556039"/>
                  </a:lnTo>
                  <a:lnTo>
                    <a:pt x="3621242" y="2641193"/>
                  </a:lnTo>
                  <a:lnTo>
                    <a:pt x="3652524" y="2722667"/>
                  </a:lnTo>
                  <a:lnTo>
                    <a:pt x="3683963" y="2800279"/>
                  </a:lnTo>
                  <a:lnTo>
                    <a:pt x="3715653" y="2873916"/>
                  </a:lnTo>
                  <a:lnTo>
                    <a:pt x="3747711" y="2943522"/>
                  </a:lnTo>
                  <a:lnTo>
                    <a:pt x="3780280" y="3009103"/>
                  </a:lnTo>
                  <a:lnTo>
                    <a:pt x="3813534" y="3070714"/>
                  </a:lnTo>
                  <a:lnTo>
                    <a:pt x="3829811" y="3098928"/>
                  </a:lnTo>
                  <a:lnTo>
                    <a:pt x="3875299" y="3171123"/>
                  </a:lnTo>
                  <a:lnTo>
                    <a:pt x="3923068" y="3236737"/>
                  </a:lnTo>
                  <a:lnTo>
                    <a:pt x="3973785" y="3296037"/>
                  </a:lnTo>
                  <a:lnTo>
                    <a:pt x="4028178" y="3349511"/>
                  </a:lnTo>
                  <a:lnTo>
                    <a:pt x="4086997" y="3397735"/>
                  </a:lnTo>
                  <a:lnTo>
                    <a:pt x="4150968" y="3441289"/>
                  </a:lnTo>
                  <a:lnTo>
                    <a:pt x="4220732" y="3480707"/>
                  </a:lnTo>
                  <a:lnTo>
                    <a:pt x="4296768" y="3516446"/>
                  </a:lnTo>
                  <a:lnTo>
                    <a:pt x="4379286" y="3548874"/>
                  </a:lnTo>
                  <a:lnTo>
                    <a:pt x="4468092" y="3578257"/>
                  </a:lnTo>
                  <a:lnTo>
                    <a:pt x="4562436" y="3604762"/>
                  </a:lnTo>
                  <a:lnTo>
                    <a:pt x="4660861" y="3628460"/>
                  </a:lnTo>
                  <a:lnTo>
                    <a:pt x="4761105" y="3649345"/>
                  </a:lnTo>
                  <a:lnTo>
                    <a:pt x="4860106" y="3667361"/>
                  </a:lnTo>
                  <a:lnTo>
                    <a:pt x="4954186" y="3682448"/>
                  </a:lnTo>
                  <a:lnTo>
                    <a:pt x="5039434" y="3694593"/>
                  </a:lnTo>
                  <a:lnTo>
                    <a:pt x="5112267" y="3703875"/>
                  </a:lnTo>
                  <a:lnTo>
                    <a:pt x="5170061" y="3710502"/>
                  </a:lnTo>
                  <a:lnTo>
                    <a:pt x="5211682" y="3714817"/>
                  </a:lnTo>
                  <a:lnTo>
                    <a:pt x="5237778" y="3717273"/>
                  </a:lnTo>
                  <a:lnTo>
                    <a:pt x="5250787" y="3718388"/>
                  </a:lnTo>
                  <a:lnTo>
                    <a:pt x="5254737" y="3718698"/>
                  </a:lnTo>
                  <a:lnTo>
                    <a:pt x="5254955" y="3718714"/>
                  </a:lnTo>
                  <a:lnTo>
                    <a:pt x="6726343" y="3718714"/>
                  </a:lnTo>
                  <a:lnTo>
                    <a:pt x="6727484" y="3718646"/>
                  </a:lnTo>
                  <a:lnTo>
                    <a:pt x="6734983" y="3718165"/>
                  </a:lnTo>
                  <a:lnTo>
                    <a:pt x="6753888" y="3716834"/>
                  </a:lnTo>
                  <a:lnTo>
                    <a:pt x="6787685" y="3714215"/>
                  </a:lnTo>
                  <a:lnTo>
                    <a:pt x="6838053" y="3709900"/>
                  </a:lnTo>
                  <a:lnTo>
                    <a:pt x="6904739" y="3703557"/>
                  </a:lnTo>
                  <a:lnTo>
                    <a:pt x="6985707" y="3694958"/>
                  </a:lnTo>
                  <a:lnTo>
                    <a:pt x="7077605" y="3683989"/>
                  </a:lnTo>
                  <a:lnTo>
                    <a:pt x="7176416" y="3670631"/>
                  </a:lnTo>
                  <a:lnTo>
                    <a:pt x="7278115" y="3654921"/>
                  </a:lnTo>
                  <a:lnTo>
                    <a:pt x="7379180" y="3636911"/>
                  </a:lnTo>
                  <a:lnTo>
                    <a:pt x="7476883" y="3616627"/>
                  </a:lnTo>
                  <a:lnTo>
                    <a:pt x="7569370" y="3594036"/>
                  </a:lnTo>
                  <a:lnTo>
                    <a:pt x="7655584" y="3569035"/>
                  </a:lnTo>
                  <a:lnTo>
                    <a:pt x="7735129" y="3541433"/>
                  </a:lnTo>
                  <a:lnTo>
                    <a:pt x="7808091" y="3510955"/>
                  </a:lnTo>
                  <a:lnTo>
                    <a:pt x="7874891" y="3477249"/>
                  </a:lnTo>
                  <a:lnTo>
                    <a:pt x="7936156" y="3439893"/>
                  </a:lnTo>
                  <a:lnTo>
                    <a:pt x="7992628" y="3398416"/>
                  </a:lnTo>
                  <a:lnTo>
                    <a:pt x="8045089" y="3352339"/>
                  </a:lnTo>
                  <a:lnTo>
                    <a:pt x="8094314" y="3301229"/>
                  </a:lnTo>
                  <a:lnTo>
                    <a:pt x="8141023" y="3244806"/>
                  </a:lnTo>
                  <a:lnTo>
                    <a:pt x="8151487" y="3231058"/>
                  </a:lnTo>
                  <a:lnTo>
                    <a:pt x="8188686" y="3178853"/>
                  </a:lnTo>
                  <a:lnTo>
                    <a:pt x="8224955" y="3122855"/>
                  </a:lnTo>
                  <a:lnTo>
                    <a:pt x="8260545" y="3062988"/>
                  </a:lnTo>
                  <a:lnTo>
                    <a:pt x="8295658" y="2999235"/>
                  </a:lnTo>
                  <a:lnTo>
                    <a:pt x="8330457" y="2931645"/>
                  </a:lnTo>
                  <a:lnTo>
                    <a:pt x="8365067" y="2860343"/>
                  </a:lnTo>
                  <a:lnTo>
                    <a:pt x="8399584" y="2785529"/>
                  </a:lnTo>
                  <a:lnTo>
                    <a:pt x="8434078" y="2707482"/>
                  </a:lnTo>
                  <a:lnTo>
                    <a:pt x="8468592" y="2626560"/>
                  </a:lnTo>
                  <a:lnTo>
                    <a:pt x="8503151" y="2543191"/>
                  </a:lnTo>
                  <a:lnTo>
                    <a:pt x="8537762" y="2457873"/>
                  </a:lnTo>
                  <a:lnTo>
                    <a:pt x="8572418" y="2371155"/>
                  </a:lnTo>
                  <a:lnTo>
                    <a:pt x="8607104" y="2283627"/>
                  </a:lnTo>
                  <a:lnTo>
                    <a:pt x="8641797" y="2195902"/>
                  </a:lnTo>
                  <a:lnTo>
                    <a:pt x="8676474" y="2108598"/>
                  </a:lnTo>
                  <a:lnTo>
                    <a:pt x="8711115" y="2022324"/>
                  </a:lnTo>
                  <a:lnTo>
                    <a:pt x="8745707" y="1937656"/>
                  </a:lnTo>
                  <a:lnTo>
                    <a:pt x="8780248" y="1855125"/>
                  </a:lnTo>
                  <a:lnTo>
                    <a:pt x="8814751" y="1775205"/>
                  </a:lnTo>
                  <a:lnTo>
                    <a:pt x="8849247" y="1698299"/>
                  </a:lnTo>
                  <a:lnTo>
                    <a:pt x="8883789" y="1624737"/>
                  </a:lnTo>
                  <a:lnTo>
                    <a:pt x="8918455" y="1554770"/>
                  </a:lnTo>
                  <a:lnTo>
                    <a:pt x="8953352" y="1488568"/>
                  </a:lnTo>
                  <a:lnTo>
                    <a:pt x="8988618" y="1426230"/>
                  </a:lnTo>
                  <a:lnTo>
                    <a:pt x="9024430" y="1367778"/>
                  </a:lnTo>
                  <a:lnTo>
                    <a:pt x="9061006" y="1313175"/>
                  </a:lnTo>
                  <a:lnTo>
                    <a:pt x="9084767" y="1280436"/>
                  </a:lnTo>
                  <a:lnTo>
                    <a:pt x="9130987" y="1222779"/>
                  </a:lnTo>
                  <a:lnTo>
                    <a:pt x="9179572" y="1170462"/>
                  </a:lnTo>
                  <a:lnTo>
                    <a:pt x="9231221" y="1123261"/>
                  </a:lnTo>
                  <a:lnTo>
                    <a:pt x="9286700" y="1080767"/>
                  </a:lnTo>
                  <a:lnTo>
                    <a:pt x="9346793" y="1042505"/>
                  </a:lnTo>
                  <a:lnTo>
                    <a:pt x="9412258" y="1007998"/>
                  </a:lnTo>
                  <a:lnTo>
                    <a:pt x="9483755" y="976811"/>
                  </a:lnTo>
                  <a:lnTo>
                    <a:pt x="9561762" y="948575"/>
                  </a:lnTo>
                  <a:lnTo>
                    <a:pt x="9646456" y="922994"/>
                  </a:lnTo>
                  <a:lnTo>
                    <a:pt x="9737566" y="899861"/>
                  </a:lnTo>
                  <a:lnTo>
                    <a:pt x="9834202" y="879051"/>
                  </a:lnTo>
                  <a:lnTo>
                    <a:pt x="9934703" y="860517"/>
                  </a:lnTo>
                  <a:lnTo>
                    <a:pt x="10036542" y="844273"/>
                  </a:lnTo>
                  <a:lnTo>
                    <a:pt x="10136362" y="830369"/>
                  </a:lnTo>
                  <a:lnTo>
                    <a:pt x="10230218" y="818849"/>
                  </a:lnTo>
                  <a:lnTo>
                    <a:pt x="10314035" y="809711"/>
                  </a:lnTo>
                  <a:lnTo>
                    <a:pt x="10384246" y="802865"/>
                  </a:lnTo>
                  <a:lnTo>
                    <a:pt x="10438463" y="798109"/>
                  </a:lnTo>
                  <a:lnTo>
                    <a:pt x="10475996" y="795133"/>
                  </a:lnTo>
                  <a:lnTo>
                    <a:pt x="10498082" y="793544"/>
                  </a:lnTo>
                  <a:lnTo>
                    <a:pt x="10507813" y="792906"/>
                  </a:lnTo>
                  <a:lnTo>
                    <a:pt x="10509896" y="792781"/>
                  </a:lnTo>
                  <a:lnTo>
                    <a:pt x="10509911" y="792780"/>
                  </a:lnTo>
                  <a:lnTo>
                    <a:pt x="11981298" y="79278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19" name="pl619"/>
            <p:cNvSpPr/>
            <p:nvPr/>
          </p:nvSpPr>
          <p:spPr>
            <a:xfrm>
              <a:off x="4799595" y="6344661"/>
              <a:ext cx="11981298" cy="3718714"/>
            </a:xfrm>
            <a:custGeom>
              <a:avLst/>
              <a:pathLst>
                <a:path w="11981298" h="3718714">
                  <a:moveTo>
                    <a:pt x="11981298" y="792780"/>
                  </a:moveTo>
                  <a:lnTo>
                    <a:pt x="10509911" y="792780"/>
                  </a:lnTo>
                  <a:lnTo>
                    <a:pt x="10508770" y="792848"/>
                  </a:lnTo>
                  <a:lnTo>
                    <a:pt x="10501270" y="793329"/>
                  </a:lnTo>
                  <a:lnTo>
                    <a:pt x="10482365" y="794660"/>
                  </a:lnTo>
                  <a:lnTo>
                    <a:pt x="10448568" y="797279"/>
                  </a:lnTo>
                  <a:lnTo>
                    <a:pt x="10398200" y="801594"/>
                  </a:lnTo>
                  <a:lnTo>
                    <a:pt x="10331514" y="807937"/>
                  </a:lnTo>
                  <a:lnTo>
                    <a:pt x="10250546" y="816536"/>
                  </a:lnTo>
                  <a:lnTo>
                    <a:pt x="10158648" y="827505"/>
                  </a:lnTo>
                  <a:lnTo>
                    <a:pt x="10059837" y="840863"/>
                  </a:lnTo>
                  <a:lnTo>
                    <a:pt x="9958139" y="856573"/>
                  </a:lnTo>
                  <a:lnTo>
                    <a:pt x="9857074" y="874583"/>
                  </a:lnTo>
                  <a:lnTo>
                    <a:pt x="9759370" y="894868"/>
                  </a:lnTo>
                  <a:lnTo>
                    <a:pt x="9666884" y="917458"/>
                  </a:lnTo>
                  <a:lnTo>
                    <a:pt x="9580669" y="942459"/>
                  </a:lnTo>
                  <a:lnTo>
                    <a:pt x="9501124" y="970062"/>
                  </a:lnTo>
                  <a:lnTo>
                    <a:pt x="9428162" y="1000539"/>
                  </a:lnTo>
                  <a:lnTo>
                    <a:pt x="9361362" y="1034245"/>
                  </a:lnTo>
                  <a:lnTo>
                    <a:pt x="9300097" y="1071601"/>
                  </a:lnTo>
                  <a:lnTo>
                    <a:pt x="9243625" y="1113078"/>
                  </a:lnTo>
                  <a:lnTo>
                    <a:pt x="9191164" y="1159156"/>
                  </a:lnTo>
                  <a:lnTo>
                    <a:pt x="9141939" y="1210266"/>
                  </a:lnTo>
                  <a:lnTo>
                    <a:pt x="9095231" y="1266688"/>
                  </a:lnTo>
                  <a:lnTo>
                    <a:pt x="9084767" y="1280436"/>
                  </a:lnTo>
                  <a:lnTo>
                    <a:pt x="9047567" y="1332641"/>
                  </a:lnTo>
                  <a:lnTo>
                    <a:pt x="9011298" y="1388639"/>
                  </a:lnTo>
                  <a:lnTo>
                    <a:pt x="8975708" y="1448506"/>
                  </a:lnTo>
                  <a:lnTo>
                    <a:pt x="8940595" y="1512259"/>
                  </a:lnTo>
                  <a:lnTo>
                    <a:pt x="8905796" y="1579849"/>
                  </a:lnTo>
                  <a:lnTo>
                    <a:pt x="8871186" y="1651151"/>
                  </a:lnTo>
                  <a:lnTo>
                    <a:pt x="8836669" y="1725965"/>
                  </a:lnTo>
                  <a:lnTo>
                    <a:pt x="8802175" y="1804012"/>
                  </a:lnTo>
                  <a:lnTo>
                    <a:pt x="8767661" y="1884934"/>
                  </a:lnTo>
                  <a:lnTo>
                    <a:pt x="8733102" y="1968303"/>
                  </a:lnTo>
                  <a:lnTo>
                    <a:pt x="8698491" y="2053621"/>
                  </a:lnTo>
                  <a:lnTo>
                    <a:pt x="8663835" y="2140339"/>
                  </a:lnTo>
                  <a:lnTo>
                    <a:pt x="8629149" y="2227867"/>
                  </a:lnTo>
                  <a:lnTo>
                    <a:pt x="8594457" y="2315592"/>
                  </a:lnTo>
                  <a:lnTo>
                    <a:pt x="8559779" y="2402896"/>
                  </a:lnTo>
                  <a:lnTo>
                    <a:pt x="8525138" y="2489170"/>
                  </a:lnTo>
                  <a:lnTo>
                    <a:pt x="8490546" y="2573838"/>
                  </a:lnTo>
                  <a:lnTo>
                    <a:pt x="8456005" y="2656369"/>
                  </a:lnTo>
                  <a:lnTo>
                    <a:pt x="8421502" y="2736289"/>
                  </a:lnTo>
                  <a:lnTo>
                    <a:pt x="8387006" y="2813195"/>
                  </a:lnTo>
                  <a:lnTo>
                    <a:pt x="8352464" y="2886757"/>
                  </a:lnTo>
                  <a:lnTo>
                    <a:pt x="8317798" y="2956725"/>
                  </a:lnTo>
                  <a:lnTo>
                    <a:pt x="8282901" y="3022926"/>
                  </a:lnTo>
                  <a:lnTo>
                    <a:pt x="8247635" y="3085264"/>
                  </a:lnTo>
                  <a:lnTo>
                    <a:pt x="8211823" y="3143716"/>
                  </a:lnTo>
                  <a:lnTo>
                    <a:pt x="8175247" y="3198319"/>
                  </a:lnTo>
                  <a:lnTo>
                    <a:pt x="8151487" y="3231058"/>
                  </a:lnTo>
                  <a:lnTo>
                    <a:pt x="8105266" y="3288715"/>
                  </a:lnTo>
                  <a:lnTo>
                    <a:pt x="8056681" y="3341032"/>
                  </a:lnTo>
                  <a:lnTo>
                    <a:pt x="8005032" y="3388233"/>
                  </a:lnTo>
                  <a:lnTo>
                    <a:pt x="7949553" y="3430727"/>
                  </a:lnTo>
                  <a:lnTo>
                    <a:pt x="7889460" y="3468989"/>
                  </a:lnTo>
                  <a:lnTo>
                    <a:pt x="7823995" y="3503496"/>
                  </a:lnTo>
                  <a:lnTo>
                    <a:pt x="7752498" y="3534683"/>
                  </a:lnTo>
                  <a:lnTo>
                    <a:pt x="7674491" y="3562920"/>
                  </a:lnTo>
                  <a:lnTo>
                    <a:pt x="7589797" y="3588500"/>
                  </a:lnTo>
                  <a:lnTo>
                    <a:pt x="7498687" y="3611633"/>
                  </a:lnTo>
                  <a:lnTo>
                    <a:pt x="7402052" y="3632443"/>
                  </a:lnTo>
                  <a:lnTo>
                    <a:pt x="7301550" y="3650977"/>
                  </a:lnTo>
                  <a:lnTo>
                    <a:pt x="7199712" y="3667221"/>
                  </a:lnTo>
                  <a:lnTo>
                    <a:pt x="7099891" y="3681125"/>
                  </a:lnTo>
                  <a:lnTo>
                    <a:pt x="7006035" y="3692645"/>
                  </a:lnTo>
                  <a:lnTo>
                    <a:pt x="6922218" y="3701783"/>
                  </a:lnTo>
                  <a:lnTo>
                    <a:pt x="6852007" y="3708629"/>
                  </a:lnTo>
                  <a:lnTo>
                    <a:pt x="6797790" y="3713385"/>
                  </a:lnTo>
                  <a:lnTo>
                    <a:pt x="6760257" y="3716361"/>
                  </a:lnTo>
                  <a:lnTo>
                    <a:pt x="6738171" y="3717950"/>
                  </a:lnTo>
                  <a:lnTo>
                    <a:pt x="6728440" y="3718588"/>
                  </a:lnTo>
                  <a:lnTo>
                    <a:pt x="6726357" y="3718713"/>
                  </a:lnTo>
                  <a:lnTo>
                    <a:pt x="6726343" y="3718714"/>
                  </a:lnTo>
                  <a:lnTo>
                    <a:pt x="5254955" y="3718714"/>
                  </a:lnTo>
                  <a:lnTo>
                    <a:pt x="5253865" y="3718632"/>
                  </a:lnTo>
                  <a:lnTo>
                    <a:pt x="5246696" y="3718048"/>
                  </a:lnTo>
                  <a:lnTo>
                    <a:pt x="5228599" y="3716436"/>
                  </a:lnTo>
                  <a:lnTo>
                    <a:pt x="5196183" y="3713260"/>
                  </a:lnTo>
                  <a:lnTo>
                    <a:pt x="5147747" y="3708024"/>
                  </a:lnTo>
                  <a:lnTo>
                    <a:pt x="5083407" y="3700317"/>
                  </a:lnTo>
                  <a:lnTo>
                    <a:pt x="5004974" y="3689852"/>
                  </a:lnTo>
                  <a:lnTo>
                    <a:pt x="4915550" y="3676475"/>
                  </a:lnTo>
                  <a:lnTo>
                    <a:pt x="4818930" y="3660153"/>
                  </a:lnTo>
                  <a:lnTo>
                    <a:pt x="4718989" y="3640925"/>
                  </a:lnTo>
                  <a:lnTo>
                    <a:pt x="4619180" y="3618855"/>
                  </a:lnTo>
                  <a:lnTo>
                    <a:pt x="4522240" y="3593982"/>
                  </a:lnTo>
                  <a:lnTo>
                    <a:pt x="4430087" y="3566282"/>
                  </a:lnTo>
                  <a:lnTo>
                    <a:pt x="4343864" y="3535647"/>
                  </a:lnTo>
                  <a:lnTo>
                    <a:pt x="4264070" y="3501868"/>
                  </a:lnTo>
                  <a:lnTo>
                    <a:pt x="4190710" y="3464635"/>
                  </a:lnTo>
                  <a:lnTo>
                    <a:pt x="4123447" y="3423542"/>
                  </a:lnTo>
                  <a:lnTo>
                    <a:pt x="4061723" y="3378096"/>
                  </a:lnTo>
                  <a:lnTo>
                    <a:pt x="4004852" y="3327740"/>
                  </a:lnTo>
                  <a:lnTo>
                    <a:pt x="3952094" y="3271889"/>
                  </a:lnTo>
                  <a:lnTo>
                    <a:pt x="3902700" y="3209989"/>
                  </a:lnTo>
                  <a:lnTo>
                    <a:pt x="3855964" y="3141627"/>
                  </a:lnTo>
                  <a:lnTo>
                    <a:pt x="3829811" y="3098928"/>
                  </a:lnTo>
                  <a:lnTo>
                    <a:pt x="3796157" y="3039189"/>
                  </a:lnTo>
                  <a:lnTo>
                    <a:pt x="3763283" y="2975525"/>
                  </a:lnTo>
                  <a:lnTo>
                    <a:pt x="3730999" y="2907856"/>
                  </a:lnTo>
                  <a:lnTo>
                    <a:pt x="3699148" y="2836153"/>
                  </a:lnTo>
                  <a:lnTo>
                    <a:pt x="3667601" y="2760440"/>
                  </a:lnTo>
                  <a:lnTo>
                    <a:pt x="3636254" y="2680802"/>
                  </a:lnTo>
                  <a:lnTo>
                    <a:pt x="3605024" y="2597389"/>
                  </a:lnTo>
                  <a:lnTo>
                    <a:pt x="3573849" y="2510416"/>
                  </a:lnTo>
                  <a:lnTo>
                    <a:pt x="3542684" y="2420165"/>
                  </a:lnTo>
                  <a:lnTo>
                    <a:pt x="3511498" y="2326984"/>
                  </a:lnTo>
                  <a:lnTo>
                    <a:pt x="3480274" y="2231282"/>
                  </a:lnTo>
                  <a:lnTo>
                    <a:pt x="3449009" y="2133522"/>
                  </a:lnTo>
                  <a:lnTo>
                    <a:pt x="3417704" y="2034216"/>
                  </a:lnTo>
                  <a:lnTo>
                    <a:pt x="3386372" y="1933910"/>
                  </a:lnTo>
                  <a:lnTo>
                    <a:pt x="3355027" y="1833175"/>
                  </a:lnTo>
                  <a:lnTo>
                    <a:pt x="3323686" y="1732590"/>
                  </a:lnTo>
                  <a:lnTo>
                    <a:pt x="3292367" y="1632734"/>
                  </a:lnTo>
                  <a:lnTo>
                    <a:pt x="3261082" y="1534165"/>
                  </a:lnTo>
                  <a:lnTo>
                    <a:pt x="3229838" y="1437414"/>
                  </a:lnTo>
                  <a:lnTo>
                    <a:pt x="3198635" y="1342967"/>
                  </a:lnTo>
                  <a:lnTo>
                    <a:pt x="3167462" y="1251261"/>
                  </a:lnTo>
                  <a:lnTo>
                    <a:pt x="3136297" y="1162675"/>
                  </a:lnTo>
                  <a:lnTo>
                    <a:pt x="3105100" y="1077520"/>
                  </a:lnTo>
                  <a:lnTo>
                    <a:pt x="3073819" y="996047"/>
                  </a:lnTo>
                  <a:lnTo>
                    <a:pt x="3042379" y="918434"/>
                  </a:lnTo>
                  <a:lnTo>
                    <a:pt x="3010689" y="844798"/>
                  </a:lnTo>
                  <a:lnTo>
                    <a:pt x="2978631" y="775191"/>
                  </a:lnTo>
                  <a:lnTo>
                    <a:pt x="2946062" y="709611"/>
                  </a:lnTo>
                  <a:lnTo>
                    <a:pt x="2912808" y="647999"/>
                  </a:lnTo>
                  <a:lnTo>
                    <a:pt x="2896531" y="619785"/>
                  </a:lnTo>
                  <a:lnTo>
                    <a:pt x="2851043" y="547590"/>
                  </a:lnTo>
                  <a:lnTo>
                    <a:pt x="2803274" y="481976"/>
                  </a:lnTo>
                  <a:lnTo>
                    <a:pt x="2752557" y="422677"/>
                  </a:lnTo>
                  <a:lnTo>
                    <a:pt x="2698165" y="369202"/>
                  </a:lnTo>
                  <a:lnTo>
                    <a:pt x="2639345" y="320978"/>
                  </a:lnTo>
                  <a:lnTo>
                    <a:pt x="2575374" y="277424"/>
                  </a:lnTo>
                  <a:lnTo>
                    <a:pt x="2505610" y="238006"/>
                  </a:lnTo>
                  <a:lnTo>
                    <a:pt x="2429574" y="202267"/>
                  </a:lnTo>
                  <a:lnTo>
                    <a:pt x="2347056" y="169839"/>
                  </a:lnTo>
                  <a:lnTo>
                    <a:pt x="2258250" y="140456"/>
                  </a:lnTo>
                  <a:lnTo>
                    <a:pt x="2163906" y="113951"/>
                  </a:lnTo>
                  <a:lnTo>
                    <a:pt x="2065481" y="90253"/>
                  </a:lnTo>
                  <a:lnTo>
                    <a:pt x="1965238" y="69368"/>
                  </a:lnTo>
                  <a:lnTo>
                    <a:pt x="1866236" y="51352"/>
                  </a:lnTo>
                  <a:lnTo>
                    <a:pt x="1772156" y="36265"/>
                  </a:lnTo>
                  <a:lnTo>
                    <a:pt x="1686908" y="24120"/>
                  </a:lnTo>
                  <a:lnTo>
                    <a:pt x="1614075" y="14839"/>
                  </a:lnTo>
                  <a:lnTo>
                    <a:pt x="1556281" y="8211"/>
                  </a:lnTo>
                  <a:lnTo>
                    <a:pt x="1514660" y="3896"/>
                  </a:lnTo>
                  <a:lnTo>
                    <a:pt x="1488564" y="1441"/>
                  </a:lnTo>
                  <a:lnTo>
                    <a:pt x="1475555" y="326"/>
                  </a:lnTo>
                  <a:lnTo>
                    <a:pt x="1471605" y="15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20" name="pg620"/>
            <p:cNvSpPr/>
            <p:nvPr/>
          </p:nvSpPr>
          <p:spPr>
            <a:xfrm>
              <a:off x="4799595" y="6230239"/>
              <a:ext cx="11981298" cy="4936490"/>
            </a:xfrm>
            <a:custGeom>
              <a:avLst/>
              <a:pathLst>
                <a:path w="11981298" h="4936490">
                  <a:moveTo>
                    <a:pt x="0" y="621147"/>
                  </a:moveTo>
                  <a:lnTo>
                    <a:pt x="1471387" y="621147"/>
                  </a:lnTo>
                  <a:lnTo>
                    <a:pt x="1472310" y="621228"/>
                  </a:lnTo>
                  <a:lnTo>
                    <a:pt x="1478407" y="621799"/>
                  </a:lnTo>
                  <a:lnTo>
                    <a:pt x="1493867" y="623376"/>
                  </a:lnTo>
                  <a:lnTo>
                    <a:pt x="1521738" y="626485"/>
                  </a:lnTo>
                  <a:lnTo>
                    <a:pt x="1563747" y="631625"/>
                  </a:lnTo>
                  <a:lnTo>
                    <a:pt x="1620171" y="639224"/>
                  </a:lnTo>
                  <a:lnTo>
                    <a:pt x="1689883" y="649603"/>
                  </a:lnTo>
                  <a:lnTo>
                    <a:pt x="1770589" y="662957"/>
                  </a:lnTo>
                  <a:lnTo>
                    <a:pt x="1859251" y="679364"/>
                  </a:lnTo>
                  <a:lnTo>
                    <a:pt x="1952560" y="698812"/>
                  </a:lnTo>
                  <a:lnTo>
                    <a:pt x="2047365" y="721244"/>
                  </a:lnTo>
                  <a:lnTo>
                    <a:pt x="2140984" y="746601"/>
                  </a:lnTo>
                  <a:lnTo>
                    <a:pt x="2231359" y="774864"/>
                  </a:lnTo>
                  <a:lnTo>
                    <a:pt x="2317088" y="806079"/>
                  </a:lnTo>
                  <a:lnTo>
                    <a:pt x="2397359" y="840380"/>
                  </a:lnTo>
                  <a:lnTo>
                    <a:pt x="2471853" y="877992"/>
                  </a:lnTo>
                  <a:lnTo>
                    <a:pt x="2540617" y="919231"/>
                  </a:lnTo>
                  <a:lnTo>
                    <a:pt x="2603961" y="964507"/>
                  </a:lnTo>
                  <a:lnTo>
                    <a:pt x="2662363" y="1014306"/>
                  </a:lnTo>
                  <a:lnTo>
                    <a:pt x="2716402" y="1069173"/>
                  </a:lnTo>
                  <a:lnTo>
                    <a:pt x="2766704" y="1129685"/>
                  </a:lnTo>
                  <a:lnTo>
                    <a:pt x="2813902" y="1196391"/>
                  </a:lnTo>
                  <a:lnTo>
                    <a:pt x="2858602" y="1269733"/>
                  </a:lnTo>
                  <a:lnTo>
                    <a:pt x="2896531" y="1340371"/>
                  </a:lnTo>
                  <a:lnTo>
                    <a:pt x="2928053" y="1405114"/>
                  </a:lnTo>
                  <a:lnTo>
                    <a:pt x="2958879" y="1473839"/>
                  </a:lnTo>
                  <a:lnTo>
                    <a:pt x="2989170" y="1546627"/>
                  </a:lnTo>
                  <a:lnTo>
                    <a:pt x="3019057" y="1623515"/>
                  </a:lnTo>
                  <a:lnTo>
                    <a:pt x="3048651" y="1704491"/>
                  </a:lnTo>
                  <a:lnTo>
                    <a:pt x="3078044" y="1789491"/>
                  </a:lnTo>
                  <a:lnTo>
                    <a:pt x="3107308" y="1878395"/>
                  </a:lnTo>
                  <a:lnTo>
                    <a:pt x="3136502" y="1971025"/>
                  </a:lnTo>
                  <a:lnTo>
                    <a:pt x="3165669" y="2067142"/>
                  </a:lnTo>
                  <a:lnTo>
                    <a:pt x="3194840" y="2166450"/>
                  </a:lnTo>
                  <a:lnTo>
                    <a:pt x="3224037" y="2268595"/>
                  </a:lnTo>
                  <a:lnTo>
                    <a:pt x="3253268" y="2373170"/>
                  </a:lnTo>
                  <a:lnTo>
                    <a:pt x="3282536" y="2479720"/>
                  </a:lnTo>
                  <a:lnTo>
                    <a:pt x="3311837" y="2587752"/>
                  </a:lnTo>
                  <a:lnTo>
                    <a:pt x="3341162" y="2696742"/>
                  </a:lnTo>
                  <a:lnTo>
                    <a:pt x="3370496" y="2806147"/>
                  </a:lnTo>
                  <a:lnTo>
                    <a:pt x="3399828" y="2915413"/>
                  </a:lnTo>
                  <a:lnTo>
                    <a:pt x="3429142" y="3023992"/>
                  </a:lnTo>
                  <a:lnTo>
                    <a:pt x="3458427" y="3131348"/>
                  </a:lnTo>
                  <a:lnTo>
                    <a:pt x="3487678" y="3236971"/>
                  </a:lnTo>
                  <a:lnTo>
                    <a:pt x="3516891" y="3340386"/>
                  </a:lnTo>
                  <a:lnTo>
                    <a:pt x="3546073" y="3441162"/>
                  </a:lnTo>
                  <a:lnTo>
                    <a:pt x="3575239" y="3538917"/>
                  </a:lnTo>
                  <a:lnTo>
                    <a:pt x="3604414" y="3633326"/>
                  </a:lnTo>
                  <a:lnTo>
                    <a:pt x="3633637" y="3724122"/>
                  </a:lnTo>
                  <a:lnTo>
                    <a:pt x="3662957" y="3811095"/>
                  </a:lnTo>
                  <a:lnTo>
                    <a:pt x="3692440" y="3894096"/>
                  </a:lnTo>
                  <a:lnTo>
                    <a:pt x="3722168" y="3973035"/>
                  </a:lnTo>
                  <a:lnTo>
                    <a:pt x="3752242" y="4047874"/>
                  </a:lnTo>
                  <a:lnTo>
                    <a:pt x="3782782" y="4118625"/>
                  </a:lnTo>
                  <a:lnTo>
                    <a:pt x="3813934" y="4185349"/>
                  </a:lnTo>
                  <a:lnTo>
                    <a:pt x="3829811" y="4217267"/>
                  </a:lnTo>
                  <a:lnTo>
                    <a:pt x="3872760" y="4296666"/>
                  </a:lnTo>
                  <a:lnTo>
                    <a:pt x="3917718" y="4369231"/>
                  </a:lnTo>
                  <a:lnTo>
                    <a:pt x="3965240" y="4435200"/>
                  </a:lnTo>
                  <a:lnTo>
                    <a:pt x="4015939" y="4495035"/>
                  </a:lnTo>
                  <a:lnTo>
                    <a:pt x="4070447" y="4549293"/>
                  </a:lnTo>
                  <a:lnTo>
                    <a:pt x="4129388" y="4598546"/>
                  </a:lnTo>
                  <a:lnTo>
                    <a:pt x="4193331" y="4643335"/>
                  </a:lnTo>
                  <a:lnTo>
                    <a:pt x="4262741" y="4684139"/>
                  </a:lnTo>
                  <a:lnTo>
                    <a:pt x="4337902" y="4721356"/>
                  </a:lnTo>
                  <a:lnTo>
                    <a:pt x="4418824" y="4755293"/>
                  </a:lnTo>
                  <a:lnTo>
                    <a:pt x="4505137" y="4786165"/>
                  </a:lnTo>
                  <a:lnTo>
                    <a:pt x="4595968" y="4814094"/>
                  </a:lnTo>
                  <a:lnTo>
                    <a:pt x="4689840" y="4839117"/>
                  </a:lnTo>
                  <a:lnTo>
                    <a:pt x="4784620" y="4861210"/>
                  </a:lnTo>
                  <a:lnTo>
                    <a:pt x="4877562" y="4880311"/>
                  </a:lnTo>
                  <a:lnTo>
                    <a:pt x="4965479" y="4896367"/>
                  </a:lnTo>
                  <a:lnTo>
                    <a:pt x="5045068" y="4909374"/>
                  </a:lnTo>
                  <a:lnTo>
                    <a:pt x="5113352" y="4919422"/>
                  </a:lnTo>
                  <a:lnTo>
                    <a:pt x="5168155" y="4926720"/>
                  </a:lnTo>
                  <a:lnTo>
                    <a:pt x="5208500" y="4931604"/>
                  </a:lnTo>
                  <a:lnTo>
                    <a:pt x="5234833" y="4934511"/>
                  </a:lnTo>
                  <a:lnTo>
                    <a:pt x="5249041" y="4935946"/>
                  </a:lnTo>
                  <a:lnTo>
                    <a:pt x="5254311" y="4936435"/>
                  </a:lnTo>
                  <a:lnTo>
                    <a:pt x="5254955" y="4936490"/>
                  </a:lnTo>
                  <a:lnTo>
                    <a:pt x="6726343" y="4936490"/>
                  </a:lnTo>
                  <a:lnTo>
                    <a:pt x="6727228" y="4936403"/>
                  </a:lnTo>
                  <a:lnTo>
                    <a:pt x="6733076" y="4935778"/>
                  </a:lnTo>
                  <a:lnTo>
                    <a:pt x="6747925" y="4934054"/>
                  </a:lnTo>
                  <a:lnTo>
                    <a:pt x="6774734" y="4930654"/>
                  </a:lnTo>
                  <a:lnTo>
                    <a:pt x="6815225" y="4925031"/>
                  </a:lnTo>
                  <a:lnTo>
                    <a:pt x="6869756" y="4916709"/>
                  </a:lnTo>
                  <a:lnTo>
                    <a:pt x="6937342" y="4905326"/>
                  </a:lnTo>
                  <a:lnTo>
                    <a:pt x="7015876" y="4890657"/>
                  </a:lnTo>
                  <a:lnTo>
                    <a:pt x="7102501" y="4872604"/>
                  </a:lnTo>
                  <a:lnTo>
                    <a:pt x="7194051" y="4851170"/>
                  </a:lnTo>
                  <a:lnTo>
                    <a:pt x="7287469" y="4826416"/>
                  </a:lnTo>
                  <a:lnTo>
                    <a:pt x="7380104" y="4798407"/>
                  </a:lnTo>
                  <a:lnTo>
                    <a:pt x="7469882" y="4767174"/>
                  </a:lnTo>
                  <a:lnTo>
                    <a:pt x="7555349" y="4732681"/>
                  </a:lnTo>
                  <a:lnTo>
                    <a:pt x="7635629" y="4694801"/>
                  </a:lnTo>
                  <a:lnTo>
                    <a:pt x="7710327" y="4653311"/>
                  </a:lnTo>
                  <a:lnTo>
                    <a:pt x="7779419" y="4607884"/>
                  </a:lnTo>
                  <a:lnTo>
                    <a:pt x="7843153" y="4558097"/>
                  </a:lnTo>
                  <a:lnTo>
                    <a:pt x="7901954" y="4503437"/>
                  </a:lnTo>
                  <a:lnTo>
                    <a:pt x="7956357" y="4443320"/>
                  </a:lnTo>
                  <a:lnTo>
                    <a:pt x="8006953" y="4377123"/>
                  </a:lnTo>
                  <a:lnTo>
                    <a:pt x="8054350" y="4304227"/>
                  </a:lnTo>
                  <a:lnTo>
                    <a:pt x="8099139" y="4224100"/>
                  </a:lnTo>
                  <a:lnTo>
                    <a:pt x="8141869" y="4136414"/>
                  </a:lnTo>
                  <a:lnTo>
                    <a:pt x="8151487" y="4115104"/>
                  </a:lnTo>
                  <a:lnTo>
                    <a:pt x="8181170" y="4045651"/>
                  </a:lnTo>
                  <a:lnTo>
                    <a:pt x="8210229" y="3972177"/>
                  </a:lnTo>
                  <a:lnTo>
                    <a:pt x="8238798" y="3894601"/>
                  </a:lnTo>
                  <a:lnTo>
                    <a:pt x="8266991" y="3812881"/>
                  </a:lnTo>
                  <a:lnTo>
                    <a:pt x="8294904" y="3727019"/>
                  </a:lnTo>
                  <a:lnTo>
                    <a:pt x="8322616" y="3637062"/>
                  </a:lnTo>
                  <a:lnTo>
                    <a:pt x="8350192" y="3543107"/>
                  </a:lnTo>
                  <a:lnTo>
                    <a:pt x="8377687" y="3445302"/>
                  </a:lnTo>
                  <a:lnTo>
                    <a:pt x="8405142" y="3343848"/>
                  </a:lnTo>
                  <a:lnTo>
                    <a:pt x="8432587" y="3238999"/>
                  </a:lnTo>
                  <a:lnTo>
                    <a:pt x="8460045" y="3131064"/>
                  </a:lnTo>
                  <a:lnTo>
                    <a:pt x="8487530" y="3020398"/>
                  </a:lnTo>
                  <a:lnTo>
                    <a:pt x="8515046" y="2907404"/>
                  </a:lnTo>
                  <a:lnTo>
                    <a:pt x="8542595" y="2792525"/>
                  </a:lnTo>
                  <a:lnTo>
                    <a:pt x="8570172" y="2676238"/>
                  </a:lnTo>
                  <a:lnTo>
                    <a:pt x="8597768" y="2559044"/>
                  </a:lnTo>
                  <a:lnTo>
                    <a:pt x="8625372" y="2441462"/>
                  </a:lnTo>
                  <a:lnTo>
                    <a:pt x="8652974" y="2324018"/>
                  </a:lnTo>
                  <a:lnTo>
                    <a:pt x="8680561" y="2207236"/>
                  </a:lnTo>
                  <a:lnTo>
                    <a:pt x="8708124" y="2091626"/>
                  </a:lnTo>
                  <a:lnTo>
                    <a:pt x="8735656" y="1977679"/>
                  </a:lnTo>
                  <a:lnTo>
                    <a:pt x="8763155" y="1865855"/>
                  </a:lnTo>
                  <a:lnTo>
                    <a:pt x="8790624" y="1756575"/>
                  </a:lnTo>
                  <a:lnTo>
                    <a:pt x="8818073" y="1650219"/>
                  </a:lnTo>
                  <a:lnTo>
                    <a:pt x="8845520" y="1547117"/>
                  </a:lnTo>
                  <a:lnTo>
                    <a:pt x="8872992" y="1447550"/>
                  </a:lnTo>
                  <a:lnTo>
                    <a:pt x="8900524" y="1351744"/>
                  </a:lnTo>
                  <a:lnTo>
                    <a:pt x="8928164" y="1259873"/>
                  </a:lnTo>
                  <a:lnTo>
                    <a:pt x="8955972" y="1172057"/>
                  </a:lnTo>
                  <a:lnTo>
                    <a:pt x="8984021" y="1088366"/>
                  </a:lnTo>
                  <a:lnTo>
                    <a:pt x="9012398" y="1008824"/>
                  </a:lnTo>
                  <a:lnTo>
                    <a:pt x="9041209" y="933409"/>
                  </a:lnTo>
                  <a:lnTo>
                    <a:pt x="9070578" y="862058"/>
                  </a:lnTo>
                  <a:lnTo>
                    <a:pt x="9084767" y="829559"/>
                  </a:lnTo>
                  <a:lnTo>
                    <a:pt x="9127091" y="740119"/>
                  </a:lnTo>
                  <a:lnTo>
                    <a:pt x="9171359" y="658266"/>
                  </a:lnTo>
                  <a:lnTo>
                    <a:pt x="9218102" y="583743"/>
                  </a:lnTo>
                  <a:lnTo>
                    <a:pt x="9267906" y="516054"/>
                  </a:lnTo>
                  <a:lnTo>
                    <a:pt x="9321377" y="454590"/>
                  </a:lnTo>
                  <a:lnTo>
                    <a:pt x="9379113" y="398725"/>
                  </a:lnTo>
                  <a:lnTo>
                    <a:pt x="9441666" y="347862"/>
                  </a:lnTo>
                  <a:lnTo>
                    <a:pt x="9509493" y="301470"/>
                  </a:lnTo>
                  <a:lnTo>
                    <a:pt x="9582888" y="259104"/>
                  </a:lnTo>
                  <a:lnTo>
                    <a:pt x="9661899" y="220415"/>
                  </a:lnTo>
                  <a:lnTo>
                    <a:pt x="9746228" y="185155"/>
                  </a:lnTo>
                  <a:lnTo>
                    <a:pt x="9835118" y="153177"/>
                  </a:lnTo>
                  <a:lnTo>
                    <a:pt x="9927255" y="124423"/>
                  </a:lnTo>
                  <a:lnTo>
                    <a:pt x="10020709" y="98912"/>
                  </a:lnTo>
                  <a:lnTo>
                    <a:pt x="10112951" y="76706"/>
                  </a:lnTo>
                  <a:lnTo>
                    <a:pt x="10200995" y="57870"/>
                  </a:lnTo>
                  <a:lnTo>
                    <a:pt x="10281668" y="42424"/>
                  </a:lnTo>
                  <a:lnTo>
                    <a:pt x="10352001" y="30299"/>
                  </a:lnTo>
                  <a:lnTo>
                    <a:pt x="10409677" y="21298"/>
                  </a:lnTo>
                  <a:lnTo>
                    <a:pt x="10453426" y="15090"/>
                  </a:lnTo>
                  <a:lnTo>
                    <a:pt x="10483288" y="11224"/>
                  </a:lnTo>
                  <a:lnTo>
                    <a:pt x="10500676" y="9164"/>
                  </a:lnTo>
                  <a:lnTo>
                    <a:pt x="10508280" y="8337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9026" y="87"/>
                  </a:lnTo>
                  <a:lnTo>
                    <a:pt x="10503177" y="712"/>
                  </a:lnTo>
                  <a:lnTo>
                    <a:pt x="10488329" y="2436"/>
                  </a:lnTo>
                  <a:lnTo>
                    <a:pt x="10461519" y="5836"/>
                  </a:lnTo>
                  <a:lnTo>
                    <a:pt x="10421028" y="11459"/>
                  </a:lnTo>
                  <a:lnTo>
                    <a:pt x="10366497" y="19781"/>
                  </a:lnTo>
                  <a:lnTo>
                    <a:pt x="10298911" y="31164"/>
                  </a:lnTo>
                  <a:lnTo>
                    <a:pt x="10220377" y="45833"/>
                  </a:lnTo>
                  <a:lnTo>
                    <a:pt x="10133753" y="63886"/>
                  </a:lnTo>
                  <a:lnTo>
                    <a:pt x="10042202" y="85320"/>
                  </a:lnTo>
                  <a:lnTo>
                    <a:pt x="9948784" y="110074"/>
                  </a:lnTo>
                  <a:lnTo>
                    <a:pt x="9856149" y="138083"/>
                  </a:lnTo>
                  <a:lnTo>
                    <a:pt x="9766371" y="169316"/>
                  </a:lnTo>
                  <a:lnTo>
                    <a:pt x="9680904" y="203809"/>
                  </a:lnTo>
                  <a:lnTo>
                    <a:pt x="9600624" y="241689"/>
                  </a:lnTo>
                  <a:lnTo>
                    <a:pt x="9525927" y="283179"/>
                  </a:lnTo>
                  <a:lnTo>
                    <a:pt x="9456834" y="328606"/>
                  </a:lnTo>
                  <a:lnTo>
                    <a:pt x="9393100" y="378393"/>
                  </a:lnTo>
                  <a:lnTo>
                    <a:pt x="9334299" y="433053"/>
                  </a:lnTo>
                  <a:lnTo>
                    <a:pt x="9279896" y="493170"/>
                  </a:lnTo>
                  <a:lnTo>
                    <a:pt x="9229300" y="559367"/>
                  </a:lnTo>
                  <a:lnTo>
                    <a:pt x="9181903" y="632263"/>
                  </a:lnTo>
                  <a:lnTo>
                    <a:pt x="9137114" y="712390"/>
                  </a:lnTo>
                  <a:lnTo>
                    <a:pt x="9094385" y="800076"/>
                  </a:lnTo>
                  <a:lnTo>
                    <a:pt x="9084767" y="821386"/>
                  </a:lnTo>
                  <a:lnTo>
                    <a:pt x="9055083" y="890839"/>
                  </a:lnTo>
                  <a:lnTo>
                    <a:pt x="9026024" y="964313"/>
                  </a:lnTo>
                  <a:lnTo>
                    <a:pt x="8997455" y="1041889"/>
                  </a:lnTo>
                  <a:lnTo>
                    <a:pt x="8969262" y="1123609"/>
                  </a:lnTo>
                  <a:lnTo>
                    <a:pt x="8941349" y="1209471"/>
                  </a:lnTo>
                  <a:lnTo>
                    <a:pt x="8913638" y="1299428"/>
                  </a:lnTo>
                  <a:lnTo>
                    <a:pt x="8886061" y="1393383"/>
                  </a:lnTo>
                  <a:lnTo>
                    <a:pt x="8858566" y="1491188"/>
                  </a:lnTo>
                  <a:lnTo>
                    <a:pt x="8831111" y="1592642"/>
                  </a:lnTo>
                  <a:lnTo>
                    <a:pt x="8803666" y="1697491"/>
                  </a:lnTo>
                  <a:lnTo>
                    <a:pt x="8776208" y="1805426"/>
                  </a:lnTo>
                  <a:lnTo>
                    <a:pt x="8748724" y="1916092"/>
                  </a:lnTo>
                  <a:lnTo>
                    <a:pt x="8721207" y="2029086"/>
                  </a:lnTo>
                  <a:lnTo>
                    <a:pt x="8693658" y="2143965"/>
                  </a:lnTo>
                  <a:lnTo>
                    <a:pt x="8666082" y="2260252"/>
                  </a:lnTo>
                  <a:lnTo>
                    <a:pt x="8638486" y="2377446"/>
                  </a:lnTo>
                  <a:lnTo>
                    <a:pt x="8610881" y="2495028"/>
                  </a:lnTo>
                  <a:lnTo>
                    <a:pt x="8583279" y="2612472"/>
                  </a:lnTo>
                  <a:lnTo>
                    <a:pt x="8555692" y="2729254"/>
                  </a:lnTo>
                  <a:lnTo>
                    <a:pt x="8528129" y="2844864"/>
                  </a:lnTo>
                  <a:lnTo>
                    <a:pt x="8500597" y="2958811"/>
                  </a:lnTo>
                  <a:lnTo>
                    <a:pt x="8473098" y="3070635"/>
                  </a:lnTo>
                  <a:lnTo>
                    <a:pt x="8445629" y="3179915"/>
                  </a:lnTo>
                  <a:lnTo>
                    <a:pt x="8418180" y="3286271"/>
                  </a:lnTo>
                  <a:lnTo>
                    <a:pt x="8390733" y="3389373"/>
                  </a:lnTo>
                  <a:lnTo>
                    <a:pt x="8363262" y="3488940"/>
                  </a:lnTo>
                  <a:lnTo>
                    <a:pt x="8335729" y="3584746"/>
                  </a:lnTo>
                  <a:lnTo>
                    <a:pt x="8308089" y="3676617"/>
                  </a:lnTo>
                  <a:lnTo>
                    <a:pt x="8280281" y="3764433"/>
                  </a:lnTo>
                  <a:lnTo>
                    <a:pt x="8252232" y="3848124"/>
                  </a:lnTo>
                  <a:lnTo>
                    <a:pt x="8223855" y="3927666"/>
                  </a:lnTo>
                  <a:lnTo>
                    <a:pt x="8195044" y="4003081"/>
                  </a:lnTo>
                  <a:lnTo>
                    <a:pt x="8165675" y="4074432"/>
                  </a:lnTo>
                  <a:lnTo>
                    <a:pt x="8151487" y="4106931"/>
                  </a:lnTo>
                  <a:lnTo>
                    <a:pt x="8109163" y="4196371"/>
                  </a:lnTo>
                  <a:lnTo>
                    <a:pt x="8064895" y="4278224"/>
                  </a:lnTo>
                  <a:lnTo>
                    <a:pt x="8018151" y="4352747"/>
                  </a:lnTo>
                  <a:lnTo>
                    <a:pt x="7968347" y="4420436"/>
                  </a:lnTo>
                  <a:lnTo>
                    <a:pt x="7914876" y="4481900"/>
                  </a:lnTo>
                  <a:lnTo>
                    <a:pt x="7857140" y="4537765"/>
                  </a:lnTo>
                  <a:lnTo>
                    <a:pt x="7794587" y="4588628"/>
                  </a:lnTo>
                  <a:lnTo>
                    <a:pt x="7726760" y="4635020"/>
                  </a:lnTo>
                  <a:lnTo>
                    <a:pt x="7653366" y="4677386"/>
                  </a:lnTo>
                  <a:lnTo>
                    <a:pt x="7574354" y="4716075"/>
                  </a:lnTo>
                  <a:lnTo>
                    <a:pt x="7490025" y="4751335"/>
                  </a:lnTo>
                  <a:lnTo>
                    <a:pt x="7401135" y="4783313"/>
                  </a:lnTo>
                  <a:lnTo>
                    <a:pt x="7308998" y="4812067"/>
                  </a:lnTo>
                  <a:lnTo>
                    <a:pt x="7215545" y="4837578"/>
                  </a:lnTo>
                  <a:lnTo>
                    <a:pt x="7123303" y="4859784"/>
                  </a:lnTo>
                  <a:lnTo>
                    <a:pt x="7035258" y="4878620"/>
                  </a:lnTo>
                  <a:lnTo>
                    <a:pt x="6954586" y="4894066"/>
                  </a:lnTo>
                  <a:lnTo>
                    <a:pt x="6884252" y="4906191"/>
                  </a:lnTo>
                  <a:lnTo>
                    <a:pt x="6826576" y="4915192"/>
                  </a:lnTo>
                  <a:lnTo>
                    <a:pt x="6782827" y="4921400"/>
                  </a:lnTo>
                  <a:lnTo>
                    <a:pt x="6752965" y="4925266"/>
                  </a:lnTo>
                  <a:lnTo>
                    <a:pt x="6735577" y="4927326"/>
                  </a:lnTo>
                  <a:lnTo>
                    <a:pt x="6727973" y="4928153"/>
                  </a:lnTo>
                  <a:lnTo>
                    <a:pt x="6726343" y="4928317"/>
                  </a:lnTo>
                  <a:lnTo>
                    <a:pt x="5254955" y="4928317"/>
                  </a:lnTo>
                  <a:lnTo>
                    <a:pt x="5254032" y="4928237"/>
                  </a:lnTo>
                  <a:lnTo>
                    <a:pt x="5247935" y="4927666"/>
                  </a:lnTo>
                  <a:lnTo>
                    <a:pt x="5232475" y="4926089"/>
                  </a:lnTo>
                  <a:lnTo>
                    <a:pt x="5204604" y="4922980"/>
                  </a:lnTo>
                  <a:lnTo>
                    <a:pt x="5162595" y="4917840"/>
                  </a:lnTo>
                  <a:lnTo>
                    <a:pt x="5106171" y="4910241"/>
                  </a:lnTo>
                  <a:lnTo>
                    <a:pt x="5036460" y="4899862"/>
                  </a:lnTo>
                  <a:lnTo>
                    <a:pt x="4955753" y="4886508"/>
                  </a:lnTo>
                  <a:lnTo>
                    <a:pt x="4867091" y="4870100"/>
                  </a:lnTo>
                  <a:lnTo>
                    <a:pt x="4773782" y="4850652"/>
                  </a:lnTo>
                  <a:lnTo>
                    <a:pt x="4678977" y="4828221"/>
                  </a:lnTo>
                  <a:lnTo>
                    <a:pt x="4585358" y="4802864"/>
                  </a:lnTo>
                  <a:lnTo>
                    <a:pt x="4494983" y="4774601"/>
                  </a:lnTo>
                  <a:lnTo>
                    <a:pt x="4409255" y="4743385"/>
                  </a:lnTo>
                  <a:lnTo>
                    <a:pt x="4328983" y="4709084"/>
                  </a:lnTo>
                  <a:lnTo>
                    <a:pt x="4254489" y="4671473"/>
                  </a:lnTo>
                  <a:lnTo>
                    <a:pt x="4185725" y="4630234"/>
                  </a:lnTo>
                  <a:lnTo>
                    <a:pt x="4122381" y="4584958"/>
                  </a:lnTo>
                  <a:lnTo>
                    <a:pt x="4063979" y="4535159"/>
                  </a:lnTo>
                  <a:lnTo>
                    <a:pt x="4009940" y="4480291"/>
                  </a:lnTo>
                  <a:lnTo>
                    <a:pt x="3959638" y="4419780"/>
                  </a:lnTo>
                  <a:lnTo>
                    <a:pt x="3912440" y="4353074"/>
                  </a:lnTo>
                  <a:lnTo>
                    <a:pt x="3867740" y="4279732"/>
                  </a:lnTo>
                  <a:lnTo>
                    <a:pt x="3829811" y="4209094"/>
                  </a:lnTo>
                  <a:lnTo>
                    <a:pt x="3798289" y="4144351"/>
                  </a:lnTo>
                  <a:lnTo>
                    <a:pt x="3767463" y="4075626"/>
                  </a:lnTo>
                  <a:lnTo>
                    <a:pt x="3737172" y="4002838"/>
                  </a:lnTo>
                  <a:lnTo>
                    <a:pt x="3707285" y="3925950"/>
                  </a:lnTo>
                  <a:lnTo>
                    <a:pt x="3677691" y="3844974"/>
                  </a:lnTo>
                  <a:lnTo>
                    <a:pt x="3648298" y="3759974"/>
                  </a:lnTo>
                  <a:lnTo>
                    <a:pt x="3619034" y="3671070"/>
                  </a:lnTo>
                  <a:lnTo>
                    <a:pt x="3589840" y="3578440"/>
                  </a:lnTo>
                  <a:lnTo>
                    <a:pt x="3560673" y="3482323"/>
                  </a:lnTo>
                  <a:lnTo>
                    <a:pt x="3531502" y="3383015"/>
                  </a:lnTo>
                  <a:lnTo>
                    <a:pt x="3502306" y="3280870"/>
                  </a:lnTo>
                  <a:lnTo>
                    <a:pt x="3473074" y="3176295"/>
                  </a:lnTo>
                  <a:lnTo>
                    <a:pt x="3443806" y="3069745"/>
                  </a:lnTo>
                  <a:lnTo>
                    <a:pt x="3414505" y="2961713"/>
                  </a:lnTo>
                  <a:lnTo>
                    <a:pt x="3385180" y="2852723"/>
                  </a:lnTo>
                  <a:lnTo>
                    <a:pt x="3355846" y="2743318"/>
                  </a:lnTo>
                  <a:lnTo>
                    <a:pt x="3326514" y="2634051"/>
                  </a:lnTo>
                  <a:lnTo>
                    <a:pt x="3297200" y="2525473"/>
                  </a:lnTo>
                  <a:lnTo>
                    <a:pt x="3267915" y="2418117"/>
                  </a:lnTo>
                  <a:lnTo>
                    <a:pt x="3238665" y="2312494"/>
                  </a:lnTo>
                  <a:lnTo>
                    <a:pt x="3209451" y="2209079"/>
                  </a:lnTo>
                  <a:lnTo>
                    <a:pt x="3180269" y="2108303"/>
                  </a:lnTo>
                  <a:lnTo>
                    <a:pt x="3151103" y="2010548"/>
                  </a:lnTo>
                  <a:lnTo>
                    <a:pt x="3121928" y="1916138"/>
                  </a:lnTo>
                  <a:lnTo>
                    <a:pt x="3092705" y="1825343"/>
                  </a:lnTo>
                  <a:lnTo>
                    <a:pt x="3063385" y="1738370"/>
                  </a:lnTo>
                  <a:lnTo>
                    <a:pt x="3033902" y="1655369"/>
                  </a:lnTo>
                  <a:lnTo>
                    <a:pt x="3004174" y="1576430"/>
                  </a:lnTo>
                  <a:lnTo>
                    <a:pt x="2974101" y="1501591"/>
                  </a:lnTo>
                  <a:lnTo>
                    <a:pt x="2943560" y="1430840"/>
                  </a:lnTo>
                  <a:lnTo>
                    <a:pt x="2912408" y="1364116"/>
                  </a:lnTo>
                  <a:lnTo>
                    <a:pt x="2896531" y="1332198"/>
                  </a:lnTo>
                  <a:lnTo>
                    <a:pt x="2853582" y="1252799"/>
                  </a:lnTo>
                  <a:lnTo>
                    <a:pt x="2808624" y="1180234"/>
                  </a:lnTo>
                  <a:lnTo>
                    <a:pt x="2761102" y="1114264"/>
                  </a:lnTo>
                  <a:lnTo>
                    <a:pt x="2710404" y="1054429"/>
                  </a:lnTo>
                  <a:lnTo>
                    <a:pt x="2655895" y="1000172"/>
                  </a:lnTo>
                  <a:lnTo>
                    <a:pt x="2596954" y="950919"/>
                  </a:lnTo>
                  <a:lnTo>
                    <a:pt x="2533011" y="906130"/>
                  </a:lnTo>
                  <a:lnTo>
                    <a:pt x="2463601" y="865326"/>
                  </a:lnTo>
                  <a:lnTo>
                    <a:pt x="2388441" y="828109"/>
                  </a:lnTo>
                  <a:lnTo>
                    <a:pt x="2307518" y="794171"/>
                  </a:lnTo>
                  <a:lnTo>
                    <a:pt x="2221205" y="763299"/>
                  </a:lnTo>
                  <a:lnTo>
                    <a:pt x="2130374" y="735371"/>
                  </a:lnTo>
                  <a:lnTo>
                    <a:pt x="2036502" y="710348"/>
                  </a:lnTo>
                  <a:lnTo>
                    <a:pt x="1941722" y="688255"/>
                  </a:lnTo>
                  <a:lnTo>
                    <a:pt x="1848780" y="669154"/>
                  </a:lnTo>
                  <a:lnTo>
                    <a:pt x="1760863" y="653098"/>
                  </a:lnTo>
                  <a:lnTo>
                    <a:pt x="1681274" y="640090"/>
                  </a:lnTo>
                  <a:lnTo>
                    <a:pt x="1612990" y="630043"/>
                  </a:lnTo>
                  <a:lnTo>
                    <a:pt x="1558187" y="622745"/>
                  </a:lnTo>
                  <a:lnTo>
                    <a:pt x="1517842" y="617861"/>
                  </a:lnTo>
                  <a:lnTo>
                    <a:pt x="1491509" y="614954"/>
                  </a:lnTo>
                  <a:lnTo>
                    <a:pt x="1477301" y="613519"/>
                  </a:lnTo>
                  <a:lnTo>
                    <a:pt x="1472031" y="613030"/>
                  </a:lnTo>
                  <a:lnTo>
                    <a:pt x="1471387" y="612974"/>
                  </a:lnTo>
                  <a:lnTo>
                    <a:pt x="0" y="612974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621" name="pl621"/>
            <p:cNvSpPr/>
            <p:nvPr/>
          </p:nvSpPr>
          <p:spPr>
            <a:xfrm>
              <a:off x="4799595" y="6238412"/>
              <a:ext cx="11981298" cy="4928317"/>
            </a:xfrm>
            <a:custGeom>
              <a:avLst/>
              <a:pathLst>
                <a:path w="11981298" h="4928317">
                  <a:moveTo>
                    <a:pt x="0" y="612974"/>
                  </a:moveTo>
                  <a:lnTo>
                    <a:pt x="1471387" y="612974"/>
                  </a:lnTo>
                  <a:lnTo>
                    <a:pt x="1472310" y="613055"/>
                  </a:lnTo>
                  <a:lnTo>
                    <a:pt x="1478407" y="613626"/>
                  </a:lnTo>
                  <a:lnTo>
                    <a:pt x="1493867" y="615203"/>
                  </a:lnTo>
                  <a:lnTo>
                    <a:pt x="1521738" y="618312"/>
                  </a:lnTo>
                  <a:lnTo>
                    <a:pt x="1563747" y="623452"/>
                  </a:lnTo>
                  <a:lnTo>
                    <a:pt x="1620171" y="631051"/>
                  </a:lnTo>
                  <a:lnTo>
                    <a:pt x="1689883" y="641430"/>
                  </a:lnTo>
                  <a:lnTo>
                    <a:pt x="1770589" y="654784"/>
                  </a:lnTo>
                  <a:lnTo>
                    <a:pt x="1859251" y="671191"/>
                  </a:lnTo>
                  <a:lnTo>
                    <a:pt x="1952560" y="690639"/>
                  </a:lnTo>
                  <a:lnTo>
                    <a:pt x="2047365" y="713071"/>
                  </a:lnTo>
                  <a:lnTo>
                    <a:pt x="2140984" y="738428"/>
                  </a:lnTo>
                  <a:lnTo>
                    <a:pt x="2231359" y="766691"/>
                  </a:lnTo>
                  <a:lnTo>
                    <a:pt x="2317088" y="797906"/>
                  </a:lnTo>
                  <a:lnTo>
                    <a:pt x="2397359" y="832207"/>
                  </a:lnTo>
                  <a:lnTo>
                    <a:pt x="2471853" y="869819"/>
                  </a:lnTo>
                  <a:lnTo>
                    <a:pt x="2540617" y="911058"/>
                  </a:lnTo>
                  <a:lnTo>
                    <a:pt x="2603961" y="956334"/>
                  </a:lnTo>
                  <a:lnTo>
                    <a:pt x="2662363" y="1006133"/>
                  </a:lnTo>
                  <a:lnTo>
                    <a:pt x="2716402" y="1061000"/>
                  </a:lnTo>
                  <a:lnTo>
                    <a:pt x="2766704" y="1121512"/>
                  </a:lnTo>
                  <a:lnTo>
                    <a:pt x="2813902" y="1188218"/>
                  </a:lnTo>
                  <a:lnTo>
                    <a:pt x="2858602" y="1261560"/>
                  </a:lnTo>
                  <a:lnTo>
                    <a:pt x="2896531" y="1332198"/>
                  </a:lnTo>
                  <a:lnTo>
                    <a:pt x="2928053" y="1396941"/>
                  </a:lnTo>
                  <a:lnTo>
                    <a:pt x="2958879" y="1465666"/>
                  </a:lnTo>
                  <a:lnTo>
                    <a:pt x="2989170" y="1538454"/>
                  </a:lnTo>
                  <a:lnTo>
                    <a:pt x="3019057" y="1615342"/>
                  </a:lnTo>
                  <a:lnTo>
                    <a:pt x="3048651" y="1696318"/>
                  </a:lnTo>
                  <a:lnTo>
                    <a:pt x="3078044" y="1781318"/>
                  </a:lnTo>
                  <a:lnTo>
                    <a:pt x="3107308" y="1870222"/>
                  </a:lnTo>
                  <a:lnTo>
                    <a:pt x="3136502" y="1962852"/>
                  </a:lnTo>
                  <a:lnTo>
                    <a:pt x="3165669" y="2058969"/>
                  </a:lnTo>
                  <a:lnTo>
                    <a:pt x="3194840" y="2158277"/>
                  </a:lnTo>
                  <a:lnTo>
                    <a:pt x="3224037" y="2260422"/>
                  </a:lnTo>
                  <a:lnTo>
                    <a:pt x="3253268" y="2364997"/>
                  </a:lnTo>
                  <a:lnTo>
                    <a:pt x="3282536" y="2471547"/>
                  </a:lnTo>
                  <a:lnTo>
                    <a:pt x="3311837" y="2579579"/>
                  </a:lnTo>
                  <a:lnTo>
                    <a:pt x="3341162" y="2688569"/>
                  </a:lnTo>
                  <a:lnTo>
                    <a:pt x="3370496" y="2797974"/>
                  </a:lnTo>
                  <a:lnTo>
                    <a:pt x="3399828" y="2907240"/>
                  </a:lnTo>
                  <a:lnTo>
                    <a:pt x="3429142" y="3015819"/>
                  </a:lnTo>
                  <a:lnTo>
                    <a:pt x="3458427" y="3123175"/>
                  </a:lnTo>
                  <a:lnTo>
                    <a:pt x="3487678" y="3228798"/>
                  </a:lnTo>
                  <a:lnTo>
                    <a:pt x="3516891" y="3332213"/>
                  </a:lnTo>
                  <a:lnTo>
                    <a:pt x="3546073" y="3432989"/>
                  </a:lnTo>
                  <a:lnTo>
                    <a:pt x="3575239" y="3530744"/>
                  </a:lnTo>
                  <a:lnTo>
                    <a:pt x="3604414" y="3625153"/>
                  </a:lnTo>
                  <a:lnTo>
                    <a:pt x="3633637" y="3715949"/>
                  </a:lnTo>
                  <a:lnTo>
                    <a:pt x="3662957" y="3802922"/>
                  </a:lnTo>
                  <a:lnTo>
                    <a:pt x="3692440" y="3885923"/>
                  </a:lnTo>
                  <a:lnTo>
                    <a:pt x="3722168" y="3964862"/>
                  </a:lnTo>
                  <a:lnTo>
                    <a:pt x="3752242" y="4039701"/>
                  </a:lnTo>
                  <a:lnTo>
                    <a:pt x="3782782" y="4110452"/>
                  </a:lnTo>
                  <a:lnTo>
                    <a:pt x="3813934" y="4177176"/>
                  </a:lnTo>
                  <a:lnTo>
                    <a:pt x="3829811" y="4209094"/>
                  </a:lnTo>
                  <a:lnTo>
                    <a:pt x="3872760" y="4288493"/>
                  </a:lnTo>
                  <a:lnTo>
                    <a:pt x="3917718" y="4361058"/>
                  </a:lnTo>
                  <a:lnTo>
                    <a:pt x="3965240" y="4427027"/>
                  </a:lnTo>
                  <a:lnTo>
                    <a:pt x="4015939" y="4486862"/>
                  </a:lnTo>
                  <a:lnTo>
                    <a:pt x="4070447" y="4541120"/>
                  </a:lnTo>
                  <a:lnTo>
                    <a:pt x="4129388" y="4590373"/>
                  </a:lnTo>
                  <a:lnTo>
                    <a:pt x="4193331" y="4635162"/>
                  </a:lnTo>
                  <a:lnTo>
                    <a:pt x="4262741" y="4675966"/>
                  </a:lnTo>
                  <a:lnTo>
                    <a:pt x="4337902" y="4713183"/>
                  </a:lnTo>
                  <a:lnTo>
                    <a:pt x="4418824" y="4747120"/>
                  </a:lnTo>
                  <a:lnTo>
                    <a:pt x="4505137" y="4777992"/>
                  </a:lnTo>
                  <a:lnTo>
                    <a:pt x="4595968" y="4805921"/>
                  </a:lnTo>
                  <a:lnTo>
                    <a:pt x="4689840" y="4830944"/>
                  </a:lnTo>
                  <a:lnTo>
                    <a:pt x="4784620" y="4853037"/>
                  </a:lnTo>
                  <a:lnTo>
                    <a:pt x="4877562" y="4872138"/>
                  </a:lnTo>
                  <a:lnTo>
                    <a:pt x="4965479" y="4888194"/>
                  </a:lnTo>
                  <a:lnTo>
                    <a:pt x="5045068" y="4901201"/>
                  </a:lnTo>
                  <a:lnTo>
                    <a:pt x="5113352" y="4911249"/>
                  </a:lnTo>
                  <a:lnTo>
                    <a:pt x="5168155" y="4918547"/>
                  </a:lnTo>
                  <a:lnTo>
                    <a:pt x="5208500" y="4923431"/>
                  </a:lnTo>
                  <a:lnTo>
                    <a:pt x="5234833" y="4926338"/>
                  </a:lnTo>
                  <a:lnTo>
                    <a:pt x="5249041" y="4927773"/>
                  </a:lnTo>
                  <a:lnTo>
                    <a:pt x="5254311" y="4928262"/>
                  </a:lnTo>
                  <a:lnTo>
                    <a:pt x="5254955" y="4928317"/>
                  </a:lnTo>
                  <a:lnTo>
                    <a:pt x="6726343" y="4928317"/>
                  </a:lnTo>
                  <a:lnTo>
                    <a:pt x="6727228" y="4928230"/>
                  </a:lnTo>
                  <a:lnTo>
                    <a:pt x="6733076" y="4927605"/>
                  </a:lnTo>
                  <a:lnTo>
                    <a:pt x="6747925" y="4925881"/>
                  </a:lnTo>
                  <a:lnTo>
                    <a:pt x="6774734" y="4922481"/>
                  </a:lnTo>
                  <a:lnTo>
                    <a:pt x="6815225" y="4916858"/>
                  </a:lnTo>
                  <a:lnTo>
                    <a:pt x="6869756" y="4908536"/>
                  </a:lnTo>
                  <a:lnTo>
                    <a:pt x="6937342" y="4897153"/>
                  </a:lnTo>
                  <a:lnTo>
                    <a:pt x="7015876" y="4882484"/>
                  </a:lnTo>
                  <a:lnTo>
                    <a:pt x="7102501" y="4864431"/>
                  </a:lnTo>
                  <a:lnTo>
                    <a:pt x="7194051" y="4842997"/>
                  </a:lnTo>
                  <a:lnTo>
                    <a:pt x="7287469" y="4818243"/>
                  </a:lnTo>
                  <a:lnTo>
                    <a:pt x="7380104" y="4790234"/>
                  </a:lnTo>
                  <a:lnTo>
                    <a:pt x="7469882" y="4759001"/>
                  </a:lnTo>
                  <a:lnTo>
                    <a:pt x="7555349" y="4724508"/>
                  </a:lnTo>
                  <a:lnTo>
                    <a:pt x="7635629" y="4686628"/>
                  </a:lnTo>
                  <a:lnTo>
                    <a:pt x="7710327" y="4645138"/>
                  </a:lnTo>
                  <a:lnTo>
                    <a:pt x="7779419" y="4599711"/>
                  </a:lnTo>
                  <a:lnTo>
                    <a:pt x="7843153" y="4549924"/>
                  </a:lnTo>
                  <a:lnTo>
                    <a:pt x="7901954" y="4495264"/>
                  </a:lnTo>
                  <a:lnTo>
                    <a:pt x="7956357" y="4435147"/>
                  </a:lnTo>
                  <a:lnTo>
                    <a:pt x="8006953" y="4368950"/>
                  </a:lnTo>
                  <a:lnTo>
                    <a:pt x="8054350" y="4296054"/>
                  </a:lnTo>
                  <a:lnTo>
                    <a:pt x="8099139" y="4215927"/>
                  </a:lnTo>
                  <a:lnTo>
                    <a:pt x="8141869" y="4128241"/>
                  </a:lnTo>
                  <a:lnTo>
                    <a:pt x="8151487" y="4106931"/>
                  </a:lnTo>
                  <a:lnTo>
                    <a:pt x="8181170" y="4037478"/>
                  </a:lnTo>
                  <a:lnTo>
                    <a:pt x="8210229" y="3964004"/>
                  </a:lnTo>
                  <a:lnTo>
                    <a:pt x="8238798" y="3886428"/>
                  </a:lnTo>
                  <a:lnTo>
                    <a:pt x="8266991" y="3804708"/>
                  </a:lnTo>
                  <a:lnTo>
                    <a:pt x="8294904" y="3718846"/>
                  </a:lnTo>
                  <a:lnTo>
                    <a:pt x="8322616" y="3628889"/>
                  </a:lnTo>
                  <a:lnTo>
                    <a:pt x="8350192" y="3534934"/>
                  </a:lnTo>
                  <a:lnTo>
                    <a:pt x="8377687" y="3437129"/>
                  </a:lnTo>
                  <a:lnTo>
                    <a:pt x="8405142" y="3335675"/>
                  </a:lnTo>
                  <a:lnTo>
                    <a:pt x="8432587" y="3230826"/>
                  </a:lnTo>
                  <a:lnTo>
                    <a:pt x="8460045" y="3122891"/>
                  </a:lnTo>
                  <a:lnTo>
                    <a:pt x="8487530" y="3012225"/>
                  </a:lnTo>
                  <a:lnTo>
                    <a:pt x="8515046" y="2899231"/>
                  </a:lnTo>
                  <a:lnTo>
                    <a:pt x="8542595" y="2784352"/>
                  </a:lnTo>
                  <a:lnTo>
                    <a:pt x="8570172" y="2668065"/>
                  </a:lnTo>
                  <a:lnTo>
                    <a:pt x="8597768" y="2550871"/>
                  </a:lnTo>
                  <a:lnTo>
                    <a:pt x="8625372" y="2433289"/>
                  </a:lnTo>
                  <a:lnTo>
                    <a:pt x="8652974" y="2315845"/>
                  </a:lnTo>
                  <a:lnTo>
                    <a:pt x="8680561" y="2199063"/>
                  </a:lnTo>
                  <a:lnTo>
                    <a:pt x="8708124" y="2083453"/>
                  </a:lnTo>
                  <a:lnTo>
                    <a:pt x="8735656" y="1969506"/>
                  </a:lnTo>
                  <a:lnTo>
                    <a:pt x="8763155" y="1857682"/>
                  </a:lnTo>
                  <a:lnTo>
                    <a:pt x="8790624" y="1748402"/>
                  </a:lnTo>
                  <a:lnTo>
                    <a:pt x="8818073" y="1642046"/>
                  </a:lnTo>
                  <a:lnTo>
                    <a:pt x="8845520" y="1538944"/>
                  </a:lnTo>
                  <a:lnTo>
                    <a:pt x="8872992" y="1439377"/>
                  </a:lnTo>
                  <a:lnTo>
                    <a:pt x="8900524" y="1343571"/>
                  </a:lnTo>
                  <a:lnTo>
                    <a:pt x="8928164" y="1251700"/>
                  </a:lnTo>
                  <a:lnTo>
                    <a:pt x="8955972" y="1163884"/>
                  </a:lnTo>
                  <a:lnTo>
                    <a:pt x="8984021" y="1080193"/>
                  </a:lnTo>
                  <a:lnTo>
                    <a:pt x="9012398" y="1000651"/>
                  </a:lnTo>
                  <a:lnTo>
                    <a:pt x="9041209" y="925236"/>
                  </a:lnTo>
                  <a:lnTo>
                    <a:pt x="9070578" y="853885"/>
                  </a:lnTo>
                  <a:lnTo>
                    <a:pt x="9084767" y="821386"/>
                  </a:lnTo>
                  <a:lnTo>
                    <a:pt x="9127091" y="731946"/>
                  </a:lnTo>
                  <a:lnTo>
                    <a:pt x="9171359" y="650093"/>
                  </a:lnTo>
                  <a:lnTo>
                    <a:pt x="9218102" y="575570"/>
                  </a:lnTo>
                  <a:lnTo>
                    <a:pt x="9267906" y="507881"/>
                  </a:lnTo>
                  <a:lnTo>
                    <a:pt x="9321377" y="446417"/>
                  </a:lnTo>
                  <a:lnTo>
                    <a:pt x="9379113" y="390552"/>
                  </a:lnTo>
                  <a:lnTo>
                    <a:pt x="9441666" y="339689"/>
                  </a:lnTo>
                  <a:lnTo>
                    <a:pt x="9509493" y="293297"/>
                  </a:lnTo>
                  <a:lnTo>
                    <a:pt x="9582888" y="250931"/>
                  </a:lnTo>
                  <a:lnTo>
                    <a:pt x="9661899" y="212242"/>
                  </a:lnTo>
                  <a:lnTo>
                    <a:pt x="9746228" y="176982"/>
                  </a:lnTo>
                  <a:lnTo>
                    <a:pt x="9835118" y="145004"/>
                  </a:lnTo>
                  <a:lnTo>
                    <a:pt x="9927255" y="116250"/>
                  </a:lnTo>
                  <a:lnTo>
                    <a:pt x="10020709" y="90739"/>
                  </a:lnTo>
                  <a:lnTo>
                    <a:pt x="10112951" y="68533"/>
                  </a:lnTo>
                  <a:lnTo>
                    <a:pt x="10200995" y="49697"/>
                  </a:lnTo>
                  <a:lnTo>
                    <a:pt x="10281668" y="34251"/>
                  </a:lnTo>
                  <a:lnTo>
                    <a:pt x="10352001" y="22126"/>
                  </a:lnTo>
                  <a:lnTo>
                    <a:pt x="10409677" y="13125"/>
                  </a:lnTo>
                  <a:lnTo>
                    <a:pt x="10453426" y="6917"/>
                  </a:lnTo>
                  <a:lnTo>
                    <a:pt x="10483288" y="3051"/>
                  </a:lnTo>
                  <a:lnTo>
                    <a:pt x="10500676" y="991"/>
                  </a:lnTo>
                  <a:lnTo>
                    <a:pt x="10508280" y="164"/>
                  </a:lnTo>
                  <a:lnTo>
                    <a:pt x="10509899" y="1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22" name="pl622"/>
            <p:cNvSpPr/>
            <p:nvPr/>
          </p:nvSpPr>
          <p:spPr>
            <a:xfrm>
              <a:off x="4799595" y="6230239"/>
              <a:ext cx="11981298" cy="4928317"/>
            </a:xfrm>
            <a:custGeom>
              <a:avLst/>
              <a:pathLst>
                <a:path w="11981298" h="4928317">
                  <a:moveTo>
                    <a:pt x="11981298" y="0"/>
                  </a:moveTo>
                  <a:lnTo>
                    <a:pt x="10509911" y="0"/>
                  </a:lnTo>
                  <a:lnTo>
                    <a:pt x="10509026" y="87"/>
                  </a:lnTo>
                  <a:lnTo>
                    <a:pt x="10503177" y="712"/>
                  </a:lnTo>
                  <a:lnTo>
                    <a:pt x="10488329" y="2436"/>
                  </a:lnTo>
                  <a:lnTo>
                    <a:pt x="10461519" y="5836"/>
                  </a:lnTo>
                  <a:lnTo>
                    <a:pt x="10421028" y="11459"/>
                  </a:lnTo>
                  <a:lnTo>
                    <a:pt x="10366497" y="19781"/>
                  </a:lnTo>
                  <a:lnTo>
                    <a:pt x="10298911" y="31164"/>
                  </a:lnTo>
                  <a:lnTo>
                    <a:pt x="10220377" y="45833"/>
                  </a:lnTo>
                  <a:lnTo>
                    <a:pt x="10133753" y="63886"/>
                  </a:lnTo>
                  <a:lnTo>
                    <a:pt x="10042202" y="85320"/>
                  </a:lnTo>
                  <a:lnTo>
                    <a:pt x="9948784" y="110074"/>
                  </a:lnTo>
                  <a:lnTo>
                    <a:pt x="9856149" y="138083"/>
                  </a:lnTo>
                  <a:lnTo>
                    <a:pt x="9766371" y="169316"/>
                  </a:lnTo>
                  <a:lnTo>
                    <a:pt x="9680904" y="203809"/>
                  </a:lnTo>
                  <a:lnTo>
                    <a:pt x="9600624" y="241689"/>
                  </a:lnTo>
                  <a:lnTo>
                    <a:pt x="9525927" y="283179"/>
                  </a:lnTo>
                  <a:lnTo>
                    <a:pt x="9456834" y="328606"/>
                  </a:lnTo>
                  <a:lnTo>
                    <a:pt x="9393100" y="378393"/>
                  </a:lnTo>
                  <a:lnTo>
                    <a:pt x="9334299" y="433053"/>
                  </a:lnTo>
                  <a:lnTo>
                    <a:pt x="9279896" y="493170"/>
                  </a:lnTo>
                  <a:lnTo>
                    <a:pt x="9229300" y="559367"/>
                  </a:lnTo>
                  <a:lnTo>
                    <a:pt x="9181903" y="632263"/>
                  </a:lnTo>
                  <a:lnTo>
                    <a:pt x="9137114" y="712390"/>
                  </a:lnTo>
                  <a:lnTo>
                    <a:pt x="9094385" y="800076"/>
                  </a:lnTo>
                  <a:lnTo>
                    <a:pt x="9084767" y="821386"/>
                  </a:lnTo>
                  <a:lnTo>
                    <a:pt x="9055083" y="890839"/>
                  </a:lnTo>
                  <a:lnTo>
                    <a:pt x="9026024" y="964313"/>
                  </a:lnTo>
                  <a:lnTo>
                    <a:pt x="8997455" y="1041889"/>
                  </a:lnTo>
                  <a:lnTo>
                    <a:pt x="8969262" y="1123609"/>
                  </a:lnTo>
                  <a:lnTo>
                    <a:pt x="8941349" y="1209471"/>
                  </a:lnTo>
                  <a:lnTo>
                    <a:pt x="8913638" y="1299428"/>
                  </a:lnTo>
                  <a:lnTo>
                    <a:pt x="8886061" y="1393383"/>
                  </a:lnTo>
                  <a:lnTo>
                    <a:pt x="8858566" y="1491188"/>
                  </a:lnTo>
                  <a:lnTo>
                    <a:pt x="8831111" y="1592642"/>
                  </a:lnTo>
                  <a:lnTo>
                    <a:pt x="8803666" y="1697491"/>
                  </a:lnTo>
                  <a:lnTo>
                    <a:pt x="8776208" y="1805426"/>
                  </a:lnTo>
                  <a:lnTo>
                    <a:pt x="8748724" y="1916092"/>
                  </a:lnTo>
                  <a:lnTo>
                    <a:pt x="8721207" y="2029086"/>
                  </a:lnTo>
                  <a:lnTo>
                    <a:pt x="8693658" y="2143965"/>
                  </a:lnTo>
                  <a:lnTo>
                    <a:pt x="8666082" y="2260252"/>
                  </a:lnTo>
                  <a:lnTo>
                    <a:pt x="8638486" y="2377446"/>
                  </a:lnTo>
                  <a:lnTo>
                    <a:pt x="8610881" y="2495028"/>
                  </a:lnTo>
                  <a:lnTo>
                    <a:pt x="8583279" y="2612472"/>
                  </a:lnTo>
                  <a:lnTo>
                    <a:pt x="8555692" y="2729254"/>
                  </a:lnTo>
                  <a:lnTo>
                    <a:pt x="8528129" y="2844864"/>
                  </a:lnTo>
                  <a:lnTo>
                    <a:pt x="8500597" y="2958811"/>
                  </a:lnTo>
                  <a:lnTo>
                    <a:pt x="8473098" y="3070635"/>
                  </a:lnTo>
                  <a:lnTo>
                    <a:pt x="8445629" y="3179915"/>
                  </a:lnTo>
                  <a:lnTo>
                    <a:pt x="8418180" y="3286271"/>
                  </a:lnTo>
                  <a:lnTo>
                    <a:pt x="8390733" y="3389373"/>
                  </a:lnTo>
                  <a:lnTo>
                    <a:pt x="8363262" y="3488940"/>
                  </a:lnTo>
                  <a:lnTo>
                    <a:pt x="8335729" y="3584746"/>
                  </a:lnTo>
                  <a:lnTo>
                    <a:pt x="8308089" y="3676617"/>
                  </a:lnTo>
                  <a:lnTo>
                    <a:pt x="8280281" y="3764433"/>
                  </a:lnTo>
                  <a:lnTo>
                    <a:pt x="8252232" y="3848124"/>
                  </a:lnTo>
                  <a:lnTo>
                    <a:pt x="8223855" y="3927666"/>
                  </a:lnTo>
                  <a:lnTo>
                    <a:pt x="8195044" y="4003081"/>
                  </a:lnTo>
                  <a:lnTo>
                    <a:pt x="8165675" y="4074432"/>
                  </a:lnTo>
                  <a:lnTo>
                    <a:pt x="8151487" y="4106931"/>
                  </a:lnTo>
                  <a:lnTo>
                    <a:pt x="8109163" y="4196371"/>
                  </a:lnTo>
                  <a:lnTo>
                    <a:pt x="8064895" y="4278224"/>
                  </a:lnTo>
                  <a:lnTo>
                    <a:pt x="8018151" y="4352747"/>
                  </a:lnTo>
                  <a:lnTo>
                    <a:pt x="7968347" y="4420436"/>
                  </a:lnTo>
                  <a:lnTo>
                    <a:pt x="7914876" y="4481900"/>
                  </a:lnTo>
                  <a:lnTo>
                    <a:pt x="7857140" y="4537765"/>
                  </a:lnTo>
                  <a:lnTo>
                    <a:pt x="7794587" y="4588628"/>
                  </a:lnTo>
                  <a:lnTo>
                    <a:pt x="7726760" y="4635020"/>
                  </a:lnTo>
                  <a:lnTo>
                    <a:pt x="7653366" y="4677386"/>
                  </a:lnTo>
                  <a:lnTo>
                    <a:pt x="7574354" y="4716075"/>
                  </a:lnTo>
                  <a:lnTo>
                    <a:pt x="7490025" y="4751335"/>
                  </a:lnTo>
                  <a:lnTo>
                    <a:pt x="7401135" y="4783313"/>
                  </a:lnTo>
                  <a:lnTo>
                    <a:pt x="7308998" y="4812067"/>
                  </a:lnTo>
                  <a:lnTo>
                    <a:pt x="7215545" y="4837578"/>
                  </a:lnTo>
                  <a:lnTo>
                    <a:pt x="7123303" y="4859784"/>
                  </a:lnTo>
                  <a:lnTo>
                    <a:pt x="7035258" y="4878620"/>
                  </a:lnTo>
                  <a:lnTo>
                    <a:pt x="6954586" y="4894066"/>
                  </a:lnTo>
                  <a:lnTo>
                    <a:pt x="6884252" y="4906191"/>
                  </a:lnTo>
                  <a:lnTo>
                    <a:pt x="6826576" y="4915192"/>
                  </a:lnTo>
                  <a:lnTo>
                    <a:pt x="6782827" y="4921400"/>
                  </a:lnTo>
                  <a:lnTo>
                    <a:pt x="6752965" y="4925266"/>
                  </a:lnTo>
                  <a:lnTo>
                    <a:pt x="6735577" y="4927326"/>
                  </a:lnTo>
                  <a:lnTo>
                    <a:pt x="6727973" y="4928153"/>
                  </a:lnTo>
                  <a:lnTo>
                    <a:pt x="6726354" y="4928316"/>
                  </a:lnTo>
                  <a:lnTo>
                    <a:pt x="6726343" y="4928317"/>
                  </a:lnTo>
                  <a:lnTo>
                    <a:pt x="5254955" y="4928317"/>
                  </a:lnTo>
                  <a:lnTo>
                    <a:pt x="5254032" y="4928237"/>
                  </a:lnTo>
                  <a:lnTo>
                    <a:pt x="5247935" y="4927666"/>
                  </a:lnTo>
                  <a:lnTo>
                    <a:pt x="5232475" y="4926089"/>
                  </a:lnTo>
                  <a:lnTo>
                    <a:pt x="5204604" y="4922980"/>
                  </a:lnTo>
                  <a:lnTo>
                    <a:pt x="5162595" y="4917840"/>
                  </a:lnTo>
                  <a:lnTo>
                    <a:pt x="5106171" y="4910241"/>
                  </a:lnTo>
                  <a:lnTo>
                    <a:pt x="5036460" y="4899862"/>
                  </a:lnTo>
                  <a:lnTo>
                    <a:pt x="4955753" y="4886508"/>
                  </a:lnTo>
                  <a:lnTo>
                    <a:pt x="4867091" y="4870100"/>
                  </a:lnTo>
                  <a:lnTo>
                    <a:pt x="4773782" y="4850652"/>
                  </a:lnTo>
                  <a:lnTo>
                    <a:pt x="4678977" y="4828221"/>
                  </a:lnTo>
                  <a:lnTo>
                    <a:pt x="4585358" y="4802864"/>
                  </a:lnTo>
                  <a:lnTo>
                    <a:pt x="4494983" y="4774601"/>
                  </a:lnTo>
                  <a:lnTo>
                    <a:pt x="4409255" y="4743385"/>
                  </a:lnTo>
                  <a:lnTo>
                    <a:pt x="4328983" y="4709084"/>
                  </a:lnTo>
                  <a:lnTo>
                    <a:pt x="4254489" y="4671473"/>
                  </a:lnTo>
                  <a:lnTo>
                    <a:pt x="4185725" y="4630234"/>
                  </a:lnTo>
                  <a:lnTo>
                    <a:pt x="4122381" y="4584958"/>
                  </a:lnTo>
                  <a:lnTo>
                    <a:pt x="4063979" y="4535159"/>
                  </a:lnTo>
                  <a:lnTo>
                    <a:pt x="4009940" y="4480291"/>
                  </a:lnTo>
                  <a:lnTo>
                    <a:pt x="3959638" y="4419780"/>
                  </a:lnTo>
                  <a:lnTo>
                    <a:pt x="3912440" y="4353074"/>
                  </a:lnTo>
                  <a:lnTo>
                    <a:pt x="3867740" y="4279732"/>
                  </a:lnTo>
                  <a:lnTo>
                    <a:pt x="3829811" y="4209094"/>
                  </a:lnTo>
                  <a:lnTo>
                    <a:pt x="3798289" y="4144351"/>
                  </a:lnTo>
                  <a:lnTo>
                    <a:pt x="3767463" y="4075626"/>
                  </a:lnTo>
                  <a:lnTo>
                    <a:pt x="3737172" y="4002838"/>
                  </a:lnTo>
                  <a:lnTo>
                    <a:pt x="3707285" y="3925950"/>
                  </a:lnTo>
                  <a:lnTo>
                    <a:pt x="3677691" y="3844974"/>
                  </a:lnTo>
                  <a:lnTo>
                    <a:pt x="3648298" y="3759974"/>
                  </a:lnTo>
                  <a:lnTo>
                    <a:pt x="3619034" y="3671070"/>
                  </a:lnTo>
                  <a:lnTo>
                    <a:pt x="3589840" y="3578440"/>
                  </a:lnTo>
                  <a:lnTo>
                    <a:pt x="3560673" y="3482323"/>
                  </a:lnTo>
                  <a:lnTo>
                    <a:pt x="3531502" y="3383015"/>
                  </a:lnTo>
                  <a:lnTo>
                    <a:pt x="3502306" y="3280870"/>
                  </a:lnTo>
                  <a:lnTo>
                    <a:pt x="3473074" y="3176295"/>
                  </a:lnTo>
                  <a:lnTo>
                    <a:pt x="3443806" y="3069745"/>
                  </a:lnTo>
                  <a:lnTo>
                    <a:pt x="3414505" y="2961713"/>
                  </a:lnTo>
                  <a:lnTo>
                    <a:pt x="3385180" y="2852723"/>
                  </a:lnTo>
                  <a:lnTo>
                    <a:pt x="3355846" y="2743318"/>
                  </a:lnTo>
                  <a:lnTo>
                    <a:pt x="3326514" y="2634051"/>
                  </a:lnTo>
                  <a:lnTo>
                    <a:pt x="3297200" y="2525473"/>
                  </a:lnTo>
                  <a:lnTo>
                    <a:pt x="3267915" y="2418117"/>
                  </a:lnTo>
                  <a:lnTo>
                    <a:pt x="3238665" y="2312494"/>
                  </a:lnTo>
                  <a:lnTo>
                    <a:pt x="3209451" y="2209079"/>
                  </a:lnTo>
                  <a:lnTo>
                    <a:pt x="3180269" y="2108303"/>
                  </a:lnTo>
                  <a:lnTo>
                    <a:pt x="3151103" y="2010548"/>
                  </a:lnTo>
                  <a:lnTo>
                    <a:pt x="3121928" y="1916138"/>
                  </a:lnTo>
                  <a:lnTo>
                    <a:pt x="3092705" y="1825343"/>
                  </a:lnTo>
                  <a:lnTo>
                    <a:pt x="3063385" y="1738370"/>
                  </a:lnTo>
                  <a:lnTo>
                    <a:pt x="3033902" y="1655369"/>
                  </a:lnTo>
                  <a:lnTo>
                    <a:pt x="3004174" y="1576430"/>
                  </a:lnTo>
                  <a:lnTo>
                    <a:pt x="2974101" y="1501591"/>
                  </a:lnTo>
                  <a:lnTo>
                    <a:pt x="2943560" y="1430840"/>
                  </a:lnTo>
                  <a:lnTo>
                    <a:pt x="2912408" y="1364116"/>
                  </a:lnTo>
                  <a:lnTo>
                    <a:pt x="2896531" y="1332198"/>
                  </a:lnTo>
                  <a:lnTo>
                    <a:pt x="2853582" y="1252799"/>
                  </a:lnTo>
                  <a:lnTo>
                    <a:pt x="2808624" y="1180234"/>
                  </a:lnTo>
                  <a:lnTo>
                    <a:pt x="2761102" y="1114264"/>
                  </a:lnTo>
                  <a:lnTo>
                    <a:pt x="2710404" y="1054429"/>
                  </a:lnTo>
                  <a:lnTo>
                    <a:pt x="2655895" y="1000172"/>
                  </a:lnTo>
                  <a:lnTo>
                    <a:pt x="2596954" y="950919"/>
                  </a:lnTo>
                  <a:lnTo>
                    <a:pt x="2533011" y="906130"/>
                  </a:lnTo>
                  <a:lnTo>
                    <a:pt x="2463601" y="865326"/>
                  </a:lnTo>
                  <a:lnTo>
                    <a:pt x="2388441" y="828109"/>
                  </a:lnTo>
                  <a:lnTo>
                    <a:pt x="2307518" y="794171"/>
                  </a:lnTo>
                  <a:lnTo>
                    <a:pt x="2221205" y="763299"/>
                  </a:lnTo>
                  <a:lnTo>
                    <a:pt x="2130374" y="735371"/>
                  </a:lnTo>
                  <a:lnTo>
                    <a:pt x="2036502" y="710348"/>
                  </a:lnTo>
                  <a:lnTo>
                    <a:pt x="1941722" y="688255"/>
                  </a:lnTo>
                  <a:lnTo>
                    <a:pt x="1848780" y="669154"/>
                  </a:lnTo>
                  <a:lnTo>
                    <a:pt x="1760863" y="653098"/>
                  </a:lnTo>
                  <a:lnTo>
                    <a:pt x="1681274" y="640090"/>
                  </a:lnTo>
                  <a:lnTo>
                    <a:pt x="1612990" y="630043"/>
                  </a:lnTo>
                  <a:lnTo>
                    <a:pt x="1558187" y="622745"/>
                  </a:lnTo>
                  <a:lnTo>
                    <a:pt x="1517842" y="617861"/>
                  </a:lnTo>
                  <a:lnTo>
                    <a:pt x="1491509" y="614954"/>
                  </a:lnTo>
                  <a:lnTo>
                    <a:pt x="1477301" y="613519"/>
                  </a:lnTo>
                  <a:lnTo>
                    <a:pt x="1472031" y="613030"/>
                  </a:lnTo>
                  <a:lnTo>
                    <a:pt x="1471387" y="612974"/>
                  </a:lnTo>
                  <a:lnTo>
                    <a:pt x="0" y="61297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23" name="pg623"/>
            <p:cNvSpPr/>
            <p:nvPr/>
          </p:nvSpPr>
          <p:spPr>
            <a:xfrm>
              <a:off x="4799595" y="6851386"/>
              <a:ext cx="11981298" cy="4331689"/>
            </a:xfrm>
            <a:custGeom>
              <a:avLst/>
              <a:pathLst>
                <a:path w="11981298" h="4331689">
                  <a:moveTo>
                    <a:pt x="0" y="8172"/>
                  </a:moveTo>
                  <a:lnTo>
                    <a:pt x="1471387" y="8172"/>
                  </a:lnTo>
                  <a:lnTo>
                    <a:pt x="1472310" y="8253"/>
                  </a:lnTo>
                  <a:lnTo>
                    <a:pt x="1478403" y="8825"/>
                  </a:lnTo>
                  <a:lnTo>
                    <a:pt x="1493855" y="10404"/>
                  </a:lnTo>
                  <a:lnTo>
                    <a:pt x="1521712" y="13517"/>
                  </a:lnTo>
                  <a:lnTo>
                    <a:pt x="1563701" y="18664"/>
                  </a:lnTo>
                  <a:lnTo>
                    <a:pt x="1620101" y="26273"/>
                  </a:lnTo>
                  <a:lnTo>
                    <a:pt x="1689785" y="36667"/>
                  </a:lnTo>
                  <a:lnTo>
                    <a:pt x="1770463" y="50040"/>
                  </a:lnTo>
                  <a:lnTo>
                    <a:pt x="1859099" y="66470"/>
                  </a:lnTo>
                  <a:lnTo>
                    <a:pt x="1952386" y="85946"/>
                  </a:lnTo>
                  <a:lnTo>
                    <a:pt x="2047173" y="108410"/>
                  </a:lnTo>
                  <a:lnTo>
                    <a:pt x="2140780" y="133804"/>
                  </a:lnTo>
                  <a:lnTo>
                    <a:pt x="2231148" y="162108"/>
                  </a:lnTo>
                  <a:lnTo>
                    <a:pt x="2316873" y="193370"/>
                  </a:lnTo>
                  <a:lnTo>
                    <a:pt x="2397145" y="227721"/>
                  </a:lnTo>
                  <a:lnTo>
                    <a:pt x="2471642" y="265387"/>
                  </a:lnTo>
                  <a:lnTo>
                    <a:pt x="2540411" y="306685"/>
                  </a:lnTo>
                  <a:lnTo>
                    <a:pt x="2603759" y="352025"/>
                  </a:lnTo>
                  <a:lnTo>
                    <a:pt x="2662166" y="401892"/>
                  </a:lnTo>
                  <a:lnTo>
                    <a:pt x="2716210" y="456834"/>
                  </a:lnTo>
                  <a:lnTo>
                    <a:pt x="2766516" y="517427"/>
                  </a:lnTo>
                  <a:lnTo>
                    <a:pt x="2813716" y="584221"/>
                  </a:lnTo>
                  <a:lnTo>
                    <a:pt x="2858417" y="657661"/>
                  </a:lnTo>
                  <a:lnTo>
                    <a:pt x="2896531" y="728759"/>
                  </a:lnTo>
                  <a:lnTo>
                    <a:pt x="2928026" y="793567"/>
                  </a:lnTo>
                  <a:lnTo>
                    <a:pt x="2958827" y="862358"/>
                  </a:lnTo>
                  <a:lnTo>
                    <a:pt x="2989093" y="935212"/>
                  </a:lnTo>
                  <a:lnTo>
                    <a:pt x="3018955" y="1012168"/>
                  </a:lnTo>
                  <a:lnTo>
                    <a:pt x="3048525" y="1093212"/>
                  </a:lnTo>
                  <a:lnTo>
                    <a:pt x="3077893" y="1178281"/>
                  </a:lnTo>
                  <a:lnTo>
                    <a:pt x="3107133" y="1267256"/>
                  </a:lnTo>
                  <a:lnTo>
                    <a:pt x="3136302" y="1359959"/>
                  </a:lnTo>
                  <a:lnTo>
                    <a:pt x="3165444" y="1456152"/>
                  </a:lnTo>
                  <a:lnTo>
                    <a:pt x="3194591" y="1555538"/>
                  </a:lnTo>
                  <a:lnTo>
                    <a:pt x="3223762" y="1657765"/>
                  </a:lnTo>
                  <a:lnTo>
                    <a:pt x="3252967" y="1762426"/>
                  </a:lnTo>
                  <a:lnTo>
                    <a:pt x="3282210" y="1869068"/>
                  </a:lnTo>
                  <a:lnTo>
                    <a:pt x="3311486" y="1977198"/>
                  </a:lnTo>
                  <a:lnTo>
                    <a:pt x="3340785" y="2086293"/>
                  </a:lnTo>
                  <a:lnTo>
                    <a:pt x="3370095" y="2195809"/>
                  </a:lnTo>
                  <a:lnTo>
                    <a:pt x="3399401" y="2305195"/>
                  </a:lnTo>
                  <a:lnTo>
                    <a:pt x="3428690" y="2413900"/>
                  </a:lnTo>
                  <a:lnTo>
                    <a:pt x="3457952" y="2521391"/>
                  </a:lnTo>
                  <a:lnTo>
                    <a:pt x="3487177" y="2627156"/>
                  </a:lnTo>
                  <a:lnTo>
                    <a:pt x="3516366" y="2730721"/>
                  </a:lnTo>
                  <a:lnTo>
                    <a:pt x="3545524" y="2831654"/>
                  </a:lnTo>
                  <a:lnTo>
                    <a:pt x="3574665" y="2929572"/>
                  </a:lnTo>
                  <a:lnTo>
                    <a:pt x="3603815" y="3024149"/>
                  </a:lnTo>
                  <a:lnTo>
                    <a:pt x="3633011" y="3115117"/>
                  </a:lnTo>
                  <a:lnTo>
                    <a:pt x="3662303" y="3202265"/>
                  </a:lnTo>
                  <a:lnTo>
                    <a:pt x="3691756" y="3285444"/>
                  </a:lnTo>
                  <a:lnTo>
                    <a:pt x="3721452" y="3364562"/>
                  </a:lnTo>
                  <a:lnTo>
                    <a:pt x="3751490" y="3439578"/>
                  </a:lnTo>
                  <a:lnTo>
                    <a:pt x="3781991" y="3510505"/>
                  </a:lnTo>
                  <a:lnTo>
                    <a:pt x="3813098" y="3577402"/>
                  </a:lnTo>
                  <a:lnTo>
                    <a:pt x="3829811" y="3611103"/>
                  </a:lnTo>
                  <a:lnTo>
                    <a:pt x="3872752" y="3690638"/>
                  </a:lnTo>
                  <a:lnTo>
                    <a:pt x="3917701" y="3763329"/>
                  </a:lnTo>
                  <a:lnTo>
                    <a:pt x="3965213" y="3829414"/>
                  </a:lnTo>
                  <a:lnTo>
                    <a:pt x="4015900" y="3889355"/>
                  </a:lnTo>
                  <a:lnTo>
                    <a:pt x="4070395" y="3943710"/>
                  </a:lnTo>
                  <a:lnTo>
                    <a:pt x="4129320" y="3993052"/>
                  </a:lnTo>
                  <a:lnTo>
                    <a:pt x="4193246" y="4037923"/>
                  </a:lnTo>
                  <a:lnTo>
                    <a:pt x="4262635" y="4078802"/>
                  </a:lnTo>
                  <a:lnTo>
                    <a:pt x="4337772" y="4116088"/>
                  </a:lnTo>
                  <a:lnTo>
                    <a:pt x="4418670" y="4150089"/>
                  </a:lnTo>
                  <a:lnTo>
                    <a:pt x="4504957" y="4181019"/>
                  </a:lnTo>
                  <a:lnTo>
                    <a:pt x="4595763" y="4209001"/>
                  </a:lnTo>
                  <a:lnTo>
                    <a:pt x="4689613" y="4234074"/>
                  </a:lnTo>
                  <a:lnTo>
                    <a:pt x="4784377" y="4256212"/>
                  </a:lnTo>
                  <a:lnTo>
                    <a:pt x="4877311" y="4275354"/>
                  </a:lnTo>
                  <a:lnTo>
                    <a:pt x="4965230" y="4291447"/>
                  </a:lnTo>
                  <a:lnTo>
                    <a:pt x="5044835" y="4304485"/>
                  </a:lnTo>
                  <a:lnTo>
                    <a:pt x="5113147" y="4314559"/>
                  </a:lnTo>
                  <a:lnTo>
                    <a:pt x="5167988" y="4321879"/>
                  </a:lnTo>
                  <a:lnTo>
                    <a:pt x="5208378" y="4326778"/>
                  </a:lnTo>
                  <a:lnTo>
                    <a:pt x="5234756" y="4329697"/>
                  </a:lnTo>
                  <a:lnTo>
                    <a:pt x="5249004" y="4331140"/>
                  </a:lnTo>
                  <a:lnTo>
                    <a:pt x="5254302" y="4331632"/>
                  </a:lnTo>
                  <a:lnTo>
                    <a:pt x="5254955" y="4331689"/>
                  </a:lnTo>
                  <a:lnTo>
                    <a:pt x="6726343" y="4331689"/>
                  </a:lnTo>
                  <a:lnTo>
                    <a:pt x="6727419" y="4331604"/>
                  </a:lnTo>
                  <a:lnTo>
                    <a:pt x="6734505" y="4330998"/>
                  </a:lnTo>
                  <a:lnTo>
                    <a:pt x="6752396" y="4329325"/>
                  </a:lnTo>
                  <a:lnTo>
                    <a:pt x="6784459" y="4326030"/>
                  </a:lnTo>
                  <a:lnTo>
                    <a:pt x="6832400" y="4320596"/>
                  </a:lnTo>
                  <a:lnTo>
                    <a:pt x="6896137" y="4312594"/>
                  </a:lnTo>
                  <a:lnTo>
                    <a:pt x="6973914" y="4301723"/>
                  </a:lnTo>
                  <a:lnTo>
                    <a:pt x="7062694" y="4287822"/>
                  </a:lnTo>
                  <a:lnTo>
                    <a:pt x="7158738" y="4270852"/>
                  </a:lnTo>
                  <a:lnTo>
                    <a:pt x="7258213" y="4250851"/>
                  </a:lnTo>
                  <a:lnTo>
                    <a:pt x="7357683" y="4227886"/>
                  </a:lnTo>
                  <a:lnTo>
                    <a:pt x="7454411" y="4201999"/>
                  </a:lnTo>
                  <a:lnTo>
                    <a:pt x="7546465" y="4173171"/>
                  </a:lnTo>
                  <a:lnTo>
                    <a:pt x="7632680" y="4141293"/>
                  </a:lnTo>
                  <a:lnTo>
                    <a:pt x="7712532" y="4106153"/>
                  </a:lnTo>
                  <a:lnTo>
                    <a:pt x="7785990" y="4067438"/>
                  </a:lnTo>
                  <a:lnTo>
                    <a:pt x="7853372" y="4024731"/>
                  </a:lnTo>
                  <a:lnTo>
                    <a:pt x="7915216" y="3977527"/>
                  </a:lnTo>
                  <a:lnTo>
                    <a:pt x="7972194" y="3925251"/>
                  </a:lnTo>
                  <a:lnTo>
                    <a:pt x="8025035" y="3867295"/>
                  </a:lnTo>
                  <a:lnTo>
                    <a:pt x="8074480" y="3803081"/>
                  </a:lnTo>
                  <a:lnTo>
                    <a:pt x="8121230" y="3732160"/>
                  </a:lnTo>
                  <a:lnTo>
                    <a:pt x="8151487" y="3680573"/>
                  </a:lnTo>
                  <a:lnTo>
                    <a:pt x="8184427" y="3619206"/>
                  </a:lnTo>
                  <a:lnTo>
                    <a:pt x="8216615" y="3553893"/>
                  </a:lnTo>
                  <a:lnTo>
                    <a:pt x="8248232" y="3484554"/>
                  </a:lnTo>
                  <a:lnTo>
                    <a:pt x="8279425" y="3411156"/>
                  </a:lnTo>
                  <a:lnTo>
                    <a:pt x="8310318" y="3333721"/>
                  </a:lnTo>
                  <a:lnTo>
                    <a:pt x="8341010" y="3252326"/>
                  </a:lnTo>
                  <a:lnTo>
                    <a:pt x="8371580" y="3167109"/>
                  </a:lnTo>
                  <a:lnTo>
                    <a:pt x="8402090" y="3078275"/>
                  </a:lnTo>
                  <a:lnTo>
                    <a:pt x="8432585" y="2986090"/>
                  </a:lnTo>
                  <a:lnTo>
                    <a:pt x="8463095" y="2890885"/>
                  </a:lnTo>
                  <a:lnTo>
                    <a:pt x="8493638" y="2793050"/>
                  </a:lnTo>
                  <a:lnTo>
                    <a:pt x="8524222" y="2693030"/>
                  </a:lnTo>
                  <a:lnTo>
                    <a:pt x="8554844" y="2591318"/>
                  </a:lnTo>
                  <a:lnTo>
                    <a:pt x="8585497" y="2488444"/>
                  </a:lnTo>
                  <a:lnTo>
                    <a:pt x="8616166" y="2384964"/>
                  </a:lnTo>
                  <a:lnTo>
                    <a:pt x="8646836" y="2281447"/>
                  </a:lnTo>
                  <a:lnTo>
                    <a:pt x="8677492" y="2178464"/>
                  </a:lnTo>
                  <a:lnTo>
                    <a:pt x="8708119" y="2076573"/>
                  </a:lnTo>
                  <a:lnTo>
                    <a:pt x="8738708" y="1976309"/>
                  </a:lnTo>
                  <a:lnTo>
                    <a:pt x="8769256" y="1878169"/>
                  </a:lnTo>
                  <a:lnTo>
                    <a:pt x="8799769" y="1782604"/>
                  </a:lnTo>
                  <a:lnTo>
                    <a:pt x="8830265" y="1690013"/>
                  </a:lnTo>
                  <a:lnTo>
                    <a:pt x="8860770" y="1600734"/>
                  </a:lnTo>
                  <a:lnTo>
                    <a:pt x="8891330" y="1515043"/>
                  </a:lnTo>
                  <a:lnTo>
                    <a:pt x="8922002" y="1433150"/>
                  </a:lnTo>
                  <a:lnTo>
                    <a:pt x="8952864" y="1355203"/>
                  </a:lnTo>
                  <a:lnTo>
                    <a:pt x="8984013" y="1281287"/>
                  </a:lnTo>
                  <a:lnTo>
                    <a:pt x="9015568" y="1211430"/>
                  </a:lnTo>
                  <a:lnTo>
                    <a:pt x="9047674" y="1145606"/>
                  </a:lnTo>
                  <a:lnTo>
                    <a:pt x="9080507" y="1083740"/>
                  </a:lnTo>
                  <a:lnTo>
                    <a:pt x="9084767" y="1076111"/>
                  </a:lnTo>
                  <a:lnTo>
                    <a:pt x="9130065" y="1000561"/>
                  </a:lnTo>
                  <a:lnTo>
                    <a:pt x="9177623" y="931871"/>
                  </a:lnTo>
                  <a:lnTo>
                    <a:pt x="9228099" y="869763"/>
                  </a:lnTo>
                  <a:lnTo>
                    <a:pt x="9282212" y="813732"/>
                  </a:lnTo>
                  <a:lnTo>
                    <a:pt x="9340704" y="763182"/>
                  </a:lnTo>
                  <a:lnTo>
                    <a:pt x="9404291" y="717509"/>
                  </a:lnTo>
                  <a:lnTo>
                    <a:pt x="9473610" y="676160"/>
                  </a:lnTo>
                  <a:lnTo>
                    <a:pt x="9549140" y="638656"/>
                  </a:lnTo>
                  <a:lnTo>
                    <a:pt x="9631098" y="604613"/>
                  </a:lnTo>
                  <a:lnTo>
                    <a:pt x="9719309" y="573751"/>
                  </a:lnTo>
                  <a:lnTo>
                    <a:pt x="9813057" y="545893"/>
                  </a:lnTo>
                  <a:lnTo>
                    <a:pt x="9910934" y="520961"/>
                  </a:lnTo>
                  <a:lnTo>
                    <a:pt x="10010745" y="498959"/>
                  </a:lnTo>
                  <a:lnTo>
                    <a:pt x="10109503" y="479943"/>
                  </a:lnTo>
                  <a:lnTo>
                    <a:pt x="10203599" y="463975"/>
                  </a:lnTo>
                  <a:lnTo>
                    <a:pt x="10289169" y="451075"/>
                  </a:lnTo>
                  <a:lnTo>
                    <a:pt x="10362634" y="441168"/>
                  </a:lnTo>
                  <a:lnTo>
                    <a:pt x="10421319" y="434046"/>
                  </a:lnTo>
                  <a:lnTo>
                    <a:pt x="10463986" y="429364"/>
                  </a:lnTo>
                  <a:lnTo>
                    <a:pt x="10491139" y="426660"/>
                  </a:lnTo>
                  <a:lnTo>
                    <a:pt x="10505050" y="425397"/>
                  </a:lnTo>
                  <a:lnTo>
                    <a:pt x="10509577" y="425021"/>
                  </a:lnTo>
                  <a:lnTo>
                    <a:pt x="10509911" y="424995"/>
                  </a:lnTo>
                  <a:lnTo>
                    <a:pt x="11981298" y="424995"/>
                  </a:lnTo>
                  <a:lnTo>
                    <a:pt x="11981298" y="416822"/>
                  </a:lnTo>
                  <a:lnTo>
                    <a:pt x="10509911" y="416822"/>
                  </a:lnTo>
                  <a:lnTo>
                    <a:pt x="10508834" y="416907"/>
                  </a:lnTo>
                  <a:lnTo>
                    <a:pt x="10501748" y="417513"/>
                  </a:lnTo>
                  <a:lnTo>
                    <a:pt x="10483857" y="419186"/>
                  </a:lnTo>
                  <a:lnTo>
                    <a:pt x="10451794" y="422481"/>
                  </a:lnTo>
                  <a:lnTo>
                    <a:pt x="10403853" y="427915"/>
                  </a:lnTo>
                  <a:lnTo>
                    <a:pt x="10340116" y="435917"/>
                  </a:lnTo>
                  <a:lnTo>
                    <a:pt x="10262339" y="446788"/>
                  </a:lnTo>
                  <a:lnTo>
                    <a:pt x="10173559" y="460689"/>
                  </a:lnTo>
                  <a:lnTo>
                    <a:pt x="10077515" y="477659"/>
                  </a:lnTo>
                  <a:lnTo>
                    <a:pt x="9978040" y="497661"/>
                  </a:lnTo>
                  <a:lnTo>
                    <a:pt x="9878571" y="520625"/>
                  </a:lnTo>
                  <a:lnTo>
                    <a:pt x="9781842" y="546512"/>
                  </a:lnTo>
                  <a:lnTo>
                    <a:pt x="9689788" y="575340"/>
                  </a:lnTo>
                  <a:lnTo>
                    <a:pt x="9603574" y="607218"/>
                  </a:lnTo>
                  <a:lnTo>
                    <a:pt x="9523722" y="642358"/>
                  </a:lnTo>
                  <a:lnTo>
                    <a:pt x="9450263" y="681073"/>
                  </a:lnTo>
                  <a:lnTo>
                    <a:pt x="9382881" y="723780"/>
                  </a:lnTo>
                  <a:lnTo>
                    <a:pt x="9321037" y="770984"/>
                  </a:lnTo>
                  <a:lnTo>
                    <a:pt x="9264059" y="823260"/>
                  </a:lnTo>
                  <a:lnTo>
                    <a:pt x="9211218" y="881216"/>
                  </a:lnTo>
                  <a:lnTo>
                    <a:pt x="9161774" y="945430"/>
                  </a:lnTo>
                  <a:lnTo>
                    <a:pt x="9115023" y="1016351"/>
                  </a:lnTo>
                  <a:lnTo>
                    <a:pt x="9084767" y="1067938"/>
                  </a:lnTo>
                  <a:lnTo>
                    <a:pt x="9051827" y="1129305"/>
                  </a:lnTo>
                  <a:lnTo>
                    <a:pt x="9019638" y="1194618"/>
                  </a:lnTo>
                  <a:lnTo>
                    <a:pt x="8988021" y="1263957"/>
                  </a:lnTo>
                  <a:lnTo>
                    <a:pt x="8956828" y="1337355"/>
                  </a:lnTo>
                  <a:lnTo>
                    <a:pt x="8925935" y="1414790"/>
                  </a:lnTo>
                  <a:lnTo>
                    <a:pt x="8895243" y="1496185"/>
                  </a:lnTo>
                  <a:lnTo>
                    <a:pt x="8864673" y="1581402"/>
                  </a:lnTo>
                  <a:lnTo>
                    <a:pt x="8834163" y="1670236"/>
                  </a:lnTo>
                  <a:lnTo>
                    <a:pt x="8803668" y="1762421"/>
                  </a:lnTo>
                  <a:lnTo>
                    <a:pt x="8773158" y="1857626"/>
                  </a:lnTo>
                  <a:lnTo>
                    <a:pt x="8742615" y="1955462"/>
                  </a:lnTo>
                  <a:lnTo>
                    <a:pt x="8712031" y="2055481"/>
                  </a:lnTo>
                  <a:lnTo>
                    <a:pt x="8681409" y="2157193"/>
                  </a:lnTo>
                  <a:lnTo>
                    <a:pt x="8650756" y="2260067"/>
                  </a:lnTo>
                  <a:lnTo>
                    <a:pt x="8620087" y="2363547"/>
                  </a:lnTo>
                  <a:lnTo>
                    <a:pt x="8589417" y="2467064"/>
                  </a:lnTo>
                  <a:lnTo>
                    <a:pt x="8558762" y="2570047"/>
                  </a:lnTo>
                  <a:lnTo>
                    <a:pt x="8528135" y="2671938"/>
                  </a:lnTo>
                  <a:lnTo>
                    <a:pt x="8497546" y="2772202"/>
                  </a:lnTo>
                  <a:lnTo>
                    <a:pt x="8466997" y="2870342"/>
                  </a:lnTo>
                  <a:lnTo>
                    <a:pt x="8436484" y="2965907"/>
                  </a:lnTo>
                  <a:lnTo>
                    <a:pt x="8405989" y="3058498"/>
                  </a:lnTo>
                  <a:lnTo>
                    <a:pt x="8375483" y="3147777"/>
                  </a:lnTo>
                  <a:lnTo>
                    <a:pt x="8344923" y="3233468"/>
                  </a:lnTo>
                  <a:lnTo>
                    <a:pt x="8314251" y="3315361"/>
                  </a:lnTo>
                  <a:lnTo>
                    <a:pt x="8283389" y="3393308"/>
                  </a:lnTo>
                  <a:lnTo>
                    <a:pt x="8252240" y="3467224"/>
                  </a:lnTo>
                  <a:lnTo>
                    <a:pt x="8220686" y="3537081"/>
                  </a:lnTo>
                  <a:lnTo>
                    <a:pt x="8188579" y="3602905"/>
                  </a:lnTo>
                  <a:lnTo>
                    <a:pt x="8155747" y="3664771"/>
                  </a:lnTo>
                  <a:lnTo>
                    <a:pt x="8151487" y="3672400"/>
                  </a:lnTo>
                  <a:lnTo>
                    <a:pt x="8106189" y="3747950"/>
                  </a:lnTo>
                  <a:lnTo>
                    <a:pt x="8058630" y="3816640"/>
                  </a:lnTo>
                  <a:lnTo>
                    <a:pt x="8008154" y="3878748"/>
                  </a:lnTo>
                  <a:lnTo>
                    <a:pt x="7954041" y="3934779"/>
                  </a:lnTo>
                  <a:lnTo>
                    <a:pt x="7895550" y="3985329"/>
                  </a:lnTo>
                  <a:lnTo>
                    <a:pt x="7831963" y="4031002"/>
                  </a:lnTo>
                  <a:lnTo>
                    <a:pt x="7762643" y="4072351"/>
                  </a:lnTo>
                  <a:lnTo>
                    <a:pt x="7687113" y="4109855"/>
                  </a:lnTo>
                  <a:lnTo>
                    <a:pt x="7605155" y="4143898"/>
                  </a:lnTo>
                  <a:lnTo>
                    <a:pt x="7516944" y="4174760"/>
                  </a:lnTo>
                  <a:lnTo>
                    <a:pt x="7423196" y="4202618"/>
                  </a:lnTo>
                  <a:lnTo>
                    <a:pt x="7325319" y="4227550"/>
                  </a:lnTo>
                  <a:lnTo>
                    <a:pt x="7225508" y="4249552"/>
                  </a:lnTo>
                  <a:lnTo>
                    <a:pt x="7126751" y="4268568"/>
                  </a:lnTo>
                  <a:lnTo>
                    <a:pt x="7032654" y="4284536"/>
                  </a:lnTo>
                  <a:lnTo>
                    <a:pt x="6947085" y="4297436"/>
                  </a:lnTo>
                  <a:lnTo>
                    <a:pt x="6873619" y="4307343"/>
                  </a:lnTo>
                  <a:lnTo>
                    <a:pt x="6814934" y="4314465"/>
                  </a:lnTo>
                  <a:lnTo>
                    <a:pt x="6772267" y="4319147"/>
                  </a:lnTo>
                  <a:lnTo>
                    <a:pt x="6745114" y="4321851"/>
                  </a:lnTo>
                  <a:lnTo>
                    <a:pt x="6731203" y="4323114"/>
                  </a:lnTo>
                  <a:lnTo>
                    <a:pt x="6726676" y="4323490"/>
                  </a:lnTo>
                  <a:lnTo>
                    <a:pt x="6726343" y="4323516"/>
                  </a:lnTo>
                  <a:lnTo>
                    <a:pt x="5254955" y="4323516"/>
                  </a:lnTo>
                  <a:lnTo>
                    <a:pt x="5254032" y="4323435"/>
                  </a:lnTo>
                  <a:lnTo>
                    <a:pt x="5247939" y="4322864"/>
                  </a:lnTo>
                  <a:lnTo>
                    <a:pt x="5232487" y="4321284"/>
                  </a:lnTo>
                  <a:lnTo>
                    <a:pt x="5204630" y="4318171"/>
                  </a:lnTo>
                  <a:lnTo>
                    <a:pt x="5162641" y="4313024"/>
                  </a:lnTo>
                  <a:lnTo>
                    <a:pt x="5106241" y="4305415"/>
                  </a:lnTo>
                  <a:lnTo>
                    <a:pt x="5036557" y="4295022"/>
                  </a:lnTo>
                  <a:lnTo>
                    <a:pt x="4955879" y="4281648"/>
                  </a:lnTo>
                  <a:lnTo>
                    <a:pt x="4867243" y="4265218"/>
                  </a:lnTo>
                  <a:lnTo>
                    <a:pt x="4773956" y="4245742"/>
                  </a:lnTo>
                  <a:lnTo>
                    <a:pt x="4679169" y="4223278"/>
                  </a:lnTo>
                  <a:lnTo>
                    <a:pt x="4585562" y="4197884"/>
                  </a:lnTo>
                  <a:lnTo>
                    <a:pt x="4495194" y="4169580"/>
                  </a:lnTo>
                  <a:lnTo>
                    <a:pt x="4409469" y="4138318"/>
                  </a:lnTo>
                  <a:lnTo>
                    <a:pt x="4329197" y="4103967"/>
                  </a:lnTo>
                  <a:lnTo>
                    <a:pt x="4254700" y="4066301"/>
                  </a:lnTo>
                  <a:lnTo>
                    <a:pt x="4185931" y="4025003"/>
                  </a:lnTo>
                  <a:lnTo>
                    <a:pt x="4122583" y="3979663"/>
                  </a:lnTo>
                  <a:lnTo>
                    <a:pt x="4064176" y="3929796"/>
                  </a:lnTo>
                  <a:lnTo>
                    <a:pt x="4010132" y="3874854"/>
                  </a:lnTo>
                  <a:lnTo>
                    <a:pt x="3959826" y="3814261"/>
                  </a:lnTo>
                  <a:lnTo>
                    <a:pt x="3912626" y="3747467"/>
                  </a:lnTo>
                  <a:lnTo>
                    <a:pt x="3867925" y="3674027"/>
                  </a:lnTo>
                  <a:lnTo>
                    <a:pt x="3829811" y="3602930"/>
                  </a:lnTo>
                  <a:lnTo>
                    <a:pt x="3798316" y="3538122"/>
                  </a:lnTo>
                  <a:lnTo>
                    <a:pt x="3767515" y="3469330"/>
                  </a:lnTo>
                  <a:lnTo>
                    <a:pt x="3737249" y="3396476"/>
                  </a:lnTo>
                  <a:lnTo>
                    <a:pt x="3707387" y="3319521"/>
                  </a:lnTo>
                  <a:lnTo>
                    <a:pt x="3677817" y="3238476"/>
                  </a:lnTo>
                  <a:lnTo>
                    <a:pt x="3648449" y="3153407"/>
                  </a:lnTo>
                  <a:lnTo>
                    <a:pt x="3619209" y="3064432"/>
                  </a:lnTo>
                  <a:lnTo>
                    <a:pt x="3590040" y="2971729"/>
                  </a:lnTo>
                  <a:lnTo>
                    <a:pt x="3560898" y="2875537"/>
                  </a:lnTo>
                  <a:lnTo>
                    <a:pt x="3531752" y="2776150"/>
                  </a:lnTo>
                  <a:lnTo>
                    <a:pt x="3502581" y="2673923"/>
                  </a:lnTo>
                  <a:lnTo>
                    <a:pt x="3473375" y="2569262"/>
                  </a:lnTo>
                  <a:lnTo>
                    <a:pt x="3444132" y="2462620"/>
                  </a:lnTo>
                  <a:lnTo>
                    <a:pt x="3414856" y="2354490"/>
                  </a:lnTo>
                  <a:lnTo>
                    <a:pt x="3385557" y="2245395"/>
                  </a:lnTo>
                  <a:lnTo>
                    <a:pt x="3356247" y="2135879"/>
                  </a:lnTo>
                  <a:lnTo>
                    <a:pt x="3326941" y="2026493"/>
                  </a:lnTo>
                  <a:lnTo>
                    <a:pt x="3297652" y="1917788"/>
                  </a:lnTo>
                  <a:lnTo>
                    <a:pt x="3268391" y="1810297"/>
                  </a:lnTo>
                  <a:lnTo>
                    <a:pt x="3239165" y="1704532"/>
                  </a:lnTo>
                  <a:lnTo>
                    <a:pt x="3209976" y="1600967"/>
                  </a:lnTo>
                  <a:lnTo>
                    <a:pt x="3180819" y="1500034"/>
                  </a:lnTo>
                  <a:lnTo>
                    <a:pt x="3151677" y="1402116"/>
                  </a:lnTo>
                  <a:lnTo>
                    <a:pt x="3122527" y="1307539"/>
                  </a:lnTo>
                  <a:lnTo>
                    <a:pt x="3093331" y="1216571"/>
                  </a:lnTo>
                  <a:lnTo>
                    <a:pt x="3064039" y="1129423"/>
                  </a:lnTo>
                  <a:lnTo>
                    <a:pt x="3034586" y="1046244"/>
                  </a:lnTo>
                  <a:lnTo>
                    <a:pt x="3004890" y="967127"/>
                  </a:lnTo>
                  <a:lnTo>
                    <a:pt x="2974852" y="892110"/>
                  </a:lnTo>
                  <a:lnTo>
                    <a:pt x="2944351" y="821183"/>
                  </a:lnTo>
                  <a:lnTo>
                    <a:pt x="2913244" y="754286"/>
                  </a:lnTo>
                  <a:lnTo>
                    <a:pt x="2896531" y="720586"/>
                  </a:lnTo>
                  <a:lnTo>
                    <a:pt x="2853590" y="641050"/>
                  </a:lnTo>
                  <a:lnTo>
                    <a:pt x="2808641" y="568359"/>
                  </a:lnTo>
                  <a:lnTo>
                    <a:pt x="2761129" y="502274"/>
                  </a:lnTo>
                  <a:lnTo>
                    <a:pt x="2710442" y="442333"/>
                  </a:lnTo>
                  <a:lnTo>
                    <a:pt x="2655947" y="387978"/>
                  </a:lnTo>
                  <a:lnTo>
                    <a:pt x="2597022" y="338637"/>
                  </a:lnTo>
                  <a:lnTo>
                    <a:pt x="2533097" y="293765"/>
                  </a:lnTo>
                  <a:lnTo>
                    <a:pt x="2463707" y="252886"/>
                  </a:lnTo>
                  <a:lnTo>
                    <a:pt x="2388570" y="215601"/>
                  </a:lnTo>
                  <a:lnTo>
                    <a:pt x="2307672" y="181600"/>
                  </a:lnTo>
                  <a:lnTo>
                    <a:pt x="2221385" y="150669"/>
                  </a:lnTo>
                  <a:lnTo>
                    <a:pt x="2130579" y="122687"/>
                  </a:lnTo>
                  <a:lnTo>
                    <a:pt x="2036729" y="97614"/>
                  </a:lnTo>
                  <a:lnTo>
                    <a:pt x="1941965" y="75476"/>
                  </a:lnTo>
                  <a:lnTo>
                    <a:pt x="1849032" y="56334"/>
                  </a:lnTo>
                  <a:lnTo>
                    <a:pt x="1761112" y="40242"/>
                  </a:lnTo>
                  <a:lnTo>
                    <a:pt x="1681507" y="27203"/>
                  </a:lnTo>
                  <a:lnTo>
                    <a:pt x="1613195" y="17129"/>
                  </a:lnTo>
                  <a:lnTo>
                    <a:pt x="1558354" y="9809"/>
                  </a:lnTo>
                  <a:lnTo>
                    <a:pt x="1517964" y="4910"/>
                  </a:lnTo>
                  <a:lnTo>
                    <a:pt x="1491586" y="1991"/>
                  </a:lnTo>
                  <a:lnTo>
                    <a:pt x="1477338" y="549"/>
                  </a:lnTo>
                  <a:lnTo>
                    <a:pt x="1472041" y="56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624" name="pl624"/>
            <p:cNvSpPr/>
            <p:nvPr/>
          </p:nvSpPr>
          <p:spPr>
            <a:xfrm>
              <a:off x="4799595" y="6859559"/>
              <a:ext cx="11981298" cy="4323516"/>
            </a:xfrm>
            <a:custGeom>
              <a:avLst/>
              <a:pathLst>
                <a:path w="11981298" h="4323516">
                  <a:moveTo>
                    <a:pt x="0" y="0"/>
                  </a:moveTo>
                  <a:lnTo>
                    <a:pt x="1471387" y="0"/>
                  </a:lnTo>
                  <a:lnTo>
                    <a:pt x="1472310" y="80"/>
                  </a:lnTo>
                  <a:lnTo>
                    <a:pt x="1478403" y="652"/>
                  </a:lnTo>
                  <a:lnTo>
                    <a:pt x="1493855" y="2231"/>
                  </a:lnTo>
                  <a:lnTo>
                    <a:pt x="1521712" y="5344"/>
                  </a:lnTo>
                  <a:lnTo>
                    <a:pt x="1563701" y="10491"/>
                  </a:lnTo>
                  <a:lnTo>
                    <a:pt x="1620101" y="18100"/>
                  </a:lnTo>
                  <a:lnTo>
                    <a:pt x="1689785" y="28494"/>
                  </a:lnTo>
                  <a:lnTo>
                    <a:pt x="1770463" y="41867"/>
                  </a:lnTo>
                  <a:lnTo>
                    <a:pt x="1859099" y="58297"/>
                  </a:lnTo>
                  <a:lnTo>
                    <a:pt x="1952386" y="77773"/>
                  </a:lnTo>
                  <a:lnTo>
                    <a:pt x="2047173" y="100237"/>
                  </a:lnTo>
                  <a:lnTo>
                    <a:pt x="2140780" y="125631"/>
                  </a:lnTo>
                  <a:lnTo>
                    <a:pt x="2231148" y="153935"/>
                  </a:lnTo>
                  <a:lnTo>
                    <a:pt x="2316873" y="185197"/>
                  </a:lnTo>
                  <a:lnTo>
                    <a:pt x="2397145" y="219548"/>
                  </a:lnTo>
                  <a:lnTo>
                    <a:pt x="2471642" y="257214"/>
                  </a:lnTo>
                  <a:lnTo>
                    <a:pt x="2540411" y="298512"/>
                  </a:lnTo>
                  <a:lnTo>
                    <a:pt x="2603759" y="343852"/>
                  </a:lnTo>
                  <a:lnTo>
                    <a:pt x="2662166" y="393719"/>
                  </a:lnTo>
                  <a:lnTo>
                    <a:pt x="2716210" y="448661"/>
                  </a:lnTo>
                  <a:lnTo>
                    <a:pt x="2766516" y="509254"/>
                  </a:lnTo>
                  <a:lnTo>
                    <a:pt x="2813716" y="576048"/>
                  </a:lnTo>
                  <a:lnTo>
                    <a:pt x="2858417" y="649488"/>
                  </a:lnTo>
                  <a:lnTo>
                    <a:pt x="2896531" y="720586"/>
                  </a:lnTo>
                  <a:lnTo>
                    <a:pt x="2928026" y="785394"/>
                  </a:lnTo>
                  <a:lnTo>
                    <a:pt x="2958827" y="854185"/>
                  </a:lnTo>
                  <a:lnTo>
                    <a:pt x="2989093" y="927039"/>
                  </a:lnTo>
                  <a:lnTo>
                    <a:pt x="3018955" y="1003995"/>
                  </a:lnTo>
                  <a:lnTo>
                    <a:pt x="3048525" y="1085039"/>
                  </a:lnTo>
                  <a:lnTo>
                    <a:pt x="3077893" y="1170108"/>
                  </a:lnTo>
                  <a:lnTo>
                    <a:pt x="3107133" y="1259083"/>
                  </a:lnTo>
                  <a:lnTo>
                    <a:pt x="3136302" y="1351786"/>
                  </a:lnTo>
                  <a:lnTo>
                    <a:pt x="3165444" y="1447979"/>
                  </a:lnTo>
                  <a:lnTo>
                    <a:pt x="3194591" y="1547365"/>
                  </a:lnTo>
                  <a:lnTo>
                    <a:pt x="3223762" y="1649592"/>
                  </a:lnTo>
                  <a:lnTo>
                    <a:pt x="3252967" y="1754253"/>
                  </a:lnTo>
                  <a:lnTo>
                    <a:pt x="3282210" y="1860895"/>
                  </a:lnTo>
                  <a:lnTo>
                    <a:pt x="3311486" y="1969025"/>
                  </a:lnTo>
                  <a:lnTo>
                    <a:pt x="3340785" y="2078120"/>
                  </a:lnTo>
                  <a:lnTo>
                    <a:pt x="3370095" y="2187636"/>
                  </a:lnTo>
                  <a:lnTo>
                    <a:pt x="3399401" y="2297022"/>
                  </a:lnTo>
                  <a:lnTo>
                    <a:pt x="3428690" y="2405727"/>
                  </a:lnTo>
                  <a:lnTo>
                    <a:pt x="3457952" y="2513218"/>
                  </a:lnTo>
                  <a:lnTo>
                    <a:pt x="3487177" y="2618983"/>
                  </a:lnTo>
                  <a:lnTo>
                    <a:pt x="3516366" y="2722548"/>
                  </a:lnTo>
                  <a:lnTo>
                    <a:pt x="3545524" y="2823481"/>
                  </a:lnTo>
                  <a:lnTo>
                    <a:pt x="3574665" y="2921399"/>
                  </a:lnTo>
                  <a:lnTo>
                    <a:pt x="3603815" y="3015976"/>
                  </a:lnTo>
                  <a:lnTo>
                    <a:pt x="3633011" y="3106944"/>
                  </a:lnTo>
                  <a:lnTo>
                    <a:pt x="3662303" y="3194092"/>
                  </a:lnTo>
                  <a:lnTo>
                    <a:pt x="3691756" y="3277271"/>
                  </a:lnTo>
                  <a:lnTo>
                    <a:pt x="3721452" y="3356389"/>
                  </a:lnTo>
                  <a:lnTo>
                    <a:pt x="3751490" y="3431405"/>
                  </a:lnTo>
                  <a:lnTo>
                    <a:pt x="3781991" y="3502332"/>
                  </a:lnTo>
                  <a:lnTo>
                    <a:pt x="3813098" y="3569229"/>
                  </a:lnTo>
                  <a:lnTo>
                    <a:pt x="3829811" y="3602930"/>
                  </a:lnTo>
                  <a:lnTo>
                    <a:pt x="3872752" y="3682465"/>
                  </a:lnTo>
                  <a:lnTo>
                    <a:pt x="3917701" y="3755156"/>
                  </a:lnTo>
                  <a:lnTo>
                    <a:pt x="3965213" y="3821241"/>
                  </a:lnTo>
                  <a:lnTo>
                    <a:pt x="4015900" y="3881182"/>
                  </a:lnTo>
                  <a:lnTo>
                    <a:pt x="4070395" y="3935537"/>
                  </a:lnTo>
                  <a:lnTo>
                    <a:pt x="4129320" y="3984879"/>
                  </a:lnTo>
                  <a:lnTo>
                    <a:pt x="4193246" y="4029750"/>
                  </a:lnTo>
                  <a:lnTo>
                    <a:pt x="4262635" y="4070629"/>
                  </a:lnTo>
                  <a:lnTo>
                    <a:pt x="4337772" y="4107915"/>
                  </a:lnTo>
                  <a:lnTo>
                    <a:pt x="4418670" y="4141916"/>
                  </a:lnTo>
                  <a:lnTo>
                    <a:pt x="4504957" y="4172846"/>
                  </a:lnTo>
                  <a:lnTo>
                    <a:pt x="4595763" y="4200828"/>
                  </a:lnTo>
                  <a:lnTo>
                    <a:pt x="4689613" y="4225901"/>
                  </a:lnTo>
                  <a:lnTo>
                    <a:pt x="4784377" y="4248039"/>
                  </a:lnTo>
                  <a:lnTo>
                    <a:pt x="4877311" y="4267181"/>
                  </a:lnTo>
                  <a:lnTo>
                    <a:pt x="4965230" y="4283274"/>
                  </a:lnTo>
                  <a:lnTo>
                    <a:pt x="5044835" y="4296312"/>
                  </a:lnTo>
                  <a:lnTo>
                    <a:pt x="5113147" y="4306386"/>
                  </a:lnTo>
                  <a:lnTo>
                    <a:pt x="5167988" y="4313706"/>
                  </a:lnTo>
                  <a:lnTo>
                    <a:pt x="5208378" y="4318605"/>
                  </a:lnTo>
                  <a:lnTo>
                    <a:pt x="5234756" y="4321524"/>
                  </a:lnTo>
                  <a:lnTo>
                    <a:pt x="5249004" y="4322967"/>
                  </a:lnTo>
                  <a:lnTo>
                    <a:pt x="5254302" y="4323459"/>
                  </a:lnTo>
                  <a:lnTo>
                    <a:pt x="5254955" y="4323516"/>
                  </a:lnTo>
                  <a:lnTo>
                    <a:pt x="6726343" y="4323516"/>
                  </a:lnTo>
                  <a:lnTo>
                    <a:pt x="6727419" y="4323431"/>
                  </a:lnTo>
                  <a:lnTo>
                    <a:pt x="6734505" y="4322825"/>
                  </a:lnTo>
                  <a:lnTo>
                    <a:pt x="6752396" y="4321152"/>
                  </a:lnTo>
                  <a:lnTo>
                    <a:pt x="6784459" y="4317857"/>
                  </a:lnTo>
                  <a:lnTo>
                    <a:pt x="6832400" y="4312423"/>
                  </a:lnTo>
                  <a:lnTo>
                    <a:pt x="6896137" y="4304421"/>
                  </a:lnTo>
                  <a:lnTo>
                    <a:pt x="6973914" y="4293550"/>
                  </a:lnTo>
                  <a:lnTo>
                    <a:pt x="7062694" y="4279649"/>
                  </a:lnTo>
                  <a:lnTo>
                    <a:pt x="7158738" y="4262679"/>
                  </a:lnTo>
                  <a:lnTo>
                    <a:pt x="7258213" y="4242678"/>
                  </a:lnTo>
                  <a:lnTo>
                    <a:pt x="7357683" y="4219713"/>
                  </a:lnTo>
                  <a:lnTo>
                    <a:pt x="7454411" y="4193826"/>
                  </a:lnTo>
                  <a:lnTo>
                    <a:pt x="7546465" y="4164998"/>
                  </a:lnTo>
                  <a:lnTo>
                    <a:pt x="7632680" y="4133120"/>
                  </a:lnTo>
                  <a:lnTo>
                    <a:pt x="7712532" y="4097980"/>
                  </a:lnTo>
                  <a:lnTo>
                    <a:pt x="7785990" y="4059265"/>
                  </a:lnTo>
                  <a:lnTo>
                    <a:pt x="7853372" y="4016558"/>
                  </a:lnTo>
                  <a:lnTo>
                    <a:pt x="7915216" y="3969354"/>
                  </a:lnTo>
                  <a:lnTo>
                    <a:pt x="7972194" y="3917078"/>
                  </a:lnTo>
                  <a:lnTo>
                    <a:pt x="8025035" y="3859122"/>
                  </a:lnTo>
                  <a:lnTo>
                    <a:pt x="8074480" y="3794908"/>
                  </a:lnTo>
                  <a:lnTo>
                    <a:pt x="8121230" y="3723987"/>
                  </a:lnTo>
                  <a:lnTo>
                    <a:pt x="8151487" y="3672400"/>
                  </a:lnTo>
                  <a:lnTo>
                    <a:pt x="8184427" y="3611033"/>
                  </a:lnTo>
                  <a:lnTo>
                    <a:pt x="8216615" y="3545720"/>
                  </a:lnTo>
                  <a:lnTo>
                    <a:pt x="8248232" y="3476381"/>
                  </a:lnTo>
                  <a:lnTo>
                    <a:pt x="8279425" y="3402983"/>
                  </a:lnTo>
                  <a:lnTo>
                    <a:pt x="8310318" y="3325548"/>
                  </a:lnTo>
                  <a:lnTo>
                    <a:pt x="8341010" y="3244153"/>
                  </a:lnTo>
                  <a:lnTo>
                    <a:pt x="8371580" y="3158936"/>
                  </a:lnTo>
                  <a:lnTo>
                    <a:pt x="8402090" y="3070102"/>
                  </a:lnTo>
                  <a:lnTo>
                    <a:pt x="8432585" y="2977917"/>
                  </a:lnTo>
                  <a:lnTo>
                    <a:pt x="8463095" y="2882712"/>
                  </a:lnTo>
                  <a:lnTo>
                    <a:pt x="8493638" y="2784877"/>
                  </a:lnTo>
                  <a:lnTo>
                    <a:pt x="8524222" y="2684857"/>
                  </a:lnTo>
                  <a:lnTo>
                    <a:pt x="8554844" y="2583145"/>
                  </a:lnTo>
                  <a:lnTo>
                    <a:pt x="8585497" y="2480271"/>
                  </a:lnTo>
                  <a:lnTo>
                    <a:pt x="8616166" y="2376791"/>
                  </a:lnTo>
                  <a:lnTo>
                    <a:pt x="8646836" y="2273274"/>
                  </a:lnTo>
                  <a:lnTo>
                    <a:pt x="8677492" y="2170291"/>
                  </a:lnTo>
                  <a:lnTo>
                    <a:pt x="8708119" y="2068400"/>
                  </a:lnTo>
                  <a:lnTo>
                    <a:pt x="8738708" y="1968136"/>
                  </a:lnTo>
                  <a:lnTo>
                    <a:pt x="8769256" y="1869996"/>
                  </a:lnTo>
                  <a:lnTo>
                    <a:pt x="8799769" y="1774431"/>
                  </a:lnTo>
                  <a:lnTo>
                    <a:pt x="8830265" y="1681840"/>
                  </a:lnTo>
                  <a:lnTo>
                    <a:pt x="8860770" y="1592561"/>
                  </a:lnTo>
                  <a:lnTo>
                    <a:pt x="8891330" y="1506870"/>
                  </a:lnTo>
                  <a:lnTo>
                    <a:pt x="8922002" y="1424977"/>
                  </a:lnTo>
                  <a:lnTo>
                    <a:pt x="8952864" y="1347030"/>
                  </a:lnTo>
                  <a:lnTo>
                    <a:pt x="8984013" y="1273114"/>
                  </a:lnTo>
                  <a:lnTo>
                    <a:pt x="9015568" y="1203257"/>
                  </a:lnTo>
                  <a:lnTo>
                    <a:pt x="9047674" y="1137433"/>
                  </a:lnTo>
                  <a:lnTo>
                    <a:pt x="9080507" y="1075567"/>
                  </a:lnTo>
                  <a:lnTo>
                    <a:pt x="9084767" y="1067938"/>
                  </a:lnTo>
                  <a:lnTo>
                    <a:pt x="9130065" y="992388"/>
                  </a:lnTo>
                  <a:lnTo>
                    <a:pt x="9177623" y="923698"/>
                  </a:lnTo>
                  <a:lnTo>
                    <a:pt x="9228099" y="861590"/>
                  </a:lnTo>
                  <a:lnTo>
                    <a:pt x="9282212" y="805559"/>
                  </a:lnTo>
                  <a:lnTo>
                    <a:pt x="9340704" y="755009"/>
                  </a:lnTo>
                  <a:lnTo>
                    <a:pt x="9404291" y="709336"/>
                  </a:lnTo>
                  <a:lnTo>
                    <a:pt x="9473610" y="667987"/>
                  </a:lnTo>
                  <a:lnTo>
                    <a:pt x="9549140" y="630483"/>
                  </a:lnTo>
                  <a:lnTo>
                    <a:pt x="9631098" y="596440"/>
                  </a:lnTo>
                  <a:lnTo>
                    <a:pt x="9719309" y="565578"/>
                  </a:lnTo>
                  <a:lnTo>
                    <a:pt x="9813057" y="537720"/>
                  </a:lnTo>
                  <a:lnTo>
                    <a:pt x="9910934" y="512788"/>
                  </a:lnTo>
                  <a:lnTo>
                    <a:pt x="10010745" y="490786"/>
                  </a:lnTo>
                  <a:lnTo>
                    <a:pt x="10109503" y="471770"/>
                  </a:lnTo>
                  <a:lnTo>
                    <a:pt x="10203599" y="455802"/>
                  </a:lnTo>
                  <a:lnTo>
                    <a:pt x="10289169" y="442902"/>
                  </a:lnTo>
                  <a:lnTo>
                    <a:pt x="10362634" y="432995"/>
                  </a:lnTo>
                  <a:lnTo>
                    <a:pt x="10421319" y="425873"/>
                  </a:lnTo>
                  <a:lnTo>
                    <a:pt x="10463986" y="421191"/>
                  </a:lnTo>
                  <a:lnTo>
                    <a:pt x="10491139" y="418487"/>
                  </a:lnTo>
                  <a:lnTo>
                    <a:pt x="10505050" y="417224"/>
                  </a:lnTo>
                  <a:lnTo>
                    <a:pt x="10509577" y="416848"/>
                  </a:lnTo>
                  <a:lnTo>
                    <a:pt x="10509911" y="416822"/>
                  </a:lnTo>
                  <a:lnTo>
                    <a:pt x="11981298" y="41682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25" name="pl625"/>
            <p:cNvSpPr/>
            <p:nvPr/>
          </p:nvSpPr>
          <p:spPr>
            <a:xfrm>
              <a:off x="4799595" y="6851386"/>
              <a:ext cx="11981298" cy="4323516"/>
            </a:xfrm>
            <a:custGeom>
              <a:avLst/>
              <a:pathLst>
                <a:path w="11981298" h="4323516">
                  <a:moveTo>
                    <a:pt x="11981298" y="416822"/>
                  </a:moveTo>
                  <a:lnTo>
                    <a:pt x="10509911" y="416822"/>
                  </a:lnTo>
                  <a:lnTo>
                    <a:pt x="10508834" y="416907"/>
                  </a:lnTo>
                  <a:lnTo>
                    <a:pt x="10501748" y="417513"/>
                  </a:lnTo>
                  <a:lnTo>
                    <a:pt x="10483857" y="419186"/>
                  </a:lnTo>
                  <a:lnTo>
                    <a:pt x="10451794" y="422481"/>
                  </a:lnTo>
                  <a:lnTo>
                    <a:pt x="10403853" y="427915"/>
                  </a:lnTo>
                  <a:lnTo>
                    <a:pt x="10340116" y="435917"/>
                  </a:lnTo>
                  <a:lnTo>
                    <a:pt x="10262339" y="446788"/>
                  </a:lnTo>
                  <a:lnTo>
                    <a:pt x="10173559" y="460689"/>
                  </a:lnTo>
                  <a:lnTo>
                    <a:pt x="10077515" y="477659"/>
                  </a:lnTo>
                  <a:lnTo>
                    <a:pt x="9978040" y="497661"/>
                  </a:lnTo>
                  <a:lnTo>
                    <a:pt x="9878571" y="520625"/>
                  </a:lnTo>
                  <a:lnTo>
                    <a:pt x="9781842" y="546512"/>
                  </a:lnTo>
                  <a:lnTo>
                    <a:pt x="9689788" y="575340"/>
                  </a:lnTo>
                  <a:lnTo>
                    <a:pt x="9603574" y="607218"/>
                  </a:lnTo>
                  <a:lnTo>
                    <a:pt x="9523722" y="642358"/>
                  </a:lnTo>
                  <a:lnTo>
                    <a:pt x="9450263" y="681073"/>
                  </a:lnTo>
                  <a:lnTo>
                    <a:pt x="9382881" y="723780"/>
                  </a:lnTo>
                  <a:lnTo>
                    <a:pt x="9321037" y="770984"/>
                  </a:lnTo>
                  <a:lnTo>
                    <a:pt x="9264059" y="823260"/>
                  </a:lnTo>
                  <a:lnTo>
                    <a:pt x="9211218" y="881216"/>
                  </a:lnTo>
                  <a:lnTo>
                    <a:pt x="9161774" y="945430"/>
                  </a:lnTo>
                  <a:lnTo>
                    <a:pt x="9115023" y="1016351"/>
                  </a:lnTo>
                  <a:lnTo>
                    <a:pt x="9084767" y="1067938"/>
                  </a:lnTo>
                  <a:lnTo>
                    <a:pt x="9051827" y="1129305"/>
                  </a:lnTo>
                  <a:lnTo>
                    <a:pt x="9019638" y="1194618"/>
                  </a:lnTo>
                  <a:lnTo>
                    <a:pt x="8988021" y="1263957"/>
                  </a:lnTo>
                  <a:lnTo>
                    <a:pt x="8956828" y="1337355"/>
                  </a:lnTo>
                  <a:lnTo>
                    <a:pt x="8925935" y="1414790"/>
                  </a:lnTo>
                  <a:lnTo>
                    <a:pt x="8895243" y="1496185"/>
                  </a:lnTo>
                  <a:lnTo>
                    <a:pt x="8864673" y="1581402"/>
                  </a:lnTo>
                  <a:lnTo>
                    <a:pt x="8834163" y="1670236"/>
                  </a:lnTo>
                  <a:lnTo>
                    <a:pt x="8803668" y="1762421"/>
                  </a:lnTo>
                  <a:lnTo>
                    <a:pt x="8773158" y="1857626"/>
                  </a:lnTo>
                  <a:lnTo>
                    <a:pt x="8742615" y="1955462"/>
                  </a:lnTo>
                  <a:lnTo>
                    <a:pt x="8712031" y="2055481"/>
                  </a:lnTo>
                  <a:lnTo>
                    <a:pt x="8681409" y="2157193"/>
                  </a:lnTo>
                  <a:lnTo>
                    <a:pt x="8650756" y="2260067"/>
                  </a:lnTo>
                  <a:lnTo>
                    <a:pt x="8620087" y="2363547"/>
                  </a:lnTo>
                  <a:lnTo>
                    <a:pt x="8589417" y="2467064"/>
                  </a:lnTo>
                  <a:lnTo>
                    <a:pt x="8558762" y="2570047"/>
                  </a:lnTo>
                  <a:lnTo>
                    <a:pt x="8528135" y="2671938"/>
                  </a:lnTo>
                  <a:lnTo>
                    <a:pt x="8497546" y="2772202"/>
                  </a:lnTo>
                  <a:lnTo>
                    <a:pt x="8466997" y="2870342"/>
                  </a:lnTo>
                  <a:lnTo>
                    <a:pt x="8436484" y="2965907"/>
                  </a:lnTo>
                  <a:lnTo>
                    <a:pt x="8405989" y="3058498"/>
                  </a:lnTo>
                  <a:lnTo>
                    <a:pt x="8375483" y="3147777"/>
                  </a:lnTo>
                  <a:lnTo>
                    <a:pt x="8344923" y="3233468"/>
                  </a:lnTo>
                  <a:lnTo>
                    <a:pt x="8314251" y="3315361"/>
                  </a:lnTo>
                  <a:lnTo>
                    <a:pt x="8283389" y="3393308"/>
                  </a:lnTo>
                  <a:lnTo>
                    <a:pt x="8252240" y="3467224"/>
                  </a:lnTo>
                  <a:lnTo>
                    <a:pt x="8220686" y="3537081"/>
                  </a:lnTo>
                  <a:lnTo>
                    <a:pt x="8188579" y="3602905"/>
                  </a:lnTo>
                  <a:lnTo>
                    <a:pt x="8155747" y="3664771"/>
                  </a:lnTo>
                  <a:lnTo>
                    <a:pt x="8151487" y="3672400"/>
                  </a:lnTo>
                  <a:lnTo>
                    <a:pt x="8106189" y="3747950"/>
                  </a:lnTo>
                  <a:lnTo>
                    <a:pt x="8058630" y="3816640"/>
                  </a:lnTo>
                  <a:lnTo>
                    <a:pt x="8008154" y="3878748"/>
                  </a:lnTo>
                  <a:lnTo>
                    <a:pt x="7954041" y="3934779"/>
                  </a:lnTo>
                  <a:lnTo>
                    <a:pt x="7895550" y="3985329"/>
                  </a:lnTo>
                  <a:lnTo>
                    <a:pt x="7831963" y="4031002"/>
                  </a:lnTo>
                  <a:lnTo>
                    <a:pt x="7762643" y="4072351"/>
                  </a:lnTo>
                  <a:lnTo>
                    <a:pt x="7687113" y="4109855"/>
                  </a:lnTo>
                  <a:lnTo>
                    <a:pt x="7605155" y="4143898"/>
                  </a:lnTo>
                  <a:lnTo>
                    <a:pt x="7516944" y="4174760"/>
                  </a:lnTo>
                  <a:lnTo>
                    <a:pt x="7423196" y="4202618"/>
                  </a:lnTo>
                  <a:lnTo>
                    <a:pt x="7325319" y="4227550"/>
                  </a:lnTo>
                  <a:lnTo>
                    <a:pt x="7225508" y="4249552"/>
                  </a:lnTo>
                  <a:lnTo>
                    <a:pt x="7126751" y="4268568"/>
                  </a:lnTo>
                  <a:lnTo>
                    <a:pt x="7032654" y="4284536"/>
                  </a:lnTo>
                  <a:lnTo>
                    <a:pt x="6947085" y="4297436"/>
                  </a:lnTo>
                  <a:lnTo>
                    <a:pt x="6873619" y="4307343"/>
                  </a:lnTo>
                  <a:lnTo>
                    <a:pt x="6814934" y="4314465"/>
                  </a:lnTo>
                  <a:lnTo>
                    <a:pt x="6772267" y="4319147"/>
                  </a:lnTo>
                  <a:lnTo>
                    <a:pt x="6745114" y="4321851"/>
                  </a:lnTo>
                  <a:lnTo>
                    <a:pt x="6731203" y="4323114"/>
                  </a:lnTo>
                  <a:lnTo>
                    <a:pt x="6726676" y="4323490"/>
                  </a:lnTo>
                  <a:lnTo>
                    <a:pt x="6726343" y="4323516"/>
                  </a:lnTo>
                  <a:lnTo>
                    <a:pt x="5254955" y="4323516"/>
                  </a:lnTo>
                  <a:lnTo>
                    <a:pt x="5254032" y="4323435"/>
                  </a:lnTo>
                  <a:lnTo>
                    <a:pt x="5247939" y="4322864"/>
                  </a:lnTo>
                  <a:lnTo>
                    <a:pt x="5232487" y="4321284"/>
                  </a:lnTo>
                  <a:lnTo>
                    <a:pt x="5204630" y="4318171"/>
                  </a:lnTo>
                  <a:lnTo>
                    <a:pt x="5162641" y="4313024"/>
                  </a:lnTo>
                  <a:lnTo>
                    <a:pt x="5106241" y="4305415"/>
                  </a:lnTo>
                  <a:lnTo>
                    <a:pt x="5036557" y="4295022"/>
                  </a:lnTo>
                  <a:lnTo>
                    <a:pt x="4955879" y="4281648"/>
                  </a:lnTo>
                  <a:lnTo>
                    <a:pt x="4867243" y="4265218"/>
                  </a:lnTo>
                  <a:lnTo>
                    <a:pt x="4773956" y="4245742"/>
                  </a:lnTo>
                  <a:lnTo>
                    <a:pt x="4679169" y="4223278"/>
                  </a:lnTo>
                  <a:lnTo>
                    <a:pt x="4585562" y="4197884"/>
                  </a:lnTo>
                  <a:lnTo>
                    <a:pt x="4495194" y="4169580"/>
                  </a:lnTo>
                  <a:lnTo>
                    <a:pt x="4409469" y="4138318"/>
                  </a:lnTo>
                  <a:lnTo>
                    <a:pt x="4329197" y="4103967"/>
                  </a:lnTo>
                  <a:lnTo>
                    <a:pt x="4254700" y="4066301"/>
                  </a:lnTo>
                  <a:lnTo>
                    <a:pt x="4185931" y="4025003"/>
                  </a:lnTo>
                  <a:lnTo>
                    <a:pt x="4122583" y="3979663"/>
                  </a:lnTo>
                  <a:lnTo>
                    <a:pt x="4064176" y="3929796"/>
                  </a:lnTo>
                  <a:lnTo>
                    <a:pt x="4010132" y="3874854"/>
                  </a:lnTo>
                  <a:lnTo>
                    <a:pt x="3959826" y="3814261"/>
                  </a:lnTo>
                  <a:lnTo>
                    <a:pt x="3912626" y="3747467"/>
                  </a:lnTo>
                  <a:lnTo>
                    <a:pt x="3867925" y="3674027"/>
                  </a:lnTo>
                  <a:lnTo>
                    <a:pt x="3829811" y="3602930"/>
                  </a:lnTo>
                  <a:lnTo>
                    <a:pt x="3798316" y="3538122"/>
                  </a:lnTo>
                  <a:lnTo>
                    <a:pt x="3767515" y="3469330"/>
                  </a:lnTo>
                  <a:lnTo>
                    <a:pt x="3737249" y="3396476"/>
                  </a:lnTo>
                  <a:lnTo>
                    <a:pt x="3707387" y="3319521"/>
                  </a:lnTo>
                  <a:lnTo>
                    <a:pt x="3677817" y="3238476"/>
                  </a:lnTo>
                  <a:lnTo>
                    <a:pt x="3648449" y="3153407"/>
                  </a:lnTo>
                  <a:lnTo>
                    <a:pt x="3619209" y="3064432"/>
                  </a:lnTo>
                  <a:lnTo>
                    <a:pt x="3590040" y="2971729"/>
                  </a:lnTo>
                  <a:lnTo>
                    <a:pt x="3560898" y="2875537"/>
                  </a:lnTo>
                  <a:lnTo>
                    <a:pt x="3531752" y="2776150"/>
                  </a:lnTo>
                  <a:lnTo>
                    <a:pt x="3502581" y="2673923"/>
                  </a:lnTo>
                  <a:lnTo>
                    <a:pt x="3473375" y="2569262"/>
                  </a:lnTo>
                  <a:lnTo>
                    <a:pt x="3444132" y="2462620"/>
                  </a:lnTo>
                  <a:lnTo>
                    <a:pt x="3414856" y="2354490"/>
                  </a:lnTo>
                  <a:lnTo>
                    <a:pt x="3385557" y="2245395"/>
                  </a:lnTo>
                  <a:lnTo>
                    <a:pt x="3356247" y="2135879"/>
                  </a:lnTo>
                  <a:lnTo>
                    <a:pt x="3326941" y="2026493"/>
                  </a:lnTo>
                  <a:lnTo>
                    <a:pt x="3297652" y="1917788"/>
                  </a:lnTo>
                  <a:lnTo>
                    <a:pt x="3268391" y="1810297"/>
                  </a:lnTo>
                  <a:lnTo>
                    <a:pt x="3239165" y="1704532"/>
                  </a:lnTo>
                  <a:lnTo>
                    <a:pt x="3209976" y="1600967"/>
                  </a:lnTo>
                  <a:lnTo>
                    <a:pt x="3180819" y="1500034"/>
                  </a:lnTo>
                  <a:lnTo>
                    <a:pt x="3151677" y="1402116"/>
                  </a:lnTo>
                  <a:lnTo>
                    <a:pt x="3122527" y="1307539"/>
                  </a:lnTo>
                  <a:lnTo>
                    <a:pt x="3093331" y="1216571"/>
                  </a:lnTo>
                  <a:lnTo>
                    <a:pt x="3064039" y="1129423"/>
                  </a:lnTo>
                  <a:lnTo>
                    <a:pt x="3034586" y="1046244"/>
                  </a:lnTo>
                  <a:lnTo>
                    <a:pt x="3004890" y="967127"/>
                  </a:lnTo>
                  <a:lnTo>
                    <a:pt x="2974852" y="892110"/>
                  </a:lnTo>
                  <a:lnTo>
                    <a:pt x="2944351" y="821183"/>
                  </a:lnTo>
                  <a:lnTo>
                    <a:pt x="2913244" y="754286"/>
                  </a:lnTo>
                  <a:lnTo>
                    <a:pt x="2896531" y="720586"/>
                  </a:lnTo>
                  <a:lnTo>
                    <a:pt x="2853590" y="641050"/>
                  </a:lnTo>
                  <a:lnTo>
                    <a:pt x="2808641" y="568359"/>
                  </a:lnTo>
                  <a:lnTo>
                    <a:pt x="2761129" y="502274"/>
                  </a:lnTo>
                  <a:lnTo>
                    <a:pt x="2710442" y="442333"/>
                  </a:lnTo>
                  <a:lnTo>
                    <a:pt x="2655947" y="387978"/>
                  </a:lnTo>
                  <a:lnTo>
                    <a:pt x="2597022" y="338637"/>
                  </a:lnTo>
                  <a:lnTo>
                    <a:pt x="2533097" y="293765"/>
                  </a:lnTo>
                  <a:lnTo>
                    <a:pt x="2463707" y="252886"/>
                  </a:lnTo>
                  <a:lnTo>
                    <a:pt x="2388570" y="215601"/>
                  </a:lnTo>
                  <a:lnTo>
                    <a:pt x="2307672" y="181600"/>
                  </a:lnTo>
                  <a:lnTo>
                    <a:pt x="2221385" y="150669"/>
                  </a:lnTo>
                  <a:lnTo>
                    <a:pt x="2130579" y="122687"/>
                  </a:lnTo>
                  <a:lnTo>
                    <a:pt x="2036729" y="97614"/>
                  </a:lnTo>
                  <a:lnTo>
                    <a:pt x="1941965" y="75476"/>
                  </a:lnTo>
                  <a:lnTo>
                    <a:pt x="1849032" y="56334"/>
                  </a:lnTo>
                  <a:lnTo>
                    <a:pt x="1761112" y="40242"/>
                  </a:lnTo>
                  <a:lnTo>
                    <a:pt x="1681507" y="27203"/>
                  </a:lnTo>
                  <a:lnTo>
                    <a:pt x="1613195" y="17129"/>
                  </a:lnTo>
                  <a:lnTo>
                    <a:pt x="1558354" y="9809"/>
                  </a:lnTo>
                  <a:lnTo>
                    <a:pt x="1517964" y="4910"/>
                  </a:lnTo>
                  <a:lnTo>
                    <a:pt x="1491586" y="1991"/>
                  </a:lnTo>
                  <a:lnTo>
                    <a:pt x="1477338" y="549"/>
                  </a:lnTo>
                  <a:lnTo>
                    <a:pt x="1472041" y="56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26" name="pg626"/>
            <p:cNvSpPr/>
            <p:nvPr/>
          </p:nvSpPr>
          <p:spPr>
            <a:xfrm>
              <a:off x="4799595" y="6859559"/>
              <a:ext cx="11981298" cy="4339862"/>
            </a:xfrm>
            <a:custGeom>
              <a:avLst/>
              <a:pathLst>
                <a:path w="11981298" h="4339862">
                  <a:moveTo>
                    <a:pt x="0" y="8172"/>
                  </a:moveTo>
                  <a:lnTo>
                    <a:pt x="1471387" y="8172"/>
                  </a:lnTo>
                  <a:lnTo>
                    <a:pt x="1472309" y="8253"/>
                  </a:lnTo>
                  <a:lnTo>
                    <a:pt x="1478399" y="8825"/>
                  </a:lnTo>
                  <a:lnTo>
                    <a:pt x="1493843" y="10407"/>
                  </a:lnTo>
                  <a:lnTo>
                    <a:pt x="1521687" y="13524"/>
                  </a:lnTo>
                  <a:lnTo>
                    <a:pt x="1563656" y="18678"/>
                  </a:lnTo>
                  <a:lnTo>
                    <a:pt x="1620031" y="26298"/>
                  </a:lnTo>
                  <a:lnTo>
                    <a:pt x="1689687" y="36705"/>
                  </a:lnTo>
                  <a:lnTo>
                    <a:pt x="1770338" y="50097"/>
                  </a:lnTo>
                  <a:lnTo>
                    <a:pt x="1858948" y="66550"/>
                  </a:lnTo>
                  <a:lnTo>
                    <a:pt x="1952211" y="86054"/>
                  </a:lnTo>
                  <a:lnTo>
                    <a:pt x="2046981" y="108551"/>
                  </a:lnTo>
                  <a:lnTo>
                    <a:pt x="2140576" y="133982"/>
                  </a:lnTo>
                  <a:lnTo>
                    <a:pt x="2230936" y="162328"/>
                  </a:lnTo>
                  <a:lnTo>
                    <a:pt x="2316659" y="193635"/>
                  </a:lnTo>
                  <a:lnTo>
                    <a:pt x="2396931" y="228037"/>
                  </a:lnTo>
                  <a:lnTo>
                    <a:pt x="2471431" y="265757"/>
                  </a:lnTo>
                  <a:lnTo>
                    <a:pt x="2540204" y="307114"/>
                  </a:lnTo>
                  <a:lnTo>
                    <a:pt x="2603557" y="352517"/>
                  </a:lnTo>
                  <a:lnTo>
                    <a:pt x="2661970" y="402453"/>
                  </a:lnTo>
                  <a:lnTo>
                    <a:pt x="2716018" y="457469"/>
                  </a:lnTo>
                  <a:lnTo>
                    <a:pt x="2766327" y="518143"/>
                  </a:lnTo>
                  <a:lnTo>
                    <a:pt x="2813530" y="585025"/>
                  </a:lnTo>
                  <a:lnTo>
                    <a:pt x="2858232" y="658562"/>
                  </a:lnTo>
                  <a:lnTo>
                    <a:pt x="2896531" y="730121"/>
                  </a:lnTo>
                  <a:lnTo>
                    <a:pt x="2928000" y="794994"/>
                  </a:lnTo>
                  <a:lnTo>
                    <a:pt x="2958775" y="863851"/>
                  </a:lnTo>
                  <a:lnTo>
                    <a:pt x="2989016" y="936772"/>
                  </a:lnTo>
                  <a:lnTo>
                    <a:pt x="3018854" y="1013795"/>
                  </a:lnTo>
                  <a:lnTo>
                    <a:pt x="3048399" y="1094907"/>
                  </a:lnTo>
                  <a:lnTo>
                    <a:pt x="3077743" y="1180046"/>
                  </a:lnTo>
                  <a:lnTo>
                    <a:pt x="3106958" y="1269092"/>
                  </a:lnTo>
                  <a:lnTo>
                    <a:pt x="3136103" y="1361867"/>
                  </a:lnTo>
                  <a:lnTo>
                    <a:pt x="3165220" y="1458135"/>
                  </a:lnTo>
                  <a:lnTo>
                    <a:pt x="3194341" y="1557600"/>
                  </a:lnTo>
                  <a:lnTo>
                    <a:pt x="3223487" y="1659909"/>
                  </a:lnTo>
                  <a:lnTo>
                    <a:pt x="3252668" y="1764656"/>
                  </a:lnTo>
                  <a:lnTo>
                    <a:pt x="3281885" y="1871390"/>
                  </a:lnTo>
                  <a:lnTo>
                    <a:pt x="3311136" y="1979618"/>
                  </a:lnTo>
                  <a:lnTo>
                    <a:pt x="3340410" y="2088817"/>
                  </a:lnTo>
                  <a:lnTo>
                    <a:pt x="3369694" y="2198444"/>
                  </a:lnTo>
                  <a:lnTo>
                    <a:pt x="3398975" y="2307949"/>
                  </a:lnTo>
                  <a:lnTo>
                    <a:pt x="3428240" y="2416781"/>
                  </a:lnTo>
                  <a:lnTo>
                    <a:pt x="3457477" y="2524406"/>
                  </a:lnTo>
                  <a:lnTo>
                    <a:pt x="3486678" y="2630313"/>
                  </a:lnTo>
                  <a:lnTo>
                    <a:pt x="3515843" y="2734028"/>
                  </a:lnTo>
                  <a:lnTo>
                    <a:pt x="3544976" y="2835117"/>
                  </a:lnTo>
                  <a:lnTo>
                    <a:pt x="3574092" y="2933198"/>
                  </a:lnTo>
                  <a:lnTo>
                    <a:pt x="3603217" y="3027943"/>
                  </a:lnTo>
                  <a:lnTo>
                    <a:pt x="3632386" y="3119083"/>
                  </a:lnTo>
                  <a:lnTo>
                    <a:pt x="3661651" y="3206406"/>
                  </a:lnTo>
                  <a:lnTo>
                    <a:pt x="3691075" y="3289763"/>
                  </a:lnTo>
                  <a:lnTo>
                    <a:pt x="3720738" y="3369058"/>
                  </a:lnTo>
                  <a:lnTo>
                    <a:pt x="3750741" y="3444252"/>
                  </a:lnTo>
                  <a:lnTo>
                    <a:pt x="3781202" y="3515355"/>
                  </a:lnTo>
                  <a:lnTo>
                    <a:pt x="3812265" y="3582425"/>
                  </a:lnTo>
                  <a:lnTo>
                    <a:pt x="3829811" y="3617913"/>
                  </a:lnTo>
                  <a:lnTo>
                    <a:pt x="3872744" y="3697585"/>
                  </a:lnTo>
                  <a:lnTo>
                    <a:pt x="3917684" y="3770402"/>
                  </a:lnTo>
                  <a:lnTo>
                    <a:pt x="3965186" y="3836603"/>
                  </a:lnTo>
                  <a:lnTo>
                    <a:pt x="4015861" y="3896650"/>
                  </a:lnTo>
                  <a:lnTo>
                    <a:pt x="4070343" y="3951101"/>
                  </a:lnTo>
                  <a:lnTo>
                    <a:pt x="4129252" y="4000532"/>
                  </a:lnTo>
                  <a:lnTo>
                    <a:pt x="4193160" y="4045485"/>
                  </a:lnTo>
                  <a:lnTo>
                    <a:pt x="4262528" y="4086439"/>
                  </a:lnTo>
                  <a:lnTo>
                    <a:pt x="4337643" y="4123794"/>
                  </a:lnTo>
                  <a:lnTo>
                    <a:pt x="4418515" y="4157858"/>
                  </a:lnTo>
                  <a:lnTo>
                    <a:pt x="4504777" y="4188848"/>
                  </a:lnTo>
                  <a:lnTo>
                    <a:pt x="4595558" y="4216884"/>
                  </a:lnTo>
                  <a:lnTo>
                    <a:pt x="4689386" y="4242006"/>
                  </a:lnTo>
                  <a:lnTo>
                    <a:pt x="4784133" y="4264189"/>
                  </a:lnTo>
                  <a:lnTo>
                    <a:pt x="4877059" y="4283372"/>
                  </a:lnTo>
                  <a:lnTo>
                    <a:pt x="4964981" y="4299500"/>
                  </a:lnTo>
                  <a:lnTo>
                    <a:pt x="5044601" y="4312570"/>
                  </a:lnTo>
                  <a:lnTo>
                    <a:pt x="5112942" y="4322671"/>
                  </a:lnTo>
                  <a:lnTo>
                    <a:pt x="5167821" y="4330012"/>
                  </a:lnTo>
                  <a:lnTo>
                    <a:pt x="5208255" y="4334928"/>
                  </a:lnTo>
                  <a:lnTo>
                    <a:pt x="5234679" y="4337858"/>
                  </a:lnTo>
                  <a:lnTo>
                    <a:pt x="5248967" y="4339308"/>
                  </a:lnTo>
                  <a:lnTo>
                    <a:pt x="5254292" y="4339804"/>
                  </a:lnTo>
                  <a:lnTo>
                    <a:pt x="5254955" y="4339862"/>
                  </a:lnTo>
                  <a:lnTo>
                    <a:pt x="6726343" y="4339862"/>
                  </a:lnTo>
                  <a:lnTo>
                    <a:pt x="6727479" y="4339793"/>
                  </a:lnTo>
                  <a:lnTo>
                    <a:pt x="6734950" y="4339301"/>
                  </a:lnTo>
                  <a:lnTo>
                    <a:pt x="6753785" y="4337943"/>
                  </a:lnTo>
                  <a:lnTo>
                    <a:pt x="6787462" y="4335268"/>
                  </a:lnTo>
                  <a:lnTo>
                    <a:pt x="6837663" y="4330862"/>
                  </a:lnTo>
                  <a:lnTo>
                    <a:pt x="6904147" y="4324384"/>
                  </a:lnTo>
                  <a:lnTo>
                    <a:pt x="6984897" y="4315602"/>
                  </a:lnTo>
                  <a:lnTo>
                    <a:pt x="7076584" y="4304397"/>
                  </a:lnTo>
                  <a:lnTo>
                    <a:pt x="7175209" y="4290748"/>
                  </a:lnTo>
                  <a:lnTo>
                    <a:pt x="7276759" y="4274695"/>
                  </a:lnTo>
                  <a:lnTo>
                    <a:pt x="7377720" y="4256289"/>
                  </a:lnTo>
                  <a:lnTo>
                    <a:pt x="7475361" y="4235558"/>
                  </a:lnTo>
                  <a:lnTo>
                    <a:pt x="7567822" y="4212471"/>
                  </a:lnTo>
                  <a:lnTo>
                    <a:pt x="7654040" y="4186921"/>
                  </a:lnTo>
                  <a:lnTo>
                    <a:pt x="7733608" y="4158716"/>
                  </a:lnTo>
                  <a:lnTo>
                    <a:pt x="7806605" y="4127578"/>
                  </a:lnTo>
                  <a:lnTo>
                    <a:pt x="7873445" y="4093147"/>
                  </a:lnTo>
                  <a:lnTo>
                    <a:pt x="7934749" y="4054995"/>
                  </a:lnTo>
                  <a:lnTo>
                    <a:pt x="7991254" y="4012642"/>
                  </a:lnTo>
                  <a:lnTo>
                    <a:pt x="8043739" y="3965597"/>
                  </a:lnTo>
                  <a:lnTo>
                    <a:pt x="8092977" y="3913417"/>
                  </a:lnTo>
                  <a:lnTo>
                    <a:pt x="8139686" y="3855810"/>
                  </a:lnTo>
                  <a:lnTo>
                    <a:pt x="8151487" y="3839947"/>
                  </a:lnTo>
                  <a:lnTo>
                    <a:pt x="8188315" y="3786988"/>
                  </a:lnTo>
                  <a:lnTo>
                    <a:pt x="8224230" y="3730222"/>
                  </a:lnTo>
                  <a:lnTo>
                    <a:pt x="8259475" y="3669569"/>
                  </a:lnTo>
                  <a:lnTo>
                    <a:pt x="8294247" y="3605012"/>
                  </a:lnTo>
                  <a:lnTo>
                    <a:pt x="8328705" y="3536597"/>
                  </a:lnTo>
                  <a:lnTo>
                    <a:pt x="8362974" y="3464445"/>
                  </a:lnTo>
                  <a:lnTo>
                    <a:pt x="8397146" y="3388751"/>
                  </a:lnTo>
                  <a:lnTo>
                    <a:pt x="8431291" y="3309786"/>
                  </a:lnTo>
                  <a:lnTo>
                    <a:pt x="8465454" y="3227900"/>
                  </a:lnTo>
                  <a:lnTo>
                    <a:pt x="8499659" y="3143516"/>
                  </a:lnTo>
                  <a:lnTo>
                    <a:pt x="8533916" y="3057120"/>
                  </a:lnTo>
                  <a:lnTo>
                    <a:pt x="8568217" y="2969254"/>
                  </a:lnTo>
                  <a:lnTo>
                    <a:pt x="8602550" y="2880500"/>
                  </a:lnTo>
                  <a:lnTo>
                    <a:pt x="8636893" y="2791467"/>
                  </a:lnTo>
                  <a:lnTo>
                    <a:pt x="8671224" y="2702771"/>
                  </a:lnTo>
                  <a:lnTo>
                    <a:pt x="8705522" y="2615017"/>
                  </a:lnTo>
                  <a:lnTo>
                    <a:pt x="8739773" y="2528786"/>
                  </a:lnTo>
                  <a:lnTo>
                    <a:pt x="8773974" y="2444614"/>
                  </a:lnTo>
                  <a:lnTo>
                    <a:pt x="8808134" y="2362983"/>
                  </a:lnTo>
                  <a:lnTo>
                    <a:pt x="8842279" y="2284308"/>
                  </a:lnTo>
                  <a:lnTo>
                    <a:pt x="8876458" y="2208932"/>
                  </a:lnTo>
                  <a:lnTo>
                    <a:pt x="8910739" y="2137121"/>
                  </a:lnTo>
                  <a:lnTo>
                    <a:pt x="8945220" y="2069061"/>
                  </a:lnTo>
                  <a:lnTo>
                    <a:pt x="8980029" y="2004865"/>
                  </a:lnTo>
                  <a:lnTo>
                    <a:pt x="9015328" y="1944575"/>
                  </a:lnTo>
                  <a:lnTo>
                    <a:pt x="9051316" y="1888166"/>
                  </a:lnTo>
                  <a:lnTo>
                    <a:pt x="9084767" y="1840286"/>
                  </a:lnTo>
                  <a:lnTo>
                    <a:pt x="9130924" y="1781255"/>
                  </a:lnTo>
                  <a:lnTo>
                    <a:pt x="9179440" y="1727684"/>
                  </a:lnTo>
                  <a:lnTo>
                    <a:pt x="9231008" y="1679343"/>
                  </a:lnTo>
                  <a:lnTo>
                    <a:pt x="9286393" y="1635818"/>
                  </a:lnTo>
                  <a:lnTo>
                    <a:pt x="9346377" y="1596621"/>
                  </a:lnTo>
                  <a:lnTo>
                    <a:pt x="9411713" y="1561268"/>
                  </a:lnTo>
                  <a:lnTo>
                    <a:pt x="9483060" y="1529312"/>
                  </a:lnTo>
                  <a:lnTo>
                    <a:pt x="9560897" y="1500375"/>
                  </a:lnTo>
                  <a:lnTo>
                    <a:pt x="9645404" y="1474157"/>
                  </a:lnTo>
                  <a:lnTo>
                    <a:pt x="9736315" y="1450444"/>
                  </a:lnTo>
                  <a:lnTo>
                    <a:pt x="9832755" y="1429106"/>
                  </a:lnTo>
                  <a:lnTo>
                    <a:pt x="9933081" y="1410096"/>
                  </a:lnTo>
                  <a:lnTo>
                    <a:pt x="10034788" y="1393426"/>
                  </a:lnTo>
                  <a:lnTo>
                    <a:pt x="10134546" y="1379148"/>
                  </a:lnTo>
                  <a:lnTo>
                    <a:pt x="10228431" y="1367307"/>
                  </a:lnTo>
                  <a:lnTo>
                    <a:pt x="10312382" y="1357902"/>
                  </a:lnTo>
                  <a:lnTo>
                    <a:pt x="10382829" y="1350843"/>
                  </a:lnTo>
                  <a:lnTo>
                    <a:pt x="10437361" y="1345927"/>
                  </a:lnTo>
                  <a:lnTo>
                    <a:pt x="10475247" y="1342841"/>
                  </a:lnTo>
                  <a:lnTo>
                    <a:pt x="10497672" y="1341183"/>
                  </a:lnTo>
                  <a:lnTo>
                    <a:pt x="10507670" y="1340510"/>
                  </a:lnTo>
                  <a:lnTo>
                    <a:pt x="10509911" y="1340371"/>
                  </a:lnTo>
                  <a:lnTo>
                    <a:pt x="11981298" y="1340371"/>
                  </a:lnTo>
                  <a:lnTo>
                    <a:pt x="11981298" y="1332198"/>
                  </a:lnTo>
                  <a:lnTo>
                    <a:pt x="10509911" y="1332198"/>
                  </a:lnTo>
                  <a:lnTo>
                    <a:pt x="10508774" y="1332267"/>
                  </a:lnTo>
                  <a:lnTo>
                    <a:pt x="10501303" y="1332759"/>
                  </a:lnTo>
                  <a:lnTo>
                    <a:pt x="10482468" y="1334117"/>
                  </a:lnTo>
                  <a:lnTo>
                    <a:pt x="10448791" y="1336791"/>
                  </a:lnTo>
                  <a:lnTo>
                    <a:pt x="10398590" y="1341198"/>
                  </a:lnTo>
                  <a:lnTo>
                    <a:pt x="10332106" y="1347676"/>
                  </a:lnTo>
                  <a:lnTo>
                    <a:pt x="10251356" y="1356458"/>
                  </a:lnTo>
                  <a:lnTo>
                    <a:pt x="10159669" y="1367663"/>
                  </a:lnTo>
                  <a:lnTo>
                    <a:pt x="10061044" y="1381311"/>
                  </a:lnTo>
                  <a:lnTo>
                    <a:pt x="9959494" y="1397365"/>
                  </a:lnTo>
                  <a:lnTo>
                    <a:pt x="9858533" y="1415771"/>
                  </a:lnTo>
                  <a:lnTo>
                    <a:pt x="9760892" y="1436502"/>
                  </a:lnTo>
                  <a:lnTo>
                    <a:pt x="9668431" y="1459589"/>
                  </a:lnTo>
                  <a:lnTo>
                    <a:pt x="9582213" y="1485139"/>
                  </a:lnTo>
                  <a:lnTo>
                    <a:pt x="9502645" y="1513344"/>
                  </a:lnTo>
                  <a:lnTo>
                    <a:pt x="9429648" y="1544482"/>
                  </a:lnTo>
                  <a:lnTo>
                    <a:pt x="9362808" y="1578912"/>
                  </a:lnTo>
                  <a:lnTo>
                    <a:pt x="9301504" y="1617065"/>
                  </a:lnTo>
                  <a:lnTo>
                    <a:pt x="9244999" y="1659418"/>
                  </a:lnTo>
                  <a:lnTo>
                    <a:pt x="9192514" y="1706463"/>
                  </a:lnTo>
                  <a:lnTo>
                    <a:pt x="9143276" y="1758643"/>
                  </a:lnTo>
                  <a:lnTo>
                    <a:pt x="9096567" y="1816250"/>
                  </a:lnTo>
                  <a:lnTo>
                    <a:pt x="9084767" y="1832113"/>
                  </a:lnTo>
                  <a:lnTo>
                    <a:pt x="9047938" y="1885071"/>
                  </a:lnTo>
                  <a:lnTo>
                    <a:pt x="9012023" y="1941838"/>
                  </a:lnTo>
                  <a:lnTo>
                    <a:pt x="8976778" y="2002491"/>
                  </a:lnTo>
                  <a:lnTo>
                    <a:pt x="8942006" y="2067048"/>
                  </a:lnTo>
                  <a:lnTo>
                    <a:pt x="8907548" y="2135463"/>
                  </a:lnTo>
                  <a:lnTo>
                    <a:pt x="8873280" y="2207615"/>
                  </a:lnTo>
                  <a:lnTo>
                    <a:pt x="8839107" y="2283309"/>
                  </a:lnTo>
                  <a:lnTo>
                    <a:pt x="8804962" y="2362274"/>
                  </a:lnTo>
                  <a:lnTo>
                    <a:pt x="8770799" y="2444160"/>
                  </a:lnTo>
                  <a:lnTo>
                    <a:pt x="8736594" y="2528544"/>
                  </a:lnTo>
                  <a:lnTo>
                    <a:pt x="8702338" y="2614940"/>
                  </a:lnTo>
                  <a:lnTo>
                    <a:pt x="8668036" y="2702806"/>
                  </a:lnTo>
                  <a:lnTo>
                    <a:pt x="8633703" y="2791560"/>
                  </a:lnTo>
                  <a:lnTo>
                    <a:pt x="8599360" y="2880593"/>
                  </a:lnTo>
                  <a:lnTo>
                    <a:pt x="8565029" y="2969289"/>
                  </a:lnTo>
                  <a:lnTo>
                    <a:pt x="8530731" y="3057043"/>
                  </a:lnTo>
                  <a:lnTo>
                    <a:pt x="8496480" y="3143274"/>
                  </a:lnTo>
                  <a:lnTo>
                    <a:pt x="8462279" y="3227446"/>
                  </a:lnTo>
                  <a:lnTo>
                    <a:pt x="8428119" y="3309077"/>
                  </a:lnTo>
                  <a:lnTo>
                    <a:pt x="8393974" y="3387751"/>
                  </a:lnTo>
                  <a:lnTo>
                    <a:pt x="8359796" y="3463127"/>
                  </a:lnTo>
                  <a:lnTo>
                    <a:pt x="8325514" y="3534939"/>
                  </a:lnTo>
                  <a:lnTo>
                    <a:pt x="8291033" y="3602999"/>
                  </a:lnTo>
                  <a:lnTo>
                    <a:pt x="8256224" y="3667195"/>
                  </a:lnTo>
                  <a:lnTo>
                    <a:pt x="8220926" y="3727485"/>
                  </a:lnTo>
                  <a:lnTo>
                    <a:pt x="8184937" y="3783894"/>
                  </a:lnTo>
                  <a:lnTo>
                    <a:pt x="8151487" y="3831774"/>
                  </a:lnTo>
                  <a:lnTo>
                    <a:pt x="8105329" y="3890805"/>
                  </a:lnTo>
                  <a:lnTo>
                    <a:pt x="8056814" y="3944376"/>
                  </a:lnTo>
                  <a:lnTo>
                    <a:pt x="8005245" y="3992717"/>
                  </a:lnTo>
                  <a:lnTo>
                    <a:pt x="7949860" y="4036242"/>
                  </a:lnTo>
                  <a:lnTo>
                    <a:pt x="7889876" y="4075439"/>
                  </a:lnTo>
                  <a:lnTo>
                    <a:pt x="7824540" y="4110792"/>
                  </a:lnTo>
                  <a:lnTo>
                    <a:pt x="7753193" y="4142748"/>
                  </a:lnTo>
                  <a:lnTo>
                    <a:pt x="7675356" y="4171685"/>
                  </a:lnTo>
                  <a:lnTo>
                    <a:pt x="7590849" y="4197903"/>
                  </a:lnTo>
                  <a:lnTo>
                    <a:pt x="7499938" y="4221616"/>
                  </a:lnTo>
                  <a:lnTo>
                    <a:pt x="7403498" y="4242954"/>
                  </a:lnTo>
                  <a:lnTo>
                    <a:pt x="7303172" y="4261964"/>
                  </a:lnTo>
                  <a:lnTo>
                    <a:pt x="7201465" y="4278634"/>
                  </a:lnTo>
                  <a:lnTo>
                    <a:pt x="7101707" y="4292912"/>
                  </a:lnTo>
                  <a:lnTo>
                    <a:pt x="7007822" y="4304753"/>
                  </a:lnTo>
                  <a:lnTo>
                    <a:pt x="6923871" y="4314158"/>
                  </a:lnTo>
                  <a:lnTo>
                    <a:pt x="6853424" y="4321217"/>
                  </a:lnTo>
                  <a:lnTo>
                    <a:pt x="6798892" y="4326132"/>
                  </a:lnTo>
                  <a:lnTo>
                    <a:pt x="6761006" y="4329219"/>
                  </a:lnTo>
                  <a:lnTo>
                    <a:pt x="6738581" y="4330877"/>
                  </a:lnTo>
                  <a:lnTo>
                    <a:pt x="6728583" y="4331550"/>
                  </a:lnTo>
                  <a:lnTo>
                    <a:pt x="6726343" y="4331689"/>
                  </a:lnTo>
                  <a:lnTo>
                    <a:pt x="5254955" y="4331689"/>
                  </a:lnTo>
                  <a:lnTo>
                    <a:pt x="5254033" y="4331608"/>
                  </a:lnTo>
                  <a:lnTo>
                    <a:pt x="5247943" y="4331036"/>
                  </a:lnTo>
                  <a:lnTo>
                    <a:pt x="5232499" y="4329454"/>
                  </a:lnTo>
                  <a:lnTo>
                    <a:pt x="5204655" y="4326337"/>
                  </a:lnTo>
                  <a:lnTo>
                    <a:pt x="5162686" y="4321183"/>
                  </a:lnTo>
                  <a:lnTo>
                    <a:pt x="5106311" y="4313564"/>
                  </a:lnTo>
                  <a:lnTo>
                    <a:pt x="5036655" y="4303156"/>
                  </a:lnTo>
                  <a:lnTo>
                    <a:pt x="4956005" y="4289764"/>
                  </a:lnTo>
                  <a:lnTo>
                    <a:pt x="4867395" y="4273311"/>
                  </a:lnTo>
                  <a:lnTo>
                    <a:pt x="4774131" y="4253807"/>
                  </a:lnTo>
                  <a:lnTo>
                    <a:pt x="4679361" y="4231310"/>
                  </a:lnTo>
                  <a:lnTo>
                    <a:pt x="4585766" y="4205879"/>
                  </a:lnTo>
                  <a:lnTo>
                    <a:pt x="4495406" y="4177533"/>
                  </a:lnTo>
                  <a:lnTo>
                    <a:pt x="4409683" y="4146226"/>
                  </a:lnTo>
                  <a:lnTo>
                    <a:pt x="4329411" y="4111824"/>
                  </a:lnTo>
                  <a:lnTo>
                    <a:pt x="4254911" y="4074105"/>
                  </a:lnTo>
                  <a:lnTo>
                    <a:pt x="4186138" y="4032747"/>
                  </a:lnTo>
                  <a:lnTo>
                    <a:pt x="4122785" y="3987344"/>
                  </a:lnTo>
                  <a:lnTo>
                    <a:pt x="4064372" y="3937408"/>
                  </a:lnTo>
                  <a:lnTo>
                    <a:pt x="4010324" y="3882392"/>
                  </a:lnTo>
                  <a:lnTo>
                    <a:pt x="3960015" y="3821718"/>
                  </a:lnTo>
                  <a:lnTo>
                    <a:pt x="3912812" y="3754836"/>
                  </a:lnTo>
                  <a:lnTo>
                    <a:pt x="3868110" y="3681299"/>
                  </a:lnTo>
                  <a:lnTo>
                    <a:pt x="3829811" y="3609740"/>
                  </a:lnTo>
                  <a:lnTo>
                    <a:pt x="3798343" y="3544867"/>
                  </a:lnTo>
                  <a:lnTo>
                    <a:pt x="3767567" y="3476010"/>
                  </a:lnTo>
                  <a:lnTo>
                    <a:pt x="3737326" y="3403089"/>
                  </a:lnTo>
                  <a:lnTo>
                    <a:pt x="3707488" y="3326066"/>
                  </a:lnTo>
                  <a:lnTo>
                    <a:pt x="3677943" y="3244954"/>
                  </a:lnTo>
                  <a:lnTo>
                    <a:pt x="3648599" y="3159815"/>
                  </a:lnTo>
                  <a:lnTo>
                    <a:pt x="3619384" y="3070769"/>
                  </a:lnTo>
                  <a:lnTo>
                    <a:pt x="3590239" y="2977994"/>
                  </a:lnTo>
                  <a:lnTo>
                    <a:pt x="3561122" y="2881726"/>
                  </a:lnTo>
                  <a:lnTo>
                    <a:pt x="3532001" y="2782261"/>
                  </a:lnTo>
                  <a:lnTo>
                    <a:pt x="3502855" y="2679952"/>
                  </a:lnTo>
                  <a:lnTo>
                    <a:pt x="3473674" y="2575205"/>
                  </a:lnTo>
                  <a:lnTo>
                    <a:pt x="3444457" y="2468471"/>
                  </a:lnTo>
                  <a:lnTo>
                    <a:pt x="3415206" y="2360244"/>
                  </a:lnTo>
                  <a:lnTo>
                    <a:pt x="3385933" y="2251045"/>
                  </a:lnTo>
                  <a:lnTo>
                    <a:pt x="3356648" y="2141417"/>
                  </a:lnTo>
                  <a:lnTo>
                    <a:pt x="3327367" y="2031913"/>
                  </a:lnTo>
                  <a:lnTo>
                    <a:pt x="3298102" y="1923080"/>
                  </a:lnTo>
                  <a:lnTo>
                    <a:pt x="3268865" y="1815455"/>
                  </a:lnTo>
                  <a:lnTo>
                    <a:pt x="3239664" y="1709548"/>
                  </a:lnTo>
                  <a:lnTo>
                    <a:pt x="3210500" y="1605833"/>
                  </a:lnTo>
                  <a:lnTo>
                    <a:pt x="3181366" y="1504744"/>
                  </a:lnTo>
                  <a:lnTo>
                    <a:pt x="3152250" y="1406663"/>
                  </a:lnTo>
                  <a:lnTo>
                    <a:pt x="3123125" y="1311918"/>
                  </a:lnTo>
                  <a:lnTo>
                    <a:pt x="3093956" y="1220779"/>
                  </a:lnTo>
                  <a:lnTo>
                    <a:pt x="3064691" y="1133455"/>
                  </a:lnTo>
                  <a:lnTo>
                    <a:pt x="3035268" y="1050098"/>
                  </a:lnTo>
                  <a:lnTo>
                    <a:pt x="3005604" y="970803"/>
                  </a:lnTo>
                  <a:lnTo>
                    <a:pt x="2975601" y="895609"/>
                  </a:lnTo>
                  <a:lnTo>
                    <a:pt x="2945140" y="824506"/>
                  </a:lnTo>
                  <a:lnTo>
                    <a:pt x="2914077" y="757436"/>
                  </a:lnTo>
                  <a:lnTo>
                    <a:pt x="2896531" y="721948"/>
                  </a:lnTo>
                  <a:lnTo>
                    <a:pt x="2853598" y="642276"/>
                  </a:lnTo>
                  <a:lnTo>
                    <a:pt x="2808658" y="569459"/>
                  </a:lnTo>
                  <a:lnTo>
                    <a:pt x="2761156" y="503258"/>
                  </a:lnTo>
                  <a:lnTo>
                    <a:pt x="2710481" y="443211"/>
                  </a:lnTo>
                  <a:lnTo>
                    <a:pt x="2656000" y="388760"/>
                  </a:lnTo>
                  <a:lnTo>
                    <a:pt x="2597090" y="339329"/>
                  </a:lnTo>
                  <a:lnTo>
                    <a:pt x="2533183" y="294376"/>
                  </a:lnTo>
                  <a:lnTo>
                    <a:pt x="2463814" y="253422"/>
                  </a:lnTo>
                  <a:lnTo>
                    <a:pt x="2388700" y="216067"/>
                  </a:lnTo>
                  <a:lnTo>
                    <a:pt x="2307827" y="182003"/>
                  </a:lnTo>
                  <a:lnTo>
                    <a:pt x="2221565" y="151014"/>
                  </a:lnTo>
                  <a:lnTo>
                    <a:pt x="2130784" y="122977"/>
                  </a:lnTo>
                  <a:lnTo>
                    <a:pt x="2036956" y="97855"/>
                  </a:lnTo>
                  <a:lnTo>
                    <a:pt x="1942209" y="75672"/>
                  </a:lnTo>
                  <a:lnTo>
                    <a:pt x="1849283" y="56489"/>
                  </a:lnTo>
                  <a:lnTo>
                    <a:pt x="1761361" y="40361"/>
                  </a:lnTo>
                  <a:lnTo>
                    <a:pt x="1681741" y="27291"/>
                  </a:lnTo>
                  <a:lnTo>
                    <a:pt x="1613400" y="17190"/>
                  </a:lnTo>
                  <a:lnTo>
                    <a:pt x="1558521" y="9849"/>
                  </a:lnTo>
                  <a:lnTo>
                    <a:pt x="1518087" y="4933"/>
                  </a:lnTo>
                  <a:lnTo>
                    <a:pt x="1491663" y="2003"/>
                  </a:lnTo>
                  <a:lnTo>
                    <a:pt x="1477375" y="553"/>
                  </a:lnTo>
                  <a:lnTo>
                    <a:pt x="1472050" y="57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627" name="pl627"/>
            <p:cNvSpPr/>
            <p:nvPr/>
          </p:nvSpPr>
          <p:spPr>
            <a:xfrm>
              <a:off x="4799595" y="6867732"/>
              <a:ext cx="11981298" cy="4331689"/>
            </a:xfrm>
            <a:custGeom>
              <a:avLst/>
              <a:pathLst>
                <a:path w="11981298" h="4331689">
                  <a:moveTo>
                    <a:pt x="0" y="0"/>
                  </a:moveTo>
                  <a:lnTo>
                    <a:pt x="1471387" y="0"/>
                  </a:lnTo>
                  <a:lnTo>
                    <a:pt x="1472309" y="80"/>
                  </a:lnTo>
                  <a:lnTo>
                    <a:pt x="1478399" y="652"/>
                  </a:lnTo>
                  <a:lnTo>
                    <a:pt x="1493843" y="2234"/>
                  </a:lnTo>
                  <a:lnTo>
                    <a:pt x="1521687" y="5351"/>
                  </a:lnTo>
                  <a:lnTo>
                    <a:pt x="1563656" y="10505"/>
                  </a:lnTo>
                  <a:lnTo>
                    <a:pt x="1620031" y="18125"/>
                  </a:lnTo>
                  <a:lnTo>
                    <a:pt x="1689687" y="28532"/>
                  </a:lnTo>
                  <a:lnTo>
                    <a:pt x="1770338" y="41924"/>
                  </a:lnTo>
                  <a:lnTo>
                    <a:pt x="1858948" y="58377"/>
                  </a:lnTo>
                  <a:lnTo>
                    <a:pt x="1952211" y="77881"/>
                  </a:lnTo>
                  <a:lnTo>
                    <a:pt x="2046981" y="100378"/>
                  </a:lnTo>
                  <a:lnTo>
                    <a:pt x="2140576" y="125809"/>
                  </a:lnTo>
                  <a:lnTo>
                    <a:pt x="2230936" y="154155"/>
                  </a:lnTo>
                  <a:lnTo>
                    <a:pt x="2316659" y="185462"/>
                  </a:lnTo>
                  <a:lnTo>
                    <a:pt x="2396931" y="219864"/>
                  </a:lnTo>
                  <a:lnTo>
                    <a:pt x="2471431" y="257584"/>
                  </a:lnTo>
                  <a:lnTo>
                    <a:pt x="2540204" y="298941"/>
                  </a:lnTo>
                  <a:lnTo>
                    <a:pt x="2603557" y="344344"/>
                  </a:lnTo>
                  <a:lnTo>
                    <a:pt x="2661970" y="394280"/>
                  </a:lnTo>
                  <a:lnTo>
                    <a:pt x="2716018" y="449296"/>
                  </a:lnTo>
                  <a:lnTo>
                    <a:pt x="2766327" y="509970"/>
                  </a:lnTo>
                  <a:lnTo>
                    <a:pt x="2813530" y="576852"/>
                  </a:lnTo>
                  <a:lnTo>
                    <a:pt x="2858232" y="650389"/>
                  </a:lnTo>
                  <a:lnTo>
                    <a:pt x="2896531" y="721948"/>
                  </a:lnTo>
                  <a:lnTo>
                    <a:pt x="2928000" y="786821"/>
                  </a:lnTo>
                  <a:lnTo>
                    <a:pt x="2958775" y="855678"/>
                  </a:lnTo>
                  <a:lnTo>
                    <a:pt x="2989016" y="928599"/>
                  </a:lnTo>
                  <a:lnTo>
                    <a:pt x="3018854" y="1005622"/>
                  </a:lnTo>
                  <a:lnTo>
                    <a:pt x="3048399" y="1086734"/>
                  </a:lnTo>
                  <a:lnTo>
                    <a:pt x="3077743" y="1171873"/>
                  </a:lnTo>
                  <a:lnTo>
                    <a:pt x="3106958" y="1260919"/>
                  </a:lnTo>
                  <a:lnTo>
                    <a:pt x="3136103" y="1353694"/>
                  </a:lnTo>
                  <a:lnTo>
                    <a:pt x="3165220" y="1449962"/>
                  </a:lnTo>
                  <a:lnTo>
                    <a:pt x="3194341" y="1549427"/>
                  </a:lnTo>
                  <a:lnTo>
                    <a:pt x="3223487" y="1651736"/>
                  </a:lnTo>
                  <a:lnTo>
                    <a:pt x="3252668" y="1756483"/>
                  </a:lnTo>
                  <a:lnTo>
                    <a:pt x="3281885" y="1863217"/>
                  </a:lnTo>
                  <a:lnTo>
                    <a:pt x="3311136" y="1971445"/>
                  </a:lnTo>
                  <a:lnTo>
                    <a:pt x="3340410" y="2080644"/>
                  </a:lnTo>
                  <a:lnTo>
                    <a:pt x="3369694" y="2190271"/>
                  </a:lnTo>
                  <a:lnTo>
                    <a:pt x="3398975" y="2299776"/>
                  </a:lnTo>
                  <a:lnTo>
                    <a:pt x="3428240" y="2408608"/>
                  </a:lnTo>
                  <a:lnTo>
                    <a:pt x="3457477" y="2516233"/>
                  </a:lnTo>
                  <a:lnTo>
                    <a:pt x="3486678" y="2622140"/>
                  </a:lnTo>
                  <a:lnTo>
                    <a:pt x="3515843" y="2725855"/>
                  </a:lnTo>
                  <a:lnTo>
                    <a:pt x="3544976" y="2826944"/>
                  </a:lnTo>
                  <a:lnTo>
                    <a:pt x="3574092" y="2925025"/>
                  </a:lnTo>
                  <a:lnTo>
                    <a:pt x="3603217" y="3019770"/>
                  </a:lnTo>
                  <a:lnTo>
                    <a:pt x="3632386" y="3110910"/>
                  </a:lnTo>
                  <a:lnTo>
                    <a:pt x="3661651" y="3198233"/>
                  </a:lnTo>
                  <a:lnTo>
                    <a:pt x="3691075" y="3281590"/>
                  </a:lnTo>
                  <a:lnTo>
                    <a:pt x="3720738" y="3360885"/>
                  </a:lnTo>
                  <a:lnTo>
                    <a:pt x="3750741" y="3436079"/>
                  </a:lnTo>
                  <a:lnTo>
                    <a:pt x="3781202" y="3507182"/>
                  </a:lnTo>
                  <a:lnTo>
                    <a:pt x="3812265" y="3574252"/>
                  </a:lnTo>
                  <a:lnTo>
                    <a:pt x="3829811" y="3609740"/>
                  </a:lnTo>
                  <a:lnTo>
                    <a:pt x="3872744" y="3689412"/>
                  </a:lnTo>
                  <a:lnTo>
                    <a:pt x="3917684" y="3762229"/>
                  </a:lnTo>
                  <a:lnTo>
                    <a:pt x="3965186" y="3828430"/>
                  </a:lnTo>
                  <a:lnTo>
                    <a:pt x="4015861" y="3888477"/>
                  </a:lnTo>
                  <a:lnTo>
                    <a:pt x="4070343" y="3942928"/>
                  </a:lnTo>
                  <a:lnTo>
                    <a:pt x="4129252" y="3992359"/>
                  </a:lnTo>
                  <a:lnTo>
                    <a:pt x="4193160" y="4037312"/>
                  </a:lnTo>
                  <a:lnTo>
                    <a:pt x="4262528" y="4078266"/>
                  </a:lnTo>
                  <a:lnTo>
                    <a:pt x="4337643" y="4115621"/>
                  </a:lnTo>
                  <a:lnTo>
                    <a:pt x="4418515" y="4149685"/>
                  </a:lnTo>
                  <a:lnTo>
                    <a:pt x="4504777" y="4180675"/>
                  </a:lnTo>
                  <a:lnTo>
                    <a:pt x="4595558" y="4208711"/>
                  </a:lnTo>
                  <a:lnTo>
                    <a:pt x="4689386" y="4233833"/>
                  </a:lnTo>
                  <a:lnTo>
                    <a:pt x="4784133" y="4256016"/>
                  </a:lnTo>
                  <a:lnTo>
                    <a:pt x="4877059" y="4275199"/>
                  </a:lnTo>
                  <a:lnTo>
                    <a:pt x="4964981" y="4291327"/>
                  </a:lnTo>
                  <a:lnTo>
                    <a:pt x="5044601" y="4304397"/>
                  </a:lnTo>
                  <a:lnTo>
                    <a:pt x="5112942" y="4314498"/>
                  </a:lnTo>
                  <a:lnTo>
                    <a:pt x="5167821" y="4321839"/>
                  </a:lnTo>
                  <a:lnTo>
                    <a:pt x="5208255" y="4326755"/>
                  </a:lnTo>
                  <a:lnTo>
                    <a:pt x="5234679" y="4329685"/>
                  </a:lnTo>
                  <a:lnTo>
                    <a:pt x="5248967" y="4331135"/>
                  </a:lnTo>
                  <a:lnTo>
                    <a:pt x="5254292" y="4331631"/>
                  </a:lnTo>
                  <a:lnTo>
                    <a:pt x="5254955" y="4331689"/>
                  </a:lnTo>
                  <a:lnTo>
                    <a:pt x="6726343" y="4331689"/>
                  </a:lnTo>
                  <a:lnTo>
                    <a:pt x="6727479" y="4331620"/>
                  </a:lnTo>
                  <a:lnTo>
                    <a:pt x="6734950" y="4331128"/>
                  </a:lnTo>
                  <a:lnTo>
                    <a:pt x="6753785" y="4329770"/>
                  </a:lnTo>
                  <a:lnTo>
                    <a:pt x="6787462" y="4327095"/>
                  </a:lnTo>
                  <a:lnTo>
                    <a:pt x="6837663" y="4322689"/>
                  </a:lnTo>
                  <a:lnTo>
                    <a:pt x="6904147" y="4316211"/>
                  </a:lnTo>
                  <a:lnTo>
                    <a:pt x="6984897" y="4307429"/>
                  </a:lnTo>
                  <a:lnTo>
                    <a:pt x="7076584" y="4296224"/>
                  </a:lnTo>
                  <a:lnTo>
                    <a:pt x="7175209" y="4282575"/>
                  </a:lnTo>
                  <a:lnTo>
                    <a:pt x="7276759" y="4266522"/>
                  </a:lnTo>
                  <a:lnTo>
                    <a:pt x="7377720" y="4248116"/>
                  </a:lnTo>
                  <a:lnTo>
                    <a:pt x="7475361" y="4227385"/>
                  </a:lnTo>
                  <a:lnTo>
                    <a:pt x="7567822" y="4204298"/>
                  </a:lnTo>
                  <a:lnTo>
                    <a:pt x="7654040" y="4178748"/>
                  </a:lnTo>
                  <a:lnTo>
                    <a:pt x="7733608" y="4150543"/>
                  </a:lnTo>
                  <a:lnTo>
                    <a:pt x="7806605" y="4119405"/>
                  </a:lnTo>
                  <a:lnTo>
                    <a:pt x="7873445" y="4084974"/>
                  </a:lnTo>
                  <a:lnTo>
                    <a:pt x="7934749" y="4046822"/>
                  </a:lnTo>
                  <a:lnTo>
                    <a:pt x="7991254" y="4004469"/>
                  </a:lnTo>
                  <a:lnTo>
                    <a:pt x="8043739" y="3957424"/>
                  </a:lnTo>
                  <a:lnTo>
                    <a:pt x="8092977" y="3905244"/>
                  </a:lnTo>
                  <a:lnTo>
                    <a:pt x="8139686" y="3847637"/>
                  </a:lnTo>
                  <a:lnTo>
                    <a:pt x="8151487" y="3831774"/>
                  </a:lnTo>
                  <a:lnTo>
                    <a:pt x="8188315" y="3778815"/>
                  </a:lnTo>
                  <a:lnTo>
                    <a:pt x="8224230" y="3722049"/>
                  </a:lnTo>
                  <a:lnTo>
                    <a:pt x="8259475" y="3661396"/>
                  </a:lnTo>
                  <a:lnTo>
                    <a:pt x="8294247" y="3596839"/>
                  </a:lnTo>
                  <a:lnTo>
                    <a:pt x="8328705" y="3528424"/>
                  </a:lnTo>
                  <a:lnTo>
                    <a:pt x="8362974" y="3456272"/>
                  </a:lnTo>
                  <a:lnTo>
                    <a:pt x="8397146" y="3380578"/>
                  </a:lnTo>
                  <a:lnTo>
                    <a:pt x="8431291" y="3301613"/>
                  </a:lnTo>
                  <a:lnTo>
                    <a:pt x="8465454" y="3219727"/>
                  </a:lnTo>
                  <a:lnTo>
                    <a:pt x="8499659" y="3135343"/>
                  </a:lnTo>
                  <a:lnTo>
                    <a:pt x="8533916" y="3048947"/>
                  </a:lnTo>
                  <a:lnTo>
                    <a:pt x="8568217" y="2961081"/>
                  </a:lnTo>
                  <a:lnTo>
                    <a:pt x="8602550" y="2872327"/>
                  </a:lnTo>
                  <a:lnTo>
                    <a:pt x="8636893" y="2783294"/>
                  </a:lnTo>
                  <a:lnTo>
                    <a:pt x="8671224" y="2694598"/>
                  </a:lnTo>
                  <a:lnTo>
                    <a:pt x="8705522" y="2606844"/>
                  </a:lnTo>
                  <a:lnTo>
                    <a:pt x="8739773" y="2520613"/>
                  </a:lnTo>
                  <a:lnTo>
                    <a:pt x="8773974" y="2436441"/>
                  </a:lnTo>
                  <a:lnTo>
                    <a:pt x="8808134" y="2354810"/>
                  </a:lnTo>
                  <a:lnTo>
                    <a:pt x="8842279" y="2276135"/>
                  </a:lnTo>
                  <a:lnTo>
                    <a:pt x="8876458" y="2200759"/>
                  </a:lnTo>
                  <a:lnTo>
                    <a:pt x="8910739" y="2128948"/>
                  </a:lnTo>
                  <a:lnTo>
                    <a:pt x="8945220" y="2060888"/>
                  </a:lnTo>
                  <a:lnTo>
                    <a:pt x="8980029" y="1996692"/>
                  </a:lnTo>
                  <a:lnTo>
                    <a:pt x="9015328" y="1936402"/>
                  </a:lnTo>
                  <a:lnTo>
                    <a:pt x="9051316" y="1879993"/>
                  </a:lnTo>
                  <a:lnTo>
                    <a:pt x="9084767" y="1832113"/>
                  </a:lnTo>
                  <a:lnTo>
                    <a:pt x="9130924" y="1773082"/>
                  </a:lnTo>
                  <a:lnTo>
                    <a:pt x="9179440" y="1719511"/>
                  </a:lnTo>
                  <a:lnTo>
                    <a:pt x="9231008" y="1671170"/>
                  </a:lnTo>
                  <a:lnTo>
                    <a:pt x="9286393" y="1627645"/>
                  </a:lnTo>
                  <a:lnTo>
                    <a:pt x="9346377" y="1588448"/>
                  </a:lnTo>
                  <a:lnTo>
                    <a:pt x="9411713" y="1553095"/>
                  </a:lnTo>
                  <a:lnTo>
                    <a:pt x="9483060" y="1521139"/>
                  </a:lnTo>
                  <a:lnTo>
                    <a:pt x="9560897" y="1492202"/>
                  </a:lnTo>
                  <a:lnTo>
                    <a:pt x="9645404" y="1465984"/>
                  </a:lnTo>
                  <a:lnTo>
                    <a:pt x="9736315" y="1442271"/>
                  </a:lnTo>
                  <a:lnTo>
                    <a:pt x="9832755" y="1420933"/>
                  </a:lnTo>
                  <a:lnTo>
                    <a:pt x="9933081" y="1401923"/>
                  </a:lnTo>
                  <a:lnTo>
                    <a:pt x="10034788" y="1385253"/>
                  </a:lnTo>
                  <a:lnTo>
                    <a:pt x="10134546" y="1370975"/>
                  </a:lnTo>
                  <a:lnTo>
                    <a:pt x="10228431" y="1359134"/>
                  </a:lnTo>
                  <a:lnTo>
                    <a:pt x="10312382" y="1349729"/>
                  </a:lnTo>
                  <a:lnTo>
                    <a:pt x="10382829" y="1342670"/>
                  </a:lnTo>
                  <a:lnTo>
                    <a:pt x="10437361" y="1337754"/>
                  </a:lnTo>
                  <a:lnTo>
                    <a:pt x="10475247" y="1334668"/>
                  </a:lnTo>
                  <a:lnTo>
                    <a:pt x="10497672" y="1333010"/>
                  </a:lnTo>
                  <a:lnTo>
                    <a:pt x="10507670" y="1332337"/>
                  </a:lnTo>
                  <a:lnTo>
                    <a:pt x="10509890" y="1332199"/>
                  </a:lnTo>
                  <a:lnTo>
                    <a:pt x="10509911" y="1332198"/>
                  </a:lnTo>
                  <a:lnTo>
                    <a:pt x="11981298" y="133219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28" name="pl628"/>
            <p:cNvSpPr/>
            <p:nvPr/>
          </p:nvSpPr>
          <p:spPr>
            <a:xfrm>
              <a:off x="4799595" y="6859559"/>
              <a:ext cx="11981298" cy="4331689"/>
            </a:xfrm>
            <a:custGeom>
              <a:avLst/>
              <a:pathLst>
                <a:path w="11981298" h="4331689">
                  <a:moveTo>
                    <a:pt x="11981298" y="1332198"/>
                  </a:moveTo>
                  <a:lnTo>
                    <a:pt x="10509911" y="1332198"/>
                  </a:lnTo>
                  <a:lnTo>
                    <a:pt x="10508774" y="1332267"/>
                  </a:lnTo>
                  <a:lnTo>
                    <a:pt x="10501303" y="1332759"/>
                  </a:lnTo>
                  <a:lnTo>
                    <a:pt x="10482468" y="1334117"/>
                  </a:lnTo>
                  <a:lnTo>
                    <a:pt x="10448791" y="1336791"/>
                  </a:lnTo>
                  <a:lnTo>
                    <a:pt x="10398590" y="1341198"/>
                  </a:lnTo>
                  <a:lnTo>
                    <a:pt x="10332106" y="1347676"/>
                  </a:lnTo>
                  <a:lnTo>
                    <a:pt x="10251356" y="1356458"/>
                  </a:lnTo>
                  <a:lnTo>
                    <a:pt x="10159669" y="1367663"/>
                  </a:lnTo>
                  <a:lnTo>
                    <a:pt x="10061044" y="1381311"/>
                  </a:lnTo>
                  <a:lnTo>
                    <a:pt x="9959494" y="1397365"/>
                  </a:lnTo>
                  <a:lnTo>
                    <a:pt x="9858533" y="1415771"/>
                  </a:lnTo>
                  <a:lnTo>
                    <a:pt x="9760892" y="1436502"/>
                  </a:lnTo>
                  <a:lnTo>
                    <a:pt x="9668431" y="1459589"/>
                  </a:lnTo>
                  <a:lnTo>
                    <a:pt x="9582213" y="1485139"/>
                  </a:lnTo>
                  <a:lnTo>
                    <a:pt x="9502645" y="1513344"/>
                  </a:lnTo>
                  <a:lnTo>
                    <a:pt x="9429648" y="1544482"/>
                  </a:lnTo>
                  <a:lnTo>
                    <a:pt x="9362808" y="1578912"/>
                  </a:lnTo>
                  <a:lnTo>
                    <a:pt x="9301504" y="1617065"/>
                  </a:lnTo>
                  <a:lnTo>
                    <a:pt x="9244999" y="1659418"/>
                  </a:lnTo>
                  <a:lnTo>
                    <a:pt x="9192514" y="1706463"/>
                  </a:lnTo>
                  <a:lnTo>
                    <a:pt x="9143276" y="1758643"/>
                  </a:lnTo>
                  <a:lnTo>
                    <a:pt x="9096567" y="1816250"/>
                  </a:lnTo>
                  <a:lnTo>
                    <a:pt x="9084767" y="1832113"/>
                  </a:lnTo>
                  <a:lnTo>
                    <a:pt x="9047938" y="1885071"/>
                  </a:lnTo>
                  <a:lnTo>
                    <a:pt x="9012023" y="1941838"/>
                  </a:lnTo>
                  <a:lnTo>
                    <a:pt x="8976778" y="2002491"/>
                  </a:lnTo>
                  <a:lnTo>
                    <a:pt x="8942006" y="2067048"/>
                  </a:lnTo>
                  <a:lnTo>
                    <a:pt x="8907548" y="2135463"/>
                  </a:lnTo>
                  <a:lnTo>
                    <a:pt x="8873280" y="2207615"/>
                  </a:lnTo>
                  <a:lnTo>
                    <a:pt x="8839107" y="2283309"/>
                  </a:lnTo>
                  <a:lnTo>
                    <a:pt x="8804962" y="2362274"/>
                  </a:lnTo>
                  <a:lnTo>
                    <a:pt x="8770799" y="2444160"/>
                  </a:lnTo>
                  <a:lnTo>
                    <a:pt x="8736594" y="2528544"/>
                  </a:lnTo>
                  <a:lnTo>
                    <a:pt x="8702338" y="2614940"/>
                  </a:lnTo>
                  <a:lnTo>
                    <a:pt x="8668036" y="2702806"/>
                  </a:lnTo>
                  <a:lnTo>
                    <a:pt x="8633703" y="2791560"/>
                  </a:lnTo>
                  <a:lnTo>
                    <a:pt x="8599360" y="2880593"/>
                  </a:lnTo>
                  <a:lnTo>
                    <a:pt x="8565029" y="2969289"/>
                  </a:lnTo>
                  <a:lnTo>
                    <a:pt x="8530731" y="3057043"/>
                  </a:lnTo>
                  <a:lnTo>
                    <a:pt x="8496480" y="3143274"/>
                  </a:lnTo>
                  <a:lnTo>
                    <a:pt x="8462279" y="3227446"/>
                  </a:lnTo>
                  <a:lnTo>
                    <a:pt x="8428119" y="3309077"/>
                  </a:lnTo>
                  <a:lnTo>
                    <a:pt x="8393974" y="3387751"/>
                  </a:lnTo>
                  <a:lnTo>
                    <a:pt x="8359796" y="3463127"/>
                  </a:lnTo>
                  <a:lnTo>
                    <a:pt x="8325514" y="3534939"/>
                  </a:lnTo>
                  <a:lnTo>
                    <a:pt x="8291033" y="3602999"/>
                  </a:lnTo>
                  <a:lnTo>
                    <a:pt x="8256224" y="3667195"/>
                  </a:lnTo>
                  <a:lnTo>
                    <a:pt x="8220926" y="3727485"/>
                  </a:lnTo>
                  <a:lnTo>
                    <a:pt x="8184937" y="3783894"/>
                  </a:lnTo>
                  <a:lnTo>
                    <a:pt x="8151487" y="3831774"/>
                  </a:lnTo>
                  <a:lnTo>
                    <a:pt x="8105329" y="3890805"/>
                  </a:lnTo>
                  <a:lnTo>
                    <a:pt x="8056814" y="3944376"/>
                  </a:lnTo>
                  <a:lnTo>
                    <a:pt x="8005245" y="3992717"/>
                  </a:lnTo>
                  <a:lnTo>
                    <a:pt x="7949860" y="4036242"/>
                  </a:lnTo>
                  <a:lnTo>
                    <a:pt x="7889876" y="4075439"/>
                  </a:lnTo>
                  <a:lnTo>
                    <a:pt x="7824540" y="4110792"/>
                  </a:lnTo>
                  <a:lnTo>
                    <a:pt x="7753193" y="4142748"/>
                  </a:lnTo>
                  <a:lnTo>
                    <a:pt x="7675356" y="4171685"/>
                  </a:lnTo>
                  <a:lnTo>
                    <a:pt x="7590849" y="4197903"/>
                  </a:lnTo>
                  <a:lnTo>
                    <a:pt x="7499938" y="4221616"/>
                  </a:lnTo>
                  <a:lnTo>
                    <a:pt x="7403498" y="4242954"/>
                  </a:lnTo>
                  <a:lnTo>
                    <a:pt x="7303172" y="4261964"/>
                  </a:lnTo>
                  <a:lnTo>
                    <a:pt x="7201465" y="4278634"/>
                  </a:lnTo>
                  <a:lnTo>
                    <a:pt x="7101707" y="4292912"/>
                  </a:lnTo>
                  <a:lnTo>
                    <a:pt x="7007822" y="4304753"/>
                  </a:lnTo>
                  <a:lnTo>
                    <a:pt x="6923871" y="4314158"/>
                  </a:lnTo>
                  <a:lnTo>
                    <a:pt x="6853424" y="4321217"/>
                  </a:lnTo>
                  <a:lnTo>
                    <a:pt x="6798892" y="4326132"/>
                  </a:lnTo>
                  <a:lnTo>
                    <a:pt x="6761006" y="4329219"/>
                  </a:lnTo>
                  <a:lnTo>
                    <a:pt x="6738581" y="4330877"/>
                  </a:lnTo>
                  <a:lnTo>
                    <a:pt x="6728583" y="4331550"/>
                  </a:lnTo>
                  <a:lnTo>
                    <a:pt x="6726363" y="4331687"/>
                  </a:lnTo>
                  <a:lnTo>
                    <a:pt x="6726343" y="4331689"/>
                  </a:lnTo>
                  <a:lnTo>
                    <a:pt x="5254955" y="4331689"/>
                  </a:lnTo>
                  <a:lnTo>
                    <a:pt x="5254033" y="4331608"/>
                  </a:lnTo>
                  <a:lnTo>
                    <a:pt x="5247943" y="4331036"/>
                  </a:lnTo>
                  <a:lnTo>
                    <a:pt x="5232499" y="4329454"/>
                  </a:lnTo>
                  <a:lnTo>
                    <a:pt x="5204655" y="4326337"/>
                  </a:lnTo>
                  <a:lnTo>
                    <a:pt x="5162686" y="4321183"/>
                  </a:lnTo>
                  <a:lnTo>
                    <a:pt x="5106311" y="4313564"/>
                  </a:lnTo>
                  <a:lnTo>
                    <a:pt x="5036655" y="4303156"/>
                  </a:lnTo>
                  <a:lnTo>
                    <a:pt x="4956005" y="4289764"/>
                  </a:lnTo>
                  <a:lnTo>
                    <a:pt x="4867395" y="4273311"/>
                  </a:lnTo>
                  <a:lnTo>
                    <a:pt x="4774131" y="4253807"/>
                  </a:lnTo>
                  <a:lnTo>
                    <a:pt x="4679361" y="4231310"/>
                  </a:lnTo>
                  <a:lnTo>
                    <a:pt x="4585766" y="4205879"/>
                  </a:lnTo>
                  <a:lnTo>
                    <a:pt x="4495406" y="4177533"/>
                  </a:lnTo>
                  <a:lnTo>
                    <a:pt x="4409683" y="4146226"/>
                  </a:lnTo>
                  <a:lnTo>
                    <a:pt x="4329411" y="4111824"/>
                  </a:lnTo>
                  <a:lnTo>
                    <a:pt x="4254911" y="4074105"/>
                  </a:lnTo>
                  <a:lnTo>
                    <a:pt x="4186138" y="4032747"/>
                  </a:lnTo>
                  <a:lnTo>
                    <a:pt x="4122785" y="3987344"/>
                  </a:lnTo>
                  <a:lnTo>
                    <a:pt x="4064372" y="3937408"/>
                  </a:lnTo>
                  <a:lnTo>
                    <a:pt x="4010324" y="3882392"/>
                  </a:lnTo>
                  <a:lnTo>
                    <a:pt x="3960015" y="3821718"/>
                  </a:lnTo>
                  <a:lnTo>
                    <a:pt x="3912812" y="3754836"/>
                  </a:lnTo>
                  <a:lnTo>
                    <a:pt x="3868110" y="3681299"/>
                  </a:lnTo>
                  <a:lnTo>
                    <a:pt x="3829811" y="3609740"/>
                  </a:lnTo>
                  <a:lnTo>
                    <a:pt x="3798343" y="3544867"/>
                  </a:lnTo>
                  <a:lnTo>
                    <a:pt x="3767567" y="3476010"/>
                  </a:lnTo>
                  <a:lnTo>
                    <a:pt x="3737326" y="3403089"/>
                  </a:lnTo>
                  <a:lnTo>
                    <a:pt x="3707488" y="3326066"/>
                  </a:lnTo>
                  <a:lnTo>
                    <a:pt x="3677943" y="3244954"/>
                  </a:lnTo>
                  <a:lnTo>
                    <a:pt x="3648599" y="3159815"/>
                  </a:lnTo>
                  <a:lnTo>
                    <a:pt x="3619384" y="3070769"/>
                  </a:lnTo>
                  <a:lnTo>
                    <a:pt x="3590239" y="2977994"/>
                  </a:lnTo>
                  <a:lnTo>
                    <a:pt x="3561122" y="2881726"/>
                  </a:lnTo>
                  <a:lnTo>
                    <a:pt x="3532001" y="2782261"/>
                  </a:lnTo>
                  <a:lnTo>
                    <a:pt x="3502855" y="2679952"/>
                  </a:lnTo>
                  <a:lnTo>
                    <a:pt x="3473674" y="2575205"/>
                  </a:lnTo>
                  <a:lnTo>
                    <a:pt x="3444457" y="2468471"/>
                  </a:lnTo>
                  <a:lnTo>
                    <a:pt x="3415206" y="2360244"/>
                  </a:lnTo>
                  <a:lnTo>
                    <a:pt x="3385933" y="2251045"/>
                  </a:lnTo>
                  <a:lnTo>
                    <a:pt x="3356648" y="2141417"/>
                  </a:lnTo>
                  <a:lnTo>
                    <a:pt x="3327367" y="2031913"/>
                  </a:lnTo>
                  <a:lnTo>
                    <a:pt x="3298102" y="1923080"/>
                  </a:lnTo>
                  <a:lnTo>
                    <a:pt x="3268865" y="1815455"/>
                  </a:lnTo>
                  <a:lnTo>
                    <a:pt x="3239664" y="1709548"/>
                  </a:lnTo>
                  <a:lnTo>
                    <a:pt x="3210500" y="1605833"/>
                  </a:lnTo>
                  <a:lnTo>
                    <a:pt x="3181366" y="1504744"/>
                  </a:lnTo>
                  <a:lnTo>
                    <a:pt x="3152250" y="1406663"/>
                  </a:lnTo>
                  <a:lnTo>
                    <a:pt x="3123125" y="1311918"/>
                  </a:lnTo>
                  <a:lnTo>
                    <a:pt x="3093956" y="1220779"/>
                  </a:lnTo>
                  <a:lnTo>
                    <a:pt x="3064691" y="1133455"/>
                  </a:lnTo>
                  <a:lnTo>
                    <a:pt x="3035268" y="1050098"/>
                  </a:lnTo>
                  <a:lnTo>
                    <a:pt x="3005604" y="970803"/>
                  </a:lnTo>
                  <a:lnTo>
                    <a:pt x="2975601" y="895609"/>
                  </a:lnTo>
                  <a:lnTo>
                    <a:pt x="2945140" y="824506"/>
                  </a:lnTo>
                  <a:lnTo>
                    <a:pt x="2914077" y="757436"/>
                  </a:lnTo>
                  <a:lnTo>
                    <a:pt x="2896531" y="721948"/>
                  </a:lnTo>
                  <a:lnTo>
                    <a:pt x="2853598" y="642276"/>
                  </a:lnTo>
                  <a:lnTo>
                    <a:pt x="2808658" y="569459"/>
                  </a:lnTo>
                  <a:lnTo>
                    <a:pt x="2761156" y="503258"/>
                  </a:lnTo>
                  <a:lnTo>
                    <a:pt x="2710481" y="443211"/>
                  </a:lnTo>
                  <a:lnTo>
                    <a:pt x="2656000" y="388760"/>
                  </a:lnTo>
                  <a:lnTo>
                    <a:pt x="2597090" y="339329"/>
                  </a:lnTo>
                  <a:lnTo>
                    <a:pt x="2533183" y="294376"/>
                  </a:lnTo>
                  <a:lnTo>
                    <a:pt x="2463814" y="253422"/>
                  </a:lnTo>
                  <a:lnTo>
                    <a:pt x="2388700" y="216067"/>
                  </a:lnTo>
                  <a:lnTo>
                    <a:pt x="2307827" y="182003"/>
                  </a:lnTo>
                  <a:lnTo>
                    <a:pt x="2221565" y="151014"/>
                  </a:lnTo>
                  <a:lnTo>
                    <a:pt x="2130784" y="122977"/>
                  </a:lnTo>
                  <a:lnTo>
                    <a:pt x="2036956" y="97855"/>
                  </a:lnTo>
                  <a:lnTo>
                    <a:pt x="1942209" y="75672"/>
                  </a:lnTo>
                  <a:lnTo>
                    <a:pt x="1849283" y="56489"/>
                  </a:lnTo>
                  <a:lnTo>
                    <a:pt x="1761361" y="40361"/>
                  </a:lnTo>
                  <a:lnTo>
                    <a:pt x="1681741" y="27291"/>
                  </a:lnTo>
                  <a:lnTo>
                    <a:pt x="1613400" y="17190"/>
                  </a:lnTo>
                  <a:lnTo>
                    <a:pt x="1558521" y="9849"/>
                  </a:lnTo>
                  <a:lnTo>
                    <a:pt x="1518087" y="4933"/>
                  </a:lnTo>
                  <a:lnTo>
                    <a:pt x="1491663" y="2003"/>
                  </a:lnTo>
                  <a:lnTo>
                    <a:pt x="1477375" y="553"/>
                  </a:lnTo>
                  <a:lnTo>
                    <a:pt x="1472050" y="57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29" name="pg629"/>
            <p:cNvSpPr/>
            <p:nvPr/>
          </p:nvSpPr>
          <p:spPr>
            <a:xfrm>
              <a:off x="4799595" y="6867732"/>
              <a:ext cx="11981298" cy="4380727"/>
            </a:xfrm>
            <a:custGeom>
              <a:avLst/>
              <a:pathLst>
                <a:path w="11981298" h="4380727">
                  <a:moveTo>
                    <a:pt x="0" y="8172"/>
                  </a:moveTo>
                  <a:lnTo>
                    <a:pt x="1471387" y="8172"/>
                  </a:lnTo>
                  <a:lnTo>
                    <a:pt x="1472307" y="8253"/>
                  </a:lnTo>
                  <a:lnTo>
                    <a:pt x="1478384" y="8829"/>
                  </a:lnTo>
                  <a:lnTo>
                    <a:pt x="1493796" y="10419"/>
                  </a:lnTo>
                  <a:lnTo>
                    <a:pt x="1521584" y="13553"/>
                  </a:lnTo>
                  <a:lnTo>
                    <a:pt x="1563474" y="18734"/>
                  </a:lnTo>
                  <a:lnTo>
                    <a:pt x="1619750" y="26394"/>
                  </a:lnTo>
                  <a:lnTo>
                    <a:pt x="1689296" y="36858"/>
                  </a:lnTo>
                  <a:lnTo>
                    <a:pt x="1769834" y="50324"/>
                  </a:lnTo>
                  <a:lnTo>
                    <a:pt x="1858339" y="66870"/>
                  </a:lnTo>
                  <a:lnTo>
                    <a:pt x="1951512" y="86486"/>
                  </a:lnTo>
                  <a:lnTo>
                    <a:pt x="2046212" y="109112"/>
                  </a:lnTo>
                  <a:lnTo>
                    <a:pt x="2139756" y="134691"/>
                  </a:lnTo>
                  <a:lnTo>
                    <a:pt x="2230088" y="163203"/>
                  </a:lnTo>
                  <a:lnTo>
                    <a:pt x="2315798" y="194693"/>
                  </a:lnTo>
                  <a:lnTo>
                    <a:pt x="2396072" y="229294"/>
                  </a:lnTo>
                  <a:lnTo>
                    <a:pt x="2470583" y="267230"/>
                  </a:lnTo>
                  <a:lnTo>
                    <a:pt x="2539373" y="308821"/>
                  </a:lnTo>
                  <a:lnTo>
                    <a:pt x="2602747" y="354478"/>
                  </a:lnTo>
                  <a:lnTo>
                    <a:pt x="2661180" y="404687"/>
                  </a:lnTo>
                  <a:lnTo>
                    <a:pt x="2715247" y="460000"/>
                  </a:lnTo>
                  <a:lnTo>
                    <a:pt x="2765571" y="520996"/>
                  </a:lnTo>
                  <a:lnTo>
                    <a:pt x="2812783" y="588230"/>
                  </a:lnTo>
                  <a:lnTo>
                    <a:pt x="2857489" y="662152"/>
                  </a:lnTo>
                  <a:lnTo>
                    <a:pt x="2896531" y="735569"/>
                  </a:lnTo>
                  <a:lnTo>
                    <a:pt x="2927894" y="800703"/>
                  </a:lnTo>
                  <a:lnTo>
                    <a:pt x="2958568" y="869823"/>
                  </a:lnTo>
                  <a:lnTo>
                    <a:pt x="2988710" y="943010"/>
                  </a:lnTo>
                  <a:lnTo>
                    <a:pt x="3018450" y="1020301"/>
                  </a:lnTo>
                  <a:lnTo>
                    <a:pt x="3047899" y="1101685"/>
                  </a:lnTo>
                  <a:lnTo>
                    <a:pt x="3077146" y="1187100"/>
                  </a:lnTo>
                  <a:lnTo>
                    <a:pt x="3106264" y="1276428"/>
                  </a:lnTo>
                  <a:lnTo>
                    <a:pt x="3135310" y="1369493"/>
                  </a:lnTo>
                  <a:lnTo>
                    <a:pt x="3164329" y="1466060"/>
                  </a:lnTo>
                  <a:lnTo>
                    <a:pt x="3193351" y="1565836"/>
                  </a:lnTo>
                  <a:lnTo>
                    <a:pt x="3222396" y="1668472"/>
                  </a:lnTo>
                  <a:lnTo>
                    <a:pt x="3251476" y="1773564"/>
                  </a:lnTo>
                  <a:lnTo>
                    <a:pt x="3280593" y="1880662"/>
                  </a:lnTo>
                  <a:lnTo>
                    <a:pt x="3309743" y="1989279"/>
                  </a:lnTo>
                  <a:lnTo>
                    <a:pt x="3338916" y="2098892"/>
                  </a:lnTo>
                  <a:lnTo>
                    <a:pt x="3368101" y="2208963"/>
                  </a:lnTo>
                  <a:lnTo>
                    <a:pt x="3397283" y="2318940"/>
                  </a:lnTo>
                  <a:lnTo>
                    <a:pt x="3426450" y="2428277"/>
                  </a:lnTo>
                  <a:lnTo>
                    <a:pt x="3455589" y="2536437"/>
                  </a:lnTo>
                  <a:lnTo>
                    <a:pt x="3484693" y="2642911"/>
                  </a:lnTo>
                  <a:lnTo>
                    <a:pt x="3513761" y="2747221"/>
                  </a:lnTo>
                  <a:lnTo>
                    <a:pt x="3542797" y="2848933"/>
                  </a:lnTo>
                  <a:lnTo>
                    <a:pt x="3571815" y="2947662"/>
                  </a:lnTo>
                  <a:lnTo>
                    <a:pt x="3600839" y="3043076"/>
                  </a:lnTo>
                  <a:lnTo>
                    <a:pt x="3629904" y="3134902"/>
                  </a:lnTo>
                  <a:lnTo>
                    <a:pt x="3659058" y="3222924"/>
                  </a:lnTo>
                  <a:lnTo>
                    <a:pt x="3688364" y="3306988"/>
                  </a:lnTo>
                  <a:lnTo>
                    <a:pt x="3717901" y="3386994"/>
                  </a:lnTo>
                  <a:lnTo>
                    <a:pt x="3747764" y="3462897"/>
                  </a:lnTo>
                  <a:lnTo>
                    <a:pt x="3778069" y="3534704"/>
                  </a:lnTo>
                  <a:lnTo>
                    <a:pt x="3808957" y="3602466"/>
                  </a:lnTo>
                  <a:lnTo>
                    <a:pt x="3829811" y="3645157"/>
                  </a:lnTo>
                  <a:lnTo>
                    <a:pt x="3872712" y="3725373"/>
                  </a:lnTo>
                  <a:lnTo>
                    <a:pt x="3917615" y="3798693"/>
                  </a:lnTo>
                  <a:lnTo>
                    <a:pt x="3965077" y="3865356"/>
                  </a:lnTo>
                  <a:lnTo>
                    <a:pt x="4015706" y="3925827"/>
                  </a:lnTo>
                  <a:lnTo>
                    <a:pt x="4070133" y="3980666"/>
                  </a:lnTo>
                  <a:lnTo>
                    <a:pt x="4128980" y="4030453"/>
                  </a:lnTo>
                  <a:lnTo>
                    <a:pt x="4192815" y="4075731"/>
                  </a:lnTo>
                  <a:lnTo>
                    <a:pt x="4262101" y="4116985"/>
                  </a:lnTo>
                  <a:lnTo>
                    <a:pt x="4337123" y="4154616"/>
                  </a:lnTo>
                  <a:lnTo>
                    <a:pt x="4417897" y="4188934"/>
                  </a:lnTo>
                  <a:lnTo>
                    <a:pt x="4504055" y="4220158"/>
                  </a:lnTo>
                  <a:lnTo>
                    <a:pt x="4594736" y="4248410"/>
                  </a:lnTo>
                  <a:lnTo>
                    <a:pt x="4688475" y="4273730"/>
                  </a:lnTo>
                  <a:lnTo>
                    <a:pt x="4783156" y="4296093"/>
                  </a:lnTo>
                  <a:lnTo>
                    <a:pt x="4876049" y="4315440"/>
                  </a:lnTo>
                  <a:lnTo>
                    <a:pt x="4963983" y="4331713"/>
                  </a:lnTo>
                  <a:lnTo>
                    <a:pt x="5043665" y="4344910"/>
                  </a:lnTo>
                  <a:lnTo>
                    <a:pt x="5112116" y="4355117"/>
                  </a:lnTo>
                  <a:lnTo>
                    <a:pt x="5167149" y="4362544"/>
                  </a:lnTo>
                  <a:lnTo>
                    <a:pt x="5207762" y="4367525"/>
                  </a:lnTo>
                  <a:lnTo>
                    <a:pt x="5234368" y="4370502"/>
                  </a:lnTo>
                  <a:lnTo>
                    <a:pt x="5248816" y="4371981"/>
                  </a:lnTo>
                  <a:lnTo>
                    <a:pt x="5254254" y="4372492"/>
                  </a:lnTo>
                  <a:lnTo>
                    <a:pt x="5254955" y="4372554"/>
                  </a:lnTo>
                  <a:lnTo>
                    <a:pt x="6726343" y="4372554"/>
                  </a:lnTo>
                  <a:lnTo>
                    <a:pt x="6727580" y="4372554"/>
                  </a:lnTo>
                  <a:lnTo>
                    <a:pt x="6735702" y="4372555"/>
                  </a:lnTo>
                  <a:lnTo>
                    <a:pt x="6756124" y="4372559"/>
                  </a:lnTo>
                  <a:lnTo>
                    <a:pt x="6792502" y="4372567"/>
                  </a:lnTo>
                  <a:lnTo>
                    <a:pt x="6846457" y="4372580"/>
                  </a:lnTo>
                  <a:lnTo>
                    <a:pt x="6917453" y="4372600"/>
                  </a:lnTo>
                  <a:lnTo>
                    <a:pt x="7003021" y="4372625"/>
                  </a:lnTo>
                  <a:lnTo>
                    <a:pt x="7099338" y="4372658"/>
                  </a:lnTo>
                  <a:lnTo>
                    <a:pt x="7201984" y="4372698"/>
                  </a:lnTo>
                  <a:lnTo>
                    <a:pt x="7306679" y="4372745"/>
                  </a:lnTo>
                  <a:lnTo>
                    <a:pt x="7409807" y="4372799"/>
                  </a:lnTo>
                  <a:lnTo>
                    <a:pt x="7508684" y="4372859"/>
                  </a:lnTo>
                  <a:lnTo>
                    <a:pt x="7601588" y="4372927"/>
                  </a:lnTo>
                  <a:lnTo>
                    <a:pt x="7687641" y="4373001"/>
                  </a:lnTo>
                  <a:lnTo>
                    <a:pt x="7766631" y="4373084"/>
                  </a:lnTo>
                  <a:lnTo>
                    <a:pt x="7838818" y="4373175"/>
                  </a:lnTo>
                  <a:lnTo>
                    <a:pt x="7904770" y="4373277"/>
                  </a:lnTo>
                  <a:lnTo>
                    <a:pt x="7965237" y="4373389"/>
                  </a:lnTo>
                  <a:lnTo>
                    <a:pt x="8021054" y="4373515"/>
                  </a:lnTo>
                  <a:lnTo>
                    <a:pt x="8073072" y="4373655"/>
                  </a:lnTo>
                  <a:lnTo>
                    <a:pt x="8122107" y="4373811"/>
                  </a:lnTo>
                  <a:lnTo>
                    <a:pt x="8151487" y="4373916"/>
                  </a:lnTo>
                  <a:lnTo>
                    <a:pt x="8207723" y="4374142"/>
                  </a:lnTo>
                  <a:lnTo>
                    <a:pt x="8262110" y="4374393"/>
                  </a:lnTo>
                  <a:lnTo>
                    <a:pt x="8315400" y="4374669"/>
                  </a:lnTo>
                  <a:lnTo>
                    <a:pt x="8368128" y="4374969"/>
                  </a:lnTo>
                  <a:lnTo>
                    <a:pt x="8420651" y="4375292"/>
                  </a:lnTo>
                  <a:lnTo>
                    <a:pt x="8473182" y="4375635"/>
                  </a:lnTo>
                  <a:lnTo>
                    <a:pt x="8525817" y="4375993"/>
                  </a:lnTo>
                  <a:lnTo>
                    <a:pt x="8578563" y="4376361"/>
                  </a:lnTo>
                  <a:lnTo>
                    <a:pt x="8631367" y="4376734"/>
                  </a:lnTo>
                  <a:lnTo>
                    <a:pt x="8684151" y="4377105"/>
                  </a:lnTo>
                  <a:lnTo>
                    <a:pt x="8736845" y="4377469"/>
                  </a:lnTo>
                  <a:lnTo>
                    <a:pt x="8789422" y="4377819"/>
                  </a:lnTo>
                  <a:lnTo>
                    <a:pt x="8841931" y="4378152"/>
                  </a:lnTo>
                  <a:lnTo>
                    <a:pt x="8894521" y="4378464"/>
                  </a:lnTo>
                  <a:lnTo>
                    <a:pt x="8947476" y="4378753"/>
                  </a:lnTo>
                  <a:lnTo>
                    <a:pt x="9001237" y="4379016"/>
                  </a:lnTo>
                  <a:lnTo>
                    <a:pt x="9056441" y="4379255"/>
                  </a:lnTo>
                  <a:lnTo>
                    <a:pt x="9084767" y="4379364"/>
                  </a:lnTo>
                  <a:lnTo>
                    <a:pt x="9132316" y="4379530"/>
                  </a:lnTo>
                  <a:lnTo>
                    <a:pt x="9182384" y="4379679"/>
                  </a:lnTo>
                  <a:lnTo>
                    <a:pt x="9235734" y="4379814"/>
                  </a:lnTo>
                  <a:lnTo>
                    <a:pt x="9293202" y="4379935"/>
                  </a:lnTo>
                  <a:lnTo>
                    <a:pt x="9355640" y="4380043"/>
                  </a:lnTo>
                  <a:lnTo>
                    <a:pt x="9423860" y="4380141"/>
                  </a:lnTo>
                  <a:lnTo>
                    <a:pt x="9498557" y="4380229"/>
                  </a:lnTo>
                  <a:lnTo>
                    <a:pt x="9580199" y="4380308"/>
                  </a:lnTo>
                  <a:lnTo>
                    <a:pt x="9668889" y="4380380"/>
                  </a:lnTo>
                  <a:lnTo>
                    <a:pt x="9764187" y="4380444"/>
                  </a:lnTo>
                  <a:lnTo>
                    <a:pt x="9864919" y="4380502"/>
                  </a:lnTo>
                  <a:lnTo>
                    <a:pt x="9969005" y="4380553"/>
                  </a:lnTo>
                  <a:lnTo>
                    <a:pt x="10073397" y="4380598"/>
                  </a:lnTo>
                  <a:lnTo>
                    <a:pt x="10174183" y="4380635"/>
                  </a:lnTo>
                  <a:lnTo>
                    <a:pt x="10266955" y="4380665"/>
                  </a:lnTo>
                  <a:lnTo>
                    <a:pt x="10347425" y="4380689"/>
                  </a:lnTo>
                  <a:lnTo>
                    <a:pt x="10412197" y="4380705"/>
                  </a:lnTo>
                  <a:lnTo>
                    <a:pt x="10459479" y="4380716"/>
                  </a:lnTo>
                  <a:lnTo>
                    <a:pt x="10489540" y="4380723"/>
                  </a:lnTo>
                  <a:lnTo>
                    <a:pt x="10504798" y="4380726"/>
                  </a:lnTo>
                  <a:lnTo>
                    <a:pt x="10509604" y="4380727"/>
                  </a:lnTo>
                  <a:lnTo>
                    <a:pt x="10509911" y="4380727"/>
                  </a:lnTo>
                  <a:lnTo>
                    <a:pt x="11981298" y="4380727"/>
                  </a:lnTo>
                  <a:lnTo>
                    <a:pt x="11981298" y="4372554"/>
                  </a:lnTo>
                  <a:lnTo>
                    <a:pt x="10509911" y="4372554"/>
                  </a:lnTo>
                  <a:lnTo>
                    <a:pt x="10508673" y="4372553"/>
                  </a:lnTo>
                  <a:lnTo>
                    <a:pt x="10500551" y="4372552"/>
                  </a:lnTo>
                  <a:lnTo>
                    <a:pt x="10480130" y="4372548"/>
                  </a:lnTo>
                  <a:lnTo>
                    <a:pt x="10443752" y="4372540"/>
                  </a:lnTo>
                  <a:lnTo>
                    <a:pt x="10389796" y="4372527"/>
                  </a:lnTo>
                  <a:lnTo>
                    <a:pt x="10318801" y="4372508"/>
                  </a:lnTo>
                  <a:lnTo>
                    <a:pt x="10233232" y="4372482"/>
                  </a:lnTo>
                  <a:lnTo>
                    <a:pt x="10136915" y="4372449"/>
                  </a:lnTo>
                  <a:lnTo>
                    <a:pt x="10034269" y="4372409"/>
                  </a:lnTo>
                  <a:lnTo>
                    <a:pt x="9929575" y="4372362"/>
                  </a:lnTo>
                  <a:lnTo>
                    <a:pt x="9826446" y="4372308"/>
                  </a:lnTo>
                  <a:lnTo>
                    <a:pt x="9727569" y="4372248"/>
                  </a:lnTo>
                  <a:lnTo>
                    <a:pt x="9634666" y="4372181"/>
                  </a:lnTo>
                  <a:lnTo>
                    <a:pt x="9548612" y="4372106"/>
                  </a:lnTo>
                  <a:lnTo>
                    <a:pt x="9469622" y="4372024"/>
                  </a:lnTo>
                  <a:lnTo>
                    <a:pt x="9397435" y="4371932"/>
                  </a:lnTo>
                  <a:lnTo>
                    <a:pt x="9331483" y="4371831"/>
                  </a:lnTo>
                  <a:lnTo>
                    <a:pt x="9271016" y="4371718"/>
                  </a:lnTo>
                  <a:lnTo>
                    <a:pt x="9215200" y="4371592"/>
                  </a:lnTo>
                  <a:lnTo>
                    <a:pt x="9163181" y="4371452"/>
                  </a:lnTo>
                  <a:lnTo>
                    <a:pt x="9114146" y="4371296"/>
                  </a:lnTo>
                  <a:lnTo>
                    <a:pt x="9084767" y="4371191"/>
                  </a:lnTo>
                  <a:lnTo>
                    <a:pt x="9028530" y="4370965"/>
                  </a:lnTo>
                  <a:lnTo>
                    <a:pt x="8974144" y="4370714"/>
                  </a:lnTo>
                  <a:lnTo>
                    <a:pt x="8920853" y="4370438"/>
                  </a:lnTo>
                  <a:lnTo>
                    <a:pt x="8868126" y="4370138"/>
                  </a:lnTo>
                  <a:lnTo>
                    <a:pt x="8815602" y="4369815"/>
                  </a:lnTo>
                  <a:lnTo>
                    <a:pt x="8763071" y="4369472"/>
                  </a:lnTo>
                  <a:lnTo>
                    <a:pt x="8710436" y="4369114"/>
                  </a:lnTo>
                  <a:lnTo>
                    <a:pt x="8657690" y="4368746"/>
                  </a:lnTo>
                  <a:lnTo>
                    <a:pt x="8604886" y="4368374"/>
                  </a:lnTo>
                  <a:lnTo>
                    <a:pt x="8552103" y="4368002"/>
                  </a:lnTo>
                  <a:lnTo>
                    <a:pt x="8499409" y="4367639"/>
                  </a:lnTo>
                  <a:lnTo>
                    <a:pt x="8446831" y="4367288"/>
                  </a:lnTo>
                  <a:lnTo>
                    <a:pt x="8394323" y="4366955"/>
                  </a:lnTo>
                  <a:lnTo>
                    <a:pt x="8341732" y="4366643"/>
                  </a:lnTo>
                  <a:lnTo>
                    <a:pt x="8288777" y="4366354"/>
                  </a:lnTo>
                  <a:lnTo>
                    <a:pt x="8235016" y="4366091"/>
                  </a:lnTo>
                  <a:lnTo>
                    <a:pt x="8179812" y="4365852"/>
                  </a:lnTo>
                  <a:lnTo>
                    <a:pt x="8151487" y="4365743"/>
                  </a:lnTo>
                  <a:lnTo>
                    <a:pt x="8103938" y="4365577"/>
                  </a:lnTo>
                  <a:lnTo>
                    <a:pt x="8053870" y="4365428"/>
                  </a:lnTo>
                  <a:lnTo>
                    <a:pt x="8000519" y="4365293"/>
                  </a:lnTo>
                  <a:lnTo>
                    <a:pt x="7943051" y="4365172"/>
                  </a:lnTo>
                  <a:lnTo>
                    <a:pt x="7880613" y="4365064"/>
                  </a:lnTo>
                  <a:lnTo>
                    <a:pt x="7812393" y="4364966"/>
                  </a:lnTo>
                  <a:lnTo>
                    <a:pt x="7737697" y="4364879"/>
                  </a:lnTo>
                  <a:lnTo>
                    <a:pt x="7656055" y="4364799"/>
                  </a:lnTo>
                  <a:lnTo>
                    <a:pt x="7567364" y="4364727"/>
                  </a:lnTo>
                  <a:lnTo>
                    <a:pt x="7472066" y="4364663"/>
                  </a:lnTo>
                  <a:lnTo>
                    <a:pt x="7371335" y="4364605"/>
                  </a:lnTo>
                  <a:lnTo>
                    <a:pt x="7267248" y="4364554"/>
                  </a:lnTo>
                  <a:lnTo>
                    <a:pt x="7162856" y="4364510"/>
                  </a:lnTo>
                  <a:lnTo>
                    <a:pt x="7062070" y="4364472"/>
                  </a:lnTo>
                  <a:lnTo>
                    <a:pt x="6969298" y="4364442"/>
                  </a:lnTo>
                  <a:lnTo>
                    <a:pt x="6888828" y="4364419"/>
                  </a:lnTo>
                  <a:lnTo>
                    <a:pt x="6824056" y="4364402"/>
                  </a:lnTo>
                  <a:lnTo>
                    <a:pt x="6776775" y="4364391"/>
                  </a:lnTo>
                  <a:lnTo>
                    <a:pt x="6746713" y="4364384"/>
                  </a:lnTo>
                  <a:lnTo>
                    <a:pt x="6731455" y="4364381"/>
                  </a:lnTo>
                  <a:lnTo>
                    <a:pt x="6726649" y="4364381"/>
                  </a:lnTo>
                  <a:lnTo>
                    <a:pt x="6726343" y="4364381"/>
                  </a:lnTo>
                  <a:lnTo>
                    <a:pt x="5254955" y="4364381"/>
                  </a:lnTo>
                  <a:lnTo>
                    <a:pt x="5254035" y="4364300"/>
                  </a:lnTo>
                  <a:lnTo>
                    <a:pt x="5247958" y="4363724"/>
                  </a:lnTo>
                  <a:lnTo>
                    <a:pt x="5232546" y="4362134"/>
                  </a:lnTo>
                  <a:lnTo>
                    <a:pt x="5204758" y="4359000"/>
                  </a:lnTo>
                  <a:lnTo>
                    <a:pt x="5162868" y="4353819"/>
                  </a:lnTo>
                  <a:lnTo>
                    <a:pt x="5106592" y="4346159"/>
                  </a:lnTo>
                  <a:lnTo>
                    <a:pt x="5037046" y="4335695"/>
                  </a:lnTo>
                  <a:lnTo>
                    <a:pt x="4956508" y="4322229"/>
                  </a:lnTo>
                  <a:lnTo>
                    <a:pt x="4868004" y="4305683"/>
                  </a:lnTo>
                  <a:lnTo>
                    <a:pt x="4774830" y="4286068"/>
                  </a:lnTo>
                  <a:lnTo>
                    <a:pt x="4680130" y="4263441"/>
                  </a:lnTo>
                  <a:lnTo>
                    <a:pt x="4586586" y="4237862"/>
                  </a:lnTo>
                  <a:lnTo>
                    <a:pt x="4496254" y="4209350"/>
                  </a:lnTo>
                  <a:lnTo>
                    <a:pt x="4410544" y="4177860"/>
                  </a:lnTo>
                  <a:lnTo>
                    <a:pt x="4330270" y="4143259"/>
                  </a:lnTo>
                  <a:lnTo>
                    <a:pt x="4255759" y="4105323"/>
                  </a:lnTo>
                  <a:lnTo>
                    <a:pt x="4186969" y="4063732"/>
                  </a:lnTo>
                  <a:lnTo>
                    <a:pt x="4123595" y="4018076"/>
                  </a:lnTo>
                  <a:lnTo>
                    <a:pt x="4065162" y="3967866"/>
                  </a:lnTo>
                  <a:lnTo>
                    <a:pt x="4011095" y="3912553"/>
                  </a:lnTo>
                  <a:lnTo>
                    <a:pt x="3960771" y="3851558"/>
                  </a:lnTo>
                  <a:lnTo>
                    <a:pt x="3913559" y="3784323"/>
                  </a:lnTo>
                  <a:lnTo>
                    <a:pt x="3868853" y="3710401"/>
                  </a:lnTo>
                  <a:lnTo>
                    <a:pt x="3829811" y="3636984"/>
                  </a:lnTo>
                  <a:lnTo>
                    <a:pt x="3798448" y="3571850"/>
                  </a:lnTo>
                  <a:lnTo>
                    <a:pt x="3767774" y="3502730"/>
                  </a:lnTo>
                  <a:lnTo>
                    <a:pt x="3737633" y="3429543"/>
                  </a:lnTo>
                  <a:lnTo>
                    <a:pt x="3707892" y="3352252"/>
                  </a:lnTo>
                  <a:lnTo>
                    <a:pt x="3678443" y="3270868"/>
                  </a:lnTo>
                  <a:lnTo>
                    <a:pt x="3649196" y="3185453"/>
                  </a:lnTo>
                  <a:lnTo>
                    <a:pt x="3620078" y="3096125"/>
                  </a:lnTo>
                  <a:lnTo>
                    <a:pt x="3591032" y="3003060"/>
                  </a:lnTo>
                  <a:lnTo>
                    <a:pt x="3562013" y="2906493"/>
                  </a:lnTo>
                  <a:lnTo>
                    <a:pt x="3532991" y="2806717"/>
                  </a:lnTo>
                  <a:lnTo>
                    <a:pt x="3503946" y="2704081"/>
                  </a:lnTo>
                  <a:lnTo>
                    <a:pt x="3474866" y="2598989"/>
                  </a:lnTo>
                  <a:lnTo>
                    <a:pt x="3445749" y="2491891"/>
                  </a:lnTo>
                  <a:lnTo>
                    <a:pt x="3416599" y="2383274"/>
                  </a:lnTo>
                  <a:lnTo>
                    <a:pt x="3387426" y="2273661"/>
                  </a:lnTo>
                  <a:lnTo>
                    <a:pt x="3358241" y="2163590"/>
                  </a:lnTo>
                  <a:lnTo>
                    <a:pt x="3329059" y="2053613"/>
                  </a:lnTo>
                  <a:lnTo>
                    <a:pt x="3299893" y="1944276"/>
                  </a:lnTo>
                  <a:lnTo>
                    <a:pt x="3270753" y="1836116"/>
                  </a:lnTo>
                  <a:lnTo>
                    <a:pt x="3241649" y="1729642"/>
                  </a:lnTo>
                  <a:lnTo>
                    <a:pt x="3212581" y="1625332"/>
                  </a:lnTo>
                  <a:lnTo>
                    <a:pt x="3183545" y="1523620"/>
                  </a:lnTo>
                  <a:lnTo>
                    <a:pt x="3154527" y="1424891"/>
                  </a:lnTo>
                  <a:lnTo>
                    <a:pt x="3125503" y="1329477"/>
                  </a:lnTo>
                  <a:lnTo>
                    <a:pt x="3096438" y="1237652"/>
                  </a:lnTo>
                  <a:lnTo>
                    <a:pt x="3067284" y="1149629"/>
                  </a:lnTo>
                  <a:lnTo>
                    <a:pt x="3037978" y="1065565"/>
                  </a:lnTo>
                  <a:lnTo>
                    <a:pt x="3008441" y="985559"/>
                  </a:lnTo>
                  <a:lnTo>
                    <a:pt x="2978578" y="909656"/>
                  </a:lnTo>
                  <a:lnTo>
                    <a:pt x="2948273" y="837850"/>
                  </a:lnTo>
                  <a:lnTo>
                    <a:pt x="2917385" y="770087"/>
                  </a:lnTo>
                  <a:lnTo>
                    <a:pt x="2896531" y="727396"/>
                  </a:lnTo>
                  <a:lnTo>
                    <a:pt x="2853630" y="647180"/>
                  </a:lnTo>
                  <a:lnTo>
                    <a:pt x="2808727" y="573860"/>
                  </a:lnTo>
                  <a:lnTo>
                    <a:pt x="2761265" y="507197"/>
                  </a:lnTo>
                  <a:lnTo>
                    <a:pt x="2710636" y="446726"/>
                  </a:lnTo>
                  <a:lnTo>
                    <a:pt x="2656209" y="391887"/>
                  </a:lnTo>
                  <a:lnTo>
                    <a:pt x="2597362" y="342100"/>
                  </a:lnTo>
                  <a:lnTo>
                    <a:pt x="2533527" y="296822"/>
                  </a:lnTo>
                  <a:lnTo>
                    <a:pt x="2464241" y="255568"/>
                  </a:lnTo>
                  <a:lnTo>
                    <a:pt x="2389219" y="217937"/>
                  </a:lnTo>
                  <a:lnTo>
                    <a:pt x="2308446" y="183619"/>
                  </a:lnTo>
                  <a:lnTo>
                    <a:pt x="2222287" y="152395"/>
                  </a:lnTo>
                  <a:lnTo>
                    <a:pt x="2131606" y="124143"/>
                  </a:lnTo>
                  <a:lnTo>
                    <a:pt x="2037867" y="98823"/>
                  </a:lnTo>
                  <a:lnTo>
                    <a:pt x="1943186" y="76460"/>
                  </a:lnTo>
                  <a:lnTo>
                    <a:pt x="1850293" y="57113"/>
                  </a:lnTo>
                  <a:lnTo>
                    <a:pt x="1762359" y="40840"/>
                  </a:lnTo>
                  <a:lnTo>
                    <a:pt x="1682678" y="27643"/>
                  </a:lnTo>
                  <a:lnTo>
                    <a:pt x="1614226" y="17436"/>
                  </a:lnTo>
                  <a:lnTo>
                    <a:pt x="1559193" y="10010"/>
                  </a:lnTo>
                  <a:lnTo>
                    <a:pt x="1518580" y="5028"/>
                  </a:lnTo>
                  <a:lnTo>
                    <a:pt x="1491974" y="2051"/>
                  </a:lnTo>
                  <a:lnTo>
                    <a:pt x="1477526" y="572"/>
                  </a:lnTo>
                  <a:lnTo>
                    <a:pt x="1472088" y="61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630" name="pl630"/>
            <p:cNvSpPr/>
            <p:nvPr/>
          </p:nvSpPr>
          <p:spPr>
            <a:xfrm>
              <a:off x="4799595" y="6875905"/>
              <a:ext cx="11981298" cy="4372554"/>
            </a:xfrm>
            <a:custGeom>
              <a:avLst/>
              <a:pathLst>
                <a:path w="11981298" h="4372554">
                  <a:moveTo>
                    <a:pt x="0" y="0"/>
                  </a:moveTo>
                  <a:lnTo>
                    <a:pt x="1471387" y="0"/>
                  </a:lnTo>
                  <a:lnTo>
                    <a:pt x="1472307" y="80"/>
                  </a:lnTo>
                  <a:lnTo>
                    <a:pt x="1478384" y="656"/>
                  </a:lnTo>
                  <a:lnTo>
                    <a:pt x="1493796" y="2246"/>
                  </a:lnTo>
                  <a:lnTo>
                    <a:pt x="1521584" y="5380"/>
                  </a:lnTo>
                  <a:lnTo>
                    <a:pt x="1563474" y="10561"/>
                  </a:lnTo>
                  <a:lnTo>
                    <a:pt x="1619750" y="18221"/>
                  </a:lnTo>
                  <a:lnTo>
                    <a:pt x="1689296" y="28685"/>
                  </a:lnTo>
                  <a:lnTo>
                    <a:pt x="1769834" y="42151"/>
                  </a:lnTo>
                  <a:lnTo>
                    <a:pt x="1858339" y="58697"/>
                  </a:lnTo>
                  <a:lnTo>
                    <a:pt x="1951512" y="78313"/>
                  </a:lnTo>
                  <a:lnTo>
                    <a:pt x="2046212" y="100939"/>
                  </a:lnTo>
                  <a:lnTo>
                    <a:pt x="2139756" y="126518"/>
                  </a:lnTo>
                  <a:lnTo>
                    <a:pt x="2230088" y="155030"/>
                  </a:lnTo>
                  <a:lnTo>
                    <a:pt x="2315798" y="186520"/>
                  </a:lnTo>
                  <a:lnTo>
                    <a:pt x="2396072" y="221121"/>
                  </a:lnTo>
                  <a:lnTo>
                    <a:pt x="2470583" y="259057"/>
                  </a:lnTo>
                  <a:lnTo>
                    <a:pt x="2539373" y="300648"/>
                  </a:lnTo>
                  <a:lnTo>
                    <a:pt x="2602747" y="346305"/>
                  </a:lnTo>
                  <a:lnTo>
                    <a:pt x="2661180" y="396514"/>
                  </a:lnTo>
                  <a:lnTo>
                    <a:pt x="2715247" y="451827"/>
                  </a:lnTo>
                  <a:lnTo>
                    <a:pt x="2765571" y="512823"/>
                  </a:lnTo>
                  <a:lnTo>
                    <a:pt x="2812783" y="580057"/>
                  </a:lnTo>
                  <a:lnTo>
                    <a:pt x="2857489" y="653979"/>
                  </a:lnTo>
                  <a:lnTo>
                    <a:pt x="2896531" y="727396"/>
                  </a:lnTo>
                  <a:lnTo>
                    <a:pt x="2927894" y="792530"/>
                  </a:lnTo>
                  <a:lnTo>
                    <a:pt x="2958568" y="861650"/>
                  </a:lnTo>
                  <a:lnTo>
                    <a:pt x="2988710" y="934837"/>
                  </a:lnTo>
                  <a:lnTo>
                    <a:pt x="3018450" y="1012128"/>
                  </a:lnTo>
                  <a:lnTo>
                    <a:pt x="3047899" y="1093512"/>
                  </a:lnTo>
                  <a:lnTo>
                    <a:pt x="3077146" y="1178927"/>
                  </a:lnTo>
                  <a:lnTo>
                    <a:pt x="3106264" y="1268255"/>
                  </a:lnTo>
                  <a:lnTo>
                    <a:pt x="3135310" y="1361320"/>
                  </a:lnTo>
                  <a:lnTo>
                    <a:pt x="3164329" y="1457887"/>
                  </a:lnTo>
                  <a:lnTo>
                    <a:pt x="3193351" y="1557663"/>
                  </a:lnTo>
                  <a:lnTo>
                    <a:pt x="3222396" y="1660299"/>
                  </a:lnTo>
                  <a:lnTo>
                    <a:pt x="3251476" y="1765391"/>
                  </a:lnTo>
                  <a:lnTo>
                    <a:pt x="3280593" y="1872489"/>
                  </a:lnTo>
                  <a:lnTo>
                    <a:pt x="3309743" y="1981106"/>
                  </a:lnTo>
                  <a:lnTo>
                    <a:pt x="3338916" y="2090719"/>
                  </a:lnTo>
                  <a:lnTo>
                    <a:pt x="3368101" y="2200790"/>
                  </a:lnTo>
                  <a:lnTo>
                    <a:pt x="3397283" y="2310767"/>
                  </a:lnTo>
                  <a:lnTo>
                    <a:pt x="3426450" y="2420104"/>
                  </a:lnTo>
                  <a:lnTo>
                    <a:pt x="3455589" y="2528264"/>
                  </a:lnTo>
                  <a:lnTo>
                    <a:pt x="3484693" y="2634738"/>
                  </a:lnTo>
                  <a:lnTo>
                    <a:pt x="3513761" y="2739048"/>
                  </a:lnTo>
                  <a:lnTo>
                    <a:pt x="3542797" y="2840760"/>
                  </a:lnTo>
                  <a:lnTo>
                    <a:pt x="3571815" y="2939489"/>
                  </a:lnTo>
                  <a:lnTo>
                    <a:pt x="3600839" y="3034903"/>
                  </a:lnTo>
                  <a:lnTo>
                    <a:pt x="3629904" y="3126729"/>
                  </a:lnTo>
                  <a:lnTo>
                    <a:pt x="3659058" y="3214751"/>
                  </a:lnTo>
                  <a:lnTo>
                    <a:pt x="3688364" y="3298815"/>
                  </a:lnTo>
                  <a:lnTo>
                    <a:pt x="3717901" y="3378821"/>
                  </a:lnTo>
                  <a:lnTo>
                    <a:pt x="3747764" y="3454724"/>
                  </a:lnTo>
                  <a:lnTo>
                    <a:pt x="3778069" y="3526531"/>
                  </a:lnTo>
                  <a:lnTo>
                    <a:pt x="3808957" y="3594293"/>
                  </a:lnTo>
                  <a:lnTo>
                    <a:pt x="3829811" y="3636984"/>
                  </a:lnTo>
                  <a:lnTo>
                    <a:pt x="3872712" y="3717200"/>
                  </a:lnTo>
                  <a:lnTo>
                    <a:pt x="3917615" y="3790520"/>
                  </a:lnTo>
                  <a:lnTo>
                    <a:pt x="3965077" y="3857183"/>
                  </a:lnTo>
                  <a:lnTo>
                    <a:pt x="4015706" y="3917654"/>
                  </a:lnTo>
                  <a:lnTo>
                    <a:pt x="4070133" y="3972493"/>
                  </a:lnTo>
                  <a:lnTo>
                    <a:pt x="4128980" y="4022280"/>
                  </a:lnTo>
                  <a:lnTo>
                    <a:pt x="4192815" y="4067558"/>
                  </a:lnTo>
                  <a:lnTo>
                    <a:pt x="4262101" y="4108812"/>
                  </a:lnTo>
                  <a:lnTo>
                    <a:pt x="4337123" y="4146443"/>
                  </a:lnTo>
                  <a:lnTo>
                    <a:pt x="4417897" y="4180761"/>
                  </a:lnTo>
                  <a:lnTo>
                    <a:pt x="4504055" y="4211985"/>
                  </a:lnTo>
                  <a:lnTo>
                    <a:pt x="4594736" y="4240237"/>
                  </a:lnTo>
                  <a:lnTo>
                    <a:pt x="4688475" y="4265557"/>
                  </a:lnTo>
                  <a:lnTo>
                    <a:pt x="4783156" y="4287920"/>
                  </a:lnTo>
                  <a:lnTo>
                    <a:pt x="4876049" y="4307267"/>
                  </a:lnTo>
                  <a:lnTo>
                    <a:pt x="4963983" y="4323540"/>
                  </a:lnTo>
                  <a:lnTo>
                    <a:pt x="5043665" y="4336737"/>
                  </a:lnTo>
                  <a:lnTo>
                    <a:pt x="5112116" y="4346944"/>
                  </a:lnTo>
                  <a:lnTo>
                    <a:pt x="5167149" y="4354371"/>
                  </a:lnTo>
                  <a:lnTo>
                    <a:pt x="5207762" y="4359352"/>
                  </a:lnTo>
                  <a:lnTo>
                    <a:pt x="5234368" y="4362329"/>
                  </a:lnTo>
                  <a:lnTo>
                    <a:pt x="5248816" y="4363808"/>
                  </a:lnTo>
                  <a:lnTo>
                    <a:pt x="5254254" y="4364319"/>
                  </a:lnTo>
                  <a:lnTo>
                    <a:pt x="5254955" y="4364381"/>
                  </a:lnTo>
                  <a:lnTo>
                    <a:pt x="6726343" y="4364381"/>
                  </a:lnTo>
                  <a:lnTo>
                    <a:pt x="6727580" y="4364381"/>
                  </a:lnTo>
                  <a:lnTo>
                    <a:pt x="6735702" y="4364382"/>
                  </a:lnTo>
                  <a:lnTo>
                    <a:pt x="6756124" y="4364386"/>
                  </a:lnTo>
                  <a:lnTo>
                    <a:pt x="6792502" y="4364394"/>
                  </a:lnTo>
                  <a:lnTo>
                    <a:pt x="6846457" y="4364407"/>
                  </a:lnTo>
                  <a:lnTo>
                    <a:pt x="6917453" y="4364427"/>
                  </a:lnTo>
                  <a:lnTo>
                    <a:pt x="7003021" y="4364452"/>
                  </a:lnTo>
                  <a:lnTo>
                    <a:pt x="7099338" y="4364485"/>
                  </a:lnTo>
                  <a:lnTo>
                    <a:pt x="7201984" y="4364525"/>
                  </a:lnTo>
                  <a:lnTo>
                    <a:pt x="7306679" y="4364572"/>
                  </a:lnTo>
                  <a:lnTo>
                    <a:pt x="7409807" y="4364626"/>
                  </a:lnTo>
                  <a:lnTo>
                    <a:pt x="7508684" y="4364686"/>
                  </a:lnTo>
                  <a:lnTo>
                    <a:pt x="7601588" y="4364754"/>
                  </a:lnTo>
                  <a:lnTo>
                    <a:pt x="7687641" y="4364828"/>
                  </a:lnTo>
                  <a:lnTo>
                    <a:pt x="7766631" y="4364911"/>
                  </a:lnTo>
                  <a:lnTo>
                    <a:pt x="7838818" y="4365002"/>
                  </a:lnTo>
                  <a:lnTo>
                    <a:pt x="7904770" y="4365104"/>
                  </a:lnTo>
                  <a:lnTo>
                    <a:pt x="7965237" y="4365216"/>
                  </a:lnTo>
                  <a:lnTo>
                    <a:pt x="8021054" y="4365342"/>
                  </a:lnTo>
                  <a:lnTo>
                    <a:pt x="8073072" y="4365482"/>
                  </a:lnTo>
                  <a:lnTo>
                    <a:pt x="8122107" y="4365638"/>
                  </a:lnTo>
                  <a:lnTo>
                    <a:pt x="8151487" y="4365743"/>
                  </a:lnTo>
                  <a:lnTo>
                    <a:pt x="8207723" y="4365969"/>
                  </a:lnTo>
                  <a:lnTo>
                    <a:pt x="8262110" y="4366220"/>
                  </a:lnTo>
                  <a:lnTo>
                    <a:pt x="8315400" y="4366496"/>
                  </a:lnTo>
                  <a:lnTo>
                    <a:pt x="8368128" y="4366796"/>
                  </a:lnTo>
                  <a:lnTo>
                    <a:pt x="8420651" y="4367119"/>
                  </a:lnTo>
                  <a:lnTo>
                    <a:pt x="8473182" y="4367462"/>
                  </a:lnTo>
                  <a:lnTo>
                    <a:pt x="8525817" y="4367820"/>
                  </a:lnTo>
                  <a:lnTo>
                    <a:pt x="8578563" y="4368188"/>
                  </a:lnTo>
                  <a:lnTo>
                    <a:pt x="8631367" y="4368561"/>
                  </a:lnTo>
                  <a:lnTo>
                    <a:pt x="8684151" y="4368932"/>
                  </a:lnTo>
                  <a:lnTo>
                    <a:pt x="8736845" y="4369296"/>
                  </a:lnTo>
                  <a:lnTo>
                    <a:pt x="8789422" y="4369646"/>
                  </a:lnTo>
                  <a:lnTo>
                    <a:pt x="8841931" y="4369979"/>
                  </a:lnTo>
                  <a:lnTo>
                    <a:pt x="8894521" y="4370291"/>
                  </a:lnTo>
                  <a:lnTo>
                    <a:pt x="8947476" y="4370580"/>
                  </a:lnTo>
                  <a:lnTo>
                    <a:pt x="9001237" y="4370843"/>
                  </a:lnTo>
                  <a:lnTo>
                    <a:pt x="9056441" y="4371082"/>
                  </a:lnTo>
                  <a:lnTo>
                    <a:pt x="9084767" y="4371191"/>
                  </a:lnTo>
                  <a:lnTo>
                    <a:pt x="9132316" y="4371357"/>
                  </a:lnTo>
                  <a:lnTo>
                    <a:pt x="9182384" y="4371506"/>
                  </a:lnTo>
                  <a:lnTo>
                    <a:pt x="9235734" y="4371641"/>
                  </a:lnTo>
                  <a:lnTo>
                    <a:pt x="9293202" y="4371762"/>
                  </a:lnTo>
                  <a:lnTo>
                    <a:pt x="9355640" y="4371870"/>
                  </a:lnTo>
                  <a:lnTo>
                    <a:pt x="9423860" y="4371968"/>
                  </a:lnTo>
                  <a:lnTo>
                    <a:pt x="9498557" y="4372056"/>
                  </a:lnTo>
                  <a:lnTo>
                    <a:pt x="9580199" y="4372135"/>
                  </a:lnTo>
                  <a:lnTo>
                    <a:pt x="9668889" y="4372207"/>
                  </a:lnTo>
                  <a:lnTo>
                    <a:pt x="9764187" y="4372271"/>
                  </a:lnTo>
                  <a:lnTo>
                    <a:pt x="9864919" y="4372329"/>
                  </a:lnTo>
                  <a:lnTo>
                    <a:pt x="9969005" y="4372380"/>
                  </a:lnTo>
                  <a:lnTo>
                    <a:pt x="10073397" y="4372425"/>
                  </a:lnTo>
                  <a:lnTo>
                    <a:pt x="10174183" y="4372462"/>
                  </a:lnTo>
                  <a:lnTo>
                    <a:pt x="10266955" y="4372492"/>
                  </a:lnTo>
                  <a:lnTo>
                    <a:pt x="10347425" y="4372516"/>
                  </a:lnTo>
                  <a:lnTo>
                    <a:pt x="10412197" y="4372532"/>
                  </a:lnTo>
                  <a:lnTo>
                    <a:pt x="10459479" y="4372543"/>
                  </a:lnTo>
                  <a:lnTo>
                    <a:pt x="10489540" y="4372550"/>
                  </a:lnTo>
                  <a:lnTo>
                    <a:pt x="10504798" y="4372553"/>
                  </a:lnTo>
                  <a:lnTo>
                    <a:pt x="10509604" y="4372554"/>
                  </a:lnTo>
                  <a:lnTo>
                    <a:pt x="10509911" y="4372554"/>
                  </a:lnTo>
                  <a:lnTo>
                    <a:pt x="11981298" y="437255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31" name="pl631"/>
            <p:cNvSpPr/>
            <p:nvPr/>
          </p:nvSpPr>
          <p:spPr>
            <a:xfrm>
              <a:off x="4799595" y="6867732"/>
              <a:ext cx="11981298" cy="4372554"/>
            </a:xfrm>
            <a:custGeom>
              <a:avLst/>
              <a:pathLst>
                <a:path w="11981298" h="4372554">
                  <a:moveTo>
                    <a:pt x="11981298" y="4372554"/>
                  </a:moveTo>
                  <a:lnTo>
                    <a:pt x="10509911" y="4372554"/>
                  </a:lnTo>
                  <a:lnTo>
                    <a:pt x="10508673" y="4372553"/>
                  </a:lnTo>
                  <a:lnTo>
                    <a:pt x="10500551" y="4372552"/>
                  </a:lnTo>
                  <a:lnTo>
                    <a:pt x="10480130" y="4372548"/>
                  </a:lnTo>
                  <a:lnTo>
                    <a:pt x="10443752" y="4372540"/>
                  </a:lnTo>
                  <a:lnTo>
                    <a:pt x="10389796" y="4372527"/>
                  </a:lnTo>
                  <a:lnTo>
                    <a:pt x="10318801" y="4372508"/>
                  </a:lnTo>
                  <a:lnTo>
                    <a:pt x="10233232" y="4372482"/>
                  </a:lnTo>
                  <a:lnTo>
                    <a:pt x="10136915" y="4372449"/>
                  </a:lnTo>
                  <a:lnTo>
                    <a:pt x="10034269" y="4372409"/>
                  </a:lnTo>
                  <a:lnTo>
                    <a:pt x="9929575" y="4372362"/>
                  </a:lnTo>
                  <a:lnTo>
                    <a:pt x="9826446" y="4372308"/>
                  </a:lnTo>
                  <a:lnTo>
                    <a:pt x="9727569" y="4372248"/>
                  </a:lnTo>
                  <a:lnTo>
                    <a:pt x="9634666" y="4372181"/>
                  </a:lnTo>
                  <a:lnTo>
                    <a:pt x="9548612" y="4372106"/>
                  </a:lnTo>
                  <a:lnTo>
                    <a:pt x="9469622" y="4372024"/>
                  </a:lnTo>
                  <a:lnTo>
                    <a:pt x="9397435" y="4371932"/>
                  </a:lnTo>
                  <a:lnTo>
                    <a:pt x="9331483" y="4371831"/>
                  </a:lnTo>
                  <a:lnTo>
                    <a:pt x="9271016" y="4371718"/>
                  </a:lnTo>
                  <a:lnTo>
                    <a:pt x="9215200" y="4371592"/>
                  </a:lnTo>
                  <a:lnTo>
                    <a:pt x="9163181" y="4371452"/>
                  </a:lnTo>
                  <a:lnTo>
                    <a:pt x="9114146" y="4371296"/>
                  </a:lnTo>
                  <a:lnTo>
                    <a:pt x="9084767" y="4371191"/>
                  </a:lnTo>
                  <a:lnTo>
                    <a:pt x="9028530" y="4370965"/>
                  </a:lnTo>
                  <a:lnTo>
                    <a:pt x="8974144" y="4370714"/>
                  </a:lnTo>
                  <a:lnTo>
                    <a:pt x="8920853" y="4370438"/>
                  </a:lnTo>
                  <a:lnTo>
                    <a:pt x="8868126" y="4370138"/>
                  </a:lnTo>
                  <a:lnTo>
                    <a:pt x="8815602" y="4369815"/>
                  </a:lnTo>
                  <a:lnTo>
                    <a:pt x="8763071" y="4369472"/>
                  </a:lnTo>
                  <a:lnTo>
                    <a:pt x="8710436" y="4369114"/>
                  </a:lnTo>
                  <a:lnTo>
                    <a:pt x="8657690" y="4368746"/>
                  </a:lnTo>
                  <a:lnTo>
                    <a:pt x="8604886" y="4368374"/>
                  </a:lnTo>
                  <a:lnTo>
                    <a:pt x="8552103" y="4368002"/>
                  </a:lnTo>
                  <a:lnTo>
                    <a:pt x="8499409" y="4367639"/>
                  </a:lnTo>
                  <a:lnTo>
                    <a:pt x="8446831" y="4367288"/>
                  </a:lnTo>
                  <a:lnTo>
                    <a:pt x="8394323" y="4366955"/>
                  </a:lnTo>
                  <a:lnTo>
                    <a:pt x="8341732" y="4366643"/>
                  </a:lnTo>
                  <a:lnTo>
                    <a:pt x="8288777" y="4366354"/>
                  </a:lnTo>
                  <a:lnTo>
                    <a:pt x="8235016" y="4366091"/>
                  </a:lnTo>
                  <a:lnTo>
                    <a:pt x="8179812" y="4365852"/>
                  </a:lnTo>
                  <a:lnTo>
                    <a:pt x="8151487" y="4365743"/>
                  </a:lnTo>
                  <a:lnTo>
                    <a:pt x="8103938" y="4365577"/>
                  </a:lnTo>
                  <a:lnTo>
                    <a:pt x="8053870" y="4365428"/>
                  </a:lnTo>
                  <a:lnTo>
                    <a:pt x="8000519" y="4365293"/>
                  </a:lnTo>
                  <a:lnTo>
                    <a:pt x="7943051" y="4365172"/>
                  </a:lnTo>
                  <a:lnTo>
                    <a:pt x="7880613" y="4365064"/>
                  </a:lnTo>
                  <a:lnTo>
                    <a:pt x="7812393" y="4364966"/>
                  </a:lnTo>
                  <a:lnTo>
                    <a:pt x="7737697" y="4364879"/>
                  </a:lnTo>
                  <a:lnTo>
                    <a:pt x="7656055" y="4364799"/>
                  </a:lnTo>
                  <a:lnTo>
                    <a:pt x="7567364" y="4364727"/>
                  </a:lnTo>
                  <a:lnTo>
                    <a:pt x="7472066" y="4364663"/>
                  </a:lnTo>
                  <a:lnTo>
                    <a:pt x="7371335" y="4364605"/>
                  </a:lnTo>
                  <a:lnTo>
                    <a:pt x="7267248" y="4364554"/>
                  </a:lnTo>
                  <a:lnTo>
                    <a:pt x="7162856" y="4364510"/>
                  </a:lnTo>
                  <a:lnTo>
                    <a:pt x="7062070" y="4364472"/>
                  </a:lnTo>
                  <a:lnTo>
                    <a:pt x="6969298" y="4364442"/>
                  </a:lnTo>
                  <a:lnTo>
                    <a:pt x="6888828" y="4364419"/>
                  </a:lnTo>
                  <a:lnTo>
                    <a:pt x="6824056" y="4364402"/>
                  </a:lnTo>
                  <a:lnTo>
                    <a:pt x="6776775" y="4364391"/>
                  </a:lnTo>
                  <a:lnTo>
                    <a:pt x="6746713" y="4364384"/>
                  </a:lnTo>
                  <a:lnTo>
                    <a:pt x="6731455" y="4364381"/>
                  </a:lnTo>
                  <a:lnTo>
                    <a:pt x="6726649" y="4364381"/>
                  </a:lnTo>
                  <a:lnTo>
                    <a:pt x="6726343" y="4364381"/>
                  </a:lnTo>
                  <a:lnTo>
                    <a:pt x="5254955" y="4364381"/>
                  </a:lnTo>
                  <a:lnTo>
                    <a:pt x="5254035" y="4364300"/>
                  </a:lnTo>
                  <a:lnTo>
                    <a:pt x="5247958" y="4363724"/>
                  </a:lnTo>
                  <a:lnTo>
                    <a:pt x="5232546" y="4362134"/>
                  </a:lnTo>
                  <a:lnTo>
                    <a:pt x="5204758" y="4359000"/>
                  </a:lnTo>
                  <a:lnTo>
                    <a:pt x="5162868" y="4353819"/>
                  </a:lnTo>
                  <a:lnTo>
                    <a:pt x="5106592" y="4346159"/>
                  </a:lnTo>
                  <a:lnTo>
                    <a:pt x="5037046" y="4335695"/>
                  </a:lnTo>
                  <a:lnTo>
                    <a:pt x="4956508" y="4322229"/>
                  </a:lnTo>
                  <a:lnTo>
                    <a:pt x="4868004" y="4305683"/>
                  </a:lnTo>
                  <a:lnTo>
                    <a:pt x="4774830" y="4286068"/>
                  </a:lnTo>
                  <a:lnTo>
                    <a:pt x="4680130" y="4263441"/>
                  </a:lnTo>
                  <a:lnTo>
                    <a:pt x="4586586" y="4237862"/>
                  </a:lnTo>
                  <a:lnTo>
                    <a:pt x="4496254" y="4209350"/>
                  </a:lnTo>
                  <a:lnTo>
                    <a:pt x="4410544" y="4177860"/>
                  </a:lnTo>
                  <a:lnTo>
                    <a:pt x="4330270" y="4143259"/>
                  </a:lnTo>
                  <a:lnTo>
                    <a:pt x="4255759" y="4105323"/>
                  </a:lnTo>
                  <a:lnTo>
                    <a:pt x="4186969" y="4063732"/>
                  </a:lnTo>
                  <a:lnTo>
                    <a:pt x="4123595" y="4018076"/>
                  </a:lnTo>
                  <a:lnTo>
                    <a:pt x="4065162" y="3967866"/>
                  </a:lnTo>
                  <a:lnTo>
                    <a:pt x="4011095" y="3912553"/>
                  </a:lnTo>
                  <a:lnTo>
                    <a:pt x="3960771" y="3851558"/>
                  </a:lnTo>
                  <a:lnTo>
                    <a:pt x="3913559" y="3784323"/>
                  </a:lnTo>
                  <a:lnTo>
                    <a:pt x="3868853" y="3710401"/>
                  </a:lnTo>
                  <a:lnTo>
                    <a:pt x="3829811" y="3636984"/>
                  </a:lnTo>
                  <a:lnTo>
                    <a:pt x="3798448" y="3571850"/>
                  </a:lnTo>
                  <a:lnTo>
                    <a:pt x="3767774" y="3502730"/>
                  </a:lnTo>
                  <a:lnTo>
                    <a:pt x="3737633" y="3429543"/>
                  </a:lnTo>
                  <a:lnTo>
                    <a:pt x="3707892" y="3352252"/>
                  </a:lnTo>
                  <a:lnTo>
                    <a:pt x="3678443" y="3270868"/>
                  </a:lnTo>
                  <a:lnTo>
                    <a:pt x="3649196" y="3185453"/>
                  </a:lnTo>
                  <a:lnTo>
                    <a:pt x="3620078" y="3096125"/>
                  </a:lnTo>
                  <a:lnTo>
                    <a:pt x="3591032" y="3003060"/>
                  </a:lnTo>
                  <a:lnTo>
                    <a:pt x="3562013" y="2906493"/>
                  </a:lnTo>
                  <a:lnTo>
                    <a:pt x="3532991" y="2806717"/>
                  </a:lnTo>
                  <a:lnTo>
                    <a:pt x="3503946" y="2704081"/>
                  </a:lnTo>
                  <a:lnTo>
                    <a:pt x="3474866" y="2598989"/>
                  </a:lnTo>
                  <a:lnTo>
                    <a:pt x="3445749" y="2491891"/>
                  </a:lnTo>
                  <a:lnTo>
                    <a:pt x="3416599" y="2383274"/>
                  </a:lnTo>
                  <a:lnTo>
                    <a:pt x="3387426" y="2273661"/>
                  </a:lnTo>
                  <a:lnTo>
                    <a:pt x="3358241" y="2163590"/>
                  </a:lnTo>
                  <a:lnTo>
                    <a:pt x="3329059" y="2053613"/>
                  </a:lnTo>
                  <a:lnTo>
                    <a:pt x="3299893" y="1944276"/>
                  </a:lnTo>
                  <a:lnTo>
                    <a:pt x="3270753" y="1836116"/>
                  </a:lnTo>
                  <a:lnTo>
                    <a:pt x="3241649" y="1729642"/>
                  </a:lnTo>
                  <a:lnTo>
                    <a:pt x="3212581" y="1625332"/>
                  </a:lnTo>
                  <a:lnTo>
                    <a:pt x="3183545" y="1523620"/>
                  </a:lnTo>
                  <a:lnTo>
                    <a:pt x="3154527" y="1424891"/>
                  </a:lnTo>
                  <a:lnTo>
                    <a:pt x="3125503" y="1329477"/>
                  </a:lnTo>
                  <a:lnTo>
                    <a:pt x="3096438" y="1237652"/>
                  </a:lnTo>
                  <a:lnTo>
                    <a:pt x="3067284" y="1149629"/>
                  </a:lnTo>
                  <a:lnTo>
                    <a:pt x="3037978" y="1065565"/>
                  </a:lnTo>
                  <a:lnTo>
                    <a:pt x="3008441" y="985559"/>
                  </a:lnTo>
                  <a:lnTo>
                    <a:pt x="2978578" y="909656"/>
                  </a:lnTo>
                  <a:lnTo>
                    <a:pt x="2948273" y="837850"/>
                  </a:lnTo>
                  <a:lnTo>
                    <a:pt x="2917385" y="770087"/>
                  </a:lnTo>
                  <a:lnTo>
                    <a:pt x="2896531" y="727396"/>
                  </a:lnTo>
                  <a:lnTo>
                    <a:pt x="2853630" y="647180"/>
                  </a:lnTo>
                  <a:lnTo>
                    <a:pt x="2808727" y="573860"/>
                  </a:lnTo>
                  <a:lnTo>
                    <a:pt x="2761265" y="507197"/>
                  </a:lnTo>
                  <a:lnTo>
                    <a:pt x="2710636" y="446726"/>
                  </a:lnTo>
                  <a:lnTo>
                    <a:pt x="2656209" y="391887"/>
                  </a:lnTo>
                  <a:lnTo>
                    <a:pt x="2597362" y="342100"/>
                  </a:lnTo>
                  <a:lnTo>
                    <a:pt x="2533527" y="296822"/>
                  </a:lnTo>
                  <a:lnTo>
                    <a:pt x="2464241" y="255568"/>
                  </a:lnTo>
                  <a:lnTo>
                    <a:pt x="2389219" y="217937"/>
                  </a:lnTo>
                  <a:lnTo>
                    <a:pt x="2308446" y="183619"/>
                  </a:lnTo>
                  <a:lnTo>
                    <a:pt x="2222287" y="152395"/>
                  </a:lnTo>
                  <a:lnTo>
                    <a:pt x="2131606" y="124143"/>
                  </a:lnTo>
                  <a:lnTo>
                    <a:pt x="2037867" y="98823"/>
                  </a:lnTo>
                  <a:lnTo>
                    <a:pt x="1943186" y="76460"/>
                  </a:lnTo>
                  <a:lnTo>
                    <a:pt x="1850293" y="57113"/>
                  </a:lnTo>
                  <a:lnTo>
                    <a:pt x="1762359" y="40840"/>
                  </a:lnTo>
                  <a:lnTo>
                    <a:pt x="1682678" y="27643"/>
                  </a:lnTo>
                  <a:lnTo>
                    <a:pt x="1614226" y="17436"/>
                  </a:lnTo>
                  <a:lnTo>
                    <a:pt x="1559193" y="10010"/>
                  </a:lnTo>
                  <a:lnTo>
                    <a:pt x="1518580" y="5028"/>
                  </a:lnTo>
                  <a:lnTo>
                    <a:pt x="1491974" y="2051"/>
                  </a:lnTo>
                  <a:lnTo>
                    <a:pt x="1477526" y="572"/>
                  </a:lnTo>
                  <a:lnTo>
                    <a:pt x="1472088" y="61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32" name="pg632"/>
            <p:cNvSpPr/>
            <p:nvPr/>
          </p:nvSpPr>
          <p:spPr>
            <a:xfrm>
              <a:off x="4799595" y="3541322"/>
              <a:ext cx="11981298" cy="4437938"/>
            </a:xfrm>
            <a:custGeom>
              <a:avLst/>
              <a:pathLst>
                <a:path w="11981298" h="4437938">
                  <a:moveTo>
                    <a:pt x="0" y="1749021"/>
                  </a:moveTo>
                  <a:lnTo>
                    <a:pt x="1471387" y="1749021"/>
                  </a:lnTo>
                  <a:lnTo>
                    <a:pt x="1472542" y="1749084"/>
                  </a:lnTo>
                  <a:lnTo>
                    <a:pt x="1480131" y="1749532"/>
                  </a:lnTo>
                  <a:lnTo>
                    <a:pt x="1499254" y="1750770"/>
                  </a:lnTo>
                  <a:lnTo>
                    <a:pt x="1533422" y="1753207"/>
                  </a:lnTo>
                  <a:lnTo>
                    <a:pt x="1584310" y="1757221"/>
                  </a:lnTo>
                  <a:lnTo>
                    <a:pt x="1651622" y="1763120"/>
                  </a:lnTo>
                  <a:lnTo>
                    <a:pt x="1733264" y="1771112"/>
                  </a:lnTo>
                  <a:lnTo>
                    <a:pt x="1825816" y="1781302"/>
                  </a:lnTo>
                  <a:lnTo>
                    <a:pt x="1925200" y="1793705"/>
                  </a:lnTo>
                  <a:lnTo>
                    <a:pt x="2027352" y="1808286"/>
                  </a:lnTo>
                  <a:lnTo>
                    <a:pt x="2128737" y="1824996"/>
                  </a:lnTo>
                  <a:lnTo>
                    <a:pt x="2226629" y="1843814"/>
                  </a:lnTo>
                  <a:lnTo>
                    <a:pt x="2319191" y="1864771"/>
                  </a:lnTo>
                  <a:lnTo>
                    <a:pt x="2405394" y="1887970"/>
                  </a:lnTo>
                  <a:lnTo>
                    <a:pt x="2484865" y="1913591"/>
                  </a:lnTo>
                  <a:lnTo>
                    <a:pt x="2557717" y="1941894"/>
                  </a:lnTo>
                  <a:lnTo>
                    <a:pt x="2624393" y="1973213"/>
                  </a:lnTo>
                  <a:lnTo>
                    <a:pt x="2685539" y="2007944"/>
                  </a:lnTo>
                  <a:lnTo>
                    <a:pt x="2741909" y="2046526"/>
                  </a:lnTo>
                  <a:lnTo>
                    <a:pt x="2794297" y="2089404"/>
                  </a:lnTo>
                  <a:lnTo>
                    <a:pt x="2843485" y="2136974"/>
                  </a:lnTo>
                  <a:lnTo>
                    <a:pt x="2890194" y="2189478"/>
                  </a:lnTo>
                  <a:lnTo>
                    <a:pt x="2896531" y="2197174"/>
                  </a:lnTo>
                  <a:lnTo>
                    <a:pt x="2934991" y="2246861"/>
                  </a:lnTo>
                  <a:lnTo>
                    <a:pt x="2972467" y="2300281"/>
                  </a:lnTo>
                  <a:lnTo>
                    <a:pt x="3009231" y="2357509"/>
                  </a:lnTo>
                  <a:lnTo>
                    <a:pt x="3045505" y="2418555"/>
                  </a:lnTo>
                  <a:lnTo>
                    <a:pt x="3081462" y="2483360"/>
                  </a:lnTo>
                  <a:lnTo>
                    <a:pt x="3117238" y="2551788"/>
                  </a:lnTo>
                  <a:lnTo>
                    <a:pt x="3152932" y="2623617"/>
                  </a:lnTo>
                  <a:lnTo>
                    <a:pt x="3188614" y="2698548"/>
                  </a:lnTo>
                  <a:lnTo>
                    <a:pt x="3224327" y="2776196"/>
                  </a:lnTo>
                  <a:lnTo>
                    <a:pt x="3260092" y="2856104"/>
                  </a:lnTo>
                  <a:lnTo>
                    <a:pt x="3295911" y="2937749"/>
                  </a:lnTo>
                  <a:lnTo>
                    <a:pt x="3331774" y="3020555"/>
                  </a:lnTo>
                  <a:lnTo>
                    <a:pt x="3367658" y="3103910"/>
                  </a:lnTo>
                  <a:lnTo>
                    <a:pt x="3403539" y="3187186"/>
                  </a:lnTo>
                  <a:lnTo>
                    <a:pt x="3439392" y="3269757"/>
                  </a:lnTo>
                  <a:lnTo>
                    <a:pt x="3475199" y="3351020"/>
                  </a:lnTo>
                  <a:lnTo>
                    <a:pt x="3510950" y="3430410"/>
                  </a:lnTo>
                  <a:lnTo>
                    <a:pt x="3546652" y="3507419"/>
                  </a:lnTo>
                  <a:lnTo>
                    <a:pt x="3582332" y="3581607"/>
                  </a:lnTo>
                  <a:lnTo>
                    <a:pt x="3618039" y="3652611"/>
                  </a:lnTo>
                  <a:lnTo>
                    <a:pt x="3653849" y="3720150"/>
                  </a:lnTo>
                  <a:lnTo>
                    <a:pt x="3689872" y="3784025"/>
                  </a:lnTo>
                  <a:lnTo>
                    <a:pt x="3726250" y="3844119"/>
                  </a:lnTo>
                  <a:lnTo>
                    <a:pt x="3763170" y="3900390"/>
                  </a:lnTo>
                  <a:lnTo>
                    <a:pt x="3800863" y="3952867"/>
                  </a:lnTo>
                  <a:lnTo>
                    <a:pt x="3829811" y="3989785"/>
                  </a:lnTo>
                  <a:lnTo>
                    <a:pt x="3876226" y="4042979"/>
                  </a:lnTo>
                  <a:lnTo>
                    <a:pt x="3925029" y="4091226"/>
                  </a:lnTo>
                  <a:lnTo>
                    <a:pt x="3976926" y="4134736"/>
                  </a:lnTo>
                  <a:lnTo>
                    <a:pt x="4032694" y="4173889"/>
                  </a:lnTo>
                  <a:lnTo>
                    <a:pt x="4093128" y="4209128"/>
                  </a:lnTo>
                  <a:lnTo>
                    <a:pt x="4158993" y="4240897"/>
                  </a:lnTo>
                  <a:lnTo>
                    <a:pt x="4230954" y="4269598"/>
                  </a:lnTo>
                  <a:lnTo>
                    <a:pt x="4309488" y="4295575"/>
                  </a:lnTo>
                  <a:lnTo>
                    <a:pt x="4394764" y="4319098"/>
                  </a:lnTo>
                  <a:lnTo>
                    <a:pt x="4486487" y="4340359"/>
                  </a:lnTo>
                  <a:lnTo>
                    <a:pt x="4583728" y="4359471"/>
                  </a:lnTo>
                  <a:lnTo>
                    <a:pt x="4684770" y="4376475"/>
                  </a:lnTo>
                  <a:lnTo>
                    <a:pt x="4787011" y="4391354"/>
                  </a:lnTo>
                  <a:lnTo>
                    <a:pt x="4887016" y="4404063"/>
                  </a:lnTo>
                  <a:lnTo>
                    <a:pt x="4980768" y="4414562"/>
                  </a:lnTo>
                  <a:lnTo>
                    <a:pt x="5064155" y="4422856"/>
                  </a:lnTo>
                  <a:lnTo>
                    <a:pt x="5133622" y="4429036"/>
                  </a:lnTo>
                  <a:lnTo>
                    <a:pt x="5186856" y="4433296"/>
                  </a:lnTo>
                  <a:lnTo>
                    <a:pt x="5223295" y="4435931"/>
                  </a:lnTo>
                  <a:lnTo>
                    <a:pt x="5244339" y="4437311"/>
                  </a:lnTo>
                  <a:lnTo>
                    <a:pt x="5253261" y="4437845"/>
                  </a:lnTo>
                  <a:lnTo>
                    <a:pt x="5254955" y="4437938"/>
                  </a:lnTo>
                  <a:lnTo>
                    <a:pt x="6726343" y="4437938"/>
                  </a:lnTo>
                  <a:lnTo>
                    <a:pt x="6727259" y="4437856"/>
                  </a:lnTo>
                  <a:lnTo>
                    <a:pt x="6733313" y="4437275"/>
                  </a:lnTo>
                  <a:lnTo>
                    <a:pt x="6748669" y="4435671"/>
                  </a:lnTo>
                  <a:lnTo>
                    <a:pt x="6776359" y="4432508"/>
                  </a:lnTo>
                  <a:lnTo>
                    <a:pt x="6818110" y="4427280"/>
                  </a:lnTo>
                  <a:lnTo>
                    <a:pt x="6874213" y="4419548"/>
                  </a:lnTo>
                  <a:lnTo>
                    <a:pt x="6943564" y="4408986"/>
                  </a:lnTo>
                  <a:lnTo>
                    <a:pt x="7023904" y="4395391"/>
                  </a:lnTo>
                  <a:lnTo>
                    <a:pt x="7112223" y="4378685"/>
                  </a:lnTo>
                  <a:lnTo>
                    <a:pt x="7205238" y="4358876"/>
                  </a:lnTo>
                  <a:lnTo>
                    <a:pt x="7299813" y="4336024"/>
                  </a:lnTo>
                  <a:lnTo>
                    <a:pt x="7393271" y="4310188"/>
                  </a:lnTo>
                  <a:lnTo>
                    <a:pt x="7483550" y="4281389"/>
                  </a:lnTo>
                  <a:lnTo>
                    <a:pt x="7569238" y="4249581"/>
                  </a:lnTo>
                  <a:lnTo>
                    <a:pt x="7649515" y="4214634"/>
                  </a:lnTo>
                  <a:lnTo>
                    <a:pt x="7724045" y="4176321"/>
                  </a:lnTo>
                  <a:lnTo>
                    <a:pt x="7792866" y="4134323"/>
                  </a:lnTo>
                  <a:lnTo>
                    <a:pt x="7856276" y="4088228"/>
                  </a:lnTo>
                  <a:lnTo>
                    <a:pt x="7914745" y="4037544"/>
                  </a:lnTo>
                  <a:lnTo>
                    <a:pt x="7968845" y="3981717"/>
                  </a:lnTo>
                  <a:lnTo>
                    <a:pt x="8019195" y="3920163"/>
                  </a:lnTo>
                  <a:lnTo>
                    <a:pt x="8066424" y="3852320"/>
                  </a:lnTo>
                  <a:lnTo>
                    <a:pt x="8111137" y="3777729"/>
                  </a:lnTo>
                  <a:lnTo>
                    <a:pt x="8151487" y="3701006"/>
                  </a:lnTo>
                  <a:lnTo>
                    <a:pt x="8182667" y="3635418"/>
                  </a:lnTo>
                  <a:lnTo>
                    <a:pt x="8213165" y="3565841"/>
                  </a:lnTo>
                  <a:lnTo>
                    <a:pt x="8243136" y="3492192"/>
                  </a:lnTo>
                  <a:lnTo>
                    <a:pt x="8272708" y="3414435"/>
                  </a:lnTo>
                  <a:lnTo>
                    <a:pt x="8301990" y="3332579"/>
                  </a:lnTo>
                  <a:lnTo>
                    <a:pt x="8331070" y="3246684"/>
                  </a:lnTo>
                  <a:lnTo>
                    <a:pt x="8360020" y="3156867"/>
                  </a:lnTo>
                  <a:lnTo>
                    <a:pt x="8388897" y="3063300"/>
                  </a:lnTo>
                  <a:lnTo>
                    <a:pt x="8417745" y="2966213"/>
                  </a:lnTo>
                  <a:lnTo>
                    <a:pt x="8446595" y="2865897"/>
                  </a:lnTo>
                  <a:lnTo>
                    <a:pt x="8475468" y="2762696"/>
                  </a:lnTo>
                  <a:lnTo>
                    <a:pt x="8504374" y="2657007"/>
                  </a:lnTo>
                  <a:lnTo>
                    <a:pt x="8533316" y="2549276"/>
                  </a:lnTo>
                  <a:lnTo>
                    <a:pt x="8562292" y="2439987"/>
                  </a:lnTo>
                  <a:lnTo>
                    <a:pt x="8591292" y="2329656"/>
                  </a:lnTo>
                  <a:lnTo>
                    <a:pt x="8620304" y="2218819"/>
                  </a:lnTo>
                  <a:lnTo>
                    <a:pt x="8649315" y="2108022"/>
                  </a:lnTo>
                  <a:lnTo>
                    <a:pt x="8678312" y="1997814"/>
                  </a:lnTo>
                  <a:lnTo>
                    <a:pt x="8707283" y="1888726"/>
                  </a:lnTo>
                  <a:lnTo>
                    <a:pt x="8736220" y="1781272"/>
                  </a:lnTo>
                  <a:lnTo>
                    <a:pt x="8765121" y="1675930"/>
                  </a:lnTo>
                  <a:lnTo>
                    <a:pt x="8793989" y="1573137"/>
                  </a:lnTo>
                  <a:lnTo>
                    <a:pt x="8822837" y="1473285"/>
                  </a:lnTo>
                  <a:lnTo>
                    <a:pt x="8851687" y="1376710"/>
                  </a:lnTo>
                  <a:lnTo>
                    <a:pt x="8880572" y="1283692"/>
                  </a:lnTo>
                  <a:lnTo>
                    <a:pt x="8909538" y="1194454"/>
                  </a:lnTo>
                  <a:lnTo>
                    <a:pt x="8938643" y="1109159"/>
                  </a:lnTo>
                  <a:lnTo>
                    <a:pt x="8967962" y="1027915"/>
                  </a:lnTo>
                  <a:lnTo>
                    <a:pt x="8997587" y="950775"/>
                  </a:lnTo>
                  <a:lnTo>
                    <a:pt x="9027628" y="877741"/>
                  </a:lnTo>
                  <a:lnTo>
                    <a:pt x="9058219" y="808769"/>
                  </a:lnTo>
                  <a:lnTo>
                    <a:pt x="9084767" y="753278"/>
                  </a:lnTo>
                  <a:lnTo>
                    <a:pt x="9127610" y="672111"/>
                  </a:lnTo>
                  <a:lnTo>
                    <a:pt x="9172451" y="597913"/>
                  </a:lnTo>
                  <a:lnTo>
                    <a:pt x="9219842" y="530443"/>
                  </a:lnTo>
                  <a:lnTo>
                    <a:pt x="9270388" y="469232"/>
                  </a:lnTo>
                  <a:lnTo>
                    <a:pt x="9324721" y="413715"/>
                  </a:lnTo>
                  <a:lnTo>
                    <a:pt x="9383457" y="363307"/>
                  </a:lnTo>
                  <a:lnTo>
                    <a:pt x="9447165" y="317458"/>
                  </a:lnTo>
                  <a:lnTo>
                    <a:pt x="9516306" y="275680"/>
                  </a:lnTo>
                  <a:lnTo>
                    <a:pt x="9591166" y="237567"/>
                  </a:lnTo>
                  <a:lnTo>
                    <a:pt x="9671765" y="202804"/>
                  </a:lnTo>
                  <a:lnTo>
                    <a:pt x="9757742" y="171171"/>
                  </a:lnTo>
                  <a:lnTo>
                    <a:pt x="9848246" y="142541"/>
                  </a:lnTo>
                  <a:lnTo>
                    <a:pt x="9941829" y="116874"/>
                  </a:lnTo>
                  <a:lnTo>
                    <a:pt x="10036393" y="94194"/>
                  </a:lnTo>
                  <a:lnTo>
                    <a:pt x="10129227" y="74561"/>
                  </a:lnTo>
                  <a:lnTo>
                    <a:pt x="10217179" y="58033"/>
                  </a:lnTo>
                  <a:lnTo>
                    <a:pt x="10296968" y="44614"/>
                  </a:lnTo>
                  <a:lnTo>
                    <a:pt x="10365615" y="34220"/>
                  </a:lnTo>
                  <a:lnTo>
                    <a:pt x="10420916" y="26641"/>
                  </a:lnTo>
                  <a:lnTo>
                    <a:pt x="10461842" y="21543"/>
                  </a:lnTo>
                  <a:lnTo>
                    <a:pt x="10488769" y="18484"/>
                  </a:lnTo>
                  <a:lnTo>
                    <a:pt x="10503501" y="16952"/>
                  </a:lnTo>
                  <a:lnTo>
                    <a:pt x="10509140" y="16414"/>
                  </a:lnTo>
                  <a:lnTo>
                    <a:pt x="10509911" y="16345"/>
                  </a:lnTo>
                  <a:lnTo>
                    <a:pt x="11981298" y="16345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8994" y="81"/>
                  </a:lnTo>
                  <a:lnTo>
                    <a:pt x="10502940" y="662"/>
                  </a:lnTo>
                  <a:lnTo>
                    <a:pt x="10487584" y="2266"/>
                  </a:lnTo>
                  <a:lnTo>
                    <a:pt x="10459894" y="5429"/>
                  </a:lnTo>
                  <a:lnTo>
                    <a:pt x="10418144" y="10657"/>
                  </a:lnTo>
                  <a:lnTo>
                    <a:pt x="10362041" y="18389"/>
                  </a:lnTo>
                  <a:lnTo>
                    <a:pt x="10292689" y="28951"/>
                  </a:lnTo>
                  <a:lnTo>
                    <a:pt x="10212350" y="42546"/>
                  </a:lnTo>
                  <a:lnTo>
                    <a:pt x="10124030" y="59252"/>
                  </a:lnTo>
                  <a:lnTo>
                    <a:pt x="10031015" y="79061"/>
                  </a:lnTo>
                  <a:lnTo>
                    <a:pt x="9936440" y="101913"/>
                  </a:lnTo>
                  <a:lnTo>
                    <a:pt x="9842983" y="127749"/>
                  </a:lnTo>
                  <a:lnTo>
                    <a:pt x="9752704" y="156548"/>
                  </a:lnTo>
                  <a:lnTo>
                    <a:pt x="9667015" y="188356"/>
                  </a:lnTo>
                  <a:lnTo>
                    <a:pt x="9586739" y="223303"/>
                  </a:lnTo>
                  <a:lnTo>
                    <a:pt x="9512208" y="261616"/>
                  </a:lnTo>
                  <a:lnTo>
                    <a:pt x="9443387" y="303614"/>
                  </a:lnTo>
                  <a:lnTo>
                    <a:pt x="9379977" y="349709"/>
                  </a:lnTo>
                  <a:lnTo>
                    <a:pt x="9321508" y="400394"/>
                  </a:lnTo>
                  <a:lnTo>
                    <a:pt x="9267408" y="456220"/>
                  </a:lnTo>
                  <a:lnTo>
                    <a:pt x="9217058" y="517774"/>
                  </a:lnTo>
                  <a:lnTo>
                    <a:pt x="9169829" y="585617"/>
                  </a:lnTo>
                  <a:lnTo>
                    <a:pt x="9125117" y="660208"/>
                  </a:lnTo>
                  <a:lnTo>
                    <a:pt x="9084767" y="736932"/>
                  </a:lnTo>
                  <a:lnTo>
                    <a:pt x="9053587" y="802519"/>
                  </a:lnTo>
                  <a:lnTo>
                    <a:pt x="9023088" y="872096"/>
                  </a:lnTo>
                  <a:lnTo>
                    <a:pt x="8993117" y="945745"/>
                  </a:lnTo>
                  <a:lnTo>
                    <a:pt x="8963545" y="1023502"/>
                  </a:lnTo>
                  <a:lnTo>
                    <a:pt x="8934263" y="1105358"/>
                  </a:lnTo>
                  <a:lnTo>
                    <a:pt x="8905183" y="1191253"/>
                  </a:lnTo>
                  <a:lnTo>
                    <a:pt x="8876233" y="1281070"/>
                  </a:lnTo>
                  <a:lnTo>
                    <a:pt x="8847356" y="1374637"/>
                  </a:lnTo>
                  <a:lnTo>
                    <a:pt x="8818508" y="1471724"/>
                  </a:lnTo>
                  <a:lnTo>
                    <a:pt x="8789658" y="1572040"/>
                  </a:lnTo>
                  <a:lnTo>
                    <a:pt x="8760785" y="1675242"/>
                  </a:lnTo>
                  <a:lnTo>
                    <a:pt x="8731879" y="1780930"/>
                  </a:lnTo>
                  <a:lnTo>
                    <a:pt x="8702937" y="1888661"/>
                  </a:lnTo>
                  <a:lnTo>
                    <a:pt x="8673961" y="1997950"/>
                  </a:lnTo>
                  <a:lnTo>
                    <a:pt x="8644962" y="2108281"/>
                  </a:lnTo>
                  <a:lnTo>
                    <a:pt x="8615949" y="2219118"/>
                  </a:lnTo>
                  <a:lnTo>
                    <a:pt x="8586938" y="2329915"/>
                  </a:lnTo>
                  <a:lnTo>
                    <a:pt x="8557941" y="2440124"/>
                  </a:lnTo>
                  <a:lnTo>
                    <a:pt x="8528970" y="2549211"/>
                  </a:lnTo>
                  <a:lnTo>
                    <a:pt x="8500033" y="2656665"/>
                  </a:lnTo>
                  <a:lnTo>
                    <a:pt x="8471133" y="2762007"/>
                  </a:lnTo>
                  <a:lnTo>
                    <a:pt x="8442264" y="2864800"/>
                  </a:lnTo>
                  <a:lnTo>
                    <a:pt x="8413416" y="2964652"/>
                  </a:lnTo>
                  <a:lnTo>
                    <a:pt x="8384566" y="3061228"/>
                  </a:lnTo>
                  <a:lnTo>
                    <a:pt x="8355681" y="3154245"/>
                  </a:lnTo>
                  <a:lnTo>
                    <a:pt x="8326715" y="3243484"/>
                  </a:lnTo>
                  <a:lnTo>
                    <a:pt x="8297610" y="3328778"/>
                  </a:lnTo>
                  <a:lnTo>
                    <a:pt x="8268291" y="3410022"/>
                  </a:lnTo>
                  <a:lnTo>
                    <a:pt x="8238666" y="3487162"/>
                  </a:lnTo>
                  <a:lnTo>
                    <a:pt x="8208625" y="3560196"/>
                  </a:lnTo>
                  <a:lnTo>
                    <a:pt x="8178035" y="3629168"/>
                  </a:lnTo>
                  <a:lnTo>
                    <a:pt x="8151487" y="3684660"/>
                  </a:lnTo>
                  <a:lnTo>
                    <a:pt x="8108643" y="3765826"/>
                  </a:lnTo>
                  <a:lnTo>
                    <a:pt x="8063802" y="3840024"/>
                  </a:lnTo>
                  <a:lnTo>
                    <a:pt x="8016412" y="3907494"/>
                  </a:lnTo>
                  <a:lnTo>
                    <a:pt x="7965865" y="3968705"/>
                  </a:lnTo>
                  <a:lnTo>
                    <a:pt x="7911532" y="4024223"/>
                  </a:lnTo>
                  <a:lnTo>
                    <a:pt x="7852796" y="4074630"/>
                  </a:lnTo>
                  <a:lnTo>
                    <a:pt x="7789089" y="4120480"/>
                  </a:lnTo>
                  <a:lnTo>
                    <a:pt x="7719948" y="4162257"/>
                  </a:lnTo>
                  <a:lnTo>
                    <a:pt x="7645087" y="4200370"/>
                  </a:lnTo>
                  <a:lnTo>
                    <a:pt x="7564489" y="4235133"/>
                  </a:lnTo>
                  <a:lnTo>
                    <a:pt x="7478511" y="4266766"/>
                  </a:lnTo>
                  <a:lnTo>
                    <a:pt x="7388007" y="4295396"/>
                  </a:lnTo>
                  <a:lnTo>
                    <a:pt x="7294424" y="4321063"/>
                  </a:lnTo>
                  <a:lnTo>
                    <a:pt x="7199861" y="4343743"/>
                  </a:lnTo>
                  <a:lnTo>
                    <a:pt x="7107026" y="4363376"/>
                  </a:lnTo>
                  <a:lnTo>
                    <a:pt x="7019074" y="4379905"/>
                  </a:lnTo>
                  <a:lnTo>
                    <a:pt x="6939285" y="4393323"/>
                  </a:lnTo>
                  <a:lnTo>
                    <a:pt x="6870638" y="4403717"/>
                  </a:lnTo>
                  <a:lnTo>
                    <a:pt x="6815337" y="4411296"/>
                  </a:lnTo>
                  <a:lnTo>
                    <a:pt x="6774411" y="4416394"/>
                  </a:lnTo>
                  <a:lnTo>
                    <a:pt x="6747484" y="4419453"/>
                  </a:lnTo>
                  <a:lnTo>
                    <a:pt x="6732752" y="4420985"/>
                  </a:lnTo>
                  <a:lnTo>
                    <a:pt x="6727113" y="4421523"/>
                  </a:lnTo>
                  <a:lnTo>
                    <a:pt x="6726343" y="4421592"/>
                  </a:lnTo>
                  <a:lnTo>
                    <a:pt x="5254955" y="4421592"/>
                  </a:lnTo>
                  <a:lnTo>
                    <a:pt x="5253800" y="4421529"/>
                  </a:lnTo>
                  <a:lnTo>
                    <a:pt x="5246211" y="4421081"/>
                  </a:lnTo>
                  <a:lnTo>
                    <a:pt x="5227089" y="4419843"/>
                  </a:lnTo>
                  <a:lnTo>
                    <a:pt x="5192920" y="4417406"/>
                  </a:lnTo>
                  <a:lnTo>
                    <a:pt x="5142032" y="4413391"/>
                  </a:lnTo>
                  <a:lnTo>
                    <a:pt x="5074720" y="4407493"/>
                  </a:lnTo>
                  <a:lnTo>
                    <a:pt x="4993078" y="4399500"/>
                  </a:lnTo>
                  <a:lnTo>
                    <a:pt x="4900527" y="4389311"/>
                  </a:lnTo>
                  <a:lnTo>
                    <a:pt x="4801143" y="4376907"/>
                  </a:lnTo>
                  <a:lnTo>
                    <a:pt x="4698990" y="4362327"/>
                  </a:lnTo>
                  <a:lnTo>
                    <a:pt x="4597605" y="4345617"/>
                  </a:lnTo>
                  <a:lnTo>
                    <a:pt x="4499713" y="4326799"/>
                  </a:lnTo>
                  <a:lnTo>
                    <a:pt x="4407151" y="4305842"/>
                  </a:lnTo>
                  <a:lnTo>
                    <a:pt x="4320948" y="4282643"/>
                  </a:lnTo>
                  <a:lnTo>
                    <a:pt x="4241477" y="4257022"/>
                  </a:lnTo>
                  <a:lnTo>
                    <a:pt x="4168625" y="4228718"/>
                  </a:lnTo>
                  <a:lnTo>
                    <a:pt x="4101949" y="4197399"/>
                  </a:lnTo>
                  <a:lnTo>
                    <a:pt x="4040803" y="4162669"/>
                  </a:lnTo>
                  <a:lnTo>
                    <a:pt x="3984434" y="4124087"/>
                  </a:lnTo>
                  <a:lnTo>
                    <a:pt x="3932045" y="4081208"/>
                  </a:lnTo>
                  <a:lnTo>
                    <a:pt x="3882857" y="4033639"/>
                  </a:lnTo>
                  <a:lnTo>
                    <a:pt x="3836148" y="3981135"/>
                  </a:lnTo>
                  <a:lnTo>
                    <a:pt x="3829811" y="3973439"/>
                  </a:lnTo>
                  <a:lnTo>
                    <a:pt x="3791351" y="3923751"/>
                  </a:lnTo>
                  <a:lnTo>
                    <a:pt x="3753876" y="3870331"/>
                  </a:lnTo>
                  <a:lnTo>
                    <a:pt x="3717111" y="3813104"/>
                  </a:lnTo>
                  <a:lnTo>
                    <a:pt x="3680837" y="3752058"/>
                  </a:lnTo>
                  <a:lnTo>
                    <a:pt x="3644880" y="3687252"/>
                  </a:lnTo>
                  <a:lnTo>
                    <a:pt x="3609104" y="3618825"/>
                  </a:lnTo>
                  <a:lnTo>
                    <a:pt x="3573410" y="3546995"/>
                  </a:lnTo>
                  <a:lnTo>
                    <a:pt x="3537728" y="3472065"/>
                  </a:lnTo>
                  <a:lnTo>
                    <a:pt x="3502015" y="3394417"/>
                  </a:lnTo>
                  <a:lnTo>
                    <a:pt x="3466250" y="3314508"/>
                  </a:lnTo>
                  <a:lnTo>
                    <a:pt x="3430431" y="3232864"/>
                  </a:lnTo>
                  <a:lnTo>
                    <a:pt x="3394569" y="3150058"/>
                  </a:lnTo>
                  <a:lnTo>
                    <a:pt x="3358684" y="3066703"/>
                  </a:lnTo>
                  <a:lnTo>
                    <a:pt x="3322803" y="2983427"/>
                  </a:lnTo>
                  <a:lnTo>
                    <a:pt x="3286950" y="2900855"/>
                  </a:lnTo>
                  <a:lnTo>
                    <a:pt x="3251143" y="2819593"/>
                  </a:lnTo>
                  <a:lnTo>
                    <a:pt x="3215392" y="2740203"/>
                  </a:lnTo>
                  <a:lnTo>
                    <a:pt x="3179690" y="2663194"/>
                  </a:lnTo>
                  <a:lnTo>
                    <a:pt x="3144010" y="2589006"/>
                  </a:lnTo>
                  <a:lnTo>
                    <a:pt x="3108303" y="2518002"/>
                  </a:lnTo>
                  <a:lnTo>
                    <a:pt x="3072493" y="2450463"/>
                  </a:lnTo>
                  <a:lnTo>
                    <a:pt x="3036470" y="2386588"/>
                  </a:lnTo>
                  <a:lnTo>
                    <a:pt x="3000092" y="2326494"/>
                  </a:lnTo>
                  <a:lnTo>
                    <a:pt x="2963172" y="2270222"/>
                  </a:lnTo>
                  <a:lnTo>
                    <a:pt x="2925479" y="2217745"/>
                  </a:lnTo>
                  <a:lnTo>
                    <a:pt x="2896531" y="2180828"/>
                  </a:lnTo>
                  <a:lnTo>
                    <a:pt x="2850116" y="2127633"/>
                  </a:lnTo>
                  <a:lnTo>
                    <a:pt x="2801314" y="2079387"/>
                  </a:lnTo>
                  <a:lnTo>
                    <a:pt x="2749416" y="2035877"/>
                  </a:lnTo>
                  <a:lnTo>
                    <a:pt x="2693648" y="1996724"/>
                  </a:lnTo>
                  <a:lnTo>
                    <a:pt x="2633214" y="1961485"/>
                  </a:lnTo>
                  <a:lnTo>
                    <a:pt x="2567349" y="1929716"/>
                  </a:lnTo>
                  <a:lnTo>
                    <a:pt x="2495388" y="1901015"/>
                  </a:lnTo>
                  <a:lnTo>
                    <a:pt x="2416854" y="1875038"/>
                  </a:lnTo>
                  <a:lnTo>
                    <a:pt x="2331578" y="1851514"/>
                  </a:lnTo>
                  <a:lnTo>
                    <a:pt x="2239855" y="1830253"/>
                  </a:lnTo>
                  <a:lnTo>
                    <a:pt x="2142614" y="1811141"/>
                  </a:lnTo>
                  <a:lnTo>
                    <a:pt x="2041572" y="1794138"/>
                  </a:lnTo>
                  <a:lnTo>
                    <a:pt x="1939331" y="1779258"/>
                  </a:lnTo>
                  <a:lnTo>
                    <a:pt x="1839326" y="1766549"/>
                  </a:lnTo>
                  <a:lnTo>
                    <a:pt x="1745574" y="1756051"/>
                  </a:lnTo>
                  <a:lnTo>
                    <a:pt x="1662188" y="1747757"/>
                  </a:lnTo>
                  <a:lnTo>
                    <a:pt x="1592720" y="1741577"/>
                  </a:lnTo>
                  <a:lnTo>
                    <a:pt x="1539486" y="1737317"/>
                  </a:lnTo>
                  <a:lnTo>
                    <a:pt x="1503047" y="1734682"/>
                  </a:lnTo>
                  <a:lnTo>
                    <a:pt x="1482003" y="1733301"/>
                  </a:lnTo>
                  <a:lnTo>
                    <a:pt x="1473081" y="1732768"/>
                  </a:lnTo>
                  <a:lnTo>
                    <a:pt x="1471387" y="1732675"/>
                  </a:lnTo>
                  <a:lnTo>
                    <a:pt x="0" y="1732675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633" name="pl633"/>
            <p:cNvSpPr/>
            <p:nvPr/>
          </p:nvSpPr>
          <p:spPr>
            <a:xfrm>
              <a:off x="4799595" y="3557668"/>
              <a:ext cx="11981298" cy="4421592"/>
            </a:xfrm>
            <a:custGeom>
              <a:avLst/>
              <a:pathLst>
                <a:path w="11981298" h="4421592">
                  <a:moveTo>
                    <a:pt x="0" y="1732675"/>
                  </a:moveTo>
                  <a:lnTo>
                    <a:pt x="1471387" y="1732675"/>
                  </a:lnTo>
                  <a:lnTo>
                    <a:pt x="1472542" y="1732738"/>
                  </a:lnTo>
                  <a:lnTo>
                    <a:pt x="1480131" y="1733186"/>
                  </a:lnTo>
                  <a:lnTo>
                    <a:pt x="1499254" y="1734424"/>
                  </a:lnTo>
                  <a:lnTo>
                    <a:pt x="1533422" y="1736861"/>
                  </a:lnTo>
                  <a:lnTo>
                    <a:pt x="1584310" y="1740875"/>
                  </a:lnTo>
                  <a:lnTo>
                    <a:pt x="1651622" y="1746774"/>
                  </a:lnTo>
                  <a:lnTo>
                    <a:pt x="1733264" y="1754766"/>
                  </a:lnTo>
                  <a:lnTo>
                    <a:pt x="1825816" y="1764956"/>
                  </a:lnTo>
                  <a:lnTo>
                    <a:pt x="1925200" y="1777359"/>
                  </a:lnTo>
                  <a:lnTo>
                    <a:pt x="2027352" y="1791940"/>
                  </a:lnTo>
                  <a:lnTo>
                    <a:pt x="2128737" y="1808650"/>
                  </a:lnTo>
                  <a:lnTo>
                    <a:pt x="2226629" y="1827468"/>
                  </a:lnTo>
                  <a:lnTo>
                    <a:pt x="2319191" y="1848425"/>
                  </a:lnTo>
                  <a:lnTo>
                    <a:pt x="2405394" y="1871624"/>
                  </a:lnTo>
                  <a:lnTo>
                    <a:pt x="2484865" y="1897245"/>
                  </a:lnTo>
                  <a:lnTo>
                    <a:pt x="2557717" y="1925548"/>
                  </a:lnTo>
                  <a:lnTo>
                    <a:pt x="2624393" y="1956867"/>
                  </a:lnTo>
                  <a:lnTo>
                    <a:pt x="2685539" y="1991598"/>
                  </a:lnTo>
                  <a:lnTo>
                    <a:pt x="2741909" y="2030180"/>
                  </a:lnTo>
                  <a:lnTo>
                    <a:pt x="2794297" y="2073058"/>
                  </a:lnTo>
                  <a:lnTo>
                    <a:pt x="2843485" y="2120628"/>
                  </a:lnTo>
                  <a:lnTo>
                    <a:pt x="2890194" y="2173132"/>
                  </a:lnTo>
                  <a:lnTo>
                    <a:pt x="2896531" y="2180828"/>
                  </a:lnTo>
                  <a:lnTo>
                    <a:pt x="2934991" y="2230515"/>
                  </a:lnTo>
                  <a:lnTo>
                    <a:pt x="2972467" y="2283935"/>
                  </a:lnTo>
                  <a:lnTo>
                    <a:pt x="3009231" y="2341163"/>
                  </a:lnTo>
                  <a:lnTo>
                    <a:pt x="3045505" y="2402209"/>
                  </a:lnTo>
                  <a:lnTo>
                    <a:pt x="3081462" y="2467014"/>
                  </a:lnTo>
                  <a:lnTo>
                    <a:pt x="3117238" y="2535442"/>
                  </a:lnTo>
                  <a:lnTo>
                    <a:pt x="3152932" y="2607271"/>
                  </a:lnTo>
                  <a:lnTo>
                    <a:pt x="3188614" y="2682202"/>
                  </a:lnTo>
                  <a:lnTo>
                    <a:pt x="3224327" y="2759850"/>
                  </a:lnTo>
                  <a:lnTo>
                    <a:pt x="3260092" y="2839758"/>
                  </a:lnTo>
                  <a:lnTo>
                    <a:pt x="3295911" y="2921403"/>
                  </a:lnTo>
                  <a:lnTo>
                    <a:pt x="3331774" y="3004209"/>
                  </a:lnTo>
                  <a:lnTo>
                    <a:pt x="3367658" y="3087564"/>
                  </a:lnTo>
                  <a:lnTo>
                    <a:pt x="3403539" y="3170840"/>
                  </a:lnTo>
                  <a:lnTo>
                    <a:pt x="3439392" y="3253411"/>
                  </a:lnTo>
                  <a:lnTo>
                    <a:pt x="3475199" y="3334674"/>
                  </a:lnTo>
                  <a:lnTo>
                    <a:pt x="3510950" y="3414064"/>
                  </a:lnTo>
                  <a:lnTo>
                    <a:pt x="3546652" y="3491073"/>
                  </a:lnTo>
                  <a:lnTo>
                    <a:pt x="3582332" y="3565261"/>
                  </a:lnTo>
                  <a:lnTo>
                    <a:pt x="3618039" y="3636265"/>
                  </a:lnTo>
                  <a:lnTo>
                    <a:pt x="3653849" y="3703804"/>
                  </a:lnTo>
                  <a:lnTo>
                    <a:pt x="3689872" y="3767679"/>
                  </a:lnTo>
                  <a:lnTo>
                    <a:pt x="3726250" y="3827773"/>
                  </a:lnTo>
                  <a:lnTo>
                    <a:pt x="3763170" y="3884044"/>
                  </a:lnTo>
                  <a:lnTo>
                    <a:pt x="3800863" y="3936521"/>
                  </a:lnTo>
                  <a:lnTo>
                    <a:pt x="3829811" y="3973439"/>
                  </a:lnTo>
                  <a:lnTo>
                    <a:pt x="3876226" y="4026633"/>
                  </a:lnTo>
                  <a:lnTo>
                    <a:pt x="3925029" y="4074880"/>
                  </a:lnTo>
                  <a:lnTo>
                    <a:pt x="3976926" y="4118390"/>
                  </a:lnTo>
                  <a:lnTo>
                    <a:pt x="4032694" y="4157543"/>
                  </a:lnTo>
                  <a:lnTo>
                    <a:pt x="4093128" y="4192782"/>
                  </a:lnTo>
                  <a:lnTo>
                    <a:pt x="4158993" y="4224551"/>
                  </a:lnTo>
                  <a:lnTo>
                    <a:pt x="4230954" y="4253252"/>
                  </a:lnTo>
                  <a:lnTo>
                    <a:pt x="4309488" y="4279229"/>
                  </a:lnTo>
                  <a:lnTo>
                    <a:pt x="4394764" y="4302752"/>
                  </a:lnTo>
                  <a:lnTo>
                    <a:pt x="4486487" y="4324013"/>
                  </a:lnTo>
                  <a:lnTo>
                    <a:pt x="4583728" y="4343125"/>
                  </a:lnTo>
                  <a:lnTo>
                    <a:pt x="4684770" y="4360129"/>
                  </a:lnTo>
                  <a:lnTo>
                    <a:pt x="4787011" y="4375008"/>
                  </a:lnTo>
                  <a:lnTo>
                    <a:pt x="4887016" y="4387717"/>
                  </a:lnTo>
                  <a:lnTo>
                    <a:pt x="4980768" y="4398216"/>
                  </a:lnTo>
                  <a:lnTo>
                    <a:pt x="5064155" y="4406510"/>
                  </a:lnTo>
                  <a:lnTo>
                    <a:pt x="5133622" y="4412690"/>
                  </a:lnTo>
                  <a:lnTo>
                    <a:pt x="5186856" y="4416950"/>
                  </a:lnTo>
                  <a:lnTo>
                    <a:pt x="5223295" y="4419585"/>
                  </a:lnTo>
                  <a:lnTo>
                    <a:pt x="5244339" y="4420965"/>
                  </a:lnTo>
                  <a:lnTo>
                    <a:pt x="5253261" y="4421499"/>
                  </a:lnTo>
                  <a:lnTo>
                    <a:pt x="5254952" y="4421591"/>
                  </a:lnTo>
                  <a:lnTo>
                    <a:pt x="5254955" y="4421592"/>
                  </a:lnTo>
                  <a:lnTo>
                    <a:pt x="6726343" y="4421592"/>
                  </a:lnTo>
                  <a:lnTo>
                    <a:pt x="6727259" y="4421510"/>
                  </a:lnTo>
                  <a:lnTo>
                    <a:pt x="6733313" y="4420929"/>
                  </a:lnTo>
                  <a:lnTo>
                    <a:pt x="6748669" y="4419325"/>
                  </a:lnTo>
                  <a:lnTo>
                    <a:pt x="6776359" y="4416162"/>
                  </a:lnTo>
                  <a:lnTo>
                    <a:pt x="6818110" y="4410934"/>
                  </a:lnTo>
                  <a:lnTo>
                    <a:pt x="6874213" y="4403202"/>
                  </a:lnTo>
                  <a:lnTo>
                    <a:pt x="6943564" y="4392640"/>
                  </a:lnTo>
                  <a:lnTo>
                    <a:pt x="7023904" y="4379045"/>
                  </a:lnTo>
                  <a:lnTo>
                    <a:pt x="7112223" y="4362339"/>
                  </a:lnTo>
                  <a:lnTo>
                    <a:pt x="7205238" y="4342530"/>
                  </a:lnTo>
                  <a:lnTo>
                    <a:pt x="7299813" y="4319678"/>
                  </a:lnTo>
                  <a:lnTo>
                    <a:pt x="7393271" y="4293842"/>
                  </a:lnTo>
                  <a:lnTo>
                    <a:pt x="7483550" y="4265043"/>
                  </a:lnTo>
                  <a:lnTo>
                    <a:pt x="7569238" y="4233235"/>
                  </a:lnTo>
                  <a:lnTo>
                    <a:pt x="7649515" y="4198288"/>
                  </a:lnTo>
                  <a:lnTo>
                    <a:pt x="7724045" y="4159975"/>
                  </a:lnTo>
                  <a:lnTo>
                    <a:pt x="7792866" y="4117977"/>
                  </a:lnTo>
                  <a:lnTo>
                    <a:pt x="7856276" y="4071882"/>
                  </a:lnTo>
                  <a:lnTo>
                    <a:pt x="7914745" y="4021198"/>
                  </a:lnTo>
                  <a:lnTo>
                    <a:pt x="7968845" y="3965371"/>
                  </a:lnTo>
                  <a:lnTo>
                    <a:pt x="8019195" y="3903817"/>
                  </a:lnTo>
                  <a:lnTo>
                    <a:pt x="8066424" y="3835974"/>
                  </a:lnTo>
                  <a:lnTo>
                    <a:pt x="8111137" y="3761383"/>
                  </a:lnTo>
                  <a:lnTo>
                    <a:pt x="8151487" y="3684660"/>
                  </a:lnTo>
                  <a:lnTo>
                    <a:pt x="8182667" y="3619072"/>
                  </a:lnTo>
                  <a:lnTo>
                    <a:pt x="8213165" y="3549495"/>
                  </a:lnTo>
                  <a:lnTo>
                    <a:pt x="8243136" y="3475846"/>
                  </a:lnTo>
                  <a:lnTo>
                    <a:pt x="8272708" y="3398089"/>
                  </a:lnTo>
                  <a:lnTo>
                    <a:pt x="8301990" y="3316233"/>
                  </a:lnTo>
                  <a:lnTo>
                    <a:pt x="8331070" y="3230338"/>
                  </a:lnTo>
                  <a:lnTo>
                    <a:pt x="8360020" y="3140521"/>
                  </a:lnTo>
                  <a:lnTo>
                    <a:pt x="8388897" y="3046954"/>
                  </a:lnTo>
                  <a:lnTo>
                    <a:pt x="8417745" y="2949867"/>
                  </a:lnTo>
                  <a:lnTo>
                    <a:pt x="8446595" y="2849551"/>
                  </a:lnTo>
                  <a:lnTo>
                    <a:pt x="8475468" y="2746350"/>
                  </a:lnTo>
                  <a:lnTo>
                    <a:pt x="8504374" y="2640661"/>
                  </a:lnTo>
                  <a:lnTo>
                    <a:pt x="8533316" y="2532930"/>
                  </a:lnTo>
                  <a:lnTo>
                    <a:pt x="8562292" y="2423641"/>
                  </a:lnTo>
                  <a:lnTo>
                    <a:pt x="8591292" y="2313310"/>
                  </a:lnTo>
                  <a:lnTo>
                    <a:pt x="8620304" y="2202473"/>
                  </a:lnTo>
                  <a:lnTo>
                    <a:pt x="8649315" y="2091676"/>
                  </a:lnTo>
                  <a:lnTo>
                    <a:pt x="8678312" y="1981468"/>
                  </a:lnTo>
                  <a:lnTo>
                    <a:pt x="8707283" y="1872380"/>
                  </a:lnTo>
                  <a:lnTo>
                    <a:pt x="8736220" y="1764926"/>
                  </a:lnTo>
                  <a:lnTo>
                    <a:pt x="8765121" y="1659584"/>
                  </a:lnTo>
                  <a:lnTo>
                    <a:pt x="8793989" y="1556791"/>
                  </a:lnTo>
                  <a:lnTo>
                    <a:pt x="8822837" y="1456939"/>
                  </a:lnTo>
                  <a:lnTo>
                    <a:pt x="8851687" y="1360364"/>
                  </a:lnTo>
                  <a:lnTo>
                    <a:pt x="8880572" y="1267346"/>
                  </a:lnTo>
                  <a:lnTo>
                    <a:pt x="8909538" y="1178108"/>
                  </a:lnTo>
                  <a:lnTo>
                    <a:pt x="8938643" y="1092813"/>
                  </a:lnTo>
                  <a:lnTo>
                    <a:pt x="8967962" y="1011569"/>
                  </a:lnTo>
                  <a:lnTo>
                    <a:pt x="8997587" y="934429"/>
                  </a:lnTo>
                  <a:lnTo>
                    <a:pt x="9027628" y="861395"/>
                  </a:lnTo>
                  <a:lnTo>
                    <a:pt x="9058219" y="792423"/>
                  </a:lnTo>
                  <a:lnTo>
                    <a:pt x="9084767" y="736932"/>
                  </a:lnTo>
                  <a:lnTo>
                    <a:pt x="9127610" y="655765"/>
                  </a:lnTo>
                  <a:lnTo>
                    <a:pt x="9172451" y="581567"/>
                  </a:lnTo>
                  <a:lnTo>
                    <a:pt x="9219842" y="514097"/>
                  </a:lnTo>
                  <a:lnTo>
                    <a:pt x="9270388" y="452886"/>
                  </a:lnTo>
                  <a:lnTo>
                    <a:pt x="9324721" y="397369"/>
                  </a:lnTo>
                  <a:lnTo>
                    <a:pt x="9383457" y="346961"/>
                  </a:lnTo>
                  <a:lnTo>
                    <a:pt x="9447165" y="301112"/>
                  </a:lnTo>
                  <a:lnTo>
                    <a:pt x="9516306" y="259334"/>
                  </a:lnTo>
                  <a:lnTo>
                    <a:pt x="9591166" y="221221"/>
                  </a:lnTo>
                  <a:lnTo>
                    <a:pt x="9671765" y="186458"/>
                  </a:lnTo>
                  <a:lnTo>
                    <a:pt x="9757742" y="154825"/>
                  </a:lnTo>
                  <a:lnTo>
                    <a:pt x="9848246" y="126195"/>
                  </a:lnTo>
                  <a:lnTo>
                    <a:pt x="9941829" y="100528"/>
                  </a:lnTo>
                  <a:lnTo>
                    <a:pt x="10036393" y="77848"/>
                  </a:lnTo>
                  <a:lnTo>
                    <a:pt x="10129227" y="58215"/>
                  </a:lnTo>
                  <a:lnTo>
                    <a:pt x="10217179" y="41687"/>
                  </a:lnTo>
                  <a:lnTo>
                    <a:pt x="10296968" y="28268"/>
                  </a:lnTo>
                  <a:lnTo>
                    <a:pt x="10365615" y="17874"/>
                  </a:lnTo>
                  <a:lnTo>
                    <a:pt x="10420916" y="10295"/>
                  </a:lnTo>
                  <a:lnTo>
                    <a:pt x="10461842" y="5197"/>
                  </a:lnTo>
                  <a:lnTo>
                    <a:pt x="10488769" y="2138"/>
                  </a:lnTo>
                  <a:lnTo>
                    <a:pt x="10503501" y="606"/>
                  </a:lnTo>
                  <a:lnTo>
                    <a:pt x="10509140" y="68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34" name="pl634"/>
            <p:cNvSpPr/>
            <p:nvPr/>
          </p:nvSpPr>
          <p:spPr>
            <a:xfrm>
              <a:off x="4799595" y="3541322"/>
              <a:ext cx="11981298" cy="4421592"/>
            </a:xfrm>
            <a:custGeom>
              <a:avLst/>
              <a:pathLst>
                <a:path w="11981298" h="4421592">
                  <a:moveTo>
                    <a:pt x="11981298" y="0"/>
                  </a:moveTo>
                  <a:lnTo>
                    <a:pt x="10509911" y="0"/>
                  </a:lnTo>
                  <a:lnTo>
                    <a:pt x="10508994" y="81"/>
                  </a:lnTo>
                  <a:lnTo>
                    <a:pt x="10502940" y="662"/>
                  </a:lnTo>
                  <a:lnTo>
                    <a:pt x="10487584" y="2266"/>
                  </a:lnTo>
                  <a:lnTo>
                    <a:pt x="10459894" y="5429"/>
                  </a:lnTo>
                  <a:lnTo>
                    <a:pt x="10418144" y="10657"/>
                  </a:lnTo>
                  <a:lnTo>
                    <a:pt x="10362041" y="18389"/>
                  </a:lnTo>
                  <a:lnTo>
                    <a:pt x="10292689" y="28951"/>
                  </a:lnTo>
                  <a:lnTo>
                    <a:pt x="10212350" y="42546"/>
                  </a:lnTo>
                  <a:lnTo>
                    <a:pt x="10124030" y="59252"/>
                  </a:lnTo>
                  <a:lnTo>
                    <a:pt x="10031015" y="79061"/>
                  </a:lnTo>
                  <a:lnTo>
                    <a:pt x="9936440" y="101913"/>
                  </a:lnTo>
                  <a:lnTo>
                    <a:pt x="9842983" y="127749"/>
                  </a:lnTo>
                  <a:lnTo>
                    <a:pt x="9752704" y="156548"/>
                  </a:lnTo>
                  <a:lnTo>
                    <a:pt x="9667015" y="188356"/>
                  </a:lnTo>
                  <a:lnTo>
                    <a:pt x="9586739" y="223303"/>
                  </a:lnTo>
                  <a:lnTo>
                    <a:pt x="9512208" y="261616"/>
                  </a:lnTo>
                  <a:lnTo>
                    <a:pt x="9443387" y="303614"/>
                  </a:lnTo>
                  <a:lnTo>
                    <a:pt x="9379977" y="349709"/>
                  </a:lnTo>
                  <a:lnTo>
                    <a:pt x="9321508" y="400394"/>
                  </a:lnTo>
                  <a:lnTo>
                    <a:pt x="9267408" y="456220"/>
                  </a:lnTo>
                  <a:lnTo>
                    <a:pt x="9217058" y="517774"/>
                  </a:lnTo>
                  <a:lnTo>
                    <a:pt x="9169829" y="585617"/>
                  </a:lnTo>
                  <a:lnTo>
                    <a:pt x="9125117" y="660208"/>
                  </a:lnTo>
                  <a:lnTo>
                    <a:pt x="9084767" y="736932"/>
                  </a:lnTo>
                  <a:lnTo>
                    <a:pt x="9053587" y="802519"/>
                  </a:lnTo>
                  <a:lnTo>
                    <a:pt x="9023088" y="872096"/>
                  </a:lnTo>
                  <a:lnTo>
                    <a:pt x="8993117" y="945745"/>
                  </a:lnTo>
                  <a:lnTo>
                    <a:pt x="8963545" y="1023502"/>
                  </a:lnTo>
                  <a:lnTo>
                    <a:pt x="8934263" y="1105358"/>
                  </a:lnTo>
                  <a:lnTo>
                    <a:pt x="8905183" y="1191253"/>
                  </a:lnTo>
                  <a:lnTo>
                    <a:pt x="8876233" y="1281070"/>
                  </a:lnTo>
                  <a:lnTo>
                    <a:pt x="8847356" y="1374637"/>
                  </a:lnTo>
                  <a:lnTo>
                    <a:pt x="8818508" y="1471724"/>
                  </a:lnTo>
                  <a:lnTo>
                    <a:pt x="8789658" y="1572040"/>
                  </a:lnTo>
                  <a:lnTo>
                    <a:pt x="8760785" y="1675242"/>
                  </a:lnTo>
                  <a:lnTo>
                    <a:pt x="8731879" y="1780930"/>
                  </a:lnTo>
                  <a:lnTo>
                    <a:pt x="8702937" y="1888661"/>
                  </a:lnTo>
                  <a:lnTo>
                    <a:pt x="8673961" y="1997950"/>
                  </a:lnTo>
                  <a:lnTo>
                    <a:pt x="8644962" y="2108281"/>
                  </a:lnTo>
                  <a:lnTo>
                    <a:pt x="8615949" y="2219118"/>
                  </a:lnTo>
                  <a:lnTo>
                    <a:pt x="8586938" y="2329915"/>
                  </a:lnTo>
                  <a:lnTo>
                    <a:pt x="8557941" y="2440124"/>
                  </a:lnTo>
                  <a:lnTo>
                    <a:pt x="8528970" y="2549211"/>
                  </a:lnTo>
                  <a:lnTo>
                    <a:pt x="8500033" y="2656665"/>
                  </a:lnTo>
                  <a:lnTo>
                    <a:pt x="8471133" y="2762007"/>
                  </a:lnTo>
                  <a:lnTo>
                    <a:pt x="8442264" y="2864800"/>
                  </a:lnTo>
                  <a:lnTo>
                    <a:pt x="8413416" y="2964652"/>
                  </a:lnTo>
                  <a:lnTo>
                    <a:pt x="8384566" y="3061228"/>
                  </a:lnTo>
                  <a:lnTo>
                    <a:pt x="8355681" y="3154245"/>
                  </a:lnTo>
                  <a:lnTo>
                    <a:pt x="8326715" y="3243484"/>
                  </a:lnTo>
                  <a:lnTo>
                    <a:pt x="8297610" y="3328778"/>
                  </a:lnTo>
                  <a:lnTo>
                    <a:pt x="8268291" y="3410022"/>
                  </a:lnTo>
                  <a:lnTo>
                    <a:pt x="8238666" y="3487162"/>
                  </a:lnTo>
                  <a:lnTo>
                    <a:pt x="8208625" y="3560196"/>
                  </a:lnTo>
                  <a:lnTo>
                    <a:pt x="8178035" y="3629168"/>
                  </a:lnTo>
                  <a:lnTo>
                    <a:pt x="8151487" y="3684660"/>
                  </a:lnTo>
                  <a:lnTo>
                    <a:pt x="8108643" y="3765826"/>
                  </a:lnTo>
                  <a:lnTo>
                    <a:pt x="8063802" y="3840024"/>
                  </a:lnTo>
                  <a:lnTo>
                    <a:pt x="8016412" y="3907494"/>
                  </a:lnTo>
                  <a:lnTo>
                    <a:pt x="7965865" y="3968705"/>
                  </a:lnTo>
                  <a:lnTo>
                    <a:pt x="7911532" y="4024223"/>
                  </a:lnTo>
                  <a:lnTo>
                    <a:pt x="7852796" y="4074630"/>
                  </a:lnTo>
                  <a:lnTo>
                    <a:pt x="7789089" y="4120480"/>
                  </a:lnTo>
                  <a:lnTo>
                    <a:pt x="7719948" y="4162257"/>
                  </a:lnTo>
                  <a:lnTo>
                    <a:pt x="7645087" y="4200370"/>
                  </a:lnTo>
                  <a:lnTo>
                    <a:pt x="7564489" y="4235133"/>
                  </a:lnTo>
                  <a:lnTo>
                    <a:pt x="7478511" y="4266766"/>
                  </a:lnTo>
                  <a:lnTo>
                    <a:pt x="7388007" y="4295396"/>
                  </a:lnTo>
                  <a:lnTo>
                    <a:pt x="7294424" y="4321063"/>
                  </a:lnTo>
                  <a:lnTo>
                    <a:pt x="7199861" y="4343743"/>
                  </a:lnTo>
                  <a:lnTo>
                    <a:pt x="7107026" y="4363376"/>
                  </a:lnTo>
                  <a:lnTo>
                    <a:pt x="7019074" y="4379905"/>
                  </a:lnTo>
                  <a:lnTo>
                    <a:pt x="6939285" y="4393323"/>
                  </a:lnTo>
                  <a:lnTo>
                    <a:pt x="6870638" y="4403717"/>
                  </a:lnTo>
                  <a:lnTo>
                    <a:pt x="6815337" y="4411296"/>
                  </a:lnTo>
                  <a:lnTo>
                    <a:pt x="6774411" y="4416394"/>
                  </a:lnTo>
                  <a:lnTo>
                    <a:pt x="6747484" y="4419453"/>
                  </a:lnTo>
                  <a:lnTo>
                    <a:pt x="6732752" y="4420985"/>
                  </a:lnTo>
                  <a:lnTo>
                    <a:pt x="6727113" y="4421523"/>
                  </a:lnTo>
                  <a:lnTo>
                    <a:pt x="6726343" y="4421592"/>
                  </a:lnTo>
                  <a:lnTo>
                    <a:pt x="5254955" y="4421592"/>
                  </a:lnTo>
                  <a:lnTo>
                    <a:pt x="5253800" y="4421529"/>
                  </a:lnTo>
                  <a:lnTo>
                    <a:pt x="5246211" y="4421081"/>
                  </a:lnTo>
                  <a:lnTo>
                    <a:pt x="5227089" y="4419843"/>
                  </a:lnTo>
                  <a:lnTo>
                    <a:pt x="5192920" y="4417406"/>
                  </a:lnTo>
                  <a:lnTo>
                    <a:pt x="5142032" y="4413391"/>
                  </a:lnTo>
                  <a:lnTo>
                    <a:pt x="5074720" y="4407493"/>
                  </a:lnTo>
                  <a:lnTo>
                    <a:pt x="4993078" y="4399500"/>
                  </a:lnTo>
                  <a:lnTo>
                    <a:pt x="4900527" y="4389311"/>
                  </a:lnTo>
                  <a:lnTo>
                    <a:pt x="4801143" y="4376907"/>
                  </a:lnTo>
                  <a:lnTo>
                    <a:pt x="4698990" y="4362327"/>
                  </a:lnTo>
                  <a:lnTo>
                    <a:pt x="4597605" y="4345617"/>
                  </a:lnTo>
                  <a:lnTo>
                    <a:pt x="4499713" y="4326799"/>
                  </a:lnTo>
                  <a:lnTo>
                    <a:pt x="4407151" y="4305842"/>
                  </a:lnTo>
                  <a:lnTo>
                    <a:pt x="4320948" y="4282643"/>
                  </a:lnTo>
                  <a:lnTo>
                    <a:pt x="4241477" y="4257022"/>
                  </a:lnTo>
                  <a:lnTo>
                    <a:pt x="4168625" y="4228718"/>
                  </a:lnTo>
                  <a:lnTo>
                    <a:pt x="4101949" y="4197399"/>
                  </a:lnTo>
                  <a:lnTo>
                    <a:pt x="4040803" y="4162669"/>
                  </a:lnTo>
                  <a:lnTo>
                    <a:pt x="3984434" y="4124087"/>
                  </a:lnTo>
                  <a:lnTo>
                    <a:pt x="3932045" y="4081208"/>
                  </a:lnTo>
                  <a:lnTo>
                    <a:pt x="3882857" y="4033639"/>
                  </a:lnTo>
                  <a:lnTo>
                    <a:pt x="3836148" y="3981135"/>
                  </a:lnTo>
                  <a:lnTo>
                    <a:pt x="3829811" y="3973439"/>
                  </a:lnTo>
                  <a:lnTo>
                    <a:pt x="3791351" y="3923751"/>
                  </a:lnTo>
                  <a:lnTo>
                    <a:pt x="3753876" y="3870331"/>
                  </a:lnTo>
                  <a:lnTo>
                    <a:pt x="3717111" y="3813104"/>
                  </a:lnTo>
                  <a:lnTo>
                    <a:pt x="3680837" y="3752058"/>
                  </a:lnTo>
                  <a:lnTo>
                    <a:pt x="3644880" y="3687252"/>
                  </a:lnTo>
                  <a:lnTo>
                    <a:pt x="3609104" y="3618825"/>
                  </a:lnTo>
                  <a:lnTo>
                    <a:pt x="3573410" y="3546995"/>
                  </a:lnTo>
                  <a:lnTo>
                    <a:pt x="3537728" y="3472065"/>
                  </a:lnTo>
                  <a:lnTo>
                    <a:pt x="3502015" y="3394417"/>
                  </a:lnTo>
                  <a:lnTo>
                    <a:pt x="3466250" y="3314508"/>
                  </a:lnTo>
                  <a:lnTo>
                    <a:pt x="3430431" y="3232864"/>
                  </a:lnTo>
                  <a:lnTo>
                    <a:pt x="3394569" y="3150058"/>
                  </a:lnTo>
                  <a:lnTo>
                    <a:pt x="3358684" y="3066703"/>
                  </a:lnTo>
                  <a:lnTo>
                    <a:pt x="3322803" y="2983427"/>
                  </a:lnTo>
                  <a:lnTo>
                    <a:pt x="3286950" y="2900855"/>
                  </a:lnTo>
                  <a:lnTo>
                    <a:pt x="3251143" y="2819593"/>
                  </a:lnTo>
                  <a:lnTo>
                    <a:pt x="3215392" y="2740203"/>
                  </a:lnTo>
                  <a:lnTo>
                    <a:pt x="3179690" y="2663194"/>
                  </a:lnTo>
                  <a:lnTo>
                    <a:pt x="3144010" y="2589006"/>
                  </a:lnTo>
                  <a:lnTo>
                    <a:pt x="3108303" y="2518002"/>
                  </a:lnTo>
                  <a:lnTo>
                    <a:pt x="3072493" y="2450463"/>
                  </a:lnTo>
                  <a:lnTo>
                    <a:pt x="3036470" y="2386588"/>
                  </a:lnTo>
                  <a:lnTo>
                    <a:pt x="3000092" y="2326494"/>
                  </a:lnTo>
                  <a:lnTo>
                    <a:pt x="2963172" y="2270222"/>
                  </a:lnTo>
                  <a:lnTo>
                    <a:pt x="2925479" y="2217745"/>
                  </a:lnTo>
                  <a:lnTo>
                    <a:pt x="2896531" y="2180828"/>
                  </a:lnTo>
                  <a:lnTo>
                    <a:pt x="2850116" y="2127633"/>
                  </a:lnTo>
                  <a:lnTo>
                    <a:pt x="2801314" y="2079387"/>
                  </a:lnTo>
                  <a:lnTo>
                    <a:pt x="2749416" y="2035877"/>
                  </a:lnTo>
                  <a:lnTo>
                    <a:pt x="2693648" y="1996724"/>
                  </a:lnTo>
                  <a:lnTo>
                    <a:pt x="2633214" y="1961485"/>
                  </a:lnTo>
                  <a:lnTo>
                    <a:pt x="2567349" y="1929716"/>
                  </a:lnTo>
                  <a:lnTo>
                    <a:pt x="2495388" y="1901015"/>
                  </a:lnTo>
                  <a:lnTo>
                    <a:pt x="2416854" y="1875038"/>
                  </a:lnTo>
                  <a:lnTo>
                    <a:pt x="2331578" y="1851514"/>
                  </a:lnTo>
                  <a:lnTo>
                    <a:pt x="2239855" y="1830253"/>
                  </a:lnTo>
                  <a:lnTo>
                    <a:pt x="2142614" y="1811141"/>
                  </a:lnTo>
                  <a:lnTo>
                    <a:pt x="2041572" y="1794138"/>
                  </a:lnTo>
                  <a:lnTo>
                    <a:pt x="1939331" y="1779258"/>
                  </a:lnTo>
                  <a:lnTo>
                    <a:pt x="1839326" y="1766549"/>
                  </a:lnTo>
                  <a:lnTo>
                    <a:pt x="1745574" y="1756051"/>
                  </a:lnTo>
                  <a:lnTo>
                    <a:pt x="1662188" y="1747757"/>
                  </a:lnTo>
                  <a:lnTo>
                    <a:pt x="1592720" y="1741577"/>
                  </a:lnTo>
                  <a:lnTo>
                    <a:pt x="1539486" y="1737317"/>
                  </a:lnTo>
                  <a:lnTo>
                    <a:pt x="1503047" y="1734682"/>
                  </a:lnTo>
                  <a:lnTo>
                    <a:pt x="1482003" y="1733301"/>
                  </a:lnTo>
                  <a:lnTo>
                    <a:pt x="1473081" y="1732768"/>
                  </a:lnTo>
                  <a:lnTo>
                    <a:pt x="1471390" y="1732675"/>
                  </a:lnTo>
                  <a:lnTo>
                    <a:pt x="1471387" y="1732675"/>
                  </a:lnTo>
                  <a:lnTo>
                    <a:pt x="0" y="173267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35" name="pg635"/>
            <p:cNvSpPr/>
            <p:nvPr/>
          </p:nvSpPr>
          <p:spPr>
            <a:xfrm>
              <a:off x="4799595" y="4783618"/>
              <a:ext cx="11981298" cy="3228334"/>
            </a:xfrm>
            <a:custGeom>
              <a:avLst/>
              <a:pathLst>
                <a:path w="11981298" h="3228334">
                  <a:moveTo>
                    <a:pt x="0" y="523071"/>
                  </a:moveTo>
                  <a:lnTo>
                    <a:pt x="1471387" y="523071"/>
                  </a:lnTo>
                  <a:lnTo>
                    <a:pt x="1472541" y="523135"/>
                  </a:lnTo>
                  <a:lnTo>
                    <a:pt x="1480124" y="523585"/>
                  </a:lnTo>
                  <a:lnTo>
                    <a:pt x="1499232" y="524829"/>
                  </a:lnTo>
                  <a:lnTo>
                    <a:pt x="1533376" y="527279"/>
                  </a:lnTo>
                  <a:lnTo>
                    <a:pt x="1584229" y="531315"/>
                  </a:lnTo>
                  <a:lnTo>
                    <a:pt x="1651499" y="537244"/>
                  </a:lnTo>
                  <a:lnTo>
                    <a:pt x="1733096" y="545279"/>
                  </a:lnTo>
                  <a:lnTo>
                    <a:pt x="1825604" y="555524"/>
                  </a:lnTo>
                  <a:lnTo>
                    <a:pt x="1924949" y="567994"/>
                  </a:lnTo>
                  <a:lnTo>
                    <a:pt x="2027072" y="582653"/>
                  </a:lnTo>
                  <a:lnTo>
                    <a:pt x="2128435" y="599454"/>
                  </a:lnTo>
                  <a:lnTo>
                    <a:pt x="2226315" y="618374"/>
                  </a:lnTo>
                  <a:lnTo>
                    <a:pt x="2318872" y="639446"/>
                  </a:lnTo>
                  <a:lnTo>
                    <a:pt x="2405076" y="662770"/>
                  </a:lnTo>
                  <a:lnTo>
                    <a:pt x="2484552" y="688530"/>
                  </a:lnTo>
                  <a:lnTo>
                    <a:pt x="2557412" y="716986"/>
                  </a:lnTo>
                  <a:lnTo>
                    <a:pt x="2624096" y="748472"/>
                  </a:lnTo>
                  <a:lnTo>
                    <a:pt x="2685250" y="783387"/>
                  </a:lnTo>
                  <a:lnTo>
                    <a:pt x="2741626" y="822172"/>
                  </a:lnTo>
                  <a:lnTo>
                    <a:pt x="2794019" y="865275"/>
                  </a:lnTo>
                  <a:lnTo>
                    <a:pt x="2843210" y="913093"/>
                  </a:lnTo>
                  <a:lnTo>
                    <a:pt x="2889918" y="965872"/>
                  </a:lnTo>
                  <a:lnTo>
                    <a:pt x="2896531" y="973948"/>
                  </a:lnTo>
                  <a:lnTo>
                    <a:pt x="2934901" y="1023815"/>
                  </a:lnTo>
                  <a:lnTo>
                    <a:pt x="2972290" y="1077417"/>
                  </a:lnTo>
                  <a:lnTo>
                    <a:pt x="3008970" y="1134832"/>
                  </a:lnTo>
                  <a:lnTo>
                    <a:pt x="3045161" y="1196072"/>
                  </a:lnTo>
                  <a:lnTo>
                    <a:pt x="3081035" y="1261076"/>
                  </a:lnTo>
                  <a:lnTo>
                    <a:pt x="3116727" y="1329708"/>
                  </a:lnTo>
                  <a:lnTo>
                    <a:pt x="3152336" y="1401752"/>
                  </a:lnTo>
                  <a:lnTo>
                    <a:pt x="3187933" y="1476905"/>
                  </a:lnTo>
                  <a:lnTo>
                    <a:pt x="3223560" y="1554789"/>
                  </a:lnTo>
                  <a:lnTo>
                    <a:pt x="3259238" y="1634945"/>
                  </a:lnTo>
                  <a:lnTo>
                    <a:pt x="3294971" y="1716854"/>
                  </a:lnTo>
                  <a:lnTo>
                    <a:pt x="3330747" y="1799940"/>
                  </a:lnTo>
                  <a:lnTo>
                    <a:pt x="3366546" y="1883595"/>
                  </a:lnTo>
                  <a:lnTo>
                    <a:pt x="3402342" y="1967190"/>
                  </a:lnTo>
                  <a:lnTo>
                    <a:pt x="3438111" y="2050100"/>
                  </a:lnTo>
                  <a:lnTo>
                    <a:pt x="3473834" y="2131721"/>
                  </a:lnTo>
                  <a:lnTo>
                    <a:pt x="3509502" y="2211487"/>
                  </a:lnTo>
                  <a:lnTo>
                    <a:pt x="3545121" y="2288888"/>
                  </a:lnTo>
                  <a:lnTo>
                    <a:pt x="3580716" y="2363483"/>
                  </a:lnTo>
                  <a:lnTo>
                    <a:pt x="3616334" y="2434904"/>
                  </a:lnTo>
                  <a:lnTo>
                    <a:pt x="3652052" y="2502866"/>
                  </a:lnTo>
                  <a:lnTo>
                    <a:pt x="3687975" y="2567169"/>
                  </a:lnTo>
                  <a:lnTo>
                    <a:pt x="3724243" y="2627689"/>
                  </a:lnTo>
                  <a:lnTo>
                    <a:pt x="3761039" y="2684383"/>
                  </a:lnTo>
                  <a:lnTo>
                    <a:pt x="3798590" y="2737274"/>
                  </a:lnTo>
                  <a:lnTo>
                    <a:pt x="3829811" y="2777457"/>
                  </a:lnTo>
                  <a:lnTo>
                    <a:pt x="3876213" y="2830961"/>
                  </a:lnTo>
                  <a:lnTo>
                    <a:pt x="3925001" y="2879489"/>
                  </a:lnTo>
                  <a:lnTo>
                    <a:pt x="3976882" y="2923254"/>
                  </a:lnTo>
                  <a:lnTo>
                    <a:pt x="4032630" y="2962639"/>
                  </a:lnTo>
                  <a:lnTo>
                    <a:pt x="4093042" y="2998087"/>
                  </a:lnTo>
                  <a:lnTo>
                    <a:pt x="4158880" y="3030045"/>
                  </a:lnTo>
                  <a:lnTo>
                    <a:pt x="4230810" y="3058918"/>
                  </a:lnTo>
                  <a:lnTo>
                    <a:pt x="4309309" y="3085051"/>
                  </a:lnTo>
                  <a:lnTo>
                    <a:pt x="4394546" y="3108717"/>
                  </a:lnTo>
                  <a:lnTo>
                    <a:pt x="4486227" y="3130107"/>
                  </a:lnTo>
                  <a:lnTo>
                    <a:pt x="4583428" y="3149336"/>
                  </a:lnTo>
                  <a:lnTo>
                    <a:pt x="4684434" y="3166445"/>
                  </a:lnTo>
                  <a:lnTo>
                    <a:pt x="4786648" y="3181418"/>
                  </a:lnTo>
                  <a:lnTo>
                    <a:pt x="4886641" y="3194209"/>
                  </a:lnTo>
                  <a:lnTo>
                    <a:pt x="4980401" y="3204777"/>
                  </a:lnTo>
                  <a:lnTo>
                    <a:pt x="5063817" y="3213129"/>
                  </a:lnTo>
                  <a:lnTo>
                    <a:pt x="5133335" y="3219353"/>
                  </a:lnTo>
                  <a:lnTo>
                    <a:pt x="5186635" y="3223647"/>
                  </a:lnTo>
                  <a:lnTo>
                    <a:pt x="5223147" y="3226305"/>
                  </a:lnTo>
                  <a:lnTo>
                    <a:pt x="5244261" y="3227699"/>
                  </a:lnTo>
                  <a:lnTo>
                    <a:pt x="5253236" y="3228239"/>
                  </a:lnTo>
                  <a:lnTo>
                    <a:pt x="5254955" y="3228334"/>
                  </a:lnTo>
                  <a:lnTo>
                    <a:pt x="6726343" y="3228334"/>
                  </a:lnTo>
                  <a:lnTo>
                    <a:pt x="6727466" y="3228261"/>
                  </a:lnTo>
                  <a:lnTo>
                    <a:pt x="6734852" y="3227741"/>
                  </a:lnTo>
                  <a:lnTo>
                    <a:pt x="6753478" y="3226304"/>
                  </a:lnTo>
                  <a:lnTo>
                    <a:pt x="6786798" y="3223474"/>
                  </a:lnTo>
                  <a:lnTo>
                    <a:pt x="6836502" y="3218811"/>
                  </a:lnTo>
                  <a:lnTo>
                    <a:pt x="6902382" y="3211954"/>
                  </a:lnTo>
                  <a:lnTo>
                    <a:pt x="6982482" y="3202652"/>
                  </a:lnTo>
                  <a:lnTo>
                    <a:pt x="7073537" y="3190779"/>
                  </a:lnTo>
                  <a:lnTo>
                    <a:pt x="7171604" y="3176309"/>
                  </a:lnTo>
                  <a:lnTo>
                    <a:pt x="7272709" y="3159283"/>
                  </a:lnTo>
                  <a:lnTo>
                    <a:pt x="7373354" y="3139756"/>
                  </a:lnTo>
                  <a:lnTo>
                    <a:pt x="7470806" y="3117758"/>
                  </a:lnTo>
                  <a:lnTo>
                    <a:pt x="7563187" y="3093260"/>
                  </a:lnTo>
                  <a:lnTo>
                    <a:pt x="7649411" y="3066154"/>
                  </a:lnTo>
                  <a:lnTo>
                    <a:pt x="7729046" y="3036242"/>
                  </a:lnTo>
                  <a:lnTo>
                    <a:pt x="7802147" y="3003234"/>
                  </a:lnTo>
                  <a:lnTo>
                    <a:pt x="7869106" y="2966755"/>
                  </a:lnTo>
                  <a:lnTo>
                    <a:pt x="7930527" y="2926355"/>
                  </a:lnTo>
                  <a:lnTo>
                    <a:pt x="7987133" y="2881530"/>
                  </a:lnTo>
                  <a:lnTo>
                    <a:pt x="8039692" y="2831759"/>
                  </a:lnTo>
                  <a:lnTo>
                    <a:pt x="8088969" y="2776566"/>
                  </a:lnTo>
                  <a:lnTo>
                    <a:pt x="8135682" y="2715624"/>
                  </a:lnTo>
                  <a:lnTo>
                    <a:pt x="8151487" y="2693002"/>
                  </a:lnTo>
                  <a:lnTo>
                    <a:pt x="8187297" y="2637937"/>
                  </a:lnTo>
                  <a:lnTo>
                    <a:pt x="8222236" y="2579022"/>
                  </a:lnTo>
                  <a:lnTo>
                    <a:pt x="8256531" y="2516178"/>
                  </a:lnTo>
                  <a:lnTo>
                    <a:pt x="8290366" y="2449383"/>
                  </a:lnTo>
                  <a:lnTo>
                    <a:pt x="8323889" y="2378677"/>
                  </a:lnTo>
                  <a:lnTo>
                    <a:pt x="8357218" y="2304168"/>
                  </a:lnTo>
                  <a:lnTo>
                    <a:pt x="8390444" y="2226036"/>
                  </a:lnTo>
                  <a:lnTo>
                    <a:pt x="8423633" y="2144535"/>
                  </a:lnTo>
                  <a:lnTo>
                    <a:pt x="8456831" y="2059993"/>
                  </a:lnTo>
                  <a:lnTo>
                    <a:pt x="8490065" y="1972808"/>
                  </a:lnTo>
                  <a:lnTo>
                    <a:pt x="8523346" y="1883444"/>
                  </a:lnTo>
                  <a:lnTo>
                    <a:pt x="8556673" y="1792419"/>
                  </a:lnTo>
                  <a:lnTo>
                    <a:pt x="8590035" y="1700293"/>
                  </a:lnTo>
                  <a:lnTo>
                    <a:pt x="8623414" y="1607659"/>
                  </a:lnTo>
                  <a:lnTo>
                    <a:pt x="8656789" y="1515120"/>
                  </a:lnTo>
                  <a:lnTo>
                    <a:pt x="8690142" y="1423280"/>
                  </a:lnTo>
                  <a:lnTo>
                    <a:pt x="8723455" y="1332722"/>
                  </a:lnTo>
                  <a:lnTo>
                    <a:pt x="8756721" y="1243995"/>
                  </a:lnTo>
                  <a:lnTo>
                    <a:pt x="8789942" y="1157600"/>
                  </a:lnTo>
                  <a:lnTo>
                    <a:pt x="8823133" y="1073982"/>
                  </a:lnTo>
                  <a:lnTo>
                    <a:pt x="8856328" y="993516"/>
                  </a:lnTo>
                  <a:lnTo>
                    <a:pt x="8889578" y="916507"/>
                  </a:lnTo>
                  <a:lnTo>
                    <a:pt x="8922957" y="843187"/>
                  </a:lnTo>
                  <a:lnTo>
                    <a:pt x="8956565" y="773711"/>
                  </a:lnTo>
                  <a:lnTo>
                    <a:pt x="8990528" y="708166"/>
                  </a:lnTo>
                  <a:lnTo>
                    <a:pt x="9025005" y="646572"/>
                  </a:lnTo>
                  <a:lnTo>
                    <a:pt x="9060194" y="588888"/>
                  </a:lnTo>
                  <a:lnTo>
                    <a:pt x="9084767" y="551677"/>
                  </a:lnTo>
                  <a:lnTo>
                    <a:pt x="9130737" y="488703"/>
                  </a:lnTo>
                  <a:lnTo>
                    <a:pt x="9179042" y="431531"/>
                  </a:lnTo>
                  <a:lnTo>
                    <a:pt x="9230372" y="379918"/>
                  </a:lnTo>
                  <a:lnTo>
                    <a:pt x="9285478" y="333427"/>
                  </a:lnTo>
                  <a:lnTo>
                    <a:pt x="9345134" y="291543"/>
                  </a:lnTo>
                  <a:lnTo>
                    <a:pt x="9410085" y="253751"/>
                  </a:lnTo>
                  <a:lnTo>
                    <a:pt x="9480987" y="219579"/>
                  </a:lnTo>
                  <a:lnTo>
                    <a:pt x="9558317" y="188625"/>
                  </a:lnTo>
                  <a:lnTo>
                    <a:pt x="9642264" y="160567"/>
                  </a:lnTo>
                  <a:lnTo>
                    <a:pt x="9732585" y="135177"/>
                  </a:lnTo>
                  <a:lnTo>
                    <a:pt x="9828438" y="112315"/>
                  </a:lnTo>
                  <a:lnTo>
                    <a:pt x="9928236" y="91925"/>
                  </a:lnTo>
                  <a:lnTo>
                    <a:pt x="10029543" y="74020"/>
                  </a:lnTo>
                  <a:lnTo>
                    <a:pt x="10129106" y="58653"/>
                  </a:lnTo>
                  <a:lnTo>
                    <a:pt x="10223068" y="45873"/>
                  </a:lnTo>
                  <a:lnTo>
                    <a:pt x="10307407" y="35683"/>
                  </a:lnTo>
                  <a:lnTo>
                    <a:pt x="10378548" y="27995"/>
                  </a:lnTo>
                  <a:lnTo>
                    <a:pt x="10434012" y="22602"/>
                  </a:lnTo>
                  <a:lnTo>
                    <a:pt x="10472950" y="19180"/>
                  </a:lnTo>
                  <a:lnTo>
                    <a:pt x="10496393" y="17311"/>
                  </a:lnTo>
                  <a:lnTo>
                    <a:pt x="10507207" y="16525"/>
                  </a:lnTo>
                  <a:lnTo>
                    <a:pt x="10509911" y="16345"/>
                  </a:lnTo>
                  <a:lnTo>
                    <a:pt x="11981298" y="16345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8787" y="72"/>
                  </a:lnTo>
                  <a:lnTo>
                    <a:pt x="10501402" y="592"/>
                  </a:lnTo>
                  <a:lnTo>
                    <a:pt x="10482775" y="2030"/>
                  </a:lnTo>
                  <a:lnTo>
                    <a:pt x="10449455" y="4859"/>
                  </a:lnTo>
                  <a:lnTo>
                    <a:pt x="10399751" y="9522"/>
                  </a:lnTo>
                  <a:lnTo>
                    <a:pt x="10333871" y="16380"/>
                  </a:lnTo>
                  <a:lnTo>
                    <a:pt x="10253771" y="25681"/>
                  </a:lnTo>
                  <a:lnTo>
                    <a:pt x="10162716" y="37555"/>
                  </a:lnTo>
                  <a:lnTo>
                    <a:pt x="10064649" y="52024"/>
                  </a:lnTo>
                  <a:lnTo>
                    <a:pt x="9963544" y="69051"/>
                  </a:lnTo>
                  <a:lnTo>
                    <a:pt x="9862899" y="88578"/>
                  </a:lnTo>
                  <a:lnTo>
                    <a:pt x="9765447" y="110576"/>
                  </a:lnTo>
                  <a:lnTo>
                    <a:pt x="9673066" y="135073"/>
                  </a:lnTo>
                  <a:lnTo>
                    <a:pt x="9586842" y="162179"/>
                  </a:lnTo>
                  <a:lnTo>
                    <a:pt x="9507207" y="192091"/>
                  </a:lnTo>
                  <a:lnTo>
                    <a:pt x="9434106" y="225099"/>
                  </a:lnTo>
                  <a:lnTo>
                    <a:pt x="9367147" y="261578"/>
                  </a:lnTo>
                  <a:lnTo>
                    <a:pt x="9305726" y="301978"/>
                  </a:lnTo>
                  <a:lnTo>
                    <a:pt x="9249121" y="346803"/>
                  </a:lnTo>
                  <a:lnTo>
                    <a:pt x="9196562" y="396574"/>
                  </a:lnTo>
                  <a:lnTo>
                    <a:pt x="9147284" y="451767"/>
                  </a:lnTo>
                  <a:lnTo>
                    <a:pt x="9100571" y="512709"/>
                  </a:lnTo>
                  <a:lnTo>
                    <a:pt x="9084767" y="535331"/>
                  </a:lnTo>
                  <a:lnTo>
                    <a:pt x="9048957" y="590396"/>
                  </a:lnTo>
                  <a:lnTo>
                    <a:pt x="9014017" y="649311"/>
                  </a:lnTo>
                  <a:lnTo>
                    <a:pt x="8979722" y="712155"/>
                  </a:lnTo>
                  <a:lnTo>
                    <a:pt x="8945887" y="778950"/>
                  </a:lnTo>
                  <a:lnTo>
                    <a:pt x="8912364" y="849656"/>
                  </a:lnTo>
                  <a:lnTo>
                    <a:pt x="8879035" y="924165"/>
                  </a:lnTo>
                  <a:lnTo>
                    <a:pt x="8845810" y="1002298"/>
                  </a:lnTo>
                  <a:lnTo>
                    <a:pt x="8812621" y="1083799"/>
                  </a:lnTo>
                  <a:lnTo>
                    <a:pt x="8779423" y="1168340"/>
                  </a:lnTo>
                  <a:lnTo>
                    <a:pt x="8746189" y="1255525"/>
                  </a:lnTo>
                  <a:lnTo>
                    <a:pt x="8712907" y="1344889"/>
                  </a:lnTo>
                  <a:lnTo>
                    <a:pt x="8679580" y="1435915"/>
                  </a:lnTo>
                  <a:lnTo>
                    <a:pt x="8646219" y="1528040"/>
                  </a:lnTo>
                  <a:lnTo>
                    <a:pt x="8612840" y="1620675"/>
                  </a:lnTo>
                  <a:lnTo>
                    <a:pt x="8579464" y="1713213"/>
                  </a:lnTo>
                  <a:lnTo>
                    <a:pt x="8546112" y="1805053"/>
                  </a:lnTo>
                  <a:lnTo>
                    <a:pt x="8512798" y="1895611"/>
                  </a:lnTo>
                  <a:lnTo>
                    <a:pt x="8479532" y="1984339"/>
                  </a:lnTo>
                  <a:lnTo>
                    <a:pt x="8446312" y="2070733"/>
                  </a:lnTo>
                  <a:lnTo>
                    <a:pt x="8413120" y="2154352"/>
                  </a:lnTo>
                  <a:lnTo>
                    <a:pt x="8379926" y="2234817"/>
                  </a:lnTo>
                  <a:lnTo>
                    <a:pt x="8346676" y="2311826"/>
                  </a:lnTo>
                  <a:lnTo>
                    <a:pt x="8313296" y="2385147"/>
                  </a:lnTo>
                  <a:lnTo>
                    <a:pt x="8279689" y="2454622"/>
                  </a:lnTo>
                  <a:lnTo>
                    <a:pt x="8245726" y="2520167"/>
                  </a:lnTo>
                  <a:lnTo>
                    <a:pt x="8211248" y="2581761"/>
                  </a:lnTo>
                  <a:lnTo>
                    <a:pt x="8176059" y="2639446"/>
                  </a:lnTo>
                  <a:lnTo>
                    <a:pt x="8151487" y="2676656"/>
                  </a:lnTo>
                  <a:lnTo>
                    <a:pt x="8105517" y="2739630"/>
                  </a:lnTo>
                  <a:lnTo>
                    <a:pt x="8057211" y="2796803"/>
                  </a:lnTo>
                  <a:lnTo>
                    <a:pt x="8005881" y="2848415"/>
                  </a:lnTo>
                  <a:lnTo>
                    <a:pt x="7950775" y="2894907"/>
                  </a:lnTo>
                  <a:lnTo>
                    <a:pt x="7891119" y="2936791"/>
                  </a:lnTo>
                  <a:lnTo>
                    <a:pt x="7826168" y="2974583"/>
                  </a:lnTo>
                  <a:lnTo>
                    <a:pt x="7755266" y="3008754"/>
                  </a:lnTo>
                  <a:lnTo>
                    <a:pt x="7677936" y="3039709"/>
                  </a:lnTo>
                  <a:lnTo>
                    <a:pt x="7593989" y="3067766"/>
                  </a:lnTo>
                  <a:lnTo>
                    <a:pt x="7503669" y="3093156"/>
                  </a:lnTo>
                  <a:lnTo>
                    <a:pt x="7407815" y="3116019"/>
                  </a:lnTo>
                  <a:lnTo>
                    <a:pt x="7308017" y="3136409"/>
                  </a:lnTo>
                  <a:lnTo>
                    <a:pt x="7206710" y="3154313"/>
                  </a:lnTo>
                  <a:lnTo>
                    <a:pt x="7107148" y="3169681"/>
                  </a:lnTo>
                  <a:lnTo>
                    <a:pt x="7013186" y="3182461"/>
                  </a:lnTo>
                  <a:lnTo>
                    <a:pt x="6928846" y="3192650"/>
                  </a:lnTo>
                  <a:lnTo>
                    <a:pt x="6857706" y="3200338"/>
                  </a:lnTo>
                  <a:lnTo>
                    <a:pt x="6802242" y="3205731"/>
                  </a:lnTo>
                  <a:lnTo>
                    <a:pt x="6763303" y="3209153"/>
                  </a:lnTo>
                  <a:lnTo>
                    <a:pt x="6739860" y="3211022"/>
                  </a:lnTo>
                  <a:lnTo>
                    <a:pt x="6729046" y="3211808"/>
                  </a:lnTo>
                  <a:lnTo>
                    <a:pt x="6726343" y="3211988"/>
                  </a:lnTo>
                  <a:lnTo>
                    <a:pt x="5254955" y="3211988"/>
                  </a:lnTo>
                  <a:lnTo>
                    <a:pt x="5253801" y="3211925"/>
                  </a:lnTo>
                  <a:lnTo>
                    <a:pt x="5246218" y="3211474"/>
                  </a:lnTo>
                  <a:lnTo>
                    <a:pt x="5227110" y="3210230"/>
                  </a:lnTo>
                  <a:lnTo>
                    <a:pt x="5192966" y="3207780"/>
                  </a:lnTo>
                  <a:lnTo>
                    <a:pt x="5142114" y="3203745"/>
                  </a:lnTo>
                  <a:lnTo>
                    <a:pt x="5074843" y="3197815"/>
                  </a:lnTo>
                  <a:lnTo>
                    <a:pt x="4993246" y="3189780"/>
                  </a:lnTo>
                  <a:lnTo>
                    <a:pt x="4900739" y="3179536"/>
                  </a:lnTo>
                  <a:lnTo>
                    <a:pt x="4801393" y="3167065"/>
                  </a:lnTo>
                  <a:lnTo>
                    <a:pt x="4699270" y="3152406"/>
                  </a:lnTo>
                  <a:lnTo>
                    <a:pt x="4597907" y="3135605"/>
                  </a:lnTo>
                  <a:lnTo>
                    <a:pt x="4500027" y="3116685"/>
                  </a:lnTo>
                  <a:lnTo>
                    <a:pt x="4407470" y="3095614"/>
                  </a:lnTo>
                  <a:lnTo>
                    <a:pt x="4321266" y="3072289"/>
                  </a:lnTo>
                  <a:lnTo>
                    <a:pt x="4241790" y="3046529"/>
                  </a:lnTo>
                  <a:lnTo>
                    <a:pt x="4168930" y="3018073"/>
                  </a:lnTo>
                  <a:lnTo>
                    <a:pt x="4102246" y="2986587"/>
                  </a:lnTo>
                  <a:lnTo>
                    <a:pt x="4041093" y="2951672"/>
                  </a:lnTo>
                  <a:lnTo>
                    <a:pt x="3984716" y="2912888"/>
                  </a:lnTo>
                  <a:lnTo>
                    <a:pt x="3932323" y="2869784"/>
                  </a:lnTo>
                  <a:lnTo>
                    <a:pt x="3883132" y="2821966"/>
                  </a:lnTo>
                  <a:lnTo>
                    <a:pt x="3836424" y="2769187"/>
                  </a:lnTo>
                  <a:lnTo>
                    <a:pt x="3829811" y="2761111"/>
                  </a:lnTo>
                  <a:lnTo>
                    <a:pt x="3791441" y="2711245"/>
                  </a:lnTo>
                  <a:lnTo>
                    <a:pt x="3754052" y="2657642"/>
                  </a:lnTo>
                  <a:lnTo>
                    <a:pt x="3717372" y="2600227"/>
                  </a:lnTo>
                  <a:lnTo>
                    <a:pt x="3681181" y="2538988"/>
                  </a:lnTo>
                  <a:lnTo>
                    <a:pt x="3645307" y="2473984"/>
                  </a:lnTo>
                  <a:lnTo>
                    <a:pt x="3609615" y="2405351"/>
                  </a:lnTo>
                  <a:lnTo>
                    <a:pt x="3574006" y="2333308"/>
                  </a:lnTo>
                  <a:lnTo>
                    <a:pt x="3538409" y="2258154"/>
                  </a:lnTo>
                  <a:lnTo>
                    <a:pt x="3502782" y="2180271"/>
                  </a:lnTo>
                  <a:lnTo>
                    <a:pt x="3467104" y="2100114"/>
                  </a:lnTo>
                  <a:lnTo>
                    <a:pt x="3431371" y="2018206"/>
                  </a:lnTo>
                  <a:lnTo>
                    <a:pt x="3395595" y="1935119"/>
                  </a:lnTo>
                  <a:lnTo>
                    <a:pt x="3359797" y="1851464"/>
                  </a:lnTo>
                  <a:lnTo>
                    <a:pt x="3324000" y="1767869"/>
                  </a:lnTo>
                  <a:lnTo>
                    <a:pt x="3288231" y="1684959"/>
                  </a:lnTo>
                  <a:lnTo>
                    <a:pt x="3252508" y="1603338"/>
                  </a:lnTo>
                  <a:lnTo>
                    <a:pt x="3216840" y="1523572"/>
                  </a:lnTo>
                  <a:lnTo>
                    <a:pt x="3181221" y="1446171"/>
                  </a:lnTo>
                  <a:lnTo>
                    <a:pt x="3145626" y="1371577"/>
                  </a:lnTo>
                  <a:lnTo>
                    <a:pt x="3110008" y="1300156"/>
                  </a:lnTo>
                  <a:lnTo>
                    <a:pt x="3074290" y="1232193"/>
                  </a:lnTo>
                  <a:lnTo>
                    <a:pt x="3038367" y="1167891"/>
                  </a:lnTo>
                  <a:lnTo>
                    <a:pt x="3002099" y="1107370"/>
                  </a:lnTo>
                  <a:lnTo>
                    <a:pt x="2965303" y="1050676"/>
                  </a:lnTo>
                  <a:lnTo>
                    <a:pt x="2927752" y="997786"/>
                  </a:lnTo>
                  <a:lnTo>
                    <a:pt x="2896531" y="957602"/>
                  </a:lnTo>
                  <a:lnTo>
                    <a:pt x="2850129" y="904099"/>
                  </a:lnTo>
                  <a:lnTo>
                    <a:pt x="2801341" y="855570"/>
                  </a:lnTo>
                  <a:lnTo>
                    <a:pt x="2749460" y="811805"/>
                  </a:lnTo>
                  <a:lnTo>
                    <a:pt x="2693712" y="772421"/>
                  </a:lnTo>
                  <a:lnTo>
                    <a:pt x="2633300" y="736972"/>
                  </a:lnTo>
                  <a:lnTo>
                    <a:pt x="2567462" y="705014"/>
                  </a:lnTo>
                  <a:lnTo>
                    <a:pt x="2495533" y="676141"/>
                  </a:lnTo>
                  <a:lnTo>
                    <a:pt x="2417033" y="650008"/>
                  </a:lnTo>
                  <a:lnTo>
                    <a:pt x="2331796" y="626343"/>
                  </a:lnTo>
                  <a:lnTo>
                    <a:pt x="2240115" y="604952"/>
                  </a:lnTo>
                  <a:lnTo>
                    <a:pt x="2142914" y="585723"/>
                  </a:lnTo>
                  <a:lnTo>
                    <a:pt x="2041909" y="568615"/>
                  </a:lnTo>
                  <a:lnTo>
                    <a:pt x="1939694" y="553641"/>
                  </a:lnTo>
                  <a:lnTo>
                    <a:pt x="1839701" y="540850"/>
                  </a:lnTo>
                  <a:lnTo>
                    <a:pt x="1745941" y="530282"/>
                  </a:lnTo>
                  <a:lnTo>
                    <a:pt x="1662525" y="521931"/>
                  </a:lnTo>
                  <a:lnTo>
                    <a:pt x="1593007" y="515706"/>
                  </a:lnTo>
                  <a:lnTo>
                    <a:pt x="1539707" y="511412"/>
                  </a:lnTo>
                  <a:lnTo>
                    <a:pt x="1503195" y="508755"/>
                  </a:lnTo>
                  <a:lnTo>
                    <a:pt x="1482081" y="507360"/>
                  </a:lnTo>
                  <a:lnTo>
                    <a:pt x="1473106" y="506820"/>
                  </a:lnTo>
                  <a:lnTo>
                    <a:pt x="1471387" y="506725"/>
                  </a:lnTo>
                  <a:lnTo>
                    <a:pt x="0" y="506725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636" name="pl636"/>
            <p:cNvSpPr/>
            <p:nvPr/>
          </p:nvSpPr>
          <p:spPr>
            <a:xfrm>
              <a:off x="4799595" y="4799964"/>
              <a:ext cx="11981298" cy="3211988"/>
            </a:xfrm>
            <a:custGeom>
              <a:avLst/>
              <a:pathLst>
                <a:path w="11981298" h="3211988">
                  <a:moveTo>
                    <a:pt x="0" y="506725"/>
                  </a:moveTo>
                  <a:lnTo>
                    <a:pt x="1471387" y="506725"/>
                  </a:lnTo>
                  <a:lnTo>
                    <a:pt x="1472541" y="506789"/>
                  </a:lnTo>
                  <a:lnTo>
                    <a:pt x="1480124" y="507239"/>
                  </a:lnTo>
                  <a:lnTo>
                    <a:pt x="1499232" y="508483"/>
                  </a:lnTo>
                  <a:lnTo>
                    <a:pt x="1533376" y="510933"/>
                  </a:lnTo>
                  <a:lnTo>
                    <a:pt x="1584229" y="514969"/>
                  </a:lnTo>
                  <a:lnTo>
                    <a:pt x="1651499" y="520898"/>
                  </a:lnTo>
                  <a:lnTo>
                    <a:pt x="1733096" y="528933"/>
                  </a:lnTo>
                  <a:lnTo>
                    <a:pt x="1825604" y="539178"/>
                  </a:lnTo>
                  <a:lnTo>
                    <a:pt x="1924949" y="551648"/>
                  </a:lnTo>
                  <a:lnTo>
                    <a:pt x="2027072" y="566307"/>
                  </a:lnTo>
                  <a:lnTo>
                    <a:pt x="2128435" y="583108"/>
                  </a:lnTo>
                  <a:lnTo>
                    <a:pt x="2226315" y="602028"/>
                  </a:lnTo>
                  <a:lnTo>
                    <a:pt x="2318872" y="623100"/>
                  </a:lnTo>
                  <a:lnTo>
                    <a:pt x="2405076" y="646425"/>
                  </a:lnTo>
                  <a:lnTo>
                    <a:pt x="2484552" y="672184"/>
                  </a:lnTo>
                  <a:lnTo>
                    <a:pt x="2557412" y="700640"/>
                  </a:lnTo>
                  <a:lnTo>
                    <a:pt x="2624096" y="732126"/>
                  </a:lnTo>
                  <a:lnTo>
                    <a:pt x="2685250" y="767041"/>
                  </a:lnTo>
                  <a:lnTo>
                    <a:pt x="2741626" y="805826"/>
                  </a:lnTo>
                  <a:lnTo>
                    <a:pt x="2794019" y="848929"/>
                  </a:lnTo>
                  <a:lnTo>
                    <a:pt x="2843210" y="896747"/>
                  </a:lnTo>
                  <a:lnTo>
                    <a:pt x="2889918" y="949526"/>
                  </a:lnTo>
                  <a:lnTo>
                    <a:pt x="2896531" y="957602"/>
                  </a:lnTo>
                  <a:lnTo>
                    <a:pt x="2934901" y="1007469"/>
                  </a:lnTo>
                  <a:lnTo>
                    <a:pt x="2972290" y="1061071"/>
                  </a:lnTo>
                  <a:lnTo>
                    <a:pt x="3008970" y="1118486"/>
                  </a:lnTo>
                  <a:lnTo>
                    <a:pt x="3045161" y="1179726"/>
                  </a:lnTo>
                  <a:lnTo>
                    <a:pt x="3081035" y="1244730"/>
                  </a:lnTo>
                  <a:lnTo>
                    <a:pt x="3116727" y="1313362"/>
                  </a:lnTo>
                  <a:lnTo>
                    <a:pt x="3152336" y="1385406"/>
                  </a:lnTo>
                  <a:lnTo>
                    <a:pt x="3187933" y="1460559"/>
                  </a:lnTo>
                  <a:lnTo>
                    <a:pt x="3223560" y="1538443"/>
                  </a:lnTo>
                  <a:lnTo>
                    <a:pt x="3259238" y="1618599"/>
                  </a:lnTo>
                  <a:lnTo>
                    <a:pt x="3294971" y="1700508"/>
                  </a:lnTo>
                  <a:lnTo>
                    <a:pt x="3330747" y="1783594"/>
                  </a:lnTo>
                  <a:lnTo>
                    <a:pt x="3366546" y="1867249"/>
                  </a:lnTo>
                  <a:lnTo>
                    <a:pt x="3402342" y="1950844"/>
                  </a:lnTo>
                  <a:lnTo>
                    <a:pt x="3438111" y="2033754"/>
                  </a:lnTo>
                  <a:lnTo>
                    <a:pt x="3473834" y="2115375"/>
                  </a:lnTo>
                  <a:lnTo>
                    <a:pt x="3509502" y="2195141"/>
                  </a:lnTo>
                  <a:lnTo>
                    <a:pt x="3545121" y="2272542"/>
                  </a:lnTo>
                  <a:lnTo>
                    <a:pt x="3580716" y="2347137"/>
                  </a:lnTo>
                  <a:lnTo>
                    <a:pt x="3616334" y="2418558"/>
                  </a:lnTo>
                  <a:lnTo>
                    <a:pt x="3652052" y="2486520"/>
                  </a:lnTo>
                  <a:lnTo>
                    <a:pt x="3687975" y="2550823"/>
                  </a:lnTo>
                  <a:lnTo>
                    <a:pt x="3724243" y="2611343"/>
                  </a:lnTo>
                  <a:lnTo>
                    <a:pt x="3761039" y="2668037"/>
                  </a:lnTo>
                  <a:lnTo>
                    <a:pt x="3798590" y="2720928"/>
                  </a:lnTo>
                  <a:lnTo>
                    <a:pt x="3829811" y="2761111"/>
                  </a:lnTo>
                  <a:lnTo>
                    <a:pt x="3876213" y="2814615"/>
                  </a:lnTo>
                  <a:lnTo>
                    <a:pt x="3925001" y="2863143"/>
                  </a:lnTo>
                  <a:lnTo>
                    <a:pt x="3976882" y="2906908"/>
                  </a:lnTo>
                  <a:lnTo>
                    <a:pt x="4032630" y="2946293"/>
                  </a:lnTo>
                  <a:lnTo>
                    <a:pt x="4093042" y="2981741"/>
                  </a:lnTo>
                  <a:lnTo>
                    <a:pt x="4158880" y="3013699"/>
                  </a:lnTo>
                  <a:lnTo>
                    <a:pt x="4230810" y="3042572"/>
                  </a:lnTo>
                  <a:lnTo>
                    <a:pt x="4309309" y="3068705"/>
                  </a:lnTo>
                  <a:lnTo>
                    <a:pt x="4394546" y="3092371"/>
                  </a:lnTo>
                  <a:lnTo>
                    <a:pt x="4486227" y="3113761"/>
                  </a:lnTo>
                  <a:lnTo>
                    <a:pt x="4583428" y="3132990"/>
                  </a:lnTo>
                  <a:lnTo>
                    <a:pt x="4684434" y="3150099"/>
                  </a:lnTo>
                  <a:lnTo>
                    <a:pt x="4786648" y="3165072"/>
                  </a:lnTo>
                  <a:lnTo>
                    <a:pt x="4886641" y="3177863"/>
                  </a:lnTo>
                  <a:lnTo>
                    <a:pt x="4980401" y="3188431"/>
                  </a:lnTo>
                  <a:lnTo>
                    <a:pt x="5063817" y="3196783"/>
                  </a:lnTo>
                  <a:lnTo>
                    <a:pt x="5133335" y="3203007"/>
                  </a:lnTo>
                  <a:lnTo>
                    <a:pt x="5186635" y="3207301"/>
                  </a:lnTo>
                  <a:lnTo>
                    <a:pt x="5223147" y="3209959"/>
                  </a:lnTo>
                  <a:lnTo>
                    <a:pt x="5244261" y="3211353"/>
                  </a:lnTo>
                  <a:lnTo>
                    <a:pt x="5253236" y="3211893"/>
                  </a:lnTo>
                  <a:lnTo>
                    <a:pt x="5254951" y="3211988"/>
                  </a:lnTo>
                  <a:lnTo>
                    <a:pt x="5254955" y="3211988"/>
                  </a:lnTo>
                  <a:lnTo>
                    <a:pt x="6726343" y="3211988"/>
                  </a:lnTo>
                  <a:lnTo>
                    <a:pt x="6727466" y="3211915"/>
                  </a:lnTo>
                  <a:lnTo>
                    <a:pt x="6734852" y="3211395"/>
                  </a:lnTo>
                  <a:lnTo>
                    <a:pt x="6753478" y="3209958"/>
                  </a:lnTo>
                  <a:lnTo>
                    <a:pt x="6786798" y="3207128"/>
                  </a:lnTo>
                  <a:lnTo>
                    <a:pt x="6836502" y="3202465"/>
                  </a:lnTo>
                  <a:lnTo>
                    <a:pt x="6902382" y="3195608"/>
                  </a:lnTo>
                  <a:lnTo>
                    <a:pt x="6982482" y="3186306"/>
                  </a:lnTo>
                  <a:lnTo>
                    <a:pt x="7073537" y="3174433"/>
                  </a:lnTo>
                  <a:lnTo>
                    <a:pt x="7171604" y="3159963"/>
                  </a:lnTo>
                  <a:lnTo>
                    <a:pt x="7272709" y="3142937"/>
                  </a:lnTo>
                  <a:lnTo>
                    <a:pt x="7373354" y="3123410"/>
                  </a:lnTo>
                  <a:lnTo>
                    <a:pt x="7470806" y="3101412"/>
                  </a:lnTo>
                  <a:lnTo>
                    <a:pt x="7563187" y="3076914"/>
                  </a:lnTo>
                  <a:lnTo>
                    <a:pt x="7649411" y="3049808"/>
                  </a:lnTo>
                  <a:lnTo>
                    <a:pt x="7729046" y="3019896"/>
                  </a:lnTo>
                  <a:lnTo>
                    <a:pt x="7802147" y="2986888"/>
                  </a:lnTo>
                  <a:lnTo>
                    <a:pt x="7869106" y="2950409"/>
                  </a:lnTo>
                  <a:lnTo>
                    <a:pt x="7930527" y="2910009"/>
                  </a:lnTo>
                  <a:lnTo>
                    <a:pt x="7987133" y="2865184"/>
                  </a:lnTo>
                  <a:lnTo>
                    <a:pt x="8039692" y="2815413"/>
                  </a:lnTo>
                  <a:lnTo>
                    <a:pt x="8088969" y="2760220"/>
                  </a:lnTo>
                  <a:lnTo>
                    <a:pt x="8135682" y="2699278"/>
                  </a:lnTo>
                  <a:lnTo>
                    <a:pt x="8151487" y="2676656"/>
                  </a:lnTo>
                  <a:lnTo>
                    <a:pt x="8187297" y="2621591"/>
                  </a:lnTo>
                  <a:lnTo>
                    <a:pt x="8222236" y="2562676"/>
                  </a:lnTo>
                  <a:lnTo>
                    <a:pt x="8256531" y="2499832"/>
                  </a:lnTo>
                  <a:lnTo>
                    <a:pt x="8290366" y="2433037"/>
                  </a:lnTo>
                  <a:lnTo>
                    <a:pt x="8323889" y="2362331"/>
                  </a:lnTo>
                  <a:lnTo>
                    <a:pt x="8357218" y="2287822"/>
                  </a:lnTo>
                  <a:lnTo>
                    <a:pt x="8390444" y="2209690"/>
                  </a:lnTo>
                  <a:lnTo>
                    <a:pt x="8423633" y="2128189"/>
                  </a:lnTo>
                  <a:lnTo>
                    <a:pt x="8456831" y="2043647"/>
                  </a:lnTo>
                  <a:lnTo>
                    <a:pt x="8490065" y="1956462"/>
                  </a:lnTo>
                  <a:lnTo>
                    <a:pt x="8523346" y="1867098"/>
                  </a:lnTo>
                  <a:lnTo>
                    <a:pt x="8556673" y="1776073"/>
                  </a:lnTo>
                  <a:lnTo>
                    <a:pt x="8590035" y="1683947"/>
                  </a:lnTo>
                  <a:lnTo>
                    <a:pt x="8623414" y="1591313"/>
                  </a:lnTo>
                  <a:lnTo>
                    <a:pt x="8656789" y="1498774"/>
                  </a:lnTo>
                  <a:lnTo>
                    <a:pt x="8690142" y="1406934"/>
                  </a:lnTo>
                  <a:lnTo>
                    <a:pt x="8723455" y="1316376"/>
                  </a:lnTo>
                  <a:lnTo>
                    <a:pt x="8756721" y="1227649"/>
                  </a:lnTo>
                  <a:lnTo>
                    <a:pt x="8789942" y="1141254"/>
                  </a:lnTo>
                  <a:lnTo>
                    <a:pt x="8823133" y="1057636"/>
                  </a:lnTo>
                  <a:lnTo>
                    <a:pt x="8856328" y="977170"/>
                  </a:lnTo>
                  <a:lnTo>
                    <a:pt x="8889578" y="900161"/>
                  </a:lnTo>
                  <a:lnTo>
                    <a:pt x="8922957" y="826841"/>
                  </a:lnTo>
                  <a:lnTo>
                    <a:pt x="8956565" y="757365"/>
                  </a:lnTo>
                  <a:lnTo>
                    <a:pt x="8990528" y="691820"/>
                  </a:lnTo>
                  <a:lnTo>
                    <a:pt x="9025005" y="630226"/>
                  </a:lnTo>
                  <a:lnTo>
                    <a:pt x="9060194" y="572542"/>
                  </a:lnTo>
                  <a:lnTo>
                    <a:pt x="9084767" y="535331"/>
                  </a:lnTo>
                  <a:lnTo>
                    <a:pt x="9130737" y="472357"/>
                  </a:lnTo>
                  <a:lnTo>
                    <a:pt x="9179042" y="415185"/>
                  </a:lnTo>
                  <a:lnTo>
                    <a:pt x="9230372" y="363572"/>
                  </a:lnTo>
                  <a:lnTo>
                    <a:pt x="9285478" y="317081"/>
                  </a:lnTo>
                  <a:lnTo>
                    <a:pt x="9345134" y="275197"/>
                  </a:lnTo>
                  <a:lnTo>
                    <a:pt x="9410085" y="237405"/>
                  </a:lnTo>
                  <a:lnTo>
                    <a:pt x="9480987" y="203233"/>
                  </a:lnTo>
                  <a:lnTo>
                    <a:pt x="9558317" y="172279"/>
                  </a:lnTo>
                  <a:lnTo>
                    <a:pt x="9642264" y="144221"/>
                  </a:lnTo>
                  <a:lnTo>
                    <a:pt x="9732585" y="118831"/>
                  </a:lnTo>
                  <a:lnTo>
                    <a:pt x="9828438" y="95969"/>
                  </a:lnTo>
                  <a:lnTo>
                    <a:pt x="9928236" y="75579"/>
                  </a:lnTo>
                  <a:lnTo>
                    <a:pt x="10029543" y="57674"/>
                  </a:lnTo>
                  <a:lnTo>
                    <a:pt x="10129106" y="42307"/>
                  </a:lnTo>
                  <a:lnTo>
                    <a:pt x="10223068" y="29527"/>
                  </a:lnTo>
                  <a:lnTo>
                    <a:pt x="10307407" y="19337"/>
                  </a:lnTo>
                  <a:lnTo>
                    <a:pt x="10378548" y="11649"/>
                  </a:lnTo>
                  <a:lnTo>
                    <a:pt x="10434012" y="6257"/>
                  </a:lnTo>
                  <a:lnTo>
                    <a:pt x="10472950" y="2834"/>
                  </a:lnTo>
                  <a:lnTo>
                    <a:pt x="10496393" y="965"/>
                  </a:lnTo>
                  <a:lnTo>
                    <a:pt x="10507207" y="179"/>
                  </a:lnTo>
                  <a:lnTo>
                    <a:pt x="10509861" y="3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37" name="pl637"/>
            <p:cNvSpPr/>
            <p:nvPr/>
          </p:nvSpPr>
          <p:spPr>
            <a:xfrm>
              <a:off x="4799595" y="4783618"/>
              <a:ext cx="11981298" cy="3211988"/>
            </a:xfrm>
            <a:custGeom>
              <a:avLst/>
              <a:pathLst>
                <a:path w="11981298" h="3211988">
                  <a:moveTo>
                    <a:pt x="11981298" y="0"/>
                  </a:moveTo>
                  <a:lnTo>
                    <a:pt x="10509911" y="0"/>
                  </a:lnTo>
                  <a:lnTo>
                    <a:pt x="10508787" y="72"/>
                  </a:lnTo>
                  <a:lnTo>
                    <a:pt x="10501402" y="592"/>
                  </a:lnTo>
                  <a:lnTo>
                    <a:pt x="10482775" y="2030"/>
                  </a:lnTo>
                  <a:lnTo>
                    <a:pt x="10449455" y="4859"/>
                  </a:lnTo>
                  <a:lnTo>
                    <a:pt x="10399751" y="9522"/>
                  </a:lnTo>
                  <a:lnTo>
                    <a:pt x="10333871" y="16380"/>
                  </a:lnTo>
                  <a:lnTo>
                    <a:pt x="10253771" y="25681"/>
                  </a:lnTo>
                  <a:lnTo>
                    <a:pt x="10162716" y="37555"/>
                  </a:lnTo>
                  <a:lnTo>
                    <a:pt x="10064649" y="52024"/>
                  </a:lnTo>
                  <a:lnTo>
                    <a:pt x="9963544" y="69051"/>
                  </a:lnTo>
                  <a:lnTo>
                    <a:pt x="9862899" y="88578"/>
                  </a:lnTo>
                  <a:lnTo>
                    <a:pt x="9765447" y="110576"/>
                  </a:lnTo>
                  <a:lnTo>
                    <a:pt x="9673066" y="135073"/>
                  </a:lnTo>
                  <a:lnTo>
                    <a:pt x="9586842" y="162179"/>
                  </a:lnTo>
                  <a:lnTo>
                    <a:pt x="9507207" y="192091"/>
                  </a:lnTo>
                  <a:lnTo>
                    <a:pt x="9434106" y="225099"/>
                  </a:lnTo>
                  <a:lnTo>
                    <a:pt x="9367147" y="261578"/>
                  </a:lnTo>
                  <a:lnTo>
                    <a:pt x="9305726" y="301978"/>
                  </a:lnTo>
                  <a:lnTo>
                    <a:pt x="9249121" y="346803"/>
                  </a:lnTo>
                  <a:lnTo>
                    <a:pt x="9196562" y="396574"/>
                  </a:lnTo>
                  <a:lnTo>
                    <a:pt x="9147284" y="451767"/>
                  </a:lnTo>
                  <a:lnTo>
                    <a:pt x="9100571" y="512709"/>
                  </a:lnTo>
                  <a:lnTo>
                    <a:pt x="9084767" y="535331"/>
                  </a:lnTo>
                  <a:lnTo>
                    <a:pt x="9048957" y="590396"/>
                  </a:lnTo>
                  <a:lnTo>
                    <a:pt x="9014017" y="649311"/>
                  </a:lnTo>
                  <a:lnTo>
                    <a:pt x="8979722" y="712155"/>
                  </a:lnTo>
                  <a:lnTo>
                    <a:pt x="8945887" y="778950"/>
                  </a:lnTo>
                  <a:lnTo>
                    <a:pt x="8912364" y="849656"/>
                  </a:lnTo>
                  <a:lnTo>
                    <a:pt x="8879035" y="924165"/>
                  </a:lnTo>
                  <a:lnTo>
                    <a:pt x="8845810" y="1002298"/>
                  </a:lnTo>
                  <a:lnTo>
                    <a:pt x="8812621" y="1083799"/>
                  </a:lnTo>
                  <a:lnTo>
                    <a:pt x="8779423" y="1168340"/>
                  </a:lnTo>
                  <a:lnTo>
                    <a:pt x="8746189" y="1255525"/>
                  </a:lnTo>
                  <a:lnTo>
                    <a:pt x="8712907" y="1344889"/>
                  </a:lnTo>
                  <a:lnTo>
                    <a:pt x="8679580" y="1435915"/>
                  </a:lnTo>
                  <a:lnTo>
                    <a:pt x="8646219" y="1528040"/>
                  </a:lnTo>
                  <a:lnTo>
                    <a:pt x="8612840" y="1620675"/>
                  </a:lnTo>
                  <a:lnTo>
                    <a:pt x="8579464" y="1713213"/>
                  </a:lnTo>
                  <a:lnTo>
                    <a:pt x="8546112" y="1805053"/>
                  </a:lnTo>
                  <a:lnTo>
                    <a:pt x="8512798" y="1895611"/>
                  </a:lnTo>
                  <a:lnTo>
                    <a:pt x="8479532" y="1984339"/>
                  </a:lnTo>
                  <a:lnTo>
                    <a:pt x="8446312" y="2070733"/>
                  </a:lnTo>
                  <a:lnTo>
                    <a:pt x="8413120" y="2154352"/>
                  </a:lnTo>
                  <a:lnTo>
                    <a:pt x="8379926" y="2234817"/>
                  </a:lnTo>
                  <a:lnTo>
                    <a:pt x="8346676" y="2311826"/>
                  </a:lnTo>
                  <a:lnTo>
                    <a:pt x="8313296" y="2385147"/>
                  </a:lnTo>
                  <a:lnTo>
                    <a:pt x="8279689" y="2454622"/>
                  </a:lnTo>
                  <a:lnTo>
                    <a:pt x="8245726" y="2520167"/>
                  </a:lnTo>
                  <a:lnTo>
                    <a:pt x="8211248" y="2581761"/>
                  </a:lnTo>
                  <a:lnTo>
                    <a:pt x="8176059" y="2639446"/>
                  </a:lnTo>
                  <a:lnTo>
                    <a:pt x="8151487" y="2676656"/>
                  </a:lnTo>
                  <a:lnTo>
                    <a:pt x="8105517" y="2739630"/>
                  </a:lnTo>
                  <a:lnTo>
                    <a:pt x="8057211" y="2796803"/>
                  </a:lnTo>
                  <a:lnTo>
                    <a:pt x="8005881" y="2848415"/>
                  </a:lnTo>
                  <a:lnTo>
                    <a:pt x="7950775" y="2894907"/>
                  </a:lnTo>
                  <a:lnTo>
                    <a:pt x="7891119" y="2936791"/>
                  </a:lnTo>
                  <a:lnTo>
                    <a:pt x="7826168" y="2974583"/>
                  </a:lnTo>
                  <a:lnTo>
                    <a:pt x="7755266" y="3008754"/>
                  </a:lnTo>
                  <a:lnTo>
                    <a:pt x="7677936" y="3039709"/>
                  </a:lnTo>
                  <a:lnTo>
                    <a:pt x="7593989" y="3067766"/>
                  </a:lnTo>
                  <a:lnTo>
                    <a:pt x="7503669" y="3093156"/>
                  </a:lnTo>
                  <a:lnTo>
                    <a:pt x="7407815" y="3116019"/>
                  </a:lnTo>
                  <a:lnTo>
                    <a:pt x="7308017" y="3136409"/>
                  </a:lnTo>
                  <a:lnTo>
                    <a:pt x="7206710" y="3154313"/>
                  </a:lnTo>
                  <a:lnTo>
                    <a:pt x="7107148" y="3169681"/>
                  </a:lnTo>
                  <a:lnTo>
                    <a:pt x="7013186" y="3182461"/>
                  </a:lnTo>
                  <a:lnTo>
                    <a:pt x="6928846" y="3192650"/>
                  </a:lnTo>
                  <a:lnTo>
                    <a:pt x="6857706" y="3200338"/>
                  </a:lnTo>
                  <a:lnTo>
                    <a:pt x="6802242" y="3205731"/>
                  </a:lnTo>
                  <a:lnTo>
                    <a:pt x="6763303" y="3209153"/>
                  </a:lnTo>
                  <a:lnTo>
                    <a:pt x="6739860" y="3211022"/>
                  </a:lnTo>
                  <a:lnTo>
                    <a:pt x="6729046" y="3211808"/>
                  </a:lnTo>
                  <a:lnTo>
                    <a:pt x="6726392" y="3211985"/>
                  </a:lnTo>
                  <a:lnTo>
                    <a:pt x="6726343" y="3211988"/>
                  </a:lnTo>
                  <a:lnTo>
                    <a:pt x="5254955" y="3211988"/>
                  </a:lnTo>
                  <a:lnTo>
                    <a:pt x="5253801" y="3211925"/>
                  </a:lnTo>
                  <a:lnTo>
                    <a:pt x="5246218" y="3211474"/>
                  </a:lnTo>
                  <a:lnTo>
                    <a:pt x="5227110" y="3210230"/>
                  </a:lnTo>
                  <a:lnTo>
                    <a:pt x="5192966" y="3207780"/>
                  </a:lnTo>
                  <a:lnTo>
                    <a:pt x="5142114" y="3203745"/>
                  </a:lnTo>
                  <a:lnTo>
                    <a:pt x="5074843" y="3197815"/>
                  </a:lnTo>
                  <a:lnTo>
                    <a:pt x="4993246" y="3189780"/>
                  </a:lnTo>
                  <a:lnTo>
                    <a:pt x="4900739" y="3179536"/>
                  </a:lnTo>
                  <a:lnTo>
                    <a:pt x="4801393" y="3167065"/>
                  </a:lnTo>
                  <a:lnTo>
                    <a:pt x="4699270" y="3152406"/>
                  </a:lnTo>
                  <a:lnTo>
                    <a:pt x="4597907" y="3135605"/>
                  </a:lnTo>
                  <a:lnTo>
                    <a:pt x="4500027" y="3116685"/>
                  </a:lnTo>
                  <a:lnTo>
                    <a:pt x="4407470" y="3095614"/>
                  </a:lnTo>
                  <a:lnTo>
                    <a:pt x="4321266" y="3072289"/>
                  </a:lnTo>
                  <a:lnTo>
                    <a:pt x="4241790" y="3046529"/>
                  </a:lnTo>
                  <a:lnTo>
                    <a:pt x="4168930" y="3018073"/>
                  </a:lnTo>
                  <a:lnTo>
                    <a:pt x="4102246" y="2986587"/>
                  </a:lnTo>
                  <a:lnTo>
                    <a:pt x="4041093" y="2951672"/>
                  </a:lnTo>
                  <a:lnTo>
                    <a:pt x="3984716" y="2912888"/>
                  </a:lnTo>
                  <a:lnTo>
                    <a:pt x="3932323" y="2869784"/>
                  </a:lnTo>
                  <a:lnTo>
                    <a:pt x="3883132" y="2821966"/>
                  </a:lnTo>
                  <a:lnTo>
                    <a:pt x="3836424" y="2769187"/>
                  </a:lnTo>
                  <a:lnTo>
                    <a:pt x="3829811" y="2761111"/>
                  </a:lnTo>
                  <a:lnTo>
                    <a:pt x="3791441" y="2711245"/>
                  </a:lnTo>
                  <a:lnTo>
                    <a:pt x="3754052" y="2657642"/>
                  </a:lnTo>
                  <a:lnTo>
                    <a:pt x="3717372" y="2600227"/>
                  </a:lnTo>
                  <a:lnTo>
                    <a:pt x="3681181" y="2538988"/>
                  </a:lnTo>
                  <a:lnTo>
                    <a:pt x="3645307" y="2473984"/>
                  </a:lnTo>
                  <a:lnTo>
                    <a:pt x="3609615" y="2405351"/>
                  </a:lnTo>
                  <a:lnTo>
                    <a:pt x="3574006" y="2333308"/>
                  </a:lnTo>
                  <a:lnTo>
                    <a:pt x="3538409" y="2258154"/>
                  </a:lnTo>
                  <a:lnTo>
                    <a:pt x="3502782" y="2180271"/>
                  </a:lnTo>
                  <a:lnTo>
                    <a:pt x="3467104" y="2100114"/>
                  </a:lnTo>
                  <a:lnTo>
                    <a:pt x="3431371" y="2018206"/>
                  </a:lnTo>
                  <a:lnTo>
                    <a:pt x="3395595" y="1935119"/>
                  </a:lnTo>
                  <a:lnTo>
                    <a:pt x="3359797" y="1851464"/>
                  </a:lnTo>
                  <a:lnTo>
                    <a:pt x="3324000" y="1767869"/>
                  </a:lnTo>
                  <a:lnTo>
                    <a:pt x="3288231" y="1684959"/>
                  </a:lnTo>
                  <a:lnTo>
                    <a:pt x="3252508" y="1603338"/>
                  </a:lnTo>
                  <a:lnTo>
                    <a:pt x="3216840" y="1523572"/>
                  </a:lnTo>
                  <a:lnTo>
                    <a:pt x="3181221" y="1446171"/>
                  </a:lnTo>
                  <a:lnTo>
                    <a:pt x="3145626" y="1371577"/>
                  </a:lnTo>
                  <a:lnTo>
                    <a:pt x="3110008" y="1300156"/>
                  </a:lnTo>
                  <a:lnTo>
                    <a:pt x="3074290" y="1232193"/>
                  </a:lnTo>
                  <a:lnTo>
                    <a:pt x="3038367" y="1167891"/>
                  </a:lnTo>
                  <a:lnTo>
                    <a:pt x="3002099" y="1107370"/>
                  </a:lnTo>
                  <a:lnTo>
                    <a:pt x="2965303" y="1050676"/>
                  </a:lnTo>
                  <a:lnTo>
                    <a:pt x="2927752" y="997786"/>
                  </a:lnTo>
                  <a:lnTo>
                    <a:pt x="2896531" y="957602"/>
                  </a:lnTo>
                  <a:lnTo>
                    <a:pt x="2850129" y="904099"/>
                  </a:lnTo>
                  <a:lnTo>
                    <a:pt x="2801341" y="855570"/>
                  </a:lnTo>
                  <a:lnTo>
                    <a:pt x="2749460" y="811805"/>
                  </a:lnTo>
                  <a:lnTo>
                    <a:pt x="2693712" y="772421"/>
                  </a:lnTo>
                  <a:lnTo>
                    <a:pt x="2633300" y="736972"/>
                  </a:lnTo>
                  <a:lnTo>
                    <a:pt x="2567462" y="705014"/>
                  </a:lnTo>
                  <a:lnTo>
                    <a:pt x="2495533" y="676141"/>
                  </a:lnTo>
                  <a:lnTo>
                    <a:pt x="2417033" y="650008"/>
                  </a:lnTo>
                  <a:lnTo>
                    <a:pt x="2331796" y="626343"/>
                  </a:lnTo>
                  <a:lnTo>
                    <a:pt x="2240115" y="604952"/>
                  </a:lnTo>
                  <a:lnTo>
                    <a:pt x="2142914" y="585723"/>
                  </a:lnTo>
                  <a:lnTo>
                    <a:pt x="2041909" y="568615"/>
                  </a:lnTo>
                  <a:lnTo>
                    <a:pt x="1939694" y="553641"/>
                  </a:lnTo>
                  <a:lnTo>
                    <a:pt x="1839701" y="540850"/>
                  </a:lnTo>
                  <a:lnTo>
                    <a:pt x="1745941" y="530282"/>
                  </a:lnTo>
                  <a:lnTo>
                    <a:pt x="1662525" y="521931"/>
                  </a:lnTo>
                  <a:lnTo>
                    <a:pt x="1593007" y="515706"/>
                  </a:lnTo>
                  <a:lnTo>
                    <a:pt x="1539707" y="511412"/>
                  </a:lnTo>
                  <a:lnTo>
                    <a:pt x="1503195" y="508755"/>
                  </a:lnTo>
                  <a:lnTo>
                    <a:pt x="1482081" y="507360"/>
                  </a:lnTo>
                  <a:lnTo>
                    <a:pt x="1473106" y="506820"/>
                  </a:lnTo>
                  <a:lnTo>
                    <a:pt x="1471391" y="506726"/>
                  </a:lnTo>
                  <a:lnTo>
                    <a:pt x="1471387" y="506725"/>
                  </a:lnTo>
                  <a:lnTo>
                    <a:pt x="0" y="50672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38" name="pg638"/>
            <p:cNvSpPr/>
            <p:nvPr/>
          </p:nvSpPr>
          <p:spPr>
            <a:xfrm>
              <a:off x="4799595" y="5077846"/>
              <a:ext cx="11981298" cy="2958625"/>
            </a:xfrm>
            <a:custGeom>
              <a:avLst/>
              <a:pathLst>
                <a:path w="11981298" h="2958625">
                  <a:moveTo>
                    <a:pt x="0" y="237016"/>
                  </a:moveTo>
                  <a:lnTo>
                    <a:pt x="1471387" y="237016"/>
                  </a:lnTo>
                  <a:lnTo>
                    <a:pt x="1472540" y="237080"/>
                  </a:lnTo>
                  <a:lnTo>
                    <a:pt x="1480117" y="237533"/>
                  </a:lnTo>
                  <a:lnTo>
                    <a:pt x="1499210" y="238784"/>
                  </a:lnTo>
                  <a:lnTo>
                    <a:pt x="1533329" y="241246"/>
                  </a:lnTo>
                  <a:lnTo>
                    <a:pt x="1584147" y="245303"/>
                  </a:lnTo>
                  <a:lnTo>
                    <a:pt x="1651375" y="251264"/>
                  </a:lnTo>
                  <a:lnTo>
                    <a:pt x="1732927" y="259341"/>
                  </a:lnTo>
                  <a:lnTo>
                    <a:pt x="1825391" y="269639"/>
                  </a:lnTo>
                  <a:lnTo>
                    <a:pt x="1924698" y="282176"/>
                  </a:lnTo>
                  <a:lnTo>
                    <a:pt x="2026790" y="296915"/>
                  </a:lnTo>
                  <a:lnTo>
                    <a:pt x="2128132" y="313806"/>
                  </a:lnTo>
                  <a:lnTo>
                    <a:pt x="2225999" y="332829"/>
                  </a:lnTo>
                  <a:lnTo>
                    <a:pt x="2318552" y="354014"/>
                  </a:lnTo>
                  <a:lnTo>
                    <a:pt x="2404756" y="377465"/>
                  </a:lnTo>
                  <a:lnTo>
                    <a:pt x="2484237" y="403363"/>
                  </a:lnTo>
                  <a:lnTo>
                    <a:pt x="2557105" y="431970"/>
                  </a:lnTo>
                  <a:lnTo>
                    <a:pt x="2623797" y="463623"/>
                  </a:lnTo>
                  <a:lnTo>
                    <a:pt x="2684959" y="498721"/>
                  </a:lnTo>
                  <a:lnTo>
                    <a:pt x="2741342" y="537709"/>
                  </a:lnTo>
                  <a:lnTo>
                    <a:pt x="2793740" y="581036"/>
                  </a:lnTo>
                  <a:lnTo>
                    <a:pt x="2842933" y="629102"/>
                  </a:lnTo>
                  <a:lnTo>
                    <a:pt x="2889641" y="682156"/>
                  </a:lnTo>
                  <a:lnTo>
                    <a:pt x="2896531" y="690618"/>
                  </a:lnTo>
                  <a:lnTo>
                    <a:pt x="2934811" y="740662"/>
                  </a:lnTo>
                  <a:lnTo>
                    <a:pt x="2972114" y="794447"/>
                  </a:lnTo>
                  <a:lnTo>
                    <a:pt x="3008711" y="852048"/>
                  </a:lnTo>
                  <a:lnTo>
                    <a:pt x="3044819" y="913480"/>
                  </a:lnTo>
                  <a:lnTo>
                    <a:pt x="3080610" y="978681"/>
                  </a:lnTo>
                  <a:lnTo>
                    <a:pt x="3116219" y="1047518"/>
                  </a:lnTo>
                  <a:lnTo>
                    <a:pt x="3151744" y="1119774"/>
                  </a:lnTo>
                  <a:lnTo>
                    <a:pt x="3187256" y="1195150"/>
                  </a:lnTo>
                  <a:lnTo>
                    <a:pt x="3222798" y="1273266"/>
                  </a:lnTo>
                  <a:lnTo>
                    <a:pt x="3258390" y="1353670"/>
                  </a:lnTo>
                  <a:lnTo>
                    <a:pt x="3294037" y="1435841"/>
                  </a:lnTo>
                  <a:lnTo>
                    <a:pt x="3329727" y="1519206"/>
                  </a:lnTo>
                  <a:lnTo>
                    <a:pt x="3365440" y="1603159"/>
                  </a:lnTo>
                  <a:lnTo>
                    <a:pt x="3401151" y="1687071"/>
                  </a:lnTo>
                  <a:lnTo>
                    <a:pt x="3436837" y="1770318"/>
                  </a:lnTo>
                  <a:lnTo>
                    <a:pt x="3472477" y="1852295"/>
                  </a:lnTo>
                  <a:lnTo>
                    <a:pt x="3508062" y="1932435"/>
                  </a:lnTo>
                  <a:lnTo>
                    <a:pt x="3543598" y="2010228"/>
                  </a:lnTo>
                  <a:lnTo>
                    <a:pt x="3579109" y="2085227"/>
                  </a:lnTo>
                  <a:lnTo>
                    <a:pt x="3614640" y="2157063"/>
                  </a:lnTo>
                  <a:lnTo>
                    <a:pt x="3650266" y="2225448"/>
                  </a:lnTo>
                  <a:lnTo>
                    <a:pt x="3686090" y="2290177"/>
                  </a:lnTo>
                  <a:lnTo>
                    <a:pt x="3722249" y="2351123"/>
                  </a:lnTo>
                  <a:lnTo>
                    <a:pt x="3758923" y="2408238"/>
                  </a:lnTo>
                  <a:lnTo>
                    <a:pt x="3796333" y="2461542"/>
                  </a:lnTo>
                  <a:lnTo>
                    <a:pt x="3829811" y="2505023"/>
                  </a:lnTo>
                  <a:lnTo>
                    <a:pt x="3876200" y="2558837"/>
                  </a:lnTo>
                  <a:lnTo>
                    <a:pt x="3924973" y="2607647"/>
                  </a:lnTo>
                  <a:lnTo>
                    <a:pt x="3976837" y="2651668"/>
                  </a:lnTo>
                  <a:lnTo>
                    <a:pt x="4032566" y="2691283"/>
                  </a:lnTo>
                  <a:lnTo>
                    <a:pt x="4092955" y="2726940"/>
                  </a:lnTo>
                  <a:lnTo>
                    <a:pt x="4158766" y="2759088"/>
                  </a:lnTo>
                  <a:lnTo>
                    <a:pt x="4230665" y="2788132"/>
                  </a:lnTo>
                  <a:lnTo>
                    <a:pt x="4309128" y="2814422"/>
                  </a:lnTo>
                  <a:lnTo>
                    <a:pt x="4394326" y="2838229"/>
                  </a:lnTo>
                  <a:lnTo>
                    <a:pt x="4485966" y="2859748"/>
                  </a:lnTo>
                  <a:lnTo>
                    <a:pt x="4583126" y="2879094"/>
                  </a:lnTo>
                  <a:lnTo>
                    <a:pt x="4684096" y="2896308"/>
                  </a:lnTo>
                  <a:lnTo>
                    <a:pt x="4786284" y="2911375"/>
                  </a:lnTo>
                  <a:lnTo>
                    <a:pt x="4886265" y="2924248"/>
                  </a:lnTo>
                  <a:lnTo>
                    <a:pt x="4980032" y="2934886"/>
                  </a:lnTo>
                  <a:lnTo>
                    <a:pt x="5063477" y="2943295"/>
                  </a:lnTo>
                  <a:lnTo>
                    <a:pt x="5133046" y="2949566"/>
                  </a:lnTo>
                  <a:lnTo>
                    <a:pt x="5186413" y="2953892"/>
                  </a:lnTo>
                  <a:lnTo>
                    <a:pt x="5222998" y="2956573"/>
                  </a:lnTo>
                  <a:lnTo>
                    <a:pt x="5244182" y="2957981"/>
                  </a:lnTo>
                  <a:lnTo>
                    <a:pt x="5253210" y="2958528"/>
                  </a:lnTo>
                  <a:lnTo>
                    <a:pt x="5254955" y="2958625"/>
                  </a:lnTo>
                  <a:lnTo>
                    <a:pt x="6726343" y="2958625"/>
                  </a:lnTo>
                  <a:lnTo>
                    <a:pt x="6727482" y="2958557"/>
                  </a:lnTo>
                  <a:lnTo>
                    <a:pt x="6734972" y="2958072"/>
                  </a:lnTo>
                  <a:lnTo>
                    <a:pt x="6753854" y="2956732"/>
                  </a:lnTo>
                  <a:lnTo>
                    <a:pt x="6787611" y="2954095"/>
                  </a:lnTo>
                  <a:lnTo>
                    <a:pt x="6837924" y="2949749"/>
                  </a:lnTo>
                  <a:lnTo>
                    <a:pt x="6904543" y="2943361"/>
                  </a:lnTo>
                  <a:lnTo>
                    <a:pt x="6985439" y="2934700"/>
                  </a:lnTo>
                  <a:lnTo>
                    <a:pt x="7077267" y="2923653"/>
                  </a:lnTo>
                  <a:lnTo>
                    <a:pt x="7176016" y="2910197"/>
                  </a:lnTo>
                  <a:lnTo>
                    <a:pt x="7277666" y="2894373"/>
                  </a:lnTo>
                  <a:lnTo>
                    <a:pt x="7378696" y="2876230"/>
                  </a:lnTo>
                  <a:lnTo>
                    <a:pt x="7476379" y="2855796"/>
                  </a:lnTo>
                  <a:lnTo>
                    <a:pt x="7568857" y="2833040"/>
                  </a:lnTo>
                  <a:lnTo>
                    <a:pt x="7655073" y="2807855"/>
                  </a:lnTo>
                  <a:lnTo>
                    <a:pt x="7734625" y="2780051"/>
                  </a:lnTo>
                  <a:lnTo>
                    <a:pt x="7807599" y="2749353"/>
                  </a:lnTo>
                  <a:lnTo>
                    <a:pt x="7874412" y="2715405"/>
                  </a:lnTo>
                  <a:lnTo>
                    <a:pt x="7935690" y="2677782"/>
                  </a:lnTo>
                  <a:lnTo>
                    <a:pt x="7992173" y="2636012"/>
                  </a:lnTo>
                  <a:lnTo>
                    <a:pt x="8044642" y="2589610"/>
                  </a:lnTo>
                  <a:lnTo>
                    <a:pt x="8093872" y="2538142"/>
                  </a:lnTo>
                  <a:lnTo>
                    <a:pt x="8140580" y="2481323"/>
                  </a:lnTo>
                  <a:lnTo>
                    <a:pt x="8151487" y="2466883"/>
                  </a:lnTo>
                  <a:lnTo>
                    <a:pt x="8188561" y="2414425"/>
                  </a:lnTo>
                  <a:lnTo>
                    <a:pt x="8224712" y="2358170"/>
                  </a:lnTo>
                  <a:lnTo>
                    <a:pt x="8260186" y="2298039"/>
                  </a:lnTo>
                  <a:lnTo>
                    <a:pt x="8295184" y="2234016"/>
                  </a:lnTo>
                  <a:lnTo>
                    <a:pt x="8329868" y="2166150"/>
                  </a:lnTo>
                  <a:lnTo>
                    <a:pt x="8364363" y="2094562"/>
                  </a:lnTo>
                  <a:lnTo>
                    <a:pt x="8398765" y="2019452"/>
                  </a:lnTo>
                  <a:lnTo>
                    <a:pt x="8433141" y="1941097"/>
                  </a:lnTo>
                  <a:lnTo>
                    <a:pt x="8467537" y="1859851"/>
                  </a:lnTo>
                  <a:lnTo>
                    <a:pt x="8501977" y="1776141"/>
                  </a:lnTo>
                  <a:lnTo>
                    <a:pt x="8536469" y="1690460"/>
                  </a:lnTo>
                  <a:lnTo>
                    <a:pt x="8571006" y="1603356"/>
                  </a:lnTo>
                  <a:lnTo>
                    <a:pt x="8605573" y="1515416"/>
                  </a:lnTo>
                  <a:lnTo>
                    <a:pt x="8640148" y="1427251"/>
                  </a:lnTo>
                  <a:lnTo>
                    <a:pt x="8674709" y="1339480"/>
                  </a:lnTo>
                  <a:lnTo>
                    <a:pt x="8709235" y="1252709"/>
                  </a:lnTo>
                  <a:lnTo>
                    <a:pt x="8743712" y="1167515"/>
                  </a:lnTo>
                  <a:lnTo>
                    <a:pt x="8778139" y="1084434"/>
                  </a:lnTo>
                  <a:lnTo>
                    <a:pt x="8812526" y="1003940"/>
                  </a:lnTo>
                  <a:lnTo>
                    <a:pt x="8846904" y="926441"/>
                  </a:lnTo>
                  <a:lnTo>
                    <a:pt x="8881324" y="852272"/>
                  </a:lnTo>
                  <a:lnTo>
                    <a:pt x="8915860" y="781687"/>
                  </a:lnTo>
                  <a:lnTo>
                    <a:pt x="8950616" y="714864"/>
                  </a:lnTo>
                  <a:lnTo>
                    <a:pt x="8985727" y="651905"/>
                  </a:lnTo>
                  <a:lnTo>
                    <a:pt x="9021364" y="592840"/>
                  </a:lnTo>
                  <a:lnTo>
                    <a:pt x="9057741" y="537634"/>
                  </a:lnTo>
                  <a:lnTo>
                    <a:pt x="9084767" y="499915"/>
                  </a:lnTo>
                  <a:lnTo>
                    <a:pt x="9130966" y="441799"/>
                  </a:lnTo>
                  <a:lnTo>
                    <a:pt x="9179528" y="389064"/>
                  </a:lnTo>
                  <a:lnTo>
                    <a:pt x="9231151" y="341482"/>
                  </a:lnTo>
                  <a:lnTo>
                    <a:pt x="9286598" y="298644"/>
                  </a:lnTo>
                  <a:lnTo>
                    <a:pt x="9346655" y="260070"/>
                  </a:lnTo>
                  <a:lnTo>
                    <a:pt x="9412077" y="225281"/>
                  </a:lnTo>
                  <a:lnTo>
                    <a:pt x="9483525" y="193838"/>
                  </a:lnTo>
                  <a:lnTo>
                    <a:pt x="9561475" y="165368"/>
                  </a:lnTo>
                  <a:lnTo>
                    <a:pt x="9646108" y="139575"/>
                  </a:lnTo>
                  <a:lnTo>
                    <a:pt x="9737151" y="116248"/>
                  </a:lnTo>
                  <a:lnTo>
                    <a:pt x="9833722" y="95262"/>
                  </a:lnTo>
                  <a:lnTo>
                    <a:pt x="9934166" y="76570"/>
                  </a:lnTo>
                  <a:lnTo>
                    <a:pt x="10035961" y="60184"/>
                  </a:lnTo>
                  <a:lnTo>
                    <a:pt x="10135761" y="46155"/>
                  </a:lnTo>
                  <a:lnTo>
                    <a:pt x="10229627" y="34529"/>
                  </a:lnTo>
                  <a:lnTo>
                    <a:pt x="10313488" y="25302"/>
                  </a:lnTo>
                  <a:lnTo>
                    <a:pt x="10383778" y="18385"/>
                  </a:lnTo>
                  <a:lnTo>
                    <a:pt x="10438099" y="13576"/>
                  </a:lnTo>
                  <a:lnTo>
                    <a:pt x="10475749" y="10563"/>
                  </a:lnTo>
                  <a:lnTo>
                    <a:pt x="10497947" y="8952"/>
                  </a:lnTo>
                  <a:lnTo>
                    <a:pt x="10507766" y="8303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8771" y="67"/>
                  </a:lnTo>
                  <a:lnTo>
                    <a:pt x="10501281" y="552"/>
                  </a:lnTo>
                  <a:lnTo>
                    <a:pt x="10482399" y="1892"/>
                  </a:lnTo>
                  <a:lnTo>
                    <a:pt x="10448642" y="4530"/>
                  </a:lnTo>
                  <a:lnTo>
                    <a:pt x="10398329" y="8875"/>
                  </a:lnTo>
                  <a:lnTo>
                    <a:pt x="10331711" y="15264"/>
                  </a:lnTo>
                  <a:lnTo>
                    <a:pt x="10250815" y="23924"/>
                  </a:lnTo>
                  <a:lnTo>
                    <a:pt x="10158986" y="34972"/>
                  </a:lnTo>
                  <a:lnTo>
                    <a:pt x="10060237" y="48427"/>
                  </a:lnTo>
                  <a:lnTo>
                    <a:pt x="9958588" y="64252"/>
                  </a:lnTo>
                  <a:lnTo>
                    <a:pt x="9857557" y="82394"/>
                  </a:lnTo>
                  <a:lnTo>
                    <a:pt x="9759874" y="102828"/>
                  </a:lnTo>
                  <a:lnTo>
                    <a:pt x="9667396" y="125584"/>
                  </a:lnTo>
                  <a:lnTo>
                    <a:pt x="9581180" y="150769"/>
                  </a:lnTo>
                  <a:lnTo>
                    <a:pt x="9501628" y="178573"/>
                  </a:lnTo>
                  <a:lnTo>
                    <a:pt x="9428654" y="209271"/>
                  </a:lnTo>
                  <a:lnTo>
                    <a:pt x="9361841" y="243220"/>
                  </a:lnTo>
                  <a:lnTo>
                    <a:pt x="9300563" y="280842"/>
                  </a:lnTo>
                  <a:lnTo>
                    <a:pt x="9244080" y="322612"/>
                  </a:lnTo>
                  <a:lnTo>
                    <a:pt x="9191611" y="369014"/>
                  </a:lnTo>
                  <a:lnTo>
                    <a:pt x="9142382" y="420482"/>
                  </a:lnTo>
                  <a:lnTo>
                    <a:pt x="9095673" y="477301"/>
                  </a:lnTo>
                  <a:lnTo>
                    <a:pt x="9084767" y="491742"/>
                  </a:lnTo>
                  <a:lnTo>
                    <a:pt x="9047692" y="544199"/>
                  </a:lnTo>
                  <a:lnTo>
                    <a:pt x="9011542" y="600455"/>
                  </a:lnTo>
                  <a:lnTo>
                    <a:pt x="8976068" y="660585"/>
                  </a:lnTo>
                  <a:lnTo>
                    <a:pt x="8941069" y="724609"/>
                  </a:lnTo>
                  <a:lnTo>
                    <a:pt x="8906385" y="792475"/>
                  </a:lnTo>
                  <a:lnTo>
                    <a:pt x="8871890" y="864062"/>
                  </a:lnTo>
                  <a:lnTo>
                    <a:pt x="8837489" y="939172"/>
                  </a:lnTo>
                  <a:lnTo>
                    <a:pt x="8803112" y="1017527"/>
                  </a:lnTo>
                  <a:lnTo>
                    <a:pt x="8768716" y="1098774"/>
                  </a:lnTo>
                  <a:lnTo>
                    <a:pt x="8734276" y="1182483"/>
                  </a:lnTo>
                  <a:lnTo>
                    <a:pt x="8699784" y="1268164"/>
                  </a:lnTo>
                  <a:lnTo>
                    <a:pt x="8665247" y="1355268"/>
                  </a:lnTo>
                  <a:lnTo>
                    <a:pt x="8630680" y="1443208"/>
                  </a:lnTo>
                  <a:lnTo>
                    <a:pt x="8596105" y="1531373"/>
                  </a:lnTo>
                  <a:lnTo>
                    <a:pt x="8561544" y="1619145"/>
                  </a:lnTo>
                  <a:lnTo>
                    <a:pt x="8527019" y="1705916"/>
                  </a:lnTo>
                  <a:lnTo>
                    <a:pt x="8492541" y="1791109"/>
                  </a:lnTo>
                  <a:lnTo>
                    <a:pt x="8458114" y="1874191"/>
                  </a:lnTo>
                  <a:lnTo>
                    <a:pt x="8423727" y="1954685"/>
                  </a:lnTo>
                  <a:lnTo>
                    <a:pt x="8389349" y="2032183"/>
                  </a:lnTo>
                  <a:lnTo>
                    <a:pt x="8354930" y="2106353"/>
                  </a:lnTo>
                  <a:lnTo>
                    <a:pt x="8320394" y="2176938"/>
                  </a:lnTo>
                  <a:lnTo>
                    <a:pt x="8285637" y="2243760"/>
                  </a:lnTo>
                  <a:lnTo>
                    <a:pt x="8250526" y="2306720"/>
                  </a:lnTo>
                  <a:lnTo>
                    <a:pt x="8214889" y="2365785"/>
                  </a:lnTo>
                  <a:lnTo>
                    <a:pt x="8178512" y="2420990"/>
                  </a:lnTo>
                  <a:lnTo>
                    <a:pt x="8151487" y="2458710"/>
                  </a:lnTo>
                  <a:lnTo>
                    <a:pt x="8105287" y="2516826"/>
                  </a:lnTo>
                  <a:lnTo>
                    <a:pt x="8056725" y="2569561"/>
                  </a:lnTo>
                  <a:lnTo>
                    <a:pt x="8005102" y="2617142"/>
                  </a:lnTo>
                  <a:lnTo>
                    <a:pt x="7949655" y="2659980"/>
                  </a:lnTo>
                  <a:lnTo>
                    <a:pt x="7889598" y="2698554"/>
                  </a:lnTo>
                  <a:lnTo>
                    <a:pt x="7824176" y="2733343"/>
                  </a:lnTo>
                  <a:lnTo>
                    <a:pt x="7752729" y="2764786"/>
                  </a:lnTo>
                  <a:lnTo>
                    <a:pt x="7674778" y="2793257"/>
                  </a:lnTo>
                  <a:lnTo>
                    <a:pt x="7590146" y="2819050"/>
                  </a:lnTo>
                  <a:lnTo>
                    <a:pt x="7499102" y="2842376"/>
                  </a:lnTo>
                  <a:lnTo>
                    <a:pt x="7402531" y="2863362"/>
                  </a:lnTo>
                  <a:lnTo>
                    <a:pt x="7302088" y="2882055"/>
                  </a:lnTo>
                  <a:lnTo>
                    <a:pt x="7200293" y="2898440"/>
                  </a:lnTo>
                  <a:lnTo>
                    <a:pt x="7100493" y="2912469"/>
                  </a:lnTo>
                  <a:lnTo>
                    <a:pt x="7006627" y="2924096"/>
                  </a:lnTo>
                  <a:lnTo>
                    <a:pt x="6922765" y="2933322"/>
                  </a:lnTo>
                  <a:lnTo>
                    <a:pt x="6852476" y="2940240"/>
                  </a:lnTo>
                  <a:lnTo>
                    <a:pt x="6798154" y="2945048"/>
                  </a:lnTo>
                  <a:lnTo>
                    <a:pt x="6760504" y="2948061"/>
                  </a:lnTo>
                  <a:lnTo>
                    <a:pt x="6738306" y="2949672"/>
                  </a:lnTo>
                  <a:lnTo>
                    <a:pt x="6728487" y="2950322"/>
                  </a:lnTo>
                  <a:lnTo>
                    <a:pt x="6726343" y="2950452"/>
                  </a:lnTo>
                  <a:lnTo>
                    <a:pt x="5254955" y="2950452"/>
                  </a:lnTo>
                  <a:lnTo>
                    <a:pt x="5253802" y="2950388"/>
                  </a:lnTo>
                  <a:lnTo>
                    <a:pt x="5246225" y="2949936"/>
                  </a:lnTo>
                  <a:lnTo>
                    <a:pt x="5227132" y="2948685"/>
                  </a:lnTo>
                  <a:lnTo>
                    <a:pt x="5193013" y="2946222"/>
                  </a:lnTo>
                  <a:lnTo>
                    <a:pt x="5142195" y="2942166"/>
                  </a:lnTo>
                  <a:lnTo>
                    <a:pt x="5074967" y="2936205"/>
                  </a:lnTo>
                  <a:lnTo>
                    <a:pt x="4993415" y="2928128"/>
                  </a:lnTo>
                  <a:lnTo>
                    <a:pt x="4900952" y="2917829"/>
                  </a:lnTo>
                  <a:lnTo>
                    <a:pt x="4801644" y="2905292"/>
                  </a:lnTo>
                  <a:lnTo>
                    <a:pt x="4699552" y="2890554"/>
                  </a:lnTo>
                  <a:lnTo>
                    <a:pt x="4598210" y="2873662"/>
                  </a:lnTo>
                  <a:lnTo>
                    <a:pt x="4500343" y="2854639"/>
                  </a:lnTo>
                  <a:lnTo>
                    <a:pt x="4407790" y="2833454"/>
                  </a:lnTo>
                  <a:lnTo>
                    <a:pt x="4321586" y="2810004"/>
                  </a:lnTo>
                  <a:lnTo>
                    <a:pt x="4242105" y="2784106"/>
                  </a:lnTo>
                  <a:lnTo>
                    <a:pt x="4169238" y="2755498"/>
                  </a:lnTo>
                  <a:lnTo>
                    <a:pt x="4102545" y="2723845"/>
                  </a:lnTo>
                  <a:lnTo>
                    <a:pt x="4041383" y="2688747"/>
                  </a:lnTo>
                  <a:lnTo>
                    <a:pt x="3985000" y="2649760"/>
                  </a:lnTo>
                  <a:lnTo>
                    <a:pt x="3932602" y="2606432"/>
                  </a:lnTo>
                  <a:lnTo>
                    <a:pt x="3883409" y="2558366"/>
                  </a:lnTo>
                  <a:lnTo>
                    <a:pt x="3836701" y="2505313"/>
                  </a:lnTo>
                  <a:lnTo>
                    <a:pt x="3829811" y="2496850"/>
                  </a:lnTo>
                  <a:lnTo>
                    <a:pt x="3791531" y="2446807"/>
                  </a:lnTo>
                  <a:lnTo>
                    <a:pt x="3754228" y="2393022"/>
                  </a:lnTo>
                  <a:lnTo>
                    <a:pt x="3717632" y="2335420"/>
                  </a:lnTo>
                  <a:lnTo>
                    <a:pt x="3681524" y="2273989"/>
                  </a:lnTo>
                  <a:lnTo>
                    <a:pt x="3645732" y="2208787"/>
                  </a:lnTo>
                  <a:lnTo>
                    <a:pt x="3610123" y="2139950"/>
                  </a:lnTo>
                  <a:lnTo>
                    <a:pt x="3574598" y="2067694"/>
                  </a:lnTo>
                  <a:lnTo>
                    <a:pt x="3539086" y="1992319"/>
                  </a:lnTo>
                  <a:lnTo>
                    <a:pt x="3503545" y="1914202"/>
                  </a:lnTo>
                  <a:lnTo>
                    <a:pt x="3467952" y="1833798"/>
                  </a:lnTo>
                  <a:lnTo>
                    <a:pt x="3432306" y="1751628"/>
                  </a:lnTo>
                  <a:lnTo>
                    <a:pt x="3396616" y="1668262"/>
                  </a:lnTo>
                  <a:lnTo>
                    <a:pt x="3360902" y="1584310"/>
                  </a:lnTo>
                  <a:lnTo>
                    <a:pt x="3325191" y="1500397"/>
                  </a:lnTo>
                  <a:lnTo>
                    <a:pt x="3289505" y="1417150"/>
                  </a:lnTo>
                  <a:lnTo>
                    <a:pt x="3253865" y="1335173"/>
                  </a:lnTo>
                  <a:lnTo>
                    <a:pt x="3218280" y="1255033"/>
                  </a:lnTo>
                  <a:lnTo>
                    <a:pt x="3182744" y="1177241"/>
                  </a:lnTo>
                  <a:lnTo>
                    <a:pt x="3147233" y="1102242"/>
                  </a:lnTo>
                  <a:lnTo>
                    <a:pt x="3111702" y="1030405"/>
                  </a:lnTo>
                  <a:lnTo>
                    <a:pt x="3076076" y="962020"/>
                  </a:lnTo>
                  <a:lnTo>
                    <a:pt x="3040252" y="897292"/>
                  </a:lnTo>
                  <a:lnTo>
                    <a:pt x="3004093" y="836345"/>
                  </a:lnTo>
                  <a:lnTo>
                    <a:pt x="2967419" y="779230"/>
                  </a:lnTo>
                  <a:lnTo>
                    <a:pt x="2930009" y="725926"/>
                  </a:lnTo>
                  <a:lnTo>
                    <a:pt x="2896531" y="682445"/>
                  </a:lnTo>
                  <a:lnTo>
                    <a:pt x="2850142" y="628632"/>
                  </a:lnTo>
                  <a:lnTo>
                    <a:pt x="2801369" y="579822"/>
                  </a:lnTo>
                  <a:lnTo>
                    <a:pt x="2749505" y="535801"/>
                  </a:lnTo>
                  <a:lnTo>
                    <a:pt x="2693776" y="496185"/>
                  </a:lnTo>
                  <a:lnTo>
                    <a:pt x="2633387" y="460528"/>
                  </a:lnTo>
                  <a:lnTo>
                    <a:pt x="2567576" y="428381"/>
                  </a:lnTo>
                  <a:lnTo>
                    <a:pt x="2495677" y="399336"/>
                  </a:lnTo>
                  <a:lnTo>
                    <a:pt x="2417214" y="373047"/>
                  </a:lnTo>
                  <a:lnTo>
                    <a:pt x="2332016" y="349240"/>
                  </a:lnTo>
                  <a:lnTo>
                    <a:pt x="2240376" y="327720"/>
                  </a:lnTo>
                  <a:lnTo>
                    <a:pt x="2143216" y="308374"/>
                  </a:lnTo>
                  <a:lnTo>
                    <a:pt x="2042246" y="291160"/>
                  </a:lnTo>
                  <a:lnTo>
                    <a:pt x="1940058" y="276093"/>
                  </a:lnTo>
                  <a:lnTo>
                    <a:pt x="1840077" y="263220"/>
                  </a:lnTo>
                  <a:lnTo>
                    <a:pt x="1746310" y="252582"/>
                  </a:lnTo>
                  <a:lnTo>
                    <a:pt x="1662865" y="244173"/>
                  </a:lnTo>
                  <a:lnTo>
                    <a:pt x="1593296" y="237903"/>
                  </a:lnTo>
                  <a:lnTo>
                    <a:pt x="1539929" y="233576"/>
                  </a:lnTo>
                  <a:lnTo>
                    <a:pt x="1503344" y="230895"/>
                  </a:lnTo>
                  <a:lnTo>
                    <a:pt x="1482161" y="229487"/>
                  </a:lnTo>
                  <a:lnTo>
                    <a:pt x="1473132" y="228941"/>
                  </a:lnTo>
                  <a:lnTo>
                    <a:pt x="1471387" y="228843"/>
                  </a:lnTo>
                  <a:lnTo>
                    <a:pt x="0" y="228843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639" name="pl639"/>
            <p:cNvSpPr/>
            <p:nvPr/>
          </p:nvSpPr>
          <p:spPr>
            <a:xfrm>
              <a:off x="4799595" y="5086019"/>
              <a:ext cx="11981298" cy="2950452"/>
            </a:xfrm>
            <a:custGeom>
              <a:avLst/>
              <a:pathLst>
                <a:path w="11981298" h="2950452">
                  <a:moveTo>
                    <a:pt x="0" y="228843"/>
                  </a:moveTo>
                  <a:lnTo>
                    <a:pt x="1471387" y="228843"/>
                  </a:lnTo>
                  <a:lnTo>
                    <a:pt x="1472540" y="228907"/>
                  </a:lnTo>
                  <a:lnTo>
                    <a:pt x="1480117" y="229360"/>
                  </a:lnTo>
                  <a:lnTo>
                    <a:pt x="1499210" y="230611"/>
                  </a:lnTo>
                  <a:lnTo>
                    <a:pt x="1533329" y="233073"/>
                  </a:lnTo>
                  <a:lnTo>
                    <a:pt x="1584147" y="237130"/>
                  </a:lnTo>
                  <a:lnTo>
                    <a:pt x="1651375" y="243091"/>
                  </a:lnTo>
                  <a:lnTo>
                    <a:pt x="1732927" y="251168"/>
                  </a:lnTo>
                  <a:lnTo>
                    <a:pt x="1825391" y="261467"/>
                  </a:lnTo>
                  <a:lnTo>
                    <a:pt x="1924698" y="274003"/>
                  </a:lnTo>
                  <a:lnTo>
                    <a:pt x="2026790" y="288742"/>
                  </a:lnTo>
                  <a:lnTo>
                    <a:pt x="2128132" y="305633"/>
                  </a:lnTo>
                  <a:lnTo>
                    <a:pt x="2225999" y="324656"/>
                  </a:lnTo>
                  <a:lnTo>
                    <a:pt x="2318552" y="345841"/>
                  </a:lnTo>
                  <a:lnTo>
                    <a:pt x="2404756" y="369292"/>
                  </a:lnTo>
                  <a:lnTo>
                    <a:pt x="2484237" y="395190"/>
                  </a:lnTo>
                  <a:lnTo>
                    <a:pt x="2557105" y="423797"/>
                  </a:lnTo>
                  <a:lnTo>
                    <a:pt x="2623797" y="455450"/>
                  </a:lnTo>
                  <a:lnTo>
                    <a:pt x="2684959" y="490548"/>
                  </a:lnTo>
                  <a:lnTo>
                    <a:pt x="2741342" y="529536"/>
                  </a:lnTo>
                  <a:lnTo>
                    <a:pt x="2793740" y="572863"/>
                  </a:lnTo>
                  <a:lnTo>
                    <a:pt x="2842933" y="620929"/>
                  </a:lnTo>
                  <a:lnTo>
                    <a:pt x="2889641" y="673983"/>
                  </a:lnTo>
                  <a:lnTo>
                    <a:pt x="2896531" y="682445"/>
                  </a:lnTo>
                  <a:lnTo>
                    <a:pt x="2934811" y="732489"/>
                  </a:lnTo>
                  <a:lnTo>
                    <a:pt x="2972114" y="786274"/>
                  </a:lnTo>
                  <a:lnTo>
                    <a:pt x="3008711" y="843875"/>
                  </a:lnTo>
                  <a:lnTo>
                    <a:pt x="3044819" y="905307"/>
                  </a:lnTo>
                  <a:lnTo>
                    <a:pt x="3080610" y="970508"/>
                  </a:lnTo>
                  <a:lnTo>
                    <a:pt x="3116219" y="1039345"/>
                  </a:lnTo>
                  <a:lnTo>
                    <a:pt x="3151744" y="1111601"/>
                  </a:lnTo>
                  <a:lnTo>
                    <a:pt x="3187256" y="1186977"/>
                  </a:lnTo>
                  <a:lnTo>
                    <a:pt x="3222798" y="1265093"/>
                  </a:lnTo>
                  <a:lnTo>
                    <a:pt x="3258390" y="1345497"/>
                  </a:lnTo>
                  <a:lnTo>
                    <a:pt x="3294037" y="1427668"/>
                  </a:lnTo>
                  <a:lnTo>
                    <a:pt x="3329727" y="1511033"/>
                  </a:lnTo>
                  <a:lnTo>
                    <a:pt x="3365440" y="1594986"/>
                  </a:lnTo>
                  <a:lnTo>
                    <a:pt x="3401151" y="1678898"/>
                  </a:lnTo>
                  <a:lnTo>
                    <a:pt x="3436837" y="1762145"/>
                  </a:lnTo>
                  <a:lnTo>
                    <a:pt x="3472477" y="1844122"/>
                  </a:lnTo>
                  <a:lnTo>
                    <a:pt x="3508062" y="1924262"/>
                  </a:lnTo>
                  <a:lnTo>
                    <a:pt x="3543598" y="2002055"/>
                  </a:lnTo>
                  <a:lnTo>
                    <a:pt x="3579109" y="2077054"/>
                  </a:lnTo>
                  <a:lnTo>
                    <a:pt x="3614640" y="2148890"/>
                  </a:lnTo>
                  <a:lnTo>
                    <a:pt x="3650266" y="2217275"/>
                  </a:lnTo>
                  <a:lnTo>
                    <a:pt x="3686090" y="2282004"/>
                  </a:lnTo>
                  <a:lnTo>
                    <a:pt x="3722249" y="2342950"/>
                  </a:lnTo>
                  <a:lnTo>
                    <a:pt x="3758923" y="2400065"/>
                  </a:lnTo>
                  <a:lnTo>
                    <a:pt x="3796333" y="2453369"/>
                  </a:lnTo>
                  <a:lnTo>
                    <a:pt x="3829811" y="2496850"/>
                  </a:lnTo>
                  <a:lnTo>
                    <a:pt x="3876200" y="2550664"/>
                  </a:lnTo>
                  <a:lnTo>
                    <a:pt x="3924973" y="2599474"/>
                  </a:lnTo>
                  <a:lnTo>
                    <a:pt x="3976837" y="2643495"/>
                  </a:lnTo>
                  <a:lnTo>
                    <a:pt x="4032566" y="2683110"/>
                  </a:lnTo>
                  <a:lnTo>
                    <a:pt x="4092955" y="2718768"/>
                  </a:lnTo>
                  <a:lnTo>
                    <a:pt x="4158766" y="2750915"/>
                  </a:lnTo>
                  <a:lnTo>
                    <a:pt x="4230665" y="2779959"/>
                  </a:lnTo>
                  <a:lnTo>
                    <a:pt x="4309128" y="2806249"/>
                  </a:lnTo>
                  <a:lnTo>
                    <a:pt x="4394326" y="2830056"/>
                  </a:lnTo>
                  <a:lnTo>
                    <a:pt x="4485966" y="2851575"/>
                  </a:lnTo>
                  <a:lnTo>
                    <a:pt x="4583126" y="2870921"/>
                  </a:lnTo>
                  <a:lnTo>
                    <a:pt x="4684096" y="2888135"/>
                  </a:lnTo>
                  <a:lnTo>
                    <a:pt x="4786284" y="2903202"/>
                  </a:lnTo>
                  <a:lnTo>
                    <a:pt x="4886265" y="2916075"/>
                  </a:lnTo>
                  <a:lnTo>
                    <a:pt x="4980032" y="2926713"/>
                  </a:lnTo>
                  <a:lnTo>
                    <a:pt x="5063477" y="2935122"/>
                  </a:lnTo>
                  <a:lnTo>
                    <a:pt x="5133046" y="2941393"/>
                  </a:lnTo>
                  <a:lnTo>
                    <a:pt x="5186413" y="2945719"/>
                  </a:lnTo>
                  <a:lnTo>
                    <a:pt x="5222998" y="2948400"/>
                  </a:lnTo>
                  <a:lnTo>
                    <a:pt x="5244182" y="2949808"/>
                  </a:lnTo>
                  <a:lnTo>
                    <a:pt x="5253210" y="2950355"/>
                  </a:lnTo>
                  <a:lnTo>
                    <a:pt x="5254951" y="2950452"/>
                  </a:lnTo>
                  <a:lnTo>
                    <a:pt x="5254955" y="2950452"/>
                  </a:lnTo>
                  <a:lnTo>
                    <a:pt x="6726343" y="2950452"/>
                  </a:lnTo>
                  <a:lnTo>
                    <a:pt x="6727482" y="2950384"/>
                  </a:lnTo>
                  <a:lnTo>
                    <a:pt x="6734972" y="2949899"/>
                  </a:lnTo>
                  <a:lnTo>
                    <a:pt x="6753854" y="2948559"/>
                  </a:lnTo>
                  <a:lnTo>
                    <a:pt x="6787611" y="2945922"/>
                  </a:lnTo>
                  <a:lnTo>
                    <a:pt x="6837924" y="2941576"/>
                  </a:lnTo>
                  <a:lnTo>
                    <a:pt x="6904543" y="2935188"/>
                  </a:lnTo>
                  <a:lnTo>
                    <a:pt x="6985439" y="2926527"/>
                  </a:lnTo>
                  <a:lnTo>
                    <a:pt x="7077267" y="2915480"/>
                  </a:lnTo>
                  <a:lnTo>
                    <a:pt x="7176016" y="2902024"/>
                  </a:lnTo>
                  <a:lnTo>
                    <a:pt x="7277666" y="2886200"/>
                  </a:lnTo>
                  <a:lnTo>
                    <a:pt x="7378696" y="2868057"/>
                  </a:lnTo>
                  <a:lnTo>
                    <a:pt x="7476379" y="2847623"/>
                  </a:lnTo>
                  <a:lnTo>
                    <a:pt x="7568857" y="2824867"/>
                  </a:lnTo>
                  <a:lnTo>
                    <a:pt x="7655073" y="2799682"/>
                  </a:lnTo>
                  <a:lnTo>
                    <a:pt x="7734625" y="2771878"/>
                  </a:lnTo>
                  <a:lnTo>
                    <a:pt x="7807599" y="2741180"/>
                  </a:lnTo>
                  <a:lnTo>
                    <a:pt x="7874412" y="2707232"/>
                  </a:lnTo>
                  <a:lnTo>
                    <a:pt x="7935690" y="2669609"/>
                  </a:lnTo>
                  <a:lnTo>
                    <a:pt x="7992173" y="2627839"/>
                  </a:lnTo>
                  <a:lnTo>
                    <a:pt x="8044642" y="2581437"/>
                  </a:lnTo>
                  <a:lnTo>
                    <a:pt x="8093872" y="2529969"/>
                  </a:lnTo>
                  <a:lnTo>
                    <a:pt x="8140580" y="2473150"/>
                  </a:lnTo>
                  <a:lnTo>
                    <a:pt x="8151487" y="2458710"/>
                  </a:lnTo>
                  <a:lnTo>
                    <a:pt x="8188561" y="2406252"/>
                  </a:lnTo>
                  <a:lnTo>
                    <a:pt x="8224712" y="2349997"/>
                  </a:lnTo>
                  <a:lnTo>
                    <a:pt x="8260186" y="2289866"/>
                  </a:lnTo>
                  <a:lnTo>
                    <a:pt x="8295184" y="2225843"/>
                  </a:lnTo>
                  <a:lnTo>
                    <a:pt x="8329868" y="2157977"/>
                  </a:lnTo>
                  <a:lnTo>
                    <a:pt x="8364363" y="2086389"/>
                  </a:lnTo>
                  <a:lnTo>
                    <a:pt x="8398765" y="2011279"/>
                  </a:lnTo>
                  <a:lnTo>
                    <a:pt x="8433141" y="1932924"/>
                  </a:lnTo>
                  <a:lnTo>
                    <a:pt x="8467537" y="1851678"/>
                  </a:lnTo>
                  <a:lnTo>
                    <a:pt x="8501977" y="1767968"/>
                  </a:lnTo>
                  <a:lnTo>
                    <a:pt x="8536469" y="1682287"/>
                  </a:lnTo>
                  <a:lnTo>
                    <a:pt x="8571006" y="1595183"/>
                  </a:lnTo>
                  <a:lnTo>
                    <a:pt x="8605573" y="1507243"/>
                  </a:lnTo>
                  <a:lnTo>
                    <a:pt x="8640148" y="1419078"/>
                  </a:lnTo>
                  <a:lnTo>
                    <a:pt x="8674709" y="1331307"/>
                  </a:lnTo>
                  <a:lnTo>
                    <a:pt x="8709235" y="1244536"/>
                  </a:lnTo>
                  <a:lnTo>
                    <a:pt x="8743712" y="1159342"/>
                  </a:lnTo>
                  <a:lnTo>
                    <a:pt x="8778139" y="1076261"/>
                  </a:lnTo>
                  <a:lnTo>
                    <a:pt x="8812526" y="995767"/>
                  </a:lnTo>
                  <a:lnTo>
                    <a:pt x="8846904" y="918268"/>
                  </a:lnTo>
                  <a:lnTo>
                    <a:pt x="8881324" y="844099"/>
                  </a:lnTo>
                  <a:lnTo>
                    <a:pt x="8915860" y="773514"/>
                  </a:lnTo>
                  <a:lnTo>
                    <a:pt x="8950616" y="706691"/>
                  </a:lnTo>
                  <a:lnTo>
                    <a:pt x="8985727" y="643732"/>
                  </a:lnTo>
                  <a:lnTo>
                    <a:pt x="9021364" y="584667"/>
                  </a:lnTo>
                  <a:lnTo>
                    <a:pt x="9057741" y="529461"/>
                  </a:lnTo>
                  <a:lnTo>
                    <a:pt x="9084767" y="491742"/>
                  </a:lnTo>
                  <a:lnTo>
                    <a:pt x="9130966" y="433626"/>
                  </a:lnTo>
                  <a:lnTo>
                    <a:pt x="9179528" y="380891"/>
                  </a:lnTo>
                  <a:lnTo>
                    <a:pt x="9231151" y="333309"/>
                  </a:lnTo>
                  <a:lnTo>
                    <a:pt x="9286598" y="290471"/>
                  </a:lnTo>
                  <a:lnTo>
                    <a:pt x="9346655" y="251897"/>
                  </a:lnTo>
                  <a:lnTo>
                    <a:pt x="9412077" y="217108"/>
                  </a:lnTo>
                  <a:lnTo>
                    <a:pt x="9483525" y="185665"/>
                  </a:lnTo>
                  <a:lnTo>
                    <a:pt x="9561475" y="157195"/>
                  </a:lnTo>
                  <a:lnTo>
                    <a:pt x="9646108" y="131402"/>
                  </a:lnTo>
                  <a:lnTo>
                    <a:pt x="9737151" y="108075"/>
                  </a:lnTo>
                  <a:lnTo>
                    <a:pt x="9833722" y="87089"/>
                  </a:lnTo>
                  <a:lnTo>
                    <a:pt x="9934166" y="68397"/>
                  </a:lnTo>
                  <a:lnTo>
                    <a:pt x="10035961" y="52011"/>
                  </a:lnTo>
                  <a:lnTo>
                    <a:pt x="10135761" y="37982"/>
                  </a:lnTo>
                  <a:lnTo>
                    <a:pt x="10229627" y="26356"/>
                  </a:lnTo>
                  <a:lnTo>
                    <a:pt x="10313488" y="17129"/>
                  </a:lnTo>
                  <a:lnTo>
                    <a:pt x="10383778" y="10212"/>
                  </a:lnTo>
                  <a:lnTo>
                    <a:pt x="10438099" y="5403"/>
                  </a:lnTo>
                  <a:lnTo>
                    <a:pt x="10475749" y="2390"/>
                  </a:lnTo>
                  <a:lnTo>
                    <a:pt x="10497947" y="779"/>
                  </a:lnTo>
                  <a:lnTo>
                    <a:pt x="10507766" y="130"/>
                  </a:lnTo>
                  <a:lnTo>
                    <a:pt x="10509894" y="0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40" name="pl640"/>
            <p:cNvSpPr/>
            <p:nvPr/>
          </p:nvSpPr>
          <p:spPr>
            <a:xfrm>
              <a:off x="4799595" y="5077846"/>
              <a:ext cx="11981298" cy="2950452"/>
            </a:xfrm>
            <a:custGeom>
              <a:avLst/>
              <a:pathLst>
                <a:path w="11981298" h="2950452">
                  <a:moveTo>
                    <a:pt x="11981298" y="0"/>
                  </a:moveTo>
                  <a:lnTo>
                    <a:pt x="10509911" y="0"/>
                  </a:lnTo>
                  <a:lnTo>
                    <a:pt x="10508771" y="67"/>
                  </a:lnTo>
                  <a:lnTo>
                    <a:pt x="10501281" y="552"/>
                  </a:lnTo>
                  <a:lnTo>
                    <a:pt x="10482399" y="1892"/>
                  </a:lnTo>
                  <a:lnTo>
                    <a:pt x="10448642" y="4530"/>
                  </a:lnTo>
                  <a:lnTo>
                    <a:pt x="10398329" y="8875"/>
                  </a:lnTo>
                  <a:lnTo>
                    <a:pt x="10331711" y="15264"/>
                  </a:lnTo>
                  <a:lnTo>
                    <a:pt x="10250815" y="23924"/>
                  </a:lnTo>
                  <a:lnTo>
                    <a:pt x="10158986" y="34972"/>
                  </a:lnTo>
                  <a:lnTo>
                    <a:pt x="10060237" y="48427"/>
                  </a:lnTo>
                  <a:lnTo>
                    <a:pt x="9958588" y="64252"/>
                  </a:lnTo>
                  <a:lnTo>
                    <a:pt x="9857557" y="82394"/>
                  </a:lnTo>
                  <a:lnTo>
                    <a:pt x="9759874" y="102828"/>
                  </a:lnTo>
                  <a:lnTo>
                    <a:pt x="9667396" y="125584"/>
                  </a:lnTo>
                  <a:lnTo>
                    <a:pt x="9581180" y="150769"/>
                  </a:lnTo>
                  <a:lnTo>
                    <a:pt x="9501628" y="178573"/>
                  </a:lnTo>
                  <a:lnTo>
                    <a:pt x="9428654" y="209271"/>
                  </a:lnTo>
                  <a:lnTo>
                    <a:pt x="9361841" y="243220"/>
                  </a:lnTo>
                  <a:lnTo>
                    <a:pt x="9300563" y="280842"/>
                  </a:lnTo>
                  <a:lnTo>
                    <a:pt x="9244080" y="322612"/>
                  </a:lnTo>
                  <a:lnTo>
                    <a:pt x="9191611" y="369014"/>
                  </a:lnTo>
                  <a:lnTo>
                    <a:pt x="9142382" y="420482"/>
                  </a:lnTo>
                  <a:lnTo>
                    <a:pt x="9095673" y="477301"/>
                  </a:lnTo>
                  <a:lnTo>
                    <a:pt x="9084767" y="491742"/>
                  </a:lnTo>
                  <a:lnTo>
                    <a:pt x="9047692" y="544199"/>
                  </a:lnTo>
                  <a:lnTo>
                    <a:pt x="9011542" y="600455"/>
                  </a:lnTo>
                  <a:lnTo>
                    <a:pt x="8976068" y="660585"/>
                  </a:lnTo>
                  <a:lnTo>
                    <a:pt x="8941069" y="724609"/>
                  </a:lnTo>
                  <a:lnTo>
                    <a:pt x="8906385" y="792475"/>
                  </a:lnTo>
                  <a:lnTo>
                    <a:pt x="8871890" y="864062"/>
                  </a:lnTo>
                  <a:lnTo>
                    <a:pt x="8837489" y="939172"/>
                  </a:lnTo>
                  <a:lnTo>
                    <a:pt x="8803112" y="1017527"/>
                  </a:lnTo>
                  <a:lnTo>
                    <a:pt x="8768716" y="1098774"/>
                  </a:lnTo>
                  <a:lnTo>
                    <a:pt x="8734276" y="1182483"/>
                  </a:lnTo>
                  <a:lnTo>
                    <a:pt x="8699784" y="1268164"/>
                  </a:lnTo>
                  <a:lnTo>
                    <a:pt x="8665247" y="1355268"/>
                  </a:lnTo>
                  <a:lnTo>
                    <a:pt x="8630680" y="1443208"/>
                  </a:lnTo>
                  <a:lnTo>
                    <a:pt x="8596105" y="1531373"/>
                  </a:lnTo>
                  <a:lnTo>
                    <a:pt x="8561544" y="1619145"/>
                  </a:lnTo>
                  <a:lnTo>
                    <a:pt x="8527019" y="1705916"/>
                  </a:lnTo>
                  <a:lnTo>
                    <a:pt x="8492541" y="1791109"/>
                  </a:lnTo>
                  <a:lnTo>
                    <a:pt x="8458114" y="1874191"/>
                  </a:lnTo>
                  <a:lnTo>
                    <a:pt x="8423727" y="1954685"/>
                  </a:lnTo>
                  <a:lnTo>
                    <a:pt x="8389349" y="2032183"/>
                  </a:lnTo>
                  <a:lnTo>
                    <a:pt x="8354930" y="2106353"/>
                  </a:lnTo>
                  <a:lnTo>
                    <a:pt x="8320394" y="2176938"/>
                  </a:lnTo>
                  <a:lnTo>
                    <a:pt x="8285637" y="2243760"/>
                  </a:lnTo>
                  <a:lnTo>
                    <a:pt x="8250526" y="2306720"/>
                  </a:lnTo>
                  <a:lnTo>
                    <a:pt x="8214889" y="2365785"/>
                  </a:lnTo>
                  <a:lnTo>
                    <a:pt x="8178512" y="2420990"/>
                  </a:lnTo>
                  <a:lnTo>
                    <a:pt x="8151487" y="2458710"/>
                  </a:lnTo>
                  <a:lnTo>
                    <a:pt x="8105287" y="2516826"/>
                  </a:lnTo>
                  <a:lnTo>
                    <a:pt x="8056725" y="2569561"/>
                  </a:lnTo>
                  <a:lnTo>
                    <a:pt x="8005102" y="2617142"/>
                  </a:lnTo>
                  <a:lnTo>
                    <a:pt x="7949655" y="2659980"/>
                  </a:lnTo>
                  <a:lnTo>
                    <a:pt x="7889598" y="2698554"/>
                  </a:lnTo>
                  <a:lnTo>
                    <a:pt x="7824176" y="2733343"/>
                  </a:lnTo>
                  <a:lnTo>
                    <a:pt x="7752729" y="2764786"/>
                  </a:lnTo>
                  <a:lnTo>
                    <a:pt x="7674778" y="2793257"/>
                  </a:lnTo>
                  <a:lnTo>
                    <a:pt x="7590146" y="2819050"/>
                  </a:lnTo>
                  <a:lnTo>
                    <a:pt x="7499102" y="2842376"/>
                  </a:lnTo>
                  <a:lnTo>
                    <a:pt x="7402531" y="2863362"/>
                  </a:lnTo>
                  <a:lnTo>
                    <a:pt x="7302088" y="2882055"/>
                  </a:lnTo>
                  <a:lnTo>
                    <a:pt x="7200293" y="2898440"/>
                  </a:lnTo>
                  <a:lnTo>
                    <a:pt x="7100493" y="2912469"/>
                  </a:lnTo>
                  <a:lnTo>
                    <a:pt x="7006627" y="2924096"/>
                  </a:lnTo>
                  <a:lnTo>
                    <a:pt x="6922765" y="2933322"/>
                  </a:lnTo>
                  <a:lnTo>
                    <a:pt x="6852476" y="2940240"/>
                  </a:lnTo>
                  <a:lnTo>
                    <a:pt x="6798154" y="2945048"/>
                  </a:lnTo>
                  <a:lnTo>
                    <a:pt x="6760504" y="2948061"/>
                  </a:lnTo>
                  <a:lnTo>
                    <a:pt x="6738306" y="2949672"/>
                  </a:lnTo>
                  <a:lnTo>
                    <a:pt x="6728487" y="2950322"/>
                  </a:lnTo>
                  <a:lnTo>
                    <a:pt x="6726359" y="2950451"/>
                  </a:lnTo>
                  <a:lnTo>
                    <a:pt x="6726343" y="2950452"/>
                  </a:lnTo>
                  <a:lnTo>
                    <a:pt x="5254955" y="2950452"/>
                  </a:lnTo>
                  <a:lnTo>
                    <a:pt x="5253802" y="2950388"/>
                  </a:lnTo>
                  <a:lnTo>
                    <a:pt x="5246225" y="2949936"/>
                  </a:lnTo>
                  <a:lnTo>
                    <a:pt x="5227132" y="2948685"/>
                  </a:lnTo>
                  <a:lnTo>
                    <a:pt x="5193013" y="2946222"/>
                  </a:lnTo>
                  <a:lnTo>
                    <a:pt x="5142195" y="2942166"/>
                  </a:lnTo>
                  <a:lnTo>
                    <a:pt x="5074967" y="2936205"/>
                  </a:lnTo>
                  <a:lnTo>
                    <a:pt x="4993415" y="2928128"/>
                  </a:lnTo>
                  <a:lnTo>
                    <a:pt x="4900952" y="2917829"/>
                  </a:lnTo>
                  <a:lnTo>
                    <a:pt x="4801644" y="2905292"/>
                  </a:lnTo>
                  <a:lnTo>
                    <a:pt x="4699552" y="2890554"/>
                  </a:lnTo>
                  <a:lnTo>
                    <a:pt x="4598210" y="2873662"/>
                  </a:lnTo>
                  <a:lnTo>
                    <a:pt x="4500343" y="2854639"/>
                  </a:lnTo>
                  <a:lnTo>
                    <a:pt x="4407790" y="2833454"/>
                  </a:lnTo>
                  <a:lnTo>
                    <a:pt x="4321586" y="2810004"/>
                  </a:lnTo>
                  <a:lnTo>
                    <a:pt x="4242105" y="2784106"/>
                  </a:lnTo>
                  <a:lnTo>
                    <a:pt x="4169238" y="2755498"/>
                  </a:lnTo>
                  <a:lnTo>
                    <a:pt x="4102545" y="2723845"/>
                  </a:lnTo>
                  <a:lnTo>
                    <a:pt x="4041383" y="2688747"/>
                  </a:lnTo>
                  <a:lnTo>
                    <a:pt x="3985000" y="2649760"/>
                  </a:lnTo>
                  <a:lnTo>
                    <a:pt x="3932602" y="2606432"/>
                  </a:lnTo>
                  <a:lnTo>
                    <a:pt x="3883409" y="2558366"/>
                  </a:lnTo>
                  <a:lnTo>
                    <a:pt x="3836701" y="2505313"/>
                  </a:lnTo>
                  <a:lnTo>
                    <a:pt x="3829811" y="2496850"/>
                  </a:lnTo>
                  <a:lnTo>
                    <a:pt x="3791531" y="2446807"/>
                  </a:lnTo>
                  <a:lnTo>
                    <a:pt x="3754228" y="2393022"/>
                  </a:lnTo>
                  <a:lnTo>
                    <a:pt x="3717632" y="2335420"/>
                  </a:lnTo>
                  <a:lnTo>
                    <a:pt x="3681524" y="2273989"/>
                  </a:lnTo>
                  <a:lnTo>
                    <a:pt x="3645732" y="2208787"/>
                  </a:lnTo>
                  <a:lnTo>
                    <a:pt x="3610123" y="2139950"/>
                  </a:lnTo>
                  <a:lnTo>
                    <a:pt x="3574598" y="2067694"/>
                  </a:lnTo>
                  <a:lnTo>
                    <a:pt x="3539086" y="1992319"/>
                  </a:lnTo>
                  <a:lnTo>
                    <a:pt x="3503545" y="1914202"/>
                  </a:lnTo>
                  <a:lnTo>
                    <a:pt x="3467952" y="1833798"/>
                  </a:lnTo>
                  <a:lnTo>
                    <a:pt x="3432306" y="1751628"/>
                  </a:lnTo>
                  <a:lnTo>
                    <a:pt x="3396616" y="1668262"/>
                  </a:lnTo>
                  <a:lnTo>
                    <a:pt x="3360902" y="1584310"/>
                  </a:lnTo>
                  <a:lnTo>
                    <a:pt x="3325191" y="1500397"/>
                  </a:lnTo>
                  <a:lnTo>
                    <a:pt x="3289505" y="1417150"/>
                  </a:lnTo>
                  <a:lnTo>
                    <a:pt x="3253865" y="1335173"/>
                  </a:lnTo>
                  <a:lnTo>
                    <a:pt x="3218280" y="1255033"/>
                  </a:lnTo>
                  <a:lnTo>
                    <a:pt x="3182744" y="1177241"/>
                  </a:lnTo>
                  <a:lnTo>
                    <a:pt x="3147233" y="1102242"/>
                  </a:lnTo>
                  <a:lnTo>
                    <a:pt x="3111702" y="1030405"/>
                  </a:lnTo>
                  <a:lnTo>
                    <a:pt x="3076076" y="962020"/>
                  </a:lnTo>
                  <a:lnTo>
                    <a:pt x="3040252" y="897292"/>
                  </a:lnTo>
                  <a:lnTo>
                    <a:pt x="3004093" y="836345"/>
                  </a:lnTo>
                  <a:lnTo>
                    <a:pt x="2967419" y="779230"/>
                  </a:lnTo>
                  <a:lnTo>
                    <a:pt x="2930009" y="725926"/>
                  </a:lnTo>
                  <a:lnTo>
                    <a:pt x="2896531" y="682445"/>
                  </a:lnTo>
                  <a:lnTo>
                    <a:pt x="2850142" y="628632"/>
                  </a:lnTo>
                  <a:lnTo>
                    <a:pt x="2801369" y="579822"/>
                  </a:lnTo>
                  <a:lnTo>
                    <a:pt x="2749505" y="535801"/>
                  </a:lnTo>
                  <a:lnTo>
                    <a:pt x="2693776" y="496185"/>
                  </a:lnTo>
                  <a:lnTo>
                    <a:pt x="2633387" y="460528"/>
                  </a:lnTo>
                  <a:lnTo>
                    <a:pt x="2567576" y="428381"/>
                  </a:lnTo>
                  <a:lnTo>
                    <a:pt x="2495677" y="399336"/>
                  </a:lnTo>
                  <a:lnTo>
                    <a:pt x="2417214" y="373047"/>
                  </a:lnTo>
                  <a:lnTo>
                    <a:pt x="2332016" y="349240"/>
                  </a:lnTo>
                  <a:lnTo>
                    <a:pt x="2240376" y="327720"/>
                  </a:lnTo>
                  <a:lnTo>
                    <a:pt x="2143216" y="308374"/>
                  </a:lnTo>
                  <a:lnTo>
                    <a:pt x="2042246" y="291160"/>
                  </a:lnTo>
                  <a:lnTo>
                    <a:pt x="1940058" y="276093"/>
                  </a:lnTo>
                  <a:lnTo>
                    <a:pt x="1840077" y="263220"/>
                  </a:lnTo>
                  <a:lnTo>
                    <a:pt x="1746310" y="252582"/>
                  </a:lnTo>
                  <a:lnTo>
                    <a:pt x="1662865" y="244173"/>
                  </a:lnTo>
                  <a:lnTo>
                    <a:pt x="1593296" y="237903"/>
                  </a:lnTo>
                  <a:lnTo>
                    <a:pt x="1539929" y="233576"/>
                  </a:lnTo>
                  <a:lnTo>
                    <a:pt x="1503344" y="230895"/>
                  </a:lnTo>
                  <a:lnTo>
                    <a:pt x="1482161" y="229487"/>
                  </a:lnTo>
                  <a:lnTo>
                    <a:pt x="1473132" y="228941"/>
                  </a:lnTo>
                  <a:lnTo>
                    <a:pt x="1471391" y="228844"/>
                  </a:lnTo>
                  <a:lnTo>
                    <a:pt x="1471387" y="228843"/>
                  </a:lnTo>
                  <a:lnTo>
                    <a:pt x="0" y="22884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41" name="pg641"/>
            <p:cNvSpPr/>
            <p:nvPr/>
          </p:nvSpPr>
          <p:spPr>
            <a:xfrm>
              <a:off x="4799595" y="5314863"/>
              <a:ext cx="11981298" cy="2737954"/>
            </a:xfrm>
            <a:custGeom>
              <a:avLst/>
              <a:pathLst>
                <a:path w="11981298" h="2737954">
                  <a:moveTo>
                    <a:pt x="0" y="8172"/>
                  </a:moveTo>
                  <a:lnTo>
                    <a:pt x="1471387" y="8172"/>
                  </a:lnTo>
                  <a:lnTo>
                    <a:pt x="1472540" y="8236"/>
                  </a:lnTo>
                  <a:lnTo>
                    <a:pt x="1480114" y="8690"/>
                  </a:lnTo>
                  <a:lnTo>
                    <a:pt x="1499200" y="9944"/>
                  </a:lnTo>
                  <a:lnTo>
                    <a:pt x="1533306" y="12413"/>
                  </a:lnTo>
                  <a:lnTo>
                    <a:pt x="1584106" y="16480"/>
                  </a:lnTo>
                  <a:lnTo>
                    <a:pt x="1651313" y="22457"/>
                  </a:lnTo>
                  <a:lnTo>
                    <a:pt x="1732842" y="30555"/>
                  </a:lnTo>
                  <a:lnTo>
                    <a:pt x="1825284" y="40881"/>
                  </a:lnTo>
                  <a:lnTo>
                    <a:pt x="1924572" y="53451"/>
                  </a:lnTo>
                  <a:lnTo>
                    <a:pt x="2026649" y="68229"/>
                  </a:lnTo>
                  <a:lnTo>
                    <a:pt x="2127980" y="85166"/>
                  </a:lnTo>
                  <a:lnTo>
                    <a:pt x="2225841" y="104239"/>
                  </a:lnTo>
                  <a:lnTo>
                    <a:pt x="2318391" y="125481"/>
                  </a:lnTo>
                  <a:lnTo>
                    <a:pt x="2404596" y="148995"/>
                  </a:lnTo>
                  <a:lnTo>
                    <a:pt x="2484079" y="174962"/>
                  </a:lnTo>
                  <a:lnTo>
                    <a:pt x="2556950" y="203645"/>
                  </a:lnTo>
                  <a:lnTo>
                    <a:pt x="2623647" y="235381"/>
                  </a:lnTo>
                  <a:lnTo>
                    <a:pt x="2684813" y="270571"/>
                  </a:lnTo>
                  <a:lnTo>
                    <a:pt x="2741199" y="309659"/>
                  </a:lnTo>
                  <a:lnTo>
                    <a:pt x="2793600" y="353099"/>
                  </a:lnTo>
                  <a:lnTo>
                    <a:pt x="2842794" y="401288"/>
                  </a:lnTo>
                  <a:lnTo>
                    <a:pt x="2889502" y="454479"/>
                  </a:lnTo>
                  <a:lnTo>
                    <a:pt x="2896531" y="463136"/>
                  </a:lnTo>
                  <a:lnTo>
                    <a:pt x="2934766" y="513268"/>
                  </a:lnTo>
                  <a:lnTo>
                    <a:pt x="2972026" y="567144"/>
                  </a:lnTo>
                  <a:lnTo>
                    <a:pt x="3008581" y="624839"/>
                  </a:lnTo>
                  <a:lnTo>
                    <a:pt x="3044648" y="686366"/>
                  </a:lnTo>
                  <a:lnTo>
                    <a:pt x="3080399" y="751666"/>
                  </a:lnTo>
                  <a:lnTo>
                    <a:pt x="3115966" y="820605"/>
                  </a:lnTo>
                  <a:lnTo>
                    <a:pt x="3151450" y="892966"/>
                  </a:lnTo>
                  <a:lnTo>
                    <a:pt x="3186919" y="968452"/>
                  </a:lnTo>
                  <a:lnTo>
                    <a:pt x="3222418" y="1046685"/>
                  </a:lnTo>
                  <a:lnTo>
                    <a:pt x="3257968" y="1127212"/>
                  </a:lnTo>
                  <a:lnTo>
                    <a:pt x="3293571" y="1209513"/>
                  </a:lnTo>
                  <a:lnTo>
                    <a:pt x="3329219" y="1293017"/>
                  </a:lnTo>
                  <a:lnTo>
                    <a:pt x="3364889" y="1377118"/>
                  </a:lnTo>
                  <a:lnTo>
                    <a:pt x="3400559" y="1461188"/>
                  </a:lnTo>
                  <a:lnTo>
                    <a:pt x="3436202" y="1544603"/>
                  </a:lnTo>
                  <a:lnTo>
                    <a:pt x="3471801" y="1626757"/>
                  </a:lnTo>
                  <a:lnTo>
                    <a:pt x="3507345" y="1707084"/>
                  </a:lnTo>
                  <a:lnTo>
                    <a:pt x="3542840" y="1785071"/>
                  </a:lnTo>
                  <a:lnTo>
                    <a:pt x="3578309" y="1860272"/>
                  </a:lnTo>
                  <a:lnTo>
                    <a:pt x="3613797" y="1932315"/>
                  </a:lnTo>
                  <a:lnTo>
                    <a:pt x="3649377" y="2000912"/>
                  </a:lnTo>
                  <a:lnTo>
                    <a:pt x="3685152" y="2065853"/>
                  </a:lnTo>
                  <a:lnTo>
                    <a:pt x="3721257" y="2127012"/>
                  </a:lnTo>
                  <a:lnTo>
                    <a:pt x="3757870" y="2184337"/>
                  </a:lnTo>
                  <a:lnTo>
                    <a:pt x="3795211" y="2237848"/>
                  </a:lnTo>
                  <a:lnTo>
                    <a:pt x="3829811" y="2282990"/>
                  </a:lnTo>
                  <a:lnTo>
                    <a:pt x="3876194" y="2336958"/>
                  </a:lnTo>
                  <a:lnTo>
                    <a:pt x="3924959" y="2385909"/>
                  </a:lnTo>
                  <a:lnTo>
                    <a:pt x="3976815" y="2430057"/>
                  </a:lnTo>
                  <a:lnTo>
                    <a:pt x="4032534" y="2469788"/>
                  </a:lnTo>
                  <a:lnTo>
                    <a:pt x="4092912" y="2505550"/>
                  </a:lnTo>
                  <a:lnTo>
                    <a:pt x="4158709" y="2537792"/>
                  </a:lnTo>
                  <a:lnTo>
                    <a:pt x="4230592" y="2566923"/>
                  </a:lnTo>
                  <a:lnTo>
                    <a:pt x="4309038" y="2593290"/>
                  </a:lnTo>
                  <a:lnTo>
                    <a:pt x="4394216" y="2617168"/>
                  </a:lnTo>
                  <a:lnTo>
                    <a:pt x="4485835" y="2638752"/>
                  </a:lnTo>
                  <a:lnTo>
                    <a:pt x="4582975" y="2658156"/>
                  </a:lnTo>
                  <a:lnTo>
                    <a:pt x="4683927" y="2675423"/>
                  </a:lnTo>
                  <a:lnTo>
                    <a:pt x="4786101" y="2690537"/>
                  </a:lnTo>
                  <a:lnTo>
                    <a:pt x="4886076" y="2703451"/>
                  </a:lnTo>
                  <a:lnTo>
                    <a:pt x="4979847" y="2714124"/>
                  </a:lnTo>
                  <a:lnTo>
                    <a:pt x="5063307" y="2722562"/>
                  </a:lnTo>
                  <a:lnTo>
                    <a:pt x="5132901" y="2728855"/>
                  </a:lnTo>
                  <a:lnTo>
                    <a:pt x="5186301" y="2733199"/>
                  </a:lnTo>
                  <a:lnTo>
                    <a:pt x="5222923" y="2735891"/>
                  </a:lnTo>
                  <a:lnTo>
                    <a:pt x="5244142" y="2737306"/>
                  </a:lnTo>
                  <a:lnTo>
                    <a:pt x="5253197" y="2737856"/>
                  </a:lnTo>
                  <a:lnTo>
                    <a:pt x="5254955" y="2737954"/>
                  </a:lnTo>
                  <a:lnTo>
                    <a:pt x="6726343" y="2737954"/>
                  </a:lnTo>
                  <a:lnTo>
                    <a:pt x="6727522" y="2737901"/>
                  </a:lnTo>
                  <a:lnTo>
                    <a:pt x="6735268" y="2737521"/>
                  </a:lnTo>
                  <a:lnTo>
                    <a:pt x="6754773" y="2736471"/>
                  </a:lnTo>
                  <a:lnTo>
                    <a:pt x="6789595" y="2734405"/>
                  </a:lnTo>
                  <a:lnTo>
                    <a:pt x="6841391" y="2731003"/>
                  </a:lnTo>
                  <a:lnTo>
                    <a:pt x="6909799" y="2726008"/>
                  </a:lnTo>
                  <a:lnTo>
                    <a:pt x="6992614" y="2719244"/>
                  </a:lnTo>
                  <a:lnTo>
                    <a:pt x="7086298" y="2710630"/>
                  </a:lnTo>
                  <a:lnTo>
                    <a:pt x="7186670" y="2700153"/>
                  </a:lnTo>
                  <a:lnTo>
                    <a:pt x="7289601" y="2687846"/>
                  </a:lnTo>
                  <a:lnTo>
                    <a:pt x="7391528" y="2673749"/>
                  </a:lnTo>
                  <a:lnTo>
                    <a:pt x="7489735" y="2657878"/>
                  </a:lnTo>
                  <a:lnTo>
                    <a:pt x="7582417" y="2640202"/>
                  </a:lnTo>
                  <a:lnTo>
                    <a:pt x="7668589" y="2620627"/>
                  </a:lnTo>
                  <a:lnTo>
                    <a:pt x="7747925" y="2598994"/>
                  </a:lnTo>
                  <a:lnTo>
                    <a:pt x="7820583" y="2575077"/>
                  </a:lnTo>
                  <a:lnTo>
                    <a:pt x="7887043" y="2548586"/>
                  </a:lnTo>
                  <a:lnTo>
                    <a:pt x="7947982" y="2519180"/>
                  </a:lnTo>
                  <a:lnTo>
                    <a:pt x="8004179" y="2486484"/>
                  </a:lnTo>
                  <a:lnTo>
                    <a:pt x="8056447" y="2450122"/>
                  </a:lnTo>
                  <a:lnTo>
                    <a:pt x="8105578" y="2409773"/>
                  </a:lnTo>
                  <a:lnTo>
                    <a:pt x="8151487" y="2366083"/>
                  </a:lnTo>
                  <a:lnTo>
                    <a:pt x="8192705" y="2321731"/>
                  </a:lnTo>
                  <a:lnTo>
                    <a:pt x="8232813" y="2273809"/>
                  </a:lnTo>
                  <a:lnTo>
                    <a:pt x="8272144" y="2222246"/>
                  </a:lnTo>
                  <a:lnTo>
                    <a:pt x="8310957" y="2167042"/>
                  </a:lnTo>
                  <a:lnTo>
                    <a:pt x="8349455" y="2108281"/>
                  </a:lnTo>
                  <a:lnTo>
                    <a:pt x="8387790" y="2046128"/>
                  </a:lnTo>
                  <a:lnTo>
                    <a:pt x="8426069" y="1980844"/>
                  </a:lnTo>
                  <a:lnTo>
                    <a:pt x="8464363" y="1912775"/>
                  </a:lnTo>
                  <a:lnTo>
                    <a:pt x="8502709" y="1842359"/>
                  </a:lnTo>
                  <a:lnTo>
                    <a:pt x="8541119" y="1770107"/>
                  </a:lnTo>
                  <a:lnTo>
                    <a:pt x="8579582" y="1696593"/>
                  </a:lnTo>
                  <a:lnTo>
                    <a:pt x="8618077" y="1622435"/>
                  </a:lnTo>
                  <a:lnTo>
                    <a:pt x="8656571" y="1548278"/>
                  </a:lnTo>
                  <a:lnTo>
                    <a:pt x="8695035" y="1474761"/>
                  </a:lnTo>
                  <a:lnTo>
                    <a:pt x="8733445" y="1402504"/>
                  </a:lnTo>
                  <a:lnTo>
                    <a:pt x="8771792" y="1332083"/>
                  </a:lnTo>
                  <a:lnTo>
                    <a:pt x="8810086" y="1264008"/>
                  </a:lnTo>
                  <a:lnTo>
                    <a:pt x="8848365" y="1198716"/>
                  </a:lnTo>
                  <a:lnTo>
                    <a:pt x="8886699" y="1136555"/>
                  </a:lnTo>
                  <a:lnTo>
                    <a:pt x="8925196" y="1077784"/>
                  </a:lnTo>
                  <a:lnTo>
                    <a:pt x="8964009" y="1022572"/>
                  </a:lnTo>
                  <a:lnTo>
                    <a:pt x="9003337" y="970999"/>
                  </a:lnTo>
                  <a:lnTo>
                    <a:pt x="9043444" y="923067"/>
                  </a:lnTo>
                  <a:lnTo>
                    <a:pt x="9084767" y="878597"/>
                  </a:lnTo>
                  <a:lnTo>
                    <a:pt x="9131521" y="834157"/>
                  </a:lnTo>
                  <a:lnTo>
                    <a:pt x="9180701" y="793881"/>
                  </a:lnTo>
                  <a:lnTo>
                    <a:pt x="9233031" y="757587"/>
                  </a:lnTo>
                  <a:lnTo>
                    <a:pt x="9289305" y="724952"/>
                  </a:lnTo>
                  <a:lnTo>
                    <a:pt x="9350335" y="695601"/>
                  </a:lnTo>
                  <a:lnTo>
                    <a:pt x="9416899" y="669158"/>
                  </a:lnTo>
                  <a:lnTo>
                    <a:pt x="9489671" y="645284"/>
                  </a:lnTo>
                  <a:lnTo>
                    <a:pt x="9569129" y="623689"/>
                  </a:lnTo>
                  <a:lnTo>
                    <a:pt x="9655420" y="604149"/>
                  </a:lnTo>
                  <a:lnTo>
                    <a:pt x="9748210" y="586505"/>
                  </a:lnTo>
                  <a:lnTo>
                    <a:pt x="9846501" y="570666"/>
                  </a:lnTo>
                  <a:lnTo>
                    <a:pt x="9948472" y="556600"/>
                  </a:lnTo>
                  <a:lnTo>
                    <a:pt x="10051391" y="544325"/>
                  </a:lnTo>
                  <a:lnTo>
                    <a:pt x="10151682" y="533881"/>
                  </a:lnTo>
                  <a:lnTo>
                    <a:pt x="10245209" y="525299"/>
                  </a:lnTo>
                  <a:lnTo>
                    <a:pt x="10327798" y="518568"/>
                  </a:lnTo>
                  <a:lnTo>
                    <a:pt x="10395926" y="513603"/>
                  </a:lnTo>
                  <a:lnTo>
                    <a:pt x="10447420" y="510227"/>
                  </a:lnTo>
                  <a:lnTo>
                    <a:pt x="10481950" y="508182"/>
                  </a:lnTo>
                  <a:lnTo>
                    <a:pt x="10501211" y="507147"/>
                  </a:lnTo>
                  <a:lnTo>
                    <a:pt x="10508792" y="506776"/>
                  </a:lnTo>
                  <a:lnTo>
                    <a:pt x="10509911" y="506725"/>
                  </a:lnTo>
                  <a:lnTo>
                    <a:pt x="11981298" y="506725"/>
                  </a:lnTo>
                  <a:lnTo>
                    <a:pt x="11981298" y="498552"/>
                  </a:lnTo>
                  <a:lnTo>
                    <a:pt x="10509911" y="498552"/>
                  </a:lnTo>
                  <a:lnTo>
                    <a:pt x="10508731" y="498606"/>
                  </a:lnTo>
                  <a:lnTo>
                    <a:pt x="10500985" y="498985"/>
                  </a:lnTo>
                  <a:lnTo>
                    <a:pt x="10481480" y="500035"/>
                  </a:lnTo>
                  <a:lnTo>
                    <a:pt x="10446659" y="502101"/>
                  </a:lnTo>
                  <a:lnTo>
                    <a:pt x="10394862" y="505503"/>
                  </a:lnTo>
                  <a:lnTo>
                    <a:pt x="10326455" y="510499"/>
                  </a:lnTo>
                  <a:lnTo>
                    <a:pt x="10243639" y="517262"/>
                  </a:lnTo>
                  <a:lnTo>
                    <a:pt x="10149956" y="525877"/>
                  </a:lnTo>
                  <a:lnTo>
                    <a:pt x="10049583" y="536354"/>
                  </a:lnTo>
                  <a:lnTo>
                    <a:pt x="9946652" y="548660"/>
                  </a:lnTo>
                  <a:lnTo>
                    <a:pt x="9844725" y="562757"/>
                  </a:lnTo>
                  <a:lnTo>
                    <a:pt x="9746518" y="578628"/>
                  </a:lnTo>
                  <a:lnTo>
                    <a:pt x="9653836" y="596305"/>
                  </a:lnTo>
                  <a:lnTo>
                    <a:pt x="9567665" y="615880"/>
                  </a:lnTo>
                  <a:lnTo>
                    <a:pt x="9488328" y="637512"/>
                  </a:lnTo>
                  <a:lnTo>
                    <a:pt x="9415670" y="661430"/>
                  </a:lnTo>
                  <a:lnTo>
                    <a:pt x="9349210" y="687921"/>
                  </a:lnTo>
                  <a:lnTo>
                    <a:pt x="9288272" y="717327"/>
                  </a:lnTo>
                  <a:lnTo>
                    <a:pt x="9232074" y="750023"/>
                  </a:lnTo>
                  <a:lnTo>
                    <a:pt x="9179806" y="786384"/>
                  </a:lnTo>
                  <a:lnTo>
                    <a:pt x="9130675" y="826733"/>
                  </a:lnTo>
                  <a:lnTo>
                    <a:pt x="9084767" y="870424"/>
                  </a:lnTo>
                  <a:lnTo>
                    <a:pt x="9043549" y="914775"/>
                  </a:lnTo>
                  <a:lnTo>
                    <a:pt x="9003440" y="962698"/>
                  </a:lnTo>
                  <a:lnTo>
                    <a:pt x="8964109" y="1014261"/>
                  </a:lnTo>
                  <a:lnTo>
                    <a:pt x="8925296" y="1069464"/>
                  </a:lnTo>
                  <a:lnTo>
                    <a:pt x="8886798" y="1128226"/>
                  </a:lnTo>
                  <a:lnTo>
                    <a:pt x="8848463" y="1190378"/>
                  </a:lnTo>
                  <a:lnTo>
                    <a:pt x="8810184" y="1255663"/>
                  </a:lnTo>
                  <a:lnTo>
                    <a:pt x="8771890" y="1323731"/>
                  </a:lnTo>
                  <a:lnTo>
                    <a:pt x="8733544" y="1394147"/>
                  </a:lnTo>
                  <a:lnTo>
                    <a:pt x="8695135" y="1466400"/>
                  </a:lnTo>
                  <a:lnTo>
                    <a:pt x="8656671" y="1539914"/>
                  </a:lnTo>
                  <a:lnTo>
                    <a:pt x="8618176" y="1614071"/>
                  </a:lnTo>
                  <a:lnTo>
                    <a:pt x="8579682" y="1688229"/>
                  </a:lnTo>
                  <a:lnTo>
                    <a:pt x="8541218" y="1761745"/>
                  </a:lnTo>
                  <a:lnTo>
                    <a:pt x="8502808" y="1834002"/>
                  </a:lnTo>
                  <a:lnTo>
                    <a:pt x="8464462" y="1904424"/>
                  </a:lnTo>
                  <a:lnTo>
                    <a:pt x="8426168" y="1972498"/>
                  </a:lnTo>
                  <a:lnTo>
                    <a:pt x="8387889" y="2037791"/>
                  </a:lnTo>
                  <a:lnTo>
                    <a:pt x="8349554" y="2099952"/>
                  </a:lnTo>
                  <a:lnTo>
                    <a:pt x="8311057" y="2158722"/>
                  </a:lnTo>
                  <a:lnTo>
                    <a:pt x="8272245" y="2213935"/>
                  </a:lnTo>
                  <a:lnTo>
                    <a:pt x="8232916" y="2265507"/>
                  </a:lnTo>
                  <a:lnTo>
                    <a:pt x="8192809" y="2313439"/>
                  </a:lnTo>
                  <a:lnTo>
                    <a:pt x="8151487" y="2357910"/>
                  </a:lnTo>
                  <a:lnTo>
                    <a:pt x="8104732" y="2402350"/>
                  </a:lnTo>
                  <a:lnTo>
                    <a:pt x="8055552" y="2442626"/>
                  </a:lnTo>
                  <a:lnTo>
                    <a:pt x="8003222" y="2478919"/>
                  </a:lnTo>
                  <a:lnTo>
                    <a:pt x="7946948" y="2511554"/>
                  </a:lnTo>
                  <a:lnTo>
                    <a:pt x="7885918" y="2540905"/>
                  </a:lnTo>
                  <a:lnTo>
                    <a:pt x="7819354" y="2567348"/>
                  </a:lnTo>
                  <a:lnTo>
                    <a:pt x="7746582" y="2591223"/>
                  </a:lnTo>
                  <a:lnTo>
                    <a:pt x="7667125" y="2612817"/>
                  </a:lnTo>
                  <a:lnTo>
                    <a:pt x="7580833" y="2632357"/>
                  </a:lnTo>
                  <a:lnTo>
                    <a:pt x="7488043" y="2650001"/>
                  </a:lnTo>
                  <a:lnTo>
                    <a:pt x="7389752" y="2665841"/>
                  </a:lnTo>
                  <a:lnTo>
                    <a:pt x="7287781" y="2679906"/>
                  </a:lnTo>
                  <a:lnTo>
                    <a:pt x="7184862" y="2692181"/>
                  </a:lnTo>
                  <a:lnTo>
                    <a:pt x="7084571" y="2702625"/>
                  </a:lnTo>
                  <a:lnTo>
                    <a:pt x="6991044" y="2711207"/>
                  </a:lnTo>
                  <a:lnTo>
                    <a:pt x="6908456" y="2717938"/>
                  </a:lnTo>
                  <a:lnTo>
                    <a:pt x="6840327" y="2722904"/>
                  </a:lnTo>
                  <a:lnTo>
                    <a:pt x="6788834" y="2726279"/>
                  </a:lnTo>
                  <a:lnTo>
                    <a:pt x="6754303" y="2728325"/>
                  </a:lnTo>
                  <a:lnTo>
                    <a:pt x="6735042" y="2729359"/>
                  </a:lnTo>
                  <a:lnTo>
                    <a:pt x="6727461" y="2729730"/>
                  </a:lnTo>
                  <a:lnTo>
                    <a:pt x="6726343" y="2729781"/>
                  </a:lnTo>
                  <a:lnTo>
                    <a:pt x="5254955" y="2729781"/>
                  </a:lnTo>
                  <a:lnTo>
                    <a:pt x="5253803" y="2729717"/>
                  </a:lnTo>
                  <a:lnTo>
                    <a:pt x="5246228" y="2729264"/>
                  </a:lnTo>
                  <a:lnTo>
                    <a:pt x="5227143" y="2728009"/>
                  </a:lnTo>
                  <a:lnTo>
                    <a:pt x="5193037" y="2725540"/>
                  </a:lnTo>
                  <a:lnTo>
                    <a:pt x="5142236" y="2721473"/>
                  </a:lnTo>
                  <a:lnTo>
                    <a:pt x="5075029" y="2715497"/>
                  </a:lnTo>
                  <a:lnTo>
                    <a:pt x="4993500" y="2707398"/>
                  </a:lnTo>
                  <a:lnTo>
                    <a:pt x="4901058" y="2697073"/>
                  </a:lnTo>
                  <a:lnTo>
                    <a:pt x="4801770" y="2684502"/>
                  </a:lnTo>
                  <a:lnTo>
                    <a:pt x="4699694" y="2669725"/>
                  </a:lnTo>
                  <a:lnTo>
                    <a:pt x="4598362" y="2652788"/>
                  </a:lnTo>
                  <a:lnTo>
                    <a:pt x="4500501" y="2633714"/>
                  </a:lnTo>
                  <a:lnTo>
                    <a:pt x="4407951" y="2612472"/>
                  </a:lnTo>
                  <a:lnTo>
                    <a:pt x="4321746" y="2588959"/>
                  </a:lnTo>
                  <a:lnTo>
                    <a:pt x="4242263" y="2562992"/>
                  </a:lnTo>
                  <a:lnTo>
                    <a:pt x="4169392" y="2534309"/>
                  </a:lnTo>
                  <a:lnTo>
                    <a:pt x="4102695" y="2502572"/>
                  </a:lnTo>
                  <a:lnTo>
                    <a:pt x="4041529" y="2467382"/>
                  </a:lnTo>
                  <a:lnTo>
                    <a:pt x="3985143" y="2428294"/>
                  </a:lnTo>
                  <a:lnTo>
                    <a:pt x="3932742" y="2384855"/>
                  </a:lnTo>
                  <a:lnTo>
                    <a:pt x="3883548" y="2336665"/>
                  </a:lnTo>
                  <a:lnTo>
                    <a:pt x="3836840" y="2283475"/>
                  </a:lnTo>
                  <a:lnTo>
                    <a:pt x="3829811" y="2274817"/>
                  </a:lnTo>
                  <a:lnTo>
                    <a:pt x="3791576" y="2224685"/>
                  </a:lnTo>
                  <a:lnTo>
                    <a:pt x="3754316" y="2170809"/>
                  </a:lnTo>
                  <a:lnTo>
                    <a:pt x="3717761" y="2113114"/>
                  </a:lnTo>
                  <a:lnTo>
                    <a:pt x="3681694" y="2051588"/>
                  </a:lnTo>
                  <a:lnTo>
                    <a:pt x="3645943" y="1986288"/>
                  </a:lnTo>
                  <a:lnTo>
                    <a:pt x="3610376" y="1917349"/>
                  </a:lnTo>
                  <a:lnTo>
                    <a:pt x="3574892" y="1844987"/>
                  </a:lnTo>
                  <a:lnTo>
                    <a:pt x="3539423" y="1769501"/>
                  </a:lnTo>
                  <a:lnTo>
                    <a:pt x="3503924" y="1691268"/>
                  </a:lnTo>
                  <a:lnTo>
                    <a:pt x="3468374" y="1610742"/>
                  </a:lnTo>
                  <a:lnTo>
                    <a:pt x="3432771" y="1528441"/>
                  </a:lnTo>
                  <a:lnTo>
                    <a:pt x="3397124" y="1444936"/>
                  </a:lnTo>
                  <a:lnTo>
                    <a:pt x="3361453" y="1360835"/>
                  </a:lnTo>
                  <a:lnTo>
                    <a:pt x="3325784" y="1276765"/>
                  </a:lnTo>
                  <a:lnTo>
                    <a:pt x="3290140" y="1193350"/>
                  </a:lnTo>
                  <a:lnTo>
                    <a:pt x="3254541" y="1111196"/>
                  </a:lnTo>
                  <a:lnTo>
                    <a:pt x="3218997" y="1030869"/>
                  </a:lnTo>
                  <a:lnTo>
                    <a:pt x="3183502" y="952882"/>
                  </a:lnTo>
                  <a:lnTo>
                    <a:pt x="3148033" y="877682"/>
                  </a:lnTo>
                  <a:lnTo>
                    <a:pt x="3112545" y="805638"/>
                  </a:lnTo>
                  <a:lnTo>
                    <a:pt x="3076965" y="737042"/>
                  </a:lnTo>
                  <a:lnTo>
                    <a:pt x="3041190" y="672101"/>
                  </a:lnTo>
                  <a:lnTo>
                    <a:pt x="3005085" y="610942"/>
                  </a:lnTo>
                  <a:lnTo>
                    <a:pt x="2968472" y="553616"/>
                  </a:lnTo>
                  <a:lnTo>
                    <a:pt x="2931131" y="500105"/>
                  </a:lnTo>
                  <a:lnTo>
                    <a:pt x="2896531" y="454963"/>
                  </a:lnTo>
                  <a:lnTo>
                    <a:pt x="2850148" y="400996"/>
                  </a:lnTo>
                  <a:lnTo>
                    <a:pt x="2801383" y="352045"/>
                  </a:lnTo>
                  <a:lnTo>
                    <a:pt x="2749527" y="307896"/>
                  </a:lnTo>
                  <a:lnTo>
                    <a:pt x="2693808" y="268165"/>
                  </a:lnTo>
                  <a:lnTo>
                    <a:pt x="2633431" y="232403"/>
                  </a:lnTo>
                  <a:lnTo>
                    <a:pt x="2567633" y="200161"/>
                  </a:lnTo>
                  <a:lnTo>
                    <a:pt x="2495750" y="171031"/>
                  </a:lnTo>
                  <a:lnTo>
                    <a:pt x="2417304" y="144664"/>
                  </a:lnTo>
                  <a:lnTo>
                    <a:pt x="2332126" y="120785"/>
                  </a:lnTo>
                  <a:lnTo>
                    <a:pt x="2240507" y="99202"/>
                  </a:lnTo>
                  <a:lnTo>
                    <a:pt x="2143367" y="79797"/>
                  </a:lnTo>
                  <a:lnTo>
                    <a:pt x="2042416" y="62530"/>
                  </a:lnTo>
                  <a:lnTo>
                    <a:pt x="1940241" y="47416"/>
                  </a:lnTo>
                  <a:lnTo>
                    <a:pt x="1840266" y="34502"/>
                  </a:lnTo>
                  <a:lnTo>
                    <a:pt x="1746495" y="23829"/>
                  </a:lnTo>
                  <a:lnTo>
                    <a:pt x="1663035" y="15391"/>
                  </a:lnTo>
                  <a:lnTo>
                    <a:pt x="1593441" y="9098"/>
                  </a:lnTo>
                  <a:lnTo>
                    <a:pt x="1540041" y="4755"/>
                  </a:lnTo>
                  <a:lnTo>
                    <a:pt x="1503419" y="2063"/>
                  </a:lnTo>
                  <a:lnTo>
                    <a:pt x="1482200" y="648"/>
                  </a:lnTo>
                  <a:lnTo>
                    <a:pt x="1473145" y="98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642" name="pl642"/>
            <p:cNvSpPr/>
            <p:nvPr/>
          </p:nvSpPr>
          <p:spPr>
            <a:xfrm>
              <a:off x="4799595" y="5323036"/>
              <a:ext cx="11981298" cy="2729781"/>
            </a:xfrm>
            <a:custGeom>
              <a:avLst/>
              <a:pathLst>
                <a:path w="11981298" h="2729781">
                  <a:moveTo>
                    <a:pt x="0" y="0"/>
                  </a:moveTo>
                  <a:lnTo>
                    <a:pt x="1471387" y="0"/>
                  </a:lnTo>
                  <a:lnTo>
                    <a:pt x="1472540" y="63"/>
                  </a:lnTo>
                  <a:lnTo>
                    <a:pt x="1480114" y="517"/>
                  </a:lnTo>
                  <a:lnTo>
                    <a:pt x="1499200" y="1771"/>
                  </a:lnTo>
                  <a:lnTo>
                    <a:pt x="1533306" y="4240"/>
                  </a:lnTo>
                  <a:lnTo>
                    <a:pt x="1584106" y="8307"/>
                  </a:lnTo>
                  <a:lnTo>
                    <a:pt x="1651313" y="14284"/>
                  </a:lnTo>
                  <a:lnTo>
                    <a:pt x="1732842" y="22382"/>
                  </a:lnTo>
                  <a:lnTo>
                    <a:pt x="1825284" y="32708"/>
                  </a:lnTo>
                  <a:lnTo>
                    <a:pt x="1924572" y="45278"/>
                  </a:lnTo>
                  <a:lnTo>
                    <a:pt x="2026649" y="60056"/>
                  </a:lnTo>
                  <a:lnTo>
                    <a:pt x="2127980" y="76993"/>
                  </a:lnTo>
                  <a:lnTo>
                    <a:pt x="2225841" y="96066"/>
                  </a:lnTo>
                  <a:lnTo>
                    <a:pt x="2318391" y="117308"/>
                  </a:lnTo>
                  <a:lnTo>
                    <a:pt x="2404596" y="140822"/>
                  </a:lnTo>
                  <a:lnTo>
                    <a:pt x="2484079" y="166789"/>
                  </a:lnTo>
                  <a:lnTo>
                    <a:pt x="2556950" y="195472"/>
                  </a:lnTo>
                  <a:lnTo>
                    <a:pt x="2623647" y="227208"/>
                  </a:lnTo>
                  <a:lnTo>
                    <a:pt x="2684813" y="262398"/>
                  </a:lnTo>
                  <a:lnTo>
                    <a:pt x="2741199" y="301486"/>
                  </a:lnTo>
                  <a:lnTo>
                    <a:pt x="2793600" y="344926"/>
                  </a:lnTo>
                  <a:lnTo>
                    <a:pt x="2842794" y="393115"/>
                  </a:lnTo>
                  <a:lnTo>
                    <a:pt x="2889502" y="446306"/>
                  </a:lnTo>
                  <a:lnTo>
                    <a:pt x="2896531" y="454963"/>
                  </a:lnTo>
                  <a:lnTo>
                    <a:pt x="2934766" y="505095"/>
                  </a:lnTo>
                  <a:lnTo>
                    <a:pt x="2972026" y="558971"/>
                  </a:lnTo>
                  <a:lnTo>
                    <a:pt x="3008581" y="616666"/>
                  </a:lnTo>
                  <a:lnTo>
                    <a:pt x="3044648" y="678193"/>
                  </a:lnTo>
                  <a:lnTo>
                    <a:pt x="3080399" y="743493"/>
                  </a:lnTo>
                  <a:lnTo>
                    <a:pt x="3115966" y="812432"/>
                  </a:lnTo>
                  <a:lnTo>
                    <a:pt x="3151450" y="884793"/>
                  </a:lnTo>
                  <a:lnTo>
                    <a:pt x="3186919" y="960279"/>
                  </a:lnTo>
                  <a:lnTo>
                    <a:pt x="3222418" y="1038512"/>
                  </a:lnTo>
                  <a:lnTo>
                    <a:pt x="3257968" y="1119039"/>
                  </a:lnTo>
                  <a:lnTo>
                    <a:pt x="3293571" y="1201340"/>
                  </a:lnTo>
                  <a:lnTo>
                    <a:pt x="3329219" y="1284844"/>
                  </a:lnTo>
                  <a:lnTo>
                    <a:pt x="3364889" y="1368945"/>
                  </a:lnTo>
                  <a:lnTo>
                    <a:pt x="3400559" y="1453015"/>
                  </a:lnTo>
                  <a:lnTo>
                    <a:pt x="3436202" y="1536430"/>
                  </a:lnTo>
                  <a:lnTo>
                    <a:pt x="3471801" y="1618584"/>
                  </a:lnTo>
                  <a:lnTo>
                    <a:pt x="3507345" y="1698911"/>
                  </a:lnTo>
                  <a:lnTo>
                    <a:pt x="3542840" y="1776898"/>
                  </a:lnTo>
                  <a:lnTo>
                    <a:pt x="3578309" y="1852099"/>
                  </a:lnTo>
                  <a:lnTo>
                    <a:pt x="3613797" y="1924142"/>
                  </a:lnTo>
                  <a:lnTo>
                    <a:pt x="3649377" y="1992739"/>
                  </a:lnTo>
                  <a:lnTo>
                    <a:pt x="3685152" y="2057680"/>
                  </a:lnTo>
                  <a:lnTo>
                    <a:pt x="3721257" y="2118839"/>
                  </a:lnTo>
                  <a:lnTo>
                    <a:pt x="3757870" y="2176164"/>
                  </a:lnTo>
                  <a:lnTo>
                    <a:pt x="3795211" y="2229675"/>
                  </a:lnTo>
                  <a:lnTo>
                    <a:pt x="3829811" y="2274817"/>
                  </a:lnTo>
                  <a:lnTo>
                    <a:pt x="3876194" y="2328785"/>
                  </a:lnTo>
                  <a:lnTo>
                    <a:pt x="3924959" y="2377736"/>
                  </a:lnTo>
                  <a:lnTo>
                    <a:pt x="3976815" y="2421884"/>
                  </a:lnTo>
                  <a:lnTo>
                    <a:pt x="4032534" y="2461615"/>
                  </a:lnTo>
                  <a:lnTo>
                    <a:pt x="4092912" y="2497377"/>
                  </a:lnTo>
                  <a:lnTo>
                    <a:pt x="4158709" y="2529619"/>
                  </a:lnTo>
                  <a:lnTo>
                    <a:pt x="4230592" y="2558750"/>
                  </a:lnTo>
                  <a:lnTo>
                    <a:pt x="4309038" y="2585117"/>
                  </a:lnTo>
                  <a:lnTo>
                    <a:pt x="4394216" y="2608995"/>
                  </a:lnTo>
                  <a:lnTo>
                    <a:pt x="4485835" y="2630579"/>
                  </a:lnTo>
                  <a:lnTo>
                    <a:pt x="4582975" y="2649983"/>
                  </a:lnTo>
                  <a:lnTo>
                    <a:pt x="4683927" y="2667250"/>
                  </a:lnTo>
                  <a:lnTo>
                    <a:pt x="4786101" y="2682364"/>
                  </a:lnTo>
                  <a:lnTo>
                    <a:pt x="4886076" y="2695278"/>
                  </a:lnTo>
                  <a:lnTo>
                    <a:pt x="4979847" y="2705951"/>
                  </a:lnTo>
                  <a:lnTo>
                    <a:pt x="5063307" y="2714389"/>
                  </a:lnTo>
                  <a:lnTo>
                    <a:pt x="5132901" y="2720682"/>
                  </a:lnTo>
                  <a:lnTo>
                    <a:pt x="5186301" y="2725026"/>
                  </a:lnTo>
                  <a:lnTo>
                    <a:pt x="5222923" y="2727718"/>
                  </a:lnTo>
                  <a:lnTo>
                    <a:pt x="5244142" y="2729133"/>
                  </a:lnTo>
                  <a:lnTo>
                    <a:pt x="5253197" y="2729683"/>
                  </a:lnTo>
                  <a:lnTo>
                    <a:pt x="5254951" y="2729781"/>
                  </a:lnTo>
                  <a:lnTo>
                    <a:pt x="5254955" y="2729781"/>
                  </a:lnTo>
                  <a:lnTo>
                    <a:pt x="6726343" y="2729781"/>
                  </a:lnTo>
                  <a:lnTo>
                    <a:pt x="6727522" y="2729728"/>
                  </a:lnTo>
                  <a:lnTo>
                    <a:pt x="6735268" y="2729348"/>
                  </a:lnTo>
                  <a:lnTo>
                    <a:pt x="6754773" y="2728298"/>
                  </a:lnTo>
                  <a:lnTo>
                    <a:pt x="6789595" y="2726232"/>
                  </a:lnTo>
                  <a:lnTo>
                    <a:pt x="6841391" y="2722830"/>
                  </a:lnTo>
                  <a:lnTo>
                    <a:pt x="6909799" y="2717835"/>
                  </a:lnTo>
                  <a:lnTo>
                    <a:pt x="6992614" y="2711071"/>
                  </a:lnTo>
                  <a:lnTo>
                    <a:pt x="7086298" y="2702457"/>
                  </a:lnTo>
                  <a:lnTo>
                    <a:pt x="7186670" y="2691980"/>
                  </a:lnTo>
                  <a:lnTo>
                    <a:pt x="7289601" y="2679673"/>
                  </a:lnTo>
                  <a:lnTo>
                    <a:pt x="7391528" y="2665576"/>
                  </a:lnTo>
                  <a:lnTo>
                    <a:pt x="7489735" y="2649705"/>
                  </a:lnTo>
                  <a:lnTo>
                    <a:pt x="7582417" y="2632029"/>
                  </a:lnTo>
                  <a:lnTo>
                    <a:pt x="7668589" y="2612454"/>
                  </a:lnTo>
                  <a:lnTo>
                    <a:pt x="7747925" y="2590821"/>
                  </a:lnTo>
                  <a:lnTo>
                    <a:pt x="7820583" y="2566904"/>
                  </a:lnTo>
                  <a:lnTo>
                    <a:pt x="7887043" y="2540413"/>
                  </a:lnTo>
                  <a:lnTo>
                    <a:pt x="7947982" y="2511007"/>
                  </a:lnTo>
                  <a:lnTo>
                    <a:pt x="8004179" y="2478311"/>
                  </a:lnTo>
                  <a:lnTo>
                    <a:pt x="8056447" y="2441949"/>
                  </a:lnTo>
                  <a:lnTo>
                    <a:pt x="8105578" y="2401600"/>
                  </a:lnTo>
                  <a:lnTo>
                    <a:pt x="8151487" y="2357910"/>
                  </a:lnTo>
                  <a:lnTo>
                    <a:pt x="8192705" y="2313558"/>
                  </a:lnTo>
                  <a:lnTo>
                    <a:pt x="8232813" y="2265636"/>
                  </a:lnTo>
                  <a:lnTo>
                    <a:pt x="8272144" y="2214073"/>
                  </a:lnTo>
                  <a:lnTo>
                    <a:pt x="8310957" y="2158869"/>
                  </a:lnTo>
                  <a:lnTo>
                    <a:pt x="8349455" y="2100108"/>
                  </a:lnTo>
                  <a:lnTo>
                    <a:pt x="8387790" y="2037955"/>
                  </a:lnTo>
                  <a:lnTo>
                    <a:pt x="8426069" y="1972671"/>
                  </a:lnTo>
                  <a:lnTo>
                    <a:pt x="8464363" y="1904602"/>
                  </a:lnTo>
                  <a:lnTo>
                    <a:pt x="8502709" y="1834186"/>
                  </a:lnTo>
                  <a:lnTo>
                    <a:pt x="8541119" y="1761934"/>
                  </a:lnTo>
                  <a:lnTo>
                    <a:pt x="8579582" y="1688420"/>
                  </a:lnTo>
                  <a:lnTo>
                    <a:pt x="8618077" y="1614262"/>
                  </a:lnTo>
                  <a:lnTo>
                    <a:pt x="8656571" y="1540105"/>
                  </a:lnTo>
                  <a:lnTo>
                    <a:pt x="8695035" y="1466588"/>
                  </a:lnTo>
                  <a:lnTo>
                    <a:pt x="8733445" y="1394331"/>
                  </a:lnTo>
                  <a:lnTo>
                    <a:pt x="8771792" y="1323910"/>
                  </a:lnTo>
                  <a:lnTo>
                    <a:pt x="8810086" y="1255835"/>
                  </a:lnTo>
                  <a:lnTo>
                    <a:pt x="8848365" y="1190543"/>
                  </a:lnTo>
                  <a:lnTo>
                    <a:pt x="8886699" y="1128382"/>
                  </a:lnTo>
                  <a:lnTo>
                    <a:pt x="8925196" y="1069611"/>
                  </a:lnTo>
                  <a:lnTo>
                    <a:pt x="8964009" y="1014399"/>
                  </a:lnTo>
                  <a:lnTo>
                    <a:pt x="9003337" y="962826"/>
                  </a:lnTo>
                  <a:lnTo>
                    <a:pt x="9043444" y="914894"/>
                  </a:lnTo>
                  <a:lnTo>
                    <a:pt x="9084659" y="870534"/>
                  </a:lnTo>
                  <a:lnTo>
                    <a:pt x="9084767" y="870424"/>
                  </a:lnTo>
                  <a:lnTo>
                    <a:pt x="9131521" y="825984"/>
                  </a:lnTo>
                  <a:lnTo>
                    <a:pt x="9180701" y="785708"/>
                  </a:lnTo>
                  <a:lnTo>
                    <a:pt x="9233031" y="749414"/>
                  </a:lnTo>
                  <a:lnTo>
                    <a:pt x="9289305" y="716779"/>
                  </a:lnTo>
                  <a:lnTo>
                    <a:pt x="9350335" y="687428"/>
                  </a:lnTo>
                  <a:lnTo>
                    <a:pt x="9416899" y="660985"/>
                  </a:lnTo>
                  <a:lnTo>
                    <a:pt x="9489671" y="637111"/>
                  </a:lnTo>
                  <a:lnTo>
                    <a:pt x="9569129" y="615516"/>
                  </a:lnTo>
                  <a:lnTo>
                    <a:pt x="9655420" y="595976"/>
                  </a:lnTo>
                  <a:lnTo>
                    <a:pt x="9748210" y="578332"/>
                  </a:lnTo>
                  <a:lnTo>
                    <a:pt x="9846501" y="562493"/>
                  </a:lnTo>
                  <a:lnTo>
                    <a:pt x="9948472" y="548427"/>
                  </a:lnTo>
                  <a:lnTo>
                    <a:pt x="10051391" y="536152"/>
                  </a:lnTo>
                  <a:lnTo>
                    <a:pt x="10151682" y="525708"/>
                  </a:lnTo>
                  <a:lnTo>
                    <a:pt x="10245209" y="517126"/>
                  </a:lnTo>
                  <a:lnTo>
                    <a:pt x="10327798" y="510395"/>
                  </a:lnTo>
                  <a:lnTo>
                    <a:pt x="10395926" y="505430"/>
                  </a:lnTo>
                  <a:lnTo>
                    <a:pt x="10447420" y="502054"/>
                  </a:lnTo>
                  <a:lnTo>
                    <a:pt x="10481950" y="500009"/>
                  </a:lnTo>
                  <a:lnTo>
                    <a:pt x="10501211" y="498974"/>
                  </a:lnTo>
                  <a:lnTo>
                    <a:pt x="10508792" y="498603"/>
                  </a:lnTo>
                  <a:lnTo>
                    <a:pt x="10509911" y="498552"/>
                  </a:lnTo>
                  <a:lnTo>
                    <a:pt x="11981298" y="49855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43" name="pl643"/>
            <p:cNvSpPr/>
            <p:nvPr/>
          </p:nvSpPr>
          <p:spPr>
            <a:xfrm>
              <a:off x="4799595" y="5314863"/>
              <a:ext cx="11981298" cy="2729781"/>
            </a:xfrm>
            <a:custGeom>
              <a:avLst/>
              <a:pathLst>
                <a:path w="11981298" h="2729781">
                  <a:moveTo>
                    <a:pt x="11981298" y="498552"/>
                  </a:moveTo>
                  <a:lnTo>
                    <a:pt x="10509911" y="498552"/>
                  </a:lnTo>
                  <a:lnTo>
                    <a:pt x="10508731" y="498606"/>
                  </a:lnTo>
                  <a:lnTo>
                    <a:pt x="10500985" y="498985"/>
                  </a:lnTo>
                  <a:lnTo>
                    <a:pt x="10481480" y="500035"/>
                  </a:lnTo>
                  <a:lnTo>
                    <a:pt x="10446659" y="502101"/>
                  </a:lnTo>
                  <a:lnTo>
                    <a:pt x="10394862" y="505503"/>
                  </a:lnTo>
                  <a:lnTo>
                    <a:pt x="10326455" y="510499"/>
                  </a:lnTo>
                  <a:lnTo>
                    <a:pt x="10243639" y="517262"/>
                  </a:lnTo>
                  <a:lnTo>
                    <a:pt x="10149956" y="525877"/>
                  </a:lnTo>
                  <a:lnTo>
                    <a:pt x="10049583" y="536354"/>
                  </a:lnTo>
                  <a:lnTo>
                    <a:pt x="9946652" y="548660"/>
                  </a:lnTo>
                  <a:lnTo>
                    <a:pt x="9844725" y="562757"/>
                  </a:lnTo>
                  <a:lnTo>
                    <a:pt x="9746518" y="578628"/>
                  </a:lnTo>
                  <a:lnTo>
                    <a:pt x="9653836" y="596305"/>
                  </a:lnTo>
                  <a:lnTo>
                    <a:pt x="9567665" y="615880"/>
                  </a:lnTo>
                  <a:lnTo>
                    <a:pt x="9488328" y="637512"/>
                  </a:lnTo>
                  <a:lnTo>
                    <a:pt x="9415670" y="661430"/>
                  </a:lnTo>
                  <a:lnTo>
                    <a:pt x="9349210" y="687921"/>
                  </a:lnTo>
                  <a:lnTo>
                    <a:pt x="9288272" y="717327"/>
                  </a:lnTo>
                  <a:lnTo>
                    <a:pt x="9232074" y="750023"/>
                  </a:lnTo>
                  <a:lnTo>
                    <a:pt x="9179806" y="786384"/>
                  </a:lnTo>
                  <a:lnTo>
                    <a:pt x="9130675" y="826733"/>
                  </a:lnTo>
                  <a:lnTo>
                    <a:pt x="9084767" y="870424"/>
                  </a:lnTo>
                  <a:lnTo>
                    <a:pt x="9043549" y="914775"/>
                  </a:lnTo>
                  <a:lnTo>
                    <a:pt x="9003440" y="962698"/>
                  </a:lnTo>
                  <a:lnTo>
                    <a:pt x="8964109" y="1014261"/>
                  </a:lnTo>
                  <a:lnTo>
                    <a:pt x="8925296" y="1069464"/>
                  </a:lnTo>
                  <a:lnTo>
                    <a:pt x="8886798" y="1128226"/>
                  </a:lnTo>
                  <a:lnTo>
                    <a:pt x="8848463" y="1190378"/>
                  </a:lnTo>
                  <a:lnTo>
                    <a:pt x="8810184" y="1255663"/>
                  </a:lnTo>
                  <a:lnTo>
                    <a:pt x="8771890" y="1323731"/>
                  </a:lnTo>
                  <a:lnTo>
                    <a:pt x="8733544" y="1394147"/>
                  </a:lnTo>
                  <a:lnTo>
                    <a:pt x="8695135" y="1466400"/>
                  </a:lnTo>
                  <a:lnTo>
                    <a:pt x="8656671" y="1539914"/>
                  </a:lnTo>
                  <a:lnTo>
                    <a:pt x="8618176" y="1614071"/>
                  </a:lnTo>
                  <a:lnTo>
                    <a:pt x="8579682" y="1688229"/>
                  </a:lnTo>
                  <a:lnTo>
                    <a:pt x="8541218" y="1761745"/>
                  </a:lnTo>
                  <a:lnTo>
                    <a:pt x="8502808" y="1834002"/>
                  </a:lnTo>
                  <a:lnTo>
                    <a:pt x="8464462" y="1904424"/>
                  </a:lnTo>
                  <a:lnTo>
                    <a:pt x="8426168" y="1972498"/>
                  </a:lnTo>
                  <a:lnTo>
                    <a:pt x="8387889" y="2037791"/>
                  </a:lnTo>
                  <a:lnTo>
                    <a:pt x="8349554" y="2099952"/>
                  </a:lnTo>
                  <a:lnTo>
                    <a:pt x="8311057" y="2158722"/>
                  </a:lnTo>
                  <a:lnTo>
                    <a:pt x="8272245" y="2213935"/>
                  </a:lnTo>
                  <a:lnTo>
                    <a:pt x="8232916" y="2265507"/>
                  </a:lnTo>
                  <a:lnTo>
                    <a:pt x="8192809" y="2313439"/>
                  </a:lnTo>
                  <a:lnTo>
                    <a:pt x="8151595" y="2357800"/>
                  </a:lnTo>
                  <a:lnTo>
                    <a:pt x="8151487" y="2357910"/>
                  </a:lnTo>
                  <a:lnTo>
                    <a:pt x="8104732" y="2402350"/>
                  </a:lnTo>
                  <a:lnTo>
                    <a:pt x="8055552" y="2442626"/>
                  </a:lnTo>
                  <a:lnTo>
                    <a:pt x="8003222" y="2478919"/>
                  </a:lnTo>
                  <a:lnTo>
                    <a:pt x="7946948" y="2511554"/>
                  </a:lnTo>
                  <a:lnTo>
                    <a:pt x="7885918" y="2540905"/>
                  </a:lnTo>
                  <a:lnTo>
                    <a:pt x="7819354" y="2567348"/>
                  </a:lnTo>
                  <a:lnTo>
                    <a:pt x="7746582" y="2591223"/>
                  </a:lnTo>
                  <a:lnTo>
                    <a:pt x="7667125" y="2612817"/>
                  </a:lnTo>
                  <a:lnTo>
                    <a:pt x="7580833" y="2632357"/>
                  </a:lnTo>
                  <a:lnTo>
                    <a:pt x="7488043" y="2650001"/>
                  </a:lnTo>
                  <a:lnTo>
                    <a:pt x="7389752" y="2665841"/>
                  </a:lnTo>
                  <a:lnTo>
                    <a:pt x="7287781" y="2679906"/>
                  </a:lnTo>
                  <a:lnTo>
                    <a:pt x="7184862" y="2692181"/>
                  </a:lnTo>
                  <a:lnTo>
                    <a:pt x="7084571" y="2702625"/>
                  </a:lnTo>
                  <a:lnTo>
                    <a:pt x="6991044" y="2711207"/>
                  </a:lnTo>
                  <a:lnTo>
                    <a:pt x="6908456" y="2717938"/>
                  </a:lnTo>
                  <a:lnTo>
                    <a:pt x="6840327" y="2722904"/>
                  </a:lnTo>
                  <a:lnTo>
                    <a:pt x="6788834" y="2726279"/>
                  </a:lnTo>
                  <a:lnTo>
                    <a:pt x="6754303" y="2728325"/>
                  </a:lnTo>
                  <a:lnTo>
                    <a:pt x="6735042" y="2729359"/>
                  </a:lnTo>
                  <a:lnTo>
                    <a:pt x="6727461" y="2729730"/>
                  </a:lnTo>
                  <a:lnTo>
                    <a:pt x="6726343" y="2729781"/>
                  </a:lnTo>
                  <a:lnTo>
                    <a:pt x="5254955" y="2729781"/>
                  </a:lnTo>
                  <a:lnTo>
                    <a:pt x="5253803" y="2729717"/>
                  </a:lnTo>
                  <a:lnTo>
                    <a:pt x="5246228" y="2729264"/>
                  </a:lnTo>
                  <a:lnTo>
                    <a:pt x="5227143" y="2728009"/>
                  </a:lnTo>
                  <a:lnTo>
                    <a:pt x="5193037" y="2725540"/>
                  </a:lnTo>
                  <a:lnTo>
                    <a:pt x="5142236" y="2721473"/>
                  </a:lnTo>
                  <a:lnTo>
                    <a:pt x="5075029" y="2715497"/>
                  </a:lnTo>
                  <a:lnTo>
                    <a:pt x="4993500" y="2707398"/>
                  </a:lnTo>
                  <a:lnTo>
                    <a:pt x="4901058" y="2697073"/>
                  </a:lnTo>
                  <a:lnTo>
                    <a:pt x="4801770" y="2684502"/>
                  </a:lnTo>
                  <a:lnTo>
                    <a:pt x="4699694" y="2669725"/>
                  </a:lnTo>
                  <a:lnTo>
                    <a:pt x="4598362" y="2652788"/>
                  </a:lnTo>
                  <a:lnTo>
                    <a:pt x="4500501" y="2633714"/>
                  </a:lnTo>
                  <a:lnTo>
                    <a:pt x="4407951" y="2612472"/>
                  </a:lnTo>
                  <a:lnTo>
                    <a:pt x="4321746" y="2588959"/>
                  </a:lnTo>
                  <a:lnTo>
                    <a:pt x="4242263" y="2562992"/>
                  </a:lnTo>
                  <a:lnTo>
                    <a:pt x="4169392" y="2534309"/>
                  </a:lnTo>
                  <a:lnTo>
                    <a:pt x="4102695" y="2502572"/>
                  </a:lnTo>
                  <a:lnTo>
                    <a:pt x="4041529" y="2467382"/>
                  </a:lnTo>
                  <a:lnTo>
                    <a:pt x="3985143" y="2428294"/>
                  </a:lnTo>
                  <a:lnTo>
                    <a:pt x="3932742" y="2384855"/>
                  </a:lnTo>
                  <a:lnTo>
                    <a:pt x="3883548" y="2336665"/>
                  </a:lnTo>
                  <a:lnTo>
                    <a:pt x="3836840" y="2283475"/>
                  </a:lnTo>
                  <a:lnTo>
                    <a:pt x="3829811" y="2274817"/>
                  </a:lnTo>
                  <a:lnTo>
                    <a:pt x="3791576" y="2224685"/>
                  </a:lnTo>
                  <a:lnTo>
                    <a:pt x="3754316" y="2170809"/>
                  </a:lnTo>
                  <a:lnTo>
                    <a:pt x="3717761" y="2113114"/>
                  </a:lnTo>
                  <a:lnTo>
                    <a:pt x="3681694" y="2051588"/>
                  </a:lnTo>
                  <a:lnTo>
                    <a:pt x="3645943" y="1986288"/>
                  </a:lnTo>
                  <a:lnTo>
                    <a:pt x="3610376" y="1917349"/>
                  </a:lnTo>
                  <a:lnTo>
                    <a:pt x="3574892" y="1844987"/>
                  </a:lnTo>
                  <a:lnTo>
                    <a:pt x="3539423" y="1769501"/>
                  </a:lnTo>
                  <a:lnTo>
                    <a:pt x="3503924" y="1691268"/>
                  </a:lnTo>
                  <a:lnTo>
                    <a:pt x="3468374" y="1610742"/>
                  </a:lnTo>
                  <a:lnTo>
                    <a:pt x="3432771" y="1528441"/>
                  </a:lnTo>
                  <a:lnTo>
                    <a:pt x="3397124" y="1444936"/>
                  </a:lnTo>
                  <a:lnTo>
                    <a:pt x="3361453" y="1360835"/>
                  </a:lnTo>
                  <a:lnTo>
                    <a:pt x="3325784" y="1276765"/>
                  </a:lnTo>
                  <a:lnTo>
                    <a:pt x="3290140" y="1193350"/>
                  </a:lnTo>
                  <a:lnTo>
                    <a:pt x="3254541" y="1111196"/>
                  </a:lnTo>
                  <a:lnTo>
                    <a:pt x="3218997" y="1030869"/>
                  </a:lnTo>
                  <a:lnTo>
                    <a:pt x="3183502" y="952882"/>
                  </a:lnTo>
                  <a:lnTo>
                    <a:pt x="3148033" y="877682"/>
                  </a:lnTo>
                  <a:lnTo>
                    <a:pt x="3112545" y="805638"/>
                  </a:lnTo>
                  <a:lnTo>
                    <a:pt x="3076965" y="737042"/>
                  </a:lnTo>
                  <a:lnTo>
                    <a:pt x="3041190" y="672101"/>
                  </a:lnTo>
                  <a:lnTo>
                    <a:pt x="3005085" y="610942"/>
                  </a:lnTo>
                  <a:lnTo>
                    <a:pt x="2968472" y="553616"/>
                  </a:lnTo>
                  <a:lnTo>
                    <a:pt x="2931131" y="500105"/>
                  </a:lnTo>
                  <a:lnTo>
                    <a:pt x="2896531" y="454963"/>
                  </a:lnTo>
                  <a:lnTo>
                    <a:pt x="2850148" y="400996"/>
                  </a:lnTo>
                  <a:lnTo>
                    <a:pt x="2801383" y="352045"/>
                  </a:lnTo>
                  <a:lnTo>
                    <a:pt x="2749527" y="307896"/>
                  </a:lnTo>
                  <a:lnTo>
                    <a:pt x="2693808" y="268165"/>
                  </a:lnTo>
                  <a:lnTo>
                    <a:pt x="2633431" y="232403"/>
                  </a:lnTo>
                  <a:lnTo>
                    <a:pt x="2567633" y="200161"/>
                  </a:lnTo>
                  <a:lnTo>
                    <a:pt x="2495750" y="171031"/>
                  </a:lnTo>
                  <a:lnTo>
                    <a:pt x="2417304" y="144664"/>
                  </a:lnTo>
                  <a:lnTo>
                    <a:pt x="2332126" y="120785"/>
                  </a:lnTo>
                  <a:lnTo>
                    <a:pt x="2240507" y="99202"/>
                  </a:lnTo>
                  <a:lnTo>
                    <a:pt x="2143367" y="79797"/>
                  </a:lnTo>
                  <a:lnTo>
                    <a:pt x="2042416" y="62530"/>
                  </a:lnTo>
                  <a:lnTo>
                    <a:pt x="1940241" y="47416"/>
                  </a:lnTo>
                  <a:lnTo>
                    <a:pt x="1840266" y="34502"/>
                  </a:lnTo>
                  <a:lnTo>
                    <a:pt x="1746495" y="23829"/>
                  </a:lnTo>
                  <a:lnTo>
                    <a:pt x="1663035" y="15391"/>
                  </a:lnTo>
                  <a:lnTo>
                    <a:pt x="1593441" y="9098"/>
                  </a:lnTo>
                  <a:lnTo>
                    <a:pt x="1540041" y="4755"/>
                  </a:lnTo>
                  <a:lnTo>
                    <a:pt x="1503419" y="2063"/>
                  </a:lnTo>
                  <a:lnTo>
                    <a:pt x="1482200" y="648"/>
                  </a:lnTo>
                  <a:lnTo>
                    <a:pt x="1473145" y="98"/>
                  </a:lnTo>
                  <a:lnTo>
                    <a:pt x="1471392" y="0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44" name="pg644"/>
            <p:cNvSpPr/>
            <p:nvPr/>
          </p:nvSpPr>
          <p:spPr>
            <a:xfrm>
              <a:off x="4799595" y="5323036"/>
              <a:ext cx="11981298" cy="2770646"/>
            </a:xfrm>
            <a:custGeom>
              <a:avLst/>
              <a:pathLst>
                <a:path w="11981298" h="2770646">
                  <a:moveTo>
                    <a:pt x="0" y="24518"/>
                  </a:moveTo>
                  <a:lnTo>
                    <a:pt x="1471387" y="24518"/>
                  </a:lnTo>
                  <a:lnTo>
                    <a:pt x="1472539" y="24582"/>
                  </a:lnTo>
                  <a:lnTo>
                    <a:pt x="1480107" y="25039"/>
                  </a:lnTo>
                  <a:lnTo>
                    <a:pt x="1499178" y="26299"/>
                  </a:lnTo>
                  <a:lnTo>
                    <a:pt x="1533259" y="28781"/>
                  </a:lnTo>
                  <a:lnTo>
                    <a:pt x="1584024" y="32869"/>
                  </a:lnTo>
                  <a:lnTo>
                    <a:pt x="1651189" y="38876"/>
                  </a:lnTo>
                  <a:lnTo>
                    <a:pt x="1732672" y="47017"/>
                  </a:lnTo>
                  <a:lnTo>
                    <a:pt x="1825069" y="57397"/>
                  </a:lnTo>
                  <a:lnTo>
                    <a:pt x="1924319" y="70034"/>
                  </a:lnTo>
                  <a:lnTo>
                    <a:pt x="2026365" y="84890"/>
                  </a:lnTo>
                  <a:lnTo>
                    <a:pt x="2127675" y="101917"/>
                  </a:lnTo>
                  <a:lnTo>
                    <a:pt x="2225523" y="121093"/>
                  </a:lnTo>
                  <a:lnTo>
                    <a:pt x="2318068" y="142448"/>
                  </a:lnTo>
                  <a:lnTo>
                    <a:pt x="2404274" y="166087"/>
                  </a:lnTo>
                  <a:lnTo>
                    <a:pt x="2483762" y="192192"/>
                  </a:lnTo>
                  <a:lnTo>
                    <a:pt x="2556641" y="221027"/>
                  </a:lnTo>
                  <a:lnTo>
                    <a:pt x="2623346" y="252929"/>
                  </a:lnTo>
                  <a:lnTo>
                    <a:pt x="2684520" y="288302"/>
                  </a:lnTo>
                  <a:lnTo>
                    <a:pt x="2740913" y="327592"/>
                  </a:lnTo>
                  <a:lnTo>
                    <a:pt x="2793318" y="371254"/>
                  </a:lnTo>
                  <a:lnTo>
                    <a:pt x="2842515" y="419691"/>
                  </a:lnTo>
                  <a:lnTo>
                    <a:pt x="2889223" y="473155"/>
                  </a:lnTo>
                  <a:lnTo>
                    <a:pt x="2896531" y="482206"/>
                  </a:lnTo>
                  <a:lnTo>
                    <a:pt x="2934677" y="532515"/>
                  </a:lnTo>
                  <a:lnTo>
                    <a:pt x="2971852" y="586572"/>
                  </a:lnTo>
                  <a:lnTo>
                    <a:pt x="3008324" y="644453"/>
                  </a:lnTo>
                  <a:lnTo>
                    <a:pt x="3044309" y="706170"/>
                  </a:lnTo>
                  <a:lnTo>
                    <a:pt x="3079977" y="771666"/>
                  </a:lnTo>
                  <a:lnTo>
                    <a:pt x="3115462" y="840807"/>
                  </a:lnTo>
                  <a:lnTo>
                    <a:pt x="3150863" y="913379"/>
                  </a:lnTo>
                  <a:lnTo>
                    <a:pt x="3186248" y="989086"/>
                  </a:lnTo>
                  <a:lnTo>
                    <a:pt x="3221662" y="1067550"/>
                  </a:lnTo>
                  <a:lnTo>
                    <a:pt x="3257127" y="1148321"/>
                  </a:lnTo>
                  <a:lnTo>
                    <a:pt x="3292645" y="1230882"/>
                  </a:lnTo>
                  <a:lnTo>
                    <a:pt x="3328207" y="1314663"/>
                  </a:lnTo>
                  <a:lnTo>
                    <a:pt x="3363793" y="1399059"/>
                  </a:lnTo>
                  <a:lnTo>
                    <a:pt x="3399379" y="1483443"/>
                  </a:lnTo>
                  <a:lnTo>
                    <a:pt x="3434939" y="1567192"/>
                  </a:lnTo>
                  <a:lnTo>
                    <a:pt x="3470456" y="1649700"/>
                  </a:lnTo>
                  <a:lnTo>
                    <a:pt x="3505918" y="1730399"/>
                  </a:lnTo>
                  <a:lnTo>
                    <a:pt x="3541331" y="1808774"/>
                  </a:lnTo>
                  <a:lnTo>
                    <a:pt x="3576716" y="1884377"/>
                  </a:lnTo>
                  <a:lnTo>
                    <a:pt x="3612118" y="1956833"/>
                  </a:lnTo>
                  <a:lnTo>
                    <a:pt x="3647608" y="2025850"/>
                  </a:lnTo>
                  <a:lnTo>
                    <a:pt x="3683285" y="2091216"/>
                  </a:lnTo>
                  <a:lnTo>
                    <a:pt x="3719283" y="2152800"/>
                  </a:lnTo>
                  <a:lnTo>
                    <a:pt x="3755776" y="2210546"/>
                  </a:lnTo>
                  <a:lnTo>
                    <a:pt x="3792980" y="2264470"/>
                  </a:lnTo>
                  <a:lnTo>
                    <a:pt x="3829811" y="2312958"/>
                  </a:lnTo>
                  <a:lnTo>
                    <a:pt x="3876181" y="2367234"/>
                  </a:lnTo>
                  <a:lnTo>
                    <a:pt x="3924932" y="2416467"/>
                  </a:lnTo>
                  <a:lnTo>
                    <a:pt x="3976770" y="2460871"/>
                  </a:lnTo>
                  <a:lnTo>
                    <a:pt x="4032470" y="2500832"/>
                  </a:lnTo>
                  <a:lnTo>
                    <a:pt x="4092824" y="2536803"/>
                  </a:lnTo>
                  <a:lnTo>
                    <a:pt x="4158595" y="2569234"/>
                  </a:lnTo>
                  <a:lnTo>
                    <a:pt x="4230446" y="2598536"/>
                  </a:lnTo>
                  <a:lnTo>
                    <a:pt x="4308856" y="2625060"/>
                  </a:lnTo>
                  <a:lnTo>
                    <a:pt x="4393995" y="2649080"/>
                  </a:lnTo>
                  <a:lnTo>
                    <a:pt x="4485573" y="2670793"/>
                  </a:lnTo>
                  <a:lnTo>
                    <a:pt x="4582672" y="2690314"/>
                  </a:lnTo>
                  <a:lnTo>
                    <a:pt x="4683587" y="2707687"/>
                  </a:lnTo>
                  <a:lnTo>
                    <a:pt x="4785734" y="2722895"/>
                  </a:lnTo>
                  <a:lnTo>
                    <a:pt x="4885697" y="2735891"/>
                  </a:lnTo>
                  <a:lnTo>
                    <a:pt x="4979475" y="2746634"/>
                  </a:lnTo>
                  <a:lnTo>
                    <a:pt x="5062965" y="2755129"/>
                  </a:lnTo>
                  <a:lnTo>
                    <a:pt x="5132609" y="2761468"/>
                  </a:lnTo>
                  <a:lnTo>
                    <a:pt x="5186076" y="2765845"/>
                  </a:lnTo>
                  <a:lnTo>
                    <a:pt x="5222773" y="2768560"/>
                  </a:lnTo>
                  <a:lnTo>
                    <a:pt x="5244061" y="2769989"/>
                  </a:lnTo>
                  <a:lnTo>
                    <a:pt x="5253171" y="2770546"/>
                  </a:lnTo>
                  <a:lnTo>
                    <a:pt x="5254955" y="2770646"/>
                  </a:lnTo>
                  <a:lnTo>
                    <a:pt x="6726343" y="2770646"/>
                  </a:lnTo>
                  <a:lnTo>
                    <a:pt x="6727555" y="2770610"/>
                  </a:lnTo>
                  <a:lnTo>
                    <a:pt x="6735512" y="2770355"/>
                  </a:lnTo>
                  <a:lnTo>
                    <a:pt x="6755531" y="2769651"/>
                  </a:lnTo>
                  <a:lnTo>
                    <a:pt x="6791227" y="2768266"/>
                  </a:lnTo>
                  <a:lnTo>
                    <a:pt x="6844238" y="2765986"/>
                  </a:lnTo>
                  <a:lnTo>
                    <a:pt x="6914104" y="2762640"/>
                  </a:lnTo>
                  <a:lnTo>
                    <a:pt x="6998474" y="2758116"/>
                  </a:lnTo>
                  <a:lnTo>
                    <a:pt x="7093649" y="2752360"/>
                  </a:lnTo>
                  <a:lnTo>
                    <a:pt x="7195313" y="2745367"/>
                  </a:lnTo>
                  <a:lnTo>
                    <a:pt x="7299251" y="2737162"/>
                  </a:lnTo>
                  <a:lnTo>
                    <a:pt x="7401868" y="2727770"/>
                  </a:lnTo>
                  <a:lnTo>
                    <a:pt x="7500465" y="2717198"/>
                  </a:lnTo>
                  <a:lnTo>
                    <a:pt x="7593282" y="2705422"/>
                  </a:lnTo>
                  <a:lnTo>
                    <a:pt x="7679395" y="2692374"/>
                  </a:lnTo>
                  <a:lnTo>
                    <a:pt x="7758541" y="2677942"/>
                  </a:lnTo>
                  <a:lnTo>
                    <a:pt x="7830935" y="2661968"/>
                  </a:lnTo>
                  <a:lnTo>
                    <a:pt x="7897108" y="2644252"/>
                  </a:lnTo>
                  <a:lnTo>
                    <a:pt x="7957778" y="2624561"/>
                  </a:lnTo>
                  <a:lnTo>
                    <a:pt x="8013756" y="2602641"/>
                  </a:lnTo>
                  <a:lnTo>
                    <a:pt x="8065877" y="2578245"/>
                  </a:lnTo>
                  <a:lnTo>
                    <a:pt x="8114948" y="2551168"/>
                  </a:lnTo>
                  <a:lnTo>
                    <a:pt x="8151487" y="2528180"/>
                  </a:lnTo>
                  <a:lnTo>
                    <a:pt x="8198468" y="2494962"/>
                  </a:lnTo>
                  <a:lnTo>
                    <a:pt x="8244067" y="2458697"/>
                  </a:lnTo>
                  <a:lnTo>
                    <a:pt x="8288753" y="2419329"/>
                  </a:lnTo>
                  <a:lnTo>
                    <a:pt x="8332885" y="2376887"/>
                  </a:lnTo>
                  <a:lnTo>
                    <a:pt x="8376723" y="2331493"/>
                  </a:lnTo>
                  <a:lnTo>
                    <a:pt x="8420453" y="2283364"/>
                  </a:lnTo>
                  <a:lnTo>
                    <a:pt x="8464190" y="2232821"/>
                  </a:lnTo>
                  <a:lnTo>
                    <a:pt x="8507994" y="2180281"/>
                  </a:lnTo>
                  <a:lnTo>
                    <a:pt x="8551881" y="2126244"/>
                  </a:lnTo>
                  <a:lnTo>
                    <a:pt x="8595830" y="2071279"/>
                  </a:lnTo>
                  <a:lnTo>
                    <a:pt x="8639803" y="2015997"/>
                  </a:lnTo>
                  <a:lnTo>
                    <a:pt x="8683753" y="1961024"/>
                  </a:lnTo>
                  <a:lnTo>
                    <a:pt x="8727641" y="1906970"/>
                  </a:lnTo>
                  <a:lnTo>
                    <a:pt x="8771446" y="1854405"/>
                  </a:lnTo>
                  <a:lnTo>
                    <a:pt x="8815184" y="1803831"/>
                  </a:lnTo>
                  <a:lnTo>
                    <a:pt x="8858913" y="1755666"/>
                  </a:lnTo>
                  <a:lnTo>
                    <a:pt x="8902749" y="1710231"/>
                  </a:lnTo>
                  <a:lnTo>
                    <a:pt x="8946874" y="1667747"/>
                  </a:lnTo>
                  <a:lnTo>
                    <a:pt x="8991551" y="1628335"/>
                  </a:lnTo>
                  <a:lnTo>
                    <a:pt x="9037134" y="1592026"/>
                  </a:lnTo>
                  <a:lnTo>
                    <a:pt x="9084092" y="1558766"/>
                  </a:lnTo>
                  <a:lnTo>
                    <a:pt x="9084767" y="1558318"/>
                  </a:lnTo>
                  <a:lnTo>
                    <a:pt x="9131970" y="1529083"/>
                  </a:lnTo>
                  <a:lnTo>
                    <a:pt x="9181651" y="1502614"/>
                  </a:lnTo>
                  <a:lnTo>
                    <a:pt x="9234557" y="1478787"/>
                  </a:lnTo>
                  <a:lnTo>
                    <a:pt x="9291503" y="1457385"/>
                  </a:lnTo>
                  <a:lnTo>
                    <a:pt x="9353327" y="1438153"/>
                  </a:lnTo>
                  <a:lnTo>
                    <a:pt x="9420823" y="1420843"/>
                  </a:lnTo>
                  <a:lnTo>
                    <a:pt x="9494679" y="1405226"/>
                  </a:lnTo>
                  <a:lnTo>
                    <a:pt x="9575366" y="1391114"/>
                  </a:lnTo>
                  <a:lnTo>
                    <a:pt x="9663009" y="1378356"/>
                  </a:lnTo>
                  <a:lnTo>
                    <a:pt x="9757215" y="1366852"/>
                  </a:lnTo>
                  <a:lnTo>
                    <a:pt x="9856889" y="1356543"/>
                  </a:lnTo>
                  <a:lnTo>
                    <a:pt x="9960066" y="1347412"/>
                  </a:lnTo>
                  <a:lnTo>
                    <a:pt x="10063837" y="1339473"/>
                  </a:lnTo>
                  <a:lnTo>
                    <a:pt x="10164439" y="1332754"/>
                  </a:lnTo>
                  <a:lnTo>
                    <a:pt x="10257579" y="1327273"/>
                  </a:lnTo>
                  <a:lnTo>
                    <a:pt x="10339013" y="1323017"/>
                  </a:lnTo>
                  <a:lnTo>
                    <a:pt x="10405282" y="1319920"/>
                  </a:lnTo>
                  <a:lnTo>
                    <a:pt x="10454417" y="1317855"/>
                  </a:lnTo>
                  <a:lnTo>
                    <a:pt x="10486420" y="1316640"/>
                  </a:lnTo>
                  <a:lnTo>
                    <a:pt x="10503386" y="1316056"/>
                  </a:lnTo>
                  <a:lnTo>
                    <a:pt x="10509332" y="1315869"/>
                  </a:lnTo>
                  <a:lnTo>
                    <a:pt x="10509911" y="1315852"/>
                  </a:lnTo>
                  <a:lnTo>
                    <a:pt x="11981298" y="1315852"/>
                  </a:lnTo>
                  <a:lnTo>
                    <a:pt x="11981298" y="1291333"/>
                  </a:lnTo>
                  <a:lnTo>
                    <a:pt x="10509911" y="1291333"/>
                  </a:lnTo>
                  <a:lnTo>
                    <a:pt x="10508699" y="1291369"/>
                  </a:lnTo>
                  <a:lnTo>
                    <a:pt x="10500741" y="1291624"/>
                  </a:lnTo>
                  <a:lnTo>
                    <a:pt x="10480722" y="1292328"/>
                  </a:lnTo>
                  <a:lnTo>
                    <a:pt x="10445026" y="1293713"/>
                  </a:lnTo>
                  <a:lnTo>
                    <a:pt x="10392015" y="1295994"/>
                  </a:lnTo>
                  <a:lnTo>
                    <a:pt x="10322149" y="1299339"/>
                  </a:lnTo>
                  <a:lnTo>
                    <a:pt x="10237779" y="1303863"/>
                  </a:lnTo>
                  <a:lnTo>
                    <a:pt x="10142605" y="1309620"/>
                  </a:lnTo>
                  <a:lnTo>
                    <a:pt x="10040940" y="1316612"/>
                  </a:lnTo>
                  <a:lnTo>
                    <a:pt x="9937002" y="1324817"/>
                  </a:lnTo>
                  <a:lnTo>
                    <a:pt x="9834385" y="1334210"/>
                  </a:lnTo>
                  <a:lnTo>
                    <a:pt x="9735788" y="1344781"/>
                  </a:lnTo>
                  <a:lnTo>
                    <a:pt x="9642971" y="1356557"/>
                  </a:lnTo>
                  <a:lnTo>
                    <a:pt x="9556858" y="1369605"/>
                  </a:lnTo>
                  <a:lnTo>
                    <a:pt x="9477712" y="1384037"/>
                  </a:lnTo>
                  <a:lnTo>
                    <a:pt x="9405318" y="1400011"/>
                  </a:lnTo>
                  <a:lnTo>
                    <a:pt x="9339145" y="1417727"/>
                  </a:lnTo>
                  <a:lnTo>
                    <a:pt x="9278475" y="1437418"/>
                  </a:lnTo>
                  <a:lnTo>
                    <a:pt x="9222497" y="1459338"/>
                  </a:lnTo>
                  <a:lnTo>
                    <a:pt x="9170376" y="1483734"/>
                  </a:lnTo>
                  <a:lnTo>
                    <a:pt x="9121306" y="1510811"/>
                  </a:lnTo>
                  <a:lnTo>
                    <a:pt x="9084767" y="1533799"/>
                  </a:lnTo>
                  <a:lnTo>
                    <a:pt x="9037785" y="1567017"/>
                  </a:lnTo>
                  <a:lnTo>
                    <a:pt x="8992187" y="1603283"/>
                  </a:lnTo>
                  <a:lnTo>
                    <a:pt x="8947500" y="1642650"/>
                  </a:lnTo>
                  <a:lnTo>
                    <a:pt x="8903369" y="1685092"/>
                  </a:lnTo>
                  <a:lnTo>
                    <a:pt x="8859530" y="1730486"/>
                  </a:lnTo>
                  <a:lnTo>
                    <a:pt x="8815800" y="1778615"/>
                  </a:lnTo>
                  <a:lnTo>
                    <a:pt x="8772063" y="1829158"/>
                  </a:lnTo>
                  <a:lnTo>
                    <a:pt x="8728259" y="1881698"/>
                  </a:lnTo>
                  <a:lnTo>
                    <a:pt x="8684373" y="1935735"/>
                  </a:lnTo>
                  <a:lnTo>
                    <a:pt x="8640423" y="1990700"/>
                  </a:lnTo>
                  <a:lnTo>
                    <a:pt x="8596450" y="2045982"/>
                  </a:lnTo>
                  <a:lnTo>
                    <a:pt x="8552500" y="2100955"/>
                  </a:lnTo>
                  <a:lnTo>
                    <a:pt x="8508613" y="2155009"/>
                  </a:lnTo>
                  <a:lnTo>
                    <a:pt x="8464807" y="2207574"/>
                  </a:lnTo>
                  <a:lnTo>
                    <a:pt x="8421069" y="2258148"/>
                  </a:lnTo>
                  <a:lnTo>
                    <a:pt x="8377340" y="2306313"/>
                  </a:lnTo>
                  <a:lnTo>
                    <a:pt x="8333504" y="2351748"/>
                  </a:lnTo>
                  <a:lnTo>
                    <a:pt x="8289379" y="2394233"/>
                  </a:lnTo>
                  <a:lnTo>
                    <a:pt x="8244702" y="2433644"/>
                  </a:lnTo>
                  <a:lnTo>
                    <a:pt x="8199119" y="2469953"/>
                  </a:lnTo>
                  <a:lnTo>
                    <a:pt x="8152161" y="2503214"/>
                  </a:lnTo>
                  <a:lnTo>
                    <a:pt x="8151487" y="2503661"/>
                  </a:lnTo>
                  <a:lnTo>
                    <a:pt x="8104284" y="2532896"/>
                  </a:lnTo>
                  <a:lnTo>
                    <a:pt x="8054602" y="2559365"/>
                  </a:lnTo>
                  <a:lnTo>
                    <a:pt x="8001697" y="2583192"/>
                  </a:lnTo>
                  <a:lnTo>
                    <a:pt x="7944750" y="2604595"/>
                  </a:lnTo>
                  <a:lnTo>
                    <a:pt x="7882927" y="2623826"/>
                  </a:lnTo>
                  <a:lnTo>
                    <a:pt x="7815430" y="2641137"/>
                  </a:lnTo>
                  <a:lnTo>
                    <a:pt x="7741575" y="2656753"/>
                  </a:lnTo>
                  <a:lnTo>
                    <a:pt x="7660887" y="2670865"/>
                  </a:lnTo>
                  <a:lnTo>
                    <a:pt x="7573244" y="2683623"/>
                  </a:lnTo>
                  <a:lnTo>
                    <a:pt x="7479038" y="2695127"/>
                  </a:lnTo>
                  <a:lnTo>
                    <a:pt x="7379365" y="2705436"/>
                  </a:lnTo>
                  <a:lnTo>
                    <a:pt x="7276188" y="2714567"/>
                  </a:lnTo>
                  <a:lnTo>
                    <a:pt x="7172416" y="2722506"/>
                  </a:lnTo>
                  <a:lnTo>
                    <a:pt x="7071814" y="2729225"/>
                  </a:lnTo>
                  <a:lnTo>
                    <a:pt x="6978675" y="2734706"/>
                  </a:lnTo>
                  <a:lnTo>
                    <a:pt x="6897240" y="2738962"/>
                  </a:lnTo>
                  <a:lnTo>
                    <a:pt x="6830971" y="2742059"/>
                  </a:lnTo>
                  <a:lnTo>
                    <a:pt x="6781836" y="2744124"/>
                  </a:lnTo>
                  <a:lnTo>
                    <a:pt x="6749834" y="2745339"/>
                  </a:lnTo>
                  <a:lnTo>
                    <a:pt x="6732867" y="2745924"/>
                  </a:lnTo>
                  <a:lnTo>
                    <a:pt x="6726921" y="2746110"/>
                  </a:lnTo>
                  <a:lnTo>
                    <a:pt x="6726343" y="2746127"/>
                  </a:lnTo>
                  <a:lnTo>
                    <a:pt x="5254955" y="2746127"/>
                  </a:lnTo>
                  <a:lnTo>
                    <a:pt x="5253804" y="2746063"/>
                  </a:lnTo>
                  <a:lnTo>
                    <a:pt x="5246235" y="2745607"/>
                  </a:lnTo>
                  <a:lnTo>
                    <a:pt x="5227164" y="2744346"/>
                  </a:lnTo>
                  <a:lnTo>
                    <a:pt x="5193083" y="2741864"/>
                  </a:lnTo>
                  <a:lnTo>
                    <a:pt x="5142318" y="2737777"/>
                  </a:lnTo>
                  <a:lnTo>
                    <a:pt x="5075154" y="2731769"/>
                  </a:lnTo>
                  <a:lnTo>
                    <a:pt x="4993670" y="2723628"/>
                  </a:lnTo>
                  <a:lnTo>
                    <a:pt x="4901273" y="2713248"/>
                  </a:lnTo>
                  <a:lnTo>
                    <a:pt x="4802023" y="2700612"/>
                  </a:lnTo>
                  <a:lnTo>
                    <a:pt x="4699977" y="2685755"/>
                  </a:lnTo>
                  <a:lnTo>
                    <a:pt x="4598667" y="2668728"/>
                  </a:lnTo>
                  <a:lnTo>
                    <a:pt x="4500819" y="2649552"/>
                  </a:lnTo>
                  <a:lnTo>
                    <a:pt x="4408274" y="2628197"/>
                  </a:lnTo>
                  <a:lnTo>
                    <a:pt x="4322068" y="2604558"/>
                  </a:lnTo>
                  <a:lnTo>
                    <a:pt x="4242580" y="2578453"/>
                  </a:lnTo>
                  <a:lnTo>
                    <a:pt x="4169701" y="2549619"/>
                  </a:lnTo>
                  <a:lnTo>
                    <a:pt x="4102996" y="2517716"/>
                  </a:lnTo>
                  <a:lnTo>
                    <a:pt x="4041822" y="2482343"/>
                  </a:lnTo>
                  <a:lnTo>
                    <a:pt x="3985429" y="2443053"/>
                  </a:lnTo>
                  <a:lnTo>
                    <a:pt x="3933024" y="2399391"/>
                  </a:lnTo>
                  <a:lnTo>
                    <a:pt x="3883827" y="2350954"/>
                  </a:lnTo>
                  <a:lnTo>
                    <a:pt x="3837119" y="2297490"/>
                  </a:lnTo>
                  <a:lnTo>
                    <a:pt x="3829811" y="2288439"/>
                  </a:lnTo>
                  <a:lnTo>
                    <a:pt x="3791665" y="2238130"/>
                  </a:lnTo>
                  <a:lnTo>
                    <a:pt x="3754490" y="2184073"/>
                  </a:lnTo>
                  <a:lnTo>
                    <a:pt x="3718018" y="2126193"/>
                  </a:lnTo>
                  <a:lnTo>
                    <a:pt x="3682033" y="2064476"/>
                  </a:lnTo>
                  <a:lnTo>
                    <a:pt x="3646365" y="1998980"/>
                  </a:lnTo>
                  <a:lnTo>
                    <a:pt x="3610880" y="1929838"/>
                  </a:lnTo>
                  <a:lnTo>
                    <a:pt x="3575479" y="1857266"/>
                  </a:lnTo>
                  <a:lnTo>
                    <a:pt x="3540094" y="1781560"/>
                  </a:lnTo>
                  <a:lnTo>
                    <a:pt x="3504680" y="1703095"/>
                  </a:lnTo>
                  <a:lnTo>
                    <a:pt x="3469215" y="1622324"/>
                  </a:lnTo>
                  <a:lnTo>
                    <a:pt x="3433697" y="1539764"/>
                  </a:lnTo>
                  <a:lnTo>
                    <a:pt x="3398135" y="1455982"/>
                  </a:lnTo>
                  <a:lnTo>
                    <a:pt x="3362549" y="1371587"/>
                  </a:lnTo>
                  <a:lnTo>
                    <a:pt x="3326964" y="1287202"/>
                  </a:lnTo>
                  <a:lnTo>
                    <a:pt x="3291403" y="1203453"/>
                  </a:lnTo>
                  <a:lnTo>
                    <a:pt x="3255886" y="1120946"/>
                  </a:lnTo>
                  <a:lnTo>
                    <a:pt x="3220424" y="1040247"/>
                  </a:lnTo>
                  <a:lnTo>
                    <a:pt x="3185011" y="961872"/>
                  </a:lnTo>
                  <a:lnTo>
                    <a:pt x="3149626" y="886269"/>
                  </a:lnTo>
                  <a:lnTo>
                    <a:pt x="3114224" y="813812"/>
                  </a:lnTo>
                  <a:lnTo>
                    <a:pt x="3078734" y="744795"/>
                  </a:lnTo>
                  <a:lnTo>
                    <a:pt x="3043057" y="679429"/>
                  </a:lnTo>
                  <a:lnTo>
                    <a:pt x="3007059" y="617846"/>
                  </a:lnTo>
                  <a:lnTo>
                    <a:pt x="2970566" y="560099"/>
                  </a:lnTo>
                  <a:lnTo>
                    <a:pt x="2933362" y="506175"/>
                  </a:lnTo>
                  <a:lnTo>
                    <a:pt x="2896531" y="457687"/>
                  </a:lnTo>
                  <a:lnTo>
                    <a:pt x="2850162" y="403411"/>
                  </a:lnTo>
                  <a:lnTo>
                    <a:pt x="2801411" y="354179"/>
                  </a:lnTo>
                  <a:lnTo>
                    <a:pt x="2749572" y="309775"/>
                  </a:lnTo>
                  <a:lnTo>
                    <a:pt x="2693872" y="269813"/>
                  </a:lnTo>
                  <a:lnTo>
                    <a:pt x="2633518" y="233842"/>
                  </a:lnTo>
                  <a:lnTo>
                    <a:pt x="2567748" y="201411"/>
                  </a:lnTo>
                  <a:lnTo>
                    <a:pt x="2495896" y="172109"/>
                  </a:lnTo>
                  <a:lnTo>
                    <a:pt x="2417486" y="145586"/>
                  </a:lnTo>
                  <a:lnTo>
                    <a:pt x="2332347" y="121566"/>
                  </a:lnTo>
                  <a:lnTo>
                    <a:pt x="2240769" y="99853"/>
                  </a:lnTo>
                  <a:lnTo>
                    <a:pt x="2143670" y="80331"/>
                  </a:lnTo>
                  <a:lnTo>
                    <a:pt x="2042755" y="62959"/>
                  </a:lnTo>
                  <a:lnTo>
                    <a:pt x="1940608" y="47751"/>
                  </a:lnTo>
                  <a:lnTo>
                    <a:pt x="1840646" y="34755"/>
                  </a:lnTo>
                  <a:lnTo>
                    <a:pt x="1746867" y="24012"/>
                  </a:lnTo>
                  <a:lnTo>
                    <a:pt x="1663377" y="15516"/>
                  </a:lnTo>
                  <a:lnTo>
                    <a:pt x="1593733" y="9178"/>
                  </a:lnTo>
                  <a:lnTo>
                    <a:pt x="1540266" y="4801"/>
                  </a:lnTo>
                  <a:lnTo>
                    <a:pt x="1503570" y="2086"/>
                  </a:lnTo>
                  <a:lnTo>
                    <a:pt x="1482281" y="657"/>
                  </a:lnTo>
                  <a:lnTo>
                    <a:pt x="1473171" y="100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645" name="pl645"/>
            <p:cNvSpPr/>
            <p:nvPr/>
          </p:nvSpPr>
          <p:spPr>
            <a:xfrm>
              <a:off x="4799595" y="5347555"/>
              <a:ext cx="11981298" cy="2746127"/>
            </a:xfrm>
            <a:custGeom>
              <a:avLst/>
              <a:pathLst>
                <a:path w="11981298" h="2746127">
                  <a:moveTo>
                    <a:pt x="0" y="0"/>
                  </a:moveTo>
                  <a:lnTo>
                    <a:pt x="1471387" y="0"/>
                  </a:lnTo>
                  <a:lnTo>
                    <a:pt x="1472539" y="63"/>
                  </a:lnTo>
                  <a:lnTo>
                    <a:pt x="1480107" y="520"/>
                  </a:lnTo>
                  <a:lnTo>
                    <a:pt x="1499178" y="1780"/>
                  </a:lnTo>
                  <a:lnTo>
                    <a:pt x="1533259" y="4262"/>
                  </a:lnTo>
                  <a:lnTo>
                    <a:pt x="1584024" y="8350"/>
                  </a:lnTo>
                  <a:lnTo>
                    <a:pt x="1651189" y="14357"/>
                  </a:lnTo>
                  <a:lnTo>
                    <a:pt x="1732672" y="22498"/>
                  </a:lnTo>
                  <a:lnTo>
                    <a:pt x="1825069" y="32878"/>
                  </a:lnTo>
                  <a:lnTo>
                    <a:pt x="1924319" y="45515"/>
                  </a:lnTo>
                  <a:lnTo>
                    <a:pt x="2026365" y="60371"/>
                  </a:lnTo>
                  <a:lnTo>
                    <a:pt x="2127675" y="77398"/>
                  </a:lnTo>
                  <a:lnTo>
                    <a:pt x="2225523" y="96574"/>
                  </a:lnTo>
                  <a:lnTo>
                    <a:pt x="2318068" y="117929"/>
                  </a:lnTo>
                  <a:lnTo>
                    <a:pt x="2404274" y="141568"/>
                  </a:lnTo>
                  <a:lnTo>
                    <a:pt x="2483762" y="167673"/>
                  </a:lnTo>
                  <a:lnTo>
                    <a:pt x="2556641" y="196508"/>
                  </a:lnTo>
                  <a:lnTo>
                    <a:pt x="2623346" y="228410"/>
                  </a:lnTo>
                  <a:lnTo>
                    <a:pt x="2684520" y="263783"/>
                  </a:lnTo>
                  <a:lnTo>
                    <a:pt x="2740913" y="303073"/>
                  </a:lnTo>
                  <a:lnTo>
                    <a:pt x="2793318" y="346735"/>
                  </a:lnTo>
                  <a:lnTo>
                    <a:pt x="2842515" y="395172"/>
                  </a:lnTo>
                  <a:lnTo>
                    <a:pt x="2889223" y="448636"/>
                  </a:lnTo>
                  <a:lnTo>
                    <a:pt x="2896531" y="457687"/>
                  </a:lnTo>
                  <a:lnTo>
                    <a:pt x="2934677" y="507996"/>
                  </a:lnTo>
                  <a:lnTo>
                    <a:pt x="2971852" y="562053"/>
                  </a:lnTo>
                  <a:lnTo>
                    <a:pt x="3008324" y="619934"/>
                  </a:lnTo>
                  <a:lnTo>
                    <a:pt x="3044309" y="681651"/>
                  </a:lnTo>
                  <a:lnTo>
                    <a:pt x="3079977" y="747147"/>
                  </a:lnTo>
                  <a:lnTo>
                    <a:pt x="3115462" y="816288"/>
                  </a:lnTo>
                  <a:lnTo>
                    <a:pt x="3150863" y="888860"/>
                  </a:lnTo>
                  <a:lnTo>
                    <a:pt x="3186248" y="964567"/>
                  </a:lnTo>
                  <a:lnTo>
                    <a:pt x="3221662" y="1043031"/>
                  </a:lnTo>
                  <a:lnTo>
                    <a:pt x="3257127" y="1123802"/>
                  </a:lnTo>
                  <a:lnTo>
                    <a:pt x="3292645" y="1206363"/>
                  </a:lnTo>
                  <a:lnTo>
                    <a:pt x="3328207" y="1290144"/>
                  </a:lnTo>
                  <a:lnTo>
                    <a:pt x="3363793" y="1374540"/>
                  </a:lnTo>
                  <a:lnTo>
                    <a:pt x="3399379" y="1458924"/>
                  </a:lnTo>
                  <a:lnTo>
                    <a:pt x="3434939" y="1542673"/>
                  </a:lnTo>
                  <a:lnTo>
                    <a:pt x="3470456" y="1625181"/>
                  </a:lnTo>
                  <a:lnTo>
                    <a:pt x="3505918" y="1705880"/>
                  </a:lnTo>
                  <a:lnTo>
                    <a:pt x="3541331" y="1784255"/>
                  </a:lnTo>
                  <a:lnTo>
                    <a:pt x="3576716" y="1859858"/>
                  </a:lnTo>
                  <a:lnTo>
                    <a:pt x="3612118" y="1932314"/>
                  </a:lnTo>
                  <a:lnTo>
                    <a:pt x="3647608" y="2001331"/>
                  </a:lnTo>
                  <a:lnTo>
                    <a:pt x="3683285" y="2066697"/>
                  </a:lnTo>
                  <a:lnTo>
                    <a:pt x="3719283" y="2128281"/>
                  </a:lnTo>
                  <a:lnTo>
                    <a:pt x="3755776" y="2186027"/>
                  </a:lnTo>
                  <a:lnTo>
                    <a:pt x="3792980" y="2239951"/>
                  </a:lnTo>
                  <a:lnTo>
                    <a:pt x="3829811" y="2288439"/>
                  </a:lnTo>
                  <a:lnTo>
                    <a:pt x="3876181" y="2342715"/>
                  </a:lnTo>
                  <a:lnTo>
                    <a:pt x="3924932" y="2391948"/>
                  </a:lnTo>
                  <a:lnTo>
                    <a:pt x="3976770" y="2436352"/>
                  </a:lnTo>
                  <a:lnTo>
                    <a:pt x="4032470" y="2476313"/>
                  </a:lnTo>
                  <a:lnTo>
                    <a:pt x="4092824" y="2512284"/>
                  </a:lnTo>
                  <a:lnTo>
                    <a:pt x="4158595" y="2544715"/>
                  </a:lnTo>
                  <a:lnTo>
                    <a:pt x="4230446" y="2574017"/>
                  </a:lnTo>
                  <a:lnTo>
                    <a:pt x="4308856" y="2600541"/>
                  </a:lnTo>
                  <a:lnTo>
                    <a:pt x="4393995" y="2624561"/>
                  </a:lnTo>
                  <a:lnTo>
                    <a:pt x="4485573" y="2646274"/>
                  </a:lnTo>
                  <a:lnTo>
                    <a:pt x="4582672" y="2665795"/>
                  </a:lnTo>
                  <a:lnTo>
                    <a:pt x="4683587" y="2683168"/>
                  </a:lnTo>
                  <a:lnTo>
                    <a:pt x="4785734" y="2698376"/>
                  </a:lnTo>
                  <a:lnTo>
                    <a:pt x="4885697" y="2711372"/>
                  </a:lnTo>
                  <a:lnTo>
                    <a:pt x="4979475" y="2722115"/>
                  </a:lnTo>
                  <a:lnTo>
                    <a:pt x="5062965" y="2730610"/>
                  </a:lnTo>
                  <a:lnTo>
                    <a:pt x="5132609" y="2736949"/>
                  </a:lnTo>
                  <a:lnTo>
                    <a:pt x="5186076" y="2741326"/>
                  </a:lnTo>
                  <a:lnTo>
                    <a:pt x="5222773" y="2744041"/>
                  </a:lnTo>
                  <a:lnTo>
                    <a:pt x="5244061" y="2745470"/>
                  </a:lnTo>
                  <a:lnTo>
                    <a:pt x="5253171" y="2746027"/>
                  </a:lnTo>
                  <a:lnTo>
                    <a:pt x="5254950" y="2746127"/>
                  </a:lnTo>
                  <a:lnTo>
                    <a:pt x="5254955" y="2746127"/>
                  </a:lnTo>
                  <a:lnTo>
                    <a:pt x="6726343" y="2746127"/>
                  </a:lnTo>
                  <a:lnTo>
                    <a:pt x="6727555" y="2746091"/>
                  </a:lnTo>
                  <a:lnTo>
                    <a:pt x="6735512" y="2745836"/>
                  </a:lnTo>
                  <a:lnTo>
                    <a:pt x="6755531" y="2745132"/>
                  </a:lnTo>
                  <a:lnTo>
                    <a:pt x="6791227" y="2743747"/>
                  </a:lnTo>
                  <a:lnTo>
                    <a:pt x="6844238" y="2741467"/>
                  </a:lnTo>
                  <a:lnTo>
                    <a:pt x="6914104" y="2738121"/>
                  </a:lnTo>
                  <a:lnTo>
                    <a:pt x="6998474" y="2733597"/>
                  </a:lnTo>
                  <a:lnTo>
                    <a:pt x="7093649" y="2727841"/>
                  </a:lnTo>
                  <a:lnTo>
                    <a:pt x="7195313" y="2720848"/>
                  </a:lnTo>
                  <a:lnTo>
                    <a:pt x="7299251" y="2712643"/>
                  </a:lnTo>
                  <a:lnTo>
                    <a:pt x="7401868" y="2703251"/>
                  </a:lnTo>
                  <a:lnTo>
                    <a:pt x="7500465" y="2692679"/>
                  </a:lnTo>
                  <a:lnTo>
                    <a:pt x="7593282" y="2680903"/>
                  </a:lnTo>
                  <a:lnTo>
                    <a:pt x="7679395" y="2667855"/>
                  </a:lnTo>
                  <a:lnTo>
                    <a:pt x="7758541" y="2653423"/>
                  </a:lnTo>
                  <a:lnTo>
                    <a:pt x="7830935" y="2637449"/>
                  </a:lnTo>
                  <a:lnTo>
                    <a:pt x="7897108" y="2619733"/>
                  </a:lnTo>
                  <a:lnTo>
                    <a:pt x="7957778" y="2600042"/>
                  </a:lnTo>
                  <a:lnTo>
                    <a:pt x="8013756" y="2578122"/>
                  </a:lnTo>
                  <a:lnTo>
                    <a:pt x="8065877" y="2553726"/>
                  </a:lnTo>
                  <a:lnTo>
                    <a:pt x="8114948" y="2526649"/>
                  </a:lnTo>
                  <a:lnTo>
                    <a:pt x="8151487" y="2503661"/>
                  </a:lnTo>
                  <a:lnTo>
                    <a:pt x="8198468" y="2470443"/>
                  </a:lnTo>
                  <a:lnTo>
                    <a:pt x="8244067" y="2434178"/>
                  </a:lnTo>
                  <a:lnTo>
                    <a:pt x="8288753" y="2394810"/>
                  </a:lnTo>
                  <a:lnTo>
                    <a:pt x="8332885" y="2352368"/>
                  </a:lnTo>
                  <a:lnTo>
                    <a:pt x="8376723" y="2306974"/>
                  </a:lnTo>
                  <a:lnTo>
                    <a:pt x="8420453" y="2258845"/>
                  </a:lnTo>
                  <a:lnTo>
                    <a:pt x="8464190" y="2208302"/>
                  </a:lnTo>
                  <a:lnTo>
                    <a:pt x="8507994" y="2155762"/>
                  </a:lnTo>
                  <a:lnTo>
                    <a:pt x="8551881" y="2101725"/>
                  </a:lnTo>
                  <a:lnTo>
                    <a:pt x="8595830" y="2046760"/>
                  </a:lnTo>
                  <a:lnTo>
                    <a:pt x="8639803" y="1991478"/>
                  </a:lnTo>
                  <a:lnTo>
                    <a:pt x="8683753" y="1936505"/>
                  </a:lnTo>
                  <a:lnTo>
                    <a:pt x="8727641" y="1882451"/>
                  </a:lnTo>
                  <a:lnTo>
                    <a:pt x="8771446" y="1829886"/>
                  </a:lnTo>
                  <a:lnTo>
                    <a:pt x="8815184" y="1779312"/>
                  </a:lnTo>
                  <a:lnTo>
                    <a:pt x="8858913" y="1731147"/>
                  </a:lnTo>
                  <a:lnTo>
                    <a:pt x="8902749" y="1685712"/>
                  </a:lnTo>
                  <a:lnTo>
                    <a:pt x="8946874" y="1643228"/>
                  </a:lnTo>
                  <a:lnTo>
                    <a:pt x="8991551" y="1603816"/>
                  </a:lnTo>
                  <a:lnTo>
                    <a:pt x="9037134" y="1567507"/>
                  </a:lnTo>
                  <a:lnTo>
                    <a:pt x="9084092" y="1534247"/>
                  </a:lnTo>
                  <a:lnTo>
                    <a:pt x="9084767" y="1533799"/>
                  </a:lnTo>
                  <a:lnTo>
                    <a:pt x="9131970" y="1504564"/>
                  </a:lnTo>
                  <a:lnTo>
                    <a:pt x="9181651" y="1478095"/>
                  </a:lnTo>
                  <a:lnTo>
                    <a:pt x="9234557" y="1454268"/>
                  </a:lnTo>
                  <a:lnTo>
                    <a:pt x="9291503" y="1432866"/>
                  </a:lnTo>
                  <a:lnTo>
                    <a:pt x="9353327" y="1413634"/>
                  </a:lnTo>
                  <a:lnTo>
                    <a:pt x="9420823" y="1396324"/>
                  </a:lnTo>
                  <a:lnTo>
                    <a:pt x="9494679" y="1380707"/>
                  </a:lnTo>
                  <a:lnTo>
                    <a:pt x="9575366" y="1366595"/>
                  </a:lnTo>
                  <a:lnTo>
                    <a:pt x="9663009" y="1353837"/>
                  </a:lnTo>
                  <a:lnTo>
                    <a:pt x="9757215" y="1342333"/>
                  </a:lnTo>
                  <a:lnTo>
                    <a:pt x="9856889" y="1332024"/>
                  </a:lnTo>
                  <a:lnTo>
                    <a:pt x="9960066" y="1322893"/>
                  </a:lnTo>
                  <a:lnTo>
                    <a:pt x="10063837" y="1314954"/>
                  </a:lnTo>
                  <a:lnTo>
                    <a:pt x="10164439" y="1308235"/>
                  </a:lnTo>
                  <a:lnTo>
                    <a:pt x="10257579" y="1302754"/>
                  </a:lnTo>
                  <a:lnTo>
                    <a:pt x="10339013" y="1298498"/>
                  </a:lnTo>
                  <a:lnTo>
                    <a:pt x="10405282" y="1295401"/>
                  </a:lnTo>
                  <a:lnTo>
                    <a:pt x="10454417" y="1293336"/>
                  </a:lnTo>
                  <a:lnTo>
                    <a:pt x="10486420" y="1292121"/>
                  </a:lnTo>
                  <a:lnTo>
                    <a:pt x="10503386" y="1291537"/>
                  </a:lnTo>
                  <a:lnTo>
                    <a:pt x="10509332" y="1291350"/>
                  </a:lnTo>
                  <a:lnTo>
                    <a:pt x="10509911" y="1291333"/>
                  </a:lnTo>
                  <a:lnTo>
                    <a:pt x="11981298" y="129133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46" name="pl646"/>
            <p:cNvSpPr/>
            <p:nvPr/>
          </p:nvSpPr>
          <p:spPr>
            <a:xfrm>
              <a:off x="4799595" y="5323036"/>
              <a:ext cx="11981298" cy="2746127"/>
            </a:xfrm>
            <a:custGeom>
              <a:avLst/>
              <a:pathLst>
                <a:path w="11981298" h="2746127">
                  <a:moveTo>
                    <a:pt x="11981298" y="1291333"/>
                  </a:moveTo>
                  <a:lnTo>
                    <a:pt x="10509911" y="1291333"/>
                  </a:lnTo>
                  <a:lnTo>
                    <a:pt x="10508699" y="1291369"/>
                  </a:lnTo>
                  <a:lnTo>
                    <a:pt x="10500741" y="1291624"/>
                  </a:lnTo>
                  <a:lnTo>
                    <a:pt x="10480722" y="1292328"/>
                  </a:lnTo>
                  <a:lnTo>
                    <a:pt x="10445026" y="1293713"/>
                  </a:lnTo>
                  <a:lnTo>
                    <a:pt x="10392015" y="1295994"/>
                  </a:lnTo>
                  <a:lnTo>
                    <a:pt x="10322149" y="1299339"/>
                  </a:lnTo>
                  <a:lnTo>
                    <a:pt x="10237779" y="1303863"/>
                  </a:lnTo>
                  <a:lnTo>
                    <a:pt x="10142605" y="1309620"/>
                  </a:lnTo>
                  <a:lnTo>
                    <a:pt x="10040940" y="1316612"/>
                  </a:lnTo>
                  <a:lnTo>
                    <a:pt x="9937002" y="1324817"/>
                  </a:lnTo>
                  <a:lnTo>
                    <a:pt x="9834385" y="1334210"/>
                  </a:lnTo>
                  <a:lnTo>
                    <a:pt x="9735788" y="1344781"/>
                  </a:lnTo>
                  <a:lnTo>
                    <a:pt x="9642971" y="1356557"/>
                  </a:lnTo>
                  <a:lnTo>
                    <a:pt x="9556858" y="1369605"/>
                  </a:lnTo>
                  <a:lnTo>
                    <a:pt x="9477712" y="1384037"/>
                  </a:lnTo>
                  <a:lnTo>
                    <a:pt x="9405318" y="1400011"/>
                  </a:lnTo>
                  <a:lnTo>
                    <a:pt x="9339145" y="1417727"/>
                  </a:lnTo>
                  <a:lnTo>
                    <a:pt x="9278475" y="1437418"/>
                  </a:lnTo>
                  <a:lnTo>
                    <a:pt x="9222497" y="1459338"/>
                  </a:lnTo>
                  <a:lnTo>
                    <a:pt x="9170376" y="1483734"/>
                  </a:lnTo>
                  <a:lnTo>
                    <a:pt x="9121306" y="1510811"/>
                  </a:lnTo>
                  <a:lnTo>
                    <a:pt x="9084767" y="1533799"/>
                  </a:lnTo>
                  <a:lnTo>
                    <a:pt x="9037785" y="1567017"/>
                  </a:lnTo>
                  <a:lnTo>
                    <a:pt x="8992187" y="1603283"/>
                  </a:lnTo>
                  <a:lnTo>
                    <a:pt x="8947500" y="1642650"/>
                  </a:lnTo>
                  <a:lnTo>
                    <a:pt x="8903369" y="1685092"/>
                  </a:lnTo>
                  <a:lnTo>
                    <a:pt x="8859530" y="1730486"/>
                  </a:lnTo>
                  <a:lnTo>
                    <a:pt x="8815800" y="1778615"/>
                  </a:lnTo>
                  <a:lnTo>
                    <a:pt x="8772063" y="1829158"/>
                  </a:lnTo>
                  <a:lnTo>
                    <a:pt x="8728259" y="1881698"/>
                  </a:lnTo>
                  <a:lnTo>
                    <a:pt x="8684373" y="1935735"/>
                  </a:lnTo>
                  <a:lnTo>
                    <a:pt x="8640423" y="1990700"/>
                  </a:lnTo>
                  <a:lnTo>
                    <a:pt x="8596450" y="2045982"/>
                  </a:lnTo>
                  <a:lnTo>
                    <a:pt x="8552500" y="2100955"/>
                  </a:lnTo>
                  <a:lnTo>
                    <a:pt x="8508613" y="2155009"/>
                  </a:lnTo>
                  <a:lnTo>
                    <a:pt x="8464807" y="2207574"/>
                  </a:lnTo>
                  <a:lnTo>
                    <a:pt x="8421069" y="2258148"/>
                  </a:lnTo>
                  <a:lnTo>
                    <a:pt x="8377340" y="2306313"/>
                  </a:lnTo>
                  <a:lnTo>
                    <a:pt x="8333504" y="2351748"/>
                  </a:lnTo>
                  <a:lnTo>
                    <a:pt x="8289379" y="2394233"/>
                  </a:lnTo>
                  <a:lnTo>
                    <a:pt x="8244702" y="2433644"/>
                  </a:lnTo>
                  <a:lnTo>
                    <a:pt x="8199119" y="2469953"/>
                  </a:lnTo>
                  <a:lnTo>
                    <a:pt x="8152161" y="2503214"/>
                  </a:lnTo>
                  <a:lnTo>
                    <a:pt x="8151487" y="2503661"/>
                  </a:lnTo>
                  <a:lnTo>
                    <a:pt x="8104284" y="2532896"/>
                  </a:lnTo>
                  <a:lnTo>
                    <a:pt x="8054602" y="2559365"/>
                  </a:lnTo>
                  <a:lnTo>
                    <a:pt x="8001697" y="2583192"/>
                  </a:lnTo>
                  <a:lnTo>
                    <a:pt x="7944750" y="2604595"/>
                  </a:lnTo>
                  <a:lnTo>
                    <a:pt x="7882927" y="2623826"/>
                  </a:lnTo>
                  <a:lnTo>
                    <a:pt x="7815430" y="2641137"/>
                  </a:lnTo>
                  <a:lnTo>
                    <a:pt x="7741575" y="2656753"/>
                  </a:lnTo>
                  <a:lnTo>
                    <a:pt x="7660887" y="2670865"/>
                  </a:lnTo>
                  <a:lnTo>
                    <a:pt x="7573244" y="2683623"/>
                  </a:lnTo>
                  <a:lnTo>
                    <a:pt x="7479038" y="2695127"/>
                  </a:lnTo>
                  <a:lnTo>
                    <a:pt x="7379365" y="2705436"/>
                  </a:lnTo>
                  <a:lnTo>
                    <a:pt x="7276188" y="2714567"/>
                  </a:lnTo>
                  <a:lnTo>
                    <a:pt x="7172416" y="2722506"/>
                  </a:lnTo>
                  <a:lnTo>
                    <a:pt x="7071814" y="2729225"/>
                  </a:lnTo>
                  <a:lnTo>
                    <a:pt x="6978675" y="2734706"/>
                  </a:lnTo>
                  <a:lnTo>
                    <a:pt x="6897240" y="2738962"/>
                  </a:lnTo>
                  <a:lnTo>
                    <a:pt x="6830971" y="2742059"/>
                  </a:lnTo>
                  <a:lnTo>
                    <a:pt x="6781836" y="2744124"/>
                  </a:lnTo>
                  <a:lnTo>
                    <a:pt x="6749834" y="2745339"/>
                  </a:lnTo>
                  <a:lnTo>
                    <a:pt x="6732867" y="2745924"/>
                  </a:lnTo>
                  <a:lnTo>
                    <a:pt x="6726921" y="2746110"/>
                  </a:lnTo>
                  <a:lnTo>
                    <a:pt x="6726343" y="2746127"/>
                  </a:lnTo>
                  <a:lnTo>
                    <a:pt x="5254955" y="2746127"/>
                  </a:lnTo>
                  <a:lnTo>
                    <a:pt x="5253804" y="2746063"/>
                  </a:lnTo>
                  <a:lnTo>
                    <a:pt x="5246235" y="2745607"/>
                  </a:lnTo>
                  <a:lnTo>
                    <a:pt x="5227164" y="2744346"/>
                  </a:lnTo>
                  <a:lnTo>
                    <a:pt x="5193083" y="2741864"/>
                  </a:lnTo>
                  <a:lnTo>
                    <a:pt x="5142318" y="2737777"/>
                  </a:lnTo>
                  <a:lnTo>
                    <a:pt x="5075154" y="2731769"/>
                  </a:lnTo>
                  <a:lnTo>
                    <a:pt x="4993670" y="2723628"/>
                  </a:lnTo>
                  <a:lnTo>
                    <a:pt x="4901273" y="2713248"/>
                  </a:lnTo>
                  <a:lnTo>
                    <a:pt x="4802023" y="2700612"/>
                  </a:lnTo>
                  <a:lnTo>
                    <a:pt x="4699977" y="2685755"/>
                  </a:lnTo>
                  <a:lnTo>
                    <a:pt x="4598667" y="2668728"/>
                  </a:lnTo>
                  <a:lnTo>
                    <a:pt x="4500819" y="2649552"/>
                  </a:lnTo>
                  <a:lnTo>
                    <a:pt x="4408274" y="2628197"/>
                  </a:lnTo>
                  <a:lnTo>
                    <a:pt x="4322068" y="2604558"/>
                  </a:lnTo>
                  <a:lnTo>
                    <a:pt x="4242580" y="2578453"/>
                  </a:lnTo>
                  <a:lnTo>
                    <a:pt x="4169701" y="2549619"/>
                  </a:lnTo>
                  <a:lnTo>
                    <a:pt x="4102996" y="2517716"/>
                  </a:lnTo>
                  <a:lnTo>
                    <a:pt x="4041822" y="2482343"/>
                  </a:lnTo>
                  <a:lnTo>
                    <a:pt x="3985429" y="2443053"/>
                  </a:lnTo>
                  <a:lnTo>
                    <a:pt x="3933024" y="2399391"/>
                  </a:lnTo>
                  <a:lnTo>
                    <a:pt x="3883827" y="2350954"/>
                  </a:lnTo>
                  <a:lnTo>
                    <a:pt x="3837119" y="2297490"/>
                  </a:lnTo>
                  <a:lnTo>
                    <a:pt x="3829811" y="2288439"/>
                  </a:lnTo>
                  <a:lnTo>
                    <a:pt x="3791665" y="2238130"/>
                  </a:lnTo>
                  <a:lnTo>
                    <a:pt x="3754490" y="2184073"/>
                  </a:lnTo>
                  <a:lnTo>
                    <a:pt x="3718018" y="2126193"/>
                  </a:lnTo>
                  <a:lnTo>
                    <a:pt x="3682033" y="2064476"/>
                  </a:lnTo>
                  <a:lnTo>
                    <a:pt x="3646365" y="1998980"/>
                  </a:lnTo>
                  <a:lnTo>
                    <a:pt x="3610880" y="1929838"/>
                  </a:lnTo>
                  <a:lnTo>
                    <a:pt x="3575479" y="1857266"/>
                  </a:lnTo>
                  <a:lnTo>
                    <a:pt x="3540094" y="1781560"/>
                  </a:lnTo>
                  <a:lnTo>
                    <a:pt x="3504680" y="1703095"/>
                  </a:lnTo>
                  <a:lnTo>
                    <a:pt x="3469215" y="1622324"/>
                  </a:lnTo>
                  <a:lnTo>
                    <a:pt x="3433697" y="1539764"/>
                  </a:lnTo>
                  <a:lnTo>
                    <a:pt x="3398135" y="1455982"/>
                  </a:lnTo>
                  <a:lnTo>
                    <a:pt x="3362549" y="1371587"/>
                  </a:lnTo>
                  <a:lnTo>
                    <a:pt x="3326964" y="1287202"/>
                  </a:lnTo>
                  <a:lnTo>
                    <a:pt x="3291403" y="1203453"/>
                  </a:lnTo>
                  <a:lnTo>
                    <a:pt x="3255886" y="1120946"/>
                  </a:lnTo>
                  <a:lnTo>
                    <a:pt x="3220424" y="1040247"/>
                  </a:lnTo>
                  <a:lnTo>
                    <a:pt x="3185011" y="961872"/>
                  </a:lnTo>
                  <a:lnTo>
                    <a:pt x="3149626" y="886269"/>
                  </a:lnTo>
                  <a:lnTo>
                    <a:pt x="3114224" y="813812"/>
                  </a:lnTo>
                  <a:lnTo>
                    <a:pt x="3078734" y="744795"/>
                  </a:lnTo>
                  <a:lnTo>
                    <a:pt x="3043057" y="679429"/>
                  </a:lnTo>
                  <a:lnTo>
                    <a:pt x="3007059" y="617846"/>
                  </a:lnTo>
                  <a:lnTo>
                    <a:pt x="2970566" y="560099"/>
                  </a:lnTo>
                  <a:lnTo>
                    <a:pt x="2933362" y="506175"/>
                  </a:lnTo>
                  <a:lnTo>
                    <a:pt x="2896531" y="457687"/>
                  </a:lnTo>
                  <a:lnTo>
                    <a:pt x="2850162" y="403411"/>
                  </a:lnTo>
                  <a:lnTo>
                    <a:pt x="2801411" y="354179"/>
                  </a:lnTo>
                  <a:lnTo>
                    <a:pt x="2749572" y="309775"/>
                  </a:lnTo>
                  <a:lnTo>
                    <a:pt x="2693872" y="269813"/>
                  </a:lnTo>
                  <a:lnTo>
                    <a:pt x="2633518" y="233842"/>
                  </a:lnTo>
                  <a:lnTo>
                    <a:pt x="2567748" y="201411"/>
                  </a:lnTo>
                  <a:lnTo>
                    <a:pt x="2495896" y="172109"/>
                  </a:lnTo>
                  <a:lnTo>
                    <a:pt x="2417486" y="145586"/>
                  </a:lnTo>
                  <a:lnTo>
                    <a:pt x="2332347" y="121566"/>
                  </a:lnTo>
                  <a:lnTo>
                    <a:pt x="2240769" y="99853"/>
                  </a:lnTo>
                  <a:lnTo>
                    <a:pt x="2143670" y="80331"/>
                  </a:lnTo>
                  <a:lnTo>
                    <a:pt x="2042755" y="62959"/>
                  </a:lnTo>
                  <a:lnTo>
                    <a:pt x="1940608" y="47751"/>
                  </a:lnTo>
                  <a:lnTo>
                    <a:pt x="1840646" y="34755"/>
                  </a:lnTo>
                  <a:lnTo>
                    <a:pt x="1746867" y="24012"/>
                  </a:lnTo>
                  <a:lnTo>
                    <a:pt x="1663377" y="15516"/>
                  </a:lnTo>
                  <a:lnTo>
                    <a:pt x="1593733" y="9178"/>
                  </a:lnTo>
                  <a:lnTo>
                    <a:pt x="1540266" y="4801"/>
                  </a:lnTo>
                  <a:lnTo>
                    <a:pt x="1503570" y="2086"/>
                  </a:lnTo>
                  <a:lnTo>
                    <a:pt x="1482281" y="657"/>
                  </a:lnTo>
                  <a:lnTo>
                    <a:pt x="1473171" y="100"/>
                  </a:lnTo>
                  <a:lnTo>
                    <a:pt x="1471392" y="0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47" name="pg647"/>
            <p:cNvSpPr/>
            <p:nvPr/>
          </p:nvSpPr>
          <p:spPr>
            <a:xfrm>
              <a:off x="4799595" y="5347555"/>
              <a:ext cx="11981298" cy="2778819"/>
            </a:xfrm>
            <a:custGeom>
              <a:avLst/>
              <a:pathLst>
                <a:path w="11981298" h="2778819">
                  <a:moveTo>
                    <a:pt x="0" y="16345"/>
                  </a:moveTo>
                  <a:lnTo>
                    <a:pt x="1471387" y="16345"/>
                  </a:lnTo>
                  <a:lnTo>
                    <a:pt x="1472538" y="16410"/>
                  </a:lnTo>
                  <a:lnTo>
                    <a:pt x="1480100" y="16868"/>
                  </a:lnTo>
                  <a:lnTo>
                    <a:pt x="1499156" y="18135"/>
                  </a:lnTo>
                  <a:lnTo>
                    <a:pt x="1533211" y="20630"/>
                  </a:lnTo>
                  <a:lnTo>
                    <a:pt x="1583941" y="24739"/>
                  </a:lnTo>
                  <a:lnTo>
                    <a:pt x="1651063" y="30777"/>
                  </a:lnTo>
                  <a:lnTo>
                    <a:pt x="1732501" y="38960"/>
                  </a:lnTo>
                  <a:lnTo>
                    <a:pt x="1824854" y="49394"/>
                  </a:lnTo>
                  <a:lnTo>
                    <a:pt x="1924064" y="62097"/>
                  </a:lnTo>
                  <a:lnTo>
                    <a:pt x="2026080" y="77032"/>
                  </a:lnTo>
                  <a:lnTo>
                    <a:pt x="2127368" y="94149"/>
                  </a:lnTo>
                  <a:lnTo>
                    <a:pt x="2225204" y="113427"/>
                  </a:lnTo>
                  <a:lnTo>
                    <a:pt x="2317743" y="134895"/>
                  </a:lnTo>
                  <a:lnTo>
                    <a:pt x="2403950" y="158659"/>
                  </a:lnTo>
                  <a:lnTo>
                    <a:pt x="2483444" y="184902"/>
                  </a:lnTo>
                  <a:lnTo>
                    <a:pt x="2556330" y="213887"/>
                  </a:lnTo>
                  <a:lnTo>
                    <a:pt x="2623043" y="245956"/>
                  </a:lnTo>
                  <a:lnTo>
                    <a:pt x="2684225" y="281511"/>
                  </a:lnTo>
                  <a:lnTo>
                    <a:pt x="2740626" y="321003"/>
                  </a:lnTo>
                  <a:lnTo>
                    <a:pt x="2793036" y="364887"/>
                  </a:lnTo>
                  <a:lnTo>
                    <a:pt x="2842235" y="413571"/>
                  </a:lnTo>
                  <a:lnTo>
                    <a:pt x="2888943" y="467307"/>
                  </a:lnTo>
                  <a:lnTo>
                    <a:pt x="2896531" y="476758"/>
                  </a:lnTo>
                  <a:lnTo>
                    <a:pt x="2934589" y="527243"/>
                  </a:lnTo>
                  <a:lnTo>
                    <a:pt x="2971679" y="581479"/>
                  </a:lnTo>
                  <a:lnTo>
                    <a:pt x="3008068" y="639545"/>
                  </a:lnTo>
                  <a:lnTo>
                    <a:pt x="3043972" y="701451"/>
                  </a:lnTo>
                  <a:lnTo>
                    <a:pt x="3079559" y="767143"/>
                  </a:lnTo>
                  <a:lnTo>
                    <a:pt x="3114962" y="836485"/>
                  </a:lnTo>
                  <a:lnTo>
                    <a:pt x="3150280" y="909267"/>
                  </a:lnTo>
                  <a:lnTo>
                    <a:pt x="3185581" y="985192"/>
                  </a:lnTo>
                  <a:lnTo>
                    <a:pt x="3220911" y="1063887"/>
                  </a:lnTo>
                  <a:lnTo>
                    <a:pt x="3256291" y="1144901"/>
                  </a:lnTo>
                  <a:lnTo>
                    <a:pt x="3291724" y="1227720"/>
                  </a:lnTo>
                  <a:lnTo>
                    <a:pt x="3327201" y="1311776"/>
                  </a:lnTo>
                  <a:lnTo>
                    <a:pt x="3362703" y="1396465"/>
                  </a:lnTo>
                  <a:lnTo>
                    <a:pt x="3398205" y="1481162"/>
                  </a:lnTo>
                  <a:lnTo>
                    <a:pt x="3433684" y="1565243"/>
                  </a:lnTo>
                  <a:lnTo>
                    <a:pt x="3469118" y="1648102"/>
                  </a:lnTo>
                  <a:lnTo>
                    <a:pt x="3504499" y="1729171"/>
                  </a:lnTo>
                  <a:lnTo>
                    <a:pt x="3539830" y="1807932"/>
                  </a:lnTo>
                  <a:lnTo>
                    <a:pt x="3575132" y="1883936"/>
                  </a:lnTo>
                  <a:lnTo>
                    <a:pt x="3610449" y="1956804"/>
                  </a:lnTo>
                  <a:lnTo>
                    <a:pt x="3645849" y="2026241"/>
                  </a:lnTo>
                  <a:lnTo>
                    <a:pt x="3681429" y="2092030"/>
                  </a:lnTo>
                  <a:lnTo>
                    <a:pt x="3717322" y="2154038"/>
                  </a:lnTo>
                  <a:lnTo>
                    <a:pt x="3753696" y="2212204"/>
                  </a:lnTo>
                  <a:lnTo>
                    <a:pt x="3790765" y="2266541"/>
                  </a:lnTo>
                  <a:lnTo>
                    <a:pt x="3828793" y="2317124"/>
                  </a:lnTo>
                  <a:lnTo>
                    <a:pt x="3829811" y="2318407"/>
                  </a:lnTo>
                  <a:lnTo>
                    <a:pt x="3876167" y="2372992"/>
                  </a:lnTo>
                  <a:lnTo>
                    <a:pt x="3924904" y="2422505"/>
                  </a:lnTo>
                  <a:lnTo>
                    <a:pt x="3976725" y="2467164"/>
                  </a:lnTo>
                  <a:lnTo>
                    <a:pt x="4032406" y="2507357"/>
                  </a:lnTo>
                  <a:lnTo>
                    <a:pt x="4092736" y="2543537"/>
                  </a:lnTo>
                  <a:lnTo>
                    <a:pt x="4158480" y="2576156"/>
                  </a:lnTo>
                  <a:lnTo>
                    <a:pt x="4230299" y="2605630"/>
                  </a:lnTo>
                  <a:lnTo>
                    <a:pt x="4308674" y="2632309"/>
                  </a:lnTo>
                  <a:lnTo>
                    <a:pt x="4393773" y="2656471"/>
                  </a:lnTo>
                  <a:lnTo>
                    <a:pt x="4485309" y="2678314"/>
                  </a:lnTo>
                  <a:lnTo>
                    <a:pt x="4582367" y="2697952"/>
                  </a:lnTo>
                  <a:lnTo>
                    <a:pt x="4683245" y="2715430"/>
                  </a:lnTo>
                  <a:lnTo>
                    <a:pt x="4785365" y="2730732"/>
                  </a:lnTo>
                  <a:lnTo>
                    <a:pt x="4885316" y="2743810"/>
                  </a:lnTo>
                  <a:lnTo>
                    <a:pt x="4979101" y="2754623"/>
                  </a:lnTo>
                  <a:lnTo>
                    <a:pt x="5062621" y="2763177"/>
                  </a:lnTo>
                  <a:lnTo>
                    <a:pt x="5132316" y="2769561"/>
                  </a:lnTo>
                  <a:lnTo>
                    <a:pt x="5185850" y="2773972"/>
                  </a:lnTo>
                  <a:lnTo>
                    <a:pt x="5222621" y="2776710"/>
                  </a:lnTo>
                  <a:lnTo>
                    <a:pt x="5243980" y="2778153"/>
                  </a:lnTo>
                  <a:lnTo>
                    <a:pt x="5253145" y="2778717"/>
                  </a:lnTo>
                  <a:lnTo>
                    <a:pt x="5254955" y="2778819"/>
                  </a:lnTo>
                  <a:lnTo>
                    <a:pt x="6726343" y="2778819"/>
                  </a:lnTo>
                  <a:lnTo>
                    <a:pt x="6727566" y="2778792"/>
                  </a:lnTo>
                  <a:lnTo>
                    <a:pt x="6735596" y="2778601"/>
                  </a:lnTo>
                  <a:lnTo>
                    <a:pt x="6755794" y="2778074"/>
                  </a:lnTo>
                  <a:lnTo>
                    <a:pt x="6791793" y="2777037"/>
                  </a:lnTo>
                  <a:lnTo>
                    <a:pt x="6845224" y="2775330"/>
                  </a:lnTo>
                  <a:lnTo>
                    <a:pt x="6915593" y="2772826"/>
                  </a:lnTo>
                  <a:lnTo>
                    <a:pt x="7000497" y="2769442"/>
                  </a:lnTo>
                  <a:lnTo>
                    <a:pt x="7096182" y="2765137"/>
                  </a:lnTo>
                  <a:lnTo>
                    <a:pt x="7198285" y="2759911"/>
                  </a:lnTo>
                  <a:lnTo>
                    <a:pt x="7302562" y="2753780"/>
                  </a:lnTo>
                  <a:lnTo>
                    <a:pt x="7405410" y="2746763"/>
                  </a:lnTo>
                  <a:lnTo>
                    <a:pt x="7504134" y="2738866"/>
                  </a:lnTo>
                  <a:lnTo>
                    <a:pt x="7596991" y="2730068"/>
                  </a:lnTo>
                  <a:lnTo>
                    <a:pt x="7683079" y="2720319"/>
                  </a:lnTo>
                  <a:lnTo>
                    <a:pt x="7762156" y="2709533"/>
                  </a:lnTo>
                  <a:lnTo>
                    <a:pt x="7834458" y="2697588"/>
                  </a:lnTo>
                  <a:lnTo>
                    <a:pt x="7900533" y="2684336"/>
                  </a:lnTo>
                  <a:lnTo>
                    <a:pt x="7961112" y="2669599"/>
                  </a:lnTo>
                  <a:lnTo>
                    <a:pt x="8017017" y="2653189"/>
                  </a:lnTo>
                  <a:lnTo>
                    <a:pt x="8069091" y="2634919"/>
                  </a:lnTo>
                  <a:lnTo>
                    <a:pt x="8118145" y="2614641"/>
                  </a:lnTo>
                  <a:lnTo>
                    <a:pt x="8151487" y="2599013"/>
                  </a:lnTo>
                  <a:lnTo>
                    <a:pt x="8201643" y="2572602"/>
                  </a:lnTo>
                  <a:lnTo>
                    <a:pt x="8250261" y="2543605"/>
                  </a:lnTo>
                  <a:lnTo>
                    <a:pt x="8297898" y="2511980"/>
                  </a:lnTo>
                  <a:lnTo>
                    <a:pt x="8344970" y="2477766"/>
                  </a:lnTo>
                  <a:lnTo>
                    <a:pt x="8391772" y="2441095"/>
                  </a:lnTo>
                  <a:lnTo>
                    <a:pt x="8438503" y="2402192"/>
                  </a:lnTo>
                  <a:lnTo>
                    <a:pt x="8485277" y="2361381"/>
                  </a:lnTo>
                  <a:lnTo>
                    <a:pt x="8532141" y="2319075"/>
                  </a:lnTo>
                  <a:lnTo>
                    <a:pt x="8579090" y="2275761"/>
                  </a:lnTo>
                  <a:lnTo>
                    <a:pt x="8626085" y="2231978"/>
                  </a:lnTo>
                  <a:lnTo>
                    <a:pt x="8673071" y="2188292"/>
                  </a:lnTo>
                  <a:lnTo>
                    <a:pt x="8719994" y="2145261"/>
                  </a:lnTo>
                  <a:lnTo>
                    <a:pt x="8766826" y="2103410"/>
                  </a:lnTo>
                  <a:lnTo>
                    <a:pt x="8813577" y="2063203"/>
                  </a:lnTo>
                  <a:lnTo>
                    <a:pt x="8860315" y="2025025"/>
                  </a:lnTo>
                  <a:lnTo>
                    <a:pt x="8907182" y="1989165"/>
                  </a:lnTo>
                  <a:lnTo>
                    <a:pt x="8954407" y="1955818"/>
                  </a:lnTo>
                  <a:lnTo>
                    <a:pt x="9002323" y="1925083"/>
                  </a:lnTo>
                  <a:lnTo>
                    <a:pt x="9051391" y="1896970"/>
                  </a:lnTo>
                  <a:lnTo>
                    <a:pt x="9084767" y="1879789"/>
                  </a:lnTo>
                  <a:lnTo>
                    <a:pt x="9132124" y="1858044"/>
                  </a:lnTo>
                  <a:lnTo>
                    <a:pt x="9181977" y="1838362"/>
                  </a:lnTo>
                  <a:lnTo>
                    <a:pt x="9235081" y="1820651"/>
                  </a:lnTo>
                  <a:lnTo>
                    <a:pt x="9292260" y="1804748"/>
                  </a:lnTo>
                  <a:lnTo>
                    <a:pt x="9354357" y="1790463"/>
                  </a:lnTo>
                  <a:lnTo>
                    <a:pt x="9422175" y="1777608"/>
                  </a:lnTo>
                  <a:lnTo>
                    <a:pt x="9496405" y="1766015"/>
                  </a:lnTo>
                  <a:lnTo>
                    <a:pt x="9577517" y="1755541"/>
                  </a:lnTo>
                  <a:lnTo>
                    <a:pt x="9665626" y="1746077"/>
                  </a:lnTo>
                  <a:lnTo>
                    <a:pt x="9760319" y="1737546"/>
                  </a:lnTo>
                  <a:lnTo>
                    <a:pt x="9860465" y="1729906"/>
                  </a:lnTo>
                  <a:lnTo>
                    <a:pt x="9964049" y="1723145"/>
                  </a:lnTo>
                  <a:lnTo>
                    <a:pt x="10068101" y="1717275"/>
                  </a:lnTo>
                  <a:lnTo>
                    <a:pt x="10168791" y="1712316"/>
                  </a:lnTo>
                  <a:lnTo>
                    <a:pt x="10261774" y="1708281"/>
                  </a:lnTo>
                  <a:lnTo>
                    <a:pt x="10342787" y="1705159"/>
                  </a:lnTo>
                  <a:lnTo>
                    <a:pt x="10408395" y="1702898"/>
                  </a:lnTo>
                  <a:lnTo>
                    <a:pt x="10456708" y="1701401"/>
                  </a:lnTo>
                  <a:lnTo>
                    <a:pt x="10487845" y="1700529"/>
                  </a:lnTo>
                  <a:lnTo>
                    <a:pt x="10504043" y="1700118"/>
                  </a:lnTo>
                  <a:lnTo>
                    <a:pt x="10509468" y="1699993"/>
                  </a:lnTo>
                  <a:lnTo>
                    <a:pt x="10509911" y="1699983"/>
                  </a:lnTo>
                  <a:lnTo>
                    <a:pt x="11981298" y="1699983"/>
                  </a:lnTo>
                  <a:lnTo>
                    <a:pt x="11981298" y="1683637"/>
                  </a:lnTo>
                  <a:lnTo>
                    <a:pt x="10509911" y="1683637"/>
                  </a:lnTo>
                  <a:lnTo>
                    <a:pt x="10508687" y="1683664"/>
                  </a:lnTo>
                  <a:lnTo>
                    <a:pt x="10500657" y="1683855"/>
                  </a:lnTo>
                  <a:lnTo>
                    <a:pt x="10480459" y="1684382"/>
                  </a:lnTo>
                  <a:lnTo>
                    <a:pt x="10444460" y="1685419"/>
                  </a:lnTo>
                  <a:lnTo>
                    <a:pt x="10391029" y="1687126"/>
                  </a:lnTo>
                  <a:lnTo>
                    <a:pt x="10320660" y="1689630"/>
                  </a:lnTo>
                  <a:lnTo>
                    <a:pt x="10235756" y="1693015"/>
                  </a:lnTo>
                  <a:lnTo>
                    <a:pt x="10140072" y="1697319"/>
                  </a:lnTo>
                  <a:lnTo>
                    <a:pt x="10037968" y="1702545"/>
                  </a:lnTo>
                  <a:lnTo>
                    <a:pt x="9933691" y="1708677"/>
                  </a:lnTo>
                  <a:lnTo>
                    <a:pt x="9830844" y="1715693"/>
                  </a:lnTo>
                  <a:lnTo>
                    <a:pt x="9732120" y="1723590"/>
                  </a:lnTo>
                  <a:lnTo>
                    <a:pt x="9639262" y="1732388"/>
                  </a:lnTo>
                  <a:lnTo>
                    <a:pt x="9553175" y="1742137"/>
                  </a:lnTo>
                  <a:lnTo>
                    <a:pt x="9474097" y="1752923"/>
                  </a:lnTo>
                  <a:lnTo>
                    <a:pt x="9401795" y="1764868"/>
                  </a:lnTo>
                  <a:lnTo>
                    <a:pt x="9335720" y="1778120"/>
                  </a:lnTo>
                  <a:lnTo>
                    <a:pt x="9275141" y="1792857"/>
                  </a:lnTo>
                  <a:lnTo>
                    <a:pt x="9219236" y="1809268"/>
                  </a:lnTo>
                  <a:lnTo>
                    <a:pt x="9167162" y="1827537"/>
                  </a:lnTo>
                  <a:lnTo>
                    <a:pt x="9118108" y="1847815"/>
                  </a:lnTo>
                  <a:lnTo>
                    <a:pt x="9084767" y="1863443"/>
                  </a:lnTo>
                  <a:lnTo>
                    <a:pt x="9034610" y="1889854"/>
                  </a:lnTo>
                  <a:lnTo>
                    <a:pt x="8985992" y="1918851"/>
                  </a:lnTo>
                  <a:lnTo>
                    <a:pt x="8938355" y="1950476"/>
                  </a:lnTo>
                  <a:lnTo>
                    <a:pt x="8891283" y="1984690"/>
                  </a:lnTo>
                  <a:lnTo>
                    <a:pt x="8844481" y="2021361"/>
                  </a:lnTo>
                  <a:lnTo>
                    <a:pt x="8797750" y="2060264"/>
                  </a:lnTo>
                  <a:lnTo>
                    <a:pt x="8750976" y="2101075"/>
                  </a:lnTo>
                  <a:lnTo>
                    <a:pt x="8704112" y="2143381"/>
                  </a:lnTo>
                  <a:lnTo>
                    <a:pt x="8657163" y="2186695"/>
                  </a:lnTo>
                  <a:lnTo>
                    <a:pt x="8610168" y="2230478"/>
                  </a:lnTo>
                  <a:lnTo>
                    <a:pt x="8563183" y="2274164"/>
                  </a:lnTo>
                  <a:lnTo>
                    <a:pt x="8516259" y="2317195"/>
                  </a:lnTo>
                  <a:lnTo>
                    <a:pt x="8469427" y="2359046"/>
                  </a:lnTo>
                  <a:lnTo>
                    <a:pt x="8422676" y="2399253"/>
                  </a:lnTo>
                  <a:lnTo>
                    <a:pt x="8375938" y="2437432"/>
                  </a:lnTo>
                  <a:lnTo>
                    <a:pt x="8329071" y="2473291"/>
                  </a:lnTo>
                  <a:lnTo>
                    <a:pt x="8281846" y="2506638"/>
                  </a:lnTo>
                  <a:lnTo>
                    <a:pt x="8233930" y="2537373"/>
                  </a:lnTo>
                  <a:lnTo>
                    <a:pt x="8184862" y="2565486"/>
                  </a:lnTo>
                  <a:lnTo>
                    <a:pt x="8151487" y="2582667"/>
                  </a:lnTo>
                  <a:lnTo>
                    <a:pt x="8104129" y="2604412"/>
                  </a:lnTo>
                  <a:lnTo>
                    <a:pt x="8054276" y="2624094"/>
                  </a:lnTo>
                  <a:lnTo>
                    <a:pt x="8001172" y="2641805"/>
                  </a:lnTo>
                  <a:lnTo>
                    <a:pt x="7943993" y="2657708"/>
                  </a:lnTo>
                  <a:lnTo>
                    <a:pt x="7881897" y="2671993"/>
                  </a:lnTo>
                  <a:lnTo>
                    <a:pt x="7814078" y="2684848"/>
                  </a:lnTo>
                  <a:lnTo>
                    <a:pt x="7739848" y="2696441"/>
                  </a:lnTo>
                  <a:lnTo>
                    <a:pt x="7658736" y="2706915"/>
                  </a:lnTo>
                  <a:lnTo>
                    <a:pt x="7570627" y="2716379"/>
                  </a:lnTo>
                  <a:lnTo>
                    <a:pt x="7475934" y="2724910"/>
                  </a:lnTo>
                  <a:lnTo>
                    <a:pt x="7375788" y="2732550"/>
                  </a:lnTo>
                  <a:lnTo>
                    <a:pt x="7272204" y="2739311"/>
                  </a:lnTo>
                  <a:lnTo>
                    <a:pt x="7168152" y="2745181"/>
                  </a:lnTo>
                  <a:lnTo>
                    <a:pt x="7067462" y="2750140"/>
                  </a:lnTo>
                  <a:lnTo>
                    <a:pt x="6974479" y="2754175"/>
                  </a:lnTo>
                  <a:lnTo>
                    <a:pt x="6893466" y="2757297"/>
                  </a:lnTo>
                  <a:lnTo>
                    <a:pt x="6827858" y="2759558"/>
                  </a:lnTo>
                  <a:lnTo>
                    <a:pt x="6779545" y="2761055"/>
                  </a:lnTo>
                  <a:lnTo>
                    <a:pt x="6748408" y="2761927"/>
                  </a:lnTo>
                  <a:lnTo>
                    <a:pt x="6732210" y="2762338"/>
                  </a:lnTo>
                  <a:lnTo>
                    <a:pt x="6726786" y="2762463"/>
                  </a:lnTo>
                  <a:lnTo>
                    <a:pt x="6726343" y="2762473"/>
                  </a:lnTo>
                  <a:lnTo>
                    <a:pt x="5254955" y="2762473"/>
                  </a:lnTo>
                  <a:lnTo>
                    <a:pt x="5253804" y="2762409"/>
                  </a:lnTo>
                  <a:lnTo>
                    <a:pt x="5246242" y="2761950"/>
                  </a:lnTo>
                  <a:lnTo>
                    <a:pt x="5227186" y="2760683"/>
                  </a:lnTo>
                  <a:lnTo>
                    <a:pt x="5193131" y="2758189"/>
                  </a:lnTo>
                  <a:lnTo>
                    <a:pt x="5142401" y="2754080"/>
                  </a:lnTo>
                  <a:lnTo>
                    <a:pt x="5075279" y="2748041"/>
                  </a:lnTo>
                  <a:lnTo>
                    <a:pt x="4993841" y="2739859"/>
                  </a:lnTo>
                  <a:lnTo>
                    <a:pt x="4901488" y="2729424"/>
                  </a:lnTo>
                  <a:lnTo>
                    <a:pt x="4802278" y="2716721"/>
                  </a:lnTo>
                  <a:lnTo>
                    <a:pt x="4700262" y="2701787"/>
                  </a:lnTo>
                  <a:lnTo>
                    <a:pt x="4598974" y="2684669"/>
                  </a:lnTo>
                  <a:lnTo>
                    <a:pt x="4501138" y="2665392"/>
                  </a:lnTo>
                  <a:lnTo>
                    <a:pt x="4408599" y="2643923"/>
                  </a:lnTo>
                  <a:lnTo>
                    <a:pt x="4322392" y="2620159"/>
                  </a:lnTo>
                  <a:lnTo>
                    <a:pt x="4242898" y="2593916"/>
                  </a:lnTo>
                  <a:lnTo>
                    <a:pt x="4170012" y="2564931"/>
                  </a:lnTo>
                  <a:lnTo>
                    <a:pt x="4103299" y="2532863"/>
                  </a:lnTo>
                  <a:lnTo>
                    <a:pt x="4042117" y="2497307"/>
                  </a:lnTo>
                  <a:lnTo>
                    <a:pt x="3985717" y="2457816"/>
                  </a:lnTo>
                  <a:lnTo>
                    <a:pt x="3933306" y="2413931"/>
                  </a:lnTo>
                  <a:lnTo>
                    <a:pt x="3884107" y="2365248"/>
                  </a:lnTo>
                  <a:lnTo>
                    <a:pt x="3837399" y="2311511"/>
                  </a:lnTo>
                  <a:lnTo>
                    <a:pt x="3829811" y="2302061"/>
                  </a:lnTo>
                  <a:lnTo>
                    <a:pt x="3791753" y="2251576"/>
                  </a:lnTo>
                  <a:lnTo>
                    <a:pt x="3754663" y="2197339"/>
                  </a:lnTo>
                  <a:lnTo>
                    <a:pt x="3718274" y="2139274"/>
                  </a:lnTo>
                  <a:lnTo>
                    <a:pt x="3682371" y="2077367"/>
                  </a:lnTo>
                  <a:lnTo>
                    <a:pt x="3646783" y="2011676"/>
                  </a:lnTo>
                  <a:lnTo>
                    <a:pt x="3611380" y="1942333"/>
                  </a:lnTo>
                  <a:lnTo>
                    <a:pt x="3576063" y="1869552"/>
                  </a:lnTo>
                  <a:lnTo>
                    <a:pt x="3540761" y="1793626"/>
                  </a:lnTo>
                  <a:lnTo>
                    <a:pt x="3505431" y="1714932"/>
                  </a:lnTo>
                  <a:lnTo>
                    <a:pt x="3470051" y="1633918"/>
                  </a:lnTo>
                  <a:lnTo>
                    <a:pt x="3434618" y="1551099"/>
                  </a:lnTo>
                  <a:lnTo>
                    <a:pt x="3399141" y="1467042"/>
                  </a:lnTo>
                  <a:lnTo>
                    <a:pt x="3363639" y="1382353"/>
                  </a:lnTo>
                  <a:lnTo>
                    <a:pt x="3328137" y="1297656"/>
                  </a:lnTo>
                  <a:lnTo>
                    <a:pt x="3292659" y="1213575"/>
                  </a:lnTo>
                  <a:lnTo>
                    <a:pt x="3257224" y="1130716"/>
                  </a:lnTo>
                  <a:lnTo>
                    <a:pt x="3221843" y="1049648"/>
                  </a:lnTo>
                  <a:lnTo>
                    <a:pt x="3186512" y="970886"/>
                  </a:lnTo>
                  <a:lnTo>
                    <a:pt x="3151210" y="894883"/>
                  </a:lnTo>
                  <a:lnTo>
                    <a:pt x="3115893" y="822014"/>
                  </a:lnTo>
                  <a:lnTo>
                    <a:pt x="3080493" y="752578"/>
                  </a:lnTo>
                  <a:lnTo>
                    <a:pt x="3044913" y="686788"/>
                  </a:lnTo>
                  <a:lnTo>
                    <a:pt x="3009020" y="624781"/>
                  </a:lnTo>
                  <a:lnTo>
                    <a:pt x="2972646" y="566614"/>
                  </a:lnTo>
                  <a:lnTo>
                    <a:pt x="2935577" y="512277"/>
                  </a:lnTo>
                  <a:lnTo>
                    <a:pt x="2897549" y="461695"/>
                  </a:lnTo>
                  <a:lnTo>
                    <a:pt x="2896531" y="460412"/>
                  </a:lnTo>
                  <a:lnTo>
                    <a:pt x="2850175" y="405827"/>
                  </a:lnTo>
                  <a:lnTo>
                    <a:pt x="2801439" y="356313"/>
                  </a:lnTo>
                  <a:lnTo>
                    <a:pt x="2749617" y="311654"/>
                  </a:lnTo>
                  <a:lnTo>
                    <a:pt x="2693937" y="271462"/>
                  </a:lnTo>
                  <a:lnTo>
                    <a:pt x="2633606" y="235282"/>
                  </a:lnTo>
                  <a:lnTo>
                    <a:pt x="2567863" y="202662"/>
                  </a:lnTo>
                  <a:lnTo>
                    <a:pt x="2496043" y="173188"/>
                  </a:lnTo>
                  <a:lnTo>
                    <a:pt x="2417668" y="146509"/>
                  </a:lnTo>
                  <a:lnTo>
                    <a:pt x="2332569" y="122347"/>
                  </a:lnTo>
                  <a:lnTo>
                    <a:pt x="2241033" y="100505"/>
                  </a:lnTo>
                  <a:lnTo>
                    <a:pt x="2143975" y="80866"/>
                  </a:lnTo>
                  <a:lnTo>
                    <a:pt x="2043097" y="63388"/>
                  </a:lnTo>
                  <a:lnTo>
                    <a:pt x="1940977" y="48087"/>
                  </a:lnTo>
                  <a:lnTo>
                    <a:pt x="1841027" y="35008"/>
                  </a:lnTo>
                  <a:lnTo>
                    <a:pt x="1747241" y="24195"/>
                  </a:lnTo>
                  <a:lnTo>
                    <a:pt x="1663721" y="15642"/>
                  </a:lnTo>
                  <a:lnTo>
                    <a:pt x="1594026" y="9258"/>
                  </a:lnTo>
                  <a:lnTo>
                    <a:pt x="1540492" y="4847"/>
                  </a:lnTo>
                  <a:lnTo>
                    <a:pt x="1503721" y="2109"/>
                  </a:lnTo>
                  <a:lnTo>
                    <a:pt x="1482362" y="666"/>
                  </a:lnTo>
                  <a:lnTo>
                    <a:pt x="1473198" y="102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648" name="pl648"/>
            <p:cNvSpPr/>
            <p:nvPr/>
          </p:nvSpPr>
          <p:spPr>
            <a:xfrm>
              <a:off x="4799595" y="5363901"/>
              <a:ext cx="11981298" cy="2762473"/>
            </a:xfrm>
            <a:custGeom>
              <a:avLst/>
              <a:pathLst>
                <a:path w="11981298" h="2762473">
                  <a:moveTo>
                    <a:pt x="0" y="0"/>
                  </a:moveTo>
                  <a:lnTo>
                    <a:pt x="1471387" y="0"/>
                  </a:lnTo>
                  <a:lnTo>
                    <a:pt x="1472538" y="64"/>
                  </a:lnTo>
                  <a:lnTo>
                    <a:pt x="1480100" y="522"/>
                  </a:lnTo>
                  <a:lnTo>
                    <a:pt x="1499156" y="1789"/>
                  </a:lnTo>
                  <a:lnTo>
                    <a:pt x="1533211" y="4284"/>
                  </a:lnTo>
                  <a:lnTo>
                    <a:pt x="1583941" y="8393"/>
                  </a:lnTo>
                  <a:lnTo>
                    <a:pt x="1651063" y="14431"/>
                  </a:lnTo>
                  <a:lnTo>
                    <a:pt x="1732501" y="22614"/>
                  </a:lnTo>
                  <a:lnTo>
                    <a:pt x="1824854" y="33048"/>
                  </a:lnTo>
                  <a:lnTo>
                    <a:pt x="1924064" y="45751"/>
                  </a:lnTo>
                  <a:lnTo>
                    <a:pt x="2026080" y="60686"/>
                  </a:lnTo>
                  <a:lnTo>
                    <a:pt x="2127368" y="77803"/>
                  </a:lnTo>
                  <a:lnTo>
                    <a:pt x="2225204" y="97081"/>
                  </a:lnTo>
                  <a:lnTo>
                    <a:pt x="2317743" y="118549"/>
                  </a:lnTo>
                  <a:lnTo>
                    <a:pt x="2403950" y="142313"/>
                  </a:lnTo>
                  <a:lnTo>
                    <a:pt x="2483444" y="168556"/>
                  </a:lnTo>
                  <a:lnTo>
                    <a:pt x="2556330" y="197541"/>
                  </a:lnTo>
                  <a:lnTo>
                    <a:pt x="2623043" y="229610"/>
                  </a:lnTo>
                  <a:lnTo>
                    <a:pt x="2684225" y="265165"/>
                  </a:lnTo>
                  <a:lnTo>
                    <a:pt x="2740626" y="304657"/>
                  </a:lnTo>
                  <a:lnTo>
                    <a:pt x="2793036" y="348541"/>
                  </a:lnTo>
                  <a:lnTo>
                    <a:pt x="2842235" y="397225"/>
                  </a:lnTo>
                  <a:lnTo>
                    <a:pt x="2888943" y="450961"/>
                  </a:lnTo>
                  <a:lnTo>
                    <a:pt x="2896531" y="460412"/>
                  </a:lnTo>
                  <a:lnTo>
                    <a:pt x="2934589" y="510897"/>
                  </a:lnTo>
                  <a:lnTo>
                    <a:pt x="2971679" y="565133"/>
                  </a:lnTo>
                  <a:lnTo>
                    <a:pt x="3008068" y="623199"/>
                  </a:lnTo>
                  <a:lnTo>
                    <a:pt x="3043972" y="685105"/>
                  </a:lnTo>
                  <a:lnTo>
                    <a:pt x="3079559" y="750797"/>
                  </a:lnTo>
                  <a:lnTo>
                    <a:pt x="3114962" y="820139"/>
                  </a:lnTo>
                  <a:lnTo>
                    <a:pt x="3150280" y="892921"/>
                  </a:lnTo>
                  <a:lnTo>
                    <a:pt x="3185581" y="968846"/>
                  </a:lnTo>
                  <a:lnTo>
                    <a:pt x="3220911" y="1047541"/>
                  </a:lnTo>
                  <a:lnTo>
                    <a:pt x="3256291" y="1128555"/>
                  </a:lnTo>
                  <a:lnTo>
                    <a:pt x="3291724" y="1211374"/>
                  </a:lnTo>
                  <a:lnTo>
                    <a:pt x="3327201" y="1295430"/>
                  </a:lnTo>
                  <a:lnTo>
                    <a:pt x="3362703" y="1380119"/>
                  </a:lnTo>
                  <a:lnTo>
                    <a:pt x="3398205" y="1464816"/>
                  </a:lnTo>
                  <a:lnTo>
                    <a:pt x="3433684" y="1548897"/>
                  </a:lnTo>
                  <a:lnTo>
                    <a:pt x="3469118" y="1631756"/>
                  </a:lnTo>
                  <a:lnTo>
                    <a:pt x="3504499" y="1712825"/>
                  </a:lnTo>
                  <a:lnTo>
                    <a:pt x="3539830" y="1791586"/>
                  </a:lnTo>
                  <a:lnTo>
                    <a:pt x="3575132" y="1867590"/>
                  </a:lnTo>
                  <a:lnTo>
                    <a:pt x="3610449" y="1940458"/>
                  </a:lnTo>
                  <a:lnTo>
                    <a:pt x="3645849" y="2009895"/>
                  </a:lnTo>
                  <a:lnTo>
                    <a:pt x="3681429" y="2075684"/>
                  </a:lnTo>
                  <a:lnTo>
                    <a:pt x="3717322" y="2137692"/>
                  </a:lnTo>
                  <a:lnTo>
                    <a:pt x="3753696" y="2195858"/>
                  </a:lnTo>
                  <a:lnTo>
                    <a:pt x="3790765" y="2250195"/>
                  </a:lnTo>
                  <a:lnTo>
                    <a:pt x="3828793" y="2300778"/>
                  </a:lnTo>
                  <a:lnTo>
                    <a:pt x="3829811" y="2302061"/>
                  </a:lnTo>
                  <a:lnTo>
                    <a:pt x="3876167" y="2356646"/>
                  </a:lnTo>
                  <a:lnTo>
                    <a:pt x="3924904" y="2406159"/>
                  </a:lnTo>
                  <a:lnTo>
                    <a:pt x="3976725" y="2450818"/>
                  </a:lnTo>
                  <a:lnTo>
                    <a:pt x="4032406" y="2491011"/>
                  </a:lnTo>
                  <a:lnTo>
                    <a:pt x="4092736" y="2527191"/>
                  </a:lnTo>
                  <a:lnTo>
                    <a:pt x="4158480" y="2559810"/>
                  </a:lnTo>
                  <a:lnTo>
                    <a:pt x="4230299" y="2589284"/>
                  </a:lnTo>
                  <a:lnTo>
                    <a:pt x="4308674" y="2615963"/>
                  </a:lnTo>
                  <a:lnTo>
                    <a:pt x="4393773" y="2640125"/>
                  </a:lnTo>
                  <a:lnTo>
                    <a:pt x="4485309" y="2661968"/>
                  </a:lnTo>
                  <a:lnTo>
                    <a:pt x="4582367" y="2681606"/>
                  </a:lnTo>
                  <a:lnTo>
                    <a:pt x="4683245" y="2699084"/>
                  </a:lnTo>
                  <a:lnTo>
                    <a:pt x="4785365" y="2714386"/>
                  </a:lnTo>
                  <a:lnTo>
                    <a:pt x="4885316" y="2727464"/>
                  </a:lnTo>
                  <a:lnTo>
                    <a:pt x="4979101" y="2738277"/>
                  </a:lnTo>
                  <a:lnTo>
                    <a:pt x="5062621" y="2746831"/>
                  </a:lnTo>
                  <a:lnTo>
                    <a:pt x="5132316" y="2753215"/>
                  </a:lnTo>
                  <a:lnTo>
                    <a:pt x="5185850" y="2757626"/>
                  </a:lnTo>
                  <a:lnTo>
                    <a:pt x="5222621" y="2760364"/>
                  </a:lnTo>
                  <a:lnTo>
                    <a:pt x="5243980" y="2761807"/>
                  </a:lnTo>
                  <a:lnTo>
                    <a:pt x="5253145" y="2762371"/>
                  </a:lnTo>
                  <a:lnTo>
                    <a:pt x="5254949" y="2762473"/>
                  </a:lnTo>
                  <a:lnTo>
                    <a:pt x="5254955" y="2762473"/>
                  </a:lnTo>
                  <a:lnTo>
                    <a:pt x="6726343" y="2762473"/>
                  </a:lnTo>
                  <a:lnTo>
                    <a:pt x="6727566" y="2762446"/>
                  </a:lnTo>
                  <a:lnTo>
                    <a:pt x="6735596" y="2762255"/>
                  </a:lnTo>
                  <a:lnTo>
                    <a:pt x="6755794" y="2761728"/>
                  </a:lnTo>
                  <a:lnTo>
                    <a:pt x="6791793" y="2760691"/>
                  </a:lnTo>
                  <a:lnTo>
                    <a:pt x="6845224" y="2758984"/>
                  </a:lnTo>
                  <a:lnTo>
                    <a:pt x="6915593" y="2756480"/>
                  </a:lnTo>
                  <a:lnTo>
                    <a:pt x="7000497" y="2753096"/>
                  </a:lnTo>
                  <a:lnTo>
                    <a:pt x="7096182" y="2748791"/>
                  </a:lnTo>
                  <a:lnTo>
                    <a:pt x="7198285" y="2743565"/>
                  </a:lnTo>
                  <a:lnTo>
                    <a:pt x="7302562" y="2737434"/>
                  </a:lnTo>
                  <a:lnTo>
                    <a:pt x="7405410" y="2730417"/>
                  </a:lnTo>
                  <a:lnTo>
                    <a:pt x="7504134" y="2722520"/>
                  </a:lnTo>
                  <a:lnTo>
                    <a:pt x="7596991" y="2713722"/>
                  </a:lnTo>
                  <a:lnTo>
                    <a:pt x="7683079" y="2703973"/>
                  </a:lnTo>
                  <a:lnTo>
                    <a:pt x="7762156" y="2693187"/>
                  </a:lnTo>
                  <a:lnTo>
                    <a:pt x="7834458" y="2681242"/>
                  </a:lnTo>
                  <a:lnTo>
                    <a:pt x="7900533" y="2667990"/>
                  </a:lnTo>
                  <a:lnTo>
                    <a:pt x="7961112" y="2653253"/>
                  </a:lnTo>
                  <a:lnTo>
                    <a:pt x="8017017" y="2636843"/>
                  </a:lnTo>
                  <a:lnTo>
                    <a:pt x="8069091" y="2618573"/>
                  </a:lnTo>
                  <a:lnTo>
                    <a:pt x="8118145" y="2598295"/>
                  </a:lnTo>
                  <a:lnTo>
                    <a:pt x="8151487" y="2582667"/>
                  </a:lnTo>
                  <a:lnTo>
                    <a:pt x="8201643" y="2556256"/>
                  </a:lnTo>
                  <a:lnTo>
                    <a:pt x="8250261" y="2527259"/>
                  </a:lnTo>
                  <a:lnTo>
                    <a:pt x="8297898" y="2495634"/>
                  </a:lnTo>
                  <a:lnTo>
                    <a:pt x="8344970" y="2461420"/>
                  </a:lnTo>
                  <a:lnTo>
                    <a:pt x="8391772" y="2424749"/>
                  </a:lnTo>
                  <a:lnTo>
                    <a:pt x="8438503" y="2385846"/>
                  </a:lnTo>
                  <a:lnTo>
                    <a:pt x="8485277" y="2345035"/>
                  </a:lnTo>
                  <a:lnTo>
                    <a:pt x="8532141" y="2302729"/>
                  </a:lnTo>
                  <a:lnTo>
                    <a:pt x="8579090" y="2259415"/>
                  </a:lnTo>
                  <a:lnTo>
                    <a:pt x="8626085" y="2215632"/>
                  </a:lnTo>
                  <a:lnTo>
                    <a:pt x="8673071" y="2171946"/>
                  </a:lnTo>
                  <a:lnTo>
                    <a:pt x="8719994" y="2128915"/>
                  </a:lnTo>
                  <a:lnTo>
                    <a:pt x="8766826" y="2087064"/>
                  </a:lnTo>
                  <a:lnTo>
                    <a:pt x="8813577" y="2046857"/>
                  </a:lnTo>
                  <a:lnTo>
                    <a:pt x="8860315" y="2008679"/>
                  </a:lnTo>
                  <a:lnTo>
                    <a:pt x="8907182" y="1972819"/>
                  </a:lnTo>
                  <a:lnTo>
                    <a:pt x="8954407" y="1939472"/>
                  </a:lnTo>
                  <a:lnTo>
                    <a:pt x="9002323" y="1908737"/>
                  </a:lnTo>
                  <a:lnTo>
                    <a:pt x="9051391" y="1880624"/>
                  </a:lnTo>
                  <a:lnTo>
                    <a:pt x="9084767" y="1863443"/>
                  </a:lnTo>
                  <a:lnTo>
                    <a:pt x="9132124" y="1841698"/>
                  </a:lnTo>
                  <a:lnTo>
                    <a:pt x="9181977" y="1822016"/>
                  </a:lnTo>
                  <a:lnTo>
                    <a:pt x="9235081" y="1804305"/>
                  </a:lnTo>
                  <a:lnTo>
                    <a:pt x="9292260" y="1788402"/>
                  </a:lnTo>
                  <a:lnTo>
                    <a:pt x="9354357" y="1774117"/>
                  </a:lnTo>
                  <a:lnTo>
                    <a:pt x="9422175" y="1761262"/>
                  </a:lnTo>
                  <a:lnTo>
                    <a:pt x="9496405" y="1749669"/>
                  </a:lnTo>
                  <a:lnTo>
                    <a:pt x="9577517" y="1739195"/>
                  </a:lnTo>
                  <a:lnTo>
                    <a:pt x="9665626" y="1729731"/>
                  </a:lnTo>
                  <a:lnTo>
                    <a:pt x="9760319" y="1721200"/>
                  </a:lnTo>
                  <a:lnTo>
                    <a:pt x="9860465" y="1713560"/>
                  </a:lnTo>
                  <a:lnTo>
                    <a:pt x="9964049" y="1706799"/>
                  </a:lnTo>
                  <a:lnTo>
                    <a:pt x="10068101" y="1700929"/>
                  </a:lnTo>
                  <a:lnTo>
                    <a:pt x="10168791" y="1695970"/>
                  </a:lnTo>
                  <a:lnTo>
                    <a:pt x="10261774" y="1691935"/>
                  </a:lnTo>
                  <a:lnTo>
                    <a:pt x="10342787" y="1688813"/>
                  </a:lnTo>
                  <a:lnTo>
                    <a:pt x="10408395" y="1686552"/>
                  </a:lnTo>
                  <a:lnTo>
                    <a:pt x="10456708" y="1685055"/>
                  </a:lnTo>
                  <a:lnTo>
                    <a:pt x="10487845" y="1684183"/>
                  </a:lnTo>
                  <a:lnTo>
                    <a:pt x="10504043" y="1683772"/>
                  </a:lnTo>
                  <a:lnTo>
                    <a:pt x="10509468" y="1683647"/>
                  </a:lnTo>
                  <a:lnTo>
                    <a:pt x="10509911" y="1683637"/>
                  </a:lnTo>
                  <a:lnTo>
                    <a:pt x="11981298" y="168363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49" name="pl649"/>
            <p:cNvSpPr/>
            <p:nvPr/>
          </p:nvSpPr>
          <p:spPr>
            <a:xfrm>
              <a:off x="4799595" y="5347555"/>
              <a:ext cx="11981298" cy="2762473"/>
            </a:xfrm>
            <a:custGeom>
              <a:avLst/>
              <a:pathLst>
                <a:path w="11981298" h="2762473">
                  <a:moveTo>
                    <a:pt x="11981298" y="1683637"/>
                  </a:moveTo>
                  <a:lnTo>
                    <a:pt x="10509911" y="1683637"/>
                  </a:lnTo>
                  <a:lnTo>
                    <a:pt x="10508687" y="1683664"/>
                  </a:lnTo>
                  <a:lnTo>
                    <a:pt x="10500657" y="1683855"/>
                  </a:lnTo>
                  <a:lnTo>
                    <a:pt x="10480459" y="1684382"/>
                  </a:lnTo>
                  <a:lnTo>
                    <a:pt x="10444460" y="1685419"/>
                  </a:lnTo>
                  <a:lnTo>
                    <a:pt x="10391029" y="1687126"/>
                  </a:lnTo>
                  <a:lnTo>
                    <a:pt x="10320660" y="1689630"/>
                  </a:lnTo>
                  <a:lnTo>
                    <a:pt x="10235756" y="1693015"/>
                  </a:lnTo>
                  <a:lnTo>
                    <a:pt x="10140072" y="1697319"/>
                  </a:lnTo>
                  <a:lnTo>
                    <a:pt x="10037968" y="1702545"/>
                  </a:lnTo>
                  <a:lnTo>
                    <a:pt x="9933691" y="1708677"/>
                  </a:lnTo>
                  <a:lnTo>
                    <a:pt x="9830844" y="1715693"/>
                  </a:lnTo>
                  <a:lnTo>
                    <a:pt x="9732120" y="1723590"/>
                  </a:lnTo>
                  <a:lnTo>
                    <a:pt x="9639262" y="1732388"/>
                  </a:lnTo>
                  <a:lnTo>
                    <a:pt x="9553175" y="1742137"/>
                  </a:lnTo>
                  <a:lnTo>
                    <a:pt x="9474097" y="1752923"/>
                  </a:lnTo>
                  <a:lnTo>
                    <a:pt x="9401795" y="1764868"/>
                  </a:lnTo>
                  <a:lnTo>
                    <a:pt x="9335720" y="1778120"/>
                  </a:lnTo>
                  <a:lnTo>
                    <a:pt x="9275141" y="1792857"/>
                  </a:lnTo>
                  <a:lnTo>
                    <a:pt x="9219236" y="1809268"/>
                  </a:lnTo>
                  <a:lnTo>
                    <a:pt x="9167162" y="1827537"/>
                  </a:lnTo>
                  <a:lnTo>
                    <a:pt x="9118108" y="1847815"/>
                  </a:lnTo>
                  <a:lnTo>
                    <a:pt x="9084767" y="1863443"/>
                  </a:lnTo>
                  <a:lnTo>
                    <a:pt x="9034610" y="1889854"/>
                  </a:lnTo>
                  <a:lnTo>
                    <a:pt x="8985992" y="1918851"/>
                  </a:lnTo>
                  <a:lnTo>
                    <a:pt x="8938355" y="1950476"/>
                  </a:lnTo>
                  <a:lnTo>
                    <a:pt x="8891283" y="1984690"/>
                  </a:lnTo>
                  <a:lnTo>
                    <a:pt x="8844481" y="2021361"/>
                  </a:lnTo>
                  <a:lnTo>
                    <a:pt x="8797750" y="2060264"/>
                  </a:lnTo>
                  <a:lnTo>
                    <a:pt x="8750976" y="2101075"/>
                  </a:lnTo>
                  <a:lnTo>
                    <a:pt x="8704112" y="2143381"/>
                  </a:lnTo>
                  <a:lnTo>
                    <a:pt x="8657163" y="2186695"/>
                  </a:lnTo>
                  <a:lnTo>
                    <a:pt x="8610168" y="2230478"/>
                  </a:lnTo>
                  <a:lnTo>
                    <a:pt x="8563183" y="2274164"/>
                  </a:lnTo>
                  <a:lnTo>
                    <a:pt x="8516259" y="2317195"/>
                  </a:lnTo>
                  <a:lnTo>
                    <a:pt x="8469427" y="2359046"/>
                  </a:lnTo>
                  <a:lnTo>
                    <a:pt x="8422676" y="2399253"/>
                  </a:lnTo>
                  <a:lnTo>
                    <a:pt x="8375938" y="2437432"/>
                  </a:lnTo>
                  <a:lnTo>
                    <a:pt x="8329071" y="2473291"/>
                  </a:lnTo>
                  <a:lnTo>
                    <a:pt x="8281846" y="2506638"/>
                  </a:lnTo>
                  <a:lnTo>
                    <a:pt x="8233930" y="2537373"/>
                  </a:lnTo>
                  <a:lnTo>
                    <a:pt x="8184862" y="2565486"/>
                  </a:lnTo>
                  <a:lnTo>
                    <a:pt x="8151487" y="2582667"/>
                  </a:lnTo>
                  <a:lnTo>
                    <a:pt x="8104129" y="2604412"/>
                  </a:lnTo>
                  <a:lnTo>
                    <a:pt x="8054276" y="2624094"/>
                  </a:lnTo>
                  <a:lnTo>
                    <a:pt x="8001172" y="2641805"/>
                  </a:lnTo>
                  <a:lnTo>
                    <a:pt x="7943993" y="2657708"/>
                  </a:lnTo>
                  <a:lnTo>
                    <a:pt x="7881897" y="2671993"/>
                  </a:lnTo>
                  <a:lnTo>
                    <a:pt x="7814078" y="2684848"/>
                  </a:lnTo>
                  <a:lnTo>
                    <a:pt x="7739848" y="2696441"/>
                  </a:lnTo>
                  <a:lnTo>
                    <a:pt x="7658736" y="2706915"/>
                  </a:lnTo>
                  <a:lnTo>
                    <a:pt x="7570627" y="2716379"/>
                  </a:lnTo>
                  <a:lnTo>
                    <a:pt x="7475934" y="2724910"/>
                  </a:lnTo>
                  <a:lnTo>
                    <a:pt x="7375788" y="2732550"/>
                  </a:lnTo>
                  <a:lnTo>
                    <a:pt x="7272204" y="2739311"/>
                  </a:lnTo>
                  <a:lnTo>
                    <a:pt x="7168152" y="2745181"/>
                  </a:lnTo>
                  <a:lnTo>
                    <a:pt x="7067462" y="2750140"/>
                  </a:lnTo>
                  <a:lnTo>
                    <a:pt x="6974479" y="2754175"/>
                  </a:lnTo>
                  <a:lnTo>
                    <a:pt x="6893466" y="2757297"/>
                  </a:lnTo>
                  <a:lnTo>
                    <a:pt x="6827858" y="2759558"/>
                  </a:lnTo>
                  <a:lnTo>
                    <a:pt x="6779545" y="2761055"/>
                  </a:lnTo>
                  <a:lnTo>
                    <a:pt x="6748408" y="2761927"/>
                  </a:lnTo>
                  <a:lnTo>
                    <a:pt x="6732210" y="2762338"/>
                  </a:lnTo>
                  <a:lnTo>
                    <a:pt x="6726786" y="2762463"/>
                  </a:lnTo>
                  <a:lnTo>
                    <a:pt x="6726343" y="2762473"/>
                  </a:lnTo>
                  <a:lnTo>
                    <a:pt x="5254955" y="2762473"/>
                  </a:lnTo>
                  <a:lnTo>
                    <a:pt x="5253804" y="2762409"/>
                  </a:lnTo>
                  <a:lnTo>
                    <a:pt x="5246242" y="2761950"/>
                  </a:lnTo>
                  <a:lnTo>
                    <a:pt x="5227186" y="2760683"/>
                  </a:lnTo>
                  <a:lnTo>
                    <a:pt x="5193131" y="2758189"/>
                  </a:lnTo>
                  <a:lnTo>
                    <a:pt x="5142401" y="2754080"/>
                  </a:lnTo>
                  <a:lnTo>
                    <a:pt x="5075279" y="2748041"/>
                  </a:lnTo>
                  <a:lnTo>
                    <a:pt x="4993841" y="2739859"/>
                  </a:lnTo>
                  <a:lnTo>
                    <a:pt x="4901488" y="2729424"/>
                  </a:lnTo>
                  <a:lnTo>
                    <a:pt x="4802278" y="2716721"/>
                  </a:lnTo>
                  <a:lnTo>
                    <a:pt x="4700262" y="2701787"/>
                  </a:lnTo>
                  <a:lnTo>
                    <a:pt x="4598974" y="2684669"/>
                  </a:lnTo>
                  <a:lnTo>
                    <a:pt x="4501138" y="2665392"/>
                  </a:lnTo>
                  <a:lnTo>
                    <a:pt x="4408599" y="2643923"/>
                  </a:lnTo>
                  <a:lnTo>
                    <a:pt x="4322392" y="2620159"/>
                  </a:lnTo>
                  <a:lnTo>
                    <a:pt x="4242898" y="2593916"/>
                  </a:lnTo>
                  <a:lnTo>
                    <a:pt x="4170012" y="2564931"/>
                  </a:lnTo>
                  <a:lnTo>
                    <a:pt x="4103299" y="2532863"/>
                  </a:lnTo>
                  <a:lnTo>
                    <a:pt x="4042117" y="2497307"/>
                  </a:lnTo>
                  <a:lnTo>
                    <a:pt x="3985717" y="2457816"/>
                  </a:lnTo>
                  <a:lnTo>
                    <a:pt x="3933306" y="2413931"/>
                  </a:lnTo>
                  <a:lnTo>
                    <a:pt x="3884107" y="2365248"/>
                  </a:lnTo>
                  <a:lnTo>
                    <a:pt x="3837399" y="2311511"/>
                  </a:lnTo>
                  <a:lnTo>
                    <a:pt x="3829811" y="2302061"/>
                  </a:lnTo>
                  <a:lnTo>
                    <a:pt x="3791753" y="2251576"/>
                  </a:lnTo>
                  <a:lnTo>
                    <a:pt x="3754663" y="2197339"/>
                  </a:lnTo>
                  <a:lnTo>
                    <a:pt x="3718274" y="2139274"/>
                  </a:lnTo>
                  <a:lnTo>
                    <a:pt x="3682371" y="2077367"/>
                  </a:lnTo>
                  <a:lnTo>
                    <a:pt x="3646783" y="2011676"/>
                  </a:lnTo>
                  <a:lnTo>
                    <a:pt x="3611380" y="1942333"/>
                  </a:lnTo>
                  <a:lnTo>
                    <a:pt x="3576063" y="1869552"/>
                  </a:lnTo>
                  <a:lnTo>
                    <a:pt x="3540761" y="1793626"/>
                  </a:lnTo>
                  <a:lnTo>
                    <a:pt x="3505431" y="1714932"/>
                  </a:lnTo>
                  <a:lnTo>
                    <a:pt x="3470051" y="1633918"/>
                  </a:lnTo>
                  <a:lnTo>
                    <a:pt x="3434618" y="1551099"/>
                  </a:lnTo>
                  <a:lnTo>
                    <a:pt x="3399141" y="1467042"/>
                  </a:lnTo>
                  <a:lnTo>
                    <a:pt x="3363639" y="1382353"/>
                  </a:lnTo>
                  <a:lnTo>
                    <a:pt x="3328137" y="1297656"/>
                  </a:lnTo>
                  <a:lnTo>
                    <a:pt x="3292659" y="1213575"/>
                  </a:lnTo>
                  <a:lnTo>
                    <a:pt x="3257224" y="1130716"/>
                  </a:lnTo>
                  <a:lnTo>
                    <a:pt x="3221843" y="1049648"/>
                  </a:lnTo>
                  <a:lnTo>
                    <a:pt x="3186512" y="970886"/>
                  </a:lnTo>
                  <a:lnTo>
                    <a:pt x="3151210" y="894883"/>
                  </a:lnTo>
                  <a:lnTo>
                    <a:pt x="3115893" y="822014"/>
                  </a:lnTo>
                  <a:lnTo>
                    <a:pt x="3080493" y="752578"/>
                  </a:lnTo>
                  <a:lnTo>
                    <a:pt x="3044913" y="686788"/>
                  </a:lnTo>
                  <a:lnTo>
                    <a:pt x="3009020" y="624781"/>
                  </a:lnTo>
                  <a:lnTo>
                    <a:pt x="2972646" y="566614"/>
                  </a:lnTo>
                  <a:lnTo>
                    <a:pt x="2935577" y="512277"/>
                  </a:lnTo>
                  <a:lnTo>
                    <a:pt x="2897549" y="461695"/>
                  </a:lnTo>
                  <a:lnTo>
                    <a:pt x="2896531" y="460412"/>
                  </a:lnTo>
                  <a:lnTo>
                    <a:pt x="2850175" y="405827"/>
                  </a:lnTo>
                  <a:lnTo>
                    <a:pt x="2801439" y="356313"/>
                  </a:lnTo>
                  <a:lnTo>
                    <a:pt x="2749617" y="311654"/>
                  </a:lnTo>
                  <a:lnTo>
                    <a:pt x="2693937" y="271462"/>
                  </a:lnTo>
                  <a:lnTo>
                    <a:pt x="2633606" y="235282"/>
                  </a:lnTo>
                  <a:lnTo>
                    <a:pt x="2567863" y="202662"/>
                  </a:lnTo>
                  <a:lnTo>
                    <a:pt x="2496043" y="173188"/>
                  </a:lnTo>
                  <a:lnTo>
                    <a:pt x="2417668" y="146509"/>
                  </a:lnTo>
                  <a:lnTo>
                    <a:pt x="2332569" y="122347"/>
                  </a:lnTo>
                  <a:lnTo>
                    <a:pt x="2241033" y="100505"/>
                  </a:lnTo>
                  <a:lnTo>
                    <a:pt x="2143975" y="80866"/>
                  </a:lnTo>
                  <a:lnTo>
                    <a:pt x="2043097" y="63388"/>
                  </a:lnTo>
                  <a:lnTo>
                    <a:pt x="1940977" y="48087"/>
                  </a:lnTo>
                  <a:lnTo>
                    <a:pt x="1841027" y="35008"/>
                  </a:lnTo>
                  <a:lnTo>
                    <a:pt x="1747241" y="24195"/>
                  </a:lnTo>
                  <a:lnTo>
                    <a:pt x="1663721" y="15642"/>
                  </a:lnTo>
                  <a:lnTo>
                    <a:pt x="1594026" y="9258"/>
                  </a:lnTo>
                  <a:lnTo>
                    <a:pt x="1540492" y="4847"/>
                  </a:lnTo>
                  <a:lnTo>
                    <a:pt x="1503721" y="2109"/>
                  </a:lnTo>
                  <a:lnTo>
                    <a:pt x="1482362" y="666"/>
                  </a:lnTo>
                  <a:lnTo>
                    <a:pt x="1473198" y="102"/>
                  </a:lnTo>
                  <a:lnTo>
                    <a:pt x="1471393" y="0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50" name="pg650"/>
            <p:cNvSpPr/>
            <p:nvPr/>
          </p:nvSpPr>
          <p:spPr>
            <a:xfrm>
              <a:off x="4799595" y="5363901"/>
              <a:ext cx="11981298" cy="2786992"/>
            </a:xfrm>
            <a:custGeom>
              <a:avLst/>
              <a:pathLst>
                <a:path w="11981298" h="2786992">
                  <a:moveTo>
                    <a:pt x="0" y="8172"/>
                  </a:moveTo>
                  <a:lnTo>
                    <a:pt x="1471387" y="8172"/>
                  </a:lnTo>
                  <a:lnTo>
                    <a:pt x="1472537" y="8237"/>
                  </a:lnTo>
                  <a:lnTo>
                    <a:pt x="1480093" y="8698"/>
                  </a:lnTo>
                  <a:lnTo>
                    <a:pt x="1499134" y="9971"/>
                  </a:lnTo>
                  <a:lnTo>
                    <a:pt x="1533164" y="12479"/>
                  </a:lnTo>
                  <a:lnTo>
                    <a:pt x="1583858" y="16608"/>
                  </a:lnTo>
                  <a:lnTo>
                    <a:pt x="1650938" y="22677"/>
                  </a:lnTo>
                  <a:lnTo>
                    <a:pt x="1732329" y="30902"/>
                  </a:lnTo>
                  <a:lnTo>
                    <a:pt x="1824638" y="41390"/>
                  </a:lnTo>
                  <a:lnTo>
                    <a:pt x="1923809" y="54160"/>
                  </a:lnTo>
                  <a:lnTo>
                    <a:pt x="2025793" y="69173"/>
                  </a:lnTo>
                  <a:lnTo>
                    <a:pt x="2127060" y="86380"/>
                  </a:lnTo>
                  <a:lnTo>
                    <a:pt x="2224883" y="105759"/>
                  </a:lnTo>
                  <a:lnTo>
                    <a:pt x="2317417" y="127341"/>
                  </a:lnTo>
                  <a:lnTo>
                    <a:pt x="2403625" y="151230"/>
                  </a:lnTo>
                  <a:lnTo>
                    <a:pt x="2483124" y="177610"/>
                  </a:lnTo>
                  <a:lnTo>
                    <a:pt x="2556017" y="206746"/>
                  </a:lnTo>
                  <a:lnTo>
                    <a:pt x="2622739" y="238980"/>
                  </a:lnTo>
                  <a:lnTo>
                    <a:pt x="2683929" y="274717"/>
                  </a:lnTo>
                  <a:lnTo>
                    <a:pt x="2740337" y="314410"/>
                  </a:lnTo>
                  <a:lnTo>
                    <a:pt x="2792752" y="358516"/>
                  </a:lnTo>
                  <a:lnTo>
                    <a:pt x="2841953" y="407445"/>
                  </a:lnTo>
                  <a:lnTo>
                    <a:pt x="2888661" y="461454"/>
                  </a:lnTo>
                  <a:lnTo>
                    <a:pt x="2896531" y="471309"/>
                  </a:lnTo>
                  <a:lnTo>
                    <a:pt x="2934501" y="521969"/>
                  </a:lnTo>
                  <a:lnTo>
                    <a:pt x="2971507" y="576385"/>
                  </a:lnTo>
                  <a:lnTo>
                    <a:pt x="3007814" y="634634"/>
                  </a:lnTo>
                  <a:lnTo>
                    <a:pt x="3043636" y="696730"/>
                  </a:lnTo>
                  <a:lnTo>
                    <a:pt x="3079142" y="762615"/>
                  </a:lnTo>
                  <a:lnTo>
                    <a:pt x="3114464" y="832158"/>
                  </a:lnTo>
                  <a:lnTo>
                    <a:pt x="3149700" y="905148"/>
                  </a:lnTo>
                  <a:lnTo>
                    <a:pt x="3184918" y="981291"/>
                  </a:lnTo>
                  <a:lnTo>
                    <a:pt x="3220164" y="1060214"/>
                  </a:lnTo>
                  <a:lnTo>
                    <a:pt x="3255460" y="1141470"/>
                  </a:lnTo>
                  <a:lnTo>
                    <a:pt x="3290809" y="1224545"/>
                  </a:lnTo>
                  <a:lnTo>
                    <a:pt x="3326202" y="1308875"/>
                  </a:lnTo>
                  <a:lnTo>
                    <a:pt x="3361620" y="1393856"/>
                  </a:lnTo>
                  <a:lnTo>
                    <a:pt x="3397039" y="1478863"/>
                  </a:lnTo>
                  <a:lnTo>
                    <a:pt x="3432435" y="1563275"/>
                  </a:lnTo>
                  <a:lnTo>
                    <a:pt x="3467788" y="1646484"/>
                  </a:lnTo>
                  <a:lnTo>
                    <a:pt x="3503089" y="1727920"/>
                  </a:lnTo>
                  <a:lnTo>
                    <a:pt x="3538338" y="1807066"/>
                  </a:lnTo>
                  <a:lnTo>
                    <a:pt x="3573558" y="1883469"/>
                  </a:lnTo>
                  <a:lnTo>
                    <a:pt x="3608790" y="1956747"/>
                  </a:lnTo>
                  <a:lnTo>
                    <a:pt x="3644101" y="2026602"/>
                  </a:lnTo>
                  <a:lnTo>
                    <a:pt x="3679586" y="2092814"/>
                  </a:lnTo>
                  <a:lnTo>
                    <a:pt x="3715374" y="2155245"/>
                  </a:lnTo>
                  <a:lnTo>
                    <a:pt x="3751631" y="2213831"/>
                  </a:lnTo>
                  <a:lnTo>
                    <a:pt x="3788566" y="2268581"/>
                  </a:lnTo>
                  <a:lnTo>
                    <a:pt x="3826439" y="2319566"/>
                  </a:lnTo>
                  <a:lnTo>
                    <a:pt x="3829811" y="2323855"/>
                  </a:lnTo>
                  <a:lnTo>
                    <a:pt x="3876154" y="2378749"/>
                  </a:lnTo>
                  <a:lnTo>
                    <a:pt x="3924875" y="2428544"/>
                  </a:lnTo>
                  <a:lnTo>
                    <a:pt x="3976680" y="2473457"/>
                  </a:lnTo>
                  <a:lnTo>
                    <a:pt x="4032341" y="2513881"/>
                  </a:lnTo>
                  <a:lnTo>
                    <a:pt x="4092648" y="2550269"/>
                  </a:lnTo>
                  <a:lnTo>
                    <a:pt x="4158364" y="2583078"/>
                  </a:lnTo>
                  <a:lnTo>
                    <a:pt x="4230152" y="2612723"/>
                  </a:lnTo>
                  <a:lnTo>
                    <a:pt x="4308491" y="2639558"/>
                  </a:lnTo>
                  <a:lnTo>
                    <a:pt x="4393550" y="2663862"/>
                  </a:lnTo>
                  <a:lnTo>
                    <a:pt x="4485044" y="2685833"/>
                  </a:lnTo>
                  <a:lnTo>
                    <a:pt x="4582061" y="2705589"/>
                  </a:lnTo>
                  <a:lnTo>
                    <a:pt x="4682902" y="2723173"/>
                  </a:lnTo>
                  <a:lnTo>
                    <a:pt x="4784995" y="2738568"/>
                  </a:lnTo>
                  <a:lnTo>
                    <a:pt x="4884933" y="2751729"/>
                  </a:lnTo>
                  <a:lnTo>
                    <a:pt x="4978726" y="2762612"/>
                  </a:lnTo>
                  <a:lnTo>
                    <a:pt x="5062275" y="2771223"/>
                  </a:lnTo>
                  <a:lnTo>
                    <a:pt x="5132021" y="2777653"/>
                  </a:lnTo>
                  <a:lnTo>
                    <a:pt x="5185622" y="2782098"/>
                  </a:lnTo>
                  <a:lnTo>
                    <a:pt x="5222468" y="2784859"/>
                  </a:lnTo>
                  <a:lnTo>
                    <a:pt x="5243898" y="2786316"/>
                  </a:lnTo>
                  <a:lnTo>
                    <a:pt x="5253118" y="2786887"/>
                  </a:lnTo>
                  <a:lnTo>
                    <a:pt x="5254955" y="2786992"/>
                  </a:lnTo>
                  <a:lnTo>
                    <a:pt x="6726343" y="2786992"/>
                  </a:lnTo>
                  <a:lnTo>
                    <a:pt x="6727577" y="2786979"/>
                  </a:lnTo>
                  <a:lnTo>
                    <a:pt x="6735679" y="2786889"/>
                  </a:lnTo>
                  <a:lnTo>
                    <a:pt x="6756050" y="2786639"/>
                  </a:lnTo>
                  <a:lnTo>
                    <a:pt x="6792344" y="2786147"/>
                  </a:lnTo>
                  <a:lnTo>
                    <a:pt x="6846182" y="2785338"/>
                  </a:lnTo>
                  <a:lnTo>
                    <a:pt x="6917039" y="2784152"/>
                  </a:lnTo>
                  <a:lnTo>
                    <a:pt x="7002459" y="2782548"/>
                  </a:lnTo>
                  <a:lnTo>
                    <a:pt x="7098636" y="2780510"/>
                  </a:lnTo>
                  <a:lnTo>
                    <a:pt x="7201162" y="2778037"/>
                  </a:lnTo>
                  <a:lnTo>
                    <a:pt x="7305764" y="2775136"/>
                  </a:lnTo>
                  <a:lnTo>
                    <a:pt x="7408830" y="2771816"/>
                  </a:lnTo>
                  <a:lnTo>
                    <a:pt x="7507674" y="2768081"/>
                  </a:lnTo>
                  <a:lnTo>
                    <a:pt x="7600567" y="2763920"/>
                  </a:lnTo>
                  <a:lnTo>
                    <a:pt x="7686629" y="2759307"/>
                  </a:lnTo>
                  <a:lnTo>
                    <a:pt x="7765638" y="2754202"/>
                  </a:lnTo>
                  <a:lnTo>
                    <a:pt x="7837851" y="2748547"/>
                  </a:lnTo>
                  <a:lnTo>
                    <a:pt x="7903831" y="2742270"/>
                  </a:lnTo>
                  <a:lnTo>
                    <a:pt x="7964322" y="2735286"/>
                  </a:lnTo>
                  <a:lnTo>
                    <a:pt x="8020158" y="2727507"/>
                  </a:lnTo>
                  <a:lnTo>
                    <a:pt x="8072189" y="2718844"/>
                  </a:lnTo>
                  <a:lnTo>
                    <a:pt x="8121228" y="2709229"/>
                  </a:lnTo>
                  <a:lnTo>
                    <a:pt x="8151487" y="2702538"/>
                  </a:lnTo>
                  <a:lnTo>
                    <a:pt x="8206050" y="2688963"/>
                  </a:lnTo>
                  <a:lnTo>
                    <a:pt x="8258851" y="2673943"/>
                  </a:lnTo>
                  <a:lnTo>
                    <a:pt x="8310585" y="2657459"/>
                  </a:lnTo>
                  <a:lnTo>
                    <a:pt x="8361753" y="2639547"/>
                  </a:lnTo>
                  <a:lnTo>
                    <a:pt x="8412696" y="2620304"/>
                  </a:lnTo>
                  <a:lnTo>
                    <a:pt x="8463625" y="2599892"/>
                  </a:lnTo>
                  <a:lnTo>
                    <a:pt x="8514642" y="2578535"/>
                  </a:lnTo>
                  <a:lnTo>
                    <a:pt x="8565768" y="2556511"/>
                  </a:lnTo>
                  <a:lnTo>
                    <a:pt x="8616965" y="2534138"/>
                  </a:lnTo>
                  <a:lnTo>
                    <a:pt x="8668162" y="2511758"/>
                  </a:lnTo>
                  <a:lnTo>
                    <a:pt x="8719293" y="2489711"/>
                  </a:lnTo>
                  <a:lnTo>
                    <a:pt x="8770315" y="2468317"/>
                  </a:lnTo>
                  <a:lnTo>
                    <a:pt x="8821247" y="2447857"/>
                  </a:lnTo>
                  <a:lnTo>
                    <a:pt x="8872185" y="2428557"/>
                  </a:lnTo>
                  <a:lnTo>
                    <a:pt x="8923337" y="2410581"/>
                  </a:lnTo>
                  <a:lnTo>
                    <a:pt x="8975036" y="2394031"/>
                  </a:lnTo>
                  <a:lnTo>
                    <a:pt x="9027774" y="2378945"/>
                  </a:lnTo>
                  <a:lnTo>
                    <a:pt x="9082240" y="2365306"/>
                  </a:lnTo>
                  <a:lnTo>
                    <a:pt x="9084767" y="2364720"/>
                  </a:lnTo>
                  <a:lnTo>
                    <a:pt x="9132273" y="2354477"/>
                  </a:lnTo>
                  <a:lnTo>
                    <a:pt x="9182293" y="2345208"/>
                  </a:lnTo>
                  <a:lnTo>
                    <a:pt x="9235589" y="2336871"/>
                  </a:lnTo>
                  <a:lnTo>
                    <a:pt x="9292993" y="2329387"/>
                  </a:lnTo>
                  <a:lnTo>
                    <a:pt x="9355355" y="2322666"/>
                  </a:lnTo>
                  <a:lnTo>
                    <a:pt x="9423485" y="2316621"/>
                  </a:lnTo>
                  <a:lnTo>
                    <a:pt x="9498078" y="2311170"/>
                  </a:lnTo>
                  <a:lnTo>
                    <a:pt x="9579602" y="2306247"/>
                  </a:lnTo>
                  <a:lnTo>
                    <a:pt x="9668163" y="2301799"/>
                  </a:lnTo>
                  <a:lnTo>
                    <a:pt x="9763327" y="2297792"/>
                  </a:lnTo>
                  <a:lnTo>
                    <a:pt x="9863928" y="2294206"/>
                  </a:lnTo>
                  <a:lnTo>
                    <a:pt x="9967903" y="2291036"/>
                  </a:lnTo>
                  <a:lnTo>
                    <a:pt x="10072221" y="2288287"/>
                  </a:lnTo>
                  <a:lnTo>
                    <a:pt x="10172987" y="2285968"/>
                  </a:lnTo>
                  <a:lnTo>
                    <a:pt x="10265807" y="2284087"/>
                  </a:lnTo>
                  <a:lnTo>
                    <a:pt x="10346400" y="2282636"/>
                  </a:lnTo>
                  <a:lnTo>
                    <a:pt x="10411359" y="2281590"/>
                  </a:lnTo>
                  <a:lnTo>
                    <a:pt x="10458870" y="2280902"/>
                  </a:lnTo>
                  <a:lnTo>
                    <a:pt x="10489171" y="2280506"/>
                  </a:lnTo>
                  <a:lnTo>
                    <a:pt x="10504636" y="2280323"/>
                  </a:lnTo>
                  <a:lnTo>
                    <a:pt x="10509577" y="2280269"/>
                  </a:lnTo>
                  <a:lnTo>
                    <a:pt x="10509911" y="2280266"/>
                  </a:lnTo>
                  <a:lnTo>
                    <a:pt x="11981298" y="2280266"/>
                  </a:lnTo>
                  <a:lnTo>
                    <a:pt x="11981298" y="2272093"/>
                  </a:lnTo>
                  <a:lnTo>
                    <a:pt x="10509911" y="2272093"/>
                  </a:lnTo>
                  <a:lnTo>
                    <a:pt x="10508676" y="2272106"/>
                  </a:lnTo>
                  <a:lnTo>
                    <a:pt x="10500574" y="2272196"/>
                  </a:lnTo>
                  <a:lnTo>
                    <a:pt x="10480203" y="2272446"/>
                  </a:lnTo>
                  <a:lnTo>
                    <a:pt x="10443909" y="2272938"/>
                  </a:lnTo>
                  <a:lnTo>
                    <a:pt x="10390071" y="2273747"/>
                  </a:lnTo>
                  <a:lnTo>
                    <a:pt x="10319215" y="2274933"/>
                  </a:lnTo>
                  <a:lnTo>
                    <a:pt x="10233794" y="2276537"/>
                  </a:lnTo>
                  <a:lnTo>
                    <a:pt x="10137618" y="2278574"/>
                  </a:lnTo>
                  <a:lnTo>
                    <a:pt x="10035092" y="2281048"/>
                  </a:lnTo>
                  <a:lnTo>
                    <a:pt x="9930489" y="2283949"/>
                  </a:lnTo>
                  <a:lnTo>
                    <a:pt x="9827423" y="2287269"/>
                  </a:lnTo>
                  <a:lnTo>
                    <a:pt x="9728579" y="2291004"/>
                  </a:lnTo>
                  <a:lnTo>
                    <a:pt x="9635686" y="2295165"/>
                  </a:lnTo>
                  <a:lnTo>
                    <a:pt x="9549625" y="2299778"/>
                  </a:lnTo>
                  <a:lnTo>
                    <a:pt x="9470615" y="2304883"/>
                  </a:lnTo>
                  <a:lnTo>
                    <a:pt x="9398402" y="2310538"/>
                  </a:lnTo>
                  <a:lnTo>
                    <a:pt x="9332423" y="2316815"/>
                  </a:lnTo>
                  <a:lnTo>
                    <a:pt x="9271931" y="2323799"/>
                  </a:lnTo>
                  <a:lnTo>
                    <a:pt x="9216095" y="2331578"/>
                  </a:lnTo>
                  <a:lnTo>
                    <a:pt x="9164064" y="2340241"/>
                  </a:lnTo>
                  <a:lnTo>
                    <a:pt x="9115025" y="2349856"/>
                  </a:lnTo>
                  <a:lnTo>
                    <a:pt x="9084767" y="2356547"/>
                  </a:lnTo>
                  <a:lnTo>
                    <a:pt x="9030203" y="2370122"/>
                  </a:lnTo>
                  <a:lnTo>
                    <a:pt x="8977402" y="2385142"/>
                  </a:lnTo>
                  <a:lnTo>
                    <a:pt x="8925668" y="2401626"/>
                  </a:lnTo>
                  <a:lnTo>
                    <a:pt x="8874500" y="2419538"/>
                  </a:lnTo>
                  <a:lnTo>
                    <a:pt x="8823557" y="2438781"/>
                  </a:lnTo>
                  <a:lnTo>
                    <a:pt x="8772629" y="2459193"/>
                  </a:lnTo>
                  <a:lnTo>
                    <a:pt x="8721611" y="2480550"/>
                  </a:lnTo>
                  <a:lnTo>
                    <a:pt x="8670485" y="2502574"/>
                  </a:lnTo>
                  <a:lnTo>
                    <a:pt x="8619289" y="2524947"/>
                  </a:lnTo>
                  <a:lnTo>
                    <a:pt x="8568091" y="2547327"/>
                  </a:lnTo>
                  <a:lnTo>
                    <a:pt x="8516960" y="2569374"/>
                  </a:lnTo>
                  <a:lnTo>
                    <a:pt x="8465938" y="2590768"/>
                  </a:lnTo>
                  <a:lnTo>
                    <a:pt x="8415007" y="2611228"/>
                  </a:lnTo>
                  <a:lnTo>
                    <a:pt x="8364068" y="2630528"/>
                  </a:lnTo>
                  <a:lnTo>
                    <a:pt x="8312917" y="2648504"/>
                  </a:lnTo>
                  <a:lnTo>
                    <a:pt x="8261218" y="2665054"/>
                  </a:lnTo>
                  <a:lnTo>
                    <a:pt x="8208479" y="2680140"/>
                  </a:lnTo>
                  <a:lnTo>
                    <a:pt x="8154013" y="2693779"/>
                  </a:lnTo>
                  <a:lnTo>
                    <a:pt x="8151487" y="2694365"/>
                  </a:lnTo>
                  <a:lnTo>
                    <a:pt x="8103980" y="2704608"/>
                  </a:lnTo>
                  <a:lnTo>
                    <a:pt x="8053960" y="2713877"/>
                  </a:lnTo>
                  <a:lnTo>
                    <a:pt x="8000664" y="2722214"/>
                  </a:lnTo>
                  <a:lnTo>
                    <a:pt x="7943261" y="2729698"/>
                  </a:lnTo>
                  <a:lnTo>
                    <a:pt x="7880899" y="2736419"/>
                  </a:lnTo>
                  <a:lnTo>
                    <a:pt x="7812768" y="2742464"/>
                  </a:lnTo>
                  <a:lnTo>
                    <a:pt x="7738175" y="2747915"/>
                  </a:lnTo>
                  <a:lnTo>
                    <a:pt x="7656651" y="2752838"/>
                  </a:lnTo>
                  <a:lnTo>
                    <a:pt x="7568090" y="2757286"/>
                  </a:lnTo>
                  <a:lnTo>
                    <a:pt x="7472926" y="2761293"/>
                  </a:lnTo>
                  <a:lnTo>
                    <a:pt x="7372325" y="2764879"/>
                  </a:lnTo>
                  <a:lnTo>
                    <a:pt x="7268350" y="2768049"/>
                  </a:lnTo>
                  <a:lnTo>
                    <a:pt x="7164033" y="2770798"/>
                  </a:lnTo>
                  <a:lnTo>
                    <a:pt x="7063267" y="2773117"/>
                  </a:lnTo>
                  <a:lnTo>
                    <a:pt x="6970446" y="2774998"/>
                  </a:lnTo>
                  <a:lnTo>
                    <a:pt x="6889853" y="2776449"/>
                  </a:lnTo>
                  <a:lnTo>
                    <a:pt x="6824894" y="2777495"/>
                  </a:lnTo>
                  <a:lnTo>
                    <a:pt x="6777383" y="2778183"/>
                  </a:lnTo>
                  <a:lnTo>
                    <a:pt x="6747083" y="2778579"/>
                  </a:lnTo>
                  <a:lnTo>
                    <a:pt x="6731617" y="2778762"/>
                  </a:lnTo>
                  <a:lnTo>
                    <a:pt x="6726676" y="2778816"/>
                  </a:lnTo>
                  <a:lnTo>
                    <a:pt x="6726343" y="2778819"/>
                  </a:lnTo>
                  <a:lnTo>
                    <a:pt x="5254955" y="2778819"/>
                  </a:lnTo>
                  <a:lnTo>
                    <a:pt x="5253805" y="2778754"/>
                  </a:lnTo>
                  <a:lnTo>
                    <a:pt x="5246250" y="2778294"/>
                  </a:lnTo>
                  <a:lnTo>
                    <a:pt x="5227208" y="2777020"/>
                  </a:lnTo>
                  <a:lnTo>
                    <a:pt x="5193178" y="2774513"/>
                  </a:lnTo>
                  <a:lnTo>
                    <a:pt x="5142484" y="2770383"/>
                  </a:lnTo>
                  <a:lnTo>
                    <a:pt x="5075404" y="2764314"/>
                  </a:lnTo>
                  <a:lnTo>
                    <a:pt x="4994013" y="2756089"/>
                  </a:lnTo>
                  <a:lnTo>
                    <a:pt x="4901704" y="2745601"/>
                  </a:lnTo>
                  <a:lnTo>
                    <a:pt x="4802533" y="2732832"/>
                  </a:lnTo>
                  <a:lnTo>
                    <a:pt x="4700549" y="2717819"/>
                  </a:lnTo>
                  <a:lnTo>
                    <a:pt x="4599282" y="2700611"/>
                  </a:lnTo>
                  <a:lnTo>
                    <a:pt x="4501459" y="2681232"/>
                  </a:lnTo>
                  <a:lnTo>
                    <a:pt x="4408925" y="2659650"/>
                  </a:lnTo>
                  <a:lnTo>
                    <a:pt x="4322717" y="2635761"/>
                  </a:lnTo>
                  <a:lnTo>
                    <a:pt x="4243218" y="2609382"/>
                  </a:lnTo>
                  <a:lnTo>
                    <a:pt x="4170325" y="2580246"/>
                  </a:lnTo>
                  <a:lnTo>
                    <a:pt x="4103603" y="2548012"/>
                  </a:lnTo>
                  <a:lnTo>
                    <a:pt x="4042413" y="2512274"/>
                  </a:lnTo>
                  <a:lnTo>
                    <a:pt x="3986006" y="2472582"/>
                  </a:lnTo>
                  <a:lnTo>
                    <a:pt x="3933590" y="2428475"/>
                  </a:lnTo>
                  <a:lnTo>
                    <a:pt x="3884389" y="2379546"/>
                  </a:lnTo>
                  <a:lnTo>
                    <a:pt x="3837681" y="2325538"/>
                  </a:lnTo>
                  <a:lnTo>
                    <a:pt x="3829811" y="2315682"/>
                  </a:lnTo>
                  <a:lnTo>
                    <a:pt x="3791842" y="2265022"/>
                  </a:lnTo>
                  <a:lnTo>
                    <a:pt x="3754836" y="2210606"/>
                  </a:lnTo>
                  <a:lnTo>
                    <a:pt x="3718528" y="2152357"/>
                  </a:lnTo>
                  <a:lnTo>
                    <a:pt x="3682706" y="2090262"/>
                  </a:lnTo>
                  <a:lnTo>
                    <a:pt x="3647200" y="2024376"/>
                  </a:lnTo>
                  <a:lnTo>
                    <a:pt x="3611878" y="1954833"/>
                  </a:lnTo>
                  <a:lnTo>
                    <a:pt x="3576643" y="1881843"/>
                  </a:lnTo>
                  <a:lnTo>
                    <a:pt x="3541424" y="1805701"/>
                  </a:lnTo>
                  <a:lnTo>
                    <a:pt x="3506178" y="1726778"/>
                  </a:lnTo>
                  <a:lnTo>
                    <a:pt x="3470882" y="1645522"/>
                  </a:lnTo>
                  <a:lnTo>
                    <a:pt x="3435533" y="1562446"/>
                  </a:lnTo>
                  <a:lnTo>
                    <a:pt x="3400140" y="1478116"/>
                  </a:lnTo>
                  <a:lnTo>
                    <a:pt x="3364722" y="1393136"/>
                  </a:lnTo>
                  <a:lnTo>
                    <a:pt x="3329303" y="1308128"/>
                  </a:lnTo>
                  <a:lnTo>
                    <a:pt x="3293907" y="1223717"/>
                  </a:lnTo>
                  <a:lnTo>
                    <a:pt x="3258554" y="1140508"/>
                  </a:lnTo>
                  <a:lnTo>
                    <a:pt x="3223254" y="1059071"/>
                  </a:lnTo>
                  <a:lnTo>
                    <a:pt x="3188004" y="979925"/>
                  </a:lnTo>
                  <a:lnTo>
                    <a:pt x="3152784" y="903523"/>
                  </a:lnTo>
                  <a:lnTo>
                    <a:pt x="3117552" y="830244"/>
                  </a:lnTo>
                  <a:lnTo>
                    <a:pt x="3082242" y="760389"/>
                  </a:lnTo>
                  <a:lnTo>
                    <a:pt x="3046756" y="694177"/>
                  </a:lnTo>
                  <a:lnTo>
                    <a:pt x="3010968" y="631747"/>
                  </a:lnTo>
                  <a:lnTo>
                    <a:pt x="2974711" y="573160"/>
                  </a:lnTo>
                  <a:lnTo>
                    <a:pt x="2937776" y="518410"/>
                  </a:lnTo>
                  <a:lnTo>
                    <a:pt x="2899903" y="467426"/>
                  </a:lnTo>
                  <a:lnTo>
                    <a:pt x="2896531" y="463136"/>
                  </a:lnTo>
                  <a:lnTo>
                    <a:pt x="2850188" y="408243"/>
                  </a:lnTo>
                  <a:lnTo>
                    <a:pt x="2801467" y="358448"/>
                  </a:lnTo>
                  <a:lnTo>
                    <a:pt x="2749662" y="313534"/>
                  </a:lnTo>
                  <a:lnTo>
                    <a:pt x="2694001" y="273111"/>
                  </a:lnTo>
                  <a:lnTo>
                    <a:pt x="2633694" y="236722"/>
                  </a:lnTo>
                  <a:lnTo>
                    <a:pt x="2567978" y="203914"/>
                  </a:lnTo>
                  <a:lnTo>
                    <a:pt x="2496190" y="174268"/>
                  </a:lnTo>
                  <a:lnTo>
                    <a:pt x="2417852" y="147433"/>
                  </a:lnTo>
                  <a:lnTo>
                    <a:pt x="2332792" y="123129"/>
                  </a:lnTo>
                  <a:lnTo>
                    <a:pt x="2241298" y="101158"/>
                  </a:lnTo>
                  <a:lnTo>
                    <a:pt x="2144281" y="81402"/>
                  </a:lnTo>
                  <a:lnTo>
                    <a:pt x="2043440" y="63819"/>
                  </a:lnTo>
                  <a:lnTo>
                    <a:pt x="1941347" y="48423"/>
                  </a:lnTo>
                  <a:lnTo>
                    <a:pt x="1841409" y="35263"/>
                  </a:lnTo>
                  <a:lnTo>
                    <a:pt x="1747616" y="24379"/>
                  </a:lnTo>
                  <a:lnTo>
                    <a:pt x="1664067" y="15768"/>
                  </a:lnTo>
                  <a:lnTo>
                    <a:pt x="1594321" y="9338"/>
                  </a:lnTo>
                  <a:lnTo>
                    <a:pt x="1540720" y="4893"/>
                  </a:lnTo>
                  <a:lnTo>
                    <a:pt x="1503874" y="2132"/>
                  </a:lnTo>
                  <a:lnTo>
                    <a:pt x="1482444" y="675"/>
                  </a:lnTo>
                  <a:lnTo>
                    <a:pt x="1473224" y="104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651" name="pl651"/>
            <p:cNvSpPr/>
            <p:nvPr/>
          </p:nvSpPr>
          <p:spPr>
            <a:xfrm>
              <a:off x="4799595" y="5372074"/>
              <a:ext cx="11981298" cy="2778819"/>
            </a:xfrm>
            <a:custGeom>
              <a:avLst/>
              <a:pathLst>
                <a:path w="11981298" h="2778819">
                  <a:moveTo>
                    <a:pt x="0" y="0"/>
                  </a:moveTo>
                  <a:lnTo>
                    <a:pt x="1471387" y="0"/>
                  </a:lnTo>
                  <a:lnTo>
                    <a:pt x="1472537" y="64"/>
                  </a:lnTo>
                  <a:lnTo>
                    <a:pt x="1480093" y="525"/>
                  </a:lnTo>
                  <a:lnTo>
                    <a:pt x="1499134" y="1798"/>
                  </a:lnTo>
                  <a:lnTo>
                    <a:pt x="1533164" y="4306"/>
                  </a:lnTo>
                  <a:lnTo>
                    <a:pt x="1583858" y="8435"/>
                  </a:lnTo>
                  <a:lnTo>
                    <a:pt x="1650938" y="14504"/>
                  </a:lnTo>
                  <a:lnTo>
                    <a:pt x="1732329" y="22729"/>
                  </a:lnTo>
                  <a:lnTo>
                    <a:pt x="1824638" y="33217"/>
                  </a:lnTo>
                  <a:lnTo>
                    <a:pt x="1923809" y="45987"/>
                  </a:lnTo>
                  <a:lnTo>
                    <a:pt x="2025793" y="61000"/>
                  </a:lnTo>
                  <a:lnTo>
                    <a:pt x="2127060" y="78207"/>
                  </a:lnTo>
                  <a:lnTo>
                    <a:pt x="2224883" y="97586"/>
                  </a:lnTo>
                  <a:lnTo>
                    <a:pt x="2317417" y="119168"/>
                  </a:lnTo>
                  <a:lnTo>
                    <a:pt x="2403625" y="143057"/>
                  </a:lnTo>
                  <a:lnTo>
                    <a:pt x="2483124" y="169437"/>
                  </a:lnTo>
                  <a:lnTo>
                    <a:pt x="2556017" y="198573"/>
                  </a:lnTo>
                  <a:lnTo>
                    <a:pt x="2622739" y="230807"/>
                  </a:lnTo>
                  <a:lnTo>
                    <a:pt x="2683929" y="266544"/>
                  </a:lnTo>
                  <a:lnTo>
                    <a:pt x="2740337" y="306237"/>
                  </a:lnTo>
                  <a:lnTo>
                    <a:pt x="2792752" y="350343"/>
                  </a:lnTo>
                  <a:lnTo>
                    <a:pt x="2841953" y="399272"/>
                  </a:lnTo>
                  <a:lnTo>
                    <a:pt x="2888661" y="453281"/>
                  </a:lnTo>
                  <a:lnTo>
                    <a:pt x="2896531" y="463136"/>
                  </a:lnTo>
                  <a:lnTo>
                    <a:pt x="2934501" y="513796"/>
                  </a:lnTo>
                  <a:lnTo>
                    <a:pt x="2971507" y="568212"/>
                  </a:lnTo>
                  <a:lnTo>
                    <a:pt x="3007814" y="626461"/>
                  </a:lnTo>
                  <a:lnTo>
                    <a:pt x="3043636" y="688557"/>
                  </a:lnTo>
                  <a:lnTo>
                    <a:pt x="3079142" y="754442"/>
                  </a:lnTo>
                  <a:lnTo>
                    <a:pt x="3114464" y="823985"/>
                  </a:lnTo>
                  <a:lnTo>
                    <a:pt x="3149700" y="896975"/>
                  </a:lnTo>
                  <a:lnTo>
                    <a:pt x="3184918" y="973118"/>
                  </a:lnTo>
                  <a:lnTo>
                    <a:pt x="3220164" y="1052041"/>
                  </a:lnTo>
                  <a:lnTo>
                    <a:pt x="3255460" y="1133297"/>
                  </a:lnTo>
                  <a:lnTo>
                    <a:pt x="3290809" y="1216372"/>
                  </a:lnTo>
                  <a:lnTo>
                    <a:pt x="3326202" y="1300702"/>
                  </a:lnTo>
                  <a:lnTo>
                    <a:pt x="3361620" y="1385683"/>
                  </a:lnTo>
                  <a:lnTo>
                    <a:pt x="3397039" y="1470690"/>
                  </a:lnTo>
                  <a:lnTo>
                    <a:pt x="3432435" y="1555102"/>
                  </a:lnTo>
                  <a:lnTo>
                    <a:pt x="3467788" y="1638311"/>
                  </a:lnTo>
                  <a:lnTo>
                    <a:pt x="3503089" y="1719747"/>
                  </a:lnTo>
                  <a:lnTo>
                    <a:pt x="3538338" y="1798893"/>
                  </a:lnTo>
                  <a:lnTo>
                    <a:pt x="3573558" y="1875296"/>
                  </a:lnTo>
                  <a:lnTo>
                    <a:pt x="3608790" y="1948574"/>
                  </a:lnTo>
                  <a:lnTo>
                    <a:pt x="3644101" y="2018429"/>
                  </a:lnTo>
                  <a:lnTo>
                    <a:pt x="3679586" y="2084641"/>
                  </a:lnTo>
                  <a:lnTo>
                    <a:pt x="3715374" y="2147072"/>
                  </a:lnTo>
                  <a:lnTo>
                    <a:pt x="3751631" y="2205658"/>
                  </a:lnTo>
                  <a:lnTo>
                    <a:pt x="3788566" y="2260408"/>
                  </a:lnTo>
                  <a:lnTo>
                    <a:pt x="3826439" y="2311393"/>
                  </a:lnTo>
                  <a:lnTo>
                    <a:pt x="3829811" y="2315682"/>
                  </a:lnTo>
                  <a:lnTo>
                    <a:pt x="3876154" y="2370576"/>
                  </a:lnTo>
                  <a:lnTo>
                    <a:pt x="3924875" y="2420371"/>
                  </a:lnTo>
                  <a:lnTo>
                    <a:pt x="3976680" y="2465284"/>
                  </a:lnTo>
                  <a:lnTo>
                    <a:pt x="4032341" y="2505708"/>
                  </a:lnTo>
                  <a:lnTo>
                    <a:pt x="4092648" y="2542096"/>
                  </a:lnTo>
                  <a:lnTo>
                    <a:pt x="4158364" y="2574905"/>
                  </a:lnTo>
                  <a:lnTo>
                    <a:pt x="4230152" y="2604550"/>
                  </a:lnTo>
                  <a:lnTo>
                    <a:pt x="4308491" y="2631385"/>
                  </a:lnTo>
                  <a:lnTo>
                    <a:pt x="4393550" y="2655689"/>
                  </a:lnTo>
                  <a:lnTo>
                    <a:pt x="4485044" y="2677660"/>
                  </a:lnTo>
                  <a:lnTo>
                    <a:pt x="4582061" y="2697416"/>
                  </a:lnTo>
                  <a:lnTo>
                    <a:pt x="4682902" y="2715000"/>
                  </a:lnTo>
                  <a:lnTo>
                    <a:pt x="4784995" y="2730395"/>
                  </a:lnTo>
                  <a:lnTo>
                    <a:pt x="4884933" y="2743556"/>
                  </a:lnTo>
                  <a:lnTo>
                    <a:pt x="4978726" y="2754439"/>
                  </a:lnTo>
                  <a:lnTo>
                    <a:pt x="5062275" y="2763050"/>
                  </a:lnTo>
                  <a:lnTo>
                    <a:pt x="5132021" y="2769480"/>
                  </a:lnTo>
                  <a:lnTo>
                    <a:pt x="5185622" y="2773925"/>
                  </a:lnTo>
                  <a:lnTo>
                    <a:pt x="5222468" y="2776686"/>
                  </a:lnTo>
                  <a:lnTo>
                    <a:pt x="5243898" y="2778143"/>
                  </a:lnTo>
                  <a:lnTo>
                    <a:pt x="5253118" y="2778714"/>
                  </a:lnTo>
                  <a:lnTo>
                    <a:pt x="5254949" y="2778819"/>
                  </a:lnTo>
                  <a:lnTo>
                    <a:pt x="5254955" y="2778819"/>
                  </a:lnTo>
                  <a:lnTo>
                    <a:pt x="6726343" y="2778819"/>
                  </a:lnTo>
                  <a:lnTo>
                    <a:pt x="6727577" y="2778806"/>
                  </a:lnTo>
                  <a:lnTo>
                    <a:pt x="6735679" y="2778716"/>
                  </a:lnTo>
                  <a:lnTo>
                    <a:pt x="6756050" y="2778466"/>
                  </a:lnTo>
                  <a:lnTo>
                    <a:pt x="6792344" y="2777974"/>
                  </a:lnTo>
                  <a:lnTo>
                    <a:pt x="6846182" y="2777165"/>
                  </a:lnTo>
                  <a:lnTo>
                    <a:pt x="6917039" y="2775979"/>
                  </a:lnTo>
                  <a:lnTo>
                    <a:pt x="7002459" y="2774375"/>
                  </a:lnTo>
                  <a:lnTo>
                    <a:pt x="7098636" y="2772337"/>
                  </a:lnTo>
                  <a:lnTo>
                    <a:pt x="7201162" y="2769864"/>
                  </a:lnTo>
                  <a:lnTo>
                    <a:pt x="7305764" y="2766963"/>
                  </a:lnTo>
                  <a:lnTo>
                    <a:pt x="7408830" y="2763643"/>
                  </a:lnTo>
                  <a:lnTo>
                    <a:pt x="7507674" y="2759908"/>
                  </a:lnTo>
                  <a:lnTo>
                    <a:pt x="7600567" y="2755747"/>
                  </a:lnTo>
                  <a:lnTo>
                    <a:pt x="7686629" y="2751134"/>
                  </a:lnTo>
                  <a:lnTo>
                    <a:pt x="7765638" y="2746029"/>
                  </a:lnTo>
                  <a:lnTo>
                    <a:pt x="7837851" y="2740374"/>
                  </a:lnTo>
                  <a:lnTo>
                    <a:pt x="7903831" y="2734097"/>
                  </a:lnTo>
                  <a:lnTo>
                    <a:pt x="7964322" y="2727113"/>
                  </a:lnTo>
                  <a:lnTo>
                    <a:pt x="8020158" y="2719334"/>
                  </a:lnTo>
                  <a:lnTo>
                    <a:pt x="8072189" y="2710671"/>
                  </a:lnTo>
                  <a:lnTo>
                    <a:pt x="8121228" y="2701056"/>
                  </a:lnTo>
                  <a:lnTo>
                    <a:pt x="8151487" y="2694365"/>
                  </a:lnTo>
                  <a:lnTo>
                    <a:pt x="8206050" y="2680790"/>
                  </a:lnTo>
                  <a:lnTo>
                    <a:pt x="8258851" y="2665770"/>
                  </a:lnTo>
                  <a:lnTo>
                    <a:pt x="8310585" y="2649286"/>
                  </a:lnTo>
                  <a:lnTo>
                    <a:pt x="8361753" y="2631374"/>
                  </a:lnTo>
                  <a:lnTo>
                    <a:pt x="8412696" y="2612131"/>
                  </a:lnTo>
                  <a:lnTo>
                    <a:pt x="8463625" y="2591719"/>
                  </a:lnTo>
                  <a:lnTo>
                    <a:pt x="8514642" y="2570362"/>
                  </a:lnTo>
                  <a:lnTo>
                    <a:pt x="8565768" y="2548338"/>
                  </a:lnTo>
                  <a:lnTo>
                    <a:pt x="8616965" y="2525965"/>
                  </a:lnTo>
                  <a:lnTo>
                    <a:pt x="8668162" y="2503585"/>
                  </a:lnTo>
                  <a:lnTo>
                    <a:pt x="8719293" y="2481538"/>
                  </a:lnTo>
                  <a:lnTo>
                    <a:pt x="8770315" y="2460144"/>
                  </a:lnTo>
                  <a:lnTo>
                    <a:pt x="8821247" y="2439684"/>
                  </a:lnTo>
                  <a:lnTo>
                    <a:pt x="8872185" y="2420384"/>
                  </a:lnTo>
                  <a:lnTo>
                    <a:pt x="8923337" y="2402408"/>
                  </a:lnTo>
                  <a:lnTo>
                    <a:pt x="8975036" y="2385858"/>
                  </a:lnTo>
                  <a:lnTo>
                    <a:pt x="9027774" y="2370772"/>
                  </a:lnTo>
                  <a:lnTo>
                    <a:pt x="9082240" y="2357133"/>
                  </a:lnTo>
                  <a:lnTo>
                    <a:pt x="9084767" y="2356547"/>
                  </a:lnTo>
                  <a:lnTo>
                    <a:pt x="9132273" y="2346304"/>
                  </a:lnTo>
                  <a:lnTo>
                    <a:pt x="9182293" y="2337035"/>
                  </a:lnTo>
                  <a:lnTo>
                    <a:pt x="9235589" y="2328698"/>
                  </a:lnTo>
                  <a:lnTo>
                    <a:pt x="9292993" y="2321214"/>
                  </a:lnTo>
                  <a:lnTo>
                    <a:pt x="9355355" y="2314493"/>
                  </a:lnTo>
                  <a:lnTo>
                    <a:pt x="9423485" y="2308448"/>
                  </a:lnTo>
                  <a:lnTo>
                    <a:pt x="9498078" y="2302997"/>
                  </a:lnTo>
                  <a:lnTo>
                    <a:pt x="9579602" y="2298074"/>
                  </a:lnTo>
                  <a:lnTo>
                    <a:pt x="9668163" y="2293626"/>
                  </a:lnTo>
                  <a:lnTo>
                    <a:pt x="9763327" y="2289619"/>
                  </a:lnTo>
                  <a:lnTo>
                    <a:pt x="9863928" y="2286033"/>
                  </a:lnTo>
                  <a:lnTo>
                    <a:pt x="9967903" y="2282863"/>
                  </a:lnTo>
                  <a:lnTo>
                    <a:pt x="10072221" y="2280114"/>
                  </a:lnTo>
                  <a:lnTo>
                    <a:pt x="10172987" y="2277795"/>
                  </a:lnTo>
                  <a:lnTo>
                    <a:pt x="10265807" y="2275914"/>
                  </a:lnTo>
                  <a:lnTo>
                    <a:pt x="10346400" y="2274463"/>
                  </a:lnTo>
                  <a:lnTo>
                    <a:pt x="10411359" y="2273417"/>
                  </a:lnTo>
                  <a:lnTo>
                    <a:pt x="10458870" y="2272729"/>
                  </a:lnTo>
                  <a:lnTo>
                    <a:pt x="10489171" y="2272333"/>
                  </a:lnTo>
                  <a:lnTo>
                    <a:pt x="10504636" y="2272150"/>
                  </a:lnTo>
                  <a:lnTo>
                    <a:pt x="10509577" y="2272096"/>
                  </a:lnTo>
                  <a:lnTo>
                    <a:pt x="10509911" y="2272093"/>
                  </a:lnTo>
                  <a:lnTo>
                    <a:pt x="11981298" y="227209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52" name="pl652"/>
            <p:cNvSpPr/>
            <p:nvPr/>
          </p:nvSpPr>
          <p:spPr>
            <a:xfrm>
              <a:off x="4799595" y="5363901"/>
              <a:ext cx="11981298" cy="2778819"/>
            </a:xfrm>
            <a:custGeom>
              <a:avLst/>
              <a:pathLst>
                <a:path w="11981298" h="2778819">
                  <a:moveTo>
                    <a:pt x="11981298" y="2272093"/>
                  </a:moveTo>
                  <a:lnTo>
                    <a:pt x="10509911" y="2272093"/>
                  </a:lnTo>
                  <a:lnTo>
                    <a:pt x="10508676" y="2272106"/>
                  </a:lnTo>
                  <a:lnTo>
                    <a:pt x="10500574" y="2272196"/>
                  </a:lnTo>
                  <a:lnTo>
                    <a:pt x="10480203" y="2272446"/>
                  </a:lnTo>
                  <a:lnTo>
                    <a:pt x="10443909" y="2272938"/>
                  </a:lnTo>
                  <a:lnTo>
                    <a:pt x="10390071" y="2273747"/>
                  </a:lnTo>
                  <a:lnTo>
                    <a:pt x="10319215" y="2274933"/>
                  </a:lnTo>
                  <a:lnTo>
                    <a:pt x="10233794" y="2276537"/>
                  </a:lnTo>
                  <a:lnTo>
                    <a:pt x="10137618" y="2278574"/>
                  </a:lnTo>
                  <a:lnTo>
                    <a:pt x="10035092" y="2281048"/>
                  </a:lnTo>
                  <a:lnTo>
                    <a:pt x="9930489" y="2283949"/>
                  </a:lnTo>
                  <a:lnTo>
                    <a:pt x="9827423" y="2287269"/>
                  </a:lnTo>
                  <a:lnTo>
                    <a:pt x="9728579" y="2291004"/>
                  </a:lnTo>
                  <a:lnTo>
                    <a:pt x="9635686" y="2295165"/>
                  </a:lnTo>
                  <a:lnTo>
                    <a:pt x="9549625" y="2299778"/>
                  </a:lnTo>
                  <a:lnTo>
                    <a:pt x="9470615" y="2304883"/>
                  </a:lnTo>
                  <a:lnTo>
                    <a:pt x="9398402" y="2310538"/>
                  </a:lnTo>
                  <a:lnTo>
                    <a:pt x="9332423" y="2316815"/>
                  </a:lnTo>
                  <a:lnTo>
                    <a:pt x="9271931" y="2323799"/>
                  </a:lnTo>
                  <a:lnTo>
                    <a:pt x="9216095" y="2331578"/>
                  </a:lnTo>
                  <a:lnTo>
                    <a:pt x="9164064" y="2340241"/>
                  </a:lnTo>
                  <a:lnTo>
                    <a:pt x="9115025" y="2349856"/>
                  </a:lnTo>
                  <a:lnTo>
                    <a:pt x="9084767" y="2356547"/>
                  </a:lnTo>
                  <a:lnTo>
                    <a:pt x="9030203" y="2370122"/>
                  </a:lnTo>
                  <a:lnTo>
                    <a:pt x="8977402" y="2385142"/>
                  </a:lnTo>
                  <a:lnTo>
                    <a:pt x="8925668" y="2401626"/>
                  </a:lnTo>
                  <a:lnTo>
                    <a:pt x="8874500" y="2419538"/>
                  </a:lnTo>
                  <a:lnTo>
                    <a:pt x="8823557" y="2438781"/>
                  </a:lnTo>
                  <a:lnTo>
                    <a:pt x="8772629" y="2459193"/>
                  </a:lnTo>
                  <a:lnTo>
                    <a:pt x="8721611" y="2480550"/>
                  </a:lnTo>
                  <a:lnTo>
                    <a:pt x="8670485" y="2502574"/>
                  </a:lnTo>
                  <a:lnTo>
                    <a:pt x="8619289" y="2524947"/>
                  </a:lnTo>
                  <a:lnTo>
                    <a:pt x="8568091" y="2547327"/>
                  </a:lnTo>
                  <a:lnTo>
                    <a:pt x="8516960" y="2569374"/>
                  </a:lnTo>
                  <a:lnTo>
                    <a:pt x="8465938" y="2590768"/>
                  </a:lnTo>
                  <a:lnTo>
                    <a:pt x="8415007" y="2611228"/>
                  </a:lnTo>
                  <a:lnTo>
                    <a:pt x="8364068" y="2630528"/>
                  </a:lnTo>
                  <a:lnTo>
                    <a:pt x="8312917" y="2648504"/>
                  </a:lnTo>
                  <a:lnTo>
                    <a:pt x="8261218" y="2665054"/>
                  </a:lnTo>
                  <a:lnTo>
                    <a:pt x="8208479" y="2680140"/>
                  </a:lnTo>
                  <a:lnTo>
                    <a:pt x="8154013" y="2693779"/>
                  </a:lnTo>
                  <a:lnTo>
                    <a:pt x="8151487" y="2694365"/>
                  </a:lnTo>
                  <a:lnTo>
                    <a:pt x="8103980" y="2704608"/>
                  </a:lnTo>
                  <a:lnTo>
                    <a:pt x="8053960" y="2713877"/>
                  </a:lnTo>
                  <a:lnTo>
                    <a:pt x="8000664" y="2722214"/>
                  </a:lnTo>
                  <a:lnTo>
                    <a:pt x="7943261" y="2729698"/>
                  </a:lnTo>
                  <a:lnTo>
                    <a:pt x="7880899" y="2736419"/>
                  </a:lnTo>
                  <a:lnTo>
                    <a:pt x="7812768" y="2742464"/>
                  </a:lnTo>
                  <a:lnTo>
                    <a:pt x="7738175" y="2747915"/>
                  </a:lnTo>
                  <a:lnTo>
                    <a:pt x="7656651" y="2752838"/>
                  </a:lnTo>
                  <a:lnTo>
                    <a:pt x="7568090" y="2757286"/>
                  </a:lnTo>
                  <a:lnTo>
                    <a:pt x="7472926" y="2761293"/>
                  </a:lnTo>
                  <a:lnTo>
                    <a:pt x="7372325" y="2764879"/>
                  </a:lnTo>
                  <a:lnTo>
                    <a:pt x="7268350" y="2768049"/>
                  </a:lnTo>
                  <a:lnTo>
                    <a:pt x="7164033" y="2770798"/>
                  </a:lnTo>
                  <a:lnTo>
                    <a:pt x="7063267" y="2773117"/>
                  </a:lnTo>
                  <a:lnTo>
                    <a:pt x="6970446" y="2774998"/>
                  </a:lnTo>
                  <a:lnTo>
                    <a:pt x="6889853" y="2776449"/>
                  </a:lnTo>
                  <a:lnTo>
                    <a:pt x="6824894" y="2777495"/>
                  </a:lnTo>
                  <a:lnTo>
                    <a:pt x="6777383" y="2778183"/>
                  </a:lnTo>
                  <a:lnTo>
                    <a:pt x="6747083" y="2778579"/>
                  </a:lnTo>
                  <a:lnTo>
                    <a:pt x="6731617" y="2778762"/>
                  </a:lnTo>
                  <a:lnTo>
                    <a:pt x="6726676" y="2778816"/>
                  </a:lnTo>
                  <a:lnTo>
                    <a:pt x="6726343" y="2778819"/>
                  </a:lnTo>
                  <a:lnTo>
                    <a:pt x="5254955" y="2778819"/>
                  </a:lnTo>
                  <a:lnTo>
                    <a:pt x="5253805" y="2778754"/>
                  </a:lnTo>
                  <a:lnTo>
                    <a:pt x="5246250" y="2778294"/>
                  </a:lnTo>
                  <a:lnTo>
                    <a:pt x="5227208" y="2777020"/>
                  </a:lnTo>
                  <a:lnTo>
                    <a:pt x="5193178" y="2774513"/>
                  </a:lnTo>
                  <a:lnTo>
                    <a:pt x="5142484" y="2770383"/>
                  </a:lnTo>
                  <a:lnTo>
                    <a:pt x="5075404" y="2764314"/>
                  </a:lnTo>
                  <a:lnTo>
                    <a:pt x="4994013" y="2756089"/>
                  </a:lnTo>
                  <a:lnTo>
                    <a:pt x="4901704" y="2745601"/>
                  </a:lnTo>
                  <a:lnTo>
                    <a:pt x="4802533" y="2732832"/>
                  </a:lnTo>
                  <a:lnTo>
                    <a:pt x="4700549" y="2717819"/>
                  </a:lnTo>
                  <a:lnTo>
                    <a:pt x="4599282" y="2700611"/>
                  </a:lnTo>
                  <a:lnTo>
                    <a:pt x="4501459" y="2681232"/>
                  </a:lnTo>
                  <a:lnTo>
                    <a:pt x="4408925" y="2659650"/>
                  </a:lnTo>
                  <a:lnTo>
                    <a:pt x="4322717" y="2635761"/>
                  </a:lnTo>
                  <a:lnTo>
                    <a:pt x="4243218" y="2609382"/>
                  </a:lnTo>
                  <a:lnTo>
                    <a:pt x="4170325" y="2580246"/>
                  </a:lnTo>
                  <a:lnTo>
                    <a:pt x="4103603" y="2548012"/>
                  </a:lnTo>
                  <a:lnTo>
                    <a:pt x="4042413" y="2512274"/>
                  </a:lnTo>
                  <a:lnTo>
                    <a:pt x="3986006" y="2472582"/>
                  </a:lnTo>
                  <a:lnTo>
                    <a:pt x="3933590" y="2428475"/>
                  </a:lnTo>
                  <a:lnTo>
                    <a:pt x="3884389" y="2379546"/>
                  </a:lnTo>
                  <a:lnTo>
                    <a:pt x="3837681" y="2325538"/>
                  </a:lnTo>
                  <a:lnTo>
                    <a:pt x="3829811" y="2315682"/>
                  </a:lnTo>
                  <a:lnTo>
                    <a:pt x="3791842" y="2265022"/>
                  </a:lnTo>
                  <a:lnTo>
                    <a:pt x="3754836" y="2210606"/>
                  </a:lnTo>
                  <a:lnTo>
                    <a:pt x="3718528" y="2152357"/>
                  </a:lnTo>
                  <a:lnTo>
                    <a:pt x="3682706" y="2090262"/>
                  </a:lnTo>
                  <a:lnTo>
                    <a:pt x="3647200" y="2024376"/>
                  </a:lnTo>
                  <a:lnTo>
                    <a:pt x="3611878" y="1954833"/>
                  </a:lnTo>
                  <a:lnTo>
                    <a:pt x="3576643" y="1881843"/>
                  </a:lnTo>
                  <a:lnTo>
                    <a:pt x="3541424" y="1805701"/>
                  </a:lnTo>
                  <a:lnTo>
                    <a:pt x="3506178" y="1726778"/>
                  </a:lnTo>
                  <a:lnTo>
                    <a:pt x="3470882" y="1645522"/>
                  </a:lnTo>
                  <a:lnTo>
                    <a:pt x="3435533" y="1562446"/>
                  </a:lnTo>
                  <a:lnTo>
                    <a:pt x="3400140" y="1478116"/>
                  </a:lnTo>
                  <a:lnTo>
                    <a:pt x="3364722" y="1393136"/>
                  </a:lnTo>
                  <a:lnTo>
                    <a:pt x="3329303" y="1308128"/>
                  </a:lnTo>
                  <a:lnTo>
                    <a:pt x="3293907" y="1223717"/>
                  </a:lnTo>
                  <a:lnTo>
                    <a:pt x="3258554" y="1140508"/>
                  </a:lnTo>
                  <a:lnTo>
                    <a:pt x="3223254" y="1059071"/>
                  </a:lnTo>
                  <a:lnTo>
                    <a:pt x="3188004" y="979925"/>
                  </a:lnTo>
                  <a:lnTo>
                    <a:pt x="3152784" y="903523"/>
                  </a:lnTo>
                  <a:lnTo>
                    <a:pt x="3117552" y="830244"/>
                  </a:lnTo>
                  <a:lnTo>
                    <a:pt x="3082242" y="760389"/>
                  </a:lnTo>
                  <a:lnTo>
                    <a:pt x="3046756" y="694177"/>
                  </a:lnTo>
                  <a:lnTo>
                    <a:pt x="3010968" y="631747"/>
                  </a:lnTo>
                  <a:lnTo>
                    <a:pt x="2974711" y="573160"/>
                  </a:lnTo>
                  <a:lnTo>
                    <a:pt x="2937776" y="518410"/>
                  </a:lnTo>
                  <a:lnTo>
                    <a:pt x="2899903" y="467426"/>
                  </a:lnTo>
                  <a:lnTo>
                    <a:pt x="2896531" y="463136"/>
                  </a:lnTo>
                  <a:lnTo>
                    <a:pt x="2850188" y="408243"/>
                  </a:lnTo>
                  <a:lnTo>
                    <a:pt x="2801467" y="358448"/>
                  </a:lnTo>
                  <a:lnTo>
                    <a:pt x="2749662" y="313534"/>
                  </a:lnTo>
                  <a:lnTo>
                    <a:pt x="2694001" y="273111"/>
                  </a:lnTo>
                  <a:lnTo>
                    <a:pt x="2633694" y="236722"/>
                  </a:lnTo>
                  <a:lnTo>
                    <a:pt x="2567978" y="203914"/>
                  </a:lnTo>
                  <a:lnTo>
                    <a:pt x="2496190" y="174268"/>
                  </a:lnTo>
                  <a:lnTo>
                    <a:pt x="2417852" y="147433"/>
                  </a:lnTo>
                  <a:lnTo>
                    <a:pt x="2332792" y="123129"/>
                  </a:lnTo>
                  <a:lnTo>
                    <a:pt x="2241298" y="101158"/>
                  </a:lnTo>
                  <a:lnTo>
                    <a:pt x="2144281" y="81402"/>
                  </a:lnTo>
                  <a:lnTo>
                    <a:pt x="2043440" y="63819"/>
                  </a:lnTo>
                  <a:lnTo>
                    <a:pt x="1941347" y="48423"/>
                  </a:lnTo>
                  <a:lnTo>
                    <a:pt x="1841409" y="35263"/>
                  </a:lnTo>
                  <a:lnTo>
                    <a:pt x="1747616" y="24379"/>
                  </a:lnTo>
                  <a:lnTo>
                    <a:pt x="1664067" y="15768"/>
                  </a:lnTo>
                  <a:lnTo>
                    <a:pt x="1594321" y="9338"/>
                  </a:lnTo>
                  <a:lnTo>
                    <a:pt x="1540720" y="4893"/>
                  </a:lnTo>
                  <a:lnTo>
                    <a:pt x="1503874" y="2132"/>
                  </a:lnTo>
                  <a:lnTo>
                    <a:pt x="1482444" y="675"/>
                  </a:lnTo>
                  <a:lnTo>
                    <a:pt x="1473224" y="104"/>
                  </a:lnTo>
                  <a:lnTo>
                    <a:pt x="1471393" y="0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53" name="pg653"/>
            <p:cNvSpPr/>
            <p:nvPr/>
          </p:nvSpPr>
          <p:spPr>
            <a:xfrm>
              <a:off x="4799595" y="5372074"/>
              <a:ext cx="11981298" cy="3236507"/>
            </a:xfrm>
            <a:custGeom>
              <a:avLst/>
              <a:pathLst>
                <a:path w="11981298" h="3236507">
                  <a:moveTo>
                    <a:pt x="0" y="8172"/>
                  </a:moveTo>
                  <a:lnTo>
                    <a:pt x="1471387" y="8172"/>
                  </a:lnTo>
                  <a:lnTo>
                    <a:pt x="1472537" y="8237"/>
                  </a:lnTo>
                  <a:lnTo>
                    <a:pt x="1480093" y="8698"/>
                  </a:lnTo>
                  <a:lnTo>
                    <a:pt x="1499134" y="9971"/>
                  </a:lnTo>
                  <a:lnTo>
                    <a:pt x="1533164" y="12479"/>
                  </a:lnTo>
                  <a:lnTo>
                    <a:pt x="1583858" y="16608"/>
                  </a:lnTo>
                  <a:lnTo>
                    <a:pt x="1650938" y="22677"/>
                  </a:lnTo>
                  <a:lnTo>
                    <a:pt x="1732329" y="30902"/>
                  </a:lnTo>
                  <a:lnTo>
                    <a:pt x="1824638" y="41390"/>
                  </a:lnTo>
                  <a:lnTo>
                    <a:pt x="1923809" y="54160"/>
                  </a:lnTo>
                  <a:lnTo>
                    <a:pt x="2025793" y="69173"/>
                  </a:lnTo>
                  <a:lnTo>
                    <a:pt x="2127060" y="86380"/>
                  </a:lnTo>
                  <a:lnTo>
                    <a:pt x="2224883" y="105759"/>
                  </a:lnTo>
                  <a:lnTo>
                    <a:pt x="2317417" y="127341"/>
                  </a:lnTo>
                  <a:lnTo>
                    <a:pt x="2403625" y="151230"/>
                  </a:lnTo>
                  <a:lnTo>
                    <a:pt x="2483124" y="177610"/>
                  </a:lnTo>
                  <a:lnTo>
                    <a:pt x="2556017" y="206746"/>
                  </a:lnTo>
                  <a:lnTo>
                    <a:pt x="2622739" y="238980"/>
                  </a:lnTo>
                  <a:lnTo>
                    <a:pt x="2683929" y="274717"/>
                  </a:lnTo>
                  <a:lnTo>
                    <a:pt x="2740337" y="314410"/>
                  </a:lnTo>
                  <a:lnTo>
                    <a:pt x="2792752" y="358516"/>
                  </a:lnTo>
                  <a:lnTo>
                    <a:pt x="2841953" y="407445"/>
                  </a:lnTo>
                  <a:lnTo>
                    <a:pt x="2888661" y="461454"/>
                  </a:lnTo>
                  <a:lnTo>
                    <a:pt x="2896531" y="471309"/>
                  </a:lnTo>
                  <a:lnTo>
                    <a:pt x="2934501" y="521969"/>
                  </a:lnTo>
                  <a:lnTo>
                    <a:pt x="2971507" y="576385"/>
                  </a:lnTo>
                  <a:lnTo>
                    <a:pt x="3007814" y="634634"/>
                  </a:lnTo>
                  <a:lnTo>
                    <a:pt x="3043636" y="696730"/>
                  </a:lnTo>
                  <a:lnTo>
                    <a:pt x="3079142" y="762615"/>
                  </a:lnTo>
                  <a:lnTo>
                    <a:pt x="3114464" y="832158"/>
                  </a:lnTo>
                  <a:lnTo>
                    <a:pt x="3149700" y="905148"/>
                  </a:lnTo>
                  <a:lnTo>
                    <a:pt x="3184918" y="981291"/>
                  </a:lnTo>
                  <a:lnTo>
                    <a:pt x="3220164" y="1060214"/>
                  </a:lnTo>
                  <a:lnTo>
                    <a:pt x="3255460" y="1141470"/>
                  </a:lnTo>
                  <a:lnTo>
                    <a:pt x="3290809" y="1224545"/>
                  </a:lnTo>
                  <a:lnTo>
                    <a:pt x="3326202" y="1308875"/>
                  </a:lnTo>
                  <a:lnTo>
                    <a:pt x="3361620" y="1393856"/>
                  </a:lnTo>
                  <a:lnTo>
                    <a:pt x="3397039" y="1478863"/>
                  </a:lnTo>
                  <a:lnTo>
                    <a:pt x="3432435" y="1563275"/>
                  </a:lnTo>
                  <a:lnTo>
                    <a:pt x="3467788" y="1646484"/>
                  </a:lnTo>
                  <a:lnTo>
                    <a:pt x="3503089" y="1727920"/>
                  </a:lnTo>
                  <a:lnTo>
                    <a:pt x="3538338" y="1807066"/>
                  </a:lnTo>
                  <a:lnTo>
                    <a:pt x="3573558" y="1883469"/>
                  </a:lnTo>
                  <a:lnTo>
                    <a:pt x="3608790" y="1956747"/>
                  </a:lnTo>
                  <a:lnTo>
                    <a:pt x="3644101" y="2026602"/>
                  </a:lnTo>
                  <a:lnTo>
                    <a:pt x="3679586" y="2092814"/>
                  </a:lnTo>
                  <a:lnTo>
                    <a:pt x="3715374" y="2155245"/>
                  </a:lnTo>
                  <a:lnTo>
                    <a:pt x="3751631" y="2213831"/>
                  </a:lnTo>
                  <a:lnTo>
                    <a:pt x="3788566" y="2268581"/>
                  </a:lnTo>
                  <a:lnTo>
                    <a:pt x="3826439" y="2319566"/>
                  </a:lnTo>
                  <a:lnTo>
                    <a:pt x="3829811" y="2323855"/>
                  </a:lnTo>
                  <a:lnTo>
                    <a:pt x="3876154" y="2378749"/>
                  </a:lnTo>
                  <a:lnTo>
                    <a:pt x="3924875" y="2428544"/>
                  </a:lnTo>
                  <a:lnTo>
                    <a:pt x="3976680" y="2473457"/>
                  </a:lnTo>
                  <a:lnTo>
                    <a:pt x="4032341" y="2513881"/>
                  </a:lnTo>
                  <a:lnTo>
                    <a:pt x="4092648" y="2550269"/>
                  </a:lnTo>
                  <a:lnTo>
                    <a:pt x="4158364" y="2583078"/>
                  </a:lnTo>
                  <a:lnTo>
                    <a:pt x="4230152" y="2612723"/>
                  </a:lnTo>
                  <a:lnTo>
                    <a:pt x="4308491" y="2639558"/>
                  </a:lnTo>
                  <a:lnTo>
                    <a:pt x="4393550" y="2663862"/>
                  </a:lnTo>
                  <a:lnTo>
                    <a:pt x="4485044" y="2685833"/>
                  </a:lnTo>
                  <a:lnTo>
                    <a:pt x="4582061" y="2705589"/>
                  </a:lnTo>
                  <a:lnTo>
                    <a:pt x="4682902" y="2723173"/>
                  </a:lnTo>
                  <a:lnTo>
                    <a:pt x="4784995" y="2738568"/>
                  </a:lnTo>
                  <a:lnTo>
                    <a:pt x="4884933" y="2751729"/>
                  </a:lnTo>
                  <a:lnTo>
                    <a:pt x="4978726" y="2762612"/>
                  </a:lnTo>
                  <a:lnTo>
                    <a:pt x="5062275" y="2771223"/>
                  </a:lnTo>
                  <a:lnTo>
                    <a:pt x="5132021" y="2777653"/>
                  </a:lnTo>
                  <a:lnTo>
                    <a:pt x="5185622" y="2782098"/>
                  </a:lnTo>
                  <a:lnTo>
                    <a:pt x="5222468" y="2784859"/>
                  </a:lnTo>
                  <a:lnTo>
                    <a:pt x="5243898" y="2786316"/>
                  </a:lnTo>
                  <a:lnTo>
                    <a:pt x="5253118" y="2786887"/>
                  </a:lnTo>
                  <a:lnTo>
                    <a:pt x="5254955" y="2786992"/>
                  </a:lnTo>
                  <a:lnTo>
                    <a:pt x="6726343" y="2786992"/>
                  </a:lnTo>
                  <a:lnTo>
                    <a:pt x="6727578" y="2787003"/>
                  </a:lnTo>
                  <a:lnTo>
                    <a:pt x="6735684" y="2787083"/>
                  </a:lnTo>
                  <a:lnTo>
                    <a:pt x="6756066" y="2787305"/>
                  </a:lnTo>
                  <a:lnTo>
                    <a:pt x="6792377" y="2787742"/>
                  </a:lnTo>
                  <a:lnTo>
                    <a:pt x="6846241" y="2788460"/>
                  </a:lnTo>
                  <a:lnTo>
                    <a:pt x="6917127" y="2789513"/>
                  </a:lnTo>
                  <a:lnTo>
                    <a:pt x="7002579" y="2790936"/>
                  </a:lnTo>
                  <a:lnTo>
                    <a:pt x="7098785" y="2792745"/>
                  </a:lnTo>
                  <a:lnTo>
                    <a:pt x="7201336" y="2794940"/>
                  </a:lnTo>
                  <a:lnTo>
                    <a:pt x="7305958" y="2797515"/>
                  </a:lnTo>
                  <a:lnTo>
                    <a:pt x="7409038" y="2800460"/>
                  </a:lnTo>
                  <a:lnTo>
                    <a:pt x="7507889" y="2803776"/>
                  </a:lnTo>
                  <a:lnTo>
                    <a:pt x="7600785" y="2807469"/>
                  </a:lnTo>
                  <a:lnTo>
                    <a:pt x="7686844" y="2811562"/>
                  </a:lnTo>
                  <a:lnTo>
                    <a:pt x="7765850" y="2816093"/>
                  </a:lnTo>
                  <a:lnTo>
                    <a:pt x="7838057" y="2821112"/>
                  </a:lnTo>
                  <a:lnTo>
                    <a:pt x="7904031" y="2826684"/>
                  </a:lnTo>
                  <a:lnTo>
                    <a:pt x="7964517" y="2832882"/>
                  </a:lnTo>
                  <a:lnTo>
                    <a:pt x="8020349" y="2839787"/>
                  </a:lnTo>
                  <a:lnTo>
                    <a:pt x="8072377" y="2847476"/>
                  </a:lnTo>
                  <a:lnTo>
                    <a:pt x="8121415" y="2856010"/>
                  </a:lnTo>
                  <a:lnTo>
                    <a:pt x="8151487" y="2861911"/>
                  </a:lnTo>
                  <a:lnTo>
                    <a:pt x="8206386" y="2874033"/>
                  </a:lnTo>
                  <a:lnTo>
                    <a:pt x="8259505" y="2887452"/>
                  </a:lnTo>
                  <a:lnTo>
                    <a:pt x="8311551" y="2902187"/>
                  </a:lnTo>
                  <a:lnTo>
                    <a:pt x="8363032" y="2918204"/>
                  </a:lnTo>
                  <a:lnTo>
                    <a:pt x="8414291" y="2935413"/>
                  </a:lnTo>
                  <a:lnTo>
                    <a:pt x="8465541" y="2953666"/>
                  </a:lnTo>
                  <a:lnTo>
                    <a:pt x="8516883" y="2972760"/>
                  </a:lnTo>
                  <a:lnTo>
                    <a:pt x="8568334" y="2992441"/>
                  </a:lnTo>
                  <a:lnTo>
                    <a:pt x="8619853" y="3012420"/>
                  </a:lnTo>
                  <a:lnTo>
                    <a:pt x="8671370" y="3032389"/>
                  </a:lnTo>
                  <a:lnTo>
                    <a:pt x="8722814" y="3052039"/>
                  </a:lnTo>
                  <a:lnTo>
                    <a:pt x="8774148" y="3071084"/>
                  </a:lnTo>
                  <a:lnTo>
                    <a:pt x="8825395" y="3089274"/>
                  </a:lnTo>
                  <a:lnTo>
                    <a:pt x="8876661" y="3106407"/>
                  </a:lnTo>
                  <a:lnTo>
                    <a:pt x="8928167" y="3122339"/>
                  </a:lnTo>
                  <a:lnTo>
                    <a:pt x="8980268" y="3136987"/>
                  </a:lnTo>
                  <a:lnTo>
                    <a:pt x="9033481" y="3150319"/>
                  </a:lnTo>
                  <a:lnTo>
                    <a:pt x="9084767" y="3161588"/>
                  </a:lnTo>
                  <a:lnTo>
                    <a:pt x="9132282" y="3170676"/>
                  </a:lnTo>
                  <a:lnTo>
                    <a:pt x="9182313" y="3178900"/>
                  </a:lnTo>
                  <a:lnTo>
                    <a:pt x="9235620" y="3186297"/>
                  </a:lnTo>
                  <a:lnTo>
                    <a:pt x="9293037" y="3192937"/>
                  </a:lnTo>
                  <a:lnTo>
                    <a:pt x="9355415" y="3198899"/>
                  </a:lnTo>
                  <a:lnTo>
                    <a:pt x="9423565" y="3204263"/>
                  </a:lnTo>
                  <a:lnTo>
                    <a:pt x="9498180" y="3209098"/>
                  </a:lnTo>
                  <a:lnTo>
                    <a:pt x="9579729" y="3213466"/>
                  </a:lnTo>
                  <a:lnTo>
                    <a:pt x="9668317" y="3217411"/>
                  </a:lnTo>
                  <a:lnTo>
                    <a:pt x="9763510" y="3220965"/>
                  </a:lnTo>
                  <a:lnTo>
                    <a:pt x="9864139" y="3224147"/>
                  </a:lnTo>
                  <a:lnTo>
                    <a:pt x="9968138" y="3226959"/>
                  </a:lnTo>
                  <a:lnTo>
                    <a:pt x="10072471" y="3229397"/>
                  </a:lnTo>
                  <a:lnTo>
                    <a:pt x="10173241" y="3231453"/>
                  </a:lnTo>
                  <a:lnTo>
                    <a:pt x="10266051" y="3233122"/>
                  </a:lnTo>
                  <a:lnTo>
                    <a:pt x="10346618" y="3234408"/>
                  </a:lnTo>
                  <a:lnTo>
                    <a:pt x="10411538" y="3235335"/>
                  </a:lnTo>
                  <a:lnTo>
                    <a:pt x="10459000" y="3235944"/>
                  </a:lnTo>
                  <a:lnTo>
                    <a:pt x="10489250" y="3236295"/>
                  </a:lnTo>
                  <a:lnTo>
                    <a:pt x="10504671" y="3236457"/>
                  </a:lnTo>
                  <a:lnTo>
                    <a:pt x="10509583" y="3236504"/>
                  </a:lnTo>
                  <a:lnTo>
                    <a:pt x="10509911" y="3236507"/>
                  </a:lnTo>
                  <a:lnTo>
                    <a:pt x="11981298" y="3236507"/>
                  </a:lnTo>
                  <a:lnTo>
                    <a:pt x="11981298" y="3228334"/>
                  </a:lnTo>
                  <a:lnTo>
                    <a:pt x="10509911" y="3228334"/>
                  </a:lnTo>
                  <a:lnTo>
                    <a:pt x="10508675" y="3228323"/>
                  </a:lnTo>
                  <a:lnTo>
                    <a:pt x="10500569" y="3228242"/>
                  </a:lnTo>
                  <a:lnTo>
                    <a:pt x="10480187" y="3228020"/>
                  </a:lnTo>
                  <a:lnTo>
                    <a:pt x="10443876" y="3227584"/>
                  </a:lnTo>
                  <a:lnTo>
                    <a:pt x="10390013" y="3226866"/>
                  </a:lnTo>
                  <a:lnTo>
                    <a:pt x="10319127" y="3225813"/>
                  </a:lnTo>
                  <a:lnTo>
                    <a:pt x="10233674" y="3224390"/>
                  </a:lnTo>
                  <a:lnTo>
                    <a:pt x="10137468" y="3222581"/>
                  </a:lnTo>
                  <a:lnTo>
                    <a:pt x="10034917" y="3220386"/>
                  </a:lnTo>
                  <a:lnTo>
                    <a:pt x="9930295" y="3217811"/>
                  </a:lnTo>
                  <a:lnTo>
                    <a:pt x="9827215" y="3214865"/>
                  </a:lnTo>
                  <a:lnTo>
                    <a:pt x="9728364" y="3211550"/>
                  </a:lnTo>
                  <a:lnTo>
                    <a:pt x="9635469" y="3207857"/>
                  </a:lnTo>
                  <a:lnTo>
                    <a:pt x="9549409" y="3203763"/>
                  </a:lnTo>
                  <a:lnTo>
                    <a:pt x="9470404" y="3199233"/>
                  </a:lnTo>
                  <a:lnTo>
                    <a:pt x="9398196" y="3194214"/>
                  </a:lnTo>
                  <a:lnTo>
                    <a:pt x="9332223" y="3188642"/>
                  </a:lnTo>
                  <a:lnTo>
                    <a:pt x="9271736" y="3182444"/>
                  </a:lnTo>
                  <a:lnTo>
                    <a:pt x="9215904" y="3175539"/>
                  </a:lnTo>
                  <a:lnTo>
                    <a:pt x="9163876" y="3167850"/>
                  </a:lnTo>
                  <a:lnTo>
                    <a:pt x="9114838" y="3159316"/>
                  </a:lnTo>
                  <a:lnTo>
                    <a:pt x="9084767" y="3153415"/>
                  </a:lnTo>
                  <a:lnTo>
                    <a:pt x="9029867" y="3141293"/>
                  </a:lnTo>
                  <a:lnTo>
                    <a:pt x="8976748" y="3127873"/>
                  </a:lnTo>
                  <a:lnTo>
                    <a:pt x="8924702" y="3113138"/>
                  </a:lnTo>
                  <a:lnTo>
                    <a:pt x="8873222" y="3097122"/>
                  </a:lnTo>
                  <a:lnTo>
                    <a:pt x="8821962" y="3079913"/>
                  </a:lnTo>
                  <a:lnTo>
                    <a:pt x="8770712" y="3061659"/>
                  </a:lnTo>
                  <a:lnTo>
                    <a:pt x="8719370" y="3042565"/>
                  </a:lnTo>
                  <a:lnTo>
                    <a:pt x="8667919" y="3022884"/>
                  </a:lnTo>
                  <a:lnTo>
                    <a:pt x="8616400" y="3002905"/>
                  </a:lnTo>
                  <a:lnTo>
                    <a:pt x="8564884" y="2982937"/>
                  </a:lnTo>
                  <a:lnTo>
                    <a:pt x="8513439" y="2963287"/>
                  </a:lnTo>
                  <a:lnTo>
                    <a:pt x="8462105" y="2944241"/>
                  </a:lnTo>
                  <a:lnTo>
                    <a:pt x="8410859" y="2926052"/>
                  </a:lnTo>
                  <a:lnTo>
                    <a:pt x="8359592" y="2908919"/>
                  </a:lnTo>
                  <a:lnTo>
                    <a:pt x="8308086" y="2892986"/>
                  </a:lnTo>
                  <a:lnTo>
                    <a:pt x="8255986" y="2878339"/>
                  </a:lnTo>
                  <a:lnTo>
                    <a:pt x="8202772" y="2865007"/>
                  </a:lnTo>
                  <a:lnTo>
                    <a:pt x="8151487" y="2853738"/>
                  </a:lnTo>
                  <a:lnTo>
                    <a:pt x="8103971" y="2844649"/>
                  </a:lnTo>
                  <a:lnTo>
                    <a:pt x="8053941" y="2836426"/>
                  </a:lnTo>
                  <a:lnTo>
                    <a:pt x="8000633" y="2829029"/>
                  </a:lnTo>
                  <a:lnTo>
                    <a:pt x="7943216" y="2822389"/>
                  </a:lnTo>
                  <a:lnTo>
                    <a:pt x="7880838" y="2816427"/>
                  </a:lnTo>
                  <a:lnTo>
                    <a:pt x="7812688" y="2811063"/>
                  </a:lnTo>
                  <a:lnTo>
                    <a:pt x="7738073" y="2806228"/>
                  </a:lnTo>
                  <a:lnTo>
                    <a:pt x="7656524" y="2801860"/>
                  </a:lnTo>
                  <a:lnTo>
                    <a:pt x="7567936" y="2797915"/>
                  </a:lnTo>
                  <a:lnTo>
                    <a:pt x="7472743" y="2794360"/>
                  </a:lnTo>
                  <a:lnTo>
                    <a:pt x="7372114" y="2791179"/>
                  </a:lnTo>
                  <a:lnTo>
                    <a:pt x="7268115" y="2788367"/>
                  </a:lnTo>
                  <a:lnTo>
                    <a:pt x="7163782" y="2785928"/>
                  </a:lnTo>
                  <a:lnTo>
                    <a:pt x="7063012" y="2783872"/>
                  </a:lnTo>
                  <a:lnTo>
                    <a:pt x="6970202" y="2782204"/>
                  </a:lnTo>
                  <a:lnTo>
                    <a:pt x="6889635" y="2780918"/>
                  </a:lnTo>
                  <a:lnTo>
                    <a:pt x="6824716" y="2779991"/>
                  </a:lnTo>
                  <a:lnTo>
                    <a:pt x="6777253" y="2779382"/>
                  </a:lnTo>
                  <a:lnTo>
                    <a:pt x="6747004" y="2779031"/>
                  </a:lnTo>
                  <a:lnTo>
                    <a:pt x="6731582" y="2778869"/>
                  </a:lnTo>
                  <a:lnTo>
                    <a:pt x="6726670" y="2778822"/>
                  </a:lnTo>
                  <a:lnTo>
                    <a:pt x="6726343" y="2778819"/>
                  </a:lnTo>
                  <a:lnTo>
                    <a:pt x="5254955" y="2778819"/>
                  </a:lnTo>
                  <a:lnTo>
                    <a:pt x="5253805" y="2778754"/>
                  </a:lnTo>
                  <a:lnTo>
                    <a:pt x="5246250" y="2778294"/>
                  </a:lnTo>
                  <a:lnTo>
                    <a:pt x="5227208" y="2777020"/>
                  </a:lnTo>
                  <a:lnTo>
                    <a:pt x="5193178" y="2774513"/>
                  </a:lnTo>
                  <a:lnTo>
                    <a:pt x="5142484" y="2770383"/>
                  </a:lnTo>
                  <a:lnTo>
                    <a:pt x="5075404" y="2764314"/>
                  </a:lnTo>
                  <a:lnTo>
                    <a:pt x="4994013" y="2756089"/>
                  </a:lnTo>
                  <a:lnTo>
                    <a:pt x="4901704" y="2745601"/>
                  </a:lnTo>
                  <a:lnTo>
                    <a:pt x="4802533" y="2732832"/>
                  </a:lnTo>
                  <a:lnTo>
                    <a:pt x="4700549" y="2717819"/>
                  </a:lnTo>
                  <a:lnTo>
                    <a:pt x="4599282" y="2700611"/>
                  </a:lnTo>
                  <a:lnTo>
                    <a:pt x="4501459" y="2681232"/>
                  </a:lnTo>
                  <a:lnTo>
                    <a:pt x="4408925" y="2659650"/>
                  </a:lnTo>
                  <a:lnTo>
                    <a:pt x="4322717" y="2635761"/>
                  </a:lnTo>
                  <a:lnTo>
                    <a:pt x="4243218" y="2609382"/>
                  </a:lnTo>
                  <a:lnTo>
                    <a:pt x="4170325" y="2580246"/>
                  </a:lnTo>
                  <a:lnTo>
                    <a:pt x="4103603" y="2548012"/>
                  </a:lnTo>
                  <a:lnTo>
                    <a:pt x="4042413" y="2512274"/>
                  </a:lnTo>
                  <a:lnTo>
                    <a:pt x="3986006" y="2472582"/>
                  </a:lnTo>
                  <a:lnTo>
                    <a:pt x="3933590" y="2428475"/>
                  </a:lnTo>
                  <a:lnTo>
                    <a:pt x="3884389" y="2379546"/>
                  </a:lnTo>
                  <a:lnTo>
                    <a:pt x="3837681" y="2325538"/>
                  </a:lnTo>
                  <a:lnTo>
                    <a:pt x="3829811" y="2315682"/>
                  </a:lnTo>
                  <a:lnTo>
                    <a:pt x="3791842" y="2265022"/>
                  </a:lnTo>
                  <a:lnTo>
                    <a:pt x="3754836" y="2210606"/>
                  </a:lnTo>
                  <a:lnTo>
                    <a:pt x="3718528" y="2152357"/>
                  </a:lnTo>
                  <a:lnTo>
                    <a:pt x="3682706" y="2090262"/>
                  </a:lnTo>
                  <a:lnTo>
                    <a:pt x="3647200" y="2024376"/>
                  </a:lnTo>
                  <a:lnTo>
                    <a:pt x="3611878" y="1954833"/>
                  </a:lnTo>
                  <a:lnTo>
                    <a:pt x="3576643" y="1881843"/>
                  </a:lnTo>
                  <a:lnTo>
                    <a:pt x="3541424" y="1805701"/>
                  </a:lnTo>
                  <a:lnTo>
                    <a:pt x="3506178" y="1726778"/>
                  </a:lnTo>
                  <a:lnTo>
                    <a:pt x="3470882" y="1645522"/>
                  </a:lnTo>
                  <a:lnTo>
                    <a:pt x="3435533" y="1562446"/>
                  </a:lnTo>
                  <a:lnTo>
                    <a:pt x="3400140" y="1478116"/>
                  </a:lnTo>
                  <a:lnTo>
                    <a:pt x="3364722" y="1393136"/>
                  </a:lnTo>
                  <a:lnTo>
                    <a:pt x="3329303" y="1308128"/>
                  </a:lnTo>
                  <a:lnTo>
                    <a:pt x="3293907" y="1223717"/>
                  </a:lnTo>
                  <a:lnTo>
                    <a:pt x="3258554" y="1140508"/>
                  </a:lnTo>
                  <a:lnTo>
                    <a:pt x="3223254" y="1059071"/>
                  </a:lnTo>
                  <a:lnTo>
                    <a:pt x="3188004" y="979925"/>
                  </a:lnTo>
                  <a:lnTo>
                    <a:pt x="3152784" y="903523"/>
                  </a:lnTo>
                  <a:lnTo>
                    <a:pt x="3117552" y="830244"/>
                  </a:lnTo>
                  <a:lnTo>
                    <a:pt x="3082242" y="760389"/>
                  </a:lnTo>
                  <a:lnTo>
                    <a:pt x="3046756" y="694177"/>
                  </a:lnTo>
                  <a:lnTo>
                    <a:pt x="3010968" y="631747"/>
                  </a:lnTo>
                  <a:lnTo>
                    <a:pt x="2974711" y="573160"/>
                  </a:lnTo>
                  <a:lnTo>
                    <a:pt x="2937776" y="518410"/>
                  </a:lnTo>
                  <a:lnTo>
                    <a:pt x="2899903" y="467426"/>
                  </a:lnTo>
                  <a:lnTo>
                    <a:pt x="2896531" y="463136"/>
                  </a:lnTo>
                  <a:lnTo>
                    <a:pt x="2850188" y="408243"/>
                  </a:lnTo>
                  <a:lnTo>
                    <a:pt x="2801467" y="358448"/>
                  </a:lnTo>
                  <a:lnTo>
                    <a:pt x="2749662" y="313534"/>
                  </a:lnTo>
                  <a:lnTo>
                    <a:pt x="2694001" y="273111"/>
                  </a:lnTo>
                  <a:lnTo>
                    <a:pt x="2633694" y="236722"/>
                  </a:lnTo>
                  <a:lnTo>
                    <a:pt x="2567978" y="203914"/>
                  </a:lnTo>
                  <a:lnTo>
                    <a:pt x="2496190" y="174268"/>
                  </a:lnTo>
                  <a:lnTo>
                    <a:pt x="2417852" y="147433"/>
                  </a:lnTo>
                  <a:lnTo>
                    <a:pt x="2332792" y="123129"/>
                  </a:lnTo>
                  <a:lnTo>
                    <a:pt x="2241298" y="101158"/>
                  </a:lnTo>
                  <a:lnTo>
                    <a:pt x="2144281" y="81402"/>
                  </a:lnTo>
                  <a:lnTo>
                    <a:pt x="2043440" y="63819"/>
                  </a:lnTo>
                  <a:lnTo>
                    <a:pt x="1941347" y="48423"/>
                  </a:lnTo>
                  <a:lnTo>
                    <a:pt x="1841409" y="35263"/>
                  </a:lnTo>
                  <a:lnTo>
                    <a:pt x="1747616" y="24379"/>
                  </a:lnTo>
                  <a:lnTo>
                    <a:pt x="1664067" y="15768"/>
                  </a:lnTo>
                  <a:lnTo>
                    <a:pt x="1594321" y="9338"/>
                  </a:lnTo>
                  <a:lnTo>
                    <a:pt x="1540720" y="4893"/>
                  </a:lnTo>
                  <a:lnTo>
                    <a:pt x="1503874" y="2132"/>
                  </a:lnTo>
                  <a:lnTo>
                    <a:pt x="1482444" y="675"/>
                  </a:lnTo>
                  <a:lnTo>
                    <a:pt x="1473224" y="104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654" name="pl654"/>
            <p:cNvSpPr/>
            <p:nvPr/>
          </p:nvSpPr>
          <p:spPr>
            <a:xfrm>
              <a:off x="4799595" y="5380247"/>
              <a:ext cx="11981298" cy="3228334"/>
            </a:xfrm>
            <a:custGeom>
              <a:avLst/>
              <a:pathLst>
                <a:path w="11981298" h="3228334">
                  <a:moveTo>
                    <a:pt x="0" y="0"/>
                  </a:moveTo>
                  <a:lnTo>
                    <a:pt x="1471387" y="0"/>
                  </a:lnTo>
                  <a:lnTo>
                    <a:pt x="1472537" y="64"/>
                  </a:lnTo>
                  <a:lnTo>
                    <a:pt x="1480093" y="525"/>
                  </a:lnTo>
                  <a:lnTo>
                    <a:pt x="1499134" y="1798"/>
                  </a:lnTo>
                  <a:lnTo>
                    <a:pt x="1533164" y="4306"/>
                  </a:lnTo>
                  <a:lnTo>
                    <a:pt x="1583858" y="8435"/>
                  </a:lnTo>
                  <a:lnTo>
                    <a:pt x="1650938" y="14504"/>
                  </a:lnTo>
                  <a:lnTo>
                    <a:pt x="1732329" y="22729"/>
                  </a:lnTo>
                  <a:lnTo>
                    <a:pt x="1824638" y="33217"/>
                  </a:lnTo>
                  <a:lnTo>
                    <a:pt x="1923809" y="45987"/>
                  </a:lnTo>
                  <a:lnTo>
                    <a:pt x="2025793" y="61000"/>
                  </a:lnTo>
                  <a:lnTo>
                    <a:pt x="2127060" y="78207"/>
                  </a:lnTo>
                  <a:lnTo>
                    <a:pt x="2224883" y="97586"/>
                  </a:lnTo>
                  <a:lnTo>
                    <a:pt x="2317417" y="119168"/>
                  </a:lnTo>
                  <a:lnTo>
                    <a:pt x="2403625" y="143057"/>
                  </a:lnTo>
                  <a:lnTo>
                    <a:pt x="2483124" y="169437"/>
                  </a:lnTo>
                  <a:lnTo>
                    <a:pt x="2556017" y="198573"/>
                  </a:lnTo>
                  <a:lnTo>
                    <a:pt x="2622739" y="230807"/>
                  </a:lnTo>
                  <a:lnTo>
                    <a:pt x="2683929" y="266544"/>
                  </a:lnTo>
                  <a:lnTo>
                    <a:pt x="2740337" y="306237"/>
                  </a:lnTo>
                  <a:lnTo>
                    <a:pt x="2792752" y="350343"/>
                  </a:lnTo>
                  <a:lnTo>
                    <a:pt x="2841953" y="399272"/>
                  </a:lnTo>
                  <a:lnTo>
                    <a:pt x="2888661" y="453281"/>
                  </a:lnTo>
                  <a:lnTo>
                    <a:pt x="2896531" y="463136"/>
                  </a:lnTo>
                  <a:lnTo>
                    <a:pt x="2934501" y="513796"/>
                  </a:lnTo>
                  <a:lnTo>
                    <a:pt x="2971507" y="568212"/>
                  </a:lnTo>
                  <a:lnTo>
                    <a:pt x="3007814" y="626461"/>
                  </a:lnTo>
                  <a:lnTo>
                    <a:pt x="3043636" y="688557"/>
                  </a:lnTo>
                  <a:lnTo>
                    <a:pt x="3079142" y="754442"/>
                  </a:lnTo>
                  <a:lnTo>
                    <a:pt x="3114464" y="823985"/>
                  </a:lnTo>
                  <a:lnTo>
                    <a:pt x="3149700" y="896975"/>
                  </a:lnTo>
                  <a:lnTo>
                    <a:pt x="3184918" y="973118"/>
                  </a:lnTo>
                  <a:lnTo>
                    <a:pt x="3220164" y="1052041"/>
                  </a:lnTo>
                  <a:lnTo>
                    <a:pt x="3255460" y="1133297"/>
                  </a:lnTo>
                  <a:lnTo>
                    <a:pt x="3290809" y="1216372"/>
                  </a:lnTo>
                  <a:lnTo>
                    <a:pt x="3326202" y="1300702"/>
                  </a:lnTo>
                  <a:lnTo>
                    <a:pt x="3361620" y="1385683"/>
                  </a:lnTo>
                  <a:lnTo>
                    <a:pt x="3397039" y="1470690"/>
                  </a:lnTo>
                  <a:lnTo>
                    <a:pt x="3432435" y="1555102"/>
                  </a:lnTo>
                  <a:lnTo>
                    <a:pt x="3467788" y="1638311"/>
                  </a:lnTo>
                  <a:lnTo>
                    <a:pt x="3503089" y="1719747"/>
                  </a:lnTo>
                  <a:lnTo>
                    <a:pt x="3538338" y="1798893"/>
                  </a:lnTo>
                  <a:lnTo>
                    <a:pt x="3573558" y="1875296"/>
                  </a:lnTo>
                  <a:lnTo>
                    <a:pt x="3608790" y="1948574"/>
                  </a:lnTo>
                  <a:lnTo>
                    <a:pt x="3644101" y="2018429"/>
                  </a:lnTo>
                  <a:lnTo>
                    <a:pt x="3679586" y="2084641"/>
                  </a:lnTo>
                  <a:lnTo>
                    <a:pt x="3715374" y="2147072"/>
                  </a:lnTo>
                  <a:lnTo>
                    <a:pt x="3751631" y="2205658"/>
                  </a:lnTo>
                  <a:lnTo>
                    <a:pt x="3788566" y="2260408"/>
                  </a:lnTo>
                  <a:lnTo>
                    <a:pt x="3826439" y="2311393"/>
                  </a:lnTo>
                  <a:lnTo>
                    <a:pt x="3829811" y="2315682"/>
                  </a:lnTo>
                  <a:lnTo>
                    <a:pt x="3876154" y="2370576"/>
                  </a:lnTo>
                  <a:lnTo>
                    <a:pt x="3924875" y="2420371"/>
                  </a:lnTo>
                  <a:lnTo>
                    <a:pt x="3976680" y="2465284"/>
                  </a:lnTo>
                  <a:lnTo>
                    <a:pt x="4032341" y="2505708"/>
                  </a:lnTo>
                  <a:lnTo>
                    <a:pt x="4092648" y="2542096"/>
                  </a:lnTo>
                  <a:lnTo>
                    <a:pt x="4158364" y="2574905"/>
                  </a:lnTo>
                  <a:lnTo>
                    <a:pt x="4230152" y="2604550"/>
                  </a:lnTo>
                  <a:lnTo>
                    <a:pt x="4308491" y="2631385"/>
                  </a:lnTo>
                  <a:lnTo>
                    <a:pt x="4393550" y="2655689"/>
                  </a:lnTo>
                  <a:lnTo>
                    <a:pt x="4485044" y="2677660"/>
                  </a:lnTo>
                  <a:lnTo>
                    <a:pt x="4582061" y="2697416"/>
                  </a:lnTo>
                  <a:lnTo>
                    <a:pt x="4682902" y="2715000"/>
                  </a:lnTo>
                  <a:lnTo>
                    <a:pt x="4784995" y="2730395"/>
                  </a:lnTo>
                  <a:lnTo>
                    <a:pt x="4884933" y="2743556"/>
                  </a:lnTo>
                  <a:lnTo>
                    <a:pt x="4978726" y="2754439"/>
                  </a:lnTo>
                  <a:lnTo>
                    <a:pt x="5062275" y="2763050"/>
                  </a:lnTo>
                  <a:lnTo>
                    <a:pt x="5132021" y="2769480"/>
                  </a:lnTo>
                  <a:lnTo>
                    <a:pt x="5185622" y="2773925"/>
                  </a:lnTo>
                  <a:lnTo>
                    <a:pt x="5222468" y="2776686"/>
                  </a:lnTo>
                  <a:lnTo>
                    <a:pt x="5243898" y="2778143"/>
                  </a:lnTo>
                  <a:lnTo>
                    <a:pt x="5253118" y="2778714"/>
                  </a:lnTo>
                  <a:lnTo>
                    <a:pt x="5254949" y="2778819"/>
                  </a:lnTo>
                  <a:lnTo>
                    <a:pt x="5254955" y="2778819"/>
                  </a:lnTo>
                  <a:lnTo>
                    <a:pt x="6726343" y="2778819"/>
                  </a:lnTo>
                  <a:lnTo>
                    <a:pt x="6727578" y="2778830"/>
                  </a:lnTo>
                  <a:lnTo>
                    <a:pt x="6735684" y="2778910"/>
                  </a:lnTo>
                  <a:lnTo>
                    <a:pt x="6756066" y="2779132"/>
                  </a:lnTo>
                  <a:lnTo>
                    <a:pt x="6792377" y="2779569"/>
                  </a:lnTo>
                  <a:lnTo>
                    <a:pt x="6846241" y="2780287"/>
                  </a:lnTo>
                  <a:lnTo>
                    <a:pt x="6917127" y="2781340"/>
                  </a:lnTo>
                  <a:lnTo>
                    <a:pt x="7002579" y="2782763"/>
                  </a:lnTo>
                  <a:lnTo>
                    <a:pt x="7098785" y="2784572"/>
                  </a:lnTo>
                  <a:lnTo>
                    <a:pt x="7201336" y="2786767"/>
                  </a:lnTo>
                  <a:lnTo>
                    <a:pt x="7305958" y="2789342"/>
                  </a:lnTo>
                  <a:lnTo>
                    <a:pt x="7409038" y="2792287"/>
                  </a:lnTo>
                  <a:lnTo>
                    <a:pt x="7507889" y="2795603"/>
                  </a:lnTo>
                  <a:lnTo>
                    <a:pt x="7600785" y="2799296"/>
                  </a:lnTo>
                  <a:lnTo>
                    <a:pt x="7686844" y="2803389"/>
                  </a:lnTo>
                  <a:lnTo>
                    <a:pt x="7765850" y="2807920"/>
                  </a:lnTo>
                  <a:lnTo>
                    <a:pt x="7838057" y="2812939"/>
                  </a:lnTo>
                  <a:lnTo>
                    <a:pt x="7904031" y="2818511"/>
                  </a:lnTo>
                  <a:lnTo>
                    <a:pt x="7964517" y="2824709"/>
                  </a:lnTo>
                  <a:lnTo>
                    <a:pt x="8020349" y="2831614"/>
                  </a:lnTo>
                  <a:lnTo>
                    <a:pt x="8072377" y="2839303"/>
                  </a:lnTo>
                  <a:lnTo>
                    <a:pt x="8121415" y="2847837"/>
                  </a:lnTo>
                  <a:lnTo>
                    <a:pt x="8151487" y="2853738"/>
                  </a:lnTo>
                  <a:lnTo>
                    <a:pt x="8206386" y="2865860"/>
                  </a:lnTo>
                  <a:lnTo>
                    <a:pt x="8259505" y="2879279"/>
                  </a:lnTo>
                  <a:lnTo>
                    <a:pt x="8311551" y="2894014"/>
                  </a:lnTo>
                  <a:lnTo>
                    <a:pt x="8363032" y="2910031"/>
                  </a:lnTo>
                  <a:lnTo>
                    <a:pt x="8414291" y="2927240"/>
                  </a:lnTo>
                  <a:lnTo>
                    <a:pt x="8465541" y="2945493"/>
                  </a:lnTo>
                  <a:lnTo>
                    <a:pt x="8516883" y="2964587"/>
                  </a:lnTo>
                  <a:lnTo>
                    <a:pt x="8568334" y="2984268"/>
                  </a:lnTo>
                  <a:lnTo>
                    <a:pt x="8619853" y="3004247"/>
                  </a:lnTo>
                  <a:lnTo>
                    <a:pt x="8671370" y="3024216"/>
                  </a:lnTo>
                  <a:lnTo>
                    <a:pt x="8722814" y="3043866"/>
                  </a:lnTo>
                  <a:lnTo>
                    <a:pt x="8774148" y="3062911"/>
                  </a:lnTo>
                  <a:lnTo>
                    <a:pt x="8825395" y="3081101"/>
                  </a:lnTo>
                  <a:lnTo>
                    <a:pt x="8876661" y="3098234"/>
                  </a:lnTo>
                  <a:lnTo>
                    <a:pt x="8928167" y="3114166"/>
                  </a:lnTo>
                  <a:lnTo>
                    <a:pt x="8980268" y="3128814"/>
                  </a:lnTo>
                  <a:lnTo>
                    <a:pt x="9033481" y="3142146"/>
                  </a:lnTo>
                  <a:lnTo>
                    <a:pt x="9084767" y="3153415"/>
                  </a:lnTo>
                  <a:lnTo>
                    <a:pt x="9132282" y="3162503"/>
                  </a:lnTo>
                  <a:lnTo>
                    <a:pt x="9182313" y="3170727"/>
                  </a:lnTo>
                  <a:lnTo>
                    <a:pt x="9235620" y="3178124"/>
                  </a:lnTo>
                  <a:lnTo>
                    <a:pt x="9293037" y="3184764"/>
                  </a:lnTo>
                  <a:lnTo>
                    <a:pt x="9355415" y="3190726"/>
                  </a:lnTo>
                  <a:lnTo>
                    <a:pt x="9423565" y="3196090"/>
                  </a:lnTo>
                  <a:lnTo>
                    <a:pt x="9498180" y="3200925"/>
                  </a:lnTo>
                  <a:lnTo>
                    <a:pt x="9579729" y="3205293"/>
                  </a:lnTo>
                  <a:lnTo>
                    <a:pt x="9668317" y="3209238"/>
                  </a:lnTo>
                  <a:lnTo>
                    <a:pt x="9763510" y="3212792"/>
                  </a:lnTo>
                  <a:lnTo>
                    <a:pt x="9864139" y="3215974"/>
                  </a:lnTo>
                  <a:lnTo>
                    <a:pt x="9968138" y="3218786"/>
                  </a:lnTo>
                  <a:lnTo>
                    <a:pt x="10072471" y="3221224"/>
                  </a:lnTo>
                  <a:lnTo>
                    <a:pt x="10173241" y="3223280"/>
                  </a:lnTo>
                  <a:lnTo>
                    <a:pt x="10266051" y="3224949"/>
                  </a:lnTo>
                  <a:lnTo>
                    <a:pt x="10346618" y="3226235"/>
                  </a:lnTo>
                  <a:lnTo>
                    <a:pt x="10411538" y="3227162"/>
                  </a:lnTo>
                  <a:lnTo>
                    <a:pt x="10459000" y="3227771"/>
                  </a:lnTo>
                  <a:lnTo>
                    <a:pt x="10489250" y="3228122"/>
                  </a:lnTo>
                  <a:lnTo>
                    <a:pt x="10504671" y="3228284"/>
                  </a:lnTo>
                  <a:lnTo>
                    <a:pt x="10509583" y="3228331"/>
                  </a:lnTo>
                  <a:lnTo>
                    <a:pt x="10509911" y="3228334"/>
                  </a:lnTo>
                  <a:lnTo>
                    <a:pt x="11981298" y="322833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55" name="pl655"/>
            <p:cNvSpPr/>
            <p:nvPr/>
          </p:nvSpPr>
          <p:spPr>
            <a:xfrm>
              <a:off x="4799595" y="5372074"/>
              <a:ext cx="11981298" cy="3228334"/>
            </a:xfrm>
            <a:custGeom>
              <a:avLst/>
              <a:pathLst>
                <a:path w="11981298" h="3228334">
                  <a:moveTo>
                    <a:pt x="11981298" y="3228334"/>
                  </a:moveTo>
                  <a:lnTo>
                    <a:pt x="10509911" y="3228334"/>
                  </a:lnTo>
                  <a:lnTo>
                    <a:pt x="10508675" y="3228323"/>
                  </a:lnTo>
                  <a:lnTo>
                    <a:pt x="10500569" y="3228242"/>
                  </a:lnTo>
                  <a:lnTo>
                    <a:pt x="10480187" y="3228020"/>
                  </a:lnTo>
                  <a:lnTo>
                    <a:pt x="10443876" y="3227584"/>
                  </a:lnTo>
                  <a:lnTo>
                    <a:pt x="10390013" y="3226866"/>
                  </a:lnTo>
                  <a:lnTo>
                    <a:pt x="10319127" y="3225813"/>
                  </a:lnTo>
                  <a:lnTo>
                    <a:pt x="10233674" y="3224390"/>
                  </a:lnTo>
                  <a:lnTo>
                    <a:pt x="10137468" y="3222581"/>
                  </a:lnTo>
                  <a:lnTo>
                    <a:pt x="10034917" y="3220386"/>
                  </a:lnTo>
                  <a:lnTo>
                    <a:pt x="9930295" y="3217811"/>
                  </a:lnTo>
                  <a:lnTo>
                    <a:pt x="9827215" y="3214865"/>
                  </a:lnTo>
                  <a:lnTo>
                    <a:pt x="9728364" y="3211550"/>
                  </a:lnTo>
                  <a:lnTo>
                    <a:pt x="9635469" y="3207857"/>
                  </a:lnTo>
                  <a:lnTo>
                    <a:pt x="9549409" y="3203763"/>
                  </a:lnTo>
                  <a:lnTo>
                    <a:pt x="9470404" y="3199233"/>
                  </a:lnTo>
                  <a:lnTo>
                    <a:pt x="9398196" y="3194214"/>
                  </a:lnTo>
                  <a:lnTo>
                    <a:pt x="9332223" y="3188642"/>
                  </a:lnTo>
                  <a:lnTo>
                    <a:pt x="9271736" y="3182444"/>
                  </a:lnTo>
                  <a:lnTo>
                    <a:pt x="9215904" y="3175539"/>
                  </a:lnTo>
                  <a:lnTo>
                    <a:pt x="9163876" y="3167850"/>
                  </a:lnTo>
                  <a:lnTo>
                    <a:pt x="9114838" y="3159316"/>
                  </a:lnTo>
                  <a:lnTo>
                    <a:pt x="9084767" y="3153415"/>
                  </a:lnTo>
                  <a:lnTo>
                    <a:pt x="9029867" y="3141293"/>
                  </a:lnTo>
                  <a:lnTo>
                    <a:pt x="8976748" y="3127873"/>
                  </a:lnTo>
                  <a:lnTo>
                    <a:pt x="8924702" y="3113138"/>
                  </a:lnTo>
                  <a:lnTo>
                    <a:pt x="8873222" y="3097122"/>
                  </a:lnTo>
                  <a:lnTo>
                    <a:pt x="8821962" y="3079913"/>
                  </a:lnTo>
                  <a:lnTo>
                    <a:pt x="8770712" y="3061659"/>
                  </a:lnTo>
                  <a:lnTo>
                    <a:pt x="8719370" y="3042565"/>
                  </a:lnTo>
                  <a:lnTo>
                    <a:pt x="8667919" y="3022884"/>
                  </a:lnTo>
                  <a:lnTo>
                    <a:pt x="8616400" y="3002905"/>
                  </a:lnTo>
                  <a:lnTo>
                    <a:pt x="8564884" y="2982937"/>
                  </a:lnTo>
                  <a:lnTo>
                    <a:pt x="8513439" y="2963287"/>
                  </a:lnTo>
                  <a:lnTo>
                    <a:pt x="8462105" y="2944241"/>
                  </a:lnTo>
                  <a:lnTo>
                    <a:pt x="8410859" y="2926052"/>
                  </a:lnTo>
                  <a:lnTo>
                    <a:pt x="8359592" y="2908919"/>
                  </a:lnTo>
                  <a:lnTo>
                    <a:pt x="8308086" y="2892986"/>
                  </a:lnTo>
                  <a:lnTo>
                    <a:pt x="8255986" y="2878339"/>
                  </a:lnTo>
                  <a:lnTo>
                    <a:pt x="8202772" y="2865007"/>
                  </a:lnTo>
                  <a:lnTo>
                    <a:pt x="8151487" y="2853738"/>
                  </a:lnTo>
                  <a:lnTo>
                    <a:pt x="8103971" y="2844649"/>
                  </a:lnTo>
                  <a:lnTo>
                    <a:pt x="8053941" y="2836426"/>
                  </a:lnTo>
                  <a:lnTo>
                    <a:pt x="8000633" y="2829029"/>
                  </a:lnTo>
                  <a:lnTo>
                    <a:pt x="7943216" y="2822389"/>
                  </a:lnTo>
                  <a:lnTo>
                    <a:pt x="7880838" y="2816427"/>
                  </a:lnTo>
                  <a:lnTo>
                    <a:pt x="7812688" y="2811063"/>
                  </a:lnTo>
                  <a:lnTo>
                    <a:pt x="7738073" y="2806228"/>
                  </a:lnTo>
                  <a:lnTo>
                    <a:pt x="7656524" y="2801860"/>
                  </a:lnTo>
                  <a:lnTo>
                    <a:pt x="7567936" y="2797915"/>
                  </a:lnTo>
                  <a:lnTo>
                    <a:pt x="7472743" y="2794360"/>
                  </a:lnTo>
                  <a:lnTo>
                    <a:pt x="7372114" y="2791179"/>
                  </a:lnTo>
                  <a:lnTo>
                    <a:pt x="7268115" y="2788367"/>
                  </a:lnTo>
                  <a:lnTo>
                    <a:pt x="7163782" y="2785928"/>
                  </a:lnTo>
                  <a:lnTo>
                    <a:pt x="7063012" y="2783872"/>
                  </a:lnTo>
                  <a:lnTo>
                    <a:pt x="6970202" y="2782204"/>
                  </a:lnTo>
                  <a:lnTo>
                    <a:pt x="6889635" y="2780918"/>
                  </a:lnTo>
                  <a:lnTo>
                    <a:pt x="6824716" y="2779991"/>
                  </a:lnTo>
                  <a:lnTo>
                    <a:pt x="6777253" y="2779382"/>
                  </a:lnTo>
                  <a:lnTo>
                    <a:pt x="6747004" y="2779031"/>
                  </a:lnTo>
                  <a:lnTo>
                    <a:pt x="6731582" y="2778869"/>
                  </a:lnTo>
                  <a:lnTo>
                    <a:pt x="6726670" y="2778822"/>
                  </a:lnTo>
                  <a:lnTo>
                    <a:pt x="6726343" y="2778819"/>
                  </a:lnTo>
                  <a:lnTo>
                    <a:pt x="5254955" y="2778819"/>
                  </a:lnTo>
                  <a:lnTo>
                    <a:pt x="5253805" y="2778754"/>
                  </a:lnTo>
                  <a:lnTo>
                    <a:pt x="5246250" y="2778294"/>
                  </a:lnTo>
                  <a:lnTo>
                    <a:pt x="5227208" y="2777020"/>
                  </a:lnTo>
                  <a:lnTo>
                    <a:pt x="5193178" y="2774513"/>
                  </a:lnTo>
                  <a:lnTo>
                    <a:pt x="5142484" y="2770383"/>
                  </a:lnTo>
                  <a:lnTo>
                    <a:pt x="5075404" y="2764314"/>
                  </a:lnTo>
                  <a:lnTo>
                    <a:pt x="4994013" y="2756089"/>
                  </a:lnTo>
                  <a:lnTo>
                    <a:pt x="4901704" y="2745601"/>
                  </a:lnTo>
                  <a:lnTo>
                    <a:pt x="4802533" y="2732832"/>
                  </a:lnTo>
                  <a:lnTo>
                    <a:pt x="4700549" y="2717819"/>
                  </a:lnTo>
                  <a:lnTo>
                    <a:pt x="4599282" y="2700611"/>
                  </a:lnTo>
                  <a:lnTo>
                    <a:pt x="4501459" y="2681232"/>
                  </a:lnTo>
                  <a:lnTo>
                    <a:pt x="4408925" y="2659650"/>
                  </a:lnTo>
                  <a:lnTo>
                    <a:pt x="4322717" y="2635761"/>
                  </a:lnTo>
                  <a:lnTo>
                    <a:pt x="4243218" y="2609382"/>
                  </a:lnTo>
                  <a:lnTo>
                    <a:pt x="4170325" y="2580246"/>
                  </a:lnTo>
                  <a:lnTo>
                    <a:pt x="4103603" y="2548012"/>
                  </a:lnTo>
                  <a:lnTo>
                    <a:pt x="4042413" y="2512274"/>
                  </a:lnTo>
                  <a:lnTo>
                    <a:pt x="3986006" y="2472582"/>
                  </a:lnTo>
                  <a:lnTo>
                    <a:pt x="3933590" y="2428475"/>
                  </a:lnTo>
                  <a:lnTo>
                    <a:pt x="3884389" y="2379546"/>
                  </a:lnTo>
                  <a:lnTo>
                    <a:pt x="3837681" y="2325538"/>
                  </a:lnTo>
                  <a:lnTo>
                    <a:pt x="3829811" y="2315682"/>
                  </a:lnTo>
                  <a:lnTo>
                    <a:pt x="3791842" y="2265022"/>
                  </a:lnTo>
                  <a:lnTo>
                    <a:pt x="3754836" y="2210606"/>
                  </a:lnTo>
                  <a:lnTo>
                    <a:pt x="3718528" y="2152357"/>
                  </a:lnTo>
                  <a:lnTo>
                    <a:pt x="3682706" y="2090262"/>
                  </a:lnTo>
                  <a:lnTo>
                    <a:pt x="3647200" y="2024376"/>
                  </a:lnTo>
                  <a:lnTo>
                    <a:pt x="3611878" y="1954833"/>
                  </a:lnTo>
                  <a:lnTo>
                    <a:pt x="3576643" y="1881843"/>
                  </a:lnTo>
                  <a:lnTo>
                    <a:pt x="3541424" y="1805701"/>
                  </a:lnTo>
                  <a:lnTo>
                    <a:pt x="3506178" y="1726778"/>
                  </a:lnTo>
                  <a:lnTo>
                    <a:pt x="3470882" y="1645522"/>
                  </a:lnTo>
                  <a:lnTo>
                    <a:pt x="3435533" y="1562446"/>
                  </a:lnTo>
                  <a:lnTo>
                    <a:pt x="3400140" y="1478116"/>
                  </a:lnTo>
                  <a:lnTo>
                    <a:pt x="3364722" y="1393136"/>
                  </a:lnTo>
                  <a:lnTo>
                    <a:pt x="3329303" y="1308128"/>
                  </a:lnTo>
                  <a:lnTo>
                    <a:pt x="3293907" y="1223717"/>
                  </a:lnTo>
                  <a:lnTo>
                    <a:pt x="3258554" y="1140508"/>
                  </a:lnTo>
                  <a:lnTo>
                    <a:pt x="3223254" y="1059071"/>
                  </a:lnTo>
                  <a:lnTo>
                    <a:pt x="3188004" y="979925"/>
                  </a:lnTo>
                  <a:lnTo>
                    <a:pt x="3152784" y="903523"/>
                  </a:lnTo>
                  <a:lnTo>
                    <a:pt x="3117552" y="830244"/>
                  </a:lnTo>
                  <a:lnTo>
                    <a:pt x="3082242" y="760389"/>
                  </a:lnTo>
                  <a:lnTo>
                    <a:pt x="3046756" y="694177"/>
                  </a:lnTo>
                  <a:lnTo>
                    <a:pt x="3010968" y="631747"/>
                  </a:lnTo>
                  <a:lnTo>
                    <a:pt x="2974711" y="573160"/>
                  </a:lnTo>
                  <a:lnTo>
                    <a:pt x="2937776" y="518410"/>
                  </a:lnTo>
                  <a:lnTo>
                    <a:pt x="2899903" y="467426"/>
                  </a:lnTo>
                  <a:lnTo>
                    <a:pt x="2896531" y="463136"/>
                  </a:lnTo>
                  <a:lnTo>
                    <a:pt x="2850188" y="408243"/>
                  </a:lnTo>
                  <a:lnTo>
                    <a:pt x="2801467" y="358448"/>
                  </a:lnTo>
                  <a:lnTo>
                    <a:pt x="2749662" y="313534"/>
                  </a:lnTo>
                  <a:lnTo>
                    <a:pt x="2694001" y="273111"/>
                  </a:lnTo>
                  <a:lnTo>
                    <a:pt x="2633694" y="236722"/>
                  </a:lnTo>
                  <a:lnTo>
                    <a:pt x="2567978" y="203914"/>
                  </a:lnTo>
                  <a:lnTo>
                    <a:pt x="2496190" y="174268"/>
                  </a:lnTo>
                  <a:lnTo>
                    <a:pt x="2417852" y="147433"/>
                  </a:lnTo>
                  <a:lnTo>
                    <a:pt x="2332792" y="123129"/>
                  </a:lnTo>
                  <a:lnTo>
                    <a:pt x="2241298" y="101158"/>
                  </a:lnTo>
                  <a:lnTo>
                    <a:pt x="2144281" y="81402"/>
                  </a:lnTo>
                  <a:lnTo>
                    <a:pt x="2043440" y="63819"/>
                  </a:lnTo>
                  <a:lnTo>
                    <a:pt x="1941347" y="48423"/>
                  </a:lnTo>
                  <a:lnTo>
                    <a:pt x="1841409" y="35263"/>
                  </a:lnTo>
                  <a:lnTo>
                    <a:pt x="1747616" y="24379"/>
                  </a:lnTo>
                  <a:lnTo>
                    <a:pt x="1664067" y="15768"/>
                  </a:lnTo>
                  <a:lnTo>
                    <a:pt x="1594321" y="9338"/>
                  </a:lnTo>
                  <a:lnTo>
                    <a:pt x="1540720" y="4893"/>
                  </a:lnTo>
                  <a:lnTo>
                    <a:pt x="1503874" y="2132"/>
                  </a:lnTo>
                  <a:lnTo>
                    <a:pt x="1482444" y="675"/>
                  </a:lnTo>
                  <a:lnTo>
                    <a:pt x="1473224" y="104"/>
                  </a:lnTo>
                  <a:lnTo>
                    <a:pt x="1471393" y="0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56" name="pg656"/>
            <p:cNvSpPr/>
            <p:nvPr/>
          </p:nvSpPr>
          <p:spPr>
            <a:xfrm>
              <a:off x="4799595" y="5380247"/>
              <a:ext cx="11981298" cy="4258132"/>
            </a:xfrm>
            <a:custGeom>
              <a:avLst/>
              <a:pathLst>
                <a:path w="11981298" h="4258132">
                  <a:moveTo>
                    <a:pt x="0" y="8172"/>
                  </a:moveTo>
                  <a:lnTo>
                    <a:pt x="1471387" y="8172"/>
                  </a:lnTo>
                  <a:lnTo>
                    <a:pt x="1472535" y="8238"/>
                  </a:lnTo>
                  <a:lnTo>
                    <a:pt x="1480078" y="8703"/>
                  </a:lnTo>
                  <a:lnTo>
                    <a:pt x="1499090" y="9989"/>
                  </a:lnTo>
                  <a:lnTo>
                    <a:pt x="1533069" y="12522"/>
                  </a:lnTo>
                  <a:lnTo>
                    <a:pt x="1583692" y="16693"/>
                  </a:lnTo>
                  <a:lnTo>
                    <a:pt x="1650685" y="22824"/>
                  </a:lnTo>
                  <a:lnTo>
                    <a:pt x="1731983" y="31132"/>
                  </a:lnTo>
                  <a:lnTo>
                    <a:pt x="1824202" y="41728"/>
                  </a:lnTo>
                  <a:lnTo>
                    <a:pt x="1923295" y="54629"/>
                  </a:lnTo>
                  <a:lnTo>
                    <a:pt x="2025217" y="69798"/>
                  </a:lnTo>
                  <a:lnTo>
                    <a:pt x="2126439" y="87185"/>
                  </a:lnTo>
                  <a:lnTo>
                    <a:pt x="2224236" y="106767"/>
                  </a:lnTo>
                  <a:lnTo>
                    <a:pt x="2316761" y="128575"/>
                  </a:lnTo>
                  <a:lnTo>
                    <a:pt x="2402970" y="152712"/>
                  </a:lnTo>
                  <a:lnTo>
                    <a:pt x="2482479" y="179366"/>
                  </a:lnTo>
                  <a:lnTo>
                    <a:pt x="2555387" y="208802"/>
                  </a:lnTo>
                  <a:lnTo>
                    <a:pt x="2622126" y="241366"/>
                  </a:lnTo>
                  <a:lnTo>
                    <a:pt x="2683333" y="277466"/>
                  </a:lnTo>
                  <a:lnTo>
                    <a:pt x="2739754" y="317559"/>
                  </a:lnTo>
                  <a:lnTo>
                    <a:pt x="2792179" y="362108"/>
                  </a:lnTo>
                  <a:lnTo>
                    <a:pt x="2841386" y="411526"/>
                  </a:lnTo>
                  <a:lnTo>
                    <a:pt x="2888094" y="466076"/>
                  </a:lnTo>
                  <a:lnTo>
                    <a:pt x="2896531" y="476758"/>
                  </a:lnTo>
                  <a:lnTo>
                    <a:pt x="2934326" y="527766"/>
                  </a:lnTo>
                  <a:lnTo>
                    <a:pt x="2971165" y="582539"/>
                  </a:lnTo>
                  <a:lnTo>
                    <a:pt x="3007310" y="641153"/>
                  </a:lnTo>
                  <a:lnTo>
                    <a:pt x="3042971" y="703623"/>
                  </a:lnTo>
                  <a:lnTo>
                    <a:pt x="3078317" y="769893"/>
                  </a:lnTo>
                  <a:lnTo>
                    <a:pt x="3113477" y="839835"/>
                  </a:lnTo>
                  <a:lnTo>
                    <a:pt x="3148550" y="913237"/>
                  </a:lnTo>
                  <a:lnTo>
                    <a:pt x="3183604" y="989812"/>
                  </a:lnTo>
                  <a:lnTo>
                    <a:pt x="3218684" y="1069188"/>
                  </a:lnTo>
                  <a:lnTo>
                    <a:pt x="3253812" y="1150923"/>
                  </a:lnTo>
                  <a:lnTo>
                    <a:pt x="3288994" y="1234507"/>
                  </a:lnTo>
                  <a:lnTo>
                    <a:pt x="3324220" y="1319379"/>
                  </a:lnTo>
                  <a:lnTo>
                    <a:pt x="3359472" y="1404937"/>
                  </a:lnTo>
                  <a:lnTo>
                    <a:pt x="3394727" y="1490561"/>
                  </a:lnTo>
                  <a:lnTo>
                    <a:pt x="3429960" y="1575627"/>
                  </a:lnTo>
                  <a:lnTo>
                    <a:pt x="3465152" y="1659530"/>
                  </a:lnTo>
                  <a:lnTo>
                    <a:pt x="3500292" y="1741697"/>
                  </a:lnTo>
                  <a:lnTo>
                    <a:pt x="3535380" y="1821608"/>
                  </a:lnTo>
                  <a:lnTo>
                    <a:pt x="3570437" y="1898803"/>
                  </a:lnTo>
                  <a:lnTo>
                    <a:pt x="3605501" y="1972898"/>
                  </a:lnTo>
                  <a:lnTo>
                    <a:pt x="3640636" y="2043586"/>
                  </a:lnTo>
                  <a:lnTo>
                    <a:pt x="3675933" y="2110640"/>
                  </a:lnTo>
                  <a:lnTo>
                    <a:pt x="3711516" y="2173914"/>
                  </a:lnTo>
                  <a:lnTo>
                    <a:pt x="3747543" y="2233338"/>
                  </a:lnTo>
                  <a:lnTo>
                    <a:pt x="3784216" y="2288913"/>
                  </a:lnTo>
                  <a:lnTo>
                    <a:pt x="3821786" y="2340702"/>
                  </a:lnTo>
                  <a:lnTo>
                    <a:pt x="3829811" y="2351099"/>
                  </a:lnTo>
                  <a:lnTo>
                    <a:pt x="3876127" y="2406608"/>
                  </a:lnTo>
                  <a:lnTo>
                    <a:pt x="3924819" y="2456964"/>
                  </a:lnTo>
                  <a:lnTo>
                    <a:pt x="3976590" y="2502388"/>
                  </a:lnTo>
                  <a:lnTo>
                    <a:pt x="4032210" y="2543272"/>
                  </a:lnTo>
                  <a:lnTo>
                    <a:pt x="4092471" y="2580077"/>
                  </a:lnTo>
                  <a:lnTo>
                    <a:pt x="4158132" y="2613264"/>
                  </a:lnTo>
                  <a:lnTo>
                    <a:pt x="4229856" y="2643252"/>
                  </a:lnTo>
                  <a:lnTo>
                    <a:pt x="4308122" y="2670399"/>
                  </a:lnTo>
                  <a:lnTo>
                    <a:pt x="4393101" y="2694987"/>
                  </a:lnTo>
                  <a:lnTo>
                    <a:pt x="4484511" y="2717216"/>
                  </a:lnTo>
                  <a:lnTo>
                    <a:pt x="4581445" y="2737206"/>
                  </a:lnTo>
                  <a:lnTo>
                    <a:pt x="4682212" y="2755001"/>
                  </a:lnTo>
                  <a:lnTo>
                    <a:pt x="4784249" y="2770584"/>
                  </a:lnTo>
                  <a:lnTo>
                    <a:pt x="4884162" y="2783910"/>
                  </a:lnTo>
                  <a:lnTo>
                    <a:pt x="4977969" y="2794934"/>
                  </a:lnTo>
                  <a:lnTo>
                    <a:pt x="5061577" y="2803661"/>
                  </a:lnTo>
                  <a:lnTo>
                    <a:pt x="5131426" y="2810183"/>
                  </a:lnTo>
                  <a:lnTo>
                    <a:pt x="5185162" y="2814696"/>
                  </a:lnTo>
                  <a:lnTo>
                    <a:pt x="5222159" y="2817504"/>
                  </a:lnTo>
                  <a:lnTo>
                    <a:pt x="5243732" y="2818990"/>
                  </a:lnTo>
                  <a:lnTo>
                    <a:pt x="5253063" y="2819575"/>
                  </a:lnTo>
                  <a:lnTo>
                    <a:pt x="5254955" y="2819684"/>
                  </a:lnTo>
                  <a:lnTo>
                    <a:pt x="6726343" y="2819684"/>
                  </a:lnTo>
                  <a:lnTo>
                    <a:pt x="6727555" y="2819719"/>
                  </a:lnTo>
                  <a:lnTo>
                    <a:pt x="6735516" y="2819971"/>
                  </a:lnTo>
                  <a:lnTo>
                    <a:pt x="6755544" y="2820668"/>
                  </a:lnTo>
                  <a:lnTo>
                    <a:pt x="6791255" y="2822039"/>
                  </a:lnTo>
                  <a:lnTo>
                    <a:pt x="6844287" y="2824294"/>
                  </a:lnTo>
                  <a:lnTo>
                    <a:pt x="6914177" y="2827604"/>
                  </a:lnTo>
                  <a:lnTo>
                    <a:pt x="6998574" y="2832079"/>
                  </a:lnTo>
                  <a:lnTo>
                    <a:pt x="7093773" y="2837773"/>
                  </a:lnTo>
                  <a:lnTo>
                    <a:pt x="7195460" y="2844689"/>
                  </a:lnTo>
                  <a:lnTo>
                    <a:pt x="7299414" y="2852805"/>
                  </a:lnTo>
                  <a:lnTo>
                    <a:pt x="7402043" y="2862096"/>
                  </a:lnTo>
                  <a:lnTo>
                    <a:pt x="7500646" y="2872552"/>
                  </a:lnTo>
                  <a:lnTo>
                    <a:pt x="7593465" y="2884200"/>
                  </a:lnTo>
                  <a:lnTo>
                    <a:pt x="7679577" y="2897106"/>
                  </a:lnTo>
                  <a:lnTo>
                    <a:pt x="7758719" y="2911381"/>
                  </a:lnTo>
                  <a:lnTo>
                    <a:pt x="7831109" y="2927182"/>
                  </a:lnTo>
                  <a:lnTo>
                    <a:pt x="7897277" y="2944707"/>
                  </a:lnTo>
                  <a:lnTo>
                    <a:pt x="7957943" y="2964186"/>
                  </a:lnTo>
                  <a:lnTo>
                    <a:pt x="8013917" y="2985869"/>
                  </a:lnTo>
                  <a:lnTo>
                    <a:pt x="8066036" y="3010003"/>
                  </a:lnTo>
                  <a:lnTo>
                    <a:pt x="8115105" y="3036789"/>
                  </a:lnTo>
                  <a:lnTo>
                    <a:pt x="8151487" y="3059425"/>
                  </a:lnTo>
                  <a:lnTo>
                    <a:pt x="8198603" y="3092370"/>
                  </a:lnTo>
                  <a:lnTo>
                    <a:pt x="8244330" y="3128347"/>
                  </a:lnTo>
                  <a:lnTo>
                    <a:pt x="8289142" y="3167408"/>
                  </a:lnTo>
                  <a:lnTo>
                    <a:pt x="8333398" y="3209526"/>
                  </a:lnTo>
                  <a:lnTo>
                    <a:pt x="8377363" y="3254579"/>
                  </a:lnTo>
                  <a:lnTo>
                    <a:pt x="8421219" y="3302347"/>
                  </a:lnTo>
                  <a:lnTo>
                    <a:pt x="8465085" y="3352510"/>
                  </a:lnTo>
                  <a:lnTo>
                    <a:pt x="8509019" y="3404650"/>
                  </a:lnTo>
                  <a:lnTo>
                    <a:pt x="8553036" y="3458265"/>
                  </a:lnTo>
                  <a:lnTo>
                    <a:pt x="8597115" y="3512788"/>
                  </a:lnTo>
                  <a:lnTo>
                    <a:pt x="8641216" y="3567608"/>
                  </a:lnTo>
                  <a:lnTo>
                    <a:pt x="8685293" y="3622102"/>
                  </a:lnTo>
                  <a:lnTo>
                    <a:pt x="8729306" y="3675660"/>
                  </a:lnTo>
                  <a:lnTo>
                    <a:pt x="8773236" y="3727717"/>
                  </a:lnTo>
                  <a:lnTo>
                    <a:pt x="8817100" y="3777776"/>
                  </a:lnTo>
                  <a:lnTo>
                    <a:pt x="8860959" y="3825422"/>
                  </a:lnTo>
                  <a:lnTo>
                    <a:pt x="8904932" y="3870341"/>
                  </a:lnTo>
                  <a:lnTo>
                    <a:pt x="8949208" y="3912317"/>
                  </a:lnTo>
                  <a:lnTo>
                    <a:pt x="8994054" y="3951233"/>
                  </a:lnTo>
                  <a:lnTo>
                    <a:pt x="9039835" y="3987065"/>
                  </a:lnTo>
                  <a:lnTo>
                    <a:pt x="9084767" y="4018390"/>
                  </a:lnTo>
                  <a:lnTo>
                    <a:pt x="9131977" y="4047301"/>
                  </a:lnTo>
                  <a:lnTo>
                    <a:pt x="9181667" y="4073476"/>
                  </a:lnTo>
                  <a:lnTo>
                    <a:pt x="9234582" y="4097038"/>
                  </a:lnTo>
                  <a:lnTo>
                    <a:pt x="9291541" y="4118202"/>
                  </a:lnTo>
                  <a:lnTo>
                    <a:pt x="9353377" y="4137219"/>
                  </a:lnTo>
                  <a:lnTo>
                    <a:pt x="9420890" y="4154336"/>
                  </a:lnTo>
                  <a:lnTo>
                    <a:pt x="9494764" y="4169778"/>
                  </a:lnTo>
                  <a:lnTo>
                    <a:pt x="9575472" y="4183732"/>
                  </a:lnTo>
                  <a:lnTo>
                    <a:pt x="9663138" y="4196347"/>
                  </a:lnTo>
                  <a:lnTo>
                    <a:pt x="9757368" y="4207722"/>
                  </a:lnTo>
                  <a:lnTo>
                    <a:pt x="9857065" y="4217915"/>
                  </a:lnTo>
                  <a:lnTo>
                    <a:pt x="9960262" y="4226942"/>
                  </a:lnTo>
                  <a:lnTo>
                    <a:pt x="10064047" y="4234791"/>
                  </a:lnTo>
                  <a:lnTo>
                    <a:pt x="10164654" y="4241433"/>
                  </a:lnTo>
                  <a:lnTo>
                    <a:pt x="10257786" y="4246850"/>
                  </a:lnTo>
                  <a:lnTo>
                    <a:pt x="10339200" y="4251056"/>
                  </a:lnTo>
                  <a:lnTo>
                    <a:pt x="10405436" y="4254116"/>
                  </a:lnTo>
                  <a:lnTo>
                    <a:pt x="10454531" y="4256156"/>
                  </a:lnTo>
                  <a:lnTo>
                    <a:pt x="10486491" y="4257355"/>
                  </a:lnTo>
                  <a:lnTo>
                    <a:pt x="10503420" y="4257932"/>
                  </a:lnTo>
                  <a:lnTo>
                    <a:pt x="10509340" y="4258115"/>
                  </a:lnTo>
                  <a:lnTo>
                    <a:pt x="10509911" y="4258132"/>
                  </a:lnTo>
                  <a:lnTo>
                    <a:pt x="11981298" y="4258132"/>
                  </a:lnTo>
                  <a:lnTo>
                    <a:pt x="11981298" y="4249959"/>
                  </a:lnTo>
                  <a:lnTo>
                    <a:pt x="10509911" y="4249959"/>
                  </a:lnTo>
                  <a:lnTo>
                    <a:pt x="10508698" y="4249923"/>
                  </a:lnTo>
                  <a:lnTo>
                    <a:pt x="10500737" y="4249671"/>
                  </a:lnTo>
                  <a:lnTo>
                    <a:pt x="10480709" y="4248975"/>
                  </a:lnTo>
                  <a:lnTo>
                    <a:pt x="10444998" y="4247604"/>
                  </a:lnTo>
                  <a:lnTo>
                    <a:pt x="10391967" y="4245348"/>
                  </a:lnTo>
                  <a:lnTo>
                    <a:pt x="10322076" y="4242039"/>
                  </a:lnTo>
                  <a:lnTo>
                    <a:pt x="10237680" y="4237564"/>
                  </a:lnTo>
                  <a:lnTo>
                    <a:pt x="10142480" y="4231870"/>
                  </a:lnTo>
                  <a:lnTo>
                    <a:pt x="10040794" y="4224954"/>
                  </a:lnTo>
                  <a:lnTo>
                    <a:pt x="9936839" y="4216837"/>
                  </a:lnTo>
                  <a:lnTo>
                    <a:pt x="9834210" y="4207547"/>
                  </a:lnTo>
                  <a:lnTo>
                    <a:pt x="9735607" y="4197090"/>
                  </a:lnTo>
                  <a:lnTo>
                    <a:pt x="9642788" y="4185442"/>
                  </a:lnTo>
                  <a:lnTo>
                    <a:pt x="9556677" y="4172537"/>
                  </a:lnTo>
                  <a:lnTo>
                    <a:pt x="9477534" y="4158261"/>
                  </a:lnTo>
                  <a:lnTo>
                    <a:pt x="9405144" y="4142460"/>
                  </a:lnTo>
                  <a:lnTo>
                    <a:pt x="9338976" y="4124936"/>
                  </a:lnTo>
                  <a:lnTo>
                    <a:pt x="9278311" y="4105457"/>
                  </a:lnTo>
                  <a:lnTo>
                    <a:pt x="9222336" y="4083773"/>
                  </a:lnTo>
                  <a:lnTo>
                    <a:pt x="9170217" y="4059639"/>
                  </a:lnTo>
                  <a:lnTo>
                    <a:pt x="9121148" y="4032854"/>
                  </a:lnTo>
                  <a:lnTo>
                    <a:pt x="9084767" y="4010217"/>
                  </a:lnTo>
                  <a:lnTo>
                    <a:pt x="9037650" y="3977272"/>
                  </a:lnTo>
                  <a:lnTo>
                    <a:pt x="8991923" y="3941296"/>
                  </a:lnTo>
                  <a:lnTo>
                    <a:pt x="8947111" y="3902234"/>
                  </a:lnTo>
                  <a:lnTo>
                    <a:pt x="8902855" y="3860116"/>
                  </a:lnTo>
                  <a:lnTo>
                    <a:pt x="8858891" y="3815063"/>
                  </a:lnTo>
                  <a:lnTo>
                    <a:pt x="8815034" y="3767295"/>
                  </a:lnTo>
                  <a:lnTo>
                    <a:pt x="8771168" y="3717133"/>
                  </a:lnTo>
                  <a:lnTo>
                    <a:pt x="8727234" y="3664993"/>
                  </a:lnTo>
                  <a:lnTo>
                    <a:pt x="8683217" y="3611377"/>
                  </a:lnTo>
                  <a:lnTo>
                    <a:pt x="8639138" y="3556855"/>
                  </a:lnTo>
                  <a:lnTo>
                    <a:pt x="8595037" y="3502034"/>
                  </a:lnTo>
                  <a:lnTo>
                    <a:pt x="8550960" y="3447541"/>
                  </a:lnTo>
                  <a:lnTo>
                    <a:pt x="8506947" y="3393983"/>
                  </a:lnTo>
                  <a:lnTo>
                    <a:pt x="8463017" y="3341925"/>
                  </a:lnTo>
                  <a:lnTo>
                    <a:pt x="8419153" y="3291867"/>
                  </a:lnTo>
                  <a:lnTo>
                    <a:pt x="8375295" y="3244220"/>
                  </a:lnTo>
                  <a:lnTo>
                    <a:pt x="8331321" y="3199301"/>
                  </a:lnTo>
                  <a:lnTo>
                    <a:pt x="8287046" y="3157326"/>
                  </a:lnTo>
                  <a:lnTo>
                    <a:pt x="8242199" y="3118409"/>
                  </a:lnTo>
                  <a:lnTo>
                    <a:pt x="8196418" y="3082578"/>
                  </a:lnTo>
                  <a:lnTo>
                    <a:pt x="8151487" y="3051252"/>
                  </a:lnTo>
                  <a:lnTo>
                    <a:pt x="8104276" y="3022342"/>
                  </a:lnTo>
                  <a:lnTo>
                    <a:pt x="8054586" y="2996167"/>
                  </a:lnTo>
                  <a:lnTo>
                    <a:pt x="8001671" y="2972605"/>
                  </a:lnTo>
                  <a:lnTo>
                    <a:pt x="7944713" y="2951440"/>
                  </a:lnTo>
                  <a:lnTo>
                    <a:pt x="7882876" y="2932423"/>
                  </a:lnTo>
                  <a:lnTo>
                    <a:pt x="7815364" y="2915306"/>
                  </a:lnTo>
                  <a:lnTo>
                    <a:pt x="7741490" y="2899865"/>
                  </a:lnTo>
                  <a:lnTo>
                    <a:pt x="7660781" y="2885910"/>
                  </a:lnTo>
                  <a:lnTo>
                    <a:pt x="7573115" y="2873296"/>
                  </a:lnTo>
                  <a:lnTo>
                    <a:pt x="7478885" y="2861921"/>
                  </a:lnTo>
                  <a:lnTo>
                    <a:pt x="7379188" y="2851728"/>
                  </a:lnTo>
                  <a:lnTo>
                    <a:pt x="7275991" y="2842700"/>
                  </a:lnTo>
                  <a:lnTo>
                    <a:pt x="7172206" y="2834852"/>
                  </a:lnTo>
                  <a:lnTo>
                    <a:pt x="7071600" y="2828210"/>
                  </a:lnTo>
                  <a:lnTo>
                    <a:pt x="6978467" y="2822792"/>
                  </a:lnTo>
                  <a:lnTo>
                    <a:pt x="6897053" y="2818586"/>
                  </a:lnTo>
                  <a:lnTo>
                    <a:pt x="6830817" y="2815526"/>
                  </a:lnTo>
                  <a:lnTo>
                    <a:pt x="6781722" y="2813486"/>
                  </a:lnTo>
                  <a:lnTo>
                    <a:pt x="6749762" y="2812287"/>
                  </a:lnTo>
                  <a:lnTo>
                    <a:pt x="6732834" y="2811711"/>
                  </a:lnTo>
                  <a:lnTo>
                    <a:pt x="6726914" y="2811527"/>
                  </a:lnTo>
                  <a:lnTo>
                    <a:pt x="6726343" y="2811511"/>
                  </a:lnTo>
                  <a:lnTo>
                    <a:pt x="5254955" y="2811511"/>
                  </a:lnTo>
                  <a:lnTo>
                    <a:pt x="5253807" y="2811446"/>
                  </a:lnTo>
                  <a:lnTo>
                    <a:pt x="5246264" y="2810980"/>
                  </a:lnTo>
                  <a:lnTo>
                    <a:pt x="5227252" y="2809694"/>
                  </a:lnTo>
                  <a:lnTo>
                    <a:pt x="5193273" y="2807162"/>
                  </a:lnTo>
                  <a:lnTo>
                    <a:pt x="5142650" y="2802990"/>
                  </a:lnTo>
                  <a:lnTo>
                    <a:pt x="5075657" y="2796860"/>
                  </a:lnTo>
                  <a:lnTo>
                    <a:pt x="4994359" y="2788551"/>
                  </a:lnTo>
                  <a:lnTo>
                    <a:pt x="4902140" y="2777955"/>
                  </a:lnTo>
                  <a:lnTo>
                    <a:pt x="4803047" y="2765054"/>
                  </a:lnTo>
                  <a:lnTo>
                    <a:pt x="4701125" y="2749885"/>
                  </a:lnTo>
                  <a:lnTo>
                    <a:pt x="4599903" y="2732498"/>
                  </a:lnTo>
                  <a:lnTo>
                    <a:pt x="4502106" y="2712916"/>
                  </a:lnTo>
                  <a:lnTo>
                    <a:pt x="4409582" y="2691109"/>
                  </a:lnTo>
                  <a:lnTo>
                    <a:pt x="4323372" y="2666971"/>
                  </a:lnTo>
                  <a:lnTo>
                    <a:pt x="4243863" y="2640317"/>
                  </a:lnTo>
                  <a:lnTo>
                    <a:pt x="4170955" y="2610881"/>
                  </a:lnTo>
                  <a:lnTo>
                    <a:pt x="4104216" y="2578318"/>
                  </a:lnTo>
                  <a:lnTo>
                    <a:pt x="4043009" y="2542217"/>
                  </a:lnTo>
                  <a:lnTo>
                    <a:pt x="3986588" y="2502125"/>
                  </a:lnTo>
                  <a:lnTo>
                    <a:pt x="3934163" y="2457576"/>
                  </a:lnTo>
                  <a:lnTo>
                    <a:pt x="3884956" y="2408157"/>
                  </a:lnTo>
                  <a:lnTo>
                    <a:pt x="3838248" y="2353607"/>
                  </a:lnTo>
                  <a:lnTo>
                    <a:pt x="3829811" y="2342926"/>
                  </a:lnTo>
                  <a:lnTo>
                    <a:pt x="3792016" y="2291918"/>
                  </a:lnTo>
                  <a:lnTo>
                    <a:pt x="3755177" y="2237145"/>
                  </a:lnTo>
                  <a:lnTo>
                    <a:pt x="3719032" y="2178530"/>
                  </a:lnTo>
                  <a:lnTo>
                    <a:pt x="3683371" y="2116061"/>
                  </a:lnTo>
                  <a:lnTo>
                    <a:pt x="3648025" y="2049790"/>
                  </a:lnTo>
                  <a:lnTo>
                    <a:pt x="3612865" y="1979849"/>
                  </a:lnTo>
                  <a:lnTo>
                    <a:pt x="3577792" y="1906446"/>
                  </a:lnTo>
                  <a:lnTo>
                    <a:pt x="3542738" y="1829872"/>
                  </a:lnTo>
                  <a:lnTo>
                    <a:pt x="3507658" y="1750495"/>
                  </a:lnTo>
                  <a:lnTo>
                    <a:pt x="3472530" y="1668761"/>
                  </a:lnTo>
                  <a:lnTo>
                    <a:pt x="3437348" y="1585176"/>
                  </a:lnTo>
                  <a:lnTo>
                    <a:pt x="3402122" y="1500305"/>
                  </a:lnTo>
                  <a:lnTo>
                    <a:pt x="3366870" y="1414746"/>
                  </a:lnTo>
                  <a:lnTo>
                    <a:pt x="3331616" y="1329122"/>
                  </a:lnTo>
                  <a:lnTo>
                    <a:pt x="3296382" y="1244056"/>
                  </a:lnTo>
                  <a:lnTo>
                    <a:pt x="3261190" y="1160153"/>
                  </a:lnTo>
                  <a:lnTo>
                    <a:pt x="3226051" y="1077986"/>
                  </a:lnTo>
                  <a:lnTo>
                    <a:pt x="3190962" y="998076"/>
                  </a:lnTo>
                  <a:lnTo>
                    <a:pt x="3155905" y="920880"/>
                  </a:lnTo>
                  <a:lnTo>
                    <a:pt x="3120841" y="846785"/>
                  </a:lnTo>
                  <a:lnTo>
                    <a:pt x="3085706" y="776098"/>
                  </a:lnTo>
                  <a:lnTo>
                    <a:pt x="3050409" y="709044"/>
                  </a:lnTo>
                  <a:lnTo>
                    <a:pt x="3014827" y="645769"/>
                  </a:lnTo>
                  <a:lnTo>
                    <a:pt x="2978799" y="586345"/>
                  </a:lnTo>
                  <a:lnTo>
                    <a:pt x="2942126" y="530771"/>
                  </a:lnTo>
                  <a:lnTo>
                    <a:pt x="2904556" y="478982"/>
                  </a:lnTo>
                  <a:lnTo>
                    <a:pt x="2896531" y="468585"/>
                  </a:lnTo>
                  <a:lnTo>
                    <a:pt x="2850215" y="413076"/>
                  </a:lnTo>
                  <a:lnTo>
                    <a:pt x="2801523" y="362719"/>
                  </a:lnTo>
                  <a:lnTo>
                    <a:pt x="2749752" y="317296"/>
                  </a:lnTo>
                  <a:lnTo>
                    <a:pt x="2694132" y="276411"/>
                  </a:lnTo>
                  <a:lnTo>
                    <a:pt x="2633871" y="239606"/>
                  </a:lnTo>
                  <a:lnTo>
                    <a:pt x="2568210" y="206419"/>
                  </a:lnTo>
                  <a:lnTo>
                    <a:pt x="2496486" y="176431"/>
                  </a:lnTo>
                  <a:lnTo>
                    <a:pt x="2418220" y="149284"/>
                  </a:lnTo>
                  <a:lnTo>
                    <a:pt x="2333241" y="124697"/>
                  </a:lnTo>
                  <a:lnTo>
                    <a:pt x="2241831" y="102467"/>
                  </a:lnTo>
                  <a:lnTo>
                    <a:pt x="2144898" y="82477"/>
                  </a:lnTo>
                  <a:lnTo>
                    <a:pt x="2044131" y="64683"/>
                  </a:lnTo>
                  <a:lnTo>
                    <a:pt x="1942093" y="49099"/>
                  </a:lnTo>
                  <a:lnTo>
                    <a:pt x="1842180" y="35774"/>
                  </a:lnTo>
                  <a:lnTo>
                    <a:pt x="1748373" y="24750"/>
                  </a:lnTo>
                  <a:lnTo>
                    <a:pt x="1664765" y="16022"/>
                  </a:lnTo>
                  <a:lnTo>
                    <a:pt x="1594916" y="9501"/>
                  </a:lnTo>
                  <a:lnTo>
                    <a:pt x="1541180" y="4988"/>
                  </a:lnTo>
                  <a:lnTo>
                    <a:pt x="1504183" y="2179"/>
                  </a:lnTo>
                  <a:lnTo>
                    <a:pt x="1482610" y="694"/>
                  </a:lnTo>
                  <a:lnTo>
                    <a:pt x="1473279" y="109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657" name="pl657"/>
            <p:cNvSpPr/>
            <p:nvPr/>
          </p:nvSpPr>
          <p:spPr>
            <a:xfrm>
              <a:off x="4799595" y="5388420"/>
              <a:ext cx="11981298" cy="4249959"/>
            </a:xfrm>
            <a:custGeom>
              <a:avLst/>
              <a:pathLst>
                <a:path w="11981298" h="4249959">
                  <a:moveTo>
                    <a:pt x="0" y="0"/>
                  </a:moveTo>
                  <a:lnTo>
                    <a:pt x="1471387" y="0"/>
                  </a:lnTo>
                  <a:lnTo>
                    <a:pt x="1472535" y="65"/>
                  </a:lnTo>
                  <a:lnTo>
                    <a:pt x="1480078" y="530"/>
                  </a:lnTo>
                  <a:lnTo>
                    <a:pt x="1499090" y="1816"/>
                  </a:lnTo>
                  <a:lnTo>
                    <a:pt x="1533069" y="4349"/>
                  </a:lnTo>
                  <a:lnTo>
                    <a:pt x="1583692" y="8520"/>
                  </a:lnTo>
                  <a:lnTo>
                    <a:pt x="1650685" y="14651"/>
                  </a:lnTo>
                  <a:lnTo>
                    <a:pt x="1731983" y="22959"/>
                  </a:lnTo>
                  <a:lnTo>
                    <a:pt x="1824202" y="33555"/>
                  </a:lnTo>
                  <a:lnTo>
                    <a:pt x="1923295" y="46456"/>
                  </a:lnTo>
                  <a:lnTo>
                    <a:pt x="2025217" y="61625"/>
                  </a:lnTo>
                  <a:lnTo>
                    <a:pt x="2126439" y="79012"/>
                  </a:lnTo>
                  <a:lnTo>
                    <a:pt x="2224236" y="98594"/>
                  </a:lnTo>
                  <a:lnTo>
                    <a:pt x="2316761" y="120402"/>
                  </a:lnTo>
                  <a:lnTo>
                    <a:pt x="2402970" y="144539"/>
                  </a:lnTo>
                  <a:lnTo>
                    <a:pt x="2482479" y="171193"/>
                  </a:lnTo>
                  <a:lnTo>
                    <a:pt x="2555387" y="200629"/>
                  </a:lnTo>
                  <a:lnTo>
                    <a:pt x="2622126" y="233193"/>
                  </a:lnTo>
                  <a:lnTo>
                    <a:pt x="2683333" y="269293"/>
                  </a:lnTo>
                  <a:lnTo>
                    <a:pt x="2739754" y="309386"/>
                  </a:lnTo>
                  <a:lnTo>
                    <a:pt x="2792179" y="353935"/>
                  </a:lnTo>
                  <a:lnTo>
                    <a:pt x="2841386" y="403353"/>
                  </a:lnTo>
                  <a:lnTo>
                    <a:pt x="2888094" y="457903"/>
                  </a:lnTo>
                  <a:lnTo>
                    <a:pt x="2896531" y="468585"/>
                  </a:lnTo>
                  <a:lnTo>
                    <a:pt x="2934326" y="519593"/>
                  </a:lnTo>
                  <a:lnTo>
                    <a:pt x="2971165" y="574366"/>
                  </a:lnTo>
                  <a:lnTo>
                    <a:pt x="3007310" y="632980"/>
                  </a:lnTo>
                  <a:lnTo>
                    <a:pt x="3042971" y="695450"/>
                  </a:lnTo>
                  <a:lnTo>
                    <a:pt x="3078317" y="761720"/>
                  </a:lnTo>
                  <a:lnTo>
                    <a:pt x="3113477" y="831662"/>
                  </a:lnTo>
                  <a:lnTo>
                    <a:pt x="3148550" y="905064"/>
                  </a:lnTo>
                  <a:lnTo>
                    <a:pt x="3183604" y="981639"/>
                  </a:lnTo>
                  <a:lnTo>
                    <a:pt x="3218684" y="1061015"/>
                  </a:lnTo>
                  <a:lnTo>
                    <a:pt x="3253812" y="1142750"/>
                  </a:lnTo>
                  <a:lnTo>
                    <a:pt x="3288994" y="1226334"/>
                  </a:lnTo>
                  <a:lnTo>
                    <a:pt x="3324220" y="1311206"/>
                  </a:lnTo>
                  <a:lnTo>
                    <a:pt x="3359472" y="1396764"/>
                  </a:lnTo>
                  <a:lnTo>
                    <a:pt x="3394727" y="1482388"/>
                  </a:lnTo>
                  <a:lnTo>
                    <a:pt x="3429960" y="1567454"/>
                  </a:lnTo>
                  <a:lnTo>
                    <a:pt x="3465152" y="1651357"/>
                  </a:lnTo>
                  <a:lnTo>
                    <a:pt x="3500292" y="1733524"/>
                  </a:lnTo>
                  <a:lnTo>
                    <a:pt x="3535380" y="1813435"/>
                  </a:lnTo>
                  <a:lnTo>
                    <a:pt x="3570437" y="1890630"/>
                  </a:lnTo>
                  <a:lnTo>
                    <a:pt x="3605501" y="1964725"/>
                  </a:lnTo>
                  <a:lnTo>
                    <a:pt x="3640636" y="2035413"/>
                  </a:lnTo>
                  <a:lnTo>
                    <a:pt x="3675933" y="2102467"/>
                  </a:lnTo>
                  <a:lnTo>
                    <a:pt x="3711516" y="2165741"/>
                  </a:lnTo>
                  <a:lnTo>
                    <a:pt x="3747543" y="2225165"/>
                  </a:lnTo>
                  <a:lnTo>
                    <a:pt x="3784216" y="2280740"/>
                  </a:lnTo>
                  <a:lnTo>
                    <a:pt x="3821786" y="2332529"/>
                  </a:lnTo>
                  <a:lnTo>
                    <a:pt x="3829811" y="2342926"/>
                  </a:lnTo>
                  <a:lnTo>
                    <a:pt x="3876127" y="2398435"/>
                  </a:lnTo>
                  <a:lnTo>
                    <a:pt x="3924819" y="2448791"/>
                  </a:lnTo>
                  <a:lnTo>
                    <a:pt x="3976590" y="2494215"/>
                  </a:lnTo>
                  <a:lnTo>
                    <a:pt x="4032210" y="2535099"/>
                  </a:lnTo>
                  <a:lnTo>
                    <a:pt x="4092471" y="2571904"/>
                  </a:lnTo>
                  <a:lnTo>
                    <a:pt x="4158132" y="2605091"/>
                  </a:lnTo>
                  <a:lnTo>
                    <a:pt x="4229856" y="2635079"/>
                  </a:lnTo>
                  <a:lnTo>
                    <a:pt x="4308122" y="2662226"/>
                  </a:lnTo>
                  <a:lnTo>
                    <a:pt x="4393101" y="2686814"/>
                  </a:lnTo>
                  <a:lnTo>
                    <a:pt x="4484511" y="2709043"/>
                  </a:lnTo>
                  <a:lnTo>
                    <a:pt x="4581445" y="2729033"/>
                  </a:lnTo>
                  <a:lnTo>
                    <a:pt x="4682212" y="2746828"/>
                  </a:lnTo>
                  <a:lnTo>
                    <a:pt x="4784249" y="2762411"/>
                  </a:lnTo>
                  <a:lnTo>
                    <a:pt x="4884162" y="2775737"/>
                  </a:lnTo>
                  <a:lnTo>
                    <a:pt x="4977969" y="2786761"/>
                  </a:lnTo>
                  <a:lnTo>
                    <a:pt x="5061577" y="2795488"/>
                  </a:lnTo>
                  <a:lnTo>
                    <a:pt x="5131426" y="2802010"/>
                  </a:lnTo>
                  <a:lnTo>
                    <a:pt x="5185162" y="2806523"/>
                  </a:lnTo>
                  <a:lnTo>
                    <a:pt x="5222159" y="2809331"/>
                  </a:lnTo>
                  <a:lnTo>
                    <a:pt x="5243732" y="2810817"/>
                  </a:lnTo>
                  <a:lnTo>
                    <a:pt x="5253063" y="2811402"/>
                  </a:lnTo>
                  <a:lnTo>
                    <a:pt x="5254947" y="2811511"/>
                  </a:lnTo>
                  <a:lnTo>
                    <a:pt x="5254955" y="2811511"/>
                  </a:lnTo>
                  <a:lnTo>
                    <a:pt x="6726343" y="2811511"/>
                  </a:lnTo>
                  <a:lnTo>
                    <a:pt x="6727555" y="2811546"/>
                  </a:lnTo>
                  <a:lnTo>
                    <a:pt x="6735516" y="2811798"/>
                  </a:lnTo>
                  <a:lnTo>
                    <a:pt x="6755544" y="2812495"/>
                  </a:lnTo>
                  <a:lnTo>
                    <a:pt x="6791255" y="2813866"/>
                  </a:lnTo>
                  <a:lnTo>
                    <a:pt x="6844287" y="2816121"/>
                  </a:lnTo>
                  <a:lnTo>
                    <a:pt x="6914177" y="2819431"/>
                  </a:lnTo>
                  <a:lnTo>
                    <a:pt x="6998574" y="2823906"/>
                  </a:lnTo>
                  <a:lnTo>
                    <a:pt x="7093773" y="2829600"/>
                  </a:lnTo>
                  <a:lnTo>
                    <a:pt x="7195460" y="2836516"/>
                  </a:lnTo>
                  <a:lnTo>
                    <a:pt x="7299414" y="2844632"/>
                  </a:lnTo>
                  <a:lnTo>
                    <a:pt x="7402043" y="2853923"/>
                  </a:lnTo>
                  <a:lnTo>
                    <a:pt x="7500646" y="2864379"/>
                  </a:lnTo>
                  <a:lnTo>
                    <a:pt x="7593465" y="2876027"/>
                  </a:lnTo>
                  <a:lnTo>
                    <a:pt x="7679577" y="2888933"/>
                  </a:lnTo>
                  <a:lnTo>
                    <a:pt x="7758719" y="2903208"/>
                  </a:lnTo>
                  <a:lnTo>
                    <a:pt x="7831109" y="2919009"/>
                  </a:lnTo>
                  <a:lnTo>
                    <a:pt x="7897277" y="2936534"/>
                  </a:lnTo>
                  <a:lnTo>
                    <a:pt x="7957943" y="2956013"/>
                  </a:lnTo>
                  <a:lnTo>
                    <a:pt x="8013917" y="2977696"/>
                  </a:lnTo>
                  <a:lnTo>
                    <a:pt x="8066036" y="3001830"/>
                  </a:lnTo>
                  <a:lnTo>
                    <a:pt x="8115105" y="3028616"/>
                  </a:lnTo>
                  <a:lnTo>
                    <a:pt x="8151487" y="3051252"/>
                  </a:lnTo>
                  <a:lnTo>
                    <a:pt x="8198603" y="3084197"/>
                  </a:lnTo>
                  <a:lnTo>
                    <a:pt x="8244330" y="3120174"/>
                  </a:lnTo>
                  <a:lnTo>
                    <a:pt x="8289142" y="3159235"/>
                  </a:lnTo>
                  <a:lnTo>
                    <a:pt x="8333398" y="3201353"/>
                  </a:lnTo>
                  <a:lnTo>
                    <a:pt x="8377363" y="3246406"/>
                  </a:lnTo>
                  <a:lnTo>
                    <a:pt x="8421219" y="3294174"/>
                  </a:lnTo>
                  <a:lnTo>
                    <a:pt x="8465085" y="3344337"/>
                  </a:lnTo>
                  <a:lnTo>
                    <a:pt x="8509019" y="3396477"/>
                  </a:lnTo>
                  <a:lnTo>
                    <a:pt x="8553036" y="3450092"/>
                  </a:lnTo>
                  <a:lnTo>
                    <a:pt x="8597115" y="3504615"/>
                  </a:lnTo>
                  <a:lnTo>
                    <a:pt x="8641216" y="3559435"/>
                  </a:lnTo>
                  <a:lnTo>
                    <a:pt x="8685293" y="3613929"/>
                  </a:lnTo>
                  <a:lnTo>
                    <a:pt x="8729306" y="3667487"/>
                  </a:lnTo>
                  <a:lnTo>
                    <a:pt x="8773236" y="3719544"/>
                  </a:lnTo>
                  <a:lnTo>
                    <a:pt x="8817100" y="3769603"/>
                  </a:lnTo>
                  <a:lnTo>
                    <a:pt x="8860959" y="3817249"/>
                  </a:lnTo>
                  <a:lnTo>
                    <a:pt x="8904932" y="3862168"/>
                  </a:lnTo>
                  <a:lnTo>
                    <a:pt x="8949208" y="3904144"/>
                  </a:lnTo>
                  <a:lnTo>
                    <a:pt x="8994054" y="3943060"/>
                  </a:lnTo>
                  <a:lnTo>
                    <a:pt x="9039835" y="3978892"/>
                  </a:lnTo>
                  <a:lnTo>
                    <a:pt x="9084767" y="4010217"/>
                  </a:lnTo>
                  <a:lnTo>
                    <a:pt x="9131977" y="4039128"/>
                  </a:lnTo>
                  <a:lnTo>
                    <a:pt x="9181667" y="4065303"/>
                  </a:lnTo>
                  <a:lnTo>
                    <a:pt x="9234582" y="4088865"/>
                  </a:lnTo>
                  <a:lnTo>
                    <a:pt x="9291541" y="4110029"/>
                  </a:lnTo>
                  <a:lnTo>
                    <a:pt x="9353377" y="4129046"/>
                  </a:lnTo>
                  <a:lnTo>
                    <a:pt x="9420890" y="4146163"/>
                  </a:lnTo>
                  <a:lnTo>
                    <a:pt x="9494764" y="4161605"/>
                  </a:lnTo>
                  <a:lnTo>
                    <a:pt x="9575472" y="4175559"/>
                  </a:lnTo>
                  <a:lnTo>
                    <a:pt x="9663138" y="4188174"/>
                  </a:lnTo>
                  <a:lnTo>
                    <a:pt x="9757368" y="4199549"/>
                  </a:lnTo>
                  <a:lnTo>
                    <a:pt x="9857065" y="4209742"/>
                  </a:lnTo>
                  <a:lnTo>
                    <a:pt x="9960262" y="4218769"/>
                  </a:lnTo>
                  <a:lnTo>
                    <a:pt x="10064047" y="4226618"/>
                  </a:lnTo>
                  <a:lnTo>
                    <a:pt x="10164654" y="4233260"/>
                  </a:lnTo>
                  <a:lnTo>
                    <a:pt x="10257786" y="4238677"/>
                  </a:lnTo>
                  <a:lnTo>
                    <a:pt x="10339200" y="4242883"/>
                  </a:lnTo>
                  <a:lnTo>
                    <a:pt x="10405436" y="4245943"/>
                  </a:lnTo>
                  <a:lnTo>
                    <a:pt x="10454531" y="4247983"/>
                  </a:lnTo>
                  <a:lnTo>
                    <a:pt x="10486491" y="4249182"/>
                  </a:lnTo>
                  <a:lnTo>
                    <a:pt x="10503420" y="4249759"/>
                  </a:lnTo>
                  <a:lnTo>
                    <a:pt x="10509340" y="4249942"/>
                  </a:lnTo>
                  <a:lnTo>
                    <a:pt x="10509911" y="4249959"/>
                  </a:lnTo>
                  <a:lnTo>
                    <a:pt x="11981298" y="424995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58" name="pl658"/>
            <p:cNvSpPr/>
            <p:nvPr/>
          </p:nvSpPr>
          <p:spPr>
            <a:xfrm>
              <a:off x="4799595" y="5380247"/>
              <a:ext cx="11981298" cy="4249959"/>
            </a:xfrm>
            <a:custGeom>
              <a:avLst/>
              <a:pathLst>
                <a:path w="11981298" h="4249959">
                  <a:moveTo>
                    <a:pt x="11981298" y="4249959"/>
                  </a:moveTo>
                  <a:lnTo>
                    <a:pt x="10509911" y="4249959"/>
                  </a:lnTo>
                  <a:lnTo>
                    <a:pt x="10508698" y="4249923"/>
                  </a:lnTo>
                  <a:lnTo>
                    <a:pt x="10500737" y="4249671"/>
                  </a:lnTo>
                  <a:lnTo>
                    <a:pt x="10480709" y="4248975"/>
                  </a:lnTo>
                  <a:lnTo>
                    <a:pt x="10444998" y="4247604"/>
                  </a:lnTo>
                  <a:lnTo>
                    <a:pt x="10391967" y="4245348"/>
                  </a:lnTo>
                  <a:lnTo>
                    <a:pt x="10322076" y="4242039"/>
                  </a:lnTo>
                  <a:lnTo>
                    <a:pt x="10237680" y="4237564"/>
                  </a:lnTo>
                  <a:lnTo>
                    <a:pt x="10142480" y="4231870"/>
                  </a:lnTo>
                  <a:lnTo>
                    <a:pt x="10040794" y="4224954"/>
                  </a:lnTo>
                  <a:lnTo>
                    <a:pt x="9936839" y="4216837"/>
                  </a:lnTo>
                  <a:lnTo>
                    <a:pt x="9834210" y="4207547"/>
                  </a:lnTo>
                  <a:lnTo>
                    <a:pt x="9735607" y="4197090"/>
                  </a:lnTo>
                  <a:lnTo>
                    <a:pt x="9642788" y="4185442"/>
                  </a:lnTo>
                  <a:lnTo>
                    <a:pt x="9556677" y="4172537"/>
                  </a:lnTo>
                  <a:lnTo>
                    <a:pt x="9477534" y="4158261"/>
                  </a:lnTo>
                  <a:lnTo>
                    <a:pt x="9405144" y="4142460"/>
                  </a:lnTo>
                  <a:lnTo>
                    <a:pt x="9338976" y="4124936"/>
                  </a:lnTo>
                  <a:lnTo>
                    <a:pt x="9278311" y="4105457"/>
                  </a:lnTo>
                  <a:lnTo>
                    <a:pt x="9222336" y="4083773"/>
                  </a:lnTo>
                  <a:lnTo>
                    <a:pt x="9170217" y="4059639"/>
                  </a:lnTo>
                  <a:lnTo>
                    <a:pt x="9121148" y="4032854"/>
                  </a:lnTo>
                  <a:lnTo>
                    <a:pt x="9084767" y="4010217"/>
                  </a:lnTo>
                  <a:lnTo>
                    <a:pt x="9037650" y="3977272"/>
                  </a:lnTo>
                  <a:lnTo>
                    <a:pt x="8991923" y="3941296"/>
                  </a:lnTo>
                  <a:lnTo>
                    <a:pt x="8947111" y="3902234"/>
                  </a:lnTo>
                  <a:lnTo>
                    <a:pt x="8902855" y="3860116"/>
                  </a:lnTo>
                  <a:lnTo>
                    <a:pt x="8858891" y="3815063"/>
                  </a:lnTo>
                  <a:lnTo>
                    <a:pt x="8815034" y="3767295"/>
                  </a:lnTo>
                  <a:lnTo>
                    <a:pt x="8771168" y="3717133"/>
                  </a:lnTo>
                  <a:lnTo>
                    <a:pt x="8727234" y="3664993"/>
                  </a:lnTo>
                  <a:lnTo>
                    <a:pt x="8683217" y="3611377"/>
                  </a:lnTo>
                  <a:lnTo>
                    <a:pt x="8639138" y="3556855"/>
                  </a:lnTo>
                  <a:lnTo>
                    <a:pt x="8595037" y="3502034"/>
                  </a:lnTo>
                  <a:lnTo>
                    <a:pt x="8550960" y="3447541"/>
                  </a:lnTo>
                  <a:lnTo>
                    <a:pt x="8506947" y="3393983"/>
                  </a:lnTo>
                  <a:lnTo>
                    <a:pt x="8463017" y="3341925"/>
                  </a:lnTo>
                  <a:lnTo>
                    <a:pt x="8419153" y="3291867"/>
                  </a:lnTo>
                  <a:lnTo>
                    <a:pt x="8375295" y="3244220"/>
                  </a:lnTo>
                  <a:lnTo>
                    <a:pt x="8331321" y="3199301"/>
                  </a:lnTo>
                  <a:lnTo>
                    <a:pt x="8287046" y="3157326"/>
                  </a:lnTo>
                  <a:lnTo>
                    <a:pt x="8242199" y="3118409"/>
                  </a:lnTo>
                  <a:lnTo>
                    <a:pt x="8196418" y="3082578"/>
                  </a:lnTo>
                  <a:lnTo>
                    <a:pt x="8151487" y="3051252"/>
                  </a:lnTo>
                  <a:lnTo>
                    <a:pt x="8104276" y="3022342"/>
                  </a:lnTo>
                  <a:lnTo>
                    <a:pt x="8054586" y="2996167"/>
                  </a:lnTo>
                  <a:lnTo>
                    <a:pt x="8001671" y="2972605"/>
                  </a:lnTo>
                  <a:lnTo>
                    <a:pt x="7944713" y="2951440"/>
                  </a:lnTo>
                  <a:lnTo>
                    <a:pt x="7882876" y="2932423"/>
                  </a:lnTo>
                  <a:lnTo>
                    <a:pt x="7815364" y="2915306"/>
                  </a:lnTo>
                  <a:lnTo>
                    <a:pt x="7741490" y="2899865"/>
                  </a:lnTo>
                  <a:lnTo>
                    <a:pt x="7660781" y="2885910"/>
                  </a:lnTo>
                  <a:lnTo>
                    <a:pt x="7573115" y="2873296"/>
                  </a:lnTo>
                  <a:lnTo>
                    <a:pt x="7478885" y="2861921"/>
                  </a:lnTo>
                  <a:lnTo>
                    <a:pt x="7379188" y="2851728"/>
                  </a:lnTo>
                  <a:lnTo>
                    <a:pt x="7275991" y="2842700"/>
                  </a:lnTo>
                  <a:lnTo>
                    <a:pt x="7172206" y="2834852"/>
                  </a:lnTo>
                  <a:lnTo>
                    <a:pt x="7071600" y="2828210"/>
                  </a:lnTo>
                  <a:lnTo>
                    <a:pt x="6978467" y="2822792"/>
                  </a:lnTo>
                  <a:lnTo>
                    <a:pt x="6897053" y="2818586"/>
                  </a:lnTo>
                  <a:lnTo>
                    <a:pt x="6830817" y="2815526"/>
                  </a:lnTo>
                  <a:lnTo>
                    <a:pt x="6781722" y="2813486"/>
                  </a:lnTo>
                  <a:lnTo>
                    <a:pt x="6749762" y="2812287"/>
                  </a:lnTo>
                  <a:lnTo>
                    <a:pt x="6732834" y="2811711"/>
                  </a:lnTo>
                  <a:lnTo>
                    <a:pt x="6726914" y="2811527"/>
                  </a:lnTo>
                  <a:lnTo>
                    <a:pt x="6726343" y="2811511"/>
                  </a:lnTo>
                  <a:lnTo>
                    <a:pt x="5254955" y="2811511"/>
                  </a:lnTo>
                  <a:lnTo>
                    <a:pt x="5253807" y="2811446"/>
                  </a:lnTo>
                  <a:lnTo>
                    <a:pt x="5246264" y="2810980"/>
                  </a:lnTo>
                  <a:lnTo>
                    <a:pt x="5227252" y="2809694"/>
                  </a:lnTo>
                  <a:lnTo>
                    <a:pt x="5193273" y="2807162"/>
                  </a:lnTo>
                  <a:lnTo>
                    <a:pt x="5142650" y="2802990"/>
                  </a:lnTo>
                  <a:lnTo>
                    <a:pt x="5075657" y="2796860"/>
                  </a:lnTo>
                  <a:lnTo>
                    <a:pt x="4994359" y="2788551"/>
                  </a:lnTo>
                  <a:lnTo>
                    <a:pt x="4902140" y="2777955"/>
                  </a:lnTo>
                  <a:lnTo>
                    <a:pt x="4803047" y="2765054"/>
                  </a:lnTo>
                  <a:lnTo>
                    <a:pt x="4701125" y="2749885"/>
                  </a:lnTo>
                  <a:lnTo>
                    <a:pt x="4599903" y="2732498"/>
                  </a:lnTo>
                  <a:lnTo>
                    <a:pt x="4502106" y="2712916"/>
                  </a:lnTo>
                  <a:lnTo>
                    <a:pt x="4409582" y="2691109"/>
                  </a:lnTo>
                  <a:lnTo>
                    <a:pt x="4323372" y="2666971"/>
                  </a:lnTo>
                  <a:lnTo>
                    <a:pt x="4243863" y="2640317"/>
                  </a:lnTo>
                  <a:lnTo>
                    <a:pt x="4170955" y="2610881"/>
                  </a:lnTo>
                  <a:lnTo>
                    <a:pt x="4104216" y="2578318"/>
                  </a:lnTo>
                  <a:lnTo>
                    <a:pt x="4043009" y="2542217"/>
                  </a:lnTo>
                  <a:lnTo>
                    <a:pt x="3986588" y="2502125"/>
                  </a:lnTo>
                  <a:lnTo>
                    <a:pt x="3934163" y="2457576"/>
                  </a:lnTo>
                  <a:lnTo>
                    <a:pt x="3884956" y="2408157"/>
                  </a:lnTo>
                  <a:lnTo>
                    <a:pt x="3838248" y="2353607"/>
                  </a:lnTo>
                  <a:lnTo>
                    <a:pt x="3829811" y="2342926"/>
                  </a:lnTo>
                  <a:lnTo>
                    <a:pt x="3792016" y="2291918"/>
                  </a:lnTo>
                  <a:lnTo>
                    <a:pt x="3755177" y="2237145"/>
                  </a:lnTo>
                  <a:lnTo>
                    <a:pt x="3719032" y="2178530"/>
                  </a:lnTo>
                  <a:lnTo>
                    <a:pt x="3683371" y="2116061"/>
                  </a:lnTo>
                  <a:lnTo>
                    <a:pt x="3648025" y="2049790"/>
                  </a:lnTo>
                  <a:lnTo>
                    <a:pt x="3612865" y="1979849"/>
                  </a:lnTo>
                  <a:lnTo>
                    <a:pt x="3577792" y="1906446"/>
                  </a:lnTo>
                  <a:lnTo>
                    <a:pt x="3542738" y="1829872"/>
                  </a:lnTo>
                  <a:lnTo>
                    <a:pt x="3507658" y="1750495"/>
                  </a:lnTo>
                  <a:lnTo>
                    <a:pt x="3472530" y="1668761"/>
                  </a:lnTo>
                  <a:lnTo>
                    <a:pt x="3437348" y="1585176"/>
                  </a:lnTo>
                  <a:lnTo>
                    <a:pt x="3402122" y="1500305"/>
                  </a:lnTo>
                  <a:lnTo>
                    <a:pt x="3366870" y="1414746"/>
                  </a:lnTo>
                  <a:lnTo>
                    <a:pt x="3331616" y="1329122"/>
                  </a:lnTo>
                  <a:lnTo>
                    <a:pt x="3296382" y="1244056"/>
                  </a:lnTo>
                  <a:lnTo>
                    <a:pt x="3261190" y="1160153"/>
                  </a:lnTo>
                  <a:lnTo>
                    <a:pt x="3226051" y="1077986"/>
                  </a:lnTo>
                  <a:lnTo>
                    <a:pt x="3190962" y="998076"/>
                  </a:lnTo>
                  <a:lnTo>
                    <a:pt x="3155905" y="920880"/>
                  </a:lnTo>
                  <a:lnTo>
                    <a:pt x="3120841" y="846785"/>
                  </a:lnTo>
                  <a:lnTo>
                    <a:pt x="3085706" y="776098"/>
                  </a:lnTo>
                  <a:lnTo>
                    <a:pt x="3050409" y="709044"/>
                  </a:lnTo>
                  <a:lnTo>
                    <a:pt x="3014827" y="645769"/>
                  </a:lnTo>
                  <a:lnTo>
                    <a:pt x="2978799" y="586345"/>
                  </a:lnTo>
                  <a:lnTo>
                    <a:pt x="2942126" y="530771"/>
                  </a:lnTo>
                  <a:lnTo>
                    <a:pt x="2904556" y="478982"/>
                  </a:lnTo>
                  <a:lnTo>
                    <a:pt x="2896531" y="468585"/>
                  </a:lnTo>
                  <a:lnTo>
                    <a:pt x="2850215" y="413076"/>
                  </a:lnTo>
                  <a:lnTo>
                    <a:pt x="2801523" y="362719"/>
                  </a:lnTo>
                  <a:lnTo>
                    <a:pt x="2749752" y="317296"/>
                  </a:lnTo>
                  <a:lnTo>
                    <a:pt x="2694132" y="276411"/>
                  </a:lnTo>
                  <a:lnTo>
                    <a:pt x="2633871" y="239606"/>
                  </a:lnTo>
                  <a:lnTo>
                    <a:pt x="2568210" y="206419"/>
                  </a:lnTo>
                  <a:lnTo>
                    <a:pt x="2496486" y="176431"/>
                  </a:lnTo>
                  <a:lnTo>
                    <a:pt x="2418220" y="149284"/>
                  </a:lnTo>
                  <a:lnTo>
                    <a:pt x="2333241" y="124697"/>
                  </a:lnTo>
                  <a:lnTo>
                    <a:pt x="2241831" y="102467"/>
                  </a:lnTo>
                  <a:lnTo>
                    <a:pt x="2144898" y="82477"/>
                  </a:lnTo>
                  <a:lnTo>
                    <a:pt x="2044131" y="64683"/>
                  </a:lnTo>
                  <a:lnTo>
                    <a:pt x="1942093" y="49099"/>
                  </a:lnTo>
                  <a:lnTo>
                    <a:pt x="1842180" y="35774"/>
                  </a:lnTo>
                  <a:lnTo>
                    <a:pt x="1748373" y="24750"/>
                  </a:lnTo>
                  <a:lnTo>
                    <a:pt x="1664765" y="16022"/>
                  </a:lnTo>
                  <a:lnTo>
                    <a:pt x="1594916" y="9501"/>
                  </a:lnTo>
                  <a:lnTo>
                    <a:pt x="1541180" y="4988"/>
                  </a:lnTo>
                  <a:lnTo>
                    <a:pt x="1504183" y="2179"/>
                  </a:lnTo>
                  <a:lnTo>
                    <a:pt x="1482610" y="694"/>
                  </a:lnTo>
                  <a:lnTo>
                    <a:pt x="1473279" y="109"/>
                  </a:lnTo>
                  <a:lnTo>
                    <a:pt x="1471395" y="0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59" name="pg659"/>
            <p:cNvSpPr/>
            <p:nvPr/>
          </p:nvSpPr>
          <p:spPr>
            <a:xfrm>
              <a:off x="4799595" y="5388420"/>
              <a:ext cx="11981298" cy="5680233"/>
            </a:xfrm>
            <a:custGeom>
              <a:avLst/>
              <a:pathLst>
                <a:path w="11981298" h="5680233">
                  <a:moveTo>
                    <a:pt x="0" y="16345"/>
                  </a:moveTo>
                  <a:lnTo>
                    <a:pt x="1471387" y="16345"/>
                  </a:lnTo>
                  <a:lnTo>
                    <a:pt x="1472534" y="16411"/>
                  </a:lnTo>
                  <a:lnTo>
                    <a:pt x="1480071" y="16879"/>
                  </a:lnTo>
                  <a:lnTo>
                    <a:pt x="1499068" y="18171"/>
                  </a:lnTo>
                  <a:lnTo>
                    <a:pt x="1533021" y="20716"/>
                  </a:lnTo>
                  <a:lnTo>
                    <a:pt x="1583608" y="24908"/>
                  </a:lnTo>
                  <a:lnTo>
                    <a:pt x="1650558" y="31070"/>
                  </a:lnTo>
                  <a:lnTo>
                    <a:pt x="1731810" y="39420"/>
                  </a:lnTo>
                  <a:lnTo>
                    <a:pt x="1823983" y="50069"/>
                  </a:lnTo>
                  <a:lnTo>
                    <a:pt x="1923036" y="63036"/>
                  </a:lnTo>
                  <a:lnTo>
                    <a:pt x="2024927" y="78283"/>
                  </a:lnTo>
                  <a:lnTo>
                    <a:pt x="2126127" y="95760"/>
                  </a:lnTo>
                  <a:lnTo>
                    <a:pt x="2223911" y="115442"/>
                  </a:lnTo>
                  <a:lnTo>
                    <a:pt x="2316430" y="137362"/>
                  </a:lnTo>
                  <a:lnTo>
                    <a:pt x="2402640" y="161624"/>
                  </a:lnTo>
                  <a:lnTo>
                    <a:pt x="2482154" y="188414"/>
                  </a:lnTo>
                  <a:lnTo>
                    <a:pt x="2555070" y="218000"/>
                  </a:lnTo>
                  <a:lnTo>
                    <a:pt x="2621818" y="250728"/>
                  </a:lnTo>
                  <a:lnTo>
                    <a:pt x="2683033" y="287009"/>
                  </a:lnTo>
                  <a:lnTo>
                    <a:pt x="2739461" y="327301"/>
                  </a:lnTo>
                  <a:lnTo>
                    <a:pt x="2791891" y="372070"/>
                  </a:lnTo>
                  <a:lnTo>
                    <a:pt x="2841100" y="421732"/>
                  </a:lnTo>
                  <a:lnTo>
                    <a:pt x="2887809" y="476552"/>
                  </a:lnTo>
                  <a:lnTo>
                    <a:pt x="2896531" y="487655"/>
                  </a:lnTo>
                  <a:lnTo>
                    <a:pt x="2934239" y="538836"/>
                  </a:lnTo>
                  <a:lnTo>
                    <a:pt x="2970996" y="593786"/>
                  </a:lnTo>
                  <a:lnTo>
                    <a:pt x="3007060" y="652582"/>
                  </a:lnTo>
                  <a:lnTo>
                    <a:pt x="3042642" y="715238"/>
                  </a:lnTo>
                  <a:lnTo>
                    <a:pt x="3077908" y="781699"/>
                  </a:lnTo>
                  <a:lnTo>
                    <a:pt x="3112988" y="851838"/>
                  </a:lnTo>
                  <a:lnTo>
                    <a:pt x="3147980" y="925446"/>
                  </a:lnTo>
                  <a:lnTo>
                    <a:pt x="3182952" y="1002234"/>
                  </a:lnTo>
                  <a:lnTo>
                    <a:pt x="3217950" y="1081835"/>
                  </a:lnTo>
                  <a:lnTo>
                    <a:pt x="3252996" y="1163807"/>
                  </a:lnTo>
                  <a:lnTo>
                    <a:pt x="3288094" y="1247644"/>
                  </a:lnTo>
                  <a:lnTo>
                    <a:pt x="3323238" y="1332784"/>
                  </a:lnTo>
                  <a:lnTo>
                    <a:pt x="3358407" y="1418628"/>
                  </a:lnTo>
                  <a:lnTo>
                    <a:pt x="3393580" y="1504558"/>
                  </a:lnTo>
                  <a:lnTo>
                    <a:pt x="3428733" y="1589949"/>
                  </a:lnTo>
                  <a:lnTo>
                    <a:pt x="3463845" y="1674196"/>
                  </a:lnTo>
                  <a:lnTo>
                    <a:pt x="3498905" y="1756725"/>
                  </a:lnTo>
                  <a:lnTo>
                    <a:pt x="3533914" y="1837015"/>
                  </a:lnTo>
                  <a:lnTo>
                    <a:pt x="3568890" y="1914605"/>
                  </a:lnTo>
                  <a:lnTo>
                    <a:pt x="3603871" y="1989106"/>
                  </a:lnTo>
                  <a:lnTo>
                    <a:pt x="3638919" y="2060208"/>
                  </a:lnTo>
                  <a:lnTo>
                    <a:pt x="3674124" y="2127681"/>
                  </a:lnTo>
                  <a:lnTo>
                    <a:pt x="3709605" y="2191376"/>
                  </a:lnTo>
                  <a:lnTo>
                    <a:pt x="3745520" y="2251219"/>
                  </a:lnTo>
                  <a:lnTo>
                    <a:pt x="3782065" y="2307205"/>
                  </a:lnTo>
                  <a:lnTo>
                    <a:pt x="3819487" y="2359396"/>
                  </a:lnTo>
                  <a:lnTo>
                    <a:pt x="3829811" y="2372893"/>
                  </a:lnTo>
                  <a:lnTo>
                    <a:pt x="3876114" y="2428710"/>
                  </a:lnTo>
                  <a:lnTo>
                    <a:pt x="3924790" y="2479347"/>
                  </a:lnTo>
                  <a:lnTo>
                    <a:pt x="3976544" y="2525025"/>
                  </a:lnTo>
                  <a:lnTo>
                    <a:pt x="4032144" y="2566140"/>
                  </a:lnTo>
                  <a:lnTo>
                    <a:pt x="4092382" y="2603153"/>
                  </a:lnTo>
                  <a:lnTo>
                    <a:pt x="4158015" y="2636529"/>
                  </a:lnTo>
                  <a:lnTo>
                    <a:pt x="4229707" y="2666688"/>
                  </a:lnTo>
                  <a:lnTo>
                    <a:pt x="4307936" y="2693991"/>
                  </a:lnTo>
                  <a:lnTo>
                    <a:pt x="4392875" y="2718721"/>
                  </a:lnTo>
                  <a:lnTo>
                    <a:pt x="4484243" y="2741079"/>
                  </a:lnTo>
                  <a:lnTo>
                    <a:pt x="4581134" y="2761186"/>
                  </a:lnTo>
                  <a:lnTo>
                    <a:pt x="4681864" y="2779086"/>
                  </a:lnTo>
                  <a:lnTo>
                    <a:pt x="4783873" y="2794764"/>
                  </a:lnTo>
                  <a:lnTo>
                    <a:pt x="4883773" y="2808172"/>
                  </a:lnTo>
                  <a:lnTo>
                    <a:pt x="4977588" y="2819267"/>
                  </a:lnTo>
                  <a:lnTo>
                    <a:pt x="5061226" y="2828052"/>
                  </a:lnTo>
                  <a:lnTo>
                    <a:pt x="5131126" y="2834620"/>
                  </a:lnTo>
                  <a:lnTo>
                    <a:pt x="5184930" y="2839167"/>
                  </a:lnTo>
                  <a:lnTo>
                    <a:pt x="5222002" y="2841999"/>
                  </a:lnTo>
                  <a:lnTo>
                    <a:pt x="5243648" y="2843499"/>
                  </a:lnTo>
                  <a:lnTo>
                    <a:pt x="5253035" y="2844092"/>
                  </a:lnTo>
                  <a:lnTo>
                    <a:pt x="5254955" y="2844203"/>
                  </a:lnTo>
                  <a:lnTo>
                    <a:pt x="6726343" y="2844203"/>
                  </a:lnTo>
                  <a:lnTo>
                    <a:pt x="6727489" y="2844269"/>
                  </a:lnTo>
                  <a:lnTo>
                    <a:pt x="6735023" y="2844737"/>
                  </a:lnTo>
                  <a:lnTo>
                    <a:pt x="6754012" y="2846033"/>
                  </a:lnTo>
                  <a:lnTo>
                    <a:pt x="6787952" y="2848584"/>
                  </a:lnTo>
                  <a:lnTo>
                    <a:pt x="6838521" y="2852787"/>
                  </a:lnTo>
                  <a:lnTo>
                    <a:pt x="6905449" y="2858963"/>
                  </a:lnTo>
                  <a:lnTo>
                    <a:pt x="6986678" y="2867335"/>
                  </a:lnTo>
                  <a:lnTo>
                    <a:pt x="7078829" y="2878011"/>
                  </a:lnTo>
                  <a:lnTo>
                    <a:pt x="7177862" y="2891010"/>
                  </a:lnTo>
                  <a:lnTo>
                    <a:pt x="7279737" y="2906296"/>
                  </a:lnTo>
                  <a:lnTo>
                    <a:pt x="7380926" y="2923817"/>
                  </a:lnTo>
                  <a:lnTo>
                    <a:pt x="7478703" y="2943550"/>
                  </a:lnTo>
                  <a:lnTo>
                    <a:pt x="7571220" y="2965527"/>
                  </a:lnTo>
                  <a:lnTo>
                    <a:pt x="7657430" y="2989851"/>
                  </a:lnTo>
                  <a:lnTo>
                    <a:pt x="7736947" y="3016709"/>
                  </a:lnTo>
                  <a:lnTo>
                    <a:pt x="7809867" y="3046369"/>
                  </a:lnTo>
                  <a:lnTo>
                    <a:pt x="7876619" y="3079179"/>
                  </a:lnTo>
                  <a:lnTo>
                    <a:pt x="7937838" y="3115551"/>
                  </a:lnTo>
                  <a:lnTo>
                    <a:pt x="7994269" y="3155942"/>
                  </a:lnTo>
                  <a:lnTo>
                    <a:pt x="8046702" y="3200821"/>
                  </a:lnTo>
                  <a:lnTo>
                    <a:pt x="8095913" y="3250604"/>
                  </a:lnTo>
                  <a:lnTo>
                    <a:pt x="8142621" y="3305559"/>
                  </a:lnTo>
                  <a:lnTo>
                    <a:pt x="8151487" y="3316875"/>
                  </a:lnTo>
                  <a:lnTo>
                    <a:pt x="8189152" y="3368142"/>
                  </a:lnTo>
                  <a:lnTo>
                    <a:pt x="8225867" y="3423180"/>
                  </a:lnTo>
                  <a:lnTo>
                    <a:pt x="8261891" y="3482066"/>
                  </a:lnTo>
                  <a:lnTo>
                    <a:pt x="8297433" y="3544815"/>
                  </a:lnTo>
                  <a:lnTo>
                    <a:pt x="8332659" y="3611372"/>
                  </a:lnTo>
                  <a:lnTo>
                    <a:pt x="8367700" y="3681609"/>
                  </a:lnTo>
                  <a:lnTo>
                    <a:pt x="8402652" y="3755318"/>
                  </a:lnTo>
                  <a:lnTo>
                    <a:pt x="8437584" y="3832213"/>
                  </a:lnTo>
                  <a:lnTo>
                    <a:pt x="8472540" y="3911926"/>
                  </a:lnTo>
                  <a:lnTo>
                    <a:pt x="8507545" y="3994016"/>
                  </a:lnTo>
                  <a:lnTo>
                    <a:pt x="8542602" y="4077978"/>
                  </a:lnTo>
                  <a:lnTo>
                    <a:pt x="8577704" y="4163252"/>
                  </a:lnTo>
                  <a:lnTo>
                    <a:pt x="8612833" y="4249239"/>
                  </a:lnTo>
                  <a:lnTo>
                    <a:pt x="8647965" y="4335321"/>
                  </a:lnTo>
                  <a:lnTo>
                    <a:pt x="8683078" y="4420874"/>
                  </a:lnTo>
                  <a:lnTo>
                    <a:pt x="8718150" y="4505292"/>
                  </a:lnTo>
                  <a:lnTo>
                    <a:pt x="8753170" y="4588002"/>
                  </a:lnTo>
                  <a:lnTo>
                    <a:pt x="8788140" y="4668481"/>
                  </a:lnTo>
                  <a:lnTo>
                    <a:pt x="8823076" y="4746267"/>
                  </a:lnTo>
                  <a:lnTo>
                    <a:pt x="8858016" y="4820970"/>
                  </a:lnTo>
                  <a:lnTo>
                    <a:pt x="8893020" y="4892279"/>
                  </a:lnTo>
                  <a:lnTo>
                    <a:pt x="8928179" y="4959962"/>
                  </a:lnTo>
                  <a:lnTo>
                    <a:pt x="8963610" y="5023867"/>
                  </a:lnTo>
                  <a:lnTo>
                    <a:pt x="8999469" y="5083918"/>
                  </a:lnTo>
                  <a:lnTo>
                    <a:pt x="9035951" y="5140111"/>
                  </a:lnTo>
                  <a:lnTo>
                    <a:pt x="9073299" y="5192503"/>
                  </a:lnTo>
                  <a:lnTo>
                    <a:pt x="9084767" y="5207562"/>
                  </a:lnTo>
                  <a:lnTo>
                    <a:pt x="9131063" y="5263532"/>
                  </a:lnTo>
                  <a:lnTo>
                    <a:pt x="9179732" y="5314309"/>
                  </a:lnTo>
                  <a:lnTo>
                    <a:pt x="9231477" y="5360114"/>
                  </a:lnTo>
                  <a:lnTo>
                    <a:pt x="9287067" y="5401344"/>
                  </a:lnTo>
                  <a:lnTo>
                    <a:pt x="9347292" y="5438462"/>
                  </a:lnTo>
                  <a:lnTo>
                    <a:pt x="9412912" y="5471932"/>
                  </a:lnTo>
                  <a:lnTo>
                    <a:pt x="9484588" y="5502177"/>
                  </a:lnTo>
                  <a:lnTo>
                    <a:pt x="9562799" y="5529558"/>
                  </a:lnTo>
                  <a:lnTo>
                    <a:pt x="9647718" y="5554358"/>
                  </a:lnTo>
                  <a:lnTo>
                    <a:pt x="9739064" y="5576781"/>
                  </a:lnTo>
                  <a:lnTo>
                    <a:pt x="9835934" y="5596947"/>
                  </a:lnTo>
                  <a:lnTo>
                    <a:pt x="9936645" y="5614900"/>
                  </a:lnTo>
                  <a:lnTo>
                    <a:pt x="10038641" y="5630625"/>
                  </a:lnTo>
                  <a:lnTo>
                    <a:pt x="10138534" y="5644074"/>
                  </a:lnTo>
                  <a:lnTo>
                    <a:pt x="10232352" y="5655204"/>
                  </a:lnTo>
                  <a:lnTo>
                    <a:pt x="10316005" y="5664019"/>
                  </a:lnTo>
                  <a:lnTo>
                    <a:pt x="10385931" y="5670609"/>
                  </a:lnTo>
                  <a:lnTo>
                    <a:pt x="10439769" y="5675174"/>
                  </a:lnTo>
                  <a:lnTo>
                    <a:pt x="10476879" y="5678017"/>
                  </a:lnTo>
                  <a:lnTo>
                    <a:pt x="10498561" y="5679525"/>
                  </a:lnTo>
                  <a:lnTo>
                    <a:pt x="10507976" y="5680121"/>
                  </a:lnTo>
                  <a:lnTo>
                    <a:pt x="10509911" y="5680233"/>
                  </a:lnTo>
                  <a:lnTo>
                    <a:pt x="11981298" y="5680233"/>
                  </a:lnTo>
                  <a:lnTo>
                    <a:pt x="11981298" y="5663887"/>
                  </a:lnTo>
                  <a:lnTo>
                    <a:pt x="10509911" y="5663887"/>
                  </a:lnTo>
                  <a:lnTo>
                    <a:pt x="10508764" y="5663822"/>
                  </a:lnTo>
                  <a:lnTo>
                    <a:pt x="10501230" y="5663353"/>
                  </a:lnTo>
                  <a:lnTo>
                    <a:pt x="10482241" y="5662057"/>
                  </a:lnTo>
                  <a:lnTo>
                    <a:pt x="10448301" y="5659506"/>
                  </a:lnTo>
                  <a:lnTo>
                    <a:pt x="10397732" y="5655304"/>
                  </a:lnTo>
                  <a:lnTo>
                    <a:pt x="10330804" y="5649127"/>
                  </a:lnTo>
                  <a:lnTo>
                    <a:pt x="10249575" y="5640756"/>
                  </a:lnTo>
                  <a:lnTo>
                    <a:pt x="10157424" y="5630080"/>
                  </a:lnTo>
                  <a:lnTo>
                    <a:pt x="10058391" y="5617080"/>
                  </a:lnTo>
                  <a:lnTo>
                    <a:pt x="9956517" y="5601794"/>
                  </a:lnTo>
                  <a:lnTo>
                    <a:pt x="9855327" y="5584273"/>
                  </a:lnTo>
                  <a:lnTo>
                    <a:pt x="9757550" y="5564540"/>
                  </a:lnTo>
                  <a:lnTo>
                    <a:pt x="9665034" y="5542564"/>
                  </a:lnTo>
                  <a:lnTo>
                    <a:pt x="9578823" y="5518240"/>
                  </a:lnTo>
                  <a:lnTo>
                    <a:pt x="9499306" y="5491382"/>
                  </a:lnTo>
                  <a:lnTo>
                    <a:pt x="9426387" y="5461721"/>
                  </a:lnTo>
                  <a:lnTo>
                    <a:pt x="9359635" y="5428911"/>
                  </a:lnTo>
                  <a:lnTo>
                    <a:pt x="9298416" y="5392539"/>
                  </a:lnTo>
                  <a:lnTo>
                    <a:pt x="9241984" y="5352148"/>
                  </a:lnTo>
                  <a:lnTo>
                    <a:pt x="9189551" y="5307269"/>
                  </a:lnTo>
                  <a:lnTo>
                    <a:pt x="9140341" y="5257486"/>
                  </a:lnTo>
                  <a:lnTo>
                    <a:pt x="9093632" y="5202531"/>
                  </a:lnTo>
                  <a:lnTo>
                    <a:pt x="9084767" y="5191216"/>
                  </a:lnTo>
                  <a:lnTo>
                    <a:pt x="9047101" y="5139948"/>
                  </a:lnTo>
                  <a:lnTo>
                    <a:pt x="9010386" y="5084910"/>
                  </a:lnTo>
                  <a:lnTo>
                    <a:pt x="8974362" y="5026024"/>
                  </a:lnTo>
                  <a:lnTo>
                    <a:pt x="8938820" y="4963275"/>
                  </a:lnTo>
                  <a:lnTo>
                    <a:pt x="8903594" y="4896719"/>
                  </a:lnTo>
                  <a:lnTo>
                    <a:pt x="8868553" y="4826482"/>
                  </a:lnTo>
                  <a:lnTo>
                    <a:pt x="8833602" y="4752772"/>
                  </a:lnTo>
                  <a:lnTo>
                    <a:pt x="8798670" y="4675877"/>
                  </a:lnTo>
                  <a:lnTo>
                    <a:pt x="8763713" y="4596164"/>
                  </a:lnTo>
                  <a:lnTo>
                    <a:pt x="8728708" y="4514074"/>
                  </a:lnTo>
                  <a:lnTo>
                    <a:pt x="8693651" y="4430112"/>
                  </a:lnTo>
                  <a:lnTo>
                    <a:pt x="8658549" y="4344838"/>
                  </a:lnTo>
                  <a:lnTo>
                    <a:pt x="8623420" y="4258851"/>
                  </a:lnTo>
                  <a:lnTo>
                    <a:pt x="8588288" y="4172770"/>
                  </a:lnTo>
                  <a:lnTo>
                    <a:pt x="8553176" y="4087217"/>
                  </a:lnTo>
                  <a:lnTo>
                    <a:pt x="8518103" y="4002799"/>
                  </a:lnTo>
                  <a:lnTo>
                    <a:pt x="8483083" y="3920088"/>
                  </a:lnTo>
                  <a:lnTo>
                    <a:pt x="8448113" y="3839609"/>
                  </a:lnTo>
                  <a:lnTo>
                    <a:pt x="8413177" y="3761823"/>
                  </a:lnTo>
                  <a:lnTo>
                    <a:pt x="8378238" y="3687120"/>
                  </a:lnTo>
                  <a:lnTo>
                    <a:pt x="8343233" y="3615811"/>
                  </a:lnTo>
                  <a:lnTo>
                    <a:pt x="8308075" y="3548128"/>
                  </a:lnTo>
                  <a:lnTo>
                    <a:pt x="8272643" y="3484223"/>
                  </a:lnTo>
                  <a:lnTo>
                    <a:pt x="8236784" y="3424172"/>
                  </a:lnTo>
                  <a:lnTo>
                    <a:pt x="8200302" y="3367979"/>
                  </a:lnTo>
                  <a:lnTo>
                    <a:pt x="8162954" y="3315587"/>
                  </a:lnTo>
                  <a:lnTo>
                    <a:pt x="8151487" y="3300529"/>
                  </a:lnTo>
                  <a:lnTo>
                    <a:pt x="8105191" y="3244558"/>
                  </a:lnTo>
                  <a:lnTo>
                    <a:pt x="8056522" y="3193781"/>
                  </a:lnTo>
                  <a:lnTo>
                    <a:pt x="8004777" y="3147976"/>
                  </a:lnTo>
                  <a:lnTo>
                    <a:pt x="7949186" y="3106746"/>
                  </a:lnTo>
                  <a:lnTo>
                    <a:pt x="7888961" y="3069628"/>
                  </a:lnTo>
                  <a:lnTo>
                    <a:pt x="7823342" y="3036158"/>
                  </a:lnTo>
                  <a:lnTo>
                    <a:pt x="7751666" y="3005913"/>
                  </a:lnTo>
                  <a:lnTo>
                    <a:pt x="7673455" y="2978533"/>
                  </a:lnTo>
                  <a:lnTo>
                    <a:pt x="7588536" y="2953732"/>
                  </a:lnTo>
                  <a:lnTo>
                    <a:pt x="7497189" y="2931309"/>
                  </a:lnTo>
                  <a:lnTo>
                    <a:pt x="7400319" y="2911143"/>
                  </a:lnTo>
                  <a:lnTo>
                    <a:pt x="7299608" y="2893191"/>
                  </a:lnTo>
                  <a:lnTo>
                    <a:pt x="7197613" y="2877466"/>
                  </a:lnTo>
                  <a:lnTo>
                    <a:pt x="7097719" y="2864017"/>
                  </a:lnTo>
                  <a:lnTo>
                    <a:pt x="7003901" y="2852887"/>
                  </a:lnTo>
                  <a:lnTo>
                    <a:pt x="6920248" y="2844072"/>
                  </a:lnTo>
                  <a:lnTo>
                    <a:pt x="6850322" y="2837481"/>
                  </a:lnTo>
                  <a:lnTo>
                    <a:pt x="6796484" y="2832916"/>
                  </a:lnTo>
                  <a:lnTo>
                    <a:pt x="6759374" y="2830073"/>
                  </a:lnTo>
                  <a:lnTo>
                    <a:pt x="6737692" y="2828566"/>
                  </a:lnTo>
                  <a:lnTo>
                    <a:pt x="6728277" y="2827969"/>
                  </a:lnTo>
                  <a:lnTo>
                    <a:pt x="6726343" y="2827857"/>
                  </a:lnTo>
                  <a:lnTo>
                    <a:pt x="5254955" y="2827857"/>
                  </a:lnTo>
                  <a:lnTo>
                    <a:pt x="5253808" y="2827791"/>
                  </a:lnTo>
                  <a:lnTo>
                    <a:pt x="5246271" y="2827324"/>
                  </a:lnTo>
                  <a:lnTo>
                    <a:pt x="5227275" y="2826031"/>
                  </a:lnTo>
                  <a:lnTo>
                    <a:pt x="5193321" y="2823486"/>
                  </a:lnTo>
                  <a:lnTo>
                    <a:pt x="5142734" y="2819294"/>
                  </a:lnTo>
                  <a:lnTo>
                    <a:pt x="5075785" y="2813133"/>
                  </a:lnTo>
                  <a:lnTo>
                    <a:pt x="4994533" y="2804783"/>
                  </a:lnTo>
                  <a:lnTo>
                    <a:pt x="4902359" y="2794133"/>
                  </a:lnTo>
                  <a:lnTo>
                    <a:pt x="4803306" y="2781166"/>
                  </a:lnTo>
                  <a:lnTo>
                    <a:pt x="4701415" y="2765919"/>
                  </a:lnTo>
                  <a:lnTo>
                    <a:pt x="4600215" y="2748443"/>
                  </a:lnTo>
                  <a:lnTo>
                    <a:pt x="4502431" y="2728760"/>
                  </a:lnTo>
                  <a:lnTo>
                    <a:pt x="4409912" y="2706840"/>
                  </a:lnTo>
                  <a:lnTo>
                    <a:pt x="4323702" y="2682578"/>
                  </a:lnTo>
                  <a:lnTo>
                    <a:pt x="4244188" y="2655788"/>
                  </a:lnTo>
                  <a:lnTo>
                    <a:pt x="4171272" y="2626202"/>
                  </a:lnTo>
                  <a:lnTo>
                    <a:pt x="4104524" y="2593474"/>
                  </a:lnTo>
                  <a:lnTo>
                    <a:pt x="4043309" y="2557193"/>
                  </a:lnTo>
                  <a:lnTo>
                    <a:pt x="3986881" y="2516901"/>
                  </a:lnTo>
                  <a:lnTo>
                    <a:pt x="3934451" y="2472132"/>
                  </a:lnTo>
                  <a:lnTo>
                    <a:pt x="3885242" y="2422470"/>
                  </a:lnTo>
                  <a:lnTo>
                    <a:pt x="3838534" y="2367650"/>
                  </a:lnTo>
                  <a:lnTo>
                    <a:pt x="3829811" y="2356547"/>
                  </a:lnTo>
                  <a:lnTo>
                    <a:pt x="3792103" y="2305366"/>
                  </a:lnTo>
                  <a:lnTo>
                    <a:pt x="3755346" y="2250416"/>
                  </a:lnTo>
                  <a:lnTo>
                    <a:pt x="3719282" y="2191621"/>
                  </a:lnTo>
                  <a:lnTo>
                    <a:pt x="3683701" y="2128965"/>
                  </a:lnTo>
                  <a:lnTo>
                    <a:pt x="3648435" y="2062503"/>
                  </a:lnTo>
                  <a:lnTo>
                    <a:pt x="3613354" y="1992364"/>
                  </a:lnTo>
                  <a:lnTo>
                    <a:pt x="3578362" y="1918757"/>
                  </a:lnTo>
                  <a:lnTo>
                    <a:pt x="3543390" y="1841969"/>
                  </a:lnTo>
                  <a:lnTo>
                    <a:pt x="3508392" y="1762368"/>
                  </a:lnTo>
                  <a:lnTo>
                    <a:pt x="3473346" y="1680395"/>
                  </a:lnTo>
                  <a:lnTo>
                    <a:pt x="3438248" y="1596559"/>
                  </a:lnTo>
                  <a:lnTo>
                    <a:pt x="3403104" y="1511419"/>
                  </a:lnTo>
                  <a:lnTo>
                    <a:pt x="3367935" y="1425574"/>
                  </a:lnTo>
                  <a:lnTo>
                    <a:pt x="3332762" y="1339645"/>
                  </a:lnTo>
                  <a:lnTo>
                    <a:pt x="3297609" y="1254254"/>
                  </a:lnTo>
                  <a:lnTo>
                    <a:pt x="3262497" y="1170007"/>
                  </a:lnTo>
                  <a:lnTo>
                    <a:pt x="3227437" y="1087477"/>
                  </a:lnTo>
                  <a:lnTo>
                    <a:pt x="3192428" y="1007187"/>
                  </a:lnTo>
                  <a:lnTo>
                    <a:pt x="3157452" y="929598"/>
                  </a:lnTo>
                  <a:lnTo>
                    <a:pt x="3122471" y="855097"/>
                  </a:lnTo>
                  <a:lnTo>
                    <a:pt x="3087423" y="783995"/>
                  </a:lnTo>
                  <a:lnTo>
                    <a:pt x="3052219" y="716521"/>
                  </a:lnTo>
                  <a:lnTo>
                    <a:pt x="3016737" y="652826"/>
                  </a:lnTo>
                  <a:lnTo>
                    <a:pt x="2980822" y="592984"/>
                  </a:lnTo>
                  <a:lnTo>
                    <a:pt x="2944277" y="536997"/>
                  </a:lnTo>
                  <a:lnTo>
                    <a:pt x="2906855" y="484806"/>
                  </a:lnTo>
                  <a:lnTo>
                    <a:pt x="2896531" y="471309"/>
                  </a:lnTo>
                  <a:lnTo>
                    <a:pt x="2850228" y="415492"/>
                  </a:lnTo>
                  <a:lnTo>
                    <a:pt x="2801552" y="364855"/>
                  </a:lnTo>
                  <a:lnTo>
                    <a:pt x="2749798" y="319177"/>
                  </a:lnTo>
                  <a:lnTo>
                    <a:pt x="2694198" y="278063"/>
                  </a:lnTo>
                  <a:lnTo>
                    <a:pt x="2633961" y="241049"/>
                  </a:lnTo>
                  <a:lnTo>
                    <a:pt x="2568327" y="207674"/>
                  </a:lnTo>
                  <a:lnTo>
                    <a:pt x="2496635" y="177514"/>
                  </a:lnTo>
                  <a:lnTo>
                    <a:pt x="2418406" y="150211"/>
                  </a:lnTo>
                  <a:lnTo>
                    <a:pt x="2333467" y="125482"/>
                  </a:lnTo>
                  <a:lnTo>
                    <a:pt x="2242099" y="103123"/>
                  </a:lnTo>
                  <a:lnTo>
                    <a:pt x="2145208" y="83016"/>
                  </a:lnTo>
                  <a:lnTo>
                    <a:pt x="2044478" y="65116"/>
                  </a:lnTo>
                  <a:lnTo>
                    <a:pt x="1942469" y="49438"/>
                  </a:lnTo>
                  <a:lnTo>
                    <a:pt x="1842569" y="36030"/>
                  </a:lnTo>
                  <a:lnTo>
                    <a:pt x="1748754" y="24936"/>
                  </a:lnTo>
                  <a:lnTo>
                    <a:pt x="1665116" y="16150"/>
                  </a:lnTo>
                  <a:lnTo>
                    <a:pt x="1595216" y="9583"/>
                  </a:lnTo>
                  <a:lnTo>
                    <a:pt x="1541412" y="5035"/>
                  </a:lnTo>
                  <a:lnTo>
                    <a:pt x="1504340" y="2203"/>
                  </a:lnTo>
                  <a:lnTo>
                    <a:pt x="1482694" y="703"/>
                  </a:lnTo>
                  <a:lnTo>
                    <a:pt x="1473308" y="111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660" name="pl660"/>
            <p:cNvSpPr/>
            <p:nvPr/>
          </p:nvSpPr>
          <p:spPr>
            <a:xfrm>
              <a:off x="4799595" y="5404766"/>
              <a:ext cx="11981298" cy="5663887"/>
            </a:xfrm>
            <a:custGeom>
              <a:avLst/>
              <a:pathLst>
                <a:path w="11981298" h="5663887">
                  <a:moveTo>
                    <a:pt x="0" y="0"/>
                  </a:moveTo>
                  <a:lnTo>
                    <a:pt x="1471387" y="0"/>
                  </a:lnTo>
                  <a:lnTo>
                    <a:pt x="1472534" y="65"/>
                  </a:lnTo>
                  <a:lnTo>
                    <a:pt x="1480071" y="533"/>
                  </a:lnTo>
                  <a:lnTo>
                    <a:pt x="1499068" y="1825"/>
                  </a:lnTo>
                  <a:lnTo>
                    <a:pt x="1533021" y="4370"/>
                  </a:lnTo>
                  <a:lnTo>
                    <a:pt x="1583608" y="8562"/>
                  </a:lnTo>
                  <a:lnTo>
                    <a:pt x="1650558" y="14724"/>
                  </a:lnTo>
                  <a:lnTo>
                    <a:pt x="1731810" y="23074"/>
                  </a:lnTo>
                  <a:lnTo>
                    <a:pt x="1823983" y="33723"/>
                  </a:lnTo>
                  <a:lnTo>
                    <a:pt x="1923036" y="46690"/>
                  </a:lnTo>
                  <a:lnTo>
                    <a:pt x="2024927" y="61937"/>
                  </a:lnTo>
                  <a:lnTo>
                    <a:pt x="2126127" y="79414"/>
                  </a:lnTo>
                  <a:lnTo>
                    <a:pt x="2223911" y="99096"/>
                  </a:lnTo>
                  <a:lnTo>
                    <a:pt x="2316430" y="121016"/>
                  </a:lnTo>
                  <a:lnTo>
                    <a:pt x="2402640" y="145278"/>
                  </a:lnTo>
                  <a:lnTo>
                    <a:pt x="2482154" y="172068"/>
                  </a:lnTo>
                  <a:lnTo>
                    <a:pt x="2555070" y="201654"/>
                  </a:lnTo>
                  <a:lnTo>
                    <a:pt x="2621818" y="234382"/>
                  </a:lnTo>
                  <a:lnTo>
                    <a:pt x="2683033" y="270663"/>
                  </a:lnTo>
                  <a:lnTo>
                    <a:pt x="2739461" y="310955"/>
                  </a:lnTo>
                  <a:lnTo>
                    <a:pt x="2791891" y="355724"/>
                  </a:lnTo>
                  <a:lnTo>
                    <a:pt x="2841100" y="405386"/>
                  </a:lnTo>
                  <a:lnTo>
                    <a:pt x="2887809" y="460206"/>
                  </a:lnTo>
                  <a:lnTo>
                    <a:pt x="2896531" y="471309"/>
                  </a:lnTo>
                  <a:lnTo>
                    <a:pt x="2934239" y="522490"/>
                  </a:lnTo>
                  <a:lnTo>
                    <a:pt x="2970996" y="577440"/>
                  </a:lnTo>
                  <a:lnTo>
                    <a:pt x="3007060" y="636236"/>
                  </a:lnTo>
                  <a:lnTo>
                    <a:pt x="3042642" y="698892"/>
                  </a:lnTo>
                  <a:lnTo>
                    <a:pt x="3077908" y="765353"/>
                  </a:lnTo>
                  <a:lnTo>
                    <a:pt x="3112988" y="835492"/>
                  </a:lnTo>
                  <a:lnTo>
                    <a:pt x="3147980" y="909100"/>
                  </a:lnTo>
                  <a:lnTo>
                    <a:pt x="3182952" y="985888"/>
                  </a:lnTo>
                  <a:lnTo>
                    <a:pt x="3217950" y="1065489"/>
                  </a:lnTo>
                  <a:lnTo>
                    <a:pt x="3252996" y="1147461"/>
                  </a:lnTo>
                  <a:lnTo>
                    <a:pt x="3288094" y="1231298"/>
                  </a:lnTo>
                  <a:lnTo>
                    <a:pt x="3323238" y="1316438"/>
                  </a:lnTo>
                  <a:lnTo>
                    <a:pt x="3358407" y="1402282"/>
                  </a:lnTo>
                  <a:lnTo>
                    <a:pt x="3393580" y="1488212"/>
                  </a:lnTo>
                  <a:lnTo>
                    <a:pt x="3428733" y="1573603"/>
                  </a:lnTo>
                  <a:lnTo>
                    <a:pt x="3463845" y="1657850"/>
                  </a:lnTo>
                  <a:lnTo>
                    <a:pt x="3498905" y="1740379"/>
                  </a:lnTo>
                  <a:lnTo>
                    <a:pt x="3533914" y="1820669"/>
                  </a:lnTo>
                  <a:lnTo>
                    <a:pt x="3568890" y="1898259"/>
                  </a:lnTo>
                  <a:lnTo>
                    <a:pt x="3603871" y="1972760"/>
                  </a:lnTo>
                  <a:lnTo>
                    <a:pt x="3638919" y="2043862"/>
                  </a:lnTo>
                  <a:lnTo>
                    <a:pt x="3674124" y="2111335"/>
                  </a:lnTo>
                  <a:lnTo>
                    <a:pt x="3709605" y="2175030"/>
                  </a:lnTo>
                  <a:lnTo>
                    <a:pt x="3745520" y="2234873"/>
                  </a:lnTo>
                  <a:lnTo>
                    <a:pt x="3782065" y="2290859"/>
                  </a:lnTo>
                  <a:lnTo>
                    <a:pt x="3819487" y="2343050"/>
                  </a:lnTo>
                  <a:lnTo>
                    <a:pt x="3829811" y="2356547"/>
                  </a:lnTo>
                  <a:lnTo>
                    <a:pt x="3876114" y="2412364"/>
                  </a:lnTo>
                  <a:lnTo>
                    <a:pt x="3924790" y="2463001"/>
                  </a:lnTo>
                  <a:lnTo>
                    <a:pt x="3976544" y="2508679"/>
                  </a:lnTo>
                  <a:lnTo>
                    <a:pt x="4032144" y="2549794"/>
                  </a:lnTo>
                  <a:lnTo>
                    <a:pt x="4092382" y="2586807"/>
                  </a:lnTo>
                  <a:lnTo>
                    <a:pt x="4158015" y="2620183"/>
                  </a:lnTo>
                  <a:lnTo>
                    <a:pt x="4229707" y="2650342"/>
                  </a:lnTo>
                  <a:lnTo>
                    <a:pt x="4307936" y="2677645"/>
                  </a:lnTo>
                  <a:lnTo>
                    <a:pt x="4392875" y="2702375"/>
                  </a:lnTo>
                  <a:lnTo>
                    <a:pt x="4484243" y="2724733"/>
                  </a:lnTo>
                  <a:lnTo>
                    <a:pt x="4581134" y="2744840"/>
                  </a:lnTo>
                  <a:lnTo>
                    <a:pt x="4681864" y="2762740"/>
                  </a:lnTo>
                  <a:lnTo>
                    <a:pt x="4783873" y="2778418"/>
                  </a:lnTo>
                  <a:lnTo>
                    <a:pt x="4883773" y="2791826"/>
                  </a:lnTo>
                  <a:lnTo>
                    <a:pt x="4977588" y="2802921"/>
                  </a:lnTo>
                  <a:lnTo>
                    <a:pt x="5061226" y="2811706"/>
                  </a:lnTo>
                  <a:lnTo>
                    <a:pt x="5131126" y="2818274"/>
                  </a:lnTo>
                  <a:lnTo>
                    <a:pt x="5184930" y="2822821"/>
                  </a:lnTo>
                  <a:lnTo>
                    <a:pt x="5222002" y="2825653"/>
                  </a:lnTo>
                  <a:lnTo>
                    <a:pt x="5243648" y="2827153"/>
                  </a:lnTo>
                  <a:lnTo>
                    <a:pt x="5253035" y="2827746"/>
                  </a:lnTo>
                  <a:lnTo>
                    <a:pt x="5254947" y="2827856"/>
                  </a:lnTo>
                  <a:lnTo>
                    <a:pt x="5254955" y="2827857"/>
                  </a:lnTo>
                  <a:lnTo>
                    <a:pt x="6726343" y="2827857"/>
                  </a:lnTo>
                  <a:lnTo>
                    <a:pt x="6727489" y="2827923"/>
                  </a:lnTo>
                  <a:lnTo>
                    <a:pt x="6735023" y="2828391"/>
                  </a:lnTo>
                  <a:lnTo>
                    <a:pt x="6754012" y="2829687"/>
                  </a:lnTo>
                  <a:lnTo>
                    <a:pt x="6787952" y="2832238"/>
                  </a:lnTo>
                  <a:lnTo>
                    <a:pt x="6838521" y="2836441"/>
                  </a:lnTo>
                  <a:lnTo>
                    <a:pt x="6905449" y="2842617"/>
                  </a:lnTo>
                  <a:lnTo>
                    <a:pt x="6986678" y="2850989"/>
                  </a:lnTo>
                  <a:lnTo>
                    <a:pt x="7078829" y="2861665"/>
                  </a:lnTo>
                  <a:lnTo>
                    <a:pt x="7177862" y="2874664"/>
                  </a:lnTo>
                  <a:lnTo>
                    <a:pt x="7279737" y="2889950"/>
                  </a:lnTo>
                  <a:lnTo>
                    <a:pt x="7380926" y="2907471"/>
                  </a:lnTo>
                  <a:lnTo>
                    <a:pt x="7478703" y="2927204"/>
                  </a:lnTo>
                  <a:lnTo>
                    <a:pt x="7571220" y="2949181"/>
                  </a:lnTo>
                  <a:lnTo>
                    <a:pt x="7657430" y="2973505"/>
                  </a:lnTo>
                  <a:lnTo>
                    <a:pt x="7736947" y="3000363"/>
                  </a:lnTo>
                  <a:lnTo>
                    <a:pt x="7809867" y="3030023"/>
                  </a:lnTo>
                  <a:lnTo>
                    <a:pt x="7876619" y="3062833"/>
                  </a:lnTo>
                  <a:lnTo>
                    <a:pt x="7937838" y="3099205"/>
                  </a:lnTo>
                  <a:lnTo>
                    <a:pt x="7994269" y="3139596"/>
                  </a:lnTo>
                  <a:lnTo>
                    <a:pt x="8046702" y="3184475"/>
                  </a:lnTo>
                  <a:lnTo>
                    <a:pt x="8095913" y="3234258"/>
                  </a:lnTo>
                  <a:lnTo>
                    <a:pt x="8142621" y="3289213"/>
                  </a:lnTo>
                  <a:lnTo>
                    <a:pt x="8151487" y="3300529"/>
                  </a:lnTo>
                  <a:lnTo>
                    <a:pt x="8189152" y="3351796"/>
                  </a:lnTo>
                  <a:lnTo>
                    <a:pt x="8225867" y="3406834"/>
                  </a:lnTo>
                  <a:lnTo>
                    <a:pt x="8261891" y="3465720"/>
                  </a:lnTo>
                  <a:lnTo>
                    <a:pt x="8297433" y="3528469"/>
                  </a:lnTo>
                  <a:lnTo>
                    <a:pt x="8332659" y="3595026"/>
                  </a:lnTo>
                  <a:lnTo>
                    <a:pt x="8367700" y="3665263"/>
                  </a:lnTo>
                  <a:lnTo>
                    <a:pt x="8402652" y="3738972"/>
                  </a:lnTo>
                  <a:lnTo>
                    <a:pt x="8437584" y="3815867"/>
                  </a:lnTo>
                  <a:lnTo>
                    <a:pt x="8472540" y="3895580"/>
                  </a:lnTo>
                  <a:lnTo>
                    <a:pt x="8507545" y="3977670"/>
                  </a:lnTo>
                  <a:lnTo>
                    <a:pt x="8542602" y="4061632"/>
                  </a:lnTo>
                  <a:lnTo>
                    <a:pt x="8577704" y="4146906"/>
                  </a:lnTo>
                  <a:lnTo>
                    <a:pt x="8612833" y="4232893"/>
                  </a:lnTo>
                  <a:lnTo>
                    <a:pt x="8647965" y="4318975"/>
                  </a:lnTo>
                  <a:lnTo>
                    <a:pt x="8683078" y="4404528"/>
                  </a:lnTo>
                  <a:lnTo>
                    <a:pt x="8718150" y="4488946"/>
                  </a:lnTo>
                  <a:lnTo>
                    <a:pt x="8753170" y="4571656"/>
                  </a:lnTo>
                  <a:lnTo>
                    <a:pt x="8788140" y="4652135"/>
                  </a:lnTo>
                  <a:lnTo>
                    <a:pt x="8823076" y="4729921"/>
                  </a:lnTo>
                  <a:lnTo>
                    <a:pt x="8858016" y="4804624"/>
                  </a:lnTo>
                  <a:lnTo>
                    <a:pt x="8893020" y="4875933"/>
                  </a:lnTo>
                  <a:lnTo>
                    <a:pt x="8928179" y="4943616"/>
                  </a:lnTo>
                  <a:lnTo>
                    <a:pt x="8963610" y="5007521"/>
                  </a:lnTo>
                  <a:lnTo>
                    <a:pt x="8999469" y="5067572"/>
                  </a:lnTo>
                  <a:lnTo>
                    <a:pt x="9035951" y="5123765"/>
                  </a:lnTo>
                  <a:lnTo>
                    <a:pt x="9073299" y="5176157"/>
                  </a:lnTo>
                  <a:lnTo>
                    <a:pt x="9084767" y="5191216"/>
                  </a:lnTo>
                  <a:lnTo>
                    <a:pt x="9131063" y="5247186"/>
                  </a:lnTo>
                  <a:lnTo>
                    <a:pt x="9179732" y="5297963"/>
                  </a:lnTo>
                  <a:lnTo>
                    <a:pt x="9231477" y="5343768"/>
                  </a:lnTo>
                  <a:lnTo>
                    <a:pt x="9287067" y="5384998"/>
                  </a:lnTo>
                  <a:lnTo>
                    <a:pt x="9347292" y="5422116"/>
                  </a:lnTo>
                  <a:lnTo>
                    <a:pt x="9412912" y="5455586"/>
                  </a:lnTo>
                  <a:lnTo>
                    <a:pt x="9484588" y="5485831"/>
                  </a:lnTo>
                  <a:lnTo>
                    <a:pt x="9562799" y="5513212"/>
                  </a:lnTo>
                  <a:lnTo>
                    <a:pt x="9647718" y="5538012"/>
                  </a:lnTo>
                  <a:lnTo>
                    <a:pt x="9739064" y="5560435"/>
                  </a:lnTo>
                  <a:lnTo>
                    <a:pt x="9835934" y="5580601"/>
                  </a:lnTo>
                  <a:lnTo>
                    <a:pt x="9936645" y="5598554"/>
                  </a:lnTo>
                  <a:lnTo>
                    <a:pt x="10038641" y="5614279"/>
                  </a:lnTo>
                  <a:lnTo>
                    <a:pt x="10138534" y="5627728"/>
                  </a:lnTo>
                  <a:lnTo>
                    <a:pt x="10232352" y="5638858"/>
                  </a:lnTo>
                  <a:lnTo>
                    <a:pt x="10316005" y="5647673"/>
                  </a:lnTo>
                  <a:lnTo>
                    <a:pt x="10385931" y="5654263"/>
                  </a:lnTo>
                  <a:lnTo>
                    <a:pt x="10439769" y="5658828"/>
                  </a:lnTo>
                  <a:lnTo>
                    <a:pt x="10476879" y="5661671"/>
                  </a:lnTo>
                  <a:lnTo>
                    <a:pt x="10498561" y="5663179"/>
                  </a:lnTo>
                  <a:lnTo>
                    <a:pt x="10507976" y="5663775"/>
                  </a:lnTo>
                  <a:lnTo>
                    <a:pt x="10509902" y="5663887"/>
                  </a:lnTo>
                  <a:lnTo>
                    <a:pt x="10509911" y="5663887"/>
                  </a:lnTo>
                  <a:lnTo>
                    <a:pt x="11981298" y="566388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61" name="pl661"/>
            <p:cNvSpPr/>
            <p:nvPr/>
          </p:nvSpPr>
          <p:spPr>
            <a:xfrm>
              <a:off x="4799595" y="5388420"/>
              <a:ext cx="11981298" cy="5663887"/>
            </a:xfrm>
            <a:custGeom>
              <a:avLst/>
              <a:pathLst>
                <a:path w="11981298" h="5663887">
                  <a:moveTo>
                    <a:pt x="11981298" y="5663887"/>
                  </a:moveTo>
                  <a:lnTo>
                    <a:pt x="10509911" y="5663887"/>
                  </a:lnTo>
                  <a:lnTo>
                    <a:pt x="10508764" y="5663822"/>
                  </a:lnTo>
                  <a:lnTo>
                    <a:pt x="10501230" y="5663353"/>
                  </a:lnTo>
                  <a:lnTo>
                    <a:pt x="10482241" y="5662057"/>
                  </a:lnTo>
                  <a:lnTo>
                    <a:pt x="10448301" y="5659506"/>
                  </a:lnTo>
                  <a:lnTo>
                    <a:pt x="10397732" y="5655304"/>
                  </a:lnTo>
                  <a:lnTo>
                    <a:pt x="10330804" y="5649127"/>
                  </a:lnTo>
                  <a:lnTo>
                    <a:pt x="10249575" y="5640756"/>
                  </a:lnTo>
                  <a:lnTo>
                    <a:pt x="10157424" y="5630080"/>
                  </a:lnTo>
                  <a:lnTo>
                    <a:pt x="10058391" y="5617080"/>
                  </a:lnTo>
                  <a:lnTo>
                    <a:pt x="9956517" y="5601794"/>
                  </a:lnTo>
                  <a:lnTo>
                    <a:pt x="9855327" y="5584273"/>
                  </a:lnTo>
                  <a:lnTo>
                    <a:pt x="9757550" y="5564540"/>
                  </a:lnTo>
                  <a:lnTo>
                    <a:pt x="9665034" y="5542564"/>
                  </a:lnTo>
                  <a:lnTo>
                    <a:pt x="9578823" y="5518240"/>
                  </a:lnTo>
                  <a:lnTo>
                    <a:pt x="9499306" y="5491382"/>
                  </a:lnTo>
                  <a:lnTo>
                    <a:pt x="9426387" y="5461721"/>
                  </a:lnTo>
                  <a:lnTo>
                    <a:pt x="9359635" y="5428911"/>
                  </a:lnTo>
                  <a:lnTo>
                    <a:pt x="9298416" y="5392539"/>
                  </a:lnTo>
                  <a:lnTo>
                    <a:pt x="9241984" y="5352148"/>
                  </a:lnTo>
                  <a:lnTo>
                    <a:pt x="9189551" y="5307269"/>
                  </a:lnTo>
                  <a:lnTo>
                    <a:pt x="9140341" y="5257486"/>
                  </a:lnTo>
                  <a:lnTo>
                    <a:pt x="9093632" y="5202531"/>
                  </a:lnTo>
                  <a:lnTo>
                    <a:pt x="9084767" y="5191216"/>
                  </a:lnTo>
                  <a:lnTo>
                    <a:pt x="9047101" y="5139948"/>
                  </a:lnTo>
                  <a:lnTo>
                    <a:pt x="9010386" y="5084910"/>
                  </a:lnTo>
                  <a:lnTo>
                    <a:pt x="8974362" y="5026024"/>
                  </a:lnTo>
                  <a:lnTo>
                    <a:pt x="8938820" y="4963275"/>
                  </a:lnTo>
                  <a:lnTo>
                    <a:pt x="8903594" y="4896719"/>
                  </a:lnTo>
                  <a:lnTo>
                    <a:pt x="8868553" y="4826482"/>
                  </a:lnTo>
                  <a:lnTo>
                    <a:pt x="8833602" y="4752772"/>
                  </a:lnTo>
                  <a:lnTo>
                    <a:pt x="8798670" y="4675877"/>
                  </a:lnTo>
                  <a:lnTo>
                    <a:pt x="8763713" y="4596164"/>
                  </a:lnTo>
                  <a:lnTo>
                    <a:pt x="8728708" y="4514074"/>
                  </a:lnTo>
                  <a:lnTo>
                    <a:pt x="8693651" y="4430112"/>
                  </a:lnTo>
                  <a:lnTo>
                    <a:pt x="8658549" y="4344838"/>
                  </a:lnTo>
                  <a:lnTo>
                    <a:pt x="8623420" y="4258851"/>
                  </a:lnTo>
                  <a:lnTo>
                    <a:pt x="8588288" y="4172770"/>
                  </a:lnTo>
                  <a:lnTo>
                    <a:pt x="8553176" y="4087217"/>
                  </a:lnTo>
                  <a:lnTo>
                    <a:pt x="8518103" y="4002799"/>
                  </a:lnTo>
                  <a:lnTo>
                    <a:pt x="8483083" y="3920088"/>
                  </a:lnTo>
                  <a:lnTo>
                    <a:pt x="8448113" y="3839609"/>
                  </a:lnTo>
                  <a:lnTo>
                    <a:pt x="8413177" y="3761823"/>
                  </a:lnTo>
                  <a:lnTo>
                    <a:pt x="8378238" y="3687120"/>
                  </a:lnTo>
                  <a:lnTo>
                    <a:pt x="8343233" y="3615811"/>
                  </a:lnTo>
                  <a:lnTo>
                    <a:pt x="8308075" y="3548128"/>
                  </a:lnTo>
                  <a:lnTo>
                    <a:pt x="8272643" y="3484223"/>
                  </a:lnTo>
                  <a:lnTo>
                    <a:pt x="8236784" y="3424172"/>
                  </a:lnTo>
                  <a:lnTo>
                    <a:pt x="8200302" y="3367979"/>
                  </a:lnTo>
                  <a:lnTo>
                    <a:pt x="8162954" y="3315587"/>
                  </a:lnTo>
                  <a:lnTo>
                    <a:pt x="8151487" y="3300529"/>
                  </a:lnTo>
                  <a:lnTo>
                    <a:pt x="8105191" y="3244558"/>
                  </a:lnTo>
                  <a:lnTo>
                    <a:pt x="8056522" y="3193781"/>
                  </a:lnTo>
                  <a:lnTo>
                    <a:pt x="8004777" y="3147976"/>
                  </a:lnTo>
                  <a:lnTo>
                    <a:pt x="7949186" y="3106746"/>
                  </a:lnTo>
                  <a:lnTo>
                    <a:pt x="7888961" y="3069628"/>
                  </a:lnTo>
                  <a:lnTo>
                    <a:pt x="7823342" y="3036158"/>
                  </a:lnTo>
                  <a:lnTo>
                    <a:pt x="7751666" y="3005913"/>
                  </a:lnTo>
                  <a:lnTo>
                    <a:pt x="7673455" y="2978533"/>
                  </a:lnTo>
                  <a:lnTo>
                    <a:pt x="7588536" y="2953732"/>
                  </a:lnTo>
                  <a:lnTo>
                    <a:pt x="7497189" y="2931309"/>
                  </a:lnTo>
                  <a:lnTo>
                    <a:pt x="7400319" y="2911143"/>
                  </a:lnTo>
                  <a:lnTo>
                    <a:pt x="7299608" y="2893191"/>
                  </a:lnTo>
                  <a:lnTo>
                    <a:pt x="7197613" y="2877466"/>
                  </a:lnTo>
                  <a:lnTo>
                    <a:pt x="7097719" y="2864017"/>
                  </a:lnTo>
                  <a:lnTo>
                    <a:pt x="7003901" y="2852887"/>
                  </a:lnTo>
                  <a:lnTo>
                    <a:pt x="6920248" y="2844072"/>
                  </a:lnTo>
                  <a:lnTo>
                    <a:pt x="6850322" y="2837481"/>
                  </a:lnTo>
                  <a:lnTo>
                    <a:pt x="6796484" y="2832916"/>
                  </a:lnTo>
                  <a:lnTo>
                    <a:pt x="6759374" y="2830073"/>
                  </a:lnTo>
                  <a:lnTo>
                    <a:pt x="6737692" y="2828566"/>
                  </a:lnTo>
                  <a:lnTo>
                    <a:pt x="6728277" y="2827969"/>
                  </a:lnTo>
                  <a:lnTo>
                    <a:pt x="6726351" y="2827857"/>
                  </a:lnTo>
                  <a:lnTo>
                    <a:pt x="6726343" y="2827857"/>
                  </a:lnTo>
                  <a:lnTo>
                    <a:pt x="5254955" y="2827857"/>
                  </a:lnTo>
                  <a:lnTo>
                    <a:pt x="5253808" y="2827791"/>
                  </a:lnTo>
                  <a:lnTo>
                    <a:pt x="5246271" y="2827324"/>
                  </a:lnTo>
                  <a:lnTo>
                    <a:pt x="5227275" y="2826031"/>
                  </a:lnTo>
                  <a:lnTo>
                    <a:pt x="5193321" y="2823486"/>
                  </a:lnTo>
                  <a:lnTo>
                    <a:pt x="5142734" y="2819294"/>
                  </a:lnTo>
                  <a:lnTo>
                    <a:pt x="5075785" y="2813133"/>
                  </a:lnTo>
                  <a:lnTo>
                    <a:pt x="4994533" y="2804783"/>
                  </a:lnTo>
                  <a:lnTo>
                    <a:pt x="4902359" y="2794133"/>
                  </a:lnTo>
                  <a:lnTo>
                    <a:pt x="4803306" y="2781166"/>
                  </a:lnTo>
                  <a:lnTo>
                    <a:pt x="4701415" y="2765919"/>
                  </a:lnTo>
                  <a:lnTo>
                    <a:pt x="4600215" y="2748443"/>
                  </a:lnTo>
                  <a:lnTo>
                    <a:pt x="4502431" y="2728760"/>
                  </a:lnTo>
                  <a:lnTo>
                    <a:pt x="4409912" y="2706840"/>
                  </a:lnTo>
                  <a:lnTo>
                    <a:pt x="4323702" y="2682578"/>
                  </a:lnTo>
                  <a:lnTo>
                    <a:pt x="4244188" y="2655788"/>
                  </a:lnTo>
                  <a:lnTo>
                    <a:pt x="4171272" y="2626202"/>
                  </a:lnTo>
                  <a:lnTo>
                    <a:pt x="4104524" y="2593474"/>
                  </a:lnTo>
                  <a:lnTo>
                    <a:pt x="4043309" y="2557193"/>
                  </a:lnTo>
                  <a:lnTo>
                    <a:pt x="3986881" y="2516901"/>
                  </a:lnTo>
                  <a:lnTo>
                    <a:pt x="3934451" y="2472132"/>
                  </a:lnTo>
                  <a:lnTo>
                    <a:pt x="3885242" y="2422470"/>
                  </a:lnTo>
                  <a:lnTo>
                    <a:pt x="3838534" y="2367650"/>
                  </a:lnTo>
                  <a:lnTo>
                    <a:pt x="3829811" y="2356547"/>
                  </a:lnTo>
                  <a:lnTo>
                    <a:pt x="3792103" y="2305366"/>
                  </a:lnTo>
                  <a:lnTo>
                    <a:pt x="3755346" y="2250416"/>
                  </a:lnTo>
                  <a:lnTo>
                    <a:pt x="3719282" y="2191621"/>
                  </a:lnTo>
                  <a:lnTo>
                    <a:pt x="3683701" y="2128965"/>
                  </a:lnTo>
                  <a:lnTo>
                    <a:pt x="3648435" y="2062503"/>
                  </a:lnTo>
                  <a:lnTo>
                    <a:pt x="3613354" y="1992364"/>
                  </a:lnTo>
                  <a:lnTo>
                    <a:pt x="3578362" y="1918757"/>
                  </a:lnTo>
                  <a:lnTo>
                    <a:pt x="3543390" y="1841969"/>
                  </a:lnTo>
                  <a:lnTo>
                    <a:pt x="3508392" y="1762368"/>
                  </a:lnTo>
                  <a:lnTo>
                    <a:pt x="3473346" y="1680395"/>
                  </a:lnTo>
                  <a:lnTo>
                    <a:pt x="3438248" y="1596559"/>
                  </a:lnTo>
                  <a:lnTo>
                    <a:pt x="3403104" y="1511419"/>
                  </a:lnTo>
                  <a:lnTo>
                    <a:pt x="3367935" y="1425574"/>
                  </a:lnTo>
                  <a:lnTo>
                    <a:pt x="3332762" y="1339645"/>
                  </a:lnTo>
                  <a:lnTo>
                    <a:pt x="3297609" y="1254254"/>
                  </a:lnTo>
                  <a:lnTo>
                    <a:pt x="3262497" y="1170007"/>
                  </a:lnTo>
                  <a:lnTo>
                    <a:pt x="3227437" y="1087477"/>
                  </a:lnTo>
                  <a:lnTo>
                    <a:pt x="3192428" y="1007187"/>
                  </a:lnTo>
                  <a:lnTo>
                    <a:pt x="3157452" y="929598"/>
                  </a:lnTo>
                  <a:lnTo>
                    <a:pt x="3122471" y="855097"/>
                  </a:lnTo>
                  <a:lnTo>
                    <a:pt x="3087423" y="783995"/>
                  </a:lnTo>
                  <a:lnTo>
                    <a:pt x="3052219" y="716521"/>
                  </a:lnTo>
                  <a:lnTo>
                    <a:pt x="3016737" y="652826"/>
                  </a:lnTo>
                  <a:lnTo>
                    <a:pt x="2980822" y="592984"/>
                  </a:lnTo>
                  <a:lnTo>
                    <a:pt x="2944277" y="536997"/>
                  </a:lnTo>
                  <a:lnTo>
                    <a:pt x="2906855" y="484806"/>
                  </a:lnTo>
                  <a:lnTo>
                    <a:pt x="2896531" y="471309"/>
                  </a:lnTo>
                  <a:lnTo>
                    <a:pt x="2850228" y="415492"/>
                  </a:lnTo>
                  <a:lnTo>
                    <a:pt x="2801552" y="364855"/>
                  </a:lnTo>
                  <a:lnTo>
                    <a:pt x="2749798" y="319177"/>
                  </a:lnTo>
                  <a:lnTo>
                    <a:pt x="2694198" y="278063"/>
                  </a:lnTo>
                  <a:lnTo>
                    <a:pt x="2633961" y="241049"/>
                  </a:lnTo>
                  <a:lnTo>
                    <a:pt x="2568327" y="207674"/>
                  </a:lnTo>
                  <a:lnTo>
                    <a:pt x="2496635" y="177514"/>
                  </a:lnTo>
                  <a:lnTo>
                    <a:pt x="2418406" y="150211"/>
                  </a:lnTo>
                  <a:lnTo>
                    <a:pt x="2333467" y="125482"/>
                  </a:lnTo>
                  <a:lnTo>
                    <a:pt x="2242099" y="103123"/>
                  </a:lnTo>
                  <a:lnTo>
                    <a:pt x="2145208" y="83016"/>
                  </a:lnTo>
                  <a:lnTo>
                    <a:pt x="2044478" y="65116"/>
                  </a:lnTo>
                  <a:lnTo>
                    <a:pt x="1942469" y="49438"/>
                  </a:lnTo>
                  <a:lnTo>
                    <a:pt x="1842569" y="36030"/>
                  </a:lnTo>
                  <a:lnTo>
                    <a:pt x="1748754" y="24936"/>
                  </a:lnTo>
                  <a:lnTo>
                    <a:pt x="1665116" y="16150"/>
                  </a:lnTo>
                  <a:lnTo>
                    <a:pt x="1595216" y="9583"/>
                  </a:lnTo>
                  <a:lnTo>
                    <a:pt x="1541412" y="5035"/>
                  </a:lnTo>
                  <a:lnTo>
                    <a:pt x="1504340" y="2203"/>
                  </a:lnTo>
                  <a:lnTo>
                    <a:pt x="1482694" y="703"/>
                  </a:lnTo>
                  <a:lnTo>
                    <a:pt x="1473308" y="111"/>
                  </a:lnTo>
                  <a:lnTo>
                    <a:pt x="1471396" y="0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62" name="pg662"/>
            <p:cNvSpPr/>
            <p:nvPr/>
          </p:nvSpPr>
          <p:spPr>
            <a:xfrm>
              <a:off x="4799595" y="2683157"/>
              <a:ext cx="11981298" cy="7094162"/>
            </a:xfrm>
            <a:custGeom>
              <a:avLst/>
              <a:pathLst>
                <a:path w="11981298" h="7094162">
                  <a:moveTo>
                    <a:pt x="0" y="3522562"/>
                  </a:moveTo>
                  <a:lnTo>
                    <a:pt x="1471387" y="3522562"/>
                  </a:lnTo>
                  <a:lnTo>
                    <a:pt x="1472487" y="3522641"/>
                  </a:lnTo>
                  <a:lnTo>
                    <a:pt x="1479721" y="3523207"/>
                  </a:lnTo>
                  <a:lnTo>
                    <a:pt x="1497976" y="3524770"/>
                  </a:lnTo>
                  <a:lnTo>
                    <a:pt x="1530661" y="3527849"/>
                  </a:lnTo>
                  <a:lnTo>
                    <a:pt x="1579476" y="3532924"/>
                  </a:lnTo>
                  <a:lnTo>
                    <a:pt x="1644277" y="3540393"/>
                  </a:lnTo>
                  <a:lnTo>
                    <a:pt x="1723209" y="3550532"/>
                  </a:lnTo>
                  <a:lnTo>
                    <a:pt x="1813123" y="3563485"/>
                  </a:lnTo>
                  <a:lnTo>
                    <a:pt x="1910179" y="3579285"/>
                  </a:lnTo>
                  <a:lnTo>
                    <a:pt x="2010473" y="3597891"/>
                  </a:lnTo>
                  <a:lnTo>
                    <a:pt x="2110537" y="3619243"/>
                  </a:lnTo>
                  <a:lnTo>
                    <a:pt x="2207634" y="3643302"/>
                  </a:lnTo>
                  <a:lnTo>
                    <a:pt x="2299859" y="3670096"/>
                  </a:lnTo>
                  <a:lnTo>
                    <a:pt x="2386085" y="3699733"/>
                  </a:lnTo>
                  <a:lnTo>
                    <a:pt x="2465834" y="3732420"/>
                  </a:lnTo>
                  <a:lnTo>
                    <a:pt x="2539117" y="3768460"/>
                  </a:lnTo>
                  <a:lnTo>
                    <a:pt x="2606289" y="3808253"/>
                  </a:lnTo>
                  <a:lnTo>
                    <a:pt x="2667922" y="3852280"/>
                  </a:lnTo>
                  <a:lnTo>
                    <a:pt x="2724712" y="3901084"/>
                  </a:lnTo>
                  <a:lnTo>
                    <a:pt x="2777409" y="3955231"/>
                  </a:lnTo>
                  <a:lnTo>
                    <a:pt x="2826766" y="4015253"/>
                  </a:lnTo>
                  <a:lnTo>
                    <a:pt x="2873493" y="4081540"/>
                  </a:lnTo>
                  <a:lnTo>
                    <a:pt x="2896531" y="4117828"/>
                  </a:lnTo>
                  <a:lnTo>
                    <a:pt x="2930775" y="4176256"/>
                  </a:lnTo>
                  <a:lnTo>
                    <a:pt x="2964214" y="4238590"/>
                  </a:lnTo>
                  <a:lnTo>
                    <a:pt x="2997048" y="4304909"/>
                  </a:lnTo>
                  <a:lnTo>
                    <a:pt x="3029442" y="4375243"/>
                  </a:lnTo>
                  <a:lnTo>
                    <a:pt x="3061529" y="4449561"/>
                  </a:lnTo>
                  <a:lnTo>
                    <a:pt x="3093417" y="4527772"/>
                  </a:lnTo>
                  <a:lnTo>
                    <a:pt x="3125191" y="4609720"/>
                  </a:lnTo>
                  <a:lnTo>
                    <a:pt x="3156916" y="4695177"/>
                  </a:lnTo>
                  <a:lnTo>
                    <a:pt x="3188636" y="4783850"/>
                  </a:lnTo>
                  <a:lnTo>
                    <a:pt x="3220381" y="4875377"/>
                  </a:lnTo>
                  <a:lnTo>
                    <a:pt x="3252166" y="4969334"/>
                  </a:lnTo>
                  <a:lnTo>
                    <a:pt x="3283996" y="5065242"/>
                  </a:lnTo>
                  <a:lnTo>
                    <a:pt x="3315863" y="5162574"/>
                  </a:lnTo>
                  <a:lnTo>
                    <a:pt x="3347756" y="5260772"/>
                  </a:lnTo>
                  <a:lnTo>
                    <a:pt x="3379657" y="5359255"/>
                  </a:lnTo>
                  <a:lnTo>
                    <a:pt x="3411549" y="5457433"/>
                  </a:lnTo>
                  <a:lnTo>
                    <a:pt x="3443415" y="5554727"/>
                  </a:lnTo>
                  <a:lnTo>
                    <a:pt x="3475243" y="5650577"/>
                  </a:lnTo>
                  <a:lnTo>
                    <a:pt x="3507027" y="5744460"/>
                  </a:lnTo>
                  <a:lnTo>
                    <a:pt x="3538771" y="5835898"/>
                  </a:lnTo>
                  <a:lnTo>
                    <a:pt x="3570491" y="5924469"/>
                  </a:lnTo>
                  <a:lnTo>
                    <a:pt x="3602216" y="6009813"/>
                  </a:lnTo>
                  <a:lnTo>
                    <a:pt x="3633993" y="6091638"/>
                  </a:lnTo>
                  <a:lnTo>
                    <a:pt x="3665887" y="6169721"/>
                  </a:lnTo>
                  <a:lnTo>
                    <a:pt x="3697982" y="6243907"/>
                  </a:lnTo>
                  <a:lnTo>
                    <a:pt x="3730388" y="6314105"/>
                  </a:lnTo>
                  <a:lnTo>
                    <a:pt x="3763239" y="6380290"/>
                  </a:lnTo>
                  <a:lnTo>
                    <a:pt x="3796702" y="6442491"/>
                  </a:lnTo>
                  <a:lnTo>
                    <a:pt x="3829811" y="6498895"/>
                  </a:lnTo>
                  <a:lnTo>
                    <a:pt x="3875443" y="6568440"/>
                  </a:lnTo>
                  <a:lnTo>
                    <a:pt x="3923374" y="6631625"/>
                  </a:lnTo>
                  <a:lnTo>
                    <a:pt x="3974274" y="6688710"/>
                  </a:lnTo>
                  <a:lnTo>
                    <a:pt x="4028880" y="6740170"/>
                  </a:lnTo>
                  <a:lnTo>
                    <a:pt x="4087950" y="6786564"/>
                  </a:lnTo>
                  <a:lnTo>
                    <a:pt x="4152214" y="6828453"/>
                  </a:lnTo>
                  <a:lnTo>
                    <a:pt x="4222318" y="6866354"/>
                  </a:lnTo>
                  <a:lnTo>
                    <a:pt x="4298741" y="6900708"/>
                  </a:lnTo>
                  <a:lnTo>
                    <a:pt x="4381687" y="6931869"/>
                  </a:lnTo>
                  <a:lnTo>
                    <a:pt x="4470947" y="6960094"/>
                  </a:lnTo>
                  <a:lnTo>
                    <a:pt x="4565744" y="6985541"/>
                  </a:lnTo>
                  <a:lnTo>
                    <a:pt x="4664584" y="7008276"/>
                  </a:lnTo>
                  <a:lnTo>
                    <a:pt x="4765152" y="7028290"/>
                  </a:lnTo>
                  <a:lnTo>
                    <a:pt x="4864330" y="7045530"/>
                  </a:lnTo>
                  <a:lnTo>
                    <a:pt x="4958386" y="7059938"/>
                  </a:lnTo>
                  <a:lnTo>
                    <a:pt x="5043375" y="7071502"/>
                  </a:lnTo>
                  <a:lnTo>
                    <a:pt x="5115714" y="7080308"/>
                  </a:lnTo>
                  <a:lnTo>
                    <a:pt x="5172819" y="7086562"/>
                  </a:lnTo>
                  <a:lnTo>
                    <a:pt x="5213639" y="7090604"/>
                  </a:lnTo>
                  <a:lnTo>
                    <a:pt x="5238934" y="7092877"/>
                  </a:lnTo>
                  <a:lnTo>
                    <a:pt x="5251270" y="7093886"/>
                  </a:lnTo>
                  <a:lnTo>
                    <a:pt x="5254805" y="7094152"/>
                  </a:lnTo>
                  <a:lnTo>
                    <a:pt x="5254955" y="7094162"/>
                  </a:lnTo>
                  <a:lnTo>
                    <a:pt x="6726343" y="7094162"/>
                  </a:lnTo>
                  <a:lnTo>
                    <a:pt x="6727092" y="7094056"/>
                  </a:lnTo>
                  <a:lnTo>
                    <a:pt x="6732059" y="7093300"/>
                  </a:lnTo>
                  <a:lnTo>
                    <a:pt x="6744725" y="7091214"/>
                  </a:lnTo>
                  <a:lnTo>
                    <a:pt x="6767721" y="7087099"/>
                  </a:lnTo>
                  <a:lnTo>
                    <a:pt x="6802716" y="7080278"/>
                  </a:lnTo>
                  <a:lnTo>
                    <a:pt x="6850298" y="7070149"/>
                  </a:lnTo>
                  <a:lnTo>
                    <a:pt x="6909967" y="7056225"/>
                  </a:lnTo>
                  <a:lnTo>
                    <a:pt x="6980246" y="7038174"/>
                  </a:lnTo>
                  <a:lnTo>
                    <a:pt x="7058933" y="7015817"/>
                  </a:lnTo>
                  <a:lnTo>
                    <a:pt x="7143426" y="6989106"/>
                  </a:lnTo>
                  <a:lnTo>
                    <a:pt x="7231053" y="6958088"/>
                  </a:lnTo>
                  <a:lnTo>
                    <a:pt x="7319350" y="6922845"/>
                  </a:lnTo>
                  <a:lnTo>
                    <a:pt x="7406247" y="6883449"/>
                  </a:lnTo>
                  <a:lnTo>
                    <a:pt x="7490158" y="6839914"/>
                  </a:lnTo>
                  <a:lnTo>
                    <a:pt x="7569988" y="6792170"/>
                  </a:lnTo>
                  <a:lnTo>
                    <a:pt x="7645090" y="6740042"/>
                  </a:lnTo>
                  <a:lnTo>
                    <a:pt x="7715183" y="6683238"/>
                  </a:lnTo>
                  <a:lnTo>
                    <a:pt x="7780275" y="6621352"/>
                  </a:lnTo>
                  <a:lnTo>
                    <a:pt x="7840583" y="6553864"/>
                  </a:lnTo>
                  <a:lnTo>
                    <a:pt x="7896465" y="6480156"/>
                  </a:lnTo>
                  <a:lnTo>
                    <a:pt x="7948369" y="6399523"/>
                  </a:lnTo>
                  <a:lnTo>
                    <a:pt x="7996790" y="6311212"/>
                  </a:lnTo>
                  <a:lnTo>
                    <a:pt x="8042241" y="6214464"/>
                  </a:lnTo>
                  <a:lnTo>
                    <a:pt x="8085228" y="6108597"/>
                  </a:lnTo>
                  <a:lnTo>
                    <a:pt x="8126226" y="5993122"/>
                  </a:lnTo>
                  <a:lnTo>
                    <a:pt x="8151487" y="5914526"/>
                  </a:lnTo>
                  <a:lnTo>
                    <a:pt x="8176545" y="5830853"/>
                  </a:lnTo>
                  <a:lnTo>
                    <a:pt x="8201144" y="5743094"/>
                  </a:lnTo>
                  <a:lnTo>
                    <a:pt x="8225368" y="5651173"/>
                  </a:lnTo>
                  <a:lnTo>
                    <a:pt x="8249288" y="5555040"/>
                  </a:lnTo>
                  <a:lnTo>
                    <a:pt x="8272967" y="5454676"/>
                  </a:lnTo>
                  <a:lnTo>
                    <a:pt x="8296461" y="5350093"/>
                  </a:lnTo>
                  <a:lnTo>
                    <a:pt x="8319816" y="5241336"/>
                  </a:lnTo>
                  <a:lnTo>
                    <a:pt x="8343070" y="5128488"/>
                  </a:lnTo>
                  <a:lnTo>
                    <a:pt x="8366258" y="5011669"/>
                  </a:lnTo>
                  <a:lnTo>
                    <a:pt x="8389406" y="4891035"/>
                  </a:lnTo>
                  <a:lnTo>
                    <a:pt x="8412535" y="4766783"/>
                  </a:lnTo>
                  <a:lnTo>
                    <a:pt x="8435663" y="4639147"/>
                  </a:lnTo>
                  <a:lnTo>
                    <a:pt x="8458802" y="4508401"/>
                  </a:lnTo>
                  <a:lnTo>
                    <a:pt x="8481959" y="4374851"/>
                  </a:lnTo>
                  <a:lnTo>
                    <a:pt x="8505138" y="4238839"/>
                  </a:lnTo>
                  <a:lnTo>
                    <a:pt x="8528341" y="4100737"/>
                  </a:lnTo>
                  <a:lnTo>
                    <a:pt x="8551566" y="3960942"/>
                  </a:lnTo>
                  <a:lnTo>
                    <a:pt x="8574809" y="3819875"/>
                  </a:lnTo>
                  <a:lnTo>
                    <a:pt x="8598065" y="3677970"/>
                  </a:lnTo>
                  <a:lnTo>
                    <a:pt x="8621326" y="3535676"/>
                  </a:lnTo>
                  <a:lnTo>
                    <a:pt x="8644587" y="3393444"/>
                  </a:lnTo>
                  <a:lnTo>
                    <a:pt x="8667839" y="3251726"/>
                  </a:lnTo>
                  <a:lnTo>
                    <a:pt x="8691078" y="3110966"/>
                  </a:lnTo>
                  <a:lnTo>
                    <a:pt x="8714297" y="2971596"/>
                  </a:lnTo>
                  <a:lnTo>
                    <a:pt x="8737494" y="2834030"/>
                  </a:lnTo>
                  <a:lnTo>
                    <a:pt x="8760667" y="2698660"/>
                  </a:lnTo>
                  <a:lnTo>
                    <a:pt x="8783818" y="2565848"/>
                  </a:lnTo>
                  <a:lnTo>
                    <a:pt x="8806952" y="2435928"/>
                  </a:lnTo>
                  <a:lnTo>
                    <a:pt x="8830080" y="2309198"/>
                  </a:lnTo>
                  <a:lnTo>
                    <a:pt x="8853212" y="2185919"/>
                  </a:lnTo>
                  <a:lnTo>
                    <a:pt x="8876369" y="2066317"/>
                  </a:lnTo>
                  <a:lnTo>
                    <a:pt x="8899572" y="1950576"/>
                  </a:lnTo>
                  <a:lnTo>
                    <a:pt x="8922850" y="1838843"/>
                  </a:lnTo>
                  <a:lnTo>
                    <a:pt x="8946239" y="1731228"/>
                  </a:lnTo>
                  <a:lnTo>
                    <a:pt x="8969779" y="1627802"/>
                  </a:lnTo>
                  <a:lnTo>
                    <a:pt x="8993519" y="1528602"/>
                  </a:lnTo>
                  <a:lnTo>
                    <a:pt x="9017516" y="1433631"/>
                  </a:lnTo>
                  <a:lnTo>
                    <a:pt x="9041835" y="1342860"/>
                  </a:lnTo>
                  <a:lnTo>
                    <a:pt x="9066552" y="1256234"/>
                  </a:lnTo>
                  <a:lnTo>
                    <a:pt x="9084767" y="1195982"/>
                  </a:lnTo>
                  <a:lnTo>
                    <a:pt x="9124724" y="1074293"/>
                  </a:lnTo>
                  <a:lnTo>
                    <a:pt x="9166393" y="962347"/>
                  </a:lnTo>
                  <a:lnTo>
                    <a:pt x="9210218" y="859864"/>
                  </a:lnTo>
                  <a:lnTo>
                    <a:pt x="9256689" y="766267"/>
                  </a:lnTo>
                  <a:lnTo>
                    <a:pt x="9306316" y="680835"/>
                  </a:lnTo>
                  <a:lnTo>
                    <a:pt x="9359610" y="602804"/>
                  </a:lnTo>
                  <a:lnTo>
                    <a:pt x="9417053" y="531433"/>
                  </a:lnTo>
                  <a:lnTo>
                    <a:pt x="9479064" y="466048"/>
                  </a:lnTo>
                  <a:lnTo>
                    <a:pt x="9545958" y="406063"/>
                  </a:lnTo>
                  <a:lnTo>
                    <a:pt x="9617884" y="350999"/>
                  </a:lnTo>
                  <a:lnTo>
                    <a:pt x="9694753" y="300492"/>
                  </a:lnTo>
                  <a:lnTo>
                    <a:pt x="9776164" y="254292"/>
                  </a:lnTo>
                  <a:lnTo>
                    <a:pt x="9861312" y="212265"/>
                  </a:lnTo>
                  <a:lnTo>
                    <a:pt x="9948927" y="174372"/>
                  </a:lnTo>
                  <a:lnTo>
                    <a:pt x="10037244" y="140654"/>
                  </a:lnTo>
                  <a:lnTo>
                    <a:pt x="10124033" y="111193"/>
                  </a:lnTo>
                  <a:lnTo>
                    <a:pt x="10206728" y="86063"/>
                  </a:lnTo>
                  <a:lnTo>
                    <a:pt x="10282647" y="65282"/>
                  </a:lnTo>
                  <a:lnTo>
                    <a:pt x="10349293" y="48759"/>
                  </a:lnTo>
                  <a:lnTo>
                    <a:pt x="10404693" y="36262"/>
                  </a:lnTo>
                  <a:lnTo>
                    <a:pt x="10447704" y="27398"/>
                  </a:lnTo>
                  <a:lnTo>
                    <a:pt x="10478212" y="21635"/>
                  </a:lnTo>
                  <a:lnTo>
                    <a:pt x="10497207" y="18338"/>
                  </a:lnTo>
                  <a:lnTo>
                    <a:pt x="10506724" y="16815"/>
                  </a:lnTo>
                  <a:lnTo>
                    <a:pt x="10509714" y="16373"/>
                  </a:lnTo>
                  <a:lnTo>
                    <a:pt x="10509911" y="16345"/>
                  </a:lnTo>
                  <a:lnTo>
                    <a:pt x="11981298" y="16345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9161" y="106"/>
                  </a:lnTo>
                  <a:lnTo>
                    <a:pt x="10504194" y="861"/>
                  </a:lnTo>
                  <a:lnTo>
                    <a:pt x="10491529" y="2948"/>
                  </a:lnTo>
                  <a:lnTo>
                    <a:pt x="10468532" y="7063"/>
                  </a:lnTo>
                  <a:lnTo>
                    <a:pt x="10433538" y="13883"/>
                  </a:lnTo>
                  <a:lnTo>
                    <a:pt x="10385955" y="24013"/>
                  </a:lnTo>
                  <a:lnTo>
                    <a:pt x="10326286" y="37936"/>
                  </a:lnTo>
                  <a:lnTo>
                    <a:pt x="10256008" y="55987"/>
                  </a:lnTo>
                  <a:lnTo>
                    <a:pt x="10177320" y="78345"/>
                  </a:lnTo>
                  <a:lnTo>
                    <a:pt x="10092827" y="105055"/>
                  </a:lnTo>
                  <a:lnTo>
                    <a:pt x="10005200" y="136074"/>
                  </a:lnTo>
                  <a:lnTo>
                    <a:pt x="9916903" y="171316"/>
                  </a:lnTo>
                  <a:lnTo>
                    <a:pt x="9830006" y="210713"/>
                  </a:lnTo>
                  <a:lnTo>
                    <a:pt x="9746096" y="254248"/>
                  </a:lnTo>
                  <a:lnTo>
                    <a:pt x="9666265" y="301991"/>
                  </a:lnTo>
                  <a:lnTo>
                    <a:pt x="9591164" y="354119"/>
                  </a:lnTo>
                  <a:lnTo>
                    <a:pt x="9521070" y="410923"/>
                  </a:lnTo>
                  <a:lnTo>
                    <a:pt x="9455978" y="472809"/>
                  </a:lnTo>
                  <a:lnTo>
                    <a:pt x="9395670" y="540297"/>
                  </a:lnTo>
                  <a:lnTo>
                    <a:pt x="9339788" y="614006"/>
                  </a:lnTo>
                  <a:lnTo>
                    <a:pt x="9287884" y="694639"/>
                  </a:lnTo>
                  <a:lnTo>
                    <a:pt x="9239463" y="782950"/>
                  </a:lnTo>
                  <a:lnTo>
                    <a:pt x="9194012" y="879697"/>
                  </a:lnTo>
                  <a:lnTo>
                    <a:pt x="9151025" y="985564"/>
                  </a:lnTo>
                  <a:lnTo>
                    <a:pt x="9110027" y="1101040"/>
                  </a:lnTo>
                  <a:lnTo>
                    <a:pt x="9084767" y="1179636"/>
                  </a:lnTo>
                  <a:lnTo>
                    <a:pt x="9059708" y="1263308"/>
                  </a:lnTo>
                  <a:lnTo>
                    <a:pt x="9035109" y="1351067"/>
                  </a:lnTo>
                  <a:lnTo>
                    <a:pt x="9010886" y="1442988"/>
                  </a:lnTo>
                  <a:lnTo>
                    <a:pt x="8986966" y="1539121"/>
                  </a:lnTo>
                  <a:lnTo>
                    <a:pt x="8963286" y="1639486"/>
                  </a:lnTo>
                  <a:lnTo>
                    <a:pt x="8939792" y="1744069"/>
                  </a:lnTo>
                  <a:lnTo>
                    <a:pt x="8916438" y="1852826"/>
                  </a:lnTo>
                  <a:lnTo>
                    <a:pt x="8893183" y="1965673"/>
                  </a:lnTo>
                  <a:lnTo>
                    <a:pt x="8869996" y="2082493"/>
                  </a:lnTo>
                  <a:lnTo>
                    <a:pt x="8846848" y="2203127"/>
                  </a:lnTo>
                  <a:lnTo>
                    <a:pt x="8823718" y="2327379"/>
                  </a:lnTo>
                  <a:lnTo>
                    <a:pt x="8800590" y="2455014"/>
                  </a:lnTo>
                  <a:lnTo>
                    <a:pt x="8777451" y="2585761"/>
                  </a:lnTo>
                  <a:lnTo>
                    <a:pt x="8754294" y="2719311"/>
                  </a:lnTo>
                  <a:lnTo>
                    <a:pt x="8731115" y="2855323"/>
                  </a:lnTo>
                  <a:lnTo>
                    <a:pt x="8707912" y="2993425"/>
                  </a:lnTo>
                  <a:lnTo>
                    <a:pt x="8684687" y="3133219"/>
                  </a:lnTo>
                  <a:lnTo>
                    <a:pt x="8661444" y="3274287"/>
                  </a:lnTo>
                  <a:lnTo>
                    <a:pt x="8638189" y="3416191"/>
                  </a:lnTo>
                  <a:lnTo>
                    <a:pt x="8614927" y="3558485"/>
                  </a:lnTo>
                  <a:lnTo>
                    <a:pt x="8591667" y="3700717"/>
                  </a:lnTo>
                  <a:lnTo>
                    <a:pt x="8568414" y="3842436"/>
                  </a:lnTo>
                  <a:lnTo>
                    <a:pt x="8545175" y="3983196"/>
                  </a:lnTo>
                  <a:lnTo>
                    <a:pt x="8521956" y="4122566"/>
                  </a:lnTo>
                  <a:lnTo>
                    <a:pt x="8498760" y="4260131"/>
                  </a:lnTo>
                  <a:lnTo>
                    <a:pt x="8475587" y="4395502"/>
                  </a:lnTo>
                  <a:lnTo>
                    <a:pt x="8452435" y="4528313"/>
                  </a:lnTo>
                  <a:lnTo>
                    <a:pt x="8429301" y="4658233"/>
                  </a:lnTo>
                  <a:lnTo>
                    <a:pt x="8406174" y="4784964"/>
                  </a:lnTo>
                  <a:lnTo>
                    <a:pt x="8383041" y="4908242"/>
                  </a:lnTo>
                  <a:lnTo>
                    <a:pt x="8359884" y="5027845"/>
                  </a:lnTo>
                  <a:lnTo>
                    <a:pt x="8336681" y="5143586"/>
                  </a:lnTo>
                  <a:lnTo>
                    <a:pt x="8313403" y="5255319"/>
                  </a:lnTo>
                  <a:lnTo>
                    <a:pt x="8290014" y="5362934"/>
                  </a:lnTo>
                  <a:lnTo>
                    <a:pt x="8266474" y="5466360"/>
                  </a:lnTo>
                  <a:lnTo>
                    <a:pt x="8242734" y="5565560"/>
                  </a:lnTo>
                  <a:lnTo>
                    <a:pt x="8218737" y="5660531"/>
                  </a:lnTo>
                  <a:lnTo>
                    <a:pt x="8194418" y="5751301"/>
                  </a:lnTo>
                  <a:lnTo>
                    <a:pt x="8169702" y="5837927"/>
                  </a:lnTo>
                  <a:lnTo>
                    <a:pt x="8151487" y="5898180"/>
                  </a:lnTo>
                  <a:lnTo>
                    <a:pt x="8111529" y="6019869"/>
                  </a:lnTo>
                  <a:lnTo>
                    <a:pt x="8069861" y="6131815"/>
                  </a:lnTo>
                  <a:lnTo>
                    <a:pt x="8026035" y="6234298"/>
                  </a:lnTo>
                  <a:lnTo>
                    <a:pt x="7979564" y="6327894"/>
                  </a:lnTo>
                  <a:lnTo>
                    <a:pt x="7929937" y="6413326"/>
                  </a:lnTo>
                  <a:lnTo>
                    <a:pt x="7876643" y="6491358"/>
                  </a:lnTo>
                  <a:lnTo>
                    <a:pt x="7819201" y="6562728"/>
                  </a:lnTo>
                  <a:lnTo>
                    <a:pt x="7757189" y="6628114"/>
                  </a:lnTo>
                  <a:lnTo>
                    <a:pt x="7690295" y="6688099"/>
                  </a:lnTo>
                  <a:lnTo>
                    <a:pt x="7618370" y="6743162"/>
                  </a:lnTo>
                  <a:lnTo>
                    <a:pt x="7541500" y="6793670"/>
                  </a:lnTo>
                  <a:lnTo>
                    <a:pt x="7460089" y="6839869"/>
                  </a:lnTo>
                  <a:lnTo>
                    <a:pt x="7374942" y="6881897"/>
                  </a:lnTo>
                  <a:lnTo>
                    <a:pt x="7287326" y="6919790"/>
                  </a:lnTo>
                  <a:lnTo>
                    <a:pt x="7199010" y="6953507"/>
                  </a:lnTo>
                  <a:lnTo>
                    <a:pt x="7112220" y="6982969"/>
                  </a:lnTo>
                  <a:lnTo>
                    <a:pt x="7029525" y="7008099"/>
                  </a:lnTo>
                  <a:lnTo>
                    <a:pt x="6953606" y="7028880"/>
                  </a:lnTo>
                  <a:lnTo>
                    <a:pt x="6886960" y="7045402"/>
                  </a:lnTo>
                  <a:lnTo>
                    <a:pt x="6831560" y="7057900"/>
                  </a:lnTo>
                  <a:lnTo>
                    <a:pt x="6788550" y="7066764"/>
                  </a:lnTo>
                  <a:lnTo>
                    <a:pt x="6758042" y="7072526"/>
                  </a:lnTo>
                  <a:lnTo>
                    <a:pt x="6739046" y="7075824"/>
                  </a:lnTo>
                  <a:lnTo>
                    <a:pt x="6729530" y="7077346"/>
                  </a:lnTo>
                  <a:lnTo>
                    <a:pt x="6726539" y="7077789"/>
                  </a:lnTo>
                  <a:lnTo>
                    <a:pt x="6726343" y="7077816"/>
                  </a:lnTo>
                  <a:lnTo>
                    <a:pt x="5254955" y="7077816"/>
                  </a:lnTo>
                  <a:lnTo>
                    <a:pt x="5253855" y="7077737"/>
                  </a:lnTo>
                  <a:lnTo>
                    <a:pt x="5246621" y="7077171"/>
                  </a:lnTo>
                  <a:lnTo>
                    <a:pt x="5228366" y="7075608"/>
                  </a:lnTo>
                  <a:lnTo>
                    <a:pt x="5195681" y="7072529"/>
                  </a:lnTo>
                  <a:lnTo>
                    <a:pt x="5146866" y="7067454"/>
                  </a:lnTo>
                  <a:lnTo>
                    <a:pt x="5082065" y="7059985"/>
                  </a:lnTo>
                  <a:lnTo>
                    <a:pt x="5003133" y="7049846"/>
                  </a:lnTo>
                  <a:lnTo>
                    <a:pt x="4913219" y="7036893"/>
                  </a:lnTo>
                  <a:lnTo>
                    <a:pt x="4816163" y="7021093"/>
                  </a:lnTo>
                  <a:lnTo>
                    <a:pt x="4715869" y="7002487"/>
                  </a:lnTo>
                  <a:lnTo>
                    <a:pt x="4615805" y="6981135"/>
                  </a:lnTo>
                  <a:lnTo>
                    <a:pt x="4518708" y="6957075"/>
                  </a:lnTo>
                  <a:lnTo>
                    <a:pt x="4426483" y="6930282"/>
                  </a:lnTo>
                  <a:lnTo>
                    <a:pt x="4340257" y="6900645"/>
                  </a:lnTo>
                  <a:lnTo>
                    <a:pt x="4260509" y="6867958"/>
                  </a:lnTo>
                  <a:lnTo>
                    <a:pt x="4187225" y="6831918"/>
                  </a:lnTo>
                  <a:lnTo>
                    <a:pt x="4120053" y="6792125"/>
                  </a:lnTo>
                  <a:lnTo>
                    <a:pt x="4058420" y="6748098"/>
                  </a:lnTo>
                  <a:lnTo>
                    <a:pt x="4001630" y="6699294"/>
                  </a:lnTo>
                  <a:lnTo>
                    <a:pt x="3948933" y="6645147"/>
                  </a:lnTo>
                  <a:lnTo>
                    <a:pt x="3899576" y="6585124"/>
                  </a:lnTo>
                  <a:lnTo>
                    <a:pt x="3852849" y="6518838"/>
                  </a:lnTo>
                  <a:lnTo>
                    <a:pt x="3829811" y="6482549"/>
                  </a:lnTo>
                  <a:lnTo>
                    <a:pt x="3795567" y="6424122"/>
                  </a:lnTo>
                  <a:lnTo>
                    <a:pt x="3762128" y="6361788"/>
                  </a:lnTo>
                  <a:lnTo>
                    <a:pt x="3729294" y="6295469"/>
                  </a:lnTo>
                  <a:lnTo>
                    <a:pt x="3696900" y="6225135"/>
                  </a:lnTo>
                  <a:lnTo>
                    <a:pt x="3664813" y="6150817"/>
                  </a:lnTo>
                  <a:lnTo>
                    <a:pt x="3632925" y="6072606"/>
                  </a:lnTo>
                  <a:lnTo>
                    <a:pt x="3601151" y="5990658"/>
                  </a:lnTo>
                  <a:lnTo>
                    <a:pt x="3569426" y="5905201"/>
                  </a:lnTo>
                  <a:lnTo>
                    <a:pt x="3537706" y="5816528"/>
                  </a:lnTo>
                  <a:lnTo>
                    <a:pt x="3505961" y="5725001"/>
                  </a:lnTo>
                  <a:lnTo>
                    <a:pt x="3474176" y="5631044"/>
                  </a:lnTo>
                  <a:lnTo>
                    <a:pt x="3442347" y="5535136"/>
                  </a:lnTo>
                  <a:lnTo>
                    <a:pt x="3410479" y="5437803"/>
                  </a:lnTo>
                  <a:lnTo>
                    <a:pt x="3378587" y="5339605"/>
                  </a:lnTo>
                  <a:lnTo>
                    <a:pt x="3346685" y="5241123"/>
                  </a:lnTo>
                  <a:lnTo>
                    <a:pt x="3314793" y="5142945"/>
                  </a:lnTo>
                  <a:lnTo>
                    <a:pt x="3282927" y="5045651"/>
                  </a:lnTo>
                  <a:lnTo>
                    <a:pt x="3251099" y="4949800"/>
                  </a:lnTo>
                  <a:lnTo>
                    <a:pt x="3219315" y="4855918"/>
                  </a:lnTo>
                  <a:lnTo>
                    <a:pt x="3187571" y="4764480"/>
                  </a:lnTo>
                  <a:lnTo>
                    <a:pt x="3155851" y="4675909"/>
                  </a:lnTo>
                  <a:lnTo>
                    <a:pt x="3124126" y="4590565"/>
                  </a:lnTo>
                  <a:lnTo>
                    <a:pt x="3092349" y="4508740"/>
                  </a:lnTo>
                  <a:lnTo>
                    <a:pt x="3060456" y="4430657"/>
                  </a:lnTo>
                  <a:lnTo>
                    <a:pt x="3028360" y="4356471"/>
                  </a:lnTo>
                  <a:lnTo>
                    <a:pt x="2995954" y="4286272"/>
                  </a:lnTo>
                  <a:lnTo>
                    <a:pt x="2963103" y="4220088"/>
                  </a:lnTo>
                  <a:lnTo>
                    <a:pt x="2929640" y="4157887"/>
                  </a:lnTo>
                  <a:lnTo>
                    <a:pt x="2896531" y="4101482"/>
                  </a:lnTo>
                  <a:lnTo>
                    <a:pt x="2850899" y="4031938"/>
                  </a:lnTo>
                  <a:lnTo>
                    <a:pt x="2802968" y="3968753"/>
                  </a:lnTo>
                  <a:lnTo>
                    <a:pt x="2752068" y="3911668"/>
                  </a:lnTo>
                  <a:lnTo>
                    <a:pt x="2697462" y="3860207"/>
                  </a:lnTo>
                  <a:lnTo>
                    <a:pt x="2638392" y="3813813"/>
                  </a:lnTo>
                  <a:lnTo>
                    <a:pt x="2574128" y="3771924"/>
                  </a:lnTo>
                  <a:lnTo>
                    <a:pt x="2504024" y="3734024"/>
                  </a:lnTo>
                  <a:lnTo>
                    <a:pt x="2427601" y="3699670"/>
                  </a:lnTo>
                  <a:lnTo>
                    <a:pt x="2344655" y="3668509"/>
                  </a:lnTo>
                  <a:lnTo>
                    <a:pt x="2255395" y="3640284"/>
                  </a:lnTo>
                  <a:lnTo>
                    <a:pt x="2160598" y="3614837"/>
                  </a:lnTo>
                  <a:lnTo>
                    <a:pt x="2061758" y="3592102"/>
                  </a:lnTo>
                  <a:lnTo>
                    <a:pt x="1961191" y="3572087"/>
                  </a:lnTo>
                  <a:lnTo>
                    <a:pt x="1862012" y="3554848"/>
                  </a:lnTo>
                  <a:lnTo>
                    <a:pt x="1767956" y="3540440"/>
                  </a:lnTo>
                  <a:lnTo>
                    <a:pt x="1682967" y="3528875"/>
                  </a:lnTo>
                  <a:lnTo>
                    <a:pt x="1610628" y="3520070"/>
                  </a:lnTo>
                  <a:lnTo>
                    <a:pt x="1553523" y="3513816"/>
                  </a:lnTo>
                  <a:lnTo>
                    <a:pt x="1512703" y="3509774"/>
                  </a:lnTo>
                  <a:lnTo>
                    <a:pt x="1487408" y="3507501"/>
                  </a:lnTo>
                  <a:lnTo>
                    <a:pt x="1475072" y="3506491"/>
                  </a:lnTo>
                  <a:lnTo>
                    <a:pt x="1471537" y="3506226"/>
                  </a:lnTo>
                  <a:lnTo>
                    <a:pt x="1471387" y="3506216"/>
                  </a:lnTo>
                  <a:lnTo>
                    <a:pt x="0" y="3506216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663" name="pl663"/>
            <p:cNvSpPr/>
            <p:nvPr/>
          </p:nvSpPr>
          <p:spPr>
            <a:xfrm>
              <a:off x="4799595" y="2699503"/>
              <a:ext cx="11981298" cy="7077816"/>
            </a:xfrm>
            <a:custGeom>
              <a:avLst/>
              <a:pathLst>
                <a:path w="11981298" h="7077816">
                  <a:moveTo>
                    <a:pt x="0" y="3506216"/>
                  </a:moveTo>
                  <a:lnTo>
                    <a:pt x="1471387" y="3506216"/>
                  </a:lnTo>
                  <a:lnTo>
                    <a:pt x="1472487" y="3506295"/>
                  </a:lnTo>
                  <a:lnTo>
                    <a:pt x="1479721" y="3506861"/>
                  </a:lnTo>
                  <a:lnTo>
                    <a:pt x="1497976" y="3508424"/>
                  </a:lnTo>
                  <a:lnTo>
                    <a:pt x="1530661" y="3511503"/>
                  </a:lnTo>
                  <a:lnTo>
                    <a:pt x="1579476" y="3516578"/>
                  </a:lnTo>
                  <a:lnTo>
                    <a:pt x="1644277" y="3524047"/>
                  </a:lnTo>
                  <a:lnTo>
                    <a:pt x="1723209" y="3534186"/>
                  </a:lnTo>
                  <a:lnTo>
                    <a:pt x="1813123" y="3547139"/>
                  </a:lnTo>
                  <a:lnTo>
                    <a:pt x="1910179" y="3562939"/>
                  </a:lnTo>
                  <a:lnTo>
                    <a:pt x="2010473" y="3581545"/>
                  </a:lnTo>
                  <a:lnTo>
                    <a:pt x="2110537" y="3602897"/>
                  </a:lnTo>
                  <a:lnTo>
                    <a:pt x="2207634" y="3626956"/>
                  </a:lnTo>
                  <a:lnTo>
                    <a:pt x="2299859" y="3653750"/>
                  </a:lnTo>
                  <a:lnTo>
                    <a:pt x="2386085" y="3683387"/>
                  </a:lnTo>
                  <a:lnTo>
                    <a:pt x="2465834" y="3716074"/>
                  </a:lnTo>
                  <a:lnTo>
                    <a:pt x="2539117" y="3752114"/>
                  </a:lnTo>
                  <a:lnTo>
                    <a:pt x="2606289" y="3791907"/>
                  </a:lnTo>
                  <a:lnTo>
                    <a:pt x="2667922" y="3835934"/>
                  </a:lnTo>
                  <a:lnTo>
                    <a:pt x="2724712" y="3884738"/>
                  </a:lnTo>
                  <a:lnTo>
                    <a:pt x="2777409" y="3938885"/>
                  </a:lnTo>
                  <a:lnTo>
                    <a:pt x="2826766" y="3998907"/>
                  </a:lnTo>
                  <a:lnTo>
                    <a:pt x="2873493" y="4065194"/>
                  </a:lnTo>
                  <a:lnTo>
                    <a:pt x="2896531" y="4101482"/>
                  </a:lnTo>
                  <a:lnTo>
                    <a:pt x="2930775" y="4159910"/>
                  </a:lnTo>
                  <a:lnTo>
                    <a:pt x="2964214" y="4222244"/>
                  </a:lnTo>
                  <a:lnTo>
                    <a:pt x="2997048" y="4288563"/>
                  </a:lnTo>
                  <a:lnTo>
                    <a:pt x="3029442" y="4358897"/>
                  </a:lnTo>
                  <a:lnTo>
                    <a:pt x="3061529" y="4433215"/>
                  </a:lnTo>
                  <a:lnTo>
                    <a:pt x="3093417" y="4511426"/>
                  </a:lnTo>
                  <a:lnTo>
                    <a:pt x="3125191" y="4593374"/>
                  </a:lnTo>
                  <a:lnTo>
                    <a:pt x="3156916" y="4678831"/>
                  </a:lnTo>
                  <a:lnTo>
                    <a:pt x="3188636" y="4767504"/>
                  </a:lnTo>
                  <a:lnTo>
                    <a:pt x="3220381" y="4859031"/>
                  </a:lnTo>
                  <a:lnTo>
                    <a:pt x="3252166" y="4952988"/>
                  </a:lnTo>
                  <a:lnTo>
                    <a:pt x="3283996" y="5048896"/>
                  </a:lnTo>
                  <a:lnTo>
                    <a:pt x="3315863" y="5146228"/>
                  </a:lnTo>
                  <a:lnTo>
                    <a:pt x="3347756" y="5244426"/>
                  </a:lnTo>
                  <a:lnTo>
                    <a:pt x="3379657" y="5342909"/>
                  </a:lnTo>
                  <a:lnTo>
                    <a:pt x="3411549" y="5441087"/>
                  </a:lnTo>
                  <a:lnTo>
                    <a:pt x="3443415" y="5538381"/>
                  </a:lnTo>
                  <a:lnTo>
                    <a:pt x="3475243" y="5634231"/>
                  </a:lnTo>
                  <a:lnTo>
                    <a:pt x="3507027" y="5728114"/>
                  </a:lnTo>
                  <a:lnTo>
                    <a:pt x="3538771" y="5819552"/>
                  </a:lnTo>
                  <a:lnTo>
                    <a:pt x="3570491" y="5908123"/>
                  </a:lnTo>
                  <a:lnTo>
                    <a:pt x="3602216" y="5993467"/>
                  </a:lnTo>
                  <a:lnTo>
                    <a:pt x="3633993" y="6075292"/>
                  </a:lnTo>
                  <a:lnTo>
                    <a:pt x="3665887" y="6153375"/>
                  </a:lnTo>
                  <a:lnTo>
                    <a:pt x="3697982" y="6227561"/>
                  </a:lnTo>
                  <a:lnTo>
                    <a:pt x="3730388" y="6297759"/>
                  </a:lnTo>
                  <a:lnTo>
                    <a:pt x="3763239" y="6363944"/>
                  </a:lnTo>
                  <a:lnTo>
                    <a:pt x="3796702" y="6426145"/>
                  </a:lnTo>
                  <a:lnTo>
                    <a:pt x="3829811" y="6482549"/>
                  </a:lnTo>
                  <a:lnTo>
                    <a:pt x="3875443" y="6552094"/>
                  </a:lnTo>
                  <a:lnTo>
                    <a:pt x="3923374" y="6615279"/>
                  </a:lnTo>
                  <a:lnTo>
                    <a:pt x="3974274" y="6672364"/>
                  </a:lnTo>
                  <a:lnTo>
                    <a:pt x="4028880" y="6723824"/>
                  </a:lnTo>
                  <a:lnTo>
                    <a:pt x="4087950" y="6770218"/>
                  </a:lnTo>
                  <a:lnTo>
                    <a:pt x="4152214" y="6812107"/>
                  </a:lnTo>
                  <a:lnTo>
                    <a:pt x="4222318" y="6850008"/>
                  </a:lnTo>
                  <a:lnTo>
                    <a:pt x="4298741" y="6884362"/>
                  </a:lnTo>
                  <a:lnTo>
                    <a:pt x="4381687" y="6915523"/>
                  </a:lnTo>
                  <a:lnTo>
                    <a:pt x="4470947" y="6943748"/>
                  </a:lnTo>
                  <a:lnTo>
                    <a:pt x="4565744" y="6969195"/>
                  </a:lnTo>
                  <a:lnTo>
                    <a:pt x="4664584" y="6991930"/>
                  </a:lnTo>
                  <a:lnTo>
                    <a:pt x="4765152" y="7011944"/>
                  </a:lnTo>
                  <a:lnTo>
                    <a:pt x="4864330" y="7029184"/>
                  </a:lnTo>
                  <a:lnTo>
                    <a:pt x="4958386" y="7043592"/>
                  </a:lnTo>
                  <a:lnTo>
                    <a:pt x="5043375" y="7055157"/>
                  </a:lnTo>
                  <a:lnTo>
                    <a:pt x="5115714" y="7063962"/>
                  </a:lnTo>
                  <a:lnTo>
                    <a:pt x="5172819" y="7070216"/>
                  </a:lnTo>
                  <a:lnTo>
                    <a:pt x="5213639" y="7074258"/>
                  </a:lnTo>
                  <a:lnTo>
                    <a:pt x="5238934" y="7076531"/>
                  </a:lnTo>
                  <a:lnTo>
                    <a:pt x="5251270" y="7077540"/>
                  </a:lnTo>
                  <a:lnTo>
                    <a:pt x="5254805" y="7077806"/>
                  </a:lnTo>
                  <a:lnTo>
                    <a:pt x="5254955" y="7077816"/>
                  </a:lnTo>
                  <a:lnTo>
                    <a:pt x="6726343" y="7077816"/>
                  </a:lnTo>
                  <a:lnTo>
                    <a:pt x="6727092" y="7077710"/>
                  </a:lnTo>
                  <a:lnTo>
                    <a:pt x="6732059" y="7076954"/>
                  </a:lnTo>
                  <a:lnTo>
                    <a:pt x="6744725" y="7074868"/>
                  </a:lnTo>
                  <a:lnTo>
                    <a:pt x="6767721" y="7070753"/>
                  </a:lnTo>
                  <a:lnTo>
                    <a:pt x="6802716" y="7063932"/>
                  </a:lnTo>
                  <a:lnTo>
                    <a:pt x="6850298" y="7053803"/>
                  </a:lnTo>
                  <a:lnTo>
                    <a:pt x="6909967" y="7039879"/>
                  </a:lnTo>
                  <a:lnTo>
                    <a:pt x="6980246" y="7021828"/>
                  </a:lnTo>
                  <a:lnTo>
                    <a:pt x="7058933" y="6999471"/>
                  </a:lnTo>
                  <a:lnTo>
                    <a:pt x="7143426" y="6972760"/>
                  </a:lnTo>
                  <a:lnTo>
                    <a:pt x="7231053" y="6941742"/>
                  </a:lnTo>
                  <a:lnTo>
                    <a:pt x="7319350" y="6906499"/>
                  </a:lnTo>
                  <a:lnTo>
                    <a:pt x="7406247" y="6867103"/>
                  </a:lnTo>
                  <a:lnTo>
                    <a:pt x="7490158" y="6823568"/>
                  </a:lnTo>
                  <a:lnTo>
                    <a:pt x="7569988" y="6775824"/>
                  </a:lnTo>
                  <a:lnTo>
                    <a:pt x="7645090" y="6723696"/>
                  </a:lnTo>
                  <a:lnTo>
                    <a:pt x="7715183" y="6666892"/>
                  </a:lnTo>
                  <a:lnTo>
                    <a:pt x="7780275" y="6605006"/>
                  </a:lnTo>
                  <a:lnTo>
                    <a:pt x="7840583" y="6537518"/>
                  </a:lnTo>
                  <a:lnTo>
                    <a:pt x="7896465" y="6463810"/>
                  </a:lnTo>
                  <a:lnTo>
                    <a:pt x="7948369" y="6383177"/>
                  </a:lnTo>
                  <a:lnTo>
                    <a:pt x="7996790" y="6294866"/>
                  </a:lnTo>
                  <a:lnTo>
                    <a:pt x="8042241" y="6198118"/>
                  </a:lnTo>
                  <a:lnTo>
                    <a:pt x="8085228" y="6092251"/>
                  </a:lnTo>
                  <a:lnTo>
                    <a:pt x="8126226" y="5976776"/>
                  </a:lnTo>
                  <a:lnTo>
                    <a:pt x="8151487" y="5898180"/>
                  </a:lnTo>
                  <a:lnTo>
                    <a:pt x="8176545" y="5814507"/>
                  </a:lnTo>
                  <a:lnTo>
                    <a:pt x="8201144" y="5726748"/>
                  </a:lnTo>
                  <a:lnTo>
                    <a:pt x="8225368" y="5634827"/>
                  </a:lnTo>
                  <a:lnTo>
                    <a:pt x="8249288" y="5538694"/>
                  </a:lnTo>
                  <a:lnTo>
                    <a:pt x="8272967" y="5438330"/>
                  </a:lnTo>
                  <a:lnTo>
                    <a:pt x="8296461" y="5333747"/>
                  </a:lnTo>
                  <a:lnTo>
                    <a:pt x="8319816" y="5224990"/>
                  </a:lnTo>
                  <a:lnTo>
                    <a:pt x="8343070" y="5112142"/>
                  </a:lnTo>
                  <a:lnTo>
                    <a:pt x="8366258" y="4995323"/>
                  </a:lnTo>
                  <a:lnTo>
                    <a:pt x="8389406" y="4874689"/>
                  </a:lnTo>
                  <a:lnTo>
                    <a:pt x="8412535" y="4750437"/>
                  </a:lnTo>
                  <a:lnTo>
                    <a:pt x="8435663" y="4622801"/>
                  </a:lnTo>
                  <a:lnTo>
                    <a:pt x="8458802" y="4492055"/>
                  </a:lnTo>
                  <a:lnTo>
                    <a:pt x="8481959" y="4358505"/>
                  </a:lnTo>
                  <a:lnTo>
                    <a:pt x="8505138" y="4222493"/>
                  </a:lnTo>
                  <a:lnTo>
                    <a:pt x="8528341" y="4084391"/>
                  </a:lnTo>
                  <a:lnTo>
                    <a:pt x="8551566" y="3944596"/>
                  </a:lnTo>
                  <a:lnTo>
                    <a:pt x="8574809" y="3803529"/>
                  </a:lnTo>
                  <a:lnTo>
                    <a:pt x="8598065" y="3661625"/>
                  </a:lnTo>
                  <a:lnTo>
                    <a:pt x="8621326" y="3519330"/>
                  </a:lnTo>
                  <a:lnTo>
                    <a:pt x="8644587" y="3377098"/>
                  </a:lnTo>
                  <a:lnTo>
                    <a:pt x="8667839" y="3235380"/>
                  </a:lnTo>
                  <a:lnTo>
                    <a:pt x="8691078" y="3094620"/>
                  </a:lnTo>
                  <a:lnTo>
                    <a:pt x="8714297" y="2955250"/>
                  </a:lnTo>
                  <a:lnTo>
                    <a:pt x="8737494" y="2817684"/>
                  </a:lnTo>
                  <a:lnTo>
                    <a:pt x="8760667" y="2682314"/>
                  </a:lnTo>
                  <a:lnTo>
                    <a:pt x="8783818" y="2549502"/>
                  </a:lnTo>
                  <a:lnTo>
                    <a:pt x="8806952" y="2419582"/>
                  </a:lnTo>
                  <a:lnTo>
                    <a:pt x="8830080" y="2292852"/>
                  </a:lnTo>
                  <a:lnTo>
                    <a:pt x="8853212" y="2169573"/>
                  </a:lnTo>
                  <a:lnTo>
                    <a:pt x="8876369" y="2049971"/>
                  </a:lnTo>
                  <a:lnTo>
                    <a:pt x="8899572" y="1934230"/>
                  </a:lnTo>
                  <a:lnTo>
                    <a:pt x="8922850" y="1822497"/>
                  </a:lnTo>
                  <a:lnTo>
                    <a:pt x="8946239" y="1714882"/>
                  </a:lnTo>
                  <a:lnTo>
                    <a:pt x="8969779" y="1611456"/>
                  </a:lnTo>
                  <a:lnTo>
                    <a:pt x="8993519" y="1512256"/>
                  </a:lnTo>
                  <a:lnTo>
                    <a:pt x="9017516" y="1417285"/>
                  </a:lnTo>
                  <a:lnTo>
                    <a:pt x="9041835" y="1326514"/>
                  </a:lnTo>
                  <a:lnTo>
                    <a:pt x="9066552" y="1239888"/>
                  </a:lnTo>
                  <a:lnTo>
                    <a:pt x="9084767" y="1179636"/>
                  </a:lnTo>
                  <a:lnTo>
                    <a:pt x="9124724" y="1057947"/>
                  </a:lnTo>
                  <a:lnTo>
                    <a:pt x="9166393" y="946001"/>
                  </a:lnTo>
                  <a:lnTo>
                    <a:pt x="9210218" y="843518"/>
                  </a:lnTo>
                  <a:lnTo>
                    <a:pt x="9256689" y="749921"/>
                  </a:lnTo>
                  <a:lnTo>
                    <a:pt x="9306316" y="664489"/>
                  </a:lnTo>
                  <a:lnTo>
                    <a:pt x="9359610" y="586458"/>
                  </a:lnTo>
                  <a:lnTo>
                    <a:pt x="9417053" y="515087"/>
                  </a:lnTo>
                  <a:lnTo>
                    <a:pt x="9479064" y="449702"/>
                  </a:lnTo>
                  <a:lnTo>
                    <a:pt x="9545958" y="389717"/>
                  </a:lnTo>
                  <a:lnTo>
                    <a:pt x="9617884" y="334653"/>
                  </a:lnTo>
                  <a:lnTo>
                    <a:pt x="9694753" y="284146"/>
                  </a:lnTo>
                  <a:lnTo>
                    <a:pt x="9776164" y="237946"/>
                  </a:lnTo>
                  <a:lnTo>
                    <a:pt x="9861312" y="195919"/>
                  </a:lnTo>
                  <a:lnTo>
                    <a:pt x="9948927" y="158026"/>
                  </a:lnTo>
                  <a:lnTo>
                    <a:pt x="10037244" y="124308"/>
                  </a:lnTo>
                  <a:lnTo>
                    <a:pt x="10124033" y="94847"/>
                  </a:lnTo>
                  <a:lnTo>
                    <a:pt x="10206728" y="69717"/>
                  </a:lnTo>
                  <a:lnTo>
                    <a:pt x="10282647" y="48936"/>
                  </a:lnTo>
                  <a:lnTo>
                    <a:pt x="10349293" y="32413"/>
                  </a:lnTo>
                  <a:lnTo>
                    <a:pt x="10404693" y="19916"/>
                  </a:lnTo>
                  <a:lnTo>
                    <a:pt x="10447704" y="11052"/>
                  </a:lnTo>
                  <a:lnTo>
                    <a:pt x="10478212" y="5289"/>
                  </a:lnTo>
                  <a:lnTo>
                    <a:pt x="10497207" y="1992"/>
                  </a:lnTo>
                  <a:lnTo>
                    <a:pt x="10506724" y="469"/>
                  </a:lnTo>
                  <a:lnTo>
                    <a:pt x="10509714" y="27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64" name="pl664"/>
            <p:cNvSpPr/>
            <p:nvPr/>
          </p:nvSpPr>
          <p:spPr>
            <a:xfrm>
              <a:off x="4799595" y="2683157"/>
              <a:ext cx="11981298" cy="7077816"/>
            </a:xfrm>
            <a:custGeom>
              <a:avLst/>
              <a:pathLst>
                <a:path w="11981298" h="7077816">
                  <a:moveTo>
                    <a:pt x="11981298" y="0"/>
                  </a:moveTo>
                  <a:lnTo>
                    <a:pt x="10509911" y="0"/>
                  </a:lnTo>
                  <a:lnTo>
                    <a:pt x="10509161" y="106"/>
                  </a:lnTo>
                  <a:lnTo>
                    <a:pt x="10504194" y="861"/>
                  </a:lnTo>
                  <a:lnTo>
                    <a:pt x="10491529" y="2948"/>
                  </a:lnTo>
                  <a:lnTo>
                    <a:pt x="10468532" y="7063"/>
                  </a:lnTo>
                  <a:lnTo>
                    <a:pt x="10433538" y="13883"/>
                  </a:lnTo>
                  <a:lnTo>
                    <a:pt x="10385955" y="24013"/>
                  </a:lnTo>
                  <a:lnTo>
                    <a:pt x="10326286" y="37936"/>
                  </a:lnTo>
                  <a:lnTo>
                    <a:pt x="10256008" y="55987"/>
                  </a:lnTo>
                  <a:lnTo>
                    <a:pt x="10177320" y="78345"/>
                  </a:lnTo>
                  <a:lnTo>
                    <a:pt x="10092827" y="105055"/>
                  </a:lnTo>
                  <a:lnTo>
                    <a:pt x="10005200" y="136074"/>
                  </a:lnTo>
                  <a:lnTo>
                    <a:pt x="9916903" y="171316"/>
                  </a:lnTo>
                  <a:lnTo>
                    <a:pt x="9830006" y="210713"/>
                  </a:lnTo>
                  <a:lnTo>
                    <a:pt x="9746096" y="254248"/>
                  </a:lnTo>
                  <a:lnTo>
                    <a:pt x="9666265" y="301991"/>
                  </a:lnTo>
                  <a:lnTo>
                    <a:pt x="9591164" y="354119"/>
                  </a:lnTo>
                  <a:lnTo>
                    <a:pt x="9521070" y="410923"/>
                  </a:lnTo>
                  <a:lnTo>
                    <a:pt x="9455978" y="472809"/>
                  </a:lnTo>
                  <a:lnTo>
                    <a:pt x="9395670" y="540297"/>
                  </a:lnTo>
                  <a:lnTo>
                    <a:pt x="9339788" y="614006"/>
                  </a:lnTo>
                  <a:lnTo>
                    <a:pt x="9287884" y="694639"/>
                  </a:lnTo>
                  <a:lnTo>
                    <a:pt x="9239463" y="782950"/>
                  </a:lnTo>
                  <a:lnTo>
                    <a:pt x="9194012" y="879697"/>
                  </a:lnTo>
                  <a:lnTo>
                    <a:pt x="9151025" y="985564"/>
                  </a:lnTo>
                  <a:lnTo>
                    <a:pt x="9110027" y="1101040"/>
                  </a:lnTo>
                  <a:lnTo>
                    <a:pt x="9084767" y="1179636"/>
                  </a:lnTo>
                  <a:lnTo>
                    <a:pt x="9059708" y="1263308"/>
                  </a:lnTo>
                  <a:lnTo>
                    <a:pt x="9035109" y="1351067"/>
                  </a:lnTo>
                  <a:lnTo>
                    <a:pt x="9010886" y="1442988"/>
                  </a:lnTo>
                  <a:lnTo>
                    <a:pt x="8986966" y="1539121"/>
                  </a:lnTo>
                  <a:lnTo>
                    <a:pt x="8963286" y="1639486"/>
                  </a:lnTo>
                  <a:lnTo>
                    <a:pt x="8939792" y="1744069"/>
                  </a:lnTo>
                  <a:lnTo>
                    <a:pt x="8916438" y="1852826"/>
                  </a:lnTo>
                  <a:lnTo>
                    <a:pt x="8893183" y="1965673"/>
                  </a:lnTo>
                  <a:lnTo>
                    <a:pt x="8869996" y="2082493"/>
                  </a:lnTo>
                  <a:lnTo>
                    <a:pt x="8846848" y="2203127"/>
                  </a:lnTo>
                  <a:lnTo>
                    <a:pt x="8823718" y="2327379"/>
                  </a:lnTo>
                  <a:lnTo>
                    <a:pt x="8800590" y="2455014"/>
                  </a:lnTo>
                  <a:lnTo>
                    <a:pt x="8777451" y="2585761"/>
                  </a:lnTo>
                  <a:lnTo>
                    <a:pt x="8754294" y="2719311"/>
                  </a:lnTo>
                  <a:lnTo>
                    <a:pt x="8731115" y="2855323"/>
                  </a:lnTo>
                  <a:lnTo>
                    <a:pt x="8707912" y="2993425"/>
                  </a:lnTo>
                  <a:lnTo>
                    <a:pt x="8684687" y="3133219"/>
                  </a:lnTo>
                  <a:lnTo>
                    <a:pt x="8661444" y="3274287"/>
                  </a:lnTo>
                  <a:lnTo>
                    <a:pt x="8638189" y="3416191"/>
                  </a:lnTo>
                  <a:lnTo>
                    <a:pt x="8614927" y="3558485"/>
                  </a:lnTo>
                  <a:lnTo>
                    <a:pt x="8591667" y="3700717"/>
                  </a:lnTo>
                  <a:lnTo>
                    <a:pt x="8568414" y="3842436"/>
                  </a:lnTo>
                  <a:lnTo>
                    <a:pt x="8545175" y="3983196"/>
                  </a:lnTo>
                  <a:lnTo>
                    <a:pt x="8521956" y="4122566"/>
                  </a:lnTo>
                  <a:lnTo>
                    <a:pt x="8498760" y="4260131"/>
                  </a:lnTo>
                  <a:lnTo>
                    <a:pt x="8475587" y="4395502"/>
                  </a:lnTo>
                  <a:lnTo>
                    <a:pt x="8452435" y="4528313"/>
                  </a:lnTo>
                  <a:lnTo>
                    <a:pt x="8429301" y="4658233"/>
                  </a:lnTo>
                  <a:lnTo>
                    <a:pt x="8406174" y="4784964"/>
                  </a:lnTo>
                  <a:lnTo>
                    <a:pt x="8383041" y="4908242"/>
                  </a:lnTo>
                  <a:lnTo>
                    <a:pt x="8359884" y="5027845"/>
                  </a:lnTo>
                  <a:lnTo>
                    <a:pt x="8336681" y="5143586"/>
                  </a:lnTo>
                  <a:lnTo>
                    <a:pt x="8313403" y="5255319"/>
                  </a:lnTo>
                  <a:lnTo>
                    <a:pt x="8290014" y="5362934"/>
                  </a:lnTo>
                  <a:lnTo>
                    <a:pt x="8266474" y="5466360"/>
                  </a:lnTo>
                  <a:lnTo>
                    <a:pt x="8242734" y="5565560"/>
                  </a:lnTo>
                  <a:lnTo>
                    <a:pt x="8218737" y="5660531"/>
                  </a:lnTo>
                  <a:lnTo>
                    <a:pt x="8194418" y="5751301"/>
                  </a:lnTo>
                  <a:lnTo>
                    <a:pt x="8169702" y="5837927"/>
                  </a:lnTo>
                  <a:lnTo>
                    <a:pt x="8151487" y="5898180"/>
                  </a:lnTo>
                  <a:lnTo>
                    <a:pt x="8111529" y="6019869"/>
                  </a:lnTo>
                  <a:lnTo>
                    <a:pt x="8069861" y="6131815"/>
                  </a:lnTo>
                  <a:lnTo>
                    <a:pt x="8026035" y="6234298"/>
                  </a:lnTo>
                  <a:lnTo>
                    <a:pt x="7979564" y="6327894"/>
                  </a:lnTo>
                  <a:lnTo>
                    <a:pt x="7929937" y="6413326"/>
                  </a:lnTo>
                  <a:lnTo>
                    <a:pt x="7876643" y="6491358"/>
                  </a:lnTo>
                  <a:lnTo>
                    <a:pt x="7819201" y="6562728"/>
                  </a:lnTo>
                  <a:lnTo>
                    <a:pt x="7757189" y="6628114"/>
                  </a:lnTo>
                  <a:lnTo>
                    <a:pt x="7690295" y="6688099"/>
                  </a:lnTo>
                  <a:lnTo>
                    <a:pt x="7618370" y="6743162"/>
                  </a:lnTo>
                  <a:lnTo>
                    <a:pt x="7541500" y="6793670"/>
                  </a:lnTo>
                  <a:lnTo>
                    <a:pt x="7460089" y="6839869"/>
                  </a:lnTo>
                  <a:lnTo>
                    <a:pt x="7374942" y="6881897"/>
                  </a:lnTo>
                  <a:lnTo>
                    <a:pt x="7287326" y="6919790"/>
                  </a:lnTo>
                  <a:lnTo>
                    <a:pt x="7199010" y="6953507"/>
                  </a:lnTo>
                  <a:lnTo>
                    <a:pt x="7112220" y="6982969"/>
                  </a:lnTo>
                  <a:lnTo>
                    <a:pt x="7029525" y="7008099"/>
                  </a:lnTo>
                  <a:lnTo>
                    <a:pt x="6953606" y="7028880"/>
                  </a:lnTo>
                  <a:lnTo>
                    <a:pt x="6886960" y="7045402"/>
                  </a:lnTo>
                  <a:lnTo>
                    <a:pt x="6831560" y="7057900"/>
                  </a:lnTo>
                  <a:lnTo>
                    <a:pt x="6788550" y="7066764"/>
                  </a:lnTo>
                  <a:lnTo>
                    <a:pt x="6758042" y="7072526"/>
                  </a:lnTo>
                  <a:lnTo>
                    <a:pt x="6739046" y="7075824"/>
                  </a:lnTo>
                  <a:lnTo>
                    <a:pt x="6729530" y="7077346"/>
                  </a:lnTo>
                  <a:lnTo>
                    <a:pt x="6726539" y="7077789"/>
                  </a:lnTo>
                  <a:lnTo>
                    <a:pt x="6726343" y="7077816"/>
                  </a:lnTo>
                  <a:lnTo>
                    <a:pt x="5254955" y="7077816"/>
                  </a:lnTo>
                  <a:lnTo>
                    <a:pt x="5253855" y="7077737"/>
                  </a:lnTo>
                  <a:lnTo>
                    <a:pt x="5246621" y="7077171"/>
                  </a:lnTo>
                  <a:lnTo>
                    <a:pt x="5228366" y="7075608"/>
                  </a:lnTo>
                  <a:lnTo>
                    <a:pt x="5195681" y="7072529"/>
                  </a:lnTo>
                  <a:lnTo>
                    <a:pt x="5146866" y="7067454"/>
                  </a:lnTo>
                  <a:lnTo>
                    <a:pt x="5082065" y="7059985"/>
                  </a:lnTo>
                  <a:lnTo>
                    <a:pt x="5003133" y="7049846"/>
                  </a:lnTo>
                  <a:lnTo>
                    <a:pt x="4913219" y="7036893"/>
                  </a:lnTo>
                  <a:lnTo>
                    <a:pt x="4816163" y="7021093"/>
                  </a:lnTo>
                  <a:lnTo>
                    <a:pt x="4715869" y="7002487"/>
                  </a:lnTo>
                  <a:lnTo>
                    <a:pt x="4615805" y="6981135"/>
                  </a:lnTo>
                  <a:lnTo>
                    <a:pt x="4518708" y="6957075"/>
                  </a:lnTo>
                  <a:lnTo>
                    <a:pt x="4426483" y="6930282"/>
                  </a:lnTo>
                  <a:lnTo>
                    <a:pt x="4340257" y="6900645"/>
                  </a:lnTo>
                  <a:lnTo>
                    <a:pt x="4260509" y="6867958"/>
                  </a:lnTo>
                  <a:lnTo>
                    <a:pt x="4187225" y="6831918"/>
                  </a:lnTo>
                  <a:lnTo>
                    <a:pt x="4120053" y="6792125"/>
                  </a:lnTo>
                  <a:lnTo>
                    <a:pt x="4058420" y="6748098"/>
                  </a:lnTo>
                  <a:lnTo>
                    <a:pt x="4001630" y="6699294"/>
                  </a:lnTo>
                  <a:lnTo>
                    <a:pt x="3948933" y="6645147"/>
                  </a:lnTo>
                  <a:lnTo>
                    <a:pt x="3899576" y="6585124"/>
                  </a:lnTo>
                  <a:lnTo>
                    <a:pt x="3852849" y="6518838"/>
                  </a:lnTo>
                  <a:lnTo>
                    <a:pt x="3829811" y="6482549"/>
                  </a:lnTo>
                  <a:lnTo>
                    <a:pt x="3795567" y="6424122"/>
                  </a:lnTo>
                  <a:lnTo>
                    <a:pt x="3762128" y="6361788"/>
                  </a:lnTo>
                  <a:lnTo>
                    <a:pt x="3729294" y="6295469"/>
                  </a:lnTo>
                  <a:lnTo>
                    <a:pt x="3696900" y="6225135"/>
                  </a:lnTo>
                  <a:lnTo>
                    <a:pt x="3664813" y="6150817"/>
                  </a:lnTo>
                  <a:lnTo>
                    <a:pt x="3632925" y="6072606"/>
                  </a:lnTo>
                  <a:lnTo>
                    <a:pt x="3601151" y="5990658"/>
                  </a:lnTo>
                  <a:lnTo>
                    <a:pt x="3569426" y="5905201"/>
                  </a:lnTo>
                  <a:lnTo>
                    <a:pt x="3537706" y="5816528"/>
                  </a:lnTo>
                  <a:lnTo>
                    <a:pt x="3505961" y="5725001"/>
                  </a:lnTo>
                  <a:lnTo>
                    <a:pt x="3474176" y="5631044"/>
                  </a:lnTo>
                  <a:lnTo>
                    <a:pt x="3442347" y="5535136"/>
                  </a:lnTo>
                  <a:lnTo>
                    <a:pt x="3410479" y="5437803"/>
                  </a:lnTo>
                  <a:lnTo>
                    <a:pt x="3378587" y="5339605"/>
                  </a:lnTo>
                  <a:lnTo>
                    <a:pt x="3346685" y="5241123"/>
                  </a:lnTo>
                  <a:lnTo>
                    <a:pt x="3314793" y="5142945"/>
                  </a:lnTo>
                  <a:lnTo>
                    <a:pt x="3282927" y="5045651"/>
                  </a:lnTo>
                  <a:lnTo>
                    <a:pt x="3251099" y="4949800"/>
                  </a:lnTo>
                  <a:lnTo>
                    <a:pt x="3219315" y="4855918"/>
                  </a:lnTo>
                  <a:lnTo>
                    <a:pt x="3187571" y="4764480"/>
                  </a:lnTo>
                  <a:lnTo>
                    <a:pt x="3155851" y="4675909"/>
                  </a:lnTo>
                  <a:lnTo>
                    <a:pt x="3124126" y="4590565"/>
                  </a:lnTo>
                  <a:lnTo>
                    <a:pt x="3092349" y="4508740"/>
                  </a:lnTo>
                  <a:lnTo>
                    <a:pt x="3060456" y="4430657"/>
                  </a:lnTo>
                  <a:lnTo>
                    <a:pt x="3028360" y="4356471"/>
                  </a:lnTo>
                  <a:lnTo>
                    <a:pt x="2995954" y="4286272"/>
                  </a:lnTo>
                  <a:lnTo>
                    <a:pt x="2963103" y="4220088"/>
                  </a:lnTo>
                  <a:lnTo>
                    <a:pt x="2929640" y="4157887"/>
                  </a:lnTo>
                  <a:lnTo>
                    <a:pt x="2896531" y="4101482"/>
                  </a:lnTo>
                  <a:lnTo>
                    <a:pt x="2850899" y="4031938"/>
                  </a:lnTo>
                  <a:lnTo>
                    <a:pt x="2802968" y="3968753"/>
                  </a:lnTo>
                  <a:lnTo>
                    <a:pt x="2752068" y="3911668"/>
                  </a:lnTo>
                  <a:lnTo>
                    <a:pt x="2697462" y="3860207"/>
                  </a:lnTo>
                  <a:lnTo>
                    <a:pt x="2638392" y="3813813"/>
                  </a:lnTo>
                  <a:lnTo>
                    <a:pt x="2574128" y="3771924"/>
                  </a:lnTo>
                  <a:lnTo>
                    <a:pt x="2504024" y="3734024"/>
                  </a:lnTo>
                  <a:lnTo>
                    <a:pt x="2427601" y="3699670"/>
                  </a:lnTo>
                  <a:lnTo>
                    <a:pt x="2344655" y="3668509"/>
                  </a:lnTo>
                  <a:lnTo>
                    <a:pt x="2255395" y="3640284"/>
                  </a:lnTo>
                  <a:lnTo>
                    <a:pt x="2160598" y="3614837"/>
                  </a:lnTo>
                  <a:lnTo>
                    <a:pt x="2061758" y="3592102"/>
                  </a:lnTo>
                  <a:lnTo>
                    <a:pt x="1961191" y="3572087"/>
                  </a:lnTo>
                  <a:lnTo>
                    <a:pt x="1862012" y="3554848"/>
                  </a:lnTo>
                  <a:lnTo>
                    <a:pt x="1767956" y="3540440"/>
                  </a:lnTo>
                  <a:lnTo>
                    <a:pt x="1682967" y="3528875"/>
                  </a:lnTo>
                  <a:lnTo>
                    <a:pt x="1610628" y="3520070"/>
                  </a:lnTo>
                  <a:lnTo>
                    <a:pt x="1553523" y="3513816"/>
                  </a:lnTo>
                  <a:lnTo>
                    <a:pt x="1512703" y="3509774"/>
                  </a:lnTo>
                  <a:lnTo>
                    <a:pt x="1487408" y="3507501"/>
                  </a:lnTo>
                  <a:lnTo>
                    <a:pt x="1475072" y="3506491"/>
                  </a:lnTo>
                  <a:lnTo>
                    <a:pt x="1471537" y="3506226"/>
                  </a:lnTo>
                  <a:lnTo>
                    <a:pt x="1471387" y="3506216"/>
                  </a:lnTo>
                  <a:lnTo>
                    <a:pt x="0" y="350621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65" name="pg665"/>
            <p:cNvSpPr/>
            <p:nvPr/>
          </p:nvSpPr>
          <p:spPr>
            <a:xfrm>
              <a:off x="4799595" y="2764887"/>
              <a:ext cx="11981298" cy="7053297"/>
            </a:xfrm>
            <a:custGeom>
              <a:avLst/>
              <a:pathLst>
                <a:path w="11981298" h="7053297">
                  <a:moveTo>
                    <a:pt x="0" y="3465351"/>
                  </a:moveTo>
                  <a:lnTo>
                    <a:pt x="1471387" y="3465351"/>
                  </a:lnTo>
                  <a:lnTo>
                    <a:pt x="1472486" y="3465430"/>
                  </a:lnTo>
                  <a:lnTo>
                    <a:pt x="1479713" y="3465998"/>
                  </a:lnTo>
                  <a:lnTo>
                    <a:pt x="1497950" y="3467567"/>
                  </a:lnTo>
                  <a:lnTo>
                    <a:pt x="1530606" y="3470657"/>
                  </a:lnTo>
                  <a:lnTo>
                    <a:pt x="1579379" y="3475750"/>
                  </a:lnTo>
                  <a:lnTo>
                    <a:pt x="1644129" y="3483246"/>
                  </a:lnTo>
                  <a:lnTo>
                    <a:pt x="1723007" y="3493421"/>
                  </a:lnTo>
                  <a:lnTo>
                    <a:pt x="1812867" y="3506422"/>
                  </a:lnTo>
                  <a:lnTo>
                    <a:pt x="1909875" y="3522280"/>
                  </a:lnTo>
                  <a:lnTo>
                    <a:pt x="2010131" y="3540957"/>
                  </a:lnTo>
                  <a:lnTo>
                    <a:pt x="2110166" y="3562389"/>
                  </a:lnTo>
                  <a:lnTo>
                    <a:pt x="2207246" y="3586540"/>
                  </a:lnTo>
                  <a:lnTo>
                    <a:pt x="2299463" y="3613435"/>
                  </a:lnTo>
                  <a:lnTo>
                    <a:pt x="2385689" y="3643184"/>
                  </a:lnTo>
                  <a:lnTo>
                    <a:pt x="2465443" y="3675993"/>
                  </a:lnTo>
                  <a:lnTo>
                    <a:pt x="2538735" y="3712168"/>
                  </a:lnTo>
                  <a:lnTo>
                    <a:pt x="2605917" y="3752107"/>
                  </a:lnTo>
                  <a:lnTo>
                    <a:pt x="2667560" y="3796293"/>
                  </a:lnTo>
                  <a:lnTo>
                    <a:pt x="2724359" y="3845271"/>
                  </a:lnTo>
                  <a:lnTo>
                    <a:pt x="2777063" y="3899611"/>
                  </a:lnTo>
                  <a:lnTo>
                    <a:pt x="2826423" y="3959844"/>
                  </a:lnTo>
                  <a:lnTo>
                    <a:pt x="2873151" y="4026365"/>
                  </a:lnTo>
                  <a:lnTo>
                    <a:pt x="2896531" y="4063342"/>
                  </a:lnTo>
                  <a:lnTo>
                    <a:pt x="2930708" y="4121917"/>
                  </a:lnTo>
                  <a:lnTo>
                    <a:pt x="2964083" y="4184400"/>
                  </a:lnTo>
                  <a:lnTo>
                    <a:pt x="2996855" y="4250872"/>
                  </a:lnTo>
                  <a:lnTo>
                    <a:pt x="3029187" y="4321359"/>
                  </a:lnTo>
                  <a:lnTo>
                    <a:pt x="3061212" y="4395834"/>
                  </a:lnTo>
                  <a:lnTo>
                    <a:pt x="3093039" y="4474207"/>
                  </a:lnTo>
                  <a:lnTo>
                    <a:pt x="3124752" y="4556320"/>
                  </a:lnTo>
                  <a:lnTo>
                    <a:pt x="3156414" y="4641948"/>
                  </a:lnTo>
                  <a:lnTo>
                    <a:pt x="3188071" y="4730800"/>
                  </a:lnTo>
                  <a:lnTo>
                    <a:pt x="3219753" y="4822513"/>
                  </a:lnTo>
                  <a:lnTo>
                    <a:pt x="3251474" y="4916668"/>
                  </a:lnTo>
                  <a:lnTo>
                    <a:pt x="3283239" y="5012785"/>
                  </a:lnTo>
                  <a:lnTo>
                    <a:pt x="3315043" y="5110341"/>
                  </a:lnTo>
                  <a:lnTo>
                    <a:pt x="3346872" y="5208778"/>
                  </a:lnTo>
                  <a:lnTo>
                    <a:pt x="3378710" y="5307515"/>
                  </a:lnTo>
                  <a:lnTo>
                    <a:pt x="3410540" y="5405966"/>
                  </a:lnTo>
                  <a:lnTo>
                    <a:pt x="3442344" y="5503550"/>
                  </a:lnTo>
                  <a:lnTo>
                    <a:pt x="3474111" y="5599708"/>
                  </a:lnTo>
                  <a:lnTo>
                    <a:pt x="3505833" y="5693915"/>
                  </a:lnTo>
                  <a:lnTo>
                    <a:pt x="3537516" y="5785692"/>
                  </a:lnTo>
                  <a:lnTo>
                    <a:pt x="3569173" y="5874616"/>
                  </a:lnTo>
                  <a:lnTo>
                    <a:pt x="3600834" y="5960325"/>
                  </a:lnTo>
                  <a:lnTo>
                    <a:pt x="3632545" y="6042525"/>
                  </a:lnTo>
                  <a:lnTo>
                    <a:pt x="3664368" y="6120989"/>
                  </a:lnTo>
                  <a:lnTo>
                    <a:pt x="3696388" y="6195558"/>
                  </a:lnTo>
                  <a:lnTo>
                    <a:pt x="3728711" y="6266141"/>
                  </a:lnTo>
                  <a:lnTo>
                    <a:pt x="3761471" y="6332708"/>
                  </a:lnTo>
                  <a:lnTo>
                    <a:pt x="3794829" y="6395286"/>
                  </a:lnTo>
                  <a:lnTo>
                    <a:pt x="3828985" y="6453953"/>
                  </a:lnTo>
                  <a:lnTo>
                    <a:pt x="3829811" y="6455306"/>
                  </a:lnTo>
                  <a:lnTo>
                    <a:pt x="3875428" y="6525147"/>
                  </a:lnTo>
                  <a:lnTo>
                    <a:pt x="3923340" y="6588602"/>
                  </a:lnTo>
                  <a:lnTo>
                    <a:pt x="3974220" y="6645934"/>
                  </a:lnTo>
                  <a:lnTo>
                    <a:pt x="4028803" y="6697619"/>
                  </a:lnTo>
                  <a:lnTo>
                    <a:pt x="4087845" y="6744216"/>
                  </a:lnTo>
                  <a:lnTo>
                    <a:pt x="4152077" y="6786291"/>
                  </a:lnTo>
                  <a:lnTo>
                    <a:pt x="4222144" y="6824360"/>
                  </a:lnTo>
                  <a:lnTo>
                    <a:pt x="4298524" y="6858868"/>
                  </a:lnTo>
                  <a:lnTo>
                    <a:pt x="4381423" y="6890170"/>
                  </a:lnTo>
                  <a:lnTo>
                    <a:pt x="4470633" y="6918524"/>
                  </a:lnTo>
                  <a:lnTo>
                    <a:pt x="4565380" y="6944088"/>
                  </a:lnTo>
                  <a:lnTo>
                    <a:pt x="4664175" y="6966930"/>
                  </a:lnTo>
                  <a:lnTo>
                    <a:pt x="4764707" y="6987041"/>
                  </a:lnTo>
                  <a:lnTo>
                    <a:pt x="4863866" y="7004367"/>
                  </a:lnTo>
                  <a:lnTo>
                    <a:pt x="4957926" y="7018849"/>
                  </a:lnTo>
                  <a:lnTo>
                    <a:pt x="5042944" y="7030478"/>
                  </a:lnTo>
                  <a:lnTo>
                    <a:pt x="5115337" y="7039336"/>
                  </a:lnTo>
                  <a:lnTo>
                    <a:pt x="5172518" y="7045631"/>
                  </a:lnTo>
                  <a:lnTo>
                    <a:pt x="5213426" y="7049702"/>
                  </a:lnTo>
                  <a:lnTo>
                    <a:pt x="5238810" y="7051995"/>
                  </a:lnTo>
                  <a:lnTo>
                    <a:pt x="5251219" y="7053016"/>
                  </a:lnTo>
                  <a:lnTo>
                    <a:pt x="5254798" y="7053286"/>
                  </a:lnTo>
                  <a:lnTo>
                    <a:pt x="5254955" y="7053297"/>
                  </a:lnTo>
                  <a:lnTo>
                    <a:pt x="6726343" y="7053297"/>
                  </a:lnTo>
                  <a:lnTo>
                    <a:pt x="6727095" y="7053191"/>
                  </a:lnTo>
                  <a:lnTo>
                    <a:pt x="6732082" y="7052438"/>
                  </a:lnTo>
                  <a:lnTo>
                    <a:pt x="6744796" y="7050357"/>
                  </a:lnTo>
                  <a:lnTo>
                    <a:pt x="6767877" y="7046254"/>
                  </a:lnTo>
                  <a:lnTo>
                    <a:pt x="6802995" y="7039453"/>
                  </a:lnTo>
                  <a:lnTo>
                    <a:pt x="6850736" y="7029353"/>
                  </a:lnTo>
                  <a:lnTo>
                    <a:pt x="6910586" y="7015473"/>
                  </a:lnTo>
                  <a:lnTo>
                    <a:pt x="6981057" y="6997480"/>
                  </a:lnTo>
                  <a:lnTo>
                    <a:pt x="7059933" y="6975197"/>
                  </a:lnTo>
                  <a:lnTo>
                    <a:pt x="7144597" y="6948581"/>
                  </a:lnTo>
                  <a:lnTo>
                    <a:pt x="7232369" y="6917675"/>
                  </a:lnTo>
                  <a:lnTo>
                    <a:pt x="7320778" y="6882564"/>
                  </a:lnTo>
                  <a:lnTo>
                    <a:pt x="7407753" y="6843318"/>
                  </a:lnTo>
                  <a:lnTo>
                    <a:pt x="7491711" y="6799951"/>
                  </a:lnTo>
                  <a:lnTo>
                    <a:pt x="7571562" y="6752391"/>
                  </a:lnTo>
                  <a:lnTo>
                    <a:pt x="7646661" y="6700459"/>
                  </a:lnTo>
                  <a:lnTo>
                    <a:pt x="7716736" y="6643865"/>
                  </a:lnTo>
                  <a:lnTo>
                    <a:pt x="7781800" y="6582199"/>
                  </a:lnTo>
                  <a:lnTo>
                    <a:pt x="7842074" y="6514941"/>
                  </a:lnTo>
                  <a:lnTo>
                    <a:pt x="7897921" y="6441471"/>
                  </a:lnTo>
                  <a:lnTo>
                    <a:pt x="7949791" y="6361087"/>
                  </a:lnTo>
                  <a:lnTo>
                    <a:pt x="7998184" y="6273035"/>
                  </a:lnTo>
                  <a:lnTo>
                    <a:pt x="8043614" y="6176561"/>
                  </a:lnTo>
                  <a:lnTo>
                    <a:pt x="8086588" y="6070988"/>
                  </a:lnTo>
                  <a:lnTo>
                    <a:pt x="8127584" y="5955835"/>
                  </a:lnTo>
                  <a:lnTo>
                    <a:pt x="8151487" y="5881834"/>
                  </a:lnTo>
                  <a:lnTo>
                    <a:pt x="8176628" y="5798456"/>
                  </a:lnTo>
                  <a:lnTo>
                    <a:pt x="8201308" y="5710992"/>
                  </a:lnTo>
                  <a:lnTo>
                    <a:pt x="8225609" y="5619367"/>
                  </a:lnTo>
                  <a:lnTo>
                    <a:pt x="8249606" y="5523531"/>
                  </a:lnTo>
                  <a:lnTo>
                    <a:pt x="8273362" y="5423465"/>
                  </a:lnTo>
                  <a:lnTo>
                    <a:pt x="8296932" y="5319181"/>
                  </a:lnTo>
                  <a:lnTo>
                    <a:pt x="8320362" y="5210726"/>
                  </a:lnTo>
                  <a:lnTo>
                    <a:pt x="8343692" y="5098184"/>
                  </a:lnTo>
                  <a:lnTo>
                    <a:pt x="8366956" y="4981675"/>
                  </a:lnTo>
                  <a:lnTo>
                    <a:pt x="8390181" y="4861357"/>
                  </a:lnTo>
                  <a:lnTo>
                    <a:pt x="8413388" y="4737430"/>
                  </a:lnTo>
                  <a:lnTo>
                    <a:pt x="8436593" y="4610130"/>
                  </a:lnTo>
                  <a:lnTo>
                    <a:pt x="8459810" y="4479730"/>
                  </a:lnTo>
                  <a:lnTo>
                    <a:pt x="8483045" y="4346543"/>
                  </a:lnTo>
                  <a:lnTo>
                    <a:pt x="8506304" y="4210911"/>
                  </a:lnTo>
                  <a:lnTo>
                    <a:pt x="8529586" y="4073209"/>
                  </a:lnTo>
                  <a:lnTo>
                    <a:pt x="8552889" y="3933837"/>
                  </a:lnTo>
                  <a:lnTo>
                    <a:pt x="8576211" y="3793217"/>
                  </a:lnTo>
                  <a:lnTo>
                    <a:pt x="8599545" y="3651787"/>
                  </a:lnTo>
                  <a:lnTo>
                    <a:pt x="8622885" y="3509995"/>
                  </a:lnTo>
                  <a:lnTo>
                    <a:pt x="8646223" y="3368296"/>
                  </a:lnTo>
                  <a:lnTo>
                    <a:pt x="8669553" y="3227143"/>
                  </a:lnTo>
                  <a:lnTo>
                    <a:pt x="8692868" y="3086979"/>
                  </a:lnTo>
                  <a:lnTo>
                    <a:pt x="8716163" y="2948238"/>
                  </a:lnTo>
                  <a:lnTo>
                    <a:pt x="8739435" y="2811333"/>
                  </a:lnTo>
                  <a:lnTo>
                    <a:pt x="8762684" y="2676655"/>
                  </a:lnTo>
                  <a:lnTo>
                    <a:pt x="8785911" y="2544564"/>
                  </a:lnTo>
                  <a:lnTo>
                    <a:pt x="8809122" y="2415393"/>
                  </a:lnTo>
                  <a:lnTo>
                    <a:pt x="8832327" y="2289437"/>
                  </a:lnTo>
                  <a:lnTo>
                    <a:pt x="8855538" y="2166955"/>
                  </a:lnTo>
                  <a:lnTo>
                    <a:pt x="8878776" y="2048168"/>
                  </a:lnTo>
                  <a:lnTo>
                    <a:pt x="8902063" y="1933260"/>
                  </a:lnTo>
                  <a:lnTo>
                    <a:pt x="8925430" y="1822371"/>
                  </a:lnTo>
                  <a:lnTo>
                    <a:pt x="8948912" y="1715609"/>
                  </a:lnTo>
                  <a:lnTo>
                    <a:pt x="8972551" y="1613041"/>
                  </a:lnTo>
                  <a:lnTo>
                    <a:pt x="8996398" y="1514700"/>
                  </a:lnTo>
                  <a:lnTo>
                    <a:pt x="9020511" y="1420585"/>
                  </a:lnTo>
                  <a:lnTo>
                    <a:pt x="9044958" y="1330664"/>
                  </a:lnTo>
                  <a:lnTo>
                    <a:pt x="9069815" y="1244877"/>
                  </a:lnTo>
                  <a:lnTo>
                    <a:pt x="9084767" y="1195982"/>
                  </a:lnTo>
                  <a:lnTo>
                    <a:pt x="9124779" y="1074979"/>
                  </a:lnTo>
                  <a:lnTo>
                    <a:pt x="9166508" y="963677"/>
                  </a:lnTo>
                  <a:lnTo>
                    <a:pt x="9210401" y="861798"/>
                  </a:lnTo>
                  <a:lnTo>
                    <a:pt x="9256949" y="768764"/>
                  </a:lnTo>
                  <a:lnTo>
                    <a:pt x="9306664" y="683856"/>
                  </a:lnTo>
                  <a:lnTo>
                    <a:pt x="9360059" y="606312"/>
                  </a:lnTo>
                  <a:lnTo>
                    <a:pt x="9417618" y="535395"/>
                  </a:lnTo>
                  <a:lnTo>
                    <a:pt x="9479762" y="470432"/>
                  </a:lnTo>
                  <a:lnTo>
                    <a:pt x="9546804" y="410841"/>
                  </a:lnTo>
                  <a:lnTo>
                    <a:pt x="9618891" y="356145"/>
                  </a:lnTo>
                  <a:lnTo>
                    <a:pt x="9695934" y="305982"/>
                  </a:lnTo>
                  <a:lnTo>
                    <a:pt x="9777520" y="260106"/>
                  </a:lnTo>
                  <a:lnTo>
                    <a:pt x="9862836" y="218382"/>
                  </a:lnTo>
                  <a:lnTo>
                    <a:pt x="9950600" y="180777"/>
                  </a:lnTo>
                  <a:lnTo>
                    <a:pt x="10039029" y="147330"/>
                  </a:lnTo>
                  <a:lnTo>
                    <a:pt x="10125877" y="118122"/>
                  </a:lnTo>
                  <a:lnTo>
                    <a:pt x="10208562" y="93229"/>
                  </a:lnTo>
                  <a:lnTo>
                    <a:pt x="10284390" y="72666"/>
                  </a:lnTo>
                  <a:lnTo>
                    <a:pt x="10350866" y="56340"/>
                  </a:lnTo>
                  <a:lnTo>
                    <a:pt x="10406024" y="44013"/>
                  </a:lnTo>
                  <a:lnTo>
                    <a:pt x="10448741" y="35292"/>
                  </a:lnTo>
                  <a:lnTo>
                    <a:pt x="10478936" y="29642"/>
                  </a:lnTo>
                  <a:lnTo>
                    <a:pt x="10497633" y="26427"/>
                  </a:lnTo>
                  <a:lnTo>
                    <a:pt x="10506905" y="24958"/>
                  </a:lnTo>
                  <a:lnTo>
                    <a:pt x="10509743" y="24541"/>
                  </a:lnTo>
                  <a:lnTo>
                    <a:pt x="10509911" y="24518"/>
                  </a:lnTo>
                  <a:lnTo>
                    <a:pt x="11981298" y="24518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9158" y="105"/>
                  </a:lnTo>
                  <a:lnTo>
                    <a:pt x="10504171" y="859"/>
                  </a:lnTo>
                  <a:lnTo>
                    <a:pt x="10491458" y="2939"/>
                  </a:lnTo>
                  <a:lnTo>
                    <a:pt x="10468376" y="7043"/>
                  </a:lnTo>
                  <a:lnTo>
                    <a:pt x="10433258" y="13844"/>
                  </a:lnTo>
                  <a:lnTo>
                    <a:pt x="10385517" y="23943"/>
                  </a:lnTo>
                  <a:lnTo>
                    <a:pt x="10325667" y="37824"/>
                  </a:lnTo>
                  <a:lnTo>
                    <a:pt x="10255196" y="55817"/>
                  </a:lnTo>
                  <a:lnTo>
                    <a:pt x="10176321" y="78099"/>
                  </a:lnTo>
                  <a:lnTo>
                    <a:pt x="10091656" y="104716"/>
                  </a:lnTo>
                  <a:lnTo>
                    <a:pt x="10003885" y="135621"/>
                  </a:lnTo>
                  <a:lnTo>
                    <a:pt x="9915476" y="170732"/>
                  </a:lnTo>
                  <a:lnTo>
                    <a:pt x="9828500" y="209978"/>
                  </a:lnTo>
                  <a:lnTo>
                    <a:pt x="9744542" y="253345"/>
                  </a:lnTo>
                  <a:lnTo>
                    <a:pt x="9664692" y="300906"/>
                  </a:lnTo>
                  <a:lnTo>
                    <a:pt x="9589592" y="352837"/>
                  </a:lnTo>
                  <a:lnTo>
                    <a:pt x="9519517" y="409432"/>
                  </a:lnTo>
                  <a:lnTo>
                    <a:pt x="9454453" y="471098"/>
                  </a:lnTo>
                  <a:lnTo>
                    <a:pt x="9394179" y="538356"/>
                  </a:lnTo>
                  <a:lnTo>
                    <a:pt x="9338333" y="611826"/>
                  </a:lnTo>
                  <a:lnTo>
                    <a:pt x="9286462" y="692210"/>
                  </a:lnTo>
                  <a:lnTo>
                    <a:pt x="9238070" y="780262"/>
                  </a:lnTo>
                  <a:lnTo>
                    <a:pt x="9192640" y="876736"/>
                  </a:lnTo>
                  <a:lnTo>
                    <a:pt x="9149665" y="982309"/>
                  </a:lnTo>
                  <a:lnTo>
                    <a:pt x="9108669" y="1097462"/>
                  </a:lnTo>
                  <a:lnTo>
                    <a:pt x="9084767" y="1171463"/>
                  </a:lnTo>
                  <a:lnTo>
                    <a:pt x="9059625" y="1254841"/>
                  </a:lnTo>
                  <a:lnTo>
                    <a:pt x="9034945" y="1342304"/>
                  </a:lnTo>
                  <a:lnTo>
                    <a:pt x="9010644" y="1433929"/>
                  </a:lnTo>
                  <a:lnTo>
                    <a:pt x="8986647" y="1529765"/>
                  </a:lnTo>
                  <a:lnTo>
                    <a:pt x="8962891" y="1629832"/>
                  </a:lnTo>
                  <a:lnTo>
                    <a:pt x="8939321" y="1734116"/>
                  </a:lnTo>
                  <a:lnTo>
                    <a:pt x="8915891" y="1842570"/>
                  </a:lnTo>
                  <a:lnTo>
                    <a:pt x="8892561" y="1955113"/>
                  </a:lnTo>
                  <a:lnTo>
                    <a:pt x="8869297" y="2071622"/>
                  </a:lnTo>
                  <a:lnTo>
                    <a:pt x="8846073" y="2191939"/>
                  </a:lnTo>
                  <a:lnTo>
                    <a:pt x="8822866" y="2315867"/>
                  </a:lnTo>
                  <a:lnTo>
                    <a:pt x="8799660" y="2443167"/>
                  </a:lnTo>
                  <a:lnTo>
                    <a:pt x="8776443" y="2573566"/>
                  </a:lnTo>
                  <a:lnTo>
                    <a:pt x="8753208" y="2706754"/>
                  </a:lnTo>
                  <a:lnTo>
                    <a:pt x="8729950" y="2842385"/>
                  </a:lnTo>
                  <a:lnTo>
                    <a:pt x="8706668" y="2980087"/>
                  </a:lnTo>
                  <a:lnTo>
                    <a:pt x="8683364" y="3119460"/>
                  </a:lnTo>
                  <a:lnTo>
                    <a:pt x="8660042" y="3260080"/>
                  </a:lnTo>
                  <a:lnTo>
                    <a:pt x="8636708" y="3401510"/>
                  </a:lnTo>
                  <a:lnTo>
                    <a:pt x="8613369" y="3543301"/>
                  </a:lnTo>
                  <a:lnTo>
                    <a:pt x="8590030" y="3685000"/>
                  </a:lnTo>
                  <a:lnTo>
                    <a:pt x="8566701" y="3826154"/>
                  </a:lnTo>
                  <a:lnTo>
                    <a:pt x="8543386" y="3966317"/>
                  </a:lnTo>
                  <a:lnTo>
                    <a:pt x="8520090" y="4105058"/>
                  </a:lnTo>
                  <a:lnTo>
                    <a:pt x="8496818" y="4241963"/>
                  </a:lnTo>
                  <a:lnTo>
                    <a:pt x="8473569" y="4376642"/>
                  </a:lnTo>
                  <a:lnTo>
                    <a:pt x="8450342" y="4508732"/>
                  </a:lnTo>
                  <a:lnTo>
                    <a:pt x="8427131" y="4637904"/>
                  </a:lnTo>
                  <a:lnTo>
                    <a:pt x="8403927" y="4763860"/>
                  </a:lnTo>
                  <a:lnTo>
                    <a:pt x="8380715" y="4886342"/>
                  </a:lnTo>
                  <a:lnTo>
                    <a:pt x="8357477" y="5005128"/>
                  </a:lnTo>
                  <a:lnTo>
                    <a:pt x="8334190" y="5120037"/>
                  </a:lnTo>
                  <a:lnTo>
                    <a:pt x="8310823" y="5230925"/>
                  </a:lnTo>
                  <a:lnTo>
                    <a:pt x="8287341" y="5337687"/>
                  </a:lnTo>
                  <a:lnTo>
                    <a:pt x="8263702" y="5440255"/>
                  </a:lnTo>
                  <a:lnTo>
                    <a:pt x="8239855" y="5538596"/>
                  </a:lnTo>
                  <a:lnTo>
                    <a:pt x="8215742" y="5632711"/>
                  </a:lnTo>
                  <a:lnTo>
                    <a:pt x="8191296" y="5722632"/>
                  </a:lnTo>
                  <a:lnTo>
                    <a:pt x="8166439" y="5808419"/>
                  </a:lnTo>
                  <a:lnTo>
                    <a:pt x="8151487" y="5857315"/>
                  </a:lnTo>
                  <a:lnTo>
                    <a:pt x="8111474" y="5978318"/>
                  </a:lnTo>
                  <a:lnTo>
                    <a:pt x="8069745" y="6089619"/>
                  </a:lnTo>
                  <a:lnTo>
                    <a:pt x="8025852" y="6191499"/>
                  </a:lnTo>
                  <a:lnTo>
                    <a:pt x="7979305" y="6284533"/>
                  </a:lnTo>
                  <a:lnTo>
                    <a:pt x="7929589" y="6369440"/>
                  </a:lnTo>
                  <a:lnTo>
                    <a:pt x="7876194" y="6446984"/>
                  </a:lnTo>
                  <a:lnTo>
                    <a:pt x="7818635" y="6517901"/>
                  </a:lnTo>
                  <a:lnTo>
                    <a:pt x="7756491" y="6582864"/>
                  </a:lnTo>
                  <a:lnTo>
                    <a:pt x="7689449" y="6642456"/>
                  </a:lnTo>
                  <a:lnTo>
                    <a:pt x="7617362" y="6697151"/>
                  </a:lnTo>
                  <a:lnTo>
                    <a:pt x="7540320" y="6747314"/>
                  </a:lnTo>
                  <a:lnTo>
                    <a:pt x="7458733" y="6793191"/>
                  </a:lnTo>
                  <a:lnTo>
                    <a:pt x="7373417" y="6834914"/>
                  </a:lnTo>
                  <a:lnTo>
                    <a:pt x="7285653" y="6872520"/>
                  </a:lnTo>
                  <a:lnTo>
                    <a:pt x="7197224" y="6905967"/>
                  </a:lnTo>
                  <a:lnTo>
                    <a:pt x="7110377" y="6935174"/>
                  </a:lnTo>
                  <a:lnTo>
                    <a:pt x="7027692" y="6960067"/>
                  </a:lnTo>
                  <a:lnTo>
                    <a:pt x="6951863" y="6980630"/>
                  </a:lnTo>
                  <a:lnTo>
                    <a:pt x="6885388" y="6996957"/>
                  </a:lnTo>
                  <a:lnTo>
                    <a:pt x="6830229" y="7009284"/>
                  </a:lnTo>
                  <a:lnTo>
                    <a:pt x="6787512" y="7018005"/>
                  </a:lnTo>
                  <a:lnTo>
                    <a:pt x="6757317" y="7023655"/>
                  </a:lnTo>
                  <a:lnTo>
                    <a:pt x="6738620" y="7026870"/>
                  </a:lnTo>
                  <a:lnTo>
                    <a:pt x="6729348" y="7028339"/>
                  </a:lnTo>
                  <a:lnTo>
                    <a:pt x="6726510" y="7028755"/>
                  </a:lnTo>
                  <a:lnTo>
                    <a:pt x="6726343" y="7028778"/>
                  </a:lnTo>
                  <a:lnTo>
                    <a:pt x="5254955" y="7028778"/>
                  </a:lnTo>
                  <a:lnTo>
                    <a:pt x="5253857" y="7028698"/>
                  </a:lnTo>
                  <a:lnTo>
                    <a:pt x="5246630" y="7028131"/>
                  </a:lnTo>
                  <a:lnTo>
                    <a:pt x="5228392" y="7026562"/>
                  </a:lnTo>
                  <a:lnTo>
                    <a:pt x="5195736" y="7023472"/>
                  </a:lnTo>
                  <a:lnTo>
                    <a:pt x="5146963" y="7018379"/>
                  </a:lnTo>
                  <a:lnTo>
                    <a:pt x="5082213" y="7010883"/>
                  </a:lnTo>
                  <a:lnTo>
                    <a:pt x="5003336" y="7000708"/>
                  </a:lnTo>
                  <a:lnTo>
                    <a:pt x="4913475" y="6987707"/>
                  </a:lnTo>
                  <a:lnTo>
                    <a:pt x="4816467" y="6971848"/>
                  </a:lnTo>
                  <a:lnTo>
                    <a:pt x="4716212" y="6953172"/>
                  </a:lnTo>
                  <a:lnTo>
                    <a:pt x="4616176" y="6931740"/>
                  </a:lnTo>
                  <a:lnTo>
                    <a:pt x="4519096" y="6907589"/>
                  </a:lnTo>
                  <a:lnTo>
                    <a:pt x="4426879" y="6880694"/>
                  </a:lnTo>
                  <a:lnTo>
                    <a:pt x="4340653" y="6850945"/>
                  </a:lnTo>
                  <a:lnTo>
                    <a:pt x="4260899" y="6818136"/>
                  </a:lnTo>
                  <a:lnTo>
                    <a:pt x="4187607" y="6781961"/>
                  </a:lnTo>
                  <a:lnTo>
                    <a:pt x="4120425" y="6742022"/>
                  </a:lnTo>
                  <a:lnTo>
                    <a:pt x="4058782" y="6697836"/>
                  </a:lnTo>
                  <a:lnTo>
                    <a:pt x="4001983" y="6648858"/>
                  </a:lnTo>
                  <a:lnTo>
                    <a:pt x="3949280" y="6594518"/>
                  </a:lnTo>
                  <a:lnTo>
                    <a:pt x="3899919" y="6534285"/>
                  </a:lnTo>
                  <a:lnTo>
                    <a:pt x="3853191" y="6467764"/>
                  </a:lnTo>
                  <a:lnTo>
                    <a:pt x="3829811" y="6430787"/>
                  </a:lnTo>
                  <a:lnTo>
                    <a:pt x="3795634" y="6372212"/>
                  </a:lnTo>
                  <a:lnTo>
                    <a:pt x="3762259" y="6309729"/>
                  </a:lnTo>
                  <a:lnTo>
                    <a:pt x="3729487" y="6243257"/>
                  </a:lnTo>
                  <a:lnTo>
                    <a:pt x="3697155" y="6172770"/>
                  </a:lnTo>
                  <a:lnTo>
                    <a:pt x="3665130" y="6098294"/>
                  </a:lnTo>
                  <a:lnTo>
                    <a:pt x="3633303" y="6019922"/>
                  </a:lnTo>
                  <a:lnTo>
                    <a:pt x="3601590" y="5937809"/>
                  </a:lnTo>
                  <a:lnTo>
                    <a:pt x="3569928" y="5852181"/>
                  </a:lnTo>
                  <a:lnTo>
                    <a:pt x="3538271" y="5763329"/>
                  </a:lnTo>
                  <a:lnTo>
                    <a:pt x="3506590" y="5671615"/>
                  </a:lnTo>
                  <a:lnTo>
                    <a:pt x="3474868" y="5577461"/>
                  </a:lnTo>
                  <a:lnTo>
                    <a:pt x="3443103" y="5481344"/>
                  </a:lnTo>
                  <a:lnTo>
                    <a:pt x="3411299" y="5383788"/>
                  </a:lnTo>
                  <a:lnTo>
                    <a:pt x="3379470" y="5285351"/>
                  </a:lnTo>
                  <a:lnTo>
                    <a:pt x="3347632" y="5186613"/>
                  </a:lnTo>
                  <a:lnTo>
                    <a:pt x="3315802" y="5088163"/>
                  </a:lnTo>
                  <a:lnTo>
                    <a:pt x="3283998" y="4990579"/>
                  </a:lnTo>
                  <a:lnTo>
                    <a:pt x="3252231" y="4894421"/>
                  </a:lnTo>
                  <a:lnTo>
                    <a:pt x="3220509" y="4800214"/>
                  </a:lnTo>
                  <a:lnTo>
                    <a:pt x="3188826" y="4708437"/>
                  </a:lnTo>
                  <a:lnTo>
                    <a:pt x="3157169" y="4619513"/>
                  </a:lnTo>
                  <a:lnTo>
                    <a:pt x="3125508" y="4533803"/>
                  </a:lnTo>
                  <a:lnTo>
                    <a:pt x="3093797" y="4451604"/>
                  </a:lnTo>
                  <a:lnTo>
                    <a:pt x="3061974" y="4373140"/>
                  </a:lnTo>
                  <a:lnTo>
                    <a:pt x="3029954" y="4298571"/>
                  </a:lnTo>
                  <a:lnTo>
                    <a:pt x="2997631" y="4227987"/>
                  </a:lnTo>
                  <a:lnTo>
                    <a:pt x="2964871" y="4161420"/>
                  </a:lnTo>
                  <a:lnTo>
                    <a:pt x="2931513" y="4098843"/>
                  </a:lnTo>
                  <a:lnTo>
                    <a:pt x="2897357" y="4040176"/>
                  </a:lnTo>
                  <a:lnTo>
                    <a:pt x="2896531" y="4038823"/>
                  </a:lnTo>
                  <a:lnTo>
                    <a:pt x="2850915" y="3968982"/>
                  </a:lnTo>
                  <a:lnTo>
                    <a:pt x="2803002" y="3905527"/>
                  </a:lnTo>
                  <a:lnTo>
                    <a:pt x="2752122" y="3848195"/>
                  </a:lnTo>
                  <a:lnTo>
                    <a:pt x="2697539" y="3796510"/>
                  </a:lnTo>
                  <a:lnTo>
                    <a:pt x="2638497" y="3749912"/>
                  </a:lnTo>
                  <a:lnTo>
                    <a:pt x="2574265" y="3707838"/>
                  </a:lnTo>
                  <a:lnTo>
                    <a:pt x="2504199" y="3669769"/>
                  </a:lnTo>
                  <a:lnTo>
                    <a:pt x="2427818" y="3635261"/>
                  </a:lnTo>
                  <a:lnTo>
                    <a:pt x="2344919" y="3603959"/>
                  </a:lnTo>
                  <a:lnTo>
                    <a:pt x="2255709" y="3575605"/>
                  </a:lnTo>
                  <a:lnTo>
                    <a:pt x="2160962" y="3550040"/>
                  </a:lnTo>
                  <a:lnTo>
                    <a:pt x="2062168" y="3527199"/>
                  </a:lnTo>
                  <a:lnTo>
                    <a:pt x="1961635" y="3507088"/>
                  </a:lnTo>
                  <a:lnTo>
                    <a:pt x="1862476" y="3489762"/>
                  </a:lnTo>
                  <a:lnTo>
                    <a:pt x="1768416" y="3475279"/>
                  </a:lnTo>
                  <a:lnTo>
                    <a:pt x="1683398" y="3463651"/>
                  </a:lnTo>
                  <a:lnTo>
                    <a:pt x="1611005" y="3454793"/>
                  </a:lnTo>
                  <a:lnTo>
                    <a:pt x="1553824" y="3448498"/>
                  </a:lnTo>
                  <a:lnTo>
                    <a:pt x="1512916" y="3444427"/>
                  </a:lnTo>
                  <a:lnTo>
                    <a:pt x="1487532" y="3442134"/>
                  </a:lnTo>
                  <a:lnTo>
                    <a:pt x="1475124" y="3441113"/>
                  </a:lnTo>
                  <a:lnTo>
                    <a:pt x="1471544" y="3440843"/>
                  </a:lnTo>
                  <a:lnTo>
                    <a:pt x="1471387" y="3440832"/>
                  </a:lnTo>
                  <a:lnTo>
                    <a:pt x="0" y="3440832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666" name="pl666"/>
            <p:cNvSpPr/>
            <p:nvPr/>
          </p:nvSpPr>
          <p:spPr>
            <a:xfrm>
              <a:off x="4799595" y="2789406"/>
              <a:ext cx="11981298" cy="7028778"/>
            </a:xfrm>
            <a:custGeom>
              <a:avLst/>
              <a:pathLst>
                <a:path w="11981298" h="7028778">
                  <a:moveTo>
                    <a:pt x="0" y="3440832"/>
                  </a:moveTo>
                  <a:lnTo>
                    <a:pt x="1471387" y="3440832"/>
                  </a:lnTo>
                  <a:lnTo>
                    <a:pt x="1472486" y="3440911"/>
                  </a:lnTo>
                  <a:lnTo>
                    <a:pt x="1479713" y="3441479"/>
                  </a:lnTo>
                  <a:lnTo>
                    <a:pt x="1497950" y="3443048"/>
                  </a:lnTo>
                  <a:lnTo>
                    <a:pt x="1530606" y="3446138"/>
                  </a:lnTo>
                  <a:lnTo>
                    <a:pt x="1579379" y="3451231"/>
                  </a:lnTo>
                  <a:lnTo>
                    <a:pt x="1644129" y="3458727"/>
                  </a:lnTo>
                  <a:lnTo>
                    <a:pt x="1723007" y="3468902"/>
                  </a:lnTo>
                  <a:lnTo>
                    <a:pt x="1812867" y="3481903"/>
                  </a:lnTo>
                  <a:lnTo>
                    <a:pt x="1909875" y="3497761"/>
                  </a:lnTo>
                  <a:lnTo>
                    <a:pt x="2010131" y="3516438"/>
                  </a:lnTo>
                  <a:lnTo>
                    <a:pt x="2110166" y="3537870"/>
                  </a:lnTo>
                  <a:lnTo>
                    <a:pt x="2207246" y="3562021"/>
                  </a:lnTo>
                  <a:lnTo>
                    <a:pt x="2299463" y="3588916"/>
                  </a:lnTo>
                  <a:lnTo>
                    <a:pt x="2385689" y="3618665"/>
                  </a:lnTo>
                  <a:lnTo>
                    <a:pt x="2465443" y="3651474"/>
                  </a:lnTo>
                  <a:lnTo>
                    <a:pt x="2538735" y="3687649"/>
                  </a:lnTo>
                  <a:lnTo>
                    <a:pt x="2605917" y="3727588"/>
                  </a:lnTo>
                  <a:lnTo>
                    <a:pt x="2667560" y="3771774"/>
                  </a:lnTo>
                  <a:lnTo>
                    <a:pt x="2724359" y="3820752"/>
                  </a:lnTo>
                  <a:lnTo>
                    <a:pt x="2777063" y="3875092"/>
                  </a:lnTo>
                  <a:lnTo>
                    <a:pt x="2826423" y="3935325"/>
                  </a:lnTo>
                  <a:lnTo>
                    <a:pt x="2873151" y="4001846"/>
                  </a:lnTo>
                  <a:lnTo>
                    <a:pt x="2896531" y="4038823"/>
                  </a:lnTo>
                  <a:lnTo>
                    <a:pt x="2930708" y="4097398"/>
                  </a:lnTo>
                  <a:lnTo>
                    <a:pt x="2964083" y="4159881"/>
                  </a:lnTo>
                  <a:lnTo>
                    <a:pt x="2996855" y="4226353"/>
                  </a:lnTo>
                  <a:lnTo>
                    <a:pt x="3029187" y="4296840"/>
                  </a:lnTo>
                  <a:lnTo>
                    <a:pt x="3061212" y="4371315"/>
                  </a:lnTo>
                  <a:lnTo>
                    <a:pt x="3093039" y="4449688"/>
                  </a:lnTo>
                  <a:lnTo>
                    <a:pt x="3124752" y="4531801"/>
                  </a:lnTo>
                  <a:lnTo>
                    <a:pt x="3156414" y="4617429"/>
                  </a:lnTo>
                  <a:lnTo>
                    <a:pt x="3188071" y="4706281"/>
                  </a:lnTo>
                  <a:lnTo>
                    <a:pt x="3219753" y="4797994"/>
                  </a:lnTo>
                  <a:lnTo>
                    <a:pt x="3251474" y="4892149"/>
                  </a:lnTo>
                  <a:lnTo>
                    <a:pt x="3283239" y="4988266"/>
                  </a:lnTo>
                  <a:lnTo>
                    <a:pt x="3315043" y="5085822"/>
                  </a:lnTo>
                  <a:lnTo>
                    <a:pt x="3346872" y="5184259"/>
                  </a:lnTo>
                  <a:lnTo>
                    <a:pt x="3378710" y="5282996"/>
                  </a:lnTo>
                  <a:lnTo>
                    <a:pt x="3410540" y="5381447"/>
                  </a:lnTo>
                  <a:lnTo>
                    <a:pt x="3442344" y="5479031"/>
                  </a:lnTo>
                  <a:lnTo>
                    <a:pt x="3474111" y="5575189"/>
                  </a:lnTo>
                  <a:lnTo>
                    <a:pt x="3505833" y="5669396"/>
                  </a:lnTo>
                  <a:lnTo>
                    <a:pt x="3537516" y="5761173"/>
                  </a:lnTo>
                  <a:lnTo>
                    <a:pt x="3569173" y="5850097"/>
                  </a:lnTo>
                  <a:lnTo>
                    <a:pt x="3600834" y="5935806"/>
                  </a:lnTo>
                  <a:lnTo>
                    <a:pt x="3632545" y="6018006"/>
                  </a:lnTo>
                  <a:lnTo>
                    <a:pt x="3664368" y="6096470"/>
                  </a:lnTo>
                  <a:lnTo>
                    <a:pt x="3696388" y="6171039"/>
                  </a:lnTo>
                  <a:lnTo>
                    <a:pt x="3728711" y="6241622"/>
                  </a:lnTo>
                  <a:lnTo>
                    <a:pt x="3761471" y="6308189"/>
                  </a:lnTo>
                  <a:lnTo>
                    <a:pt x="3794829" y="6370767"/>
                  </a:lnTo>
                  <a:lnTo>
                    <a:pt x="3828985" y="6429434"/>
                  </a:lnTo>
                  <a:lnTo>
                    <a:pt x="3829811" y="6430787"/>
                  </a:lnTo>
                  <a:lnTo>
                    <a:pt x="3875428" y="6500628"/>
                  </a:lnTo>
                  <a:lnTo>
                    <a:pt x="3923340" y="6564083"/>
                  </a:lnTo>
                  <a:lnTo>
                    <a:pt x="3974220" y="6621415"/>
                  </a:lnTo>
                  <a:lnTo>
                    <a:pt x="4028803" y="6673100"/>
                  </a:lnTo>
                  <a:lnTo>
                    <a:pt x="4087845" y="6719697"/>
                  </a:lnTo>
                  <a:lnTo>
                    <a:pt x="4152077" y="6761772"/>
                  </a:lnTo>
                  <a:lnTo>
                    <a:pt x="4222144" y="6799841"/>
                  </a:lnTo>
                  <a:lnTo>
                    <a:pt x="4298524" y="6834349"/>
                  </a:lnTo>
                  <a:lnTo>
                    <a:pt x="4381423" y="6865651"/>
                  </a:lnTo>
                  <a:lnTo>
                    <a:pt x="4470633" y="6894005"/>
                  </a:lnTo>
                  <a:lnTo>
                    <a:pt x="4565380" y="6919569"/>
                  </a:lnTo>
                  <a:lnTo>
                    <a:pt x="4664175" y="6942411"/>
                  </a:lnTo>
                  <a:lnTo>
                    <a:pt x="4764707" y="6962522"/>
                  </a:lnTo>
                  <a:lnTo>
                    <a:pt x="4863866" y="6979848"/>
                  </a:lnTo>
                  <a:lnTo>
                    <a:pt x="4957926" y="6994330"/>
                  </a:lnTo>
                  <a:lnTo>
                    <a:pt x="5042944" y="7005959"/>
                  </a:lnTo>
                  <a:lnTo>
                    <a:pt x="5115337" y="7014817"/>
                  </a:lnTo>
                  <a:lnTo>
                    <a:pt x="5172518" y="7021112"/>
                  </a:lnTo>
                  <a:lnTo>
                    <a:pt x="5213426" y="7025183"/>
                  </a:lnTo>
                  <a:lnTo>
                    <a:pt x="5238810" y="7027476"/>
                  </a:lnTo>
                  <a:lnTo>
                    <a:pt x="5251219" y="7028497"/>
                  </a:lnTo>
                  <a:lnTo>
                    <a:pt x="5254798" y="7028767"/>
                  </a:lnTo>
                  <a:lnTo>
                    <a:pt x="5254955" y="7028778"/>
                  </a:lnTo>
                  <a:lnTo>
                    <a:pt x="6726343" y="7028778"/>
                  </a:lnTo>
                  <a:lnTo>
                    <a:pt x="6727095" y="7028672"/>
                  </a:lnTo>
                  <a:lnTo>
                    <a:pt x="6732082" y="7027919"/>
                  </a:lnTo>
                  <a:lnTo>
                    <a:pt x="6744796" y="7025838"/>
                  </a:lnTo>
                  <a:lnTo>
                    <a:pt x="6767877" y="7021735"/>
                  </a:lnTo>
                  <a:lnTo>
                    <a:pt x="6802995" y="7014934"/>
                  </a:lnTo>
                  <a:lnTo>
                    <a:pt x="6850736" y="7004834"/>
                  </a:lnTo>
                  <a:lnTo>
                    <a:pt x="6910586" y="6990954"/>
                  </a:lnTo>
                  <a:lnTo>
                    <a:pt x="6981057" y="6972961"/>
                  </a:lnTo>
                  <a:lnTo>
                    <a:pt x="7059933" y="6950678"/>
                  </a:lnTo>
                  <a:lnTo>
                    <a:pt x="7144597" y="6924062"/>
                  </a:lnTo>
                  <a:lnTo>
                    <a:pt x="7232369" y="6893156"/>
                  </a:lnTo>
                  <a:lnTo>
                    <a:pt x="7320778" y="6858045"/>
                  </a:lnTo>
                  <a:lnTo>
                    <a:pt x="7407753" y="6818799"/>
                  </a:lnTo>
                  <a:lnTo>
                    <a:pt x="7491711" y="6775432"/>
                  </a:lnTo>
                  <a:lnTo>
                    <a:pt x="7571562" y="6727872"/>
                  </a:lnTo>
                  <a:lnTo>
                    <a:pt x="7646661" y="6675940"/>
                  </a:lnTo>
                  <a:lnTo>
                    <a:pt x="7716736" y="6619346"/>
                  </a:lnTo>
                  <a:lnTo>
                    <a:pt x="7781800" y="6557680"/>
                  </a:lnTo>
                  <a:lnTo>
                    <a:pt x="7842074" y="6490422"/>
                  </a:lnTo>
                  <a:lnTo>
                    <a:pt x="7897921" y="6416952"/>
                  </a:lnTo>
                  <a:lnTo>
                    <a:pt x="7949791" y="6336568"/>
                  </a:lnTo>
                  <a:lnTo>
                    <a:pt x="7998184" y="6248516"/>
                  </a:lnTo>
                  <a:lnTo>
                    <a:pt x="8043614" y="6152042"/>
                  </a:lnTo>
                  <a:lnTo>
                    <a:pt x="8086588" y="6046469"/>
                  </a:lnTo>
                  <a:lnTo>
                    <a:pt x="8127584" y="5931316"/>
                  </a:lnTo>
                  <a:lnTo>
                    <a:pt x="8151487" y="5857315"/>
                  </a:lnTo>
                  <a:lnTo>
                    <a:pt x="8176628" y="5773937"/>
                  </a:lnTo>
                  <a:lnTo>
                    <a:pt x="8201308" y="5686473"/>
                  </a:lnTo>
                  <a:lnTo>
                    <a:pt x="8225609" y="5594848"/>
                  </a:lnTo>
                  <a:lnTo>
                    <a:pt x="8249606" y="5499012"/>
                  </a:lnTo>
                  <a:lnTo>
                    <a:pt x="8273362" y="5398946"/>
                  </a:lnTo>
                  <a:lnTo>
                    <a:pt x="8296932" y="5294662"/>
                  </a:lnTo>
                  <a:lnTo>
                    <a:pt x="8320362" y="5186207"/>
                  </a:lnTo>
                  <a:lnTo>
                    <a:pt x="8343692" y="5073665"/>
                  </a:lnTo>
                  <a:lnTo>
                    <a:pt x="8366956" y="4957156"/>
                  </a:lnTo>
                  <a:lnTo>
                    <a:pt x="8390181" y="4836838"/>
                  </a:lnTo>
                  <a:lnTo>
                    <a:pt x="8413388" y="4712911"/>
                  </a:lnTo>
                  <a:lnTo>
                    <a:pt x="8436593" y="4585611"/>
                  </a:lnTo>
                  <a:lnTo>
                    <a:pt x="8459810" y="4455211"/>
                  </a:lnTo>
                  <a:lnTo>
                    <a:pt x="8483045" y="4322024"/>
                  </a:lnTo>
                  <a:lnTo>
                    <a:pt x="8506304" y="4186392"/>
                  </a:lnTo>
                  <a:lnTo>
                    <a:pt x="8529586" y="4048690"/>
                  </a:lnTo>
                  <a:lnTo>
                    <a:pt x="8552889" y="3909318"/>
                  </a:lnTo>
                  <a:lnTo>
                    <a:pt x="8576211" y="3768698"/>
                  </a:lnTo>
                  <a:lnTo>
                    <a:pt x="8599545" y="3627268"/>
                  </a:lnTo>
                  <a:lnTo>
                    <a:pt x="8622885" y="3485476"/>
                  </a:lnTo>
                  <a:lnTo>
                    <a:pt x="8646223" y="3343777"/>
                  </a:lnTo>
                  <a:lnTo>
                    <a:pt x="8669553" y="3202624"/>
                  </a:lnTo>
                  <a:lnTo>
                    <a:pt x="8692868" y="3062460"/>
                  </a:lnTo>
                  <a:lnTo>
                    <a:pt x="8716163" y="2923719"/>
                  </a:lnTo>
                  <a:lnTo>
                    <a:pt x="8739435" y="2786814"/>
                  </a:lnTo>
                  <a:lnTo>
                    <a:pt x="8762684" y="2652136"/>
                  </a:lnTo>
                  <a:lnTo>
                    <a:pt x="8785911" y="2520045"/>
                  </a:lnTo>
                  <a:lnTo>
                    <a:pt x="8809122" y="2390874"/>
                  </a:lnTo>
                  <a:lnTo>
                    <a:pt x="8832327" y="2264918"/>
                  </a:lnTo>
                  <a:lnTo>
                    <a:pt x="8855538" y="2142436"/>
                  </a:lnTo>
                  <a:lnTo>
                    <a:pt x="8878776" y="2023649"/>
                  </a:lnTo>
                  <a:lnTo>
                    <a:pt x="8902063" y="1908741"/>
                  </a:lnTo>
                  <a:lnTo>
                    <a:pt x="8925430" y="1797852"/>
                  </a:lnTo>
                  <a:lnTo>
                    <a:pt x="8948912" y="1691090"/>
                  </a:lnTo>
                  <a:lnTo>
                    <a:pt x="8972551" y="1588522"/>
                  </a:lnTo>
                  <a:lnTo>
                    <a:pt x="8996398" y="1490181"/>
                  </a:lnTo>
                  <a:lnTo>
                    <a:pt x="9020511" y="1396066"/>
                  </a:lnTo>
                  <a:lnTo>
                    <a:pt x="9044958" y="1306145"/>
                  </a:lnTo>
                  <a:lnTo>
                    <a:pt x="9069815" y="1220358"/>
                  </a:lnTo>
                  <a:lnTo>
                    <a:pt x="9084767" y="1171463"/>
                  </a:lnTo>
                  <a:lnTo>
                    <a:pt x="9124779" y="1050460"/>
                  </a:lnTo>
                  <a:lnTo>
                    <a:pt x="9166508" y="939158"/>
                  </a:lnTo>
                  <a:lnTo>
                    <a:pt x="9210401" y="837279"/>
                  </a:lnTo>
                  <a:lnTo>
                    <a:pt x="9256949" y="744245"/>
                  </a:lnTo>
                  <a:lnTo>
                    <a:pt x="9306664" y="659337"/>
                  </a:lnTo>
                  <a:lnTo>
                    <a:pt x="9360059" y="581793"/>
                  </a:lnTo>
                  <a:lnTo>
                    <a:pt x="9417618" y="510876"/>
                  </a:lnTo>
                  <a:lnTo>
                    <a:pt x="9479762" y="445913"/>
                  </a:lnTo>
                  <a:lnTo>
                    <a:pt x="9546804" y="386322"/>
                  </a:lnTo>
                  <a:lnTo>
                    <a:pt x="9618891" y="331626"/>
                  </a:lnTo>
                  <a:lnTo>
                    <a:pt x="9695934" y="281463"/>
                  </a:lnTo>
                  <a:lnTo>
                    <a:pt x="9777520" y="235587"/>
                  </a:lnTo>
                  <a:lnTo>
                    <a:pt x="9862836" y="193863"/>
                  </a:lnTo>
                  <a:lnTo>
                    <a:pt x="9950600" y="156258"/>
                  </a:lnTo>
                  <a:lnTo>
                    <a:pt x="10039029" y="122811"/>
                  </a:lnTo>
                  <a:lnTo>
                    <a:pt x="10125877" y="93603"/>
                  </a:lnTo>
                  <a:lnTo>
                    <a:pt x="10208562" y="68710"/>
                  </a:lnTo>
                  <a:lnTo>
                    <a:pt x="10284390" y="48147"/>
                  </a:lnTo>
                  <a:lnTo>
                    <a:pt x="10350866" y="31821"/>
                  </a:lnTo>
                  <a:lnTo>
                    <a:pt x="10406024" y="19494"/>
                  </a:lnTo>
                  <a:lnTo>
                    <a:pt x="10448741" y="10773"/>
                  </a:lnTo>
                  <a:lnTo>
                    <a:pt x="10478936" y="5123"/>
                  </a:lnTo>
                  <a:lnTo>
                    <a:pt x="10497633" y="1908"/>
                  </a:lnTo>
                  <a:lnTo>
                    <a:pt x="10506905" y="439"/>
                  </a:lnTo>
                  <a:lnTo>
                    <a:pt x="10509743" y="22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67" name="pl667"/>
            <p:cNvSpPr/>
            <p:nvPr/>
          </p:nvSpPr>
          <p:spPr>
            <a:xfrm>
              <a:off x="4799595" y="2764887"/>
              <a:ext cx="11981298" cy="7028778"/>
            </a:xfrm>
            <a:custGeom>
              <a:avLst/>
              <a:pathLst>
                <a:path w="11981298" h="7028778">
                  <a:moveTo>
                    <a:pt x="11981298" y="0"/>
                  </a:moveTo>
                  <a:lnTo>
                    <a:pt x="10509911" y="0"/>
                  </a:lnTo>
                  <a:lnTo>
                    <a:pt x="10509158" y="105"/>
                  </a:lnTo>
                  <a:lnTo>
                    <a:pt x="10504171" y="859"/>
                  </a:lnTo>
                  <a:lnTo>
                    <a:pt x="10491458" y="2939"/>
                  </a:lnTo>
                  <a:lnTo>
                    <a:pt x="10468376" y="7043"/>
                  </a:lnTo>
                  <a:lnTo>
                    <a:pt x="10433258" y="13844"/>
                  </a:lnTo>
                  <a:lnTo>
                    <a:pt x="10385517" y="23943"/>
                  </a:lnTo>
                  <a:lnTo>
                    <a:pt x="10325667" y="37824"/>
                  </a:lnTo>
                  <a:lnTo>
                    <a:pt x="10255196" y="55817"/>
                  </a:lnTo>
                  <a:lnTo>
                    <a:pt x="10176321" y="78099"/>
                  </a:lnTo>
                  <a:lnTo>
                    <a:pt x="10091656" y="104716"/>
                  </a:lnTo>
                  <a:lnTo>
                    <a:pt x="10003885" y="135621"/>
                  </a:lnTo>
                  <a:lnTo>
                    <a:pt x="9915476" y="170732"/>
                  </a:lnTo>
                  <a:lnTo>
                    <a:pt x="9828500" y="209978"/>
                  </a:lnTo>
                  <a:lnTo>
                    <a:pt x="9744542" y="253345"/>
                  </a:lnTo>
                  <a:lnTo>
                    <a:pt x="9664692" y="300906"/>
                  </a:lnTo>
                  <a:lnTo>
                    <a:pt x="9589592" y="352837"/>
                  </a:lnTo>
                  <a:lnTo>
                    <a:pt x="9519517" y="409432"/>
                  </a:lnTo>
                  <a:lnTo>
                    <a:pt x="9454453" y="471098"/>
                  </a:lnTo>
                  <a:lnTo>
                    <a:pt x="9394179" y="538356"/>
                  </a:lnTo>
                  <a:lnTo>
                    <a:pt x="9338333" y="611826"/>
                  </a:lnTo>
                  <a:lnTo>
                    <a:pt x="9286462" y="692210"/>
                  </a:lnTo>
                  <a:lnTo>
                    <a:pt x="9238070" y="780262"/>
                  </a:lnTo>
                  <a:lnTo>
                    <a:pt x="9192640" y="876736"/>
                  </a:lnTo>
                  <a:lnTo>
                    <a:pt x="9149665" y="982309"/>
                  </a:lnTo>
                  <a:lnTo>
                    <a:pt x="9108669" y="1097462"/>
                  </a:lnTo>
                  <a:lnTo>
                    <a:pt x="9084767" y="1171463"/>
                  </a:lnTo>
                  <a:lnTo>
                    <a:pt x="9059625" y="1254841"/>
                  </a:lnTo>
                  <a:lnTo>
                    <a:pt x="9034945" y="1342304"/>
                  </a:lnTo>
                  <a:lnTo>
                    <a:pt x="9010644" y="1433929"/>
                  </a:lnTo>
                  <a:lnTo>
                    <a:pt x="8986647" y="1529765"/>
                  </a:lnTo>
                  <a:lnTo>
                    <a:pt x="8962891" y="1629832"/>
                  </a:lnTo>
                  <a:lnTo>
                    <a:pt x="8939321" y="1734116"/>
                  </a:lnTo>
                  <a:lnTo>
                    <a:pt x="8915891" y="1842570"/>
                  </a:lnTo>
                  <a:lnTo>
                    <a:pt x="8892561" y="1955113"/>
                  </a:lnTo>
                  <a:lnTo>
                    <a:pt x="8869297" y="2071622"/>
                  </a:lnTo>
                  <a:lnTo>
                    <a:pt x="8846073" y="2191939"/>
                  </a:lnTo>
                  <a:lnTo>
                    <a:pt x="8822866" y="2315867"/>
                  </a:lnTo>
                  <a:lnTo>
                    <a:pt x="8799660" y="2443167"/>
                  </a:lnTo>
                  <a:lnTo>
                    <a:pt x="8776443" y="2573566"/>
                  </a:lnTo>
                  <a:lnTo>
                    <a:pt x="8753208" y="2706754"/>
                  </a:lnTo>
                  <a:lnTo>
                    <a:pt x="8729950" y="2842385"/>
                  </a:lnTo>
                  <a:lnTo>
                    <a:pt x="8706668" y="2980087"/>
                  </a:lnTo>
                  <a:lnTo>
                    <a:pt x="8683364" y="3119460"/>
                  </a:lnTo>
                  <a:lnTo>
                    <a:pt x="8660042" y="3260080"/>
                  </a:lnTo>
                  <a:lnTo>
                    <a:pt x="8636708" y="3401510"/>
                  </a:lnTo>
                  <a:lnTo>
                    <a:pt x="8613369" y="3543301"/>
                  </a:lnTo>
                  <a:lnTo>
                    <a:pt x="8590030" y="3685000"/>
                  </a:lnTo>
                  <a:lnTo>
                    <a:pt x="8566701" y="3826154"/>
                  </a:lnTo>
                  <a:lnTo>
                    <a:pt x="8543386" y="3966317"/>
                  </a:lnTo>
                  <a:lnTo>
                    <a:pt x="8520090" y="4105058"/>
                  </a:lnTo>
                  <a:lnTo>
                    <a:pt x="8496818" y="4241963"/>
                  </a:lnTo>
                  <a:lnTo>
                    <a:pt x="8473569" y="4376642"/>
                  </a:lnTo>
                  <a:lnTo>
                    <a:pt x="8450342" y="4508732"/>
                  </a:lnTo>
                  <a:lnTo>
                    <a:pt x="8427131" y="4637904"/>
                  </a:lnTo>
                  <a:lnTo>
                    <a:pt x="8403927" y="4763860"/>
                  </a:lnTo>
                  <a:lnTo>
                    <a:pt x="8380715" y="4886342"/>
                  </a:lnTo>
                  <a:lnTo>
                    <a:pt x="8357477" y="5005128"/>
                  </a:lnTo>
                  <a:lnTo>
                    <a:pt x="8334190" y="5120037"/>
                  </a:lnTo>
                  <a:lnTo>
                    <a:pt x="8310823" y="5230925"/>
                  </a:lnTo>
                  <a:lnTo>
                    <a:pt x="8287341" y="5337687"/>
                  </a:lnTo>
                  <a:lnTo>
                    <a:pt x="8263702" y="5440255"/>
                  </a:lnTo>
                  <a:lnTo>
                    <a:pt x="8239855" y="5538596"/>
                  </a:lnTo>
                  <a:lnTo>
                    <a:pt x="8215742" y="5632711"/>
                  </a:lnTo>
                  <a:lnTo>
                    <a:pt x="8191296" y="5722632"/>
                  </a:lnTo>
                  <a:lnTo>
                    <a:pt x="8166439" y="5808419"/>
                  </a:lnTo>
                  <a:lnTo>
                    <a:pt x="8151487" y="5857315"/>
                  </a:lnTo>
                  <a:lnTo>
                    <a:pt x="8111474" y="5978318"/>
                  </a:lnTo>
                  <a:lnTo>
                    <a:pt x="8069745" y="6089619"/>
                  </a:lnTo>
                  <a:lnTo>
                    <a:pt x="8025852" y="6191499"/>
                  </a:lnTo>
                  <a:lnTo>
                    <a:pt x="7979305" y="6284533"/>
                  </a:lnTo>
                  <a:lnTo>
                    <a:pt x="7929589" y="6369440"/>
                  </a:lnTo>
                  <a:lnTo>
                    <a:pt x="7876194" y="6446984"/>
                  </a:lnTo>
                  <a:lnTo>
                    <a:pt x="7818635" y="6517901"/>
                  </a:lnTo>
                  <a:lnTo>
                    <a:pt x="7756491" y="6582864"/>
                  </a:lnTo>
                  <a:lnTo>
                    <a:pt x="7689449" y="6642456"/>
                  </a:lnTo>
                  <a:lnTo>
                    <a:pt x="7617362" y="6697151"/>
                  </a:lnTo>
                  <a:lnTo>
                    <a:pt x="7540320" y="6747314"/>
                  </a:lnTo>
                  <a:lnTo>
                    <a:pt x="7458733" y="6793191"/>
                  </a:lnTo>
                  <a:lnTo>
                    <a:pt x="7373417" y="6834914"/>
                  </a:lnTo>
                  <a:lnTo>
                    <a:pt x="7285653" y="6872520"/>
                  </a:lnTo>
                  <a:lnTo>
                    <a:pt x="7197224" y="6905967"/>
                  </a:lnTo>
                  <a:lnTo>
                    <a:pt x="7110377" y="6935174"/>
                  </a:lnTo>
                  <a:lnTo>
                    <a:pt x="7027692" y="6960067"/>
                  </a:lnTo>
                  <a:lnTo>
                    <a:pt x="6951863" y="6980630"/>
                  </a:lnTo>
                  <a:lnTo>
                    <a:pt x="6885388" y="6996957"/>
                  </a:lnTo>
                  <a:lnTo>
                    <a:pt x="6830229" y="7009284"/>
                  </a:lnTo>
                  <a:lnTo>
                    <a:pt x="6787512" y="7018005"/>
                  </a:lnTo>
                  <a:lnTo>
                    <a:pt x="6757317" y="7023655"/>
                  </a:lnTo>
                  <a:lnTo>
                    <a:pt x="6738620" y="7026870"/>
                  </a:lnTo>
                  <a:lnTo>
                    <a:pt x="6729348" y="7028339"/>
                  </a:lnTo>
                  <a:lnTo>
                    <a:pt x="6726510" y="7028755"/>
                  </a:lnTo>
                  <a:lnTo>
                    <a:pt x="6726343" y="7028778"/>
                  </a:lnTo>
                  <a:lnTo>
                    <a:pt x="5254955" y="7028778"/>
                  </a:lnTo>
                  <a:lnTo>
                    <a:pt x="5253857" y="7028698"/>
                  </a:lnTo>
                  <a:lnTo>
                    <a:pt x="5246630" y="7028131"/>
                  </a:lnTo>
                  <a:lnTo>
                    <a:pt x="5228392" y="7026562"/>
                  </a:lnTo>
                  <a:lnTo>
                    <a:pt x="5195736" y="7023472"/>
                  </a:lnTo>
                  <a:lnTo>
                    <a:pt x="5146963" y="7018379"/>
                  </a:lnTo>
                  <a:lnTo>
                    <a:pt x="5082213" y="7010883"/>
                  </a:lnTo>
                  <a:lnTo>
                    <a:pt x="5003336" y="7000708"/>
                  </a:lnTo>
                  <a:lnTo>
                    <a:pt x="4913475" y="6987707"/>
                  </a:lnTo>
                  <a:lnTo>
                    <a:pt x="4816467" y="6971848"/>
                  </a:lnTo>
                  <a:lnTo>
                    <a:pt x="4716212" y="6953172"/>
                  </a:lnTo>
                  <a:lnTo>
                    <a:pt x="4616176" y="6931740"/>
                  </a:lnTo>
                  <a:lnTo>
                    <a:pt x="4519096" y="6907589"/>
                  </a:lnTo>
                  <a:lnTo>
                    <a:pt x="4426879" y="6880694"/>
                  </a:lnTo>
                  <a:lnTo>
                    <a:pt x="4340653" y="6850945"/>
                  </a:lnTo>
                  <a:lnTo>
                    <a:pt x="4260899" y="6818136"/>
                  </a:lnTo>
                  <a:lnTo>
                    <a:pt x="4187607" y="6781961"/>
                  </a:lnTo>
                  <a:lnTo>
                    <a:pt x="4120425" y="6742022"/>
                  </a:lnTo>
                  <a:lnTo>
                    <a:pt x="4058782" y="6697836"/>
                  </a:lnTo>
                  <a:lnTo>
                    <a:pt x="4001983" y="6648858"/>
                  </a:lnTo>
                  <a:lnTo>
                    <a:pt x="3949280" y="6594518"/>
                  </a:lnTo>
                  <a:lnTo>
                    <a:pt x="3899919" y="6534285"/>
                  </a:lnTo>
                  <a:lnTo>
                    <a:pt x="3853191" y="6467764"/>
                  </a:lnTo>
                  <a:lnTo>
                    <a:pt x="3829811" y="6430787"/>
                  </a:lnTo>
                  <a:lnTo>
                    <a:pt x="3795634" y="6372212"/>
                  </a:lnTo>
                  <a:lnTo>
                    <a:pt x="3762259" y="6309729"/>
                  </a:lnTo>
                  <a:lnTo>
                    <a:pt x="3729487" y="6243257"/>
                  </a:lnTo>
                  <a:lnTo>
                    <a:pt x="3697155" y="6172770"/>
                  </a:lnTo>
                  <a:lnTo>
                    <a:pt x="3665130" y="6098294"/>
                  </a:lnTo>
                  <a:lnTo>
                    <a:pt x="3633303" y="6019922"/>
                  </a:lnTo>
                  <a:lnTo>
                    <a:pt x="3601590" y="5937809"/>
                  </a:lnTo>
                  <a:lnTo>
                    <a:pt x="3569928" y="5852181"/>
                  </a:lnTo>
                  <a:lnTo>
                    <a:pt x="3538271" y="5763329"/>
                  </a:lnTo>
                  <a:lnTo>
                    <a:pt x="3506590" y="5671615"/>
                  </a:lnTo>
                  <a:lnTo>
                    <a:pt x="3474868" y="5577461"/>
                  </a:lnTo>
                  <a:lnTo>
                    <a:pt x="3443103" y="5481344"/>
                  </a:lnTo>
                  <a:lnTo>
                    <a:pt x="3411299" y="5383788"/>
                  </a:lnTo>
                  <a:lnTo>
                    <a:pt x="3379470" y="5285351"/>
                  </a:lnTo>
                  <a:lnTo>
                    <a:pt x="3347632" y="5186613"/>
                  </a:lnTo>
                  <a:lnTo>
                    <a:pt x="3315802" y="5088163"/>
                  </a:lnTo>
                  <a:lnTo>
                    <a:pt x="3283998" y="4990579"/>
                  </a:lnTo>
                  <a:lnTo>
                    <a:pt x="3252231" y="4894421"/>
                  </a:lnTo>
                  <a:lnTo>
                    <a:pt x="3220509" y="4800214"/>
                  </a:lnTo>
                  <a:lnTo>
                    <a:pt x="3188826" y="4708437"/>
                  </a:lnTo>
                  <a:lnTo>
                    <a:pt x="3157169" y="4619513"/>
                  </a:lnTo>
                  <a:lnTo>
                    <a:pt x="3125508" y="4533803"/>
                  </a:lnTo>
                  <a:lnTo>
                    <a:pt x="3093797" y="4451604"/>
                  </a:lnTo>
                  <a:lnTo>
                    <a:pt x="3061974" y="4373140"/>
                  </a:lnTo>
                  <a:lnTo>
                    <a:pt x="3029954" y="4298571"/>
                  </a:lnTo>
                  <a:lnTo>
                    <a:pt x="2997631" y="4227987"/>
                  </a:lnTo>
                  <a:lnTo>
                    <a:pt x="2964871" y="4161420"/>
                  </a:lnTo>
                  <a:lnTo>
                    <a:pt x="2931513" y="4098843"/>
                  </a:lnTo>
                  <a:lnTo>
                    <a:pt x="2897357" y="4040176"/>
                  </a:lnTo>
                  <a:lnTo>
                    <a:pt x="2896531" y="4038823"/>
                  </a:lnTo>
                  <a:lnTo>
                    <a:pt x="2850915" y="3968982"/>
                  </a:lnTo>
                  <a:lnTo>
                    <a:pt x="2803002" y="3905527"/>
                  </a:lnTo>
                  <a:lnTo>
                    <a:pt x="2752122" y="3848195"/>
                  </a:lnTo>
                  <a:lnTo>
                    <a:pt x="2697539" y="3796510"/>
                  </a:lnTo>
                  <a:lnTo>
                    <a:pt x="2638497" y="3749912"/>
                  </a:lnTo>
                  <a:lnTo>
                    <a:pt x="2574265" y="3707838"/>
                  </a:lnTo>
                  <a:lnTo>
                    <a:pt x="2504199" y="3669769"/>
                  </a:lnTo>
                  <a:lnTo>
                    <a:pt x="2427818" y="3635261"/>
                  </a:lnTo>
                  <a:lnTo>
                    <a:pt x="2344919" y="3603959"/>
                  </a:lnTo>
                  <a:lnTo>
                    <a:pt x="2255709" y="3575605"/>
                  </a:lnTo>
                  <a:lnTo>
                    <a:pt x="2160962" y="3550040"/>
                  </a:lnTo>
                  <a:lnTo>
                    <a:pt x="2062168" y="3527199"/>
                  </a:lnTo>
                  <a:lnTo>
                    <a:pt x="1961635" y="3507088"/>
                  </a:lnTo>
                  <a:lnTo>
                    <a:pt x="1862476" y="3489762"/>
                  </a:lnTo>
                  <a:lnTo>
                    <a:pt x="1768416" y="3475279"/>
                  </a:lnTo>
                  <a:lnTo>
                    <a:pt x="1683398" y="3463651"/>
                  </a:lnTo>
                  <a:lnTo>
                    <a:pt x="1611005" y="3454793"/>
                  </a:lnTo>
                  <a:lnTo>
                    <a:pt x="1553824" y="3448498"/>
                  </a:lnTo>
                  <a:lnTo>
                    <a:pt x="1512916" y="3444427"/>
                  </a:lnTo>
                  <a:lnTo>
                    <a:pt x="1487532" y="3442134"/>
                  </a:lnTo>
                  <a:lnTo>
                    <a:pt x="1475124" y="3441113"/>
                  </a:lnTo>
                  <a:lnTo>
                    <a:pt x="1471544" y="3440843"/>
                  </a:lnTo>
                  <a:lnTo>
                    <a:pt x="1471387" y="3440832"/>
                  </a:lnTo>
                  <a:lnTo>
                    <a:pt x="0" y="344083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68" name="pg668"/>
            <p:cNvSpPr/>
            <p:nvPr/>
          </p:nvSpPr>
          <p:spPr>
            <a:xfrm>
              <a:off x="4799595" y="6230239"/>
              <a:ext cx="11981298" cy="3686022"/>
            </a:xfrm>
            <a:custGeom>
              <a:avLst/>
              <a:pathLst>
                <a:path w="11981298" h="3686022">
                  <a:moveTo>
                    <a:pt x="0" y="8172"/>
                  </a:moveTo>
                  <a:lnTo>
                    <a:pt x="1471387" y="8172"/>
                  </a:lnTo>
                  <a:lnTo>
                    <a:pt x="1472479" y="8254"/>
                  </a:lnTo>
                  <a:lnTo>
                    <a:pt x="1479667" y="8832"/>
                  </a:lnTo>
                  <a:lnTo>
                    <a:pt x="1497809" y="10431"/>
                  </a:lnTo>
                  <a:lnTo>
                    <a:pt x="1530299" y="13580"/>
                  </a:lnTo>
                  <a:lnTo>
                    <a:pt x="1578841" y="18772"/>
                  </a:lnTo>
                  <a:lnTo>
                    <a:pt x="1643311" y="26414"/>
                  </a:lnTo>
                  <a:lnTo>
                    <a:pt x="1721883" y="36789"/>
                  </a:lnTo>
                  <a:lnTo>
                    <a:pt x="1811445" y="50049"/>
                  </a:lnTo>
                  <a:lnTo>
                    <a:pt x="1908187" y="66228"/>
                  </a:lnTo>
                  <a:lnTo>
                    <a:pt x="2008228" y="85285"/>
                  </a:lnTo>
                  <a:lnTo>
                    <a:pt x="2108108" y="107157"/>
                  </a:lnTo>
                  <a:lnTo>
                    <a:pt x="2205092" y="131806"/>
                  </a:lnTo>
                  <a:lnTo>
                    <a:pt x="2297266" y="159255"/>
                  </a:lnTo>
                  <a:lnTo>
                    <a:pt x="2383490" y="189615"/>
                  </a:lnTo>
                  <a:lnTo>
                    <a:pt x="2463272" y="223094"/>
                  </a:lnTo>
                  <a:lnTo>
                    <a:pt x="2536610" y="259998"/>
                  </a:lnTo>
                  <a:lnTo>
                    <a:pt x="2603848" y="300733"/>
                  </a:lnTo>
                  <a:lnTo>
                    <a:pt x="2665546" y="345789"/>
                  </a:lnTo>
                  <a:lnTo>
                    <a:pt x="2722394" y="395718"/>
                  </a:lnTo>
                  <a:lnTo>
                    <a:pt x="2775136" y="451101"/>
                  </a:lnTo>
                  <a:lnTo>
                    <a:pt x="2824519" y="512485"/>
                  </a:lnTo>
                  <a:lnTo>
                    <a:pt x="2871252" y="580277"/>
                  </a:lnTo>
                  <a:lnTo>
                    <a:pt x="2896531" y="621147"/>
                  </a:lnTo>
                  <a:lnTo>
                    <a:pt x="2930346" y="680526"/>
                  </a:lnTo>
                  <a:lnTo>
                    <a:pt x="2963375" y="743824"/>
                  </a:lnTo>
                  <a:lnTo>
                    <a:pt x="2995809" y="811122"/>
                  </a:lnTo>
                  <a:lnTo>
                    <a:pt x="3027808" y="882448"/>
                  </a:lnTo>
                  <a:lnTo>
                    <a:pt x="3059502" y="957778"/>
                  </a:lnTo>
                  <a:lnTo>
                    <a:pt x="3090997" y="1037024"/>
                  </a:lnTo>
                  <a:lnTo>
                    <a:pt x="3122376" y="1120035"/>
                  </a:lnTo>
                  <a:lnTo>
                    <a:pt x="3153700" y="1206593"/>
                  </a:lnTo>
                  <a:lnTo>
                    <a:pt x="3185017" y="1296411"/>
                  </a:lnTo>
                  <a:lnTo>
                    <a:pt x="3216356" y="1389139"/>
                  </a:lnTo>
                  <a:lnTo>
                    <a:pt x="3247733" y="1484364"/>
                  </a:lnTo>
                  <a:lnTo>
                    <a:pt x="3279152" y="1581617"/>
                  </a:lnTo>
                  <a:lnTo>
                    <a:pt x="3310611" y="1680383"/>
                  </a:lnTo>
                  <a:lnTo>
                    <a:pt x="3342096" y="1780112"/>
                  </a:lnTo>
                  <a:lnTo>
                    <a:pt x="3373593" y="1880231"/>
                  </a:lnTo>
                  <a:lnTo>
                    <a:pt x="3405084" y="1980158"/>
                  </a:lnTo>
                  <a:lnTo>
                    <a:pt x="3436553" y="2079313"/>
                  </a:lnTo>
                  <a:lnTo>
                    <a:pt x="3467987" y="2177137"/>
                  </a:lnTo>
                  <a:lnTo>
                    <a:pt x="3499378" y="2273103"/>
                  </a:lnTo>
                  <a:lnTo>
                    <a:pt x="3530728" y="2366724"/>
                  </a:lnTo>
                  <a:lnTo>
                    <a:pt x="3562050" y="2457569"/>
                  </a:lnTo>
                  <a:lnTo>
                    <a:pt x="3593368" y="2545265"/>
                  </a:lnTo>
                  <a:lnTo>
                    <a:pt x="3624722" y="2629503"/>
                  </a:lnTo>
                  <a:lnTo>
                    <a:pt x="3656169" y="2710043"/>
                  </a:lnTo>
                  <a:lnTo>
                    <a:pt x="3687785" y="2786711"/>
                  </a:lnTo>
                  <a:lnTo>
                    <a:pt x="3719668" y="2859397"/>
                  </a:lnTo>
                  <a:lnTo>
                    <a:pt x="3751939" y="2928057"/>
                  </a:lnTo>
                  <a:lnTo>
                    <a:pt x="3784746" y="2992702"/>
                  </a:lnTo>
                  <a:lnTo>
                    <a:pt x="3818272" y="3053394"/>
                  </a:lnTo>
                  <a:lnTo>
                    <a:pt x="3829811" y="3073047"/>
                  </a:lnTo>
                  <a:lnTo>
                    <a:pt x="3875339" y="3144508"/>
                  </a:lnTo>
                  <a:lnTo>
                    <a:pt x="3923154" y="3209449"/>
                  </a:lnTo>
                  <a:lnTo>
                    <a:pt x="3973922" y="3268135"/>
                  </a:lnTo>
                  <a:lnTo>
                    <a:pt x="4028374" y="3321051"/>
                  </a:lnTo>
                  <a:lnTo>
                    <a:pt x="4087264" y="3368768"/>
                  </a:lnTo>
                  <a:lnTo>
                    <a:pt x="4151317" y="3411860"/>
                  </a:lnTo>
                  <a:lnTo>
                    <a:pt x="4221176" y="3450856"/>
                  </a:lnTo>
                  <a:lnTo>
                    <a:pt x="4297321" y="3486211"/>
                  </a:lnTo>
                  <a:lnTo>
                    <a:pt x="4379959" y="3518287"/>
                  </a:lnTo>
                  <a:lnTo>
                    <a:pt x="4468892" y="3547349"/>
                  </a:lnTo>
                  <a:lnTo>
                    <a:pt x="4563363" y="3573560"/>
                  </a:lnTo>
                  <a:lnTo>
                    <a:pt x="4661904" y="3596991"/>
                  </a:lnTo>
                  <a:lnTo>
                    <a:pt x="4762239" y="3617633"/>
                  </a:lnTo>
                  <a:lnTo>
                    <a:pt x="4861291" y="3635433"/>
                  </a:lnTo>
                  <a:lnTo>
                    <a:pt x="4955365" y="3650331"/>
                  </a:lnTo>
                  <a:lnTo>
                    <a:pt x="5040542" y="3662313"/>
                  </a:lnTo>
                  <a:lnTo>
                    <a:pt x="5113237" y="3671461"/>
                  </a:lnTo>
                  <a:lnTo>
                    <a:pt x="5170839" y="3677984"/>
                  </a:lnTo>
                  <a:lnTo>
                    <a:pt x="5212236" y="3682221"/>
                  </a:lnTo>
                  <a:lnTo>
                    <a:pt x="5238107" y="3684625"/>
                  </a:lnTo>
                  <a:lnTo>
                    <a:pt x="5250926" y="3685710"/>
                  </a:lnTo>
                  <a:lnTo>
                    <a:pt x="5254758" y="3686008"/>
                  </a:lnTo>
                  <a:lnTo>
                    <a:pt x="5254955" y="3686022"/>
                  </a:lnTo>
                  <a:lnTo>
                    <a:pt x="6726343" y="3686022"/>
                  </a:lnTo>
                  <a:lnTo>
                    <a:pt x="6727492" y="3685957"/>
                  </a:lnTo>
                  <a:lnTo>
                    <a:pt x="6735045" y="3685495"/>
                  </a:lnTo>
                  <a:lnTo>
                    <a:pt x="6754079" y="3684218"/>
                  </a:lnTo>
                  <a:lnTo>
                    <a:pt x="6788096" y="3681705"/>
                  </a:lnTo>
                  <a:lnTo>
                    <a:pt x="6838772" y="3677565"/>
                  </a:lnTo>
                  <a:lnTo>
                    <a:pt x="6905830" y="3671480"/>
                  </a:lnTo>
                  <a:lnTo>
                    <a:pt x="6987198" y="3663234"/>
                  </a:lnTo>
                  <a:lnTo>
                    <a:pt x="7079485" y="3652719"/>
                  </a:lnTo>
                  <a:lnTo>
                    <a:pt x="7178637" y="3639917"/>
                  </a:lnTo>
                  <a:lnTo>
                    <a:pt x="7280605" y="3624865"/>
                  </a:lnTo>
                  <a:lnTo>
                    <a:pt x="7381861" y="3607612"/>
                  </a:lnTo>
                  <a:lnTo>
                    <a:pt x="7479677" y="3588183"/>
                  </a:lnTo>
                  <a:lnTo>
                    <a:pt x="7572209" y="3566544"/>
                  </a:lnTo>
                  <a:lnTo>
                    <a:pt x="7658417" y="3542593"/>
                  </a:lnTo>
                  <a:lnTo>
                    <a:pt x="7737919" y="3516145"/>
                  </a:lnTo>
                  <a:lnTo>
                    <a:pt x="7810816" y="3486933"/>
                  </a:lnTo>
                  <a:lnTo>
                    <a:pt x="7877542" y="3454617"/>
                  </a:lnTo>
                  <a:lnTo>
                    <a:pt x="7938736" y="3418789"/>
                  </a:lnTo>
                  <a:lnTo>
                    <a:pt x="7995147" y="3378996"/>
                  </a:lnTo>
                  <a:lnTo>
                    <a:pt x="8047565" y="3334779"/>
                  </a:lnTo>
                  <a:lnTo>
                    <a:pt x="8096768" y="3285727"/>
                  </a:lnTo>
                  <a:lnTo>
                    <a:pt x="8143476" y="3231583"/>
                  </a:lnTo>
                  <a:lnTo>
                    <a:pt x="8151487" y="3221523"/>
                  </a:lnTo>
                  <a:lnTo>
                    <a:pt x="8189412" y="3170776"/>
                  </a:lnTo>
                  <a:lnTo>
                    <a:pt x="8226376" y="3116270"/>
                  </a:lnTo>
                  <a:lnTo>
                    <a:pt x="8262643" y="3057929"/>
                  </a:lnTo>
                  <a:lnTo>
                    <a:pt x="8298425" y="2995740"/>
                  </a:lnTo>
                  <a:lnTo>
                    <a:pt x="8333891" y="2929758"/>
                  </a:lnTo>
                  <a:lnTo>
                    <a:pt x="8369172" y="2860115"/>
                  </a:lnTo>
                  <a:lnTo>
                    <a:pt x="8404366" y="2787021"/>
                  </a:lnTo>
                  <a:lnTo>
                    <a:pt x="8439544" y="2710770"/>
                  </a:lnTo>
                  <a:lnTo>
                    <a:pt x="8474748" y="2631733"/>
                  </a:lnTo>
                  <a:lnTo>
                    <a:pt x="8510002" y="2550357"/>
                  </a:lnTo>
                  <a:lnTo>
                    <a:pt x="8545309" y="2467154"/>
                  </a:lnTo>
                  <a:lnTo>
                    <a:pt x="8580660" y="2382688"/>
                  </a:lnTo>
                  <a:lnTo>
                    <a:pt x="8616036" y="2297563"/>
                  </a:lnTo>
                  <a:lnTo>
                    <a:pt x="8651414" y="2212400"/>
                  </a:lnTo>
                  <a:lnTo>
                    <a:pt x="8686769" y="2127824"/>
                  </a:lnTo>
                  <a:lnTo>
                    <a:pt x="8722082" y="2044441"/>
                  </a:lnTo>
                  <a:lnTo>
                    <a:pt x="8757342" y="1962821"/>
                  </a:lnTo>
                  <a:lnTo>
                    <a:pt x="8792551" y="1883484"/>
                  </a:lnTo>
                  <a:lnTo>
                    <a:pt x="8827730" y="1806882"/>
                  </a:lnTo>
                  <a:lnTo>
                    <a:pt x="8862920" y="1733399"/>
                  </a:lnTo>
                  <a:lnTo>
                    <a:pt x="8898186" y="1663335"/>
                  </a:lnTo>
                  <a:lnTo>
                    <a:pt x="8933624" y="1596912"/>
                  </a:lnTo>
                  <a:lnTo>
                    <a:pt x="8969360" y="1534271"/>
                  </a:lnTo>
                  <a:lnTo>
                    <a:pt x="9005559" y="1475475"/>
                  </a:lnTo>
                  <a:lnTo>
                    <a:pt x="9042428" y="1420518"/>
                  </a:lnTo>
                  <a:lnTo>
                    <a:pt x="9080225" y="1369333"/>
                  </a:lnTo>
                  <a:lnTo>
                    <a:pt x="9084767" y="1363528"/>
                  </a:lnTo>
                  <a:lnTo>
                    <a:pt x="9131103" y="1308481"/>
                  </a:lnTo>
                  <a:lnTo>
                    <a:pt x="9179817" y="1258545"/>
                  </a:lnTo>
                  <a:lnTo>
                    <a:pt x="9231613" y="1213504"/>
                  </a:lnTo>
                  <a:lnTo>
                    <a:pt x="9287264" y="1172966"/>
                  </a:lnTo>
                  <a:lnTo>
                    <a:pt x="9347560" y="1136473"/>
                  </a:lnTo>
                  <a:lnTo>
                    <a:pt x="9413262" y="1103570"/>
                  </a:lnTo>
                  <a:lnTo>
                    <a:pt x="9485034" y="1073839"/>
                  </a:lnTo>
                  <a:lnTo>
                    <a:pt x="9563354" y="1046926"/>
                  </a:lnTo>
                  <a:lnTo>
                    <a:pt x="9648394" y="1022551"/>
                  </a:lnTo>
                  <a:lnTo>
                    <a:pt x="9739867" y="1000515"/>
                  </a:lnTo>
                  <a:lnTo>
                    <a:pt x="9836863" y="980701"/>
                  </a:lnTo>
                  <a:lnTo>
                    <a:pt x="9937686" y="963064"/>
                  </a:lnTo>
                  <a:lnTo>
                    <a:pt x="10039764" y="947622"/>
                  </a:lnTo>
                  <a:lnTo>
                    <a:pt x="10139696" y="934420"/>
                  </a:lnTo>
                  <a:lnTo>
                    <a:pt x="10233493" y="923501"/>
                  </a:lnTo>
                  <a:lnTo>
                    <a:pt x="10317057" y="914861"/>
                  </a:lnTo>
                  <a:lnTo>
                    <a:pt x="10386828" y="908409"/>
                  </a:lnTo>
                  <a:lnTo>
                    <a:pt x="10440463" y="903947"/>
                  </a:lnTo>
                  <a:lnTo>
                    <a:pt x="10477347" y="901174"/>
                  </a:lnTo>
                  <a:lnTo>
                    <a:pt x="10498812" y="899710"/>
                  </a:lnTo>
                  <a:lnTo>
                    <a:pt x="10508060" y="899135"/>
                  </a:lnTo>
                  <a:lnTo>
                    <a:pt x="10509911" y="899029"/>
                  </a:lnTo>
                  <a:lnTo>
                    <a:pt x="11981298" y="899029"/>
                  </a:lnTo>
                  <a:lnTo>
                    <a:pt x="11981298" y="890856"/>
                  </a:lnTo>
                  <a:lnTo>
                    <a:pt x="10509911" y="890856"/>
                  </a:lnTo>
                  <a:lnTo>
                    <a:pt x="10508761" y="890921"/>
                  </a:lnTo>
                  <a:lnTo>
                    <a:pt x="10501209" y="891383"/>
                  </a:lnTo>
                  <a:lnTo>
                    <a:pt x="10482175" y="892660"/>
                  </a:lnTo>
                  <a:lnTo>
                    <a:pt x="10448157" y="895173"/>
                  </a:lnTo>
                  <a:lnTo>
                    <a:pt x="10397481" y="899313"/>
                  </a:lnTo>
                  <a:lnTo>
                    <a:pt x="10330423" y="905398"/>
                  </a:lnTo>
                  <a:lnTo>
                    <a:pt x="10249055" y="913644"/>
                  </a:lnTo>
                  <a:lnTo>
                    <a:pt x="10156768" y="924159"/>
                  </a:lnTo>
                  <a:lnTo>
                    <a:pt x="10057617" y="936961"/>
                  </a:lnTo>
                  <a:lnTo>
                    <a:pt x="9955648" y="952013"/>
                  </a:lnTo>
                  <a:lnTo>
                    <a:pt x="9854392" y="969266"/>
                  </a:lnTo>
                  <a:lnTo>
                    <a:pt x="9756576" y="988695"/>
                  </a:lnTo>
                  <a:lnTo>
                    <a:pt x="9664044" y="1010334"/>
                  </a:lnTo>
                  <a:lnTo>
                    <a:pt x="9577836" y="1034285"/>
                  </a:lnTo>
                  <a:lnTo>
                    <a:pt x="9498334" y="1060733"/>
                  </a:lnTo>
                  <a:lnTo>
                    <a:pt x="9425437" y="1089945"/>
                  </a:lnTo>
                  <a:lnTo>
                    <a:pt x="9358711" y="1122261"/>
                  </a:lnTo>
                  <a:lnTo>
                    <a:pt x="9297517" y="1158089"/>
                  </a:lnTo>
                  <a:lnTo>
                    <a:pt x="9241106" y="1197882"/>
                  </a:lnTo>
                  <a:lnTo>
                    <a:pt x="9188689" y="1242099"/>
                  </a:lnTo>
                  <a:lnTo>
                    <a:pt x="9139486" y="1291151"/>
                  </a:lnTo>
                  <a:lnTo>
                    <a:pt x="9092778" y="1345295"/>
                  </a:lnTo>
                  <a:lnTo>
                    <a:pt x="9084767" y="1355355"/>
                  </a:lnTo>
                  <a:lnTo>
                    <a:pt x="9046841" y="1406102"/>
                  </a:lnTo>
                  <a:lnTo>
                    <a:pt x="9009877" y="1460608"/>
                  </a:lnTo>
                  <a:lnTo>
                    <a:pt x="8973610" y="1518949"/>
                  </a:lnTo>
                  <a:lnTo>
                    <a:pt x="8937828" y="1581138"/>
                  </a:lnTo>
                  <a:lnTo>
                    <a:pt x="8902363" y="1647120"/>
                  </a:lnTo>
                  <a:lnTo>
                    <a:pt x="8867082" y="1716763"/>
                  </a:lnTo>
                  <a:lnTo>
                    <a:pt x="8831887" y="1789857"/>
                  </a:lnTo>
                  <a:lnTo>
                    <a:pt x="8796709" y="1866108"/>
                  </a:lnTo>
                  <a:lnTo>
                    <a:pt x="8761505" y="1945145"/>
                  </a:lnTo>
                  <a:lnTo>
                    <a:pt x="8726252" y="2026521"/>
                  </a:lnTo>
                  <a:lnTo>
                    <a:pt x="8690945" y="2109724"/>
                  </a:lnTo>
                  <a:lnTo>
                    <a:pt x="8655594" y="2194190"/>
                  </a:lnTo>
                  <a:lnTo>
                    <a:pt x="8620217" y="2279316"/>
                  </a:lnTo>
                  <a:lnTo>
                    <a:pt x="8584839" y="2364478"/>
                  </a:lnTo>
                  <a:lnTo>
                    <a:pt x="8549484" y="2449054"/>
                  </a:lnTo>
                  <a:lnTo>
                    <a:pt x="8514171" y="2532437"/>
                  </a:lnTo>
                  <a:lnTo>
                    <a:pt x="8478911" y="2614057"/>
                  </a:lnTo>
                  <a:lnTo>
                    <a:pt x="8443702" y="2693395"/>
                  </a:lnTo>
                  <a:lnTo>
                    <a:pt x="8408523" y="2769996"/>
                  </a:lnTo>
                  <a:lnTo>
                    <a:pt x="8373334" y="2843479"/>
                  </a:lnTo>
                  <a:lnTo>
                    <a:pt x="8338067" y="2913543"/>
                  </a:lnTo>
                  <a:lnTo>
                    <a:pt x="8302629" y="2979966"/>
                  </a:lnTo>
                  <a:lnTo>
                    <a:pt x="8266893" y="3042607"/>
                  </a:lnTo>
                  <a:lnTo>
                    <a:pt x="8230694" y="3101403"/>
                  </a:lnTo>
                  <a:lnTo>
                    <a:pt x="8193825" y="3156360"/>
                  </a:lnTo>
                  <a:lnTo>
                    <a:pt x="8156028" y="3207545"/>
                  </a:lnTo>
                  <a:lnTo>
                    <a:pt x="8151487" y="3213350"/>
                  </a:lnTo>
                  <a:lnTo>
                    <a:pt x="8105150" y="3268397"/>
                  </a:lnTo>
                  <a:lnTo>
                    <a:pt x="8056436" y="3318333"/>
                  </a:lnTo>
                  <a:lnTo>
                    <a:pt x="8004640" y="3363374"/>
                  </a:lnTo>
                  <a:lnTo>
                    <a:pt x="7948990" y="3403913"/>
                  </a:lnTo>
                  <a:lnTo>
                    <a:pt x="7888694" y="3440405"/>
                  </a:lnTo>
                  <a:lnTo>
                    <a:pt x="7822991" y="3473308"/>
                  </a:lnTo>
                  <a:lnTo>
                    <a:pt x="7751219" y="3503039"/>
                  </a:lnTo>
                  <a:lnTo>
                    <a:pt x="7672899" y="3529953"/>
                  </a:lnTo>
                  <a:lnTo>
                    <a:pt x="7587860" y="3554328"/>
                  </a:lnTo>
                  <a:lnTo>
                    <a:pt x="7496386" y="3576363"/>
                  </a:lnTo>
                  <a:lnTo>
                    <a:pt x="7399390" y="3596178"/>
                  </a:lnTo>
                  <a:lnTo>
                    <a:pt x="7298568" y="3613814"/>
                  </a:lnTo>
                  <a:lnTo>
                    <a:pt x="7196489" y="3629256"/>
                  </a:lnTo>
                  <a:lnTo>
                    <a:pt x="7096557" y="3642458"/>
                  </a:lnTo>
                  <a:lnTo>
                    <a:pt x="7002760" y="3653377"/>
                  </a:lnTo>
                  <a:lnTo>
                    <a:pt x="6919197" y="3662017"/>
                  </a:lnTo>
                  <a:lnTo>
                    <a:pt x="6849425" y="3668469"/>
                  </a:lnTo>
                  <a:lnTo>
                    <a:pt x="6795790" y="3672931"/>
                  </a:lnTo>
                  <a:lnTo>
                    <a:pt x="6758907" y="3675704"/>
                  </a:lnTo>
                  <a:lnTo>
                    <a:pt x="6737441" y="3677169"/>
                  </a:lnTo>
                  <a:lnTo>
                    <a:pt x="6728194" y="3677743"/>
                  </a:lnTo>
                  <a:lnTo>
                    <a:pt x="6726343" y="3677849"/>
                  </a:lnTo>
                  <a:lnTo>
                    <a:pt x="5254955" y="3677849"/>
                  </a:lnTo>
                  <a:lnTo>
                    <a:pt x="5253863" y="3677768"/>
                  </a:lnTo>
                  <a:lnTo>
                    <a:pt x="5246675" y="3677189"/>
                  </a:lnTo>
                  <a:lnTo>
                    <a:pt x="5228534" y="3675590"/>
                  </a:lnTo>
                  <a:lnTo>
                    <a:pt x="5196043" y="3672441"/>
                  </a:lnTo>
                  <a:lnTo>
                    <a:pt x="5147501" y="3667249"/>
                  </a:lnTo>
                  <a:lnTo>
                    <a:pt x="5083031" y="3659608"/>
                  </a:lnTo>
                  <a:lnTo>
                    <a:pt x="5004459" y="3649232"/>
                  </a:lnTo>
                  <a:lnTo>
                    <a:pt x="4914897" y="3635972"/>
                  </a:lnTo>
                  <a:lnTo>
                    <a:pt x="4818155" y="3619793"/>
                  </a:lnTo>
                  <a:lnTo>
                    <a:pt x="4718114" y="3600737"/>
                  </a:lnTo>
                  <a:lnTo>
                    <a:pt x="4618234" y="3578865"/>
                  </a:lnTo>
                  <a:lnTo>
                    <a:pt x="4521250" y="3554216"/>
                  </a:lnTo>
                  <a:lnTo>
                    <a:pt x="4429076" y="3526766"/>
                  </a:lnTo>
                  <a:lnTo>
                    <a:pt x="4342852" y="3496406"/>
                  </a:lnTo>
                  <a:lnTo>
                    <a:pt x="4263070" y="3462928"/>
                  </a:lnTo>
                  <a:lnTo>
                    <a:pt x="4189732" y="3426023"/>
                  </a:lnTo>
                  <a:lnTo>
                    <a:pt x="4122494" y="3385288"/>
                  </a:lnTo>
                  <a:lnTo>
                    <a:pt x="4060796" y="3340232"/>
                  </a:lnTo>
                  <a:lnTo>
                    <a:pt x="4003948" y="3290303"/>
                  </a:lnTo>
                  <a:lnTo>
                    <a:pt x="3951206" y="3234920"/>
                  </a:lnTo>
                  <a:lnTo>
                    <a:pt x="3901823" y="3173536"/>
                  </a:lnTo>
                  <a:lnTo>
                    <a:pt x="3855090" y="3105744"/>
                  </a:lnTo>
                  <a:lnTo>
                    <a:pt x="3829811" y="3064874"/>
                  </a:lnTo>
                  <a:lnTo>
                    <a:pt x="3795996" y="3005495"/>
                  </a:lnTo>
                  <a:lnTo>
                    <a:pt x="3762967" y="2942197"/>
                  </a:lnTo>
                  <a:lnTo>
                    <a:pt x="3730533" y="2874900"/>
                  </a:lnTo>
                  <a:lnTo>
                    <a:pt x="3698534" y="2803573"/>
                  </a:lnTo>
                  <a:lnTo>
                    <a:pt x="3666840" y="2728243"/>
                  </a:lnTo>
                  <a:lnTo>
                    <a:pt x="3635345" y="2648997"/>
                  </a:lnTo>
                  <a:lnTo>
                    <a:pt x="3603967" y="2565986"/>
                  </a:lnTo>
                  <a:lnTo>
                    <a:pt x="3572642" y="2479428"/>
                  </a:lnTo>
                  <a:lnTo>
                    <a:pt x="3541325" y="2389610"/>
                  </a:lnTo>
                  <a:lnTo>
                    <a:pt x="3509986" y="2296882"/>
                  </a:lnTo>
                  <a:lnTo>
                    <a:pt x="3478609" y="2201657"/>
                  </a:lnTo>
                  <a:lnTo>
                    <a:pt x="3447190" y="2104405"/>
                  </a:lnTo>
                  <a:lnTo>
                    <a:pt x="3415732" y="2005638"/>
                  </a:lnTo>
                  <a:lnTo>
                    <a:pt x="3384246" y="1905909"/>
                  </a:lnTo>
                  <a:lnTo>
                    <a:pt x="3352749" y="1805790"/>
                  </a:lnTo>
                  <a:lnTo>
                    <a:pt x="3321258" y="1705864"/>
                  </a:lnTo>
                  <a:lnTo>
                    <a:pt x="3289789" y="1606709"/>
                  </a:lnTo>
                  <a:lnTo>
                    <a:pt x="3258356" y="1508884"/>
                  </a:lnTo>
                  <a:lnTo>
                    <a:pt x="3226964" y="1412919"/>
                  </a:lnTo>
                  <a:lnTo>
                    <a:pt x="3195614" y="1319297"/>
                  </a:lnTo>
                  <a:lnTo>
                    <a:pt x="3164292" y="1228452"/>
                  </a:lnTo>
                  <a:lnTo>
                    <a:pt x="3132974" y="1140756"/>
                  </a:lnTo>
                  <a:lnTo>
                    <a:pt x="3101620" y="1056518"/>
                  </a:lnTo>
                  <a:lnTo>
                    <a:pt x="3070173" y="975978"/>
                  </a:lnTo>
                  <a:lnTo>
                    <a:pt x="3038557" y="899311"/>
                  </a:lnTo>
                  <a:lnTo>
                    <a:pt x="3006674" y="826624"/>
                  </a:lnTo>
                  <a:lnTo>
                    <a:pt x="2974403" y="757964"/>
                  </a:lnTo>
                  <a:lnTo>
                    <a:pt x="2941596" y="693320"/>
                  </a:lnTo>
                  <a:lnTo>
                    <a:pt x="2908071" y="632627"/>
                  </a:lnTo>
                  <a:lnTo>
                    <a:pt x="2896531" y="612974"/>
                  </a:lnTo>
                  <a:lnTo>
                    <a:pt x="2851003" y="541513"/>
                  </a:lnTo>
                  <a:lnTo>
                    <a:pt x="2803188" y="476572"/>
                  </a:lnTo>
                  <a:lnTo>
                    <a:pt x="2752420" y="417886"/>
                  </a:lnTo>
                  <a:lnTo>
                    <a:pt x="2697968" y="364970"/>
                  </a:lnTo>
                  <a:lnTo>
                    <a:pt x="2639078" y="317254"/>
                  </a:lnTo>
                  <a:lnTo>
                    <a:pt x="2575025" y="274161"/>
                  </a:lnTo>
                  <a:lnTo>
                    <a:pt x="2505166" y="235165"/>
                  </a:lnTo>
                  <a:lnTo>
                    <a:pt x="2429021" y="199810"/>
                  </a:lnTo>
                  <a:lnTo>
                    <a:pt x="2346384" y="167734"/>
                  </a:lnTo>
                  <a:lnTo>
                    <a:pt x="2257450" y="138672"/>
                  </a:lnTo>
                  <a:lnTo>
                    <a:pt x="2162979" y="112461"/>
                  </a:lnTo>
                  <a:lnTo>
                    <a:pt x="2064438" y="89031"/>
                  </a:lnTo>
                  <a:lnTo>
                    <a:pt x="1964103" y="68388"/>
                  </a:lnTo>
                  <a:lnTo>
                    <a:pt x="1865051" y="50589"/>
                  </a:lnTo>
                  <a:lnTo>
                    <a:pt x="1770977" y="35691"/>
                  </a:lnTo>
                  <a:lnTo>
                    <a:pt x="1685801" y="23708"/>
                  </a:lnTo>
                  <a:lnTo>
                    <a:pt x="1613105" y="14560"/>
                  </a:lnTo>
                  <a:lnTo>
                    <a:pt x="1555503" y="8038"/>
                  </a:lnTo>
                  <a:lnTo>
                    <a:pt x="1514106" y="3800"/>
                  </a:lnTo>
                  <a:lnTo>
                    <a:pt x="1488235" y="1396"/>
                  </a:lnTo>
                  <a:lnTo>
                    <a:pt x="1475416" y="311"/>
                  </a:lnTo>
                  <a:lnTo>
                    <a:pt x="1471584" y="14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669" name="pl669"/>
            <p:cNvSpPr/>
            <p:nvPr/>
          </p:nvSpPr>
          <p:spPr>
            <a:xfrm>
              <a:off x="4799595" y="6238412"/>
              <a:ext cx="11981298" cy="3677849"/>
            </a:xfrm>
            <a:custGeom>
              <a:avLst/>
              <a:pathLst>
                <a:path w="11981298" h="3677849">
                  <a:moveTo>
                    <a:pt x="0" y="0"/>
                  </a:moveTo>
                  <a:lnTo>
                    <a:pt x="1471387" y="0"/>
                  </a:lnTo>
                  <a:lnTo>
                    <a:pt x="1472479" y="81"/>
                  </a:lnTo>
                  <a:lnTo>
                    <a:pt x="1479667" y="659"/>
                  </a:lnTo>
                  <a:lnTo>
                    <a:pt x="1497809" y="2258"/>
                  </a:lnTo>
                  <a:lnTo>
                    <a:pt x="1530299" y="5407"/>
                  </a:lnTo>
                  <a:lnTo>
                    <a:pt x="1578841" y="10599"/>
                  </a:lnTo>
                  <a:lnTo>
                    <a:pt x="1643311" y="18241"/>
                  </a:lnTo>
                  <a:lnTo>
                    <a:pt x="1721883" y="28616"/>
                  </a:lnTo>
                  <a:lnTo>
                    <a:pt x="1811445" y="41876"/>
                  </a:lnTo>
                  <a:lnTo>
                    <a:pt x="1908187" y="58055"/>
                  </a:lnTo>
                  <a:lnTo>
                    <a:pt x="2008228" y="77112"/>
                  </a:lnTo>
                  <a:lnTo>
                    <a:pt x="2108108" y="98984"/>
                  </a:lnTo>
                  <a:lnTo>
                    <a:pt x="2205092" y="123633"/>
                  </a:lnTo>
                  <a:lnTo>
                    <a:pt x="2297266" y="151082"/>
                  </a:lnTo>
                  <a:lnTo>
                    <a:pt x="2383490" y="181442"/>
                  </a:lnTo>
                  <a:lnTo>
                    <a:pt x="2463272" y="214921"/>
                  </a:lnTo>
                  <a:lnTo>
                    <a:pt x="2536610" y="251825"/>
                  </a:lnTo>
                  <a:lnTo>
                    <a:pt x="2603848" y="292560"/>
                  </a:lnTo>
                  <a:lnTo>
                    <a:pt x="2665546" y="337616"/>
                  </a:lnTo>
                  <a:lnTo>
                    <a:pt x="2722394" y="387545"/>
                  </a:lnTo>
                  <a:lnTo>
                    <a:pt x="2775136" y="442928"/>
                  </a:lnTo>
                  <a:lnTo>
                    <a:pt x="2824519" y="504312"/>
                  </a:lnTo>
                  <a:lnTo>
                    <a:pt x="2871252" y="572104"/>
                  </a:lnTo>
                  <a:lnTo>
                    <a:pt x="2896531" y="612974"/>
                  </a:lnTo>
                  <a:lnTo>
                    <a:pt x="2930346" y="672353"/>
                  </a:lnTo>
                  <a:lnTo>
                    <a:pt x="2963375" y="735651"/>
                  </a:lnTo>
                  <a:lnTo>
                    <a:pt x="2995809" y="802949"/>
                  </a:lnTo>
                  <a:lnTo>
                    <a:pt x="3027808" y="874275"/>
                  </a:lnTo>
                  <a:lnTo>
                    <a:pt x="3059502" y="949605"/>
                  </a:lnTo>
                  <a:lnTo>
                    <a:pt x="3090997" y="1028851"/>
                  </a:lnTo>
                  <a:lnTo>
                    <a:pt x="3122376" y="1111862"/>
                  </a:lnTo>
                  <a:lnTo>
                    <a:pt x="3153700" y="1198420"/>
                  </a:lnTo>
                  <a:lnTo>
                    <a:pt x="3185017" y="1288238"/>
                  </a:lnTo>
                  <a:lnTo>
                    <a:pt x="3216356" y="1380966"/>
                  </a:lnTo>
                  <a:lnTo>
                    <a:pt x="3247733" y="1476191"/>
                  </a:lnTo>
                  <a:lnTo>
                    <a:pt x="3279152" y="1573444"/>
                  </a:lnTo>
                  <a:lnTo>
                    <a:pt x="3310611" y="1672210"/>
                  </a:lnTo>
                  <a:lnTo>
                    <a:pt x="3342096" y="1771939"/>
                  </a:lnTo>
                  <a:lnTo>
                    <a:pt x="3373593" y="1872058"/>
                  </a:lnTo>
                  <a:lnTo>
                    <a:pt x="3405084" y="1971985"/>
                  </a:lnTo>
                  <a:lnTo>
                    <a:pt x="3436553" y="2071140"/>
                  </a:lnTo>
                  <a:lnTo>
                    <a:pt x="3467987" y="2168964"/>
                  </a:lnTo>
                  <a:lnTo>
                    <a:pt x="3499378" y="2264930"/>
                  </a:lnTo>
                  <a:lnTo>
                    <a:pt x="3530728" y="2358551"/>
                  </a:lnTo>
                  <a:lnTo>
                    <a:pt x="3562050" y="2449396"/>
                  </a:lnTo>
                  <a:lnTo>
                    <a:pt x="3593368" y="2537092"/>
                  </a:lnTo>
                  <a:lnTo>
                    <a:pt x="3624722" y="2621330"/>
                  </a:lnTo>
                  <a:lnTo>
                    <a:pt x="3656169" y="2701870"/>
                  </a:lnTo>
                  <a:lnTo>
                    <a:pt x="3687785" y="2778538"/>
                  </a:lnTo>
                  <a:lnTo>
                    <a:pt x="3719668" y="2851224"/>
                  </a:lnTo>
                  <a:lnTo>
                    <a:pt x="3751939" y="2919884"/>
                  </a:lnTo>
                  <a:lnTo>
                    <a:pt x="3784746" y="2984529"/>
                  </a:lnTo>
                  <a:lnTo>
                    <a:pt x="3818272" y="3045221"/>
                  </a:lnTo>
                  <a:lnTo>
                    <a:pt x="3829811" y="3064874"/>
                  </a:lnTo>
                  <a:lnTo>
                    <a:pt x="3875339" y="3136335"/>
                  </a:lnTo>
                  <a:lnTo>
                    <a:pt x="3923154" y="3201276"/>
                  </a:lnTo>
                  <a:lnTo>
                    <a:pt x="3973922" y="3259962"/>
                  </a:lnTo>
                  <a:lnTo>
                    <a:pt x="4028374" y="3312878"/>
                  </a:lnTo>
                  <a:lnTo>
                    <a:pt x="4087264" y="3360595"/>
                  </a:lnTo>
                  <a:lnTo>
                    <a:pt x="4151317" y="3403687"/>
                  </a:lnTo>
                  <a:lnTo>
                    <a:pt x="4221176" y="3442683"/>
                  </a:lnTo>
                  <a:lnTo>
                    <a:pt x="4297321" y="3478038"/>
                  </a:lnTo>
                  <a:lnTo>
                    <a:pt x="4379959" y="3510114"/>
                  </a:lnTo>
                  <a:lnTo>
                    <a:pt x="4468892" y="3539176"/>
                  </a:lnTo>
                  <a:lnTo>
                    <a:pt x="4563363" y="3565387"/>
                  </a:lnTo>
                  <a:lnTo>
                    <a:pt x="4661904" y="3588818"/>
                  </a:lnTo>
                  <a:lnTo>
                    <a:pt x="4762239" y="3609460"/>
                  </a:lnTo>
                  <a:lnTo>
                    <a:pt x="4861291" y="3627260"/>
                  </a:lnTo>
                  <a:lnTo>
                    <a:pt x="4955365" y="3642158"/>
                  </a:lnTo>
                  <a:lnTo>
                    <a:pt x="5040542" y="3654140"/>
                  </a:lnTo>
                  <a:lnTo>
                    <a:pt x="5113237" y="3663288"/>
                  </a:lnTo>
                  <a:lnTo>
                    <a:pt x="5170839" y="3669811"/>
                  </a:lnTo>
                  <a:lnTo>
                    <a:pt x="5212236" y="3674048"/>
                  </a:lnTo>
                  <a:lnTo>
                    <a:pt x="5238107" y="3676452"/>
                  </a:lnTo>
                  <a:lnTo>
                    <a:pt x="5250926" y="3677537"/>
                  </a:lnTo>
                  <a:lnTo>
                    <a:pt x="5254758" y="3677835"/>
                  </a:lnTo>
                  <a:lnTo>
                    <a:pt x="5254955" y="3677849"/>
                  </a:lnTo>
                  <a:lnTo>
                    <a:pt x="6726343" y="3677849"/>
                  </a:lnTo>
                  <a:lnTo>
                    <a:pt x="6727492" y="3677784"/>
                  </a:lnTo>
                  <a:lnTo>
                    <a:pt x="6735045" y="3677322"/>
                  </a:lnTo>
                  <a:lnTo>
                    <a:pt x="6754079" y="3676045"/>
                  </a:lnTo>
                  <a:lnTo>
                    <a:pt x="6788096" y="3673532"/>
                  </a:lnTo>
                  <a:lnTo>
                    <a:pt x="6838772" y="3669392"/>
                  </a:lnTo>
                  <a:lnTo>
                    <a:pt x="6905830" y="3663307"/>
                  </a:lnTo>
                  <a:lnTo>
                    <a:pt x="6987198" y="3655061"/>
                  </a:lnTo>
                  <a:lnTo>
                    <a:pt x="7079485" y="3644546"/>
                  </a:lnTo>
                  <a:lnTo>
                    <a:pt x="7178637" y="3631744"/>
                  </a:lnTo>
                  <a:lnTo>
                    <a:pt x="7280605" y="3616692"/>
                  </a:lnTo>
                  <a:lnTo>
                    <a:pt x="7381861" y="3599439"/>
                  </a:lnTo>
                  <a:lnTo>
                    <a:pt x="7479677" y="3580010"/>
                  </a:lnTo>
                  <a:lnTo>
                    <a:pt x="7572209" y="3558371"/>
                  </a:lnTo>
                  <a:lnTo>
                    <a:pt x="7658417" y="3534420"/>
                  </a:lnTo>
                  <a:lnTo>
                    <a:pt x="7737919" y="3507972"/>
                  </a:lnTo>
                  <a:lnTo>
                    <a:pt x="7810816" y="3478760"/>
                  </a:lnTo>
                  <a:lnTo>
                    <a:pt x="7877542" y="3446444"/>
                  </a:lnTo>
                  <a:lnTo>
                    <a:pt x="7938736" y="3410616"/>
                  </a:lnTo>
                  <a:lnTo>
                    <a:pt x="7995147" y="3370823"/>
                  </a:lnTo>
                  <a:lnTo>
                    <a:pt x="8047565" y="3326606"/>
                  </a:lnTo>
                  <a:lnTo>
                    <a:pt x="8096768" y="3277554"/>
                  </a:lnTo>
                  <a:lnTo>
                    <a:pt x="8143476" y="3223410"/>
                  </a:lnTo>
                  <a:lnTo>
                    <a:pt x="8151487" y="3213350"/>
                  </a:lnTo>
                  <a:lnTo>
                    <a:pt x="8189412" y="3162603"/>
                  </a:lnTo>
                  <a:lnTo>
                    <a:pt x="8226376" y="3108097"/>
                  </a:lnTo>
                  <a:lnTo>
                    <a:pt x="8262643" y="3049756"/>
                  </a:lnTo>
                  <a:lnTo>
                    <a:pt x="8298425" y="2987567"/>
                  </a:lnTo>
                  <a:lnTo>
                    <a:pt x="8333891" y="2921585"/>
                  </a:lnTo>
                  <a:lnTo>
                    <a:pt x="8369172" y="2851942"/>
                  </a:lnTo>
                  <a:lnTo>
                    <a:pt x="8404366" y="2778848"/>
                  </a:lnTo>
                  <a:lnTo>
                    <a:pt x="8439544" y="2702597"/>
                  </a:lnTo>
                  <a:lnTo>
                    <a:pt x="8474748" y="2623560"/>
                  </a:lnTo>
                  <a:lnTo>
                    <a:pt x="8510002" y="2542184"/>
                  </a:lnTo>
                  <a:lnTo>
                    <a:pt x="8545309" y="2458981"/>
                  </a:lnTo>
                  <a:lnTo>
                    <a:pt x="8580660" y="2374515"/>
                  </a:lnTo>
                  <a:lnTo>
                    <a:pt x="8616036" y="2289390"/>
                  </a:lnTo>
                  <a:lnTo>
                    <a:pt x="8651414" y="2204227"/>
                  </a:lnTo>
                  <a:lnTo>
                    <a:pt x="8686769" y="2119651"/>
                  </a:lnTo>
                  <a:lnTo>
                    <a:pt x="8722082" y="2036268"/>
                  </a:lnTo>
                  <a:lnTo>
                    <a:pt x="8757342" y="1954648"/>
                  </a:lnTo>
                  <a:lnTo>
                    <a:pt x="8792551" y="1875311"/>
                  </a:lnTo>
                  <a:lnTo>
                    <a:pt x="8827730" y="1798709"/>
                  </a:lnTo>
                  <a:lnTo>
                    <a:pt x="8862920" y="1725226"/>
                  </a:lnTo>
                  <a:lnTo>
                    <a:pt x="8898186" y="1655162"/>
                  </a:lnTo>
                  <a:lnTo>
                    <a:pt x="8933624" y="1588739"/>
                  </a:lnTo>
                  <a:lnTo>
                    <a:pt x="8969360" y="1526098"/>
                  </a:lnTo>
                  <a:lnTo>
                    <a:pt x="9005559" y="1467302"/>
                  </a:lnTo>
                  <a:lnTo>
                    <a:pt x="9042428" y="1412345"/>
                  </a:lnTo>
                  <a:lnTo>
                    <a:pt x="9080225" y="1361160"/>
                  </a:lnTo>
                  <a:lnTo>
                    <a:pt x="9084767" y="1355355"/>
                  </a:lnTo>
                  <a:lnTo>
                    <a:pt x="9131103" y="1300308"/>
                  </a:lnTo>
                  <a:lnTo>
                    <a:pt x="9179817" y="1250372"/>
                  </a:lnTo>
                  <a:lnTo>
                    <a:pt x="9231613" y="1205331"/>
                  </a:lnTo>
                  <a:lnTo>
                    <a:pt x="9287264" y="1164793"/>
                  </a:lnTo>
                  <a:lnTo>
                    <a:pt x="9347560" y="1128300"/>
                  </a:lnTo>
                  <a:lnTo>
                    <a:pt x="9413262" y="1095397"/>
                  </a:lnTo>
                  <a:lnTo>
                    <a:pt x="9485034" y="1065666"/>
                  </a:lnTo>
                  <a:lnTo>
                    <a:pt x="9563354" y="1038753"/>
                  </a:lnTo>
                  <a:lnTo>
                    <a:pt x="9648394" y="1014378"/>
                  </a:lnTo>
                  <a:lnTo>
                    <a:pt x="9739867" y="992342"/>
                  </a:lnTo>
                  <a:lnTo>
                    <a:pt x="9836863" y="972528"/>
                  </a:lnTo>
                  <a:lnTo>
                    <a:pt x="9937686" y="954891"/>
                  </a:lnTo>
                  <a:lnTo>
                    <a:pt x="10039764" y="939449"/>
                  </a:lnTo>
                  <a:lnTo>
                    <a:pt x="10139696" y="926247"/>
                  </a:lnTo>
                  <a:lnTo>
                    <a:pt x="10233493" y="915328"/>
                  </a:lnTo>
                  <a:lnTo>
                    <a:pt x="10317057" y="906688"/>
                  </a:lnTo>
                  <a:lnTo>
                    <a:pt x="10386828" y="900236"/>
                  </a:lnTo>
                  <a:lnTo>
                    <a:pt x="10440463" y="895774"/>
                  </a:lnTo>
                  <a:lnTo>
                    <a:pt x="10477347" y="893001"/>
                  </a:lnTo>
                  <a:lnTo>
                    <a:pt x="10498812" y="891537"/>
                  </a:lnTo>
                  <a:lnTo>
                    <a:pt x="10508060" y="890962"/>
                  </a:lnTo>
                  <a:lnTo>
                    <a:pt x="10509904" y="890857"/>
                  </a:lnTo>
                  <a:lnTo>
                    <a:pt x="10509911" y="890856"/>
                  </a:lnTo>
                  <a:lnTo>
                    <a:pt x="11981298" y="89085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70" name="pl670"/>
            <p:cNvSpPr/>
            <p:nvPr/>
          </p:nvSpPr>
          <p:spPr>
            <a:xfrm>
              <a:off x="4799595" y="6230239"/>
              <a:ext cx="11981298" cy="3677849"/>
            </a:xfrm>
            <a:custGeom>
              <a:avLst/>
              <a:pathLst>
                <a:path w="11981298" h="3677849">
                  <a:moveTo>
                    <a:pt x="11981298" y="890856"/>
                  </a:moveTo>
                  <a:lnTo>
                    <a:pt x="10509911" y="890856"/>
                  </a:lnTo>
                  <a:lnTo>
                    <a:pt x="10508761" y="890921"/>
                  </a:lnTo>
                  <a:lnTo>
                    <a:pt x="10501209" y="891383"/>
                  </a:lnTo>
                  <a:lnTo>
                    <a:pt x="10482175" y="892660"/>
                  </a:lnTo>
                  <a:lnTo>
                    <a:pt x="10448157" y="895173"/>
                  </a:lnTo>
                  <a:lnTo>
                    <a:pt x="10397481" y="899313"/>
                  </a:lnTo>
                  <a:lnTo>
                    <a:pt x="10330423" y="905398"/>
                  </a:lnTo>
                  <a:lnTo>
                    <a:pt x="10249055" y="913644"/>
                  </a:lnTo>
                  <a:lnTo>
                    <a:pt x="10156768" y="924159"/>
                  </a:lnTo>
                  <a:lnTo>
                    <a:pt x="10057617" y="936961"/>
                  </a:lnTo>
                  <a:lnTo>
                    <a:pt x="9955648" y="952013"/>
                  </a:lnTo>
                  <a:lnTo>
                    <a:pt x="9854392" y="969266"/>
                  </a:lnTo>
                  <a:lnTo>
                    <a:pt x="9756576" y="988695"/>
                  </a:lnTo>
                  <a:lnTo>
                    <a:pt x="9664044" y="1010334"/>
                  </a:lnTo>
                  <a:lnTo>
                    <a:pt x="9577836" y="1034285"/>
                  </a:lnTo>
                  <a:lnTo>
                    <a:pt x="9498334" y="1060733"/>
                  </a:lnTo>
                  <a:lnTo>
                    <a:pt x="9425437" y="1089945"/>
                  </a:lnTo>
                  <a:lnTo>
                    <a:pt x="9358711" y="1122261"/>
                  </a:lnTo>
                  <a:lnTo>
                    <a:pt x="9297517" y="1158089"/>
                  </a:lnTo>
                  <a:lnTo>
                    <a:pt x="9241106" y="1197882"/>
                  </a:lnTo>
                  <a:lnTo>
                    <a:pt x="9188689" y="1242099"/>
                  </a:lnTo>
                  <a:lnTo>
                    <a:pt x="9139486" y="1291151"/>
                  </a:lnTo>
                  <a:lnTo>
                    <a:pt x="9092778" y="1345295"/>
                  </a:lnTo>
                  <a:lnTo>
                    <a:pt x="9084767" y="1355355"/>
                  </a:lnTo>
                  <a:lnTo>
                    <a:pt x="9046841" y="1406102"/>
                  </a:lnTo>
                  <a:lnTo>
                    <a:pt x="9009877" y="1460608"/>
                  </a:lnTo>
                  <a:lnTo>
                    <a:pt x="8973610" y="1518949"/>
                  </a:lnTo>
                  <a:lnTo>
                    <a:pt x="8937828" y="1581138"/>
                  </a:lnTo>
                  <a:lnTo>
                    <a:pt x="8902363" y="1647120"/>
                  </a:lnTo>
                  <a:lnTo>
                    <a:pt x="8867082" y="1716763"/>
                  </a:lnTo>
                  <a:lnTo>
                    <a:pt x="8831887" y="1789857"/>
                  </a:lnTo>
                  <a:lnTo>
                    <a:pt x="8796709" y="1866108"/>
                  </a:lnTo>
                  <a:lnTo>
                    <a:pt x="8761505" y="1945145"/>
                  </a:lnTo>
                  <a:lnTo>
                    <a:pt x="8726252" y="2026521"/>
                  </a:lnTo>
                  <a:lnTo>
                    <a:pt x="8690945" y="2109724"/>
                  </a:lnTo>
                  <a:lnTo>
                    <a:pt x="8655594" y="2194190"/>
                  </a:lnTo>
                  <a:lnTo>
                    <a:pt x="8620217" y="2279316"/>
                  </a:lnTo>
                  <a:lnTo>
                    <a:pt x="8584839" y="2364478"/>
                  </a:lnTo>
                  <a:lnTo>
                    <a:pt x="8549484" y="2449054"/>
                  </a:lnTo>
                  <a:lnTo>
                    <a:pt x="8514171" y="2532437"/>
                  </a:lnTo>
                  <a:lnTo>
                    <a:pt x="8478911" y="2614057"/>
                  </a:lnTo>
                  <a:lnTo>
                    <a:pt x="8443702" y="2693395"/>
                  </a:lnTo>
                  <a:lnTo>
                    <a:pt x="8408523" y="2769996"/>
                  </a:lnTo>
                  <a:lnTo>
                    <a:pt x="8373334" y="2843479"/>
                  </a:lnTo>
                  <a:lnTo>
                    <a:pt x="8338067" y="2913543"/>
                  </a:lnTo>
                  <a:lnTo>
                    <a:pt x="8302629" y="2979966"/>
                  </a:lnTo>
                  <a:lnTo>
                    <a:pt x="8266893" y="3042607"/>
                  </a:lnTo>
                  <a:lnTo>
                    <a:pt x="8230694" y="3101403"/>
                  </a:lnTo>
                  <a:lnTo>
                    <a:pt x="8193825" y="3156360"/>
                  </a:lnTo>
                  <a:lnTo>
                    <a:pt x="8156028" y="3207545"/>
                  </a:lnTo>
                  <a:lnTo>
                    <a:pt x="8151487" y="3213350"/>
                  </a:lnTo>
                  <a:lnTo>
                    <a:pt x="8105150" y="3268397"/>
                  </a:lnTo>
                  <a:lnTo>
                    <a:pt x="8056436" y="3318333"/>
                  </a:lnTo>
                  <a:lnTo>
                    <a:pt x="8004640" y="3363374"/>
                  </a:lnTo>
                  <a:lnTo>
                    <a:pt x="7948990" y="3403913"/>
                  </a:lnTo>
                  <a:lnTo>
                    <a:pt x="7888694" y="3440405"/>
                  </a:lnTo>
                  <a:lnTo>
                    <a:pt x="7822991" y="3473308"/>
                  </a:lnTo>
                  <a:lnTo>
                    <a:pt x="7751219" y="3503039"/>
                  </a:lnTo>
                  <a:lnTo>
                    <a:pt x="7672899" y="3529953"/>
                  </a:lnTo>
                  <a:lnTo>
                    <a:pt x="7587860" y="3554328"/>
                  </a:lnTo>
                  <a:lnTo>
                    <a:pt x="7496386" y="3576363"/>
                  </a:lnTo>
                  <a:lnTo>
                    <a:pt x="7399390" y="3596178"/>
                  </a:lnTo>
                  <a:lnTo>
                    <a:pt x="7298568" y="3613814"/>
                  </a:lnTo>
                  <a:lnTo>
                    <a:pt x="7196489" y="3629256"/>
                  </a:lnTo>
                  <a:lnTo>
                    <a:pt x="7096557" y="3642458"/>
                  </a:lnTo>
                  <a:lnTo>
                    <a:pt x="7002760" y="3653377"/>
                  </a:lnTo>
                  <a:lnTo>
                    <a:pt x="6919197" y="3662017"/>
                  </a:lnTo>
                  <a:lnTo>
                    <a:pt x="6849425" y="3668469"/>
                  </a:lnTo>
                  <a:lnTo>
                    <a:pt x="6795790" y="3672931"/>
                  </a:lnTo>
                  <a:lnTo>
                    <a:pt x="6758907" y="3675704"/>
                  </a:lnTo>
                  <a:lnTo>
                    <a:pt x="6737441" y="3677169"/>
                  </a:lnTo>
                  <a:lnTo>
                    <a:pt x="6728194" y="3677743"/>
                  </a:lnTo>
                  <a:lnTo>
                    <a:pt x="6726349" y="3677848"/>
                  </a:lnTo>
                  <a:lnTo>
                    <a:pt x="6726343" y="3677849"/>
                  </a:lnTo>
                  <a:lnTo>
                    <a:pt x="5254955" y="3677849"/>
                  </a:lnTo>
                  <a:lnTo>
                    <a:pt x="5253863" y="3677768"/>
                  </a:lnTo>
                  <a:lnTo>
                    <a:pt x="5246675" y="3677189"/>
                  </a:lnTo>
                  <a:lnTo>
                    <a:pt x="5228534" y="3675590"/>
                  </a:lnTo>
                  <a:lnTo>
                    <a:pt x="5196043" y="3672441"/>
                  </a:lnTo>
                  <a:lnTo>
                    <a:pt x="5147501" y="3667249"/>
                  </a:lnTo>
                  <a:lnTo>
                    <a:pt x="5083031" y="3659608"/>
                  </a:lnTo>
                  <a:lnTo>
                    <a:pt x="5004459" y="3649232"/>
                  </a:lnTo>
                  <a:lnTo>
                    <a:pt x="4914897" y="3635972"/>
                  </a:lnTo>
                  <a:lnTo>
                    <a:pt x="4818155" y="3619793"/>
                  </a:lnTo>
                  <a:lnTo>
                    <a:pt x="4718114" y="3600737"/>
                  </a:lnTo>
                  <a:lnTo>
                    <a:pt x="4618234" y="3578865"/>
                  </a:lnTo>
                  <a:lnTo>
                    <a:pt x="4521250" y="3554216"/>
                  </a:lnTo>
                  <a:lnTo>
                    <a:pt x="4429076" y="3526766"/>
                  </a:lnTo>
                  <a:lnTo>
                    <a:pt x="4342852" y="3496406"/>
                  </a:lnTo>
                  <a:lnTo>
                    <a:pt x="4263070" y="3462928"/>
                  </a:lnTo>
                  <a:lnTo>
                    <a:pt x="4189732" y="3426023"/>
                  </a:lnTo>
                  <a:lnTo>
                    <a:pt x="4122494" y="3385288"/>
                  </a:lnTo>
                  <a:lnTo>
                    <a:pt x="4060796" y="3340232"/>
                  </a:lnTo>
                  <a:lnTo>
                    <a:pt x="4003948" y="3290303"/>
                  </a:lnTo>
                  <a:lnTo>
                    <a:pt x="3951206" y="3234920"/>
                  </a:lnTo>
                  <a:lnTo>
                    <a:pt x="3901823" y="3173536"/>
                  </a:lnTo>
                  <a:lnTo>
                    <a:pt x="3855090" y="3105744"/>
                  </a:lnTo>
                  <a:lnTo>
                    <a:pt x="3829811" y="3064874"/>
                  </a:lnTo>
                  <a:lnTo>
                    <a:pt x="3795996" y="3005495"/>
                  </a:lnTo>
                  <a:lnTo>
                    <a:pt x="3762967" y="2942197"/>
                  </a:lnTo>
                  <a:lnTo>
                    <a:pt x="3730533" y="2874900"/>
                  </a:lnTo>
                  <a:lnTo>
                    <a:pt x="3698534" y="2803573"/>
                  </a:lnTo>
                  <a:lnTo>
                    <a:pt x="3666840" y="2728243"/>
                  </a:lnTo>
                  <a:lnTo>
                    <a:pt x="3635345" y="2648997"/>
                  </a:lnTo>
                  <a:lnTo>
                    <a:pt x="3603967" y="2565986"/>
                  </a:lnTo>
                  <a:lnTo>
                    <a:pt x="3572642" y="2479428"/>
                  </a:lnTo>
                  <a:lnTo>
                    <a:pt x="3541325" y="2389610"/>
                  </a:lnTo>
                  <a:lnTo>
                    <a:pt x="3509986" y="2296882"/>
                  </a:lnTo>
                  <a:lnTo>
                    <a:pt x="3478609" y="2201657"/>
                  </a:lnTo>
                  <a:lnTo>
                    <a:pt x="3447190" y="2104405"/>
                  </a:lnTo>
                  <a:lnTo>
                    <a:pt x="3415732" y="2005638"/>
                  </a:lnTo>
                  <a:lnTo>
                    <a:pt x="3384246" y="1905909"/>
                  </a:lnTo>
                  <a:lnTo>
                    <a:pt x="3352749" y="1805790"/>
                  </a:lnTo>
                  <a:lnTo>
                    <a:pt x="3321258" y="1705864"/>
                  </a:lnTo>
                  <a:lnTo>
                    <a:pt x="3289789" y="1606709"/>
                  </a:lnTo>
                  <a:lnTo>
                    <a:pt x="3258356" y="1508884"/>
                  </a:lnTo>
                  <a:lnTo>
                    <a:pt x="3226964" y="1412919"/>
                  </a:lnTo>
                  <a:lnTo>
                    <a:pt x="3195614" y="1319297"/>
                  </a:lnTo>
                  <a:lnTo>
                    <a:pt x="3164292" y="1228452"/>
                  </a:lnTo>
                  <a:lnTo>
                    <a:pt x="3132974" y="1140756"/>
                  </a:lnTo>
                  <a:lnTo>
                    <a:pt x="3101620" y="1056518"/>
                  </a:lnTo>
                  <a:lnTo>
                    <a:pt x="3070173" y="975978"/>
                  </a:lnTo>
                  <a:lnTo>
                    <a:pt x="3038557" y="899311"/>
                  </a:lnTo>
                  <a:lnTo>
                    <a:pt x="3006674" y="826624"/>
                  </a:lnTo>
                  <a:lnTo>
                    <a:pt x="2974403" y="757964"/>
                  </a:lnTo>
                  <a:lnTo>
                    <a:pt x="2941596" y="693320"/>
                  </a:lnTo>
                  <a:lnTo>
                    <a:pt x="2908071" y="632627"/>
                  </a:lnTo>
                  <a:lnTo>
                    <a:pt x="2896531" y="612974"/>
                  </a:lnTo>
                  <a:lnTo>
                    <a:pt x="2851003" y="541513"/>
                  </a:lnTo>
                  <a:lnTo>
                    <a:pt x="2803188" y="476572"/>
                  </a:lnTo>
                  <a:lnTo>
                    <a:pt x="2752420" y="417886"/>
                  </a:lnTo>
                  <a:lnTo>
                    <a:pt x="2697968" y="364970"/>
                  </a:lnTo>
                  <a:lnTo>
                    <a:pt x="2639078" y="317254"/>
                  </a:lnTo>
                  <a:lnTo>
                    <a:pt x="2575025" y="274161"/>
                  </a:lnTo>
                  <a:lnTo>
                    <a:pt x="2505166" y="235165"/>
                  </a:lnTo>
                  <a:lnTo>
                    <a:pt x="2429021" y="199810"/>
                  </a:lnTo>
                  <a:lnTo>
                    <a:pt x="2346384" y="167734"/>
                  </a:lnTo>
                  <a:lnTo>
                    <a:pt x="2257450" y="138672"/>
                  </a:lnTo>
                  <a:lnTo>
                    <a:pt x="2162979" y="112461"/>
                  </a:lnTo>
                  <a:lnTo>
                    <a:pt x="2064438" y="89031"/>
                  </a:lnTo>
                  <a:lnTo>
                    <a:pt x="1964103" y="68388"/>
                  </a:lnTo>
                  <a:lnTo>
                    <a:pt x="1865051" y="50589"/>
                  </a:lnTo>
                  <a:lnTo>
                    <a:pt x="1770977" y="35691"/>
                  </a:lnTo>
                  <a:lnTo>
                    <a:pt x="1685801" y="23708"/>
                  </a:lnTo>
                  <a:lnTo>
                    <a:pt x="1613105" y="14560"/>
                  </a:lnTo>
                  <a:lnTo>
                    <a:pt x="1555503" y="8038"/>
                  </a:lnTo>
                  <a:lnTo>
                    <a:pt x="1514106" y="3800"/>
                  </a:lnTo>
                  <a:lnTo>
                    <a:pt x="1488235" y="1396"/>
                  </a:lnTo>
                  <a:lnTo>
                    <a:pt x="1475416" y="311"/>
                  </a:lnTo>
                  <a:lnTo>
                    <a:pt x="1471584" y="14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71" name="pg671"/>
            <p:cNvSpPr/>
            <p:nvPr/>
          </p:nvSpPr>
          <p:spPr>
            <a:xfrm>
              <a:off x="4799595" y="6238412"/>
              <a:ext cx="11981298" cy="3694195"/>
            </a:xfrm>
            <a:custGeom>
              <a:avLst/>
              <a:pathLst>
                <a:path w="11981298" h="3694195">
                  <a:moveTo>
                    <a:pt x="0" y="8172"/>
                  </a:moveTo>
                  <a:lnTo>
                    <a:pt x="1471387" y="8172"/>
                  </a:lnTo>
                  <a:lnTo>
                    <a:pt x="1472479" y="8254"/>
                  </a:lnTo>
                  <a:lnTo>
                    <a:pt x="1479663" y="8833"/>
                  </a:lnTo>
                  <a:lnTo>
                    <a:pt x="1497796" y="10435"/>
                  </a:lnTo>
                  <a:lnTo>
                    <a:pt x="1530271" y="13589"/>
                  </a:lnTo>
                  <a:lnTo>
                    <a:pt x="1578792" y="18790"/>
                  </a:lnTo>
                  <a:lnTo>
                    <a:pt x="1643236" y="26445"/>
                  </a:lnTo>
                  <a:lnTo>
                    <a:pt x="1721780" y="36839"/>
                  </a:lnTo>
                  <a:lnTo>
                    <a:pt x="1811315" y="50122"/>
                  </a:lnTo>
                  <a:lnTo>
                    <a:pt x="1908033" y="66329"/>
                  </a:lnTo>
                  <a:lnTo>
                    <a:pt x="2008053" y="85420"/>
                  </a:lnTo>
                  <a:lnTo>
                    <a:pt x="2107920" y="107332"/>
                  </a:lnTo>
                  <a:lnTo>
                    <a:pt x="2204895" y="132026"/>
                  </a:lnTo>
                  <a:lnTo>
                    <a:pt x="2297064" y="159526"/>
                  </a:lnTo>
                  <a:lnTo>
                    <a:pt x="2383288" y="189941"/>
                  </a:lnTo>
                  <a:lnTo>
                    <a:pt x="2463073" y="223480"/>
                  </a:lnTo>
                  <a:lnTo>
                    <a:pt x="2536415" y="260450"/>
                  </a:lnTo>
                  <a:lnTo>
                    <a:pt x="2603658" y="301257"/>
                  </a:lnTo>
                  <a:lnTo>
                    <a:pt x="2665362" y="346391"/>
                  </a:lnTo>
                  <a:lnTo>
                    <a:pt x="2722214" y="396405"/>
                  </a:lnTo>
                  <a:lnTo>
                    <a:pt x="2774959" y="451883"/>
                  </a:lnTo>
                  <a:lnTo>
                    <a:pt x="2824344" y="513370"/>
                  </a:lnTo>
                  <a:lnTo>
                    <a:pt x="2871078" y="581277"/>
                  </a:lnTo>
                  <a:lnTo>
                    <a:pt x="2896531" y="622510"/>
                  </a:lnTo>
                  <a:lnTo>
                    <a:pt x="2930314" y="681960"/>
                  </a:lnTo>
                  <a:lnTo>
                    <a:pt x="2963311" y="745332"/>
                  </a:lnTo>
                  <a:lnTo>
                    <a:pt x="2995715" y="812704"/>
                  </a:lnTo>
                  <a:lnTo>
                    <a:pt x="3027685" y="884106"/>
                  </a:lnTo>
                  <a:lnTo>
                    <a:pt x="3059349" y="959513"/>
                  </a:lnTo>
                  <a:lnTo>
                    <a:pt x="3090814" y="1038838"/>
                  </a:lnTo>
                  <a:lnTo>
                    <a:pt x="3122163" y="1121930"/>
                  </a:lnTo>
                  <a:lnTo>
                    <a:pt x="3153458" y="1208570"/>
                  </a:lnTo>
                  <a:lnTo>
                    <a:pt x="3184744" y="1298476"/>
                  </a:lnTo>
                  <a:lnTo>
                    <a:pt x="3216052" y="1391295"/>
                  </a:lnTo>
                  <a:lnTo>
                    <a:pt x="3247398" y="1486615"/>
                  </a:lnTo>
                  <a:lnTo>
                    <a:pt x="3278787" y="1583970"/>
                  </a:lnTo>
                  <a:lnTo>
                    <a:pt x="3310214" y="1682844"/>
                  </a:lnTo>
                  <a:lnTo>
                    <a:pt x="3341669" y="1782690"/>
                  </a:lnTo>
                  <a:lnTo>
                    <a:pt x="3373135" y="1882933"/>
                  </a:lnTo>
                  <a:lnTo>
                    <a:pt x="3404596" y="1982991"/>
                  </a:lnTo>
                  <a:lnTo>
                    <a:pt x="3436035" y="2082287"/>
                  </a:lnTo>
                  <a:lnTo>
                    <a:pt x="3467439" y="2180261"/>
                  </a:lnTo>
                  <a:lnTo>
                    <a:pt x="3498800" y="2276384"/>
                  </a:lnTo>
                  <a:lnTo>
                    <a:pt x="3530121" y="2370172"/>
                  </a:lnTo>
                  <a:lnTo>
                    <a:pt x="3561412" y="2461189"/>
                  </a:lnTo>
                  <a:lnTo>
                    <a:pt x="3592700" y="2549064"/>
                  </a:lnTo>
                  <a:lnTo>
                    <a:pt x="3624022" y="2633486"/>
                  </a:lnTo>
                  <a:lnTo>
                    <a:pt x="3655436" y="2714213"/>
                  </a:lnTo>
                  <a:lnTo>
                    <a:pt x="3687016" y="2791070"/>
                  </a:lnTo>
                  <a:lnTo>
                    <a:pt x="3718860" y="2863947"/>
                  </a:lnTo>
                  <a:lnTo>
                    <a:pt x="3751088" y="2932797"/>
                  </a:lnTo>
                  <a:lnTo>
                    <a:pt x="3783847" y="2997628"/>
                  </a:lnTo>
                  <a:lnTo>
                    <a:pt x="3817318" y="3058505"/>
                  </a:lnTo>
                  <a:lnTo>
                    <a:pt x="3829811" y="3079858"/>
                  </a:lnTo>
                  <a:lnTo>
                    <a:pt x="3875331" y="3151466"/>
                  </a:lnTo>
                  <a:lnTo>
                    <a:pt x="3923137" y="3216541"/>
                  </a:lnTo>
                  <a:lnTo>
                    <a:pt x="3973894" y="3275350"/>
                  </a:lnTo>
                  <a:lnTo>
                    <a:pt x="4028335" y="3328378"/>
                  </a:lnTo>
                  <a:lnTo>
                    <a:pt x="4087211" y="3376196"/>
                  </a:lnTo>
                  <a:lnTo>
                    <a:pt x="4151247" y="3419381"/>
                  </a:lnTo>
                  <a:lnTo>
                    <a:pt x="4221087" y="3458462"/>
                  </a:lnTo>
                  <a:lnTo>
                    <a:pt x="4297210" y="3493893"/>
                  </a:lnTo>
                  <a:lnTo>
                    <a:pt x="4379824" y="3526040"/>
                  </a:lnTo>
                  <a:lnTo>
                    <a:pt x="4468732" y="3555166"/>
                  </a:lnTo>
                  <a:lnTo>
                    <a:pt x="4563178" y="3581436"/>
                  </a:lnTo>
                  <a:lnTo>
                    <a:pt x="4661696" y="3604920"/>
                  </a:lnTo>
                  <a:lnTo>
                    <a:pt x="4762013" y="3625610"/>
                  </a:lnTo>
                  <a:lnTo>
                    <a:pt x="4861054" y="3643453"/>
                  </a:lnTo>
                  <a:lnTo>
                    <a:pt x="4955130" y="3658389"/>
                  </a:lnTo>
                  <a:lnTo>
                    <a:pt x="5040321" y="3670404"/>
                  </a:lnTo>
                  <a:lnTo>
                    <a:pt x="5113044" y="3679579"/>
                  </a:lnTo>
                  <a:lnTo>
                    <a:pt x="5170684" y="3686122"/>
                  </a:lnTo>
                  <a:lnTo>
                    <a:pt x="5212126" y="3690375"/>
                  </a:lnTo>
                  <a:lnTo>
                    <a:pt x="5238042" y="3692790"/>
                  </a:lnTo>
                  <a:lnTo>
                    <a:pt x="5250899" y="3693881"/>
                  </a:lnTo>
                  <a:lnTo>
                    <a:pt x="5254754" y="3694180"/>
                  </a:lnTo>
                  <a:lnTo>
                    <a:pt x="5254955" y="3694195"/>
                  </a:lnTo>
                  <a:lnTo>
                    <a:pt x="6726343" y="3694195"/>
                  </a:lnTo>
                  <a:lnTo>
                    <a:pt x="6727527" y="3694144"/>
                  </a:lnTo>
                  <a:lnTo>
                    <a:pt x="6735303" y="3693779"/>
                  </a:lnTo>
                  <a:lnTo>
                    <a:pt x="6754884" y="3692771"/>
                  </a:lnTo>
                  <a:lnTo>
                    <a:pt x="6789833" y="3690788"/>
                  </a:lnTo>
                  <a:lnTo>
                    <a:pt x="6841806" y="3687522"/>
                  </a:lnTo>
                  <a:lnTo>
                    <a:pt x="6910427" y="3682727"/>
                  </a:lnTo>
                  <a:lnTo>
                    <a:pt x="6993470" y="3676237"/>
                  </a:lnTo>
                  <a:lnTo>
                    <a:pt x="7087373" y="3667971"/>
                  </a:lnTo>
                  <a:lnTo>
                    <a:pt x="7187936" y="3657920"/>
                  </a:lnTo>
                  <a:lnTo>
                    <a:pt x="7291017" y="3646115"/>
                  </a:lnTo>
                  <a:lnTo>
                    <a:pt x="7393047" y="3632595"/>
                  </a:lnTo>
                  <a:lnTo>
                    <a:pt x="7491313" y="3617374"/>
                  </a:lnTo>
                  <a:lnTo>
                    <a:pt x="7584016" y="3600421"/>
                  </a:lnTo>
                  <a:lnTo>
                    <a:pt x="7670180" y="3581646"/>
                  </a:lnTo>
                  <a:lnTo>
                    <a:pt x="7749490" y="3560894"/>
                  </a:lnTo>
                  <a:lnTo>
                    <a:pt x="7822110" y="3537947"/>
                  </a:lnTo>
                  <a:lnTo>
                    <a:pt x="7888527" y="3512526"/>
                  </a:lnTo>
                  <a:lnTo>
                    <a:pt x="7949426" y="3484303"/>
                  </a:lnTo>
                  <a:lnTo>
                    <a:pt x="8005591" y="3452916"/>
                  </a:lnTo>
                  <a:lnTo>
                    <a:pt x="8057836" y="3418006"/>
                  </a:lnTo>
                  <a:lnTo>
                    <a:pt x="8106957" y="3379267"/>
                  </a:lnTo>
                  <a:lnTo>
                    <a:pt x="8151487" y="3338669"/>
                  </a:lnTo>
                  <a:lnTo>
                    <a:pt x="8193356" y="3295559"/>
                  </a:lnTo>
                  <a:lnTo>
                    <a:pt x="8234086" y="3248924"/>
                  </a:lnTo>
                  <a:lnTo>
                    <a:pt x="8274022" y="3198694"/>
                  </a:lnTo>
                  <a:lnTo>
                    <a:pt x="8313436" y="3144873"/>
                  </a:lnTo>
                  <a:lnTo>
                    <a:pt x="8352535" y="3087549"/>
                  </a:lnTo>
                  <a:lnTo>
                    <a:pt x="8391476" y="3026895"/>
                  </a:lnTo>
                  <a:lnTo>
                    <a:pt x="8430369" y="2963180"/>
                  </a:lnTo>
                  <a:lnTo>
                    <a:pt x="8469282" y="2896761"/>
                  </a:lnTo>
                  <a:lnTo>
                    <a:pt x="8508252" y="2828087"/>
                  </a:lnTo>
                  <a:lnTo>
                    <a:pt x="8547288" y="2757678"/>
                  </a:lnTo>
                  <a:lnTo>
                    <a:pt x="8586376" y="2686120"/>
                  </a:lnTo>
                  <a:lnTo>
                    <a:pt x="8625491" y="2614038"/>
                  </a:lnTo>
                  <a:lnTo>
                    <a:pt x="8664599" y="2542079"/>
                  </a:lnTo>
                  <a:lnTo>
                    <a:pt x="8703670" y="2470882"/>
                  </a:lnTo>
                  <a:lnTo>
                    <a:pt x="8742681" y="2401060"/>
                  </a:lnTo>
                  <a:lnTo>
                    <a:pt x="8781628" y="2333178"/>
                  </a:lnTo>
                  <a:lnTo>
                    <a:pt x="8820527" y="2267729"/>
                  </a:lnTo>
                  <a:lnTo>
                    <a:pt x="8859428" y="2205129"/>
                  </a:lnTo>
                  <a:lnTo>
                    <a:pt x="8898413" y="2145703"/>
                  </a:lnTo>
                  <a:lnTo>
                    <a:pt x="8937610" y="2089682"/>
                  </a:lnTo>
                  <a:lnTo>
                    <a:pt x="8977193" y="2037208"/>
                  </a:lnTo>
                  <a:lnTo>
                    <a:pt x="9017392" y="1988335"/>
                  </a:lnTo>
                  <a:lnTo>
                    <a:pt x="9058506" y="1943038"/>
                  </a:lnTo>
                  <a:lnTo>
                    <a:pt x="9084767" y="1916568"/>
                  </a:lnTo>
                  <a:lnTo>
                    <a:pt x="9131587" y="1874025"/>
                  </a:lnTo>
                  <a:lnTo>
                    <a:pt x="9180840" y="1835475"/>
                  </a:lnTo>
                  <a:lnTo>
                    <a:pt x="9233255" y="1800741"/>
                  </a:lnTo>
                  <a:lnTo>
                    <a:pt x="9289627" y="1769514"/>
                  </a:lnTo>
                  <a:lnTo>
                    <a:pt x="9350773" y="1741433"/>
                  </a:lnTo>
                  <a:lnTo>
                    <a:pt x="9417473" y="1716137"/>
                  </a:lnTo>
                  <a:lnTo>
                    <a:pt x="9490404" y="1693301"/>
                  </a:lnTo>
                  <a:lnTo>
                    <a:pt x="9570041" y="1672649"/>
                  </a:lnTo>
                  <a:lnTo>
                    <a:pt x="9656530" y="1653964"/>
                  </a:lnTo>
                  <a:lnTo>
                    <a:pt x="9749528" y="1637095"/>
                  </a:lnTo>
                  <a:lnTo>
                    <a:pt x="9848022" y="1621956"/>
                  </a:lnTo>
                  <a:lnTo>
                    <a:pt x="9950171" y="1608517"/>
                  </a:lnTo>
                  <a:lnTo>
                    <a:pt x="10053218" y="1596795"/>
                  </a:lnTo>
                  <a:lnTo>
                    <a:pt x="10153560" y="1586829"/>
                  </a:lnTo>
                  <a:lnTo>
                    <a:pt x="10247037" y="1578649"/>
                  </a:lnTo>
                  <a:lnTo>
                    <a:pt x="10329463" y="1572243"/>
                  </a:lnTo>
                  <a:lnTo>
                    <a:pt x="10397325" y="1567525"/>
                  </a:lnTo>
                  <a:lnTo>
                    <a:pt x="10448476" y="1564327"/>
                  </a:lnTo>
                  <a:lnTo>
                    <a:pt x="10482635" y="1562398"/>
                  </a:lnTo>
                  <a:lnTo>
                    <a:pt x="10501555" y="1561428"/>
                  </a:lnTo>
                  <a:lnTo>
                    <a:pt x="10508886" y="1561086"/>
                  </a:lnTo>
                  <a:lnTo>
                    <a:pt x="10509911" y="1561042"/>
                  </a:lnTo>
                  <a:lnTo>
                    <a:pt x="11981298" y="1561042"/>
                  </a:lnTo>
                  <a:lnTo>
                    <a:pt x="11981298" y="1552869"/>
                  </a:lnTo>
                  <a:lnTo>
                    <a:pt x="10509911" y="1552869"/>
                  </a:lnTo>
                  <a:lnTo>
                    <a:pt x="10508727" y="1552920"/>
                  </a:lnTo>
                  <a:lnTo>
                    <a:pt x="10500950" y="1553285"/>
                  </a:lnTo>
                  <a:lnTo>
                    <a:pt x="10481370" y="1554293"/>
                  </a:lnTo>
                  <a:lnTo>
                    <a:pt x="10446421" y="1556276"/>
                  </a:lnTo>
                  <a:lnTo>
                    <a:pt x="10394447" y="1559542"/>
                  </a:lnTo>
                  <a:lnTo>
                    <a:pt x="10325826" y="1564337"/>
                  </a:lnTo>
                  <a:lnTo>
                    <a:pt x="10242783" y="1570827"/>
                  </a:lnTo>
                  <a:lnTo>
                    <a:pt x="10148880" y="1579093"/>
                  </a:lnTo>
                  <a:lnTo>
                    <a:pt x="10048317" y="1589144"/>
                  </a:lnTo>
                  <a:lnTo>
                    <a:pt x="9945236" y="1600948"/>
                  </a:lnTo>
                  <a:lnTo>
                    <a:pt x="9843207" y="1614469"/>
                  </a:lnTo>
                  <a:lnTo>
                    <a:pt x="9744941" y="1629690"/>
                  </a:lnTo>
                  <a:lnTo>
                    <a:pt x="9652237" y="1646643"/>
                  </a:lnTo>
                  <a:lnTo>
                    <a:pt x="9566073" y="1665418"/>
                  </a:lnTo>
                  <a:lnTo>
                    <a:pt x="9486763" y="1686170"/>
                  </a:lnTo>
                  <a:lnTo>
                    <a:pt x="9414144" y="1709117"/>
                  </a:lnTo>
                  <a:lnTo>
                    <a:pt x="9347726" y="1734538"/>
                  </a:lnTo>
                  <a:lnTo>
                    <a:pt x="9286827" y="1762761"/>
                  </a:lnTo>
                  <a:lnTo>
                    <a:pt x="9230662" y="1794148"/>
                  </a:lnTo>
                  <a:lnTo>
                    <a:pt x="9178417" y="1829058"/>
                  </a:lnTo>
                  <a:lnTo>
                    <a:pt x="9129296" y="1867797"/>
                  </a:lnTo>
                  <a:lnTo>
                    <a:pt x="9084767" y="1908395"/>
                  </a:lnTo>
                  <a:lnTo>
                    <a:pt x="9042897" y="1951505"/>
                  </a:lnTo>
                  <a:lnTo>
                    <a:pt x="9002167" y="1998140"/>
                  </a:lnTo>
                  <a:lnTo>
                    <a:pt x="8962231" y="2048370"/>
                  </a:lnTo>
                  <a:lnTo>
                    <a:pt x="8922817" y="2102191"/>
                  </a:lnTo>
                  <a:lnTo>
                    <a:pt x="8883718" y="2159515"/>
                  </a:lnTo>
                  <a:lnTo>
                    <a:pt x="8844777" y="2220169"/>
                  </a:lnTo>
                  <a:lnTo>
                    <a:pt x="8805884" y="2283884"/>
                  </a:lnTo>
                  <a:lnTo>
                    <a:pt x="8766971" y="2350303"/>
                  </a:lnTo>
                  <a:lnTo>
                    <a:pt x="8728001" y="2418977"/>
                  </a:lnTo>
                  <a:lnTo>
                    <a:pt x="8688965" y="2489386"/>
                  </a:lnTo>
                  <a:lnTo>
                    <a:pt x="8649877" y="2560944"/>
                  </a:lnTo>
                  <a:lnTo>
                    <a:pt x="8610763" y="2633025"/>
                  </a:lnTo>
                  <a:lnTo>
                    <a:pt x="8571654" y="2704985"/>
                  </a:lnTo>
                  <a:lnTo>
                    <a:pt x="8532583" y="2776182"/>
                  </a:lnTo>
                  <a:lnTo>
                    <a:pt x="8493572" y="2846003"/>
                  </a:lnTo>
                  <a:lnTo>
                    <a:pt x="8454625" y="2913886"/>
                  </a:lnTo>
                  <a:lnTo>
                    <a:pt x="8415726" y="2979335"/>
                  </a:lnTo>
                  <a:lnTo>
                    <a:pt x="8376825" y="3041935"/>
                  </a:lnTo>
                  <a:lnTo>
                    <a:pt x="8337840" y="3101361"/>
                  </a:lnTo>
                  <a:lnTo>
                    <a:pt x="8298643" y="3157382"/>
                  </a:lnTo>
                  <a:lnTo>
                    <a:pt x="8259061" y="3209856"/>
                  </a:lnTo>
                  <a:lnTo>
                    <a:pt x="8218861" y="3258729"/>
                  </a:lnTo>
                  <a:lnTo>
                    <a:pt x="8177747" y="3304026"/>
                  </a:lnTo>
                  <a:lnTo>
                    <a:pt x="8151487" y="3330496"/>
                  </a:lnTo>
                  <a:lnTo>
                    <a:pt x="8104667" y="3373039"/>
                  </a:lnTo>
                  <a:lnTo>
                    <a:pt x="8055413" y="3411589"/>
                  </a:lnTo>
                  <a:lnTo>
                    <a:pt x="8002999" y="3446323"/>
                  </a:lnTo>
                  <a:lnTo>
                    <a:pt x="7946626" y="3477550"/>
                  </a:lnTo>
                  <a:lnTo>
                    <a:pt x="7885480" y="3505631"/>
                  </a:lnTo>
                  <a:lnTo>
                    <a:pt x="7818780" y="3530927"/>
                  </a:lnTo>
                  <a:lnTo>
                    <a:pt x="7745849" y="3553763"/>
                  </a:lnTo>
                  <a:lnTo>
                    <a:pt x="7666213" y="3574415"/>
                  </a:lnTo>
                  <a:lnTo>
                    <a:pt x="7579723" y="3593100"/>
                  </a:lnTo>
                  <a:lnTo>
                    <a:pt x="7486726" y="3609969"/>
                  </a:lnTo>
                  <a:lnTo>
                    <a:pt x="7388231" y="3625108"/>
                  </a:lnTo>
                  <a:lnTo>
                    <a:pt x="7286082" y="3638547"/>
                  </a:lnTo>
                  <a:lnTo>
                    <a:pt x="7183035" y="3650268"/>
                  </a:lnTo>
                  <a:lnTo>
                    <a:pt x="7082693" y="3660234"/>
                  </a:lnTo>
                  <a:lnTo>
                    <a:pt x="6989217" y="3668415"/>
                  </a:lnTo>
                  <a:lnTo>
                    <a:pt x="6906790" y="3674821"/>
                  </a:lnTo>
                  <a:lnTo>
                    <a:pt x="6838929" y="3679539"/>
                  </a:lnTo>
                  <a:lnTo>
                    <a:pt x="6787777" y="3682737"/>
                  </a:lnTo>
                  <a:lnTo>
                    <a:pt x="6753618" y="3684666"/>
                  </a:lnTo>
                  <a:lnTo>
                    <a:pt x="6734698" y="3685635"/>
                  </a:lnTo>
                  <a:lnTo>
                    <a:pt x="6727367" y="3685978"/>
                  </a:lnTo>
                  <a:lnTo>
                    <a:pt x="6726343" y="3686022"/>
                  </a:lnTo>
                  <a:lnTo>
                    <a:pt x="5254955" y="3686022"/>
                  </a:lnTo>
                  <a:lnTo>
                    <a:pt x="5253863" y="3685940"/>
                  </a:lnTo>
                  <a:lnTo>
                    <a:pt x="5246679" y="3685361"/>
                  </a:lnTo>
                  <a:lnTo>
                    <a:pt x="5228547" y="3683759"/>
                  </a:lnTo>
                  <a:lnTo>
                    <a:pt x="5196071" y="3680605"/>
                  </a:lnTo>
                  <a:lnTo>
                    <a:pt x="5147550" y="3675404"/>
                  </a:lnTo>
                  <a:lnTo>
                    <a:pt x="5083106" y="3667749"/>
                  </a:lnTo>
                  <a:lnTo>
                    <a:pt x="5004562" y="3657356"/>
                  </a:lnTo>
                  <a:lnTo>
                    <a:pt x="4915027" y="3644072"/>
                  </a:lnTo>
                  <a:lnTo>
                    <a:pt x="4818310" y="3627865"/>
                  </a:lnTo>
                  <a:lnTo>
                    <a:pt x="4718289" y="3608774"/>
                  </a:lnTo>
                  <a:lnTo>
                    <a:pt x="4618423" y="3586862"/>
                  </a:lnTo>
                  <a:lnTo>
                    <a:pt x="4521447" y="3562168"/>
                  </a:lnTo>
                  <a:lnTo>
                    <a:pt x="4429278" y="3534669"/>
                  </a:lnTo>
                  <a:lnTo>
                    <a:pt x="4343054" y="3504253"/>
                  </a:lnTo>
                  <a:lnTo>
                    <a:pt x="4263270" y="3470715"/>
                  </a:lnTo>
                  <a:lnTo>
                    <a:pt x="4189927" y="3433744"/>
                  </a:lnTo>
                  <a:lnTo>
                    <a:pt x="4122684" y="3392937"/>
                  </a:lnTo>
                  <a:lnTo>
                    <a:pt x="4060980" y="3347804"/>
                  </a:lnTo>
                  <a:lnTo>
                    <a:pt x="4004128" y="3297789"/>
                  </a:lnTo>
                  <a:lnTo>
                    <a:pt x="3951383" y="3242311"/>
                  </a:lnTo>
                  <a:lnTo>
                    <a:pt x="3901998" y="3180824"/>
                  </a:lnTo>
                  <a:lnTo>
                    <a:pt x="3855264" y="3112918"/>
                  </a:lnTo>
                  <a:lnTo>
                    <a:pt x="3829811" y="3071685"/>
                  </a:lnTo>
                  <a:lnTo>
                    <a:pt x="3796028" y="3012234"/>
                  </a:lnTo>
                  <a:lnTo>
                    <a:pt x="3763031" y="2948862"/>
                  </a:lnTo>
                  <a:lnTo>
                    <a:pt x="3730627" y="2881490"/>
                  </a:lnTo>
                  <a:lnTo>
                    <a:pt x="3698658" y="2810088"/>
                  </a:lnTo>
                  <a:lnTo>
                    <a:pt x="3666993" y="2734681"/>
                  </a:lnTo>
                  <a:lnTo>
                    <a:pt x="3635528" y="2655356"/>
                  </a:lnTo>
                  <a:lnTo>
                    <a:pt x="3604179" y="2572265"/>
                  </a:lnTo>
                  <a:lnTo>
                    <a:pt x="3572885" y="2485624"/>
                  </a:lnTo>
                  <a:lnTo>
                    <a:pt x="3541598" y="2395719"/>
                  </a:lnTo>
                  <a:lnTo>
                    <a:pt x="3510290" y="2302900"/>
                  </a:lnTo>
                  <a:lnTo>
                    <a:pt x="3478944" y="2207579"/>
                  </a:lnTo>
                  <a:lnTo>
                    <a:pt x="3447555" y="2110224"/>
                  </a:lnTo>
                  <a:lnTo>
                    <a:pt x="3416128" y="2011350"/>
                  </a:lnTo>
                  <a:lnTo>
                    <a:pt x="3384674" y="1911505"/>
                  </a:lnTo>
                  <a:lnTo>
                    <a:pt x="3353207" y="1811261"/>
                  </a:lnTo>
                  <a:lnTo>
                    <a:pt x="3321746" y="1711203"/>
                  </a:lnTo>
                  <a:lnTo>
                    <a:pt x="3290307" y="1611907"/>
                  </a:lnTo>
                  <a:lnTo>
                    <a:pt x="3258904" y="1513933"/>
                  </a:lnTo>
                  <a:lnTo>
                    <a:pt x="3227542" y="1417810"/>
                  </a:lnTo>
                  <a:lnTo>
                    <a:pt x="3196221" y="1324023"/>
                  </a:lnTo>
                  <a:lnTo>
                    <a:pt x="3164930" y="1233005"/>
                  </a:lnTo>
                  <a:lnTo>
                    <a:pt x="3133642" y="1145130"/>
                  </a:lnTo>
                  <a:lnTo>
                    <a:pt x="3102320" y="1060708"/>
                  </a:lnTo>
                  <a:lnTo>
                    <a:pt x="3070906" y="979981"/>
                  </a:lnTo>
                  <a:lnTo>
                    <a:pt x="3039326" y="903124"/>
                  </a:lnTo>
                  <a:lnTo>
                    <a:pt x="3007482" y="830247"/>
                  </a:lnTo>
                  <a:lnTo>
                    <a:pt x="2975254" y="761398"/>
                  </a:lnTo>
                  <a:lnTo>
                    <a:pt x="2942495" y="696566"/>
                  </a:lnTo>
                  <a:lnTo>
                    <a:pt x="2909025" y="635690"/>
                  </a:lnTo>
                  <a:lnTo>
                    <a:pt x="2896531" y="614337"/>
                  </a:lnTo>
                  <a:lnTo>
                    <a:pt x="2851011" y="542728"/>
                  </a:lnTo>
                  <a:lnTo>
                    <a:pt x="2803205" y="477653"/>
                  </a:lnTo>
                  <a:lnTo>
                    <a:pt x="2752448" y="418844"/>
                  </a:lnTo>
                  <a:lnTo>
                    <a:pt x="2698007" y="365816"/>
                  </a:lnTo>
                  <a:lnTo>
                    <a:pt x="2639132" y="317998"/>
                  </a:lnTo>
                  <a:lnTo>
                    <a:pt x="2575095" y="274813"/>
                  </a:lnTo>
                  <a:lnTo>
                    <a:pt x="2505255" y="235733"/>
                  </a:lnTo>
                  <a:lnTo>
                    <a:pt x="2429132" y="200301"/>
                  </a:lnTo>
                  <a:lnTo>
                    <a:pt x="2346518" y="168154"/>
                  </a:lnTo>
                  <a:lnTo>
                    <a:pt x="2257610" y="139028"/>
                  </a:lnTo>
                  <a:lnTo>
                    <a:pt x="2163164" y="112758"/>
                  </a:lnTo>
                  <a:lnTo>
                    <a:pt x="2064646" y="89274"/>
                  </a:lnTo>
                  <a:lnTo>
                    <a:pt x="1964329" y="68584"/>
                  </a:lnTo>
                  <a:lnTo>
                    <a:pt x="1865288" y="50741"/>
                  </a:lnTo>
                  <a:lnTo>
                    <a:pt x="1771212" y="35805"/>
                  </a:lnTo>
                  <a:lnTo>
                    <a:pt x="1686021" y="23790"/>
                  </a:lnTo>
                  <a:lnTo>
                    <a:pt x="1613298" y="14615"/>
                  </a:lnTo>
                  <a:lnTo>
                    <a:pt x="1555658" y="8072"/>
                  </a:lnTo>
                  <a:lnTo>
                    <a:pt x="1514216" y="3819"/>
                  </a:lnTo>
                  <a:lnTo>
                    <a:pt x="1488300" y="1405"/>
                  </a:lnTo>
                  <a:lnTo>
                    <a:pt x="1475443" y="314"/>
                  </a:lnTo>
                  <a:lnTo>
                    <a:pt x="1471588" y="14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672" name="pl672"/>
            <p:cNvSpPr/>
            <p:nvPr/>
          </p:nvSpPr>
          <p:spPr>
            <a:xfrm>
              <a:off x="4799595" y="6246585"/>
              <a:ext cx="11981298" cy="3686022"/>
            </a:xfrm>
            <a:custGeom>
              <a:avLst/>
              <a:pathLst>
                <a:path w="11981298" h="3686022">
                  <a:moveTo>
                    <a:pt x="0" y="0"/>
                  </a:moveTo>
                  <a:lnTo>
                    <a:pt x="1471387" y="0"/>
                  </a:lnTo>
                  <a:lnTo>
                    <a:pt x="1472479" y="81"/>
                  </a:lnTo>
                  <a:lnTo>
                    <a:pt x="1479663" y="660"/>
                  </a:lnTo>
                  <a:lnTo>
                    <a:pt x="1497796" y="2262"/>
                  </a:lnTo>
                  <a:lnTo>
                    <a:pt x="1530271" y="5416"/>
                  </a:lnTo>
                  <a:lnTo>
                    <a:pt x="1578792" y="10617"/>
                  </a:lnTo>
                  <a:lnTo>
                    <a:pt x="1643236" y="18272"/>
                  </a:lnTo>
                  <a:lnTo>
                    <a:pt x="1721780" y="28666"/>
                  </a:lnTo>
                  <a:lnTo>
                    <a:pt x="1811315" y="41949"/>
                  </a:lnTo>
                  <a:lnTo>
                    <a:pt x="1908033" y="58156"/>
                  </a:lnTo>
                  <a:lnTo>
                    <a:pt x="2008053" y="77247"/>
                  </a:lnTo>
                  <a:lnTo>
                    <a:pt x="2107920" y="99159"/>
                  </a:lnTo>
                  <a:lnTo>
                    <a:pt x="2204895" y="123853"/>
                  </a:lnTo>
                  <a:lnTo>
                    <a:pt x="2297064" y="151353"/>
                  </a:lnTo>
                  <a:lnTo>
                    <a:pt x="2383288" y="181768"/>
                  </a:lnTo>
                  <a:lnTo>
                    <a:pt x="2463073" y="215307"/>
                  </a:lnTo>
                  <a:lnTo>
                    <a:pt x="2536415" y="252277"/>
                  </a:lnTo>
                  <a:lnTo>
                    <a:pt x="2603658" y="293084"/>
                  </a:lnTo>
                  <a:lnTo>
                    <a:pt x="2665362" y="338218"/>
                  </a:lnTo>
                  <a:lnTo>
                    <a:pt x="2722214" y="388232"/>
                  </a:lnTo>
                  <a:lnTo>
                    <a:pt x="2774959" y="443710"/>
                  </a:lnTo>
                  <a:lnTo>
                    <a:pt x="2824344" y="505197"/>
                  </a:lnTo>
                  <a:lnTo>
                    <a:pt x="2871078" y="573104"/>
                  </a:lnTo>
                  <a:lnTo>
                    <a:pt x="2896531" y="614337"/>
                  </a:lnTo>
                  <a:lnTo>
                    <a:pt x="2930314" y="673787"/>
                  </a:lnTo>
                  <a:lnTo>
                    <a:pt x="2963311" y="737159"/>
                  </a:lnTo>
                  <a:lnTo>
                    <a:pt x="2995715" y="804531"/>
                  </a:lnTo>
                  <a:lnTo>
                    <a:pt x="3027685" y="875933"/>
                  </a:lnTo>
                  <a:lnTo>
                    <a:pt x="3059349" y="951340"/>
                  </a:lnTo>
                  <a:lnTo>
                    <a:pt x="3090814" y="1030665"/>
                  </a:lnTo>
                  <a:lnTo>
                    <a:pt x="3122163" y="1113757"/>
                  </a:lnTo>
                  <a:lnTo>
                    <a:pt x="3153458" y="1200397"/>
                  </a:lnTo>
                  <a:lnTo>
                    <a:pt x="3184744" y="1290303"/>
                  </a:lnTo>
                  <a:lnTo>
                    <a:pt x="3216052" y="1383122"/>
                  </a:lnTo>
                  <a:lnTo>
                    <a:pt x="3247398" y="1478442"/>
                  </a:lnTo>
                  <a:lnTo>
                    <a:pt x="3278787" y="1575797"/>
                  </a:lnTo>
                  <a:lnTo>
                    <a:pt x="3310214" y="1674671"/>
                  </a:lnTo>
                  <a:lnTo>
                    <a:pt x="3341669" y="1774517"/>
                  </a:lnTo>
                  <a:lnTo>
                    <a:pt x="3373135" y="1874760"/>
                  </a:lnTo>
                  <a:lnTo>
                    <a:pt x="3404596" y="1974818"/>
                  </a:lnTo>
                  <a:lnTo>
                    <a:pt x="3436035" y="2074114"/>
                  </a:lnTo>
                  <a:lnTo>
                    <a:pt x="3467439" y="2172088"/>
                  </a:lnTo>
                  <a:lnTo>
                    <a:pt x="3498800" y="2268211"/>
                  </a:lnTo>
                  <a:lnTo>
                    <a:pt x="3530121" y="2361999"/>
                  </a:lnTo>
                  <a:lnTo>
                    <a:pt x="3561412" y="2453016"/>
                  </a:lnTo>
                  <a:lnTo>
                    <a:pt x="3592700" y="2540891"/>
                  </a:lnTo>
                  <a:lnTo>
                    <a:pt x="3624022" y="2625313"/>
                  </a:lnTo>
                  <a:lnTo>
                    <a:pt x="3655436" y="2706040"/>
                  </a:lnTo>
                  <a:lnTo>
                    <a:pt x="3687016" y="2782897"/>
                  </a:lnTo>
                  <a:lnTo>
                    <a:pt x="3718860" y="2855774"/>
                  </a:lnTo>
                  <a:lnTo>
                    <a:pt x="3751088" y="2924624"/>
                  </a:lnTo>
                  <a:lnTo>
                    <a:pt x="3783847" y="2989455"/>
                  </a:lnTo>
                  <a:lnTo>
                    <a:pt x="3817318" y="3050332"/>
                  </a:lnTo>
                  <a:lnTo>
                    <a:pt x="3829811" y="3071685"/>
                  </a:lnTo>
                  <a:lnTo>
                    <a:pt x="3875331" y="3143293"/>
                  </a:lnTo>
                  <a:lnTo>
                    <a:pt x="3923137" y="3208368"/>
                  </a:lnTo>
                  <a:lnTo>
                    <a:pt x="3973894" y="3267177"/>
                  </a:lnTo>
                  <a:lnTo>
                    <a:pt x="4028335" y="3320205"/>
                  </a:lnTo>
                  <a:lnTo>
                    <a:pt x="4087211" y="3368023"/>
                  </a:lnTo>
                  <a:lnTo>
                    <a:pt x="4151247" y="3411208"/>
                  </a:lnTo>
                  <a:lnTo>
                    <a:pt x="4221087" y="3450289"/>
                  </a:lnTo>
                  <a:lnTo>
                    <a:pt x="4297210" y="3485720"/>
                  </a:lnTo>
                  <a:lnTo>
                    <a:pt x="4379824" y="3517867"/>
                  </a:lnTo>
                  <a:lnTo>
                    <a:pt x="4468732" y="3546993"/>
                  </a:lnTo>
                  <a:lnTo>
                    <a:pt x="4563178" y="3573263"/>
                  </a:lnTo>
                  <a:lnTo>
                    <a:pt x="4661696" y="3596747"/>
                  </a:lnTo>
                  <a:lnTo>
                    <a:pt x="4762013" y="3617437"/>
                  </a:lnTo>
                  <a:lnTo>
                    <a:pt x="4861054" y="3635280"/>
                  </a:lnTo>
                  <a:lnTo>
                    <a:pt x="4955130" y="3650216"/>
                  </a:lnTo>
                  <a:lnTo>
                    <a:pt x="5040321" y="3662231"/>
                  </a:lnTo>
                  <a:lnTo>
                    <a:pt x="5113044" y="3671406"/>
                  </a:lnTo>
                  <a:lnTo>
                    <a:pt x="5170684" y="3677949"/>
                  </a:lnTo>
                  <a:lnTo>
                    <a:pt x="5212126" y="3682202"/>
                  </a:lnTo>
                  <a:lnTo>
                    <a:pt x="5238042" y="3684617"/>
                  </a:lnTo>
                  <a:lnTo>
                    <a:pt x="5250899" y="3685708"/>
                  </a:lnTo>
                  <a:lnTo>
                    <a:pt x="5254754" y="3686007"/>
                  </a:lnTo>
                  <a:lnTo>
                    <a:pt x="5254955" y="3686022"/>
                  </a:lnTo>
                  <a:lnTo>
                    <a:pt x="6726343" y="3686022"/>
                  </a:lnTo>
                  <a:lnTo>
                    <a:pt x="6727527" y="3685971"/>
                  </a:lnTo>
                  <a:lnTo>
                    <a:pt x="6735303" y="3685606"/>
                  </a:lnTo>
                  <a:lnTo>
                    <a:pt x="6754884" y="3684598"/>
                  </a:lnTo>
                  <a:lnTo>
                    <a:pt x="6789833" y="3682615"/>
                  </a:lnTo>
                  <a:lnTo>
                    <a:pt x="6841806" y="3679349"/>
                  </a:lnTo>
                  <a:lnTo>
                    <a:pt x="6910427" y="3674554"/>
                  </a:lnTo>
                  <a:lnTo>
                    <a:pt x="6993470" y="3668064"/>
                  </a:lnTo>
                  <a:lnTo>
                    <a:pt x="7087373" y="3659798"/>
                  </a:lnTo>
                  <a:lnTo>
                    <a:pt x="7187936" y="3649747"/>
                  </a:lnTo>
                  <a:lnTo>
                    <a:pt x="7291017" y="3637942"/>
                  </a:lnTo>
                  <a:lnTo>
                    <a:pt x="7393047" y="3624422"/>
                  </a:lnTo>
                  <a:lnTo>
                    <a:pt x="7491313" y="3609201"/>
                  </a:lnTo>
                  <a:lnTo>
                    <a:pt x="7584016" y="3592248"/>
                  </a:lnTo>
                  <a:lnTo>
                    <a:pt x="7670180" y="3573473"/>
                  </a:lnTo>
                  <a:lnTo>
                    <a:pt x="7749490" y="3552721"/>
                  </a:lnTo>
                  <a:lnTo>
                    <a:pt x="7822110" y="3529774"/>
                  </a:lnTo>
                  <a:lnTo>
                    <a:pt x="7888527" y="3504353"/>
                  </a:lnTo>
                  <a:lnTo>
                    <a:pt x="7949426" y="3476130"/>
                  </a:lnTo>
                  <a:lnTo>
                    <a:pt x="8005591" y="3444743"/>
                  </a:lnTo>
                  <a:lnTo>
                    <a:pt x="8057836" y="3409833"/>
                  </a:lnTo>
                  <a:lnTo>
                    <a:pt x="8106957" y="3371094"/>
                  </a:lnTo>
                  <a:lnTo>
                    <a:pt x="8151487" y="3330496"/>
                  </a:lnTo>
                  <a:lnTo>
                    <a:pt x="8193356" y="3287386"/>
                  </a:lnTo>
                  <a:lnTo>
                    <a:pt x="8234086" y="3240751"/>
                  </a:lnTo>
                  <a:lnTo>
                    <a:pt x="8274022" y="3190521"/>
                  </a:lnTo>
                  <a:lnTo>
                    <a:pt x="8313436" y="3136700"/>
                  </a:lnTo>
                  <a:lnTo>
                    <a:pt x="8352535" y="3079376"/>
                  </a:lnTo>
                  <a:lnTo>
                    <a:pt x="8391476" y="3018722"/>
                  </a:lnTo>
                  <a:lnTo>
                    <a:pt x="8430369" y="2955007"/>
                  </a:lnTo>
                  <a:lnTo>
                    <a:pt x="8469282" y="2888588"/>
                  </a:lnTo>
                  <a:lnTo>
                    <a:pt x="8508252" y="2819914"/>
                  </a:lnTo>
                  <a:lnTo>
                    <a:pt x="8547288" y="2749505"/>
                  </a:lnTo>
                  <a:lnTo>
                    <a:pt x="8586376" y="2677947"/>
                  </a:lnTo>
                  <a:lnTo>
                    <a:pt x="8625491" y="2605865"/>
                  </a:lnTo>
                  <a:lnTo>
                    <a:pt x="8664599" y="2533906"/>
                  </a:lnTo>
                  <a:lnTo>
                    <a:pt x="8703670" y="2462709"/>
                  </a:lnTo>
                  <a:lnTo>
                    <a:pt x="8742681" y="2392887"/>
                  </a:lnTo>
                  <a:lnTo>
                    <a:pt x="8781628" y="2325005"/>
                  </a:lnTo>
                  <a:lnTo>
                    <a:pt x="8820527" y="2259556"/>
                  </a:lnTo>
                  <a:lnTo>
                    <a:pt x="8859428" y="2196956"/>
                  </a:lnTo>
                  <a:lnTo>
                    <a:pt x="8898413" y="2137530"/>
                  </a:lnTo>
                  <a:lnTo>
                    <a:pt x="8937610" y="2081509"/>
                  </a:lnTo>
                  <a:lnTo>
                    <a:pt x="8977193" y="2029035"/>
                  </a:lnTo>
                  <a:lnTo>
                    <a:pt x="9017392" y="1980162"/>
                  </a:lnTo>
                  <a:lnTo>
                    <a:pt x="9058506" y="1934865"/>
                  </a:lnTo>
                  <a:lnTo>
                    <a:pt x="9084767" y="1908395"/>
                  </a:lnTo>
                  <a:lnTo>
                    <a:pt x="9131587" y="1865852"/>
                  </a:lnTo>
                  <a:lnTo>
                    <a:pt x="9180840" y="1827302"/>
                  </a:lnTo>
                  <a:lnTo>
                    <a:pt x="9233255" y="1792568"/>
                  </a:lnTo>
                  <a:lnTo>
                    <a:pt x="9289627" y="1761341"/>
                  </a:lnTo>
                  <a:lnTo>
                    <a:pt x="9350773" y="1733260"/>
                  </a:lnTo>
                  <a:lnTo>
                    <a:pt x="9417473" y="1707964"/>
                  </a:lnTo>
                  <a:lnTo>
                    <a:pt x="9490404" y="1685128"/>
                  </a:lnTo>
                  <a:lnTo>
                    <a:pt x="9570041" y="1664476"/>
                  </a:lnTo>
                  <a:lnTo>
                    <a:pt x="9656530" y="1645791"/>
                  </a:lnTo>
                  <a:lnTo>
                    <a:pt x="9749528" y="1628922"/>
                  </a:lnTo>
                  <a:lnTo>
                    <a:pt x="9848022" y="1613783"/>
                  </a:lnTo>
                  <a:lnTo>
                    <a:pt x="9950171" y="1600344"/>
                  </a:lnTo>
                  <a:lnTo>
                    <a:pt x="10053218" y="1588622"/>
                  </a:lnTo>
                  <a:lnTo>
                    <a:pt x="10153560" y="1578656"/>
                  </a:lnTo>
                  <a:lnTo>
                    <a:pt x="10247037" y="1570476"/>
                  </a:lnTo>
                  <a:lnTo>
                    <a:pt x="10329463" y="1564070"/>
                  </a:lnTo>
                  <a:lnTo>
                    <a:pt x="10397325" y="1559352"/>
                  </a:lnTo>
                  <a:lnTo>
                    <a:pt x="10448476" y="1556154"/>
                  </a:lnTo>
                  <a:lnTo>
                    <a:pt x="10482635" y="1554225"/>
                  </a:lnTo>
                  <a:lnTo>
                    <a:pt x="10501555" y="1553255"/>
                  </a:lnTo>
                  <a:lnTo>
                    <a:pt x="10508886" y="1552913"/>
                  </a:lnTo>
                  <a:lnTo>
                    <a:pt x="10509911" y="1552869"/>
                  </a:lnTo>
                  <a:lnTo>
                    <a:pt x="11981298" y="155286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73" name="pl673"/>
            <p:cNvSpPr/>
            <p:nvPr/>
          </p:nvSpPr>
          <p:spPr>
            <a:xfrm>
              <a:off x="4799595" y="6238412"/>
              <a:ext cx="11981298" cy="3686022"/>
            </a:xfrm>
            <a:custGeom>
              <a:avLst/>
              <a:pathLst>
                <a:path w="11981298" h="3686022">
                  <a:moveTo>
                    <a:pt x="11981298" y="1552869"/>
                  </a:moveTo>
                  <a:lnTo>
                    <a:pt x="10509911" y="1552869"/>
                  </a:lnTo>
                  <a:lnTo>
                    <a:pt x="10508727" y="1552920"/>
                  </a:lnTo>
                  <a:lnTo>
                    <a:pt x="10500950" y="1553285"/>
                  </a:lnTo>
                  <a:lnTo>
                    <a:pt x="10481370" y="1554293"/>
                  </a:lnTo>
                  <a:lnTo>
                    <a:pt x="10446421" y="1556276"/>
                  </a:lnTo>
                  <a:lnTo>
                    <a:pt x="10394447" y="1559542"/>
                  </a:lnTo>
                  <a:lnTo>
                    <a:pt x="10325826" y="1564337"/>
                  </a:lnTo>
                  <a:lnTo>
                    <a:pt x="10242783" y="1570827"/>
                  </a:lnTo>
                  <a:lnTo>
                    <a:pt x="10148880" y="1579093"/>
                  </a:lnTo>
                  <a:lnTo>
                    <a:pt x="10048317" y="1589144"/>
                  </a:lnTo>
                  <a:lnTo>
                    <a:pt x="9945236" y="1600948"/>
                  </a:lnTo>
                  <a:lnTo>
                    <a:pt x="9843207" y="1614469"/>
                  </a:lnTo>
                  <a:lnTo>
                    <a:pt x="9744941" y="1629690"/>
                  </a:lnTo>
                  <a:lnTo>
                    <a:pt x="9652237" y="1646643"/>
                  </a:lnTo>
                  <a:lnTo>
                    <a:pt x="9566073" y="1665418"/>
                  </a:lnTo>
                  <a:lnTo>
                    <a:pt x="9486763" y="1686170"/>
                  </a:lnTo>
                  <a:lnTo>
                    <a:pt x="9414144" y="1709117"/>
                  </a:lnTo>
                  <a:lnTo>
                    <a:pt x="9347726" y="1734538"/>
                  </a:lnTo>
                  <a:lnTo>
                    <a:pt x="9286827" y="1762761"/>
                  </a:lnTo>
                  <a:lnTo>
                    <a:pt x="9230662" y="1794148"/>
                  </a:lnTo>
                  <a:lnTo>
                    <a:pt x="9178417" y="1829058"/>
                  </a:lnTo>
                  <a:lnTo>
                    <a:pt x="9129296" y="1867797"/>
                  </a:lnTo>
                  <a:lnTo>
                    <a:pt x="9084767" y="1908395"/>
                  </a:lnTo>
                  <a:lnTo>
                    <a:pt x="9042897" y="1951505"/>
                  </a:lnTo>
                  <a:lnTo>
                    <a:pt x="9002167" y="1998140"/>
                  </a:lnTo>
                  <a:lnTo>
                    <a:pt x="8962231" y="2048370"/>
                  </a:lnTo>
                  <a:lnTo>
                    <a:pt x="8922817" y="2102191"/>
                  </a:lnTo>
                  <a:lnTo>
                    <a:pt x="8883718" y="2159515"/>
                  </a:lnTo>
                  <a:lnTo>
                    <a:pt x="8844777" y="2220169"/>
                  </a:lnTo>
                  <a:lnTo>
                    <a:pt x="8805884" y="2283884"/>
                  </a:lnTo>
                  <a:lnTo>
                    <a:pt x="8766971" y="2350303"/>
                  </a:lnTo>
                  <a:lnTo>
                    <a:pt x="8728001" y="2418977"/>
                  </a:lnTo>
                  <a:lnTo>
                    <a:pt x="8688965" y="2489386"/>
                  </a:lnTo>
                  <a:lnTo>
                    <a:pt x="8649877" y="2560944"/>
                  </a:lnTo>
                  <a:lnTo>
                    <a:pt x="8610763" y="2633025"/>
                  </a:lnTo>
                  <a:lnTo>
                    <a:pt x="8571654" y="2704985"/>
                  </a:lnTo>
                  <a:lnTo>
                    <a:pt x="8532583" y="2776182"/>
                  </a:lnTo>
                  <a:lnTo>
                    <a:pt x="8493572" y="2846003"/>
                  </a:lnTo>
                  <a:lnTo>
                    <a:pt x="8454625" y="2913886"/>
                  </a:lnTo>
                  <a:lnTo>
                    <a:pt x="8415726" y="2979335"/>
                  </a:lnTo>
                  <a:lnTo>
                    <a:pt x="8376825" y="3041935"/>
                  </a:lnTo>
                  <a:lnTo>
                    <a:pt x="8337840" y="3101361"/>
                  </a:lnTo>
                  <a:lnTo>
                    <a:pt x="8298643" y="3157382"/>
                  </a:lnTo>
                  <a:lnTo>
                    <a:pt x="8259061" y="3209856"/>
                  </a:lnTo>
                  <a:lnTo>
                    <a:pt x="8218861" y="3258729"/>
                  </a:lnTo>
                  <a:lnTo>
                    <a:pt x="8177747" y="3304026"/>
                  </a:lnTo>
                  <a:lnTo>
                    <a:pt x="8151487" y="3330496"/>
                  </a:lnTo>
                  <a:lnTo>
                    <a:pt x="8104667" y="3373039"/>
                  </a:lnTo>
                  <a:lnTo>
                    <a:pt x="8055413" y="3411589"/>
                  </a:lnTo>
                  <a:lnTo>
                    <a:pt x="8002999" y="3446323"/>
                  </a:lnTo>
                  <a:lnTo>
                    <a:pt x="7946626" y="3477550"/>
                  </a:lnTo>
                  <a:lnTo>
                    <a:pt x="7885480" y="3505631"/>
                  </a:lnTo>
                  <a:lnTo>
                    <a:pt x="7818780" y="3530927"/>
                  </a:lnTo>
                  <a:lnTo>
                    <a:pt x="7745849" y="3553763"/>
                  </a:lnTo>
                  <a:lnTo>
                    <a:pt x="7666213" y="3574415"/>
                  </a:lnTo>
                  <a:lnTo>
                    <a:pt x="7579723" y="3593100"/>
                  </a:lnTo>
                  <a:lnTo>
                    <a:pt x="7486726" y="3609969"/>
                  </a:lnTo>
                  <a:lnTo>
                    <a:pt x="7388231" y="3625108"/>
                  </a:lnTo>
                  <a:lnTo>
                    <a:pt x="7286082" y="3638547"/>
                  </a:lnTo>
                  <a:lnTo>
                    <a:pt x="7183035" y="3650268"/>
                  </a:lnTo>
                  <a:lnTo>
                    <a:pt x="7082693" y="3660234"/>
                  </a:lnTo>
                  <a:lnTo>
                    <a:pt x="6989217" y="3668415"/>
                  </a:lnTo>
                  <a:lnTo>
                    <a:pt x="6906790" y="3674821"/>
                  </a:lnTo>
                  <a:lnTo>
                    <a:pt x="6838929" y="3679539"/>
                  </a:lnTo>
                  <a:lnTo>
                    <a:pt x="6787777" y="3682737"/>
                  </a:lnTo>
                  <a:lnTo>
                    <a:pt x="6753618" y="3684666"/>
                  </a:lnTo>
                  <a:lnTo>
                    <a:pt x="6734698" y="3685635"/>
                  </a:lnTo>
                  <a:lnTo>
                    <a:pt x="6727367" y="3685978"/>
                  </a:lnTo>
                  <a:lnTo>
                    <a:pt x="6726343" y="3686022"/>
                  </a:lnTo>
                  <a:lnTo>
                    <a:pt x="5254955" y="3686022"/>
                  </a:lnTo>
                  <a:lnTo>
                    <a:pt x="5253863" y="3685940"/>
                  </a:lnTo>
                  <a:lnTo>
                    <a:pt x="5246679" y="3685361"/>
                  </a:lnTo>
                  <a:lnTo>
                    <a:pt x="5228547" y="3683759"/>
                  </a:lnTo>
                  <a:lnTo>
                    <a:pt x="5196071" y="3680605"/>
                  </a:lnTo>
                  <a:lnTo>
                    <a:pt x="5147550" y="3675404"/>
                  </a:lnTo>
                  <a:lnTo>
                    <a:pt x="5083106" y="3667749"/>
                  </a:lnTo>
                  <a:lnTo>
                    <a:pt x="5004562" y="3657356"/>
                  </a:lnTo>
                  <a:lnTo>
                    <a:pt x="4915027" y="3644072"/>
                  </a:lnTo>
                  <a:lnTo>
                    <a:pt x="4818310" y="3627865"/>
                  </a:lnTo>
                  <a:lnTo>
                    <a:pt x="4718289" y="3608774"/>
                  </a:lnTo>
                  <a:lnTo>
                    <a:pt x="4618423" y="3586862"/>
                  </a:lnTo>
                  <a:lnTo>
                    <a:pt x="4521447" y="3562168"/>
                  </a:lnTo>
                  <a:lnTo>
                    <a:pt x="4429278" y="3534669"/>
                  </a:lnTo>
                  <a:lnTo>
                    <a:pt x="4343054" y="3504253"/>
                  </a:lnTo>
                  <a:lnTo>
                    <a:pt x="4263270" y="3470715"/>
                  </a:lnTo>
                  <a:lnTo>
                    <a:pt x="4189927" y="3433744"/>
                  </a:lnTo>
                  <a:lnTo>
                    <a:pt x="4122684" y="3392937"/>
                  </a:lnTo>
                  <a:lnTo>
                    <a:pt x="4060980" y="3347804"/>
                  </a:lnTo>
                  <a:lnTo>
                    <a:pt x="4004128" y="3297789"/>
                  </a:lnTo>
                  <a:lnTo>
                    <a:pt x="3951383" y="3242311"/>
                  </a:lnTo>
                  <a:lnTo>
                    <a:pt x="3901998" y="3180824"/>
                  </a:lnTo>
                  <a:lnTo>
                    <a:pt x="3855264" y="3112918"/>
                  </a:lnTo>
                  <a:lnTo>
                    <a:pt x="3829811" y="3071685"/>
                  </a:lnTo>
                  <a:lnTo>
                    <a:pt x="3796028" y="3012234"/>
                  </a:lnTo>
                  <a:lnTo>
                    <a:pt x="3763031" y="2948862"/>
                  </a:lnTo>
                  <a:lnTo>
                    <a:pt x="3730627" y="2881490"/>
                  </a:lnTo>
                  <a:lnTo>
                    <a:pt x="3698658" y="2810088"/>
                  </a:lnTo>
                  <a:lnTo>
                    <a:pt x="3666993" y="2734681"/>
                  </a:lnTo>
                  <a:lnTo>
                    <a:pt x="3635528" y="2655356"/>
                  </a:lnTo>
                  <a:lnTo>
                    <a:pt x="3604179" y="2572265"/>
                  </a:lnTo>
                  <a:lnTo>
                    <a:pt x="3572885" y="2485624"/>
                  </a:lnTo>
                  <a:lnTo>
                    <a:pt x="3541598" y="2395719"/>
                  </a:lnTo>
                  <a:lnTo>
                    <a:pt x="3510290" y="2302900"/>
                  </a:lnTo>
                  <a:lnTo>
                    <a:pt x="3478944" y="2207579"/>
                  </a:lnTo>
                  <a:lnTo>
                    <a:pt x="3447555" y="2110224"/>
                  </a:lnTo>
                  <a:lnTo>
                    <a:pt x="3416128" y="2011350"/>
                  </a:lnTo>
                  <a:lnTo>
                    <a:pt x="3384674" y="1911505"/>
                  </a:lnTo>
                  <a:lnTo>
                    <a:pt x="3353207" y="1811261"/>
                  </a:lnTo>
                  <a:lnTo>
                    <a:pt x="3321746" y="1711203"/>
                  </a:lnTo>
                  <a:lnTo>
                    <a:pt x="3290307" y="1611907"/>
                  </a:lnTo>
                  <a:lnTo>
                    <a:pt x="3258904" y="1513933"/>
                  </a:lnTo>
                  <a:lnTo>
                    <a:pt x="3227542" y="1417810"/>
                  </a:lnTo>
                  <a:lnTo>
                    <a:pt x="3196221" y="1324023"/>
                  </a:lnTo>
                  <a:lnTo>
                    <a:pt x="3164930" y="1233005"/>
                  </a:lnTo>
                  <a:lnTo>
                    <a:pt x="3133642" y="1145130"/>
                  </a:lnTo>
                  <a:lnTo>
                    <a:pt x="3102320" y="1060708"/>
                  </a:lnTo>
                  <a:lnTo>
                    <a:pt x="3070906" y="979981"/>
                  </a:lnTo>
                  <a:lnTo>
                    <a:pt x="3039326" y="903124"/>
                  </a:lnTo>
                  <a:lnTo>
                    <a:pt x="3007482" y="830247"/>
                  </a:lnTo>
                  <a:lnTo>
                    <a:pt x="2975254" y="761398"/>
                  </a:lnTo>
                  <a:lnTo>
                    <a:pt x="2942495" y="696566"/>
                  </a:lnTo>
                  <a:lnTo>
                    <a:pt x="2909025" y="635690"/>
                  </a:lnTo>
                  <a:lnTo>
                    <a:pt x="2896531" y="614337"/>
                  </a:lnTo>
                  <a:lnTo>
                    <a:pt x="2851011" y="542728"/>
                  </a:lnTo>
                  <a:lnTo>
                    <a:pt x="2803205" y="477653"/>
                  </a:lnTo>
                  <a:lnTo>
                    <a:pt x="2752448" y="418844"/>
                  </a:lnTo>
                  <a:lnTo>
                    <a:pt x="2698007" y="365816"/>
                  </a:lnTo>
                  <a:lnTo>
                    <a:pt x="2639132" y="317998"/>
                  </a:lnTo>
                  <a:lnTo>
                    <a:pt x="2575095" y="274813"/>
                  </a:lnTo>
                  <a:lnTo>
                    <a:pt x="2505255" y="235733"/>
                  </a:lnTo>
                  <a:lnTo>
                    <a:pt x="2429132" y="200301"/>
                  </a:lnTo>
                  <a:lnTo>
                    <a:pt x="2346518" y="168154"/>
                  </a:lnTo>
                  <a:lnTo>
                    <a:pt x="2257610" y="139028"/>
                  </a:lnTo>
                  <a:lnTo>
                    <a:pt x="2163164" y="112758"/>
                  </a:lnTo>
                  <a:lnTo>
                    <a:pt x="2064646" y="89274"/>
                  </a:lnTo>
                  <a:lnTo>
                    <a:pt x="1964329" y="68584"/>
                  </a:lnTo>
                  <a:lnTo>
                    <a:pt x="1865288" y="50741"/>
                  </a:lnTo>
                  <a:lnTo>
                    <a:pt x="1771212" y="35805"/>
                  </a:lnTo>
                  <a:lnTo>
                    <a:pt x="1686021" y="23790"/>
                  </a:lnTo>
                  <a:lnTo>
                    <a:pt x="1613298" y="14615"/>
                  </a:lnTo>
                  <a:lnTo>
                    <a:pt x="1555658" y="8072"/>
                  </a:lnTo>
                  <a:lnTo>
                    <a:pt x="1514216" y="3819"/>
                  </a:lnTo>
                  <a:lnTo>
                    <a:pt x="1488300" y="1405"/>
                  </a:lnTo>
                  <a:lnTo>
                    <a:pt x="1475443" y="314"/>
                  </a:lnTo>
                  <a:lnTo>
                    <a:pt x="1471588" y="14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74" name="pg674"/>
            <p:cNvSpPr/>
            <p:nvPr/>
          </p:nvSpPr>
          <p:spPr>
            <a:xfrm>
              <a:off x="4799595" y="6246585"/>
              <a:ext cx="11981298" cy="3702368"/>
            </a:xfrm>
            <a:custGeom>
              <a:avLst/>
              <a:pathLst>
                <a:path w="11981298" h="3702368">
                  <a:moveTo>
                    <a:pt x="0" y="8172"/>
                  </a:moveTo>
                  <a:lnTo>
                    <a:pt x="1471387" y="8172"/>
                  </a:lnTo>
                  <a:lnTo>
                    <a:pt x="1472478" y="8254"/>
                  </a:lnTo>
                  <a:lnTo>
                    <a:pt x="1479659" y="8834"/>
                  </a:lnTo>
                  <a:lnTo>
                    <a:pt x="1497783" y="10439"/>
                  </a:lnTo>
                  <a:lnTo>
                    <a:pt x="1530243" y="13599"/>
                  </a:lnTo>
                  <a:lnTo>
                    <a:pt x="1578743" y="18808"/>
                  </a:lnTo>
                  <a:lnTo>
                    <a:pt x="1643161" y="26476"/>
                  </a:lnTo>
                  <a:lnTo>
                    <a:pt x="1721677" y="36888"/>
                  </a:lnTo>
                  <a:lnTo>
                    <a:pt x="1811184" y="50194"/>
                  </a:lnTo>
                  <a:lnTo>
                    <a:pt x="1907878" y="66430"/>
                  </a:lnTo>
                  <a:lnTo>
                    <a:pt x="2007879" y="85556"/>
                  </a:lnTo>
                  <a:lnTo>
                    <a:pt x="2107731" y="107507"/>
                  </a:lnTo>
                  <a:lnTo>
                    <a:pt x="2204697" y="132246"/>
                  </a:lnTo>
                  <a:lnTo>
                    <a:pt x="2296863" y="159796"/>
                  </a:lnTo>
                  <a:lnTo>
                    <a:pt x="2383086" y="190266"/>
                  </a:lnTo>
                  <a:lnTo>
                    <a:pt x="2462873" y="223865"/>
                  </a:lnTo>
                  <a:lnTo>
                    <a:pt x="2536220" y="260901"/>
                  </a:lnTo>
                  <a:lnTo>
                    <a:pt x="2603468" y="301780"/>
                  </a:lnTo>
                  <a:lnTo>
                    <a:pt x="2665176" y="346992"/>
                  </a:lnTo>
                  <a:lnTo>
                    <a:pt x="2722033" y="397092"/>
                  </a:lnTo>
                  <a:lnTo>
                    <a:pt x="2774782" y="452663"/>
                  </a:lnTo>
                  <a:lnTo>
                    <a:pt x="2824169" y="514254"/>
                  </a:lnTo>
                  <a:lnTo>
                    <a:pt x="2870903" y="582275"/>
                  </a:lnTo>
                  <a:lnTo>
                    <a:pt x="2896531" y="623872"/>
                  </a:lnTo>
                  <a:lnTo>
                    <a:pt x="2930282" y="683395"/>
                  </a:lnTo>
                  <a:lnTo>
                    <a:pt x="2963248" y="746840"/>
                  </a:lnTo>
                  <a:lnTo>
                    <a:pt x="2995622" y="814286"/>
                  </a:lnTo>
                  <a:lnTo>
                    <a:pt x="3027562" y="885764"/>
                  </a:lnTo>
                  <a:lnTo>
                    <a:pt x="3059197" y="961247"/>
                  </a:lnTo>
                  <a:lnTo>
                    <a:pt x="3090632" y="1040651"/>
                  </a:lnTo>
                  <a:lnTo>
                    <a:pt x="3121951" y="1123823"/>
                  </a:lnTo>
                  <a:lnTo>
                    <a:pt x="3153215" y="1210547"/>
                  </a:lnTo>
                  <a:lnTo>
                    <a:pt x="3184471" y="1300539"/>
                  </a:lnTo>
                  <a:lnTo>
                    <a:pt x="3215749" y="1393449"/>
                  </a:lnTo>
                  <a:lnTo>
                    <a:pt x="3247064" y="1488865"/>
                  </a:lnTo>
                  <a:lnTo>
                    <a:pt x="3278422" y="1586321"/>
                  </a:lnTo>
                  <a:lnTo>
                    <a:pt x="3309818" y="1685304"/>
                  </a:lnTo>
                  <a:lnTo>
                    <a:pt x="3341242" y="1785265"/>
                  </a:lnTo>
                  <a:lnTo>
                    <a:pt x="3372678" y="1885631"/>
                  </a:lnTo>
                  <a:lnTo>
                    <a:pt x="3404109" y="1985822"/>
                  </a:lnTo>
                  <a:lnTo>
                    <a:pt x="3435518" y="2085258"/>
                  </a:lnTo>
                  <a:lnTo>
                    <a:pt x="3466892" y="2183381"/>
                  </a:lnTo>
                  <a:lnTo>
                    <a:pt x="3498224" y="2279662"/>
                  </a:lnTo>
                  <a:lnTo>
                    <a:pt x="3529515" y="2373615"/>
                  </a:lnTo>
                  <a:lnTo>
                    <a:pt x="3560777" y="2464805"/>
                  </a:lnTo>
                  <a:lnTo>
                    <a:pt x="3592033" y="2552858"/>
                  </a:lnTo>
                  <a:lnTo>
                    <a:pt x="3623324" y="2637464"/>
                  </a:lnTo>
                  <a:lnTo>
                    <a:pt x="3654705" y="2718378"/>
                  </a:lnTo>
                  <a:lnTo>
                    <a:pt x="3686250" y="2795424"/>
                  </a:lnTo>
                  <a:lnTo>
                    <a:pt x="3718055" y="2868491"/>
                  </a:lnTo>
                  <a:lnTo>
                    <a:pt x="3750240" y="2937530"/>
                  </a:lnTo>
                  <a:lnTo>
                    <a:pt x="3782951" y="3002549"/>
                  </a:lnTo>
                  <a:lnTo>
                    <a:pt x="3816367" y="3063609"/>
                  </a:lnTo>
                  <a:lnTo>
                    <a:pt x="3829811" y="3086669"/>
                  </a:lnTo>
                  <a:lnTo>
                    <a:pt x="3875323" y="3158424"/>
                  </a:lnTo>
                  <a:lnTo>
                    <a:pt x="3923120" y="3223634"/>
                  </a:lnTo>
                  <a:lnTo>
                    <a:pt x="3973867" y="3282565"/>
                  </a:lnTo>
                  <a:lnTo>
                    <a:pt x="4028296" y="3335705"/>
                  </a:lnTo>
                  <a:lnTo>
                    <a:pt x="4087157" y="3383625"/>
                  </a:lnTo>
                  <a:lnTo>
                    <a:pt x="4151177" y="3426902"/>
                  </a:lnTo>
                  <a:lnTo>
                    <a:pt x="4220999" y="3466067"/>
                  </a:lnTo>
                  <a:lnTo>
                    <a:pt x="4297100" y="3501575"/>
                  </a:lnTo>
                  <a:lnTo>
                    <a:pt x="4379690" y="3533792"/>
                  </a:lnTo>
                  <a:lnTo>
                    <a:pt x="4468573" y="3562983"/>
                  </a:lnTo>
                  <a:lnTo>
                    <a:pt x="4562993" y="3589311"/>
                  </a:lnTo>
                  <a:lnTo>
                    <a:pt x="4661488" y="3612849"/>
                  </a:lnTo>
                  <a:lnTo>
                    <a:pt x="4761786" y="3633588"/>
                  </a:lnTo>
                  <a:lnTo>
                    <a:pt x="4860818" y="3651474"/>
                  </a:lnTo>
                  <a:lnTo>
                    <a:pt x="4954895" y="3666448"/>
                  </a:lnTo>
                  <a:lnTo>
                    <a:pt x="5040100" y="3678495"/>
                  </a:lnTo>
                  <a:lnTo>
                    <a:pt x="5112850" y="3687696"/>
                  </a:lnTo>
                  <a:lnTo>
                    <a:pt x="5170529" y="3694260"/>
                  </a:lnTo>
                  <a:lnTo>
                    <a:pt x="5212015" y="3698529"/>
                  </a:lnTo>
                  <a:lnTo>
                    <a:pt x="5237976" y="3700954"/>
                  </a:lnTo>
                  <a:lnTo>
                    <a:pt x="5250871" y="3702051"/>
                  </a:lnTo>
                  <a:lnTo>
                    <a:pt x="5254750" y="3702353"/>
                  </a:lnTo>
                  <a:lnTo>
                    <a:pt x="5254955" y="3702368"/>
                  </a:lnTo>
                  <a:lnTo>
                    <a:pt x="6726343" y="3702368"/>
                  </a:lnTo>
                  <a:lnTo>
                    <a:pt x="6727542" y="3702324"/>
                  </a:lnTo>
                  <a:lnTo>
                    <a:pt x="6735420" y="3702016"/>
                  </a:lnTo>
                  <a:lnTo>
                    <a:pt x="6755245" y="3701162"/>
                  </a:lnTo>
                  <a:lnTo>
                    <a:pt x="6790612" y="3699483"/>
                  </a:lnTo>
                  <a:lnTo>
                    <a:pt x="6843166" y="3696719"/>
                  </a:lnTo>
                  <a:lnTo>
                    <a:pt x="6912483" y="3692663"/>
                  </a:lnTo>
                  <a:lnTo>
                    <a:pt x="6996270" y="3687175"/>
                  </a:lnTo>
                  <a:lnTo>
                    <a:pt x="7090887" y="3680189"/>
                  </a:lnTo>
                  <a:lnTo>
                    <a:pt x="7192069" y="3671700"/>
                  </a:lnTo>
                  <a:lnTo>
                    <a:pt x="7295632" y="3661734"/>
                  </a:lnTo>
                  <a:lnTo>
                    <a:pt x="7397994" y="3650324"/>
                  </a:lnTo>
                  <a:lnTo>
                    <a:pt x="7496448" y="3637480"/>
                  </a:lnTo>
                  <a:lnTo>
                    <a:pt x="7589217" y="3623173"/>
                  </a:lnTo>
                  <a:lnTo>
                    <a:pt x="7675355" y="3607325"/>
                  </a:lnTo>
                  <a:lnTo>
                    <a:pt x="7754574" y="3589801"/>
                  </a:lnTo>
                  <a:lnTo>
                    <a:pt x="7827068" y="3570413"/>
                  </a:lnTo>
                  <a:lnTo>
                    <a:pt x="7893348" y="3548921"/>
                  </a:lnTo>
                  <a:lnTo>
                    <a:pt x="7954118" y="3525044"/>
                  </a:lnTo>
                  <a:lnTo>
                    <a:pt x="8010177" y="3498478"/>
                  </a:lnTo>
                  <a:lnTo>
                    <a:pt x="8062352" y="3468917"/>
                  </a:lnTo>
                  <a:lnTo>
                    <a:pt x="8111443" y="3436111"/>
                  </a:lnTo>
                  <a:lnTo>
                    <a:pt x="8151487" y="3405415"/>
                  </a:lnTo>
                  <a:lnTo>
                    <a:pt x="8195876" y="3367111"/>
                  </a:lnTo>
                  <a:lnTo>
                    <a:pt x="8239007" y="3325486"/>
                  </a:lnTo>
                  <a:lnTo>
                    <a:pt x="8281285" y="3280477"/>
                  </a:lnTo>
                  <a:lnTo>
                    <a:pt x="8323022" y="3232102"/>
                  </a:lnTo>
                  <a:lnTo>
                    <a:pt x="8364453" y="3180464"/>
                  </a:lnTo>
                  <a:lnTo>
                    <a:pt x="8405748" y="3125763"/>
                  </a:lnTo>
                  <a:lnTo>
                    <a:pt x="8447021" y="3068297"/>
                  </a:lnTo>
                  <a:lnTo>
                    <a:pt x="8488339" y="3008461"/>
                  </a:lnTo>
                  <a:lnTo>
                    <a:pt x="8529728" y="2946735"/>
                  </a:lnTo>
                  <a:lnTo>
                    <a:pt x="8571186" y="2883675"/>
                  </a:lnTo>
                  <a:lnTo>
                    <a:pt x="8612686" y="2819891"/>
                  </a:lnTo>
                  <a:lnTo>
                    <a:pt x="8654191" y="2756022"/>
                  </a:lnTo>
                  <a:lnTo>
                    <a:pt x="8695663" y="2692712"/>
                  </a:lnTo>
                  <a:lnTo>
                    <a:pt x="8737072" y="2630580"/>
                  </a:lnTo>
                  <a:lnTo>
                    <a:pt x="8778408" y="2570198"/>
                  </a:lnTo>
                  <a:lnTo>
                    <a:pt x="8819688" y="2512070"/>
                  </a:lnTo>
                  <a:lnTo>
                    <a:pt x="8860968" y="2456611"/>
                  </a:lnTo>
                  <a:lnTo>
                    <a:pt x="8902349" y="2404147"/>
                  </a:lnTo>
                  <a:lnTo>
                    <a:pt x="8943986" y="2354902"/>
                  </a:lnTo>
                  <a:lnTo>
                    <a:pt x="8986095" y="2309006"/>
                  </a:lnTo>
                  <a:lnTo>
                    <a:pt x="9028968" y="2266497"/>
                  </a:lnTo>
                  <a:lnTo>
                    <a:pt x="9072982" y="2227332"/>
                  </a:lnTo>
                  <a:lnTo>
                    <a:pt x="9084767" y="2217606"/>
                  </a:lnTo>
                  <a:lnTo>
                    <a:pt x="9131801" y="2181921"/>
                  </a:lnTo>
                  <a:lnTo>
                    <a:pt x="9181294" y="2149600"/>
                  </a:lnTo>
                  <a:lnTo>
                    <a:pt x="9233984" y="2120493"/>
                  </a:lnTo>
                  <a:lnTo>
                    <a:pt x="9290678" y="2094338"/>
                  </a:lnTo>
                  <a:lnTo>
                    <a:pt x="9352203" y="2070828"/>
                  </a:lnTo>
                  <a:lnTo>
                    <a:pt x="9419349" y="2049659"/>
                  </a:lnTo>
                  <a:lnTo>
                    <a:pt x="9492797" y="2030556"/>
                  </a:lnTo>
                  <a:lnTo>
                    <a:pt x="9573021" y="2013287"/>
                  </a:lnTo>
                  <a:lnTo>
                    <a:pt x="9660157" y="1997670"/>
                  </a:lnTo>
                  <a:lnTo>
                    <a:pt x="9753831" y="1983581"/>
                  </a:lnTo>
                  <a:lnTo>
                    <a:pt x="9852987" y="1970946"/>
                  </a:lnTo>
                  <a:lnTo>
                    <a:pt x="9955715" y="1959745"/>
                  </a:lnTo>
                  <a:lnTo>
                    <a:pt x="10059173" y="1949992"/>
                  </a:lnTo>
                  <a:lnTo>
                    <a:pt x="10159667" y="1941721"/>
                  </a:lnTo>
                  <a:lnTo>
                    <a:pt x="10252964" y="1934955"/>
                  </a:lnTo>
                  <a:lnTo>
                    <a:pt x="10334845" y="1929681"/>
                  </a:lnTo>
                  <a:lnTo>
                    <a:pt x="10401822" y="1925823"/>
                  </a:lnTo>
                  <a:lnTo>
                    <a:pt x="10451849" y="1923232"/>
                  </a:lnTo>
                  <a:lnTo>
                    <a:pt x="10484799" y="1921690"/>
                  </a:lnTo>
                  <a:lnTo>
                    <a:pt x="10502617" y="1920934"/>
                  </a:lnTo>
                  <a:lnTo>
                    <a:pt x="10509157" y="1920681"/>
                  </a:lnTo>
                  <a:lnTo>
                    <a:pt x="10509911" y="1920654"/>
                  </a:lnTo>
                  <a:lnTo>
                    <a:pt x="11981298" y="1920654"/>
                  </a:lnTo>
                  <a:lnTo>
                    <a:pt x="11981298" y="1912481"/>
                  </a:lnTo>
                  <a:lnTo>
                    <a:pt x="10509911" y="1912481"/>
                  </a:lnTo>
                  <a:lnTo>
                    <a:pt x="10508711" y="1912524"/>
                  </a:lnTo>
                  <a:lnTo>
                    <a:pt x="10500833" y="1912833"/>
                  </a:lnTo>
                  <a:lnTo>
                    <a:pt x="10481008" y="1913686"/>
                  </a:lnTo>
                  <a:lnTo>
                    <a:pt x="10445641" y="1915366"/>
                  </a:lnTo>
                  <a:lnTo>
                    <a:pt x="10393088" y="1918129"/>
                  </a:lnTo>
                  <a:lnTo>
                    <a:pt x="10323770" y="1922186"/>
                  </a:lnTo>
                  <a:lnTo>
                    <a:pt x="10239983" y="1927674"/>
                  </a:lnTo>
                  <a:lnTo>
                    <a:pt x="10145367" y="1934659"/>
                  </a:lnTo>
                  <a:lnTo>
                    <a:pt x="10044184" y="1943149"/>
                  </a:lnTo>
                  <a:lnTo>
                    <a:pt x="9940621" y="1953115"/>
                  </a:lnTo>
                  <a:lnTo>
                    <a:pt x="9838259" y="1964525"/>
                  </a:lnTo>
                  <a:lnTo>
                    <a:pt x="9739805" y="1977369"/>
                  </a:lnTo>
                  <a:lnTo>
                    <a:pt x="9647036" y="1991676"/>
                  </a:lnTo>
                  <a:lnTo>
                    <a:pt x="9560899" y="2007524"/>
                  </a:lnTo>
                  <a:lnTo>
                    <a:pt x="9481680" y="2025048"/>
                  </a:lnTo>
                  <a:lnTo>
                    <a:pt x="9409186" y="2044436"/>
                  </a:lnTo>
                  <a:lnTo>
                    <a:pt x="9342905" y="2065928"/>
                  </a:lnTo>
                  <a:lnTo>
                    <a:pt x="9282135" y="2089804"/>
                  </a:lnTo>
                  <a:lnTo>
                    <a:pt x="9226076" y="2116371"/>
                  </a:lnTo>
                  <a:lnTo>
                    <a:pt x="9173901" y="2145932"/>
                  </a:lnTo>
                  <a:lnTo>
                    <a:pt x="9124810" y="2178738"/>
                  </a:lnTo>
                  <a:lnTo>
                    <a:pt x="9084767" y="2209433"/>
                  </a:lnTo>
                  <a:lnTo>
                    <a:pt x="9040378" y="2247738"/>
                  </a:lnTo>
                  <a:lnTo>
                    <a:pt x="8997246" y="2289363"/>
                  </a:lnTo>
                  <a:lnTo>
                    <a:pt x="8954968" y="2334371"/>
                  </a:lnTo>
                  <a:lnTo>
                    <a:pt x="8913231" y="2382747"/>
                  </a:lnTo>
                  <a:lnTo>
                    <a:pt x="8871800" y="2434385"/>
                  </a:lnTo>
                  <a:lnTo>
                    <a:pt x="8830506" y="2489086"/>
                  </a:lnTo>
                  <a:lnTo>
                    <a:pt x="8789233" y="2546551"/>
                  </a:lnTo>
                  <a:lnTo>
                    <a:pt x="8747915" y="2606388"/>
                  </a:lnTo>
                  <a:lnTo>
                    <a:pt x="8706525" y="2668114"/>
                  </a:lnTo>
                  <a:lnTo>
                    <a:pt x="8665067" y="2731174"/>
                  </a:lnTo>
                  <a:lnTo>
                    <a:pt x="8623567" y="2794958"/>
                  </a:lnTo>
                  <a:lnTo>
                    <a:pt x="8582062" y="2858826"/>
                  </a:lnTo>
                  <a:lnTo>
                    <a:pt x="8540590" y="2922137"/>
                  </a:lnTo>
                  <a:lnTo>
                    <a:pt x="8499181" y="2984269"/>
                  </a:lnTo>
                  <a:lnTo>
                    <a:pt x="8457845" y="3044650"/>
                  </a:lnTo>
                  <a:lnTo>
                    <a:pt x="8416565" y="3102779"/>
                  </a:lnTo>
                  <a:lnTo>
                    <a:pt x="8375285" y="3158238"/>
                  </a:lnTo>
                  <a:lnTo>
                    <a:pt x="8333904" y="3210702"/>
                  </a:lnTo>
                  <a:lnTo>
                    <a:pt x="8292267" y="3259947"/>
                  </a:lnTo>
                  <a:lnTo>
                    <a:pt x="8250158" y="3305843"/>
                  </a:lnTo>
                  <a:lnTo>
                    <a:pt x="8207285" y="3348352"/>
                  </a:lnTo>
                  <a:lnTo>
                    <a:pt x="8163271" y="3387517"/>
                  </a:lnTo>
                  <a:lnTo>
                    <a:pt x="8151487" y="3397242"/>
                  </a:lnTo>
                  <a:lnTo>
                    <a:pt x="8104452" y="3432928"/>
                  </a:lnTo>
                  <a:lnTo>
                    <a:pt x="8054959" y="3465249"/>
                  </a:lnTo>
                  <a:lnTo>
                    <a:pt x="8002269" y="3494356"/>
                  </a:lnTo>
                  <a:lnTo>
                    <a:pt x="7945575" y="3520511"/>
                  </a:lnTo>
                  <a:lnTo>
                    <a:pt x="7884050" y="3544021"/>
                  </a:lnTo>
                  <a:lnTo>
                    <a:pt x="7816905" y="3565190"/>
                  </a:lnTo>
                  <a:lnTo>
                    <a:pt x="7743457" y="3584293"/>
                  </a:lnTo>
                  <a:lnTo>
                    <a:pt x="7663232" y="3601562"/>
                  </a:lnTo>
                  <a:lnTo>
                    <a:pt x="7576097" y="3617178"/>
                  </a:lnTo>
                  <a:lnTo>
                    <a:pt x="7482422" y="3631268"/>
                  </a:lnTo>
                  <a:lnTo>
                    <a:pt x="7383266" y="3643903"/>
                  </a:lnTo>
                  <a:lnTo>
                    <a:pt x="7280538" y="3655104"/>
                  </a:lnTo>
                  <a:lnTo>
                    <a:pt x="7177081" y="3664857"/>
                  </a:lnTo>
                  <a:lnTo>
                    <a:pt x="7076586" y="3673128"/>
                  </a:lnTo>
                  <a:lnTo>
                    <a:pt x="6983289" y="3679894"/>
                  </a:lnTo>
                  <a:lnTo>
                    <a:pt x="6901409" y="3685168"/>
                  </a:lnTo>
                  <a:lnTo>
                    <a:pt x="6834431" y="3689025"/>
                  </a:lnTo>
                  <a:lnTo>
                    <a:pt x="6784404" y="3691617"/>
                  </a:lnTo>
                  <a:lnTo>
                    <a:pt x="6751454" y="3693159"/>
                  </a:lnTo>
                  <a:lnTo>
                    <a:pt x="6733636" y="3693915"/>
                  </a:lnTo>
                  <a:lnTo>
                    <a:pt x="6727097" y="3694168"/>
                  </a:lnTo>
                  <a:lnTo>
                    <a:pt x="6726343" y="3694195"/>
                  </a:lnTo>
                  <a:lnTo>
                    <a:pt x="5254955" y="3694195"/>
                  </a:lnTo>
                  <a:lnTo>
                    <a:pt x="5253864" y="3694113"/>
                  </a:lnTo>
                  <a:lnTo>
                    <a:pt x="5246683" y="3693533"/>
                  </a:lnTo>
                  <a:lnTo>
                    <a:pt x="5228560" y="3691928"/>
                  </a:lnTo>
                  <a:lnTo>
                    <a:pt x="5196099" y="3688769"/>
                  </a:lnTo>
                  <a:lnTo>
                    <a:pt x="5147599" y="3683559"/>
                  </a:lnTo>
                  <a:lnTo>
                    <a:pt x="5083181" y="3675891"/>
                  </a:lnTo>
                  <a:lnTo>
                    <a:pt x="5004665" y="3665479"/>
                  </a:lnTo>
                  <a:lnTo>
                    <a:pt x="4915158" y="3652173"/>
                  </a:lnTo>
                  <a:lnTo>
                    <a:pt x="4818464" y="3635937"/>
                  </a:lnTo>
                  <a:lnTo>
                    <a:pt x="4718463" y="3616811"/>
                  </a:lnTo>
                  <a:lnTo>
                    <a:pt x="4618612" y="3594860"/>
                  </a:lnTo>
                  <a:lnTo>
                    <a:pt x="4521645" y="3570121"/>
                  </a:lnTo>
                  <a:lnTo>
                    <a:pt x="4429480" y="3542571"/>
                  </a:lnTo>
                  <a:lnTo>
                    <a:pt x="4343256" y="3512101"/>
                  </a:lnTo>
                  <a:lnTo>
                    <a:pt x="4263469" y="3478502"/>
                  </a:lnTo>
                  <a:lnTo>
                    <a:pt x="4190122" y="3441466"/>
                  </a:lnTo>
                  <a:lnTo>
                    <a:pt x="4122874" y="3400587"/>
                  </a:lnTo>
                  <a:lnTo>
                    <a:pt x="4061166" y="3355375"/>
                  </a:lnTo>
                  <a:lnTo>
                    <a:pt x="4004309" y="3305275"/>
                  </a:lnTo>
                  <a:lnTo>
                    <a:pt x="3951561" y="3249704"/>
                  </a:lnTo>
                  <a:lnTo>
                    <a:pt x="3902173" y="3188114"/>
                  </a:lnTo>
                  <a:lnTo>
                    <a:pt x="3855439" y="3120093"/>
                  </a:lnTo>
                  <a:lnTo>
                    <a:pt x="3829811" y="3078496"/>
                  </a:lnTo>
                  <a:lnTo>
                    <a:pt x="3796060" y="3018972"/>
                  </a:lnTo>
                  <a:lnTo>
                    <a:pt x="3763094" y="2955528"/>
                  </a:lnTo>
                  <a:lnTo>
                    <a:pt x="3730720" y="2888081"/>
                  </a:lnTo>
                  <a:lnTo>
                    <a:pt x="3698781" y="2816603"/>
                  </a:lnTo>
                  <a:lnTo>
                    <a:pt x="3667145" y="2741120"/>
                  </a:lnTo>
                  <a:lnTo>
                    <a:pt x="3635710" y="2661717"/>
                  </a:lnTo>
                  <a:lnTo>
                    <a:pt x="3604391" y="2578544"/>
                  </a:lnTo>
                  <a:lnTo>
                    <a:pt x="3573127" y="2491820"/>
                  </a:lnTo>
                  <a:lnTo>
                    <a:pt x="3541871" y="2401828"/>
                  </a:lnTo>
                  <a:lnTo>
                    <a:pt x="3510593" y="2308919"/>
                  </a:lnTo>
                  <a:lnTo>
                    <a:pt x="3479278" y="2213502"/>
                  </a:lnTo>
                  <a:lnTo>
                    <a:pt x="3447920" y="2116046"/>
                  </a:lnTo>
                  <a:lnTo>
                    <a:pt x="3416524" y="2017063"/>
                  </a:lnTo>
                  <a:lnTo>
                    <a:pt x="3385100" y="1917102"/>
                  </a:lnTo>
                  <a:lnTo>
                    <a:pt x="3353664" y="1816736"/>
                  </a:lnTo>
                  <a:lnTo>
                    <a:pt x="3322233" y="1716545"/>
                  </a:lnTo>
                  <a:lnTo>
                    <a:pt x="3290824" y="1617109"/>
                  </a:lnTo>
                  <a:lnTo>
                    <a:pt x="3259450" y="1518986"/>
                  </a:lnTo>
                  <a:lnTo>
                    <a:pt x="3228118" y="1422705"/>
                  </a:lnTo>
                  <a:lnTo>
                    <a:pt x="3196827" y="1328752"/>
                  </a:lnTo>
                  <a:lnTo>
                    <a:pt x="3165565" y="1237562"/>
                  </a:lnTo>
                  <a:lnTo>
                    <a:pt x="3134309" y="1149509"/>
                  </a:lnTo>
                  <a:lnTo>
                    <a:pt x="3103018" y="1064904"/>
                  </a:lnTo>
                  <a:lnTo>
                    <a:pt x="3071637" y="983989"/>
                  </a:lnTo>
                  <a:lnTo>
                    <a:pt x="3040092" y="906943"/>
                  </a:lnTo>
                  <a:lnTo>
                    <a:pt x="3008287" y="833876"/>
                  </a:lnTo>
                  <a:lnTo>
                    <a:pt x="2976102" y="764837"/>
                  </a:lnTo>
                  <a:lnTo>
                    <a:pt x="2943391" y="699818"/>
                  </a:lnTo>
                  <a:lnTo>
                    <a:pt x="2909975" y="638758"/>
                  </a:lnTo>
                  <a:lnTo>
                    <a:pt x="2896531" y="615699"/>
                  </a:lnTo>
                  <a:lnTo>
                    <a:pt x="2851019" y="543944"/>
                  </a:lnTo>
                  <a:lnTo>
                    <a:pt x="2803222" y="478733"/>
                  </a:lnTo>
                  <a:lnTo>
                    <a:pt x="2752475" y="419802"/>
                  </a:lnTo>
                  <a:lnTo>
                    <a:pt x="2698046" y="366663"/>
                  </a:lnTo>
                  <a:lnTo>
                    <a:pt x="2639185" y="318743"/>
                  </a:lnTo>
                  <a:lnTo>
                    <a:pt x="2575165" y="275466"/>
                  </a:lnTo>
                  <a:lnTo>
                    <a:pt x="2505343" y="236301"/>
                  </a:lnTo>
                  <a:lnTo>
                    <a:pt x="2429242" y="200792"/>
                  </a:lnTo>
                  <a:lnTo>
                    <a:pt x="2346652" y="168575"/>
                  </a:lnTo>
                  <a:lnTo>
                    <a:pt x="2257769" y="139385"/>
                  </a:lnTo>
                  <a:lnTo>
                    <a:pt x="2163349" y="113056"/>
                  </a:lnTo>
                  <a:lnTo>
                    <a:pt x="2064854" y="89519"/>
                  </a:lnTo>
                  <a:lnTo>
                    <a:pt x="1964556" y="68780"/>
                  </a:lnTo>
                  <a:lnTo>
                    <a:pt x="1865524" y="50893"/>
                  </a:lnTo>
                  <a:lnTo>
                    <a:pt x="1771447" y="35920"/>
                  </a:lnTo>
                  <a:lnTo>
                    <a:pt x="1686242" y="23873"/>
                  </a:lnTo>
                  <a:lnTo>
                    <a:pt x="1613492" y="14671"/>
                  </a:lnTo>
                  <a:lnTo>
                    <a:pt x="1555813" y="8107"/>
                  </a:lnTo>
                  <a:lnTo>
                    <a:pt x="1514327" y="3838"/>
                  </a:lnTo>
                  <a:lnTo>
                    <a:pt x="1488366" y="1414"/>
                  </a:lnTo>
                  <a:lnTo>
                    <a:pt x="1475471" y="317"/>
                  </a:lnTo>
                  <a:lnTo>
                    <a:pt x="1471592" y="14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675" name="pl675"/>
            <p:cNvSpPr/>
            <p:nvPr/>
          </p:nvSpPr>
          <p:spPr>
            <a:xfrm>
              <a:off x="4799595" y="6254758"/>
              <a:ext cx="11981298" cy="3694195"/>
            </a:xfrm>
            <a:custGeom>
              <a:avLst/>
              <a:pathLst>
                <a:path w="11981298" h="3694195">
                  <a:moveTo>
                    <a:pt x="0" y="0"/>
                  </a:moveTo>
                  <a:lnTo>
                    <a:pt x="1471387" y="0"/>
                  </a:lnTo>
                  <a:lnTo>
                    <a:pt x="1472478" y="81"/>
                  </a:lnTo>
                  <a:lnTo>
                    <a:pt x="1479659" y="661"/>
                  </a:lnTo>
                  <a:lnTo>
                    <a:pt x="1497783" y="2266"/>
                  </a:lnTo>
                  <a:lnTo>
                    <a:pt x="1530243" y="5426"/>
                  </a:lnTo>
                  <a:lnTo>
                    <a:pt x="1578743" y="10635"/>
                  </a:lnTo>
                  <a:lnTo>
                    <a:pt x="1643161" y="18303"/>
                  </a:lnTo>
                  <a:lnTo>
                    <a:pt x="1721677" y="28715"/>
                  </a:lnTo>
                  <a:lnTo>
                    <a:pt x="1811184" y="42021"/>
                  </a:lnTo>
                  <a:lnTo>
                    <a:pt x="1907878" y="58257"/>
                  </a:lnTo>
                  <a:lnTo>
                    <a:pt x="2007879" y="77383"/>
                  </a:lnTo>
                  <a:lnTo>
                    <a:pt x="2107731" y="99334"/>
                  </a:lnTo>
                  <a:lnTo>
                    <a:pt x="2204697" y="124073"/>
                  </a:lnTo>
                  <a:lnTo>
                    <a:pt x="2296863" y="151623"/>
                  </a:lnTo>
                  <a:lnTo>
                    <a:pt x="2383086" y="182093"/>
                  </a:lnTo>
                  <a:lnTo>
                    <a:pt x="2462873" y="215692"/>
                  </a:lnTo>
                  <a:lnTo>
                    <a:pt x="2536220" y="252728"/>
                  </a:lnTo>
                  <a:lnTo>
                    <a:pt x="2603468" y="293607"/>
                  </a:lnTo>
                  <a:lnTo>
                    <a:pt x="2665176" y="338819"/>
                  </a:lnTo>
                  <a:lnTo>
                    <a:pt x="2722033" y="388919"/>
                  </a:lnTo>
                  <a:lnTo>
                    <a:pt x="2774782" y="444490"/>
                  </a:lnTo>
                  <a:lnTo>
                    <a:pt x="2824169" y="506081"/>
                  </a:lnTo>
                  <a:lnTo>
                    <a:pt x="2870903" y="574102"/>
                  </a:lnTo>
                  <a:lnTo>
                    <a:pt x="2896531" y="615699"/>
                  </a:lnTo>
                  <a:lnTo>
                    <a:pt x="2930282" y="675222"/>
                  </a:lnTo>
                  <a:lnTo>
                    <a:pt x="2963248" y="738667"/>
                  </a:lnTo>
                  <a:lnTo>
                    <a:pt x="2995622" y="806113"/>
                  </a:lnTo>
                  <a:lnTo>
                    <a:pt x="3027562" y="877591"/>
                  </a:lnTo>
                  <a:lnTo>
                    <a:pt x="3059197" y="953074"/>
                  </a:lnTo>
                  <a:lnTo>
                    <a:pt x="3090632" y="1032478"/>
                  </a:lnTo>
                  <a:lnTo>
                    <a:pt x="3121951" y="1115650"/>
                  </a:lnTo>
                  <a:lnTo>
                    <a:pt x="3153215" y="1202374"/>
                  </a:lnTo>
                  <a:lnTo>
                    <a:pt x="3184471" y="1292366"/>
                  </a:lnTo>
                  <a:lnTo>
                    <a:pt x="3215749" y="1385276"/>
                  </a:lnTo>
                  <a:lnTo>
                    <a:pt x="3247064" y="1480692"/>
                  </a:lnTo>
                  <a:lnTo>
                    <a:pt x="3278422" y="1578148"/>
                  </a:lnTo>
                  <a:lnTo>
                    <a:pt x="3309818" y="1677131"/>
                  </a:lnTo>
                  <a:lnTo>
                    <a:pt x="3341242" y="1777092"/>
                  </a:lnTo>
                  <a:lnTo>
                    <a:pt x="3372678" y="1877458"/>
                  </a:lnTo>
                  <a:lnTo>
                    <a:pt x="3404109" y="1977649"/>
                  </a:lnTo>
                  <a:lnTo>
                    <a:pt x="3435518" y="2077085"/>
                  </a:lnTo>
                  <a:lnTo>
                    <a:pt x="3466892" y="2175208"/>
                  </a:lnTo>
                  <a:lnTo>
                    <a:pt x="3498224" y="2271489"/>
                  </a:lnTo>
                  <a:lnTo>
                    <a:pt x="3529515" y="2365442"/>
                  </a:lnTo>
                  <a:lnTo>
                    <a:pt x="3560777" y="2456632"/>
                  </a:lnTo>
                  <a:lnTo>
                    <a:pt x="3592033" y="2544685"/>
                  </a:lnTo>
                  <a:lnTo>
                    <a:pt x="3623324" y="2629291"/>
                  </a:lnTo>
                  <a:lnTo>
                    <a:pt x="3654705" y="2710205"/>
                  </a:lnTo>
                  <a:lnTo>
                    <a:pt x="3686250" y="2787251"/>
                  </a:lnTo>
                  <a:lnTo>
                    <a:pt x="3718055" y="2860318"/>
                  </a:lnTo>
                  <a:lnTo>
                    <a:pt x="3750240" y="2929357"/>
                  </a:lnTo>
                  <a:lnTo>
                    <a:pt x="3782951" y="2994376"/>
                  </a:lnTo>
                  <a:lnTo>
                    <a:pt x="3816367" y="3055436"/>
                  </a:lnTo>
                  <a:lnTo>
                    <a:pt x="3829811" y="3078496"/>
                  </a:lnTo>
                  <a:lnTo>
                    <a:pt x="3875323" y="3150251"/>
                  </a:lnTo>
                  <a:lnTo>
                    <a:pt x="3923120" y="3215461"/>
                  </a:lnTo>
                  <a:lnTo>
                    <a:pt x="3973867" y="3274392"/>
                  </a:lnTo>
                  <a:lnTo>
                    <a:pt x="4028296" y="3327532"/>
                  </a:lnTo>
                  <a:lnTo>
                    <a:pt x="4087157" y="3375452"/>
                  </a:lnTo>
                  <a:lnTo>
                    <a:pt x="4151177" y="3418729"/>
                  </a:lnTo>
                  <a:lnTo>
                    <a:pt x="4220999" y="3457894"/>
                  </a:lnTo>
                  <a:lnTo>
                    <a:pt x="4297100" y="3493402"/>
                  </a:lnTo>
                  <a:lnTo>
                    <a:pt x="4379690" y="3525619"/>
                  </a:lnTo>
                  <a:lnTo>
                    <a:pt x="4468573" y="3554810"/>
                  </a:lnTo>
                  <a:lnTo>
                    <a:pt x="4562993" y="3581138"/>
                  </a:lnTo>
                  <a:lnTo>
                    <a:pt x="4661488" y="3604676"/>
                  </a:lnTo>
                  <a:lnTo>
                    <a:pt x="4761786" y="3625415"/>
                  </a:lnTo>
                  <a:lnTo>
                    <a:pt x="4860818" y="3643301"/>
                  </a:lnTo>
                  <a:lnTo>
                    <a:pt x="4954895" y="3658275"/>
                  </a:lnTo>
                  <a:lnTo>
                    <a:pt x="5040100" y="3670322"/>
                  </a:lnTo>
                  <a:lnTo>
                    <a:pt x="5112850" y="3679523"/>
                  </a:lnTo>
                  <a:lnTo>
                    <a:pt x="5170529" y="3686087"/>
                  </a:lnTo>
                  <a:lnTo>
                    <a:pt x="5212015" y="3690356"/>
                  </a:lnTo>
                  <a:lnTo>
                    <a:pt x="5237976" y="3692781"/>
                  </a:lnTo>
                  <a:lnTo>
                    <a:pt x="5250871" y="3693878"/>
                  </a:lnTo>
                  <a:lnTo>
                    <a:pt x="5254750" y="3694180"/>
                  </a:lnTo>
                  <a:lnTo>
                    <a:pt x="5254955" y="3694195"/>
                  </a:lnTo>
                  <a:lnTo>
                    <a:pt x="6726343" y="3694195"/>
                  </a:lnTo>
                  <a:lnTo>
                    <a:pt x="6727542" y="3694151"/>
                  </a:lnTo>
                  <a:lnTo>
                    <a:pt x="6735420" y="3693843"/>
                  </a:lnTo>
                  <a:lnTo>
                    <a:pt x="6755245" y="3692989"/>
                  </a:lnTo>
                  <a:lnTo>
                    <a:pt x="6790612" y="3691310"/>
                  </a:lnTo>
                  <a:lnTo>
                    <a:pt x="6843166" y="3688546"/>
                  </a:lnTo>
                  <a:lnTo>
                    <a:pt x="6912483" y="3684490"/>
                  </a:lnTo>
                  <a:lnTo>
                    <a:pt x="6996270" y="3679002"/>
                  </a:lnTo>
                  <a:lnTo>
                    <a:pt x="7090887" y="3672016"/>
                  </a:lnTo>
                  <a:lnTo>
                    <a:pt x="7192069" y="3663527"/>
                  </a:lnTo>
                  <a:lnTo>
                    <a:pt x="7295632" y="3653561"/>
                  </a:lnTo>
                  <a:lnTo>
                    <a:pt x="7397994" y="3642151"/>
                  </a:lnTo>
                  <a:lnTo>
                    <a:pt x="7496448" y="3629307"/>
                  </a:lnTo>
                  <a:lnTo>
                    <a:pt x="7589217" y="3615000"/>
                  </a:lnTo>
                  <a:lnTo>
                    <a:pt x="7675355" y="3599152"/>
                  </a:lnTo>
                  <a:lnTo>
                    <a:pt x="7754574" y="3581628"/>
                  </a:lnTo>
                  <a:lnTo>
                    <a:pt x="7827068" y="3562240"/>
                  </a:lnTo>
                  <a:lnTo>
                    <a:pt x="7893348" y="3540748"/>
                  </a:lnTo>
                  <a:lnTo>
                    <a:pt x="7954118" y="3516871"/>
                  </a:lnTo>
                  <a:lnTo>
                    <a:pt x="8010177" y="3490305"/>
                  </a:lnTo>
                  <a:lnTo>
                    <a:pt x="8062352" y="3460744"/>
                  </a:lnTo>
                  <a:lnTo>
                    <a:pt x="8111443" y="3427938"/>
                  </a:lnTo>
                  <a:lnTo>
                    <a:pt x="8151487" y="3397242"/>
                  </a:lnTo>
                  <a:lnTo>
                    <a:pt x="8195876" y="3358938"/>
                  </a:lnTo>
                  <a:lnTo>
                    <a:pt x="8239007" y="3317313"/>
                  </a:lnTo>
                  <a:lnTo>
                    <a:pt x="8281285" y="3272304"/>
                  </a:lnTo>
                  <a:lnTo>
                    <a:pt x="8323022" y="3223929"/>
                  </a:lnTo>
                  <a:lnTo>
                    <a:pt x="8364453" y="3172291"/>
                  </a:lnTo>
                  <a:lnTo>
                    <a:pt x="8405748" y="3117590"/>
                  </a:lnTo>
                  <a:lnTo>
                    <a:pt x="8447021" y="3060124"/>
                  </a:lnTo>
                  <a:lnTo>
                    <a:pt x="8488339" y="3000288"/>
                  </a:lnTo>
                  <a:lnTo>
                    <a:pt x="8529728" y="2938562"/>
                  </a:lnTo>
                  <a:lnTo>
                    <a:pt x="8571186" y="2875502"/>
                  </a:lnTo>
                  <a:lnTo>
                    <a:pt x="8612686" y="2811718"/>
                  </a:lnTo>
                  <a:lnTo>
                    <a:pt x="8654191" y="2747849"/>
                  </a:lnTo>
                  <a:lnTo>
                    <a:pt x="8695663" y="2684539"/>
                  </a:lnTo>
                  <a:lnTo>
                    <a:pt x="8737072" y="2622407"/>
                  </a:lnTo>
                  <a:lnTo>
                    <a:pt x="8778408" y="2562025"/>
                  </a:lnTo>
                  <a:lnTo>
                    <a:pt x="8819688" y="2503897"/>
                  </a:lnTo>
                  <a:lnTo>
                    <a:pt x="8860968" y="2448438"/>
                  </a:lnTo>
                  <a:lnTo>
                    <a:pt x="8902349" y="2395974"/>
                  </a:lnTo>
                  <a:lnTo>
                    <a:pt x="8943986" y="2346729"/>
                  </a:lnTo>
                  <a:lnTo>
                    <a:pt x="8986095" y="2300833"/>
                  </a:lnTo>
                  <a:lnTo>
                    <a:pt x="9028968" y="2258324"/>
                  </a:lnTo>
                  <a:lnTo>
                    <a:pt x="9072982" y="2219159"/>
                  </a:lnTo>
                  <a:lnTo>
                    <a:pt x="9084767" y="2209433"/>
                  </a:lnTo>
                  <a:lnTo>
                    <a:pt x="9131801" y="2173748"/>
                  </a:lnTo>
                  <a:lnTo>
                    <a:pt x="9181294" y="2141427"/>
                  </a:lnTo>
                  <a:lnTo>
                    <a:pt x="9233984" y="2112320"/>
                  </a:lnTo>
                  <a:lnTo>
                    <a:pt x="9290678" y="2086165"/>
                  </a:lnTo>
                  <a:lnTo>
                    <a:pt x="9352203" y="2062655"/>
                  </a:lnTo>
                  <a:lnTo>
                    <a:pt x="9419349" y="2041486"/>
                  </a:lnTo>
                  <a:lnTo>
                    <a:pt x="9492797" y="2022383"/>
                  </a:lnTo>
                  <a:lnTo>
                    <a:pt x="9573021" y="2005114"/>
                  </a:lnTo>
                  <a:lnTo>
                    <a:pt x="9660157" y="1989497"/>
                  </a:lnTo>
                  <a:lnTo>
                    <a:pt x="9753831" y="1975408"/>
                  </a:lnTo>
                  <a:lnTo>
                    <a:pt x="9852987" y="1962773"/>
                  </a:lnTo>
                  <a:lnTo>
                    <a:pt x="9955715" y="1951572"/>
                  </a:lnTo>
                  <a:lnTo>
                    <a:pt x="10059173" y="1941819"/>
                  </a:lnTo>
                  <a:lnTo>
                    <a:pt x="10159667" y="1933548"/>
                  </a:lnTo>
                  <a:lnTo>
                    <a:pt x="10252964" y="1926782"/>
                  </a:lnTo>
                  <a:lnTo>
                    <a:pt x="10334845" y="1921508"/>
                  </a:lnTo>
                  <a:lnTo>
                    <a:pt x="10401822" y="1917650"/>
                  </a:lnTo>
                  <a:lnTo>
                    <a:pt x="10451849" y="1915059"/>
                  </a:lnTo>
                  <a:lnTo>
                    <a:pt x="10484799" y="1913517"/>
                  </a:lnTo>
                  <a:lnTo>
                    <a:pt x="10502617" y="1912761"/>
                  </a:lnTo>
                  <a:lnTo>
                    <a:pt x="10509157" y="1912508"/>
                  </a:lnTo>
                  <a:lnTo>
                    <a:pt x="10509911" y="1912481"/>
                  </a:lnTo>
                  <a:lnTo>
                    <a:pt x="11981298" y="191248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76" name="pl676"/>
            <p:cNvSpPr/>
            <p:nvPr/>
          </p:nvSpPr>
          <p:spPr>
            <a:xfrm>
              <a:off x="4799595" y="6246585"/>
              <a:ext cx="11981298" cy="3694195"/>
            </a:xfrm>
            <a:custGeom>
              <a:avLst/>
              <a:pathLst>
                <a:path w="11981298" h="3694195">
                  <a:moveTo>
                    <a:pt x="11981298" y="1912481"/>
                  </a:moveTo>
                  <a:lnTo>
                    <a:pt x="10509911" y="1912481"/>
                  </a:lnTo>
                  <a:lnTo>
                    <a:pt x="10508711" y="1912524"/>
                  </a:lnTo>
                  <a:lnTo>
                    <a:pt x="10500833" y="1912833"/>
                  </a:lnTo>
                  <a:lnTo>
                    <a:pt x="10481008" y="1913686"/>
                  </a:lnTo>
                  <a:lnTo>
                    <a:pt x="10445641" y="1915366"/>
                  </a:lnTo>
                  <a:lnTo>
                    <a:pt x="10393088" y="1918129"/>
                  </a:lnTo>
                  <a:lnTo>
                    <a:pt x="10323770" y="1922186"/>
                  </a:lnTo>
                  <a:lnTo>
                    <a:pt x="10239983" y="1927674"/>
                  </a:lnTo>
                  <a:lnTo>
                    <a:pt x="10145367" y="1934659"/>
                  </a:lnTo>
                  <a:lnTo>
                    <a:pt x="10044184" y="1943149"/>
                  </a:lnTo>
                  <a:lnTo>
                    <a:pt x="9940621" y="1953115"/>
                  </a:lnTo>
                  <a:lnTo>
                    <a:pt x="9838259" y="1964525"/>
                  </a:lnTo>
                  <a:lnTo>
                    <a:pt x="9739805" y="1977369"/>
                  </a:lnTo>
                  <a:lnTo>
                    <a:pt x="9647036" y="1991676"/>
                  </a:lnTo>
                  <a:lnTo>
                    <a:pt x="9560899" y="2007524"/>
                  </a:lnTo>
                  <a:lnTo>
                    <a:pt x="9481680" y="2025048"/>
                  </a:lnTo>
                  <a:lnTo>
                    <a:pt x="9409186" y="2044436"/>
                  </a:lnTo>
                  <a:lnTo>
                    <a:pt x="9342905" y="2065928"/>
                  </a:lnTo>
                  <a:lnTo>
                    <a:pt x="9282135" y="2089804"/>
                  </a:lnTo>
                  <a:lnTo>
                    <a:pt x="9226076" y="2116371"/>
                  </a:lnTo>
                  <a:lnTo>
                    <a:pt x="9173901" y="2145932"/>
                  </a:lnTo>
                  <a:lnTo>
                    <a:pt x="9124810" y="2178738"/>
                  </a:lnTo>
                  <a:lnTo>
                    <a:pt x="9084767" y="2209433"/>
                  </a:lnTo>
                  <a:lnTo>
                    <a:pt x="9040378" y="2247738"/>
                  </a:lnTo>
                  <a:lnTo>
                    <a:pt x="8997246" y="2289363"/>
                  </a:lnTo>
                  <a:lnTo>
                    <a:pt x="8954968" y="2334371"/>
                  </a:lnTo>
                  <a:lnTo>
                    <a:pt x="8913231" y="2382747"/>
                  </a:lnTo>
                  <a:lnTo>
                    <a:pt x="8871800" y="2434385"/>
                  </a:lnTo>
                  <a:lnTo>
                    <a:pt x="8830506" y="2489086"/>
                  </a:lnTo>
                  <a:lnTo>
                    <a:pt x="8789233" y="2546551"/>
                  </a:lnTo>
                  <a:lnTo>
                    <a:pt x="8747915" y="2606388"/>
                  </a:lnTo>
                  <a:lnTo>
                    <a:pt x="8706525" y="2668114"/>
                  </a:lnTo>
                  <a:lnTo>
                    <a:pt x="8665067" y="2731174"/>
                  </a:lnTo>
                  <a:lnTo>
                    <a:pt x="8623567" y="2794958"/>
                  </a:lnTo>
                  <a:lnTo>
                    <a:pt x="8582062" y="2858826"/>
                  </a:lnTo>
                  <a:lnTo>
                    <a:pt x="8540590" y="2922137"/>
                  </a:lnTo>
                  <a:lnTo>
                    <a:pt x="8499181" y="2984269"/>
                  </a:lnTo>
                  <a:lnTo>
                    <a:pt x="8457845" y="3044650"/>
                  </a:lnTo>
                  <a:lnTo>
                    <a:pt x="8416565" y="3102779"/>
                  </a:lnTo>
                  <a:lnTo>
                    <a:pt x="8375285" y="3158238"/>
                  </a:lnTo>
                  <a:lnTo>
                    <a:pt x="8333904" y="3210702"/>
                  </a:lnTo>
                  <a:lnTo>
                    <a:pt x="8292267" y="3259947"/>
                  </a:lnTo>
                  <a:lnTo>
                    <a:pt x="8250158" y="3305843"/>
                  </a:lnTo>
                  <a:lnTo>
                    <a:pt x="8207285" y="3348352"/>
                  </a:lnTo>
                  <a:lnTo>
                    <a:pt x="8163271" y="3387517"/>
                  </a:lnTo>
                  <a:lnTo>
                    <a:pt x="8151487" y="3397242"/>
                  </a:lnTo>
                  <a:lnTo>
                    <a:pt x="8104452" y="3432928"/>
                  </a:lnTo>
                  <a:lnTo>
                    <a:pt x="8054959" y="3465249"/>
                  </a:lnTo>
                  <a:lnTo>
                    <a:pt x="8002269" y="3494356"/>
                  </a:lnTo>
                  <a:lnTo>
                    <a:pt x="7945575" y="3520511"/>
                  </a:lnTo>
                  <a:lnTo>
                    <a:pt x="7884050" y="3544021"/>
                  </a:lnTo>
                  <a:lnTo>
                    <a:pt x="7816905" y="3565190"/>
                  </a:lnTo>
                  <a:lnTo>
                    <a:pt x="7743457" y="3584293"/>
                  </a:lnTo>
                  <a:lnTo>
                    <a:pt x="7663232" y="3601562"/>
                  </a:lnTo>
                  <a:lnTo>
                    <a:pt x="7576097" y="3617178"/>
                  </a:lnTo>
                  <a:lnTo>
                    <a:pt x="7482422" y="3631268"/>
                  </a:lnTo>
                  <a:lnTo>
                    <a:pt x="7383266" y="3643903"/>
                  </a:lnTo>
                  <a:lnTo>
                    <a:pt x="7280538" y="3655104"/>
                  </a:lnTo>
                  <a:lnTo>
                    <a:pt x="7177081" y="3664857"/>
                  </a:lnTo>
                  <a:lnTo>
                    <a:pt x="7076586" y="3673128"/>
                  </a:lnTo>
                  <a:lnTo>
                    <a:pt x="6983289" y="3679894"/>
                  </a:lnTo>
                  <a:lnTo>
                    <a:pt x="6901409" y="3685168"/>
                  </a:lnTo>
                  <a:lnTo>
                    <a:pt x="6834431" y="3689025"/>
                  </a:lnTo>
                  <a:lnTo>
                    <a:pt x="6784404" y="3691617"/>
                  </a:lnTo>
                  <a:lnTo>
                    <a:pt x="6751454" y="3693159"/>
                  </a:lnTo>
                  <a:lnTo>
                    <a:pt x="6733636" y="3693915"/>
                  </a:lnTo>
                  <a:lnTo>
                    <a:pt x="6727097" y="3694168"/>
                  </a:lnTo>
                  <a:lnTo>
                    <a:pt x="6726343" y="3694195"/>
                  </a:lnTo>
                  <a:lnTo>
                    <a:pt x="5254955" y="3694195"/>
                  </a:lnTo>
                  <a:lnTo>
                    <a:pt x="5253864" y="3694113"/>
                  </a:lnTo>
                  <a:lnTo>
                    <a:pt x="5246683" y="3693533"/>
                  </a:lnTo>
                  <a:lnTo>
                    <a:pt x="5228560" y="3691928"/>
                  </a:lnTo>
                  <a:lnTo>
                    <a:pt x="5196099" y="3688769"/>
                  </a:lnTo>
                  <a:lnTo>
                    <a:pt x="5147599" y="3683559"/>
                  </a:lnTo>
                  <a:lnTo>
                    <a:pt x="5083181" y="3675891"/>
                  </a:lnTo>
                  <a:lnTo>
                    <a:pt x="5004665" y="3665479"/>
                  </a:lnTo>
                  <a:lnTo>
                    <a:pt x="4915158" y="3652173"/>
                  </a:lnTo>
                  <a:lnTo>
                    <a:pt x="4818464" y="3635937"/>
                  </a:lnTo>
                  <a:lnTo>
                    <a:pt x="4718463" y="3616811"/>
                  </a:lnTo>
                  <a:lnTo>
                    <a:pt x="4618612" y="3594860"/>
                  </a:lnTo>
                  <a:lnTo>
                    <a:pt x="4521645" y="3570121"/>
                  </a:lnTo>
                  <a:lnTo>
                    <a:pt x="4429480" y="3542571"/>
                  </a:lnTo>
                  <a:lnTo>
                    <a:pt x="4343256" y="3512101"/>
                  </a:lnTo>
                  <a:lnTo>
                    <a:pt x="4263469" y="3478502"/>
                  </a:lnTo>
                  <a:lnTo>
                    <a:pt x="4190122" y="3441466"/>
                  </a:lnTo>
                  <a:lnTo>
                    <a:pt x="4122874" y="3400587"/>
                  </a:lnTo>
                  <a:lnTo>
                    <a:pt x="4061166" y="3355375"/>
                  </a:lnTo>
                  <a:lnTo>
                    <a:pt x="4004309" y="3305275"/>
                  </a:lnTo>
                  <a:lnTo>
                    <a:pt x="3951561" y="3249704"/>
                  </a:lnTo>
                  <a:lnTo>
                    <a:pt x="3902173" y="3188114"/>
                  </a:lnTo>
                  <a:lnTo>
                    <a:pt x="3855439" y="3120093"/>
                  </a:lnTo>
                  <a:lnTo>
                    <a:pt x="3829811" y="3078496"/>
                  </a:lnTo>
                  <a:lnTo>
                    <a:pt x="3796060" y="3018972"/>
                  </a:lnTo>
                  <a:lnTo>
                    <a:pt x="3763094" y="2955528"/>
                  </a:lnTo>
                  <a:lnTo>
                    <a:pt x="3730720" y="2888081"/>
                  </a:lnTo>
                  <a:lnTo>
                    <a:pt x="3698781" y="2816603"/>
                  </a:lnTo>
                  <a:lnTo>
                    <a:pt x="3667145" y="2741120"/>
                  </a:lnTo>
                  <a:lnTo>
                    <a:pt x="3635710" y="2661717"/>
                  </a:lnTo>
                  <a:lnTo>
                    <a:pt x="3604391" y="2578544"/>
                  </a:lnTo>
                  <a:lnTo>
                    <a:pt x="3573127" y="2491820"/>
                  </a:lnTo>
                  <a:lnTo>
                    <a:pt x="3541871" y="2401828"/>
                  </a:lnTo>
                  <a:lnTo>
                    <a:pt x="3510593" y="2308919"/>
                  </a:lnTo>
                  <a:lnTo>
                    <a:pt x="3479278" y="2213502"/>
                  </a:lnTo>
                  <a:lnTo>
                    <a:pt x="3447920" y="2116046"/>
                  </a:lnTo>
                  <a:lnTo>
                    <a:pt x="3416524" y="2017063"/>
                  </a:lnTo>
                  <a:lnTo>
                    <a:pt x="3385100" y="1917102"/>
                  </a:lnTo>
                  <a:lnTo>
                    <a:pt x="3353664" y="1816736"/>
                  </a:lnTo>
                  <a:lnTo>
                    <a:pt x="3322233" y="1716545"/>
                  </a:lnTo>
                  <a:lnTo>
                    <a:pt x="3290824" y="1617109"/>
                  </a:lnTo>
                  <a:lnTo>
                    <a:pt x="3259450" y="1518986"/>
                  </a:lnTo>
                  <a:lnTo>
                    <a:pt x="3228118" y="1422705"/>
                  </a:lnTo>
                  <a:lnTo>
                    <a:pt x="3196827" y="1328752"/>
                  </a:lnTo>
                  <a:lnTo>
                    <a:pt x="3165565" y="1237562"/>
                  </a:lnTo>
                  <a:lnTo>
                    <a:pt x="3134309" y="1149509"/>
                  </a:lnTo>
                  <a:lnTo>
                    <a:pt x="3103018" y="1064904"/>
                  </a:lnTo>
                  <a:lnTo>
                    <a:pt x="3071637" y="983989"/>
                  </a:lnTo>
                  <a:lnTo>
                    <a:pt x="3040092" y="906943"/>
                  </a:lnTo>
                  <a:lnTo>
                    <a:pt x="3008287" y="833876"/>
                  </a:lnTo>
                  <a:lnTo>
                    <a:pt x="2976102" y="764837"/>
                  </a:lnTo>
                  <a:lnTo>
                    <a:pt x="2943391" y="699818"/>
                  </a:lnTo>
                  <a:lnTo>
                    <a:pt x="2909975" y="638758"/>
                  </a:lnTo>
                  <a:lnTo>
                    <a:pt x="2896531" y="615699"/>
                  </a:lnTo>
                  <a:lnTo>
                    <a:pt x="2851019" y="543944"/>
                  </a:lnTo>
                  <a:lnTo>
                    <a:pt x="2803222" y="478733"/>
                  </a:lnTo>
                  <a:lnTo>
                    <a:pt x="2752475" y="419802"/>
                  </a:lnTo>
                  <a:lnTo>
                    <a:pt x="2698046" y="366663"/>
                  </a:lnTo>
                  <a:lnTo>
                    <a:pt x="2639185" y="318743"/>
                  </a:lnTo>
                  <a:lnTo>
                    <a:pt x="2575165" y="275466"/>
                  </a:lnTo>
                  <a:lnTo>
                    <a:pt x="2505343" y="236301"/>
                  </a:lnTo>
                  <a:lnTo>
                    <a:pt x="2429242" y="200792"/>
                  </a:lnTo>
                  <a:lnTo>
                    <a:pt x="2346652" y="168575"/>
                  </a:lnTo>
                  <a:lnTo>
                    <a:pt x="2257769" y="139385"/>
                  </a:lnTo>
                  <a:lnTo>
                    <a:pt x="2163349" y="113056"/>
                  </a:lnTo>
                  <a:lnTo>
                    <a:pt x="2064854" y="89519"/>
                  </a:lnTo>
                  <a:lnTo>
                    <a:pt x="1964556" y="68780"/>
                  </a:lnTo>
                  <a:lnTo>
                    <a:pt x="1865524" y="50893"/>
                  </a:lnTo>
                  <a:lnTo>
                    <a:pt x="1771447" y="35920"/>
                  </a:lnTo>
                  <a:lnTo>
                    <a:pt x="1686242" y="23873"/>
                  </a:lnTo>
                  <a:lnTo>
                    <a:pt x="1613492" y="14671"/>
                  </a:lnTo>
                  <a:lnTo>
                    <a:pt x="1555813" y="8107"/>
                  </a:lnTo>
                  <a:lnTo>
                    <a:pt x="1514327" y="3838"/>
                  </a:lnTo>
                  <a:lnTo>
                    <a:pt x="1488366" y="1414"/>
                  </a:lnTo>
                  <a:lnTo>
                    <a:pt x="1475471" y="317"/>
                  </a:lnTo>
                  <a:lnTo>
                    <a:pt x="1471592" y="14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77" name="pg677"/>
            <p:cNvSpPr/>
            <p:nvPr/>
          </p:nvSpPr>
          <p:spPr>
            <a:xfrm>
              <a:off x="4799595" y="6254758"/>
              <a:ext cx="11981298" cy="3710541"/>
            </a:xfrm>
            <a:custGeom>
              <a:avLst/>
              <a:pathLst>
                <a:path w="11981298" h="3710541">
                  <a:moveTo>
                    <a:pt x="0" y="16345"/>
                  </a:moveTo>
                  <a:lnTo>
                    <a:pt x="1471387" y="16345"/>
                  </a:lnTo>
                  <a:lnTo>
                    <a:pt x="1472478" y="16427"/>
                  </a:lnTo>
                  <a:lnTo>
                    <a:pt x="1479659" y="17007"/>
                  </a:lnTo>
                  <a:lnTo>
                    <a:pt x="1497783" y="18612"/>
                  </a:lnTo>
                  <a:lnTo>
                    <a:pt x="1530243" y="21772"/>
                  </a:lnTo>
                  <a:lnTo>
                    <a:pt x="1578743" y="26981"/>
                  </a:lnTo>
                  <a:lnTo>
                    <a:pt x="1643161" y="34649"/>
                  </a:lnTo>
                  <a:lnTo>
                    <a:pt x="1721677" y="45061"/>
                  </a:lnTo>
                  <a:lnTo>
                    <a:pt x="1811184" y="58367"/>
                  </a:lnTo>
                  <a:lnTo>
                    <a:pt x="1907878" y="74603"/>
                  </a:lnTo>
                  <a:lnTo>
                    <a:pt x="2007879" y="93729"/>
                  </a:lnTo>
                  <a:lnTo>
                    <a:pt x="2107731" y="115680"/>
                  </a:lnTo>
                  <a:lnTo>
                    <a:pt x="2204697" y="140419"/>
                  </a:lnTo>
                  <a:lnTo>
                    <a:pt x="2296863" y="167969"/>
                  </a:lnTo>
                  <a:lnTo>
                    <a:pt x="2383086" y="198439"/>
                  </a:lnTo>
                  <a:lnTo>
                    <a:pt x="2462873" y="232038"/>
                  </a:lnTo>
                  <a:lnTo>
                    <a:pt x="2536220" y="269074"/>
                  </a:lnTo>
                  <a:lnTo>
                    <a:pt x="2603468" y="309953"/>
                  </a:lnTo>
                  <a:lnTo>
                    <a:pt x="2665176" y="355165"/>
                  </a:lnTo>
                  <a:lnTo>
                    <a:pt x="2722033" y="405265"/>
                  </a:lnTo>
                  <a:lnTo>
                    <a:pt x="2774782" y="460836"/>
                  </a:lnTo>
                  <a:lnTo>
                    <a:pt x="2824169" y="522427"/>
                  </a:lnTo>
                  <a:lnTo>
                    <a:pt x="2870903" y="590448"/>
                  </a:lnTo>
                  <a:lnTo>
                    <a:pt x="2896531" y="632045"/>
                  </a:lnTo>
                  <a:lnTo>
                    <a:pt x="2930282" y="691568"/>
                  </a:lnTo>
                  <a:lnTo>
                    <a:pt x="2963248" y="755013"/>
                  </a:lnTo>
                  <a:lnTo>
                    <a:pt x="2995622" y="822459"/>
                  </a:lnTo>
                  <a:lnTo>
                    <a:pt x="3027562" y="893937"/>
                  </a:lnTo>
                  <a:lnTo>
                    <a:pt x="3059197" y="969420"/>
                  </a:lnTo>
                  <a:lnTo>
                    <a:pt x="3090632" y="1048824"/>
                  </a:lnTo>
                  <a:lnTo>
                    <a:pt x="3121951" y="1131996"/>
                  </a:lnTo>
                  <a:lnTo>
                    <a:pt x="3153215" y="1218720"/>
                  </a:lnTo>
                  <a:lnTo>
                    <a:pt x="3184471" y="1308712"/>
                  </a:lnTo>
                  <a:lnTo>
                    <a:pt x="3215749" y="1401622"/>
                  </a:lnTo>
                  <a:lnTo>
                    <a:pt x="3247064" y="1497038"/>
                  </a:lnTo>
                  <a:lnTo>
                    <a:pt x="3278422" y="1594494"/>
                  </a:lnTo>
                  <a:lnTo>
                    <a:pt x="3309818" y="1693477"/>
                  </a:lnTo>
                  <a:lnTo>
                    <a:pt x="3341242" y="1793438"/>
                  </a:lnTo>
                  <a:lnTo>
                    <a:pt x="3372678" y="1893804"/>
                  </a:lnTo>
                  <a:lnTo>
                    <a:pt x="3404109" y="1993995"/>
                  </a:lnTo>
                  <a:lnTo>
                    <a:pt x="3435518" y="2093431"/>
                  </a:lnTo>
                  <a:lnTo>
                    <a:pt x="3466892" y="2191554"/>
                  </a:lnTo>
                  <a:lnTo>
                    <a:pt x="3498224" y="2287835"/>
                  </a:lnTo>
                  <a:lnTo>
                    <a:pt x="3529515" y="2381788"/>
                  </a:lnTo>
                  <a:lnTo>
                    <a:pt x="3560777" y="2472978"/>
                  </a:lnTo>
                  <a:lnTo>
                    <a:pt x="3592033" y="2561031"/>
                  </a:lnTo>
                  <a:lnTo>
                    <a:pt x="3623324" y="2645637"/>
                  </a:lnTo>
                  <a:lnTo>
                    <a:pt x="3654705" y="2726551"/>
                  </a:lnTo>
                  <a:lnTo>
                    <a:pt x="3686250" y="2803597"/>
                  </a:lnTo>
                  <a:lnTo>
                    <a:pt x="3718055" y="2876664"/>
                  </a:lnTo>
                  <a:lnTo>
                    <a:pt x="3750240" y="2945703"/>
                  </a:lnTo>
                  <a:lnTo>
                    <a:pt x="3782951" y="3010722"/>
                  </a:lnTo>
                  <a:lnTo>
                    <a:pt x="3816367" y="3071782"/>
                  </a:lnTo>
                  <a:lnTo>
                    <a:pt x="3829811" y="3094842"/>
                  </a:lnTo>
                  <a:lnTo>
                    <a:pt x="3875323" y="3166597"/>
                  </a:lnTo>
                  <a:lnTo>
                    <a:pt x="3923120" y="3231807"/>
                  </a:lnTo>
                  <a:lnTo>
                    <a:pt x="3973867" y="3290738"/>
                  </a:lnTo>
                  <a:lnTo>
                    <a:pt x="4028296" y="3343878"/>
                  </a:lnTo>
                  <a:lnTo>
                    <a:pt x="4087157" y="3391798"/>
                  </a:lnTo>
                  <a:lnTo>
                    <a:pt x="4151177" y="3435075"/>
                  </a:lnTo>
                  <a:lnTo>
                    <a:pt x="4220999" y="3474240"/>
                  </a:lnTo>
                  <a:lnTo>
                    <a:pt x="4297100" y="3509748"/>
                  </a:lnTo>
                  <a:lnTo>
                    <a:pt x="4379690" y="3541965"/>
                  </a:lnTo>
                  <a:lnTo>
                    <a:pt x="4468573" y="3571156"/>
                  </a:lnTo>
                  <a:lnTo>
                    <a:pt x="4562993" y="3597484"/>
                  </a:lnTo>
                  <a:lnTo>
                    <a:pt x="4661488" y="3621022"/>
                  </a:lnTo>
                  <a:lnTo>
                    <a:pt x="4761786" y="3641761"/>
                  </a:lnTo>
                  <a:lnTo>
                    <a:pt x="4860818" y="3659647"/>
                  </a:lnTo>
                  <a:lnTo>
                    <a:pt x="4954895" y="3674621"/>
                  </a:lnTo>
                  <a:lnTo>
                    <a:pt x="5040100" y="3686668"/>
                  </a:lnTo>
                  <a:lnTo>
                    <a:pt x="5112850" y="3695869"/>
                  </a:lnTo>
                  <a:lnTo>
                    <a:pt x="5170529" y="3702433"/>
                  </a:lnTo>
                  <a:lnTo>
                    <a:pt x="5212015" y="3706702"/>
                  </a:lnTo>
                  <a:lnTo>
                    <a:pt x="5237976" y="3709127"/>
                  </a:lnTo>
                  <a:lnTo>
                    <a:pt x="5250871" y="3710224"/>
                  </a:lnTo>
                  <a:lnTo>
                    <a:pt x="5254750" y="3710526"/>
                  </a:lnTo>
                  <a:lnTo>
                    <a:pt x="5254955" y="3710541"/>
                  </a:lnTo>
                  <a:lnTo>
                    <a:pt x="6726343" y="3710541"/>
                  </a:lnTo>
                  <a:lnTo>
                    <a:pt x="6727580" y="3710536"/>
                  </a:lnTo>
                  <a:lnTo>
                    <a:pt x="6735700" y="3710506"/>
                  </a:lnTo>
                  <a:lnTo>
                    <a:pt x="6756115" y="3710421"/>
                  </a:lnTo>
                  <a:lnTo>
                    <a:pt x="6792484" y="3710254"/>
                  </a:lnTo>
                  <a:lnTo>
                    <a:pt x="6846425" y="3709979"/>
                  </a:lnTo>
                  <a:lnTo>
                    <a:pt x="6917405" y="3709577"/>
                  </a:lnTo>
                  <a:lnTo>
                    <a:pt x="7002957" y="3709032"/>
                  </a:lnTo>
                  <a:lnTo>
                    <a:pt x="7099257" y="3708341"/>
                  </a:lnTo>
                  <a:lnTo>
                    <a:pt x="7201890" y="3707501"/>
                  </a:lnTo>
                  <a:lnTo>
                    <a:pt x="7306574" y="3706517"/>
                  </a:lnTo>
                  <a:lnTo>
                    <a:pt x="7409695" y="3705390"/>
                  </a:lnTo>
                  <a:lnTo>
                    <a:pt x="7508568" y="3704123"/>
                  </a:lnTo>
                  <a:lnTo>
                    <a:pt x="7601471" y="3702711"/>
                  </a:lnTo>
                  <a:lnTo>
                    <a:pt x="7687525" y="3701146"/>
                  </a:lnTo>
                  <a:lnTo>
                    <a:pt x="7766517" y="3699413"/>
                  </a:lnTo>
                  <a:lnTo>
                    <a:pt x="7838707" y="3697494"/>
                  </a:lnTo>
                  <a:lnTo>
                    <a:pt x="7904663" y="3695363"/>
                  </a:lnTo>
                  <a:lnTo>
                    <a:pt x="7965132" y="3692993"/>
                  </a:lnTo>
                  <a:lnTo>
                    <a:pt x="8020951" y="3690352"/>
                  </a:lnTo>
                  <a:lnTo>
                    <a:pt x="8072971" y="3687410"/>
                  </a:lnTo>
                  <a:lnTo>
                    <a:pt x="8122007" y="3684146"/>
                  </a:lnTo>
                  <a:lnTo>
                    <a:pt x="8151487" y="3681935"/>
                  </a:lnTo>
                  <a:lnTo>
                    <a:pt x="8207518" y="3677204"/>
                  </a:lnTo>
                  <a:lnTo>
                    <a:pt x="8261710" y="3671957"/>
                  </a:lnTo>
                  <a:lnTo>
                    <a:pt x="8314810" y="3666186"/>
                  </a:lnTo>
                  <a:lnTo>
                    <a:pt x="8367346" y="3659906"/>
                  </a:lnTo>
                  <a:lnTo>
                    <a:pt x="8419676" y="3653156"/>
                  </a:lnTo>
                  <a:lnTo>
                    <a:pt x="8472010" y="3645998"/>
                  </a:lnTo>
                  <a:lnTo>
                    <a:pt x="8524447" y="3638517"/>
                  </a:lnTo>
                  <a:lnTo>
                    <a:pt x="8576995" y="3630818"/>
                  </a:lnTo>
                  <a:lnTo>
                    <a:pt x="8629602" y="3623022"/>
                  </a:lnTo>
                  <a:lnTo>
                    <a:pt x="8682191" y="3615253"/>
                  </a:lnTo>
                  <a:lnTo>
                    <a:pt x="8734694" y="3607635"/>
                  </a:lnTo>
                  <a:lnTo>
                    <a:pt x="8787081" y="3600283"/>
                  </a:lnTo>
                  <a:lnTo>
                    <a:pt x="8839395" y="3593294"/>
                  </a:lnTo>
                  <a:lnTo>
                    <a:pt x="8891781" y="3586743"/>
                  </a:lnTo>
                  <a:lnTo>
                    <a:pt x="8944510" y="3580682"/>
                  </a:lnTo>
                  <a:lnTo>
                    <a:pt x="8998009" y="3575138"/>
                  </a:lnTo>
                  <a:lnTo>
                    <a:pt x="9052897" y="3570118"/>
                  </a:lnTo>
                  <a:lnTo>
                    <a:pt x="9084767" y="3567513"/>
                  </a:lnTo>
                  <a:lnTo>
                    <a:pt x="9132311" y="3564041"/>
                  </a:lnTo>
                  <a:lnTo>
                    <a:pt x="9182373" y="3560900"/>
                  </a:lnTo>
                  <a:lnTo>
                    <a:pt x="9235718" y="3558074"/>
                  </a:lnTo>
                  <a:lnTo>
                    <a:pt x="9293178" y="3555538"/>
                  </a:lnTo>
                  <a:lnTo>
                    <a:pt x="9355607" y="3553261"/>
                  </a:lnTo>
                  <a:lnTo>
                    <a:pt x="9423817" y="3551212"/>
                  </a:lnTo>
                  <a:lnTo>
                    <a:pt x="9498502" y="3549366"/>
                  </a:lnTo>
                  <a:lnTo>
                    <a:pt x="9580130" y="3547698"/>
                  </a:lnTo>
                  <a:lnTo>
                    <a:pt x="9668806" y="3546191"/>
                  </a:lnTo>
                  <a:lnTo>
                    <a:pt x="9764089" y="3544834"/>
                  </a:lnTo>
                  <a:lnTo>
                    <a:pt x="9864805" y="3543620"/>
                  </a:lnTo>
                  <a:lnTo>
                    <a:pt x="9968879" y="3542546"/>
                  </a:lnTo>
                  <a:lnTo>
                    <a:pt x="10073262" y="3541616"/>
                  </a:lnTo>
                  <a:lnTo>
                    <a:pt x="10174046" y="3540831"/>
                  </a:lnTo>
                  <a:lnTo>
                    <a:pt x="10266823" y="3540195"/>
                  </a:lnTo>
                  <a:lnTo>
                    <a:pt x="10347308" y="3539705"/>
                  </a:lnTo>
                  <a:lnTo>
                    <a:pt x="10412101" y="3539352"/>
                  </a:lnTo>
                  <a:lnTo>
                    <a:pt x="10459409" y="3539121"/>
                  </a:lnTo>
                  <a:lnTo>
                    <a:pt x="10489498" y="3538988"/>
                  </a:lnTo>
                  <a:lnTo>
                    <a:pt x="10504780" y="3538926"/>
                  </a:lnTo>
                  <a:lnTo>
                    <a:pt x="10509601" y="3538909"/>
                  </a:lnTo>
                  <a:lnTo>
                    <a:pt x="10509911" y="3538908"/>
                  </a:lnTo>
                  <a:lnTo>
                    <a:pt x="11981298" y="3538908"/>
                  </a:lnTo>
                  <a:lnTo>
                    <a:pt x="11981298" y="3522562"/>
                  </a:lnTo>
                  <a:lnTo>
                    <a:pt x="10509911" y="3522562"/>
                  </a:lnTo>
                  <a:lnTo>
                    <a:pt x="10508673" y="3522566"/>
                  </a:lnTo>
                  <a:lnTo>
                    <a:pt x="10500553" y="3522597"/>
                  </a:lnTo>
                  <a:lnTo>
                    <a:pt x="10480138" y="3522682"/>
                  </a:lnTo>
                  <a:lnTo>
                    <a:pt x="10443770" y="3522849"/>
                  </a:lnTo>
                  <a:lnTo>
                    <a:pt x="10389828" y="3523123"/>
                  </a:lnTo>
                  <a:lnTo>
                    <a:pt x="10318848" y="3523526"/>
                  </a:lnTo>
                  <a:lnTo>
                    <a:pt x="10233297" y="3524070"/>
                  </a:lnTo>
                  <a:lnTo>
                    <a:pt x="10136996" y="3524762"/>
                  </a:lnTo>
                  <a:lnTo>
                    <a:pt x="10034364" y="3525601"/>
                  </a:lnTo>
                  <a:lnTo>
                    <a:pt x="9929680" y="3526586"/>
                  </a:lnTo>
                  <a:lnTo>
                    <a:pt x="9826558" y="3527712"/>
                  </a:lnTo>
                  <a:lnTo>
                    <a:pt x="9727685" y="3528980"/>
                  </a:lnTo>
                  <a:lnTo>
                    <a:pt x="9634783" y="3530392"/>
                  </a:lnTo>
                  <a:lnTo>
                    <a:pt x="9548728" y="3531957"/>
                  </a:lnTo>
                  <a:lnTo>
                    <a:pt x="9469736" y="3533689"/>
                  </a:lnTo>
                  <a:lnTo>
                    <a:pt x="9397546" y="3535609"/>
                  </a:lnTo>
                  <a:lnTo>
                    <a:pt x="9331591" y="3537739"/>
                  </a:lnTo>
                  <a:lnTo>
                    <a:pt x="9271121" y="3540110"/>
                  </a:lnTo>
                  <a:lnTo>
                    <a:pt x="9215302" y="3542751"/>
                  </a:lnTo>
                  <a:lnTo>
                    <a:pt x="9163282" y="3545692"/>
                  </a:lnTo>
                  <a:lnTo>
                    <a:pt x="9114247" y="3548957"/>
                  </a:lnTo>
                  <a:lnTo>
                    <a:pt x="9084767" y="3551167"/>
                  </a:lnTo>
                  <a:lnTo>
                    <a:pt x="9028735" y="3555898"/>
                  </a:lnTo>
                  <a:lnTo>
                    <a:pt x="8974543" y="3561146"/>
                  </a:lnTo>
                  <a:lnTo>
                    <a:pt x="8921443" y="3566917"/>
                  </a:lnTo>
                  <a:lnTo>
                    <a:pt x="8868907" y="3573196"/>
                  </a:lnTo>
                  <a:lnTo>
                    <a:pt x="8816578" y="3579947"/>
                  </a:lnTo>
                  <a:lnTo>
                    <a:pt x="8764243" y="3587105"/>
                  </a:lnTo>
                  <a:lnTo>
                    <a:pt x="8711806" y="3594586"/>
                  </a:lnTo>
                  <a:lnTo>
                    <a:pt x="8659259" y="3602284"/>
                  </a:lnTo>
                  <a:lnTo>
                    <a:pt x="8606652" y="3610081"/>
                  </a:lnTo>
                  <a:lnTo>
                    <a:pt x="8554062" y="3617850"/>
                  </a:lnTo>
                  <a:lnTo>
                    <a:pt x="8501559" y="3625467"/>
                  </a:lnTo>
                  <a:lnTo>
                    <a:pt x="8449173" y="3632819"/>
                  </a:lnTo>
                  <a:lnTo>
                    <a:pt x="8396858" y="3639809"/>
                  </a:lnTo>
                  <a:lnTo>
                    <a:pt x="8344473" y="3646360"/>
                  </a:lnTo>
                  <a:lnTo>
                    <a:pt x="8291744" y="3652421"/>
                  </a:lnTo>
                  <a:lnTo>
                    <a:pt x="8238244" y="3657964"/>
                  </a:lnTo>
                  <a:lnTo>
                    <a:pt x="8183356" y="3662985"/>
                  </a:lnTo>
                  <a:lnTo>
                    <a:pt x="8151487" y="3665589"/>
                  </a:lnTo>
                  <a:lnTo>
                    <a:pt x="8103942" y="3669061"/>
                  </a:lnTo>
                  <a:lnTo>
                    <a:pt x="8053880" y="3672203"/>
                  </a:lnTo>
                  <a:lnTo>
                    <a:pt x="8000536" y="3675028"/>
                  </a:lnTo>
                  <a:lnTo>
                    <a:pt x="7943075" y="3677565"/>
                  </a:lnTo>
                  <a:lnTo>
                    <a:pt x="7880646" y="3679842"/>
                  </a:lnTo>
                  <a:lnTo>
                    <a:pt x="7812436" y="3681890"/>
                  </a:lnTo>
                  <a:lnTo>
                    <a:pt x="7737751" y="3683737"/>
                  </a:lnTo>
                  <a:lnTo>
                    <a:pt x="7656123" y="3685405"/>
                  </a:lnTo>
                  <a:lnTo>
                    <a:pt x="7567448" y="3686911"/>
                  </a:lnTo>
                  <a:lnTo>
                    <a:pt x="7472165" y="3688268"/>
                  </a:lnTo>
                  <a:lnTo>
                    <a:pt x="7371448" y="3689483"/>
                  </a:lnTo>
                  <a:lnTo>
                    <a:pt x="7267374" y="3690556"/>
                  </a:lnTo>
                  <a:lnTo>
                    <a:pt x="7162991" y="3691487"/>
                  </a:lnTo>
                  <a:lnTo>
                    <a:pt x="7062207" y="3692271"/>
                  </a:lnTo>
                  <a:lnTo>
                    <a:pt x="6969430" y="3692907"/>
                  </a:lnTo>
                  <a:lnTo>
                    <a:pt x="6888945" y="3693397"/>
                  </a:lnTo>
                  <a:lnTo>
                    <a:pt x="6824152" y="3693750"/>
                  </a:lnTo>
                  <a:lnTo>
                    <a:pt x="6776844" y="3693982"/>
                  </a:lnTo>
                  <a:lnTo>
                    <a:pt x="6746755" y="3694115"/>
                  </a:lnTo>
                  <a:lnTo>
                    <a:pt x="6731474" y="3694176"/>
                  </a:lnTo>
                  <a:lnTo>
                    <a:pt x="6726652" y="3694194"/>
                  </a:lnTo>
                  <a:lnTo>
                    <a:pt x="6726343" y="3694195"/>
                  </a:lnTo>
                  <a:lnTo>
                    <a:pt x="5254955" y="3694195"/>
                  </a:lnTo>
                  <a:lnTo>
                    <a:pt x="5253864" y="3694113"/>
                  </a:lnTo>
                  <a:lnTo>
                    <a:pt x="5246683" y="3693533"/>
                  </a:lnTo>
                  <a:lnTo>
                    <a:pt x="5228560" y="3691928"/>
                  </a:lnTo>
                  <a:lnTo>
                    <a:pt x="5196099" y="3688769"/>
                  </a:lnTo>
                  <a:lnTo>
                    <a:pt x="5147599" y="3683559"/>
                  </a:lnTo>
                  <a:lnTo>
                    <a:pt x="5083181" y="3675891"/>
                  </a:lnTo>
                  <a:lnTo>
                    <a:pt x="5004665" y="3665479"/>
                  </a:lnTo>
                  <a:lnTo>
                    <a:pt x="4915158" y="3652173"/>
                  </a:lnTo>
                  <a:lnTo>
                    <a:pt x="4818464" y="3635937"/>
                  </a:lnTo>
                  <a:lnTo>
                    <a:pt x="4718463" y="3616811"/>
                  </a:lnTo>
                  <a:lnTo>
                    <a:pt x="4618612" y="3594860"/>
                  </a:lnTo>
                  <a:lnTo>
                    <a:pt x="4521645" y="3570121"/>
                  </a:lnTo>
                  <a:lnTo>
                    <a:pt x="4429480" y="3542571"/>
                  </a:lnTo>
                  <a:lnTo>
                    <a:pt x="4343256" y="3512101"/>
                  </a:lnTo>
                  <a:lnTo>
                    <a:pt x="4263469" y="3478502"/>
                  </a:lnTo>
                  <a:lnTo>
                    <a:pt x="4190122" y="3441466"/>
                  </a:lnTo>
                  <a:lnTo>
                    <a:pt x="4122874" y="3400587"/>
                  </a:lnTo>
                  <a:lnTo>
                    <a:pt x="4061166" y="3355375"/>
                  </a:lnTo>
                  <a:lnTo>
                    <a:pt x="4004309" y="3305275"/>
                  </a:lnTo>
                  <a:lnTo>
                    <a:pt x="3951561" y="3249704"/>
                  </a:lnTo>
                  <a:lnTo>
                    <a:pt x="3902173" y="3188114"/>
                  </a:lnTo>
                  <a:lnTo>
                    <a:pt x="3855439" y="3120093"/>
                  </a:lnTo>
                  <a:lnTo>
                    <a:pt x="3829811" y="3078496"/>
                  </a:lnTo>
                  <a:lnTo>
                    <a:pt x="3796060" y="3018972"/>
                  </a:lnTo>
                  <a:lnTo>
                    <a:pt x="3763094" y="2955528"/>
                  </a:lnTo>
                  <a:lnTo>
                    <a:pt x="3730720" y="2888081"/>
                  </a:lnTo>
                  <a:lnTo>
                    <a:pt x="3698781" y="2816603"/>
                  </a:lnTo>
                  <a:lnTo>
                    <a:pt x="3667145" y="2741120"/>
                  </a:lnTo>
                  <a:lnTo>
                    <a:pt x="3635710" y="2661717"/>
                  </a:lnTo>
                  <a:lnTo>
                    <a:pt x="3604391" y="2578544"/>
                  </a:lnTo>
                  <a:lnTo>
                    <a:pt x="3573127" y="2491820"/>
                  </a:lnTo>
                  <a:lnTo>
                    <a:pt x="3541871" y="2401828"/>
                  </a:lnTo>
                  <a:lnTo>
                    <a:pt x="3510593" y="2308919"/>
                  </a:lnTo>
                  <a:lnTo>
                    <a:pt x="3479278" y="2213502"/>
                  </a:lnTo>
                  <a:lnTo>
                    <a:pt x="3447920" y="2116046"/>
                  </a:lnTo>
                  <a:lnTo>
                    <a:pt x="3416524" y="2017063"/>
                  </a:lnTo>
                  <a:lnTo>
                    <a:pt x="3385100" y="1917102"/>
                  </a:lnTo>
                  <a:lnTo>
                    <a:pt x="3353664" y="1816736"/>
                  </a:lnTo>
                  <a:lnTo>
                    <a:pt x="3322233" y="1716545"/>
                  </a:lnTo>
                  <a:lnTo>
                    <a:pt x="3290824" y="1617109"/>
                  </a:lnTo>
                  <a:lnTo>
                    <a:pt x="3259450" y="1518986"/>
                  </a:lnTo>
                  <a:lnTo>
                    <a:pt x="3228118" y="1422705"/>
                  </a:lnTo>
                  <a:lnTo>
                    <a:pt x="3196827" y="1328752"/>
                  </a:lnTo>
                  <a:lnTo>
                    <a:pt x="3165565" y="1237562"/>
                  </a:lnTo>
                  <a:lnTo>
                    <a:pt x="3134309" y="1149509"/>
                  </a:lnTo>
                  <a:lnTo>
                    <a:pt x="3103018" y="1064904"/>
                  </a:lnTo>
                  <a:lnTo>
                    <a:pt x="3071637" y="983989"/>
                  </a:lnTo>
                  <a:lnTo>
                    <a:pt x="3040092" y="906943"/>
                  </a:lnTo>
                  <a:lnTo>
                    <a:pt x="3008287" y="833876"/>
                  </a:lnTo>
                  <a:lnTo>
                    <a:pt x="2976102" y="764837"/>
                  </a:lnTo>
                  <a:lnTo>
                    <a:pt x="2943391" y="699818"/>
                  </a:lnTo>
                  <a:lnTo>
                    <a:pt x="2909975" y="638758"/>
                  </a:lnTo>
                  <a:lnTo>
                    <a:pt x="2896531" y="615699"/>
                  </a:lnTo>
                  <a:lnTo>
                    <a:pt x="2851019" y="543944"/>
                  </a:lnTo>
                  <a:lnTo>
                    <a:pt x="2803222" y="478733"/>
                  </a:lnTo>
                  <a:lnTo>
                    <a:pt x="2752475" y="419802"/>
                  </a:lnTo>
                  <a:lnTo>
                    <a:pt x="2698046" y="366663"/>
                  </a:lnTo>
                  <a:lnTo>
                    <a:pt x="2639185" y="318743"/>
                  </a:lnTo>
                  <a:lnTo>
                    <a:pt x="2575165" y="275466"/>
                  </a:lnTo>
                  <a:lnTo>
                    <a:pt x="2505343" y="236301"/>
                  </a:lnTo>
                  <a:lnTo>
                    <a:pt x="2429242" y="200792"/>
                  </a:lnTo>
                  <a:lnTo>
                    <a:pt x="2346652" y="168575"/>
                  </a:lnTo>
                  <a:lnTo>
                    <a:pt x="2257769" y="139385"/>
                  </a:lnTo>
                  <a:lnTo>
                    <a:pt x="2163349" y="113056"/>
                  </a:lnTo>
                  <a:lnTo>
                    <a:pt x="2064854" y="89519"/>
                  </a:lnTo>
                  <a:lnTo>
                    <a:pt x="1964556" y="68780"/>
                  </a:lnTo>
                  <a:lnTo>
                    <a:pt x="1865524" y="50893"/>
                  </a:lnTo>
                  <a:lnTo>
                    <a:pt x="1771447" y="35920"/>
                  </a:lnTo>
                  <a:lnTo>
                    <a:pt x="1686242" y="23873"/>
                  </a:lnTo>
                  <a:lnTo>
                    <a:pt x="1613492" y="14671"/>
                  </a:lnTo>
                  <a:lnTo>
                    <a:pt x="1555813" y="8107"/>
                  </a:lnTo>
                  <a:lnTo>
                    <a:pt x="1514327" y="3838"/>
                  </a:lnTo>
                  <a:lnTo>
                    <a:pt x="1488366" y="1414"/>
                  </a:lnTo>
                  <a:lnTo>
                    <a:pt x="1475471" y="317"/>
                  </a:lnTo>
                  <a:lnTo>
                    <a:pt x="1471592" y="14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678" name="pl678"/>
            <p:cNvSpPr/>
            <p:nvPr/>
          </p:nvSpPr>
          <p:spPr>
            <a:xfrm>
              <a:off x="4799595" y="6271104"/>
              <a:ext cx="11981298" cy="3694195"/>
            </a:xfrm>
            <a:custGeom>
              <a:avLst/>
              <a:pathLst>
                <a:path w="11981298" h="3694195">
                  <a:moveTo>
                    <a:pt x="0" y="0"/>
                  </a:moveTo>
                  <a:lnTo>
                    <a:pt x="1471387" y="0"/>
                  </a:lnTo>
                  <a:lnTo>
                    <a:pt x="1472478" y="81"/>
                  </a:lnTo>
                  <a:lnTo>
                    <a:pt x="1479659" y="661"/>
                  </a:lnTo>
                  <a:lnTo>
                    <a:pt x="1497783" y="2266"/>
                  </a:lnTo>
                  <a:lnTo>
                    <a:pt x="1530243" y="5426"/>
                  </a:lnTo>
                  <a:lnTo>
                    <a:pt x="1578743" y="10635"/>
                  </a:lnTo>
                  <a:lnTo>
                    <a:pt x="1643161" y="18303"/>
                  </a:lnTo>
                  <a:lnTo>
                    <a:pt x="1721677" y="28715"/>
                  </a:lnTo>
                  <a:lnTo>
                    <a:pt x="1811184" y="42021"/>
                  </a:lnTo>
                  <a:lnTo>
                    <a:pt x="1907878" y="58257"/>
                  </a:lnTo>
                  <a:lnTo>
                    <a:pt x="2007879" y="77383"/>
                  </a:lnTo>
                  <a:lnTo>
                    <a:pt x="2107731" y="99334"/>
                  </a:lnTo>
                  <a:lnTo>
                    <a:pt x="2204697" y="124073"/>
                  </a:lnTo>
                  <a:lnTo>
                    <a:pt x="2296863" y="151623"/>
                  </a:lnTo>
                  <a:lnTo>
                    <a:pt x="2383086" y="182093"/>
                  </a:lnTo>
                  <a:lnTo>
                    <a:pt x="2462873" y="215692"/>
                  </a:lnTo>
                  <a:lnTo>
                    <a:pt x="2536220" y="252728"/>
                  </a:lnTo>
                  <a:lnTo>
                    <a:pt x="2603468" y="293607"/>
                  </a:lnTo>
                  <a:lnTo>
                    <a:pt x="2665176" y="338819"/>
                  </a:lnTo>
                  <a:lnTo>
                    <a:pt x="2722033" y="388919"/>
                  </a:lnTo>
                  <a:lnTo>
                    <a:pt x="2774782" y="444490"/>
                  </a:lnTo>
                  <a:lnTo>
                    <a:pt x="2824169" y="506081"/>
                  </a:lnTo>
                  <a:lnTo>
                    <a:pt x="2870903" y="574102"/>
                  </a:lnTo>
                  <a:lnTo>
                    <a:pt x="2896531" y="615699"/>
                  </a:lnTo>
                  <a:lnTo>
                    <a:pt x="2930282" y="675222"/>
                  </a:lnTo>
                  <a:lnTo>
                    <a:pt x="2963248" y="738667"/>
                  </a:lnTo>
                  <a:lnTo>
                    <a:pt x="2995622" y="806113"/>
                  </a:lnTo>
                  <a:lnTo>
                    <a:pt x="3027562" y="877591"/>
                  </a:lnTo>
                  <a:lnTo>
                    <a:pt x="3059197" y="953074"/>
                  </a:lnTo>
                  <a:lnTo>
                    <a:pt x="3090632" y="1032478"/>
                  </a:lnTo>
                  <a:lnTo>
                    <a:pt x="3121951" y="1115650"/>
                  </a:lnTo>
                  <a:lnTo>
                    <a:pt x="3153215" y="1202374"/>
                  </a:lnTo>
                  <a:lnTo>
                    <a:pt x="3184471" y="1292366"/>
                  </a:lnTo>
                  <a:lnTo>
                    <a:pt x="3215749" y="1385276"/>
                  </a:lnTo>
                  <a:lnTo>
                    <a:pt x="3247064" y="1480692"/>
                  </a:lnTo>
                  <a:lnTo>
                    <a:pt x="3278422" y="1578148"/>
                  </a:lnTo>
                  <a:lnTo>
                    <a:pt x="3309818" y="1677131"/>
                  </a:lnTo>
                  <a:lnTo>
                    <a:pt x="3341242" y="1777092"/>
                  </a:lnTo>
                  <a:lnTo>
                    <a:pt x="3372678" y="1877458"/>
                  </a:lnTo>
                  <a:lnTo>
                    <a:pt x="3404109" y="1977649"/>
                  </a:lnTo>
                  <a:lnTo>
                    <a:pt x="3435518" y="2077085"/>
                  </a:lnTo>
                  <a:lnTo>
                    <a:pt x="3466892" y="2175208"/>
                  </a:lnTo>
                  <a:lnTo>
                    <a:pt x="3498224" y="2271489"/>
                  </a:lnTo>
                  <a:lnTo>
                    <a:pt x="3529515" y="2365442"/>
                  </a:lnTo>
                  <a:lnTo>
                    <a:pt x="3560777" y="2456632"/>
                  </a:lnTo>
                  <a:lnTo>
                    <a:pt x="3592033" y="2544685"/>
                  </a:lnTo>
                  <a:lnTo>
                    <a:pt x="3623324" y="2629291"/>
                  </a:lnTo>
                  <a:lnTo>
                    <a:pt x="3654705" y="2710205"/>
                  </a:lnTo>
                  <a:lnTo>
                    <a:pt x="3686250" y="2787251"/>
                  </a:lnTo>
                  <a:lnTo>
                    <a:pt x="3718055" y="2860318"/>
                  </a:lnTo>
                  <a:lnTo>
                    <a:pt x="3750240" y="2929357"/>
                  </a:lnTo>
                  <a:lnTo>
                    <a:pt x="3782951" y="2994376"/>
                  </a:lnTo>
                  <a:lnTo>
                    <a:pt x="3816367" y="3055436"/>
                  </a:lnTo>
                  <a:lnTo>
                    <a:pt x="3829811" y="3078496"/>
                  </a:lnTo>
                  <a:lnTo>
                    <a:pt x="3875323" y="3150251"/>
                  </a:lnTo>
                  <a:lnTo>
                    <a:pt x="3923120" y="3215461"/>
                  </a:lnTo>
                  <a:lnTo>
                    <a:pt x="3973867" y="3274392"/>
                  </a:lnTo>
                  <a:lnTo>
                    <a:pt x="4028296" y="3327532"/>
                  </a:lnTo>
                  <a:lnTo>
                    <a:pt x="4087157" y="3375452"/>
                  </a:lnTo>
                  <a:lnTo>
                    <a:pt x="4151177" y="3418729"/>
                  </a:lnTo>
                  <a:lnTo>
                    <a:pt x="4220999" y="3457894"/>
                  </a:lnTo>
                  <a:lnTo>
                    <a:pt x="4297100" y="3493402"/>
                  </a:lnTo>
                  <a:lnTo>
                    <a:pt x="4379690" y="3525619"/>
                  </a:lnTo>
                  <a:lnTo>
                    <a:pt x="4468573" y="3554810"/>
                  </a:lnTo>
                  <a:lnTo>
                    <a:pt x="4562993" y="3581138"/>
                  </a:lnTo>
                  <a:lnTo>
                    <a:pt x="4661488" y="3604676"/>
                  </a:lnTo>
                  <a:lnTo>
                    <a:pt x="4761786" y="3625415"/>
                  </a:lnTo>
                  <a:lnTo>
                    <a:pt x="4860818" y="3643301"/>
                  </a:lnTo>
                  <a:lnTo>
                    <a:pt x="4954895" y="3658275"/>
                  </a:lnTo>
                  <a:lnTo>
                    <a:pt x="5040100" y="3670322"/>
                  </a:lnTo>
                  <a:lnTo>
                    <a:pt x="5112850" y="3679523"/>
                  </a:lnTo>
                  <a:lnTo>
                    <a:pt x="5170529" y="3686087"/>
                  </a:lnTo>
                  <a:lnTo>
                    <a:pt x="5212015" y="3690356"/>
                  </a:lnTo>
                  <a:lnTo>
                    <a:pt x="5237976" y="3692781"/>
                  </a:lnTo>
                  <a:lnTo>
                    <a:pt x="5250871" y="3693878"/>
                  </a:lnTo>
                  <a:lnTo>
                    <a:pt x="5254750" y="3694180"/>
                  </a:lnTo>
                  <a:lnTo>
                    <a:pt x="5254955" y="3694195"/>
                  </a:lnTo>
                  <a:lnTo>
                    <a:pt x="6726343" y="3694195"/>
                  </a:lnTo>
                  <a:lnTo>
                    <a:pt x="6727580" y="3694190"/>
                  </a:lnTo>
                  <a:lnTo>
                    <a:pt x="6735700" y="3694160"/>
                  </a:lnTo>
                  <a:lnTo>
                    <a:pt x="6756115" y="3694075"/>
                  </a:lnTo>
                  <a:lnTo>
                    <a:pt x="6792484" y="3693908"/>
                  </a:lnTo>
                  <a:lnTo>
                    <a:pt x="6846425" y="3693633"/>
                  </a:lnTo>
                  <a:lnTo>
                    <a:pt x="6917405" y="3693231"/>
                  </a:lnTo>
                  <a:lnTo>
                    <a:pt x="7002957" y="3692686"/>
                  </a:lnTo>
                  <a:lnTo>
                    <a:pt x="7099257" y="3691995"/>
                  </a:lnTo>
                  <a:lnTo>
                    <a:pt x="7201890" y="3691155"/>
                  </a:lnTo>
                  <a:lnTo>
                    <a:pt x="7306574" y="3690171"/>
                  </a:lnTo>
                  <a:lnTo>
                    <a:pt x="7409695" y="3689044"/>
                  </a:lnTo>
                  <a:lnTo>
                    <a:pt x="7508568" y="3687777"/>
                  </a:lnTo>
                  <a:lnTo>
                    <a:pt x="7601471" y="3686365"/>
                  </a:lnTo>
                  <a:lnTo>
                    <a:pt x="7687525" y="3684800"/>
                  </a:lnTo>
                  <a:lnTo>
                    <a:pt x="7766517" y="3683067"/>
                  </a:lnTo>
                  <a:lnTo>
                    <a:pt x="7838707" y="3681148"/>
                  </a:lnTo>
                  <a:lnTo>
                    <a:pt x="7904663" y="3679017"/>
                  </a:lnTo>
                  <a:lnTo>
                    <a:pt x="7965132" y="3676647"/>
                  </a:lnTo>
                  <a:lnTo>
                    <a:pt x="8020951" y="3674006"/>
                  </a:lnTo>
                  <a:lnTo>
                    <a:pt x="8072971" y="3671064"/>
                  </a:lnTo>
                  <a:lnTo>
                    <a:pt x="8122007" y="3667800"/>
                  </a:lnTo>
                  <a:lnTo>
                    <a:pt x="8151487" y="3665589"/>
                  </a:lnTo>
                  <a:lnTo>
                    <a:pt x="8207518" y="3660858"/>
                  </a:lnTo>
                  <a:lnTo>
                    <a:pt x="8261710" y="3655611"/>
                  </a:lnTo>
                  <a:lnTo>
                    <a:pt x="8314810" y="3649840"/>
                  </a:lnTo>
                  <a:lnTo>
                    <a:pt x="8367346" y="3643560"/>
                  </a:lnTo>
                  <a:lnTo>
                    <a:pt x="8419676" y="3636810"/>
                  </a:lnTo>
                  <a:lnTo>
                    <a:pt x="8472010" y="3629652"/>
                  </a:lnTo>
                  <a:lnTo>
                    <a:pt x="8524447" y="3622171"/>
                  </a:lnTo>
                  <a:lnTo>
                    <a:pt x="8576995" y="3614472"/>
                  </a:lnTo>
                  <a:lnTo>
                    <a:pt x="8629602" y="3606676"/>
                  </a:lnTo>
                  <a:lnTo>
                    <a:pt x="8682191" y="3598907"/>
                  </a:lnTo>
                  <a:lnTo>
                    <a:pt x="8734694" y="3591289"/>
                  </a:lnTo>
                  <a:lnTo>
                    <a:pt x="8787081" y="3583937"/>
                  </a:lnTo>
                  <a:lnTo>
                    <a:pt x="8839395" y="3576948"/>
                  </a:lnTo>
                  <a:lnTo>
                    <a:pt x="8891781" y="3570397"/>
                  </a:lnTo>
                  <a:lnTo>
                    <a:pt x="8944510" y="3564336"/>
                  </a:lnTo>
                  <a:lnTo>
                    <a:pt x="8998009" y="3558792"/>
                  </a:lnTo>
                  <a:lnTo>
                    <a:pt x="9052897" y="3553772"/>
                  </a:lnTo>
                  <a:lnTo>
                    <a:pt x="9084767" y="3551167"/>
                  </a:lnTo>
                  <a:lnTo>
                    <a:pt x="9132311" y="3547695"/>
                  </a:lnTo>
                  <a:lnTo>
                    <a:pt x="9182373" y="3544554"/>
                  </a:lnTo>
                  <a:lnTo>
                    <a:pt x="9235718" y="3541728"/>
                  </a:lnTo>
                  <a:lnTo>
                    <a:pt x="9293178" y="3539192"/>
                  </a:lnTo>
                  <a:lnTo>
                    <a:pt x="9355607" y="3536915"/>
                  </a:lnTo>
                  <a:lnTo>
                    <a:pt x="9423817" y="3534866"/>
                  </a:lnTo>
                  <a:lnTo>
                    <a:pt x="9498502" y="3533020"/>
                  </a:lnTo>
                  <a:lnTo>
                    <a:pt x="9580130" y="3531352"/>
                  </a:lnTo>
                  <a:lnTo>
                    <a:pt x="9668806" y="3529845"/>
                  </a:lnTo>
                  <a:lnTo>
                    <a:pt x="9764089" y="3528488"/>
                  </a:lnTo>
                  <a:lnTo>
                    <a:pt x="9864805" y="3527274"/>
                  </a:lnTo>
                  <a:lnTo>
                    <a:pt x="9968879" y="3526200"/>
                  </a:lnTo>
                  <a:lnTo>
                    <a:pt x="10073262" y="3525270"/>
                  </a:lnTo>
                  <a:lnTo>
                    <a:pt x="10174046" y="3524485"/>
                  </a:lnTo>
                  <a:lnTo>
                    <a:pt x="10266823" y="3523849"/>
                  </a:lnTo>
                  <a:lnTo>
                    <a:pt x="10347308" y="3523359"/>
                  </a:lnTo>
                  <a:lnTo>
                    <a:pt x="10412101" y="3523006"/>
                  </a:lnTo>
                  <a:lnTo>
                    <a:pt x="10459409" y="3522775"/>
                  </a:lnTo>
                  <a:lnTo>
                    <a:pt x="10489498" y="3522642"/>
                  </a:lnTo>
                  <a:lnTo>
                    <a:pt x="10504780" y="3522580"/>
                  </a:lnTo>
                  <a:lnTo>
                    <a:pt x="10509601" y="3522563"/>
                  </a:lnTo>
                  <a:lnTo>
                    <a:pt x="10509911" y="3522562"/>
                  </a:lnTo>
                  <a:lnTo>
                    <a:pt x="11981298" y="352256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79" name="pl679"/>
            <p:cNvSpPr/>
            <p:nvPr/>
          </p:nvSpPr>
          <p:spPr>
            <a:xfrm>
              <a:off x="4799595" y="6254758"/>
              <a:ext cx="11981298" cy="3694195"/>
            </a:xfrm>
            <a:custGeom>
              <a:avLst/>
              <a:pathLst>
                <a:path w="11981298" h="3694195">
                  <a:moveTo>
                    <a:pt x="11981298" y="3522562"/>
                  </a:moveTo>
                  <a:lnTo>
                    <a:pt x="10509911" y="3522562"/>
                  </a:lnTo>
                  <a:lnTo>
                    <a:pt x="10508673" y="3522566"/>
                  </a:lnTo>
                  <a:lnTo>
                    <a:pt x="10500553" y="3522597"/>
                  </a:lnTo>
                  <a:lnTo>
                    <a:pt x="10480138" y="3522682"/>
                  </a:lnTo>
                  <a:lnTo>
                    <a:pt x="10443770" y="3522849"/>
                  </a:lnTo>
                  <a:lnTo>
                    <a:pt x="10389828" y="3523123"/>
                  </a:lnTo>
                  <a:lnTo>
                    <a:pt x="10318848" y="3523526"/>
                  </a:lnTo>
                  <a:lnTo>
                    <a:pt x="10233297" y="3524070"/>
                  </a:lnTo>
                  <a:lnTo>
                    <a:pt x="10136996" y="3524762"/>
                  </a:lnTo>
                  <a:lnTo>
                    <a:pt x="10034364" y="3525601"/>
                  </a:lnTo>
                  <a:lnTo>
                    <a:pt x="9929680" y="3526586"/>
                  </a:lnTo>
                  <a:lnTo>
                    <a:pt x="9826558" y="3527712"/>
                  </a:lnTo>
                  <a:lnTo>
                    <a:pt x="9727685" y="3528980"/>
                  </a:lnTo>
                  <a:lnTo>
                    <a:pt x="9634783" y="3530392"/>
                  </a:lnTo>
                  <a:lnTo>
                    <a:pt x="9548728" y="3531957"/>
                  </a:lnTo>
                  <a:lnTo>
                    <a:pt x="9469736" y="3533689"/>
                  </a:lnTo>
                  <a:lnTo>
                    <a:pt x="9397546" y="3535609"/>
                  </a:lnTo>
                  <a:lnTo>
                    <a:pt x="9331591" y="3537739"/>
                  </a:lnTo>
                  <a:lnTo>
                    <a:pt x="9271121" y="3540110"/>
                  </a:lnTo>
                  <a:lnTo>
                    <a:pt x="9215302" y="3542751"/>
                  </a:lnTo>
                  <a:lnTo>
                    <a:pt x="9163282" y="3545692"/>
                  </a:lnTo>
                  <a:lnTo>
                    <a:pt x="9114247" y="3548957"/>
                  </a:lnTo>
                  <a:lnTo>
                    <a:pt x="9084767" y="3551167"/>
                  </a:lnTo>
                  <a:lnTo>
                    <a:pt x="9028735" y="3555898"/>
                  </a:lnTo>
                  <a:lnTo>
                    <a:pt x="8974543" y="3561146"/>
                  </a:lnTo>
                  <a:lnTo>
                    <a:pt x="8921443" y="3566917"/>
                  </a:lnTo>
                  <a:lnTo>
                    <a:pt x="8868907" y="3573196"/>
                  </a:lnTo>
                  <a:lnTo>
                    <a:pt x="8816578" y="3579947"/>
                  </a:lnTo>
                  <a:lnTo>
                    <a:pt x="8764243" y="3587105"/>
                  </a:lnTo>
                  <a:lnTo>
                    <a:pt x="8711806" y="3594586"/>
                  </a:lnTo>
                  <a:lnTo>
                    <a:pt x="8659259" y="3602284"/>
                  </a:lnTo>
                  <a:lnTo>
                    <a:pt x="8606652" y="3610081"/>
                  </a:lnTo>
                  <a:lnTo>
                    <a:pt x="8554062" y="3617850"/>
                  </a:lnTo>
                  <a:lnTo>
                    <a:pt x="8501559" y="3625467"/>
                  </a:lnTo>
                  <a:lnTo>
                    <a:pt x="8449173" y="3632819"/>
                  </a:lnTo>
                  <a:lnTo>
                    <a:pt x="8396858" y="3639809"/>
                  </a:lnTo>
                  <a:lnTo>
                    <a:pt x="8344473" y="3646360"/>
                  </a:lnTo>
                  <a:lnTo>
                    <a:pt x="8291744" y="3652421"/>
                  </a:lnTo>
                  <a:lnTo>
                    <a:pt x="8238244" y="3657964"/>
                  </a:lnTo>
                  <a:lnTo>
                    <a:pt x="8183356" y="3662985"/>
                  </a:lnTo>
                  <a:lnTo>
                    <a:pt x="8151487" y="3665589"/>
                  </a:lnTo>
                  <a:lnTo>
                    <a:pt x="8103942" y="3669061"/>
                  </a:lnTo>
                  <a:lnTo>
                    <a:pt x="8053880" y="3672203"/>
                  </a:lnTo>
                  <a:lnTo>
                    <a:pt x="8000536" y="3675028"/>
                  </a:lnTo>
                  <a:lnTo>
                    <a:pt x="7943075" y="3677565"/>
                  </a:lnTo>
                  <a:lnTo>
                    <a:pt x="7880646" y="3679842"/>
                  </a:lnTo>
                  <a:lnTo>
                    <a:pt x="7812436" y="3681890"/>
                  </a:lnTo>
                  <a:lnTo>
                    <a:pt x="7737751" y="3683737"/>
                  </a:lnTo>
                  <a:lnTo>
                    <a:pt x="7656123" y="3685405"/>
                  </a:lnTo>
                  <a:lnTo>
                    <a:pt x="7567448" y="3686911"/>
                  </a:lnTo>
                  <a:lnTo>
                    <a:pt x="7472165" y="3688268"/>
                  </a:lnTo>
                  <a:lnTo>
                    <a:pt x="7371448" y="3689483"/>
                  </a:lnTo>
                  <a:lnTo>
                    <a:pt x="7267374" y="3690556"/>
                  </a:lnTo>
                  <a:lnTo>
                    <a:pt x="7162991" y="3691487"/>
                  </a:lnTo>
                  <a:lnTo>
                    <a:pt x="7062207" y="3692271"/>
                  </a:lnTo>
                  <a:lnTo>
                    <a:pt x="6969430" y="3692907"/>
                  </a:lnTo>
                  <a:lnTo>
                    <a:pt x="6888945" y="3693397"/>
                  </a:lnTo>
                  <a:lnTo>
                    <a:pt x="6824152" y="3693750"/>
                  </a:lnTo>
                  <a:lnTo>
                    <a:pt x="6776844" y="3693982"/>
                  </a:lnTo>
                  <a:lnTo>
                    <a:pt x="6746755" y="3694115"/>
                  </a:lnTo>
                  <a:lnTo>
                    <a:pt x="6731474" y="3694176"/>
                  </a:lnTo>
                  <a:lnTo>
                    <a:pt x="6726652" y="3694194"/>
                  </a:lnTo>
                  <a:lnTo>
                    <a:pt x="6726343" y="3694195"/>
                  </a:lnTo>
                  <a:lnTo>
                    <a:pt x="5254955" y="3694195"/>
                  </a:lnTo>
                  <a:lnTo>
                    <a:pt x="5253864" y="3694113"/>
                  </a:lnTo>
                  <a:lnTo>
                    <a:pt x="5246683" y="3693533"/>
                  </a:lnTo>
                  <a:lnTo>
                    <a:pt x="5228560" y="3691928"/>
                  </a:lnTo>
                  <a:lnTo>
                    <a:pt x="5196099" y="3688769"/>
                  </a:lnTo>
                  <a:lnTo>
                    <a:pt x="5147599" y="3683559"/>
                  </a:lnTo>
                  <a:lnTo>
                    <a:pt x="5083181" y="3675891"/>
                  </a:lnTo>
                  <a:lnTo>
                    <a:pt x="5004665" y="3665479"/>
                  </a:lnTo>
                  <a:lnTo>
                    <a:pt x="4915158" y="3652173"/>
                  </a:lnTo>
                  <a:lnTo>
                    <a:pt x="4818464" y="3635937"/>
                  </a:lnTo>
                  <a:lnTo>
                    <a:pt x="4718463" y="3616811"/>
                  </a:lnTo>
                  <a:lnTo>
                    <a:pt x="4618612" y="3594860"/>
                  </a:lnTo>
                  <a:lnTo>
                    <a:pt x="4521645" y="3570121"/>
                  </a:lnTo>
                  <a:lnTo>
                    <a:pt x="4429480" y="3542571"/>
                  </a:lnTo>
                  <a:lnTo>
                    <a:pt x="4343256" y="3512101"/>
                  </a:lnTo>
                  <a:lnTo>
                    <a:pt x="4263469" y="3478502"/>
                  </a:lnTo>
                  <a:lnTo>
                    <a:pt x="4190122" y="3441466"/>
                  </a:lnTo>
                  <a:lnTo>
                    <a:pt x="4122874" y="3400587"/>
                  </a:lnTo>
                  <a:lnTo>
                    <a:pt x="4061166" y="3355375"/>
                  </a:lnTo>
                  <a:lnTo>
                    <a:pt x="4004309" y="3305275"/>
                  </a:lnTo>
                  <a:lnTo>
                    <a:pt x="3951561" y="3249704"/>
                  </a:lnTo>
                  <a:lnTo>
                    <a:pt x="3902173" y="3188114"/>
                  </a:lnTo>
                  <a:lnTo>
                    <a:pt x="3855439" y="3120093"/>
                  </a:lnTo>
                  <a:lnTo>
                    <a:pt x="3829811" y="3078496"/>
                  </a:lnTo>
                  <a:lnTo>
                    <a:pt x="3796060" y="3018972"/>
                  </a:lnTo>
                  <a:lnTo>
                    <a:pt x="3763094" y="2955528"/>
                  </a:lnTo>
                  <a:lnTo>
                    <a:pt x="3730720" y="2888081"/>
                  </a:lnTo>
                  <a:lnTo>
                    <a:pt x="3698781" y="2816603"/>
                  </a:lnTo>
                  <a:lnTo>
                    <a:pt x="3667145" y="2741120"/>
                  </a:lnTo>
                  <a:lnTo>
                    <a:pt x="3635710" y="2661717"/>
                  </a:lnTo>
                  <a:lnTo>
                    <a:pt x="3604391" y="2578544"/>
                  </a:lnTo>
                  <a:lnTo>
                    <a:pt x="3573127" y="2491820"/>
                  </a:lnTo>
                  <a:lnTo>
                    <a:pt x="3541871" y="2401828"/>
                  </a:lnTo>
                  <a:lnTo>
                    <a:pt x="3510593" y="2308919"/>
                  </a:lnTo>
                  <a:lnTo>
                    <a:pt x="3479278" y="2213502"/>
                  </a:lnTo>
                  <a:lnTo>
                    <a:pt x="3447920" y="2116046"/>
                  </a:lnTo>
                  <a:lnTo>
                    <a:pt x="3416524" y="2017063"/>
                  </a:lnTo>
                  <a:lnTo>
                    <a:pt x="3385100" y="1917102"/>
                  </a:lnTo>
                  <a:lnTo>
                    <a:pt x="3353664" y="1816736"/>
                  </a:lnTo>
                  <a:lnTo>
                    <a:pt x="3322233" y="1716545"/>
                  </a:lnTo>
                  <a:lnTo>
                    <a:pt x="3290824" y="1617109"/>
                  </a:lnTo>
                  <a:lnTo>
                    <a:pt x="3259450" y="1518986"/>
                  </a:lnTo>
                  <a:lnTo>
                    <a:pt x="3228118" y="1422705"/>
                  </a:lnTo>
                  <a:lnTo>
                    <a:pt x="3196827" y="1328752"/>
                  </a:lnTo>
                  <a:lnTo>
                    <a:pt x="3165565" y="1237562"/>
                  </a:lnTo>
                  <a:lnTo>
                    <a:pt x="3134309" y="1149509"/>
                  </a:lnTo>
                  <a:lnTo>
                    <a:pt x="3103018" y="1064904"/>
                  </a:lnTo>
                  <a:lnTo>
                    <a:pt x="3071637" y="983989"/>
                  </a:lnTo>
                  <a:lnTo>
                    <a:pt x="3040092" y="906943"/>
                  </a:lnTo>
                  <a:lnTo>
                    <a:pt x="3008287" y="833876"/>
                  </a:lnTo>
                  <a:lnTo>
                    <a:pt x="2976102" y="764837"/>
                  </a:lnTo>
                  <a:lnTo>
                    <a:pt x="2943391" y="699818"/>
                  </a:lnTo>
                  <a:lnTo>
                    <a:pt x="2909975" y="638758"/>
                  </a:lnTo>
                  <a:lnTo>
                    <a:pt x="2896531" y="615699"/>
                  </a:lnTo>
                  <a:lnTo>
                    <a:pt x="2851019" y="543944"/>
                  </a:lnTo>
                  <a:lnTo>
                    <a:pt x="2803222" y="478733"/>
                  </a:lnTo>
                  <a:lnTo>
                    <a:pt x="2752475" y="419802"/>
                  </a:lnTo>
                  <a:lnTo>
                    <a:pt x="2698046" y="366663"/>
                  </a:lnTo>
                  <a:lnTo>
                    <a:pt x="2639185" y="318743"/>
                  </a:lnTo>
                  <a:lnTo>
                    <a:pt x="2575165" y="275466"/>
                  </a:lnTo>
                  <a:lnTo>
                    <a:pt x="2505343" y="236301"/>
                  </a:lnTo>
                  <a:lnTo>
                    <a:pt x="2429242" y="200792"/>
                  </a:lnTo>
                  <a:lnTo>
                    <a:pt x="2346652" y="168575"/>
                  </a:lnTo>
                  <a:lnTo>
                    <a:pt x="2257769" y="139385"/>
                  </a:lnTo>
                  <a:lnTo>
                    <a:pt x="2163349" y="113056"/>
                  </a:lnTo>
                  <a:lnTo>
                    <a:pt x="2064854" y="89519"/>
                  </a:lnTo>
                  <a:lnTo>
                    <a:pt x="1964556" y="68780"/>
                  </a:lnTo>
                  <a:lnTo>
                    <a:pt x="1865524" y="50893"/>
                  </a:lnTo>
                  <a:lnTo>
                    <a:pt x="1771447" y="35920"/>
                  </a:lnTo>
                  <a:lnTo>
                    <a:pt x="1686242" y="23873"/>
                  </a:lnTo>
                  <a:lnTo>
                    <a:pt x="1613492" y="14671"/>
                  </a:lnTo>
                  <a:lnTo>
                    <a:pt x="1555813" y="8107"/>
                  </a:lnTo>
                  <a:lnTo>
                    <a:pt x="1514327" y="3838"/>
                  </a:lnTo>
                  <a:lnTo>
                    <a:pt x="1488366" y="1414"/>
                  </a:lnTo>
                  <a:lnTo>
                    <a:pt x="1475471" y="317"/>
                  </a:lnTo>
                  <a:lnTo>
                    <a:pt x="1471592" y="14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80" name="pg680"/>
            <p:cNvSpPr/>
            <p:nvPr/>
          </p:nvSpPr>
          <p:spPr>
            <a:xfrm>
              <a:off x="4799595" y="6271104"/>
              <a:ext cx="11981298" cy="4887452"/>
            </a:xfrm>
            <a:custGeom>
              <a:avLst/>
              <a:pathLst>
                <a:path w="11981298" h="4887452">
                  <a:moveTo>
                    <a:pt x="0" y="8172"/>
                  </a:moveTo>
                  <a:lnTo>
                    <a:pt x="1471387" y="8172"/>
                  </a:lnTo>
                  <a:lnTo>
                    <a:pt x="1472478" y="8254"/>
                  </a:lnTo>
                  <a:lnTo>
                    <a:pt x="1479659" y="8834"/>
                  </a:lnTo>
                  <a:lnTo>
                    <a:pt x="1497783" y="10439"/>
                  </a:lnTo>
                  <a:lnTo>
                    <a:pt x="1530243" y="13599"/>
                  </a:lnTo>
                  <a:lnTo>
                    <a:pt x="1578743" y="18808"/>
                  </a:lnTo>
                  <a:lnTo>
                    <a:pt x="1643161" y="26476"/>
                  </a:lnTo>
                  <a:lnTo>
                    <a:pt x="1721677" y="36888"/>
                  </a:lnTo>
                  <a:lnTo>
                    <a:pt x="1811184" y="50194"/>
                  </a:lnTo>
                  <a:lnTo>
                    <a:pt x="1907878" y="66430"/>
                  </a:lnTo>
                  <a:lnTo>
                    <a:pt x="2007879" y="85556"/>
                  </a:lnTo>
                  <a:lnTo>
                    <a:pt x="2107731" y="107507"/>
                  </a:lnTo>
                  <a:lnTo>
                    <a:pt x="2204697" y="132246"/>
                  </a:lnTo>
                  <a:lnTo>
                    <a:pt x="2296863" y="159796"/>
                  </a:lnTo>
                  <a:lnTo>
                    <a:pt x="2383086" y="190266"/>
                  </a:lnTo>
                  <a:lnTo>
                    <a:pt x="2462873" y="223865"/>
                  </a:lnTo>
                  <a:lnTo>
                    <a:pt x="2536220" y="260901"/>
                  </a:lnTo>
                  <a:lnTo>
                    <a:pt x="2603468" y="301780"/>
                  </a:lnTo>
                  <a:lnTo>
                    <a:pt x="2665176" y="346992"/>
                  </a:lnTo>
                  <a:lnTo>
                    <a:pt x="2722033" y="397092"/>
                  </a:lnTo>
                  <a:lnTo>
                    <a:pt x="2774782" y="452663"/>
                  </a:lnTo>
                  <a:lnTo>
                    <a:pt x="2824169" y="514254"/>
                  </a:lnTo>
                  <a:lnTo>
                    <a:pt x="2870903" y="582275"/>
                  </a:lnTo>
                  <a:lnTo>
                    <a:pt x="2896531" y="623872"/>
                  </a:lnTo>
                  <a:lnTo>
                    <a:pt x="2930282" y="683395"/>
                  </a:lnTo>
                  <a:lnTo>
                    <a:pt x="2963248" y="746840"/>
                  </a:lnTo>
                  <a:lnTo>
                    <a:pt x="2995622" y="814286"/>
                  </a:lnTo>
                  <a:lnTo>
                    <a:pt x="3027562" y="885764"/>
                  </a:lnTo>
                  <a:lnTo>
                    <a:pt x="3059197" y="961247"/>
                  </a:lnTo>
                  <a:lnTo>
                    <a:pt x="3090632" y="1040651"/>
                  </a:lnTo>
                  <a:lnTo>
                    <a:pt x="3121951" y="1123823"/>
                  </a:lnTo>
                  <a:lnTo>
                    <a:pt x="3153215" y="1210547"/>
                  </a:lnTo>
                  <a:lnTo>
                    <a:pt x="3184471" y="1300539"/>
                  </a:lnTo>
                  <a:lnTo>
                    <a:pt x="3215749" y="1393449"/>
                  </a:lnTo>
                  <a:lnTo>
                    <a:pt x="3247064" y="1488865"/>
                  </a:lnTo>
                  <a:lnTo>
                    <a:pt x="3278422" y="1586321"/>
                  </a:lnTo>
                  <a:lnTo>
                    <a:pt x="3309818" y="1685304"/>
                  </a:lnTo>
                  <a:lnTo>
                    <a:pt x="3341242" y="1785265"/>
                  </a:lnTo>
                  <a:lnTo>
                    <a:pt x="3372678" y="1885631"/>
                  </a:lnTo>
                  <a:lnTo>
                    <a:pt x="3404109" y="1985822"/>
                  </a:lnTo>
                  <a:lnTo>
                    <a:pt x="3435518" y="2085258"/>
                  </a:lnTo>
                  <a:lnTo>
                    <a:pt x="3466892" y="2183381"/>
                  </a:lnTo>
                  <a:lnTo>
                    <a:pt x="3498224" y="2279662"/>
                  </a:lnTo>
                  <a:lnTo>
                    <a:pt x="3529515" y="2373615"/>
                  </a:lnTo>
                  <a:lnTo>
                    <a:pt x="3560777" y="2464805"/>
                  </a:lnTo>
                  <a:lnTo>
                    <a:pt x="3592033" y="2552858"/>
                  </a:lnTo>
                  <a:lnTo>
                    <a:pt x="3623324" y="2637464"/>
                  </a:lnTo>
                  <a:lnTo>
                    <a:pt x="3654705" y="2718378"/>
                  </a:lnTo>
                  <a:lnTo>
                    <a:pt x="3686250" y="2795424"/>
                  </a:lnTo>
                  <a:lnTo>
                    <a:pt x="3718055" y="2868491"/>
                  </a:lnTo>
                  <a:lnTo>
                    <a:pt x="3750240" y="2937530"/>
                  </a:lnTo>
                  <a:lnTo>
                    <a:pt x="3782951" y="3002549"/>
                  </a:lnTo>
                  <a:lnTo>
                    <a:pt x="3816367" y="3063609"/>
                  </a:lnTo>
                  <a:lnTo>
                    <a:pt x="3829811" y="3086669"/>
                  </a:lnTo>
                  <a:lnTo>
                    <a:pt x="3875323" y="3158424"/>
                  </a:lnTo>
                  <a:lnTo>
                    <a:pt x="3923120" y="3223634"/>
                  </a:lnTo>
                  <a:lnTo>
                    <a:pt x="3973867" y="3282565"/>
                  </a:lnTo>
                  <a:lnTo>
                    <a:pt x="4028296" y="3335705"/>
                  </a:lnTo>
                  <a:lnTo>
                    <a:pt x="4087157" y="3383625"/>
                  </a:lnTo>
                  <a:lnTo>
                    <a:pt x="4151177" y="3426902"/>
                  </a:lnTo>
                  <a:lnTo>
                    <a:pt x="4220999" y="3466067"/>
                  </a:lnTo>
                  <a:lnTo>
                    <a:pt x="4297100" y="3501575"/>
                  </a:lnTo>
                  <a:lnTo>
                    <a:pt x="4379690" y="3533792"/>
                  </a:lnTo>
                  <a:lnTo>
                    <a:pt x="4468573" y="3562983"/>
                  </a:lnTo>
                  <a:lnTo>
                    <a:pt x="4562993" y="3589311"/>
                  </a:lnTo>
                  <a:lnTo>
                    <a:pt x="4661488" y="3612849"/>
                  </a:lnTo>
                  <a:lnTo>
                    <a:pt x="4761786" y="3633588"/>
                  </a:lnTo>
                  <a:lnTo>
                    <a:pt x="4860818" y="3651474"/>
                  </a:lnTo>
                  <a:lnTo>
                    <a:pt x="4954895" y="3666448"/>
                  </a:lnTo>
                  <a:lnTo>
                    <a:pt x="5040100" y="3678495"/>
                  </a:lnTo>
                  <a:lnTo>
                    <a:pt x="5112850" y="3687696"/>
                  </a:lnTo>
                  <a:lnTo>
                    <a:pt x="5170529" y="3694260"/>
                  </a:lnTo>
                  <a:lnTo>
                    <a:pt x="5212015" y="3698529"/>
                  </a:lnTo>
                  <a:lnTo>
                    <a:pt x="5237976" y="3700954"/>
                  </a:lnTo>
                  <a:lnTo>
                    <a:pt x="5250871" y="3702051"/>
                  </a:lnTo>
                  <a:lnTo>
                    <a:pt x="5254750" y="3702353"/>
                  </a:lnTo>
                  <a:lnTo>
                    <a:pt x="5254955" y="3702368"/>
                  </a:lnTo>
                  <a:lnTo>
                    <a:pt x="6726343" y="3702368"/>
                  </a:lnTo>
                  <a:lnTo>
                    <a:pt x="6727563" y="3702397"/>
                  </a:lnTo>
                  <a:lnTo>
                    <a:pt x="6735575" y="3702606"/>
                  </a:lnTo>
                  <a:lnTo>
                    <a:pt x="6755727" y="3703184"/>
                  </a:lnTo>
                  <a:lnTo>
                    <a:pt x="6791649" y="3704321"/>
                  </a:lnTo>
                  <a:lnTo>
                    <a:pt x="6844973" y="3706191"/>
                  </a:lnTo>
                  <a:lnTo>
                    <a:pt x="6915214" y="3708935"/>
                  </a:lnTo>
                  <a:lnTo>
                    <a:pt x="6999983" y="3712645"/>
                  </a:lnTo>
                  <a:lnTo>
                    <a:pt x="7095538" y="3717363"/>
                  </a:lnTo>
                  <a:lnTo>
                    <a:pt x="7197530" y="3723093"/>
                  </a:lnTo>
                  <a:lnTo>
                    <a:pt x="7301721" y="3729815"/>
                  </a:lnTo>
                  <a:lnTo>
                    <a:pt x="7404510" y="3737508"/>
                  </a:lnTo>
                  <a:lnTo>
                    <a:pt x="7503202" y="3746167"/>
                  </a:lnTo>
                  <a:lnTo>
                    <a:pt x="7596050" y="3755813"/>
                  </a:lnTo>
                  <a:lnTo>
                    <a:pt x="7682144" y="3766501"/>
                  </a:lnTo>
                  <a:lnTo>
                    <a:pt x="7761239" y="3778327"/>
                  </a:lnTo>
                  <a:lnTo>
                    <a:pt x="7833565" y="3791420"/>
                  </a:lnTo>
                  <a:lnTo>
                    <a:pt x="7899664" y="3805946"/>
                  </a:lnTo>
                  <a:lnTo>
                    <a:pt x="7960266" y="3822096"/>
                  </a:lnTo>
                  <a:lnTo>
                    <a:pt x="8016190" y="3840079"/>
                  </a:lnTo>
                  <a:lnTo>
                    <a:pt x="8068276" y="3860098"/>
                  </a:lnTo>
                  <a:lnTo>
                    <a:pt x="8117334" y="3882318"/>
                  </a:lnTo>
                  <a:lnTo>
                    <a:pt x="8151487" y="3899882"/>
                  </a:lnTo>
                  <a:lnTo>
                    <a:pt x="8200738" y="3928335"/>
                  </a:lnTo>
                  <a:lnTo>
                    <a:pt x="8248494" y="3959525"/>
                  </a:lnTo>
                  <a:lnTo>
                    <a:pt x="8295290" y="3993496"/>
                  </a:lnTo>
                  <a:lnTo>
                    <a:pt x="8341522" y="4030213"/>
                  </a:lnTo>
                  <a:lnTo>
                    <a:pt x="8387478" y="4069545"/>
                  </a:lnTo>
                  <a:lnTo>
                    <a:pt x="8433350" y="4111265"/>
                  </a:lnTo>
                  <a:lnTo>
                    <a:pt x="8479256" y="4155048"/>
                  </a:lnTo>
                  <a:lnTo>
                    <a:pt x="8525246" y="4200475"/>
                  </a:lnTo>
                  <a:lnTo>
                    <a:pt x="8571322" y="4247049"/>
                  </a:lnTo>
                  <a:lnTo>
                    <a:pt x="8617449" y="4294216"/>
                  </a:lnTo>
                  <a:lnTo>
                    <a:pt x="8663577" y="4341391"/>
                  </a:lnTo>
                  <a:lnTo>
                    <a:pt x="8709655" y="4387991"/>
                  </a:lnTo>
                  <a:lnTo>
                    <a:pt x="8755648" y="4433458"/>
                  </a:lnTo>
                  <a:lnTo>
                    <a:pt x="8801555" y="4477296"/>
                  </a:lnTo>
                  <a:lnTo>
                    <a:pt x="8847428" y="4519083"/>
                  </a:lnTo>
                  <a:lnTo>
                    <a:pt x="8893378" y="4558489"/>
                  </a:lnTo>
                  <a:lnTo>
                    <a:pt x="8939599" y="4595284"/>
                  </a:lnTo>
                  <a:lnTo>
                    <a:pt x="8986373" y="4629337"/>
                  </a:lnTo>
                  <a:lnTo>
                    <a:pt x="9034094" y="4660608"/>
                  </a:lnTo>
                  <a:lnTo>
                    <a:pt x="9083292" y="4689141"/>
                  </a:lnTo>
                  <a:lnTo>
                    <a:pt x="9084767" y="4689938"/>
                  </a:lnTo>
                  <a:lnTo>
                    <a:pt x="9132085" y="4713807"/>
                  </a:lnTo>
                  <a:lnTo>
                    <a:pt x="9181894" y="4735412"/>
                  </a:lnTo>
                  <a:lnTo>
                    <a:pt x="9234948" y="4754856"/>
                  </a:lnTo>
                  <a:lnTo>
                    <a:pt x="9292068" y="4772316"/>
                  </a:lnTo>
                  <a:lnTo>
                    <a:pt x="9354095" y="4788002"/>
                  </a:lnTo>
                  <a:lnTo>
                    <a:pt x="9421832" y="4802118"/>
                  </a:lnTo>
                  <a:lnTo>
                    <a:pt x="9495966" y="4814849"/>
                  </a:lnTo>
                  <a:lnTo>
                    <a:pt x="9576970" y="4826352"/>
                  </a:lnTo>
                  <a:lnTo>
                    <a:pt x="9664961" y="4836747"/>
                  </a:lnTo>
                  <a:lnTo>
                    <a:pt x="9759530" y="4846119"/>
                  </a:lnTo>
                  <a:lnTo>
                    <a:pt x="9859556" y="4854513"/>
                  </a:lnTo>
                  <a:lnTo>
                    <a:pt x="9963037" y="4861942"/>
                  </a:lnTo>
                  <a:lnTo>
                    <a:pt x="10067018" y="4868395"/>
                  </a:lnTo>
                  <a:lnTo>
                    <a:pt x="10167687" y="4873849"/>
                  </a:lnTo>
                  <a:lnTo>
                    <a:pt x="10260711" y="4878290"/>
                  </a:lnTo>
                  <a:lnTo>
                    <a:pt x="10341832" y="4881729"/>
                  </a:lnTo>
                  <a:lnTo>
                    <a:pt x="10407609" y="4884223"/>
                  </a:lnTo>
                  <a:lnTo>
                    <a:pt x="10456132" y="4885877"/>
                  </a:lnTo>
                  <a:lnTo>
                    <a:pt x="10487488" y="4886842"/>
                  </a:lnTo>
                  <a:lnTo>
                    <a:pt x="10503880" y="4887300"/>
                  </a:lnTo>
                  <a:lnTo>
                    <a:pt x="10509436" y="4887441"/>
                  </a:lnTo>
                  <a:lnTo>
                    <a:pt x="10509911" y="4887452"/>
                  </a:lnTo>
                  <a:lnTo>
                    <a:pt x="11981298" y="4887452"/>
                  </a:lnTo>
                  <a:lnTo>
                    <a:pt x="11981298" y="4879279"/>
                  </a:lnTo>
                  <a:lnTo>
                    <a:pt x="10509911" y="4879279"/>
                  </a:lnTo>
                  <a:lnTo>
                    <a:pt x="10508690" y="4879250"/>
                  </a:lnTo>
                  <a:lnTo>
                    <a:pt x="10500678" y="4879041"/>
                  </a:lnTo>
                  <a:lnTo>
                    <a:pt x="10480526" y="4878463"/>
                  </a:lnTo>
                  <a:lnTo>
                    <a:pt x="10444604" y="4877327"/>
                  </a:lnTo>
                  <a:lnTo>
                    <a:pt x="10391280" y="4875456"/>
                  </a:lnTo>
                  <a:lnTo>
                    <a:pt x="10321039" y="4872712"/>
                  </a:lnTo>
                  <a:lnTo>
                    <a:pt x="10236270" y="4869002"/>
                  </a:lnTo>
                  <a:lnTo>
                    <a:pt x="10140715" y="4864284"/>
                  </a:lnTo>
                  <a:lnTo>
                    <a:pt x="10038723" y="4858555"/>
                  </a:lnTo>
                  <a:lnTo>
                    <a:pt x="9934532" y="4851832"/>
                  </a:lnTo>
                  <a:lnTo>
                    <a:pt x="9831743" y="4844139"/>
                  </a:lnTo>
                  <a:lnTo>
                    <a:pt x="9733051" y="4835480"/>
                  </a:lnTo>
                  <a:lnTo>
                    <a:pt x="9640203" y="4825835"/>
                  </a:lnTo>
                  <a:lnTo>
                    <a:pt x="9554109" y="4815146"/>
                  </a:lnTo>
                  <a:lnTo>
                    <a:pt x="9475014" y="4803321"/>
                  </a:lnTo>
                  <a:lnTo>
                    <a:pt x="9402688" y="4790227"/>
                  </a:lnTo>
                  <a:lnTo>
                    <a:pt x="9336589" y="4775702"/>
                  </a:lnTo>
                  <a:lnTo>
                    <a:pt x="9275987" y="4759551"/>
                  </a:lnTo>
                  <a:lnTo>
                    <a:pt x="9220063" y="4741568"/>
                  </a:lnTo>
                  <a:lnTo>
                    <a:pt x="9167977" y="4721549"/>
                  </a:lnTo>
                  <a:lnTo>
                    <a:pt x="9118920" y="4699329"/>
                  </a:lnTo>
                  <a:lnTo>
                    <a:pt x="9084767" y="4681765"/>
                  </a:lnTo>
                  <a:lnTo>
                    <a:pt x="9035516" y="4653312"/>
                  </a:lnTo>
                  <a:lnTo>
                    <a:pt x="8987759" y="4622122"/>
                  </a:lnTo>
                  <a:lnTo>
                    <a:pt x="8940963" y="4588151"/>
                  </a:lnTo>
                  <a:lnTo>
                    <a:pt x="8894731" y="4551435"/>
                  </a:lnTo>
                  <a:lnTo>
                    <a:pt x="8848776" y="4512102"/>
                  </a:lnTo>
                  <a:lnTo>
                    <a:pt x="8802903" y="4470382"/>
                  </a:lnTo>
                  <a:lnTo>
                    <a:pt x="8756997" y="4426599"/>
                  </a:lnTo>
                  <a:lnTo>
                    <a:pt x="8711007" y="4381172"/>
                  </a:lnTo>
                  <a:lnTo>
                    <a:pt x="8664932" y="4334598"/>
                  </a:lnTo>
                  <a:lnTo>
                    <a:pt x="8618804" y="4287431"/>
                  </a:lnTo>
                  <a:lnTo>
                    <a:pt x="8572676" y="4240256"/>
                  </a:lnTo>
                  <a:lnTo>
                    <a:pt x="8526598" y="4193657"/>
                  </a:lnTo>
                  <a:lnTo>
                    <a:pt x="8480606" y="4148189"/>
                  </a:lnTo>
                  <a:lnTo>
                    <a:pt x="8434698" y="4104351"/>
                  </a:lnTo>
                  <a:lnTo>
                    <a:pt x="8388826" y="4062565"/>
                  </a:lnTo>
                  <a:lnTo>
                    <a:pt x="8342875" y="4023159"/>
                  </a:lnTo>
                  <a:lnTo>
                    <a:pt x="8296655" y="3986363"/>
                  </a:lnTo>
                  <a:lnTo>
                    <a:pt x="8249881" y="3952310"/>
                  </a:lnTo>
                  <a:lnTo>
                    <a:pt x="8202159" y="3921039"/>
                  </a:lnTo>
                  <a:lnTo>
                    <a:pt x="8152961" y="3892507"/>
                  </a:lnTo>
                  <a:lnTo>
                    <a:pt x="8151487" y="3891709"/>
                  </a:lnTo>
                  <a:lnTo>
                    <a:pt x="8104169" y="3867840"/>
                  </a:lnTo>
                  <a:lnTo>
                    <a:pt x="8054359" y="3846235"/>
                  </a:lnTo>
                  <a:lnTo>
                    <a:pt x="8001305" y="3826792"/>
                  </a:lnTo>
                  <a:lnTo>
                    <a:pt x="7944186" y="3809331"/>
                  </a:lnTo>
                  <a:lnTo>
                    <a:pt x="7882158" y="3793645"/>
                  </a:lnTo>
                  <a:lnTo>
                    <a:pt x="7814422" y="3779530"/>
                  </a:lnTo>
                  <a:lnTo>
                    <a:pt x="7740287" y="3766798"/>
                  </a:lnTo>
                  <a:lnTo>
                    <a:pt x="7659283" y="3755295"/>
                  </a:lnTo>
                  <a:lnTo>
                    <a:pt x="7571292" y="3744900"/>
                  </a:lnTo>
                  <a:lnTo>
                    <a:pt x="7476723" y="3735528"/>
                  </a:lnTo>
                  <a:lnTo>
                    <a:pt x="7376697" y="3727135"/>
                  </a:lnTo>
                  <a:lnTo>
                    <a:pt x="7273216" y="3719705"/>
                  </a:lnTo>
                  <a:lnTo>
                    <a:pt x="7169235" y="3713252"/>
                  </a:lnTo>
                  <a:lnTo>
                    <a:pt x="7068566" y="3707798"/>
                  </a:lnTo>
                  <a:lnTo>
                    <a:pt x="6975542" y="3703358"/>
                  </a:lnTo>
                  <a:lnTo>
                    <a:pt x="6894421" y="3699918"/>
                  </a:lnTo>
                  <a:lnTo>
                    <a:pt x="6828644" y="3697425"/>
                  </a:lnTo>
                  <a:lnTo>
                    <a:pt x="6780122" y="3695771"/>
                  </a:lnTo>
                  <a:lnTo>
                    <a:pt x="6748765" y="3694805"/>
                  </a:lnTo>
                  <a:lnTo>
                    <a:pt x="6732373" y="3694347"/>
                  </a:lnTo>
                  <a:lnTo>
                    <a:pt x="6726818" y="3694206"/>
                  </a:lnTo>
                  <a:lnTo>
                    <a:pt x="6726343" y="3694195"/>
                  </a:lnTo>
                  <a:lnTo>
                    <a:pt x="5254955" y="3694195"/>
                  </a:lnTo>
                  <a:lnTo>
                    <a:pt x="5253864" y="3694113"/>
                  </a:lnTo>
                  <a:lnTo>
                    <a:pt x="5246683" y="3693533"/>
                  </a:lnTo>
                  <a:lnTo>
                    <a:pt x="5228560" y="3691928"/>
                  </a:lnTo>
                  <a:lnTo>
                    <a:pt x="5196099" y="3688769"/>
                  </a:lnTo>
                  <a:lnTo>
                    <a:pt x="5147599" y="3683559"/>
                  </a:lnTo>
                  <a:lnTo>
                    <a:pt x="5083181" y="3675891"/>
                  </a:lnTo>
                  <a:lnTo>
                    <a:pt x="5004665" y="3665479"/>
                  </a:lnTo>
                  <a:lnTo>
                    <a:pt x="4915158" y="3652173"/>
                  </a:lnTo>
                  <a:lnTo>
                    <a:pt x="4818464" y="3635937"/>
                  </a:lnTo>
                  <a:lnTo>
                    <a:pt x="4718463" y="3616811"/>
                  </a:lnTo>
                  <a:lnTo>
                    <a:pt x="4618612" y="3594860"/>
                  </a:lnTo>
                  <a:lnTo>
                    <a:pt x="4521645" y="3570121"/>
                  </a:lnTo>
                  <a:lnTo>
                    <a:pt x="4429480" y="3542571"/>
                  </a:lnTo>
                  <a:lnTo>
                    <a:pt x="4343256" y="3512101"/>
                  </a:lnTo>
                  <a:lnTo>
                    <a:pt x="4263469" y="3478502"/>
                  </a:lnTo>
                  <a:lnTo>
                    <a:pt x="4190122" y="3441466"/>
                  </a:lnTo>
                  <a:lnTo>
                    <a:pt x="4122874" y="3400587"/>
                  </a:lnTo>
                  <a:lnTo>
                    <a:pt x="4061166" y="3355375"/>
                  </a:lnTo>
                  <a:lnTo>
                    <a:pt x="4004309" y="3305275"/>
                  </a:lnTo>
                  <a:lnTo>
                    <a:pt x="3951561" y="3249704"/>
                  </a:lnTo>
                  <a:lnTo>
                    <a:pt x="3902173" y="3188114"/>
                  </a:lnTo>
                  <a:lnTo>
                    <a:pt x="3855439" y="3120093"/>
                  </a:lnTo>
                  <a:lnTo>
                    <a:pt x="3829811" y="3078496"/>
                  </a:lnTo>
                  <a:lnTo>
                    <a:pt x="3796060" y="3018972"/>
                  </a:lnTo>
                  <a:lnTo>
                    <a:pt x="3763094" y="2955528"/>
                  </a:lnTo>
                  <a:lnTo>
                    <a:pt x="3730720" y="2888081"/>
                  </a:lnTo>
                  <a:lnTo>
                    <a:pt x="3698781" y="2816603"/>
                  </a:lnTo>
                  <a:lnTo>
                    <a:pt x="3667145" y="2741120"/>
                  </a:lnTo>
                  <a:lnTo>
                    <a:pt x="3635710" y="2661717"/>
                  </a:lnTo>
                  <a:lnTo>
                    <a:pt x="3604391" y="2578544"/>
                  </a:lnTo>
                  <a:lnTo>
                    <a:pt x="3573127" y="2491820"/>
                  </a:lnTo>
                  <a:lnTo>
                    <a:pt x="3541871" y="2401828"/>
                  </a:lnTo>
                  <a:lnTo>
                    <a:pt x="3510593" y="2308919"/>
                  </a:lnTo>
                  <a:lnTo>
                    <a:pt x="3479278" y="2213502"/>
                  </a:lnTo>
                  <a:lnTo>
                    <a:pt x="3447920" y="2116046"/>
                  </a:lnTo>
                  <a:lnTo>
                    <a:pt x="3416524" y="2017063"/>
                  </a:lnTo>
                  <a:lnTo>
                    <a:pt x="3385100" y="1917102"/>
                  </a:lnTo>
                  <a:lnTo>
                    <a:pt x="3353664" y="1816736"/>
                  </a:lnTo>
                  <a:lnTo>
                    <a:pt x="3322233" y="1716545"/>
                  </a:lnTo>
                  <a:lnTo>
                    <a:pt x="3290824" y="1617109"/>
                  </a:lnTo>
                  <a:lnTo>
                    <a:pt x="3259450" y="1518986"/>
                  </a:lnTo>
                  <a:lnTo>
                    <a:pt x="3228118" y="1422705"/>
                  </a:lnTo>
                  <a:lnTo>
                    <a:pt x="3196827" y="1328752"/>
                  </a:lnTo>
                  <a:lnTo>
                    <a:pt x="3165565" y="1237562"/>
                  </a:lnTo>
                  <a:lnTo>
                    <a:pt x="3134309" y="1149509"/>
                  </a:lnTo>
                  <a:lnTo>
                    <a:pt x="3103018" y="1064904"/>
                  </a:lnTo>
                  <a:lnTo>
                    <a:pt x="3071637" y="983989"/>
                  </a:lnTo>
                  <a:lnTo>
                    <a:pt x="3040092" y="906943"/>
                  </a:lnTo>
                  <a:lnTo>
                    <a:pt x="3008287" y="833876"/>
                  </a:lnTo>
                  <a:lnTo>
                    <a:pt x="2976102" y="764837"/>
                  </a:lnTo>
                  <a:lnTo>
                    <a:pt x="2943391" y="699818"/>
                  </a:lnTo>
                  <a:lnTo>
                    <a:pt x="2909975" y="638758"/>
                  </a:lnTo>
                  <a:lnTo>
                    <a:pt x="2896531" y="615699"/>
                  </a:lnTo>
                  <a:lnTo>
                    <a:pt x="2851019" y="543944"/>
                  </a:lnTo>
                  <a:lnTo>
                    <a:pt x="2803222" y="478733"/>
                  </a:lnTo>
                  <a:lnTo>
                    <a:pt x="2752475" y="419802"/>
                  </a:lnTo>
                  <a:lnTo>
                    <a:pt x="2698046" y="366663"/>
                  </a:lnTo>
                  <a:lnTo>
                    <a:pt x="2639185" y="318743"/>
                  </a:lnTo>
                  <a:lnTo>
                    <a:pt x="2575165" y="275466"/>
                  </a:lnTo>
                  <a:lnTo>
                    <a:pt x="2505343" y="236301"/>
                  </a:lnTo>
                  <a:lnTo>
                    <a:pt x="2429242" y="200792"/>
                  </a:lnTo>
                  <a:lnTo>
                    <a:pt x="2346652" y="168575"/>
                  </a:lnTo>
                  <a:lnTo>
                    <a:pt x="2257769" y="139385"/>
                  </a:lnTo>
                  <a:lnTo>
                    <a:pt x="2163349" y="113056"/>
                  </a:lnTo>
                  <a:lnTo>
                    <a:pt x="2064854" y="89519"/>
                  </a:lnTo>
                  <a:lnTo>
                    <a:pt x="1964556" y="68780"/>
                  </a:lnTo>
                  <a:lnTo>
                    <a:pt x="1865524" y="50893"/>
                  </a:lnTo>
                  <a:lnTo>
                    <a:pt x="1771447" y="35920"/>
                  </a:lnTo>
                  <a:lnTo>
                    <a:pt x="1686242" y="23873"/>
                  </a:lnTo>
                  <a:lnTo>
                    <a:pt x="1613492" y="14671"/>
                  </a:lnTo>
                  <a:lnTo>
                    <a:pt x="1555813" y="8107"/>
                  </a:lnTo>
                  <a:lnTo>
                    <a:pt x="1514327" y="3838"/>
                  </a:lnTo>
                  <a:lnTo>
                    <a:pt x="1488366" y="1414"/>
                  </a:lnTo>
                  <a:lnTo>
                    <a:pt x="1475471" y="317"/>
                  </a:lnTo>
                  <a:lnTo>
                    <a:pt x="1471592" y="14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681" name="pl681"/>
            <p:cNvSpPr/>
            <p:nvPr/>
          </p:nvSpPr>
          <p:spPr>
            <a:xfrm>
              <a:off x="4799595" y="6279277"/>
              <a:ext cx="11981298" cy="4879279"/>
            </a:xfrm>
            <a:custGeom>
              <a:avLst/>
              <a:pathLst>
                <a:path w="11981298" h="4879279">
                  <a:moveTo>
                    <a:pt x="0" y="0"/>
                  </a:moveTo>
                  <a:lnTo>
                    <a:pt x="1471387" y="0"/>
                  </a:lnTo>
                  <a:lnTo>
                    <a:pt x="1472478" y="81"/>
                  </a:lnTo>
                  <a:lnTo>
                    <a:pt x="1479659" y="661"/>
                  </a:lnTo>
                  <a:lnTo>
                    <a:pt x="1497783" y="2266"/>
                  </a:lnTo>
                  <a:lnTo>
                    <a:pt x="1530243" y="5426"/>
                  </a:lnTo>
                  <a:lnTo>
                    <a:pt x="1578743" y="10635"/>
                  </a:lnTo>
                  <a:lnTo>
                    <a:pt x="1643161" y="18303"/>
                  </a:lnTo>
                  <a:lnTo>
                    <a:pt x="1721677" y="28715"/>
                  </a:lnTo>
                  <a:lnTo>
                    <a:pt x="1811184" y="42021"/>
                  </a:lnTo>
                  <a:lnTo>
                    <a:pt x="1907878" y="58257"/>
                  </a:lnTo>
                  <a:lnTo>
                    <a:pt x="2007879" y="77383"/>
                  </a:lnTo>
                  <a:lnTo>
                    <a:pt x="2107731" y="99334"/>
                  </a:lnTo>
                  <a:lnTo>
                    <a:pt x="2204697" y="124073"/>
                  </a:lnTo>
                  <a:lnTo>
                    <a:pt x="2296863" y="151623"/>
                  </a:lnTo>
                  <a:lnTo>
                    <a:pt x="2383086" y="182093"/>
                  </a:lnTo>
                  <a:lnTo>
                    <a:pt x="2462873" y="215692"/>
                  </a:lnTo>
                  <a:lnTo>
                    <a:pt x="2536220" y="252728"/>
                  </a:lnTo>
                  <a:lnTo>
                    <a:pt x="2603468" y="293607"/>
                  </a:lnTo>
                  <a:lnTo>
                    <a:pt x="2665176" y="338819"/>
                  </a:lnTo>
                  <a:lnTo>
                    <a:pt x="2722033" y="388919"/>
                  </a:lnTo>
                  <a:lnTo>
                    <a:pt x="2774782" y="444490"/>
                  </a:lnTo>
                  <a:lnTo>
                    <a:pt x="2824169" y="506081"/>
                  </a:lnTo>
                  <a:lnTo>
                    <a:pt x="2870903" y="574102"/>
                  </a:lnTo>
                  <a:lnTo>
                    <a:pt x="2896531" y="615699"/>
                  </a:lnTo>
                  <a:lnTo>
                    <a:pt x="2930282" y="675222"/>
                  </a:lnTo>
                  <a:lnTo>
                    <a:pt x="2963248" y="738667"/>
                  </a:lnTo>
                  <a:lnTo>
                    <a:pt x="2995622" y="806113"/>
                  </a:lnTo>
                  <a:lnTo>
                    <a:pt x="3027562" y="877591"/>
                  </a:lnTo>
                  <a:lnTo>
                    <a:pt x="3059197" y="953074"/>
                  </a:lnTo>
                  <a:lnTo>
                    <a:pt x="3090632" y="1032478"/>
                  </a:lnTo>
                  <a:lnTo>
                    <a:pt x="3121951" y="1115650"/>
                  </a:lnTo>
                  <a:lnTo>
                    <a:pt x="3153215" y="1202374"/>
                  </a:lnTo>
                  <a:lnTo>
                    <a:pt x="3184471" y="1292366"/>
                  </a:lnTo>
                  <a:lnTo>
                    <a:pt x="3215749" y="1385276"/>
                  </a:lnTo>
                  <a:lnTo>
                    <a:pt x="3247064" y="1480692"/>
                  </a:lnTo>
                  <a:lnTo>
                    <a:pt x="3278422" y="1578148"/>
                  </a:lnTo>
                  <a:lnTo>
                    <a:pt x="3309818" y="1677131"/>
                  </a:lnTo>
                  <a:lnTo>
                    <a:pt x="3341242" y="1777092"/>
                  </a:lnTo>
                  <a:lnTo>
                    <a:pt x="3372678" y="1877458"/>
                  </a:lnTo>
                  <a:lnTo>
                    <a:pt x="3404109" y="1977649"/>
                  </a:lnTo>
                  <a:lnTo>
                    <a:pt x="3435518" y="2077085"/>
                  </a:lnTo>
                  <a:lnTo>
                    <a:pt x="3466892" y="2175208"/>
                  </a:lnTo>
                  <a:lnTo>
                    <a:pt x="3498224" y="2271489"/>
                  </a:lnTo>
                  <a:lnTo>
                    <a:pt x="3529515" y="2365442"/>
                  </a:lnTo>
                  <a:lnTo>
                    <a:pt x="3560777" y="2456632"/>
                  </a:lnTo>
                  <a:lnTo>
                    <a:pt x="3592033" y="2544685"/>
                  </a:lnTo>
                  <a:lnTo>
                    <a:pt x="3623324" y="2629291"/>
                  </a:lnTo>
                  <a:lnTo>
                    <a:pt x="3654705" y="2710205"/>
                  </a:lnTo>
                  <a:lnTo>
                    <a:pt x="3686250" y="2787251"/>
                  </a:lnTo>
                  <a:lnTo>
                    <a:pt x="3718055" y="2860318"/>
                  </a:lnTo>
                  <a:lnTo>
                    <a:pt x="3750240" y="2929357"/>
                  </a:lnTo>
                  <a:lnTo>
                    <a:pt x="3782951" y="2994376"/>
                  </a:lnTo>
                  <a:lnTo>
                    <a:pt x="3816367" y="3055436"/>
                  </a:lnTo>
                  <a:lnTo>
                    <a:pt x="3829811" y="3078496"/>
                  </a:lnTo>
                  <a:lnTo>
                    <a:pt x="3875323" y="3150251"/>
                  </a:lnTo>
                  <a:lnTo>
                    <a:pt x="3923120" y="3215461"/>
                  </a:lnTo>
                  <a:lnTo>
                    <a:pt x="3973867" y="3274392"/>
                  </a:lnTo>
                  <a:lnTo>
                    <a:pt x="4028296" y="3327532"/>
                  </a:lnTo>
                  <a:lnTo>
                    <a:pt x="4087157" y="3375452"/>
                  </a:lnTo>
                  <a:lnTo>
                    <a:pt x="4151177" y="3418729"/>
                  </a:lnTo>
                  <a:lnTo>
                    <a:pt x="4220999" y="3457894"/>
                  </a:lnTo>
                  <a:lnTo>
                    <a:pt x="4297100" y="3493402"/>
                  </a:lnTo>
                  <a:lnTo>
                    <a:pt x="4379690" y="3525619"/>
                  </a:lnTo>
                  <a:lnTo>
                    <a:pt x="4468573" y="3554810"/>
                  </a:lnTo>
                  <a:lnTo>
                    <a:pt x="4562993" y="3581138"/>
                  </a:lnTo>
                  <a:lnTo>
                    <a:pt x="4661488" y="3604676"/>
                  </a:lnTo>
                  <a:lnTo>
                    <a:pt x="4761786" y="3625415"/>
                  </a:lnTo>
                  <a:lnTo>
                    <a:pt x="4860818" y="3643301"/>
                  </a:lnTo>
                  <a:lnTo>
                    <a:pt x="4954895" y="3658275"/>
                  </a:lnTo>
                  <a:lnTo>
                    <a:pt x="5040100" y="3670322"/>
                  </a:lnTo>
                  <a:lnTo>
                    <a:pt x="5112850" y="3679523"/>
                  </a:lnTo>
                  <a:lnTo>
                    <a:pt x="5170529" y="3686087"/>
                  </a:lnTo>
                  <a:lnTo>
                    <a:pt x="5212015" y="3690356"/>
                  </a:lnTo>
                  <a:lnTo>
                    <a:pt x="5237976" y="3692781"/>
                  </a:lnTo>
                  <a:lnTo>
                    <a:pt x="5250871" y="3693878"/>
                  </a:lnTo>
                  <a:lnTo>
                    <a:pt x="5254750" y="3694180"/>
                  </a:lnTo>
                  <a:lnTo>
                    <a:pt x="5254955" y="3694195"/>
                  </a:lnTo>
                  <a:lnTo>
                    <a:pt x="6726343" y="3694195"/>
                  </a:lnTo>
                  <a:lnTo>
                    <a:pt x="6727563" y="3694224"/>
                  </a:lnTo>
                  <a:lnTo>
                    <a:pt x="6735575" y="3694433"/>
                  </a:lnTo>
                  <a:lnTo>
                    <a:pt x="6755727" y="3695011"/>
                  </a:lnTo>
                  <a:lnTo>
                    <a:pt x="6791649" y="3696148"/>
                  </a:lnTo>
                  <a:lnTo>
                    <a:pt x="6844973" y="3698018"/>
                  </a:lnTo>
                  <a:lnTo>
                    <a:pt x="6915214" y="3700762"/>
                  </a:lnTo>
                  <a:lnTo>
                    <a:pt x="6999983" y="3704472"/>
                  </a:lnTo>
                  <a:lnTo>
                    <a:pt x="7095538" y="3709190"/>
                  </a:lnTo>
                  <a:lnTo>
                    <a:pt x="7197530" y="3714920"/>
                  </a:lnTo>
                  <a:lnTo>
                    <a:pt x="7301721" y="3721642"/>
                  </a:lnTo>
                  <a:lnTo>
                    <a:pt x="7404510" y="3729335"/>
                  </a:lnTo>
                  <a:lnTo>
                    <a:pt x="7503202" y="3737994"/>
                  </a:lnTo>
                  <a:lnTo>
                    <a:pt x="7596050" y="3747640"/>
                  </a:lnTo>
                  <a:lnTo>
                    <a:pt x="7682144" y="3758328"/>
                  </a:lnTo>
                  <a:lnTo>
                    <a:pt x="7761239" y="3770154"/>
                  </a:lnTo>
                  <a:lnTo>
                    <a:pt x="7833565" y="3783247"/>
                  </a:lnTo>
                  <a:lnTo>
                    <a:pt x="7899664" y="3797773"/>
                  </a:lnTo>
                  <a:lnTo>
                    <a:pt x="7960266" y="3813923"/>
                  </a:lnTo>
                  <a:lnTo>
                    <a:pt x="8016190" y="3831906"/>
                  </a:lnTo>
                  <a:lnTo>
                    <a:pt x="8068276" y="3851925"/>
                  </a:lnTo>
                  <a:lnTo>
                    <a:pt x="8117334" y="3874145"/>
                  </a:lnTo>
                  <a:lnTo>
                    <a:pt x="8151487" y="3891709"/>
                  </a:lnTo>
                  <a:lnTo>
                    <a:pt x="8200738" y="3920162"/>
                  </a:lnTo>
                  <a:lnTo>
                    <a:pt x="8248494" y="3951352"/>
                  </a:lnTo>
                  <a:lnTo>
                    <a:pt x="8295290" y="3985323"/>
                  </a:lnTo>
                  <a:lnTo>
                    <a:pt x="8341522" y="4022040"/>
                  </a:lnTo>
                  <a:lnTo>
                    <a:pt x="8387478" y="4061372"/>
                  </a:lnTo>
                  <a:lnTo>
                    <a:pt x="8433350" y="4103092"/>
                  </a:lnTo>
                  <a:lnTo>
                    <a:pt x="8479256" y="4146875"/>
                  </a:lnTo>
                  <a:lnTo>
                    <a:pt x="8525246" y="4192302"/>
                  </a:lnTo>
                  <a:lnTo>
                    <a:pt x="8571322" y="4238876"/>
                  </a:lnTo>
                  <a:lnTo>
                    <a:pt x="8617449" y="4286043"/>
                  </a:lnTo>
                  <a:lnTo>
                    <a:pt x="8663577" y="4333218"/>
                  </a:lnTo>
                  <a:lnTo>
                    <a:pt x="8709655" y="4379818"/>
                  </a:lnTo>
                  <a:lnTo>
                    <a:pt x="8755648" y="4425285"/>
                  </a:lnTo>
                  <a:lnTo>
                    <a:pt x="8801555" y="4469123"/>
                  </a:lnTo>
                  <a:lnTo>
                    <a:pt x="8847428" y="4510910"/>
                  </a:lnTo>
                  <a:lnTo>
                    <a:pt x="8893378" y="4550316"/>
                  </a:lnTo>
                  <a:lnTo>
                    <a:pt x="8939599" y="4587111"/>
                  </a:lnTo>
                  <a:lnTo>
                    <a:pt x="8986373" y="4621164"/>
                  </a:lnTo>
                  <a:lnTo>
                    <a:pt x="9034094" y="4652435"/>
                  </a:lnTo>
                  <a:lnTo>
                    <a:pt x="9083292" y="4680968"/>
                  </a:lnTo>
                  <a:lnTo>
                    <a:pt x="9084767" y="4681765"/>
                  </a:lnTo>
                  <a:lnTo>
                    <a:pt x="9132085" y="4705634"/>
                  </a:lnTo>
                  <a:lnTo>
                    <a:pt x="9181894" y="4727239"/>
                  </a:lnTo>
                  <a:lnTo>
                    <a:pt x="9234948" y="4746683"/>
                  </a:lnTo>
                  <a:lnTo>
                    <a:pt x="9292068" y="4764143"/>
                  </a:lnTo>
                  <a:lnTo>
                    <a:pt x="9354095" y="4779829"/>
                  </a:lnTo>
                  <a:lnTo>
                    <a:pt x="9421832" y="4793945"/>
                  </a:lnTo>
                  <a:lnTo>
                    <a:pt x="9495966" y="4806676"/>
                  </a:lnTo>
                  <a:lnTo>
                    <a:pt x="9576970" y="4818179"/>
                  </a:lnTo>
                  <a:lnTo>
                    <a:pt x="9664961" y="4828574"/>
                  </a:lnTo>
                  <a:lnTo>
                    <a:pt x="9759530" y="4837946"/>
                  </a:lnTo>
                  <a:lnTo>
                    <a:pt x="9859556" y="4846340"/>
                  </a:lnTo>
                  <a:lnTo>
                    <a:pt x="9963037" y="4853769"/>
                  </a:lnTo>
                  <a:lnTo>
                    <a:pt x="10067018" y="4860222"/>
                  </a:lnTo>
                  <a:lnTo>
                    <a:pt x="10167687" y="4865676"/>
                  </a:lnTo>
                  <a:lnTo>
                    <a:pt x="10260711" y="4870117"/>
                  </a:lnTo>
                  <a:lnTo>
                    <a:pt x="10341832" y="4873556"/>
                  </a:lnTo>
                  <a:lnTo>
                    <a:pt x="10407609" y="4876050"/>
                  </a:lnTo>
                  <a:lnTo>
                    <a:pt x="10456132" y="4877704"/>
                  </a:lnTo>
                  <a:lnTo>
                    <a:pt x="10487488" y="4878669"/>
                  </a:lnTo>
                  <a:lnTo>
                    <a:pt x="10503880" y="4879127"/>
                  </a:lnTo>
                  <a:lnTo>
                    <a:pt x="10509436" y="4879268"/>
                  </a:lnTo>
                  <a:lnTo>
                    <a:pt x="10509911" y="4879279"/>
                  </a:lnTo>
                  <a:lnTo>
                    <a:pt x="11981298" y="487927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82" name="pl682"/>
            <p:cNvSpPr/>
            <p:nvPr/>
          </p:nvSpPr>
          <p:spPr>
            <a:xfrm>
              <a:off x="4799595" y="6271104"/>
              <a:ext cx="11981298" cy="4879279"/>
            </a:xfrm>
            <a:custGeom>
              <a:avLst/>
              <a:pathLst>
                <a:path w="11981298" h="4879279">
                  <a:moveTo>
                    <a:pt x="11981298" y="4879279"/>
                  </a:moveTo>
                  <a:lnTo>
                    <a:pt x="10509911" y="4879279"/>
                  </a:lnTo>
                  <a:lnTo>
                    <a:pt x="10508690" y="4879250"/>
                  </a:lnTo>
                  <a:lnTo>
                    <a:pt x="10500678" y="4879041"/>
                  </a:lnTo>
                  <a:lnTo>
                    <a:pt x="10480526" y="4878463"/>
                  </a:lnTo>
                  <a:lnTo>
                    <a:pt x="10444604" y="4877327"/>
                  </a:lnTo>
                  <a:lnTo>
                    <a:pt x="10391280" y="4875456"/>
                  </a:lnTo>
                  <a:lnTo>
                    <a:pt x="10321039" y="4872712"/>
                  </a:lnTo>
                  <a:lnTo>
                    <a:pt x="10236270" y="4869002"/>
                  </a:lnTo>
                  <a:lnTo>
                    <a:pt x="10140715" y="4864284"/>
                  </a:lnTo>
                  <a:lnTo>
                    <a:pt x="10038723" y="4858555"/>
                  </a:lnTo>
                  <a:lnTo>
                    <a:pt x="9934532" y="4851832"/>
                  </a:lnTo>
                  <a:lnTo>
                    <a:pt x="9831743" y="4844139"/>
                  </a:lnTo>
                  <a:lnTo>
                    <a:pt x="9733051" y="4835480"/>
                  </a:lnTo>
                  <a:lnTo>
                    <a:pt x="9640203" y="4825835"/>
                  </a:lnTo>
                  <a:lnTo>
                    <a:pt x="9554109" y="4815146"/>
                  </a:lnTo>
                  <a:lnTo>
                    <a:pt x="9475014" y="4803321"/>
                  </a:lnTo>
                  <a:lnTo>
                    <a:pt x="9402688" y="4790227"/>
                  </a:lnTo>
                  <a:lnTo>
                    <a:pt x="9336589" y="4775702"/>
                  </a:lnTo>
                  <a:lnTo>
                    <a:pt x="9275987" y="4759551"/>
                  </a:lnTo>
                  <a:lnTo>
                    <a:pt x="9220063" y="4741568"/>
                  </a:lnTo>
                  <a:lnTo>
                    <a:pt x="9167977" y="4721549"/>
                  </a:lnTo>
                  <a:lnTo>
                    <a:pt x="9118920" y="4699329"/>
                  </a:lnTo>
                  <a:lnTo>
                    <a:pt x="9084767" y="4681765"/>
                  </a:lnTo>
                  <a:lnTo>
                    <a:pt x="9035516" y="4653312"/>
                  </a:lnTo>
                  <a:lnTo>
                    <a:pt x="8987759" y="4622122"/>
                  </a:lnTo>
                  <a:lnTo>
                    <a:pt x="8940963" y="4588151"/>
                  </a:lnTo>
                  <a:lnTo>
                    <a:pt x="8894731" y="4551435"/>
                  </a:lnTo>
                  <a:lnTo>
                    <a:pt x="8848776" y="4512102"/>
                  </a:lnTo>
                  <a:lnTo>
                    <a:pt x="8802903" y="4470382"/>
                  </a:lnTo>
                  <a:lnTo>
                    <a:pt x="8756997" y="4426599"/>
                  </a:lnTo>
                  <a:lnTo>
                    <a:pt x="8711007" y="4381172"/>
                  </a:lnTo>
                  <a:lnTo>
                    <a:pt x="8664932" y="4334598"/>
                  </a:lnTo>
                  <a:lnTo>
                    <a:pt x="8618804" y="4287431"/>
                  </a:lnTo>
                  <a:lnTo>
                    <a:pt x="8572676" y="4240256"/>
                  </a:lnTo>
                  <a:lnTo>
                    <a:pt x="8526598" y="4193657"/>
                  </a:lnTo>
                  <a:lnTo>
                    <a:pt x="8480606" y="4148189"/>
                  </a:lnTo>
                  <a:lnTo>
                    <a:pt x="8434698" y="4104351"/>
                  </a:lnTo>
                  <a:lnTo>
                    <a:pt x="8388826" y="4062565"/>
                  </a:lnTo>
                  <a:lnTo>
                    <a:pt x="8342875" y="4023159"/>
                  </a:lnTo>
                  <a:lnTo>
                    <a:pt x="8296655" y="3986363"/>
                  </a:lnTo>
                  <a:lnTo>
                    <a:pt x="8249881" y="3952310"/>
                  </a:lnTo>
                  <a:lnTo>
                    <a:pt x="8202159" y="3921039"/>
                  </a:lnTo>
                  <a:lnTo>
                    <a:pt x="8152961" y="3892507"/>
                  </a:lnTo>
                  <a:lnTo>
                    <a:pt x="8151487" y="3891709"/>
                  </a:lnTo>
                  <a:lnTo>
                    <a:pt x="8104169" y="3867840"/>
                  </a:lnTo>
                  <a:lnTo>
                    <a:pt x="8054359" y="3846235"/>
                  </a:lnTo>
                  <a:lnTo>
                    <a:pt x="8001305" y="3826792"/>
                  </a:lnTo>
                  <a:lnTo>
                    <a:pt x="7944186" y="3809331"/>
                  </a:lnTo>
                  <a:lnTo>
                    <a:pt x="7882158" y="3793645"/>
                  </a:lnTo>
                  <a:lnTo>
                    <a:pt x="7814422" y="3779530"/>
                  </a:lnTo>
                  <a:lnTo>
                    <a:pt x="7740287" y="3766798"/>
                  </a:lnTo>
                  <a:lnTo>
                    <a:pt x="7659283" y="3755295"/>
                  </a:lnTo>
                  <a:lnTo>
                    <a:pt x="7571292" y="3744900"/>
                  </a:lnTo>
                  <a:lnTo>
                    <a:pt x="7476723" y="3735528"/>
                  </a:lnTo>
                  <a:lnTo>
                    <a:pt x="7376697" y="3727135"/>
                  </a:lnTo>
                  <a:lnTo>
                    <a:pt x="7273216" y="3719705"/>
                  </a:lnTo>
                  <a:lnTo>
                    <a:pt x="7169235" y="3713252"/>
                  </a:lnTo>
                  <a:lnTo>
                    <a:pt x="7068566" y="3707798"/>
                  </a:lnTo>
                  <a:lnTo>
                    <a:pt x="6975542" y="3703358"/>
                  </a:lnTo>
                  <a:lnTo>
                    <a:pt x="6894421" y="3699918"/>
                  </a:lnTo>
                  <a:lnTo>
                    <a:pt x="6828644" y="3697425"/>
                  </a:lnTo>
                  <a:lnTo>
                    <a:pt x="6780122" y="3695771"/>
                  </a:lnTo>
                  <a:lnTo>
                    <a:pt x="6748765" y="3694805"/>
                  </a:lnTo>
                  <a:lnTo>
                    <a:pt x="6732373" y="3694347"/>
                  </a:lnTo>
                  <a:lnTo>
                    <a:pt x="6726818" y="3694206"/>
                  </a:lnTo>
                  <a:lnTo>
                    <a:pt x="6726343" y="3694195"/>
                  </a:lnTo>
                  <a:lnTo>
                    <a:pt x="5254955" y="3694195"/>
                  </a:lnTo>
                  <a:lnTo>
                    <a:pt x="5253864" y="3694113"/>
                  </a:lnTo>
                  <a:lnTo>
                    <a:pt x="5246683" y="3693533"/>
                  </a:lnTo>
                  <a:lnTo>
                    <a:pt x="5228560" y="3691928"/>
                  </a:lnTo>
                  <a:lnTo>
                    <a:pt x="5196099" y="3688769"/>
                  </a:lnTo>
                  <a:lnTo>
                    <a:pt x="5147599" y="3683559"/>
                  </a:lnTo>
                  <a:lnTo>
                    <a:pt x="5083181" y="3675891"/>
                  </a:lnTo>
                  <a:lnTo>
                    <a:pt x="5004665" y="3665479"/>
                  </a:lnTo>
                  <a:lnTo>
                    <a:pt x="4915158" y="3652173"/>
                  </a:lnTo>
                  <a:lnTo>
                    <a:pt x="4818464" y="3635937"/>
                  </a:lnTo>
                  <a:lnTo>
                    <a:pt x="4718463" y="3616811"/>
                  </a:lnTo>
                  <a:lnTo>
                    <a:pt x="4618612" y="3594860"/>
                  </a:lnTo>
                  <a:lnTo>
                    <a:pt x="4521645" y="3570121"/>
                  </a:lnTo>
                  <a:lnTo>
                    <a:pt x="4429480" y="3542571"/>
                  </a:lnTo>
                  <a:lnTo>
                    <a:pt x="4343256" y="3512101"/>
                  </a:lnTo>
                  <a:lnTo>
                    <a:pt x="4263469" y="3478502"/>
                  </a:lnTo>
                  <a:lnTo>
                    <a:pt x="4190122" y="3441466"/>
                  </a:lnTo>
                  <a:lnTo>
                    <a:pt x="4122874" y="3400587"/>
                  </a:lnTo>
                  <a:lnTo>
                    <a:pt x="4061166" y="3355375"/>
                  </a:lnTo>
                  <a:lnTo>
                    <a:pt x="4004309" y="3305275"/>
                  </a:lnTo>
                  <a:lnTo>
                    <a:pt x="3951561" y="3249704"/>
                  </a:lnTo>
                  <a:lnTo>
                    <a:pt x="3902173" y="3188114"/>
                  </a:lnTo>
                  <a:lnTo>
                    <a:pt x="3855439" y="3120093"/>
                  </a:lnTo>
                  <a:lnTo>
                    <a:pt x="3829811" y="3078496"/>
                  </a:lnTo>
                  <a:lnTo>
                    <a:pt x="3796060" y="3018972"/>
                  </a:lnTo>
                  <a:lnTo>
                    <a:pt x="3763094" y="2955528"/>
                  </a:lnTo>
                  <a:lnTo>
                    <a:pt x="3730720" y="2888081"/>
                  </a:lnTo>
                  <a:lnTo>
                    <a:pt x="3698781" y="2816603"/>
                  </a:lnTo>
                  <a:lnTo>
                    <a:pt x="3667145" y="2741120"/>
                  </a:lnTo>
                  <a:lnTo>
                    <a:pt x="3635710" y="2661717"/>
                  </a:lnTo>
                  <a:lnTo>
                    <a:pt x="3604391" y="2578544"/>
                  </a:lnTo>
                  <a:lnTo>
                    <a:pt x="3573127" y="2491820"/>
                  </a:lnTo>
                  <a:lnTo>
                    <a:pt x="3541871" y="2401828"/>
                  </a:lnTo>
                  <a:lnTo>
                    <a:pt x="3510593" y="2308919"/>
                  </a:lnTo>
                  <a:lnTo>
                    <a:pt x="3479278" y="2213502"/>
                  </a:lnTo>
                  <a:lnTo>
                    <a:pt x="3447920" y="2116046"/>
                  </a:lnTo>
                  <a:lnTo>
                    <a:pt x="3416524" y="2017063"/>
                  </a:lnTo>
                  <a:lnTo>
                    <a:pt x="3385100" y="1917102"/>
                  </a:lnTo>
                  <a:lnTo>
                    <a:pt x="3353664" y="1816736"/>
                  </a:lnTo>
                  <a:lnTo>
                    <a:pt x="3322233" y="1716545"/>
                  </a:lnTo>
                  <a:lnTo>
                    <a:pt x="3290824" y="1617109"/>
                  </a:lnTo>
                  <a:lnTo>
                    <a:pt x="3259450" y="1518986"/>
                  </a:lnTo>
                  <a:lnTo>
                    <a:pt x="3228118" y="1422705"/>
                  </a:lnTo>
                  <a:lnTo>
                    <a:pt x="3196827" y="1328752"/>
                  </a:lnTo>
                  <a:lnTo>
                    <a:pt x="3165565" y="1237562"/>
                  </a:lnTo>
                  <a:lnTo>
                    <a:pt x="3134309" y="1149509"/>
                  </a:lnTo>
                  <a:lnTo>
                    <a:pt x="3103018" y="1064904"/>
                  </a:lnTo>
                  <a:lnTo>
                    <a:pt x="3071637" y="983989"/>
                  </a:lnTo>
                  <a:lnTo>
                    <a:pt x="3040092" y="906943"/>
                  </a:lnTo>
                  <a:lnTo>
                    <a:pt x="3008287" y="833876"/>
                  </a:lnTo>
                  <a:lnTo>
                    <a:pt x="2976102" y="764837"/>
                  </a:lnTo>
                  <a:lnTo>
                    <a:pt x="2943391" y="699818"/>
                  </a:lnTo>
                  <a:lnTo>
                    <a:pt x="2909975" y="638758"/>
                  </a:lnTo>
                  <a:lnTo>
                    <a:pt x="2896531" y="615699"/>
                  </a:lnTo>
                  <a:lnTo>
                    <a:pt x="2851019" y="543944"/>
                  </a:lnTo>
                  <a:lnTo>
                    <a:pt x="2803222" y="478733"/>
                  </a:lnTo>
                  <a:lnTo>
                    <a:pt x="2752475" y="419802"/>
                  </a:lnTo>
                  <a:lnTo>
                    <a:pt x="2698046" y="366663"/>
                  </a:lnTo>
                  <a:lnTo>
                    <a:pt x="2639185" y="318743"/>
                  </a:lnTo>
                  <a:lnTo>
                    <a:pt x="2575165" y="275466"/>
                  </a:lnTo>
                  <a:lnTo>
                    <a:pt x="2505343" y="236301"/>
                  </a:lnTo>
                  <a:lnTo>
                    <a:pt x="2429242" y="200792"/>
                  </a:lnTo>
                  <a:lnTo>
                    <a:pt x="2346652" y="168575"/>
                  </a:lnTo>
                  <a:lnTo>
                    <a:pt x="2257769" y="139385"/>
                  </a:lnTo>
                  <a:lnTo>
                    <a:pt x="2163349" y="113056"/>
                  </a:lnTo>
                  <a:lnTo>
                    <a:pt x="2064854" y="89519"/>
                  </a:lnTo>
                  <a:lnTo>
                    <a:pt x="1964556" y="68780"/>
                  </a:lnTo>
                  <a:lnTo>
                    <a:pt x="1865524" y="50893"/>
                  </a:lnTo>
                  <a:lnTo>
                    <a:pt x="1771447" y="35920"/>
                  </a:lnTo>
                  <a:lnTo>
                    <a:pt x="1686242" y="23873"/>
                  </a:lnTo>
                  <a:lnTo>
                    <a:pt x="1613492" y="14671"/>
                  </a:lnTo>
                  <a:lnTo>
                    <a:pt x="1555813" y="8107"/>
                  </a:lnTo>
                  <a:lnTo>
                    <a:pt x="1514327" y="3838"/>
                  </a:lnTo>
                  <a:lnTo>
                    <a:pt x="1488366" y="1414"/>
                  </a:lnTo>
                  <a:lnTo>
                    <a:pt x="1475471" y="317"/>
                  </a:lnTo>
                  <a:lnTo>
                    <a:pt x="1471592" y="14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83" name="pg683"/>
            <p:cNvSpPr/>
            <p:nvPr/>
          </p:nvSpPr>
          <p:spPr>
            <a:xfrm>
              <a:off x="4799595" y="2601427"/>
              <a:ext cx="11981298" cy="408649"/>
            </a:xfrm>
            <a:custGeom>
              <a:avLst/>
              <a:pathLst>
                <a:path w="11981298" h="408649">
                  <a:moveTo>
                    <a:pt x="0" y="8172"/>
                  </a:moveTo>
                  <a:lnTo>
                    <a:pt x="1471387" y="8172"/>
                  </a:lnTo>
                  <a:lnTo>
                    <a:pt x="1472625" y="8172"/>
                  </a:lnTo>
                  <a:lnTo>
                    <a:pt x="1480747" y="8172"/>
                  </a:lnTo>
                  <a:lnTo>
                    <a:pt x="1501168" y="8172"/>
                  </a:lnTo>
                  <a:lnTo>
                    <a:pt x="1537546" y="8172"/>
                  </a:lnTo>
                  <a:lnTo>
                    <a:pt x="1591501" y="8172"/>
                  </a:lnTo>
                  <a:lnTo>
                    <a:pt x="1662497" y="8172"/>
                  </a:lnTo>
                  <a:lnTo>
                    <a:pt x="1748066" y="8172"/>
                  </a:lnTo>
                  <a:lnTo>
                    <a:pt x="1844382" y="8172"/>
                  </a:lnTo>
                  <a:lnTo>
                    <a:pt x="1947029" y="8172"/>
                  </a:lnTo>
                  <a:lnTo>
                    <a:pt x="2051723" y="8172"/>
                  </a:lnTo>
                  <a:lnTo>
                    <a:pt x="2154852" y="8172"/>
                  </a:lnTo>
                  <a:lnTo>
                    <a:pt x="2253729" y="8172"/>
                  </a:lnTo>
                  <a:lnTo>
                    <a:pt x="2346632" y="8172"/>
                  </a:lnTo>
                  <a:lnTo>
                    <a:pt x="2432686" y="8172"/>
                  </a:lnTo>
                  <a:lnTo>
                    <a:pt x="2511676" y="8172"/>
                  </a:lnTo>
                  <a:lnTo>
                    <a:pt x="2583863" y="8172"/>
                  </a:lnTo>
                  <a:lnTo>
                    <a:pt x="2649815" y="8172"/>
                  </a:lnTo>
                  <a:lnTo>
                    <a:pt x="2710282" y="8172"/>
                  </a:lnTo>
                  <a:lnTo>
                    <a:pt x="2766098" y="8172"/>
                  </a:lnTo>
                  <a:lnTo>
                    <a:pt x="2818117" y="8172"/>
                  </a:lnTo>
                  <a:lnTo>
                    <a:pt x="2867152" y="8172"/>
                  </a:lnTo>
                  <a:lnTo>
                    <a:pt x="2896531" y="8172"/>
                  </a:lnTo>
                  <a:lnTo>
                    <a:pt x="2952768" y="8172"/>
                  </a:lnTo>
                  <a:lnTo>
                    <a:pt x="3007155" y="8172"/>
                  </a:lnTo>
                  <a:lnTo>
                    <a:pt x="3060446" y="8172"/>
                  </a:lnTo>
                  <a:lnTo>
                    <a:pt x="3113174" y="8172"/>
                  </a:lnTo>
                  <a:lnTo>
                    <a:pt x="3165697" y="8172"/>
                  </a:lnTo>
                  <a:lnTo>
                    <a:pt x="3218229" y="8172"/>
                  </a:lnTo>
                  <a:lnTo>
                    <a:pt x="3270865" y="8172"/>
                  </a:lnTo>
                  <a:lnTo>
                    <a:pt x="3323611" y="8172"/>
                  </a:lnTo>
                  <a:lnTo>
                    <a:pt x="3376415" y="8172"/>
                  </a:lnTo>
                  <a:lnTo>
                    <a:pt x="3429200" y="8172"/>
                  </a:lnTo>
                  <a:lnTo>
                    <a:pt x="3481894" y="8172"/>
                  </a:lnTo>
                  <a:lnTo>
                    <a:pt x="3534472" y="8172"/>
                  </a:lnTo>
                  <a:lnTo>
                    <a:pt x="3586981" y="8172"/>
                  </a:lnTo>
                  <a:lnTo>
                    <a:pt x="3639572" y="8172"/>
                  </a:lnTo>
                  <a:lnTo>
                    <a:pt x="3692528" y="8172"/>
                  </a:lnTo>
                  <a:lnTo>
                    <a:pt x="3746289" y="8172"/>
                  </a:lnTo>
                  <a:lnTo>
                    <a:pt x="3801494" y="8172"/>
                  </a:lnTo>
                  <a:lnTo>
                    <a:pt x="3829811" y="8172"/>
                  </a:lnTo>
                  <a:lnTo>
                    <a:pt x="3877360" y="8172"/>
                  </a:lnTo>
                  <a:lnTo>
                    <a:pt x="3927428" y="8172"/>
                  </a:lnTo>
                  <a:lnTo>
                    <a:pt x="3980779" y="8172"/>
                  </a:lnTo>
                  <a:lnTo>
                    <a:pt x="4038247" y="8172"/>
                  </a:lnTo>
                  <a:lnTo>
                    <a:pt x="4100685" y="8172"/>
                  </a:lnTo>
                  <a:lnTo>
                    <a:pt x="4168905" y="8172"/>
                  </a:lnTo>
                  <a:lnTo>
                    <a:pt x="4243601" y="8172"/>
                  </a:lnTo>
                  <a:lnTo>
                    <a:pt x="4325243" y="8172"/>
                  </a:lnTo>
                  <a:lnTo>
                    <a:pt x="4413933" y="8172"/>
                  </a:lnTo>
                  <a:lnTo>
                    <a:pt x="4509232" y="8172"/>
                  </a:lnTo>
                  <a:lnTo>
                    <a:pt x="4609963" y="8172"/>
                  </a:lnTo>
                  <a:lnTo>
                    <a:pt x="4714050" y="8172"/>
                  </a:lnTo>
                  <a:lnTo>
                    <a:pt x="4818442" y="8172"/>
                  </a:lnTo>
                  <a:lnTo>
                    <a:pt x="4919228" y="8172"/>
                  </a:lnTo>
                  <a:lnTo>
                    <a:pt x="5012000" y="8172"/>
                  </a:lnTo>
                  <a:lnTo>
                    <a:pt x="5092470" y="8172"/>
                  </a:lnTo>
                  <a:lnTo>
                    <a:pt x="5157242" y="8172"/>
                  </a:lnTo>
                  <a:lnTo>
                    <a:pt x="5204523" y="8172"/>
                  </a:lnTo>
                  <a:lnTo>
                    <a:pt x="5234585" y="8172"/>
                  </a:lnTo>
                  <a:lnTo>
                    <a:pt x="5249843" y="8172"/>
                  </a:lnTo>
                  <a:lnTo>
                    <a:pt x="5254649" y="8172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578" y="8183"/>
                  </a:lnTo>
                  <a:lnTo>
                    <a:pt x="6735688" y="8254"/>
                  </a:lnTo>
                  <a:lnTo>
                    <a:pt x="6756078" y="8452"/>
                  </a:lnTo>
                  <a:lnTo>
                    <a:pt x="6792403" y="8841"/>
                  </a:lnTo>
                  <a:lnTo>
                    <a:pt x="6846285" y="9481"/>
                  </a:lnTo>
                  <a:lnTo>
                    <a:pt x="6917194" y="10419"/>
                  </a:lnTo>
                  <a:lnTo>
                    <a:pt x="7002670" y="11688"/>
                  </a:lnTo>
                  <a:lnTo>
                    <a:pt x="7098899" y="13300"/>
                  </a:lnTo>
                  <a:lnTo>
                    <a:pt x="7201470" y="15256"/>
                  </a:lnTo>
                  <a:lnTo>
                    <a:pt x="7306107" y="17551"/>
                  </a:lnTo>
                  <a:lnTo>
                    <a:pt x="7409197" y="20176"/>
                  </a:lnTo>
                  <a:lnTo>
                    <a:pt x="7508053" y="23130"/>
                  </a:lnTo>
                  <a:lnTo>
                    <a:pt x="7600950" y="26422"/>
                  </a:lnTo>
                  <a:lnTo>
                    <a:pt x="7687008" y="30070"/>
                  </a:lnTo>
                  <a:lnTo>
                    <a:pt x="7766011" y="34108"/>
                  </a:lnTo>
                  <a:lnTo>
                    <a:pt x="7838214" y="38581"/>
                  </a:lnTo>
                  <a:lnTo>
                    <a:pt x="7904183" y="43547"/>
                  </a:lnTo>
                  <a:lnTo>
                    <a:pt x="7964665" y="49071"/>
                  </a:lnTo>
                  <a:lnTo>
                    <a:pt x="8020494" y="55225"/>
                  </a:lnTo>
                  <a:lnTo>
                    <a:pt x="8072520" y="62079"/>
                  </a:lnTo>
                  <a:lnTo>
                    <a:pt x="8121558" y="69685"/>
                  </a:lnTo>
                  <a:lnTo>
                    <a:pt x="8151487" y="74919"/>
                  </a:lnTo>
                  <a:lnTo>
                    <a:pt x="8206649" y="85773"/>
                  </a:lnTo>
                  <a:lnTo>
                    <a:pt x="8260017" y="97796"/>
                  </a:lnTo>
                  <a:lnTo>
                    <a:pt x="8312308" y="111002"/>
                  </a:lnTo>
                  <a:lnTo>
                    <a:pt x="8364033" y="125360"/>
                  </a:lnTo>
                  <a:lnTo>
                    <a:pt x="8415541" y="140788"/>
                  </a:lnTo>
                  <a:lnTo>
                    <a:pt x="8467043" y="157153"/>
                  </a:lnTo>
                  <a:lnTo>
                    <a:pt x="8518639" y="174267"/>
                  </a:lnTo>
                  <a:lnTo>
                    <a:pt x="8570344" y="191901"/>
                  </a:lnTo>
                  <a:lnTo>
                    <a:pt x="8622116" y="209792"/>
                  </a:lnTo>
                  <a:lnTo>
                    <a:pt x="8673882" y="227662"/>
                  </a:lnTo>
                  <a:lnTo>
                    <a:pt x="8725572" y="245232"/>
                  </a:lnTo>
                  <a:lnTo>
                    <a:pt x="8777151" y="262245"/>
                  </a:lnTo>
                  <a:lnTo>
                    <a:pt x="8828644" y="278476"/>
                  </a:lnTo>
                  <a:lnTo>
                    <a:pt x="8880169" y="293747"/>
                  </a:lnTo>
                  <a:lnTo>
                    <a:pt x="8931955" y="307931"/>
                  </a:lnTo>
                  <a:lnTo>
                    <a:pt x="8984374" y="320955"/>
                  </a:lnTo>
                  <a:lnTo>
                    <a:pt x="9037966" y="332796"/>
                  </a:lnTo>
                  <a:lnTo>
                    <a:pt x="9084767" y="341903"/>
                  </a:lnTo>
                  <a:lnTo>
                    <a:pt x="9132289" y="350002"/>
                  </a:lnTo>
                  <a:lnTo>
                    <a:pt x="9182327" y="357329"/>
                  </a:lnTo>
                  <a:lnTo>
                    <a:pt x="9235643" y="363920"/>
                  </a:lnTo>
                  <a:lnTo>
                    <a:pt x="9293071" y="369836"/>
                  </a:lnTo>
                  <a:lnTo>
                    <a:pt x="9355462" y="375148"/>
                  </a:lnTo>
                  <a:lnTo>
                    <a:pt x="9423626" y="379927"/>
                  </a:lnTo>
                  <a:lnTo>
                    <a:pt x="9498257" y="384235"/>
                  </a:lnTo>
                  <a:lnTo>
                    <a:pt x="9579826" y="388126"/>
                  </a:lnTo>
                  <a:lnTo>
                    <a:pt x="9668435" y="391641"/>
                  </a:lnTo>
                  <a:lnTo>
                    <a:pt x="9763649" y="394808"/>
                  </a:lnTo>
                  <a:lnTo>
                    <a:pt x="9864299" y="397642"/>
                  </a:lnTo>
                  <a:lnTo>
                    <a:pt x="9968317" y="400147"/>
                  </a:lnTo>
                  <a:lnTo>
                    <a:pt x="10072662" y="402319"/>
                  </a:lnTo>
                  <a:lnTo>
                    <a:pt x="10173435" y="404151"/>
                  </a:lnTo>
                  <a:lnTo>
                    <a:pt x="10266238" y="405636"/>
                  </a:lnTo>
                  <a:lnTo>
                    <a:pt x="10346785" y="406782"/>
                  </a:lnTo>
                  <a:lnTo>
                    <a:pt x="10411674" y="407607"/>
                  </a:lnTo>
                  <a:lnTo>
                    <a:pt x="10459099" y="408149"/>
                  </a:lnTo>
                  <a:lnTo>
                    <a:pt x="10489310" y="408461"/>
                  </a:lnTo>
                  <a:lnTo>
                    <a:pt x="10504697" y="408605"/>
                  </a:lnTo>
                  <a:lnTo>
                    <a:pt x="10509587" y="408647"/>
                  </a:lnTo>
                  <a:lnTo>
                    <a:pt x="10509911" y="408649"/>
                  </a:lnTo>
                  <a:lnTo>
                    <a:pt x="11981298" y="408649"/>
                  </a:lnTo>
                  <a:lnTo>
                    <a:pt x="11981298" y="400476"/>
                  </a:lnTo>
                  <a:lnTo>
                    <a:pt x="10509911" y="400476"/>
                  </a:lnTo>
                  <a:lnTo>
                    <a:pt x="10508675" y="400466"/>
                  </a:lnTo>
                  <a:lnTo>
                    <a:pt x="10500566" y="400395"/>
                  </a:lnTo>
                  <a:lnTo>
                    <a:pt x="10480176" y="400197"/>
                  </a:lnTo>
                  <a:lnTo>
                    <a:pt x="10443850" y="399808"/>
                  </a:lnTo>
                  <a:lnTo>
                    <a:pt x="10389968" y="399168"/>
                  </a:lnTo>
                  <a:lnTo>
                    <a:pt x="10319059" y="398229"/>
                  </a:lnTo>
                  <a:lnTo>
                    <a:pt x="10233583" y="396961"/>
                  </a:lnTo>
                  <a:lnTo>
                    <a:pt x="10137354" y="395349"/>
                  </a:lnTo>
                  <a:lnTo>
                    <a:pt x="10034783" y="393393"/>
                  </a:lnTo>
                  <a:lnTo>
                    <a:pt x="9930146" y="391098"/>
                  </a:lnTo>
                  <a:lnTo>
                    <a:pt x="9827057" y="388473"/>
                  </a:lnTo>
                  <a:lnTo>
                    <a:pt x="9728200" y="385518"/>
                  </a:lnTo>
                  <a:lnTo>
                    <a:pt x="9635303" y="382227"/>
                  </a:lnTo>
                  <a:lnTo>
                    <a:pt x="9549245" y="378579"/>
                  </a:lnTo>
                  <a:lnTo>
                    <a:pt x="9470242" y="374541"/>
                  </a:lnTo>
                  <a:lnTo>
                    <a:pt x="9398039" y="370068"/>
                  </a:lnTo>
                  <a:lnTo>
                    <a:pt x="9332070" y="365102"/>
                  </a:lnTo>
                  <a:lnTo>
                    <a:pt x="9271588" y="359578"/>
                  </a:lnTo>
                  <a:lnTo>
                    <a:pt x="9215759" y="353424"/>
                  </a:lnTo>
                  <a:lnTo>
                    <a:pt x="9163733" y="346570"/>
                  </a:lnTo>
                  <a:lnTo>
                    <a:pt x="9114695" y="338964"/>
                  </a:lnTo>
                  <a:lnTo>
                    <a:pt x="9084767" y="333730"/>
                  </a:lnTo>
                  <a:lnTo>
                    <a:pt x="9029604" y="322876"/>
                  </a:lnTo>
                  <a:lnTo>
                    <a:pt x="8976236" y="310853"/>
                  </a:lnTo>
                  <a:lnTo>
                    <a:pt x="8923946" y="297647"/>
                  </a:lnTo>
                  <a:lnTo>
                    <a:pt x="8872220" y="283289"/>
                  </a:lnTo>
                  <a:lnTo>
                    <a:pt x="8820712" y="267861"/>
                  </a:lnTo>
                  <a:lnTo>
                    <a:pt x="8769211" y="251496"/>
                  </a:lnTo>
                  <a:lnTo>
                    <a:pt x="8717615" y="234382"/>
                  </a:lnTo>
                  <a:lnTo>
                    <a:pt x="8665909" y="216748"/>
                  </a:lnTo>
                  <a:lnTo>
                    <a:pt x="8614137" y="198857"/>
                  </a:lnTo>
                  <a:lnTo>
                    <a:pt x="8562372" y="180987"/>
                  </a:lnTo>
                  <a:lnTo>
                    <a:pt x="8510681" y="163417"/>
                  </a:lnTo>
                  <a:lnTo>
                    <a:pt x="8459103" y="146404"/>
                  </a:lnTo>
                  <a:lnTo>
                    <a:pt x="8407609" y="130173"/>
                  </a:lnTo>
                  <a:lnTo>
                    <a:pt x="8356085" y="114902"/>
                  </a:lnTo>
                  <a:lnTo>
                    <a:pt x="8304298" y="100718"/>
                  </a:lnTo>
                  <a:lnTo>
                    <a:pt x="8251880" y="87693"/>
                  </a:lnTo>
                  <a:lnTo>
                    <a:pt x="8198287" y="75853"/>
                  </a:lnTo>
                  <a:lnTo>
                    <a:pt x="8151487" y="66746"/>
                  </a:lnTo>
                  <a:lnTo>
                    <a:pt x="8103964" y="58647"/>
                  </a:lnTo>
                  <a:lnTo>
                    <a:pt x="8053926" y="51320"/>
                  </a:lnTo>
                  <a:lnTo>
                    <a:pt x="8000610" y="44729"/>
                  </a:lnTo>
                  <a:lnTo>
                    <a:pt x="7943182" y="38813"/>
                  </a:lnTo>
                  <a:lnTo>
                    <a:pt x="7880792" y="33501"/>
                  </a:lnTo>
                  <a:lnTo>
                    <a:pt x="7812627" y="28722"/>
                  </a:lnTo>
                  <a:lnTo>
                    <a:pt x="7737996" y="24414"/>
                  </a:lnTo>
                  <a:lnTo>
                    <a:pt x="7656428" y="20523"/>
                  </a:lnTo>
                  <a:lnTo>
                    <a:pt x="7567818" y="17008"/>
                  </a:lnTo>
                  <a:lnTo>
                    <a:pt x="7472604" y="13841"/>
                  </a:lnTo>
                  <a:lnTo>
                    <a:pt x="7371954" y="11007"/>
                  </a:lnTo>
                  <a:lnTo>
                    <a:pt x="7267937" y="8502"/>
                  </a:lnTo>
                  <a:lnTo>
                    <a:pt x="7163591" y="6330"/>
                  </a:lnTo>
                  <a:lnTo>
                    <a:pt x="7062818" y="4498"/>
                  </a:lnTo>
                  <a:lnTo>
                    <a:pt x="6970016" y="3012"/>
                  </a:lnTo>
                  <a:lnTo>
                    <a:pt x="6889468" y="1867"/>
                  </a:lnTo>
                  <a:lnTo>
                    <a:pt x="6824580" y="1042"/>
                  </a:lnTo>
                  <a:lnTo>
                    <a:pt x="6777154" y="500"/>
                  </a:lnTo>
                  <a:lnTo>
                    <a:pt x="6746943" y="188"/>
                  </a:lnTo>
                  <a:lnTo>
                    <a:pt x="6731556" y="44"/>
                  </a:lnTo>
                  <a:lnTo>
                    <a:pt x="6726666" y="2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717" y="0"/>
                  </a:lnTo>
                  <a:lnTo>
                    <a:pt x="5245595" y="0"/>
                  </a:lnTo>
                  <a:lnTo>
                    <a:pt x="5225174" y="0"/>
                  </a:lnTo>
                  <a:lnTo>
                    <a:pt x="5188796" y="0"/>
                  </a:lnTo>
                  <a:lnTo>
                    <a:pt x="5134841" y="0"/>
                  </a:lnTo>
                  <a:lnTo>
                    <a:pt x="5063845" y="0"/>
                  </a:lnTo>
                  <a:lnTo>
                    <a:pt x="4978276" y="0"/>
                  </a:lnTo>
                  <a:lnTo>
                    <a:pt x="4881960" y="0"/>
                  </a:lnTo>
                  <a:lnTo>
                    <a:pt x="4779314" y="0"/>
                  </a:lnTo>
                  <a:lnTo>
                    <a:pt x="4674619" y="0"/>
                  </a:lnTo>
                  <a:lnTo>
                    <a:pt x="4571490" y="0"/>
                  </a:lnTo>
                  <a:lnTo>
                    <a:pt x="4472613" y="0"/>
                  </a:lnTo>
                  <a:lnTo>
                    <a:pt x="4379710" y="0"/>
                  </a:lnTo>
                  <a:lnTo>
                    <a:pt x="4293656" y="0"/>
                  </a:lnTo>
                  <a:lnTo>
                    <a:pt x="4214666" y="0"/>
                  </a:lnTo>
                  <a:lnTo>
                    <a:pt x="4142479" y="0"/>
                  </a:lnTo>
                  <a:lnTo>
                    <a:pt x="4076527" y="0"/>
                  </a:lnTo>
                  <a:lnTo>
                    <a:pt x="4016060" y="0"/>
                  </a:lnTo>
                  <a:lnTo>
                    <a:pt x="3960244" y="0"/>
                  </a:lnTo>
                  <a:lnTo>
                    <a:pt x="3908225" y="0"/>
                  </a:lnTo>
                  <a:lnTo>
                    <a:pt x="3859190" y="0"/>
                  </a:lnTo>
                  <a:lnTo>
                    <a:pt x="3829811" y="0"/>
                  </a:lnTo>
                  <a:lnTo>
                    <a:pt x="3773574" y="0"/>
                  </a:lnTo>
                  <a:lnTo>
                    <a:pt x="3719187" y="0"/>
                  </a:lnTo>
                  <a:lnTo>
                    <a:pt x="3665897" y="0"/>
                  </a:lnTo>
                  <a:lnTo>
                    <a:pt x="3613168" y="0"/>
                  </a:lnTo>
                  <a:lnTo>
                    <a:pt x="3560645" y="0"/>
                  </a:lnTo>
                  <a:lnTo>
                    <a:pt x="3508113" y="0"/>
                  </a:lnTo>
                  <a:lnTo>
                    <a:pt x="3455477" y="0"/>
                  </a:lnTo>
                  <a:lnTo>
                    <a:pt x="3402731" y="0"/>
                  </a:lnTo>
                  <a:lnTo>
                    <a:pt x="3349927" y="0"/>
                  </a:lnTo>
                  <a:lnTo>
                    <a:pt x="3297143" y="0"/>
                  </a:lnTo>
                  <a:lnTo>
                    <a:pt x="3244448" y="0"/>
                  </a:lnTo>
                  <a:lnTo>
                    <a:pt x="3191870" y="0"/>
                  </a:lnTo>
                  <a:lnTo>
                    <a:pt x="3139361" y="0"/>
                  </a:lnTo>
                  <a:lnTo>
                    <a:pt x="3086770" y="0"/>
                  </a:lnTo>
                  <a:lnTo>
                    <a:pt x="3033815" y="0"/>
                  </a:lnTo>
                  <a:lnTo>
                    <a:pt x="2980053" y="0"/>
                  </a:lnTo>
                  <a:lnTo>
                    <a:pt x="2924848" y="0"/>
                  </a:lnTo>
                  <a:lnTo>
                    <a:pt x="2896531" y="0"/>
                  </a:lnTo>
                  <a:lnTo>
                    <a:pt x="2848982" y="0"/>
                  </a:lnTo>
                  <a:lnTo>
                    <a:pt x="2798914" y="0"/>
                  </a:lnTo>
                  <a:lnTo>
                    <a:pt x="2745563" y="0"/>
                  </a:lnTo>
                  <a:lnTo>
                    <a:pt x="2688096" y="0"/>
                  </a:lnTo>
                  <a:lnTo>
                    <a:pt x="2625657" y="0"/>
                  </a:lnTo>
                  <a:lnTo>
                    <a:pt x="2557437" y="0"/>
                  </a:lnTo>
                  <a:lnTo>
                    <a:pt x="2482741" y="0"/>
                  </a:lnTo>
                  <a:lnTo>
                    <a:pt x="2401099" y="0"/>
                  </a:lnTo>
                  <a:lnTo>
                    <a:pt x="2312409" y="0"/>
                  </a:lnTo>
                  <a:lnTo>
                    <a:pt x="2217110" y="0"/>
                  </a:lnTo>
                  <a:lnTo>
                    <a:pt x="2116379" y="0"/>
                  </a:lnTo>
                  <a:lnTo>
                    <a:pt x="2012292" y="0"/>
                  </a:lnTo>
                  <a:lnTo>
                    <a:pt x="1907900" y="0"/>
                  </a:lnTo>
                  <a:lnTo>
                    <a:pt x="1807114" y="0"/>
                  </a:lnTo>
                  <a:lnTo>
                    <a:pt x="1714343" y="0"/>
                  </a:lnTo>
                  <a:lnTo>
                    <a:pt x="1633872" y="0"/>
                  </a:lnTo>
                  <a:lnTo>
                    <a:pt x="1569100" y="0"/>
                  </a:lnTo>
                  <a:lnTo>
                    <a:pt x="1521819" y="0"/>
                  </a:lnTo>
                  <a:lnTo>
                    <a:pt x="1491757" y="0"/>
                  </a:lnTo>
                  <a:lnTo>
                    <a:pt x="1476500" y="0"/>
                  </a:lnTo>
                  <a:lnTo>
                    <a:pt x="1471693" y="0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684" name="pl684"/>
            <p:cNvSpPr/>
            <p:nvPr/>
          </p:nvSpPr>
          <p:spPr>
            <a:xfrm>
              <a:off x="4799595" y="2609600"/>
              <a:ext cx="11981298" cy="400476"/>
            </a:xfrm>
            <a:custGeom>
              <a:avLst/>
              <a:pathLst>
                <a:path w="11981298" h="400476">
                  <a:moveTo>
                    <a:pt x="0" y="0"/>
                  </a:moveTo>
                  <a:lnTo>
                    <a:pt x="1471387" y="0"/>
                  </a:lnTo>
                  <a:lnTo>
                    <a:pt x="1472625" y="0"/>
                  </a:lnTo>
                  <a:lnTo>
                    <a:pt x="1480747" y="0"/>
                  </a:lnTo>
                  <a:lnTo>
                    <a:pt x="1501168" y="0"/>
                  </a:lnTo>
                  <a:lnTo>
                    <a:pt x="1537546" y="0"/>
                  </a:lnTo>
                  <a:lnTo>
                    <a:pt x="1591501" y="0"/>
                  </a:lnTo>
                  <a:lnTo>
                    <a:pt x="1662497" y="0"/>
                  </a:lnTo>
                  <a:lnTo>
                    <a:pt x="1748066" y="0"/>
                  </a:lnTo>
                  <a:lnTo>
                    <a:pt x="1844382" y="0"/>
                  </a:lnTo>
                  <a:lnTo>
                    <a:pt x="1947029" y="0"/>
                  </a:lnTo>
                  <a:lnTo>
                    <a:pt x="2051723" y="0"/>
                  </a:lnTo>
                  <a:lnTo>
                    <a:pt x="2154852" y="0"/>
                  </a:lnTo>
                  <a:lnTo>
                    <a:pt x="2253729" y="0"/>
                  </a:lnTo>
                  <a:lnTo>
                    <a:pt x="2346632" y="0"/>
                  </a:lnTo>
                  <a:lnTo>
                    <a:pt x="2432686" y="0"/>
                  </a:lnTo>
                  <a:lnTo>
                    <a:pt x="2511676" y="0"/>
                  </a:lnTo>
                  <a:lnTo>
                    <a:pt x="2583863" y="0"/>
                  </a:lnTo>
                  <a:lnTo>
                    <a:pt x="2649815" y="0"/>
                  </a:lnTo>
                  <a:lnTo>
                    <a:pt x="2710282" y="0"/>
                  </a:lnTo>
                  <a:lnTo>
                    <a:pt x="2766098" y="0"/>
                  </a:lnTo>
                  <a:lnTo>
                    <a:pt x="2818117" y="0"/>
                  </a:lnTo>
                  <a:lnTo>
                    <a:pt x="2867152" y="0"/>
                  </a:lnTo>
                  <a:lnTo>
                    <a:pt x="2896531" y="0"/>
                  </a:lnTo>
                  <a:lnTo>
                    <a:pt x="2952768" y="0"/>
                  </a:lnTo>
                  <a:lnTo>
                    <a:pt x="3007155" y="0"/>
                  </a:lnTo>
                  <a:lnTo>
                    <a:pt x="3060446" y="0"/>
                  </a:lnTo>
                  <a:lnTo>
                    <a:pt x="3113174" y="0"/>
                  </a:lnTo>
                  <a:lnTo>
                    <a:pt x="3165697" y="0"/>
                  </a:lnTo>
                  <a:lnTo>
                    <a:pt x="3218229" y="0"/>
                  </a:lnTo>
                  <a:lnTo>
                    <a:pt x="3270865" y="0"/>
                  </a:lnTo>
                  <a:lnTo>
                    <a:pt x="3323611" y="0"/>
                  </a:lnTo>
                  <a:lnTo>
                    <a:pt x="3376415" y="0"/>
                  </a:lnTo>
                  <a:lnTo>
                    <a:pt x="3429200" y="0"/>
                  </a:lnTo>
                  <a:lnTo>
                    <a:pt x="3481894" y="0"/>
                  </a:lnTo>
                  <a:lnTo>
                    <a:pt x="3534472" y="0"/>
                  </a:lnTo>
                  <a:lnTo>
                    <a:pt x="3586981" y="0"/>
                  </a:lnTo>
                  <a:lnTo>
                    <a:pt x="3639572" y="0"/>
                  </a:lnTo>
                  <a:lnTo>
                    <a:pt x="3692528" y="0"/>
                  </a:lnTo>
                  <a:lnTo>
                    <a:pt x="3746289" y="0"/>
                  </a:lnTo>
                  <a:lnTo>
                    <a:pt x="3801494" y="0"/>
                  </a:lnTo>
                  <a:lnTo>
                    <a:pt x="3829811" y="0"/>
                  </a:lnTo>
                  <a:lnTo>
                    <a:pt x="3877360" y="0"/>
                  </a:lnTo>
                  <a:lnTo>
                    <a:pt x="3927428" y="0"/>
                  </a:lnTo>
                  <a:lnTo>
                    <a:pt x="3980779" y="0"/>
                  </a:lnTo>
                  <a:lnTo>
                    <a:pt x="4038247" y="0"/>
                  </a:lnTo>
                  <a:lnTo>
                    <a:pt x="4100685" y="0"/>
                  </a:lnTo>
                  <a:lnTo>
                    <a:pt x="4168905" y="0"/>
                  </a:lnTo>
                  <a:lnTo>
                    <a:pt x="4243601" y="0"/>
                  </a:lnTo>
                  <a:lnTo>
                    <a:pt x="4325243" y="0"/>
                  </a:lnTo>
                  <a:lnTo>
                    <a:pt x="4413933" y="0"/>
                  </a:lnTo>
                  <a:lnTo>
                    <a:pt x="4509232" y="0"/>
                  </a:lnTo>
                  <a:lnTo>
                    <a:pt x="4609963" y="0"/>
                  </a:lnTo>
                  <a:lnTo>
                    <a:pt x="4714050" y="0"/>
                  </a:lnTo>
                  <a:lnTo>
                    <a:pt x="4818442" y="0"/>
                  </a:lnTo>
                  <a:lnTo>
                    <a:pt x="4919228" y="0"/>
                  </a:lnTo>
                  <a:lnTo>
                    <a:pt x="5012000" y="0"/>
                  </a:lnTo>
                  <a:lnTo>
                    <a:pt x="5092470" y="0"/>
                  </a:lnTo>
                  <a:lnTo>
                    <a:pt x="5157242" y="0"/>
                  </a:lnTo>
                  <a:lnTo>
                    <a:pt x="5204523" y="0"/>
                  </a:lnTo>
                  <a:lnTo>
                    <a:pt x="5234585" y="0"/>
                  </a:lnTo>
                  <a:lnTo>
                    <a:pt x="5249843" y="0"/>
                  </a:lnTo>
                  <a:lnTo>
                    <a:pt x="5254649" y="0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578" y="10"/>
                  </a:lnTo>
                  <a:lnTo>
                    <a:pt x="6735688" y="81"/>
                  </a:lnTo>
                  <a:lnTo>
                    <a:pt x="6756078" y="279"/>
                  </a:lnTo>
                  <a:lnTo>
                    <a:pt x="6792403" y="668"/>
                  </a:lnTo>
                  <a:lnTo>
                    <a:pt x="6846285" y="1308"/>
                  </a:lnTo>
                  <a:lnTo>
                    <a:pt x="6917194" y="2246"/>
                  </a:lnTo>
                  <a:lnTo>
                    <a:pt x="7002670" y="3515"/>
                  </a:lnTo>
                  <a:lnTo>
                    <a:pt x="7098899" y="5127"/>
                  </a:lnTo>
                  <a:lnTo>
                    <a:pt x="7201470" y="7083"/>
                  </a:lnTo>
                  <a:lnTo>
                    <a:pt x="7306107" y="9378"/>
                  </a:lnTo>
                  <a:lnTo>
                    <a:pt x="7409197" y="12003"/>
                  </a:lnTo>
                  <a:lnTo>
                    <a:pt x="7508053" y="14957"/>
                  </a:lnTo>
                  <a:lnTo>
                    <a:pt x="7600950" y="18249"/>
                  </a:lnTo>
                  <a:lnTo>
                    <a:pt x="7687008" y="21897"/>
                  </a:lnTo>
                  <a:lnTo>
                    <a:pt x="7766011" y="25935"/>
                  </a:lnTo>
                  <a:lnTo>
                    <a:pt x="7838214" y="30408"/>
                  </a:lnTo>
                  <a:lnTo>
                    <a:pt x="7904183" y="35374"/>
                  </a:lnTo>
                  <a:lnTo>
                    <a:pt x="7964665" y="40898"/>
                  </a:lnTo>
                  <a:lnTo>
                    <a:pt x="8020494" y="47052"/>
                  </a:lnTo>
                  <a:lnTo>
                    <a:pt x="8072520" y="53906"/>
                  </a:lnTo>
                  <a:lnTo>
                    <a:pt x="8121558" y="61512"/>
                  </a:lnTo>
                  <a:lnTo>
                    <a:pt x="8151487" y="66746"/>
                  </a:lnTo>
                  <a:lnTo>
                    <a:pt x="8206649" y="77600"/>
                  </a:lnTo>
                  <a:lnTo>
                    <a:pt x="8260017" y="89623"/>
                  </a:lnTo>
                  <a:lnTo>
                    <a:pt x="8312308" y="102829"/>
                  </a:lnTo>
                  <a:lnTo>
                    <a:pt x="8364033" y="117187"/>
                  </a:lnTo>
                  <a:lnTo>
                    <a:pt x="8415541" y="132615"/>
                  </a:lnTo>
                  <a:lnTo>
                    <a:pt x="8467043" y="148980"/>
                  </a:lnTo>
                  <a:lnTo>
                    <a:pt x="8518639" y="166094"/>
                  </a:lnTo>
                  <a:lnTo>
                    <a:pt x="8570344" y="183728"/>
                  </a:lnTo>
                  <a:lnTo>
                    <a:pt x="8622116" y="201619"/>
                  </a:lnTo>
                  <a:lnTo>
                    <a:pt x="8673882" y="219489"/>
                  </a:lnTo>
                  <a:lnTo>
                    <a:pt x="8725572" y="237059"/>
                  </a:lnTo>
                  <a:lnTo>
                    <a:pt x="8777151" y="254072"/>
                  </a:lnTo>
                  <a:lnTo>
                    <a:pt x="8828644" y="270303"/>
                  </a:lnTo>
                  <a:lnTo>
                    <a:pt x="8880169" y="285574"/>
                  </a:lnTo>
                  <a:lnTo>
                    <a:pt x="8931955" y="299758"/>
                  </a:lnTo>
                  <a:lnTo>
                    <a:pt x="8984374" y="312782"/>
                  </a:lnTo>
                  <a:lnTo>
                    <a:pt x="9037966" y="324623"/>
                  </a:lnTo>
                  <a:lnTo>
                    <a:pt x="9084767" y="333730"/>
                  </a:lnTo>
                  <a:lnTo>
                    <a:pt x="9132289" y="341829"/>
                  </a:lnTo>
                  <a:lnTo>
                    <a:pt x="9182327" y="349156"/>
                  </a:lnTo>
                  <a:lnTo>
                    <a:pt x="9235643" y="355747"/>
                  </a:lnTo>
                  <a:lnTo>
                    <a:pt x="9293071" y="361663"/>
                  </a:lnTo>
                  <a:lnTo>
                    <a:pt x="9355462" y="366975"/>
                  </a:lnTo>
                  <a:lnTo>
                    <a:pt x="9423626" y="371754"/>
                  </a:lnTo>
                  <a:lnTo>
                    <a:pt x="9498257" y="376062"/>
                  </a:lnTo>
                  <a:lnTo>
                    <a:pt x="9579826" y="379953"/>
                  </a:lnTo>
                  <a:lnTo>
                    <a:pt x="9668435" y="383468"/>
                  </a:lnTo>
                  <a:lnTo>
                    <a:pt x="9763649" y="386635"/>
                  </a:lnTo>
                  <a:lnTo>
                    <a:pt x="9864299" y="389469"/>
                  </a:lnTo>
                  <a:lnTo>
                    <a:pt x="9968317" y="391974"/>
                  </a:lnTo>
                  <a:lnTo>
                    <a:pt x="10072662" y="394146"/>
                  </a:lnTo>
                  <a:lnTo>
                    <a:pt x="10173435" y="395978"/>
                  </a:lnTo>
                  <a:lnTo>
                    <a:pt x="10266238" y="397463"/>
                  </a:lnTo>
                  <a:lnTo>
                    <a:pt x="10346785" y="398609"/>
                  </a:lnTo>
                  <a:lnTo>
                    <a:pt x="10411674" y="399434"/>
                  </a:lnTo>
                  <a:lnTo>
                    <a:pt x="10459099" y="399976"/>
                  </a:lnTo>
                  <a:lnTo>
                    <a:pt x="10489310" y="400288"/>
                  </a:lnTo>
                  <a:lnTo>
                    <a:pt x="10504697" y="400432"/>
                  </a:lnTo>
                  <a:lnTo>
                    <a:pt x="10509587" y="400474"/>
                  </a:lnTo>
                  <a:lnTo>
                    <a:pt x="10509911" y="400476"/>
                  </a:lnTo>
                  <a:lnTo>
                    <a:pt x="11981298" y="40047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85" name="pl685"/>
            <p:cNvSpPr/>
            <p:nvPr/>
          </p:nvSpPr>
          <p:spPr>
            <a:xfrm>
              <a:off x="4799595" y="2601427"/>
              <a:ext cx="11981298" cy="400476"/>
            </a:xfrm>
            <a:custGeom>
              <a:avLst/>
              <a:pathLst>
                <a:path w="11981298" h="400476">
                  <a:moveTo>
                    <a:pt x="11981298" y="400476"/>
                  </a:moveTo>
                  <a:lnTo>
                    <a:pt x="10509911" y="400476"/>
                  </a:lnTo>
                  <a:lnTo>
                    <a:pt x="10508675" y="400466"/>
                  </a:lnTo>
                  <a:lnTo>
                    <a:pt x="10500566" y="400395"/>
                  </a:lnTo>
                  <a:lnTo>
                    <a:pt x="10480176" y="400197"/>
                  </a:lnTo>
                  <a:lnTo>
                    <a:pt x="10443850" y="399808"/>
                  </a:lnTo>
                  <a:lnTo>
                    <a:pt x="10389968" y="399168"/>
                  </a:lnTo>
                  <a:lnTo>
                    <a:pt x="10319059" y="398229"/>
                  </a:lnTo>
                  <a:lnTo>
                    <a:pt x="10233583" y="396961"/>
                  </a:lnTo>
                  <a:lnTo>
                    <a:pt x="10137354" y="395349"/>
                  </a:lnTo>
                  <a:lnTo>
                    <a:pt x="10034783" y="393393"/>
                  </a:lnTo>
                  <a:lnTo>
                    <a:pt x="9930146" y="391098"/>
                  </a:lnTo>
                  <a:lnTo>
                    <a:pt x="9827057" y="388473"/>
                  </a:lnTo>
                  <a:lnTo>
                    <a:pt x="9728200" y="385518"/>
                  </a:lnTo>
                  <a:lnTo>
                    <a:pt x="9635303" y="382227"/>
                  </a:lnTo>
                  <a:lnTo>
                    <a:pt x="9549245" y="378579"/>
                  </a:lnTo>
                  <a:lnTo>
                    <a:pt x="9470242" y="374541"/>
                  </a:lnTo>
                  <a:lnTo>
                    <a:pt x="9398039" y="370068"/>
                  </a:lnTo>
                  <a:lnTo>
                    <a:pt x="9332070" y="365102"/>
                  </a:lnTo>
                  <a:lnTo>
                    <a:pt x="9271588" y="359578"/>
                  </a:lnTo>
                  <a:lnTo>
                    <a:pt x="9215759" y="353424"/>
                  </a:lnTo>
                  <a:lnTo>
                    <a:pt x="9163733" y="346570"/>
                  </a:lnTo>
                  <a:lnTo>
                    <a:pt x="9114695" y="338964"/>
                  </a:lnTo>
                  <a:lnTo>
                    <a:pt x="9084767" y="333730"/>
                  </a:lnTo>
                  <a:lnTo>
                    <a:pt x="9029604" y="322876"/>
                  </a:lnTo>
                  <a:lnTo>
                    <a:pt x="8976236" y="310853"/>
                  </a:lnTo>
                  <a:lnTo>
                    <a:pt x="8923946" y="297647"/>
                  </a:lnTo>
                  <a:lnTo>
                    <a:pt x="8872220" y="283289"/>
                  </a:lnTo>
                  <a:lnTo>
                    <a:pt x="8820712" y="267861"/>
                  </a:lnTo>
                  <a:lnTo>
                    <a:pt x="8769211" y="251496"/>
                  </a:lnTo>
                  <a:lnTo>
                    <a:pt x="8717615" y="234382"/>
                  </a:lnTo>
                  <a:lnTo>
                    <a:pt x="8665909" y="216748"/>
                  </a:lnTo>
                  <a:lnTo>
                    <a:pt x="8614137" y="198857"/>
                  </a:lnTo>
                  <a:lnTo>
                    <a:pt x="8562372" y="180987"/>
                  </a:lnTo>
                  <a:lnTo>
                    <a:pt x="8510681" y="163417"/>
                  </a:lnTo>
                  <a:lnTo>
                    <a:pt x="8459103" y="146404"/>
                  </a:lnTo>
                  <a:lnTo>
                    <a:pt x="8407609" y="130173"/>
                  </a:lnTo>
                  <a:lnTo>
                    <a:pt x="8356085" y="114902"/>
                  </a:lnTo>
                  <a:lnTo>
                    <a:pt x="8304298" y="100718"/>
                  </a:lnTo>
                  <a:lnTo>
                    <a:pt x="8251880" y="87693"/>
                  </a:lnTo>
                  <a:lnTo>
                    <a:pt x="8198287" y="75853"/>
                  </a:lnTo>
                  <a:lnTo>
                    <a:pt x="8151487" y="66746"/>
                  </a:lnTo>
                  <a:lnTo>
                    <a:pt x="8103964" y="58647"/>
                  </a:lnTo>
                  <a:lnTo>
                    <a:pt x="8053926" y="51320"/>
                  </a:lnTo>
                  <a:lnTo>
                    <a:pt x="8000610" y="44729"/>
                  </a:lnTo>
                  <a:lnTo>
                    <a:pt x="7943182" y="38813"/>
                  </a:lnTo>
                  <a:lnTo>
                    <a:pt x="7880792" y="33501"/>
                  </a:lnTo>
                  <a:lnTo>
                    <a:pt x="7812627" y="28722"/>
                  </a:lnTo>
                  <a:lnTo>
                    <a:pt x="7737996" y="24414"/>
                  </a:lnTo>
                  <a:lnTo>
                    <a:pt x="7656428" y="20523"/>
                  </a:lnTo>
                  <a:lnTo>
                    <a:pt x="7567818" y="17008"/>
                  </a:lnTo>
                  <a:lnTo>
                    <a:pt x="7472604" y="13841"/>
                  </a:lnTo>
                  <a:lnTo>
                    <a:pt x="7371954" y="11007"/>
                  </a:lnTo>
                  <a:lnTo>
                    <a:pt x="7267937" y="8502"/>
                  </a:lnTo>
                  <a:lnTo>
                    <a:pt x="7163591" y="6330"/>
                  </a:lnTo>
                  <a:lnTo>
                    <a:pt x="7062818" y="4498"/>
                  </a:lnTo>
                  <a:lnTo>
                    <a:pt x="6970016" y="3012"/>
                  </a:lnTo>
                  <a:lnTo>
                    <a:pt x="6889468" y="1867"/>
                  </a:lnTo>
                  <a:lnTo>
                    <a:pt x="6824580" y="1042"/>
                  </a:lnTo>
                  <a:lnTo>
                    <a:pt x="6777154" y="500"/>
                  </a:lnTo>
                  <a:lnTo>
                    <a:pt x="6746943" y="188"/>
                  </a:lnTo>
                  <a:lnTo>
                    <a:pt x="6731556" y="44"/>
                  </a:lnTo>
                  <a:lnTo>
                    <a:pt x="6726666" y="2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717" y="0"/>
                  </a:lnTo>
                  <a:lnTo>
                    <a:pt x="5245595" y="0"/>
                  </a:lnTo>
                  <a:lnTo>
                    <a:pt x="5225174" y="0"/>
                  </a:lnTo>
                  <a:lnTo>
                    <a:pt x="5188796" y="0"/>
                  </a:lnTo>
                  <a:lnTo>
                    <a:pt x="5134841" y="0"/>
                  </a:lnTo>
                  <a:lnTo>
                    <a:pt x="5063845" y="0"/>
                  </a:lnTo>
                  <a:lnTo>
                    <a:pt x="4978276" y="0"/>
                  </a:lnTo>
                  <a:lnTo>
                    <a:pt x="4881960" y="0"/>
                  </a:lnTo>
                  <a:lnTo>
                    <a:pt x="4779314" y="0"/>
                  </a:lnTo>
                  <a:lnTo>
                    <a:pt x="4674619" y="0"/>
                  </a:lnTo>
                  <a:lnTo>
                    <a:pt x="4571490" y="0"/>
                  </a:lnTo>
                  <a:lnTo>
                    <a:pt x="4472613" y="0"/>
                  </a:lnTo>
                  <a:lnTo>
                    <a:pt x="4379710" y="0"/>
                  </a:lnTo>
                  <a:lnTo>
                    <a:pt x="4293656" y="0"/>
                  </a:lnTo>
                  <a:lnTo>
                    <a:pt x="4214666" y="0"/>
                  </a:lnTo>
                  <a:lnTo>
                    <a:pt x="4142479" y="0"/>
                  </a:lnTo>
                  <a:lnTo>
                    <a:pt x="4076527" y="0"/>
                  </a:lnTo>
                  <a:lnTo>
                    <a:pt x="4016060" y="0"/>
                  </a:lnTo>
                  <a:lnTo>
                    <a:pt x="3960244" y="0"/>
                  </a:lnTo>
                  <a:lnTo>
                    <a:pt x="3908225" y="0"/>
                  </a:lnTo>
                  <a:lnTo>
                    <a:pt x="3859190" y="0"/>
                  </a:lnTo>
                  <a:lnTo>
                    <a:pt x="3829811" y="0"/>
                  </a:lnTo>
                  <a:lnTo>
                    <a:pt x="3773574" y="0"/>
                  </a:lnTo>
                  <a:lnTo>
                    <a:pt x="3719187" y="0"/>
                  </a:lnTo>
                  <a:lnTo>
                    <a:pt x="3665897" y="0"/>
                  </a:lnTo>
                  <a:lnTo>
                    <a:pt x="3613168" y="0"/>
                  </a:lnTo>
                  <a:lnTo>
                    <a:pt x="3560645" y="0"/>
                  </a:lnTo>
                  <a:lnTo>
                    <a:pt x="3508113" y="0"/>
                  </a:lnTo>
                  <a:lnTo>
                    <a:pt x="3455477" y="0"/>
                  </a:lnTo>
                  <a:lnTo>
                    <a:pt x="3402731" y="0"/>
                  </a:lnTo>
                  <a:lnTo>
                    <a:pt x="3349927" y="0"/>
                  </a:lnTo>
                  <a:lnTo>
                    <a:pt x="3297143" y="0"/>
                  </a:lnTo>
                  <a:lnTo>
                    <a:pt x="3244448" y="0"/>
                  </a:lnTo>
                  <a:lnTo>
                    <a:pt x="3191870" y="0"/>
                  </a:lnTo>
                  <a:lnTo>
                    <a:pt x="3139361" y="0"/>
                  </a:lnTo>
                  <a:lnTo>
                    <a:pt x="3086770" y="0"/>
                  </a:lnTo>
                  <a:lnTo>
                    <a:pt x="3033815" y="0"/>
                  </a:lnTo>
                  <a:lnTo>
                    <a:pt x="2980053" y="0"/>
                  </a:lnTo>
                  <a:lnTo>
                    <a:pt x="2924848" y="0"/>
                  </a:lnTo>
                  <a:lnTo>
                    <a:pt x="2896531" y="0"/>
                  </a:lnTo>
                  <a:lnTo>
                    <a:pt x="2848982" y="0"/>
                  </a:lnTo>
                  <a:lnTo>
                    <a:pt x="2798914" y="0"/>
                  </a:lnTo>
                  <a:lnTo>
                    <a:pt x="2745563" y="0"/>
                  </a:lnTo>
                  <a:lnTo>
                    <a:pt x="2688096" y="0"/>
                  </a:lnTo>
                  <a:lnTo>
                    <a:pt x="2625657" y="0"/>
                  </a:lnTo>
                  <a:lnTo>
                    <a:pt x="2557437" y="0"/>
                  </a:lnTo>
                  <a:lnTo>
                    <a:pt x="2482741" y="0"/>
                  </a:lnTo>
                  <a:lnTo>
                    <a:pt x="2401099" y="0"/>
                  </a:lnTo>
                  <a:lnTo>
                    <a:pt x="2312409" y="0"/>
                  </a:lnTo>
                  <a:lnTo>
                    <a:pt x="2217110" y="0"/>
                  </a:lnTo>
                  <a:lnTo>
                    <a:pt x="2116379" y="0"/>
                  </a:lnTo>
                  <a:lnTo>
                    <a:pt x="2012292" y="0"/>
                  </a:lnTo>
                  <a:lnTo>
                    <a:pt x="1907900" y="0"/>
                  </a:lnTo>
                  <a:lnTo>
                    <a:pt x="1807114" y="0"/>
                  </a:lnTo>
                  <a:lnTo>
                    <a:pt x="1714343" y="0"/>
                  </a:lnTo>
                  <a:lnTo>
                    <a:pt x="1633872" y="0"/>
                  </a:lnTo>
                  <a:lnTo>
                    <a:pt x="1569100" y="0"/>
                  </a:lnTo>
                  <a:lnTo>
                    <a:pt x="1521819" y="0"/>
                  </a:lnTo>
                  <a:lnTo>
                    <a:pt x="1491757" y="0"/>
                  </a:lnTo>
                  <a:lnTo>
                    <a:pt x="1476500" y="0"/>
                  </a:lnTo>
                  <a:lnTo>
                    <a:pt x="1471693" y="0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86" name="pg686"/>
            <p:cNvSpPr/>
            <p:nvPr/>
          </p:nvSpPr>
          <p:spPr>
            <a:xfrm>
              <a:off x="4799595" y="2609600"/>
              <a:ext cx="11981298" cy="1389409"/>
            </a:xfrm>
            <a:custGeom>
              <a:avLst/>
              <a:pathLst>
                <a:path w="11981298" h="1389409">
                  <a:moveTo>
                    <a:pt x="0" y="24518"/>
                  </a:moveTo>
                  <a:lnTo>
                    <a:pt x="1471387" y="24518"/>
                  </a:lnTo>
                  <a:lnTo>
                    <a:pt x="1472625" y="24518"/>
                  </a:lnTo>
                  <a:lnTo>
                    <a:pt x="1480747" y="24518"/>
                  </a:lnTo>
                  <a:lnTo>
                    <a:pt x="1501168" y="24518"/>
                  </a:lnTo>
                  <a:lnTo>
                    <a:pt x="1537546" y="24518"/>
                  </a:lnTo>
                  <a:lnTo>
                    <a:pt x="1591501" y="24518"/>
                  </a:lnTo>
                  <a:lnTo>
                    <a:pt x="1662497" y="24518"/>
                  </a:lnTo>
                  <a:lnTo>
                    <a:pt x="1748066" y="24518"/>
                  </a:lnTo>
                  <a:lnTo>
                    <a:pt x="1844382" y="24518"/>
                  </a:lnTo>
                  <a:lnTo>
                    <a:pt x="1947029" y="24518"/>
                  </a:lnTo>
                  <a:lnTo>
                    <a:pt x="2051723" y="24518"/>
                  </a:lnTo>
                  <a:lnTo>
                    <a:pt x="2154852" y="24518"/>
                  </a:lnTo>
                  <a:lnTo>
                    <a:pt x="2253729" y="24518"/>
                  </a:lnTo>
                  <a:lnTo>
                    <a:pt x="2346632" y="24518"/>
                  </a:lnTo>
                  <a:lnTo>
                    <a:pt x="2432686" y="24518"/>
                  </a:lnTo>
                  <a:lnTo>
                    <a:pt x="2511676" y="24518"/>
                  </a:lnTo>
                  <a:lnTo>
                    <a:pt x="2583863" y="24518"/>
                  </a:lnTo>
                  <a:lnTo>
                    <a:pt x="2649815" y="24518"/>
                  </a:lnTo>
                  <a:lnTo>
                    <a:pt x="2710282" y="24518"/>
                  </a:lnTo>
                  <a:lnTo>
                    <a:pt x="2766098" y="24518"/>
                  </a:lnTo>
                  <a:lnTo>
                    <a:pt x="2818117" y="24518"/>
                  </a:lnTo>
                  <a:lnTo>
                    <a:pt x="2867152" y="24518"/>
                  </a:lnTo>
                  <a:lnTo>
                    <a:pt x="2896531" y="24518"/>
                  </a:lnTo>
                  <a:lnTo>
                    <a:pt x="2952768" y="24518"/>
                  </a:lnTo>
                  <a:lnTo>
                    <a:pt x="3007155" y="24518"/>
                  </a:lnTo>
                  <a:lnTo>
                    <a:pt x="3060446" y="24518"/>
                  </a:lnTo>
                  <a:lnTo>
                    <a:pt x="3113174" y="24518"/>
                  </a:lnTo>
                  <a:lnTo>
                    <a:pt x="3165697" y="24518"/>
                  </a:lnTo>
                  <a:lnTo>
                    <a:pt x="3218229" y="24518"/>
                  </a:lnTo>
                  <a:lnTo>
                    <a:pt x="3270865" y="24518"/>
                  </a:lnTo>
                  <a:lnTo>
                    <a:pt x="3323611" y="24518"/>
                  </a:lnTo>
                  <a:lnTo>
                    <a:pt x="3376415" y="24518"/>
                  </a:lnTo>
                  <a:lnTo>
                    <a:pt x="3429200" y="24518"/>
                  </a:lnTo>
                  <a:lnTo>
                    <a:pt x="3481894" y="24518"/>
                  </a:lnTo>
                  <a:lnTo>
                    <a:pt x="3534472" y="24518"/>
                  </a:lnTo>
                  <a:lnTo>
                    <a:pt x="3586981" y="24518"/>
                  </a:lnTo>
                  <a:lnTo>
                    <a:pt x="3639572" y="24518"/>
                  </a:lnTo>
                  <a:lnTo>
                    <a:pt x="3692528" y="24518"/>
                  </a:lnTo>
                  <a:lnTo>
                    <a:pt x="3746289" y="24518"/>
                  </a:lnTo>
                  <a:lnTo>
                    <a:pt x="3801494" y="24518"/>
                  </a:lnTo>
                  <a:lnTo>
                    <a:pt x="3829811" y="24518"/>
                  </a:lnTo>
                  <a:lnTo>
                    <a:pt x="3877360" y="24518"/>
                  </a:lnTo>
                  <a:lnTo>
                    <a:pt x="3927428" y="24518"/>
                  </a:lnTo>
                  <a:lnTo>
                    <a:pt x="3980779" y="24518"/>
                  </a:lnTo>
                  <a:lnTo>
                    <a:pt x="4038247" y="24518"/>
                  </a:lnTo>
                  <a:lnTo>
                    <a:pt x="4100685" y="24518"/>
                  </a:lnTo>
                  <a:lnTo>
                    <a:pt x="4168905" y="24518"/>
                  </a:lnTo>
                  <a:lnTo>
                    <a:pt x="4243601" y="24518"/>
                  </a:lnTo>
                  <a:lnTo>
                    <a:pt x="4325243" y="24518"/>
                  </a:lnTo>
                  <a:lnTo>
                    <a:pt x="4413933" y="24518"/>
                  </a:lnTo>
                  <a:lnTo>
                    <a:pt x="4509232" y="24518"/>
                  </a:lnTo>
                  <a:lnTo>
                    <a:pt x="4609963" y="24518"/>
                  </a:lnTo>
                  <a:lnTo>
                    <a:pt x="4714050" y="24518"/>
                  </a:lnTo>
                  <a:lnTo>
                    <a:pt x="4818442" y="24518"/>
                  </a:lnTo>
                  <a:lnTo>
                    <a:pt x="4919228" y="24518"/>
                  </a:lnTo>
                  <a:lnTo>
                    <a:pt x="5012000" y="24518"/>
                  </a:lnTo>
                  <a:lnTo>
                    <a:pt x="5092470" y="24518"/>
                  </a:lnTo>
                  <a:lnTo>
                    <a:pt x="5157242" y="24518"/>
                  </a:lnTo>
                  <a:lnTo>
                    <a:pt x="5204523" y="24518"/>
                  </a:lnTo>
                  <a:lnTo>
                    <a:pt x="5234585" y="24518"/>
                  </a:lnTo>
                  <a:lnTo>
                    <a:pt x="5249843" y="24518"/>
                  </a:lnTo>
                  <a:lnTo>
                    <a:pt x="5254649" y="24518"/>
                  </a:lnTo>
                  <a:lnTo>
                    <a:pt x="5254955" y="24518"/>
                  </a:lnTo>
                  <a:lnTo>
                    <a:pt x="6726343" y="24518"/>
                  </a:lnTo>
                  <a:lnTo>
                    <a:pt x="6727558" y="24552"/>
                  </a:lnTo>
                  <a:lnTo>
                    <a:pt x="6735534" y="24792"/>
                  </a:lnTo>
                  <a:lnTo>
                    <a:pt x="6755601" y="25454"/>
                  </a:lnTo>
                  <a:lnTo>
                    <a:pt x="6791377" y="26757"/>
                  </a:lnTo>
                  <a:lnTo>
                    <a:pt x="6844499" y="28902"/>
                  </a:lnTo>
                  <a:lnTo>
                    <a:pt x="6914497" y="32048"/>
                  </a:lnTo>
                  <a:lnTo>
                    <a:pt x="6999009" y="36303"/>
                  </a:lnTo>
                  <a:lnTo>
                    <a:pt x="7094318" y="41715"/>
                  </a:lnTo>
                  <a:lnTo>
                    <a:pt x="7196099" y="48289"/>
                  </a:lnTo>
                  <a:lnTo>
                    <a:pt x="7300127" y="56003"/>
                  </a:lnTo>
                  <a:lnTo>
                    <a:pt x="7402806" y="64832"/>
                  </a:lnTo>
                  <a:lnTo>
                    <a:pt x="7501437" y="74770"/>
                  </a:lnTo>
                  <a:lnTo>
                    <a:pt x="7594265" y="85839"/>
                  </a:lnTo>
                  <a:lnTo>
                    <a:pt x="7680371" y="98105"/>
                  </a:lnTo>
                  <a:lnTo>
                    <a:pt x="7759499" y="111673"/>
                  </a:lnTo>
                  <a:lnTo>
                    <a:pt x="7831869" y="126693"/>
                  </a:lnTo>
                  <a:lnTo>
                    <a:pt x="7898016" y="143353"/>
                  </a:lnTo>
                  <a:lnTo>
                    <a:pt x="7958662" y="161872"/>
                  </a:lnTo>
                  <a:lnTo>
                    <a:pt x="8014620" y="182489"/>
                  </a:lnTo>
                  <a:lnTo>
                    <a:pt x="8066729" y="205437"/>
                  </a:lnTo>
                  <a:lnTo>
                    <a:pt x="8115795" y="230907"/>
                  </a:lnTo>
                  <a:lnTo>
                    <a:pt x="8151487" y="252000"/>
                  </a:lnTo>
                  <a:lnTo>
                    <a:pt x="8199215" y="283693"/>
                  </a:lnTo>
                  <a:lnTo>
                    <a:pt x="8245525" y="318340"/>
                  </a:lnTo>
                  <a:lnTo>
                    <a:pt x="8290906" y="355992"/>
                  </a:lnTo>
                  <a:lnTo>
                    <a:pt x="8335729" y="396618"/>
                  </a:lnTo>
                  <a:lnTo>
                    <a:pt x="8380263" y="440094"/>
                  </a:lnTo>
                  <a:lnTo>
                    <a:pt x="8424698" y="486198"/>
                  </a:lnTo>
                  <a:lnTo>
                    <a:pt x="8469148" y="534604"/>
                  </a:lnTo>
                  <a:lnTo>
                    <a:pt x="8513671" y="584895"/>
                  </a:lnTo>
                  <a:lnTo>
                    <a:pt x="8558278" y="636567"/>
                  </a:lnTo>
                  <a:lnTo>
                    <a:pt x="8602945" y="689054"/>
                  </a:lnTo>
                  <a:lnTo>
                    <a:pt x="8647629" y="741750"/>
                  </a:lnTo>
                  <a:lnTo>
                    <a:pt x="8692281" y="794040"/>
                  </a:lnTo>
                  <a:lnTo>
                    <a:pt x="8736862" y="845328"/>
                  </a:lnTo>
                  <a:lnTo>
                    <a:pt x="8781359" y="895066"/>
                  </a:lnTo>
                  <a:lnTo>
                    <a:pt x="8825795" y="942776"/>
                  </a:lnTo>
                  <a:lnTo>
                    <a:pt x="8870246" y="988067"/>
                  </a:lnTo>
                  <a:lnTo>
                    <a:pt x="8914849" y="1030650"/>
                  </a:lnTo>
                  <a:lnTo>
                    <a:pt x="8959816" y="1070331"/>
                  </a:lnTo>
                  <a:lnTo>
                    <a:pt x="9005450" y="1107019"/>
                  </a:lnTo>
                  <a:lnTo>
                    <a:pt x="9052154" y="1140710"/>
                  </a:lnTo>
                  <a:lnTo>
                    <a:pt x="9084767" y="1161927"/>
                  </a:lnTo>
                  <a:lnTo>
                    <a:pt x="9132010" y="1189377"/>
                  </a:lnTo>
                  <a:lnTo>
                    <a:pt x="9181737" y="1214228"/>
                  </a:lnTo>
                  <a:lnTo>
                    <a:pt x="9234695" y="1236597"/>
                  </a:lnTo>
                  <a:lnTo>
                    <a:pt x="9291704" y="1256687"/>
                  </a:lnTo>
                  <a:lnTo>
                    <a:pt x="9353599" y="1274738"/>
                  </a:lnTo>
                  <a:lnTo>
                    <a:pt x="9421181" y="1290985"/>
                  </a:lnTo>
                  <a:lnTo>
                    <a:pt x="9495135" y="1305640"/>
                  </a:lnTo>
                  <a:lnTo>
                    <a:pt x="9575935" y="1318884"/>
                  </a:lnTo>
                  <a:lnTo>
                    <a:pt x="9663701" y="1330854"/>
                  </a:lnTo>
                  <a:lnTo>
                    <a:pt x="9758036" y="1341648"/>
                  </a:lnTo>
                  <a:lnTo>
                    <a:pt x="9857834" y="1351318"/>
                  </a:lnTo>
                  <a:lnTo>
                    <a:pt x="9961119" y="1359881"/>
                  </a:lnTo>
                  <a:lnTo>
                    <a:pt x="10064966" y="1367323"/>
                  </a:lnTo>
                  <a:lnTo>
                    <a:pt x="10165592" y="1373619"/>
                  </a:lnTo>
                  <a:lnTo>
                    <a:pt x="10258691" y="1378752"/>
                  </a:lnTo>
                  <a:lnTo>
                    <a:pt x="10340015" y="1382733"/>
                  </a:lnTo>
                  <a:lnTo>
                    <a:pt x="10406111" y="1385627"/>
                  </a:lnTo>
                  <a:lnTo>
                    <a:pt x="10455029" y="1387553"/>
                  </a:lnTo>
                  <a:lnTo>
                    <a:pt x="10486802" y="1388683"/>
                  </a:lnTo>
                  <a:lnTo>
                    <a:pt x="10503564" y="1389224"/>
                  </a:lnTo>
                  <a:lnTo>
                    <a:pt x="10509371" y="1389395"/>
                  </a:lnTo>
                  <a:lnTo>
                    <a:pt x="10509911" y="1389409"/>
                  </a:lnTo>
                  <a:lnTo>
                    <a:pt x="11981298" y="1389409"/>
                  </a:lnTo>
                  <a:lnTo>
                    <a:pt x="11981298" y="1364890"/>
                  </a:lnTo>
                  <a:lnTo>
                    <a:pt x="10509911" y="1364890"/>
                  </a:lnTo>
                  <a:lnTo>
                    <a:pt x="10508696" y="1364857"/>
                  </a:lnTo>
                  <a:lnTo>
                    <a:pt x="10500719" y="1364617"/>
                  </a:lnTo>
                  <a:lnTo>
                    <a:pt x="10480653" y="1363955"/>
                  </a:lnTo>
                  <a:lnTo>
                    <a:pt x="10444877" y="1362651"/>
                  </a:lnTo>
                  <a:lnTo>
                    <a:pt x="10391755" y="1360507"/>
                  </a:lnTo>
                  <a:lnTo>
                    <a:pt x="10321756" y="1357360"/>
                  </a:lnTo>
                  <a:lnTo>
                    <a:pt x="10237244" y="1353106"/>
                  </a:lnTo>
                  <a:lnTo>
                    <a:pt x="10141935" y="1347694"/>
                  </a:lnTo>
                  <a:lnTo>
                    <a:pt x="10040154" y="1341120"/>
                  </a:lnTo>
                  <a:lnTo>
                    <a:pt x="9936126" y="1333406"/>
                  </a:lnTo>
                  <a:lnTo>
                    <a:pt x="9833448" y="1324577"/>
                  </a:lnTo>
                  <a:lnTo>
                    <a:pt x="9734817" y="1314639"/>
                  </a:lnTo>
                  <a:lnTo>
                    <a:pt x="9641989" y="1303569"/>
                  </a:lnTo>
                  <a:lnTo>
                    <a:pt x="9555882" y="1291304"/>
                  </a:lnTo>
                  <a:lnTo>
                    <a:pt x="9476754" y="1277735"/>
                  </a:lnTo>
                  <a:lnTo>
                    <a:pt x="9404384" y="1262715"/>
                  </a:lnTo>
                  <a:lnTo>
                    <a:pt x="9338237" y="1246056"/>
                  </a:lnTo>
                  <a:lnTo>
                    <a:pt x="9277592" y="1227537"/>
                  </a:lnTo>
                  <a:lnTo>
                    <a:pt x="9221633" y="1206920"/>
                  </a:lnTo>
                  <a:lnTo>
                    <a:pt x="9169524" y="1183971"/>
                  </a:lnTo>
                  <a:lnTo>
                    <a:pt x="9120459" y="1158502"/>
                  </a:lnTo>
                  <a:lnTo>
                    <a:pt x="9084767" y="1137408"/>
                  </a:lnTo>
                  <a:lnTo>
                    <a:pt x="9037038" y="1105716"/>
                  </a:lnTo>
                  <a:lnTo>
                    <a:pt x="8990728" y="1071069"/>
                  </a:lnTo>
                  <a:lnTo>
                    <a:pt x="8945347" y="1033417"/>
                  </a:lnTo>
                  <a:lnTo>
                    <a:pt x="8900525" y="992791"/>
                  </a:lnTo>
                  <a:lnTo>
                    <a:pt x="8855990" y="949314"/>
                  </a:lnTo>
                  <a:lnTo>
                    <a:pt x="8811556" y="903211"/>
                  </a:lnTo>
                  <a:lnTo>
                    <a:pt x="8767106" y="854804"/>
                  </a:lnTo>
                  <a:lnTo>
                    <a:pt x="8722582" y="804514"/>
                  </a:lnTo>
                  <a:lnTo>
                    <a:pt x="8677975" y="752842"/>
                  </a:lnTo>
                  <a:lnTo>
                    <a:pt x="8633308" y="700355"/>
                  </a:lnTo>
                  <a:lnTo>
                    <a:pt x="8588624" y="647659"/>
                  </a:lnTo>
                  <a:lnTo>
                    <a:pt x="8543972" y="595369"/>
                  </a:lnTo>
                  <a:lnTo>
                    <a:pt x="8499391" y="544081"/>
                  </a:lnTo>
                  <a:lnTo>
                    <a:pt x="8454894" y="494343"/>
                  </a:lnTo>
                  <a:lnTo>
                    <a:pt x="8410458" y="446633"/>
                  </a:lnTo>
                  <a:lnTo>
                    <a:pt x="8366007" y="401341"/>
                  </a:lnTo>
                  <a:lnTo>
                    <a:pt x="8321405" y="358759"/>
                  </a:lnTo>
                  <a:lnTo>
                    <a:pt x="8276437" y="319077"/>
                  </a:lnTo>
                  <a:lnTo>
                    <a:pt x="8230804" y="282389"/>
                  </a:lnTo>
                  <a:lnTo>
                    <a:pt x="8184099" y="248699"/>
                  </a:lnTo>
                  <a:lnTo>
                    <a:pt x="8151487" y="227481"/>
                  </a:lnTo>
                  <a:lnTo>
                    <a:pt x="8104243" y="200031"/>
                  </a:lnTo>
                  <a:lnTo>
                    <a:pt x="8054516" y="175180"/>
                  </a:lnTo>
                  <a:lnTo>
                    <a:pt x="8001558" y="152812"/>
                  </a:lnTo>
                  <a:lnTo>
                    <a:pt x="7944550" y="132721"/>
                  </a:lnTo>
                  <a:lnTo>
                    <a:pt x="7882654" y="114670"/>
                  </a:lnTo>
                  <a:lnTo>
                    <a:pt x="7815073" y="98424"/>
                  </a:lnTo>
                  <a:lnTo>
                    <a:pt x="7741118" y="83768"/>
                  </a:lnTo>
                  <a:lnTo>
                    <a:pt x="7660319" y="70525"/>
                  </a:lnTo>
                  <a:lnTo>
                    <a:pt x="7572552" y="58555"/>
                  </a:lnTo>
                  <a:lnTo>
                    <a:pt x="7478217" y="47761"/>
                  </a:lnTo>
                  <a:lnTo>
                    <a:pt x="7378419" y="38091"/>
                  </a:lnTo>
                  <a:lnTo>
                    <a:pt x="7275134" y="29528"/>
                  </a:lnTo>
                  <a:lnTo>
                    <a:pt x="7171287" y="22085"/>
                  </a:lnTo>
                  <a:lnTo>
                    <a:pt x="7070661" y="15789"/>
                  </a:lnTo>
                  <a:lnTo>
                    <a:pt x="6977562" y="10657"/>
                  </a:lnTo>
                  <a:lnTo>
                    <a:pt x="6896238" y="6675"/>
                  </a:lnTo>
                  <a:lnTo>
                    <a:pt x="6830143" y="3781"/>
                  </a:lnTo>
                  <a:lnTo>
                    <a:pt x="6781224" y="1855"/>
                  </a:lnTo>
                  <a:lnTo>
                    <a:pt x="6749451" y="725"/>
                  </a:lnTo>
                  <a:lnTo>
                    <a:pt x="6732689" y="185"/>
                  </a:lnTo>
                  <a:lnTo>
                    <a:pt x="6726883" y="14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717" y="0"/>
                  </a:lnTo>
                  <a:lnTo>
                    <a:pt x="5245595" y="0"/>
                  </a:lnTo>
                  <a:lnTo>
                    <a:pt x="5225174" y="0"/>
                  </a:lnTo>
                  <a:lnTo>
                    <a:pt x="5188796" y="0"/>
                  </a:lnTo>
                  <a:lnTo>
                    <a:pt x="5134841" y="0"/>
                  </a:lnTo>
                  <a:lnTo>
                    <a:pt x="5063845" y="0"/>
                  </a:lnTo>
                  <a:lnTo>
                    <a:pt x="4978276" y="0"/>
                  </a:lnTo>
                  <a:lnTo>
                    <a:pt x="4881960" y="0"/>
                  </a:lnTo>
                  <a:lnTo>
                    <a:pt x="4779314" y="0"/>
                  </a:lnTo>
                  <a:lnTo>
                    <a:pt x="4674619" y="0"/>
                  </a:lnTo>
                  <a:lnTo>
                    <a:pt x="4571490" y="0"/>
                  </a:lnTo>
                  <a:lnTo>
                    <a:pt x="4472613" y="0"/>
                  </a:lnTo>
                  <a:lnTo>
                    <a:pt x="4379710" y="0"/>
                  </a:lnTo>
                  <a:lnTo>
                    <a:pt x="4293656" y="0"/>
                  </a:lnTo>
                  <a:lnTo>
                    <a:pt x="4214666" y="0"/>
                  </a:lnTo>
                  <a:lnTo>
                    <a:pt x="4142479" y="0"/>
                  </a:lnTo>
                  <a:lnTo>
                    <a:pt x="4076527" y="0"/>
                  </a:lnTo>
                  <a:lnTo>
                    <a:pt x="4016060" y="0"/>
                  </a:lnTo>
                  <a:lnTo>
                    <a:pt x="3960244" y="0"/>
                  </a:lnTo>
                  <a:lnTo>
                    <a:pt x="3908225" y="0"/>
                  </a:lnTo>
                  <a:lnTo>
                    <a:pt x="3859190" y="0"/>
                  </a:lnTo>
                  <a:lnTo>
                    <a:pt x="3829811" y="0"/>
                  </a:lnTo>
                  <a:lnTo>
                    <a:pt x="3773574" y="0"/>
                  </a:lnTo>
                  <a:lnTo>
                    <a:pt x="3719187" y="0"/>
                  </a:lnTo>
                  <a:lnTo>
                    <a:pt x="3665897" y="0"/>
                  </a:lnTo>
                  <a:lnTo>
                    <a:pt x="3613168" y="0"/>
                  </a:lnTo>
                  <a:lnTo>
                    <a:pt x="3560645" y="0"/>
                  </a:lnTo>
                  <a:lnTo>
                    <a:pt x="3508113" y="0"/>
                  </a:lnTo>
                  <a:lnTo>
                    <a:pt x="3455477" y="0"/>
                  </a:lnTo>
                  <a:lnTo>
                    <a:pt x="3402731" y="0"/>
                  </a:lnTo>
                  <a:lnTo>
                    <a:pt x="3349927" y="0"/>
                  </a:lnTo>
                  <a:lnTo>
                    <a:pt x="3297143" y="0"/>
                  </a:lnTo>
                  <a:lnTo>
                    <a:pt x="3244448" y="0"/>
                  </a:lnTo>
                  <a:lnTo>
                    <a:pt x="3191870" y="0"/>
                  </a:lnTo>
                  <a:lnTo>
                    <a:pt x="3139361" y="0"/>
                  </a:lnTo>
                  <a:lnTo>
                    <a:pt x="3086770" y="0"/>
                  </a:lnTo>
                  <a:lnTo>
                    <a:pt x="3033815" y="0"/>
                  </a:lnTo>
                  <a:lnTo>
                    <a:pt x="2980053" y="0"/>
                  </a:lnTo>
                  <a:lnTo>
                    <a:pt x="2924848" y="0"/>
                  </a:lnTo>
                  <a:lnTo>
                    <a:pt x="2896531" y="0"/>
                  </a:lnTo>
                  <a:lnTo>
                    <a:pt x="2848982" y="0"/>
                  </a:lnTo>
                  <a:lnTo>
                    <a:pt x="2798914" y="0"/>
                  </a:lnTo>
                  <a:lnTo>
                    <a:pt x="2745563" y="0"/>
                  </a:lnTo>
                  <a:lnTo>
                    <a:pt x="2688096" y="0"/>
                  </a:lnTo>
                  <a:lnTo>
                    <a:pt x="2625657" y="0"/>
                  </a:lnTo>
                  <a:lnTo>
                    <a:pt x="2557437" y="0"/>
                  </a:lnTo>
                  <a:lnTo>
                    <a:pt x="2482741" y="0"/>
                  </a:lnTo>
                  <a:lnTo>
                    <a:pt x="2401099" y="0"/>
                  </a:lnTo>
                  <a:lnTo>
                    <a:pt x="2312409" y="0"/>
                  </a:lnTo>
                  <a:lnTo>
                    <a:pt x="2217110" y="0"/>
                  </a:lnTo>
                  <a:lnTo>
                    <a:pt x="2116379" y="0"/>
                  </a:lnTo>
                  <a:lnTo>
                    <a:pt x="2012292" y="0"/>
                  </a:lnTo>
                  <a:lnTo>
                    <a:pt x="1907900" y="0"/>
                  </a:lnTo>
                  <a:lnTo>
                    <a:pt x="1807114" y="0"/>
                  </a:lnTo>
                  <a:lnTo>
                    <a:pt x="1714343" y="0"/>
                  </a:lnTo>
                  <a:lnTo>
                    <a:pt x="1633872" y="0"/>
                  </a:lnTo>
                  <a:lnTo>
                    <a:pt x="1569100" y="0"/>
                  </a:lnTo>
                  <a:lnTo>
                    <a:pt x="1521819" y="0"/>
                  </a:lnTo>
                  <a:lnTo>
                    <a:pt x="1491757" y="0"/>
                  </a:lnTo>
                  <a:lnTo>
                    <a:pt x="1476500" y="0"/>
                  </a:lnTo>
                  <a:lnTo>
                    <a:pt x="1471693" y="0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687" name="pl687"/>
            <p:cNvSpPr/>
            <p:nvPr/>
          </p:nvSpPr>
          <p:spPr>
            <a:xfrm>
              <a:off x="4799595" y="2634119"/>
              <a:ext cx="11981298" cy="1364890"/>
            </a:xfrm>
            <a:custGeom>
              <a:avLst/>
              <a:pathLst>
                <a:path w="11981298" h="1364890">
                  <a:moveTo>
                    <a:pt x="0" y="0"/>
                  </a:moveTo>
                  <a:lnTo>
                    <a:pt x="1471387" y="0"/>
                  </a:lnTo>
                  <a:lnTo>
                    <a:pt x="1472625" y="0"/>
                  </a:lnTo>
                  <a:lnTo>
                    <a:pt x="1480747" y="0"/>
                  </a:lnTo>
                  <a:lnTo>
                    <a:pt x="1501168" y="0"/>
                  </a:lnTo>
                  <a:lnTo>
                    <a:pt x="1537546" y="0"/>
                  </a:lnTo>
                  <a:lnTo>
                    <a:pt x="1591501" y="0"/>
                  </a:lnTo>
                  <a:lnTo>
                    <a:pt x="1662497" y="0"/>
                  </a:lnTo>
                  <a:lnTo>
                    <a:pt x="1748066" y="0"/>
                  </a:lnTo>
                  <a:lnTo>
                    <a:pt x="1844382" y="0"/>
                  </a:lnTo>
                  <a:lnTo>
                    <a:pt x="1947029" y="0"/>
                  </a:lnTo>
                  <a:lnTo>
                    <a:pt x="2051723" y="0"/>
                  </a:lnTo>
                  <a:lnTo>
                    <a:pt x="2154852" y="0"/>
                  </a:lnTo>
                  <a:lnTo>
                    <a:pt x="2253729" y="0"/>
                  </a:lnTo>
                  <a:lnTo>
                    <a:pt x="2346632" y="0"/>
                  </a:lnTo>
                  <a:lnTo>
                    <a:pt x="2432686" y="0"/>
                  </a:lnTo>
                  <a:lnTo>
                    <a:pt x="2511676" y="0"/>
                  </a:lnTo>
                  <a:lnTo>
                    <a:pt x="2583863" y="0"/>
                  </a:lnTo>
                  <a:lnTo>
                    <a:pt x="2649815" y="0"/>
                  </a:lnTo>
                  <a:lnTo>
                    <a:pt x="2710282" y="0"/>
                  </a:lnTo>
                  <a:lnTo>
                    <a:pt x="2766098" y="0"/>
                  </a:lnTo>
                  <a:lnTo>
                    <a:pt x="2818117" y="0"/>
                  </a:lnTo>
                  <a:lnTo>
                    <a:pt x="2867152" y="0"/>
                  </a:lnTo>
                  <a:lnTo>
                    <a:pt x="2896531" y="0"/>
                  </a:lnTo>
                  <a:lnTo>
                    <a:pt x="2952768" y="0"/>
                  </a:lnTo>
                  <a:lnTo>
                    <a:pt x="3007155" y="0"/>
                  </a:lnTo>
                  <a:lnTo>
                    <a:pt x="3060446" y="0"/>
                  </a:lnTo>
                  <a:lnTo>
                    <a:pt x="3113174" y="0"/>
                  </a:lnTo>
                  <a:lnTo>
                    <a:pt x="3165697" y="0"/>
                  </a:lnTo>
                  <a:lnTo>
                    <a:pt x="3218229" y="0"/>
                  </a:lnTo>
                  <a:lnTo>
                    <a:pt x="3270865" y="0"/>
                  </a:lnTo>
                  <a:lnTo>
                    <a:pt x="3323611" y="0"/>
                  </a:lnTo>
                  <a:lnTo>
                    <a:pt x="3376415" y="0"/>
                  </a:lnTo>
                  <a:lnTo>
                    <a:pt x="3429200" y="0"/>
                  </a:lnTo>
                  <a:lnTo>
                    <a:pt x="3481894" y="0"/>
                  </a:lnTo>
                  <a:lnTo>
                    <a:pt x="3534472" y="0"/>
                  </a:lnTo>
                  <a:lnTo>
                    <a:pt x="3586981" y="0"/>
                  </a:lnTo>
                  <a:lnTo>
                    <a:pt x="3639572" y="0"/>
                  </a:lnTo>
                  <a:lnTo>
                    <a:pt x="3692528" y="0"/>
                  </a:lnTo>
                  <a:lnTo>
                    <a:pt x="3746289" y="0"/>
                  </a:lnTo>
                  <a:lnTo>
                    <a:pt x="3801494" y="0"/>
                  </a:lnTo>
                  <a:lnTo>
                    <a:pt x="3829811" y="0"/>
                  </a:lnTo>
                  <a:lnTo>
                    <a:pt x="3877360" y="0"/>
                  </a:lnTo>
                  <a:lnTo>
                    <a:pt x="3927428" y="0"/>
                  </a:lnTo>
                  <a:lnTo>
                    <a:pt x="3980779" y="0"/>
                  </a:lnTo>
                  <a:lnTo>
                    <a:pt x="4038247" y="0"/>
                  </a:lnTo>
                  <a:lnTo>
                    <a:pt x="4100685" y="0"/>
                  </a:lnTo>
                  <a:lnTo>
                    <a:pt x="4168905" y="0"/>
                  </a:lnTo>
                  <a:lnTo>
                    <a:pt x="4243601" y="0"/>
                  </a:lnTo>
                  <a:lnTo>
                    <a:pt x="4325243" y="0"/>
                  </a:lnTo>
                  <a:lnTo>
                    <a:pt x="4413933" y="0"/>
                  </a:lnTo>
                  <a:lnTo>
                    <a:pt x="4509232" y="0"/>
                  </a:lnTo>
                  <a:lnTo>
                    <a:pt x="4609963" y="0"/>
                  </a:lnTo>
                  <a:lnTo>
                    <a:pt x="4714050" y="0"/>
                  </a:lnTo>
                  <a:lnTo>
                    <a:pt x="4818442" y="0"/>
                  </a:lnTo>
                  <a:lnTo>
                    <a:pt x="4919228" y="0"/>
                  </a:lnTo>
                  <a:lnTo>
                    <a:pt x="5012000" y="0"/>
                  </a:lnTo>
                  <a:lnTo>
                    <a:pt x="5092470" y="0"/>
                  </a:lnTo>
                  <a:lnTo>
                    <a:pt x="5157242" y="0"/>
                  </a:lnTo>
                  <a:lnTo>
                    <a:pt x="5204523" y="0"/>
                  </a:lnTo>
                  <a:lnTo>
                    <a:pt x="5234585" y="0"/>
                  </a:lnTo>
                  <a:lnTo>
                    <a:pt x="5249843" y="0"/>
                  </a:lnTo>
                  <a:lnTo>
                    <a:pt x="5254649" y="0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558" y="33"/>
                  </a:lnTo>
                  <a:lnTo>
                    <a:pt x="6735534" y="273"/>
                  </a:lnTo>
                  <a:lnTo>
                    <a:pt x="6755601" y="935"/>
                  </a:lnTo>
                  <a:lnTo>
                    <a:pt x="6791377" y="2238"/>
                  </a:lnTo>
                  <a:lnTo>
                    <a:pt x="6844499" y="4383"/>
                  </a:lnTo>
                  <a:lnTo>
                    <a:pt x="6914497" y="7529"/>
                  </a:lnTo>
                  <a:lnTo>
                    <a:pt x="6999009" y="11784"/>
                  </a:lnTo>
                  <a:lnTo>
                    <a:pt x="7094318" y="17196"/>
                  </a:lnTo>
                  <a:lnTo>
                    <a:pt x="7196099" y="23770"/>
                  </a:lnTo>
                  <a:lnTo>
                    <a:pt x="7300127" y="31484"/>
                  </a:lnTo>
                  <a:lnTo>
                    <a:pt x="7402806" y="40313"/>
                  </a:lnTo>
                  <a:lnTo>
                    <a:pt x="7501437" y="50251"/>
                  </a:lnTo>
                  <a:lnTo>
                    <a:pt x="7594265" y="61320"/>
                  </a:lnTo>
                  <a:lnTo>
                    <a:pt x="7680371" y="73586"/>
                  </a:lnTo>
                  <a:lnTo>
                    <a:pt x="7759499" y="87154"/>
                  </a:lnTo>
                  <a:lnTo>
                    <a:pt x="7831869" y="102174"/>
                  </a:lnTo>
                  <a:lnTo>
                    <a:pt x="7898016" y="118834"/>
                  </a:lnTo>
                  <a:lnTo>
                    <a:pt x="7958662" y="137353"/>
                  </a:lnTo>
                  <a:lnTo>
                    <a:pt x="8014620" y="157970"/>
                  </a:lnTo>
                  <a:lnTo>
                    <a:pt x="8066729" y="180918"/>
                  </a:lnTo>
                  <a:lnTo>
                    <a:pt x="8115795" y="206388"/>
                  </a:lnTo>
                  <a:lnTo>
                    <a:pt x="8151487" y="227481"/>
                  </a:lnTo>
                  <a:lnTo>
                    <a:pt x="8199215" y="259174"/>
                  </a:lnTo>
                  <a:lnTo>
                    <a:pt x="8245525" y="293821"/>
                  </a:lnTo>
                  <a:lnTo>
                    <a:pt x="8290906" y="331473"/>
                  </a:lnTo>
                  <a:lnTo>
                    <a:pt x="8335729" y="372099"/>
                  </a:lnTo>
                  <a:lnTo>
                    <a:pt x="8380263" y="415575"/>
                  </a:lnTo>
                  <a:lnTo>
                    <a:pt x="8424698" y="461679"/>
                  </a:lnTo>
                  <a:lnTo>
                    <a:pt x="8469148" y="510085"/>
                  </a:lnTo>
                  <a:lnTo>
                    <a:pt x="8513671" y="560376"/>
                  </a:lnTo>
                  <a:lnTo>
                    <a:pt x="8558278" y="612048"/>
                  </a:lnTo>
                  <a:lnTo>
                    <a:pt x="8602945" y="664535"/>
                  </a:lnTo>
                  <a:lnTo>
                    <a:pt x="8647629" y="717231"/>
                  </a:lnTo>
                  <a:lnTo>
                    <a:pt x="8692281" y="769521"/>
                  </a:lnTo>
                  <a:lnTo>
                    <a:pt x="8736862" y="820809"/>
                  </a:lnTo>
                  <a:lnTo>
                    <a:pt x="8781359" y="870547"/>
                  </a:lnTo>
                  <a:lnTo>
                    <a:pt x="8825795" y="918257"/>
                  </a:lnTo>
                  <a:lnTo>
                    <a:pt x="8870246" y="963548"/>
                  </a:lnTo>
                  <a:lnTo>
                    <a:pt x="8914849" y="1006131"/>
                  </a:lnTo>
                  <a:lnTo>
                    <a:pt x="8959816" y="1045812"/>
                  </a:lnTo>
                  <a:lnTo>
                    <a:pt x="9005450" y="1082500"/>
                  </a:lnTo>
                  <a:lnTo>
                    <a:pt x="9052154" y="1116191"/>
                  </a:lnTo>
                  <a:lnTo>
                    <a:pt x="9084767" y="1137408"/>
                  </a:lnTo>
                  <a:lnTo>
                    <a:pt x="9132010" y="1164858"/>
                  </a:lnTo>
                  <a:lnTo>
                    <a:pt x="9181737" y="1189709"/>
                  </a:lnTo>
                  <a:lnTo>
                    <a:pt x="9234695" y="1212078"/>
                  </a:lnTo>
                  <a:lnTo>
                    <a:pt x="9291704" y="1232168"/>
                  </a:lnTo>
                  <a:lnTo>
                    <a:pt x="9353599" y="1250219"/>
                  </a:lnTo>
                  <a:lnTo>
                    <a:pt x="9421181" y="1266466"/>
                  </a:lnTo>
                  <a:lnTo>
                    <a:pt x="9495135" y="1281121"/>
                  </a:lnTo>
                  <a:lnTo>
                    <a:pt x="9575935" y="1294365"/>
                  </a:lnTo>
                  <a:lnTo>
                    <a:pt x="9663701" y="1306335"/>
                  </a:lnTo>
                  <a:lnTo>
                    <a:pt x="9758036" y="1317129"/>
                  </a:lnTo>
                  <a:lnTo>
                    <a:pt x="9857834" y="1326799"/>
                  </a:lnTo>
                  <a:lnTo>
                    <a:pt x="9961119" y="1335362"/>
                  </a:lnTo>
                  <a:lnTo>
                    <a:pt x="10064966" y="1342804"/>
                  </a:lnTo>
                  <a:lnTo>
                    <a:pt x="10165592" y="1349100"/>
                  </a:lnTo>
                  <a:lnTo>
                    <a:pt x="10258691" y="1354233"/>
                  </a:lnTo>
                  <a:lnTo>
                    <a:pt x="10340015" y="1358214"/>
                  </a:lnTo>
                  <a:lnTo>
                    <a:pt x="10406111" y="1361108"/>
                  </a:lnTo>
                  <a:lnTo>
                    <a:pt x="10455029" y="1363034"/>
                  </a:lnTo>
                  <a:lnTo>
                    <a:pt x="10486802" y="1364164"/>
                  </a:lnTo>
                  <a:lnTo>
                    <a:pt x="10503564" y="1364705"/>
                  </a:lnTo>
                  <a:lnTo>
                    <a:pt x="10509371" y="1364876"/>
                  </a:lnTo>
                  <a:lnTo>
                    <a:pt x="10509911" y="1364890"/>
                  </a:lnTo>
                  <a:lnTo>
                    <a:pt x="11981298" y="136489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88" name="pl688"/>
            <p:cNvSpPr/>
            <p:nvPr/>
          </p:nvSpPr>
          <p:spPr>
            <a:xfrm>
              <a:off x="4799595" y="2609600"/>
              <a:ext cx="11981298" cy="1364890"/>
            </a:xfrm>
            <a:custGeom>
              <a:avLst/>
              <a:pathLst>
                <a:path w="11981298" h="1364890">
                  <a:moveTo>
                    <a:pt x="11981298" y="1364890"/>
                  </a:moveTo>
                  <a:lnTo>
                    <a:pt x="10509911" y="1364890"/>
                  </a:lnTo>
                  <a:lnTo>
                    <a:pt x="10508696" y="1364857"/>
                  </a:lnTo>
                  <a:lnTo>
                    <a:pt x="10500719" y="1364617"/>
                  </a:lnTo>
                  <a:lnTo>
                    <a:pt x="10480653" y="1363955"/>
                  </a:lnTo>
                  <a:lnTo>
                    <a:pt x="10444877" y="1362651"/>
                  </a:lnTo>
                  <a:lnTo>
                    <a:pt x="10391755" y="1360507"/>
                  </a:lnTo>
                  <a:lnTo>
                    <a:pt x="10321756" y="1357360"/>
                  </a:lnTo>
                  <a:lnTo>
                    <a:pt x="10237244" y="1353106"/>
                  </a:lnTo>
                  <a:lnTo>
                    <a:pt x="10141935" y="1347694"/>
                  </a:lnTo>
                  <a:lnTo>
                    <a:pt x="10040154" y="1341120"/>
                  </a:lnTo>
                  <a:lnTo>
                    <a:pt x="9936126" y="1333406"/>
                  </a:lnTo>
                  <a:lnTo>
                    <a:pt x="9833448" y="1324577"/>
                  </a:lnTo>
                  <a:lnTo>
                    <a:pt x="9734817" y="1314639"/>
                  </a:lnTo>
                  <a:lnTo>
                    <a:pt x="9641989" y="1303569"/>
                  </a:lnTo>
                  <a:lnTo>
                    <a:pt x="9555882" y="1291304"/>
                  </a:lnTo>
                  <a:lnTo>
                    <a:pt x="9476754" y="1277735"/>
                  </a:lnTo>
                  <a:lnTo>
                    <a:pt x="9404384" y="1262715"/>
                  </a:lnTo>
                  <a:lnTo>
                    <a:pt x="9338237" y="1246056"/>
                  </a:lnTo>
                  <a:lnTo>
                    <a:pt x="9277592" y="1227537"/>
                  </a:lnTo>
                  <a:lnTo>
                    <a:pt x="9221633" y="1206920"/>
                  </a:lnTo>
                  <a:lnTo>
                    <a:pt x="9169524" y="1183971"/>
                  </a:lnTo>
                  <a:lnTo>
                    <a:pt x="9120459" y="1158502"/>
                  </a:lnTo>
                  <a:lnTo>
                    <a:pt x="9084767" y="1137408"/>
                  </a:lnTo>
                  <a:lnTo>
                    <a:pt x="9037038" y="1105716"/>
                  </a:lnTo>
                  <a:lnTo>
                    <a:pt x="8990728" y="1071069"/>
                  </a:lnTo>
                  <a:lnTo>
                    <a:pt x="8945347" y="1033417"/>
                  </a:lnTo>
                  <a:lnTo>
                    <a:pt x="8900525" y="992791"/>
                  </a:lnTo>
                  <a:lnTo>
                    <a:pt x="8855990" y="949314"/>
                  </a:lnTo>
                  <a:lnTo>
                    <a:pt x="8811556" y="903211"/>
                  </a:lnTo>
                  <a:lnTo>
                    <a:pt x="8767106" y="854804"/>
                  </a:lnTo>
                  <a:lnTo>
                    <a:pt x="8722582" y="804514"/>
                  </a:lnTo>
                  <a:lnTo>
                    <a:pt x="8677975" y="752842"/>
                  </a:lnTo>
                  <a:lnTo>
                    <a:pt x="8633308" y="700355"/>
                  </a:lnTo>
                  <a:lnTo>
                    <a:pt x="8588624" y="647659"/>
                  </a:lnTo>
                  <a:lnTo>
                    <a:pt x="8543972" y="595369"/>
                  </a:lnTo>
                  <a:lnTo>
                    <a:pt x="8499391" y="544081"/>
                  </a:lnTo>
                  <a:lnTo>
                    <a:pt x="8454894" y="494343"/>
                  </a:lnTo>
                  <a:lnTo>
                    <a:pt x="8410458" y="446633"/>
                  </a:lnTo>
                  <a:lnTo>
                    <a:pt x="8366007" y="401341"/>
                  </a:lnTo>
                  <a:lnTo>
                    <a:pt x="8321405" y="358759"/>
                  </a:lnTo>
                  <a:lnTo>
                    <a:pt x="8276437" y="319077"/>
                  </a:lnTo>
                  <a:lnTo>
                    <a:pt x="8230804" y="282389"/>
                  </a:lnTo>
                  <a:lnTo>
                    <a:pt x="8184099" y="248699"/>
                  </a:lnTo>
                  <a:lnTo>
                    <a:pt x="8151487" y="227481"/>
                  </a:lnTo>
                  <a:lnTo>
                    <a:pt x="8104243" y="200031"/>
                  </a:lnTo>
                  <a:lnTo>
                    <a:pt x="8054516" y="175180"/>
                  </a:lnTo>
                  <a:lnTo>
                    <a:pt x="8001558" y="152812"/>
                  </a:lnTo>
                  <a:lnTo>
                    <a:pt x="7944550" y="132721"/>
                  </a:lnTo>
                  <a:lnTo>
                    <a:pt x="7882654" y="114670"/>
                  </a:lnTo>
                  <a:lnTo>
                    <a:pt x="7815073" y="98424"/>
                  </a:lnTo>
                  <a:lnTo>
                    <a:pt x="7741118" y="83768"/>
                  </a:lnTo>
                  <a:lnTo>
                    <a:pt x="7660319" y="70525"/>
                  </a:lnTo>
                  <a:lnTo>
                    <a:pt x="7572552" y="58555"/>
                  </a:lnTo>
                  <a:lnTo>
                    <a:pt x="7478217" y="47761"/>
                  </a:lnTo>
                  <a:lnTo>
                    <a:pt x="7378419" y="38091"/>
                  </a:lnTo>
                  <a:lnTo>
                    <a:pt x="7275134" y="29528"/>
                  </a:lnTo>
                  <a:lnTo>
                    <a:pt x="7171287" y="22085"/>
                  </a:lnTo>
                  <a:lnTo>
                    <a:pt x="7070661" y="15789"/>
                  </a:lnTo>
                  <a:lnTo>
                    <a:pt x="6977562" y="10657"/>
                  </a:lnTo>
                  <a:lnTo>
                    <a:pt x="6896238" y="6675"/>
                  </a:lnTo>
                  <a:lnTo>
                    <a:pt x="6830143" y="3781"/>
                  </a:lnTo>
                  <a:lnTo>
                    <a:pt x="6781224" y="1855"/>
                  </a:lnTo>
                  <a:lnTo>
                    <a:pt x="6749451" y="725"/>
                  </a:lnTo>
                  <a:lnTo>
                    <a:pt x="6732689" y="185"/>
                  </a:lnTo>
                  <a:lnTo>
                    <a:pt x="6726883" y="14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717" y="0"/>
                  </a:lnTo>
                  <a:lnTo>
                    <a:pt x="5245595" y="0"/>
                  </a:lnTo>
                  <a:lnTo>
                    <a:pt x="5225174" y="0"/>
                  </a:lnTo>
                  <a:lnTo>
                    <a:pt x="5188796" y="0"/>
                  </a:lnTo>
                  <a:lnTo>
                    <a:pt x="5134841" y="0"/>
                  </a:lnTo>
                  <a:lnTo>
                    <a:pt x="5063845" y="0"/>
                  </a:lnTo>
                  <a:lnTo>
                    <a:pt x="4978276" y="0"/>
                  </a:lnTo>
                  <a:lnTo>
                    <a:pt x="4881960" y="0"/>
                  </a:lnTo>
                  <a:lnTo>
                    <a:pt x="4779314" y="0"/>
                  </a:lnTo>
                  <a:lnTo>
                    <a:pt x="4674619" y="0"/>
                  </a:lnTo>
                  <a:lnTo>
                    <a:pt x="4571490" y="0"/>
                  </a:lnTo>
                  <a:lnTo>
                    <a:pt x="4472613" y="0"/>
                  </a:lnTo>
                  <a:lnTo>
                    <a:pt x="4379710" y="0"/>
                  </a:lnTo>
                  <a:lnTo>
                    <a:pt x="4293656" y="0"/>
                  </a:lnTo>
                  <a:lnTo>
                    <a:pt x="4214666" y="0"/>
                  </a:lnTo>
                  <a:lnTo>
                    <a:pt x="4142479" y="0"/>
                  </a:lnTo>
                  <a:lnTo>
                    <a:pt x="4076527" y="0"/>
                  </a:lnTo>
                  <a:lnTo>
                    <a:pt x="4016060" y="0"/>
                  </a:lnTo>
                  <a:lnTo>
                    <a:pt x="3960244" y="0"/>
                  </a:lnTo>
                  <a:lnTo>
                    <a:pt x="3908225" y="0"/>
                  </a:lnTo>
                  <a:lnTo>
                    <a:pt x="3859190" y="0"/>
                  </a:lnTo>
                  <a:lnTo>
                    <a:pt x="3829811" y="0"/>
                  </a:lnTo>
                  <a:lnTo>
                    <a:pt x="3773574" y="0"/>
                  </a:lnTo>
                  <a:lnTo>
                    <a:pt x="3719187" y="0"/>
                  </a:lnTo>
                  <a:lnTo>
                    <a:pt x="3665897" y="0"/>
                  </a:lnTo>
                  <a:lnTo>
                    <a:pt x="3613168" y="0"/>
                  </a:lnTo>
                  <a:lnTo>
                    <a:pt x="3560645" y="0"/>
                  </a:lnTo>
                  <a:lnTo>
                    <a:pt x="3508113" y="0"/>
                  </a:lnTo>
                  <a:lnTo>
                    <a:pt x="3455477" y="0"/>
                  </a:lnTo>
                  <a:lnTo>
                    <a:pt x="3402731" y="0"/>
                  </a:lnTo>
                  <a:lnTo>
                    <a:pt x="3349927" y="0"/>
                  </a:lnTo>
                  <a:lnTo>
                    <a:pt x="3297143" y="0"/>
                  </a:lnTo>
                  <a:lnTo>
                    <a:pt x="3244448" y="0"/>
                  </a:lnTo>
                  <a:lnTo>
                    <a:pt x="3191870" y="0"/>
                  </a:lnTo>
                  <a:lnTo>
                    <a:pt x="3139361" y="0"/>
                  </a:lnTo>
                  <a:lnTo>
                    <a:pt x="3086770" y="0"/>
                  </a:lnTo>
                  <a:lnTo>
                    <a:pt x="3033815" y="0"/>
                  </a:lnTo>
                  <a:lnTo>
                    <a:pt x="2980053" y="0"/>
                  </a:lnTo>
                  <a:lnTo>
                    <a:pt x="2924848" y="0"/>
                  </a:lnTo>
                  <a:lnTo>
                    <a:pt x="2896531" y="0"/>
                  </a:lnTo>
                  <a:lnTo>
                    <a:pt x="2848982" y="0"/>
                  </a:lnTo>
                  <a:lnTo>
                    <a:pt x="2798914" y="0"/>
                  </a:lnTo>
                  <a:lnTo>
                    <a:pt x="2745563" y="0"/>
                  </a:lnTo>
                  <a:lnTo>
                    <a:pt x="2688096" y="0"/>
                  </a:lnTo>
                  <a:lnTo>
                    <a:pt x="2625657" y="0"/>
                  </a:lnTo>
                  <a:lnTo>
                    <a:pt x="2557437" y="0"/>
                  </a:lnTo>
                  <a:lnTo>
                    <a:pt x="2482741" y="0"/>
                  </a:lnTo>
                  <a:lnTo>
                    <a:pt x="2401099" y="0"/>
                  </a:lnTo>
                  <a:lnTo>
                    <a:pt x="2312409" y="0"/>
                  </a:lnTo>
                  <a:lnTo>
                    <a:pt x="2217110" y="0"/>
                  </a:lnTo>
                  <a:lnTo>
                    <a:pt x="2116379" y="0"/>
                  </a:lnTo>
                  <a:lnTo>
                    <a:pt x="2012292" y="0"/>
                  </a:lnTo>
                  <a:lnTo>
                    <a:pt x="1907900" y="0"/>
                  </a:lnTo>
                  <a:lnTo>
                    <a:pt x="1807114" y="0"/>
                  </a:lnTo>
                  <a:lnTo>
                    <a:pt x="1714343" y="0"/>
                  </a:lnTo>
                  <a:lnTo>
                    <a:pt x="1633872" y="0"/>
                  </a:lnTo>
                  <a:lnTo>
                    <a:pt x="1569100" y="0"/>
                  </a:lnTo>
                  <a:lnTo>
                    <a:pt x="1521819" y="0"/>
                  </a:lnTo>
                  <a:lnTo>
                    <a:pt x="1491757" y="0"/>
                  </a:lnTo>
                  <a:lnTo>
                    <a:pt x="1476500" y="0"/>
                  </a:lnTo>
                  <a:lnTo>
                    <a:pt x="1471693" y="0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89" name="pg689"/>
            <p:cNvSpPr/>
            <p:nvPr/>
          </p:nvSpPr>
          <p:spPr>
            <a:xfrm>
              <a:off x="4799595" y="2634119"/>
              <a:ext cx="11981298" cy="2623532"/>
            </a:xfrm>
            <a:custGeom>
              <a:avLst/>
              <a:pathLst>
                <a:path w="11981298" h="2623532">
                  <a:moveTo>
                    <a:pt x="0" y="24518"/>
                  </a:moveTo>
                  <a:lnTo>
                    <a:pt x="1471387" y="24518"/>
                  </a:lnTo>
                  <a:lnTo>
                    <a:pt x="1472625" y="24518"/>
                  </a:lnTo>
                  <a:lnTo>
                    <a:pt x="1480747" y="24518"/>
                  </a:lnTo>
                  <a:lnTo>
                    <a:pt x="1501168" y="24518"/>
                  </a:lnTo>
                  <a:lnTo>
                    <a:pt x="1537546" y="24518"/>
                  </a:lnTo>
                  <a:lnTo>
                    <a:pt x="1591501" y="24518"/>
                  </a:lnTo>
                  <a:lnTo>
                    <a:pt x="1662497" y="24518"/>
                  </a:lnTo>
                  <a:lnTo>
                    <a:pt x="1748066" y="24518"/>
                  </a:lnTo>
                  <a:lnTo>
                    <a:pt x="1844382" y="24518"/>
                  </a:lnTo>
                  <a:lnTo>
                    <a:pt x="1947029" y="24518"/>
                  </a:lnTo>
                  <a:lnTo>
                    <a:pt x="2051723" y="24518"/>
                  </a:lnTo>
                  <a:lnTo>
                    <a:pt x="2154852" y="24518"/>
                  </a:lnTo>
                  <a:lnTo>
                    <a:pt x="2253729" y="24518"/>
                  </a:lnTo>
                  <a:lnTo>
                    <a:pt x="2346632" y="24518"/>
                  </a:lnTo>
                  <a:lnTo>
                    <a:pt x="2432686" y="24518"/>
                  </a:lnTo>
                  <a:lnTo>
                    <a:pt x="2511676" y="24518"/>
                  </a:lnTo>
                  <a:lnTo>
                    <a:pt x="2583863" y="24518"/>
                  </a:lnTo>
                  <a:lnTo>
                    <a:pt x="2649815" y="24518"/>
                  </a:lnTo>
                  <a:lnTo>
                    <a:pt x="2710282" y="24518"/>
                  </a:lnTo>
                  <a:lnTo>
                    <a:pt x="2766098" y="24518"/>
                  </a:lnTo>
                  <a:lnTo>
                    <a:pt x="2818117" y="24518"/>
                  </a:lnTo>
                  <a:lnTo>
                    <a:pt x="2867152" y="24518"/>
                  </a:lnTo>
                  <a:lnTo>
                    <a:pt x="2896531" y="24518"/>
                  </a:lnTo>
                  <a:lnTo>
                    <a:pt x="2952768" y="24518"/>
                  </a:lnTo>
                  <a:lnTo>
                    <a:pt x="3007155" y="24518"/>
                  </a:lnTo>
                  <a:lnTo>
                    <a:pt x="3060446" y="24518"/>
                  </a:lnTo>
                  <a:lnTo>
                    <a:pt x="3113174" y="24518"/>
                  </a:lnTo>
                  <a:lnTo>
                    <a:pt x="3165697" y="24518"/>
                  </a:lnTo>
                  <a:lnTo>
                    <a:pt x="3218229" y="24518"/>
                  </a:lnTo>
                  <a:lnTo>
                    <a:pt x="3270865" y="24518"/>
                  </a:lnTo>
                  <a:lnTo>
                    <a:pt x="3323611" y="24518"/>
                  </a:lnTo>
                  <a:lnTo>
                    <a:pt x="3376415" y="24518"/>
                  </a:lnTo>
                  <a:lnTo>
                    <a:pt x="3429200" y="24518"/>
                  </a:lnTo>
                  <a:lnTo>
                    <a:pt x="3481894" y="24518"/>
                  </a:lnTo>
                  <a:lnTo>
                    <a:pt x="3534472" y="24518"/>
                  </a:lnTo>
                  <a:lnTo>
                    <a:pt x="3586981" y="24518"/>
                  </a:lnTo>
                  <a:lnTo>
                    <a:pt x="3639572" y="24518"/>
                  </a:lnTo>
                  <a:lnTo>
                    <a:pt x="3692528" y="24518"/>
                  </a:lnTo>
                  <a:lnTo>
                    <a:pt x="3746289" y="24518"/>
                  </a:lnTo>
                  <a:lnTo>
                    <a:pt x="3801494" y="24518"/>
                  </a:lnTo>
                  <a:lnTo>
                    <a:pt x="3829811" y="24518"/>
                  </a:lnTo>
                  <a:lnTo>
                    <a:pt x="3877360" y="24518"/>
                  </a:lnTo>
                  <a:lnTo>
                    <a:pt x="3927428" y="24518"/>
                  </a:lnTo>
                  <a:lnTo>
                    <a:pt x="3980779" y="24518"/>
                  </a:lnTo>
                  <a:lnTo>
                    <a:pt x="4038247" y="24518"/>
                  </a:lnTo>
                  <a:lnTo>
                    <a:pt x="4100685" y="24518"/>
                  </a:lnTo>
                  <a:lnTo>
                    <a:pt x="4168905" y="24518"/>
                  </a:lnTo>
                  <a:lnTo>
                    <a:pt x="4243601" y="24518"/>
                  </a:lnTo>
                  <a:lnTo>
                    <a:pt x="4325243" y="24518"/>
                  </a:lnTo>
                  <a:lnTo>
                    <a:pt x="4413933" y="24518"/>
                  </a:lnTo>
                  <a:lnTo>
                    <a:pt x="4509232" y="24518"/>
                  </a:lnTo>
                  <a:lnTo>
                    <a:pt x="4609963" y="24518"/>
                  </a:lnTo>
                  <a:lnTo>
                    <a:pt x="4714050" y="24518"/>
                  </a:lnTo>
                  <a:lnTo>
                    <a:pt x="4818442" y="24518"/>
                  </a:lnTo>
                  <a:lnTo>
                    <a:pt x="4919228" y="24518"/>
                  </a:lnTo>
                  <a:lnTo>
                    <a:pt x="5012000" y="24518"/>
                  </a:lnTo>
                  <a:lnTo>
                    <a:pt x="5092470" y="24518"/>
                  </a:lnTo>
                  <a:lnTo>
                    <a:pt x="5157242" y="24518"/>
                  </a:lnTo>
                  <a:lnTo>
                    <a:pt x="5204523" y="24518"/>
                  </a:lnTo>
                  <a:lnTo>
                    <a:pt x="5234585" y="24518"/>
                  </a:lnTo>
                  <a:lnTo>
                    <a:pt x="5249843" y="24518"/>
                  </a:lnTo>
                  <a:lnTo>
                    <a:pt x="5254649" y="24518"/>
                  </a:lnTo>
                  <a:lnTo>
                    <a:pt x="5254955" y="24518"/>
                  </a:lnTo>
                  <a:lnTo>
                    <a:pt x="6726343" y="24518"/>
                  </a:lnTo>
                  <a:lnTo>
                    <a:pt x="6727502" y="24579"/>
                  </a:lnTo>
                  <a:lnTo>
                    <a:pt x="6735124" y="25014"/>
                  </a:lnTo>
                  <a:lnTo>
                    <a:pt x="6754326" y="26216"/>
                  </a:lnTo>
                  <a:lnTo>
                    <a:pt x="6788630" y="28583"/>
                  </a:lnTo>
                  <a:lnTo>
                    <a:pt x="6839706" y="32480"/>
                  </a:lnTo>
                  <a:lnTo>
                    <a:pt x="6907246" y="38206"/>
                  </a:lnTo>
                  <a:lnTo>
                    <a:pt x="6989132" y="45962"/>
                  </a:lnTo>
                  <a:lnTo>
                    <a:pt x="7081920" y="55850"/>
                  </a:lnTo>
                  <a:lnTo>
                    <a:pt x="7181510" y="67883"/>
                  </a:lnTo>
                  <a:lnTo>
                    <a:pt x="7283826" y="82027"/>
                  </a:lnTo>
                  <a:lnTo>
                    <a:pt x="7385325" y="98234"/>
                  </a:lnTo>
                  <a:lnTo>
                    <a:pt x="7483285" y="116484"/>
                  </a:lnTo>
                  <a:lnTo>
                    <a:pt x="7575873" y="136810"/>
                  </a:lnTo>
                  <a:lnTo>
                    <a:pt x="7662070" y="159312"/>
                  </a:lnTo>
                  <a:lnTo>
                    <a:pt x="7741514" y="184166"/>
                  </a:lnTo>
                  <a:lnTo>
                    <a:pt x="7814326" y="211627"/>
                  </a:lnTo>
                  <a:lnTo>
                    <a:pt x="7880957" y="242020"/>
                  </a:lnTo>
                  <a:lnTo>
                    <a:pt x="7942060" y="275731"/>
                  </a:lnTo>
                  <a:lnTo>
                    <a:pt x="7998393" y="313186"/>
                  </a:lnTo>
                  <a:lnTo>
                    <a:pt x="8050755" y="354820"/>
                  </a:lnTo>
                  <a:lnTo>
                    <a:pt x="8099931" y="401010"/>
                  </a:lnTo>
                  <a:lnTo>
                    <a:pt x="8146641" y="451987"/>
                  </a:lnTo>
                  <a:lnTo>
                    <a:pt x="8151487" y="457687"/>
                  </a:lnTo>
                  <a:lnTo>
                    <a:pt x="8190454" y="506380"/>
                  </a:lnTo>
                  <a:lnTo>
                    <a:pt x="8228413" y="558778"/>
                  </a:lnTo>
                  <a:lnTo>
                    <a:pt x="8265649" y="614957"/>
                  </a:lnTo>
                  <a:lnTo>
                    <a:pt x="8302390" y="674925"/>
                  </a:lnTo>
                  <a:lnTo>
                    <a:pt x="8338814" y="738619"/>
                  </a:lnTo>
                  <a:lnTo>
                    <a:pt x="8375058" y="805895"/>
                  </a:lnTo>
                  <a:lnTo>
                    <a:pt x="8411226" y="876528"/>
                  </a:lnTo>
                  <a:lnTo>
                    <a:pt x="8447386" y="950206"/>
                  </a:lnTo>
                  <a:lnTo>
                    <a:pt x="8483582" y="1026536"/>
                  </a:lnTo>
                  <a:lnTo>
                    <a:pt x="8519832" y="1105050"/>
                  </a:lnTo>
                  <a:lnTo>
                    <a:pt x="8556138" y="1185214"/>
                  </a:lnTo>
                  <a:lnTo>
                    <a:pt x="8592484" y="1266443"/>
                  </a:lnTo>
                  <a:lnTo>
                    <a:pt x="8628850" y="1348117"/>
                  </a:lnTo>
                  <a:lnTo>
                    <a:pt x="8665207" y="1429605"/>
                  </a:lnTo>
                  <a:lnTo>
                    <a:pt x="8701532" y="1510278"/>
                  </a:lnTo>
                  <a:lnTo>
                    <a:pt x="8737805" y="1589537"/>
                  </a:lnTo>
                  <a:lnTo>
                    <a:pt x="8774022" y="1666824"/>
                  </a:lnTo>
                  <a:lnTo>
                    <a:pt x="8810194" y="1741642"/>
                  </a:lnTo>
                  <a:lnTo>
                    <a:pt x="8846352" y="1813567"/>
                  </a:lnTo>
                  <a:lnTo>
                    <a:pt x="8882554" y="1882252"/>
                  </a:lnTo>
                  <a:lnTo>
                    <a:pt x="8918890" y="1947438"/>
                  </a:lnTo>
                  <a:lnTo>
                    <a:pt x="8955481" y="2008947"/>
                  </a:lnTo>
                  <a:lnTo>
                    <a:pt x="8992490" y="2066683"/>
                  </a:lnTo>
                  <a:lnTo>
                    <a:pt x="9030121" y="2120627"/>
                  </a:lnTo>
                  <a:lnTo>
                    <a:pt x="9068637" y="2170827"/>
                  </a:lnTo>
                  <a:lnTo>
                    <a:pt x="9084767" y="2190363"/>
                  </a:lnTo>
                  <a:lnTo>
                    <a:pt x="9131252" y="2241852"/>
                  </a:lnTo>
                  <a:lnTo>
                    <a:pt x="9180133" y="2288544"/>
                  </a:lnTo>
                  <a:lnTo>
                    <a:pt x="9232121" y="2330645"/>
                  </a:lnTo>
                  <a:lnTo>
                    <a:pt x="9287994" y="2368524"/>
                  </a:lnTo>
                  <a:lnTo>
                    <a:pt x="9348552" y="2402612"/>
                  </a:lnTo>
                  <a:lnTo>
                    <a:pt x="9414562" y="2433339"/>
                  </a:lnTo>
                  <a:lnTo>
                    <a:pt x="9486691" y="2461095"/>
                  </a:lnTo>
                  <a:lnTo>
                    <a:pt x="9565417" y="2486213"/>
                  </a:lnTo>
                  <a:lnTo>
                    <a:pt x="9650904" y="2508955"/>
                  </a:lnTo>
                  <a:lnTo>
                    <a:pt x="9742849" y="2529506"/>
                  </a:lnTo>
                  <a:lnTo>
                    <a:pt x="9840309" y="2547974"/>
                  </a:lnTo>
                  <a:lnTo>
                    <a:pt x="9941545" y="2564399"/>
                  </a:lnTo>
                  <a:lnTo>
                    <a:pt x="10043930" y="2578763"/>
                  </a:lnTo>
                  <a:lnTo>
                    <a:pt x="10143998" y="2591023"/>
                  </a:lnTo>
                  <a:lnTo>
                    <a:pt x="10237708" y="2601139"/>
                  </a:lnTo>
                  <a:lnTo>
                    <a:pt x="10320934" y="2609119"/>
                  </a:lnTo>
                  <a:lnTo>
                    <a:pt x="10390127" y="2615053"/>
                  </a:lnTo>
                  <a:lnTo>
                    <a:pt x="10443002" y="2619132"/>
                  </a:lnTo>
                  <a:lnTo>
                    <a:pt x="10479044" y="2621645"/>
                  </a:lnTo>
                  <a:lnTo>
                    <a:pt x="10499714" y="2622952"/>
                  </a:lnTo>
                  <a:lnTo>
                    <a:pt x="10508349" y="2623449"/>
                  </a:lnTo>
                  <a:lnTo>
                    <a:pt x="10509911" y="2623532"/>
                  </a:lnTo>
                  <a:lnTo>
                    <a:pt x="11981298" y="2623532"/>
                  </a:lnTo>
                  <a:lnTo>
                    <a:pt x="11981298" y="2599013"/>
                  </a:lnTo>
                  <a:lnTo>
                    <a:pt x="10509911" y="2599013"/>
                  </a:lnTo>
                  <a:lnTo>
                    <a:pt x="10508751" y="2598952"/>
                  </a:lnTo>
                  <a:lnTo>
                    <a:pt x="10501129" y="2598517"/>
                  </a:lnTo>
                  <a:lnTo>
                    <a:pt x="10481927" y="2597315"/>
                  </a:lnTo>
                  <a:lnTo>
                    <a:pt x="10447623" y="2594949"/>
                  </a:lnTo>
                  <a:lnTo>
                    <a:pt x="10396547" y="2591052"/>
                  </a:lnTo>
                  <a:lnTo>
                    <a:pt x="10329007" y="2585326"/>
                  </a:lnTo>
                  <a:lnTo>
                    <a:pt x="10247121" y="2577569"/>
                  </a:lnTo>
                  <a:lnTo>
                    <a:pt x="10154333" y="2567682"/>
                  </a:lnTo>
                  <a:lnTo>
                    <a:pt x="10054743" y="2555648"/>
                  </a:lnTo>
                  <a:lnTo>
                    <a:pt x="9952427" y="2541505"/>
                  </a:lnTo>
                  <a:lnTo>
                    <a:pt x="9850928" y="2525298"/>
                  </a:lnTo>
                  <a:lnTo>
                    <a:pt x="9752969" y="2507047"/>
                  </a:lnTo>
                  <a:lnTo>
                    <a:pt x="9660380" y="2486722"/>
                  </a:lnTo>
                  <a:lnTo>
                    <a:pt x="9574183" y="2464220"/>
                  </a:lnTo>
                  <a:lnTo>
                    <a:pt x="9494739" y="2439365"/>
                  </a:lnTo>
                  <a:lnTo>
                    <a:pt x="9421927" y="2411904"/>
                  </a:lnTo>
                  <a:lnTo>
                    <a:pt x="9355296" y="2381511"/>
                  </a:lnTo>
                  <a:lnTo>
                    <a:pt x="9294194" y="2347801"/>
                  </a:lnTo>
                  <a:lnTo>
                    <a:pt x="9237860" y="2310345"/>
                  </a:lnTo>
                  <a:lnTo>
                    <a:pt x="9185498" y="2268712"/>
                  </a:lnTo>
                  <a:lnTo>
                    <a:pt x="9136322" y="2222522"/>
                  </a:lnTo>
                  <a:lnTo>
                    <a:pt x="9089613" y="2171544"/>
                  </a:lnTo>
                  <a:lnTo>
                    <a:pt x="9084767" y="2165844"/>
                  </a:lnTo>
                  <a:lnTo>
                    <a:pt x="9045800" y="2117152"/>
                  </a:lnTo>
                  <a:lnTo>
                    <a:pt x="9007840" y="2064753"/>
                  </a:lnTo>
                  <a:lnTo>
                    <a:pt x="8970604" y="2008575"/>
                  </a:lnTo>
                  <a:lnTo>
                    <a:pt x="8933863" y="1948607"/>
                  </a:lnTo>
                  <a:lnTo>
                    <a:pt x="8897440" y="1884913"/>
                  </a:lnTo>
                  <a:lnTo>
                    <a:pt x="8861195" y="1817636"/>
                  </a:lnTo>
                  <a:lnTo>
                    <a:pt x="8825027" y="1747004"/>
                  </a:lnTo>
                  <a:lnTo>
                    <a:pt x="8788867" y="1673325"/>
                  </a:lnTo>
                  <a:lnTo>
                    <a:pt x="8752671" y="1596995"/>
                  </a:lnTo>
                  <a:lnTo>
                    <a:pt x="8716421" y="1518481"/>
                  </a:lnTo>
                  <a:lnTo>
                    <a:pt x="8680115" y="1438317"/>
                  </a:lnTo>
                  <a:lnTo>
                    <a:pt x="8643769" y="1357089"/>
                  </a:lnTo>
                  <a:lnTo>
                    <a:pt x="8607403" y="1275414"/>
                  </a:lnTo>
                  <a:lnTo>
                    <a:pt x="8571046" y="1193927"/>
                  </a:lnTo>
                  <a:lnTo>
                    <a:pt x="8534721" y="1113253"/>
                  </a:lnTo>
                  <a:lnTo>
                    <a:pt x="8498448" y="1033994"/>
                  </a:lnTo>
                  <a:lnTo>
                    <a:pt x="8462231" y="956708"/>
                  </a:lnTo>
                  <a:lnTo>
                    <a:pt x="8426060" y="881889"/>
                  </a:lnTo>
                  <a:lnTo>
                    <a:pt x="8389902" y="809965"/>
                  </a:lnTo>
                  <a:lnTo>
                    <a:pt x="8353699" y="741279"/>
                  </a:lnTo>
                  <a:lnTo>
                    <a:pt x="8317363" y="676093"/>
                  </a:lnTo>
                  <a:lnTo>
                    <a:pt x="8280772" y="614585"/>
                  </a:lnTo>
                  <a:lnTo>
                    <a:pt x="8243764" y="556848"/>
                  </a:lnTo>
                  <a:lnTo>
                    <a:pt x="8206132" y="502905"/>
                  </a:lnTo>
                  <a:lnTo>
                    <a:pt x="8167617" y="452705"/>
                  </a:lnTo>
                  <a:lnTo>
                    <a:pt x="8151487" y="433168"/>
                  </a:lnTo>
                  <a:lnTo>
                    <a:pt x="8105001" y="381680"/>
                  </a:lnTo>
                  <a:lnTo>
                    <a:pt x="8056120" y="334988"/>
                  </a:lnTo>
                  <a:lnTo>
                    <a:pt x="8004133" y="292887"/>
                  </a:lnTo>
                  <a:lnTo>
                    <a:pt x="7948259" y="255007"/>
                  </a:lnTo>
                  <a:lnTo>
                    <a:pt x="7887701" y="220919"/>
                  </a:lnTo>
                  <a:lnTo>
                    <a:pt x="7821691" y="190193"/>
                  </a:lnTo>
                  <a:lnTo>
                    <a:pt x="7749562" y="162437"/>
                  </a:lnTo>
                  <a:lnTo>
                    <a:pt x="7670836" y="137319"/>
                  </a:lnTo>
                  <a:lnTo>
                    <a:pt x="7585349" y="114577"/>
                  </a:lnTo>
                  <a:lnTo>
                    <a:pt x="7493404" y="94026"/>
                  </a:lnTo>
                  <a:lnTo>
                    <a:pt x="7395944" y="75558"/>
                  </a:lnTo>
                  <a:lnTo>
                    <a:pt x="7294708" y="59133"/>
                  </a:lnTo>
                  <a:lnTo>
                    <a:pt x="7192323" y="44768"/>
                  </a:lnTo>
                  <a:lnTo>
                    <a:pt x="7092255" y="32508"/>
                  </a:lnTo>
                  <a:lnTo>
                    <a:pt x="6998545" y="22392"/>
                  </a:lnTo>
                  <a:lnTo>
                    <a:pt x="6915319" y="14412"/>
                  </a:lnTo>
                  <a:lnTo>
                    <a:pt x="6846126" y="8478"/>
                  </a:lnTo>
                  <a:lnTo>
                    <a:pt x="6793251" y="4399"/>
                  </a:lnTo>
                  <a:lnTo>
                    <a:pt x="6757209" y="1887"/>
                  </a:lnTo>
                  <a:lnTo>
                    <a:pt x="6736539" y="580"/>
                  </a:lnTo>
                  <a:lnTo>
                    <a:pt x="6727904" y="82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717" y="0"/>
                  </a:lnTo>
                  <a:lnTo>
                    <a:pt x="5245595" y="0"/>
                  </a:lnTo>
                  <a:lnTo>
                    <a:pt x="5225174" y="0"/>
                  </a:lnTo>
                  <a:lnTo>
                    <a:pt x="5188796" y="0"/>
                  </a:lnTo>
                  <a:lnTo>
                    <a:pt x="5134841" y="0"/>
                  </a:lnTo>
                  <a:lnTo>
                    <a:pt x="5063845" y="0"/>
                  </a:lnTo>
                  <a:lnTo>
                    <a:pt x="4978276" y="0"/>
                  </a:lnTo>
                  <a:lnTo>
                    <a:pt x="4881960" y="0"/>
                  </a:lnTo>
                  <a:lnTo>
                    <a:pt x="4779314" y="0"/>
                  </a:lnTo>
                  <a:lnTo>
                    <a:pt x="4674619" y="0"/>
                  </a:lnTo>
                  <a:lnTo>
                    <a:pt x="4571490" y="0"/>
                  </a:lnTo>
                  <a:lnTo>
                    <a:pt x="4472613" y="0"/>
                  </a:lnTo>
                  <a:lnTo>
                    <a:pt x="4379710" y="0"/>
                  </a:lnTo>
                  <a:lnTo>
                    <a:pt x="4293656" y="0"/>
                  </a:lnTo>
                  <a:lnTo>
                    <a:pt x="4214666" y="0"/>
                  </a:lnTo>
                  <a:lnTo>
                    <a:pt x="4142479" y="0"/>
                  </a:lnTo>
                  <a:lnTo>
                    <a:pt x="4076527" y="0"/>
                  </a:lnTo>
                  <a:lnTo>
                    <a:pt x="4016060" y="0"/>
                  </a:lnTo>
                  <a:lnTo>
                    <a:pt x="3960244" y="0"/>
                  </a:lnTo>
                  <a:lnTo>
                    <a:pt x="3908225" y="0"/>
                  </a:lnTo>
                  <a:lnTo>
                    <a:pt x="3859190" y="0"/>
                  </a:lnTo>
                  <a:lnTo>
                    <a:pt x="3829811" y="0"/>
                  </a:lnTo>
                  <a:lnTo>
                    <a:pt x="3773574" y="0"/>
                  </a:lnTo>
                  <a:lnTo>
                    <a:pt x="3719187" y="0"/>
                  </a:lnTo>
                  <a:lnTo>
                    <a:pt x="3665897" y="0"/>
                  </a:lnTo>
                  <a:lnTo>
                    <a:pt x="3613168" y="0"/>
                  </a:lnTo>
                  <a:lnTo>
                    <a:pt x="3560645" y="0"/>
                  </a:lnTo>
                  <a:lnTo>
                    <a:pt x="3508113" y="0"/>
                  </a:lnTo>
                  <a:lnTo>
                    <a:pt x="3455477" y="0"/>
                  </a:lnTo>
                  <a:lnTo>
                    <a:pt x="3402731" y="0"/>
                  </a:lnTo>
                  <a:lnTo>
                    <a:pt x="3349927" y="0"/>
                  </a:lnTo>
                  <a:lnTo>
                    <a:pt x="3297143" y="0"/>
                  </a:lnTo>
                  <a:lnTo>
                    <a:pt x="3244448" y="0"/>
                  </a:lnTo>
                  <a:lnTo>
                    <a:pt x="3191870" y="0"/>
                  </a:lnTo>
                  <a:lnTo>
                    <a:pt x="3139361" y="0"/>
                  </a:lnTo>
                  <a:lnTo>
                    <a:pt x="3086770" y="0"/>
                  </a:lnTo>
                  <a:lnTo>
                    <a:pt x="3033815" y="0"/>
                  </a:lnTo>
                  <a:lnTo>
                    <a:pt x="2980053" y="0"/>
                  </a:lnTo>
                  <a:lnTo>
                    <a:pt x="2924848" y="0"/>
                  </a:lnTo>
                  <a:lnTo>
                    <a:pt x="2896531" y="0"/>
                  </a:lnTo>
                  <a:lnTo>
                    <a:pt x="2848982" y="0"/>
                  </a:lnTo>
                  <a:lnTo>
                    <a:pt x="2798914" y="0"/>
                  </a:lnTo>
                  <a:lnTo>
                    <a:pt x="2745563" y="0"/>
                  </a:lnTo>
                  <a:lnTo>
                    <a:pt x="2688096" y="0"/>
                  </a:lnTo>
                  <a:lnTo>
                    <a:pt x="2625657" y="0"/>
                  </a:lnTo>
                  <a:lnTo>
                    <a:pt x="2557437" y="0"/>
                  </a:lnTo>
                  <a:lnTo>
                    <a:pt x="2482741" y="0"/>
                  </a:lnTo>
                  <a:lnTo>
                    <a:pt x="2401099" y="0"/>
                  </a:lnTo>
                  <a:lnTo>
                    <a:pt x="2312409" y="0"/>
                  </a:lnTo>
                  <a:lnTo>
                    <a:pt x="2217110" y="0"/>
                  </a:lnTo>
                  <a:lnTo>
                    <a:pt x="2116379" y="0"/>
                  </a:lnTo>
                  <a:lnTo>
                    <a:pt x="2012292" y="0"/>
                  </a:lnTo>
                  <a:lnTo>
                    <a:pt x="1907900" y="0"/>
                  </a:lnTo>
                  <a:lnTo>
                    <a:pt x="1807114" y="0"/>
                  </a:lnTo>
                  <a:lnTo>
                    <a:pt x="1714343" y="0"/>
                  </a:lnTo>
                  <a:lnTo>
                    <a:pt x="1633872" y="0"/>
                  </a:lnTo>
                  <a:lnTo>
                    <a:pt x="1569100" y="0"/>
                  </a:lnTo>
                  <a:lnTo>
                    <a:pt x="1521819" y="0"/>
                  </a:lnTo>
                  <a:lnTo>
                    <a:pt x="1491757" y="0"/>
                  </a:lnTo>
                  <a:lnTo>
                    <a:pt x="1476500" y="0"/>
                  </a:lnTo>
                  <a:lnTo>
                    <a:pt x="1471693" y="0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690" name="pl690"/>
            <p:cNvSpPr/>
            <p:nvPr/>
          </p:nvSpPr>
          <p:spPr>
            <a:xfrm>
              <a:off x="4799595" y="2658638"/>
              <a:ext cx="11981298" cy="2599013"/>
            </a:xfrm>
            <a:custGeom>
              <a:avLst/>
              <a:pathLst>
                <a:path w="11981298" h="2599013">
                  <a:moveTo>
                    <a:pt x="0" y="0"/>
                  </a:moveTo>
                  <a:lnTo>
                    <a:pt x="1471387" y="0"/>
                  </a:lnTo>
                  <a:lnTo>
                    <a:pt x="1472625" y="0"/>
                  </a:lnTo>
                  <a:lnTo>
                    <a:pt x="1480747" y="0"/>
                  </a:lnTo>
                  <a:lnTo>
                    <a:pt x="1501168" y="0"/>
                  </a:lnTo>
                  <a:lnTo>
                    <a:pt x="1537546" y="0"/>
                  </a:lnTo>
                  <a:lnTo>
                    <a:pt x="1591501" y="0"/>
                  </a:lnTo>
                  <a:lnTo>
                    <a:pt x="1662497" y="0"/>
                  </a:lnTo>
                  <a:lnTo>
                    <a:pt x="1748066" y="0"/>
                  </a:lnTo>
                  <a:lnTo>
                    <a:pt x="1844382" y="0"/>
                  </a:lnTo>
                  <a:lnTo>
                    <a:pt x="1947029" y="0"/>
                  </a:lnTo>
                  <a:lnTo>
                    <a:pt x="2051723" y="0"/>
                  </a:lnTo>
                  <a:lnTo>
                    <a:pt x="2154852" y="0"/>
                  </a:lnTo>
                  <a:lnTo>
                    <a:pt x="2253729" y="0"/>
                  </a:lnTo>
                  <a:lnTo>
                    <a:pt x="2346632" y="0"/>
                  </a:lnTo>
                  <a:lnTo>
                    <a:pt x="2432686" y="0"/>
                  </a:lnTo>
                  <a:lnTo>
                    <a:pt x="2511676" y="0"/>
                  </a:lnTo>
                  <a:lnTo>
                    <a:pt x="2583863" y="0"/>
                  </a:lnTo>
                  <a:lnTo>
                    <a:pt x="2649815" y="0"/>
                  </a:lnTo>
                  <a:lnTo>
                    <a:pt x="2710282" y="0"/>
                  </a:lnTo>
                  <a:lnTo>
                    <a:pt x="2766098" y="0"/>
                  </a:lnTo>
                  <a:lnTo>
                    <a:pt x="2818117" y="0"/>
                  </a:lnTo>
                  <a:lnTo>
                    <a:pt x="2867152" y="0"/>
                  </a:lnTo>
                  <a:lnTo>
                    <a:pt x="2896531" y="0"/>
                  </a:lnTo>
                  <a:lnTo>
                    <a:pt x="2952768" y="0"/>
                  </a:lnTo>
                  <a:lnTo>
                    <a:pt x="3007155" y="0"/>
                  </a:lnTo>
                  <a:lnTo>
                    <a:pt x="3060446" y="0"/>
                  </a:lnTo>
                  <a:lnTo>
                    <a:pt x="3113174" y="0"/>
                  </a:lnTo>
                  <a:lnTo>
                    <a:pt x="3165697" y="0"/>
                  </a:lnTo>
                  <a:lnTo>
                    <a:pt x="3218229" y="0"/>
                  </a:lnTo>
                  <a:lnTo>
                    <a:pt x="3270865" y="0"/>
                  </a:lnTo>
                  <a:lnTo>
                    <a:pt x="3323611" y="0"/>
                  </a:lnTo>
                  <a:lnTo>
                    <a:pt x="3376415" y="0"/>
                  </a:lnTo>
                  <a:lnTo>
                    <a:pt x="3429200" y="0"/>
                  </a:lnTo>
                  <a:lnTo>
                    <a:pt x="3481894" y="0"/>
                  </a:lnTo>
                  <a:lnTo>
                    <a:pt x="3534472" y="0"/>
                  </a:lnTo>
                  <a:lnTo>
                    <a:pt x="3586981" y="0"/>
                  </a:lnTo>
                  <a:lnTo>
                    <a:pt x="3639572" y="0"/>
                  </a:lnTo>
                  <a:lnTo>
                    <a:pt x="3692528" y="0"/>
                  </a:lnTo>
                  <a:lnTo>
                    <a:pt x="3746289" y="0"/>
                  </a:lnTo>
                  <a:lnTo>
                    <a:pt x="3801494" y="0"/>
                  </a:lnTo>
                  <a:lnTo>
                    <a:pt x="3829811" y="0"/>
                  </a:lnTo>
                  <a:lnTo>
                    <a:pt x="3877360" y="0"/>
                  </a:lnTo>
                  <a:lnTo>
                    <a:pt x="3927428" y="0"/>
                  </a:lnTo>
                  <a:lnTo>
                    <a:pt x="3980779" y="0"/>
                  </a:lnTo>
                  <a:lnTo>
                    <a:pt x="4038247" y="0"/>
                  </a:lnTo>
                  <a:lnTo>
                    <a:pt x="4100685" y="0"/>
                  </a:lnTo>
                  <a:lnTo>
                    <a:pt x="4168905" y="0"/>
                  </a:lnTo>
                  <a:lnTo>
                    <a:pt x="4243601" y="0"/>
                  </a:lnTo>
                  <a:lnTo>
                    <a:pt x="4325243" y="0"/>
                  </a:lnTo>
                  <a:lnTo>
                    <a:pt x="4413933" y="0"/>
                  </a:lnTo>
                  <a:lnTo>
                    <a:pt x="4509232" y="0"/>
                  </a:lnTo>
                  <a:lnTo>
                    <a:pt x="4609963" y="0"/>
                  </a:lnTo>
                  <a:lnTo>
                    <a:pt x="4714050" y="0"/>
                  </a:lnTo>
                  <a:lnTo>
                    <a:pt x="4818442" y="0"/>
                  </a:lnTo>
                  <a:lnTo>
                    <a:pt x="4919228" y="0"/>
                  </a:lnTo>
                  <a:lnTo>
                    <a:pt x="5012000" y="0"/>
                  </a:lnTo>
                  <a:lnTo>
                    <a:pt x="5092470" y="0"/>
                  </a:lnTo>
                  <a:lnTo>
                    <a:pt x="5157242" y="0"/>
                  </a:lnTo>
                  <a:lnTo>
                    <a:pt x="5204523" y="0"/>
                  </a:lnTo>
                  <a:lnTo>
                    <a:pt x="5234585" y="0"/>
                  </a:lnTo>
                  <a:lnTo>
                    <a:pt x="5249843" y="0"/>
                  </a:lnTo>
                  <a:lnTo>
                    <a:pt x="5254649" y="0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502" y="60"/>
                  </a:lnTo>
                  <a:lnTo>
                    <a:pt x="6735124" y="495"/>
                  </a:lnTo>
                  <a:lnTo>
                    <a:pt x="6754326" y="1697"/>
                  </a:lnTo>
                  <a:lnTo>
                    <a:pt x="6788630" y="4064"/>
                  </a:lnTo>
                  <a:lnTo>
                    <a:pt x="6839706" y="7961"/>
                  </a:lnTo>
                  <a:lnTo>
                    <a:pt x="6907246" y="13687"/>
                  </a:lnTo>
                  <a:lnTo>
                    <a:pt x="6989132" y="21443"/>
                  </a:lnTo>
                  <a:lnTo>
                    <a:pt x="7081920" y="31331"/>
                  </a:lnTo>
                  <a:lnTo>
                    <a:pt x="7181510" y="43364"/>
                  </a:lnTo>
                  <a:lnTo>
                    <a:pt x="7283826" y="57508"/>
                  </a:lnTo>
                  <a:lnTo>
                    <a:pt x="7385325" y="73715"/>
                  </a:lnTo>
                  <a:lnTo>
                    <a:pt x="7483285" y="91965"/>
                  </a:lnTo>
                  <a:lnTo>
                    <a:pt x="7575873" y="112291"/>
                  </a:lnTo>
                  <a:lnTo>
                    <a:pt x="7662070" y="134793"/>
                  </a:lnTo>
                  <a:lnTo>
                    <a:pt x="7741514" y="159647"/>
                  </a:lnTo>
                  <a:lnTo>
                    <a:pt x="7814326" y="187108"/>
                  </a:lnTo>
                  <a:lnTo>
                    <a:pt x="7880957" y="217501"/>
                  </a:lnTo>
                  <a:lnTo>
                    <a:pt x="7942060" y="251212"/>
                  </a:lnTo>
                  <a:lnTo>
                    <a:pt x="7998393" y="288667"/>
                  </a:lnTo>
                  <a:lnTo>
                    <a:pt x="8050755" y="330301"/>
                  </a:lnTo>
                  <a:lnTo>
                    <a:pt x="8099931" y="376491"/>
                  </a:lnTo>
                  <a:lnTo>
                    <a:pt x="8146641" y="427468"/>
                  </a:lnTo>
                  <a:lnTo>
                    <a:pt x="8151487" y="433168"/>
                  </a:lnTo>
                  <a:lnTo>
                    <a:pt x="8190454" y="481861"/>
                  </a:lnTo>
                  <a:lnTo>
                    <a:pt x="8228413" y="534259"/>
                  </a:lnTo>
                  <a:lnTo>
                    <a:pt x="8265649" y="590438"/>
                  </a:lnTo>
                  <a:lnTo>
                    <a:pt x="8302390" y="650406"/>
                  </a:lnTo>
                  <a:lnTo>
                    <a:pt x="8338814" y="714100"/>
                  </a:lnTo>
                  <a:lnTo>
                    <a:pt x="8375058" y="781376"/>
                  </a:lnTo>
                  <a:lnTo>
                    <a:pt x="8411226" y="852009"/>
                  </a:lnTo>
                  <a:lnTo>
                    <a:pt x="8447386" y="925687"/>
                  </a:lnTo>
                  <a:lnTo>
                    <a:pt x="8483582" y="1002017"/>
                  </a:lnTo>
                  <a:lnTo>
                    <a:pt x="8519832" y="1080531"/>
                  </a:lnTo>
                  <a:lnTo>
                    <a:pt x="8556138" y="1160695"/>
                  </a:lnTo>
                  <a:lnTo>
                    <a:pt x="8592484" y="1241924"/>
                  </a:lnTo>
                  <a:lnTo>
                    <a:pt x="8628850" y="1323598"/>
                  </a:lnTo>
                  <a:lnTo>
                    <a:pt x="8665207" y="1405086"/>
                  </a:lnTo>
                  <a:lnTo>
                    <a:pt x="8701532" y="1485759"/>
                  </a:lnTo>
                  <a:lnTo>
                    <a:pt x="8737805" y="1565018"/>
                  </a:lnTo>
                  <a:lnTo>
                    <a:pt x="8774022" y="1642305"/>
                  </a:lnTo>
                  <a:lnTo>
                    <a:pt x="8810194" y="1717123"/>
                  </a:lnTo>
                  <a:lnTo>
                    <a:pt x="8846352" y="1789048"/>
                  </a:lnTo>
                  <a:lnTo>
                    <a:pt x="8882554" y="1857733"/>
                  </a:lnTo>
                  <a:lnTo>
                    <a:pt x="8918890" y="1922919"/>
                  </a:lnTo>
                  <a:lnTo>
                    <a:pt x="8955481" y="1984428"/>
                  </a:lnTo>
                  <a:lnTo>
                    <a:pt x="8992490" y="2042164"/>
                  </a:lnTo>
                  <a:lnTo>
                    <a:pt x="9030121" y="2096108"/>
                  </a:lnTo>
                  <a:lnTo>
                    <a:pt x="9068637" y="2146308"/>
                  </a:lnTo>
                  <a:lnTo>
                    <a:pt x="9084767" y="2165844"/>
                  </a:lnTo>
                  <a:lnTo>
                    <a:pt x="9131252" y="2217333"/>
                  </a:lnTo>
                  <a:lnTo>
                    <a:pt x="9180133" y="2264025"/>
                  </a:lnTo>
                  <a:lnTo>
                    <a:pt x="9232121" y="2306126"/>
                  </a:lnTo>
                  <a:lnTo>
                    <a:pt x="9287994" y="2344005"/>
                  </a:lnTo>
                  <a:lnTo>
                    <a:pt x="9348552" y="2378093"/>
                  </a:lnTo>
                  <a:lnTo>
                    <a:pt x="9414562" y="2408820"/>
                  </a:lnTo>
                  <a:lnTo>
                    <a:pt x="9486691" y="2436576"/>
                  </a:lnTo>
                  <a:lnTo>
                    <a:pt x="9565417" y="2461694"/>
                  </a:lnTo>
                  <a:lnTo>
                    <a:pt x="9650904" y="2484436"/>
                  </a:lnTo>
                  <a:lnTo>
                    <a:pt x="9742849" y="2504987"/>
                  </a:lnTo>
                  <a:lnTo>
                    <a:pt x="9840309" y="2523455"/>
                  </a:lnTo>
                  <a:lnTo>
                    <a:pt x="9941545" y="2539880"/>
                  </a:lnTo>
                  <a:lnTo>
                    <a:pt x="10043930" y="2554244"/>
                  </a:lnTo>
                  <a:lnTo>
                    <a:pt x="10143998" y="2566504"/>
                  </a:lnTo>
                  <a:lnTo>
                    <a:pt x="10237708" y="2576620"/>
                  </a:lnTo>
                  <a:lnTo>
                    <a:pt x="10320934" y="2584600"/>
                  </a:lnTo>
                  <a:lnTo>
                    <a:pt x="10390127" y="2590534"/>
                  </a:lnTo>
                  <a:lnTo>
                    <a:pt x="10443002" y="2594613"/>
                  </a:lnTo>
                  <a:lnTo>
                    <a:pt x="10479044" y="2597126"/>
                  </a:lnTo>
                  <a:lnTo>
                    <a:pt x="10499714" y="2598433"/>
                  </a:lnTo>
                  <a:lnTo>
                    <a:pt x="10508349" y="2598930"/>
                  </a:lnTo>
                  <a:lnTo>
                    <a:pt x="10509909" y="2599013"/>
                  </a:lnTo>
                  <a:lnTo>
                    <a:pt x="10509911" y="2599013"/>
                  </a:lnTo>
                  <a:lnTo>
                    <a:pt x="11981298" y="259901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91" name="pl691"/>
            <p:cNvSpPr/>
            <p:nvPr/>
          </p:nvSpPr>
          <p:spPr>
            <a:xfrm>
              <a:off x="4799595" y="2634119"/>
              <a:ext cx="11981298" cy="2599013"/>
            </a:xfrm>
            <a:custGeom>
              <a:avLst/>
              <a:pathLst>
                <a:path w="11981298" h="2599013">
                  <a:moveTo>
                    <a:pt x="11981298" y="2599013"/>
                  </a:moveTo>
                  <a:lnTo>
                    <a:pt x="10509911" y="2599013"/>
                  </a:lnTo>
                  <a:lnTo>
                    <a:pt x="10508751" y="2598952"/>
                  </a:lnTo>
                  <a:lnTo>
                    <a:pt x="10501129" y="2598517"/>
                  </a:lnTo>
                  <a:lnTo>
                    <a:pt x="10481927" y="2597315"/>
                  </a:lnTo>
                  <a:lnTo>
                    <a:pt x="10447623" y="2594949"/>
                  </a:lnTo>
                  <a:lnTo>
                    <a:pt x="10396547" y="2591052"/>
                  </a:lnTo>
                  <a:lnTo>
                    <a:pt x="10329007" y="2585326"/>
                  </a:lnTo>
                  <a:lnTo>
                    <a:pt x="10247121" y="2577569"/>
                  </a:lnTo>
                  <a:lnTo>
                    <a:pt x="10154333" y="2567682"/>
                  </a:lnTo>
                  <a:lnTo>
                    <a:pt x="10054743" y="2555648"/>
                  </a:lnTo>
                  <a:lnTo>
                    <a:pt x="9952427" y="2541505"/>
                  </a:lnTo>
                  <a:lnTo>
                    <a:pt x="9850928" y="2525298"/>
                  </a:lnTo>
                  <a:lnTo>
                    <a:pt x="9752969" y="2507047"/>
                  </a:lnTo>
                  <a:lnTo>
                    <a:pt x="9660380" y="2486722"/>
                  </a:lnTo>
                  <a:lnTo>
                    <a:pt x="9574183" y="2464220"/>
                  </a:lnTo>
                  <a:lnTo>
                    <a:pt x="9494739" y="2439365"/>
                  </a:lnTo>
                  <a:lnTo>
                    <a:pt x="9421927" y="2411904"/>
                  </a:lnTo>
                  <a:lnTo>
                    <a:pt x="9355296" y="2381511"/>
                  </a:lnTo>
                  <a:lnTo>
                    <a:pt x="9294194" y="2347801"/>
                  </a:lnTo>
                  <a:lnTo>
                    <a:pt x="9237860" y="2310345"/>
                  </a:lnTo>
                  <a:lnTo>
                    <a:pt x="9185498" y="2268712"/>
                  </a:lnTo>
                  <a:lnTo>
                    <a:pt x="9136322" y="2222522"/>
                  </a:lnTo>
                  <a:lnTo>
                    <a:pt x="9089613" y="2171544"/>
                  </a:lnTo>
                  <a:lnTo>
                    <a:pt x="9084767" y="2165844"/>
                  </a:lnTo>
                  <a:lnTo>
                    <a:pt x="9045800" y="2117152"/>
                  </a:lnTo>
                  <a:lnTo>
                    <a:pt x="9007840" y="2064753"/>
                  </a:lnTo>
                  <a:lnTo>
                    <a:pt x="8970604" y="2008575"/>
                  </a:lnTo>
                  <a:lnTo>
                    <a:pt x="8933863" y="1948607"/>
                  </a:lnTo>
                  <a:lnTo>
                    <a:pt x="8897440" y="1884913"/>
                  </a:lnTo>
                  <a:lnTo>
                    <a:pt x="8861195" y="1817636"/>
                  </a:lnTo>
                  <a:lnTo>
                    <a:pt x="8825027" y="1747004"/>
                  </a:lnTo>
                  <a:lnTo>
                    <a:pt x="8788867" y="1673325"/>
                  </a:lnTo>
                  <a:lnTo>
                    <a:pt x="8752671" y="1596995"/>
                  </a:lnTo>
                  <a:lnTo>
                    <a:pt x="8716421" y="1518481"/>
                  </a:lnTo>
                  <a:lnTo>
                    <a:pt x="8680115" y="1438317"/>
                  </a:lnTo>
                  <a:lnTo>
                    <a:pt x="8643769" y="1357089"/>
                  </a:lnTo>
                  <a:lnTo>
                    <a:pt x="8607403" y="1275414"/>
                  </a:lnTo>
                  <a:lnTo>
                    <a:pt x="8571046" y="1193927"/>
                  </a:lnTo>
                  <a:lnTo>
                    <a:pt x="8534721" y="1113253"/>
                  </a:lnTo>
                  <a:lnTo>
                    <a:pt x="8498448" y="1033994"/>
                  </a:lnTo>
                  <a:lnTo>
                    <a:pt x="8462231" y="956708"/>
                  </a:lnTo>
                  <a:lnTo>
                    <a:pt x="8426060" y="881889"/>
                  </a:lnTo>
                  <a:lnTo>
                    <a:pt x="8389902" y="809965"/>
                  </a:lnTo>
                  <a:lnTo>
                    <a:pt x="8353699" y="741279"/>
                  </a:lnTo>
                  <a:lnTo>
                    <a:pt x="8317363" y="676093"/>
                  </a:lnTo>
                  <a:lnTo>
                    <a:pt x="8280772" y="614585"/>
                  </a:lnTo>
                  <a:lnTo>
                    <a:pt x="8243764" y="556848"/>
                  </a:lnTo>
                  <a:lnTo>
                    <a:pt x="8206132" y="502905"/>
                  </a:lnTo>
                  <a:lnTo>
                    <a:pt x="8167617" y="452705"/>
                  </a:lnTo>
                  <a:lnTo>
                    <a:pt x="8151487" y="433168"/>
                  </a:lnTo>
                  <a:lnTo>
                    <a:pt x="8105001" y="381680"/>
                  </a:lnTo>
                  <a:lnTo>
                    <a:pt x="8056120" y="334988"/>
                  </a:lnTo>
                  <a:lnTo>
                    <a:pt x="8004133" y="292887"/>
                  </a:lnTo>
                  <a:lnTo>
                    <a:pt x="7948259" y="255007"/>
                  </a:lnTo>
                  <a:lnTo>
                    <a:pt x="7887701" y="220919"/>
                  </a:lnTo>
                  <a:lnTo>
                    <a:pt x="7821691" y="190193"/>
                  </a:lnTo>
                  <a:lnTo>
                    <a:pt x="7749562" y="162437"/>
                  </a:lnTo>
                  <a:lnTo>
                    <a:pt x="7670836" y="137319"/>
                  </a:lnTo>
                  <a:lnTo>
                    <a:pt x="7585349" y="114577"/>
                  </a:lnTo>
                  <a:lnTo>
                    <a:pt x="7493404" y="94026"/>
                  </a:lnTo>
                  <a:lnTo>
                    <a:pt x="7395944" y="75558"/>
                  </a:lnTo>
                  <a:lnTo>
                    <a:pt x="7294708" y="59133"/>
                  </a:lnTo>
                  <a:lnTo>
                    <a:pt x="7192323" y="44768"/>
                  </a:lnTo>
                  <a:lnTo>
                    <a:pt x="7092255" y="32508"/>
                  </a:lnTo>
                  <a:lnTo>
                    <a:pt x="6998545" y="22392"/>
                  </a:lnTo>
                  <a:lnTo>
                    <a:pt x="6915319" y="14412"/>
                  </a:lnTo>
                  <a:lnTo>
                    <a:pt x="6846126" y="8478"/>
                  </a:lnTo>
                  <a:lnTo>
                    <a:pt x="6793251" y="4399"/>
                  </a:lnTo>
                  <a:lnTo>
                    <a:pt x="6757209" y="1887"/>
                  </a:lnTo>
                  <a:lnTo>
                    <a:pt x="6736539" y="580"/>
                  </a:lnTo>
                  <a:lnTo>
                    <a:pt x="6727904" y="82"/>
                  </a:lnTo>
                  <a:lnTo>
                    <a:pt x="6726344" y="0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717" y="0"/>
                  </a:lnTo>
                  <a:lnTo>
                    <a:pt x="5245595" y="0"/>
                  </a:lnTo>
                  <a:lnTo>
                    <a:pt x="5225174" y="0"/>
                  </a:lnTo>
                  <a:lnTo>
                    <a:pt x="5188796" y="0"/>
                  </a:lnTo>
                  <a:lnTo>
                    <a:pt x="5134841" y="0"/>
                  </a:lnTo>
                  <a:lnTo>
                    <a:pt x="5063845" y="0"/>
                  </a:lnTo>
                  <a:lnTo>
                    <a:pt x="4978276" y="0"/>
                  </a:lnTo>
                  <a:lnTo>
                    <a:pt x="4881960" y="0"/>
                  </a:lnTo>
                  <a:lnTo>
                    <a:pt x="4779314" y="0"/>
                  </a:lnTo>
                  <a:lnTo>
                    <a:pt x="4674619" y="0"/>
                  </a:lnTo>
                  <a:lnTo>
                    <a:pt x="4571490" y="0"/>
                  </a:lnTo>
                  <a:lnTo>
                    <a:pt x="4472613" y="0"/>
                  </a:lnTo>
                  <a:lnTo>
                    <a:pt x="4379710" y="0"/>
                  </a:lnTo>
                  <a:lnTo>
                    <a:pt x="4293656" y="0"/>
                  </a:lnTo>
                  <a:lnTo>
                    <a:pt x="4214666" y="0"/>
                  </a:lnTo>
                  <a:lnTo>
                    <a:pt x="4142479" y="0"/>
                  </a:lnTo>
                  <a:lnTo>
                    <a:pt x="4076527" y="0"/>
                  </a:lnTo>
                  <a:lnTo>
                    <a:pt x="4016060" y="0"/>
                  </a:lnTo>
                  <a:lnTo>
                    <a:pt x="3960244" y="0"/>
                  </a:lnTo>
                  <a:lnTo>
                    <a:pt x="3908225" y="0"/>
                  </a:lnTo>
                  <a:lnTo>
                    <a:pt x="3859190" y="0"/>
                  </a:lnTo>
                  <a:lnTo>
                    <a:pt x="3829811" y="0"/>
                  </a:lnTo>
                  <a:lnTo>
                    <a:pt x="3773574" y="0"/>
                  </a:lnTo>
                  <a:lnTo>
                    <a:pt x="3719187" y="0"/>
                  </a:lnTo>
                  <a:lnTo>
                    <a:pt x="3665897" y="0"/>
                  </a:lnTo>
                  <a:lnTo>
                    <a:pt x="3613168" y="0"/>
                  </a:lnTo>
                  <a:lnTo>
                    <a:pt x="3560645" y="0"/>
                  </a:lnTo>
                  <a:lnTo>
                    <a:pt x="3508113" y="0"/>
                  </a:lnTo>
                  <a:lnTo>
                    <a:pt x="3455477" y="0"/>
                  </a:lnTo>
                  <a:lnTo>
                    <a:pt x="3402731" y="0"/>
                  </a:lnTo>
                  <a:lnTo>
                    <a:pt x="3349927" y="0"/>
                  </a:lnTo>
                  <a:lnTo>
                    <a:pt x="3297143" y="0"/>
                  </a:lnTo>
                  <a:lnTo>
                    <a:pt x="3244448" y="0"/>
                  </a:lnTo>
                  <a:lnTo>
                    <a:pt x="3191870" y="0"/>
                  </a:lnTo>
                  <a:lnTo>
                    <a:pt x="3139361" y="0"/>
                  </a:lnTo>
                  <a:lnTo>
                    <a:pt x="3086770" y="0"/>
                  </a:lnTo>
                  <a:lnTo>
                    <a:pt x="3033815" y="0"/>
                  </a:lnTo>
                  <a:lnTo>
                    <a:pt x="2980053" y="0"/>
                  </a:lnTo>
                  <a:lnTo>
                    <a:pt x="2924848" y="0"/>
                  </a:lnTo>
                  <a:lnTo>
                    <a:pt x="2896531" y="0"/>
                  </a:lnTo>
                  <a:lnTo>
                    <a:pt x="2848982" y="0"/>
                  </a:lnTo>
                  <a:lnTo>
                    <a:pt x="2798914" y="0"/>
                  </a:lnTo>
                  <a:lnTo>
                    <a:pt x="2745563" y="0"/>
                  </a:lnTo>
                  <a:lnTo>
                    <a:pt x="2688096" y="0"/>
                  </a:lnTo>
                  <a:lnTo>
                    <a:pt x="2625657" y="0"/>
                  </a:lnTo>
                  <a:lnTo>
                    <a:pt x="2557437" y="0"/>
                  </a:lnTo>
                  <a:lnTo>
                    <a:pt x="2482741" y="0"/>
                  </a:lnTo>
                  <a:lnTo>
                    <a:pt x="2401099" y="0"/>
                  </a:lnTo>
                  <a:lnTo>
                    <a:pt x="2312409" y="0"/>
                  </a:lnTo>
                  <a:lnTo>
                    <a:pt x="2217110" y="0"/>
                  </a:lnTo>
                  <a:lnTo>
                    <a:pt x="2116379" y="0"/>
                  </a:lnTo>
                  <a:lnTo>
                    <a:pt x="2012292" y="0"/>
                  </a:lnTo>
                  <a:lnTo>
                    <a:pt x="1907900" y="0"/>
                  </a:lnTo>
                  <a:lnTo>
                    <a:pt x="1807114" y="0"/>
                  </a:lnTo>
                  <a:lnTo>
                    <a:pt x="1714343" y="0"/>
                  </a:lnTo>
                  <a:lnTo>
                    <a:pt x="1633872" y="0"/>
                  </a:lnTo>
                  <a:lnTo>
                    <a:pt x="1569100" y="0"/>
                  </a:lnTo>
                  <a:lnTo>
                    <a:pt x="1521819" y="0"/>
                  </a:lnTo>
                  <a:lnTo>
                    <a:pt x="1491757" y="0"/>
                  </a:lnTo>
                  <a:lnTo>
                    <a:pt x="1476500" y="0"/>
                  </a:lnTo>
                  <a:lnTo>
                    <a:pt x="1471693" y="0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92" name="pg692"/>
            <p:cNvSpPr/>
            <p:nvPr/>
          </p:nvSpPr>
          <p:spPr>
            <a:xfrm>
              <a:off x="4799595" y="2658638"/>
              <a:ext cx="11981298" cy="2983144"/>
            </a:xfrm>
            <a:custGeom>
              <a:avLst/>
              <a:pathLst>
                <a:path w="11981298" h="2983144">
                  <a:moveTo>
                    <a:pt x="0" y="24518"/>
                  </a:moveTo>
                  <a:lnTo>
                    <a:pt x="1471387" y="24518"/>
                  </a:lnTo>
                  <a:lnTo>
                    <a:pt x="1472625" y="24519"/>
                  </a:lnTo>
                  <a:lnTo>
                    <a:pt x="1480747" y="24525"/>
                  </a:lnTo>
                  <a:lnTo>
                    <a:pt x="1501168" y="24541"/>
                  </a:lnTo>
                  <a:lnTo>
                    <a:pt x="1537545" y="24573"/>
                  </a:lnTo>
                  <a:lnTo>
                    <a:pt x="1591500" y="24625"/>
                  </a:lnTo>
                  <a:lnTo>
                    <a:pt x="1662495" y="24702"/>
                  </a:lnTo>
                  <a:lnTo>
                    <a:pt x="1748063" y="24806"/>
                  </a:lnTo>
                  <a:lnTo>
                    <a:pt x="1844379" y="24938"/>
                  </a:lnTo>
                  <a:lnTo>
                    <a:pt x="1947025" y="25098"/>
                  </a:lnTo>
                  <a:lnTo>
                    <a:pt x="2051719" y="25285"/>
                  </a:lnTo>
                  <a:lnTo>
                    <a:pt x="2154848" y="25500"/>
                  </a:lnTo>
                  <a:lnTo>
                    <a:pt x="2253725" y="25741"/>
                  </a:lnTo>
                  <a:lnTo>
                    <a:pt x="2346628" y="26010"/>
                  </a:lnTo>
                  <a:lnTo>
                    <a:pt x="2432681" y="26308"/>
                  </a:lnTo>
                  <a:lnTo>
                    <a:pt x="2511672" y="26639"/>
                  </a:lnTo>
                  <a:lnTo>
                    <a:pt x="2583859" y="27004"/>
                  </a:lnTo>
                  <a:lnTo>
                    <a:pt x="2649811" y="27410"/>
                  </a:lnTo>
                  <a:lnTo>
                    <a:pt x="2710278" y="27862"/>
                  </a:lnTo>
                  <a:lnTo>
                    <a:pt x="2766095" y="28365"/>
                  </a:lnTo>
                  <a:lnTo>
                    <a:pt x="2818113" y="28925"/>
                  </a:lnTo>
                  <a:lnTo>
                    <a:pt x="2867148" y="29547"/>
                  </a:lnTo>
                  <a:lnTo>
                    <a:pt x="2896531" y="29967"/>
                  </a:lnTo>
                  <a:lnTo>
                    <a:pt x="2952760" y="30872"/>
                  </a:lnTo>
                  <a:lnTo>
                    <a:pt x="3007140" y="31875"/>
                  </a:lnTo>
                  <a:lnTo>
                    <a:pt x="3060424" y="32980"/>
                  </a:lnTo>
                  <a:lnTo>
                    <a:pt x="3113145" y="34181"/>
                  </a:lnTo>
                  <a:lnTo>
                    <a:pt x="3165662" y="35473"/>
                  </a:lnTo>
                  <a:lnTo>
                    <a:pt x="3218186" y="36843"/>
                  </a:lnTo>
                  <a:lnTo>
                    <a:pt x="3270815" y="38274"/>
                  </a:lnTo>
                  <a:lnTo>
                    <a:pt x="3323554" y="39746"/>
                  </a:lnTo>
                  <a:lnTo>
                    <a:pt x="3376351" y="41237"/>
                  </a:lnTo>
                  <a:lnTo>
                    <a:pt x="3429128" y="42721"/>
                  </a:lnTo>
                  <a:lnTo>
                    <a:pt x="3481815" y="44176"/>
                  </a:lnTo>
                  <a:lnTo>
                    <a:pt x="3534386" y="45579"/>
                  </a:lnTo>
                  <a:lnTo>
                    <a:pt x="3586888" y="46912"/>
                  </a:lnTo>
                  <a:lnTo>
                    <a:pt x="3639472" y="48160"/>
                  </a:lnTo>
                  <a:lnTo>
                    <a:pt x="3692419" y="49313"/>
                  </a:lnTo>
                  <a:lnTo>
                    <a:pt x="3746170" y="50367"/>
                  </a:lnTo>
                  <a:lnTo>
                    <a:pt x="3801364" y="51321"/>
                  </a:lnTo>
                  <a:lnTo>
                    <a:pt x="3829811" y="51762"/>
                  </a:lnTo>
                  <a:lnTo>
                    <a:pt x="3877360" y="52423"/>
                  </a:lnTo>
                  <a:lnTo>
                    <a:pt x="3927428" y="53022"/>
                  </a:lnTo>
                  <a:lnTo>
                    <a:pt x="3980778" y="53560"/>
                  </a:lnTo>
                  <a:lnTo>
                    <a:pt x="4038246" y="54043"/>
                  </a:lnTo>
                  <a:lnTo>
                    <a:pt x="4100683" y="54477"/>
                  </a:lnTo>
                  <a:lnTo>
                    <a:pt x="4168903" y="54867"/>
                  </a:lnTo>
                  <a:lnTo>
                    <a:pt x="4243599" y="55219"/>
                  </a:lnTo>
                  <a:lnTo>
                    <a:pt x="4325241" y="55536"/>
                  </a:lnTo>
                  <a:lnTo>
                    <a:pt x="4413930" y="55823"/>
                  </a:lnTo>
                  <a:lnTo>
                    <a:pt x="4509228" y="56082"/>
                  </a:lnTo>
                  <a:lnTo>
                    <a:pt x="4609959" y="56313"/>
                  </a:lnTo>
                  <a:lnTo>
                    <a:pt x="4714045" y="56518"/>
                  </a:lnTo>
                  <a:lnTo>
                    <a:pt x="4818437" y="56695"/>
                  </a:lnTo>
                  <a:lnTo>
                    <a:pt x="4919223" y="56844"/>
                  </a:lnTo>
                  <a:lnTo>
                    <a:pt x="5011995" y="56965"/>
                  </a:lnTo>
                  <a:lnTo>
                    <a:pt x="5092466" y="57059"/>
                  </a:lnTo>
                  <a:lnTo>
                    <a:pt x="5157238" y="57126"/>
                  </a:lnTo>
                  <a:lnTo>
                    <a:pt x="5204521" y="57170"/>
                  </a:lnTo>
                  <a:lnTo>
                    <a:pt x="5234583" y="57195"/>
                  </a:lnTo>
                  <a:lnTo>
                    <a:pt x="5249842" y="57207"/>
                  </a:lnTo>
                  <a:lnTo>
                    <a:pt x="5254649" y="57210"/>
                  </a:lnTo>
                  <a:lnTo>
                    <a:pt x="5254955" y="57210"/>
                  </a:lnTo>
                  <a:lnTo>
                    <a:pt x="6726343" y="57210"/>
                  </a:lnTo>
                  <a:lnTo>
                    <a:pt x="6727484" y="57278"/>
                  </a:lnTo>
                  <a:lnTo>
                    <a:pt x="6734983" y="57759"/>
                  </a:lnTo>
                  <a:lnTo>
                    <a:pt x="6753888" y="59090"/>
                  </a:lnTo>
                  <a:lnTo>
                    <a:pt x="6787685" y="61709"/>
                  </a:lnTo>
                  <a:lnTo>
                    <a:pt x="6838053" y="66024"/>
                  </a:lnTo>
                  <a:lnTo>
                    <a:pt x="6904739" y="72368"/>
                  </a:lnTo>
                  <a:lnTo>
                    <a:pt x="6985707" y="80966"/>
                  </a:lnTo>
                  <a:lnTo>
                    <a:pt x="7077605" y="91935"/>
                  </a:lnTo>
                  <a:lnTo>
                    <a:pt x="7176416" y="105293"/>
                  </a:lnTo>
                  <a:lnTo>
                    <a:pt x="7278115" y="121003"/>
                  </a:lnTo>
                  <a:lnTo>
                    <a:pt x="7379180" y="139013"/>
                  </a:lnTo>
                  <a:lnTo>
                    <a:pt x="7476883" y="159298"/>
                  </a:lnTo>
                  <a:lnTo>
                    <a:pt x="7569370" y="181888"/>
                  </a:lnTo>
                  <a:lnTo>
                    <a:pt x="7655584" y="206889"/>
                  </a:lnTo>
                  <a:lnTo>
                    <a:pt x="7735129" y="234492"/>
                  </a:lnTo>
                  <a:lnTo>
                    <a:pt x="7808091" y="264969"/>
                  </a:lnTo>
                  <a:lnTo>
                    <a:pt x="7874891" y="298675"/>
                  </a:lnTo>
                  <a:lnTo>
                    <a:pt x="7936156" y="336031"/>
                  </a:lnTo>
                  <a:lnTo>
                    <a:pt x="7992628" y="377508"/>
                  </a:lnTo>
                  <a:lnTo>
                    <a:pt x="8045089" y="423586"/>
                  </a:lnTo>
                  <a:lnTo>
                    <a:pt x="8094314" y="474696"/>
                  </a:lnTo>
                  <a:lnTo>
                    <a:pt x="8141023" y="531118"/>
                  </a:lnTo>
                  <a:lnTo>
                    <a:pt x="8151487" y="544866"/>
                  </a:lnTo>
                  <a:lnTo>
                    <a:pt x="8188686" y="597071"/>
                  </a:lnTo>
                  <a:lnTo>
                    <a:pt x="8224955" y="653069"/>
                  </a:lnTo>
                  <a:lnTo>
                    <a:pt x="8260545" y="712936"/>
                  </a:lnTo>
                  <a:lnTo>
                    <a:pt x="8295658" y="776689"/>
                  </a:lnTo>
                  <a:lnTo>
                    <a:pt x="8330457" y="844279"/>
                  </a:lnTo>
                  <a:lnTo>
                    <a:pt x="8365067" y="915581"/>
                  </a:lnTo>
                  <a:lnTo>
                    <a:pt x="8399584" y="990395"/>
                  </a:lnTo>
                  <a:lnTo>
                    <a:pt x="8434078" y="1068442"/>
                  </a:lnTo>
                  <a:lnTo>
                    <a:pt x="8468592" y="1149365"/>
                  </a:lnTo>
                  <a:lnTo>
                    <a:pt x="8503151" y="1232733"/>
                  </a:lnTo>
                  <a:lnTo>
                    <a:pt x="8537762" y="1318051"/>
                  </a:lnTo>
                  <a:lnTo>
                    <a:pt x="8572418" y="1404769"/>
                  </a:lnTo>
                  <a:lnTo>
                    <a:pt x="8607104" y="1492297"/>
                  </a:lnTo>
                  <a:lnTo>
                    <a:pt x="8641797" y="1580023"/>
                  </a:lnTo>
                  <a:lnTo>
                    <a:pt x="8676474" y="1667326"/>
                  </a:lnTo>
                  <a:lnTo>
                    <a:pt x="8711115" y="1753600"/>
                  </a:lnTo>
                  <a:lnTo>
                    <a:pt x="8745707" y="1838268"/>
                  </a:lnTo>
                  <a:lnTo>
                    <a:pt x="8780248" y="1920799"/>
                  </a:lnTo>
                  <a:lnTo>
                    <a:pt x="8814751" y="2000720"/>
                  </a:lnTo>
                  <a:lnTo>
                    <a:pt x="8849247" y="2077625"/>
                  </a:lnTo>
                  <a:lnTo>
                    <a:pt x="8883789" y="2151187"/>
                  </a:lnTo>
                  <a:lnTo>
                    <a:pt x="8918455" y="2221155"/>
                  </a:lnTo>
                  <a:lnTo>
                    <a:pt x="8953352" y="2287356"/>
                  </a:lnTo>
                  <a:lnTo>
                    <a:pt x="8988618" y="2349695"/>
                  </a:lnTo>
                  <a:lnTo>
                    <a:pt x="9024430" y="2408146"/>
                  </a:lnTo>
                  <a:lnTo>
                    <a:pt x="9061006" y="2462749"/>
                  </a:lnTo>
                  <a:lnTo>
                    <a:pt x="9084767" y="2495488"/>
                  </a:lnTo>
                  <a:lnTo>
                    <a:pt x="9130987" y="2553146"/>
                  </a:lnTo>
                  <a:lnTo>
                    <a:pt x="9179572" y="2605462"/>
                  </a:lnTo>
                  <a:lnTo>
                    <a:pt x="9231221" y="2652663"/>
                  </a:lnTo>
                  <a:lnTo>
                    <a:pt x="9286700" y="2695157"/>
                  </a:lnTo>
                  <a:lnTo>
                    <a:pt x="9346793" y="2733419"/>
                  </a:lnTo>
                  <a:lnTo>
                    <a:pt x="9412258" y="2767926"/>
                  </a:lnTo>
                  <a:lnTo>
                    <a:pt x="9483755" y="2799113"/>
                  </a:lnTo>
                  <a:lnTo>
                    <a:pt x="9561762" y="2827350"/>
                  </a:lnTo>
                  <a:lnTo>
                    <a:pt x="9646456" y="2852930"/>
                  </a:lnTo>
                  <a:lnTo>
                    <a:pt x="9737566" y="2876063"/>
                  </a:lnTo>
                  <a:lnTo>
                    <a:pt x="9834202" y="2896873"/>
                  </a:lnTo>
                  <a:lnTo>
                    <a:pt x="9934703" y="2915407"/>
                  </a:lnTo>
                  <a:lnTo>
                    <a:pt x="10036542" y="2931651"/>
                  </a:lnTo>
                  <a:lnTo>
                    <a:pt x="10136362" y="2945555"/>
                  </a:lnTo>
                  <a:lnTo>
                    <a:pt x="10230218" y="2957075"/>
                  </a:lnTo>
                  <a:lnTo>
                    <a:pt x="10314035" y="2966213"/>
                  </a:lnTo>
                  <a:lnTo>
                    <a:pt x="10384246" y="2973060"/>
                  </a:lnTo>
                  <a:lnTo>
                    <a:pt x="10438463" y="2977816"/>
                  </a:lnTo>
                  <a:lnTo>
                    <a:pt x="10475996" y="2980791"/>
                  </a:lnTo>
                  <a:lnTo>
                    <a:pt x="10498082" y="2982380"/>
                  </a:lnTo>
                  <a:lnTo>
                    <a:pt x="10507813" y="2983018"/>
                  </a:lnTo>
                  <a:lnTo>
                    <a:pt x="10509911" y="2983144"/>
                  </a:lnTo>
                  <a:lnTo>
                    <a:pt x="11981298" y="2983144"/>
                  </a:lnTo>
                  <a:lnTo>
                    <a:pt x="11981298" y="2958625"/>
                  </a:lnTo>
                  <a:lnTo>
                    <a:pt x="10509911" y="2958625"/>
                  </a:lnTo>
                  <a:lnTo>
                    <a:pt x="10508770" y="2958557"/>
                  </a:lnTo>
                  <a:lnTo>
                    <a:pt x="10501270" y="2958076"/>
                  </a:lnTo>
                  <a:lnTo>
                    <a:pt x="10482365" y="2956746"/>
                  </a:lnTo>
                  <a:lnTo>
                    <a:pt x="10448568" y="2954126"/>
                  </a:lnTo>
                  <a:lnTo>
                    <a:pt x="10398200" y="2949811"/>
                  </a:lnTo>
                  <a:lnTo>
                    <a:pt x="10331514" y="2943468"/>
                  </a:lnTo>
                  <a:lnTo>
                    <a:pt x="10250546" y="2934869"/>
                  </a:lnTo>
                  <a:lnTo>
                    <a:pt x="10158648" y="2923900"/>
                  </a:lnTo>
                  <a:lnTo>
                    <a:pt x="10059837" y="2910542"/>
                  </a:lnTo>
                  <a:lnTo>
                    <a:pt x="9958139" y="2894832"/>
                  </a:lnTo>
                  <a:lnTo>
                    <a:pt x="9857074" y="2876822"/>
                  </a:lnTo>
                  <a:lnTo>
                    <a:pt x="9759370" y="2856538"/>
                  </a:lnTo>
                  <a:lnTo>
                    <a:pt x="9666884" y="2833948"/>
                  </a:lnTo>
                  <a:lnTo>
                    <a:pt x="9580669" y="2808946"/>
                  </a:lnTo>
                  <a:lnTo>
                    <a:pt x="9501124" y="2781344"/>
                  </a:lnTo>
                  <a:lnTo>
                    <a:pt x="9428162" y="2750866"/>
                  </a:lnTo>
                  <a:lnTo>
                    <a:pt x="9361362" y="2717160"/>
                  </a:lnTo>
                  <a:lnTo>
                    <a:pt x="9300097" y="2679804"/>
                  </a:lnTo>
                  <a:lnTo>
                    <a:pt x="9243625" y="2638327"/>
                  </a:lnTo>
                  <a:lnTo>
                    <a:pt x="9191164" y="2592250"/>
                  </a:lnTo>
                  <a:lnTo>
                    <a:pt x="9141939" y="2541140"/>
                  </a:lnTo>
                  <a:lnTo>
                    <a:pt x="9095231" y="2484717"/>
                  </a:lnTo>
                  <a:lnTo>
                    <a:pt x="9084767" y="2470969"/>
                  </a:lnTo>
                  <a:lnTo>
                    <a:pt x="9047567" y="2418764"/>
                  </a:lnTo>
                  <a:lnTo>
                    <a:pt x="9011298" y="2362766"/>
                  </a:lnTo>
                  <a:lnTo>
                    <a:pt x="8975708" y="2302899"/>
                  </a:lnTo>
                  <a:lnTo>
                    <a:pt x="8940595" y="2239146"/>
                  </a:lnTo>
                  <a:lnTo>
                    <a:pt x="8905796" y="2171557"/>
                  </a:lnTo>
                  <a:lnTo>
                    <a:pt x="8871186" y="2100255"/>
                  </a:lnTo>
                  <a:lnTo>
                    <a:pt x="8836669" y="2025440"/>
                  </a:lnTo>
                  <a:lnTo>
                    <a:pt x="8802175" y="1947394"/>
                  </a:lnTo>
                  <a:lnTo>
                    <a:pt x="8767661" y="1866471"/>
                  </a:lnTo>
                  <a:lnTo>
                    <a:pt x="8733102" y="1783103"/>
                  </a:lnTo>
                  <a:lnTo>
                    <a:pt x="8698491" y="1697785"/>
                  </a:lnTo>
                  <a:lnTo>
                    <a:pt x="8663835" y="1611066"/>
                  </a:lnTo>
                  <a:lnTo>
                    <a:pt x="8629149" y="1523538"/>
                  </a:lnTo>
                  <a:lnTo>
                    <a:pt x="8594457" y="1435813"/>
                  </a:lnTo>
                  <a:lnTo>
                    <a:pt x="8559779" y="1348510"/>
                  </a:lnTo>
                  <a:lnTo>
                    <a:pt x="8525138" y="1262235"/>
                  </a:lnTo>
                  <a:lnTo>
                    <a:pt x="8490546" y="1177567"/>
                  </a:lnTo>
                  <a:lnTo>
                    <a:pt x="8456005" y="1095036"/>
                  </a:lnTo>
                  <a:lnTo>
                    <a:pt x="8421502" y="1015116"/>
                  </a:lnTo>
                  <a:lnTo>
                    <a:pt x="8387006" y="938210"/>
                  </a:lnTo>
                  <a:lnTo>
                    <a:pt x="8352464" y="864648"/>
                  </a:lnTo>
                  <a:lnTo>
                    <a:pt x="8317798" y="794681"/>
                  </a:lnTo>
                  <a:lnTo>
                    <a:pt x="8282901" y="728479"/>
                  </a:lnTo>
                  <a:lnTo>
                    <a:pt x="8247635" y="666141"/>
                  </a:lnTo>
                  <a:lnTo>
                    <a:pt x="8211823" y="607690"/>
                  </a:lnTo>
                  <a:lnTo>
                    <a:pt x="8175247" y="553086"/>
                  </a:lnTo>
                  <a:lnTo>
                    <a:pt x="8151487" y="520347"/>
                  </a:lnTo>
                  <a:lnTo>
                    <a:pt x="8105266" y="462690"/>
                  </a:lnTo>
                  <a:lnTo>
                    <a:pt x="8056681" y="410374"/>
                  </a:lnTo>
                  <a:lnTo>
                    <a:pt x="8005032" y="363172"/>
                  </a:lnTo>
                  <a:lnTo>
                    <a:pt x="7949553" y="320678"/>
                  </a:lnTo>
                  <a:lnTo>
                    <a:pt x="7889460" y="282416"/>
                  </a:lnTo>
                  <a:lnTo>
                    <a:pt x="7823995" y="247909"/>
                  </a:lnTo>
                  <a:lnTo>
                    <a:pt x="7752498" y="216723"/>
                  </a:lnTo>
                  <a:lnTo>
                    <a:pt x="7674491" y="188486"/>
                  </a:lnTo>
                  <a:lnTo>
                    <a:pt x="7589797" y="162905"/>
                  </a:lnTo>
                  <a:lnTo>
                    <a:pt x="7498687" y="139772"/>
                  </a:lnTo>
                  <a:lnTo>
                    <a:pt x="7402052" y="118962"/>
                  </a:lnTo>
                  <a:lnTo>
                    <a:pt x="7301550" y="100428"/>
                  </a:lnTo>
                  <a:lnTo>
                    <a:pt x="7199712" y="84184"/>
                  </a:lnTo>
                  <a:lnTo>
                    <a:pt x="7099891" y="70280"/>
                  </a:lnTo>
                  <a:lnTo>
                    <a:pt x="7006035" y="58760"/>
                  </a:lnTo>
                  <a:lnTo>
                    <a:pt x="6922218" y="49622"/>
                  </a:lnTo>
                  <a:lnTo>
                    <a:pt x="6852007" y="42776"/>
                  </a:lnTo>
                  <a:lnTo>
                    <a:pt x="6797790" y="38020"/>
                  </a:lnTo>
                  <a:lnTo>
                    <a:pt x="6760257" y="35044"/>
                  </a:lnTo>
                  <a:lnTo>
                    <a:pt x="6738171" y="33455"/>
                  </a:lnTo>
                  <a:lnTo>
                    <a:pt x="6728440" y="32818"/>
                  </a:lnTo>
                  <a:lnTo>
                    <a:pt x="6726343" y="32691"/>
                  </a:lnTo>
                  <a:lnTo>
                    <a:pt x="5254955" y="32691"/>
                  </a:lnTo>
                  <a:lnTo>
                    <a:pt x="5253717" y="32691"/>
                  </a:lnTo>
                  <a:lnTo>
                    <a:pt x="5245595" y="32685"/>
                  </a:lnTo>
                  <a:lnTo>
                    <a:pt x="5225174" y="32669"/>
                  </a:lnTo>
                  <a:lnTo>
                    <a:pt x="5188797" y="32637"/>
                  </a:lnTo>
                  <a:lnTo>
                    <a:pt x="5134842" y="32585"/>
                  </a:lnTo>
                  <a:lnTo>
                    <a:pt x="5063847" y="32508"/>
                  </a:lnTo>
                  <a:lnTo>
                    <a:pt x="4978279" y="32404"/>
                  </a:lnTo>
                  <a:lnTo>
                    <a:pt x="4881963" y="32272"/>
                  </a:lnTo>
                  <a:lnTo>
                    <a:pt x="4779317" y="32112"/>
                  </a:lnTo>
                  <a:lnTo>
                    <a:pt x="4674623" y="31925"/>
                  </a:lnTo>
                  <a:lnTo>
                    <a:pt x="4571494" y="31710"/>
                  </a:lnTo>
                  <a:lnTo>
                    <a:pt x="4472617" y="31469"/>
                  </a:lnTo>
                  <a:lnTo>
                    <a:pt x="4379714" y="31200"/>
                  </a:lnTo>
                  <a:lnTo>
                    <a:pt x="4293661" y="30902"/>
                  </a:lnTo>
                  <a:lnTo>
                    <a:pt x="4214670" y="30571"/>
                  </a:lnTo>
                  <a:lnTo>
                    <a:pt x="4142484" y="30206"/>
                  </a:lnTo>
                  <a:lnTo>
                    <a:pt x="4076531" y="29800"/>
                  </a:lnTo>
                  <a:lnTo>
                    <a:pt x="4016064" y="29348"/>
                  </a:lnTo>
                  <a:lnTo>
                    <a:pt x="3960248" y="28845"/>
                  </a:lnTo>
                  <a:lnTo>
                    <a:pt x="3908229" y="28285"/>
                  </a:lnTo>
                  <a:lnTo>
                    <a:pt x="3859194" y="27663"/>
                  </a:lnTo>
                  <a:lnTo>
                    <a:pt x="3829811" y="27243"/>
                  </a:lnTo>
                  <a:lnTo>
                    <a:pt x="3773582" y="26338"/>
                  </a:lnTo>
                  <a:lnTo>
                    <a:pt x="3719202" y="25335"/>
                  </a:lnTo>
                  <a:lnTo>
                    <a:pt x="3665918" y="24230"/>
                  </a:lnTo>
                  <a:lnTo>
                    <a:pt x="3613197" y="23029"/>
                  </a:lnTo>
                  <a:lnTo>
                    <a:pt x="3560680" y="21737"/>
                  </a:lnTo>
                  <a:lnTo>
                    <a:pt x="3508156" y="20367"/>
                  </a:lnTo>
                  <a:lnTo>
                    <a:pt x="3455527" y="18936"/>
                  </a:lnTo>
                  <a:lnTo>
                    <a:pt x="3402788" y="17464"/>
                  </a:lnTo>
                  <a:lnTo>
                    <a:pt x="3349991" y="15973"/>
                  </a:lnTo>
                  <a:lnTo>
                    <a:pt x="3297214" y="14489"/>
                  </a:lnTo>
                  <a:lnTo>
                    <a:pt x="3244527" y="13034"/>
                  </a:lnTo>
                  <a:lnTo>
                    <a:pt x="3191956" y="11631"/>
                  </a:lnTo>
                  <a:lnTo>
                    <a:pt x="3139454" y="10298"/>
                  </a:lnTo>
                  <a:lnTo>
                    <a:pt x="3086871" y="9050"/>
                  </a:lnTo>
                  <a:lnTo>
                    <a:pt x="3033923" y="7897"/>
                  </a:lnTo>
                  <a:lnTo>
                    <a:pt x="2980172" y="6843"/>
                  </a:lnTo>
                  <a:lnTo>
                    <a:pt x="2924979" y="5889"/>
                  </a:lnTo>
                  <a:lnTo>
                    <a:pt x="2896531" y="5448"/>
                  </a:lnTo>
                  <a:lnTo>
                    <a:pt x="2848982" y="4787"/>
                  </a:lnTo>
                  <a:lnTo>
                    <a:pt x="2798914" y="4188"/>
                  </a:lnTo>
                  <a:lnTo>
                    <a:pt x="2745564" y="3650"/>
                  </a:lnTo>
                  <a:lnTo>
                    <a:pt x="2688096" y="3167"/>
                  </a:lnTo>
                  <a:lnTo>
                    <a:pt x="2625659" y="2733"/>
                  </a:lnTo>
                  <a:lnTo>
                    <a:pt x="2557439" y="2343"/>
                  </a:lnTo>
                  <a:lnTo>
                    <a:pt x="2482743" y="1991"/>
                  </a:lnTo>
                  <a:lnTo>
                    <a:pt x="2401101" y="1674"/>
                  </a:lnTo>
                  <a:lnTo>
                    <a:pt x="2312412" y="1387"/>
                  </a:lnTo>
                  <a:lnTo>
                    <a:pt x="2217114" y="1128"/>
                  </a:lnTo>
                  <a:lnTo>
                    <a:pt x="2116383" y="897"/>
                  </a:lnTo>
                  <a:lnTo>
                    <a:pt x="2012297" y="692"/>
                  </a:lnTo>
                  <a:lnTo>
                    <a:pt x="1907905" y="515"/>
                  </a:lnTo>
                  <a:lnTo>
                    <a:pt x="1807119" y="366"/>
                  </a:lnTo>
                  <a:lnTo>
                    <a:pt x="1714347" y="245"/>
                  </a:lnTo>
                  <a:lnTo>
                    <a:pt x="1633876" y="151"/>
                  </a:lnTo>
                  <a:lnTo>
                    <a:pt x="1569104" y="84"/>
                  </a:lnTo>
                  <a:lnTo>
                    <a:pt x="1521821" y="40"/>
                  </a:lnTo>
                  <a:lnTo>
                    <a:pt x="1491759" y="15"/>
                  </a:lnTo>
                  <a:lnTo>
                    <a:pt x="1476500" y="3"/>
                  </a:lnTo>
                  <a:lnTo>
                    <a:pt x="1471693" y="0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693" name="pl693"/>
            <p:cNvSpPr/>
            <p:nvPr/>
          </p:nvSpPr>
          <p:spPr>
            <a:xfrm>
              <a:off x="4799595" y="2683157"/>
              <a:ext cx="11981298" cy="2958625"/>
            </a:xfrm>
            <a:custGeom>
              <a:avLst/>
              <a:pathLst>
                <a:path w="11981298" h="2958625">
                  <a:moveTo>
                    <a:pt x="0" y="0"/>
                  </a:moveTo>
                  <a:lnTo>
                    <a:pt x="1471387" y="0"/>
                  </a:lnTo>
                  <a:lnTo>
                    <a:pt x="1472625" y="0"/>
                  </a:lnTo>
                  <a:lnTo>
                    <a:pt x="1480747" y="6"/>
                  </a:lnTo>
                  <a:lnTo>
                    <a:pt x="1501168" y="22"/>
                  </a:lnTo>
                  <a:lnTo>
                    <a:pt x="1537545" y="54"/>
                  </a:lnTo>
                  <a:lnTo>
                    <a:pt x="1591500" y="106"/>
                  </a:lnTo>
                  <a:lnTo>
                    <a:pt x="1662495" y="183"/>
                  </a:lnTo>
                  <a:lnTo>
                    <a:pt x="1748063" y="287"/>
                  </a:lnTo>
                  <a:lnTo>
                    <a:pt x="1844379" y="419"/>
                  </a:lnTo>
                  <a:lnTo>
                    <a:pt x="1947025" y="579"/>
                  </a:lnTo>
                  <a:lnTo>
                    <a:pt x="2051719" y="766"/>
                  </a:lnTo>
                  <a:lnTo>
                    <a:pt x="2154848" y="981"/>
                  </a:lnTo>
                  <a:lnTo>
                    <a:pt x="2253725" y="1222"/>
                  </a:lnTo>
                  <a:lnTo>
                    <a:pt x="2346628" y="1491"/>
                  </a:lnTo>
                  <a:lnTo>
                    <a:pt x="2432681" y="1789"/>
                  </a:lnTo>
                  <a:lnTo>
                    <a:pt x="2511672" y="2120"/>
                  </a:lnTo>
                  <a:lnTo>
                    <a:pt x="2583859" y="2485"/>
                  </a:lnTo>
                  <a:lnTo>
                    <a:pt x="2649811" y="2891"/>
                  </a:lnTo>
                  <a:lnTo>
                    <a:pt x="2710278" y="3343"/>
                  </a:lnTo>
                  <a:lnTo>
                    <a:pt x="2766095" y="3846"/>
                  </a:lnTo>
                  <a:lnTo>
                    <a:pt x="2818113" y="4406"/>
                  </a:lnTo>
                  <a:lnTo>
                    <a:pt x="2867148" y="5028"/>
                  </a:lnTo>
                  <a:lnTo>
                    <a:pt x="2896531" y="5448"/>
                  </a:lnTo>
                  <a:lnTo>
                    <a:pt x="2952760" y="6353"/>
                  </a:lnTo>
                  <a:lnTo>
                    <a:pt x="3007140" y="7356"/>
                  </a:lnTo>
                  <a:lnTo>
                    <a:pt x="3060424" y="8461"/>
                  </a:lnTo>
                  <a:lnTo>
                    <a:pt x="3113145" y="9662"/>
                  </a:lnTo>
                  <a:lnTo>
                    <a:pt x="3165662" y="10954"/>
                  </a:lnTo>
                  <a:lnTo>
                    <a:pt x="3218186" y="12324"/>
                  </a:lnTo>
                  <a:lnTo>
                    <a:pt x="3270815" y="13755"/>
                  </a:lnTo>
                  <a:lnTo>
                    <a:pt x="3323554" y="15227"/>
                  </a:lnTo>
                  <a:lnTo>
                    <a:pt x="3376351" y="16718"/>
                  </a:lnTo>
                  <a:lnTo>
                    <a:pt x="3429128" y="18202"/>
                  </a:lnTo>
                  <a:lnTo>
                    <a:pt x="3481815" y="19657"/>
                  </a:lnTo>
                  <a:lnTo>
                    <a:pt x="3534386" y="21060"/>
                  </a:lnTo>
                  <a:lnTo>
                    <a:pt x="3586888" y="22393"/>
                  </a:lnTo>
                  <a:lnTo>
                    <a:pt x="3639472" y="23641"/>
                  </a:lnTo>
                  <a:lnTo>
                    <a:pt x="3692419" y="24794"/>
                  </a:lnTo>
                  <a:lnTo>
                    <a:pt x="3746170" y="25848"/>
                  </a:lnTo>
                  <a:lnTo>
                    <a:pt x="3801364" y="26802"/>
                  </a:lnTo>
                  <a:lnTo>
                    <a:pt x="3829811" y="27243"/>
                  </a:lnTo>
                  <a:lnTo>
                    <a:pt x="3877360" y="27904"/>
                  </a:lnTo>
                  <a:lnTo>
                    <a:pt x="3927428" y="28503"/>
                  </a:lnTo>
                  <a:lnTo>
                    <a:pt x="3980778" y="29041"/>
                  </a:lnTo>
                  <a:lnTo>
                    <a:pt x="4038246" y="29524"/>
                  </a:lnTo>
                  <a:lnTo>
                    <a:pt x="4100683" y="29958"/>
                  </a:lnTo>
                  <a:lnTo>
                    <a:pt x="4168903" y="30348"/>
                  </a:lnTo>
                  <a:lnTo>
                    <a:pt x="4243599" y="30700"/>
                  </a:lnTo>
                  <a:lnTo>
                    <a:pt x="4325241" y="31017"/>
                  </a:lnTo>
                  <a:lnTo>
                    <a:pt x="4413930" y="31304"/>
                  </a:lnTo>
                  <a:lnTo>
                    <a:pt x="4509228" y="31563"/>
                  </a:lnTo>
                  <a:lnTo>
                    <a:pt x="4609959" y="31794"/>
                  </a:lnTo>
                  <a:lnTo>
                    <a:pt x="4714045" y="31999"/>
                  </a:lnTo>
                  <a:lnTo>
                    <a:pt x="4818437" y="32176"/>
                  </a:lnTo>
                  <a:lnTo>
                    <a:pt x="4919223" y="32325"/>
                  </a:lnTo>
                  <a:lnTo>
                    <a:pt x="5011995" y="32446"/>
                  </a:lnTo>
                  <a:lnTo>
                    <a:pt x="5092466" y="32540"/>
                  </a:lnTo>
                  <a:lnTo>
                    <a:pt x="5157238" y="32607"/>
                  </a:lnTo>
                  <a:lnTo>
                    <a:pt x="5204521" y="32651"/>
                  </a:lnTo>
                  <a:lnTo>
                    <a:pt x="5234583" y="32676"/>
                  </a:lnTo>
                  <a:lnTo>
                    <a:pt x="5249842" y="32688"/>
                  </a:lnTo>
                  <a:lnTo>
                    <a:pt x="5254649" y="32691"/>
                  </a:lnTo>
                  <a:lnTo>
                    <a:pt x="5254955" y="32691"/>
                  </a:lnTo>
                  <a:lnTo>
                    <a:pt x="6726343" y="32691"/>
                  </a:lnTo>
                  <a:lnTo>
                    <a:pt x="6727484" y="32759"/>
                  </a:lnTo>
                  <a:lnTo>
                    <a:pt x="6734983" y="33240"/>
                  </a:lnTo>
                  <a:lnTo>
                    <a:pt x="6753888" y="34571"/>
                  </a:lnTo>
                  <a:lnTo>
                    <a:pt x="6787685" y="37190"/>
                  </a:lnTo>
                  <a:lnTo>
                    <a:pt x="6838053" y="41505"/>
                  </a:lnTo>
                  <a:lnTo>
                    <a:pt x="6904739" y="47849"/>
                  </a:lnTo>
                  <a:lnTo>
                    <a:pt x="6985707" y="56447"/>
                  </a:lnTo>
                  <a:lnTo>
                    <a:pt x="7077605" y="67416"/>
                  </a:lnTo>
                  <a:lnTo>
                    <a:pt x="7176416" y="80774"/>
                  </a:lnTo>
                  <a:lnTo>
                    <a:pt x="7278115" y="96484"/>
                  </a:lnTo>
                  <a:lnTo>
                    <a:pt x="7379180" y="114494"/>
                  </a:lnTo>
                  <a:lnTo>
                    <a:pt x="7476883" y="134779"/>
                  </a:lnTo>
                  <a:lnTo>
                    <a:pt x="7569370" y="157369"/>
                  </a:lnTo>
                  <a:lnTo>
                    <a:pt x="7655584" y="182370"/>
                  </a:lnTo>
                  <a:lnTo>
                    <a:pt x="7735129" y="209973"/>
                  </a:lnTo>
                  <a:lnTo>
                    <a:pt x="7808091" y="240450"/>
                  </a:lnTo>
                  <a:lnTo>
                    <a:pt x="7874891" y="274156"/>
                  </a:lnTo>
                  <a:lnTo>
                    <a:pt x="7936156" y="311512"/>
                  </a:lnTo>
                  <a:lnTo>
                    <a:pt x="7992628" y="352989"/>
                  </a:lnTo>
                  <a:lnTo>
                    <a:pt x="8045089" y="399067"/>
                  </a:lnTo>
                  <a:lnTo>
                    <a:pt x="8094314" y="450177"/>
                  </a:lnTo>
                  <a:lnTo>
                    <a:pt x="8141023" y="506599"/>
                  </a:lnTo>
                  <a:lnTo>
                    <a:pt x="8151487" y="520347"/>
                  </a:lnTo>
                  <a:lnTo>
                    <a:pt x="8188686" y="572552"/>
                  </a:lnTo>
                  <a:lnTo>
                    <a:pt x="8224955" y="628550"/>
                  </a:lnTo>
                  <a:lnTo>
                    <a:pt x="8260545" y="688417"/>
                  </a:lnTo>
                  <a:lnTo>
                    <a:pt x="8295658" y="752170"/>
                  </a:lnTo>
                  <a:lnTo>
                    <a:pt x="8330457" y="819760"/>
                  </a:lnTo>
                  <a:lnTo>
                    <a:pt x="8365067" y="891062"/>
                  </a:lnTo>
                  <a:lnTo>
                    <a:pt x="8399584" y="965876"/>
                  </a:lnTo>
                  <a:lnTo>
                    <a:pt x="8434078" y="1043923"/>
                  </a:lnTo>
                  <a:lnTo>
                    <a:pt x="8468592" y="1124846"/>
                  </a:lnTo>
                  <a:lnTo>
                    <a:pt x="8503151" y="1208214"/>
                  </a:lnTo>
                  <a:lnTo>
                    <a:pt x="8537762" y="1293532"/>
                  </a:lnTo>
                  <a:lnTo>
                    <a:pt x="8572418" y="1380250"/>
                  </a:lnTo>
                  <a:lnTo>
                    <a:pt x="8607104" y="1467778"/>
                  </a:lnTo>
                  <a:lnTo>
                    <a:pt x="8641797" y="1555504"/>
                  </a:lnTo>
                  <a:lnTo>
                    <a:pt x="8676474" y="1642807"/>
                  </a:lnTo>
                  <a:lnTo>
                    <a:pt x="8711115" y="1729081"/>
                  </a:lnTo>
                  <a:lnTo>
                    <a:pt x="8745707" y="1813749"/>
                  </a:lnTo>
                  <a:lnTo>
                    <a:pt x="8780248" y="1896280"/>
                  </a:lnTo>
                  <a:lnTo>
                    <a:pt x="8814751" y="1976201"/>
                  </a:lnTo>
                  <a:lnTo>
                    <a:pt x="8849247" y="2053106"/>
                  </a:lnTo>
                  <a:lnTo>
                    <a:pt x="8883789" y="2126668"/>
                  </a:lnTo>
                  <a:lnTo>
                    <a:pt x="8918455" y="2196636"/>
                  </a:lnTo>
                  <a:lnTo>
                    <a:pt x="8953352" y="2262837"/>
                  </a:lnTo>
                  <a:lnTo>
                    <a:pt x="8988618" y="2325176"/>
                  </a:lnTo>
                  <a:lnTo>
                    <a:pt x="9024430" y="2383627"/>
                  </a:lnTo>
                  <a:lnTo>
                    <a:pt x="9061006" y="2438230"/>
                  </a:lnTo>
                  <a:lnTo>
                    <a:pt x="9084767" y="2470969"/>
                  </a:lnTo>
                  <a:lnTo>
                    <a:pt x="9130987" y="2528627"/>
                  </a:lnTo>
                  <a:lnTo>
                    <a:pt x="9179572" y="2580943"/>
                  </a:lnTo>
                  <a:lnTo>
                    <a:pt x="9231221" y="2628144"/>
                  </a:lnTo>
                  <a:lnTo>
                    <a:pt x="9286700" y="2670638"/>
                  </a:lnTo>
                  <a:lnTo>
                    <a:pt x="9346793" y="2708900"/>
                  </a:lnTo>
                  <a:lnTo>
                    <a:pt x="9412258" y="2743407"/>
                  </a:lnTo>
                  <a:lnTo>
                    <a:pt x="9483755" y="2774594"/>
                  </a:lnTo>
                  <a:lnTo>
                    <a:pt x="9561762" y="2802831"/>
                  </a:lnTo>
                  <a:lnTo>
                    <a:pt x="9646456" y="2828411"/>
                  </a:lnTo>
                  <a:lnTo>
                    <a:pt x="9737566" y="2851544"/>
                  </a:lnTo>
                  <a:lnTo>
                    <a:pt x="9834202" y="2872354"/>
                  </a:lnTo>
                  <a:lnTo>
                    <a:pt x="9934703" y="2890888"/>
                  </a:lnTo>
                  <a:lnTo>
                    <a:pt x="10036542" y="2907132"/>
                  </a:lnTo>
                  <a:lnTo>
                    <a:pt x="10136362" y="2921036"/>
                  </a:lnTo>
                  <a:lnTo>
                    <a:pt x="10230218" y="2932556"/>
                  </a:lnTo>
                  <a:lnTo>
                    <a:pt x="10314035" y="2941694"/>
                  </a:lnTo>
                  <a:lnTo>
                    <a:pt x="10384246" y="2948541"/>
                  </a:lnTo>
                  <a:lnTo>
                    <a:pt x="10438463" y="2953297"/>
                  </a:lnTo>
                  <a:lnTo>
                    <a:pt x="10475996" y="2956272"/>
                  </a:lnTo>
                  <a:lnTo>
                    <a:pt x="10498082" y="2957861"/>
                  </a:lnTo>
                  <a:lnTo>
                    <a:pt x="10507813" y="2958499"/>
                  </a:lnTo>
                  <a:lnTo>
                    <a:pt x="10509896" y="2958624"/>
                  </a:lnTo>
                  <a:lnTo>
                    <a:pt x="10509911" y="2958625"/>
                  </a:lnTo>
                  <a:lnTo>
                    <a:pt x="11981298" y="295862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94" name="pl694"/>
            <p:cNvSpPr/>
            <p:nvPr/>
          </p:nvSpPr>
          <p:spPr>
            <a:xfrm>
              <a:off x="4799595" y="2658638"/>
              <a:ext cx="11981298" cy="2958625"/>
            </a:xfrm>
            <a:custGeom>
              <a:avLst/>
              <a:pathLst>
                <a:path w="11981298" h="2958625">
                  <a:moveTo>
                    <a:pt x="11981298" y="2958625"/>
                  </a:moveTo>
                  <a:lnTo>
                    <a:pt x="10509911" y="2958625"/>
                  </a:lnTo>
                  <a:lnTo>
                    <a:pt x="10508770" y="2958557"/>
                  </a:lnTo>
                  <a:lnTo>
                    <a:pt x="10501270" y="2958076"/>
                  </a:lnTo>
                  <a:lnTo>
                    <a:pt x="10482365" y="2956746"/>
                  </a:lnTo>
                  <a:lnTo>
                    <a:pt x="10448568" y="2954126"/>
                  </a:lnTo>
                  <a:lnTo>
                    <a:pt x="10398200" y="2949811"/>
                  </a:lnTo>
                  <a:lnTo>
                    <a:pt x="10331514" y="2943468"/>
                  </a:lnTo>
                  <a:lnTo>
                    <a:pt x="10250546" y="2934869"/>
                  </a:lnTo>
                  <a:lnTo>
                    <a:pt x="10158648" y="2923900"/>
                  </a:lnTo>
                  <a:lnTo>
                    <a:pt x="10059837" y="2910542"/>
                  </a:lnTo>
                  <a:lnTo>
                    <a:pt x="9958139" y="2894832"/>
                  </a:lnTo>
                  <a:lnTo>
                    <a:pt x="9857074" y="2876822"/>
                  </a:lnTo>
                  <a:lnTo>
                    <a:pt x="9759370" y="2856538"/>
                  </a:lnTo>
                  <a:lnTo>
                    <a:pt x="9666884" y="2833948"/>
                  </a:lnTo>
                  <a:lnTo>
                    <a:pt x="9580669" y="2808946"/>
                  </a:lnTo>
                  <a:lnTo>
                    <a:pt x="9501124" y="2781344"/>
                  </a:lnTo>
                  <a:lnTo>
                    <a:pt x="9428162" y="2750866"/>
                  </a:lnTo>
                  <a:lnTo>
                    <a:pt x="9361362" y="2717160"/>
                  </a:lnTo>
                  <a:lnTo>
                    <a:pt x="9300097" y="2679804"/>
                  </a:lnTo>
                  <a:lnTo>
                    <a:pt x="9243625" y="2638327"/>
                  </a:lnTo>
                  <a:lnTo>
                    <a:pt x="9191164" y="2592250"/>
                  </a:lnTo>
                  <a:lnTo>
                    <a:pt x="9141939" y="2541140"/>
                  </a:lnTo>
                  <a:lnTo>
                    <a:pt x="9095231" y="2484717"/>
                  </a:lnTo>
                  <a:lnTo>
                    <a:pt x="9084767" y="2470969"/>
                  </a:lnTo>
                  <a:lnTo>
                    <a:pt x="9047567" y="2418764"/>
                  </a:lnTo>
                  <a:lnTo>
                    <a:pt x="9011298" y="2362766"/>
                  </a:lnTo>
                  <a:lnTo>
                    <a:pt x="8975708" y="2302899"/>
                  </a:lnTo>
                  <a:lnTo>
                    <a:pt x="8940595" y="2239146"/>
                  </a:lnTo>
                  <a:lnTo>
                    <a:pt x="8905796" y="2171557"/>
                  </a:lnTo>
                  <a:lnTo>
                    <a:pt x="8871186" y="2100255"/>
                  </a:lnTo>
                  <a:lnTo>
                    <a:pt x="8836669" y="2025440"/>
                  </a:lnTo>
                  <a:lnTo>
                    <a:pt x="8802175" y="1947394"/>
                  </a:lnTo>
                  <a:lnTo>
                    <a:pt x="8767661" y="1866471"/>
                  </a:lnTo>
                  <a:lnTo>
                    <a:pt x="8733102" y="1783103"/>
                  </a:lnTo>
                  <a:lnTo>
                    <a:pt x="8698491" y="1697785"/>
                  </a:lnTo>
                  <a:lnTo>
                    <a:pt x="8663835" y="1611066"/>
                  </a:lnTo>
                  <a:lnTo>
                    <a:pt x="8629149" y="1523538"/>
                  </a:lnTo>
                  <a:lnTo>
                    <a:pt x="8594457" y="1435813"/>
                  </a:lnTo>
                  <a:lnTo>
                    <a:pt x="8559779" y="1348510"/>
                  </a:lnTo>
                  <a:lnTo>
                    <a:pt x="8525138" y="1262235"/>
                  </a:lnTo>
                  <a:lnTo>
                    <a:pt x="8490546" y="1177567"/>
                  </a:lnTo>
                  <a:lnTo>
                    <a:pt x="8456005" y="1095036"/>
                  </a:lnTo>
                  <a:lnTo>
                    <a:pt x="8421502" y="1015116"/>
                  </a:lnTo>
                  <a:lnTo>
                    <a:pt x="8387006" y="938210"/>
                  </a:lnTo>
                  <a:lnTo>
                    <a:pt x="8352464" y="864648"/>
                  </a:lnTo>
                  <a:lnTo>
                    <a:pt x="8317798" y="794681"/>
                  </a:lnTo>
                  <a:lnTo>
                    <a:pt x="8282901" y="728479"/>
                  </a:lnTo>
                  <a:lnTo>
                    <a:pt x="8247635" y="666141"/>
                  </a:lnTo>
                  <a:lnTo>
                    <a:pt x="8211823" y="607690"/>
                  </a:lnTo>
                  <a:lnTo>
                    <a:pt x="8175247" y="553086"/>
                  </a:lnTo>
                  <a:lnTo>
                    <a:pt x="8151487" y="520347"/>
                  </a:lnTo>
                  <a:lnTo>
                    <a:pt x="8105266" y="462690"/>
                  </a:lnTo>
                  <a:lnTo>
                    <a:pt x="8056681" y="410374"/>
                  </a:lnTo>
                  <a:lnTo>
                    <a:pt x="8005032" y="363172"/>
                  </a:lnTo>
                  <a:lnTo>
                    <a:pt x="7949553" y="320678"/>
                  </a:lnTo>
                  <a:lnTo>
                    <a:pt x="7889460" y="282416"/>
                  </a:lnTo>
                  <a:lnTo>
                    <a:pt x="7823995" y="247909"/>
                  </a:lnTo>
                  <a:lnTo>
                    <a:pt x="7752498" y="216723"/>
                  </a:lnTo>
                  <a:lnTo>
                    <a:pt x="7674491" y="188486"/>
                  </a:lnTo>
                  <a:lnTo>
                    <a:pt x="7589797" y="162905"/>
                  </a:lnTo>
                  <a:lnTo>
                    <a:pt x="7498687" y="139772"/>
                  </a:lnTo>
                  <a:lnTo>
                    <a:pt x="7402052" y="118962"/>
                  </a:lnTo>
                  <a:lnTo>
                    <a:pt x="7301550" y="100428"/>
                  </a:lnTo>
                  <a:lnTo>
                    <a:pt x="7199712" y="84184"/>
                  </a:lnTo>
                  <a:lnTo>
                    <a:pt x="7099891" y="70280"/>
                  </a:lnTo>
                  <a:lnTo>
                    <a:pt x="7006035" y="58760"/>
                  </a:lnTo>
                  <a:lnTo>
                    <a:pt x="6922218" y="49622"/>
                  </a:lnTo>
                  <a:lnTo>
                    <a:pt x="6852007" y="42776"/>
                  </a:lnTo>
                  <a:lnTo>
                    <a:pt x="6797790" y="38020"/>
                  </a:lnTo>
                  <a:lnTo>
                    <a:pt x="6760257" y="35044"/>
                  </a:lnTo>
                  <a:lnTo>
                    <a:pt x="6738171" y="33455"/>
                  </a:lnTo>
                  <a:lnTo>
                    <a:pt x="6728440" y="32818"/>
                  </a:lnTo>
                  <a:lnTo>
                    <a:pt x="6726357" y="32692"/>
                  </a:lnTo>
                  <a:lnTo>
                    <a:pt x="6726343" y="32691"/>
                  </a:lnTo>
                  <a:lnTo>
                    <a:pt x="5254955" y="32691"/>
                  </a:lnTo>
                  <a:lnTo>
                    <a:pt x="5253717" y="32691"/>
                  </a:lnTo>
                  <a:lnTo>
                    <a:pt x="5245595" y="32685"/>
                  </a:lnTo>
                  <a:lnTo>
                    <a:pt x="5225174" y="32669"/>
                  </a:lnTo>
                  <a:lnTo>
                    <a:pt x="5188797" y="32637"/>
                  </a:lnTo>
                  <a:lnTo>
                    <a:pt x="5134842" y="32585"/>
                  </a:lnTo>
                  <a:lnTo>
                    <a:pt x="5063847" y="32508"/>
                  </a:lnTo>
                  <a:lnTo>
                    <a:pt x="4978279" y="32404"/>
                  </a:lnTo>
                  <a:lnTo>
                    <a:pt x="4881963" y="32272"/>
                  </a:lnTo>
                  <a:lnTo>
                    <a:pt x="4779317" y="32112"/>
                  </a:lnTo>
                  <a:lnTo>
                    <a:pt x="4674623" y="31925"/>
                  </a:lnTo>
                  <a:lnTo>
                    <a:pt x="4571494" y="31710"/>
                  </a:lnTo>
                  <a:lnTo>
                    <a:pt x="4472617" y="31469"/>
                  </a:lnTo>
                  <a:lnTo>
                    <a:pt x="4379714" y="31200"/>
                  </a:lnTo>
                  <a:lnTo>
                    <a:pt x="4293661" y="30902"/>
                  </a:lnTo>
                  <a:lnTo>
                    <a:pt x="4214670" y="30571"/>
                  </a:lnTo>
                  <a:lnTo>
                    <a:pt x="4142484" y="30206"/>
                  </a:lnTo>
                  <a:lnTo>
                    <a:pt x="4076531" y="29800"/>
                  </a:lnTo>
                  <a:lnTo>
                    <a:pt x="4016064" y="29348"/>
                  </a:lnTo>
                  <a:lnTo>
                    <a:pt x="3960248" y="28845"/>
                  </a:lnTo>
                  <a:lnTo>
                    <a:pt x="3908229" y="28285"/>
                  </a:lnTo>
                  <a:lnTo>
                    <a:pt x="3859194" y="27663"/>
                  </a:lnTo>
                  <a:lnTo>
                    <a:pt x="3829811" y="27243"/>
                  </a:lnTo>
                  <a:lnTo>
                    <a:pt x="3773582" y="26338"/>
                  </a:lnTo>
                  <a:lnTo>
                    <a:pt x="3719202" y="25335"/>
                  </a:lnTo>
                  <a:lnTo>
                    <a:pt x="3665918" y="24230"/>
                  </a:lnTo>
                  <a:lnTo>
                    <a:pt x="3613197" y="23029"/>
                  </a:lnTo>
                  <a:lnTo>
                    <a:pt x="3560680" y="21737"/>
                  </a:lnTo>
                  <a:lnTo>
                    <a:pt x="3508156" y="20367"/>
                  </a:lnTo>
                  <a:lnTo>
                    <a:pt x="3455527" y="18936"/>
                  </a:lnTo>
                  <a:lnTo>
                    <a:pt x="3402788" y="17464"/>
                  </a:lnTo>
                  <a:lnTo>
                    <a:pt x="3349991" y="15973"/>
                  </a:lnTo>
                  <a:lnTo>
                    <a:pt x="3297214" y="14489"/>
                  </a:lnTo>
                  <a:lnTo>
                    <a:pt x="3244527" y="13034"/>
                  </a:lnTo>
                  <a:lnTo>
                    <a:pt x="3191956" y="11631"/>
                  </a:lnTo>
                  <a:lnTo>
                    <a:pt x="3139454" y="10298"/>
                  </a:lnTo>
                  <a:lnTo>
                    <a:pt x="3086871" y="9050"/>
                  </a:lnTo>
                  <a:lnTo>
                    <a:pt x="3033923" y="7897"/>
                  </a:lnTo>
                  <a:lnTo>
                    <a:pt x="2980172" y="6843"/>
                  </a:lnTo>
                  <a:lnTo>
                    <a:pt x="2924979" y="5889"/>
                  </a:lnTo>
                  <a:lnTo>
                    <a:pt x="2896531" y="5448"/>
                  </a:lnTo>
                  <a:lnTo>
                    <a:pt x="2848982" y="4787"/>
                  </a:lnTo>
                  <a:lnTo>
                    <a:pt x="2798914" y="4188"/>
                  </a:lnTo>
                  <a:lnTo>
                    <a:pt x="2745564" y="3650"/>
                  </a:lnTo>
                  <a:lnTo>
                    <a:pt x="2688096" y="3167"/>
                  </a:lnTo>
                  <a:lnTo>
                    <a:pt x="2625659" y="2733"/>
                  </a:lnTo>
                  <a:lnTo>
                    <a:pt x="2557439" y="2343"/>
                  </a:lnTo>
                  <a:lnTo>
                    <a:pt x="2482743" y="1991"/>
                  </a:lnTo>
                  <a:lnTo>
                    <a:pt x="2401101" y="1674"/>
                  </a:lnTo>
                  <a:lnTo>
                    <a:pt x="2312412" y="1387"/>
                  </a:lnTo>
                  <a:lnTo>
                    <a:pt x="2217114" y="1128"/>
                  </a:lnTo>
                  <a:lnTo>
                    <a:pt x="2116383" y="897"/>
                  </a:lnTo>
                  <a:lnTo>
                    <a:pt x="2012297" y="692"/>
                  </a:lnTo>
                  <a:lnTo>
                    <a:pt x="1907905" y="515"/>
                  </a:lnTo>
                  <a:lnTo>
                    <a:pt x="1807119" y="366"/>
                  </a:lnTo>
                  <a:lnTo>
                    <a:pt x="1714347" y="245"/>
                  </a:lnTo>
                  <a:lnTo>
                    <a:pt x="1633876" y="151"/>
                  </a:lnTo>
                  <a:lnTo>
                    <a:pt x="1569104" y="84"/>
                  </a:lnTo>
                  <a:lnTo>
                    <a:pt x="1521821" y="40"/>
                  </a:lnTo>
                  <a:lnTo>
                    <a:pt x="1491759" y="15"/>
                  </a:lnTo>
                  <a:lnTo>
                    <a:pt x="1476500" y="3"/>
                  </a:lnTo>
                  <a:lnTo>
                    <a:pt x="1471693" y="0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95" name="pg695"/>
            <p:cNvSpPr/>
            <p:nvPr/>
          </p:nvSpPr>
          <p:spPr>
            <a:xfrm>
              <a:off x="4799595" y="2683157"/>
              <a:ext cx="11981298" cy="3236507"/>
            </a:xfrm>
            <a:custGeom>
              <a:avLst/>
              <a:pathLst>
                <a:path w="11981298" h="3236507">
                  <a:moveTo>
                    <a:pt x="0" y="24518"/>
                  </a:moveTo>
                  <a:lnTo>
                    <a:pt x="1471387" y="24518"/>
                  </a:lnTo>
                  <a:lnTo>
                    <a:pt x="1472625" y="24520"/>
                  </a:lnTo>
                  <a:lnTo>
                    <a:pt x="1480747" y="24528"/>
                  </a:lnTo>
                  <a:lnTo>
                    <a:pt x="1501167" y="24553"/>
                  </a:lnTo>
                  <a:lnTo>
                    <a:pt x="1537545" y="24600"/>
                  </a:lnTo>
                  <a:lnTo>
                    <a:pt x="1591499" y="24679"/>
                  </a:lnTo>
                  <a:lnTo>
                    <a:pt x="1662493" y="24794"/>
                  </a:lnTo>
                  <a:lnTo>
                    <a:pt x="1748060" y="24950"/>
                  </a:lnTo>
                  <a:lnTo>
                    <a:pt x="1844376" y="25147"/>
                  </a:lnTo>
                  <a:lnTo>
                    <a:pt x="1947021" y="25387"/>
                  </a:lnTo>
                  <a:lnTo>
                    <a:pt x="2051715" y="25668"/>
                  </a:lnTo>
                  <a:lnTo>
                    <a:pt x="2154843" y="25990"/>
                  </a:lnTo>
                  <a:lnTo>
                    <a:pt x="2253719" y="26353"/>
                  </a:lnTo>
                  <a:lnTo>
                    <a:pt x="2346623" y="26756"/>
                  </a:lnTo>
                  <a:lnTo>
                    <a:pt x="2432676" y="27203"/>
                  </a:lnTo>
                  <a:lnTo>
                    <a:pt x="2511666" y="27698"/>
                  </a:lnTo>
                  <a:lnTo>
                    <a:pt x="2583854" y="28247"/>
                  </a:lnTo>
                  <a:lnTo>
                    <a:pt x="2649806" y="28856"/>
                  </a:lnTo>
                  <a:lnTo>
                    <a:pt x="2710273" y="29533"/>
                  </a:lnTo>
                  <a:lnTo>
                    <a:pt x="2766090" y="30288"/>
                  </a:lnTo>
                  <a:lnTo>
                    <a:pt x="2818109" y="31129"/>
                  </a:lnTo>
                  <a:lnTo>
                    <a:pt x="2867144" y="32062"/>
                  </a:lnTo>
                  <a:lnTo>
                    <a:pt x="2896531" y="32691"/>
                  </a:lnTo>
                  <a:lnTo>
                    <a:pt x="2952751" y="34048"/>
                  </a:lnTo>
                  <a:lnTo>
                    <a:pt x="3007122" y="35553"/>
                  </a:lnTo>
                  <a:lnTo>
                    <a:pt x="3060397" y="37209"/>
                  </a:lnTo>
                  <a:lnTo>
                    <a:pt x="3113109" y="39011"/>
                  </a:lnTo>
                  <a:lnTo>
                    <a:pt x="3165617" y="40948"/>
                  </a:lnTo>
                  <a:lnTo>
                    <a:pt x="3218133" y="43002"/>
                  </a:lnTo>
                  <a:lnTo>
                    <a:pt x="3270752" y="45149"/>
                  </a:lnTo>
                  <a:lnTo>
                    <a:pt x="3323482" y="47357"/>
                  </a:lnTo>
                  <a:lnTo>
                    <a:pt x="3376270" y="49593"/>
                  </a:lnTo>
                  <a:lnTo>
                    <a:pt x="3429038" y="51819"/>
                  </a:lnTo>
                  <a:lnTo>
                    <a:pt x="3481717" y="54001"/>
                  </a:lnTo>
                  <a:lnTo>
                    <a:pt x="3534279" y="56105"/>
                  </a:lnTo>
                  <a:lnTo>
                    <a:pt x="3586772" y="58104"/>
                  </a:lnTo>
                  <a:lnTo>
                    <a:pt x="3639346" y="59976"/>
                  </a:lnTo>
                  <a:lnTo>
                    <a:pt x="3692283" y="61706"/>
                  </a:lnTo>
                  <a:lnTo>
                    <a:pt x="3746022" y="63287"/>
                  </a:lnTo>
                  <a:lnTo>
                    <a:pt x="3801201" y="64718"/>
                  </a:lnTo>
                  <a:lnTo>
                    <a:pt x="3829811" y="65383"/>
                  </a:lnTo>
                  <a:lnTo>
                    <a:pt x="3877360" y="66376"/>
                  </a:lnTo>
                  <a:lnTo>
                    <a:pt x="3927427" y="67273"/>
                  </a:lnTo>
                  <a:lnTo>
                    <a:pt x="3980777" y="68081"/>
                  </a:lnTo>
                  <a:lnTo>
                    <a:pt x="4038245" y="68805"/>
                  </a:lnTo>
                  <a:lnTo>
                    <a:pt x="4100682" y="69456"/>
                  </a:lnTo>
                  <a:lnTo>
                    <a:pt x="4168901" y="70041"/>
                  </a:lnTo>
                  <a:lnTo>
                    <a:pt x="4243597" y="70569"/>
                  </a:lnTo>
                  <a:lnTo>
                    <a:pt x="4325238" y="71045"/>
                  </a:lnTo>
                  <a:lnTo>
                    <a:pt x="4413927" y="71476"/>
                  </a:lnTo>
                  <a:lnTo>
                    <a:pt x="4509224" y="71864"/>
                  </a:lnTo>
                  <a:lnTo>
                    <a:pt x="4609954" y="72211"/>
                  </a:lnTo>
                  <a:lnTo>
                    <a:pt x="4714040" y="72517"/>
                  </a:lnTo>
                  <a:lnTo>
                    <a:pt x="4818431" y="72783"/>
                  </a:lnTo>
                  <a:lnTo>
                    <a:pt x="4919217" y="73007"/>
                  </a:lnTo>
                  <a:lnTo>
                    <a:pt x="5011989" y="73189"/>
                  </a:lnTo>
                  <a:lnTo>
                    <a:pt x="5092460" y="73329"/>
                  </a:lnTo>
                  <a:lnTo>
                    <a:pt x="5157234" y="73430"/>
                  </a:lnTo>
                  <a:lnTo>
                    <a:pt x="5204518" y="73496"/>
                  </a:lnTo>
                  <a:lnTo>
                    <a:pt x="5234581" y="73534"/>
                  </a:lnTo>
                  <a:lnTo>
                    <a:pt x="5249841" y="73551"/>
                  </a:lnTo>
                  <a:lnTo>
                    <a:pt x="5254649" y="73556"/>
                  </a:lnTo>
                  <a:lnTo>
                    <a:pt x="5254955" y="73556"/>
                  </a:lnTo>
                  <a:lnTo>
                    <a:pt x="6726343" y="73556"/>
                  </a:lnTo>
                  <a:lnTo>
                    <a:pt x="6727469" y="73629"/>
                  </a:lnTo>
                  <a:lnTo>
                    <a:pt x="6734875" y="74142"/>
                  </a:lnTo>
                  <a:lnTo>
                    <a:pt x="6753550" y="75561"/>
                  </a:lnTo>
                  <a:lnTo>
                    <a:pt x="6786954" y="78356"/>
                  </a:lnTo>
                  <a:lnTo>
                    <a:pt x="6836774" y="82960"/>
                  </a:lnTo>
                  <a:lnTo>
                    <a:pt x="6902796" y="89731"/>
                  </a:lnTo>
                  <a:lnTo>
                    <a:pt x="6983049" y="98915"/>
                  </a:lnTo>
                  <a:lnTo>
                    <a:pt x="7074253" y="110636"/>
                  </a:lnTo>
                  <a:lnTo>
                    <a:pt x="7172451" y="124918"/>
                  </a:lnTo>
                  <a:lnTo>
                    <a:pt x="7273661" y="141722"/>
                  </a:lnTo>
                  <a:lnTo>
                    <a:pt x="7374381" y="160994"/>
                  </a:lnTo>
                  <a:lnTo>
                    <a:pt x="7471878" y="182702"/>
                  </a:lnTo>
                  <a:lnTo>
                    <a:pt x="7564278" y="206878"/>
                  </a:lnTo>
                  <a:lnTo>
                    <a:pt x="7650501" y="233629"/>
                  </a:lnTo>
                  <a:lnTo>
                    <a:pt x="7730121" y="263152"/>
                  </a:lnTo>
                  <a:lnTo>
                    <a:pt x="7803197" y="295733"/>
                  </a:lnTo>
                  <a:lnTo>
                    <a:pt x="7870128" y="331745"/>
                  </a:lnTo>
                  <a:lnTo>
                    <a:pt x="7931522" y="371633"/>
                  </a:lnTo>
                  <a:lnTo>
                    <a:pt x="7988103" y="415896"/>
                  </a:lnTo>
                  <a:lnTo>
                    <a:pt x="8040645" y="465047"/>
                  </a:lnTo>
                  <a:lnTo>
                    <a:pt x="8089913" y="519555"/>
                  </a:lnTo>
                  <a:lnTo>
                    <a:pt x="8136624" y="579739"/>
                  </a:lnTo>
                  <a:lnTo>
                    <a:pt x="8151487" y="600715"/>
                  </a:lnTo>
                  <a:lnTo>
                    <a:pt x="8187525" y="655302"/>
                  </a:lnTo>
                  <a:lnTo>
                    <a:pt x="8222684" y="713731"/>
                  </a:lnTo>
                  <a:lnTo>
                    <a:pt x="8257192" y="776079"/>
                  </a:lnTo>
                  <a:lnTo>
                    <a:pt x="8291237" y="842368"/>
                  </a:lnTo>
                  <a:lnTo>
                    <a:pt x="8324970" y="912557"/>
                  </a:lnTo>
                  <a:lnTo>
                    <a:pt x="8358509" y="986534"/>
                  </a:lnTo>
                  <a:lnTo>
                    <a:pt x="8391947" y="1064117"/>
                  </a:lnTo>
                  <a:lnTo>
                    <a:pt x="8425350" y="1145047"/>
                  </a:lnTo>
                  <a:lnTo>
                    <a:pt x="8458764" y="1228992"/>
                  </a:lnTo>
                  <a:lnTo>
                    <a:pt x="8492216" y="1315547"/>
                  </a:lnTo>
                  <a:lnTo>
                    <a:pt x="8525716" y="1404244"/>
                  </a:lnTo>
                  <a:lnTo>
                    <a:pt x="8559262" y="1494561"/>
                  </a:lnTo>
                  <a:lnTo>
                    <a:pt x="8592841" y="1585929"/>
                  </a:lnTo>
                  <a:lnTo>
                    <a:pt x="8626437" y="1677755"/>
                  </a:lnTo>
                  <a:lnTo>
                    <a:pt x="8660027" y="1769430"/>
                  </a:lnTo>
                  <a:lnTo>
                    <a:pt x="8693592" y="1860350"/>
                  </a:lnTo>
                  <a:lnTo>
                    <a:pt x="8727116" y="1949934"/>
                  </a:lnTo>
                  <a:lnTo>
                    <a:pt x="8760592" y="2037634"/>
                  </a:lnTo>
                  <a:lnTo>
                    <a:pt x="8794022" y="2122953"/>
                  </a:lnTo>
                  <a:lnTo>
                    <a:pt x="8827427" y="2205452"/>
                  </a:lnTo>
                  <a:lnTo>
                    <a:pt x="8860840" y="2284763"/>
                  </a:lnTo>
                  <a:lnTo>
                    <a:pt x="8894319" y="2360590"/>
                  </a:lnTo>
                  <a:lnTo>
                    <a:pt x="8927940" y="2432711"/>
                  </a:lnTo>
                  <a:lnTo>
                    <a:pt x="8961811" y="2500980"/>
                  </a:lnTo>
                  <a:lnTo>
                    <a:pt x="8996064" y="2565321"/>
                  </a:lnTo>
                  <a:lnTo>
                    <a:pt x="9030868" y="2625724"/>
                  </a:lnTo>
                  <a:lnTo>
                    <a:pt x="9066430" y="2682239"/>
                  </a:lnTo>
                  <a:lnTo>
                    <a:pt x="9084767" y="2709348"/>
                  </a:lnTo>
                  <a:lnTo>
                    <a:pt x="9130781" y="2771416"/>
                  </a:lnTo>
                  <a:lnTo>
                    <a:pt x="9179136" y="2827761"/>
                  </a:lnTo>
                  <a:lnTo>
                    <a:pt x="9230521" y="2878621"/>
                  </a:lnTo>
                  <a:lnTo>
                    <a:pt x="9285693" y="2924430"/>
                  </a:lnTo>
                  <a:lnTo>
                    <a:pt x="9345426" y="2965695"/>
                  </a:lnTo>
                  <a:lnTo>
                    <a:pt x="9410468" y="3002925"/>
                  </a:lnTo>
                  <a:lnTo>
                    <a:pt x="9481474" y="3036586"/>
                  </a:lnTo>
                  <a:lnTo>
                    <a:pt x="9558923" y="3067076"/>
                  </a:lnTo>
                  <a:lnTo>
                    <a:pt x="9643001" y="3094709"/>
                  </a:lnTo>
                  <a:lnTo>
                    <a:pt x="9733461" y="3119712"/>
                  </a:lnTo>
                  <a:lnTo>
                    <a:pt x="9829452" y="3142223"/>
                  </a:lnTo>
                  <a:lnTo>
                    <a:pt x="9929375" y="3162294"/>
                  </a:lnTo>
                  <a:lnTo>
                    <a:pt x="10030776" y="3179913"/>
                  </a:lnTo>
                  <a:lnTo>
                    <a:pt x="10130386" y="3195028"/>
                  </a:lnTo>
                  <a:lnTo>
                    <a:pt x="10224332" y="3207589"/>
                  </a:lnTo>
                  <a:lnTo>
                    <a:pt x="10308582" y="3217596"/>
                  </a:lnTo>
                  <a:lnTo>
                    <a:pt x="10379561" y="3225137"/>
                  </a:lnTo>
                  <a:lnTo>
                    <a:pt x="10434807" y="3230417"/>
                  </a:lnTo>
                  <a:lnTo>
                    <a:pt x="10473498" y="3233760"/>
                  </a:lnTo>
                  <a:lnTo>
                    <a:pt x="10496701" y="3235579"/>
                  </a:lnTo>
                  <a:lnTo>
                    <a:pt x="10507321" y="3236337"/>
                  </a:lnTo>
                  <a:lnTo>
                    <a:pt x="10509911" y="3236507"/>
                  </a:lnTo>
                  <a:lnTo>
                    <a:pt x="11981298" y="3236507"/>
                  </a:lnTo>
                  <a:lnTo>
                    <a:pt x="11981298" y="3211988"/>
                  </a:lnTo>
                  <a:lnTo>
                    <a:pt x="10509911" y="3211988"/>
                  </a:lnTo>
                  <a:lnTo>
                    <a:pt x="10508784" y="3211916"/>
                  </a:lnTo>
                  <a:lnTo>
                    <a:pt x="10501378" y="3211402"/>
                  </a:lnTo>
                  <a:lnTo>
                    <a:pt x="10482703" y="3209983"/>
                  </a:lnTo>
                  <a:lnTo>
                    <a:pt x="10449299" y="3207189"/>
                  </a:lnTo>
                  <a:lnTo>
                    <a:pt x="10399479" y="3202584"/>
                  </a:lnTo>
                  <a:lnTo>
                    <a:pt x="10333457" y="3195813"/>
                  </a:lnTo>
                  <a:lnTo>
                    <a:pt x="10253204" y="3186630"/>
                  </a:lnTo>
                  <a:lnTo>
                    <a:pt x="10162001" y="3174909"/>
                  </a:lnTo>
                  <a:lnTo>
                    <a:pt x="10063802" y="3160626"/>
                  </a:lnTo>
                  <a:lnTo>
                    <a:pt x="9962592" y="3143822"/>
                  </a:lnTo>
                  <a:lnTo>
                    <a:pt x="9861872" y="3124551"/>
                  </a:lnTo>
                  <a:lnTo>
                    <a:pt x="9764375" y="3102842"/>
                  </a:lnTo>
                  <a:lnTo>
                    <a:pt x="9671975" y="3078666"/>
                  </a:lnTo>
                  <a:lnTo>
                    <a:pt x="9585752" y="3051916"/>
                  </a:lnTo>
                  <a:lnTo>
                    <a:pt x="9506133" y="3022393"/>
                  </a:lnTo>
                  <a:lnTo>
                    <a:pt x="9433056" y="2989811"/>
                  </a:lnTo>
                  <a:lnTo>
                    <a:pt x="9366125" y="2953799"/>
                  </a:lnTo>
                  <a:lnTo>
                    <a:pt x="9304731" y="2913911"/>
                  </a:lnTo>
                  <a:lnTo>
                    <a:pt x="9248150" y="2869649"/>
                  </a:lnTo>
                  <a:lnTo>
                    <a:pt x="9195608" y="2820498"/>
                  </a:lnTo>
                  <a:lnTo>
                    <a:pt x="9146340" y="2765990"/>
                  </a:lnTo>
                  <a:lnTo>
                    <a:pt x="9099629" y="2705806"/>
                  </a:lnTo>
                  <a:lnTo>
                    <a:pt x="9084767" y="2684829"/>
                  </a:lnTo>
                  <a:lnTo>
                    <a:pt x="9048728" y="2630242"/>
                  </a:lnTo>
                  <a:lnTo>
                    <a:pt x="9013570" y="2571814"/>
                  </a:lnTo>
                  <a:lnTo>
                    <a:pt x="8979061" y="2509465"/>
                  </a:lnTo>
                  <a:lnTo>
                    <a:pt x="8945016" y="2443176"/>
                  </a:lnTo>
                  <a:lnTo>
                    <a:pt x="8911284" y="2372988"/>
                  </a:lnTo>
                  <a:lnTo>
                    <a:pt x="8877744" y="2299010"/>
                  </a:lnTo>
                  <a:lnTo>
                    <a:pt x="8844306" y="2221427"/>
                  </a:lnTo>
                  <a:lnTo>
                    <a:pt x="8810903" y="2140497"/>
                  </a:lnTo>
                  <a:lnTo>
                    <a:pt x="8777489" y="2056553"/>
                  </a:lnTo>
                  <a:lnTo>
                    <a:pt x="8744037" y="1969997"/>
                  </a:lnTo>
                  <a:lnTo>
                    <a:pt x="8710537" y="1881300"/>
                  </a:lnTo>
                  <a:lnTo>
                    <a:pt x="8676991" y="1790984"/>
                  </a:lnTo>
                  <a:lnTo>
                    <a:pt x="8643412" y="1699615"/>
                  </a:lnTo>
                  <a:lnTo>
                    <a:pt x="8609816" y="1607790"/>
                  </a:lnTo>
                  <a:lnTo>
                    <a:pt x="8576226" y="1516115"/>
                  </a:lnTo>
                  <a:lnTo>
                    <a:pt x="8542661" y="1425194"/>
                  </a:lnTo>
                  <a:lnTo>
                    <a:pt x="8509137" y="1335610"/>
                  </a:lnTo>
                  <a:lnTo>
                    <a:pt x="8475662" y="1247910"/>
                  </a:lnTo>
                  <a:lnTo>
                    <a:pt x="8442231" y="1162592"/>
                  </a:lnTo>
                  <a:lnTo>
                    <a:pt x="8408826" y="1080092"/>
                  </a:lnTo>
                  <a:lnTo>
                    <a:pt x="8375413" y="1000781"/>
                  </a:lnTo>
                  <a:lnTo>
                    <a:pt x="8341935" y="924954"/>
                  </a:lnTo>
                  <a:lnTo>
                    <a:pt x="8308313" y="852833"/>
                  </a:lnTo>
                  <a:lnTo>
                    <a:pt x="8274442" y="784564"/>
                  </a:lnTo>
                  <a:lnTo>
                    <a:pt x="8240189" y="720223"/>
                  </a:lnTo>
                  <a:lnTo>
                    <a:pt x="8205385" y="659820"/>
                  </a:lnTo>
                  <a:lnTo>
                    <a:pt x="8169823" y="603305"/>
                  </a:lnTo>
                  <a:lnTo>
                    <a:pt x="8151487" y="576196"/>
                  </a:lnTo>
                  <a:lnTo>
                    <a:pt x="8105473" y="514128"/>
                  </a:lnTo>
                  <a:lnTo>
                    <a:pt x="8057117" y="457784"/>
                  </a:lnTo>
                  <a:lnTo>
                    <a:pt x="8005732" y="406924"/>
                  </a:lnTo>
                  <a:lnTo>
                    <a:pt x="7950560" y="361115"/>
                  </a:lnTo>
                  <a:lnTo>
                    <a:pt x="7890827" y="319849"/>
                  </a:lnTo>
                  <a:lnTo>
                    <a:pt x="7825786" y="282619"/>
                  </a:lnTo>
                  <a:lnTo>
                    <a:pt x="7754780" y="248958"/>
                  </a:lnTo>
                  <a:lnTo>
                    <a:pt x="7677331" y="218469"/>
                  </a:lnTo>
                  <a:lnTo>
                    <a:pt x="7593252" y="190836"/>
                  </a:lnTo>
                  <a:lnTo>
                    <a:pt x="7502793" y="165832"/>
                  </a:lnTo>
                  <a:lnTo>
                    <a:pt x="7406801" y="143322"/>
                  </a:lnTo>
                  <a:lnTo>
                    <a:pt x="7306878" y="123250"/>
                  </a:lnTo>
                  <a:lnTo>
                    <a:pt x="7205477" y="105632"/>
                  </a:lnTo>
                  <a:lnTo>
                    <a:pt x="7105867" y="90517"/>
                  </a:lnTo>
                  <a:lnTo>
                    <a:pt x="7011922" y="77955"/>
                  </a:lnTo>
                  <a:lnTo>
                    <a:pt x="6927672" y="67948"/>
                  </a:lnTo>
                  <a:lnTo>
                    <a:pt x="6856693" y="60407"/>
                  </a:lnTo>
                  <a:lnTo>
                    <a:pt x="6801447" y="55127"/>
                  </a:lnTo>
                  <a:lnTo>
                    <a:pt x="6762755" y="51784"/>
                  </a:lnTo>
                  <a:lnTo>
                    <a:pt x="6739552" y="49965"/>
                  </a:lnTo>
                  <a:lnTo>
                    <a:pt x="6728932" y="49207"/>
                  </a:lnTo>
                  <a:lnTo>
                    <a:pt x="6726343" y="49037"/>
                  </a:lnTo>
                  <a:lnTo>
                    <a:pt x="5254955" y="49037"/>
                  </a:lnTo>
                  <a:lnTo>
                    <a:pt x="5253717" y="49036"/>
                  </a:lnTo>
                  <a:lnTo>
                    <a:pt x="5245595" y="49027"/>
                  </a:lnTo>
                  <a:lnTo>
                    <a:pt x="5225175" y="49003"/>
                  </a:lnTo>
                  <a:lnTo>
                    <a:pt x="5188797" y="48956"/>
                  </a:lnTo>
                  <a:lnTo>
                    <a:pt x="5134843" y="48877"/>
                  </a:lnTo>
                  <a:lnTo>
                    <a:pt x="5063849" y="48762"/>
                  </a:lnTo>
                  <a:lnTo>
                    <a:pt x="4978282" y="48606"/>
                  </a:lnTo>
                  <a:lnTo>
                    <a:pt x="4881966" y="48409"/>
                  </a:lnTo>
                  <a:lnTo>
                    <a:pt x="4779321" y="48169"/>
                  </a:lnTo>
                  <a:lnTo>
                    <a:pt x="4674627" y="47888"/>
                  </a:lnTo>
                  <a:lnTo>
                    <a:pt x="4571500" y="47566"/>
                  </a:lnTo>
                  <a:lnTo>
                    <a:pt x="4472623" y="47203"/>
                  </a:lnTo>
                  <a:lnTo>
                    <a:pt x="4379719" y="46800"/>
                  </a:lnTo>
                  <a:lnTo>
                    <a:pt x="4293666" y="46353"/>
                  </a:lnTo>
                  <a:lnTo>
                    <a:pt x="4214676" y="45857"/>
                  </a:lnTo>
                  <a:lnTo>
                    <a:pt x="4142489" y="45309"/>
                  </a:lnTo>
                  <a:lnTo>
                    <a:pt x="4076536" y="44700"/>
                  </a:lnTo>
                  <a:lnTo>
                    <a:pt x="4016069" y="44023"/>
                  </a:lnTo>
                  <a:lnTo>
                    <a:pt x="3960252" y="43268"/>
                  </a:lnTo>
                  <a:lnTo>
                    <a:pt x="3908234" y="42427"/>
                  </a:lnTo>
                  <a:lnTo>
                    <a:pt x="3859198" y="41494"/>
                  </a:lnTo>
                  <a:lnTo>
                    <a:pt x="3829811" y="40864"/>
                  </a:lnTo>
                  <a:lnTo>
                    <a:pt x="3773591" y="39508"/>
                  </a:lnTo>
                  <a:lnTo>
                    <a:pt x="3719220" y="38003"/>
                  </a:lnTo>
                  <a:lnTo>
                    <a:pt x="3665945" y="36347"/>
                  </a:lnTo>
                  <a:lnTo>
                    <a:pt x="3613233" y="34545"/>
                  </a:lnTo>
                  <a:lnTo>
                    <a:pt x="3560725" y="32608"/>
                  </a:lnTo>
                  <a:lnTo>
                    <a:pt x="3508210" y="30553"/>
                  </a:lnTo>
                  <a:lnTo>
                    <a:pt x="3455590" y="28407"/>
                  </a:lnTo>
                  <a:lnTo>
                    <a:pt x="3402860" y="26199"/>
                  </a:lnTo>
                  <a:lnTo>
                    <a:pt x="3350072" y="23963"/>
                  </a:lnTo>
                  <a:lnTo>
                    <a:pt x="3297304" y="21737"/>
                  </a:lnTo>
                  <a:lnTo>
                    <a:pt x="3244626" y="19555"/>
                  </a:lnTo>
                  <a:lnTo>
                    <a:pt x="3192063" y="17451"/>
                  </a:lnTo>
                  <a:lnTo>
                    <a:pt x="3139570" y="15452"/>
                  </a:lnTo>
                  <a:lnTo>
                    <a:pt x="3086996" y="13580"/>
                  </a:lnTo>
                  <a:lnTo>
                    <a:pt x="3034059" y="11850"/>
                  </a:lnTo>
                  <a:lnTo>
                    <a:pt x="2980320" y="10269"/>
                  </a:lnTo>
                  <a:lnTo>
                    <a:pt x="2925141" y="8838"/>
                  </a:lnTo>
                  <a:lnTo>
                    <a:pt x="2896531" y="8172"/>
                  </a:lnTo>
                  <a:lnTo>
                    <a:pt x="2848982" y="7180"/>
                  </a:lnTo>
                  <a:lnTo>
                    <a:pt x="2798915" y="6283"/>
                  </a:lnTo>
                  <a:lnTo>
                    <a:pt x="2745565" y="5475"/>
                  </a:lnTo>
                  <a:lnTo>
                    <a:pt x="2688098" y="4751"/>
                  </a:lnTo>
                  <a:lnTo>
                    <a:pt x="2625660" y="4100"/>
                  </a:lnTo>
                  <a:lnTo>
                    <a:pt x="2557441" y="3515"/>
                  </a:lnTo>
                  <a:lnTo>
                    <a:pt x="2482745" y="2987"/>
                  </a:lnTo>
                  <a:lnTo>
                    <a:pt x="2401105" y="2511"/>
                  </a:lnTo>
                  <a:lnTo>
                    <a:pt x="2312415" y="2080"/>
                  </a:lnTo>
                  <a:lnTo>
                    <a:pt x="2217118" y="1692"/>
                  </a:lnTo>
                  <a:lnTo>
                    <a:pt x="2116388" y="1345"/>
                  </a:lnTo>
                  <a:lnTo>
                    <a:pt x="2012303" y="1039"/>
                  </a:lnTo>
                  <a:lnTo>
                    <a:pt x="1907911" y="773"/>
                  </a:lnTo>
                  <a:lnTo>
                    <a:pt x="1807126" y="549"/>
                  </a:lnTo>
                  <a:lnTo>
                    <a:pt x="1714353" y="367"/>
                  </a:lnTo>
                  <a:lnTo>
                    <a:pt x="1633882" y="227"/>
                  </a:lnTo>
                  <a:lnTo>
                    <a:pt x="1569108" y="126"/>
                  </a:lnTo>
                  <a:lnTo>
                    <a:pt x="1521825" y="60"/>
                  </a:lnTo>
                  <a:lnTo>
                    <a:pt x="1491761" y="22"/>
                  </a:lnTo>
                  <a:lnTo>
                    <a:pt x="1476501" y="5"/>
                  </a:lnTo>
                  <a:lnTo>
                    <a:pt x="1471694" y="0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696" name="pl696"/>
            <p:cNvSpPr/>
            <p:nvPr/>
          </p:nvSpPr>
          <p:spPr>
            <a:xfrm>
              <a:off x="4799595" y="2707676"/>
              <a:ext cx="11981298" cy="3211988"/>
            </a:xfrm>
            <a:custGeom>
              <a:avLst/>
              <a:pathLst>
                <a:path w="11981298" h="3211988">
                  <a:moveTo>
                    <a:pt x="0" y="0"/>
                  </a:moveTo>
                  <a:lnTo>
                    <a:pt x="1471387" y="0"/>
                  </a:lnTo>
                  <a:lnTo>
                    <a:pt x="1472625" y="1"/>
                  </a:lnTo>
                  <a:lnTo>
                    <a:pt x="1480747" y="10"/>
                  </a:lnTo>
                  <a:lnTo>
                    <a:pt x="1501167" y="34"/>
                  </a:lnTo>
                  <a:lnTo>
                    <a:pt x="1537545" y="81"/>
                  </a:lnTo>
                  <a:lnTo>
                    <a:pt x="1591499" y="160"/>
                  </a:lnTo>
                  <a:lnTo>
                    <a:pt x="1662493" y="275"/>
                  </a:lnTo>
                  <a:lnTo>
                    <a:pt x="1748060" y="431"/>
                  </a:lnTo>
                  <a:lnTo>
                    <a:pt x="1844376" y="628"/>
                  </a:lnTo>
                  <a:lnTo>
                    <a:pt x="1947021" y="868"/>
                  </a:lnTo>
                  <a:lnTo>
                    <a:pt x="2051715" y="1149"/>
                  </a:lnTo>
                  <a:lnTo>
                    <a:pt x="2154843" y="1471"/>
                  </a:lnTo>
                  <a:lnTo>
                    <a:pt x="2253719" y="1834"/>
                  </a:lnTo>
                  <a:lnTo>
                    <a:pt x="2346623" y="2237"/>
                  </a:lnTo>
                  <a:lnTo>
                    <a:pt x="2432676" y="2684"/>
                  </a:lnTo>
                  <a:lnTo>
                    <a:pt x="2511666" y="3179"/>
                  </a:lnTo>
                  <a:lnTo>
                    <a:pt x="2583854" y="3728"/>
                  </a:lnTo>
                  <a:lnTo>
                    <a:pt x="2649806" y="4337"/>
                  </a:lnTo>
                  <a:lnTo>
                    <a:pt x="2710273" y="5014"/>
                  </a:lnTo>
                  <a:lnTo>
                    <a:pt x="2766090" y="5769"/>
                  </a:lnTo>
                  <a:lnTo>
                    <a:pt x="2818109" y="6610"/>
                  </a:lnTo>
                  <a:lnTo>
                    <a:pt x="2867144" y="7543"/>
                  </a:lnTo>
                  <a:lnTo>
                    <a:pt x="2896531" y="8172"/>
                  </a:lnTo>
                  <a:lnTo>
                    <a:pt x="2952751" y="9529"/>
                  </a:lnTo>
                  <a:lnTo>
                    <a:pt x="3007122" y="11034"/>
                  </a:lnTo>
                  <a:lnTo>
                    <a:pt x="3060397" y="12690"/>
                  </a:lnTo>
                  <a:lnTo>
                    <a:pt x="3113109" y="14492"/>
                  </a:lnTo>
                  <a:lnTo>
                    <a:pt x="3165617" y="16429"/>
                  </a:lnTo>
                  <a:lnTo>
                    <a:pt x="3218133" y="18483"/>
                  </a:lnTo>
                  <a:lnTo>
                    <a:pt x="3270752" y="20630"/>
                  </a:lnTo>
                  <a:lnTo>
                    <a:pt x="3323482" y="22838"/>
                  </a:lnTo>
                  <a:lnTo>
                    <a:pt x="3376270" y="25074"/>
                  </a:lnTo>
                  <a:lnTo>
                    <a:pt x="3429038" y="27300"/>
                  </a:lnTo>
                  <a:lnTo>
                    <a:pt x="3481717" y="29482"/>
                  </a:lnTo>
                  <a:lnTo>
                    <a:pt x="3534279" y="31586"/>
                  </a:lnTo>
                  <a:lnTo>
                    <a:pt x="3586772" y="33585"/>
                  </a:lnTo>
                  <a:lnTo>
                    <a:pt x="3639346" y="35457"/>
                  </a:lnTo>
                  <a:lnTo>
                    <a:pt x="3692283" y="37187"/>
                  </a:lnTo>
                  <a:lnTo>
                    <a:pt x="3746022" y="38768"/>
                  </a:lnTo>
                  <a:lnTo>
                    <a:pt x="3801201" y="40199"/>
                  </a:lnTo>
                  <a:lnTo>
                    <a:pt x="3829811" y="40864"/>
                  </a:lnTo>
                  <a:lnTo>
                    <a:pt x="3877360" y="41857"/>
                  </a:lnTo>
                  <a:lnTo>
                    <a:pt x="3927427" y="42754"/>
                  </a:lnTo>
                  <a:lnTo>
                    <a:pt x="3980777" y="43562"/>
                  </a:lnTo>
                  <a:lnTo>
                    <a:pt x="4038245" y="44286"/>
                  </a:lnTo>
                  <a:lnTo>
                    <a:pt x="4100682" y="44937"/>
                  </a:lnTo>
                  <a:lnTo>
                    <a:pt x="4168901" y="45522"/>
                  </a:lnTo>
                  <a:lnTo>
                    <a:pt x="4243597" y="46050"/>
                  </a:lnTo>
                  <a:lnTo>
                    <a:pt x="4325238" y="46526"/>
                  </a:lnTo>
                  <a:lnTo>
                    <a:pt x="4413927" y="46957"/>
                  </a:lnTo>
                  <a:lnTo>
                    <a:pt x="4509224" y="47345"/>
                  </a:lnTo>
                  <a:lnTo>
                    <a:pt x="4609954" y="47692"/>
                  </a:lnTo>
                  <a:lnTo>
                    <a:pt x="4714040" y="47998"/>
                  </a:lnTo>
                  <a:lnTo>
                    <a:pt x="4818431" y="48264"/>
                  </a:lnTo>
                  <a:lnTo>
                    <a:pt x="4919217" y="48488"/>
                  </a:lnTo>
                  <a:lnTo>
                    <a:pt x="5011989" y="48670"/>
                  </a:lnTo>
                  <a:lnTo>
                    <a:pt x="5092460" y="48810"/>
                  </a:lnTo>
                  <a:lnTo>
                    <a:pt x="5157234" y="48911"/>
                  </a:lnTo>
                  <a:lnTo>
                    <a:pt x="5204518" y="48977"/>
                  </a:lnTo>
                  <a:lnTo>
                    <a:pt x="5234581" y="49015"/>
                  </a:lnTo>
                  <a:lnTo>
                    <a:pt x="5249841" y="49032"/>
                  </a:lnTo>
                  <a:lnTo>
                    <a:pt x="5254649" y="49037"/>
                  </a:lnTo>
                  <a:lnTo>
                    <a:pt x="5254955" y="49037"/>
                  </a:lnTo>
                  <a:lnTo>
                    <a:pt x="6726343" y="49037"/>
                  </a:lnTo>
                  <a:lnTo>
                    <a:pt x="6727469" y="49110"/>
                  </a:lnTo>
                  <a:lnTo>
                    <a:pt x="6734875" y="49623"/>
                  </a:lnTo>
                  <a:lnTo>
                    <a:pt x="6753550" y="51042"/>
                  </a:lnTo>
                  <a:lnTo>
                    <a:pt x="6786954" y="53837"/>
                  </a:lnTo>
                  <a:lnTo>
                    <a:pt x="6836774" y="58441"/>
                  </a:lnTo>
                  <a:lnTo>
                    <a:pt x="6902796" y="65212"/>
                  </a:lnTo>
                  <a:lnTo>
                    <a:pt x="6983049" y="74396"/>
                  </a:lnTo>
                  <a:lnTo>
                    <a:pt x="7074253" y="86117"/>
                  </a:lnTo>
                  <a:lnTo>
                    <a:pt x="7172451" y="100399"/>
                  </a:lnTo>
                  <a:lnTo>
                    <a:pt x="7273661" y="117203"/>
                  </a:lnTo>
                  <a:lnTo>
                    <a:pt x="7374381" y="136475"/>
                  </a:lnTo>
                  <a:lnTo>
                    <a:pt x="7471878" y="158183"/>
                  </a:lnTo>
                  <a:lnTo>
                    <a:pt x="7564278" y="182359"/>
                  </a:lnTo>
                  <a:lnTo>
                    <a:pt x="7650501" y="209110"/>
                  </a:lnTo>
                  <a:lnTo>
                    <a:pt x="7730121" y="238633"/>
                  </a:lnTo>
                  <a:lnTo>
                    <a:pt x="7803197" y="271214"/>
                  </a:lnTo>
                  <a:lnTo>
                    <a:pt x="7870128" y="307226"/>
                  </a:lnTo>
                  <a:lnTo>
                    <a:pt x="7931522" y="347114"/>
                  </a:lnTo>
                  <a:lnTo>
                    <a:pt x="7988103" y="391377"/>
                  </a:lnTo>
                  <a:lnTo>
                    <a:pt x="8040645" y="440528"/>
                  </a:lnTo>
                  <a:lnTo>
                    <a:pt x="8089913" y="495036"/>
                  </a:lnTo>
                  <a:lnTo>
                    <a:pt x="8136624" y="555220"/>
                  </a:lnTo>
                  <a:lnTo>
                    <a:pt x="8151487" y="576196"/>
                  </a:lnTo>
                  <a:lnTo>
                    <a:pt x="8187525" y="630783"/>
                  </a:lnTo>
                  <a:lnTo>
                    <a:pt x="8222684" y="689212"/>
                  </a:lnTo>
                  <a:lnTo>
                    <a:pt x="8257192" y="751560"/>
                  </a:lnTo>
                  <a:lnTo>
                    <a:pt x="8291237" y="817849"/>
                  </a:lnTo>
                  <a:lnTo>
                    <a:pt x="8324970" y="888038"/>
                  </a:lnTo>
                  <a:lnTo>
                    <a:pt x="8358509" y="962015"/>
                  </a:lnTo>
                  <a:lnTo>
                    <a:pt x="8391947" y="1039598"/>
                  </a:lnTo>
                  <a:lnTo>
                    <a:pt x="8425350" y="1120528"/>
                  </a:lnTo>
                  <a:lnTo>
                    <a:pt x="8458764" y="1204473"/>
                  </a:lnTo>
                  <a:lnTo>
                    <a:pt x="8492216" y="1291028"/>
                  </a:lnTo>
                  <a:lnTo>
                    <a:pt x="8525716" y="1379725"/>
                  </a:lnTo>
                  <a:lnTo>
                    <a:pt x="8559262" y="1470042"/>
                  </a:lnTo>
                  <a:lnTo>
                    <a:pt x="8592841" y="1561410"/>
                  </a:lnTo>
                  <a:lnTo>
                    <a:pt x="8626437" y="1653236"/>
                  </a:lnTo>
                  <a:lnTo>
                    <a:pt x="8660027" y="1744911"/>
                  </a:lnTo>
                  <a:lnTo>
                    <a:pt x="8693592" y="1835831"/>
                  </a:lnTo>
                  <a:lnTo>
                    <a:pt x="8727116" y="1925415"/>
                  </a:lnTo>
                  <a:lnTo>
                    <a:pt x="8760592" y="2013115"/>
                  </a:lnTo>
                  <a:lnTo>
                    <a:pt x="8794022" y="2098434"/>
                  </a:lnTo>
                  <a:lnTo>
                    <a:pt x="8827427" y="2180933"/>
                  </a:lnTo>
                  <a:lnTo>
                    <a:pt x="8860840" y="2260244"/>
                  </a:lnTo>
                  <a:lnTo>
                    <a:pt x="8894319" y="2336071"/>
                  </a:lnTo>
                  <a:lnTo>
                    <a:pt x="8927940" y="2408192"/>
                  </a:lnTo>
                  <a:lnTo>
                    <a:pt x="8961811" y="2476462"/>
                  </a:lnTo>
                  <a:lnTo>
                    <a:pt x="8996064" y="2540802"/>
                  </a:lnTo>
                  <a:lnTo>
                    <a:pt x="9030868" y="2601205"/>
                  </a:lnTo>
                  <a:lnTo>
                    <a:pt x="9066430" y="2657720"/>
                  </a:lnTo>
                  <a:lnTo>
                    <a:pt x="9084767" y="2684829"/>
                  </a:lnTo>
                  <a:lnTo>
                    <a:pt x="9130781" y="2746898"/>
                  </a:lnTo>
                  <a:lnTo>
                    <a:pt x="9179136" y="2803242"/>
                  </a:lnTo>
                  <a:lnTo>
                    <a:pt x="9230521" y="2854102"/>
                  </a:lnTo>
                  <a:lnTo>
                    <a:pt x="9285693" y="2899911"/>
                  </a:lnTo>
                  <a:lnTo>
                    <a:pt x="9345426" y="2941176"/>
                  </a:lnTo>
                  <a:lnTo>
                    <a:pt x="9410468" y="2978406"/>
                  </a:lnTo>
                  <a:lnTo>
                    <a:pt x="9481474" y="3012067"/>
                  </a:lnTo>
                  <a:lnTo>
                    <a:pt x="9558923" y="3042557"/>
                  </a:lnTo>
                  <a:lnTo>
                    <a:pt x="9643001" y="3070190"/>
                  </a:lnTo>
                  <a:lnTo>
                    <a:pt x="9733461" y="3095193"/>
                  </a:lnTo>
                  <a:lnTo>
                    <a:pt x="9829452" y="3117704"/>
                  </a:lnTo>
                  <a:lnTo>
                    <a:pt x="9929375" y="3137775"/>
                  </a:lnTo>
                  <a:lnTo>
                    <a:pt x="10030776" y="3155394"/>
                  </a:lnTo>
                  <a:lnTo>
                    <a:pt x="10130386" y="3170509"/>
                  </a:lnTo>
                  <a:lnTo>
                    <a:pt x="10224332" y="3183070"/>
                  </a:lnTo>
                  <a:lnTo>
                    <a:pt x="10308582" y="3193077"/>
                  </a:lnTo>
                  <a:lnTo>
                    <a:pt x="10379561" y="3200618"/>
                  </a:lnTo>
                  <a:lnTo>
                    <a:pt x="10434807" y="3205898"/>
                  </a:lnTo>
                  <a:lnTo>
                    <a:pt x="10473498" y="3209241"/>
                  </a:lnTo>
                  <a:lnTo>
                    <a:pt x="10496701" y="3211060"/>
                  </a:lnTo>
                  <a:lnTo>
                    <a:pt x="10507321" y="3211818"/>
                  </a:lnTo>
                  <a:lnTo>
                    <a:pt x="10509869" y="3211985"/>
                  </a:lnTo>
                  <a:lnTo>
                    <a:pt x="10509911" y="3211988"/>
                  </a:lnTo>
                  <a:lnTo>
                    <a:pt x="11981298" y="321198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97" name="pl697"/>
            <p:cNvSpPr/>
            <p:nvPr/>
          </p:nvSpPr>
          <p:spPr>
            <a:xfrm>
              <a:off x="4799595" y="2683157"/>
              <a:ext cx="11981298" cy="3211988"/>
            </a:xfrm>
            <a:custGeom>
              <a:avLst/>
              <a:pathLst>
                <a:path w="11981298" h="3211988">
                  <a:moveTo>
                    <a:pt x="11981298" y="3211988"/>
                  </a:moveTo>
                  <a:lnTo>
                    <a:pt x="10509911" y="3211988"/>
                  </a:lnTo>
                  <a:lnTo>
                    <a:pt x="10508784" y="3211916"/>
                  </a:lnTo>
                  <a:lnTo>
                    <a:pt x="10501378" y="3211402"/>
                  </a:lnTo>
                  <a:lnTo>
                    <a:pt x="10482703" y="3209983"/>
                  </a:lnTo>
                  <a:lnTo>
                    <a:pt x="10449299" y="3207189"/>
                  </a:lnTo>
                  <a:lnTo>
                    <a:pt x="10399479" y="3202584"/>
                  </a:lnTo>
                  <a:lnTo>
                    <a:pt x="10333457" y="3195813"/>
                  </a:lnTo>
                  <a:lnTo>
                    <a:pt x="10253204" y="3186630"/>
                  </a:lnTo>
                  <a:lnTo>
                    <a:pt x="10162001" y="3174909"/>
                  </a:lnTo>
                  <a:lnTo>
                    <a:pt x="10063802" y="3160626"/>
                  </a:lnTo>
                  <a:lnTo>
                    <a:pt x="9962592" y="3143822"/>
                  </a:lnTo>
                  <a:lnTo>
                    <a:pt x="9861872" y="3124551"/>
                  </a:lnTo>
                  <a:lnTo>
                    <a:pt x="9764375" y="3102842"/>
                  </a:lnTo>
                  <a:lnTo>
                    <a:pt x="9671975" y="3078666"/>
                  </a:lnTo>
                  <a:lnTo>
                    <a:pt x="9585752" y="3051916"/>
                  </a:lnTo>
                  <a:lnTo>
                    <a:pt x="9506133" y="3022393"/>
                  </a:lnTo>
                  <a:lnTo>
                    <a:pt x="9433056" y="2989811"/>
                  </a:lnTo>
                  <a:lnTo>
                    <a:pt x="9366125" y="2953799"/>
                  </a:lnTo>
                  <a:lnTo>
                    <a:pt x="9304731" y="2913911"/>
                  </a:lnTo>
                  <a:lnTo>
                    <a:pt x="9248150" y="2869649"/>
                  </a:lnTo>
                  <a:lnTo>
                    <a:pt x="9195608" y="2820498"/>
                  </a:lnTo>
                  <a:lnTo>
                    <a:pt x="9146340" y="2765990"/>
                  </a:lnTo>
                  <a:lnTo>
                    <a:pt x="9099629" y="2705806"/>
                  </a:lnTo>
                  <a:lnTo>
                    <a:pt x="9084767" y="2684829"/>
                  </a:lnTo>
                  <a:lnTo>
                    <a:pt x="9048728" y="2630242"/>
                  </a:lnTo>
                  <a:lnTo>
                    <a:pt x="9013570" y="2571814"/>
                  </a:lnTo>
                  <a:lnTo>
                    <a:pt x="8979061" y="2509465"/>
                  </a:lnTo>
                  <a:lnTo>
                    <a:pt x="8945016" y="2443176"/>
                  </a:lnTo>
                  <a:lnTo>
                    <a:pt x="8911284" y="2372988"/>
                  </a:lnTo>
                  <a:lnTo>
                    <a:pt x="8877744" y="2299010"/>
                  </a:lnTo>
                  <a:lnTo>
                    <a:pt x="8844306" y="2221427"/>
                  </a:lnTo>
                  <a:lnTo>
                    <a:pt x="8810903" y="2140497"/>
                  </a:lnTo>
                  <a:lnTo>
                    <a:pt x="8777489" y="2056553"/>
                  </a:lnTo>
                  <a:lnTo>
                    <a:pt x="8744037" y="1969997"/>
                  </a:lnTo>
                  <a:lnTo>
                    <a:pt x="8710537" y="1881300"/>
                  </a:lnTo>
                  <a:lnTo>
                    <a:pt x="8676991" y="1790984"/>
                  </a:lnTo>
                  <a:lnTo>
                    <a:pt x="8643412" y="1699615"/>
                  </a:lnTo>
                  <a:lnTo>
                    <a:pt x="8609816" y="1607790"/>
                  </a:lnTo>
                  <a:lnTo>
                    <a:pt x="8576226" y="1516115"/>
                  </a:lnTo>
                  <a:lnTo>
                    <a:pt x="8542661" y="1425194"/>
                  </a:lnTo>
                  <a:lnTo>
                    <a:pt x="8509137" y="1335610"/>
                  </a:lnTo>
                  <a:lnTo>
                    <a:pt x="8475662" y="1247910"/>
                  </a:lnTo>
                  <a:lnTo>
                    <a:pt x="8442231" y="1162592"/>
                  </a:lnTo>
                  <a:lnTo>
                    <a:pt x="8408826" y="1080092"/>
                  </a:lnTo>
                  <a:lnTo>
                    <a:pt x="8375413" y="1000781"/>
                  </a:lnTo>
                  <a:lnTo>
                    <a:pt x="8341935" y="924954"/>
                  </a:lnTo>
                  <a:lnTo>
                    <a:pt x="8308313" y="852833"/>
                  </a:lnTo>
                  <a:lnTo>
                    <a:pt x="8274442" y="784564"/>
                  </a:lnTo>
                  <a:lnTo>
                    <a:pt x="8240189" y="720223"/>
                  </a:lnTo>
                  <a:lnTo>
                    <a:pt x="8205385" y="659820"/>
                  </a:lnTo>
                  <a:lnTo>
                    <a:pt x="8169823" y="603305"/>
                  </a:lnTo>
                  <a:lnTo>
                    <a:pt x="8151487" y="576196"/>
                  </a:lnTo>
                  <a:lnTo>
                    <a:pt x="8105473" y="514128"/>
                  </a:lnTo>
                  <a:lnTo>
                    <a:pt x="8057117" y="457784"/>
                  </a:lnTo>
                  <a:lnTo>
                    <a:pt x="8005732" y="406924"/>
                  </a:lnTo>
                  <a:lnTo>
                    <a:pt x="7950560" y="361115"/>
                  </a:lnTo>
                  <a:lnTo>
                    <a:pt x="7890827" y="319849"/>
                  </a:lnTo>
                  <a:lnTo>
                    <a:pt x="7825786" y="282619"/>
                  </a:lnTo>
                  <a:lnTo>
                    <a:pt x="7754780" y="248958"/>
                  </a:lnTo>
                  <a:lnTo>
                    <a:pt x="7677331" y="218469"/>
                  </a:lnTo>
                  <a:lnTo>
                    <a:pt x="7593252" y="190836"/>
                  </a:lnTo>
                  <a:lnTo>
                    <a:pt x="7502793" y="165832"/>
                  </a:lnTo>
                  <a:lnTo>
                    <a:pt x="7406801" y="143322"/>
                  </a:lnTo>
                  <a:lnTo>
                    <a:pt x="7306878" y="123250"/>
                  </a:lnTo>
                  <a:lnTo>
                    <a:pt x="7205477" y="105632"/>
                  </a:lnTo>
                  <a:lnTo>
                    <a:pt x="7105867" y="90517"/>
                  </a:lnTo>
                  <a:lnTo>
                    <a:pt x="7011922" y="77955"/>
                  </a:lnTo>
                  <a:lnTo>
                    <a:pt x="6927672" y="67948"/>
                  </a:lnTo>
                  <a:lnTo>
                    <a:pt x="6856693" y="60407"/>
                  </a:lnTo>
                  <a:lnTo>
                    <a:pt x="6801447" y="55127"/>
                  </a:lnTo>
                  <a:lnTo>
                    <a:pt x="6762755" y="51784"/>
                  </a:lnTo>
                  <a:lnTo>
                    <a:pt x="6739552" y="49965"/>
                  </a:lnTo>
                  <a:lnTo>
                    <a:pt x="6728932" y="49207"/>
                  </a:lnTo>
                  <a:lnTo>
                    <a:pt x="6726384" y="49040"/>
                  </a:lnTo>
                  <a:lnTo>
                    <a:pt x="6726343" y="49037"/>
                  </a:lnTo>
                  <a:lnTo>
                    <a:pt x="5254955" y="49037"/>
                  </a:lnTo>
                  <a:lnTo>
                    <a:pt x="5253717" y="49036"/>
                  </a:lnTo>
                  <a:lnTo>
                    <a:pt x="5245595" y="49027"/>
                  </a:lnTo>
                  <a:lnTo>
                    <a:pt x="5225175" y="49003"/>
                  </a:lnTo>
                  <a:lnTo>
                    <a:pt x="5188797" y="48956"/>
                  </a:lnTo>
                  <a:lnTo>
                    <a:pt x="5134843" y="48877"/>
                  </a:lnTo>
                  <a:lnTo>
                    <a:pt x="5063849" y="48762"/>
                  </a:lnTo>
                  <a:lnTo>
                    <a:pt x="4978282" y="48606"/>
                  </a:lnTo>
                  <a:lnTo>
                    <a:pt x="4881966" y="48409"/>
                  </a:lnTo>
                  <a:lnTo>
                    <a:pt x="4779321" y="48169"/>
                  </a:lnTo>
                  <a:lnTo>
                    <a:pt x="4674627" y="47888"/>
                  </a:lnTo>
                  <a:lnTo>
                    <a:pt x="4571500" y="47566"/>
                  </a:lnTo>
                  <a:lnTo>
                    <a:pt x="4472623" y="47203"/>
                  </a:lnTo>
                  <a:lnTo>
                    <a:pt x="4379719" y="46800"/>
                  </a:lnTo>
                  <a:lnTo>
                    <a:pt x="4293666" y="46353"/>
                  </a:lnTo>
                  <a:lnTo>
                    <a:pt x="4214676" y="45857"/>
                  </a:lnTo>
                  <a:lnTo>
                    <a:pt x="4142489" y="45309"/>
                  </a:lnTo>
                  <a:lnTo>
                    <a:pt x="4076536" y="44700"/>
                  </a:lnTo>
                  <a:lnTo>
                    <a:pt x="4016069" y="44023"/>
                  </a:lnTo>
                  <a:lnTo>
                    <a:pt x="3960252" y="43268"/>
                  </a:lnTo>
                  <a:lnTo>
                    <a:pt x="3908234" y="42427"/>
                  </a:lnTo>
                  <a:lnTo>
                    <a:pt x="3859198" y="41494"/>
                  </a:lnTo>
                  <a:lnTo>
                    <a:pt x="3829811" y="40864"/>
                  </a:lnTo>
                  <a:lnTo>
                    <a:pt x="3773591" y="39508"/>
                  </a:lnTo>
                  <a:lnTo>
                    <a:pt x="3719220" y="38003"/>
                  </a:lnTo>
                  <a:lnTo>
                    <a:pt x="3665945" y="36347"/>
                  </a:lnTo>
                  <a:lnTo>
                    <a:pt x="3613233" y="34545"/>
                  </a:lnTo>
                  <a:lnTo>
                    <a:pt x="3560725" y="32608"/>
                  </a:lnTo>
                  <a:lnTo>
                    <a:pt x="3508210" y="30553"/>
                  </a:lnTo>
                  <a:lnTo>
                    <a:pt x="3455590" y="28407"/>
                  </a:lnTo>
                  <a:lnTo>
                    <a:pt x="3402860" y="26199"/>
                  </a:lnTo>
                  <a:lnTo>
                    <a:pt x="3350072" y="23963"/>
                  </a:lnTo>
                  <a:lnTo>
                    <a:pt x="3297304" y="21737"/>
                  </a:lnTo>
                  <a:lnTo>
                    <a:pt x="3244626" y="19555"/>
                  </a:lnTo>
                  <a:lnTo>
                    <a:pt x="3192063" y="17451"/>
                  </a:lnTo>
                  <a:lnTo>
                    <a:pt x="3139570" y="15452"/>
                  </a:lnTo>
                  <a:lnTo>
                    <a:pt x="3086996" y="13580"/>
                  </a:lnTo>
                  <a:lnTo>
                    <a:pt x="3034059" y="11850"/>
                  </a:lnTo>
                  <a:lnTo>
                    <a:pt x="2980320" y="10269"/>
                  </a:lnTo>
                  <a:lnTo>
                    <a:pt x="2925141" y="8838"/>
                  </a:lnTo>
                  <a:lnTo>
                    <a:pt x="2896531" y="8172"/>
                  </a:lnTo>
                  <a:lnTo>
                    <a:pt x="2848982" y="7180"/>
                  </a:lnTo>
                  <a:lnTo>
                    <a:pt x="2798915" y="6283"/>
                  </a:lnTo>
                  <a:lnTo>
                    <a:pt x="2745565" y="5475"/>
                  </a:lnTo>
                  <a:lnTo>
                    <a:pt x="2688098" y="4751"/>
                  </a:lnTo>
                  <a:lnTo>
                    <a:pt x="2625660" y="4100"/>
                  </a:lnTo>
                  <a:lnTo>
                    <a:pt x="2557441" y="3515"/>
                  </a:lnTo>
                  <a:lnTo>
                    <a:pt x="2482745" y="2987"/>
                  </a:lnTo>
                  <a:lnTo>
                    <a:pt x="2401105" y="2511"/>
                  </a:lnTo>
                  <a:lnTo>
                    <a:pt x="2312415" y="2080"/>
                  </a:lnTo>
                  <a:lnTo>
                    <a:pt x="2217118" y="1692"/>
                  </a:lnTo>
                  <a:lnTo>
                    <a:pt x="2116388" y="1345"/>
                  </a:lnTo>
                  <a:lnTo>
                    <a:pt x="2012303" y="1039"/>
                  </a:lnTo>
                  <a:lnTo>
                    <a:pt x="1907911" y="773"/>
                  </a:lnTo>
                  <a:lnTo>
                    <a:pt x="1807126" y="549"/>
                  </a:lnTo>
                  <a:lnTo>
                    <a:pt x="1714353" y="367"/>
                  </a:lnTo>
                  <a:lnTo>
                    <a:pt x="1633882" y="227"/>
                  </a:lnTo>
                  <a:lnTo>
                    <a:pt x="1569108" y="126"/>
                  </a:lnTo>
                  <a:lnTo>
                    <a:pt x="1521825" y="60"/>
                  </a:lnTo>
                  <a:lnTo>
                    <a:pt x="1491761" y="22"/>
                  </a:lnTo>
                  <a:lnTo>
                    <a:pt x="1476501" y="5"/>
                  </a:lnTo>
                  <a:lnTo>
                    <a:pt x="1471694" y="0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698" name="pg698"/>
            <p:cNvSpPr/>
            <p:nvPr/>
          </p:nvSpPr>
          <p:spPr>
            <a:xfrm>
              <a:off x="4799595" y="2707676"/>
              <a:ext cx="11981298" cy="3579773"/>
            </a:xfrm>
            <a:custGeom>
              <a:avLst/>
              <a:pathLst>
                <a:path w="11981298" h="3579773">
                  <a:moveTo>
                    <a:pt x="0" y="49037"/>
                  </a:moveTo>
                  <a:lnTo>
                    <a:pt x="1471387" y="49037"/>
                  </a:lnTo>
                  <a:lnTo>
                    <a:pt x="1472625" y="49039"/>
                  </a:lnTo>
                  <a:lnTo>
                    <a:pt x="1480746" y="49052"/>
                  </a:lnTo>
                  <a:lnTo>
                    <a:pt x="1501166" y="49089"/>
                  </a:lnTo>
                  <a:lnTo>
                    <a:pt x="1537543" y="49160"/>
                  </a:lnTo>
                  <a:lnTo>
                    <a:pt x="1591496" y="49278"/>
                  </a:lnTo>
                  <a:lnTo>
                    <a:pt x="1662488" y="49451"/>
                  </a:lnTo>
                  <a:lnTo>
                    <a:pt x="1748054" y="49684"/>
                  </a:lnTo>
                  <a:lnTo>
                    <a:pt x="1844368" y="49981"/>
                  </a:lnTo>
                  <a:lnTo>
                    <a:pt x="1947011" y="50340"/>
                  </a:lnTo>
                  <a:lnTo>
                    <a:pt x="2051704" y="50762"/>
                  </a:lnTo>
                  <a:lnTo>
                    <a:pt x="2154831" y="51245"/>
                  </a:lnTo>
                  <a:lnTo>
                    <a:pt x="2253708" y="51789"/>
                  </a:lnTo>
                  <a:lnTo>
                    <a:pt x="2346611" y="52394"/>
                  </a:lnTo>
                  <a:lnTo>
                    <a:pt x="2432664" y="53065"/>
                  </a:lnTo>
                  <a:lnTo>
                    <a:pt x="2511655" y="53807"/>
                  </a:lnTo>
                  <a:lnTo>
                    <a:pt x="2583842" y="54630"/>
                  </a:lnTo>
                  <a:lnTo>
                    <a:pt x="2649795" y="55543"/>
                  </a:lnTo>
                  <a:lnTo>
                    <a:pt x="2710262" y="56560"/>
                  </a:lnTo>
                  <a:lnTo>
                    <a:pt x="2766079" y="57692"/>
                  </a:lnTo>
                  <a:lnTo>
                    <a:pt x="2818098" y="58953"/>
                  </a:lnTo>
                  <a:lnTo>
                    <a:pt x="2867133" y="60352"/>
                  </a:lnTo>
                  <a:lnTo>
                    <a:pt x="2896531" y="61297"/>
                  </a:lnTo>
                  <a:lnTo>
                    <a:pt x="2952730" y="63331"/>
                  </a:lnTo>
                  <a:lnTo>
                    <a:pt x="3007081" y="65588"/>
                  </a:lnTo>
                  <a:lnTo>
                    <a:pt x="3060336" y="68070"/>
                  </a:lnTo>
                  <a:lnTo>
                    <a:pt x="3113029" y="70772"/>
                  </a:lnTo>
                  <a:lnTo>
                    <a:pt x="3165517" y="73676"/>
                  </a:lnTo>
                  <a:lnTo>
                    <a:pt x="3218012" y="76756"/>
                  </a:lnTo>
                  <a:lnTo>
                    <a:pt x="3270611" y="79974"/>
                  </a:lnTo>
                  <a:lnTo>
                    <a:pt x="3323320" y="83285"/>
                  </a:lnTo>
                  <a:lnTo>
                    <a:pt x="3376088" y="86637"/>
                  </a:lnTo>
                  <a:lnTo>
                    <a:pt x="3428836" y="89976"/>
                  </a:lnTo>
                  <a:lnTo>
                    <a:pt x="3481495" y="93248"/>
                  </a:lnTo>
                  <a:lnTo>
                    <a:pt x="3534038" y="96403"/>
                  </a:lnTo>
                  <a:lnTo>
                    <a:pt x="3586511" y="99401"/>
                  </a:lnTo>
                  <a:lnTo>
                    <a:pt x="3639064" y="102209"/>
                  </a:lnTo>
                  <a:lnTo>
                    <a:pt x="3691977" y="104805"/>
                  </a:lnTo>
                  <a:lnTo>
                    <a:pt x="3745690" y="107177"/>
                  </a:lnTo>
                  <a:lnTo>
                    <a:pt x="3800836" y="109324"/>
                  </a:lnTo>
                  <a:lnTo>
                    <a:pt x="3829811" y="110335"/>
                  </a:lnTo>
                  <a:lnTo>
                    <a:pt x="3877359" y="111823"/>
                  </a:lnTo>
                  <a:lnTo>
                    <a:pt x="3927426" y="113170"/>
                  </a:lnTo>
                  <a:lnTo>
                    <a:pt x="3980776" y="114381"/>
                  </a:lnTo>
                  <a:lnTo>
                    <a:pt x="4038242" y="115468"/>
                  </a:lnTo>
                  <a:lnTo>
                    <a:pt x="4100679" y="116444"/>
                  </a:lnTo>
                  <a:lnTo>
                    <a:pt x="4168897" y="117321"/>
                  </a:lnTo>
                  <a:lnTo>
                    <a:pt x="4243591" y="118113"/>
                  </a:lnTo>
                  <a:lnTo>
                    <a:pt x="4325231" y="118828"/>
                  </a:lnTo>
                  <a:lnTo>
                    <a:pt x="4413918" y="119473"/>
                  </a:lnTo>
                  <a:lnTo>
                    <a:pt x="4509214" y="120055"/>
                  </a:lnTo>
                  <a:lnTo>
                    <a:pt x="4609942" y="120576"/>
                  </a:lnTo>
                  <a:lnTo>
                    <a:pt x="4714027" y="121036"/>
                  </a:lnTo>
                  <a:lnTo>
                    <a:pt x="4818417" y="121434"/>
                  </a:lnTo>
                  <a:lnTo>
                    <a:pt x="4919202" y="121770"/>
                  </a:lnTo>
                  <a:lnTo>
                    <a:pt x="5011975" y="122043"/>
                  </a:lnTo>
                  <a:lnTo>
                    <a:pt x="5092448" y="122253"/>
                  </a:lnTo>
                  <a:lnTo>
                    <a:pt x="5157224" y="122404"/>
                  </a:lnTo>
                  <a:lnTo>
                    <a:pt x="5204510" y="122503"/>
                  </a:lnTo>
                  <a:lnTo>
                    <a:pt x="5234577" y="122560"/>
                  </a:lnTo>
                  <a:lnTo>
                    <a:pt x="5249839" y="122586"/>
                  </a:lnTo>
                  <a:lnTo>
                    <a:pt x="5254648" y="122594"/>
                  </a:lnTo>
                  <a:lnTo>
                    <a:pt x="5254955" y="122594"/>
                  </a:lnTo>
                  <a:lnTo>
                    <a:pt x="6726343" y="122594"/>
                  </a:lnTo>
                  <a:lnTo>
                    <a:pt x="6727450" y="122672"/>
                  </a:lnTo>
                  <a:lnTo>
                    <a:pt x="6734733" y="123223"/>
                  </a:lnTo>
                  <a:lnTo>
                    <a:pt x="6753108" y="124747"/>
                  </a:lnTo>
                  <a:lnTo>
                    <a:pt x="6786000" y="127749"/>
                  </a:lnTo>
                  <a:lnTo>
                    <a:pt x="6835104" y="132696"/>
                  </a:lnTo>
                  <a:lnTo>
                    <a:pt x="6900255" y="139975"/>
                  </a:lnTo>
                  <a:lnTo>
                    <a:pt x="6979568" y="149853"/>
                  </a:lnTo>
                  <a:lnTo>
                    <a:pt x="7069854" y="162469"/>
                  </a:lnTo>
                  <a:lnTo>
                    <a:pt x="7167241" y="177854"/>
                  </a:lnTo>
                  <a:lnTo>
                    <a:pt x="7267801" y="195967"/>
                  </a:lnTo>
                  <a:lnTo>
                    <a:pt x="7368055" y="216748"/>
                  </a:lnTo>
                  <a:lnTo>
                    <a:pt x="7465270" y="240163"/>
                  </a:lnTo>
                  <a:lnTo>
                    <a:pt x="7557547" y="266239"/>
                  </a:lnTo>
                  <a:lnTo>
                    <a:pt x="7643774" y="295085"/>
                  </a:lnTo>
                  <a:lnTo>
                    <a:pt x="7723487" y="326904"/>
                  </a:lnTo>
                  <a:lnTo>
                    <a:pt x="7796712" y="361998"/>
                  </a:lnTo>
                  <a:lnTo>
                    <a:pt x="7863814" y="400758"/>
                  </a:lnTo>
                  <a:lnTo>
                    <a:pt x="7925378" y="443655"/>
                  </a:lnTo>
                  <a:lnTo>
                    <a:pt x="7982107" y="491220"/>
                  </a:lnTo>
                  <a:lnTo>
                    <a:pt x="8034759" y="544008"/>
                  </a:lnTo>
                  <a:lnTo>
                    <a:pt x="8084089" y="602531"/>
                  </a:lnTo>
                  <a:lnTo>
                    <a:pt x="8130810" y="667158"/>
                  </a:lnTo>
                  <a:lnTo>
                    <a:pt x="8151487" y="698791"/>
                  </a:lnTo>
                  <a:lnTo>
                    <a:pt x="8186209" y="756174"/>
                  </a:lnTo>
                  <a:lnTo>
                    <a:pt x="8220106" y="817447"/>
                  </a:lnTo>
                  <a:lnTo>
                    <a:pt x="8253387" y="882689"/>
                  </a:lnTo>
                  <a:lnTo>
                    <a:pt x="8286220" y="951927"/>
                  </a:lnTo>
                  <a:lnTo>
                    <a:pt x="8318746" y="1025129"/>
                  </a:lnTo>
                  <a:lnTo>
                    <a:pt x="8351074" y="1102198"/>
                  </a:lnTo>
                  <a:lnTo>
                    <a:pt x="8383291" y="1182969"/>
                  </a:lnTo>
                  <a:lnTo>
                    <a:pt x="8415462" y="1267209"/>
                  </a:lnTo>
                  <a:lnTo>
                    <a:pt x="8447632" y="1354612"/>
                  </a:lnTo>
                  <a:lnTo>
                    <a:pt x="8479831" y="1444806"/>
                  </a:lnTo>
                  <a:lnTo>
                    <a:pt x="8512073" y="1537355"/>
                  </a:lnTo>
                  <a:lnTo>
                    <a:pt x="8544360" y="1631766"/>
                  </a:lnTo>
                  <a:lnTo>
                    <a:pt x="8576683" y="1727504"/>
                  </a:lnTo>
                  <a:lnTo>
                    <a:pt x="8609030" y="1823999"/>
                  </a:lnTo>
                  <a:lnTo>
                    <a:pt x="8641383" y="1920660"/>
                  </a:lnTo>
                  <a:lnTo>
                    <a:pt x="8673722" y="2016895"/>
                  </a:lnTo>
                  <a:lnTo>
                    <a:pt x="8706031" y="2112121"/>
                  </a:lnTo>
                  <a:lnTo>
                    <a:pt x="8738298" y="2205781"/>
                  </a:lnTo>
                  <a:lnTo>
                    <a:pt x="8770520" y="2297356"/>
                  </a:lnTo>
                  <a:lnTo>
                    <a:pt x="8802704" y="2386378"/>
                  </a:lnTo>
                  <a:lnTo>
                    <a:pt x="8834871" y="2472439"/>
                  </a:lnTo>
                  <a:lnTo>
                    <a:pt x="8867055" y="2555194"/>
                  </a:lnTo>
                  <a:lnTo>
                    <a:pt x="8899311" y="2634370"/>
                  </a:lnTo>
                  <a:lnTo>
                    <a:pt x="8931714" y="2709762"/>
                  </a:lnTo>
                  <a:lnTo>
                    <a:pt x="8964359" y="2781237"/>
                  </a:lnTo>
                  <a:lnTo>
                    <a:pt x="8997369" y="2848726"/>
                  </a:lnTo>
                  <a:lnTo>
                    <a:pt x="9030897" y="2912225"/>
                  </a:lnTo>
                  <a:lnTo>
                    <a:pt x="9065127" y="2971782"/>
                  </a:lnTo>
                  <a:lnTo>
                    <a:pt x="9084767" y="3003576"/>
                  </a:lnTo>
                  <a:lnTo>
                    <a:pt x="9130509" y="3071045"/>
                  </a:lnTo>
                  <a:lnTo>
                    <a:pt x="9178561" y="3132328"/>
                  </a:lnTo>
                  <a:lnTo>
                    <a:pt x="9229601" y="3187681"/>
                  </a:lnTo>
                  <a:lnTo>
                    <a:pt x="9284370" y="3237567"/>
                  </a:lnTo>
                  <a:lnTo>
                    <a:pt x="9343630" y="3282531"/>
                  </a:lnTo>
                  <a:lnTo>
                    <a:pt x="9408118" y="3323121"/>
                  </a:lnTo>
                  <a:lnTo>
                    <a:pt x="9478481" y="3359838"/>
                  </a:lnTo>
                  <a:lnTo>
                    <a:pt x="9555199" y="3393112"/>
                  </a:lnTo>
                  <a:lnTo>
                    <a:pt x="9638470" y="3423287"/>
                  </a:lnTo>
                  <a:lnTo>
                    <a:pt x="9728076" y="3450611"/>
                  </a:lnTo>
                  <a:lnTo>
                    <a:pt x="9823218" y="3475235"/>
                  </a:lnTo>
                  <a:lnTo>
                    <a:pt x="9922371" y="3497222"/>
                  </a:lnTo>
                  <a:lnTo>
                    <a:pt x="10023182" y="3516563"/>
                  </a:lnTo>
                  <a:lnTo>
                    <a:pt x="10122490" y="3533203"/>
                  </a:lnTo>
                  <a:lnTo>
                    <a:pt x="10216522" y="3547087"/>
                  </a:lnTo>
                  <a:lnTo>
                    <a:pt x="10301306" y="3558208"/>
                  </a:lnTo>
                  <a:lnTo>
                    <a:pt x="10373261" y="3566650"/>
                  </a:lnTo>
                  <a:lnTo>
                    <a:pt x="10429837" y="3572623"/>
                  </a:lnTo>
                  <a:lnTo>
                    <a:pt x="10470045" y="3576460"/>
                  </a:lnTo>
                  <a:lnTo>
                    <a:pt x="10494735" y="3578598"/>
                  </a:lnTo>
                  <a:lnTo>
                    <a:pt x="10506567" y="3579532"/>
                  </a:lnTo>
                  <a:lnTo>
                    <a:pt x="10509911" y="3579773"/>
                  </a:lnTo>
                  <a:lnTo>
                    <a:pt x="11981298" y="3579773"/>
                  </a:lnTo>
                  <a:lnTo>
                    <a:pt x="11981298" y="3530735"/>
                  </a:lnTo>
                  <a:lnTo>
                    <a:pt x="10509911" y="3530735"/>
                  </a:lnTo>
                  <a:lnTo>
                    <a:pt x="10508803" y="3530657"/>
                  </a:lnTo>
                  <a:lnTo>
                    <a:pt x="10501520" y="3530106"/>
                  </a:lnTo>
                  <a:lnTo>
                    <a:pt x="10483145" y="3528582"/>
                  </a:lnTo>
                  <a:lnTo>
                    <a:pt x="10450253" y="3525580"/>
                  </a:lnTo>
                  <a:lnTo>
                    <a:pt x="10401150" y="3520633"/>
                  </a:lnTo>
                  <a:lnTo>
                    <a:pt x="10335998" y="3513355"/>
                  </a:lnTo>
                  <a:lnTo>
                    <a:pt x="10256685" y="3503477"/>
                  </a:lnTo>
                  <a:lnTo>
                    <a:pt x="10166399" y="3490860"/>
                  </a:lnTo>
                  <a:lnTo>
                    <a:pt x="10069013" y="3475475"/>
                  </a:lnTo>
                  <a:lnTo>
                    <a:pt x="9968453" y="3457362"/>
                  </a:lnTo>
                  <a:lnTo>
                    <a:pt x="9868198" y="3436581"/>
                  </a:lnTo>
                  <a:lnTo>
                    <a:pt x="9770983" y="3413166"/>
                  </a:lnTo>
                  <a:lnTo>
                    <a:pt x="9678706" y="3387090"/>
                  </a:lnTo>
                  <a:lnTo>
                    <a:pt x="9592479" y="3358245"/>
                  </a:lnTo>
                  <a:lnTo>
                    <a:pt x="9512766" y="3326425"/>
                  </a:lnTo>
                  <a:lnTo>
                    <a:pt x="9439542" y="3291331"/>
                  </a:lnTo>
                  <a:lnTo>
                    <a:pt x="9372439" y="3252572"/>
                  </a:lnTo>
                  <a:lnTo>
                    <a:pt x="9310875" y="3209675"/>
                  </a:lnTo>
                  <a:lnTo>
                    <a:pt x="9254146" y="3162109"/>
                  </a:lnTo>
                  <a:lnTo>
                    <a:pt x="9201494" y="3109321"/>
                  </a:lnTo>
                  <a:lnTo>
                    <a:pt x="9152164" y="3050799"/>
                  </a:lnTo>
                  <a:lnTo>
                    <a:pt x="9105443" y="2986171"/>
                  </a:lnTo>
                  <a:lnTo>
                    <a:pt x="9084767" y="2954538"/>
                  </a:lnTo>
                  <a:lnTo>
                    <a:pt x="9050045" y="2897155"/>
                  </a:lnTo>
                  <a:lnTo>
                    <a:pt x="9016147" y="2835882"/>
                  </a:lnTo>
                  <a:lnTo>
                    <a:pt x="8982866" y="2770640"/>
                  </a:lnTo>
                  <a:lnTo>
                    <a:pt x="8950033" y="2701402"/>
                  </a:lnTo>
                  <a:lnTo>
                    <a:pt x="8917508" y="2628200"/>
                  </a:lnTo>
                  <a:lnTo>
                    <a:pt x="8885180" y="2551132"/>
                  </a:lnTo>
                  <a:lnTo>
                    <a:pt x="8852963" y="2470360"/>
                  </a:lnTo>
                  <a:lnTo>
                    <a:pt x="8820792" y="2386120"/>
                  </a:lnTo>
                  <a:lnTo>
                    <a:pt x="8788621" y="2298717"/>
                  </a:lnTo>
                  <a:lnTo>
                    <a:pt x="8756422" y="2208523"/>
                  </a:lnTo>
                  <a:lnTo>
                    <a:pt x="8724180" y="2115975"/>
                  </a:lnTo>
                  <a:lnTo>
                    <a:pt x="8691894" y="2021563"/>
                  </a:lnTo>
                  <a:lnTo>
                    <a:pt x="8659570" y="1925825"/>
                  </a:lnTo>
                  <a:lnTo>
                    <a:pt x="8627223" y="1829331"/>
                  </a:lnTo>
                  <a:lnTo>
                    <a:pt x="8594870" y="1732669"/>
                  </a:lnTo>
                  <a:lnTo>
                    <a:pt x="8562531" y="1636434"/>
                  </a:lnTo>
                  <a:lnTo>
                    <a:pt x="8530223" y="1541209"/>
                  </a:lnTo>
                  <a:lnTo>
                    <a:pt x="8497955" y="1447549"/>
                  </a:lnTo>
                  <a:lnTo>
                    <a:pt x="8465733" y="1355973"/>
                  </a:lnTo>
                  <a:lnTo>
                    <a:pt x="8433549" y="1266951"/>
                  </a:lnTo>
                  <a:lnTo>
                    <a:pt x="8401383" y="1180890"/>
                  </a:lnTo>
                  <a:lnTo>
                    <a:pt x="8369198" y="1098135"/>
                  </a:lnTo>
                  <a:lnTo>
                    <a:pt x="8336942" y="1018960"/>
                  </a:lnTo>
                  <a:lnTo>
                    <a:pt x="8304540" y="943567"/>
                  </a:lnTo>
                  <a:lnTo>
                    <a:pt x="8271895" y="872093"/>
                  </a:lnTo>
                  <a:lnTo>
                    <a:pt x="8238884" y="804603"/>
                  </a:lnTo>
                  <a:lnTo>
                    <a:pt x="8205357" y="741105"/>
                  </a:lnTo>
                  <a:lnTo>
                    <a:pt x="8171126" y="681547"/>
                  </a:lnTo>
                  <a:lnTo>
                    <a:pt x="8151487" y="649753"/>
                  </a:lnTo>
                  <a:lnTo>
                    <a:pt x="8105744" y="582285"/>
                  </a:lnTo>
                  <a:lnTo>
                    <a:pt x="8057692" y="521002"/>
                  </a:lnTo>
                  <a:lnTo>
                    <a:pt x="8006652" y="465649"/>
                  </a:lnTo>
                  <a:lnTo>
                    <a:pt x="7951883" y="415762"/>
                  </a:lnTo>
                  <a:lnTo>
                    <a:pt x="7892623" y="370798"/>
                  </a:lnTo>
                  <a:lnTo>
                    <a:pt x="7828135" y="330208"/>
                  </a:lnTo>
                  <a:lnTo>
                    <a:pt x="7757772" y="293492"/>
                  </a:lnTo>
                  <a:lnTo>
                    <a:pt x="7681054" y="260217"/>
                  </a:lnTo>
                  <a:lnTo>
                    <a:pt x="7597783" y="230042"/>
                  </a:lnTo>
                  <a:lnTo>
                    <a:pt x="7508178" y="202719"/>
                  </a:lnTo>
                  <a:lnTo>
                    <a:pt x="7413036" y="178094"/>
                  </a:lnTo>
                  <a:lnTo>
                    <a:pt x="7313883" y="156107"/>
                  </a:lnTo>
                  <a:lnTo>
                    <a:pt x="7213071" y="136767"/>
                  </a:lnTo>
                  <a:lnTo>
                    <a:pt x="7113763" y="120127"/>
                  </a:lnTo>
                  <a:lnTo>
                    <a:pt x="7019731" y="106242"/>
                  </a:lnTo>
                  <a:lnTo>
                    <a:pt x="6934947" y="95121"/>
                  </a:lnTo>
                  <a:lnTo>
                    <a:pt x="6862992" y="86679"/>
                  </a:lnTo>
                  <a:lnTo>
                    <a:pt x="6806417" y="80707"/>
                  </a:lnTo>
                  <a:lnTo>
                    <a:pt x="6766208" y="76869"/>
                  </a:lnTo>
                  <a:lnTo>
                    <a:pt x="6741518" y="74731"/>
                  </a:lnTo>
                  <a:lnTo>
                    <a:pt x="6729687" y="73798"/>
                  </a:lnTo>
                  <a:lnTo>
                    <a:pt x="6726343" y="73556"/>
                  </a:lnTo>
                  <a:lnTo>
                    <a:pt x="5254955" y="73556"/>
                  </a:lnTo>
                  <a:lnTo>
                    <a:pt x="5253717" y="73555"/>
                  </a:lnTo>
                  <a:lnTo>
                    <a:pt x="5245596" y="73541"/>
                  </a:lnTo>
                  <a:lnTo>
                    <a:pt x="5225176" y="73505"/>
                  </a:lnTo>
                  <a:lnTo>
                    <a:pt x="5188799" y="73434"/>
                  </a:lnTo>
                  <a:lnTo>
                    <a:pt x="5134846" y="73316"/>
                  </a:lnTo>
                  <a:lnTo>
                    <a:pt x="5063854" y="73143"/>
                  </a:lnTo>
                  <a:lnTo>
                    <a:pt x="4978288" y="72910"/>
                  </a:lnTo>
                  <a:lnTo>
                    <a:pt x="4881975" y="72613"/>
                  </a:lnTo>
                  <a:lnTo>
                    <a:pt x="4779331" y="72254"/>
                  </a:lnTo>
                  <a:lnTo>
                    <a:pt x="4674638" y="71832"/>
                  </a:lnTo>
                  <a:lnTo>
                    <a:pt x="4571511" y="71349"/>
                  </a:lnTo>
                  <a:lnTo>
                    <a:pt x="4472635" y="70805"/>
                  </a:lnTo>
                  <a:lnTo>
                    <a:pt x="4379731" y="70200"/>
                  </a:lnTo>
                  <a:lnTo>
                    <a:pt x="4293678" y="69529"/>
                  </a:lnTo>
                  <a:lnTo>
                    <a:pt x="4214687" y="68787"/>
                  </a:lnTo>
                  <a:lnTo>
                    <a:pt x="4142500" y="67964"/>
                  </a:lnTo>
                  <a:lnTo>
                    <a:pt x="4076547" y="67050"/>
                  </a:lnTo>
                  <a:lnTo>
                    <a:pt x="4016080" y="66034"/>
                  </a:lnTo>
                  <a:lnTo>
                    <a:pt x="3960263" y="64902"/>
                  </a:lnTo>
                  <a:lnTo>
                    <a:pt x="3908244" y="63641"/>
                  </a:lnTo>
                  <a:lnTo>
                    <a:pt x="3859209" y="62242"/>
                  </a:lnTo>
                  <a:lnTo>
                    <a:pt x="3829811" y="61297"/>
                  </a:lnTo>
                  <a:lnTo>
                    <a:pt x="3773612" y="59263"/>
                  </a:lnTo>
                  <a:lnTo>
                    <a:pt x="3719261" y="57006"/>
                  </a:lnTo>
                  <a:lnTo>
                    <a:pt x="3666006" y="54524"/>
                  </a:lnTo>
                  <a:lnTo>
                    <a:pt x="3613313" y="51822"/>
                  </a:lnTo>
                  <a:lnTo>
                    <a:pt x="3560826" y="48918"/>
                  </a:lnTo>
                  <a:lnTo>
                    <a:pt x="3508330" y="45838"/>
                  </a:lnTo>
                  <a:lnTo>
                    <a:pt x="3455731" y="42620"/>
                  </a:lnTo>
                  <a:lnTo>
                    <a:pt x="3403022" y="39309"/>
                  </a:lnTo>
                  <a:lnTo>
                    <a:pt x="3350254" y="35957"/>
                  </a:lnTo>
                  <a:lnTo>
                    <a:pt x="3297506" y="32618"/>
                  </a:lnTo>
                  <a:lnTo>
                    <a:pt x="3244847" y="29346"/>
                  </a:lnTo>
                  <a:lnTo>
                    <a:pt x="3192305" y="26191"/>
                  </a:lnTo>
                  <a:lnTo>
                    <a:pt x="3139832" y="23193"/>
                  </a:lnTo>
                  <a:lnTo>
                    <a:pt x="3087278" y="20385"/>
                  </a:lnTo>
                  <a:lnTo>
                    <a:pt x="3034365" y="17789"/>
                  </a:lnTo>
                  <a:lnTo>
                    <a:pt x="2980652" y="15417"/>
                  </a:lnTo>
                  <a:lnTo>
                    <a:pt x="2925506" y="13270"/>
                  </a:lnTo>
                  <a:lnTo>
                    <a:pt x="2896531" y="12259"/>
                  </a:lnTo>
                  <a:lnTo>
                    <a:pt x="2848983" y="10771"/>
                  </a:lnTo>
                  <a:lnTo>
                    <a:pt x="2798916" y="9424"/>
                  </a:lnTo>
                  <a:lnTo>
                    <a:pt x="2745566" y="8213"/>
                  </a:lnTo>
                  <a:lnTo>
                    <a:pt x="2688100" y="7126"/>
                  </a:lnTo>
                  <a:lnTo>
                    <a:pt x="2625664" y="6150"/>
                  </a:lnTo>
                  <a:lnTo>
                    <a:pt x="2557445" y="5272"/>
                  </a:lnTo>
                  <a:lnTo>
                    <a:pt x="2482751" y="4481"/>
                  </a:lnTo>
                  <a:lnTo>
                    <a:pt x="2401112" y="3766"/>
                  </a:lnTo>
                  <a:lnTo>
                    <a:pt x="2312424" y="3121"/>
                  </a:lnTo>
                  <a:lnTo>
                    <a:pt x="2217128" y="2539"/>
                  </a:lnTo>
                  <a:lnTo>
                    <a:pt x="2116400" y="2018"/>
                  </a:lnTo>
                  <a:lnTo>
                    <a:pt x="2012316" y="1558"/>
                  </a:lnTo>
                  <a:lnTo>
                    <a:pt x="1907925" y="1160"/>
                  </a:lnTo>
                  <a:lnTo>
                    <a:pt x="1807140" y="824"/>
                  </a:lnTo>
                  <a:lnTo>
                    <a:pt x="1714367" y="551"/>
                  </a:lnTo>
                  <a:lnTo>
                    <a:pt x="1633894" y="341"/>
                  </a:lnTo>
                  <a:lnTo>
                    <a:pt x="1569118" y="190"/>
                  </a:lnTo>
                  <a:lnTo>
                    <a:pt x="1521832" y="91"/>
                  </a:lnTo>
                  <a:lnTo>
                    <a:pt x="1491765" y="34"/>
                  </a:lnTo>
                  <a:lnTo>
                    <a:pt x="1476503" y="7"/>
                  </a:lnTo>
                  <a:lnTo>
                    <a:pt x="1471694" y="0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699" name="pl699"/>
            <p:cNvSpPr/>
            <p:nvPr/>
          </p:nvSpPr>
          <p:spPr>
            <a:xfrm>
              <a:off x="4799595" y="2756714"/>
              <a:ext cx="11981298" cy="3530735"/>
            </a:xfrm>
            <a:custGeom>
              <a:avLst/>
              <a:pathLst>
                <a:path w="11981298" h="3530735">
                  <a:moveTo>
                    <a:pt x="0" y="0"/>
                  </a:moveTo>
                  <a:lnTo>
                    <a:pt x="1471387" y="0"/>
                  </a:lnTo>
                  <a:lnTo>
                    <a:pt x="1472625" y="1"/>
                  </a:lnTo>
                  <a:lnTo>
                    <a:pt x="1480746" y="15"/>
                  </a:lnTo>
                  <a:lnTo>
                    <a:pt x="1501166" y="51"/>
                  </a:lnTo>
                  <a:lnTo>
                    <a:pt x="1537543" y="122"/>
                  </a:lnTo>
                  <a:lnTo>
                    <a:pt x="1591496" y="240"/>
                  </a:lnTo>
                  <a:lnTo>
                    <a:pt x="1662488" y="413"/>
                  </a:lnTo>
                  <a:lnTo>
                    <a:pt x="1748054" y="646"/>
                  </a:lnTo>
                  <a:lnTo>
                    <a:pt x="1844368" y="943"/>
                  </a:lnTo>
                  <a:lnTo>
                    <a:pt x="1947011" y="1302"/>
                  </a:lnTo>
                  <a:lnTo>
                    <a:pt x="2051704" y="1724"/>
                  </a:lnTo>
                  <a:lnTo>
                    <a:pt x="2154831" y="2207"/>
                  </a:lnTo>
                  <a:lnTo>
                    <a:pt x="2253708" y="2751"/>
                  </a:lnTo>
                  <a:lnTo>
                    <a:pt x="2346611" y="3356"/>
                  </a:lnTo>
                  <a:lnTo>
                    <a:pt x="2432664" y="4027"/>
                  </a:lnTo>
                  <a:lnTo>
                    <a:pt x="2511655" y="4769"/>
                  </a:lnTo>
                  <a:lnTo>
                    <a:pt x="2583842" y="5592"/>
                  </a:lnTo>
                  <a:lnTo>
                    <a:pt x="2649795" y="6505"/>
                  </a:lnTo>
                  <a:lnTo>
                    <a:pt x="2710262" y="7522"/>
                  </a:lnTo>
                  <a:lnTo>
                    <a:pt x="2766079" y="8654"/>
                  </a:lnTo>
                  <a:lnTo>
                    <a:pt x="2818098" y="9915"/>
                  </a:lnTo>
                  <a:lnTo>
                    <a:pt x="2867133" y="11314"/>
                  </a:lnTo>
                  <a:lnTo>
                    <a:pt x="2896531" y="12259"/>
                  </a:lnTo>
                  <a:lnTo>
                    <a:pt x="2952730" y="14293"/>
                  </a:lnTo>
                  <a:lnTo>
                    <a:pt x="3007081" y="16550"/>
                  </a:lnTo>
                  <a:lnTo>
                    <a:pt x="3060336" y="19032"/>
                  </a:lnTo>
                  <a:lnTo>
                    <a:pt x="3113029" y="21734"/>
                  </a:lnTo>
                  <a:lnTo>
                    <a:pt x="3165517" y="24638"/>
                  </a:lnTo>
                  <a:lnTo>
                    <a:pt x="3218012" y="27718"/>
                  </a:lnTo>
                  <a:lnTo>
                    <a:pt x="3270611" y="30936"/>
                  </a:lnTo>
                  <a:lnTo>
                    <a:pt x="3323320" y="34247"/>
                  </a:lnTo>
                  <a:lnTo>
                    <a:pt x="3376088" y="37599"/>
                  </a:lnTo>
                  <a:lnTo>
                    <a:pt x="3428836" y="40938"/>
                  </a:lnTo>
                  <a:lnTo>
                    <a:pt x="3481495" y="44210"/>
                  </a:lnTo>
                  <a:lnTo>
                    <a:pt x="3534038" y="47365"/>
                  </a:lnTo>
                  <a:lnTo>
                    <a:pt x="3586511" y="50363"/>
                  </a:lnTo>
                  <a:lnTo>
                    <a:pt x="3639064" y="53171"/>
                  </a:lnTo>
                  <a:lnTo>
                    <a:pt x="3691977" y="55767"/>
                  </a:lnTo>
                  <a:lnTo>
                    <a:pt x="3745690" y="58139"/>
                  </a:lnTo>
                  <a:lnTo>
                    <a:pt x="3800836" y="60286"/>
                  </a:lnTo>
                  <a:lnTo>
                    <a:pt x="3829811" y="61297"/>
                  </a:lnTo>
                  <a:lnTo>
                    <a:pt x="3877359" y="62785"/>
                  </a:lnTo>
                  <a:lnTo>
                    <a:pt x="3927426" y="64132"/>
                  </a:lnTo>
                  <a:lnTo>
                    <a:pt x="3980776" y="65343"/>
                  </a:lnTo>
                  <a:lnTo>
                    <a:pt x="4038242" y="66430"/>
                  </a:lnTo>
                  <a:lnTo>
                    <a:pt x="4100679" y="67406"/>
                  </a:lnTo>
                  <a:lnTo>
                    <a:pt x="4168897" y="68283"/>
                  </a:lnTo>
                  <a:lnTo>
                    <a:pt x="4243591" y="69075"/>
                  </a:lnTo>
                  <a:lnTo>
                    <a:pt x="4325231" y="69790"/>
                  </a:lnTo>
                  <a:lnTo>
                    <a:pt x="4413918" y="70435"/>
                  </a:lnTo>
                  <a:lnTo>
                    <a:pt x="4509214" y="71017"/>
                  </a:lnTo>
                  <a:lnTo>
                    <a:pt x="4609942" y="71538"/>
                  </a:lnTo>
                  <a:lnTo>
                    <a:pt x="4714027" y="71998"/>
                  </a:lnTo>
                  <a:lnTo>
                    <a:pt x="4818417" y="72396"/>
                  </a:lnTo>
                  <a:lnTo>
                    <a:pt x="4919202" y="72732"/>
                  </a:lnTo>
                  <a:lnTo>
                    <a:pt x="5011975" y="73005"/>
                  </a:lnTo>
                  <a:lnTo>
                    <a:pt x="5092448" y="73215"/>
                  </a:lnTo>
                  <a:lnTo>
                    <a:pt x="5157224" y="73366"/>
                  </a:lnTo>
                  <a:lnTo>
                    <a:pt x="5204510" y="73465"/>
                  </a:lnTo>
                  <a:lnTo>
                    <a:pt x="5234577" y="73522"/>
                  </a:lnTo>
                  <a:lnTo>
                    <a:pt x="5249839" y="73549"/>
                  </a:lnTo>
                  <a:lnTo>
                    <a:pt x="5254648" y="73556"/>
                  </a:lnTo>
                  <a:lnTo>
                    <a:pt x="5254955" y="73556"/>
                  </a:lnTo>
                  <a:lnTo>
                    <a:pt x="6726343" y="73556"/>
                  </a:lnTo>
                  <a:lnTo>
                    <a:pt x="6727450" y="73634"/>
                  </a:lnTo>
                  <a:lnTo>
                    <a:pt x="6734733" y="74185"/>
                  </a:lnTo>
                  <a:lnTo>
                    <a:pt x="6753108" y="75710"/>
                  </a:lnTo>
                  <a:lnTo>
                    <a:pt x="6786000" y="78711"/>
                  </a:lnTo>
                  <a:lnTo>
                    <a:pt x="6835104" y="83658"/>
                  </a:lnTo>
                  <a:lnTo>
                    <a:pt x="6900255" y="90937"/>
                  </a:lnTo>
                  <a:lnTo>
                    <a:pt x="6979568" y="100815"/>
                  </a:lnTo>
                  <a:lnTo>
                    <a:pt x="7069854" y="113431"/>
                  </a:lnTo>
                  <a:lnTo>
                    <a:pt x="7167241" y="128816"/>
                  </a:lnTo>
                  <a:lnTo>
                    <a:pt x="7267801" y="146929"/>
                  </a:lnTo>
                  <a:lnTo>
                    <a:pt x="7368055" y="167710"/>
                  </a:lnTo>
                  <a:lnTo>
                    <a:pt x="7465270" y="191125"/>
                  </a:lnTo>
                  <a:lnTo>
                    <a:pt x="7557547" y="217201"/>
                  </a:lnTo>
                  <a:lnTo>
                    <a:pt x="7643774" y="246047"/>
                  </a:lnTo>
                  <a:lnTo>
                    <a:pt x="7723487" y="277866"/>
                  </a:lnTo>
                  <a:lnTo>
                    <a:pt x="7796712" y="312960"/>
                  </a:lnTo>
                  <a:lnTo>
                    <a:pt x="7863814" y="351720"/>
                  </a:lnTo>
                  <a:lnTo>
                    <a:pt x="7925378" y="394617"/>
                  </a:lnTo>
                  <a:lnTo>
                    <a:pt x="7982107" y="442183"/>
                  </a:lnTo>
                  <a:lnTo>
                    <a:pt x="8034759" y="494970"/>
                  </a:lnTo>
                  <a:lnTo>
                    <a:pt x="8084089" y="553493"/>
                  </a:lnTo>
                  <a:lnTo>
                    <a:pt x="8130810" y="618120"/>
                  </a:lnTo>
                  <a:lnTo>
                    <a:pt x="8151487" y="649753"/>
                  </a:lnTo>
                  <a:lnTo>
                    <a:pt x="8186209" y="707136"/>
                  </a:lnTo>
                  <a:lnTo>
                    <a:pt x="8220106" y="768409"/>
                  </a:lnTo>
                  <a:lnTo>
                    <a:pt x="8253387" y="833651"/>
                  </a:lnTo>
                  <a:lnTo>
                    <a:pt x="8286220" y="902889"/>
                  </a:lnTo>
                  <a:lnTo>
                    <a:pt x="8318746" y="976091"/>
                  </a:lnTo>
                  <a:lnTo>
                    <a:pt x="8351074" y="1053160"/>
                  </a:lnTo>
                  <a:lnTo>
                    <a:pt x="8383291" y="1133931"/>
                  </a:lnTo>
                  <a:lnTo>
                    <a:pt x="8415462" y="1218171"/>
                  </a:lnTo>
                  <a:lnTo>
                    <a:pt x="8447632" y="1305574"/>
                  </a:lnTo>
                  <a:lnTo>
                    <a:pt x="8479831" y="1395768"/>
                  </a:lnTo>
                  <a:lnTo>
                    <a:pt x="8512073" y="1488317"/>
                  </a:lnTo>
                  <a:lnTo>
                    <a:pt x="8544360" y="1582728"/>
                  </a:lnTo>
                  <a:lnTo>
                    <a:pt x="8576683" y="1678466"/>
                  </a:lnTo>
                  <a:lnTo>
                    <a:pt x="8609030" y="1774961"/>
                  </a:lnTo>
                  <a:lnTo>
                    <a:pt x="8641383" y="1871622"/>
                  </a:lnTo>
                  <a:lnTo>
                    <a:pt x="8673722" y="1967857"/>
                  </a:lnTo>
                  <a:lnTo>
                    <a:pt x="8706031" y="2063083"/>
                  </a:lnTo>
                  <a:lnTo>
                    <a:pt x="8738298" y="2156743"/>
                  </a:lnTo>
                  <a:lnTo>
                    <a:pt x="8770520" y="2248318"/>
                  </a:lnTo>
                  <a:lnTo>
                    <a:pt x="8802704" y="2337340"/>
                  </a:lnTo>
                  <a:lnTo>
                    <a:pt x="8834871" y="2423401"/>
                  </a:lnTo>
                  <a:lnTo>
                    <a:pt x="8867055" y="2506156"/>
                  </a:lnTo>
                  <a:lnTo>
                    <a:pt x="8899311" y="2585332"/>
                  </a:lnTo>
                  <a:lnTo>
                    <a:pt x="8931714" y="2660724"/>
                  </a:lnTo>
                  <a:lnTo>
                    <a:pt x="8964359" y="2732199"/>
                  </a:lnTo>
                  <a:lnTo>
                    <a:pt x="8997369" y="2799688"/>
                  </a:lnTo>
                  <a:lnTo>
                    <a:pt x="9030897" y="2863187"/>
                  </a:lnTo>
                  <a:lnTo>
                    <a:pt x="9065127" y="2922744"/>
                  </a:lnTo>
                  <a:lnTo>
                    <a:pt x="9084767" y="2954538"/>
                  </a:lnTo>
                  <a:lnTo>
                    <a:pt x="9130509" y="3022007"/>
                  </a:lnTo>
                  <a:lnTo>
                    <a:pt x="9178561" y="3083290"/>
                  </a:lnTo>
                  <a:lnTo>
                    <a:pt x="9229601" y="3138643"/>
                  </a:lnTo>
                  <a:lnTo>
                    <a:pt x="9284370" y="3188529"/>
                  </a:lnTo>
                  <a:lnTo>
                    <a:pt x="9343630" y="3233493"/>
                  </a:lnTo>
                  <a:lnTo>
                    <a:pt x="9408118" y="3274083"/>
                  </a:lnTo>
                  <a:lnTo>
                    <a:pt x="9478481" y="3310800"/>
                  </a:lnTo>
                  <a:lnTo>
                    <a:pt x="9555199" y="3344074"/>
                  </a:lnTo>
                  <a:lnTo>
                    <a:pt x="9638470" y="3374249"/>
                  </a:lnTo>
                  <a:lnTo>
                    <a:pt x="9728076" y="3401573"/>
                  </a:lnTo>
                  <a:lnTo>
                    <a:pt x="9823218" y="3426197"/>
                  </a:lnTo>
                  <a:lnTo>
                    <a:pt x="9922371" y="3448184"/>
                  </a:lnTo>
                  <a:lnTo>
                    <a:pt x="10023182" y="3467525"/>
                  </a:lnTo>
                  <a:lnTo>
                    <a:pt x="10122490" y="3484165"/>
                  </a:lnTo>
                  <a:lnTo>
                    <a:pt x="10216522" y="3498049"/>
                  </a:lnTo>
                  <a:lnTo>
                    <a:pt x="10301306" y="3509170"/>
                  </a:lnTo>
                  <a:lnTo>
                    <a:pt x="10373261" y="3517612"/>
                  </a:lnTo>
                  <a:lnTo>
                    <a:pt x="10429837" y="3523585"/>
                  </a:lnTo>
                  <a:lnTo>
                    <a:pt x="10470045" y="3527422"/>
                  </a:lnTo>
                  <a:lnTo>
                    <a:pt x="10494735" y="3529560"/>
                  </a:lnTo>
                  <a:lnTo>
                    <a:pt x="10506567" y="3530494"/>
                  </a:lnTo>
                  <a:lnTo>
                    <a:pt x="10509801" y="3530727"/>
                  </a:lnTo>
                  <a:lnTo>
                    <a:pt x="10509911" y="3530735"/>
                  </a:lnTo>
                  <a:lnTo>
                    <a:pt x="11981298" y="353073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00" name="pl700"/>
            <p:cNvSpPr/>
            <p:nvPr/>
          </p:nvSpPr>
          <p:spPr>
            <a:xfrm>
              <a:off x="4799595" y="2707676"/>
              <a:ext cx="11981298" cy="3530735"/>
            </a:xfrm>
            <a:custGeom>
              <a:avLst/>
              <a:pathLst>
                <a:path w="11981298" h="3530735">
                  <a:moveTo>
                    <a:pt x="11981298" y="3530735"/>
                  </a:moveTo>
                  <a:lnTo>
                    <a:pt x="10509911" y="3530735"/>
                  </a:lnTo>
                  <a:lnTo>
                    <a:pt x="10508803" y="3530657"/>
                  </a:lnTo>
                  <a:lnTo>
                    <a:pt x="10501520" y="3530106"/>
                  </a:lnTo>
                  <a:lnTo>
                    <a:pt x="10483145" y="3528582"/>
                  </a:lnTo>
                  <a:lnTo>
                    <a:pt x="10450253" y="3525580"/>
                  </a:lnTo>
                  <a:lnTo>
                    <a:pt x="10401150" y="3520633"/>
                  </a:lnTo>
                  <a:lnTo>
                    <a:pt x="10335998" y="3513355"/>
                  </a:lnTo>
                  <a:lnTo>
                    <a:pt x="10256685" y="3503477"/>
                  </a:lnTo>
                  <a:lnTo>
                    <a:pt x="10166399" y="3490860"/>
                  </a:lnTo>
                  <a:lnTo>
                    <a:pt x="10069013" y="3475475"/>
                  </a:lnTo>
                  <a:lnTo>
                    <a:pt x="9968453" y="3457362"/>
                  </a:lnTo>
                  <a:lnTo>
                    <a:pt x="9868198" y="3436581"/>
                  </a:lnTo>
                  <a:lnTo>
                    <a:pt x="9770983" y="3413166"/>
                  </a:lnTo>
                  <a:lnTo>
                    <a:pt x="9678706" y="3387090"/>
                  </a:lnTo>
                  <a:lnTo>
                    <a:pt x="9592479" y="3358245"/>
                  </a:lnTo>
                  <a:lnTo>
                    <a:pt x="9512766" y="3326425"/>
                  </a:lnTo>
                  <a:lnTo>
                    <a:pt x="9439542" y="3291331"/>
                  </a:lnTo>
                  <a:lnTo>
                    <a:pt x="9372439" y="3252572"/>
                  </a:lnTo>
                  <a:lnTo>
                    <a:pt x="9310875" y="3209675"/>
                  </a:lnTo>
                  <a:lnTo>
                    <a:pt x="9254146" y="3162109"/>
                  </a:lnTo>
                  <a:lnTo>
                    <a:pt x="9201494" y="3109321"/>
                  </a:lnTo>
                  <a:lnTo>
                    <a:pt x="9152164" y="3050799"/>
                  </a:lnTo>
                  <a:lnTo>
                    <a:pt x="9105443" y="2986171"/>
                  </a:lnTo>
                  <a:lnTo>
                    <a:pt x="9084767" y="2954538"/>
                  </a:lnTo>
                  <a:lnTo>
                    <a:pt x="9050045" y="2897155"/>
                  </a:lnTo>
                  <a:lnTo>
                    <a:pt x="9016147" y="2835882"/>
                  </a:lnTo>
                  <a:lnTo>
                    <a:pt x="8982866" y="2770640"/>
                  </a:lnTo>
                  <a:lnTo>
                    <a:pt x="8950033" y="2701402"/>
                  </a:lnTo>
                  <a:lnTo>
                    <a:pt x="8917508" y="2628200"/>
                  </a:lnTo>
                  <a:lnTo>
                    <a:pt x="8885180" y="2551132"/>
                  </a:lnTo>
                  <a:lnTo>
                    <a:pt x="8852963" y="2470360"/>
                  </a:lnTo>
                  <a:lnTo>
                    <a:pt x="8820792" y="2386120"/>
                  </a:lnTo>
                  <a:lnTo>
                    <a:pt x="8788621" y="2298717"/>
                  </a:lnTo>
                  <a:lnTo>
                    <a:pt x="8756422" y="2208523"/>
                  </a:lnTo>
                  <a:lnTo>
                    <a:pt x="8724180" y="2115975"/>
                  </a:lnTo>
                  <a:lnTo>
                    <a:pt x="8691894" y="2021563"/>
                  </a:lnTo>
                  <a:lnTo>
                    <a:pt x="8659570" y="1925825"/>
                  </a:lnTo>
                  <a:lnTo>
                    <a:pt x="8627223" y="1829331"/>
                  </a:lnTo>
                  <a:lnTo>
                    <a:pt x="8594870" y="1732669"/>
                  </a:lnTo>
                  <a:lnTo>
                    <a:pt x="8562531" y="1636434"/>
                  </a:lnTo>
                  <a:lnTo>
                    <a:pt x="8530223" y="1541209"/>
                  </a:lnTo>
                  <a:lnTo>
                    <a:pt x="8497955" y="1447549"/>
                  </a:lnTo>
                  <a:lnTo>
                    <a:pt x="8465733" y="1355973"/>
                  </a:lnTo>
                  <a:lnTo>
                    <a:pt x="8433549" y="1266951"/>
                  </a:lnTo>
                  <a:lnTo>
                    <a:pt x="8401383" y="1180890"/>
                  </a:lnTo>
                  <a:lnTo>
                    <a:pt x="8369198" y="1098135"/>
                  </a:lnTo>
                  <a:lnTo>
                    <a:pt x="8336942" y="1018960"/>
                  </a:lnTo>
                  <a:lnTo>
                    <a:pt x="8304540" y="943567"/>
                  </a:lnTo>
                  <a:lnTo>
                    <a:pt x="8271895" y="872093"/>
                  </a:lnTo>
                  <a:lnTo>
                    <a:pt x="8238884" y="804603"/>
                  </a:lnTo>
                  <a:lnTo>
                    <a:pt x="8205357" y="741105"/>
                  </a:lnTo>
                  <a:lnTo>
                    <a:pt x="8171126" y="681547"/>
                  </a:lnTo>
                  <a:lnTo>
                    <a:pt x="8151487" y="649753"/>
                  </a:lnTo>
                  <a:lnTo>
                    <a:pt x="8105744" y="582285"/>
                  </a:lnTo>
                  <a:lnTo>
                    <a:pt x="8057692" y="521002"/>
                  </a:lnTo>
                  <a:lnTo>
                    <a:pt x="8006652" y="465649"/>
                  </a:lnTo>
                  <a:lnTo>
                    <a:pt x="7951883" y="415762"/>
                  </a:lnTo>
                  <a:lnTo>
                    <a:pt x="7892623" y="370798"/>
                  </a:lnTo>
                  <a:lnTo>
                    <a:pt x="7828135" y="330208"/>
                  </a:lnTo>
                  <a:lnTo>
                    <a:pt x="7757772" y="293492"/>
                  </a:lnTo>
                  <a:lnTo>
                    <a:pt x="7681054" y="260217"/>
                  </a:lnTo>
                  <a:lnTo>
                    <a:pt x="7597783" y="230042"/>
                  </a:lnTo>
                  <a:lnTo>
                    <a:pt x="7508178" y="202719"/>
                  </a:lnTo>
                  <a:lnTo>
                    <a:pt x="7413036" y="178094"/>
                  </a:lnTo>
                  <a:lnTo>
                    <a:pt x="7313883" y="156107"/>
                  </a:lnTo>
                  <a:lnTo>
                    <a:pt x="7213071" y="136767"/>
                  </a:lnTo>
                  <a:lnTo>
                    <a:pt x="7113763" y="120127"/>
                  </a:lnTo>
                  <a:lnTo>
                    <a:pt x="7019731" y="106242"/>
                  </a:lnTo>
                  <a:lnTo>
                    <a:pt x="6934947" y="95121"/>
                  </a:lnTo>
                  <a:lnTo>
                    <a:pt x="6862992" y="86679"/>
                  </a:lnTo>
                  <a:lnTo>
                    <a:pt x="6806417" y="80707"/>
                  </a:lnTo>
                  <a:lnTo>
                    <a:pt x="6766208" y="76869"/>
                  </a:lnTo>
                  <a:lnTo>
                    <a:pt x="6741518" y="74731"/>
                  </a:lnTo>
                  <a:lnTo>
                    <a:pt x="6729687" y="73798"/>
                  </a:lnTo>
                  <a:lnTo>
                    <a:pt x="6726452" y="73564"/>
                  </a:lnTo>
                  <a:lnTo>
                    <a:pt x="6726343" y="73556"/>
                  </a:lnTo>
                  <a:lnTo>
                    <a:pt x="5254955" y="73556"/>
                  </a:lnTo>
                  <a:lnTo>
                    <a:pt x="5253717" y="73555"/>
                  </a:lnTo>
                  <a:lnTo>
                    <a:pt x="5245596" y="73541"/>
                  </a:lnTo>
                  <a:lnTo>
                    <a:pt x="5225176" y="73505"/>
                  </a:lnTo>
                  <a:lnTo>
                    <a:pt x="5188799" y="73434"/>
                  </a:lnTo>
                  <a:lnTo>
                    <a:pt x="5134846" y="73316"/>
                  </a:lnTo>
                  <a:lnTo>
                    <a:pt x="5063854" y="73143"/>
                  </a:lnTo>
                  <a:lnTo>
                    <a:pt x="4978288" y="72910"/>
                  </a:lnTo>
                  <a:lnTo>
                    <a:pt x="4881975" y="72613"/>
                  </a:lnTo>
                  <a:lnTo>
                    <a:pt x="4779331" y="72254"/>
                  </a:lnTo>
                  <a:lnTo>
                    <a:pt x="4674638" y="71832"/>
                  </a:lnTo>
                  <a:lnTo>
                    <a:pt x="4571511" y="71349"/>
                  </a:lnTo>
                  <a:lnTo>
                    <a:pt x="4472635" y="70805"/>
                  </a:lnTo>
                  <a:lnTo>
                    <a:pt x="4379731" y="70200"/>
                  </a:lnTo>
                  <a:lnTo>
                    <a:pt x="4293678" y="69529"/>
                  </a:lnTo>
                  <a:lnTo>
                    <a:pt x="4214687" y="68787"/>
                  </a:lnTo>
                  <a:lnTo>
                    <a:pt x="4142500" y="67964"/>
                  </a:lnTo>
                  <a:lnTo>
                    <a:pt x="4076547" y="67050"/>
                  </a:lnTo>
                  <a:lnTo>
                    <a:pt x="4016080" y="66034"/>
                  </a:lnTo>
                  <a:lnTo>
                    <a:pt x="3960263" y="64902"/>
                  </a:lnTo>
                  <a:lnTo>
                    <a:pt x="3908244" y="63641"/>
                  </a:lnTo>
                  <a:lnTo>
                    <a:pt x="3859209" y="62242"/>
                  </a:lnTo>
                  <a:lnTo>
                    <a:pt x="3829811" y="61297"/>
                  </a:lnTo>
                  <a:lnTo>
                    <a:pt x="3773612" y="59263"/>
                  </a:lnTo>
                  <a:lnTo>
                    <a:pt x="3719261" y="57006"/>
                  </a:lnTo>
                  <a:lnTo>
                    <a:pt x="3666006" y="54524"/>
                  </a:lnTo>
                  <a:lnTo>
                    <a:pt x="3613313" y="51822"/>
                  </a:lnTo>
                  <a:lnTo>
                    <a:pt x="3560826" y="48918"/>
                  </a:lnTo>
                  <a:lnTo>
                    <a:pt x="3508330" y="45838"/>
                  </a:lnTo>
                  <a:lnTo>
                    <a:pt x="3455731" y="42620"/>
                  </a:lnTo>
                  <a:lnTo>
                    <a:pt x="3403022" y="39309"/>
                  </a:lnTo>
                  <a:lnTo>
                    <a:pt x="3350254" y="35957"/>
                  </a:lnTo>
                  <a:lnTo>
                    <a:pt x="3297506" y="32618"/>
                  </a:lnTo>
                  <a:lnTo>
                    <a:pt x="3244847" y="29346"/>
                  </a:lnTo>
                  <a:lnTo>
                    <a:pt x="3192305" y="26191"/>
                  </a:lnTo>
                  <a:lnTo>
                    <a:pt x="3139832" y="23193"/>
                  </a:lnTo>
                  <a:lnTo>
                    <a:pt x="3087278" y="20385"/>
                  </a:lnTo>
                  <a:lnTo>
                    <a:pt x="3034365" y="17789"/>
                  </a:lnTo>
                  <a:lnTo>
                    <a:pt x="2980652" y="15417"/>
                  </a:lnTo>
                  <a:lnTo>
                    <a:pt x="2925506" y="13270"/>
                  </a:lnTo>
                  <a:lnTo>
                    <a:pt x="2896531" y="12259"/>
                  </a:lnTo>
                  <a:lnTo>
                    <a:pt x="2848983" y="10771"/>
                  </a:lnTo>
                  <a:lnTo>
                    <a:pt x="2798916" y="9424"/>
                  </a:lnTo>
                  <a:lnTo>
                    <a:pt x="2745566" y="8213"/>
                  </a:lnTo>
                  <a:lnTo>
                    <a:pt x="2688100" y="7126"/>
                  </a:lnTo>
                  <a:lnTo>
                    <a:pt x="2625664" y="6150"/>
                  </a:lnTo>
                  <a:lnTo>
                    <a:pt x="2557445" y="5272"/>
                  </a:lnTo>
                  <a:lnTo>
                    <a:pt x="2482751" y="4481"/>
                  </a:lnTo>
                  <a:lnTo>
                    <a:pt x="2401112" y="3766"/>
                  </a:lnTo>
                  <a:lnTo>
                    <a:pt x="2312424" y="3121"/>
                  </a:lnTo>
                  <a:lnTo>
                    <a:pt x="2217128" y="2539"/>
                  </a:lnTo>
                  <a:lnTo>
                    <a:pt x="2116400" y="2018"/>
                  </a:lnTo>
                  <a:lnTo>
                    <a:pt x="2012316" y="1558"/>
                  </a:lnTo>
                  <a:lnTo>
                    <a:pt x="1907925" y="1160"/>
                  </a:lnTo>
                  <a:lnTo>
                    <a:pt x="1807140" y="824"/>
                  </a:lnTo>
                  <a:lnTo>
                    <a:pt x="1714367" y="551"/>
                  </a:lnTo>
                  <a:lnTo>
                    <a:pt x="1633894" y="341"/>
                  </a:lnTo>
                  <a:lnTo>
                    <a:pt x="1569118" y="190"/>
                  </a:lnTo>
                  <a:lnTo>
                    <a:pt x="1521832" y="91"/>
                  </a:lnTo>
                  <a:lnTo>
                    <a:pt x="1491765" y="34"/>
                  </a:lnTo>
                  <a:lnTo>
                    <a:pt x="1476503" y="7"/>
                  </a:lnTo>
                  <a:lnTo>
                    <a:pt x="1471694" y="0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01" name="pg701"/>
            <p:cNvSpPr/>
            <p:nvPr/>
          </p:nvSpPr>
          <p:spPr>
            <a:xfrm>
              <a:off x="4799595" y="2756714"/>
              <a:ext cx="11981298" cy="4053807"/>
            </a:xfrm>
            <a:custGeom>
              <a:avLst/>
              <a:pathLst>
                <a:path w="11981298" h="4053807">
                  <a:moveTo>
                    <a:pt x="0" y="8172"/>
                  </a:moveTo>
                  <a:lnTo>
                    <a:pt x="1471387" y="8172"/>
                  </a:lnTo>
                  <a:lnTo>
                    <a:pt x="1472625" y="8175"/>
                  </a:lnTo>
                  <a:lnTo>
                    <a:pt x="1480746" y="8191"/>
                  </a:lnTo>
                  <a:lnTo>
                    <a:pt x="1501166" y="8235"/>
                  </a:lnTo>
                  <a:lnTo>
                    <a:pt x="1537541" y="8323"/>
                  </a:lnTo>
                  <a:lnTo>
                    <a:pt x="1591493" y="8467"/>
                  </a:lnTo>
                  <a:lnTo>
                    <a:pt x="1662484" y="8678"/>
                  </a:lnTo>
                  <a:lnTo>
                    <a:pt x="1748048" y="8963"/>
                  </a:lnTo>
                  <a:lnTo>
                    <a:pt x="1844360" y="9325"/>
                  </a:lnTo>
                  <a:lnTo>
                    <a:pt x="1947003" y="9765"/>
                  </a:lnTo>
                  <a:lnTo>
                    <a:pt x="2051694" y="10281"/>
                  </a:lnTo>
                  <a:lnTo>
                    <a:pt x="2154821" y="10871"/>
                  </a:lnTo>
                  <a:lnTo>
                    <a:pt x="2253697" y="11535"/>
                  </a:lnTo>
                  <a:lnTo>
                    <a:pt x="2346600" y="12275"/>
                  </a:lnTo>
                  <a:lnTo>
                    <a:pt x="2432654" y="13095"/>
                  </a:lnTo>
                  <a:lnTo>
                    <a:pt x="2511644" y="14002"/>
                  </a:lnTo>
                  <a:lnTo>
                    <a:pt x="2583832" y="15008"/>
                  </a:lnTo>
                  <a:lnTo>
                    <a:pt x="2649785" y="16124"/>
                  </a:lnTo>
                  <a:lnTo>
                    <a:pt x="2710253" y="17366"/>
                  </a:lnTo>
                  <a:lnTo>
                    <a:pt x="2766070" y="18750"/>
                  </a:lnTo>
                  <a:lnTo>
                    <a:pt x="2818089" y="20291"/>
                  </a:lnTo>
                  <a:lnTo>
                    <a:pt x="2867124" y="22001"/>
                  </a:lnTo>
                  <a:lnTo>
                    <a:pt x="2896531" y="23156"/>
                  </a:lnTo>
                  <a:lnTo>
                    <a:pt x="2952711" y="25641"/>
                  </a:lnTo>
                  <a:lnTo>
                    <a:pt x="3007044" y="28399"/>
                  </a:lnTo>
                  <a:lnTo>
                    <a:pt x="3060282" y="31432"/>
                  </a:lnTo>
                  <a:lnTo>
                    <a:pt x="3112958" y="34732"/>
                  </a:lnTo>
                  <a:lnTo>
                    <a:pt x="3165427" y="38281"/>
                  </a:lnTo>
                  <a:lnTo>
                    <a:pt x="3217905" y="42043"/>
                  </a:lnTo>
                  <a:lnTo>
                    <a:pt x="3270486" y="45975"/>
                  </a:lnTo>
                  <a:lnTo>
                    <a:pt x="3323177" y="50020"/>
                  </a:lnTo>
                  <a:lnTo>
                    <a:pt x="3375927" y="54115"/>
                  </a:lnTo>
                  <a:lnTo>
                    <a:pt x="3428657" y="58195"/>
                  </a:lnTo>
                  <a:lnTo>
                    <a:pt x="3481299" y="62192"/>
                  </a:lnTo>
                  <a:lnTo>
                    <a:pt x="3533824" y="66049"/>
                  </a:lnTo>
                  <a:lnTo>
                    <a:pt x="3586279" y="69712"/>
                  </a:lnTo>
                  <a:lnTo>
                    <a:pt x="3638813" y="73144"/>
                  </a:lnTo>
                  <a:lnTo>
                    <a:pt x="3691706" y="76317"/>
                  </a:lnTo>
                  <a:lnTo>
                    <a:pt x="3745395" y="79217"/>
                  </a:lnTo>
                  <a:lnTo>
                    <a:pt x="3800512" y="81842"/>
                  </a:lnTo>
                  <a:lnTo>
                    <a:pt x="3829811" y="83092"/>
                  </a:lnTo>
                  <a:lnTo>
                    <a:pt x="3877359" y="84911"/>
                  </a:lnTo>
                  <a:lnTo>
                    <a:pt x="3927425" y="86556"/>
                  </a:lnTo>
                  <a:lnTo>
                    <a:pt x="3980774" y="88036"/>
                  </a:lnTo>
                  <a:lnTo>
                    <a:pt x="4038240" y="89365"/>
                  </a:lnTo>
                  <a:lnTo>
                    <a:pt x="4100676" y="90558"/>
                  </a:lnTo>
                  <a:lnTo>
                    <a:pt x="4168893" y="91631"/>
                  </a:lnTo>
                  <a:lnTo>
                    <a:pt x="4243586" y="92598"/>
                  </a:lnTo>
                  <a:lnTo>
                    <a:pt x="4325224" y="93472"/>
                  </a:lnTo>
                  <a:lnTo>
                    <a:pt x="4413911" y="94261"/>
                  </a:lnTo>
                  <a:lnTo>
                    <a:pt x="4509205" y="94972"/>
                  </a:lnTo>
                  <a:lnTo>
                    <a:pt x="4609932" y="95608"/>
                  </a:lnTo>
                  <a:lnTo>
                    <a:pt x="4714015" y="96170"/>
                  </a:lnTo>
                  <a:lnTo>
                    <a:pt x="4818405" y="96657"/>
                  </a:lnTo>
                  <a:lnTo>
                    <a:pt x="4919190" y="97068"/>
                  </a:lnTo>
                  <a:lnTo>
                    <a:pt x="5011963" y="97401"/>
                  </a:lnTo>
                  <a:lnTo>
                    <a:pt x="5092438" y="97658"/>
                  </a:lnTo>
                  <a:lnTo>
                    <a:pt x="5157215" y="97843"/>
                  </a:lnTo>
                  <a:lnTo>
                    <a:pt x="5204504" y="97964"/>
                  </a:lnTo>
                  <a:lnTo>
                    <a:pt x="5234573" y="98034"/>
                  </a:lnTo>
                  <a:lnTo>
                    <a:pt x="5249837" y="98066"/>
                  </a:lnTo>
                  <a:lnTo>
                    <a:pt x="5254648" y="98075"/>
                  </a:lnTo>
                  <a:lnTo>
                    <a:pt x="5254955" y="98075"/>
                  </a:lnTo>
                  <a:lnTo>
                    <a:pt x="6726343" y="98075"/>
                  </a:lnTo>
                  <a:lnTo>
                    <a:pt x="6727288" y="98151"/>
                  </a:lnTo>
                  <a:lnTo>
                    <a:pt x="6733525" y="98687"/>
                  </a:lnTo>
                  <a:lnTo>
                    <a:pt x="6749332" y="100168"/>
                  </a:lnTo>
                  <a:lnTo>
                    <a:pt x="6777803" y="103087"/>
                  </a:lnTo>
                  <a:lnTo>
                    <a:pt x="6820667" y="107911"/>
                  </a:lnTo>
                  <a:lnTo>
                    <a:pt x="6878155" y="115038"/>
                  </a:lnTo>
                  <a:lnTo>
                    <a:pt x="6949053" y="124766"/>
                  </a:lnTo>
                  <a:lnTo>
                    <a:pt x="7030964" y="137271"/>
                  </a:lnTo>
                  <a:lnTo>
                    <a:pt x="7120747" y="152621"/>
                  </a:lnTo>
                  <a:lnTo>
                    <a:pt x="7215013" y="170799"/>
                  </a:lnTo>
                  <a:lnTo>
                    <a:pt x="7310563" y="191751"/>
                  </a:lnTo>
                  <a:lnTo>
                    <a:pt x="7404700" y="215423"/>
                  </a:lnTo>
                  <a:lnTo>
                    <a:pt x="7495380" y="241803"/>
                  </a:lnTo>
                  <a:lnTo>
                    <a:pt x="7581228" y="270942"/>
                  </a:lnTo>
                  <a:lnTo>
                    <a:pt x="7661475" y="302974"/>
                  </a:lnTo>
                  <a:lnTo>
                    <a:pt x="7735841" y="338118"/>
                  </a:lnTo>
                  <a:lnTo>
                    <a:pt x="7804413" y="376685"/>
                  </a:lnTo>
                  <a:lnTo>
                    <a:pt x="7867537" y="419069"/>
                  </a:lnTo>
                  <a:lnTo>
                    <a:pt x="7925719" y="465734"/>
                  </a:lnTo>
                  <a:lnTo>
                    <a:pt x="7979563" y="517199"/>
                  </a:lnTo>
                  <a:lnTo>
                    <a:pt x="8029713" y="574004"/>
                  </a:lnTo>
                  <a:lnTo>
                    <a:pt x="8076814" y="636656"/>
                  </a:lnTo>
                  <a:lnTo>
                    <a:pt x="8121480" y="705542"/>
                  </a:lnTo>
                  <a:lnTo>
                    <a:pt x="8151487" y="757364"/>
                  </a:lnTo>
                  <a:lnTo>
                    <a:pt x="8184247" y="819148"/>
                  </a:lnTo>
                  <a:lnTo>
                    <a:pt x="8216263" y="884882"/>
                  </a:lnTo>
                  <a:lnTo>
                    <a:pt x="8247712" y="954648"/>
                  </a:lnTo>
                  <a:lnTo>
                    <a:pt x="8278740" y="1028477"/>
                  </a:lnTo>
                  <a:lnTo>
                    <a:pt x="8309469" y="1106351"/>
                  </a:lnTo>
                  <a:lnTo>
                    <a:pt x="8339996" y="1188194"/>
                  </a:lnTo>
                  <a:lnTo>
                    <a:pt x="8370400" y="1273869"/>
                  </a:lnTo>
                  <a:lnTo>
                    <a:pt x="8400743" y="1363176"/>
                  </a:lnTo>
                  <a:lnTo>
                    <a:pt x="8431070" y="1455852"/>
                  </a:lnTo>
                  <a:lnTo>
                    <a:pt x="8461410" y="1551570"/>
                  </a:lnTo>
                  <a:lnTo>
                    <a:pt x="8491783" y="1649945"/>
                  </a:lnTo>
                  <a:lnTo>
                    <a:pt x="8522195" y="1750536"/>
                  </a:lnTo>
                  <a:lnTo>
                    <a:pt x="8552646" y="1852855"/>
                  </a:lnTo>
                  <a:lnTo>
                    <a:pt x="8583127" y="1956378"/>
                  </a:lnTo>
                  <a:lnTo>
                    <a:pt x="8613626" y="2060551"/>
                  </a:lnTo>
                  <a:lnTo>
                    <a:pt x="8644128" y="2164809"/>
                  </a:lnTo>
                  <a:lnTo>
                    <a:pt x="8674616" y="2268582"/>
                  </a:lnTo>
                  <a:lnTo>
                    <a:pt x="8705077" y="2371312"/>
                  </a:lnTo>
                  <a:lnTo>
                    <a:pt x="8735501" y="2472466"/>
                  </a:lnTo>
                  <a:lnTo>
                    <a:pt x="8765885" y="2571543"/>
                  </a:lnTo>
                  <a:lnTo>
                    <a:pt x="8796234" y="2668087"/>
                  </a:lnTo>
                  <a:lnTo>
                    <a:pt x="8826562" y="2761698"/>
                  </a:lnTo>
                  <a:lnTo>
                    <a:pt x="8856896" y="2852029"/>
                  </a:lnTo>
                  <a:lnTo>
                    <a:pt x="8887277" y="2938799"/>
                  </a:lnTo>
                  <a:lnTo>
                    <a:pt x="8917760" y="3021790"/>
                  </a:lnTo>
                  <a:lnTo>
                    <a:pt x="8948420" y="3100846"/>
                  </a:lnTo>
                  <a:lnTo>
                    <a:pt x="8979348" y="3175873"/>
                  </a:lnTo>
                  <a:lnTo>
                    <a:pt x="9010659" y="3246836"/>
                  </a:lnTo>
                  <a:lnTo>
                    <a:pt x="9042490" y="3313754"/>
                  </a:lnTo>
                  <a:lnTo>
                    <a:pt x="9075011" y="3376692"/>
                  </a:lnTo>
                  <a:lnTo>
                    <a:pt x="9084767" y="3394518"/>
                  </a:lnTo>
                  <a:lnTo>
                    <a:pt x="9128064" y="3467853"/>
                  </a:lnTo>
                  <a:lnTo>
                    <a:pt x="9173405" y="3534823"/>
                  </a:lnTo>
                  <a:lnTo>
                    <a:pt x="9221362" y="3595658"/>
                  </a:lnTo>
                  <a:lnTo>
                    <a:pt x="9272560" y="3650792"/>
                  </a:lnTo>
                  <a:lnTo>
                    <a:pt x="9327650" y="3700748"/>
                  </a:lnTo>
                  <a:lnTo>
                    <a:pt x="9387266" y="3746065"/>
                  </a:lnTo>
                  <a:lnTo>
                    <a:pt x="9451991" y="3787248"/>
                  </a:lnTo>
                  <a:lnTo>
                    <a:pt x="9522289" y="3824742"/>
                  </a:lnTo>
                  <a:lnTo>
                    <a:pt x="9598440" y="3858916"/>
                  </a:lnTo>
                  <a:lnTo>
                    <a:pt x="9680431" y="3890053"/>
                  </a:lnTo>
                  <a:lnTo>
                    <a:pt x="9767848" y="3918347"/>
                  </a:lnTo>
                  <a:lnTo>
                    <a:pt x="9859748" y="3943906"/>
                  </a:lnTo>
                  <a:lnTo>
                    <a:pt x="9954560" y="3966759"/>
                  </a:lnTo>
                  <a:lnTo>
                    <a:pt x="10050033" y="3986878"/>
                  </a:lnTo>
                  <a:lnTo>
                    <a:pt x="10143296" y="4004205"/>
                  </a:lnTo>
                  <a:lnTo>
                    <a:pt x="10231054" y="4018693"/>
                  </a:lnTo>
                  <a:lnTo>
                    <a:pt x="10309940" y="4030346"/>
                  </a:lnTo>
                  <a:lnTo>
                    <a:pt x="10376987" y="4039263"/>
                  </a:lnTo>
                  <a:lnTo>
                    <a:pt x="10430116" y="4045657"/>
                  </a:lnTo>
                  <a:lnTo>
                    <a:pt x="10468531" y="4049859"/>
                  </a:lnTo>
                  <a:lnTo>
                    <a:pt x="10492923" y="4052292"/>
                  </a:lnTo>
                  <a:lnTo>
                    <a:pt x="10505451" y="4053435"/>
                  </a:lnTo>
                  <a:lnTo>
                    <a:pt x="10509585" y="4053781"/>
                  </a:lnTo>
                  <a:lnTo>
                    <a:pt x="10509911" y="4053807"/>
                  </a:lnTo>
                  <a:lnTo>
                    <a:pt x="11981298" y="4053807"/>
                  </a:lnTo>
                  <a:lnTo>
                    <a:pt x="11981298" y="4045634"/>
                  </a:lnTo>
                  <a:lnTo>
                    <a:pt x="10509911" y="4045634"/>
                  </a:lnTo>
                  <a:lnTo>
                    <a:pt x="10508966" y="4045558"/>
                  </a:lnTo>
                  <a:lnTo>
                    <a:pt x="10502729" y="4045022"/>
                  </a:lnTo>
                  <a:lnTo>
                    <a:pt x="10486922" y="4043541"/>
                  </a:lnTo>
                  <a:lnTo>
                    <a:pt x="10458450" y="4040622"/>
                  </a:lnTo>
                  <a:lnTo>
                    <a:pt x="10415586" y="4035798"/>
                  </a:lnTo>
                  <a:lnTo>
                    <a:pt x="10358098" y="4028671"/>
                  </a:lnTo>
                  <a:lnTo>
                    <a:pt x="10287201" y="4018943"/>
                  </a:lnTo>
                  <a:lnTo>
                    <a:pt x="10205290" y="4006438"/>
                  </a:lnTo>
                  <a:lnTo>
                    <a:pt x="10115506" y="3991088"/>
                  </a:lnTo>
                  <a:lnTo>
                    <a:pt x="10021241" y="3972910"/>
                  </a:lnTo>
                  <a:lnTo>
                    <a:pt x="9925690" y="3951958"/>
                  </a:lnTo>
                  <a:lnTo>
                    <a:pt x="9831553" y="3928286"/>
                  </a:lnTo>
                  <a:lnTo>
                    <a:pt x="9740874" y="3901906"/>
                  </a:lnTo>
                  <a:lnTo>
                    <a:pt x="9655025" y="3872767"/>
                  </a:lnTo>
                  <a:lnTo>
                    <a:pt x="9574779" y="3840736"/>
                  </a:lnTo>
                  <a:lnTo>
                    <a:pt x="9500413" y="3805591"/>
                  </a:lnTo>
                  <a:lnTo>
                    <a:pt x="9431840" y="3767024"/>
                  </a:lnTo>
                  <a:lnTo>
                    <a:pt x="9368717" y="3724640"/>
                  </a:lnTo>
                  <a:lnTo>
                    <a:pt x="9310534" y="3677976"/>
                  </a:lnTo>
                  <a:lnTo>
                    <a:pt x="9256690" y="3626510"/>
                  </a:lnTo>
                  <a:lnTo>
                    <a:pt x="9206541" y="3569705"/>
                  </a:lnTo>
                  <a:lnTo>
                    <a:pt x="9159439" y="3507053"/>
                  </a:lnTo>
                  <a:lnTo>
                    <a:pt x="9114773" y="3438167"/>
                  </a:lnTo>
                  <a:lnTo>
                    <a:pt x="9084767" y="3386345"/>
                  </a:lnTo>
                  <a:lnTo>
                    <a:pt x="9052006" y="3324561"/>
                  </a:lnTo>
                  <a:lnTo>
                    <a:pt x="9019990" y="3258827"/>
                  </a:lnTo>
                  <a:lnTo>
                    <a:pt x="8988541" y="3189061"/>
                  </a:lnTo>
                  <a:lnTo>
                    <a:pt x="8957513" y="3115232"/>
                  </a:lnTo>
                  <a:lnTo>
                    <a:pt x="8926785" y="3037358"/>
                  </a:lnTo>
                  <a:lnTo>
                    <a:pt x="8896257" y="2955515"/>
                  </a:lnTo>
                  <a:lnTo>
                    <a:pt x="8865853" y="2869840"/>
                  </a:lnTo>
                  <a:lnTo>
                    <a:pt x="8835510" y="2780533"/>
                  </a:lnTo>
                  <a:lnTo>
                    <a:pt x="8805183" y="2687857"/>
                  </a:lnTo>
                  <a:lnTo>
                    <a:pt x="8774843" y="2592139"/>
                  </a:lnTo>
                  <a:lnTo>
                    <a:pt x="8744471" y="2493764"/>
                  </a:lnTo>
                  <a:lnTo>
                    <a:pt x="8714058" y="2393173"/>
                  </a:lnTo>
                  <a:lnTo>
                    <a:pt x="8683607" y="2290854"/>
                  </a:lnTo>
                  <a:lnTo>
                    <a:pt x="8653126" y="2187331"/>
                  </a:lnTo>
                  <a:lnTo>
                    <a:pt x="8622627" y="2083158"/>
                  </a:lnTo>
                  <a:lnTo>
                    <a:pt x="8592125" y="1978900"/>
                  </a:lnTo>
                  <a:lnTo>
                    <a:pt x="8561637" y="1875127"/>
                  </a:lnTo>
                  <a:lnTo>
                    <a:pt x="8531176" y="1772397"/>
                  </a:lnTo>
                  <a:lnTo>
                    <a:pt x="8500752" y="1671243"/>
                  </a:lnTo>
                  <a:lnTo>
                    <a:pt x="8470368" y="1572167"/>
                  </a:lnTo>
                  <a:lnTo>
                    <a:pt x="8440020" y="1475622"/>
                  </a:lnTo>
                  <a:lnTo>
                    <a:pt x="8409692" y="1382011"/>
                  </a:lnTo>
                  <a:lnTo>
                    <a:pt x="8379358" y="1291680"/>
                  </a:lnTo>
                  <a:lnTo>
                    <a:pt x="8348977" y="1204910"/>
                  </a:lnTo>
                  <a:lnTo>
                    <a:pt x="8318493" y="1121919"/>
                  </a:lnTo>
                  <a:lnTo>
                    <a:pt x="8287833" y="1042864"/>
                  </a:lnTo>
                  <a:lnTo>
                    <a:pt x="8256905" y="967836"/>
                  </a:lnTo>
                  <a:lnTo>
                    <a:pt x="8225595" y="896873"/>
                  </a:lnTo>
                  <a:lnTo>
                    <a:pt x="8193763" y="829955"/>
                  </a:lnTo>
                  <a:lnTo>
                    <a:pt x="8161242" y="767017"/>
                  </a:lnTo>
                  <a:lnTo>
                    <a:pt x="8151487" y="749191"/>
                  </a:lnTo>
                  <a:lnTo>
                    <a:pt x="8108190" y="675857"/>
                  </a:lnTo>
                  <a:lnTo>
                    <a:pt x="8062848" y="608886"/>
                  </a:lnTo>
                  <a:lnTo>
                    <a:pt x="8014892" y="548051"/>
                  </a:lnTo>
                  <a:lnTo>
                    <a:pt x="7963693" y="492917"/>
                  </a:lnTo>
                  <a:lnTo>
                    <a:pt x="7908604" y="442961"/>
                  </a:lnTo>
                  <a:lnTo>
                    <a:pt x="7848987" y="397644"/>
                  </a:lnTo>
                  <a:lnTo>
                    <a:pt x="7784263" y="356462"/>
                  </a:lnTo>
                  <a:lnTo>
                    <a:pt x="7713964" y="318968"/>
                  </a:lnTo>
                  <a:lnTo>
                    <a:pt x="7637813" y="284794"/>
                  </a:lnTo>
                  <a:lnTo>
                    <a:pt x="7555822" y="253657"/>
                  </a:lnTo>
                  <a:lnTo>
                    <a:pt x="7468406" y="225362"/>
                  </a:lnTo>
                  <a:lnTo>
                    <a:pt x="7376505" y="199804"/>
                  </a:lnTo>
                  <a:lnTo>
                    <a:pt x="7281693" y="176950"/>
                  </a:lnTo>
                  <a:lnTo>
                    <a:pt x="7186220" y="156831"/>
                  </a:lnTo>
                  <a:lnTo>
                    <a:pt x="7092957" y="139504"/>
                  </a:lnTo>
                  <a:lnTo>
                    <a:pt x="7005199" y="125016"/>
                  </a:lnTo>
                  <a:lnTo>
                    <a:pt x="6926313" y="113363"/>
                  </a:lnTo>
                  <a:lnTo>
                    <a:pt x="6859266" y="104446"/>
                  </a:lnTo>
                  <a:lnTo>
                    <a:pt x="6806137" y="98052"/>
                  </a:lnTo>
                  <a:lnTo>
                    <a:pt x="6767722" y="93850"/>
                  </a:lnTo>
                  <a:lnTo>
                    <a:pt x="6743330" y="91418"/>
                  </a:lnTo>
                  <a:lnTo>
                    <a:pt x="6730802" y="90275"/>
                  </a:lnTo>
                  <a:lnTo>
                    <a:pt x="6726668" y="89928"/>
                  </a:lnTo>
                  <a:lnTo>
                    <a:pt x="6726343" y="89902"/>
                  </a:lnTo>
                  <a:lnTo>
                    <a:pt x="5254955" y="89902"/>
                  </a:lnTo>
                  <a:lnTo>
                    <a:pt x="5253717" y="89900"/>
                  </a:lnTo>
                  <a:lnTo>
                    <a:pt x="5245596" y="89884"/>
                  </a:lnTo>
                  <a:lnTo>
                    <a:pt x="5225176" y="89840"/>
                  </a:lnTo>
                  <a:lnTo>
                    <a:pt x="5188801" y="89752"/>
                  </a:lnTo>
                  <a:lnTo>
                    <a:pt x="5134849" y="89608"/>
                  </a:lnTo>
                  <a:lnTo>
                    <a:pt x="5063858" y="89397"/>
                  </a:lnTo>
                  <a:lnTo>
                    <a:pt x="4978294" y="89112"/>
                  </a:lnTo>
                  <a:lnTo>
                    <a:pt x="4881982" y="88750"/>
                  </a:lnTo>
                  <a:lnTo>
                    <a:pt x="4779339" y="88310"/>
                  </a:lnTo>
                  <a:lnTo>
                    <a:pt x="4674648" y="87794"/>
                  </a:lnTo>
                  <a:lnTo>
                    <a:pt x="4571521" y="87204"/>
                  </a:lnTo>
                  <a:lnTo>
                    <a:pt x="4472645" y="86540"/>
                  </a:lnTo>
                  <a:lnTo>
                    <a:pt x="4379742" y="85800"/>
                  </a:lnTo>
                  <a:lnTo>
                    <a:pt x="4293688" y="84980"/>
                  </a:lnTo>
                  <a:lnTo>
                    <a:pt x="4214698" y="84073"/>
                  </a:lnTo>
                  <a:lnTo>
                    <a:pt x="4142510" y="83067"/>
                  </a:lnTo>
                  <a:lnTo>
                    <a:pt x="4076557" y="81951"/>
                  </a:lnTo>
                  <a:lnTo>
                    <a:pt x="4016089" y="80709"/>
                  </a:lnTo>
                  <a:lnTo>
                    <a:pt x="3960272" y="79325"/>
                  </a:lnTo>
                  <a:lnTo>
                    <a:pt x="3908253" y="77784"/>
                  </a:lnTo>
                  <a:lnTo>
                    <a:pt x="3859218" y="76074"/>
                  </a:lnTo>
                  <a:lnTo>
                    <a:pt x="3829811" y="74919"/>
                  </a:lnTo>
                  <a:lnTo>
                    <a:pt x="3773631" y="72434"/>
                  </a:lnTo>
                  <a:lnTo>
                    <a:pt x="3719298" y="69676"/>
                  </a:lnTo>
                  <a:lnTo>
                    <a:pt x="3666060" y="66643"/>
                  </a:lnTo>
                  <a:lnTo>
                    <a:pt x="3613385" y="63343"/>
                  </a:lnTo>
                  <a:lnTo>
                    <a:pt x="3560915" y="59794"/>
                  </a:lnTo>
                  <a:lnTo>
                    <a:pt x="3508437" y="56032"/>
                  </a:lnTo>
                  <a:lnTo>
                    <a:pt x="3455856" y="52100"/>
                  </a:lnTo>
                  <a:lnTo>
                    <a:pt x="3403165" y="48055"/>
                  </a:lnTo>
                  <a:lnTo>
                    <a:pt x="3350415" y="43960"/>
                  </a:lnTo>
                  <a:lnTo>
                    <a:pt x="3297685" y="39880"/>
                  </a:lnTo>
                  <a:lnTo>
                    <a:pt x="3245044" y="35883"/>
                  </a:lnTo>
                  <a:lnTo>
                    <a:pt x="3192518" y="32026"/>
                  </a:lnTo>
                  <a:lnTo>
                    <a:pt x="3140063" y="28363"/>
                  </a:lnTo>
                  <a:lnTo>
                    <a:pt x="3087529" y="24931"/>
                  </a:lnTo>
                  <a:lnTo>
                    <a:pt x="3034636" y="21758"/>
                  </a:lnTo>
                  <a:lnTo>
                    <a:pt x="2980947" y="18858"/>
                  </a:lnTo>
                  <a:lnTo>
                    <a:pt x="2925830" y="16233"/>
                  </a:lnTo>
                  <a:lnTo>
                    <a:pt x="2896531" y="14983"/>
                  </a:lnTo>
                  <a:lnTo>
                    <a:pt x="2848983" y="13164"/>
                  </a:lnTo>
                  <a:lnTo>
                    <a:pt x="2798917" y="11519"/>
                  </a:lnTo>
                  <a:lnTo>
                    <a:pt x="2745568" y="10039"/>
                  </a:lnTo>
                  <a:lnTo>
                    <a:pt x="2688102" y="8710"/>
                  </a:lnTo>
                  <a:lnTo>
                    <a:pt x="2625667" y="7517"/>
                  </a:lnTo>
                  <a:lnTo>
                    <a:pt x="2557449" y="6444"/>
                  </a:lnTo>
                  <a:lnTo>
                    <a:pt x="2482756" y="5477"/>
                  </a:lnTo>
                  <a:lnTo>
                    <a:pt x="2401118" y="4603"/>
                  </a:lnTo>
                  <a:lnTo>
                    <a:pt x="2312432" y="3814"/>
                  </a:lnTo>
                  <a:lnTo>
                    <a:pt x="2217137" y="3103"/>
                  </a:lnTo>
                  <a:lnTo>
                    <a:pt x="2116410" y="2467"/>
                  </a:lnTo>
                  <a:lnTo>
                    <a:pt x="2012327" y="1905"/>
                  </a:lnTo>
                  <a:lnTo>
                    <a:pt x="1907938" y="1418"/>
                  </a:lnTo>
                  <a:lnTo>
                    <a:pt x="1807152" y="1007"/>
                  </a:lnTo>
                  <a:lnTo>
                    <a:pt x="1714379" y="674"/>
                  </a:lnTo>
                  <a:lnTo>
                    <a:pt x="1633904" y="417"/>
                  </a:lnTo>
                  <a:lnTo>
                    <a:pt x="1569127" y="232"/>
                  </a:lnTo>
                  <a:lnTo>
                    <a:pt x="1521838" y="111"/>
                  </a:lnTo>
                  <a:lnTo>
                    <a:pt x="1491769" y="41"/>
                  </a:lnTo>
                  <a:lnTo>
                    <a:pt x="1476505" y="9"/>
                  </a:lnTo>
                  <a:lnTo>
                    <a:pt x="1471694" y="0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702" name="pl702"/>
            <p:cNvSpPr/>
            <p:nvPr/>
          </p:nvSpPr>
          <p:spPr>
            <a:xfrm>
              <a:off x="4799595" y="2764887"/>
              <a:ext cx="11981298" cy="4045634"/>
            </a:xfrm>
            <a:custGeom>
              <a:avLst/>
              <a:pathLst>
                <a:path w="11981298" h="4045634">
                  <a:moveTo>
                    <a:pt x="0" y="0"/>
                  </a:moveTo>
                  <a:lnTo>
                    <a:pt x="1471387" y="0"/>
                  </a:lnTo>
                  <a:lnTo>
                    <a:pt x="1472625" y="2"/>
                  </a:lnTo>
                  <a:lnTo>
                    <a:pt x="1480746" y="18"/>
                  </a:lnTo>
                  <a:lnTo>
                    <a:pt x="1501166" y="62"/>
                  </a:lnTo>
                  <a:lnTo>
                    <a:pt x="1537541" y="150"/>
                  </a:lnTo>
                  <a:lnTo>
                    <a:pt x="1591493" y="294"/>
                  </a:lnTo>
                  <a:lnTo>
                    <a:pt x="1662484" y="505"/>
                  </a:lnTo>
                  <a:lnTo>
                    <a:pt x="1748048" y="790"/>
                  </a:lnTo>
                  <a:lnTo>
                    <a:pt x="1844360" y="1152"/>
                  </a:lnTo>
                  <a:lnTo>
                    <a:pt x="1947003" y="1592"/>
                  </a:lnTo>
                  <a:lnTo>
                    <a:pt x="2051694" y="2108"/>
                  </a:lnTo>
                  <a:lnTo>
                    <a:pt x="2154821" y="2698"/>
                  </a:lnTo>
                  <a:lnTo>
                    <a:pt x="2253697" y="3362"/>
                  </a:lnTo>
                  <a:lnTo>
                    <a:pt x="2346600" y="4102"/>
                  </a:lnTo>
                  <a:lnTo>
                    <a:pt x="2432654" y="4922"/>
                  </a:lnTo>
                  <a:lnTo>
                    <a:pt x="2511644" y="5829"/>
                  </a:lnTo>
                  <a:lnTo>
                    <a:pt x="2583832" y="6835"/>
                  </a:lnTo>
                  <a:lnTo>
                    <a:pt x="2649785" y="7951"/>
                  </a:lnTo>
                  <a:lnTo>
                    <a:pt x="2710253" y="9193"/>
                  </a:lnTo>
                  <a:lnTo>
                    <a:pt x="2766070" y="10577"/>
                  </a:lnTo>
                  <a:lnTo>
                    <a:pt x="2818089" y="12118"/>
                  </a:lnTo>
                  <a:lnTo>
                    <a:pt x="2867124" y="13828"/>
                  </a:lnTo>
                  <a:lnTo>
                    <a:pt x="2896531" y="14983"/>
                  </a:lnTo>
                  <a:lnTo>
                    <a:pt x="2952711" y="17468"/>
                  </a:lnTo>
                  <a:lnTo>
                    <a:pt x="3007044" y="20226"/>
                  </a:lnTo>
                  <a:lnTo>
                    <a:pt x="3060282" y="23259"/>
                  </a:lnTo>
                  <a:lnTo>
                    <a:pt x="3112958" y="26559"/>
                  </a:lnTo>
                  <a:lnTo>
                    <a:pt x="3165427" y="30108"/>
                  </a:lnTo>
                  <a:lnTo>
                    <a:pt x="3217905" y="33870"/>
                  </a:lnTo>
                  <a:lnTo>
                    <a:pt x="3270486" y="37802"/>
                  </a:lnTo>
                  <a:lnTo>
                    <a:pt x="3323177" y="41847"/>
                  </a:lnTo>
                  <a:lnTo>
                    <a:pt x="3375927" y="45942"/>
                  </a:lnTo>
                  <a:lnTo>
                    <a:pt x="3428657" y="50022"/>
                  </a:lnTo>
                  <a:lnTo>
                    <a:pt x="3481299" y="54019"/>
                  </a:lnTo>
                  <a:lnTo>
                    <a:pt x="3533824" y="57876"/>
                  </a:lnTo>
                  <a:lnTo>
                    <a:pt x="3586279" y="61539"/>
                  </a:lnTo>
                  <a:lnTo>
                    <a:pt x="3638813" y="64971"/>
                  </a:lnTo>
                  <a:lnTo>
                    <a:pt x="3691706" y="68144"/>
                  </a:lnTo>
                  <a:lnTo>
                    <a:pt x="3745395" y="71044"/>
                  </a:lnTo>
                  <a:lnTo>
                    <a:pt x="3800512" y="73669"/>
                  </a:lnTo>
                  <a:lnTo>
                    <a:pt x="3829811" y="74919"/>
                  </a:lnTo>
                  <a:lnTo>
                    <a:pt x="3877359" y="76738"/>
                  </a:lnTo>
                  <a:lnTo>
                    <a:pt x="3927425" y="78383"/>
                  </a:lnTo>
                  <a:lnTo>
                    <a:pt x="3980774" y="79863"/>
                  </a:lnTo>
                  <a:lnTo>
                    <a:pt x="4038240" y="81192"/>
                  </a:lnTo>
                  <a:lnTo>
                    <a:pt x="4100676" y="82385"/>
                  </a:lnTo>
                  <a:lnTo>
                    <a:pt x="4168893" y="83458"/>
                  </a:lnTo>
                  <a:lnTo>
                    <a:pt x="4243586" y="84425"/>
                  </a:lnTo>
                  <a:lnTo>
                    <a:pt x="4325224" y="85299"/>
                  </a:lnTo>
                  <a:lnTo>
                    <a:pt x="4413911" y="86088"/>
                  </a:lnTo>
                  <a:lnTo>
                    <a:pt x="4509205" y="86799"/>
                  </a:lnTo>
                  <a:lnTo>
                    <a:pt x="4609932" y="87435"/>
                  </a:lnTo>
                  <a:lnTo>
                    <a:pt x="4714015" y="87997"/>
                  </a:lnTo>
                  <a:lnTo>
                    <a:pt x="4818405" y="88484"/>
                  </a:lnTo>
                  <a:lnTo>
                    <a:pt x="4919190" y="88895"/>
                  </a:lnTo>
                  <a:lnTo>
                    <a:pt x="5011963" y="89228"/>
                  </a:lnTo>
                  <a:lnTo>
                    <a:pt x="5092438" y="89485"/>
                  </a:lnTo>
                  <a:lnTo>
                    <a:pt x="5157215" y="89670"/>
                  </a:lnTo>
                  <a:lnTo>
                    <a:pt x="5204504" y="89791"/>
                  </a:lnTo>
                  <a:lnTo>
                    <a:pt x="5234573" y="89861"/>
                  </a:lnTo>
                  <a:lnTo>
                    <a:pt x="5249837" y="89893"/>
                  </a:lnTo>
                  <a:lnTo>
                    <a:pt x="5254648" y="89902"/>
                  </a:lnTo>
                  <a:lnTo>
                    <a:pt x="5254955" y="89902"/>
                  </a:lnTo>
                  <a:lnTo>
                    <a:pt x="6726343" y="89902"/>
                  </a:lnTo>
                  <a:lnTo>
                    <a:pt x="6727288" y="89978"/>
                  </a:lnTo>
                  <a:lnTo>
                    <a:pt x="6733525" y="90514"/>
                  </a:lnTo>
                  <a:lnTo>
                    <a:pt x="6749332" y="91995"/>
                  </a:lnTo>
                  <a:lnTo>
                    <a:pt x="6777803" y="94914"/>
                  </a:lnTo>
                  <a:lnTo>
                    <a:pt x="6820667" y="99738"/>
                  </a:lnTo>
                  <a:lnTo>
                    <a:pt x="6878155" y="106865"/>
                  </a:lnTo>
                  <a:lnTo>
                    <a:pt x="6949053" y="116593"/>
                  </a:lnTo>
                  <a:lnTo>
                    <a:pt x="7030964" y="129098"/>
                  </a:lnTo>
                  <a:lnTo>
                    <a:pt x="7120747" y="144448"/>
                  </a:lnTo>
                  <a:lnTo>
                    <a:pt x="7215013" y="162626"/>
                  </a:lnTo>
                  <a:lnTo>
                    <a:pt x="7310563" y="183578"/>
                  </a:lnTo>
                  <a:lnTo>
                    <a:pt x="7404700" y="207250"/>
                  </a:lnTo>
                  <a:lnTo>
                    <a:pt x="7495380" y="233630"/>
                  </a:lnTo>
                  <a:lnTo>
                    <a:pt x="7581228" y="262769"/>
                  </a:lnTo>
                  <a:lnTo>
                    <a:pt x="7661475" y="294801"/>
                  </a:lnTo>
                  <a:lnTo>
                    <a:pt x="7735841" y="329945"/>
                  </a:lnTo>
                  <a:lnTo>
                    <a:pt x="7804413" y="368512"/>
                  </a:lnTo>
                  <a:lnTo>
                    <a:pt x="7867537" y="410896"/>
                  </a:lnTo>
                  <a:lnTo>
                    <a:pt x="7925719" y="457561"/>
                  </a:lnTo>
                  <a:lnTo>
                    <a:pt x="7979563" y="509026"/>
                  </a:lnTo>
                  <a:lnTo>
                    <a:pt x="8029713" y="565831"/>
                  </a:lnTo>
                  <a:lnTo>
                    <a:pt x="8076814" y="628483"/>
                  </a:lnTo>
                  <a:lnTo>
                    <a:pt x="8121480" y="697369"/>
                  </a:lnTo>
                  <a:lnTo>
                    <a:pt x="8151487" y="749191"/>
                  </a:lnTo>
                  <a:lnTo>
                    <a:pt x="8184247" y="810975"/>
                  </a:lnTo>
                  <a:lnTo>
                    <a:pt x="8216263" y="876709"/>
                  </a:lnTo>
                  <a:lnTo>
                    <a:pt x="8247712" y="946475"/>
                  </a:lnTo>
                  <a:lnTo>
                    <a:pt x="8278740" y="1020304"/>
                  </a:lnTo>
                  <a:lnTo>
                    <a:pt x="8309469" y="1098178"/>
                  </a:lnTo>
                  <a:lnTo>
                    <a:pt x="8339996" y="1180021"/>
                  </a:lnTo>
                  <a:lnTo>
                    <a:pt x="8370400" y="1265696"/>
                  </a:lnTo>
                  <a:lnTo>
                    <a:pt x="8400743" y="1355003"/>
                  </a:lnTo>
                  <a:lnTo>
                    <a:pt x="8431070" y="1447679"/>
                  </a:lnTo>
                  <a:lnTo>
                    <a:pt x="8461410" y="1543397"/>
                  </a:lnTo>
                  <a:lnTo>
                    <a:pt x="8491783" y="1641772"/>
                  </a:lnTo>
                  <a:lnTo>
                    <a:pt x="8522195" y="1742363"/>
                  </a:lnTo>
                  <a:lnTo>
                    <a:pt x="8552646" y="1844682"/>
                  </a:lnTo>
                  <a:lnTo>
                    <a:pt x="8583127" y="1948205"/>
                  </a:lnTo>
                  <a:lnTo>
                    <a:pt x="8613626" y="2052378"/>
                  </a:lnTo>
                  <a:lnTo>
                    <a:pt x="8644128" y="2156636"/>
                  </a:lnTo>
                  <a:lnTo>
                    <a:pt x="8674616" y="2260409"/>
                  </a:lnTo>
                  <a:lnTo>
                    <a:pt x="8705077" y="2363139"/>
                  </a:lnTo>
                  <a:lnTo>
                    <a:pt x="8735501" y="2464293"/>
                  </a:lnTo>
                  <a:lnTo>
                    <a:pt x="8765885" y="2563370"/>
                  </a:lnTo>
                  <a:lnTo>
                    <a:pt x="8796234" y="2659914"/>
                  </a:lnTo>
                  <a:lnTo>
                    <a:pt x="8826562" y="2753525"/>
                  </a:lnTo>
                  <a:lnTo>
                    <a:pt x="8856896" y="2843856"/>
                  </a:lnTo>
                  <a:lnTo>
                    <a:pt x="8887277" y="2930626"/>
                  </a:lnTo>
                  <a:lnTo>
                    <a:pt x="8917760" y="3013617"/>
                  </a:lnTo>
                  <a:lnTo>
                    <a:pt x="8948420" y="3092673"/>
                  </a:lnTo>
                  <a:lnTo>
                    <a:pt x="8979348" y="3167700"/>
                  </a:lnTo>
                  <a:lnTo>
                    <a:pt x="9010659" y="3238663"/>
                  </a:lnTo>
                  <a:lnTo>
                    <a:pt x="9042490" y="3305581"/>
                  </a:lnTo>
                  <a:lnTo>
                    <a:pt x="9075011" y="3368519"/>
                  </a:lnTo>
                  <a:lnTo>
                    <a:pt x="9084767" y="3386345"/>
                  </a:lnTo>
                  <a:lnTo>
                    <a:pt x="9128064" y="3459680"/>
                  </a:lnTo>
                  <a:lnTo>
                    <a:pt x="9173405" y="3526650"/>
                  </a:lnTo>
                  <a:lnTo>
                    <a:pt x="9221362" y="3587485"/>
                  </a:lnTo>
                  <a:lnTo>
                    <a:pt x="9272560" y="3642619"/>
                  </a:lnTo>
                  <a:lnTo>
                    <a:pt x="9327650" y="3692575"/>
                  </a:lnTo>
                  <a:lnTo>
                    <a:pt x="9387266" y="3737892"/>
                  </a:lnTo>
                  <a:lnTo>
                    <a:pt x="9451991" y="3779075"/>
                  </a:lnTo>
                  <a:lnTo>
                    <a:pt x="9522289" y="3816569"/>
                  </a:lnTo>
                  <a:lnTo>
                    <a:pt x="9598440" y="3850743"/>
                  </a:lnTo>
                  <a:lnTo>
                    <a:pt x="9680431" y="3881880"/>
                  </a:lnTo>
                  <a:lnTo>
                    <a:pt x="9767848" y="3910174"/>
                  </a:lnTo>
                  <a:lnTo>
                    <a:pt x="9859748" y="3935733"/>
                  </a:lnTo>
                  <a:lnTo>
                    <a:pt x="9954560" y="3958586"/>
                  </a:lnTo>
                  <a:lnTo>
                    <a:pt x="10050033" y="3978705"/>
                  </a:lnTo>
                  <a:lnTo>
                    <a:pt x="10143296" y="3996032"/>
                  </a:lnTo>
                  <a:lnTo>
                    <a:pt x="10231054" y="4010520"/>
                  </a:lnTo>
                  <a:lnTo>
                    <a:pt x="10309940" y="4022173"/>
                  </a:lnTo>
                  <a:lnTo>
                    <a:pt x="10376987" y="4031090"/>
                  </a:lnTo>
                  <a:lnTo>
                    <a:pt x="10430116" y="4037484"/>
                  </a:lnTo>
                  <a:lnTo>
                    <a:pt x="10468531" y="4041686"/>
                  </a:lnTo>
                  <a:lnTo>
                    <a:pt x="10492923" y="4044119"/>
                  </a:lnTo>
                  <a:lnTo>
                    <a:pt x="10505451" y="4045262"/>
                  </a:lnTo>
                  <a:lnTo>
                    <a:pt x="10509585" y="4045608"/>
                  </a:lnTo>
                  <a:lnTo>
                    <a:pt x="10509911" y="4045634"/>
                  </a:lnTo>
                  <a:lnTo>
                    <a:pt x="11981298" y="404563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03" name="pl703"/>
            <p:cNvSpPr/>
            <p:nvPr/>
          </p:nvSpPr>
          <p:spPr>
            <a:xfrm>
              <a:off x="4799595" y="2756714"/>
              <a:ext cx="11981298" cy="4045634"/>
            </a:xfrm>
            <a:custGeom>
              <a:avLst/>
              <a:pathLst>
                <a:path w="11981298" h="4045634">
                  <a:moveTo>
                    <a:pt x="11981298" y="4045634"/>
                  </a:moveTo>
                  <a:lnTo>
                    <a:pt x="10509911" y="4045634"/>
                  </a:lnTo>
                  <a:lnTo>
                    <a:pt x="10508966" y="4045558"/>
                  </a:lnTo>
                  <a:lnTo>
                    <a:pt x="10502729" y="4045022"/>
                  </a:lnTo>
                  <a:lnTo>
                    <a:pt x="10486922" y="4043541"/>
                  </a:lnTo>
                  <a:lnTo>
                    <a:pt x="10458450" y="4040622"/>
                  </a:lnTo>
                  <a:lnTo>
                    <a:pt x="10415586" y="4035798"/>
                  </a:lnTo>
                  <a:lnTo>
                    <a:pt x="10358098" y="4028671"/>
                  </a:lnTo>
                  <a:lnTo>
                    <a:pt x="10287201" y="4018943"/>
                  </a:lnTo>
                  <a:lnTo>
                    <a:pt x="10205290" y="4006438"/>
                  </a:lnTo>
                  <a:lnTo>
                    <a:pt x="10115506" y="3991088"/>
                  </a:lnTo>
                  <a:lnTo>
                    <a:pt x="10021241" y="3972910"/>
                  </a:lnTo>
                  <a:lnTo>
                    <a:pt x="9925690" y="3951958"/>
                  </a:lnTo>
                  <a:lnTo>
                    <a:pt x="9831553" y="3928286"/>
                  </a:lnTo>
                  <a:lnTo>
                    <a:pt x="9740874" y="3901906"/>
                  </a:lnTo>
                  <a:lnTo>
                    <a:pt x="9655025" y="3872767"/>
                  </a:lnTo>
                  <a:lnTo>
                    <a:pt x="9574779" y="3840736"/>
                  </a:lnTo>
                  <a:lnTo>
                    <a:pt x="9500413" y="3805591"/>
                  </a:lnTo>
                  <a:lnTo>
                    <a:pt x="9431840" y="3767024"/>
                  </a:lnTo>
                  <a:lnTo>
                    <a:pt x="9368717" y="3724640"/>
                  </a:lnTo>
                  <a:lnTo>
                    <a:pt x="9310534" y="3677976"/>
                  </a:lnTo>
                  <a:lnTo>
                    <a:pt x="9256690" y="3626510"/>
                  </a:lnTo>
                  <a:lnTo>
                    <a:pt x="9206541" y="3569705"/>
                  </a:lnTo>
                  <a:lnTo>
                    <a:pt x="9159439" y="3507053"/>
                  </a:lnTo>
                  <a:lnTo>
                    <a:pt x="9114773" y="3438167"/>
                  </a:lnTo>
                  <a:lnTo>
                    <a:pt x="9084767" y="3386345"/>
                  </a:lnTo>
                  <a:lnTo>
                    <a:pt x="9052006" y="3324561"/>
                  </a:lnTo>
                  <a:lnTo>
                    <a:pt x="9019990" y="3258827"/>
                  </a:lnTo>
                  <a:lnTo>
                    <a:pt x="8988541" y="3189061"/>
                  </a:lnTo>
                  <a:lnTo>
                    <a:pt x="8957513" y="3115232"/>
                  </a:lnTo>
                  <a:lnTo>
                    <a:pt x="8926785" y="3037358"/>
                  </a:lnTo>
                  <a:lnTo>
                    <a:pt x="8896257" y="2955515"/>
                  </a:lnTo>
                  <a:lnTo>
                    <a:pt x="8865853" y="2869840"/>
                  </a:lnTo>
                  <a:lnTo>
                    <a:pt x="8835510" y="2780533"/>
                  </a:lnTo>
                  <a:lnTo>
                    <a:pt x="8805183" y="2687857"/>
                  </a:lnTo>
                  <a:lnTo>
                    <a:pt x="8774843" y="2592139"/>
                  </a:lnTo>
                  <a:lnTo>
                    <a:pt x="8744471" y="2493764"/>
                  </a:lnTo>
                  <a:lnTo>
                    <a:pt x="8714058" y="2393173"/>
                  </a:lnTo>
                  <a:lnTo>
                    <a:pt x="8683607" y="2290854"/>
                  </a:lnTo>
                  <a:lnTo>
                    <a:pt x="8653126" y="2187331"/>
                  </a:lnTo>
                  <a:lnTo>
                    <a:pt x="8622627" y="2083158"/>
                  </a:lnTo>
                  <a:lnTo>
                    <a:pt x="8592125" y="1978900"/>
                  </a:lnTo>
                  <a:lnTo>
                    <a:pt x="8561637" y="1875127"/>
                  </a:lnTo>
                  <a:lnTo>
                    <a:pt x="8531176" y="1772397"/>
                  </a:lnTo>
                  <a:lnTo>
                    <a:pt x="8500752" y="1671243"/>
                  </a:lnTo>
                  <a:lnTo>
                    <a:pt x="8470368" y="1572167"/>
                  </a:lnTo>
                  <a:lnTo>
                    <a:pt x="8440020" y="1475622"/>
                  </a:lnTo>
                  <a:lnTo>
                    <a:pt x="8409692" y="1382011"/>
                  </a:lnTo>
                  <a:lnTo>
                    <a:pt x="8379358" y="1291680"/>
                  </a:lnTo>
                  <a:lnTo>
                    <a:pt x="8348977" y="1204910"/>
                  </a:lnTo>
                  <a:lnTo>
                    <a:pt x="8318493" y="1121919"/>
                  </a:lnTo>
                  <a:lnTo>
                    <a:pt x="8287833" y="1042864"/>
                  </a:lnTo>
                  <a:lnTo>
                    <a:pt x="8256905" y="967836"/>
                  </a:lnTo>
                  <a:lnTo>
                    <a:pt x="8225595" y="896873"/>
                  </a:lnTo>
                  <a:lnTo>
                    <a:pt x="8193763" y="829955"/>
                  </a:lnTo>
                  <a:lnTo>
                    <a:pt x="8161242" y="767017"/>
                  </a:lnTo>
                  <a:lnTo>
                    <a:pt x="8151487" y="749191"/>
                  </a:lnTo>
                  <a:lnTo>
                    <a:pt x="8108190" y="675857"/>
                  </a:lnTo>
                  <a:lnTo>
                    <a:pt x="8062848" y="608886"/>
                  </a:lnTo>
                  <a:lnTo>
                    <a:pt x="8014892" y="548051"/>
                  </a:lnTo>
                  <a:lnTo>
                    <a:pt x="7963693" y="492917"/>
                  </a:lnTo>
                  <a:lnTo>
                    <a:pt x="7908604" y="442961"/>
                  </a:lnTo>
                  <a:lnTo>
                    <a:pt x="7848987" y="397644"/>
                  </a:lnTo>
                  <a:lnTo>
                    <a:pt x="7784263" y="356462"/>
                  </a:lnTo>
                  <a:lnTo>
                    <a:pt x="7713964" y="318968"/>
                  </a:lnTo>
                  <a:lnTo>
                    <a:pt x="7637813" y="284794"/>
                  </a:lnTo>
                  <a:lnTo>
                    <a:pt x="7555822" y="253657"/>
                  </a:lnTo>
                  <a:lnTo>
                    <a:pt x="7468406" y="225362"/>
                  </a:lnTo>
                  <a:lnTo>
                    <a:pt x="7376505" y="199804"/>
                  </a:lnTo>
                  <a:lnTo>
                    <a:pt x="7281693" y="176950"/>
                  </a:lnTo>
                  <a:lnTo>
                    <a:pt x="7186220" y="156831"/>
                  </a:lnTo>
                  <a:lnTo>
                    <a:pt x="7092957" y="139504"/>
                  </a:lnTo>
                  <a:lnTo>
                    <a:pt x="7005199" y="125016"/>
                  </a:lnTo>
                  <a:lnTo>
                    <a:pt x="6926313" y="113363"/>
                  </a:lnTo>
                  <a:lnTo>
                    <a:pt x="6859266" y="104446"/>
                  </a:lnTo>
                  <a:lnTo>
                    <a:pt x="6806137" y="98052"/>
                  </a:lnTo>
                  <a:lnTo>
                    <a:pt x="6767722" y="93850"/>
                  </a:lnTo>
                  <a:lnTo>
                    <a:pt x="6743330" y="91418"/>
                  </a:lnTo>
                  <a:lnTo>
                    <a:pt x="6730802" y="90275"/>
                  </a:lnTo>
                  <a:lnTo>
                    <a:pt x="6726668" y="89928"/>
                  </a:lnTo>
                  <a:lnTo>
                    <a:pt x="6726343" y="89902"/>
                  </a:lnTo>
                  <a:lnTo>
                    <a:pt x="5254955" y="89902"/>
                  </a:lnTo>
                  <a:lnTo>
                    <a:pt x="5253717" y="89900"/>
                  </a:lnTo>
                  <a:lnTo>
                    <a:pt x="5245596" y="89884"/>
                  </a:lnTo>
                  <a:lnTo>
                    <a:pt x="5225176" y="89840"/>
                  </a:lnTo>
                  <a:lnTo>
                    <a:pt x="5188801" y="89752"/>
                  </a:lnTo>
                  <a:lnTo>
                    <a:pt x="5134849" y="89608"/>
                  </a:lnTo>
                  <a:lnTo>
                    <a:pt x="5063858" y="89397"/>
                  </a:lnTo>
                  <a:lnTo>
                    <a:pt x="4978294" y="89112"/>
                  </a:lnTo>
                  <a:lnTo>
                    <a:pt x="4881982" y="88750"/>
                  </a:lnTo>
                  <a:lnTo>
                    <a:pt x="4779339" y="88310"/>
                  </a:lnTo>
                  <a:lnTo>
                    <a:pt x="4674648" y="87794"/>
                  </a:lnTo>
                  <a:lnTo>
                    <a:pt x="4571521" y="87204"/>
                  </a:lnTo>
                  <a:lnTo>
                    <a:pt x="4472645" y="86540"/>
                  </a:lnTo>
                  <a:lnTo>
                    <a:pt x="4379742" y="85800"/>
                  </a:lnTo>
                  <a:lnTo>
                    <a:pt x="4293688" y="84980"/>
                  </a:lnTo>
                  <a:lnTo>
                    <a:pt x="4214698" y="84073"/>
                  </a:lnTo>
                  <a:lnTo>
                    <a:pt x="4142510" y="83067"/>
                  </a:lnTo>
                  <a:lnTo>
                    <a:pt x="4076557" y="81951"/>
                  </a:lnTo>
                  <a:lnTo>
                    <a:pt x="4016089" y="80709"/>
                  </a:lnTo>
                  <a:lnTo>
                    <a:pt x="3960272" y="79325"/>
                  </a:lnTo>
                  <a:lnTo>
                    <a:pt x="3908253" y="77784"/>
                  </a:lnTo>
                  <a:lnTo>
                    <a:pt x="3859218" y="76074"/>
                  </a:lnTo>
                  <a:lnTo>
                    <a:pt x="3829811" y="74919"/>
                  </a:lnTo>
                  <a:lnTo>
                    <a:pt x="3773631" y="72434"/>
                  </a:lnTo>
                  <a:lnTo>
                    <a:pt x="3719298" y="69676"/>
                  </a:lnTo>
                  <a:lnTo>
                    <a:pt x="3666060" y="66643"/>
                  </a:lnTo>
                  <a:lnTo>
                    <a:pt x="3613385" y="63343"/>
                  </a:lnTo>
                  <a:lnTo>
                    <a:pt x="3560915" y="59794"/>
                  </a:lnTo>
                  <a:lnTo>
                    <a:pt x="3508437" y="56032"/>
                  </a:lnTo>
                  <a:lnTo>
                    <a:pt x="3455856" y="52100"/>
                  </a:lnTo>
                  <a:lnTo>
                    <a:pt x="3403165" y="48055"/>
                  </a:lnTo>
                  <a:lnTo>
                    <a:pt x="3350415" y="43960"/>
                  </a:lnTo>
                  <a:lnTo>
                    <a:pt x="3297685" y="39880"/>
                  </a:lnTo>
                  <a:lnTo>
                    <a:pt x="3245044" y="35883"/>
                  </a:lnTo>
                  <a:lnTo>
                    <a:pt x="3192518" y="32026"/>
                  </a:lnTo>
                  <a:lnTo>
                    <a:pt x="3140063" y="28363"/>
                  </a:lnTo>
                  <a:lnTo>
                    <a:pt x="3087529" y="24931"/>
                  </a:lnTo>
                  <a:lnTo>
                    <a:pt x="3034636" y="21758"/>
                  </a:lnTo>
                  <a:lnTo>
                    <a:pt x="2980947" y="18858"/>
                  </a:lnTo>
                  <a:lnTo>
                    <a:pt x="2925830" y="16233"/>
                  </a:lnTo>
                  <a:lnTo>
                    <a:pt x="2896531" y="14983"/>
                  </a:lnTo>
                  <a:lnTo>
                    <a:pt x="2848983" y="13164"/>
                  </a:lnTo>
                  <a:lnTo>
                    <a:pt x="2798917" y="11519"/>
                  </a:lnTo>
                  <a:lnTo>
                    <a:pt x="2745568" y="10039"/>
                  </a:lnTo>
                  <a:lnTo>
                    <a:pt x="2688102" y="8710"/>
                  </a:lnTo>
                  <a:lnTo>
                    <a:pt x="2625667" y="7517"/>
                  </a:lnTo>
                  <a:lnTo>
                    <a:pt x="2557449" y="6444"/>
                  </a:lnTo>
                  <a:lnTo>
                    <a:pt x="2482756" y="5477"/>
                  </a:lnTo>
                  <a:lnTo>
                    <a:pt x="2401118" y="4603"/>
                  </a:lnTo>
                  <a:lnTo>
                    <a:pt x="2312432" y="3814"/>
                  </a:lnTo>
                  <a:lnTo>
                    <a:pt x="2217137" y="3103"/>
                  </a:lnTo>
                  <a:lnTo>
                    <a:pt x="2116410" y="2467"/>
                  </a:lnTo>
                  <a:lnTo>
                    <a:pt x="2012327" y="1905"/>
                  </a:lnTo>
                  <a:lnTo>
                    <a:pt x="1907938" y="1418"/>
                  </a:lnTo>
                  <a:lnTo>
                    <a:pt x="1807152" y="1007"/>
                  </a:lnTo>
                  <a:lnTo>
                    <a:pt x="1714379" y="674"/>
                  </a:lnTo>
                  <a:lnTo>
                    <a:pt x="1633904" y="417"/>
                  </a:lnTo>
                  <a:lnTo>
                    <a:pt x="1569127" y="232"/>
                  </a:lnTo>
                  <a:lnTo>
                    <a:pt x="1521838" y="111"/>
                  </a:lnTo>
                  <a:lnTo>
                    <a:pt x="1491769" y="41"/>
                  </a:lnTo>
                  <a:lnTo>
                    <a:pt x="1476505" y="9"/>
                  </a:lnTo>
                  <a:lnTo>
                    <a:pt x="1471694" y="0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04" name="pg704"/>
            <p:cNvSpPr/>
            <p:nvPr/>
          </p:nvSpPr>
          <p:spPr>
            <a:xfrm>
              <a:off x="4799595" y="2764887"/>
              <a:ext cx="11981298" cy="4560533"/>
            </a:xfrm>
            <a:custGeom>
              <a:avLst/>
              <a:pathLst>
                <a:path w="11981298" h="4560533">
                  <a:moveTo>
                    <a:pt x="0" y="49037"/>
                  </a:moveTo>
                  <a:lnTo>
                    <a:pt x="1471387" y="49037"/>
                  </a:lnTo>
                  <a:lnTo>
                    <a:pt x="1472625" y="49040"/>
                  </a:lnTo>
                  <a:lnTo>
                    <a:pt x="1480746" y="49059"/>
                  </a:lnTo>
                  <a:lnTo>
                    <a:pt x="1501165" y="49112"/>
                  </a:lnTo>
                  <a:lnTo>
                    <a:pt x="1537539" y="49215"/>
                  </a:lnTo>
                  <a:lnTo>
                    <a:pt x="1591489" y="49385"/>
                  </a:lnTo>
                  <a:lnTo>
                    <a:pt x="1662479" y="49635"/>
                  </a:lnTo>
                  <a:lnTo>
                    <a:pt x="1748041" y="49971"/>
                  </a:lnTo>
                  <a:lnTo>
                    <a:pt x="1844351" y="50400"/>
                  </a:lnTo>
                  <a:lnTo>
                    <a:pt x="1946992" y="50919"/>
                  </a:lnTo>
                  <a:lnTo>
                    <a:pt x="2051683" y="51529"/>
                  </a:lnTo>
                  <a:lnTo>
                    <a:pt x="2154809" y="52226"/>
                  </a:lnTo>
                  <a:lnTo>
                    <a:pt x="2253684" y="53011"/>
                  </a:lnTo>
                  <a:lnTo>
                    <a:pt x="2346587" y="53885"/>
                  </a:lnTo>
                  <a:lnTo>
                    <a:pt x="2432641" y="54854"/>
                  </a:lnTo>
                  <a:lnTo>
                    <a:pt x="2511632" y="55927"/>
                  </a:lnTo>
                  <a:lnTo>
                    <a:pt x="2583820" y="57115"/>
                  </a:lnTo>
                  <a:lnTo>
                    <a:pt x="2649774" y="58435"/>
                  </a:lnTo>
                  <a:lnTo>
                    <a:pt x="2710241" y="59902"/>
                  </a:lnTo>
                  <a:lnTo>
                    <a:pt x="2766059" y="61538"/>
                  </a:lnTo>
                  <a:lnTo>
                    <a:pt x="2818078" y="63359"/>
                  </a:lnTo>
                  <a:lnTo>
                    <a:pt x="2867113" y="65380"/>
                  </a:lnTo>
                  <a:lnTo>
                    <a:pt x="2896531" y="66746"/>
                  </a:lnTo>
                  <a:lnTo>
                    <a:pt x="2952689" y="69681"/>
                  </a:lnTo>
                  <a:lnTo>
                    <a:pt x="3007001" y="72939"/>
                  </a:lnTo>
                  <a:lnTo>
                    <a:pt x="3060218" y="76521"/>
                  </a:lnTo>
                  <a:lnTo>
                    <a:pt x="3112872" y="80420"/>
                  </a:lnTo>
                  <a:lnTo>
                    <a:pt x="3165321" y="84611"/>
                  </a:lnTo>
                  <a:lnTo>
                    <a:pt x="3217777" y="89055"/>
                  </a:lnTo>
                  <a:lnTo>
                    <a:pt x="3270336" y="93699"/>
                  </a:lnTo>
                  <a:lnTo>
                    <a:pt x="3323005" y="98478"/>
                  </a:lnTo>
                  <a:lnTo>
                    <a:pt x="3375733" y="103316"/>
                  </a:lnTo>
                  <a:lnTo>
                    <a:pt x="3428443" y="108135"/>
                  </a:lnTo>
                  <a:lnTo>
                    <a:pt x="3481063" y="112858"/>
                  </a:lnTo>
                  <a:lnTo>
                    <a:pt x="3533567" y="117415"/>
                  </a:lnTo>
                  <a:lnTo>
                    <a:pt x="3586001" y="121744"/>
                  </a:lnTo>
                  <a:lnTo>
                    <a:pt x="3638513" y="125800"/>
                  </a:lnTo>
                  <a:lnTo>
                    <a:pt x="3691381" y="129550"/>
                  </a:lnTo>
                  <a:lnTo>
                    <a:pt x="3745041" y="132978"/>
                  </a:lnTo>
                  <a:lnTo>
                    <a:pt x="3800124" y="136081"/>
                  </a:lnTo>
                  <a:lnTo>
                    <a:pt x="3829811" y="137578"/>
                  </a:lnTo>
                  <a:lnTo>
                    <a:pt x="3877358" y="139728"/>
                  </a:lnTo>
                  <a:lnTo>
                    <a:pt x="3927424" y="141673"/>
                  </a:lnTo>
                  <a:lnTo>
                    <a:pt x="3980772" y="143422"/>
                  </a:lnTo>
                  <a:lnTo>
                    <a:pt x="4038237" y="144992"/>
                  </a:lnTo>
                  <a:lnTo>
                    <a:pt x="4100672" y="146402"/>
                  </a:lnTo>
                  <a:lnTo>
                    <a:pt x="4168888" y="147670"/>
                  </a:lnTo>
                  <a:lnTo>
                    <a:pt x="4243580" y="148813"/>
                  </a:lnTo>
                  <a:lnTo>
                    <a:pt x="4325217" y="149845"/>
                  </a:lnTo>
                  <a:lnTo>
                    <a:pt x="4413901" y="150778"/>
                  </a:lnTo>
                  <a:lnTo>
                    <a:pt x="4509194" y="151618"/>
                  </a:lnTo>
                  <a:lnTo>
                    <a:pt x="4609920" y="152370"/>
                  </a:lnTo>
                  <a:lnTo>
                    <a:pt x="4714001" y="153035"/>
                  </a:lnTo>
                  <a:lnTo>
                    <a:pt x="4818390" y="153611"/>
                  </a:lnTo>
                  <a:lnTo>
                    <a:pt x="4919175" y="154096"/>
                  </a:lnTo>
                  <a:lnTo>
                    <a:pt x="5011949" y="154490"/>
                  </a:lnTo>
                  <a:lnTo>
                    <a:pt x="5092425" y="154793"/>
                  </a:lnTo>
                  <a:lnTo>
                    <a:pt x="5157205" y="155011"/>
                  </a:lnTo>
                  <a:lnTo>
                    <a:pt x="5204497" y="155155"/>
                  </a:lnTo>
                  <a:lnTo>
                    <a:pt x="5234569" y="155237"/>
                  </a:lnTo>
                  <a:lnTo>
                    <a:pt x="5249835" y="155275"/>
                  </a:lnTo>
                  <a:lnTo>
                    <a:pt x="5254648" y="155286"/>
                  </a:lnTo>
                  <a:lnTo>
                    <a:pt x="5254955" y="155286"/>
                  </a:lnTo>
                  <a:lnTo>
                    <a:pt x="6726343" y="155286"/>
                  </a:lnTo>
                  <a:lnTo>
                    <a:pt x="6727260" y="155368"/>
                  </a:lnTo>
                  <a:lnTo>
                    <a:pt x="6733321" y="155947"/>
                  </a:lnTo>
                  <a:lnTo>
                    <a:pt x="6748693" y="157547"/>
                  </a:lnTo>
                  <a:lnTo>
                    <a:pt x="6776411" y="160702"/>
                  </a:lnTo>
                  <a:lnTo>
                    <a:pt x="6818201" y="165917"/>
                  </a:lnTo>
                  <a:lnTo>
                    <a:pt x="6874354" y="173628"/>
                  </a:lnTo>
                  <a:lnTo>
                    <a:pt x="6943761" y="184163"/>
                  </a:lnTo>
                  <a:lnTo>
                    <a:pt x="7024157" y="197720"/>
                  </a:lnTo>
                  <a:lnTo>
                    <a:pt x="7112530" y="214381"/>
                  </a:lnTo>
                  <a:lnTo>
                    <a:pt x="7205590" y="234135"/>
                  </a:lnTo>
                  <a:lnTo>
                    <a:pt x="7300201" y="256923"/>
                  </a:lnTo>
                  <a:lnTo>
                    <a:pt x="7393683" y="282686"/>
                  </a:lnTo>
                  <a:lnTo>
                    <a:pt x="7483977" y="311403"/>
                  </a:lnTo>
                  <a:lnTo>
                    <a:pt x="7569672" y="343120"/>
                  </a:lnTo>
                  <a:lnTo>
                    <a:pt x="7649948" y="377969"/>
                  </a:lnTo>
                  <a:lnTo>
                    <a:pt x="7724473" y="416174"/>
                  </a:lnTo>
                  <a:lnTo>
                    <a:pt x="7793285" y="458057"/>
                  </a:lnTo>
                  <a:lnTo>
                    <a:pt x="7856685" y="504027"/>
                  </a:lnTo>
                  <a:lnTo>
                    <a:pt x="7915144" y="554576"/>
                  </a:lnTo>
                  <a:lnTo>
                    <a:pt x="7969234" y="610257"/>
                  </a:lnTo>
                  <a:lnTo>
                    <a:pt x="8019577" y="671651"/>
                  </a:lnTo>
                  <a:lnTo>
                    <a:pt x="8066801" y="739321"/>
                  </a:lnTo>
                  <a:lnTo>
                    <a:pt x="8111511" y="813722"/>
                  </a:lnTo>
                  <a:lnTo>
                    <a:pt x="8151487" y="889494"/>
                  </a:lnTo>
                  <a:lnTo>
                    <a:pt x="8182719" y="954952"/>
                  </a:lnTo>
                  <a:lnTo>
                    <a:pt x="8213267" y="1024399"/>
                  </a:lnTo>
                  <a:lnTo>
                    <a:pt x="8243286" y="1097916"/>
                  </a:lnTo>
                  <a:lnTo>
                    <a:pt x="8272906" y="1175541"/>
                  </a:lnTo>
                  <a:lnTo>
                    <a:pt x="8302236" y="1257263"/>
                  </a:lnTo>
                  <a:lnTo>
                    <a:pt x="8331363" y="1343021"/>
                  </a:lnTo>
                  <a:lnTo>
                    <a:pt x="8360361" y="1432699"/>
                  </a:lnTo>
                  <a:lnTo>
                    <a:pt x="8389286" y="1526123"/>
                  </a:lnTo>
                  <a:lnTo>
                    <a:pt x="8418182" y="1623062"/>
                  </a:lnTo>
                  <a:lnTo>
                    <a:pt x="8447081" y="1723224"/>
                  </a:lnTo>
                  <a:lnTo>
                    <a:pt x="8476003" y="1826265"/>
                  </a:lnTo>
                  <a:lnTo>
                    <a:pt x="8504958" y="1931783"/>
                  </a:lnTo>
                  <a:lnTo>
                    <a:pt x="8533950" y="2039334"/>
                  </a:lnTo>
                  <a:lnTo>
                    <a:pt x="8562975" y="2148432"/>
                  </a:lnTo>
                  <a:lnTo>
                    <a:pt x="8592024" y="2258560"/>
                  </a:lnTo>
                  <a:lnTo>
                    <a:pt x="8621086" y="2369179"/>
                  </a:lnTo>
                  <a:lnTo>
                    <a:pt x="8650145" y="2479742"/>
                  </a:lnTo>
                  <a:lnTo>
                    <a:pt x="8679191" y="2589703"/>
                  </a:lnTo>
                  <a:lnTo>
                    <a:pt x="8708209" y="2698527"/>
                  </a:lnTo>
                  <a:lnTo>
                    <a:pt x="8737194" y="2805702"/>
                  </a:lnTo>
                  <a:lnTo>
                    <a:pt x="8766142" y="2910751"/>
                  </a:lnTo>
                  <a:lnTo>
                    <a:pt x="8795058" y="3013236"/>
                  </a:lnTo>
                  <a:lnTo>
                    <a:pt x="8823954" y="3112769"/>
                  </a:lnTo>
                  <a:lnTo>
                    <a:pt x="8852854" y="3209013"/>
                  </a:lnTo>
                  <a:lnTo>
                    <a:pt x="8881790" y="3301692"/>
                  </a:lnTo>
                  <a:lnTo>
                    <a:pt x="8910809" y="3390584"/>
                  </a:lnTo>
                  <a:lnTo>
                    <a:pt x="8939971" y="3475527"/>
                  </a:lnTo>
                  <a:lnTo>
                    <a:pt x="8969352" y="3556418"/>
                  </a:lnTo>
                  <a:lnTo>
                    <a:pt x="8999044" y="3633205"/>
                  </a:lnTo>
                  <a:lnTo>
                    <a:pt x="9029159" y="3705889"/>
                  </a:lnTo>
                  <a:lnTo>
                    <a:pt x="9059833" y="3774516"/>
                  </a:lnTo>
                  <a:lnTo>
                    <a:pt x="9084767" y="3826325"/>
                  </a:lnTo>
                  <a:lnTo>
                    <a:pt x="9127626" y="3907221"/>
                  </a:lnTo>
                  <a:lnTo>
                    <a:pt x="9172485" y="3981167"/>
                  </a:lnTo>
                  <a:lnTo>
                    <a:pt x="9219896" y="4048407"/>
                  </a:lnTo>
                  <a:lnTo>
                    <a:pt x="9270467" y="4109407"/>
                  </a:lnTo>
                  <a:lnTo>
                    <a:pt x="9324826" y="4164731"/>
                  </a:lnTo>
                  <a:lnTo>
                    <a:pt x="9383594" y="4214961"/>
                  </a:lnTo>
                  <a:lnTo>
                    <a:pt x="9447338" y="4260648"/>
                  </a:lnTo>
                  <a:lnTo>
                    <a:pt x="9516521" y="4302276"/>
                  </a:lnTo>
                  <a:lnTo>
                    <a:pt x="9591427" y="4340251"/>
                  </a:lnTo>
                  <a:lnTo>
                    <a:pt x="9672076" y="4374887"/>
                  </a:lnTo>
                  <a:lnTo>
                    <a:pt x="9758105" y="4406403"/>
                  </a:lnTo>
                  <a:lnTo>
                    <a:pt x="9848660" y="4434925"/>
                  </a:lnTo>
                  <a:lnTo>
                    <a:pt x="9942288" y="4460493"/>
                  </a:lnTo>
                  <a:lnTo>
                    <a:pt x="10036885" y="4483082"/>
                  </a:lnTo>
                  <a:lnTo>
                    <a:pt x="10129736" y="4502633"/>
                  </a:lnTo>
                  <a:lnTo>
                    <a:pt x="10217683" y="4519089"/>
                  </a:lnTo>
                  <a:lnTo>
                    <a:pt x="10297442" y="4532443"/>
                  </a:lnTo>
                  <a:lnTo>
                    <a:pt x="10366033" y="4542784"/>
                  </a:lnTo>
                  <a:lnTo>
                    <a:pt x="10421257" y="4550319"/>
                  </a:lnTo>
                  <a:lnTo>
                    <a:pt x="10462094" y="4555384"/>
                  </a:lnTo>
                  <a:lnTo>
                    <a:pt x="10488929" y="4558419"/>
                  </a:lnTo>
                  <a:lnTo>
                    <a:pt x="10503579" y="4559936"/>
                  </a:lnTo>
                  <a:lnTo>
                    <a:pt x="10509160" y="4560466"/>
                  </a:lnTo>
                  <a:lnTo>
                    <a:pt x="10509911" y="4560533"/>
                  </a:lnTo>
                  <a:lnTo>
                    <a:pt x="11981298" y="4560533"/>
                  </a:lnTo>
                  <a:lnTo>
                    <a:pt x="11981298" y="4511495"/>
                  </a:lnTo>
                  <a:lnTo>
                    <a:pt x="10509911" y="4511495"/>
                  </a:lnTo>
                  <a:lnTo>
                    <a:pt x="10508993" y="4511413"/>
                  </a:lnTo>
                  <a:lnTo>
                    <a:pt x="10502932" y="4510834"/>
                  </a:lnTo>
                  <a:lnTo>
                    <a:pt x="10487560" y="4509234"/>
                  </a:lnTo>
                  <a:lnTo>
                    <a:pt x="10459842" y="4506079"/>
                  </a:lnTo>
                  <a:lnTo>
                    <a:pt x="10418052" y="4500864"/>
                  </a:lnTo>
                  <a:lnTo>
                    <a:pt x="10361899" y="4493153"/>
                  </a:lnTo>
                  <a:lnTo>
                    <a:pt x="10292493" y="4482618"/>
                  </a:lnTo>
                  <a:lnTo>
                    <a:pt x="10212096" y="4469061"/>
                  </a:lnTo>
                  <a:lnTo>
                    <a:pt x="10123723" y="4452400"/>
                  </a:lnTo>
                  <a:lnTo>
                    <a:pt x="10030663" y="4432646"/>
                  </a:lnTo>
                  <a:lnTo>
                    <a:pt x="9936052" y="4409858"/>
                  </a:lnTo>
                  <a:lnTo>
                    <a:pt x="9842570" y="4384095"/>
                  </a:lnTo>
                  <a:lnTo>
                    <a:pt x="9752276" y="4355378"/>
                  </a:lnTo>
                  <a:lnTo>
                    <a:pt x="9666581" y="4323661"/>
                  </a:lnTo>
                  <a:lnTo>
                    <a:pt x="9586305" y="4288812"/>
                  </a:lnTo>
                  <a:lnTo>
                    <a:pt x="9511780" y="4250607"/>
                  </a:lnTo>
                  <a:lnTo>
                    <a:pt x="9442968" y="4208724"/>
                  </a:lnTo>
                  <a:lnTo>
                    <a:pt x="9379568" y="4162754"/>
                  </a:lnTo>
                  <a:lnTo>
                    <a:pt x="9321109" y="4112205"/>
                  </a:lnTo>
                  <a:lnTo>
                    <a:pt x="9267019" y="4056524"/>
                  </a:lnTo>
                  <a:lnTo>
                    <a:pt x="9216677" y="3995130"/>
                  </a:lnTo>
                  <a:lnTo>
                    <a:pt x="9169453" y="3927460"/>
                  </a:lnTo>
                  <a:lnTo>
                    <a:pt x="9124742" y="3853059"/>
                  </a:lnTo>
                  <a:lnTo>
                    <a:pt x="9084767" y="3777287"/>
                  </a:lnTo>
                  <a:lnTo>
                    <a:pt x="9053535" y="3711829"/>
                  </a:lnTo>
                  <a:lnTo>
                    <a:pt x="9022986" y="3642382"/>
                  </a:lnTo>
                  <a:lnTo>
                    <a:pt x="8992967" y="3568865"/>
                  </a:lnTo>
                  <a:lnTo>
                    <a:pt x="8963347" y="3491240"/>
                  </a:lnTo>
                  <a:lnTo>
                    <a:pt x="8934018" y="3409518"/>
                  </a:lnTo>
                  <a:lnTo>
                    <a:pt x="8904890" y="3323760"/>
                  </a:lnTo>
                  <a:lnTo>
                    <a:pt x="8875893" y="3234082"/>
                  </a:lnTo>
                  <a:lnTo>
                    <a:pt x="8846967" y="3140658"/>
                  </a:lnTo>
                  <a:lnTo>
                    <a:pt x="8818071" y="3043719"/>
                  </a:lnTo>
                  <a:lnTo>
                    <a:pt x="8789172" y="2943557"/>
                  </a:lnTo>
                  <a:lnTo>
                    <a:pt x="8760250" y="2840516"/>
                  </a:lnTo>
                  <a:lnTo>
                    <a:pt x="8731295" y="2734998"/>
                  </a:lnTo>
                  <a:lnTo>
                    <a:pt x="8702303" y="2627447"/>
                  </a:lnTo>
                  <a:lnTo>
                    <a:pt x="8673278" y="2518349"/>
                  </a:lnTo>
                  <a:lnTo>
                    <a:pt x="8644229" y="2408222"/>
                  </a:lnTo>
                  <a:lnTo>
                    <a:pt x="8615168" y="2297602"/>
                  </a:lnTo>
                  <a:lnTo>
                    <a:pt x="8586108" y="2187039"/>
                  </a:lnTo>
                  <a:lnTo>
                    <a:pt x="8557063" y="2077078"/>
                  </a:lnTo>
                  <a:lnTo>
                    <a:pt x="8528044" y="1968254"/>
                  </a:lnTo>
                  <a:lnTo>
                    <a:pt x="8499059" y="1861079"/>
                  </a:lnTo>
                  <a:lnTo>
                    <a:pt x="8470111" y="1756030"/>
                  </a:lnTo>
                  <a:lnTo>
                    <a:pt x="8441195" y="1653545"/>
                  </a:lnTo>
                  <a:lnTo>
                    <a:pt x="8412299" y="1554012"/>
                  </a:lnTo>
                  <a:lnTo>
                    <a:pt x="8383400" y="1457768"/>
                  </a:lnTo>
                  <a:lnTo>
                    <a:pt x="8354463" y="1365089"/>
                  </a:lnTo>
                  <a:lnTo>
                    <a:pt x="8325444" y="1276197"/>
                  </a:lnTo>
                  <a:lnTo>
                    <a:pt x="8296282" y="1191254"/>
                  </a:lnTo>
                  <a:lnTo>
                    <a:pt x="8266902" y="1110363"/>
                  </a:lnTo>
                  <a:lnTo>
                    <a:pt x="8237210" y="1033576"/>
                  </a:lnTo>
                  <a:lnTo>
                    <a:pt x="8207094" y="960892"/>
                  </a:lnTo>
                  <a:lnTo>
                    <a:pt x="8176420" y="892265"/>
                  </a:lnTo>
                  <a:lnTo>
                    <a:pt x="8151487" y="840456"/>
                  </a:lnTo>
                  <a:lnTo>
                    <a:pt x="8108627" y="759561"/>
                  </a:lnTo>
                  <a:lnTo>
                    <a:pt x="8063768" y="685614"/>
                  </a:lnTo>
                  <a:lnTo>
                    <a:pt x="8016357" y="618374"/>
                  </a:lnTo>
                  <a:lnTo>
                    <a:pt x="7965787" y="557374"/>
                  </a:lnTo>
                  <a:lnTo>
                    <a:pt x="7911427" y="502050"/>
                  </a:lnTo>
                  <a:lnTo>
                    <a:pt x="7852659" y="451820"/>
                  </a:lnTo>
                  <a:lnTo>
                    <a:pt x="7788915" y="406134"/>
                  </a:lnTo>
                  <a:lnTo>
                    <a:pt x="7719733" y="364505"/>
                  </a:lnTo>
                  <a:lnTo>
                    <a:pt x="7644826" y="326530"/>
                  </a:lnTo>
                  <a:lnTo>
                    <a:pt x="7564177" y="291894"/>
                  </a:lnTo>
                  <a:lnTo>
                    <a:pt x="7478148" y="260378"/>
                  </a:lnTo>
                  <a:lnTo>
                    <a:pt x="7387593" y="231856"/>
                  </a:lnTo>
                  <a:lnTo>
                    <a:pt x="7293966" y="206288"/>
                  </a:lnTo>
                  <a:lnTo>
                    <a:pt x="7199368" y="183699"/>
                  </a:lnTo>
                  <a:lnTo>
                    <a:pt x="7106517" y="164148"/>
                  </a:lnTo>
                  <a:lnTo>
                    <a:pt x="7018570" y="147692"/>
                  </a:lnTo>
                  <a:lnTo>
                    <a:pt x="6938812" y="134338"/>
                  </a:lnTo>
                  <a:lnTo>
                    <a:pt x="6870220" y="123997"/>
                  </a:lnTo>
                  <a:lnTo>
                    <a:pt x="6814996" y="116462"/>
                  </a:lnTo>
                  <a:lnTo>
                    <a:pt x="6774159" y="111397"/>
                  </a:lnTo>
                  <a:lnTo>
                    <a:pt x="6747325" y="108362"/>
                  </a:lnTo>
                  <a:lnTo>
                    <a:pt x="6732674" y="106845"/>
                  </a:lnTo>
                  <a:lnTo>
                    <a:pt x="6727093" y="106315"/>
                  </a:lnTo>
                  <a:lnTo>
                    <a:pt x="6726343" y="106248"/>
                  </a:lnTo>
                  <a:lnTo>
                    <a:pt x="5254955" y="106248"/>
                  </a:lnTo>
                  <a:lnTo>
                    <a:pt x="5253717" y="106246"/>
                  </a:lnTo>
                  <a:lnTo>
                    <a:pt x="5245596" y="106227"/>
                  </a:lnTo>
                  <a:lnTo>
                    <a:pt x="5225177" y="106174"/>
                  </a:lnTo>
                  <a:lnTo>
                    <a:pt x="5188803" y="106071"/>
                  </a:lnTo>
                  <a:lnTo>
                    <a:pt x="5134853" y="105901"/>
                  </a:lnTo>
                  <a:lnTo>
                    <a:pt x="5063863" y="105651"/>
                  </a:lnTo>
                  <a:lnTo>
                    <a:pt x="4978301" y="105315"/>
                  </a:lnTo>
                  <a:lnTo>
                    <a:pt x="4881991" y="104886"/>
                  </a:lnTo>
                  <a:lnTo>
                    <a:pt x="4779350" y="104367"/>
                  </a:lnTo>
                  <a:lnTo>
                    <a:pt x="4674659" y="103757"/>
                  </a:lnTo>
                  <a:lnTo>
                    <a:pt x="4571533" y="103060"/>
                  </a:lnTo>
                  <a:lnTo>
                    <a:pt x="4472658" y="102275"/>
                  </a:lnTo>
                  <a:lnTo>
                    <a:pt x="4379755" y="101401"/>
                  </a:lnTo>
                  <a:lnTo>
                    <a:pt x="4293701" y="100432"/>
                  </a:lnTo>
                  <a:lnTo>
                    <a:pt x="4214710" y="99359"/>
                  </a:lnTo>
                  <a:lnTo>
                    <a:pt x="4142522" y="98171"/>
                  </a:lnTo>
                  <a:lnTo>
                    <a:pt x="4076569" y="96851"/>
                  </a:lnTo>
                  <a:lnTo>
                    <a:pt x="4016101" y="95384"/>
                  </a:lnTo>
                  <a:lnTo>
                    <a:pt x="3960283" y="93748"/>
                  </a:lnTo>
                  <a:lnTo>
                    <a:pt x="3908264" y="91927"/>
                  </a:lnTo>
                  <a:lnTo>
                    <a:pt x="3859229" y="89906"/>
                  </a:lnTo>
                  <a:lnTo>
                    <a:pt x="3829811" y="88540"/>
                  </a:lnTo>
                  <a:lnTo>
                    <a:pt x="3773654" y="85605"/>
                  </a:lnTo>
                  <a:lnTo>
                    <a:pt x="3719341" y="82347"/>
                  </a:lnTo>
                  <a:lnTo>
                    <a:pt x="3666124" y="78765"/>
                  </a:lnTo>
                  <a:lnTo>
                    <a:pt x="3613470" y="74866"/>
                  </a:lnTo>
                  <a:lnTo>
                    <a:pt x="3561021" y="70675"/>
                  </a:lnTo>
                  <a:lnTo>
                    <a:pt x="3508566" y="66231"/>
                  </a:lnTo>
                  <a:lnTo>
                    <a:pt x="3456006" y="61586"/>
                  </a:lnTo>
                  <a:lnTo>
                    <a:pt x="3403337" y="56808"/>
                  </a:lnTo>
                  <a:lnTo>
                    <a:pt x="3350609" y="51970"/>
                  </a:lnTo>
                  <a:lnTo>
                    <a:pt x="3297899" y="47151"/>
                  </a:lnTo>
                  <a:lnTo>
                    <a:pt x="3245279" y="42428"/>
                  </a:lnTo>
                  <a:lnTo>
                    <a:pt x="3192775" y="37871"/>
                  </a:lnTo>
                  <a:lnTo>
                    <a:pt x="3140341" y="33542"/>
                  </a:lnTo>
                  <a:lnTo>
                    <a:pt x="3087829" y="29486"/>
                  </a:lnTo>
                  <a:lnTo>
                    <a:pt x="3034961" y="25736"/>
                  </a:lnTo>
                  <a:lnTo>
                    <a:pt x="2981301" y="22308"/>
                  </a:lnTo>
                  <a:lnTo>
                    <a:pt x="2926218" y="19205"/>
                  </a:lnTo>
                  <a:lnTo>
                    <a:pt x="2896531" y="17708"/>
                  </a:lnTo>
                  <a:lnTo>
                    <a:pt x="2848984" y="15558"/>
                  </a:lnTo>
                  <a:lnTo>
                    <a:pt x="2798918" y="13613"/>
                  </a:lnTo>
                  <a:lnTo>
                    <a:pt x="2745570" y="11864"/>
                  </a:lnTo>
                  <a:lnTo>
                    <a:pt x="2688105" y="10294"/>
                  </a:lnTo>
                  <a:lnTo>
                    <a:pt x="2625670" y="8884"/>
                  </a:lnTo>
                  <a:lnTo>
                    <a:pt x="2557454" y="7616"/>
                  </a:lnTo>
                  <a:lnTo>
                    <a:pt x="2482762" y="6473"/>
                  </a:lnTo>
                  <a:lnTo>
                    <a:pt x="2401125" y="5440"/>
                  </a:lnTo>
                  <a:lnTo>
                    <a:pt x="2312441" y="4508"/>
                  </a:lnTo>
                  <a:lnTo>
                    <a:pt x="2217148" y="3668"/>
                  </a:lnTo>
                  <a:lnTo>
                    <a:pt x="2116422" y="2916"/>
                  </a:lnTo>
                  <a:lnTo>
                    <a:pt x="2012341" y="2251"/>
                  </a:lnTo>
                  <a:lnTo>
                    <a:pt x="1907952" y="1675"/>
                  </a:lnTo>
                  <a:lnTo>
                    <a:pt x="1807167" y="1190"/>
                  </a:lnTo>
                  <a:lnTo>
                    <a:pt x="1714393" y="796"/>
                  </a:lnTo>
                  <a:lnTo>
                    <a:pt x="1633917" y="493"/>
                  </a:lnTo>
                  <a:lnTo>
                    <a:pt x="1569137" y="275"/>
                  </a:lnTo>
                  <a:lnTo>
                    <a:pt x="1521846" y="131"/>
                  </a:lnTo>
                  <a:lnTo>
                    <a:pt x="1491773" y="49"/>
                  </a:lnTo>
                  <a:lnTo>
                    <a:pt x="1476507" y="11"/>
                  </a:lnTo>
                  <a:lnTo>
                    <a:pt x="1471694" y="0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705" name="pl705"/>
            <p:cNvSpPr/>
            <p:nvPr/>
          </p:nvSpPr>
          <p:spPr>
            <a:xfrm>
              <a:off x="4799595" y="2813925"/>
              <a:ext cx="11981298" cy="4511495"/>
            </a:xfrm>
            <a:custGeom>
              <a:avLst/>
              <a:pathLst>
                <a:path w="11981298" h="4511495">
                  <a:moveTo>
                    <a:pt x="0" y="0"/>
                  </a:moveTo>
                  <a:lnTo>
                    <a:pt x="1471387" y="0"/>
                  </a:lnTo>
                  <a:lnTo>
                    <a:pt x="1472625" y="2"/>
                  </a:lnTo>
                  <a:lnTo>
                    <a:pt x="1480746" y="21"/>
                  </a:lnTo>
                  <a:lnTo>
                    <a:pt x="1501165" y="74"/>
                  </a:lnTo>
                  <a:lnTo>
                    <a:pt x="1537539" y="177"/>
                  </a:lnTo>
                  <a:lnTo>
                    <a:pt x="1591489" y="347"/>
                  </a:lnTo>
                  <a:lnTo>
                    <a:pt x="1662479" y="597"/>
                  </a:lnTo>
                  <a:lnTo>
                    <a:pt x="1748041" y="933"/>
                  </a:lnTo>
                  <a:lnTo>
                    <a:pt x="1844351" y="1362"/>
                  </a:lnTo>
                  <a:lnTo>
                    <a:pt x="1946992" y="1881"/>
                  </a:lnTo>
                  <a:lnTo>
                    <a:pt x="2051683" y="2491"/>
                  </a:lnTo>
                  <a:lnTo>
                    <a:pt x="2154809" y="3188"/>
                  </a:lnTo>
                  <a:lnTo>
                    <a:pt x="2253684" y="3973"/>
                  </a:lnTo>
                  <a:lnTo>
                    <a:pt x="2346587" y="4847"/>
                  </a:lnTo>
                  <a:lnTo>
                    <a:pt x="2432641" y="5816"/>
                  </a:lnTo>
                  <a:lnTo>
                    <a:pt x="2511632" y="6889"/>
                  </a:lnTo>
                  <a:lnTo>
                    <a:pt x="2583820" y="8077"/>
                  </a:lnTo>
                  <a:lnTo>
                    <a:pt x="2649774" y="9397"/>
                  </a:lnTo>
                  <a:lnTo>
                    <a:pt x="2710241" y="10864"/>
                  </a:lnTo>
                  <a:lnTo>
                    <a:pt x="2766059" y="12500"/>
                  </a:lnTo>
                  <a:lnTo>
                    <a:pt x="2818078" y="14321"/>
                  </a:lnTo>
                  <a:lnTo>
                    <a:pt x="2867113" y="16342"/>
                  </a:lnTo>
                  <a:lnTo>
                    <a:pt x="2896531" y="17708"/>
                  </a:lnTo>
                  <a:lnTo>
                    <a:pt x="2952689" y="20643"/>
                  </a:lnTo>
                  <a:lnTo>
                    <a:pt x="3007001" y="23901"/>
                  </a:lnTo>
                  <a:lnTo>
                    <a:pt x="3060218" y="27483"/>
                  </a:lnTo>
                  <a:lnTo>
                    <a:pt x="3112872" y="31382"/>
                  </a:lnTo>
                  <a:lnTo>
                    <a:pt x="3165321" y="35573"/>
                  </a:lnTo>
                  <a:lnTo>
                    <a:pt x="3217777" y="40017"/>
                  </a:lnTo>
                  <a:lnTo>
                    <a:pt x="3270336" y="44661"/>
                  </a:lnTo>
                  <a:lnTo>
                    <a:pt x="3323005" y="49440"/>
                  </a:lnTo>
                  <a:lnTo>
                    <a:pt x="3375733" y="54278"/>
                  </a:lnTo>
                  <a:lnTo>
                    <a:pt x="3428443" y="59097"/>
                  </a:lnTo>
                  <a:lnTo>
                    <a:pt x="3481063" y="63820"/>
                  </a:lnTo>
                  <a:lnTo>
                    <a:pt x="3533567" y="68377"/>
                  </a:lnTo>
                  <a:lnTo>
                    <a:pt x="3586001" y="72706"/>
                  </a:lnTo>
                  <a:lnTo>
                    <a:pt x="3638513" y="76762"/>
                  </a:lnTo>
                  <a:lnTo>
                    <a:pt x="3691381" y="80512"/>
                  </a:lnTo>
                  <a:lnTo>
                    <a:pt x="3745041" y="83940"/>
                  </a:lnTo>
                  <a:lnTo>
                    <a:pt x="3800124" y="87043"/>
                  </a:lnTo>
                  <a:lnTo>
                    <a:pt x="3829811" y="88540"/>
                  </a:lnTo>
                  <a:lnTo>
                    <a:pt x="3877358" y="90690"/>
                  </a:lnTo>
                  <a:lnTo>
                    <a:pt x="3927424" y="92635"/>
                  </a:lnTo>
                  <a:lnTo>
                    <a:pt x="3980772" y="94384"/>
                  </a:lnTo>
                  <a:lnTo>
                    <a:pt x="4038237" y="95954"/>
                  </a:lnTo>
                  <a:lnTo>
                    <a:pt x="4100672" y="97364"/>
                  </a:lnTo>
                  <a:lnTo>
                    <a:pt x="4168888" y="98632"/>
                  </a:lnTo>
                  <a:lnTo>
                    <a:pt x="4243580" y="99775"/>
                  </a:lnTo>
                  <a:lnTo>
                    <a:pt x="4325217" y="100808"/>
                  </a:lnTo>
                  <a:lnTo>
                    <a:pt x="4413901" y="101740"/>
                  </a:lnTo>
                  <a:lnTo>
                    <a:pt x="4509194" y="102580"/>
                  </a:lnTo>
                  <a:lnTo>
                    <a:pt x="4609920" y="103332"/>
                  </a:lnTo>
                  <a:lnTo>
                    <a:pt x="4714001" y="103997"/>
                  </a:lnTo>
                  <a:lnTo>
                    <a:pt x="4818390" y="104573"/>
                  </a:lnTo>
                  <a:lnTo>
                    <a:pt x="4919175" y="105058"/>
                  </a:lnTo>
                  <a:lnTo>
                    <a:pt x="5011949" y="105452"/>
                  </a:lnTo>
                  <a:lnTo>
                    <a:pt x="5092425" y="105755"/>
                  </a:lnTo>
                  <a:lnTo>
                    <a:pt x="5157205" y="105973"/>
                  </a:lnTo>
                  <a:lnTo>
                    <a:pt x="5204497" y="106117"/>
                  </a:lnTo>
                  <a:lnTo>
                    <a:pt x="5234569" y="106199"/>
                  </a:lnTo>
                  <a:lnTo>
                    <a:pt x="5249835" y="106237"/>
                  </a:lnTo>
                  <a:lnTo>
                    <a:pt x="5254648" y="106248"/>
                  </a:lnTo>
                  <a:lnTo>
                    <a:pt x="5254955" y="106248"/>
                  </a:lnTo>
                  <a:lnTo>
                    <a:pt x="6726343" y="106248"/>
                  </a:lnTo>
                  <a:lnTo>
                    <a:pt x="6727260" y="106330"/>
                  </a:lnTo>
                  <a:lnTo>
                    <a:pt x="6733321" y="106909"/>
                  </a:lnTo>
                  <a:lnTo>
                    <a:pt x="6748693" y="108509"/>
                  </a:lnTo>
                  <a:lnTo>
                    <a:pt x="6776411" y="111664"/>
                  </a:lnTo>
                  <a:lnTo>
                    <a:pt x="6818201" y="116879"/>
                  </a:lnTo>
                  <a:lnTo>
                    <a:pt x="6874354" y="124590"/>
                  </a:lnTo>
                  <a:lnTo>
                    <a:pt x="6943761" y="135125"/>
                  </a:lnTo>
                  <a:lnTo>
                    <a:pt x="7024157" y="148682"/>
                  </a:lnTo>
                  <a:lnTo>
                    <a:pt x="7112530" y="165343"/>
                  </a:lnTo>
                  <a:lnTo>
                    <a:pt x="7205590" y="185097"/>
                  </a:lnTo>
                  <a:lnTo>
                    <a:pt x="7300201" y="207885"/>
                  </a:lnTo>
                  <a:lnTo>
                    <a:pt x="7393683" y="233648"/>
                  </a:lnTo>
                  <a:lnTo>
                    <a:pt x="7483977" y="262365"/>
                  </a:lnTo>
                  <a:lnTo>
                    <a:pt x="7569672" y="294082"/>
                  </a:lnTo>
                  <a:lnTo>
                    <a:pt x="7649948" y="328931"/>
                  </a:lnTo>
                  <a:lnTo>
                    <a:pt x="7724473" y="367136"/>
                  </a:lnTo>
                  <a:lnTo>
                    <a:pt x="7793285" y="409019"/>
                  </a:lnTo>
                  <a:lnTo>
                    <a:pt x="7856685" y="454989"/>
                  </a:lnTo>
                  <a:lnTo>
                    <a:pt x="7915144" y="505538"/>
                  </a:lnTo>
                  <a:lnTo>
                    <a:pt x="7969234" y="561219"/>
                  </a:lnTo>
                  <a:lnTo>
                    <a:pt x="8019577" y="622613"/>
                  </a:lnTo>
                  <a:lnTo>
                    <a:pt x="8066801" y="690283"/>
                  </a:lnTo>
                  <a:lnTo>
                    <a:pt x="8111511" y="764684"/>
                  </a:lnTo>
                  <a:lnTo>
                    <a:pt x="8151487" y="840456"/>
                  </a:lnTo>
                  <a:lnTo>
                    <a:pt x="8182719" y="905914"/>
                  </a:lnTo>
                  <a:lnTo>
                    <a:pt x="8213267" y="975361"/>
                  </a:lnTo>
                  <a:lnTo>
                    <a:pt x="8243286" y="1048878"/>
                  </a:lnTo>
                  <a:lnTo>
                    <a:pt x="8272906" y="1126503"/>
                  </a:lnTo>
                  <a:lnTo>
                    <a:pt x="8302236" y="1208225"/>
                  </a:lnTo>
                  <a:lnTo>
                    <a:pt x="8331363" y="1293983"/>
                  </a:lnTo>
                  <a:lnTo>
                    <a:pt x="8360361" y="1383661"/>
                  </a:lnTo>
                  <a:lnTo>
                    <a:pt x="8389286" y="1477085"/>
                  </a:lnTo>
                  <a:lnTo>
                    <a:pt x="8418182" y="1574024"/>
                  </a:lnTo>
                  <a:lnTo>
                    <a:pt x="8447081" y="1674186"/>
                  </a:lnTo>
                  <a:lnTo>
                    <a:pt x="8476003" y="1777227"/>
                  </a:lnTo>
                  <a:lnTo>
                    <a:pt x="8504958" y="1882745"/>
                  </a:lnTo>
                  <a:lnTo>
                    <a:pt x="8533950" y="1990297"/>
                  </a:lnTo>
                  <a:lnTo>
                    <a:pt x="8562975" y="2099394"/>
                  </a:lnTo>
                  <a:lnTo>
                    <a:pt x="8592024" y="2209522"/>
                  </a:lnTo>
                  <a:lnTo>
                    <a:pt x="8621086" y="2320141"/>
                  </a:lnTo>
                  <a:lnTo>
                    <a:pt x="8650145" y="2430704"/>
                  </a:lnTo>
                  <a:lnTo>
                    <a:pt x="8679191" y="2540665"/>
                  </a:lnTo>
                  <a:lnTo>
                    <a:pt x="8708209" y="2649489"/>
                  </a:lnTo>
                  <a:lnTo>
                    <a:pt x="8737194" y="2756664"/>
                  </a:lnTo>
                  <a:lnTo>
                    <a:pt x="8766142" y="2861713"/>
                  </a:lnTo>
                  <a:lnTo>
                    <a:pt x="8795058" y="2964198"/>
                  </a:lnTo>
                  <a:lnTo>
                    <a:pt x="8823954" y="3063731"/>
                  </a:lnTo>
                  <a:lnTo>
                    <a:pt x="8852854" y="3159975"/>
                  </a:lnTo>
                  <a:lnTo>
                    <a:pt x="8881790" y="3252654"/>
                  </a:lnTo>
                  <a:lnTo>
                    <a:pt x="8910809" y="3341546"/>
                  </a:lnTo>
                  <a:lnTo>
                    <a:pt x="8939971" y="3426489"/>
                  </a:lnTo>
                  <a:lnTo>
                    <a:pt x="8969352" y="3507380"/>
                  </a:lnTo>
                  <a:lnTo>
                    <a:pt x="8999044" y="3584167"/>
                  </a:lnTo>
                  <a:lnTo>
                    <a:pt x="9029159" y="3656851"/>
                  </a:lnTo>
                  <a:lnTo>
                    <a:pt x="9059833" y="3725478"/>
                  </a:lnTo>
                  <a:lnTo>
                    <a:pt x="9084767" y="3777287"/>
                  </a:lnTo>
                  <a:lnTo>
                    <a:pt x="9127626" y="3858183"/>
                  </a:lnTo>
                  <a:lnTo>
                    <a:pt x="9172485" y="3932129"/>
                  </a:lnTo>
                  <a:lnTo>
                    <a:pt x="9219896" y="3999369"/>
                  </a:lnTo>
                  <a:lnTo>
                    <a:pt x="9270467" y="4060369"/>
                  </a:lnTo>
                  <a:lnTo>
                    <a:pt x="9324826" y="4115693"/>
                  </a:lnTo>
                  <a:lnTo>
                    <a:pt x="9383594" y="4165923"/>
                  </a:lnTo>
                  <a:lnTo>
                    <a:pt x="9447338" y="4211610"/>
                  </a:lnTo>
                  <a:lnTo>
                    <a:pt x="9516521" y="4253238"/>
                  </a:lnTo>
                  <a:lnTo>
                    <a:pt x="9591427" y="4291213"/>
                  </a:lnTo>
                  <a:lnTo>
                    <a:pt x="9672076" y="4325849"/>
                  </a:lnTo>
                  <a:lnTo>
                    <a:pt x="9758105" y="4357365"/>
                  </a:lnTo>
                  <a:lnTo>
                    <a:pt x="9848660" y="4385887"/>
                  </a:lnTo>
                  <a:lnTo>
                    <a:pt x="9942288" y="4411455"/>
                  </a:lnTo>
                  <a:lnTo>
                    <a:pt x="10036885" y="4434044"/>
                  </a:lnTo>
                  <a:lnTo>
                    <a:pt x="10129736" y="4453595"/>
                  </a:lnTo>
                  <a:lnTo>
                    <a:pt x="10217683" y="4470051"/>
                  </a:lnTo>
                  <a:lnTo>
                    <a:pt x="10297442" y="4483405"/>
                  </a:lnTo>
                  <a:lnTo>
                    <a:pt x="10366033" y="4493746"/>
                  </a:lnTo>
                  <a:lnTo>
                    <a:pt x="10421257" y="4501281"/>
                  </a:lnTo>
                  <a:lnTo>
                    <a:pt x="10462094" y="4506346"/>
                  </a:lnTo>
                  <a:lnTo>
                    <a:pt x="10488929" y="4509381"/>
                  </a:lnTo>
                  <a:lnTo>
                    <a:pt x="10503579" y="4510898"/>
                  </a:lnTo>
                  <a:lnTo>
                    <a:pt x="10509160" y="4511428"/>
                  </a:lnTo>
                  <a:lnTo>
                    <a:pt x="10509911" y="4511495"/>
                  </a:lnTo>
                  <a:lnTo>
                    <a:pt x="11981298" y="451149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06" name="pl706"/>
            <p:cNvSpPr/>
            <p:nvPr/>
          </p:nvSpPr>
          <p:spPr>
            <a:xfrm>
              <a:off x="4799595" y="2764887"/>
              <a:ext cx="11981298" cy="4511495"/>
            </a:xfrm>
            <a:custGeom>
              <a:avLst/>
              <a:pathLst>
                <a:path w="11981298" h="4511495">
                  <a:moveTo>
                    <a:pt x="11981298" y="4511495"/>
                  </a:moveTo>
                  <a:lnTo>
                    <a:pt x="10509911" y="4511495"/>
                  </a:lnTo>
                  <a:lnTo>
                    <a:pt x="10508993" y="4511413"/>
                  </a:lnTo>
                  <a:lnTo>
                    <a:pt x="10502932" y="4510834"/>
                  </a:lnTo>
                  <a:lnTo>
                    <a:pt x="10487560" y="4509234"/>
                  </a:lnTo>
                  <a:lnTo>
                    <a:pt x="10459842" y="4506079"/>
                  </a:lnTo>
                  <a:lnTo>
                    <a:pt x="10418052" y="4500864"/>
                  </a:lnTo>
                  <a:lnTo>
                    <a:pt x="10361899" y="4493153"/>
                  </a:lnTo>
                  <a:lnTo>
                    <a:pt x="10292493" y="4482618"/>
                  </a:lnTo>
                  <a:lnTo>
                    <a:pt x="10212096" y="4469061"/>
                  </a:lnTo>
                  <a:lnTo>
                    <a:pt x="10123723" y="4452400"/>
                  </a:lnTo>
                  <a:lnTo>
                    <a:pt x="10030663" y="4432646"/>
                  </a:lnTo>
                  <a:lnTo>
                    <a:pt x="9936052" y="4409858"/>
                  </a:lnTo>
                  <a:lnTo>
                    <a:pt x="9842570" y="4384095"/>
                  </a:lnTo>
                  <a:lnTo>
                    <a:pt x="9752276" y="4355378"/>
                  </a:lnTo>
                  <a:lnTo>
                    <a:pt x="9666581" y="4323661"/>
                  </a:lnTo>
                  <a:lnTo>
                    <a:pt x="9586305" y="4288812"/>
                  </a:lnTo>
                  <a:lnTo>
                    <a:pt x="9511780" y="4250607"/>
                  </a:lnTo>
                  <a:lnTo>
                    <a:pt x="9442968" y="4208724"/>
                  </a:lnTo>
                  <a:lnTo>
                    <a:pt x="9379568" y="4162754"/>
                  </a:lnTo>
                  <a:lnTo>
                    <a:pt x="9321109" y="4112205"/>
                  </a:lnTo>
                  <a:lnTo>
                    <a:pt x="9267019" y="4056524"/>
                  </a:lnTo>
                  <a:lnTo>
                    <a:pt x="9216677" y="3995130"/>
                  </a:lnTo>
                  <a:lnTo>
                    <a:pt x="9169453" y="3927460"/>
                  </a:lnTo>
                  <a:lnTo>
                    <a:pt x="9124742" y="3853059"/>
                  </a:lnTo>
                  <a:lnTo>
                    <a:pt x="9084767" y="3777287"/>
                  </a:lnTo>
                  <a:lnTo>
                    <a:pt x="9053535" y="3711829"/>
                  </a:lnTo>
                  <a:lnTo>
                    <a:pt x="9022986" y="3642382"/>
                  </a:lnTo>
                  <a:lnTo>
                    <a:pt x="8992967" y="3568865"/>
                  </a:lnTo>
                  <a:lnTo>
                    <a:pt x="8963347" y="3491240"/>
                  </a:lnTo>
                  <a:lnTo>
                    <a:pt x="8934018" y="3409518"/>
                  </a:lnTo>
                  <a:lnTo>
                    <a:pt x="8904890" y="3323760"/>
                  </a:lnTo>
                  <a:lnTo>
                    <a:pt x="8875893" y="3234082"/>
                  </a:lnTo>
                  <a:lnTo>
                    <a:pt x="8846967" y="3140658"/>
                  </a:lnTo>
                  <a:lnTo>
                    <a:pt x="8818071" y="3043719"/>
                  </a:lnTo>
                  <a:lnTo>
                    <a:pt x="8789172" y="2943557"/>
                  </a:lnTo>
                  <a:lnTo>
                    <a:pt x="8760250" y="2840516"/>
                  </a:lnTo>
                  <a:lnTo>
                    <a:pt x="8731295" y="2734998"/>
                  </a:lnTo>
                  <a:lnTo>
                    <a:pt x="8702303" y="2627447"/>
                  </a:lnTo>
                  <a:lnTo>
                    <a:pt x="8673278" y="2518349"/>
                  </a:lnTo>
                  <a:lnTo>
                    <a:pt x="8644229" y="2408222"/>
                  </a:lnTo>
                  <a:lnTo>
                    <a:pt x="8615168" y="2297602"/>
                  </a:lnTo>
                  <a:lnTo>
                    <a:pt x="8586108" y="2187039"/>
                  </a:lnTo>
                  <a:lnTo>
                    <a:pt x="8557063" y="2077078"/>
                  </a:lnTo>
                  <a:lnTo>
                    <a:pt x="8528044" y="1968254"/>
                  </a:lnTo>
                  <a:lnTo>
                    <a:pt x="8499059" y="1861079"/>
                  </a:lnTo>
                  <a:lnTo>
                    <a:pt x="8470111" y="1756030"/>
                  </a:lnTo>
                  <a:lnTo>
                    <a:pt x="8441195" y="1653545"/>
                  </a:lnTo>
                  <a:lnTo>
                    <a:pt x="8412299" y="1554012"/>
                  </a:lnTo>
                  <a:lnTo>
                    <a:pt x="8383400" y="1457768"/>
                  </a:lnTo>
                  <a:lnTo>
                    <a:pt x="8354463" y="1365089"/>
                  </a:lnTo>
                  <a:lnTo>
                    <a:pt x="8325444" y="1276197"/>
                  </a:lnTo>
                  <a:lnTo>
                    <a:pt x="8296282" y="1191254"/>
                  </a:lnTo>
                  <a:lnTo>
                    <a:pt x="8266902" y="1110363"/>
                  </a:lnTo>
                  <a:lnTo>
                    <a:pt x="8237210" y="1033576"/>
                  </a:lnTo>
                  <a:lnTo>
                    <a:pt x="8207094" y="960892"/>
                  </a:lnTo>
                  <a:lnTo>
                    <a:pt x="8176420" y="892265"/>
                  </a:lnTo>
                  <a:lnTo>
                    <a:pt x="8151487" y="840456"/>
                  </a:lnTo>
                  <a:lnTo>
                    <a:pt x="8108627" y="759561"/>
                  </a:lnTo>
                  <a:lnTo>
                    <a:pt x="8063768" y="685614"/>
                  </a:lnTo>
                  <a:lnTo>
                    <a:pt x="8016357" y="618374"/>
                  </a:lnTo>
                  <a:lnTo>
                    <a:pt x="7965787" y="557374"/>
                  </a:lnTo>
                  <a:lnTo>
                    <a:pt x="7911427" y="502050"/>
                  </a:lnTo>
                  <a:lnTo>
                    <a:pt x="7852659" y="451820"/>
                  </a:lnTo>
                  <a:lnTo>
                    <a:pt x="7788915" y="406134"/>
                  </a:lnTo>
                  <a:lnTo>
                    <a:pt x="7719733" y="364505"/>
                  </a:lnTo>
                  <a:lnTo>
                    <a:pt x="7644826" y="326530"/>
                  </a:lnTo>
                  <a:lnTo>
                    <a:pt x="7564177" y="291894"/>
                  </a:lnTo>
                  <a:lnTo>
                    <a:pt x="7478148" y="260378"/>
                  </a:lnTo>
                  <a:lnTo>
                    <a:pt x="7387593" y="231856"/>
                  </a:lnTo>
                  <a:lnTo>
                    <a:pt x="7293966" y="206288"/>
                  </a:lnTo>
                  <a:lnTo>
                    <a:pt x="7199368" y="183699"/>
                  </a:lnTo>
                  <a:lnTo>
                    <a:pt x="7106517" y="164148"/>
                  </a:lnTo>
                  <a:lnTo>
                    <a:pt x="7018570" y="147692"/>
                  </a:lnTo>
                  <a:lnTo>
                    <a:pt x="6938812" y="134338"/>
                  </a:lnTo>
                  <a:lnTo>
                    <a:pt x="6870220" y="123997"/>
                  </a:lnTo>
                  <a:lnTo>
                    <a:pt x="6814996" y="116462"/>
                  </a:lnTo>
                  <a:lnTo>
                    <a:pt x="6774159" y="111397"/>
                  </a:lnTo>
                  <a:lnTo>
                    <a:pt x="6747325" y="108362"/>
                  </a:lnTo>
                  <a:lnTo>
                    <a:pt x="6732674" y="106845"/>
                  </a:lnTo>
                  <a:lnTo>
                    <a:pt x="6727093" y="106315"/>
                  </a:lnTo>
                  <a:lnTo>
                    <a:pt x="6726343" y="106248"/>
                  </a:lnTo>
                  <a:lnTo>
                    <a:pt x="5254955" y="106248"/>
                  </a:lnTo>
                  <a:lnTo>
                    <a:pt x="5253717" y="106246"/>
                  </a:lnTo>
                  <a:lnTo>
                    <a:pt x="5245596" y="106227"/>
                  </a:lnTo>
                  <a:lnTo>
                    <a:pt x="5225177" y="106174"/>
                  </a:lnTo>
                  <a:lnTo>
                    <a:pt x="5188803" y="106071"/>
                  </a:lnTo>
                  <a:lnTo>
                    <a:pt x="5134853" y="105901"/>
                  </a:lnTo>
                  <a:lnTo>
                    <a:pt x="5063863" y="105651"/>
                  </a:lnTo>
                  <a:lnTo>
                    <a:pt x="4978301" y="105315"/>
                  </a:lnTo>
                  <a:lnTo>
                    <a:pt x="4881991" y="104886"/>
                  </a:lnTo>
                  <a:lnTo>
                    <a:pt x="4779350" y="104367"/>
                  </a:lnTo>
                  <a:lnTo>
                    <a:pt x="4674659" y="103757"/>
                  </a:lnTo>
                  <a:lnTo>
                    <a:pt x="4571533" y="103060"/>
                  </a:lnTo>
                  <a:lnTo>
                    <a:pt x="4472658" y="102275"/>
                  </a:lnTo>
                  <a:lnTo>
                    <a:pt x="4379755" y="101401"/>
                  </a:lnTo>
                  <a:lnTo>
                    <a:pt x="4293701" y="100432"/>
                  </a:lnTo>
                  <a:lnTo>
                    <a:pt x="4214710" y="99359"/>
                  </a:lnTo>
                  <a:lnTo>
                    <a:pt x="4142522" y="98171"/>
                  </a:lnTo>
                  <a:lnTo>
                    <a:pt x="4076569" y="96851"/>
                  </a:lnTo>
                  <a:lnTo>
                    <a:pt x="4016101" y="95384"/>
                  </a:lnTo>
                  <a:lnTo>
                    <a:pt x="3960283" y="93748"/>
                  </a:lnTo>
                  <a:lnTo>
                    <a:pt x="3908264" y="91927"/>
                  </a:lnTo>
                  <a:lnTo>
                    <a:pt x="3859229" y="89906"/>
                  </a:lnTo>
                  <a:lnTo>
                    <a:pt x="3829811" y="88540"/>
                  </a:lnTo>
                  <a:lnTo>
                    <a:pt x="3773654" y="85605"/>
                  </a:lnTo>
                  <a:lnTo>
                    <a:pt x="3719341" y="82347"/>
                  </a:lnTo>
                  <a:lnTo>
                    <a:pt x="3666124" y="78765"/>
                  </a:lnTo>
                  <a:lnTo>
                    <a:pt x="3613470" y="74866"/>
                  </a:lnTo>
                  <a:lnTo>
                    <a:pt x="3561021" y="70675"/>
                  </a:lnTo>
                  <a:lnTo>
                    <a:pt x="3508566" y="66231"/>
                  </a:lnTo>
                  <a:lnTo>
                    <a:pt x="3456006" y="61586"/>
                  </a:lnTo>
                  <a:lnTo>
                    <a:pt x="3403337" y="56808"/>
                  </a:lnTo>
                  <a:lnTo>
                    <a:pt x="3350609" y="51970"/>
                  </a:lnTo>
                  <a:lnTo>
                    <a:pt x="3297899" y="47151"/>
                  </a:lnTo>
                  <a:lnTo>
                    <a:pt x="3245279" y="42428"/>
                  </a:lnTo>
                  <a:lnTo>
                    <a:pt x="3192775" y="37871"/>
                  </a:lnTo>
                  <a:lnTo>
                    <a:pt x="3140341" y="33542"/>
                  </a:lnTo>
                  <a:lnTo>
                    <a:pt x="3087829" y="29486"/>
                  </a:lnTo>
                  <a:lnTo>
                    <a:pt x="3034961" y="25736"/>
                  </a:lnTo>
                  <a:lnTo>
                    <a:pt x="2981301" y="22308"/>
                  </a:lnTo>
                  <a:lnTo>
                    <a:pt x="2926218" y="19205"/>
                  </a:lnTo>
                  <a:lnTo>
                    <a:pt x="2896531" y="17708"/>
                  </a:lnTo>
                  <a:lnTo>
                    <a:pt x="2848984" y="15558"/>
                  </a:lnTo>
                  <a:lnTo>
                    <a:pt x="2798918" y="13613"/>
                  </a:lnTo>
                  <a:lnTo>
                    <a:pt x="2745570" y="11864"/>
                  </a:lnTo>
                  <a:lnTo>
                    <a:pt x="2688105" y="10294"/>
                  </a:lnTo>
                  <a:lnTo>
                    <a:pt x="2625670" y="8884"/>
                  </a:lnTo>
                  <a:lnTo>
                    <a:pt x="2557454" y="7616"/>
                  </a:lnTo>
                  <a:lnTo>
                    <a:pt x="2482762" y="6473"/>
                  </a:lnTo>
                  <a:lnTo>
                    <a:pt x="2401125" y="5440"/>
                  </a:lnTo>
                  <a:lnTo>
                    <a:pt x="2312441" y="4508"/>
                  </a:lnTo>
                  <a:lnTo>
                    <a:pt x="2217148" y="3668"/>
                  </a:lnTo>
                  <a:lnTo>
                    <a:pt x="2116422" y="2916"/>
                  </a:lnTo>
                  <a:lnTo>
                    <a:pt x="2012341" y="2251"/>
                  </a:lnTo>
                  <a:lnTo>
                    <a:pt x="1907952" y="1675"/>
                  </a:lnTo>
                  <a:lnTo>
                    <a:pt x="1807167" y="1190"/>
                  </a:lnTo>
                  <a:lnTo>
                    <a:pt x="1714393" y="796"/>
                  </a:lnTo>
                  <a:lnTo>
                    <a:pt x="1633917" y="493"/>
                  </a:lnTo>
                  <a:lnTo>
                    <a:pt x="1569137" y="275"/>
                  </a:lnTo>
                  <a:lnTo>
                    <a:pt x="1521846" y="131"/>
                  </a:lnTo>
                  <a:lnTo>
                    <a:pt x="1491773" y="49"/>
                  </a:lnTo>
                  <a:lnTo>
                    <a:pt x="1476507" y="11"/>
                  </a:lnTo>
                  <a:lnTo>
                    <a:pt x="1471694" y="0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07" name="pg707"/>
            <p:cNvSpPr/>
            <p:nvPr/>
          </p:nvSpPr>
          <p:spPr>
            <a:xfrm>
              <a:off x="4799595" y="2813925"/>
              <a:ext cx="11981298" cy="5083604"/>
            </a:xfrm>
            <a:custGeom>
              <a:avLst/>
              <a:pathLst>
                <a:path w="11981298" h="5083604">
                  <a:moveTo>
                    <a:pt x="0" y="24518"/>
                  </a:moveTo>
                  <a:lnTo>
                    <a:pt x="1471387" y="24518"/>
                  </a:lnTo>
                  <a:lnTo>
                    <a:pt x="1472625" y="24522"/>
                  </a:lnTo>
                  <a:lnTo>
                    <a:pt x="1480745" y="24549"/>
                  </a:lnTo>
                  <a:lnTo>
                    <a:pt x="1501162" y="24621"/>
                  </a:lnTo>
                  <a:lnTo>
                    <a:pt x="1537533" y="24764"/>
                  </a:lnTo>
                  <a:lnTo>
                    <a:pt x="1591478" y="25000"/>
                  </a:lnTo>
                  <a:lnTo>
                    <a:pt x="1662462" y="25345"/>
                  </a:lnTo>
                  <a:lnTo>
                    <a:pt x="1748018" y="25812"/>
                  </a:lnTo>
                  <a:lnTo>
                    <a:pt x="1844323" y="26404"/>
                  </a:lnTo>
                  <a:lnTo>
                    <a:pt x="1946959" y="27124"/>
                  </a:lnTo>
                  <a:lnTo>
                    <a:pt x="2051646" y="27968"/>
                  </a:lnTo>
                  <a:lnTo>
                    <a:pt x="2154769" y="28933"/>
                  </a:lnTo>
                  <a:lnTo>
                    <a:pt x="2253644" y="30020"/>
                  </a:lnTo>
                  <a:lnTo>
                    <a:pt x="2346546" y="31230"/>
                  </a:lnTo>
                  <a:lnTo>
                    <a:pt x="2432600" y="32572"/>
                  </a:lnTo>
                  <a:lnTo>
                    <a:pt x="2511592" y="34057"/>
                  </a:lnTo>
                  <a:lnTo>
                    <a:pt x="2583781" y="35702"/>
                  </a:lnTo>
                  <a:lnTo>
                    <a:pt x="2649736" y="37529"/>
                  </a:lnTo>
                  <a:lnTo>
                    <a:pt x="2710205" y="39561"/>
                  </a:lnTo>
                  <a:lnTo>
                    <a:pt x="2766023" y="41825"/>
                  </a:lnTo>
                  <a:lnTo>
                    <a:pt x="2818042" y="44346"/>
                  </a:lnTo>
                  <a:lnTo>
                    <a:pt x="2867078" y="47144"/>
                  </a:lnTo>
                  <a:lnTo>
                    <a:pt x="2896531" y="49037"/>
                  </a:lnTo>
                  <a:lnTo>
                    <a:pt x="2952617" y="53097"/>
                  </a:lnTo>
                  <a:lnTo>
                    <a:pt x="3006860" y="57600"/>
                  </a:lnTo>
                  <a:lnTo>
                    <a:pt x="3060010" y="62552"/>
                  </a:lnTo>
                  <a:lnTo>
                    <a:pt x="3112597" y="67942"/>
                  </a:lnTo>
                  <a:lnTo>
                    <a:pt x="3164978" y="73735"/>
                  </a:lnTo>
                  <a:lnTo>
                    <a:pt x="3217364" y="79878"/>
                  </a:lnTo>
                  <a:lnTo>
                    <a:pt x="3269854" y="86298"/>
                  </a:lnTo>
                  <a:lnTo>
                    <a:pt x="3322453" y="92904"/>
                  </a:lnTo>
                  <a:lnTo>
                    <a:pt x="3375112" y="99594"/>
                  </a:lnTo>
                  <a:lnTo>
                    <a:pt x="3427753" y="106259"/>
                  </a:lnTo>
                  <a:lnTo>
                    <a:pt x="3480306" y="112793"/>
                  </a:lnTo>
                  <a:lnTo>
                    <a:pt x="3532744" y="119098"/>
                  </a:lnTo>
                  <a:lnTo>
                    <a:pt x="3585109" y="125090"/>
                  </a:lnTo>
                  <a:lnTo>
                    <a:pt x="3637549" y="130706"/>
                  </a:lnTo>
                  <a:lnTo>
                    <a:pt x="3690337" y="135900"/>
                  </a:lnTo>
                  <a:lnTo>
                    <a:pt x="3743906" y="140649"/>
                  </a:lnTo>
                  <a:lnTo>
                    <a:pt x="3798877" y="144949"/>
                  </a:lnTo>
                  <a:lnTo>
                    <a:pt x="3829811" y="147113"/>
                  </a:lnTo>
                  <a:lnTo>
                    <a:pt x="3877357" y="150090"/>
                  </a:lnTo>
                  <a:lnTo>
                    <a:pt x="3927421" y="152782"/>
                  </a:lnTo>
                  <a:lnTo>
                    <a:pt x="3980766" y="155204"/>
                  </a:lnTo>
                  <a:lnTo>
                    <a:pt x="4038229" y="157378"/>
                  </a:lnTo>
                  <a:lnTo>
                    <a:pt x="4100660" y="159330"/>
                  </a:lnTo>
                  <a:lnTo>
                    <a:pt x="4168873" y="161086"/>
                  </a:lnTo>
                  <a:lnTo>
                    <a:pt x="4243561" y="162669"/>
                  </a:lnTo>
                  <a:lnTo>
                    <a:pt x="4325193" y="164098"/>
                  </a:lnTo>
                  <a:lnTo>
                    <a:pt x="4413872" y="165390"/>
                  </a:lnTo>
                  <a:lnTo>
                    <a:pt x="4509159" y="166553"/>
                  </a:lnTo>
                  <a:lnTo>
                    <a:pt x="4609880" y="167594"/>
                  </a:lnTo>
                  <a:lnTo>
                    <a:pt x="4713957" y="168514"/>
                  </a:lnTo>
                  <a:lnTo>
                    <a:pt x="4818342" y="169312"/>
                  </a:lnTo>
                  <a:lnTo>
                    <a:pt x="4919127" y="169984"/>
                  </a:lnTo>
                  <a:lnTo>
                    <a:pt x="5011903" y="170529"/>
                  </a:lnTo>
                  <a:lnTo>
                    <a:pt x="5092384" y="170949"/>
                  </a:lnTo>
                  <a:lnTo>
                    <a:pt x="5157171" y="171251"/>
                  </a:lnTo>
                  <a:lnTo>
                    <a:pt x="5204472" y="171450"/>
                  </a:lnTo>
                  <a:lnTo>
                    <a:pt x="5234554" y="171564"/>
                  </a:lnTo>
                  <a:lnTo>
                    <a:pt x="5249829" y="171616"/>
                  </a:lnTo>
                  <a:lnTo>
                    <a:pt x="5254647" y="171632"/>
                  </a:lnTo>
                  <a:lnTo>
                    <a:pt x="5254955" y="171632"/>
                  </a:lnTo>
                  <a:lnTo>
                    <a:pt x="6726343" y="171632"/>
                  </a:lnTo>
                  <a:lnTo>
                    <a:pt x="6727229" y="171720"/>
                  </a:lnTo>
                  <a:lnTo>
                    <a:pt x="6733084" y="172343"/>
                  </a:lnTo>
                  <a:lnTo>
                    <a:pt x="6747949" y="174064"/>
                  </a:lnTo>
                  <a:lnTo>
                    <a:pt x="6774787" y="177456"/>
                  </a:lnTo>
                  <a:lnTo>
                    <a:pt x="6815320" y="183068"/>
                  </a:lnTo>
                  <a:lnTo>
                    <a:pt x="6869902" y="191372"/>
                  </a:lnTo>
                  <a:lnTo>
                    <a:pt x="6937546" y="202729"/>
                  </a:lnTo>
                  <a:lnTo>
                    <a:pt x="7016139" y="217366"/>
                  </a:lnTo>
                  <a:lnTo>
                    <a:pt x="7102820" y="235378"/>
                  </a:lnTo>
                  <a:lnTo>
                    <a:pt x="7194420" y="256761"/>
                  </a:lnTo>
                  <a:lnTo>
                    <a:pt x="7287876" y="281457"/>
                  </a:lnTo>
                  <a:lnTo>
                    <a:pt x="7380539" y="309399"/>
                  </a:lnTo>
                  <a:lnTo>
                    <a:pt x="7470334" y="340556"/>
                  </a:lnTo>
                  <a:lnTo>
                    <a:pt x="7555809" y="374966"/>
                  </a:lnTo>
                  <a:lnTo>
                    <a:pt x="7636090" y="412755"/>
                  </a:lnTo>
                  <a:lnTo>
                    <a:pt x="7710782" y="454147"/>
                  </a:lnTo>
                  <a:lnTo>
                    <a:pt x="7779866" y="499468"/>
                  </a:lnTo>
                  <a:lnTo>
                    <a:pt x="7843589" y="549142"/>
                  </a:lnTo>
                  <a:lnTo>
                    <a:pt x="7902379" y="603680"/>
                  </a:lnTo>
                  <a:lnTo>
                    <a:pt x="7956772" y="663665"/>
                  </a:lnTo>
                  <a:lnTo>
                    <a:pt x="8007360" y="729721"/>
                  </a:lnTo>
                  <a:lnTo>
                    <a:pt x="8054751" y="802463"/>
                  </a:lnTo>
                  <a:lnTo>
                    <a:pt x="8099537" y="882423"/>
                  </a:lnTo>
                  <a:lnTo>
                    <a:pt x="8142267" y="969923"/>
                  </a:lnTo>
                  <a:lnTo>
                    <a:pt x="8151487" y="990294"/>
                  </a:lnTo>
                  <a:lnTo>
                    <a:pt x="8181215" y="1059626"/>
                  </a:lnTo>
                  <a:lnTo>
                    <a:pt x="8210318" y="1132979"/>
                  </a:lnTo>
                  <a:lnTo>
                    <a:pt x="8238929" y="1210433"/>
                  </a:lnTo>
                  <a:lnTo>
                    <a:pt x="8267164" y="1292029"/>
                  </a:lnTo>
                  <a:lnTo>
                    <a:pt x="8295118" y="1377766"/>
                  </a:lnTo>
                  <a:lnTo>
                    <a:pt x="8322871" y="1467597"/>
                  </a:lnTo>
                  <a:lnTo>
                    <a:pt x="8350489" y="1561424"/>
                  </a:lnTo>
                  <a:lnTo>
                    <a:pt x="8378025" y="1659098"/>
                  </a:lnTo>
                  <a:lnTo>
                    <a:pt x="8405522" y="1760417"/>
                  </a:lnTo>
                  <a:lnTo>
                    <a:pt x="8433010" y="1865125"/>
                  </a:lnTo>
                  <a:lnTo>
                    <a:pt x="8460510" y="1972915"/>
                  </a:lnTo>
                  <a:lnTo>
                    <a:pt x="8488037" y="2083428"/>
                  </a:lnTo>
                  <a:lnTo>
                    <a:pt x="8515596" y="2196261"/>
                  </a:lnTo>
                  <a:lnTo>
                    <a:pt x="8543188" y="2310969"/>
                  </a:lnTo>
                  <a:lnTo>
                    <a:pt x="8570808" y="2427075"/>
                  </a:lnTo>
                  <a:lnTo>
                    <a:pt x="8598447" y="2544075"/>
                  </a:lnTo>
                  <a:lnTo>
                    <a:pt x="8626094" y="2661450"/>
                  </a:lnTo>
                  <a:lnTo>
                    <a:pt x="8653738" y="2778674"/>
                  </a:lnTo>
                  <a:lnTo>
                    <a:pt x="8681367" y="2895221"/>
                  </a:lnTo>
                  <a:lnTo>
                    <a:pt x="8708971" y="3010581"/>
                  </a:lnTo>
                  <a:lnTo>
                    <a:pt x="8736545" y="3124265"/>
                  </a:lnTo>
                  <a:lnTo>
                    <a:pt x="8764085" y="3235812"/>
                  </a:lnTo>
                  <a:lnTo>
                    <a:pt x="8791595" y="3344802"/>
                  </a:lnTo>
                  <a:lnTo>
                    <a:pt x="8819086" y="3450857"/>
                  </a:lnTo>
                  <a:lnTo>
                    <a:pt x="8846576" y="3553646"/>
                  </a:lnTo>
                  <a:lnTo>
                    <a:pt x="8874091" y="3652892"/>
                  </a:lnTo>
                  <a:lnTo>
                    <a:pt x="8901669" y="3748370"/>
                  </a:lnTo>
                  <a:lnTo>
                    <a:pt x="8929358" y="3839909"/>
                  </a:lnTo>
                  <a:lnTo>
                    <a:pt x="8957217" y="3927389"/>
                  </a:lnTo>
                  <a:lnTo>
                    <a:pt x="8985322" y="4010742"/>
                  </a:lnTo>
                  <a:lnTo>
                    <a:pt x="9013761" y="4089948"/>
                  </a:lnTo>
                  <a:lnTo>
                    <a:pt x="9042640" y="4165031"/>
                  </a:lnTo>
                  <a:lnTo>
                    <a:pt x="9072086" y="4236054"/>
                  </a:lnTo>
                  <a:lnTo>
                    <a:pt x="9084767" y="4264942"/>
                  </a:lnTo>
                  <a:lnTo>
                    <a:pt x="9127108" y="4354120"/>
                  </a:lnTo>
                  <a:lnTo>
                    <a:pt x="9171395" y="4435729"/>
                  </a:lnTo>
                  <a:lnTo>
                    <a:pt x="9218160" y="4510027"/>
                  </a:lnTo>
                  <a:lnTo>
                    <a:pt x="9267988" y="4577510"/>
                  </a:lnTo>
                  <a:lnTo>
                    <a:pt x="9321487" y="4638783"/>
                  </a:lnTo>
                  <a:lnTo>
                    <a:pt x="9379256" y="4694473"/>
                  </a:lnTo>
                  <a:lnTo>
                    <a:pt x="9441847" y="4745176"/>
                  </a:lnTo>
                  <a:lnTo>
                    <a:pt x="9509717" y="4791420"/>
                  </a:lnTo>
                  <a:lnTo>
                    <a:pt x="9583159" y="4833649"/>
                  </a:lnTo>
                  <a:lnTo>
                    <a:pt x="9662223" y="4872212"/>
                  </a:lnTo>
                  <a:lnTo>
                    <a:pt x="9746607" y="4907355"/>
                  </a:lnTo>
                  <a:lnTo>
                    <a:pt x="9835550" y="4939225"/>
                  </a:lnTo>
                  <a:lnTo>
                    <a:pt x="9927735" y="4967879"/>
                  </a:lnTo>
                  <a:lnTo>
                    <a:pt x="10021226" y="4993297"/>
                  </a:lnTo>
                  <a:lnTo>
                    <a:pt x="10113489" y="5015419"/>
                  </a:lnTo>
                  <a:lnTo>
                    <a:pt x="10201533" y="5034180"/>
                  </a:lnTo>
                  <a:lnTo>
                    <a:pt x="10282179" y="5049559"/>
                  </a:lnTo>
                  <a:lnTo>
                    <a:pt x="10352459" y="5061626"/>
                  </a:lnTo>
                  <a:lnTo>
                    <a:pt x="10410059" y="5070579"/>
                  </a:lnTo>
                  <a:lnTo>
                    <a:pt x="10453717" y="5076749"/>
                  </a:lnTo>
                  <a:lnTo>
                    <a:pt x="10483482" y="5080587"/>
                  </a:lnTo>
                  <a:lnTo>
                    <a:pt x="10500780" y="5082628"/>
                  </a:lnTo>
                  <a:lnTo>
                    <a:pt x="10508315" y="5083445"/>
                  </a:lnTo>
                  <a:lnTo>
                    <a:pt x="10509911" y="5083604"/>
                  </a:lnTo>
                  <a:lnTo>
                    <a:pt x="11981298" y="5083604"/>
                  </a:lnTo>
                  <a:lnTo>
                    <a:pt x="11981298" y="5059085"/>
                  </a:lnTo>
                  <a:lnTo>
                    <a:pt x="10509911" y="5059085"/>
                  </a:lnTo>
                  <a:lnTo>
                    <a:pt x="10509025" y="5058998"/>
                  </a:lnTo>
                  <a:lnTo>
                    <a:pt x="10503169" y="5058375"/>
                  </a:lnTo>
                  <a:lnTo>
                    <a:pt x="10488304" y="5056654"/>
                  </a:lnTo>
                  <a:lnTo>
                    <a:pt x="10461466" y="5053262"/>
                  </a:lnTo>
                  <a:lnTo>
                    <a:pt x="10420934" y="5047650"/>
                  </a:lnTo>
                  <a:lnTo>
                    <a:pt x="10366352" y="5039346"/>
                  </a:lnTo>
                  <a:lnTo>
                    <a:pt x="10298708" y="5027989"/>
                  </a:lnTo>
                  <a:lnTo>
                    <a:pt x="10220114" y="5013352"/>
                  </a:lnTo>
                  <a:lnTo>
                    <a:pt x="10133433" y="4995340"/>
                  </a:lnTo>
                  <a:lnTo>
                    <a:pt x="10041834" y="4973957"/>
                  </a:lnTo>
                  <a:lnTo>
                    <a:pt x="9948377" y="4949261"/>
                  </a:lnTo>
                  <a:lnTo>
                    <a:pt x="9855714" y="4921319"/>
                  </a:lnTo>
                  <a:lnTo>
                    <a:pt x="9765919" y="4890162"/>
                  </a:lnTo>
                  <a:lnTo>
                    <a:pt x="9680444" y="4855752"/>
                  </a:lnTo>
                  <a:lnTo>
                    <a:pt x="9600163" y="4817963"/>
                  </a:lnTo>
                  <a:lnTo>
                    <a:pt x="9525471" y="4776571"/>
                  </a:lnTo>
                  <a:lnTo>
                    <a:pt x="9456387" y="4731250"/>
                  </a:lnTo>
                  <a:lnTo>
                    <a:pt x="9392664" y="4681576"/>
                  </a:lnTo>
                  <a:lnTo>
                    <a:pt x="9333874" y="4627038"/>
                  </a:lnTo>
                  <a:lnTo>
                    <a:pt x="9279481" y="4567053"/>
                  </a:lnTo>
                  <a:lnTo>
                    <a:pt x="9228893" y="4500997"/>
                  </a:lnTo>
                  <a:lnTo>
                    <a:pt x="9181503" y="4428255"/>
                  </a:lnTo>
                  <a:lnTo>
                    <a:pt x="9136716" y="4348295"/>
                  </a:lnTo>
                  <a:lnTo>
                    <a:pt x="9093987" y="4260795"/>
                  </a:lnTo>
                  <a:lnTo>
                    <a:pt x="9084767" y="4240423"/>
                  </a:lnTo>
                  <a:lnTo>
                    <a:pt x="9055038" y="4171092"/>
                  </a:lnTo>
                  <a:lnTo>
                    <a:pt x="9025935" y="4097739"/>
                  </a:lnTo>
                  <a:lnTo>
                    <a:pt x="8997324" y="4020285"/>
                  </a:lnTo>
                  <a:lnTo>
                    <a:pt x="8969089" y="3938689"/>
                  </a:lnTo>
                  <a:lnTo>
                    <a:pt x="8941136" y="3852952"/>
                  </a:lnTo>
                  <a:lnTo>
                    <a:pt x="8913383" y="3763121"/>
                  </a:lnTo>
                  <a:lnTo>
                    <a:pt x="8885764" y="3669294"/>
                  </a:lnTo>
                  <a:lnTo>
                    <a:pt x="8858228" y="3571620"/>
                  </a:lnTo>
                  <a:lnTo>
                    <a:pt x="8830731" y="3470301"/>
                  </a:lnTo>
                  <a:lnTo>
                    <a:pt x="8803244" y="3365592"/>
                  </a:lnTo>
                  <a:lnTo>
                    <a:pt x="8775743" y="3257803"/>
                  </a:lnTo>
                  <a:lnTo>
                    <a:pt x="8748216" y="3147290"/>
                  </a:lnTo>
                  <a:lnTo>
                    <a:pt x="8720657" y="3034457"/>
                  </a:lnTo>
                  <a:lnTo>
                    <a:pt x="8693065" y="2919749"/>
                  </a:lnTo>
                  <a:lnTo>
                    <a:pt x="8665445" y="2803643"/>
                  </a:lnTo>
                  <a:lnTo>
                    <a:pt x="8637806" y="2686643"/>
                  </a:lnTo>
                  <a:lnTo>
                    <a:pt x="8610159" y="2569268"/>
                  </a:lnTo>
                  <a:lnTo>
                    <a:pt x="8582516" y="2452044"/>
                  </a:lnTo>
                  <a:lnTo>
                    <a:pt x="8554887" y="2335497"/>
                  </a:lnTo>
                  <a:lnTo>
                    <a:pt x="8527282" y="2220137"/>
                  </a:lnTo>
                  <a:lnTo>
                    <a:pt x="8499709" y="2106453"/>
                  </a:lnTo>
                  <a:lnTo>
                    <a:pt x="8472168" y="1994906"/>
                  </a:lnTo>
                  <a:lnTo>
                    <a:pt x="8444658" y="1885916"/>
                  </a:lnTo>
                  <a:lnTo>
                    <a:pt x="8417167" y="1779861"/>
                  </a:lnTo>
                  <a:lnTo>
                    <a:pt x="8389677" y="1677072"/>
                  </a:lnTo>
                  <a:lnTo>
                    <a:pt x="8362162" y="1577826"/>
                  </a:lnTo>
                  <a:lnTo>
                    <a:pt x="8334584" y="1482348"/>
                  </a:lnTo>
                  <a:lnTo>
                    <a:pt x="8306896" y="1390809"/>
                  </a:lnTo>
                  <a:lnTo>
                    <a:pt x="8279036" y="1303329"/>
                  </a:lnTo>
                  <a:lnTo>
                    <a:pt x="8250931" y="1219976"/>
                  </a:lnTo>
                  <a:lnTo>
                    <a:pt x="8222492" y="1140770"/>
                  </a:lnTo>
                  <a:lnTo>
                    <a:pt x="8193613" y="1065687"/>
                  </a:lnTo>
                  <a:lnTo>
                    <a:pt x="8164167" y="994664"/>
                  </a:lnTo>
                  <a:lnTo>
                    <a:pt x="8151487" y="965775"/>
                  </a:lnTo>
                  <a:lnTo>
                    <a:pt x="8109146" y="876598"/>
                  </a:lnTo>
                  <a:lnTo>
                    <a:pt x="8064859" y="794989"/>
                  </a:lnTo>
                  <a:lnTo>
                    <a:pt x="8018094" y="720691"/>
                  </a:lnTo>
                  <a:lnTo>
                    <a:pt x="7968265" y="653208"/>
                  </a:lnTo>
                  <a:lnTo>
                    <a:pt x="7914766" y="591935"/>
                  </a:lnTo>
                  <a:lnTo>
                    <a:pt x="7856997" y="536244"/>
                  </a:lnTo>
                  <a:lnTo>
                    <a:pt x="7794406" y="485542"/>
                  </a:lnTo>
                  <a:lnTo>
                    <a:pt x="7726537" y="439298"/>
                  </a:lnTo>
                  <a:lnTo>
                    <a:pt x="7653094" y="397069"/>
                  </a:lnTo>
                  <a:lnTo>
                    <a:pt x="7574030" y="358506"/>
                  </a:lnTo>
                  <a:lnTo>
                    <a:pt x="7489647" y="323363"/>
                  </a:lnTo>
                  <a:lnTo>
                    <a:pt x="7400703" y="291493"/>
                  </a:lnTo>
                  <a:lnTo>
                    <a:pt x="7308518" y="262839"/>
                  </a:lnTo>
                  <a:lnTo>
                    <a:pt x="7215027" y="237421"/>
                  </a:lnTo>
                  <a:lnTo>
                    <a:pt x="7122764" y="215299"/>
                  </a:lnTo>
                  <a:lnTo>
                    <a:pt x="7034720" y="196538"/>
                  </a:lnTo>
                  <a:lnTo>
                    <a:pt x="6954074" y="181159"/>
                  </a:lnTo>
                  <a:lnTo>
                    <a:pt x="6883794" y="169091"/>
                  </a:lnTo>
                  <a:lnTo>
                    <a:pt x="6826194" y="160138"/>
                  </a:lnTo>
                  <a:lnTo>
                    <a:pt x="6782537" y="153969"/>
                  </a:lnTo>
                  <a:lnTo>
                    <a:pt x="6752772" y="150131"/>
                  </a:lnTo>
                  <a:lnTo>
                    <a:pt x="6735473" y="148090"/>
                  </a:lnTo>
                  <a:lnTo>
                    <a:pt x="6727938" y="147273"/>
                  </a:lnTo>
                  <a:lnTo>
                    <a:pt x="6726343" y="147113"/>
                  </a:lnTo>
                  <a:lnTo>
                    <a:pt x="5254955" y="147113"/>
                  </a:lnTo>
                  <a:lnTo>
                    <a:pt x="5253718" y="147110"/>
                  </a:lnTo>
                  <a:lnTo>
                    <a:pt x="5245597" y="147083"/>
                  </a:lnTo>
                  <a:lnTo>
                    <a:pt x="5225180" y="147011"/>
                  </a:lnTo>
                  <a:lnTo>
                    <a:pt x="5188809" y="146868"/>
                  </a:lnTo>
                  <a:lnTo>
                    <a:pt x="5134864" y="146632"/>
                  </a:lnTo>
                  <a:lnTo>
                    <a:pt x="5063880" y="146287"/>
                  </a:lnTo>
                  <a:lnTo>
                    <a:pt x="4978324" y="145820"/>
                  </a:lnTo>
                  <a:lnTo>
                    <a:pt x="4882019" y="145228"/>
                  </a:lnTo>
                  <a:lnTo>
                    <a:pt x="4779383" y="144508"/>
                  </a:lnTo>
                  <a:lnTo>
                    <a:pt x="4674696" y="143664"/>
                  </a:lnTo>
                  <a:lnTo>
                    <a:pt x="4571573" y="142699"/>
                  </a:lnTo>
                  <a:lnTo>
                    <a:pt x="4472699" y="141612"/>
                  </a:lnTo>
                  <a:lnTo>
                    <a:pt x="4379796" y="140402"/>
                  </a:lnTo>
                  <a:lnTo>
                    <a:pt x="4293742" y="139060"/>
                  </a:lnTo>
                  <a:lnTo>
                    <a:pt x="4214750" y="137575"/>
                  </a:lnTo>
                  <a:lnTo>
                    <a:pt x="4142561" y="135930"/>
                  </a:lnTo>
                  <a:lnTo>
                    <a:pt x="4076607" y="134103"/>
                  </a:lnTo>
                  <a:lnTo>
                    <a:pt x="4016138" y="132071"/>
                  </a:lnTo>
                  <a:lnTo>
                    <a:pt x="3960319" y="129807"/>
                  </a:lnTo>
                  <a:lnTo>
                    <a:pt x="3908300" y="127286"/>
                  </a:lnTo>
                  <a:lnTo>
                    <a:pt x="3859264" y="124488"/>
                  </a:lnTo>
                  <a:lnTo>
                    <a:pt x="3829811" y="122594"/>
                  </a:lnTo>
                  <a:lnTo>
                    <a:pt x="3773726" y="118535"/>
                  </a:lnTo>
                  <a:lnTo>
                    <a:pt x="3719482" y="114032"/>
                  </a:lnTo>
                  <a:lnTo>
                    <a:pt x="3666332" y="109079"/>
                  </a:lnTo>
                  <a:lnTo>
                    <a:pt x="3613745" y="103690"/>
                  </a:lnTo>
                  <a:lnTo>
                    <a:pt x="3561364" y="97897"/>
                  </a:lnTo>
                  <a:lnTo>
                    <a:pt x="3508978" y="91754"/>
                  </a:lnTo>
                  <a:lnTo>
                    <a:pt x="3456489" y="85334"/>
                  </a:lnTo>
                  <a:lnTo>
                    <a:pt x="3403889" y="78728"/>
                  </a:lnTo>
                  <a:lnTo>
                    <a:pt x="3351230" y="72038"/>
                  </a:lnTo>
                  <a:lnTo>
                    <a:pt x="3298589" y="65373"/>
                  </a:lnTo>
                  <a:lnTo>
                    <a:pt x="3246036" y="58839"/>
                  </a:lnTo>
                  <a:lnTo>
                    <a:pt x="3193599" y="52534"/>
                  </a:lnTo>
                  <a:lnTo>
                    <a:pt x="3141233" y="46542"/>
                  </a:lnTo>
                  <a:lnTo>
                    <a:pt x="3088793" y="40926"/>
                  </a:lnTo>
                  <a:lnTo>
                    <a:pt x="3036005" y="35732"/>
                  </a:lnTo>
                  <a:lnTo>
                    <a:pt x="2982437" y="30983"/>
                  </a:lnTo>
                  <a:lnTo>
                    <a:pt x="2927465" y="26683"/>
                  </a:lnTo>
                  <a:lnTo>
                    <a:pt x="2896531" y="24518"/>
                  </a:lnTo>
                  <a:lnTo>
                    <a:pt x="2848986" y="21542"/>
                  </a:lnTo>
                  <a:lnTo>
                    <a:pt x="2798922" y="18850"/>
                  </a:lnTo>
                  <a:lnTo>
                    <a:pt x="2745576" y="16428"/>
                  </a:lnTo>
                  <a:lnTo>
                    <a:pt x="2688113" y="14254"/>
                  </a:lnTo>
                  <a:lnTo>
                    <a:pt x="2625682" y="12302"/>
                  </a:lnTo>
                  <a:lnTo>
                    <a:pt x="2557469" y="10546"/>
                  </a:lnTo>
                  <a:lnTo>
                    <a:pt x="2482781" y="8963"/>
                  </a:lnTo>
                  <a:lnTo>
                    <a:pt x="2401149" y="7534"/>
                  </a:lnTo>
                  <a:lnTo>
                    <a:pt x="2312470" y="6242"/>
                  </a:lnTo>
                  <a:lnTo>
                    <a:pt x="2217183" y="5079"/>
                  </a:lnTo>
                  <a:lnTo>
                    <a:pt x="2116463" y="4038"/>
                  </a:lnTo>
                  <a:lnTo>
                    <a:pt x="2012385" y="3118"/>
                  </a:lnTo>
                  <a:lnTo>
                    <a:pt x="1908000" y="2320"/>
                  </a:lnTo>
                  <a:lnTo>
                    <a:pt x="1807215" y="1648"/>
                  </a:lnTo>
                  <a:lnTo>
                    <a:pt x="1714439" y="1103"/>
                  </a:lnTo>
                  <a:lnTo>
                    <a:pt x="1633959" y="683"/>
                  </a:lnTo>
                  <a:lnTo>
                    <a:pt x="1569171" y="380"/>
                  </a:lnTo>
                  <a:lnTo>
                    <a:pt x="1521870" y="182"/>
                  </a:lnTo>
                  <a:lnTo>
                    <a:pt x="1491788" y="68"/>
                  </a:lnTo>
                  <a:lnTo>
                    <a:pt x="1476513" y="15"/>
                  </a:lnTo>
                  <a:lnTo>
                    <a:pt x="1471696" y="0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708" name="pl708"/>
            <p:cNvSpPr/>
            <p:nvPr/>
          </p:nvSpPr>
          <p:spPr>
            <a:xfrm>
              <a:off x="4799595" y="2838444"/>
              <a:ext cx="11981298" cy="5059085"/>
            </a:xfrm>
            <a:custGeom>
              <a:avLst/>
              <a:pathLst>
                <a:path w="11981298" h="5059085">
                  <a:moveTo>
                    <a:pt x="0" y="0"/>
                  </a:moveTo>
                  <a:lnTo>
                    <a:pt x="1471387" y="0"/>
                  </a:lnTo>
                  <a:lnTo>
                    <a:pt x="1472625" y="3"/>
                  </a:lnTo>
                  <a:lnTo>
                    <a:pt x="1480745" y="30"/>
                  </a:lnTo>
                  <a:lnTo>
                    <a:pt x="1501162" y="102"/>
                  </a:lnTo>
                  <a:lnTo>
                    <a:pt x="1537533" y="245"/>
                  </a:lnTo>
                  <a:lnTo>
                    <a:pt x="1591478" y="481"/>
                  </a:lnTo>
                  <a:lnTo>
                    <a:pt x="1662462" y="826"/>
                  </a:lnTo>
                  <a:lnTo>
                    <a:pt x="1748018" y="1293"/>
                  </a:lnTo>
                  <a:lnTo>
                    <a:pt x="1844323" y="1885"/>
                  </a:lnTo>
                  <a:lnTo>
                    <a:pt x="1946959" y="2605"/>
                  </a:lnTo>
                  <a:lnTo>
                    <a:pt x="2051646" y="3449"/>
                  </a:lnTo>
                  <a:lnTo>
                    <a:pt x="2154769" y="4414"/>
                  </a:lnTo>
                  <a:lnTo>
                    <a:pt x="2253644" y="5501"/>
                  </a:lnTo>
                  <a:lnTo>
                    <a:pt x="2346546" y="6711"/>
                  </a:lnTo>
                  <a:lnTo>
                    <a:pt x="2432600" y="8053"/>
                  </a:lnTo>
                  <a:lnTo>
                    <a:pt x="2511592" y="9538"/>
                  </a:lnTo>
                  <a:lnTo>
                    <a:pt x="2583781" y="11183"/>
                  </a:lnTo>
                  <a:lnTo>
                    <a:pt x="2649736" y="13010"/>
                  </a:lnTo>
                  <a:lnTo>
                    <a:pt x="2710205" y="15042"/>
                  </a:lnTo>
                  <a:lnTo>
                    <a:pt x="2766023" y="17306"/>
                  </a:lnTo>
                  <a:lnTo>
                    <a:pt x="2818042" y="19827"/>
                  </a:lnTo>
                  <a:lnTo>
                    <a:pt x="2867078" y="22625"/>
                  </a:lnTo>
                  <a:lnTo>
                    <a:pt x="2896531" y="24518"/>
                  </a:lnTo>
                  <a:lnTo>
                    <a:pt x="2952617" y="28578"/>
                  </a:lnTo>
                  <a:lnTo>
                    <a:pt x="3006860" y="33081"/>
                  </a:lnTo>
                  <a:lnTo>
                    <a:pt x="3060010" y="38033"/>
                  </a:lnTo>
                  <a:lnTo>
                    <a:pt x="3112597" y="43423"/>
                  </a:lnTo>
                  <a:lnTo>
                    <a:pt x="3164978" y="49216"/>
                  </a:lnTo>
                  <a:lnTo>
                    <a:pt x="3217364" y="55359"/>
                  </a:lnTo>
                  <a:lnTo>
                    <a:pt x="3269854" y="61779"/>
                  </a:lnTo>
                  <a:lnTo>
                    <a:pt x="3322453" y="68385"/>
                  </a:lnTo>
                  <a:lnTo>
                    <a:pt x="3375112" y="75075"/>
                  </a:lnTo>
                  <a:lnTo>
                    <a:pt x="3427753" y="81740"/>
                  </a:lnTo>
                  <a:lnTo>
                    <a:pt x="3480306" y="88274"/>
                  </a:lnTo>
                  <a:lnTo>
                    <a:pt x="3532744" y="94579"/>
                  </a:lnTo>
                  <a:lnTo>
                    <a:pt x="3585109" y="100571"/>
                  </a:lnTo>
                  <a:lnTo>
                    <a:pt x="3637549" y="106187"/>
                  </a:lnTo>
                  <a:lnTo>
                    <a:pt x="3690337" y="111381"/>
                  </a:lnTo>
                  <a:lnTo>
                    <a:pt x="3743906" y="116130"/>
                  </a:lnTo>
                  <a:lnTo>
                    <a:pt x="3798877" y="120430"/>
                  </a:lnTo>
                  <a:lnTo>
                    <a:pt x="3829811" y="122594"/>
                  </a:lnTo>
                  <a:lnTo>
                    <a:pt x="3877357" y="125571"/>
                  </a:lnTo>
                  <a:lnTo>
                    <a:pt x="3927421" y="128263"/>
                  </a:lnTo>
                  <a:lnTo>
                    <a:pt x="3980766" y="130685"/>
                  </a:lnTo>
                  <a:lnTo>
                    <a:pt x="4038229" y="132859"/>
                  </a:lnTo>
                  <a:lnTo>
                    <a:pt x="4100660" y="134811"/>
                  </a:lnTo>
                  <a:lnTo>
                    <a:pt x="4168873" y="136567"/>
                  </a:lnTo>
                  <a:lnTo>
                    <a:pt x="4243561" y="138150"/>
                  </a:lnTo>
                  <a:lnTo>
                    <a:pt x="4325193" y="139579"/>
                  </a:lnTo>
                  <a:lnTo>
                    <a:pt x="4413872" y="140871"/>
                  </a:lnTo>
                  <a:lnTo>
                    <a:pt x="4509159" y="142034"/>
                  </a:lnTo>
                  <a:lnTo>
                    <a:pt x="4609880" y="143075"/>
                  </a:lnTo>
                  <a:lnTo>
                    <a:pt x="4713957" y="143995"/>
                  </a:lnTo>
                  <a:lnTo>
                    <a:pt x="4818342" y="144793"/>
                  </a:lnTo>
                  <a:lnTo>
                    <a:pt x="4919127" y="145465"/>
                  </a:lnTo>
                  <a:lnTo>
                    <a:pt x="5011903" y="146010"/>
                  </a:lnTo>
                  <a:lnTo>
                    <a:pt x="5092384" y="146430"/>
                  </a:lnTo>
                  <a:lnTo>
                    <a:pt x="5157171" y="146732"/>
                  </a:lnTo>
                  <a:lnTo>
                    <a:pt x="5204472" y="146931"/>
                  </a:lnTo>
                  <a:lnTo>
                    <a:pt x="5234554" y="147045"/>
                  </a:lnTo>
                  <a:lnTo>
                    <a:pt x="5249829" y="147097"/>
                  </a:lnTo>
                  <a:lnTo>
                    <a:pt x="5254647" y="147113"/>
                  </a:lnTo>
                  <a:lnTo>
                    <a:pt x="5254955" y="147113"/>
                  </a:lnTo>
                  <a:lnTo>
                    <a:pt x="6726343" y="147113"/>
                  </a:lnTo>
                  <a:lnTo>
                    <a:pt x="6727229" y="147201"/>
                  </a:lnTo>
                  <a:lnTo>
                    <a:pt x="6733084" y="147824"/>
                  </a:lnTo>
                  <a:lnTo>
                    <a:pt x="6747949" y="149545"/>
                  </a:lnTo>
                  <a:lnTo>
                    <a:pt x="6774787" y="152937"/>
                  </a:lnTo>
                  <a:lnTo>
                    <a:pt x="6815320" y="158549"/>
                  </a:lnTo>
                  <a:lnTo>
                    <a:pt x="6869902" y="166853"/>
                  </a:lnTo>
                  <a:lnTo>
                    <a:pt x="6937546" y="178210"/>
                  </a:lnTo>
                  <a:lnTo>
                    <a:pt x="7016139" y="192847"/>
                  </a:lnTo>
                  <a:lnTo>
                    <a:pt x="7102820" y="210859"/>
                  </a:lnTo>
                  <a:lnTo>
                    <a:pt x="7194420" y="232242"/>
                  </a:lnTo>
                  <a:lnTo>
                    <a:pt x="7287876" y="256938"/>
                  </a:lnTo>
                  <a:lnTo>
                    <a:pt x="7380539" y="284880"/>
                  </a:lnTo>
                  <a:lnTo>
                    <a:pt x="7470334" y="316037"/>
                  </a:lnTo>
                  <a:lnTo>
                    <a:pt x="7555809" y="350447"/>
                  </a:lnTo>
                  <a:lnTo>
                    <a:pt x="7636090" y="388236"/>
                  </a:lnTo>
                  <a:lnTo>
                    <a:pt x="7710782" y="429628"/>
                  </a:lnTo>
                  <a:lnTo>
                    <a:pt x="7779866" y="474949"/>
                  </a:lnTo>
                  <a:lnTo>
                    <a:pt x="7843589" y="524623"/>
                  </a:lnTo>
                  <a:lnTo>
                    <a:pt x="7902379" y="579161"/>
                  </a:lnTo>
                  <a:lnTo>
                    <a:pt x="7956772" y="639146"/>
                  </a:lnTo>
                  <a:lnTo>
                    <a:pt x="8007360" y="705202"/>
                  </a:lnTo>
                  <a:lnTo>
                    <a:pt x="8054751" y="777944"/>
                  </a:lnTo>
                  <a:lnTo>
                    <a:pt x="8099537" y="857904"/>
                  </a:lnTo>
                  <a:lnTo>
                    <a:pt x="8142267" y="945404"/>
                  </a:lnTo>
                  <a:lnTo>
                    <a:pt x="8151487" y="965775"/>
                  </a:lnTo>
                  <a:lnTo>
                    <a:pt x="8181215" y="1035107"/>
                  </a:lnTo>
                  <a:lnTo>
                    <a:pt x="8210318" y="1108460"/>
                  </a:lnTo>
                  <a:lnTo>
                    <a:pt x="8238929" y="1185914"/>
                  </a:lnTo>
                  <a:lnTo>
                    <a:pt x="8267164" y="1267510"/>
                  </a:lnTo>
                  <a:lnTo>
                    <a:pt x="8295118" y="1353247"/>
                  </a:lnTo>
                  <a:lnTo>
                    <a:pt x="8322871" y="1443078"/>
                  </a:lnTo>
                  <a:lnTo>
                    <a:pt x="8350489" y="1536905"/>
                  </a:lnTo>
                  <a:lnTo>
                    <a:pt x="8378025" y="1634579"/>
                  </a:lnTo>
                  <a:lnTo>
                    <a:pt x="8405522" y="1735898"/>
                  </a:lnTo>
                  <a:lnTo>
                    <a:pt x="8433010" y="1840606"/>
                  </a:lnTo>
                  <a:lnTo>
                    <a:pt x="8460510" y="1948396"/>
                  </a:lnTo>
                  <a:lnTo>
                    <a:pt x="8488037" y="2058909"/>
                  </a:lnTo>
                  <a:lnTo>
                    <a:pt x="8515596" y="2171742"/>
                  </a:lnTo>
                  <a:lnTo>
                    <a:pt x="8543188" y="2286450"/>
                  </a:lnTo>
                  <a:lnTo>
                    <a:pt x="8570808" y="2402556"/>
                  </a:lnTo>
                  <a:lnTo>
                    <a:pt x="8598447" y="2519556"/>
                  </a:lnTo>
                  <a:lnTo>
                    <a:pt x="8626094" y="2636931"/>
                  </a:lnTo>
                  <a:lnTo>
                    <a:pt x="8653738" y="2754155"/>
                  </a:lnTo>
                  <a:lnTo>
                    <a:pt x="8681367" y="2870702"/>
                  </a:lnTo>
                  <a:lnTo>
                    <a:pt x="8708971" y="2986062"/>
                  </a:lnTo>
                  <a:lnTo>
                    <a:pt x="8736545" y="3099746"/>
                  </a:lnTo>
                  <a:lnTo>
                    <a:pt x="8764085" y="3211293"/>
                  </a:lnTo>
                  <a:lnTo>
                    <a:pt x="8791595" y="3320283"/>
                  </a:lnTo>
                  <a:lnTo>
                    <a:pt x="8819086" y="3426338"/>
                  </a:lnTo>
                  <a:lnTo>
                    <a:pt x="8846576" y="3529127"/>
                  </a:lnTo>
                  <a:lnTo>
                    <a:pt x="8874091" y="3628373"/>
                  </a:lnTo>
                  <a:lnTo>
                    <a:pt x="8901669" y="3723851"/>
                  </a:lnTo>
                  <a:lnTo>
                    <a:pt x="8929358" y="3815390"/>
                  </a:lnTo>
                  <a:lnTo>
                    <a:pt x="8957217" y="3902870"/>
                  </a:lnTo>
                  <a:lnTo>
                    <a:pt x="8985322" y="3986223"/>
                  </a:lnTo>
                  <a:lnTo>
                    <a:pt x="9013761" y="4065429"/>
                  </a:lnTo>
                  <a:lnTo>
                    <a:pt x="9042640" y="4140512"/>
                  </a:lnTo>
                  <a:lnTo>
                    <a:pt x="9072086" y="4211535"/>
                  </a:lnTo>
                  <a:lnTo>
                    <a:pt x="9084767" y="4240423"/>
                  </a:lnTo>
                  <a:lnTo>
                    <a:pt x="9127108" y="4329601"/>
                  </a:lnTo>
                  <a:lnTo>
                    <a:pt x="9171395" y="4411210"/>
                  </a:lnTo>
                  <a:lnTo>
                    <a:pt x="9218160" y="4485508"/>
                  </a:lnTo>
                  <a:lnTo>
                    <a:pt x="9267988" y="4552991"/>
                  </a:lnTo>
                  <a:lnTo>
                    <a:pt x="9321487" y="4614264"/>
                  </a:lnTo>
                  <a:lnTo>
                    <a:pt x="9379256" y="4669954"/>
                  </a:lnTo>
                  <a:lnTo>
                    <a:pt x="9441847" y="4720657"/>
                  </a:lnTo>
                  <a:lnTo>
                    <a:pt x="9509717" y="4766901"/>
                  </a:lnTo>
                  <a:lnTo>
                    <a:pt x="9583159" y="4809130"/>
                  </a:lnTo>
                  <a:lnTo>
                    <a:pt x="9662223" y="4847693"/>
                  </a:lnTo>
                  <a:lnTo>
                    <a:pt x="9746607" y="4882836"/>
                  </a:lnTo>
                  <a:lnTo>
                    <a:pt x="9835550" y="4914706"/>
                  </a:lnTo>
                  <a:lnTo>
                    <a:pt x="9927735" y="4943360"/>
                  </a:lnTo>
                  <a:lnTo>
                    <a:pt x="10021226" y="4968778"/>
                  </a:lnTo>
                  <a:lnTo>
                    <a:pt x="10113489" y="4990900"/>
                  </a:lnTo>
                  <a:lnTo>
                    <a:pt x="10201533" y="5009661"/>
                  </a:lnTo>
                  <a:lnTo>
                    <a:pt x="10282179" y="5025040"/>
                  </a:lnTo>
                  <a:lnTo>
                    <a:pt x="10352459" y="5037108"/>
                  </a:lnTo>
                  <a:lnTo>
                    <a:pt x="10410059" y="5046060"/>
                  </a:lnTo>
                  <a:lnTo>
                    <a:pt x="10453717" y="5052230"/>
                  </a:lnTo>
                  <a:lnTo>
                    <a:pt x="10483482" y="5056068"/>
                  </a:lnTo>
                  <a:lnTo>
                    <a:pt x="10500780" y="5058109"/>
                  </a:lnTo>
                  <a:lnTo>
                    <a:pt x="10508315" y="5058926"/>
                  </a:lnTo>
                  <a:lnTo>
                    <a:pt x="10509901" y="5059085"/>
                  </a:lnTo>
                  <a:lnTo>
                    <a:pt x="10509911" y="5059085"/>
                  </a:lnTo>
                  <a:lnTo>
                    <a:pt x="11981298" y="505908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09" name="pl709"/>
            <p:cNvSpPr/>
            <p:nvPr/>
          </p:nvSpPr>
          <p:spPr>
            <a:xfrm>
              <a:off x="4799595" y="2813925"/>
              <a:ext cx="11981298" cy="5059085"/>
            </a:xfrm>
            <a:custGeom>
              <a:avLst/>
              <a:pathLst>
                <a:path w="11981298" h="5059085">
                  <a:moveTo>
                    <a:pt x="11981298" y="5059085"/>
                  </a:moveTo>
                  <a:lnTo>
                    <a:pt x="10509911" y="5059085"/>
                  </a:lnTo>
                  <a:lnTo>
                    <a:pt x="10509025" y="5058998"/>
                  </a:lnTo>
                  <a:lnTo>
                    <a:pt x="10503169" y="5058375"/>
                  </a:lnTo>
                  <a:lnTo>
                    <a:pt x="10488304" y="5056654"/>
                  </a:lnTo>
                  <a:lnTo>
                    <a:pt x="10461466" y="5053262"/>
                  </a:lnTo>
                  <a:lnTo>
                    <a:pt x="10420934" y="5047650"/>
                  </a:lnTo>
                  <a:lnTo>
                    <a:pt x="10366352" y="5039346"/>
                  </a:lnTo>
                  <a:lnTo>
                    <a:pt x="10298708" y="5027989"/>
                  </a:lnTo>
                  <a:lnTo>
                    <a:pt x="10220114" y="5013352"/>
                  </a:lnTo>
                  <a:lnTo>
                    <a:pt x="10133433" y="4995340"/>
                  </a:lnTo>
                  <a:lnTo>
                    <a:pt x="10041834" y="4973957"/>
                  </a:lnTo>
                  <a:lnTo>
                    <a:pt x="9948377" y="4949261"/>
                  </a:lnTo>
                  <a:lnTo>
                    <a:pt x="9855714" y="4921319"/>
                  </a:lnTo>
                  <a:lnTo>
                    <a:pt x="9765919" y="4890162"/>
                  </a:lnTo>
                  <a:lnTo>
                    <a:pt x="9680444" y="4855752"/>
                  </a:lnTo>
                  <a:lnTo>
                    <a:pt x="9600163" y="4817963"/>
                  </a:lnTo>
                  <a:lnTo>
                    <a:pt x="9525471" y="4776571"/>
                  </a:lnTo>
                  <a:lnTo>
                    <a:pt x="9456387" y="4731250"/>
                  </a:lnTo>
                  <a:lnTo>
                    <a:pt x="9392664" y="4681576"/>
                  </a:lnTo>
                  <a:lnTo>
                    <a:pt x="9333874" y="4627038"/>
                  </a:lnTo>
                  <a:lnTo>
                    <a:pt x="9279481" y="4567053"/>
                  </a:lnTo>
                  <a:lnTo>
                    <a:pt x="9228893" y="4500997"/>
                  </a:lnTo>
                  <a:lnTo>
                    <a:pt x="9181503" y="4428255"/>
                  </a:lnTo>
                  <a:lnTo>
                    <a:pt x="9136716" y="4348295"/>
                  </a:lnTo>
                  <a:lnTo>
                    <a:pt x="9093987" y="4260795"/>
                  </a:lnTo>
                  <a:lnTo>
                    <a:pt x="9084767" y="4240423"/>
                  </a:lnTo>
                  <a:lnTo>
                    <a:pt x="9055038" y="4171092"/>
                  </a:lnTo>
                  <a:lnTo>
                    <a:pt x="9025935" y="4097739"/>
                  </a:lnTo>
                  <a:lnTo>
                    <a:pt x="8997324" y="4020285"/>
                  </a:lnTo>
                  <a:lnTo>
                    <a:pt x="8969089" y="3938689"/>
                  </a:lnTo>
                  <a:lnTo>
                    <a:pt x="8941136" y="3852952"/>
                  </a:lnTo>
                  <a:lnTo>
                    <a:pt x="8913383" y="3763121"/>
                  </a:lnTo>
                  <a:lnTo>
                    <a:pt x="8885764" y="3669294"/>
                  </a:lnTo>
                  <a:lnTo>
                    <a:pt x="8858228" y="3571620"/>
                  </a:lnTo>
                  <a:lnTo>
                    <a:pt x="8830731" y="3470301"/>
                  </a:lnTo>
                  <a:lnTo>
                    <a:pt x="8803244" y="3365592"/>
                  </a:lnTo>
                  <a:lnTo>
                    <a:pt x="8775743" y="3257803"/>
                  </a:lnTo>
                  <a:lnTo>
                    <a:pt x="8748216" y="3147290"/>
                  </a:lnTo>
                  <a:lnTo>
                    <a:pt x="8720657" y="3034457"/>
                  </a:lnTo>
                  <a:lnTo>
                    <a:pt x="8693065" y="2919749"/>
                  </a:lnTo>
                  <a:lnTo>
                    <a:pt x="8665445" y="2803643"/>
                  </a:lnTo>
                  <a:lnTo>
                    <a:pt x="8637806" y="2686643"/>
                  </a:lnTo>
                  <a:lnTo>
                    <a:pt x="8610159" y="2569268"/>
                  </a:lnTo>
                  <a:lnTo>
                    <a:pt x="8582516" y="2452044"/>
                  </a:lnTo>
                  <a:lnTo>
                    <a:pt x="8554887" y="2335497"/>
                  </a:lnTo>
                  <a:lnTo>
                    <a:pt x="8527282" y="2220137"/>
                  </a:lnTo>
                  <a:lnTo>
                    <a:pt x="8499709" y="2106453"/>
                  </a:lnTo>
                  <a:lnTo>
                    <a:pt x="8472168" y="1994906"/>
                  </a:lnTo>
                  <a:lnTo>
                    <a:pt x="8444658" y="1885916"/>
                  </a:lnTo>
                  <a:lnTo>
                    <a:pt x="8417167" y="1779861"/>
                  </a:lnTo>
                  <a:lnTo>
                    <a:pt x="8389677" y="1677072"/>
                  </a:lnTo>
                  <a:lnTo>
                    <a:pt x="8362162" y="1577826"/>
                  </a:lnTo>
                  <a:lnTo>
                    <a:pt x="8334584" y="1482348"/>
                  </a:lnTo>
                  <a:lnTo>
                    <a:pt x="8306896" y="1390809"/>
                  </a:lnTo>
                  <a:lnTo>
                    <a:pt x="8279036" y="1303329"/>
                  </a:lnTo>
                  <a:lnTo>
                    <a:pt x="8250931" y="1219976"/>
                  </a:lnTo>
                  <a:lnTo>
                    <a:pt x="8222492" y="1140770"/>
                  </a:lnTo>
                  <a:lnTo>
                    <a:pt x="8193613" y="1065687"/>
                  </a:lnTo>
                  <a:lnTo>
                    <a:pt x="8164167" y="994664"/>
                  </a:lnTo>
                  <a:lnTo>
                    <a:pt x="8151487" y="965775"/>
                  </a:lnTo>
                  <a:lnTo>
                    <a:pt x="8109146" y="876598"/>
                  </a:lnTo>
                  <a:lnTo>
                    <a:pt x="8064859" y="794989"/>
                  </a:lnTo>
                  <a:lnTo>
                    <a:pt x="8018094" y="720691"/>
                  </a:lnTo>
                  <a:lnTo>
                    <a:pt x="7968265" y="653208"/>
                  </a:lnTo>
                  <a:lnTo>
                    <a:pt x="7914766" y="591935"/>
                  </a:lnTo>
                  <a:lnTo>
                    <a:pt x="7856997" y="536244"/>
                  </a:lnTo>
                  <a:lnTo>
                    <a:pt x="7794406" y="485542"/>
                  </a:lnTo>
                  <a:lnTo>
                    <a:pt x="7726537" y="439298"/>
                  </a:lnTo>
                  <a:lnTo>
                    <a:pt x="7653094" y="397069"/>
                  </a:lnTo>
                  <a:lnTo>
                    <a:pt x="7574030" y="358506"/>
                  </a:lnTo>
                  <a:lnTo>
                    <a:pt x="7489647" y="323363"/>
                  </a:lnTo>
                  <a:lnTo>
                    <a:pt x="7400703" y="291493"/>
                  </a:lnTo>
                  <a:lnTo>
                    <a:pt x="7308518" y="262839"/>
                  </a:lnTo>
                  <a:lnTo>
                    <a:pt x="7215027" y="237421"/>
                  </a:lnTo>
                  <a:lnTo>
                    <a:pt x="7122764" y="215299"/>
                  </a:lnTo>
                  <a:lnTo>
                    <a:pt x="7034720" y="196538"/>
                  </a:lnTo>
                  <a:lnTo>
                    <a:pt x="6954074" y="181159"/>
                  </a:lnTo>
                  <a:lnTo>
                    <a:pt x="6883794" y="169091"/>
                  </a:lnTo>
                  <a:lnTo>
                    <a:pt x="6826194" y="160138"/>
                  </a:lnTo>
                  <a:lnTo>
                    <a:pt x="6782537" y="153969"/>
                  </a:lnTo>
                  <a:lnTo>
                    <a:pt x="6752772" y="150131"/>
                  </a:lnTo>
                  <a:lnTo>
                    <a:pt x="6735473" y="148090"/>
                  </a:lnTo>
                  <a:lnTo>
                    <a:pt x="6727938" y="147273"/>
                  </a:lnTo>
                  <a:lnTo>
                    <a:pt x="6726353" y="147114"/>
                  </a:lnTo>
                  <a:lnTo>
                    <a:pt x="6726343" y="147113"/>
                  </a:lnTo>
                  <a:lnTo>
                    <a:pt x="5254955" y="147113"/>
                  </a:lnTo>
                  <a:lnTo>
                    <a:pt x="5253718" y="147110"/>
                  </a:lnTo>
                  <a:lnTo>
                    <a:pt x="5245597" y="147083"/>
                  </a:lnTo>
                  <a:lnTo>
                    <a:pt x="5225180" y="147011"/>
                  </a:lnTo>
                  <a:lnTo>
                    <a:pt x="5188809" y="146868"/>
                  </a:lnTo>
                  <a:lnTo>
                    <a:pt x="5134864" y="146632"/>
                  </a:lnTo>
                  <a:lnTo>
                    <a:pt x="5063880" y="146287"/>
                  </a:lnTo>
                  <a:lnTo>
                    <a:pt x="4978324" y="145820"/>
                  </a:lnTo>
                  <a:lnTo>
                    <a:pt x="4882019" y="145228"/>
                  </a:lnTo>
                  <a:lnTo>
                    <a:pt x="4779383" y="144508"/>
                  </a:lnTo>
                  <a:lnTo>
                    <a:pt x="4674696" y="143664"/>
                  </a:lnTo>
                  <a:lnTo>
                    <a:pt x="4571573" y="142699"/>
                  </a:lnTo>
                  <a:lnTo>
                    <a:pt x="4472699" y="141612"/>
                  </a:lnTo>
                  <a:lnTo>
                    <a:pt x="4379796" y="140402"/>
                  </a:lnTo>
                  <a:lnTo>
                    <a:pt x="4293742" y="139060"/>
                  </a:lnTo>
                  <a:lnTo>
                    <a:pt x="4214750" y="137575"/>
                  </a:lnTo>
                  <a:lnTo>
                    <a:pt x="4142561" y="135930"/>
                  </a:lnTo>
                  <a:lnTo>
                    <a:pt x="4076607" y="134103"/>
                  </a:lnTo>
                  <a:lnTo>
                    <a:pt x="4016138" y="132071"/>
                  </a:lnTo>
                  <a:lnTo>
                    <a:pt x="3960319" y="129807"/>
                  </a:lnTo>
                  <a:lnTo>
                    <a:pt x="3908300" y="127286"/>
                  </a:lnTo>
                  <a:lnTo>
                    <a:pt x="3859264" y="124488"/>
                  </a:lnTo>
                  <a:lnTo>
                    <a:pt x="3829811" y="122594"/>
                  </a:lnTo>
                  <a:lnTo>
                    <a:pt x="3773726" y="118535"/>
                  </a:lnTo>
                  <a:lnTo>
                    <a:pt x="3719482" y="114032"/>
                  </a:lnTo>
                  <a:lnTo>
                    <a:pt x="3666332" y="109079"/>
                  </a:lnTo>
                  <a:lnTo>
                    <a:pt x="3613745" y="103690"/>
                  </a:lnTo>
                  <a:lnTo>
                    <a:pt x="3561364" y="97897"/>
                  </a:lnTo>
                  <a:lnTo>
                    <a:pt x="3508978" y="91754"/>
                  </a:lnTo>
                  <a:lnTo>
                    <a:pt x="3456489" y="85334"/>
                  </a:lnTo>
                  <a:lnTo>
                    <a:pt x="3403889" y="78728"/>
                  </a:lnTo>
                  <a:lnTo>
                    <a:pt x="3351230" y="72038"/>
                  </a:lnTo>
                  <a:lnTo>
                    <a:pt x="3298589" y="65373"/>
                  </a:lnTo>
                  <a:lnTo>
                    <a:pt x="3246036" y="58839"/>
                  </a:lnTo>
                  <a:lnTo>
                    <a:pt x="3193599" y="52534"/>
                  </a:lnTo>
                  <a:lnTo>
                    <a:pt x="3141233" y="46542"/>
                  </a:lnTo>
                  <a:lnTo>
                    <a:pt x="3088793" y="40926"/>
                  </a:lnTo>
                  <a:lnTo>
                    <a:pt x="3036005" y="35732"/>
                  </a:lnTo>
                  <a:lnTo>
                    <a:pt x="2982437" y="30983"/>
                  </a:lnTo>
                  <a:lnTo>
                    <a:pt x="2927465" y="26683"/>
                  </a:lnTo>
                  <a:lnTo>
                    <a:pt x="2896531" y="24518"/>
                  </a:lnTo>
                  <a:lnTo>
                    <a:pt x="2848986" y="21542"/>
                  </a:lnTo>
                  <a:lnTo>
                    <a:pt x="2798922" y="18850"/>
                  </a:lnTo>
                  <a:lnTo>
                    <a:pt x="2745576" y="16428"/>
                  </a:lnTo>
                  <a:lnTo>
                    <a:pt x="2688113" y="14254"/>
                  </a:lnTo>
                  <a:lnTo>
                    <a:pt x="2625682" y="12302"/>
                  </a:lnTo>
                  <a:lnTo>
                    <a:pt x="2557469" y="10546"/>
                  </a:lnTo>
                  <a:lnTo>
                    <a:pt x="2482781" y="8963"/>
                  </a:lnTo>
                  <a:lnTo>
                    <a:pt x="2401149" y="7534"/>
                  </a:lnTo>
                  <a:lnTo>
                    <a:pt x="2312470" y="6242"/>
                  </a:lnTo>
                  <a:lnTo>
                    <a:pt x="2217183" y="5079"/>
                  </a:lnTo>
                  <a:lnTo>
                    <a:pt x="2116463" y="4038"/>
                  </a:lnTo>
                  <a:lnTo>
                    <a:pt x="2012385" y="3118"/>
                  </a:lnTo>
                  <a:lnTo>
                    <a:pt x="1908000" y="2320"/>
                  </a:lnTo>
                  <a:lnTo>
                    <a:pt x="1807215" y="1648"/>
                  </a:lnTo>
                  <a:lnTo>
                    <a:pt x="1714439" y="1103"/>
                  </a:lnTo>
                  <a:lnTo>
                    <a:pt x="1633959" y="683"/>
                  </a:lnTo>
                  <a:lnTo>
                    <a:pt x="1569171" y="380"/>
                  </a:lnTo>
                  <a:lnTo>
                    <a:pt x="1521870" y="182"/>
                  </a:lnTo>
                  <a:lnTo>
                    <a:pt x="1491788" y="68"/>
                  </a:lnTo>
                  <a:lnTo>
                    <a:pt x="1476513" y="15"/>
                  </a:lnTo>
                  <a:lnTo>
                    <a:pt x="1471696" y="0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10" name="pg710"/>
            <p:cNvSpPr/>
            <p:nvPr/>
          </p:nvSpPr>
          <p:spPr>
            <a:xfrm>
              <a:off x="4799595" y="2838444"/>
              <a:ext cx="11981298" cy="5892731"/>
            </a:xfrm>
            <a:custGeom>
              <a:avLst/>
              <a:pathLst>
                <a:path w="11981298" h="5892731">
                  <a:moveTo>
                    <a:pt x="0" y="24518"/>
                  </a:moveTo>
                  <a:lnTo>
                    <a:pt x="1471387" y="24518"/>
                  </a:lnTo>
                  <a:lnTo>
                    <a:pt x="1472624" y="24523"/>
                  </a:lnTo>
                  <a:lnTo>
                    <a:pt x="1480744" y="24555"/>
                  </a:lnTo>
                  <a:lnTo>
                    <a:pt x="1501159" y="24644"/>
                  </a:lnTo>
                  <a:lnTo>
                    <a:pt x="1537526" y="24819"/>
                  </a:lnTo>
                  <a:lnTo>
                    <a:pt x="1591467" y="25107"/>
                  </a:lnTo>
                  <a:lnTo>
                    <a:pt x="1662445" y="25529"/>
                  </a:lnTo>
                  <a:lnTo>
                    <a:pt x="1747995" y="26099"/>
                  </a:lnTo>
                  <a:lnTo>
                    <a:pt x="1844294" y="26823"/>
                  </a:lnTo>
                  <a:lnTo>
                    <a:pt x="1946925" y="27703"/>
                  </a:lnTo>
                  <a:lnTo>
                    <a:pt x="2051608" y="28734"/>
                  </a:lnTo>
                  <a:lnTo>
                    <a:pt x="2154728" y="29914"/>
                  </a:lnTo>
                  <a:lnTo>
                    <a:pt x="2253601" y="31242"/>
                  </a:lnTo>
                  <a:lnTo>
                    <a:pt x="2346504" y="32721"/>
                  </a:lnTo>
                  <a:lnTo>
                    <a:pt x="2432558" y="34361"/>
                  </a:lnTo>
                  <a:lnTo>
                    <a:pt x="2511551" y="36176"/>
                  </a:lnTo>
                  <a:lnTo>
                    <a:pt x="2583741" y="38186"/>
                  </a:lnTo>
                  <a:lnTo>
                    <a:pt x="2649696" y="40418"/>
                  </a:lnTo>
                  <a:lnTo>
                    <a:pt x="2710166" y="42902"/>
                  </a:lnTo>
                  <a:lnTo>
                    <a:pt x="2765985" y="45669"/>
                  </a:lnTo>
                  <a:lnTo>
                    <a:pt x="2818005" y="48750"/>
                  </a:lnTo>
                  <a:lnTo>
                    <a:pt x="2867041" y="52169"/>
                  </a:lnTo>
                  <a:lnTo>
                    <a:pt x="2896531" y="54486"/>
                  </a:lnTo>
                  <a:lnTo>
                    <a:pt x="2952543" y="59440"/>
                  </a:lnTo>
                  <a:lnTo>
                    <a:pt x="3006716" y="64936"/>
                  </a:lnTo>
                  <a:lnTo>
                    <a:pt x="3059797" y="70979"/>
                  </a:lnTo>
                  <a:lnTo>
                    <a:pt x="3112315" y="77555"/>
                  </a:lnTo>
                  <a:lnTo>
                    <a:pt x="3164626" y="84623"/>
                  </a:lnTo>
                  <a:lnTo>
                    <a:pt x="3216941" y="92118"/>
                  </a:lnTo>
                  <a:lnTo>
                    <a:pt x="3269359" y="99952"/>
                  </a:lnTo>
                  <a:lnTo>
                    <a:pt x="3321887" y="108014"/>
                  </a:lnTo>
                  <a:lnTo>
                    <a:pt x="3374475" y="116179"/>
                  </a:lnTo>
                  <a:lnTo>
                    <a:pt x="3427046" y="124315"/>
                  </a:lnTo>
                  <a:lnTo>
                    <a:pt x="3479530" y="132293"/>
                  </a:lnTo>
                  <a:lnTo>
                    <a:pt x="3531899" y="139994"/>
                  </a:lnTo>
                  <a:lnTo>
                    <a:pt x="3584194" y="147315"/>
                  </a:lnTo>
                  <a:lnTo>
                    <a:pt x="3636560" y="154178"/>
                  </a:lnTo>
                  <a:lnTo>
                    <a:pt x="3689267" y="160528"/>
                  </a:lnTo>
                  <a:lnTo>
                    <a:pt x="3742742" y="166337"/>
                  </a:lnTo>
                  <a:lnTo>
                    <a:pt x="3797599" y="171598"/>
                  </a:lnTo>
                  <a:lnTo>
                    <a:pt x="3829811" y="174357"/>
                  </a:lnTo>
                  <a:lnTo>
                    <a:pt x="3877355" y="177994"/>
                  </a:lnTo>
                  <a:lnTo>
                    <a:pt x="3927417" y="181285"/>
                  </a:lnTo>
                  <a:lnTo>
                    <a:pt x="3980760" y="184245"/>
                  </a:lnTo>
                  <a:lnTo>
                    <a:pt x="4038220" y="186902"/>
                  </a:lnTo>
                  <a:lnTo>
                    <a:pt x="4100649" y="189288"/>
                  </a:lnTo>
                  <a:lnTo>
                    <a:pt x="4168858" y="191434"/>
                  </a:lnTo>
                  <a:lnTo>
                    <a:pt x="4243541" y="193368"/>
                  </a:lnTo>
                  <a:lnTo>
                    <a:pt x="4325168" y="195116"/>
                  </a:lnTo>
                  <a:lnTo>
                    <a:pt x="4413842" y="196694"/>
                  </a:lnTo>
                  <a:lnTo>
                    <a:pt x="4509123" y="198116"/>
                  </a:lnTo>
                  <a:lnTo>
                    <a:pt x="4609838" y="199388"/>
                  </a:lnTo>
                  <a:lnTo>
                    <a:pt x="4713911" y="200513"/>
                  </a:lnTo>
                  <a:lnTo>
                    <a:pt x="4818293" y="201487"/>
                  </a:lnTo>
                  <a:lnTo>
                    <a:pt x="4919077" y="202309"/>
                  </a:lnTo>
                  <a:lnTo>
                    <a:pt x="5011855" y="202976"/>
                  </a:lnTo>
                  <a:lnTo>
                    <a:pt x="5092341" y="203489"/>
                  </a:lnTo>
                  <a:lnTo>
                    <a:pt x="5157136" y="203859"/>
                  </a:lnTo>
                  <a:lnTo>
                    <a:pt x="5204447" y="204101"/>
                  </a:lnTo>
                  <a:lnTo>
                    <a:pt x="5234538" y="204241"/>
                  </a:lnTo>
                  <a:lnTo>
                    <a:pt x="5249822" y="204305"/>
                  </a:lnTo>
                  <a:lnTo>
                    <a:pt x="5254645" y="204323"/>
                  </a:lnTo>
                  <a:lnTo>
                    <a:pt x="5254955" y="204324"/>
                  </a:lnTo>
                  <a:lnTo>
                    <a:pt x="6726343" y="204324"/>
                  </a:lnTo>
                  <a:lnTo>
                    <a:pt x="6727179" y="204420"/>
                  </a:lnTo>
                  <a:lnTo>
                    <a:pt x="6732714" y="205100"/>
                  </a:lnTo>
                  <a:lnTo>
                    <a:pt x="6746785" y="206978"/>
                  </a:lnTo>
                  <a:lnTo>
                    <a:pt x="6772242" y="210682"/>
                  </a:lnTo>
                  <a:lnTo>
                    <a:pt x="6810793" y="216812"/>
                  </a:lnTo>
                  <a:lnTo>
                    <a:pt x="6862885" y="225897"/>
                  </a:lnTo>
                  <a:lnTo>
                    <a:pt x="6927715" y="238343"/>
                  </a:lnTo>
                  <a:lnTo>
                    <a:pt x="7003404" y="254417"/>
                  </a:lnTo>
                  <a:lnTo>
                    <a:pt x="7087327" y="274243"/>
                  </a:lnTo>
                  <a:lnTo>
                    <a:pt x="7176513" y="297831"/>
                  </a:lnTo>
                  <a:lnTo>
                    <a:pt x="7268028" y="325123"/>
                  </a:lnTo>
                  <a:lnTo>
                    <a:pt x="7359276" y="356045"/>
                  </a:lnTo>
                  <a:lnTo>
                    <a:pt x="7448173" y="390550"/>
                  </a:lnTo>
                  <a:lnTo>
                    <a:pt x="7533208" y="428659"/>
                  </a:lnTo>
                  <a:lnTo>
                    <a:pt x="7613423" y="470482"/>
                  </a:lnTo>
                  <a:lnTo>
                    <a:pt x="7688330" y="516234"/>
                  </a:lnTo>
                  <a:lnTo>
                    <a:pt x="7757816" y="566238"/>
                  </a:lnTo>
                  <a:lnTo>
                    <a:pt x="7822044" y="620924"/>
                  </a:lnTo>
                  <a:lnTo>
                    <a:pt x="7881370" y="680819"/>
                  </a:lnTo>
                  <a:lnTo>
                    <a:pt x="7936269" y="746536"/>
                  </a:lnTo>
                  <a:lnTo>
                    <a:pt x="7987284" y="818744"/>
                  </a:lnTo>
                  <a:lnTo>
                    <a:pt x="8034988" y="898127"/>
                  </a:lnTo>
                  <a:lnTo>
                    <a:pt x="8079949" y="985318"/>
                  </a:lnTo>
                  <a:lnTo>
                    <a:pt x="8122706" y="1080788"/>
                  </a:lnTo>
                  <a:lnTo>
                    <a:pt x="8151487" y="1152392"/>
                  </a:lnTo>
                  <a:lnTo>
                    <a:pt x="8179266" y="1227221"/>
                  </a:lnTo>
                  <a:lnTo>
                    <a:pt x="8206492" y="1306103"/>
                  </a:lnTo>
                  <a:lnTo>
                    <a:pt x="8233276" y="1389118"/>
                  </a:lnTo>
                  <a:lnTo>
                    <a:pt x="8259712" y="1476310"/>
                  </a:lnTo>
                  <a:lnTo>
                    <a:pt x="8285883" y="1567690"/>
                  </a:lnTo>
                  <a:lnTo>
                    <a:pt x="8311857" y="1663224"/>
                  </a:lnTo>
                  <a:lnTo>
                    <a:pt x="8337693" y="1762839"/>
                  </a:lnTo>
                  <a:lnTo>
                    <a:pt x="8363437" y="1866415"/>
                  </a:lnTo>
                  <a:lnTo>
                    <a:pt x="8389128" y="1973787"/>
                  </a:lnTo>
                  <a:lnTo>
                    <a:pt x="8414797" y="2084742"/>
                  </a:lnTo>
                  <a:lnTo>
                    <a:pt x="8440465" y="2199021"/>
                  </a:lnTo>
                  <a:lnTo>
                    <a:pt x="8466148" y="2316319"/>
                  </a:lnTo>
                  <a:lnTo>
                    <a:pt x="8491856" y="2436287"/>
                  </a:lnTo>
                  <a:lnTo>
                    <a:pt x="8517593" y="2558537"/>
                  </a:lnTo>
                  <a:lnTo>
                    <a:pt x="8543358" y="2682648"/>
                  </a:lnTo>
                  <a:lnTo>
                    <a:pt x="8569147" y="2808167"/>
                  </a:lnTo>
                  <a:lnTo>
                    <a:pt x="8594953" y="2934620"/>
                  </a:lnTo>
                  <a:lnTo>
                    <a:pt x="8620768" y="3061519"/>
                  </a:lnTo>
                  <a:lnTo>
                    <a:pt x="8646582" y="3188367"/>
                  </a:lnTo>
                  <a:lnTo>
                    <a:pt x="8672386" y="3314669"/>
                  </a:lnTo>
                  <a:lnTo>
                    <a:pt x="8698170" y="3439937"/>
                  </a:lnTo>
                  <a:lnTo>
                    <a:pt x="8723930" y="3563703"/>
                  </a:lnTo>
                  <a:lnTo>
                    <a:pt x="8749660" y="3685520"/>
                  </a:lnTo>
                  <a:lnTo>
                    <a:pt x="8775363" y="3804971"/>
                  </a:lnTo>
                  <a:lnTo>
                    <a:pt x="8801042" y="3921678"/>
                  </a:lnTo>
                  <a:lnTo>
                    <a:pt x="8826709" y="4035300"/>
                  </a:lnTo>
                  <a:lnTo>
                    <a:pt x="8852380" y="4145542"/>
                  </a:lnTo>
                  <a:lnTo>
                    <a:pt x="8878080" y="4252153"/>
                  </a:lnTo>
                  <a:lnTo>
                    <a:pt x="8903839" y="4354930"/>
                  </a:lnTo>
                  <a:lnTo>
                    <a:pt x="8929699" y="4453718"/>
                  </a:lnTo>
                  <a:lnTo>
                    <a:pt x="8955708" y="4548407"/>
                  </a:lnTo>
                  <a:lnTo>
                    <a:pt x="8981927" y="4638931"/>
                  </a:lnTo>
                  <a:lnTo>
                    <a:pt x="9008428" y="4725266"/>
                  </a:lnTo>
                  <a:lnTo>
                    <a:pt x="9035293" y="4807430"/>
                  </a:lnTo>
                  <a:lnTo>
                    <a:pt x="9062623" y="4885476"/>
                  </a:lnTo>
                  <a:lnTo>
                    <a:pt x="9084767" y="4944663"/>
                  </a:lnTo>
                  <a:lnTo>
                    <a:pt x="9126274" y="5046028"/>
                  </a:lnTo>
                  <a:lnTo>
                    <a:pt x="9169643" y="5138960"/>
                  </a:lnTo>
                  <a:lnTo>
                    <a:pt x="9215375" y="5223730"/>
                  </a:lnTo>
                  <a:lnTo>
                    <a:pt x="9264020" y="5300873"/>
                  </a:lnTo>
                  <a:lnTo>
                    <a:pt x="9316150" y="5371045"/>
                  </a:lnTo>
                  <a:lnTo>
                    <a:pt x="9372332" y="5434933"/>
                  </a:lnTo>
                  <a:lnTo>
                    <a:pt x="9433095" y="5493192"/>
                  </a:lnTo>
                  <a:lnTo>
                    <a:pt x="9498883" y="5546411"/>
                  </a:lnTo>
                  <a:lnTo>
                    <a:pt x="9570002" y="5595089"/>
                  </a:lnTo>
                  <a:lnTo>
                    <a:pt x="9646541" y="5639624"/>
                  </a:lnTo>
                  <a:lnTo>
                    <a:pt x="9728284" y="5680306"/>
                  </a:lnTo>
                  <a:lnTo>
                    <a:pt x="9814613" y="5717318"/>
                  </a:lnTo>
                  <a:lnTo>
                    <a:pt x="9904406" y="5750740"/>
                  </a:lnTo>
                  <a:lnTo>
                    <a:pt x="9995980" y="5780572"/>
                  </a:lnTo>
                  <a:lnTo>
                    <a:pt x="10087085" y="5806752"/>
                  </a:lnTo>
                  <a:lnTo>
                    <a:pt x="10174997" y="5829206"/>
                  </a:lnTo>
                  <a:lnTo>
                    <a:pt x="10256736" y="5847892"/>
                  </a:lnTo>
                  <a:lnTo>
                    <a:pt x="10329392" y="5862850"/>
                  </a:lnTo>
                  <a:lnTo>
                    <a:pt x="10390524" y="5874245"/>
                  </a:lnTo>
                  <a:lnTo>
                    <a:pt x="10438551" y="5882387"/>
                  </a:lnTo>
                  <a:lnTo>
                    <a:pt x="10473036" y="5887723"/>
                  </a:lnTo>
                  <a:lnTo>
                    <a:pt x="10494814" y="5890809"/>
                  </a:lnTo>
                  <a:lnTo>
                    <a:pt x="10505956" y="5892259"/>
                  </a:lnTo>
                  <a:lnTo>
                    <a:pt x="10509622" y="5892699"/>
                  </a:lnTo>
                  <a:lnTo>
                    <a:pt x="10509911" y="5892731"/>
                  </a:lnTo>
                  <a:lnTo>
                    <a:pt x="11981298" y="5892731"/>
                  </a:lnTo>
                  <a:lnTo>
                    <a:pt x="11981298" y="5868212"/>
                  </a:lnTo>
                  <a:lnTo>
                    <a:pt x="10509911" y="5868212"/>
                  </a:lnTo>
                  <a:lnTo>
                    <a:pt x="10509074" y="5868117"/>
                  </a:lnTo>
                  <a:lnTo>
                    <a:pt x="10503540" y="5867437"/>
                  </a:lnTo>
                  <a:lnTo>
                    <a:pt x="10489468" y="5865558"/>
                  </a:lnTo>
                  <a:lnTo>
                    <a:pt x="10464011" y="5861855"/>
                  </a:lnTo>
                  <a:lnTo>
                    <a:pt x="10425461" y="5855724"/>
                  </a:lnTo>
                  <a:lnTo>
                    <a:pt x="10373368" y="5846640"/>
                  </a:lnTo>
                  <a:lnTo>
                    <a:pt x="10308538" y="5834194"/>
                  </a:lnTo>
                  <a:lnTo>
                    <a:pt x="10232849" y="5818120"/>
                  </a:lnTo>
                  <a:lnTo>
                    <a:pt x="10148926" y="5798294"/>
                  </a:lnTo>
                  <a:lnTo>
                    <a:pt x="10059740" y="5774706"/>
                  </a:lnTo>
                  <a:lnTo>
                    <a:pt x="9968225" y="5747414"/>
                  </a:lnTo>
                  <a:lnTo>
                    <a:pt x="9876977" y="5716492"/>
                  </a:lnTo>
                  <a:lnTo>
                    <a:pt x="9788081" y="5681987"/>
                  </a:lnTo>
                  <a:lnTo>
                    <a:pt x="9703045" y="5643878"/>
                  </a:lnTo>
                  <a:lnTo>
                    <a:pt x="9622830" y="5602055"/>
                  </a:lnTo>
                  <a:lnTo>
                    <a:pt x="9547923" y="5556303"/>
                  </a:lnTo>
                  <a:lnTo>
                    <a:pt x="9478437" y="5506299"/>
                  </a:lnTo>
                  <a:lnTo>
                    <a:pt x="9414209" y="5451613"/>
                  </a:lnTo>
                  <a:lnTo>
                    <a:pt x="9354883" y="5391718"/>
                  </a:lnTo>
                  <a:lnTo>
                    <a:pt x="9299984" y="5326001"/>
                  </a:lnTo>
                  <a:lnTo>
                    <a:pt x="9248969" y="5253793"/>
                  </a:lnTo>
                  <a:lnTo>
                    <a:pt x="9201265" y="5174410"/>
                  </a:lnTo>
                  <a:lnTo>
                    <a:pt x="9156304" y="5087219"/>
                  </a:lnTo>
                  <a:lnTo>
                    <a:pt x="9113547" y="4991748"/>
                  </a:lnTo>
                  <a:lnTo>
                    <a:pt x="9084767" y="4920144"/>
                  </a:lnTo>
                  <a:lnTo>
                    <a:pt x="9056987" y="4845316"/>
                  </a:lnTo>
                  <a:lnTo>
                    <a:pt x="9029761" y="4766434"/>
                  </a:lnTo>
                  <a:lnTo>
                    <a:pt x="9002978" y="4683419"/>
                  </a:lnTo>
                  <a:lnTo>
                    <a:pt x="8976541" y="4596226"/>
                  </a:lnTo>
                  <a:lnTo>
                    <a:pt x="8950370" y="4504847"/>
                  </a:lnTo>
                  <a:lnTo>
                    <a:pt x="8924396" y="4409313"/>
                  </a:lnTo>
                  <a:lnTo>
                    <a:pt x="8898561" y="4309698"/>
                  </a:lnTo>
                  <a:lnTo>
                    <a:pt x="8872816" y="4206122"/>
                  </a:lnTo>
                  <a:lnTo>
                    <a:pt x="8847125" y="4098750"/>
                  </a:lnTo>
                  <a:lnTo>
                    <a:pt x="8821456" y="3987794"/>
                  </a:lnTo>
                  <a:lnTo>
                    <a:pt x="8795788" y="3873515"/>
                  </a:lnTo>
                  <a:lnTo>
                    <a:pt x="8770105" y="3756218"/>
                  </a:lnTo>
                  <a:lnTo>
                    <a:pt x="8744397" y="3636250"/>
                  </a:lnTo>
                  <a:lnTo>
                    <a:pt x="8718660" y="3514000"/>
                  </a:lnTo>
                  <a:lnTo>
                    <a:pt x="8692895" y="3389889"/>
                  </a:lnTo>
                  <a:lnTo>
                    <a:pt x="8667106" y="3264370"/>
                  </a:lnTo>
                  <a:lnTo>
                    <a:pt x="8641300" y="3137917"/>
                  </a:lnTo>
                  <a:lnTo>
                    <a:pt x="8615485" y="3011018"/>
                  </a:lnTo>
                  <a:lnTo>
                    <a:pt x="8589671" y="2884170"/>
                  </a:lnTo>
                  <a:lnTo>
                    <a:pt x="8563868" y="2757868"/>
                  </a:lnTo>
                  <a:lnTo>
                    <a:pt x="8538083" y="2632599"/>
                  </a:lnTo>
                  <a:lnTo>
                    <a:pt x="8512324" y="2508834"/>
                  </a:lnTo>
                  <a:lnTo>
                    <a:pt x="8486593" y="2387017"/>
                  </a:lnTo>
                  <a:lnTo>
                    <a:pt x="8460891" y="2267565"/>
                  </a:lnTo>
                  <a:lnTo>
                    <a:pt x="8435211" y="2150859"/>
                  </a:lnTo>
                  <a:lnTo>
                    <a:pt x="8409544" y="2037237"/>
                  </a:lnTo>
                  <a:lnTo>
                    <a:pt x="8383873" y="1926995"/>
                  </a:lnTo>
                  <a:lnTo>
                    <a:pt x="8358174" y="1820384"/>
                  </a:lnTo>
                  <a:lnTo>
                    <a:pt x="8332414" y="1717606"/>
                  </a:lnTo>
                  <a:lnTo>
                    <a:pt x="8306554" y="1618818"/>
                  </a:lnTo>
                  <a:lnTo>
                    <a:pt x="8280545" y="1524130"/>
                  </a:lnTo>
                  <a:lnTo>
                    <a:pt x="8254326" y="1433606"/>
                  </a:lnTo>
                  <a:lnTo>
                    <a:pt x="8227825" y="1347270"/>
                  </a:lnTo>
                  <a:lnTo>
                    <a:pt x="8200960" y="1265106"/>
                  </a:lnTo>
                  <a:lnTo>
                    <a:pt x="8173630" y="1187061"/>
                  </a:lnTo>
                  <a:lnTo>
                    <a:pt x="8151487" y="1127873"/>
                  </a:lnTo>
                  <a:lnTo>
                    <a:pt x="8109979" y="1026509"/>
                  </a:lnTo>
                  <a:lnTo>
                    <a:pt x="8066610" y="933577"/>
                  </a:lnTo>
                  <a:lnTo>
                    <a:pt x="8020878" y="848807"/>
                  </a:lnTo>
                  <a:lnTo>
                    <a:pt x="7972233" y="771664"/>
                  </a:lnTo>
                  <a:lnTo>
                    <a:pt x="7920103" y="701492"/>
                  </a:lnTo>
                  <a:lnTo>
                    <a:pt x="7863921" y="637604"/>
                  </a:lnTo>
                  <a:lnTo>
                    <a:pt x="7803158" y="579344"/>
                  </a:lnTo>
                  <a:lnTo>
                    <a:pt x="7737370" y="526126"/>
                  </a:lnTo>
                  <a:lnTo>
                    <a:pt x="7666252" y="477448"/>
                  </a:lnTo>
                  <a:lnTo>
                    <a:pt x="7589713" y="432913"/>
                  </a:lnTo>
                  <a:lnTo>
                    <a:pt x="7507969" y="392231"/>
                  </a:lnTo>
                  <a:lnTo>
                    <a:pt x="7421640" y="355219"/>
                  </a:lnTo>
                  <a:lnTo>
                    <a:pt x="7331847" y="321796"/>
                  </a:lnTo>
                  <a:lnTo>
                    <a:pt x="7240273" y="291965"/>
                  </a:lnTo>
                  <a:lnTo>
                    <a:pt x="7149168" y="265785"/>
                  </a:lnTo>
                  <a:lnTo>
                    <a:pt x="7061256" y="243331"/>
                  </a:lnTo>
                  <a:lnTo>
                    <a:pt x="6979517" y="224645"/>
                  </a:lnTo>
                  <a:lnTo>
                    <a:pt x="6906862" y="209687"/>
                  </a:lnTo>
                  <a:lnTo>
                    <a:pt x="6845729" y="198292"/>
                  </a:lnTo>
                  <a:lnTo>
                    <a:pt x="6797702" y="190150"/>
                  </a:lnTo>
                  <a:lnTo>
                    <a:pt x="6763217" y="184814"/>
                  </a:lnTo>
                  <a:lnTo>
                    <a:pt x="6741439" y="181727"/>
                  </a:lnTo>
                  <a:lnTo>
                    <a:pt x="6730297" y="180278"/>
                  </a:lnTo>
                  <a:lnTo>
                    <a:pt x="6726631" y="179838"/>
                  </a:lnTo>
                  <a:lnTo>
                    <a:pt x="6726343" y="179805"/>
                  </a:lnTo>
                  <a:lnTo>
                    <a:pt x="5254955" y="179805"/>
                  </a:lnTo>
                  <a:lnTo>
                    <a:pt x="5253718" y="179801"/>
                  </a:lnTo>
                  <a:lnTo>
                    <a:pt x="5245598" y="179769"/>
                  </a:lnTo>
                  <a:lnTo>
                    <a:pt x="5225183" y="179680"/>
                  </a:lnTo>
                  <a:lnTo>
                    <a:pt x="5188816" y="179505"/>
                  </a:lnTo>
                  <a:lnTo>
                    <a:pt x="5134875" y="179217"/>
                  </a:lnTo>
                  <a:lnTo>
                    <a:pt x="5063897" y="178795"/>
                  </a:lnTo>
                  <a:lnTo>
                    <a:pt x="4978347" y="178225"/>
                  </a:lnTo>
                  <a:lnTo>
                    <a:pt x="4882048" y="177501"/>
                  </a:lnTo>
                  <a:lnTo>
                    <a:pt x="4779417" y="176621"/>
                  </a:lnTo>
                  <a:lnTo>
                    <a:pt x="4674734" y="175590"/>
                  </a:lnTo>
                  <a:lnTo>
                    <a:pt x="4571614" y="174410"/>
                  </a:lnTo>
                  <a:lnTo>
                    <a:pt x="4472741" y="173082"/>
                  </a:lnTo>
                  <a:lnTo>
                    <a:pt x="4379839" y="171603"/>
                  </a:lnTo>
                  <a:lnTo>
                    <a:pt x="4293784" y="169963"/>
                  </a:lnTo>
                  <a:lnTo>
                    <a:pt x="4214792" y="168148"/>
                  </a:lnTo>
                  <a:lnTo>
                    <a:pt x="4142601" y="166138"/>
                  </a:lnTo>
                  <a:lnTo>
                    <a:pt x="4076646" y="163906"/>
                  </a:lnTo>
                  <a:lnTo>
                    <a:pt x="4016176" y="161422"/>
                  </a:lnTo>
                  <a:lnTo>
                    <a:pt x="3960357" y="158655"/>
                  </a:lnTo>
                  <a:lnTo>
                    <a:pt x="3908337" y="155574"/>
                  </a:lnTo>
                  <a:lnTo>
                    <a:pt x="3859301" y="152155"/>
                  </a:lnTo>
                  <a:lnTo>
                    <a:pt x="3829811" y="149838"/>
                  </a:lnTo>
                  <a:lnTo>
                    <a:pt x="3773800" y="144884"/>
                  </a:lnTo>
                  <a:lnTo>
                    <a:pt x="3719626" y="139388"/>
                  </a:lnTo>
                  <a:lnTo>
                    <a:pt x="3666545" y="133345"/>
                  </a:lnTo>
                  <a:lnTo>
                    <a:pt x="3614027" y="126769"/>
                  </a:lnTo>
                  <a:lnTo>
                    <a:pt x="3561716" y="119701"/>
                  </a:lnTo>
                  <a:lnTo>
                    <a:pt x="3509401" y="112206"/>
                  </a:lnTo>
                  <a:lnTo>
                    <a:pt x="3456983" y="104372"/>
                  </a:lnTo>
                  <a:lnTo>
                    <a:pt x="3404455" y="96310"/>
                  </a:lnTo>
                  <a:lnTo>
                    <a:pt x="3351867" y="88145"/>
                  </a:lnTo>
                  <a:lnTo>
                    <a:pt x="3299296" y="80009"/>
                  </a:lnTo>
                  <a:lnTo>
                    <a:pt x="3246812" y="72031"/>
                  </a:lnTo>
                  <a:lnTo>
                    <a:pt x="3194443" y="64330"/>
                  </a:lnTo>
                  <a:lnTo>
                    <a:pt x="3142148" y="57009"/>
                  </a:lnTo>
                  <a:lnTo>
                    <a:pt x="3089782" y="50146"/>
                  </a:lnTo>
                  <a:lnTo>
                    <a:pt x="3037075" y="43796"/>
                  </a:lnTo>
                  <a:lnTo>
                    <a:pt x="2983601" y="37987"/>
                  </a:lnTo>
                  <a:lnTo>
                    <a:pt x="2928743" y="32726"/>
                  </a:lnTo>
                  <a:lnTo>
                    <a:pt x="2896531" y="29967"/>
                  </a:lnTo>
                  <a:lnTo>
                    <a:pt x="2848987" y="26330"/>
                  </a:lnTo>
                  <a:lnTo>
                    <a:pt x="2798925" y="23039"/>
                  </a:lnTo>
                  <a:lnTo>
                    <a:pt x="2745582" y="20079"/>
                  </a:lnTo>
                  <a:lnTo>
                    <a:pt x="2688122" y="17422"/>
                  </a:lnTo>
                  <a:lnTo>
                    <a:pt x="2625694" y="15036"/>
                  </a:lnTo>
                  <a:lnTo>
                    <a:pt x="2557485" y="12890"/>
                  </a:lnTo>
                  <a:lnTo>
                    <a:pt x="2482801" y="10955"/>
                  </a:lnTo>
                  <a:lnTo>
                    <a:pt x="2401174" y="9208"/>
                  </a:lnTo>
                  <a:lnTo>
                    <a:pt x="2312500" y="7630"/>
                  </a:lnTo>
                  <a:lnTo>
                    <a:pt x="2217219" y="6208"/>
                  </a:lnTo>
                  <a:lnTo>
                    <a:pt x="2116504" y="4936"/>
                  </a:lnTo>
                  <a:lnTo>
                    <a:pt x="2012431" y="3811"/>
                  </a:lnTo>
                  <a:lnTo>
                    <a:pt x="1908049" y="2837"/>
                  </a:lnTo>
                  <a:lnTo>
                    <a:pt x="1807265" y="2015"/>
                  </a:lnTo>
                  <a:lnTo>
                    <a:pt x="1714487" y="1348"/>
                  </a:lnTo>
                  <a:lnTo>
                    <a:pt x="1634001" y="835"/>
                  </a:lnTo>
                  <a:lnTo>
                    <a:pt x="1569206" y="465"/>
                  </a:lnTo>
                  <a:lnTo>
                    <a:pt x="1521895" y="223"/>
                  </a:lnTo>
                  <a:lnTo>
                    <a:pt x="1491804" y="83"/>
                  </a:lnTo>
                  <a:lnTo>
                    <a:pt x="1476520" y="19"/>
                  </a:lnTo>
                  <a:lnTo>
                    <a:pt x="1471697" y="1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711" name="pl711"/>
            <p:cNvSpPr/>
            <p:nvPr/>
          </p:nvSpPr>
          <p:spPr>
            <a:xfrm>
              <a:off x="4799595" y="2862963"/>
              <a:ext cx="11981298" cy="5868212"/>
            </a:xfrm>
            <a:custGeom>
              <a:avLst/>
              <a:pathLst>
                <a:path w="11981298" h="5868212">
                  <a:moveTo>
                    <a:pt x="0" y="0"/>
                  </a:moveTo>
                  <a:lnTo>
                    <a:pt x="1471387" y="0"/>
                  </a:lnTo>
                  <a:lnTo>
                    <a:pt x="1472624" y="4"/>
                  </a:lnTo>
                  <a:lnTo>
                    <a:pt x="1480744" y="36"/>
                  </a:lnTo>
                  <a:lnTo>
                    <a:pt x="1501159" y="125"/>
                  </a:lnTo>
                  <a:lnTo>
                    <a:pt x="1537526" y="300"/>
                  </a:lnTo>
                  <a:lnTo>
                    <a:pt x="1591467" y="588"/>
                  </a:lnTo>
                  <a:lnTo>
                    <a:pt x="1662445" y="1010"/>
                  </a:lnTo>
                  <a:lnTo>
                    <a:pt x="1747995" y="1580"/>
                  </a:lnTo>
                  <a:lnTo>
                    <a:pt x="1844294" y="2304"/>
                  </a:lnTo>
                  <a:lnTo>
                    <a:pt x="1946925" y="3184"/>
                  </a:lnTo>
                  <a:lnTo>
                    <a:pt x="2051608" y="4215"/>
                  </a:lnTo>
                  <a:lnTo>
                    <a:pt x="2154728" y="5395"/>
                  </a:lnTo>
                  <a:lnTo>
                    <a:pt x="2253601" y="6723"/>
                  </a:lnTo>
                  <a:lnTo>
                    <a:pt x="2346504" y="8202"/>
                  </a:lnTo>
                  <a:lnTo>
                    <a:pt x="2432558" y="9842"/>
                  </a:lnTo>
                  <a:lnTo>
                    <a:pt x="2511551" y="11657"/>
                  </a:lnTo>
                  <a:lnTo>
                    <a:pt x="2583741" y="13667"/>
                  </a:lnTo>
                  <a:lnTo>
                    <a:pt x="2649696" y="15899"/>
                  </a:lnTo>
                  <a:lnTo>
                    <a:pt x="2710166" y="18383"/>
                  </a:lnTo>
                  <a:lnTo>
                    <a:pt x="2765985" y="21150"/>
                  </a:lnTo>
                  <a:lnTo>
                    <a:pt x="2818005" y="24231"/>
                  </a:lnTo>
                  <a:lnTo>
                    <a:pt x="2867041" y="27650"/>
                  </a:lnTo>
                  <a:lnTo>
                    <a:pt x="2896531" y="29967"/>
                  </a:lnTo>
                  <a:lnTo>
                    <a:pt x="2952543" y="34921"/>
                  </a:lnTo>
                  <a:lnTo>
                    <a:pt x="3006716" y="40417"/>
                  </a:lnTo>
                  <a:lnTo>
                    <a:pt x="3059797" y="46460"/>
                  </a:lnTo>
                  <a:lnTo>
                    <a:pt x="3112315" y="53036"/>
                  </a:lnTo>
                  <a:lnTo>
                    <a:pt x="3164626" y="60104"/>
                  </a:lnTo>
                  <a:lnTo>
                    <a:pt x="3216941" y="67599"/>
                  </a:lnTo>
                  <a:lnTo>
                    <a:pt x="3269359" y="75433"/>
                  </a:lnTo>
                  <a:lnTo>
                    <a:pt x="3321887" y="83495"/>
                  </a:lnTo>
                  <a:lnTo>
                    <a:pt x="3374475" y="91660"/>
                  </a:lnTo>
                  <a:lnTo>
                    <a:pt x="3427046" y="99796"/>
                  </a:lnTo>
                  <a:lnTo>
                    <a:pt x="3479530" y="107774"/>
                  </a:lnTo>
                  <a:lnTo>
                    <a:pt x="3531899" y="115475"/>
                  </a:lnTo>
                  <a:lnTo>
                    <a:pt x="3584194" y="122796"/>
                  </a:lnTo>
                  <a:lnTo>
                    <a:pt x="3636560" y="129659"/>
                  </a:lnTo>
                  <a:lnTo>
                    <a:pt x="3689267" y="136009"/>
                  </a:lnTo>
                  <a:lnTo>
                    <a:pt x="3742742" y="141818"/>
                  </a:lnTo>
                  <a:lnTo>
                    <a:pt x="3797599" y="147079"/>
                  </a:lnTo>
                  <a:lnTo>
                    <a:pt x="3829811" y="149838"/>
                  </a:lnTo>
                  <a:lnTo>
                    <a:pt x="3877355" y="153475"/>
                  </a:lnTo>
                  <a:lnTo>
                    <a:pt x="3927417" y="156766"/>
                  </a:lnTo>
                  <a:lnTo>
                    <a:pt x="3980760" y="159726"/>
                  </a:lnTo>
                  <a:lnTo>
                    <a:pt x="4038220" y="162383"/>
                  </a:lnTo>
                  <a:lnTo>
                    <a:pt x="4100649" y="164769"/>
                  </a:lnTo>
                  <a:lnTo>
                    <a:pt x="4168858" y="166915"/>
                  </a:lnTo>
                  <a:lnTo>
                    <a:pt x="4243541" y="168849"/>
                  </a:lnTo>
                  <a:lnTo>
                    <a:pt x="4325168" y="170597"/>
                  </a:lnTo>
                  <a:lnTo>
                    <a:pt x="4413842" y="172175"/>
                  </a:lnTo>
                  <a:lnTo>
                    <a:pt x="4509123" y="173597"/>
                  </a:lnTo>
                  <a:lnTo>
                    <a:pt x="4609838" y="174869"/>
                  </a:lnTo>
                  <a:lnTo>
                    <a:pt x="4713911" y="175994"/>
                  </a:lnTo>
                  <a:lnTo>
                    <a:pt x="4818293" y="176968"/>
                  </a:lnTo>
                  <a:lnTo>
                    <a:pt x="4919077" y="177790"/>
                  </a:lnTo>
                  <a:lnTo>
                    <a:pt x="5011855" y="178457"/>
                  </a:lnTo>
                  <a:lnTo>
                    <a:pt x="5092341" y="178970"/>
                  </a:lnTo>
                  <a:lnTo>
                    <a:pt x="5157136" y="179340"/>
                  </a:lnTo>
                  <a:lnTo>
                    <a:pt x="5204447" y="179582"/>
                  </a:lnTo>
                  <a:lnTo>
                    <a:pt x="5234538" y="179722"/>
                  </a:lnTo>
                  <a:lnTo>
                    <a:pt x="5249822" y="179786"/>
                  </a:lnTo>
                  <a:lnTo>
                    <a:pt x="5254645" y="179804"/>
                  </a:lnTo>
                  <a:lnTo>
                    <a:pt x="5254955" y="179805"/>
                  </a:lnTo>
                  <a:lnTo>
                    <a:pt x="6726343" y="179805"/>
                  </a:lnTo>
                  <a:lnTo>
                    <a:pt x="6727179" y="179901"/>
                  </a:lnTo>
                  <a:lnTo>
                    <a:pt x="6732714" y="180581"/>
                  </a:lnTo>
                  <a:lnTo>
                    <a:pt x="6746785" y="182459"/>
                  </a:lnTo>
                  <a:lnTo>
                    <a:pt x="6772242" y="186163"/>
                  </a:lnTo>
                  <a:lnTo>
                    <a:pt x="6810793" y="192293"/>
                  </a:lnTo>
                  <a:lnTo>
                    <a:pt x="6862885" y="201378"/>
                  </a:lnTo>
                  <a:lnTo>
                    <a:pt x="6927715" y="213824"/>
                  </a:lnTo>
                  <a:lnTo>
                    <a:pt x="7003404" y="229898"/>
                  </a:lnTo>
                  <a:lnTo>
                    <a:pt x="7087327" y="249724"/>
                  </a:lnTo>
                  <a:lnTo>
                    <a:pt x="7176513" y="273312"/>
                  </a:lnTo>
                  <a:lnTo>
                    <a:pt x="7268028" y="300604"/>
                  </a:lnTo>
                  <a:lnTo>
                    <a:pt x="7359276" y="331526"/>
                  </a:lnTo>
                  <a:lnTo>
                    <a:pt x="7448173" y="366031"/>
                  </a:lnTo>
                  <a:lnTo>
                    <a:pt x="7533208" y="404140"/>
                  </a:lnTo>
                  <a:lnTo>
                    <a:pt x="7613423" y="445963"/>
                  </a:lnTo>
                  <a:lnTo>
                    <a:pt x="7688330" y="491715"/>
                  </a:lnTo>
                  <a:lnTo>
                    <a:pt x="7757816" y="541719"/>
                  </a:lnTo>
                  <a:lnTo>
                    <a:pt x="7822044" y="596405"/>
                  </a:lnTo>
                  <a:lnTo>
                    <a:pt x="7881370" y="656300"/>
                  </a:lnTo>
                  <a:lnTo>
                    <a:pt x="7936269" y="722017"/>
                  </a:lnTo>
                  <a:lnTo>
                    <a:pt x="7987284" y="794225"/>
                  </a:lnTo>
                  <a:lnTo>
                    <a:pt x="8034988" y="873608"/>
                  </a:lnTo>
                  <a:lnTo>
                    <a:pt x="8079949" y="960799"/>
                  </a:lnTo>
                  <a:lnTo>
                    <a:pt x="8122706" y="1056269"/>
                  </a:lnTo>
                  <a:lnTo>
                    <a:pt x="8151487" y="1127873"/>
                  </a:lnTo>
                  <a:lnTo>
                    <a:pt x="8179266" y="1202702"/>
                  </a:lnTo>
                  <a:lnTo>
                    <a:pt x="8206492" y="1281584"/>
                  </a:lnTo>
                  <a:lnTo>
                    <a:pt x="8233276" y="1364599"/>
                  </a:lnTo>
                  <a:lnTo>
                    <a:pt x="8259712" y="1451791"/>
                  </a:lnTo>
                  <a:lnTo>
                    <a:pt x="8285883" y="1543171"/>
                  </a:lnTo>
                  <a:lnTo>
                    <a:pt x="8311857" y="1638705"/>
                  </a:lnTo>
                  <a:lnTo>
                    <a:pt x="8337693" y="1738320"/>
                  </a:lnTo>
                  <a:lnTo>
                    <a:pt x="8363437" y="1841896"/>
                  </a:lnTo>
                  <a:lnTo>
                    <a:pt x="8389128" y="1949268"/>
                  </a:lnTo>
                  <a:lnTo>
                    <a:pt x="8414797" y="2060223"/>
                  </a:lnTo>
                  <a:lnTo>
                    <a:pt x="8440465" y="2174502"/>
                  </a:lnTo>
                  <a:lnTo>
                    <a:pt x="8466148" y="2291800"/>
                  </a:lnTo>
                  <a:lnTo>
                    <a:pt x="8491856" y="2411768"/>
                  </a:lnTo>
                  <a:lnTo>
                    <a:pt x="8517593" y="2534018"/>
                  </a:lnTo>
                  <a:lnTo>
                    <a:pt x="8543358" y="2658129"/>
                  </a:lnTo>
                  <a:lnTo>
                    <a:pt x="8569147" y="2783648"/>
                  </a:lnTo>
                  <a:lnTo>
                    <a:pt x="8594953" y="2910101"/>
                  </a:lnTo>
                  <a:lnTo>
                    <a:pt x="8620768" y="3037000"/>
                  </a:lnTo>
                  <a:lnTo>
                    <a:pt x="8646582" y="3163848"/>
                  </a:lnTo>
                  <a:lnTo>
                    <a:pt x="8672386" y="3290150"/>
                  </a:lnTo>
                  <a:lnTo>
                    <a:pt x="8698170" y="3415418"/>
                  </a:lnTo>
                  <a:lnTo>
                    <a:pt x="8723930" y="3539184"/>
                  </a:lnTo>
                  <a:lnTo>
                    <a:pt x="8749660" y="3661001"/>
                  </a:lnTo>
                  <a:lnTo>
                    <a:pt x="8775363" y="3780452"/>
                  </a:lnTo>
                  <a:lnTo>
                    <a:pt x="8801042" y="3897159"/>
                  </a:lnTo>
                  <a:lnTo>
                    <a:pt x="8826709" y="4010781"/>
                  </a:lnTo>
                  <a:lnTo>
                    <a:pt x="8852380" y="4121023"/>
                  </a:lnTo>
                  <a:lnTo>
                    <a:pt x="8878080" y="4227634"/>
                  </a:lnTo>
                  <a:lnTo>
                    <a:pt x="8903839" y="4330411"/>
                  </a:lnTo>
                  <a:lnTo>
                    <a:pt x="8929699" y="4429199"/>
                  </a:lnTo>
                  <a:lnTo>
                    <a:pt x="8955708" y="4523888"/>
                  </a:lnTo>
                  <a:lnTo>
                    <a:pt x="8981927" y="4614412"/>
                  </a:lnTo>
                  <a:lnTo>
                    <a:pt x="9008428" y="4700747"/>
                  </a:lnTo>
                  <a:lnTo>
                    <a:pt x="9035293" y="4782911"/>
                  </a:lnTo>
                  <a:lnTo>
                    <a:pt x="9062623" y="4860957"/>
                  </a:lnTo>
                  <a:lnTo>
                    <a:pt x="9084767" y="4920144"/>
                  </a:lnTo>
                  <a:lnTo>
                    <a:pt x="9126274" y="5021509"/>
                  </a:lnTo>
                  <a:lnTo>
                    <a:pt x="9169643" y="5114441"/>
                  </a:lnTo>
                  <a:lnTo>
                    <a:pt x="9215375" y="5199211"/>
                  </a:lnTo>
                  <a:lnTo>
                    <a:pt x="9264020" y="5276354"/>
                  </a:lnTo>
                  <a:lnTo>
                    <a:pt x="9316150" y="5346526"/>
                  </a:lnTo>
                  <a:lnTo>
                    <a:pt x="9372332" y="5410414"/>
                  </a:lnTo>
                  <a:lnTo>
                    <a:pt x="9433095" y="5468673"/>
                  </a:lnTo>
                  <a:lnTo>
                    <a:pt x="9498883" y="5521892"/>
                  </a:lnTo>
                  <a:lnTo>
                    <a:pt x="9570002" y="5570570"/>
                  </a:lnTo>
                  <a:lnTo>
                    <a:pt x="9646541" y="5615105"/>
                  </a:lnTo>
                  <a:lnTo>
                    <a:pt x="9728284" y="5655787"/>
                  </a:lnTo>
                  <a:lnTo>
                    <a:pt x="9814613" y="5692799"/>
                  </a:lnTo>
                  <a:lnTo>
                    <a:pt x="9904406" y="5726221"/>
                  </a:lnTo>
                  <a:lnTo>
                    <a:pt x="9995980" y="5756053"/>
                  </a:lnTo>
                  <a:lnTo>
                    <a:pt x="10087085" y="5782233"/>
                  </a:lnTo>
                  <a:lnTo>
                    <a:pt x="10174997" y="5804687"/>
                  </a:lnTo>
                  <a:lnTo>
                    <a:pt x="10256736" y="5823373"/>
                  </a:lnTo>
                  <a:lnTo>
                    <a:pt x="10329392" y="5838331"/>
                  </a:lnTo>
                  <a:lnTo>
                    <a:pt x="10390524" y="5849726"/>
                  </a:lnTo>
                  <a:lnTo>
                    <a:pt x="10438551" y="5857868"/>
                  </a:lnTo>
                  <a:lnTo>
                    <a:pt x="10473036" y="5863204"/>
                  </a:lnTo>
                  <a:lnTo>
                    <a:pt x="10494814" y="5866290"/>
                  </a:lnTo>
                  <a:lnTo>
                    <a:pt x="10505956" y="5867740"/>
                  </a:lnTo>
                  <a:lnTo>
                    <a:pt x="10509622" y="5868180"/>
                  </a:lnTo>
                  <a:lnTo>
                    <a:pt x="10509911" y="5868212"/>
                  </a:lnTo>
                  <a:lnTo>
                    <a:pt x="11981298" y="586821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12" name="pl712"/>
            <p:cNvSpPr/>
            <p:nvPr/>
          </p:nvSpPr>
          <p:spPr>
            <a:xfrm>
              <a:off x="4799595" y="2838444"/>
              <a:ext cx="11981298" cy="5868212"/>
            </a:xfrm>
            <a:custGeom>
              <a:avLst/>
              <a:pathLst>
                <a:path w="11981298" h="5868212">
                  <a:moveTo>
                    <a:pt x="11981298" y="5868212"/>
                  </a:moveTo>
                  <a:lnTo>
                    <a:pt x="10509911" y="5868212"/>
                  </a:lnTo>
                  <a:lnTo>
                    <a:pt x="10509074" y="5868117"/>
                  </a:lnTo>
                  <a:lnTo>
                    <a:pt x="10503540" y="5867437"/>
                  </a:lnTo>
                  <a:lnTo>
                    <a:pt x="10489468" y="5865558"/>
                  </a:lnTo>
                  <a:lnTo>
                    <a:pt x="10464011" y="5861855"/>
                  </a:lnTo>
                  <a:lnTo>
                    <a:pt x="10425461" y="5855724"/>
                  </a:lnTo>
                  <a:lnTo>
                    <a:pt x="10373368" y="5846640"/>
                  </a:lnTo>
                  <a:lnTo>
                    <a:pt x="10308538" y="5834194"/>
                  </a:lnTo>
                  <a:lnTo>
                    <a:pt x="10232849" y="5818120"/>
                  </a:lnTo>
                  <a:lnTo>
                    <a:pt x="10148926" y="5798294"/>
                  </a:lnTo>
                  <a:lnTo>
                    <a:pt x="10059740" y="5774706"/>
                  </a:lnTo>
                  <a:lnTo>
                    <a:pt x="9968225" y="5747414"/>
                  </a:lnTo>
                  <a:lnTo>
                    <a:pt x="9876977" y="5716492"/>
                  </a:lnTo>
                  <a:lnTo>
                    <a:pt x="9788081" y="5681987"/>
                  </a:lnTo>
                  <a:lnTo>
                    <a:pt x="9703045" y="5643878"/>
                  </a:lnTo>
                  <a:lnTo>
                    <a:pt x="9622830" y="5602055"/>
                  </a:lnTo>
                  <a:lnTo>
                    <a:pt x="9547923" y="5556303"/>
                  </a:lnTo>
                  <a:lnTo>
                    <a:pt x="9478437" y="5506299"/>
                  </a:lnTo>
                  <a:lnTo>
                    <a:pt x="9414209" y="5451613"/>
                  </a:lnTo>
                  <a:lnTo>
                    <a:pt x="9354883" y="5391718"/>
                  </a:lnTo>
                  <a:lnTo>
                    <a:pt x="9299984" y="5326001"/>
                  </a:lnTo>
                  <a:lnTo>
                    <a:pt x="9248969" y="5253793"/>
                  </a:lnTo>
                  <a:lnTo>
                    <a:pt x="9201265" y="5174410"/>
                  </a:lnTo>
                  <a:lnTo>
                    <a:pt x="9156304" y="5087219"/>
                  </a:lnTo>
                  <a:lnTo>
                    <a:pt x="9113547" y="4991748"/>
                  </a:lnTo>
                  <a:lnTo>
                    <a:pt x="9084767" y="4920144"/>
                  </a:lnTo>
                  <a:lnTo>
                    <a:pt x="9056987" y="4845316"/>
                  </a:lnTo>
                  <a:lnTo>
                    <a:pt x="9029761" y="4766434"/>
                  </a:lnTo>
                  <a:lnTo>
                    <a:pt x="9002978" y="4683419"/>
                  </a:lnTo>
                  <a:lnTo>
                    <a:pt x="8976541" y="4596226"/>
                  </a:lnTo>
                  <a:lnTo>
                    <a:pt x="8950370" y="4504847"/>
                  </a:lnTo>
                  <a:lnTo>
                    <a:pt x="8924396" y="4409313"/>
                  </a:lnTo>
                  <a:lnTo>
                    <a:pt x="8898561" y="4309698"/>
                  </a:lnTo>
                  <a:lnTo>
                    <a:pt x="8872816" y="4206122"/>
                  </a:lnTo>
                  <a:lnTo>
                    <a:pt x="8847125" y="4098750"/>
                  </a:lnTo>
                  <a:lnTo>
                    <a:pt x="8821456" y="3987794"/>
                  </a:lnTo>
                  <a:lnTo>
                    <a:pt x="8795788" y="3873515"/>
                  </a:lnTo>
                  <a:lnTo>
                    <a:pt x="8770105" y="3756218"/>
                  </a:lnTo>
                  <a:lnTo>
                    <a:pt x="8744397" y="3636250"/>
                  </a:lnTo>
                  <a:lnTo>
                    <a:pt x="8718660" y="3514000"/>
                  </a:lnTo>
                  <a:lnTo>
                    <a:pt x="8692895" y="3389889"/>
                  </a:lnTo>
                  <a:lnTo>
                    <a:pt x="8667106" y="3264370"/>
                  </a:lnTo>
                  <a:lnTo>
                    <a:pt x="8641300" y="3137917"/>
                  </a:lnTo>
                  <a:lnTo>
                    <a:pt x="8615485" y="3011018"/>
                  </a:lnTo>
                  <a:lnTo>
                    <a:pt x="8589671" y="2884170"/>
                  </a:lnTo>
                  <a:lnTo>
                    <a:pt x="8563868" y="2757868"/>
                  </a:lnTo>
                  <a:lnTo>
                    <a:pt x="8538083" y="2632599"/>
                  </a:lnTo>
                  <a:lnTo>
                    <a:pt x="8512324" y="2508834"/>
                  </a:lnTo>
                  <a:lnTo>
                    <a:pt x="8486593" y="2387017"/>
                  </a:lnTo>
                  <a:lnTo>
                    <a:pt x="8460891" y="2267565"/>
                  </a:lnTo>
                  <a:lnTo>
                    <a:pt x="8435211" y="2150859"/>
                  </a:lnTo>
                  <a:lnTo>
                    <a:pt x="8409544" y="2037237"/>
                  </a:lnTo>
                  <a:lnTo>
                    <a:pt x="8383873" y="1926995"/>
                  </a:lnTo>
                  <a:lnTo>
                    <a:pt x="8358174" y="1820384"/>
                  </a:lnTo>
                  <a:lnTo>
                    <a:pt x="8332414" y="1717606"/>
                  </a:lnTo>
                  <a:lnTo>
                    <a:pt x="8306554" y="1618818"/>
                  </a:lnTo>
                  <a:lnTo>
                    <a:pt x="8280545" y="1524130"/>
                  </a:lnTo>
                  <a:lnTo>
                    <a:pt x="8254326" y="1433606"/>
                  </a:lnTo>
                  <a:lnTo>
                    <a:pt x="8227825" y="1347270"/>
                  </a:lnTo>
                  <a:lnTo>
                    <a:pt x="8200960" y="1265106"/>
                  </a:lnTo>
                  <a:lnTo>
                    <a:pt x="8173630" y="1187061"/>
                  </a:lnTo>
                  <a:lnTo>
                    <a:pt x="8151487" y="1127873"/>
                  </a:lnTo>
                  <a:lnTo>
                    <a:pt x="8109979" y="1026509"/>
                  </a:lnTo>
                  <a:lnTo>
                    <a:pt x="8066610" y="933577"/>
                  </a:lnTo>
                  <a:lnTo>
                    <a:pt x="8020878" y="848807"/>
                  </a:lnTo>
                  <a:lnTo>
                    <a:pt x="7972233" y="771664"/>
                  </a:lnTo>
                  <a:lnTo>
                    <a:pt x="7920103" y="701492"/>
                  </a:lnTo>
                  <a:lnTo>
                    <a:pt x="7863921" y="637604"/>
                  </a:lnTo>
                  <a:lnTo>
                    <a:pt x="7803158" y="579344"/>
                  </a:lnTo>
                  <a:lnTo>
                    <a:pt x="7737370" y="526126"/>
                  </a:lnTo>
                  <a:lnTo>
                    <a:pt x="7666252" y="477448"/>
                  </a:lnTo>
                  <a:lnTo>
                    <a:pt x="7589713" y="432913"/>
                  </a:lnTo>
                  <a:lnTo>
                    <a:pt x="7507969" y="392231"/>
                  </a:lnTo>
                  <a:lnTo>
                    <a:pt x="7421640" y="355219"/>
                  </a:lnTo>
                  <a:lnTo>
                    <a:pt x="7331847" y="321796"/>
                  </a:lnTo>
                  <a:lnTo>
                    <a:pt x="7240273" y="291965"/>
                  </a:lnTo>
                  <a:lnTo>
                    <a:pt x="7149168" y="265785"/>
                  </a:lnTo>
                  <a:lnTo>
                    <a:pt x="7061256" y="243331"/>
                  </a:lnTo>
                  <a:lnTo>
                    <a:pt x="6979517" y="224645"/>
                  </a:lnTo>
                  <a:lnTo>
                    <a:pt x="6906862" y="209687"/>
                  </a:lnTo>
                  <a:lnTo>
                    <a:pt x="6845729" y="198292"/>
                  </a:lnTo>
                  <a:lnTo>
                    <a:pt x="6797702" y="190150"/>
                  </a:lnTo>
                  <a:lnTo>
                    <a:pt x="6763217" y="184814"/>
                  </a:lnTo>
                  <a:lnTo>
                    <a:pt x="6741439" y="181727"/>
                  </a:lnTo>
                  <a:lnTo>
                    <a:pt x="6730297" y="180278"/>
                  </a:lnTo>
                  <a:lnTo>
                    <a:pt x="6726631" y="179838"/>
                  </a:lnTo>
                  <a:lnTo>
                    <a:pt x="6726343" y="179805"/>
                  </a:lnTo>
                  <a:lnTo>
                    <a:pt x="5254955" y="179805"/>
                  </a:lnTo>
                  <a:lnTo>
                    <a:pt x="5253718" y="179801"/>
                  </a:lnTo>
                  <a:lnTo>
                    <a:pt x="5245598" y="179769"/>
                  </a:lnTo>
                  <a:lnTo>
                    <a:pt x="5225183" y="179680"/>
                  </a:lnTo>
                  <a:lnTo>
                    <a:pt x="5188816" y="179505"/>
                  </a:lnTo>
                  <a:lnTo>
                    <a:pt x="5134875" y="179217"/>
                  </a:lnTo>
                  <a:lnTo>
                    <a:pt x="5063897" y="178795"/>
                  </a:lnTo>
                  <a:lnTo>
                    <a:pt x="4978347" y="178225"/>
                  </a:lnTo>
                  <a:lnTo>
                    <a:pt x="4882048" y="177501"/>
                  </a:lnTo>
                  <a:lnTo>
                    <a:pt x="4779417" y="176621"/>
                  </a:lnTo>
                  <a:lnTo>
                    <a:pt x="4674734" y="175590"/>
                  </a:lnTo>
                  <a:lnTo>
                    <a:pt x="4571614" y="174410"/>
                  </a:lnTo>
                  <a:lnTo>
                    <a:pt x="4472741" y="173082"/>
                  </a:lnTo>
                  <a:lnTo>
                    <a:pt x="4379839" y="171603"/>
                  </a:lnTo>
                  <a:lnTo>
                    <a:pt x="4293784" y="169963"/>
                  </a:lnTo>
                  <a:lnTo>
                    <a:pt x="4214792" y="168148"/>
                  </a:lnTo>
                  <a:lnTo>
                    <a:pt x="4142601" y="166138"/>
                  </a:lnTo>
                  <a:lnTo>
                    <a:pt x="4076646" y="163906"/>
                  </a:lnTo>
                  <a:lnTo>
                    <a:pt x="4016176" y="161422"/>
                  </a:lnTo>
                  <a:lnTo>
                    <a:pt x="3960357" y="158655"/>
                  </a:lnTo>
                  <a:lnTo>
                    <a:pt x="3908337" y="155574"/>
                  </a:lnTo>
                  <a:lnTo>
                    <a:pt x="3859301" y="152155"/>
                  </a:lnTo>
                  <a:lnTo>
                    <a:pt x="3829811" y="149838"/>
                  </a:lnTo>
                  <a:lnTo>
                    <a:pt x="3773800" y="144884"/>
                  </a:lnTo>
                  <a:lnTo>
                    <a:pt x="3719626" y="139388"/>
                  </a:lnTo>
                  <a:lnTo>
                    <a:pt x="3666545" y="133345"/>
                  </a:lnTo>
                  <a:lnTo>
                    <a:pt x="3614027" y="126769"/>
                  </a:lnTo>
                  <a:lnTo>
                    <a:pt x="3561716" y="119701"/>
                  </a:lnTo>
                  <a:lnTo>
                    <a:pt x="3509401" y="112206"/>
                  </a:lnTo>
                  <a:lnTo>
                    <a:pt x="3456983" y="104372"/>
                  </a:lnTo>
                  <a:lnTo>
                    <a:pt x="3404455" y="96310"/>
                  </a:lnTo>
                  <a:lnTo>
                    <a:pt x="3351867" y="88145"/>
                  </a:lnTo>
                  <a:lnTo>
                    <a:pt x="3299296" y="80009"/>
                  </a:lnTo>
                  <a:lnTo>
                    <a:pt x="3246812" y="72031"/>
                  </a:lnTo>
                  <a:lnTo>
                    <a:pt x="3194443" y="64330"/>
                  </a:lnTo>
                  <a:lnTo>
                    <a:pt x="3142148" y="57009"/>
                  </a:lnTo>
                  <a:lnTo>
                    <a:pt x="3089782" y="50146"/>
                  </a:lnTo>
                  <a:lnTo>
                    <a:pt x="3037075" y="43796"/>
                  </a:lnTo>
                  <a:lnTo>
                    <a:pt x="2983601" y="37987"/>
                  </a:lnTo>
                  <a:lnTo>
                    <a:pt x="2928743" y="32726"/>
                  </a:lnTo>
                  <a:lnTo>
                    <a:pt x="2896531" y="29967"/>
                  </a:lnTo>
                  <a:lnTo>
                    <a:pt x="2848987" y="26330"/>
                  </a:lnTo>
                  <a:lnTo>
                    <a:pt x="2798925" y="23039"/>
                  </a:lnTo>
                  <a:lnTo>
                    <a:pt x="2745582" y="20079"/>
                  </a:lnTo>
                  <a:lnTo>
                    <a:pt x="2688122" y="17422"/>
                  </a:lnTo>
                  <a:lnTo>
                    <a:pt x="2625694" y="15036"/>
                  </a:lnTo>
                  <a:lnTo>
                    <a:pt x="2557485" y="12890"/>
                  </a:lnTo>
                  <a:lnTo>
                    <a:pt x="2482801" y="10955"/>
                  </a:lnTo>
                  <a:lnTo>
                    <a:pt x="2401174" y="9208"/>
                  </a:lnTo>
                  <a:lnTo>
                    <a:pt x="2312500" y="7630"/>
                  </a:lnTo>
                  <a:lnTo>
                    <a:pt x="2217219" y="6208"/>
                  </a:lnTo>
                  <a:lnTo>
                    <a:pt x="2116504" y="4936"/>
                  </a:lnTo>
                  <a:lnTo>
                    <a:pt x="2012431" y="3811"/>
                  </a:lnTo>
                  <a:lnTo>
                    <a:pt x="1908049" y="2837"/>
                  </a:lnTo>
                  <a:lnTo>
                    <a:pt x="1807265" y="2015"/>
                  </a:lnTo>
                  <a:lnTo>
                    <a:pt x="1714487" y="1348"/>
                  </a:lnTo>
                  <a:lnTo>
                    <a:pt x="1634001" y="835"/>
                  </a:lnTo>
                  <a:lnTo>
                    <a:pt x="1569206" y="465"/>
                  </a:lnTo>
                  <a:lnTo>
                    <a:pt x="1521895" y="223"/>
                  </a:lnTo>
                  <a:lnTo>
                    <a:pt x="1491804" y="83"/>
                  </a:lnTo>
                  <a:lnTo>
                    <a:pt x="1476520" y="19"/>
                  </a:lnTo>
                  <a:lnTo>
                    <a:pt x="1471697" y="1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13" name="pg713"/>
            <p:cNvSpPr/>
            <p:nvPr/>
          </p:nvSpPr>
          <p:spPr>
            <a:xfrm>
              <a:off x="4799595" y="2862963"/>
              <a:ext cx="11981298" cy="6366765"/>
            </a:xfrm>
            <a:custGeom>
              <a:avLst/>
              <a:pathLst>
                <a:path w="11981298" h="6366765">
                  <a:moveTo>
                    <a:pt x="0" y="8172"/>
                  </a:moveTo>
                  <a:lnTo>
                    <a:pt x="1471387" y="8172"/>
                  </a:lnTo>
                  <a:lnTo>
                    <a:pt x="1472624" y="8177"/>
                  </a:lnTo>
                  <a:lnTo>
                    <a:pt x="1480744" y="8209"/>
                  </a:lnTo>
                  <a:lnTo>
                    <a:pt x="1501159" y="8298"/>
                  </a:lnTo>
                  <a:lnTo>
                    <a:pt x="1537526" y="8473"/>
                  </a:lnTo>
                  <a:lnTo>
                    <a:pt x="1591467" y="8761"/>
                  </a:lnTo>
                  <a:lnTo>
                    <a:pt x="1662445" y="9183"/>
                  </a:lnTo>
                  <a:lnTo>
                    <a:pt x="1747995" y="9753"/>
                  </a:lnTo>
                  <a:lnTo>
                    <a:pt x="1844294" y="10477"/>
                  </a:lnTo>
                  <a:lnTo>
                    <a:pt x="1946925" y="11357"/>
                  </a:lnTo>
                  <a:lnTo>
                    <a:pt x="2051608" y="12388"/>
                  </a:lnTo>
                  <a:lnTo>
                    <a:pt x="2154728" y="13568"/>
                  </a:lnTo>
                  <a:lnTo>
                    <a:pt x="2253601" y="14896"/>
                  </a:lnTo>
                  <a:lnTo>
                    <a:pt x="2346504" y="16375"/>
                  </a:lnTo>
                  <a:lnTo>
                    <a:pt x="2432558" y="18015"/>
                  </a:lnTo>
                  <a:lnTo>
                    <a:pt x="2511551" y="19830"/>
                  </a:lnTo>
                  <a:lnTo>
                    <a:pt x="2583741" y="21840"/>
                  </a:lnTo>
                  <a:lnTo>
                    <a:pt x="2649696" y="24072"/>
                  </a:lnTo>
                  <a:lnTo>
                    <a:pt x="2710166" y="26556"/>
                  </a:lnTo>
                  <a:lnTo>
                    <a:pt x="2765985" y="29323"/>
                  </a:lnTo>
                  <a:lnTo>
                    <a:pt x="2818005" y="32404"/>
                  </a:lnTo>
                  <a:lnTo>
                    <a:pt x="2867041" y="35823"/>
                  </a:lnTo>
                  <a:lnTo>
                    <a:pt x="2896531" y="38140"/>
                  </a:lnTo>
                  <a:lnTo>
                    <a:pt x="2952543" y="43094"/>
                  </a:lnTo>
                  <a:lnTo>
                    <a:pt x="3006716" y="48590"/>
                  </a:lnTo>
                  <a:lnTo>
                    <a:pt x="3059797" y="54633"/>
                  </a:lnTo>
                  <a:lnTo>
                    <a:pt x="3112315" y="61209"/>
                  </a:lnTo>
                  <a:lnTo>
                    <a:pt x="3164626" y="68277"/>
                  </a:lnTo>
                  <a:lnTo>
                    <a:pt x="3216941" y="75772"/>
                  </a:lnTo>
                  <a:lnTo>
                    <a:pt x="3269359" y="83606"/>
                  </a:lnTo>
                  <a:lnTo>
                    <a:pt x="3321887" y="91668"/>
                  </a:lnTo>
                  <a:lnTo>
                    <a:pt x="3374475" y="99833"/>
                  </a:lnTo>
                  <a:lnTo>
                    <a:pt x="3427046" y="107969"/>
                  </a:lnTo>
                  <a:lnTo>
                    <a:pt x="3479530" y="115947"/>
                  </a:lnTo>
                  <a:lnTo>
                    <a:pt x="3531899" y="123648"/>
                  </a:lnTo>
                  <a:lnTo>
                    <a:pt x="3584194" y="130969"/>
                  </a:lnTo>
                  <a:lnTo>
                    <a:pt x="3636560" y="137832"/>
                  </a:lnTo>
                  <a:lnTo>
                    <a:pt x="3689267" y="144182"/>
                  </a:lnTo>
                  <a:lnTo>
                    <a:pt x="3742742" y="149991"/>
                  </a:lnTo>
                  <a:lnTo>
                    <a:pt x="3797599" y="155252"/>
                  </a:lnTo>
                  <a:lnTo>
                    <a:pt x="3829811" y="158011"/>
                  </a:lnTo>
                  <a:lnTo>
                    <a:pt x="3877355" y="161648"/>
                  </a:lnTo>
                  <a:lnTo>
                    <a:pt x="3927417" y="164939"/>
                  </a:lnTo>
                  <a:lnTo>
                    <a:pt x="3980760" y="167899"/>
                  </a:lnTo>
                  <a:lnTo>
                    <a:pt x="4038220" y="170556"/>
                  </a:lnTo>
                  <a:lnTo>
                    <a:pt x="4100649" y="172942"/>
                  </a:lnTo>
                  <a:lnTo>
                    <a:pt x="4168858" y="175088"/>
                  </a:lnTo>
                  <a:lnTo>
                    <a:pt x="4243541" y="177022"/>
                  </a:lnTo>
                  <a:lnTo>
                    <a:pt x="4325168" y="178770"/>
                  </a:lnTo>
                  <a:lnTo>
                    <a:pt x="4413842" y="180348"/>
                  </a:lnTo>
                  <a:lnTo>
                    <a:pt x="4509123" y="181770"/>
                  </a:lnTo>
                  <a:lnTo>
                    <a:pt x="4609838" y="183042"/>
                  </a:lnTo>
                  <a:lnTo>
                    <a:pt x="4713911" y="184167"/>
                  </a:lnTo>
                  <a:lnTo>
                    <a:pt x="4818293" y="185141"/>
                  </a:lnTo>
                  <a:lnTo>
                    <a:pt x="4919077" y="185963"/>
                  </a:lnTo>
                  <a:lnTo>
                    <a:pt x="5011855" y="186630"/>
                  </a:lnTo>
                  <a:lnTo>
                    <a:pt x="5092341" y="187143"/>
                  </a:lnTo>
                  <a:lnTo>
                    <a:pt x="5157136" y="187513"/>
                  </a:lnTo>
                  <a:lnTo>
                    <a:pt x="5204447" y="187755"/>
                  </a:lnTo>
                  <a:lnTo>
                    <a:pt x="5234538" y="187895"/>
                  </a:lnTo>
                  <a:lnTo>
                    <a:pt x="5249822" y="187959"/>
                  </a:lnTo>
                  <a:lnTo>
                    <a:pt x="5254645" y="187977"/>
                  </a:lnTo>
                  <a:lnTo>
                    <a:pt x="5254955" y="187978"/>
                  </a:lnTo>
                  <a:lnTo>
                    <a:pt x="6726343" y="187978"/>
                  </a:lnTo>
                  <a:lnTo>
                    <a:pt x="6727148" y="188078"/>
                  </a:lnTo>
                  <a:lnTo>
                    <a:pt x="6732480" y="188789"/>
                  </a:lnTo>
                  <a:lnTo>
                    <a:pt x="6746049" y="190750"/>
                  </a:lnTo>
                  <a:lnTo>
                    <a:pt x="6770630" y="194619"/>
                  </a:lnTo>
                  <a:lnTo>
                    <a:pt x="6807917" y="201026"/>
                  </a:lnTo>
                  <a:lnTo>
                    <a:pt x="6858414" y="210527"/>
                  </a:lnTo>
                  <a:lnTo>
                    <a:pt x="6921427" y="223560"/>
                  </a:lnTo>
                  <a:lnTo>
                    <a:pt x="6995224" y="240415"/>
                  </a:lnTo>
                  <a:lnTo>
                    <a:pt x="7077331" y="261234"/>
                  </a:lnTo>
                  <a:lnTo>
                    <a:pt x="7164905" y="286039"/>
                  </a:lnTo>
                  <a:lnTo>
                    <a:pt x="7255101" y="314775"/>
                  </a:lnTo>
                  <a:lnTo>
                    <a:pt x="7345364" y="347364"/>
                  </a:lnTo>
                  <a:lnTo>
                    <a:pt x="7433611" y="383750"/>
                  </a:lnTo>
                  <a:lnTo>
                    <a:pt x="7518299" y="423940"/>
                  </a:lnTo>
                  <a:lnTo>
                    <a:pt x="7598420" y="468033"/>
                  </a:lnTo>
                  <a:lnTo>
                    <a:pt x="7673427" y="516233"/>
                  </a:lnTo>
                  <a:lnTo>
                    <a:pt x="7743148" y="568854"/>
                  </a:lnTo>
                  <a:lnTo>
                    <a:pt x="7807692" y="626322"/>
                  </a:lnTo>
                  <a:lnTo>
                    <a:pt x="7867365" y="689168"/>
                  </a:lnTo>
                  <a:lnTo>
                    <a:pt x="7922603" y="758012"/>
                  </a:lnTo>
                  <a:lnTo>
                    <a:pt x="7973917" y="833541"/>
                  </a:lnTo>
                  <a:lnTo>
                    <a:pt x="8021853" y="916473"/>
                  </a:lnTo>
                  <a:lnTo>
                    <a:pt x="8066961" y="1007493"/>
                  </a:lnTo>
                  <a:lnTo>
                    <a:pt x="8109772" y="1107158"/>
                  </a:lnTo>
                  <a:lnTo>
                    <a:pt x="8150766" y="1215749"/>
                  </a:lnTo>
                  <a:lnTo>
                    <a:pt x="8151487" y="1217776"/>
                  </a:lnTo>
                  <a:lnTo>
                    <a:pt x="8178211" y="1295853"/>
                  </a:lnTo>
                  <a:lnTo>
                    <a:pt x="8204418" y="1377999"/>
                  </a:lnTo>
                  <a:lnTo>
                    <a:pt x="8230209" y="1464290"/>
                  </a:lnTo>
                  <a:lnTo>
                    <a:pt x="8255670" y="1554774"/>
                  </a:lnTo>
                  <a:lnTo>
                    <a:pt x="8280875" y="1649464"/>
                  </a:lnTo>
                  <a:lnTo>
                    <a:pt x="8305886" y="1748338"/>
                  </a:lnTo>
                  <a:lnTo>
                    <a:pt x="8330758" y="1851331"/>
                  </a:lnTo>
                  <a:lnTo>
                    <a:pt x="8355535" y="1958340"/>
                  </a:lnTo>
                  <a:lnTo>
                    <a:pt x="8380252" y="2069218"/>
                  </a:lnTo>
                  <a:lnTo>
                    <a:pt x="8404940" y="2183774"/>
                  </a:lnTo>
                  <a:lnTo>
                    <a:pt x="8429621" y="2301775"/>
                  </a:lnTo>
                  <a:lnTo>
                    <a:pt x="8454310" y="2422942"/>
                  </a:lnTo>
                  <a:lnTo>
                    <a:pt x="8479018" y="2546958"/>
                  </a:lnTo>
                  <a:lnTo>
                    <a:pt x="8503752" y="2673466"/>
                  </a:lnTo>
                  <a:lnTo>
                    <a:pt x="8528513" y="2802074"/>
                  </a:lnTo>
                  <a:lnTo>
                    <a:pt x="8553298" y="2932362"/>
                  </a:lnTo>
                  <a:lnTo>
                    <a:pt x="8578104" y="3063883"/>
                  </a:lnTo>
                  <a:lnTo>
                    <a:pt x="8602923" y="3196174"/>
                  </a:lnTo>
                  <a:lnTo>
                    <a:pt x="8627747" y="3328759"/>
                  </a:lnTo>
                  <a:lnTo>
                    <a:pt x="8652568" y="3461158"/>
                  </a:lnTo>
                  <a:lnTo>
                    <a:pt x="8677377" y="3592893"/>
                  </a:lnTo>
                  <a:lnTo>
                    <a:pt x="8702168" y="3723498"/>
                  </a:lnTo>
                  <a:lnTo>
                    <a:pt x="8726934" y="3852522"/>
                  </a:lnTo>
                  <a:lnTo>
                    <a:pt x="8751674" y="3979537"/>
                  </a:lnTo>
                  <a:lnTo>
                    <a:pt x="8776388" y="4104146"/>
                  </a:lnTo>
                  <a:lnTo>
                    <a:pt x="8801081" y="4225983"/>
                  </a:lnTo>
                  <a:lnTo>
                    <a:pt x="8825762" y="4344722"/>
                  </a:lnTo>
                  <a:lnTo>
                    <a:pt x="8850447" y="4460074"/>
                  </a:lnTo>
                  <a:lnTo>
                    <a:pt x="8875155" y="4571798"/>
                  </a:lnTo>
                  <a:lnTo>
                    <a:pt x="8899916" y="4679691"/>
                  </a:lnTo>
                  <a:lnTo>
                    <a:pt x="8924763" y="4783598"/>
                  </a:lnTo>
                  <a:lnTo>
                    <a:pt x="8949738" y="4883405"/>
                  </a:lnTo>
                  <a:lnTo>
                    <a:pt x="8974894" y="4979040"/>
                  </a:lnTo>
                  <a:lnTo>
                    <a:pt x="9000292" y="5070470"/>
                  </a:lnTo>
                  <a:lnTo>
                    <a:pt x="9026002" y="5157701"/>
                  </a:lnTo>
                  <a:lnTo>
                    <a:pt x="9052107" y="5240773"/>
                  </a:lnTo>
                  <a:lnTo>
                    <a:pt x="9078706" y="5319757"/>
                  </a:lnTo>
                  <a:lnTo>
                    <a:pt x="9084767" y="5336967"/>
                  </a:lnTo>
                  <a:lnTo>
                    <a:pt x="9125732" y="5445718"/>
                  </a:lnTo>
                  <a:lnTo>
                    <a:pt x="9168506" y="5545541"/>
                  </a:lnTo>
                  <a:lnTo>
                    <a:pt x="9213569" y="5636712"/>
                  </a:lnTo>
                  <a:lnTo>
                    <a:pt x="9261449" y="5719783"/>
                  </a:lnTo>
                  <a:lnTo>
                    <a:pt x="9312697" y="5795439"/>
                  </a:lnTo>
                  <a:lnTo>
                    <a:pt x="9367860" y="5864396"/>
                  </a:lnTo>
                  <a:lnTo>
                    <a:pt x="9427450" y="5927344"/>
                  </a:lnTo>
                  <a:lnTo>
                    <a:pt x="9491903" y="5984904"/>
                  </a:lnTo>
                  <a:lnTo>
                    <a:pt x="9561530" y="6037607"/>
                  </a:lnTo>
                  <a:lnTo>
                    <a:pt x="9636442" y="6085883"/>
                  </a:lnTo>
                  <a:lnTo>
                    <a:pt x="9716475" y="6130048"/>
                  </a:lnTo>
                  <a:lnTo>
                    <a:pt x="9801090" y="6170307"/>
                  </a:lnTo>
                  <a:lnTo>
                    <a:pt x="9889284" y="6206761"/>
                  </a:lnTo>
                  <a:lnTo>
                    <a:pt x="9979528" y="6239418"/>
                  </a:lnTo>
                  <a:lnTo>
                    <a:pt x="10069747" y="6268224"/>
                  </a:lnTo>
                  <a:lnTo>
                    <a:pt x="10157392" y="6293100"/>
                  </a:lnTo>
                  <a:lnTo>
                    <a:pt x="10239622" y="6313991"/>
                  </a:lnTo>
                  <a:lnTo>
                    <a:pt x="10313592" y="6330915"/>
                  </a:lnTo>
                  <a:lnTo>
                    <a:pt x="10376816" y="6344015"/>
                  </a:lnTo>
                  <a:lnTo>
                    <a:pt x="10427547" y="6353576"/>
                  </a:lnTo>
                  <a:lnTo>
                    <a:pt x="10465070" y="6360034"/>
                  </a:lnTo>
                  <a:lnTo>
                    <a:pt x="10489867" y="6363943"/>
                  </a:lnTo>
                  <a:lnTo>
                    <a:pt x="10503613" y="6365933"/>
                  </a:lnTo>
                  <a:lnTo>
                    <a:pt x="10509062" y="6366660"/>
                  </a:lnTo>
                  <a:lnTo>
                    <a:pt x="10509911" y="6366765"/>
                  </a:lnTo>
                  <a:lnTo>
                    <a:pt x="11981298" y="6366765"/>
                  </a:lnTo>
                  <a:lnTo>
                    <a:pt x="11981298" y="6358592"/>
                  </a:lnTo>
                  <a:lnTo>
                    <a:pt x="10509911" y="6358592"/>
                  </a:lnTo>
                  <a:lnTo>
                    <a:pt x="10509105" y="6358492"/>
                  </a:lnTo>
                  <a:lnTo>
                    <a:pt x="10503773" y="6357782"/>
                  </a:lnTo>
                  <a:lnTo>
                    <a:pt x="10490204" y="6355820"/>
                  </a:lnTo>
                  <a:lnTo>
                    <a:pt x="10465624" y="6351951"/>
                  </a:lnTo>
                  <a:lnTo>
                    <a:pt x="10428336" y="6345545"/>
                  </a:lnTo>
                  <a:lnTo>
                    <a:pt x="10377839" y="6336043"/>
                  </a:lnTo>
                  <a:lnTo>
                    <a:pt x="10314826" y="6323010"/>
                  </a:lnTo>
                  <a:lnTo>
                    <a:pt x="10241029" y="6306156"/>
                  </a:lnTo>
                  <a:lnTo>
                    <a:pt x="10158922" y="6285337"/>
                  </a:lnTo>
                  <a:lnTo>
                    <a:pt x="10071349" y="6260532"/>
                  </a:lnTo>
                  <a:lnTo>
                    <a:pt x="9981153" y="6231795"/>
                  </a:lnTo>
                  <a:lnTo>
                    <a:pt x="9890889" y="6199207"/>
                  </a:lnTo>
                  <a:lnTo>
                    <a:pt x="9802643" y="6162821"/>
                  </a:lnTo>
                  <a:lnTo>
                    <a:pt x="9717954" y="6122631"/>
                  </a:lnTo>
                  <a:lnTo>
                    <a:pt x="9637833" y="6078537"/>
                  </a:lnTo>
                  <a:lnTo>
                    <a:pt x="9562826" y="6030338"/>
                  </a:lnTo>
                  <a:lnTo>
                    <a:pt x="9493105" y="5977717"/>
                  </a:lnTo>
                  <a:lnTo>
                    <a:pt x="9428561" y="5920248"/>
                  </a:lnTo>
                  <a:lnTo>
                    <a:pt x="9368888" y="5857402"/>
                  </a:lnTo>
                  <a:lnTo>
                    <a:pt x="9313650" y="5788559"/>
                  </a:lnTo>
                  <a:lnTo>
                    <a:pt x="9262336" y="5713029"/>
                  </a:lnTo>
                  <a:lnTo>
                    <a:pt x="9214400" y="5630097"/>
                  </a:lnTo>
                  <a:lnTo>
                    <a:pt x="9169292" y="5539078"/>
                  </a:lnTo>
                  <a:lnTo>
                    <a:pt x="9126481" y="5439413"/>
                  </a:lnTo>
                  <a:lnTo>
                    <a:pt x="9085488" y="5330822"/>
                  </a:lnTo>
                  <a:lnTo>
                    <a:pt x="9084767" y="5328794"/>
                  </a:lnTo>
                  <a:lnTo>
                    <a:pt x="9058043" y="5250717"/>
                  </a:lnTo>
                  <a:lnTo>
                    <a:pt x="9031835" y="5168572"/>
                  </a:lnTo>
                  <a:lnTo>
                    <a:pt x="9006044" y="5082281"/>
                  </a:lnTo>
                  <a:lnTo>
                    <a:pt x="8980583" y="4991797"/>
                  </a:lnTo>
                  <a:lnTo>
                    <a:pt x="8955378" y="4897106"/>
                  </a:lnTo>
                  <a:lnTo>
                    <a:pt x="8930367" y="4798233"/>
                  </a:lnTo>
                  <a:lnTo>
                    <a:pt x="8905495" y="4695240"/>
                  </a:lnTo>
                  <a:lnTo>
                    <a:pt x="8880718" y="4588231"/>
                  </a:lnTo>
                  <a:lnTo>
                    <a:pt x="8856001" y="4477353"/>
                  </a:lnTo>
                  <a:lnTo>
                    <a:pt x="8831313" y="4362797"/>
                  </a:lnTo>
                  <a:lnTo>
                    <a:pt x="8806632" y="4244796"/>
                  </a:lnTo>
                  <a:lnTo>
                    <a:pt x="8781943" y="4123629"/>
                  </a:lnTo>
                  <a:lnTo>
                    <a:pt x="8757235" y="3999613"/>
                  </a:lnTo>
                  <a:lnTo>
                    <a:pt x="8732501" y="3873105"/>
                  </a:lnTo>
                  <a:lnTo>
                    <a:pt x="8707740" y="3744496"/>
                  </a:lnTo>
                  <a:lnTo>
                    <a:pt x="8682955" y="3614209"/>
                  </a:lnTo>
                  <a:lnTo>
                    <a:pt x="8658149" y="3482687"/>
                  </a:lnTo>
                  <a:lnTo>
                    <a:pt x="8633330" y="3350396"/>
                  </a:lnTo>
                  <a:lnTo>
                    <a:pt x="8608506" y="3217812"/>
                  </a:lnTo>
                  <a:lnTo>
                    <a:pt x="8583685" y="3085413"/>
                  </a:lnTo>
                  <a:lnTo>
                    <a:pt x="8558876" y="2953678"/>
                  </a:lnTo>
                  <a:lnTo>
                    <a:pt x="8534085" y="2823073"/>
                  </a:lnTo>
                  <a:lnTo>
                    <a:pt x="8509319" y="2694049"/>
                  </a:lnTo>
                  <a:lnTo>
                    <a:pt x="8484579" y="2567033"/>
                  </a:lnTo>
                  <a:lnTo>
                    <a:pt x="8459865" y="2442425"/>
                  </a:lnTo>
                  <a:lnTo>
                    <a:pt x="8435172" y="2320587"/>
                  </a:lnTo>
                  <a:lnTo>
                    <a:pt x="8410491" y="2201849"/>
                  </a:lnTo>
                  <a:lnTo>
                    <a:pt x="8385807" y="2086496"/>
                  </a:lnTo>
                  <a:lnTo>
                    <a:pt x="8361098" y="1974773"/>
                  </a:lnTo>
                  <a:lnTo>
                    <a:pt x="8336337" y="1866879"/>
                  </a:lnTo>
                  <a:lnTo>
                    <a:pt x="8311491" y="1762972"/>
                  </a:lnTo>
                  <a:lnTo>
                    <a:pt x="8286515" y="1663166"/>
                  </a:lnTo>
                  <a:lnTo>
                    <a:pt x="8261359" y="1567531"/>
                  </a:lnTo>
                  <a:lnTo>
                    <a:pt x="8235962" y="1476101"/>
                  </a:lnTo>
                  <a:lnTo>
                    <a:pt x="8210252" y="1388869"/>
                  </a:lnTo>
                  <a:lnTo>
                    <a:pt x="8184146" y="1305798"/>
                  </a:lnTo>
                  <a:lnTo>
                    <a:pt x="8157548" y="1226814"/>
                  </a:lnTo>
                  <a:lnTo>
                    <a:pt x="8151487" y="1209603"/>
                  </a:lnTo>
                  <a:lnTo>
                    <a:pt x="8110521" y="1100852"/>
                  </a:lnTo>
                  <a:lnTo>
                    <a:pt x="8067748" y="1001029"/>
                  </a:lnTo>
                  <a:lnTo>
                    <a:pt x="8022685" y="909859"/>
                  </a:lnTo>
                  <a:lnTo>
                    <a:pt x="7974804" y="826787"/>
                  </a:lnTo>
                  <a:lnTo>
                    <a:pt x="7923556" y="751132"/>
                  </a:lnTo>
                  <a:lnTo>
                    <a:pt x="7868393" y="682175"/>
                  </a:lnTo>
                  <a:lnTo>
                    <a:pt x="7808804" y="619227"/>
                  </a:lnTo>
                  <a:lnTo>
                    <a:pt x="7744350" y="561667"/>
                  </a:lnTo>
                  <a:lnTo>
                    <a:pt x="7674724" y="508963"/>
                  </a:lnTo>
                  <a:lnTo>
                    <a:pt x="7599811" y="460687"/>
                  </a:lnTo>
                  <a:lnTo>
                    <a:pt x="7519778" y="416523"/>
                  </a:lnTo>
                  <a:lnTo>
                    <a:pt x="7435164" y="376263"/>
                  </a:lnTo>
                  <a:lnTo>
                    <a:pt x="7346969" y="339810"/>
                  </a:lnTo>
                  <a:lnTo>
                    <a:pt x="7256725" y="307153"/>
                  </a:lnTo>
                  <a:lnTo>
                    <a:pt x="7166507" y="278347"/>
                  </a:lnTo>
                  <a:lnTo>
                    <a:pt x="7078861" y="253470"/>
                  </a:lnTo>
                  <a:lnTo>
                    <a:pt x="6996631" y="232580"/>
                  </a:lnTo>
                  <a:lnTo>
                    <a:pt x="6922662" y="215655"/>
                  </a:lnTo>
                  <a:lnTo>
                    <a:pt x="6859437" y="202556"/>
                  </a:lnTo>
                  <a:lnTo>
                    <a:pt x="6808706" y="192995"/>
                  </a:lnTo>
                  <a:lnTo>
                    <a:pt x="6771183" y="186537"/>
                  </a:lnTo>
                  <a:lnTo>
                    <a:pt x="6746386" y="182628"/>
                  </a:lnTo>
                  <a:lnTo>
                    <a:pt x="6732641" y="180638"/>
                  </a:lnTo>
                  <a:lnTo>
                    <a:pt x="6727191" y="179911"/>
                  </a:lnTo>
                  <a:lnTo>
                    <a:pt x="6726343" y="179805"/>
                  </a:lnTo>
                  <a:lnTo>
                    <a:pt x="5254955" y="179805"/>
                  </a:lnTo>
                  <a:lnTo>
                    <a:pt x="5253718" y="179801"/>
                  </a:lnTo>
                  <a:lnTo>
                    <a:pt x="5245598" y="179769"/>
                  </a:lnTo>
                  <a:lnTo>
                    <a:pt x="5225183" y="179680"/>
                  </a:lnTo>
                  <a:lnTo>
                    <a:pt x="5188816" y="179505"/>
                  </a:lnTo>
                  <a:lnTo>
                    <a:pt x="5134875" y="179217"/>
                  </a:lnTo>
                  <a:lnTo>
                    <a:pt x="5063897" y="178795"/>
                  </a:lnTo>
                  <a:lnTo>
                    <a:pt x="4978347" y="178225"/>
                  </a:lnTo>
                  <a:lnTo>
                    <a:pt x="4882048" y="177501"/>
                  </a:lnTo>
                  <a:lnTo>
                    <a:pt x="4779417" y="176621"/>
                  </a:lnTo>
                  <a:lnTo>
                    <a:pt x="4674734" y="175590"/>
                  </a:lnTo>
                  <a:lnTo>
                    <a:pt x="4571614" y="174410"/>
                  </a:lnTo>
                  <a:lnTo>
                    <a:pt x="4472741" y="173082"/>
                  </a:lnTo>
                  <a:lnTo>
                    <a:pt x="4379839" y="171603"/>
                  </a:lnTo>
                  <a:lnTo>
                    <a:pt x="4293784" y="169963"/>
                  </a:lnTo>
                  <a:lnTo>
                    <a:pt x="4214792" y="168148"/>
                  </a:lnTo>
                  <a:lnTo>
                    <a:pt x="4142601" y="166138"/>
                  </a:lnTo>
                  <a:lnTo>
                    <a:pt x="4076646" y="163906"/>
                  </a:lnTo>
                  <a:lnTo>
                    <a:pt x="4016176" y="161422"/>
                  </a:lnTo>
                  <a:lnTo>
                    <a:pt x="3960357" y="158655"/>
                  </a:lnTo>
                  <a:lnTo>
                    <a:pt x="3908337" y="155574"/>
                  </a:lnTo>
                  <a:lnTo>
                    <a:pt x="3859301" y="152155"/>
                  </a:lnTo>
                  <a:lnTo>
                    <a:pt x="3829811" y="149838"/>
                  </a:lnTo>
                  <a:lnTo>
                    <a:pt x="3773800" y="144884"/>
                  </a:lnTo>
                  <a:lnTo>
                    <a:pt x="3719626" y="139388"/>
                  </a:lnTo>
                  <a:lnTo>
                    <a:pt x="3666545" y="133345"/>
                  </a:lnTo>
                  <a:lnTo>
                    <a:pt x="3614027" y="126769"/>
                  </a:lnTo>
                  <a:lnTo>
                    <a:pt x="3561716" y="119701"/>
                  </a:lnTo>
                  <a:lnTo>
                    <a:pt x="3509401" y="112206"/>
                  </a:lnTo>
                  <a:lnTo>
                    <a:pt x="3456983" y="104372"/>
                  </a:lnTo>
                  <a:lnTo>
                    <a:pt x="3404455" y="96310"/>
                  </a:lnTo>
                  <a:lnTo>
                    <a:pt x="3351867" y="88145"/>
                  </a:lnTo>
                  <a:lnTo>
                    <a:pt x="3299296" y="80009"/>
                  </a:lnTo>
                  <a:lnTo>
                    <a:pt x="3246812" y="72031"/>
                  </a:lnTo>
                  <a:lnTo>
                    <a:pt x="3194443" y="64330"/>
                  </a:lnTo>
                  <a:lnTo>
                    <a:pt x="3142148" y="57009"/>
                  </a:lnTo>
                  <a:lnTo>
                    <a:pt x="3089782" y="50146"/>
                  </a:lnTo>
                  <a:lnTo>
                    <a:pt x="3037075" y="43796"/>
                  </a:lnTo>
                  <a:lnTo>
                    <a:pt x="2983601" y="37987"/>
                  </a:lnTo>
                  <a:lnTo>
                    <a:pt x="2928743" y="32726"/>
                  </a:lnTo>
                  <a:lnTo>
                    <a:pt x="2896531" y="29967"/>
                  </a:lnTo>
                  <a:lnTo>
                    <a:pt x="2848987" y="26330"/>
                  </a:lnTo>
                  <a:lnTo>
                    <a:pt x="2798925" y="23039"/>
                  </a:lnTo>
                  <a:lnTo>
                    <a:pt x="2745582" y="20079"/>
                  </a:lnTo>
                  <a:lnTo>
                    <a:pt x="2688122" y="17422"/>
                  </a:lnTo>
                  <a:lnTo>
                    <a:pt x="2625694" y="15036"/>
                  </a:lnTo>
                  <a:lnTo>
                    <a:pt x="2557485" y="12890"/>
                  </a:lnTo>
                  <a:lnTo>
                    <a:pt x="2482801" y="10955"/>
                  </a:lnTo>
                  <a:lnTo>
                    <a:pt x="2401174" y="9208"/>
                  </a:lnTo>
                  <a:lnTo>
                    <a:pt x="2312500" y="7630"/>
                  </a:lnTo>
                  <a:lnTo>
                    <a:pt x="2217219" y="6208"/>
                  </a:lnTo>
                  <a:lnTo>
                    <a:pt x="2116504" y="4936"/>
                  </a:lnTo>
                  <a:lnTo>
                    <a:pt x="2012431" y="3811"/>
                  </a:lnTo>
                  <a:lnTo>
                    <a:pt x="1908049" y="2837"/>
                  </a:lnTo>
                  <a:lnTo>
                    <a:pt x="1807265" y="2015"/>
                  </a:lnTo>
                  <a:lnTo>
                    <a:pt x="1714487" y="1348"/>
                  </a:lnTo>
                  <a:lnTo>
                    <a:pt x="1634001" y="835"/>
                  </a:lnTo>
                  <a:lnTo>
                    <a:pt x="1569206" y="465"/>
                  </a:lnTo>
                  <a:lnTo>
                    <a:pt x="1521895" y="223"/>
                  </a:lnTo>
                  <a:lnTo>
                    <a:pt x="1491804" y="83"/>
                  </a:lnTo>
                  <a:lnTo>
                    <a:pt x="1476520" y="19"/>
                  </a:lnTo>
                  <a:lnTo>
                    <a:pt x="1471697" y="1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714" name="pl714"/>
            <p:cNvSpPr/>
            <p:nvPr/>
          </p:nvSpPr>
          <p:spPr>
            <a:xfrm>
              <a:off x="4799595" y="2871136"/>
              <a:ext cx="11981298" cy="6358592"/>
            </a:xfrm>
            <a:custGeom>
              <a:avLst/>
              <a:pathLst>
                <a:path w="11981298" h="6358592">
                  <a:moveTo>
                    <a:pt x="0" y="0"/>
                  </a:moveTo>
                  <a:lnTo>
                    <a:pt x="1471387" y="0"/>
                  </a:lnTo>
                  <a:lnTo>
                    <a:pt x="1472624" y="4"/>
                  </a:lnTo>
                  <a:lnTo>
                    <a:pt x="1480744" y="36"/>
                  </a:lnTo>
                  <a:lnTo>
                    <a:pt x="1501159" y="125"/>
                  </a:lnTo>
                  <a:lnTo>
                    <a:pt x="1537526" y="300"/>
                  </a:lnTo>
                  <a:lnTo>
                    <a:pt x="1591467" y="588"/>
                  </a:lnTo>
                  <a:lnTo>
                    <a:pt x="1662445" y="1010"/>
                  </a:lnTo>
                  <a:lnTo>
                    <a:pt x="1747995" y="1580"/>
                  </a:lnTo>
                  <a:lnTo>
                    <a:pt x="1844294" y="2304"/>
                  </a:lnTo>
                  <a:lnTo>
                    <a:pt x="1946925" y="3184"/>
                  </a:lnTo>
                  <a:lnTo>
                    <a:pt x="2051608" y="4215"/>
                  </a:lnTo>
                  <a:lnTo>
                    <a:pt x="2154728" y="5395"/>
                  </a:lnTo>
                  <a:lnTo>
                    <a:pt x="2253601" y="6723"/>
                  </a:lnTo>
                  <a:lnTo>
                    <a:pt x="2346504" y="8202"/>
                  </a:lnTo>
                  <a:lnTo>
                    <a:pt x="2432558" y="9842"/>
                  </a:lnTo>
                  <a:lnTo>
                    <a:pt x="2511551" y="11657"/>
                  </a:lnTo>
                  <a:lnTo>
                    <a:pt x="2583741" y="13667"/>
                  </a:lnTo>
                  <a:lnTo>
                    <a:pt x="2649696" y="15899"/>
                  </a:lnTo>
                  <a:lnTo>
                    <a:pt x="2710166" y="18383"/>
                  </a:lnTo>
                  <a:lnTo>
                    <a:pt x="2765985" y="21150"/>
                  </a:lnTo>
                  <a:lnTo>
                    <a:pt x="2818005" y="24231"/>
                  </a:lnTo>
                  <a:lnTo>
                    <a:pt x="2867041" y="27650"/>
                  </a:lnTo>
                  <a:lnTo>
                    <a:pt x="2896531" y="29967"/>
                  </a:lnTo>
                  <a:lnTo>
                    <a:pt x="2952543" y="34921"/>
                  </a:lnTo>
                  <a:lnTo>
                    <a:pt x="3006716" y="40417"/>
                  </a:lnTo>
                  <a:lnTo>
                    <a:pt x="3059797" y="46460"/>
                  </a:lnTo>
                  <a:lnTo>
                    <a:pt x="3112315" y="53036"/>
                  </a:lnTo>
                  <a:lnTo>
                    <a:pt x="3164626" y="60104"/>
                  </a:lnTo>
                  <a:lnTo>
                    <a:pt x="3216941" y="67599"/>
                  </a:lnTo>
                  <a:lnTo>
                    <a:pt x="3269359" y="75433"/>
                  </a:lnTo>
                  <a:lnTo>
                    <a:pt x="3321887" y="83495"/>
                  </a:lnTo>
                  <a:lnTo>
                    <a:pt x="3374475" y="91660"/>
                  </a:lnTo>
                  <a:lnTo>
                    <a:pt x="3427046" y="99796"/>
                  </a:lnTo>
                  <a:lnTo>
                    <a:pt x="3479530" y="107774"/>
                  </a:lnTo>
                  <a:lnTo>
                    <a:pt x="3531899" y="115475"/>
                  </a:lnTo>
                  <a:lnTo>
                    <a:pt x="3584194" y="122796"/>
                  </a:lnTo>
                  <a:lnTo>
                    <a:pt x="3636560" y="129659"/>
                  </a:lnTo>
                  <a:lnTo>
                    <a:pt x="3689267" y="136009"/>
                  </a:lnTo>
                  <a:lnTo>
                    <a:pt x="3742742" y="141818"/>
                  </a:lnTo>
                  <a:lnTo>
                    <a:pt x="3797599" y="147079"/>
                  </a:lnTo>
                  <a:lnTo>
                    <a:pt x="3829811" y="149838"/>
                  </a:lnTo>
                  <a:lnTo>
                    <a:pt x="3877355" y="153475"/>
                  </a:lnTo>
                  <a:lnTo>
                    <a:pt x="3927417" y="156766"/>
                  </a:lnTo>
                  <a:lnTo>
                    <a:pt x="3980760" y="159726"/>
                  </a:lnTo>
                  <a:lnTo>
                    <a:pt x="4038220" y="162383"/>
                  </a:lnTo>
                  <a:lnTo>
                    <a:pt x="4100649" y="164769"/>
                  </a:lnTo>
                  <a:lnTo>
                    <a:pt x="4168858" y="166915"/>
                  </a:lnTo>
                  <a:lnTo>
                    <a:pt x="4243541" y="168849"/>
                  </a:lnTo>
                  <a:lnTo>
                    <a:pt x="4325168" y="170597"/>
                  </a:lnTo>
                  <a:lnTo>
                    <a:pt x="4413842" y="172175"/>
                  </a:lnTo>
                  <a:lnTo>
                    <a:pt x="4509123" y="173597"/>
                  </a:lnTo>
                  <a:lnTo>
                    <a:pt x="4609838" y="174869"/>
                  </a:lnTo>
                  <a:lnTo>
                    <a:pt x="4713911" y="175994"/>
                  </a:lnTo>
                  <a:lnTo>
                    <a:pt x="4818293" y="176968"/>
                  </a:lnTo>
                  <a:lnTo>
                    <a:pt x="4919077" y="177790"/>
                  </a:lnTo>
                  <a:lnTo>
                    <a:pt x="5011855" y="178457"/>
                  </a:lnTo>
                  <a:lnTo>
                    <a:pt x="5092341" y="178970"/>
                  </a:lnTo>
                  <a:lnTo>
                    <a:pt x="5157136" y="179340"/>
                  </a:lnTo>
                  <a:lnTo>
                    <a:pt x="5204447" y="179582"/>
                  </a:lnTo>
                  <a:lnTo>
                    <a:pt x="5234538" y="179722"/>
                  </a:lnTo>
                  <a:lnTo>
                    <a:pt x="5249822" y="179786"/>
                  </a:lnTo>
                  <a:lnTo>
                    <a:pt x="5254645" y="179804"/>
                  </a:lnTo>
                  <a:lnTo>
                    <a:pt x="5254955" y="179805"/>
                  </a:lnTo>
                  <a:lnTo>
                    <a:pt x="6726343" y="179805"/>
                  </a:lnTo>
                  <a:lnTo>
                    <a:pt x="6727148" y="179905"/>
                  </a:lnTo>
                  <a:lnTo>
                    <a:pt x="6732480" y="180616"/>
                  </a:lnTo>
                  <a:lnTo>
                    <a:pt x="6746049" y="182577"/>
                  </a:lnTo>
                  <a:lnTo>
                    <a:pt x="6770630" y="186446"/>
                  </a:lnTo>
                  <a:lnTo>
                    <a:pt x="6807917" y="192853"/>
                  </a:lnTo>
                  <a:lnTo>
                    <a:pt x="6858414" y="202354"/>
                  </a:lnTo>
                  <a:lnTo>
                    <a:pt x="6921427" y="215387"/>
                  </a:lnTo>
                  <a:lnTo>
                    <a:pt x="6995224" y="232242"/>
                  </a:lnTo>
                  <a:lnTo>
                    <a:pt x="7077331" y="253061"/>
                  </a:lnTo>
                  <a:lnTo>
                    <a:pt x="7164905" y="277866"/>
                  </a:lnTo>
                  <a:lnTo>
                    <a:pt x="7255101" y="306602"/>
                  </a:lnTo>
                  <a:lnTo>
                    <a:pt x="7345364" y="339191"/>
                  </a:lnTo>
                  <a:lnTo>
                    <a:pt x="7433611" y="375577"/>
                  </a:lnTo>
                  <a:lnTo>
                    <a:pt x="7518299" y="415767"/>
                  </a:lnTo>
                  <a:lnTo>
                    <a:pt x="7598420" y="459860"/>
                  </a:lnTo>
                  <a:lnTo>
                    <a:pt x="7673427" y="508060"/>
                  </a:lnTo>
                  <a:lnTo>
                    <a:pt x="7743148" y="560681"/>
                  </a:lnTo>
                  <a:lnTo>
                    <a:pt x="7807692" y="618149"/>
                  </a:lnTo>
                  <a:lnTo>
                    <a:pt x="7867365" y="680995"/>
                  </a:lnTo>
                  <a:lnTo>
                    <a:pt x="7922603" y="749839"/>
                  </a:lnTo>
                  <a:lnTo>
                    <a:pt x="7973917" y="825368"/>
                  </a:lnTo>
                  <a:lnTo>
                    <a:pt x="8021853" y="908300"/>
                  </a:lnTo>
                  <a:lnTo>
                    <a:pt x="8066961" y="999320"/>
                  </a:lnTo>
                  <a:lnTo>
                    <a:pt x="8109772" y="1098985"/>
                  </a:lnTo>
                  <a:lnTo>
                    <a:pt x="8150766" y="1207576"/>
                  </a:lnTo>
                  <a:lnTo>
                    <a:pt x="8151487" y="1209603"/>
                  </a:lnTo>
                  <a:lnTo>
                    <a:pt x="8178211" y="1287680"/>
                  </a:lnTo>
                  <a:lnTo>
                    <a:pt x="8204418" y="1369826"/>
                  </a:lnTo>
                  <a:lnTo>
                    <a:pt x="8230209" y="1456117"/>
                  </a:lnTo>
                  <a:lnTo>
                    <a:pt x="8255670" y="1546601"/>
                  </a:lnTo>
                  <a:lnTo>
                    <a:pt x="8280875" y="1641291"/>
                  </a:lnTo>
                  <a:lnTo>
                    <a:pt x="8305886" y="1740165"/>
                  </a:lnTo>
                  <a:lnTo>
                    <a:pt x="8330758" y="1843158"/>
                  </a:lnTo>
                  <a:lnTo>
                    <a:pt x="8355535" y="1950167"/>
                  </a:lnTo>
                  <a:lnTo>
                    <a:pt x="8380252" y="2061045"/>
                  </a:lnTo>
                  <a:lnTo>
                    <a:pt x="8404940" y="2175601"/>
                  </a:lnTo>
                  <a:lnTo>
                    <a:pt x="8429621" y="2293602"/>
                  </a:lnTo>
                  <a:lnTo>
                    <a:pt x="8454310" y="2414769"/>
                  </a:lnTo>
                  <a:lnTo>
                    <a:pt x="8479018" y="2538785"/>
                  </a:lnTo>
                  <a:lnTo>
                    <a:pt x="8503752" y="2665293"/>
                  </a:lnTo>
                  <a:lnTo>
                    <a:pt x="8528513" y="2793901"/>
                  </a:lnTo>
                  <a:lnTo>
                    <a:pt x="8553298" y="2924189"/>
                  </a:lnTo>
                  <a:lnTo>
                    <a:pt x="8578104" y="3055710"/>
                  </a:lnTo>
                  <a:lnTo>
                    <a:pt x="8602923" y="3188001"/>
                  </a:lnTo>
                  <a:lnTo>
                    <a:pt x="8627747" y="3320586"/>
                  </a:lnTo>
                  <a:lnTo>
                    <a:pt x="8652568" y="3452985"/>
                  </a:lnTo>
                  <a:lnTo>
                    <a:pt x="8677377" y="3584720"/>
                  </a:lnTo>
                  <a:lnTo>
                    <a:pt x="8702168" y="3715325"/>
                  </a:lnTo>
                  <a:lnTo>
                    <a:pt x="8726934" y="3844349"/>
                  </a:lnTo>
                  <a:lnTo>
                    <a:pt x="8751674" y="3971364"/>
                  </a:lnTo>
                  <a:lnTo>
                    <a:pt x="8776388" y="4095973"/>
                  </a:lnTo>
                  <a:lnTo>
                    <a:pt x="8801081" y="4217810"/>
                  </a:lnTo>
                  <a:lnTo>
                    <a:pt x="8825762" y="4336549"/>
                  </a:lnTo>
                  <a:lnTo>
                    <a:pt x="8850447" y="4451901"/>
                  </a:lnTo>
                  <a:lnTo>
                    <a:pt x="8875155" y="4563625"/>
                  </a:lnTo>
                  <a:lnTo>
                    <a:pt x="8899916" y="4671518"/>
                  </a:lnTo>
                  <a:lnTo>
                    <a:pt x="8924763" y="4775425"/>
                  </a:lnTo>
                  <a:lnTo>
                    <a:pt x="8949738" y="4875232"/>
                  </a:lnTo>
                  <a:lnTo>
                    <a:pt x="8974894" y="4970867"/>
                  </a:lnTo>
                  <a:lnTo>
                    <a:pt x="9000292" y="5062297"/>
                  </a:lnTo>
                  <a:lnTo>
                    <a:pt x="9026002" y="5149528"/>
                  </a:lnTo>
                  <a:lnTo>
                    <a:pt x="9052107" y="5232600"/>
                  </a:lnTo>
                  <a:lnTo>
                    <a:pt x="9078706" y="5311584"/>
                  </a:lnTo>
                  <a:lnTo>
                    <a:pt x="9084767" y="5328794"/>
                  </a:lnTo>
                  <a:lnTo>
                    <a:pt x="9125732" y="5437545"/>
                  </a:lnTo>
                  <a:lnTo>
                    <a:pt x="9168506" y="5537368"/>
                  </a:lnTo>
                  <a:lnTo>
                    <a:pt x="9213569" y="5628539"/>
                  </a:lnTo>
                  <a:lnTo>
                    <a:pt x="9261449" y="5711610"/>
                  </a:lnTo>
                  <a:lnTo>
                    <a:pt x="9312697" y="5787266"/>
                  </a:lnTo>
                  <a:lnTo>
                    <a:pt x="9367860" y="5856223"/>
                  </a:lnTo>
                  <a:lnTo>
                    <a:pt x="9427450" y="5919171"/>
                  </a:lnTo>
                  <a:lnTo>
                    <a:pt x="9491903" y="5976731"/>
                  </a:lnTo>
                  <a:lnTo>
                    <a:pt x="9561530" y="6029434"/>
                  </a:lnTo>
                  <a:lnTo>
                    <a:pt x="9636442" y="6077710"/>
                  </a:lnTo>
                  <a:lnTo>
                    <a:pt x="9716475" y="6121875"/>
                  </a:lnTo>
                  <a:lnTo>
                    <a:pt x="9801090" y="6162134"/>
                  </a:lnTo>
                  <a:lnTo>
                    <a:pt x="9889284" y="6198588"/>
                  </a:lnTo>
                  <a:lnTo>
                    <a:pt x="9979528" y="6231245"/>
                  </a:lnTo>
                  <a:lnTo>
                    <a:pt x="10069747" y="6260051"/>
                  </a:lnTo>
                  <a:lnTo>
                    <a:pt x="10157392" y="6284927"/>
                  </a:lnTo>
                  <a:lnTo>
                    <a:pt x="10239622" y="6305818"/>
                  </a:lnTo>
                  <a:lnTo>
                    <a:pt x="10313592" y="6322742"/>
                  </a:lnTo>
                  <a:lnTo>
                    <a:pt x="10376816" y="6335842"/>
                  </a:lnTo>
                  <a:lnTo>
                    <a:pt x="10427547" y="6345403"/>
                  </a:lnTo>
                  <a:lnTo>
                    <a:pt x="10465070" y="6351861"/>
                  </a:lnTo>
                  <a:lnTo>
                    <a:pt x="10489867" y="6355770"/>
                  </a:lnTo>
                  <a:lnTo>
                    <a:pt x="10503613" y="6357760"/>
                  </a:lnTo>
                  <a:lnTo>
                    <a:pt x="10509062" y="6358487"/>
                  </a:lnTo>
                  <a:lnTo>
                    <a:pt x="10509911" y="6358592"/>
                  </a:lnTo>
                  <a:lnTo>
                    <a:pt x="10509911" y="6358592"/>
                  </a:lnTo>
                  <a:lnTo>
                    <a:pt x="11981298" y="635859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15" name="pl715"/>
            <p:cNvSpPr/>
            <p:nvPr/>
          </p:nvSpPr>
          <p:spPr>
            <a:xfrm>
              <a:off x="4799595" y="2862963"/>
              <a:ext cx="11981298" cy="6358592"/>
            </a:xfrm>
            <a:custGeom>
              <a:avLst/>
              <a:pathLst>
                <a:path w="11981298" h="6358592">
                  <a:moveTo>
                    <a:pt x="11981298" y="6358592"/>
                  </a:moveTo>
                  <a:lnTo>
                    <a:pt x="10509911" y="6358592"/>
                  </a:lnTo>
                  <a:lnTo>
                    <a:pt x="10509105" y="6358492"/>
                  </a:lnTo>
                  <a:lnTo>
                    <a:pt x="10503773" y="6357782"/>
                  </a:lnTo>
                  <a:lnTo>
                    <a:pt x="10490204" y="6355820"/>
                  </a:lnTo>
                  <a:lnTo>
                    <a:pt x="10465624" y="6351951"/>
                  </a:lnTo>
                  <a:lnTo>
                    <a:pt x="10428336" y="6345545"/>
                  </a:lnTo>
                  <a:lnTo>
                    <a:pt x="10377839" y="6336043"/>
                  </a:lnTo>
                  <a:lnTo>
                    <a:pt x="10314826" y="6323010"/>
                  </a:lnTo>
                  <a:lnTo>
                    <a:pt x="10241029" y="6306156"/>
                  </a:lnTo>
                  <a:lnTo>
                    <a:pt x="10158922" y="6285337"/>
                  </a:lnTo>
                  <a:lnTo>
                    <a:pt x="10071349" y="6260532"/>
                  </a:lnTo>
                  <a:lnTo>
                    <a:pt x="9981153" y="6231795"/>
                  </a:lnTo>
                  <a:lnTo>
                    <a:pt x="9890889" y="6199207"/>
                  </a:lnTo>
                  <a:lnTo>
                    <a:pt x="9802643" y="6162821"/>
                  </a:lnTo>
                  <a:lnTo>
                    <a:pt x="9717954" y="6122631"/>
                  </a:lnTo>
                  <a:lnTo>
                    <a:pt x="9637833" y="6078537"/>
                  </a:lnTo>
                  <a:lnTo>
                    <a:pt x="9562826" y="6030338"/>
                  </a:lnTo>
                  <a:lnTo>
                    <a:pt x="9493105" y="5977717"/>
                  </a:lnTo>
                  <a:lnTo>
                    <a:pt x="9428561" y="5920248"/>
                  </a:lnTo>
                  <a:lnTo>
                    <a:pt x="9368888" y="5857402"/>
                  </a:lnTo>
                  <a:lnTo>
                    <a:pt x="9313650" y="5788559"/>
                  </a:lnTo>
                  <a:lnTo>
                    <a:pt x="9262336" y="5713029"/>
                  </a:lnTo>
                  <a:lnTo>
                    <a:pt x="9214400" y="5630097"/>
                  </a:lnTo>
                  <a:lnTo>
                    <a:pt x="9169292" y="5539078"/>
                  </a:lnTo>
                  <a:lnTo>
                    <a:pt x="9126481" y="5439413"/>
                  </a:lnTo>
                  <a:lnTo>
                    <a:pt x="9085488" y="5330822"/>
                  </a:lnTo>
                  <a:lnTo>
                    <a:pt x="9084767" y="5328794"/>
                  </a:lnTo>
                  <a:lnTo>
                    <a:pt x="9058043" y="5250717"/>
                  </a:lnTo>
                  <a:lnTo>
                    <a:pt x="9031835" y="5168572"/>
                  </a:lnTo>
                  <a:lnTo>
                    <a:pt x="9006044" y="5082281"/>
                  </a:lnTo>
                  <a:lnTo>
                    <a:pt x="8980583" y="4991797"/>
                  </a:lnTo>
                  <a:lnTo>
                    <a:pt x="8955378" y="4897106"/>
                  </a:lnTo>
                  <a:lnTo>
                    <a:pt x="8930367" y="4798233"/>
                  </a:lnTo>
                  <a:lnTo>
                    <a:pt x="8905495" y="4695240"/>
                  </a:lnTo>
                  <a:lnTo>
                    <a:pt x="8880718" y="4588231"/>
                  </a:lnTo>
                  <a:lnTo>
                    <a:pt x="8856001" y="4477353"/>
                  </a:lnTo>
                  <a:lnTo>
                    <a:pt x="8831313" y="4362797"/>
                  </a:lnTo>
                  <a:lnTo>
                    <a:pt x="8806632" y="4244796"/>
                  </a:lnTo>
                  <a:lnTo>
                    <a:pt x="8781943" y="4123629"/>
                  </a:lnTo>
                  <a:lnTo>
                    <a:pt x="8757235" y="3999613"/>
                  </a:lnTo>
                  <a:lnTo>
                    <a:pt x="8732501" y="3873105"/>
                  </a:lnTo>
                  <a:lnTo>
                    <a:pt x="8707740" y="3744496"/>
                  </a:lnTo>
                  <a:lnTo>
                    <a:pt x="8682955" y="3614209"/>
                  </a:lnTo>
                  <a:lnTo>
                    <a:pt x="8658149" y="3482687"/>
                  </a:lnTo>
                  <a:lnTo>
                    <a:pt x="8633330" y="3350396"/>
                  </a:lnTo>
                  <a:lnTo>
                    <a:pt x="8608506" y="3217812"/>
                  </a:lnTo>
                  <a:lnTo>
                    <a:pt x="8583685" y="3085413"/>
                  </a:lnTo>
                  <a:lnTo>
                    <a:pt x="8558876" y="2953678"/>
                  </a:lnTo>
                  <a:lnTo>
                    <a:pt x="8534085" y="2823073"/>
                  </a:lnTo>
                  <a:lnTo>
                    <a:pt x="8509319" y="2694049"/>
                  </a:lnTo>
                  <a:lnTo>
                    <a:pt x="8484579" y="2567033"/>
                  </a:lnTo>
                  <a:lnTo>
                    <a:pt x="8459865" y="2442425"/>
                  </a:lnTo>
                  <a:lnTo>
                    <a:pt x="8435172" y="2320587"/>
                  </a:lnTo>
                  <a:lnTo>
                    <a:pt x="8410491" y="2201849"/>
                  </a:lnTo>
                  <a:lnTo>
                    <a:pt x="8385807" y="2086496"/>
                  </a:lnTo>
                  <a:lnTo>
                    <a:pt x="8361098" y="1974773"/>
                  </a:lnTo>
                  <a:lnTo>
                    <a:pt x="8336337" y="1866879"/>
                  </a:lnTo>
                  <a:lnTo>
                    <a:pt x="8311491" y="1762972"/>
                  </a:lnTo>
                  <a:lnTo>
                    <a:pt x="8286515" y="1663166"/>
                  </a:lnTo>
                  <a:lnTo>
                    <a:pt x="8261359" y="1567531"/>
                  </a:lnTo>
                  <a:lnTo>
                    <a:pt x="8235962" y="1476101"/>
                  </a:lnTo>
                  <a:lnTo>
                    <a:pt x="8210252" y="1388869"/>
                  </a:lnTo>
                  <a:lnTo>
                    <a:pt x="8184146" y="1305798"/>
                  </a:lnTo>
                  <a:lnTo>
                    <a:pt x="8157548" y="1226814"/>
                  </a:lnTo>
                  <a:lnTo>
                    <a:pt x="8151487" y="1209603"/>
                  </a:lnTo>
                  <a:lnTo>
                    <a:pt x="8110521" y="1100852"/>
                  </a:lnTo>
                  <a:lnTo>
                    <a:pt x="8067748" y="1001029"/>
                  </a:lnTo>
                  <a:lnTo>
                    <a:pt x="8022685" y="909859"/>
                  </a:lnTo>
                  <a:lnTo>
                    <a:pt x="7974804" y="826787"/>
                  </a:lnTo>
                  <a:lnTo>
                    <a:pt x="7923556" y="751132"/>
                  </a:lnTo>
                  <a:lnTo>
                    <a:pt x="7868393" y="682175"/>
                  </a:lnTo>
                  <a:lnTo>
                    <a:pt x="7808804" y="619227"/>
                  </a:lnTo>
                  <a:lnTo>
                    <a:pt x="7744350" y="561667"/>
                  </a:lnTo>
                  <a:lnTo>
                    <a:pt x="7674724" y="508963"/>
                  </a:lnTo>
                  <a:lnTo>
                    <a:pt x="7599811" y="460687"/>
                  </a:lnTo>
                  <a:lnTo>
                    <a:pt x="7519778" y="416523"/>
                  </a:lnTo>
                  <a:lnTo>
                    <a:pt x="7435164" y="376263"/>
                  </a:lnTo>
                  <a:lnTo>
                    <a:pt x="7346969" y="339810"/>
                  </a:lnTo>
                  <a:lnTo>
                    <a:pt x="7256725" y="307153"/>
                  </a:lnTo>
                  <a:lnTo>
                    <a:pt x="7166507" y="278347"/>
                  </a:lnTo>
                  <a:lnTo>
                    <a:pt x="7078861" y="253470"/>
                  </a:lnTo>
                  <a:lnTo>
                    <a:pt x="6996631" y="232580"/>
                  </a:lnTo>
                  <a:lnTo>
                    <a:pt x="6922662" y="215655"/>
                  </a:lnTo>
                  <a:lnTo>
                    <a:pt x="6859437" y="202556"/>
                  </a:lnTo>
                  <a:lnTo>
                    <a:pt x="6808706" y="192995"/>
                  </a:lnTo>
                  <a:lnTo>
                    <a:pt x="6771183" y="186537"/>
                  </a:lnTo>
                  <a:lnTo>
                    <a:pt x="6746386" y="182628"/>
                  </a:lnTo>
                  <a:lnTo>
                    <a:pt x="6732641" y="180638"/>
                  </a:lnTo>
                  <a:lnTo>
                    <a:pt x="6727191" y="179911"/>
                  </a:lnTo>
                  <a:lnTo>
                    <a:pt x="6726343" y="179805"/>
                  </a:lnTo>
                  <a:lnTo>
                    <a:pt x="6726343" y="179805"/>
                  </a:lnTo>
                  <a:lnTo>
                    <a:pt x="5254955" y="179805"/>
                  </a:lnTo>
                  <a:lnTo>
                    <a:pt x="5253718" y="179801"/>
                  </a:lnTo>
                  <a:lnTo>
                    <a:pt x="5245598" y="179769"/>
                  </a:lnTo>
                  <a:lnTo>
                    <a:pt x="5225183" y="179680"/>
                  </a:lnTo>
                  <a:lnTo>
                    <a:pt x="5188816" y="179505"/>
                  </a:lnTo>
                  <a:lnTo>
                    <a:pt x="5134875" y="179217"/>
                  </a:lnTo>
                  <a:lnTo>
                    <a:pt x="5063897" y="178795"/>
                  </a:lnTo>
                  <a:lnTo>
                    <a:pt x="4978347" y="178225"/>
                  </a:lnTo>
                  <a:lnTo>
                    <a:pt x="4882048" y="177501"/>
                  </a:lnTo>
                  <a:lnTo>
                    <a:pt x="4779417" y="176621"/>
                  </a:lnTo>
                  <a:lnTo>
                    <a:pt x="4674734" y="175590"/>
                  </a:lnTo>
                  <a:lnTo>
                    <a:pt x="4571614" y="174410"/>
                  </a:lnTo>
                  <a:lnTo>
                    <a:pt x="4472741" y="173082"/>
                  </a:lnTo>
                  <a:lnTo>
                    <a:pt x="4379839" y="171603"/>
                  </a:lnTo>
                  <a:lnTo>
                    <a:pt x="4293784" y="169963"/>
                  </a:lnTo>
                  <a:lnTo>
                    <a:pt x="4214792" y="168148"/>
                  </a:lnTo>
                  <a:lnTo>
                    <a:pt x="4142601" y="166138"/>
                  </a:lnTo>
                  <a:lnTo>
                    <a:pt x="4076646" y="163906"/>
                  </a:lnTo>
                  <a:lnTo>
                    <a:pt x="4016176" y="161422"/>
                  </a:lnTo>
                  <a:lnTo>
                    <a:pt x="3960357" y="158655"/>
                  </a:lnTo>
                  <a:lnTo>
                    <a:pt x="3908337" y="155574"/>
                  </a:lnTo>
                  <a:lnTo>
                    <a:pt x="3859301" y="152155"/>
                  </a:lnTo>
                  <a:lnTo>
                    <a:pt x="3829811" y="149838"/>
                  </a:lnTo>
                  <a:lnTo>
                    <a:pt x="3773800" y="144884"/>
                  </a:lnTo>
                  <a:lnTo>
                    <a:pt x="3719626" y="139388"/>
                  </a:lnTo>
                  <a:lnTo>
                    <a:pt x="3666545" y="133345"/>
                  </a:lnTo>
                  <a:lnTo>
                    <a:pt x="3614027" y="126769"/>
                  </a:lnTo>
                  <a:lnTo>
                    <a:pt x="3561716" y="119701"/>
                  </a:lnTo>
                  <a:lnTo>
                    <a:pt x="3509401" y="112206"/>
                  </a:lnTo>
                  <a:lnTo>
                    <a:pt x="3456983" y="104372"/>
                  </a:lnTo>
                  <a:lnTo>
                    <a:pt x="3404455" y="96310"/>
                  </a:lnTo>
                  <a:lnTo>
                    <a:pt x="3351867" y="88145"/>
                  </a:lnTo>
                  <a:lnTo>
                    <a:pt x="3299296" y="80009"/>
                  </a:lnTo>
                  <a:lnTo>
                    <a:pt x="3246812" y="72031"/>
                  </a:lnTo>
                  <a:lnTo>
                    <a:pt x="3194443" y="64330"/>
                  </a:lnTo>
                  <a:lnTo>
                    <a:pt x="3142148" y="57009"/>
                  </a:lnTo>
                  <a:lnTo>
                    <a:pt x="3089782" y="50146"/>
                  </a:lnTo>
                  <a:lnTo>
                    <a:pt x="3037075" y="43796"/>
                  </a:lnTo>
                  <a:lnTo>
                    <a:pt x="2983601" y="37987"/>
                  </a:lnTo>
                  <a:lnTo>
                    <a:pt x="2928743" y="32726"/>
                  </a:lnTo>
                  <a:lnTo>
                    <a:pt x="2896531" y="29967"/>
                  </a:lnTo>
                  <a:lnTo>
                    <a:pt x="2848987" y="26330"/>
                  </a:lnTo>
                  <a:lnTo>
                    <a:pt x="2798925" y="23039"/>
                  </a:lnTo>
                  <a:lnTo>
                    <a:pt x="2745582" y="20079"/>
                  </a:lnTo>
                  <a:lnTo>
                    <a:pt x="2688122" y="17422"/>
                  </a:lnTo>
                  <a:lnTo>
                    <a:pt x="2625694" y="15036"/>
                  </a:lnTo>
                  <a:lnTo>
                    <a:pt x="2557485" y="12890"/>
                  </a:lnTo>
                  <a:lnTo>
                    <a:pt x="2482801" y="10955"/>
                  </a:lnTo>
                  <a:lnTo>
                    <a:pt x="2401174" y="9208"/>
                  </a:lnTo>
                  <a:lnTo>
                    <a:pt x="2312500" y="7630"/>
                  </a:lnTo>
                  <a:lnTo>
                    <a:pt x="2217219" y="6208"/>
                  </a:lnTo>
                  <a:lnTo>
                    <a:pt x="2116504" y="4936"/>
                  </a:lnTo>
                  <a:lnTo>
                    <a:pt x="2012431" y="3811"/>
                  </a:lnTo>
                  <a:lnTo>
                    <a:pt x="1908049" y="2837"/>
                  </a:lnTo>
                  <a:lnTo>
                    <a:pt x="1807265" y="2015"/>
                  </a:lnTo>
                  <a:lnTo>
                    <a:pt x="1714487" y="1348"/>
                  </a:lnTo>
                  <a:lnTo>
                    <a:pt x="1634001" y="835"/>
                  </a:lnTo>
                  <a:lnTo>
                    <a:pt x="1569206" y="465"/>
                  </a:lnTo>
                  <a:lnTo>
                    <a:pt x="1521895" y="223"/>
                  </a:lnTo>
                  <a:lnTo>
                    <a:pt x="1491804" y="83"/>
                  </a:lnTo>
                  <a:lnTo>
                    <a:pt x="1476520" y="19"/>
                  </a:lnTo>
                  <a:lnTo>
                    <a:pt x="1471697" y="1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16" name="pg716"/>
            <p:cNvSpPr/>
            <p:nvPr/>
          </p:nvSpPr>
          <p:spPr>
            <a:xfrm>
              <a:off x="4799595" y="2871136"/>
              <a:ext cx="11981298" cy="7020605"/>
            </a:xfrm>
            <a:custGeom>
              <a:avLst/>
              <a:pathLst>
                <a:path w="11981298" h="7020605">
                  <a:moveTo>
                    <a:pt x="0" y="40864"/>
                  </a:moveTo>
                  <a:lnTo>
                    <a:pt x="1471387" y="40864"/>
                  </a:lnTo>
                  <a:lnTo>
                    <a:pt x="1472624" y="40869"/>
                  </a:lnTo>
                  <a:lnTo>
                    <a:pt x="1480744" y="40901"/>
                  </a:lnTo>
                  <a:lnTo>
                    <a:pt x="1501159" y="40990"/>
                  </a:lnTo>
                  <a:lnTo>
                    <a:pt x="1537526" y="41165"/>
                  </a:lnTo>
                  <a:lnTo>
                    <a:pt x="1591467" y="41453"/>
                  </a:lnTo>
                  <a:lnTo>
                    <a:pt x="1662445" y="41875"/>
                  </a:lnTo>
                  <a:lnTo>
                    <a:pt x="1747995" y="42445"/>
                  </a:lnTo>
                  <a:lnTo>
                    <a:pt x="1844294" y="43169"/>
                  </a:lnTo>
                  <a:lnTo>
                    <a:pt x="1946925" y="44049"/>
                  </a:lnTo>
                  <a:lnTo>
                    <a:pt x="2051608" y="45080"/>
                  </a:lnTo>
                  <a:lnTo>
                    <a:pt x="2154728" y="46260"/>
                  </a:lnTo>
                  <a:lnTo>
                    <a:pt x="2253601" y="47588"/>
                  </a:lnTo>
                  <a:lnTo>
                    <a:pt x="2346504" y="49067"/>
                  </a:lnTo>
                  <a:lnTo>
                    <a:pt x="2432558" y="50707"/>
                  </a:lnTo>
                  <a:lnTo>
                    <a:pt x="2511551" y="52522"/>
                  </a:lnTo>
                  <a:lnTo>
                    <a:pt x="2583741" y="54532"/>
                  </a:lnTo>
                  <a:lnTo>
                    <a:pt x="2649696" y="56764"/>
                  </a:lnTo>
                  <a:lnTo>
                    <a:pt x="2710166" y="59248"/>
                  </a:lnTo>
                  <a:lnTo>
                    <a:pt x="2765985" y="62014"/>
                  </a:lnTo>
                  <a:lnTo>
                    <a:pt x="2818005" y="65096"/>
                  </a:lnTo>
                  <a:lnTo>
                    <a:pt x="2867041" y="68515"/>
                  </a:lnTo>
                  <a:lnTo>
                    <a:pt x="2896531" y="70832"/>
                  </a:lnTo>
                  <a:lnTo>
                    <a:pt x="2952543" y="75786"/>
                  </a:lnTo>
                  <a:lnTo>
                    <a:pt x="3006716" y="81282"/>
                  </a:lnTo>
                  <a:lnTo>
                    <a:pt x="3059797" y="87325"/>
                  </a:lnTo>
                  <a:lnTo>
                    <a:pt x="3112315" y="93901"/>
                  </a:lnTo>
                  <a:lnTo>
                    <a:pt x="3164626" y="100969"/>
                  </a:lnTo>
                  <a:lnTo>
                    <a:pt x="3216941" y="108464"/>
                  </a:lnTo>
                  <a:lnTo>
                    <a:pt x="3269359" y="116298"/>
                  </a:lnTo>
                  <a:lnTo>
                    <a:pt x="3321887" y="124360"/>
                  </a:lnTo>
                  <a:lnTo>
                    <a:pt x="3374475" y="132525"/>
                  </a:lnTo>
                  <a:lnTo>
                    <a:pt x="3427046" y="140661"/>
                  </a:lnTo>
                  <a:lnTo>
                    <a:pt x="3479530" y="148639"/>
                  </a:lnTo>
                  <a:lnTo>
                    <a:pt x="3531899" y="156340"/>
                  </a:lnTo>
                  <a:lnTo>
                    <a:pt x="3584194" y="163661"/>
                  </a:lnTo>
                  <a:lnTo>
                    <a:pt x="3636560" y="170524"/>
                  </a:lnTo>
                  <a:lnTo>
                    <a:pt x="3689267" y="176874"/>
                  </a:lnTo>
                  <a:lnTo>
                    <a:pt x="3742742" y="182683"/>
                  </a:lnTo>
                  <a:lnTo>
                    <a:pt x="3797599" y="187944"/>
                  </a:lnTo>
                  <a:lnTo>
                    <a:pt x="3829811" y="190703"/>
                  </a:lnTo>
                  <a:lnTo>
                    <a:pt x="3877355" y="194340"/>
                  </a:lnTo>
                  <a:lnTo>
                    <a:pt x="3927417" y="197631"/>
                  </a:lnTo>
                  <a:lnTo>
                    <a:pt x="3980760" y="200591"/>
                  </a:lnTo>
                  <a:lnTo>
                    <a:pt x="4038220" y="203248"/>
                  </a:lnTo>
                  <a:lnTo>
                    <a:pt x="4100649" y="205634"/>
                  </a:lnTo>
                  <a:lnTo>
                    <a:pt x="4168858" y="207780"/>
                  </a:lnTo>
                  <a:lnTo>
                    <a:pt x="4243541" y="209714"/>
                  </a:lnTo>
                  <a:lnTo>
                    <a:pt x="4325168" y="211462"/>
                  </a:lnTo>
                  <a:lnTo>
                    <a:pt x="4413842" y="213040"/>
                  </a:lnTo>
                  <a:lnTo>
                    <a:pt x="4509123" y="214462"/>
                  </a:lnTo>
                  <a:lnTo>
                    <a:pt x="4609838" y="215734"/>
                  </a:lnTo>
                  <a:lnTo>
                    <a:pt x="4713911" y="216859"/>
                  </a:lnTo>
                  <a:lnTo>
                    <a:pt x="4818293" y="217833"/>
                  </a:lnTo>
                  <a:lnTo>
                    <a:pt x="4919077" y="218655"/>
                  </a:lnTo>
                  <a:lnTo>
                    <a:pt x="5011855" y="219322"/>
                  </a:lnTo>
                  <a:lnTo>
                    <a:pt x="5092341" y="219835"/>
                  </a:lnTo>
                  <a:lnTo>
                    <a:pt x="5157136" y="220205"/>
                  </a:lnTo>
                  <a:lnTo>
                    <a:pt x="5204447" y="220447"/>
                  </a:lnTo>
                  <a:lnTo>
                    <a:pt x="5234538" y="220587"/>
                  </a:lnTo>
                  <a:lnTo>
                    <a:pt x="5249822" y="220651"/>
                  </a:lnTo>
                  <a:lnTo>
                    <a:pt x="5254645" y="220669"/>
                  </a:lnTo>
                  <a:lnTo>
                    <a:pt x="5254955" y="220670"/>
                  </a:lnTo>
                  <a:lnTo>
                    <a:pt x="6726343" y="220670"/>
                  </a:lnTo>
                  <a:lnTo>
                    <a:pt x="6727109" y="220775"/>
                  </a:lnTo>
                  <a:lnTo>
                    <a:pt x="6732188" y="221518"/>
                  </a:lnTo>
                  <a:lnTo>
                    <a:pt x="6745129" y="223569"/>
                  </a:lnTo>
                  <a:lnTo>
                    <a:pt x="6768610" y="227616"/>
                  </a:lnTo>
                  <a:lnTo>
                    <a:pt x="6804308" y="234320"/>
                  </a:lnTo>
                  <a:lnTo>
                    <a:pt x="6852786" y="244274"/>
                  </a:lnTo>
                  <a:lnTo>
                    <a:pt x="6913487" y="257946"/>
                  </a:lnTo>
                  <a:lnTo>
                    <a:pt x="6984855" y="275658"/>
                  </a:lnTo>
                  <a:lnTo>
                    <a:pt x="7064608" y="297577"/>
                  </a:lnTo>
                  <a:lnTo>
                    <a:pt x="7150067" y="323741"/>
                  </a:lnTo>
                  <a:lnTo>
                    <a:pt x="7238506" y="354102"/>
                  </a:lnTo>
                  <a:lnTo>
                    <a:pt x="7327432" y="388578"/>
                  </a:lnTo>
                  <a:lnTo>
                    <a:pt x="7414767" y="427102"/>
                  </a:lnTo>
                  <a:lnTo>
                    <a:pt x="7498938" y="469665"/>
                  </a:lnTo>
                  <a:lnTo>
                    <a:pt x="7578875" y="516347"/>
                  </a:lnTo>
                  <a:lnTo>
                    <a:pt x="7653961" y="567334"/>
                  </a:lnTo>
                  <a:lnTo>
                    <a:pt x="7723948" y="622925"/>
                  </a:lnTo>
                  <a:lnTo>
                    <a:pt x="7788876" y="683534"/>
                  </a:lnTo>
                  <a:lnTo>
                    <a:pt x="7848990" y="749685"/>
                  </a:lnTo>
                  <a:lnTo>
                    <a:pt x="7904671" y="822001"/>
                  </a:lnTo>
                  <a:lnTo>
                    <a:pt x="7956388" y="901182"/>
                  </a:lnTo>
                  <a:lnTo>
                    <a:pt x="8004651" y="987973"/>
                  </a:lnTo>
                  <a:lnTo>
                    <a:pt x="8049987" y="1083115"/>
                  </a:lnTo>
                  <a:lnTo>
                    <a:pt x="8092908" y="1187254"/>
                  </a:lnTo>
                  <a:lnTo>
                    <a:pt x="8133895" y="1300822"/>
                  </a:lnTo>
                  <a:lnTo>
                    <a:pt x="8151487" y="1353993"/>
                  </a:lnTo>
                  <a:lnTo>
                    <a:pt x="8177027" y="1435981"/>
                  </a:lnTo>
                  <a:lnTo>
                    <a:pt x="8202092" y="1522050"/>
                  </a:lnTo>
                  <a:lnTo>
                    <a:pt x="8226769" y="1612278"/>
                  </a:lnTo>
                  <a:lnTo>
                    <a:pt x="8251136" y="1706713"/>
                  </a:lnTo>
                  <a:lnTo>
                    <a:pt x="8275257" y="1805372"/>
                  </a:lnTo>
                  <a:lnTo>
                    <a:pt x="8299190" y="1908241"/>
                  </a:lnTo>
                  <a:lnTo>
                    <a:pt x="8322983" y="2015269"/>
                  </a:lnTo>
                  <a:lnTo>
                    <a:pt x="8346678" y="2126367"/>
                  </a:lnTo>
                  <a:lnTo>
                    <a:pt x="8370308" y="2241409"/>
                  </a:lnTo>
                  <a:lnTo>
                    <a:pt x="8393900" y="2360228"/>
                  </a:lnTo>
                  <a:lnTo>
                    <a:pt x="8417478" y="2482617"/>
                  </a:lnTo>
                  <a:lnTo>
                    <a:pt x="8441057" y="2608328"/>
                  </a:lnTo>
                  <a:lnTo>
                    <a:pt x="8464649" y="2737078"/>
                  </a:lnTo>
                  <a:lnTo>
                    <a:pt x="8488261" y="2868543"/>
                  </a:lnTo>
                  <a:lnTo>
                    <a:pt x="8511898" y="3002367"/>
                  </a:lnTo>
                  <a:lnTo>
                    <a:pt x="8535559" y="3138166"/>
                  </a:lnTo>
                  <a:lnTo>
                    <a:pt x="8559241" y="3275526"/>
                  </a:lnTo>
                  <a:lnTo>
                    <a:pt x="8582941" y="3414015"/>
                  </a:lnTo>
                  <a:lnTo>
                    <a:pt x="8606651" y="3553184"/>
                  </a:lnTo>
                  <a:lnTo>
                    <a:pt x="8630365" y="3692576"/>
                  </a:lnTo>
                  <a:lnTo>
                    <a:pt x="8654075" y="3831730"/>
                  </a:lnTo>
                  <a:lnTo>
                    <a:pt x="8677774" y="3970189"/>
                  </a:lnTo>
                  <a:lnTo>
                    <a:pt x="8701456" y="4107506"/>
                  </a:lnTo>
                  <a:lnTo>
                    <a:pt x="8725116" y="4243247"/>
                  </a:lnTo>
                  <a:lnTo>
                    <a:pt x="8748752" y="4377002"/>
                  </a:lnTo>
                  <a:lnTo>
                    <a:pt x="8772364" y="4508385"/>
                  </a:lnTo>
                  <a:lnTo>
                    <a:pt x="8795955" y="4637041"/>
                  </a:lnTo>
                  <a:lnTo>
                    <a:pt x="8819534" y="4762650"/>
                  </a:lnTo>
                  <a:lnTo>
                    <a:pt x="8843112" y="4884927"/>
                  </a:lnTo>
                  <a:lnTo>
                    <a:pt x="8866705" y="5003628"/>
                  </a:lnTo>
                  <a:lnTo>
                    <a:pt x="8890337" y="5118545"/>
                  </a:lnTo>
                  <a:lnTo>
                    <a:pt x="8914034" y="5229514"/>
                  </a:lnTo>
                  <a:lnTo>
                    <a:pt x="8937831" y="5336410"/>
                  </a:lnTo>
                  <a:lnTo>
                    <a:pt x="8961769" y="5439144"/>
                  </a:lnTo>
                  <a:lnTo>
                    <a:pt x="8985897" y="5537667"/>
                  </a:lnTo>
                  <a:lnTo>
                    <a:pt x="9010273" y="5631966"/>
                  </a:lnTo>
                  <a:lnTo>
                    <a:pt x="9034961" y="5722059"/>
                  </a:lnTo>
                  <a:lnTo>
                    <a:pt x="9060040" y="5807996"/>
                  </a:lnTo>
                  <a:lnTo>
                    <a:pt x="9084767" y="5887283"/>
                  </a:lnTo>
                  <a:lnTo>
                    <a:pt x="9125036" y="6005054"/>
                  </a:lnTo>
                  <a:lnTo>
                    <a:pt x="9167047" y="6113322"/>
                  </a:lnTo>
                  <a:lnTo>
                    <a:pt x="9211255" y="6212366"/>
                  </a:lnTo>
                  <a:lnTo>
                    <a:pt x="9258161" y="6302756"/>
                  </a:lnTo>
                  <a:lnTo>
                    <a:pt x="9308289" y="6385204"/>
                  </a:lnTo>
                  <a:lnTo>
                    <a:pt x="9362158" y="6460461"/>
                  </a:lnTo>
                  <a:lnTo>
                    <a:pt x="9420262" y="6529253"/>
                  </a:lnTo>
                  <a:lnTo>
                    <a:pt x="9483024" y="6592238"/>
                  </a:lnTo>
                  <a:lnTo>
                    <a:pt x="9550759" y="6649986"/>
                  </a:lnTo>
                  <a:lnTo>
                    <a:pt x="9623606" y="6702962"/>
                  </a:lnTo>
                  <a:lnTo>
                    <a:pt x="9701453" y="6751516"/>
                  </a:lnTo>
                  <a:lnTo>
                    <a:pt x="9783858" y="6795882"/>
                  </a:lnTo>
                  <a:lnTo>
                    <a:pt x="9869960" y="6836185"/>
                  </a:lnTo>
                  <a:lnTo>
                    <a:pt x="9958410" y="6872454"/>
                  </a:lnTo>
                  <a:lnTo>
                    <a:pt x="10047350" y="6904642"/>
                  </a:lnTo>
                  <a:lnTo>
                    <a:pt x="10134452" y="6932669"/>
                  </a:lnTo>
                  <a:lnTo>
                    <a:pt x="10217065" y="6956464"/>
                  </a:lnTo>
                  <a:lnTo>
                    <a:pt x="10292449" y="6976021"/>
                  </a:lnTo>
                  <a:lnTo>
                    <a:pt x="10358102" y="6991446"/>
                  </a:lnTo>
                  <a:lnTo>
                    <a:pt x="10412109" y="7002992"/>
                  </a:lnTo>
                  <a:lnTo>
                    <a:pt x="10453448" y="7011064"/>
                  </a:lnTo>
                  <a:lnTo>
                    <a:pt x="10482180" y="7016206"/>
                  </a:lnTo>
                  <a:lnTo>
                    <a:pt x="10499501" y="7019054"/>
                  </a:lnTo>
                  <a:lnTo>
                    <a:pt x="10507663" y="7020290"/>
                  </a:lnTo>
                  <a:lnTo>
                    <a:pt x="10509911" y="7020605"/>
                  </a:lnTo>
                  <a:lnTo>
                    <a:pt x="11981298" y="7020605"/>
                  </a:lnTo>
                  <a:lnTo>
                    <a:pt x="11981298" y="6979740"/>
                  </a:lnTo>
                  <a:lnTo>
                    <a:pt x="10509911" y="6979740"/>
                  </a:lnTo>
                  <a:lnTo>
                    <a:pt x="10509144" y="6979636"/>
                  </a:lnTo>
                  <a:lnTo>
                    <a:pt x="10504065" y="6978893"/>
                  </a:lnTo>
                  <a:lnTo>
                    <a:pt x="10491124" y="6976841"/>
                  </a:lnTo>
                  <a:lnTo>
                    <a:pt x="10467643" y="6972795"/>
                  </a:lnTo>
                  <a:lnTo>
                    <a:pt x="10431946" y="6966090"/>
                  </a:lnTo>
                  <a:lnTo>
                    <a:pt x="10383467" y="6956137"/>
                  </a:lnTo>
                  <a:lnTo>
                    <a:pt x="10322767" y="6942465"/>
                  </a:lnTo>
                  <a:lnTo>
                    <a:pt x="10251398" y="6924753"/>
                  </a:lnTo>
                  <a:lnTo>
                    <a:pt x="10171645" y="6902834"/>
                  </a:lnTo>
                  <a:lnTo>
                    <a:pt x="10086186" y="6876669"/>
                  </a:lnTo>
                  <a:lnTo>
                    <a:pt x="9997747" y="6846308"/>
                  </a:lnTo>
                  <a:lnTo>
                    <a:pt x="9908821" y="6811833"/>
                  </a:lnTo>
                  <a:lnTo>
                    <a:pt x="9821486" y="6773309"/>
                  </a:lnTo>
                  <a:lnTo>
                    <a:pt x="9737315" y="6730746"/>
                  </a:lnTo>
                  <a:lnTo>
                    <a:pt x="9657378" y="6684063"/>
                  </a:lnTo>
                  <a:lnTo>
                    <a:pt x="9582293" y="6633077"/>
                  </a:lnTo>
                  <a:lnTo>
                    <a:pt x="9512305" y="6577486"/>
                  </a:lnTo>
                  <a:lnTo>
                    <a:pt x="9447377" y="6516877"/>
                  </a:lnTo>
                  <a:lnTo>
                    <a:pt x="9387263" y="6450726"/>
                  </a:lnTo>
                  <a:lnTo>
                    <a:pt x="9331582" y="6378410"/>
                  </a:lnTo>
                  <a:lnTo>
                    <a:pt x="9279866" y="6299229"/>
                  </a:lnTo>
                  <a:lnTo>
                    <a:pt x="9231602" y="6212437"/>
                  </a:lnTo>
                  <a:lnTo>
                    <a:pt x="9186266" y="6117296"/>
                  </a:lnTo>
                  <a:lnTo>
                    <a:pt x="9143345" y="6013156"/>
                  </a:lnTo>
                  <a:lnTo>
                    <a:pt x="9102358" y="5899588"/>
                  </a:lnTo>
                  <a:lnTo>
                    <a:pt x="9084767" y="5846418"/>
                  </a:lnTo>
                  <a:lnTo>
                    <a:pt x="9059226" y="5764429"/>
                  </a:lnTo>
                  <a:lnTo>
                    <a:pt x="9034161" y="5678360"/>
                  </a:lnTo>
                  <a:lnTo>
                    <a:pt x="9009484" y="5588132"/>
                  </a:lnTo>
                  <a:lnTo>
                    <a:pt x="8985117" y="5493698"/>
                  </a:lnTo>
                  <a:lnTo>
                    <a:pt x="8960996" y="5395038"/>
                  </a:lnTo>
                  <a:lnTo>
                    <a:pt x="8937063" y="5292169"/>
                  </a:lnTo>
                  <a:lnTo>
                    <a:pt x="8913270" y="5185142"/>
                  </a:lnTo>
                  <a:lnTo>
                    <a:pt x="8889575" y="5074043"/>
                  </a:lnTo>
                  <a:lnTo>
                    <a:pt x="8865946" y="4959001"/>
                  </a:lnTo>
                  <a:lnTo>
                    <a:pt x="8842353" y="4840182"/>
                  </a:lnTo>
                  <a:lnTo>
                    <a:pt x="8818775" y="4717794"/>
                  </a:lnTo>
                  <a:lnTo>
                    <a:pt x="8795196" y="4592082"/>
                  </a:lnTo>
                  <a:lnTo>
                    <a:pt x="8771604" y="4463333"/>
                  </a:lnTo>
                  <a:lnTo>
                    <a:pt x="8747992" y="4331868"/>
                  </a:lnTo>
                  <a:lnTo>
                    <a:pt x="8724355" y="4198043"/>
                  </a:lnTo>
                  <a:lnTo>
                    <a:pt x="8700695" y="4062245"/>
                  </a:lnTo>
                  <a:lnTo>
                    <a:pt x="8677012" y="3924885"/>
                  </a:lnTo>
                  <a:lnTo>
                    <a:pt x="8653312" y="3786396"/>
                  </a:lnTo>
                  <a:lnTo>
                    <a:pt x="8629602" y="3647227"/>
                  </a:lnTo>
                  <a:lnTo>
                    <a:pt x="8605888" y="3507835"/>
                  </a:lnTo>
                  <a:lnTo>
                    <a:pt x="8582178" y="3368680"/>
                  </a:lnTo>
                  <a:lnTo>
                    <a:pt x="8558479" y="3230221"/>
                  </a:lnTo>
                  <a:lnTo>
                    <a:pt x="8534797" y="3092905"/>
                  </a:lnTo>
                  <a:lnTo>
                    <a:pt x="8511137" y="2957163"/>
                  </a:lnTo>
                  <a:lnTo>
                    <a:pt x="8487501" y="2823409"/>
                  </a:lnTo>
                  <a:lnTo>
                    <a:pt x="8463889" y="2692026"/>
                  </a:lnTo>
                  <a:lnTo>
                    <a:pt x="8440298" y="2563369"/>
                  </a:lnTo>
                  <a:lnTo>
                    <a:pt x="8416719" y="2437760"/>
                  </a:lnTo>
                  <a:lnTo>
                    <a:pt x="8393141" y="2315483"/>
                  </a:lnTo>
                  <a:lnTo>
                    <a:pt x="8369548" y="2196783"/>
                  </a:lnTo>
                  <a:lnTo>
                    <a:pt x="8345917" y="2081865"/>
                  </a:lnTo>
                  <a:lnTo>
                    <a:pt x="8322219" y="1970896"/>
                  </a:lnTo>
                  <a:lnTo>
                    <a:pt x="8298422" y="1864001"/>
                  </a:lnTo>
                  <a:lnTo>
                    <a:pt x="8274484" y="1761267"/>
                  </a:lnTo>
                  <a:lnTo>
                    <a:pt x="8250356" y="1662743"/>
                  </a:lnTo>
                  <a:lnTo>
                    <a:pt x="8225981" y="1568445"/>
                  </a:lnTo>
                  <a:lnTo>
                    <a:pt x="8201292" y="1478352"/>
                  </a:lnTo>
                  <a:lnTo>
                    <a:pt x="8176213" y="1392415"/>
                  </a:lnTo>
                  <a:lnTo>
                    <a:pt x="8151487" y="1313128"/>
                  </a:lnTo>
                  <a:lnTo>
                    <a:pt x="8111217" y="1195356"/>
                  </a:lnTo>
                  <a:lnTo>
                    <a:pt x="8069206" y="1087088"/>
                  </a:lnTo>
                  <a:lnTo>
                    <a:pt x="8024998" y="988045"/>
                  </a:lnTo>
                  <a:lnTo>
                    <a:pt x="7978092" y="897654"/>
                  </a:lnTo>
                  <a:lnTo>
                    <a:pt x="7927965" y="815206"/>
                  </a:lnTo>
                  <a:lnTo>
                    <a:pt x="7874095" y="739949"/>
                  </a:lnTo>
                  <a:lnTo>
                    <a:pt x="7815992" y="671158"/>
                  </a:lnTo>
                  <a:lnTo>
                    <a:pt x="7753229" y="608173"/>
                  </a:lnTo>
                  <a:lnTo>
                    <a:pt x="7685494" y="550424"/>
                  </a:lnTo>
                  <a:lnTo>
                    <a:pt x="7612648" y="497448"/>
                  </a:lnTo>
                  <a:lnTo>
                    <a:pt x="7534800" y="448895"/>
                  </a:lnTo>
                  <a:lnTo>
                    <a:pt x="7452395" y="404529"/>
                  </a:lnTo>
                  <a:lnTo>
                    <a:pt x="7366294" y="364225"/>
                  </a:lnTo>
                  <a:lnTo>
                    <a:pt x="7277843" y="327957"/>
                  </a:lnTo>
                  <a:lnTo>
                    <a:pt x="7188904" y="295769"/>
                  </a:lnTo>
                  <a:lnTo>
                    <a:pt x="7101801" y="267742"/>
                  </a:lnTo>
                  <a:lnTo>
                    <a:pt x="7019188" y="243947"/>
                  </a:lnTo>
                  <a:lnTo>
                    <a:pt x="6943805" y="224390"/>
                  </a:lnTo>
                  <a:lnTo>
                    <a:pt x="6878152" y="208964"/>
                  </a:lnTo>
                  <a:lnTo>
                    <a:pt x="6824144" y="197418"/>
                  </a:lnTo>
                  <a:lnTo>
                    <a:pt x="6782805" y="189346"/>
                  </a:lnTo>
                  <a:lnTo>
                    <a:pt x="6754073" y="184205"/>
                  </a:lnTo>
                  <a:lnTo>
                    <a:pt x="6736752" y="181357"/>
                  </a:lnTo>
                  <a:lnTo>
                    <a:pt x="6728590" y="180120"/>
                  </a:lnTo>
                  <a:lnTo>
                    <a:pt x="6726343" y="179805"/>
                  </a:lnTo>
                  <a:lnTo>
                    <a:pt x="5254955" y="179805"/>
                  </a:lnTo>
                  <a:lnTo>
                    <a:pt x="5253718" y="179801"/>
                  </a:lnTo>
                  <a:lnTo>
                    <a:pt x="5245598" y="179769"/>
                  </a:lnTo>
                  <a:lnTo>
                    <a:pt x="5225183" y="179680"/>
                  </a:lnTo>
                  <a:lnTo>
                    <a:pt x="5188816" y="179505"/>
                  </a:lnTo>
                  <a:lnTo>
                    <a:pt x="5134875" y="179217"/>
                  </a:lnTo>
                  <a:lnTo>
                    <a:pt x="5063897" y="178795"/>
                  </a:lnTo>
                  <a:lnTo>
                    <a:pt x="4978347" y="178225"/>
                  </a:lnTo>
                  <a:lnTo>
                    <a:pt x="4882048" y="177501"/>
                  </a:lnTo>
                  <a:lnTo>
                    <a:pt x="4779417" y="176621"/>
                  </a:lnTo>
                  <a:lnTo>
                    <a:pt x="4674734" y="175590"/>
                  </a:lnTo>
                  <a:lnTo>
                    <a:pt x="4571614" y="174410"/>
                  </a:lnTo>
                  <a:lnTo>
                    <a:pt x="4472741" y="173082"/>
                  </a:lnTo>
                  <a:lnTo>
                    <a:pt x="4379839" y="171603"/>
                  </a:lnTo>
                  <a:lnTo>
                    <a:pt x="4293784" y="169963"/>
                  </a:lnTo>
                  <a:lnTo>
                    <a:pt x="4214792" y="168148"/>
                  </a:lnTo>
                  <a:lnTo>
                    <a:pt x="4142601" y="166138"/>
                  </a:lnTo>
                  <a:lnTo>
                    <a:pt x="4076646" y="163906"/>
                  </a:lnTo>
                  <a:lnTo>
                    <a:pt x="4016176" y="161422"/>
                  </a:lnTo>
                  <a:lnTo>
                    <a:pt x="3960357" y="158655"/>
                  </a:lnTo>
                  <a:lnTo>
                    <a:pt x="3908337" y="155574"/>
                  </a:lnTo>
                  <a:lnTo>
                    <a:pt x="3859301" y="152155"/>
                  </a:lnTo>
                  <a:lnTo>
                    <a:pt x="3829811" y="149838"/>
                  </a:lnTo>
                  <a:lnTo>
                    <a:pt x="3773800" y="144884"/>
                  </a:lnTo>
                  <a:lnTo>
                    <a:pt x="3719626" y="139388"/>
                  </a:lnTo>
                  <a:lnTo>
                    <a:pt x="3666545" y="133345"/>
                  </a:lnTo>
                  <a:lnTo>
                    <a:pt x="3614027" y="126769"/>
                  </a:lnTo>
                  <a:lnTo>
                    <a:pt x="3561716" y="119701"/>
                  </a:lnTo>
                  <a:lnTo>
                    <a:pt x="3509401" y="112206"/>
                  </a:lnTo>
                  <a:lnTo>
                    <a:pt x="3456983" y="104372"/>
                  </a:lnTo>
                  <a:lnTo>
                    <a:pt x="3404455" y="96310"/>
                  </a:lnTo>
                  <a:lnTo>
                    <a:pt x="3351867" y="88145"/>
                  </a:lnTo>
                  <a:lnTo>
                    <a:pt x="3299296" y="80009"/>
                  </a:lnTo>
                  <a:lnTo>
                    <a:pt x="3246812" y="72031"/>
                  </a:lnTo>
                  <a:lnTo>
                    <a:pt x="3194443" y="64330"/>
                  </a:lnTo>
                  <a:lnTo>
                    <a:pt x="3142148" y="57009"/>
                  </a:lnTo>
                  <a:lnTo>
                    <a:pt x="3089782" y="50146"/>
                  </a:lnTo>
                  <a:lnTo>
                    <a:pt x="3037075" y="43796"/>
                  </a:lnTo>
                  <a:lnTo>
                    <a:pt x="2983601" y="37987"/>
                  </a:lnTo>
                  <a:lnTo>
                    <a:pt x="2928743" y="32726"/>
                  </a:lnTo>
                  <a:lnTo>
                    <a:pt x="2896531" y="29967"/>
                  </a:lnTo>
                  <a:lnTo>
                    <a:pt x="2848987" y="26330"/>
                  </a:lnTo>
                  <a:lnTo>
                    <a:pt x="2798925" y="23039"/>
                  </a:lnTo>
                  <a:lnTo>
                    <a:pt x="2745582" y="20079"/>
                  </a:lnTo>
                  <a:lnTo>
                    <a:pt x="2688122" y="17422"/>
                  </a:lnTo>
                  <a:lnTo>
                    <a:pt x="2625694" y="15036"/>
                  </a:lnTo>
                  <a:lnTo>
                    <a:pt x="2557485" y="12890"/>
                  </a:lnTo>
                  <a:lnTo>
                    <a:pt x="2482801" y="10955"/>
                  </a:lnTo>
                  <a:lnTo>
                    <a:pt x="2401174" y="9208"/>
                  </a:lnTo>
                  <a:lnTo>
                    <a:pt x="2312500" y="7630"/>
                  </a:lnTo>
                  <a:lnTo>
                    <a:pt x="2217219" y="6208"/>
                  </a:lnTo>
                  <a:lnTo>
                    <a:pt x="2116504" y="4936"/>
                  </a:lnTo>
                  <a:lnTo>
                    <a:pt x="2012431" y="3811"/>
                  </a:lnTo>
                  <a:lnTo>
                    <a:pt x="1908049" y="2837"/>
                  </a:lnTo>
                  <a:lnTo>
                    <a:pt x="1807265" y="2015"/>
                  </a:lnTo>
                  <a:lnTo>
                    <a:pt x="1714487" y="1348"/>
                  </a:lnTo>
                  <a:lnTo>
                    <a:pt x="1634001" y="835"/>
                  </a:lnTo>
                  <a:lnTo>
                    <a:pt x="1569206" y="465"/>
                  </a:lnTo>
                  <a:lnTo>
                    <a:pt x="1521895" y="223"/>
                  </a:lnTo>
                  <a:lnTo>
                    <a:pt x="1491804" y="83"/>
                  </a:lnTo>
                  <a:lnTo>
                    <a:pt x="1476520" y="19"/>
                  </a:lnTo>
                  <a:lnTo>
                    <a:pt x="1471697" y="1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717" name="pl717"/>
            <p:cNvSpPr/>
            <p:nvPr/>
          </p:nvSpPr>
          <p:spPr>
            <a:xfrm>
              <a:off x="4799595" y="2912001"/>
              <a:ext cx="11981298" cy="6979740"/>
            </a:xfrm>
            <a:custGeom>
              <a:avLst/>
              <a:pathLst>
                <a:path w="11981298" h="6979740">
                  <a:moveTo>
                    <a:pt x="0" y="0"/>
                  </a:moveTo>
                  <a:lnTo>
                    <a:pt x="1471387" y="0"/>
                  </a:lnTo>
                  <a:lnTo>
                    <a:pt x="1472624" y="4"/>
                  </a:lnTo>
                  <a:lnTo>
                    <a:pt x="1480744" y="36"/>
                  </a:lnTo>
                  <a:lnTo>
                    <a:pt x="1501159" y="125"/>
                  </a:lnTo>
                  <a:lnTo>
                    <a:pt x="1537526" y="300"/>
                  </a:lnTo>
                  <a:lnTo>
                    <a:pt x="1591467" y="588"/>
                  </a:lnTo>
                  <a:lnTo>
                    <a:pt x="1662445" y="1010"/>
                  </a:lnTo>
                  <a:lnTo>
                    <a:pt x="1747995" y="1580"/>
                  </a:lnTo>
                  <a:lnTo>
                    <a:pt x="1844294" y="2304"/>
                  </a:lnTo>
                  <a:lnTo>
                    <a:pt x="1946925" y="3184"/>
                  </a:lnTo>
                  <a:lnTo>
                    <a:pt x="2051608" y="4215"/>
                  </a:lnTo>
                  <a:lnTo>
                    <a:pt x="2154728" y="5395"/>
                  </a:lnTo>
                  <a:lnTo>
                    <a:pt x="2253601" y="6723"/>
                  </a:lnTo>
                  <a:lnTo>
                    <a:pt x="2346504" y="8202"/>
                  </a:lnTo>
                  <a:lnTo>
                    <a:pt x="2432558" y="9842"/>
                  </a:lnTo>
                  <a:lnTo>
                    <a:pt x="2511551" y="11657"/>
                  </a:lnTo>
                  <a:lnTo>
                    <a:pt x="2583741" y="13667"/>
                  </a:lnTo>
                  <a:lnTo>
                    <a:pt x="2649696" y="15899"/>
                  </a:lnTo>
                  <a:lnTo>
                    <a:pt x="2710166" y="18383"/>
                  </a:lnTo>
                  <a:lnTo>
                    <a:pt x="2765985" y="21150"/>
                  </a:lnTo>
                  <a:lnTo>
                    <a:pt x="2818005" y="24231"/>
                  </a:lnTo>
                  <a:lnTo>
                    <a:pt x="2867041" y="27650"/>
                  </a:lnTo>
                  <a:lnTo>
                    <a:pt x="2896531" y="29967"/>
                  </a:lnTo>
                  <a:lnTo>
                    <a:pt x="2952543" y="34921"/>
                  </a:lnTo>
                  <a:lnTo>
                    <a:pt x="3006716" y="40417"/>
                  </a:lnTo>
                  <a:lnTo>
                    <a:pt x="3059797" y="46460"/>
                  </a:lnTo>
                  <a:lnTo>
                    <a:pt x="3112315" y="53036"/>
                  </a:lnTo>
                  <a:lnTo>
                    <a:pt x="3164626" y="60104"/>
                  </a:lnTo>
                  <a:lnTo>
                    <a:pt x="3216941" y="67599"/>
                  </a:lnTo>
                  <a:lnTo>
                    <a:pt x="3269359" y="75433"/>
                  </a:lnTo>
                  <a:lnTo>
                    <a:pt x="3321887" y="83495"/>
                  </a:lnTo>
                  <a:lnTo>
                    <a:pt x="3374475" y="91660"/>
                  </a:lnTo>
                  <a:lnTo>
                    <a:pt x="3427046" y="99796"/>
                  </a:lnTo>
                  <a:lnTo>
                    <a:pt x="3479530" y="107774"/>
                  </a:lnTo>
                  <a:lnTo>
                    <a:pt x="3531899" y="115475"/>
                  </a:lnTo>
                  <a:lnTo>
                    <a:pt x="3584194" y="122796"/>
                  </a:lnTo>
                  <a:lnTo>
                    <a:pt x="3636560" y="129659"/>
                  </a:lnTo>
                  <a:lnTo>
                    <a:pt x="3689267" y="136009"/>
                  </a:lnTo>
                  <a:lnTo>
                    <a:pt x="3742742" y="141818"/>
                  </a:lnTo>
                  <a:lnTo>
                    <a:pt x="3797599" y="147079"/>
                  </a:lnTo>
                  <a:lnTo>
                    <a:pt x="3829811" y="149838"/>
                  </a:lnTo>
                  <a:lnTo>
                    <a:pt x="3877355" y="153475"/>
                  </a:lnTo>
                  <a:lnTo>
                    <a:pt x="3927417" y="156766"/>
                  </a:lnTo>
                  <a:lnTo>
                    <a:pt x="3980760" y="159726"/>
                  </a:lnTo>
                  <a:lnTo>
                    <a:pt x="4038220" y="162383"/>
                  </a:lnTo>
                  <a:lnTo>
                    <a:pt x="4100649" y="164769"/>
                  </a:lnTo>
                  <a:lnTo>
                    <a:pt x="4168858" y="166915"/>
                  </a:lnTo>
                  <a:lnTo>
                    <a:pt x="4243541" y="168849"/>
                  </a:lnTo>
                  <a:lnTo>
                    <a:pt x="4325168" y="170597"/>
                  </a:lnTo>
                  <a:lnTo>
                    <a:pt x="4413842" y="172175"/>
                  </a:lnTo>
                  <a:lnTo>
                    <a:pt x="4509123" y="173597"/>
                  </a:lnTo>
                  <a:lnTo>
                    <a:pt x="4609838" y="174869"/>
                  </a:lnTo>
                  <a:lnTo>
                    <a:pt x="4713911" y="175994"/>
                  </a:lnTo>
                  <a:lnTo>
                    <a:pt x="4818293" y="176968"/>
                  </a:lnTo>
                  <a:lnTo>
                    <a:pt x="4919077" y="177790"/>
                  </a:lnTo>
                  <a:lnTo>
                    <a:pt x="5011855" y="178457"/>
                  </a:lnTo>
                  <a:lnTo>
                    <a:pt x="5092341" y="178970"/>
                  </a:lnTo>
                  <a:lnTo>
                    <a:pt x="5157136" y="179340"/>
                  </a:lnTo>
                  <a:lnTo>
                    <a:pt x="5204447" y="179582"/>
                  </a:lnTo>
                  <a:lnTo>
                    <a:pt x="5234538" y="179722"/>
                  </a:lnTo>
                  <a:lnTo>
                    <a:pt x="5249822" y="179786"/>
                  </a:lnTo>
                  <a:lnTo>
                    <a:pt x="5254645" y="179804"/>
                  </a:lnTo>
                  <a:lnTo>
                    <a:pt x="5254955" y="179805"/>
                  </a:lnTo>
                  <a:lnTo>
                    <a:pt x="6726343" y="179805"/>
                  </a:lnTo>
                  <a:lnTo>
                    <a:pt x="6727109" y="179910"/>
                  </a:lnTo>
                  <a:lnTo>
                    <a:pt x="6732188" y="180653"/>
                  </a:lnTo>
                  <a:lnTo>
                    <a:pt x="6745129" y="182704"/>
                  </a:lnTo>
                  <a:lnTo>
                    <a:pt x="6768610" y="186751"/>
                  </a:lnTo>
                  <a:lnTo>
                    <a:pt x="6804308" y="193455"/>
                  </a:lnTo>
                  <a:lnTo>
                    <a:pt x="6852786" y="203409"/>
                  </a:lnTo>
                  <a:lnTo>
                    <a:pt x="6913487" y="217081"/>
                  </a:lnTo>
                  <a:lnTo>
                    <a:pt x="6984855" y="234793"/>
                  </a:lnTo>
                  <a:lnTo>
                    <a:pt x="7064608" y="256712"/>
                  </a:lnTo>
                  <a:lnTo>
                    <a:pt x="7150067" y="282876"/>
                  </a:lnTo>
                  <a:lnTo>
                    <a:pt x="7238506" y="313237"/>
                  </a:lnTo>
                  <a:lnTo>
                    <a:pt x="7327432" y="347713"/>
                  </a:lnTo>
                  <a:lnTo>
                    <a:pt x="7414767" y="386237"/>
                  </a:lnTo>
                  <a:lnTo>
                    <a:pt x="7498938" y="428800"/>
                  </a:lnTo>
                  <a:lnTo>
                    <a:pt x="7578875" y="475482"/>
                  </a:lnTo>
                  <a:lnTo>
                    <a:pt x="7653961" y="526469"/>
                  </a:lnTo>
                  <a:lnTo>
                    <a:pt x="7723948" y="582060"/>
                  </a:lnTo>
                  <a:lnTo>
                    <a:pt x="7788876" y="642669"/>
                  </a:lnTo>
                  <a:lnTo>
                    <a:pt x="7848990" y="708820"/>
                  </a:lnTo>
                  <a:lnTo>
                    <a:pt x="7904671" y="781136"/>
                  </a:lnTo>
                  <a:lnTo>
                    <a:pt x="7956388" y="860317"/>
                  </a:lnTo>
                  <a:lnTo>
                    <a:pt x="8004651" y="947108"/>
                  </a:lnTo>
                  <a:lnTo>
                    <a:pt x="8049987" y="1042250"/>
                  </a:lnTo>
                  <a:lnTo>
                    <a:pt x="8092908" y="1146389"/>
                  </a:lnTo>
                  <a:lnTo>
                    <a:pt x="8133895" y="1259957"/>
                  </a:lnTo>
                  <a:lnTo>
                    <a:pt x="8151487" y="1313128"/>
                  </a:lnTo>
                  <a:lnTo>
                    <a:pt x="8177027" y="1395116"/>
                  </a:lnTo>
                  <a:lnTo>
                    <a:pt x="8202092" y="1481186"/>
                  </a:lnTo>
                  <a:lnTo>
                    <a:pt x="8226769" y="1571413"/>
                  </a:lnTo>
                  <a:lnTo>
                    <a:pt x="8251136" y="1665848"/>
                  </a:lnTo>
                  <a:lnTo>
                    <a:pt x="8275257" y="1764507"/>
                  </a:lnTo>
                  <a:lnTo>
                    <a:pt x="8299190" y="1867376"/>
                  </a:lnTo>
                  <a:lnTo>
                    <a:pt x="8322983" y="1974404"/>
                  </a:lnTo>
                  <a:lnTo>
                    <a:pt x="8346678" y="2085502"/>
                  </a:lnTo>
                  <a:lnTo>
                    <a:pt x="8370308" y="2200544"/>
                  </a:lnTo>
                  <a:lnTo>
                    <a:pt x="8393900" y="2319363"/>
                  </a:lnTo>
                  <a:lnTo>
                    <a:pt x="8417478" y="2441752"/>
                  </a:lnTo>
                  <a:lnTo>
                    <a:pt x="8441057" y="2567463"/>
                  </a:lnTo>
                  <a:lnTo>
                    <a:pt x="8464649" y="2696213"/>
                  </a:lnTo>
                  <a:lnTo>
                    <a:pt x="8488261" y="2827678"/>
                  </a:lnTo>
                  <a:lnTo>
                    <a:pt x="8511898" y="2961502"/>
                  </a:lnTo>
                  <a:lnTo>
                    <a:pt x="8535559" y="3097301"/>
                  </a:lnTo>
                  <a:lnTo>
                    <a:pt x="8559241" y="3234661"/>
                  </a:lnTo>
                  <a:lnTo>
                    <a:pt x="8582941" y="3373150"/>
                  </a:lnTo>
                  <a:lnTo>
                    <a:pt x="8606651" y="3512319"/>
                  </a:lnTo>
                  <a:lnTo>
                    <a:pt x="8630365" y="3651711"/>
                  </a:lnTo>
                  <a:lnTo>
                    <a:pt x="8654075" y="3790865"/>
                  </a:lnTo>
                  <a:lnTo>
                    <a:pt x="8677774" y="3929324"/>
                  </a:lnTo>
                  <a:lnTo>
                    <a:pt x="8701456" y="4066641"/>
                  </a:lnTo>
                  <a:lnTo>
                    <a:pt x="8725116" y="4202382"/>
                  </a:lnTo>
                  <a:lnTo>
                    <a:pt x="8748752" y="4336137"/>
                  </a:lnTo>
                  <a:lnTo>
                    <a:pt x="8772364" y="4467520"/>
                  </a:lnTo>
                  <a:lnTo>
                    <a:pt x="8795955" y="4596176"/>
                  </a:lnTo>
                  <a:lnTo>
                    <a:pt x="8819534" y="4721785"/>
                  </a:lnTo>
                  <a:lnTo>
                    <a:pt x="8843112" y="4844062"/>
                  </a:lnTo>
                  <a:lnTo>
                    <a:pt x="8866705" y="4962763"/>
                  </a:lnTo>
                  <a:lnTo>
                    <a:pt x="8890337" y="5077680"/>
                  </a:lnTo>
                  <a:lnTo>
                    <a:pt x="8914034" y="5188649"/>
                  </a:lnTo>
                  <a:lnTo>
                    <a:pt x="8937831" y="5295545"/>
                  </a:lnTo>
                  <a:lnTo>
                    <a:pt x="8961769" y="5398279"/>
                  </a:lnTo>
                  <a:lnTo>
                    <a:pt x="8985897" y="5496802"/>
                  </a:lnTo>
                  <a:lnTo>
                    <a:pt x="9010273" y="5591101"/>
                  </a:lnTo>
                  <a:lnTo>
                    <a:pt x="9034961" y="5681194"/>
                  </a:lnTo>
                  <a:lnTo>
                    <a:pt x="9060040" y="5767131"/>
                  </a:lnTo>
                  <a:lnTo>
                    <a:pt x="9084767" y="5846418"/>
                  </a:lnTo>
                  <a:lnTo>
                    <a:pt x="9125036" y="5964189"/>
                  </a:lnTo>
                  <a:lnTo>
                    <a:pt x="9167047" y="6072457"/>
                  </a:lnTo>
                  <a:lnTo>
                    <a:pt x="9211255" y="6171501"/>
                  </a:lnTo>
                  <a:lnTo>
                    <a:pt x="9258161" y="6261891"/>
                  </a:lnTo>
                  <a:lnTo>
                    <a:pt x="9308289" y="6344339"/>
                  </a:lnTo>
                  <a:lnTo>
                    <a:pt x="9362158" y="6419596"/>
                  </a:lnTo>
                  <a:lnTo>
                    <a:pt x="9420262" y="6488388"/>
                  </a:lnTo>
                  <a:lnTo>
                    <a:pt x="9483024" y="6551373"/>
                  </a:lnTo>
                  <a:lnTo>
                    <a:pt x="9550759" y="6609121"/>
                  </a:lnTo>
                  <a:lnTo>
                    <a:pt x="9623606" y="6662097"/>
                  </a:lnTo>
                  <a:lnTo>
                    <a:pt x="9701453" y="6710651"/>
                  </a:lnTo>
                  <a:lnTo>
                    <a:pt x="9783858" y="6755017"/>
                  </a:lnTo>
                  <a:lnTo>
                    <a:pt x="9869960" y="6795320"/>
                  </a:lnTo>
                  <a:lnTo>
                    <a:pt x="9958410" y="6831589"/>
                  </a:lnTo>
                  <a:lnTo>
                    <a:pt x="10047350" y="6863777"/>
                  </a:lnTo>
                  <a:lnTo>
                    <a:pt x="10134452" y="6891804"/>
                  </a:lnTo>
                  <a:lnTo>
                    <a:pt x="10217065" y="6915599"/>
                  </a:lnTo>
                  <a:lnTo>
                    <a:pt x="10292449" y="6935156"/>
                  </a:lnTo>
                  <a:lnTo>
                    <a:pt x="10358102" y="6950581"/>
                  </a:lnTo>
                  <a:lnTo>
                    <a:pt x="10412109" y="6962127"/>
                  </a:lnTo>
                  <a:lnTo>
                    <a:pt x="10453448" y="6970200"/>
                  </a:lnTo>
                  <a:lnTo>
                    <a:pt x="10482180" y="6975341"/>
                  </a:lnTo>
                  <a:lnTo>
                    <a:pt x="10499501" y="6978189"/>
                  </a:lnTo>
                  <a:lnTo>
                    <a:pt x="10507663" y="6979425"/>
                  </a:lnTo>
                  <a:lnTo>
                    <a:pt x="10509843" y="6979731"/>
                  </a:lnTo>
                  <a:lnTo>
                    <a:pt x="10509911" y="6979740"/>
                  </a:lnTo>
                  <a:lnTo>
                    <a:pt x="11981298" y="697974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18" name="pl718"/>
            <p:cNvSpPr/>
            <p:nvPr/>
          </p:nvSpPr>
          <p:spPr>
            <a:xfrm>
              <a:off x="4799595" y="2871136"/>
              <a:ext cx="11981298" cy="6979740"/>
            </a:xfrm>
            <a:custGeom>
              <a:avLst/>
              <a:pathLst>
                <a:path w="11981298" h="6979740">
                  <a:moveTo>
                    <a:pt x="11981298" y="6979740"/>
                  </a:moveTo>
                  <a:lnTo>
                    <a:pt x="10509911" y="6979740"/>
                  </a:lnTo>
                  <a:lnTo>
                    <a:pt x="10509144" y="6979636"/>
                  </a:lnTo>
                  <a:lnTo>
                    <a:pt x="10504065" y="6978893"/>
                  </a:lnTo>
                  <a:lnTo>
                    <a:pt x="10491124" y="6976841"/>
                  </a:lnTo>
                  <a:lnTo>
                    <a:pt x="10467643" y="6972795"/>
                  </a:lnTo>
                  <a:lnTo>
                    <a:pt x="10431946" y="6966090"/>
                  </a:lnTo>
                  <a:lnTo>
                    <a:pt x="10383467" y="6956137"/>
                  </a:lnTo>
                  <a:lnTo>
                    <a:pt x="10322767" y="6942465"/>
                  </a:lnTo>
                  <a:lnTo>
                    <a:pt x="10251398" y="6924753"/>
                  </a:lnTo>
                  <a:lnTo>
                    <a:pt x="10171645" y="6902834"/>
                  </a:lnTo>
                  <a:lnTo>
                    <a:pt x="10086186" y="6876669"/>
                  </a:lnTo>
                  <a:lnTo>
                    <a:pt x="9997747" y="6846308"/>
                  </a:lnTo>
                  <a:lnTo>
                    <a:pt x="9908821" y="6811833"/>
                  </a:lnTo>
                  <a:lnTo>
                    <a:pt x="9821486" y="6773309"/>
                  </a:lnTo>
                  <a:lnTo>
                    <a:pt x="9737315" y="6730746"/>
                  </a:lnTo>
                  <a:lnTo>
                    <a:pt x="9657378" y="6684063"/>
                  </a:lnTo>
                  <a:lnTo>
                    <a:pt x="9582293" y="6633077"/>
                  </a:lnTo>
                  <a:lnTo>
                    <a:pt x="9512305" y="6577486"/>
                  </a:lnTo>
                  <a:lnTo>
                    <a:pt x="9447377" y="6516877"/>
                  </a:lnTo>
                  <a:lnTo>
                    <a:pt x="9387263" y="6450726"/>
                  </a:lnTo>
                  <a:lnTo>
                    <a:pt x="9331582" y="6378410"/>
                  </a:lnTo>
                  <a:lnTo>
                    <a:pt x="9279866" y="6299229"/>
                  </a:lnTo>
                  <a:lnTo>
                    <a:pt x="9231602" y="6212437"/>
                  </a:lnTo>
                  <a:lnTo>
                    <a:pt x="9186266" y="6117296"/>
                  </a:lnTo>
                  <a:lnTo>
                    <a:pt x="9143345" y="6013156"/>
                  </a:lnTo>
                  <a:lnTo>
                    <a:pt x="9102358" y="5899588"/>
                  </a:lnTo>
                  <a:lnTo>
                    <a:pt x="9084767" y="5846418"/>
                  </a:lnTo>
                  <a:lnTo>
                    <a:pt x="9059226" y="5764429"/>
                  </a:lnTo>
                  <a:lnTo>
                    <a:pt x="9034161" y="5678360"/>
                  </a:lnTo>
                  <a:lnTo>
                    <a:pt x="9009484" y="5588132"/>
                  </a:lnTo>
                  <a:lnTo>
                    <a:pt x="8985117" y="5493698"/>
                  </a:lnTo>
                  <a:lnTo>
                    <a:pt x="8960996" y="5395038"/>
                  </a:lnTo>
                  <a:lnTo>
                    <a:pt x="8937063" y="5292169"/>
                  </a:lnTo>
                  <a:lnTo>
                    <a:pt x="8913270" y="5185142"/>
                  </a:lnTo>
                  <a:lnTo>
                    <a:pt x="8889575" y="5074043"/>
                  </a:lnTo>
                  <a:lnTo>
                    <a:pt x="8865946" y="4959001"/>
                  </a:lnTo>
                  <a:lnTo>
                    <a:pt x="8842353" y="4840182"/>
                  </a:lnTo>
                  <a:lnTo>
                    <a:pt x="8818775" y="4717794"/>
                  </a:lnTo>
                  <a:lnTo>
                    <a:pt x="8795196" y="4592082"/>
                  </a:lnTo>
                  <a:lnTo>
                    <a:pt x="8771604" y="4463333"/>
                  </a:lnTo>
                  <a:lnTo>
                    <a:pt x="8747992" y="4331868"/>
                  </a:lnTo>
                  <a:lnTo>
                    <a:pt x="8724355" y="4198043"/>
                  </a:lnTo>
                  <a:lnTo>
                    <a:pt x="8700695" y="4062245"/>
                  </a:lnTo>
                  <a:lnTo>
                    <a:pt x="8677012" y="3924885"/>
                  </a:lnTo>
                  <a:lnTo>
                    <a:pt x="8653312" y="3786396"/>
                  </a:lnTo>
                  <a:lnTo>
                    <a:pt x="8629602" y="3647227"/>
                  </a:lnTo>
                  <a:lnTo>
                    <a:pt x="8605888" y="3507835"/>
                  </a:lnTo>
                  <a:lnTo>
                    <a:pt x="8582178" y="3368680"/>
                  </a:lnTo>
                  <a:lnTo>
                    <a:pt x="8558479" y="3230221"/>
                  </a:lnTo>
                  <a:lnTo>
                    <a:pt x="8534797" y="3092905"/>
                  </a:lnTo>
                  <a:lnTo>
                    <a:pt x="8511137" y="2957163"/>
                  </a:lnTo>
                  <a:lnTo>
                    <a:pt x="8487501" y="2823409"/>
                  </a:lnTo>
                  <a:lnTo>
                    <a:pt x="8463889" y="2692026"/>
                  </a:lnTo>
                  <a:lnTo>
                    <a:pt x="8440298" y="2563369"/>
                  </a:lnTo>
                  <a:lnTo>
                    <a:pt x="8416719" y="2437760"/>
                  </a:lnTo>
                  <a:lnTo>
                    <a:pt x="8393141" y="2315483"/>
                  </a:lnTo>
                  <a:lnTo>
                    <a:pt x="8369548" y="2196783"/>
                  </a:lnTo>
                  <a:lnTo>
                    <a:pt x="8345917" y="2081865"/>
                  </a:lnTo>
                  <a:lnTo>
                    <a:pt x="8322219" y="1970896"/>
                  </a:lnTo>
                  <a:lnTo>
                    <a:pt x="8298422" y="1864001"/>
                  </a:lnTo>
                  <a:lnTo>
                    <a:pt x="8274484" y="1761267"/>
                  </a:lnTo>
                  <a:lnTo>
                    <a:pt x="8250356" y="1662743"/>
                  </a:lnTo>
                  <a:lnTo>
                    <a:pt x="8225981" y="1568445"/>
                  </a:lnTo>
                  <a:lnTo>
                    <a:pt x="8201292" y="1478352"/>
                  </a:lnTo>
                  <a:lnTo>
                    <a:pt x="8176213" y="1392415"/>
                  </a:lnTo>
                  <a:lnTo>
                    <a:pt x="8151487" y="1313128"/>
                  </a:lnTo>
                  <a:lnTo>
                    <a:pt x="8111217" y="1195356"/>
                  </a:lnTo>
                  <a:lnTo>
                    <a:pt x="8069206" y="1087088"/>
                  </a:lnTo>
                  <a:lnTo>
                    <a:pt x="8024998" y="988045"/>
                  </a:lnTo>
                  <a:lnTo>
                    <a:pt x="7978092" y="897654"/>
                  </a:lnTo>
                  <a:lnTo>
                    <a:pt x="7927965" y="815206"/>
                  </a:lnTo>
                  <a:lnTo>
                    <a:pt x="7874095" y="739949"/>
                  </a:lnTo>
                  <a:lnTo>
                    <a:pt x="7815992" y="671158"/>
                  </a:lnTo>
                  <a:lnTo>
                    <a:pt x="7753229" y="608173"/>
                  </a:lnTo>
                  <a:lnTo>
                    <a:pt x="7685494" y="550424"/>
                  </a:lnTo>
                  <a:lnTo>
                    <a:pt x="7612648" y="497448"/>
                  </a:lnTo>
                  <a:lnTo>
                    <a:pt x="7534800" y="448895"/>
                  </a:lnTo>
                  <a:lnTo>
                    <a:pt x="7452395" y="404529"/>
                  </a:lnTo>
                  <a:lnTo>
                    <a:pt x="7366294" y="364225"/>
                  </a:lnTo>
                  <a:lnTo>
                    <a:pt x="7277843" y="327957"/>
                  </a:lnTo>
                  <a:lnTo>
                    <a:pt x="7188904" y="295769"/>
                  </a:lnTo>
                  <a:lnTo>
                    <a:pt x="7101801" y="267742"/>
                  </a:lnTo>
                  <a:lnTo>
                    <a:pt x="7019188" y="243947"/>
                  </a:lnTo>
                  <a:lnTo>
                    <a:pt x="6943805" y="224390"/>
                  </a:lnTo>
                  <a:lnTo>
                    <a:pt x="6878152" y="208964"/>
                  </a:lnTo>
                  <a:lnTo>
                    <a:pt x="6824144" y="197418"/>
                  </a:lnTo>
                  <a:lnTo>
                    <a:pt x="6782805" y="189346"/>
                  </a:lnTo>
                  <a:lnTo>
                    <a:pt x="6754073" y="184205"/>
                  </a:lnTo>
                  <a:lnTo>
                    <a:pt x="6736752" y="181357"/>
                  </a:lnTo>
                  <a:lnTo>
                    <a:pt x="6728590" y="180120"/>
                  </a:lnTo>
                  <a:lnTo>
                    <a:pt x="6726410" y="179814"/>
                  </a:lnTo>
                  <a:lnTo>
                    <a:pt x="6726343" y="179805"/>
                  </a:lnTo>
                  <a:lnTo>
                    <a:pt x="5254955" y="179805"/>
                  </a:lnTo>
                  <a:lnTo>
                    <a:pt x="5253718" y="179801"/>
                  </a:lnTo>
                  <a:lnTo>
                    <a:pt x="5245598" y="179769"/>
                  </a:lnTo>
                  <a:lnTo>
                    <a:pt x="5225183" y="179680"/>
                  </a:lnTo>
                  <a:lnTo>
                    <a:pt x="5188816" y="179505"/>
                  </a:lnTo>
                  <a:lnTo>
                    <a:pt x="5134875" y="179217"/>
                  </a:lnTo>
                  <a:lnTo>
                    <a:pt x="5063897" y="178795"/>
                  </a:lnTo>
                  <a:lnTo>
                    <a:pt x="4978347" y="178225"/>
                  </a:lnTo>
                  <a:lnTo>
                    <a:pt x="4882048" y="177501"/>
                  </a:lnTo>
                  <a:lnTo>
                    <a:pt x="4779417" y="176621"/>
                  </a:lnTo>
                  <a:lnTo>
                    <a:pt x="4674734" y="175590"/>
                  </a:lnTo>
                  <a:lnTo>
                    <a:pt x="4571614" y="174410"/>
                  </a:lnTo>
                  <a:lnTo>
                    <a:pt x="4472741" y="173082"/>
                  </a:lnTo>
                  <a:lnTo>
                    <a:pt x="4379839" y="171603"/>
                  </a:lnTo>
                  <a:lnTo>
                    <a:pt x="4293784" y="169963"/>
                  </a:lnTo>
                  <a:lnTo>
                    <a:pt x="4214792" y="168148"/>
                  </a:lnTo>
                  <a:lnTo>
                    <a:pt x="4142601" y="166138"/>
                  </a:lnTo>
                  <a:lnTo>
                    <a:pt x="4076646" y="163906"/>
                  </a:lnTo>
                  <a:lnTo>
                    <a:pt x="4016176" y="161422"/>
                  </a:lnTo>
                  <a:lnTo>
                    <a:pt x="3960357" y="158655"/>
                  </a:lnTo>
                  <a:lnTo>
                    <a:pt x="3908337" y="155574"/>
                  </a:lnTo>
                  <a:lnTo>
                    <a:pt x="3859301" y="152155"/>
                  </a:lnTo>
                  <a:lnTo>
                    <a:pt x="3829811" y="149838"/>
                  </a:lnTo>
                  <a:lnTo>
                    <a:pt x="3773800" y="144884"/>
                  </a:lnTo>
                  <a:lnTo>
                    <a:pt x="3719626" y="139388"/>
                  </a:lnTo>
                  <a:lnTo>
                    <a:pt x="3666545" y="133345"/>
                  </a:lnTo>
                  <a:lnTo>
                    <a:pt x="3614027" y="126769"/>
                  </a:lnTo>
                  <a:lnTo>
                    <a:pt x="3561716" y="119701"/>
                  </a:lnTo>
                  <a:lnTo>
                    <a:pt x="3509401" y="112206"/>
                  </a:lnTo>
                  <a:lnTo>
                    <a:pt x="3456983" y="104372"/>
                  </a:lnTo>
                  <a:lnTo>
                    <a:pt x="3404455" y="96310"/>
                  </a:lnTo>
                  <a:lnTo>
                    <a:pt x="3351867" y="88145"/>
                  </a:lnTo>
                  <a:lnTo>
                    <a:pt x="3299296" y="80009"/>
                  </a:lnTo>
                  <a:lnTo>
                    <a:pt x="3246812" y="72031"/>
                  </a:lnTo>
                  <a:lnTo>
                    <a:pt x="3194443" y="64330"/>
                  </a:lnTo>
                  <a:lnTo>
                    <a:pt x="3142148" y="57009"/>
                  </a:lnTo>
                  <a:lnTo>
                    <a:pt x="3089782" y="50146"/>
                  </a:lnTo>
                  <a:lnTo>
                    <a:pt x="3037075" y="43796"/>
                  </a:lnTo>
                  <a:lnTo>
                    <a:pt x="2983601" y="37987"/>
                  </a:lnTo>
                  <a:lnTo>
                    <a:pt x="2928743" y="32726"/>
                  </a:lnTo>
                  <a:lnTo>
                    <a:pt x="2896531" y="29967"/>
                  </a:lnTo>
                  <a:lnTo>
                    <a:pt x="2848987" y="26330"/>
                  </a:lnTo>
                  <a:lnTo>
                    <a:pt x="2798925" y="23039"/>
                  </a:lnTo>
                  <a:lnTo>
                    <a:pt x="2745582" y="20079"/>
                  </a:lnTo>
                  <a:lnTo>
                    <a:pt x="2688122" y="17422"/>
                  </a:lnTo>
                  <a:lnTo>
                    <a:pt x="2625694" y="15036"/>
                  </a:lnTo>
                  <a:lnTo>
                    <a:pt x="2557485" y="12890"/>
                  </a:lnTo>
                  <a:lnTo>
                    <a:pt x="2482801" y="10955"/>
                  </a:lnTo>
                  <a:lnTo>
                    <a:pt x="2401174" y="9208"/>
                  </a:lnTo>
                  <a:lnTo>
                    <a:pt x="2312500" y="7630"/>
                  </a:lnTo>
                  <a:lnTo>
                    <a:pt x="2217219" y="6208"/>
                  </a:lnTo>
                  <a:lnTo>
                    <a:pt x="2116504" y="4936"/>
                  </a:lnTo>
                  <a:lnTo>
                    <a:pt x="2012431" y="3811"/>
                  </a:lnTo>
                  <a:lnTo>
                    <a:pt x="1908049" y="2837"/>
                  </a:lnTo>
                  <a:lnTo>
                    <a:pt x="1807265" y="2015"/>
                  </a:lnTo>
                  <a:lnTo>
                    <a:pt x="1714487" y="1348"/>
                  </a:lnTo>
                  <a:lnTo>
                    <a:pt x="1634001" y="835"/>
                  </a:lnTo>
                  <a:lnTo>
                    <a:pt x="1569206" y="465"/>
                  </a:lnTo>
                  <a:lnTo>
                    <a:pt x="1521895" y="223"/>
                  </a:lnTo>
                  <a:lnTo>
                    <a:pt x="1491804" y="83"/>
                  </a:lnTo>
                  <a:lnTo>
                    <a:pt x="1476520" y="19"/>
                  </a:lnTo>
                  <a:lnTo>
                    <a:pt x="1471697" y="1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19" name="pg719"/>
            <p:cNvSpPr/>
            <p:nvPr/>
          </p:nvSpPr>
          <p:spPr>
            <a:xfrm>
              <a:off x="4799595" y="2912001"/>
              <a:ext cx="11981298" cy="7698964"/>
            </a:xfrm>
            <a:custGeom>
              <a:avLst/>
              <a:pathLst>
                <a:path w="11981298" h="7698964">
                  <a:moveTo>
                    <a:pt x="0" y="8172"/>
                  </a:moveTo>
                  <a:lnTo>
                    <a:pt x="1471387" y="8172"/>
                  </a:lnTo>
                  <a:lnTo>
                    <a:pt x="1472624" y="8177"/>
                  </a:lnTo>
                  <a:lnTo>
                    <a:pt x="1480743" y="8212"/>
                  </a:lnTo>
                  <a:lnTo>
                    <a:pt x="1501157" y="8309"/>
                  </a:lnTo>
                  <a:lnTo>
                    <a:pt x="1537522" y="8500"/>
                  </a:lnTo>
                  <a:lnTo>
                    <a:pt x="1591460" y="8814"/>
                  </a:lnTo>
                  <a:lnTo>
                    <a:pt x="1662435" y="9274"/>
                  </a:lnTo>
                  <a:lnTo>
                    <a:pt x="1747981" y="9896"/>
                  </a:lnTo>
                  <a:lnTo>
                    <a:pt x="1844277" y="10687"/>
                  </a:lnTo>
                  <a:lnTo>
                    <a:pt x="1946905" y="11646"/>
                  </a:lnTo>
                  <a:lnTo>
                    <a:pt x="2051586" y="12771"/>
                  </a:lnTo>
                  <a:lnTo>
                    <a:pt x="2154705" y="14058"/>
                  </a:lnTo>
                  <a:lnTo>
                    <a:pt x="2253577" y="15506"/>
                  </a:lnTo>
                  <a:lnTo>
                    <a:pt x="2346479" y="17120"/>
                  </a:lnTo>
                  <a:lnTo>
                    <a:pt x="2432534" y="18909"/>
                  </a:lnTo>
                  <a:lnTo>
                    <a:pt x="2511527" y="20889"/>
                  </a:lnTo>
                  <a:lnTo>
                    <a:pt x="2583718" y="23082"/>
                  </a:lnTo>
                  <a:lnTo>
                    <a:pt x="2649674" y="25517"/>
                  </a:lnTo>
                  <a:lnTo>
                    <a:pt x="2710144" y="28226"/>
                  </a:lnTo>
                  <a:lnTo>
                    <a:pt x="2765964" y="31244"/>
                  </a:lnTo>
                  <a:lnTo>
                    <a:pt x="2817984" y="34605"/>
                  </a:lnTo>
                  <a:lnTo>
                    <a:pt x="2867020" y="38335"/>
                  </a:lnTo>
                  <a:lnTo>
                    <a:pt x="2896531" y="40864"/>
                  </a:lnTo>
                  <a:lnTo>
                    <a:pt x="2952500" y="46265"/>
                  </a:lnTo>
                  <a:lnTo>
                    <a:pt x="3006634" y="52254"/>
                  </a:lnTo>
                  <a:lnTo>
                    <a:pt x="3059675" y="58841"/>
                  </a:lnTo>
                  <a:lnTo>
                    <a:pt x="3112154" y="66007"/>
                  </a:lnTo>
                  <a:lnTo>
                    <a:pt x="3164425" y="73710"/>
                  </a:lnTo>
                  <a:lnTo>
                    <a:pt x="3216700" y="81879"/>
                  </a:lnTo>
                  <a:lnTo>
                    <a:pt x="3269076" y="90417"/>
                  </a:lnTo>
                  <a:lnTo>
                    <a:pt x="3321564" y="99203"/>
                  </a:lnTo>
                  <a:lnTo>
                    <a:pt x="3374111" y="108103"/>
                  </a:lnTo>
                  <a:lnTo>
                    <a:pt x="3426642" y="116973"/>
                  </a:lnTo>
                  <a:lnTo>
                    <a:pt x="3479086" y="125672"/>
                  </a:lnTo>
                  <a:lnTo>
                    <a:pt x="3531415" y="134070"/>
                  </a:lnTo>
                  <a:lnTo>
                    <a:pt x="3583671" y="142055"/>
                  </a:lnTo>
                  <a:lnTo>
                    <a:pt x="3635995" y="149542"/>
                  </a:lnTo>
                  <a:lnTo>
                    <a:pt x="3688655" y="156470"/>
                  </a:lnTo>
                  <a:lnTo>
                    <a:pt x="3742076" y="162809"/>
                  </a:lnTo>
                  <a:lnTo>
                    <a:pt x="3796869" y="168551"/>
                  </a:lnTo>
                  <a:lnTo>
                    <a:pt x="3829811" y="171632"/>
                  </a:lnTo>
                  <a:lnTo>
                    <a:pt x="3877354" y="175601"/>
                  </a:lnTo>
                  <a:lnTo>
                    <a:pt x="3927415" y="179191"/>
                  </a:lnTo>
                  <a:lnTo>
                    <a:pt x="3980757" y="182420"/>
                  </a:lnTo>
                  <a:lnTo>
                    <a:pt x="4038215" y="185318"/>
                  </a:lnTo>
                  <a:lnTo>
                    <a:pt x="4100642" y="187921"/>
                  </a:lnTo>
                  <a:lnTo>
                    <a:pt x="4168849" y="190262"/>
                  </a:lnTo>
                  <a:lnTo>
                    <a:pt x="4243529" y="192372"/>
                  </a:lnTo>
                  <a:lnTo>
                    <a:pt x="4325154" y="194278"/>
                  </a:lnTo>
                  <a:lnTo>
                    <a:pt x="4413824" y="196000"/>
                  </a:lnTo>
                  <a:lnTo>
                    <a:pt x="4509103" y="197551"/>
                  </a:lnTo>
                  <a:lnTo>
                    <a:pt x="4609815" y="198939"/>
                  </a:lnTo>
                  <a:lnTo>
                    <a:pt x="4713884" y="200166"/>
                  </a:lnTo>
                  <a:lnTo>
                    <a:pt x="4818265" y="201229"/>
                  </a:lnTo>
                  <a:lnTo>
                    <a:pt x="4919048" y="202126"/>
                  </a:lnTo>
                  <a:lnTo>
                    <a:pt x="5011827" y="202853"/>
                  </a:lnTo>
                  <a:lnTo>
                    <a:pt x="5092316" y="203413"/>
                  </a:lnTo>
                  <a:lnTo>
                    <a:pt x="5157116" y="203816"/>
                  </a:lnTo>
                  <a:lnTo>
                    <a:pt x="5204432" y="204081"/>
                  </a:lnTo>
                  <a:lnTo>
                    <a:pt x="5234530" y="204233"/>
                  </a:lnTo>
                  <a:lnTo>
                    <a:pt x="5249818" y="204303"/>
                  </a:lnTo>
                  <a:lnTo>
                    <a:pt x="5254645" y="204323"/>
                  </a:lnTo>
                  <a:lnTo>
                    <a:pt x="5254955" y="204324"/>
                  </a:lnTo>
                  <a:lnTo>
                    <a:pt x="6726343" y="204324"/>
                  </a:lnTo>
                  <a:lnTo>
                    <a:pt x="6727067" y="204433"/>
                  </a:lnTo>
                  <a:lnTo>
                    <a:pt x="6731871" y="205206"/>
                  </a:lnTo>
                  <a:lnTo>
                    <a:pt x="6744128" y="207339"/>
                  </a:lnTo>
                  <a:lnTo>
                    <a:pt x="6766409" y="211546"/>
                  </a:lnTo>
                  <a:lnTo>
                    <a:pt x="6800363" y="218521"/>
                  </a:lnTo>
                  <a:lnTo>
                    <a:pt x="6846616" y="228888"/>
                  </a:lnTo>
                  <a:lnTo>
                    <a:pt x="6904747" y="243151"/>
                  </a:lnTo>
                  <a:lnTo>
                    <a:pt x="6973393" y="261663"/>
                  </a:lnTo>
                  <a:lnTo>
                    <a:pt x="7050475" y="284620"/>
                  </a:lnTo>
                  <a:lnTo>
                    <a:pt x="7133503" y="312082"/>
                  </a:lnTo>
                  <a:lnTo>
                    <a:pt x="7219886" y="344009"/>
                  </a:lnTo>
                  <a:lnTo>
                    <a:pt x="7307209" y="380319"/>
                  </a:lnTo>
                  <a:lnTo>
                    <a:pt x="7393416" y="420934"/>
                  </a:lnTo>
                  <a:lnTo>
                    <a:pt x="7476904" y="465828"/>
                  </a:lnTo>
                  <a:lnTo>
                    <a:pt x="7556546" y="515058"/>
                  </a:lnTo>
                  <a:lnTo>
                    <a:pt x="7631646" y="568784"/>
                  </a:lnTo>
                  <a:lnTo>
                    <a:pt x="7701880" y="627284"/>
                  </a:lnTo>
                  <a:lnTo>
                    <a:pt x="7767207" y="690950"/>
                  </a:lnTo>
                  <a:lnTo>
                    <a:pt x="7827801" y="760292"/>
                  </a:lnTo>
                  <a:lnTo>
                    <a:pt x="7883985" y="835923"/>
                  </a:lnTo>
                  <a:lnTo>
                    <a:pt x="7936176" y="918544"/>
                  </a:lnTo>
                  <a:lnTo>
                    <a:pt x="7984843" y="1008918"/>
                  </a:lnTo>
                  <a:lnTo>
                    <a:pt x="8030482" y="1107827"/>
                  </a:lnTo>
                  <a:lnTo>
                    <a:pt x="8073584" y="1215998"/>
                  </a:lnTo>
                  <a:lnTo>
                    <a:pt x="8114620" y="1334002"/>
                  </a:lnTo>
                  <a:lnTo>
                    <a:pt x="8151487" y="1453431"/>
                  </a:lnTo>
                  <a:lnTo>
                    <a:pt x="8175870" y="1539563"/>
                  </a:lnTo>
                  <a:lnTo>
                    <a:pt x="8199816" y="1629788"/>
                  </a:lnTo>
                  <a:lnTo>
                    <a:pt x="8223402" y="1724180"/>
                  </a:lnTo>
                  <a:lnTo>
                    <a:pt x="8246696" y="1822789"/>
                  </a:lnTo>
                  <a:lnTo>
                    <a:pt x="8269757" y="1925638"/>
                  </a:lnTo>
                  <a:lnTo>
                    <a:pt x="8292636" y="2032719"/>
                  </a:lnTo>
                  <a:lnTo>
                    <a:pt x="8315375" y="2143991"/>
                  </a:lnTo>
                  <a:lnTo>
                    <a:pt x="8338014" y="2259381"/>
                  </a:lnTo>
                  <a:lnTo>
                    <a:pt x="8360583" y="2378781"/>
                  </a:lnTo>
                  <a:lnTo>
                    <a:pt x="8383109" y="2502045"/>
                  </a:lnTo>
                  <a:lnTo>
                    <a:pt x="8405612" y="2628992"/>
                  </a:lnTo>
                  <a:lnTo>
                    <a:pt x="8428110" y="2759405"/>
                  </a:lnTo>
                  <a:lnTo>
                    <a:pt x="8450614" y="2893028"/>
                  </a:lnTo>
                  <a:lnTo>
                    <a:pt x="8473134" y="3029573"/>
                  </a:lnTo>
                  <a:lnTo>
                    <a:pt x="8495673" y="3168720"/>
                  </a:lnTo>
                  <a:lnTo>
                    <a:pt x="8518235" y="3310117"/>
                  </a:lnTo>
                  <a:lnTo>
                    <a:pt x="8540819" y="3453386"/>
                  </a:lnTo>
                  <a:lnTo>
                    <a:pt x="8563421" y="3598127"/>
                  </a:lnTo>
                  <a:lnTo>
                    <a:pt x="8586039" y="3743923"/>
                  </a:lnTo>
                  <a:lnTo>
                    <a:pt x="8608665" y="3890343"/>
                  </a:lnTo>
                  <a:lnTo>
                    <a:pt x="8631294" y="4036946"/>
                  </a:lnTo>
                  <a:lnTo>
                    <a:pt x="8653919" y="4183294"/>
                  </a:lnTo>
                  <a:lnTo>
                    <a:pt x="8676534" y="4328946"/>
                  </a:lnTo>
                  <a:lnTo>
                    <a:pt x="8699134" y="4473475"/>
                  </a:lnTo>
                  <a:lnTo>
                    <a:pt x="8721714" y="4616464"/>
                  </a:lnTo>
                  <a:lnTo>
                    <a:pt x="8744272" y="4757518"/>
                  </a:lnTo>
                  <a:lnTo>
                    <a:pt x="8766809" y="4896261"/>
                  </a:lnTo>
                  <a:lnTo>
                    <a:pt x="8789325" y="5032349"/>
                  </a:lnTo>
                  <a:lnTo>
                    <a:pt x="8811828" y="5165466"/>
                  </a:lnTo>
                  <a:lnTo>
                    <a:pt x="8834325" y="5295327"/>
                  </a:lnTo>
                  <a:lnTo>
                    <a:pt x="8856831" y="5421685"/>
                  </a:lnTo>
                  <a:lnTo>
                    <a:pt x="8879362" y="5544328"/>
                  </a:lnTo>
                  <a:lnTo>
                    <a:pt x="8901941" y="5663080"/>
                  </a:lnTo>
                  <a:lnTo>
                    <a:pt x="8924594" y="5777803"/>
                  </a:lnTo>
                  <a:lnTo>
                    <a:pt x="8947353" y="5888393"/>
                  </a:lnTo>
                  <a:lnTo>
                    <a:pt x="8970258" y="5994782"/>
                  </a:lnTo>
                  <a:lnTo>
                    <a:pt x="8993354" y="6096937"/>
                  </a:lnTo>
                  <a:lnTo>
                    <a:pt x="9016692" y="6194853"/>
                  </a:lnTo>
                  <a:lnTo>
                    <a:pt x="9040332" y="6288559"/>
                  </a:lnTo>
                  <a:lnTo>
                    <a:pt x="9064344" y="6378107"/>
                  </a:lnTo>
                  <a:lnTo>
                    <a:pt x="9084767" y="6449857"/>
                  </a:lnTo>
                  <a:lnTo>
                    <a:pt x="9124255" y="6577290"/>
                  </a:lnTo>
                  <a:lnTo>
                    <a:pt x="9165412" y="6694640"/>
                  </a:lnTo>
                  <a:lnTo>
                    <a:pt x="9208665" y="6802187"/>
                  </a:lnTo>
                  <a:lnTo>
                    <a:pt x="9254486" y="6900516"/>
                  </a:lnTo>
                  <a:lnTo>
                    <a:pt x="9303369" y="6990361"/>
                  </a:lnTo>
                  <a:lnTo>
                    <a:pt x="9355806" y="7072503"/>
                  </a:lnTo>
                  <a:lnTo>
                    <a:pt x="9412266" y="7147703"/>
                  </a:lnTo>
                  <a:lnTo>
                    <a:pt x="9473160" y="7216657"/>
                  </a:lnTo>
                  <a:lnTo>
                    <a:pt x="9538804" y="7279973"/>
                  </a:lnTo>
                  <a:lnTo>
                    <a:pt x="9609358" y="7338150"/>
                  </a:lnTo>
                  <a:lnTo>
                    <a:pt x="9684769" y="7391576"/>
                  </a:lnTo>
                  <a:lnTo>
                    <a:pt x="9764687" y="7440519"/>
                  </a:lnTo>
                  <a:lnTo>
                    <a:pt x="9848392" y="7485134"/>
                  </a:lnTo>
                  <a:lnTo>
                    <a:pt x="9934725" y="7525469"/>
                  </a:lnTo>
                  <a:lnTo>
                    <a:pt x="10022054" y="7561496"/>
                  </a:lnTo>
                  <a:lnTo>
                    <a:pt x="10108296" y="7593135"/>
                  </a:lnTo>
                  <a:lnTo>
                    <a:pt x="10191015" y="7620303"/>
                  </a:lnTo>
                  <a:lnTo>
                    <a:pt x="10267620" y="7642967"/>
                  </a:lnTo>
                  <a:lnTo>
                    <a:pt x="10335637" y="7661194"/>
                  </a:lnTo>
                  <a:lnTo>
                    <a:pt x="10393025" y="7675190"/>
                  </a:lnTo>
                  <a:lnTo>
                    <a:pt x="10438478" y="7685319"/>
                  </a:lnTo>
                  <a:lnTo>
                    <a:pt x="10471641" y="7692094"/>
                  </a:lnTo>
                  <a:lnTo>
                    <a:pt x="10493207" y="7696144"/>
                  </a:lnTo>
                  <a:lnTo>
                    <a:pt x="10504891" y="7698167"/>
                  </a:lnTo>
                  <a:lnTo>
                    <a:pt x="10509317" y="7698875"/>
                  </a:lnTo>
                  <a:lnTo>
                    <a:pt x="10509911" y="7698964"/>
                  </a:lnTo>
                  <a:lnTo>
                    <a:pt x="11981298" y="7698964"/>
                  </a:lnTo>
                  <a:lnTo>
                    <a:pt x="11981298" y="7690791"/>
                  </a:lnTo>
                  <a:lnTo>
                    <a:pt x="10509911" y="7690791"/>
                  </a:lnTo>
                  <a:lnTo>
                    <a:pt x="10509186" y="7690682"/>
                  </a:lnTo>
                  <a:lnTo>
                    <a:pt x="10504383" y="7689910"/>
                  </a:lnTo>
                  <a:lnTo>
                    <a:pt x="10492125" y="7687777"/>
                  </a:lnTo>
                  <a:lnTo>
                    <a:pt x="10469844" y="7683569"/>
                  </a:lnTo>
                  <a:lnTo>
                    <a:pt x="10435890" y="7676594"/>
                  </a:lnTo>
                  <a:lnTo>
                    <a:pt x="10389637" y="7666227"/>
                  </a:lnTo>
                  <a:lnTo>
                    <a:pt x="10331506" y="7651965"/>
                  </a:lnTo>
                  <a:lnTo>
                    <a:pt x="10262860" y="7633453"/>
                  </a:lnTo>
                  <a:lnTo>
                    <a:pt x="10185778" y="7610495"/>
                  </a:lnTo>
                  <a:lnTo>
                    <a:pt x="10102751" y="7583034"/>
                  </a:lnTo>
                  <a:lnTo>
                    <a:pt x="10016367" y="7551106"/>
                  </a:lnTo>
                  <a:lnTo>
                    <a:pt x="9929044" y="7514796"/>
                  </a:lnTo>
                  <a:lnTo>
                    <a:pt x="9842837" y="7474181"/>
                  </a:lnTo>
                  <a:lnTo>
                    <a:pt x="9759349" y="7429287"/>
                  </a:lnTo>
                  <a:lnTo>
                    <a:pt x="9679708" y="7380058"/>
                  </a:lnTo>
                  <a:lnTo>
                    <a:pt x="9604607" y="7326331"/>
                  </a:lnTo>
                  <a:lnTo>
                    <a:pt x="9534373" y="7267832"/>
                  </a:lnTo>
                  <a:lnTo>
                    <a:pt x="9469047" y="7204165"/>
                  </a:lnTo>
                  <a:lnTo>
                    <a:pt x="9408452" y="7134823"/>
                  </a:lnTo>
                  <a:lnTo>
                    <a:pt x="9352268" y="7059193"/>
                  </a:lnTo>
                  <a:lnTo>
                    <a:pt x="9300078" y="6976572"/>
                  </a:lnTo>
                  <a:lnTo>
                    <a:pt x="9251410" y="6886197"/>
                  </a:lnTo>
                  <a:lnTo>
                    <a:pt x="9205771" y="6787288"/>
                  </a:lnTo>
                  <a:lnTo>
                    <a:pt x="9162669" y="6679117"/>
                  </a:lnTo>
                  <a:lnTo>
                    <a:pt x="9121633" y="6561114"/>
                  </a:lnTo>
                  <a:lnTo>
                    <a:pt x="9084767" y="6441684"/>
                  </a:lnTo>
                  <a:lnTo>
                    <a:pt x="9060384" y="6355552"/>
                  </a:lnTo>
                  <a:lnTo>
                    <a:pt x="9036437" y="6265328"/>
                  </a:lnTo>
                  <a:lnTo>
                    <a:pt x="9012851" y="6170936"/>
                  </a:lnTo>
                  <a:lnTo>
                    <a:pt x="8989557" y="6072326"/>
                  </a:lnTo>
                  <a:lnTo>
                    <a:pt x="8966496" y="5969477"/>
                  </a:lnTo>
                  <a:lnTo>
                    <a:pt x="8943618" y="5862397"/>
                  </a:lnTo>
                  <a:lnTo>
                    <a:pt x="8920878" y="5751125"/>
                  </a:lnTo>
                  <a:lnTo>
                    <a:pt x="8898239" y="5635734"/>
                  </a:lnTo>
                  <a:lnTo>
                    <a:pt x="8875670" y="5516335"/>
                  </a:lnTo>
                  <a:lnTo>
                    <a:pt x="8853145" y="5393070"/>
                  </a:lnTo>
                  <a:lnTo>
                    <a:pt x="8830641" y="5266123"/>
                  </a:lnTo>
                  <a:lnTo>
                    <a:pt x="8808143" y="5135711"/>
                  </a:lnTo>
                  <a:lnTo>
                    <a:pt x="8785639" y="5002087"/>
                  </a:lnTo>
                  <a:lnTo>
                    <a:pt x="8763120" y="4865542"/>
                  </a:lnTo>
                  <a:lnTo>
                    <a:pt x="8740580" y="4726395"/>
                  </a:lnTo>
                  <a:lnTo>
                    <a:pt x="8718018" y="4584999"/>
                  </a:lnTo>
                  <a:lnTo>
                    <a:pt x="8695435" y="4441730"/>
                  </a:lnTo>
                  <a:lnTo>
                    <a:pt x="8672832" y="4296988"/>
                  </a:lnTo>
                  <a:lnTo>
                    <a:pt x="8650215" y="4151192"/>
                  </a:lnTo>
                  <a:lnTo>
                    <a:pt x="8627588" y="4004773"/>
                  </a:lnTo>
                  <a:lnTo>
                    <a:pt x="8604959" y="3858169"/>
                  </a:lnTo>
                  <a:lnTo>
                    <a:pt x="8582334" y="3711822"/>
                  </a:lnTo>
                  <a:lnTo>
                    <a:pt x="8559719" y="3566169"/>
                  </a:lnTo>
                  <a:lnTo>
                    <a:pt x="8537119" y="3421640"/>
                  </a:lnTo>
                  <a:lnTo>
                    <a:pt x="8514539" y="3278651"/>
                  </a:lnTo>
                  <a:lnTo>
                    <a:pt x="8491981" y="3137598"/>
                  </a:lnTo>
                  <a:lnTo>
                    <a:pt x="8469445" y="2998854"/>
                  </a:lnTo>
                  <a:lnTo>
                    <a:pt x="8446928" y="2862766"/>
                  </a:lnTo>
                  <a:lnTo>
                    <a:pt x="8424426" y="2729650"/>
                  </a:lnTo>
                  <a:lnTo>
                    <a:pt x="8401928" y="2599788"/>
                  </a:lnTo>
                  <a:lnTo>
                    <a:pt x="8379422" y="2473430"/>
                  </a:lnTo>
                  <a:lnTo>
                    <a:pt x="8356891" y="2350787"/>
                  </a:lnTo>
                  <a:lnTo>
                    <a:pt x="8334312" y="2232035"/>
                  </a:lnTo>
                  <a:lnTo>
                    <a:pt x="8311660" y="2117312"/>
                  </a:lnTo>
                  <a:lnTo>
                    <a:pt x="8288900" y="2006723"/>
                  </a:lnTo>
                  <a:lnTo>
                    <a:pt x="8265995" y="1900333"/>
                  </a:lnTo>
                  <a:lnTo>
                    <a:pt x="8242899" y="1798179"/>
                  </a:lnTo>
                  <a:lnTo>
                    <a:pt x="8219562" y="1700262"/>
                  </a:lnTo>
                  <a:lnTo>
                    <a:pt x="8195921" y="1606557"/>
                  </a:lnTo>
                  <a:lnTo>
                    <a:pt x="8171909" y="1517008"/>
                  </a:lnTo>
                  <a:lnTo>
                    <a:pt x="8151487" y="1445258"/>
                  </a:lnTo>
                  <a:lnTo>
                    <a:pt x="8111998" y="1317825"/>
                  </a:lnTo>
                  <a:lnTo>
                    <a:pt x="8070841" y="1200475"/>
                  </a:lnTo>
                  <a:lnTo>
                    <a:pt x="8027588" y="1092928"/>
                  </a:lnTo>
                  <a:lnTo>
                    <a:pt x="7981767" y="994599"/>
                  </a:lnTo>
                  <a:lnTo>
                    <a:pt x="7932884" y="904754"/>
                  </a:lnTo>
                  <a:lnTo>
                    <a:pt x="7880447" y="822612"/>
                  </a:lnTo>
                  <a:lnTo>
                    <a:pt x="7823988" y="747412"/>
                  </a:lnTo>
                  <a:lnTo>
                    <a:pt x="7763093" y="678458"/>
                  </a:lnTo>
                  <a:lnTo>
                    <a:pt x="7697449" y="615143"/>
                  </a:lnTo>
                  <a:lnTo>
                    <a:pt x="7626895" y="556965"/>
                  </a:lnTo>
                  <a:lnTo>
                    <a:pt x="7551484" y="503539"/>
                  </a:lnTo>
                  <a:lnTo>
                    <a:pt x="7471566" y="454596"/>
                  </a:lnTo>
                  <a:lnTo>
                    <a:pt x="7387861" y="409982"/>
                  </a:lnTo>
                  <a:lnTo>
                    <a:pt x="7301528" y="369646"/>
                  </a:lnTo>
                  <a:lnTo>
                    <a:pt x="7214199" y="333619"/>
                  </a:lnTo>
                  <a:lnTo>
                    <a:pt x="7127958" y="301981"/>
                  </a:lnTo>
                  <a:lnTo>
                    <a:pt x="7045239" y="274813"/>
                  </a:lnTo>
                  <a:lnTo>
                    <a:pt x="6968633" y="252148"/>
                  </a:lnTo>
                  <a:lnTo>
                    <a:pt x="6900616" y="233921"/>
                  </a:lnTo>
                  <a:lnTo>
                    <a:pt x="6843228" y="219925"/>
                  </a:lnTo>
                  <a:lnTo>
                    <a:pt x="6797775" y="209796"/>
                  </a:lnTo>
                  <a:lnTo>
                    <a:pt x="6764613" y="203021"/>
                  </a:lnTo>
                  <a:lnTo>
                    <a:pt x="6743046" y="198971"/>
                  </a:lnTo>
                  <a:lnTo>
                    <a:pt x="6731363" y="196949"/>
                  </a:lnTo>
                  <a:lnTo>
                    <a:pt x="6726936" y="196240"/>
                  </a:lnTo>
                  <a:lnTo>
                    <a:pt x="6726343" y="196151"/>
                  </a:lnTo>
                  <a:lnTo>
                    <a:pt x="5254955" y="196151"/>
                  </a:lnTo>
                  <a:lnTo>
                    <a:pt x="5253718" y="196147"/>
                  </a:lnTo>
                  <a:lnTo>
                    <a:pt x="5245599" y="196111"/>
                  </a:lnTo>
                  <a:lnTo>
                    <a:pt x="5225185" y="196014"/>
                  </a:lnTo>
                  <a:lnTo>
                    <a:pt x="5188820" y="195824"/>
                  </a:lnTo>
                  <a:lnTo>
                    <a:pt x="5134882" y="195510"/>
                  </a:lnTo>
                  <a:lnTo>
                    <a:pt x="5063907" y="195050"/>
                  </a:lnTo>
                  <a:lnTo>
                    <a:pt x="4978361" y="194428"/>
                  </a:lnTo>
                  <a:lnTo>
                    <a:pt x="4882065" y="193637"/>
                  </a:lnTo>
                  <a:lnTo>
                    <a:pt x="4779437" y="192678"/>
                  </a:lnTo>
                  <a:lnTo>
                    <a:pt x="4674756" y="191553"/>
                  </a:lnTo>
                  <a:lnTo>
                    <a:pt x="4571637" y="190266"/>
                  </a:lnTo>
                  <a:lnTo>
                    <a:pt x="4472765" y="188817"/>
                  </a:lnTo>
                  <a:lnTo>
                    <a:pt x="4379863" y="187204"/>
                  </a:lnTo>
                  <a:lnTo>
                    <a:pt x="4293808" y="185415"/>
                  </a:lnTo>
                  <a:lnTo>
                    <a:pt x="4214815" y="183435"/>
                  </a:lnTo>
                  <a:lnTo>
                    <a:pt x="4142625" y="181242"/>
                  </a:lnTo>
                  <a:lnTo>
                    <a:pt x="4076668" y="178807"/>
                  </a:lnTo>
                  <a:lnTo>
                    <a:pt x="4016198" y="176098"/>
                  </a:lnTo>
                  <a:lnTo>
                    <a:pt x="3960378" y="173080"/>
                  </a:lnTo>
                  <a:lnTo>
                    <a:pt x="3908358" y="169719"/>
                  </a:lnTo>
                  <a:lnTo>
                    <a:pt x="3859322" y="165989"/>
                  </a:lnTo>
                  <a:lnTo>
                    <a:pt x="3829811" y="163459"/>
                  </a:lnTo>
                  <a:lnTo>
                    <a:pt x="3773842" y="158059"/>
                  </a:lnTo>
                  <a:lnTo>
                    <a:pt x="3719708" y="152070"/>
                  </a:lnTo>
                  <a:lnTo>
                    <a:pt x="3666667" y="145483"/>
                  </a:lnTo>
                  <a:lnTo>
                    <a:pt x="3614188" y="138317"/>
                  </a:lnTo>
                  <a:lnTo>
                    <a:pt x="3561918" y="130614"/>
                  </a:lnTo>
                  <a:lnTo>
                    <a:pt x="3509642" y="122445"/>
                  </a:lnTo>
                  <a:lnTo>
                    <a:pt x="3457266" y="113907"/>
                  </a:lnTo>
                  <a:lnTo>
                    <a:pt x="3404778" y="105120"/>
                  </a:lnTo>
                  <a:lnTo>
                    <a:pt x="3352231" y="96220"/>
                  </a:lnTo>
                  <a:lnTo>
                    <a:pt x="3299700" y="87350"/>
                  </a:lnTo>
                  <a:lnTo>
                    <a:pt x="3247256" y="78652"/>
                  </a:lnTo>
                  <a:lnTo>
                    <a:pt x="3194927" y="70254"/>
                  </a:lnTo>
                  <a:lnTo>
                    <a:pt x="3142671" y="62269"/>
                  </a:lnTo>
                  <a:lnTo>
                    <a:pt x="3090348" y="54782"/>
                  </a:lnTo>
                  <a:lnTo>
                    <a:pt x="3037687" y="47854"/>
                  </a:lnTo>
                  <a:lnTo>
                    <a:pt x="2984266" y="41515"/>
                  </a:lnTo>
                  <a:lnTo>
                    <a:pt x="2929473" y="35773"/>
                  </a:lnTo>
                  <a:lnTo>
                    <a:pt x="2896531" y="32691"/>
                  </a:lnTo>
                  <a:lnTo>
                    <a:pt x="2848988" y="28723"/>
                  </a:lnTo>
                  <a:lnTo>
                    <a:pt x="2798928" y="25133"/>
                  </a:lnTo>
                  <a:lnTo>
                    <a:pt x="2745585" y="21904"/>
                  </a:lnTo>
                  <a:lnTo>
                    <a:pt x="2688127" y="19006"/>
                  </a:lnTo>
                  <a:lnTo>
                    <a:pt x="2625700" y="16403"/>
                  </a:lnTo>
                  <a:lnTo>
                    <a:pt x="2557494" y="14062"/>
                  </a:lnTo>
                  <a:lnTo>
                    <a:pt x="2482813" y="11952"/>
                  </a:lnTo>
                  <a:lnTo>
                    <a:pt x="2401189" y="10046"/>
                  </a:lnTo>
                  <a:lnTo>
                    <a:pt x="2312518" y="8324"/>
                  </a:lnTo>
                  <a:lnTo>
                    <a:pt x="2217239" y="6773"/>
                  </a:lnTo>
                  <a:lnTo>
                    <a:pt x="2116528" y="5385"/>
                  </a:lnTo>
                  <a:lnTo>
                    <a:pt x="2012458" y="4158"/>
                  </a:lnTo>
                  <a:lnTo>
                    <a:pt x="1908077" y="3095"/>
                  </a:lnTo>
                  <a:lnTo>
                    <a:pt x="1807294" y="2198"/>
                  </a:lnTo>
                  <a:lnTo>
                    <a:pt x="1714515" y="1471"/>
                  </a:lnTo>
                  <a:lnTo>
                    <a:pt x="1634026" y="911"/>
                  </a:lnTo>
                  <a:lnTo>
                    <a:pt x="1569226" y="508"/>
                  </a:lnTo>
                  <a:lnTo>
                    <a:pt x="1521910" y="243"/>
                  </a:lnTo>
                  <a:lnTo>
                    <a:pt x="1491813" y="91"/>
                  </a:lnTo>
                  <a:lnTo>
                    <a:pt x="1476524" y="21"/>
                  </a:lnTo>
                  <a:lnTo>
                    <a:pt x="1471697" y="1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720" name="pl720"/>
            <p:cNvSpPr/>
            <p:nvPr/>
          </p:nvSpPr>
          <p:spPr>
            <a:xfrm>
              <a:off x="4799595" y="2920174"/>
              <a:ext cx="11981298" cy="7690791"/>
            </a:xfrm>
            <a:custGeom>
              <a:avLst/>
              <a:pathLst>
                <a:path w="11981298" h="7690791">
                  <a:moveTo>
                    <a:pt x="0" y="0"/>
                  </a:moveTo>
                  <a:lnTo>
                    <a:pt x="1471387" y="0"/>
                  </a:lnTo>
                  <a:lnTo>
                    <a:pt x="1472624" y="4"/>
                  </a:lnTo>
                  <a:lnTo>
                    <a:pt x="1480743" y="40"/>
                  </a:lnTo>
                  <a:lnTo>
                    <a:pt x="1501157" y="136"/>
                  </a:lnTo>
                  <a:lnTo>
                    <a:pt x="1537522" y="327"/>
                  </a:lnTo>
                  <a:lnTo>
                    <a:pt x="1591460" y="641"/>
                  </a:lnTo>
                  <a:lnTo>
                    <a:pt x="1662435" y="1101"/>
                  </a:lnTo>
                  <a:lnTo>
                    <a:pt x="1747981" y="1723"/>
                  </a:lnTo>
                  <a:lnTo>
                    <a:pt x="1844277" y="2514"/>
                  </a:lnTo>
                  <a:lnTo>
                    <a:pt x="1946905" y="3473"/>
                  </a:lnTo>
                  <a:lnTo>
                    <a:pt x="2051586" y="4598"/>
                  </a:lnTo>
                  <a:lnTo>
                    <a:pt x="2154705" y="5885"/>
                  </a:lnTo>
                  <a:lnTo>
                    <a:pt x="2253577" y="7333"/>
                  </a:lnTo>
                  <a:lnTo>
                    <a:pt x="2346479" y="8947"/>
                  </a:lnTo>
                  <a:lnTo>
                    <a:pt x="2432534" y="10736"/>
                  </a:lnTo>
                  <a:lnTo>
                    <a:pt x="2511527" y="12716"/>
                  </a:lnTo>
                  <a:lnTo>
                    <a:pt x="2583718" y="14909"/>
                  </a:lnTo>
                  <a:lnTo>
                    <a:pt x="2649674" y="17344"/>
                  </a:lnTo>
                  <a:lnTo>
                    <a:pt x="2710144" y="20053"/>
                  </a:lnTo>
                  <a:lnTo>
                    <a:pt x="2765964" y="23071"/>
                  </a:lnTo>
                  <a:lnTo>
                    <a:pt x="2817984" y="26432"/>
                  </a:lnTo>
                  <a:lnTo>
                    <a:pt x="2867020" y="30162"/>
                  </a:lnTo>
                  <a:lnTo>
                    <a:pt x="2896531" y="32691"/>
                  </a:lnTo>
                  <a:lnTo>
                    <a:pt x="2952500" y="38092"/>
                  </a:lnTo>
                  <a:lnTo>
                    <a:pt x="3006634" y="44081"/>
                  </a:lnTo>
                  <a:lnTo>
                    <a:pt x="3059675" y="50668"/>
                  </a:lnTo>
                  <a:lnTo>
                    <a:pt x="3112154" y="57834"/>
                  </a:lnTo>
                  <a:lnTo>
                    <a:pt x="3164425" y="65537"/>
                  </a:lnTo>
                  <a:lnTo>
                    <a:pt x="3216700" y="73706"/>
                  </a:lnTo>
                  <a:lnTo>
                    <a:pt x="3269076" y="82244"/>
                  </a:lnTo>
                  <a:lnTo>
                    <a:pt x="3321564" y="91030"/>
                  </a:lnTo>
                  <a:lnTo>
                    <a:pt x="3374111" y="99930"/>
                  </a:lnTo>
                  <a:lnTo>
                    <a:pt x="3426642" y="108800"/>
                  </a:lnTo>
                  <a:lnTo>
                    <a:pt x="3479086" y="117499"/>
                  </a:lnTo>
                  <a:lnTo>
                    <a:pt x="3531415" y="125897"/>
                  </a:lnTo>
                  <a:lnTo>
                    <a:pt x="3583671" y="133882"/>
                  </a:lnTo>
                  <a:lnTo>
                    <a:pt x="3635995" y="141369"/>
                  </a:lnTo>
                  <a:lnTo>
                    <a:pt x="3688655" y="148297"/>
                  </a:lnTo>
                  <a:lnTo>
                    <a:pt x="3742076" y="154636"/>
                  </a:lnTo>
                  <a:lnTo>
                    <a:pt x="3796869" y="160378"/>
                  </a:lnTo>
                  <a:lnTo>
                    <a:pt x="3829811" y="163459"/>
                  </a:lnTo>
                  <a:lnTo>
                    <a:pt x="3877354" y="167428"/>
                  </a:lnTo>
                  <a:lnTo>
                    <a:pt x="3927415" y="171018"/>
                  </a:lnTo>
                  <a:lnTo>
                    <a:pt x="3980757" y="174247"/>
                  </a:lnTo>
                  <a:lnTo>
                    <a:pt x="4038215" y="177145"/>
                  </a:lnTo>
                  <a:lnTo>
                    <a:pt x="4100642" y="179748"/>
                  </a:lnTo>
                  <a:lnTo>
                    <a:pt x="4168849" y="182089"/>
                  </a:lnTo>
                  <a:lnTo>
                    <a:pt x="4243529" y="184199"/>
                  </a:lnTo>
                  <a:lnTo>
                    <a:pt x="4325154" y="186105"/>
                  </a:lnTo>
                  <a:lnTo>
                    <a:pt x="4413824" y="187827"/>
                  </a:lnTo>
                  <a:lnTo>
                    <a:pt x="4509103" y="189378"/>
                  </a:lnTo>
                  <a:lnTo>
                    <a:pt x="4609815" y="190766"/>
                  </a:lnTo>
                  <a:lnTo>
                    <a:pt x="4713884" y="191993"/>
                  </a:lnTo>
                  <a:lnTo>
                    <a:pt x="4818265" y="193056"/>
                  </a:lnTo>
                  <a:lnTo>
                    <a:pt x="4919048" y="193953"/>
                  </a:lnTo>
                  <a:lnTo>
                    <a:pt x="5011827" y="194680"/>
                  </a:lnTo>
                  <a:lnTo>
                    <a:pt x="5092316" y="195240"/>
                  </a:lnTo>
                  <a:lnTo>
                    <a:pt x="5157116" y="195643"/>
                  </a:lnTo>
                  <a:lnTo>
                    <a:pt x="5204432" y="195908"/>
                  </a:lnTo>
                  <a:lnTo>
                    <a:pt x="5234530" y="196060"/>
                  </a:lnTo>
                  <a:lnTo>
                    <a:pt x="5249818" y="196130"/>
                  </a:lnTo>
                  <a:lnTo>
                    <a:pt x="5254645" y="196150"/>
                  </a:lnTo>
                  <a:lnTo>
                    <a:pt x="5254955" y="196151"/>
                  </a:lnTo>
                  <a:lnTo>
                    <a:pt x="6726343" y="196151"/>
                  </a:lnTo>
                  <a:lnTo>
                    <a:pt x="6727067" y="196260"/>
                  </a:lnTo>
                  <a:lnTo>
                    <a:pt x="6731871" y="197033"/>
                  </a:lnTo>
                  <a:lnTo>
                    <a:pt x="6744128" y="199166"/>
                  </a:lnTo>
                  <a:lnTo>
                    <a:pt x="6766409" y="203373"/>
                  </a:lnTo>
                  <a:lnTo>
                    <a:pt x="6800363" y="210348"/>
                  </a:lnTo>
                  <a:lnTo>
                    <a:pt x="6846616" y="220715"/>
                  </a:lnTo>
                  <a:lnTo>
                    <a:pt x="6904747" y="234978"/>
                  </a:lnTo>
                  <a:lnTo>
                    <a:pt x="6973393" y="253490"/>
                  </a:lnTo>
                  <a:lnTo>
                    <a:pt x="7050475" y="276447"/>
                  </a:lnTo>
                  <a:lnTo>
                    <a:pt x="7133503" y="303909"/>
                  </a:lnTo>
                  <a:lnTo>
                    <a:pt x="7219886" y="335836"/>
                  </a:lnTo>
                  <a:lnTo>
                    <a:pt x="7307209" y="372146"/>
                  </a:lnTo>
                  <a:lnTo>
                    <a:pt x="7393416" y="412761"/>
                  </a:lnTo>
                  <a:lnTo>
                    <a:pt x="7476904" y="457655"/>
                  </a:lnTo>
                  <a:lnTo>
                    <a:pt x="7556546" y="506885"/>
                  </a:lnTo>
                  <a:lnTo>
                    <a:pt x="7631646" y="560611"/>
                  </a:lnTo>
                  <a:lnTo>
                    <a:pt x="7701880" y="619111"/>
                  </a:lnTo>
                  <a:lnTo>
                    <a:pt x="7767207" y="682777"/>
                  </a:lnTo>
                  <a:lnTo>
                    <a:pt x="7827801" y="752119"/>
                  </a:lnTo>
                  <a:lnTo>
                    <a:pt x="7883985" y="827750"/>
                  </a:lnTo>
                  <a:lnTo>
                    <a:pt x="7936176" y="910371"/>
                  </a:lnTo>
                  <a:lnTo>
                    <a:pt x="7984843" y="1000745"/>
                  </a:lnTo>
                  <a:lnTo>
                    <a:pt x="8030482" y="1099654"/>
                  </a:lnTo>
                  <a:lnTo>
                    <a:pt x="8073584" y="1207825"/>
                  </a:lnTo>
                  <a:lnTo>
                    <a:pt x="8114620" y="1325829"/>
                  </a:lnTo>
                  <a:lnTo>
                    <a:pt x="8151487" y="1445258"/>
                  </a:lnTo>
                  <a:lnTo>
                    <a:pt x="8175870" y="1531390"/>
                  </a:lnTo>
                  <a:lnTo>
                    <a:pt x="8199816" y="1621615"/>
                  </a:lnTo>
                  <a:lnTo>
                    <a:pt x="8223402" y="1716007"/>
                  </a:lnTo>
                  <a:lnTo>
                    <a:pt x="8246696" y="1814616"/>
                  </a:lnTo>
                  <a:lnTo>
                    <a:pt x="8269757" y="1917465"/>
                  </a:lnTo>
                  <a:lnTo>
                    <a:pt x="8292636" y="2024546"/>
                  </a:lnTo>
                  <a:lnTo>
                    <a:pt x="8315375" y="2135818"/>
                  </a:lnTo>
                  <a:lnTo>
                    <a:pt x="8338014" y="2251208"/>
                  </a:lnTo>
                  <a:lnTo>
                    <a:pt x="8360583" y="2370608"/>
                  </a:lnTo>
                  <a:lnTo>
                    <a:pt x="8383109" y="2493872"/>
                  </a:lnTo>
                  <a:lnTo>
                    <a:pt x="8405612" y="2620819"/>
                  </a:lnTo>
                  <a:lnTo>
                    <a:pt x="8428110" y="2751232"/>
                  </a:lnTo>
                  <a:lnTo>
                    <a:pt x="8450614" y="2884855"/>
                  </a:lnTo>
                  <a:lnTo>
                    <a:pt x="8473134" y="3021400"/>
                  </a:lnTo>
                  <a:lnTo>
                    <a:pt x="8495673" y="3160547"/>
                  </a:lnTo>
                  <a:lnTo>
                    <a:pt x="8518235" y="3301944"/>
                  </a:lnTo>
                  <a:lnTo>
                    <a:pt x="8540819" y="3445213"/>
                  </a:lnTo>
                  <a:lnTo>
                    <a:pt x="8563421" y="3589954"/>
                  </a:lnTo>
                  <a:lnTo>
                    <a:pt x="8586039" y="3735750"/>
                  </a:lnTo>
                  <a:lnTo>
                    <a:pt x="8608665" y="3882170"/>
                  </a:lnTo>
                  <a:lnTo>
                    <a:pt x="8631294" y="4028773"/>
                  </a:lnTo>
                  <a:lnTo>
                    <a:pt x="8653919" y="4175121"/>
                  </a:lnTo>
                  <a:lnTo>
                    <a:pt x="8676534" y="4320773"/>
                  </a:lnTo>
                  <a:lnTo>
                    <a:pt x="8699134" y="4465302"/>
                  </a:lnTo>
                  <a:lnTo>
                    <a:pt x="8721714" y="4608291"/>
                  </a:lnTo>
                  <a:lnTo>
                    <a:pt x="8744272" y="4749345"/>
                  </a:lnTo>
                  <a:lnTo>
                    <a:pt x="8766809" y="4888088"/>
                  </a:lnTo>
                  <a:lnTo>
                    <a:pt x="8789325" y="5024176"/>
                  </a:lnTo>
                  <a:lnTo>
                    <a:pt x="8811828" y="5157293"/>
                  </a:lnTo>
                  <a:lnTo>
                    <a:pt x="8834325" y="5287154"/>
                  </a:lnTo>
                  <a:lnTo>
                    <a:pt x="8856831" y="5413512"/>
                  </a:lnTo>
                  <a:lnTo>
                    <a:pt x="8879362" y="5536155"/>
                  </a:lnTo>
                  <a:lnTo>
                    <a:pt x="8901941" y="5654907"/>
                  </a:lnTo>
                  <a:lnTo>
                    <a:pt x="8924594" y="5769630"/>
                  </a:lnTo>
                  <a:lnTo>
                    <a:pt x="8947353" y="5880220"/>
                  </a:lnTo>
                  <a:lnTo>
                    <a:pt x="8970258" y="5986609"/>
                  </a:lnTo>
                  <a:lnTo>
                    <a:pt x="8993354" y="6088764"/>
                  </a:lnTo>
                  <a:lnTo>
                    <a:pt x="9016692" y="6186680"/>
                  </a:lnTo>
                  <a:lnTo>
                    <a:pt x="9040332" y="6280386"/>
                  </a:lnTo>
                  <a:lnTo>
                    <a:pt x="9064344" y="6369934"/>
                  </a:lnTo>
                  <a:lnTo>
                    <a:pt x="9084767" y="6441684"/>
                  </a:lnTo>
                  <a:lnTo>
                    <a:pt x="9124255" y="6569117"/>
                  </a:lnTo>
                  <a:lnTo>
                    <a:pt x="9165412" y="6686467"/>
                  </a:lnTo>
                  <a:lnTo>
                    <a:pt x="9208665" y="6794014"/>
                  </a:lnTo>
                  <a:lnTo>
                    <a:pt x="9254486" y="6892343"/>
                  </a:lnTo>
                  <a:lnTo>
                    <a:pt x="9303369" y="6982188"/>
                  </a:lnTo>
                  <a:lnTo>
                    <a:pt x="9355806" y="7064330"/>
                  </a:lnTo>
                  <a:lnTo>
                    <a:pt x="9412266" y="7139530"/>
                  </a:lnTo>
                  <a:lnTo>
                    <a:pt x="9473160" y="7208484"/>
                  </a:lnTo>
                  <a:lnTo>
                    <a:pt x="9538804" y="7271800"/>
                  </a:lnTo>
                  <a:lnTo>
                    <a:pt x="9609358" y="7329977"/>
                  </a:lnTo>
                  <a:lnTo>
                    <a:pt x="9684769" y="7383403"/>
                  </a:lnTo>
                  <a:lnTo>
                    <a:pt x="9764687" y="7432346"/>
                  </a:lnTo>
                  <a:lnTo>
                    <a:pt x="9848392" y="7476961"/>
                  </a:lnTo>
                  <a:lnTo>
                    <a:pt x="9934725" y="7517296"/>
                  </a:lnTo>
                  <a:lnTo>
                    <a:pt x="10022054" y="7553323"/>
                  </a:lnTo>
                  <a:lnTo>
                    <a:pt x="10108296" y="7584962"/>
                  </a:lnTo>
                  <a:lnTo>
                    <a:pt x="10191015" y="7612130"/>
                  </a:lnTo>
                  <a:lnTo>
                    <a:pt x="10267620" y="7634794"/>
                  </a:lnTo>
                  <a:lnTo>
                    <a:pt x="10335637" y="7653021"/>
                  </a:lnTo>
                  <a:lnTo>
                    <a:pt x="10393025" y="7667017"/>
                  </a:lnTo>
                  <a:lnTo>
                    <a:pt x="10438478" y="7677146"/>
                  </a:lnTo>
                  <a:lnTo>
                    <a:pt x="10471641" y="7683921"/>
                  </a:lnTo>
                  <a:lnTo>
                    <a:pt x="10493207" y="7687971"/>
                  </a:lnTo>
                  <a:lnTo>
                    <a:pt x="10504891" y="7689994"/>
                  </a:lnTo>
                  <a:lnTo>
                    <a:pt x="10509317" y="7690702"/>
                  </a:lnTo>
                  <a:lnTo>
                    <a:pt x="10509911" y="7690791"/>
                  </a:lnTo>
                  <a:lnTo>
                    <a:pt x="11981298" y="769079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21" name="pl721"/>
            <p:cNvSpPr/>
            <p:nvPr/>
          </p:nvSpPr>
          <p:spPr>
            <a:xfrm>
              <a:off x="4799595" y="2912001"/>
              <a:ext cx="11981298" cy="7690791"/>
            </a:xfrm>
            <a:custGeom>
              <a:avLst/>
              <a:pathLst>
                <a:path w="11981298" h="7690791">
                  <a:moveTo>
                    <a:pt x="11981298" y="7690791"/>
                  </a:moveTo>
                  <a:lnTo>
                    <a:pt x="10509911" y="7690791"/>
                  </a:lnTo>
                  <a:lnTo>
                    <a:pt x="10509186" y="7690682"/>
                  </a:lnTo>
                  <a:lnTo>
                    <a:pt x="10504383" y="7689910"/>
                  </a:lnTo>
                  <a:lnTo>
                    <a:pt x="10492125" y="7687777"/>
                  </a:lnTo>
                  <a:lnTo>
                    <a:pt x="10469844" y="7683569"/>
                  </a:lnTo>
                  <a:lnTo>
                    <a:pt x="10435890" y="7676594"/>
                  </a:lnTo>
                  <a:lnTo>
                    <a:pt x="10389637" y="7666227"/>
                  </a:lnTo>
                  <a:lnTo>
                    <a:pt x="10331506" y="7651965"/>
                  </a:lnTo>
                  <a:lnTo>
                    <a:pt x="10262860" y="7633453"/>
                  </a:lnTo>
                  <a:lnTo>
                    <a:pt x="10185778" y="7610495"/>
                  </a:lnTo>
                  <a:lnTo>
                    <a:pt x="10102751" y="7583034"/>
                  </a:lnTo>
                  <a:lnTo>
                    <a:pt x="10016367" y="7551106"/>
                  </a:lnTo>
                  <a:lnTo>
                    <a:pt x="9929044" y="7514796"/>
                  </a:lnTo>
                  <a:lnTo>
                    <a:pt x="9842837" y="7474181"/>
                  </a:lnTo>
                  <a:lnTo>
                    <a:pt x="9759349" y="7429287"/>
                  </a:lnTo>
                  <a:lnTo>
                    <a:pt x="9679708" y="7380058"/>
                  </a:lnTo>
                  <a:lnTo>
                    <a:pt x="9604607" y="7326331"/>
                  </a:lnTo>
                  <a:lnTo>
                    <a:pt x="9534373" y="7267832"/>
                  </a:lnTo>
                  <a:lnTo>
                    <a:pt x="9469047" y="7204165"/>
                  </a:lnTo>
                  <a:lnTo>
                    <a:pt x="9408452" y="7134823"/>
                  </a:lnTo>
                  <a:lnTo>
                    <a:pt x="9352268" y="7059193"/>
                  </a:lnTo>
                  <a:lnTo>
                    <a:pt x="9300078" y="6976572"/>
                  </a:lnTo>
                  <a:lnTo>
                    <a:pt x="9251410" y="6886197"/>
                  </a:lnTo>
                  <a:lnTo>
                    <a:pt x="9205771" y="6787288"/>
                  </a:lnTo>
                  <a:lnTo>
                    <a:pt x="9162669" y="6679117"/>
                  </a:lnTo>
                  <a:lnTo>
                    <a:pt x="9121633" y="6561114"/>
                  </a:lnTo>
                  <a:lnTo>
                    <a:pt x="9084767" y="6441684"/>
                  </a:lnTo>
                  <a:lnTo>
                    <a:pt x="9060384" y="6355552"/>
                  </a:lnTo>
                  <a:lnTo>
                    <a:pt x="9036437" y="6265328"/>
                  </a:lnTo>
                  <a:lnTo>
                    <a:pt x="9012851" y="6170936"/>
                  </a:lnTo>
                  <a:lnTo>
                    <a:pt x="8989557" y="6072326"/>
                  </a:lnTo>
                  <a:lnTo>
                    <a:pt x="8966496" y="5969477"/>
                  </a:lnTo>
                  <a:lnTo>
                    <a:pt x="8943618" y="5862397"/>
                  </a:lnTo>
                  <a:lnTo>
                    <a:pt x="8920878" y="5751125"/>
                  </a:lnTo>
                  <a:lnTo>
                    <a:pt x="8898239" y="5635734"/>
                  </a:lnTo>
                  <a:lnTo>
                    <a:pt x="8875670" y="5516335"/>
                  </a:lnTo>
                  <a:lnTo>
                    <a:pt x="8853145" y="5393070"/>
                  </a:lnTo>
                  <a:lnTo>
                    <a:pt x="8830641" y="5266123"/>
                  </a:lnTo>
                  <a:lnTo>
                    <a:pt x="8808143" y="5135711"/>
                  </a:lnTo>
                  <a:lnTo>
                    <a:pt x="8785639" y="5002087"/>
                  </a:lnTo>
                  <a:lnTo>
                    <a:pt x="8763120" y="4865542"/>
                  </a:lnTo>
                  <a:lnTo>
                    <a:pt x="8740580" y="4726395"/>
                  </a:lnTo>
                  <a:lnTo>
                    <a:pt x="8718018" y="4584999"/>
                  </a:lnTo>
                  <a:lnTo>
                    <a:pt x="8695435" y="4441730"/>
                  </a:lnTo>
                  <a:lnTo>
                    <a:pt x="8672832" y="4296988"/>
                  </a:lnTo>
                  <a:lnTo>
                    <a:pt x="8650215" y="4151192"/>
                  </a:lnTo>
                  <a:lnTo>
                    <a:pt x="8627588" y="4004773"/>
                  </a:lnTo>
                  <a:lnTo>
                    <a:pt x="8604959" y="3858169"/>
                  </a:lnTo>
                  <a:lnTo>
                    <a:pt x="8582334" y="3711822"/>
                  </a:lnTo>
                  <a:lnTo>
                    <a:pt x="8559719" y="3566169"/>
                  </a:lnTo>
                  <a:lnTo>
                    <a:pt x="8537119" y="3421640"/>
                  </a:lnTo>
                  <a:lnTo>
                    <a:pt x="8514539" y="3278651"/>
                  </a:lnTo>
                  <a:lnTo>
                    <a:pt x="8491981" y="3137598"/>
                  </a:lnTo>
                  <a:lnTo>
                    <a:pt x="8469445" y="2998854"/>
                  </a:lnTo>
                  <a:lnTo>
                    <a:pt x="8446928" y="2862766"/>
                  </a:lnTo>
                  <a:lnTo>
                    <a:pt x="8424426" y="2729650"/>
                  </a:lnTo>
                  <a:lnTo>
                    <a:pt x="8401928" y="2599788"/>
                  </a:lnTo>
                  <a:lnTo>
                    <a:pt x="8379422" y="2473430"/>
                  </a:lnTo>
                  <a:lnTo>
                    <a:pt x="8356891" y="2350787"/>
                  </a:lnTo>
                  <a:lnTo>
                    <a:pt x="8334312" y="2232035"/>
                  </a:lnTo>
                  <a:lnTo>
                    <a:pt x="8311660" y="2117312"/>
                  </a:lnTo>
                  <a:lnTo>
                    <a:pt x="8288900" y="2006723"/>
                  </a:lnTo>
                  <a:lnTo>
                    <a:pt x="8265995" y="1900333"/>
                  </a:lnTo>
                  <a:lnTo>
                    <a:pt x="8242899" y="1798179"/>
                  </a:lnTo>
                  <a:lnTo>
                    <a:pt x="8219562" y="1700262"/>
                  </a:lnTo>
                  <a:lnTo>
                    <a:pt x="8195921" y="1606557"/>
                  </a:lnTo>
                  <a:lnTo>
                    <a:pt x="8171909" y="1517008"/>
                  </a:lnTo>
                  <a:lnTo>
                    <a:pt x="8151487" y="1445258"/>
                  </a:lnTo>
                  <a:lnTo>
                    <a:pt x="8111998" y="1317825"/>
                  </a:lnTo>
                  <a:lnTo>
                    <a:pt x="8070841" y="1200475"/>
                  </a:lnTo>
                  <a:lnTo>
                    <a:pt x="8027588" y="1092928"/>
                  </a:lnTo>
                  <a:lnTo>
                    <a:pt x="7981767" y="994599"/>
                  </a:lnTo>
                  <a:lnTo>
                    <a:pt x="7932884" y="904754"/>
                  </a:lnTo>
                  <a:lnTo>
                    <a:pt x="7880447" y="822612"/>
                  </a:lnTo>
                  <a:lnTo>
                    <a:pt x="7823988" y="747412"/>
                  </a:lnTo>
                  <a:lnTo>
                    <a:pt x="7763093" y="678458"/>
                  </a:lnTo>
                  <a:lnTo>
                    <a:pt x="7697449" y="615143"/>
                  </a:lnTo>
                  <a:lnTo>
                    <a:pt x="7626895" y="556965"/>
                  </a:lnTo>
                  <a:lnTo>
                    <a:pt x="7551484" y="503539"/>
                  </a:lnTo>
                  <a:lnTo>
                    <a:pt x="7471566" y="454596"/>
                  </a:lnTo>
                  <a:lnTo>
                    <a:pt x="7387861" y="409982"/>
                  </a:lnTo>
                  <a:lnTo>
                    <a:pt x="7301528" y="369646"/>
                  </a:lnTo>
                  <a:lnTo>
                    <a:pt x="7214199" y="333619"/>
                  </a:lnTo>
                  <a:lnTo>
                    <a:pt x="7127958" y="301981"/>
                  </a:lnTo>
                  <a:lnTo>
                    <a:pt x="7045239" y="274813"/>
                  </a:lnTo>
                  <a:lnTo>
                    <a:pt x="6968633" y="252148"/>
                  </a:lnTo>
                  <a:lnTo>
                    <a:pt x="6900616" y="233921"/>
                  </a:lnTo>
                  <a:lnTo>
                    <a:pt x="6843228" y="219925"/>
                  </a:lnTo>
                  <a:lnTo>
                    <a:pt x="6797775" y="209796"/>
                  </a:lnTo>
                  <a:lnTo>
                    <a:pt x="6764613" y="203021"/>
                  </a:lnTo>
                  <a:lnTo>
                    <a:pt x="6743046" y="198971"/>
                  </a:lnTo>
                  <a:lnTo>
                    <a:pt x="6731363" y="196949"/>
                  </a:lnTo>
                  <a:lnTo>
                    <a:pt x="6726936" y="196240"/>
                  </a:lnTo>
                  <a:lnTo>
                    <a:pt x="6726343" y="196151"/>
                  </a:lnTo>
                  <a:lnTo>
                    <a:pt x="5254955" y="196151"/>
                  </a:lnTo>
                  <a:lnTo>
                    <a:pt x="5253718" y="196147"/>
                  </a:lnTo>
                  <a:lnTo>
                    <a:pt x="5245599" y="196111"/>
                  </a:lnTo>
                  <a:lnTo>
                    <a:pt x="5225185" y="196014"/>
                  </a:lnTo>
                  <a:lnTo>
                    <a:pt x="5188820" y="195824"/>
                  </a:lnTo>
                  <a:lnTo>
                    <a:pt x="5134882" y="195510"/>
                  </a:lnTo>
                  <a:lnTo>
                    <a:pt x="5063907" y="195050"/>
                  </a:lnTo>
                  <a:lnTo>
                    <a:pt x="4978361" y="194428"/>
                  </a:lnTo>
                  <a:lnTo>
                    <a:pt x="4882065" y="193637"/>
                  </a:lnTo>
                  <a:lnTo>
                    <a:pt x="4779437" y="192678"/>
                  </a:lnTo>
                  <a:lnTo>
                    <a:pt x="4674756" y="191553"/>
                  </a:lnTo>
                  <a:lnTo>
                    <a:pt x="4571637" y="190266"/>
                  </a:lnTo>
                  <a:lnTo>
                    <a:pt x="4472765" y="188817"/>
                  </a:lnTo>
                  <a:lnTo>
                    <a:pt x="4379863" y="187204"/>
                  </a:lnTo>
                  <a:lnTo>
                    <a:pt x="4293808" y="185415"/>
                  </a:lnTo>
                  <a:lnTo>
                    <a:pt x="4214815" y="183435"/>
                  </a:lnTo>
                  <a:lnTo>
                    <a:pt x="4142625" y="181242"/>
                  </a:lnTo>
                  <a:lnTo>
                    <a:pt x="4076668" y="178807"/>
                  </a:lnTo>
                  <a:lnTo>
                    <a:pt x="4016198" y="176098"/>
                  </a:lnTo>
                  <a:lnTo>
                    <a:pt x="3960378" y="173080"/>
                  </a:lnTo>
                  <a:lnTo>
                    <a:pt x="3908358" y="169719"/>
                  </a:lnTo>
                  <a:lnTo>
                    <a:pt x="3859322" y="165989"/>
                  </a:lnTo>
                  <a:lnTo>
                    <a:pt x="3829811" y="163459"/>
                  </a:lnTo>
                  <a:lnTo>
                    <a:pt x="3773842" y="158059"/>
                  </a:lnTo>
                  <a:lnTo>
                    <a:pt x="3719708" y="152070"/>
                  </a:lnTo>
                  <a:lnTo>
                    <a:pt x="3666667" y="145483"/>
                  </a:lnTo>
                  <a:lnTo>
                    <a:pt x="3614188" y="138317"/>
                  </a:lnTo>
                  <a:lnTo>
                    <a:pt x="3561918" y="130614"/>
                  </a:lnTo>
                  <a:lnTo>
                    <a:pt x="3509642" y="122445"/>
                  </a:lnTo>
                  <a:lnTo>
                    <a:pt x="3457266" y="113907"/>
                  </a:lnTo>
                  <a:lnTo>
                    <a:pt x="3404778" y="105120"/>
                  </a:lnTo>
                  <a:lnTo>
                    <a:pt x="3352231" y="96220"/>
                  </a:lnTo>
                  <a:lnTo>
                    <a:pt x="3299700" y="87350"/>
                  </a:lnTo>
                  <a:lnTo>
                    <a:pt x="3247256" y="78652"/>
                  </a:lnTo>
                  <a:lnTo>
                    <a:pt x="3194927" y="70254"/>
                  </a:lnTo>
                  <a:lnTo>
                    <a:pt x="3142671" y="62269"/>
                  </a:lnTo>
                  <a:lnTo>
                    <a:pt x="3090348" y="54782"/>
                  </a:lnTo>
                  <a:lnTo>
                    <a:pt x="3037687" y="47854"/>
                  </a:lnTo>
                  <a:lnTo>
                    <a:pt x="2984266" y="41515"/>
                  </a:lnTo>
                  <a:lnTo>
                    <a:pt x="2929473" y="35773"/>
                  </a:lnTo>
                  <a:lnTo>
                    <a:pt x="2896531" y="32691"/>
                  </a:lnTo>
                  <a:lnTo>
                    <a:pt x="2848988" y="28723"/>
                  </a:lnTo>
                  <a:lnTo>
                    <a:pt x="2798928" y="25133"/>
                  </a:lnTo>
                  <a:lnTo>
                    <a:pt x="2745585" y="21904"/>
                  </a:lnTo>
                  <a:lnTo>
                    <a:pt x="2688127" y="19006"/>
                  </a:lnTo>
                  <a:lnTo>
                    <a:pt x="2625700" y="16403"/>
                  </a:lnTo>
                  <a:lnTo>
                    <a:pt x="2557494" y="14062"/>
                  </a:lnTo>
                  <a:lnTo>
                    <a:pt x="2482813" y="11952"/>
                  </a:lnTo>
                  <a:lnTo>
                    <a:pt x="2401189" y="10046"/>
                  </a:lnTo>
                  <a:lnTo>
                    <a:pt x="2312518" y="8324"/>
                  </a:lnTo>
                  <a:lnTo>
                    <a:pt x="2217239" y="6773"/>
                  </a:lnTo>
                  <a:lnTo>
                    <a:pt x="2116528" y="5385"/>
                  </a:lnTo>
                  <a:lnTo>
                    <a:pt x="2012458" y="4158"/>
                  </a:lnTo>
                  <a:lnTo>
                    <a:pt x="1908077" y="3095"/>
                  </a:lnTo>
                  <a:lnTo>
                    <a:pt x="1807294" y="2198"/>
                  </a:lnTo>
                  <a:lnTo>
                    <a:pt x="1714515" y="1471"/>
                  </a:lnTo>
                  <a:lnTo>
                    <a:pt x="1634026" y="911"/>
                  </a:lnTo>
                  <a:lnTo>
                    <a:pt x="1569226" y="508"/>
                  </a:lnTo>
                  <a:lnTo>
                    <a:pt x="1521910" y="243"/>
                  </a:lnTo>
                  <a:lnTo>
                    <a:pt x="1491813" y="91"/>
                  </a:lnTo>
                  <a:lnTo>
                    <a:pt x="1476524" y="21"/>
                  </a:lnTo>
                  <a:lnTo>
                    <a:pt x="1471697" y="1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22" name="pg722"/>
            <p:cNvSpPr/>
            <p:nvPr/>
          </p:nvSpPr>
          <p:spPr>
            <a:xfrm>
              <a:off x="4799595" y="2609600"/>
              <a:ext cx="11981298" cy="5631195"/>
            </a:xfrm>
            <a:custGeom>
              <a:avLst/>
              <a:pathLst>
                <a:path w="11981298" h="5631195">
                  <a:moveTo>
                    <a:pt x="0" y="2803338"/>
                  </a:moveTo>
                  <a:lnTo>
                    <a:pt x="1471387" y="2803338"/>
                  </a:lnTo>
                  <a:lnTo>
                    <a:pt x="1472534" y="2803404"/>
                  </a:lnTo>
                  <a:lnTo>
                    <a:pt x="1480071" y="2803871"/>
                  </a:lnTo>
                  <a:lnTo>
                    <a:pt x="1499068" y="2805164"/>
                  </a:lnTo>
                  <a:lnTo>
                    <a:pt x="1533021" y="2807709"/>
                  </a:lnTo>
                  <a:lnTo>
                    <a:pt x="1583608" y="2811901"/>
                  </a:lnTo>
                  <a:lnTo>
                    <a:pt x="1650558" y="2818062"/>
                  </a:lnTo>
                  <a:lnTo>
                    <a:pt x="1731810" y="2826412"/>
                  </a:lnTo>
                  <a:lnTo>
                    <a:pt x="1823983" y="2837062"/>
                  </a:lnTo>
                  <a:lnTo>
                    <a:pt x="1923036" y="2850029"/>
                  </a:lnTo>
                  <a:lnTo>
                    <a:pt x="2024927" y="2865275"/>
                  </a:lnTo>
                  <a:lnTo>
                    <a:pt x="2126127" y="2882752"/>
                  </a:lnTo>
                  <a:lnTo>
                    <a:pt x="2223911" y="2902435"/>
                  </a:lnTo>
                  <a:lnTo>
                    <a:pt x="2316430" y="2924355"/>
                  </a:lnTo>
                  <a:lnTo>
                    <a:pt x="2402640" y="2948617"/>
                  </a:lnTo>
                  <a:lnTo>
                    <a:pt x="2482154" y="2975407"/>
                  </a:lnTo>
                  <a:lnTo>
                    <a:pt x="2555070" y="3004993"/>
                  </a:lnTo>
                  <a:lnTo>
                    <a:pt x="2621818" y="3037721"/>
                  </a:lnTo>
                  <a:lnTo>
                    <a:pt x="2683033" y="3074002"/>
                  </a:lnTo>
                  <a:lnTo>
                    <a:pt x="2739461" y="3114294"/>
                  </a:lnTo>
                  <a:lnTo>
                    <a:pt x="2791891" y="3159063"/>
                  </a:lnTo>
                  <a:lnTo>
                    <a:pt x="2841100" y="3208725"/>
                  </a:lnTo>
                  <a:lnTo>
                    <a:pt x="2887809" y="3263544"/>
                  </a:lnTo>
                  <a:lnTo>
                    <a:pt x="2896531" y="3274647"/>
                  </a:lnTo>
                  <a:lnTo>
                    <a:pt x="2934239" y="3325829"/>
                  </a:lnTo>
                  <a:lnTo>
                    <a:pt x="2970996" y="3380779"/>
                  </a:lnTo>
                  <a:lnTo>
                    <a:pt x="3007060" y="3439574"/>
                  </a:lnTo>
                  <a:lnTo>
                    <a:pt x="3042642" y="3502230"/>
                  </a:lnTo>
                  <a:lnTo>
                    <a:pt x="3077908" y="3568692"/>
                  </a:lnTo>
                  <a:lnTo>
                    <a:pt x="3112988" y="3638830"/>
                  </a:lnTo>
                  <a:lnTo>
                    <a:pt x="3147980" y="3712438"/>
                  </a:lnTo>
                  <a:lnTo>
                    <a:pt x="3182952" y="3789226"/>
                  </a:lnTo>
                  <a:lnTo>
                    <a:pt x="3217950" y="3868827"/>
                  </a:lnTo>
                  <a:lnTo>
                    <a:pt x="3252996" y="3950799"/>
                  </a:lnTo>
                  <a:lnTo>
                    <a:pt x="3288094" y="4034636"/>
                  </a:lnTo>
                  <a:lnTo>
                    <a:pt x="3323238" y="4119776"/>
                  </a:lnTo>
                  <a:lnTo>
                    <a:pt x="3358407" y="4205621"/>
                  </a:lnTo>
                  <a:lnTo>
                    <a:pt x="3393580" y="4291550"/>
                  </a:lnTo>
                  <a:lnTo>
                    <a:pt x="3428733" y="4376941"/>
                  </a:lnTo>
                  <a:lnTo>
                    <a:pt x="3463845" y="4461188"/>
                  </a:lnTo>
                  <a:lnTo>
                    <a:pt x="3498905" y="4543718"/>
                  </a:lnTo>
                  <a:lnTo>
                    <a:pt x="3533914" y="4624008"/>
                  </a:lnTo>
                  <a:lnTo>
                    <a:pt x="3568890" y="4701597"/>
                  </a:lnTo>
                  <a:lnTo>
                    <a:pt x="3603871" y="4776098"/>
                  </a:lnTo>
                  <a:lnTo>
                    <a:pt x="3638919" y="4847200"/>
                  </a:lnTo>
                  <a:lnTo>
                    <a:pt x="3674124" y="4914674"/>
                  </a:lnTo>
                  <a:lnTo>
                    <a:pt x="3709605" y="4978369"/>
                  </a:lnTo>
                  <a:lnTo>
                    <a:pt x="3745520" y="5038211"/>
                  </a:lnTo>
                  <a:lnTo>
                    <a:pt x="3782065" y="5094198"/>
                  </a:lnTo>
                  <a:lnTo>
                    <a:pt x="3819487" y="5146389"/>
                  </a:lnTo>
                  <a:lnTo>
                    <a:pt x="3829811" y="5159886"/>
                  </a:lnTo>
                  <a:lnTo>
                    <a:pt x="3876114" y="5215702"/>
                  </a:lnTo>
                  <a:lnTo>
                    <a:pt x="3924790" y="5266340"/>
                  </a:lnTo>
                  <a:lnTo>
                    <a:pt x="3976544" y="5312018"/>
                  </a:lnTo>
                  <a:lnTo>
                    <a:pt x="4032144" y="5353132"/>
                  </a:lnTo>
                  <a:lnTo>
                    <a:pt x="4092382" y="5390146"/>
                  </a:lnTo>
                  <a:lnTo>
                    <a:pt x="4158015" y="5423521"/>
                  </a:lnTo>
                  <a:lnTo>
                    <a:pt x="4229707" y="5453681"/>
                  </a:lnTo>
                  <a:lnTo>
                    <a:pt x="4307936" y="5480983"/>
                  </a:lnTo>
                  <a:lnTo>
                    <a:pt x="4392875" y="5505713"/>
                  </a:lnTo>
                  <a:lnTo>
                    <a:pt x="4484243" y="5528072"/>
                  </a:lnTo>
                  <a:lnTo>
                    <a:pt x="4581134" y="5548179"/>
                  </a:lnTo>
                  <a:lnTo>
                    <a:pt x="4681864" y="5566079"/>
                  </a:lnTo>
                  <a:lnTo>
                    <a:pt x="4783873" y="5581757"/>
                  </a:lnTo>
                  <a:lnTo>
                    <a:pt x="4883773" y="5595164"/>
                  </a:lnTo>
                  <a:lnTo>
                    <a:pt x="4977588" y="5606259"/>
                  </a:lnTo>
                  <a:lnTo>
                    <a:pt x="5061226" y="5615045"/>
                  </a:lnTo>
                  <a:lnTo>
                    <a:pt x="5131126" y="5621612"/>
                  </a:lnTo>
                  <a:lnTo>
                    <a:pt x="5184930" y="5626160"/>
                  </a:lnTo>
                  <a:lnTo>
                    <a:pt x="5222002" y="5628991"/>
                  </a:lnTo>
                  <a:lnTo>
                    <a:pt x="5243648" y="5630491"/>
                  </a:lnTo>
                  <a:lnTo>
                    <a:pt x="5253035" y="5631084"/>
                  </a:lnTo>
                  <a:lnTo>
                    <a:pt x="5254955" y="5631195"/>
                  </a:lnTo>
                  <a:lnTo>
                    <a:pt x="6726343" y="5631195"/>
                  </a:lnTo>
                  <a:lnTo>
                    <a:pt x="6727183" y="5631100"/>
                  </a:lnTo>
                  <a:lnTo>
                    <a:pt x="6732745" y="5630425"/>
                  </a:lnTo>
                  <a:lnTo>
                    <a:pt x="6746883" y="5628558"/>
                  </a:lnTo>
                  <a:lnTo>
                    <a:pt x="6772457" y="5624879"/>
                  </a:lnTo>
                  <a:lnTo>
                    <a:pt x="6811176" y="5618788"/>
                  </a:lnTo>
                  <a:lnTo>
                    <a:pt x="6863480" y="5609764"/>
                  </a:lnTo>
                  <a:lnTo>
                    <a:pt x="6928551" y="5597401"/>
                  </a:lnTo>
                  <a:lnTo>
                    <a:pt x="7004490" y="5581439"/>
                  </a:lnTo>
                  <a:lnTo>
                    <a:pt x="7088651" y="5561754"/>
                  </a:lnTo>
                  <a:lnTo>
                    <a:pt x="7178047" y="5538338"/>
                  </a:lnTo>
                  <a:lnTo>
                    <a:pt x="7269734" y="5511250"/>
                  </a:lnTo>
                  <a:lnTo>
                    <a:pt x="7361108" y="5480563"/>
                  </a:lnTo>
                  <a:lnTo>
                    <a:pt x="7450086" y="5446322"/>
                  </a:lnTo>
                  <a:lnTo>
                    <a:pt x="7535164" y="5408505"/>
                  </a:lnTo>
                  <a:lnTo>
                    <a:pt x="7615388" y="5367000"/>
                  </a:lnTo>
                  <a:lnTo>
                    <a:pt x="7690279" y="5321592"/>
                  </a:lnTo>
                  <a:lnTo>
                    <a:pt x="7759732" y="5271956"/>
                  </a:lnTo>
                  <a:lnTo>
                    <a:pt x="7823918" y="5217663"/>
                  </a:lnTo>
                  <a:lnTo>
                    <a:pt x="7883198" y="5158185"/>
                  </a:lnTo>
                  <a:lnTo>
                    <a:pt x="7938053" y="5092913"/>
                  </a:lnTo>
                  <a:lnTo>
                    <a:pt x="7989030" y="5021180"/>
                  </a:lnTo>
                  <a:lnTo>
                    <a:pt x="8036705" y="4942306"/>
                  </a:lnTo>
                  <a:lnTo>
                    <a:pt x="8081648" y="4855667"/>
                  </a:lnTo>
                  <a:lnTo>
                    <a:pt x="8124400" y="4760803"/>
                  </a:lnTo>
                  <a:lnTo>
                    <a:pt x="8151487" y="4694025"/>
                  </a:lnTo>
                  <a:lnTo>
                    <a:pt x="8179417" y="4619642"/>
                  </a:lnTo>
                  <a:lnTo>
                    <a:pt x="8206787" y="4541207"/>
                  </a:lnTo>
                  <a:lnTo>
                    <a:pt x="8233711" y="4458642"/>
                  </a:lnTo>
                  <a:lnTo>
                    <a:pt x="8260286" y="4371901"/>
                  </a:lnTo>
                  <a:lnTo>
                    <a:pt x="8286594" y="4280976"/>
                  </a:lnTo>
                  <a:lnTo>
                    <a:pt x="8312706" y="4185902"/>
                  </a:lnTo>
                  <a:lnTo>
                    <a:pt x="8338678" y="4086752"/>
                  </a:lnTo>
                  <a:lnTo>
                    <a:pt x="8364560" y="3983649"/>
                  </a:lnTo>
                  <a:lnTo>
                    <a:pt x="8390390" y="3876761"/>
                  </a:lnTo>
                  <a:lnTo>
                    <a:pt x="8416199" y="3766304"/>
                  </a:lnTo>
                  <a:lnTo>
                    <a:pt x="8442007" y="3652541"/>
                  </a:lnTo>
                  <a:lnTo>
                    <a:pt x="8467832" y="3535781"/>
                  </a:lnTo>
                  <a:lnTo>
                    <a:pt x="8493683" y="3416378"/>
                  </a:lnTo>
                  <a:lnTo>
                    <a:pt x="8519562" y="3294721"/>
                  </a:lnTo>
                  <a:lnTo>
                    <a:pt x="8545470" y="3171240"/>
                  </a:lnTo>
                  <a:lnTo>
                    <a:pt x="8571402" y="3046389"/>
                  </a:lnTo>
                  <a:lnTo>
                    <a:pt x="8597350" y="2920647"/>
                  </a:lnTo>
                  <a:lnTo>
                    <a:pt x="8623306" y="2794505"/>
                  </a:lnTo>
                  <a:lnTo>
                    <a:pt x="8649260" y="2668463"/>
                  </a:lnTo>
                  <a:lnTo>
                    <a:pt x="8675203" y="2543018"/>
                  </a:lnTo>
                  <a:lnTo>
                    <a:pt x="8701126" y="2418658"/>
                  </a:lnTo>
                  <a:lnTo>
                    <a:pt x="8727023" y="2295851"/>
                  </a:lnTo>
                  <a:lnTo>
                    <a:pt x="8752890" y="2175045"/>
                  </a:lnTo>
                  <a:lnTo>
                    <a:pt x="8778730" y="2056651"/>
                  </a:lnTo>
                  <a:lnTo>
                    <a:pt x="8804547" y="1941048"/>
                  </a:lnTo>
                  <a:lnTo>
                    <a:pt x="8830353" y="1828570"/>
                  </a:lnTo>
                  <a:lnTo>
                    <a:pt x="8856167" y="1719508"/>
                  </a:lnTo>
                  <a:lnTo>
                    <a:pt x="8882014" y="1614107"/>
                  </a:lnTo>
                  <a:lnTo>
                    <a:pt x="8907927" y="1512565"/>
                  </a:lnTo>
                  <a:lnTo>
                    <a:pt x="8933949" y="1415029"/>
                  </a:lnTo>
                  <a:lnTo>
                    <a:pt x="8960131" y="1321604"/>
                  </a:lnTo>
                  <a:lnTo>
                    <a:pt x="8986536" y="1232348"/>
                  </a:lnTo>
                  <a:lnTo>
                    <a:pt x="9013240" y="1147276"/>
                  </a:lnTo>
                  <a:lnTo>
                    <a:pt x="9040330" y="1066367"/>
                  </a:lnTo>
                  <a:lnTo>
                    <a:pt x="9067909" y="989560"/>
                  </a:lnTo>
                  <a:lnTo>
                    <a:pt x="9084767" y="945343"/>
                  </a:lnTo>
                  <a:lnTo>
                    <a:pt x="9126346" y="844982"/>
                  </a:lnTo>
                  <a:lnTo>
                    <a:pt x="9169794" y="752983"/>
                  </a:lnTo>
                  <a:lnTo>
                    <a:pt x="9215614" y="669079"/>
                  </a:lnTo>
                  <a:lnTo>
                    <a:pt x="9264360" y="592737"/>
                  </a:lnTo>
                  <a:lnTo>
                    <a:pt x="9316607" y="523304"/>
                  </a:lnTo>
                  <a:lnTo>
                    <a:pt x="9372924" y="460098"/>
                  </a:lnTo>
                  <a:lnTo>
                    <a:pt x="9433843" y="402469"/>
                  </a:lnTo>
                  <a:lnTo>
                    <a:pt x="9499808" y="349833"/>
                  </a:lnTo>
                  <a:lnTo>
                    <a:pt x="9571125" y="301695"/>
                  </a:lnTo>
                  <a:lnTo>
                    <a:pt x="9647879" y="257661"/>
                  </a:lnTo>
                  <a:lnTo>
                    <a:pt x="9729849" y="217444"/>
                  </a:lnTo>
                  <a:lnTo>
                    <a:pt x="9816403" y="180865"/>
                  </a:lnTo>
                  <a:lnTo>
                    <a:pt x="9906405" y="147845"/>
                  </a:lnTo>
                  <a:lnTo>
                    <a:pt x="9998150" y="118389"/>
                  </a:lnTo>
                  <a:lnTo>
                    <a:pt x="10089364" y="92555"/>
                  </a:lnTo>
                  <a:lnTo>
                    <a:pt x="10177301" y="70419"/>
                  </a:lnTo>
                  <a:lnTo>
                    <a:pt x="10258962" y="52021"/>
                  </a:lnTo>
                  <a:lnTo>
                    <a:pt x="10331431" y="37317"/>
                  </a:lnTo>
                  <a:lnTo>
                    <a:pt x="10392275" y="26140"/>
                  </a:lnTo>
                  <a:lnTo>
                    <a:pt x="10439936" y="18178"/>
                  </a:lnTo>
                  <a:lnTo>
                    <a:pt x="10474017" y="12980"/>
                  </a:lnTo>
                  <a:lnTo>
                    <a:pt x="10495402" y="9994"/>
                  </a:lnTo>
                  <a:lnTo>
                    <a:pt x="10506214" y="8608"/>
                  </a:lnTo>
                  <a:lnTo>
                    <a:pt x="10509669" y="8199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9070" y="94"/>
                  </a:lnTo>
                  <a:lnTo>
                    <a:pt x="10503508" y="770"/>
                  </a:lnTo>
                  <a:lnTo>
                    <a:pt x="10489370" y="2636"/>
                  </a:lnTo>
                  <a:lnTo>
                    <a:pt x="10463796" y="6316"/>
                  </a:lnTo>
                  <a:lnTo>
                    <a:pt x="10425077" y="12407"/>
                  </a:lnTo>
                  <a:lnTo>
                    <a:pt x="10372773" y="21431"/>
                  </a:lnTo>
                  <a:lnTo>
                    <a:pt x="10307702" y="33794"/>
                  </a:lnTo>
                  <a:lnTo>
                    <a:pt x="10231763" y="49756"/>
                  </a:lnTo>
                  <a:lnTo>
                    <a:pt x="10147602" y="69441"/>
                  </a:lnTo>
                  <a:lnTo>
                    <a:pt x="10058206" y="92857"/>
                  </a:lnTo>
                  <a:lnTo>
                    <a:pt x="9966520" y="119945"/>
                  </a:lnTo>
                  <a:lnTo>
                    <a:pt x="9875146" y="150632"/>
                  </a:lnTo>
                  <a:lnTo>
                    <a:pt x="9786167" y="184873"/>
                  </a:lnTo>
                  <a:lnTo>
                    <a:pt x="9701089" y="222690"/>
                  </a:lnTo>
                  <a:lnTo>
                    <a:pt x="9620865" y="264194"/>
                  </a:lnTo>
                  <a:lnTo>
                    <a:pt x="9545974" y="309603"/>
                  </a:lnTo>
                  <a:lnTo>
                    <a:pt x="9476521" y="359238"/>
                  </a:lnTo>
                  <a:lnTo>
                    <a:pt x="9412335" y="413532"/>
                  </a:lnTo>
                  <a:lnTo>
                    <a:pt x="9353055" y="473009"/>
                  </a:lnTo>
                  <a:lnTo>
                    <a:pt x="9298200" y="538282"/>
                  </a:lnTo>
                  <a:lnTo>
                    <a:pt x="9247223" y="610015"/>
                  </a:lnTo>
                  <a:lnTo>
                    <a:pt x="9199548" y="688889"/>
                  </a:lnTo>
                  <a:lnTo>
                    <a:pt x="9154605" y="775527"/>
                  </a:lnTo>
                  <a:lnTo>
                    <a:pt x="9111853" y="870392"/>
                  </a:lnTo>
                  <a:lnTo>
                    <a:pt x="9084767" y="937170"/>
                  </a:lnTo>
                  <a:lnTo>
                    <a:pt x="9056837" y="1011553"/>
                  </a:lnTo>
                  <a:lnTo>
                    <a:pt x="9029466" y="1089988"/>
                  </a:lnTo>
                  <a:lnTo>
                    <a:pt x="9002542" y="1172553"/>
                  </a:lnTo>
                  <a:lnTo>
                    <a:pt x="8975967" y="1259294"/>
                  </a:lnTo>
                  <a:lnTo>
                    <a:pt x="8949659" y="1350218"/>
                  </a:lnTo>
                  <a:lnTo>
                    <a:pt x="8923548" y="1445293"/>
                  </a:lnTo>
                  <a:lnTo>
                    <a:pt x="8897575" y="1544443"/>
                  </a:lnTo>
                  <a:lnTo>
                    <a:pt x="8871693" y="1647546"/>
                  </a:lnTo>
                  <a:lnTo>
                    <a:pt x="8845863" y="1754434"/>
                  </a:lnTo>
                  <a:lnTo>
                    <a:pt x="8820055" y="1864891"/>
                  </a:lnTo>
                  <a:lnTo>
                    <a:pt x="8794246" y="1978654"/>
                  </a:lnTo>
                  <a:lnTo>
                    <a:pt x="8768421" y="2095413"/>
                  </a:lnTo>
                  <a:lnTo>
                    <a:pt x="8742570" y="2214817"/>
                  </a:lnTo>
                  <a:lnTo>
                    <a:pt x="8716691" y="2336473"/>
                  </a:lnTo>
                  <a:lnTo>
                    <a:pt x="8690783" y="2459955"/>
                  </a:lnTo>
                  <a:lnTo>
                    <a:pt x="8664852" y="2584806"/>
                  </a:lnTo>
                  <a:lnTo>
                    <a:pt x="8638903" y="2710548"/>
                  </a:lnTo>
                  <a:lnTo>
                    <a:pt x="8612947" y="2836690"/>
                  </a:lnTo>
                  <a:lnTo>
                    <a:pt x="8586993" y="2962732"/>
                  </a:lnTo>
                  <a:lnTo>
                    <a:pt x="8561050" y="3088177"/>
                  </a:lnTo>
                  <a:lnTo>
                    <a:pt x="8535127" y="3212537"/>
                  </a:lnTo>
                  <a:lnTo>
                    <a:pt x="8509230" y="3335343"/>
                  </a:lnTo>
                  <a:lnTo>
                    <a:pt x="8483363" y="3456150"/>
                  </a:lnTo>
                  <a:lnTo>
                    <a:pt x="8457523" y="3574544"/>
                  </a:lnTo>
                  <a:lnTo>
                    <a:pt x="8431706" y="3690147"/>
                  </a:lnTo>
                  <a:lnTo>
                    <a:pt x="8405900" y="3802625"/>
                  </a:lnTo>
                  <a:lnTo>
                    <a:pt x="8380086" y="3911687"/>
                  </a:lnTo>
                  <a:lnTo>
                    <a:pt x="8354239" y="4017087"/>
                  </a:lnTo>
                  <a:lnTo>
                    <a:pt x="8328326" y="4118630"/>
                  </a:lnTo>
                  <a:lnTo>
                    <a:pt x="8302305" y="4216166"/>
                  </a:lnTo>
                  <a:lnTo>
                    <a:pt x="8276122" y="4309591"/>
                  </a:lnTo>
                  <a:lnTo>
                    <a:pt x="8249717" y="4398847"/>
                  </a:lnTo>
                  <a:lnTo>
                    <a:pt x="8223013" y="4483918"/>
                  </a:lnTo>
                  <a:lnTo>
                    <a:pt x="8195923" y="4564828"/>
                  </a:lnTo>
                  <a:lnTo>
                    <a:pt x="8168344" y="4641634"/>
                  </a:lnTo>
                  <a:lnTo>
                    <a:pt x="8151487" y="4685852"/>
                  </a:lnTo>
                  <a:lnTo>
                    <a:pt x="8109908" y="4786213"/>
                  </a:lnTo>
                  <a:lnTo>
                    <a:pt x="8066460" y="4878212"/>
                  </a:lnTo>
                  <a:lnTo>
                    <a:pt x="8020639" y="4962116"/>
                  </a:lnTo>
                  <a:lnTo>
                    <a:pt x="7971893" y="5038458"/>
                  </a:lnTo>
                  <a:lnTo>
                    <a:pt x="7919647" y="5107891"/>
                  </a:lnTo>
                  <a:lnTo>
                    <a:pt x="7863329" y="5171097"/>
                  </a:lnTo>
                  <a:lnTo>
                    <a:pt x="7802411" y="5228726"/>
                  </a:lnTo>
                  <a:lnTo>
                    <a:pt x="7736445" y="5281362"/>
                  </a:lnTo>
                  <a:lnTo>
                    <a:pt x="7665128" y="5329500"/>
                  </a:lnTo>
                  <a:lnTo>
                    <a:pt x="7588374" y="5373534"/>
                  </a:lnTo>
                  <a:lnTo>
                    <a:pt x="7506404" y="5413751"/>
                  </a:lnTo>
                  <a:lnTo>
                    <a:pt x="7419850" y="5450330"/>
                  </a:lnTo>
                  <a:lnTo>
                    <a:pt x="7329848" y="5483349"/>
                  </a:lnTo>
                  <a:lnTo>
                    <a:pt x="7238103" y="5512806"/>
                  </a:lnTo>
                  <a:lnTo>
                    <a:pt x="7146889" y="5538640"/>
                  </a:lnTo>
                  <a:lnTo>
                    <a:pt x="7058952" y="5560776"/>
                  </a:lnTo>
                  <a:lnTo>
                    <a:pt x="6977291" y="5579174"/>
                  </a:lnTo>
                  <a:lnTo>
                    <a:pt x="6904822" y="5593878"/>
                  </a:lnTo>
                  <a:lnTo>
                    <a:pt x="6843979" y="5605055"/>
                  </a:lnTo>
                  <a:lnTo>
                    <a:pt x="6796317" y="5613017"/>
                  </a:lnTo>
                  <a:lnTo>
                    <a:pt x="6762236" y="5618215"/>
                  </a:lnTo>
                  <a:lnTo>
                    <a:pt x="6740851" y="5621201"/>
                  </a:lnTo>
                  <a:lnTo>
                    <a:pt x="6730039" y="5622587"/>
                  </a:lnTo>
                  <a:lnTo>
                    <a:pt x="6726584" y="5622996"/>
                  </a:lnTo>
                  <a:lnTo>
                    <a:pt x="6726343" y="5623022"/>
                  </a:lnTo>
                  <a:lnTo>
                    <a:pt x="5254955" y="5623022"/>
                  </a:lnTo>
                  <a:lnTo>
                    <a:pt x="5253808" y="5622957"/>
                  </a:lnTo>
                  <a:lnTo>
                    <a:pt x="5246271" y="5622489"/>
                  </a:lnTo>
                  <a:lnTo>
                    <a:pt x="5227275" y="5621196"/>
                  </a:lnTo>
                  <a:lnTo>
                    <a:pt x="5193321" y="5618652"/>
                  </a:lnTo>
                  <a:lnTo>
                    <a:pt x="5142734" y="5614460"/>
                  </a:lnTo>
                  <a:lnTo>
                    <a:pt x="5075785" y="5608298"/>
                  </a:lnTo>
                  <a:lnTo>
                    <a:pt x="4994533" y="5599948"/>
                  </a:lnTo>
                  <a:lnTo>
                    <a:pt x="4902359" y="5589298"/>
                  </a:lnTo>
                  <a:lnTo>
                    <a:pt x="4803306" y="5576332"/>
                  </a:lnTo>
                  <a:lnTo>
                    <a:pt x="4701415" y="5561085"/>
                  </a:lnTo>
                  <a:lnTo>
                    <a:pt x="4600215" y="5543608"/>
                  </a:lnTo>
                  <a:lnTo>
                    <a:pt x="4502431" y="5523925"/>
                  </a:lnTo>
                  <a:lnTo>
                    <a:pt x="4409912" y="5502005"/>
                  </a:lnTo>
                  <a:lnTo>
                    <a:pt x="4323702" y="5477744"/>
                  </a:lnTo>
                  <a:lnTo>
                    <a:pt x="4244188" y="5450954"/>
                  </a:lnTo>
                  <a:lnTo>
                    <a:pt x="4171272" y="5421367"/>
                  </a:lnTo>
                  <a:lnTo>
                    <a:pt x="4104524" y="5388640"/>
                  </a:lnTo>
                  <a:lnTo>
                    <a:pt x="4043309" y="5352358"/>
                  </a:lnTo>
                  <a:lnTo>
                    <a:pt x="3986881" y="5312067"/>
                  </a:lnTo>
                  <a:lnTo>
                    <a:pt x="3934451" y="5267298"/>
                  </a:lnTo>
                  <a:lnTo>
                    <a:pt x="3885242" y="5217636"/>
                  </a:lnTo>
                  <a:lnTo>
                    <a:pt x="3838534" y="5162816"/>
                  </a:lnTo>
                  <a:lnTo>
                    <a:pt x="3829811" y="5151713"/>
                  </a:lnTo>
                  <a:lnTo>
                    <a:pt x="3792103" y="5100532"/>
                  </a:lnTo>
                  <a:lnTo>
                    <a:pt x="3755346" y="5045582"/>
                  </a:lnTo>
                  <a:lnTo>
                    <a:pt x="3719282" y="4986786"/>
                  </a:lnTo>
                  <a:lnTo>
                    <a:pt x="3683701" y="4924130"/>
                  </a:lnTo>
                  <a:lnTo>
                    <a:pt x="3648435" y="4857669"/>
                  </a:lnTo>
                  <a:lnTo>
                    <a:pt x="3613354" y="4787530"/>
                  </a:lnTo>
                  <a:lnTo>
                    <a:pt x="3578362" y="4713922"/>
                  </a:lnTo>
                  <a:lnTo>
                    <a:pt x="3543390" y="4637134"/>
                  </a:lnTo>
                  <a:lnTo>
                    <a:pt x="3508392" y="4557533"/>
                  </a:lnTo>
                  <a:lnTo>
                    <a:pt x="3473346" y="4475561"/>
                  </a:lnTo>
                  <a:lnTo>
                    <a:pt x="3438248" y="4391724"/>
                  </a:lnTo>
                  <a:lnTo>
                    <a:pt x="3403104" y="4306584"/>
                  </a:lnTo>
                  <a:lnTo>
                    <a:pt x="3367935" y="4220740"/>
                  </a:lnTo>
                  <a:lnTo>
                    <a:pt x="3332762" y="4134810"/>
                  </a:lnTo>
                  <a:lnTo>
                    <a:pt x="3297609" y="4049419"/>
                  </a:lnTo>
                  <a:lnTo>
                    <a:pt x="3262497" y="3965172"/>
                  </a:lnTo>
                  <a:lnTo>
                    <a:pt x="3227437" y="3882642"/>
                  </a:lnTo>
                  <a:lnTo>
                    <a:pt x="3192428" y="3802353"/>
                  </a:lnTo>
                  <a:lnTo>
                    <a:pt x="3157452" y="3724763"/>
                  </a:lnTo>
                  <a:lnTo>
                    <a:pt x="3122471" y="3650262"/>
                  </a:lnTo>
                  <a:lnTo>
                    <a:pt x="3087423" y="3579160"/>
                  </a:lnTo>
                  <a:lnTo>
                    <a:pt x="3052219" y="3511686"/>
                  </a:lnTo>
                  <a:lnTo>
                    <a:pt x="3016737" y="3447992"/>
                  </a:lnTo>
                  <a:lnTo>
                    <a:pt x="2980822" y="3388149"/>
                  </a:lnTo>
                  <a:lnTo>
                    <a:pt x="2944277" y="3332163"/>
                  </a:lnTo>
                  <a:lnTo>
                    <a:pt x="2906855" y="3279971"/>
                  </a:lnTo>
                  <a:lnTo>
                    <a:pt x="2896531" y="3266474"/>
                  </a:lnTo>
                  <a:lnTo>
                    <a:pt x="2850228" y="3210658"/>
                  </a:lnTo>
                  <a:lnTo>
                    <a:pt x="2801552" y="3160021"/>
                  </a:lnTo>
                  <a:lnTo>
                    <a:pt x="2749798" y="3114343"/>
                  </a:lnTo>
                  <a:lnTo>
                    <a:pt x="2694198" y="3073228"/>
                  </a:lnTo>
                  <a:lnTo>
                    <a:pt x="2633961" y="3036214"/>
                  </a:lnTo>
                  <a:lnTo>
                    <a:pt x="2568327" y="3002839"/>
                  </a:lnTo>
                  <a:lnTo>
                    <a:pt x="2496635" y="2972680"/>
                  </a:lnTo>
                  <a:lnTo>
                    <a:pt x="2418406" y="2945377"/>
                  </a:lnTo>
                  <a:lnTo>
                    <a:pt x="2333467" y="2920647"/>
                  </a:lnTo>
                  <a:lnTo>
                    <a:pt x="2242099" y="2898289"/>
                  </a:lnTo>
                  <a:lnTo>
                    <a:pt x="2145208" y="2878182"/>
                  </a:lnTo>
                  <a:lnTo>
                    <a:pt x="2044478" y="2860282"/>
                  </a:lnTo>
                  <a:lnTo>
                    <a:pt x="1942469" y="2844604"/>
                  </a:lnTo>
                  <a:lnTo>
                    <a:pt x="1842569" y="2831196"/>
                  </a:lnTo>
                  <a:lnTo>
                    <a:pt x="1748754" y="2820101"/>
                  </a:lnTo>
                  <a:lnTo>
                    <a:pt x="1665116" y="2811315"/>
                  </a:lnTo>
                  <a:lnTo>
                    <a:pt x="1595216" y="2804748"/>
                  </a:lnTo>
                  <a:lnTo>
                    <a:pt x="1541412" y="2800201"/>
                  </a:lnTo>
                  <a:lnTo>
                    <a:pt x="1504340" y="2797369"/>
                  </a:lnTo>
                  <a:lnTo>
                    <a:pt x="1482694" y="2795869"/>
                  </a:lnTo>
                  <a:lnTo>
                    <a:pt x="1473308" y="2795276"/>
                  </a:lnTo>
                  <a:lnTo>
                    <a:pt x="1471387" y="2795165"/>
                  </a:lnTo>
                  <a:lnTo>
                    <a:pt x="0" y="2795165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723" name="pl723"/>
            <p:cNvSpPr/>
            <p:nvPr/>
          </p:nvSpPr>
          <p:spPr>
            <a:xfrm>
              <a:off x="4799595" y="2617773"/>
              <a:ext cx="11981298" cy="5623022"/>
            </a:xfrm>
            <a:custGeom>
              <a:avLst/>
              <a:pathLst>
                <a:path w="11981298" h="5623022">
                  <a:moveTo>
                    <a:pt x="0" y="2795165"/>
                  </a:moveTo>
                  <a:lnTo>
                    <a:pt x="1471387" y="2795165"/>
                  </a:lnTo>
                  <a:lnTo>
                    <a:pt x="1472534" y="2795231"/>
                  </a:lnTo>
                  <a:lnTo>
                    <a:pt x="1480071" y="2795698"/>
                  </a:lnTo>
                  <a:lnTo>
                    <a:pt x="1499068" y="2796991"/>
                  </a:lnTo>
                  <a:lnTo>
                    <a:pt x="1533021" y="2799536"/>
                  </a:lnTo>
                  <a:lnTo>
                    <a:pt x="1583608" y="2803728"/>
                  </a:lnTo>
                  <a:lnTo>
                    <a:pt x="1650558" y="2809889"/>
                  </a:lnTo>
                  <a:lnTo>
                    <a:pt x="1731810" y="2818239"/>
                  </a:lnTo>
                  <a:lnTo>
                    <a:pt x="1823983" y="2828889"/>
                  </a:lnTo>
                  <a:lnTo>
                    <a:pt x="1923036" y="2841856"/>
                  </a:lnTo>
                  <a:lnTo>
                    <a:pt x="2024927" y="2857102"/>
                  </a:lnTo>
                  <a:lnTo>
                    <a:pt x="2126127" y="2874579"/>
                  </a:lnTo>
                  <a:lnTo>
                    <a:pt x="2223911" y="2894262"/>
                  </a:lnTo>
                  <a:lnTo>
                    <a:pt x="2316430" y="2916182"/>
                  </a:lnTo>
                  <a:lnTo>
                    <a:pt x="2402640" y="2940444"/>
                  </a:lnTo>
                  <a:lnTo>
                    <a:pt x="2482154" y="2967234"/>
                  </a:lnTo>
                  <a:lnTo>
                    <a:pt x="2555070" y="2996820"/>
                  </a:lnTo>
                  <a:lnTo>
                    <a:pt x="2621818" y="3029548"/>
                  </a:lnTo>
                  <a:lnTo>
                    <a:pt x="2683033" y="3065829"/>
                  </a:lnTo>
                  <a:lnTo>
                    <a:pt x="2739461" y="3106121"/>
                  </a:lnTo>
                  <a:lnTo>
                    <a:pt x="2791891" y="3150890"/>
                  </a:lnTo>
                  <a:lnTo>
                    <a:pt x="2841100" y="3200552"/>
                  </a:lnTo>
                  <a:lnTo>
                    <a:pt x="2887809" y="3255371"/>
                  </a:lnTo>
                  <a:lnTo>
                    <a:pt x="2896531" y="3266474"/>
                  </a:lnTo>
                  <a:lnTo>
                    <a:pt x="2934239" y="3317656"/>
                  </a:lnTo>
                  <a:lnTo>
                    <a:pt x="2970996" y="3372606"/>
                  </a:lnTo>
                  <a:lnTo>
                    <a:pt x="3007060" y="3431401"/>
                  </a:lnTo>
                  <a:lnTo>
                    <a:pt x="3042642" y="3494057"/>
                  </a:lnTo>
                  <a:lnTo>
                    <a:pt x="3077908" y="3560519"/>
                  </a:lnTo>
                  <a:lnTo>
                    <a:pt x="3112988" y="3630657"/>
                  </a:lnTo>
                  <a:lnTo>
                    <a:pt x="3147980" y="3704265"/>
                  </a:lnTo>
                  <a:lnTo>
                    <a:pt x="3182952" y="3781053"/>
                  </a:lnTo>
                  <a:lnTo>
                    <a:pt x="3217950" y="3860654"/>
                  </a:lnTo>
                  <a:lnTo>
                    <a:pt x="3252996" y="3942626"/>
                  </a:lnTo>
                  <a:lnTo>
                    <a:pt x="3288094" y="4026463"/>
                  </a:lnTo>
                  <a:lnTo>
                    <a:pt x="3323238" y="4111603"/>
                  </a:lnTo>
                  <a:lnTo>
                    <a:pt x="3358407" y="4197448"/>
                  </a:lnTo>
                  <a:lnTo>
                    <a:pt x="3393580" y="4283377"/>
                  </a:lnTo>
                  <a:lnTo>
                    <a:pt x="3428733" y="4368768"/>
                  </a:lnTo>
                  <a:lnTo>
                    <a:pt x="3463845" y="4453015"/>
                  </a:lnTo>
                  <a:lnTo>
                    <a:pt x="3498905" y="4535545"/>
                  </a:lnTo>
                  <a:lnTo>
                    <a:pt x="3533914" y="4615835"/>
                  </a:lnTo>
                  <a:lnTo>
                    <a:pt x="3568890" y="4693424"/>
                  </a:lnTo>
                  <a:lnTo>
                    <a:pt x="3603871" y="4767925"/>
                  </a:lnTo>
                  <a:lnTo>
                    <a:pt x="3638919" y="4839027"/>
                  </a:lnTo>
                  <a:lnTo>
                    <a:pt x="3674124" y="4906501"/>
                  </a:lnTo>
                  <a:lnTo>
                    <a:pt x="3709605" y="4970196"/>
                  </a:lnTo>
                  <a:lnTo>
                    <a:pt x="3745520" y="5030038"/>
                  </a:lnTo>
                  <a:lnTo>
                    <a:pt x="3782065" y="5086025"/>
                  </a:lnTo>
                  <a:lnTo>
                    <a:pt x="3819487" y="5138216"/>
                  </a:lnTo>
                  <a:lnTo>
                    <a:pt x="3829811" y="5151713"/>
                  </a:lnTo>
                  <a:lnTo>
                    <a:pt x="3876114" y="5207529"/>
                  </a:lnTo>
                  <a:lnTo>
                    <a:pt x="3924790" y="5258167"/>
                  </a:lnTo>
                  <a:lnTo>
                    <a:pt x="3976544" y="5303845"/>
                  </a:lnTo>
                  <a:lnTo>
                    <a:pt x="4032144" y="5344959"/>
                  </a:lnTo>
                  <a:lnTo>
                    <a:pt x="4092382" y="5381973"/>
                  </a:lnTo>
                  <a:lnTo>
                    <a:pt x="4158015" y="5415348"/>
                  </a:lnTo>
                  <a:lnTo>
                    <a:pt x="4229707" y="5445508"/>
                  </a:lnTo>
                  <a:lnTo>
                    <a:pt x="4307936" y="5472810"/>
                  </a:lnTo>
                  <a:lnTo>
                    <a:pt x="4392875" y="5497540"/>
                  </a:lnTo>
                  <a:lnTo>
                    <a:pt x="4484243" y="5519899"/>
                  </a:lnTo>
                  <a:lnTo>
                    <a:pt x="4581134" y="5540006"/>
                  </a:lnTo>
                  <a:lnTo>
                    <a:pt x="4681864" y="5557906"/>
                  </a:lnTo>
                  <a:lnTo>
                    <a:pt x="4783873" y="5573584"/>
                  </a:lnTo>
                  <a:lnTo>
                    <a:pt x="4883773" y="5586991"/>
                  </a:lnTo>
                  <a:lnTo>
                    <a:pt x="4977588" y="5598086"/>
                  </a:lnTo>
                  <a:lnTo>
                    <a:pt x="5061226" y="5606872"/>
                  </a:lnTo>
                  <a:lnTo>
                    <a:pt x="5131126" y="5613439"/>
                  </a:lnTo>
                  <a:lnTo>
                    <a:pt x="5184930" y="5617987"/>
                  </a:lnTo>
                  <a:lnTo>
                    <a:pt x="5222002" y="5620818"/>
                  </a:lnTo>
                  <a:lnTo>
                    <a:pt x="5243648" y="5622318"/>
                  </a:lnTo>
                  <a:lnTo>
                    <a:pt x="5253035" y="5622911"/>
                  </a:lnTo>
                  <a:lnTo>
                    <a:pt x="5254947" y="5623022"/>
                  </a:lnTo>
                  <a:lnTo>
                    <a:pt x="5254955" y="5623022"/>
                  </a:lnTo>
                  <a:lnTo>
                    <a:pt x="6726343" y="5623022"/>
                  </a:lnTo>
                  <a:lnTo>
                    <a:pt x="6727183" y="5622927"/>
                  </a:lnTo>
                  <a:lnTo>
                    <a:pt x="6732745" y="5622252"/>
                  </a:lnTo>
                  <a:lnTo>
                    <a:pt x="6746883" y="5620385"/>
                  </a:lnTo>
                  <a:lnTo>
                    <a:pt x="6772457" y="5616706"/>
                  </a:lnTo>
                  <a:lnTo>
                    <a:pt x="6811176" y="5610615"/>
                  </a:lnTo>
                  <a:lnTo>
                    <a:pt x="6863480" y="5601591"/>
                  </a:lnTo>
                  <a:lnTo>
                    <a:pt x="6928551" y="5589228"/>
                  </a:lnTo>
                  <a:lnTo>
                    <a:pt x="7004490" y="5573266"/>
                  </a:lnTo>
                  <a:lnTo>
                    <a:pt x="7088651" y="5553581"/>
                  </a:lnTo>
                  <a:lnTo>
                    <a:pt x="7178047" y="5530165"/>
                  </a:lnTo>
                  <a:lnTo>
                    <a:pt x="7269734" y="5503077"/>
                  </a:lnTo>
                  <a:lnTo>
                    <a:pt x="7361108" y="5472390"/>
                  </a:lnTo>
                  <a:lnTo>
                    <a:pt x="7450086" y="5438149"/>
                  </a:lnTo>
                  <a:lnTo>
                    <a:pt x="7535164" y="5400332"/>
                  </a:lnTo>
                  <a:lnTo>
                    <a:pt x="7615388" y="5358827"/>
                  </a:lnTo>
                  <a:lnTo>
                    <a:pt x="7690279" y="5313419"/>
                  </a:lnTo>
                  <a:lnTo>
                    <a:pt x="7759732" y="5263783"/>
                  </a:lnTo>
                  <a:lnTo>
                    <a:pt x="7823918" y="5209490"/>
                  </a:lnTo>
                  <a:lnTo>
                    <a:pt x="7883198" y="5150012"/>
                  </a:lnTo>
                  <a:lnTo>
                    <a:pt x="7938053" y="5084740"/>
                  </a:lnTo>
                  <a:lnTo>
                    <a:pt x="7989030" y="5013007"/>
                  </a:lnTo>
                  <a:lnTo>
                    <a:pt x="8036705" y="4934133"/>
                  </a:lnTo>
                  <a:lnTo>
                    <a:pt x="8081648" y="4847494"/>
                  </a:lnTo>
                  <a:lnTo>
                    <a:pt x="8124400" y="4752630"/>
                  </a:lnTo>
                  <a:lnTo>
                    <a:pt x="8151487" y="4685852"/>
                  </a:lnTo>
                  <a:lnTo>
                    <a:pt x="8179417" y="4611469"/>
                  </a:lnTo>
                  <a:lnTo>
                    <a:pt x="8206787" y="4533034"/>
                  </a:lnTo>
                  <a:lnTo>
                    <a:pt x="8233711" y="4450469"/>
                  </a:lnTo>
                  <a:lnTo>
                    <a:pt x="8260286" y="4363728"/>
                  </a:lnTo>
                  <a:lnTo>
                    <a:pt x="8286594" y="4272803"/>
                  </a:lnTo>
                  <a:lnTo>
                    <a:pt x="8312706" y="4177729"/>
                  </a:lnTo>
                  <a:lnTo>
                    <a:pt x="8338678" y="4078579"/>
                  </a:lnTo>
                  <a:lnTo>
                    <a:pt x="8364560" y="3975476"/>
                  </a:lnTo>
                  <a:lnTo>
                    <a:pt x="8390390" y="3868588"/>
                  </a:lnTo>
                  <a:lnTo>
                    <a:pt x="8416199" y="3758131"/>
                  </a:lnTo>
                  <a:lnTo>
                    <a:pt x="8442007" y="3644368"/>
                  </a:lnTo>
                  <a:lnTo>
                    <a:pt x="8467832" y="3527608"/>
                  </a:lnTo>
                  <a:lnTo>
                    <a:pt x="8493683" y="3408205"/>
                  </a:lnTo>
                  <a:lnTo>
                    <a:pt x="8519562" y="3286548"/>
                  </a:lnTo>
                  <a:lnTo>
                    <a:pt x="8545470" y="3163067"/>
                  </a:lnTo>
                  <a:lnTo>
                    <a:pt x="8571402" y="3038216"/>
                  </a:lnTo>
                  <a:lnTo>
                    <a:pt x="8597350" y="2912474"/>
                  </a:lnTo>
                  <a:lnTo>
                    <a:pt x="8623306" y="2786332"/>
                  </a:lnTo>
                  <a:lnTo>
                    <a:pt x="8649260" y="2660290"/>
                  </a:lnTo>
                  <a:lnTo>
                    <a:pt x="8675203" y="2534845"/>
                  </a:lnTo>
                  <a:lnTo>
                    <a:pt x="8701126" y="2410485"/>
                  </a:lnTo>
                  <a:lnTo>
                    <a:pt x="8727023" y="2287678"/>
                  </a:lnTo>
                  <a:lnTo>
                    <a:pt x="8752890" y="2166872"/>
                  </a:lnTo>
                  <a:lnTo>
                    <a:pt x="8778730" y="2048478"/>
                  </a:lnTo>
                  <a:lnTo>
                    <a:pt x="8804547" y="1932875"/>
                  </a:lnTo>
                  <a:lnTo>
                    <a:pt x="8830353" y="1820397"/>
                  </a:lnTo>
                  <a:lnTo>
                    <a:pt x="8856167" y="1711335"/>
                  </a:lnTo>
                  <a:lnTo>
                    <a:pt x="8882014" y="1605934"/>
                  </a:lnTo>
                  <a:lnTo>
                    <a:pt x="8907927" y="1504392"/>
                  </a:lnTo>
                  <a:lnTo>
                    <a:pt x="8933949" y="1406856"/>
                  </a:lnTo>
                  <a:lnTo>
                    <a:pt x="8960131" y="1313431"/>
                  </a:lnTo>
                  <a:lnTo>
                    <a:pt x="8986536" y="1224175"/>
                  </a:lnTo>
                  <a:lnTo>
                    <a:pt x="9013240" y="1139103"/>
                  </a:lnTo>
                  <a:lnTo>
                    <a:pt x="9040330" y="1058194"/>
                  </a:lnTo>
                  <a:lnTo>
                    <a:pt x="9067909" y="981388"/>
                  </a:lnTo>
                  <a:lnTo>
                    <a:pt x="9084767" y="937170"/>
                  </a:lnTo>
                  <a:lnTo>
                    <a:pt x="9126346" y="836809"/>
                  </a:lnTo>
                  <a:lnTo>
                    <a:pt x="9169794" y="744810"/>
                  </a:lnTo>
                  <a:lnTo>
                    <a:pt x="9215614" y="660906"/>
                  </a:lnTo>
                  <a:lnTo>
                    <a:pt x="9264360" y="584564"/>
                  </a:lnTo>
                  <a:lnTo>
                    <a:pt x="9316607" y="515131"/>
                  </a:lnTo>
                  <a:lnTo>
                    <a:pt x="9372924" y="451925"/>
                  </a:lnTo>
                  <a:lnTo>
                    <a:pt x="9433843" y="394296"/>
                  </a:lnTo>
                  <a:lnTo>
                    <a:pt x="9499808" y="341660"/>
                  </a:lnTo>
                  <a:lnTo>
                    <a:pt x="9571125" y="293522"/>
                  </a:lnTo>
                  <a:lnTo>
                    <a:pt x="9647879" y="249488"/>
                  </a:lnTo>
                  <a:lnTo>
                    <a:pt x="9729849" y="209271"/>
                  </a:lnTo>
                  <a:lnTo>
                    <a:pt x="9816403" y="172692"/>
                  </a:lnTo>
                  <a:lnTo>
                    <a:pt x="9906405" y="139672"/>
                  </a:lnTo>
                  <a:lnTo>
                    <a:pt x="9998150" y="110216"/>
                  </a:lnTo>
                  <a:lnTo>
                    <a:pt x="10089364" y="84382"/>
                  </a:lnTo>
                  <a:lnTo>
                    <a:pt x="10177301" y="62246"/>
                  </a:lnTo>
                  <a:lnTo>
                    <a:pt x="10258962" y="43848"/>
                  </a:lnTo>
                  <a:lnTo>
                    <a:pt x="10331431" y="29144"/>
                  </a:lnTo>
                  <a:lnTo>
                    <a:pt x="10392275" y="17967"/>
                  </a:lnTo>
                  <a:lnTo>
                    <a:pt x="10439936" y="10005"/>
                  </a:lnTo>
                  <a:lnTo>
                    <a:pt x="10474017" y="4807"/>
                  </a:lnTo>
                  <a:lnTo>
                    <a:pt x="10495402" y="1821"/>
                  </a:lnTo>
                  <a:lnTo>
                    <a:pt x="10506214" y="435"/>
                  </a:lnTo>
                  <a:lnTo>
                    <a:pt x="10509669" y="26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24" name="pl724"/>
            <p:cNvSpPr/>
            <p:nvPr/>
          </p:nvSpPr>
          <p:spPr>
            <a:xfrm>
              <a:off x="4799595" y="2609600"/>
              <a:ext cx="11981298" cy="5623022"/>
            </a:xfrm>
            <a:custGeom>
              <a:avLst/>
              <a:pathLst>
                <a:path w="11981298" h="5623022">
                  <a:moveTo>
                    <a:pt x="11981298" y="0"/>
                  </a:moveTo>
                  <a:lnTo>
                    <a:pt x="10509911" y="0"/>
                  </a:lnTo>
                  <a:lnTo>
                    <a:pt x="10509070" y="94"/>
                  </a:lnTo>
                  <a:lnTo>
                    <a:pt x="10503508" y="770"/>
                  </a:lnTo>
                  <a:lnTo>
                    <a:pt x="10489370" y="2636"/>
                  </a:lnTo>
                  <a:lnTo>
                    <a:pt x="10463796" y="6316"/>
                  </a:lnTo>
                  <a:lnTo>
                    <a:pt x="10425077" y="12407"/>
                  </a:lnTo>
                  <a:lnTo>
                    <a:pt x="10372773" y="21431"/>
                  </a:lnTo>
                  <a:lnTo>
                    <a:pt x="10307702" y="33794"/>
                  </a:lnTo>
                  <a:lnTo>
                    <a:pt x="10231763" y="49756"/>
                  </a:lnTo>
                  <a:lnTo>
                    <a:pt x="10147602" y="69441"/>
                  </a:lnTo>
                  <a:lnTo>
                    <a:pt x="10058206" y="92857"/>
                  </a:lnTo>
                  <a:lnTo>
                    <a:pt x="9966520" y="119945"/>
                  </a:lnTo>
                  <a:lnTo>
                    <a:pt x="9875146" y="150632"/>
                  </a:lnTo>
                  <a:lnTo>
                    <a:pt x="9786167" y="184873"/>
                  </a:lnTo>
                  <a:lnTo>
                    <a:pt x="9701089" y="222690"/>
                  </a:lnTo>
                  <a:lnTo>
                    <a:pt x="9620865" y="264194"/>
                  </a:lnTo>
                  <a:lnTo>
                    <a:pt x="9545974" y="309603"/>
                  </a:lnTo>
                  <a:lnTo>
                    <a:pt x="9476521" y="359238"/>
                  </a:lnTo>
                  <a:lnTo>
                    <a:pt x="9412335" y="413532"/>
                  </a:lnTo>
                  <a:lnTo>
                    <a:pt x="9353055" y="473009"/>
                  </a:lnTo>
                  <a:lnTo>
                    <a:pt x="9298200" y="538282"/>
                  </a:lnTo>
                  <a:lnTo>
                    <a:pt x="9247223" y="610015"/>
                  </a:lnTo>
                  <a:lnTo>
                    <a:pt x="9199548" y="688889"/>
                  </a:lnTo>
                  <a:lnTo>
                    <a:pt x="9154605" y="775527"/>
                  </a:lnTo>
                  <a:lnTo>
                    <a:pt x="9111853" y="870392"/>
                  </a:lnTo>
                  <a:lnTo>
                    <a:pt x="9084767" y="937170"/>
                  </a:lnTo>
                  <a:lnTo>
                    <a:pt x="9056837" y="1011553"/>
                  </a:lnTo>
                  <a:lnTo>
                    <a:pt x="9029466" y="1089988"/>
                  </a:lnTo>
                  <a:lnTo>
                    <a:pt x="9002542" y="1172553"/>
                  </a:lnTo>
                  <a:lnTo>
                    <a:pt x="8975967" y="1259294"/>
                  </a:lnTo>
                  <a:lnTo>
                    <a:pt x="8949659" y="1350218"/>
                  </a:lnTo>
                  <a:lnTo>
                    <a:pt x="8923548" y="1445293"/>
                  </a:lnTo>
                  <a:lnTo>
                    <a:pt x="8897575" y="1544443"/>
                  </a:lnTo>
                  <a:lnTo>
                    <a:pt x="8871693" y="1647546"/>
                  </a:lnTo>
                  <a:lnTo>
                    <a:pt x="8845863" y="1754434"/>
                  </a:lnTo>
                  <a:lnTo>
                    <a:pt x="8820055" y="1864891"/>
                  </a:lnTo>
                  <a:lnTo>
                    <a:pt x="8794246" y="1978654"/>
                  </a:lnTo>
                  <a:lnTo>
                    <a:pt x="8768421" y="2095413"/>
                  </a:lnTo>
                  <a:lnTo>
                    <a:pt x="8742570" y="2214817"/>
                  </a:lnTo>
                  <a:lnTo>
                    <a:pt x="8716691" y="2336473"/>
                  </a:lnTo>
                  <a:lnTo>
                    <a:pt x="8690783" y="2459955"/>
                  </a:lnTo>
                  <a:lnTo>
                    <a:pt x="8664852" y="2584806"/>
                  </a:lnTo>
                  <a:lnTo>
                    <a:pt x="8638903" y="2710548"/>
                  </a:lnTo>
                  <a:lnTo>
                    <a:pt x="8612947" y="2836690"/>
                  </a:lnTo>
                  <a:lnTo>
                    <a:pt x="8586993" y="2962732"/>
                  </a:lnTo>
                  <a:lnTo>
                    <a:pt x="8561050" y="3088177"/>
                  </a:lnTo>
                  <a:lnTo>
                    <a:pt x="8535127" y="3212537"/>
                  </a:lnTo>
                  <a:lnTo>
                    <a:pt x="8509230" y="3335343"/>
                  </a:lnTo>
                  <a:lnTo>
                    <a:pt x="8483363" y="3456150"/>
                  </a:lnTo>
                  <a:lnTo>
                    <a:pt x="8457523" y="3574544"/>
                  </a:lnTo>
                  <a:lnTo>
                    <a:pt x="8431706" y="3690147"/>
                  </a:lnTo>
                  <a:lnTo>
                    <a:pt x="8405900" y="3802625"/>
                  </a:lnTo>
                  <a:lnTo>
                    <a:pt x="8380086" y="3911687"/>
                  </a:lnTo>
                  <a:lnTo>
                    <a:pt x="8354239" y="4017087"/>
                  </a:lnTo>
                  <a:lnTo>
                    <a:pt x="8328326" y="4118630"/>
                  </a:lnTo>
                  <a:lnTo>
                    <a:pt x="8302305" y="4216166"/>
                  </a:lnTo>
                  <a:lnTo>
                    <a:pt x="8276122" y="4309591"/>
                  </a:lnTo>
                  <a:lnTo>
                    <a:pt x="8249717" y="4398847"/>
                  </a:lnTo>
                  <a:lnTo>
                    <a:pt x="8223013" y="4483918"/>
                  </a:lnTo>
                  <a:lnTo>
                    <a:pt x="8195923" y="4564828"/>
                  </a:lnTo>
                  <a:lnTo>
                    <a:pt x="8168344" y="4641634"/>
                  </a:lnTo>
                  <a:lnTo>
                    <a:pt x="8151487" y="4685852"/>
                  </a:lnTo>
                  <a:lnTo>
                    <a:pt x="8109908" y="4786213"/>
                  </a:lnTo>
                  <a:lnTo>
                    <a:pt x="8066460" y="4878212"/>
                  </a:lnTo>
                  <a:lnTo>
                    <a:pt x="8020639" y="4962116"/>
                  </a:lnTo>
                  <a:lnTo>
                    <a:pt x="7971893" y="5038458"/>
                  </a:lnTo>
                  <a:lnTo>
                    <a:pt x="7919647" y="5107891"/>
                  </a:lnTo>
                  <a:lnTo>
                    <a:pt x="7863329" y="5171097"/>
                  </a:lnTo>
                  <a:lnTo>
                    <a:pt x="7802411" y="5228726"/>
                  </a:lnTo>
                  <a:lnTo>
                    <a:pt x="7736445" y="5281362"/>
                  </a:lnTo>
                  <a:lnTo>
                    <a:pt x="7665128" y="5329500"/>
                  </a:lnTo>
                  <a:lnTo>
                    <a:pt x="7588374" y="5373534"/>
                  </a:lnTo>
                  <a:lnTo>
                    <a:pt x="7506404" y="5413751"/>
                  </a:lnTo>
                  <a:lnTo>
                    <a:pt x="7419850" y="5450330"/>
                  </a:lnTo>
                  <a:lnTo>
                    <a:pt x="7329848" y="5483349"/>
                  </a:lnTo>
                  <a:lnTo>
                    <a:pt x="7238103" y="5512806"/>
                  </a:lnTo>
                  <a:lnTo>
                    <a:pt x="7146889" y="5538640"/>
                  </a:lnTo>
                  <a:lnTo>
                    <a:pt x="7058952" y="5560776"/>
                  </a:lnTo>
                  <a:lnTo>
                    <a:pt x="6977291" y="5579174"/>
                  </a:lnTo>
                  <a:lnTo>
                    <a:pt x="6904822" y="5593878"/>
                  </a:lnTo>
                  <a:lnTo>
                    <a:pt x="6843979" y="5605055"/>
                  </a:lnTo>
                  <a:lnTo>
                    <a:pt x="6796317" y="5613017"/>
                  </a:lnTo>
                  <a:lnTo>
                    <a:pt x="6762236" y="5618215"/>
                  </a:lnTo>
                  <a:lnTo>
                    <a:pt x="6740851" y="5621201"/>
                  </a:lnTo>
                  <a:lnTo>
                    <a:pt x="6730039" y="5622587"/>
                  </a:lnTo>
                  <a:lnTo>
                    <a:pt x="6726584" y="5622996"/>
                  </a:lnTo>
                  <a:lnTo>
                    <a:pt x="6726343" y="5623022"/>
                  </a:lnTo>
                  <a:lnTo>
                    <a:pt x="5254955" y="5623022"/>
                  </a:lnTo>
                  <a:lnTo>
                    <a:pt x="5253808" y="5622957"/>
                  </a:lnTo>
                  <a:lnTo>
                    <a:pt x="5246271" y="5622489"/>
                  </a:lnTo>
                  <a:lnTo>
                    <a:pt x="5227275" y="5621196"/>
                  </a:lnTo>
                  <a:lnTo>
                    <a:pt x="5193321" y="5618652"/>
                  </a:lnTo>
                  <a:lnTo>
                    <a:pt x="5142734" y="5614460"/>
                  </a:lnTo>
                  <a:lnTo>
                    <a:pt x="5075785" y="5608298"/>
                  </a:lnTo>
                  <a:lnTo>
                    <a:pt x="4994533" y="5599948"/>
                  </a:lnTo>
                  <a:lnTo>
                    <a:pt x="4902359" y="5589298"/>
                  </a:lnTo>
                  <a:lnTo>
                    <a:pt x="4803306" y="5576332"/>
                  </a:lnTo>
                  <a:lnTo>
                    <a:pt x="4701415" y="5561085"/>
                  </a:lnTo>
                  <a:lnTo>
                    <a:pt x="4600215" y="5543608"/>
                  </a:lnTo>
                  <a:lnTo>
                    <a:pt x="4502431" y="5523925"/>
                  </a:lnTo>
                  <a:lnTo>
                    <a:pt x="4409912" y="5502005"/>
                  </a:lnTo>
                  <a:lnTo>
                    <a:pt x="4323702" y="5477744"/>
                  </a:lnTo>
                  <a:lnTo>
                    <a:pt x="4244188" y="5450954"/>
                  </a:lnTo>
                  <a:lnTo>
                    <a:pt x="4171272" y="5421367"/>
                  </a:lnTo>
                  <a:lnTo>
                    <a:pt x="4104524" y="5388640"/>
                  </a:lnTo>
                  <a:lnTo>
                    <a:pt x="4043309" y="5352358"/>
                  </a:lnTo>
                  <a:lnTo>
                    <a:pt x="3986881" y="5312067"/>
                  </a:lnTo>
                  <a:lnTo>
                    <a:pt x="3934451" y="5267298"/>
                  </a:lnTo>
                  <a:lnTo>
                    <a:pt x="3885242" y="5217636"/>
                  </a:lnTo>
                  <a:lnTo>
                    <a:pt x="3838534" y="5162816"/>
                  </a:lnTo>
                  <a:lnTo>
                    <a:pt x="3829811" y="5151713"/>
                  </a:lnTo>
                  <a:lnTo>
                    <a:pt x="3792103" y="5100532"/>
                  </a:lnTo>
                  <a:lnTo>
                    <a:pt x="3755346" y="5045582"/>
                  </a:lnTo>
                  <a:lnTo>
                    <a:pt x="3719282" y="4986786"/>
                  </a:lnTo>
                  <a:lnTo>
                    <a:pt x="3683701" y="4924130"/>
                  </a:lnTo>
                  <a:lnTo>
                    <a:pt x="3648435" y="4857669"/>
                  </a:lnTo>
                  <a:lnTo>
                    <a:pt x="3613354" y="4787530"/>
                  </a:lnTo>
                  <a:lnTo>
                    <a:pt x="3578362" y="4713922"/>
                  </a:lnTo>
                  <a:lnTo>
                    <a:pt x="3543390" y="4637134"/>
                  </a:lnTo>
                  <a:lnTo>
                    <a:pt x="3508392" y="4557533"/>
                  </a:lnTo>
                  <a:lnTo>
                    <a:pt x="3473346" y="4475561"/>
                  </a:lnTo>
                  <a:lnTo>
                    <a:pt x="3438248" y="4391724"/>
                  </a:lnTo>
                  <a:lnTo>
                    <a:pt x="3403104" y="4306584"/>
                  </a:lnTo>
                  <a:lnTo>
                    <a:pt x="3367935" y="4220740"/>
                  </a:lnTo>
                  <a:lnTo>
                    <a:pt x="3332762" y="4134810"/>
                  </a:lnTo>
                  <a:lnTo>
                    <a:pt x="3297609" y="4049419"/>
                  </a:lnTo>
                  <a:lnTo>
                    <a:pt x="3262497" y="3965172"/>
                  </a:lnTo>
                  <a:lnTo>
                    <a:pt x="3227437" y="3882642"/>
                  </a:lnTo>
                  <a:lnTo>
                    <a:pt x="3192428" y="3802353"/>
                  </a:lnTo>
                  <a:lnTo>
                    <a:pt x="3157452" y="3724763"/>
                  </a:lnTo>
                  <a:lnTo>
                    <a:pt x="3122471" y="3650262"/>
                  </a:lnTo>
                  <a:lnTo>
                    <a:pt x="3087423" y="3579160"/>
                  </a:lnTo>
                  <a:lnTo>
                    <a:pt x="3052219" y="3511686"/>
                  </a:lnTo>
                  <a:lnTo>
                    <a:pt x="3016737" y="3447992"/>
                  </a:lnTo>
                  <a:lnTo>
                    <a:pt x="2980822" y="3388149"/>
                  </a:lnTo>
                  <a:lnTo>
                    <a:pt x="2944277" y="3332163"/>
                  </a:lnTo>
                  <a:lnTo>
                    <a:pt x="2906855" y="3279971"/>
                  </a:lnTo>
                  <a:lnTo>
                    <a:pt x="2896531" y="3266474"/>
                  </a:lnTo>
                  <a:lnTo>
                    <a:pt x="2850228" y="3210658"/>
                  </a:lnTo>
                  <a:lnTo>
                    <a:pt x="2801552" y="3160021"/>
                  </a:lnTo>
                  <a:lnTo>
                    <a:pt x="2749798" y="3114343"/>
                  </a:lnTo>
                  <a:lnTo>
                    <a:pt x="2694198" y="3073228"/>
                  </a:lnTo>
                  <a:lnTo>
                    <a:pt x="2633961" y="3036214"/>
                  </a:lnTo>
                  <a:lnTo>
                    <a:pt x="2568327" y="3002839"/>
                  </a:lnTo>
                  <a:lnTo>
                    <a:pt x="2496635" y="2972680"/>
                  </a:lnTo>
                  <a:lnTo>
                    <a:pt x="2418406" y="2945377"/>
                  </a:lnTo>
                  <a:lnTo>
                    <a:pt x="2333467" y="2920647"/>
                  </a:lnTo>
                  <a:lnTo>
                    <a:pt x="2242099" y="2898289"/>
                  </a:lnTo>
                  <a:lnTo>
                    <a:pt x="2145208" y="2878182"/>
                  </a:lnTo>
                  <a:lnTo>
                    <a:pt x="2044478" y="2860282"/>
                  </a:lnTo>
                  <a:lnTo>
                    <a:pt x="1942469" y="2844604"/>
                  </a:lnTo>
                  <a:lnTo>
                    <a:pt x="1842569" y="2831196"/>
                  </a:lnTo>
                  <a:lnTo>
                    <a:pt x="1748754" y="2820101"/>
                  </a:lnTo>
                  <a:lnTo>
                    <a:pt x="1665116" y="2811315"/>
                  </a:lnTo>
                  <a:lnTo>
                    <a:pt x="1595216" y="2804748"/>
                  </a:lnTo>
                  <a:lnTo>
                    <a:pt x="1541412" y="2800201"/>
                  </a:lnTo>
                  <a:lnTo>
                    <a:pt x="1504340" y="2797369"/>
                  </a:lnTo>
                  <a:lnTo>
                    <a:pt x="1482694" y="2795869"/>
                  </a:lnTo>
                  <a:lnTo>
                    <a:pt x="1473308" y="2795276"/>
                  </a:lnTo>
                  <a:lnTo>
                    <a:pt x="1471396" y="2795165"/>
                  </a:lnTo>
                  <a:lnTo>
                    <a:pt x="1471387" y="2795165"/>
                  </a:lnTo>
                  <a:lnTo>
                    <a:pt x="0" y="279516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25" name="pg725"/>
            <p:cNvSpPr/>
            <p:nvPr/>
          </p:nvSpPr>
          <p:spPr>
            <a:xfrm>
              <a:off x="4799595" y="2928347"/>
              <a:ext cx="11981298" cy="5345140"/>
            </a:xfrm>
            <a:custGeom>
              <a:avLst/>
              <a:pathLst>
                <a:path w="11981298" h="5345140">
                  <a:moveTo>
                    <a:pt x="0" y="2492764"/>
                  </a:moveTo>
                  <a:lnTo>
                    <a:pt x="1471387" y="2492764"/>
                  </a:lnTo>
                  <a:lnTo>
                    <a:pt x="1472532" y="2492830"/>
                  </a:lnTo>
                  <a:lnTo>
                    <a:pt x="1480061" y="2493301"/>
                  </a:lnTo>
                  <a:lnTo>
                    <a:pt x="1499034" y="2494603"/>
                  </a:lnTo>
                  <a:lnTo>
                    <a:pt x="1532949" y="2497167"/>
                  </a:lnTo>
                  <a:lnTo>
                    <a:pt x="1583482" y="2501390"/>
                  </a:lnTo>
                  <a:lnTo>
                    <a:pt x="1650366" y="2507597"/>
                  </a:lnTo>
                  <a:lnTo>
                    <a:pt x="1731547" y="2516010"/>
                  </a:lnTo>
                  <a:lnTo>
                    <a:pt x="1823653" y="2526739"/>
                  </a:lnTo>
                  <a:lnTo>
                    <a:pt x="1922646" y="2539805"/>
                  </a:lnTo>
                  <a:lnTo>
                    <a:pt x="2024489" y="2555168"/>
                  </a:lnTo>
                  <a:lnTo>
                    <a:pt x="2125656" y="2572778"/>
                  </a:lnTo>
                  <a:lnTo>
                    <a:pt x="2223420" y="2592612"/>
                  </a:lnTo>
                  <a:lnTo>
                    <a:pt x="2315931" y="2614700"/>
                  </a:lnTo>
                  <a:lnTo>
                    <a:pt x="2402143" y="2639148"/>
                  </a:lnTo>
                  <a:lnTo>
                    <a:pt x="2481664" y="2666142"/>
                  </a:lnTo>
                  <a:lnTo>
                    <a:pt x="2554592" y="2695952"/>
                  </a:lnTo>
                  <a:lnTo>
                    <a:pt x="2621352" y="2728926"/>
                  </a:lnTo>
                  <a:lnTo>
                    <a:pt x="2682580" y="2765477"/>
                  </a:lnTo>
                  <a:lnTo>
                    <a:pt x="2739018" y="2806067"/>
                  </a:lnTo>
                  <a:lnTo>
                    <a:pt x="2791456" y="2851165"/>
                  </a:lnTo>
                  <a:lnTo>
                    <a:pt x="2840669" y="2901192"/>
                  </a:lnTo>
                  <a:lnTo>
                    <a:pt x="2887378" y="2956415"/>
                  </a:lnTo>
                  <a:lnTo>
                    <a:pt x="2896531" y="2968160"/>
                  </a:lnTo>
                  <a:lnTo>
                    <a:pt x="2934110" y="3019599"/>
                  </a:lnTo>
                  <a:lnTo>
                    <a:pt x="2970743" y="3074814"/>
                  </a:lnTo>
                  <a:lnTo>
                    <a:pt x="3006688" y="3133880"/>
                  </a:lnTo>
                  <a:lnTo>
                    <a:pt x="3042151" y="3196813"/>
                  </a:lnTo>
                  <a:lnTo>
                    <a:pt x="3077298" y="3263560"/>
                  </a:lnTo>
                  <a:lnTo>
                    <a:pt x="3112259" y="3333993"/>
                  </a:lnTo>
                  <a:lnTo>
                    <a:pt x="3147131" y="3407905"/>
                  </a:lnTo>
                  <a:lnTo>
                    <a:pt x="3181982" y="3485012"/>
                  </a:lnTo>
                  <a:lnTo>
                    <a:pt x="3216858" y="3564948"/>
                  </a:lnTo>
                  <a:lnTo>
                    <a:pt x="3251780" y="3647274"/>
                  </a:lnTo>
                  <a:lnTo>
                    <a:pt x="3286755" y="3731485"/>
                  </a:lnTo>
                  <a:lnTo>
                    <a:pt x="3321775" y="3817025"/>
                  </a:lnTo>
                  <a:lnTo>
                    <a:pt x="3356822" y="3903296"/>
                  </a:lnTo>
                  <a:lnTo>
                    <a:pt x="3391874" y="3989680"/>
                  </a:lnTo>
                  <a:lnTo>
                    <a:pt x="3426906" y="4075556"/>
                  </a:lnTo>
                  <a:lnTo>
                    <a:pt x="3461899" y="4160315"/>
                  </a:lnTo>
                  <a:lnTo>
                    <a:pt x="3496840" y="4243386"/>
                  </a:lnTo>
                  <a:lnTo>
                    <a:pt x="3531731" y="4324241"/>
                  </a:lnTo>
                  <a:lnTo>
                    <a:pt x="3566587" y="4402419"/>
                  </a:lnTo>
                  <a:lnTo>
                    <a:pt x="3601445" y="4477526"/>
                  </a:lnTo>
                  <a:lnTo>
                    <a:pt x="3636364" y="4549248"/>
                  </a:lnTo>
                  <a:lnTo>
                    <a:pt x="3671431" y="4617348"/>
                  </a:lnTo>
                  <a:lnTo>
                    <a:pt x="3706762" y="4681673"/>
                  </a:lnTo>
                  <a:lnTo>
                    <a:pt x="3742510" y="4742141"/>
                  </a:lnTo>
                  <a:lnTo>
                    <a:pt x="3778867" y="4798745"/>
                  </a:lnTo>
                  <a:lnTo>
                    <a:pt x="3816070" y="4851540"/>
                  </a:lnTo>
                  <a:lnTo>
                    <a:pt x="3829811" y="4869744"/>
                  </a:lnTo>
                  <a:lnTo>
                    <a:pt x="3876093" y="4926022"/>
                  </a:lnTo>
                  <a:lnTo>
                    <a:pt x="3924747" y="4977080"/>
                  </a:lnTo>
                  <a:lnTo>
                    <a:pt x="3976475" y="5023139"/>
                  </a:lnTo>
                  <a:lnTo>
                    <a:pt x="4032045" y="5064599"/>
                  </a:lnTo>
                  <a:lnTo>
                    <a:pt x="4092247" y="5101925"/>
                  </a:lnTo>
                  <a:lnTo>
                    <a:pt x="4157838" y="5135583"/>
                  </a:lnTo>
                  <a:lnTo>
                    <a:pt x="4229482" y="5166000"/>
                  </a:lnTo>
                  <a:lnTo>
                    <a:pt x="4307656" y="5193536"/>
                  </a:lnTo>
                  <a:lnTo>
                    <a:pt x="4392535" y="5218479"/>
                  </a:lnTo>
                  <a:lnTo>
                    <a:pt x="4483839" y="5241031"/>
                  </a:lnTo>
                  <a:lnTo>
                    <a:pt x="4580667" y="5261313"/>
                  </a:lnTo>
                  <a:lnTo>
                    <a:pt x="4681340" y="5279372"/>
                  </a:lnTo>
                  <a:lnTo>
                    <a:pt x="4783307" y="5295191"/>
                  </a:lnTo>
                  <a:lnTo>
                    <a:pt x="4883188" y="5308723"/>
                  </a:lnTo>
                  <a:lnTo>
                    <a:pt x="4977013" y="5319923"/>
                  </a:lnTo>
                  <a:lnTo>
                    <a:pt x="5060695" y="5328797"/>
                  </a:lnTo>
                  <a:lnTo>
                    <a:pt x="5130673" y="5335434"/>
                  </a:lnTo>
                  <a:lnTo>
                    <a:pt x="5184580" y="5340033"/>
                  </a:lnTo>
                  <a:lnTo>
                    <a:pt x="5221766" y="5342900"/>
                  </a:lnTo>
                  <a:lnTo>
                    <a:pt x="5243520" y="5344422"/>
                  </a:lnTo>
                  <a:lnTo>
                    <a:pt x="5252992" y="5345026"/>
                  </a:lnTo>
                  <a:lnTo>
                    <a:pt x="5254955" y="5345140"/>
                  </a:lnTo>
                  <a:lnTo>
                    <a:pt x="6726343" y="5345140"/>
                  </a:lnTo>
                  <a:lnTo>
                    <a:pt x="6727202" y="5345048"/>
                  </a:lnTo>
                  <a:lnTo>
                    <a:pt x="6732882" y="5344393"/>
                  </a:lnTo>
                  <a:lnTo>
                    <a:pt x="6747314" y="5342582"/>
                  </a:lnTo>
                  <a:lnTo>
                    <a:pt x="6773398" y="5339011"/>
                  </a:lnTo>
                  <a:lnTo>
                    <a:pt x="6812851" y="5333103"/>
                  </a:lnTo>
                  <a:lnTo>
                    <a:pt x="6866079" y="5324353"/>
                  </a:lnTo>
                  <a:lnTo>
                    <a:pt x="6932196" y="5312374"/>
                  </a:lnTo>
                  <a:lnTo>
                    <a:pt x="7009217" y="5296919"/>
                  </a:lnTo>
                  <a:lnTo>
                    <a:pt x="7094409" y="5277877"/>
                  </a:lnTo>
                  <a:lnTo>
                    <a:pt x="7184711" y="5255244"/>
                  </a:lnTo>
                  <a:lnTo>
                    <a:pt x="7277129" y="5229078"/>
                  </a:lnTo>
                  <a:lnTo>
                    <a:pt x="7369040" y="5199453"/>
                  </a:lnTo>
                  <a:lnTo>
                    <a:pt x="7458363" y="5166405"/>
                  </a:lnTo>
                  <a:lnTo>
                    <a:pt x="7543614" y="5129908"/>
                  </a:lnTo>
                  <a:lnTo>
                    <a:pt x="7623871" y="5089842"/>
                  </a:lnTo>
                  <a:lnTo>
                    <a:pt x="7698688" y="5045988"/>
                  </a:lnTo>
                  <a:lnTo>
                    <a:pt x="7767995" y="4998018"/>
                  </a:lnTo>
                  <a:lnTo>
                    <a:pt x="7831995" y="4945505"/>
                  </a:lnTo>
                  <a:lnTo>
                    <a:pt x="7891075" y="4887926"/>
                  </a:lnTo>
                  <a:lnTo>
                    <a:pt x="7945739" y="4824679"/>
                  </a:lnTo>
                  <a:lnTo>
                    <a:pt x="7996554" y="4755114"/>
                  </a:lnTo>
                  <a:lnTo>
                    <a:pt x="8044107" y="4678574"/>
                  </a:lnTo>
                  <a:lnTo>
                    <a:pt x="8088981" y="4594471"/>
                  </a:lnTo>
                  <a:lnTo>
                    <a:pt x="8131717" y="4502398"/>
                  </a:lnTo>
                  <a:lnTo>
                    <a:pt x="8151487" y="4455646"/>
                  </a:lnTo>
                  <a:lnTo>
                    <a:pt x="8180102" y="4383247"/>
                  </a:lnTo>
                  <a:lnTo>
                    <a:pt x="8208133" y="4306807"/>
                  </a:lnTo>
                  <a:lnTo>
                    <a:pt x="8235700" y="4226247"/>
                  </a:lnTo>
                  <a:lnTo>
                    <a:pt x="8262908" y="4141523"/>
                  </a:lnTo>
                  <a:lnTo>
                    <a:pt x="8289843" y="4052630"/>
                  </a:lnTo>
                  <a:lnTo>
                    <a:pt x="8316579" y="3959607"/>
                  </a:lnTo>
                  <a:lnTo>
                    <a:pt x="8343178" y="3862538"/>
                  </a:lnTo>
                  <a:lnTo>
                    <a:pt x="8369689" y="3761554"/>
                  </a:lnTo>
                  <a:lnTo>
                    <a:pt x="8396153" y="3656836"/>
                  </a:lnTo>
                  <a:lnTo>
                    <a:pt x="8422600" y="3548616"/>
                  </a:lnTo>
                  <a:lnTo>
                    <a:pt x="8449053" y="3437172"/>
                  </a:lnTo>
                  <a:lnTo>
                    <a:pt x="8475525" y="3322834"/>
                  </a:lnTo>
                  <a:lnTo>
                    <a:pt x="8502026" y="3205972"/>
                  </a:lnTo>
                  <a:lnTo>
                    <a:pt x="8528557" y="3086998"/>
                  </a:lnTo>
                  <a:lnTo>
                    <a:pt x="8555117" y="2966361"/>
                  </a:lnTo>
                  <a:lnTo>
                    <a:pt x="8581700" y="2844533"/>
                  </a:lnTo>
                  <a:lnTo>
                    <a:pt x="8608296" y="2722011"/>
                  </a:lnTo>
                  <a:lnTo>
                    <a:pt x="8634897" y="2599299"/>
                  </a:lnTo>
                  <a:lnTo>
                    <a:pt x="8661490" y="2476909"/>
                  </a:lnTo>
                  <a:lnTo>
                    <a:pt x="8688068" y="2355345"/>
                  </a:lnTo>
                  <a:lnTo>
                    <a:pt x="8714621" y="2235097"/>
                  </a:lnTo>
                  <a:lnTo>
                    <a:pt x="8741144" y="2116633"/>
                  </a:lnTo>
                  <a:lnTo>
                    <a:pt x="8767637" y="2000391"/>
                  </a:lnTo>
                  <a:lnTo>
                    <a:pt x="8794103" y="1886774"/>
                  </a:lnTo>
                  <a:lnTo>
                    <a:pt x="8820552" y="1776141"/>
                  </a:lnTo>
                  <a:lnTo>
                    <a:pt x="8847001" y="1668809"/>
                  </a:lnTo>
                  <a:lnTo>
                    <a:pt x="8873474" y="1565046"/>
                  </a:lnTo>
                  <a:lnTo>
                    <a:pt x="8900004" y="1465067"/>
                  </a:lnTo>
                  <a:lnTo>
                    <a:pt x="8926634" y="1369043"/>
                  </a:lnTo>
                  <a:lnTo>
                    <a:pt x="8953416" y="1277092"/>
                  </a:lnTo>
                  <a:lnTo>
                    <a:pt x="8980414" y="1189285"/>
                  </a:lnTo>
                  <a:lnTo>
                    <a:pt x="9007707" y="1105649"/>
                  </a:lnTo>
                  <a:lnTo>
                    <a:pt x="9035384" y="1026170"/>
                  </a:lnTo>
                  <a:lnTo>
                    <a:pt x="9063555" y="950793"/>
                  </a:lnTo>
                  <a:lnTo>
                    <a:pt x="9084767" y="897667"/>
                  </a:lnTo>
                  <a:lnTo>
                    <a:pt x="9126656" y="801744"/>
                  </a:lnTo>
                  <a:lnTo>
                    <a:pt x="9170446" y="713874"/>
                  </a:lnTo>
                  <a:lnTo>
                    <a:pt x="9216650" y="633792"/>
                  </a:lnTo>
                  <a:lnTo>
                    <a:pt x="9265836" y="560981"/>
                  </a:lnTo>
                  <a:lnTo>
                    <a:pt x="9318591" y="494804"/>
                  </a:lnTo>
                  <a:lnTo>
                    <a:pt x="9375498" y="434600"/>
                  </a:lnTo>
                  <a:lnTo>
                    <a:pt x="9437095" y="379741"/>
                  </a:lnTo>
                  <a:lnTo>
                    <a:pt x="9503832" y="329665"/>
                  </a:lnTo>
                  <a:lnTo>
                    <a:pt x="9576012" y="283895"/>
                  </a:lnTo>
                  <a:lnTo>
                    <a:pt x="9653704" y="242056"/>
                  </a:lnTo>
                  <a:lnTo>
                    <a:pt x="9736656" y="203878"/>
                  </a:lnTo>
                  <a:lnTo>
                    <a:pt x="9824186" y="169194"/>
                  </a:lnTo>
                  <a:lnTo>
                    <a:pt x="9915086" y="137935"/>
                  </a:lnTo>
                  <a:lnTo>
                    <a:pt x="10007559" y="110112"/>
                  </a:lnTo>
                  <a:lnTo>
                    <a:pt x="10099227" y="85785"/>
                  </a:lnTo>
                  <a:lnTo>
                    <a:pt x="10187242" y="65025"/>
                  </a:lnTo>
                  <a:lnTo>
                    <a:pt x="10268531" y="47866"/>
                  </a:lnTo>
                  <a:lnTo>
                    <a:pt x="10340151" y="34251"/>
                  </a:lnTo>
                  <a:lnTo>
                    <a:pt x="10399710" y="24002"/>
                  </a:lnTo>
                  <a:lnTo>
                    <a:pt x="10445763" y="16795"/>
                  </a:lnTo>
                  <a:lnTo>
                    <a:pt x="10478088" y="12178"/>
                  </a:lnTo>
                  <a:lnTo>
                    <a:pt x="10497784" y="9603"/>
                  </a:lnTo>
                  <a:lnTo>
                    <a:pt x="10507208" y="8471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9052" y="92"/>
                  </a:lnTo>
                  <a:lnTo>
                    <a:pt x="10503372" y="747"/>
                  </a:lnTo>
                  <a:lnTo>
                    <a:pt x="10488940" y="2558"/>
                  </a:lnTo>
                  <a:lnTo>
                    <a:pt x="10462855" y="6129"/>
                  </a:lnTo>
                  <a:lnTo>
                    <a:pt x="10423402" y="12037"/>
                  </a:lnTo>
                  <a:lnTo>
                    <a:pt x="10370174" y="20787"/>
                  </a:lnTo>
                  <a:lnTo>
                    <a:pt x="10304058" y="32766"/>
                  </a:lnTo>
                  <a:lnTo>
                    <a:pt x="10227037" y="48221"/>
                  </a:lnTo>
                  <a:lnTo>
                    <a:pt x="10141844" y="67263"/>
                  </a:lnTo>
                  <a:lnTo>
                    <a:pt x="10051542" y="89896"/>
                  </a:lnTo>
                  <a:lnTo>
                    <a:pt x="9959124" y="116061"/>
                  </a:lnTo>
                  <a:lnTo>
                    <a:pt x="9867213" y="145687"/>
                  </a:lnTo>
                  <a:lnTo>
                    <a:pt x="9777890" y="178735"/>
                  </a:lnTo>
                  <a:lnTo>
                    <a:pt x="9692639" y="215232"/>
                  </a:lnTo>
                  <a:lnTo>
                    <a:pt x="9612383" y="255298"/>
                  </a:lnTo>
                  <a:lnTo>
                    <a:pt x="9537565" y="299152"/>
                  </a:lnTo>
                  <a:lnTo>
                    <a:pt x="9468258" y="347121"/>
                  </a:lnTo>
                  <a:lnTo>
                    <a:pt x="9404258" y="399634"/>
                  </a:lnTo>
                  <a:lnTo>
                    <a:pt x="9345178" y="457214"/>
                  </a:lnTo>
                  <a:lnTo>
                    <a:pt x="9290514" y="520461"/>
                  </a:lnTo>
                  <a:lnTo>
                    <a:pt x="9239699" y="590026"/>
                  </a:lnTo>
                  <a:lnTo>
                    <a:pt x="9192146" y="666566"/>
                  </a:lnTo>
                  <a:lnTo>
                    <a:pt x="9147272" y="750669"/>
                  </a:lnTo>
                  <a:lnTo>
                    <a:pt x="9104537" y="842742"/>
                  </a:lnTo>
                  <a:lnTo>
                    <a:pt x="9084767" y="889494"/>
                  </a:lnTo>
                  <a:lnTo>
                    <a:pt x="9056151" y="961893"/>
                  </a:lnTo>
                  <a:lnTo>
                    <a:pt x="9028121" y="1038333"/>
                  </a:lnTo>
                  <a:lnTo>
                    <a:pt x="9000553" y="1118893"/>
                  </a:lnTo>
                  <a:lnTo>
                    <a:pt x="8973346" y="1203617"/>
                  </a:lnTo>
                  <a:lnTo>
                    <a:pt x="8946411" y="1292510"/>
                  </a:lnTo>
                  <a:lnTo>
                    <a:pt x="8919674" y="1385533"/>
                  </a:lnTo>
                  <a:lnTo>
                    <a:pt x="8893075" y="1482602"/>
                  </a:lnTo>
                  <a:lnTo>
                    <a:pt x="8866564" y="1583586"/>
                  </a:lnTo>
                  <a:lnTo>
                    <a:pt x="8840100" y="1688303"/>
                  </a:lnTo>
                  <a:lnTo>
                    <a:pt x="8813653" y="1796524"/>
                  </a:lnTo>
                  <a:lnTo>
                    <a:pt x="8787201" y="1907968"/>
                  </a:lnTo>
                  <a:lnTo>
                    <a:pt x="8760728" y="2022306"/>
                  </a:lnTo>
                  <a:lnTo>
                    <a:pt x="8734228" y="2139168"/>
                  </a:lnTo>
                  <a:lnTo>
                    <a:pt x="8707696" y="2258141"/>
                  </a:lnTo>
                  <a:lnTo>
                    <a:pt x="8681136" y="2378779"/>
                  </a:lnTo>
                  <a:lnTo>
                    <a:pt x="8654554" y="2500607"/>
                  </a:lnTo>
                  <a:lnTo>
                    <a:pt x="8627957" y="2623129"/>
                  </a:lnTo>
                  <a:lnTo>
                    <a:pt x="8601357" y="2745841"/>
                  </a:lnTo>
                  <a:lnTo>
                    <a:pt x="8574763" y="2868231"/>
                  </a:lnTo>
                  <a:lnTo>
                    <a:pt x="8548185" y="2989795"/>
                  </a:lnTo>
                  <a:lnTo>
                    <a:pt x="8521633" y="3110043"/>
                  </a:lnTo>
                  <a:lnTo>
                    <a:pt x="8495109" y="3228507"/>
                  </a:lnTo>
                  <a:lnTo>
                    <a:pt x="8468616" y="3344749"/>
                  </a:lnTo>
                  <a:lnTo>
                    <a:pt x="8442150" y="3458366"/>
                  </a:lnTo>
                  <a:lnTo>
                    <a:pt x="8415701" y="3568999"/>
                  </a:lnTo>
                  <a:lnTo>
                    <a:pt x="8389252" y="3676331"/>
                  </a:lnTo>
                  <a:lnTo>
                    <a:pt x="8362779" y="3780094"/>
                  </a:lnTo>
                  <a:lnTo>
                    <a:pt x="8336249" y="3880072"/>
                  </a:lnTo>
                  <a:lnTo>
                    <a:pt x="8309620" y="3976097"/>
                  </a:lnTo>
                  <a:lnTo>
                    <a:pt x="8282838" y="4068048"/>
                  </a:lnTo>
                  <a:lnTo>
                    <a:pt x="8255839" y="4155855"/>
                  </a:lnTo>
                  <a:lnTo>
                    <a:pt x="8228547" y="4239491"/>
                  </a:lnTo>
                  <a:lnTo>
                    <a:pt x="8200869" y="4318970"/>
                  </a:lnTo>
                  <a:lnTo>
                    <a:pt x="8172698" y="4394347"/>
                  </a:lnTo>
                  <a:lnTo>
                    <a:pt x="8151487" y="4447473"/>
                  </a:lnTo>
                  <a:lnTo>
                    <a:pt x="8109597" y="4543396"/>
                  </a:lnTo>
                  <a:lnTo>
                    <a:pt x="8065808" y="4631266"/>
                  </a:lnTo>
                  <a:lnTo>
                    <a:pt x="8019603" y="4711348"/>
                  </a:lnTo>
                  <a:lnTo>
                    <a:pt x="7970417" y="4784159"/>
                  </a:lnTo>
                  <a:lnTo>
                    <a:pt x="7917662" y="4850336"/>
                  </a:lnTo>
                  <a:lnTo>
                    <a:pt x="7860755" y="4910540"/>
                  </a:lnTo>
                  <a:lnTo>
                    <a:pt x="7799159" y="4965398"/>
                  </a:lnTo>
                  <a:lnTo>
                    <a:pt x="7732421" y="5015475"/>
                  </a:lnTo>
                  <a:lnTo>
                    <a:pt x="7660242" y="5061245"/>
                  </a:lnTo>
                  <a:lnTo>
                    <a:pt x="7582549" y="5103084"/>
                  </a:lnTo>
                  <a:lnTo>
                    <a:pt x="7499597" y="5141262"/>
                  </a:lnTo>
                  <a:lnTo>
                    <a:pt x="7412067" y="5175946"/>
                  </a:lnTo>
                  <a:lnTo>
                    <a:pt x="7321167" y="5207205"/>
                  </a:lnTo>
                  <a:lnTo>
                    <a:pt x="7228694" y="5235028"/>
                  </a:lnTo>
                  <a:lnTo>
                    <a:pt x="7137027" y="5259355"/>
                  </a:lnTo>
                  <a:lnTo>
                    <a:pt x="7049011" y="5280115"/>
                  </a:lnTo>
                  <a:lnTo>
                    <a:pt x="6967722" y="5297274"/>
                  </a:lnTo>
                  <a:lnTo>
                    <a:pt x="6896102" y="5310888"/>
                  </a:lnTo>
                  <a:lnTo>
                    <a:pt x="6836543" y="5321138"/>
                  </a:lnTo>
                  <a:lnTo>
                    <a:pt x="6790490" y="5328345"/>
                  </a:lnTo>
                  <a:lnTo>
                    <a:pt x="6758165" y="5332962"/>
                  </a:lnTo>
                  <a:lnTo>
                    <a:pt x="6738469" y="5335537"/>
                  </a:lnTo>
                  <a:lnTo>
                    <a:pt x="6729045" y="5336669"/>
                  </a:lnTo>
                  <a:lnTo>
                    <a:pt x="6726343" y="5336967"/>
                  </a:lnTo>
                  <a:lnTo>
                    <a:pt x="5254955" y="5336967"/>
                  </a:lnTo>
                  <a:lnTo>
                    <a:pt x="5253810" y="5336901"/>
                  </a:lnTo>
                  <a:lnTo>
                    <a:pt x="5246282" y="5336430"/>
                  </a:lnTo>
                  <a:lnTo>
                    <a:pt x="5227308" y="5335128"/>
                  </a:lnTo>
                  <a:lnTo>
                    <a:pt x="5193394" y="5332564"/>
                  </a:lnTo>
                  <a:lnTo>
                    <a:pt x="5142861" y="5328342"/>
                  </a:lnTo>
                  <a:lnTo>
                    <a:pt x="5075976" y="5322134"/>
                  </a:lnTo>
                  <a:lnTo>
                    <a:pt x="4994795" y="5313722"/>
                  </a:lnTo>
                  <a:lnTo>
                    <a:pt x="4902689" y="5302992"/>
                  </a:lnTo>
                  <a:lnTo>
                    <a:pt x="4803696" y="5289927"/>
                  </a:lnTo>
                  <a:lnTo>
                    <a:pt x="4701853" y="5274564"/>
                  </a:lnTo>
                  <a:lnTo>
                    <a:pt x="4600686" y="5256953"/>
                  </a:lnTo>
                  <a:lnTo>
                    <a:pt x="4502922" y="5237119"/>
                  </a:lnTo>
                  <a:lnTo>
                    <a:pt x="4410411" y="5215031"/>
                  </a:lnTo>
                  <a:lnTo>
                    <a:pt x="4324200" y="5190583"/>
                  </a:lnTo>
                  <a:lnTo>
                    <a:pt x="4244678" y="5163589"/>
                  </a:lnTo>
                  <a:lnTo>
                    <a:pt x="4171751" y="5133779"/>
                  </a:lnTo>
                  <a:lnTo>
                    <a:pt x="4104990" y="5100806"/>
                  </a:lnTo>
                  <a:lnTo>
                    <a:pt x="4043763" y="5064254"/>
                  </a:lnTo>
                  <a:lnTo>
                    <a:pt x="3987324" y="5023664"/>
                  </a:lnTo>
                  <a:lnTo>
                    <a:pt x="3934886" y="4978566"/>
                  </a:lnTo>
                  <a:lnTo>
                    <a:pt x="3885673" y="4928540"/>
                  </a:lnTo>
                  <a:lnTo>
                    <a:pt x="3838965" y="4873317"/>
                  </a:lnTo>
                  <a:lnTo>
                    <a:pt x="3829811" y="4861571"/>
                  </a:lnTo>
                  <a:lnTo>
                    <a:pt x="3792232" y="4810132"/>
                  </a:lnTo>
                  <a:lnTo>
                    <a:pt x="3755599" y="4754917"/>
                  </a:lnTo>
                  <a:lnTo>
                    <a:pt x="3719655" y="4695851"/>
                  </a:lnTo>
                  <a:lnTo>
                    <a:pt x="3684191" y="4632918"/>
                  </a:lnTo>
                  <a:lnTo>
                    <a:pt x="3649044" y="4566172"/>
                  </a:lnTo>
                  <a:lnTo>
                    <a:pt x="3614083" y="4495739"/>
                  </a:lnTo>
                  <a:lnTo>
                    <a:pt x="3579211" y="4421826"/>
                  </a:lnTo>
                  <a:lnTo>
                    <a:pt x="3544360" y="4344719"/>
                  </a:lnTo>
                  <a:lnTo>
                    <a:pt x="3509485" y="4264784"/>
                  </a:lnTo>
                  <a:lnTo>
                    <a:pt x="3474562" y="4182458"/>
                  </a:lnTo>
                  <a:lnTo>
                    <a:pt x="3439587" y="4098246"/>
                  </a:lnTo>
                  <a:lnTo>
                    <a:pt x="3404567" y="4012706"/>
                  </a:lnTo>
                  <a:lnTo>
                    <a:pt x="3369520" y="3926435"/>
                  </a:lnTo>
                  <a:lnTo>
                    <a:pt x="3334469" y="3840051"/>
                  </a:lnTo>
                  <a:lnTo>
                    <a:pt x="3299436" y="3754176"/>
                  </a:lnTo>
                  <a:lnTo>
                    <a:pt x="3264443" y="3669416"/>
                  </a:lnTo>
                  <a:lnTo>
                    <a:pt x="3229502" y="3586346"/>
                  </a:lnTo>
                  <a:lnTo>
                    <a:pt x="3194611" y="3505490"/>
                  </a:lnTo>
                  <a:lnTo>
                    <a:pt x="3159755" y="3427312"/>
                  </a:lnTo>
                  <a:lnTo>
                    <a:pt x="3124898" y="3352205"/>
                  </a:lnTo>
                  <a:lnTo>
                    <a:pt x="3089978" y="3280484"/>
                  </a:lnTo>
                  <a:lnTo>
                    <a:pt x="3054912" y="3212383"/>
                  </a:lnTo>
                  <a:lnTo>
                    <a:pt x="3019580" y="3148059"/>
                  </a:lnTo>
                  <a:lnTo>
                    <a:pt x="2983832" y="3087590"/>
                  </a:lnTo>
                  <a:lnTo>
                    <a:pt x="2947475" y="3030986"/>
                  </a:lnTo>
                  <a:lnTo>
                    <a:pt x="2910272" y="2978192"/>
                  </a:lnTo>
                  <a:lnTo>
                    <a:pt x="2896531" y="2959987"/>
                  </a:lnTo>
                  <a:lnTo>
                    <a:pt x="2850249" y="2903709"/>
                  </a:lnTo>
                  <a:lnTo>
                    <a:pt x="2801595" y="2852652"/>
                  </a:lnTo>
                  <a:lnTo>
                    <a:pt x="2749867" y="2806592"/>
                  </a:lnTo>
                  <a:lnTo>
                    <a:pt x="2694297" y="2765133"/>
                  </a:lnTo>
                  <a:lnTo>
                    <a:pt x="2634095" y="2727807"/>
                  </a:lnTo>
                  <a:lnTo>
                    <a:pt x="2568504" y="2694148"/>
                  </a:lnTo>
                  <a:lnTo>
                    <a:pt x="2496860" y="2663732"/>
                  </a:lnTo>
                  <a:lnTo>
                    <a:pt x="2418686" y="2636195"/>
                  </a:lnTo>
                  <a:lnTo>
                    <a:pt x="2333807" y="2611253"/>
                  </a:lnTo>
                  <a:lnTo>
                    <a:pt x="2242504" y="2588701"/>
                  </a:lnTo>
                  <a:lnTo>
                    <a:pt x="2145675" y="2568418"/>
                  </a:lnTo>
                  <a:lnTo>
                    <a:pt x="2045002" y="2550359"/>
                  </a:lnTo>
                  <a:lnTo>
                    <a:pt x="1943035" y="2534540"/>
                  </a:lnTo>
                  <a:lnTo>
                    <a:pt x="1843154" y="2521009"/>
                  </a:lnTo>
                  <a:lnTo>
                    <a:pt x="1749329" y="2509808"/>
                  </a:lnTo>
                  <a:lnTo>
                    <a:pt x="1665647" y="2500935"/>
                  </a:lnTo>
                  <a:lnTo>
                    <a:pt x="1595669" y="2494298"/>
                  </a:lnTo>
                  <a:lnTo>
                    <a:pt x="1541762" y="2489699"/>
                  </a:lnTo>
                  <a:lnTo>
                    <a:pt x="1504576" y="2486831"/>
                  </a:lnTo>
                  <a:lnTo>
                    <a:pt x="1482822" y="2485309"/>
                  </a:lnTo>
                  <a:lnTo>
                    <a:pt x="1473350" y="2484706"/>
                  </a:lnTo>
                  <a:lnTo>
                    <a:pt x="1471387" y="2484591"/>
                  </a:lnTo>
                  <a:lnTo>
                    <a:pt x="0" y="2484591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726" name="pl726"/>
            <p:cNvSpPr/>
            <p:nvPr/>
          </p:nvSpPr>
          <p:spPr>
            <a:xfrm>
              <a:off x="4799595" y="2936520"/>
              <a:ext cx="11981298" cy="5336967"/>
            </a:xfrm>
            <a:custGeom>
              <a:avLst/>
              <a:pathLst>
                <a:path w="11981298" h="5336967">
                  <a:moveTo>
                    <a:pt x="0" y="2484591"/>
                  </a:moveTo>
                  <a:lnTo>
                    <a:pt x="1471387" y="2484591"/>
                  </a:lnTo>
                  <a:lnTo>
                    <a:pt x="1472532" y="2484657"/>
                  </a:lnTo>
                  <a:lnTo>
                    <a:pt x="1480061" y="2485128"/>
                  </a:lnTo>
                  <a:lnTo>
                    <a:pt x="1499034" y="2486430"/>
                  </a:lnTo>
                  <a:lnTo>
                    <a:pt x="1532949" y="2488994"/>
                  </a:lnTo>
                  <a:lnTo>
                    <a:pt x="1583482" y="2493217"/>
                  </a:lnTo>
                  <a:lnTo>
                    <a:pt x="1650366" y="2499424"/>
                  </a:lnTo>
                  <a:lnTo>
                    <a:pt x="1731547" y="2507837"/>
                  </a:lnTo>
                  <a:lnTo>
                    <a:pt x="1823653" y="2518566"/>
                  </a:lnTo>
                  <a:lnTo>
                    <a:pt x="1922646" y="2531632"/>
                  </a:lnTo>
                  <a:lnTo>
                    <a:pt x="2024489" y="2546995"/>
                  </a:lnTo>
                  <a:lnTo>
                    <a:pt x="2125656" y="2564605"/>
                  </a:lnTo>
                  <a:lnTo>
                    <a:pt x="2223420" y="2584439"/>
                  </a:lnTo>
                  <a:lnTo>
                    <a:pt x="2315931" y="2606527"/>
                  </a:lnTo>
                  <a:lnTo>
                    <a:pt x="2402143" y="2630975"/>
                  </a:lnTo>
                  <a:lnTo>
                    <a:pt x="2481664" y="2657969"/>
                  </a:lnTo>
                  <a:lnTo>
                    <a:pt x="2554592" y="2687779"/>
                  </a:lnTo>
                  <a:lnTo>
                    <a:pt x="2621352" y="2720753"/>
                  </a:lnTo>
                  <a:lnTo>
                    <a:pt x="2682580" y="2757304"/>
                  </a:lnTo>
                  <a:lnTo>
                    <a:pt x="2739018" y="2797894"/>
                  </a:lnTo>
                  <a:lnTo>
                    <a:pt x="2791456" y="2842992"/>
                  </a:lnTo>
                  <a:lnTo>
                    <a:pt x="2840669" y="2893019"/>
                  </a:lnTo>
                  <a:lnTo>
                    <a:pt x="2887378" y="2948242"/>
                  </a:lnTo>
                  <a:lnTo>
                    <a:pt x="2896531" y="2959987"/>
                  </a:lnTo>
                  <a:lnTo>
                    <a:pt x="2934110" y="3011427"/>
                  </a:lnTo>
                  <a:lnTo>
                    <a:pt x="2970743" y="3066641"/>
                  </a:lnTo>
                  <a:lnTo>
                    <a:pt x="3006688" y="3125707"/>
                  </a:lnTo>
                  <a:lnTo>
                    <a:pt x="3042151" y="3188640"/>
                  </a:lnTo>
                  <a:lnTo>
                    <a:pt x="3077298" y="3255387"/>
                  </a:lnTo>
                  <a:lnTo>
                    <a:pt x="3112259" y="3325820"/>
                  </a:lnTo>
                  <a:lnTo>
                    <a:pt x="3147131" y="3399732"/>
                  </a:lnTo>
                  <a:lnTo>
                    <a:pt x="3181982" y="3476839"/>
                  </a:lnTo>
                  <a:lnTo>
                    <a:pt x="3216858" y="3556775"/>
                  </a:lnTo>
                  <a:lnTo>
                    <a:pt x="3251780" y="3639101"/>
                  </a:lnTo>
                  <a:lnTo>
                    <a:pt x="3286755" y="3723312"/>
                  </a:lnTo>
                  <a:lnTo>
                    <a:pt x="3321775" y="3808852"/>
                  </a:lnTo>
                  <a:lnTo>
                    <a:pt x="3356822" y="3895123"/>
                  </a:lnTo>
                  <a:lnTo>
                    <a:pt x="3391874" y="3981507"/>
                  </a:lnTo>
                  <a:lnTo>
                    <a:pt x="3426906" y="4067383"/>
                  </a:lnTo>
                  <a:lnTo>
                    <a:pt x="3461899" y="4152142"/>
                  </a:lnTo>
                  <a:lnTo>
                    <a:pt x="3496840" y="4235213"/>
                  </a:lnTo>
                  <a:lnTo>
                    <a:pt x="3531731" y="4316068"/>
                  </a:lnTo>
                  <a:lnTo>
                    <a:pt x="3566587" y="4394246"/>
                  </a:lnTo>
                  <a:lnTo>
                    <a:pt x="3601445" y="4469353"/>
                  </a:lnTo>
                  <a:lnTo>
                    <a:pt x="3636364" y="4541075"/>
                  </a:lnTo>
                  <a:lnTo>
                    <a:pt x="3671431" y="4609175"/>
                  </a:lnTo>
                  <a:lnTo>
                    <a:pt x="3706762" y="4673500"/>
                  </a:lnTo>
                  <a:lnTo>
                    <a:pt x="3742510" y="4733968"/>
                  </a:lnTo>
                  <a:lnTo>
                    <a:pt x="3778867" y="4790572"/>
                  </a:lnTo>
                  <a:lnTo>
                    <a:pt x="3816070" y="4843367"/>
                  </a:lnTo>
                  <a:lnTo>
                    <a:pt x="3829811" y="4861571"/>
                  </a:lnTo>
                  <a:lnTo>
                    <a:pt x="3876093" y="4917849"/>
                  </a:lnTo>
                  <a:lnTo>
                    <a:pt x="3924747" y="4968907"/>
                  </a:lnTo>
                  <a:lnTo>
                    <a:pt x="3976475" y="5014966"/>
                  </a:lnTo>
                  <a:lnTo>
                    <a:pt x="4032045" y="5056426"/>
                  </a:lnTo>
                  <a:lnTo>
                    <a:pt x="4092247" y="5093752"/>
                  </a:lnTo>
                  <a:lnTo>
                    <a:pt x="4157838" y="5127410"/>
                  </a:lnTo>
                  <a:lnTo>
                    <a:pt x="4229482" y="5157827"/>
                  </a:lnTo>
                  <a:lnTo>
                    <a:pt x="4307656" y="5185363"/>
                  </a:lnTo>
                  <a:lnTo>
                    <a:pt x="4392535" y="5210306"/>
                  </a:lnTo>
                  <a:lnTo>
                    <a:pt x="4483839" y="5232858"/>
                  </a:lnTo>
                  <a:lnTo>
                    <a:pt x="4580667" y="5253140"/>
                  </a:lnTo>
                  <a:lnTo>
                    <a:pt x="4681340" y="5271199"/>
                  </a:lnTo>
                  <a:lnTo>
                    <a:pt x="4783307" y="5287018"/>
                  </a:lnTo>
                  <a:lnTo>
                    <a:pt x="4883188" y="5300550"/>
                  </a:lnTo>
                  <a:lnTo>
                    <a:pt x="4977013" y="5311750"/>
                  </a:lnTo>
                  <a:lnTo>
                    <a:pt x="5060695" y="5320624"/>
                  </a:lnTo>
                  <a:lnTo>
                    <a:pt x="5130673" y="5327261"/>
                  </a:lnTo>
                  <a:lnTo>
                    <a:pt x="5184580" y="5331860"/>
                  </a:lnTo>
                  <a:lnTo>
                    <a:pt x="5221766" y="5334727"/>
                  </a:lnTo>
                  <a:lnTo>
                    <a:pt x="5243520" y="5336249"/>
                  </a:lnTo>
                  <a:lnTo>
                    <a:pt x="5252992" y="5336853"/>
                  </a:lnTo>
                  <a:lnTo>
                    <a:pt x="5254945" y="5336967"/>
                  </a:lnTo>
                  <a:lnTo>
                    <a:pt x="5254955" y="5336967"/>
                  </a:lnTo>
                  <a:lnTo>
                    <a:pt x="6726343" y="5336967"/>
                  </a:lnTo>
                  <a:lnTo>
                    <a:pt x="6727202" y="5336875"/>
                  </a:lnTo>
                  <a:lnTo>
                    <a:pt x="6732882" y="5336220"/>
                  </a:lnTo>
                  <a:lnTo>
                    <a:pt x="6747314" y="5334409"/>
                  </a:lnTo>
                  <a:lnTo>
                    <a:pt x="6773398" y="5330838"/>
                  </a:lnTo>
                  <a:lnTo>
                    <a:pt x="6812851" y="5324930"/>
                  </a:lnTo>
                  <a:lnTo>
                    <a:pt x="6866079" y="5316180"/>
                  </a:lnTo>
                  <a:lnTo>
                    <a:pt x="6932196" y="5304201"/>
                  </a:lnTo>
                  <a:lnTo>
                    <a:pt x="7009217" y="5288746"/>
                  </a:lnTo>
                  <a:lnTo>
                    <a:pt x="7094409" y="5269704"/>
                  </a:lnTo>
                  <a:lnTo>
                    <a:pt x="7184711" y="5247071"/>
                  </a:lnTo>
                  <a:lnTo>
                    <a:pt x="7277129" y="5220905"/>
                  </a:lnTo>
                  <a:lnTo>
                    <a:pt x="7369040" y="5191280"/>
                  </a:lnTo>
                  <a:lnTo>
                    <a:pt x="7458363" y="5158232"/>
                  </a:lnTo>
                  <a:lnTo>
                    <a:pt x="7543614" y="5121735"/>
                  </a:lnTo>
                  <a:lnTo>
                    <a:pt x="7623871" y="5081669"/>
                  </a:lnTo>
                  <a:lnTo>
                    <a:pt x="7698688" y="5037815"/>
                  </a:lnTo>
                  <a:lnTo>
                    <a:pt x="7767995" y="4989845"/>
                  </a:lnTo>
                  <a:lnTo>
                    <a:pt x="7831995" y="4937332"/>
                  </a:lnTo>
                  <a:lnTo>
                    <a:pt x="7891075" y="4879753"/>
                  </a:lnTo>
                  <a:lnTo>
                    <a:pt x="7945739" y="4816506"/>
                  </a:lnTo>
                  <a:lnTo>
                    <a:pt x="7996554" y="4746941"/>
                  </a:lnTo>
                  <a:lnTo>
                    <a:pt x="8044107" y="4670401"/>
                  </a:lnTo>
                  <a:lnTo>
                    <a:pt x="8088981" y="4586298"/>
                  </a:lnTo>
                  <a:lnTo>
                    <a:pt x="8131717" y="4494225"/>
                  </a:lnTo>
                  <a:lnTo>
                    <a:pt x="8151487" y="4447473"/>
                  </a:lnTo>
                  <a:lnTo>
                    <a:pt x="8180102" y="4375074"/>
                  </a:lnTo>
                  <a:lnTo>
                    <a:pt x="8208133" y="4298634"/>
                  </a:lnTo>
                  <a:lnTo>
                    <a:pt x="8235700" y="4218074"/>
                  </a:lnTo>
                  <a:lnTo>
                    <a:pt x="8262908" y="4133350"/>
                  </a:lnTo>
                  <a:lnTo>
                    <a:pt x="8289843" y="4044457"/>
                  </a:lnTo>
                  <a:lnTo>
                    <a:pt x="8316579" y="3951434"/>
                  </a:lnTo>
                  <a:lnTo>
                    <a:pt x="8343178" y="3854365"/>
                  </a:lnTo>
                  <a:lnTo>
                    <a:pt x="8369689" y="3753381"/>
                  </a:lnTo>
                  <a:lnTo>
                    <a:pt x="8396153" y="3648663"/>
                  </a:lnTo>
                  <a:lnTo>
                    <a:pt x="8422600" y="3540443"/>
                  </a:lnTo>
                  <a:lnTo>
                    <a:pt x="8449053" y="3428999"/>
                  </a:lnTo>
                  <a:lnTo>
                    <a:pt x="8475525" y="3314661"/>
                  </a:lnTo>
                  <a:lnTo>
                    <a:pt x="8502026" y="3197799"/>
                  </a:lnTo>
                  <a:lnTo>
                    <a:pt x="8528557" y="3078825"/>
                  </a:lnTo>
                  <a:lnTo>
                    <a:pt x="8555117" y="2958188"/>
                  </a:lnTo>
                  <a:lnTo>
                    <a:pt x="8581700" y="2836360"/>
                  </a:lnTo>
                  <a:lnTo>
                    <a:pt x="8608296" y="2713838"/>
                  </a:lnTo>
                  <a:lnTo>
                    <a:pt x="8634897" y="2591126"/>
                  </a:lnTo>
                  <a:lnTo>
                    <a:pt x="8661490" y="2468736"/>
                  </a:lnTo>
                  <a:lnTo>
                    <a:pt x="8688068" y="2347172"/>
                  </a:lnTo>
                  <a:lnTo>
                    <a:pt x="8714621" y="2226924"/>
                  </a:lnTo>
                  <a:lnTo>
                    <a:pt x="8741144" y="2108460"/>
                  </a:lnTo>
                  <a:lnTo>
                    <a:pt x="8767637" y="1992218"/>
                  </a:lnTo>
                  <a:lnTo>
                    <a:pt x="8794103" y="1878601"/>
                  </a:lnTo>
                  <a:lnTo>
                    <a:pt x="8820552" y="1767968"/>
                  </a:lnTo>
                  <a:lnTo>
                    <a:pt x="8847001" y="1660636"/>
                  </a:lnTo>
                  <a:lnTo>
                    <a:pt x="8873474" y="1556873"/>
                  </a:lnTo>
                  <a:lnTo>
                    <a:pt x="8900004" y="1456895"/>
                  </a:lnTo>
                  <a:lnTo>
                    <a:pt x="8926634" y="1360870"/>
                  </a:lnTo>
                  <a:lnTo>
                    <a:pt x="8953416" y="1268919"/>
                  </a:lnTo>
                  <a:lnTo>
                    <a:pt x="8980414" y="1181112"/>
                  </a:lnTo>
                  <a:lnTo>
                    <a:pt x="9007707" y="1097476"/>
                  </a:lnTo>
                  <a:lnTo>
                    <a:pt x="9035384" y="1017997"/>
                  </a:lnTo>
                  <a:lnTo>
                    <a:pt x="9063555" y="942620"/>
                  </a:lnTo>
                  <a:lnTo>
                    <a:pt x="9084767" y="889494"/>
                  </a:lnTo>
                  <a:lnTo>
                    <a:pt x="9126656" y="793571"/>
                  </a:lnTo>
                  <a:lnTo>
                    <a:pt x="9170446" y="705701"/>
                  </a:lnTo>
                  <a:lnTo>
                    <a:pt x="9216650" y="625619"/>
                  </a:lnTo>
                  <a:lnTo>
                    <a:pt x="9265836" y="552808"/>
                  </a:lnTo>
                  <a:lnTo>
                    <a:pt x="9318591" y="486631"/>
                  </a:lnTo>
                  <a:lnTo>
                    <a:pt x="9375498" y="426427"/>
                  </a:lnTo>
                  <a:lnTo>
                    <a:pt x="9437095" y="371568"/>
                  </a:lnTo>
                  <a:lnTo>
                    <a:pt x="9503832" y="321492"/>
                  </a:lnTo>
                  <a:lnTo>
                    <a:pt x="9576012" y="275722"/>
                  </a:lnTo>
                  <a:lnTo>
                    <a:pt x="9653704" y="233883"/>
                  </a:lnTo>
                  <a:lnTo>
                    <a:pt x="9736656" y="195705"/>
                  </a:lnTo>
                  <a:lnTo>
                    <a:pt x="9824186" y="161021"/>
                  </a:lnTo>
                  <a:lnTo>
                    <a:pt x="9915086" y="129762"/>
                  </a:lnTo>
                  <a:lnTo>
                    <a:pt x="10007559" y="101939"/>
                  </a:lnTo>
                  <a:lnTo>
                    <a:pt x="10099227" y="77612"/>
                  </a:lnTo>
                  <a:lnTo>
                    <a:pt x="10187242" y="56852"/>
                  </a:lnTo>
                  <a:lnTo>
                    <a:pt x="10268531" y="39693"/>
                  </a:lnTo>
                  <a:lnTo>
                    <a:pt x="10340151" y="26078"/>
                  </a:lnTo>
                  <a:lnTo>
                    <a:pt x="10399710" y="15829"/>
                  </a:lnTo>
                  <a:lnTo>
                    <a:pt x="10445763" y="8622"/>
                  </a:lnTo>
                  <a:lnTo>
                    <a:pt x="10478088" y="4005"/>
                  </a:lnTo>
                  <a:lnTo>
                    <a:pt x="10497784" y="1430"/>
                  </a:lnTo>
                  <a:lnTo>
                    <a:pt x="10507208" y="298"/>
                  </a:lnTo>
                  <a:lnTo>
                    <a:pt x="10509815" y="9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27" name="pl727"/>
            <p:cNvSpPr/>
            <p:nvPr/>
          </p:nvSpPr>
          <p:spPr>
            <a:xfrm>
              <a:off x="4799595" y="2928347"/>
              <a:ext cx="11981298" cy="5336967"/>
            </a:xfrm>
            <a:custGeom>
              <a:avLst/>
              <a:pathLst>
                <a:path w="11981298" h="5336967">
                  <a:moveTo>
                    <a:pt x="11981298" y="0"/>
                  </a:moveTo>
                  <a:lnTo>
                    <a:pt x="10509911" y="0"/>
                  </a:lnTo>
                  <a:lnTo>
                    <a:pt x="10509052" y="92"/>
                  </a:lnTo>
                  <a:lnTo>
                    <a:pt x="10503372" y="747"/>
                  </a:lnTo>
                  <a:lnTo>
                    <a:pt x="10488940" y="2558"/>
                  </a:lnTo>
                  <a:lnTo>
                    <a:pt x="10462855" y="6129"/>
                  </a:lnTo>
                  <a:lnTo>
                    <a:pt x="10423402" y="12037"/>
                  </a:lnTo>
                  <a:lnTo>
                    <a:pt x="10370174" y="20787"/>
                  </a:lnTo>
                  <a:lnTo>
                    <a:pt x="10304058" y="32766"/>
                  </a:lnTo>
                  <a:lnTo>
                    <a:pt x="10227037" y="48221"/>
                  </a:lnTo>
                  <a:lnTo>
                    <a:pt x="10141844" y="67263"/>
                  </a:lnTo>
                  <a:lnTo>
                    <a:pt x="10051542" y="89896"/>
                  </a:lnTo>
                  <a:lnTo>
                    <a:pt x="9959124" y="116061"/>
                  </a:lnTo>
                  <a:lnTo>
                    <a:pt x="9867213" y="145687"/>
                  </a:lnTo>
                  <a:lnTo>
                    <a:pt x="9777890" y="178735"/>
                  </a:lnTo>
                  <a:lnTo>
                    <a:pt x="9692639" y="215232"/>
                  </a:lnTo>
                  <a:lnTo>
                    <a:pt x="9612383" y="255298"/>
                  </a:lnTo>
                  <a:lnTo>
                    <a:pt x="9537565" y="299152"/>
                  </a:lnTo>
                  <a:lnTo>
                    <a:pt x="9468258" y="347121"/>
                  </a:lnTo>
                  <a:lnTo>
                    <a:pt x="9404258" y="399634"/>
                  </a:lnTo>
                  <a:lnTo>
                    <a:pt x="9345178" y="457214"/>
                  </a:lnTo>
                  <a:lnTo>
                    <a:pt x="9290514" y="520461"/>
                  </a:lnTo>
                  <a:lnTo>
                    <a:pt x="9239699" y="590026"/>
                  </a:lnTo>
                  <a:lnTo>
                    <a:pt x="9192146" y="666566"/>
                  </a:lnTo>
                  <a:lnTo>
                    <a:pt x="9147272" y="750669"/>
                  </a:lnTo>
                  <a:lnTo>
                    <a:pt x="9104537" y="842742"/>
                  </a:lnTo>
                  <a:lnTo>
                    <a:pt x="9084767" y="889494"/>
                  </a:lnTo>
                  <a:lnTo>
                    <a:pt x="9056151" y="961893"/>
                  </a:lnTo>
                  <a:lnTo>
                    <a:pt x="9028121" y="1038333"/>
                  </a:lnTo>
                  <a:lnTo>
                    <a:pt x="9000553" y="1118893"/>
                  </a:lnTo>
                  <a:lnTo>
                    <a:pt x="8973346" y="1203617"/>
                  </a:lnTo>
                  <a:lnTo>
                    <a:pt x="8946411" y="1292510"/>
                  </a:lnTo>
                  <a:lnTo>
                    <a:pt x="8919674" y="1385533"/>
                  </a:lnTo>
                  <a:lnTo>
                    <a:pt x="8893075" y="1482602"/>
                  </a:lnTo>
                  <a:lnTo>
                    <a:pt x="8866564" y="1583586"/>
                  </a:lnTo>
                  <a:lnTo>
                    <a:pt x="8840100" y="1688303"/>
                  </a:lnTo>
                  <a:lnTo>
                    <a:pt x="8813653" y="1796524"/>
                  </a:lnTo>
                  <a:lnTo>
                    <a:pt x="8787201" y="1907968"/>
                  </a:lnTo>
                  <a:lnTo>
                    <a:pt x="8760728" y="2022306"/>
                  </a:lnTo>
                  <a:lnTo>
                    <a:pt x="8734228" y="2139168"/>
                  </a:lnTo>
                  <a:lnTo>
                    <a:pt x="8707696" y="2258141"/>
                  </a:lnTo>
                  <a:lnTo>
                    <a:pt x="8681136" y="2378779"/>
                  </a:lnTo>
                  <a:lnTo>
                    <a:pt x="8654554" y="2500607"/>
                  </a:lnTo>
                  <a:lnTo>
                    <a:pt x="8627957" y="2623129"/>
                  </a:lnTo>
                  <a:lnTo>
                    <a:pt x="8601357" y="2745841"/>
                  </a:lnTo>
                  <a:lnTo>
                    <a:pt x="8574763" y="2868231"/>
                  </a:lnTo>
                  <a:lnTo>
                    <a:pt x="8548185" y="2989795"/>
                  </a:lnTo>
                  <a:lnTo>
                    <a:pt x="8521633" y="3110043"/>
                  </a:lnTo>
                  <a:lnTo>
                    <a:pt x="8495109" y="3228507"/>
                  </a:lnTo>
                  <a:lnTo>
                    <a:pt x="8468616" y="3344749"/>
                  </a:lnTo>
                  <a:lnTo>
                    <a:pt x="8442150" y="3458366"/>
                  </a:lnTo>
                  <a:lnTo>
                    <a:pt x="8415701" y="3568999"/>
                  </a:lnTo>
                  <a:lnTo>
                    <a:pt x="8389252" y="3676331"/>
                  </a:lnTo>
                  <a:lnTo>
                    <a:pt x="8362779" y="3780094"/>
                  </a:lnTo>
                  <a:lnTo>
                    <a:pt x="8336249" y="3880072"/>
                  </a:lnTo>
                  <a:lnTo>
                    <a:pt x="8309620" y="3976097"/>
                  </a:lnTo>
                  <a:lnTo>
                    <a:pt x="8282838" y="4068048"/>
                  </a:lnTo>
                  <a:lnTo>
                    <a:pt x="8255839" y="4155855"/>
                  </a:lnTo>
                  <a:lnTo>
                    <a:pt x="8228547" y="4239491"/>
                  </a:lnTo>
                  <a:lnTo>
                    <a:pt x="8200869" y="4318970"/>
                  </a:lnTo>
                  <a:lnTo>
                    <a:pt x="8172698" y="4394347"/>
                  </a:lnTo>
                  <a:lnTo>
                    <a:pt x="8151487" y="4447473"/>
                  </a:lnTo>
                  <a:lnTo>
                    <a:pt x="8109597" y="4543396"/>
                  </a:lnTo>
                  <a:lnTo>
                    <a:pt x="8065808" y="4631266"/>
                  </a:lnTo>
                  <a:lnTo>
                    <a:pt x="8019603" y="4711348"/>
                  </a:lnTo>
                  <a:lnTo>
                    <a:pt x="7970417" y="4784159"/>
                  </a:lnTo>
                  <a:lnTo>
                    <a:pt x="7917662" y="4850336"/>
                  </a:lnTo>
                  <a:lnTo>
                    <a:pt x="7860755" y="4910540"/>
                  </a:lnTo>
                  <a:lnTo>
                    <a:pt x="7799159" y="4965398"/>
                  </a:lnTo>
                  <a:lnTo>
                    <a:pt x="7732421" y="5015475"/>
                  </a:lnTo>
                  <a:lnTo>
                    <a:pt x="7660242" y="5061245"/>
                  </a:lnTo>
                  <a:lnTo>
                    <a:pt x="7582549" y="5103084"/>
                  </a:lnTo>
                  <a:lnTo>
                    <a:pt x="7499597" y="5141262"/>
                  </a:lnTo>
                  <a:lnTo>
                    <a:pt x="7412067" y="5175946"/>
                  </a:lnTo>
                  <a:lnTo>
                    <a:pt x="7321167" y="5207205"/>
                  </a:lnTo>
                  <a:lnTo>
                    <a:pt x="7228694" y="5235028"/>
                  </a:lnTo>
                  <a:lnTo>
                    <a:pt x="7137027" y="5259355"/>
                  </a:lnTo>
                  <a:lnTo>
                    <a:pt x="7049011" y="5280115"/>
                  </a:lnTo>
                  <a:lnTo>
                    <a:pt x="6967722" y="5297274"/>
                  </a:lnTo>
                  <a:lnTo>
                    <a:pt x="6896102" y="5310888"/>
                  </a:lnTo>
                  <a:lnTo>
                    <a:pt x="6836543" y="5321138"/>
                  </a:lnTo>
                  <a:lnTo>
                    <a:pt x="6790490" y="5328345"/>
                  </a:lnTo>
                  <a:lnTo>
                    <a:pt x="6758165" y="5332962"/>
                  </a:lnTo>
                  <a:lnTo>
                    <a:pt x="6738469" y="5335537"/>
                  </a:lnTo>
                  <a:lnTo>
                    <a:pt x="6729045" y="5336669"/>
                  </a:lnTo>
                  <a:lnTo>
                    <a:pt x="6726438" y="5336957"/>
                  </a:lnTo>
                  <a:lnTo>
                    <a:pt x="6726343" y="5336967"/>
                  </a:lnTo>
                  <a:lnTo>
                    <a:pt x="5254955" y="5336967"/>
                  </a:lnTo>
                  <a:lnTo>
                    <a:pt x="5253810" y="5336901"/>
                  </a:lnTo>
                  <a:lnTo>
                    <a:pt x="5246282" y="5336430"/>
                  </a:lnTo>
                  <a:lnTo>
                    <a:pt x="5227308" y="5335128"/>
                  </a:lnTo>
                  <a:lnTo>
                    <a:pt x="5193394" y="5332564"/>
                  </a:lnTo>
                  <a:lnTo>
                    <a:pt x="5142861" y="5328342"/>
                  </a:lnTo>
                  <a:lnTo>
                    <a:pt x="5075976" y="5322134"/>
                  </a:lnTo>
                  <a:lnTo>
                    <a:pt x="4994795" y="5313722"/>
                  </a:lnTo>
                  <a:lnTo>
                    <a:pt x="4902689" y="5302992"/>
                  </a:lnTo>
                  <a:lnTo>
                    <a:pt x="4803696" y="5289927"/>
                  </a:lnTo>
                  <a:lnTo>
                    <a:pt x="4701853" y="5274564"/>
                  </a:lnTo>
                  <a:lnTo>
                    <a:pt x="4600686" y="5256953"/>
                  </a:lnTo>
                  <a:lnTo>
                    <a:pt x="4502922" y="5237119"/>
                  </a:lnTo>
                  <a:lnTo>
                    <a:pt x="4410411" y="5215031"/>
                  </a:lnTo>
                  <a:lnTo>
                    <a:pt x="4324200" y="5190583"/>
                  </a:lnTo>
                  <a:lnTo>
                    <a:pt x="4244678" y="5163589"/>
                  </a:lnTo>
                  <a:lnTo>
                    <a:pt x="4171751" y="5133779"/>
                  </a:lnTo>
                  <a:lnTo>
                    <a:pt x="4104990" y="5100806"/>
                  </a:lnTo>
                  <a:lnTo>
                    <a:pt x="4043763" y="5064254"/>
                  </a:lnTo>
                  <a:lnTo>
                    <a:pt x="3987324" y="5023664"/>
                  </a:lnTo>
                  <a:lnTo>
                    <a:pt x="3934886" y="4978566"/>
                  </a:lnTo>
                  <a:lnTo>
                    <a:pt x="3885673" y="4928540"/>
                  </a:lnTo>
                  <a:lnTo>
                    <a:pt x="3838965" y="4873317"/>
                  </a:lnTo>
                  <a:lnTo>
                    <a:pt x="3829811" y="4861571"/>
                  </a:lnTo>
                  <a:lnTo>
                    <a:pt x="3792232" y="4810132"/>
                  </a:lnTo>
                  <a:lnTo>
                    <a:pt x="3755599" y="4754917"/>
                  </a:lnTo>
                  <a:lnTo>
                    <a:pt x="3719655" y="4695851"/>
                  </a:lnTo>
                  <a:lnTo>
                    <a:pt x="3684191" y="4632918"/>
                  </a:lnTo>
                  <a:lnTo>
                    <a:pt x="3649044" y="4566172"/>
                  </a:lnTo>
                  <a:lnTo>
                    <a:pt x="3614083" y="4495739"/>
                  </a:lnTo>
                  <a:lnTo>
                    <a:pt x="3579211" y="4421826"/>
                  </a:lnTo>
                  <a:lnTo>
                    <a:pt x="3544360" y="4344719"/>
                  </a:lnTo>
                  <a:lnTo>
                    <a:pt x="3509485" y="4264784"/>
                  </a:lnTo>
                  <a:lnTo>
                    <a:pt x="3474562" y="4182458"/>
                  </a:lnTo>
                  <a:lnTo>
                    <a:pt x="3439587" y="4098246"/>
                  </a:lnTo>
                  <a:lnTo>
                    <a:pt x="3404567" y="4012706"/>
                  </a:lnTo>
                  <a:lnTo>
                    <a:pt x="3369520" y="3926435"/>
                  </a:lnTo>
                  <a:lnTo>
                    <a:pt x="3334469" y="3840051"/>
                  </a:lnTo>
                  <a:lnTo>
                    <a:pt x="3299436" y="3754176"/>
                  </a:lnTo>
                  <a:lnTo>
                    <a:pt x="3264443" y="3669416"/>
                  </a:lnTo>
                  <a:lnTo>
                    <a:pt x="3229502" y="3586346"/>
                  </a:lnTo>
                  <a:lnTo>
                    <a:pt x="3194611" y="3505490"/>
                  </a:lnTo>
                  <a:lnTo>
                    <a:pt x="3159755" y="3427312"/>
                  </a:lnTo>
                  <a:lnTo>
                    <a:pt x="3124898" y="3352205"/>
                  </a:lnTo>
                  <a:lnTo>
                    <a:pt x="3089978" y="3280484"/>
                  </a:lnTo>
                  <a:lnTo>
                    <a:pt x="3054912" y="3212383"/>
                  </a:lnTo>
                  <a:lnTo>
                    <a:pt x="3019580" y="3148059"/>
                  </a:lnTo>
                  <a:lnTo>
                    <a:pt x="2983832" y="3087590"/>
                  </a:lnTo>
                  <a:lnTo>
                    <a:pt x="2947475" y="3030986"/>
                  </a:lnTo>
                  <a:lnTo>
                    <a:pt x="2910272" y="2978192"/>
                  </a:lnTo>
                  <a:lnTo>
                    <a:pt x="2896531" y="2959987"/>
                  </a:lnTo>
                  <a:lnTo>
                    <a:pt x="2850249" y="2903709"/>
                  </a:lnTo>
                  <a:lnTo>
                    <a:pt x="2801595" y="2852652"/>
                  </a:lnTo>
                  <a:lnTo>
                    <a:pt x="2749867" y="2806592"/>
                  </a:lnTo>
                  <a:lnTo>
                    <a:pt x="2694297" y="2765133"/>
                  </a:lnTo>
                  <a:lnTo>
                    <a:pt x="2634095" y="2727807"/>
                  </a:lnTo>
                  <a:lnTo>
                    <a:pt x="2568504" y="2694148"/>
                  </a:lnTo>
                  <a:lnTo>
                    <a:pt x="2496860" y="2663732"/>
                  </a:lnTo>
                  <a:lnTo>
                    <a:pt x="2418686" y="2636195"/>
                  </a:lnTo>
                  <a:lnTo>
                    <a:pt x="2333807" y="2611253"/>
                  </a:lnTo>
                  <a:lnTo>
                    <a:pt x="2242504" y="2588701"/>
                  </a:lnTo>
                  <a:lnTo>
                    <a:pt x="2145675" y="2568418"/>
                  </a:lnTo>
                  <a:lnTo>
                    <a:pt x="2045002" y="2550359"/>
                  </a:lnTo>
                  <a:lnTo>
                    <a:pt x="1943035" y="2534540"/>
                  </a:lnTo>
                  <a:lnTo>
                    <a:pt x="1843154" y="2521009"/>
                  </a:lnTo>
                  <a:lnTo>
                    <a:pt x="1749329" y="2509808"/>
                  </a:lnTo>
                  <a:lnTo>
                    <a:pt x="1665647" y="2500935"/>
                  </a:lnTo>
                  <a:lnTo>
                    <a:pt x="1595669" y="2494298"/>
                  </a:lnTo>
                  <a:lnTo>
                    <a:pt x="1541762" y="2489699"/>
                  </a:lnTo>
                  <a:lnTo>
                    <a:pt x="1504576" y="2486831"/>
                  </a:lnTo>
                  <a:lnTo>
                    <a:pt x="1482822" y="2485309"/>
                  </a:lnTo>
                  <a:lnTo>
                    <a:pt x="1473350" y="2484706"/>
                  </a:lnTo>
                  <a:lnTo>
                    <a:pt x="1471397" y="2484592"/>
                  </a:lnTo>
                  <a:lnTo>
                    <a:pt x="1471387" y="2484591"/>
                  </a:lnTo>
                  <a:lnTo>
                    <a:pt x="0" y="248459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28" name="pg728"/>
            <p:cNvSpPr/>
            <p:nvPr/>
          </p:nvSpPr>
          <p:spPr>
            <a:xfrm>
              <a:off x="4799595" y="3729301"/>
              <a:ext cx="11981298" cy="4560533"/>
            </a:xfrm>
            <a:custGeom>
              <a:avLst/>
              <a:pathLst>
                <a:path w="11981298" h="4560533">
                  <a:moveTo>
                    <a:pt x="0" y="1708156"/>
                  </a:moveTo>
                  <a:lnTo>
                    <a:pt x="1471387" y="1708156"/>
                  </a:lnTo>
                  <a:lnTo>
                    <a:pt x="1472532" y="1708222"/>
                  </a:lnTo>
                  <a:lnTo>
                    <a:pt x="1480061" y="1708693"/>
                  </a:lnTo>
                  <a:lnTo>
                    <a:pt x="1499034" y="1709996"/>
                  </a:lnTo>
                  <a:lnTo>
                    <a:pt x="1532949" y="1712559"/>
                  </a:lnTo>
                  <a:lnTo>
                    <a:pt x="1583482" y="1716782"/>
                  </a:lnTo>
                  <a:lnTo>
                    <a:pt x="1650366" y="1722989"/>
                  </a:lnTo>
                  <a:lnTo>
                    <a:pt x="1731547" y="1731402"/>
                  </a:lnTo>
                  <a:lnTo>
                    <a:pt x="1823653" y="1742132"/>
                  </a:lnTo>
                  <a:lnTo>
                    <a:pt x="1922646" y="1755197"/>
                  </a:lnTo>
                  <a:lnTo>
                    <a:pt x="2024489" y="1770560"/>
                  </a:lnTo>
                  <a:lnTo>
                    <a:pt x="2125656" y="1788171"/>
                  </a:lnTo>
                  <a:lnTo>
                    <a:pt x="2223420" y="1808004"/>
                  </a:lnTo>
                  <a:lnTo>
                    <a:pt x="2315931" y="1830093"/>
                  </a:lnTo>
                  <a:lnTo>
                    <a:pt x="2402143" y="1854540"/>
                  </a:lnTo>
                  <a:lnTo>
                    <a:pt x="2481664" y="1881534"/>
                  </a:lnTo>
                  <a:lnTo>
                    <a:pt x="2554592" y="1911344"/>
                  </a:lnTo>
                  <a:lnTo>
                    <a:pt x="2621352" y="1944318"/>
                  </a:lnTo>
                  <a:lnTo>
                    <a:pt x="2682580" y="1980870"/>
                  </a:lnTo>
                  <a:lnTo>
                    <a:pt x="2739018" y="2021459"/>
                  </a:lnTo>
                  <a:lnTo>
                    <a:pt x="2791456" y="2066557"/>
                  </a:lnTo>
                  <a:lnTo>
                    <a:pt x="2840669" y="2116584"/>
                  </a:lnTo>
                  <a:lnTo>
                    <a:pt x="2887378" y="2171807"/>
                  </a:lnTo>
                  <a:lnTo>
                    <a:pt x="2896531" y="2183552"/>
                  </a:lnTo>
                  <a:lnTo>
                    <a:pt x="2934110" y="2234992"/>
                  </a:lnTo>
                  <a:lnTo>
                    <a:pt x="2970743" y="2290206"/>
                  </a:lnTo>
                  <a:lnTo>
                    <a:pt x="3006688" y="2349272"/>
                  </a:lnTo>
                  <a:lnTo>
                    <a:pt x="3042151" y="2412205"/>
                  </a:lnTo>
                  <a:lnTo>
                    <a:pt x="3077298" y="2478952"/>
                  </a:lnTo>
                  <a:lnTo>
                    <a:pt x="3112259" y="2549385"/>
                  </a:lnTo>
                  <a:lnTo>
                    <a:pt x="3147131" y="2623298"/>
                  </a:lnTo>
                  <a:lnTo>
                    <a:pt x="3181982" y="2700404"/>
                  </a:lnTo>
                  <a:lnTo>
                    <a:pt x="3216858" y="2780340"/>
                  </a:lnTo>
                  <a:lnTo>
                    <a:pt x="3251780" y="2862666"/>
                  </a:lnTo>
                  <a:lnTo>
                    <a:pt x="3286755" y="2946878"/>
                  </a:lnTo>
                  <a:lnTo>
                    <a:pt x="3321775" y="3032417"/>
                  </a:lnTo>
                  <a:lnTo>
                    <a:pt x="3356822" y="3118688"/>
                  </a:lnTo>
                  <a:lnTo>
                    <a:pt x="3391874" y="3205073"/>
                  </a:lnTo>
                  <a:lnTo>
                    <a:pt x="3426906" y="3290948"/>
                  </a:lnTo>
                  <a:lnTo>
                    <a:pt x="3461899" y="3375707"/>
                  </a:lnTo>
                  <a:lnTo>
                    <a:pt x="3496840" y="3458778"/>
                  </a:lnTo>
                  <a:lnTo>
                    <a:pt x="3531731" y="3539634"/>
                  </a:lnTo>
                  <a:lnTo>
                    <a:pt x="3566587" y="3617811"/>
                  </a:lnTo>
                  <a:lnTo>
                    <a:pt x="3601445" y="3692918"/>
                  </a:lnTo>
                  <a:lnTo>
                    <a:pt x="3636364" y="3764640"/>
                  </a:lnTo>
                  <a:lnTo>
                    <a:pt x="3671431" y="3832740"/>
                  </a:lnTo>
                  <a:lnTo>
                    <a:pt x="3706762" y="3897065"/>
                  </a:lnTo>
                  <a:lnTo>
                    <a:pt x="3742510" y="3957533"/>
                  </a:lnTo>
                  <a:lnTo>
                    <a:pt x="3778867" y="4014137"/>
                  </a:lnTo>
                  <a:lnTo>
                    <a:pt x="3816070" y="4066932"/>
                  </a:lnTo>
                  <a:lnTo>
                    <a:pt x="3829811" y="4085136"/>
                  </a:lnTo>
                  <a:lnTo>
                    <a:pt x="3876093" y="4141414"/>
                  </a:lnTo>
                  <a:lnTo>
                    <a:pt x="3924747" y="4192472"/>
                  </a:lnTo>
                  <a:lnTo>
                    <a:pt x="3976475" y="4238531"/>
                  </a:lnTo>
                  <a:lnTo>
                    <a:pt x="4032045" y="4279991"/>
                  </a:lnTo>
                  <a:lnTo>
                    <a:pt x="4092247" y="4317317"/>
                  </a:lnTo>
                  <a:lnTo>
                    <a:pt x="4157838" y="4350976"/>
                  </a:lnTo>
                  <a:lnTo>
                    <a:pt x="4229482" y="4381392"/>
                  </a:lnTo>
                  <a:lnTo>
                    <a:pt x="4307656" y="4408928"/>
                  </a:lnTo>
                  <a:lnTo>
                    <a:pt x="4392535" y="4433871"/>
                  </a:lnTo>
                  <a:lnTo>
                    <a:pt x="4483839" y="4456423"/>
                  </a:lnTo>
                  <a:lnTo>
                    <a:pt x="4580667" y="4476706"/>
                  </a:lnTo>
                  <a:lnTo>
                    <a:pt x="4681340" y="4494764"/>
                  </a:lnTo>
                  <a:lnTo>
                    <a:pt x="4783307" y="4510583"/>
                  </a:lnTo>
                  <a:lnTo>
                    <a:pt x="4883188" y="4524115"/>
                  </a:lnTo>
                  <a:lnTo>
                    <a:pt x="4977013" y="4535316"/>
                  </a:lnTo>
                  <a:lnTo>
                    <a:pt x="5060695" y="4544189"/>
                  </a:lnTo>
                  <a:lnTo>
                    <a:pt x="5130673" y="4550826"/>
                  </a:lnTo>
                  <a:lnTo>
                    <a:pt x="5184580" y="4555425"/>
                  </a:lnTo>
                  <a:lnTo>
                    <a:pt x="5221766" y="4558292"/>
                  </a:lnTo>
                  <a:lnTo>
                    <a:pt x="5243520" y="4559814"/>
                  </a:lnTo>
                  <a:lnTo>
                    <a:pt x="5252992" y="4560418"/>
                  </a:lnTo>
                  <a:lnTo>
                    <a:pt x="5254955" y="4560533"/>
                  </a:lnTo>
                  <a:lnTo>
                    <a:pt x="6726343" y="4560533"/>
                  </a:lnTo>
                  <a:lnTo>
                    <a:pt x="6727252" y="4560449"/>
                  </a:lnTo>
                  <a:lnTo>
                    <a:pt x="6733257" y="4559858"/>
                  </a:lnTo>
                  <a:lnTo>
                    <a:pt x="6748491" y="4558223"/>
                  </a:lnTo>
                  <a:lnTo>
                    <a:pt x="6775970" y="4555000"/>
                  </a:lnTo>
                  <a:lnTo>
                    <a:pt x="6817420" y="4549672"/>
                  </a:lnTo>
                  <a:lnTo>
                    <a:pt x="6873148" y="4541791"/>
                  </a:lnTo>
                  <a:lnTo>
                    <a:pt x="6942079" y="4531022"/>
                  </a:lnTo>
                  <a:lnTo>
                    <a:pt x="7021990" y="4517157"/>
                  </a:lnTo>
                  <a:lnTo>
                    <a:pt x="7109909" y="4500112"/>
                  </a:lnTo>
                  <a:lnTo>
                    <a:pt x="7202579" y="4479897"/>
                  </a:lnTo>
                  <a:lnTo>
                    <a:pt x="7296883" y="4456569"/>
                  </a:lnTo>
                  <a:lnTo>
                    <a:pt x="7390149" y="4430190"/>
                  </a:lnTo>
                  <a:lnTo>
                    <a:pt x="7480313" y="4400783"/>
                  </a:lnTo>
                  <a:lnTo>
                    <a:pt x="7565953" y="4368305"/>
                  </a:lnTo>
                  <a:lnTo>
                    <a:pt x="7646233" y="4332625"/>
                  </a:lnTo>
                  <a:lnTo>
                    <a:pt x="7720806" y="4293519"/>
                  </a:lnTo>
                  <a:lnTo>
                    <a:pt x="7789693" y="4250662"/>
                  </a:lnTo>
                  <a:lnTo>
                    <a:pt x="7853180" y="4203641"/>
                  </a:lnTo>
                  <a:lnTo>
                    <a:pt x="7911728" y="4151958"/>
                  </a:lnTo>
                  <a:lnTo>
                    <a:pt x="7965898" y="4095050"/>
                  </a:lnTo>
                  <a:lnTo>
                    <a:pt x="8016305" y="4032325"/>
                  </a:lnTo>
                  <a:lnTo>
                    <a:pt x="8063572" y="3963203"/>
                  </a:lnTo>
                  <a:lnTo>
                    <a:pt x="8108301" y="3887209"/>
                  </a:lnTo>
                  <a:lnTo>
                    <a:pt x="8151039" y="3804093"/>
                  </a:lnTo>
                  <a:lnTo>
                    <a:pt x="8151487" y="3803168"/>
                  </a:lnTo>
                  <a:lnTo>
                    <a:pt x="8182285" y="3736622"/>
                  </a:lnTo>
                  <a:lnTo>
                    <a:pt x="8212417" y="3666077"/>
                  </a:lnTo>
                  <a:lnTo>
                    <a:pt x="8242031" y="3591452"/>
                  </a:lnTo>
                  <a:lnTo>
                    <a:pt x="8271251" y="3512709"/>
                  </a:lnTo>
                  <a:lnTo>
                    <a:pt x="8300184" y="3429856"/>
                  </a:lnTo>
                  <a:lnTo>
                    <a:pt x="8328915" y="3342949"/>
                  </a:lnTo>
                  <a:lnTo>
                    <a:pt x="8357514" y="3252099"/>
                  </a:lnTo>
                  <a:lnTo>
                    <a:pt x="8386039" y="3157472"/>
                  </a:lnTo>
                  <a:lnTo>
                    <a:pt x="8414531" y="3059292"/>
                  </a:lnTo>
                  <a:lnTo>
                    <a:pt x="8443022" y="2957839"/>
                  </a:lnTo>
                  <a:lnTo>
                    <a:pt x="8471534" y="2853448"/>
                  </a:lnTo>
                  <a:lnTo>
                    <a:pt x="8500077" y="2746506"/>
                  </a:lnTo>
                  <a:lnTo>
                    <a:pt x="8528655" y="2637449"/>
                  </a:lnTo>
                  <a:lnTo>
                    <a:pt x="8557267" y="2526748"/>
                  </a:lnTo>
                  <a:lnTo>
                    <a:pt x="8585904" y="2414912"/>
                  </a:lnTo>
                  <a:lnTo>
                    <a:pt x="8614556" y="2302467"/>
                  </a:lnTo>
                  <a:lnTo>
                    <a:pt x="8643209" y="2189954"/>
                  </a:lnTo>
                  <a:lnTo>
                    <a:pt x="8671851" y="2077916"/>
                  </a:lnTo>
                  <a:lnTo>
                    <a:pt x="8700470" y="1966884"/>
                  </a:lnTo>
                  <a:lnTo>
                    <a:pt x="8729058" y="1857371"/>
                  </a:lnTo>
                  <a:lnTo>
                    <a:pt x="8757609" y="1749860"/>
                  </a:lnTo>
                  <a:lnTo>
                    <a:pt x="8786128" y="1644795"/>
                  </a:lnTo>
                  <a:lnTo>
                    <a:pt x="8814623" y="1542576"/>
                  </a:lnTo>
                  <a:lnTo>
                    <a:pt x="8843112" y="1443552"/>
                  </a:lnTo>
                  <a:lnTo>
                    <a:pt x="8871625" y="1348017"/>
                  </a:lnTo>
                  <a:lnTo>
                    <a:pt x="8900201" y="1256208"/>
                  </a:lnTo>
                  <a:lnTo>
                    <a:pt x="8928893" y="1168305"/>
                  </a:lnTo>
                  <a:lnTo>
                    <a:pt x="8957768" y="1084434"/>
                  </a:lnTo>
                  <a:lnTo>
                    <a:pt x="8986908" y="1004664"/>
                  </a:lnTo>
                  <a:lnTo>
                    <a:pt x="9016413" y="929015"/>
                  </a:lnTo>
                  <a:lnTo>
                    <a:pt x="9046403" y="857459"/>
                  </a:lnTo>
                  <a:lnTo>
                    <a:pt x="9077020" y="789926"/>
                  </a:lnTo>
                  <a:lnTo>
                    <a:pt x="9084767" y="773710"/>
                  </a:lnTo>
                  <a:lnTo>
                    <a:pt x="9127487" y="690518"/>
                  </a:lnTo>
                  <a:lnTo>
                    <a:pt x="9172191" y="614449"/>
                  </a:lnTo>
                  <a:lnTo>
                    <a:pt x="9219428" y="545256"/>
                  </a:lnTo>
                  <a:lnTo>
                    <a:pt x="9269798" y="482465"/>
                  </a:lnTo>
                  <a:lnTo>
                    <a:pt x="9323925" y="425499"/>
                  </a:lnTo>
                  <a:lnTo>
                    <a:pt x="9382423" y="373763"/>
                  </a:lnTo>
                  <a:lnTo>
                    <a:pt x="9445855" y="326695"/>
                  </a:lnTo>
                  <a:lnTo>
                    <a:pt x="9514683" y="283796"/>
                  </a:lnTo>
                  <a:lnTo>
                    <a:pt x="9589194" y="244651"/>
                  </a:lnTo>
                  <a:lnTo>
                    <a:pt x="9669414" y="208937"/>
                  </a:lnTo>
                  <a:lnTo>
                    <a:pt x="9755000" y="176425"/>
                  </a:lnTo>
                  <a:lnTo>
                    <a:pt x="9845122" y="146986"/>
                  </a:lnTo>
                  <a:lnTo>
                    <a:pt x="9938365" y="120575"/>
                  </a:lnTo>
                  <a:lnTo>
                    <a:pt x="10032671" y="97214"/>
                  </a:lnTo>
                  <a:lnTo>
                    <a:pt x="10125374" y="76965"/>
                  </a:lnTo>
                  <a:lnTo>
                    <a:pt x="10213361" y="59886"/>
                  </a:lnTo>
                  <a:lnTo>
                    <a:pt x="10293375" y="45987"/>
                  </a:lnTo>
                  <a:lnTo>
                    <a:pt x="10362436" y="35186"/>
                  </a:lnTo>
                  <a:lnTo>
                    <a:pt x="10418313" y="27276"/>
                  </a:lnTo>
                  <a:lnTo>
                    <a:pt x="10459916" y="21923"/>
                  </a:lnTo>
                  <a:lnTo>
                    <a:pt x="10487538" y="18680"/>
                  </a:lnTo>
                  <a:lnTo>
                    <a:pt x="10502889" y="17031"/>
                  </a:lnTo>
                  <a:lnTo>
                    <a:pt x="10508973" y="16431"/>
                  </a:lnTo>
                  <a:lnTo>
                    <a:pt x="10509911" y="16345"/>
                  </a:lnTo>
                  <a:lnTo>
                    <a:pt x="11981298" y="16345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9001" y="83"/>
                  </a:lnTo>
                  <a:lnTo>
                    <a:pt x="10502997" y="674"/>
                  </a:lnTo>
                  <a:lnTo>
                    <a:pt x="10487762" y="2309"/>
                  </a:lnTo>
                  <a:lnTo>
                    <a:pt x="10460283" y="5532"/>
                  </a:lnTo>
                  <a:lnTo>
                    <a:pt x="10418833" y="10860"/>
                  </a:lnTo>
                  <a:lnTo>
                    <a:pt x="10363105" y="18741"/>
                  </a:lnTo>
                  <a:lnTo>
                    <a:pt x="10294174" y="29510"/>
                  </a:lnTo>
                  <a:lnTo>
                    <a:pt x="10214263" y="43375"/>
                  </a:lnTo>
                  <a:lnTo>
                    <a:pt x="10126344" y="60420"/>
                  </a:lnTo>
                  <a:lnTo>
                    <a:pt x="10033674" y="80635"/>
                  </a:lnTo>
                  <a:lnTo>
                    <a:pt x="9939370" y="103963"/>
                  </a:lnTo>
                  <a:lnTo>
                    <a:pt x="9846104" y="130342"/>
                  </a:lnTo>
                  <a:lnTo>
                    <a:pt x="9755940" y="159749"/>
                  </a:lnTo>
                  <a:lnTo>
                    <a:pt x="9670300" y="192227"/>
                  </a:lnTo>
                  <a:lnTo>
                    <a:pt x="9590020" y="227907"/>
                  </a:lnTo>
                  <a:lnTo>
                    <a:pt x="9515448" y="267013"/>
                  </a:lnTo>
                  <a:lnTo>
                    <a:pt x="9446561" y="309870"/>
                  </a:lnTo>
                  <a:lnTo>
                    <a:pt x="9383073" y="356891"/>
                  </a:lnTo>
                  <a:lnTo>
                    <a:pt x="9324525" y="408574"/>
                  </a:lnTo>
                  <a:lnTo>
                    <a:pt x="9270355" y="465482"/>
                  </a:lnTo>
                  <a:lnTo>
                    <a:pt x="9219948" y="528207"/>
                  </a:lnTo>
                  <a:lnTo>
                    <a:pt x="9172681" y="597329"/>
                  </a:lnTo>
                  <a:lnTo>
                    <a:pt x="9127952" y="673323"/>
                  </a:lnTo>
                  <a:lnTo>
                    <a:pt x="9085214" y="756439"/>
                  </a:lnTo>
                  <a:lnTo>
                    <a:pt x="9084767" y="757364"/>
                  </a:lnTo>
                  <a:lnTo>
                    <a:pt x="9053968" y="823910"/>
                  </a:lnTo>
                  <a:lnTo>
                    <a:pt x="9023836" y="894455"/>
                  </a:lnTo>
                  <a:lnTo>
                    <a:pt x="8994223" y="969080"/>
                  </a:lnTo>
                  <a:lnTo>
                    <a:pt x="8965002" y="1047823"/>
                  </a:lnTo>
                  <a:lnTo>
                    <a:pt x="8936069" y="1130676"/>
                  </a:lnTo>
                  <a:lnTo>
                    <a:pt x="8907338" y="1217583"/>
                  </a:lnTo>
                  <a:lnTo>
                    <a:pt x="8878739" y="1308434"/>
                  </a:lnTo>
                  <a:lnTo>
                    <a:pt x="8850214" y="1403060"/>
                  </a:lnTo>
                  <a:lnTo>
                    <a:pt x="8821722" y="1501240"/>
                  </a:lnTo>
                  <a:lnTo>
                    <a:pt x="8793231" y="1602693"/>
                  </a:lnTo>
                  <a:lnTo>
                    <a:pt x="8764720" y="1707084"/>
                  </a:lnTo>
                  <a:lnTo>
                    <a:pt x="8736177" y="1814026"/>
                  </a:lnTo>
                  <a:lnTo>
                    <a:pt x="8707598" y="1923083"/>
                  </a:lnTo>
                  <a:lnTo>
                    <a:pt x="8678986" y="2033784"/>
                  </a:lnTo>
                  <a:lnTo>
                    <a:pt x="8650349" y="2145620"/>
                  </a:lnTo>
                  <a:lnTo>
                    <a:pt x="8621697" y="2258065"/>
                  </a:lnTo>
                  <a:lnTo>
                    <a:pt x="8593044" y="2370578"/>
                  </a:lnTo>
                  <a:lnTo>
                    <a:pt x="8564402" y="2482617"/>
                  </a:lnTo>
                  <a:lnTo>
                    <a:pt x="8535783" y="2593648"/>
                  </a:lnTo>
                  <a:lnTo>
                    <a:pt x="8507196" y="2703161"/>
                  </a:lnTo>
                  <a:lnTo>
                    <a:pt x="8478644" y="2810672"/>
                  </a:lnTo>
                  <a:lnTo>
                    <a:pt x="8450125" y="2915737"/>
                  </a:lnTo>
                  <a:lnTo>
                    <a:pt x="8421631" y="3017956"/>
                  </a:lnTo>
                  <a:lnTo>
                    <a:pt x="8393141" y="3116980"/>
                  </a:lnTo>
                  <a:lnTo>
                    <a:pt x="8364628" y="3212515"/>
                  </a:lnTo>
                  <a:lnTo>
                    <a:pt x="8336052" y="3304324"/>
                  </a:lnTo>
                  <a:lnTo>
                    <a:pt x="8307360" y="3392227"/>
                  </a:lnTo>
                  <a:lnTo>
                    <a:pt x="8278485" y="3476098"/>
                  </a:lnTo>
                  <a:lnTo>
                    <a:pt x="8249345" y="3555868"/>
                  </a:lnTo>
                  <a:lnTo>
                    <a:pt x="8219840" y="3631517"/>
                  </a:lnTo>
                  <a:lnTo>
                    <a:pt x="8189851" y="3703073"/>
                  </a:lnTo>
                  <a:lnTo>
                    <a:pt x="8159234" y="3770606"/>
                  </a:lnTo>
                  <a:lnTo>
                    <a:pt x="8151487" y="3786822"/>
                  </a:lnTo>
                  <a:lnTo>
                    <a:pt x="8108766" y="3870014"/>
                  </a:lnTo>
                  <a:lnTo>
                    <a:pt x="8064062" y="3946083"/>
                  </a:lnTo>
                  <a:lnTo>
                    <a:pt x="8016825" y="4015276"/>
                  </a:lnTo>
                  <a:lnTo>
                    <a:pt x="7966455" y="4078067"/>
                  </a:lnTo>
                  <a:lnTo>
                    <a:pt x="7912328" y="4135033"/>
                  </a:lnTo>
                  <a:lnTo>
                    <a:pt x="7853830" y="4186769"/>
                  </a:lnTo>
                  <a:lnTo>
                    <a:pt x="7790398" y="4233837"/>
                  </a:lnTo>
                  <a:lnTo>
                    <a:pt x="7721570" y="4276736"/>
                  </a:lnTo>
                  <a:lnTo>
                    <a:pt x="7647059" y="4315881"/>
                  </a:lnTo>
                  <a:lnTo>
                    <a:pt x="7566839" y="4351595"/>
                  </a:lnTo>
                  <a:lnTo>
                    <a:pt x="7481253" y="4384107"/>
                  </a:lnTo>
                  <a:lnTo>
                    <a:pt x="7391131" y="4413546"/>
                  </a:lnTo>
                  <a:lnTo>
                    <a:pt x="7297888" y="4439957"/>
                  </a:lnTo>
                  <a:lnTo>
                    <a:pt x="7203582" y="4463318"/>
                  </a:lnTo>
                  <a:lnTo>
                    <a:pt x="7110879" y="4483567"/>
                  </a:lnTo>
                  <a:lnTo>
                    <a:pt x="7022892" y="4500646"/>
                  </a:lnTo>
                  <a:lnTo>
                    <a:pt x="6942879" y="4514545"/>
                  </a:lnTo>
                  <a:lnTo>
                    <a:pt x="6873817" y="4525346"/>
                  </a:lnTo>
                  <a:lnTo>
                    <a:pt x="6817940" y="4533256"/>
                  </a:lnTo>
                  <a:lnTo>
                    <a:pt x="6776337" y="4538609"/>
                  </a:lnTo>
                  <a:lnTo>
                    <a:pt x="6748715" y="4541852"/>
                  </a:lnTo>
                  <a:lnTo>
                    <a:pt x="6733364" y="4543501"/>
                  </a:lnTo>
                  <a:lnTo>
                    <a:pt x="6727281" y="4544101"/>
                  </a:lnTo>
                  <a:lnTo>
                    <a:pt x="6726343" y="4544187"/>
                  </a:lnTo>
                  <a:lnTo>
                    <a:pt x="5254955" y="4544187"/>
                  </a:lnTo>
                  <a:lnTo>
                    <a:pt x="5253810" y="4544120"/>
                  </a:lnTo>
                  <a:lnTo>
                    <a:pt x="5246282" y="4543649"/>
                  </a:lnTo>
                  <a:lnTo>
                    <a:pt x="5227308" y="4542347"/>
                  </a:lnTo>
                  <a:lnTo>
                    <a:pt x="5193394" y="4539784"/>
                  </a:lnTo>
                  <a:lnTo>
                    <a:pt x="5142861" y="4535561"/>
                  </a:lnTo>
                  <a:lnTo>
                    <a:pt x="5075976" y="4529354"/>
                  </a:lnTo>
                  <a:lnTo>
                    <a:pt x="4994795" y="4520941"/>
                  </a:lnTo>
                  <a:lnTo>
                    <a:pt x="4902689" y="4510211"/>
                  </a:lnTo>
                  <a:lnTo>
                    <a:pt x="4803696" y="4497146"/>
                  </a:lnTo>
                  <a:lnTo>
                    <a:pt x="4701853" y="4481783"/>
                  </a:lnTo>
                  <a:lnTo>
                    <a:pt x="4600686" y="4464172"/>
                  </a:lnTo>
                  <a:lnTo>
                    <a:pt x="4502922" y="4444338"/>
                  </a:lnTo>
                  <a:lnTo>
                    <a:pt x="4410411" y="4422250"/>
                  </a:lnTo>
                  <a:lnTo>
                    <a:pt x="4324200" y="4397802"/>
                  </a:lnTo>
                  <a:lnTo>
                    <a:pt x="4244678" y="4370808"/>
                  </a:lnTo>
                  <a:lnTo>
                    <a:pt x="4171751" y="4340998"/>
                  </a:lnTo>
                  <a:lnTo>
                    <a:pt x="4104990" y="4308025"/>
                  </a:lnTo>
                  <a:lnTo>
                    <a:pt x="4043763" y="4271473"/>
                  </a:lnTo>
                  <a:lnTo>
                    <a:pt x="3987324" y="4230883"/>
                  </a:lnTo>
                  <a:lnTo>
                    <a:pt x="3934886" y="4185785"/>
                  </a:lnTo>
                  <a:lnTo>
                    <a:pt x="3885673" y="4135759"/>
                  </a:lnTo>
                  <a:lnTo>
                    <a:pt x="3838965" y="4080536"/>
                  </a:lnTo>
                  <a:lnTo>
                    <a:pt x="3829811" y="4068790"/>
                  </a:lnTo>
                  <a:lnTo>
                    <a:pt x="3792232" y="4017351"/>
                  </a:lnTo>
                  <a:lnTo>
                    <a:pt x="3755599" y="3962137"/>
                  </a:lnTo>
                  <a:lnTo>
                    <a:pt x="3719655" y="3903071"/>
                  </a:lnTo>
                  <a:lnTo>
                    <a:pt x="3684191" y="3840138"/>
                  </a:lnTo>
                  <a:lnTo>
                    <a:pt x="3649044" y="3773391"/>
                  </a:lnTo>
                  <a:lnTo>
                    <a:pt x="3614083" y="3702958"/>
                  </a:lnTo>
                  <a:lnTo>
                    <a:pt x="3579211" y="3629045"/>
                  </a:lnTo>
                  <a:lnTo>
                    <a:pt x="3544360" y="3551938"/>
                  </a:lnTo>
                  <a:lnTo>
                    <a:pt x="3509485" y="3472003"/>
                  </a:lnTo>
                  <a:lnTo>
                    <a:pt x="3474562" y="3389677"/>
                  </a:lnTo>
                  <a:lnTo>
                    <a:pt x="3439587" y="3305465"/>
                  </a:lnTo>
                  <a:lnTo>
                    <a:pt x="3404567" y="3219925"/>
                  </a:lnTo>
                  <a:lnTo>
                    <a:pt x="3369520" y="3133654"/>
                  </a:lnTo>
                  <a:lnTo>
                    <a:pt x="3334469" y="3047270"/>
                  </a:lnTo>
                  <a:lnTo>
                    <a:pt x="3299436" y="2961395"/>
                  </a:lnTo>
                  <a:lnTo>
                    <a:pt x="3264443" y="2876635"/>
                  </a:lnTo>
                  <a:lnTo>
                    <a:pt x="3229502" y="2793565"/>
                  </a:lnTo>
                  <a:lnTo>
                    <a:pt x="3194611" y="2712709"/>
                  </a:lnTo>
                  <a:lnTo>
                    <a:pt x="3159755" y="2634532"/>
                  </a:lnTo>
                  <a:lnTo>
                    <a:pt x="3124898" y="2559424"/>
                  </a:lnTo>
                  <a:lnTo>
                    <a:pt x="3089978" y="2487703"/>
                  </a:lnTo>
                  <a:lnTo>
                    <a:pt x="3054912" y="2419602"/>
                  </a:lnTo>
                  <a:lnTo>
                    <a:pt x="3019580" y="2355278"/>
                  </a:lnTo>
                  <a:lnTo>
                    <a:pt x="2983832" y="2294809"/>
                  </a:lnTo>
                  <a:lnTo>
                    <a:pt x="2947475" y="2238205"/>
                  </a:lnTo>
                  <a:lnTo>
                    <a:pt x="2910272" y="2185411"/>
                  </a:lnTo>
                  <a:lnTo>
                    <a:pt x="2896531" y="2167206"/>
                  </a:lnTo>
                  <a:lnTo>
                    <a:pt x="2850249" y="2110929"/>
                  </a:lnTo>
                  <a:lnTo>
                    <a:pt x="2801595" y="2059871"/>
                  </a:lnTo>
                  <a:lnTo>
                    <a:pt x="2749867" y="2013812"/>
                  </a:lnTo>
                  <a:lnTo>
                    <a:pt x="2694297" y="1972352"/>
                  </a:lnTo>
                  <a:lnTo>
                    <a:pt x="2634095" y="1935026"/>
                  </a:lnTo>
                  <a:lnTo>
                    <a:pt x="2568504" y="1901367"/>
                  </a:lnTo>
                  <a:lnTo>
                    <a:pt x="2496860" y="1870951"/>
                  </a:lnTo>
                  <a:lnTo>
                    <a:pt x="2418686" y="1843414"/>
                  </a:lnTo>
                  <a:lnTo>
                    <a:pt x="2333807" y="1818472"/>
                  </a:lnTo>
                  <a:lnTo>
                    <a:pt x="2242504" y="1795920"/>
                  </a:lnTo>
                  <a:lnTo>
                    <a:pt x="2145675" y="1775637"/>
                  </a:lnTo>
                  <a:lnTo>
                    <a:pt x="2045002" y="1757579"/>
                  </a:lnTo>
                  <a:lnTo>
                    <a:pt x="1943035" y="1741759"/>
                  </a:lnTo>
                  <a:lnTo>
                    <a:pt x="1843154" y="1728228"/>
                  </a:lnTo>
                  <a:lnTo>
                    <a:pt x="1749329" y="1717027"/>
                  </a:lnTo>
                  <a:lnTo>
                    <a:pt x="1665647" y="1708154"/>
                  </a:lnTo>
                  <a:lnTo>
                    <a:pt x="1595669" y="1701517"/>
                  </a:lnTo>
                  <a:lnTo>
                    <a:pt x="1541762" y="1696918"/>
                  </a:lnTo>
                  <a:lnTo>
                    <a:pt x="1504576" y="1694050"/>
                  </a:lnTo>
                  <a:lnTo>
                    <a:pt x="1482822" y="1692529"/>
                  </a:lnTo>
                  <a:lnTo>
                    <a:pt x="1473350" y="1691925"/>
                  </a:lnTo>
                  <a:lnTo>
                    <a:pt x="1471387" y="1691810"/>
                  </a:lnTo>
                  <a:lnTo>
                    <a:pt x="0" y="169181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729" name="pl729"/>
            <p:cNvSpPr/>
            <p:nvPr/>
          </p:nvSpPr>
          <p:spPr>
            <a:xfrm>
              <a:off x="4799595" y="3745647"/>
              <a:ext cx="11981298" cy="4544187"/>
            </a:xfrm>
            <a:custGeom>
              <a:avLst/>
              <a:pathLst>
                <a:path w="11981298" h="4544187">
                  <a:moveTo>
                    <a:pt x="0" y="1691810"/>
                  </a:moveTo>
                  <a:lnTo>
                    <a:pt x="1471387" y="1691810"/>
                  </a:lnTo>
                  <a:lnTo>
                    <a:pt x="1472532" y="1691876"/>
                  </a:lnTo>
                  <a:lnTo>
                    <a:pt x="1480061" y="1692347"/>
                  </a:lnTo>
                  <a:lnTo>
                    <a:pt x="1499034" y="1693650"/>
                  </a:lnTo>
                  <a:lnTo>
                    <a:pt x="1532949" y="1696213"/>
                  </a:lnTo>
                  <a:lnTo>
                    <a:pt x="1583482" y="1700436"/>
                  </a:lnTo>
                  <a:lnTo>
                    <a:pt x="1650366" y="1706643"/>
                  </a:lnTo>
                  <a:lnTo>
                    <a:pt x="1731547" y="1715056"/>
                  </a:lnTo>
                  <a:lnTo>
                    <a:pt x="1823653" y="1725786"/>
                  </a:lnTo>
                  <a:lnTo>
                    <a:pt x="1922646" y="1738851"/>
                  </a:lnTo>
                  <a:lnTo>
                    <a:pt x="2024489" y="1754214"/>
                  </a:lnTo>
                  <a:lnTo>
                    <a:pt x="2125656" y="1771825"/>
                  </a:lnTo>
                  <a:lnTo>
                    <a:pt x="2223420" y="1791658"/>
                  </a:lnTo>
                  <a:lnTo>
                    <a:pt x="2315931" y="1813747"/>
                  </a:lnTo>
                  <a:lnTo>
                    <a:pt x="2402143" y="1838194"/>
                  </a:lnTo>
                  <a:lnTo>
                    <a:pt x="2481664" y="1865188"/>
                  </a:lnTo>
                  <a:lnTo>
                    <a:pt x="2554592" y="1894998"/>
                  </a:lnTo>
                  <a:lnTo>
                    <a:pt x="2621352" y="1927972"/>
                  </a:lnTo>
                  <a:lnTo>
                    <a:pt x="2682580" y="1964524"/>
                  </a:lnTo>
                  <a:lnTo>
                    <a:pt x="2739018" y="2005113"/>
                  </a:lnTo>
                  <a:lnTo>
                    <a:pt x="2791456" y="2050211"/>
                  </a:lnTo>
                  <a:lnTo>
                    <a:pt x="2840669" y="2100238"/>
                  </a:lnTo>
                  <a:lnTo>
                    <a:pt x="2887378" y="2155461"/>
                  </a:lnTo>
                  <a:lnTo>
                    <a:pt x="2896531" y="2167206"/>
                  </a:lnTo>
                  <a:lnTo>
                    <a:pt x="2934110" y="2218646"/>
                  </a:lnTo>
                  <a:lnTo>
                    <a:pt x="2970743" y="2273860"/>
                  </a:lnTo>
                  <a:lnTo>
                    <a:pt x="3006688" y="2332926"/>
                  </a:lnTo>
                  <a:lnTo>
                    <a:pt x="3042151" y="2395859"/>
                  </a:lnTo>
                  <a:lnTo>
                    <a:pt x="3077298" y="2462606"/>
                  </a:lnTo>
                  <a:lnTo>
                    <a:pt x="3112259" y="2533039"/>
                  </a:lnTo>
                  <a:lnTo>
                    <a:pt x="3147131" y="2606952"/>
                  </a:lnTo>
                  <a:lnTo>
                    <a:pt x="3181982" y="2684058"/>
                  </a:lnTo>
                  <a:lnTo>
                    <a:pt x="3216858" y="2763994"/>
                  </a:lnTo>
                  <a:lnTo>
                    <a:pt x="3251780" y="2846320"/>
                  </a:lnTo>
                  <a:lnTo>
                    <a:pt x="3286755" y="2930532"/>
                  </a:lnTo>
                  <a:lnTo>
                    <a:pt x="3321775" y="3016071"/>
                  </a:lnTo>
                  <a:lnTo>
                    <a:pt x="3356822" y="3102342"/>
                  </a:lnTo>
                  <a:lnTo>
                    <a:pt x="3391874" y="3188727"/>
                  </a:lnTo>
                  <a:lnTo>
                    <a:pt x="3426906" y="3274602"/>
                  </a:lnTo>
                  <a:lnTo>
                    <a:pt x="3461899" y="3359361"/>
                  </a:lnTo>
                  <a:lnTo>
                    <a:pt x="3496840" y="3442432"/>
                  </a:lnTo>
                  <a:lnTo>
                    <a:pt x="3531731" y="3523288"/>
                  </a:lnTo>
                  <a:lnTo>
                    <a:pt x="3566587" y="3601465"/>
                  </a:lnTo>
                  <a:lnTo>
                    <a:pt x="3601445" y="3676572"/>
                  </a:lnTo>
                  <a:lnTo>
                    <a:pt x="3636364" y="3748294"/>
                  </a:lnTo>
                  <a:lnTo>
                    <a:pt x="3671431" y="3816394"/>
                  </a:lnTo>
                  <a:lnTo>
                    <a:pt x="3706762" y="3880719"/>
                  </a:lnTo>
                  <a:lnTo>
                    <a:pt x="3742510" y="3941187"/>
                  </a:lnTo>
                  <a:lnTo>
                    <a:pt x="3778867" y="3997791"/>
                  </a:lnTo>
                  <a:lnTo>
                    <a:pt x="3816070" y="4050586"/>
                  </a:lnTo>
                  <a:lnTo>
                    <a:pt x="3829811" y="4068790"/>
                  </a:lnTo>
                  <a:lnTo>
                    <a:pt x="3876093" y="4125068"/>
                  </a:lnTo>
                  <a:lnTo>
                    <a:pt x="3924747" y="4176126"/>
                  </a:lnTo>
                  <a:lnTo>
                    <a:pt x="3976475" y="4222185"/>
                  </a:lnTo>
                  <a:lnTo>
                    <a:pt x="4032045" y="4263645"/>
                  </a:lnTo>
                  <a:lnTo>
                    <a:pt x="4092247" y="4300971"/>
                  </a:lnTo>
                  <a:lnTo>
                    <a:pt x="4157838" y="4334630"/>
                  </a:lnTo>
                  <a:lnTo>
                    <a:pt x="4229482" y="4365046"/>
                  </a:lnTo>
                  <a:lnTo>
                    <a:pt x="4307656" y="4392582"/>
                  </a:lnTo>
                  <a:lnTo>
                    <a:pt x="4392535" y="4417525"/>
                  </a:lnTo>
                  <a:lnTo>
                    <a:pt x="4483839" y="4440077"/>
                  </a:lnTo>
                  <a:lnTo>
                    <a:pt x="4580667" y="4460360"/>
                  </a:lnTo>
                  <a:lnTo>
                    <a:pt x="4681340" y="4478418"/>
                  </a:lnTo>
                  <a:lnTo>
                    <a:pt x="4783307" y="4494237"/>
                  </a:lnTo>
                  <a:lnTo>
                    <a:pt x="4883188" y="4507769"/>
                  </a:lnTo>
                  <a:lnTo>
                    <a:pt x="4977013" y="4518970"/>
                  </a:lnTo>
                  <a:lnTo>
                    <a:pt x="5060695" y="4527843"/>
                  </a:lnTo>
                  <a:lnTo>
                    <a:pt x="5130673" y="4534480"/>
                  </a:lnTo>
                  <a:lnTo>
                    <a:pt x="5184580" y="4539079"/>
                  </a:lnTo>
                  <a:lnTo>
                    <a:pt x="5221766" y="4541946"/>
                  </a:lnTo>
                  <a:lnTo>
                    <a:pt x="5243520" y="4543468"/>
                  </a:lnTo>
                  <a:lnTo>
                    <a:pt x="5252992" y="4544072"/>
                  </a:lnTo>
                  <a:lnTo>
                    <a:pt x="5254945" y="4544186"/>
                  </a:lnTo>
                  <a:lnTo>
                    <a:pt x="5254955" y="4544187"/>
                  </a:lnTo>
                  <a:lnTo>
                    <a:pt x="6726343" y="4544187"/>
                  </a:lnTo>
                  <a:lnTo>
                    <a:pt x="6727252" y="4544103"/>
                  </a:lnTo>
                  <a:lnTo>
                    <a:pt x="6733257" y="4543512"/>
                  </a:lnTo>
                  <a:lnTo>
                    <a:pt x="6748491" y="4541877"/>
                  </a:lnTo>
                  <a:lnTo>
                    <a:pt x="6775970" y="4538654"/>
                  </a:lnTo>
                  <a:lnTo>
                    <a:pt x="6817420" y="4533326"/>
                  </a:lnTo>
                  <a:lnTo>
                    <a:pt x="6873148" y="4525445"/>
                  </a:lnTo>
                  <a:lnTo>
                    <a:pt x="6942079" y="4514676"/>
                  </a:lnTo>
                  <a:lnTo>
                    <a:pt x="7021990" y="4500811"/>
                  </a:lnTo>
                  <a:lnTo>
                    <a:pt x="7109909" y="4483766"/>
                  </a:lnTo>
                  <a:lnTo>
                    <a:pt x="7202579" y="4463551"/>
                  </a:lnTo>
                  <a:lnTo>
                    <a:pt x="7296883" y="4440223"/>
                  </a:lnTo>
                  <a:lnTo>
                    <a:pt x="7390149" y="4413844"/>
                  </a:lnTo>
                  <a:lnTo>
                    <a:pt x="7480313" y="4384437"/>
                  </a:lnTo>
                  <a:lnTo>
                    <a:pt x="7565953" y="4351959"/>
                  </a:lnTo>
                  <a:lnTo>
                    <a:pt x="7646233" y="4316279"/>
                  </a:lnTo>
                  <a:lnTo>
                    <a:pt x="7720806" y="4277173"/>
                  </a:lnTo>
                  <a:lnTo>
                    <a:pt x="7789693" y="4234316"/>
                  </a:lnTo>
                  <a:lnTo>
                    <a:pt x="7853180" y="4187295"/>
                  </a:lnTo>
                  <a:lnTo>
                    <a:pt x="7911728" y="4135612"/>
                  </a:lnTo>
                  <a:lnTo>
                    <a:pt x="7965898" y="4078704"/>
                  </a:lnTo>
                  <a:lnTo>
                    <a:pt x="8016305" y="4015979"/>
                  </a:lnTo>
                  <a:lnTo>
                    <a:pt x="8063572" y="3946857"/>
                  </a:lnTo>
                  <a:lnTo>
                    <a:pt x="8108301" y="3870863"/>
                  </a:lnTo>
                  <a:lnTo>
                    <a:pt x="8151039" y="3787747"/>
                  </a:lnTo>
                  <a:lnTo>
                    <a:pt x="8151487" y="3786822"/>
                  </a:lnTo>
                  <a:lnTo>
                    <a:pt x="8182285" y="3720276"/>
                  </a:lnTo>
                  <a:lnTo>
                    <a:pt x="8212417" y="3649731"/>
                  </a:lnTo>
                  <a:lnTo>
                    <a:pt x="8242031" y="3575106"/>
                  </a:lnTo>
                  <a:lnTo>
                    <a:pt x="8271251" y="3496363"/>
                  </a:lnTo>
                  <a:lnTo>
                    <a:pt x="8300184" y="3413510"/>
                  </a:lnTo>
                  <a:lnTo>
                    <a:pt x="8328915" y="3326603"/>
                  </a:lnTo>
                  <a:lnTo>
                    <a:pt x="8357514" y="3235753"/>
                  </a:lnTo>
                  <a:lnTo>
                    <a:pt x="8386039" y="3141126"/>
                  </a:lnTo>
                  <a:lnTo>
                    <a:pt x="8414531" y="3042946"/>
                  </a:lnTo>
                  <a:lnTo>
                    <a:pt x="8443022" y="2941493"/>
                  </a:lnTo>
                  <a:lnTo>
                    <a:pt x="8471534" y="2837102"/>
                  </a:lnTo>
                  <a:lnTo>
                    <a:pt x="8500077" y="2730160"/>
                  </a:lnTo>
                  <a:lnTo>
                    <a:pt x="8528655" y="2621103"/>
                  </a:lnTo>
                  <a:lnTo>
                    <a:pt x="8557267" y="2510402"/>
                  </a:lnTo>
                  <a:lnTo>
                    <a:pt x="8585904" y="2398566"/>
                  </a:lnTo>
                  <a:lnTo>
                    <a:pt x="8614556" y="2286121"/>
                  </a:lnTo>
                  <a:lnTo>
                    <a:pt x="8643209" y="2173608"/>
                  </a:lnTo>
                  <a:lnTo>
                    <a:pt x="8671851" y="2061570"/>
                  </a:lnTo>
                  <a:lnTo>
                    <a:pt x="8700470" y="1950538"/>
                  </a:lnTo>
                  <a:lnTo>
                    <a:pt x="8729058" y="1841025"/>
                  </a:lnTo>
                  <a:lnTo>
                    <a:pt x="8757609" y="1733514"/>
                  </a:lnTo>
                  <a:lnTo>
                    <a:pt x="8786128" y="1628449"/>
                  </a:lnTo>
                  <a:lnTo>
                    <a:pt x="8814623" y="1526230"/>
                  </a:lnTo>
                  <a:lnTo>
                    <a:pt x="8843112" y="1427206"/>
                  </a:lnTo>
                  <a:lnTo>
                    <a:pt x="8871625" y="1331671"/>
                  </a:lnTo>
                  <a:lnTo>
                    <a:pt x="8900201" y="1239862"/>
                  </a:lnTo>
                  <a:lnTo>
                    <a:pt x="8928893" y="1151959"/>
                  </a:lnTo>
                  <a:lnTo>
                    <a:pt x="8957768" y="1068088"/>
                  </a:lnTo>
                  <a:lnTo>
                    <a:pt x="8986908" y="988318"/>
                  </a:lnTo>
                  <a:lnTo>
                    <a:pt x="9016413" y="912669"/>
                  </a:lnTo>
                  <a:lnTo>
                    <a:pt x="9046403" y="841113"/>
                  </a:lnTo>
                  <a:lnTo>
                    <a:pt x="9077020" y="773580"/>
                  </a:lnTo>
                  <a:lnTo>
                    <a:pt x="9084767" y="757364"/>
                  </a:lnTo>
                  <a:lnTo>
                    <a:pt x="9127487" y="674172"/>
                  </a:lnTo>
                  <a:lnTo>
                    <a:pt x="9172191" y="598103"/>
                  </a:lnTo>
                  <a:lnTo>
                    <a:pt x="9219428" y="528910"/>
                  </a:lnTo>
                  <a:lnTo>
                    <a:pt x="9269798" y="466119"/>
                  </a:lnTo>
                  <a:lnTo>
                    <a:pt x="9323925" y="409153"/>
                  </a:lnTo>
                  <a:lnTo>
                    <a:pt x="9382423" y="357417"/>
                  </a:lnTo>
                  <a:lnTo>
                    <a:pt x="9445855" y="310349"/>
                  </a:lnTo>
                  <a:lnTo>
                    <a:pt x="9514683" y="267450"/>
                  </a:lnTo>
                  <a:lnTo>
                    <a:pt x="9589194" y="228305"/>
                  </a:lnTo>
                  <a:lnTo>
                    <a:pt x="9669414" y="192591"/>
                  </a:lnTo>
                  <a:lnTo>
                    <a:pt x="9755000" y="160079"/>
                  </a:lnTo>
                  <a:lnTo>
                    <a:pt x="9845122" y="130640"/>
                  </a:lnTo>
                  <a:lnTo>
                    <a:pt x="9938365" y="104229"/>
                  </a:lnTo>
                  <a:lnTo>
                    <a:pt x="10032671" y="80868"/>
                  </a:lnTo>
                  <a:lnTo>
                    <a:pt x="10125374" y="60619"/>
                  </a:lnTo>
                  <a:lnTo>
                    <a:pt x="10213361" y="43540"/>
                  </a:lnTo>
                  <a:lnTo>
                    <a:pt x="10293375" y="29641"/>
                  </a:lnTo>
                  <a:lnTo>
                    <a:pt x="10362436" y="18840"/>
                  </a:lnTo>
                  <a:lnTo>
                    <a:pt x="10418313" y="10930"/>
                  </a:lnTo>
                  <a:lnTo>
                    <a:pt x="10459916" y="5577"/>
                  </a:lnTo>
                  <a:lnTo>
                    <a:pt x="10487538" y="2334"/>
                  </a:lnTo>
                  <a:lnTo>
                    <a:pt x="10502889" y="685"/>
                  </a:lnTo>
                  <a:lnTo>
                    <a:pt x="10508973" y="85"/>
                  </a:lnTo>
                  <a:lnTo>
                    <a:pt x="10509911" y="0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30" name="pl730"/>
            <p:cNvSpPr/>
            <p:nvPr/>
          </p:nvSpPr>
          <p:spPr>
            <a:xfrm>
              <a:off x="4799595" y="3729301"/>
              <a:ext cx="11981298" cy="4544187"/>
            </a:xfrm>
            <a:custGeom>
              <a:avLst/>
              <a:pathLst>
                <a:path w="11981298" h="4544187">
                  <a:moveTo>
                    <a:pt x="11981298" y="0"/>
                  </a:moveTo>
                  <a:lnTo>
                    <a:pt x="10509911" y="0"/>
                  </a:lnTo>
                  <a:lnTo>
                    <a:pt x="10509001" y="83"/>
                  </a:lnTo>
                  <a:lnTo>
                    <a:pt x="10502997" y="674"/>
                  </a:lnTo>
                  <a:lnTo>
                    <a:pt x="10487762" y="2309"/>
                  </a:lnTo>
                  <a:lnTo>
                    <a:pt x="10460283" y="5532"/>
                  </a:lnTo>
                  <a:lnTo>
                    <a:pt x="10418833" y="10860"/>
                  </a:lnTo>
                  <a:lnTo>
                    <a:pt x="10363105" y="18741"/>
                  </a:lnTo>
                  <a:lnTo>
                    <a:pt x="10294174" y="29510"/>
                  </a:lnTo>
                  <a:lnTo>
                    <a:pt x="10214263" y="43375"/>
                  </a:lnTo>
                  <a:lnTo>
                    <a:pt x="10126344" y="60420"/>
                  </a:lnTo>
                  <a:lnTo>
                    <a:pt x="10033674" y="80635"/>
                  </a:lnTo>
                  <a:lnTo>
                    <a:pt x="9939370" y="103963"/>
                  </a:lnTo>
                  <a:lnTo>
                    <a:pt x="9846104" y="130342"/>
                  </a:lnTo>
                  <a:lnTo>
                    <a:pt x="9755940" y="159749"/>
                  </a:lnTo>
                  <a:lnTo>
                    <a:pt x="9670300" y="192227"/>
                  </a:lnTo>
                  <a:lnTo>
                    <a:pt x="9590020" y="227907"/>
                  </a:lnTo>
                  <a:lnTo>
                    <a:pt x="9515448" y="267013"/>
                  </a:lnTo>
                  <a:lnTo>
                    <a:pt x="9446561" y="309870"/>
                  </a:lnTo>
                  <a:lnTo>
                    <a:pt x="9383073" y="356891"/>
                  </a:lnTo>
                  <a:lnTo>
                    <a:pt x="9324525" y="408574"/>
                  </a:lnTo>
                  <a:lnTo>
                    <a:pt x="9270355" y="465482"/>
                  </a:lnTo>
                  <a:lnTo>
                    <a:pt x="9219948" y="528207"/>
                  </a:lnTo>
                  <a:lnTo>
                    <a:pt x="9172681" y="597329"/>
                  </a:lnTo>
                  <a:lnTo>
                    <a:pt x="9127952" y="673323"/>
                  </a:lnTo>
                  <a:lnTo>
                    <a:pt x="9085214" y="756439"/>
                  </a:lnTo>
                  <a:lnTo>
                    <a:pt x="9084767" y="757364"/>
                  </a:lnTo>
                  <a:lnTo>
                    <a:pt x="9053968" y="823910"/>
                  </a:lnTo>
                  <a:lnTo>
                    <a:pt x="9023836" y="894455"/>
                  </a:lnTo>
                  <a:lnTo>
                    <a:pt x="8994223" y="969080"/>
                  </a:lnTo>
                  <a:lnTo>
                    <a:pt x="8965002" y="1047823"/>
                  </a:lnTo>
                  <a:lnTo>
                    <a:pt x="8936069" y="1130676"/>
                  </a:lnTo>
                  <a:lnTo>
                    <a:pt x="8907338" y="1217583"/>
                  </a:lnTo>
                  <a:lnTo>
                    <a:pt x="8878739" y="1308434"/>
                  </a:lnTo>
                  <a:lnTo>
                    <a:pt x="8850214" y="1403060"/>
                  </a:lnTo>
                  <a:lnTo>
                    <a:pt x="8821722" y="1501240"/>
                  </a:lnTo>
                  <a:lnTo>
                    <a:pt x="8793231" y="1602693"/>
                  </a:lnTo>
                  <a:lnTo>
                    <a:pt x="8764720" y="1707084"/>
                  </a:lnTo>
                  <a:lnTo>
                    <a:pt x="8736177" y="1814026"/>
                  </a:lnTo>
                  <a:lnTo>
                    <a:pt x="8707598" y="1923083"/>
                  </a:lnTo>
                  <a:lnTo>
                    <a:pt x="8678986" y="2033784"/>
                  </a:lnTo>
                  <a:lnTo>
                    <a:pt x="8650349" y="2145620"/>
                  </a:lnTo>
                  <a:lnTo>
                    <a:pt x="8621697" y="2258065"/>
                  </a:lnTo>
                  <a:lnTo>
                    <a:pt x="8593044" y="2370578"/>
                  </a:lnTo>
                  <a:lnTo>
                    <a:pt x="8564402" y="2482617"/>
                  </a:lnTo>
                  <a:lnTo>
                    <a:pt x="8535783" y="2593648"/>
                  </a:lnTo>
                  <a:lnTo>
                    <a:pt x="8507196" y="2703161"/>
                  </a:lnTo>
                  <a:lnTo>
                    <a:pt x="8478644" y="2810672"/>
                  </a:lnTo>
                  <a:lnTo>
                    <a:pt x="8450125" y="2915737"/>
                  </a:lnTo>
                  <a:lnTo>
                    <a:pt x="8421631" y="3017956"/>
                  </a:lnTo>
                  <a:lnTo>
                    <a:pt x="8393141" y="3116980"/>
                  </a:lnTo>
                  <a:lnTo>
                    <a:pt x="8364628" y="3212515"/>
                  </a:lnTo>
                  <a:lnTo>
                    <a:pt x="8336052" y="3304324"/>
                  </a:lnTo>
                  <a:lnTo>
                    <a:pt x="8307360" y="3392227"/>
                  </a:lnTo>
                  <a:lnTo>
                    <a:pt x="8278485" y="3476098"/>
                  </a:lnTo>
                  <a:lnTo>
                    <a:pt x="8249345" y="3555868"/>
                  </a:lnTo>
                  <a:lnTo>
                    <a:pt x="8219840" y="3631517"/>
                  </a:lnTo>
                  <a:lnTo>
                    <a:pt x="8189851" y="3703073"/>
                  </a:lnTo>
                  <a:lnTo>
                    <a:pt x="8159234" y="3770606"/>
                  </a:lnTo>
                  <a:lnTo>
                    <a:pt x="8151487" y="3786822"/>
                  </a:lnTo>
                  <a:lnTo>
                    <a:pt x="8108766" y="3870014"/>
                  </a:lnTo>
                  <a:lnTo>
                    <a:pt x="8064062" y="3946083"/>
                  </a:lnTo>
                  <a:lnTo>
                    <a:pt x="8016825" y="4015276"/>
                  </a:lnTo>
                  <a:lnTo>
                    <a:pt x="7966455" y="4078067"/>
                  </a:lnTo>
                  <a:lnTo>
                    <a:pt x="7912328" y="4135033"/>
                  </a:lnTo>
                  <a:lnTo>
                    <a:pt x="7853830" y="4186769"/>
                  </a:lnTo>
                  <a:lnTo>
                    <a:pt x="7790398" y="4233837"/>
                  </a:lnTo>
                  <a:lnTo>
                    <a:pt x="7721570" y="4276736"/>
                  </a:lnTo>
                  <a:lnTo>
                    <a:pt x="7647059" y="4315881"/>
                  </a:lnTo>
                  <a:lnTo>
                    <a:pt x="7566839" y="4351595"/>
                  </a:lnTo>
                  <a:lnTo>
                    <a:pt x="7481253" y="4384107"/>
                  </a:lnTo>
                  <a:lnTo>
                    <a:pt x="7391131" y="4413546"/>
                  </a:lnTo>
                  <a:lnTo>
                    <a:pt x="7297888" y="4439957"/>
                  </a:lnTo>
                  <a:lnTo>
                    <a:pt x="7203582" y="4463318"/>
                  </a:lnTo>
                  <a:lnTo>
                    <a:pt x="7110879" y="4483567"/>
                  </a:lnTo>
                  <a:lnTo>
                    <a:pt x="7022892" y="4500646"/>
                  </a:lnTo>
                  <a:lnTo>
                    <a:pt x="6942879" y="4514545"/>
                  </a:lnTo>
                  <a:lnTo>
                    <a:pt x="6873817" y="4525346"/>
                  </a:lnTo>
                  <a:lnTo>
                    <a:pt x="6817940" y="4533256"/>
                  </a:lnTo>
                  <a:lnTo>
                    <a:pt x="6776337" y="4538609"/>
                  </a:lnTo>
                  <a:lnTo>
                    <a:pt x="6748715" y="4541852"/>
                  </a:lnTo>
                  <a:lnTo>
                    <a:pt x="6733364" y="4543501"/>
                  </a:lnTo>
                  <a:lnTo>
                    <a:pt x="6727281" y="4544101"/>
                  </a:lnTo>
                  <a:lnTo>
                    <a:pt x="6726343" y="4544187"/>
                  </a:lnTo>
                  <a:lnTo>
                    <a:pt x="6726343" y="4544187"/>
                  </a:lnTo>
                  <a:lnTo>
                    <a:pt x="5254955" y="4544187"/>
                  </a:lnTo>
                  <a:lnTo>
                    <a:pt x="5253810" y="4544120"/>
                  </a:lnTo>
                  <a:lnTo>
                    <a:pt x="5246282" y="4543649"/>
                  </a:lnTo>
                  <a:lnTo>
                    <a:pt x="5227308" y="4542347"/>
                  </a:lnTo>
                  <a:lnTo>
                    <a:pt x="5193394" y="4539784"/>
                  </a:lnTo>
                  <a:lnTo>
                    <a:pt x="5142861" y="4535561"/>
                  </a:lnTo>
                  <a:lnTo>
                    <a:pt x="5075976" y="4529354"/>
                  </a:lnTo>
                  <a:lnTo>
                    <a:pt x="4994795" y="4520941"/>
                  </a:lnTo>
                  <a:lnTo>
                    <a:pt x="4902689" y="4510211"/>
                  </a:lnTo>
                  <a:lnTo>
                    <a:pt x="4803696" y="4497146"/>
                  </a:lnTo>
                  <a:lnTo>
                    <a:pt x="4701853" y="4481783"/>
                  </a:lnTo>
                  <a:lnTo>
                    <a:pt x="4600686" y="4464172"/>
                  </a:lnTo>
                  <a:lnTo>
                    <a:pt x="4502922" y="4444338"/>
                  </a:lnTo>
                  <a:lnTo>
                    <a:pt x="4410411" y="4422250"/>
                  </a:lnTo>
                  <a:lnTo>
                    <a:pt x="4324200" y="4397802"/>
                  </a:lnTo>
                  <a:lnTo>
                    <a:pt x="4244678" y="4370808"/>
                  </a:lnTo>
                  <a:lnTo>
                    <a:pt x="4171751" y="4340998"/>
                  </a:lnTo>
                  <a:lnTo>
                    <a:pt x="4104990" y="4308025"/>
                  </a:lnTo>
                  <a:lnTo>
                    <a:pt x="4043763" y="4271473"/>
                  </a:lnTo>
                  <a:lnTo>
                    <a:pt x="3987324" y="4230883"/>
                  </a:lnTo>
                  <a:lnTo>
                    <a:pt x="3934886" y="4185785"/>
                  </a:lnTo>
                  <a:lnTo>
                    <a:pt x="3885673" y="4135759"/>
                  </a:lnTo>
                  <a:lnTo>
                    <a:pt x="3838965" y="4080536"/>
                  </a:lnTo>
                  <a:lnTo>
                    <a:pt x="3829811" y="4068790"/>
                  </a:lnTo>
                  <a:lnTo>
                    <a:pt x="3792232" y="4017351"/>
                  </a:lnTo>
                  <a:lnTo>
                    <a:pt x="3755599" y="3962137"/>
                  </a:lnTo>
                  <a:lnTo>
                    <a:pt x="3719655" y="3903071"/>
                  </a:lnTo>
                  <a:lnTo>
                    <a:pt x="3684191" y="3840138"/>
                  </a:lnTo>
                  <a:lnTo>
                    <a:pt x="3649044" y="3773391"/>
                  </a:lnTo>
                  <a:lnTo>
                    <a:pt x="3614083" y="3702958"/>
                  </a:lnTo>
                  <a:lnTo>
                    <a:pt x="3579211" y="3629045"/>
                  </a:lnTo>
                  <a:lnTo>
                    <a:pt x="3544360" y="3551938"/>
                  </a:lnTo>
                  <a:lnTo>
                    <a:pt x="3509485" y="3472003"/>
                  </a:lnTo>
                  <a:lnTo>
                    <a:pt x="3474562" y="3389677"/>
                  </a:lnTo>
                  <a:lnTo>
                    <a:pt x="3439587" y="3305465"/>
                  </a:lnTo>
                  <a:lnTo>
                    <a:pt x="3404567" y="3219925"/>
                  </a:lnTo>
                  <a:lnTo>
                    <a:pt x="3369520" y="3133654"/>
                  </a:lnTo>
                  <a:lnTo>
                    <a:pt x="3334469" y="3047270"/>
                  </a:lnTo>
                  <a:lnTo>
                    <a:pt x="3299436" y="2961395"/>
                  </a:lnTo>
                  <a:lnTo>
                    <a:pt x="3264443" y="2876635"/>
                  </a:lnTo>
                  <a:lnTo>
                    <a:pt x="3229502" y="2793565"/>
                  </a:lnTo>
                  <a:lnTo>
                    <a:pt x="3194611" y="2712709"/>
                  </a:lnTo>
                  <a:lnTo>
                    <a:pt x="3159755" y="2634532"/>
                  </a:lnTo>
                  <a:lnTo>
                    <a:pt x="3124898" y="2559424"/>
                  </a:lnTo>
                  <a:lnTo>
                    <a:pt x="3089978" y="2487703"/>
                  </a:lnTo>
                  <a:lnTo>
                    <a:pt x="3054912" y="2419602"/>
                  </a:lnTo>
                  <a:lnTo>
                    <a:pt x="3019580" y="2355278"/>
                  </a:lnTo>
                  <a:lnTo>
                    <a:pt x="2983832" y="2294809"/>
                  </a:lnTo>
                  <a:lnTo>
                    <a:pt x="2947475" y="2238205"/>
                  </a:lnTo>
                  <a:lnTo>
                    <a:pt x="2910272" y="2185411"/>
                  </a:lnTo>
                  <a:lnTo>
                    <a:pt x="2896531" y="2167206"/>
                  </a:lnTo>
                  <a:lnTo>
                    <a:pt x="2850249" y="2110929"/>
                  </a:lnTo>
                  <a:lnTo>
                    <a:pt x="2801595" y="2059871"/>
                  </a:lnTo>
                  <a:lnTo>
                    <a:pt x="2749867" y="2013812"/>
                  </a:lnTo>
                  <a:lnTo>
                    <a:pt x="2694297" y="1972352"/>
                  </a:lnTo>
                  <a:lnTo>
                    <a:pt x="2634095" y="1935026"/>
                  </a:lnTo>
                  <a:lnTo>
                    <a:pt x="2568504" y="1901367"/>
                  </a:lnTo>
                  <a:lnTo>
                    <a:pt x="2496860" y="1870951"/>
                  </a:lnTo>
                  <a:lnTo>
                    <a:pt x="2418686" y="1843414"/>
                  </a:lnTo>
                  <a:lnTo>
                    <a:pt x="2333807" y="1818472"/>
                  </a:lnTo>
                  <a:lnTo>
                    <a:pt x="2242504" y="1795920"/>
                  </a:lnTo>
                  <a:lnTo>
                    <a:pt x="2145675" y="1775637"/>
                  </a:lnTo>
                  <a:lnTo>
                    <a:pt x="2045002" y="1757579"/>
                  </a:lnTo>
                  <a:lnTo>
                    <a:pt x="1943035" y="1741759"/>
                  </a:lnTo>
                  <a:lnTo>
                    <a:pt x="1843154" y="1728228"/>
                  </a:lnTo>
                  <a:lnTo>
                    <a:pt x="1749329" y="1717027"/>
                  </a:lnTo>
                  <a:lnTo>
                    <a:pt x="1665647" y="1708154"/>
                  </a:lnTo>
                  <a:lnTo>
                    <a:pt x="1595669" y="1701517"/>
                  </a:lnTo>
                  <a:lnTo>
                    <a:pt x="1541762" y="1696918"/>
                  </a:lnTo>
                  <a:lnTo>
                    <a:pt x="1504576" y="1694050"/>
                  </a:lnTo>
                  <a:lnTo>
                    <a:pt x="1482822" y="1692529"/>
                  </a:lnTo>
                  <a:lnTo>
                    <a:pt x="1473350" y="1691925"/>
                  </a:lnTo>
                  <a:lnTo>
                    <a:pt x="1471397" y="1691811"/>
                  </a:lnTo>
                  <a:lnTo>
                    <a:pt x="1471387" y="1691810"/>
                  </a:lnTo>
                  <a:lnTo>
                    <a:pt x="0" y="169181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31" name="pg731"/>
            <p:cNvSpPr/>
            <p:nvPr/>
          </p:nvSpPr>
          <p:spPr>
            <a:xfrm>
              <a:off x="4799595" y="4211508"/>
              <a:ext cx="11981298" cy="4111018"/>
            </a:xfrm>
            <a:custGeom>
              <a:avLst/>
              <a:pathLst>
                <a:path w="11981298" h="4111018">
                  <a:moveTo>
                    <a:pt x="0" y="1258641"/>
                  </a:moveTo>
                  <a:lnTo>
                    <a:pt x="1471387" y="1258641"/>
                  </a:lnTo>
                  <a:lnTo>
                    <a:pt x="1472532" y="1258707"/>
                  </a:lnTo>
                  <a:lnTo>
                    <a:pt x="1480061" y="1259178"/>
                  </a:lnTo>
                  <a:lnTo>
                    <a:pt x="1499034" y="1260481"/>
                  </a:lnTo>
                  <a:lnTo>
                    <a:pt x="1532949" y="1263044"/>
                  </a:lnTo>
                  <a:lnTo>
                    <a:pt x="1583482" y="1267267"/>
                  </a:lnTo>
                  <a:lnTo>
                    <a:pt x="1650366" y="1273474"/>
                  </a:lnTo>
                  <a:lnTo>
                    <a:pt x="1731547" y="1281887"/>
                  </a:lnTo>
                  <a:lnTo>
                    <a:pt x="1823653" y="1292617"/>
                  </a:lnTo>
                  <a:lnTo>
                    <a:pt x="1922646" y="1305682"/>
                  </a:lnTo>
                  <a:lnTo>
                    <a:pt x="2024489" y="1321045"/>
                  </a:lnTo>
                  <a:lnTo>
                    <a:pt x="2125656" y="1338656"/>
                  </a:lnTo>
                  <a:lnTo>
                    <a:pt x="2223420" y="1358489"/>
                  </a:lnTo>
                  <a:lnTo>
                    <a:pt x="2315931" y="1380578"/>
                  </a:lnTo>
                  <a:lnTo>
                    <a:pt x="2402143" y="1405025"/>
                  </a:lnTo>
                  <a:lnTo>
                    <a:pt x="2481664" y="1432019"/>
                  </a:lnTo>
                  <a:lnTo>
                    <a:pt x="2554592" y="1461829"/>
                  </a:lnTo>
                  <a:lnTo>
                    <a:pt x="2621352" y="1494803"/>
                  </a:lnTo>
                  <a:lnTo>
                    <a:pt x="2682580" y="1531355"/>
                  </a:lnTo>
                  <a:lnTo>
                    <a:pt x="2739018" y="1571944"/>
                  </a:lnTo>
                  <a:lnTo>
                    <a:pt x="2791456" y="1617043"/>
                  </a:lnTo>
                  <a:lnTo>
                    <a:pt x="2840669" y="1667069"/>
                  </a:lnTo>
                  <a:lnTo>
                    <a:pt x="2887378" y="1722292"/>
                  </a:lnTo>
                  <a:lnTo>
                    <a:pt x="2896531" y="1734037"/>
                  </a:lnTo>
                  <a:lnTo>
                    <a:pt x="2934110" y="1785477"/>
                  </a:lnTo>
                  <a:lnTo>
                    <a:pt x="2970743" y="1840691"/>
                  </a:lnTo>
                  <a:lnTo>
                    <a:pt x="3006688" y="1899757"/>
                  </a:lnTo>
                  <a:lnTo>
                    <a:pt x="3042151" y="1962690"/>
                  </a:lnTo>
                  <a:lnTo>
                    <a:pt x="3077298" y="2029437"/>
                  </a:lnTo>
                  <a:lnTo>
                    <a:pt x="3112259" y="2099870"/>
                  </a:lnTo>
                  <a:lnTo>
                    <a:pt x="3147131" y="2173783"/>
                  </a:lnTo>
                  <a:lnTo>
                    <a:pt x="3181982" y="2250889"/>
                  </a:lnTo>
                  <a:lnTo>
                    <a:pt x="3216858" y="2330825"/>
                  </a:lnTo>
                  <a:lnTo>
                    <a:pt x="3251780" y="2413151"/>
                  </a:lnTo>
                  <a:lnTo>
                    <a:pt x="3286755" y="2497363"/>
                  </a:lnTo>
                  <a:lnTo>
                    <a:pt x="3321775" y="2582902"/>
                  </a:lnTo>
                  <a:lnTo>
                    <a:pt x="3356822" y="2669174"/>
                  </a:lnTo>
                  <a:lnTo>
                    <a:pt x="3391874" y="2755558"/>
                  </a:lnTo>
                  <a:lnTo>
                    <a:pt x="3426906" y="2841433"/>
                  </a:lnTo>
                  <a:lnTo>
                    <a:pt x="3461899" y="2926192"/>
                  </a:lnTo>
                  <a:lnTo>
                    <a:pt x="3496840" y="3009263"/>
                  </a:lnTo>
                  <a:lnTo>
                    <a:pt x="3531731" y="3090119"/>
                  </a:lnTo>
                  <a:lnTo>
                    <a:pt x="3566587" y="3168296"/>
                  </a:lnTo>
                  <a:lnTo>
                    <a:pt x="3601445" y="3243403"/>
                  </a:lnTo>
                  <a:lnTo>
                    <a:pt x="3636364" y="3315125"/>
                  </a:lnTo>
                  <a:lnTo>
                    <a:pt x="3671431" y="3383226"/>
                  </a:lnTo>
                  <a:lnTo>
                    <a:pt x="3706762" y="3447550"/>
                  </a:lnTo>
                  <a:lnTo>
                    <a:pt x="3742510" y="3508018"/>
                  </a:lnTo>
                  <a:lnTo>
                    <a:pt x="3778867" y="3564622"/>
                  </a:lnTo>
                  <a:lnTo>
                    <a:pt x="3816070" y="3617417"/>
                  </a:lnTo>
                  <a:lnTo>
                    <a:pt x="3829811" y="3635622"/>
                  </a:lnTo>
                  <a:lnTo>
                    <a:pt x="3876093" y="3691899"/>
                  </a:lnTo>
                  <a:lnTo>
                    <a:pt x="3924747" y="3742957"/>
                  </a:lnTo>
                  <a:lnTo>
                    <a:pt x="3976475" y="3789016"/>
                  </a:lnTo>
                  <a:lnTo>
                    <a:pt x="4032045" y="3830476"/>
                  </a:lnTo>
                  <a:lnTo>
                    <a:pt x="4092247" y="3867802"/>
                  </a:lnTo>
                  <a:lnTo>
                    <a:pt x="4157838" y="3901461"/>
                  </a:lnTo>
                  <a:lnTo>
                    <a:pt x="4229482" y="3931877"/>
                  </a:lnTo>
                  <a:lnTo>
                    <a:pt x="4307656" y="3959413"/>
                  </a:lnTo>
                  <a:lnTo>
                    <a:pt x="4392535" y="3984356"/>
                  </a:lnTo>
                  <a:lnTo>
                    <a:pt x="4483839" y="4006908"/>
                  </a:lnTo>
                  <a:lnTo>
                    <a:pt x="4580667" y="4027191"/>
                  </a:lnTo>
                  <a:lnTo>
                    <a:pt x="4681340" y="4045249"/>
                  </a:lnTo>
                  <a:lnTo>
                    <a:pt x="4783307" y="4061068"/>
                  </a:lnTo>
                  <a:lnTo>
                    <a:pt x="4883188" y="4074600"/>
                  </a:lnTo>
                  <a:lnTo>
                    <a:pt x="4977013" y="4085801"/>
                  </a:lnTo>
                  <a:lnTo>
                    <a:pt x="5060695" y="4094674"/>
                  </a:lnTo>
                  <a:lnTo>
                    <a:pt x="5130673" y="4101311"/>
                  </a:lnTo>
                  <a:lnTo>
                    <a:pt x="5184580" y="4105910"/>
                  </a:lnTo>
                  <a:lnTo>
                    <a:pt x="5221766" y="4108777"/>
                  </a:lnTo>
                  <a:lnTo>
                    <a:pt x="5243520" y="4110299"/>
                  </a:lnTo>
                  <a:lnTo>
                    <a:pt x="5252992" y="4110903"/>
                  </a:lnTo>
                  <a:lnTo>
                    <a:pt x="5254955" y="4111018"/>
                  </a:lnTo>
                  <a:lnTo>
                    <a:pt x="6726343" y="4111018"/>
                  </a:lnTo>
                  <a:lnTo>
                    <a:pt x="6727280" y="4110941"/>
                  </a:lnTo>
                  <a:lnTo>
                    <a:pt x="6733470" y="4110392"/>
                  </a:lnTo>
                  <a:lnTo>
                    <a:pt x="6749160" y="4108878"/>
                  </a:lnTo>
                  <a:lnTo>
                    <a:pt x="6777429" y="4105892"/>
                  </a:lnTo>
                  <a:lnTo>
                    <a:pt x="6820005" y="4100958"/>
                  </a:lnTo>
                  <a:lnTo>
                    <a:pt x="6877135" y="4093666"/>
                  </a:lnTo>
                  <a:lnTo>
                    <a:pt x="6947634" y="4083711"/>
                  </a:lnTo>
                  <a:lnTo>
                    <a:pt x="7029141" y="4070909"/>
                  </a:lnTo>
                  <a:lnTo>
                    <a:pt x="7118549" y="4055192"/>
                  </a:lnTo>
                  <a:lnTo>
                    <a:pt x="7212495" y="4036572"/>
                  </a:lnTo>
                  <a:lnTo>
                    <a:pt x="7307798" y="4015106"/>
                  </a:lnTo>
                  <a:lnTo>
                    <a:pt x="7401763" y="3990848"/>
                  </a:lnTo>
                  <a:lnTo>
                    <a:pt x="7492343" y="3963815"/>
                  </a:lnTo>
                  <a:lnTo>
                    <a:pt x="7578153" y="3933955"/>
                  </a:lnTo>
                  <a:lnTo>
                    <a:pt x="7658409" y="3901136"/>
                  </a:lnTo>
                  <a:lnTo>
                    <a:pt x="7732819" y="3865134"/>
                  </a:lnTo>
                  <a:lnTo>
                    <a:pt x="7801457" y="3825638"/>
                  </a:lnTo>
                  <a:lnTo>
                    <a:pt x="7864654" y="3782248"/>
                  </a:lnTo>
                  <a:lnTo>
                    <a:pt x="7922910" y="3734491"/>
                  </a:lnTo>
                  <a:lnTo>
                    <a:pt x="7976819" y="3681838"/>
                  </a:lnTo>
                  <a:lnTo>
                    <a:pt x="8027019" y="3623738"/>
                  </a:lnTo>
                  <a:lnTo>
                    <a:pt x="8074152" y="3559668"/>
                  </a:lnTo>
                  <a:lnTo>
                    <a:pt x="8118828" y="3489223"/>
                  </a:lnTo>
                  <a:lnTo>
                    <a:pt x="8151487" y="3431297"/>
                  </a:lnTo>
                  <a:lnTo>
                    <a:pt x="8183810" y="3368486"/>
                  </a:lnTo>
                  <a:lnTo>
                    <a:pt x="8215406" y="3301713"/>
                  </a:lnTo>
                  <a:lnTo>
                    <a:pt x="8246446" y="3230896"/>
                  </a:lnTo>
                  <a:lnTo>
                    <a:pt x="8277072" y="3156003"/>
                  </a:lnTo>
                  <a:lnTo>
                    <a:pt x="8307399" y="3077049"/>
                  </a:lnTo>
                  <a:lnTo>
                    <a:pt x="8337526" y="2994106"/>
                  </a:lnTo>
                  <a:lnTo>
                    <a:pt x="8367527" y="2907305"/>
                  </a:lnTo>
                  <a:lnTo>
                    <a:pt x="8397464" y="2816837"/>
                  </a:lnTo>
                  <a:lnTo>
                    <a:pt x="8427381" y="2722958"/>
                  </a:lnTo>
                  <a:lnTo>
                    <a:pt x="8457308" y="2625983"/>
                  </a:lnTo>
                  <a:lnTo>
                    <a:pt x="8487265" y="2526287"/>
                  </a:lnTo>
                  <a:lnTo>
                    <a:pt x="8517260" y="2424299"/>
                  </a:lnTo>
                  <a:lnTo>
                    <a:pt x="8547293" y="2320494"/>
                  </a:lnTo>
                  <a:lnTo>
                    <a:pt x="8577358" y="2215387"/>
                  </a:lnTo>
                  <a:lnTo>
                    <a:pt x="8607443" y="2109521"/>
                  </a:lnTo>
                  <a:lnTo>
                    <a:pt x="8637533" y="2003454"/>
                  </a:lnTo>
                  <a:lnTo>
                    <a:pt x="8667613" y="1897751"/>
                  </a:lnTo>
                  <a:lnTo>
                    <a:pt x="8697670" y="1792966"/>
                  </a:lnTo>
                  <a:lnTo>
                    <a:pt x="8727693" y="1689637"/>
                  </a:lnTo>
                  <a:lnTo>
                    <a:pt x="8757676" y="1588266"/>
                  </a:lnTo>
                  <a:lnTo>
                    <a:pt x="8787623" y="1489317"/>
                  </a:lnTo>
                  <a:lnTo>
                    <a:pt x="8817545" y="1393203"/>
                  </a:lnTo>
                  <a:lnTo>
                    <a:pt x="8847463" y="1300283"/>
                  </a:lnTo>
                  <a:lnTo>
                    <a:pt x="8877414" y="1210855"/>
                  </a:lnTo>
                  <a:lnTo>
                    <a:pt x="8907445" y="1125155"/>
                  </a:lnTo>
                  <a:lnTo>
                    <a:pt x="8937621" y="1043358"/>
                  </a:lnTo>
                  <a:lnTo>
                    <a:pt x="8968024" y="965576"/>
                  </a:lnTo>
                  <a:lnTo>
                    <a:pt x="8998757" y="891865"/>
                  </a:lnTo>
                  <a:lnTo>
                    <a:pt x="9029942" y="822227"/>
                  </a:lnTo>
                  <a:lnTo>
                    <a:pt x="9061730" y="756612"/>
                  </a:lnTo>
                  <a:lnTo>
                    <a:pt x="9084767" y="712413"/>
                  </a:lnTo>
                  <a:lnTo>
                    <a:pt x="9127947" y="636996"/>
                  </a:lnTo>
                  <a:lnTo>
                    <a:pt x="9173159" y="568107"/>
                  </a:lnTo>
                  <a:lnTo>
                    <a:pt x="9220970" y="505512"/>
                  </a:lnTo>
                  <a:lnTo>
                    <a:pt x="9272000" y="448768"/>
                  </a:lnTo>
                  <a:lnTo>
                    <a:pt x="9326895" y="397339"/>
                  </a:lnTo>
                  <a:lnTo>
                    <a:pt x="9386284" y="350676"/>
                  </a:lnTo>
                  <a:lnTo>
                    <a:pt x="9450746" y="308260"/>
                  </a:lnTo>
                  <a:lnTo>
                    <a:pt x="9520745" y="269635"/>
                  </a:lnTo>
                  <a:lnTo>
                    <a:pt x="9596563" y="234422"/>
                  </a:lnTo>
                  <a:lnTo>
                    <a:pt x="9678195" y="202329"/>
                  </a:lnTo>
                  <a:lnTo>
                    <a:pt x="9765241" y="173156"/>
                  </a:lnTo>
                  <a:lnTo>
                    <a:pt x="9856783" y="146790"/>
                  </a:lnTo>
                  <a:lnTo>
                    <a:pt x="9951281" y="123199"/>
                  </a:lnTo>
                  <a:lnTo>
                    <a:pt x="10046526" y="102410"/>
                  </a:lnTo>
                  <a:lnTo>
                    <a:pt x="10139687" y="84482"/>
                  </a:lnTo>
                  <a:lnTo>
                    <a:pt x="10227505" y="69465"/>
                  </a:lnTo>
                  <a:lnTo>
                    <a:pt x="10306635" y="57356"/>
                  </a:lnTo>
                  <a:lnTo>
                    <a:pt x="10374105" y="48061"/>
                  </a:lnTo>
                  <a:lnTo>
                    <a:pt x="10427802" y="41367"/>
                  </a:lnTo>
                  <a:lnTo>
                    <a:pt x="10466867" y="36941"/>
                  </a:lnTo>
                  <a:lnTo>
                    <a:pt x="10491908" y="34353"/>
                  </a:lnTo>
                  <a:lnTo>
                    <a:pt x="10504992" y="33116"/>
                  </a:lnTo>
                  <a:lnTo>
                    <a:pt x="10509494" y="32725"/>
                  </a:lnTo>
                  <a:lnTo>
                    <a:pt x="10509911" y="32691"/>
                  </a:lnTo>
                  <a:lnTo>
                    <a:pt x="11981298" y="32691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8973" y="76"/>
                  </a:lnTo>
                  <a:lnTo>
                    <a:pt x="10502783" y="625"/>
                  </a:lnTo>
                  <a:lnTo>
                    <a:pt x="10487093" y="2140"/>
                  </a:lnTo>
                  <a:lnTo>
                    <a:pt x="10458824" y="5125"/>
                  </a:lnTo>
                  <a:lnTo>
                    <a:pt x="10416248" y="10059"/>
                  </a:lnTo>
                  <a:lnTo>
                    <a:pt x="10359118" y="17352"/>
                  </a:lnTo>
                  <a:lnTo>
                    <a:pt x="10288619" y="27307"/>
                  </a:lnTo>
                  <a:lnTo>
                    <a:pt x="10207112" y="40108"/>
                  </a:lnTo>
                  <a:lnTo>
                    <a:pt x="10117704" y="55825"/>
                  </a:lnTo>
                  <a:lnTo>
                    <a:pt x="10023758" y="74445"/>
                  </a:lnTo>
                  <a:lnTo>
                    <a:pt x="9928456" y="95911"/>
                  </a:lnTo>
                  <a:lnTo>
                    <a:pt x="9834490" y="120169"/>
                  </a:lnTo>
                  <a:lnTo>
                    <a:pt x="9743911" y="147202"/>
                  </a:lnTo>
                  <a:lnTo>
                    <a:pt x="9658101" y="177062"/>
                  </a:lnTo>
                  <a:lnTo>
                    <a:pt x="9577844" y="209881"/>
                  </a:lnTo>
                  <a:lnTo>
                    <a:pt x="9503434" y="245883"/>
                  </a:lnTo>
                  <a:lnTo>
                    <a:pt x="9434796" y="285379"/>
                  </a:lnTo>
                  <a:lnTo>
                    <a:pt x="9371599" y="328769"/>
                  </a:lnTo>
                  <a:lnTo>
                    <a:pt x="9313343" y="376526"/>
                  </a:lnTo>
                  <a:lnTo>
                    <a:pt x="9259434" y="429179"/>
                  </a:lnTo>
                  <a:lnTo>
                    <a:pt x="9209234" y="487279"/>
                  </a:lnTo>
                  <a:lnTo>
                    <a:pt x="9162102" y="551349"/>
                  </a:lnTo>
                  <a:lnTo>
                    <a:pt x="9117425" y="621794"/>
                  </a:lnTo>
                  <a:lnTo>
                    <a:pt x="9084767" y="679721"/>
                  </a:lnTo>
                  <a:lnTo>
                    <a:pt x="9052443" y="742531"/>
                  </a:lnTo>
                  <a:lnTo>
                    <a:pt x="9020847" y="809305"/>
                  </a:lnTo>
                  <a:lnTo>
                    <a:pt x="8989807" y="880121"/>
                  </a:lnTo>
                  <a:lnTo>
                    <a:pt x="8959182" y="955014"/>
                  </a:lnTo>
                  <a:lnTo>
                    <a:pt x="8928854" y="1033968"/>
                  </a:lnTo>
                  <a:lnTo>
                    <a:pt x="8898727" y="1116911"/>
                  </a:lnTo>
                  <a:lnTo>
                    <a:pt x="8868726" y="1203712"/>
                  </a:lnTo>
                  <a:lnTo>
                    <a:pt x="8838789" y="1294180"/>
                  </a:lnTo>
                  <a:lnTo>
                    <a:pt x="8808873" y="1388059"/>
                  </a:lnTo>
                  <a:lnTo>
                    <a:pt x="8778945" y="1485034"/>
                  </a:lnTo>
                  <a:lnTo>
                    <a:pt x="8748988" y="1584730"/>
                  </a:lnTo>
                  <a:lnTo>
                    <a:pt x="8718993" y="1686718"/>
                  </a:lnTo>
                  <a:lnTo>
                    <a:pt x="8688960" y="1790523"/>
                  </a:lnTo>
                  <a:lnTo>
                    <a:pt x="8658895" y="1895630"/>
                  </a:lnTo>
                  <a:lnTo>
                    <a:pt x="8628811" y="2001496"/>
                  </a:lnTo>
                  <a:lnTo>
                    <a:pt x="8598720" y="2107563"/>
                  </a:lnTo>
                  <a:lnTo>
                    <a:pt x="8568640" y="2213267"/>
                  </a:lnTo>
                  <a:lnTo>
                    <a:pt x="8538583" y="2318051"/>
                  </a:lnTo>
                  <a:lnTo>
                    <a:pt x="8508561" y="2421381"/>
                  </a:lnTo>
                  <a:lnTo>
                    <a:pt x="8478577" y="2522751"/>
                  </a:lnTo>
                  <a:lnTo>
                    <a:pt x="8448630" y="2621701"/>
                  </a:lnTo>
                  <a:lnTo>
                    <a:pt x="8418708" y="2717814"/>
                  </a:lnTo>
                  <a:lnTo>
                    <a:pt x="8388790" y="2810734"/>
                  </a:lnTo>
                  <a:lnTo>
                    <a:pt x="8358839" y="2900162"/>
                  </a:lnTo>
                  <a:lnTo>
                    <a:pt x="8328808" y="2985862"/>
                  </a:lnTo>
                  <a:lnTo>
                    <a:pt x="8298632" y="3067659"/>
                  </a:lnTo>
                  <a:lnTo>
                    <a:pt x="8268229" y="3145441"/>
                  </a:lnTo>
                  <a:lnTo>
                    <a:pt x="8237497" y="3219152"/>
                  </a:lnTo>
                  <a:lnTo>
                    <a:pt x="8206311" y="3288790"/>
                  </a:lnTo>
                  <a:lnTo>
                    <a:pt x="8174523" y="3354405"/>
                  </a:lnTo>
                  <a:lnTo>
                    <a:pt x="8151487" y="3398605"/>
                  </a:lnTo>
                  <a:lnTo>
                    <a:pt x="8108306" y="3474021"/>
                  </a:lnTo>
                  <a:lnTo>
                    <a:pt x="8063094" y="3542911"/>
                  </a:lnTo>
                  <a:lnTo>
                    <a:pt x="8015283" y="3605506"/>
                  </a:lnTo>
                  <a:lnTo>
                    <a:pt x="7964253" y="3662250"/>
                  </a:lnTo>
                  <a:lnTo>
                    <a:pt x="7909359" y="3713678"/>
                  </a:lnTo>
                  <a:lnTo>
                    <a:pt x="7849969" y="3760341"/>
                  </a:lnTo>
                  <a:lnTo>
                    <a:pt x="7785508" y="3802757"/>
                  </a:lnTo>
                  <a:lnTo>
                    <a:pt x="7715508" y="3841382"/>
                  </a:lnTo>
                  <a:lnTo>
                    <a:pt x="7639690" y="3876595"/>
                  </a:lnTo>
                  <a:lnTo>
                    <a:pt x="7558059" y="3908688"/>
                  </a:lnTo>
                  <a:lnTo>
                    <a:pt x="7471012" y="3937861"/>
                  </a:lnTo>
                  <a:lnTo>
                    <a:pt x="7379470" y="3964227"/>
                  </a:lnTo>
                  <a:lnTo>
                    <a:pt x="7284972" y="3987818"/>
                  </a:lnTo>
                  <a:lnTo>
                    <a:pt x="7189727" y="4008607"/>
                  </a:lnTo>
                  <a:lnTo>
                    <a:pt x="7096566" y="4026535"/>
                  </a:lnTo>
                  <a:lnTo>
                    <a:pt x="7008748" y="4041552"/>
                  </a:lnTo>
                  <a:lnTo>
                    <a:pt x="6929618" y="4053661"/>
                  </a:lnTo>
                  <a:lnTo>
                    <a:pt x="6862148" y="4062956"/>
                  </a:lnTo>
                  <a:lnTo>
                    <a:pt x="6808452" y="4069650"/>
                  </a:lnTo>
                  <a:lnTo>
                    <a:pt x="6769386" y="4074077"/>
                  </a:lnTo>
                  <a:lnTo>
                    <a:pt x="6744345" y="4076664"/>
                  </a:lnTo>
                  <a:lnTo>
                    <a:pt x="6731261" y="4077901"/>
                  </a:lnTo>
                  <a:lnTo>
                    <a:pt x="6726760" y="4078292"/>
                  </a:lnTo>
                  <a:lnTo>
                    <a:pt x="6726343" y="4078326"/>
                  </a:lnTo>
                  <a:lnTo>
                    <a:pt x="5254955" y="4078326"/>
                  </a:lnTo>
                  <a:lnTo>
                    <a:pt x="5253810" y="4078260"/>
                  </a:lnTo>
                  <a:lnTo>
                    <a:pt x="5246282" y="4077788"/>
                  </a:lnTo>
                  <a:lnTo>
                    <a:pt x="5227308" y="4076486"/>
                  </a:lnTo>
                  <a:lnTo>
                    <a:pt x="5193394" y="4073923"/>
                  </a:lnTo>
                  <a:lnTo>
                    <a:pt x="5142861" y="4069700"/>
                  </a:lnTo>
                  <a:lnTo>
                    <a:pt x="5075976" y="4063493"/>
                  </a:lnTo>
                  <a:lnTo>
                    <a:pt x="4994795" y="4055080"/>
                  </a:lnTo>
                  <a:lnTo>
                    <a:pt x="4902689" y="4044350"/>
                  </a:lnTo>
                  <a:lnTo>
                    <a:pt x="4803696" y="4031285"/>
                  </a:lnTo>
                  <a:lnTo>
                    <a:pt x="4701853" y="4015922"/>
                  </a:lnTo>
                  <a:lnTo>
                    <a:pt x="4600686" y="3998311"/>
                  </a:lnTo>
                  <a:lnTo>
                    <a:pt x="4502922" y="3978477"/>
                  </a:lnTo>
                  <a:lnTo>
                    <a:pt x="4410411" y="3956389"/>
                  </a:lnTo>
                  <a:lnTo>
                    <a:pt x="4324200" y="3931941"/>
                  </a:lnTo>
                  <a:lnTo>
                    <a:pt x="4244678" y="3904947"/>
                  </a:lnTo>
                  <a:lnTo>
                    <a:pt x="4171751" y="3875137"/>
                  </a:lnTo>
                  <a:lnTo>
                    <a:pt x="4104990" y="3842164"/>
                  </a:lnTo>
                  <a:lnTo>
                    <a:pt x="4043763" y="3805612"/>
                  </a:lnTo>
                  <a:lnTo>
                    <a:pt x="3987324" y="3765023"/>
                  </a:lnTo>
                  <a:lnTo>
                    <a:pt x="3934886" y="3719924"/>
                  </a:lnTo>
                  <a:lnTo>
                    <a:pt x="3885673" y="3669898"/>
                  </a:lnTo>
                  <a:lnTo>
                    <a:pt x="3838965" y="3614675"/>
                  </a:lnTo>
                  <a:lnTo>
                    <a:pt x="3829811" y="3602930"/>
                  </a:lnTo>
                  <a:lnTo>
                    <a:pt x="3792232" y="3551490"/>
                  </a:lnTo>
                  <a:lnTo>
                    <a:pt x="3755599" y="3496276"/>
                  </a:lnTo>
                  <a:lnTo>
                    <a:pt x="3719655" y="3437210"/>
                  </a:lnTo>
                  <a:lnTo>
                    <a:pt x="3684191" y="3374277"/>
                  </a:lnTo>
                  <a:lnTo>
                    <a:pt x="3649044" y="3307530"/>
                  </a:lnTo>
                  <a:lnTo>
                    <a:pt x="3614083" y="3237097"/>
                  </a:lnTo>
                  <a:lnTo>
                    <a:pt x="3579211" y="3163184"/>
                  </a:lnTo>
                  <a:lnTo>
                    <a:pt x="3544360" y="3086078"/>
                  </a:lnTo>
                  <a:lnTo>
                    <a:pt x="3509485" y="3006142"/>
                  </a:lnTo>
                  <a:lnTo>
                    <a:pt x="3474562" y="2923816"/>
                  </a:lnTo>
                  <a:lnTo>
                    <a:pt x="3439587" y="2839604"/>
                  </a:lnTo>
                  <a:lnTo>
                    <a:pt x="3404567" y="2754064"/>
                  </a:lnTo>
                  <a:lnTo>
                    <a:pt x="3369520" y="2667793"/>
                  </a:lnTo>
                  <a:lnTo>
                    <a:pt x="3334469" y="2581409"/>
                  </a:lnTo>
                  <a:lnTo>
                    <a:pt x="3299436" y="2495534"/>
                  </a:lnTo>
                  <a:lnTo>
                    <a:pt x="3264443" y="2410774"/>
                  </a:lnTo>
                  <a:lnTo>
                    <a:pt x="3229502" y="2327704"/>
                  </a:lnTo>
                  <a:lnTo>
                    <a:pt x="3194611" y="2246848"/>
                  </a:lnTo>
                  <a:lnTo>
                    <a:pt x="3159755" y="2168671"/>
                  </a:lnTo>
                  <a:lnTo>
                    <a:pt x="3124898" y="2093564"/>
                  </a:lnTo>
                  <a:lnTo>
                    <a:pt x="3089978" y="2021842"/>
                  </a:lnTo>
                  <a:lnTo>
                    <a:pt x="3054912" y="1953741"/>
                  </a:lnTo>
                  <a:lnTo>
                    <a:pt x="3019580" y="1889417"/>
                  </a:lnTo>
                  <a:lnTo>
                    <a:pt x="2983832" y="1828948"/>
                  </a:lnTo>
                  <a:lnTo>
                    <a:pt x="2947475" y="1772345"/>
                  </a:lnTo>
                  <a:lnTo>
                    <a:pt x="2910272" y="1719550"/>
                  </a:lnTo>
                  <a:lnTo>
                    <a:pt x="2896531" y="1701345"/>
                  </a:lnTo>
                  <a:lnTo>
                    <a:pt x="2850249" y="1645068"/>
                  </a:lnTo>
                  <a:lnTo>
                    <a:pt x="2801595" y="1594010"/>
                  </a:lnTo>
                  <a:lnTo>
                    <a:pt x="2749867" y="1547951"/>
                  </a:lnTo>
                  <a:lnTo>
                    <a:pt x="2694297" y="1506491"/>
                  </a:lnTo>
                  <a:lnTo>
                    <a:pt x="2634095" y="1469165"/>
                  </a:lnTo>
                  <a:lnTo>
                    <a:pt x="2568504" y="1435506"/>
                  </a:lnTo>
                  <a:lnTo>
                    <a:pt x="2496860" y="1405090"/>
                  </a:lnTo>
                  <a:lnTo>
                    <a:pt x="2418686" y="1377553"/>
                  </a:lnTo>
                  <a:lnTo>
                    <a:pt x="2333807" y="1352611"/>
                  </a:lnTo>
                  <a:lnTo>
                    <a:pt x="2242504" y="1330059"/>
                  </a:lnTo>
                  <a:lnTo>
                    <a:pt x="2145675" y="1309776"/>
                  </a:lnTo>
                  <a:lnTo>
                    <a:pt x="2045002" y="1291718"/>
                  </a:lnTo>
                  <a:lnTo>
                    <a:pt x="1943035" y="1275899"/>
                  </a:lnTo>
                  <a:lnTo>
                    <a:pt x="1843154" y="1262367"/>
                  </a:lnTo>
                  <a:lnTo>
                    <a:pt x="1749329" y="1251166"/>
                  </a:lnTo>
                  <a:lnTo>
                    <a:pt x="1665647" y="1242293"/>
                  </a:lnTo>
                  <a:lnTo>
                    <a:pt x="1595669" y="1235656"/>
                  </a:lnTo>
                  <a:lnTo>
                    <a:pt x="1541762" y="1231057"/>
                  </a:lnTo>
                  <a:lnTo>
                    <a:pt x="1504576" y="1228190"/>
                  </a:lnTo>
                  <a:lnTo>
                    <a:pt x="1482822" y="1226668"/>
                  </a:lnTo>
                  <a:lnTo>
                    <a:pt x="1473350" y="1226064"/>
                  </a:lnTo>
                  <a:lnTo>
                    <a:pt x="1471387" y="1225949"/>
                  </a:lnTo>
                  <a:lnTo>
                    <a:pt x="0" y="1225949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732" name="pl732"/>
            <p:cNvSpPr/>
            <p:nvPr/>
          </p:nvSpPr>
          <p:spPr>
            <a:xfrm>
              <a:off x="4799595" y="4244200"/>
              <a:ext cx="11981298" cy="4078326"/>
            </a:xfrm>
            <a:custGeom>
              <a:avLst/>
              <a:pathLst>
                <a:path w="11981298" h="4078326">
                  <a:moveTo>
                    <a:pt x="0" y="1225949"/>
                  </a:moveTo>
                  <a:lnTo>
                    <a:pt x="1471387" y="1225949"/>
                  </a:lnTo>
                  <a:lnTo>
                    <a:pt x="1472532" y="1226015"/>
                  </a:lnTo>
                  <a:lnTo>
                    <a:pt x="1480061" y="1226486"/>
                  </a:lnTo>
                  <a:lnTo>
                    <a:pt x="1499034" y="1227789"/>
                  </a:lnTo>
                  <a:lnTo>
                    <a:pt x="1532949" y="1230352"/>
                  </a:lnTo>
                  <a:lnTo>
                    <a:pt x="1583482" y="1234575"/>
                  </a:lnTo>
                  <a:lnTo>
                    <a:pt x="1650366" y="1240782"/>
                  </a:lnTo>
                  <a:lnTo>
                    <a:pt x="1731547" y="1249195"/>
                  </a:lnTo>
                  <a:lnTo>
                    <a:pt x="1823653" y="1259925"/>
                  </a:lnTo>
                  <a:lnTo>
                    <a:pt x="1922646" y="1272990"/>
                  </a:lnTo>
                  <a:lnTo>
                    <a:pt x="2024489" y="1288353"/>
                  </a:lnTo>
                  <a:lnTo>
                    <a:pt x="2125656" y="1305964"/>
                  </a:lnTo>
                  <a:lnTo>
                    <a:pt x="2223420" y="1325797"/>
                  </a:lnTo>
                  <a:lnTo>
                    <a:pt x="2315931" y="1347886"/>
                  </a:lnTo>
                  <a:lnTo>
                    <a:pt x="2402143" y="1372333"/>
                  </a:lnTo>
                  <a:lnTo>
                    <a:pt x="2481664" y="1399327"/>
                  </a:lnTo>
                  <a:lnTo>
                    <a:pt x="2554592" y="1429137"/>
                  </a:lnTo>
                  <a:lnTo>
                    <a:pt x="2621352" y="1462111"/>
                  </a:lnTo>
                  <a:lnTo>
                    <a:pt x="2682580" y="1498663"/>
                  </a:lnTo>
                  <a:lnTo>
                    <a:pt x="2739018" y="1539252"/>
                  </a:lnTo>
                  <a:lnTo>
                    <a:pt x="2791456" y="1584351"/>
                  </a:lnTo>
                  <a:lnTo>
                    <a:pt x="2840669" y="1634377"/>
                  </a:lnTo>
                  <a:lnTo>
                    <a:pt x="2887378" y="1689600"/>
                  </a:lnTo>
                  <a:lnTo>
                    <a:pt x="2896531" y="1701345"/>
                  </a:lnTo>
                  <a:lnTo>
                    <a:pt x="2934110" y="1752785"/>
                  </a:lnTo>
                  <a:lnTo>
                    <a:pt x="2970743" y="1807999"/>
                  </a:lnTo>
                  <a:lnTo>
                    <a:pt x="3006688" y="1867065"/>
                  </a:lnTo>
                  <a:lnTo>
                    <a:pt x="3042151" y="1929998"/>
                  </a:lnTo>
                  <a:lnTo>
                    <a:pt x="3077298" y="1996745"/>
                  </a:lnTo>
                  <a:lnTo>
                    <a:pt x="3112259" y="2067178"/>
                  </a:lnTo>
                  <a:lnTo>
                    <a:pt x="3147131" y="2141091"/>
                  </a:lnTo>
                  <a:lnTo>
                    <a:pt x="3181982" y="2218197"/>
                  </a:lnTo>
                  <a:lnTo>
                    <a:pt x="3216858" y="2298133"/>
                  </a:lnTo>
                  <a:lnTo>
                    <a:pt x="3251780" y="2380459"/>
                  </a:lnTo>
                  <a:lnTo>
                    <a:pt x="3286755" y="2464671"/>
                  </a:lnTo>
                  <a:lnTo>
                    <a:pt x="3321775" y="2550210"/>
                  </a:lnTo>
                  <a:lnTo>
                    <a:pt x="3356822" y="2636482"/>
                  </a:lnTo>
                  <a:lnTo>
                    <a:pt x="3391874" y="2722866"/>
                  </a:lnTo>
                  <a:lnTo>
                    <a:pt x="3426906" y="2808741"/>
                  </a:lnTo>
                  <a:lnTo>
                    <a:pt x="3461899" y="2893500"/>
                  </a:lnTo>
                  <a:lnTo>
                    <a:pt x="3496840" y="2976571"/>
                  </a:lnTo>
                  <a:lnTo>
                    <a:pt x="3531731" y="3057427"/>
                  </a:lnTo>
                  <a:lnTo>
                    <a:pt x="3566587" y="3135604"/>
                  </a:lnTo>
                  <a:lnTo>
                    <a:pt x="3601445" y="3210711"/>
                  </a:lnTo>
                  <a:lnTo>
                    <a:pt x="3636364" y="3282433"/>
                  </a:lnTo>
                  <a:lnTo>
                    <a:pt x="3671431" y="3350534"/>
                  </a:lnTo>
                  <a:lnTo>
                    <a:pt x="3706762" y="3414858"/>
                  </a:lnTo>
                  <a:lnTo>
                    <a:pt x="3742510" y="3475326"/>
                  </a:lnTo>
                  <a:lnTo>
                    <a:pt x="3778867" y="3531930"/>
                  </a:lnTo>
                  <a:lnTo>
                    <a:pt x="3816070" y="3584725"/>
                  </a:lnTo>
                  <a:lnTo>
                    <a:pt x="3829811" y="3602930"/>
                  </a:lnTo>
                  <a:lnTo>
                    <a:pt x="3876093" y="3659207"/>
                  </a:lnTo>
                  <a:lnTo>
                    <a:pt x="3924747" y="3710265"/>
                  </a:lnTo>
                  <a:lnTo>
                    <a:pt x="3976475" y="3756324"/>
                  </a:lnTo>
                  <a:lnTo>
                    <a:pt x="4032045" y="3797784"/>
                  </a:lnTo>
                  <a:lnTo>
                    <a:pt x="4092247" y="3835110"/>
                  </a:lnTo>
                  <a:lnTo>
                    <a:pt x="4157838" y="3868769"/>
                  </a:lnTo>
                  <a:lnTo>
                    <a:pt x="4229482" y="3899185"/>
                  </a:lnTo>
                  <a:lnTo>
                    <a:pt x="4307656" y="3926721"/>
                  </a:lnTo>
                  <a:lnTo>
                    <a:pt x="4392535" y="3951664"/>
                  </a:lnTo>
                  <a:lnTo>
                    <a:pt x="4483839" y="3974216"/>
                  </a:lnTo>
                  <a:lnTo>
                    <a:pt x="4580667" y="3994499"/>
                  </a:lnTo>
                  <a:lnTo>
                    <a:pt x="4681340" y="4012557"/>
                  </a:lnTo>
                  <a:lnTo>
                    <a:pt x="4783307" y="4028376"/>
                  </a:lnTo>
                  <a:lnTo>
                    <a:pt x="4883188" y="4041908"/>
                  </a:lnTo>
                  <a:lnTo>
                    <a:pt x="4977013" y="4053109"/>
                  </a:lnTo>
                  <a:lnTo>
                    <a:pt x="5060695" y="4061982"/>
                  </a:lnTo>
                  <a:lnTo>
                    <a:pt x="5130673" y="4068619"/>
                  </a:lnTo>
                  <a:lnTo>
                    <a:pt x="5184580" y="4073218"/>
                  </a:lnTo>
                  <a:lnTo>
                    <a:pt x="5221766" y="4076085"/>
                  </a:lnTo>
                  <a:lnTo>
                    <a:pt x="5243520" y="4077607"/>
                  </a:lnTo>
                  <a:lnTo>
                    <a:pt x="5252992" y="4078211"/>
                  </a:lnTo>
                  <a:lnTo>
                    <a:pt x="5254945" y="4078325"/>
                  </a:lnTo>
                  <a:lnTo>
                    <a:pt x="5254955" y="4078326"/>
                  </a:lnTo>
                  <a:lnTo>
                    <a:pt x="6726343" y="4078326"/>
                  </a:lnTo>
                  <a:lnTo>
                    <a:pt x="6727280" y="4078249"/>
                  </a:lnTo>
                  <a:lnTo>
                    <a:pt x="6733470" y="4077700"/>
                  </a:lnTo>
                  <a:lnTo>
                    <a:pt x="6749160" y="4076186"/>
                  </a:lnTo>
                  <a:lnTo>
                    <a:pt x="6777429" y="4073200"/>
                  </a:lnTo>
                  <a:lnTo>
                    <a:pt x="6820005" y="4068266"/>
                  </a:lnTo>
                  <a:lnTo>
                    <a:pt x="6877135" y="4060974"/>
                  </a:lnTo>
                  <a:lnTo>
                    <a:pt x="6947634" y="4051019"/>
                  </a:lnTo>
                  <a:lnTo>
                    <a:pt x="7029141" y="4038217"/>
                  </a:lnTo>
                  <a:lnTo>
                    <a:pt x="7118549" y="4022500"/>
                  </a:lnTo>
                  <a:lnTo>
                    <a:pt x="7212495" y="4003880"/>
                  </a:lnTo>
                  <a:lnTo>
                    <a:pt x="7307798" y="3982414"/>
                  </a:lnTo>
                  <a:lnTo>
                    <a:pt x="7401763" y="3958156"/>
                  </a:lnTo>
                  <a:lnTo>
                    <a:pt x="7492343" y="3931123"/>
                  </a:lnTo>
                  <a:lnTo>
                    <a:pt x="7578153" y="3901263"/>
                  </a:lnTo>
                  <a:lnTo>
                    <a:pt x="7658409" y="3868444"/>
                  </a:lnTo>
                  <a:lnTo>
                    <a:pt x="7732819" y="3832442"/>
                  </a:lnTo>
                  <a:lnTo>
                    <a:pt x="7801457" y="3792946"/>
                  </a:lnTo>
                  <a:lnTo>
                    <a:pt x="7864654" y="3749556"/>
                  </a:lnTo>
                  <a:lnTo>
                    <a:pt x="7922910" y="3701799"/>
                  </a:lnTo>
                  <a:lnTo>
                    <a:pt x="7976819" y="3649146"/>
                  </a:lnTo>
                  <a:lnTo>
                    <a:pt x="8027019" y="3591046"/>
                  </a:lnTo>
                  <a:lnTo>
                    <a:pt x="8074152" y="3526976"/>
                  </a:lnTo>
                  <a:lnTo>
                    <a:pt x="8118828" y="3456531"/>
                  </a:lnTo>
                  <a:lnTo>
                    <a:pt x="8151487" y="3398605"/>
                  </a:lnTo>
                  <a:lnTo>
                    <a:pt x="8183810" y="3335794"/>
                  </a:lnTo>
                  <a:lnTo>
                    <a:pt x="8215406" y="3269021"/>
                  </a:lnTo>
                  <a:lnTo>
                    <a:pt x="8246446" y="3198205"/>
                  </a:lnTo>
                  <a:lnTo>
                    <a:pt x="8277072" y="3123311"/>
                  </a:lnTo>
                  <a:lnTo>
                    <a:pt x="8307399" y="3044357"/>
                  </a:lnTo>
                  <a:lnTo>
                    <a:pt x="8337526" y="2961414"/>
                  </a:lnTo>
                  <a:lnTo>
                    <a:pt x="8367527" y="2874613"/>
                  </a:lnTo>
                  <a:lnTo>
                    <a:pt x="8397464" y="2784145"/>
                  </a:lnTo>
                  <a:lnTo>
                    <a:pt x="8427381" y="2690266"/>
                  </a:lnTo>
                  <a:lnTo>
                    <a:pt x="8457308" y="2593291"/>
                  </a:lnTo>
                  <a:lnTo>
                    <a:pt x="8487265" y="2493595"/>
                  </a:lnTo>
                  <a:lnTo>
                    <a:pt x="8517260" y="2391607"/>
                  </a:lnTo>
                  <a:lnTo>
                    <a:pt x="8547293" y="2287802"/>
                  </a:lnTo>
                  <a:lnTo>
                    <a:pt x="8577358" y="2182695"/>
                  </a:lnTo>
                  <a:lnTo>
                    <a:pt x="8607443" y="2076829"/>
                  </a:lnTo>
                  <a:lnTo>
                    <a:pt x="8637533" y="1970762"/>
                  </a:lnTo>
                  <a:lnTo>
                    <a:pt x="8667613" y="1865059"/>
                  </a:lnTo>
                  <a:lnTo>
                    <a:pt x="8697670" y="1760274"/>
                  </a:lnTo>
                  <a:lnTo>
                    <a:pt x="8727693" y="1656945"/>
                  </a:lnTo>
                  <a:lnTo>
                    <a:pt x="8757676" y="1555574"/>
                  </a:lnTo>
                  <a:lnTo>
                    <a:pt x="8787623" y="1456625"/>
                  </a:lnTo>
                  <a:lnTo>
                    <a:pt x="8817545" y="1360511"/>
                  </a:lnTo>
                  <a:lnTo>
                    <a:pt x="8847463" y="1267591"/>
                  </a:lnTo>
                  <a:lnTo>
                    <a:pt x="8877414" y="1178163"/>
                  </a:lnTo>
                  <a:lnTo>
                    <a:pt x="8907445" y="1092463"/>
                  </a:lnTo>
                  <a:lnTo>
                    <a:pt x="8937621" y="1010666"/>
                  </a:lnTo>
                  <a:lnTo>
                    <a:pt x="8968024" y="932884"/>
                  </a:lnTo>
                  <a:lnTo>
                    <a:pt x="8998757" y="859173"/>
                  </a:lnTo>
                  <a:lnTo>
                    <a:pt x="9029942" y="789535"/>
                  </a:lnTo>
                  <a:lnTo>
                    <a:pt x="9061730" y="723920"/>
                  </a:lnTo>
                  <a:lnTo>
                    <a:pt x="9084767" y="679721"/>
                  </a:lnTo>
                  <a:lnTo>
                    <a:pt x="9127947" y="604304"/>
                  </a:lnTo>
                  <a:lnTo>
                    <a:pt x="9173159" y="535415"/>
                  </a:lnTo>
                  <a:lnTo>
                    <a:pt x="9220970" y="472820"/>
                  </a:lnTo>
                  <a:lnTo>
                    <a:pt x="9272000" y="416076"/>
                  </a:lnTo>
                  <a:lnTo>
                    <a:pt x="9326895" y="364647"/>
                  </a:lnTo>
                  <a:lnTo>
                    <a:pt x="9386284" y="317984"/>
                  </a:lnTo>
                  <a:lnTo>
                    <a:pt x="9450746" y="275568"/>
                  </a:lnTo>
                  <a:lnTo>
                    <a:pt x="9520745" y="236943"/>
                  </a:lnTo>
                  <a:lnTo>
                    <a:pt x="9596563" y="201730"/>
                  </a:lnTo>
                  <a:lnTo>
                    <a:pt x="9678195" y="169637"/>
                  </a:lnTo>
                  <a:lnTo>
                    <a:pt x="9765241" y="140464"/>
                  </a:lnTo>
                  <a:lnTo>
                    <a:pt x="9856783" y="114098"/>
                  </a:lnTo>
                  <a:lnTo>
                    <a:pt x="9951281" y="90507"/>
                  </a:lnTo>
                  <a:lnTo>
                    <a:pt x="10046526" y="69718"/>
                  </a:lnTo>
                  <a:lnTo>
                    <a:pt x="10139687" y="51790"/>
                  </a:lnTo>
                  <a:lnTo>
                    <a:pt x="10227505" y="36773"/>
                  </a:lnTo>
                  <a:lnTo>
                    <a:pt x="10306635" y="24664"/>
                  </a:lnTo>
                  <a:lnTo>
                    <a:pt x="10374105" y="15369"/>
                  </a:lnTo>
                  <a:lnTo>
                    <a:pt x="10427802" y="8675"/>
                  </a:lnTo>
                  <a:lnTo>
                    <a:pt x="10466867" y="4249"/>
                  </a:lnTo>
                  <a:lnTo>
                    <a:pt x="10491908" y="1661"/>
                  </a:lnTo>
                  <a:lnTo>
                    <a:pt x="10504992" y="424"/>
                  </a:lnTo>
                  <a:lnTo>
                    <a:pt x="10509494" y="33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33" name="pl733"/>
            <p:cNvSpPr/>
            <p:nvPr/>
          </p:nvSpPr>
          <p:spPr>
            <a:xfrm>
              <a:off x="4799595" y="4211508"/>
              <a:ext cx="11981298" cy="4078326"/>
            </a:xfrm>
            <a:custGeom>
              <a:avLst/>
              <a:pathLst>
                <a:path w="11981298" h="4078326">
                  <a:moveTo>
                    <a:pt x="11981298" y="0"/>
                  </a:moveTo>
                  <a:lnTo>
                    <a:pt x="10509911" y="0"/>
                  </a:lnTo>
                  <a:lnTo>
                    <a:pt x="10508973" y="76"/>
                  </a:lnTo>
                  <a:lnTo>
                    <a:pt x="10502783" y="625"/>
                  </a:lnTo>
                  <a:lnTo>
                    <a:pt x="10487093" y="2140"/>
                  </a:lnTo>
                  <a:lnTo>
                    <a:pt x="10458824" y="5125"/>
                  </a:lnTo>
                  <a:lnTo>
                    <a:pt x="10416248" y="10059"/>
                  </a:lnTo>
                  <a:lnTo>
                    <a:pt x="10359118" y="17352"/>
                  </a:lnTo>
                  <a:lnTo>
                    <a:pt x="10288619" y="27307"/>
                  </a:lnTo>
                  <a:lnTo>
                    <a:pt x="10207112" y="40108"/>
                  </a:lnTo>
                  <a:lnTo>
                    <a:pt x="10117704" y="55825"/>
                  </a:lnTo>
                  <a:lnTo>
                    <a:pt x="10023758" y="74445"/>
                  </a:lnTo>
                  <a:lnTo>
                    <a:pt x="9928456" y="95911"/>
                  </a:lnTo>
                  <a:lnTo>
                    <a:pt x="9834490" y="120169"/>
                  </a:lnTo>
                  <a:lnTo>
                    <a:pt x="9743911" y="147202"/>
                  </a:lnTo>
                  <a:lnTo>
                    <a:pt x="9658101" y="177062"/>
                  </a:lnTo>
                  <a:lnTo>
                    <a:pt x="9577844" y="209881"/>
                  </a:lnTo>
                  <a:lnTo>
                    <a:pt x="9503434" y="245883"/>
                  </a:lnTo>
                  <a:lnTo>
                    <a:pt x="9434796" y="285379"/>
                  </a:lnTo>
                  <a:lnTo>
                    <a:pt x="9371599" y="328769"/>
                  </a:lnTo>
                  <a:lnTo>
                    <a:pt x="9313343" y="376526"/>
                  </a:lnTo>
                  <a:lnTo>
                    <a:pt x="9259434" y="429179"/>
                  </a:lnTo>
                  <a:lnTo>
                    <a:pt x="9209234" y="487279"/>
                  </a:lnTo>
                  <a:lnTo>
                    <a:pt x="9162102" y="551349"/>
                  </a:lnTo>
                  <a:lnTo>
                    <a:pt x="9117425" y="621794"/>
                  </a:lnTo>
                  <a:lnTo>
                    <a:pt x="9084767" y="679721"/>
                  </a:lnTo>
                  <a:lnTo>
                    <a:pt x="9052443" y="742531"/>
                  </a:lnTo>
                  <a:lnTo>
                    <a:pt x="9020847" y="809305"/>
                  </a:lnTo>
                  <a:lnTo>
                    <a:pt x="8989807" y="880121"/>
                  </a:lnTo>
                  <a:lnTo>
                    <a:pt x="8959182" y="955014"/>
                  </a:lnTo>
                  <a:lnTo>
                    <a:pt x="8928854" y="1033968"/>
                  </a:lnTo>
                  <a:lnTo>
                    <a:pt x="8898727" y="1116911"/>
                  </a:lnTo>
                  <a:lnTo>
                    <a:pt x="8868726" y="1203712"/>
                  </a:lnTo>
                  <a:lnTo>
                    <a:pt x="8838789" y="1294180"/>
                  </a:lnTo>
                  <a:lnTo>
                    <a:pt x="8808873" y="1388059"/>
                  </a:lnTo>
                  <a:lnTo>
                    <a:pt x="8778945" y="1485034"/>
                  </a:lnTo>
                  <a:lnTo>
                    <a:pt x="8748988" y="1584730"/>
                  </a:lnTo>
                  <a:lnTo>
                    <a:pt x="8718993" y="1686718"/>
                  </a:lnTo>
                  <a:lnTo>
                    <a:pt x="8688960" y="1790523"/>
                  </a:lnTo>
                  <a:lnTo>
                    <a:pt x="8658895" y="1895630"/>
                  </a:lnTo>
                  <a:lnTo>
                    <a:pt x="8628811" y="2001496"/>
                  </a:lnTo>
                  <a:lnTo>
                    <a:pt x="8598720" y="2107563"/>
                  </a:lnTo>
                  <a:lnTo>
                    <a:pt x="8568640" y="2213267"/>
                  </a:lnTo>
                  <a:lnTo>
                    <a:pt x="8538583" y="2318051"/>
                  </a:lnTo>
                  <a:lnTo>
                    <a:pt x="8508561" y="2421381"/>
                  </a:lnTo>
                  <a:lnTo>
                    <a:pt x="8478577" y="2522751"/>
                  </a:lnTo>
                  <a:lnTo>
                    <a:pt x="8448630" y="2621701"/>
                  </a:lnTo>
                  <a:lnTo>
                    <a:pt x="8418708" y="2717814"/>
                  </a:lnTo>
                  <a:lnTo>
                    <a:pt x="8388790" y="2810734"/>
                  </a:lnTo>
                  <a:lnTo>
                    <a:pt x="8358839" y="2900162"/>
                  </a:lnTo>
                  <a:lnTo>
                    <a:pt x="8328808" y="2985862"/>
                  </a:lnTo>
                  <a:lnTo>
                    <a:pt x="8298632" y="3067659"/>
                  </a:lnTo>
                  <a:lnTo>
                    <a:pt x="8268229" y="3145441"/>
                  </a:lnTo>
                  <a:lnTo>
                    <a:pt x="8237497" y="3219152"/>
                  </a:lnTo>
                  <a:lnTo>
                    <a:pt x="8206311" y="3288790"/>
                  </a:lnTo>
                  <a:lnTo>
                    <a:pt x="8174523" y="3354405"/>
                  </a:lnTo>
                  <a:lnTo>
                    <a:pt x="8151487" y="3398605"/>
                  </a:lnTo>
                  <a:lnTo>
                    <a:pt x="8108306" y="3474021"/>
                  </a:lnTo>
                  <a:lnTo>
                    <a:pt x="8063094" y="3542911"/>
                  </a:lnTo>
                  <a:lnTo>
                    <a:pt x="8015283" y="3605506"/>
                  </a:lnTo>
                  <a:lnTo>
                    <a:pt x="7964253" y="3662250"/>
                  </a:lnTo>
                  <a:lnTo>
                    <a:pt x="7909359" y="3713678"/>
                  </a:lnTo>
                  <a:lnTo>
                    <a:pt x="7849969" y="3760341"/>
                  </a:lnTo>
                  <a:lnTo>
                    <a:pt x="7785508" y="3802757"/>
                  </a:lnTo>
                  <a:lnTo>
                    <a:pt x="7715508" y="3841382"/>
                  </a:lnTo>
                  <a:lnTo>
                    <a:pt x="7639690" y="3876595"/>
                  </a:lnTo>
                  <a:lnTo>
                    <a:pt x="7558059" y="3908688"/>
                  </a:lnTo>
                  <a:lnTo>
                    <a:pt x="7471012" y="3937861"/>
                  </a:lnTo>
                  <a:lnTo>
                    <a:pt x="7379470" y="3964227"/>
                  </a:lnTo>
                  <a:lnTo>
                    <a:pt x="7284972" y="3987818"/>
                  </a:lnTo>
                  <a:lnTo>
                    <a:pt x="7189727" y="4008607"/>
                  </a:lnTo>
                  <a:lnTo>
                    <a:pt x="7096566" y="4026535"/>
                  </a:lnTo>
                  <a:lnTo>
                    <a:pt x="7008748" y="4041552"/>
                  </a:lnTo>
                  <a:lnTo>
                    <a:pt x="6929618" y="4053661"/>
                  </a:lnTo>
                  <a:lnTo>
                    <a:pt x="6862148" y="4062956"/>
                  </a:lnTo>
                  <a:lnTo>
                    <a:pt x="6808452" y="4069650"/>
                  </a:lnTo>
                  <a:lnTo>
                    <a:pt x="6769386" y="4074077"/>
                  </a:lnTo>
                  <a:lnTo>
                    <a:pt x="6744345" y="4076664"/>
                  </a:lnTo>
                  <a:lnTo>
                    <a:pt x="6731261" y="4077901"/>
                  </a:lnTo>
                  <a:lnTo>
                    <a:pt x="6726760" y="4078292"/>
                  </a:lnTo>
                  <a:lnTo>
                    <a:pt x="6726343" y="4078326"/>
                  </a:lnTo>
                  <a:lnTo>
                    <a:pt x="5254955" y="4078326"/>
                  </a:lnTo>
                  <a:lnTo>
                    <a:pt x="5253810" y="4078260"/>
                  </a:lnTo>
                  <a:lnTo>
                    <a:pt x="5246282" y="4077788"/>
                  </a:lnTo>
                  <a:lnTo>
                    <a:pt x="5227308" y="4076486"/>
                  </a:lnTo>
                  <a:lnTo>
                    <a:pt x="5193394" y="4073923"/>
                  </a:lnTo>
                  <a:lnTo>
                    <a:pt x="5142861" y="4069700"/>
                  </a:lnTo>
                  <a:lnTo>
                    <a:pt x="5075976" y="4063493"/>
                  </a:lnTo>
                  <a:lnTo>
                    <a:pt x="4994795" y="4055080"/>
                  </a:lnTo>
                  <a:lnTo>
                    <a:pt x="4902689" y="4044350"/>
                  </a:lnTo>
                  <a:lnTo>
                    <a:pt x="4803696" y="4031285"/>
                  </a:lnTo>
                  <a:lnTo>
                    <a:pt x="4701853" y="4015922"/>
                  </a:lnTo>
                  <a:lnTo>
                    <a:pt x="4600686" y="3998311"/>
                  </a:lnTo>
                  <a:lnTo>
                    <a:pt x="4502922" y="3978477"/>
                  </a:lnTo>
                  <a:lnTo>
                    <a:pt x="4410411" y="3956389"/>
                  </a:lnTo>
                  <a:lnTo>
                    <a:pt x="4324200" y="3931941"/>
                  </a:lnTo>
                  <a:lnTo>
                    <a:pt x="4244678" y="3904947"/>
                  </a:lnTo>
                  <a:lnTo>
                    <a:pt x="4171751" y="3875137"/>
                  </a:lnTo>
                  <a:lnTo>
                    <a:pt x="4104990" y="3842164"/>
                  </a:lnTo>
                  <a:lnTo>
                    <a:pt x="4043763" y="3805612"/>
                  </a:lnTo>
                  <a:lnTo>
                    <a:pt x="3987324" y="3765023"/>
                  </a:lnTo>
                  <a:lnTo>
                    <a:pt x="3934886" y="3719924"/>
                  </a:lnTo>
                  <a:lnTo>
                    <a:pt x="3885673" y="3669898"/>
                  </a:lnTo>
                  <a:lnTo>
                    <a:pt x="3838965" y="3614675"/>
                  </a:lnTo>
                  <a:lnTo>
                    <a:pt x="3829811" y="3602930"/>
                  </a:lnTo>
                  <a:lnTo>
                    <a:pt x="3792232" y="3551490"/>
                  </a:lnTo>
                  <a:lnTo>
                    <a:pt x="3755599" y="3496276"/>
                  </a:lnTo>
                  <a:lnTo>
                    <a:pt x="3719655" y="3437210"/>
                  </a:lnTo>
                  <a:lnTo>
                    <a:pt x="3684191" y="3374277"/>
                  </a:lnTo>
                  <a:lnTo>
                    <a:pt x="3649044" y="3307530"/>
                  </a:lnTo>
                  <a:lnTo>
                    <a:pt x="3614083" y="3237097"/>
                  </a:lnTo>
                  <a:lnTo>
                    <a:pt x="3579211" y="3163184"/>
                  </a:lnTo>
                  <a:lnTo>
                    <a:pt x="3544360" y="3086078"/>
                  </a:lnTo>
                  <a:lnTo>
                    <a:pt x="3509485" y="3006142"/>
                  </a:lnTo>
                  <a:lnTo>
                    <a:pt x="3474562" y="2923816"/>
                  </a:lnTo>
                  <a:lnTo>
                    <a:pt x="3439587" y="2839604"/>
                  </a:lnTo>
                  <a:lnTo>
                    <a:pt x="3404567" y="2754064"/>
                  </a:lnTo>
                  <a:lnTo>
                    <a:pt x="3369520" y="2667793"/>
                  </a:lnTo>
                  <a:lnTo>
                    <a:pt x="3334469" y="2581409"/>
                  </a:lnTo>
                  <a:lnTo>
                    <a:pt x="3299436" y="2495534"/>
                  </a:lnTo>
                  <a:lnTo>
                    <a:pt x="3264443" y="2410774"/>
                  </a:lnTo>
                  <a:lnTo>
                    <a:pt x="3229502" y="2327704"/>
                  </a:lnTo>
                  <a:lnTo>
                    <a:pt x="3194611" y="2246848"/>
                  </a:lnTo>
                  <a:lnTo>
                    <a:pt x="3159755" y="2168671"/>
                  </a:lnTo>
                  <a:lnTo>
                    <a:pt x="3124898" y="2093564"/>
                  </a:lnTo>
                  <a:lnTo>
                    <a:pt x="3089978" y="2021842"/>
                  </a:lnTo>
                  <a:lnTo>
                    <a:pt x="3054912" y="1953741"/>
                  </a:lnTo>
                  <a:lnTo>
                    <a:pt x="3019580" y="1889417"/>
                  </a:lnTo>
                  <a:lnTo>
                    <a:pt x="2983832" y="1828948"/>
                  </a:lnTo>
                  <a:lnTo>
                    <a:pt x="2947475" y="1772345"/>
                  </a:lnTo>
                  <a:lnTo>
                    <a:pt x="2910272" y="1719550"/>
                  </a:lnTo>
                  <a:lnTo>
                    <a:pt x="2896531" y="1701345"/>
                  </a:lnTo>
                  <a:lnTo>
                    <a:pt x="2850249" y="1645068"/>
                  </a:lnTo>
                  <a:lnTo>
                    <a:pt x="2801595" y="1594010"/>
                  </a:lnTo>
                  <a:lnTo>
                    <a:pt x="2749867" y="1547951"/>
                  </a:lnTo>
                  <a:lnTo>
                    <a:pt x="2694297" y="1506491"/>
                  </a:lnTo>
                  <a:lnTo>
                    <a:pt x="2634095" y="1469165"/>
                  </a:lnTo>
                  <a:lnTo>
                    <a:pt x="2568504" y="1435506"/>
                  </a:lnTo>
                  <a:lnTo>
                    <a:pt x="2496860" y="1405090"/>
                  </a:lnTo>
                  <a:lnTo>
                    <a:pt x="2418686" y="1377553"/>
                  </a:lnTo>
                  <a:lnTo>
                    <a:pt x="2333807" y="1352611"/>
                  </a:lnTo>
                  <a:lnTo>
                    <a:pt x="2242504" y="1330059"/>
                  </a:lnTo>
                  <a:lnTo>
                    <a:pt x="2145675" y="1309776"/>
                  </a:lnTo>
                  <a:lnTo>
                    <a:pt x="2045002" y="1291718"/>
                  </a:lnTo>
                  <a:lnTo>
                    <a:pt x="1943035" y="1275899"/>
                  </a:lnTo>
                  <a:lnTo>
                    <a:pt x="1843154" y="1262367"/>
                  </a:lnTo>
                  <a:lnTo>
                    <a:pt x="1749329" y="1251166"/>
                  </a:lnTo>
                  <a:lnTo>
                    <a:pt x="1665647" y="1242293"/>
                  </a:lnTo>
                  <a:lnTo>
                    <a:pt x="1595669" y="1235656"/>
                  </a:lnTo>
                  <a:lnTo>
                    <a:pt x="1541762" y="1231057"/>
                  </a:lnTo>
                  <a:lnTo>
                    <a:pt x="1504576" y="1228190"/>
                  </a:lnTo>
                  <a:lnTo>
                    <a:pt x="1482822" y="1226668"/>
                  </a:lnTo>
                  <a:lnTo>
                    <a:pt x="1473350" y="1226064"/>
                  </a:lnTo>
                  <a:lnTo>
                    <a:pt x="1471397" y="1225950"/>
                  </a:lnTo>
                  <a:lnTo>
                    <a:pt x="1471387" y="1225949"/>
                  </a:lnTo>
                  <a:lnTo>
                    <a:pt x="0" y="122594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34" name="pg734"/>
            <p:cNvSpPr/>
            <p:nvPr/>
          </p:nvSpPr>
          <p:spPr>
            <a:xfrm>
              <a:off x="4799595" y="4489390"/>
              <a:ext cx="11981298" cy="3882174"/>
            </a:xfrm>
            <a:custGeom>
              <a:avLst/>
              <a:pathLst>
                <a:path w="11981298" h="3882174">
                  <a:moveTo>
                    <a:pt x="0" y="997105"/>
                  </a:moveTo>
                  <a:lnTo>
                    <a:pt x="1471387" y="997105"/>
                  </a:lnTo>
                  <a:lnTo>
                    <a:pt x="1472530" y="997172"/>
                  </a:lnTo>
                  <a:lnTo>
                    <a:pt x="1480046" y="997648"/>
                  </a:lnTo>
                  <a:lnTo>
                    <a:pt x="1498989" y="998962"/>
                  </a:lnTo>
                  <a:lnTo>
                    <a:pt x="1532851" y="1001551"/>
                  </a:lnTo>
                  <a:lnTo>
                    <a:pt x="1583312" y="1005815"/>
                  </a:lnTo>
                  <a:lnTo>
                    <a:pt x="1650108" y="1012083"/>
                  </a:lnTo>
                  <a:lnTo>
                    <a:pt x="1731195" y="1020578"/>
                  </a:lnTo>
                  <a:lnTo>
                    <a:pt x="1823209" y="1031415"/>
                  </a:lnTo>
                  <a:lnTo>
                    <a:pt x="1922122" y="1044610"/>
                  </a:lnTo>
                  <a:lnTo>
                    <a:pt x="2023901" y="1060128"/>
                  </a:lnTo>
                  <a:lnTo>
                    <a:pt x="2125023" y="1077917"/>
                  </a:lnTo>
                  <a:lnTo>
                    <a:pt x="2222761" y="1097951"/>
                  </a:lnTo>
                  <a:lnTo>
                    <a:pt x="2315261" y="1120263"/>
                  </a:lnTo>
                  <a:lnTo>
                    <a:pt x="2401474" y="1144958"/>
                  </a:lnTo>
                  <a:lnTo>
                    <a:pt x="2481005" y="1172223"/>
                  </a:lnTo>
                  <a:lnTo>
                    <a:pt x="2553948" y="1202330"/>
                  </a:lnTo>
                  <a:lnTo>
                    <a:pt x="2620726" y="1235630"/>
                  </a:lnTo>
                  <a:lnTo>
                    <a:pt x="2681970" y="1272541"/>
                  </a:lnTo>
                  <a:lnTo>
                    <a:pt x="2738424" y="1313526"/>
                  </a:lnTo>
                  <a:lnTo>
                    <a:pt x="2790872" y="1359061"/>
                  </a:lnTo>
                  <a:lnTo>
                    <a:pt x="2840090" y="1409571"/>
                  </a:lnTo>
                  <a:lnTo>
                    <a:pt x="2886798" y="1465329"/>
                  </a:lnTo>
                  <a:lnTo>
                    <a:pt x="2896531" y="1477950"/>
                  </a:lnTo>
                  <a:lnTo>
                    <a:pt x="2933940" y="1529731"/>
                  </a:lnTo>
                  <a:lnTo>
                    <a:pt x="2970411" y="1585296"/>
                  </a:lnTo>
                  <a:lnTo>
                    <a:pt x="3006196" y="1644720"/>
                  </a:lnTo>
                  <a:lnTo>
                    <a:pt x="3041503" y="1708020"/>
                  </a:lnTo>
                  <a:lnTo>
                    <a:pt x="3076494" y="1775143"/>
                  </a:lnTo>
                  <a:lnTo>
                    <a:pt x="3111298" y="1845965"/>
                  </a:lnTo>
                  <a:lnTo>
                    <a:pt x="3146011" y="1920281"/>
                  </a:lnTo>
                  <a:lnTo>
                    <a:pt x="3180702" y="1997808"/>
                  </a:lnTo>
                  <a:lnTo>
                    <a:pt x="3215416" y="2078185"/>
                  </a:lnTo>
                  <a:lnTo>
                    <a:pt x="3250175" y="2160978"/>
                  </a:lnTo>
                  <a:lnTo>
                    <a:pt x="3284987" y="2245685"/>
                  </a:lnTo>
                  <a:lnTo>
                    <a:pt x="3319845" y="2331752"/>
                  </a:lnTo>
                  <a:lnTo>
                    <a:pt x="3354730" y="2418586"/>
                  </a:lnTo>
                  <a:lnTo>
                    <a:pt x="3389621" y="2505571"/>
                  </a:lnTo>
                  <a:lnTo>
                    <a:pt x="3424494" y="2592085"/>
                  </a:lnTo>
                  <a:lnTo>
                    <a:pt x="3459330" y="2677522"/>
                  </a:lnTo>
                  <a:lnTo>
                    <a:pt x="3494115" y="2761307"/>
                  </a:lnTo>
                  <a:lnTo>
                    <a:pt x="3528849" y="2842911"/>
                  </a:lnTo>
                  <a:lnTo>
                    <a:pt x="3563547" y="2921868"/>
                  </a:lnTo>
                  <a:lnTo>
                    <a:pt x="3598242" y="2997778"/>
                  </a:lnTo>
                  <a:lnTo>
                    <a:pt x="3632992" y="3070320"/>
                  </a:lnTo>
                  <a:lnTo>
                    <a:pt x="3667879" y="3139254"/>
                  </a:lnTo>
                  <a:lnTo>
                    <a:pt x="3703014" y="3204414"/>
                  </a:lnTo>
                  <a:lnTo>
                    <a:pt x="3738545" y="3265716"/>
                  </a:lnTo>
                  <a:lnTo>
                    <a:pt x="3774656" y="3323141"/>
                  </a:lnTo>
                  <a:lnTo>
                    <a:pt x="3811575" y="3376740"/>
                  </a:lnTo>
                  <a:lnTo>
                    <a:pt x="3829811" y="3401329"/>
                  </a:lnTo>
                  <a:lnTo>
                    <a:pt x="3876066" y="3458220"/>
                  </a:lnTo>
                  <a:lnTo>
                    <a:pt x="3924690" y="3509838"/>
                  </a:lnTo>
                  <a:lnTo>
                    <a:pt x="3976383" y="3556405"/>
                  </a:lnTo>
                  <a:lnTo>
                    <a:pt x="4031912" y="3598325"/>
                  </a:lnTo>
                  <a:lnTo>
                    <a:pt x="4092066" y="3636067"/>
                  </a:lnTo>
                  <a:lnTo>
                    <a:pt x="4157601" y="3670103"/>
                  </a:lnTo>
                  <a:lnTo>
                    <a:pt x="4229180" y="3700862"/>
                  </a:lnTo>
                  <a:lnTo>
                    <a:pt x="4307280" y="3728710"/>
                  </a:lnTo>
                  <a:lnTo>
                    <a:pt x="4392078" y="3753936"/>
                  </a:lnTo>
                  <a:lnTo>
                    <a:pt x="4483295" y="3776746"/>
                  </a:lnTo>
                  <a:lnTo>
                    <a:pt x="4580039" y="3797263"/>
                  </a:lnTo>
                  <a:lnTo>
                    <a:pt x="4680636" y="3815533"/>
                  </a:lnTo>
                  <a:lnTo>
                    <a:pt x="4782546" y="3831541"/>
                  </a:lnTo>
                  <a:lnTo>
                    <a:pt x="4882401" y="3845238"/>
                  </a:lnTo>
                  <a:lnTo>
                    <a:pt x="4976240" y="3856580"/>
                  </a:lnTo>
                  <a:lnTo>
                    <a:pt x="5059982" y="3865571"/>
                  </a:lnTo>
                  <a:lnTo>
                    <a:pt x="5130063" y="3872300"/>
                  </a:lnTo>
                  <a:lnTo>
                    <a:pt x="5184107" y="3876969"/>
                  </a:lnTo>
                  <a:lnTo>
                    <a:pt x="5221446" y="3879884"/>
                  </a:lnTo>
                  <a:lnTo>
                    <a:pt x="5243347" y="3881435"/>
                  </a:lnTo>
                  <a:lnTo>
                    <a:pt x="5252933" y="3882054"/>
                  </a:lnTo>
                  <a:lnTo>
                    <a:pt x="5254955" y="3882174"/>
                  </a:lnTo>
                  <a:lnTo>
                    <a:pt x="6726343" y="3882174"/>
                  </a:lnTo>
                  <a:lnTo>
                    <a:pt x="6727422" y="3882089"/>
                  </a:lnTo>
                  <a:lnTo>
                    <a:pt x="6734526" y="3881489"/>
                  </a:lnTo>
                  <a:lnTo>
                    <a:pt x="6752463" y="3879829"/>
                  </a:lnTo>
                  <a:lnTo>
                    <a:pt x="6784603" y="3876559"/>
                  </a:lnTo>
                  <a:lnTo>
                    <a:pt x="6832653" y="3871167"/>
                  </a:lnTo>
                  <a:lnTo>
                    <a:pt x="6896522" y="3863229"/>
                  </a:lnTo>
                  <a:lnTo>
                    <a:pt x="6974443" y="3852445"/>
                  </a:lnTo>
                  <a:lnTo>
                    <a:pt x="7063365" y="3838656"/>
                  </a:lnTo>
                  <a:lnTo>
                    <a:pt x="7159536" y="3821825"/>
                  </a:lnTo>
                  <a:lnTo>
                    <a:pt x="7259113" y="3801990"/>
                  </a:lnTo>
                  <a:lnTo>
                    <a:pt x="7358658" y="3779217"/>
                  </a:lnTo>
                  <a:lnTo>
                    <a:pt x="7455433" y="3753548"/>
                  </a:lnTo>
                  <a:lnTo>
                    <a:pt x="7547510" y="3724963"/>
                  </a:lnTo>
                  <a:lnTo>
                    <a:pt x="7633726" y="3693352"/>
                  </a:lnTo>
                  <a:lnTo>
                    <a:pt x="7713566" y="3658505"/>
                  </a:lnTo>
                  <a:lnTo>
                    <a:pt x="7787003" y="3620108"/>
                  </a:lnTo>
                  <a:lnTo>
                    <a:pt x="7854359" y="3577747"/>
                  </a:lnTo>
                  <a:lnTo>
                    <a:pt x="7916177" y="3530920"/>
                  </a:lnTo>
                  <a:lnTo>
                    <a:pt x="7973131" y="3479055"/>
                  </a:lnTo>
                  <a:lnTo>
                    <a:pt x="8025954" y="3421550"/>
                  </a:lnTo>
                  <a:lnTo>
                    <a:pt x="8075387" y="3357831"/>
                  </a:lnTo>
                  <a:lnTo>
                    <a:pt x="8122134" y="3287457"/>
                  </a:lnTo>
                  <a:lnTo>
                    <a:pt x="8151487" y="3237869"/>
                  </a:lnTo>
                  <a:lnTo>
                    <a:pt x="8184578" y="3176851"/>
                  </a:lnTo>
                  <a:lnTo>
                    <a:pt x="8216913" y="3111892"/>
                  </a:lnTo>
                  <a:lnTo>
                    <a:pt x="8248671" y="3042911"/>
                  </a:lnTo>
                  <a:lnTo>
                    <a:pt x="8280004" y="2969877"/>
                  </a:lnTo>
                  <a:lnTo>
                    <a:pt x="8311036" y="2892811"/>
                  </a:lnTo>
                  <a:lnTo>
                    <a:pt x="8341867" y="2811792"/>
                  </a:lnTo>
                  <a:lnTo>
                    <a:pt x="8372577" y="2726961"/>
                  </a:lnTo>
                  <a:lnTo>
                    <a:pt x="8403228" y="2638525"/>
                  </a:lnTo>
                  <a:lnTo>
                    <a:pt x="8433865" y="2546753"/>
                  </a:lnTo>
                  <a:lnTo>
                    <a:pt x="8464519" y="2451980"/>
                  </a:lnTo>
                  <a:lnTo>
                    <a:pt x="8495207" y="2354599"/>
                  </a:lnTo>
                  <a:lnTo>
                    <a:pt x="8525935" y="2255062"/>
                  </a:lnTo>
                  <a:lnTo>
                    <a:pt x="8556702" y="2153862"/>
                  </a:lnTo>
                  <a:lnTo>
                    <a:pt x="8587499" y="2051535"/>
                  </a:lnTo>
                  <a:lnTo>
                    <a:pt x="8618312" y="1948639"/>
                  </a:lnTo>
                  <a:lnTo>
                    <a:pt x="8649125" y="1845747"/>
                  </a:lnTo>
                  <a:lnTo>
                    <a:pt x="8679922" y="1743430"/>
                  </a:lnTo>
                  <a:lnTo>
                    <a:pt x="8710688" y="1642248"/>
                  </a:lnTo>
                  <a:lnTo>
                    <a:pt x="8741417" y="1542733"/>
                  </a:lnTo>
                  <a:lnTo>
                    <a:pt x="8772104" y="1445382"/>
                  </a:lnTo>
                  <a:lnTo>
                    <a:pt x="8802757" y="1350642"/>
                  </a:lnTo>
                  <a:lnTo>
                    <a:pt x="8833394" y="1258909"/>
                  </a:lnTo>
                  <a:lnTo>
                    <a:pt x="8864046" y="1170514"/>
                  </a:lnTo>
                  <a:lnTo>
                    <a:pt x="8894757" y="1085729"/>
                  </a:lnTo>
                  <a:lnTo>
                    <a:pt x="8925590" y="1004756"/>
                  </a:lnTo>
                  <a:lnTo>
                    <a:pt x="8956624" y="927738"/>
                  </a:lnTo>
                  <a:lnTo>
                    <a:pt x="8987962" y="854753"/>
                  </a:lnTo>
                  <a:lnTo>
                    <a:pt x="9019726" y="785821"/>
                  </a:lnTo>
                  <a:lnTo>
                    <a:pt x="9052068" y="720910"/>
                  </a:lnTo>
                  <a:lnTo>
                    <a:pt x="9084767" y="660650"/>
                  </a:lnTo>
                  <a:lnTo>
                    <a:pt x="9130106" y="585827"/>
                  </a:lnTo>
                  <a:lnTo>
                    <a:pt x="9177711" y="517802"/>
                  </a:lnTo>
                  <a:lnTo>
                    <a:pt x="9228240" y="456303"/>
                  </a:lnTo>
                  <a:lnTo>
                    <a:pt x="9282414" y="400826"/>
                  </a:lnTo>
                  <a:lnTo>
                    <a:pt x="9340978" y="350780"/>
                  </a:lnTo>
                  <a:lnTo>
                    <a:pt x="9404649" y="305568"/>
                  </a:lnTo>
                  <a:lnTo>
                    <a:pt x="9474066" y="264638"/>
                  </a:lnTo>
                  <a:lnTo>
                    <a:pt x="9549707" y="227517"/>
                  </a:lnTo>
                  <a:lnTo>
                    <a:pt x="9631789" y="193825"/>
                  </a:lnTo>
                  <a:lnTo>
                    <a:pt x="9720131" y="163284"/>
                  </a:lnTo>
                  <a:lnTo>
                    <a:pt x="9814009" y="135720"/>
                  </a:lnTo>
                  <a:lnTo>
                    <a:pt x="9912007" y="111057"/>
                  </a:lnTo>
                  <a:lnTo>
                    <a:pt x="10011914" y="89298"/>
                  </a:lnTo>
                  <a:lnTo>
                    <a:pt x="10110726" y="70500"/>
                  </a:lnTo>
                  <a:lnTo>
                    <a:pt x="10204820" y="54725"/>
                  </a:lnTo>
                  <a:lnTo>
                    <a:pt x="10290321" y="41990"/>
                  </a:lnTo>
                  <a:lnTo>
                    <a:pt x="10363649" y="32221"/>
                  </a:lnTo>
                  <a:lnTo>
                    <a:pt x="10422140" y="25208"/>
                  </a:lnTo>
                  <a:lnTo>
                    <a:pt x="10464577" y="20608"/>
                  </a:lnTo>
                  <a:lnTo>
                    <a:pt x="10491497" y="17959"/>
                  </a:lnTo>
                  <a:lnTo>
                    <a:pt x="10505208" y="16730"/>
                  </a:lnTo>
                  <a:lnTo>
                    <a:pt x="10509605" y="16369"/>
                  </a:lnTo>
                  <a:lnTo>
                    <a:pt x="10509911" y="16345"/>
                  </a:lnTo>
                  <a:lnTo>
                    <a:pt x="11981298" y="16345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8831" y="84"/>
                  </a:lnTo>
                  <a:lnTo>
                    <a:pt x="10501727" y="684"/>
                  </a:lnTo>
                  <a:lnTo>
                    <a:pt x="10483790" y="2345"/>
                  </a:lnTo>
                  <a:lnTo>
                    <a:pt x="10451650" y="5614"/>
                  </a:lnTo>
                  <a:lnTo>
                    <a:pt x="10403601" y="11006"/>
                  </a:lnTo>
                  <a:lnTo>
                    <a:pt x="10339731" y="18945"/>
                  </a:lnTo>
                  <a:lnTo>
                    <a:pt x="10261810" y="29728"/>
                  </a:lnTo>
                  <a:lnTo>
                    <a:pt x="10172889" y="43517"/>
                  </a:lnTo>
                  <a:lnTo>
                    <a:pt x="10076718" y="60349"/>
                  </a:lnTo>
                  <a:lnTo>
                    <a:pt x="9977140" y="80184"/>
                  </a:lnTo>
                  <a:lnTo>
                    <a:pt x="9877595" y="102956"/>
                  </a:lnTo>
                  <a:lnTo>
                    <a:pt x="9780820" y="128625"/>
                  </a:lnTo>
                  <a:lnTo>
                    <a:pt x="9688743" y="157210"/>
                  </a:lnTo>
                  <a:lnTo>
                    <a:pt x="9602527" y="188822"/>
                  </a:lnTo>
                  <a:lnTo>
                    <a:pt x="9522687" y="223669"/>
                  </a:lnTo>
                  <a:lnTo>
                    <a:pt x="9449250" y="262065"/>
                  </a:lnTo>
                  <a:lnTo>
                    <a:pt x="9381895" y="304426"/>
                  </a:lnTo>
                  <a:lnTo>
                    <a:pt x="9320077" y="351253"/>
                  </a:lnTo>
                  <a:lnTo>
                    <a:pt x="9263123" y="403118"/>
                  </a:lnTo>
                  <a:lnTo>
                    <a:pt x="9210299" y="460624"/>
                  </a:lnTo>
                  <a:lnTo>
                    <a:pt x="9160867" y="524342"/>
                  </a:lnTo>
                  <a:lnTo>
                    <a:pt x="9114119" y="594716"/>
                  </a:lnTo>
                  <a:lnTo>
                    <a:pt x="9084767" y="644304"/>
                  </a:lnTo>
                  <a:lnTo>
                    <a:pt x="9051675" y="705322"/>
                  </a:lnTo>
                  <a:lnTo>
                    <a:pt x="9019340" y="770281"/>
                  </a:lnTo>
                  <a:lnTo>
                    <a:pt x="8987582" y="839262"/>
                  </a:lnTo>
                  <a:lnTo>
                    <a:pt x="8956249" y="912296"/>
                  </a:lnTo>
                  <a:lnTo>
                    <a:pt x="8925217" y="989362"/>
                  </a:lnTo>
                  <a:lnTo>
                    <a:pt x="8894386" y="1070381"/>
                  </a:lnTo>
                  <a:lnTo>
                    <a:pt x="8863676" y="1155212"/>
                  </a:lnTo>
                  <a:lnTo>
                    <a:pt x="8833025" y="1243648"/>
                  </a:lnTo>
                  <a:lnTo>
                    <a:pt x="8802388" y="1335420"/>
                  </a:lnTo>
                  <a:lnTo>
                    <a:pt x="8771734" y="1430194"/>
                  </a:lnTo>
                  <a:lnTo>
                    <a:pt x="8741047" y="1527574"/>
                  </a:lnTo>
                  <a:lnTo>
                    <a:pt x="8710318" y="1627112"/>
                  </a:lnTo>
                  <a:lnTo>
                    <a:pt x="8679551" y="1728311"/>
                  </a:lnTo>
                  <a:lnTo>
                    <a:pt x="8648754" y="1830638"/>
                  </a:lnTo>
                  <a:lnTo>
                    <a:pt x="8617941" y="1933534"/>
                  </a:lnTo>
                  <a:lnTo>
                    <a:pt x="8587128" y="2036426"/>
                  </a:lnTo>
                  <a:lnTo>
                    <a:pt x="8556332" y="2138743"/>
                  </a:lnTo>
                  <a:lnTo>
                    <a:pt x="8525565" y="2239925"/>
                  </a:lnTo>
                  <a:lnTo>
                    <a:pt x="8494837" y="2339440"/>
                  </a:lnTo>
                  <a:lnTo>
                    <a:pt x="8464149" y="2436791"/>
                  </a:lnTo>
                  <a:lnTo>
                    <a:pt x="8433496" y="2531531"/>
                  </a:lnTo>
                  <a:lnTo>
                    <a:pt x="8402859" y="2623265"/>
                  </a:lnTo>
                  <a:lnTo>
                    <a:pt x="8372208" y="2711659"/>
                  </a:lnTo>
                  <a:lnTo>
                    <a:pt x="8341496" y="2796445"/>
                  </a:lnTo>
                  <a:lnTo>
                    <a:pt x="8310663" y="2877417"/>
                  </a:lnTo>
                  <a:lnTo>
                    <a:pt x="8279629" y="2954435"/>
                  </a:lnTo>
                  <a:lnTo>
                    <a:pt x="8248291" y="3027420"/>
                  </a:lnTo>
                  <a:lnTo>
                    <a:pt x="8216527" y="3096352"/>
                  </a:lnTo>
                  <a:lnTo>
                    <a:pt x="8184185" y="3161263"/>
                  </a:lnTo>
                  <a:lnTo>
                    <a:pt x="8151487" y="3221523"/>
                  </a:lnTo>
                  <a:lnTo>
                    <a:pt x="8106147" y="3296347"/>
                  </a:lnTo>
                  <a:lnTo>
                    <a:pt x="8058542" y="3364371"/>
                  </a:lnTo>
                  <a:lnTo>
                    <a:pt x="8008013" y="3425870"/>
                  </a:lnTo>
                  <a:lnTo>
                    <a:pt x="7953839" y="3481347"/>
                  </a:lnTo>
                  <a:lnTo>
                    <a:pt x="7895275" y="3531393"/>
                  </a:lnTo>
                  <a:lnTo>
                    <a:pt x="7831604" y="3576606"/>
                  </a:lnTo>
                  <a:lnTo>
                    <a:pt x="7762187" y="3617535"/>
                  </a:lnTo>
                  <a:lnTo>
                    <a:pt x="7686546" y="3654656"/>
                  </a:lnTo>
                  <a:lnTo>
                    <a:pt x="7604465" y="3688348"/>
                  </a:lnTo>
                  <a:lnTo>
                    <a:pt x="7516123" y="3718889"/>
                  </a:lnTo>
                  <a:lnTo>
                    <a:pt x="7422244" y="3746453"/>
                  </a:lnTo>
                  <a:lnTo>
                    <a:pt x="7324246" y="3771117"/>
                  </a:lnTo>
                  <a:lnTo>
                    <a:pt x="7224340" y="3792875"/>
                  </a:lnTo>
                  <a:lnTo>
                    <a:pt x="7125527" y="3811673"/>
                  </a:lnTo>
                  <a:lnTo>
                    <a:pt x="7031433" y="3827449"/>
                  </a:lnTo>
                  <a:lnTo>
                    <a:pt x="6945932" y="3840183"/>
                  </a:lnTo>
                  <a:lnTo>
                    <a:pt x="6872604" y="3849953"/>
                  </a:lnTo>
                  <a:lnTo>
                    <a:pt x="6814114" y="3856965"/>
                  </a:lnTo>
                  <a:lnTo>
                    <a:pt x="6771676" y="3861565"/>
                  </a:lnTo>
                  <a:lnTo>
                    <a:pt x="6744756" y="3864214"/>
                  </a:lnTo>
                  <a:lnTo>
                    <a:pt x="6731045" y="3865444"/>
                  </a:lnTo>
                  <a:lnTo>
                    <a:pt x="6726648" y="3865804"/>
                  </a:lnTo>
                  <a:lnTo>
                    <a:pt x="6726343" y="3865828"/>
                  </a:lnTo>
                  <a:lnTo>
                    <a:pt x="5254955" y="3865828"/>
                  </a:lnTo>
                  <a:lnTo>
                    <a:pt x="5253812" y="3865761"/>
                  </a:lnTo>
                  <a:lnTo>
                    <a:pt x="5246296" y="3865285"/>
                  </a:lnTo>
                  <a:lnTo>
                    <a:pt x="5227353" y="3863971"/>
                  </a:lnTo>
                  <a:lnTo>
                    <a:pt x="5193491" y="3861382"/>
                  </a:lnTo>
                  <a:lnTo>
                    <a:pt x="5143030" y="3857118"/>
                  </a:lnTo>
                  <a:lnTo>
                    <a:pt x="5076234" y="3850850"/>
                  </a:lnTo>
                  <a:lnTo>
                    <a:pt x="4995147" y="3842355"/>
                  </a:lnTo>
                  <a:lnTo>
                    <a:pt x="4903133" y="3831518"/>
                  </a:lnTo>
                  <a:lnTo>
                    <a:pt x="4804220" y="3818323"/>
                  </a:lnTo>
                  <a:lnTo>
                    <a:pt x="4702441" y="3802805"/>
                  </a:lnTo>
                  <a:lnTo>
                    <a:pt x="4601319" y="3785016"/>
                  </a:lnTo>
                  <a:lnTo>
                    <a:pt x="4503582" y="3764982"/>
                  </a:lnTo>
                  <a:lnTo>
                    <a:pt x="4411082" y="3742670"/>
                  </a:lnTo>
                  <a:lnTo>
                    <a:pt x="4324868" y="3717975"/>
                  </a:lnTo>
                  <a:lnTo>
                    <a:pt x="4245337" y="3690710"/>
                  </a:lnTo>
                  <a:lnTo>
                    <a:pt x="4172394" y="3660603"/>
                  </a:lnTo>
                  <a:lnTo>
                    <a:pt x="4105616" y="3627303"/>
                  </a:lnTo>
                  <a:lnTo>
                    <a:pt x="4044372" y="3590392"/>
                  </a:lnTo>
                  <a:lnTo>
                    <a:pt x="3987918" y="3549407"/>
                  </a:lnTo>
                  <a:lnTo>
                    <a:pt x="3935470" y="3503872"/>
                  </a:lnTo>
                  <a:lnTo>
                    <a:pt x="3886252" y="3453362"/>
                  </a:lnTo>
                  <a:lnTo>
                    <a:pt x="3839544" y="3397604"/>
                  </a:lnTo>
                  <a:lnTo>
                    <a:pt x="3829811" y="3384983"/>
                  </a:lnTo>
                  <a:lnTo>
                    <a:pt x="3792402" y="3333202"/>
                  </a:lnTo>
                  <a:lnTo>
                    <a:pt x="3755932" y="3277637"/>
                  </a:lnTo>
                  <a:lnTo>
                    <a:pt x="3720146" y="3218213"/>
                  </a:lnTo>
                  <a:lnTo>
                    <a:pt x="3684840" y="3154913"/>
                  </a:lnTo>
                  <a:lnTo>
                    <a:pt x="3649848" y="3087790"/>
                  </a:lnTo>
                  <a:lnTo>
                    <a:pt x="3615044" y="3016968"/>
                  </a:lnTo>
                  <a:lnTo>
                    <a:pt x="3580331" y="2942652"/>
                  </a:lnTo>
                  <a:lnTo>
                    <a:pt x="3545640" y="2865125"/>
                  </a:lnTo>
                  <a:lnTo>
                    <a:pt x="3510927" y="2784748"/>
                  </a:lnTo>
                  <a:lnTo>
                    <a:pt x="3476167" y="2701955"/>
                  </a:lnTo>
                  <a:lnTo>
                    <a:pt x="3441355" y="2617248"/>
                  </a:lnTo>
                  <a:lnTo>
                    <a:pt x="3406498" y="2531181"/>
                  </a:lnTo>
                  <a:lnTo>
                    <a:pt x="3371612" y="2444347"/>
                  </a:lnTo>
                  <a:lnTo>
                    <a:pt x="3336721" y="2357362"/>
                  </a:lnTo>
                  <a:lnTo>
                    <a:pt x="3301848" y="2270848"/>
                  </a:lnTo>
                  <a:lnTo>
                    <a:pt x="3267013" y="2185411"/>
                  </a:lnTo>
                  <a:lnTo>
                    <a:pt x="3232227" y="2101626"/>
                  </a:lnTo>
                  <a:lnTo>
                    <a:pt x="3197493" y="2020022"/>
                  </a:lnTo>
                  <a:lnTo>
                    <a:pt x="3162795" y="1941065"/>
                  </a:lnTo>
                  <a:lnTo>
                    <a:pt x="3128100" y="1865155"/>
                  </a:lnTo>
                  <a:lnTo>
                    <a:pt x="3093350" y="1792613"/>
                  </a:lnTo>
                  <a:lnTo>
                    <a:pt x="3058464" y="1723679"/>
                  </a:lnTo>
                  <a:lnTo>
                    <a:pt x="3023328" y="1658519"/>
                  </a:lnTo>
                  <a:lnTo>
                    <a:pt x="2987797" y="1597217"/>
                  </a:lnTo>
                  <a:lnTo>
                    <a:pt x="2951687" y="1539792"/>
                  </a:lnTo>
                  <a:lnTo>
                    <a:pt x="2914767" y="1486193"/>
                  </a:lnTo>
                  <a:lnTo>
                    <a:pt x="2896531" y="1461604"/>
                  </a:lnTo>
                  <a:lnTo>
                    <a:pt x="2850276" y="1404713"/>
                  </a:lnTo>
                  <a:lnTo>
                    <a:pt x="2801652" y="1353095"/>
                  </a:lnTo>
                  <a:lnTo>
                    <a:pt x="2749960" y="1306528"/>
                  </a:lnTo>
                  <a:lnTo>
                    <a:pt x="2694430" y="1264608"/>
                  </a:lnTo>
                  <a:lnTo>
                    <a:pt x="2634276" y="1226866"/>
                  </a:lnTo>
                  <a:lnTo>
                    <a:pt x="2568741" y="1192830"/>
                  </a:lnTo>
                  <a:lnTo>
                    <a:pt x="2497162" y="1162071"/>
                  </a:lnTo>
                  <a:lnTo>
                    <a:pt x="2419062" y="1134223"/>
                  </a:lnTo>
                  <a:lnTo>
                    <a:pt x="2334265" y="1108997"/>
                  </a:lnTo>
                  <a:lnTo>
                    <a:pt x="2243047" y="1086187"/>
                  </a:lnTo>
                  <a:lnTo>
                    <a:pt x="2146304" y="1065670"/>
                  </a:lnTo>
                  <a:lnTo>
                    <a:pt x="2045706" y="1047400"/>
                  </a:lnTo>
                  <a:lnTo>
                    <a:pt x="1943796" y="1031392"/>
                  </a:lnTo>
                  <a:lnTo>
                    <a:pt x="1843941" y="1017695"/>
                  </a:lnTo>
                  <a:lnTo>
                    <a:pt x="1750103" y="1006353"/>
                  </a:lnTo>
                  <a:lnTo>
                    <a:pt x="1666360" y="997362"/>
                  </a:lnTo>
                  <a:lnTo>
                    <a:pt x="1596280" y="990633"/>
                  </a:lnTo>
                  <a:lnTo>
                    <a:pt x="1542235" y="985964"/>
                  </a:lnTo>
                  <a:lnTo>
                    <a:pt x="1504896" y="983049"/>
                  </a:lnTo>
                  <a:lnTo>
                    <a:pt x="1482995" y="981498"/>
                  </a:lnTo>
                  <a:lnTo>
                    <a:pt x="1473409" y="980879"/>
                  </a:lnTo>
                  <a:lnTo>
                    <a:pt x="1471387" y="980759"/>
                  </a:lnTo>
                  <a:lnTo>
                    <a:pt x="0" y="980759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735" name="pl735"/>
            <p:cNvSpPr/>
            <p:nvPr/>
          </p:nvSpPr>
          <p:spPr>
            <a:xfrm>
              <a:off x="4799595" y="4505736"/>
              <a:ext cx="11981298" cy="3865828"/>
            </a:xfrm>
            <a:custGeom>
              <a:avLst/>
              <a:pathLst>
                <a:path w="11981298" h="3865828">
                  <a:moveTo>
                    <a:pt x="0" y="980759"/>
                  </a:moveTo>
                  <a:lnTo>
                    <a:pt x="1471387" y="980759"/>
                  </a:lnTo>
                  <a:lnTo>
                    <a:pt x="1472530" y="980826"/>
                  </a:lnTo>
                  <a:lnTo>
                    <a:pt x="1480046" y="981302"/>
                  </a:lnTo>
                  <a:lnTo>
                    <a:pt x="1498989" y="982616"/>
                  </a:lnTo>
                  <a:lnTo>
                    <a:pt x="1532851" y="985205"/>
                  </a:lnTo>
                  <a:lnTo>
                    <a:pt x="1583312" y="989469"/>
                  </a:lnTo>
                  <a:lnTo>
                    <a:pt x="1650108" y="995737"/>
                  </a:lnTo>
                  <a:lnTo>
                    <a:pt x="1731195" y="1004232"/>
                  </a:lnTo>
                  <a:lnTo>
                    <a:pt x="1823209" y="1015069"/>
                  </a:lnTo>
                  <a:lnTo>
                    <a:pt x="1922122" y="1028264"/>
                  </a:lnTo>
                  <a:lnTo>
                    <a:pt x="2023901" y="1043782"/>
                  </a:lnTo>
                  <a:lnTo>
                    <a:pt x="2125023" y="1061571"/>
                  </a:lnTo>
                  <a:lnTo>
                    <a:pt x="2222761" y="1081605"/>
                  </a:lnTo>
                  <a:lnTo>
                    <a:pt x="2315261" y="1103917"/>
                  </a:lnTo>
                  <a:lnTo>
                    <a:pt x="2401474" y="1128612"/>
                  </a:lnTo>
                  <a:lnTo>
                    <a:pt x="2481005" y="1155877"/>
                  </a:lnTo>
                  <a:lnTo>
                    <a:pt x="2553948" y="1185984"/>
                  </a:lnTo>
                  <a:lnTo>
                    <a:pt x="2620726" y="1219284"/>
                  </a:lnTo>
                  <a:lnTo>
                    <a:pt x="2681970" y="1256195"/>
                  </a:lnTo>
                  <a:lnTo>
                    <a:pt x="2738424" y="1297180"/>
                  </a:lnTo>
                  <a:lnTo>
                    <a:pt x="2790872" y="1342715"/>
                  </a:lnTo>
                  <a:lnTo>
                    <a:pt x="2840090" y="1393225"/>
                  </a:lnTo>
                  <a:lnTo>
                    <a:pt x="2886798" y="1448983"/>
                  </a:lnTo>
                  <a:lnTo>
                    <a:pt x="2896531" y="1461604"/>
                  </a:lnTo>
                  <a:lnTo>
                    <a:pt x="2933940" y="1513386"/>
                  </a:lnTo>
                  <a:lnTo>
                    <a:pt x="2970411" y="1568950"/>
                  </a:lnTo>
                  <a:lnTo>
                    <a:pt x="3006196" y="1628374"/>
                  </a:lnTo>
                  <a:lnTo>
                    <a:pt x="3041503" y="1691674"/>
                  </a:lnTo>
                  <a:lnTo>
                    <a:pt x="3076494" y="1758797"/>
                  </a:lnTo>
                  <a:lnTo>
                    <a:pt x="3111298" y="1829619"/>
                  </a:lnTo>
                  <a:lnTo>
                    <a:pt x="3146011" y="1903935"/>
                  </a:lnTo>
                  <a:lnTo>
                    <a:pt x="3180702" y="1981462"/>
                  </a:lnTo>
                  <a:lnTo>
                    <a:pt x="3215416" y="2061839"/>
                  </a:lnTo>
                  <a:lnTo>
                    <a:pt x="3250175" y="2144632"/>
                  </a:lnTo>
                  <a:lnTo>
                    <a:pt x="3284987" y="2229339"/>
                  </a:lnTo>
                  <a:lnTo>
                    <a:pt x="3319845" y="2315406"/>
                  </a:lnTo>
                  <a:lnTo>
                    <a:pt x="3354730" y="2402240"/>
                  </a:lnTo>
                  <a:lnTo>
                    <a:pt x="3389621" y="2489225"/>
                  </a:lnTo>
                  <a:lnTo>
                    <a:pt x="3424494" y="2575739"/>
                  </a:lnTo>
                  <a:lnTo>
                    <a:pt x="3459330" y="2661176"/>
                  </a:lnTo>
                  <a:lnTo>
                    <a:pt x="3494115" y="2744961"/>
                  </a:lnTo>
                  <a:lnTo>
                    <a:pt x="3528849" y="2826565"/>
                  </a:lnTo>
                  <a:lnTo>
                    <a:pt x="3563547" y="2905522"/>
                  </a:lnTo>
                  <a:lnTo>
                    <a:pt x="3598242" y="2981432"/>
                  </a:lnTo>
                  <a:lnTo>
                    <a:pt x="3632992" y="3053974"/>
                  </a:lnTo>
                  <a:lnTo>
                    <a:pt x="3667879" y="3122908"/>
                  </a:lnTo>
                  <a:lnTo>
                    <a:pt x="3703014" y="3188068"/>
                  </a:lnTo>
                  <a:lnTo>
                    <a:pt x="3738545" y="3249370"/>
                  </a:lnTo>
                  <a:lnTo>
                    <a:pt x="3774656" y="3306795"/>
                  </a:lnTo>
                  <a:lnTo>
                    <a:pt x="3811575" y="3360394"/>
                  </a:lnTo>
                  <a:lnTo>
                    <a:pt x="3829811" y="3384983"/>
                  </a:lnTo>
                  <a:lnTo>
                    <a:pt x="3876066" y="3441874"/>
                  </a:lnTo>
                  <a:lnTo>
                    <a:pt x="3924690" y="3493492"/>
                  </a:lnTo>
                  <a:lnTo>
                    <a:pt x="3976383" y="3540059"/>
                  </a:lnTo>
                  <a:lnTo>
                    <a:pt x="4031912" y="3581979"/>
                  </a:lnTo>
                  <a:lnTo>
                    <a:pt x="4092066" y="3619721"/>
                  </a:lnTo>
                  <a:lnTo>
                    <a:pt x="4157601" y="3653757"/>
                  </a:lnTo>
                  <a:lnTo>
                    <a:pt x="4229180" y="3684516"/>
                  </a:lnTo>
                  <a:lnTo>
                    <a:pt x="4307280" y="3712364"/>
                  </a:lnTo>
                  <a:lnTo>
                    <a:pt x="4392078" y="3737590"/>
                  </a:lnTo>
                  <a:lnTo>
                    <a:pt x="4483295" y="3760400"/>
                  </a:lnTo>
                  <a:lnTo>
                    <a:pt x="4580039" y="3780917"/>
                  </a:lnTo>
                  <a:lnTo>
                    <a:pt x="4680636" y="3799187"/>
                  </a:lnTo>
                  <a:lnTo>
                    <a:pt x="4782546" y="3815195"/>
                  </a:lnTo>
                  <a:lnTo>
                    <a:pt x="4882401" y="3828892"/>
                  </a:lnTo>
                  <a:lnTo>
                    <a:pt x="4976240" y="3840234"/>
                  </a:lnTo>
                  <a:lnTo>
                    <a:pt x="5059982" y="3849225"/>
                  </a:lnTo>
                  <a:lnTo>
                    <a:pt x="5130063" y="3855954"/>
                  </a:lnTo>
                  <a:lnTo>
                    <a:pt x="5184107" y="3860623"/>
                  </a:lnTo>
                  <a:lnTo>
                    <a:pt x="5221446" y="3863538"/>
                  </a:lnTo>
                  <a:lnTo>
                    <a:pt x="5243347" y="3865089"/>
                  </a:lnTo>
                  <a:lnTo>
                    <a:pt x="5252933" y="3865708"/>
                  </a:lnTo>
                  <a:lnTo>
                    <a:pt x="5254943" y="3865827"/>
                  </a:lnTo>
                  <a:lnTo>
                    <a:pt x="5254955" y="3865828"/>
                  </a:lnTo>
                  <a:lnTo>
                    <a:pt x="6726343" y="3865828"/>
                  </a:lnTo>
                  <a:lnTo>
                    <a:pt x="6727422" y="3865743"/>
                  </a:lnTo>
                  <a:lnTo>
                    <a:pt x="6734526" y="3865143"/>
                  </a:lnTo>
                  <a:lnTo>
                    <a:pt x="6752463" y="3863483"/>
                  </a:lnTo>
                  <a:lnTo>
                    <a:pt x="6784603" y="3860213"/>
                  </a:lnTo>
                  <a:lnTo>
                    <a:pt x="6832653" y="3854821"/>
                  </a:lnTo>
                  <a:lnTo>
                    <a:pt x="6896522" y="3846883"/>
                  </a:lnTo>
                  <a:lnTo>
                    <a:pt x="6974443" y="3836099"/>
                  </a:lnTo>
                  <a:lnTo>
                    <a:pt x="7063365" y="3822310"/>
                  </a:lnTo>
                  <a:lnTo>
                    <a:pt x="7159536" y="3805479"/>
                  </a:lnTo>
                  <a:lnTo>
                    <a:pt x="7259113" y="3785644"/>
                  </a:lnTo>
                  <a:lnTo>
                    <a:pt x="7358658" y="3762871"/>
                  </a:lnTo>
                  <a:lnTo>
                    <a:pt x="7455433" y="3737202"/>
                  </a:lnTo>
                  <a:lnTo>
                    <a:pt x="7547510" y="3708617"/>
                  </a:lnTo>
                  <a:lnTo>
                    <a:pt x="7633726" y="3677006"/>
                  </a:lnTo>
                  <a:lnTo>
                    <a:pt x="7713566" y="3642159"/>
                  </a:lnTo>
                  <a:lnTo>
                    <a:pt x="7787003" y="3603762"/>
                  </a:lnTo>
                  <a:lnTo>
                    <a:pt x="7854359" y="3561401"/>
                  </a:lnTo>
                  <a:lnTo>
                    <a:pt x="7916177" y="3514574"/>
                  </a:lnTo>
                  <a:lnTo>
                    <a:pt x="7973131" y="3462709"/>
                  </a:lnTo>
                  <a:lnTo>
                    <a:pt x="8025954" y="3405204"/>
                  </a:lnTo>
                  <a:lnTo>
                    <a:pt x="8075387" y="3341485"/>
                  </a:lnTo>
                  <a:lnTo>
                    <a:pt x="8122134" y="3271111"/>
                  </a:lnTo>
                  <a:lnTo>
                    <a:pt x="8151487" y="3221523"/>
                  </a:lnTo>
                  <a:lnTo>
                    <a:pt x="8184578" y="3160505"/>
                  </a:lnTo>
                  <a:lnTo>
                    <a:pt x="8216913" y="3095546"/>
                  </a:lnTo>
                  <a:lnTo>
                    <a:pt x="8248671" y="3026565"/>
                  </a:lnTo>
                  <a:lnTo>
                    <a:pt x="8280004" y="2953531"/>
                  </a:lnTo>
                  <a:lnTo>
                    <a:pt x="8311036" y="2876465"/>
                  </a:lnTo>
                  <a:lnTo>
                    <a:pt x="8341867" y="2795446"/>
                  </a:lnTo>
                  <a:lnTo>
                    <a:pt x="8372577" y="2710615"/>
                  </a:lnTo>
                  <a:lnTo>
                    <a:pt x="8403228" y="2622179"/>
                  </a:lnTo>
                  <a:lnTo>
                    <a:pt x="8433865" y="2530407"/>
                  </a:lnTo>
                  <a:lnTo>
                    <a:pt x="8464519" y="2435634"/>
                  </a:lnTo>
                  <a:lnTo>
                    <a:pt x="8495207" y="2338253"/>
                  </a:lnTo>
                  <a:lnTo>
                    <a:pt x="8525935" y="2238716"/>
                  </a:lnTo>
                  <a:lnTo>
                    <a:pt x="8556702" y="2137516"/>
                  </a:lnTo>
                  <a:lnTo>
                    <a:pt x="8587499" y="2035189"/>
                  </a:lnTo>
                  <a:lnTo>
                    <a:pt x="8618312" y="1932293"/>
                  </a:lnTo>
                  <a:lnTo>
                    <a:pt x="8649125" y="1829401"/>
                  </a:lnTo>
                  <a:lnTo>
                    <a:pt x="8679922" y="1727084"/>
                  </a:lnTo>
                  <a:lnTo>
                    <a:pt x="8710688" y="1625902"/>
                  </a:lnTo>
                  <a:lnTo>
                    <a:pt x="8741417" y="1526387"/>
                  </a:lnTo>
                  <a:lnTo>
                    <a:pt x="8772104" y="1429036"/>
                  </a:lnTo>
                  <a:lnTo>
                    <a:pt x="8802757" y="1334296"/>
                  </a:lnTo>
                  <a:lnTo>
                    <a:pt x="8833394" y="1242563"/>
                  </a:lnTo>
                  <a:lnTo>
                    <a:pt x="8864046" y="1154168"/>
                  </a:lnTo>
                  <a:lnTo>
                    <a:pt x="8894757" y="1069383"/>
                  </a:lnTo>
                  <a:lnTo>
                    <a:pt x="8925590" y="988410"/>
                  </a:lnTo>
                  <a:lnTo>
                    <a:pt x="8956624" y="911392"/>
                  </a:lnTo>
                  <a:lnTo>
                    <a:pt x="8987962" y="838407"/>
                  </a:lnTo>
                  <a:lnTo>
                    <a:pt x="9019726" y="769475"/>
                  </a:lnTo>
                  <a:lnTo>
                    <a:pt x="9052068" y="704564"/>
                  </a:lnTo>
                  <a:lnTo>
                    <a:pt x="9084767" y="644304"/>
                  </a:lnTo>
                  <a:lnTo>
                    <a:pt x="9130106" y="569481"/>
                  </a:lnTo>
                  <a:lnTo>
                    <a:pt x="9177711" y="501456"/>
                  </a:lnTo>
                  <a:lnTo>
                    <a:pt x="9228240" y="439957"/>
                  </a:lnTo>
                  <a:lnTo>
                    <a:pt x="9282414" y="384480"/>
                  </a:lnTo>
                  <a:lnTo>
                    <a:pt x="9340978" y="334434"/>
                  </a:lnTo>
                  <a:lnTo>
                    <a:pt x="9404649" y="289222"/>
                  </a:lnTo>
                  <a:lnTo>
                    <a:pt x="9474066" y="248292"/>
                  </a:lnTo>
                  <a:lnTo>
                    <a:pt x="9549707" y="211171"/>
                  </a:lnTo>
                  <a:lnTo>
                    <a:pt x="9631789" y="177479"/>
                  </a:lnTo>
                  <a:lnTo>
                    <a:pt x="9720131" y="146938"/>
                  </a:lnTo>
                  <a:lnTo>
                    <a:pt x="9814009" y="119374"/>
                  </a:lnTo>
                  <a:lnTo>
                    <a:pt x="9912007" y="94711"/>
                  </a:lnTo>
                  <a:lnTo>
                    <a:pt x="10011914" y="72952"/>
                  </a:lnTo>
                  <a:lnTo>
                    <a:pt x="10110726" y="54154"/>
                  </a:lnTo>
                  <a:lnTo>
                    <a:pt x="10204820" y="38379"/>
                  </a:lnTo>
                  <a:lnTo>
                    <a:pt x="10290321" y="25644"/>
                  </a:lnTo>
                  <a:lnTo>
                    <a:pt x="10363649" y="15875"/>
                  </a:lnTo>
                  <a:lnTo>
                    <a:pt x="10422140" y="8862"/>
                  </a:lnTo>
                  <a:lnTo>
                    <a:pt x="10464577" y="4262"/>
                  </a:lnTo>
                  <a:lnTo>
                    <a:pt x="10491497" y="1613"/>
                  </a:lnTo>
                  <a:lnTo>
                    <a:pt x="10505208" y="384"/>
                  </a:lnTo>
                  <a:lnTo>
                    <a:pt x="10509605" y="23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36" name="pl736"/>
            <p:cNvSpPr/>
            <p:nvPr/>
          </p:nvSpPr>
          <p:spPr>
            <a:xfrm>
              <a:off x="4799595" y="4489390"/>
              <a:ext cx="11981298" cy="3865828"/>
            </a:xfrm>
            <a:custGeom>
              <a:avLst/>
              <a:pathLst>
                <a:path w="11981298" h="3865828">
                  <a:moveTo>
                    <a:pt x="11981298" y="0"/>
                  </a:moveTo>
                  <a:lnTo>
                    <a:pt x="10509911" y="0"/>
                  </a:lnTo>
                  <a:lnTo>
                    <a:pt x="10508831" y="84"/>
                  </a:lnTo>
                  <a:lnTo>
                    <a:pt x="10501727" y="684"/>
                  </a:lnTo>
                  <a:lnTo>
                    <a:pt x="10483790" y="2345"/>
                  </a:lnTo>
                  <a:lnTo>
                    <a:pt x="10451650" y="5614"/>
                  </a:lnTo>
                  <a:lnTo>
                    <a:pt x="10403601" y="11006"/>
                  </a:lnTo>
                  <a:lnTo>
                    <a:pt x="10339731" y="18945"/>
                  </a:lnTo>
                  <a:lnTo>
                    <a:pt x="10261810" y="29728"/>
                  </a:lnTo>
                  <a:lnTo>
                    <a:pt x="10172889" y="43517"/>
                  </a:lnTo>
                  <a:lnTo>
                    <a:pt x="10076718" y="60349"/>
                  </a:lnTo>
                  <a:lnTo>
                    <a:pt x="9977140" y="80184"/>
                  </a:lnTo>
                  <a:lnTo>
                    <a:pt x="9877595" y="102956"/>
                  </a:lnTo>
                  <a:lnTo>
                    <a:pt x="9780820" y="128625"/>
                  </a:lnTo>
                  <a:lnTo>
                    <a:pt x="9688743" y="157210"/>
                  </a:lnTo>
                  <a:lnTo>
                    <a:pt x="9602527" y="188822"/>
                  </a:lnTo>
                  <a:lnTo>
                    <a:pt x="9522687" y="223669"/>
                  </a:lnTo>
                  <a:lnTo>
                    <a:pt x="9449250" y="262065"/>
                  </a:lnTo>
                  <a:lnTo>
                    <a:pt x="9381895" y="304426"/>
                  </a:lnTo>
                  <a:lnTo>
                    <a:pt x="9320077" y="351253"/>
                  </a:lnTo>
                  <a:lnTo>
                    <a:pt x="9263123" y="403118"/>
                  </a:lnTo>
                  <a:lnTo>
                    <a:pt x="9210299" y="460624"/>
                  </a:lnTo>
                  <a:lnTo>
                    <a:pt x="9160867" y="524342"/>
                  </a:lnTo>
                  <a:lnTo>
                    <a:pt x="9114119" y="594716"/>
                  </a:lnTo>
                  <a:lnTo>
                    <a:pt x="9084767" y="644304"/>
                  </a:lnTo>
                  <a:lnTo>
                    <a:pt x="9051675" y="705322"/>
                  </a:lnTo>
                  <a:lnTo>
                    <a:pt x="9019340" y="770281"/>
                  </a:lnTo>
                  <a:lnTo>
                    <a:pt x="8987582" y="839262"/>
                  </a:lnTo>
                  <a:lnTo>
                    <a:pt x="8956249" y="912296"/>
                  </a:lnTo>
                  <a:lnTo>
                    <a:pt x="8925217" y="989362"/>
                  </a:lnTo>
                  <a:lnTo>
                    <a:pt x="8894386" y="1070381"/>
                  </a:lnTo>
                  <a:lnTo>
                    <a:pt x="8863676" y="1155212"/>
                  </a:lnTo>
                  <a:lnTo>
                    <a:pt x="8833025" y="1243648"/>
                  </a:lnTo>
                  <a:lnTo>
                    <a:pt x="8802388" y="1335420"/>
                  </a:lnTo>
                  <a:lnTo>
                    <a:pt x="8771734" y="1430194"/>
                  </a:lnTo>
                  <a:lnTo>
                    <a:pt x="8741047" y="1527574"/>
                  </a:lnTo>
                  <a:lnTo>
                    <a:pt x="8710318" y="1627112"/>
                  </a:lnTo>
                  <a:lnTo>
                    <a:pt x="8679551" y="1728311"/>
                  </a:lnTo>
                  <a:lnTo>
                    <a:pt x="8648754" y="1830638"/>
                  </a:lnTo>
                  <a:lnTo>
                    <a:pt x="8617941" y="1933534"/>
                  </a:lnTo>
                  <a:lnTo>
                    <a:pt x="8587128" y="2036426"/>
                  </a:lnTo>
                  <a:lnTo>
                    <a:pt x="8556332" y="2138743"/>
                  </a:lnTo>
                  <a:lnTo>
                    <a:pt x="8525565" y="2239925"/>
                  </a:lnTo>
                  <a:lnTo>
                    <a:pt x="8494837" y="2339440"/>
                  </a:lnTo>
                  <a:lnTo>
                    <a:pt x="8464149" y="2436791"/>
                  </a:lnTo>
                  <a:lnTo>
                    <a:pt x="8433496" y="2531531"/>
                  </a:lnTo>
                  <a:lnTo>
                    <a:pt x="8402859" y="2623265"/>
                  </a:lnTo>
                  <a:lnTo>
                    <a:pt x="8372208" y="2711659"/>
                  </a:lnTo>
                  <a:lnTo>
                    <a:pt x="8341496" y="2796445"/>
                  </a:lnTo>
                  <a:lnTo>
                    <a:pt x="8310663" y="2877417"/>
                  </a:lnTo>
                  <a:lnTo>
                    <a:pt x="8279629" y="2954435"/>
                  </a:lnTo>
                  <a:lnTo>
                    <a:pt x="8248291" y="3027420"/>
                  </a:lnTo>
                  <a:lnTo>
                    <a:pt x="8216527" y="3096352"/>
                  </a:lnTo>
                  <a:lnTo>
                    <a:pt x="8184185" y="3161263"/>
                  </a:lnTo>
                  <a:lnTo>
                    <a:pt x="8151487" y="3221523"/>
                  </a:lnTo>
                  <a:lnTo>
                    <a:pt x="8106147" y="3296347"/>
                  </a:lnTo>
                  <a:lnTo>
                    <a:pt x="8058542" y="3364371"/>
                  </a:lnTo>
                  <a:lnTo>
                    <a:pt x="8008013" y="3425870"/>
                  </a:lnTo>
                  <a:lnTo>
                    <a:pt x="7953839" y="3481347"/>
                  </a:lnTo>
                  <a:lnTo>
                    <a:pt x="7895275" y="3531393"/>
                  </a:lnTo>
                  <a:lnTo>
                    <a:pt x="7831604" y="3576606"/>
                  </a:lnTo>
                  <a:lnTo>
                    <a:pt x="7762187" y="3617535"/>
                  </a:lnTo>
                  <a:lnTo>
                    <a:pt x="7686546" y="3654656"/>
                  </a:lnTo>
                  <a:lnTo>
                    <a:pt x="7604465" y="3688348"/>
                  </a:lnTo>
                  <a:lnTo>
                    <a:pt x="7516123" y="3718889"/>
                  </a:lnTo>
                  <a:lnTo>
                    <a:pt x="7422244" y="3746453"/>
                  </a:lnTo>
                  <a:lnTo>
                    <a:pt x="7324246" y="3771117"/>
                  </a:lnTo>
                  <a:lnTo>
                    <a:pt x="7224340" y="3792875"/>
                  </a:lnTo>
                  <a:lnTo>
                    <a:pt x="7125527" y="3811673"/>
                  </a:lnTo>
                  <a:lnTo>
                    <a:pt x="7031433" y="3827449"/>
                  </a:lnTo>
                  <a:lnTo>
                    <a:pt x="6945932" y="3840183"/>
                  </a:lnTo>
                  <a:lnTo>
                    <a:pt x="6872604" y="3849953"/>
                  </a:lnTo>
                  <a:lnTo>
                    <a:pt x="6814114" y="3856965"/>
                  </a:lnTo>
                  <a:lnTo>
                    <a:pt x="6771676" y="3861565"/>
                  </a:lnTo>
                  <a:lnTo>
                    <a:pt x="6744756" y="3864214"/>
                  </a:lnTo>
                  <a:lnTo>
                    <a:pt x="6731045" y="3865444"/>
                  </a:lnTo>
                  <a:lnTo>
                    <a:pt x="6726648" y="3865804"/>
                  </a:lnTo>
                  <a:lnTo>
                    <a:pt x="6726343" y="3865828"/>
                  </a:lnTo>
                  <a:lnTo>
                    <a:pt x="5254955" y="3865828"/>
                  </a:lnTo>
                  <a:lnTo>
                    <a:pt x="5253812" y="3865761"/>
                  </a:lnTo>
                  <a:lnTo>
                    <a:pt x="5246296" y="3865285"/>
                  </a:lnTo>
                  <a:lnTo>
                    <a:pt x="5227353" y="3863971"/>
                  </a:lnTo>
                  <a:lnTo>
                    <a:pt x="5193491" y="3861382"/>
                  </a:lnTo>
                  <a:lnTo>
                    <a:pt x="5143030" y="3857118"/>
                  </a:lnTo>
                  <a:lnTo>
                    <a:pt x="5076234" y="3850850"/>
                  </a:lnTo>
                  <a:lnTo>
                    <a:pt x="4995147" y="3842355"/>
                  </a:lnTo>
                  <a:lnTo>
                    <a:pt x="4903133" y="3831518"/>
                  </a:lnTo>
                  <a:lnTo>
                    <a:pt x="4804220" y="3818323"/>
                  </a:lnTo>
                  <a:lnTo>
                    <a:pt x="4702441" y="3802805"/>
                  </a:lnTo>
                  <a:lnTo>
                    <a:pt x="4601319" y="3785016"/>
                  </a:lnTo>
                  <a:lnTo>
                    <a:pt x="4503582" y="3764982"/>
                  </a:lnTo>
                  <a:lnTo>
                    <a:pt x="4411082" y="3742670"/>
                  </a:lnTo>
                  <a:lnTo>
                    <a:pt x="4324868" y="3717975"/>
                  </a:lnTo>
                  <a:lnTo>
                    <a:pt x="4245337" y="3690710"/>
                  </a:lnTo>
                  <a:lnTo>
                    <a:pt x="4172394" y="3660603"/>
                  </a:lnTo>
                  <a:lnTo>
                    <a:pt x="4105616" y="3627303"/>
                  </a:lnTo>
                  <a:lnTo>
                    <a:pt x="4044372" y="3590392"/>
                  </a:lnTo>
                  <a:lnTo>
                    <a:pt x="3987918" y="3549407"/>
                  </a:lnTo>
                  <a:lnTo>
                    <a:pt x="3935470" y="3503872"/>
                  </a:lnTo>
                  <a:lnTo>
                    <a:pt x="3886252" y="3453362"/>
                  </a:lnTo>
                  <a:lnTo>
                    <a:pt x="3839544" y="3397604"/>
                  </a:lnTo>
                  <a:lnTo>
                    <a:pt x="3829811" y="3384983"/>
                  </a:lnTo>
                  <a:lnTo>
                    <a:pt x="3792402" y="3333202"/>
                  </a:lnTo>
                  <a:lnTo>
                    <a:pt x="3755932" y="3277637"/>
                  </a:lnTo>
                  <a:lnTo>
                    <a:pt x="3720146" y="3218213"/>
                  </a:lnTo>
                  <a:lnTo>
                    <a:pt x="3684840" y="3154913"/>
                  </a:lnTo>
                  <a:lnTo>
                    <a:pt x="3649848" y="3087790"/>
                  </a:lnTo>
                  <a:lnTo>
                    <a:pt x="3615044" y="3016968"/>
                  </a:lnTo>
                  <a:lnTo>
                    <a:pt x="3580331" y="2942652"/>
                  </a:lnTo>
                  <a:lnTo>
                    <a:pt x="3545640" y="2865125"/>
                  </a:lnTo>
                  <a:lnTo>
                    <a:pt x="3510927" y="2784748"/>
                  </a:lnTo>
                  <a:lnTo>
                    <a:pt x="3476167" y="2701955"/>
                  </a:lnTo>
                  <a:lnTo>
                    <a:pt x="3441355" y="2617248"/>
                  </a:lnTo>
                  <a:lnTo>
                    <a:pt x="3406498" y="2531181"/>
                  </a:lnTo>
                  <a:lnTo>
                    <a:pt x="3371612" y="2444347"/>
                  </a:lnTo>
                  <a:lnTo>
                    <a:pt x="3336721" y="2357362"/>
                  </a:lnTo>
                  <a:lnTo>
                    <a:pt x="3301848" y="2270848"/>
                  </a:lnTo>
                  <a:lnTo>
                    <a:pt x="3267013" y="2185411"/>
                  </a:lnTo>
                  <a:lnTo>
                    <a:pt x="3232227" y="2101626"/>
                  </a:lnTo>
                  <a:lnTo>
                    <a:pt x="3197493" y="2020022"/>
                  </a:lnTo>
                  <a:lnTo>
                    <a:pt x="3162795" y="1941065"/>
                  </a:lnTo>
                  <a:lnTo>
                    <a:pt x="3128100" y="1865155"/>
                  </a:lnTo>
                  <a:lnTo>
                    <a:pt x="3093350" y="1792613"/>
                  </a:lnTo>
                  <a:lnTo>
                    <a:pt x="3058464" y="1723679"/>
                  </a:lnTo>
                  <a:lnTo>
                    <a:pt x="3023328" y="1658519"/>
                  </a:lnTo>
                  <a:lnTo>
                    <a:pt x="2987797" y="1597217"/>
                  </a:lnTo>
                  <a:lnTo>
                    <a:pt x="2951687" y="1539792"/>
                  </a:lnTo>
                  <a:lnTo>
                    <a:pt x="2914767" y="1486193"/>
                  </a:lnTo>
                  <a:lnTo>
                    <a:pt x="2896531" y="1461604"/>
                  </a:lnTo>
                  <a:lnTo>
                    <a:pt x="2850276" y="1404713"/>
                  </a:lnTo>
                  <a:lnTo>
                    <a:pt x="2801652" y="1353095"/>
                  </a:lnTo>
                  <a:lnTo>
                    <a:pt x="2749960" y="1306528"/>
                  </a:lnTo>
                  <a:lnTo>
                    <a:pt x="2694430" y="1264608"/>
                  </a:lnTo>
                  <a:lnTo>
                    <a:pt x="2634276" y="1226866"/>
                  </a:lnTo>
                  <a:lnTo>
                    <a:pt x="2568741" y="1192830"/>
                  </a:lnTo>
                  <a:lnTo>
                    <a:pt x="2497162" y="1162071"/>
                  </a:lnTo>
                  <a:lnTo>
                    <a:pt x="2419062" y="1134223"/>
                  </a:lnTo>
                  <a:lnTo>
                    <a:pt x="2334265" y="1108997"/>
                  </a:lnTo>
                  <a:lnTo>
                    <a:pt x="2243047" y="1086187"/>
                  </a:lnTo>
                  <a:lnTo>
                    <a:pt x="2146304" y="1065670"/>
                  </a:lnTo>
                  <a:lnTo>
                    <a:pt x="2045706" y="1047400"/>
                  </a:lnTo>
                  <a:lnTo>
                    <a:pt x="1943796" y="1031392"/>
                  </a:lnTo>
                  <a:lnTo>
                    <a:pt x="1843941" y="1017695"/>
                  </a:lnTo>
                  <a:lnTo>
                    <a:pt x="1750103" y="1006353"/>
                  </a:lnTo>
                  <a:lnTo>
                    <a:pt x="1666360" y="997362"/>
                  </a:lnTo>
                  <a:lnTo>
                    <a:pt x="1596280" y="990633"/>
                  </a:lnTo>
                  <a:lnTo>
                    <a:pt x="1542235" y="985964"/>
                  </a:lnTo>
                  <a:lnTo>
                    <a:pt x="1504896" y="983049"/>
                  </a:lnTo>
                  <a:lnTo>
                    <a:pt x="1482995" y="981498"/>
                  </a:lnTo>
                  <a:lnTo>
                    <a:pt x="1473409" y="980879"/>
                  </a:lnTo>
                  <a:lnTo>
                    <a:pt x="1471399" y="980760"/>
                  </a:lnTo>
                  <a:lnTo>
                    <a:pt x="1471387" y="980759"/>
                  </a:lnTo>
                  <a:lnTo>
                    <a:pt x="0" y="98075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37" name="pg737"/>
            <p:cNvSpPr/>
            <p:nvPr/>
          </p:nvSpPr>
          <p:spPr>
            <a:xfrm>
              <a:off x="4799595" y="5086019"/>
              <a:ext cx="11981298" cy="3342756"/>
            </a:xfrm>
            <a:custGeom>
              <a:avLst/>
              <a:pathLst>
                <a:path w="11981298" h="3342756">
                  <a:moveTo>
                    <a:pt x="0" y="433168"/>
                  </a:moveTo>
                  <a:lnTo>
                    <a:pt x="1471387" y="433168"/>
                  </a:lnTo>
                  <a:lnTo>
                    <a:pt x="1472529" y="433236"/>
                  </a:lnTo>
                  <a:lnTo>
                    <a:pt x="1480035" y="433715"/>
                  </a:lnTo>
                  <a:lnTo>
                    <a:pt x="1498955" y="435039"/>
                  </a:lnTo>
                  <a:lnTo>
                    <a:pt x="1532778" y="437646"/>
                  </a:lnTo>
                  <a:lnTo>
                    <a:pt x="1583184" y="441941"/>
                  </a:lnTo>
                  <a:lnTo>
                    <a:pt x="1649914" y="448254"/>
                  </a:lnTo>
                  <a:lnTo>
                    <a:pt x="1730930" y="456811"/>
                  </a:lnTo>
                  <a:lnTo>
                    <a:pt x="1822874" y="467727"/>
                  </a:lnTo>
                  <a:lnTo>
                    <a:pt x="1921726" y="481021"/>
                  </a:lnTo>
                  <a:lnTo>
                    <a:pt x="2023457" y="496654"/>
                  </a:lnTo>
                  <a:lnTo>
                    <a:pt x="2124545" y="514575"/>
                  </a:lnTo>
                  <a:lnTo>
                    <a:pt x="2222262" y="534760"/>
                  </a:lnTo>
                  <a:lnTo>
                    <a:pt x="2314754" y="557239"/>
                  </a:lnTo>
                  <a:lnTo>
                    <a:pt x="2400968" y="582118"/>
                  </a:lnTo>
                  <a:lnTo>
                    <a:pt x="2480507" y="609586"/>
                  </a:lnTo>
                  <a:lnTo>
                    <a:pt x="2553462" y="639915"/>
                  </a:lnTo>
                  <a:lnTo>
                    <a:pt x="2620253" y="673459"/>
                  </a:lnTo>
                  <a:lnTo>
                    <a:pt x="2681510" y="710637"/>
                  </a:lnTo>
                  <a:lnTo>
                    <a:pt x="2737974" y="751918"/>
                  </a:lnTo>
                  <a:lnTo>
                    <a:pt x="2790430" y="797779"/>
                  </a:lnTo>
                  <a:lnTo>
                    <a:pt x="2839652" y="848649"/>
                  </a:lnTo>
                  <a:lnTo>
                    <a:pt x="2886361" y="904807"/>
                  </a:lnTo>
                  <a:lnTo>
                    <a:pt x="2896531" y="918100"/>
                  </a:lnTo>
                  <a:lnTo>
                    <a:pt x="2933814" y="970136"/>
                  </a:lnTo>
                  <a:lnTo>
                    <a:pt x="2970163" y="1025961"/>
                  </a:lnTo>
                  <a:lnTo>
                    <a:pt x="3005831" y="1085651"/>
                  </a:lnTo>
                  <a:lnTo>
                    <a:pt x="3041021" y="1149224"/>
                  </a:lnTo>
                  <a:lnTo>
                    <a:pt x="3075897" y="1216627"/>
                  </a:lnTo>
                  <a:lnTo>
                    <a:pt x="3110584" y="1287738"/>
                  </a:lnTo>
                  <a:lnTo>
                    <a:pt x="3145179" y="1362354"/>
                  </a:lnTo>
                  <a:lnTo>
                    <a:pt x="3179751" y="1440194"/>
                  </a:lnTo>
                  <a:lnTo>
                    <a:pt x="3214345" y="1520899"/>
                  </a:lnTo>
                  <a:lnTo>
                    <a:pt x="3248984" y="1604038"/>
                  </a:lnTo>
                  <a:lnTo>
                    <a:pt x="3283675" y="1689113"/>
                  </a:lnTo>
                  <a:lnTo>
                    <a:pt x="3318411" y="1775572"/>
                  </a:lnTo>
                  <a:lnTo>
                    <a:pt x="3353176" y="1862823"/>
                  </a:lnTo>
                  <a:lnTo>
                    <a:pt x="3387948" y="1950254"/>
                  </a:lnTo>
                  <a:lnTo>
                    <a:pt x="3422703" y="2037242"/>
                  </a:lnTo>
                  <a:lnTo>
                    <a:pt x="3457422" y="2123183"/>
                  </a:lnTo>
                  <a:lnTo>
                    <a:pt x="3492091" y="2207499"/>
                  </a:lnTo>
                  <a:lnTo>
                    <a:pt x="3526709" y="2289661"/>
                  </a:lnTo>
                  <a:lnTo>
                    <a:pt x="3561290" y="2369197"/>
                  </a:lnTo>
                  <a:lnTo>
                    <a:pt x="3595865" y="2445705"/>
                  </a:lnTo>
                  <a:lnTo>
                    <a:pt x="3630489" y="2518861"/>
                  </a:lnTo>
                  <a:lnTo>
                    <a:pt x="3665243" y="2588415"/>
                  </a:lnTo>
                  <a:lnTo>
                    <a:pt x="3700235" y="2654201"/>
                  </a:lnTo>
                  <a:lnTo>
                    <a:pt x="3735606" y="2716125"/>
                  </a:lnTo>
                  <a:lnTo>
                    <a:pt x="3771536" y="2774167"/>
                  </a:lnTo>
                  <a:lnTo>
                    <a:pt x="3808248" y="2828368"/>
                  </a:lnTo>
                  <a:lnTo>
                    <a:pt x="3829811" y="2857825"/>
                  </a:lnTo>
                  <a:lnTo>
                    <a:pt x="3876046" y="2915176"/>
                  </a:lnTo>
                  <a:lnTo>
                    <a:pt x="3924646" y="2967213"/>
                  </a:lnTo>
                  <a:lnTo>
                    <a:pt x="3976313" y="3014161"/>
                  </a:lnTo>
                  <a:lnTo>
                    <a:pt x="4031812" y="3056425"/>
                  </a:lnTo>
                  <a:lnTo>
                    <a:pt x="4091929" y="3094479"/>
                  </a:lnTo>
                  <a:lnTo>
                    <a:pt x="4157423" y="3128798"/>
                  </a:lnTo>
                  <a:lnTo>
                    <a:pt x="4228952" y="3159813"/>
                  </a:lnTo>
                  <a:lnTo>
                    <a:pt x="4306997" y="3187894"/>
                  </a:lnTo>
                  <a:lnTo>
                    <a:pt x="4391732" y="3213333"/>
                  </a:lnTo>
                  <a:lnTo>
                    <a:pt x="4482885" y="3236337"/>
                  </a:lnTo>
                  <a:lnTo>
                    <a:pt x="4579564" y="3257030"/>
                  </a:lnTo>
                  <a:lnTo>
                    <a:pt x="4680104" y="3275458"/>
                  </a:lnTo>
                  <a:lnTo>
                    <a:pt x="4781971" y="3291607"/>
                  </a:lnTo>
                  <a:lnTo>
                    <a:pt x="4881806" y="3305429"/>
                  </a:lnTo>
                  <a:lnTo>
                    <a:pt x="4975655" y="3316877"/>
                  </a:lnTo>
                  <a:lnTo>
                    <a:pt x="5059442" y="3325957"/>
                  </a:lnTo>
                  <a:lnTo>
                    <a:pt x="5129600" y="3332756"/>
                  </a:lnTo>
                  <a:lnTo>
                    <a:pt x="5183748" y="3337477"/>
                  </a:lnTo>
                  <a:lnTo>
                    <a:pt x="5221204" y="3340429"/>
                  </a:lnTo>
                  <a:lnTo>
                    <a:pt x="5243215" y="3342002"/>
                  </a:lnTo>
                  <a:lnTo>
                    <a:pt x="5252888" y="3342632"/>
                  </a:lnTo>
                  <a:lnTo>
                    <a:pt x="5254955" y="3342756"/>
                  </a:lnTo>
                  <a:lnTo>
                    <a:pt x="6726343" y="3342756"/>
                  </a:lnTo>
                  <a:lnTo>
                    <a:pt x="6727459" y="3342681"/>
                  </a:lnTo>
                  <a:lnTo>
                    <a:pt x="6734805" y="3342148"/>
                  </a:lnTo>
                  <a:lnTo>
                    <a:pt x="6753332" y="3340676"/>
                  </a:lnTo>
                  <a:lnTo>
                    <a:pt x="6786483" y="3337777"/>
                  </a:lnTo>
                  <a:lnTo>
                    <a:pt x="6835950" y="3332999"/>
                  </a:lnTo>
                  <a:lnTo>
                    <a:pt x="6901543" y="3325970"/>
                  </a:lnTo>
                  <a:lnTo>
                    <a:pt x="6981332" y="3316435"/>
                  </a:lnTo>
                  <a:lnTo>
                    <a:pt x="7072084" y="3304261"/>
                  </a:lnTo>
                  <a:lnTo>
                    <a:pt x="7169884" y="3289421"/>
                  </a:lnTo>
                  <a:lnTo>
                    <a:pt x="7270775" y="3271955"/>
                  </a:lnTo>
                  <a:lnTo>
                    <a:pt x="7371267" y="3251921"/>
                  </a:lnTo>
                  <a:lnTo>
                    <a:pt x="7468626" y="3229351"/>
                  </a:lnTo>
                  <a:lnTo>
                    <a:pt x="7560967" y="3204216"/>
                  </a:lnTo>
                  <a:lnTo>
                    <a:pt x="7647194" y="3176407"/>
                  </a:lnTo>
                  <a:lnTo>
                    <a:pt x="7726860" y="3145723"/>
                  </a:lnTo>
                  <a:lnTo>
                    <a:pt x="7800010" y="3111872"/>
                  </a:lnTo>
                  <a:lnTo>
                    <a:pt x="7867025" y="3074470"/>
                  </a:lnTo>
                  <a:lnTo>
                    <a:pt x="7928503" y="3033059"/>
                  </a:lnTo>
                  <a:lnTo>
                    <a:pt x="7985157" y="2987123"/>
                  </a:lnTo>
                  <a:lnTo>
                    <a:pt x="8037751" y="2936128"/>
                  </a:lnTo>
                  <a:lnTo>
                    <a:pt x="8087049" y="2879585"/>
                  </a:lnTo>
                  <a:lnTo>
                    <a:pt x="8133765" y="2817147"/>
                  </a:lnTo>
                  <a:lnTo>
                    <a:pt x="8151487" y="2791078"/>
                  </a:lnTo>
                  <a:lnTo>
                    <a:pt x="8186851" y="2735073"/>
                  </a:lnTo>
                  <a:lnTo>
                    <a:pt x="8221363" y="2675200"/>
                  </a:lnTo>
                  <a:lnTo>
                    <a:pt x="8255243" y="2611381"/>
                  </a:lnTo>
                  <a:lnTo>
                    <a:pt x="8288667" y="2543592"/>
                  </a:lnTo>
                  <a:lnTo>
                    <a:pt x="8321781" y="2471870"/>
                  </a:lnTo>
                  <a:lnTo>
                    <a:pt x="8354699" y="2396318"/>
                  </a:lnTo>
                  <a:lnTo>
                    <a:pt x="8387511" y="2317109"/>
                  </a:lnTo>
                  <a:lnTo>
                    <a:pt x="8420283" y="2234490"/>
                  </a:lnTo>
                  <a:lnTo>
                    <a:pt x="8453059" y="2148779"/>
                  </a:lnTo>
                  <a:lnTo>
                    <a:pt x="8485869" y="2060364"/>
                  </a:lnTo>
                  <a:lnTo>
                    <a:pt x="8518724" y="1969698"/>
                  </a:lnTo>
                  <a:lnTo>
                    <a:pt x="8551624" y="1877286"/>
                  </a:lnTo>
                  <a:lnTo>
                    <a:pt x="8584561" y="1783682"/>
                  </a:lnTo>
                  <a:lnTo>
                    <a:pt x="8617517" y="1689468"/>
                  </a:lnTo>
                  <a:lnTo>
                    <a:pt x="8650474" y="1595243"/>
                  </a:lnTo>
                  <a:lnTo>
                    <a:pt x="8683411" y="1501606"/>
                  </a:lnTo>
                  <a:lnTo>
                    <a:pt x="8716313" y="1409140"/>
                  </a:lnTo>
                  <a:lnTo>
                    <a:pt x="8749170" y="1318400"/>
                  </a:lnTo>
                  <a:lnTo>
                    <a:pt x="8781981" y="1229893"/>
                  </a:lnTo>
                  <a:lnTo>
                    <a:pt x="8814758" y="1144075"/>
                  </a:lnTo>
                  <a:lnTo>
                    <a:pt x="8847529" y="1061336"/>
                  </a:lnTo>
                  <a:lnTo>
                    <a:pt x="8880339" y="981996"/>
                  </a:lnTo>
                  <a:lnTo>
                    <a:pt x="8913252" y="906305"/>
                  </a:lnTo>
                  <a:lnTo>
                    <a:pt x="8946356" y="834439"/>
                  </a:lnTo>
                  <a:lnTo>
                    <a:pt x="8979767" y="766503"/>
                  </a:lnTo>
                  <a:lnTo>
                    <a:pt x="9013627" y="702538"/>
                  </a:lnTo>
                  <a:lnTo>
                    <a:pt x="9048112" y="642520"/>
                  </a:lnTo>
                  <a:lnTo>
                    <a:pt x="9083440" y="586373"/>
                  </a:lnTo>
                  <a:lnTo>
                    <a:pt x="9084767" y="584369"/>
                  </a:lnTo>
                  <a:lnTo>
                    <a:pt x="9130647" y="519590"/>
                  </a:lnTo>
                  <a:lnTo>
                    <a:pt x="9178853" y="460768"/>
                  </a:lnTo>
                  <a:lnTo>
                    <a:pt x="9230068" y="407654"/>
                  </a:lnTo>
                  <a:lnTo>
                    <a:pt x="9285041" y="359801"/>
                  </a:lnTo>
                  <a:lnTo>
                    <a:pt x="9344541" y="316682"/>
                  </a:lnTo>
                  <a:lnTo>
                    <a:pt x="9409310" y="277770"/>
                  </a:lnTo>
                  <a:lnTo>
                    <a:pt x="9479999" y="242578"/>
                  </a:lnTo>
                  <a:lnTo>
                    <a:pt x="9557087" y="210695"/>
                  </a:lnTo>
                  <a:lnTo>
                    <a:pt x="9640768" y="181790"/>
                  </a:lnTo>
                  <a:lnTo>
                    <a:pt x="9730806" y="155626"/>
                  </a:lnTo>
                  <a:lnTo>
                    <a:pt x="9826380" y="132059"/>
                  </a:lnTo>
                  <a:lnTo>
                    <a:pt x="9925924" y="111031"/>
                  </a:lnTo>
                  <a:lnTo>
                    <a:pt x="10027037" y="92554"/>
                  </a:lnTo>
                  <a:lnTo>
                    <a:pt x="10126502" y="76679"/>
                  </a:lnTo>
                  <a:lnTo>
                    <a:pt x="10220494" y="63460"/>
                  </a:lnTo>
                  <a:lnTo>
                    <a:pt x="10305013" y="52901"/>
                  </a:lnTo>
                  <a:lnTo>
                    <a:pt x="10376477" y="44915"/>
                  </a:lnTo>
                  <a:lnTo>
                    <a:pt x="10432381" y="39294"/>
                  </a:lnTo>
                  <a:lnTo>
                    <a:pt x="10471821" y="35710"/>
                  </a:lnTo>
                  <a:lnTo>
                    <a:pt x="10495754" y="33736"/>
                  </a:lnTo>
                  <a:lnTo>
                    <a:pt x="10506965" y="32894"/>
                  </a:lnTo>
                  <a:lnTo>
                    <a:pt x="10509911" y="32691"/>
                  </a:lnTo>
                  <a:lnTo>
                    <a:pt x="11981298" y="32691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8794" y="74"/>
                  </a:lnTo>
                  <a:lnTo>
                    <a:pt x="10501448" y="607"/>
                  </a:lnTo>
                  <a:lnTo>
                    <a:pt x="10482921" y="2079"/>
                  </a:lnTo>
                  <a:lnTo>
                    <a:pt x="10449770" y="4979"/>
                  </a:lnTo>
                  <a:lnTo>
                    <a:pt x="10400303" y="9757"/>
                  </a:lnTo>
                  <a:lnTo>
                    <a:pt x="10334710" y="16785"/>
                  </a:lnTo>
                  <a:lnTo>
                    <a:pt x="10254921" y="26320"/>
                  </a:lnTo>
                  <a:lnTo>
                    <a:pt x="10164169" y="38494"/>
                  </a:lnTo>
                  <a:lnTo>
                    <a:pt x="10066369" y="53334"/>
                  </a:lnTo>
                  <a:lnTo>
                    <a:pt x="9965478" y="70800"/>
                  </a:lnTo>
                  <a:lnTo>
                    <a:pt x="9864986" y="90834"/>
                  </a:lnTo>
                  <a:lnTo>
                    <a:pt x="9767627" y="113405"/>
                  </a:lnTo>
                  <a:lnTo>
                    <a:pt x="9675286" y="138540"/>
                  </a:lnTo>
                  <a:lnTo>
                    <a:pt x="9589060" y="166349"/>
                  </a:lnTo>
                  <a:lnTo>
                    <a:pt x="9509394" y="197032"/>
                  </a:lnTo>
                  <a:lnTo>
                    <a:pt x="9436244" y="230884"/>
                  </a:lnTo>
                  <a:lnTo>
                    <a:pt x="9369228" y="268285"/>
                  </a:lnTo>
                  <a:lnTo>
                    <a:pt x="9307750" y="309697"/>
                  </a:lnTo>
                  <a:lnTo>
                    <a:pt x="9251097" y="355633"/>
                  </a:lnTo>
                  <a:lnTo>
                    <a:pt x="9198502" y="406627"/>
                  </a:lnTo>
                  <a:lnTo>
                    <a:pt x="9149204" y="463171"/>
                  </a:lnTo>
                  <a:lnTo>
                    <a:pt x="9102489" y="525608"/>
                  </a:lnTo>
                  <a:lnTo>
                    <a:pt x="9084767" y="551677"/>
                  </a:lnTo>
                  <a:lnTo>
                    <a:pt x="9049403" y="607683"/>
                  </a:lnTo>
                  <a:lnTo>
                    <a:pt x="9014890" y="667556"/>
                  </a:lnTo>
                  <a:lnTo>
                    <a:pt x="8981011" y="731374"/>
                  </a:lnTo>
                  <a:lnTo>
                    <a:pt x="8947586" y="799163"/>
                  </a:lnTo>
                  <a:lnTo>
                    <a:pt x="8914472" y="870886"/>
                  </a:lnTo>
                  <a:lnTo>
                    <a:pt x="8881554" y="946438"/>
                  </a:lnTo>
                  <a:lnTo>
                    <a:pt x="8848742" y="1025646"/>
                  </a:lnTo>
                  <a:lnTo>
                    <a:pt x="8815970" y="1108265"/>
                  </a:lnTo>
                  <a:lnTo>
                    <a:pt x="8783194" y="1193976"/>
                  </a:lnTo>
                  <a:lnTo>
                    <a:pt x="8750384" y="1282391"/>
                  </a:lnTo>
                  <a:lnTo>
                    <a:pt x="8717530" y="1373058"/>
                  </a:lnTo>
                  <a:lnTo>
                    <a:pt x="8684629" y="1465469"/>
                  </a:lnTo>
                  <a:lnTo>
                    <a:pt x="8651693" y="1559073"/>
                  </a:lnTo>
                  <a:lnTo>
                    <a:pt x="8618736" y="1653287"/>
                  </a:lnTo>
                  <a:lnTo>
                    <a:pt x="8585780" y="1747512"/>
                  </a:lnTo>
                  <a:lnTo>
                    <a:pt x="8552842" y="1841149"/>
                  </a:lnTo>
                  <a:lnTo>
                    <a:pt x="8519940" y="1933615"/>
                  </a:lnTo>
                  <a:lnTo>
                    <a:pt x="8487083" y="2024356"/>
                  </a:lnTo>
                  <a:lnTo>
                    <a:pt x="8454272" y="2112862"/>
                  </a:lnTo>
                  <a:lnTo>
                    <a:pt x="8421495" y="2198680"/>
                  </a:lnTo>
                  <a:lnTo>
                    <a:pt x="8388724" y="2281420"/>
                  </a:lnTo>
                  <a:lnTo>
                    <a:pt x="8355915" y="2360759"/>
                  </a:lnTo>
                  <a:lnTo>
                    <a:pt x="8323002" y="2436450"/>
                  </a:lnTo>
                  <a:lnTo>
                    <a:pt x="8289897" y="2508316"/>
                  </a:lnTo>
                  <a:lnTo>
                    <a:pt x="8256486" y="2576252"/>
                  </a:lnTo>
                  <a:lnTo>
                    <a:pt x="8222627" y="2640217"/>
                  </a:lnTo>
                  <a:lnTo>
                    <a:pt x="8188141" y="2700235"/>
                  </a:lnTo>
                  <a:lnTo>
                    <a:pt x="8152813" y="2756382"/>
                  </a:lnTo>
                  <a:lnTo>
                    <a:pt x="8151487" y="2758386"/>
                  </a:lnTo>
                  <a:lnTo>
                    <a:pt x="8105606" y="2823165"/>
                  </a:lnTo>
                  <a:lnTo>
                    <a:pt x="8057400" y="2881988"/>
                  </a:lnTo>
                  <a:lnTo>
                    <a:pt x="8006185" y="2935101"/>
                  </a:lnTo>
                  <a:lnTo>
                    <a:pt x="7951212" y="2982954"/>
                  </a:lnTo>
                  <a:lnTo>
                    <a:pt x="7891712" y="3026073"/>
                  </a:lnTo>
                  <a:lnTo>
                    <a:pt x="7826944" y="3064986"/>
                  </a:lnTo>
                  <a:lnTo>
                    <a:pt x="7756255" y="3100177"/>
                  </a:lnTo>
                  <a:lnTo>
                    <a:pt x="7679166" y="3132060"/>
                  </a:lnTo>
                  <a:lnTo>
                    <a:pt x="7595486" y="3160966"/>
                  </a:lnTo>
                  <a:lnTo>
                    <a:pt x="7505447" y="3187129"/>
                  </a:lnTo>
                  <a:lnTo>
                    <a:pt x="7409874" y="3210696"/>
                  </a:lnTo>
                  <a:lnTo>
                    <a:pt x="7310329" y="3231724"/>
                  </a:lnTo>
                  <a:lnTo>
                    <a:pt x="7209216" y="3250202"/>
                  </a:lnTo>
                  <a:lnTo>
                    <a:pt x="7109752" y="3266076"/>
                  </a:lnTo>
                  <a:lnTo>
                    <a:pt x="7015759" y="3279295"/>
                  </a:lnTo>
                  <a:lnTo>
                    <a:pt x="6931241" y="3289854"/>
                  </a:lnTo>
                  <a:lnTo>
                    <a:pt x="6859776" y="3297840"/>
                  </a:lnTo>
                  <a:lnTo>
                    <a:pt x="6803872" y="3303461"/>
                  </a:lnTo>
                  <a:lnTo>
                    <a:pt x="6764432" y="3307045"/>
                  </a:lnTo>
                  <a:lnTo>
                    <a:pt x="6740499" y="3309019"/>
                  </a:lnTo>
                  <a:lnTo>
                    <a:pt x="6729288" y="3309861"/>
                  </a:lnTo>
                  <a:lnTo>
                    <a:pt x="6726343" y="3310064"/>
                  </a:lnTo>
                  <a:lnTo>
                    <a:pt x="5254955" y="3310064"/>
                  </a:lnTo>
                  <a:lnTo>
                    <a:pt x="5253813" y="3309997"/>
                  </a:lnTo>
                  <a:lnTo>
                    <a:pt x="5246307" y="3309518"/>
                  </a:lnTo>
                  <a:lnTo>
                    <a:pt x="5227387" y="3308193"/>
                  </a:lnTo>
                  <a:lnTo>
                    <a:pt x="5193564" y="3305586"/>
                  </a:lnTo>
                  <a:lnTo>
                    <a:pt x="5143158" y="3301292"/>
                  </a:lnTo>
                  <a:lnTo>
                    <a:pt x="5076428" y="3294978"/>
                  </a:lnTo>
                  <a:lnTo>
                    <a:pt x="4995413" y="3286421"/>
                  </a:lnTo>
                  <a:lnTo>
                    <a:pt x="4903468" y="3275505"/>
                  </a:lnTo>
                  <a:lnTo>
                    <a:pt x="4804616" y="3262212"/>
                  </a:lnTo>
                  <a:lnTo>
                    <a:pt x="4702885" y="3246578"/>
                  </a:lnTo>
                  <a:lnTo>
                    <a:pt x="4601797" y="3228657"/>
                  </a:lnTo>
                  <a:lnTo>
                    <a:pt x="4504080" y="3208472"/>
                  </a:lnTo>
                  <a:lnTo>
                    <a:pt x="4411588" y="3185993"/>
                  </a:lnTo>
                  <a:lnTo>
                    <a:pt x="4325374" y="3161114"/>
                  </a:lnTo>
                  <a:lnTo>
                    <a:pt x="4245835" y="3133647"/>
                  </a:lnTo>
                  <a:lnTo>
                    <a:pt x="4172880" y="3103317"/>
                  </a:lnTo>
                  <a:lnTo>
                    <a:pt x="4106089" y="3069773"/>
                  </a:lnTo>
                  <a:lnTo>
                    <a:pt x="4044832" y="3032595"/>
                  </a:lnTo>
                  <a:lnTo>
                    <a:pt x="3988368" y="2991314"/>
                  </a:lnTo>
                  <a:lnTo>
                    <a:pt x="3935912" y="2945453"/>
                  </a:lnTo>
                  <a:lnTo>
                    <a:pt x="3886690" y="2894583"/>
                  </a:lnTo>
                  <a:lnTo>
                    <a:pt x="3839982" y="2838426"/>
                  </a:lnTo>
                  <a:lnTo>
                    <a:pt x="3829811" y="2825133"/>
                  </a:lnTo>
                  <a:lnTo>
                    <a:pt x="3792528" y="2773096"/>
                  </a:lnTo>
                  <a:lnTo>
                    <a:pt x="3756179" y="2717272"/>
                  </a:lnTo>
                  <a:lnTo>
                    <a:pt x="3720511" y="2657581"/>
                  </a:lnTo>
                  <a:lnTo>
                    <a:pt x="3685321" y="2594009"/>
                  </a:lnTo>
                  <a:lnTo>
                    <a:pt x="3650446" y="2526605"/>
                  </a:lnTo>
                  <a:lnTo>
                    <a:pt x="3615758" y="2455494"/>
                  </a:lnTo>
                  <a:lnTo>
                    <a:pt x="3581163" y="2380879"/>
                  </a:lnTo>
                  <a:lnTo>
                    <a:pt x="3546591" y="2303039"/>
                  </a:lnTo>
                  <a:lnTo>
                    <a:pt x="3511997" y="2222333"/>
                  </a:lnTo>
                  <a:lnTo>
                    <a:pt x="3477358" y="2139194"/>
                  </a:lnTo>
                  <a:lnTo>
                    <a:pt x="3442667" y="2054120"/>
                  </a:lnTo>
                  <a:lnTo>
                    <a:pt x="3407931" y="1967661"/>
                  </a:lnTo>
                  <a:lnTo>
                    <a:pt x="3373166" y="1880409"/>
                  </a:lnTo>
                  <a:lnTo>
                    <a:pt x="3338394" y="1792979"/>
                  </a:lnTo>
                  <a:lnTo>
                    <a:pt x="3303639" y="1705990"/>
                  </a:lnTo>
                  <a:lnTo>
                    <a:pt x="3268920" y="1620049"/>
                  </a:lnTo>
                  <a:lnTo>
                    <a:pt x="3234251" y="1535733"/>
                  </a:lnTo>
                  <a:lnTo>
                    <a:pt x="3199633" y="1453571"/>
                  </a:lnTo>
                  <a:lnTo>
                    <a:pt x="3165053" y="1374035"/>
                  </a:lnTo>
                  <a:lnTo>
                    <a:pt x="3130477" y="1297527"/>
                  </a:lnTo>
                  <a:lnTo>
                    <a:pt x="3095853" y="1224372"/>
                  </a:lnTo>
                  <a:lnTo>
                    <a:pt x="3061099" y="1154817"/>
                  </a:lnTo>
                  <a:lnTo>
                    <a:pt x="3026107" y="1089031"/>
                  </a:lnTo>
                  <a:lnTo>
                    <a:pt x="2990736" y="1027107"/>
                  </a:lnTo>
                  <a:lnTo>
                    <a:pt x="2954806" y="969066"/>
                  </a:lnTo>
                  <a:lnTo>
                    <a:pt x="2918094" y="914864"/>
                  </a:lnTo>
                  <a:lnTo>
                    <a:pt x="2896531" y="885408"/>
                  </a:lnTo>
                  <a:lnTo>
                    <a:pt x="2850297" y="828057"/>
                  </a:lnTo>
                  <a:lnTo>
                    <a:pt x="2801696" y="776020"/>
                  </a:lnTo>
                  <a:lnTo>
                    <a:pt x="2750029" y="729072"/>
                  </a:lnTo>
                  <a:lnTo>
                    <a:pt x="2694531" y="686807"/>
                  </a:lnTo>
                  <a:lnTo>
                    <a:pt x="2634413" y="648753"/>
                  </a:lnTo>
                  <a:lnTo>
                    <a:pt x="2568920" y="614435"/>
                  </a:lnTo>
                  <a:lnTo>
                    <a:pt x="2497390" y="583419"/>
                  </a:lnTo>
                  <a:lnTo>
                    <a:pt x="2419345" y="555338"/>
                  </a:lnTo>
                  <a:lnTo>
                    <a:pt x="2334610" y="529899"/>
                  </a:lnTo>
                  <a:lnTo>
                    <a:pt x="2243457" y="506895"/>
                  </a:lnTo>
                  <a:lnTo>
                    <a:pt x="2146778" y="486202"/>
                  </a:lnTo>
                  <a:lnTo>
                    <a:pt x="2046238" y="467774"/>
                  </a:lnTo>
                  <a:lnTo>
                    <a:pt x="1944371" y="451625"/>
                  </a:lnTo>
                  <a:lnTo>
                    <a:pt x="1844537" y="437803"/>
                  </a:lnTo>
                  <a:lnTo>
                    <a:pt x="1750687" y="426355"/>
                  </a:lnTo>
                  <a:lnTo>
                    <a:pt x="1666901" y="417276"/>
                  </a:lnTo>
                  <a:lnTo>
                    <a:pt x="1596742" y="410476"/>
                  </a:lnTo>
                  <a:lnTo>
                    <a:pt x="1542594" y="405755"/>
                  </a:lnTo>
                  <a:lnTo>
                    <a:pt x="1505139" y="402804"/>
                  </a:lnTo>
                  <a:lnTo>
                    <a:pt x="1483127" y="401230"/>
                  </a:lnTo>
                  <a:lnTo>
                    <a:pt x="1473454" y="400600"/>
                  </a:lnTo>
                  <a:lnTo>
                    <a:pt x="1471387" y="400476"/>
                  </a:lnTo>
                  <a:lnTo>
                    <a:pt x="0" y="400476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738" name="pl738"/>
            <p:cNvSpPr/>
            <p:nvPr/>
          </p:nvSpPr>
          <p:spPr>
            <a:xfrm>
              <a:off x="4799595" y="5118711"/>
              <a:ext cx="11981298" cy="3310064"/>
            </a:xfrm>
            <a:custGeom>
              <a:avLst/>
              <a:pathLst>
                <a:path w="11981298" h="3310064">
                  <a:moveTo>
                    <a:pt x="0" y="400476"/>
                  </a:moveTo>
                  <a:lnTo>
                    <a:pt x="1471387" y="400476"/>
                  </a:lnTo>
                  <a:lnTo>
                    <a:pt x="1472529" y="400544"/>
                  </a:lnTo>
                  <a:lnTo>
                    <a:pt x="1480035" y="401023"/>
                  </a:lnTo>
                  <a:lnTo>
                    <a:pt x="1498955" y="402347"/>
                  </a:lnTo>
                  <a:lnTo>
                    <a:pt x="1532778" y="404954"/>
                  </a:lnTo>
                  <a:lnTo>
                    <a:pt x="1583184" y="409249"/>
                  </a:lnTo>
                  <a:lnTo>
                    <a:pt x="1649914" y="415562"/>
                  </a:lnTo>
                  <a:lnTo>
                    <a:pt x="1730930" y="424119"/>
                  </a:lnTo>
                  <a:lnTo>
                    <a:pt x="1822874" y="435035"/>
                  </a:lnTo>
                  <a:lnTo>
                    <a:pt x="1921726" y="448329"/>
                  </a:lnTo>
                  <a:lnTo>
                    <a:pt x="2023457" y="463962"/>
                  </a:lnTo>
                  <a:lnTo>
                    <a:pt x="2124545" y="481883"/>
                  </a:lnTo>
                  <a:lnTo>
                    <a:pt x="2222262" y="502068"/>
                  </a:lnTo>
                  <a:lnTo>
                    <a:pt x="2314754" y="524547"/>
                  </a:lnTo>
                  <a:lnTo>
                    <a:pt x="2400968" y="549426"/>
                  </a:lnTo>
                  <a:lnTo>
                    <a:pt x="2480507" y="576894"/>
                  </a:lnTo>
                  <a:lnTo>
                    <a:pt x="2553462" y="607223"/>
                  </a:lnTo>
                  <a:lnTo>
                    <a:pt x="2620253" y="640767"/>
                  </a:lnTo>
                  <a:lnTo>
                    <a:pt x="2681510" y="677945"/>
                  </a:lnTo>
                  <a:lnTo>
                    <a:pt x="2737974" y="719226"/>
                  </a:lnTo>
                  <a:lnTo>
                    <a:pt x="2790430" y="765087"/>
                  </a:lnTo>
                  <a:lnTo>
                    <a:pt x="2839652" y="815957"/>
                  </a:lnTo>
                  <a:lnTo>
                    <a:pt x="2886361" y="872115"/>
                  </a:lnTo>
                  <a:lnTo>
                    <a:pt x="2896531" y="885408"/>
                  </a:lnTo>
                  <a:lnTo>
                    <a:pt x="2933814" y="937444"/>
                  </a:lnTo>
                  <a:lnTo>
                    <a:pt x="2970163" y="993269"/>
                  </a:lnTo>
                  <a:lnTo>
                    <a:pt x="3005831" y="1052959"/>
                  </a:lnTo>
                  <a:lnTo>
                    <a:pt x="3041021" y="1116532"/>
                  </a:lnTo>
                  <a:lnTo>
                    <a:pt x="3075897" y="1183935"/>
                  </a:lnTo>
                  <a:lnTo>
                    <a:pt x="3110584" y="1255046"/>
                  </a:lnTo>
                  <a:lnTo>
                    <a:pt x="3145179" y="1329662"/>
                  </a:lnTo>
                  <a:lnTo>
                    <a:pt x="3179751" y="1407502"/>
                  </a:lnTo>
                  <a:lnTo>
                    <a:pt x="3214345" y="1488207"/>
                  </a:lnTo>
                  <a:lnTo>
                    <a:pt x="3248984" y="1571346"/>
                  </a:lnTo>
                  <a:lnTo>
                    <a:pt x="3283675" y="1656421"/>
                  </a:lnTo>
                  <a:lnTo>
                    <a:pt x="3318411" y="1742880"/>
                  </a:lnTo>
                  <a:lnTo>
                    <a:pt x="3353176" y="1830131"/>
                  </a:lnTo>
                  <a:lnTo>
                    <a:pt x="3387948" y="1917562"/>
                  </a:lnTo>
                  <a:lnTo>
                    <a:pt x="3422703" y="2004550"/>
                  </a:lnTo>
                  <a:lnTo>
                    <a:pt x="3457422" y="2090491"/>
                  </a:lnTo>
                  <a:lnTo>
                    <a:pt x="3492091" y="2174807"/>
                  </a:lnTo>
                  <a:lnTo>
                    <a:pt x="3526709" y="2256969"/>
                  </a:lnTo>
                  <a:lnTo>
                    <a:pt x="3561290" y="2336505"/>
                  </a:lnTo>
                  <a:lnTo>
                    <a:pt x="3595865" y="2413013"/>
                  </a:lnTo>
                  <a:lnTo>
                    <a:pt x="3630489" y="2486169"/>
                  </a:lnTo>
                  <a:lnTo>
                    <a:pt x="3665243" y="2555723"/>
                  </a:lnTo>
                  <a:lnTo>
                    <a:pt x="3700235" y="2621509"/>
                  </a:lnTo>
                  <a:lnTo>
                    <a:pt x="3735606" y="2683433"/>
                  </a:lnTo>
                  <a:lnTo>
                    <a:pt x="3771536" y="2741475"/>
                  </a:lnTo>
                  <a:lnTo>
                    <a:pt x="3808248" y="2795676"/>
                  </a:lnTo>
                  <a:lnTo>
                    <a:pt x="3829811" y="2825133"/>
                  </a:lnTo>
                  <a:lnTo>
                    <a:pt x="3876046" y="2882484"/>
                  </a:lnTo>
                  <a:lnTo>
                    <a:pt x="3924646" y="2934521"/>
                  </a:lnTo>
                  <a:lnTo>
                    <a:pt x="3976313" y="2981469"/>
                  </a:lnTo>
                  <a:lnTo>
                    <a:pt x="4031812" y="3023733"/>
                  </a:lnTo>
                  <a:lnTo>
                    <a:pt x="4091929" y="3061787"/>
                  </a:lnTo>
                  <a:lnTo>
                    <a:pt x="4157423" y="3096106"/>
                  </a:lnTo>
                  <a:lnTo>
                    <a:pt x="4228952" y="3127121"/>
                  </a:lnTo>
                  <a:lnTo>
                    <a:pt x="4306997" y="3155202"/>
                  </a:lnTo>
                  <a:lnTo>
                    <a:pt x="4391732" y="3180641"/>
                  </a:lnTo>
                  <a:lnTo>
                    <a:pt x="4482885" y="3203645"/>
                  </a:lnTo>
                  <a:lnTo>
                    <a:pt x="4579564" y="3224338"/>
                  </a:lnTo>
                  <a:lnTo>
                    <a:pt x="4680104" y="3242766"/>
                  </a:lnTo>
                  <a:lnTo>
                    <a:pt x="4781971" y="3258915"/>
                  </a:lnTo>
                  <a:lnTo>
                    <a:pt x="4881806" y="3272737"/>
                  </a:lnTo>
                  <a:lnTo>
                    <a:pt x="4975655" y="3284185"/>
                  </a:lnTo>
                  <a:lnTo>
                    <a:pt x="5059442" y="3293265"/>
                  </a:lnTo>
                  <a:lnTo>
                    <a:pt x="5129600" y="3300064"/>
                  </a:lnTo>
                  <a:lnTo>
                    <a:pt x="5183748" y="3304785"/>
                  </a:lnTo>
                  <a:lnTo>
                    <a:pt x="5221204" y="3307737"/>
                  </a:lnTo>
                  <a:lnTo>
                    <a:pt x="5243215" y="3309310"/>
                  </a:lnTo>
                  <a:lnTo>
                    <a:pt x="5252888" y="3309940"/>
                  </a:lnTo>
                  <a:lnTo>
                    <a:pt x="5254942" y="3310063"/>
                  </a:lnTo>
                  <a:lnTo>
                    <a:pt x="5254955" y="3310064"/>
                  </a:lnTo>
                  <a:lnTo>
                    <a:pt x="6726343" y="3310064"/>
                  </a:lnTo>
                  <a:lnTo>
                    <a:pt x="6727459" y="3309989"/>
                  </a:lnTo>
                  <a:lnTo>
                    <a:pt x="6734805" y="3309456"/>
                  </a:lnTo>
                  <a:lnTo>
                    <a:pt x="6753332" y="3307984"/>
                  </a:lnTo>
                  <a:lnTo>
                    <a:pt x="6786483" y="3305085"/>
                  </a:lnTo>
                  <a:lnTo>
                    <a:pt x="6835950" y="3300307"/>
                  </a:lnTo>
                  <a:lnTo>
                    <a:pt x="6901543" y="3293278"/>
                  </a:lnTo>
                  <a:lnTo>
                    <a:pt x="6981332" y="3283743"/>
                  </a:lnTo>
                  <a:lnTo>
                    <a:pt x="7072084" y="3271569"/>
                  </a:lnTo>
                  <a:lnTo>
                    <a:pt x="7169884" y="3256729"/>
                  </a:lnTo>
                  <a:lnTo>
                    <a:pt x="7270775" y="3239263"/>
                  </a:lnTo>
                  <a:lnTo>
                    <a:pt x="7371267" y="3219229"/>
                  </a:lnTo>
                  <a:lnTo>
                    <a:pt x="7468626" y="3196659"/>
                  </a:lnTo>
                  <a:lnTo>
                    <a:pt x="7560967" y="3171524"/>
                  </a:lnTo>
                  <a:lnTo>
                    <a:pt x="7647194" y="3143715"/>
                  </a:lnTo>
                  <a:lnTo>
                    <a:pt x="7726860" y="3113031"/>
                  </a:lnTo>
                  <a:lnTo>
                    <a:pt x="7800010" y="3079180"/>
                  </a:lnTo>
                  <a:lnTo>
                    <a:pt x="7867025" y="3041778"/>
                  </a:lnTo>
                  <a:lnTo>
                    <a:pt x="7928503" y="3000367"/>
                  </a:lnTo>
                  <a:lnTo>
                    <a:pt x="7985157" y="2954431"/>
                  </a:lnTo>
                  <a:lnTo>
                    <a:pt x="8037751" y="2903436"/>
                  </a:lnTo>
                  <a:lnTo>
                    <a:pt x="8087049" y="2846893"/>
                  </a:lnTo>
                  <a:lnTo>
                    <a:pt x="8133765" y="2784455"/>
                  </a:lnTo>
                  <a:lnTo>
                    <a:pt x="8151487" y="2758386"/>
                  </a:lnTo>
                  <a:lnTo>
                    <a:pt x="8186851" y="2702381"/>
                  </a:lnTo>
                  <a:lnTo>
                    <a:pt x="8221363" y="2642508"/>
                  </a:lnTo>
                  <a:lnTo>
                    <a:pt x="8255243" y="2578689"/>
                  </a:lnTo>
                  <a:lnTo>
                    <a:pt x="8288667" y="2510900"/>
                  </a:lnTo>
                  <a:lnTo>
                    <a:pt x="8321781" y="2439178"/>
                  </a:lnTo>
                  <a:lnTo>
                    <a:pt x="8354699" y="2363626"/>
                  </a:lnTo>
                  <a:lnTo>
                    <a:pt x="8387511" y="2284417"/>
                  </a:lnTo>
                  <a:lnTo>
                    <a:pt x="8420283" y="2201798"/>
                  </a:lnTo>
                  <a:lnTo>
                    <a:pt x="8453059" y="2116087"/>
                  </a:lnTo>
                  <a:lnTo>
                    <a:pt x="8485869" y="2027673"/>
                  </a:lnTo>
                  <a:lnTo>
                    <a:pt x="8518724" y="1937006"/>
                  </a:lnTo>
                  <a:lnTo>
                    <a:pt x="8551624" y="1844594"/>
                  </a:lnTo>
                  <a:lnTo>
                    <a:pt x="8584561" y="1750990"/>
                  </a:lnTo>
                  <a:lnTo>
                    <a:pt x="8617517" y="1656776"/>
                  </a:lnTo>
                  <a:lnTo>
                    <a:pt x="8650474" y="1562551"/>
                  </a:lnTo>
                  <a:lnTo>
                    <a:pt x="8683411" y="1468914"/>
                  </a:lnTo>
                  <a:lnTo>
                    <a:pt x="8716313" y="1376448"/>
                  </a:lnTo>
                  <a:lnTo>
                    <a:pt x="8749170" y="1285708"/>
                  </a:lnTo>
                  <a:lnTo>
                    <a:pt x="8781981" y="1197201"/>
                  </a:lnTo>
                  <a:lnTo>
                    <a:pt x="8814758" y="1111383"/>
                  </a:lnTo>
                  <a:lnTo>
                    <a:pt x="8847529" y="1028644"/>
                  </a:lnTo>
                  <a:lnTo>
                    <a:pt x="8880339" y="949304"/>
                  </a:lnTo>
                  <a:lnTo>
                    <a:pt x="8913252" y="873613"/>
                  </a:lnTo>
                  <a:lnTo>
                    <a:pt x="8946356" y="801747"/>
                  </a:lnTo>
                  <a:lnTo>
                    <a:pt x="8979767" y="733811"/>
                  </a:lnTo>
                  <a:lnTo>
                    <a:pt x="9013627" y="669846"/>
                  </a:lnTo>
                  <a:lnTo>
                    <a:pt x="9048112" y="609828"/>
                  </a:lnTo>
                  <a:lnTo>
                    <a:pt x="9083440" y="553681"/>
                  </a:lnTo>
                  <a:lnTo>
                    <a:pt x="9084767" y="551677"/>
                  </a:lnTo>
                  <a:lnTo>
                    <a:pt x="9130647" y="486898"/>
                  </a:lnTo>
                  <a:lnTo>
                    <a:pt x="9178853" y="428076"/>
                  </a:lnTo>
                  <a:lnTo>
                    <a:pt x="9230068" y="374962"/>
                  </a:lnTo>
                  <a:lnTo>
                    <a:pt x="9285041" y="327109"/>
                  </a:lnTo>
                  <a:lnTo>
                    <a:pt x="9344541" y="283990"/>
                  </a:lnTo>
                  <a:lnTo>
                    <a:pt x="9409310" y="245078"/>
                  </a:lnTo>
                  <a:lnTo>
                    <a:pt x="9479999" y="209886"/>
                  </a:lnTo>
                  <a:lnTo>
                    <a:pt x="9557087" y="178003"/>
                  </a:lnTo>
                  <a:lnTo>
                    <a:pt x="9640768" y="149098"/>
                  </a:lnTo>
                  <a:lnTo>
                    <a:pt x="9730806" y="122934"/>
                  </a:lnTo>
                  <a:lnTo>
                    <a:pt x="9826380" y="99367"/>
                  </a:lnTo>
                  <a:lnTo>
                    <a:pt x="9925924" y="78339"/>
                  </a:lnTo>
                  <a:lnTo>
                    <a:pt x="10027037" y="59862"/>
                  </a:lnTo>
                  <a:lnTo>
                    <a:pt x="10126502" y="43987"/>
                  </a:lnTo>
                  <a:lnTo>
                    <a:pt x="10220494" y="30768"/>
                  </a:lnTo>
                  <a:lnTo>
                    <a:pt x="10305013" y="20209"/>
                  </a:lnTo>
                  <a:lnTo>
                    <a:pt x="10376477" y="12223"/>
                  </a:lnTo>
                  <a:lnTo>
                    <a:pt x="10432381" y="6602"/>
                  </a:lnTo>
                  <a:lnTo>
                    <a:pt x="10471821" y="3018"/>
                  </a:lnTo>
                  <a:lnTo>
                    <a:pt x="10495754" y="1044"/>
                  </a:lnTo>
                  <a:lnTo>
                    <a:pt x="10506965" y="202"/>
                  </a:lnTo>
                  <a:lnTo>
                    <a:pt x="10509841" y="4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39" name="pl739"/>
            <p:cNvSpPr/>
            <p:nvPr/>
          </p:nvSpPr>
          <p:spPr>
            <a:xfrm>
              <a:off x="4799595" y="5086019"/>
              <a:ext cx="11981298" cy="3310064"/>
            </a:xfrm>
            <a:custGeom>
              <a:avLst/>
              <a:pathLst>
                <a:path w="11981298" h="3310064">
                  <a:moveTo>
                    <a:pt x="11981298" y="0"/>
                  </a:moveTo>
                  <a:lnTo>
                    <a:pt x="10509911" y="0"/>
                  </a:lnTo>
                  <a:lnTo>
                    <a:pt x="10508794" y="74"/>
                  </a:lnTo>
                  <a:lnTo>
                    <a:pt x="10501448" y="607"/>
                  </a:lnTo>
                  <a:lnTo>
                    <a:pt x="10482921" y="2079"/>
                  </a:lnTo>
                  <a:lnTo>
                    <a:pt x="10449770" y="4979"/>
                  </a:lnTo>
                  <a:lnTo>
                    <a:pt x="10400303" y="9757"/>
                  </a:lnTo>
                  <a:lnTo>
                    <a:pt x="10334710" y="16785"/>
                  </a:lnTo>
                  <a:lnTo>
                    <a:pt x="10254921" y="26320"/>
                  </a:lnTo>
                  <a:lnTo>
                    <a:pt x="10164169" y="38494"/>
                  </a:lnTo>
                  <a:lnTo>
                    <a:pt x="10066369" y="53334"/>
                  </a:lnTo>
                  <a:lnTo>
                    <a:pt x="9965478" y="70800"/>
                  </a:lnTo>
                  <a:lnTo>
                    <a:pt x="9864986" y="90834"/>
                  </a:lnTo>
                  <a:lnTo>
                    <a:pt x="9767627" y="113405"/>
                  </a:lnTo>
                  <a:lnTo>
                    <a:pt x="9675286" y="138540"/>
                  </a:lnTo>
                  <a:lnTo>
                    <a:pt x="9589060" y="166349"/>
                  </a:lnTo>
                  <a:lnTo>
                    <a:pt x="9509394" y="197032"/>
                  </a:lnTo>
                  <a:lnTo>
                    <a:pt x="9436244" y="230884"/>
                  </a:lnTo>
                  <a:lnTo>
                    <a:pt x="9369228" y="268285"/>
                  </a:lnTo>
                  <a:lnTo>
                    <a:pt x="9307750" y="309697"/>
                  </a:lnTo>
                  <a:lnTo>
                    <a:pt x="9251097" y="355633"/>
                  </a:lnTo>
                  <a:lnTo>
                    <a:pt x="9198502" y="406627"/>
                  </a:lnTo>
                  <a:lnTo>
                    <a:pt x="9149204" y="463171"/>
                  </a:lnTo>
                  <a:lnTo>
                    <a:pt x="9102489" y="525608"/>
                  </a:lnTo>
                  <a:lnTo>
                    <a:pt x="9084767" y="551677"/>
                  </a:lnTo>
                  <a:lnTo>
                    <a:pt x="9049403" y="607683"/>
                  </a:lnTo>
                  <a:lnTo>
                    <a:pt x="9014890" y="667556"/>
                  </a:lnTo>
                  <a:lnTo>
                    <a:pt x="8981011" y="731374"/>
                  </a:lnTo>
                  <a:lnTo>
                    <a:pt x="8947586" y="799163"/>
                  </a:lnTo>
                  <a:lnTo>
                    <a:pt x="8914472" y="870886"/>
                  </a:lnTo>
                  <a:lnTo>
                    <a:pt x="8881554" y="946438"/>
                  </a:lnTo>
                  <a:lnTo>
                    <a:pt x="8848742" y="1025646"/>
                  </a:lnTo>
                  <a:lnTo>
                    <a:pt x="8815970" y="1108265"/>
                  </a:lnTo>
                  <a:lnTo>
                    <a:pt x="8783194" y="1193976"/>
                  </a:lnTo>
                  <a:lnTo>
                    <a:pt x="8750384" y="1282391"/>
                  </a:lnTo>
                  <a:lnTo>
                    <a:pt x="8717530" y="1373058"/>
                  </a:lnTo>
                  <a:lnTo>
                    <a:pt x="8684629" y="1465469"/>
                  </a:lnTo>
                  <a:lnTo>
                    <a:pt x="8651693" y="1559073"/>
                  </a:lnTo>
                  <a:lnTo>
                    <a:pt x="8618736" y="1653287"/>
                  </a:lnTo>
                  <a:lnTo>
                    <a:pt x="8585780" y="1747512"/>
                  </a:lnTo>
                  <a:lnTo>
                    <a:pt x="8552842" y="1841149"/>
                  </a:lnTo>
                  <a:lnTo>
                    <a:pt x="8519940" y="1933615"/>
                  </a:lnTo>
                  <a:lnTo>
                    <a:pt x="8487083" y="2024356"/>
                  </a:lnTo>
                  <a:lnTo>
                    <a:pt x="8454272" y="2112862"/>
                  </a:lnTo>
                  <a:lnTo>
                    <a:pt x="8421495" y="2198680"/>
                  </a:lnTo>
                  <a:lnTo>
                    <a:pt x="8388724" y="2281420"/>
                  </a:lnTo>
                  <a:lnTo>
                    <a:pt x="8355915" y="2360759"/>
                  </a:lnTo>
                  <a:lnTo>
                    <a:pt x="8323002" y="2436450"/>
                  </a:lnTo>
                  <a:lnTo>
                    <a:pt x="8289897" y="2508316"/>
                  </a:lnTo>
                  <a:lnTo>
                    <a:pt x="8256486" y="2576252"/>
                  </a:lnTo>
                  <a:lnTo>
                    <a:pt x="8222627" y="2640217"/>
                  </a:lnTo>
                  <a:lnTo>
                    <a:pt x="8188141" y="2700235"/>
                  </a:lnTo>
                  <a:lnTo>
                    <a:pt x="8152813" y="2756382"/>
                  </a:lnTo>
                  <a:lnTo>
                    <a:pt x="8151487" y="2758386"/>
                  </a:lnTo>
                  <a:lnTo>
                    <a:pt x="8105606" y="2823165"/>
                  </a:lnTo>
                  <a:lnTo>
                    <a:pt x="8057400" y="2881988"/>
                  </a:lnTo>
                  <a:lnTo>
                    <a:pt x="8006185" y="2935101"/>
                  </a:lnTo>
                  <a:lnTo>
                    <a:pt x="7951212" y="2982954"/>
                  </a:lnTo>
                  <a:lnTo>
                    <a:pt x="7891712" y="3026073"/>
                  </a:lnTo>
                  <a:lnTo>
                    <a:pt x="7826944" y="3064986"/>
                  </a:lnTo>
                  <a:lnTo>
                    <a:pt x="7756255" y="3100177"/>
                  </a:lnTo>
                  <a:lnTo>
                    <a:pt x="7679166" y="3132060"/>
                  </a:lnTo>
                  <a:lnTo>
                    <a:pt x="7595486" y="3160966"/>
                  </a:lnTo>
                  <a:lnTo>
                    <a:pt x="7505447" y="3187129"/>
                  </a:lnTo>
                  <a:lnTo>
                    <a:pt x="7409874" y="3210696"/>
                  </a:lnTo>
                  <a:lnTo>
                    <a:pt x="7310329" y="3231724"/>
                  </a:lnTo>
                  <a:lnTo>
                    <a:pt x="7209216" y="3250202"/>
                  </a:lnTo>
                  <a:lnTo>
                    <a:pt x="7109752" y="3266076"/>
                  </a:lnTo>
                  <a:lnTo>
                    <a:pt x="7015759" y="3279295"/>
                  </a:lnTo>
                  <a:lnTo>
                    <a:pt x="6931241" y="3289854"/>
                  </a:lnTo>
                  <a:lnTo>
                    <a:pt x="6859776" y="3297840"/>
                  </a:lnTo>
                  <a:lnTo>
                    <a:pt x="6803872" y="3303461"/>
                  </a:lnTo>
                  <a:lnTo>
                    <a:pt x="6764432" y="3307045"/>
                  </a:lnTo>
                  <a:lnTo>
                    <a:pt x="6740499" y="3309019"/>
                  </a:lnTo>
                  <a:lnTo>
                    <a:pt x="6729288" y="3309861"/>
                  </a:lnTo>
                  <a:lnTo>
                    <a:pt x="6726412" y="3310059"/>
                  </a:lnTo>
                  <a:lnTo>
                    <a:pt x="6726343" y="3310064"/>
                  </a:lnTo>
                  <a:lnTo>
                    <a:pt x="5254955" y="3310064"/>
                  </a:lnTo>
                  <a:lnTo>
                    <a:pt x="5253813" y="3309997"/>
                  </a:lnTo>
                  <a:lnTo>
                    <a:pt x="5246307" y="3309518"/>
                  </a:lnTo>
                  <a:lnTo>
                    <a:pt x="5227387" y="3308193"/>
                  </a:lnTo>
                  <a:lnTo>
                    <a:pt x="5193564" y="3305586"/>
                  </a:lnTo>
                  <a:lnTo>
                    <a:pt x="5143158" y="3301292"/>
                  </a:lnTo>
                  <a:lnTo>
                    <a:pt x="5076428" y="3294978"/>
                  </a:lnTo>
                  <a:lnTo>
                    <a:pt x="4995413" y="3286421"/>
                  </a:lnTo>
                  <a:lnTo>
                    <a:pt x="4903468" y="3275505"/>
                  </a:lnTo>
                  <a:lnTo>
                    <a:pt x="4804616" y="3262212"/>
                  </a:lnTo>
                  <a:lnTo>
                    <a:pt x="4702885" y="3246578"/>
                  </a:lnTo>
                  <a:lnTo>
                    <a:pt x="4601797" y="3228657"/>
                  </a:lnTo>
                  <a:lnTo>
                    <a:pt x="4504080" y="3208472"/>
                  </a:lnTo>
                  <a:lnTo>
                    <a:pt x="4411588" y="3185993"/>
                  </a:lnTo>
                  <a:lnTo>
                    <a:pt x="4325374" y="3161114"/>
                  </a:lnTo>
                  <a:lnTo>
                    <a:pt x="4245835" y="3133647"/>
                  </a:lnTo>
                  <a:lnTo>
                    <a:pt x="4172880" y="3103317"/>
                  </a:lnTo>
                  <a:lnTo>
                    <a:pt x="4106089" y="3069773"/>
                  </a:lnTo>
                  <a:lnTo>
                    <a:pt x="4044832" y="3032595"/>
                  </a:lnTo>
                  <a:lnTo>
                    <a:pt x="3988368" y="2991314"/>
                  </a:lnTo>
                  <a:lnTo>
                    <a:pt x="3935912" y="2945453"/>
                  </a:lnTo>
                  <a:lnTo>
                    <a:pt x="3886690" y="2894583"/>
                  </a:lnTo>
                  <a:lnTo>
                    <a:pt x="3839982" y="2838426"/>
                  </a:lnTo>
                  <a:lnTo>
                    <a:pt x="3829811" y="2825133"/>
                  </a:lnTo>
                  <a:lnTo>
                    <a:pt x="3792528" y="2773096"/>
                  </a:lnTo>
                  <a:lnTo>
                    <a:pt x="3756179" y="2717272"/>
                  </a:lnTo>
                  <a:lnTo>
                    <a:pt x="3720511" y="2657581"/>
                  </a:lnTo>
                  <a:lnTo>
                    <a:pt x="3685321" y="2594009"/>
                  </a:lnTo>
                  <a:lnTo>
                    <a:pt x="3650446" y="2526605"/>
                  </a:lnTo>
                  <a:lnTo>
                    <a:pt x="3615758" y="2455494"/>
                  </a:lnTo>
                  <a:lnTo>
                    <a:pt x="3581163" y="2380879"/>
                  </a:lnTo>
                  <a:lnTo>
                    <a:pt x="3546591" y="2303039"/>
                  </a:lnTo>
                  <a:lnTo>
                    <a:pt x="3511997" y="2222333"/>
                  </a:lnTo>
                  <a:lnTo>
                    <a:pt x="3477358" y="2139194"/>
                  </a:lnTo>
                  <a:lnTo>
                    <a:pt x="3442667" y="2054120"/>
                  </a:lnTo>
                  <a:lnTo>
                    <a:pt x="3407931" y="1967661"/>
                  </a:lnTo>
                  <a:lnTo>
                    <a:pt x="3373166" y="1880409"/>
                  </a:lnTo>
                  <a:lnTo>
                    <a:pt x="3338394" y="1792979"/>
                  </a:lnTo>
                  <a:lnTo>
                    <a:pt x="3303639" y="1705990"/>
                  </a:lnTo>
                  <a:lnTo>
                    <a:pt x="3268920" y="1620049"/>
                  </a:lnTo>
                  <a:lnTo>
                    <a:pt x="3234251" y="1535733"/>
                  </a:lnTo>
                  <a:lnTo>
                    <a:pt x="3199633" y="1453571"/>
                  </a:lnTo>
                  <a:lnTo>
                    <a:pt x="3165053" y="1374035"/>
                  </a:lnTo>
                  <a:lnTo>
                    <a:pt x="3130477" y="1297527"/>
                  </a:lnTo>
                  <a:lnTo>
                    <a:pt x="3095853" y="1224372"/>
                  </a:lnTo>
                  <a:lnTo>
                    <a:pt x="3061099" y="1154817"/>
                  </a:lnTo>
                  <a:lnTo>
                    <a:pt x="3026107" y="1089031"/>
                  </a:lnTo>
                  <a:lnTo>
                    <a:pt x="2990736" y="1027107"/>
                  </a:lnTo>
                  <a:lnTo>
                    <a:pt x="2954806" y="969066"/>
                  </a:lnTo>
                  <a:lnTo>
                    <a:pt x="2918094" y="914864"/>
                  </a:lnTo>
                  <a:lnTo>
                    <a:pt x="2896531" y="885408"/>
                  </a:lnTo>
                  <a:lnTo>
                    <a:pt x="2850297" y="828057"/>
                  </a:lnTo>
                  <a:lnTo>
                    <a:pt x="2801696" y="776020"/>
                  </a:lnTo>
                  <a:lnTo>
                    <a:pt x="2750029" y="729072"/>
                  </a:lnTo>
                  <a:lnTo>
                    <a:pt x="2694531" y="686807"/>
                  </a:lnTo>
                  <a:lnTo>
                    <a:pt x="2634413" y="648753"/>
                  </a:lnTo>
                  <a:lnTo>
                    <a:pt x="2568920" y="614435"/>
                  </a:lnTo>
                  <a:lnTo>
                    <a:pt x="2497390" y="583419"/>
                  </a:lnTo>
                  <a:lnTo>
                    <a:pt x="2419345" y="555338"/>
                  </a:lnTo>
                  <a:lnTo>
                    <a:pt x="2334610" y="529899"/>
                  </a:lnTo>
                  <a:lnTo>
                    <a:pt x="2243457" y="506895"/>
                  </a:lnTo>
                  <a:lnTo>
                    <a:pt x="2146778" y="486202"/>
                  </a:lnTo>
                  <a:lnTo>
                    <a:pt x="2046238" y="467774"/>
                  </a:lnTo>
                  <a:lnTo>
                    <a:pt x="1944371" y="451625"/>
                  </a:lnTo>
                  <a:lnTo>
                    <a:pt x="1844537" y="437803"/>
                  </a:lnTo>
                  <a:lnTo>
                    <a:pt x="1750687" y="426355"/>
                  </a:lnTo>
                  <a:lnTo>
                    <a:pt x="1666901" y="417276"/>
                  </a:lnTo>
                  <a:lnTo>
                    <a:pt x="1596742" y="410476"/>
                  </a:lnTo>
                  <a:lnTo>
                    <a:pt x="1542594" y="405755"/>
                  </a:lnTo>
                  <a:lnTo>
                    <a:pt x="1505139" y="402804"/>
                  </a:lnTo>
                  <a:lnTo>
                    <a:pt x="1483127" y="401230"/>
                  </a:lnTo>
                  <a:lnTo>
                    <a:pt x="1473454" y="400600"/>
                  </a:lnTo>
                  <a:lnTo>
                    <a:pt x="1471400" y="400477"/>
                  </a:lnTo>
                  <a:lnTo>
                    <a:pt x="1471387" y="400476"/>
                  </a:lnTo>
                  <a:lnTo>
                    <a:pt x="0" y="40047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40" name="pg740"/>
            <p:cNvSpPr/>
            <p:nvPr/>
          </p:nvSpPr>
          <p:spPr>
            <a:xfrm>
              <a:off x="4799595" y="5519188"/>
              <a:ext cx="11981298" cy="2942279"/>
            </a:xfrm>
            <a:custGeom>
              <a:avLst/>
              <a:pathLst>
                <a:path w="11981298" h="2942279">
                  <a:moveTo>
                    <a:pt x="0" y="8172"/>
                  </a:moveTo>
                  <a:lnTo>
                    <a:pt x="1471387" y="8172"/>
                  </a:lnTo>
                  <a:lnTo>
                    <a:pt x="1472527" y="8240"/>
                  </a:lnTo>
                  <a:lnTo>
                    <a:pt x="1480024" y="8723"/>
                  </a:lnTo>
                  <a:lnTo>
                    <a:pt x="1498921" y="10056"/>
                  </a:lnTo>
                  <a:lnTo>
                    <a:pt x="1532705" y="12682"/>
                  </a:lnTo>
                  <a:lnTo>
                    <a:pt x="1583055" y="17007"/>
                  </a:lnTo>
                  <a:lnTo>
                    <a:pt x="1649718" y="23365"/>
                  </a:lnTo>
                  <a:lnTo>
                    <a:pt x="1730662" y="31985"/>
                  </a:lnTo>
                  <a:lnTo>
                    <a:pt x="1822537" y="42980"/>
                  </a:lnTo>
                  <a:lnTo>
                    <a:pt x="1921328" y="56370"/>
                  </a:lnTo>
                  <a:lnTo>
                    <a:pt x="2023010" y="72119"/>
                  </a:lnTo>
                  <a:lnTo>
                    <a:pt x="2124063" y="90173"/>
                  </a:lnTo>
                  <a:lnTo>
                    <a:pt x="2221760" y="110507"/>
                  </a:lnTo>
                  <a:lnTo>
                    <a:pt x="2314243" y="133153"/>
                  </a:lnTo>
                  <a:lnTo>
                    <a:pt x="2400459" y="158215"/>
                  </a:lnTo>
                  <a:lnTo>
                    <a:pt x="2480006" y="185885"/>
                  </a:lnTo>
                  <a:lnTo>
                    <a:pt x="2552972" y="216436"/>
                  </a:lnTo>
                  <a:lnTo>
                    <a:pt x="2619776" y="250223"/>
                  </a:lnTo>
                  <a:lnTo>
                    <a:pt x="2681046" y="287668"/>
                  </a:lnTo>
                  <a:lnTo>
                    <a:pt x="2737521" y="329243"/>
                  </a:lnTo>
                  <a:lnTo>
                    <a:pt x="2789985" y="375429"/>
                  </a:lnTo>
                  <a:lnTo>
                    <a:pt x="2839212" y="426658"/>
                  </a:lnTo>
                  <a:lnTo>
                    <a:pt x="2885920" y="483213"/>
                  </a:lnTo>
                  <a:lnTo>
                    <a:pt x="2896531" y="497190"/>
                  </a:lnTo>
                  <a:lnTo>
                    <a:pt x="2933689" y="549480"/>
                  </a:lnTo>
                  <a:lnTo>
                    <a:pt x="2969918" y="605564"/>
                  </a:lnTo>
                  <a:lnTo>
                    <a:pt x="3005469" y="665519"/>
                  </a:lnTo>
                  <a:lnTo>
                    <a:pt x="3040544" y="729362"/>
                  </a:lnTo>
                  <a:lnTo>
                    <a:pt x="3075304" y="797044"/>
                  </a:lnTo>
                  <a:lnTo>
                    <a:pt x="3109876" y="868441"/>
                  </a:lnTo>
                  <a:lnTo>
                    <a:pt x="3144355" y="943354"/>
                  </a:lnTo>
                  <a:lnTo>
                    <a:pt x="3178809" y="1021504"/>
                  </a:lnTo>
                  <a:lnTo>
                    <a:pt x="3213284" y="1102535"/>
                  </a:lnTo>
                  <a:lnTo>
                    <a:pt x="3247803" y="1186018"/>
                  </a:lnTo>
                  <a:lnTo>
                    <a:pt x="3282374" y="1271457"/>
                  </a:lnTo>
                  <a:lnTo>
                    <a:pt x="3316991" y="1358304"/>
                  </a:lnTo>
                  <a:lnTo>
                    <a:pt x="3351636" y="1445970"/>
                  </a:lnTo>
                  <a:lnTo>
                    <a:pt x="3386290" y="1533842"/>
                  </a:lnTo>
                  <a:lnTo>
                    <a:pt x="3420928" y="1621302"/>
                  </a:lnTo>
                  <a:lnTo>
                    <a:pt x="3455531" y="1707742"/>
                  </a:lnTo>
                  <a:lnTo>
                    <a:pt x="3490085" y="1792586"/>
                  </a:lnTo>
                  <a:lnTo>
                    <a:pt x="3524588" y="1875301"/>
                  </a:lnTo>
                  <a:lnTo>
                    <a:pt x="3559052" y="1955413"/>
                  </a:lnTo>
                  <a:lnTo>
                    <a:pt x="3593508" y="2032517"/>
                  </a:lnTo>
                  <a:lnTo>
                    <a:pt x="3628009" y="2106281"/>
                  </a:lnTo>
                  <a:lnTo>
                    <a:pt x="3662632" y="2176455"/>
                  </a:lnTo>
                  <a:lnTo>
                    <a:pt x="3697481" y="2242864"/>
                  </a:lnTo>
                  <a:lnTo>
                    <a:pt x="3732696" y="2305409"/>
                  </a:lnTo>
                  <a:lnTo>
                    <a:pt x="3768449" y="2364065"/>
                  </a:lnTo>
                  <a:lnTo>
                    <a:pt x="3804958" y="2418869"/>
                  </a:lnTo>
                  <a:lnTo>
                    <a:pt x="3829811" y="2453261"/>
                  </a:lnTo>
                  <a:lnTo>
                    <a:pt x="3876025" y="2511071"/>
                  </a:lnTo>
                  <a:lnTo>
                    <a:pt x="3924602" y="2563527"/>
                  </a:lnTo>
                  <a:lnTo>
                    <a:pt x="3976242" y="2610856"/>
                  </a:lnTo>
                  <a:lnTo>
                    <a:pt x="4031710" y="2653464"/>
                  </a:lnTo>
                  <a:lnTo>
                    <a:pt x="4091792" y="2691830"/>
                  </a:lnTo>
                  <a:lnTo>
                    <a:pt x="4157243" y="2726431"/>
                  </a:lnTo>
                  <a:lnTo>
                    <a:pt x="4228723" y="2757703"/>
                  </a:lnTo>
                  <a:lnTo>
                    <a:pt x="4306711" y="2786018"/>
                  </a:lnTo>
                  <a:lnTo>
                    <a:pt x="4391385" y="2811669"/>
                  </a:lnTo>
                  <a:lnTo>
                    <a:pt x="4482472" y="2834867"/>
                  </a:lnTo>
                  <a:lnTo>
                    <a:pt x="4579087" y="2855735"/>
                  </a:lnTo>
                  <a:lnTo>
                    <a:pt x="4679569" y="2874322"/>
                  </a:lnTo>
                  <a:lnTo>
                    <a:pt x="4781393" y="2890613"/>
                  </a:lnTo>
                  <a:lnTo>
                    <a:pt x="4881207" y="2904559"/>
                  </a:lnTo>
                  <a:lnTo>
                    <a:pt x="4975066" y="2916114"/>
                  </a:lnTo>
                  <a:lnTo>
                    <a:pt x="5058897" y="2925282"/>
                  </a:lnTo>
                  <a:lnTo>
                    <a:pt x="5129135" y="2932152"/>
                  </a:lnTo>
                  <a:lnTo>
                    <a:pt x="5183387" y="2936926"/>
                  </a:lnTo>
                  <a:lnTo>
                    <a:pt x="5220958" y="2939914"/>
                  </a:lnTo>
                  <a:lnTo>
                    <a:pt x="5243081" y="2941510"/>
                  </a:lnTo>
                  <a:lnTo>
                    <a:pt x="5252842" y="2942151"/>
                  </a:lnTo>
                  <a:lnTo>
                    <a:pt x="5254955" y="2942279"/>
                  </a:lnTo>
                  <a:lnTo>
                    <a:pt x="6726343" y="2942279"/>
                  </a:lnTo>
                  <a:lnTo>
                    <a:pt x="6727520" y="2942225"/>
                  </a:lnTo>
                  <a:lnTo>
                    <a:pt x="6735253" y="2941839"/>
                  </a:lnTo>
                  <a:lnTo>
                    <a:pt x="6754726" y="2940772"/>
                  </a:lnTo>
                  <a:lnTo>
                    <a:pt x="6789493" y="2938671"/>
                  </a:lnTo>
                  <a:lnTo>
                    <a:pt x="6841214" y="2935213"/>
                  </a:lnTo>
                  <a:lnTo>
                    <a:pt x="6909530" y="2930135"/>
                  </a:lnTo>
                  <a:lnTo>
                    <a:pt x="6992248" y="2923259"/>
                  </a:lnTo>
                  <a:lnTo>
                    <a:pt x="7085838" y="2914500"/>
                  </a:lnTo>
                  <a:lnTo>
                    <a:pt x="7186129" y="2903847"/>
                  </a:lnTo>
                  <a:lnTo>
                    <a:pt x="7288996" y="2891332"/>
                  </a:lnTo>
                  <a:lnTo>
                    <a:pt x="7390878" y="2876997"/>
                  </a:lnTo>
                  <a:lnTo>
                    <a:pt x="7489059" y="2860857"/>
                  </a:lnTo>
                  <a:lnTo>
                    <a:pt x="7581732" y="2842881"/>
                  </a:lnTo>
                  <a:lnTo>
                    <a:pt x="7667907" y="2822975"/>
                  </a:lnTo>
                  <a:lnTo>
                    <a:pt x="7747255" y="2800978"/>
                  </a:lnTo>
                  <a:lnTo>
                    <a:pt x="7819929" y="2776660"/>
                  </a:lnTo>
                  <a:lnTo>
                    <a:pt x="7886407" y="2749726"/>
                  </a:lnTo>
                  <a:lnTo>
                    <a:pt x="7947363" y="2719832"/>
                  </a:lnTo>
                  <a:lnTo>
                    <a:pt x="8003574" y="2686595"/>
                  </a:lnTo>
                  <a:lnTo>
                    <a:pt x="8055852" y="2649634"/>
                  </a:lnTo>
                  <a:lnTo>
                    <a:pt x="8104987" y="2608621"/>
                  </a:lnTo>
                  <a:lnTo>
                    <a:pt x="8151487" y="2563597"/>
                  </a:lnTo>
                  <a:lnTo>
                    <a:pt x="8192440" y="2518739"/>
                  </a:lnTo>
                  <a:lnTo>
                    <a:pt x="8232296" y="2470293"/>
                  </a:lnTo>
                  <a:lnTo>
                    <a:pt x="8271380" y="2418189"/>
                  </a:lnTo>
                  <a:lnTo>
                    <a:pt x="8309949" y="2362425"/>
                  </a:lnTo>
                  <a:lnTo>
                    <a:pt x="8348203" y="2303081"/>
                  </a:lnTo>
                  <a:lnTo>
                    <a:pt x="8386291" y="2240322"/>
                  </a:lnTo>
                  <a:lnTo>
                    <a:pt x="8424321" y="2174402"/>
                  </a:lnTo>
                  <a:lnTo>
                    <a:pt x="8462363" y="2105668"/>
                  </a:lnTo>
                  <a:lnTo>
                    <a:pt x="8500456" y="2034548"/>
                  </a:lnTo>
                  <a:lnTo>
                    <a:pt x="8538611" y="1961551"/>
                  </a:lnTo>
                  <a:lnTo>
                    <a:pt x="8576821" y="1887246"/>
                  </a:lnTo>
                  <a:lnTo>
                    <a:pt x="8615063" y="1812249"/>
                  </a:lnTo>
                  <a:lnTo>
                    <a:pt x="8653308" y="1737201"/>
                  </a:lnTo>
                  <a:lnTo>
                    <a:pt x="8691525" y="1662743"/>
                  </a:lnTo>
                  <a:lnTo>
                    <a:pt x="8729690" y="1589497"/>
                  </a:lnTo>
                  <a:lnTo>
                    <a:pt x="8767792" y="1518040"/>
                  </a:lnTo>
                  <a:lnTo>
                    <a:pt x="8805841" y="1448893"/>
                  </a:lnTo>
                  <a:lnTo>
                    <a:pt x="8843869" y="1382497"/>
                  </a:lnTo>
                  <a:lnTo>
                    <a:pt x="8881941" y="1319212"/>
                  </a:lnTo>
                  <a:lnTo>
                    <a:pt x="8920160" y="1259308"/>
                  </a:lnTo>
                  <a:lnTo>
                    <a:pt x="8958666" y="1202963"/>
                  </a:lnTo>
                  <a:lnTo>
                    <a:pt x="8997652" y="1150270"/>
                  </a:lnTo>
                  <a:lnTo>
                    <a:pt x="9037365" y="1101241"/>
                  </a:lnTo>
                  <a:lnTo>
                    <a:pt x="9078117" y="1055816"/>
                  </a:lnTo>
                  <a:lnTo>
                    <a:pt x="9084767" y="1048868"/>
                  </a:lnTo>
                  <a:lnTo>
                    <a:pt x="9131493" y="1003639"/>
                  </a:lnTo>
                  <a:lnTo>
                    <a:pt x="9180641" y="962646"/>
                  </a:lnTo>
                  <a:lnTo>
                    <a:pt x="9232936" y="925703"/>
                  </a:lnTo>
                  <a:lnTo>
                    <a:pt x="9289167" y="892483"/>
                  </a:lnTo>
                  <a:lnTo>
                    <a:pt x="9350148" y="862604"/>
                  </a:lnTo>
                  <a:lnTo>
                    <a:pt x="9416653" y="835684"/>
                  </a:lnTo>
                  <a:lnTo>
                    <a:pt x="9489358" y="811377"/>
                  </a:lnTo>
                  <a:lnTo>
                    <a:pt x="9568739" y="789390"/>
                  </a:lnTo>
                  <a:lnTo>
                    <a:pt x="9654946" y="769494"/>
                  </a:lnTo>
                  <a:lnTo>
                    <a:pt x="9747647" y="751526"/>
                  </a:lnTo>
                  <a:lnTo>
                    <a:pt x="9845851" y="735395"/>
                  </a:lnTo>
                  <a:lnTo>
                    <a:pt x="9947745" y="721068"/>
                  </a:lnTo>
                  <a:lnTo>
                    <a:pt x="10050609" y="708563"/>
                  </a:lnTo>
                  <a:lnTo>
                    <a:pt x="10150878" y="697918"/>
                  </a:lnTo>
                  <a:lnTo>
                    <a:pt x="10244426" y="689168"/>
                  </a:lnTo>
                  <a:lnTo>
                    <a:pt x="10327083" y="682301"/>
                  </a:lnTo>
                  <a:lnTo>
                    <a:pt x="10395325" y="677231"/>
                  </a:lnTo>
                  <a:lnTo>
                    <a:pt x="10446964" y="673780"/>
                  </a:lnTo>
                  <a:lnTo>
                    <a:pt x="10481653" y="671685"/>
                  </a:lnTo>
                  <a:lnTo>
                    <a:pt x="10501061" y="670622"/>
                  </a:lnTo>
                  <a:lnTo>
                    <a:pt x="10508750" y="670239"/>
                  </a:lnTo>
                  <a:lnTo>
                    <a:pt x="10509911" y="670185"/>
                  </a:lnTo>
                  <a:lnTo>
                    <a:pt x="11981298" y="670185"/>
                  </a:lnTo>
                  <a:lnTo>
                    <a:pt x="11981298" y="662012"/>
                  </a:lnTo>
                  <a:lnTo>
                    <a:pt x="10509911" y="662012"/>
                  </a:lnTo>
                  <a:lnTo>
                    <a:pt x="10508733" y="662066"/>
                  </a:lnTo>
                  <a:lnTo>
                    <a:pt x="10501000" y="662453"/>
                  </a:lnTo>
                  <a:lnTo>
                    <a:pt x="10481527" y="663520"/>
                  </a:lnTo>
                  <a:lnTo>
                    <a:pt x="10446760" y="665620"/>
                  </a:lnTo>
                  <a:lnTo>
                    <a:pt x="10395040" y="669078"/>
                  </a:lnTo>
                  <a:lnTo>
                    <a:pt x="10326723" y="674156"/>
                  </a:lnTo>
                  <a:lnTo>
                    <a:pt x="10244005" y="681032"/>
                  </a:lnTo>
                  <a:lnTo>
                    <a:pt x="10150416" y="689791"/>
                  </a:lnTo>
                  <a:lnTo>
                    <a:pt x="10050125" y="700444"/>
                  </a:lnTo>
                  <a:lnTo>
                    <a:pt x="9947258" y="712959"/>
                  </a:lnTo>
                  <a:lnTo>
                    <a:pt x="9845375" y="727294"/>
                  </a:lnTo>
                  <a:lnTo>
                    <a:pt x="9747194" y="743434"/>
                  </a:lnTo>
                  <a:lnTo>
                    <a:pt x="9654521" y="761410"/>
                  </a:lnTo>
                  <a:lnTo>
                    <a:pt x="9568346" y="781316"/>
                  </a:lnTo>
                  <a:lnTo>
                    <a:pt x="9488998" y="803313"/>
                  </a:lnTo>
                  <a:lnTo>
                    <a:pt x="9416324" y="827632"/>
                  </a:lnTo>
                  <a:lnTo>
                    <a:pt x="9349846" y="854565"/>
                  </a:lnTo>
                  <a:lnTo>
                    <a:pt x="9288891" y="884460"/>
                  </a:lnTo>
                  <a:lnTo>
                    <a:pt x="9232679" y="917696"/>
                  </a:lnTo>
                  <a:lnTo>
                    <a:pt x="9180402" y="954657"/>
                  </a:lnTo>
                  <a:lnTo>
                    <a:pt x="9131266" y="995670"/>
                  </a:lnTo>
                  <a:lnTo>
                    <a:pt x="9084767" y="1040695"/>
                  </a:lnTo>
                  <a:lnTo>
                    <a:pt x="9043813" y="1085552"/>
                  </a:lnTo>
                  <a:lnTo>
                    <a:pt x="9003957" y="1133998"/>
                  </a:lnTo>
                  <a:lnTo>
                    <a:pt x="8964873" y="1186103"/>
                  </a:lnTo>
                  <a:lnTo>
                    <a:pt x="8926304" y="1241867"/>
                  </a:lnTo>
                  <a:lnTo>
                    <a:pt x="8888050" y="1301211"/>
                  </a:lnTo>
                  <a:lnTo>
                    <a:pt x="8849962" y="1363970"/>
                  </a:lnTo>
                  <a:lnTo>
                    <a:pt x="8811932" y="1429889"/>
                  </a:lnTo>
                  <a:lnTo>
                    <a:pt x="8773890" y="1498623"/>
                  </a:lnTo>
                  <a:lnTo>
                    <a:pt x="8735797" y="1569743"/>
                  </a:lnTo>
                  <a:lnTo>
                    <a:pt x="8697642" y="1642740"/>
                  </a:lnTo>
                  <a:lnTo>
                    <a:pt x="8659432" y="1717045"/>
                  </a:lnTo>
                  <a:lnTo>
                    <a:pt x="8621190" y="1792042"/>
                  </a:lnTo>
                  <a:lnTo>
                    <a:pt x="8582945" y="1867090"/>
                  </a:lnTo>
                  <a:lnTo>
                    <a:pt x="8544729" y="1941548"/>
                  </a:lnTo>
                  <a:lnTo>
                    <a:pt x="8506563" y="2014795"/>
                  </a:lnTo>
                  <a:lnTo>
                    <a:pt x="8468461" y="2086251"/>
                  </a:lnTo>
                  <a:lnTo>
                    <a:pt x="8430413" y="2155399"/>
                  </a:lnTo>
                  <a:lnTo>
                    <a:pt x="8392384" y="2221794"/>
                  </a:lnTo>
                  <a:lnTo>
                    <a:pt x="8354312" y="2285079"/>
                  </a:lnTo>
                  <a:lnTo>
                    <a:pt x="8316094" y="2344983"/>
                  </a:lnTo>
                  <a:lnTo>
                    <a:pt x="8277587" y="2401328"/>
                  </a:lnTo>
                  <a:lnTo>
                    <a:pt x="8238601" y="2454021"/>
                  </a:lnTo>
                  <a:lnTo>
                    <a:pt x="8198888" y="2503050"/>
                  </a:lnTo>
                  <a:lnTo>
                    <a:pt x="8158136" y="2548475"/>
                  </a:lnTo>
                  <a:lnTo>
                    <a:pt x="8151487" y="2555424"/>
                  </a:lnTo>
                  <a:lnTo>
                    <a:pt x="8104761" y="2600652"/>
                  </a:lnTo>
                  <a:lnTo>
                    <a:pt x="8055612" y="2641646"/>
                  </a:lnTo>
                  <a:lnTo>
                    <a:pt x="8003318" y="2678588"/>
                  </a:lnTo>
                  <a:lnTo>
                    <a:pt x="7947086" y="2711808"/>
                  </a:lnTo>
                  <a:lnTo>
                    <a:pt x="7886106" y="2741688"/>
                  </a:lnTo>
                  <a:lnTo>
                    <a:pt x="7819600" y="2768608"/>
                  </a:lnTo>
                  <a:lnTo>
                    <a:pt x="7746895" y="2792915"/>
                  </a:lnTo>
                  <a:lnTo>
                    <a:pt x="7667515" y="2814901"/>
                  </a:lnTo>
                  <a:lnTo>
                    <a:pt x="7581308" y="2834798"/>
                  </a:lnTo>
                  <a:lnTo>
                    <a:pt x="7488606" y="2852765"/>
                  </a:lnTo>
                  <a:lnTo>
                    <a:pt x="7390402" y="2868896"/>
                  </a:lnTo>
                  <a:lnTo>
                    <a:pt x="7288508" y="2883223"/>
                  </a:lnTo>
                  <a:lnTo>
                    <a:pt x="7185644" y="2895729"/>
                  </a:lnTo>
                  <a:lnTo>
                    <a:pt x="7085375" y="2906373"/>
                  </a:lnTo>
                  <a:lnTo>
                    <a:pt x="6991827" y="2915123"/>
                  </a:lnTo>
                  <a:lnTo>
                    <a:pt x="6909170" y="2921990"/>
                  </a:lnTo>
                  <a:lnTo>
                    <a:pt x="6840928" y="2927060"/>
                  </a:lnTo>
                  <a:lnTo>
                    <a:pt x="6789289" y="2930511"/>
                  </a:lnTo>
                  <a:lnTo>
                    <a:pt x="6754600" y="2932606"/>
                  </a:lnTo>
                  <a:lnTo>
                    <a:pt x="6735192" y="2933669"/>
                  </a:lnTo>
                  <a:lnTo>
                    <a:pt x="6727503" y="2934053"/>
                  </a:lnTo>
                  <a:lnTo>
                    <a:pt x="6726343" y="2934106"/>
                  </a:lnTo>
                  <a:lnTo>
                    <a:pt x="5254955" y="2934106"/>
                  </a:lnTo>
                  <a:lnTo>
                    <a:pt x="5253815" y="2934038"/>
                  </a:lnTo>
                  <a:lnTo>
                    <a:pt x="5246318" y="2933556"/>
                  </a:lnTo>
                  <a:lnTo>
                    <a:pt x="5227421" y="2932222"/>
                  </a:lnTo>
                  <a:lnTo>
                    <a:pt x="5193638" y="2929597"/>
                  </a:lnTo>
                  <a:lnTo>
                    <a:pt x="5143287" y="2925271"/>
                  </a:lnTo>
                  <a:lnTo>
                    <a:pt x="5076624" y="2918913"/>
                  </a:lnTo>
                  <a:lnTo>
                    <a:pt x="4995680" y="2910294"/>
                  </a:lnTo>
                  <a:lnTo>
                    <a:pt x="4903805" y="2899299"/>
                  </a:lnTo>
                  <a:lnTo>
                    <a:pt x="4805015" y="2885908"/>
                  </a:lnTo>
                  <a:lnTo>
                    <a:pt x="4703332" y="2870160"/>
                  </a:lnTo>
                  <a:lnTo>
                    <a:pt x="4602279" y="2852106"/>
                  </a:lnTo>
                  <a:lnTo>
                    <a:pt x="4504582" y="2831771"/>
                  </a:lnTo>
                  <a:lnTo>
                    <a:pt x="4412099" y="2809126"/>
                  </a:lnTo>
                  <a:lnTo>
                    <a:pt x="4325883" y="2784063"/>
                  </a:lnTo>
                  <a:lnTo>
                    <a:pt x="4246336" y="2756393"/>
                  </a:lnTo>
                  <a:lnTo>
                    <a:pt x="4173370" y="2725842"/>
                  </a:lnTo>
                  <a:lnTo>
                    <a:pt x="4106566" y="2692056"/>
                  </a:lnTo>
                  <a:lnTo>
                    <a:pt x="4045296" y="2654610"/>
                  </a:lnTo>
                  <a:lnTo>
                    <a:pt x="3988821" y="2613036"/>
                  </a:lnTo>
                  <a:lnTo>
                    <a:pt x="3936357" y="2566850"/>
                  </a:lnTo>
                  <a:lnTo>
                    <a:pt x="3887131" y="2515620"/>
                  </a:lnTo>
                  <a:lnTo>
                    <a:pt x="3840422" y="2459065"/>
                  </a:lnTo>
                  <a:lnTo>
                    <a:pt x="3829811" y="2445088"/>
                  </a:lnTo>
                  <a:lnTo>
                    <a:pt x="3792653" y="2392799"/>
                  </a:lnTo>
                  <a:lnTo>
                    <a:pt x="3756424" y="2336715"/>
                  </a:lnTo>
                  <a:lnTo>
                    <a:pt x="3720873" y="2276760"/>
                  </a:lnTo>
                  <a:lnTo>
                    <a:pt x="3685798" y="2212916"/>
                  </a:lnTo>
                  <a:lnTo>
                    <a:pt x="3651038" y="2145234"/>
                  </a:lnTo>
                  <a:lnTo>
                    <a:pt x="3616466" y="2073837"/>
                  </a:lnTo>
                  <a:lnTo>
                    <a:pt x="3581987" y="1998924"/>
                  </a:lnTo>
                  <a:lnTo>
                    <a:pt x="3547533" y="1920774"/>
                  </a:lnTo>
                  <a:lnTo>
                    <a:pt x="3513058" y="1839743"/>
                  </a:lnTo>
                  <a:lnTo>
                    <a:pt x="3478539" y="1756261"/>
                  </a:lnTo>
                  <a:lnTo>
                    <a:pt x="3443968" y="1670822"/>
                  </a:lnTo>
                  <a:lnTo>
                    <a:pt x="3409351" y="1583974"/>
                  </a:lnTo>
                  <a:lnTo>
                    <a:pt x="3374706" y="1496308"/>
                  </a:lnTo>
                  <a:lnTo>
                    <a:pt x="3340052" y="1408436"/>
                  </a:lnTo>
                  <a:lnTo>
                    <a:pt x="3305414" y="1320976"/>
                  </a:lnTo>
                  <a:lnTo>
                    <a:pt x="3270811" y="1234536"/>
                  </a:lnTo>
                  <a:lnTo>
                    <a:pt x="3236257" y="1149692"/>
                  </a:lnTo>
                  <a:lnTo>
                    <a:pt x="3201754" y="1066978"/>
                  </a:lnTo>
                  <a:lnTo>
                    <a:pt x="3167290" y="986866"/>
                  </a:lnTo>
                  <a:lnTo>
                    <a:pt x="3132834" y="909762"/>
                  </a:lnTo>
                  <a:lnTo>
                    <a:pt x="3098333" y="835997"/>
                  </a:lnTo>
                  <a:lnTo>
                    <a:pt x="3063710" y="765823"/>
                  </a:lnTo>
                  <a:lnTo>
                    <a:pt x="3028861" y="699415"/>
                  </a:lnTo>
                  <a:lnTo>
                    <a:pt x="2993646" y="636869"/>
                  </a:lnTo>
                  <a:lnTo>
                    <a:pt x="2957893" y="578213"/>
                  </a:lnTo>
                  <a:lnTo>
                    <a:pt x="2921384" y="523409"/>
                  </a:lnTo>
                  <a:lnTo>
                    <a:pt x="2896531" y="489017"/>
                  </a:lnTo>
                  <a:lnTo>
                    <a:pt x="2850317" y="431207"/>
                  </a:lnTo>
                  <a:lnTo>
                    <a:pt x="2801740" y="378751"/>
                  </a:lnTo>
                  <a:lnTo>
                    <a:pt x="2750100" y="331423"/>
                  </a:lnTo>
                  <a:lnTo>
                    <a:pt x="2694632" y="288814"/>
                  </a:lnTo>
                  <a:lnTo>
                    <a:pt x="2634550" y="250448"/>
                  </a:lnTo>
                  <a:lnTo>
                    <a:pt x="2569100" y="215847"/>
                  </a:lnTo>
                  <a:lnTo>
                    <a:pt x="2497619" y="184575"/>
                  </a:lnTo>
                  <a:lnTo>
                    <a:pt x="2419631" y="156260"/>
                  </a:lnTo>
                  <a:lnTo>
                    <a:pt x="2334957" y="130609"/>
                  </a:lnTo>
                  <a:lnTo>
                    <a:pt x="2243870" y="107412"/>
                  </a:lnTo>
                  <a:lnTo>
                    <a:pt x="2147255" y="86543"/>
                  </a:lnTo>
                  <a:lnTo>
                    <a:pt x="2046774" y="67956"/>
                  </a:lnTo>
                  <a:lnTo>
                    <a:pt x="1944949" y="51665"/>
                  </a:lnTo>
                  <a:lnTo>
                    <a:pt x="1845135" y="37719"/>
                  </a:lnTo>
                  <a:lnTo>
                    <a:pt x="1751276" y="26164"/>
                  </a:lnTo>
                  <a:lnTo>
                    <a:pt x="1667445" y="16996"/>
                  </a:lnTo>
                  <a:lnTo>
                    <a:pt x="1597207" y="10126"/>
                  </a:lnTo>
                  <a:lnTo>
                    <a:pt x="1542956" y="5353"/>
                  </a:lnTo>
                  <a:lnTo>
                    <a:pt x="1505384" y="2365"/>
                  </a:lnTo>
                  <a:lnTo>
                    <a:pt x="1483261" y="768"/>
                  </a:lnTo>
                  <a:lnTo>
                    <a:pt x="1473500" y="127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741" name="pl741"/>
            <p:cNvSpPr/>
            <p:nvPr/>
          </p:nvSpPr>
          <p:spPr>
            <a:xfrm>
              <a:off x="4799595" y="5527361"/>
              <a:ext cx="11981298" cy="2934106"/>
            </a:xfrm>
            <a:custGeom>
              <a:avLst/>
              <a:pathLst>
                <a:path w="11981298" h="2934106">
                  <a:moveTo>
                    <a:pt x="0" y="0"/>
                  </a:moveTo>
                  <a:lnTo>
                    <a:pt x="1471387" y="0"/>
                  </a:lnTo>
                  <a:lnTo>
                    <a:pt x="1472527" y="67"/>
                  </a:lnTo>
                  <a:lnTo>
                    <a:pt x="1480024" y="550"/>
                  </a:lnTo>
                  <a:lnTo>
                    <a:pt x="1498921" y="1883"/>
                  </a:lnTo>
                  <a:lnTo>
                    <a:pt x="1532705" y="4509"/>
                  </a:lnTo>
                  <a:lnTo>
                    <a:pt x="1583055" y="8834"/>
                  </a:lnTo>
                  <a:lnTo>
                    <a:pt x="1649718" y="15192"/>
                  </a:lnTo>
                  <a:lnTo>
                    <a:pt x="1730662" y="23812"/>
                  </a:lnTo>
                  <a:lnTo>
                    <a:pt x="1822537" y="34807"/>
                  </a:lnTo>
                  <a:lnTo>
                    <a:pt x="1921328" y="48197"/>
                  </a:lnTo>
                  <a:lnTo>
                    <a:pt x="2023010" y="63946"/>
                  </a:lnTo>
                  <a:lnTo>
                    <a:pt x="2124063" y="82000"/>
                  </a:lnTo>
                  <a:lnTo>
                    <a:pt x="2221760" y="102334"/>
                  </a:lnTo>
                  <a:lnTo>
                    <a:pt x="2314243" y="124980"/>
                  </a:lnTo>
                  <a:lnTo>
                    <a:pt x="2400459" y="150042"/>
                  </a:lnTo>
                  <a:lnTo>
                    <a:pt x="2480006" y="177712"/>
                  </a:lnTo>
                  <a:lnTo>
                    <a:pt x="2552972" y="208263"/>
                  </a:lnTo>
                  <a:lnTo>
                    <a:pt x="2619776" y="242050"/>
                  </a:lnTo>
                  <a:lnTo>
                    <a:pt x="2681046" y="279495"/>
                  </a:lnTo>
                  <a:lnTo>
                    <a:pt x="2737521" y="321070"/>
                  </a:lnTo>
                  <a:lnTo>
                    <a:pt x="2789985" y="367256"/>
                  </a:lnTo>
                  <a:lnTo>
                    <a:pt x="2839212" y="418485"/>
                  </a:lnTo>
                  <a:lnTo>
                    <a:pt x="2885920" y="475040"/>
                  </a:lnTo>
                  <a:lnTo>
                    <a:pt x="2896531" y="489017"/>
                  </a:lnTo>
                  <a:lnTo>
                    <a:pt x="2933689" y="541307"/>
                  </a:lnTo>
                  <a:lnTo>
                    <a:pt x="2969918" y="597391"/>
                  </a:lnTo>
                  <a:lnTo>
                    <a:pt x="3005469" y="657346"/>
                  </a:lnTo>
                  <a:lnTo>
                    <a:pt x="3040544" y="721189"/>
                  </a:lnTo>
                  <a:lnTo>
                    <a:pt x="3075304" y="788871"/>
                  </a:lnTo>
                  <a:lnTo>
                    <a:pt x="3109876" y="860268"/>
                  </a:lnTo>
                  <a:lnTo>
                    <a:pt x="3144355" y="935181"/>
                  </a:lnTo>
                  <a:lnTo>
                    <a:pt x="3178809" y="1013331"/>
                  </a:lnTo>
                  <a:lnTo>
                    <a:pt x="3213284" y="1094362"/>
                  </a:lnTo>
                  <a:lnTo>
                    <a:pt x="3247803" y="1177845"/>
                  </a:lnTo>
                  <a:lnTo>
                    <a:pt x="3282374" y="1263284"/>
                  </a:lnTo>
                  <a:lnTo>
                    <a:pt x="3316991" y="1350131"/>
                  </a:lnTo>
                  <a:lnTo>
                    <a:pt x="3351636" y="1437797"/>
                  </a:lnTo>
                  <a:lnTo>
                    <a:pt x="3386290" y="1525669"/>
                  </a:lnTo>
                  <a:lnTo>
                    <a:pt x="3420928" y="1613129"/>
                  </a:lnTo>
                  <a:lnTo>
                    <a:pt x="3455531" y="1699569"/>
                  </a:lnTo>
                  <a:lnTo>
                    <a:pt x="3490085" y="1784413"/>
                  </a:lnTo>
                  <a:lnTo>
                    <a:pt x="3524588" y="1867128"/>
                  </a:lnTo>
                  <a:lnTo>
                    <a:pt x="3559052" y="1947240"/>
                  </a:lnTo>
                  <a:lnTo>
                    <a:pt x="3593508" y="2024344"/>
                  </a:lnTo>
                  <a:lnTo>
                    <a:pt x="3628009" y="2098108"/>
                  </a:lnTo>
                  <a:lnTo>
                    <a:pt x="3662632" y="2168282"/>
                  </a:lnTo>
                  <a:lnTo>
                    <a:pt x="3697481" y="2234691"/>
                  </a:lnTo>
                  <a:lnTo>
                    <a:pt x="3732696" y="2297236"/>
                  </a:lnTo>
                  <a:lnTo>
                    <a:pt x="3768449" y="2355892"/>
                  </a:lnTo>
                  <a:lnTo>
                    <a:pt x="3804958" y="2410696"/>
                  </a:lnTo>
                  <a:lnTo>
                    <a:pt x="3829811" y="2445088"/>
                  </a:lnTo>
                  <a:lnTo>
                    <a:pt x="3876025" y="2502898"/>
                  </a:lnTo>
                  <a:lnTo>
                    <a:pt x="3924602" y="2555354"/>
                  </a:lnTo>
                  <a:lnTo>
                    <a:pt x="3976242" y="2602683"/>
                  </a:lnTo>
                  <a:lnTo>
                    <a:pt x="4031710" y="2645291"/>
                  </a:lnTo>
                  <a:lnTo>
                    <a:pt x="4091792" y="2683657"/>
                  </a:lnTo>
                  <a:lnTo>
                    <a:pt x="4157243" y="2718258"/>
                  </a:lnTo>
                  <a:lnTo>
                    <a:pt x="4228723" y="2749530"/>
                  </a:lnTo>
                  <a:lnTo>
                    <a:pt x="4306711" y="2777845"/>
                  </a:lnTo>
                  <a:lnTo>
                    <a:pt x="4391385" y="2803496"/>
                  </a:lnTo>
                  <a:lnTo>
                    <a:pt x="4482472" y="2826694"/>
                  </a:lnTo>
                  <a:lnTo>
                    <a:pt x="4579087" y="2847562"/>
                  </a:lnTo>
                  <a:lnTo>
                    <a:pt x="4679569" y="2866149"/>
                  </a:lnTo>
                  <a:lnTo>
                    <a:pt x="4781393" y="2882440"/>
                  </a:lnTo>
                  <a:lnTo>
                    <a:pt x="4881207" y="2896386"/>
                  </a:lnTo>
                  <a:lnTo>
                    <a:pt x="4975066" y="2907941"/>
                  </a:lnTo>
                  <a:lnTo>
                    <a:pt x="5058897" y="2917109"/>
                  </a:lnTo>
                  <a:lnTo>
                    <a:pt x="5129135" y="2923979"/>
                  </a:lnTo>
                  <a:lnTo>
                    <a:pt x="5183387" y="2928753"/>
                  </a:lnTo>
                  <a:lnTo>
                    <a:pt x="5220958" y="2931741"/>
                  </a:lnTo>
                  <a:lnTo>
                    <a:pt x="5243081" y="2933337"/>
                  </a:lnTo>
                  <a:lnTo>
                    <a:pt x="5252842" y="2933978"/>
                  </a:lnTo>
                  <a:lnTo>
                    <a:pt x="5254940" y="2934105"/>
                  </a:lnTo>
                  <a:lnTo>
                    <a:pt x="5254955" y="2934106"/>
                  </a:lnTo>
                  <a:lnTo>
                    <a:pt x="6726343" y="2934106"/>
                  </a:lnTo>
                  <a:lnTo>
                    <a:pt x="6727520" y="2934052"/>
                  </a:lnTo>
                  <a:lnTo>
                    <a:pt x="6735253" y="2933666"/>
                  </a:lnTo>
                  <a:lnTo>
                    <a:pt x="6754726" y="2932599"/>
                  </a:lnTo>
                  <a:lnTo>
                    <a:pt x="6789493" y="2930498"/>
                  </a:lnTo>
                  <a:lnTo>
                    <a:pt x="6841214" y="2927040"/>
                  </a:lnTo>
                  <a:lnTo>
                    <a:pt x="6909530" y="2921962"/>
                  </a:lnTo>
                  <a:lnTo>
                    <a:pt x="6992248" y="2915086"/>
                  </a:lnTo>
                  <a:lnTo>
                    <a:pt x="7085838" y="2906327"/>
                  </a:lnTo>
                  <a:lnTo>
                    <a:pt x="7186129" y="2895674"/>
                  </a:lnTo>
                  <a:lnTo>
                    <a:pt x="7288996" y="2883159"/>
                  </a:lnTo>
                  <a:lnTo>
                    <a:pt x="7390878" y="2868824"/>
                  </a:lnTo>
                  <a:lnTo>
                    <a:pt x="7489059" y="2852684"/>
                  </a:lnTo>
                  <a:lnTo>
                    <a:pt x="7581732" y="2834708"/>
                  </a:lnTo>
                  <a:lnTo>
                    <a:pt x="7667907" y="2814802"/>
                  </a:lnTo>
                  <a:lnTo>
                    <a:pt x="7747255" y="2792805"/>
                  </a:lnTo>
                  <a:lnTo>
                    <a:pt x="7819929" y="2768487"/>
                  </a:lnTo>
                  <a:lnTo>
                    <a:pt x="7886407" y="2741553"/>
                  </a:lnTo>
                  <a:lnTo>
                    <a:pt x="7947363" y="2711659"/>
                  </a:lnTo>
                  <a:lnTo>
                    <a:pt x="8003574" y="2678422"/>
                  </a:lnTo>
                  <a:lnTo>
                    <a:pt x="8055852" y="2641461"/>
                  </a:lnTo>
                  <a:lnTo>
                    <a:pt x="8104987" y="2600448"/>
                  </a:lnTo>
                  <a:lnTo>
                    <a:pt x="8151487" y="2555424"/>
                  </a:lnTo>
                  <a:lnTo>
                    <a:pt x="8192440" y="2510566"/>
                  </a:lnTo>
                  <a:lnTo>
                    <a:pt x="8232296" y="2462120"/>
                  </a:lnTo>
                  <a:lnTo>
                    <a:pt x="8271380" y="2410016"/>
                  </a:lnTo>
                  <a:lnTo>
                    <a:pt x="8309949" y="2354252"/>
                  </a:lnTo>
                  <a:lnTo>
                    <a:pt x="8348203" y="2294908"/>
                  </a:lnTo>
                  <a:lnTo>
                    <a:pt x="8386291" y="2232149"/>
                  </a:lnTo>
                  <a:lnTo>
                    <a:pt x="8424321" y="2166229"/>
                  </a:lnTo>
                  <a:lnTo>
                    <a:pt x="8462363" y="2097495"/>
                  </a:lnTo>
                  <a:lnTo>
                    <a:pt x="8500456" y="2026375"/>
                  </a:lnTo>
                  <a:lnTo>
                    <a:pt x="8538611" y="1953378"/>
                  </a:lnTo>
                  <a:lnTo>
                    <a:pt x="8576821" y="1879073"/>
                  </a:lnTo>
                  <a:lnTo>
                    <a:pt x="8615063" y="1804076"/>
                  </a:lnTo>
                  <a:lnTo>
                    <a:pt x="8653308" y="1729028"/>
                  </a:lnTo>
                  <a:lnTo>
                    <a:pt x="8691525" y="1654570"/>
                  </a:lnTo>
                  <a:lnTo>
                    <a:pt x="8729690" y="1581324"/>
                  </a:lnTo>
                  <a:lnTo>
                    <a:pt x="8767792" y="1509867"/>
                  </a:lnTo>
                  <a:lnTo>
                    <a:pt x="8805841" y="1440720"/>
                  </a:lnTo>
                  <a:lnTo>
                    <a:pt x="8843869" y="1374324"/>
                  </a:lnTo>
                  <a:lnTo>
                    <a:pt x="8881941" y="1311039"/>
                  </a:lnTo>
                  <a:lnTo>
                    <a:pt x="8920160" y="1251135"/>
                  </a:lnTo>
                  <a:lnTo>
                    <a:pt x="8958666" y="1194790"/>
                  </a:lnTo>
                  <a:lnTo>
                    <a:pt x="8997652" y="1142097"/>
                  </a:lnTo>
                  <a:lnTo>
                    <a:pt x="9037365" y="1093068"/>
                  </a:lnTo>
                  <a:lnTo>
                    <a:pt x="9078117" y="1047643"/>
                  </a:lnTo>
                  <a:lnTo>
                    <a:pt x="9084767" y="1040695"/>
                  </a:lnTo>
                  <a:lnTo>
                    <a:pt x="9131493" y="995466"/>
                  </a:lnTo>
                  <a:lnTo>
                    <a:pt x="9180641" y="954473"/>
                  </a:lnTo>
                  <a:lnTo>
                    <a:pt x="9232936" y="917530"/>
                  </a:lnTo>
                  <a:lnTo>
                    <a:pt x="9289167" y="884310"/>
                  </a:lnTo>
                  <a:lnTo>
                    <a:pt x="9350148" y="854431"/>
                  </a:lnTo>
                  <a:lnTo>
                    <a:pt x="9416653" y="827511"/>
                  </a:lnTo>
                  <a:lnTo>
                    <a:pt x="9489358" y="803204"/>
                  </a:lnTo>
                  <a:lnTo>
                    <a:pt x="9568739" y="781217"/>
                  </a:lnTo>
                  <a:lnTo>
                    <a:pt x="9654946" y="761321"/>
                  </a:lnTo>
                  <a:lnTo>
                    <a:pt x="9747647" y="743353"/>
                  </a:lnTo>
                  <a:lnTo>
                    <a:pt x="9845851" y="727222"/>
                  </a:lnTo>
                  <a:lnTo>
                    <a:pt x="9947745" y="712895"/>
                  </a:lnTo>
                  <a:lnTo>
                    <a:pt x="10050609" y="700390"/>
                  </a:lnTo>
                  <a:lnTo>
                    <a:pt x="10150878" y="689745"/>
                  </a:lnTo>
                  <a:lnTo>
                    <a:pt x="10244426" y="680995"/>
                  </a:lnTo>
                  <a:lnTo>
                    <a:pt x="10327083" y="674128"/>
                  </a:lnTo>
                  <a:lnTo>
                    <a:pt x="10395325" y="669058"/>
                  </a:lnTo>
                  <a:lnTo>
                    <a:pt x="10446964" y="665607"/>
                  </a:lnTo>
                  <a:lnTo>
                    <a:pt x="10481653" y="663512"/>
                  </a:lnTo>
                  <a:lnTo>
                    <a:pt x="10501061" y="662449"/>
                  </a:lnTo>
                  <a:lnTo>
                    <a:pt x="10508750" y="662066"/>
                  </a:lnTo>
                  <a:lnTo>
                    <a:pt x="10509911" y="662012"/>
                  </a:lnTo>
                  <a:lnTo>
                    <a:pt x="11981298" y="66201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42" name="pl742"/>
            <p:cNvSpPr/>
            <p:nvPr/>
          </p:nvSpPr>
          <p:spPr>
            <a:xfrm>
              <a:off x="4799595" y="5519188"/>
              <a:ext cx="11981298" cy="2934106"/>
            </a:xfrm>
            <a:custGeom>
              <a:avLst/>
              <a:pathLst>
                <a:path w="11981298" h="2934106">
                  <a:moveTo>
                    <a:pt x="11981298" y="662012"/>
                  </a:moveTo>
                  <a:lnTo>
                    <a:pt x="10509911" y="662012"/>
                  </a:lnTo>
                  <a:lnTo>
                    <a:pt x="10508733" y="662066"/>
                  </a:lnTo>
                  <a:lnTo>
                    <a:pt x="10501000" y="662453"/>
                  </a:lnTo>
                  <a:lnTo>
                    <a:pt x="10481527" y="663520"/>
                  </a:lnTo>
                  <a:lnTo>
                    <a:pt x="10446760" y="665620"/>
                  </a:lnTo>
                  <a:lnTo>
                    <a:pt x="10395040" y="669078"/>
                  </a:lnTo>
                  <a:lnTo>
                    <a:pt x="10326723" y="674156"/>
                  </a:lnTo>
                  <a:lnTo>
                    <a:pt x="10244005" y="681032"/>
                  </a:lnTo>
                  <a:lnTo>
                    <a:pt x="10150416" y="689791"/>
                  </a:lnTo>
                  <a:lnTo>
                    <a:pt x="10050125" y="700444"/>
                  </a:lnTo>
                  <a:lnTo>
                    <a:pt x="9947258" y="712959"/>
                  </a:lnTo>
                  <a:lnTo>
                    <a:pt x="9845375" y="727294"/>
                  </a:lnTo>
                  <a:lnTo>
                    <a:pt x="9747194" y="743434"/>
                  </a:lnTo>
                  <a:lnTo>
                    <a:pt x="9654521" y="761410"/>
                  </a:lnTo>
                  <a:lnTo>
                    <a:pt x="9568346" y="781316"/>
                  </a:lnTo>
                  <a:lnTo>
                    <a:pt x="9488998" y="803313"/>
                  </a:lnTo>
                  <a:lnTo>
                    <a:pt x="9416324" y="827632"/>
                  </a:lnTo>
                  <a:lnTo>
                    <a:pt x="9349846" y="854565"/>
                  </a:lnTo>
                  <a:lnTo>
                    <a:pt x="9288891" y="884460"/>
                  </a:lnTo>
                  <a:lnTo>
                    <a:pt x="9232679" y="917696"/>
                  </a:lnTo>
                  <a:lnTo>
                    <a:pt x="9180402" y="954657"/>
                  </a:lnTo>
                  <a:lnTo>
                    <a:pt x="9131266" y="995670"/>
                  </a:lnTo>
                  <a:lnTo>
                    <a:pt x="9084767" y="1040695"/>
                  </a:lnTo>
                  <a:lnTo>
                    <a:pt x="9043813" y="1085552"/>
                  </a:lnTo>
                  <a:lnTo>
                    <a:pt x="9003957" y="1133998"/>
                  </a:lnTo>
                  <a:lnTo>
                    <a:pt x="8964873" y="1186103"/>
                  </a:lnTo>
                  <a:lnTo>
                    <a:pt x="8926304" y="1241867"/>
                  </a:lnTo>
                  <a:lnTo>
                    <a:pt x="8888050" y="1301211"/>
                  </a:lnTo>
                  <a:lnTo>
                    <a:pt x="8849962" y="1363970"/>
                  </a:lnTo>
                  <a:lnTo>
                    <a:pt x="8811932" y="1429889"/>
                  </a:lnTo>
                  <a:lnTo>
                    <a:pt x="8773890" y="1498623"/>
                  </a:lnTo>
                  <a:lnTo>
                    <a:pt x="8735797" y="1569743"/>
                  </a:lnTo>
                  <a:lnTo>
                    <a:pt x="8697642" y="1642740"/>
                  </a:lnTo>
                  <a:lnTo>
                    <a:pt x="8659432" y="1717045"/>
                  </a:lnTo>
                  <a:lnTo>
                    <a:pt x="8621190" y="1792042"/>
                  </a:lnTo>
                  <a:lnTo>
                    <a:pt x="8582945" y="1867090"/>
                  </a:lnTo>
                  <a:lnTo>
                    <a:pt x="8544729" y="1941548"/>
                  </a:lnTo>
                  <a:lnTo>
                    <a:pt x="8506563" y="2014795"/>
                  </a:lnTo>
                  <a:lnTo>
                    <a:pt x="8468461" y="2086251"/>
                  </a:lnTo>
                  <a:lnTo>
                    <a:pt x="8430413" y="2155399"/>
                  </a:lnTo>
                  <a:lnTo>
                    <a:pt x="8392384" y="2221794"/>
                  </a:lnTo>
                  <a:lnTo>
                    <a:pt x="8354312" y="2285079"/>
                  </a:lnTo>
                  <a:lnTo>
                    <a:pt x="8316094" y="2344983"/>
                  </a:lnTo>
                  <a:lnTo>
                    <a:pt x="8277587" y="2401328"/>
                  </a:lnTo>
                  <a:lnTo>
                    <a:pt x="8238601" y="2454021"/>
                  </a:lnTo>
                  <a:lnTo>
                    <a:pt x="8198888" y="2503050"/>
                  </a:lnTo>
                  <a:lnTo>
                    <a:pt x="8158136" y="2548475"/>
                  </a:lnTo>
                  <a:lnTo>
                    <a:pt x="8151487" y="2555424"/>
                  </a:lnTo>
                  <a:lnTo>
                    <a:pt x="8104761" y="2600652"/>
                  </a:lnTo>
                  <a:lnTo>
                    <a:pt x="8055612" y="2641646"/>
                  </a:lnTo>
                  <a:lnTo>
                    <a:pt x="8003318" y="2678588"/>
                  </a:lnTo>
                  <a:lnTo>
                    <a:pt x="7947086" y="2711808"/>
                  </a:lnTo>
                  <a:lnTo>
                    <a:pt x="7886106" y="2741688"/>
                  </a:lnTo>
                  <a:lnTo>
                    <a:pt x="7819600" y="2768608"/>
                  </a:lnTo>
                  <a:lnTo>
                    <a:pt x="7746895" y="2792915"/>
                  </a:lnTo>
                  <a:lnTo>
                    <a:pt x="7667515" y="2814901"/>
                  </a:lnTo>
                  <a:lnTo>
                    <a:pt x="7581308" y="2834798"/>
                  </a:lnTo>
                  <a:lnTo>
                    <a:pt x="7488606" y="2852765"/>
                  </a:lnTo>
                  <a:lnTo>
                    <a:pt x="7390402" y="2868896"/>
                  </a:lnTo>
                  <a:lnTo>
                    <a:pt x="7288508" y="2883223"/>
                  </a:lnTo>
                  <a:lnTo>
                    <a:pt x="7185644" y="2895729"/>
                  </a:lnTo>
                  <a:lnTo>
                    <a:pt x="7085375" y="2906373"/>
                  </a:lnTo>
                  <a:lnTo>
                    <a:pt x="6991827" y="2915123"/>
                  </a:lnTo>
                  <a:lnTo>
                    <a:pt x="6909170" y="2921990"/>
                  </a:lnTo>
                  <a:lnTo>
                    <a:pt x="6840928" y="2927060"/>
                  </a:lnTo>
                  <a:lnTo>
                    <a:pt x="6789289" y="2930511"/>
                  </a:lnTo>
                  <a:lnTo>
                    <a:pt x="6754600" y="2932606"/>
                  </a:lnTo>
                  <a:lnTo>
                    <a:pt x="6735192" y="2933669"/>
                  </a:lnTo>
                  <a:lnTo>
                    <a:pt x="6727503" y="2934053"/>
                  </a:lnTo>
                  <a:lnTo>
                    <a:pt x="6726343" y="2934106"/>
                  </a:lnTo>
                  <a:lnTo>
                    <a:pt x="5254955" y="2934106"/>
                  </a:lnTo>
                  <a:lnTo>
                    <a:pt x="5253815" y="2934038"/>
                  </a:lnTo>
                  <a:lnTo>
                    <a:pt x="5246318" y="2933556"/>
                  </a:lnTo>
                  <a:lnTo>
                    <a:pt x="5227421" y="2932222"/>
                  </a:lnTo>
                  <a:lnTo>
                    <a:pt x="5193638" y="2929597"/>
                  </a:lnTo>
                  <a:lnTo>
                    <a:pt x="5143287" y="2925271"/>
                  </a:lnTo>
                  <a:lnTo>
                    <a:pt x="5076624" y="2918913"/>
                  </a:lnTo>
                  <a:lnTo>
                    <a:pt x="4995680" y="2910294"/>
                  </a:lnTo>
                  <a:lnTo>
                    <a:pt x="4903805" y="2899299"/>
                  </a:lnTo>
                  <a:lnTo>
                    <a:pt x="4805015" y="2885908"/>
                  </a:lnTo>
                  <a:lnTo>
                    <a:pt x="4703332" y="2870160"/>
                  </a:lnTo>
                  <a:lnTo>
                    <a:pt x="4602279" y="2852106"/>
                  </a:lnTo>
                  <a:lnTo>
                    <a:pt x="4504582" y="2831771"/>
                  </a:lnTo>
                  <a:lnTo>
                    <a:pt x="4412099" y="2809126"/>
                  </a:lnTo>
                  <a:lnTo>
                    <a:pt x="4325883" y="2784063"/>
                  </a:lnTo>
                  <a:lnTo>
                    <a:pt x="4246336" y="2756393"/>
                  </a:lnTo>
                  <a:lnTo>
                    <a:pt x="4173370" y="2725842"/>
                  </a:lnTo>
                  <a:lnTo>
                    <a:pt x="4106566" y="2692056"/>
                  </a:lnTo>
                  <a:lnTo>
                    <a:pt x="4045296" y="2654610"/>
                  </a:lnTo>
                  <a:lnTo>
                    <a:pt x="3988821" y="2613036"/>
                  </a:lnTo>
                  <a:lnTo>
                    <a:pt x="3936357" y="2566850"/>
                  </a:lnTo>
                  <a:lnTo>
                    <a:pt x="3887131" y="2515620"/>
                  </a:lnTo>
                  <a:lnTo>
                    <a:pt x="3840422" y="2459065"/>
                  </a:lnTo>
                  <a:lnTo>
                    <a:pt x="3829811" y="2445088"/>
                  </a:lnTo>
                  <a:lnTo>
                    <a:pt x="3792653" y="2392799"/>
                  </a:lnTo>
                  <a:lnTo>
                    <a:pt x="3756424" y="2336715"/>
                  </a:lnTo>
                  <a:lnTo>
                    <a:pt x="3720873" y="2276760"/>
                  </a:lnTo>
                  <a:lnTo>
                    <a:pt x="3685798" y="2212916"/>
                  </a:lnTo>
                  <a:lnTo>
                    <a:pt x="3651038" y="2145234"/>
                  </a:lnTo>
                  <a:lnTo>
                    <a:pt x="3616466" y="2073837"/>
                  </a:lnTo>
                  <a:lnTo>
                    <a:pt x="3581987" y="1998924"/>
                  </a:lnTo>
                  <a:lnTo>
                    <a:pt x="3547533" y="1920774"/>
                  </a:lnTo>
                  <a:lnTo>
                    <a:pt x="3513058" y="1839743"/>
                  </a:lnTo>
                  <a:lnTo>
                    <a:pt x="3478539" y="1756261"/>
                  </a:lnTo>
                  <a:lnTo>
                    <a:pt x="3443968" y="1670822"/>
                  </a:lnTo>
                  <a:lnTo>
                    <a:pt x="3409351" y="1583974"/>
                  </a:lnTo>
                  <a:lnTo>
                    <a:pt x="3374706" y="1496308"/>
                  </a:lnTo>
                  <a:lnTo>
                    <a:pt x="3340052" y="1408436"/>
                  </a:lnTo>
                  <a:lnTo>
                    <a:pt x="3305414" y="1320976"/>
                  </a:lnTo>
                  <a:lnTo>
                    <a:pt x="3270811" y="1234536"/>
                  </a:lnTo>
                  <a:lnTo>
                    <a:pt x="3236257" y="1149692"/>
                  </a:lnTo>
                  <a:lnTo>
                    <a:pt x="3201754" y="1066978"/>
                  </a:lnTo>
                  <a:lnTo>
                    <a:pt x="3167290" y="986866"/>
                  </a:lnTo>
                  <a:lnTo>
                    <a:pt x="3132834" y="909762"/>
                  </a:lnTo>
                  <a:lnTo>
                    <a:pt x="3098333" y="835997"/>
                  </a:lnTo>
                  <a:lnTo>
                    <a:pt x="3063710" y="765823"/>
                  </a:lnTo>
                  <a:lnTo>
                    <a:pt x="3028861" y="699415"/>
                  </a:lnTo>
                  <a:lnTo>
                    <a:pt x="2993646" y="636869"/>
                  </a:lnTo>
                  <a:lnTo>
                    <a:pt x="2957893" y="578213"/>
                  </a:lnTo>
                  <a:lnTo>
                    <a:pt x="2921384" y="523409"/>
                  </a:lnTo>
                  <a:lnTo>
                    <a:pt x="2896531" y="489017"/>
                  </a:lnTo>
                  <a:lnTo>
                    <a:pt x="2850317" y="431207"/>
                  </a:lnTo>
                  <a:lnTo>
                    <a:pt x="2801740" y="378751"/>
                  </a:lnTo>
                  <a:lnTo>
                    <a:pt x="2750100" y="331423"/>
                  </a:lnTo>
                  <a:lnTo>
                    <a:pt x="2694632" y="288814"/>
                  </a:lnTo>
                  <a:lnTo>
                    <a:pt x="2634550" y="250448"/>
                  </a:lnTo>
                  <a:lnTo>
                    <a:pt x="2569100" y="215847"/>
                  </a:lnTo>
                  <a:lnTo>
                    <a:pt x="2497619" y="184575"/>
                  </a:lnTo>
                  <a:lnTo>
                    <a:pt x="2419631" y="156260"/>
                  </a:lnTo>
                  <a:lnTo>
                    <a:pt x="2334957" y="130609"/>
                  </a:lnTo>
                  <a:lnTo>
                    <a:pt x="2243870" y="107412"/>
                  </a:lnTo>
                  <a:lnTo>
                    <a:pt x="2147255" y="86543"/>
                  </a:lnTo>
                  <a:lnTo>
                    <a:pt x="2046774" y="67956"/>
                  </a:lnTo>
                  <a:lnTo>
                    <a:pt x="1944949" y="51665"/>
                  </a:lnTo>
                  <a:lnTo>
                    <a:pt x="1845135" y="37719"/>
                  </a:lnTo>
                  <a:lnTo>
                    <a:pt x="1751276" y="26164"/>
                  </a:lnTo>
                  <a:lnTo>
                    <a:pt x="1667445" y="16996"/>
                  </a:lnTo>
                  <a:lnTo>
                    <a:pt x="1597207" y="10126"/>
                  </a:lnTo>
                  <a:lnTo>
                    <a:pt x="1542956" y="5353"/>
                  </a:lnTo>
                  <a:lnTo>
                    <a:pt x="1505384" y="2365"/>
                  </a:lnTo>
                  <a:lnTo>
                    <a:pt x="1483261" y="768"/>
                  </a:lnTo>
                  <a:lnTo>
                    <a:pt x="1473500" y="127"/>
                  </a:lnTo>
                  <a:lnTo>
                    <a:pt x="1471402" y="0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43" name="pg743"/>
            <p:cNvSpPr/>
            <p:nvPr/>
          </p:nvSpPr>
          <p:spPr>
            <a:xfrm>
              <a:off x="4799595" y="5527361"/>
              <a:ext cx="11981298" cy="4135537"/>
            </a:xfrm>
            <a:custGeom>
              <a:avLst/>
              <a:pathLst>
                <a:path w="11981298" h="4135537">
                  <a:moveTo>
                    <a:pt x="0" y="16345"/>
                  </a:moveTo>
                  <a:lnTo>
                    <a:pt x="1471387" y="16345"/>
                  </a:lnTo>
                  <a:lnTo>
                    <a:pt x="1472527" y="16413"/>
                  </a:lnTo>
                  <a:lnTo>
                    <a:pt x="1480021" y="16897"/>
                  </a:lnTo>
                  <a:lnTo>
                    <a:pt x="1498910" y="18234"/>
                  </a:lnTo>
                  <a:lnTo>
                    <a:pt x="1532680" y="20865"/>
                  </a:lnTo>
                  <a:lnTo>
                    <a:pt x="1583012" y="25201"/>
                  </a:lnTo>
                  <a:lnTo>
                    <a:pt x="1649653" y="31574"/>
                  </a:lnTo>
                  <a:lnTo>
                    <a:pt x="1730573" y="40214"/>
                  </a:lnTo>
                  <a:lnTo>
                    <a:pt x="1822424" y="51235"/>
                  </a:lnTo>
                  <a:lnTo>
                    <a:pt x="1921194" y="64658"/>
                  </a:lnTo>
                  <a:lnTo>
                    <a:pt x="2022860" y="80445"/>
                  </a:lnTo>
                  <a:lnTo>
                    <a:pt x="2123902" y="98543"/>
                  </a:lnTo>
                  <a:lnTo>
                    <a:pt x="2221592" y="118927"/>
                  </a:lnTo>
                  <a:lnTo>
                    <a:pt x="2314073" y="141628"/>
                  </a:lnTo>
                  <a:lnTo>
                    <a:pt x="2400288" y="166752"/>
                  </a:lnTo>
                  <a:lnTo>
                    <a:pt x="2479838" y="194489"/>
                  </a:lnTo>
                  <a:lnTo>
                    <a:pt x="2552808" y="225114"/>
                  </a:lnTo>
                  <a:lnTo>
                    <a:pt x="2619617" y="258981"/>
                  </a:lnTo>
                  <a:lnTo>
                    <a:pt x="2680891" y="296515"/>
                  </a:lnTo>
                  <a:lnTo>
                    <a:pt x="2737369" y="338187"/>
                  </a:lnTo>
                  <a:lnTo>
                    <a:pt x="2789836" y="384481"/>
                  </a:lnTo>
                  <a:lnTo>
                    <a:pt x="2839064" y="435830"/>
                  </a:lnTo>
                  <a:lnTo>
                    <a:pt x="2885772" y="492517"/>
                  </a:lnTo>
                  <a:lnTo>
                    <a:pt x="2896531" y="506725"/>
                  </a:lnTo>
                  <a:lnTo>
                    <a:pt x="2933647" y="559099"/>
                  </a:lnTo>
                  <a:lnTo>
                    <a:pt x="2969837" y="615269"/>
                  </a:lnTo>
                  <a:lnTo>
                    <a:pt x="3005350" y="675312"/>
                  </a:lnTo>
                  <a:lnTo>
                    <a:pt x="3040386" y="739245"/>
                  </a:lnTo>
                  <a:lnTo>
                    <a:pt x="3075108" y="807019"/>
                  </a:lnTo>
                  <a:lnTo>
                    <a:pt x="3109641" y="878512"/>
                  </a:lnTo>
                  <a:lnTo>
                    <a:pt x="3144081" y="953523"/>
                  </a:lnTo>
                  <a:lnTo>
                    <a:pt x="3178497" y="1031776"/>
                  </a:lnTo>
                  <a:lnTo>
                    <a:pt x="3212932" y="1112915"/>
                  </a:lnTo>
                  <a:lnTo>
                    <a:pt x="3247412" y="1196511"/>
                  </a:lnTo>
                  <a:lnTo>
                    <a:pt x="3281943" y="1282071"/>
                  </a:lnTo>
                  <a:lnTo>
                    <a:pt x="3316520" y="1369047"/>
                  </a:lnTo>
                  <a:lnTo>
                    <a:pt x="3351126" y="1456850"/>
                  </a:lnTo>
                  <a:lnTo>
                    <a:pt x="3385740" y="1544869"/>
                  </a:lnTo>
                  <a:lnTo>
                    <a:pt x="3420340" y="1632485"/>
                  </a:lnTo>
                  <a:lnTo>
                    <a:pt x="3454904" y="1719091"/>
                  </a:lnTo>
                  <a:lnTo>
                    <a:pt x="3489420" y="1804110"/>
                  </a:lnTo>
                  <a:lnTo>
                    <a:pt x="3523885" y="1887008"/>
                  </a:lnTo>
                  <a:lnTo>
                    <a:pt x="3558310" y="1967311"/>
                  </a:lnTo>
                  <a:lnTo>
                    <a:pt x="3592727" y="2044613"/>
                  </a:lnTo>
                  <a:lnTo>
                    <a:pt x="3627187" y="2118580"/>
                  </a:lnTo>
                  <a:lnTo>
                    <a:pt x="3661767" y="2188959"/>
                  </a:lnTo>
                  <a:lnTo>
                    <a:pt x="3696569" y="2255575"/>
                  </a:lnTo>
                  <a:lnTo>
                    <a:pt x="3731732" y="2318328"/>
                  </a:lnTo>
                  <a:lnTo>
                    <a:pt x="3767427" y="2377188"/>
                  </a:lnTo>
                  <a:lnTo>
                    <a:pt x="3803870" y="2432193"/>
                  </a:lnTo>
                  <a:lnTo>
                    <a:pt x="3829811" y="2468245"/>
                  </a:lnTo>
                  <a:lnTo>
                    <a:pt x="3876018" y="2526208"/>
                  </a:lnTo>
                  <a:lnTo>
                    <a:pt x="3924588" y="2578804"/>
                  </a:lnTo>
                  <a:lnTo>
                    <a:pt x="3976219" y="2626259"/>
                  </a:lnTo>
                  <a:lnTo>
                    <a:pt x="4031677" y="2668982"/>
                  </a:lnTo>
                  <a:lnTo>
                    <a:pt x="4091746" y="2707452"/>
                  </a:lnTo>
                  <a:lnTo>
                    <a:pt x="4157182" y="2742147"/>
                  </a:lnTo>
                  <a:lnTo>
                    <a:pt x="4228646" y="2773504"/>
                  </a:lnTo>
                  <a:lnTo>
                    <a:pt x="4306616" y="2801897"/>
                  </a:lnTo>
                  <a:lnTo>
                    <a:pt x="4391268" y="2827619"/>
                  </a:lnTo>
                  <a:lnTo>
                    <a:pt x="4482334" y="2850881"/>
                  </a:lnTo>
                  <a:lnTo>
                    <a:pt x="4578927" y="2871808"/>
                  </a:lnTo>
                  <a:lnTo>
                    <a:pt x="4679389" y="2890448"/>
                  </a:lnTo>
                  <a:lnTo>
                    <a:pt x="4781199" y="2906786"/>
                  </a:lnTo>
                  <a:lnTo>
                    <a:pt x="4881006" y="2920774"/>
                  </a:lnTo>
                  <a:lnTo>
                    <a:pt x="4974869" y="2932365"/>
                  </a:lnTo>
                  <a:lnTo>
                    <a:pt x="5058715" y="2941562"/>
                  </a:lnTo>
                  <a:lnTo>
                    <a:pt x="5128978" y="2948455"/>
                  </a:lnTo>
                  <a:lnTo>
                    <a:pt x="5183265" y="2953247"/>
                  </a:lnTo>
                  <a:lnTo>
                    <a:pt x="5220876" y="2956247"/>
                  </a:lnTo>
                  <a:lnTo>
                    <a:pt x="5243036" y="2957851"/>
                  </a:lnTo>
                  <a:lnTo>
                    <a:pt x="5252827" y="2958496"/>
                  </a:lnTo>
                  <a:lnTo>
                    <a:pt x="5254955" y="2958625"/>
                  </a:lnTo>
                  <a:lnTo>
                    <a:pt x="6726343" y="2958625"/>
                  </a:lnTo>
                  <a:lnTo>
                    <a:pt x="6727563" y="2958654"/>
                  </a:lnTo>
                  <a:lnTo>
                    <a:pt x="6735577" y="2958862"/>
                  </a:lnTo>
                  <a:lnTo>
                    <a:pt x="6755733" y="2959436"/>
                  </a:lnTo>
                  <a:lnTo>
                    <a:pt x="6791661" y="2960565"/>
                  </a:lnTo>
                  <a:lnTo>
                    <a:pt x="6844993" y="2962423"/>
                  </a:lnTo>
                  <a:lnTo>
                    <a:pt x="6915245" y="2965148"/>
                  </a:lnTo>
                  <a:lnTo>
                    <a:pt x="7000024" y="2968833"/>
                  </a:lnTo>
                  <a:lnTo>
                    <a:pt x="7095589" y="2973519"/>
                  </a:lnTo>
                  <a:lnTo>
                    <a:pt x="7197590" y="2979210"/>
                  </a:lnTo>
                  <a:lnTo>
                    <a:pt x="7301789" y="2985887"/>
                  </a:lnTo>
                  <a:lnTo>
                    <a:pt x="7404582" y="2993529"/>
                  </a:lnTo>
                  <a:lnTo>
                    <a:pt x="7503277" y="3002129"/>
                  </a:lnTo>
                  <a:lnTo>
                    <a:pt x="7596125" y="3011710"/>
                  </a:lnTo>
                  <a:lnTo>
                    <a:pt x="7682219" y="3022326"/>
                  </a:lnTo>
                  <a:lnTo>
                    <a:pt x="7761313" y="3034072"/>
                  </a:lnTo>
                  <a:lnTo>
                    <a:pt x="7833636" y="3047077"/>
                  </a:lnTo>
                  <a:lnTo>
                    <a:pt x="7899734" y="3061505"/>
                  </a:lnTo>
                  <a:lnTo>
                    <a:pt x="7960334" y="3077547"/>
                  </a:lnTo>
                  <a:lnTo>
                    <a:pt x="8016256" y="3095410"/>
                  </a:lnTo>
                  <a:lnTo>
                    <a:pt x="8068341" y="3115295"/>
                  </a:lnTo>
                  <a:lnTo>
                    <a:pt x="8117399" y="3137365"/>
                  </a:lnTo>
                  <a:lnTo>
                    <a:pt x="8151487" y="3154777"/>
                  </a:lnTo>
                  <a:lnTo>
                    <a:pt x="8200807" y="3183077"/>
                  </a:lnTo>
                  <a:lnTo>
                    <a:pt x="8248630" y="3214102"/>
                  </a:lnTo>
                  <a:lnTo>
                    <a:pt x="8295491" y="3247897"/>
                  </a:lnTo>
                  <a:lnTo>
                    <a:pt x="8341787" y="3284426"/>
                  </a:lnTo>
                  <a:lnTo>
                    <a:pt x="8387808" y="3323560"/>
                  </a:lnTo>
                  <a:lnTo>
                    <a:pt x="8433747" y="3365070"/>
                  </a:lnTo>
                  <a:lnTo>
                    <a:pt x="8479719" y="3408631"/>
                  </a:lnTo>
                  <a:lnTo>
                    <a:pt x="8525776" y="3453825"/>
                  </a:lnTo>
                  <a:lnTo>
                    <a:pt x="8571919" y="3500154"/>
                  </a:lnTo>
                  <a:lnTo>
                    <a:pt x="8618113" y="3547067"/>
                  </a:lnTo>
                  <a:lnTo>
                    <a:pt x="8664307" y="3593980"/>
                  </a:lnTo>
                  <a:lnTo>
                    <a:pt x="8710450" y="3640310"/>
                  </a:lnTo>
                  <a:lnTo>
                    <a:pt x="8756507" y="3685505"/>
                  </a:lnTo>
                  <a:lnTo>
                    <a:pt x="8802480" y="3729067"/>
                  </a:lnTo>
                  <a:lnTo>
                    <a:pt x="8848419" y="3770578"/>
                  </a:lnTo>
                  <a:lnTo>
                    <a:pt x="8894439" y="3809713"/>
                  </a:lnTo>
                  <a:lnTo>
                    <a:pt x="8940735" y="3846244"/>
                  </a:lnTo>
                  <a:lnTo>
                    <a:pt x="8987595" y="3880041"/>
                  </a:lnTo>
                  <a:lnTo>
                    <a:pt x="9035418" y="3911068"/>
                  </a:lnTo>
                  <a:lnTo>
                    <a:pt x="9084767" y="3939385"/>
                  </a:lnTo>
                  <a:lnTo>
                    <a:pt x="9132088" y="3963090"/>
                  </a:lnTo>
                  <a:lnTo>
                    <a:pt x="9181901" y="3984547"/>
                  </a:lnTo>
                  <a:lnTo>
                    <a:pt x="9234959" y="4003858"/>
                  </a:lnTo>
                  <a:lnTo>
                    <a:pt x="9292083" y="4021199"/>
                  </a:lnTo>
                  <a:lnTo>
                    <a:pt x="9354116" y="4036777"/>
                  </a:lnTo>
                  <a:lnTo>
                    <a:pt x="9421859" y="4050795"/>
                  </a:lnTo>
                  <a:lnTo>
                    <a:pt x="9496001" y="4063439"/>
                  </a:lnTo>
                  <a:lnTo>
                    <a:pt x="9577014" y="4074863"/>
                  </a:lnTo>
                  <a:lnTo>
                    <a:pt x="9665014" y="4085187"/>
                  </a:lnTo>
                  <a:lnTo>
                    <a:pt x="9759593" y="4094494"/>
                  </a:lnTo>
                  <a:lnTo>
                    <a:pt x="9859629" y="4102830"/>
                  </a:lnTo>
                  <a:lnTo>
                    <a:pt x="9963118" y="4110207"/>
                  </a:lnTo>
                  <a:lnTo>
                    <a:pt x="10067105" y="4116615"/>
                  </a:lnTo>
                  <a:lnTo>
                    <a:pt x="10167775" y="4122032"/>
                  </a:lnTo>
                  <a:lnTo>
                    <a:pt x="10260796" y="4126441"/>
                  </a:lnTo>
                  <a:lnTo>
                    <a:pt x="10341909" y="4129856"/>
                  </a:lnTo>
                  <a:lnTo>
                    <a:pt x="10407672" y="4132331"/>
                  </a:lnTo>
                  <a:lnTo>
                    <a:pt x="10456178" y="4133973"/>
                  </a:lnTo>
                  <a:lnTo>
                    <a:pt x="10487517" y="4134931"/>
                  </a:lnTo>
                  <a:lnTo>
                    <a:pt x="10503893" y="4135385"/>
                  </a:lnTo>
                  <a:lnTo>
                    <a:pt x="10509438" y="4135526"/>
                  </a:lnTo>
                  <a:lnTo>
                    <a:pt x="10509911" y="4135537"/>
                  </a:lnTo>
                  <a:lnTo>
                    <a:pt x="11981298" y="4135537"/>
                  </a:lnTo>
                  <a:lnTo>
                    <a:pt x="11981298" y="4119191"/>
                  </a:lnTo>
                  <a:lnTo>
                    <a:pt x="10509911" y="4119191"/>
                  </a:lnTo>
                  <a:lnTo>
                    <a:pt x="10508690" y="4119162"/>
                  </a:lnTo>
                  <a:lnTo>
                    <a:pt x="10500677" y="4118954"/>
                  </a:lnTo>
                  <a:lnTo>
                    <a:pt x="10480521" y="4118380"/>
                  </a:lnTo>
                  <a:lnTo>
                    <a:pt x="10444592" y="4117251"/>
                  </a:lnTo>
                  <a:lnTo>
                    <a:pt x="10391260" y="4115393"/>
                  </a:lnTo>
                  <a:lnTo>
                    <a:pt x="10321009" y="4112667"/>
                  </a:lnTo>
                  <a:lnTo>
                    <a:pt x="10236229" y="4108983"/>
                  </a:lnTo>
                  <a:lnTo>
                    <a:pt x="10140664" y="4104296"/>
                  </a:lnTo>
                  <a:lnTo>
                    <a:pt x="10038663" y="4098605"/>
                  </a:lnTo>
                  <a:lnTo>
                    <a:pt x="9934465" y="4091928"/>
                  </a:lnTo>
                  <a:lnTo>
                    <a:pt x="9831671" y="4084287"/>
                  </a:lnTo>
                  <a:lnTo>
                    <a:pt x="9732976" y="4075686"/>
                  </a:lnTo>
                  <a:lnTo>
                    <a:pt x="9640128" y="4066106"/>
                  </a:lnTo>
                  <a:lnTo>
                    <a:pt x="9554034" y="4055489"/>
                  </a:lnTo>
                  <a:lnTo>
                    <a:pt x="9474941" y="4043744"/>
                  </a:lnTo>
                  <a:lnTo>
                    <a:pt x="9402617" y="4030739"/>
                  </a:lnTo>
                  <a:lnTo>
                    <a:pt x="9336519" y="4016310"/>
                  </a:lnTo>
                  <a:lnTo>
                    <a:pt x="9275919" y="4000268"/>
                  </a:lnTo>
                  <a:lnTo>
                    <a:pt x="9219997" y="3982406"/>
                  </a:lnTo>
                  <a:lnTo>
                    <a:pt x="9167912" y="3962521"/>
                  </a:lnTo>
                  <a:lnTo>
                    <a:pt x="9118855" y="3940450"/>
                  </a:lnTo>
                  <a:lnTo>
                    <a:pt x="9084767" y="3923039"/>
                  </a:lnTo>
                  <a:lnTo>
                    <a:pt x="9035446" y="3894739"/>
                  </a:lnTo>
                  <a:lnTo>
                    <a:pt x="8987623" y="3863714"/>
                  </a:lnTo>
                  <a:lnTo>
                    <a:pt x="8940762" y="3829918"/>
                  </a:lnTo>
                  <a:lnTo>
                    <a:pt x="8894466" y="3793389"/>
                  </a:lnTo>
                  <a:lnTo>
                    <a:pt x="8848445" y="3754256"/>
                  </a:lnTo>
                  <a:lnTo>
                    <a:pt x="8802507" y="3712746"/>
                  </a:lnTo>
                  <a:lnTo>
                    <a:pt x="8756534" y="3669185"/>
                  </a:lnTo>
                  <a:lnTo>
                    <a:pt x="8710477" y="3623991"/>
                  </a:lnTo>
                  <a:lnTo>
                    <a:pt x="8664334" y="3577661"/>
                  </a:lnTo>
                  <a:lnTo>
                    <a:pt x="8618140" y="3530748"/>
                  </a:lnTo>
                  <a:lnTo>
                    <a:pt x="8571946" y="3483835"/>
                  </a:lnTo>
                  <a:lnTo>
                    <a:pt x="8525803" y="3437505"/>
                  </a:lnTo>
                  <a:lnTo>
                    <a:pt x="8479746" y="3392311"/>
                  </a:lnTo>
                  <a:lnTo>
                    <a:pt x="8433773" y="3348749"/>
                  </a:lnTo>
                  <a:lnTo>
                    <a:pt x="8387835" y="3307237"/>
                  </a:lnTo>
                  <a:lnTo>
                    <a:pt x="8341814" y="3268102"/>
                  </a:lnTo>
                  <a:lnTo>
                    <a:pt x="8295518" y="3231572"/>
                  </a:lnTo>
                  <a:lnTo>
                    <a:pt x="8248658" y="3197775"/>
                  </a:lnTo>
                  <a:lnTo>
                    <a:pt x="8200835" y="3166748"/>
                  </a:lnTo>
                  <a:lnTo>
                    <a:pt x="8151487" y="3138431"/>
                  </a:lnTo>
                  <a:lnTo>
                    <a:pt x="8104165" y="3114726"/>
                  </a:lnTo>
                  <a:lnTo>
                    <a:pt x="8054352" y="3093268"/>
                  </a:lnTo>
                  <a:lnTo>
                    <a:pt x="8001295" y="3073958"/>
                  </a:lnTo>
                  <a:lnTo>
                    <a:pt x="7944170" y="3056617"/>
                  </a:lnTo>
                  <a:lnTo>
                    <a:pt x="7882137" y="3041039"/>
                  </a:lnTo>
                  <a:lnTo>
                    <a:pt x="7814394" y="3027020"/>
                  </a:lnTo>
                  <a:lnTo>
                    <a:pt x="7740252" y="3014376"/>
                  </a:lnTo>
                  <a:lnTo>
                    <a:pt x="7659239" y="3002953"/>
                  </a:lnTo>
                  <a:lnTo>
                    <a:pt x="7571239" y="2992629"/>
                  </a:lnTo>
                  <a:lnTo>
                    <a:pt x="7476660" y="2983322"/>
                  </a:lnTo>
                  <a:lnTo>
                    <a:pt x="7376625" y="2974986"/>
                  </a:lnTo>
                  <a:lnTo>
                    <a:pt x="7273135" y="2967608"/>
                  </a:lnTo>
                  <a:lnTo>
                    <a:pt x="7169148" y="2961200"/>
                  </a:lnTo>
                  <a:lnTo>
                    <a:pt x="7068478" y="2955784"/>
                  </a:lnTo>
                  <a:lnTo>
                    <a:pt x="6975457" y="2951375"/>
                  </a:lnTo>
                  <a:lnTo>
                    <a:pt x="6894344" y="2947960"/>
                  </a:lnTo>
                  <a:lnTo>
                    <a:pt x="6828581" y="2945484"/>
                  </a:lnTo>
                  <a:lnTo>
                    <a:pt x="6780075" y="2943842"/>
                  </a:lnTo>
                  <a:lnTo>
                    <a:pt x="6748737" y="2942884"/>
                  </a:lnTo>
                  <a:lnTo>
                    <a:pt x="6732360" y="2942430"/>
                  </a:lnTo>
                  <a:lnTo>
                    <a:pt x="6726815" y="2942290"/>
                  </a:lnTo>
                  <a:lnTo>
                    <a:pt x="6726343" y="2942279"/>
                  </a:lnTo>
                  <a:lnTo>
                    <a:pt x="5254955" y="2942279"/>
                  </a:lnTo>
                  <a:lnTo>
                    <a:pt x="5253815" y="2942211"/>
                  </a:lnTo>
                  <a:lnTo>
                    <a:pt x="5246322" y="2941727"/>
                  </a:lnTo>
                  <a:lnTo>
                    <a:pt x="5227432" y="2940391"/>
                  </a:lnTo>
                  <a:lnTo>
                    <a:pt x="5193662" y="2937759"/>
                  </a:lnTo>
                  <a:lnTo>
                    <a:pt x="5143330" y="2933424"/>
                  </a:lnTo>
                  <a:lnTo>
                    <a:pt x="5076689" y="2927050"/>
                  </a:lnTo>
                  <a:lnTo>
                    <a:pt x="4995769" y="2918411"/>
                  </a:lnTo>
                  <a:lnTo>
                    <a:pt x="4903918" y="2907389"/>
                  </a:lnTo>
                  <a:lnTo>
                    <a:pt x="4805148" y="2893966"/>
                  </a:lnTo>
                  <a:lnTo>
                    <a:pt x="4703482" y="2878180"/>
                  </a:lnTo>
                  <a:lnTo>
                    <a:pt x="4602440" y="2860081"/>
                  </a:lnTo>
                  <a:lnTo>
                    <a:pt x="4504750" y="2839697"/>
                  </a:lnTo>
                  <a:lnTo>
                    <a:pt x="4412269" y="2816996"/>
                  </a:lnTo>
                  <a:lnTo>
                    <a:pt x="4326054" y="2791872"/>
                  </a:lnTo>
                  <a:lnTo>
                    <a:pt x="4246504" y="2764136"/>
                  </a:lnTo>
                  <a:lnTo>
                    <a:pt x="4173534" y="2733511"/>
                  </a:lnTo>
                  <a:lnTo>
                    <a:pt x="4106726" y="2699643"/>
                  </a:lnTo>
                  <a:lnTo>
                    <a:pt x="4045452" y="2662109"/>
                  </a:lnTo>
                  <a:lnTo>
                    <a:pt x="3988973" y="2620437"/>
                  </a:lnTo>
                  <a:lnTo>
                    <a:pt x="3936506" y="2574143"/>
                  </a:lnTo>
                  <a:lnTo>
                    <a:pt x="3887278" y="2522794"/>
                  </a:lnTo>
                  <a:lnTo>
                    <a:pt x="3840570" y="2466107"/>
                  </a:lnTo>
                  <a:lnTo>
                    <a:pt x="3829811" y="2451899"/>
                  </a:lnTo>
                  <a:lnTo>
                    <a:pt x="3792695" y="2399525"/>
                  </a:lnTo>
                  <a:lnTo>
                    <a:pt x="3756505" y="2343356"/>
                  </a:lnTo>
                  <a:lnTo>
                    <a:pt x="3720993" y="2283313"/>
                  </a:lnTo>
                  <a:lnTo>
                    <a:pt x="3685956" y="2219379"/>
                  </a:lnTo>
                  <a:lnTo>
                    <a:pt x="3651234" y="2151605"/>
                  </a:lnTo>
                  <a:lnTo>
                    <a:pt x="3616701" y="2080112"/>
                  </a:lnTo>
                  <a:lnTo>
                    <a:pt x="3582261" y="2005101"/>
                  </a:lnTo>
                  <a:lnTo>
                    <a:pt x="3547845" y="1926848"/>
                  </a:lnTo>
                  <a:lnTo>
                    <a:pt x="3513410" y="1845709"/>
                  </a:lnTo>
                  <a:lnTo>
                    <a:pt x="3478930" y="1762113"/>
                  </a:lnTo>
                  <a:lnTo>
                    <a:pt x="3444399" y="1676553"/>
                  </a:lnTo>
                  <a:lnTo>
                    <a:pt x="3409822" y="1589577"/>
                  </a:lnTo>
                  <a:lnTo>
                    <a:pt x="3375216" y="1501774"/>
                  </a:lnTo>
                  <a:lnTo>
                    <a:pt x="3340602" y="1413755"/>
                  </a:lnTo>
                  <a:lnTo>
                    <a:pt x="3306002" y="1326139"/>
                  </a:lnTo>
                  <a:lnTo>
                    <a:pt x="3271438" y="1239534"/>
                  </a:lnTo>
                  <a:lnTo>
                    <a:pt x="3236922" y="1154515"/>
                  </a:lnTo>
                  <a:lnTo>
                    <a:pt x="3202458" y="1071616"/>
                  </a:lnTo>
                  <a:lnTo>
                    <a:pt x="3168032" y="991313"/>
                  </a:lnTo>
                  <a:lnTo>
                    <a:pt x="3133615" y="914012"/>
                  </a:lnTo>
                  <a:lnTo>
                    <a:pt x="3099155" y="840045"/>
                  </a:lnTo>
                  <a:lnTo>
                    <a:pt x="3064576" y="769665"/>
                  </a:lnTo>
                  <a:lnTo>
                    <a:pt x="3029773" y="703049"/>
                  </a:lnTo>
                  <a:lnTo>
                    <a:pt x="2994610" y="640297"/>
                  </a:lnTo>
                  <a:lnTo>
                    <a:pt x="2958915" y="581436"/>
                  </a:lnTo>
                  <a:lnTo>
                    <a:pt x="2922472" y="526431"/>
                  </a:lnTo>
                  <a:lnTo>
                    <a:pt x="2896531" y="490379"/>
                  </a:lnTo>
                  <a:lnTo>
                    <a:pt x="2850324" y="432416"/>
                  </a:lnTo>
                  <a:lnTo>
                    <a:pt x="2801755" y="379821"/>
                  </a:lnTo>
                  <a:lnTo>
                    <a:pt x="2750123" y="332366"/>
                  </a:lnTo>
                  <a:lnTo>
                    <a:pt x="2694666" y="289643"/>
                  </a:lnTo>
                  <a:lnTo>
                    <a:pt x="2634596" y="251173"/>
                  </a:lnTo>
                  <a:lnTo>
                    <a:pt x="2569160" y="216478"/>
                  </a:lnTo>
                  <a:lnTo>
                    <a:pt x="2497696" y="185120"/>
                  </a:lnTo>
                  <a:lnTo>
                    <a:pt x="2419727" y="156727"/>
                  </a:lnTo>
                  <a:lnTo>
                    <a:pt x="2335074" y="131005"/>
                  </a:lnTo>
                  <a:lnTo>
                    <a:pt x="2244008" y="107743"/>
                  </a:lnTo>
                  <a:lnTo>
                    <a:pt x="2147415" y="86816"/>
                  </a:lnTo>
                  <a:lnTo>
                    <a:pt x="2046953" y="68176"/>
                  </a:lnTo>
                  <a:lnTo>
                    <a:pt x="1945143" y="51838"/>
                  </a:lnTo>
                  <a:lnTo>
                    <a:pt x="1845336" y="37851"/>
                  </a:lnTo>
                  <a:lnTo>
                    <a:pt x="1751473" y="26260"/>
                  </a:lnTo>
                  <a:lnTo>
                    <a:pt x="1667627" y="17063"/>
                  </a:lnTo>
                  <a:lnTo>
                    <a:pt x="1597364" y="10169"/>
                  </a:lnTo>
                  <a:lnTo>
                    <a:pt x="1543077" y="5378"/>
                  </a:lnTo>
                  <a:lnTo>
                    <a:pt x="1505466" y="2378"/>
                  </a:lnTo>
                  <a:lnTo>
                    <a:pt x="1483306" y="774"/>
                  </a:lnTo>
                  <a:lnTo>
                    <a:pt x="1473516" y="128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744" name="pl744"/>
            <p:cNvSpPr/>
            <p:nvPr/>
          </p:nvSpPr>
          <p:spPr>
            <a:xfrm>
              <a:off x="4799595" y="5543707"/>
              <a:ext cx="11981298" cy="4119191"/>
            </a:xfrm>
            <a:custGeom>
              <a:avLst/>
              <a:pathLst>
                <a:path w="11981298" h="4119191">
                  <a:moveTo>
                    <a:pt x="0" y="0"/>
                  </a:moveTo>
                  <a:lnTo>
                    <a:pt x="1471387" y="0"/>
                  </a:lnTo>
                  <a:lnTo>
                    <a:pt x="1472527" y="67"/>
                  </a:lnTo>
                  <a:lnTo>
                    <a:pt x="1480021" y="551"/>
                  </a:lnTo>
                  <a:lnTo>
                    <a:pt x="1498910" y="1888"/>
                  </a:lnTo>
                  <a:lnTo>
                    <a:pt x="1532680" y="4519"/>
                  </a:lnTo>
                  <a:lnTo>
                    <a:pt x="1583012" y="8855"/>
                  </a:lnTo>
                  <a:lnTo>
                    <a:pt x="1649653" y="15228"/>
                  </a:lnTo>
                  <a:lnTo>
                    <a:pt x="1730573" y="23868"/>
                  </a:lnTo>
                  <a:lnTo>
                    <a:pt x="1822424" y="34889"/>
                  </a:lnTo>
                  <a:lnTo>
                    <a:pt x="1921194" y="48312"/>
                  </a:lnTo>
                  <a:lnTo>
                    <a:pt x="2022860" y="64099"/>
                  </a:lnTo>
                  <a:lnTo>
                    <a:pt x="2123902" y="82197"/>
                  </a:lnTo>
                  <a:lnTo>
                    <a:pt x="2221592" y="102581"/>
                  </a:lnTo>
                  <a:lnTo>
                    <a:pt x="2314073" y="125282"/>
                  </a:lnTo>
                  <a:lnTo>
                    <a:pt x="2400288" y="150406"/>
                  </a:lnTo>
                  <a:lnTo>
                    <a:pt x="2479838" y="178143"/>
                  </a:lnTo>
                  <a:lnTo>
                    <a:pt x="2552808" y="208768"/>
                  </a:lnTo>
                  <a:lnTo>
                    <a:pt x="2619617" y="242635"/>
                  </a:lnTo>
                  <a:lnTo>
                    <a:pt x="2680891" y="280169"/>
                  </a:lnTo>
                  <a:lnTo>
                    <a:pt x="2737369" y="321841"/>
                  </a:lnTo>
                  <a:lnTo>
                    <a:pt x="2789836" y="368135"/>
                  </a:lnTo>
                  <a:lnTo>
                    <a:pt x="2839064" y="419484"/>
                  </a:lnTo>
                  <a:lnTo>
                    <a:pt x="2885772" y="476171"/>
                  </a:lnTo>
                  <a:lnTo>
                    <a:pt x="2896531" y="490379"/>
                  </a:lnTo>
                  <a:lnTo>
                    <a:pt x="2933647" y="542753"/>
                  </a:lnTo>
                  <a:lnTo>
                    <a:pt x="2969837" y="598923"/>
                  </a:lnTo>
                  <a:lnTo>
                    <a:pt x="3005350" y="658966"/>
                  </a:lnTo>
                  <a:lnTo>
                    <a:pt x="3040386" y="722899"/>
                  </a:lnTo>
                  <a:lnTo>
                    <a:pt x="3075108" y="790673"/>
                  </a:lnTo>
                  <a:lnTo>
                    <a:pt x="3109641" y="862166"/>
                  </a:lnTo>
                  <a:lnTo>
                    <a:pt x="3144081" y="937177"/>
                  </a:lnTo>
                  <a:lnTo>
                    <a:pt x="3178497" y="1015430"/>
                  </a:lnTo>
                  <a:lnTo>
                    <a:pt x="3212932" y="1096569"/>
                  </a:lnTo>
                  <a:lnTo>
                    <a:pt x="3247412" y="1180165"/>
                  </a:lnTo>
                  <a:lnTo>
                    <a:pt x="3281943" y="1265725"/>
                  </a:lnTo>
                  <a:lnTo>
                    <a:pt x="3316520" y="1352701"/>
                  </a:lnTo>
                  <a:lnTo>
                    <a:pt x="3351126" y="1440504"/>
                  </a:lnTo>
                  <a:lnTo>
                    <a:pt x="3385740" y="1528523"/>
                  </a:lnTo>
                  <a:lnTo>
                    <a:pt x="3420340" y="1616139"/>
                  </a:lnTo>
                  <a:lnTo>
                    <a:pt x="3454904" y="1702745"/>
                  </a:lnTo>
                  <a:lnTo>
                    <a:pt x="3489420" y="1787764"/>
                  </a:lnTo>
                  <a:lnTo>
                    <a:pt x="3523885" y="1870662"/>
                  </a:lnTo>
                  <a:lnTo>
                    <a:pt x="3558310" y="1950965"/>
                  </a:lnTo>
                  <a:lnTo>
                    <a:pt x="3592727" y="2028267"/>
                  </a:lnTo>
                  <a:lnTo>
                    <a:pt x="3627187" y="2102234"/>
                  </a:lnTo>
                  <a:lnTo>
                    <a:pt x="3661767" y="2172613"/>
                  </a:lnTo>
                  <a:lnTo>
                    <a:pt x="3696569" y="2239229"/>
                  </a:lnTo>
                  <a:lnTo>
                    <a:pt x="3731732" y="2301982"/>
                  </a:lnTo>
                  <a:lnTo>
                    <a:pt x="3767427" y="2360842"/>
                  </a:lnTo>
                  <a:lnTo>
                    <a:pt x="3803870" y="2415847"/>
                  </a:lnTo>
                  <a:lnTo>
                    <a:pt x="3829811" y="2451899"/>
                  </a:lnTo>
                  <a:lnTo>
                    <a:pt x="3876018" y="2509862"/>
                  </a:lnTo>
                  <a:lnTo>
                    <a:pt x="3924588" y="2562458"/>
                  </a:lnTo>
                  <a:lnTo>
                    <a:pt x="3976219" y="2609913"/>
                  </a:lnTo>
                  <a:lnTo>
                    <a:pt x="4031677" y="2652636"/>
                  </a:lnTo>
                  <a:lnTo>
                    <a:pt x="4091746" y="2691106"/>
                  </a:lnTo>
                  <a:lnTo>
                    <a:pt x="4157182" y="2725801"/>
                  </a:lnTo>
                  <a:lnTo>
                    <a:pt x="4228646" y="2757158"/>
                  </a:lnTo>
                  <a:lnTo>
                    <a:pt x="4306616" y="2785551"/>
                  </a:lnTo>
                  <a:lnTo>
                    <a:pt x="4391268" y="2811273"/>
                  </a:lnTo>
                  <a:lnTo>
                    <a:pt x="4482334" y="2834535"/>
                  </a:lnTo>
                  <a:lnTo>
                    <a:pt x="4578927" y="2855462"/>
                  </a:lnTo>
                  <a:lnTo>
                    <a:pt x="4679389" y="2874102"/>
                  </a:lnTo>
                  <a:lnTo>
                    <a:pt x="4781199" y="2890440"/>
                  </a:lnTo>
                  <a:lnTo>
                    <a:pt x="4881006" y="2904428"/>
                  </a:lnTo>
                  <a:lnTo>
                    <a:pt x="4974869" y="2916019"/>
                  </a:lnTo>
                  <a:lnTo>
                    <a:pt x="5058715" y="2925216"/>
                  </a:lnTo>
                  <a:lnTo>
                    <a:pt x="5128978" y="2932109"/>
                  </a:lnTo>
                  <a:lnTo>
                    <a:pt x="5183265" y="2936901"/>
                  </a:lnTo>
                  <a:lnTo>
                    <a:pt x="5220876" y="2939901"/>
                  </a:lnTo>
                  <a:lnTo>
                    <a:pt x="5243036" y="2941505"/>
                  </a:lnTo>
                  <a:lnTo>
                    <a:pt x="5252827" y="2942150"/>
                  </a:lnTo>
                  <a:lnTo>
                    <a:pt x="5254939" y="2942278"/>
                  </a:lnTo>
                  <a:lnTo>
                    <a:pt x="5254955" y="2942279"/>
                  </a:lnTo>
                  <a:lnTo>
                    <a:pt x="6726343" y="2942279"/>
                  </a:lnTo>
                  <a:lnTo>
                    <a:pt x="6727563" y="2942308"/>
                  </a:lnTo>
                  <a:lnTo>
                    <a:pt x="6735577" y="2942516"/>
                  </a:lnTo>
                  <a:lnTo>
                    <a:pt x="6755733" y="2943090"/>
                  </a:lnTo>
                  <a:lnTo>
                    <a:pt x="6791661" y="2944219"/>
                  </a:lnTo>
                  <a:lnTo>
                    <a:pt x="6844993" y="2946077"/>
                  </a:lnTo>
                  <a:lnTo>
                    <a:pt x="6915245" y="2948802"/>
                  </a:lnTo>
                  <a:lnTo>
                    <a:pt x="7000024" y="2952487"/>
                  </a:lnTo>
                  <a:lnTo>
                    <a:pt x="7095589" y="2957173"/>
                  </a:lnTo>
                  <a:lnTo>
                    <a:pt x="7197590" y="2962864"/>
                  </a:lnTo>
                  <a:lnTo>
                    <a:pt x="7301789" y="2969541"/>
                  </a:lnTo>
                  <a:lnTo>
                    <a:pt x="7404582" y="2977183"/>
                  </a:lnTo>
                  <a:lnTo>
                    <a:pt x="7503277" y="2985783"/>
                  </a:lnTo>
                  <a:lnTo>
                    <a:pt x="7596125" y="2995364"/>
                  </a:lnTo>
                  <a:lnTo>
                    <a:pt x="7682219" y="3005980"/>
                  </a:lnTo>
                  <a:lnTo>
                    <a:pt x="7761313" y="3017726"/>
                  </a:lnTo>
                  <a:lnTo>
                    <a:pt x="7833636" y="3030731"/>
                  </a:lnTo>
                  <a:lnTo>
                    <a:pt x="7899734" y="3045159"/>
                  </a:lnTo>
                  <a:lnTo>
                    <a:pt x="7960334" y="3061201"/>
                  </a:lnTo>
                  <a:lnTo>
                    <a:pt x="8016256" y="3079064"/>
                  </a:lnTo>
                  <a:lnTo>
                    <a:pt x="8068341" y="3098949"/>
                  </a:lnTo>
                  <a:lnTo>
                    <a:pt x="8117399" y="3121019"/>
                  </a:lnTo>
                  <a:lnTo>
                    <a:pt x="8151487" y="3138431"/>
                  </a:lnTo>
                  <a:lnTo>
                    <a:pt x="8200807" y="3166731"/>
                  </a:lnTo>
                  <a:lnTo>
                    <a:pt x="8248630" y="3197756"/>
                  </a:lnTo>
                  <a:lnTo>
                    <a:pt x="8295491" y="3231551"/>
                  </a:lnTo>
                  <a:lnTo>
                    <a:pt x="8341787" y="3268080"/>
                  </a:lnTo>
                  <a:lnTo>
                    <a:pt x="8387808" y="3307214"/>
                  </a:lnTo>
                  <a:lnTo>
                    <a:pt x="8433747" y="3348724"/>
                  </a:lnTo>
                  <a:lnTo>
                    <a:pt x="8479719" y="3392285"/>
                  </a:lnTo>
                  <a:lnTo>
                    <a:pt x="8525776" y="3437479"/>
                  </a:lnTo>
                  <a:lnTo>
                    <a:pt x="8571919" y="3483808"/>
                  </a:lnTo>
                  <a:lnTo>
                    <a:pt x="8618113" y="3530721"/>
                  </a:lnTo>
                  <a:lnTo>
                    <a:pt x="8664307" y="3577634"/>
                  </a:lnTo>
                  <a:lnTo>
                    <a:pt x="8710450" y="3623964"/>
                  </a:lnTo>
                  <a:lnTo>
                    <a:pt x="8756507" y="3669159"/>
                  </a:lnTo>
                  <a:lnTo>
                    <a:pt x="8802480" y="3712721"/>
                  </a:lnTo>
                  <a:lnTo>
                    <a:pt x="8848419" y="3754232"/>
                  </a:lnTo>
                  <a:lnTo>
                    <a:pt x="8894439" y="3793367"/>
                  </a:lnTo>
                  <a:lnTo>
                    <a:pt x="8940735" y="3829898"/>
                  </a:lnTo>
                  <a:lnTo>
                    <a:pt x="8987595" y="3863695"/>
                  </a:lnTo>
                  <a:lnTo>
                    <a:pt x="9035418" y="3894722"/>
                  </a:lnTo>
                  <a:lnTo>
                    <a:pt x="9084737" y="3923023"/>
                  </a:lnTo>
                  <a:lnTo>
                    <a:pt x="9084767" y="3923039"/>
                  </a:lnTo>
                  <a:lnTo>
                    <a:pt x="9132088" y="3946744"/>
                  </a:lnTo>
                  <a:lnTo>
                    <a:pt x="9181901" y="3968201"/>
                  </a:lnTo>
                  <a:lnTo>
                    <a:pt x="9234959" y="3987512"/>
                  </a:lnTo>
                  <a:lnTo>
                    <a:pt x="9292083" y="4004853"/>
                  </a:lnTo>
                  <a:lnTo>
                    <a:pt x="9354116" y="4020431"/>
                  </a:lnTo>
                  <a:lnTo>
                    <a:pt x="9421859" y="4034449"/>
                  </a:lnTo>
                  <a:lnTo>
                    <a:pt x="9496001" y="4047093"/>
                  </a:lnTo>
                  <a:lnTo>
                    <a:pt x="9577014" y="4058517"/>
                  </a:lnTo>
                  <a:lnTo>
                    <a:pt x="9665014" y="4068841"/>
                  </a:lnTo>
                  <a:lnTo>
                    <a:pt x="9759593" y="4078148"/>
                  </a:lnTo>
                  <a:lnTo>
                    <a:pt x="9859629" y="4086484"/>
                  </a:lnTo>
                  <a:lnTo>
                    <a:pt x="9963118" y="4093861"/>
                  </a:lnTo>
                  <a:lnTo>
                    <a:pt x="10067105" y="4100269"/>
                  </a:lnTo>
                  <a:lnTo>
                    <a:pt x="10167775" y="4105686"/>
                  </a:lnTo>
                  <a:lnTo>
                    <a:pt x="10260796" y="4110095"/>
                  </a:lnTo>
                  <a:lnTo>
                    <a:pt x="10341909" y="4113510"/>
                  </a:lnTo>
                  <a:lnTo>
                    <a:pt x="10407672" y="4115985"/>
                  </a:lnTo>
                  <a:lnTo>
                    <a:pt x="10456178" y="4117627"/>
                  </a:lnTo>
                  <a:lnTo>
                    <a:pt x="10487517" y="4118585"/>
                  </a:lnTo>
                  <a:lnTo>
                    <a:pt x="10503893" y="4119039"/>
                  </a:lnTo>
                  <a:lnTo>
                    <a:pt x="10509438" y="4119180"/>
                  </a:lnTo>
                  <a:lnTo>
                    <a:pt x="10509911" y="4119191"/>
                  </a:lnTo>
                  <a:lnTo>
                    <a:pt x="11981298" y="411919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45" name="pl745"/>
            <p:cNvSpPr/>
            <p:nvPr/>
          </p:nvSpPr>
          <p:spPr>
            <a:xfrm>
              <a:off x="4799595" y="5527361"/>
              <a:ext cx="11981298" cy="4119191"/>
            </a:xfrm>
            <a:custGeom>
              <a:avLst/>
              <a:pathLst>
                <a:path w="11981298" h="4119191">
                  <a:moveTo>
                    <a:pt x="11981298" y="4119191"/>
                  </a:moveTo>
                  <a:lnTo>
                    <a:pt x="10509911" y="4119191"/>
                  </a:lnTo>
                  <a:lnTo>
                    <a:pt x="10508690" y="4119162"/>
                  </a:lnTo>
                  <a:lnTo>
                    <a:pt x="10500677" y="4118954"/>
                  </a:lnTo>
                  <a:lnTo>
                    <a:pt x="10480521" y="4118380"/>
                  </a:lnTo>
                  <a:lnTo>
                    <a:pt x="10444592" y="4117251"/>
                  </a:lnTo>
                  <a:lnTo>
                    <a:pt x="10391260" y="4115393"/>
                  </a:lnTo>
                  <a:lnTo>
                    <a:pt x="10321009" y="4112667"/>
                  </a:lnTo>
                  <a:lnTo>
                    <a:pt x="10236229" y="4108983"/>
                  </a:lnTo>
                  <a:lnTo>
                    <a:pt x="10140664" y="4104296"/>
                  </a:lnTo>
                  <a:lnTo>
                    <a:pt x="10038663" y="4098605"/>
                  </a:lnTo>
                  <a:lnTo>
                    <a:pt x="9934465" y="4091928"/>
                  </a:lnTo>
                  <a:lnTo>
                    <a:pt x="9831671" y="4084287"/>
                  </a:lnTo>
                  <a:lnTo>
                    <a:pt x="9732976" y="4075686"/>
                  </a:lnTo>
                  <a:lnTo>
                    <a:pt x="9640128" y="4066106"/>
                  </a:lnTo>
                  <a:lnTo>
                    <a:pt x="9554034" y="4055489"/>
                  </a:lnTo>
                  <a:lnTo>
                    <a:pt x="9474941" y="4043744"/>
                  </a:lnTo>
                  <a:lnTo>
                    <a:pt x="9402617" y="4030739"/>
                  </a:lnTo>
                  <a:lnTo>
                    <a:pt x="9336519" y="4016310"/>
                  </a:lnTo>
                  <a:lnTo>
                    <a:pt x="9275919" y="4000268"/>
                  </a:lnTo>
                  <a:lnTo>
                    <a:pt x="9219997" y="3982406"/>
                  </a:lnTo>
                  <a:lnTo>
                    <a:pt x="9167912" y="3962521"/>
                  </a:lnTo>
                  <a:lnTo>
                    <a:pt x="9118855" y="3940450"/>
                  </a:lnTo>
                  <a:lnTo>
                    <a:pt x="9084767" y="3923039"/>
                  </a:lnTo>
                  <a:lnTo>
                    <a:pt x="9035446" y="3894739"/>
                  </a:lnTo>
                  <a:lnTo>
                    <a:pt x="8987623" y="3863714"/>
                  </a:lnTo>
                  <a:lnTo>
                    <a:pt x="8940762" y="3829918"/>
                  </a:lnTo>
                  <a:lnTo>
                    <a:pt x="8894466" y="3793389"/>
                  </a:lnTo>
                  <a:lnTo>
                    <a:pt x="8848445" y="3754256"/>
                  </a:lnTo>
                  <a:lnTo>
                    <a:pt x="8802507" y="3712746"/>
                  </a:lnTo>
                  <a:lnTo>
                    <a:pt x="8756534" y="3669185"/>
                  </a:lnTo>
                  <a:lnTo>
                    <a:pt x="8710477" y="3623991"/>
                  </a:lnTo>
                  <a:lnTo>
                    <a:pt x="8664334" y="3577661"/>
                  </a:lnTo>
                  <a:lnTo>
                    <a:pt x="8618140" y="3530748"/>
                  </a:lnTo>
                  <a:lnTo>
                    <a:pt x="8571946" y="3483835"/>
                  </a:lnTo>
                  <a:lnTo>
                    <a:pt x="8525803" y="3437505"/>
                  </a:lnTo>
                  <a:lnTo>
                    <a:pt x="8479746" y="3392311"/>
                  </a:lnTo>
                  <a:lnTo>
                    <a:pt x="8433773" y="3348749"/>
                  </a:lnTo>
                  <a:lnTo>
                    <a:pt x="8387835" y="3307237"/>
                  </a:lnTo>
                  <a:lnTo>
                    <a:pt x="8341814" y="3268102"/>
                  </a:lnTo>
                  <a:lnTo>
                    <a:pt x="8295518" y="3231572"/>
                  </a:lnTo>
                  <a:lnTo>
                    <a:pt x="8248658" y="3197775"/>
                  </a:lnTo>
                  <a:lnTo>
                    <a:pt x="8200835" y="3166748"/>
                  </a:lnTo>
                  <a:lnTo>
                    <a:pt x="8151516" y="3138447"/>
                  </a:lnTo>
                  <a:lnTo>
                    <a:pt x="8151487" y="3138431"/>
                  </a:lnTo>
                  <a:lnTo>
                    <a:pt x="8104165" y="3114726"/>
                  </a:lnTo>
                  <a:lnTo>
                    <a:pt x="8054352" y="3093268"/>
                  </a:lnTo>
                  <a:lnTo>
                    <a:pt x="8001295" y="3073958"/>
                  </a:lnTo>
                  <a:lnTo>
                    <a:pt x="7944170" y="3056617"/>
                  </a:lnTo>
                  <a:lnTo>
                    <a:pt x="7882137" y="3041039"/>
                  </a:lnTo>
                  <a:lnTo>
                    <a:pt x="7814394" y="3027020"/>
                  </a:lnTo>
                  <a:lnTo>
                    <a:pt x="7740252" y="3014376"/>
                  </a:lnTo>
                  <a:lnTo>
                    <a:pt x="7659239" y="3002953"/>
                  </a:lnTo>
                  <a:lnTo>
                    <a:pt x="7571239" y="2992629"/>
                  </a:lnTo>
                  <a:lnTo>
                    <a:pt x="7476660" y="2983322"/>
                  </a:lnTo>
                  <a:lnTo>
                    <a:pt x="7376625" y="2974986"/>
                  </a:lnTo>
                  <a:lnTo>
                    <a:pt x="7273135" y="2967608"/>
                  </a:lnTo>
                  <a:lnTo>
                    <a:pt x="7169148" y="2961200"/>
                  </a:lnTo>
                  <a:lnTo>
                    <a:pt x="7068478" y="2955784"/>
                  </a:lnTo>
                  <a:lnTo>
                    <a:pt x="6975457" y="2951375"/>
                  </a:lnTo>
                  <a:lnTo>
                    <a:pt x="6894344" y="2947960"/>
                  </a:lnTo>
                  <a:lnTo>
                    <a:pt x="6828581" y="2945484"/>
                  </a:lnTo>
                  <a:lnTo>
                    <a:pt x="6780075" y="2943842"/>
                  </a:lnTo>
                  <a:lnTo>
                    <a:pt x="6748737" y="2942884"/>
                  </a:lnTo>
                  <a:lnTo>
                    <a:pt x="6732360" y="2942430"/>
                  </a:lnTo>
                  <a:lnTo>
                    <a:pt x="6726815" y="2942290"/>
                  </a:lnTo>
                  <a:lnTo>
                    <a:pt x="6726343" y="2942279"/>
                  </a:lnTo>
                  <a:lnTo>
                    <a:pt x="5254955" y="2942279"/>
                  </a:lnTo>
                  <a:lnTo>
                    <a:pt x="5253815" y="2942211"/>
                  </a:lnTo>
                  <a:lnTo>
                    <a:pt x="5246322" y="2941727"/>
                  </a:lnTo>
                  <a:lnTo>
                    <a:pt x="5227432" y="2940391"/>
                  </a:lnTo>
                  <a:lnTo>
                    <a:pt x="5193662" y="2937759"/>
                  </a:lnTo>
                  <a:lnTo>
                    <a:pt x="5143330" y="2933424"/>
                  </a:lnTo>
                  <a:lnTo>
                    <a:pt x="5076689" y="2927050"/>
                  </a:lnTo>
                  <a:lnTo>
                    <a:pt x="4995769" y="2918411"/>
                  </a:lnTo>
                  <a:lnTo>
                    <a:pt x="4903918" y="2907389"/>
                  </a:lnTo>
                  <a:lnTo>
                    <a:pt x="4805148" y="2893966"/>
                  </a:lnTo>
                  <a:lnTo>
                    <a:pt x="4703482" y="2878180"/>
                  </a:lnTo>
                  <a:lnTo>
                    <a:pt x="4602440" y="2860081"/>
                  </a:lnTo>
                  <a:lnTo>
                    <a:pt x="4504750" y="2839697"/>
                  </a:lnTo>
                  <a:lnTo>
                    <a:pt x="4412269" y="2816996"/>
                  </a:lnTo>
                  <a:lnTo>
                    <a:pt x="4326054" y="2791872"/>
                  </a:lnTo>
                  <a:lnTo>
                    <a:pt x="4246504" y="2764136"/>
                  </a:lnTo>
                  <a:lnTo>
                    <a:pt x="4173534" y="2733511"/>
                  </a:lnTo>
                  <a:lnTo>
                    <a:pt x="4106726" y="2699643"/>
                  </a:lnTo>
                  <a:lnTo>
                    <a:pt x="4045452" y="2662109"/>
                  </a:lnTo>
                  <a:lnTo>
                    <a:pt x="3988973" y="2620437"/>
                  </a:lnTo>
                  <a:lnTo>
                    <a:pt x="3936506" y="2574143"/>
                  </a:lnTo>
                  <a:lnTo>
                    <a:pt x="3887278" y="2522794"/>
                  </a:lnTo>
                  <a:lnTo>
                    <a:pt x="3840570" y="2466107"/>
                  </a:lnTo>
                  <a:lnTo>
                    <a:pt x="3829811" y="2451899"/>
                  </a:lnTo>
                  <a:lnTo>
                    <a:pt x="3792695" y="2399525"/>
                  </a:lnTo>
                  <a:lnTo>
                    <a:pt x="3756505" y="2343356"/>
                  </a:lnTo>
                  <a:lnTo>
                    <a:pt x="3720993" y="2283313"/>
                  </a:lnTo>
                  <a:lnTo>
                    <a:pt x="3685956" y="2219379"/>
                  </a:lnTo>
                  <a:lnTo>
                    <a:pt x="3651234" y="2151605"/>
                  </a:lnTo>
                  <a:lnTo>
                    <a:pt x="3616701" y="2080112"/>
                  </a:lnTo>
                  <a:lnTo>
                    <a:pt x="3582261" y="2005101"/>
                  </a:lnTo>
                  <a:lnTo>
                    <a:pt x="3547845" y="1926848"/>
                  </a:lnTo>
                  <a:lnTo>
                    <a:pt x="3513410" y="1845709"/>
                  </a:lnTo>
                  <a:lnTo>
                    <a:pt x="3478930" y="1762113"/>
                  </a:lnTo>
                  <a:lnTo>
                    <a:pt x="3444399" y="1676553"/>
                  </a:lnTo>
                  <a:lnTo>
                    <a:pt x="3409822" y="1589577"/>
                  </a:lnTo>
                  <a:lnTo>
                    <a:pt x="3375216" y="1501774"/>
                  </a:lnTo>
                  <a:lnTo>
                    <a:pt x="3340602" y="1413755"/>
                  </a:lnTo>
                  <a:lnTo>
                    <a:pt x="3306002" y="1326139"/>
                  </a:lnTo>
                  <a:lnTo>
                    <a:pt x="3271438" y="1239534"/>
                  </a:lnTo>
                  <a:lnTo>
                    <a:pt x="3236922" y="1154515"/>
                  </a:lnTo>
                  <a:lnTo>
                    <a:pt x="3202458" y="1071616"/>
                  </a:lnTo>
                  <a:lnTo>
                    <a:pt x="3168032" y="991313"/>
                  </a:lnTo>
                  <a:lnTo>
                    <a:pt x="3133615" y="914012"/>
                  </a:lnTo>
                  <a:lnTo>
                    <a:pt x="3099155" y="840045"/>
                  </a:lnTo>
                  <a:lnTo>
                    <a:pt x="3064576" y="769665"/>
                  </a:lnTo>
                  <a:lnTo>
                    <a:pt x="3029773" y="703049"/>
                  </a:lnTo>
                  <a:lnTo>
                    <a:pt x="2994610" y="640297"/>
                  </a:lnTo>
                  <a:lnTo>
                    <a:pt x="2958915" y="581436"/>
                  </a:lnTo>
                  <a:lnTo>
                    <a:pt x="2922472" y="526431"/>
                  </a:lnTo>
                  <a:lnTo>
                    <a:pt x="2896531" y="490379"/>
                  </a:lnTo>
                  <a:lnTo>
                    <a:pt x="2850324" y="432416"/>
                  </a:lnTo>
                  <a:lnTo>
                    <a:pt x="2801755" y="379821"/>
                  </a:lnTo>
                  <a:lnTo>
                    <a:pt x="2750123" y="332366"/>
                  </a:lnTo>
                  <a:lnTo>
                    <a:pt x="2694666" y="289643"/>
                  </a:lnTo>
                  <a:lnTo>
                    <a:pt x="2634596" y="251173"/>
                  </a:lnTo>
                  <a:lnTo>
                    <a:pt x="2569160" y="216478"/>
                  </a:lnTo>
                  <a:lnTo>
                    <a:pt x="2497696" y="185120"/>
                  </a:lnTo>
                  <a:lnTo>
                    <a:pt x="2419727" y="156727"/>
                  </a:lnTo>
                  <a:lnTo>
                    <a:pt x="2335074" y="131005"/>
                  </a:lnTo>
                  <a:lnTo>
                    <a:pt x="2244008" y="107743"/>
                  </a:lnTo>
                  <a:lnTo>
                    <a:pt x="2147415" y="86816"/>
                  </a:lnTo>
                  <a:lnTo>
                    <a:pt x="2046953" y="68176"/>
                  </a:lnTo>
                  <a:lnTo>
                    <a:pt x="1945143" y="51838"/>
                  </a:lnTo>
                  <a:lnTo>
                    <a:pt x="1845336" y="37851"/>
                  </a:lnTo>
                  <a:lnTo>
                    <a:pt x="1751473" y="26260"/>
                  </a:lnTo>
                  <a:lnTo>
                    <a:pt x="1667627" y="17063"/>
                  </a:lnTo>
                  <a:lnTo>
                    <a:pt x="1597364" y="10169"/>
                  </a:lnTo>
                  <a:lnTo>
                    <a:pt x="1543077" y="5378"/>
                  </a:lnTo>
                  <a:lnTo>
                    <a:pt x="1505466" y="2378"/>
                  </a:lnTo>
                  <a:lnTo>
                    <a:pt x="1483306" y="774"/>
                  </a:lnTo>
                  <a:lnTo>
                    <a:pt x="1473516" y="128"/>
                  </a:lnTo>
                  <a:lnTo>
                    <a:pt x="1471403" y="0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46" name="pg746"/>
            <p:cNvSpPr/>
            <p:nvPr/>
          </p:nvSpPr>
          <p:spPr>
            <a:xfrm>
              <a:off x="4799595" y="5543707"/>
              <a:ext cx="11981298" cy="4862934"/>
            </a:xfrm>
            <a:custGeom>
              <a:avLst/>
              <a:pathLst>
                <a:path w="11981298" h="4862934">
                  <a:moveTo>
                    <a:pt x="0" y="8172"/>
                  </a:moveTo>
                  <a:lnTo>
                    <a:pt x="1471387" y="8172"/>
                  </a:lnTo>
                  <a:lnTo>
                    <a:pt x="1472526" y="8240"/>
                  </a:lnTo>
                  <a:lnTo>
                    <a:pt x="1480017" y="8725"/>
                  </a:lnTo>
                  <a:lnTo>
                    <a:pt x="1498898" y="10065"/>
                  </a:lnTo>
                  <a:lnTo>
                    <a:pt x="1532655" y="12703"/>
                  </a:lnTo>
                  <a:lnTo>
                    <a:pt x="1582969" y="17048"/>
                  </a:lnTo>
                  <a:lnTo>
                    <a:pt x="1649587" y="23437"/>
                  </a:lnTo>
                  <a:lnTo>
                    <a:pt x="1730483" y="32097"/>
                  </a:lnTo>
                  <a:lnTo>
                    <a:pt x="1822311" y="43145"/>
                  </a:lnTo>
                  <a:lnTo>
                    <a:pt x="1921061" y="56600"/>
                  </a:lnTo>
                  <a:lnTo>
                    <a:pt x="2022710" y="72425"/>
                  </a:lnTo>
                  <a:lnTo>
                    <a:pt x="2123741" y="90567"/>
                  </a:lnTo>
                  <a:lnTo>
                    <a:pt x="2221424" y="111001"/>
                  </a:lnTo>
                  <a:lnTo>
                    <a:pt x="2313901" y="133757"/>
                  </a:lnTo>
                  <a:lnTo>
                    <a:pt x="2400117" y="158942"/>
                  </a:lnTo>
                  <a:lnTo>
                    <a:pt x="2479670" y="186746"/>
                  </a:lnTo>
                  <a:lnTo>
                    <a:pt x="2552643" y="217444"/>
                  </a:lnTo>
                  <a:lnTo>
                    <a:pt x="2619457" y="251393"/>
                  </a:lnTo>
                  <a:lnTo>
                    <a:pt x="2680735" y="289015"/>
                  </a:lnTo>
                  <a:lnTo>
                    <a:pt x="2737217" y="330785"/>
                  </a:lnTo>
                  <a:lnTo>
                    <a:pt x="2789686" y="377187"/>
                  </a:lnTo>
                  <a:lnTo>
                    <a:pt x="2838916" y="428655"/>
                  </a:lnTo>
                  <a:lnTo>
                    <a:pt x="2885624" y="485474"/>
                  </a:lnTo>
                  <a:lnTo>
                    <a:pt x="2896531" y="499915"/>
                  </a:lnTo>
                  <a:lnTo>
                    <a:pt x="2933606" y="552372"/>
                  </a:lnTo>
                  <a:lnTo>
                    <a:pt x="2969756" y="608628"/>
                  </a:lnTo>
                  <a:lnTo>
                    <a:pt x="3005230" y="668758"/>
                  </a:lnTo>
                  <a:lnTo>
                    <a:pt x="3040229" y="732782"/>
                  </a:lnTo>
                  <a:lnTo>
                    <a:pt x="3074912" y="800648"/>
                  </a:lnTo>
                  <a:lnTo>
                    <a:pt x="3109407" y="872235"/>
                  </a:lnTo>
                  <a:lnTo>
                    <a:pt x="3143809" y="947345"/>
                  </a:lnTo>
                  <a:lnTo>
                    <a:pt x="3178185" y="1025700"/>
                  </a:lnTo>
                  <a:lnTo>
                    <a:pt x="3212581" y="1106947"/>
                  </a:lnTo>
                  <a:lnTo>
                    <a:pt x="3247022" y="1190656"/>
                  </a:lnTo>
                  <a:lnTo>
                    <a:pt x="3281513" y="1276337"/>
                  </a:lnTo>
                  <a:lnTo>
                    <a:pt x="3316050" y="1363441"/>
                  </a:lnTo>
                  <a:lnTo>
                    <a:pt x="3350617" y="1451381"/>
                  </a:lnTo>
                  <a:lnTo>
                    <a:pt x="3385192" y="1539546"/>
                  </a:lnTo>
                  <a:lnTo>
                    <a:pt x="3419753" y="1627318"/>
                  </a:lnTo>
                  <a:lnTo>
                    <a:pt x="3454279" y="1714089"/>
                  </a:lnTo>
                  <a:lnTo>
                    <a:pt x="3488757" y="1799282"/>
                  </a:lnTo>
                  <a:lnTo>
                    <a:pt x="3523183" y="1882364"/>
                  </a:lnTo>
                  <a:lnTo>
                    <a:pt x="3557571" y="1962858"/>
                  </a:lnTo>
                  <a:lnTo>
                    <a:pt x="3591949" y="2040356"/>
                  </a:lnTo>
                  <a:lnTo>
                    <a:pt x="3626368" y="2114526"/>
                  </a:lnTo>
                  <a:lnTo>
                    <a:pt x="3660904" y="2185111"/>
                  </a:lnTo>
                  <a:lnTo>
                    <a:pt x="3695660" y="2251933"/>
                  </a:lnTo>
                  <a:lnTo>
                    <a:pt x="3730771" y="2314893"/>
                  </a:lnTo>
                  <a:lnTo>
                    <a:pt x="3766409" y="2373958"/>
                  </a:lnTo>
                  <a:lnTo>
                    <a:pt x="3802785" y="2429163"/>
                  </a:lnTo>
                  <a:lnTo>
                    <a:pt x="3829811" y="2466883"/>
                  </a:lnTo>
                  <a:lnTo>
                    <a:pt x="3876011" y="2524999"/>
                  </a:lnTo>
                  <a:lnTo>
                    <a:pt x="3924573" y="2577734"/>
                  </a:lnTo>
                  <a:lnTo>
                    <a:pt x="3976195" y="2625315"/>
                  </a:lnTo>
                  <a:lnTo>
                    <a:pt x="4031643" y="2668153"/>
                  </a:lnTo>
                  <a:lnTo>
                    <a:pt x="4091700" y="2706727"/>
                  </a:lnTo>
                  <a:lnTo>
                    <a:pt x="4157122" y="2741516"/>
                  </a:lnTo>
                  <a:lnTo>
                    <a:pt x="4228569" y="2772959"/>
                  </a:lnTo>
                  <a:lnTo>
                    <a:pt x="4306520" y="2801430"/>
                  </a:lnTo>
                  <a:lnTo>
                    <a:pt x="4391152" y="2827223"/>
                  </a:lnTo>
                  <a:lnTo>
                    <a:pt x="4482196" y="2850549"/>
                  </a:lnTo>
                  <a:lnTo>
                    <a:pt x="4578767" y="2871535"/>
                  </a:lnTo>
                  <a:lnTo>
                    <a:pt x="4679210" y="2890228"/>
                  </a:lnTo>
                  <a:lnTo>
                    <a:pt x="4781005" y="2906613"/>
                  </a:lnTo>
                  <a:lnTo>
                    <a:pt x="4880805" y="2920642"/>
                  </a:lnTo>
                  <a:lnTo>
                    <a:pt x="4974671" y="2932269"/>
                  </a:lnTo>
                  <a:lnTo>
                    <a:pt x="5058532" y="2941495"/>
                  </a:lnTo>
                  <a:lnTo>
                    <a:pt x="5128822" y="2948413"/>
                  </a:lnTo>
                  <a:lnTo>
                    <a:pt x="5183144" y="2953221"/>
                  </a:lnTo>
                  <a:lnTo>
                    <a:pt x="5220793" y="2956234"/>
                  </a:lnTo>
                  <a:lnTo>
                    <a:pt x="5242991" y="2957845"/>
                  </a:lnTo>
                  <a:lnTo>
                    <a:pt x="5252811" y="2958495"/>
                  </a:lnTo>
                  <a:lnTo>
                    <a:pt x="5254955" y="2958625"/>
                  </a:lnTo>
                  <a:lnTo>
                    <a:pt x="6726343" y="2958625"/>
                  </a:lnTo>
                  <a:lnTo>
                    <a:pt x="6727537" y="2958671"/>
                  </a:lnTo>
                  <a:lnTo>
                    <a:pt x="6735381" y="2958999"/>
                  </a:lnTo>
                  <a:lnTo>
                    <a:pt x="6755125" y="2959907"/>
                  </a:lnTo>
                  <a:lnTo>
                    <a:pt x="6790353" y="2961694"/>
                  </a:lnTo>
                  <a:lnTo>
                    <a:pt x="6842715" y="2964635"/>
                  </a:lnTo>
                  <a:lnTo>
                    <a:pt x="6911802" y="2968953"/>
                  </a:lnTo>
                  <a:lnTo>
                    <a:pt x="6995342" y="2974795"/>
                  </a:lnTo>
                  <a:lnTo>
                    <a:pt x="7089723" y="2982232"/>
                  </a:lnTo>
                  <a:lnTo>
                    <a:pt x="7190701" y="2991272"/>
                  </a:lnTo>
                  <a:lnTo>
                    <a:pt x="7294105" y="3001886"/>
                  </a:lnTo>
                  <a:lnTo>
                    <a:pt x="7396358" y="3014040"/>
                  </a:lnTo>
                  <a:lnTo>
                    <a:pt x="7494750" y="3027721"/>
                  </a:lnTo>
                  <a:lnTo>
                    <a:pt x="7587499" y="3042960"/>
                  </a:lnTo>
                  <a:lnTo>
                    <a:pt x="7673645" y="3059840"/>
                  </a:lnTo>
                  <a:lnTo>
                    <a:pt x="7752895" y="3078502"/>
                  </a:lnTo>
                  <a:lnTo>
                    <a:pt x="7825431" y="3099145"/>
                  </a:lnTo>
                  <a:lnTo>
                    <a:pt x="7891757" y="3122024"/>
                  </a:lnTo>
                  <a:lnTo>
                    <a:pt x="7952569" y="3147436"/>
                  </a:lnTo>
                  <a:lnTo>
                    <a:pt x="8008663" y="3175706"/>
                  </a:lnTo>
                  <a:lnTo>
                    <a:pt x="8060860" y="3207158"/>
                  </a:lnTo>
                  <a:lnTo>
                    <a:pt x="8109961" y="3242062"/>
                  </a:lnTo>
                  <a:lnTo>
                    <a:pt x="8151487" y="3276010"/>
                  </a:lnTo>
                  <a:lnTo>
                    <a:pt x="8194964" y="3316059"/>
                  </a:lnTo>
                  <a:lnTo>
                    <a:pt x="8237226" y="3359510"/>
                  </a:lnTo>
                  <a:lnTo>
                    <a:pt x="8278657" y="3406427"/>
                  </a:lnTo>
                  <a:lnTo>
                    <a:pt x="8319553" y="3456797"/>
                  </a:lnTo>
                  <a:lnTo>
                    <a:pt x="8360139" y="3510524"/>
                  </a:lnTo>
                  <a:lnTo>
                    <a:pt x="8400580" y="3567415"/>
                  </a:lnTo>
                  <a:lnTo>
                    <a:pt x="8440990" y="3627183"/>
                  </a:lnTo>
                  <a:lnTo>
                    <a:pt x="8481436" y="3689446"/>
                  </a:lnTo>
                  <a:lnTo>
                    <a:pt x="8521949" y="3753733"/>
                  </a:lnTo>
                  <a:lnTo>
                    <a:pt x="8562530" y="3819499"/>
                  </a:lnTo>
                  <a:lnTo>
                    <a:pt x="8603158" y="3886141"/>
                  </a:lnTo>
                  <a:lnTo>
                    <a:pt x="8643800" y="3953021"/>
                  </a:lnTo>
                  <a:lnTo>
                    <a:pt x="8684418" y="4019493"/>
                  </a:lnTo>
                  <a:lnTo>
                    <a:pt x="8724982" y="4084926"/>
                  </a:lnTo>
                  <a:lnTo>
                    <a:pt x="8765477" y="4148730"/>
                  </a:lnTo>
                  <a:lnTo>
                    <a:pt x="8805909" y="4210378"/>
                  </a:lnTo>
                  <a:lnTo>
                    <a:pt x="8846319" y="4269422"/>
                  </a:lnTo>
                  <a:lnTo>
                    <a:pt x="8886785" y="4325503"/>
                  </a:lnTo>
                  <a:lnTo>
                    <a:pt x="8927435" y="4378360"/>
                  </a:lnTo>
                  <a:lnTo>
                    <a:pt x="8968446" y="4427827"/>
                  </a:lnTo>
                  <a:lnTo>
                    <a:pt x="9010064" y="4473829"/>
                  </a:lnTo>
                  <a:lnTo>
                    <a:pt x="9052606" y="4516374"/>
                  </a:lnTo>
                  <a:lnTo>
                    <a:pt x="9084767" y="4545549"/>
                  </a:lnTo>
                  <a:lnTo>
                    <a:pt x="9131730" y="4583636"/>
                  </a:lnTo>
                  <a:lnTo>
                    <a:pt x="9181144" y="4618138"/>
                  </a:lnTo>
                  <a:lnTo>
                    <a:pt x="9233743" y="4649213"/>
                  </a:lnTo>
                  <a:lnTo>
                    <a:pt x="9290330" y="4677143"/>
                  </a:lnTo>
                  <a:lnTo>
                    <a:pt x="9351729" y="4702251"/>
                  </a:lnTo>
                  <a:lnTo>
                    <a:pt x="9418727" y="4724862"/>
                  </a:lnTo>
                  <a:lnTo>
                    <a:pt x="9492004" y="4745269"/>
                  </a:lnTo>
                  <a:lnTo>
                    <a:pt x="9572034" y="4763720"/>
                  </a:lnTo>
                  <a:lnTo>
                    <a:pt x="9658955" y="4780407"/>
                  </a:lnTo>
                  <a:lnTo>
                    <a:pt x="9752406" y="4795466"/>
                  </a:lnTo>
                  <a:lnTo>
                    <a:pt x="9851343" y="4808974"/>
                  </a:lnTo>
                  <a:lnTo>
                    <a:pt x="9953880" y="4820955"/>
                  </a:lnTo>
                  <a:lnTo>
                    <a:pt x="10057203" y="4831392"/>
                  </a:lnTo>
                  <a:lnTo>
                    <a:pt x="10157649" y="4840251"/>
                  </a:lnTo>
                  <a:lnTo>
                    <a:pt x="10251008" y="4847506"/>
                  </a:lnTo>
                  <a:lnTo>
                    <a:pt x="10333072" y="4853170"/>
                  </a:lnTo>
                  <a:lnTo>
                    <a:pt x="10400345" y="4857322"/>
                  </a:lnTo>
                  <a:lnTo>
                    <a:pt x="10450745" y="4860120"/>
                  </a:lnTo>
                  <a:lnTo>
                    <a:pt x="10484095" y="4861793"/>
                  </a:lnTo>
                  <a:lnTo>
                    <a:pt x="10502276" y="4862620"/>
                  </a:lnTo>
                  <a:lnTo>
                    <a:pt x="10509073" y="4862901"/>
                  </a:lnTo>
                  <a:lnTo>
                    <a:pt x="10509911" y="4862934"/>
                  </a:lnTo>
                  <a:lnTo>
                    <a:pt x="11981298" y="4862934"/>
                  </a:lnTo>
                  <a:lnTo>
                    <a:pt x="11981298" y="4854761"/>
                  </a:lnTo>
                  <a:lnTo>
                    <a:pt x="10509911" y="4854761"/>
                  </a:lnTo>
                  <a:lnTo>
                    <a:pt x="10508716" y="4854714"/>
                  </a:lnTo>
                  <a:lnTo>
                    <a:pt x="10500872" y="4854386"/>
                  </a:lnTo>
                  <a:lnTo>
                    <a:pt x="10481128" y="4853478"/>
                  </a:lnTo>
                  <a:lnTo>
                    <a:pt x="10445900" y="4851691"/>
                  </a:lnTo>
                  <a:lnTo>
                    <a:pt x="10393538" y="4848750"/>
                  </a:lnTo>
                  <a:lnTo>
                    <a:pt x="10324451" y="4844433"/>
                  </a:lnTo>
                  <a:lnTo>
                    <a:pt x="10240911" y="4838591"/>
                  </a:lnTo>
                  <a:lnTo>
                    <a:pt x="10146530" y="4831154"/>
                  </a:lnTo>
                  <a:lnTo>
                    <a:pt x="10045552" y="4822114"/>
                  </a:lnTo>
                  <a:lnTo>
                    <a:pt x="9942148" y="4811500"/>
                  </a:lnTo>
                  <a:lnTo>
                    <a:pt x="9839896" y="4799346"/>
                  </a:lnTo>
                  <a:lnTo>
                    <a:pt x="9741503" y="4785664"/>
                  </a:lnTo>
                  <a:lnTo>
                    <a:pt x="9648755" y="4770425"/>
                  </a:lnTo>
                  <a:lnTo>
                    <a:pt x="9562608" y="4753545"/>
                  </a:lnTo>
                  <a:lnTo>
                    <a:pt x="9483359" y="4734884"/>
                  </a:lnTo>
                  <a:lnTo>
                    <a:pt x="9410823" y="4714240"/>
                  </a:lnTo>
                  <a:lnTo>
                    <a:pt x="9344497" y="4691361"/>
                  </a:lnTo>
                  <a:lnTo>
                    <a:pt x="9283684" y="4665949"/>
                  </a:lnTo>
                  <a:lnTo>
                    <a:pt x="9227591" y="4637679"/>
                  </a:lnTo>
                  <a:lnTo>
                    <a:pt x="9175393" y="4606228"/>
                  </a:lnTo>
                  <a:lnTo>
                    <a:pt x="9126292" y="4571323"/>
                  </a:lnTo>
                  <a:lnTo>
                    <a:pt x="9084767" y="4537376"/>
                  </a:lnTo>
                  <a:lnTo>
                    <a:pt x="9041290" y="4497326"/>
                  </a:lnTo>
                  <a:lnTo>
                    <a:pt x="8999027" y="4453875"/>
                  </a:lnTo>
                  <a:lnTo>
                    <a:pt x="8957596" y="4406959"/>
                  </a:lnTo>
                  <a:lnTo>
                    <a:pt x="8916700" y="4356588"/>
                  </a:lnTo>
                  <a:lnTo>
                    <a:pt x="8876114" y="4302862"/>
                  </a:lnTo>
                  <a:lnTo>
                    <a:pt x="8835673" y="4245971"/>
                  </a:lnTo>
                  <a:lnTo>
                    <a:pt x="8795263" y="4186202"/>
                  </a:lnTo>
                  <a:lnTo>
                    <a:pt x="8754817" y="4123940"/>
                  </a:lnTo>
                  <a:lnTo>
                    <a:pt x="8714304" y="4059652"/>
                  </a:lnTo>
                  <a:lnTo>
                    <a:pt x="8673723" y="3993887"/>
                  </a:lnTo>
                  <a:lnTo>
                    <a:pt x="8633095" y="3927245"/>
                  </a:lnTo>
                  <a:lnTo>
                    <a:pt x="8592454" y="3860364"/>
                  </a:lnTo>
                  <a:lnTo>
                    <a:pt x="8551835" y="3793892"/>
                  </a:lnTo>
                  <a:lnTo>
                    <a:pt x="8511271" y="3728459"/>
                  </a:lnTo>
                  <a:lnTo>
                    <a:pt x="8470777" y="3664655"/>
                  </a:lnTo>
                  <a:lnTo>
                    <a:pt x="8430344" y="3603007"/>
                  </a:lnTo>
                  <a:lnTo>
                    <a:pt x="8389934" y="3543964"/>
                  </a:lnTo>
                  <a:lnTo>
                    <a:pt x="8349468" y="3487882"/>
                  </a:lnTo>
                  <a:lnTo>
                    <a:pt x="8308819" y="3435025"/>
                  </a:lnTo>
                  <a:lnTo>
                    <a:pt x="8267807" y="3385558"/>
                  </a:lnTo>
                  <a:lnTo>
                    <a:pt x="8226189" y="3339557"/>
                  </a:lnTo>
                  <a:lnTo>
                    <a:pt x="8183647" y="3297011"/>
                  </a:lnTo>
                  <a:lnTo>
                    <a:pt x="8151487" y="3267837"/>
                  </a:lnTo>
                  <a:lnTo>
                    <a:pt x="8104523" y="3229750"/>
                  </a:lnTo>
                  <a:lnTo>
                    <a:pt x="8055109" y="3195248"/>
                  </a:lnTo>
                  <a:lnTo>
                    <a:pt x="8002511" y="3164172"/>
                  </a:lnTo>
                  <a:lnTo>
                    <a:pt x="7945923" y="3136243"/>
                  </a:lnTo>
                  <a:lnTo>
                    <a:pt x="7884524" y="3111134"/>
                  </a:lnTo>
                  <a:lnTo>
                    <a:pt x="7817526" y="3088523"/>
                  </a:lnTo>
                  <a:lnTo>
                    <a:pt x="7744249" y="3068116"/>
                  </a:lnTo>
                  <a:lnTo>
                    <a:pt x="7664219" y="3049666"/>
                  </a:lnTo>
                  <a:lnTo>
                    <a:pt x="7577298" y="3032978"/>
                  </a:lnTo>
                  <a:lnTo>
                    <a:pt x="7483847" y="3017919"/>
                  </a:lnTo>
                  <a:lnTo>
                    <a:pt x="7384910" y="3004411"/>
                  </a:lnTo>
                  <a:lnTo>
                    <a:pt x="7282373" y="2992431"/>
                  </a:lnTo>
                  <a:lnTo>
                    <a:pt x="7179050" y="2981993"/>
                  </a:lnTo>
                  <a:lnTo>
                    <a:pt x="7078604" y="2973134"/>
                  </a:lnTo>
                  <a:lnTo>
                    <a:pt x="6985245" y="2965879"/>
                  </a:lnTo>
                  <a:lnTo>
                    <a:pt x="6903181" y="2960215"/>
                  </a:lnTo>
                  <a:lnTo>
                    <a:pt x="6835909" y="2956063"/>
                  </a:lnTo>
                  <a:lnTo>
                    <a:pt x="6785508" y="2953265"/>
                  </a:lnTo>
                  <a:lnTo>
                    <a:pt x="6752158" y="2951593"/>
                  </a:lnTo>
                  <a:lnTo>
                    <a:pt x="6733977" y="2950766"/>
                  </a:lnTo>
                  <a:lnTo>
                    <a:pt x="6727180" y="2950484"/>
                  </a:lnTo>
                  <a:lnTo>
                    <a:pt x="6726343" y="2950452"/>
                  </a:lnTo>
                  <a:lnTo>
                    <a:pt x="5254955" y="2950452"/>
                  </a:lnTo>
                  <a:lnTo>
                    <a:pt x="5253816" y="2950384"/>
                  </a:lnTo>
                  <a:lnTo>
                    <a:pt x="5246325" y="2949899"/>
                  </a:lnTo>
                  <a:lnTo>
                    <a:pt x="5227444" y="2948559"/>
                  </a:lnTo>
                  <a:lnTo>
                    <a:pt x="5193687" y="2945922"/>
                  </a:lnTo>
                  <a:lnTo>
                    <a:pt x="5143374" y="2941576"/>
                  </a:lnTo>
                  <a:lnTo>
                    <a:pt x="5076755" y="2935188"/>
                  </a:lnTo>
                  <a:lnTo>
                    <a:pt x="4995859" y="2926527"/>
                  </a:lnTo>
                  <a:lnTo>
                    <a:pt x="4904031" y="2915480"/>
                  </a:lnTo>
                  <a:lnTo>
                    <a:pt x="4805282" y="2902024"/>
                  </a:lnTo>
                  <a:lnTo>
                    <a:pt x="4703632" y="2886200"/>
                  </a:lnTo>
                  <a:lnTo>
                    <a:pt x="4602602" y="2868057"/>
                  </a:lnTo>
                  <a:lnTo>
                    <a:pt x="4504918" y="2847623"/>
                  </a:lnTo>
                  <a:lnTo>
                    <a:pt x="4412441" y="2824867"/>
                  </a:lnTo>
                  <a:lnTo>
                    <a:pt x="4326225" y="2799682"/>
                  </a:lnTo>
                  <a:lnTo>
                    <a:pt x="4246672" y="2771878"/>
                  </a:lnTo>
                  <a:lnTo>
                    <a:pt x="4173699" y="2741180"/>
                  </a:lnTo>
                  <a:lnTo>
                    <a:pt x="4106886" y="2707232"/>
                  </a:lnTo>
                  <a:lnTo>
                    <a:pt x="4045607" y="2669609"/>
                  </a:lnTo>
                  <a:lnTo>
                    <a:pt x="3989125" y="2627839"/>
                  </a:lnTo>
                  <a:lnTo>
                    <a:pt x="3936656" y="2581437"/>
                  </a:lnTo>
                  <a:lnTo>
                    <a:pt x="3887426" y="2529969"/>
                  </a:lnTo>
                  <a:lnTo>
                    <a:pt x="3840718" y="2473150"/>
                  </a:lnTo>
                  <a:lnTo>
                    <a:pt x="3829811" y="2458710"/>
                  </a:lnTo>
                  <a:lnTo>
                    <a:pt x="3792736" y="2406252"/>
                  </a:lnTo>
                  <a:lnTo>
                    <a:pt x="3756586" y="2349997"/>
                  </a:lnTo>
                  <a:lnTo>
                    <a:pt x="3721112" y="2289866"/>
                  </a:lnTo>
                  <a:lnTo>
                    <a:pt x="3686114" y="2225843"/>
                  </a:lnTo>
                  <a:lnTo>
                    <a:pt x="3651430" y="2157977"/>
                  </a:lnTo>
                  <a:lnTo>
                    <a:pt x="3616935" y="2086389"/>
                  </a:lnTo>
                  <a:lnTo>
                    <a:pt x="3582533" y="2011279"/>
                  </a:lnTo>
                  <a:lnTo>
                    <a:pt x="3548157" y="1932924"/>
                  </a:lnTo>
                  <a:lnTo>
                    <a:pt x="3513761" y="1851678"/>
                  </a:lnTo>
                  <a:lnTo>
                    <a:pt x="3479321" y="1767968"/>
                  </a:lnTo>
                  <a:lnTo>
                    <a:pt x="3444829" y="1682287"/>
                  </a:lnTo>
                  <a:lnTo>
                    <a:pt x="3410292" y="1595183"/>
                  </a:lnTo>
                  <a:lnTo>
                    <a:pt x="3375725" y="1507243"/>
                  </a:lnTo>
                  <a:lnTo>
                    <a:pt x="3341150" y="1419078"/>
                  </a:lnTo>
                  <a:lnTo>
                    <a:pt x="3306589" y="1331307"/>
                  </a:lnTo>
                  <a:lnTo>
                    <a:pt x="3272063" y="1244536"/>
                  </a:lnTo>
                  <a:lnTo>
                    <a:pt x="3237585" y="1159342"/>
                  </a:lnTo>
                  <a:lnTo>
                    <a:pt x="3203159" y="1076261"/>
                  </a:lnTo>
                  <a:lnTo>
                    <a:pt x="3168771" y="995767"/>
                  </a:lnTo>
                  <a:lnTo>
                    <a:pt x="3134393" y="918268"/>
                  </a:lnTo>
                  <a:lnTo>
                    <a:pt x="3099974" y="844099"/>
                  </a:lnTo>
                  <a:lnTo>
                    <a:pt x="3065438" y="773514"/>
                  </a:lnTo>
                  <a:lnTo>
                    <a:pt x="3030682" y="706691"/>
                  </a:lnTo>
                  <a:lnTo>
                    <a:pt x="2995571" y="643732"/>
                  </a:lnTo>
                  <a:lnTo>
                    <a:pt x="2959933" y="584667"/>
                  </a:lnTo>
                  <a:lnTo>
                    <a:pt x="2923557" y="529461"/>
                  </a:lnTo>
                  <a:lnTo>
                    <a:pt x="2896531" y="491742"/>
                  </a:lnTo>
                  <a:lnTo>
                    <a:pt x="2850331" y="433626"/>
                  </a:lnTo>
                  <a:lnTo>
                    <a:pt x="2801769" y="380891"/>
                  </a:lnTo>
                  <a:lnTo>
                    <a:pt x="2750147" y="333309"/>
                  </a:lnTo>
                  <a:lnTo>
                    <a:pt x="2694700" y="290471"/>
                  </a:lnTo>
                  <a:lnTo>
                    <a:pt x="2634642" y="251897"/>
                  </a:lnTo>
                  <a:lnTo>
                    <a:pt x="2569220" y="217108"/>
                  </a:lnTo>
                  <a:lnTo>
                    <a:pt x="2497773" y="185665"/>
                  </a:lnTo>
                  <a:lnTo>
                    <a:pt x="2419822" y="157195"/>
                  </a:lnTo>
                  <a:lnTo>
                    <a:pt x="2335190" y="131402"/>
                  </a:lnTo>
                  <a:lnTo>
                    <a:pt x="2244146" y="108075"/>
                  </a:lnTo>
                  <a:lnTo>
                    <a:pt x="2147575" y="87089"/>
                  </a:lnTo>
                  <a:lnTo>
                    <a:pt x="2047132" y="68397"/>
                  </a:lnTo>
                  <a:lnTo>
                    <a:pt x="1945337" y="52011"/>
                  </a:lnTo>
                  <a:lnTo>
                    <a:pt x="1845537" y="37982"/>
                  </a:lnTo>
                  <a:lnTo>
                    <a:pt x="1751671" y="26356"/>
                  </a:lnTo>
                  <a:lnTo>
                    <a:pt x="1667810" y="17129"/>
                  </a:lnTo>
                  <a:lnTo>
                    <a:pt x="1597520" y="10212"/>
                  </a:lnTo>
                  <a:lnTo>
                    <a:pt x="1543198" y="5403"/>
                  </a:lnTo>
                  <a:lnTo>
                    <a:pt x="1505549" y="2390"/>
                  </a:lnTo>
                  <a:lnTo>
                    <a:pt x="1483351" y="779"/>
                  </a:lnTo>
                  <a:lnTo>
                    <a:pt x="1473531" y="130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747" name="pl747"/>
            <p:cNvSpPr/>
            <p:nvPr/>
          </p:nvSpPr>
          <p:spPr>
            <a:xfrm>
              <a:off x="4799595" y="5551880"/>
              <a:ext cx="11981298" cy="4854761"/>
            </a:xfrm>
            <a:custGeom>
              <a:avLst/>
              <a:pathLst>
                <a:path w="11981298" h="4854761">
                  <a:moveTo>
                    <a:pt x="0" y="0"/>
                  </a:moveTo>
                  <a:lnTo>
                    <a:pt x="1471387" y="0"/>
                  </a:lnTo>
                  <a:lnTo>
                    <a:pt x="1472526" y="67"/>
                  </a:lnTo>
                  <a:lnTo>
                    <a:pt x="1480017" y="552"/>
                  </a:lnTo>
                  <a:lnTo>
                    <a:pt x="1498898" y="1892"/>
                  </a:lnTo>
                  <a:lnTo>
                    <a:pt x="1532655" y="4530"/>
                  </a:lnTo>
                  <a:lnTo>
                    <a:pt x="1582969" y="8875"/>
                  </a:lnTo>
                  <a:lnTo>
                    <a:pt x="1649587" y="15264"/>
                  </a:lnTo>
                  <a:lnTo>
                    <a:pt x="1730483" y="23924"/>
                  </a:lnTo>
                  <a:lnTo>
                    <a:pt x="1822311" y="34972"/>
                  </a:lnTo>
                  <a:lnTo>
                    <a:pt x="1921061" y="48427"/>
                  </a:lnTo>
                  <a:lnTo>
                    <a:pt x="2022710" y="64252"/>
                  </a:lnTo>
                  <a:lnTo>
                    <a:pt x="2123741" y="82394"/>
                  </a:lnTo>
                  <a:lnTo>
                    <a:pt x="2221424" y="102828"/>
                  </a:lnTo>
                  <a:lnTo>
                    <a:pt x="2313901" y="125584"/>
                  </a:lnTo>
                  <a:lnTo>
                    <a:pt x="2400117" y="150769"/>
                  </a:lnTo>
                  <a:lnTo>
                    <a:pt x="2479670" y="178573"/>
                  </a:lnTo>
                  <a:lnTo>
                    <a:pt x="2552643" y="209271"/>
                  </a:lnTo>
                  <a:lnTo>
                    <a:pt x="2619457" y="243220"/>
                  </a:lnTo>
                  <a:lnTo>
                    <a:pt x="2680735" y="280842"/>
                  </a:lnTo>
                  <a:lnTo>
                    <a:pt x="2737217" y="322612"/>
                  </a:lnTo>
                  <a:lnTo>
                    <a:pt x="2789686" y="369014"/>
                  </a:lnTo>
                  <a:lnTo>
                    <a:pt x="2838916" y="420482"/>
                  </a:lnTo>
                  <a:lnTo>
                    <a:pt x="2885624" y="477301"/>
                  </a:lnTo>
                  <a:lnTo>
                    <a:pt x="2896531" y="491742"/>
                  </a:lnTo>
                  <a:lnTo>
                    <a:pt x="2933606" y="544199"/>
                  </a:lnTo>
                  <a:lnTo>
                    <a:pt x="2969756" y="600455"/>
                  </a:lnTo>
                  <a:lnTo>
                    <a:pt x="3005230" y="660585"/>
                  </a:lnTo>
                  <a:lnTo>
                    <a:pt x="3040229" y="724609"/>
                  </a:lnTo>
                  <a:lnTo>
                    <a:pt x="3074912" y="792475"/>
                  </a:lnTo>
                  <a:lnTo>
                    <a:pt x="3109407" y="864062"/>
                  </a:lnTo>
                  <a:lnTo>
                    <a:pt x="3143809" y="939172"/>
                  </a:lnTo>
                  <a:lnTo>
                    <a:pt x="3178185" y="1017527"/>
                  </a:lnTo>
                  <a:lnTo>
                    <a:pt x="3212581" y="1098774"/>
                  </a:lnTo>
                  <a:lnTo>
                    <a:pt x="3247022" y="1182483"/>
                  </a:lnTo>
                  <a:lnTo>
                    <a:pt x="3281513" y="1268164"/>
                  </a:lnTo>
                  <a:lnTo>
                    <a:pt x="3316050" y="1355268"/>
                  </a:lnTo>
                  <a:lnTo>
                    <a:pt x="3350617" y="1443208"/>
                  </a:lnTo>
                  <a:lnTo>
                    <a:pt x="3385192" y="1531373"/>
                  </a:lnTo>
                  <a:lnTo>
                    <a:pt x="3419753" y="1619145"/>
                  </a:lnTo>
                  <a:lnTo>
                    <a:pt x="3454279" y="1705916"/>
                  </a:lnTo>
                  <a:lnTo>
                    <a:pt x="3488757" y="1791109"/>
                  </a:lnTo>
                  <a:lnTo>
                    <a:pt x="3523183" y="1874191"/>
                  </a:lnTo>
                  <a:lnTo>
                    <a:pt x="3557571" y="1954685"/>
                  </a:lnTo>
                  <a:lnTo>
                    <a:pt x="3591949" y="2032183"/>
                  </a:lnTo>
                  <a:lnTo>
                    <a:pt x="3626368" y="2106353"/>
                  </a:lnTo>
                  <a:lnTo>
                    <a:pt x="3660904" y="2176938"/>
                  </a:lnTo>
                  <a:lnTo>
                    <a:pt x="3695660" y="2243760"/>
                  </a:lnTo>
                  <a:lnTo>
                    <a:pt x="3730771" y="2306720"/>
                  </a:lnTo>
                  <a:lnTo>
                    <a:pt x="3766409" y="2365785"/>
                  </a:lnTo>
                  <a:lnTo>
                    <a:pt x="3802785" y="2420990"/>
                  </a:lnTo>
                  <a:lnTo>
                    <a:pt x="3829811" y="2458710"/>
                  </a:lnTo>
                  <a:lnTo>
                    <a:pt x="3876011" y="2516826"/>
                  </a:lnTo>
                  <a:lnTo>
                    <a:pt x="3924573" y="2569561"/>
                  </a:lnTo>
                  <a:lnTo>
                    <a:pt x="3976195" y="2617142"/>
                  </a:lnTo>
                  <a:lnTo>
                    <a:pt x="4031643" y="2659980"/>
                  </a:lnTo>
                  <a:lnTo>
                    <a:pt x="4091700" y="2698554"/>
                  </a:lnTo>
                  <a:lnTo>
                    <a:pt x="4157122" y="2733343"/>
                  </a:lnTo>
                  <a:lnTo>
                    <a:pt x="4228569" y="2764786"/>
                  </a:lnTo>
                  <a:lnTo>
                    <a:pt x="4306520" y="2793257"/>
                  </a:lnTo>
                  <a:lnTo>
                    <a:pt x="4391152" y="2819050"/>
                  </a:lnTo>
                  <a:lnTo>
                    <a:pt x="4482196" y="2842376"/>
                  </a:lnTo>
                  <a:lnTo>
                    <a:pt x="4578767" y="2863362"/>
                  </a:lnTo>
                  <a:lnTo>
                    <a:pt x="4679210" y="2882055"/>
                  </a:lnTo>
                  <a:lnTo>
                    <a:pt x="4781005" y="2898440"/>
                  </a:lnTo>
                  <a:lnTo>
                    <a:pt x="4880805" y="2912469"/>
                  </a:lnTo>
                  <a:lnTo>
                    <a:pt x="4974671" y="2924096"/>
                  </a:lnTo>
                  <a:lnTo>
                    <a:pt x="5058532" y="2933322"/>
                  </a:lnTo>
                  <a:lnTo>
                    <a:pt x="5128822" y="2940240"/>
                  </a:lnTo>
                  <a:lnTo>
                    <a:pt x="5183144" y="2945048"/>
                  </a:lnTo>
                  <a:lnTo>
                    <a:pt x="5220793" y="2948061"/>
                  </a:lnTo>
                  <a:lnTo>
                    <a:pt x="5242991" y="2949672"/>
                  </a:lnTo>
                  <a:lnTo>
                    <a:pt x="5252811" y="2950322"/>
                  </a:lnTo>
                  <a:lnTo>
                    <a:pt x="5254939" y="2950451"/>
                  </a:lnTo>
                  <a:lnTo>
                    <a:pt x="5254955" y="2950452"/>
                  </a:lnTo>
                  <a:lnTo>
                    <a:pt x="6726343" y="2950452"/>
                  </a:lnTo>
                  <a:lnTo>
                    <a:pt x="6727537" y="2950498"/>
                  </a:lnTo>
                  <a:lnTo>
                    <a:pt x="6735381" y="2950826"/>
                  </a:lnTo>
                  <a:lnTo>
                    <a:pt x="6755125" y="2951734"/>
                  </a:lnTo>
                  <a:lnTo>
                    <a:pt x="6790353" y="2953521"/>
                  </a:lnTo>
                  <a:lnTo>
                    <a:pt x="6842715" y="2956462"/>
                  </a:lnTo>
                  <a:lnTo>
                    <a:pt x="6911802" y="2960780"/>
                  </a:lnTo>
                  <a:lnTo>
                    <a:pt x="6995342" y="2966622"/>
                  </a:lnTo>
                  <a:lnTo>
                    <a:pt x="7089723" y="2974059"/>
                  </a:lnTo>
                  <a:lnTo>
                    <a:pt x="7190701" y="2983099"/>
                  </a:lnTo>
                  <a:lnTo>
                    <a:pt x="7294105" y="2993713"/>
                  </a:lnTo>
                  <a:lnTo>
                    <a:pt x="7396358" y="3005867"/>
                  </a:lnTo>
                  <a:lnTo>
                    <a:pt x="7494750" y="3019548"/>
                  </a:lnTo>
                  <a:lnTo>
                    <a:pt x="7587499" y="3034787"/>
                  </a:lnTo>
                  <a:lnTo>
                    <a:pt x="7673645" y="3051667"/>
                  </a:lnTo>
                  <a:lnTo>
                    <a:pt x="7752895" y="3070329"/>
                  </a:lnTo>
                  <a:lnTo>
                    <a:pt x="7825431" y="3090972"/>
                  </a:lnTo>
                  <a:lnTo>
                    <a:pt x="7891757" y="3113851"/>
                  </a:lnTo>
                  <a:lnTo>
                    <a:pt x="7952569" y="3139263"/>
                  </a:lnTo>
                  <a:lnTo>
                    <a:pt x="8008663" y="3167533"/>
                  </a:lnTo>
                  <a:lnTo>
                    <a:pt x="8060860" y="3198985"/>
                  </a:lnTo>
                  <a:lnTo>
                    <a:pt x="8109961" y="3233889"/>
                  </a:lnTo>
                  <a:lnTo>
                    <a:pt x="8151487" y="3267837"/>
                  </a:lnTo>
                  <a:lnTo>
                    <a:pt x="8194964" y="3307886"/>
                  </a:lnTo>
                  <a:lnTo>
                    <a:pt x="8237226" y="3351337"/>
                  </a:lnTo>
                  <a:lnTo>
                    <a:pt x="8278657" y="3398254"/>
                  </a:lnTo>
                  <a:lnTo>
                    <a:pt x="8319553" y="3448624"/>
                  </a:lnTo>
                  <a:lnTo>
                    <a:pt x="8360139" y="3502351"/>
                  </a:lnTo>
                  <a:lnTo>
                    <a:pt x="8400580" y="3559242"/>
                  </a:lnTo>
                  <a:lnTo>
                    <a:pt x="8440990" y="3619010"/>
                  </a:lnTo>
                  <a:lnTo>
                    <a:pt x="8481436" y="3681273"/>
                  </a:lnTo>
                  <a:lnTo>
                    <a:pt x="8521949" y="3745560"/>
                  </a:lnTo>
                  <a:lnTo>
                    <a:pt x="8562530" y="3811326"/>
                  </a:lnTo>
                  <a:lnTo>
                    <a:pt x="8603158" y="3877968"/>
                  </a:lnTo>
                  <a:lnTo>
                    <a:pt x="8643800" y="3944848"/>
                  </a:lnTo>
                  <a:lnTo>
                    <a:pt x="8684418" y="4011320"/>
                  </a:lnTo>
                  <a:lnTo>
                    <a:pt x="8724982" y="4076753"/>
                  </a:lnTo>
                  <a:lnTo>
                    <a:pt x="8765477" y="4140557"/>
                  </a:lnTo>
                  <a:lnTo>
                    <a:pt x="8805909" y="4202205"/>
                  </a:lnTo>
                  <a:lnTo>
                    <a:pt x="8846319" y="4261249"/>
                  </a:lnTo>
                  <a:lnTo>
                    <a:pt x="8886785" y="4317330"/>
                  </a:lnTo>
                  <a:lnTo>
                    <a:pt x="8927435" y="4370187"/>
                  </a:lnTo>
                  <a:lnTo>
                    <a:pt x="8968446" y="4419654"/>
                  </a:lnTo>
                  <a:lnTo>
                    <a:pt x="9010064" y="4465656"/>
                  </a:lnTo>
                  <a:lnTo>
                    <a:pt x="9052606" y="4508201"/>
                  </a:lnTo>
                  <a:lnTo>
                    <a:pt x="9084767" y="4537376"/>
                  </a:lnTo>
                  <a:lnTo>
                    <a:pt x="9131730" y="4575463"/>
                  </a:lnTo>
                  <a:lnTo>
                    <a:pt x="9181144" y="4609965"/>
                  </a:lnTo>
                  <a:lnTo>
                    <a:pt x="9233743" y="4641040"/>
                  </a:lnTo>
                  <a:lnTo>
                    <a:pt x="9290330" y="4668970"/>
                  </a:lnTo>
                  <a:lnTo>
                    <a:pt x="9351729" y="4694078"/>
                  </a:lnTo>
                  <a:lnTo>
                    <a:pt x="9418727" y="4716689"/>
                  </a:lnTo>
                  <a:lnTo>
                    <a:pt x="9492004" y="4737096"/>
                  </a:lnTo>
                  <a:lnTo>
                    <a:pt x="9572034" y="4755547"/>
                  </a:lnTo>
                  <a:lnTo>
                    <a:pt x="9658955" y="4772234"/>
                  </a:lnTo>
                  <a:lnTo>
                    <a:pt x="9752406" y="4787293"/>
                  </a:lnTo>
                  <a:lnTo>
                    <a:pt x="9851343" y="4800801"/>
                  </a:lnTo>
                  <a:lnTo>
                    <a:pt x="9953880" y="4812782"/>
                  </a:lnTo>
                  <a:lnTo>
                    <a:pt x="10057203" y="4823219"/>
                  </a:lnTo>
                  <a:lnTo>
                    <a:pt x="10157649" y="4832078"/>
                  </a:lnTo>
                  <a:lnTo>
                    <a:pt x="10251008" y="4839333"/>
                  </a:lnTo>
                  <a:lnTo>
                    <a:pt x="10333072" y="4844997"/>
                  </a:lnTo>
                  <a:lnTo>
                    <a:pt x="10400345" y="4849149"/>
                  </a:lnTo>
                  <a:lnTo>
                    <a:pt x="10450745" y="4851947"/>
                  </a:lnTo>
                  <a:lnTo>
                    <a:pt x="10484095" y="4853620"/>
                  </a:lnTo>
                  <a:lnTo>
                    <a:pt x="10502276" y="4854447"/>
                  </a:lnTo>
                  <a:lnTo>
                    <a:pt x="10509073" y="4854728"/>
                  </a:lnTo>
                  <a:lnTo>
                    <a:pt x="10509911" y="4854761"/>
                  </a:lnTo>
                  <a:lnTo>
                    <a:pt x="11981298" y="485476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48" name="pl748"/>
            <p:cNvSpPr/>
            <p:nvPr/>
          </p:nvSpPr>
          <p:spPr>
            <a:xfrm>
              <a:off x="4799595" y="5543707"/>
              <a:ext cx="11981298" cy="4854761"/>
            </a:xfrm>
            <a:custGeom>
              <a:avLst/>
              <a:pathLst>
                <a:path w="11981298" h="4854761">
                  <a:moveTo>
                    <a:pt x="11981298" y="4854761"/>
                  </a:moveTo>
                  <a:lnTo>
                    <a:pt x="10509911" y="4854761"/>
                  </a:lnTo>
                  <a:lnTo>
                    <a:pt x="10508716" y="4854714"/>
                  </a:lnTo>
                  <a:lnTo>
                    <a:pt x="10500872" y="4854386"/>
                  </a:lnTo>
                  <a:lnTo>
                    <a:pt x="10481128" y="4853478"/>
                  </a:lnTo>
                  <a:lnTo>
                    <a:pt x="10445900" y="4851691"/>
                  </a:lnTo>
                  <a:lnTo>
                    <a:pt x="10393538" y="4848750"/>
                  </a:lnTo>
                  <a:lnTo>
                    <a:pt x="10324451" y="4844433"/>
                  </a:lnTo>
                  <a:lnTo>
                    <a:pt x="10240911" y="4838591"/>
                  </a:lnTo>
                  <a:lnTo>
                    <a:pt x="10146530" y="4831154"/>
                  </a:lnTo>
                  <a:lnTo>
                    <a:pt x="10045552" y="4822114"/>
                  </a:lnTo>
                  <a:lnTo>
                    <a:pt x="9942148" y="4811500"/>
                  </a:lnTo>
                  <a:lnTo>
                    <a:pt x="9839896" y="4799346"/>
                  </a:lnTo>
                  <a:lnTo>
                    <a:pt x="9741503" y="4785664"/>
                  </a:lnTo>
                  <a:lnTo>
                    <a:pt x="9648755" y="4770425"/>
                  </a:lnTo>
                  <a:lnTo>
                    <a:pt x="9562608" y="4753545"/>
                  </a:lnTo>
                  <a:lnTo>
                    <a:pt x="9483359" y="4734884"/>
                  </a:lnTo>
                  <a:lnTo>
                    <a:pt x="9410823" y="4714240"/>
                  </a:lnTo>
                  <a:lnTo>
                    <a:pt x="9344497" y="4691361"/>
                  </a:lnTo>
                  <a:lnTo>
                    <a:pt x="9283684" y="4665949"/>
                  </a:lnTo>
                  <a:lnTo>
                    <a:pt x="9227591" y="4637679"/>
                  </a:lnTo>
                  <a:lnTo>
                    <a:pt x="9175393" y="4606228"/>
                  </a:lnTo>
                  <a:lnTo>
                    <a:pt x="9126292" y="4571323"/>
                  </a:lnTo>
                  <a:lnTo>
                    <a:pt x="9084767" y="4537376"/>
                  </a:lnTo>
                  <a:lnTo>
                    <a:pt x="9041290" y="4497326"/>
                  </a:lnTo>
                  <a:lnTo>
                    <a:pt x="8999027" y="4453875"/>
                  </a:lnTo>
                  <a:lnTo>
                    <a:pt x="8957596" y="4406959"/>
                  </a:lnTo>
                  <a:lnTo>
                    <a:pt x="8916700" y="4356588"/>
                  </a:lnTo>
                  <a:lnTo>
                    <a:pt x="8876114" y="4302862"/>
                  </a:lnTo>
                  <a:lnTo>
                    <a:pt x="8835673" y="4245971"/>
                  </a:lnTo>
                  <a:lnTo>
                    <a:pt x="8795263" y="4186202"/>
                  </a:lnTo>
                  <a:lnTo>
                    <a:pt x="8754817" y="4123940"/>
                  </a:lnTo>
                  <a:lnTo>
                    <a:pt x="8714304" y="4059652"/>
                  </a:lnTo>
                  <a:lnTo>
                    <a:pt x="8673723" y="3993887"/>
                  </a:lnTo>
                  <a:lnTo>
                    <a:pt x="8633095" y="3927245"/>
                  </a:lnTo>
                  <a:lnTo>
                    <a:pt x="8592454" y="3860364"/>
                  </a:lnTo>
                  <a:lnTo>
                    <a:pt x="8551835" y="3793892"/>
                  </a:lnTo>
                  <a:lnTo>
                    <a:pt x="8511271" y="3728459"/>
                  </a:lnTo>
                  <a:lnTo>
                    <a:pt x="8470777" y="3664655"/>
                  </a:lnTo>
                  <a:lnTo>
                    <a:pt x="8430344" y="3603007"/>
                  </a:lnTo>
                  <a:lnTo>
                    <a:pt x="8389934" y="3543964"/>
                  </a:lnTo>
                  <a:lnTo>
                    <a:pt x="8349468" y="3487882"/>
                  </a:lnTo>
                  <a:lnTo>
                    <a:pt x="8308819" y="3435025"/>
                  </a:lnTo>
                  <a:lnTo>
                    <a:pt x="8267807" y="3385558"/>
                  </a:lnTo>
                  <a:lnTo>
                    <a:pt x="8226189" y="3339557"/>
                  </a:lnTo>
                  <a:lnTo>
                    <a:pt x="8183647" y="3297011"/>
                  </a:lnTo>
                  <a:lnTo>
                    <a:pt x="8151487" y="3267837"/>
                  </a:lnTo>
                  <a:lnTo>
                    <a:pt x="8104523" y="3229750"/>
                  </a:lnTo>
                  <a:lnTo>
                    <a:pt x="8055109" y="3195248"/>
                  </a:lnTo>
                  <a:lnTo>
                    <a:pt x="8002511" y="3164172"/>
                  </a:lnTo>
                  <a:lnTo>
                    <a:pt x="7945923" y="3136243"/>
                  </a:lnTo>
                  <a:lnTo>
                    <a:pt x="7884524" y="3111134"/>
                  </a:lnTo>
                  <a:lnTo>
                    <a:pt x="7817526" y="3088523"/>
                  </a:lnTo>
                  <a:lnTo>
                    <a:pt x="7744249" y="3068116"/>
                  </a:lnTo>
                  <a:lnTo>
                    <a:pt x="7664219" y="3049666"/>
                  </a:lnTo>
                  <a:lnTo>
                    <a:pt x="7577298" y="3032978"/>
                  </a:lnTo>
                  <a:lnTo>
                    <a:pt x="7483847" y="3017919"/>
                  </a:lnTo>
                  <a:lnTo>
                    <a:pt x="7384910" y="3004411"/>
                  </a:lnTo>
                  <a:lnTo>
                    <a:pt x="7282373" y="2992431"/>
                  </a:lnTo>
                  <a:lnTo>
                    <a:pt x="7179050" y="2981993"/>
                  </a:lnTo>
                  <a:lnTo>
                    <a:pt x="7078604" y="2973134"/>
                  </a:lnTo>
                  <a:lnTo>
                    <a:pt x="6985245" y="2965879"/>
                  </a:lnTo>
                  <a:lnTo>
                    <a:pt x="6903181" y="2960215"/>
                  </a:lnTo>
                  <a:lnTo>
                    <a:pt x="6835909" y="2956063"/>
                  </a:lnTo>
                  <a:lnTo>
                    <a:pt x="6785508" y="2953265"/>
                  </a:lnTo>
                  <a:lnTo>
                    <a:pt x="6752158" y="2951593"/>
                  </a:lnTo>
                  <a:lnTo>
                    <a:pt x="6733977" y="2950766"/>
                  </a:lnTo>
                  <a:lnTo>
                    <a:pt x="6727180" y="2950484"/>
                  </a:lnTo>
                  <a:lnTo>
                    <a:pt x="6726343" y="2950452"/>
                  </a:lnTo>
                  <a:lnTo>
                    <a:pt x="5254955" y="2950452"/>
                  </a:lnTo>
                  <a:lnTo>
                    <a:pt x="5253816" y="2950384"/>
                  </a:lnTo>
                  <a:lnTo>
                    <a:pt x="5246325" y="2949899"/>
                  </a:lnTo>
                  <a:lnTo>
                    <a:pt x="5227444" y="2948559"/>
                  </a:lnTo>
                  <a:lnTo>
                    <a:pt x="5193687" y="2945922"/>
                  </a:lnTo>
                  <a:lnTo>
                    <a:pt x="5143374" y="2941576"/>
                  </a:lnTo>
                  <a:lnTo>
                    <a:pt x="5076755" y="2935188"/>
                  </a:lnTo>
                  <a:lnTo>
                    <a:pt x="4995859" y="2926527"/>
                  </a:lnTo>
                  <a:lnTo>
                    <a:pt x="4904031" y="2915480"/>
                  </a:lnTo>
                  <a:lnTo>
                    <a:pt x="4805282" y="2902024"/>
                  </a:lnTo>
                  <a:lnTo>
                    <a:pt x="4703632" y="2886200"/>
                  </a:lnTo>
                  <a:lnTo>
                    <a:pt x="4602602" y="2868057"/>
                  </a:lnTo>
                  <a:lnTo>
                    <a:pt x="4504918" y="2847623"/>
                  </a:lnTo>
                  <a:lnTo>
                    <a:pt x="4412441" y="2824867"/>
                  </a:lnTo>
                  <a:lnTo>
                    <a:pt x="4326225" y="2799682"/>
                  </a:lnTo>
                  <a:lnTo>
                    <a:pt x="4246672" y="2771878"/>
                  </a:lnTo>
                  <a:lnTo>
                    <a:pt x="4173699" y="2741180"/>
                  </a:lnTo>
                  <a:lnTo>
                    <a:pt x="4106886" y="2707232"/>
                  </a:lnTo>
                  <a:lnTo>
                    <a:pt x="4045607" y="2669609"/>
                  </a:lnTo>
                  <a:lnTo>
                    <a:pt x="3989125" y="2627839"/>
                  </a:lnTo>
                  <a:lnTo>
                    <a:pt x="3936656" y="2581437"/>
                  </a:lnTo>
                  <a:lnTo>
                    <a:pt x="3887426" y="2529969"/>
                  </a:lnTo>
                  <a:lnTo>
                    <a:pt x="3840718" y="2473150"/>
                  </a:lnTo>
                  <a:lnTo>
                    <a:pt x="3829811" y="2458710"/>
                  </a:lnTo>
                  <a:lnTo>
                    <a:pt x="3792736" y="2406252"/>
                  </a:lnTo>
                  <a:lnTo>
                    <a:pt x="3756586" y="2349997"/>
                  </a:lnTo>
                  <a:lnTo>
                    <a:pt x="3721112" y="2289866"/>
                  </a:lnTo>
                  <a:lnTo>
                    <a:pt x="3686114" y="2225843"/>
                  </a:lnTo>
                  <a:lnTo>
                    <a:pt x="3651430" y="2157977"/>
                  </a:lnTo>
                  <a:lnTo>
                    <a:pt x="3616935" y="2086389"/>
                  </a:lnTo>
                  <a:lnTo>
                    <a:pt x="3582533" y="2011279"/>
                  </a:lnTo>
                  <a:lnTo>
                    <a:pt x="3548157" y="1932924"/>
                  </a:lnTo>
                  <a:lnTo>
                    <a:pt x="3513761" y="1851678"/>
                  </a:lnTo>
                  <a:lnTo>
                    <a:pt x="3479321" y="1767968"/>
                  </a:lnTo>
                  <a:lnTo>
                    <a:pt x="3444829" y="1682287"/>
                  </a:lnTo>
                  <a:lnTo>
                    <a:pt x="3410292" y="1595183"/>
                  </a:lnTo>
                  <a:lnTo>
                    <a:pt x="3375725" y="1507243"/>
                  </a:lnTo>
                  <a:lnTo>
                    <a:pt x="3341150" y="1419078"/>
                  </a:lnTo>
                  <a:lnTo>
                    <a:pt x="3306589" y="1331307"/>
                  </a:lnTo>
                  <a:lnTo>
                    <a:pt x="3272063" y="1244536"/>
                  </a:lnTo>
                  <a:lnTo>
                    <a:pt x="3237585" y="1159342"/>
                  </a:lnTo>
                  <a:lnTo>
                    <a:pt x="3203159" y="1076261"/>
                  </a:lnTo>
                  <a:lnTo>
                    <a:pt x="3168771" y="995767"/>
                  </a:lnTo>
                  <a:lnTo>
                    <a:pt x="3134393" y="918268"/>
                  </a:lnTo>
                  <a:lnTo>
                    <a:pt x="3099974" y="844099"/>
                  </a:lnTo>
                  <a:lnTo>
                    <a:pt x="3065438" y="773514"/>
                  </a:lnTo>
                  <a:lnTo>
                    <a:pt x="3030682" y="706691"/>
                  </a:lnTo>
                  <a:lnTo>
                    <a:pt x="2995571" y="643732"/>
                  </a:lnTo>
                  <a:lnTo>
                    <a:pt x="2959933" y="584667"/>
                  </a:lnTo>
                  <a:lnTo>
                    <a:pt x="2923557" y="529461"/>
                  </a:lnTo>
                  <a:lnTo>
                    <a:pt x="2896531" y="491742"/>
                  </a:lnTo>
                  <a:lnTo>
                    <a:pt x="2850331" y="433626"/>
                  </a:lnTo>
                  <a:lnTo>
                    <a:pt x="2801769" y="380891"/>
                  </a:lnTo>
                  <a:lnTo>
                    <a:pt x="2750147" y="333309"/>
                  </a:lnTo>
                  <a:lnTo>
                    <a:pt x="2694700" y="290471"/>
                  </a:lnTo>
                  <a:lnTo>
                    <a:pt x="2634642" y="251897"/>
                  </a:lnTo>
                  <a:lnTo>
                    <a:pt x="2569220" y="217108"/>
                  </a:lnTo>
                  <a:lnTo>
                    <a:pt x="2497773" y="185665"/>
                  </a:lnTo>
                  <a:lnTo>
                    <a:pt x="2419822" y="157195"/>
                  </a:lnTo>
                  <a:lnTo>
                    <a:pt x="2335190" y="131402"/>
                  </a:lnTo>
                  <a:lnTo>
                    <a:pt x="2244146" y="108075"/>
                  </a:lnTo>
                  <a:lnTo>
                    <a:pt x="2147575" y="87089"/>
                  </a:lnTo>
                  <a:lnTo>
                    <a:pt x="2047132" y="68397"/>
                  </a:lnTo>
                  <a:lnTo>
                    <a:pt x="1945337" y="52011"/>
                  </a:lnTo>
                  <a:lnTo>
                    <a:pt x="1845537" y="37982"/>
                  </a:lnTo>
                  <a:lnTo>
                    <a:pt x="1751671" y="26356"/>
                  </a:lnTo>
                  <a:lnTo>
                    <a:pt x="1667810" y="17129"/>
                  </a:lnTo>
                  <a:lnTo>
                    <a:pt x="1597520" y="10212"/>
                  </a:lnTo>
                  <a:lnTo>
                    <a:pt x="1543198" y="5403"/>
                  </a:lnTo>
                  <a:lnTo>
                    <a:pt x="1505549" y="2390"/>
                  </a:lnTo>
                  <a:lnTo>
                    <a:pt x="1483351" y="779"/>
                  </a:lnTo>
                  <a:lnTo>
                    <a:pt x="1473531" y="130"/>
                  </a:lnTo>
                  <a:lnTo>
                    <a:pt x="1471403" y="0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49" name="pg749"/>
            <p:cNvSpPr/>
            <p:nvPr/>
          </p:nvSpPr>
          <p:spPr>
            <a:xfrm>
              <a:off x="4799595" y="2601427"/>
              <a:ext cx="11981298" cy="563936"/>
            </a:xfrm>
            <a:custGeom>
              <a:avLst/>
              <a:pathLst>
                <a:path w="11981298" h="563936">
                  <a:moveTo>
                    <a:pt x="0" y="326919"/>
                  </a:moveTo>
                  <a:lnTo>
                    <a:pt x="1471387" y="326919"/>
                  </a:lnTo>
                  <a:lnTo>
                    <a:pt x="1472624" y="326925"/>
                  </a:lnTo>
                  <a:lnTo>
                    <a:pt x="1480742" y="326968"/>
                  </a:lnTo>
                  <a:lnTo>
                    <a:pt x="1501152" y="327085"/>
                  </a:lnTo>
                  <a:lnTo>
                    <a:pt x="1537512" y="327315"/>
                  </a:lnTo>
                  <a:lnTo>
                    <a:pt x="1591441" y="327695"/>
                  </a:lnTo>
                  <a:lnTo>
                    <a:pt x="1662406" y="328251"/>
                  </a:lnTo>
                  <a:lnTo>
                    <a:pt x="1747943" y="329002"/>
                  </a:lnTo>
                  <a:lnTo>
                    <a:pt x="1844228" y="329957"/>
                  </a:lnTo>
                  <a:lnTo>
                    <a:pt x="1946848" y="331116"/>
                  </a:lnTo>
                  <a:lnTo>
                    <a:pt x="2051523" y="332475"/>
                  </a:lnTo>
                  <a:lnTo>
                    <a:pt x="2154638" y="334030"/>
                  </a:lnTo>
                  <a:lnTo>
                    <a:pt x="2253507" y="335780"/>
                  </a:lnTo>
                  <a:lnTo>
                    <a:pt x="2346409" y="337730"/>
                  </a:lnTo>
                  <a:lnTo>
                    <a:pt x="2432464" y="339891"/>
                  </a:lnTo>
                  <a:lnTo>
                    <a:pt x="2511458" y="342282"/>
                  </a:lnTo>
                  <a:lnTo>
                    <a:pt x="2583651" y="344932"/>
                  </a:lnTo>
                  <a:lnTo>
                    <a:pt x="2649609" y="347874"/>
                  </a:lnTo>
                  <a:lnTo>
                    <a:pt x="2710081" y="351147"/>
                  </a:lnTo>
                  <a:lnTo>
                    <a:pt x="2765902" y="354793"/>
                  </a:lnTo>
                  <a:lnTo>
                    <a:pt x="2817923" y="358854"/>
                  </a:lnTo>
                  <a:lnTo>
                    <a:pt x="2866959" y="363360"/>
                  </a:lnTo>
                  <a:lnTo>
                    <a:pt x="2896531" y="366422"/>
                  </a:lnTo>
                  <a:lnTo>
                    <a:pt x="2952379" y="372932"/>
                  </a:lnTo>
                  <a:lnTo>
                    <a:pt x="3006398" y="380152"/>
                  </a:lnTo>
                  <a:lnTo>
                    <a:pt x="3059327" y="388089"/>
                  </a:lnTo>
                  <a:lnTo>
                    <a:pt x="3111693" y="396724"/>
                  </a:lnTo>
                  <a:lnTo>
                    <a:pt x="3163849" y="406005"/>
                  </a:lnTo>
                  <a:lnTo>
                    <a:pt x="3216008" y="415848"/>
                  </a:lnTo>
                  <a:lnTo>
                    <a:pt x="3268268" y="426136"/>
                  </a:lnTo>
                  <a:lnTo>
                    <a:pt x="3320638" y="436726"/>
                  </a:lnTo>
                  <a:lnTo>
                    <a:pt x="3373069" y="447456"/>
                  </a:lnTo>
                  <a:lnTo>
                    <a:pt x="3425486" y="458153"/>
                  </a:lnTo>
                  <a:lnTo>
                    <a:pt x="3477817" y="468647"/>
                  </a:lnTo>
                  <a:lnTo>
                    <a:pt x="3530034" y="478783"/>
                  </a:lnTo>
                  <a:lnTo>
                    <a:pt x="3582175" y="488426"/>
                  </a:lnTo>
                  <a:lnTo>
                    <a:pt x="3634378" y="497472"/>
                  </a:lnTo>
                  <a:lnTo>
                    <a:pt x="3686906" y="505847"/>
                  </a:lnTo>
                  <a:lnTo>
                    <a:pt x="3740174" y="513514"/>
                  </a:lnTo>
                  <a:lnTo>
                    <a:pt x="3794784" y="520463"/>
                  </a:lnTo>
                  <a:lnTo>
                    <a:pt x="3829811" y="524434"/>
                  </a:lnTo>
                  <a:lnTo>
                    <a:pt x="3877351" y="529228"/>
                  </a:lnTo>
                  <a:lnTo>
                    <a:pt x="3927408" y="533566"/>
                  </a:lnTo>
                  <a:lnTo>
                    <a:pt x="3980747" y="537468"/>
                  </a:lnTo>
                  <a:lnTo>
                    <a:pt x="4038201" y="540970"/>
                  </a:lnTo>
                  <a:lnTo>
                    <a:pt x="4100622" y="544114"/>
                  </a:lnTo>
                  <a:lnTo>
                    <a:pt x="4168823" y="546943"/>
                  </a:lnTo>
                  <a:lnTo>
                    <a:pt x="4243496" y="549493"/>
                  </a:lnTo>
                  <a:lnTo>
                    <a:pt x="4325112" y="551796"/>
                  </a:lnTo>
                  <a:lnTo>
                    <a:pt x="4413774" y="553876"/>
                  </a:lnTo>
                  <a:lnTo>
                    <a:pt x="4509043" y="555751"/>
                  </a:lnTo>
                  <a:lnTo>
                    <a:pt x="4609746" y="557428"/>
                  </a:lnTo>
                  <a:lnTo>
                    <a:pt x="4713808" y="558910"/>
                  </a:lnTo>
                  <a:lnTo>
                    <a:pt x="4818184" y="560195"/>
                  </a:lnTo>
                  <a:lnTo>
                    <a:pt x="4918966" y="561279"/>
                  </a:lnTo>
                  <a:lnTo>
                    <a:pt x="5011748" y="562157"/>
                  </a:lnTo>
                  <a:lnTo>
                    <a:pt x="5092246" y="562834"/>
                  </a:lnTo>
                  <a:lnTo>
                    <a:pt x="5157058" y="563322"/>
                  </a:lnTo>
                  <a:lnTo>
                    <a:pt x="5204390" y="563642"/>
                  </a:lnTo>
                  <a:lnTo>
                    <a:pt x="5234504" y="563826"/>
                  </a:lnTo>
                  <a:lnTo>
                    <a:pt x="5249807" y="563911"/>
                  </a:lnTo>
                  <a:lnTo>
                    <a:pt x="5254643" y="563935"/>
                  </a:lnTo>
                  <a:lnTo>
                    <a:pt x="5254955" y="563936"/>
                  </a:lnTo>
                  <a:lnTo>
                    <a:pt x="6726343" y="563936"/>
                  </a:lnTo>
                  <a:lnTo>
                    <a:pt x="6727577" y="563922"/>
                  </a:lnTo>
                  <a:lnTo>
                    <a:pt x="6735674" y="563823"/>
                  </a:lnTo>
                  <a:lnTo>
                    <a:pt x="6756035" y="563549"/>
                  </a:lnTo>
                  <a:lnTo>
                    <a:pt x="6792312" y="563010"/>
                  </a:lnTo>
                  <a:lnTo>
                    <a:pt x="6846127" y="562123"/>
                  </a:lnTo>
                  <a:lnTo>
                    <a:pt x="6916955" y="560823"/>
                  </a:lnTo>
                  <a:lnTo>
                    <a:pt x="7002346" y="559065"/>
                  </a:lnTo>
                  <a:lnTo>
                    <a:pt x="7098494" y="556831"/>
                  </a:lnTo>
                  <a:lnTo>
                    <a:pt x="7200995" y="554119"/>
                  </a:lnTo>
                  <a:lnTo>
                    <a:pt x="7305579" y="550939"/>
                  </a:lnTo>
                  <a:lnTo>
                    <a:pt x="7408632" y="547300"/>
                  </a:lnTo>
                  <a:lnTo>
                    <a:pt x="7507469" y="543205"/>
                  </a:lnTo>
                  <a:lnTo>
                    <a:pt x="7600361" y="538642"/>
                  </a:lnTo>
                  <a:lnTo>
                    <a:pt x="7686424" y="533586"/>
                  </a:lnTo>
                  <a:lnTo>
                    <a:pt x="7765437" y="527989"/>
                  </a:lnTo>
                  <a:lnTo>
                    <a:pt x="7837655" y="521789"/>
                  </a:lnTo>
                  <a:lnTo>
                    <a:pt x="7903640" y="514908"/>
                  </a:lnTo>
                  <a:lnTo>
                    <a:pt x="7964137" y="507253"/>
                  </a:lnTo>
                  <a:lnTo>
                    <a:pt x="8019977" y="498725"/>
                  </a:lnTo>
                  <a:lnTo>
                    <a:pt x="8072010" y="489229"/>
                  </a:lnTo>
                  <a:lnTo>
                    <a:pt x="8121050" y="478690"/>
                  </a:lnTo>
                  <a:lnTo>
                    <a:pt x="8151487" y="471309"/>
                  </a:lnTo>
                  <a:lnTo>
                    <a:pt x="8205740" y="456512"/>
                  </a:lnTo>
                  <a:lnTo>
                    <a:pt x="8258247" y="440147"/>
                  </a:lnTo>
                  <a:lnTo>
                    <a:pt x="8309692" y="422196"/>
                  </a:lnTo>
                  <a:lnTo>
                    <a:pt x="8360571" y="402695"/>
                  </a:lnTo>
                  <a:lnTo>
                    <a:pt x="8411222" y="381748"/>
                  </a:lnTo>
                  <a:lnTo>
                    <a:pt x="8461854" y="359527"/>
                  </a:lnTo>
                  <a:lnTo>
                    <a:pt x="8512572" y="336272"/>
                  </a:lnTo>
                  <a:lnTo>
                    <a:pt x="8563397" y="312281"/>
                  </a:lnTo>
                  <a:lnTo>
                    <a:pt x="8614295" y="287895"/>
                  </a:lnTo>
                  <a:lnTo>
                    <a:pt x="8665198" y="263482"/>
                  </a:lnTo>
                  <a:lnTo>
                    <a:pt x="8716038" y="239409"/>
                  </a:lnTo>
                  <a:lnTo>
                    <a:pt x="8766773" y="216023"/>
                  </a:lnTo>
                  <a:lnTo>
                    <a:pt x="8817414" y="193629"/>
                  </a:lnTo>
                  <a:lnTo>
                    <a:pt x="8868051" y="172478"/>
                  </a:lnTo>
                  <a:lnTo>
                    <a:pt x="8918877" y="152751"/>
                  </a:lnTo>
                  <a:lnTo>
                    <a:pt x="8970210" y="134562"/>
                  </a:lnTo>
                  <a:lnTo>
                    <a:pt x="9022518" y="117959"/>
                  </a:lnTo>
                  <a:lnTo>
                    <a:pt x="9076456" y="102929"/>
                  </a:lnTo>
                  <a:lnTo>
                    <a:pt x="9084767" y="100800"/>
                  </a:lnTo>
                  <a:lnTo>
                    <a:pt x="9132264" y="89567"/>
                  </a:lnTo>
                  <a:lnTo>
                    <a:pt x="9182275" y="79403"/>
                  </a:lnTo>
                  <a:lnTo>
                    <a:pt x="9235560" y="70260"/>
                  </a:lnTo>
                  <a:lnTo>
                    <a:pt x="9292950" y="62052"/>
                  </a:lnTo>
                  <a:lnTo>
                    <a:pt x="9355297" y="54682"/>
                  </a:lnTo>
                  <a:lnTo>
                    <a:pt x="9423410" y="48052"/>
                  </a:lnTo>
                  <a:lnTo>
                    <a:pt x="9497981" y="42074"/>
                  </a:lnTo>
                  <a:lnTo>
                    <a:pt x="9579481" y="36675"/>
                  </a:lnTo>
                  <a:lnTo>
                    <a:pt x="9668016" y="31797"/>
                  </a:lnTo>
                  <a:lnTo>
                    <a:pt x="9763153" y="27402"/>
                  </a:lnTo>
                  <a:lnTo>
                    <a:pt x="9863728" y="23469"/>
                  </a:lnTo>
                  <a:lnTo>
                    <a:pt x="9967680" y="19992"/>
                  </a:lnTo>
                  <a:lnTo>
                    <a:pt x="10071982" y="16976"/>
                  </a:lnTo>
                  <a:lnTo>
                    <a:pt x="10172744" y="14432"/>
                  </a:lnTo>
                  <a:lnTo>
                    <a:pt x="10265574" y="12368"/>
                  </a:lnTo>
                  <a:lnTo>
                    <a:pt x="10346192" y="10775"/>
                  </a:lnTo>
                  <a:lnTo>
                    <a:pt x="10411189" y="9627"/>
                  </a:lnTo>
                  <a:lnTo>
                    <a:pt x="10458747" y="8872"/>
                  </a:lnTo>
                  <a:lnTo>
                    <a:pt x="10489095" y="8437"/>
                  </a:lnTo>
                  <a:lnTo>
                    <a:pt x="10504603" y="8235"/>
                  </a:lnTo>
                  <a:lnTo>
                    <a:pt x="10509571" y="8176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8677" y="13"/>
                  </a:lnTo>
                  <a:lnTo>
                    <a:pt x="10500579" y="113"/>
                  </a:lnTo>
                  <a:lnTo>
                    <a:pt x="10480218" y="387"/>
                  </a:lnTo>
                  <a:lnTo>
                    <a:pt x="10443941" y="926"/>
                  </a:lnTo>
                  <a:lnTo>
                    <a:pt x="10390126" y="1813"/>
                  </a:lnTo>
                  <a:lnTo>
                    <a:pt x="10319298" y="3113"/>
                  </a:lnTo>
                  <a:lnTo>
                    <a:pt x="10233907" y="4871"/>
                  </a:lnTo>
                  <a:lnTo>
                    <a:pt x="10137760" y="7105"/>
                  </a:lnTo>
                  <a:lnTo>
                    <a:pt x="10035258" y="9817"/>
                  </a:lnTo>
                  <a:lnTo>
                    <a:pt x="9930675" y="12997"/>
                  </a:lnTo>
                  <a:lnTo>
                    <a:pt x="9827621" y="16636"/>
                  </a:lnTo>
                  <a:lnTo>
                    <a:pt x="9728784" y="20731"/>
                  </a:lnTo>
                  <a:lnTo>
                    <a:pt x="9635892" y="25293"/>
                  </a:lnTo>
                  <a:lnTo>
                    <a:pt x="9549830" y="30350"/>
                  </a:lnTo>
                  <a:lnTo>
                    <a:pt x="9470816" y="35947"/>
                  </a:lnTo>
                  <a:lnTo>
                    <a:pt x="9398598" y="42147"/>
                  </a:lnTo>
                  <a:lnTo>
                    <a:pt x="9332613" y="49028"/>
                  </a:lnTo>
                  <a:lnTo>
                    <a:pt x="9272116" y="56683"/>
                  </a:lnTo>
                  <a:lnTo>
                    <a:pt x="9216276" y="65211"/>
                  </a:lnTo>
                  <a:lnTo>
                    <a:pt x="9164243" y="74707"/>
                  </a:lnTo>
                  <a:lnTo>
                    <a:pt x="9115203" y="85246"/>
                  </a:lnTo>
                  <a:lnTo>
                    <a:pt x="9084767" y="92627"/>
                  </a:lnTo>
                  <a:lnTo>
                    <a:pt x="9030513" y="107424"/>
                  </a:lnTo>
                  <a:lnTo>
                    <a:pt x="8978007" y="123789"/>
                  </a:lnTo>
                  <a:lnTo>
                    <a:pt x="8926561" y="141740"/>
                  </a:lnTo>
                  <a:lnTo>
                    <a:pt x="8875682" y="161241"/>
                  </a:lnTo>
                  <a:lnTo>
                    <a:pt x="8825032" y="182188"/>
                  </a:lnTo>
                  <a:lnTo>
                    <a:pt x="8774399" y="204409"/>
                  </a:lnTo>
                  <a:lnTo>
                    <a:pt x="8723682" y="227664"/>
                  </a:lnTo>
                  <a:lnTo>
                    <a:pt x="8672856" y="251655"/>
                  </a:lnTo>
                  <a:lnTo>
                    <a:pt x="8621958" y="276041"/>
                  </a:lnTo>
                  <a:lnTo>
                    <a:pt x="8571055" y="300454"/>
                  </a:lnTo>
                  <a:lnTo>
                    <a:pt x="8520215" y="324527"/>
                  </a:lnTo>
                  <a:lnTo>
                    <a:pt x="8469480" y="347913"/>
                  </a:lnTo>
                  <a:lnTo>
                    <a:pt x="8418840" y="370306"/>
                  </a:lnTo>
                  <a:lnTo>
                    <a:pt x="8368203" y="391458"/>
                  </a:lnTo>
                  <a:lnTo>
                    <a:pt x="8317376" y="411185"/>
                  </a:lnTo>
                  <a:lnTo>
                    <a:pt x="8266043" y="429374"/>
                  </a:lnTo>
                  <a:lnTo>
                    <a:pt x="8213735" y="445977"/>
                  </a:lnTo>
                  <a:lnTo>
                    <a:pt x="8159797" y="461007"/>
                  </a:lnTo>
                  <a:lnTo>
                    <a:pt x="8151487" y="463136"/>
                  </a:lnTo>
                  <a:lnTo>
                    <a:pt x="8103989" y="474369"/>
                  </a:lnTo>
                  <a:lnTo>
                    <a:pt x="8053978" y="484533"/>
                  </a:lnTo>
                  <a:lnTo>
                    <a:pt x="8000694" y="493676"/>
                  </a:lnTo>
                  <a:lnTo>
                    <a:pt x="7943303" y="501884"/>
                  </a:lnTo>
                  <a:lnTo>
                    <a:pt x="7880956" y="509254"/>
                  </a:lnTo>
                  <a:lnTo>
                    <a:pt x="7812844" y="515884"/>
                  </a:lnTo>
                  <a:lnTo>
                    <a:pt x="7738272" y="521862"/>
                  </a:lnTo>
                  <a:lnTo>
                    <a:pt x="7656772" y="527261"/>
                  </a:lnTo>
                  <a:lnTo>
                    <a:pt x="7568237" y="532139"/>
                  </a:lnTo>
                  <a:lnTo>
                    <a:pt x="7473101" y="536533"/>
                  </a:lnTo>
                  <a:lnTo>
                    <a:pt x="7372526" y="540467"/>
                  </a:lnTo>
                  <a:lnTo>
                    <a:pt x="7268573" y="543944"/>
                  </a:lnTo>
                  <a:lnTo>
                    <a:pt x="7164271" y="546960"/>
                  </a:lnTo>
                  <a:lnTo>
                    <a:pt x="7063509" y="549504"/>
                  </a:lnTo>
                  <a:lnTo>
                    <a:pt x="6970679" y="551568"/>
                  </a:lnTo>
                  <a:lnTo>
                    <a:pt x="6890061" y="553161"/>
                  </a:lnTo>
                  <a:lnTo>
                    <a:pt x="6825065" y="554309"/>
                  </a:lnTo>
                  <a:lnTo>
                    <a:pt x="6777506" y="555064"/>
                  </a:lnTo>
                  <a:lnTo>
                    <a:pt x="6747158" y="555499"/>
                  </a:lnTo>
                  <a:lnTo>
                    <a:pt x="6731650" y="555701"/>
                  </a:lnTo>
                  <a:lnTo>
                    <a:pt x="6726682" y="555760"/>
                  </a:lnTo>
                  <a:lnTo>
                    <a:pt x="6726343" y="555763"/>
                  </a:lnTo>
                  <a:lnTo>
                    <a:pt x="5254955" y="555763"/>
                  </a:lnTo>
                  <a:lnTo>
                    <a:pt x="5253718" y="555757"/>
                  </a:lnTo>
                  <a:lnTo>
                    <a:pt x="5245600" y="555715"/>
                  </a:lnTo>
                  <a:lnTo>
                    <a:pt x="5225190" y="555598"/>
                  </a:lnTo>
                  <a:lnTo>
                    <a:pt x="5188831" y="555367"/>
                  </a:lnTo>
                  <a:lnTo>
                    <a:pt x="5134901" y="554988"/>
                  </a:lnTo>
                  <a:lnTo>
                    <a:pt x="5063936" y="554432"/>
                  </a:lnTo>
                  <a:lnTo>
                    <a:pt x="4978400" y="553681"/>
                  </a:lnTo>
                  <a:lnTo>
                    <a:pt x="4882114" y="552726"/>
                  </a:lnTo>
                  <a:lnTo>
                    <a:pt x="4779494" y="551567"/>
                  </a:lnTo>
                  <a:lnTo>
                    <a:pt x="4674819" y="550208"/>
                  </a:lnTo>
                  <a:lnTo>
                    <a:pt x="4571704" y="548653"/>
                  </a:lnTo>
                  <a:lnTo>
                    <a:pt x="4472835" y="546903"/>
                  </a:lnTo>
                  <a:lnTo>
                    <a:pt x="4379933" y="544953"/>
                  </a:lnTo>
                  <a:lnTo>
                    <a:pt x="4293878" y="542792"/>
                  </a:lnTo>
                  <a:lnTo>
                    <a:pt x="4214884" y="540400"/>
                  </a:lnTo>
                  <a:lnTo>
                    <a:pt x="4142691" y="537750"/>
                  </a:lnTo>
                  <a:lnTo>
                    <a:pt x="4076733" y="534809"/>
                  </a:lnTo>
                  <a:lnTo>
                    <a:pt x="4016261" y="531536"/>
                  </a:lnTo>
                  <a:lnTo>
                    <a:pt x="3960440" y="527890"/>
                  </a:lnTo>
                  <a:lnTo>
                    <a:pt x="3908419" y="523829"/>
                  </a:lnTo>
                  <a:lnTo>
                    <a:pt x="3859383" y="519323"/>
                  </a:lnTo>
                  <a:lnTo>
                    <a:pt x="3829811" y="516261"/>
                  </a:lnTo>
                  <a:lnTo>
                    <a:pt x="3773963" y="509751"/>
                  </a:lnTo>
                  <a:lnTo>
                    <a:pt x="3719944" y="502531"/>
                  </a:lnTo>
                  <a:lnTo>
                    <a:pt x="3667015" y="494594"/>
                  </a:lnTo>
                  <a:lnTo>
                    <a:pt x="3614649" y="485959"/>
                  </a:lnTo>
                  <a:lnTo>
                    <a:pt x="3562493" y="476678"/>
                  </a:lnTo>
                  <a:lnTo>
                    <a:pt x="3510334" y="466835"/>
                  </a:lnTo>
                  <a:lnTo>
                    <a:pt x="3458074" y="456547"/>
                  </a:lnTo>
                  <a:lnTo>
                    <a:pt x="3405704" y="445956"/>
                  </a:lnTo>
                  <a:lnTo>
                    <a:pt x="3353273" y="435227"/>
                  </a:lnTo>
                  <a:lnTo>
                    <a:pt x="3300857" y="424530"/>
                  </a:lnTo>
                  <a:lnTo>
                    <a:pt x="3248525" y="414035"/>
                  </a:lnTo>
                  <a:lnTo>
                    <a:pt x="3196308" y="403900"/>
                  </a:lnTo>
                  <a:lnTo>
                    <a:pt x="3144167" y="394257"/>
                  </a:lnTo>
                  <a:lnTo>
                    <a:pt x="3091964" y="385211"/>
                  </a:lnTo>
                  <a:lnTo>
                    <a:pt x="3039436" y="376836"/>
                  </a:lnTo>
                  <a:lnTo>
                    <a:pt x="2986168" y="369169"/>
                  </a:lnTo>
                  <a:lnTo>
                    <a:pt x="2931558" y="362220"/>
                  </a:lnTo>
                  <a:lnTo>
                    <a:pt x="2896531" y="358249"/>
                  </a:lnTo>
                  <a:lnTo>
                    <a:pt x="2848991" y="353455"/>
                  </a:lnTo>
                  <a:lnTo>
                    <a:pt x="2798934" y="349117"/>
                  </a:lnTo>
                  <a:lnTo>
                    <a:pt x="2745595" y="345215"/>
                  </a:lnTo>
                  <a:lnTo>
                    <a:pt x="2688142" y="341713"/>
                  </a:lnTo>
                  <a:lnTo>
                    <a:pt x="2625720" y="338569"/>
                  </a:lnTo>
                  <a:lnTo>
                    <a:pt x="2557519" y="335740"/>
                  </a:lnTo>
                  <a:lnTo>
                    <a:pt x="2482846" y="333190"/>
                  </a:lnTo>
                  <a:lnTo>
                    <a:pt x="2401230" y="330887"/>
                  </a:lnTo>
                  <a:lnTo>
                    <a:pt x="2312568" y="328806"/>
                  </a:lnTo>
                  <a:lnTo>
                    <a:pt x="2217299" y="326932"/>
                  </a:lnTo>
                  <a:lnTo>
                    <a:pt x="2116596" y="325255"/>
                  </a:lnTo>
                  <a:lnTo>
                    <a:pt x="2012534" y="323773"/>
                  </a:lnTo>
                  <a:lnTo>
                    <a:pt x="1908158" y="322487"/>
                  </a:lnTo>
                  <a:lnTo>
                    <a:pt x="1807377" y="321404"/>
                  </a:lnTo>
                  <a:lnTo>
                    <a:pt x="1714594" y="320525"/>
                  </a:lnTo>
                  <a:lnTo>
                    <a:pt x="1634097" y="319848"/>
                  </a:lnTo>
                  <a:lnTo>
                    <a:pt x="1569284" y="319361"/>
                  </a:lnTo>
                  <a:lnTo>
                    <a:pt x="1521952" y="319041"/>
                  </a:lnTo>
                  <a:lnTo>
                    <a:pt x="1491838" y="318857"/>
                  </a:lnTo>
                  <a:lnTo>
                    <a:pt x="1476535" y="318772"/>
                  </a:lnTo>
                  <a:lnTo>
                    <a:pt x="1471699" y="318748"/>
                  </a:lnTo>
                  <a:lnTo>
                    <a:pt x="1471387" y="318746"/>
                  </a:lnTo>
                  <a:lnTo>
                    <a:pt x="0" y="318746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750" name="pl750"/>
            <p:cNvSpPr/>
            <p:nvPr/>
          </p:nvSpPr>
          <p:spPr>
            <a:xfrm>
              <a:off x="4799595" y="2609600"/>
              <a:ext cx="11981298" cy="555763"/>
            </a:xfrm>
            <a:custGeom>
              <a:avLst/>
              <a:pathLst>
                <a:path w="11981298" h="555763">
                  <a:moveTo>
                    <a:pt x="0" y="318746"/>
                  </a:moveTo>
                  <a:lnTo>
                    <a:pt x="1471387" y="318746"/>
                  </a:lnTo>
                  <a:lnTo>
                    <a:pt x="1472624" y="318752"/>
                  </a:lnTo>
                  <a:lnTo>
                    <a:pt x="1480742" y="318795"/>
                  </a:lnTo>
                  <a:lnTo>
                    <a:pt x="1501152" y="318912"/>
                  </a:lnTo>
                  <a:lnTo>
                    <a:pt x="1537512" y="319142"/>
                  </a:lnTo>
                  <a:lnTo>
                    <a:pt x="1591441" y="319522"/>
                  </a:lnTo>
                  <a:lnTo>
                    <a:pt x="1662406" y="320078"/>
                  </a:lnTo>
                  <a:lnTo>
                    <a:pt x="1747943" y="320829"/>
                  </a:lnTo>
                  <a:lnTo>
                    <a:pt x="1844228" y="321784"/>
                  </a:lnTo>
                  <a:lnTo>
                    <a:pt x="1946848" y="322943"/>
                  </a:lnTo>
                  <a:lnTo>
                    <a:pt x="2051523" y="324302"/>
                  </a:lnTo>
                  <a:lnTo>
                    <a:pt x="2154638" y="325857"/>
                  </a:lnTo>
                  <a:lnTo>
                    <a:pt x="2253507" y="327607"/>
                  </a:lnTo>
                  <a:lnTo>
                    <a:pt x="2346409" y="329557"/>
                  </a:lnTo>
                  <a:lnTo>
                    <a:pt x="2432464" y="331718"/>
                  </a:lnTo>
                  <a:lnTo>
                    <a:pt x="2511458" y="334109"/>
                  </a:lnTo>
                  <a:lnTo>
                    <a:pt x="2583651" y="336759"/>
                  </a:lnTo>
                  <a:lnTo>
                    <a:pt x="2649609" y="339701"/>
                  </a:lnTo>
                  <a:lnTo>
                    <a:pt x="2710081" y="342974"/>
                  </a:lnTo>
                  <a:lnTo>
                    <a:pt x="2765902" y="346620"/>
                  </a:lnTo>
                  <a:lnTo>
                    <a:pt x="2817923" y="350681"/>
                  </a:lnTo>
                  <a:lnTo>
                    <a:pt x="2866959" y="355187"/>
                  </a:lnTo>
                  <a:lnTo>
                    <a:pt x="2896531" y="358249"/>
                  </a:lnTo>
                  <a:lnTo>
                    <a:pt x="2952379" y="364759"/>
                  </a:lnTo>
                  <a:lnTo>
                    <a:pt x="3006398" y="371979"/>
                  </a:lnTo>
                  <a:lnTo>
                    <a:pt x="3059327" y="379916"/>
                  </a:lnTo>
                  <a:lnTo>
                    <a:pt x="3111693" y="388551"/>
                  </a:lnTo>
                  <a:lnTo>
                    <a:pt x="3163849" y="397832"/>
                  </a:lnTo>
                  <a:lnTo>
                    <a:pt x="3216008" y="407675"/>
                  </a:lnTo>
                  <a:lnTo>
                    <a:pt x="3268268" y="417963"/>
                  </a:lnTo>
                  <a:lnTo>
                    <a:pt x="3320638" y="428553"/>
                  </a:lnTo>
                  <a:lnTo>
                    <a:pt x="3373069" y="439283"/>
                  </a:lnTo>
                  <a:lnTo>
                    <a:pt x="3425486" y="449980"/>
                  </a:lnTo>
                  <a:lnTo>
                    <a:pt x="3477817" y="460474"/>
                  </a:lnTo>
                  <a:lnTo>
                    <a:pt x="3530034" y="470610"/>
                  </a:lnTo>
                  <a:lnTo>
                    <a:pt x="3582175" y="480253"/>
                  </a:lnTo>
                  <a:lnTo>
                    <a:pt x="3634378" y="489299"/>
                  </a:lnTo>
                  <a:lnTo>
                    <a:pt x="3686906" y="497674"/>
                  </a:lnTo>
                  <a:lnTo>
                    <a:pt x="3740174" y="505341"/>
                  </a:lnTo>
                  <a:lnTo>
                    <a:pt x="3794784" y="512290"/>
                  </a:lnTo>
                  <a:lnTo>
                    <a:pt x="3829811" y="516261"/>
                  </a:lnTo>
                  <a:lnTo>
                    <a:pt x="3877351" y="521055"/>
                  </a:lnTo>
                  <a:lnTo>
                    <a:pt x="3927408" y="525393"/>
                  </a:lnTo>
                  <a:lnTo>
                    <a:pt x="3980747" y="529295"/>
                  </a:lnTo>
                  <a:lnTo>
                    <a:pt x="4038201" y="532797"/>
                  </a:lnTo>
                  <a:lnTo>
                    <a:pt x="4100622" y="535941"/>
                  </a:lnTo>
                  <a:lnTo>
                    <a:pt x="4168823" y="538770"/>
                  </a:lnTo>
                  <a:lnTo>
                    <a:pt x="4243496" y="541320"/>
                  </a:lnTo>
                  <a:lnTo>
                    <a:pt x="4325112" y="543623"/>
                  </a:lnTo>
                  <a:lnTo>
                    <a:pt x="4413774" y="545703"/>
                  </a:lnTo>
                  <a:lnTo>
                    <a:pt x="4509043" y="547578"/>
                  </a:lnTo>
                  <a:lnTo>
                    <a:pt x="4609746" y="549255"/>
                  </a:lnTo>
                  <a:lnTo>
                    <a:pt x="4713808" y="550737"/>
                  </a:lnTo>
                  <a:lnTo>
                    <a:pt x="4818184" y="552022"/>
                  </a:lnTo>
                  <a:lnTo>
                    <a:pt x="4918966" y="553106"/>
                  </a:lnTo>
                  <a:lnTo>
                    <a:pt x="5011748" y="553984"/>
                  </a:lnTo>
                  <a:lnTo>
                    <a:pt x="5092246" y="554661"/>
                  </a:lnTo>
                  <a:lnTo>
                    <a:pt x="5157058" y="555149"/>
                  </a:lnTo>
                  <a:lnTo>
                    <a:pt x="5204390" y="555469"/>
                  </a:lnTo>
                  <a:lnTo>
                    <a:pt x="5234504" y="555653"/>
                  </a:lnTo>
                  <a:lnTo>
                    <a:pt x="5249807" y="555738"/>
                  </a:lnTo>
                  <a:lnTo>
                    <a:pt x="5254643" y="555762"/>
                  </a:lnTo>
                  <a:lnTo>
                    <a:pt x="5254955" y="555763"/>
                  </a:lnTo>
                  <a:lnTo>
                    <a:pt x="6726343" y="555763"/>
                  </a:lnTo>
                  <a:lnTo>
                    <a:pt x="6727577" y="555749"/>
                  </a:lnTo>
                  <a:lnTo>
                    <a:pt x="6735674" y="555650"/>
                  </a:lnTo>
                  <a:lnTo>
                    <a:pt x="6756035" y="555376"/>
                  </a:lnTo>
                  <a:lnTo>
                    <a:pt x="6792312" y="554837"/>
                  </a:lnTo>
                  <a:lnTo>
                    <a:pt x="6846127" y="553950"/>
                  </a:lnTo>
                  <a:lnTo>
                    <a:pt x="6916955" y="552650"/>
                  </a:lnTo>
                  <a:lnTo>
                    <a:pt x="7002346" y="550892"/>
                  </a:lnTo>
                  <a:lnTo>
                    <a:pt x="7098494" y="548658"/>
                  </a:lnTo>
                  <a:lnTo>
                    <a:pt x="7200995" y="545946"/>
                  </a:lnTo>
                  <a:lnTo>
                    <a:pt x="7305579" y="542766"/>
                  </a:lnTo>
                  <a:lnTo>
                    <a:pt x="7408632" y="539127"/>
                  </a:lnTo>
                  <a:lnTo>
                    <a:pt x="7507469" y="535032"/>
                  </a:lnTo>
                  <a:lnTo>
                    <a:pt x="7600361" y="530469"/>
                  </a:lnTo>
                  <a:lnTo>
                    <a:pt x="7686424" y="525413"/>
                  </a:lnTo>
                  <a:lnTo>
                    <a:pt x="7765437" y="519816"/>
                  </a:lnTo>
                  <a:lnTo>
                    <a:pt x="7837655" y="513616"/>
                  </a:lnTo>
                  <a:lnTo>
                    <a:pt x="7903640" y="506735"/>
                  </a:lnTo>
                  <a:lnTo>
                    <a:pt x="7964137" y="499080"/>
                  </a:lnTo>
                  <a:lnTo>
                    <a:pt x="8019977" y="490552"/>
                  </a:lnTo>
                  <a:lnTo>
                    <a:pt x="8072010" y="481056"/>
                  </a:lnTo>
                  <a:lnTo>
                    <a:pt x="8121050" y="470517"/>
                  </a:lnTo>
                  <a:lnTo>
                    <a:pt x="8151487" y="463136"/>
                  </a:lnTo>
                  <a:lnTo>
                    <a:pt x="8205740" y="448339"/>
                  </a:lnTo>
                  <a:lnTo>
                    <a:pt x="8258247" y="431974"/>
                  </a:lnTo>
                  <a:lnTo>
                    <a:pt x="8309692" y="414023"/>
                  </a:lnTo>
                  <a:lnTo>
                    <a:pt x="8360571" y="394522"/>
                  </a:lnTo>
                  <a:lnTo>
                    <a:pt x="8411222" y="373575"/>
                  </a:lnTo>
                  <a:lnTo>
                    <a:pt x="8461854" y="351354"/>
                  </a:lnTo>
                  <a:lnTo>
                    <a:pt x="8512572" y="328099"/>
                  </a:lnTo>
                  <a:lnTo>
                    <a:pt x="8563397" y="304108"/>
                  </a:lnTo>
                  <a:lnTo>
                    <a:pt x="8614295" y="279722"/>
                  </a:lnTo>
                  <a:lnTo>
                    <a:pt x="8665198" y="255309"/>
                  </a:lnTo>
                  <a:lnTo>
                    <a:pt x="8716038" y="231236"/>
                  </a:lnTo>
                  <a:lnTo>
                    <a:pt x="8766773" y="207850"/>
                  </a:lnTo>
                  <a:lnTo>
                    <a:pt x="8817414" y="185456"/>
                  </a:lnTo>
                  <a:lnTo>
                    <a:pt x="8868051" y="164305"/>
                  </a:lnTo>
                  <a:lnTo>
                    <a:pt x="8918877" y="144578"/>
                  </a:lnTo>
                  <a:lnTo>
                    <a:pt x="8970210" y="126389"/>
                  </a:lnTo>
                  <a:lnTo>
                    <a:pt x="9022518" y="109786"/>
                  </a:lnTo>
                  <a:lnTo>
                    <a:pt x="9076456" y="94756"/>
                  </a:lnTo>
                  <a:lnTo>
                    <a:pt x="9084767" y="92627"/>
                  </a:lnTo>
                  <a:lnTo>
                    <a:pt x="9132264" y="81394"/>
                  </a:lnTo>
                  <a:lnTo>
                    <a:pt x="9182275" y="71230"/>
                  </a:lnTo>
                  <a:lnTo>
                    <a:pt x="9235560" y="62087"/>
                  </a:lnTo>
                  <a:lnTo>
                    <a:pt x="9292950" y="53879"/>
                  </a:lnTo>
                  <a:lnTo>
                    <a:pt x="9355297" y="46509"/>
                  </a:lnTo>
                  <a:lnTo>
                    <a:pt x="9423410" y="39879"/>
                  </a:lnTo>
                  <a:lnTo>
                    <a:pt x="9497981" y="33901"/>
                  </a:lnTo>
                  <a:lnTo>
                    <a:pt x="9579481" y="28502"/>
                  </a:lnTo>
                  <a:lnTo>
                    <a:pt x="9668016" y="23624"/>
                  </a:lnTo>
                  <a:lnTo>
                    <a:pt x="9763153" y="19229"/>
                  </a:lnTo>
                  <a:lnTo>
                    <a:pt x="9863728" y="15296"/>
                  </a:lnTo>
                  <a:lnTo>
                    <a:pt x="9967680" y="11819"/>
                  </a:lnTo>
                  <a:lnTo>
                    <a:pt x="10071982" y="8803"/>
                  </a:lnTo>
                  <a:lnTo>
                    <a:pt x="10172744" y="6259"/>
                  </a:lnTo>
                  <a:lnTo>
                    <a:pt x="10265574" y="4195"/>
                  </a:lnTo>
                  <a:lnTo>
                    <a:pt x="10346192" y="2602"/>
                  </a:lnTo>
                  <a:lnTo>
                    <a:pt x="10411189" y="1454"/>
                  </a:lnTo>
                  <a:lnTo>
                    <a:pt x="10458747" y="699"/>
                  </a:lnTo>
                  <a:lnTo>
                    <a:pt x="10489095" y="264"/>
                  </a:lnTo>
                  <a:lnTo>
                    <a:pt x="10504603" y="62"/>
                  </a:lnTo>
                  <a:lnTo>
                    <a:pt x="10509571" y="3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51" name="pl751"/>
            <p:cNvSpPr/>
            <p:nvPr/>
          </p:nvSpPr>
          <p:spPr>
            <a:xfrm>
              <a:off x="4799595" y="2601427"/>
              <a:ext cx="11981298" cy="555763"/>
            </a:xfrm>
            <a:custGeom>
              <a:avLst/>
              <a:pathLst>
                <a:path w="11981298" h="555763">
                  <a:moveTo>
                    <a:pt x="11981298" y="0"/>
                  </a:moveTo>
                  <a:lnTo>
                    <a:pt x="10509911" y="0"/>
                  </a:lnTo>
                  <a:lnTo>
                    <a:pt x="10508677" y="13"/>
                  </a:lnTo>
                  <a:lnTo>
                    <a:pt x="10500579" y="113"/>
                  </a:lnTo>
                  <a:lnTo>
                    <a:pt x="10480218" y="387"/>
                  </a:lnTo>
                  <a:lnTo>
                    <a:pt x="10443941" y="926"/>
                  </a:lnTo>
                  <a:lnTo>
                    <a:pt x="10390126" y="1813"/>
                  </a:lnTo>
                  <a:lnTo>
                    <a:pt x="10319298" y="3113"/>
                  </a:lnTo>
                  <a:lnTo>
                    <a:pt x="10233907" y="4871"/>
                  </a:lnTo>
                  <a:lnTo>
                    <a:pt x="10137760" y="7105"/>
                  </a:lnTo>
                  <a:lnTo>
                    <a:pt x="10035258" y="9817"/>
                  </a:lnTo>
                  <a:lnTo>
                    <a:pt x="9930675" y="12997"/>
                  </a:lnTo>
                  <a:lnTo>
                    <a:pt x="9827621" y="16636"/>
                  </a:lnTo>
                  <a:lnTo>
                    <a:pt x="9728784" y="20731"/>
                  </a:lnTo>
                  <a:lnTo>
                    <a:pt x="9635892" y="25293"/>
                  </a:lnTo>
                  <a:lnTo>
                    <a:pt x="9549830" y="30350"/>
                  </a:lnTo>
                  <a:lnTo>
                    <a:pt x="9470816" y="35947"/>
                  </a:lnTo>
                  <a:lnTo>
                    <a:pt x="9398598" y="42147"/>
                  </a:lnTo>
                  <a:lnTo>
                    <a:pt x="9332613" y="49028"/>
                  </a:lnTo>
                  <a:lnTo>
                    <a:pt x="9272116" y="56683"/>
                  </a:lnTo>
                  <a:lnTo>
                    <a:pt x="9216276" y="65211"/>
                  </a:lnTo>
                  <a:lnTo>
                    <a:pt x="9164243" y="74707"/>
                  </a:lnTo>
                  <a:lnTo>
                    <a:pt x="9115203" y="85246"/>
                  </a:lnTo>
                  <a:lnTo>
                    <a:pt x="9084767" y="92627"/>
                  </a:lnTo>
                  <a:lnTo>
                    <a:pt x="9030513" y="107424"/>
                  </a:lnTo>
                  <a:lnTo>
                    <a:pt x="8978007" y="123789"/>
                  </a:lnTo>
                  <a:lnTo>
                    <a:pt x="8926561" y="141740"/>
                  </a:lnTo>
                  <a:lnTo>
                    <a:pt x="8875682" y="161241"/>
                  </a:lnTo>
                  <a:lnTo>
                    <a:pt x="8825032" y="182188"/>
                  </a:lnTo>
                  <a:lnTo>
                    <a:pt x="8774399" y="204409"/>
                  </a:lnTo>
                  <a:lnTo>
                    <a:pt x="8723682" y="227664"/>
                  </a:lnTo>
                  <a:lnTo>
                    <a:pt x="8672856" y="251655"/>
                  </a:lnTo>
                  <a:lnTo>
                    <a:pt x="8621958" y="276041"/>
                  </a:lnTo>
                  <a:lnTo>
                    <a:pt x="8571055" y="300454"/>
                  </a:lnTo>
                  <a:lnTo>
                    <a:pt x="8520215" y="324527"/>
                  </a:lnTo>
                  <a:lnTo>
                    <a:pt x="8469480" y="347913"/>
                  </a:lnTo>
                  <a:lnTo>
                    <a:pt x="8418840" y="370306"/>
                  </a:lnTo>
                  <a:lnTo>
                    <a:pt x="8368203" y="391458"/>
                  </a:lnTo>
                  <a:lnTo>
                    <a:pt x="8317376" y="411185"/>
                  </a:lnTo>
                  <a:lnTo>
                    <a:pt x="8266043" y="429374"/>
                  </a:lnTo>
                  <a:lnTo>
                    <a:pt x="8213735" y="445977"/>
                  </a:lnTo>
                  <a:lnTo>
                    <a:pt x="8159797" y="461007"/>
                  </a:lnTo>
                  <a:lnTo>
                    <a:pt x="8151487" y="463136"/>
                  </a:lnTo>
                  <a:lnTo>
                    <a:pt x="8103989" y="474369"/>
                  </a:lnTo>
                  <a:lnTo>
                    <a:pt x="8053978" y="484533"/>
                  </a:lnTo>
                  <a:lnTo>
                    <a:pt x="8000694" y="493676"/>
                  </a:lnTo>
                  <a:lnTo>
                    <a:pt x="7943303" y="501884"/>
                  </a:lnTo>
                  <a:lnTo>
                    <a:pt x="7880956" y="509254"/>
                  </a:lnTo>
                  <a:lnTo>
                    <a:pt x="7812844" y="515884"/>
                  </a:lnTo>
                  <a:lnTo>
                    <a:pt x="7738272" y="521862"/>
                  </a:lnTo>
                  <a:lnTo>
                    <a:pt x="7656772" y="527261"/>
                  </a:lnTo>
                  <a:lnTo>
                    <a:pt x="7568237" y="532139"/>
                  </a:lnTo>
                  <a:lnTo>
                    <a:pt x="7473101" y="536533"/>
                  </a:lnTo>
                  <a:lnTo>
                    <a:pt x="7372526" y="540467"/>
                  </a:lnTo>
                  <a:lnTo>
                    <a:pt x="7268573" y="543944"/>
                  </a:lnTo>
                  <a:lnTo>
                    <a:pt x="7164271" y="546960"/>
                  </a:lnTo>
                  <a:lnTo>
                    <a:pt x="7063509" y="549504"/>
                  </a:lnTo>
                  <a:lnTo>
                    <a:pt x="6970679" y="551568"/>
                  </a:lnTo>
                  <a:lnTo>
                    <a:pt x="6890061" y="553161"/>
                  </a:lnTo>
                  <a:lnTo>
                    <a:pt x="6825065" y="554309"/>
                  </a:lnTo>
                  <a:lnTo>
                    <a:pt x="6777506" y="555064"/>
                  </a:lnTo>
                  <a:lnTo>
                    <a:pt x="6747158" y="555499"/>
                  </a:lnTo>
                  <a:lnTo>
                    <a:pt x="6731650" y="555701"/>
                  </a:lnTo>
                  <a:lnTo>
                    <a:pt x="6726682" y="555760"/>
                  </a:lnTo>
                  <a:lnTo>
                    <a:pt x="6726343" y="555763"/>
                  </a:lnTo>
                  <a:lnTo>
                    <a:pt x="5254955" y="555763"/>
                  </a:lnTo>
                  <a:lnTo>
                    <a:pt x="5253718" y="555757"/>
                  </a:lnTo>
                  <a:lnTo>
                    <a:pt x="5245600" y="555715"/>
                  </a:lnTo>
                  <a:lnTo>
                    <a:pt x="5225190" y="555598"/>
                  </a:lnTo>
                  <a:lnTo>
                    <a:pt x="5188831" y="555367"/>
                  </a:lnTo>
                  <a:lnTo>
                    <a:pt x="5134901" y="554988"/>
                  </a:lnTo>
                  <a:lnTo>
                    <a:pt x="5063936" y="554432"/>
                  </a:lnTo>
                  <a:lnTo>
                    <a:pt x="4978400" y="553681"/>
                  </a:lnTo>
                  <a:lnTo>
                    <a:pt x="4882114" y="552726"/>
                  </a:lnTo>
                  <a:lnTo>
                    <a:pt x="4779494" y="551567"/>
                  </a:lnTo>
                  <a:lnTo>
                    <a:pt x="4674819" y="550208"/>
                  </a:lnTo>
                  <a:lnTo>
                    <a:pt x="4571704" y="548653"/>
                  </a:lnTo>
                  <a:lnTo>
                    <a:pt x="4472835" y="546903"/>
                  </a:lnTo>
                  <a:lnTo>
                    <a:pt x="4379933" y="544953"/>
                  </a:lnTo>
                  <a:lnTo>
                    <a:pt x="4293878" y="542792"/>
                  </a:lnTo>
                  <a:lnTo>
                    <a:pt x="4214884" y="540400"/>
                  </a:lnTo>
                  <a:lnTo>
                    <a:pt x="4142691" y="537750"/>
                  </a:lnTo>
                  <a:lnTo>
                    <a:pt x="4076733" y="534809"/>
                  </a:lnTo>
                  <a:lnTo>
                    <a:pt x="4016261" y="531536"/>
                  </a:lnTo>
                  <a:lnTo>
                    <a:pt x="3960440" y="527890"/>
                  </a:lnTo>
                  <a:lnTo>
                    <a:pt x="3908419" y="523829"/>
                  </a:lnTo>
                  <a:lnTo>
                    <a:pt x="3859383" y="519323"/>
                  </a:lnTo>
                  <a:lnTo>
                    <a:pt x="3829811" y="516261"/>
                  </a:lnTo>
                  <a:lnTo>
                    <a:pt x="3773963" y="509751"/>
                  </a:lnTo>
                  <a:lnTo>
                    <a:pt x="3719944" y="502531"/>
                  </a:lnTo>
                  <a:lnTo>
                    <a:pt x="3667015" y="494594"/>
                  </a:lnTo>
                  <a:lnTo>
                    <a:pt x="3614649" y="485959"/>
                  </a:lnTo>
                  <a:lnTo>
                    <a:pt x="3562493" y="476678"/>
                  </a:lnTo>
                  <a:lnTo>
                    <a:pt x="3510334" y="466835"/>
                  </a:lnTo>
                  <a:lnTo>
                    <a:pt x="3458074" y="456547"/>
                  </a:lnTo>
                  <a:lnTo>
                    <a:pt x="3405704" y="445956"/>
                  </a:lnTo>
                  <a:lnTo>
                    <a:pt x="3353273" y="435227"/>
                  </a:lnTo>
                  <a:lnTo>
                    <a:pt x="3300857" y="424530"/>
                  </a:lnTo>
                  <a:lnTo>
                    <a:pt x="3248525" y="414035"/>
                  </a:lnTo>
                  <a:lnTo>
                    <a:pt x="3196308" y="403900"/>
                  </a:lnTo>
                  <a:lnTo>
                    <a:pt x="3144167" y="394257"/>
                  </a:lnTo>
                  <a:lnTo>
                    <a:pt x="3091964" y="385211"/>
                  </a:lnTo>
                  <a:lnTo>
                    <a:pt x="3039436" y="376836"/>
                  </a:lnTo>
                  <a:lnTo>
                    <a:pt x="2986168" y="369169"/>
                  </a:lnTo>
                  <a:lnTo>
                    <a:pt x="2931558" y="362220"/>
                  </a:lnTo>
                  <a:lnTo>
                    <a:pt x="2896531" y="358249"/>
                  </a:lnTo>
                  <a:lnTo>
                    <a:pt x="2848991" y="353455"/>
                  </a:lnTo>
                  <a:lnTo>
                    <a:pt x="2798934" y="349117"/>
                  </a:lnTo>
                  <a:lnTo>
                    <a:pt x="2745595" y="345215"/>
                  </a:lnTo>
                  <a:lnTo>
                    <a:pt x="2688142" y="341713"/>
                  </a:lnTo>
                  <a:lnTo>
                    <a:pt x="2625720" y="338569"/>
                  </a:lnTo>
                  <a:lnTo>
                    <a:pt x="2557519" y="335740"/>
                  </a:lnTo>
                  <a:lnTo>
                    <a:pt x="2482846" y="333190"/>
                  </a:lnTo>
                  <a:lnTo>
                    <a:pt x="2401230" y="330887"/>
                  </a:lnTo>
                  <a:lnTo>
                    <a:pt x="2312568" y="328806"/>
                  </a:lnTo>
                  <a:lnTo>
                    <a:pt x="2217299" y="326932"/>
                  </a:lnTo>
                  <a:lnTo>
                    <a:pt x="2116596" y="325255"/>
                  </a:lnTo>
                  <a:lnTo>
                    <a:pt x="2012534" y="323773"/>
                  </a:lnTo>
                  <a:lnTo>
                    <a:pt x="1908158" y="322487"/>
                  </a:lnTo>
                  <a:lnTo>
                    <a:pt x="1807377" y="321404"/>
                  </a:lnTo>
                  <a:lnTo>
                    <a:pt x="1714594" y="320525"/>
                  </a:lnTo>
                  <a:lnTo>
                    <a:pt x="1634097" y="319848"/>
                  </a:lnTo>
                  <a:lnTo>
                    <a:pt x="1569284" y="319361"/>
                  </a:lnTo>
                  <a:lnTo>
                    <a:pt x="1521952" y="319041"/>
                  </a:lnTo>
                  <a:lnTo>
                    <a:pt x="1491838" y="318857"/>
                  </a:lnTo>
                  <a:lnTo>
                    <a:pt x="1476535" y="318772"/>
                  </a:lnTo>
                  <a:lnTo>
                    <a:pt x="1471699" y="318748"/>
                  </a:lnTo>
                  <a:lnTo>
                    <a:pt x="1471387" y="318746"/>
                  </a:lnTo>
                  <a:lnTo>
                    <a:pt x="0" y="31874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52" name="pg752"/>
            <p:cNvSpPr/>
            <p:nvPr/>
          </p:nvSpPr>
          <p:spPr>
            <a:xfrm>
              <a:off x="4799595" y="2928347"/>
              <a:ext cx="11981298" cy="490379"/>
            </a:xfrm>
            <a:custGeom>
              <a:avLst/>
              <a:pathLst>
                <a:path w="11981298" h="490379">
                  <a:moveTo>
                    <a:pt x="0" y="16345"/>
                  </a:moveTo>
                  <a:lnTo>
                    <a:pt x="1471387" y="16345"/>
                  </a:lnTo>
                  <a:lnTo>
                    <a:pt x="1472624" y="16353"/>
                  </a:lnTo>
                  <a:lnTo>
                    <a:pt x="1480739" y="16404"/>
                  </a:lnTo>
                  <a:lnTo>
                    <a:pt x="1501145" y="16545"/>
                  </a:lnTo>
                  <a:lnTo>
                    <a:pt x="1537496" y="16823"/>
                  </a:lnTo>
                  <a:lnTo>
                    <a:pt x="1591414" y="17281"/>
                  </a:lnTo>
                  <a:lnTo>
                    <a:pt x="1662365" y="17952"/>
                  </a:lnTo>
                  <a:lnTo>
                    <a:pt x="1747886" y="18858"/>
                  </a:lnTo>
                  <a:lnTo>
                    <a:pt x="1844158" y="20010"/>
                  </a:lnTo>
                  <a:lnTo>
                    <a:pt x="1946766" y="21409"/>
                  </a:lnTo>
                  <a:lnTo>
                    <a:pt x="2051431" y="23049"/>
                  </a:lnTo>
                  <a:lnTo>
                    <a:pt x="2154540" y="24925"/>
                  </a:lnTo>
                  <a:lnTo>
                    <a:pt x="2253406" y="27037"/>
                  </a:lnTo>
                  <a:lnTo>
                    <a:pt x="2346307" y="29389"/>
                  </a:lnTo>
                  <a:lnTo>
                    <a:pt x="2432363" y="31997"/>
                  </a:lnTo>
                  <a:lnTo>
                    <a:pt x="2511359" y="34883"/>
                  </a:lnTo>
                  <a:lnTo>
                    <a:pt x="2583554" y="38080"/>
                  </a:lnTo>
                  <a:lnTo>
                    <a:pt x="2649515" y="41630"/>
                  </a:lnTo>
                  <a:lnTo>
                    <a:pt x="2709990" y="45579"/>
                  </a:lnTo>
                  <a:lnTo>
                    <a:pt x="2765813" y="49978"/>
                  </a:lnTo>
                  <a:lnTo>
                    <a:pt x="2817835" y="54878"/>
                  </a:lnTo>
                  <a:lnTo>
                    <a:pt x="2866871" y="60315"/>
                  </a:lnTo>
                  <a:lnTo>
                    <a:pt x="2896531" y="64021"/>
                  </a:lnTo>
                  <a:lnTo>
                    <a:pt x="2952206" y="71852"/>
                  </a:lnTo>
                  <a:lnTo>
                    <a:pt x="3006061" y="80533"/>
                  </a:lnTo>
                  <a:lnTo>
                    <a:pt x="3058830" y="90076"/>
                  </a:lnTo>
                  <a:lnTo>
                    <a:pt x="3111034" y="100455"/>
                  </a:lnTo>
                  <a:lnTo>
                    <a:pt x="3163027" y="111611"/>
                  </a:lnTo>
                  <a:lnTo>
                    <a:pt x="3215020" y="123443"/>
                  </a:lnTo>
                  <a:lnTo>
                    <a:pt x="3267112" y="135811"/>
                  </a:lnTo>
                  <a:lnTo>
                    <a:pt x="3319315" y="148546"/>
                  </a:lnTo>
                  <a:lnTo>
                    <a:pt x="3371580" y="161452"/>
                  </a:lnTo>
                  <a:lnTo>
                    <a:pt x="3423832" y="174326"/>
                  </a:lnTo>
                  <a:lnTo>
                    <a:pt x="3476002" y="186963"/>
                  </a:lnTo>
                  <a:lnTo>
                    <a:pt x="3528058" y="199176"/>
                  </a:lnTo>
                  <a:lnTo>
                    <a:pt x="3580036" y="210803"/>
                  </a:lnTo>
                  <a:lnTo>
                    <a:pt x="3632067" y="221718"/>
                  </a:lnTo>
                  <a:lnTo>
                    <a:pt x="3684407" y="231833"/>
                  </a:lnTo>
                  <a:lnTo>
                    <a:pt x="3737458" y="241100"/>
                  </a:lnTo>
                  <a:lnTo>
                    <a:pt x="3791807" y="249505"/>
                  </a:lnTo>
                  <a:lnTo>
                    <a:pt x="3829811" y="254725"/>
                  </a:lnTo>
                  <a:lnTo>
                    <a:pt x="3877347" y="260511"/>
                  </a:lnTo>
                  <a:lnTo>
                    <a:pt x="3927399" y="265745"/>
                  </a:lnTo>
                  <a:lnTo>
                    <a:pt x="3980732" y="270454"/>
                  </a:lnTo>
                  <a:lnTo>
                    <a:pt x="4038180" y="274681"/>
                  </a:lnTo>
                  <a:lnTo>
                    <a:pt x="4100593" y="278476"/>
                  </a:lnTo>
                  <a:lnTo>
                    <a:pt x="4168785" y="281889"/>
                  </a:lnTo>
                  <a:lnTo>
                    <a:pt x="4243448" y="284967"/>
                  </a:lnTo>
                  <a:lnTo>
                    <a:pt x="4325053" y="287747"/>
                  </a:lnTo>
                  <a:lnTo>
                    <a:pt x="4413702" y="290257"/>
                  </a:lnTo>
                  <a:lnTo>
                    <a:pt x="4508957" y="292519"/>
                  </a:lnTo>
                  <a:lnTo>
                    <a:pt x="4609647" y="294543"/>
                  </a:lnTo>
                  <a:lnTo>
                    <a:pt x="4713698" y="296333"/>
                  </a:lnTo>
                  <a:lnTo>
                    <a:pt x="4818066" y="297884"/>
                  </a:lnTo>
                  <a:lnTo>
                    <a:pt x="4918846" y="299191"/>
                  </a:lnTo>
                  <a:lnTo>
                    <a:pt x="5011633" y="300252"/>
                  </a:lnTo>
                  <a:lnTo>
                    <a:pt x="5092143" y="301069"/>
                  </a:lnTo>
                  <a:lnTo>
                    <a:pt x="5156975" y="301658"/>
                  </a:lnTo>
                  <a:lnTo>
                    <a:pt x="5204330" y="302044"/>
                  </a:lnTo>
                  <a:lnTo>
                    <a:pt x="5234467" y="302267"/>
                  </a:lnTo>
                  <a:lnTo>
                    <a:pt x="5249791" y="302369"/>
                  </a:lnTo>
                  <a:lnTo>
                    <a:pt x="5254640" y="302399"/>
                  </a:lnTo>
                  <a:lnTo>
                    <a:pt x="5254955" y="302400"/>
                  </a:lnTo>
                  <a:lnTo>
                    <a:pt x="6726343" y="302400"/>
                  </a:lnTo>
                  <a:lnTo>
                    <a:pt x="6727580" y="302405"/>
                  </a:lnTo>
                  <a:lnTo>
                    <a:pt x="6735699" y="302439"/>
                  </a:lnTo>
                  <a:lnTo>
                    <a:pt x="6756113" y="302532"/>
                  </a:lnTo>
                  <a:lnTo>
                    <a:pt x="6792480" y="302715"/>
                  </a:lnTo>
                  <a:lnTo>
                    <a:pt x="6846419" y="303015"/>
                  </a:lnTo>
                  <a:lnTo>
                    <a:pt x="6917396" y="303456"/>
                  </a:lnTo>
                  <a:lnTo>
                    <a:pt x="7002944" y="304052"/>
                  </a:lnTo>
                  <a:lnTo>
                    <a:pt x="7099241" y="304810"/>
                  </a:lnTo>
                  <a:lnTo>
                    <a:pt x="7201871" y="305729"/>
                  </a:lnTo>
                  <a:lnTo>
                    <a:pt x="7306553" y="306807"/>
                  </a:lnTo>
                  <a:lnTo>
                    <a:pt x="7409673" y="308041"/>
                  </a:lnTo>
                  <a:lnTo>
                    <a:pt x="7508545" y="309429"/>
                  </a:lnTo>
                  <a:lnTo>
                    <a:pt x="7601447" y="310975"/>
                  </a:lnTo>
                  <a:lnTo>
                    <a:pt x="7687502" y="312690"/>
                  </a:lnTo>
                  <a:lnTo>
                    <a:pt x="7766494" y="314587"/>
                  </a:lnTo>
                  <a:lnTo>
                    <a:pt x="7838685" y="316689"/>
                  </a:lnTo>
                  <a:lnTo>
                    <a:pt x="7904641" y="319023"/>
                  </a:lnTo>
                  <a:lnTo>
                    <a:pt x="7965111" y="321619"/>
                  </a:lnTo>
                  <a:lnTo>
                    <a:pt x="8020930" y="324511"/>
                  </a:lnTo>
                  <a:lnTo>
                    <a:pt x="8072951" y="327732"/>
                  </a:lnTo>
                  <a:lnTo>
                    <a:pt x="8121986" y="331307"/>
                  </a:lnTo>
                  <a:lnTo>
                    <a:pt x="8151487" y="333730"/>
                  </a:lnTo>
                  <a:lnTo>
                    <a:pt x="8207477" y="338908"/>
                  </a:lnTo>
                  <a:lnTo>
                    <a:pt x="8261631" y="344650"/>
                  </a:lnTo>
                  <a:lnTo>
                    <a:pt x="8314693" y="350965"/>
                  </a:lnTo>
                  <a:lnTo>
                    <a:pt x="8367192" y="357836"/>
                  </a:lnTo>
                  <a:lnTo>
                    <a:pt x="8419483" y="365222"/>
                  </a:lnTo>
                  <a:lnTo>
                    <a:pt x="8471779" y="373055"/>
                  </a:lnTo>
                  <a:lnTo>
                    <a:pt x="8524176" y="381241"/>
                  </a:lnTo>
                  <a:lnTo>
                    <a:pt x="8576684" y="389665"/>
                  </a:lnTo>
                  <a:lnTo>
                    <a:pt x="8629252" y="398198"/>
                  </a:lnTo>
                  <a:lnTo>
                    <a:pt x="8681804" y="406701"/>
                  </a:lnTo>
                  <a:lnTo>
                    <a:pt x="8734269" y="415040"/>
                  </a:lnTo>
                  <a:lnTo>
                    <a:pt x="8786618" y="423089"/>
                  </a:lnTo>
                  <a:lnTo>
                    <a:pt x="8838893" y="430743"/>
                  </a:lnTo>
                  <a:lnTo>
                    <a:pt x="8891239" y="437917"/>
                  </a:lnTo>
                  <a:lnTo>
                    <a:pt x="8943923" y="444557"/>
                  </a:lnTo>
                  <a:lnTo>
                    <a:pt x="8997371" y="450630"/>
                  </a:lnTo>
                  <a:lnTo>
                    <a:pt x="9052197" y="456131"/>
                  </a:lnTo>
                  <a:lnTo>
                    <a:pt x="9084767" y="459050"/>
                  </a:lnTo>
                  <a:lnTo>
                    <a:pt x="9132310" y="462852"/>
                  </a:lnTo>
                  <a:lnTo>
                    <a:pt x="9182371" y="466293"/>
                  </a:lnTo>
                  <a:lnTo>
                    <a:pt x="9235714" y="469387"/>
                  </a:lnTo>
                  <a:lnTo>
                    <a:pt x="9293173" y="472165"/>
                  </a:lnTo>
                  <a:lnTo>
                    <a:pt x="9355601" y="474659"/>
                  </a:lnTo>
                  <a:lnTo>
                    <a:pt x="9423809" y="476903"/>
                  </a:lnTo>
                  <a:lnTo>
                    <a:pt x="9498491" y="478925"/>
                  </a:lnTo>
                  <a:lnTo>
                    <a:pt x="9580116" y="480752"/>
                  </a:lnTo>
                  <a:lnTo>
                    <a:pt x="9668789" y="482402"/>
                  </a:lnTo>
                  <a:lnTo>
                    <a:pt x="9764069" y="483888"/>
                  </a:lnTo>
                  <a:lnTo>
                    <a:pt x="9864782" y="485218"/>
                  </a:lnTo>
                  <a:lnTo>
                    <a:pt x="9968853" y="486394"/>
                  </a:lnTo>
                  <a:lnTo>
                    <a:pt x="10073235" y="487413"/>
                  </a:lnTo>
                  <a:lnTo>
                    <a:pt x="10174018" y="488272"/>
                  </a:lnTo>
                  <a:lnTo>
                    <a:pt x="10266797" y="488969"/>
                  </a:lnTo>
                  <a:lnTo>
                    <a:pt x="10347284" y="489506"/>
                  </a:lnTo>
                  <a:lnTo>
                    <a:pt x="10412082" y="489892"/>
                  </a:lnTo>
                  <a:lnTo>
                    <a:pt x="10459395" y="490146"/>
                  </a:lnTo>
                  <a:lnTo>
                    <a:pt x="10489490" y="490292"/>
                  </a:lnTo>
                  <a:lnTo>
                    <a:pt x="10504776" y="490359"/>
                  </a:lnTo>
                  <a:lnTo>
                    <a:pt x="10509601" y="490378"/>
                  </a:lnTo>
                  <a:lnTo>
                    <a:pt x="10509911" y="490379"/>
                  </a:lnTo>
                  <a:lnTo>
                    <a:pt x="11981298" y="490379"/>
                  </a:lnTo>
                  <a:lnTo>
                    <a:pt x="11981298" y="474033"/>
                  </a:lnTo>
                  <a:lnTo>
                    <a:pt x="10509911" y="474033"/>
                  </a:lnTo>
                  <a:lnTo>
                    <a:pt x="10508673" y="474029"/>
                  </a:lnTo>
                  <a:lnTo>
                    <a:pt x="10500554" y="473995"/>
                  </a:lnTo>
                  <a:lnTo>
                    <a:pt x="10480140" y="473902"/>
                  </a:lnTo>
                  <a:lnTo>
                    <a:pt x="10443773" y="473719"/>
                  </a:lnTo>
                  <a:lnTo>
                    <a:pt x="10389834" y="473418"/>
                  </a:lnTo>
                  <a:lnTo>
                    <a:pt x="10318858" y="472977"/>
                  </a:lnTo>
                  <a:lnTo>
                    <a:pt x="10233309" y="472381"/>
                  </a:lnTo>
                  <a:lnTo>
                    <a:pt x="10137012" y="471624"/>
                  </a:lnTo>
                  <a:lnTo>
                    <a:pt x="10034383" y="470705"/>
                  </a:lnTo>
                  <a:lnTo>
                    <a:pt x="9929701" y="469626"/>
                  </a:lnTo>
                  <a:lnTo>
                    <a:pt x="9826581" y="468393"/>
                  </a:lnTo>
                  <a:lnTo>
                    <a:pt x="9727708" y="467005"/>
                  </a:lnTo>
                  <a:lnTo>
                    <a:pt x="9634806" y="465458"/>
                  </a:lnTo>
                  <a:lnTo>
                    <a:pt x="9548752" y="463744"/>
                  </a:lnTo>
                  <a:lnTo>
                    <a:pt x="9469759" y="461847"/>
                  </a:lnTo>
                  <a:lnTo>
                    <a:pt x="9397568" y="459745"/>
                  </a:lnTo>
                  <a:lnTo>
                    <a:pt x="9331612" y="457411"/>
                  </a:lnTo>
                  <a:lnTo>
                    <a:pt x="9271142" y="454815"/>
                  </a:lnTo>
                  <a:lnTo>
                    <a:pt x="9215323" y="451923"/>
                  </a:lnTo>
                  <a:lnTo>
                    <a:pt x="9163303" y="448702"/>
                  </a:lnTo>
                  <a:lnTo>
                    <a:pt x="9114267" y="445126"/>
                  </a:lnTo>
                  <a:lnTo>
                    <a:pt x="9084767" y="442704"/>
                  </a:lnTo>
                  <a:lnTo>
                    <a:pt x="9028776" y="437526"/>
                  </a:lnTo>
                  <a:lnTo>
                    <a:pt x="8974622" y="431784"/>
                  </a:lnTo>
                  <a:lnTo>
                    <a:pt x="8921560" y="425469"/>
                  </a:lnTo>
                  <a:lnTo>
                    <a:pt x="8869061" y="418597"/>
                  </a:lnTo>
                  <a:lnTo>
                    <a:pt x="8816770" y="411212"/>
                  </a:lnTo>
                  <a:lnTo>
                    <a:pt x="8764475" y="403379"/>
                  </a:lnTo>
                  <a:lnTo>
                    <a:pt x="8712077" y="395193"/>
                  </a:lnTo>
                  <a:lnTo>
                    <a:pt x="8659569" y="386769"/>
                  </a:lnTo>
                  <a:lnTo>
                    <a:pt x="8607001" y="378236"/>
                  </a:lnTo>
                  <a:lnTo>
                    <a:pt x="8554450" y="369733"/>
                  </a:lnTo>
                  <a:lnTo>
                    <a:pt x="8501985" y="361394"/>
                  </a:lnTo>
                  <a:lnTo>
                    <a:pt x="8449636" y="353345"/>
                  </a:lnTo>
                  <a:lnTo>
                    <a:pt x="8397360" y="345691"/>
                  </a:lnTo>
                  <a:lnTo>
                    <a:pt x="8345015" y="338516"/>
                  </a:lnTo>
                  <a:lnTo>
                    <a:pt x="8292330" y="331877"/>
                  </a:lnTo>
                  <a:lnTo>
                    <a:pt x="8238882" y="325804"/>
                  </a:lnTo>
                  <a:lnTo>
                    <a:pt x="8184056" y="320302"/>
                  </a:lnTo>
                  <a:lnTo>
                    <a:pt x="8151487" y="317384"/>
                  </a:lnTo>
                  <a:lnTo>
                    <a:pt x="8103943" y="313581"/>
                  </a:lnTo>
                  <a:lnTo>
                    <a:pt x="8053882" y="310141"/>
                  </a:lnTo>
                  <a:lnTo>
                    <a:pt x="8000539" y="307046"/>
                  </a:lnTo>
                  <a:lnTo>
                    <a:pt x="7943080" y="304269"/>
                  </a:lnTo>
                  <a:lnTo>
                    <a:pt x="7880652" y="301775"/>
                  </a:lnTo>
                  <a:lnTo>
                    <a:pt x="7812444" y="299531"/>
                  </a:lnTo>
                  <a:lnTo>
                    <a:pt x="7737762" y="297509"/>
                  </a:lnTo>
                  <a:lnTo>
                    <a:pt x="7656137" y="295682"/>
                  </a:lnTo>
                  <a:lnTo>
                    <a:pt x="7567464" y="294032"/>
                  </a:lnTo>
                  <a:lnTo>
                    <a:pt x="7472184" y="292546"/>
                  </a:lnTo>
                  <a:lnTo>
                    <a:pt x="7371471" y="291215"/>
                  </a:lnTo>
                  <a:lnTo>
                    <a:pt x="7267400" y="290040"/>
                  </a:lnTo>
                  <a:lnTo>
                    <a:pt x="7163018" y="289021"/>
                  </a:lnTo>
                  <a:lnTo>
                    <a:pt x="7062235" y="288161"/>
                  </a:lnTo>
                  <a:lnTo>
                    <a:pt x="6969456" y="287465"/>
                  </a:lnTo>
                  <a:lnTo>
                    <a:pt x="6888969" y="286928"/>
                  </a:lnTo>
                  <a:lnTo>
                    <a:pt x="6824171" y="286541"/>
                  </a:lnTo>
                  <a:lnTo>
                    <a:pt x="6776858" y="286288"/>
                  </a:lnTo>
                  <a:lnTo>
                    <a:pt x="6746764" y="286142"/>
                  </a:lnTo>
                  <a:lnTo>
                    <a:pt x="6731477" y="286075"/>
                  </a:lnTo>
                  <a:lnTo>
                    <a:pt x="6726653" y="286056"/>
                  </a:lnTo>
                  <a:lnTo>
                    <a:pt x="6726343" y="286054"/>
                  </a:lnTo>
                  <a:lnTo>
                    <a:pt x="5254955" y="286054"/>
                  </a:lnTo>
                  <a:lnTo>
                    <a:pt x="5253718" y="286047"/>
                  </a:lnTo>
                  <a:lnTo>
                    <a:pt x="5245603" y="285996"/>
                  </a:lnTo>
                  <a:lnTo>
                    <a:pt x="5225198" y="285855"/>
                  </a:lnTo>
                  <a:lnTo>
                    <a:pt x="5188846" y="285577"/>
                  </a:lnTo>
                  <a:lnTo>
                    <a:pt x="5134928" y="285119"/>
                  </a:lnTo>
                  <a:lnTo>
                    <a:pt x="5063977" y="284448"/>
                  </a:lnTo>
                  <a:lnTo>
                    <a:pt x="4978456" y="283542"/>
                  </a:lnTo>
                  <a:lnTo>
                    <a:pt x="4882184" y="282389"/>
                  </a:lnTo>
                  <a:lnTo>
                    <a:pt x="4779576" y="280991"/>
                  </a:lnTo>
                  <a:lnTo>
                    <a:pt x="4674911" y="279351"/>
                  </a:lnTo>
                  <a:lnTo>
                    <a:pt x="4571802" y="277475"/>
                  </a:lnTo>
                  <a:lnTo>
                    <a:pt x="4472936" y="275363"/>
                  </a:lnTo>
                  <a:lnTo>
                    <a:pt x="4380035" y="273011"/>
                  </a:lnTo>
                  <a:lnTo>
                    <a:pt x="4293980" y="270403"/>
                  </a:lnTo>
                  <a:lnTo>
                    <a:pt x="4214983" y="267517"/>
                  </a:lnTo>
                  <a:lnTo>
                    <a:pt x="4142788" y="264319"/>
                  </a:lnTo>
                  <a:lnTo>
                    <a:pt x="4076827" y="260770"/>
                  </a:lnTo>
                  <a:lnTo>
                    <a:pt x="4016352" y="256821"/>
                  </a:lnTo>
                  <a:lnTo>
                    <a:pt x="3960530" y="252422"/>
                  </a:lnTo>
                  <a:lnTo>
                    <a:pt x="3908507" y="247522"/>
                  </a:lnTo>
                  <a:lnTo>
                    <a:pt x="3859471" y="242085"/>
                  </a:lnTo>
                  <a:lnTo>
                    <a:pt x="3829811" y="238379"/>
                  </a:lnTo>
                  <a:lnTo>
                    <a:pt x="3774136" y="230548"/>
                  </a:lnTo>
                  <a:lnTo>
                    <a:pt x="3720281" y="221866"/>
                  </a:lnTo>
                  <a:lnTo>
                    <a:pt x="3667513" y="212324"/>
                  </a:lnTo>
                  <a:lnTo>
                    <a:pt x="3615308" y="201945"/>
                  </a:lnTo>
                  <a:lnTo>
                    <a:pt x="3563316" y="190789"/>
                  </a:lnTo>
                  <a:lnTo>
                    <a:pt x="3511322" y="178957"/>
                  </a:lnTo>
                  <a:lnTo>
                    <a:pt x="3459230" y="166589"/>
                  </a:lnTo>
                  <a:lnTo>
                    <a:pt x="3407027" y="153854"/>
                  </a:lnTo>
                  <a:lnTo>
                    <a:pt x="3354762" y="140948"/>
                  </a:lnTo>
                  <a:lnTo>
                    <a:pt x="3302510" y="128074"/>
                  </a:lnTo>
                  <a:lnTo>
                    <a:pt x="3250340" y="115437"/>
                  </a:lnTo>
                  <a:lnTo>
                    <a:pt x="3198284" y="103224"/>
                  </a:lnTo>
                  <a:lnTo>
                    <a:pt x="3146307" y="91597"/>
                  </a:lnTo>
                  <a:lnTo>
                    <a:pt x="3094275" y="80681"/>
                  </a:lnTo>
                  <a:lnTo>
                    <a:pt x="3041935" y="70566"/>
                  </a:lnTo>
                  <a:lnTo>
                    <a:pt x="2988884" y="61300"/>
                  </a:lnTo>
                  <a:lnTo>
                    <a:pt x="2934535" y="52895"/>
                  </a:lnTo>
                  <a:lnTo>
                    <a:pt x="2896531" y="47675"/>
                  </a:lnTo>
                  <a:lnTo>
                    <a:pt x="2848996" y="41889"/>
                  </a:lnTo>
                  <a:lnTo>
                    <a:pt x="2798943" y="36655"/>
                  </a:lnTo>
                  <a:lnTo>
                    <a:pt x="2745610" y="31946"/>
                  </a:lnTo>
                  <a:lnTo>
                    <a:pt x="2688162" y="27719"/>
                  </a:lnTo>
                  <a:lnTo>
                    <a:pt x="2625749" y="23924"/>
                  </a:lnTo>
                  <a:lnTo>
                    <a:pt x="2557557" y="20511"/>
                  </a:lnTo>
                  <a:lnTo>
                    <a:pt x="2482894" y="17433"/>
                  </a:lnTo>
                  <a:lnTo>
                    <a:pt x="2401289" y="14653"/>
                  </a:lnTo>
                  <a:lnTo>
                    <a:pt x="2312640" y="12143"/>
                  </a:lnTo>
                  <a:lnTo>
                    <a:pt x="2217385" y="9881"/>
                  </a:lnTo>
                  <a:lnTo>
                    <a:pt x="2116695" y="7857"/>
                  </a:lnTo>
                  <a:lnTo>
                    <a:pt x="2012644" y="6067"/>
                  </a:lnTo>
                  <a:lnTo>
                    <a:pt x="1908276" y="4516"/>
                  </a:lnTo>
                  <a:lnTo>
                    <a:pt x="1807496" y="3209"/>
                  </a:lnTo>
                  <a:lnTo>
                    <a:pt x="1714709" y="2148"/>
                  </a:lnTo>
                  <a:lnTo>
                    <a:pt x="1634199" y="1330"/>
                  </a:lnTo>
                  <a:lnTo>
                    <a:pt x="1569368" y="742"/>
                  </a:lnTo>
                  <a:lnTo>
                    <a:pt x="1522013" y="355"/>
                  </a:lnTo>
                  <a:lnTo>
                    <a:pt x="1491875" y="133"/>
                  </a:lnTo>
                  <a:lnTo>
                    <a:pt x="1476551" y="31"/>
                  </a:lnTo>
                  <a:lnTo>
                    <a:pt x="1471702" y="1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753" name="pl753"/>
            <p:cNvSpPr/>
            <p:nvPr/>
          </p:nvSpPr>
          <p:spPr>
            <a:xfrm>
              <a:off x="4799595" y="2944693"/>
              <a:ext cx="11981298" cy="474033"/>
            </a:xfrm>
            <a:custGeom>
              <a:avLst/>
              <a:pathLst>
                <a:path w="11981298" h="474033">
                  <a:moveTo>
                    <a:pt x="0" y="0"/>
                  </a:moveTo>
                  <a:lnTo>
                    <a:pt x="1471387" y="0"/>
                  </a:lnTo>
                  <a:lnTo>
                    <a:pt x="1472624" y="7"/>
                  </a:lnTo>
                  <a:lnTo>
                    <a:pt x="1480739" y="58"/>
                  </a:lnTo>
                  <a:lnTo>
                    <a:pt x="1501145" y="199"/>
                  </a:lnTo>
                  <a:lnTo>
                    <a:pt x="1537496" y="477"/>
                  </a:lnTo>
                  <a:lnTo>
                    <a:pt x="1591414" y="935"/>
                  </a:lnTo>
                  <a:lnTo>
                    <a:pt x="1662365" y="1606"/>
                  </a:lnTo>
                  <a:lnTo>
                    <a:pt x="1747886" y="2512"/>
                  </a:lnTo>
                  <a:lnTo>
                    <a:pt x="1844158" y="3664"/>
                  </a:lnTo>
                  <a:lnTo>
                    <a:pt x="1946766" y="5063"/>
                  </a:lnTo>
                  <a:lnTo>
                    <a:pt x="2051431" y="6703"/>
                  </a:lnTo>
                  <a:lnTo>
                    <a:pt x="2154540" y="8579"/>
                  </a:lnTo>
                  <a:lnTo>
                    <a:pt x="2253406" y="10691"/>
                  </a:lnTo>
                  <a:lnTo>
                    <a:pt x="2346307" y="13043"/>
                  </a:lnTo>
                  <a:lnTo>
                    <a:pt x="2432363" y="15651"/>
                  </a:lnTo>
                  <a:lnTo>
                    <a:pt x="2511359" y="18537"/>
                  </a:lnTo>
                  <a:lnTo>
                    <a:pt x="2583554" y="21735"/>
                  </a:lnTo>
                  <a:lnTo>
                    <a:pt x="2649515" y="25284"/>
                  </a:lnTo>
                  <a:lnTo>
                    <a:pt x="2709990" y="29233"/>
                  </a:lnTo>
                  <a:lnTo>
                    <a:pt x="2765813" y="33632"/>
                  </a:lnTo>
                  <a:lnTo>
                    <a:pt x="2817835" y="38532"/>
                  </a:lnTo>
                  <a:lnTo>
                    <a:pt x="2866871" y="43969"/>
                  </a:lnTo>
                  <a:lnTo>
                    <a:pt x="2896531" y="47675"/>
                  </a:lnTo>
                  <a:lnTo>
                    <a:pt x="2952206" y="55506"/>
                  </a:lnTo>
                  <a:lnTo>
                    <a:pt x="3006061" y="64187"/>
                  </a:lnTo>
                  <a:lnTo>
                    <a:pt x="3058830" y="73730"/>
                  </a:lnTo>
                  <a:lnTo>
                    <a:pt x="3111034" y="84109"/>
                  </a:lnTo>
                  <a:lnTo>
                    <a:pt x="3163027" y="95265"/>
                  </a:lnTo>
                  <a:lnTo>
                    <a:pt x="3215020" y="107097"/>
                  </a:lnTo>
                  <a:lnTo>
                    <a:pt x="3267112" y="119465"/>
                  </a:lnTo>
                  <a:lnTo>
                    <a:pt x="3319315" y="132200"/>
                  </a:lnTo>
                  <a:lnTo>
                    <a:pt x="3371580" y="145106"/>
                  </a:lnTo>
                  <a:lnTo>
                    <a:pt x="3423832" y="157980"/>
                  </a:lnTo>
                  <a:lnTo>
                    <a:pt x="3476002" y="170617"/>
                  </a:lnTo>
                  <a:lnTo>
                    <a:pt x="3528058" y="182830"/>
                  </a:lnTo>
                  <a:lnTo>
                    <a:pt x="3580036" y="194457"/>
                  </a:lnTo>
                  <a:lnTo>
                    <a:pt x="3632067" y="205372"/>
                  </a:lnTo>
                  <a:lnTo>
                    <a:pt x="3684407" y="215487"/>
                  </a:lnTo>
                  <a:lnTo>
                    <a:pt x="3737458" y="224754"/>
                  </a:lnTo>
                  <a:lnTo>
                    <a:pt x="3791807" y="233159"/>
                  </a:lnTo>
                  <a:lnTo>
                    <a:pt x="3829811" y="238379"/>
                  </a:lnTo>
                  <a:lnTo>
                    <a:pt x="3877347" y="244165"/>
                  </a:lnTo>
                  <a:lnTo>
                    <a:pt x="3927399" y="249399"/>
                  </a:lnTo>
                  <a:lnTo>
                    <a:pt x="3980732" y="254108"/>
                  </a:lnTo>
                  <a:lnTo>
                    <a:pt x="4038180" y="258335"/>
                  </a:lnTo>
                  <a:lnTo>
                    <a:pt x="4100593" y="262130"/>
                  </a:lnTo>
                  <a:lnTo>
                    <a:pt x="4168785" y="265543"/>
                  </a:lnTo>
                  <a:lnTo>
                    <a:pt x="4243448" y="268621"/>
                  </a:lnTo>
                  <a:lnTo>
                    <a:pt x="4325053" y="271401"/>
                  </a:lnTo>
                  <a:lnTo>
                    <a:pt x="4413702" y="273911"/>
                  </a:lnTo>
                  <a:lnTo>
                    <a:pt x="4508957" y="276173"/>
                  </a:lnTo>
                  <a:lnTo>
                    <a:pt x="4609647" y="278197"/>
                  </a:lnTo>
                  <a:lnTo>
                    <a:pt x="4713698" y="279987"/>
                  </a:lnTo>
                  <a:lnTo>
                    <a:pt x="4818066" y="281538"/>
                  </a:lnTo>
                  <a:lnTo>
                    <a:pt x="4918846" y="282845"/>
                  </a:lnTo>
                  <a:lnTo>
                    <a:pt x="5011633" y="283906"/>
                  </a:lnTo>
                  <a:lnTo>
                    <a:pt x="5092143" y="284723"/>
                  </a:lnTo>
                  <a:lnTo>
                    <a:pt x="5156975" y="285312"/>
                  </a:lnTo>
                  <a:lnTo>
                    <a:pt x="5204330" y="285698"/>
                  </a:lnTo>
                  <a:lnTo>
                    <a:pt x="5234467" y="285921"/>
                  </a:lnTo>
                  <a:lnTo>
                    <a:pt x="5249791" y="286023"/>
                  </a:lnTo>
                  <a:lnTo>
                    <a:pt x="5254640" y="286053"/>
                  </a:lnTo>
                  <a:lnTo>
                    <a:pt x="5254955" y="286054"/>
                  </a:lnTo>
                  <a:lnTo>
                    <a:pt x="6726343" y="286054"/>
                  </a:lnTo>
                  <a:lnTo>
                    <a:pt x="6727580" y="286059"/>
                  </a:lnTo>
                  <a:lnTo>
                    <a:pt x="6735699" y="286093"/>
                  </a:lnTo>
                  <a:lnTo>
                    <a:pt x="6756113" y="286186"/>
                  </a:lnTo>
                  <a:lnTo>
                    <a:pt x="6792480" y="286369"/>
                  </a:lnTo>
                  <a:lnTo>
                    <a:pt x="6846419" y="286669"/>
                  </a:lnTo>
                  <a:lnTo>
                    <a:pt x="6917396" y="287110"/>
                  </a:lnTo>
                  <a:lnTo>
                    <a:pt x="7002944" y="287706"/>
                  </a:lnTo>
                  <a:lnTo>
                    <a:pt x="7099241" y="288464"/>
                  </a:lnTo>
                  <a:lnTo>
                    <a:pt x="7201871" y="289383"/>
                  </a:lnTo>
                  <a:lnTo>
                    <a:pt x="7306553" y="290461"/>
                  </a:lnTo>
                  <a:lnTo>
                    <a:pt x="7409673" y="291695"/>
                  </a:lnTo>
                  <a:lnTo>
                    <a:pt x="7508545" y="293083"/>
                  </a:lnTo>
                  <a:lnTo>
                    <a:pt x="7601447" y="294629"/>
                  </a:lnTo>
                  <a:lnTo>
                    <a:pt x="7687502" y="296344"/>
                  </a:lnTo>
                  <a:lnTo>
                    <a:pt x="7766494" y="298241"/>
                  </a:lnTo>
                  <a:lnTo>
                    <a:pt x="7838685" y="300343"/>
                  </a:lnTo>
                  <a:lnTo>
                    <a:pt x="7904641" y="302677"/>
                  </a:lnTo>
                  <a:lnTo>
                    <a:pt x="7965111" y="305273"/>
                  </a:lnTo>
                  <a:lnTo>
                    <a:pt x="8020930" y="308165"/>
                  </a:lnTo>
                  <a:lnTo>
                    <a:pt x="8072951" y="311386"/>
                  </a:lnTo>
                  <a:lnTo>
                    <a:pt x="8121986" y="314961"/>
                  </a:lnTo>
                  <a:lnTo>
                    <a:pt x="8151487" y="317384"/>
                  </a:lnTo>
                  <a:lnTo>
                    <a:pt x="8207477" y="322562"/>
                  </a:lnTo>
                  <a:lnTo>
                    <a:pt x="8261631" y="328304"/>
                  </a:lnTo>
                  <a:lnTo>
                    <a:pt x="8314693" y="334619"/>
                  </a:lnTo>
                  <a:lnTo>
                    <a:pt x="8367192" y="341490"/>
                  </a:lnTo>
                  <a:lnTo>
                    <a:pt x="8419483" y="348876"/>
                  </a:lnTo>
                  <a:lnTo>
                    <a:pt x="8471779" y="356709"/>
                  </a:lnTo>
                  <a:lnTo>
                    <a:pt x="8524176" y="364895"/>
                  </a:lnTo>
                  <a:lnTo>
                    <a:pt x="8576684" y="373319"/>
                  </a:lnTo>
                  <a:lnTo>
                    <a:pt x="8629252" y="381852"/>
                  </a:lnTo>
                  <a:lnTo>
                    <a:pt x="8681804" y="390355"/>
                  </a:lnTo>
                  <a:lnTo>
                    <a:pt x="8734269" y="398694"/>
                  </a:lnTo>
                  <a:lnTo>
                    <a:pt x="8786618" y="406743"/>
                  </a:lnTo>
                  <a:lnTo>
                    <a:pt x="8838893" y="414397"/>
                  </a:lnTo>
                  <a:lnTo>
                    <a:pt x="8891239" y="421571"/>
                  </a:lnTo>
                  <a:lnTo>
                    <a:pt x="8943923" y="428211"/>
                  </a:lnTo>
                  <a:lnTo>
                    <a:pt x="8997371" y="434284"/>
                  </a:lnTo>
                  <a:lnTo>
                    <a:pt x="9052197" y="439785"/>
                  </a:lnTo>
                  <a:lnTo>
                    <a:pt x="9084767" y="442704"/>
                  </a:lnTo>
                  <a:lnTo>
                    <a:pt x="9132310" y="446506"/>
                  </a:lnTo>
                  <a:lnTo>
                    <a:pt x="9182371" y="449947"/>
                  </a:lnTo>
                  <a:lnTo>
                    <a:pt x="9235714" y="453041"/>
                  </a:lnTo>
                  <a:lnTo>
                    <a:pt x="9293173" y="455819"/>
                  </a:lnTo>
                  <a:lnTo>
                    <a:pt x="9355601" y="458313"/>
                  </a:lnTo>
                  <a:lnTo>
                    <a:pt x="9423809" y="460557"/>
                  </a:lnTo>
                  <a:lnTo>
                    <a:pt x="9498491" y="462579"/>
                  </a:lnTo>
                  <a:lnTo>
                    <a:pt x="9580116" y="464406"/>
                  </a:lnTo>
                  <a:lnTo>
                    <a:pt x="9668789" y="466056"/>
                  </a:lnTo>
                  <a:lnTo>
                    <a:pt x="9764069" y="467542"/>
                  </a:lnTo>
                  <a:lnTo>
                    <a:pt x="9864782" y="468872"/>
                  </a:lnTo>
                  <a:lnTo>
                    <a:pt x="9968853" y="470048"/>
                  </a:lnTo>
                  <a:lnTo>
                    <a:pt x="10073235" y="471067"/>
                  </a:lnTo>
                  <a:lnTo>
                    <a:pt x="10174018" y="471926"/>
                  </a:lnTo>
                  <a:lnTo>
                    <a:pt x="10266797" y="472623"/>
                  </a:lnTo>
                  <a:lnTo>
                    <a:pt x="10347284" y="473160"/>
                  </a:lnTo>
                  <a:lnTo>
                    <a:pt x="10412082" y="473546"/>
                  </a:lnTo>
                  <a:lnTo>
                    <a:pt x="10459395" y="473800"/>
                  </a:lnTo>
                  <a:lnTo>
                    <a:pt x="10489490" y="473946"/>
                  </a:lnTo>
                  <a:lnTo>
                    <a:pt x="10504776" y="474013"/>
                  </a:lnTo>
                  <a:lnTo>
                    <a:pt x="10509601" y="474032"/>
                  </a:lnTo>
                  <a:lnTo>
                    <a:pt x="10509911" y="474033"/>
                  </a:lnTo>
                  <a:lnTo>
                    <a:pt x="11981298" y="47403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54" name="pl754"/>
            <p:cNvSpPr/>
            <p:nvPr/>
          </p:nvSpPr>
          <p:spPr>
            <a:xfrm>
              <a:off x="4799595" y="2928347"/>
              <a:ext cx="11981298" cy="474033"/>
            </a:xfrm>
            <a:custGeom>
              <a:avLst/>
              <a:pathLst>
                <a:path w="11981298" h="474033">
                  <a:moveTo>
                    <a:pt x="11981298" y="474033"/>
                  </a:moveTo>
                  <a:lnTo>
                    <a:pt x="10509911" y="474033"/>
                  </a:lnTo>
                  <a:lnTo>
                    <a:pt x="10508673" y="474029"/>
                  </a:lnTo>
                  <a:lnTo>
                    <a:pt x="10500554" y="473995"/>
                  </a:lnTo>
                  <a:lnTo>
                    <a:pt x="10480140" y="473902"/>
                  </a:lnTo>
                  <a:lnTo>
                    <a:pt x="10443773" y="473719"/>
                  </a:lnTo>
                  <a:lnTo>
                    <a:pt x="10389834" y="473418"/>
                  </a:lnTo>
                  <a:lnTo>
                    <a:pt x="10318858" y="472977"/>
                  </a:lnTo>
                  <a:lnTo>
                    <a:pt x="10233309" y="472381"/>
                  </a:lnTo>
                  <a:lnTo>
                    <a:pt x="10137012" y="471624"/>
                  </a:lnTo>
                  <a:lnTo>
                    <a:pt x="10034383" y="470705"/>
                  </a:lnTo>
                  <a:lnTo>
                    <a:pt x="9929701" y="469626"/>
                  </a:lnTo>
                  <a:lnTo>
                    <a:pt x="9826581" y="468393"/>
                  </a:lnTo>
                  <a:lnTo>
                    <a:pt x="9727708" y="467005"/>
                  </a:lnTo>
                  <a:lnTo>
                    <a:pt x="9634806" y="465458"/>
                  </a:lnTo>
                  <a:lnTo>
                    <a:pt x="9548752" y="463744"/>
                  </a:lnTo>
                  <a:lnTo>
                    <a:pt x="9469759" y="461847"/>
                  </a:lnTo>
                  <a:lnTo>
                    <a:pt x="9397568" y="459745"/>
                  </a:lnTo>
                  <a:lnTo>
                    <a:pt x="9331612" y="457411"/>
                  </a:lnTo>
                  <a:lnTo>
                    <a:pt x="9271142" y="454815"/>
                  </a:lnTo>
                  <a:lnTo>
                    <a:pt x="9215323" y="451923"/>
                  </a:lnTo>
                  <a:lnTo>
                    <a:pt x="9163303" y="448702"/>
                  </a:lnTo>
                  <a:lnTo>
                    <a:pt x="9114267" y="445126"/>
                  </a:lnTo>
                  <a:lnTo>
                    <a:pt x="9084767" y="442704"/>
                  </a:lnTo>
                  <a:lnTo>
                    <a:pt x="9028776" y="437526"/>
                  </a:lnTo>
                  <a:lnTo>
                    <a:pt x="8974622" y="431784"/>
                  </a:lnTo>
                  <a:lnTo>
                    <a:pt x="8921560" y="425469"/>
                  </a:lnTo>
                  <a:lnTo>
                    <a:pt x="8869061" y="418597"/>
                  </a:lnTo>
                  <a:lnTo>
                    <a:pt x="8816770" y="411212"/>
                  </a:lnTo>
                  <a:lnTo>
                    <a:pt x="8764475" y="403379"/>
                  </a:lnTo>
                  <a:lnTo>
                    <a:pt x="8712077" y="395193"/>
                  </a:lnTo>
                  <a:lnTo>
                    <a:pt x="8659569" y="386769"/>
                  </a:lnTo>
                  <a:lnTo>
                    <a:pt x="8607001" y="378236"/>
                  </a:lnTo>
                  <a:lnTo>
                    <a:pt x="8554450" y="369733"/>
                  </a:lnTo>
                  <a:lnTo>
                    <a:pt x="8501985" y="361394"/>
                  </a:lnTo>
                  <a:lnTo>
                    <a:pt x="8449636" y="353345"/>
                  </a:lnTo>
                  <a:lnTo>
                    <a:pt x="8397360" y="345691"/>
                  </a:lnTo>
                  <a:lnTo>
                    <a:pt x="8345015" y="338516"/>
                  </a:lnTo>
                  <a:lnTo>
                    <a:pt x="8292330" y="331877"/>
                  </a:lnTo>
                  <a:lnTo>
                    <a:pt x="8238882" y="325804"/>
                  </a:lnTo>
                  <a:lnTo>
                    <a:pt x="8184056" y="320302"/>
                  </a:lnTo>
                  <a:lnTo>
                    <a:pt x="8151487" y="317384"/>
                  </a:lnTo>
                  <a:lnTo>
                    <a:pt x="8103943" y="313581"/>
                  </a:lnTo>
                  <a:lnTo>
                    <a:pt x="8053882" y="310141"/>
                  </a:lnTo>
                  <a:lnTo>
                    <a:pt x="8000539" y="307046"/>
                  </a:lnTo>
                  <a:lnTo>
                    <a:pt x="7943080" y="304269"/>
                  </a:lnTo>
                  <a:lnTo>
                    <a:pt x="7880652" y="301775"/>
                  </a:lnTo>
                  <a:lnTo>
                    <a:pt x="7812444" y="299531"/>
                  </a:lnTo>
                  <a:lnTo>
                    <a:pt x="7737762" y="297509"/>
                  </a:lnTo>
                  <a:lnTo>
                    <a:pt x="7656137" y="295682"/>
                  </a:lnTo>
                  <a:lnTo>
                    <a:pt x="7567464" y="294032"/>
                  </a:lnTo>
                  <a:lnTo>
                    <a:pt x="7472184" y="292546"/>
                  </a:lnTo>
                  <a:lnTo>
                    <a:pt x="7371471" y="291215"/>
                  </a:lnTo>
                  <a:lnTo>
                    <a:pt x="7267400" y="290040"/>
                  </a:lnTo>
                  <a:lnTo>
                    <a:pt x="7163018" y="289021"/>
                  </a:lnTo>
                  <a:lnTo>
                    <a:pt x="7062235" y="288161"/>
                  </a:lnTo>
                  <a:lnTo>
                    <a:pt x="6969456" y="287465"/>
                  </a:lnTo>
                  <a:lnTo>
                    <a:pt x="6888969" y="286928"/>
                  </a:lnTo>
                  <a:lnTo>
                    <a:pt x="6824171" y="286541"/>
                  </a:lnTo>
                  <a:lnTo>
                    <a:pt x="6776858" y="286288"/>
                  </a:lnTo>
                  <a:lnTo>
                    <a:pt x="6746764" y="286142"/>
                  </a:lnTo>
                  <a:lnTo>
                    <a:pt x="6731477" y="286075"/>
                  </a:lnTo>
                  <a:lnTo>
                    <a:pt x="6726653" y="286056"/>
                  </a:lnTo>
                  <a:lnTo>
                    <a:pt x="6726343" y="286054"/>
                  </a:lnTo>
                  <a:lnTo>
                    <a:pt x="5254955" y="286054"/>
                  </a:lnTo>
                  <a:lnTo>
                    <a:pt x="5253718" y="286047"/>
                  </a:lnTo>
                  <a:lnTo>
                    <a:pt x="5245603" y="285996"/>
                  </a:lnTo>
                  <a:lnTo>
                    <a:pt x="5225198" y="285855"/>
                  </a:lnTo>
                  <a:lnTo>
                    <a:pt x="5188846" y="285577"/>
                  </a:lnTo>
                  <a:lnTo>
                    <a:pt x="5134928" y="285119"/>
                  </a:lnTo>
                  <a:lnTo>
                    <a:pt x="5063977" y="284448"/>
                  </a:lnTo>
                  <a:lnTo>
                    <a:pt x="4978456" y="283542"/>
                  </a:lnTo>
                  <a:lnTo>
                    <a:pt x="4882184" y="282389"/>
                  </a:lnTo>
                  <a:lnTo>
                    <a:pt x="4779576" y="280991"/>
                  </a:lnTo>
                  <a:lnTo>
                    <a:pt x="4674911" y="279351"/>
                  </a:lnTo>
                  <a:lnTo>
                    <a:pt x="4571802" y="277475"/>
                  </a:lnTo>
                  <a:lnTo>
                    <a:pt x="4472936" y="275363"/>
                  </a:lnTo>
                  <a:lnTo>
                    <a:pt x="4380035" y="273011"/>
                  </a:lnTo>
                  <a:lnTo>
                    <a:pt x="4293980" y="270403"/>
                  </a:lnTo>
                  <a:lnTo>
                    <a:pt x="4214983" y="267517"/>
                  </a:lnTo>
                  <a:lnTo>
                    <a:pt x="4142788" y="264319"/>
                  </a:lnTo>
                  <a:lnTo>
                    <a:pt x="4076827" y="260770"/>
                  </a:lnTo>
                  <a:lnTo>
                    <a:pt x="4016352" y="256821"/>
                  </a:lnTo>
                  <a:lnTo>
                    <a:pt x="3960530" y="252422"/>
                  </a:lnTo>
                  <a:lnTo>
                    <a:pt x="3908507" y="247522"/>
                  </a:lnTo>
                  <a:lnTo>
                    <a:pt x="3859471" y="242085"/>
                  </a:lnTo>
                  <a:lnTo>
                    <a:pt x="3829811" y="238379"/>
                  </a:lnTo>
                  <a:lnTo>
                    <a:pt x="3774136" y="230548"/>
                  </a:lnTo>
                  <a:lnTo>
                    <a:pt x="3720281" y="221866"/>
                  </a:lnTo>
                  <a:lnTo>
                    <a:pt x="3667513" y="212324"/>
                  </a:lnTo>
                  <a:lnTo>
                    <a:pt x="3615308" y="201945"/>
                  </a:lnTo>
                  <a:lnTo>
                    <a:pt x="3563316" y="190789"/>
                  </a:lnTo>
                  <a:lnTo>
                    <a:pt x="3511322" y="178957"/>
                  </a:lnTo>
                  <a:lnTo>
                    <a:pt x="3459230" y="166589"/>
                  </a:lnTo>
                  <a:lnTo>
                    <a:pt x="3407027" y="153854"/>
                  </a:lnTo>
                  <a:lnTo>
                    <a:pt x="3354762" y="140948"/>
                  </a:lnTo>
                  <a:lnTo>
                    <a:pt x="3302510" y="128074"/>
                  </a:lnTo>
                  <a:lnTo>
                    <a:pt x="3250340" y="115437"/>
                  </a:lnTo>
                  <a:lnTo>
                    <a:pt x="3198284" y="103224"/>
                  </a:lnTo>
                  <a:lnTo>
                    <a:pt x="3146307" y="91597"/>
                  </a:lnTo>
                  <a:lnTo>
                    <a:pt x="3094275" y="80681"/>
                  </a:lnTo>
                  <a:lnTo>
                    <a:pt x="3041935" y="70566"/>
                  </a:lnTo>
                  <a:lnTo>
                    <a:pt x="2988884" y="61300"/>
                  </a:lnTo>
                  <a:lnTo>
                    <a:pt x="2934535" y="52895"/>
                  </a:lnTo>
                  <a:lnTo>
                    <a:pt x="2896531" y="47675"/>
                  </a:lnTo>
                  <a:lnTo>
                    <a:pt x="2848996" y="41889"/>
                  </a:lnTo>
                  <a:lnTo>
                    <a:pt x="2798943" y="36655"/>
                  </a:lnTo>
                  <a:lnTo>
                    <a:pt x="2745610" y="31946"/>
                  </a:lnTo>
                  <a:lnTo>
                    <a:pt x="2688162" y="27719"/>
                  </a:lnTo>
                  <a:lnTo>
                    <a:pt x="2625749" y="23924"/>
                  </a:lnTo>
                  <a:lnTo>
                    <a:pt x="2557557" y="20511"/>
                  </a:lnTo>
                  <a:lnTo>
                    <a:pt x="2482894" y="17433"/>
                  </a:lnTo>
                  <a:lnTo>
                    <a:pt x="2401289" y="14653"/>
                  </a:lnTo>
                  <a:lnTo>
                    <a:pt x="2312640" y="12143"/>
                  </a:lnTo>
                  <a:lnTo>
                    <a:pt x="2217385" y="9881"/>
                  </a:lnTo>
                  <a:lnTo>
                    <a:pt x="2116695" y="7857"/>
                  </a:lnTo>
                  <a:lnTo>
                    <a:pt x="2012644" y="6067"/>
                  </a:lnTo>
                  <a:lnTo>
                    <a:pt x="1908276" y="4516"/>
                  </a:lnTo>
                  <a:lnTo>
                    <a:pt x="1807496" y="3209"/>
                  </a:lnTo>
                  <a:lnTo>
                    <a:pt x="1714709" y="2148"/>
                  </a:lnTo>
                  <a:lnTo>
                    <a:pt x="1634199" y="1330"/>
                  </a:lnTo>
                  <a:lnTo>
                    <a:pt x="1569368" y="742"/>
                  </a:lnTo>
                  <a:lnTo>
                    <a:pt x="1522013" y="355"/>
                  </a:lnTo>
                  <a:lnTo>
                    <a:pt x="1491875" y="133"/>
                  </a:lnTo>
                  <a:lnTo>
                    <a:pt x="1476551" y="31"/>
                  </a:lnTo>
                  <a:lnTo>
                    <a:pt x="1471702" y="1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55" name="pg755"/>
            <p:cNvSpPr/>
            <p:nvPr/>
          </p:nvSpPr>
          <p:spPr>
            <a:xfrm>
              <a:off x="4799595" y="2944693"/>
              <a:ext cx="11981298" cy="1062489"/>
            </a:xfrm>
            <a:custGeom>
              <a:avLst/>
              <a:pathLst>
                <a:path w="11981298" h="1062489">
                  <a:moveTo>
                    <a:pt x="0" y="8172"/>
                  </a:moveTo>
                  <a:lnTo>
                    <a:pt x="1471387" y="8172"/>
                  </a:lnTo>
                  <a:lnTo>
                    <a:pt x="1472624" y="8180"/>
                  </a:lnTo>
                  <a:lnTo>
                    <a:pt x="1480738" y="8234"/>
                  </a:lnTo>
                  <a:lnTo>
                    <a:pt x="1501142" y="8384"/>
                  </a:lnTo>
                  <a:lnTo>
                    <a:pt x="1537490" y="8678"/>
                  </a:lnTo>
                  <a:lnTo>
                    <a:pt x="1591403" y="9161"/>
                  </a:lnTo>
                  <a:lnTo>
                    <a:pt x="1662349" y="9870"/>
                  </a:lnTo>
                  <a:lnTo>
                    <a:pt x="1747865" y="10829"/>
                  </a:lnTo>
                  <a:lnTo>
                    <a:pt x="1844132" y="12047"/>
                  </a:lnTo>
                  <a:lnTo>
                    <a:pt x="1946735" y="13525"/>
                  </a:lnTo>
                  <a:lnTo>
                    <a:pt x="2051397" y="15258"/>
                  </a:lnTo>
                  <a:lnTo>
                    <a:pt x="2154503" y="17242"/>
                  </a:lnTo>
                  <a:lnTo>
                    <a:pt x="2253369" y="19474"/>
                  </a:lnTo>
                  <a:lnTo>
                    <a:pt x="2346268" y="21961"/>
                  </a:lnTo>
                  <a:lnTo>
                    <a:pt x="2432325" y="24717"/>
                  </a:lnTo>
                  <a:lnTo>
                    <a:pt x="2511322" y="27768"/>
                  </a:lnTo>
                  <a:lnTo>
                    <a:pt x="2583518" y="31148"/>
                  </a:lnTo>
                  <a:lnTo>
                    <a:pt x="2649480" y="34900"/>
                  </a:lnTo>
                  <a:lnTo>
                    <a:pt x="2709956" y="39074"/>
                  </a:lnTo>
                  <a:lnTo>
                    <a:pt x="2765779" y="43724"/>
                  </a:lnTo>
                  <a:lnTo>
                    <a:pt x="2817802" y="48903"/>
                  </a:lnTo>
                  <a:lnTo>
                    <a:pt x="2866838" y="54651"/>
                  </a:lnTo>
                  <a:lnTo>
                    <a:pt x="2896531" y="58573"/>
                  </a:lnTo>
                  <a:lnTo>
                    <a:pt x="2952142" y="66841"/>
                  </a:lnTo>
                  <a:lnTo>
                    <a:pt x="3005936" y="76006"/>
                  </a:lnTo>
                  <a:lnTo>
                    <a:pt x="3058645" y="86079"/>
                  </a:lnTo>
                  <a:lnTo>
                    <a:pt x="3110789" y="97035"/>
                  </a:lnTo>
                  <a:lnTo>
                    <a:pt x="3162721" y="108810"/>
                  </a:lnTo>
                  <a:lnTo>
                    <a:pt x="3214653" y="121299"/>
                  </a:lnTo>
                  <a:lnTo>
                    <a:pt x="3266684" y="134355"/>
                  </a:lnTo>
                  <a:lnTo>
                    <a:pt x="3318824" y="147799"/>
                  </a:lnTo>
                  <a:lnTo>
                    <a:pt x="3371027" y="161427"/>
                  </a:lnTo>
                  <a:lnTo>
                    <a:pt x="3423219" y="175022"/>
                  </a:lnTo>
                  <a:lnTo>
                    <a:pt x="3475329" y="188369"/>
                  </a:lnTo>
                  <a:lnTo>
                    <a:pt x="3527325" y="201272"/>
                  </a:lnTo>
                  <a:lnTo>
                    <a:pt x="3579242" y="213560"/>
                  </a:lnTo>
                  <a:lnTo>
                    <a:pt x="3631210" y="225098"/>
                  </a:lnTo>
                  <a:lnTo>
                    <a:pt x="3683480" y="235793"/>
                  </a:lnTo>
                  <a:lnTo>
                    <a:pt x="3736452" y="245594"/>
                  </a:lnTo>
                  <a:lnTo>
                    <a:pt x="3790705" y="254486"/>
                  </a:lnTo>
                  <a:lnTo>
                    <a:pt x="3829811" y="260173"/>
                  </a:lnTo>
                  <a:lnTo>
                    <a:pt x="3877345" y="266290"/>
                  </a:lnTo>
                  <a:lnTo>
                    <a:pt x="3927396" y="271823"/>
                  </a:lnTo>
                  <a:lnTo>
                    <a:pt x="3980727" y="276801"/>
                  </a:lnTo>
                  <a:lnTo>
                    <a:pt x="4038172" y="281269"/>
                  </a:lnTo>
                  <a:lnTo>
                    <a:pt x="4100583" y="285281"/>
                  </a:lnTo>
                  <a:lnTo>
                    <a:pt x="4168771" y="288890"/>
                  </a:lnTo>
                  <a:lnTo>
                    <a:pt x="4243430" y="292143"/>
                  </a:lnTo>
                  <a:lnTo>
                    <a:pt x="4325030" y="295081"/>
                  </a:lnTo>
                  <a:lnTo>
                    <a:pt x="4413674" y="297736"/>
                  </a:lnTo>
                  <a:lnTo>
                    <a:pt x="4508925" y="300127"/>
                  </a:lnTo>
                  <a:lnTo>
                    <a:pt x="4609610" y="302267"/>
                  </a:lnTo>
                  <a:lnTo>
                    <a:pt x="4713657" y="304158"/>
                  </a:lnTo>
                  <a:lnTo>
                    <a:pt x="4818022" y="305798"/>
                  </a:lnTo>
                  <a:lnTo>
                    <a:pt x="4918801" y="307180"/>
                  </a:lnTo>
                  <a:lnTo>
                    <a:pt x="5011590" y="308302"/>
                  </a:lnTo>
                  <a:lnTo>
                    <a:pt x="5092105" y="309166"/>
                  </a:lnTo>
                  <a:lnTo>
                    <a:pt x="5156943" y="309788"/>
                  </a:lnTo>
                  <a:lnTo>
                    <a:pt x="5204307" y="310197"/>
                  </a:lnTo>
                  <a:lnTo>
                    <a:pt x="5234453" y="310432"/>
                  </a:lnTo>
                  <a:lnTo>
                    <a:pt x="5249785" y="310540"/>
                  </a:lnTo>
                  <a:lnTo>
                    <a:pt x="5254639" y="310572"/>
                  </a:lnTo>
                  <a:lnTo>
                    <a:pt x="5254955" y="310573"/>
                  </a:lnTo>
                  <a:lnTo>
                    <a:pt x="6726343" y="310573"/>
                  </a:lnTo>
                  <a:lnTo>
                    <a:pt x="6727573" y="310592"/>
                  </a:lnTo>
                  <a:lnTo>
                    <a:pt x="6735651" y="310726"/>
                  </a:lnTo>
                  <a:lnTo>
                    <a:pt x="6755963" y="311096"/>
                  </a:lnTo>
                  <a:lnTo>
                    <a:pt x="6792155" y="311823"/>
                  </a:lnTo>
                  <a:lnTo>
                    <a:pt x="6845854" y="313020"/>
                  </a:lnTo>
                  <a:lnTo>
                    <a:pt x="6916544" y="314775"/>
                  </a:lnTo>
                  <a:lnTo>
                    <a:pt x="7001788" y="317147"/>
                  </a:lnTo>
                  <a:lnTo>
                    <a:pt x="7097796" y="320163"/>
                  </a:lnTo>
                  <a:lnTo>
                    <a:pt x="7200178" y="323824"/>
                  </a:lnTo>
                  <a:lnTo>
                    <a:pt x="7304669" y="328118"/>
                  </a:lnTo>
                  <a:lnTo>
                    <a:pt x="7407661" y="333032"/>
                  </a:lnTo>
                  <a:lnTo>
                    <a:pt x="7506464" y="338561"/>
                  </a:lnTo>
                  <a:lnTo>
                    <a:pt x="7599346" y="344721"/>
                  </a:lnTo>
                  <a:lnTo>
                    <a:pt x="7685416" y="351549"/>
                  </a:lnTo>
                  <a:lnTo>
                    <a:pt x="7764449" y="359104"/>
                  </a:lnTo>
                  <a:lnTo>
                    <a:pt x="7836693" y="367473"/>
                  </a:lnTo>
                  <a:lnTo>
                    <a:pt x="7902705" y="376761"/>
                  </a:lnTo>
                  <a:lnTo>
                    <a:pt x="7963226" y="387092"/>
                  </a:lnTo>
                  <a:lnTo>
                    <a:pt x="8019086" y="398599"/>
                  </a:lnTo>
                  <a:lnTo>
                    <a:pt x="8071131" y="411412"/>
                  </a:lnTo>
                  <a:lnTo>
                    <a:pt x="8120175" y="425633"/>
                  </a:lnTo>
                  <a:lnTo>
                    <a:pt x="8151487" y="435893"/>
                  </a:lnTo>
                  <a:lnTo>
                    <a:pt x="8204333" y="455357"/>
                  </a:lnTo>
                  <a:lnTo>
                    <a:pt x="8255503" y="476829"/>
                  </a:lnTo>
                  <a:lnTo>
                    <a:pt x="8305640" y="500337"/>
                  </a:lnTo>
                  <a:lnTo>
                    <a:pt x="8355209" y="525840"/>
                  </a:lnTo>
                  <a:lnTo>
                    <a:pt x="8404534" y="553215"/>
                  </a:lnTo>
                  <a:lnTo>
                    <a:pt x="8453822" y="582258"/>
                  </a:lnTo>
                  <a:lnTo>
                    <a:pt x="8503182" y="612682"/>
                  </a:lnTo>
                  <a:lnTo>
                    <a:pt x="8552646" y="644126"/>
                  </a:lnTo>
                  <a:lnTo>
                    <a:pt x="8602188" y="676173"/>
                  </a:lnTo>
                  <a:lnTo>
                    <a:pt x="8651751" y="708368"/>
                  </a:lnTo>
                  <a:lnTo>
                    <a:pt x="8701271" y="740249"/>
                  </a:lnTo>
                  <a:lnTo>
                    <a:pt x="8750698" y="771375"/>
                  </a:lnTo>
                  <a:lnTo>
                    <a:pt x="8800025" y="801344"/>
                  </a:lnTo>
                  <a:lnTo>
                    <a:pt x="8849309" y="829821"/>
                  </a:lnTo>
                  <a:lnTo>
                    <a:pt x="8898692" y="856547"/>
                  </a:lnTo>
                  <a:lnTo>
                    <a:pt x="8948419" y="881348"/>
                  </a:lnTo>
                  <a:lnTo>
                    <a:pt x="8998863" y="904130"/>
                  </a:lnTo>
                  <a:lnTo>
                    <a:pt x="9050548" y="924879"/>
                  </a:lnTo>
                  <a:lnTo>
                    <a:pt x="9084767" y="937170"/>
                  </a:lnTo>
                  <a:lnTo>
                    <a:pt x="9132222" y="952355"/>
                  </a:lnTo>
                  <a:lnTo>
                    <a:pt x="9182185" y="966096"/>
                  </a:lnTo>
                  <a:lnTo>
                    <a:pt x="9235415" y="978458"/>
                  </a:lnTo>
                  <a:lnTo>
                    <a:pt x="9292742" y="989556"/>
                  </a:lnTo>
                  <a:lnTo>
                    <a:pt x="9355013" y="999523"/>
                  </a:lnTo>
                  <a:lnTo>
                    <a:pt x="9423037" y="1008490"/>
                  </a:lnTo>
                  <a:lnTo>
                    <a:pt x="9497505" y="1016576"/>
                  </a:lnTo>
                  <a:lnTo>
                    <a:pt x="9578888" y="1023879"/>
                  </a:lnTo>
                  <a:lnTo>
                    <a:pt x="9667295" y="1030477"/>
                  </a:lnTo>
                  <a:lnTo>
                    <a:pt x="9762298" y="1036423"/>
                  </a:lnTo>
                  <a:lnTo>
                    <a:pt x="9862743" y="1041746"/>
                  </a:lnTo>
                  <a:lnTo>
                    <a:pt x="9966586" y="1046453"/>
                  </a:lnTo>
                  <a:lnTo>
                    <a:pt x="10070813" y="1050536"/>
                  </a:lnTo>
                  <a:lnTo>
                    <a:pt x="10171554" y="1053982"/>
                  </a:lnTo>
                  <a:lnTo>
                    <a:pt x="10264431" y="1056781"/>
                  </a:lnTo>
                  <a:lnTo>
                    <a:pt x="10345169" y="1058942"/>
                  </a:lnTo>
                  <a:lnTo>
                    <a:pt x="10410351" y="1060502"/>
                  </a:lnTo>
                  <a:lnTo>
                    <a:pt x="10458137" y="1061530"/>
                  </a:lnTo>
                  <a:lnTo>
                    <a:pt x="10488723" y="1062125"/>
                  </a:lnTo>
                  <a:lnTo>
                    <a:pt x="10504438" y="1062402"/>
                  </a:lnTo>
                  <a:lnTo>
                    <a:pt x="10509542" y="1062484"/>
                  </a:lnTo>
                  <a:lnTo>
                    <a:pt x="10509911" y="1062489"/>
                  </a:lnTo>
                  <a:lnTo>
                    <a:pt x="11981298" y="1062489"/>
                  </a:lnTo>
                  <a:lnTo>
                    <a:pt x="11981298" y="1054316"/>
                  </a:lnTo>
                  <a:lnTo>
                    <a:pt x="10509911" y="1054316"/>
                  </a:lnTo>
                  <a:lnTo>
                    <a:pt x="10508680" y="1054298"/>
                  </a:lnTo>
                  <a:lnTo>
                    <a:pt x="10500603" y="1054164"/>
                  </a:lnTo>
                  <a:lnTo>
                    <a:pt x="10480291" y="1053794"/>
                  </a:lnTo>
                  <a:lnTo>
                    <a:pt x="10444098" y="1053066"/>
                  </a:lnTo>
                  <a:lnTo>
                    <a:pt x="10390399" y="1051870"/>
                  </a:lnTo>
                  <a:lnTo>
                    <a:pt x="10319709" y="1050115"/>
                  </a:lnTo>
                  <a:lnTo>
                    <a:pt x="10234465" y="1047743"/>
                  </a:lnTo>
                  <a:lnTo>
                    <a:pt x="10138457" y="1044727"/>
                  </a:lnTo>
                  <a:lnTo>
                    <a:pt x="10036075" y="1041066"/>
                  </a:lnTo>
                  <a:lnTo>
                    <a:pt x="9931584" y="1036772"/>
                  </a:lnTo>
                  <a:lnTo>
                    <a:pt x="9828592" y="1031858"/>
                  </a:lnTo>
                  <a:lnTo>
                    <a:pt x="9729789" y="1026329"/>
                  </a:lnTo>
                  <a:lnTo>
                    <a:pt x="9636908" y="1020169"/>
                  </a:lnTo>
                  <a:lnTo>
                    <a:pt x="9550837" y="1013341"/>
                  </a:lnTo>
                  <a:lnTo>
                    <a:pt x="9471804" y="1005785"/>
                  </a:lnTo>
                  <a:lnTo>
                    <a:pt x="9399561" y="997417"/>
                  </a:lnTo>
                  <a:lnTo>
                    <a:pt x="9333549" y="988129"/>
                  </a:lnTo>
                  <a:lnTo>
                    <a:pt x="9273027" y="977798"/>
                  </a:lnTo>
                  <a:lnTo>
                    <a:pt x="9217168" y="966291"/>
                  </a:lnTo>
                  <a:lnTo>
                    <a:pt x="9165122" y="953478"/>
                  </a:lnTo>
                  <a:lnTo>
                    <a:pt x="9116078" y="939256"/>
                  </a:lnTo>
                  <a:lnTo>
                    <a:pt x="9084767" y="928997"/>
                  </a:lnTo>
                  <a:lnTo>
                    <a:pt x="9031921" y="909533"/>
                  </a:lnTo>
                  <a:lnTo>
                    <a:pt x="8980750" y="888061"/>
                  </a:lnTo>
                  <a:lnTo>
                    <a:pt x="8930613" y="864553"/>
                  </a:lnTo>
                  <a:lnTo>
                    <a:pt x="8881044" y="839050"/>
                  </a:lnTo>
                  <a:lnTo>
                    <a:pt x="8831719" y="811675"/>
                  </a:lnTo>
                  <a:lnTo>
                    <a:pt x="8782431" y="782631"/>
                  </a:lnTo>
                  <a:lnTo>
                    <a:pt x="8733071" y="752207"/>
                  </a:lnTo>
                  <a:lnTo>
                    <a:pt x="8683608" y="720763"/>
                  </a:lnTo>
                  <a:lnTo>
                    <a:pt x="8634065" y="688717"/>
                  </a:lnTo>
                  <a:lnTo>
                    <a:pt x="8584502" y="656522"/>
                  </a:lnTo>
                  <a:lnTo>
                    <a:pt x="8534982" y="624640"/>
                  </a:lnTo>
                  <a:lnTo>
                    <a:pt x="8485555" y="593515"/>
                  </a:lnTo>
                  <a:lnTo>
                    <a:pt x="8436228" y="563546"/>
                  </a:lnTo>
                  <a:lnTo>
                    <a:pt x="8386944" y="535069"/>
                  </a:lnTo>
                  <a:lnTo>
                    <a:pt x="8337562" y="508343"/>
                  </a:lnTo>
                  <a:lnTo>
                    <a:pt x="8287834" y="483542"/>
                  </a:lnTo>
                  <a:lnTo>
                    <a:pt x="8237390" y="460760"/>
                  </a:lnTo>
                  <a:lnTo>
                    <a:pt x="8185705" y="440011"/>
                  </a:lnTo>
                  <a:lnTo>
                    <a:pt x="8151487" y="427720"/>
                  </a:lnTo>
                  <a:lnTo>
                    <a:pt x="8104031" y="412535"/>
                  </a:lnTo>
                  <a:lnTo>
                    <a:pt x="8054068" y="398794"/>
                  </a:lnTo>
                  <a:lnTo>
                    <a:pt x="8000838" y="386432"/>
                  </a:lnTo>
                  <a:lnTo>
                    <a:pt x="7943511" y="375333"/>
                  </a:lnTo>
                  <a:lnTo>
                    <a:pt x="7881240" y="365366"/>
                  </a:lnTo>
                  <a:lnTo>
                    <a:pt x="7813216" y="356400"/>
                  </a:lnTo>
                  <a:lnTo>
                    <a:pt x="7738748" y="348314"/>
                  </a:lnTo>
                  <a:lnTo>
                    <a:pt x="7657365" y="341011"/>
                  </a:lnTo>
                  <a:lnTo>
                    <a:pt x="7568958" y="334412"/>
                  </a:lnTo>
                  <a:lnTo>
                    <a:pt x="7473955" y="328466"/>
                  </a:lnTo>
                  <a:lnTo>
                    <a:pt x="7373510" y="323144"/>
                  </a:lnTo>
                  <a:lnTo>
                    <a:pt x="7269668" y="318437"/>
                  </a:lnTo>
                  <a:lnTo>
                    <a:pt x="7165441" y="314353"/>
                  </a:lnTo>
                  <a:lnTo>
                    <a:pt x="7064700" y="310907"/>
                  </a:lnTo>
                  <a:lnTo>
                    <a:pt x="6971822" y="308108"/>
                  </a:lnTo>
                  <a:lnTo>
                    <a:pt x="6891084" y="305948"/>
                  </a:lnTo>
                  <a:lnTo>
                    <a:pt x="6825902" y="304388"/>
                  </a:lnTo>
                  <a:lnTo>
                    <a:pt x="6778116" y="303359"/>
                  </a:lnTo>
                  <a:lnTo>
                    <a:pt x="6747530" y="302765"/>
                  </a:lnTo>
                  <a:lnTo>
                    <a:pt x="6731815" y="302488"/>
                  </a:lnTo>
                  <a:lnTo>
                    <a:pt x="6726711" y="302406"/>
                  </a:lnTo>
                  <a:lnTo>
                    <a:pt x="6726343" y="302400"/>
                  </a:lnTo>
                  <a:lnTo>
                    <a:pt x="5254955" y="302400"/>
                  </a:lnTo>
                  <a:lnTo>
                    <a:pt x="5253718" y="302393"/>
                  </a:lnTo>
                  <a:lnTo>
                    <a:pt x="5245604" y="302339"/>
                  </a:lnTo>
                  <a:lnTo>
                    <a:pt x="5225200" y="302189"/>
                  </a:lnTo>
                  <a:lnTo>
                    <a:pt x="5188852" y="301895"/>
                  </a:lnTo>
                  <a:lnTo>
                    <a:pt x="5134939" y="301412"/>
                  </a:lnTo>
                  <a:lnTo>
                    <a:pt x="5063993" y="300703"/>
                  </a:lnTo>
                  <a:lnTo>
                    <a:pt x="4978477" y="299744"/>
                  </a:lnTo>
                  <a:lnTo>
                    <a:pt x="4882210" y="298526"/>
                  </a:lnTo>
                  <a:lnTo>
                    <a:pt x="4779607" y="297048"/>
                  </a:lnTo>
                  <a:lnTo>
                    <a:pt x="4674945" y="295315"/>
                  </a:lnTo>
                  <a:lnTo>
                    <a:pt x="4571839" y="293331"/>
                  </a:lnTo>
                  <a:lnTo>
                    <a:pt x="4472974" y="291099"/>
                  </a:lnTo>
                  <a:lnTo>
                    <a:pt x="4380074" y="288612"/>
                  </a:lnTo>
                  <a:lnTo>
                    <a:pt x="4294017" y="285856"/>
                  </a:lnTo>
                  <a:lnTo>
                    <a:pt x="4215020" y="282805"/>
                  </a:lnTo>
                  <a:lnTo>
                    <a:pt x="4142824" y="279425"/>
                  </a:lnTo>
                  <a:lnTo>
                    <a:pt x="4076862" y="275673"/>
                  </a:lnTo>
                  <a:lnTo>
                    <a:pt x="4016387" y="271499"/>
                  </a:lnTo>
                  <a:lnTo>
                    <a:pt x="3960563" y="266849"/>
                  </a:lnTo>
                  <a:lnTo>
                    <a:pt x="3908540" y="261670"/>
                  </a:lnTo>
                  <a:lnTo>
                    <a:pt x="3859504" y="255922"/>
                  </a:lnTo>
                  <a:lnTo>
                    <a:pt x="3829811" y="252000"/>
                  </a:lnTo>
                  <a:lnTo>
                    <a:pt x="3774200" y="243732"/>
                  </a:lnTo>
                  <a:lnTo>
                    <a:pt x="3720406" y="234567"/>
                  </a:lnTo>
                  <a:lnTo>
                    <a:pt x="3667697" y="224494"/>
                  </a:lnTo>
                  <a:lnTo>
                    <a:pt x="3615553" y="213538"/>
                  </a:lnTo>
                  <a:lnTo>
                    <a:pt x="3563621" y="201762"/>
                  </a:lnTo>
                  <a:lnTo>
                    <a:pt x="3511689" y="189274"/>
                  </a:lnTo>
                  <a:lnTo>
                    <a:pt x="3459659" y="176218"/>
                  </a:lnTo>
                  <a:lnTo>
                    <a:pt x="3407518" y="162774"/>
                  </a:lnTo>
                  <a:lnTo>
                    <a:pt x="3355315" y="149146"/>
                  </a:lnTo>
                  <a:lnTo>
                    <a:pt x="3303123" y="135551"/>
                  </a:lnTo>
                  <a:lnTo>
                    <a:pt x="3251013" y="122203"/>
                  </a:lnTo>
                  <a:lnTo>
                    <a:pt x="3199017" y="109301"/>
                  </a:lnTo>
                  <a:lnTo>
                    <a:pt x="3147100" y="97013"/>
                  </a:lnTo>
                  <a:lnTo>
                    <a:pt x="3095132" y="85475"/>
                  </a:lnTo>
                  <a:lnTo>
                    <a:pt x="3042862" y="74780"/>
                  </a:lnTo>
                  <a:lnTo>
                    <a:pt x="2989890" y="64979"/>
                  </a:lnTo>
                  <a:lnTo>
                    <a:pt x="2935637" y="56086"/>
                  </a:lnTo>
                  <a:lnTo>
                    <a:pt x="2896531" y="50400"/>
                  </a:lnTo>
                  <a:lnTo>
                    <a:pt x="2848997" y="44283"/>
                  </a:lnTo>
                  <a:lnTo>
                    <a:pt x="2798946" y="38749"/>
                  </a:lnTo>
                  <a:lnTo>
                    <a:pt x="2745615" y="33772"/>
                  </a:lnTo>
                  <a:lnTo>
                    <a:pt x="2688170" y="29304"/>
                  </a:lnTo>
                  <a:lnTo>
                    <a:pt x="2625759" y="25292"/>
                  </a:lnTo>
                  <a:lnTo>
                    <a:pt x="2557571" y="21683"/>
                  </a:lnTo>
                  <a:lnTo>
                    <a:pt x="2482912" y="18430"/>
                  </a:lnTo>
                  <a:lnTo>
                    <a:pt x="2401312" y="15491"/>
                  </a:lnTo>
                  <a:lnTo>
                    <a:pt x="2312668" y="12837"/>
                  </a:lnTo>
                  <a:lnTo>
                    <a:pt x="2217417" y="10446"/>
                  </a:lnTo>
                  <a:lnTo>
                    <a:pt x="2116732" y="8306"/>
                  </a:lnTo>
                  <a:lnTo>
                    <a:pt x="2012685" y="6415"/>
                  </a:lnTo>
                  <a:lnTo>
                    <a:pt x="1908320" y="4775"/>
                  </a:lnTo>
                  <a:lnTo>
                    <a:pt x="1807541" y="3392"/>
                  </a:lnTo>
                  <a:lnTo>
                    <a:pt x="1714752" y="2271"/>
                  </a:lnTo>
                  <a:lnTo>
                    <a:pt x="1634237" y="1407"/>
                  </a:lnTo>
                  <a:lnTo>
                    <a:pt x="1569399" y="785"/>
                  </a:lnTo>
                  <a:lnTo>
                    <a:pt x="1522035" y="376"/>
                  </a:lnTo>
                  <a:lnTo>
                    <a:pt x="1491889" y="141"/>
                  </a:lnTo>
                  <a:lnTo>
                    <a:pt x="1476557" y="33"/>
                  </a:lnTo>
                  <a:lnTo>
                    <a:pt x="1471703" y="1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756" name="pl756"/>
            <p:cNvSpPr/>
            <p:nvPr/>
          </p:nvSpPr>
          <p:spPr>
            <a:xfrm>
              <a:off x="4799595" y="2952866"/>
              <a:ext cx="11981298" cy="1054316"/>
            </a:xfrm>
            <a:custGeom>
              <a:avLst/>
              <a:pathLst>
                <a:path w="11981298" h="1054316">
                  <a:moveTo>
                    <a:pt x="0" y="0"/>
                  </a:moveTo>
                  <a:lnTo>
                    <a:pt x="1471387" y="0"/>
                  </a:lnTo>
                  <a:lnTo>
                    <a:pt x="1472624" y="7"/>
                  </a:lnTo>
                  <a:lnTo>
                    <a:pt x="1480738" y="61"/>
                  </a:lnTo>
                  <a:lnTo>
                    <a:pt x="1501142" y="211"/>
                  </a:lnTo>
                  <a:lnTo>
                    <a:pt x="1537490" y="505"/>
                  </a:lnTo>
                  <a:lnTo>
                    <a:pt x="1591403" y="988"/>
                  </a:lnTo>
                  <a:lnTo>
                    <a:pt x="1662349" y="1697"/>
                  </a:lnTo>
                  <a:lnTo>
                    <a:pt x="1747865" y="2656"/>
                  </a:lnTo>
                  <a:lnTo>
                    <a:pt x="1844132" y="3874"/>
                  </a:lnTo>
                  <a:lnTo>
                    <a:pt x="1946735" y="5352"/>
                  </a:lnTo>
                  <a:lnTo>
                    <a:pt x="2051397" y="7085"/>
                  </a:lnTo>
                  <a:lnTo>
                    <a:pt x="2154503" y="9069"/>
                  </a:lnTo>
                  <a:lnTo>
                    <a:pt x="2253369" y="11301"/>
                  </a:lnTo>
                  <a:lnTo>
                    <a:pt x="2346268" y="13788"/>
                  </a:lnTo>
                  <a:lnTo>
                    <a:pt x="2432325" y="16544"/>
                  </a:lnTo>
                  <a:lnTo>
                    <a:pt x="2511322" y="19595"/>
                  </a:lnTo>
                  <a:lnTo>
                    <a:pt x="2583518" y="22975"/>
                  </a:lnTo>
                  <a:lnTo>
                    <a:pt x="2649480" y="26727"/>
                  </a:lnTo>
                  <a:lnTo>
                    <a:pt x="2709956" y="30901"/>
                  </a:lnTo>
                  <a:lnTo>
                    <a:pt x="2765779" y="35551"/>
                  </a:lnTo>
                  <a:lnTo>
                    <a:pt x="2817802" y="40730"/>
                  </a:lnTo>
                  <a:lnTo>
                    <a:pt x="2866838" y="46478"/>
                  </a:lnTo>
                  <a:lnTo>
                    <a:pt x="2896531" y="50400"/>
                  </a:lnTo>
                  <a:lnTo>
                    <a:pt x="2952142" y="58668"/>
                  </a:lnTo>
                  <a:lnTo>
                    <a:pt x="3005936" y="67833"/>
                  </a:lnTo>
                  <a:lnTo>
                    <a:pt x="3058645" y="77906"/>
                  </a:lnTo>
                  <a:lnTo>
                    <a:pt x="3110789" y="88862"/>
                  </a:lnTo>
                  <a:lnTo>
                    <a:pt x="3162721" y="100637"/>
                  </a:lnTo>
                  <a:lnTo>
                    <a:pt x="3214653" y="113126"/>
                  </a:lnTo>
                  <a:lnTo>
                    <a:pt x="3266684" y="126182"/>
                  </a:lnTo>
                  <a:lnTo>
                    <a:pt x="3318824" y="139626"/>
                  </a:lnTo>
                  <a:lnTo>
                    <a:pt x="3371027" y="153254"/>
                  </a:lnTo>
                  <a:lnTo>
                    <a:pt x="3423219" y="166849"/>
                  </a:lnTo>
                  <a:lnTo>
                    <a:pt x="3475329" y="180196"/>
                  </a:lnTo>
                  <a:lnTo>
                    <a:pt x="3527325" y="193099"/>
                  </a:lnTo>
                  <a:lnTo>
                    <a:pt x="3579242" y="205387"/>
                  </a:lnTo>
                  <a:lnTo>
                    <a:pt x="3631210" y="216925"/>
                  </a:lnTo>
                  <a:lnTo>
                    <a:pt x="3683480" y="227620"/>
                  </a:lnTo>
                  <a:lnTo>
                    <a:pt x="3736452" y="237421"/>
                  </a:lnTo>
                  <a:lnTo>
                    <a:pt x="3790705" y="246313"/>
                  </a:lnTo>
                  <a:lnTo>
                    <a:pt x="3829811" y="252000"/>
                  </a:lnTo>
                  <a:lnTo>
                    <a:pt x="3877345" y="258117"/>
                  </a:lnTo>
                  <a:lnTo>
                    <a:pt x="3927396" y="263651"/>
                  </a:lnTo>
                  <a:lnTo>
                    <a:pt x="3980727" y="268628"/>
                  </a:lnTo>
                  <a:lnTo>
                    <a:pt x="4038172" y="273096"/>
                  </a:lnTo>
                  <a:lnTo>
                    <a:pt x="4100583" y="277108"/>
                  </a:lnTo>
                  <a:lnTo>
                    <a:pt x="4168771" y="280717"/>
                  </a:lnTo>
                  <a:lnTo>
                    <a:pt x="4243430" y="283970"/>
                  </a:lnTo>
                  <a:lnTo>
                    <a:pt x="4325030" y="286908"/>
                  </a:lnTo>
                  <a:lnTo>
                    <a:pt x="4413674" y="289563"/>
                  </a:lnTo>
                  <a:lnTo>
                    <a:pt x="4508925" y="291954"/>
                  </a:lnTo>
                  <a:lnTo>
                    <a:pt x="4609610" y="294094"/>
                  </a:lnTo>
                  <a:lnTo>
                    <a:pt x="4713657" y="295985"/>
                  </a:lnTo>
                  <a:lnTo>
                    <a:pt x="4818022" y="297625"/>
                  </a:lnTo>
                  <a:lnTo>
                    <a:pt x="4918801" y="299007"/>
                  </a:lnTo>
                  <a:lnTo>
                    <a:pt x="5011590" y="300129"/>
                  </a:lnTo>
                  <a:lnTo>
                    <a:pt x="5092105" y="300993"/>
                  </a:lnTo>
                  <a:lnTo>
                    <a:pt x="5156943" y="301615"/>
                  </a:lnTo>
                  <a:lnTo>
                    <a:pt x="5204307" y="302024"/>
                  </a:lnTo>
                  <a:lnTo>
                    <a:pt x="5234453" y="302259"/>
                  </a:lnTo>
                  <a:lnTo>
                    <a:pt x="5249785" y="302367"/>
                  </a:lnTo>
                  <a:lnTo>
                    <a:pt x="5254639" y="302399"/>
                  </a:lnTo>
                  <a:lnTo>
                    <a:pt x="5254955" y="302400"/>
                  </a:lnTo>
                  <a:lnTo>
                    <a:pt x="6726343" y="302400"/>
                  </a:lnTo>
                  <a:lnTo>
                    <a:pt x="6727573" y="302419"/>
                  </a:lnTo>
                  <a:lnTo>
                    <a:pt x="6735651" y="302553"/>
                  </a:lnTo>
                  <a:lnTo>
                    <a:pt x="6755963" y="302923"/>
                  </a:lnTo>
                  <a:lnTo>
                    <a:pt x="6792155" y="303650"/>
                  </a:lnTo>
                  <a:lnTo>
                    <a:pt x="6845854" y="304847"/>
                  </a:lnTo>
                  <a:lnTo>
                    <a:pt x="6916544" y="306602"/>
                  </a:lnTo>
                  <a:lnTo>
                    <a:pt x="7001788" y="308974"/>
                  </a:lnTo>
                  <a:lnTo>
                    <a:pt x="7097796" y="311990"/>
                  </a:lnTo>
                  <a:lnTo>
                    <a:pt x="7200178" y="315651"/>
                  </a:lnTo>
                  <a:lnTo>
                    <a:pt x="7304669" y="319945"/>
                  </a:lnTo>
                  <a:lnTo>
                    <a:pt x="7407661" y="324859"/>
                  </a:lnTo>
                  <a:lnTo>
                    <a:pt x="7506464" y="330388"/>
                  </a:lnTo>
                  <a:lnTo>
                    <a:pt x="7599346" y="336548"/>
                  </a:lnTo>
                  <a:lnTo>
                    <a:pt x="7685416" y="343376"/>
                  </a:lnTo>
                  <a:lnTo>
                    <a:pt x="7764449" y="350931"/>
                  </a:lnTo>
                  <a:lnTo>
                    <a:pt x="7836693" y="359300"/>
                  </a:lnTo>
                  <a:lnTo>
                    <a:pt x="7902705" y="368588"/>
                  </a:lnTo>
                  <a:lnTo>
                    <a:pt x="7963226" y="378919"/>
                  </a:lnTo>
                  <a:lnTo>
                    <a:pt x="8019086" y="390426"/>
                  </a:lnTo>
                  <a:lnTo>
                    <a:pt x="8071131" y="403239"/>
                  </a:lnTo>
                  <a:lnTo>
                    <a:pt x="8120175" y="417460"/>
                  </a:lnTo>
                  <a:lnTo>
                    <a:pt x="8151487" y="427720"/>
                  </a:lnTo>
                  <a:lnTo>
                    <a:pt x="8204333" y="447184"/>
                  </a:lnTo>
                  <a:lnTo>
                    <a:pt x="8255503" y="468656"/>
                  </a:lnTo>
                  <a:lnTo>
                    <a:pt x="8305640" y="492164"/>
                  </a:lnTo>
                  <a:lnTo>
                    <a:pt x="8355209" y="517667"/>
                  </a:lnTo>
                  <a:lnTo>
                    <a:pt x="8404534" y="545042"/>
                  </a:lnTo>
                  <a:lnTo>
                    <a:pt x="8453822" y="574085"/>
                  </a:lnTo>
                  <a:lnTo>
                    <a:pt x="8503182" y="604509"/>
                  </a:lnTo>
                  <a:lnTo>
                    <a:pt x="8552646" y="635953"/>
                  </a:lnTo>
                  <a:lnTo>
                    <a:pt x="8602188" y="668000"/>
                  </a:lnTo>
                  <a:lnTo>
                    <a:pt x="8651751" y="700195"/>
                  </a:lnTo>
                  <a:lnTo>
                    <a:pt x="8701271" y="732076"/>
                  </a:lnTo>
                  <a:lnTo>
                    <a:pt x="8750698" y="763202"/>
                  </a:lnTo>
                  <a:lnTo>
                    <a:pt x="8800025" y="793171"/>
                  </a:lnTo>
                  <a:lnTo>
                    <a:pt x="8849309" y="821648"/>
                  </a:lnTo>
                  <a:lnTo>
                    <a:pt x="8898692" y="848374"/>
                  </a:lnTo>
                  <a:lnTo>
                    <a:pt x="8948419" y="873175"/>
                  </a:lnTo>
                  <a:lnTo>
                    <a:pt x="8998863" y="895957"/>
                  </a:lnTo>
                  <a:lnTo>
                    <a:pt x="9050548" y="916706"/>
                  </a:lnTo>
                  <a:lnTo>
                    <a:pt x="9084767" y="928997"/>
                  </a:lnTo>
                  <a:lnTo>
                    <a:pt x="9132222" y="944182"/>
                  </a:lnTo>
                  <a:lnTo>
                    <a:pt x="9182185" y="957923"/>
                  </a:lnTo>
                  <a:lnTo>
                    <a:pt x="9235415" y="970285"/>
                  </a:lnTo>
                  <a:lnTo>
                    <a:pt x="9292742" y="981383"/>
                  </a:lnTo>
                  <a:lnTo>
                    <a:pt x="9355013" y="991350"/>
                  </a:lnTo>
                  <a:lnTo>
                    <a:pt x="9423037" y="1000317"/>
                  </a:lnTo>
                  <a:lnTo>
                    <a:pt x="9497505" y="1008403"/>
                  </a:lnTo>
                  <a:lnTo>
                    <a:pt x="9578888" y="1015706"/>
                  </a:lnTo>
                  <a:lnTo>
                    <a:pt x="9667295" y="1022304"/>
                  </a:lnTo>
                  <a:lnTo>
                    <a:pt x="9762298" y="1028250"/>
                  </a:lnTo>
                  <a:lnTo>
                    <a:pt x="9862743" y="1033573"/>
                  </a:lnTo>
                  <a:lnTo>
                    <a:pt x="9966586" y="1038280"/>
                  </a:lnTo>
                  <a:lnTo>
                    <a:pt x="10070813" y="1042363"/>
                  </a:lnTo>
                  <a:lnTo>
                    <a:pt x="10171554" y="1045809"/>
                  </a:lnTo>
                  <a:lnTo>
                    <a:pt x="10264431" y="1048608"/>
                  </a:lnTo>
                  <a:lnTo>
                    <a:pt x="10345169" y="1050769"/>
                  </a:lnTo>
                  <a:lnTo>
                    <a:pt x="10410351" y="1052329"/>
                  </a:lnTo>
                  <a:lnTo>
                    <a:pt x="10458137" y="1053357"/>
                  </a:lnTo>
                  <a:lnTo>
                    <a:pt x="10488723" y="1053952"/>
                  </a:lnTo>
                  <a:lnTo>
                    <a:pt x="10504438" y="1054229"/>
                  </a:lnTo>
                  <a:lnTo>
                    <a:pt x="10509542" y="1054311"/>
                  </a:lnTo>
                  <a:lnTo>
                    <a:pt x="10509911" y="1054316"/>
                  </a:lnTo>
                  <a:lnTo>
                    <a:pt x="11981298" y="105431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57" name="pl757"/>
            <p:cNvSpPr/>
            <p:nvPr/>
          </p:nvSpPr>
          <p:spPr>
            <a:xfrm>
              <a:off x="4799595" y="2944693"/>
              <a:ext cx="11981298" cy="1054316"/>
            </a:xfrm>
            <a:custGeom>
              <a:avLst/>
              <a:pathLst>
                <a:path w="11981298" h="1054316">
                  <a:moveTo>
                    <a:pt x="11981298" y="1054316"/>
                  </a:moveTo>
                  <a:lnTo>
                    <a:pt x="10509911" y="1054316"/>
                  </a:lnTo>
                  <a:lnTo>
                    <a:pt x="10508680" y="1054298"/>
                  </a:lnTo>
                  <a:lnTo>
                    <a:pt x="10500603" y="1054164"/>
                  </a:lnTo>
                  <a:lnTo>
                    <a:pt x="10480291" y="1053794"/>
                  </a:lnTo>
                  <a:lnTo>
                    <a:pt x="10444098" y="1053066"/>
                  </a:lnTo>
                  <a:lnTo>
                    <a:pt x="10390399" y="1051870"/>
                  </a:lnTo>
                  <a:lnTo>
                    <a:pt x="10319709" y="1050115"/>
                  </a:lnTo>
                  <a:lnTo>
                    <a:pt x="10234465" y="1047743"/>
                  </a:lnTo>
                  <a:lnTo>
                    <a:pt x="10138457" y="1044727"/>
                  </a:lnTo>
                  <a:lnTo>
                    <a:pt x="10036075" y="1041066"/>
                  </a:lnTo>
                  <a:lnTo>
                    <a:pt x="9931584" y="1036772"/>
                  </a:lnTo>
                  <a:lnTo>
                    <a:pt x="9828592" y="1031858"/>
                  </a:lnTo>
                  <a:lnTo>
                    <a:pt x="9729789" y="1026329"/>
                  </a:lnTo>
                  <a:lnTo>
                    <a:pt x="9636908" y="1020169"/>
                  </a:lnTo>
                  <a:lnTo>
                    <a:pt x="9550837" y="1013341"/>
                  </a:lnTo>
                  <a:lnTo>
                    <a:pt x="9471804" y="1005785"/>
                  </a:lnTo>
                  <a:lnTo>
                    <a:pt x="9399561" y="997417"/>
                  </a:lnTo>
                  <a:lnTo>
                    <a:pt x="9333549" y="988129"/>
                  </a:lnTo>
                  <a:lnTo>
                    <a:pt x="9273027" y="977798"/>
                  </a:lnTo>
                  <a:lnTo>
                    <a:pt x="9217168" y="966291"/>
                  </a:lnTo>
                  <a:lnTo>
                    <a:pt x="9165122" y="953478"/>
                  </a:lnTo>
                  <a:lnTo>
                    <a:pt x="9116078" y="939256"/>
                  </a:lnTo>
                  <a:lnTo>
                    <a:pt x="9084767" y="928997"/>
                  </a:lnTo>
                  <a:lnTo>
                    <a:pt x="9031921" y="909533"/>
                  </a:lnTo>
                  <a:lnTo>
                    <a:pt x="8980750" y="888061"/>
                  </a:lnTo>
                  <a:lnTo>
                    <a:pt x="8930613" y="864553"/>
                  </a:lnTo>
                  <a:lnTo>
                    <a:pt x="8881044" y="839050"/>
                  </a:lnTo>
                  <a:lnTo>
                    <a:pt x="8831719" y="811675"/>
                  </a:lnTo>
                  <a:lnTo>
                    <a:pt x="8782431" y="782631"/>
                  </a:lnTo>
                  <a:lnTo>
                    <a:pt x="8733071" y="752207"/>
                  </a:lnTo>
                  <a:lnTo>
                    <a:pt x="8683608" y="720763"/>
                  </a:lnTo>
                  <a:lnTo>
                    <a:pt x="8634065" y="688717"/>
                  </a:lnTo>
                  <a:lnTo>
                    <a:pt x="8584502" y="656522"/>
                  </a:lnTo>
                  <a:lnTo>
                    <a:pt x="8534982" y="624640"/>
                  </a:lnTo>
                  <a:lnTo>
                    <a:pt x="8485555" y="593515"/>
                  </a:lnTo>
                  <a:lnTo>
                    <a:pt x="8436228" y="563546"/>
                  </a:lnTo>
                  <a:lnTo>
                    <a:pt x="8386944" y="535069"/>
                  </a:lnTo>
                  <a:lnTo>
                    <a:pt x="8337562" y="508343"/>
                  </a:lnTo>
                  <a:lnTo>
                    <a:pt x="8287834" y="483542"/>
                  </a:lnTo>
                  <a:lnTo>
                    <a:pt x="8237390" y="460760"/>
                  </a:lnTo>
                  <a:lnTo>
                    <a:pt x="8185705" y="440011"/>
                  </a:lnTo>
                  <a:lnTo>
                    <a:pt x="8151487" y="427720"/>
                  </a:lnTo>
                  <a:lnTo>
                    <a:pt x="8104031" y="412535"/>
                  </a:lnTo>
                  <a:lnTo>
                    <a:pt x="8054068" y="398794"/>
                  </a:lnTo>
                  <a:lnTo>
                    <a:pt x="8000838" y="386432"/>
                  </a:lnTo>
                  <a:lnTo>
                    <a:pt x="7943511" y="375333"/>
                  </a:lnTo>
                  <a:lnTo>
                    <a:pt x="7881240" y="365366"/>
                  </a:lnTo>
                  <a:lnTo>
                    <a:pt x="7813216" y="356400"/>
                  </a:lnTo>
                  <a:lnTo>
                    <a:pt x="7738748" y="348314"/>
                  </a:lnTo>
                  <a:lnTo>
                    <a:pt x="7657365" y="341011"/>
                  </a:lnTo>
                  <a:lnTo>
                    <a:pt x="7568958" y="334412"/>
                  </a:lnTo>
                  <a:lnTo>
                    <a:pt x="7473955" y="328466"/>
                  </a:lnTo>
                  <a:lnTo>
                    <a:pt x="7373510" y="323144"/>
                  </a:lnTo>
                  <a:lnTo>
                    <a:pt x="7269668" y="318437"/>
                  </a:lnTo>
                  <a:lnTo>
                    <a:pt x="7165441" y="314353"/>
                  </a:lnTo>
                  <a:lnTo>
                    <a:pt x="7064700" y="310907"/>
                  </a:lnTo>
                  <a:lnTo>
                    <a:pt x="6971822" y="308108"/>
                  </a:lnTo>
                  <a:lnTo>
                    <a:pt x="6891084" y="305948"/>
                  </a:lnTo>
                  <a:lnTo>
                    <a:pt x="6825902" y="304388"/>
                  </a:lnTo>
                  <a:lnTo>
                    <a:pt x="6778116" y="303359"/>
                  </a:lnTo>
                  <a:lnTo>
                    <a:pt x="6747530" y="302765"/>
                  </a:lnTo>
                  <a:lnTo>
                    <a:pt x="6731815" y="302488"/>
                  </a:lnTo>
                  <a:lnTo>
                    <a:pt x="6726711" y="302406"/>
                  </a:lnTo>
                  <a:lnTo>
                    <a:pt x="6726343" y="302400"/>
                  </a:lnTo>
                  <a:lnTo>
                    <a:pt x="5254955" y="302400"/>
                  </a:lnTo>
                  <a:lnTo>
                    <a:pt x="5253718" y="302393"/>
                  </a:lnTo>
                  <a:lnTo>
                    <a:pt x="5245604" y="302339"/>
                  </a:lnTo>
                  <a:lnTo>
                    <a:pt x="5225200" y="302189"/>
                  </a:lnTo>
                  <a:lnTo>
                    <a:pt x="5188852" y="301895"/>
                  </a:lnTo>
                  <a:lnTo>
                    <a:pt x="5134939" y="301412"/>
                  </a:lnTo>
                  <a:lnTo>
                    <a:pt x="5063993" y="300703"/>
                  </a:lnTo>
                  <a:lnTo>
                    <a:pt x="4978477" y="299744"/>
                  </a:lnTo>
                  <a:lnTo>
                    <a:pt x="4882210" y="298526"/>
                  </a:lnTo>
                  <a:lnTo>
                    <a:pt x="4779607" y="297048"/>
                  </a:lnTo>
                  <a:lnTo>
                    <a:pt x="4674945" y="295315"/>
                  </a:lnTo>
                  <a:lnTo>
                    <a:pt x="4571839" y="293331"/>
                  </a:lnTo>
                  <a:lnTo>
                    <a:pt x="4472974" y="291099"/>
                  </a:lnTo>
                  <a:lnTo>
                    <a:pt x="4380074" y="288612"/>
                  </a:lnTo>
                  <a:lnTo>
                    <a:pt x="4294017" y="285856"/>
                  </a:lnTo>
                  <a:lnTo>
                    <a:pt x="4215020" y="282805"/>
                  </a:lnTo>
                  <a:lnTo>
                    <a:pt x="4142824" y="279425"/>
                  </a:lnTo>
                  <a:lnTo>
                    <a:pt x="4076862" y="275673"/>
                  </a:lnTo>
                  <a:lnTo>
                    <a:pt x="4016387" y="271499"/>
                  </a:lnTo>
                  <a:lnTo>
                    <a:pt x="3960563" y="266849"/>
                  </a:lnTo>
                  <a:lnTo>
                    <a:pt x="3908540" y="261670"/>
                  </a:lnTo>
                  <a:lnTo>
                    <a:pt x="3859504" y="255922"/>
                  </a:lnTo>
                  <a:lnTo>
                    <a:pt x="3829811" y="252000"/>
                  </a:lnTo>
                  <a:lnTo>
                    <a:pt x="3774200" y="243732"/>
                  </a:lnTo>
                  <a:lnTo>
                    <a:pt x="3720406" y="234567"/>
                  </a:lnTo>
                  <a:lnTo>
                    <a:pt x="3667697" y="224494"/>
                  </a:lnTo>
                  <a:lnTo>
                    <a:pt x="3615553" y="213538"/>
                  </a:lnTo>
                  <a:lnTo>
                    <a:pt x="3563621" y="201762"/>
                  </a:lnTo>
                  <a:lnTo>
                    <a:pt x="3511689" y="189274"/>
                  </a:lnTo>
                  <a:lnTo>
                    <a:pt x="3459659" y="176218"/>
                  </a:lnTo>
                  <a:lnTo>
                    <a:pt x="3407518" y="162774"/>
                  </a:lnTo>
                  <a:lnTo>
                    <a:pt x="3355315" y="149146"/>
                  </a:lnTo>
                  <a:lnTo>
                    <a:pt x="3303123" y="135551"/>
                  </a:lnTo>
                  <a:lnTo>
                    <a:pt x="3251013" y="122203"/>
                  </a:lnTo>
                  <a:lnTo>
                    <a:pt x="3199017" y="109301"/>
                  </a:lnTo>
                  <a:lnTo>
                    <a:pt x="3147100" y="97013"/>
                  </a:lnTo>
                  <a:lnTo>
                    <a:pt x="3095132" y="85475"/>
                  </a:lnTo>
                  <a:lnTo>
                    <a:pt x="3042862" y="74780"/>
                  </a:lnTo>
                  <a:lnTo>
                    <a:pt x="2989890" y="64979"/>
                  </a:lnTo>
                  <a:lnTo>
                    <a:pt x="2935637" y="56086"/>
                  </a:lnTo>
                  <a:lnTo>
                    <a:pt x="2896531" y="50400"/>
                  </a:lnTo>
                  <a:lnTo>
                    <a:pt x="2848997" y="44283"/>
                  </a:lnTo>
                  <a:lnTo>
                    <a:pt x="2798946" y="38749"/>
                  </a:lnTo>
                  <a:lnTo>
                    <a:pt x="2745615" y="33772"/>
                  </a:lnTo>
                  <a:lnTo>
                    <a:pt x="2688170" y="29304"/>
                  </a:lnTo>
                  <a:lnTo>
                    <a:pt x="2625759" y="25292"/>
                  </a:lnTo>
                  <a:lnTo>
                    <a:pt x="2557571" y="21683"/>
                  </a:lnTo>
                  <a:lnTo>
                    <a:pt x="2482912" y="18430"/>
                  </a:lnTo>
                  <a:lnTo>
                    <a:pt x="2401312" y="15491"/>
                  </a:lnTo>
                  <a:lnTo>
                    <a:pt x="2312668" y="12837"/>
                  </a:lnTo>
                  <a:lnTo>
                    <a:pt x="2217417" y="10446"/>
                  </a:lnTo>
                  <a:lnTo>
                    <a:pt x="2116732" y="8306"/>
                  </a:lnTo>
                  <a:lnTo>
                    <a:pt x="2012685" y="6415"/>
                  </a:lnTo>
                  <a:lnTo>
                    <a:pt x="1908320" y="4775"/>
                  </a:lnTo>
                  <a:lnTo>
                    <a:pt x="1807541" y="3392"/>
                  </a:lnTo>
                  <a:lnTo>
                    <a:pt x="1714752" y="2271"/>
                  </a:lnTo>
                  <a:lnTo>
                    <a:pt x="1634237" y="1407"/>
                  </a:lnTo>
                  <a:lnTo>
                    <a:pt x="1569399" y="785"/>
                  </a:lnTo>
                  <a:lnTo>
                    <a:pt x="1522035" y="376"/>
                  </a:lnTo>
                  <a:lnTo>
                    <a:pt x="1491889" y="141"/>
                  </a:lnTo>
                  <a:lnTo>
                    <a:pt x="1476557" y="33"/>
                  </a:lnTo>
                  <a:lnTo>
                    <a:pt x="1471703" y="1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58" name="pg758"/>
            <p:cNvSpPr/>
            <p:nvPr/>
          </p:nvSpPr>
          <p:spPr>
            <a:xfrm>
              <a:off x="4799595" y="2952866"/>
              <a:ext cx="11981298" cy="1430274"/>
            </a:xfrm>
            <a:custGeom>
              <a:avLst/>
              <a:pathLst>
                <a:path w="11981298" h="1430274">
                  <a:moveTo>
                    <a:pt x="0" y="8172"/>
                  </a:moveTo>
                  <a:lnTo>
                    <a:pt x="1471387" y="8172"/>
                  </a:lnTo>
                  <a:lnTo>
                    <a:pt x="1472624" y="8180"/>
                  </a:lnTo>
                  <a:lnTo>
                    <a:pt x="1480738" y="8237"/>
                  </a:lnTo>
                  <a:lnTo>
                    <a:pt x="1501139" y="8395"/>
                  </a:lnTo>
                  <a:lnTo>
                    <a:pt x="1537484" y="8705"/>
                  </a:lnTo>
                  <a:lnTo>
                    <a:pt x="1591393" y="9215"/>
                  </a:lnTo>
                  <a:lnTo>
                    <a:pt x="1662333" y="9962"/>
                  </a:lnTo>
                  <a:lnTo>
                    <a:pt x="1747843" y="10972"/>
                  </a:lnTo>
                  <a:lnTo>
                    <a:pt x="1844104" y="12256"/>
                  </a:lnTo>
                  <a:lnTo>
                    <a:pt x="1946703" y="13814"/>
                  </a:lnTo>
                  <a:lnTo>
                    <a:pt x="2051361" y="15641"/>
                  </a:lnTo>
                  <a:lnTo>
                    <a:pt x="2154465" y="17731"/>
                  </a:lnTo>
                  <a:lnTo>
                    <a:pt x="2253329" y="20084"/>
                  </a:lnTo>
                  <a:lnTo>
                    <a:pt x="2346228" y="22705"/>
                  </a:lnTo>
                  <a:lnTo>
                    <a:pt x="2432285" y="25610"/>
                  </a:lnTo>
                  <a:lnTo>
                    <a:pt x="2511283" y="28825"/>
                  </a:lnTo>
                  <a:lnTo>
                    <a:pt x="2583480" y="32387"/>
                  </a:lnTo>
                  <a:lnTo>
                    <a:pt x="2649443" y="36342"/>
                  </a:lnTo>
                  <a:lnTo>
                    <a:pt x="2709919" y="40741"/>
                  </a:lnTo>
                  <a:lnTo>
                    <a:pt x="2765744" y="45642"/>
                  </a:lnTo>
                  <a:lnTo>
                    <a:pt x="2817767" y="51100"/>
                  </a:lnTo>
                  <a:lnTo>
                    <a:pt x="2866804" y="57158"/>
                  </a:lnTo>
                  <a:lnTo>
                    <a:pt x="2896531" y="61297"/>
                  </a:lnTo>
                  <a:lnTo>
                    <a:pt x="2952075" y="70001"/>
                  </a:lnTo>
                  <a:lnTo>
                    <a:pt x="3005805" y="79647"/>
                  </a:lnTo>
                  <a:lnTo>
                    <a:pt x="3058451" y="90249"/>
                  </a:lnTo>
                  <a:lnTo>
                    <a:pt x="3110533" y="101779"/>
                  </a:lnTo>
                  <a:lnTo>
                    <a:pt x="3162401" y="114171"/>
                  </a:lnTo>
                  <a:lnTo>
                    <a:pt x="3214269" y="127314"/>
                  </a:lnTo>
                  <a:lnTo>
                    <a:pt x="3266234" y="141055"/>
                  </a:lnTo>
                  <a:lnTo>
                    <a:pt x="3318309" y="155205"/>
                  </a:lnTo>
                  <a:lnTo>
                    <a:pt x="3370448" y="169551"/>
                  </a:lnTo>
                  <a:lnTo>
                    <a:pt x="3422576" y="183865"/>
                  </a:lnTo>
                  <a:lnTo>
                    <a:pt x="3474623" y="197922"/>
                  </a:lnTo>
                  <a:lnTo>
                    <a:pt x="3526556" y="211513"/>
                  </a:lnTo>
                  <a:lnTo>
                    <a:pt x="3578410" y="224460"/>
                  </a:lnTo>
                  <a:lnTo>
                    <a:pt x="3630311" y="236621"/>
                  </a:lnTo>
                  <a:lnTo>
                    <a:pt x="3682508" y="247897"/>
                  </a:lnTo>
                  <a:lnTo>
                    <a:pt x="3735396" y="258233"/>
                  </a:lnTo>
                  <a:lnTo>
                    <a:pt x="3789549" y="267614"/>
                  </a:lnTo>
                  <a:lnTo>
                    <a:pt x="3829811" y="273795"/>
                  </a:lnTo>
                  <a:lnTo>
                    <a:pt x="3877343" y="280242"/>
                  </a:lnTo>
                  <a:lnTo>
                    <a:pt x="3927392" y="286075"/>
                  </a:lnTo>
                  <a:lnTo>
                    <a:pt x="3980721" y="291321"/>
                  </a:lnTo>
                  <a:lnTo>
                    <a:pt x="4038164" y="296030"/>
                  </a:lnTo>
                  <a:lnTo>
                    <a:pt x="4100571" y="300259"/>
                  </a:lnTo>
                  <a:lnTo>
                    <a:pt x="4168756" y="304063"/>
                  </a:lnTo>
                  <a:lnTo>
                    <a:pt x="4243412" y="307492"/>
                  </a:lnTo>
                  <a:lnTo>
                    <a:pt x="4325007" y="310589"/>
                  </a:lnTo>
                  <a:lnTo>
                    <a:pt x="4413646" y="313387"/>
                  </a:lnTo>
                  <a:lnTo>
                    <a:pt x="4508891" y="315907"/>
                  </a:lnTo>
                  <a:lnTo>
                    <a:pt x="4609571" y="318163"/>
                  </a:lnTo>
                  <a:lnTo>
                    <a:pt x="4713613" y="320157"/>
                  </a:lnTo>
                  <a:lnTo>
                    <a:pt x="4817976" y="321885"/>
                  </a:lnTo>
                  <a:lnTo>
                    <a:pt x="4918754" y="323342"/>
                  </a:lnTo>
                  <a:lnTo>
                    <a:pt x="5011545" y="324525"/>
                  </a:lnTo>
                  <a:lnTo>
                    <a:pt x="5092064" y="325435"/>
                  </a:lnTo>
                  <a:lnTo>
                    <a:pt x="5156910" y="326092"/>
                  </a:lnTo>
                  <a:lnTo>
                    <a:pt x="5204283" y="326522"/>
                  </a:lnTo>
                  <a:lnTo>
                    <a:pt x="5234439" y="326770"/>
                  </a:lnTo>
                  <a:lnTo>
                    <a:pt x="5249779" y="326884"/>
                  </a:lnTo>
                  <a:lnTo>
                    <a:pt x="5254638" y="326917"/>
                  </a:lnTo>
                  <a:lnTo>
                    <a:pt x="5254955" y="326919"/>
                  </a:lnTo>
                  <a:lnTo>
                    <a:pt x="6726343" y="326919"/>
                  </a:lnTo>
                  <a:lnTo>
                    <a:pt x="6727565" y="326947"/>
                  </a:lnTo>
                  <a:lnTo>
                    <a:pt x="6735592" y="327142"/>
                  </a:lnTo>
                  <a:lnTo>
                    <a:pt x="6755779" y="327681"/>
                  </a:lnTo>
                  <a:lnTo>
                    <a:pt x="6791761" y="328741"/>
                  </a:lnTo>
                  <a:lnTo>
                    <a:pt x="6845168" y="330486"/>
                  </a:lnTo>
                  <a:lnTo>
                    <a:pt x="6915509" y="333045"/>
                  </a:lnTo>
                  <a:lnTo>
                    <a:pt x="7000383" y="336505"/>
                  </a:lnTo>
                  <a:lnTo>
                    <a:pt x="7096038" y="340905"/>
                  </a:lnTo>
                  <a:lnTo>
                    <a:pt x="7198117" y="346248"/>
                  </a:lnTo>
                  <a:lnTo>
                    <a:pt x="7302375" y="352516"/>
                  </a:lnTo>
                  <a:lnTo>
                    <a:pt x="7405209" y="359689"/>
                  </a:lnTo>
                  <a:lnTo>
                    <a:pt x="7503926" y="367762"/>
                  </a:lnTo>
                  <a:lnTo>
                    <a:pt x="7596781" y="376756"/>
                  </a:lnTo>
                  <a:lnTo>
                    <a:pt x="7682870" y="386722"/>
                  </a:lnTo>
                  <a:lnTo>
                    <a:pt x="7761952" y="397749"/>
                  </a:lnTo>
                  <a:lnTo>
                    <a:pt x="7834259" y="409959"/>
                  </a:lnTo>
                  <a:lnTo>
                    <a:pt x="7900340" y="423506"/>
                  </a:lnTo>
                  <a:lnTo>
                    <a:pt x="7960924" y="438570"/>
                  </a:lnTo>
                  <a:lnTo>
                    <a:pt x="8016833" y="455345"/>
                  </a:lnTo>
                  <a:lnTo>
                    <a:pt x="8068910" y="474019"/>
                  </a:lnTo>
                  <a:lnTo>
                    <a:pt x="8117964" y="494746"/>
                  </a:lnTo>
                  <a:lnTo>
                    <a:pt x="8151487" y="510812"/>
                  </a:lnTo>
                  <a:lnTo>
                    <a:pt x="8201435" y="537703"/>
                  </a:lnTo>
                  <a:lnTo>
                    <a:pt x="8249854" y="567216"/>
                  </a:lnTo>
                  <a:lnTo>
                    <a:pt x="8297297" y="599395"/>
                  </a:lnTo>
                  <a:lnTo>
                    <a:pt x="8344175" y="634200"/>
                  </a:lnTo>
                  <a:lnTo>
                    <a:pt x="8390782" y="671500"/>
                  </a:lnTo>
                  <a:lnTo>
                    <a:pt x="8437315" y="711069"/>
                  </a:lnTo>
                  <a:lnTo>
                    <a:pt x="8483889" y="752583"/>
                  </a:lnTo>
                  <a:lnTo>
                    <a:pt x="8530551" y="795626"/>
                  </a:lnTo>
                  <a:lnTo>
                    <a:pt x="8577299" y="839709"/>
                  </a:lnTo>
                  <a:lnTo>
                    <a:pt x="8624094" y="884289"/>
                  </a:lnTo>
                  <a:lnTo>
                    <a:pt x="8670882" y="928795"/>
                  </a:lnTo>
                  <a:lnTo>
                    <a:pt x="8717611" y="972663"/>
                  </a:lnTo>
                  <a:lnTo>
                    <a:pt x="8764249" y="1015361"/>
                  </a:lnTo>
                  <a:lnTo>
                    <a:pt x="8810805" y="1056414"/>
                  </a:lnTo>
                  <a:lnTo>
                    <a:pt x="8857343" y="1095432"/>
                  </a:lnTo>
                  <a:lnTo>
                    <a:pt x="8903997" y="1132114"/>
                  </a:lnTo>
                  <a:lnTo>
                    <a:pt x="8950987" y="1166257"/>
                  </a:lnTo>
                  <a:lnTo>
                    <a:pt x="8998635" y="1197756"/>
                  </a:lnTo>
                  <a:lnTo>
                    <a:pt x="9047385" y="1226594"/>
                  </a:lnTo>
                  <a:lnTo>
                    <a:pt x="9084767" y="1246382"/>
                  </a:lnTo>
                  <a:lnTo>
                    <a:pt x="9132115" y="1268617"/>
                  </a:lnTo>
                  <a:lnTo>
                    <a:pt x="9181959" y="1288743"/>
                  </a:lnTo>
                  <a:lnTo>
                    <a:pt x="9235052" y="1306854"/>
                  </a:lnTo>
                  <a:lnTo>
                    <a:pt x="9292217" y="1323117"/>
                  </a:lnTo>
                  <a:lnTo>
                    <a:pt x="9354298" y="1337726"/>
                  </a:lnTo>
                  <a:lnTo>
                    <a:pt x="9422099" y="1350872"/>
                  </a:lnTo>
                  <a:lnTo>
                    <a:pt x="9496307" y="1362727"/>
                  </a:lnTo>
                  <a:lnTo>
                    <a:pt x="9577395" y="1373439"/>
                  </a:lnTo>
                  <a:lnTo>
                    <a:pt x="9665478" y="1383118"/>
                  </a:lnTo>
                  <a:lnTo>
                    <a:pt x="9760143" y="1391843"/>
                  </a:lnTo>
                  <a:lnTo>
                    <a:pt x="9860262" y="1399657"/>
                  </a:lnTo>
                  <a:lnTo>
                    <a:pt x="9963824" y="1406572"/>
                  </a:lnTo>
                  <a:lnTo>
                    <a:pt x="10067860" y="1412576"/>
                  </a:lnTo>
                  <a:lnTo>
                    <a:pt x="10168545" y="1417650"/>
                  </a:lnTo>
                  <a:lnTo>
                    <a:pt x="10261538" y="1421778"/>
                  </a:lnTo>
                  <a:lnTo>
                    <a:pt x="10342575" y="1424973"/>
                  </a:lnTo>
                  <a:lnTo>
                    <a:pt x="10408221" y="1427287"/>
                  </a:lnTo>
                  <a:lnTo>
                    <a:pt x="10456580" y="1428820"/>
                  </a:lnTo>
                  <a:lnTo>
                    <a:pt x="10487766" y="1429713"/>
                  </a:lnTo>
                  <a:lnTo>
                    <a:pt x="10504007" y="1430135"/>
                  </a:lnTo>
                  <a:lnTo>
                    <a:pt x="10509461" y="1430264"/>
                  </a:lnTo>
                  <a:lnTo>
                    <a:pt x="10509911" y="1430274"/>
                  </a:lnTo>
                  <a:lnTo>
                    <a:pt x="11981298" y="1430274"/>
                  </a:lnTo>
                  <a:lnTo>
                    <a:pt x="11981298" y="1422101"/>
                  </a:lnTo>
                  <a:lnTo>
                    <a:pt x="10509911" y="1422101"/>
                  </a:lnTo>
                  <a:lnTo>
                    <a:pt x="10508688" y="1422074"/>
                  </a:lnTo>
                  <a:lnTo>
                    <a:pt x="10500662" y="1421879"/>
                  </a:lnTo>
                  <a:lnTo>
                    <a:pt x="10480474" y="1421340"/>
                  </a:lnTo>
                  <a:lnTo>
                    <a:pt x="10444492" y="1420279"/>
                  </a:lnTo>
                  <a:lnTo>
                    <a:pt x="10391085" y="1418535"/>
                  </a:lnTo>
                  <a:lnTo>
                    <a:pt x="10320745" y="1415975"/>
                  </a:lnTo>
                  <a:lnTo>
                    <a:pt x="10235871" y="1412516"/>
                  </a:lnTo>
                  <a:lnTo>
                    <a:pt x="10140215" y="1408116"/>
                  </a:lnTo>
                  <a:lnTo>
                    <a:pt x="10038136" y="1402773"/>
                  </a:lnTo>
                  <a:lnTo>
                    <a:pt x="9933878" y="1396505"/>
                  </a:lnTo>
                  <a:lnTo>
                    <a:pt x="9831044" y="1389332"/>
                  </a:lnTo>
                  <a:lnTo>
                    <a:pt x="9732327" y="1381258"/>
                  </a:lnTo>
                  <a:lnTo>
                    <a:pt x="9639472" y="1372265"/>
                  </a:lnTo>
                  <a:lnTo>
                    <a:pt x="9553383" y="1362299"/>
                  </a:lnTo>
                  <a:lnTo>
                    <a:pt x="9474301" y="1351272"/>
                  </a:lnTo>
                  <a:lnTo>
                    <a:pt x="9401994" y="1339062"/>
                  </a:lnTo>
                  <a:lnTo>
                    <a:pt x="9335914" y="1325514"/>
                  </a:lnTo>
                  <a:lnTo>
                    <a:pt x="9275330" y="1310451"/>
                  </a:lnTo>
                  <a:lnTo>
                    <a:pt x="9219420" y="1293676"/>
                  </a:lnTo>
                  <a:lnTo>
                    <a:pt x="9167343" y="1275001"/>
                  </a:lnTo>
                  <a:lnTo>
                    <a:pt x="9118289" y="1254274"/>
                  </a:lnTo>
                  <a:lnTo>
                    <a:pt x="9084767" y="1238209"/>
                  </a:lnTo>
                  <a:lnTo>
                    <a:pt x="9034819" y="1211318"/>
                  </a:lnTo>
                  <a:lnTo>
                    <a:pt x="8986400" y="1181804"/>
                  </a:lnTo>
                  <a:lnTo>
                    <a:pt x="8938956" y="1149626"/>
                  </a:lnTo>
                  <a:lnTo>
                    <a:pt x="8892078" y="1114821"/>
                  </a:lnTo>
                  <a:lnTo>
                    <a:pt x="8845471" y="1077521"/>
                  </a:lnTo>
                  <a:lnTo>
                    <a:pt x="8798938" y="1037951"/>
                  </a:lnTo>
                  <a:lnTo>
                    <a:pt x="8752365" y="996438"/>
                  </a:lnTo>
                  <a:lnTo>
                    <a:pt x="8705702" y="953395"/>
                  </a:lnTo>
                  <a:lnTo>
                    <a:pt x="8658954" y="909311"/>
                  </a:lnTo>
                  <a:lnTo>
                    <a:pt x="8612159" y="864732"/>
                  </a:lnTo>
                  <a:lnTo>
                    <a:pt x="8565371" y="820225"/>
                  </a:lnTo>
                  <a:lnTo>
                    <a:pt x="8518643" y="776357"/>
                  </a:lnTo>
                  <a:lnTo>
                    <a:pt x="8472004" y="733660"/>
                  </a:lnTo>
                  <a:lnTo>
                    <a:pt x="8425448" y="692606"/>
                  </a:lnTo>
                  <a:lnTo>
                    <a:pt x="8378910" y="653589"/>
                  </a:lnTo>
                  <a:lnTo>
                    <a:pt x="8332256" y="616907"/>
                  </a:lnTo>
                  <a:lnTo>
                    <a:pt x="8285266" y="582764"/>
                  </a:lnTo>
                  <a:lnTo>
                    <a:pt x="8237618" y="551264"/>
                  </a:lnTo>
                  <a:lnTo>
                    <a:pt x="8188868" y="522427"/>
                  </a:lnTo>
                  <a:lnTo>
                    <a:pt x="8151487" y="502639"/>
                  </a:lnTo>
                  <a:lnTo>
                    <a:pt x="8104138" y="480403"/>
                  </a:lnTo>
                  <a:lnTo>
                    <a:pt x="8054294" y="460277"/>
                  </a:lnTo>
                  <a:lnTo>
                    <a:pt x="8001202" y="442166"/>
                  </a:lnTo>
                  <a:lnTo>
                    <a:pt x="7944036" y="425903"/>
                  </a:lnTo>
                  <a:lnTo>
                    <a:pt x="7881955" y="411295"/>
                  </a:lnTo>
                  <a:lnTo>
                    <a:pt x="7814155" y="398149"/>
                  </a:lnTo>
                  <a:lnTo>
                    <a:pt x="7739946" y="386293"/>
                  </a:lnTo>
                  <a:lnTo>
                    <a:pt x="7658858" y="375582"/>
                  </a:lnTo>
                  <a:lnTo>
                    <a:pt x="7570775" y="365903"/>
                  </a:lnTo>
                  <a:lnTo>
                    <a:pt x="7476110" y="357178"/>
                  </a:lnTo>
                  <a:lnTo>
                    <a:pt x="7375991" y="349364"/>
                  </a:lnTo>
                  <a:lnTo>
                    <a:pt x="7272430" y="342449"/>
                  </a:lnTo>
                  <a:lnTo>
                    <a:pt x="7168393" y="336444"/>
                  </a:lnTo>
                  <a:lnTo>
                    <a:pt x="7067708" y="331371"/>
                  </a:lnTo>
                  <a:lnTo>
                    <a:pt x="6974716" y="327243"/>
                  </a:lnTo>
                  <a:lnTo>
                    <a:pt x="6893679" y="324048"/>
                  </a:lnTo>
                  <a:lnTo>
                    <a:pt x="6828033" y="321733"/>
                  </a:lnTo>
                  <a:lnTo>
                    <a:pt x="6779673" y="320200"/>
                  </a:lnTo>
                  <a:lnTo>
                    <a:pt x="6748488" y="319307"/>
                  </a:lnTo>
                  <a:lnTo>
                    <a:pt x="6732246" y="318885"/>
                  </a:lnTo>
                  <a:lnTo>
                    <a:pt x="6726793" y="318756"/>
                  </a:lnTo>
                  <a:lnTo>
                    <a:pt x="6726343" y="318746"/>
                  </a:lnTo>
                  <a:lnTo>
                    <a:pt x="5254955" y="318746"/>
                  </a:lnTo>
                  <a:lnTo>
                    <a:pt x="5253719" y="318738"/>
                  </a:lnTo>
                  <a:lnTo>
                    <a:pt x="5245605" y="318681"/>
                  </a:lnTo>
                  <a:lnTo>
                    <a:pt x="5225203" y="318524"/>
                  </a:lnTo>
                  <a:lnTo>
                    <a:pt x="5188859" y="318214"/>
                  </a:lnTo>
                  <a:lnTo>
                    <a:pt x="5134950" y="317704"/>
                  </a:lnTo>
                  <a:lnTo>
                    <a:pt x="5064009" y="316957"/>
                  </a:lnTo>
                  <a:lnTo>
                    <a:pt x="4978499" y="315947"/>
                  </a:lnTo>
                  <a:lnTo>
                    <a:pt x="4882238" y="314663"/>
                  </a:lnTo>
                  <a:lnTo>
                    <a:pt x="4779639" y="313105"/>
                  </a:lnTo>
                  <a:lnTo>
                    <a:pt x="4674981" y="311278"/>
                  </a:lnTo>
                  <a:lnTo>
                    <a:pt x="4571877" y="309188"/>
                  </a:lnTo>
                  <a:lnTo>
                    <a:pt x="4473014" y="306835"/>
                  </a:lnTo>
                  <a:lnTo>
                    <a:pt x="4380114" y="304214"/>
                  </a:lnTo>
                  <a:lnTo>
                    <a:pt x="4294058" y="301309"/>
                  </a:lnTo>
                  <a:lnTo>
                    <a:pt x="4215060" y="298094"/>
                  </a:lnTo>
                  <a:lnTo>
                    <a:pt x="4142863" y="294531"/>
                  </a:lnTo>
                  <a:lnTo>
                    <a:pt x="4076899" y="290577"/>
                  </a:lnTo>
                  <a:lnTo>
                    <a:pt x="4016423" y="286178"/>
                  </a:lnTo>
                  <a:lnTo>
                    <a:pt x="3960599" y="281276"/>
                  </a:lnTo>
                  <a:lnTo>
                    <a:pt x="3908575" y="275818"/>
                  </a:lnTo>
                  <a:lnTo>
                    <a:pt x="3859539" y="269761"/>
                  </a:lnTo>
                  <a:lnTo>
                    <a:pt x="3829811" y="265622"/>
                  </a:lnTo>
                  <a:lnTo>
                    <a:pt x="3774267" y="256918"/>
                  </a:lnTo>
                  <a:lnTo>
                    <a:pt x="3720537" y="247272"/>
                  </a:lnTo>
                  <a:lnTo>
                    <a:pt x="3667891" y="236670"/>
                  </a:lnTo>
                  <a:lnTo>
                    <a:pt x="3615809" y="225140"/>
                  </a:lnTo>
                  <a:lnTo>
                    <a:pt x="3563941" y="212748"/>
                  </a:lnTo>
                  <a:lnTo>
                    <a:pt x="3512074" y="199605"/>
                  </a:lnTo>
                  <a:lnTo>
                    <a:pt x="3460108" y="185864"/>
                  </a:lnTo>
                  <a:lnTo>
                    <a:pt x="3408033" y="171713"/>
                  </a:lnTo>
                  <a:lnTo>
                    <a:pt x="3355894" y="157368"/>
                  </a:lnTo>
                  <a:lnTo>
                    <a:pt x="3303767" y="143054"/>
                  </a:lnTo>
                  <a:lnTo>
                    <a:pt x="3251719" y="128997"/>
                  </a:lnTo>
                  <a:lnTo>
                    <a:pt x="3199786" y="115406"/>
                  </a:lnTo>
                  <a:lnTo>
                    <a:pt x="3147933" y="102459"/>
                  </a:lnTo>
                  <a:lnTo>
                    <a:pt x="3096031" y="90298"/>
                  </a:lnTo>
                  <a:lnTo>
                    <a:pt x="3043834" y="79022"/>
                  </a:lnTo>
                  <a:lnTo>
                    <a:pt x="2990946" y="68686"/>
                  </a:lnTo>
                  <a:lnTo>
                    <a:pt x="2936793" y="59305"/>
                  </a:lnTo>
                  <a:lnTo>
                    <a:pt x="2896531" y="53124"/>
                  </a:lnTo>
                  <a:lnTo>
                    <a:pt x="2848999" y="46677"/>
                  </a:lnTo>
                  <a:lnTo>
                    <a:pt x="2798950" y="40844"/>
                  </a:lnTo>
                  <a:lnTo>
                    <a:pt x="2745621" y="35598"/>
                  </a:lnTo>
                  <a:lnTo>
                    <a:pt x="2688179" y="30889"/>
                  </a:lnTo>
                  <a:lnTo>
                    <a:pt x="2625771" y="26660"/>
                  </a:lnTo>
                  <a:lnTo>
                    <a:pt x="2557586" y="22856"/>
                  </a:lnTo>
                  <a:lnTo>
                    <a:pt x="2482931" y="19427"/>
                  </a:lnTo>
                  <a:lnTo>
                    <a:pt x="2401335" y="16330"/>
                  </a:lnTo>
                  <a:lnTo>
                    <a:pt x="2312696" y="13532"/>
                  </a:lnTo>
                  <a:lnTo>
                    <a:pt x="2217451" y="11012"/>
                  </a:lnTo>
                  <a:lnTo>
                    <a:pt x="2116771" y="8756"/>
                  </a:lnTo>
                  <a:lnTo>
                    <a:pt x="2012729" y="6762"/>
                  </a:lnTo>
                  <a:lnTo>
                    <a:pt x="1908367" y="5034"/>
                  </a:lnTo>
                  <a:lnTo>
                    <a:pt x="1807588" y="3577"/>
                  </a:lnTo>
                  <a:lnTo>
                    <a:pt x="1714797" y="2394"/>
                  </a:lnTo>
                  <a:lnTo>
                    <a:pt x="1634278" y="1483"/>
                  </a:lnTo>
                  <a:lnTo>
                    <a:pt x="1569432" y="827"/>
                  </a:lnTo>
                  <a:lnTo>
                    <a:pt x="1522059" y="397"/>
                  </a:lnTo>
                  <a:lnTo>
                    <a:pt x="1491903" y="149"/>
                  </a:lnTo>
                  <a:lnTo>
                    <a:pt x="1476563" y="35"/>
                  </a:lnTo>
                  <a:lnTo>
                    <a:pt x="1471704" y="1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759" name="pl759"/>
            <p:cNvSpPr/>
            <p:nvPr/>
          </p:nvSpPr>
          <p:spPr>
            <a:xfrm>
              <a:off x="4799595" y="2961039"/>
              <a:ext cx="11981298" cy="1422101"/>
            </a:xfrm>
            <a:custGeom>
              <a:avLst/>
              <a:pathLst>
                <a:path w="11981298" h="1422101">
                  <a:moveTo>
                    <a:pt x="0" y="0"/>
                  </a:moveTo>
                  <a:lnTo>
                    <a:pt x="1471387" y="0"/>
                  </a:lnTo>
                  <a:lnTo>
                    <a:pt x="1472624" y="7"/>
                  </a:lnTo>
                  <a:lnTo>
                    <a:pt x="1480738" y="64"/>
                  </a:lnTo>
                  <a:lnTo>
                    <a:pt x="1501139" y="222"/>
                  </a:lnTo>
                  <a:lnTo>
                    <a:pt x="1537484" y="532"/>
                  </a:lnTo>
                  <a:lnTo>
                    <a:pt x="1591393" y="1042"/>
                  </a:lnTo>
                  <a:lnTo>
                    <a:pt x="1662333" y="1789"/>
                  </a:lnTo>
                  <a:lnTo>
                    <a:pt x="1747843" y="2799"/>
                  </a:lnTo>
                  <a:lnTo>
                    <a:pt x="1844104" y="4083"/>
                  </a:lnTo>
                  <a:lnTo>
                    <a:pt x="1946703" y="5641"/>
                  </a:lnTo>
                  <a:lnTo>
                    <a:pt x="2051361" y="7468"/>
                  </a:lnTo>
                  <a:lnTo>
                    <a:pt x="2154465" y="9558"/>
                  </a:lnTo>
                  <a:lnTo>
                    <a:pt x="2253329" y="11911"/>
                  </a:lnTo>
                  <a:lnTo>
                    <a:pt x="2346228" y="14532"/>
                  </a:lnTo>
                  <a:lnTo>
                    <a:pt x="2432285" y="17437"/>
                  </a:lnTo>
                  <a:lnTo>
                    <a:pt x="2511283" y="20652"/>
                  </a:lnTo>
                  <a:lnTo>
                    <a:pt x="2583480" y="24214"/>
                  </a:lnTo>
                  <a:lnTo>
                    <a:pt x="2649443" y="28169"/>
                  </a:lnTo>
                  <a:lnTo>
                    <a:pt x="2709919" y="32568"/>
                  </a:lnTo>
                  <a:lnTo>
                    <a:pt x="2765744" y="37469"/>
                  </a:lnTo>
                  <a:lnTo>
                    <a:pt x="2817767" y="42927"/>
                  </a:lnTo>
                  <a:lnTo>
                    <a:pt x="2866804" y="48985"/>
                  </a:lnTo>
                  <a:lnTo>
                    <a:pt x="2896531" y="53124"/>
                  </a:lnTo>
                  <a:lnTo>
                    <a:pt x="2952075" y="61828"/>
                  </a:lnTo>
                  <a:lnTo>
                    <a:pt x="3005805" y="71474"/>
                  </a:lnTo>
                  <a:lnTo>
                    <a:pt x="3058451" y="82076"/>
                  </a:lnTo>
                  <a:lnTo>
                    <a:pt x="3110533" y="93606"/>
                  </a:lnTo>
                  <a:lnTo>
                    <a:pt x="3162401" y="105998"/>
                  </a:lnTo>
                  <a:lnTo>
                    <a:pt x="3214269" y="119141"/>
                  </a:lnTo>
                  <a:lnTo>
                    <a:pt x="3266234" y="132882"/>
                  </a:lnTo>
                  <a:lnTo>
                    <a:pt x="3318309" y="147032"/>
                  </a:lnTo>
                  <a:lnTo>
                    <a:pt x="3370448" y="161378"/>
                  </a:lnTo>
                  <a:lnTo>
                    <a:pt x="3422576" y="175692"/>
                  </a:lnTo>
                  <a:lnTo>
                    <a:pt x="3474623" y="189749"/>
                  </a:lnTo>
                  <a:lnTo>
                    <a:pt x="3526556" y="203340"/>
                  </a:lnTo>
                  <a:lnTo>
                    <a:pt x="3578410" y="216287"/>
                  </a:lnTo>
                  <a:lnTo>
                    <a:pt x="3630311" y="228448"/>
                  </a:lnTo>
                  <a:lnTo>
                    <a:pt x="3682508" y="239724"/>
                  </a:lnTo>
                  <a:lnTo>
                    <a:pt x="3735396" y="250060"/>
                  </a:lnTo>
                  <a:lnTo>
                    <a:pt x="3789549" y="259441"/>
                  </a:lnTo>
                  <a:lnTo>
                    <a:pt x="3829811" y="265622"/>
                  </a:lnTo>
                  <a:lnTo>
                    <a:pt x="3877343" y="272069"/>
                  </a:lnTo>
                  <a:lnTo>
                    <a:pt x="3927392" y="277902"/>
                  </a:lnTo>
                  <a:lnTo>
                    <a:pt x="3980721" y="283148"/>
                  </a:lnTo>
                  <a:lnTo>
                    <a:pt x="4038164" y="287857"/>
                  </a:lnTo>
                  <a:lnTo>
                    <a:pt x="4100571" y="292086"/>
                  </a:lnTo>
                  <a:lnTo>
                    <a:pt x="4168756" y="295890"/>
                  </a:lnTo>
                  <a:lnTo>
                    <a:pt x="4243412" y="299319"/>
                  </a:lnTo>
                  <a:lnTo>
                    <a:pt x="4325007" y="302416"/>
                  </a:lnTo>
                  <a:lnTo>
                    <a:pt x="4413646" y="305214"/>
                  </a:lnTo>
                  <a:lnTo>
                    <a:pt x="4508891" y="307734"/>
                  </a:lnTo>
                  <a:lnTo>
                    <a:pt x="4609571" y="309990"/>
                  </a:lnTo>
                  <a:lnTo>
                    <a:pt x="4713613" y="311984"/>
                  </a:lnTo>
                  <a:lnTo>
                    <a:pt x="4817976" y="313712"/>
                  </a:lnTo>
                  <a:lnTo>
                    <a:pt x="4918754" y="315169"/>
                  </a:lnTo>
                  <a:lnTo>
                    <a:pt x="5011545" y="316352"/>
                  </a:lnTo>
                  <a:lnTo>
                    <a:pt x="5092064" y="317262"/>
                  </a:lnTo>
                  <a:lnTo>
                    <a:pt x="5156910" y="317919"/>
                  </a:lnTo>
                  <a:lnTo>
                    <a:pt x="5204283" y="318349"/>
                  </a:lnTo>
                  <a:lnTo>
                    <a:pt x="5234439" y="318597"/>
                  </a:lnTo>
                  <a:lnTo>
                    <a:pt x="5249779" y="318711"/>
                  </a:lnTo>
                  <a:lnTo>
                    <a:pt x="5254638" y="318744"/>
                  </a:lnTo>
                  <a:lnTo>
                    <a:pt x="5254955" y="318746"/>
                  </a:lnTo>
                  <a:lnTo>
                    <a:pt x="6726343" y="318746"/>
                  </a:lnTo>
                  <a:lnTo>
                    <a:pt x="6727565" y="318774"/>
                  </a:lnTo>
                  <a:lnTo>
                    <a:pt x="6735592" y="318969"/>
                  </a:lnTo>
                  <a:lnTo>
                    <a:pt x="6755779" y="319508"/>
                  </a:lnTo>
                  <a:lnTo>
                    <a:pt x="6791761" y="320568"/>
                  </a:lnTo>
                  <a:lnTo>
                    <a:pt x="6845168" y="322313"/>
                  </a:lnTo>
                  <a:lnTo>
                    <a:pt x="6915509" y="324872"/>
                  </a:lnTo>
                  <a:lnTo>
                    <a:pt x="7000383" y="328332"/>
                  </a:lnTo>
                  <a:lnTo>
                    <a:pt x="7096038" y="332732"/>
                  </a:lnTo>
                  <a:lnTo>
                    <a:pt x="7198117" y="338075"/>
                  </a:lnTo>
                  <a:lnTo>
                    <a:pt x="7302375" y="344343"/>
                  </a:lnTo>
                  <a:lnTo>
                    <a:pt x="7405209" y="351516"/>
                  </a:lnTo>
                  <a:lnTo>
                    <a:pt x="7503926" y="359589"/>
                  </a:lnTo>
                  <a:lnTo>
                    <a:pt x="7596781" y="368583"/>
                  </a:lnTo>
                  <a:lnTo>
                    <a:pt x="7682870" y="378549"/>
                  </a:lnTo>
                  <a:lnTo>
                    <a:pt x="7761952" y="389576"/>
                  </a:lnTo>
                  <a:lnTo>
                    <a:pt x="7834259" y="401786"/>
                  </a:lnTo>
                  <a:lnTo>
                    <a:pt x="7900340" y="415333"/>
                  </a:lnTo>
                  <a:lnTo>
                    <a:pt x="7960924" y="430397"/>
                  </a:lnTo>
                  <a:lnTo>
                    <a:pt x="8016833" y="447172"/>
                  </a:lnTo>
                  <a:lnTo>
                    <a:pt x="8068910" y="465846"/>
                  </a:lnTo>
                  <a:lnTo>
                    <a:pt x="8117964" y="486573"/>
                  </a:lnTo>
                  <a:lnTo>
                    <a:pt x="8151487" y="502639"/>
                  </a:lnTo>
                  <a:lnTo>
                    <a:pt x="8201435" y="529530"/>
                  </a:lnTo>
                  <a:lnTo>
                    <a:pt x="8249854" y="559043"/>
                  </a:lnTo>
                  <a:lnTo>
                    <a:pt x="8297297" y="591222"/>
                  </a:lnTo>
                  <a:lnTo>
                    <a:pt x="8344175" y="626027"/>
                  </a:lnTo>
                  <a:lnTo>
                    <a:pt x="8390782" y="663327"/>
                  </a:lnTo>
                  <a:lnTo>
                    <a:pt x="8437315" y="702896"/>
                  </a:lnTo>
                  <a:lnTo>
                    <a:pt x="8483889" y="744410"/>
                  </a:lnTo>
                  <a:lnTo>
                    <a:pt x="8530551" y="787453"/>
                  </a:lnTo>
                  <a:lnTo>
                    <a:pt x="8577299" y="831536"/>
                  </a:lnTo>
                  <a:lnTo>
                    <a:pt x="8624094" y="876116"/>
                  </a:lnTo>
                  <a:lnTo>
                    <a:pt x="8670882" y="920622"/>
                  </a:lnTo>
                  <a:lnTo>
                    <a:pt x="8717611" y="964490"/>
                  </a:lnTo>
                  <a:lnTo>
                    <a:pt x="8764249" y="1007188"/>
                  </a:lnTo>
                  <a:lnTo>
                    <a:pt x="8810805" y="1048241"/>
                  </a:lnTo>
                  <a:lnTo>
                    <a:pt x="8857343" y="1087259"/>
                  </a:lnTo>
                  <a:lnTo>
                    <a:pt x="8903997" y="1123941"/>
                  </a:lnTo>
                  <a:lnTo>
                    <a:pt x="8950987" y="1158084"/>
                  </a:lnTo>
                  <a:lnTo>
                    <a:pt x="8998635" y="1189583"/>
                  </a:lnTo>
                  <a:lnTo>
                    <a:pt x="9047385" y="1218421"/>
                  </a:lnTo>
                  <a:lnTo>
                    <a:pt x="9084767" y="1238209"/>
                  </a:lnTo>
                  <a:lnTo>
                    <a:pt x="9132115" y="1260444"/>
                  </a:lnTo>
                  <a:lnTo>
                    <a:pt x="9181959" y="1280570"/>
                  </a:lnTo>
                  <a:lnTo>
                    <a:pt x="9235052" y="1298681"/>
                  </a:lnTo>
                  <a:lnTo>
                    <a:pt x="9292217" y="1314944"/>
                  </a:lnTo>
                  <a:lnTo>
                    <a:pt x="9354298" y="1329553"/>
                  </a:lnTo>
                  <a:lnTo>
                    <a:pt x="9422099" y="1342699"/>
                  </a:lnTo>
                  <a:lnTo>
                    <a:pt x="9496307" y="1354554"/>
                  </a:lnTo>
                  <a:lnTo>
                    <a:pt x="9577395" y="1365266"/>
                  </a:lnTo>
                  <a:lnTo>
                    <a:pt x="9665478" y="1374945"/>
                  </a:lnTo>
                  <a:lnTo>
                    <a:pt x="9760143" y="1383670"/>
                  </a:lnTo>
                  <a:lnTo>
                    <a:pt x="9860262" y="1391484"/>
                  </a:lnTo>
                  <a:lnTo>
                    <a:pt x="9963824" y="1398399"/>
                  </a:lnTo>
                  <a:lnTo>
                    <a:pt x="10067860" y="1404403"/>
                  </a:lnTo>
                  <a:lnTo>
                    <a:pt x="10168545" y="1409477"/>
                  </a:lnTo>
                  <a:lnTo>
                    <a:pt x="10261538" y="1413605"/>
                  </a:lnTo>
                  <a:lnTo>
                    <a:pt x="10342575" y="1416800"/>
                  </a:lnTo>
                  <a:lnTo>
                    <a:pt x="10408221" y="1419114"/>
                  </a:lnTo>
                  <a:lnTo>
                    <a:pt x="10456580" y="1420647"/>
                  </a:lnTo>
                  <a:lnTo>
                    <a:pt x="10487766" y="1421540"/>
                  </a:lnTo>
                  <a:lnTo>
                    <a:pt x="10504007" y="1421962"/>
                  </a:lnTo>
                  <a:lnTo>
                    <a:pt x="10509461" y="1422091"/>
                  </a:lnTo>
                  <a:lnTo>
                    <a:pt x="10509911" y="1422101"/>
                  </a:lnTo>
                  <a:lnTo>
                    <a:pt x="11981298" y="142210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60" name="pl760"/>
            <p:cNvSpPr/>
            <p:nvPr/>
          </p:nvSpPr>
          <p:spPr>
            <a:xfrm>
              <a:off x="4799595" y="2952866"/>
              <a:ext cx="11981298" cy="1422101"/>
            </a:xfrm>
            <a:custGeom>
              <a:avLst/>
              <a:pathLst>
                <a:path w="11981298" h="1422101">
                  <a:moveTo>
                    <a:pt x="11981298" y="1422101"/>
                  </a:moveTo>
                  <a:lnTo>
                    <a:pt x="10509911" y="1422101"/>
                  </a:lnTo>
                  <a:lnTo>
                    <a:pt x="10508688" y="1422074"/>
                  </a:lnTo>
                  <a:lnTo>
                    <a:pt x="10500662" y="1421879"/>
                  </a:lnTo>
                  <a:lnTo>
                    <a:pt x="10480474" y="1421340"/>
                  </a:lnTo>
                  <a:lnTo>
                    <a:pt x="10444492" y="1420279"/>
                  </a:lnTo>
                  <a:lnTo>
                    <a:pt x="10391085" y="1418535"/>
                  </a:lnTo>
                  <a:lnTo>
                    <a:pt x="10320745" y="1415975"/>
                  </a:lnTo>
                  <a:lnTo>
                    <a:pt x="10235871" y="1412516"/>
                  </a:lnTo>
                  <a:lnTo>
                    <a:pt x="10140215" y="1408116"/>
                  </a:lnTo>
                  <a:lnTo>
                    <a:pt x="10038136" y="1402773"/>
                  </a:lnTo>
                  <a:lnTo>
                    <a:pt x="9933878" y="1396505"/>
                  </a:lnTo>
                  <a:lnTo>
                    <a:pt x="9831044" y="1389332"/>
                  </a:lnTo>
                  <a:lnTo>
                    <a:pt x="9732327" y="1381258"/>
                  </a:lnTo>
                  <a:lnTo>
                    <a:pt x="9639472" y="1372265"/>
                  </a:lnTo>
                  <a:lnTo>
                    <a:pt x="9553383" y="1362299"/>
                  </a:lnTo>
                  <a:lnTo>
                    <a:pt x="9474301" y="1351272"/>
                  </a:lnTo>
                  <a:lnTo>
                    <a:pt x="9401994" y="1339062"/>
                  </a:lnTo>
                  <a:lnTo>
                    <a:pt x="9335914" y="1325514"/>
                  </a:lnTo>
                  <a:lnTo>
                    <a:pt x="9275330" y="1310451"/>
                  </a:lnTo>
                  <a:lnTo>
                    <a:pt x="9219420" y="1293676"/>
                  </a:lnTo>
                  <a:lnTo>
                    <a:pt x="9167343" y="1275001"/>
                  </a:lnTo>
                  <a:lnTo>
                    <a:pt x="9118289" y="1254274"/>
                  </a:lnTo>
                  <a:lnTo>
                    <a:pt x="9084767" y="1238209"/>
                  </a:lnTo>
                  <a:lnTo>
                    <a:pt x="9034819" y="1211318"/>
                  </a:lnTo>
                  <a:lnTo>
                    <a:pt x="8986400" y="1181804"/>
                  </a:lnTo>
                  <a:lnTo>
                    <a:pt x="8938956" y="1149626"/>
                  </a:lnTo>
                  <a:lnTo>
                    <a:pt x="8892078" y="1114821"/>
                  </a:lnTo>
                  <a:lnTo>
                    <a:pt x="8845471" y="1077521"/>
                  </a:lnTo>
                  <a:lnTo>
                    <a:pt x="8798938" y="1037951"/>
                  </a:lnTo>
                  <a:lnTo>
                    <a:pt x="8752365" y="996438"/>
                  </a:lnTo>
                  <a:lnTo>
                    <a:pt x="8705702" y="953395"/>
                  </a:lnTo>
                  <a:lnTo>
                    <a:pt x="8658954" y="909311"/>
                  </a:lnTo>
                  <a:lnTo>
                    <a:pt x="8612159" y="864732"/>
                  </a:lnTo>
                  <a:lnTo>
                    <a:pt x="8565371" y="820225"/>
                  </a:lnTo>
                  <a:lnTo>
                    <a:pt x="8518643" y="776357"/>
                  </a:lnTo>
                  <a:lnTo>
                    <a:pt x="8472004" y="733660"/>
                  </a:lnTo>
                  <a:lnTo>
                    <a:pt x="8425448" y="692606"/>
                  </a:lnTo>
                  <a:lnTo>
                    <a:pt x="8378910" y="653589"/>
                  </a:lnTo>
                  <a:lnTo>
                    <a:pt x="8332256" y="616907"/>
                  </a:lnTo>
                  <a:lnTo>
                    <a:pt x="8285266" y="582764"/>
                  </a:lnTo>
                  <a:lnTo>
                    <a:pt x="8237618" y="551264"/>
                  </a:lnTo>
                  <a:lnTo>
                    <a:pt x="8188868" y="522427"/>
                  </a:lnTo>
                  <a:lnTo>
                    <a:pt x="8151487" y="502639"/>
                  </a:lnTo>
                  <a:lnTo>
                    <a:pt x="8104138" y="480403"/>
                  </a:lnTo>
                  <a:lnTo>
                    <a:pt x="8054294" y="460277"/>
                  </a:lnTo>
                  <a:lnTo>
                    <a:pt x="8001202" y="442166"/>
                  </a:lnTo>
                  <a:lnTo>
                    <a:pt x="7944036" y="425903"/>
                  </a:lnTo>
                  <a:lnTo>
                    <a:pt x="7881955" y="411295"/>
                  </a:lnTo>
                  <a:lnTo>
                    <a:pt x="7814155" y="398149"/>
                  </a:lnTo>
                  <a:lnTo>
                    <a:pt x="7739946" y="386293"/>
                  </a:lnTo>
                  <a:lnTo>
                    <a:pt x="7658858" y="375582"/>
                  </a:lnTo>
                  <a:lnTo>
                    <a:pt x="7570775" y="365903"/>
                  </a:lnTo>
                  <a:lnTo>
                    <a:pt x="7476110" y="357178"/>
                  </a:lnTo>
                  <a:lnTo>
                    <a:pt x="7375991" y="349364"/>
                  </a:lnTo>
                  <a:lnTo>
                    <a:pt x="7272430" y="342449"/>
                  </a:lnTo>
                  <a:lnTo>
                    <a:pt x="7168393" y="336444"/>
                  </a:lnTo>
                  <a:lnTo>
                    <a:pt x="7067708" y="331371"/>
                  </a:lnTo>
                  <a:lnTo>
                    <a:pt x="6974716" y="327243"/>
                  </a:lnTo>
                  <a:lnTo>
                    <a:pt x="6893679" y="324048"/>
                  </a:lnTo>
                  <a:lnTo>
                    <a:pt x="6828033" y="321733"/>
                  </a:lnTo>
                  <a:lnTo>
                    <a:pt x="6779673" y="320200"/>
                  </a:lnTo>
                  <a:lnTo>
                    <a:pt x="6748488" y="319307"/>
                  </a:lnTo>
                  <a:lnTo>
                    <a:pt x="6732246" y="318885"/>
                  </a:lnTo>
                  <a:lnTo>
                    <a:pt x="6726793" y="318756"/>
                  </a:lnTo>
                  <a:lnTo>
                    <a:pt x="6726343" y="318746"/>
                  </a:lnTo>
                  <a:lnTo>
                    <a:pt x="5254955" y="318746"/>
                  </a:lnTo>
                  <a:lnTo>
                    <a:pt x="5253719" y="318738"/>
                  </a:lnTo>
                  <a:lnTo>
                    <a:pt x="5245605" y="318681"/>
                  </a:lnTo>
                  <a:lnTo>
                    <a:pt x="5225203" y="318524"/>
                  </a:lnTo>
                  <a:lnTo>
                    <a:pt x="5188859" y="318214"/>
                  </a:lnTo>
                  <a:lnTo>
                    <a:pt x="5134950" y="317704"/>
                  </a:lnTo>
                  <a:lnTo>
                    <a:pt x="5064009" y="316957"/>
                  </a:lnTo>
                  <a:lnTo>
                    <a:pt x="4978499" y="315947"/>
                  </a:lnTo>
                  <a:lnTo>
                    <a:pt x="4882238" y="314663"/>
                  </a:lnTo>
                  <a:lnTo>
                    <a:pt x="4779639" y="313105"/>
                  </a:lnTo>
                  <a:lnTo>
                    <a:pt x="4674981" y="311278"/>
                  </a:lnTo>
                  <a:lnTo>
                    <a:pt x="4571877" y="309188"/>
                  </a:lnTo>
                  <a:lnTo>
                    <a:pt x="4473014" y="306835"/>
                  </a:lnTo>
                  <a:lnTo>
                    <a:pt x="4380114" y="304214"/>
                  </a:lnTo>
                  <a:lnTo>
                    <a:pt x="4294058" y="301309"/>
                  </a:lnTo>
                  <a:lnTo>
                    <a:pt x="4215060" y="298094"/>
                  </a:lnTo>
                  <a:lnTo>
                    <a:pt x="4142863" y="294531"/>
                  </a:lnTo>
                  <a:lnTo>
                    <a:pt x="4076899" y="290577"/>
                  </a:lnTo>
                  <a:lnTo>
                    <a:pt x="4016423" y="286178"/>
                  </a:lnTo>
                  <a:lnTo>
                    <a:pt x="3960599" y="281276"/>
                  </a:lnTo>
                  <a:lnTo>
                    <a:pt x="3908575" y="275818"/>
                  </a:lnTo>
                  <a:lnTo>
                    <a:pt x="3859539" y="269761"/>
                  </a:lnTo>
                  <a:lnTo>
                    <a:pt x="3829811" y="265622"/>
                  </a:lnTo>
                  <a:lnTo>
                    <a:pt x="3774267" y="256918"/>
                  </a:lnTo>
                  <a:lnTo>
                    <a:pt x="3720537" y="247272"/>
                  </a:lnTo>
                  <a:lnTo>
                    <a:pt x="3667891" y="236670"/>
                  </a:lnTo>
                  <a:lnTo>
                    <a:pt x="3615809" y="225140"/>
                  </a:lnTo>
                  <a:lnTo>
                    <a:pt x="3563941" y="212748"/>
                  </a:lnTo>
                  <a:lnTo>
                    <a:pt x="3512074" y="199605"/>
                  </a:lnTo>
                  <a:lnTo>
                    <a:pt x="3460108" y="185864"/>
                  </a:lnTo>
                  <a:lnTo>
                    <a:pt x="3408033" y="171713"/>
                  </a:lnTo>
                  <a:lnTo>
                    <a:pt x="3355894" y="157368"/>
                  </a:lnTo>
                  <a:lnTo>
                    <a:pt x="3303767" y="143054"/>
                  </a:lnTo>
                  <a:lnTo>
                    <a:pt x="3251719" y="128997"/>
                  </a:lnTo>
                  <a:lnTo>
                    <a:pt x="3199786" y="115406"/>
                  </a:lnTo>
                  <a:lnTo>
                    <a:pt x="3147933" y="102459"/>
                  </a:lnTo>
                  <a:lnTo>
                    <a:pt x="3096031" y="90298"/>
                  </a:lnTo>
                  <a:lnTo>
                    <a:pt x="3043834" y="79022"/>
                  </a:lnTo>
                  <a:lnTo>
                    <a:pt x="2990946" y="68686"/>
                  </a:lnTo>
                  <a:lnTo>
                    <a:pt x="2936793" y="59305"/>
                  </a:lnTo>
                  <a:lnTo>
                    <a:pt x="2896531" y="53124"/>
                  </a:lnTo>
                  <a:lnTo>
                    <a:pt x="2848999" y="46677"/>
                  </a:lnTo>
                  <a:lnTo>
                    <a:pt x="2798950" y="40844"/>
                  </a:lnTo>
                  <a:lnTo>
                    <a:pt x="2745621" y="35598"/>
                  </a:lnTo>
                  <a:lnTo>
                    <a:pt x="2688179" y="30889"/>
                  </a:lnTo>
                  <a:lnTo>
                    <a:pt x="2625771" y="26660"/>
                  </a:lnTo>
                  <a:lnTo>
                    <a:pt x="2557586" y="22856"/>
                  </a:lnTo>
                  <a:lnTo>
                    <a:pt x="2482931" y="19427"/>
                  </a:lnTo>
                  <a:lnTo>
                    <a:pt x="2401335" y="16330"/>
                  </a:lnTo>
                  <a:lnTo>
                    <a:pt x="2312696" y="13532"/>
                  </a:lnTo>
                  <a:lnTo>
                    <a:pt x="2217451" y="11012"/>
                  </a:lnTo>
                  <a:lnTo>
                    <a:pt x="2116771" y="8756"/>
                  </a:lnTo>
                  <a:lnTo>
                    <a:pt x="2012729" y="6762"/>
                  </a:lnTo>
                  <a:lnTo>
                    <a:pt x="1908367" y="5034"/>
                  </a:lnTo>
                  <a:lnTo>
                    <a:pt x="1807588" y="3577"/>
                  </a:lnTo>
                  <a:lnTo>
                    <a:pt x="1714797" y="2394"/>
                  </a:lnTo>
                  <a:lnTo>
                    <a:pt x="1634278" y="1483"/>
                  </a:lnTo>
                  <a:lnTo>
                    <a:pt x="1569432" y="827"/>
                  </a:lnTo>
                  <a:lnTo>
                    <a:pt x="1522059" y="397"/>
                  </a:lnTo>
                  <a:lnTo>
                    <a:pt x="1491903" y="149"/>
                  </a:lnTo>
                  <a:lnTo>
                    <a:pt x="1476563" y="35"/>
                  </a:lnTo>
                  <a:lnTo>
                    <a:pt x="1471704" y="1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61" name="pg761"/>
            <p:cNvSpPr/>
            <p:nvPr/>
          </p:nvSpPr>
          <p:spPr>
            <a:xfrm>
              <a:off x="4799595" y="2961039"/>
              <a:ext cx="11981298" cy="2705262"/>
            </a:xfrm>
            <a:custGeom>
              <a:avLst/>
              <a:pathLst>
                <a:path w="11981298" h="2705262">
                  <a:moveTo>
                    <a:pt x="0" y="8172"/>
                  </a:moveTo>
                  <a:lnTo>
                    <a:pt x="1471387" y="8172"/>
                  </a:lnTo>
                  <a:lnTo>
                    <a:pt x="1472623" y="8183"/>
                  </a:lnTo>
                  <a:lnTo>
                    <a:pt x="1480730" y="8261"/>
                  </a:lnTo>
                  <a:lnTo>
                    <a:pt x="1501114" y="8475"/>
                  </a:lnTo>
                  <a:lnTo>
                    <a:pt x="1537431" y="8895"/>
                  </a:lnTo>
                  <a:lnTo>
                    <a:pt x="1591301" y="9587"/>
                  </a:lnTo>
                  <a:lnTo>
                    <a:pt x="1662194" y="10602"/>
                  </a:lnTo>
                  <a:lnTo>
                    <a:pt x="1747655" y="11974"/>
                  </a:lnTo>
                  <a:lnTo>
                    <a:pt x="1843869" y="13717"/>
                  </a:lnTo>
                  <a:lnTo>
                    <a:pt x="1946427" y="15833"/>
                  </a:lnTo>
                  <a:lnTo>
                    <a:pt x="2051054" y="18314"/>
                  </a:lnTo>
                  <a:lnTo>
                    <a:pt x="2154137" y="21153"/>
                  </a:lnTo>
                  <a:lnTo>
                    <a:pt x="2252990" y="24348"/>
                  </a:lnTo>
                  <a:lnTo>
                    <a:pt x="2345886" y="27907"/>
                  </a:lnTo>
                  <a:lnTo>
                    <a:pt x="2431945" y="31852"/>
                  </a:lnTo>
                  <a:lnTo>
                    <a:pt x="2510950" y="36219"/>
                  </a:lnTo>
                  <a:lnTo>
                    <a:pt x="2583156" y="41056"/>
                  </a:lnTo>
                  <a:lnTo>
                    <a:pt x="2649128" y="46426"/>
                  </a:lnTo>
                  <a:lnTo>
                    <a:pt x="2709613" y="52399"/>
                  </a:lnTo>
                  <a:lnTo>
                    <a:pt x="2765443" y="59054"/>
                  </a:lnTo>
                  <a:lnTo>
                    <a:pt x="2817471" y="66465"/>
                  </a:lnTo>
                  <a:lnTo>
                    <a:pt x="2866509" y="74690"/>
                  </a:lnTo>
                  <a:lnTo>
                    <a:pt x="2896531" y="80367"/>
                  </a:lnTo>
                  <a:lnTo>
                    <a:pt x="2951521" y="92069"/>
                  </a:lnTo>
                  <a:lnTo>
                    <a:pt x="3004725" y="105025"/>
                  </a:lnTo>
                  <a:lnTo>
                    <a:pt x="3056855" y="119254"/>
                  </a:lnTo>
                  <a:lnTo>
                    <a:pt x="3108420" y="134721"/>
                  </a:lnTo>
                  <a:lnTo>
                    <a:pt x="3159765" y="151340"/>
                  </a:lnTo>
                  <a:lnTo>
                    <a:pt x="3211101" y="168967"/>
                  </a:lnTo>
                  <a:lnTo>
                    <a:pt x="3262530" y="187405"/>
                  </a:lnTo>
                  <a:lnTo>
                    <a:pt x="3314069" y="206408"/>
                  </a:lnTo>
                  <a:lnTo>
                    <a:pt x="3365675" y="225694"/>
                  </a:lnTo>
                  <a:lnTo>
                    <a:pt x="3417277" y="244966"/>
                  </a:lnTo>
                  <a:lnTo>
                    <a:pt x="3468806" y="263926"/>
                  </a:lnTo>
                  <a:lnTo>
                    <a:pt x="3520224" y="282295"/>
                  </a:lnTo>
                  <a:lnTo>
                    <a:pt x="3571555" y="299833"/>
                  </a:lnTo>
                  <a:lnTo>
                    <a:pt x="3622910" y="316346"/>
                  </a:lnTo>
                  <a:lnTo>
                    <a:pt x="3674512" y="331696"/>
                  </a:lnTo>
                  <a:lnTo>
                    <a:pt x="3726721" y="345801"/>
                  </a:lnTo>
                  <a:lnTo>
                    <a:pt x="3780064" y="358635"/>
                  </a:lnTo>
                  <a:lnTo>
                    <a:pt x="3829811" y="369147"/>
                  </a:lnTo>
                  <a:lnTo>
                    <a:pt x="3877329" y="377905"/>
                  </a:lnTo>
                  <a:lnTo>
                    <a:pt x="3927362" y="385830"/>
                  </a:lnTo>
                  <a:lnTo>
                    <a:pt x="3980673" y="392958"/>
                  </a:lnTo>
                  <a:lnTo>
                    <a:pt x="4038093" y="399357"/>
                  </a:lnTo>
                  <a:lnTo>
                    <a:pt x="4100476" y="405102"/>
                  </a:lnTo>
                  <a:lnTo>
                    <a:pt x="4168631" y="410271"/>
                  </a:lnTo>
                  <a:lnTo>
                    <a:pt x="4243251" y="414931"/>
                  </a:lnTo>
                  <a:lnTo>
                    <a:pt x="4324807" y="419140"/>
                  </a:lnTo>
                  <a:lnTo>
                    <a:pt x="4413403" y="422942"/>
                  </a:lnTo>
                  <a:lnTo>
                    <a:pt x="4508603" y="426367"/>
                  </a:lnTo>
                  <a:lnTo>
                    <a:pt x="4609239" y="429432"/>
                  </a:lnTo>
                  <a:lnTo>
                    <a:pt x="4713244" y="432142"/>
                  </a:lnTo>
                  <a:lnTo>
                    <a:pt x="4817581" y="434492"/>
                  </a:lnTo>
                  <a:lnTo>
                    <a:pt x="4918353" y="436473"/>
                  </a:lnTo>
                  <a:lnTo>
                    <a:pt x="5011160" y="438081"/>
                  </a:lnTo>
                  <a:lnTo>
                    <a:pt x="5091720" y="439320"/>
                  </a:lnTo>
                  <a:lnTo>
                    <a:pt x="5156629" y="440213"/>
                  </a:lnTo>
                  <a:lnTo>
                    <a:pt x="5204079" y="440799"/>
                  </a:lnTo>
                  <a:lnTo>
                    <a:pt x="5234315" y="441137"/>
                  </a:lnTo>
                  <a:lnTo>
                    <a:pt x="5249724" y="441293"/>
                  </a:lnTo>
                  <a:lnTo>
                    <a:pt x="5254629" y="441339"/>
                  </a:lnTo>
                  <a:lnTo>
                    <a:pt x="5254955" y="441341"/>
                  </a:lnTo>
                  <a:lnTo>
                    <a:pt x="6726343" y="441341"/>
                  </a:lnTo>
                  <a:lnTo>
                    <a:pt x="6727520" y="441395"/>
                  </a:lnTo>
                  <a:lnTo>
                    <a:pt x="6735256" y="441780"/>
                  </a:lnTo>
                  <a:lnTo>
                    <a:pt x="6754736" y="442844"/>
                  </a:lnTo>
                  <a:lnTo>
                    <a:pt x="6789513" y="444937"/>
                  </a:lnTo>
                  <a:lnTo>
                    <a:pt x="6841249" y="448384"/>
                  </a:lnTo>
                  <a:lnTo>
                    <a:pt x="6909584" y="453446"/>
                  </a:lnTo>
                  <a:lnTo>
                    <a:pt x="6992322" y="460299"/>
                  </a:lnTo>
                  <a:lnTo>
                    <a:pt x="7085930" y="469030"/>
                  </a:lnTo>
                  <a:lnTo>
                    <a:pt x="7186238" y="479648"/>
                  </a:lnTo>
                  <a:lnTo>
                    <a:pt x="7289118" y="492121"/>
                  </a:lnTo>
                  <a:lnTo>
                    <a:pt x="7391009" y="506408"/>
                  </a:lnTo>
                  <a:lnTo>
                    <a:pt x="7489195" y="522495"/>
                  </a:lnTo>
                  <a:lnTo>
                    <a:pt x="7581870" y="540411"/>
                  </a:lnTo>
                  <a:lnTo>
                    <a:pt x="7668044" y="560250"/>
                  </a:lnTo>
                  <a:lnTo>
                    <a:pt x="7747390" y="582175"/>
                  </a:lnTo>
                  <a:lnTo>
                    <a:pt x="7820061" y="606413"/>
                  </a:lnTo>
                  <a:lnTo>
                    <a:pt x="7886535" y="633258"/>
                  </a:lnTo>
                  <a:lnTo>
                    <a:pt x="7947487" y="663055"/>
                  </a:lnTo>
                  <a:lnTo>
                    <a:pt x="8003696" y="696184"/>
                  </a:lnTo>
                  <a:lnTo>
                    <a:pt x="8055971" y="733025"/>
                  </a:lnTo>
                  <a:lnTo>
                    <a:pt x="8105106" y="773906"/>
                  </a:lnTo>
                  <a:lnTo>
                    <a:pt x="8151487" y="818661"/>
                  </a:lnTo>
                  <a:lnTo>
                    <a:pt x="8192492" y="863418"/>
                  </a:lnTo>
                  <a:lnTo>
                    <a:pt x="8232399" y="911760"/>
                  </a:lnTo>
                  <a:lnTo>
                    <a:pt x="8271532" y="963757"/>
                  </a:lnTo>
                  <a:lnTo>
                    <a:pt x="8310150" y="1019410"/>
                  </a:lnTo>
                  <a:lnTo>
                    <a:pt x="8348452" y="1078638"/>
                  </a:lnTo>
                  <a:lnTo>
                    <a:pt x="8386589" y="1141276"/>
                  </a:lnTo>
                  <a:lnTo>
                    <a:pt x="8424669" y="1207069"/>
                  </a:lnTo>
                  <a:lnTo>
                    <a:pt x="8462761" y="1275672"/>
                  </a:lnTo>
                  <a:lnTo>
                    <a:pt x="8500904" y="1346652"/>
                  </a:lnTo>
                  <a:lnTo>
                    <a:pt x="8539110" y="1419501"/>
                  </a:lnTo>
                  <a:lnTo>
                    <a:pt x="8577370" y="1493649"/>
                  </a:lnTo>
                  <a:lnTo>
                    <a:pt x="8615662" y="1568479"/>
                  </a:lnTo>
                  <a:lnTo>
                    <a:pt x="8653957" y="1643350"/>
                  </a:lnTo>
                  <a:lnTo>
                    <a:pt x="8692223" y="1717621"/>
                  </a:lnTo>
                  <a:lnTo>
                    <a:pt x="8730437" y="1790671"/>
                  </a:lnTo>
                  <a:lnTo>
                    <a:pt x="8768587" y="1861921"/>
                  </a:lnTo>
                  <a:lnTo>
                    <a:pt x="8806685" y="1930855"/>
                  </a:lnTo>
                  <a:lnTo>
                    <a:pt x="8844763" y="1997031"/>
                  </a:lnTo>
                  <a:lnTo>
                    <a:pt x="8882887" y="2060092"/>
                  </a:lnTo>
                  <a:lnTo>
                    <a:pt x="8921161" y="2119770"/>
                  </a:lnTo>
                  <a:lnTo>
                    <a:pt x="8959728" y="2175889"/>
                  </a:lnTo>
                  <a:lnTo>
                    <a:pt x="8998782" y="2228358"/>
                  </a:lnTo>
                  <a:lnTo>
                    <a:pt x="9038572" y="2277167"/>
                  </a:lnTo>
                  <a:lnTo>
                    <a:pt x="9079415" y="2322379"/>
                  </a:lnTo>
                  <a:lnTo>
                    <a:pt x="9084767" y="2327942"/>
                  </a:lnTo>
                  <a:lnTo>
                    <a:pt x="9131498" y="2373013"/>
                  </a:lnTo>
                  <a:lnTo>
                    <a:pt x="9180653" y="2413863"/>
                  </a:lnTo>
                  <a:lnTo>
                    <a:pt x="9232955" y="2450676"/>
                  </a:lnTo>
                  <a:lnTo>
                    <a:pt x="9289195" y="2483778"/>
                  </a:lnTo>
                  <a:lnTo>
                    <a:pt x="9350185" y="2513552"/>
                  </a:lnTo>
                  <a:lnTo>
                    <a:pt x="9416703" y="2540377"/>
                  </a:lnTo>
                  <a:lnTo>
                    <a:pt x="9489421" y="2564598"/>
                  </a:lnTo>
                  <a:lnTo>
                    <a:pt x="9568817" y="2586506"/>
                  </a:lnTo>
                  <a:lnTo>
                    <a:pt x="9655041" y="2606331"/>
                  </a:lnTo>
                  <a:lnTo>
                    <a:pt x="9747760" y="2624234"/>
                  </a:lnTo>
                  <a:lnTo>
                    <a:pt x="9845982" y="2640306"/>
                  </a:lnTo>
                  <a:lnTo>
                    <a:pt x="9947891" y="2654581"/>
                  </a:lnTo>
                  <a:lnTo>
                    <a:pt x="10050766" y="2667041"/>
                  </a:lnTo>
                  <a:lnTo>
                    <a:pt x="10151040" y="2677645"/>
                  </a:lnTo>
                  <a:lnTo>
                    <a:pt x="10244584" y="2686361"/>
                  </a:lnTo>
                  <a:lnTo>
                    <a:pt x="10327227" y="2693201"/>
                  </a:lnTo>
                  <a:lnTo>
                    <a:pt x="10395446" y="2698250"/>
                  </a:lnTo>
                  <a:lnTo>
                    <a:pt x="10447056" y="2701686"/>
                  </a:lnTo>
                  <a:lnTo>
                    <a:pt x="10481713" y="2703771"/>
                  </a:lnTo>
                  <a:lnTo>
                    <a:pt x="10501092" y="2704828"/>
                  </a:lnTo>
                  <a:lnTo>
                    <a:pt x="10508758" y="2705209"/>
                  </a:lnTo>
                  <a:lnTo>
                    <a:pt x="10509911" y="2705262"/>
                  </a:lnTo>
                  <a:lnTo>
                    <a:pt x="11981298" y="2705262"/>
                  </a:lnTo>
                  <a:lnTo>
                    <a:pt x="11981298" y="2697089"/>
                  </a:lnTo>
                  <a:lnTo>
                    <a:pt x="10509911" y="2697089"/>
                  </a:lnTo>
                  <a:lnTo>
                    <a:pt x="10508733" y="2697035"/>
                  </a:lnTo>
                  <a:lnTo>
                    <a:pt x="10500997" y="2696650"/>
                  </a:lnTo>
                  <a:lnTo>
                    <a:pt x="10481518" y="2695587"/>
                  </a:lnTo>
                  <a:lnTo>
                    <a:pt x="10446740" y="2693493"/>
                  </a:lnTo>
                  <a:lnTo>
                    <a:pt x="10395004" y="2690046"/>
                  </a:lnTo>
                  <a:lnTo>
                    <a:pt x="10326669" y="2684984"/>
                  </a:lnTo>
                  <a:lnTo>
                    <a:pt x="10243932" y="2678131"/>
                  </a:lnTo>
                  <a:lnTo>
                    <a:pt x="10150323" y="2669401"/>
                  </a:lnTo>
                  <a:lnTo>
                    <a:pt x="10050016" y="2658783"/>
                  </a:lnTo>
                  <a:lnTo>
                    <a:pt x="9947136" y="2646310"/>
                  </a:lnTo>
                  <a:lnTo>
                    <a:pt x="9845245" y="2632022"/>
                  </a:lnTo>
                  <a:lnTo>
                    <a:pt x="9747058" y="2615936"/>
                  </a:lnTo>
                  <a:lnTo>
                    <a:pt x="9654384" y="2598020"/>
                  </a:lnTo>
                  <a:lnTo>
                    <a:pt x="9568209" y="2578180"/>
                  </a:lnTo>
                  <a:lnTo>
                    <a:pt x="9488864" y="2556256"/>
                  </a:lnTo>
                  <a:lnTo>
                    <a:pt x="9416193" y="2532017"/>
                  </a:lnTo>
                  <a:lnTo>
                    <a:pt x="9349718" y="2505172"/>
                  </a:lnTo>
                  <a:lnTo>
                    <a:pt x="9288766" y="2475375"/>
                  </a:lnTo>
                  <a:lnTo>
                    <a:pt x="9232558" y="2442246"/>
                  </a:lnTo>
                  <a:lnTo>
                    <a:pt x="9180282" y="2405405"/>
                  </a:lnTo>
                  <a:lnTo>
                    <a:pt x="9131147" y="2364524"/>
                  </a:lnTo>
                  <a:lnTo>
                    <a:pt x="9084767" y="2319769"/>
                  </a:lnTo>
                  <a:lnTo>
                    <a:pt x="9043761" y="2275012"/>
                  </a:lnTo>
                  <a:lnTo>
                    <a:pt x="9003854" y="2226670"/>
                  </a:lnTo>
                  <a:lnTo>
                    <a:pt x="8964721" y="2174673"/>
                  </a:lnTo>
                  <a:lnTo>
                    <a:pt x="8926104" y="2119021"/>
                  </a:lnTo>
                  <a:lnTo>
                    <a:pt x="8887801" y="2059792"/>
                  </a:lnTo>
                  <a:lnTo>
                    <a:pt x="8849664" y="1997154"/>
                  </a:lnTo>
                  <a:lnTo>
                    <a:pt x="8811585" y="1931361"/>
                  </a:lnTo>
                  <a:lnTo>
                    <a:pt x="8773492" y="1862759"/>
                  </a:lnTo>
                  <a:lnTo>
                    <a:pt x="8735349" y="1791779"/>
                  </a:lnTo>
                  <a:lnTo>
                    <a:pt x="8697143" y="1718929"/>
                  </a:lnTo>
                  <a:lnTo>
                    <a:pt x="8658883" y="1644781"/>
                  </a:lnTo>
                  <a:lnTo>
                    <a:pt x="8620591" y="1569952"/>
                  </a:lnTo>
                  <a:lnTo>
                    <a:pt x="8582296" y="1495080"/>
                  </a:lnTo>
                  <a:lnTo>
                    <a:pt x="8544030" y="1420809"/>
                  </a:lnTo>
                  <a:lnTo>
                    <a:pt x="8505817" y="1347760"/>
                  </a:lnTo>
                  <a:lnTo>
                    <a:pt x="8467666" y="1276509"/>
                  </a:lnTo>
                  <a:lnTo>
                    <a:pt x="8429569" y="1207575"/>
                  </a:lnTo>
                  <a:lnTo>
                    <a:pt x="8391491" y="1141399"/>
                  </a:lnTo>
                  <a:lnTo>
                    <a:pt x="8353366" y="1078339"/>
                  </a:lnTo>
                  <a:lnTo>
                    <a:pt x="8315092" y="1018660"/>
                  </a:lnTo>
                  <a:lnTo>
                    <a:pt x="8276525" y="962541"/>
                  </a:lnTo>
                  <a:lnTo>
                    <a:pt x="8237472" y="910072"/>
                  </a:lnTo>
                  <a:lnTo>
                    <a:pt x="8197682" y="861263"/>
                  </a:lnTo>
                  <a:lnTo>
                    <a:pt x="8156838" y="816051"/>
                  </a:lnTo>
                  <a:lnTo>
                    <a:pt x="8151487" y="810489"/>
                  </a:lnTo>
                  <a:lnTo>
                    <a:pt x="8104755" y="765417"/>
                  </a:lnTo>
                  <a:lnTo>
                    <a:pt x="8055600" y="724567"/>
                  </a:lnTo>
                  <a:lnTo>
                    <a:pt x="8003298" y="687755"/>
                  </a:lnTo>
                  <a:lnTo>
                    <a:pt x="7947058" y="654652"/>
                  </a:lnTo>
                  <a:lnTo>
                    <a:pt x="7886068" y="624878"/>
                  </a:lnTo>
                  <a:lnTo>
                    <a:pt x="7819550" y="598053"/>
                  </a:lnTo>
                  <a:lnTo>
                    <a:pt x="7746832" y="573833"/>
                  </a:lnTo>
                  <a:lnTo>
                    <a:pt x="7667436" y="551924"/>
                  </a:lnTo>
                  <a:lnTo>
                    <a:pt x="7581212" y="532099"/>
                  </a:lnTo>
                  <a:lnTo>
                    <a:pt x="7488493" y="514197"/>
                  </a:lnTo>
                  <a:lnTo>
                    <a:pt x="7390271" y="498124"/>
                  </a:lnTo>
                  <a:lnTo>
                    <a:pt x="7288362" y="483849"/>
                  </a:lnTo>
                  <a:lnTo>
                    <a:pt x="7185487" y="471390"/>
                  </a:lnTo>
                  <a:lnTo>
                    <a:pt x="7085213" y="460786"/>
                  </a:lnTo>
                  <a:lnTo>
                    <a:pt x="6991670" y="452069"/>
                  </a:lnTo>
                  <a:lnTo>
                    <a:pt x="6909026" y="445230"/>
                  </a:lnTo>
                  <a:lnTo>
                    <a:pt x="6840807" y="440180"/>
                  </a:lnTo>
                  <a:lnTo>
                    <a:pt x="6789197" y="436744"/>
                  </a:lnTo>
                  <a:lnTo>
                    <a:pt x="6754540" y="434660"/>
                  </a:lnTo>
                  <a:lnTo>
                    <a:pt x="6735162" y="433602"/>
                  </a:lnTo>
                  <a:lnTo>
                    <a:pt x="6727495" y="433221"/>
                  </a:lnTo>
                  <a:lnTo>
                    <a:pt x="6726343" y="433168"/>
                  </a:lnTo>
                  <a:lnTo>
                    <a:pt x="5254955" y="433168"/>
                  </a:lnTo>
                  <a:lnTo>
                    <a:pt x="5253720" y="433158"/>
                  </a:lnTo>
                  <a:lnTo>
                    <a:pt x="5245612" y="433080"/>
                  </a:lnTo>
                  <a:lnTo>
                    <a:pt x="5225228" y="432866"/>
                  </a:lnTo>
                  <a:lnTo>
                    <a:pt x="5188911" y="432446"/>
                  </a:lnTo>
                  <a:lnTo>
                    <a:pt x="5135042" y="431754"/>
                  </a:lnTo>
                  <a:lnTo>
                    <a:pt x="5064148" y="430739"/>
                  </a:lnTo>
                  <a:lnTo>
                    <a:pt x="4978687" y="429367"/>
                  </a:lnTo>
                  <a:lnTo>
                    <a:pt x="4882473" y="427624"/>
                  </a:lnTo>
                  <a:lnTo>
                    <a:pt x="4779915" y="425508"/>
                  </a:lnTo>
                  <a:lnTo>
                    <a:pt x="4675288" y="423027"/>
                  </a:lnTo>
                  <a:lnTo>
                    <a:pt x="4572205" y="420188"/>
                  </a:lnTo>
                  <a:lnTo>
                    <a:pt x="4473352" y="416993"/>
                  </a:lnTo>
                  <a:lnTo>
                    <a:pt x="4380456" y="413434"/>
                  </a:lnTo>
                  <a:lnTo>
                    <a:pt x="4294397" y="409489"/>
                  </a:lnTo>
                  <a:lnTo>
                    <a:pt x="4215392" y="405122"/>
                  </a:lnTo>
                  <a:lnTo>
                    <a:pt x="4143186" y="400285"/>
                  </a:lnTo>
                  <a:lnTo>
                    <a:pt x="4077214" y="394915"/>
                  </a:lnTo>
                  <a:lnTo>
                    <a:pt x="4016729" y="388942"/>
                  </a:lnTo>
                  <a:lnTo>
                    <a:pt x="3960899" y="382287"/>
                  </a:lnTo>
                  <a:lnTo>
                    <a:pt x="3908871" y="374876"/>
                  </a:lnTo>
                  <a:lnTo>
                    <a:pt x="3859833" y="366651"/>
                  </a:lnTo>
                  <a:lnTo>
                    <a:pt x="3829811" y="360974"/>
                  </a:lnTo>
                  <a:lnTo>
                    <a:pt x="3774821" y="349272"/>
                  </a:lnTo>
                  <a:lnTo>
                    <a:pt x="3721617" y="336315"/>
                  </a:lnTo>
                  <a:lnTo>
                    <a:pt x="3669487" y="322087"/>
                  </a:lnTo>
                  <a:lnTo>
                    <a:pt x="3617922" y="306620"/>
                  </a:lnTo>
                  <a:lnTo>
                    <a:pt x="3566577" y="290001"/>
                  </a:lnTo>
                  <a:lnTo>
                    <a:pt x="3515241" y="272373"/>
                  </a:lnTo>
                  <a:lnTo>
                    <a:pt x="3463812" y="253936"/>
                  </a:lnTo>
                  <a:lnTo>
                    <a:pt x="3412273" y="234933"/>
                  </a:lnTo>
                  <a:lnTo>
                    <a:pt x="3360668" y="215646"/>
                  </a:lnTo>
                  <a:lnTo>
                    <a:pt x="3309065" y="196374"/>
                  </a:lnTo>
                  <a:lnTo>
                    <a:pt x="3257536" y="177415"/>
                  </a:lnTo>
                  <a:lnTo>
                    <a:pt x="3206118" y="159045"/>
                  </a:lnTo>
                  <a:lnTo>
                    <a:pt x="3154787" y="141508"/>
                  </a:lnTo>
                  <a:lnTo>
                    <a:pt x="3103432" y="124995"/>
                  </a:lnTo>
                  <a:lnTo>
                    <a:pt x="3051830" y="109645"/>
                  </a:lnTo>
                  <a:lnTo>
                    <a:pt x="2999621" y="95540"/>
                  </a:lnTo>
                  <a:lnTo>
                    <a:pt x="2946278" y="82706"/>
                  </a:lnTo>
                  <a:lnTo>
                    <a:pt x="2896531" y="72194"/>
                  </a:lnTo>
                  <a:lnTo>
                    <a:pt x="2849013" y="63436"/>
                  </a:lnTo>
                  <a:lnTo>
                    <a:pt x="2798980" y="55511"/>
                  </a:lnTo>
                  <a:lnTo>
                    <a:pt x="2745670" y="48383"/>
                  </a:lnTo>
                  <a:lnTo>
                    <a:pt x="2688249" y="41984"/>
                  </a:lnTo>
                  <a:lnTo>
                    <a:pt x="2625866" y="36238"/>
                  </a:lnTo>
                  <a:lnTo>
                    <a:pt x="2557711" y="31070"/>
                  </a:lnTo>
                  <a:lnTo>
                    <a:pt x="2483091" y="26410"/>
                  </a:lnTo>
                  <a:lnTo>
                    <a:pt x="2401535" y="22201"/>
                  </a:lnTo>
                  <a:lnTo>
                    <a:pt x="2312940" y="18399"/>
                  </a:lnTo>
                  <a:lnTo>
                    <a:pt x="2217739" y="14974"/>
                  </a:lnTo>
                  <a:lnTo>
                    <a:pt x="2117103" y="11909"/>
                  </a:lnTo>
                  <a:lnTo>
                    <a:pt x="2013098" y="9199"/>
                  </a:lnTo>
                  <a:lnTo>
                    <a:pt x="1908761" y="6849"/>
                  </a:lnTo>
                  <a:lnTo>
                    <a:pt x="1807989" y="4868"/>
                  </a:lnTo>
                  <a:lnTo>
                    <a:pt x="1715182" y="3260"/>
                  </a:lnTo>
                  <a:lnTo>
                    <a:pt x="1634622" y="2021"/>
                  </a:lnTo>
                  <a:lnTo>
                    <a:pt x="1569713" y="1128"/>
                  </a:lnTo>
                  <a:lnTo>
                    <a:pt x="1522263" y="541"/>
                  </a:lnTo>
                  <a:lnTo>
                    <a:pt x="1492027" y="204"/>
                  </a:lnTo>
                  <a:lnTo>
                    <a:pt x="1476618" y="48"/>
                  </a:lnTo>
                  <a:lnTo>
                    <a:pt x="1471713" y="2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762" name="pl762"/>
            <p:cNvSpPr/>
            <p:nvPr/>
          </p:nvSpPr>
          <p:spPr>
            <a:xfrm>
              <a:off x="4799595" y="2969212"/>
              <a:ext cx="11981298" cy="2697089"/>
            </a:xfrm>
            <a:custGeom>
              <a:avLst/>
              <a:pathLst>
                <a:path w="11981298" h="2697089">
                  <a:moveTo>
                    <a:pt x="0" y="0"/>
                  </a:moveTo>
                  <a:lnTo>
                    <a:pt x="1471387" y="0"/>
                  </a:lnTo>
                  <a:lnTo>
                    <a:pt x="1472623" y="10"/>
                  </a:lnTo>
                  <a:lnTo>
                    <a:pt x="1480730" y="88"/>
                  </a:lnTo>
                  <a:lnTo>
                    <a:pt x="1501114" y="302"/>
                  </a:lnTo>
                  <a:lnTo>
                    <a:pt x="1537431" y="722"/>
                  </a:lnTo>
                  <a:lnTo>
                    <a:pt x="1591301" y="1414"/>
                  </a:lnTo>
                  <a:lnTo>
                    <a:pt x="1662194" y="2429"/>
                  </a:lnTo>
                  <a:lnTo>
                    <a:pt x="1747655" y="3801"/>
                  </a:lnTo>
                  <a:lnTo>
                    <a:pt x="1843869" y="5544"/>
                  </a:lnTo>
                  <a:lnTo>
                    <a:pt x="1946427" y="7660"/>
                  </a:lnTo>
                  <a:lnTo>
                    <a:pt x="2051054" y="10141"/>
                  </a:lnTo>
                  <a:lnTo>
                    <a:pt x="2154137" y="12980"/>
                  </a:lnTo>
                  <a:lnTo>
                    <a:pt x="2252990" y="16175"/>
                  </a:lnTo>
                  <a:lnTo>
                    <a:pt x="2345886" y="19734"/>
                  </a:lnTo>
                  <a:lnTo>
                    <a:pt x="2431945" y="23679"/>
                  </a:lnTo>
                  <a:lnTo>
                    <a:pt x="2510950" y="28046"/>
                  </a:lnTo>
                  <a:lnTo>
                    <a:pt x="2583156" y="32883"/>
                  </a:lnTo>
                  <a:lnTo>
                    <a:pt x="2649128" y="38253"/>
                  </a:lnTo>
                  <a:lnTo>
                    <a:pt x="2709613" y="44226"/>
                  </a:lnTo>
                  <a:lnTo>
                    <a:pt x="2765443" y="50881"/>
                  </a:lnTo>
                  <a:lnTo>
                    <a:pt x="2817471" y="58292"/>
                  </a:lnTo>
                  <a:lnTo>
                    <a:pt x="2866509" y="66517"/>
                  </a:lnTo>
                  <a:lnTo>
                    <a:pt x="2896531" y="72194"/>
                  </a:lnTo>
                  <a:lnTo>
                    <a:pt x="2951521" y="83896"/>
                  </a:lnTo>
                  <a:lnTo>
                    <a:pt x="3004725" y="96852"/>
                  </a:lnTo>
                  <a:lnTo>
                    <a:pt x="3056855" y="111081"/>
                  </a:lnTo>
                  <a:lnTo>
                    <a:pt x="3108420" y="126548"/>
                  </a:lnTo>
                  <a:lnTo>
                    <a:pt x="3159765" y="143167"/>
                  </a:lnTo>
                  <a:lnTo>
                    <a:pt x="3211101" y="160794"/>
                  </a:lnTo>
                  <a:lnTo>
                    <a:pt x="3262530" y="179232"/>
                  </a:lnTo>
                  <a:lnTo>
                    <a:pt x="3314069" y="198235"/>
                  </a:lnTo>
                  <a:lnTo>
                    <a:pt x="3365675" y="217521"/>
                  </a:lnTo>
                  <a:lnTo>
                    <a:pt x="3417277" y="236793"/>
                  </a:lnTo>
                  <a:lnTo>
                    <a:pt x="3468806" y="255753"/>
                  </a:lnTo>
                  <a:lnTo>
                    <a:pt x="3520224" y="274122"/>
                  </a:lnTo>
                  <a:lnTo>
                    <a:pt x="3571555" y="291660"/>
                  </a:lnTo>
                  <a:lnTo>
                    <a:pt x="3622910" y="308173"/>
                  </a:lnTo>
                  <a:lnTo>
                    <a:pt x="3674512" y="323523"/>
                  </a:lnTo>
                  <a:lnTo>
                    <a:pt x="3726721" y="337628"/>
                  </a:lnTo>
                  <a:lnTo>
                    <a:pt x="3780064" y="350462"/>
                  </a:lnTo>
                  <a:lnTo>
                    <a:pt x="3829811" y="360974"/>
                  </a:lnTo>
                  <a:lnTo>
                    <a:pt x="3877329" y="369732"/>
                  </a:lnTo>
                  <a:lnTo>
                    <a:pt x="3927362" y="377657"/>
                  </a:lnTo>
                  <a:lnTo>
                    <a:pt x="3980673" y="384785"/>
                  </a:lnTo>
                  <a:lnTo>
                    <a:pt x="4038093" y="391184"/>
                  </a:lnTo>
                  <a:lnTo>
                    <a:pt x="4100476" y="396929"/>
                  </a:lnTo>
                  <a:lnTo>
                    <a:pt x="4168631" y="402098"/>
                  </a:lnTo>
                  <a:lnTo>
                    <a:pt x="4243251" y="406758"/>
                  </a:lnTo>
                  <a:lnTo>
                    <a:pt x="4324807" y="410967"/>
                  </a:lnTo>
                  <a:lnTo>
                    <a:pt x="4413403" y="414769"/>
                  </a:lnTo>
                  <a:lnTo>
                    <a:pt x="4508603" y="418194"/>
                  </a:lnTo>
                  <a:lnTo>
                    <a:pt x="4609239" y="421259"/>
                  </a:lnTo>
                  <a:lnTo>
                    <a:pt x="4713244" y="423969"/>
                  </a:lnTo>
                  <a:lnTo>
                    <a:pt x="4817581" y="426319"/>
                  </a:lnTo>
                  <a:lnTo>
                    <a:pt x="4918353" y="428300"/>
                  </a:lnTo>
                  <a:lnTo>
                    <a:pt x="5011160" y="429908"/>
                  </a:lnTo>
                  <a:lnTo>
                    <a:pt x="5091720" y="431147"/>
                  </a:lnTo>
                  <a:lnTo>
                    <a:pt x="5156629" y="432040"/>
                  </a:lnTo>
                  <a:lnTo>
                    <a:pt x="5204079" y="432626"/>
                  </a:lnTo>
                  <a:lnTo>
                    <a:pt x="5234315" y="432964"/>
                  </a:lnTo>
                  <a:lnTo>
                    <a:pt x="5249724" y="433120"/>
                  </a:lnTo>
                  <a:lnTo>
                    <a:pt x="5254629" y="433166"/>
                  </a:lnTo>
                  <a:lnTo>
                    <a:pt x="5254955" y="433168"/>
                  </a:lnTo>
                  <a:lnTo>
                    <a:pt x="6726343" y="433168"/>
                  </a:lnTo>
                  <a:lnTo>
                    <a:pt x="6727520" y="433222"/>
                  </a:lnTo>
                  <a:lnTo>
                    <a:pt x="6735256" y="433607"/>
                  </a:lnTo>
                  <a:lnTo>
                    <a:pt x="6754736" y="434671"/>
                  </a:lnTo>
                  <a:lnTo>
                    <a:pt x="6789513" y="436764"/>
                  </a:lnTo>
                  <a:lnTo>
                    <a:pt x="6841249" y="440211"/>
                  </a:lnTo>
                  <a:lnTo>
                    <a:pt x="6909584" y="445273"/>
                  </a:lnTo>
                  <a:lnTo>
                    <a:pt x="6992322" y="452126"/>
                  </a:lnTo>
                  <a:lnTo>
                    <a:pt x="7085930" y="460857"/>
                  </a:lnTo>
                  <a:lnTo>
                    <a:pt x="7186238" y="471475"/>
                  </a:lnTo>
                  <a:lnTo>
                    <a:pt x="7289118" y="483948"/>
                  </a:lnTo>
                  <a:lnTo>
                    <a:pt x="7391009" y="498235"/>
                  </a:lnTo>
                  <a:lnTo>
                    <a:pt x="7489195" y="514322"/>
                  </a:lnTo>
                  <a:lnTo>
                    <a:pt x="7581870" y="532238"/>
                  </a:lnTo>
                  <a:lnTo>
                    <a:pt x="7668044" y="552077"/>
                  </a:lnTo>
                  <a:lnTo>
                    <a:pt x="7747390" y="574002"/>
                  </a:lnTo>
                  <a:lnTo>
                    <a:pt x="7820061" y="598240"/>
                  </a:lnTo>
                  <a:lnTo>
                    <a:pt x="7886535" y="625085"/>
                  </a:lnTo>
                  <a:lnTo>
                    <a:pt x="7947487" y="654882"/>
                  </a:lnTo>
                  <a:lnTo>
                    <a:pt x="8003696" y="688011"/>
                  </a:lnTo>
                  <a:lnTo>
                    <a:pt x="8055971" y="724852"/>
                  </a:lnTo>
                  <a:lnTo>
                    <a:pt x="8105106" y="765733"/>
                  </a:lnTo>
                  <a:lnTo>
                    <a:pt x="8151487" y="810489"/>
                  </a:lnTo>
                  <a:lnTo>
                    <a:pt x="8192492" y="855245"/>
                  </a:lnTo>
                  <a:lnTo>
                    <a:pt x="8232399" y="903587"/>
                  </a:lnTo>
                  <a:lnTo>
                    <a:pt x="8271532" y="955584"/>
                  </a:lnTo>
                  <a:lnTo>
                    <a:pt x="8310150" y="1011237"/>
                  </a:lnTo>
                  <a:lnTo>
                    <a:pt x="8348452" y="1070465"/>
                  </a:lnTo>
                  <a:lnTo>
                    <a:pt x="8386589" y="1133103"/>
                  </a:lnTo>
                  <a:lnTo>
                    <a:pt x="8424669" y="1198896"/>
                  </a:lnTo>
                  <a:lnTo>
                    <a:pt x="8462761" y="1267499"/>
                  </a:lnTo>
                  <a:lnTo>
                    <a:pt x="8500904" y="1338479"/>
                  </a:lnTo>
                  <a:lnTo>
                    <a:pt x="8539110" y="1411328"/>
                  </a:lnTo>
                  <a:lnTo>
                    <a:pt x="8577370" y="1485476"/>
                  </a:lnTo>
                  <a:lnTo>
                    <a:pt x="8615662" y="1560306"/>
                  </a:lnTo>
                  <a:lnTo>
                    <a:pt x="8653957" y="1635177"/>
                  </a:lnTo>
                  <a:lnTo>
                    <a:pt x="8692223" y="1709448"/>
                  </a:lnTo>
                  <a:lnTo>
                    <a:pt x="8730437" y="1782498"/>
                  </a:lnTo>
                  <a:lnTo>
                    <a:pt x="8768587" y="1853748"/>
                  </a:lnTo>
                  <a:lnTo>
                    <a:pt x="8806685" y="1922682"/>
                  </a:lnTo>
                  <a:lnTo>
                    <a:pt x="8844763" y="1988858"/>
                  </a:lnTo>
                  <a:lnTo>
                    <a:pt x="8882887" y="2051919"/>
                  </a:lnTo>
                  <a:lnTo>
                    <a:pt x="8921161" y="2111597"/>
                  </a:lnTo>
                  <a:lnTo>
                    <a:pt x="8959728" y="2167716"/>
                  </a:lnTo>
                  <a:lnTo>
                    <a:pt x="8998782" y="2220185"/>
                  </a:lnTo>
                  <a:lnTo>
                    <a:pt x="9038572" y="2268994"/>
                  </a:lnTo>
                  <a:lnTo>
                    <a:pt x="9079415" y="2314206"/>
                  </a:lnTo>
                  <a:lnTo>
                    <a:pt x="9084767" y="2319769"/>
                  </a:lnTo>
                  <a:lnTo>
                    <a:pt x="9131498" y="2364840"/>
                  </a:lnTo>
                  <a:lnTo>
                    <a:pt x="9180653" y="2405690"/>
                  </a:lnTo>
                  <a:lnTo>
                    <a:pt x="9232955" y="2442503"/>
                  </a:lnTo>
                  <a:lnTo>
                    <a:pt x="9289195" y="2475605"/>
                  </a:lnTo>
                  <a:lnTo>
                    <a:pt x="9350185" y="2505379"/>
                  </a:lnTo>
                  <a:lnTo>
                    <a:pt x="9416703" y="2532204"/>
                  </a:lnTo>
                  <a:lnTo>
                    <a:pt x="9489421" y="2556425"/>
                  </a:lnTo>
                  <a:lnTo>
                    <a:pt x="9568817" y="2578333"/>
                  </a:lnTo>
                  <a:lnTo>
                    <a:pt x="9655041" y="2598158"/>
                  </a:lnTo>
                  <a:lnTo>
                    <a:pt x="9747760" y="2616061"/>
                  </a:lnTo>
                  <a:lnTo>
                    <a:pt x="9845982" y="2632133"/>
                  </a:lnTo>
                  <a:lnTo>
                    <a:pt x="9947891" y="2646408"/>
                  </a:lnTo>
                  <a:lnTo>
                    <a:pt x="10050766" y="2658868"/>
                  </a:lnTo>
                  <a:lnTo>
                    <a:pt x="10151040" y="2669472"/>
                  </a:lnTo>
                  <a:lnTo>
                    <a:pt x="10244584" y="2678188"/>
                  </a:lnTo>
                  <a:lnTo>
                    <a:pt x="10327227" y="2685028"/>
                  </a:lnTo>
                  <a:lnTo>
                    <a:pt x="10395446" y="2690077"/>
                  </a:lnTo>
                  <a:lnTo>
                    <a:pt x="10447056" y="2693513"/>
                  </a:lnTo>
                  <a:lnTo>
                    <a:pt x="10481713" y="2695598"/>
                  </a:lnTo>
                  <a:lnTo>
                    <a:pt x="10501092" y="2696655"/>
                  </a:lnTo>
                  <a:lnTo>
                    <a:pt x="10508758" y="2697036"/>
                  </a:lnTo>
                  <a:lnTo>
                    <a:pt x="10509911" y="2697089"/>
                  </a:lnTo>
                  <a:lnTo>
                    <a:pt x="11981298" y="269708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63" name="pl763"/>
            <p:cNvSpPr/>
            <p:nvPr/>
          </p:nvSpPr>
          <p:spPr>
            <a:xfrm>
              <a:off x="4799595" y="2961039"/>
              <a:ext cx="11981298" cy="2697089"/>
            </a:xfrm>
            <a:custGeom>
              <a:avLst/>
              <a:pathLst>
                <a:path w="11981298" h="2697089">
                  <a:moveTo>
                    <a:pt x="11981298" y="2697089"/>
                  </a:moveTo>
                  <a:lnTo>
                    <a:pt x="10509911" y="2697089"/>
                  </a:lnTo>
                  <a:lnTo>
                    <a:pt x="10508733" y="2697035"/>
                  </a:lnTo>
                  <a:lnTo>
                    <a:pt x="10500997" y="2696650"/>
                  </a:lnTo>
                  <a:lnTo>
                    <a:pt x="10481518" y="2695587"/>
                  </a:lnTo>
                  <a:lnTo>
                    <a:pt x="10446740" y="2693493"/>
                  </a:lnTo>
                  <a:lnTo>
                    <a:pt x="10395004" y="2690046"/>
                  </a:lnTo>
                  <a:lnTo>
                    <a:pt x="10326669" y="2684984"/>
                  </a:lnTo>
                  <a:lnTo>
                    <a:pt x="10243932" y="2678131"/>
                  </a:lnTo>
                  <a:lnTo>
                    <a:pt x="10150323" y="2669401"/>
                  </a:lnTo>
                  <a:lnTo>
                    <a:pt x="10050016" y="2658783"/>
                  </a:lnTo>
                  <a:lnTo>
                    <a:pt x="9947136" y="2646310"/>
                  </a:lnTo>
                  <a:lnTo>
                    <a:pt x="9845245" y="2632022"/>
                  </a:lnTo>
                  <a:lnTo>
                    <a:pt x="9747058" y="2615936"/>
                  </a:lnTo>
                  <a:lnTo>
                    <a:pt x="9654384" y="2598020"/>
                  </a:lnTo>
                  <a:lnTo>
                    <a:pt x="9568209" y="2578180"/>
                  </a:lnTo>
                  <a:lnTo>
                    <a:pt x="9488864" y="2556256"/>
                  </a:lnTo>
                  <a:lnTo>
                    <a:pt x="9416193" y="2532017"/>
                  </a:lnTo>
                  <a:lnTo>
                    <a:pt x="9349718" y="2505172"/>
                  </a:lnTo>
                  <a:lnTo>
                    <a:pt x="9288766" y="2475375"/>
                  </a:lnTo>
                  <a:lnTo>
                    <a:pt x="9232558" y="2442246"/>
                  </a:lnTo>
                  <a:lnTo>
                    <a:pt x="9180282" y="2405405"/>
                  </a:lnTo>
                  <a:lnTo>
                    <a:pt x="9131147" y="2364524"/>
                  </a:lnTo>
                  <a:lnTo>
                    <a:pt x="9084767" y="2319769"/>
                  </a:lnTo>
                  <a:lnTo>
                    <a:pt x="9043761" y="2275012"/>
                  </a:lnTo>
                  <a:lnTo>
                    <a:pt x="9003854" y="2226670"/>
                  </a:lnTo>
                  <a:lnTo>
                    <a:pt x="8964721" y="2174673"/>
                  </a:lnTo>
                  <a:lnTo>
                    <a:pt x="8926104" y="2119021"/>
                  </a:lnTo>
                  <a:lnTo>
                    <a:pt x="8887801" y="2059792"/>
                  </a:lnTo>
                  <a:lnTo>
                    <a:pt x="8849664" y="1997154"/>
                  </a:lnTo>
                  <a:lnTo>
                    <a:pt x="8811585" y="1931361"/>
                  </a:lnTo>
                  <a:lnTo>
                    <a:pt x="8773492" y="1862759"/>
                  </a:lnTo>
                  <a:lnTo>
                    <a:pt x="8735349" y="1791779"/>
                  </a:lnTo>
                  <a:lnTo>
                    <a:pt x="8697143" y="1718929"/>
                  </a:lnTo>
                  <a:lnTo>
                    <a:pt x="8658883" y="1644781"/>
                  </a:lnTo>
                  <a:lnTo>
                    <a:pt x="8620591" y="1569952"/>
                  </a:lnTo>
                  <a:lnTo>
                    <a:pt x="8582296" y="1495080"/>
                  </a:lnTo>
                  <a:lnTo>
                    <a:pt x="8544030" y="1420809"/>
                  </a:lnTo>
                  <a:lnTo>
                    <a:pt x="8505817" y="1347760"/>
                  </a:lnTo>
                  <a:lnTo>
                    <a:pt x="8467666" y="1276509"/>
                  </a:lnTo>
                  <a:lnTo>
                    <a:pt x="8429569" y="1207575"/>
                  </a:lnTo>
                  <a:lnTo>
                    <a:pt x="8391491" y="1141399"/>
                  </a:lnTo>
                  <a:lnTo>
                    <a:pt x="8353366" y="1078339"/>
                  </a:lnTo>
                  <a:lnTo>
                    <a:pt x="8315092" y="1018660"/>
                  </a:lnTo>
                  <a:lnTo>
                    <a:pt x="8276525" y="962541"/>
                  </a:lnTo>
                  <a:lnTo>
                    <a:pt x="8237472" y="910072"/>
                  </a:lnTo>
                  <a:lnTo>
                    <a:pt x="8197682" y="861263"/>
                  </a:lnTo>
                  <a:lnTo>
                    <a:pt x="8156838" y="816051"/>
                  </a:lnTo>
                  <a:lnTo>
                    <a:pt x="8151487" y="810489"/>
                  </a:lnTo>
                  <a:lnTo>
                    <a:pt x="8104755" y="765417"/>
                  </a:lnTo>
                  <a:lnTo>
                    <a:pt x="8055600" y="724567"/>
                  </a:lnTo>
                  <a:lnTo>
                    <a:pt x="8003298" y="687755"/>
                  </a:lnTo>
                  <a:lnTo>
                    <a:pt x="7947058" y="654652"/>
                  </a:lnTo>
                  <a:lnTo>
                    <a:pt x="7886068" y="624878"/>
                  </a:lnTo>
                  <a:lnTo>
                    <a:pt x="7819550" y="598053"/>
                  </a:lnTo>
                  <a:lnTo>
                    <a:pt x="7746832" y="573833"/>
                  </a:lnTo>
                  <a:lnTo>
                    <a:pt x="7667436" y="551924"/>
                  </a:lnTo>
                  <a:lnTo>
                    <a:pt x="7581212" y="532099"/>
                  </a:lnTo>
                  <a:lnTo>
                    <a:pt x="7488493" y="514197"/>
                  </a:lnTo>
                  <a:lnTo>
                    <a:pt x="7390271" y="498124"/>
                  </a:lnTo>
                  <a:lnTo>
                    <a:pt x="7288362" y="483849"/>
                  </a:lnTo>
                  <a:lnTo>
                    <a:pt x="7185487" y="471390"/>
                  </a:lnTo>
                  <a:lnTo>
                    <a:pt x="7085213" y="460786"/>
                  </a:lnTo>
                  <a:lnTo>
                    <a:pt x="6991670" y="452069"/>
                  </a:lnTo>
                  <a:lnTo>
                    <a:pt x="6909026" y="445230"/>
                  </a:lnTo>
                  <a:lnTo>
                    <a:pt x="6840807" y="440180"/>
                  </a:lnTo>
                  <a:lnTo>
                    <a:pt x="6789197" y="436744"/>
                  </a:lnTo>
                  <a:lnTo>
                    <a:pt x="6754540" y="434660"/>
                  </a:lnTo>
                  <a:lnTo>
                    <a:pt x="6735162" y="433602"/>
                  </a:lnTo>
                  <a:lnTo>
                    <a:pt x="6727495" y="433221"/>
                  </a:lnTo>
                  <a:lnTo>
                    <a:pt x="6726343" y="433168"/>
                  </a:lnTo>
                  <a:lnTo>
                    <a:pt x="5254955" y="433168"/>
                  </a:lnTo>
                  <a:lnTo>
                    <a:pt x="5253720" y="433158"/>
                  </a:lnTo>
                  <a:lnTo>
                    <a:pt x="5245612" y="433080"/>
                  </a:lnTo>
                  <a:lnTo>
                    <a:pt x="5225228" y="432866"/>
                  </a:lnTo>
                  <a:lnTo>
                    <a:pt x="5188911" y="432446"/>
                  </a:lnTo>
                  <a:lnTo>
                    <a:pt x="5135042" y="431754"/>
                  </a:lnTo>
                  <a:lnTo>
                    <a:pt x="5064148" y="430739"/>
                  </a:lnTo>
                  <a:lnTo>
                    <a:pt x="4978687" y="429367"/>
                  </a:lnTo>
                  <a:lnTo>
                    <a:pt x="4882473" y="427624"/>
                  </a:lnTo>
                  <a:lnTo>
                    <a:pt x="4779915" y="425508"/>
                  </a:lnTo>
                  <a:lnTo>
                    <a:pt x="4675288" y="423027"/>
                  </a:lnTo>
                  <a:lnTo>
                    <a:pt x="4572205" y="420188"/>
                  </a:lnTo>
                  <a:lnTo>
                    <a:pt x="4473352" y="416993"/>
                  </a:lnTo>
                  <a:lnTo>
                    <a:pt x="4380456" y="413434"/>
                  </a:lnTo>
                  <a:lnTo>
                    <a:pt x="4294397" y="409489"/>
                  </a:lnTo>
                  <a:lnTo>
                    <a:pt x="4215392" y="405122"/>
                  </a:lnTo>
                  <a:lnTo>
                    <a:pt x="4143186" y="400285"/>
                  </a:lnTo>
                  <a:lnTo>
                    <a:pt x="4077214" y="394915"/>
                  </a:lnTo>
                  <a:lnTo>
                    <a:pt x="4016729" y="388942"/>
                  </a:lnTo>
                  <a:lnTo>
                    <a:pt x="3960899" y="382287"/>
                  </a:lnTo>
                  <a:lnTo>
                    <a:pt x="3908871" y="374876"/>
                  </a:lnTo>
                  <a:lnTo>
                    <a:pt x="3859833" y="366651"/>
                  </a:lnTo>
                  <a:lnTo>
                    <a:pt x="3829811" y="360974"/>
                  </a:lnTo>
                  <a:lnTo>
                    <a:pt x="3774821" y="349272"/>
                  </a:lnTo>
                  <a:lnTo>
                    <a:pt x="3721617" y="336315"/>
                  </a:lnTo>
                  <a:lnTo>
                    <a:pt x="3669487" y="322087"/>
                  </a:lnTo>
                  <a:lnTo>
                    <a:pt x="3617922" y="306620"/>
                  </a:lnTo>
                  <a:lnTo>
                    <a:pt x="3566577" y="290001"/>
                  </a:lnTo>
                  <a:lnTo>
                    <a:pt x="3515241" y="272373"/>
                  </a:lnTo>
                  <a:lnTo>
                    <a:pt x="3463812" y="253936"/>
                  </a:lnTo>
                  <a:lnTo>
                    <a:pt x="3412273" y="234933"/>
                  </a:lnTo>
                  <a:lnTo>
                    <a:pt x="3360668" y="215646"/>
                  </a:lnTo>
                  <a:lnTo>
                    <a:pt x="3309065" y="196374"/>
                  </a:lnTo>
                  <a:lnTo>
                    <a:pt x="3257536" y="177415"/>
                  </a:lnTo>
                  <a:lnTo>
                    <a:pt x="3206118" y="159045"/>
                  </a:lnTo>
                  <a:lnTo>
                    <a:pt x="3154787" y="141508"/>
                  </a:lnTo>
                  <a:lnTo>
                    <a:pt x="3103432" y="124995"/>
                  </a:lnTo>
                  <a:lnTo>
                    <a:pt x="3051830" y="109645"/>
                  </a:lnTo>
                  <a:lnTo>
                    <a:pt x="2999621" y="95540"/>
                  </a:lnTo>
                  <a:lnTo>
                    <a:pt x="2946278" y="82706"/>
                  </a:lnTo>
                  <a:lnTo>
                    <a:pt x="2896531" y="72194"/>
                  </a:lnTo>
                  <a:lnTo>
                    <a:pt x="2849013" y="63436"/>
                  </a:lnTo>
                  <a:lnTo>
                    <a:pt x="2798980" y="55511"/>
                  </a:lnTo>
                  <a:lnTo>
                    <a:pt x="2745670" y="48383"/>
                  </a:lnTo>
                  <a:lnTo>
                    <a:pt x="2688249" y="41984"/>
                  </a:lnTo>
                  <a:lnTo>
                    <a:pt x="2625866" y="36238"/>
                  </a:lnTo>
                  <a:lnTo>
                    <a:pt x="2557711" y="31070"/>
                  </a:lnTo>
                  <a:lnTo>
                    <a:pt x="2483091" y="26410"/>
                  </a:lnTo>
                  <a:lnTo>
                    <a:pt x="2401535" y="22201"/>
                  </a:lnTo>
                  <a:lnTo>
                    <a:pt x="2312940" y="18399"/>
                  </a:lnTo>
                  <a:lnTo>
                    <a:pt x="2217739" y="14974"/>
                  </a:lnTo>
                  <a:lnTo>
                    <a:pt x="2117103" y="11909"/>
                  </a:lnTo>
                  <a:lnTo>
                    <a:pt x="2013098" y="9199"/>
                  </a:lnTo>
                  <a:lnTo>
                    <a:pt x="1908761" y="6849"/>
                  </a:lnTo>
                  <a:lnTo>
                    <a:pt x="1807989" y="4868"/>
                  </a:lnTo>
                  <a:lnTo>
                    <a:pt x="1715182" y="3260"/>
                  </a:lnTo>
                  <a:lnTo>
                    <a:pt x="1634622" y="2021"/>
                  </a:lnTo>
                  <a:lnTo>
                    <a:pt x="1569713" y="1128"/>
                  </a:lnTo>
                  <a:lnTo>
                    <a:pt x="1522263" y="541"/>
                  </a:lnTo>
                  <a:lnTo>
                    <a:pt x="1492027" y="204"/>
                  </a:lnTo>
                  <a:lnTo>
                    <a:pt x="1476618" y="48"/>
                  </a:lnTo>
                  <a:lnTo>
                    <a:pt x="1471713" y="2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64" name="pg764"/>
            <p:cNvSpPr/>
            <p:nvPr/>
          </p:nvSpPr>
          <p:spPr>
            <a:xfrm>
              <a:off x="4799595" y="2969212"/>
              <a:ext cx="11981298" cy="3342756"/>
            </a:xfrm>
            <a:custGeom>
              <a:avLst/>
              <a:pathLst>
                <a:path w="11981298" h="3342756">
                  <a:moveTo>
                    <a:pt x="0" y="8172"/>
                  </a:moveTo>
                  <a:lnTo>
                    <a:pt x="1471387" y="8172"/>
                  </a:lnTo>
                  <a:lnTo>
                    <a:pt x="1472622" y="8184"/>
                  </a:lnTo>
                  <a:lnTo>
                    <a:pt x="1480728" y="8266"/>
                  </a:lnTo>
                  <a:lnTo>
                    <a:pt x="1501108" y="8492"/>
                  </a:lnTo>
                  <a:lnTo>
                    <a:pt x="1537417" y="8936"/>
                  </a:lnTo>
                  <a:lnTo>
                    <a:pt x="1591277" y="9667"/>
                  </a:lnTo>
                  <a:lnTo>
                    <a:pt x="1662159" y="10739"/>
                  </a:lnTo>
                  <a:lnTo>
                    <a:pt x="1747607" y="12188"/>
                  </a:lnTo>
                  <a:lnTo>
                    <a:pt x="1843809" y="14029"/>
                  </a:lnTo>
                  <a:lnTo>
                    <a:pt x="1946357" y="16265"/>
                  </a:lnTo>
                  <a:lnTo>
                    <a:pt x="2050977" y="18886"/>
                  </a:lnTo>
                  <a:lnTo>
                    <a:pt x="2154054" y="21885"/>
                  </a:lnTo>
                  <a:lnTo>
                    <a:pt x="2252904" y="25260"/>
                  </a:lnTo>
                  <a:lnTo>
                    <a:pt x="2345800" y="29020"/>
                  </a:lnTo>
                  <a:lnTo>
                    <a:pt x="2431859" y="33188"/>
                  </a:lnTo>
                  <a:lnTo>
                    <a:pt x="2510866" y="37801"/>
                  </a:lnTo>
                  <a:lnTo>
                    <a:pt x="2583073" y="42911"/>
                  </a:lnTo>
                  <a:lnTo>
                    <a:pt x="2649048" y="48583"/>
                  </a:lnTo>
                  <a:lnTo>
                    <a:pt x="2709535" y="54894"/>
                  </a:lnTo>
                  <a:lnTo>
                    <a:pt x="2765367" y="61924"/>
                  </a:lnTo>
                  <a:lnTo>
                    <a:pt x="2817396" y="69752"/>
                  </a:lnTo>
                  <a:lnTo>
                    <a:pt x="2866434" y="78441"/>
                  </a:lnTo>
                  <a:lnTo>
                    <a:pt x="2896531" y="84454"/>
                  </a:lnTo>
                  <a:lnTo>
                    <a:pt x="2951384" y="96785"/>
                  </a:lnTo>
                  <a:lnTo>
                    <a:pt x="3004459" y="110435"/>
                  </a:lnTo>
                  <a:lnTo>
                    <a:pt x="3056463" y="125422"/>
                  </a:lnTo>
                  <a:lnTo>
                    <a:pt x="3107900" y="141712"/>
                  </a:lnTo>
                  <a:lnTo>
                    <a:pt x="3159117" y="159215"/>
                  </a:lnTo>
                  <a:lnTo>
                    <a:pt x="3210322" y="177780"/>
                  </a:lnTo>
                  <a:lnTo>
                    <a:pt x="3261620" y="197200"/>
                  </a:lnTo>
                  <a:lnTo>
                    <a:pt x="3313026" y="217219"/>
                  </a:lnTo>
                  <a:lnTo>
                    <a:pt x="3364501" y="237543"/>
                  </a:lnTo>
                  <a:lnTo>
                    <a:pt x="3415973" y="257858"/>
                  </a:lnTo>
                  <a:lnTo>
                    <a:pt x="3467375" y="277853"/>
                  </a:lnTo>
                  <a:lnTo>
                    <a:pt x="3518666" y="297235"/>
                  </a:lnTo>
                  <a:lnTo>
                    <a:pt x="3569869" y="315750"/>
                  </a:lnTo>
                  <a:lnTo>
                    <a:pt x="3621091" y="333193"/>
                  </a:lnTo>
                  <a:lnTo>
                    <a:pt x="3672548" y="349417"/>
                  </a:lnTo>
                  <a:lnTo>
                    <a:pt x="3724593" y="364336"/>
                  </a:lnTo>
                  <a:lnTo>
                    <a:pt x="3777740" y="377917"/>
                  </a:lnTo>
                  <a:lnTo>
                    <a:pt x="3829811" y="389579"/>
                  </a:lnTo>
                  <a:lnTo>
                    <a:pt x="3877325" y="398833"/>
                  </a:lnTo>
                  <a:lnTo>
                    <a:pt x="3927354" y="407205"/>
                  </a:lnTo>
                  <a:lnTo>
                    <a:pt x="3980660" y="414737"/>
                  </a:lnTo>
                  <a:lnTo>
                    <a:pt x="4038076" y="421497"/>
                  </a:lnTo>
                  <a:lnTo>
                    <a:pt x="4100452" y="427568"/>
                  </a:lnTo>
                  <a:lnTo>
                    <a:pt x="4168599" y="433029"/>
                  </a:lnTo>
                  <a:lnTo>
                    <a:pt x="4243210" y="437953"/>
                  </a:lnTo>
                  <a:lnTo>
                    <a:pt x="4324756" y="442399"/>
                  </a:lnTo>
                  <a:lnTo>
                    <a:pt x="4413341" y="446416"/>
                  </a:lnTo>
                  <a:lnTo>
                    <a:pt x="4508529" y="450036"/>
                  </a:lnTo>
                  <a:lnTo>
                    <a:pt x="4609155" y="453275"/>
                  </a:lnTo>
                  <a:lnTo>
                    <a:pt x="4713151" y="456138"/>
                  </a:lnTo>
                  <a:lnTo>
                    <a:pt x="4817481" y="458621"/>
                  </a:lnTo>
                  <a:lnTo>
                    <a:pt x="4918251" y="460714"/>
                  </a:lnTo>
                  <a:lnTo>
                    <a:pt x="5011063" y="462413"/>
                  </a:lnTo>
                  <a:lnTo>
                    <a:pt x="5091633" y="463723"/>
                  </a:lnTo>
                  <a:lnTo>
                    <a:pt x="5156558" y="464667"/>
                  </a:lnTo>
                  <a:lnTo>
                    <a:pt x="5204027" y="465287"/>
                  </a:lnTo>
                  <a:lnTo>
                    <a:pt x="5234283" y="465644"/>
                  </a:lnTo>
                  <a:lnTo>
                    <a:pt x="5249710" y="465809"/>
                  </a:lnTo>
                  <a:lnTo>
                    <a:pt x="5254626" y="465857"/>
                  </a:lnTo>
                  <a:lnTo>
                    <a:pt x="5254955" y="465860"/>
                  </a:lnTo>
                  <a:lnTo>
                    <a:pt x="6726343" y="465860"/>
                  </a:lnTo>
                  <a:lnTo>
                    <a:pt x="6727486" y="465927"/>
                  </a:lnTo>
                  <a:lnTo>
                    <a:pt x="6735005" y="466402"/>
                  </a:lnTo>
                  <a:lnTo>
                    <a:pt x="6753956" y="467713"/>
                  </a:lnTo>
                  <a:lnTo>
                    <a:pt x="6787831" y="470295"/>
                  </a:lnTo>
                  <a:lnTo>
                    <a:pt x="6838310" y="474549"/>
                  </a:lnTo>
                  <a:lnTo>
                    <a:pt x="6905128" y="480802"/>
                  </a:lnTo>
                  <a:lnTo>
                    <a:pt x="6986239" y="489277"/>
                  </a:lnTo>
                  <a:lnTo>
                    <a:pt x="7078276" y="500086"/>
                  </a:lnTo>
                  <a:lnTo>
                    <a:pt x="7177209" y="513250"/>
                  </a:lnTo>
                  <a:lnTo>
                    <a:pt x="7279004" y="528729"/>
                  </a:lnTo>
                  <a:lnTo>
                    <a:pt x="7380137" y="546473"/>
                  </a:lnTo>
                  <a:lnTo>
                    <a:pt x="7477882" y="566457"/>
                  </a:lnTo>
                  <a:lnTo>
                    <a:pt x="7570384" y="588714"/>
                  </a:lnTo>
                  <a:lnTo>
                    <a:pt x="7656597" y="613346"/>
                  </a:lnTo>
                  <a:lnTo>
                    <a:pt x="7736126" y="640544"/>
                  </a:lnTo>
                  <a:lnTo>
                    <a:pt x="7809065" y="670577"/>
                  </a:lnTo>
                  <a:lnTo>
                    <a:pt x="7875839" y="703796"/>
                  </a:lnTo>
                  <a:lnTo>
                    <a:pt x="7937079" y="740616"/>
                  </a:lnTo>
                  <a:lnTo>
                    <a:pt x="7993528" y="781503"/>
                  </a:lnTo>
                  <a:lnTo>
                    <a:pt x="8045974" y="826929"/>
                  </a:lnTo>
                  <a:lnTo>
                    <a:pt x="8095191" y="877318"/>
                  </a:lnTo>
                  <a:lnTo>
                    <a:pt x="8141899" y="932943"/>
                  </a:lnTo>
                  <a:lnTo>
                    <a:pt x="8151487" y="945343"/>
                  </a:lnTo>
                  <a:lnTo>
                    <a:pt x="8188938" y="997039"/>
                  </a:lnTo>
                  <a:lnTo>
                    <a:pt x="8225449" y="1052516"/>
                  </a:lnTo>
                  <a:lnTo>
                    <a:pt x="8261274" y="1111851"/>
                  </a:lnTo>
                  <a:lnTo>
                    <a:pt x="8296619" y="1175059"/>
                  </a:lnTo>
                  <a:lnTo>
                    <a:pt x="8331650" y="1242089"/>
                  </a:lnTo>
                  <a:lnTo>
                    <a:pt x="8366493" y="1312814"/>
                  </a:lnTo>
                  <a:lnTo>
                    <a:pt x="8401245" y="1387029"/>
                  </a:lnTo>
                  <a:lnTo>
                    <a:pt x="8435976" y="1464452"/>
                  </a:lnTo>
                  <a:lnTo>
                    <a:pt x="8470730" y="1544720"/>
                  </a:lnTo>
                  <a:lnTo>
                    <a:pt x="8505530" y="1627396"/>
                  </a:lnTo>
                  <a:lnTo>
                    <a:pt x="8540383" y="1711980"/>
                  </a:lnTo>
                  <a:lnTo>
                    <a:pt x="8575281" y="1797916"/>
                  </a:lnTo>
                  <a:lnTo>
                    <a:pt x="8610206" y="1884610"/>
                  </a:lnTo>
                  <a:lnTo>
                    <a:pt x="8645137" y="1971445"/>
                  </a:lnTo>
                  <a:lnTo>
                    <a:pt x="8680050" y="2057800"/>
                  </a:lnTo>
                  <a:lnTo>
                    <a:pt x="8714925" y="2143068"/>
                  </a:lnTo>
                  <a:lnTo>
                    <a:pt x="8749749" y="2226675"/>
                  </a:lnTo>
                  <a:lnTo>
                    <a:pt x="8784522" y="2308093"/>
                  </a:lnTo>
                  <a:lnTo>
                    <a:pt x="8819259" y="2386855"/>
                  </a:lnTo>
                  <a:lnTo>
                    <a:pt x="8853995" y="2462565"/>
                  </a:lnTo>
                  <a:lnTo>
                    <a:pt x="8888787" y="2534903"/>
                  </a:lnTo>
                  <a:lnTo>
                    <a:pt x="8923718" y="2603628"/>
                  </a:lnTo>
                  <a:lnTo>
                    <a:pt x="8958902" y="2668580"/>
                  </a:lnTo>
                  <a:lnTo>
                    <a:pt x="8994487" y="2729674"/>
                  </a:lnTo>
                  <a:lnTo>
                    <a:pt x="9030658" y="2786894"/>
                  </a:lnTo>
                  <a:lnTo>
                    <a:pt x="9067648" y="2840292"/>
                  </a:lnTo>
                  <a:lnTo>
                    <a:pt x="9084767" y="2863273"/>
                  </a:lnTo>
                  <a:lnTo>
                    <a:pt x="9131029" y="2920011"/>
                  </a:lnTo>
                  <a:lnTo>
                    <a:pt x="9179660" y="2971489"/>
                  </a:lnTo>
                  <a:lnTo>
                    <a:pt x="9231361" y="3017929"/>
                  </a:lnTo>
                  <a:lnTo>
                    <a:pt x="9286901" y="3059734"/>
                  </a:lnTo>
                  <a:lnTo>
                    <a:pt x="9347067" y="3097372"/>
                  </a:lnTo>
                  <a:lnTo>
                    <a:pt x="9412616" y="3131314"/>
                  </a:lnTo>
                  <a:lnTo>
                    <a:pt x="9484212" y="3161987"/>
                  </a:lnTo>
                  <a:lnTo>
                    <a:pt x="9562330" y="3189757"/>
                  </a:lnTo>
                  <a:lnTo>
                    <a:pt x="9647148" y="3214912"/>
                  </a:lnTo>
                  <a:lnTo>
                    <a:pt x="9738387" y="3237658"/>
                  </a:lnTo>
                  <a:lnTo>
                    <a:pt x="9835152" y="3258116"/>
                  </a:lnTo>
                  <a:lnTo>
                    <a:pt x="9935768" y="3276333"/>
                  </a:lnTo>
                  <a:lnTo>
                    <a:pt x="10037693" y="3292294"/>
                  </a:lnTo>
                  <a:lnTo>
                    <a:pt x="10137554" y="3305950"/>
                  </a:lnTo>
                  <a:lnTo>
                    <a:pt x="10231389" y="3317256"/>
                  </a:lnTo>
                  <a:lnTo>
                    <a:pt x="10315116" y="3326218"/>
                  </a:lnTo>
                  <a:lnTo>
                    <a:pt x="10385171" y="3332924"/>
                  </a:lnTo>
                  <a:lnTo>
                    <a:pt x="10439181" y="3337575"/>
                  </a:lnTo>
                  <a:lnTo>
                    <a:pt x="10476482" y="3340479"/>
                  </a:lnTo>
                  <a:lnTo>
                    <a:pt x="10498346" y="3342023"/>
                  </a:lnTo>
                  <a:lnTo>
                    <a:pt x="10507903" y="3342637"/>
                  </a:lnTo>
                  <a:lnTo>
                    <a:pt x="10509911" y="3342756"/>
                  </a:lnTo>
                  <a:lnTo>
                    <a:pt x="11981298" y="3342756"/>
                  </a:lnTo>
                  <a:lnTo>
                    <a:pt x="11981298" y="3334583"/>
                  </a:lnTo>
                  <a:lnTo>
                    <a:pt x="10509911" y="3334583"/>
                  </a:lnTo>
                  <a:lnTo>
                    <a:pt x="10508767" y="3334516"/>
                  </a:lnTo>
                  <a:lnTo>
                    <a:pt x="10501248" y="3334042"/>
                  </a:lnTo>
                  <a:lnTo>
                    <a:pt x="10482297" y="3332730"/>
                  </a:lnTo>
                  <a:lnTo>
                    <a:pt x="10448422" y="3330148"/>
                  </a:lnTo>
                  <a:lnTo>
                    <a:pt x="10397943" y="3325894"/>
                  </a:lnTo>
                  <a:lnTo>
                    <a:pt x="10331125" y="3319641"/>
                  </a:lnTo>
                  <a:lnTo>
                    <a:pt x="10250014" y="3311166"/>
                  </a:lnTo>
                  <a:lnTo>
                    <a:pt x="10157977" y="3300357"/>
                  </a:lnTo>
                  <a:lnTo>
                    <a:pt x="10059044" y="3287194"/>
                  </a:lnTo>
                  <a:lnTo>
                    <a:pt x="9957249" y="3271714"/>
                  </a:lnTo>
                  <a:lnTo>
                    <a:pt x="9856116" y="3253970"/>
                  </a:lnTo>
                  <a:lnTo>
                    <a:pt x="9758372" y="3233986"/>
                  </a:lnTo>
                  <a:lnTo>
                    <a:pt x="9665869" y="3211730"/>
                  </a:lnTo>
                  <a:lnTo>
                    <a:pt x="9579656" y="3187097"/>
                  </a:lnTo>
                  <a:lnTo>
                    <a:pt x="9500127" y="3159899"/>
                  </a:lnTo>
                  <a:lnTo>
                    <a:pt x="9427188" y="3129866"/>
                  </a:lnTo>
                  <a:lnTo>
                    <a:pt x="9360414" y="3096648"/>
                  </a:lnTo>
                  <a:lnTo>
                    <a:pt x="9299175" y="3059827"/>
                  </a:lnTo>
                  <a:lnTo>
                    <a:pt x="9242725" y="3018940"/>
                  </a:lnTo>
                  <a:lnTo>
                    <a:pt x="9190279" y="2973514"/>
                  </a:lnTo>
                  <a:lnTo>
                    <a:pt x="9141062" y="2923125"/>
                  </a:lnTo>
                  <a:lnTo>
                    <a:pt x="9094354" y="2867501"/>
                  </a:lnTo>
                  <a:lnTo>
                    <a:pt x="9084767" y="2855100"/>
                  </a:lnTo>
                  <a:lnTo>
                    <a:pt x="9047315" y="2803404"/>
                  </a:lnTo>
                  <a:lnTo>
                    <a:pt x="9010804" y="2747927"/>
                  </a:lnTo>
                  <a:lnTo>
                    <a:pt x="8974979" y="2688592"/>
                  </a:lnTo>
                  <a:lnTo>
                    <a:pt x="8939634" y="2625384"/>
                  </a:lnTo>
                  <a:lnTo>
                    <a:pt x="8904604" y="2558354"/>
                  </a:lnTo>
                  <a:lnTo>
                    <a:pt x="8869761" y="2487629"/>
                  </a:lnTo>
                  <a:lnTo>
                    <a:pt x="8835008" y="2413414"/>
                  </a:lnTo>
                  <a:lnTo>
                    <a:pt x="8800277" y="2335991"/>
                  </a:lnTo>
                  <a:lnTo>
                    <a:pt x="8765523" y="2255724"/>
                  </a:lnTo>
                  <a:lnTo>
                    <a:pt x="8730723" y="2173047"/>
                  </a:lnTo>
                  <a:lnTo>
                    <a:pt x="8695870" y="2088464"/>
                  </a:lnTo>
                  <a:lnTo>
                    <a:pt x="8660973" y="2002528"/>
                  </a:lnTo>
                  <a:lnTo>
                    <a:pt x="8626047" y="1915834"/>
                  </a:lnTo>
                  <a:lnTo>
                    <a:pt x="8591116" y="1828999"/>
                  </a:lnTo>
                  <a:lnTo>
                    <a:pt x="8556203" y="1742644"/>
                  </a:lnTo>
                  <a:lnTo>
                    <a:pt x="8521329" y="1657375"/>
                  </a:lnTo>
                  <a:lnTo>
                    <a:pt x="8486504" y="1573768"/>
                  </a:lnTo>
                  <a:lnTo>
                    <a:pt x="8451731" y="1492350"/>
                  </a:lnTo>
                  <a:lnTo>
                    <a:pt x="8416994" y="1413588"/>
                  </a:lnTo>
                  <a:lnTo>
                    <a:pt x="8382258" y="1337878"/>
                  </a:lnTo>
                  <a:lnTo>
                    <a:pt x="8347467" y="1265540"/>
                  </a:lnTo>
                  <a:lnTo>
                    <a:pt x="8312535" y="1196815"/>
                  </a:lnTo>
                  <a:lnTo>
                    <a:pt x="8277351" y="1131863"/>
                  </a:lnTo>
                  <a:lnTo>
                    <a:pt x="8241766" y="1070769"/>
                  </a:lnTo>
                  <a:lnTo>
                    <a:pt x="8205595" y="1013549"/>
                  </a:lnTo>
                  <a:lnTo>
                    <a:pt x="8168605" y="960151"/>
                  </a:lnTo>
                  <a:lnTo>
                    <a:pt x="8151487" y="937170"/>
                  </a:lnTo>
                  <a:lnTo>
                    <a:pt x="8105225" y="880432"/>
                  </a:lnTo>
                  <a:lnTo>
                    <a:pt x="8056593" y="828954"/>
                  </a:lnTo>
                  <a:lnTo>
                    <a:pt x="8004892" y="782514"/>
                  </a:lnTo>
                  <a:lnTo>
                    <a:pt x="7949352" y="740709"/>
                  </a:lnTo>
                  <a:lnTo>
                    <a:pt x="7889186" y="703071"/>
                  </a:lnTo>
                  <a:lnTo>
                    <a:pt x="7823637" y="669129"/>
                  </a:lnTo>
                  <a:lnTo>
                    <a:pt x="7752042" y="638456"/>
                  </a:lnTo>
                  <a:lnTo>
                    <a:pt x="7673923" y="610686"/>
                  </a:lnTo>
                  <a:lnTo>
                    <a:pt x="7589105" y="585531"/>
                  </a:lnTo>
                  <a:lnTo>
                    <a:pt x="7497866" y="562785"/>
                  </a:lnTo>
                  <a:lnTo>
                    <a:pt x="7401102" y="542327"/>
                  </a:lnTo>
                  <a:lnTo>
                    <a:pt x="7300485" y="524110"/>
                  </a:lnTo>
                  <a:lnTo>
                    <a:pt x="7198560" y="508149"/>
                  </a:lnTo>
                  <a:lnTo>
                    <a:pt x="7098700" y="494493"/>
                  </a:lnTo>
                  <a:lnTo>
                    <a:pt x="7004864" y="483187"/>
                  </a:lnTo>
                  <a:lnTo>
                    <a:pt x="6921137" y="474225"/>
                  </a:lnTo>
                  <a:lnTo>
                    <a:pt x="6851082" y="467519"/>
                  </a:lnTo>
                  <a:lnTo>
                    <a:pt x="6797072" y="462868"/>
                  </a:lnTo>
                  <a:lnTo>
                    <a:pt x="6759771" y="459965"/>
                  </a:lnTo>
                  <a:lnTo>
                    <a:pt x="6737907" y="458421"/>
                  </a:lnTo>
                  <a:lnTo>
                    <a:pt x="6728350" y="457806"/>
                  </a:lnTo>
                  <a:lnTo>
                    <a:pt x="6726343" y="457687"/>
                  </a:lnTo>
                  <a:lnTo>
                    <a:pt x="5254955" y="457687"/>
                  </a:lnTo>
                  <a:lnTo>
                    <a:pt x="5253720" y="457676"/>
                  </a:lnTo>
                  <a:lnTo>
                    <a:pt x="5245614" y="457594"/>
                  </a:lnTo>
                  <a:lnTo>
                    <a:pt x="5225234" y="457368"/>
                  </a:lnTo>
                  <a:lnTo>
                    <a:pt x="5188925" y="456924"/>
                  </a:lnTo>
                  <a:lnTo>
                    <a:pt x="5135065" y="456193"/>
                  </a:lnTo>
                  <a:lnTo>
                    <a:pt x="5064183" y="455121"/>
                  </a:lnTo>
                  <a:lnTo>
                    <a:pt x="4978735" y="453672"/>
                  </a:lnTo>
                  <a:lnTo>
                    <a:pt x="4882533" y="451831"/>
                  </a:lnTo>
                  <a:lnTo>
                    <a:pt x="4779985" y="449595"/>
                  </a:lnTo>
                  <a:lnTo>
                    <a:pt x="4675366" y="446974"/>
                  </a:lnTo>
                  <a:lnTo>
                    <a:pt x="4572288" y="443975"/>
                  </a:lnTo>
                  <a:lnTo>
                    <a:pt x="4473438" y="440600"/>
                  </a:lnTo>
                  <a:lnTo>
                    <a:pt x="4380543" y="436840"/>
                  </a:lnTo>
                  <a:lnTo>
                    <a:pt x="4294483" y="432672"/>
                  </a:lnTo>
                  <a:lnTo>
                    <a:pt x="4215477" y="428059"/>
                  </a:lnTo>
                  <a:lnTo>
                    <a:pt x="4143269" y="422949"/>
                  </a:lnTo>
                  <a:lnTo>
                    <a:pt x="4077294" y="417277"/>
                  </a:lnTo>
                  <a:lnTo>
                    <a:pt x="4016807" y="410966"/>
                  </a:lnTo>
                  <a:lnTo>
                    <a:pt x="3960975" y="403936"/>
                  </a:lnTo>
                  <a:lnTo>
                    <a:pt x="3908946" y="396108"/>
                  </a:lnTo>
                  <a:lnTo>
                    <a:pt x="3859908" y="387419"/>
                  </a:lnTo>
                  <a:lnTo>
                    <a:pt x="3829811" y="381406"/>
                  </a:lnTo>
                  <a:lnTo>
                    <a:pt x="3774958" y="369075"/>
                  </a:lnTo>
                  <a:lnTo>
                    <a:pt x="3721883" y="355425"/>
                  </a:lnTo>
                  <a:lnTo>
                    <a:pt x="3669879" y="340438"/>
                  </a:lnTo>
                  <a:lnTo>
                    <a:pt x="3618442" y="324148"/>
                  </a:lnTo>
                  <a:lnTo>
                    <a:pt x="3567226" y="306645"/>
                  </a:lnTo>
                  <a:lnTo>
                    <a:pt x="3516020" y="288080"/>
                  </a:lnTo>
                  <a:lnTo>
                    <a:pt x="3464722" y="268660"/>
                  </a:lnTo>
                  <a:lnTo>
                    <a:pt x="3413316" y="248641"/>
                  </a:lnTo>
                  <a:lnTo>
                    <a:pt x="3361841" y="228317"/>
                  </a:lnTo>
                  <a:lnTo>
                    <a:pt x="3310369" y="208002"/>
                  </a:lnTo>
                  <a:lnTo>
                    <a:pt x="3258967" y="188007"/>
                  </a:lnTo>
                  <a:lnTo>
                    <a:pt x="3207676" y="168625"/>
                  </a:lnTo>
                  <a:lnTo>
                    <a:pt x="3156473" y="150110"/>
                  </a:lnTo>
                  <a:lnTo>
                    <a:pt x="3105251" y="132667"/>
                  </a:lnTo>
                  <a:lnTo>
                    <a:pt x="3053794" y="116443"/>
                  </a:lnTo>
                  <a:lnTo>
                    <a:pt x="3001750" y="101524"/>
                  </a:lnTo>
                  <a:lnTo>
                    <a:pt x="2948602" y="87943"/>
                  </a:lnTo>
                  <a:lnTo>
                    <a:pt x="2896531" y="76281"/>
                  </a:lnTo>
                  <a:lnTo>
                    <a:pt x="2849017" y="67027"/>
                  </a:lnTo>
                  <a:lnTo>
                    <a:pt x="2798988" y="58654"/>
                  </a:lnTo>
                  <a:lnTo>
                    <a:pt x="2745682" y="51123"/>
                  </a:lnTo>
                  <a:lnTo>
                    <a:pt x="2688267" y="44362"/>
                  </a:lnTo>
                  <a:lnTo>
                    <a:pt x="2625891" y="38292"/>
                  </a:lnTo>
                  <a:lnTo>
                    <a:pt x="2557743" y="32831"/>
                  </a:lnTo>
                  <a:lnTo>
                    <a:pt x="2483132" y="27907"/>
                  </a:lnTo>
                  <a:lnTo>
                    <a:pt x="2401586" y="23460"/>
                  </a:lnTo>
                  <a:lnTo>
                    <a:pt x="2313001" y="19443"/>
                  </a:lnTo>
                  <a:lnTo>
                    <a:pt x="2217813" y="15824"/>
                  </a:lnTo>
                  <a:lnTo>
                    <a:pt x="2117187" y="12585"/>
                  </a:lnTo>
                  <a:lnTo>
                    <a:pt x="2013192" y="9722"/>
                  </a:lnTo>
                  <a:lnTo>
                    <a:pt x="1908861" y="7239"/>
                  </a:lnTo>
                  <a:lnTo>
                    <a:pt x="1808091" y="5145"/>
                  </a:lnTo>
                  <a:lnTo>
                    <a:pt x="1715279" y="3447"/>
                  </a:lnTo>
                  <a:lnTo>
                    <a:pt x="1634709" y="2137"/>
                  </a:lnTo>
                  <a:lnTo>
                    <a:pt x="1569784" y="1193"/>
                  </a:lnTo>
                  <a:lnTo>
                    <a:pt x="1522315" y="573"/>
                  </a:lnTo>
                  <a:lnTo>
                    <a:pt x="1492059" y="216"/>
                  </a:lnTo>
                  <a:lnTo>
                    <a:pt x="1476632" y="50"/>
                  </a:lnTo>
                  <a:lnTo>
                    <a:pt x="1471716" y="2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765" name="pl765"/>
            <p:cNvSpPr/>
            <p:nvPr/>
          </p:nvSpPr>
          <p:spPr>
            <a:xfrm>
              <a:off x="4799595" y="2977385"/>
              <a:ext cx="11981298" cy="3334583"/>
            </a:xfrm>
            <a:custGeom>
              <a:avLst/>
              <a:pathLst>
                <a:path w="11981298" h="3334583">
                  <a:moveTo>
                    <a:pt x="0" y="0"/>
                  </a:moveTo>
                  <a:lnTo>
                    <a:pt x="1471387" y="0"/>
                  </a:lnTo>
                  <a:lnTo>
                    <a:pt x="1472622" y="11"/>
                  </a:lnTo>
                  <a:lnTo>
                    <a:pt x="1480728" y="93"/>
                  </a:lnTo>
                  <a:lnTo>
                    <a:pt x="1501108" y="319"/>
                  </a:lnTo>
                  <a:lnTo>
                    <a:pt x="1537417" y="763"/>
                  </a:lnTo>
                  <a:lnTo>
                    <a:pt x="1591277" y="1494"/>
                  </a:lnTo>
                  <a:lnTo>
                    <a:pt x="1662159" y="2566"/>
                  </a:lnTo>
                  <a:lnTo>
                    <a:pt x="1747607" y="4015"/>
                  </a:lnTo>
                  <a:lnTo>
                    <a:pt x="1843809" y="5856"/>
                  </a:lnTo>
                  <a:lnTo>
                    <a:pt x="1946357" y="8092"/>
                  </a:lnTo>
                  <a:lnTo>
                    <a:pt x="2050977" y="10713"/>
                  </a:lnTo>
                  <a:lnTo>
                    <a:pt x="2154054" y="13712"/>
                  </a:lnTo>
                  <a:lnTo>
                    <a:pt x="2252904" y="17087"/>
                  </a:lnTo>
                  <a:lnTo>
                    <a:pt x="2345800" y="20847"/>
                  </a:lnTo>
                  <a:lnTo>
                    <a:pt x="2431859" y="25015"/>
                  </a:lnTo>
                  <a:lnTo>
                    <a:pt x="2510866" y="29628"/>
                  </a:lnTo>
                  <a:lnTo>
                    <a:pt x="2583073" y="34738"/>
                  </a:lnTo>
                  <a:lnTo>
                    <a:pt x="2649048" y="40410"/>
                  </a:lnTo>
                  <a:lnTo>
                    <a:pt x="2709535" y="46721"/>
                  </a:lnTo>
                  <a:lnTo>
                    <a:pt x="2765367" y="53751"/>
                  </a:lnTo>
                  <a:lnTo>
                    <a:pt x="2817396" y="61579"/>
                  </a:lnTo>
                  <a:lnTo>
                    <a:pt x="2866434" y="70268"/>
                  </a:lnTo>
                  <a:lnTo>
                    <a:pt x="2896531" y="76281"/>
                  </a:lnTo>
                  <a:lnTo>
                    <a:pt x="2951384" y="88612"/>
                  </a:lnTo>
                  <a:lnTo>
                    <a:pt x="3004459" y="102262"/>
                  </a:lnTo>
                  <a:lnTo>
                    <a:pt x="3056463" y="117249"/>
                  </a:lnTo>
                  <a:lnTo>
                    <a:pt x="3107900" y="133539"/>
                  </a:lnTo>
                  <a:lnTo>
                    <a:pt x="3159117" y="151042"/>
                  </a:lnTo>
                  <a:lnTo>
                    <a:pt x="3210322" y="169607"/>
                  </a:lnTo>
                  <a:lnTo>
                    <a:pt x="3261620" y="189027"/>
                  </a:lnTo>
                  <a:lnTo>
                    <a:pt x="3313026" y="209046"/>
                  </a:lnTo>
                  <a:lnTo>
                    <a:pt x="3364501" y="229370"/>
                  </a:lnTo>
                  <a:lnTo>
                    <a:pt x="3415973" y="249685"/>
                  </a:lnTo>
                  <a:lnTo>
                    <a:pt x="3467375" y="269680"/>
                  </a:lnTo>
                  <a:lnTo>
                    <a:pt x="3518666" y="289062"/>
                  </a:lnTo>
                  <a:lnTo>
                    <a:pt x="3569869" y="307577"/>
                  </a:lnTo>
                  <a:lnTo>
                    <a:pt x="3621091" y="325020"/>
                  </a:lnTo>
                  <a:lnTo>
                    <a:pt x="3672548" y="341244"/>
                  </a:lnTo>
                  <a:lnTo>
                    <a:pt x="3724593" y="356163"/>
                  </a:lnTo>
                  <a:lnTo>
                    <a:pt x="3777740" y="369744"/>
                  </a:lnTo>
                  <a:lnTo>
                    <a:pt x="3829811" y="381406"/>
                  </a:lnTo>
                  <a:lnTo>
                    <a:pt x="3877325" y="390660"/>
                  </a:lnTo>
                  <a:lnTo>
                    <a:pt x="3927354" y="399032"/>
                  </a:lnTo>
                  <a:lnTo>
                    <a:pt x="3980660" y="406564"/>
                  </a:lnTo>
                  <a:lnTo>
                    <a:pt x="4038076" y="413324"/>
                  </a:lnTo>
                  <a:lnTo>
                    <a:pt x="4100452" y="419395"/>
                  </a:lnTo>
                  <a:lnTo>
                    <a:pt x="4168599" y="424856"/>
                  </a:lnTo>
                  <a:lnTo>
                    <a:pt x="4243210" y="429780"/>
                  </a:lnTo>
                  <a:lnTo>
                    <a:pt x="4324756" y="434226"/>
                  </a:lnTo>
                  <a:lnTo>
                    <a:pt x="4413341" y="438243"/>
                  </a:lnTo>
                  <a:lnTo>
                    <a:pt x="4508529" y="441863"/>
                  </a:lnTo>
                  <a:lnTo>
                    <a:pt x="4609155" y="445102"/>
                  </a:lnTo>
                  <a:lnTo>
                    <a:pt x="4713151" y="447965"/>
                  </a:lnTo>
                  <a:lnTo>
                    <a:pt x="4817481" y="450448"/>
                  </a:lnTo>
                  <a:lnTo>
                    <a:pt x="4918251" y="452541"/>
                  </a:lnTo>
                  <a:lnTo>
                    <a:pt x="5011063" y="454240"/>
                  </a:lnTo>
                  <a:lnTo>
                    <a:pt x="5091633" y="455550"/>
                  </a:lnTo>
                  <a:lnTo>
                    <a:pt x="5156558" y="456494"/>
                  </a:lnTo>
                  <a:lnTo>
                    <a:pt x="5204027" y="457114"/>
                  </a:lnTo>
                  <a:lnTo>
                    <a:pt x="5234283" y="457471"/>
                  </a:lnTo>
                  <a:lnTo>
                    <a:pt x="5249710" y="457636"/>
                  </a:lnTo>
                  <a:lnTo>
                    <a:pt x="5254626" y="457684"/>
                  </a:lnTo>
                  <a:lnTo>
                    <a:pt x="5254955" y="457687"/>
                  </a:lnTo>
                  <a:lnTo>
                    <a:pt x="6726343" y="457687"/>
                  </a:lnTo>
                  <a:lnTo>
                    <a:pt x="6727486" y="457754"/>
                  </a:lnTo>
                  <a:lnTo>
                    <a:pt x="6735005" y="458229"/>
                  </a:lnTo>
                  <a:lnTo>
                    <a:pt x="6753956" y="459540"/>
                  </a:lnTo>
                  <a:lnTo>
                    <a:pt x="6787831" y="462122"/>
                  </a:lnTo>
                  <a:lnTo>
                    <a:pt x="6838310" y="466376"/>
                  </a:lnTo>
                  <a:lnTo>
                    <a:pt x="6905128" y="472629"/>
                  </a:lnTo>
                  <a:lnTo>
                    <a:pt x="6986239" y="481104"/>
                  </a:lnTo>
                  <a:lnTo>
                    <a:pt x="7078276" y="491913"/>
                  </a:lnTo>
                  <a:lnTo>
                    <a:pt x="7177209" y="505077"/>
                  </a:lnTo>
                  <a:lnTo>
                    <a:pt x="7279004" y="520556"/>
                  </a:lnTo>
                  <a:lnTo>
                    <a:pt x="7380137" y="538300"/>
                  </a:lnTo>
                  <a:lnTo>
                    <a:pt x="7477882" y="558284"/>
                  </a:lnTo>
                  <a:lnTo>
                    <a:pt x="7570384" y="580541"/>
                  </a:lnTo>
                  <a:lnTo>
                    <a:pt x="7656597" y="605173"/>
                  </a:lnTo>
                  <a:lnTo>
                    <a:pt x="7736126" y="632371"/>
                  </a:lnTo>
                  <a:lnTo>
                    <a:pt x="7809065" y="662404"/>
                  </a:lnTo>
                  <a:lnTo>
                    <a:pt x="7875839" y="695623"/>
                  </a:lnTo>
                  <a:lnTo>
                    <a:pt x="7937079" y="732443"/>
                  </a:lnTo>
                  <a:lnTo>
                    <a:pt x="7993528" y="773330"/>
                  </a:lnTo>
                  <a:lnTo>
                    <a:pt x="8045974" y="818756"/>
                  </a:lnTo>
                  <a:lnTo>
                    <a:pt x="8095191" y="869145"/>
                  </a:lnTo>
                  <a:lnTo>
                    <a:pt x="8141899" y="924770"/>
                  </a:lnTo>
                  <a:lnTo>
                    <a:pt x="8151487" y="937170"/>
                  </a:lnTo>
                  <a:lnTo>
                    <a:pt x="8188938" y="988866"/>
                  </a:lnTo>
                  <a:lnTo>
                    <a:pt x="8225449" y="1044343"/>
                  </a:lnTo>
                  <a:lnTo>
                    <a:pt x="8261274" y="1103678"/>
                  </a:lnTo>
                  <a:lnTo>
                    <a:pt x="8296619" y="1166886"/>
                  </a:lnTo>
                  <a:lnTo>
                    <a:pt x="8331650" y="1233916"/>
                  </a:lnTo>
                  <a:lnTo>
                    <a:pt x="8366493" y="1304641"/>
                  </a:lnTo>
                  <a:lnTo>
                    <a:pt x="8401245" y="1378856"/>
                  </a:lnTo>
                  <a:lnTo>
                    <a:pt x="8435976" y="1456279"/>
                  </a:lnTo>
                  <a:lnTo>
                    <a:pt x="8470730" y="1536547"/>
                  </a:lnTo>
                  <a:lnTo>
                    <a:pt x="8505530" y="1619223"/>
                  </a:lnTo>
                  <a:lnTo>
                    <a:pt x="8540383" y="1703807"/>
                  </a:lnTo>
                  <a:lnTo>
                    <a:pt x="8575281" y="1789743"/>
                  </a:lnTo>
                  <a:lnTo>
                    <a:pt x="8610206" y="1876437"/>
                  </a:lnTo>
                  <a:lnTo>
                    <a:pt x="8645137" y="1963272"/>
                  </a:lnTo>
                  <a:lnTo>
                    <a:pt x="8680050" y="2049627"/>
                  </a:lnTo>
                  <a:lnTo>
                    <a:pt x="8714925" y="2134895"/>
                  </a:lnTo>
                  <a:lnTo>
                    <a:pt x="8749749" y="2218502"/>
                  </a:lnTo>
                  <a:lnTo>
                    <a:pt x="8784522" y="2299920"/>
                  </a:lnTo>
                  <a:lnTo>
                    <a:pt x="8819259" y="2378682"/>
                  </a:lnTo>
                  <a:lnTo>
                    <a:pt x="8853995" y="2454392"/>
                  </a:lnTo>
                  <a:lnTo>
                    <a:pt x="8888787" y="2526730"/>
                  </a:lnTo>
                  <a:lnTo>
                    <a:pt x="8923718" y="2595455"/>
                  </a:lnTo>
                  <a:lnTo>
                    <a:pt x="8958902" y="2660407"/>
                  </a:lnTo>
                  <a:lnTo>
                    <a:pt x="8994487" y="2721501"/>
                  </a:lnTo>
                  <a:lnTo>
                    <a:pt x="9030658" y="2778721"/>
                  </a:lnTo>
                  <a:lnTo>
                    <a:pt x="9067648" y="2832119"/>
                  </a:lnTo>
                  <a:lnTo>
                    <a:pt x="9084767" y="2855100"/>
                  </a:lnTo>
                  <a:lnTo>
                    <a:pt x="9131029" y="2911838"/>
                  </a:lnTo>
                  <a:lnTo>
                    <a:pt x="9179660" y="2963316"/>
                  </a:lnTo>
                  <a:lnTo>
                    <a:pt x="9231361" y="3009756"/>
                  </a:lnTo>
                  <a:lnTo>
                    <a:pt x="9286901" y="3051561"/>
                  </a:lnTo>
                  <a:lnTo>
                    <a:pt x="9347067" y="3089199"/>
                  </a:lnTo>
                  <a:lnTo>
                    <a:pt x="9412616" y="3123141"/>
                  </a:lnTo>
                  <a:lnTo>
                    <a:pt x="9484212" y="3153814"/>
                  </a:lnTo>
                  <a:lnTo>
                    <a:pt x="9562330" y="3181584"/>
                  </a:lnTo>
                  <a:lnTo>
                    <a:pt x="9647148" y="3206739"/>
                  </a:lnTo>
                  <a:lnTo>
                    <a:pt x="9738387" y="3229485"/>
                  </a:lnTo>
                  <a:lnTo>
                    <a:pt x="9835152" y="3249943"/>
                  </a:lnTo>
                  <a:lnTo>
                    <a:pt x="9935768" y="3268160"/>
                  </a:lnTo>
                  <a:lnTo>
                    <a:pt x="10037693" y="3284121"/>
                  </a:lnTo>
                  <a:lnTo>
                    <a:pt x="10137554" y="3297777"/>
                  </a:lnTo>
                  <a:lnTo>
                    <a:pt x="10231389" y="3309083"/>
                  </a:lnTo>
                  <a:lnTo>
                    <a:pt x="10315116" y="3318045"/>
                  </a:lnTo>
                  <a:lnTo>
                    <a:pt x="10385171" y="3324751"/>
                  </a:lnTo>
                  <a:lnTo>
                    <a:pt x="10439181" y="3329402"/>
                  </a:lnTo>
                  <a:lnTo>
                    <a:pt x="10476482" y="3332306"/>
                  </a:lnTo>
                  <a:lnTo>
                    <a:pt x="10498346" y="3333850"/>
                  </a:lnTo>
                  <a:lnTo>
                    <a:pt x="10507903" y="3334464"/>
                  </a:lnTo>
                  <a:lnTo>
                    <a:pt x="10509899" y="3334582"/>
                  </a:lnTo>
                  <a:lnTo>
                    <a:pt x="10509911" y="3334583"/>
                  </a:lnTo>
                  <a:lnTo>
                    <a:pt x="11981298" y="333458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66" name="pl766"/>
            <p:cNvSpPr/>
            <p:nvPr/>
          </p:nvSpPr>
          <p:spPr>
            <a:xfrm>
              <a:off x="4799595" y="2969212"/>
              <a:ext cx="11981298" cy="3334583"/>
            </a:xfrm>
            <a:custGeom>
              <a:avLst/>
              <a:pathLst>
                <a:path w="11981298" h="3334583">
                  <a:moveTo>
                    <a:pt x="11981298" y="3334583"/>
                  </a:moveTo>
                  <a:lnTo>
                    <a:pt x="10509911" y="3334583"/>
                  </a:lnTo>
                  <a:lnTo>
                    <a:pt x="10508767" y="3334516"/>
                  </a:lnTo>
                  <a:lnTo>
                    <a:pt x="10501248" y="3334042"/>
                  </a:lnTo>
                  <a:lnTo>
                    <a:pt x="10482297" y="3332730"/>
                  </a:lnTo>
                  <a:lnTo>
                    <a:pt x="10448422" y="3330148"/>
                  </a:lnTo>
                  <a:lnTo>
                    <a:pt x="10397943" y="3325894"/>
                  </a:lnTo>
                  <a:lnTo>
                    <a:pt x="10331125" y="3319641"/>
                  </a:lnTo>
                  <a:lnTo>
                    <a:pt x="10250014" y="3311166"/>
                  </a:lnTo>
                  <a:lnTo>
                    <a:pt x="10157977" y="3300357"/>
                  </a:lnTo>
                  <a:lnTo>
                    <a:pt x="10059044" y="3287194"/>
                  </a:lnTo>
                  <a:lnTo>
                    <a:pt x="9957249" y="3271714"/>
                  </a:lnTo>
                  <a:lnTo>
                    <a:pt x="9856116" y="3253970"/>
                  </a:lnTo>
                  <a:lnTo>
                    <a:pt x="9758372" y="3233986"/>
                  </a:lnTo>
                  <a:lnTo>
                    <a:pt x="9665869" y="3211730"/>
                  </a:lnTo>
                  <a:lnTo>
                    <a:pt x="9579656" y="3187097"/>
                  </a:lnTo>
                  <a:lnTo>
                    <a:pt x="9500127" y="3159899"/>
                  </a:lnTo>
                  <a:lnTo>
                    <a:pt x="9427188" y="3129866"/>
                  </a:lnTo>
                  <a:lnTo>
                    <a:pt x="9360414" y="3096648"/>
                  </a:lnTo>
                  <a:lnTo>
                    <a:pt x="9299175" y="3059827"/>
                  </a:lnTo>
                  <a:lnTo>
                    <a:pt x="9242725" y="3018940"/>
                  </a:lnTo>
                  <a:lnTo>
                    <a:pt x="9190279" y="2973514"/>
                  </a:lnTo>
                  <a:lnTo>
                    <a:pt x="9141062" y="2923125"/>
                  </a:lnTo>
                  <a:lnTo>
                    <a:pt x="9094354" y="2867501"/>
                  </a:lnTo>
                  <a:lnTo>
                    <a:pt x="9084767" y="2855100"/>
                  </a:lnTo>
                  <a:lnTo>
                    <a:pt x="9047315" y="2803404"/>
                  </a:lnTo>
                  <a:lnTo>
                    <a:pt x="9010804" y="2747927"/>
                  </a:lnTo>
                  <a:lnTo>
                    <a:pt x="8974979" y="2688592"/>
                  </a:lnTo>
                  <a:lnTo>
                    <a:pt x="8939634" y="2625384"/>
                  </a:lnTo>
                  <a:lnTo>
                    <a:pt x="8904604" y="2558354"/>
                  </a:lnTo>
                  <a:lnTo>
                    <a:pt x="8869761" y="2487629"/>
                  </a:lnTo>
                  <a:lnTo>
                    <a:pt x="8835008" y="2413414"/>
                  </a:lnTo>
                  <a:lnTo>
                    <a:pt x="8800277" y="2335991"/>
                  </a:lnTo>
                  <a:lnTo>
                    <a:pt x="8765523" y="2255724"/>
                  </a:lnTo>
                  <a:lnTo>
                    <a:pt x="8730723" y="2173047"/>
                  </a:lnTo>
                  <a:lnTo>
                    <a:pt x="8695870" y="2088464"/>
                  </a:lnTo>
                  <a:lnTo>
                    <a:pt x="8660973" y="2002528"/>
                  </a:lnTo>
                  <a:lnTo>
                    <a:pt x="8626047" y="1915834"/>
                  </a:lnTo>
                  <a:lnTo>
                    <a:pt x="8591116" y="1828999"/>
                  </a:lnTo>
                  <a:lnTo>
                    <a:pt x="8556203" y="1742644"/>
                  </a:lnTo>
                  <a:lnTo>
                    <a:pt x="8521329" y="1657375"/>
                  </a:lnTo>
                  <a:lnTo>
                    <a:pt x="8486504" y="1573768"/>
                  </a:lnTo>
                  <a:lnTo>
                    <a:pt x="8451731" y="1492350"/>
                  </a:lnTo>
                  <a:lnTo>
                    <a:pt x="8416994" y="1413588"/>
                  </a:lnTo>
                  <a:lnTo>
                    <a:pt x="8382258" y="1337878"/>
                  </a:lnTo>
                  <a:lnTo>
                    <a:pt x="8347467" y="1265540"/>
                  </a:lnTo>
                  <a:lnTo>
                    <a:pt x="8312535" y="1196815"/>
                  </a:lnTo>
                  <a:lnTo>
                    <a:pt x="8277351" y="1131863"/>
                  </a:lnTo>
                  <a:lnTo>
                    <a:pt x="8241766" y="1070769"/>
                  </a:lnTo>
                  <a:lnTo>
                    <a:pt x="8205595" y="1013549"/>
                  </a:lnTo>
                  <a:lnTo>
                    <a:pt x="8168605" y="960151"/>
                  </a:lnTo>
                  <a:lnTo>
                    <a:pt x="8151487" y="937170"/>
                  </a:lnTo>
                  <a:lnTo>
                    <a:pt x="8105225" y="880432"/>
                  </a:lnTo>
                  <a:lnTo>
                    <a:pt x="8056593" y="828954"/>
                  </a:lnTo>
                  <a:lnTo>
                    <a:pt x="8004892" y="782514"/>
                  </a:lnTo>
                  <a:lnTo>
                    <a:pt x="7949352" y="740709"/>
                  </a:lnTo>
                  <a:lnTo>
                    <a:pt x="7889186" y="703071"/>
                  </a:lnTo>
                  <a:lnTo>
                    <a:pt x="7823637" y="669129"/>
                  </a:lnTo>
                  <a:lnTo>
                    <a:pt x="7752042" y="638456"/>
                  </a:lnTo>
                  <a:lnTo>
                    <a:pt x="7673923" y="610686"/>
                  </a:lnTo>
                  <a:lnTo>
                    <a:pt x="7589105" y="585531"/>
                  </a:lnTo>
                  <a:lnTo>
                    <a:pt x="7497866" y="562785"/>
                  </a:lnTo>
                  <a:lnTo>
                    <a:pt x="7401102" y="542327"/>
                  </a:lnTo>
                  <a:lnTo>
                    <a:pt x="7300485" y="524110"/>
                  </a:lnTo>
                  <a:lnTo>
                    <a:pt x="7198560" y="508149"/>
                  </a:lnTo>
                  <a:lnTo>
                    <a:pt x="7098700" y="494493"/>
                  </a:lnTo>
                  <a:lnTo>
                    <a:pt x="7004864" y="483187"/>
                  </a:lnTo>
                  <a:lnTo>
                    <a:pt x="6921137" y="474225"/>
                  </a:lnTo>
                  <a:lnTo>
                    <a:pt x="6851082" y="467519"/>
                  </a:lnTo>
                  <a:lnTo>
                    <a:pt x="6797072" y="462868"/>
                  </a:lnTo>
                  <a:lnTo>
                    <a:pt x="6759771" y="459965"/>
                  </a:lnTo>
                  <a:lnTo>
                    <a:pt x="6737907" y="458421"/>
                  </a:lnTo>
                  <a:lnTo>
                    <a:pt x="6728350" y="457806"/>
                  </a:lnTo>
                  <a:lnTo>
                    <a:pt x="6726354" y="457688"/>
                  </a:lnTo>
                  <a:lnTo>
                    <a:pt x="6726343" y="457687"/>
                  </a:lnTo>
                  <a:lnTo>
                    <a:pt x="5254955" y="457687"/>
                  </a:lnTo>
                  <a:lnTo>
                    <a:pt x="5253720" y="457676"/>
                  </a:lnTo>
                  <a:lnTo>
                    <a:pt x="5245614" y="457594"/>
                  </a:lnTo>
                  <a:lnTo>
                    <a:pt x="5225234" y="457368"/>
                  </a:lnTo>
                  <a:lnTo>
                    <a:pt x="5188925" y="456924"/>
                  </a:lnTo>
                  <a:lnTo>
                    <a:pt x="5135065" y="456193"/>
                  </a:lnTo>
                  <a:lnTo>
                    <a:pt x="5064183" y="455121"/>
                  </a:lnTo>
                  <a:lnTo>
                    <a:pt x="4978735" y="453672"/>
                  </a:lnTo>
                  <a:lnTo>
                    <a:pt x="4882533" y="451831"/>
                  </a:lnTo>
                  <a:lnTo>
                    <a:pt x="4779985" y="449595"/>
                  </a:lnTo>
                  <a:lnTo>
                    <a:pt x="4675366" y="446974"/>
                  </a:lnTo>
                  <a:lnTo>
                    <a:pt x="4572288" y="443975"/>
                  </a:lnTo>
                  <a:lnTo>
                    <a:pt x="4473438" y="440600"/>
                  </a:lnTo>
                  <a:lnTo>
                    <a:pt x="4380543" y="436840"/>
                  </a:lnTo>
                  <a:lnTo>
                    <a:pt x="4294483" y="432672"/>
                  </a:lnTo>
                  <a:lnTo>
                    <a:pt x="4215477" y="428059"/>
                  </a:lnTo>
                  <a:lnTo>
                    <a:pt x="4143269" y="422949"/>
                  </a:lnTo>
                  <a:lnTo>
                    <a:pt x="4077294" y="417277"/>
                  </a:lnTo>
                  <a:lnTo>
                    <a:pt x="4016807" y="410966"/>
                  </a:lnTo>
                  <a:lnTo>
                    <a:pt x="3960975" y="403936"/>
                  </a:lnTo>
                  <a:lnTo>
                    <a:pt x="3908946" y="396108"/>
                  </a:lnTo>
                  <a:lnTo>
                    <a:pt x="3859908" y="387419"/>
                  </a:lnTo>
                  <a:lnTo>
                    <a:pt x="3829811" y="381406"/>
                  </a:lnTo>
                  <a:lnTo>
                    <a:pt x="3774958" y="369075"/>
                  </a:lnTo>
                  <a:lnTo>
                    <a:pt x="3721883" y="355425"/>
                  </a:lnTo>
                  <a:lnTo>
                    <a:pt x="3669879" y="340438"/>
                  </a:lnTo>
                  <a:lnTo>
                    <a:pt x="3618442" y="324148"/>
                  </a:lnTo>
                  <a:lnTo>
                    <a:pt x="3567226" y="306645"/>
                  </a:lnTo>
                  <a:lnTo>
                    <a:pt x="3516020" y="288080"/>
                  </a:lnTo>
                  <a:lnTo>
                    <a:pt x="3464722" y="268660"/>
                  </a:lnTo>
                  <a:lnTo>
                    <a:pt x="3413316" y="248641"/>
                  </a:lnTo>
                  <a:lnTo>
                    <a:pt x="3361841" y="228317"/>
                  </a:lnTo>
                  <a:lnTo>
                    <a:pt x="3310369" y="208002"/>
                  </a:lnTo>
                  <a:lnTo>
                    <a:pt x="3258967" y="188007"/>
                  </a:lnTo>
                  <a:lnTo>
                    <a:pt x="3207676" y="168625"/>
                  </a:lnTo>
                  <a:lnTo>
                    <a:pt x="3156473" y="150110"/>
                  </a:lnTo>
                  <a:lnTo>
                    <a:pt x="3105251" y="132667"/>
                  </a:lnTo>
                  <a:lnTo>
                    <a:pt x="3053794" y="116443"/>
                  </a:lnTo>
                  <a:lnTo>
                    <a:pt x="3001750" y="101524"/>
                  </a:lnTo>
                  <a:lnTo>
                    <a:pt x="2948602" y="87943"/>
                  </a:lnTo>
                  <a:lnTo>
                    <a:pt x="2896531" y="76281"/>
                  </a:lnTo>
                  <a:lnTo>
                    <a:pt x="2849017" y="67027"/>
                  </a:lnTo>
                  <a:lnTo>
                    <a:pt x="2798988" y="58654"/>
                  </a:lnTo>
                  <a:lnTo>
                    <a:pt x="2745682" y="51123"/>
                  </a:lnTo>
                  <a:lnTo>
                    <a:pt x="2688267" y="44362"/>
                  </a:lnTo>
                  <a:lnTo>
                    <a:pt x="2625891" y="38292"/>
                  </a:lnTo>
                  <a:lnTo>
                    <a:pt x="2557743" y="32831"/>
                  </a:lnTo>
                  <a:lnTo>
                    <a:pt x="2483132" y="27907"/>
                  </a:lnTo>
                  <a:lnTo>
                    <a:pt x="2401586" y="23460"/>
                  </a:lnTo>
                  <a:lnTo>
                    <a:pt x="2313001" y="19443"/>
                  </a:lnTo>
                  <a:lnTo>
                    <a:pt x="2217813" y="15824"/>
                  </a:lnTo>
                  <a:lnTo>
                    <a:pt x="2117187" y="12585"/>
                  </a:lnTo>
                  <a:lnTo>
                    <a:pt x="2013192" y="9722"/>
                  </a:lnTo>
                  <a:lnTo>
                    <a:pt x="1908861" y="7239"/>
                  </a:lnTo>
                  <a:lnTo>
                    <a:pt x="1808091" y="5145"/>
                  </a:lnTo>
                  <a:lnTo>
                    <a:pt x="1715279" y="3447"/>
                  </a:lnTo>
                  <a:lnTo>
                    <a:pt x="1634709" y="2137"/>
                  </a:lnTo>
                  <a:lnTo>
                    <a:pt x="1569784" y="1193"/>
                  </a:lnTo>
                  <a:lnTo>
                    <a:pt x="1522315" y="573"/>
                  </a:lnTo>
                  <a:lnTo>
                    <a:pt x="1492059" y="216"/>
                  </a:lnTo>
                  <a:lnTo>
                    <a:pt x="1476632" y="50"/>
                  </a:lnTo>
                  <a:lnTo>
                    <a:pt x="1471716" y="2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67" name="pg767"/>
            <p:cNvSpPr/>
            <p:nvPr/>
          </p:nvSpPr>
          <p:spPr>
            <a:xfrm>
              <a:off x="4799595" y="2977385"/>
              <a:ext cx="11981298" cy="4405246"/>
            </a:xfrm>
            <a:custGeom>
              <a:avLst/>
              <a:pathLst>
                <a:path w="11981298" h="4405246">
                  <a:moveTo>
                    <a:pt x="0" y="16345"/>
                  </a:moveTo>
                  <a:lnTo>
                    <a:pt x="1471387" y="16345"/>
                  </a:lnTo>
                  <a:lnTo>
                    <a:pt x="1472622" y="16358"/>
                  </a:lnTo>
                  <a:lnTo>
                    <a:pt x="1480723" y="16450"/>
                  </a:lnTo>
                  <a:lnTo>
                    <a:pt x="1501092" y="16704"/>
                  </a:lnTo>
                  <a:lnTo>
                    <a:pt x="1537383" y="17204"/>
                  </a:lnTo>
                  <a:lnTo>
                    <a:pt x="1591218" y="18026"/>
                  </a:lnTo>
                  <a:lnTo>
                    <a:pt x="1662070" y="19231"/>
                  </a:lnTo>
                  <a:lnTo>
                    <a:pt x="1747486" y="20860"/>
                  </a:lnTo>
                  <a:lnTo>
                    <a:pt x="1843657" y="22931"/>
                  </a:lnTo>
                  <a:lnTo>
                    <a:pt x="1946179" y="25444"/>
                  </a:lnTo>
                  <a:lnTo>
                    <a:pt x="2050779" y="28392"/>
                  </a:lnTo>
                  <a:lnTo>
                    <a:pt x="2153843" y="31765"/>
                  </a:lnTo>
                  <a:lnTo>
                    <a:pt x="2252685" y="35560"/>
                  </a:lnTo>
                  <a:lnTo>
                    <a:pt x="2345579" y="39788"/>
                  </a:lnTo>
                  <a:lnTo>
                    <a:pt x="2431640" y="44475"/>
                  </a:lnTo>
                  <a:lnTo>
                    <a:pt x="2510651" y="49662"/>
                  </a:lnTo>
                  <a:lnTo>
                    <a:pt x="2582864" y="55408"/>
                  </a:lnTo>
                  <a:lnTo>
                    <a:pt x="2648844" y="61786"/>
                  </a:lnTo>
                  <a:lnTo>
                    <a:pt x="2709337" y="68881"/>
                  </a:lnTo>
                  <a:lnTo>
                    <a:pt x="2765174" y="76785"/>
                  </a:lnTo>
                  <a:lnTo>
                    <a:pt x="2817205" y="85587"/>
                  </a:lnTo>
                  <a:lnTo>
                    <a:pt x="2866244" y="95356"/>
                  </a:lnTo>
                  <a:lnTo>
                    <a:pt x="2896531" y="102162"/>
                  </a:lnTo>
                  <a:lnTo>
                    <a:pt x="2951044" y="115942"/>
                  </a:lnTo>
                  <a:lnTo>
                    <a:pt x="3003797" y="131188"/>
                  </a:lnTo>
                  <a:lnTo>
                    <a:pt x="3055485" y="147918"/>
                  </a:lnTo>
                  <a:lnTo>
                    <a:pt x="3106606" y="166098"/>
                  </a:lnTo>
                  <a:lnTo>
                    <a:pt x="3157501" y="185627"/>
                  </a:lnTo>
                  <a:lnTo>
                    <a:pt x="3208382" y="206343"/>
                  </a:lnTo>
                  <a:lnTo>
                    <a:pt x="3259351" y="228020"/>
                  </a:lnTo>
                  <a:lnTo>
                    <a:pt x="3310428" y="250374"/>
                  </a:lnTo>
                  <a:lnTo>
                    <a:pt x="3361576" y="273085"/>
                  </a:lnTo>
                  <a:lnTo>
                    <a:pt x="3412726" y="295806"/>
                  </a:lnTo>
                  <a:lnTo>
                    <a:pt x="3463809" y="318193"/>
                  </a:lnTo>
                  <a:lnTo>
                    <a:pt x="3514785" y="339920"/>
                  </a:lnTo>
                  <a:lnTo>
                    <a:pt x="3565669" y="360704"/>
                  </a:lnTo>
                  <a:lnTo>
                    <a:pt x="3616559" y="380313"/>
                  </a:lnTo>
                  <a:lnTo>
                    <a:pt x="3667657" y="398580"/>
                  </a:lnTo>
                  <a:lnTo>
                    <a:pt x="3719297" y="415402"/>
                  </a:lnTo>
                  <a:lnTo>
                    <a:pt x="3771965" y="430741"/>
                  </a:lnTo>
                  <a:lnTo>
                    <a:pt x="3826344" y="444610"/>
                  </a:lnTo>
                  <a:lnTo>
                    <a:pt x="3829811" y="445428"/>
                  </a:lnTo>
                  <a:lnTo>
                    <a:pt x="3877316" y="455836"/>
                  </a:lnTo>
                  <a:lnTo>
                    <a:pt x="3927335" y="465254"/>
                  </a:lnTo>
                  <a:lnTo>
                    <a:pt x="3980629" y="473726"/>
                  </a:lnTo>
                  <a:lnTo>
                    <a:pt x="4038030" y="481331"/>
                  </a:lnTo>
                  <a:lnTo>
                    <a:pt x="4100390" y="488159"/>
                  </a:lnTo>
                  <a:lnTo>
                    <a:pt x="4168518" y="494302"/>
                  </a:lnTo>
                  <a:lnTo>
                    <a:pt x="4243107" y="499841"/>
                  </a:lnTo>
                  <a:lnTo>
                    <a:pt x="4324627" y="504844"/>
                  </a:lnTo>
                  <a:lnTo>
                    <a:pt x="4413184" y="509363"/>
                  </a:lnTo>
                  <a:lnTo>
                    <a:pt x="4508343" y="513434"/>
                  </a:lnTo>
                  <a:lnTo>
                    <a:pt x="4608940" y="517078"/>
                  </a:lnTo>
                  <a:lnTo>
                    <a:pt x="4712912" y="520300"/>
                  </a:lnTo>
                  <a:lnTo>
                    <a:pt x="4817227" y="523094"/>
                  </a:lnTo>
                  <a:lnTo>
                    <a:pt x="4917992" y="525449"/>
                  </a:lnTo>
                  <a:lnTo>
                    <a:pt x="5010814" y="527362"/>
                  </a:lnTo>
                  <a:lnTo>
                    <a:pt x="5091411" y="528836"/>
                  </a:lnTo>
                  <a:lnTo>
                    <a:pt x="5156376" y="529899"/>
                  </a:lnTo>
                  <a:lnTo>
                    <a:pt x="5203895" y="530598"/>
                  </a:lnTo>
                  <a:lnTo>
                    <a:pt x="5234203" y="531000"/>
                  </a:lnTo>
                  <a:lnTo>
                    <a:pt x="5249675" y="531187"/>
                  </a:lnTo>
                  <a:lnTo>
                    <a:pt x="5254620" y="531241"/>
                  </a:lnTo>
                  <a:lnTo>
                    <a:pt x="5254955" y="531244"/>
                  </a:lnTo>
                  <a:lnTo>
                    <a:pt x="6726343" y="531244"/>
                  </a:lnTo>
                  <a:lnTo>
                    <a:pt x="6727421" y="531329"/>
                  </a:lnTo>
                  <a:lnTo>
                    <a:pt x="6734522" y="531930"/>
                  </a:lnTo>
                  <a:lnTo>
                    <a:pt x="6752450" y="533593"/>
                  </a:lnTo>
                  <a:lnTo>
                    <a:pt x="6784574" y="536868"/>
                  </a:lnTo>
                  <a:lnTo>
                    <a:pt x="6832602" y="542268"/>
                  </a:lnTo>
                  <a:lnTo>
                    <a:pt x="6896445" y="550219"/>
                  </a:lnTo>
                  <a:lnTo>
                    <a:pt x="6974337" y="561021"/>
                  </a:lnTo>
                  <a:lnTo>
                    <a:pt x="7063231" y="574832"/>
                  </a:lnTo>
                  <a:lnTo>
                    <a:pt x="7159376" y="591691"/>
                  </a:lnTo>
                  <a:lnTo>
                    <a:pt x="7258934" y="611560"/>
                  </a:lnTo>
                  <a:lnTo>
                    <a:pt x="7358464" y="634371"/>
                  </a:lnTo>
                  <a:lnTo>
                    <a:pt x="7455229" y="660083"/>
                  </a:lnTo>
                  <a:lnTo>
                    <a:pt x="7547301" y="688717"/>
                  </a:lnTo>
                  <a:lnTo>
                    <a:pt x="7633518" y="720382"/>
                  </a:lnTo>
                  <a:lnTo>
                    <a:pt x="7713360" y="755288"/>
                  </a:lnTo>
                  <a:lnTo>
                    <a:pt x="7786801" y="793748"/>
                  </a:lnTo>
                  <a:lnTo>
                    <a:pt x="7854162" y="836178"/>
                  </a:lnTo>
                  <a:lnTo>
                    <a:pt x="7915985" y="883081"/>
                  </a:lnTo>
                  <a:lnTo>
                    <a:pt x="7972944" y="935029"/>
                  </a:lnTo>
                  <a:lnTo>
                    <a:pt x="8025771" y="992625"/>
                  </a:lnTo>
                  <a:lnTo>
                    <a:pt x="8075206" y="1056443"/>
                  </a:lnTo>
                  <a:lnTo>
                    <a:pt x="8121954" y="1126926"/>
                  </a:lnTo>
                  <a:lnTo>
                    <a:pt x="8151487" y="1176911"/>
                  </a:lnTo>
                  <a:lnTo>
                    <a:pt x="8184548" y="1237999"/>
                  </a:lnTo>
                  <a:lnTo>
                    <a:pt x="8216853" y="1303029"/>
                  </a:lnTo>
                  <a:lnTo>
                    <a:pt x="8248583" y="1372082"/>
                  </a:lnTo>
                  <a:lnTo>
                    <a:pt x="8279888" y="1445189"/>
                  </a:lnTo>
                  <a:lnTo>
                    <a:pt x="8310892" y="1522329"/>
                  </a:lnTo>
                  <a:lnTo>
                    <a:pt x="8341695" y="1603424"/>
                  </a:lnTo>
                  <a:lnTo>
                    <a:pt x="8372377" y="1688332"/>
                  </a:lnTo>
                  <a:lnTo>
                    <a:pt x="8402999" y="1776848"/>
                  </a:lnTo>
                  <a:lnTo>
                    <a:pt x="8433608" y="1868703"/>
                  </a:lnTo>
                  <a:lnTo>
                    <a:pt x="8464233" y="1963563"/>
                  </a:lnTo>
                  <a:lnTo>
                    <a:pt x="8494891" y="2061035"/>
                  </a:lnTo>
                  <a:lnTo>
                    <a:pt x="8525591" y="2160669"/>
                  </a:lnTo>
                  <a:lnTo>
                    <a:pt x="8556329" y="2261971"/>
                  </a:lnTo>
                  <a:lnTo>
                    <a:pt x="8587097" y="2364408"/>
                  </a:lnTo>
                  <a:lnTo>
                    <a:pt x="8617881" y="2467422"/>
                  </a:lnTo>
                  <a:lnTo>
                    <a:pt x="8648665" y="2570440"/>
                  </a:lnTo>
                  <a:lnTo>
                    <a:pt x="8679433" y="2672890"/>
                  </a:lnTo>
                  <a:lnTo>
                    <a:pt x="8710172" y="2774215"/>
                  </a:lnTo>
                  <a:lnTo>
                    <a:pt x="8740872" y="2873880"/>
                  </a:lnTo>
                  <a:lnTo>
                    <a:pt x="8771531" y="2971390"/>
                  </a:lnTo>
                  <a:lnTo>
                    <a:pt x="8802156" y="3066295"/>
                  </a:lnTo>
                  <a:lnTo>
                    <a:pt x="8832765" y="3158200"/>
                  </a:lnTo>
                  <a:lnTo>
                    <a:pt x="8863387" y="3246772"/>
                  </a:lnTo>
                  <a:lnTo>
                    <a:pt x="8894068" y="3331740"/>
                  </a:lnTo>
                  <a:lnTo>
                    <a:pt x="8924868" y="3412896"/>
                  </a:lnTo>
                  <a:lnTo>
                    <a:pt x="8955868" y="3490101"/>
                  </a:lnTo>
                  <a:lnTo>
                    <a:pt x="8987167" y="3563273"/>
                  </a:lnTo>
                  <a:lnTo>
                    <a:pt x="9018889" y="3632390"/>
                  </a:lnTo>
                  <a:lnTo>
                    <a:pt x="9051184" y="3697483"/>
                  </a:lnTo>
                  <a:lnTo>
                    <a:pt x="9084232" y="3758634"/>
                  </a:lnTo>
                  <a:lnTo>
                    <a:pt x="9084767" y="3759579"/>
                  </a:lnTo>
                  <a:lnTo>
                    <a:pt x="9130098" y="3834548"/>
                  </a:lnTo>
                  <a:lnTo>
                    <a:pt x="9177694" y="3902705"/>
                  </a:lnTo>
                  <a:lnTo>
                    <a:pt x="9228212" y="3964327"/>
                  </a:lnTo>
                  <a:lnTo>
                    <a:pt x="9282374" y="4019914"/>
                  </a:lnTo>
                  <a:lnTo>
                    <a:pt x="9340923" y="4070061"/>
                  </a:lnTo>
                  <a:lnTo>
                    <a:pt x="9404578" y="4115366"/>
                  </a:lnTo>
                  <a:lnTo>
                    <a:pt x="9473975" y="4156379"/>
                  </a:lnTo>
                  <a:lnTo>
                    <a:pt x="9549594" y="4193577"/>
                  </a:lnTo>
                  <a:lnTo>
                    <a:pt x="9631651" y="4227339"/>
                  </a:lnTo>
                  <a:lnTo>
                    <a:pt x="9719967" y="4257944"/>
                  </a:lnTo>
                  <a:lnTo>
                    <a:pt x="9813819" y="4285567"/>
                  </a:lnTo>
                  <a:lnTo>
                    <a:pt x="9911793" y="4310284"/>
                  </a:lnTo>
                  <a:lnTo>
                    <a:pt x="10011680" y="4332091"/>
                  </a:lnTo>
                  <a:lnTo>
                    <a:pt x="10110482" y="4350933"/>
                  </a:lnTo>
                  <a:lnTo>
                    <a:pt x="10204577" y="4366747"/>
                  </a:lnTo>
                  <a:lnTo>
                    <a:pt x="10290091" y="4379514"/>
                  </a:lnTo>
                  <a:lnTo>
                    <a:pt x="10363447" y="4389311"/>
                  </a:lnTo>
                  <a:lnTo>
                    <a:pt x="10421976" y="4396346"/>
                  </a:lnTo>
                  <a:lnTo>
                    <a:pt x="10464460" y="4400962"/>
                  </a:lnTo>
                  <a:lnTo>
                    <a:pt x="10491426" y="4403622"/>
                  </a:lnTo>
                  <a:lnTo>
                    <a:pt x="10505177" y="4404858"/>
                  </a:lnTo>
                  <a:lnTo>
                    <a:pt x="10509600" y="4405222"/>
                  </a:lnTo>
                  <a:lnTo>
                    <a:pt x="10509911" y="4405246"/>
                  </a:lnTo>
                  <a:lnTo>
                    <a:pt x="11981298" y="4405246"/>
                  </a:lnTo>
                  <a:lnTo>
                    <a:pt x="11981298" y="4388900"/>
                  </a:lnTo>
                  <a:lnTo>
                    <a:pt x="10509911" y="4388900"/>
                  </a:lnTo>
                  <a:lnTo>
                    <a:pt x="10508832" y="4388815"/>
                  </a:lnTo>
                  <a:lnTo>
                    <a:pt x="10501731" y="4388214"/>
                  </a:lnTo>
                  <a:lnTo>
                    <a:pt x="10483804" y="4386551"/>
                  </a:lnTo>
                  <a:lnTo>
                    <a:pt x="10451679" y="4383276"/>
                  </a:lnTo>
                  <a:lnTo>
                    <a:pt x="10403651" y="4377876"/>
                  </a:lnTo>
                  <a:lnTo>
                    <a:pt x="10339808" y="4369925"/>
                  </a:lnTo>
                  <a:lnTo>
                    <a:pt x="10261916" y="4359123"/>
                  </a:lnTo>
                  <a:lnTo>
                    <a:pt x="10173022" y="4345312"/>
                  </a:lnTo>
                  <a:lnTo>
                    <a:pt x="10076877" y="4328453"/>
                  </a:lnTo>
                  <a:lnTo>
                    <a:pt x="9977320" y="4308584"/>
                  </a:lnTo>
                  <a:lnTo>
                    <a:pt x="9877790" y="4285773"/>
                  </a:lnTo>
                  <a:lnTo>
                    <a:pt x="9781024" y="4260061"/>
                  </a:lnTo>
                  <a:lnTo>
                    <a:pt x="9688952" y="4231427"/>
                  </a:lnTo>
                  <a:lnTo>
                    <a:pt x="9602736" y="4199762"/>
                  </a:lnTo>
                  <a:lnTo>
                    <a:pt x="9522893" y="4164856"/>
                  </a:lnTo>
                  <a:lnTo>
                    <a:pt x="9449452" y="4126396"/>
                  </a:lnTo>
                  <a:lnTo>
                    <a:pt x="9382091" y="4083966"/>
                  </a:lnTo>
                  <a:lnTo>
                    <a:pt x="9320268" y="4037063"/>
                  </a:lnTo>
                  <a:lnTo>
                    <a:pt x="9263309" y="3985115"/>
                  </a:lnTo>
                  <a:lnTo>
                    <a:pt x="9210483" y="3927519"/>
                  </a:lnTo>
                  <a:lnTo>
                    <a:pt x="9161048" y="3863701"/>
                  </a:lnTo>
                  <a:lnTo>
                    <a:pt x="9114300" y="3793218"/>
                  </a:lnTo>
                  <a:lnTo>
                    <a:pt x="9084767" y="3743233"/>
                  </a:lnTo>
                  <a:lnTo>
                    <a:pt x="9051705" y="3682145"/>
                  </a:lnTo>
                  <a:lnTo>
                    <a:pt x="9019400" y="3617115"/>
                  </a:lnTo>
                  <a:lnTo>
                    <a:pt x="8987670" y="3548062"/>
                  </a:lnTo>
                  <a:lnTo>
                    <a:pt x="8956365" y="3474955"/>
                  </a:lnTo>
                  <a:lnTo>
                    <a:pt x="8925362" y="3397815"/>
                  </a:lnTo>
                  <a:lnTo>
                    <a:pt x="8894559" y="3316720"/>
                  </a:lnTo>
                  <a:lnTo>
                    <a:pt x="8863877" y="3231812"/>
                  </a:lnTo>
                  <a:lnTo>
                    <a:pt x="8833254" y="3143296"/>
                  </a:lnTo>
                  <a:lnTo>
                    <a:pt x="8802645" y="3051441"/>
                  </a:lnTo>
                  <a:lnTo>
                    <a:pt x="8772021" y="2956581"/>
                  </a:lnTo>
                  <a:lnTo>
                    <a:pt x="8741362" y="2859109"/>
                  </a:lnTo>
                  <a:lnTo>
                    <a:pt x="8710662" y="2759475"/>
                  </a:lnTo>
                  <a:lnTo>
                    <a:pt x="8679924" y="2658173"/>
                  </a:lnTo>
                  <a:lnTo>
                    <a:pt x="8649156" y="2555736"/>
                  </a:lnTo>
                  <a:lnTo>
                    <a:pt x="8618372" y="2452722"/>
                  </a:lnTo>
                  <a:lnTo>
                    <a:pt x="8587588" y="2349704"/>
                  </a:lnTo>
                  <a:lnTo>
                    <a:pt x="8556820" y="2247254"/>
                  </a:lnTo>
                  <a:lnTo>
                    <a:pt x="8526081" y="2145929"/>
                  </a:lnTo>
                  <a:lnTo>
                    <a:pt x="8495381" y="2046264"/>
                  </a:lnTo>
                  <a:lnTo>
                    <a:pt x="8464722" y="1948754"/>
                  </a:lnTo>
                  <a:lnTo>
                    <a:pt x="8434097" y="1853849"/>
                  </a:lnTo>
                  <a:lnTo>
                    <a:pt x="8403488" y="1761944"/>
                  </a:lnTo>
                  <a:lnTo>
                    <a:pt x="8372866" y="1673372"/>
                  </a:lnTo>
                  <a:lnTo>
                    <a:pt x="8342185" y="1588404"/>
                  </a:lnTo>
                  <a:lnTo>
                    <a:pt x="8311385" y="1507248"/>
                  </a:lnTo>
                  <a:lnTo>
                    <a:pt x="8280385" y="1430043"/>
                  </a:lnTo>
                  <a:lnTo>
                    <a:pt x="8249086" y="1356871"/>
                  </a:lnTo>
                  <a:lnTo>
                    <a:pt x="8217364" y="1287754"/>
                  </a:lnTo>
                  <a:lnTo>
                    <a:pt x="8185069" y="1222661"/>
                  </a:lnTo>
                  <a:lnTo>
                    <a:pt x="8152022" y="1161510"/>
                  </a:lnTo>
                  <a:lnTo>
                    <a:pt x="8151487" y="1160565"/>
                  </a:lnTo>
                  <a:lnTo>
                    <a:pt x="8106155" y="1085596"/>
                  </a:lnTo>
                  <a:lnTo>
                    <a:pt x="8058560" y="1017439"/>
                  </a:lnTo>
                  <a:lnTo>
                    <a:pt x="8008041" y="955817"/>
                  </a:lnTo>
                  <a:lnTo>
                    <a:pt x="7953879" y="900230"/>
                  </a:lnTo>
                  <a:lnTo>
                    <a:pt x="7895330" y="850083"/>
                  </a:lnTo>
                  <a:lnTo>
                    <a:pt x="7831676" y="804778"/>
                  </a:lnTo>
                  <a:lnTo>
                    <a:pt x="7762278" y="763765"/>
                  </a:lnTo>
                  <a:lnTo>
                    <a:pt x="7686659" y="726567"/>
                  </a:lnTo>
                  <a:lnTo>
                    <a:pt x="7604602" y="692805"/>
                  </a:lnTo>
                  <a:lnTo>
                    <a:pt x="7516287" y="662200"/>
                  </a:lnTo>
                  <a:lnTo>
                    <a:pt x="7422434" y="634577"/>
                  </a:lnTo>
                  <a:lnTo>
                    <a:pt x="7324460" y="609860"/>
                  </a:lnTo>
                  <a:lnTo>
                    <a:pt x="7224573" y="588053"/>
                  </a:lnTo>
                  <a:lnTo>
                    <a:pt x="7125771" y="569211"/>
                  </a:lnTo>
                  <a:lnTo>
                    <a:pt x="7031677" y="553397"/>
                  </a:lnTo>
                  <a:lnTo>
                    <a:pt x="6946162" y="540630"/>
                  </a:lnTo>
                  <a:lnTo>
                    <a:pt x="6872807" y="530833"/>
                  </a:lnTo>
                  <a:lnTo>
                    <a:pt x="6814277" y="523798"/>
                  </a:lnTo>
                  <a:lnTo>
                    <a:pt x="6771794" y="519182"/>
                  </a:lnTo>
                  <a:lnTo>
                    <a:pt x="6744827" y="516522"/>
                  </a:lnTo>
                  <a:lnTo>
                    <a:pt x="6731076" y="515286"/>
                  </a:lnTo>
                  <a:lnTo>
                    <a:pt x="6726654" y="514922"/>
                  </a:lnTo>
                  <a:lnTo>
                    <a:pt x="6726343" y="514898"/>
                  </a:lnTo>
                  <a:lnTo>
                    <a:pt x="5254955" y="514898"/>
                  </a:lnTo>
                  <a:lnTo>
                    <a:pt x="5253721" y="514886"/>
                  </a:lnTo>
                  <a:lnTo>
                    <a:pt x="5245620" y="514794"/>
                  </a:lnTo>
                  <a:lnTo>
                    <a:pt x="5225250" y="514540"/>
                  </a:lnTo>
                  <a:lnTo>
                    <a:pt x="5188959" y="514040"/>
                  </a:lnTo>
                  <a:lnTo>
                    <a:pt x="5135124" y="513218"/>
                  </a:lnTo>
                  <a:lnTo>
                    <a:pt x="5064273" y="512013"/>
                  </a:lnTo>
                  <a:lnTo>
                    <a:pt x="4978856" y="510384"/>
                  </a:lnTo>
                  <a:lnTo>
                    <a:pt x="4882685" y="508313"/>
                  </a:lnTo>
                  <a:lnTo>
                    <a:pt x="4780163" y="505800"/>
                  </a:lnTo>
                  <a:lnTo>
                    <a:pt x="4675564" y="502852"/>
                  </a:lnTo>
                  <a:lnTo>
                    <a:pt x="4572499" y="499479"/>
                  </a:lnTo>
                  <a:lnTo>
                    <a:pt x="4473657" y="495684"/>
                  </a:lnTo>
                  <a:lnTo>
                    <a:pt x="4380763" y="491456"/>
                  </a:lnTo>
                  <a:lnTo>
                    <a:pt x="4294702" y="486769"/>
                  </a:lnTo>
                  <a:lnTo>
                    <a:pt x="4215691" y="481582"/>
                  </a:lnTo>
                  <a:lnTo>
                    <a:pt x="4143478" y="475836"/>
                  </a:lnTo>
                  <a:lnTo>
                    <a:pt x="4077498" y="469458"/>
                  </a:lnTo>
                  <a:lnTo>
                    <a:pt x="4017005" y="462363"/>
                  </a:lnTo>
                  <a:lnTo>
                    <a:pt x="3961169" y="454458"/>
                  </a:lnTo>
                  <a:lnTo>
                    <a:pt x="3909137" y="445657"/>
                  </a:lnTo>
                  <a:lnTo>
                    <a:pt x="3860098" y="435888"/>
                  </a:lnTo>
                  <a:lnTo>
                    <a:pt x="3829811" y="429082"/>
                  </a:lnTo>
                  <a:lnTo>
                    <a:pt x="3775298" y="415302"/>
                  </a:lnTo>
                  <a:lnTo>
                    <a:pt x="3722545" y="400056"/>
                  </a:lnTo>
                  <a:lnTo>
                    <a:pt x="3670857" y="383326"/>
                  </a:lnTo>
                  <a:lnTo>
                    <a:pt x="3619736" y="365146"/>
                  </a:lnTo>
                  <a:lnTo>
                    <a:pt x="3568841" y="345617"/>
                  </a:lnTo>
                  <a:lnTo>
                    <a:pt x="3517960" y="324901"/>
                  </a:lnTo>
                  <a:lnTo>
                    <a:pt x="3466991" y="303224"/>
                  </a:lnTo>
                  <a:lnTo>
                    <a:pt x="3415914" y="280870"/>
                  </a:lnTo>
                  <a:lnTo>
                    <a:pt x="3364766" y="258159"/>
                  </a:lnTo>
                  <a:lnTo>
                    <a:pt x="3313616" y="235438"/>
                  </a:lnTo>
                  <a:lnTo>
                    <a:pt x="3262533" y="213051"/>
                  </a:lnTo>
                  <a:lnTo>
                    <a:pt x="3211557" y="191324"/>
                  </a:lnTo>
                  <a:lnTo>
                    <a:pt x="3160673" y="170540"/>
                  </a:lnTo>
                  <a:lnTo>
                    <a:pt x="3109783" y="150931"/>
                  </a:lnTo>
                  <a:lnTo>
                    <a:pt x="3058685" y="132664"/>
                  </a:lnTo>
                  <a:lnTo>
                    <a:pt x="3007045" y="115842"/>
                  </a:lnTo>
                  <a:lnTo>
                    <a:pt x="2954377" y="100503"/>
                  </a:lnTo>
                  <a:lnTo>
                    <a:pt x="2899998" y="86633"/>
                  </a:lnTo>
                  <a:lnTo>
                    <a:pt x="2896531" y="85816"/>
                  </a:lnTo>
                  <a:lnTo>
                    <a:pt x="2849026" y="75407"/>
                  </a:lnTo>
                  <a:lnTo>
                    <a:pt x="2799007" y="65990"/>
                  </a:lnTo>
                  <a:lnTo>
                    <a:pt x="2745713" y="57518"/>
                  </a:lnTo>
                  <a:lnTo>
                    <a:pt x="2688312" y="49913"/>
                  </a:lnTo>
                  <a:lnTo>
                    <a:pt x="2625952" y="43084"/>
                  </a:lnTo>
                  <a:lnTo>
                    <a:pt x="2557824" y="36941"/>
                  </a:lnTo>
                  <a:lnTo>
                    <a:pt x="2483235" y="31403"/>
                  </a:lnTo>
                  <a:lnTo>
                    <a:pt x="2401715" y="26400"/>
                  </a:lnTo>
                  <a:lnTo>
                    <a:pt x="2313158" y="21881"/>
                  </a:lnTo>
                  <a:lnTo>
                    <a:pt x="2217999" y="17810"/>
                  </a:lnTo>
                  <a:lnTo>
                    <a:pt x="2117402" y="14166"/>
                  </a:lnTo>
                  <a:lnTo>
                    <a:pt x="2013430" y="10944"/>
                  </a:lnTo>
                  <a:lnTo>
                    <a:pt x="1909115" y="8150"/>
                  </a:lnTo>
                  <a:lnTo>
                    <a:pt x="1808350" y="5794"/>
                  </a:lnTo>
                  <a:lnTo>
                    <a:pt x="1715528" y="3882"/>
                  </a:lnTo>
                  <a:lnTo>
                    <a:pt x="1634931" y="2408"/>
                  </a:lnTo>
                  <a:lnTo>
                    <a:pt x="1569966" y="1345"/>
                  </a:lnTo>
                  <a:lnTo>
                    <a:pt x="1522447" y="646"/>
                  </a:lnTo>
                  <a:lnTo>
                    <a:pt x="1492139" y="244"/>
                  </a:lnTo>
                  <a:lnTo>
                    <a:pt x="1476667" y="57"/>
                  </a:lnTo>
                  <a:lnTo>
                    <a:pt x="1471722" y="3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768" name="pl768"/>
            <p:cNvSpPr/>
            <p:nvPr/>
          </p:nvSpPr>
          <p:spPr>
            <a:xfrm>
              <a:off x="4799595" y="2993731"/>
              <a:ext cx="11981298" cy="4388900"/>
            </a:xfrm>
            <a:custGeom>
              <a:avLst/>
              <a:pathLst>
                <a:path w="11981298" h="4388900">
                  <a:moveTo>
                    <a:pt x="0" y="0"/>
                  </a:moveTo>
                  <a:lnTo>
                    <a:pt x="1471387" y="0"/>
                  </a:lnTo>
                  <a:lnTo>
                    <a:pt x="1472622" y="12"/>
                  </a:lnTo>
                  <a:lnTo>
                    <a:pt x="1480723" y="104"/>
                  </a:lnTo>
                  <a:lnTo>
                    <a:pt x="1501092" y="358"/>
                  </a:lnTo>
                  <a:lnTo>
                    <a:pt x="1537383" y="858"/>
                  </a:lnTo>
                  <a:lnTo>
                    <a:pt x="1591218" y="1680"/>
                  </a:lnTo>
                  <a:lnTo>
                    <a:pt x="1662070" y="2885"/>
                  </a:lnTo>
                  <a:lnTo>
                    <a:pt x="1747486" y="4514"/>
                  </a:lnTo>
                  <a:lnTo>
                    <a:pt x="1843657" y="6585"/>
                  </a:lnTo>
                  <a:lnTo>
                    <a:pt x="1946179" y="9098"/>
                  </a:lnTo>
                  <a:lnTo>
                    <a:pt x="2050779" y="12046"/>
                  </a:lnTo>
                  <a:lnTo>
                    <a:pt x="2153843" y="15419"/>
                  </a:lnTo>
                  <a:lnTo>
                    <a:pt x="2252685" y="19214"/>
                  </a:lnTo>
                  <a:lnTo>
                    <a:pt x="2345579" y="23442"/>
                  </a:lnTo>
                  <a:lnTo>
                    <a:pt x="2431640" y="28129"/>
                  </a:lnTo>
                  <a:lnTo>
                    <a:pt x="2510651" y="33316"/>
                  </a:lnTo>
                  <a:lnTo>
                    <a:pt x="2582864" y="39062"/>
                  </a:lnTo>
                  <a:lnTo>
                    <a:pt x="2648844" y="45440"/>
                  </a:lnTo>
                  <a:lnTo>
                    <a:pt x="2709337" y="52535"/>
                  </a:lnTo>
                  <a:lnTo>
                    <a:pt x="2765174" y="60439"/>
                  </a:lnTo>
                  <a:lnTo>
                    <a:pt x="2817205" y="69241"/>
                  </a:lnTo>
                  <a:lnTo>
                    <a:pt x="2866244" y="79010"/>
                  </a:lnTo>
                  <a:lnTo>
                    <a:pt x="2896531" y="85816"/>
                  </a:lnTo>
                  <a:lnTo>
                    <a:pt x="2951044" y="99596"/>
                  </a:lnTo>
                  <a:lnTo>
                    <a:pt x="3003797" y="114842"/>
                  </a:lnTo>
                  <a:lnTo>
                    <a:pt x="3055485" y="131572"/>
                  </a:lnTo>
                  <a:lnTo>
                    <a:pt x="3106606" y="149752"/>
                  </a:lnTo>
                  <a:lnTo>
                    <a:pt x="3157501" y="169281"/>
                  </a:lnTo>
                  <a:lnTo>
                    <a:pt x="3208382" y="189997"/>
                  </a:lnTo>
                  <a:lnTo>
                    <a:pt x="3259351" y="211674"/>
                  </a:lnTo>
                  <a:lnTo>
                    <a:pt x="3310428" y="234028"/>
                  </a:lnTo>
                  <a:lnTo>
                    <a:pt x="3361576" y="256739"/>
                  </a:lnTo>
                  <a:lnTo>
                    <a:pt x="3412726" y="279460"/>
                  </a:lnTo>
                  <a:lnTo>
                    <a:pt x="3463809" y="301847"/>
                  </a:lnTo>
                  <a:lnTo>
                    <a:pt x="3514785" y="323574"/>
                  </a:lnTo>
                  <a:lnTo>
                    <a:pt x="3565669" y="344358"/>
                  </a:lnTo>
                  <a:lnTo>
                    <a:pt x="3616559" y="363967"/>
                  </a:lnTo>
                  <a:lnTo>
                    <a:pt x="3667657" y="382234"/>
                  </a:lnTo>
                  <a:lnTo>
                    <a:pt x="3719297" y="399056"/>
                  </a:lnTo>
                  <a:lnTo>
                    <a:pt x="3771965" y="414395"/>
                  </a:lnTo>
                  <a:lnTo>
                    <a:pt x="3826344" y="428264"/>
                  </a:lnTo>
                  <a:lnTo>
                    <a:pt x="3829811" y="429082"/>
                  </a:lnTo>
                  <a:lnTo>
                    <a:pt x="3877316" y="439490"/>
                  </a:lnTo>
                  <a:lnTo>
                    <a:pt x="3927335" y="448908"/>
                  </a:lnTo>
                  <a:lnTo>
                    <a:pt x="3980629" y="457380"/>
                  </a:lnTo>
                  <a:lnTo>
                    <a:pt x="4038030" y="464985"/>
                  </a:lnTo>
                  <a:lnTo>
                    <a:pt x="4100390" y="471813"/>
                  </a:lnTo>
                  <a:lnTo>
                    <a:pt x="4168518" y="477956"/>
                  </a:lnTo>
                  <a:lnTo>
                    <a:pt x="4243107" y="483495"/>
                  </a:lnTo>
                  <a:lnTo>
                    <a:pt x="4324627" y="488498"/>
                  </a:lnTo>
                  <a:lnTo>
                    <a:pt x="4413184" y="493017"/>
                  </a:lnTo>
                  <a:lnTo>
                    <a:pt x="4508343" y="497088"/>
                  </a:lnTo>
                  <a:lnTo>
                    <a:pt x="4608940" y="500732"/>
                  </a:lnTo>
                  <a:lnTo>
                    <a:pt x="4712912" y="503954"/>
                  </a:lnTo>
                  <a:lnTo>
                    <a:pt x="4817227" y="506748"/>
                  </a:lnTo>
                  <a:lnTo>
                    <a:pt x="4917992" y="509103"/>
                  </a:lnTo>
                  <a:lnTo>
                    <a:pt x="5010814" y="511016"/>
                  </a:lnTo>
                  <a:lnTo>
                    <a:pt x="5091411" y="512490"/>
                  </a:lnTo>
                  <a:lnTo>
                    <a:pt x="5156376" y="513553"/>
                  </a:lnTo>
                  <a:lnTo>
                    <a:pt x="5203895" y="514252"/>
                  </a:lnTo>
                  <a:lnTo>
                    <a:pt x="5234203" y="514654"/>
                  </a:lnTo>
                  <a:lnTo>
                    <a:pt x="5249675" y="514841"/>
                  </a:lnTo>
                  <a:lnTo>
                    <a:pt x="5254620" y="514895"/>
                  </a:lnTo>
                  <a:lnTo>
                    <a:pt x="5254955" y="514898"/>
                  </a:lnTo>
                  <a:lnTo>
                    <a:pt x="6726343" y="514898"/>
                  </a:lnTo>
                  <a:lnTo>
                    <a:pt x="6727421" y="514983"/>
                  </a:lnTo>
                  <a:lnTo>
                    <a:pt x="6734522" y="515584"/>
                  </a:lnTo>
                  <a:lnTo>
                    <a:pt x="6752450" y="517247"/>
                  </a:lnTo>
                  <a:lnTo>
                    <a:pt x="6784574" y="520522"/>
                  </a:lnTo>
                  <a:lnTo>
                    <a:pt x="6832602" y="525922"/>
                  </a:lnTo>
                  <a:lnTo>
                    <a:pt x="6896445" y="533873"/>
                  </a:lnTo>
                  <a:lnTo>
                    <a:pt x="6974337" y="544675"/>
                  </a:lnTo>
                  <a:lnTo>
                    <a:pt x="7063231" y="558486"/>
                  </a:lnTo>
                  <a:lnTo>
                    <a:pt x="7159376" y="575345"/>
                  </a:lnTo>
                  <a:lnTo>
                    <a:pt x="7258934" y="595214"/>
                  </a:lnTo>
                  <a:lnTo>
                    <a:pt x="7358464" y="618025"/>
                  </a:lnTo>
                  <a:lnTo>
                    <a:pt x="7455229" y="643737"/>
                  </a:lnTo>
                  <a:lnTo>
                    <a:pt x="7547301" y="672371"/>
                  </a:lnTo>
                  <a:lnTo>
                    <a:pt x="7633518" y="704036"/>
                  </a:lnTo>
                  <a:lnTo>
                    <a:pt x="7713360" y="738942"/>
                  </a:lnTo>
                  <a:lnTo>
                    <a:pt x="7786801" y="777402"/>
                  </a:lnTo>
                  <a:lnTo>
                    <a:pt x="7854162" y="819832"/>
                  </a:lnTo>
                  <a:lnTo>
                    <a:pt x="7915985" y="866735"/>
                  </a:lnTo>
                  <a:lnTo>
                    <a:pt x="7972944" y="918683"/>
                  </a:lnTo>
                  <a:lnTo>
                    <a:pt x="8025771" y="976279"/>
                  </a:lnTo>
                  <a:lnTo>
                    <a:pt x="8075206" y="1040097"/>
                  </a:lnTo>
                  <a:lnTo>
                    <a:pt x="8121954" y="1110580"/>
                  </a:lnTo>
                  <a:lnTo>
                    <a:pt x="8151487" y="1160565"/>
                  </a:lnTo>
                  <a:lnTo>
                    <a:pt x="8184548" y="1221653"/>
                  </a:lnTo>
                  <a:lnTo>
                    <a:pt x="8216853" y="1286683"/>
                  </a:lnTo>
                  <a:lnTo>
                    <a:pt x="8248583" y="1355736"/>
                  </a:lnTo>
                  <a:lnTo>
                    <a:pt x="8279888" y="1428843"/>
                  </a:lnTo>
                  <a:lnTo>
                    <a:pt x="8310892" y="1505983"/>
                  </a:lnTo>
                  <a:lnTo>
                    <a:pt x="8341695" y="1587078"/>
                  </a:lnTo>
                  <a:lnTo>
                    <a:pt x="8372377" y="1671986"/>
                  </a:lnTo>
                  <a:lnTo>
                    <a:pt x="8402999" y="1760502"/>
                  </a:lnTo>
                  <a:lnTo>
                    <a:pt x="8433608" y="1852357"/>
                  </a:lnTo>
                  <a:lnTo>
                    <a:pt x="8464233" y="1947217"/>
                  </a:lnTo>
                  <a:lnTo>
                    <a:pt x="8494891" y="2044689"/>
                  </a:lnTo>
                  <a:lnTo>
                    <a:pt x="8525591" y="2144323"/>
                  </a:lnTo>
                  <a:lnTo>
                    <a:pt x="8556329" y="2245625"/>
                  </a:lnTo>
                  <a:lnTo>
                    <a:pt x="8587097" y="2348062"/>
                  </a:lnTo>
                  <a:lnTo>
                    <a:pt x="8617881" y="2451076"/>
                  </a:lnTo>
                  <a:lnTo>
                    <a:pt x="8648665" y="2554094"/>
                  </a:lnTo>
                  <a:lnTo>
                    <a:pt x="8679433" y="2656544"/>
                  </a:lnTo>
                  <a:lnTo>
                    <a:pt x="8710172" y="2757869"/>
                  </a:lnTo>
                  <a:lnTo>
                    <a:pt x="8740872" y="2857534"/>
                  </a:lnTo>
                  <a:lnTo>
                    <a:pt x="8771531" y="2955044"/>
                  </a:lnTo>
                  <a:lnTo>
                    <a:pt x="8802156" y="3049949"/>
                  </a:lnTo>
                  <a:lnTo>
                    <a:pt x="8832765" y="3141854"/>
                  </a:lnTo>
                  <a:lnTo>
                    <a:pt x="8863387" y="3230426"/>
                  </a:lnTo>
                  <a:lnTo>
                    <a:pt x="8894068" y="3315394"/>
                  </a:lnTo>
                  <a:lnTo>
                    <a:pt x="8924868" y="3396550"/>
                  </a:lnTo>
                  <a:lnTo>
                    <a:pt x="8955868" y="3473755"/>
                  </a:lnTo>
                  <a:lnTo>
                    <a:pt x="8987167" y="3546927"/>
                  </a:lnTo>
                  <a:lnTo>
                    <a:pt x="9018889" y="3616044"/>
                  </a:lnTo>
                  <a:lnTo>
                    <a:pt x="9051184" y="3681137"/>
                  </a:lnTo>
                  <a:lnTo>
                    <a:pt x="9084232" y="3742288"/>
                  </a:lnTo>
                  <a:lnTo>
                    <a:pt x="9084767" y="3743233"/>
                  </a:lnTo>
                  <a:lnTo>
                    <a:pt x="9130098" y="3818202"/>
                  </a:lnTo>
                  <a:lnTo>
                    <a:pt x="9177694" y="3886359"/>
                  </a:lnTo>
                  <a:lnTo>
                    <a:pt x="9228212" y="3947981"/>
                  </a:lnTo>
                  <a:lnTo>
                    <a:pt x="9282374" y="4003568"/>
                  </a:lnTo>
                  <a:lnTo>
                    <a:pt x="9340923" y="4053715"/>
                  </a:lnTo>
                  <a:lnTo>
                    <a:pt x="9404578" y="4099020"/>
                  </a:lnTo>
                  <a:lnTo>
                    <a:pt x="9473975" y="4140033"/>
                  </a:lnTo>
                  <a:lnTo>
                    <a:pt x="9549594" y="4177231"/>
                  </a:lnTo>
                  <a:lnTo>
                    <a:pt x="9631651" y="4210993"/>
                  </a:lnTo>
                  <a:lnTo>
                    <a:pt x="9719967" y="4241598"/>
                  </a:lnTo>
                  <a:lnTo>
                    <a:pt x="9813819" y="4269221"/>
                  </a:lnTo>
                  <a:lnTo>
                    <a:pt x="9911793" y="4293938"/>
                  </a:lnTo>
                  <a:lnTo>
                    <a:pt x="10011680" y="4315745"/>
                  </a:lnTo>
                  <a:lnTo>
                    <a:pt x="10110482" y="4334587"/>
                  </a:lnTo>
                  <a:lnTo>
                    <a:pt x="10204577" y="4350401"/>
                  </a:lnTo>
                  <a:lnTo>
                    <a:pt x="10290091" y="4363168"/>
                  </a:lnTo>
                  <a:lnTo>
                    <a:pt x="10363447" y="4372965"/>
                  </a:lnTo>
                  <a:lnTo>
                    <a:pt x="10421976" y="4380000"/>
                  </a:lnTo>
                  <a:lnTo>
                    <a:pt x="10464460" y="4384616"/>
                  </a:lnTo>
                  <a:lnTo>
                    <a:pt x="10491426" y="4387276"/>
                  </a:lnTo>
                  <a:lnTo>
                    <a:pt x="10505177" y="4388512"/>
                  </a:lnTo>
                  <a:lnTo>
                    <a:pt x="10509600" y="4388876"/>
                  </a:lnTo>
                  <a:lnTo>
                    <a:pt x="10509911" y="4388900"/>
                  </a:lnTo>
                  <a:lnTo>
                    <a:pt x="11981298" y="438890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69" name="pl769"/>
            <p:cNvSpPr/>
            <p:nvPr/>
          </p:nvSpPr>
          <p:spPr>
            <a:xfrm>
              <a:off x="4799595" y="2977385"/>
              <a:ext cx="11981298" cy="4388900"/>
            </a:xfrm>
            <a:custGeom>
              <a:avLst/>
              <a:pathLst>
                <a:path w="11981298" h="4388900">
                  <a:moveTo>
                    <a:pt x="11981298" y="4388900"/>
                  </a:moveTo>
                  <a:lnTo>
                    <a:pt x="10509911" y="4388900"/>
                  </a:lnTo>
                  <a:lnTo>
                    <a:pt x="10508832" y="4388815"/>
                  </a:lnTo>
                  <a:lnTo>
                    <a:pt x="10501731" y="4388214"/>
                  </a:lnTo>
                  <a:lnTo>
                    <a:pt x="10483804" y="4386551"/>
                  </a:lnTo>
                  <a:lnTo>
                    <a:pt x="10451679" y="4383276"/>
                  </a:lnTo>
                  <a:lnTo>
                    <a:pt x="10403651" y="4377876"/>
                  </a:lnTo>
                  <a:lnTo>
                    <a:pt x="10339808" y="4369925"/>
                  </a:lnTo>
                  <a:lnTo>
                    <a:pt x="10261916" y="4359123"/>
                  </a:lnTo>
                  <a:lnTo>
                    <a:pt x="10173022" y="4345312"/>
                  </a:lnTo>
                  <a:lnTo>
                    <a:pt x="10076877" y="4328453"/>
                  </a:lnTo>
                  <a:lnTo>
                    <a:pt x="9977320" y="4308584"/>
                  </a:lnTo>
                  <a:lnTo>
                    <a:pt x="9877790" y="4285773"/>
                  </a:lnTo>
                  <a:lnTo>
                    <a:pt x="9781024" y="4260061"/>
                  </a:lnTo>
                  <a:lnTo>
                    <a:pt x="9688952" y="4231427"/>
                  </a:lnTo>
                  <a:lnTo>
                    <a:pt x="9602736" y="4199762"/>
                  </a:lnTo>
                  <a:lnTo>
                    <a:pt x="9522893" y="4164856"/>
                  </a:lnTo>
                  <a:lnTo>
                    <a:pt x="9449452" y="4126396"/>
                  </a:lnTo>
                  <a:lnTo>
                    <a:pt x="9382091" y="4083966"/>
                  </a:lnTo>
                  <a:lnTo>
                    <a:pt x="9320268" y="4037063"/>
                  </a:lnTo>
                  <a:lnTo>
                    <a:pt x="9263309" y="3985115"/>
                  </a:lnTo>
                  <a:lnTo>
                    <a:pt x="9210483" y="3927519"/>
                  </a:lnTo>
                  <a:lnTo>
                    <a:pt x="9161048" y="3863701"/>
                  </a:lnTo>
                  <a:lnTo>
                    <a:pt x="9114300" y="3793218"/>
                  </a:lnTo>
                  <a:lnTo>
                    <a:pt x="9084767" y="3743233"/>
                  </a:lnTo>
                  <a:lnTo>
                    <a:pt x="9051705" y="3682145"/>
                  </a:lnTo>
                  <a:lnTo>
                    <a:pt x="9019400" y="3617115"/>
                  </a:lnTo>
                  <a:lnTo>
                    <a:pt x="8987670" y="3548062"/>
                  </a:lnTo>
                  <a:lnTo>
                    <a:pt x="8956365" y="3474955"/>
                  </a:lnTo>
                  <a:lnTo>
                    <a:pt x="8925362" y="3397815"/>
                  </a:lnTo>
                  <a:lnTo>
                    <a:pt x="8894559" y="3316720"/>
                  </a:lnTo>
                  <a:lnTo>
                    <a:pt x="8863877" y="3231812"/>
                  </a:lnTo>
                  <a:lnTo>
                    <a:pt x="8833254" y="3143296"/>
                  </a:lnTo>
                  <a:lnTo>
                    <a:pt x="8802645" y="3051441"/>
                  </a:lnTo>
                  <a:lnTo>
                    <a:pt x="8772021" y="2956581"/>
                  </a:lnTo>
                  <a:lnTo>
                    <a:pt x="8741362" y="2859109"/>
                  </a:lnTo>
                  <a:lnTo>
                    <a:pt x="8710662" y="2759475"/>
                  </a:lnTo>
                  <a:lnTo>
                    <a:pt x="8679924" y="2658173"/>
                  </a:lnTo>
                  <a:lnTo>
                    <a:pt x="8649156" y="2555736"/>
                  </a:lnTo>
                  <a:lnTo>
                    <a:pt x="8618372" y="2452722"/>
                  </a:lnTo>
                  <a:lnTo>
                    <a:pt x="8587588" y="2349704"/>
                  </a:lnTo>
                  <a:lnTo>
                    <a:pt x="8556820" y="2247254"/>
                  </a:lnTo>
                  <a:lnTo>
                    <a:pt x="8526081" y="2145929"/>
                  </a:lnTo>
                  <a:lnTo>
                    <a:pt x="8495381" y="2046264"/>
                  </a:lnTo>
                  <a:lnTo>
                    <a:pt x="8464722" y="1948754"/>
                  </a:lnTo>
                  <a:lnTo>
                    <a:pt x="8434097" y="1853849"/>
                  </a:lnTo>
                  <a:lnTo>
                    <a:pt x="8403488" y="1761944"/>
                  </a:lnTo>
                  <a:lnTo>
                    <a:pt x="8372866" y="1673372"/>
                  </a:lnTo>
                  <a:lnTo>
                    <a:pt x="8342185" y="1588404"/>
                  </a:lnTo>
                  <a:lnTo>
                    <a:pt x="8311385" y="1507248"/>
                  </a:lnTo>
                  <a:lnTo>
                    <a:pt x="8280385" y="1430043"/>
                  </a:lnTo>
                  <a:lnTo>
                    <a:pt x="8249086" y="1356871"/>
                  </a:lnTo>
                  <a:lnTo>
                    <a:pt x="8217364" y="1287754"/>
                  </a:lnTo>
                  <a:lnTo>
                    <a:pt x="8185069" y="1222661"/>
                  </a:lnTo>
                  <a:lnTo>
                    <a:pt x="8152022" y="1161510"/>
                  </a:lnTo>
                  <a:lnTo>
                    <a:pt x="8151487" y="1160565"/>
                  </a:lnTo>
                  <a:lnTo>
                    <a:pt x="8106155" y="1085596"/>
                  </a:lnTo>
                  <a:lnTo>
                    <a:pt x="8058560" y="1017439"/>
                  </a:lnTo>
                  <a:lnTo>
                    <a:pt x="8008041" y="955817"/>
                  </a:lnTo>
                  <a:lnTo>
                    <a:pt x="7953879" y="900230"/>
                  </a:lnTo>
                  <a:lnTo>
                    <a:pt x="7895330" y="850083"/>
                  </a:lnTo>
                  <a:lnTo>
                    <a:pt x="7831676" y="804778"/>
                  </a:lnTo>
                  <a:lnTo>
                    <a:pt x="7762278" y="763765"/>
                  </a:lnTo>
                  <a:lnTo>
                    <a:pt x="7686659" y="726567"/>
                  </a:lnTo>
                  <a:lnTo>
                    <a:pt x="7604602" y="692805"/>
                  </a:lnTo>
                  <a:lnTo>
                    <a:pt x="7516287" y="662200"/>
                  </a:lnTo>
                  <a:lnTo>
                    <a:pt x="7422434" y="634577"/>
                  </a:lnTo>
                  <a:lnTo>
                    <a:pt x="7324460" y="609860"/>
                  </a:lnTo>
                  <a:lnTo>
                    <a:pt x="7224573" y="588053"/>
                  </a:lnTo>
                  <a:lnTo>
                    <a:pt x="7125771" y="569211"/>
                  </a:lnTo>
                  <a:lnTo>
                    <a:pt x="7031677" y="553397"/>
                  </a:lnTo>
                  <a:lnTo>
                    <a:pt x="6946162" y="540630"/>
                  </a:lnTo>
                  <a:lnTo>
                    <a:pt x="6872807" y="530833"/>
                  </a:lnTo>
                  <a:lnTo>
                    <a:pt x="6814277" y="523798"/>
                  </a:lnTo>
                  <a:lnTo>
                    <a:pt x="6771794" y="519182"/>
                  </a:lnTo>
                  <a:lnTo>
                    <a:pt x="6744827" y="516522"/>
                  </a:lnTo>
                  <a:lnTo>
                    <a:pt x="6731076" y="515286"/>
                  </a:lnTo>
                  <a:lnTo>
                    <a:pt x="6726654" y="514922"/>
                  </a:lnTo>
                  <a:lnTo>
                    <a:pt x="6726343" y="514898"/>
                  </a:lnTo>
                  <a:lnTo>
                    <a:pt x="5254955" y="514898"/>
                  </a:lnTo>
                  <a:lnTo>
                    <a:pt x="5253721" y="514886"/>
                  </a:lnTo>
                  <a:lnTo>
                    <a:pt x="5245620" y="514794"/>
                  </a:lnTo>
                  <a:lnTo>
                    <a:pt x="5225250" y="514540"/>
                  </a:lnTo>
                  <a:lnTo>
                    <a:pt x="5188959" y="514040"/>
                  </a:lnTo>
                  <a:lnTo>
                    <a:pt x="5135124" y="513218"/>
                  </a:lnTo>
                  <a:lnTo>
                    <a:pt x="5064273" y="512013"/>
                  </a:lnTo>
                  <a:lnTo>
                    <a:pt x="4978856" y="510384"/>
                  </a:lnTo>
                  <a:lnTo>
                    <a:pt x="4882685" y="508313"/>
                  </a:lnTo>
                  <a:lnTo>
                    <a:pt x="4780163" y="505800"/>
                  </a:lnTo>
                  <a:lnTo>
                    <a:pt x="4675564" y="502852"/>
                  </a:lnTo>
                  <a:lnTo>
                    <a:pt x="4572499" y="499479"/>
                  </a:lnTo>
                  <a:lnTo>
                    <a:pt x="4473657" y="495684"/>
                  </a:lnTo>
                  <a:lnTo>
                    <a:pt x="4380763" y="491456"/>
                  </a:lnTo>
                  <a:lnTo>
                    <a:pt x="4294702" y="486769"/>
                  </a:lnTo>
                  <a:lnTo>
                    <a:pt x="4215691" y="481582"/>
                  </a:lnTo>
                  <a:lnTo>
                    <a:pt x="4143478" y="475836"/>
                  </a:lnTo>
                  <a:lnTo>
                    <a:pt x="4077498" y="469458"/>
                  </a:lnTo>
                  <a:lnTo>
                    <a:pt x="4017005" y="462363"/>
                  </a:lnTo>
                  <a:lnTo>
                    <a:pt x="3961169" y="454458"/>
                  </a:lnTo>
                  <a:lnTo>
                    <a:pt x="3909137" y="445657"/>
                  </a:lnTo>
                  <a:lnTo>
                    <a:pt x="3860098" y="435888"/>
                  </a:lnTo>
                  <a:lnTo>
                    <a:pt x="3829811" y="429082"/>
                  </a:lnTo>
                  <a:lnTo>
                    <a:pt x="3775298" y="415302"/>
                  </a:lnTo>
                  <a:lnTo>
                    <a:pt x="3722545" y="400056"/>
                  </a:lnTo>
                  <a:lnTo>
                    <a:pt x="3670857" y="383326"/>
                  </a:lnTo>
                  <a:lnTo>
                    <a:pt x="3619736" y="365146"/>
                  </a:lnTo>
                  <a:lnTo>
                    <a:pt x="3568841" y="345617"/>
                  </a:lnTo>
                  <a:lnTo>
                    <a:pt x="3517960" y="324901"/>
                  </a:lnTo>
                  <a:lnTo>
                    <a:pt x="3466991" y="303224"/>
                  </a:lnTo>
                  <a:lnTo>
                    <a:pt x="3415914" y="280870"/>
                  </a:lnTo>
                  <a:lnTo>
                    <a:pt x="3364766" y="258159"/>
                  </a:lnTo>
                  <a:lnTo>
                    <a:pt x="3313616" y="235438"/>
                  </a:lnTo>
                  <a:lnTo>
                    <a:pt x="3262533" y="213051"/>
                  </a:lnTo>
                  <a:lnTo>
                    <a:pt x="3211557" y="191324"/>
                  </a:lnTo>
                  <a:lnTo>
                    <a:pt x="3160673" y="170540"/>
                  </a:lnTo>
                  <a:lnTo>
                    <a:pt x="3109783" y="150931"/>
                  </a:lnTo>
                  <a:lnTo>
                    <a:pt x="3058685" y="132664"/>
                  </a:lnTo>
                  <a:lnTo>
                    <a:pt x="3007045" y="115842"/>
                  </a:lnTo>
                  <a:lnTo>
                    <a:pt x="2954377" y="100503"/>
                  </a:lnTo>
                  <a:lnTo>
                    <a:pt x="2899998" y="86633"/>
                  </a:lnTo>
                  <a:lnTo>
                    <a:pt x="2896531" y="85816"/>
                  </a:lnTo>
                  <a:lnTo>
                    <a:pt x="2849026" y="75407"/>
                  </a:lnTo>
                  <a:lnTo>
                    <a:pt x="2799007" y="65990"/>
                  </a:lnTo>
                  <a:lnTo>
                    <a:pt x="2745713" y="57518"/>
                  </a:lnTo>
                  <a:lnTo>
                    <a:pt x="2688312" y="49913"/>
                  </a:lnTo>
                  <a:lnTo>
                    <a:pt x="2625952" y="43084"/>
                  </a:lnTo>
                  <a:lnTo>
                    <a:pt x="2557824" y="36941"/>
                  </a:lnTo>
                  <a:lnTo>
                    <a:pt x="2483235" y="31403"/>
                  </a:lnTo>
                  <a:lnTo>
                    <a:pt x="2401715" y="26400"/>
                  </a:lnTo>
                  <a:lnTo>
                    <a:pt x="2313158" y="21881"/>
                  </a:lnTo>
                  <a:lnTo>
                    <a:pt x="2217999" y="17810"/>
                  </a:lnTo>
                  <a:lnTo>
                    <a:pt x="2117402" y="14166"/>
                  </a:lnTo>
                  <a:lnTo>
                    <a:pt x="2013430" y="10944"/>
                  </a:lnTo>
                  <a:lnTo>
                    <a:pt x="1909115" y="8150"/>
                  </a:lnTo>
                  <a:lnTo>
                    <a:pt x="1808350" y="5794"/>
                  </a:lnTo>
                  <a:lnTo>
                    <a:pt x="1715528" y="3882"/>
                  </a:lnTo>
                  <a:lnTo>
                    <a:pt x="1634931" y="2408"/>
                  </a:lnTo>
                  <a:lnTo>
                    <a:pt x="1569966" y="1345"/>
                  </a:lnTo>
                  <a:lnTo>
                    <a:pt x="1522447" y="646"/>
                  </a:lnTo>
                  <a:lnTo>
                    <a:pt x="1492139" y="244"/>
                  </a:lnTo>
                  <a:lnTo>
                    <a:pt x="1476667" y="57"/>
                  </a:lnTo>
                  <a:lnTo>
                    <a:pt x="1471722" y="3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70" name="pg770"/>
            <p:cNvSpPr/>
            <p:nvPr/>
          </p:nvSpPr>
          <p:spPr>
            <a:xfrm>
              <a:off x="4799595" y="2993731"/>
              <a:ext cx="11981298" cy="4920144"/>
            </a:xfrm>
            <a:custGeom>
              <a:avLst/>
              <a:pathLst>
                <a:path w="11981298" h="4920144">
                  <a:moveTo>
                    <a:pt x="0" y="8172"/>
                  </a:moveTo>
                  <a:lnTo>
                    <a:pt x="1471387" y="8172"/>
                  </a:lnTo>
                  <a:lnTo>
                    <a:pt x="1472621" y="8186"/>
                  </a:lnTo>
                  <a:lnTo>
                    <a:pt x="1480722" y="8279"/>
                  </a:lnTo>
                  <a:lnTo>
                    <a:pt x="1501090" y="8537"/>
                  </a:lnTo>
                  <a:lnTo>
                    <a:pt x="1537378" y="9045"/>
                  </a:lnTo>
                  <a:lnTo>
                    <a:pt x="1591209" y="9880"/>
                  </a:lnTo>
                  <a:lnTo>
                    <a:pt x="1662056" y="11104"/>
                  </a:lnTo>
                  <a:lnTo>
                    <a:pt x="1747467" y="12759"/>
                  </a:lnTo>
                  <a:lnTo>
                    <a:pt x="1843634" y="14862"/>
                  </a:lnTo>
                  <a:lnTo>
                    <a:pt x="1946152" y="17415"/>
                  </a:lnTo>
                  <a:lnTo>
                    <a:pt x="2050748" y="20409"/>
                  </a:lnTo>
                  <a:lnTo>
                    <a:pt x="2153811" y="23835"/>
                  </a:lnTo>
                  <a:lnTo>
                    <a:pt x="2252652" y="27691"/>
                  </a:lnTo>
                  <a:lnTo>
                    <a:pt x="2345545" y="31986"/>
                  </a:lnTo>
                  <a:lnTo>
                    <a:pt x="2431607" y="36746"/>
                  </a:lnTo>
                  <a:lnTo>
                    <a:pt x="2510618" y="42015"/>
                  </a:lnTo>
                  <a:lnTo>
                    <a:pt x="2582832" y="47852"/>
                  </a:lnTo>
                  <a:lnTo>
                    <a:pt x="2648813" y="54331"/>
                  </a:lnTo>
                  <a:lnTo>
                    <a:pt x="2709307" y="61538"/>
                  </a:lnTo>
                  <a:lnTo>
                    <a:pt x="2765144" y="69567"/>
                  </a:lnTo>
                  <a:lnTo>
                    <a:pt x="2817176" y="78508"/>
                  </a:lnTo>
                  <a:lnTo>
                    <a:pt x="2866215" y="88431"/>
                  </a:lnTo>
                  <a:lnTo>
                    <a:pt x="2896531" y="95351"/>
                  </a:lnTo>
                  <a:lnTo>
                    <a:pt x="2950994" y="109336"/>
                  </a:lnTo>
                  <a:lnTo>
                    <a:pt x="3003698" y="124807"/>
                  </a:lnTo>
                  <a:lnTo>
                    <a:pt x="3055338" y="141783"/>
                  </a:lnTo>
                  <a:lnTo>
                    <a:pt x="3106412" y="160229"/>
                  </a:lnTo>
                  <a:lnTo>
                    <a:pt x="3157259" y="180044"/>
                  </a:lnTo>
                  <a:lnTo>
                    <a:pt x="3208091" y="201063"/>
                  </a:lnTo>
                  <a:lnTo>
                    <a:pt x="3259011" y="223057"/>
                  </a:lnTo>
                  <a:lnTo>
                    <a:pt x="3310039" y="245742"/>
                  </a:lnTo>
                  <a:lnTo>
                    <a:pt x="3361138" y="268789"/>
                  </a:lnTo>
                  <a:lnTo>
                    <a:pt x="3412240" y="291851"/>
                  </a:lnTo>
                  <a:lnTo>
                    <a:pt x="3463276" y="314576"/>
                  </a:lnTo>
                  <a:lnTo>
                    <a:pt x="3514204" y="336636"/>
                  </a:lnTo>
                  <a:lnTo>
                    <a:pt x="3565041" y="357742"/>
                  </a:lnTo>
                  <a:lnTo>
                    <a:pt x="3615881" y="377660"/>
                  </a:lnTo>
                  <a:lnTo>
                    <a:pt x="3666926" y="396219"/>
                  </a:lnTo>
                  <a:lnTo>
                    <a:pt x="3718505" y="413315"/>
                  </a:lnTo>
                  <a:lnTo>
                    <a:pt x="3771102" y="428905"/>
                  </a:lnTo>
                  <a:lnTo>
                    <a:pt x="3825394" y="443006"/>
                  </a:lnTo>
                  <a:lnTo>
                    <a:pt x="3829811" y="444066"/>
                  </a:lnTo>
                  <a:lnTo>
                    <a:pt x="3877315" y="454639"/>
                  </a:lnTo>
                  <a:lnTo>
                    <a:pt x="3927332" y="464206"/>
                  </a:lnTo>
                  <a:lnTo>
                    <a:pt x="3980624" y="472812"/>
                  </a:lnTo>
                  <a:lnTo>
                    <a:pt x="4038023" y="480537"/>
                  </a:lnTo>
                  <a:lnTo>
                    <a:pt x="4100380" y="487475"/>
                  </a:lnTo>
                  <a:lnTo>
                    <a:pt x="4168505" y="493715"/>
                  </a:lnTo>
                  <a:lnTo>
                    <a:pt x="4243091" y="499342"/>
                  </a:lnTo>
                  <a:lnTo>
                    <a:pt x="4324607" y="504423"/>
                  </a:lnTo>
                  <a:lnTo>
                    <a:pt x="4413160" y="509014"/>
                  </a:lnTo>
                  <a:lnTo>
                    <a:pt x="4508315" y="513150"/>
                  </a:lnTo>
                  <a:lnTo>
                    <a:pt x="4608908" y="516852"/>
                  </a:lnTo>
                  <a:lnTo>
                    <a:pt x="4712876" y="520125"/>
                  </a:lnTo>
                  <a:lnTo>
                    <a:pt x="4817188" y="522963"/>
                  </a:lnTo>
                  <a:lnTo>
                    <a:pt x="4917953" y="525357"/>
                  </a:lnTo>
                  <a:lnTo>
                    <a:pt x="5010776" y="527299"/>
                  </a:lnTo>
                  <a:lnTo>
                    <a:pt x="5091377" y="528797"/>
                  </a:lnTo>
                  <a:lnTo>
                    <a:pt x="5156348" y="529877"/>
                  </a:lnTo>
                  <a:lnTo>
                    <a:pt x="5203875" y="530587"/>
                  </a:lnTo>
                  <a:lnTo>
                    <a:pt x="5234191" y="530996"/>
                  </a:lnTo>
                  <a:lnTo>
                    <a:pt x="5249670" y="531186"/>
                  </a:lnTo>
                  <a:lnTo>
                    <a:pt x="5254619" y="531241"/>
                  </a:lnTo>
                  <a:lnTo>
                    <a:pt x="5254955" y="531244"/>
                  </a:lnTo>
                  <a:lnTo>
                    <a:pt x="6726343" y="531244"/>
                  </a:lnTo>
                  <a:lnTo>
                    <a:pt x="6727261" y="531326"/>
                  </a:lnTo>
                  <a:lnTo>
                    <a:pt x="6733328" y="531903"/>
                  </a:lnTo>
                  <a:lnTo>
                    <a:pt x="6748717" y="533499"/>
                  </a:lnTo>
                  <a:lnTo>
                    <a:pt x="6776462" y="536646"/>
                  </a:lnTo>
                  <a:lnTo>
                    <a:pt x="6818292" y="541847"/>
                  </a:lnTo>
                  <a:lnTo>
                    <a:pt x="6874495" y="549538"/>
                  </a:lnTo>
                  <a:lnTo>
                    <a:pt x="6943957" y="560045"/>
                  </a:lnTo>
                  <a:lnTo>
                    <a:pt x="7024410" y="573566"/>
                  </a:lnTo>
                  <a:lnTo>
                    <a:pt x="7112836" y="590181"/>
                  </a:lnTo>
                  <a:lnTo>
                    <a:pt x="7205942" y="609879"/>
                  </a:lnTo>
                  <a:lnTo>
                    <a:pt x="7300588" y="632603"/>
                  </a:lnTo>
                  <a:lnTo>
                    <a:pt x="7394096" y="658292"/>
                  </a:lnTo>
                  <a:lnTo>
                    <a:pt x="7484404" y="686927"/>
                  </a:lnTo>
                  <a:lnTo>
                    <a:pt x="7570105" y="718554"/>
                  </a:lnTo>
                  <a:lnTo>
                    <a:pt x="7650381" y="753304"/>
                  </a:lnTo>
                  <a:lnTo>
                    <a:pt x="7724900" y="791402"/>
                  </a:lnTo>
                  <a:lnTo>
                    <a:pt x="7793703" y="833168"/>
                  </a:lnTo>
                  <a:lnTo>
                    <a:pt x="7857093" y="879013"/>
                  </a:lnTo>
                  <a:lnTo>
                    <a:pt x="7915541" y="929426"/>
                  </a:lnTo>
                  <a:lnTo>
                    <a:pt x="7969622" y="984960"/>
                  </a:lnTo>
                  <a:lnTo>
                    <a:pt x="8019957" y="1046196"/>
                  </a:lnTo>
                  <a:lnTo>
                    <a:pt x="8067177" y="1113692"/>
                  </a:lnTo>
                  <a:lnTo>
                    <a:pt x="8111885" y="1187902"/>
                  </a:lnTo>
                  <a:lnTo>
                    <a:pt x="8151487" y="1262728"/>
                  </a:lnTo>
                  <a:lnTo>
                    <a:pt x="8182771" y="1328056"/>
                  </a:lnTo>
                  <a:lnTo>
                    <a:pt x="8213369" y="1397373"/>
                  </a:lnTo>
                  <a:lnTo>
                    <a:pt x="8243437" y="1470758"/>
                  </a:lnTo>
                  <a:lnTo>
                    <a:pt x="8273105" y="1548249"/>
                  </a:lnTo>
                  <a:lnTo>
                    <a:pt x="8302482" y="1629837"/>
                  </a:lnTo>
                  <a:lnTo>
                    <a:pt x="8331657" y="1715458"/>
                  </a:lnTo>
                  <a:lnTo>
                    <a:pt x="8360703" y="1804996"/>
                  </a:lnTo>
                  <a:lnTo>
                    <a:pt x="8389677" y="1898277"/>
                  </a:lnTo>
                  <a:lnTo>
                    <a:pt x="8418622" y="1995067"/>
                  </a:lnTo>
                  <a:lnTo>
                    <a:pt x="8447570" y="2095076"/>
                  </a:lnTo>
                  <a:lnTo>
                    <a:pt x="8476541" y="2197954"/>
                  </a:lnTo>
                  <a:lnTo>
                    <a:pt x="8505546" y="2303303"/>
                  </a:lnTo>
                  <a:lnTo>
                    <a:pt x="8534587" y="2410674"/>
                  </a:lnTo>
                  <a:lnTo>
                    <a:pt x="8563662" y="2519579"/>
                  </a:lnTo>
                  <a:lnTo>
                    <a:pt x="8592761" y="2629502"/>
                  </a:lnTo>
                  <a:lnTo>
                    <a:pt x="8621871" y="2739902"/>
                  </a:lnTo>
                  <a:lnTo>
                    <a:pt x="8650980" y="2850232"/>
                  </a:lnTo>
                  <a:lnTo>
                    <a:pt x="8680073" y="2959944"/>
                  </a:lnTo>
                  <a:lnTo>
                    <a:pt x="8709140" y="3068503"/>
                  </a:lnTo>
                  <a:lnTo>
                    <a:pt x="8738173" y="3175398"/>
                  </a:lnTo>
                  <a:lnTo>
                    <a:pt x="8767168" y="3280153"/>
                  </a:lnTo>
                  <a:lnTo>
                    <a:pt x="8796132" y="3382329"/>
                  </a:lnTo>
                  <a:lnTo>
                    <a:pt x="8825077" y="3481541"/>
                  </a:lnTo>
                  <a:lnTo>
                    <a:pt x="8854026" y="3577454"/>
                  </a:lnTo>
                  <a:lnTo>
                    <a:pt x="8883013" y="3669792"/>
                  </a:lnTo>
                  <a:lnTo>
                    <a:pt x="8912086" y="3758337"/>
                  </a:lnTo>
                  <a:lnTo>
                    <a:pt x="8941305" y="3842929"/>
                  </a:lnTo>
                  <a:lnTo>
                    <a:pt x="8970748" y="3923466"/>
                  </a:lnTo>
                  <a:lnTo>
                    <a:pt x="9000508" y="3999900"/>
                  </a:lnTo>
                  <a:lnTo>
                    <a:pt x="9030699" y="4072234"/>
                  </a:lnTo>
                  <a:lnTo>
                    <a:pt x="9061458" y="4140515"/>
                  </a:lnTo>
                  <a:lnTo>
                    <a:pt x="9084767" y="4188661"/>
                  </a:lnTo>
                  <a:lnTo>
                    <a:pt x="9127643" y="4269285"/>
                  </a:lnTo>
                  <a:lnTo>
                    <a:pt x="9172520" y="4342981"/>
                  </a:lnTo>
                  <a:lnTo>
                    <a:pt x="9219951" y="4409991"/>
                  </a:lnTo>
                  <a:lnTo>
                    <a:pt x="9270545" y="4470779"/>
                  </a:lnTo>
                  <a:lnTo>
                    <a:pt x="9324931" y="4525909"/>
                  </a:lnTo>
                  <a:lnTo>
                    <a:pt x="9383731" y="4575962"/>
                  </a:lnTo>
                  <a:lnTo>
                    <a:pt x="9447511" y="4621485"/>
                  </a:lnTo>
                  <a:lnTo>
                    <a:pt x="9516735" y="4662964"/>
                  </a:lnTo>
                  <a:lnTo>
                    <a:pt x="9591688" y="4700801"/>
                  </a:lnTo>
                  <a:lnTo>
                    <a:pt x="9672387" y="4735310"/>
                  </a:lnTo>
                  <a:lnTo>
                    <a:pt x="9758468" y="4766709"/>
                  </a:lnTo>
                  <a:lnTo>
                    <a:pt x="9849073" y="4795123"/>
                  </a:lnTo>
                  <a:lnTo>
                    <a:pt x="9942745" y="4820592"/>
                  </a:lnTo>
                  <a:lnTo>
                    <a:pt x="10037376" y="4843091"/>
                  </a:lnTo>
                  <a:lnTo>
                    <a:pt x="10130244" y="4862560"/>
                  </a:lnTo>
                  <a:lnTo>
                    <a:pt x="10218186" y="4878943"/>
                  </a:lnTo>
                  <a:lnTo>
                    <a:pt x="10297914" y="4892234"/>
                  </a:lnTo>
                  <a:lnTo>
                    <a:pt x="10366450" y="4902521"/>
                  </a:lnTo>
                  <a:lnTo>
                    <a:pt x="10421597" y="4910013"/>
                  </a:lnTo>
                  <a:lnTo>
                    <a:pt x="10462344" y="4915044"/>
                  </a:lnTo>
                  <a:lnTo>
                    <a:pt x="10489087" y="4918056"/>
                  </a:lnTo>
                  <a:lnTo>
                    <a:pt x="10503657" y="4919558"/>
                  </a:lnTo>
                  <a:lnTo>
                    <a:pt x="10509180" y="4920080"/>
                  </a:lnTo>
                  <a:lnTo>
                    <a:pt x="10509911" y="4920144"/>
                  </a:lnTo>
                  <a:lnTo>
                    <a:pt x="11981298" y="4920144"/>
                  </a:lnTo>
                  <a:lnTo>
                    <a:pt x="11981298" y="4911971"/>
                  </a:lnTo>
                  <a:lnTo>
                    <a:pt x="10509911" y="4911971"/>
                  </a:lnTo>
                  <a:lnTo>
                    <a:pt x="10508992" y="4911890"/>
                  </a:lnTo>
                  <a:lnTo>
                    <a:pt x="10502925" y="4911313"/>
                  </a:lnTo>
                  <a:lnTo>
                    <a:pt x="10487537" y="4909716"/>
                  </a:lnTo>
                  <a:lnTo>
                    <a:pt x="10459791" y="4906570"/>
                  </a:lnTo>
                  <a:lnTo>
                    <a:pt x="10417961" y="4901369"/>
                  </a:lnTo>
                  <a:lnTo>
                    <a:pt x="10361758" y="4893678"/>
                  </a:lnTo>
                  <a:lnTo>
                    <a:pt x="10292296" y="4883171"/>
                  </a:lnTo>
                  <a:lnTo>
                    <a:pt x="10211843" y="4869650"/>
                  </a:lnTo>
                  <a:lnTo>
                    <a:pt x="10123417" y="4853035"/>
                  </a:lnTo>
                  <a:lnTo>
                    <a:pt x="10030311" y="4833337"/>
                  </a:lnTo>
                  <a:lnTo>
                    <a:pt x="9935665" y="4810613"/>
                  </a:lnTo>
                  <a:lnTo>
                    <a:pt x="9842158" y="4784924"/>
                  </a:lnTo>
                  <a:lnTo>
                    <a:pt x="9751849" y="4756289"/>
                  </a:lnTo>
                  <a:lnTo>
                    <a:pt x="9666148" y="4724662"/>
                  </a:lnTo>
                  <a:lnTo>
                    <a:pt x="9585873" y="4689912"/>
                  </a:lnTo>
                  <a:lnTo>
                    <a:pt x="9511353" y="4651814"/>
                  </a:lnTo>
                  <a:lnTo>
                    <a:pt x="9442550" y="4610048"/>
                  </a:lnTo>
                  <a:lnTo>
                    <a:pt x="9379160" y="4564203"/>
                  </a:lnTo>
                  <a:lnTo>
                    <a:pt x="9320712" y="4513789"/>
                  </a:lnTo>
                  <a:lnTo>
                    <a:pt x="9266631" y="4458256"/>
                  </a:lnTo>
                  <a:lnTo>
                    <a:pt x="9216296" y="4397020"/>
                  </a:lnTo>
                  <a:lnTo>
                    <a:pt x="9169077" y="4329524"/>
                  </a:lnTo>
                  <a:lnTo>
                    <a:pt x="9124368" y="4255314"/>
                  </a:lnTo>
                  <a:lnTo>
                    <a:pt x="9084767" y="4180488"/>
                  </a:lnTo>
                  <a:lnTo>
                    <a:pt x="9053483" y="4115160"/>
                  </a:lnTo>
                  <a:lnTo>
                    <a:pt x="9022884" y="4045843"/>
                  </a:lnTo>
                  <a:lnTo>
                    <a:pt x="8992816" y="3972458"/>
                  </a:lnTo>
                  <a:lnTo>
                    <a:pt x="8963148" y="3894966"/>
                  </a:lnTo>
                  <a:lnTo>
                    <a:pt x="8933771" y="3813379"/>
                  </a:lnTo>
                  <a:lnTo>
                    <a:pt x="8904596" y="3727758"/>
                  </a:lnTo>
                  <a:lnTo>
                    <a:pt x="8875550" y="3638220"/>
                  </a:lnTo>
                  <a:lnTo>
                    <a:pt x="8846577" y="3544939"/>
                  </a:lnTo>
                  <a:lnTo>
                    <a:pt x="8817632" y="3448149"/>
                  </a:lnTo>
                  <a:lnTo>
                    <a:pt x="8788684" y="3348140"/>
                  </a:lnTo>
                  <a:lnTo>
                    <a:pt x="8759713" y="3245262"/>
                  </a:lnTo>
                  <a:lnTo>
                    <a:pt x="8730708" y="3139913"/>
                  </a:lnTo>
                  <a:lnTo>
                    <a:pt x="8701666" y="3032542"/>
                  </a:lnTo>
                  <a:lnTo>
                    <a:pt x="8672591" y="2923637"/>
                  </a:lnTo>
                  <a:lnTo>
                    <a:pt x="8643493" y="2813714"/>
                  </a:lnTo>
                  <a:lnTo>
                    <a:pt x="8614382" y="2703314"/>
                  </a:lnTo>
                  <a:lnTo>
                    <a:pt x="8585273" y="2592984"/>
                  </a:lnTo>
                  <a:lnTo>
                    <a:pt x="8556180" y="2483272"/>
                  </a:lnTo>
                  <a:lnTo>
                    <a:pt x="8527113" y="2374713"/>
                  </a:lnTo>
                  <a:lnTo>
                    <a:pt x="8498081" y="2267817"/>
                  </a:lnTo>
                  <a:lnTo>
                    <a:pt x="8469085" y="2163063"/>
                  </a:lnTo>
                  <a:lnTo>
                    <a:pt x="8440121" y="2060887"/>
                  </a:lnTo>
                  <a:lnTo>
                    <a:pt x="8411176" y="1961675"/>
                  </a:lnTo>
                  <a:lnTo>
                    <a:pt x="8382227" y="1865762"/>
                  </a:lnTo>
                  <a:lnTo>
                    <a:pt x="8353240" y="1773424"/>
                  </a:lnTo>
                  <a:lnTo>
                    <a:pt x="8324167" y="1684879"/>
                  </a:lnTo>
                  <a:lnTo>
                    <a:pt x="8294948" y="1600287"/>
                  </a:lnTo>
                  <a:lnTo>
                    <a:pt x="8265505" y="1519750"/>
                  </a:lnTo>
                  <a:lnTo>
                    <a:pt x="8235745" y="1443316"/>
                  </a:lnTo>
                  <a:lnTo>
                    <a:pt x="8205554" y="1370982"/>
                  </a:lnTo>
                  <a:lnTo>
                    <a:pt x="8174795" y="1302701"/>
                  </a:lnTo>
                  <a:lnTo>
                    <a:pt x="8151487" y="1254555"/>
                  </a:lnTo>
                  <a:lnTo>
                    <a:pt x="8108610" y="1173931"/>
                  </a:lnTo>
                  <a:lnTo>
                    <a:pt x="8063734" y="1100235"/>
                  </a:lnTo>
                  <a:lnTo>
                    <a:pt x="8016302" y="1033225"/>
                  </a:lnTo>
                  <a:lnTo>
                    <a:pt x="7965709" y="972437"/>
                  </a:lnTo>
                  <a:lnTo>
                    <a:pt x="7911322" y="917307"/>
                  </a:lnTo>
                  <a:lnTo>
                    <a:pt x="7852522" y="867254"/>
                  </a:lnTo>
                  <a:lnTo>
                    <a:pt x="7788742" y="821730"/>
                  </a:lnTo>
                  <a:lnTo>
                    <a:pt x="7719518" y="780252"/>
                  </a:lnTo>
                  <a:lnTo>
                    <a:pt x="7644565" y="742415"/>
                  </a:lnTo>
                  <a:lnTo>
                    <a:pt x="7563866" y="707906"/>
                  </a:lnTo>
                  <a:lnTo>
                    <a:pt x="7477785" y="676507"/>
                  </a:lnTo>
                  <a:lnTo>
                    <a:pt x="7387180" y="648093"/>
                  </a:lnTo>
                  <a:lnTo>
                    <a:pt x="7293508" y="622624"/>
                  </a:lnTo>
                  <a:lnTo>
                    <a:pt x="7198877" y="600125"/>
                  </a:lnTo>
                  <a:lnTo>
                    <a:pt x="7106009" y="580656"/>
                  </a:lnTo>
                  <a:lnTo>
                    <a:pt x="7018067" y="564273"/>
                  </a:lnTo>
                  <a:lnTo>
                    <a:pt x="6938339" y="550982"/>
                  </a:lnTo>
                  <a:lnTo>
                    <a:pt x="6869804" y="540695"/>
                  </a:lnTo>
                  <a:lnTo>
                    <a:pt x="6814656" y="533203"/>
                  </a:lnTo>
                  <a:lnTo>
                    <a:pt x="6773909" y="528172"/>
                  </a:lnTo>
                  <a:lnTo>
                    <a:pt x="6747166" y="525160"/>
                  </a:lnTo>
                  <a:lnTo>
                    <a:pt x="6732596" y="523658"/>
                  </a:lnTo>
                  <a:lnTo>
                    <a:pt x="6727073" y="523136"/>
                  </a:lnTo>
                  <a:lnTo>
                    <a:pt x="6726343" y="523071"/>
                  </a:lnTo>
                  <a:lnTo>
                    <a:pt x="5254955" y="523071"/>
                  </a:lnTo>
                  <a:lnTo>
                    <a:pt x="5253721" y="523058"/>
                  </a:lnTo>
                  <a:lnTo>
                    <a:pt x="5245620" y="522965"/>
                  </a:lnTo>
                  <a:lnTo>
                    <a:pt x="5225252" y="522707"/>
                  </a:lnTo>
                  <a:lnTo>
                    <a:pt x="5188964" y="522199"/>
                  </a:lnTo>
                  <a:lnTo>
                    <a:pt x="5135133" y="521364"/>
                  </a:lnTo>
                  <a:lnTo>
                    <a:pt x="5064286" y="520140"/>
                  </a:lnTo>
                  <a:lnTo>
                    <a:pt x="4978875" y="518485"/>
                  </a:lnTo>
                  <a:lnTo>
                    <a:pt x="4882708" y="516382"/>
                  </a:lnTo>
                  <a:lnTo>
                    <a:pt x="4780190" y="513829"/>
                  </a:lnTo>
                  <a:lnTo>
                    <a:pt x="4675594" y="510835"/>
                  </a:lnTo>
                  <a:lnTo>
                    <a:pt x="4572531" y="507409"/>
                  </a:lnTo>
                  <a:lnTo>
                    <a:pt x="4473690" y="503553"/>
                  </a:lnTo>
                  <a:lnTo>
                    <a:pt x="4380797" y="499258"/>
                  </a:lnTo>
                  <a:lnTo>
                    <a:pt x="4294735" y="494498"/>
                  </a:lnTo>
                  <a:lnTo>
                    <a:pt x="4215724" y="489228"/>
                  </a:lnTo>
                  <a:lnTo>
                    <a:pt x="4143510" y="483392"/>
                  </a:lnTo>
                  <a:lnTo>
                    <a:pt x="4077529" y="476913"/>
                  </a:lnTo>
                  <a:lnTo>
                    <a:pt x="4017035" y="469706"/>
                  </a:lnTo>
                  <a:lnTo>
                    <a:pt x="3961198" y="461677"/>
                  </a:lnTo>
                  <a:lnTo>
                    <a:pt x="3909166" y="452736"/>
                  </a:lnTo>
                  <a:lnTo>
                    <a:pt x="3860127" y="442813"/>
                  </a:lnTo>
                  <a:lnTo>
                    <a:pt x="3829811" y="435893"/>
                  </a:lnTo>
                  <a:lnTo>
                    <a:pt x="3775349" y="421908"/>
                  </a:lnTo>
                  <a:lnTo>
                    <a:pt x="3722644" y="406437"/>
                  </a:lnTo>
                  <a:lnTo>
                    <a:pt x="3671004" y="389461"/>
                  </a:lnTo>
                  <a:lnTo>
                    <a:pt x="3619930" y="371015"/>
                  </a:lnTo>
                  <a:lnTo>
                    <a:pt x="3569083" y="351200"/>
                  </a:lnTo>
                  <a:lnTo>
                    <a:pt x="3518251" y="330181"/>
                  </a:lnTo>
                  <a:lnTo>
                    <a:pt x="3467331" y="308187"/>
                  </a:lnTo>
                  <a:lnTo>
                    <a:pt x="3416303" y="285502"/>
                  </a:lnTo>
                  <a:lnTo>
                    <a:pt x="3365204" y="262455"/>
                  </a:lnTo>
                  <a:lnTo>
                    <a:pt x="3314102" y="239393"/>
                  </a:lnTo>
                  <a:lnTo>
                    <a:pt x="3263067" y="216668"/>
                  </a:lnTo>
                  <a:lnTo>
                    <a:pt x="3212138" y="194607"/>
                  </a:lnTo>
                  <a:lnTo>
                    <a:pt x="3161302" y="173501"/>
                  </a:lnTo>
                  <a:lnTo>
                    <a:pt x="3110461" y="153584"/>
                  </a:lnTo>
                  <a:lnTo>
                    <a:pt x="3059416" y="135025"/>
                  </a:lnTo>
                  <a:lnTo>
                    <a:pt x="3007837" y="117929"/>
                  </a:lnTo>
                  <a:lnTo>
                    <a:pt x="2955240" y="102338"/>
                  </a:lnTo>
                  <a:lnTo>
                    <a:pt x="2900948" y="88237"/>
                  </a:lnTo>
                  <a:lnTo>
                    <a:pt x="2896531" y="87178"/>
                  </a:lnTo>
                  <a:lnTo>
                    <a:pt x="2849027" y="76605"/>
                  </a:lnTo>
                  <a:lnTo>
                    <a:pt x="2799010" y="67038"/>
                  </a:lnTo>
                  <a:lnTo>
                    <a:pt x="2745718" y="58432"/>
                  </a:lnTo>
                  <a:lnTo>
                    <a:pt x="2688319" y="50706"/>
                  </a:lnTo>
                  <a:lnTo>
                    <a:pt x="2625962" y="43769"/>
                  </a:lnTo>
                  <a:lnTo>
                    <a:pt x="2557837" y="37529"/>
                  </a:lnTo>
                  <a:lnTo>
                    <a:pt x="2483251" y="31902"/>
                  </a:lnTo>
                  <a:lnTo>
                    <a:pt x="2401735" y="26820"/>
                  </a:lnTo>
                  <a:lnTo>
                    <a:pt x="2313182" y="22230"/>
                  </a:lnTo>
                  <a:lnTo>
                    <a:pt x="2218027" y="18094"/>
                  </a:lnTo>
                  <a:lnTo>
                    <a:pt x="2117434" y="14392"/>
                  </a:lnTo>
                  <a:lnTo>
                    <a:pt x="2013466" y="11119"/>
                  </a:lnTo>
                  <a:lnTo>
                    <a:pt x="1909154" y="8281"/>
                  </a:lnTo>
                  <a:lnTo>
                    <a:pt x="1808389" y="5887"/>
                  </a:lnTo>
                  <a:lnTo>
                    <a:pt x="1715566" y="3945"/>
                  </a:lnTo>
                  <a:lnTo>
                    <a:pt x="1634965" y="2447"/>
                  </a:lnTo>
                  <a:lnTo>
                    <a:pt x="1569994" y="1367"/>
                  </a:lnTo>
                  <a:lnTo>
                    <a:pt x="1522467" y="657"/>
                  </a:lnTo>
                  <a:lnTo>
                    <a:pt x="1492151" y="248"/>
                  </a:lnTo>
                  <a:lnTo>
                    <a:pt x="1476672" y="58"/>
                  </a:lnTo>
                  <a:lnTo>
                    <a:pt x="1471723" y="3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771" name="pl771"/>
            <p:cNvSpPr/>
            <p:nvPr/>
          </p:nvSpPr>
          <p:spPr>
            <a:xfrm>
              <a:off x="4799595" y="3001904"/>
              <a:ext cx="11981298" cy="4911971"/>
            </a:xfrm>
            <a:custGeom>
              <a:avLst/>
              <a:pathLst>
                <a:path w="11981298" h="4911971">
                  <a:moveTo>
                    <a:pt x="0" y="0"/>
                  </a:moveTo>
                  <a:lnTo>
                    <a:pt x="1471387" y="0"/>
                  </a:lnTo>
                  <a:lnTo>
                    <a:pt x="1472621" y="13"/>
                  </a:lnTo>
                  <a:lnTo>
                    <a:pt x="1480722" y="106"/>
                  </a:lnTo>
                  <a:lnTo>
                    <a:pt x="1501090" y="364"/>
                  </a:lnTo>
                  <a:lnTo>
                    <a:pt x="1537378" y="872"/>
                  </a:lnTo>
                  <a:lnTo>
                    <a:pt x="1591209" y="1707"/>
                  </a:lnTo>
                  <a:lnTo>
                    <a:pt x="1662056" y="2931"/>
                  </a:lnTo>
                  <a:lnTo>
                    <a:pt x="1747467" y="4586"/>
                  </a:lnTo>
                  <a:lnTo>
                    <a:pt x="1843634" y="6689"/>
                  </a:lnTo>
                  <a:lnTo>
                    <a:pt x="1946152" y="9242"/>
                  </a:lnTo>
                  <a:lnTo>
                    <a:pt x="2050748" y="12236"/>
                  </a:lnTo>
                  <a:lnTo>
                    <a:pt x="2153811" y="15662"/>
                  </a:lnTo>
                  <a:lnTo>
                    <a:pt x="2252652" y="19518"/>
                  </a:lnTo>
                  <a:lnTo>
                    <a:pt x="2345545" y="23813"/>
                  </a:lnTo>
                  <a:lnTo>
                    <a:pt x="2431607" y="28573"/>
                  </a:lnTo>
                  <a:lnTo>
                    <a:pt x="2510618" y="33842"/>
                  </a:lnTo>
                  <a:lnTo>
                    <a:pt x="2582832" y="39679"/>
                  </a:lnTo>
                  <a:lnTo>
                    <a:pt x="2648813" y="46158"/>
                  </a:lnTo>
                  <a:lnTo>
                    <a:pt x="2709307" y="53365"/>
                  </a:lnTo>
                  <a:lnTo>
                    <a:pt x="2765144" y="61394"/>
                  </a:lnTo>
                  <a:lnTo>
                    <a:pt x="2817176" y="70335"/>
                  </a:lnTo>
                  <a:lnTo>
                    <a:pt x="2866215" y="80258"/>
                  </a:lnTo>
                  <a:lnTo>
                    <a:pt x="2896531" y="87178"/>
                  </a:lnTo>
                  <a:lnTo>
                    <a:pt x="2950994" y="101163"/>
                  </a:lnTo>
                  <a:lnTo>
                    <a:pt x="3003698" y="116634"/>
                  </a:lnTo>
                  <a:lnTo>
                    <a:pt x="3055338" y="133610"/>
                  </a:lnTo>
                  <a:lnTo>
                    <a:pt x="3106412" y="152056"/>
                  </a:lnTo>
                  <a:lnTo>
                    <a:pt x="3157259" y="171871"/>
                  </a:lnTo>
                  <a:lnTo>
                    <a:pt x="3208091" y="192890"/>
                  </a:lnTo>
                  <a:lnTo>
                    <a:pt x="3259011" y="214884"/>
                  </a:lnTo>
                  <a:lnTo>
                    <a:pt x="3310039" y="237569"/>
                  </a:lnTo>
                  <a:lnTo>
                    <a:pt x="3361138" y="260616"/>
                  </a:lnTo>
                  <a:lnTo>
                    <a:pt x="3412240" y="283678"/>
                  </a:lnTo>
                  <a:lnTo>
                    <a:pt x="3463276" y="306403"/>
                  </a:lnTo>
                  <a:lnTo>
                    <a:pt x="3514204" y="328463"/>
                  </a:lnTo>
                  <a:lnTo>
                    <a:pt x="3565041" y="349569"/>
                  </a:lnTo>
                  <a:lnTo>
                    <a:pt x="3615881" y="369487"/>
                  </a:lnTo>
                  <a:lnTo>
                    <a:pt x="3666926" y="388046"/>
                  </a:lnTo>
                  <a:lnTo>
                    <a:pt x="3718505" y="405142"/>
                  </a:lnTo>
                  <a:lnTo>
                    <a:pt x="3771102" y="420732"/>
                  </a:lnTo>
                  <a:lnTo>
                    <a:pt x="3825394" y="434833"/>
                  </a:lnTo>
                  <a:lnTo>
                    <a:pt x="3829811" y="435893"/>
                  </a:lnTo>
                  <a:lnTo>
                    <a:pt x="3877315" y="446466"/>
                  </a:lnTo>
                  <a:lnTo>
                    <a:pt x="3927332" y="456033"/>
                  </a:lnTo>
                  <a:lnTo>
                    <a:pt x="3980624" y="464639"/>
                  </a:lnTo>
                  <a:lnTo>
                    <a:pt x="4038023" y="472364"/>
                  </a:lnTo>
                  <a:lnTo>
                    <a:pt x="4100380" y="479302"/>
                  </a:lnTo>
                  <a:lnTo>
                    <a:pt x="4168505" y="485542"/>
                  </a:lnTo>
                  <a:lnTo>
                    <a:pt x="4243091" y="491169"/>
                  </a:lnTo>
                  <a:lnTo>
                    <a:pt x="4324607" y="496250"/>
                  </a:lnTo>
                  <a:lnTo>
                    <a:pt x="4413160" y="500841"/>
                  </a:lnTo>
                  <a:lnTo>
                    <a:pt x="4508315" y="504977"/>
                  </a:lnTo>
                  <a:lnTo>
                    <a:pt x="4608908" y="508679"/>
                  </a:lnTo>
                  <a:lnTo>
                    <a:pt x="4712876" y="511952"/>
                  </a:lnTo>
                  <a:lnTo>
                    <a:pt x="4817188" y="514790"/>
                  </a:lnTo>
                  <a:lnTo>
                    <a:pt x="4917953" y="517184"/>
                  </a:lnTo>
                  <a:lnTo>
                    <a:pt x="5010776" y="519126"/>
                  </a:lnTo>
                  <a:lnTo>
                    <a:pt x="5091377" y="520624"/>
                  </a:lnTo>
                  <a:lnTo>
                    <a:pt x="5156348" y="521704"/>
                  </a:lnTo>
                  <a:lnTo>
                    <a:pt x="5203875" y="522414"/>
                  </a:lnTo>
                  <a:lnTo>
                    <a:pt x="5234191" y="522823"/>
                  </a:lnTo>
                  <a:lnTo>
                    <a:pt x="5249670" y="523013"/>
                  </a:lnTo>
                  <a:lnTo>
                    <a:pt x="5254619" y="523068"/>
                  </a:lnTo>
                  <a:lnTo>
                    <a:pt x="5254955" y="523071"/>
                  </a:lnTo>
                  <a:lnTo>
                    <a:pt x="6726343" y="523071"/>
                  </a:lnTo>
                  <a:lnTo>
                    <a:pt x="6727261" y="523153"/>
                  </a:lnTo>
                  <a:lnTo>
                    <a:pt x="6733328" y="523730"/>
                  </a:lnTo>
                  <a:lnTo>
                    <a:pt x="6748717" y="525326"/>
                  </a:lnTo>
                  <a:lnTo>
                    <a:pt x="6776462" y="528473"/>
                  </a:lnTo>
                  <a:lnTo>
                    <a:pt x="6818292" y="533674"/>
                  </a:lnTo>
                  <a:lnTo>
                    <a:pt x="6874495" y="541365"/>
                  </a:lnTo>
                  <a:lnTo>
                    <a:pt x="6943957" y="551872"/>
                  </a:lnTo>
                  <a:lnTo>
                    <a:pt x="7024410" y="565393"/>
                  </a:lnTo>
                  <a:lnTo>
                    <a:pt x="7112836" y="582008"/>
                  </a:lnTo>
                  <a:lnTo>
                    <a:pt x="7205942" y="601706"/>
                  </a:lnTo>
                  <a:lnTo>
                    <a:pt x="7300588" y="624430"/>
                  </a:lnTo>
                  <a:lnTo>
                    <a:pt x="7394096" y="650119"/>
                  </a:lnTo>
                  <a:lnTo>
                    <a:pt x="7484404" y="678754"/>
                  </a:lnTo>
                  <a:lnTo>
                    <a:pt x="7570105" y="710381"/>
                  </a:lnTo>
                  <a:lnTo>
                    <a:pt x="7650381" y="745131"/>
                  </a:lnTo>
                  <a:lnTo>
                    <a:pt x="7724900" y="783229"/>
                  </a:lnTo>
                  <a:lnTo>
                    <a:pt x="7793703" y="824995"/>
                  </a:lnTo>
                  <a:lnTo>
                    <a:pt x="7857093" y="870840"/>
                  </a:lnTo>
                  <a:lnTo>
                    <a:pt x="7915541" y="921253"/>
                  </a:lnTo>
                  <a:lnTo>
                    <a:pt x="7969622" y="976787"/>
                  </a:lnTo>
                  <a:lnTo>
                    <a:pt x="8019957" y="1038023"/>
                  </a:lnTo>
                  <a:lnTo>
                    <a:pt x="8067177" y="1105519"/>
                  </a:lnTo>
                  <a:lnTo>
                    <a:pt x="8111885" y="1179729"/>
                  </a:lnTo>
                  <a:lnTo>
                    <a:pt x="8151487" y="1254555"/>
                  </a:lnTo>
                  <a:lnTo>
                    <a:pt x="8182771" y="1319883"/>
                  </a:lnTo>
                  <a:lnTo>
                    <a:pt x="8213369" y="1389200"/>
                  </a:lnTo>
                  <a:lnTo>
                    <a:pt x="8243437" y="1462585"/>
                  </a:lnTo>
                  <a:lnTo>
                    <a:pt x="8273105" y="1540076"/>
                  </a:lnTo>
                  <a:lnTo>
                    <a:pt x="8302482" y="1621664"/>
                  </a:lnTo>
                  <a:lnTo>
                    <a:pt x="8331657" y="1707285"/>
                  </a:lnTo>
                  <a:lnTo>
                    <a:pt x="8360703" y="1796823"/>
                  </a:lnTo>
                  <a:lnTo>
                    <a:pt x="8389677" y="1890104"/>
                  </a:lnTo>
                  <a:lnTo>
                    <a:pt x="8418622" y="1986894"/>
                  </a:lnTo>
                  <a:lnTo>
                    <a:pt x="8447570" y="2086903"/>
                  </a:lnTo>
                  <a:lnTo>
                    <a:pt x="8476541" y="2189781"/>
                  </a:lnTo>
                  <a:lnTo>
                    <a:pt x="8505546" y="2295130"/>
                  </a:lnTo>
                  <a:lnTo>
                    <a:pt x="8534587" y="2402501"/>
                  </a:lnTo>
                  <a:lnTo>
                    <a:pt x="8563662" y="2511406"/>
                  </a:lnTo>
                  <a:lnTo>
                    <a:pt x="8592761" y="2621329"/>
                  </a:lnTo>
                  <a:lnTo>
                    <a:pt x="8621871" y="2731729"/>
                  </a:lnTo>
                  <a:lnTo>
                    <a:pt x="8650980" y="2842059"/>
                  </a:lnTo>
                  <a:lnTo>
                    <a:pt x="8680073" y="2951771"/>
                  </a:lnTo>
                  <a:lnTo>
                    <a:pt x="8709140" y="3060330"/>
                  </a:lnTo>
                  <a:lnTo>
                    <a:pt x="8738173" y="3167225"/>
                  </a:lnTo>
                  <a:lnTo>
                    <a:pt x="8767168" y="3271980"/>
                  </a:lnTo>
                  <a:lnTo>
                    <a:pt x="8796132" y="3374156"/>
                  </a:lnTo>
                  <a:lnTo>
                    <a:pt x="8825077" y="3473368"/>
                  </a:lnTo>
                  <a:lnTo>
                    <a:pt x="8854026" y="3569281"/>
                  </a:lnTo>
                  <a:lnTo>
                    <a:pt x="8883013" y="3661619"/>
                  </a:lnTo>
                  <a:lnTo>
                    <a:pt x="8912086" y="3750164"/>
                  </a:lnTo>
                  <a:lnTo>
                    <a:pt x="8941305" y="3834756"/>
                  </a:lnTo>
                  <a:lnTo>
                    <a:pt x="8970748" y="3915293"/>
                  </a:lnTo>
                  <a:lnTo>
                    <a:pt x="9000508" y="3991727"/>
                  </a:lnTo>
                  <a:lnTo>
                    <a:pt x="9030699" y="4064061"/>
                  </a:lnTo>
                  <a:lnTo>
                    <a:pt x="9061458" y="4132342"/>
                  </a:lnTo>
                  <a:lnTo>
                    <a:pt x="9084767" y="4180488"/>
                  </a:lnTo>
                  <a:lnTo>
                    <a:pt x="9127643" y="4261112"/>
                  </a:lnTo>
                  <a:lnTo>
                    <a:pt x="9172520" y="4334808"/>
                  </a:lnTo>
                  <a:lnTo>
                    <a:pt x="9219951" y="4401818"/>
                  </a:lnTo>
                  <a:lnTo>
                    <a:pt x="9270545" y="4462606"/>
                  </a:lnTo>
                  <a:lnTo>
                    <a:pt x="9324931" y="4517736"/>
                  </a:lnTo>
                  <a:lnTo>
                    <a:pt x="9383731" y="4567789"/>
                  </a:lnTo>
                  <a:lnTo>
                    <a:pt x="9447511" y="4613312"/>
                  </a:lnTo>
                  <a:lnTo>
                    <a:pt x="9516735" y="4654791"/>
                  </a:lnTo>
                  <a:lnTo>
                    <a:pt x="9591688" y="4692628"/>
                  </a:lnTo>
                  <a:lnTo>
                    <a:pt x="9672387" y="4727137"/>
                  </a:lnTo>
                  <a:lnTo>
                    <a:pt x="9758468" y="4758536"/>
                  </a:lnTo>
                  <a:lnTo>
                    <a:pt x="9849073" y="4786950"/>
                  </a:lnTo>
                  <a:lnTo>
                    <a:pt x="9942745" y="4812419"/>
                  </a:lnTo>
                  <a:lnTo>
                    <a:pt x="10037376" y="4834918"/>
                  </a:lnTo>
                  <a:lnTo>
                    <a:pt x="10130244" y="4854387"/>
                  </a:lnTo>
                  <a:lnTo>
                    <a:pt x="10218186" y="4870770"/>
                  </a:lnTo>
                  <a:lnTo>
                    <a:pt x="10297914" y="4884061"/>
                  </a:lnTo>
                  <a:lnTo>
                    <a:pt x="10366450" y="4894348"/>
                  </a:lnTo>
                  <a:lnTo>
                    <a:pt x="10421597" y="4901840"/>
                  </a:lnTo>
                  <a:lnTo>
                    <a:pt x="10462344" y="4906871"/>
                  </a:lnTo>
                  <a:lnTo>
                    <a:pt x="10489087" y="4909883"/>
                  </a:lnTo>
                  <a:lnTo>
                    <a:pt x="10503657" y="4911385"/>
                  </a:lnTo>
                  <a:lnTo>
                    <a:pt x="10509180" y="4911907"/>
                  </a:lnTo>
                  <a:lnTo>
                    <a:pt x="10509911" y="4911971"/>
                  </a:lnTo>
                  <a:lnTo>
                    <a:pt x="11981298" y="491197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72" name="pl772"/>
            <p:cNvSpPr/>
            <p:nvPr/>
          </p:nvSpPr>
          <p:spPr>
            <a:xfrm>
              <a:off x="4799595" y="2993731"/>
              <a:ext cx="11981298" cy="4911971"/>
            </a:xfrm>
            <a:custGeom>
              <a:avLst/>
              <a:pathLst>
                <a:path w="11981298" h="4911971">
                  <a:moveTo>
                    <a:pt x="11981298" y="4911971"/>
                  </a:moveTo>
                  <a:lnTo>
                    <a:pt x="10509911" y="4911971"/>
                  </a:lnTo>
                  <a:lnTo>
                    <a:pt x="10508992" y="4911890"/>
                  </a:lnTo>
                  <a:lnTo>
                    <a:pt x="10502925" y="4911313"/>
                  </a:lnTo>
                  <a:lnTo>
                    <a:pt x="10487537" y="4909716"/>
                  </a:lnTo>
                  <a:lnTo>
                    <a:pt x="10459791" y="4906570"/>
                  </a:lnTo>
                  <a:lnTo>
                    <a:pt x="10417961" y="4901369"/>
                  </a:lnTo>
                  <a:lnTo>
                    <a:pt x="10361758" y="4893678"/>
                  </a:lnTo>
                  <a:lnTo>
                    <a:pt x="10292296" y="4883171"/>
                  </a:lnTo>
                  <a:lnTo>
                    <a:pt x="10211843" y="4869650"/>
                  </a:lnTo>
                  <a:lnTo>
                    <a:pt x="10123417" y="4853035"/>
                  </a:lnTo>
                  <a:lnTo>
                    <a:pt x="10030311" y="4833337"/>
                  </a:lnTo>
                  <a:lnTo>
                    <a:pt x="9935665" y="4810613"/>
                  </a:lnTo>
                  <a:lnTo>
                    <a:pt x="9842158" y="4784924"/>
                  </a:lnTo>
                  <a:lnTo>
                    <a:pt x="9751849" y="4756289"/>
                  </a:lnTo>
                  <a:lnTo>
                    <a:pt x="9666148" y="4724662"/>
                  </a:lnTo>
                  <a:lnTo>
                    <a:pt x="9585873" y="4689912"/>
                  </a:lnTo>
                  <a:lnTo>
                    <a:pt x="9511353" y="4651814"/>
                  </a:lnTo>
                  <a:lnTo>
                    <a:pt x="9442550" y="4610048"/>
                  </a:lnTo>
                  <a:lnTo>
                    <a:pt x="9379160" y="4564203"/>
                  </a:lnTo>
                  <a:lnTo>
                    <a:pt x="9320712" y="4513789"/>
                  </a:lnTo>
                  <a:lnTo>
                    <a:pt x="9266631" y="4458256"/>
                  </a:lnTo>
                  <a:lnTo>
                    <a:pt x="9216296" y="4397020"/>
                  </a:lnTo>
                  <a:lnTo>
                    <a:pt x="9169077" y="4329524"/>
                  </a:lnTo>
                  <a:lnTo>
                    <a:pt x="9124368" y="4255314"/>
                  </a:lnTo>
                  <a:lnTo>
                    <a:pt x="9084767" y="4180488"/>
                  </a:lnTo>
                  <a:lnTo>
                    <a:pt x="9053483" y="4115160"/>
                  </a:lnTo>
                  <a:lnTo>
                    <a:pt x="9022884" y="4045843"/>
                  </a:lnTo>
                  <a:lnTo>
                    <a:pt x="8992816" y="3972458"/>
                  </a:lnTo>
                  <a:lnTo>
                    <a:pt x="8963148" y="3894966"/>
                  </a:lnTo>
                  <a:lnTo>
                    <a:pt x="8933771" y="3813379"/>
                  </a:lnTo>
                  <a:lnTo>
                    <a:pt x="8904596" y="3727758"/>
                  </a:lnTo>
                  <a:lnTo>
                    <a:pt x="8875550" y="3638220"/>
                  </a:lnTo>
                  <a:lnTo>
                    <a:pt x="8846577" y="3544939"/>
                  </a:lnTo>
                  <a:lnTo>
                    <a:pt x="8817632" y="3448149"/>
                  </a:lnTo>
                  <a:lnTo>
                    <a:pt x="8788684" y="3348140"/>
                  </a:lnTo>
                  <a:lnTo>
                    <a:pt x="8759713" y="3245262"/>
                  </a:lnTo>
                  <a:lnTo>
                    <a:pt x="8730708" y="3139913"/>
                  </a:lnTo>
                  <a:lnTo>
                    <a:pt x="8701666" y="3032542"/>
                  </a:lnTo>
                  <a:lnTo>
                    <a:pt x="8672591" y="2923637"/>
                  </a:lnTo>
                  <a:lnTo>
                    <a:pt x="8643493" y="2813714"/>
                  </a:lnTo>
                  <a:lnTo>
                    <a:pt x="8614382" y="2703314"/>
                  </a:lnTo>
                  <a:lnTo>
                    <a:pt x="8585273" y="2592984"/>
                  </a:lnTo>
                  <a:lnTo>
                    <a:pt x="8556180" y="2483272"/>
                  </a:lnTo>
                  <a:lnTo>
                    <a:pt x="8527113" y="2374713"/>
                  </a:lnTo>
                  <a:lnTo>
                    <a:pt x="8498081" y="2267817"/>
                  </a:lnTo>
                  <a:lnTo>
                    <a:pt x="8469085" y="2163063"/>
                  </a:lnTo>
                  <a:lnTo>
                    <a:pt x="8440121" y="2060887"/>
                  </a:lnTo>
                  <a:lnTo>
                    <a:pt x="8411176" y="1961675"/>
                  </a:lnTo>
                  <a:lnTo>
                    <a:pt x="8382227" y="1865762"/>
                  </a:lnTo>
                  <a:lnTo>
                    <a:pt x="8353240" y="1773424"/>
                  </a:lnTo>
                  <a:lnTo>
                    <a:pt x="8324167" y="1684879"/>
                  </a:lnTo>
                  <a:lnTo>
                    <a:pt x="8294948" y="1600287"/>
                  </a:lnTo>
                  <a:lnTo>
                    <a:pt x="8265505" y="1519750"/>
                  </a:lnTo>
                  <a:lnTo>
                    <a:pt x="8235745" y="1443316"/>
                  </a:lnTo>
                  <a:lnTo>
                    <a:pt x="8205554" y="1370982"/>
                  </a:lnTo>
                  <a:lnTo>
                    <a:pt x="8174795" y="1302701"/>
                  </a:lnTo>
                  <a:lnTo>
                    <a:pt x="8151487" y="1254555"/>
                  </a:lnTo>
                  <a:lnTo>
                    <a:pt x="8108610" y="1173931"/>
                  </a:lnTo>
                  <a:lnTo>
                    <a:pt x="8063734" y="1100235"/>
                  </a:lnTo>
                  <a:lnTo>
                    <a:pt x="8016302" y="1033225"/>
                  </a:lnTo>
                  <a:lnTo>
                    <a:pt x="7965709" y="972437"/>
                  </a:lnTo>
                  <a:lnTo>
                    <a:pt x="7911322" y="917307"/>
                  </a:lnTo>
                  <a:lnTo>
                    <a:pt x="7852522" y="867254"/>
                  </a:lnTo>
                  <a:lnTo>
                    <a:pt x="7788742" y="821730"/>
                  </a:lnTo>
                  <a:lnTo>
                    <a:pt x="7719518" y="780252"/>
                  </a:lnTo>
                  <a:lnTo>
                    <a:pt x="7644565" y="742415"/>
                  </a:lnTo>
                  <a:lnTo>
                    <a:pt x="7563866" y="707906"/>
                  </a:lnTo>
                  <a:lnTo>
                    <a:pt x="7477785" y="676507"/>
                  </a:lnTo>
                  <a:lnTo>
                    <a:pt x="7387180" y="648093"/>
                  </a:lnTo>
                  <a:lnTo>
                    <a:pt x="7293508" y="622624"/>
                  </a:lnTo>
                  <a:lnTo>
                    <a:pt x="7198877" y="600125"/>
                  </a:lnTo>
                  <a:lnTo>
                    <a:pt x="7106009" y="580656"/>
                  </a:lnTo>
                  <a:lnTo>
                    <a:pt x="7018067" y="564273"/>
                  </a:lnTo>
                  <a:lnTo>
                    <a:pt x="6938339" y="550982"/>
                  </a:lnTo>
                  <a:lnTo>
                    <a:pt x="6869804" y="540695"/>
                  </a:lnTo>
                  <a:lnTo>
                    <a:pt x="6814656" y="533203"/>
                  </a:lnTo>
                  <a:lnTo>
                    <a:pt x="6773909" y="528172"/>
                  </a:lnTo>
                  <a:lnTo>
                    <a:pt x="6747166" y="525160"/>
                  </a:lnTo>
                  <a:lnTo>
                    <a:pt x="6732596" y="523658"/>
                  </a:lnTo>
                  <a:lnTo>
                    <a:pt x="6727073" y="523136"/>
                  </a:lnTo>
                  <a:lnTo>
                    <a:pt x="6726343" y="523071"/>
                  </a:lnTo>
                  <a:lnTo>
                    <a:pt x="5254955" y="523071"/>
                  </a:lnTo>
                  <a:lnTo>
                    <a:pt x="5253721" y="523058"/>
                  </a:lnTo>
                  <a:lnTo>
                    <a:pt x="5245620" y="522965"/>
                  </a:lnTo>
                  <a:lnTo>
                    <a:pt x="5225252" y="522707"/>
                  </a:lnTo>
                  <a:lnTo>
                    <a:pt x="5188964" y="522199"/>
                  </a:lnTo>
                  <a:lnTo>
                    <a:pt x="5135133" y="521364"/>
                  </a:lnTo>
                  <a:lnTo>
                    <a:pt x="5064286" y="520140"/>
                  </a:lnTo>
                  <a:lnTo>
                    <a:pt x="4978875" y="518485"/>
                  </a:lnTo>
                  <a:lnTo>
                    <a:pt x="4882708" y="516382"/>
                  </a:lnTo>
                  <a:lnTo>
                    <a:pt x="4780190" y="513829"/>
                  </a:lnTo>
                  <a:lnTo>
                    <a:pt x="4675594" y="510835"/>
                  </a:lnTo>
                  <a:lnTo>
                    <a:pt x="4572531" y="507409"/>
                  </a:lnTo>
                  <a:lnTo>
                    <a:pt x="4473690" y="503553"/>
                  </a:lnTo>
                  <a:lnTo>
                    <a:pt x="4380797" y="499258"/>
                  </a:lnTo>
                  <a:lnTo>
                    <a:pt x="4294735" y="494498"/>
                  </a:lnTo>
                  <a:lnTo>
                    <a:pt x="4215724" y="489228"/>
                  </a:lnTo>
                  <a:lnTo>
                    <a:pt x="4143510" y="483392"/>
                  </a:lnTo>
                  <a:lnTo>
                    <a:pt x="4077529" y="476913"/>
                  </a:lnTo>
                  <a:lnTo>
                    <a:pt x="4017035" y="469706"/>
                  </a:lnTo>
                  <a:lnTo>
                    <a:pt x="3961198" y="461677"/>
                  </a:lnTo>
                  <a:lnTo>
                    <a:pt x="3909166" y="452736"/>
                  </a:lnTo>
                  <a:lnTo>
                    <a:pt x="3860127" y="442813"/>
                  </a:lnTo>
                  <a:lnTo>
                    <a:pt x="3829811" y="435893"/>
                  </a:lnTo>
                  <a:lnTo>
                    <a:pt x="3775349" y="421908"/>
                  </a:lnTo>
                  <a:lnTo>
                    <a:pt x="3722644" y="406437"/>
                  </a:lnTo>
                  <a:lnTo>
                    <a:pt x="3671004" y="389461"/>
                  </a:lnTo>
                  <a:lnTo>
                    <a:pt x="3619930" y="371015"/>
                  </a:lnTo>
                  <a:lnTo>
                    <a:pt x="3569083" y="351200"/>
                  </a:lnTo>
                  <a:lnTo>
                    <a:pt x="3518251" y="330181"/>
                  </a:lnTo>
                  <a:lnTo>
                    <a:pt x="3467331" y="308187"/>
                  </a:lnTo>
                  <a:lnTo>
                    <a:pt x="3416303" y="285502"/>
                  </a:lnTo>
                  <a:lnTo>
                    <a:pt x="3365204" y="262455"/>
                  </a:lnTo>
                  <a:lnTo>
                    <a:pt x="3314102" y="239393"/>
                  </a:lnTo>
                  <a:lnTo>
                    <a:pt x="3263067" y="216668"/>
                  </a:lnTo>
                  <a:lnTo>
                    <a:pt x="3212138" y="194607"/>
                  </a:lnTo>
                  <a:lnTo>
                    <a:pt x="3161302" y="173501"/>
                  </a:lnTo>
                  <a:lnTo>
                    <a:pt x="3110461" y="153584"/>
                  </a:lnTo>
                  <a:lnTo>
                    <a:pt x="3059416" y="135025"/>
                  </a:lnTo>
                  <a:lnTo>
                    <a:pt x="3007837" y="117929"/>
                  </a:lnTo>
                  <a:lnTo>
                    <a:pt x="2955240" y="102338"/>
                  </a:lnTo>
                  <a:lnTo>
                    <a:pt x="2900948" y="88237"/>
                  </a:lnTo>
                  <a:lnTo>
                    <a:pt x="2896531" y="87178"/>
                  </a:lnTo>
                  <a:lnTo>
                    <a:pt x="2849027" y="76605"/>
                  </a:lnTo>
                  <a:lnTo>
                    <a:pt x="2799010" y="67038"/>
                  </a:lnTo>
                  <a:lnTo>
                    <a:pt x="2745718" y="58432"/>
                  </a:lnTo>
                  <a:lnTo>
                    <a:pt x="2688319" y="50706"/>
                  </a:lnTo>
                  <a:lnTo>
                    <a:pt x="2625962" y="43769"/>
                  </a:lnTo>
                  <a:lnTo>
                    <a:pt x="2557837" y="37529"/>
                  </a:lnTo>
                  <a:lnTo>
                    <a:pt x="2483251" y="31902"/>
                  </a:lnTo>
                  <a:lnTo>
                    <a:pt x="2401735" y="26820"/>
                  </a:lnTo>
                  <a:lnTo>
                    <a:pt x="2313182" y="22230"/>
                  </a:lnTo>
                  <a:lnTo>
                    <a:pt x="2218027" y="18094"/>
                  </a:lnTo>
                  <a:lnTo>
                    <a:pt x="2117434" y="14392"/>
                  </a:lnTo>
                  <a:lnTo>
                    <a:pt x="2013466" y="11119"/>
                  </a:lnTo>
                  <a:lnTo>
                    <a:pt x="1909154" y="8281"/>
                  </a:lnTo>
                  <a:lnTo>
                    <a:pt x="1808389" y="5887"/>
                  </a:lnTo>
                  <a:lnTo>
                    <a:pt x="1715566" y="3945"/>
                  </a:lnTo>
                  <a:lnTo>
                    <a:pt x="1634965" y="2447"/>
                  </a:lnTo>
                  <a:lnTo>
                    <a:pt x="1569994" y="1367"/>
                  </a:lnTo>
                  <a:lnTo>
                    <a:pt x="1522467" y="657"/>
                  </a:lnTo>
                  <a:lnTo>
                    <a:pt x="1492151" y="248"/>
                  </a:lnTo>
                  <a:lnTo>
                    <a:pt x="1476672" y="58"/>
                  </a:lnTo>
                  <a:lnTo>
                    <a:pt x="1471723" y="3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73" name="pg773"/>
            <p:cNvSpPr/>
            <p:nvPr/>
          </p:nvSpPr>
          <p:spPr>
            <a:xfrm>
              <a:off x="4799595" y="3001904"/>
              <a:ext cx="11981298" cy="6235997"/>
            </a:xfrm>
            <a:custGeom>
              <a:avLst/>
              <a:pathLst>
                <a:path w="11981298" h="6235997">
                  <a:moveTo>
                    <a:pt x="0" y="8172"/>
                  </a:moveTo>
                  <a:lnTo>
                    <a:pt x="1471387" y="8172"/>
                  </a:lnTo>
                  <a:lnTo>
                    <a:pt x="1472621" y="8187"/>
                  </a:lnTo>
                  <a:lnTo>
                    <a:pt x="1480716" y="8290"/>
                  </a:lnTo>
                  <a:lnTo>
                    <a:pt x="1501072" y="8577"/>
                  </a:lnTo>
                  <a:lnTo>
                    <a:pt x="1537339" y="9139"/>
                  </a:lnTo>
                  <a:lnTo>
                    <a:pt x="1591142" y="10065"/>
                  </a:lnTo>
                  <a:lnTo>
                    <a:pt x="1661955" y="11423"/>
                  </a:lnTo>
                  <a:lnTo>
                    <a:pt x="1747329" y="13257"/>
                  </a:lnTo>
                  <a:lnTo>
                    <a:pt x="1843462" y="15589"/>
                  </a:lnTo>
                  <a:lnTo>
                    <a:pt x="1945951" y="18420"/>
                  </a:lnTo>
                  <a:lnTo>
                    <a:pt x="2050524" y="21740"/>
                  </a:lnTo>
                  <a:lnTo>
                    <a:pt x="2153571" y="25539"/>
                  </a:lnTo>
                  <a:lnTo>
                    <a:pt x="2252404" y="29814"/>
                  </a:lnTo>
                  <a:lnTo>
                    <a:pt x="2345295" y="34576"/>
                  </a:lnTo>
                  <a:lnTo>
                    <a:pt x="2431359" y="39855"/>
                  </a:lnTo>
                  <a:lnTo>
                    <a:pt x="2510374" y="45697"/>
                  </a:lnTo>
                  <a:lnTo>
                    <a:pt x="2582595" y="52169"/>
                  </a:lnTo>
                  <a:lnTo>
                    <a:pt x="2648583" y="59352"/>
                  </a:lnTo>
                  <a:lnTo>
                    <a:pt x="2709082" y="67342"/>
                  </a:lnTo>
                  <a:lnTo>
                    <a:pt x="2764924" y="76244"/>
                  </a:lnTo>
                  <a:lnTo>
                    <a:pt x="2816959" y="86156"/>
                  </a:lnTo>
                  <a:lnTo>
                    <a:pt x="2865999" y="97157"/>
                  </a:lnTo>
                  <a:lnTo>
                    <a:pt x="2896531" y="104886"/>
                  </a:lnTo>
                  <a:lnTo>
                    <a:pt x="2950622" y="120287"/>
                  </a:lnTo>
                  <a:lnTo>
                    <a:pt x="3002975" y="137314"/>
                  </a:lnTo>
                  <a:lnTo>
                    <a:pt x="3054270" y="155988"/>
                  </a:lnTo>
                  <a:lnTo>
                    <a:pt x="3104998" y="176270"/>
                  </a:lnTo>
                  <a:lnTo>
                    <a:pt x="3155495" y="198055"/>
                  </a:lnTo>
                  <a:lnTo>
                    <a:pt x="3205972" y="221165"/>
                  </a:lnTo>
                  <a:lnTo>
                    <a:pt x="3256534" y="245354"/>
                  </a:lnTo>
                  <a:lnTo>
                    <a:pt x="3307202" y="270314"/>
                  </a:lnTo>
                  <a:lnTo>
                    <a:pt x="3357944" y="295692"/>
                  </a:lnTo>
                  <a:lnTo>
                    <a:pt x="3408693" y="321109"/>
                  </a:lnTo>
                  <a:lnTo>
                    <a:pt x="3459381" y="346185"/>
                  </a:lnTo>
                  <a:lnTo>
                    <a:pt x="3509965" y="370559"/>
                  </a:lnTo>
                  <a:lnTo>
                    <a:pt x="3560454" y="393914"/>
                  </a:lnTo>
                  <a:lnTo>
                    <a:pt x="3610934" y="415989"/>
                  </a:lnTo>
                  <a:lnTo>
                    <a:pt x="3661591" y="436592"/>
                  </a:lnTo>
                  <a:lnTo>
                    <a:pt x="3712734" y="455602"/>
                  </a:lnTo>
                  <a:lnTo>
                    <a:pt x="3764820" y="472968"/>
                  </a:lnTo>
                  <a:lnTo>
                    <a:pt x="3818487" y="488700"/>
                  </a:lnTo>
                  <a:lnTo>
                    <a:pt x="3829811" y="491742"/>
                  </a:lnTo>
                  <a:lnTo>
                    <a:pt x="3877304" y="503469"/>
                  </a:lnTo>
                  <a:lnTo>
                    <a:pt x="3927310" y="514081"/>
                  </a:lnTo>
                  <a:lnTo>
                    <a:pt x="3980588" y="523626"/>
                  </a:lnTo>
                  <a:lnTo>
                    <a:pt x="4037972" y="532195"/>
                  </a:lnTo>
                  <a:lnTo>
                    <a:pt x="4100310" y="539890"/>
                  </a:lnTo>
                  <a:lnTo>
                    <a:pt x="4168414" y="546813"/>
                  </a:lnTo>
                  <a:lnTo>
                    <a:pt x="4242974" y="553054"/>
                  </a:lnTo>
                  <a:lnTo>
                    <a:pt x="4324461" y="558692"/>
                  </a:lnTo>
                  <a:lnTo>
                    <a:pt x="4412982" y="563784"/>
                  </a:lnTo>
                  <a:lnTo>
                    <a:pt x="4508104" y="568373"/>
                  </a:lnTo>
                  <a:lnTo>
                    <a:pt x="4608665" y="572480"/>
                  </a:lnTo>
                  <a:lnTo>
                    <a:pt x="4712606" y="576111"/>
                  </a:lnTo>
                  <a:lnTo>
                    <a:pt x="4816900" y="579260"/>
                  </a:lnTo>
                  <a:lnTo>
                    <a:pt x="4917659" y="581916"/>
                  </a:lnTo>
                  <a:lnTo>
                    <a:pt x="5010495" y="584072"/>
                  </a:lnTo>
                  <a:lnTo>
                    <a:pt x="5091125" y="585736"/>
                  </a:lnTo>
                  <a:lnTo>
                    <a:pt x="5156142" y="586935"/>
                  </a:lnTo>
                  <a:lnTo>
                    <a:pt x="5203725" y="587724"/>
                  </a:lnTo>
                  <a:lnTo>
                    <a:pt x="5234100" y="588179"/>
                  </a:lnTo>
                  <a:lnTo>
                    <a:pt x="5249629" y="588390"/>
                  </a:lnTo>
                  <a:lnTo>
                    <a:pt x="5254612" y="588451"/>
                  </a:lnTo>
                  <a:lnTo>
                    <a:pt x="5254955" y="588455"/>
                  </a:lnTo>
                  <a:lnTo>
                    <a:pt x="6726343" y="588455"/>
                  </a:lnTo>
                  <a:lnTo>
                    <a:pt x="6727182" y="588551"/>
                  </a:lnTo>
                  <a:lnTo>
                    <a:pt x="6732733" y="589228"/>
                  </a:lnTo>
                  <a:lnTo>
                    <a:pt x="6746847" y="591099"/>
                  </a:lnTo>
                  <a:lnTo>
                    <a:pt x="6772377" y="594787"/>
                  </a:lnTo>
                  <a:lnTo>
                    <a:pt x="6811032" y="600893"/>
                  </a:lnTo>
                  <a:lnTo>
                    <a:pt x="6863257" y="609940"/>
                  </a:lnTo>
                  <a:lnTo>
                    <a:pt x="6928238" y="622334"/>
                  </a:lnTo>
                  <a:lnTo>
                    <a:pt x="7004083" y="638339"/>
                  </a:lnTo>
                  <a:lnTo>
                    <a:pt x="7088155" y="658077"/>
                  </a:lnTo>
                  <a:lnTo>
                    <a:pt x="7177472" y="681557"/>
                  </a:lnTo>
                  <a:lnTo>
                    <a:pt x="7269095" y="708722"/>
                  </a:lnTo>
                  <a:lnTo>
                    <a:pt x="7360422" y="739498"/>
                  </a:lnTo>
                  <a:lnTo>
                    <a:pt x="7449369" y="773838"/>
                  </a:lnTo>
                  <a:lnTo>
                    <a:pt x="7534431" y="811765"/>
                  </a:lnTo>
                  <a:lnTo>
                    <a:pt x="7614652" y="853389"/>
                  </a:lnTo>
                  <a:lnTo>
                    <a:pt x="7689549" y="898927"/>
                  </a:lnTo>
                  <a:lnTo>
                    <a:pt x="7759015" y="948701"/>
                  </a:lnTo>
                  <a:lnTo>
                    <a:pt x="7823217" y="1003142"/>
                  </a:lnTo>
                  <a:lnTo>
                    <a:pt x="7882514" y="1062778"/>
                  </a:lnTo>
                  <a:lnTo>
                    <a:pt x="7937385" y="1128217"/>
                  </a:lnTo>
                  <a:lnTo>
                    <a:pt x="7988376" y="1200129"/>
                  </a:lnTo>
                  <a:lnTo>
                    <a:pt x="8036062" y="1279195"/>
                  </a:lnTo>
                  <a:lnTo>
                    <a:pt x="8081012" y="1366042"/>
                  </a:lnTo>
                  <a:lnTo>
                    <a:pt x="8123766" y="1461135"/>
                  </a:lnTo>
                  <a:lnTo>
                    <a:pt x="8151487" y="1529712"/>
                  </a:lnTo>
                  <a:lnTo>
                    <a:pt x="8179360" y="1604263"/>
                  </a:lnTo>
                  <a:lnTo>
                    <a:pt x="8206676" y="1682866"/>
                  </a:lnTo>
                  <a:lnTo>
                    <a:pt x="8233547" y="1765600"/>
                  </a:lnTo>
                  <a:lnTo>
                    <a:pt x="8260070" y="1852511"/>
                  </a:lnTo>
                  <a:lnTo>
                    <a:pt x="8286326" y="1943606"/>
                  </a:lnTo>
                  <a:lnTo>
                    <a:pt x="8312386" y="2038854"/>
                  </a:lnTo>
                  <a:lnTo>
                    <a:pt x="8338307" y="2138178"/>
                  </a:lnTo>
                  <a:lnTo>
                    <a:pt x="8364137" y="2241459"/>
                  </a:lnTo>
                  <a:lnTo>
                    <a:pt x="8389915" y="2348529"/>
                  </a:lnTo>
                  <a:lnTo>
                    <a:pt x="8415670" y="2459173"/>
                  </a:lnTo>
                  <a:lnTo>
                    <a:pt x="8441426" y="2573130"/>
                  </a:lnTo>
                  <a:lnTo>
                    <a:pt x="8467198" y="2690092"/>
                  </a:lnTo>
                  <a:lnTo>
                    <a:pt x="8492995" y="2809709"/>
                  </a:lnTo>
                  <a:lnTo>
                    <a:pt x="8518820" y="2931588"/>
                  </a:lnTo>
                  <a:lnTo>
                    <a:pt x="8544674" y="3055306"/>
                  </a:lnTo>
                  <a:lnTo>
                    <a:pt x="8570552" y="3180409"/>
                  </a:lnTo>
                  <a:lnTo>
                    <a:pt x="8596447" y="3306419"/>
                  </a:lnTo>
                  <a:lnTo>
                    <a:pt x="8622350" y="3432846"/>
                  </a:lnTo>
                  <a:lnTo>
                    <a:pt x="8648251" y="3559191"/>
                  </a:lnTo>
                  <a:lnTo>
                    <a:pt x="8674141" y="3684959"/>
                  </a:lnTo>
                  <a:lnTo>
                    <a:pt x="8700012" y="3809661"/>
                  </a:lnTo>
                  <a:lnTo>
                    <a:pt x="8725857" y="3932828"/>
                  </a:lnTo>
                  <a:lnTo>
                    <a:pt x="8751673" y="4054015"/>
                  </a:lnTo>
                  <a:lnTo>
                    <a:pt x="8777461" y="4172807"/>
                  </a:lnTo>
                  <a:lnTo>
                    <a:pt x="8803226" y="4288826"/>
                  </a:lnTo>
                  <a:lnTo>
                    <a:pt x="8828980" y="4401734"/>
                  </a:lnTo>
                  <a:lnTo>
                    <a:pt x="8854740" y="4511240"/>
                  </a:lnTo>
                  <a:lnTo>
                    <a:pt x="8880531" y="4617095"/>
                  </a:lnTo>
                  <a:lnTo>
                    <a:pt x="8906386" y="4719102"/>
                  </a:lnTo>
                  <a:lnTo>
                    <a:pt x="8932347" y="4817109"/>
                  </a:lnTo>
                  <a:lnTo>
                    <a:pt x="8958463" y="4911008"/>
                  </a:lnTo>
                  <a:lnTo>
                    <a:pt x="8984799" y="5000741"/>
                  </a:lnTo>
                  <a:lnTo>
                    <a:pt x="9011425" y="5086287"/>
                  </a:lnTo>
                  <a:lnTo>
                    <a:pt x="9038430" y="5167667"/>
                  </a:lnTo>
                  <a:lnTo>
                    <a:pt x="9065915" y="5244939"/>
                  </a:lnTo>
                  <a:lnTo>
                    <a:pt x="9084767" y="5294740"/>
                  </a:lnTo>
                  <a:lnTo>
                    <a:pt x="9126319" y="5395478"/>
                  </a:lnTo>
                  <a:lnTo>
                    <a:pt x="9169737" y="5487827"/>
                  </a:lnTo>
                  <a:lnTo>
                    <a:pt x="9215525" y="5572056"/>
                  </a:lnTo>
                  <a:lnTo>
                    <a:pt x="9264232" y="5648699"/>
                  </a:lnTo>
                  <a:lnTo>
                    <a:pt x="9316435" y="5718410"/>
                  </a:lnTo>
                  <a:lnTo>
                    <a:pt x="9372702" y="5781871"/>
                  </a:lnTo>
                  <a:lnTo>
                    <a:pt x="9433562" y="5839737"/>
                  </a:lnTo>
                  <a:lnTo>
                    <a:pt x="9499461" y="5892591"/>
                  </a:lnTo>
                  <a:lnTo>
                    <a:pt x="9570704" y="5940932"/>
                  </a:lnTo>
                  <a:lnTo>
                    <a:pt x="9647378" y="5985154"/>
                  </a:lnTo>
                  <a:lnTo>
                    <a:pt x="9729263" y="6025545"/>
                  </a:lnTo>
                  <a:lnTo>
                    <a:pt x="9815732" y="6062286"/>
                  </a:lnTo>
                  <a:lnTo>
                    <a:pt x="9905656" y="6095457"/>
                  </a:lnTo>
                  <a:lnTo>
                    <a:pt x="9997337" y="6125054"/>
                  </a:lnTo>
                  <a:lnTo>
                    <a:pt x="10088511" y="6151018"/>
                  </a:lnTo>
                  <a:lnTo>
                    <a:pt x="10176439" y="6173273"/>
                  </a:lnTo>
                  <a:lnTo>
                    <a:pt x="10258129" y="6191779"/>
                  </a:lnTo>
                  <a:lnTo>
                    <a:pt x="10330668" y="6206578"/>
                  </a:lnTo>
                  <a:lnTo>
                    <a:pt x="10391620" y="6217836"/>
                  </a:lnTo>
                  <a:lnTo>
                    <a:pt x="10439419" y="6225866"/>
                  </a:lnTo>
                  <a:lnTo>
                    <a:pt x="10473651" y="6231115"/>
                  </a:lnTo>
                  <a:lnTo>
                    <a:pt x="10495184" y="6234138"/>
                  </a:lnTo>
                  <a:lnTo>
                    <a:pt x="10506119" y="6235548"/>
                  </a:lnTo>
                  <a:lnTo>
                    <a:pt x="10509652" y="6235969"/>
                  </a:lnTo>
                  <a:lnTo>
                    <a:pt x="10509911" y="6235997"/>
                  </a:lnTo>
                  <a:lnTo>
                    <a:pt x="11981298" y="6235997"/>
                  </a:lnTo>
                  <a:lnTo>
                    <a:pt x="11981298" y="6227824"/>
                  </a:lnTo>
                  <a:lnTo>
                    <a:pt x="10509911" y="6227824"/>
                  </a:lnTo>
                  <a:lnTo>
                    <a:pt x="10509071" y="6227729"/>
                  </a:lnTo>
                  <a:lnTo>
                    <a:pt x="10503520" y="6227052"/>
                  </a:lnTo>
                  <a:lnTo>
                    <a:pt x="10489407" y="6225181"/>
                  </a:lnTo>
                  <a:lnTo>
                    <a:pt x="10463877" y="6221492"/>
                  </a:lnTo>
                  <a:lnTo>
                    <a:pt x="10425221" y="6215387"/>
                  </a:lnTo>
                  <a:lnTo>
                    <a:pt x="10372996" y="6206340"/>
                  </a:lnTo>
                  <a:lnTo>
                    <a:pt x="10308016" y="6193946"/>
                  </a:lnTo>
                  <a:lnTo>
                    <a:pt x="10232170" y="6177941"/>
                  </a:lnTo>
                  <a:lnTo>
                    <a:pt x="10148098" y="6158203"/>
                  </a:lnTo>
                  <a:lnTo>
                    <a:pt x="10058781" y="6134723"/>
                  </a:lnTo>
                  <a:lnTo>
                    <a:pt x="9967159" y="6107557"/>
                  </a:lnTo>
                  <a:lnTo>
                    <a:pt x="9875832" y="6076782"/>
                  </a:lnTo>
                  <a:lnTo>
                    <a:pt x="9786884" y="6042441"/>
                  </a:lnTo>
                  <a:lnTo>
                    <a:pt x="9701822" y="6004515"/>
                  </a:lnTo>
                  <a:lnTo>
                    <a:pt x="9621601" y="5962890"/>
                  </a:lnTo>
                  <a:lnTo>
                    <a:pt x="9546704" y="5917353"/>
                  </a:lnTo>
                  <a:lnTo>
                    <a:pt x="9477239" y="5867578"/>
                  </a:lnTo>
                  <a:lnTo>
                    <a:pt x="9413036" y="5813137"/>
                  </a:lnTo>
                  <a:lnTo>
                    <a:pt x="9353739" y="5753502"/>
                  </a:lnTo>
                  <a:lnTo>
                    <a:pt x="9298868" y="5688062"/>
                  </a:lnTo>
                  <a:lnTo>
                    <a:pt x="9247877" y="5616150"/>
                  </a:lnTo>
                  <a:lnTo>
                    <a:pt x="9200191" y="5537084"/>
                  </a:lnTo>
                  <a:lnTo>
                    <a:pt x="9155241" y="5450237"/>
                  </a:lnTo>
                  <a:lnTo>
                    <a:pt x="9112488" y="5355145"/>
                  </a:lnTo>
                  <a:lnTo>
                    <a:pt x="9084767" y="5286567"/>
                  </a:lnTo>
                  <a:lnTo>
                    <a:pt x="9056893" y="5212017"/>
                  </a:lnTo>
                  <a:lnTo>
                    <a:pt x="9029577" y="5133414"/>
                  </a:lnTo>
                  <a:lnTo>
                    <a:pt x="9002706" y="5050680"/>
                  </a:lnTo>
                  <a:lnTo>
                    <a:pt x="8976183" y="4963769"/>
                  </a:lnTo>
                  <a:lnTo>
                    <a:pt x="8949927" y="4872674"/>
                  </a:lnTo>
                  <a:lnTo>
                    <a:pt x="8923867" y="4777426"/>
                  </a:lnTo>
                  <a:lnTo>
                    <a:pt x="8897946" y="4678102"/>
                  </a:lnTo>
                  <a:lnTo>
                    <a:pt x="8872116" y="4574821"/>
                  </a:lnTo>
                  <a:lnTo>
                    <a:pt x="8846339" y="4467751"/>
                  </a:lnTo>
                  <a:lnTo>
                    <a:pt x="8820583" y="4357106"/>
                  </a:lnTo>
                  <a:lnTo>
                    <a:pt x="8794827" y="4243149"/>
                  </a:lnTo>
                  <a:lnTo>
                    <a:pt x="8769055" y="4126187"/>
                  </a:lnTo>
                  <a:lnTo>
                    <a:pt x="8743259" y="4006571"/>
                  </a:lnTo>
                  <a:lnTo>
                    <a:pt x="8717433" y="3884691"/>
                  </a:lnTo>
                  <a:lnTo>
                    <a:pt x="8691579" y="3760973"/>
                  </a:lnTo>
                  <a:lnTo>
                    <a:pt x="8665701" y="3635871"/>
                  </a:lnTo>
                  <a:lnTo>
                    <a:pt x="8639806" y="3509861"/>
                  </a:lnTo>
                  <a:lnTo>
                    <a:pt x="8613903" y="3383434"/>
                  </a:lnTo>
                  <a:lnTo>
                    <a:pt x="8588002" y="3257088"/>
                  </a:lnTo>
                  <a:lnTo>
                    <a:pt x="8562112" y="3131321"/>
                  </a:lnTo>
                  <a:lnTo>
                    <a:pt x="8536241" y="3006618"/>
                  </a:lnTo>
                  <a:lnTo>
                    <a:pt x="8510396" y="2883451"/>
                  </a:lnTo>
                  <a:lnTo>
                    <a:pt x="8484580" y="2762264"/>
                  </a:lnTo>
                  <a:lnTo>
                    <a:pt x="8458792" y="2643473"/>
                  </a:lnTo>
                  <a:lnTo>
                    <a:pt x="8433027" y="2527454"/>
                  </a:lnTo>
                  <a:lnTo>
                    <a:pt x="8407273" y="2414545"/>
                  </a:lnTo>
                  <a:lnTo>
                    <a:pt x="8381513" y="2305040"/>
                  </a:lnTo>
                  <a:lnTo>
                    <a:pt x="8355722" y="2199184"/>
                  </a:lnTo>
                  <a:lnTo>
                    <a:pt x="8329867" y="2097177"/>
                  </a:lnTo>
                  <a:lnTo>
                    <a:pt x="8303907" y="1999171"/>
                  </a:lnTo>
                  <a:lnTo>
                    <a:pt x="8277790" y="1905271"/>
                  </a:lnTo>
                  <a:lnTo>
                    <a:pt x="8251455" y="1815539"/>
                  </a:lnTo>
                  <a:lnTo>
                    <a:pt x="8224828" y="1729993"/>
                  </a:lnTo>
                  <a:lnTo>
                    <a:pt x="8197823" y="1648612"/>
                  </a:lnTo>
                  <a:lnTo>
                    <a:pt x="8170339" y="1571341"/>
                  </a:lnTo>
                  <a:lnTo>
                    <a:pt x="8151487" y="1521539"/>
                  </a:lnTo>
                  <a:lnTo>
                    <a:pt x="8109934" y="1420801"/>
                  </a:lnTo>
                  <a:lnTo>
                    <a:pt x="8066516" y="1328452"/>
                  </a:lnTo>
                  <a:lnTo>
                    <a:pt x="8020729" y="1244223"/>
                  </a:lnTo>
                  <a:lnTo>
                    <a:pt x="7972021" y="1167581"/>
                  </a:lnTo>
                  <a:lnTo>
                    <a:pt x="7919818" y="1097870"/>
                  </a:lnTo>
                  <a:lnTo>
                    <a:pt x="7863551" y="1034408"/>
                  </a:lnTo>
                  <a:lnTo>
                    <a:pt x="7802691" y="976543"/>
                  </a:lnTo>
                  <a:lnTo>
                    <a:pt x="7736792" y="923688"/>
                  </a:lnTo>
                  <a:lnTo>
                    <a:pt x="7665549" y="875348"/>
                  </a:lnTo>
                  <a:lnTo>
                    <a:pt x="7588876" y="831126"/>
                  </a:lnTo>
                  <a:lnTo>
                    <a:pt x="7506990" y="790734"/>
                  </a:lnTo>
                  <a:lnTo>
                    <a:pt x="7420521" y="753993"/>
                  </a:lnTo>
                  <a:lnTo>
                    <a:pt x="7330597" y="720822"/>
                  </a:lnTo>
                  <a:lnTo>
                    <a:pt x="7238916" y="691225"/>
                  </a:lnTo>
                  <a:lnTo>
                    <a:pt x="7147743" y="665262"/>
                  </a:lnTo>
                  <a:lnTo>
                    <a:pt x="7059815" y="643006"/>
                  </a:lnTo>
                  <a:lnTo>
                    <a:pt x="6978124" y="624501"/>
                  </a:lnTo>
                  <a:lnTo>
                    <a:pt x="6905585" y="609702"/>
                  </a:lnTo>
                  <a:lnTo>
                    <a:pt x="6844633" y="598443"/>
                  </a:lnTo>
                  <a:lnTo>
                    <a:pt x="6796834" y="590414"/>
                  </a:lnTo>
                  <a:lnTo>
                    <a:pt x="6762602" y="585164"/>
                  </a:lnTo>
                  <a:lnTo>
                    <a:pt x="6741069" y="582141"/>
                  </a:lnTo>
                  <a:lnTo>
                    <a:pt x="6730134" y="580731"/>
                  </a:lnTo>
                  <a:lnTo>
                    <a:pt x="6726601" y="580311"/>
                  </a:lnTo>
                  <a:lnTo>
                    <a:pt x="6726343" y="580282"/>
                  </a:lnTo>
                  <a:lnTo>
                    <a:pt x="5254955" y="580282"/>
                  </a:lnTo>
                  <a:lnTo>
                    <a:pt x="5253721" y="580268"/>
                  </a:lnTo>
                  <a:lnTo>
                    <a:pt x="5245626" y="580164"/>
                  </a:lnTo>
                  <a:lnTo>
                    <a:pt x="5225270" y="579878"/>
                  </a:lnTo>
                  <a:lnTo>
                    <a:pt x="5189003" y="579316"/>
                  </a:lnTo>
                  <a:lnTo>
                    <a:pt x="5135201" y="578390"/>
                  </a:lnTo>
                  <a:lnTo>
                    <a:pt x="5064388" y="577032"/>
                  </a:lnTo>
                  <a:lnTo>
                    <a:pt x="4979013" y="575198"/>
                  </a:lnTo>
                  <a:lnTo>
                    <a:pt x="4882880" y="572866"/>
                  </a:lnTo>
                  <a:lnTo>
                    <a:pt x="4780392" y="570035"/>
                  </a:lnTo>
                  <a:lnTo>
                    <a:pt x="4675818" y="566715"/>
                  </a:lnTo>
                  <a:lnTo>
                    <a:pt x="4572771" y="562916"/>
                  </a:lnTo>
                  <a:lnTo>
                    <a:pt x="4473938" y="558641"/>
                  </a:lnTo>
                  <a:lnTo>
                    <a:pt x="4381047" y="553879"/>
                  </a:lnTo>
                  <a:lnTo>
                    <a:pt x="4294984" y="548600"/>
                  </a:lnTo>
                  <a:lnTo>
                    <a:pt x="4215968" y="542758"/>
                  </a:lnTo>
                  <a:lnTo>
                    <a:pt x="4143747" y="536286"/>
                  </a:lnTo>
                  <a:lnTo>
                    <a:pt x="4077759" y="529103"/>
                  </a:lnTo>
                  <a:lnTo>
                    <a:pt x="4017260" y="521112"/>
                  </a:lnTo>
                  <a:lnTo>
                    <a:pt x="3961418" y="512211"/>
                  </a:lnTo>
                  <a:lnTo>
                    <a:pt x="3909383" y="502299"/>
                  </a:lnTo>
                  <a:lnTo>
                    <a:pt x="3860343" y="491298"/>
                  </a:lnTo>
                  <a:lnTo>
                    <a:pt x="3829811" y="483569"/>
                  </a:lnTo>
                  <a:lnTo>
                    <a:pt x="3775720" y="468168"/>
                  </a:lnTo>
                  <a:lnTo>
                    <a:pt x="3723367" y="451141"/>
                  </a:lnTo>
                  <a:lnTo>
                    <a:pt x="3672072" y="432467"/>
                  </a:lnTo>
                  <a:lnTo>
                    <a:pt x="3621345" y="412185"/>
                  </a:lnTo>
                  <a:lnTo>
                    <a:pt x="3570847" y="390399"/>
                  </a:lnTo>
                  <a:lnTo>
                    <a:pt x="3520370" y="367289"/>
                  </a:lnTo>
                  <a:lnTo>
                    <a:pt x="3469809" y="343101"/>
                  </a:lnTo>
                  <a:lnTo>
                    <a:pt x="3419140" y="318141"/>
                  </a:lnTo>
                  <a:lnTo>
                    <a:pt x="3368398" y="292763"/>
                  </a:lnTo>
                  <a:lnTo>
                    <a:pt x="3317649" y="267346"/>
                  </a:lnTo>
                  <a:lnTo>
                    <a:pt x="3266961" y="242270"/>
                  </a:lnTo>
                  <a:lnTo>
                    <a:pt x="3216377" y="217896"/>
                  </a:lnTo>
                  <a:lnTo>
                    <a:pt x="3165889" y="194541"/>
                  </a:lnTo>
                  <a:lnTo>
                    <a:pt x="3115409" y="172466"/>
                  </a:lnTo>
                  <a:lnTo>
                    <a:pt x="3064751" y="151863"/>
                  </a:lnTo>
                  <a:lnTo>
                    <a:pt x="3013608" y="132853"/>
                  </a:lnTo>
                  <a:lnTo>
                    <a:pt x="2961522" y="115487"/>
                  </a:lnTo>
                  <a:lnTo>
                    <a:pt x="2907855" y="99755"/>
                  </a:lnTo>
                  <a:lnTo>
                    <a:pt x="2896531" y="96713"/>
                  </a:lnTo>
                  <a:lnTo>
                    <a:pt x="2849038" y="84986"/>
                  </a:lnTo>
                  <a:lnTo>
                    <a:pt x="2799032" y="74374"/>
                  </a:lnTo>
                  <a:lnTo>
                    <a:pt x="2745754" y="64829"/>
                  </a:lnTo>
                  <a:lnTo>
                    <a:pt x="2688370" y="56259"/>
                  </a:lnTo>
                  <a:lnTo>
                    <a:pt x="2626032" y="48564"/>
                  </a:lnTo>
                  <a:lnTo>
                    <a:pt x="2557929" y="41642"/>
                  </a:lnTo>
                  <a:lnTo>
                    <a:pt x="2483368" y="35401"/>
                  </a:lnTo>
                  <a:lnTo>
                    <a:pt x="2401881" y="29763"/>
                  </a:lnTo>
                  <a:lnTo>
                    <a:pt x="2313360" y="24671"/>
                  </a:lnTo>
                  <a:lnTo>
                    <a:pt x="2218238" y="20082"/>
                  </a:lnTo>
                  <a:lnTo>
                    <a:pt x="2117677" y="15975"/>
                  </a:lnTo>
                  <a:lnTo>
                    <a:pt x="2013736" y="12344"/>
                  </a:lnTo>
                  <a:lnTo>
                    <a:pt x="1909442" y="9195"/>
                  </a:lnTo>
                  <a:lnTo>
                    <a:pt x="1808683" y="6538"/>
                  </a:lnTo>
                  <a:lnTo>
                    <a:pt x="1715847" y="4382"/>
                  </a:lnTo>
                  <a:lnTo>
                    <a:pt x="1635217" y="2719"/>
                  </a:lnTo>
                  <a:lnTo>
                    <a:pt x="1570200" y="1520"/>
                  </a:lnTo>
                  <a:lnTo>
                    <a:pt x="1522617" y="731"/>
                  </a:lnTo>
                  <a:lnTo>
                    <a:pt x="1492243" y="276"/>
                  </a:lnTo>
                  <a:lnTo>
                    <a:pt x="1476713" y="65"/>
                  </a:lnTo>
                  <a:lnTo>
                    <a:pt x="1471730" y="3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774" name="pl774"/>
            <p:cNvSpPr/>
            <p:nvPr/>
          </p:nvSpPr>
          <p:spPr>
            <a:xfrm>
              <a:off x="4799595" y="3010077"/>
              <a:ext cx="11981298" cy="6227824"/>
            </a:xfrm>
            <a:custGeom>
              <a:avLst/>
              <a:pathLst>
                <a:path w="11981298" h="6227824">
                  <a:moveTo>
                    <a:pt x="0" y="0"/>
                  </a:moveTo>
                  <a:lnTo>
                    <a:pt x="1471387" y="0"/>
                  </a:lnTo>
                  <a:lnTo>
                    <a:pt x="1472621" y="14"/>
                  </a:lnTo>
                  <a:lnTo>
                    <a:pt x="1480716" y="117"/>
                  </a:lnTo>
                  <a:lnTo>
                    <a:pt x="1501072" y="404"/>
                  </a:lnTo>
                  <a:lnTo>
                    <a:pt x="1537339" y="966"/>
                  </a:lnTo>
                  <a:lnTo>
                    <a:pt x="1591142" y="1892"/>
                  </a:lnTo>
                  <a:lnTo>
                    <a:pt x="1661955" y="3250"/>
                  </a:lnTo>
                  <a:lnTo>
                    <a:pt x="1747329" y="5084"/>
                  </a:lnTo>
                  <a:lnTo>
                    <a:pt x="1843462" y="7416"/>
                  </a:lnTo>
                  <a:lnTo>
                    <a:pt x="1945951" y="10247"/>
                  </a:lnTo>
                  <a:lnTo>
                    <a:pt x="2050524" y="13567"/>
                  </a:lnTo>
                  <a:lnTo>
                    <a:pt x="2153571" y="17366"/>
                  </a:lnTo>
                  <a:lnTo>
                    <a:pt x="2252404" y="21641"/>
                  </a:lnTo>
                  <a:lnTo>
                    <a:pt x="2345295" y="26403"/>
                  </a:lnTo>
                  <a:lnTo>
                    <a:pt x="2431359" y="31682"/>
                  </a:lnTo>
                  <a:lnTo>
                    <a:pt x="2510374" y="37524"/>
                  </a:lnTo>
                  <a:lnTo>
                    <a:pt x="2582595" y="43996"/>
                  </a:lnTo>
                  <a:lnTo>
                    <a:pt x="2648583" y="51179"/>
                  </a:lnTo>
                  <a:lnTo>
                    <a:pt x="2709082" y="59169"/>
                  </a:lnTo>
                  <a:lnTo>
                    <a:pt x="2764924" y="68071"/>
                  </a:lnTo>
                  <a:lnTo>
                    <a:pt x="2816959" y="77983"/>
                  </a:lnTo>
                  <a:lnTo>
                    <a:pt x="2865999" y="88984"/>
                  </a:lnTo>
                  <a:lnTo>
                    <a:pt x="2896531" y="96713"/>
                  </a:lnTo>
                  <a:lnTo>
                    <a:pt x="2950622" y="112114"/>
                  </a:lnTo>
                  <a:lnTo>
                    <a:pt x="3002975" y="129141"/>
                  </a:lnTo>
                  <a:lnTo>
                    <a:pt x="3054270" y="147815"/>
                  </a:lnTo>
                  <a:lnTo>
                    <a:pt x="3104998" y="168097"/>
                  </a:lnTo>
                  <a:lnTo>
                    <a:pt x="3155495" y="189882"/>
                  </a:lnTo>
                  <a:lnTo>
                    <a:pt x="3205972" y="212992"/>
                  </a:lnTo>
                  <a:lnTo>
                    <a:pt x="3256534" y="237181"/>
                  </a:lnTo>
                  <a:lnTo>
                    <a:pt x="3307202" y="262141"/>
                  </a:lnTo>
                  <a:lnTo>
                    <a:pt x="3357944" y="287519"/>
                  </a:lnTo>
                  <a:lnTo>
                    <a:pt x="3408693" y="312936"/>
                  </a:lnTo>
                  <a:lnTo>
                    <a:pt x="3459381" y="338012"/>
                  </a:lnTo>
                  <a:lnTo>
                    <a:pt x="3509965" y="362386"/>
                  </a:lnTo>
                  <a:lnTo>
                    <a:pt x="3560454" y="385741"/>
                  </a:lnTo>
                  <a:lnTo>
                    <a:pt x="3610934" y="407816"/>
                  </a:lnTo>
                  <a:lnTo>
                    <a:pt x="3661591" y="428419"/>
                  </a:lnTo>
                  <a:lnTo>
                    <a:pt x="3712734" y="447429"/>
                  </a:lnTo>
                  <a:lnTo>
                    <a:pt x="3764820" y="464795"/>
                  </a:lnTo>
                  <a:lnTo>
                    <a:pt x="3818487" y="480527"/>
                  </a:lnTo>
                  <a:lnTo>
                    <a:pt x="3829811" y="483569"/>
                  </a:lnTo>
                  <a:lnTo>
                    <a:pt x="3877304" y="495296"/>
                  </a:lnTo>
                  <a:lnTo>
                    <a:pt x="3927310" y="505908"/>
                  </a:lnTo>
                  <a:lnTo>
                    <a:pt x="3980588" y="515453"/>
                  </a:lnTo>
                  <a:lnTo>
                    <a:pt x="4037972" y="524022"/>
                  </a:lnTo>
                  <a:lnTo>
                    <a:pt x="4100310" y="531717"/>
                  </a:lnTo>
                  <a:lnTo>
                    <a:pt x="4168414" y="538640"/>
                  </a:lnTo>
                  <a:lnTo>
                    <a:pt x="4242974" y="544881"/>
                  </a:lnTo>
                  <a:lnTo>
                    <a:pt x="4324461" y="550519"/>
                  </a:lnTo>
                  <a:lnTo>
                    <a:pt x="4412982" y="555611"/>
                  </a:lnTo>
                  <a:lnTo>
                    <a:pt x="4508104" y="560200"/>
                  </a:lnTo>
                  <a:lnTo>
                    <a:pt x="4608665" y="564307"/>
                  </a:lnTo>
                  <a:lnTo>
                    <a:pt x="4712606" y="567938"/>
                  </a:lnTo>
                  <a:lnTo>
                    <a:pt x="4816900" y="571087"/>
                  </a:lnTo>
                  <a:lnTo>
                    <a:pt x="4917659" y="573743"/>
                  </a:lnTo>
                  <a:lnTo>
                    <a:pt x="5010495" y="575899"/>
                  </a:lnTo>
                  <a:lnTo>
                    <a:pt x="5091125" y="577563"/>
                  </a:lnTo>
                  <a:lnTo>
                    <a:pt x="5156142" y="578762"/>
                  </a:lnTo>
                  <a:lnTo>
                    <a:pt x="5203725" y="579551"/>
                  </a:lnTo>
                  <a:lnTo>
                    <a:pt x="5234100" y="580006"/>
                  </a:lnTo>
                  <a:lnTo>
                    <a:pt x="5249629" y="580217"/>
                  </a:lnTo>
                  <a:lnTo>
                    <a:pt x="5254612" y="580278"/>
                  </a:lnTo>
                  <a:lnTo>
                    <a:pt x="5254955" y="580282"/>
                  </a:lnTo>
                  <a:lnTo>
                    <a:pt x="6726343" y="580282"/>
                  </a:lnTo>
                  <a:lnTo>
                    <a:pt x="6727182" y="580378"/>
                  </a:lnTo>
                  <a:lnTo>
                    <a:pt x="6732733" y="581055"/>
                  </a:lnTo>
                  <a:lnTo>
                    <a:pt x="6746847" y="582926"/>
                  </a:lnTo>
                  <a:lnTo>
                    <a:pt x="6772377" y="586614"/>
                  </a:lnTo>
                  <a:lnTo>
                    <a:pt x="6811032" y="592720"/>
                  </a:lnTo>
                  <a:lnTo>
                    <a:pt x="6863257" y="601767"/>
                  </a:lnTo>
                  <a:lnTo>
                    <a:pt x="6928238" y="614161"/>
                  </a:lnTo>
                  <a:lnTo>
                    <a:pt x="7004083" y="630166"/>
                  </a:lnTo>
                  <a:lnTo>
                    <a:pt x="7088155" y="649904"/>
                  </a:lnTo>
                  <a:lnTo>
                    <a:pt x="7177472" y="673384"/>
                  </a:lnTo>
                  <a:lnTo>
                    <a:pt x="7269095" y="700549"/>
                  </a:lnTo>
                  <a:lnTo>
                    <a:pt x="7360422" y="731325"/>
                  </a:lnTo>
                  <a:lnTo>
                    <a:pt x="7449369" y="765665"/>
                  </a:lnTo>
                  <a:lnTo>
                    <a:pt x="7534431" y="803592"/>
                  </a:lnTo>
                  <a:lnTo>
                    <a:pt x="7614652" y="845216"/>
                  </a:lnTo>
                  <a:lnTo>
                    <a:pt x="7689549" y="890754"/>
                  </a:lnTo>
                  <a:lnTo>
                    <a:pt x="7759015" y="940528"/>
                  </a:lnTo>
                  <a:lnTo>
                    <a:pt x="7823217" y="994969"/>
                  </a:lnTo>
                  <a:lnTo>
                    <a:pt x="7882514" y="1054605"/>
                  </a:lnTo>
                  <a:lnTo>
                    <a:pt x="7937385" y="1120044"/>
                  </a:lnTo>
                  <a:lnTo>
                    <a:pt x="7988376" y="1191956"/>
                  </a:lnTo>
                  <a:lnTo>
                    <a:pt x="8036062" y="1271022"/>
                  </a:lnTo>
                  <a:lnTo>
                    <a:pt x="8081012" y="1357869"/>
                  </a:lnTo>
                  <a:lnTo>
                    <a:pt x="8123766" y="1452962"/>
                  </a:lnTo>
                  <a:lnTo>
                    <a:pt x="8151487" y="1521539"/>
                  </a:lnTo>
                  <a:lnTo>
                    <a:pt x="8179360" y="1596090"/>
                  </a:lnTo>
                  <a:lnTo>
                    <a:pt x="8206676" y="1674693"/>
                  </a:lnTo>
                  <a:lnTo>
                    <a:pt x="8233547" y="1757427"/>
                  </a:lnTo>
                  <a:lnTo>
                    <a:pt x="8260070" y="1844338"/>
                  </a:lnTo>
                  <a:lnTo>
                    <a:pt x="8286326" y="1935433"/>
                  </a:lnTo>
                  <a:lnTo>
                    <a:pt x="8312386" y="2030681"/>
                  </a:lnTo>
                  <a:lnTo>
                    <a:pt x="8338307" y="2130005"/>
                  </a:lnTo>
                  <a:lnTo>
                    <a:pt x="8364137" y="2233286"/>
                  </a:lnTo>
                  <a:lnTo>
                    <a:pt x="8389915" y="2340356"/>
                  </a:lnTo>
                  <a:lnTo>
                    <a:pt x="8415670" y="2451000"/>
                  </a:lnTo>
                  <a:lnTo>
                    <a:pt x="8441426" y="2564957"/>
                  </a:lnTo>
                  <a:lnTo>
                    <a:pt x="8467198" y="2681919"/>
                  </a:lnTo>
                  <a:lnTo>
                    <a:pt x="8492995" y="2801536"/>
                  </a:lnTo>
                  <a:lnTo>
                    <a:pt x="8518820" y="2923415"/>
                  </a:lnTo>
                  <a:lnTo>
                    <a:pt x="8544674" y="3047133"/>
                  </a:lnTo>
                  <a:lnTo>
                    <a:pt x="8570552" y="3172236"/>
                  </a:lnTo>
                  <a:lnTo>
                    <a:pt x="8596447" y="3298246"/>
                  </a:lnTo>
                  <a:lnTo>
                    <a:pt x="8622350" y="3424673"/>
                  </a:lnTo>
                  <a:lnTo>
                    <a:pt x="8648251" y="3551018"/>
                  </a:lnTo>
                  <a:lnTo>
                    <a:pt x="8674141" y="3676786"/>
                  </a:lnTo>
                  <a:lnTo>
                    <a:pt x="8700012" y="3801488"/>
                  </a:lnTo>
                  <a:lnTo>
                    <a:pt x="8725857" y="3924655"/>
                  </a:lnTo>
                  <a:lnTo>
                    <a:pt x="8751673" y="4045842"/>
                  </a:lnTo>
                  <a:lnTo>
                    <a:pt x="8777461" y="4164634"/>
                  </a:lnTo>
                  <a:lnTo>
                    <a:pt x="8803226" y="4280653"/>
                  </a:lnTo>
                  <a:lnTo>
                    <a:pt x="8828980" y="4393561"/>
                  </a:lnTo>
                  <a:lnTo>
                    <a:pt x="8854740" y="4503067"/>
                  </a:lnTo>
                  <a:lnTo>
                    <a:pt x="8880531" y="4608922"/>
                  </a:lnTo>
                  <a:lnTo>
                    <a:pt x="8906386" y="4710929"/>
                  </a:lnTo>
                  <a:lnTo>
                    <a:pt x="8932347" y="4808936"/>
                  </a:lnTo>
                  <a:lnTo>
                    <a:pt x="8958463" y="4902835"/>
                  </a:lnTo>
                  <a:lnTo>
                    <a:pt x="8984799" y="4992568"/>
                  </a:lnTo>
                  <a:lnTo>
                    <a:pt x="9011425" y="5078114"/>
                  </a:lnTo>
                  <a:lnTo>
                    <a:pt x="9038430" y="5159494"/>
                  </a:lnTo>
                  <a:lnTo>
                    <a:pt x="9065915" y="5236766"/>
                  </a:lnTo>
                  <a:lnTo>
                    <a:pt x="9084767" y="5286567"/>
                  </a:lnTo>
                  <a:lnTo>
                    <a:pt x="9126319" y="5387305"/>
                  </a:lnTo>
                  <a:lnTo>
                    <a:pt x="9169737" y="5479654"/>
                  </a:lnTo>
                  <a:lnTo>
                    <a:pt x="9215525" y="5563883"/>
                  </a:lnTo>
                  <a:lnTo>
                    <a:pt x="9264232" y="5640526"/>
                  </a:lnTo>
                  <a:lnTo>
                    <a:pt x="9316435" y="5710237"/>
                  </a:lnTo>
                  <a:lnTo>
                    <a:pt x="9372702" y="5773698"/>
                  </a:lnTo>
                  <a:lnTo>
                    <a:pt x="9433562" y="5831564"/>
                  </a:lnTo>
                  <a:lnTo>
                    <a:pt x="9499461" y="5884418"/>
                  </a:lnTo>
                  <a:lnTo>
                    <a:pt x="9570704" y="5932759"/>
                  </a:lnTo>
                  <a:lnTo>
                    <a:pt x="9647378" y="5976981"/>
                  </a:lnTo>
                  <a:lnTo>
                    <a:pt x="9729263" y="6017372"/>
                  </a:lnTo>
                  <a:lnTo>
                    <a:pt x="9815732" y="6054113"/>
                  </a:lnTo>
                  <a:lnTo>
                    <a:pt x="9905656" y="6087284"/>
                  </a:lnTo>
                  <a:lnTo>
                    <a:pt x="9997337" y="6116881"/>
                  </a:lnTo>
                  <a:lnTo>
                    <a:pt x="10088511" y="6142845"/>
                  </a:lnTo>
                  <a:lnTo>
                    <a:pt x="10176439" y="6165100"/>
                  </a:lnTo>
                  <a:lnTo>
                    <a:pt x="10258129" y="6183606"/>
                  </a:lnTo>
                  <a:lnTo>
                    <a:pt x="10330668" y="6198405"/>
                  </a:lnTo>
                  <a:lnTo>
                    <a:pt x="10391620" y="6209663"/>
                  </a:lnTo>
                  <a:lnTo>
                    <a:pt x="10439419" y="6217693"/>
                  </a:lnTo>
                  <a:lnTo>
                    <a:pt x="10473651" y="6222942"/>
                  </a:lnTo>
                  <a:lnTo>
                    <a:pt x="10495184" y="6225965"/>
                  </a:lnTo>
                  <a:lnTo>
                    <a:pt x="10506119" y="6227375"/>
                  </a:lnTo>
                  <a:lnTo>
                    <a:pt x="10509652" y="6227796"/>
                  </a:lnTo>
                  <a:lnTo>
                    <a:pt x="10509911" y="6227824"/>
                  </a:lnTo>
                  <a:lnTo>
                    <a:pt x="11981298" y="622782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75" name="pl775"/>
            <p:cNvSpPr/>
            <p:nvPr/>
          </p:nvSpPr>
          <p:spPr>
            <a:xfrm>
              <a:off x="4799595" y="3001904"/>
              <a:ext cx="11981298" cy="6227824"/>
            </a:xfrm>
            <a:custGeom>
              <a:avLst/>
              <a:pathLst>
                <a:path w="11981298" h="6227824">
                  <a:moveTo>
                    <a:pt x="11981298" y="6227824"/>
                  </a:moveTo>
                  <a:lnTo>
                    <a:pt x="10509911" y="6227824"/>
                  </a:lnTo>
                  <a:lnTo>
                    <a:pt x="10509071" y="6227729"/>
                  </a:lnTo>
                  <a:lnTo>
                    <a:pt x="10503520" y="6227052"/>
                  </a:lnTo>
                  <a:lnTo>
                    <a:pt x="10489407" y="6225181"/>
                  </a:lnTo>
                  <a:lnTo>
                    <a:pt x="10463877" y="6221492"/>
                  </a:lnTo>
                  <a:lnTo>
                    <a:pt x="10425221" y="6215387"/>
                  </a:lnTo>
                  <a:lnTo>
                    <a:pt x="10372996" y="6206340"/>
                  </a:lnTo>
                  <a:lnTo>
                    <a:pt x="10308016" y="6193946"/>
                  </a:lnTo>
                  <a:lnTo>
                    <a:pt x="10232170" y="6177941"/>
                  </a:lnTo>
                  <a:lnTo>
                    <a:pt x="10148098" y="6158203"/>
                  </a:lnTo>
                  <a:lnTo>
                    <a:pt x="10058781" y="6134723"/>
                  </a:lnTo>
                  <a:lnTo>
                    <a:pt x="9967159" y="6107557"/>
                  </a:lnTo>
                  <a:lnTo>
                    <a:pt x="9875832" y="6076782"/>
                  </a:lnTo>
                  <a:lnTo>
                    <a:pt x="9786884" y="6042441"/>
                  </a:lnTo>
                  <a:lnTo>
                    <a:pt x="9701822" y="6004515"/>
                  </a:lnTo>
                  <a:lnTo>
                    <a:pt x="9621601" y="5962890"/>
                  </a:lnTo>
                  <a:lnTo>
                    <a:pt x="9546704" y="5917353"/>
                  </a:lnTo>
                  <a:lnTo>
                    <a:pt x="9477239" y="5867578"/>
                  </a:lnTo>
                  <a:lnTo>
                    <a:pt x="9413036" y="5813137"/>
                  </a:lnTo>
                  <a:lnTo>
                    <a:pt x="9353739" y="5753502"/>
                  </a:lnTo>
                  <a:lnTo>
                    <a:pt x="9298868" y="5688062"/>
                  </a:lnTo>
                  <a:lnTo>
                    <a:pt x="9247877" y="5616150"/>
                  </a:lnTo>
                  <a:lnTo>
                    <a:pt x="9200191" y="5537084"/>
                  </a:lnTo>
                  <a:lnTo>
                    <a:pt x="9155241" y="5450237"/>
                  </a:lnTo>
                  <a:lnTo>
                    <a:pt x="9112488" y="5355145"/>
                  </a:lnTo>
                  <a:lnTo>
                    <a:pt x="9084767" y="5286567"/>
                  </a:lnTo>
                  <a:lnTo>
                    <a:pt x="9056893" y="5212017"/>
                  </a:lnTo>
                  <a:lnTo>
                    <a:pt x="9029577" y="5133414"/>
                  </a:lnTo>
                  <a:lnTo>
                    <a:pt x="9002706" y="5050680"/>
                  </a:lnTo>
                  <a:lnTo>
                    <a:pt x="8976183" y="4963769"/>
                  </a:lnTo>
                  <a:lnTo>
                    <a:pt x="8949927" y="4872674"/>
                  </a:lnTo>
                  <a:lnTo>
                    <a:pt x="8923867" y="4777426"/>
                  </a:lnTo>
                  <a:lnTo>
                    <a:pt x="8897946" y="4678102"/>
                  </a:lnTo>
                  <a:lnTo>
                    <a:pt x="8872116" y="4574821"/>
                  </a:lnTo>
                  <a:lnTo>
                    <a:pt x="8846339" y="4467751"/>
                  </a:lnTo>
                  <a:lnTo>
                    <a:pt x="8820583" y="4357106"/>
                  </a:lnTo>
                  <a:lnTo>
                    <a:pt x="8794827" y="4243149"/>
                  </a:lnTo>
                  <a:lnTo>
                    <a:pt x="8769055" y="4126187"/>
                  </a:lnTo>
                  <a:lnTo>
                    <a:pt x="8743259" y="4006571"/>
                  </a:lnTo>
                  <a:lnTo>
                    <a:pt x="8717433" y="3884691"/>
                  </a:lnTo>
                  <a:lnTo>
                    <a:pt x="8691579" y="3760973"/>
                  </a:lnTo>
                  <a:lnTo>
                    <a:pt x="8665701" y="3635871"/>
                  </a:lnTo>
                  <a:lnTo>
                    <a:pt x="8639806" y="3509861"/>
                  </a:lnTo>
                  <a:lnTo>
                    <a:pt x="8613903" y="3383434"/>
                  </a:lnTo>
                  <a:lnTo>
                    <a:pt x="8588002" y="3257088"/>
                  </a:lnTo>
                  <a:lnTo>
                    <a:pt x="8562112" y="3131321"/>
                  </a:lnTo>
                  <a:lnTo>
                    <a:pt x="8536241" y="3006618"/>
                  </a:lnTo>
                  <a:lnTo>
                    <a:pt x="8510396" y="2883451"/>
                  </a:lnTo>
                  <a:lnTo>
                    <a:pt x="8484580" y="2762264"/>
                  </a:lnTo>
                  <a:lnTo>
                    <a:pt x="8458792" y="2643473"/>
                  </a:lnTo>
                  <a:lnTo>
                    <a:pt x="8433027" y="2527454"/>
                  </a:lnTo>
                  <a:lnTo>
                    <a:pt x="8407273" y="2414545"/>
                  </a:lnTo>
                  <a:lnTo>
                    <a:pt x="8381513" y="2305040"/>
                  </a:lnTo>
                  <a:lnTo>
                    <a:pt x="8355722" y="2199184"/>
                  </a:lnTo>
                  <a:lnTo>
                    <a:pt x="8329867" y="2097177"/>
                  </a:lnTo>
                  <a:lnTo>
                    <a:pt x="8303907" y="1999171"/>
                  </a:lnTo>
                  <a:lnTo>
                    <a:pt x="8277790" y="1905271"/>
                  </a:lnTo>
                  <a:lnTo>
                    <a:pt x="8251455" y="1815539"/>
                  </a:lnTo>
                  <a:lnTo>
                    <a:pt x="8224828" y="1729993"/>
                  </a:lnTo>
                  <a:lnTo>
                    <a:pt x="8197823" y="1648612"/>
                  </a:lnTo>
                  <a:lnTo>
                    <a:pt x="8170339" y="1571341"/>
                  </a:lnTo>
                  <a:lnTo>
                    <a:pt x="8151487" y="1521539"/>
                  </a:lnTo>
                  <a:lnTo>
                    <a:pt x="8109934" y="1420801"/>
                  </a:lnTo>
                  <a:lnTo>
                    <a:pt x="8066516" y="1328452"/>
                  </a:lnTo>
                  <a:lnTo>
                    <a:pt x="8020729" y="1244223"/>
                  </a:lnTo>
                  <a:lnTo>
                    <a:pt x="7972021" y="1167581"/>
                  </a:lnTo>
                  <a:lnTo>
                    <a:pt x="7919818" y="1097870"/>
                  </a:lnTo>
                  <a:lnTo>
                    <a:pt x="7863551" y="1034408"/>
                  </a:lnTo>
                  <a:lnTo>
                    <a:pt x="7802691" y="976543"/>
                  </a:lnTo>
                  <a:lnTo>
                    <a:pt x="7736792" y="923688"/>
                  </a:lnTo>
                  <a:lnTo>
                    <a:pt x="7665549" y="875348"/>
                  </a:lnTo>
                  <a:lnTo>
                    <a:pt x="7588876" y="831126"/>
                  </a:lnTo>
                  <a:lnTo>
                    <a:pt x="7506990" y="790734"/>
                  </a:lnTo>
                  <a:lnTo>
                    <a:pt x="7420521" y="753993"/>
                  </a:lnTo>
                  <a:lnTo>
                    <a:pt x="7330597" y="720822"/>
                  </a:lnTo>
                  <a:lnTo>
                    <a:pt x="7238916" y="691225"/>
                  </a:lnTo>
                  <a:lnTo>
                    <a:pt x="7147743" y="665262"/>
                  </a:lnTo>
                  <a:lnTo>
                    <a:pt x="7059815" y="643006"/>
                  </a:lnTo>
                  <a:lnTo>
                    <a:pt x="6978124" y="624501"/>
                  </a:lnTo>
                  <a:lnTo>
                    <a:pt x="6905585" y="609702"/>
                  </a:lnTo>
                  <a:lnTo>
                    <a:pt x="6844633" y="598443"/>
                  </a:lnTo>
                  <a:lnTo>
                    <a:pt x="6796834" y="590414"/>
                  </a:lnTo>
                  <a:lnTo>
                    <a:pt x="6762602" y="585164"/>
                  </a:lnTo>
                  <a:lnTo>
                    <a:pt x="6741069" y="582141"/>
                  </a:lnTo>
                  <a:lnTo>
                    <a:pt x="6730134" y="580731"/>
                  </a:lnTo>
                  <a:lnTo>
                    <a:pt x="6726601" y="580311"/>
                  </a:lnTo>
                  <a:lnTo>
                    <a:pt x="6726343" y="580282"/>
                  </a:lnTo>
                  <a:lnTo>
                    <a:pt x="5254955" y="580282"/>
                  </a:lnTo>
                  <a:lnTo>
                    <a:pt x="5253721" y="580268"/>
                  </a:lnTo>
                  <a:lnTo>
                    <a:pt x="5245626" y="580164"/>
                  </a:lnTo>
                  <a:lnTo>
                    <a:pt x="5225270" y="579878"/>
                  </a:lnTo>
                  <a:lnTo>
                    <a:pt x="5189003" y="579316"/>
                  </a:lnTo>
                  <a:lnTo>
                    <a:pt x="5135201" y="578390"/>
                  </a:lnTo>
                  <a:lnTo>
                    <a:pt x="5064388" y="577032"/>
                  </a:lnTo>
                  <a:lnTo>
                    <a:pt x="4979013" y="575198"/>
                  </a:lnTo>
                  <a:lnTo>
                    <a:pt x="4882880" y="572866"/>
                  </a:lnTo>
                  <a:lnTo>
                    <a:pt x="4780392" y="570035"/>
                  </a:lnTo>
                  <a:lnTo>
                    <a:pt x="4675818" y="566715"/>
                  </a:lnTo>
                  <a:lnTo>
                    <a:pt x="4572771" y="562916"/>
                  </a:lnTo>
                  <a:lnTo>
                    <a:pt x="4473938" y="558641"/>
                  </a:lnTo>
                  <a:lnTo>
                    <a:pt x="4381047" y="553879"/>
                  </a:lnTo>
                  <a:lnTo>
                    <a:pt x="4294984" y="548600"/>
                  </a:lnTo>
                  <a:lnTo>
                    <a:pt x="4215968" y="542758"/>
                  </a:lnTo>
                  <a:lnTo>
                    <a:pt x="4143747" y="536286"/>
                  </a:lnTo>
                  <a:lnTo>
                    <a:pt x="4077759" y="529103"/>
                  </a:lnTo>
                  <a:lnTo>
                    <a:pt x="4017260" y="521112"/>
                  </a:lnTo>
                  <a:lnTo>
                    <a:pt x="3961418" y="512211"/>
                  </a:lnTo>
                  <a:lnTo>
                    <a:pt x="3909383" y="502299"/>
                  </a:lnTo>
                  <a:lnTo>
                    <a:pt x="3860343" y="491298"/>
                  </a:lnTo>
                  <a:lnTo>
                    <a:pt x="3829811" y="483569"/>
                  </a:lnTo>
                  <a:lnTo>
                    <a:pt x="3775720" y="468168"/>
                  </a:lnTo>
                  <a:lnTo>
                    <a:pt x="3723367" y="451141"/>
                  </a:lnTo>
                  <a:lnTo>
                    <a:pt x="3672072" y="432467"/>
                  </a:lnTo>
                  <a:lnTo>
                    <a:pt x="3621345" y="412185"/>
                  </a:lnTo>
                  <a:lnTo>
                    <a:pt x="3570847" y="390399"/>
                  </a:lnTo>
                  <a:lnTo>
                    <a:pt x="3520370" y="367289"/>
                  </a:lnTo>
                  <a:lnTo>
                    <a:pt x="3469809" y="343101"/>
                  </a:lnTo>
                  <a:lnTo>
                    <a:pt x="3419140" y="318141"/>
                  </a:lnTo>
                  <a:lnTo>
                    <a:pt x="3368398" y="292763"/>
                  </a:lnTo>
                  <a:lnTo>
                    <a:pt x="3317649" y="267346"/>
                  </a:lnTo>
                  <a:lnTo>
                    <a:pt x="3266961" y="242270"/>
                  </a:lnTo>
                  <a:lnTo>
                    <a:pt x="3216377" y="217896"/>
                  </a:lnTo>
                  <a:lnTo>
                    <a:pt x="3165889" y="194541"/>
                  </a:lnTo>
                  <a:lnTo>
                    <a:pt x="3115409" y="172466"/>
                  </a:lnTo>
                  <a:lnTo>
                    <a:pt x="3064751" y="151863"/>
                  </a:lnTo>
                  <a:lnTo>
                    <a:pt x="3013608" y="132853"/>
                  </a:lnTo>
                  <a:lnTo>
                    <a:pt x="2961522" y="115487"/>
                  </a:lnTo>
                  <a:lnTo>
                    <a:pt x="2907855" y="99755"/>
                  </a:lnTo>
                  <a:lnTo>
                    <a:pt x="2896531" y="96713"/>
                  </a:lnTo>
                  <a:lnTo>
                    <a:pt x="2849038" y="84986"/>
                  </a:lnTo>
                  <a:lnTo>
                    <a:pt x="2799032" y="74374"/>
                  </a:lnTo>
                  <a:lnTo>
                    <a:pt x="2745754" y="64829"/>
                  </a:lnTo>
                  <a:lnTo>
                    <a:pt x="2688370" y="56259"/>
                  </a:lnTo>
                  <a:lnTo>
                    <a:pt x="2626032" y="48564"/>
                  </a:lnTo>
                  <a:lnTo>
                    <a:pt x="2557929" y="41642"/>
                  </a:lnTo>
                  <a:lnTo>
                    <a:pt x="2483368" y="35401"/>
                  </a:lnTo>
                  <a:lnTo>
                    <a:pt x="2401881" y="29763"/>
                  </a:lnTo>
                  <a:lnTo>
                    <a:pt x="2313360" y="24671"/>
                  </a:lnTo>
                  <a:lnTo>
                    <a:pt x="2218238" y="20082"/>
                  </a:lnTo>
                  <a:lnTo>
                    <a:pt x="2117677" y="15975"/>
                  </a:lnTo>
                  <a:lnTo>
                    <a:pt x="2013736" y="12344"/>
                  </a:lnTo>
                  <a:lnTo>
                    <a:pt x="1909442" y="9195"/>
                  </a:lnTo>
                  <a:lnTo>
                    <a:pt x="1808683" y="6538"/>
                  </a:lnTo>
                  <a:lnTo>
                    <a:pt x="1715847" y="4382"/>
                  </a:lnTo>
                  <a:lnTo>
                    <a:pt x="1635217" y="2719"/>
                  </a:lnTo>
                  <a:lnTo>
                    <a:pt x="1570200" y="1520"/>
                  </a:lnTo>
                  <a:lnTo>
                    <a:pt x="1522617" y="731"/>
                  </a:lnTo>
                  <a:lnTo>
                    <a:pt x="1492243" y="276"/>
                  </a:lnTo>
                  <a:lnTo>
                    <a:pt x="1476713" y="65"/>
                  </a:lnTo>
                  <a:lnTo>
                    <a:pt x="1471730" y="3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76" name="pg776"/>
            <p:cNvSpPr/>
            <p:nvPr/>
          </p:nvSpPr>
          <p:spPr>
            <a:xfrm>
              <a:off x="4799595" y="3010077"/>
              <a:ext cx="11981298" cy="7649926"/>
            </a:xfrm>
            <a:custGeom>
              <a:avLst/>
              <a:pathLst>
                <a:path w="11981298" h="7649926">
                  <a:moveTo>
                    <a:pt x="0" y="8172"/>
                  </a:moveTo>
                  <a:lnTo>
                    <a:pt x="1471387" y="8172"/>
                  </a:lnTo>
                  <a:lnTo>
                    <a:pt x="1472620" y="8188"/>
                  </a:lnTo>
                  <a:lnTo>
                    <a:pt x="1480711" y="8299"/>
                  </a:lnTo>
                  <a:lnTo>
                    <a:pt x="1501058" y="8605"/>
                  </a:lnTo>
                  <a:lnTo>
                    <a:pt x="1537309" y="9207"/>
                  </a:lnTo>
                  <a:lnTo>
                    <a:pt x="1591089" y="10197"/>
                  </a:lnTo>
                  <a:lnTo>
                    <a:pt x="1661876" y="11650"/>
                  </a:lnTo>
                  <a:lnTo>
                    <a:pt x="1747223" y="13612"/>
                  </a:lnTo>
                  <a:lnTo>
                    <a:pt x="1843328" y="16108"/>
                  </a:lnTo>
                  <a:lnTo>
                    <a:pt x="1945794" y="19137"/>
                  </a:lnTo>
                  <a:lnTo>
                    <a:pt x="2050350" y="22689"/>
                  </a:lnTo>
                  <a:lnTo>
                    <a:pt x="2153385" y="26754"/>
                  </a:lnTo>
                  <a:lnTo>
                    <a:pt x="2252212" y="31328"/>
                  </a:lnTo>
                  <a:lnTo>
                    <a:pt x="2345100" y="36424"/>
                  </a:lnTo>
                  <a:lnTo>
                    <a:pt x="2431166" y="42072"/>
                  </a:lnTo>
                  <a:lnTo>
                    <a:pt x="2510185" y="48323"/>
                  </a:lnTo>
                  <a:lnTo>
                    <a:pt x="2582411" y="55248"/>
                  </a:lnTo>
                  <a:lnTo>
                    <a:pt x="2648404" y="62933"/>
                  </a:lnTo>
                  <a:lnTo>
                    <a:pt x="2708908" y="71482"/>
                  </a:lnTo>
                  <a:lnTo>
                    <a:pt x="2764754" y="81006"/>
                  </a:lnTo>
                  <a:lnTo>
                    <a:pt x="2816791" y="91610"/>
                  </a:lnTo>
                  <a:lnTo>
                    <a:pt x="2865831" y="103380"/>
                  </a:lnTo>
                  <a:lnTo>
                    <a:pt x="2896531" y="111697"/>
                  </a:lnTo>
                  <a:lnTo>
                    <a:pt x="2950342" y="128091"/>
                  </a:lnTo>
                  <a:lnTo>
                    <a:pt x="3002429" y="146207"/>
                  </a:lnTo>
                  <a:lnTo>
                    <a:pt x="3053464" y="166067"/>
                  </a:lnTo>
                  <a:lnTo>
                    <a:pt x="3103931" y="187633"/>
                  </a:lnTo>
                  <a:lnTo>
                    <a:pt x="3154164" y="210793"/>
                  </a:lnTo>
                  <a:lnTo>
                    <a:pt x="3204374" y="235363"/>
                  </a:lnTo>
                  <a:lnTo>
                    <a:pt x="3254665" y="261084"/>
                  </a:lnTo>
                  <a:lnTo>
                    <a:pt x="3305062" y="287635"/>
                  </a:lnTo>
                  <a:lnTo>
                    <a:pt x="3355534" y="314646"/>
                  </a:lnTo>
                  <a:lnTo>
                    <a:pt x="3406017" y="341718"/>
                  </a:lnTo>
                  <a:lnTo>
                    <a:pt x="3456443" y="368448"/>
                  </a:lnTo>
                  <a:lnTo>
                    <a:pt x="3506766" y="394457"/>
                  </a:lnTo>
                  <a:lnTo>
                    <a:pt x="3556993" y="419405"/>
                  </a:lnTo>
                  <a:lnTo>
                    <a:pt x="3607203" y="443015"/>
                  </a:lnTo>
                  <a:lnTo>
                    <a:pt x="3657570" y="465078"/>
                  </a:lnTo>
                  <a:lnTo>
                    <a:pt x="3708389" y="485462"/>
                  </a:lnTo>
                  <a:lnTo>
                    <a:pt x="3760096" y="504106"/>
                  </a:lnTo>
                  <a:lnTo>
                    <a:pt x="3813302" y="521015"/>
                  </a:lnTo>
                  <a:lnTo>
                    <a:pt x="3829811" y="525796"/>
                  </a:lnTo>
                  <a:lnTo>
                    <a:pt x="3877296" y="538347"/>
                  </a:lnTo>
                  <a:lnTo>
                    <a:pt x="3927293" y="549704"/>
                  </a:lnTo>
                  <a:lnTo>
                    <a:pt x="3980561" y="559921"/>
                  </a:lnTo>
                  <a:lnTo>
                    <a:pt x="4037932" y="569093"/>
                  </a:lnTo>
                  <a:lnTo>
                    <a:pt x="4100256" y="577329"/>
                  </a:lnTo>
                  <a:lnTo>
                    <a:pt x="4168342" y="584738"/>
                  </a:lnTo>
                  <a:lnTo>
                    <a:pt x="4242883" y="591419"/>
                  </a:lnTo>
                  <a:lnTo>
                    <a:pt x="4324347" y="597453"/>
                  </a:lnTo>
                  <a:lnTo>
                    <a:pt x="4412844" y="602904"/>
                  </a:lnTo>
                  <a:lnTo>
                    <a:pt x="4507940" y="607816"/>
                  </a:lnTo>
                  <a:lnTo>
                    <a:pt x="4608476" y="612212"/>
                  </a:lnTo>
                  <a:lnTo>
                    <a:pt x="4712396" y="616099"/>
                  </a:lnTo>
                  <a:lnTo>
                    <a:pt x="4816675" y="619471"/>
                  </a:lnTo>
                  <a:lnTo>
                    <a:pt x="4917431" y="622315"/>
                  </a:lnTo>
                  <a:lnTo>
                    <a:pt x="5010276" y="624624"/>
                  </a:lnTo>
                  <a:lnTo>
                    <a:pt x="5090929" y="626405"/>
                  </a:lnTo>
                  <a:lnTo>
                    <a:pt x="5155982" y="627690"/>
                  </a:lnTo>
                  <a:lnTo>
                    <a:pt x="5203609" y="628535"/>
                  </a:lnTo>
                  <a:lnTo>
                    <a:pt x="5234028" y="629023"/>
                  </a:lnTo>
                  <a:lnTo>
                    <a:pt x="5249598" y="629250"/>
                  </a:lnTo>
                  <a:lnTo>
                    <a:pt x="5254607" y="629316"/>
                  </a:lnTo>
                  <a:lnTo>
                    <a:pt x="5254955" y="629320"/>
                  </a:lnTo>
                  <a:lnTo>
                    <a:pt x="6726343" y="629320"/>
                  </a:lnTo>
                  <a:lnTo>
                    <a:pt x="6727095" y="629426"/>
                  </a:lnTo>
                  <a:lnTo>
                    <a:pt x="6732086" y="630179"/>
                  </a:lnTo>
                  <a:lnTo>
                    <a:pt x="6744807" y="632259"/>
                  </a:lnTo>
                  <a:lnTo>
                    <a:pt x="6767903" y="636360"/>
                  </a:lnTo>
                  <a:lnTo>
                    <a:pt x="6803042" y="643158"/>
                  </a:lnTo>
                  <a:lnTo>
                    <a:pt x="6850809" y="653252"/>
                  </a:lnTo>
                  <a:lnTo>
                    <a:pt x="6910689" y="667126"/>
                  </a:lnTo>
                  <a:lnTo>
                    <a:pt x="6981192" y="685109"/>
                  </a:lnTo>
                  <a:lnTo>
                    <a:pt x="7060099" y="707379"/>
                  </a:lnTo>
                  <a:lnTo>
                    <a:pt x="7144792" y="733980"/>
                  </a:lnTo>
                  <a:lnTo>
                    <a:pt x="7232588" y="764866"/>
                  </a:lnTo>
                  <a:lnTo>
                    <a:pt x="7321015" y="799955"/>
                  </a:lnTo>
                  <a:lnTo>
                    <a:pt x="7408004" y="839176"/>
                  </a:lnTo>
                  <a:lnTo>
                    <a:pt x="7491970" y="882515"/>
                  </a:lnTo>
                  <a:lnTo>
                    <a:pt x="7571824" y="930045"/>
                  </a:lnTo>
                  <a:lnTo>
                    <a:pt x="7646923" y="981943"/>
                  </a:lnTo>
                  <a:lnTo>
                    <a:pt x="7716995" y="1038502"/>
                  </a:lnTo>
                  <a:lnTo>
                    <a:pt x="7782054" y="1100132"/>
                  </a:lnTo>
                  <a:lnTo>
                    <a:pt x="7842322" y="1167351"/>
                  </a:lnTo>
                  <a:lnTo>
                    <a:pt x="7898163" y="1240781"/>
                  </a:lnTo>
                  <a:lnTo>
                    <a:pt x="7950028" y="1321123"/>
                  </a:lnTo>
                  <a:lnTo>
                    <a:pt x="7998416" y="1409132"/>
                  </a:lnTo>
                  <a:lnTo>
                    <a:pt x="8043842" y="1505559"/>
                  </a:lnTo>
                  <a:lnTo>
                    <a:pt x="8086815" y="1611084"/>
                  </a:lnTo>
                  <a:lnTo>
                    <a:pt x="8127810" y="1726182"/>
                  </a:lnTo>
                  <a:lnTo>
                    <a:pt x="8151487" y="1799421"/>
                  </a:lnTo>
                  <a:lnTo>
                    <a:pt x="8176642" y="1882750"/>
                  </a:lnTo>
                  <a:lnTo>
                    <a:pt x="8201335" y="1970164"/>
                  </a:lnTo>
                  <a:lnTo>
                    <a:pt x="8225650" y="2061740"/>
                  </a:lnTo>
                  <a:lnTo>
                    <a:pt x="8249660" y="2157527"/>
                  </a:lnTo>
                  <a:lnTo>
                    <a:pt x="8273428" y="2257543"/>
                  </a:lnTo>
                  <a:lnTo>
                    <a:pt x="8297011" y="2361777"/>
                  </a:lnTo>
                  <a:lnTo>
                    <a:pt x="8320453" y="2470181"/>
                  </a:lnTo>
                  <a:lnTo>
                    <a:pt x="8343797" y="2582672"/>
                  </a:lnTo>
                  <a:lnTo>
                    <a:pt x="8367073" y="2699130"/>
                  </a:lnTo>
                  <a:lnTo>
                    <a:pt x="8390311" y="2819394"/>
                  </a:lnTo>
                  <a:lnTo>
                    <a:pt x="8413530" y="2943267"/>
                  </a:lnTo>
                  <a:lnTo>
                    <a:pt x="8436749" y="3070512"/>
                  </a:lnTo>
                  <a:lnTo>
                    <a:pt x="8459979" y="3200853"/>
                  </a:lnTo>
                  <a:lnTo>
                    <a:pt x="8483228" y="3333980"/>
                  </a:lnTo>
                  <a:lnTo>
                    <a:pt x="8506499" y="3469548"/>
                  </a:lnTo>
                  <a:lnTo>
                    <a:pt x="8529794" y="3607183"/>
                  </a:lnTo>
                  <a:lnTo>
                    <a:pt x="8553111" y="3746484"/>
                  </a:lnTo>
                  <a:lnTo>
                    <a:pt x="8576446" y="3887030"/>
                  </a:lnTo>
                  <a:lnTo>
                    <a:pt x="8599793" y="4028381"/>
                  </a:lnTo>
                  <a:lnTo>
                    <a:pt x="8623146" y="4170088"/>
                  </a:lnTo>
                  <a:lnTo>
                    <a:pt x="8646497" y="4311697"/>
                  </a:lnTo>
                  <a:lnTo>
                    <a:pt x="8669840" y="4452756"/>
                  </a:lnTo>
                  <a:lnTo>
                    <a:pt x="8693168" y="4592820"/>
                  </a:lnTo>
                  <a:lnTo>
                    <a:pt x="8716476" y="4731456"/>
                  </a:lnTo>
                  <a:lnTo>
                    <a:pt x="8739761" y="4868250"/>
                  </a:lnTo>
                  <a:lnTo>
                    <a:pt x="8763022" y="5002813"/>
                  </a:lnTo>
                  <a:lnTo>
                    <a:pt x="8786262" y="5134783"/>
                  </a:lnTo>
                  <a:lnTo>
                    <a:pt x="8809486" y="5263829"/>
                  </a:lnTo>
                  <a:lnTo>
                    <a:pt x="8832703" y="5389655"/>
                  </a:lnTo>
                  <a:lnTo>
                    <a:pt x="8855928" y="5512004"/>
                  </a:lnTo>
                  <a:lnTo>
                    <a:pt x="8879180" y="5630654"/>
                  </a:lnTo>
                  <a:lnTo>
                    <a:pt x="8902481" y="5745424"/>
                  </a:lnTo>
                  <a:lnTo>
                    <a:pt x="8925863" y="5856171"/>
                  </a:lnTo>
                  <a:lnTo>
                    <a:pt x="8949360" y="5962790"/>
                  </a:lnTo>
                  <a:lnTo>
                    <a:pt x="8973016" y="6065215"/>
                  </a:lnTo>
                  <a:lnTo>
                    <a:pt x="8996881" y="6163413"/>
                  </a:lnTo>
                  <a:lnTo>
                    <a:pt x="9021014" y="6257385"/>
                  </a:lnTo>
                  <a:lnTo>
                    <a:pt x="9045482" y="6347164"/>
                  </a:lnTo>
                  <a:lnTo>
                    <a:pt x="9070362" y="6432811"/>
                  </a:lnTo>
                  <a:lnTo>
                    <a:pt x="9084767" y="6479825"/>
                  </a:lnTo>
                  <a:lnTo>
                    <a:pt x="9124788" y="6600713"/>
                  </a:lnTo>
                  <a:lnTo>
                    <a:pt x="9166527" y="6711907"/>
                  </a:lnTo>
                  <a:lnTo>
                    <a:pt x="9210432" y="6813686"/>
                  </a:lnTo>
                  <a:lnTo>
                    <a:pt x="9256992" y="6906626"/>
                  </a:lnTo>
                  <a:lnTo>
                    <a:pt x="9306722" y="6991446"/>
                  </a:lnTo>
                  <a:lnTo>
                    <a:pt x="9360134" y="7068909"/>
                  </a:lnTo>
                  <a:lnTo>
                    <a:pt x="9417712" y="7139750"/>
                  </a:lnTo>
                  <a:lnTo>
                    <a:pt x="9479878" y="7204643"/>
                  </a:lnTo>
                  <a:lnTo>
                    <a:pt x="9546945" y="7264168"/>
                  </a:lnTo>
                  <a:lnTo>
                    <a:pt x="9619060" y="7318803"/>
                  </a:lnTo>
                  <a:lnTo>
                    <a:pt x="9696130" y="7368908"/>
                  </a:lnTo>
                  <a:lnTo>
                    <a:pt x="9777746" y="7414731"/>
                  </a:lnTo>
                  <a:lnTo>
                    <a:pt x="9863091" y="7456403"/>
                  </a:lnTo>
                  <a:lnTo>
                    <a:pt x="9950879" y="7493961"/>
                  </a:lnTo>
                  <a:lnTo>
                    <a:pt x="10039327" y="7527363"/>
                  </a:lnTo>
                  <a:lnTo>
                    <a:pt x="10126184" y="7556528"/>
                  </a:lnTo>
                  <a:lnTo>
                    <a:pt x="10208867" y="7581382"/>
                  </a:lnTo>
                  <a:lnTo>
                    <a:pt x="10284680" y="7601909"/>
                  </a:lnTo>
                  <a:lnTo>
                    <a:pt x="10351127" y="7618203"/>
                  </a:lnTo>
                  <a:lnTo>
                    <a:pt x="10406245" y="7630501"/>
                  </a:lnTo>
                  <a:lnTo>
                    <a:pt x="10448913" y="7639199"/>
                  </a:lnTo>
                  <a:lnTo>
                    <a:pt x="10479056" y="7644830"/>
                  </a:lnTo>
                  <a:lnTo>
                    <a:pt x="10497703" y="7648031"/>
                  </a:lnTo>
                  <a:lnTo>
                    <a:pt x="10506935" y="7649492"/>
                  </a:lnTo>
                  <a:lnTo>
                    <a:pt x="10509748" y="7649904"/>
                  </a:lnTo>
                  <a:lnTo>
                    <a:pt x="10509911" y="7649926"/>
                  </a:lnTo>
                  <a:lnTo>
                    <a:pt x="11981298" y="7649926"/>
                  </a:lnTo>
                  <a:lnTo>
                    <a:pt x="11981298" y="7641753"/>
                  </a:lnTo>
                  <a:lnTo>
                    <a:pt x="10509911" y="7641753"/>
                  </a:lnTo>
                  <a:lnTo>
                    <a:pt x="10509158" y="7641647"/>
                  </a:lnTo>
                  <a:lnTo>
                    <a:pt x="10504167" y="7640894"/>
                  </a:lnTo>
                  <a:lnTo>
                    <a:pt x="10491446" y="7638814"/>
                  </a:lnTo>
                  <a:lnTo>
                    <a:pt x="10468350" y="7634713"/>
                  </a:lnTo>
                  <a:lnTo>
                    <a:pt x="10433211" y="7627916"/>
                  </a:lnTo>
                  <a:lnTo>
                    <a:pt x="10385445" y="7617821"/>
                  </a:lnTo>
                  <a:lnTo>
                    <a:pt x="10325564" y="7603948"/>
                  </a:lnTo>
                  <a:lnTo>
                    <a:pt x="10255061" y="7585964"/>
                  </a:lnTo>
                  <a:lnTo>
                    <a:pt x="10176154" y="7563694"/>
                  </a:lnTo>
                  <a:lnTo>
                    <a:pt x="10091461" y="7537094"/>
                  </a:lnTo>
                  <a:lnTo>
                    <a:pt x="10003665" y="7506207"/>
                  </a:lnTo>
                  <a:lnTo>
                    <a:pt x="9915238" y="7471118"/>
                  </a:lnTo>
                  <a:lnTo>
                    <a:pt x="9828249" y="7431898"/>
                  </a:lnTo>
                  <a:lnTo>
                    <a:pt x="9744283" y="7388558"/>
                  </a:lnTo>
                  <a:lnTo>
                    <a:pt x="9664430" y="7341029"/>
                  </a:lnTo>
                  <a:lnTo>
                    <a:pt x="9589330" y="7289130"/>
                  </a:lnTo>
                  <a:lnTo>
                    <a:pt x="9519258" y="7232571"/>
                  </a:lnTo>
                  <a:lnTo>
                    <a:pt x="9454199" y="7170941"/>
                  </a:lnTo>
                  <a:lnTo>
                    <a:pt x="9393931" y="7103722"/>
                  </a:lnTo>
                  <a:lnTo>
                    <a:pt x="9338090" y="7030292"/>
                  </a:lnTo>
                  <a:lnTo>
                    <a:pt x="9286226" y="6949950"/>
                  </a:lnTo>
                  <a:lnTo>
                    <a:pt x="9237838" y="6861942"/>
                  </a:lnTo>
                  <a:lnTo>
                    <a:pt x="9192411" y="6765514"/>
                  </a:lnTo>
                  <a:lnTo>
                    <a:pt x="9149438" y="6659990"/>
                  </a:lnTo>
                  <a:lnTo>
                    <a:pt x="9108443" y="6544892"/>
                  </a:lnTo>
                  <a:lnTo>
                    <a:pt x="9084767" y="6471652"/>
                  </a:lnTo>
                  <a:lnTo>
                    <a:pt x="9059611" y="6388323"/>
                  </a:lnTo>
                  <a:lnTo>
                    <a:pt x="9034918" y="6300909"/>
                  </a:lnTo>
                  <a:lnTo>
                    <a:pt x="9010603" y="6209333"/>
                  </a:lnTo>
                  <a:lnTo>
                    <a:pt x="8986593" y="6113547"/>
                  </a:lnTo>
                  <a:lnTo>
                    <a:pt x="8962825" y="6013530"/>
                  </a:lnTo>
                  <a:lnTo>
                    <a:pt x="8939243" y="5909296"/>
                  </a:lnTo>
                  <a:lnTo>
                    <a:pt x="8915800" y="5800892"/>
                  </a:lnTo>
                  <a:lnTo>
                    <a:pt x="8892457" y="5688401"/>
                  </a:lnTo>
                  <a:lnTo>
                    <a:pt x="8869180" y="5571943"/>
                  </a:lnTo>
                  <a:lnTo>
                    <a:pt x="8845943" y="5451679"/>
                  </a:lnTo>
                  <a:lnTo>
                    <a:pt x="8822723" y="5327806"/>
                  </a:lnTo>
                  <a:lnTo>
                    <a:pt x="8799504" y="5200562"/>
                  </a:lnTo>
                  <a:lnTo>
                    <a:pt x="8776274" y="5070221"/>
                  </a:lnTo>
                  <a:lnTo>
                    <a:pt x="8753026" y="4937094"/>
                  </a:lnTo>
                  <a:lnTo>
                    <a:pt x="8729754" y="4801526"/>
                  </a:lnTo>
                  <a:lnTo>
                    <a:pt x="8706459" y="4663890"/>
                  </a:lnTo>
                  <a:lnTo>
                    <a:pt x="8683142" y="4524589"/>
                  </a:lnTo>
                  <a:lnTo>
                    <a:pt x="8659807" y="4384044"/>
                  </a:lnTo>
                  <a:lnTo>
                    <a:pt x="8636460" y="4242693"/>
                  </a:lnTo>
                  <a:lnTo>
                    <a:pt x="8613107" y="4100986"/>
                  </a:lnTo>
                  <a:lnTo>
                    <a:pt x="8589756" y="3959376"/>
                  </a:lnTo>
                  <a:lnTo>
                    <a:pt x="8566413" y="3818317"/>
                  </a:lnTo>
                  <a:lnTo>
                    <a:pt x="8543086" y="3678253"/>
                  </a:lnTo>
                  <a:lnTo>
                    <a:pt x="8519778" y="3539618"/>
                  </a:lnTo>
                  <a:lnTo>
                    <a:pt x="8496493" y="3402823"/>
                  </a:lnTo>
                  <a:lnTo>
                    <a:pt x="8473231" y="3268260"/>
                  </a:lnTo>
                  <a:lnTo>
                    <a:pt x="8449991" y="3136291"/>
                  </a:lnTo>
                  <a:lnTo>
                    <a:pt x="8426768" y="3007245"/>
                  </a:lnTo>
                  <a:lnTo>
                    <a:pt x="8403550" y="2881418"/>
                  </a:lnTo>
                  <a:lnTo>
                    <a:pt x="8380325" y="2759069"/>
                  </a:lnTo>
                  <a:lnTo>
                    <a:pt x="8357074" y="2640419"/>
                  </a:lnTo>
                  <a:lnTo>
                    <a:pt x="8333772" y="2525650"/>
                  </a:lnTo>
                  <a:lnTo>
                    <a:pt x="8310391" y="2414903"/>
                  </a:lnTo>
                  <a:lnTo>
                    <a:pt x="8286893" y="2308283"/>
                  </a:lnTo>
                  <a:lnTo>
                    <a:pt x="8263237" y="2205858"/>
                  </a:lnTo>
                  <a:lnTo>
                    <a:pt x="8239372" y="2107661"/>
                  </a:lnTo>
                  <a:lnTo>
                    <a:pt x="8215239" y="2013688"/>
                  </a:lnTo>
                  <a:lnTo>
                    <a:pt x="8190772" y="1923909"/>
                  </a:lnTo>
                  <a:lnTo>
                    <a:pt x="8165891" y="1838262"/>
                  </a:lnTo>
                  <a:lnTo>
                    <a:pt x="8151487" y="1791248"/>
                  </a:lnTo>
                  <a:lnTo>
                    <a:pt x="8111465" y="1670360"/>
                  </a:lnTo>
                  <a:lnTo>
                    <a:pt x="8069726" y="1559166"/>
                  </a:lnTo>
                  <a:lnTo>
                    <a:pt x="8025822" y="1457388"/>
                  </a:lnTo>
                  <a:lnTo>
                    <a:pt x="7979261" y="1364448"/>
                  </a:lnTo>
                  <a:lnTo>
                    <a:pt x="7929531" y="1279627"/>
                  </a:lnTo>
                  <a:lnTo>
                    <a:pt x="7876119" y="1202165"/>
                  </a:lnTo>
                  <a:lnTo>
                    <a:pt x="7818541" y="1131323"/>
                  </a:lnTo>
                  <a:lnTo>
                    <a:pt x="7756375" y="1066431"/>
                  </a:lnTo>
                  <a:lnTo>
                    <a:pt x="7689308" y="1006905"/>
                  </a:lnTo>
                  <a:lnTo>
                    <a:pt x="7617194" y="952270"/>
                  </a:lnTo>
                  <a:lnTo>
                    <a:pt x="7540123" y="902165"/>
                  </a:lnTo>
                  <a:lnTo>
                    <a:pt x="7458507" y="856343"/>
                  </a:lnTo>
                  <a:lnTo>
                    <a:pt x="7373163" y="814670"/>
                  </a:lnTo>
                  <a:lnTo>
                    <a:pt x="7285374" y="777112"/>
                  </a:lnTo>
                  <a:lnTo>
                    <a:pt x="7196927" y="743710"/>
                  </a:lnTo>
                  <a:lnTo>
                    <a:pt x="7110069" y="714545"/>
                  </a:lnTo>
                  <a:lnTo>
                    <a:pt x="7027386" y="689691"/>
                  </a:lnTo>
                  <a:lnTo>
                    <a:pt x="6951573" y="669165"/>
                  </a:lnTo>
                  <a:lnTo>
                    <a:pt x="6885126" y="652871"/>
                  </a:lnTo>
                  <a:lnTo>
                    <a:pt x="6830009" y="640572"/>
                  </a:lnTo>
                  <a:lnTo>
                    <a:pt x="6787340" y="631875"/>
                  </a:lnTo>
                  <a:lnTo>
                    <a:pt x="6757198" y="626243"/>
                  </a:lnTo>
                  <a:lnTo>
                    <a:pt x="6738550" y="623042"/>
                  </a:lnTo>
                  <a:lnTo>
                    <a:pt x="6729319" y="621582"/>
                  </a:lnTo>
                  <a:lnTo>
                    <a:pt x="6726505" y="621170"/>
                  </a:lnTo>
                  <a:lnTo>
                    <a:pt x="6726343" y="621147"/>
                  </a:lnTo>
                  <a:lnTo>
                    <a:pt x="5254955" y="621147"/>
                  </a:lnTo>
                  <a:lnTo>
                    <a:pt x="5253722" y="621132"/>
                  </a:lnTo>
                  <a:lnTo>
                    <a:pt x="5245631" y="621021"/>
                  </a:lnTo>
                  <a:lnTo>
                    <a:pt x="5225284" y="620715"/>
                  </a:lnTo>
                  <a:lnTo>
                    <a:pt x="5189033" y="620113"/>
                  </a:lnTo>
                  <a:lnTo>
                    <a:pt x="5135253" y="619123"/>
                  </a:lnTo>
                  <a:lnTo>
                    <a:pt x="5064466" y="617670"/>
                  </a:lnTo>
                  <a:lnTo>
                    <a:pt x="4979120" y="615707"/>
                  </a:lnTo>
                  <a:lnTo>
                    <a:pt x="4883014" y="613212"/>
                  </a:lnTo>
                  <a:lnTo>
                    <a:pt x="4780548" y="610183"/>
                  </a:lnTo>
                  <a:lnTo>
                    <a:pt x="4675992" y="606631"/>
                  </a:lnTo>
                  <a:lnTo>
                    <a:pt x="4572957" y="602566"/>
                  </a:lnTo>
                  <a:lnTo>
                    <a:pt x="4474130" y="597992"/>
                  </a:lnTo>
                  <a:lnTo>
                    <a:pt x="4381242" y="592896"/>
                  </a:lnTo>
                  <a:lnTo>
                    <a:pt x="4295177" y="587248"/>
                  </a:lnTo>
                  <a:lnTo>
                    <a:pt x="4216157" y="580997"/>
                  </a:lnTo>
                  <a:lnTo>
                    <a:pt x="4143932" y="574072"/>
                  </a:lnTo>
                  <a:lnTo>
                    <a:pt x="4077938" y="566387"/>
                  </a:lnTo>
                  <a:lnTo>
                    <a:pt x="4017434" y="557838"/>
                  </a:lnTo>
                  <a:lnTo>
                    <a:pt x="3961589" y="548314"/>
                  </a:lnTo>
                  <a:lnTo>
                    <a:pt x="3909552" y="537710"/>
                  </a:lnTo>
                  <a:lnTo>
                    <a:pt x="3860511" y="525940"/>
                  </a:lnTo>
                  <a:lnTo>
                    <a:pt x="3829811" y="517623"/>
                  </a:lnTo>
                  <a:lnTo>
                    <a:pt x="3776000" y="501229"/>
                  </a:lnTo>
                  <a:lnTo>
                    <a:pt x="3723913" y="483113"/>
                  </a:lnTo>
                  <a:lnTo>
                    <a:pt x="3672878" y="463253"/>
                  </a:lnTo>
                  <a:lnTo>
                    <a:pt x="3622411" y="441687"/>
                  </a:lnTo>
                  <a:lnTo>
                    <a:pt x="3572178" y="418527"/>
                  </a:lnTo>
                  <a:lnTo>
                    <a:pt x="3521968" y="393957"/>
                  </a:lnTo>
                  <a:lnTo>
                    <a:pt x="3471677" y="368236"/>
                  </a:lnTo>
                  <a:lnTo>
                    <a:pt x="3421280" y="341685"/>
                  </a:lnTo>
                  <a:lnTo>
                    <a:pt x="3370808" y="314674"/>
                  </a:lnTo>
                  <a:lnTo>
                    <a:pt x="3320325" y="287602"/>
                  </a:lnTo>
                  <a:lnTo>
                    <a:pt x="3269899" y="260871"/>
                  </a:lnTo>
                  <a:lnTo>
                    <a:pt x="3219576" y="234863"/>
                  </a:lnTo>
                  <a:lnTo>
                    <a:pt x="3169349" y="209914"/>
                  </a:lnTo>
                  <a:lnTo>
                    <a:pt x="3119139" y="186305"/>
                  </a:lnTo>
                  <a:lnTo>
                    <a:pt x="3068772" y="164242"/>
                  </a:lnTo>
                  <a:lnTo>
                    <a:pt x="3017953" y="143858"/>
                  </a:lnTo>
                  <a:lnTo>
                    <a:pt x="2966246" y="125214"/>
                  </a:lnTo>
                  <a:lnTo>
                    <a:pt x="2913040" y="108305"/>
                  </a:lnTo>
                  <a:lnTo>
                    <a:pt x="2896531" y="103524"/>
                  </a:lnTo>
                  <a:lnTo>
                    <a:pt x="2849046" y="90973"/>
                  </a:lnTo>
                  <a:lnTo>
                    <a:pt x="2799050" y="79616"/>
                  </a:lnTo>
                  <a:lnTo>
                    <a:pt x="2745781" y="69399"/>
                  </a:lnTo>
                  <a:lnTo>
                    <a:pt x="2688410" y="60227"/>
                  </a:lnTo>
                  <a:lnTo>
                    <a:pt x="2626086" y="51991"/>
                  </a:lnTo>
                  <a:lnTo>
                    <a:pt x="2558000" y="44582"/>
                  </a:lnTo>
                  <a:lnTo>
                    <a:pt x="2483460" y="37901"/>
                  </a:lnTo>
                  <a:lnTo>
                    <a:pt x="2401995" y="31867"/>
                  </a:lnTo>
                  <a:lnTo>
                    <a:pt x="2313498" y="26416"/>
                  </a:lnTo>
                  <a:lnTo>
                    <a:pt x="2218402" y="21504"/>
                  </a:lnTo>
                  <a:lnTo>
                    <a:pt x="2117866" y="17108"/>
                  </a:lnTo>
                  <a:lnTo>
                    <a:pt x="2013946" y="13220"/>
                  </a:lnTo>
                  <a:lnTo>
                    <a:pt x="1909667" y="9849"/>
                  </a:lnTo>
                  <a:lnTo>
                    <a:pt x="1808911" y="7005"/>
                  </a:lnTo>
                  <a:lnTo>
                    <a:pt x="1716066" y="4696"/>
                  </a:lnTo>
                  <a:lnTo>
                    <a:pt x="1635413" y="2915"/>
                  </a:lnTo>
                  <a:lnTo>
                    <a:pt x="1570360" y="1630"/>
                  </a:lnTo>
                  <a:lnTo>
                    <a:pt x="1522734" y="785"/>
                  </a:lnTo>
                  <a:lnTo>
                    <a:pt x="1492314" y="297"/>
                  </a:lnTo>
                  <a:lnTo>
                    <a:pt x="1476744" y="70"/>
                  </a:lnTo>
                  <a:lnTo>
                    <a:pt x="1471735" y="4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777" name="pl777"/>
            <p:cNvSpPr/>
            <p:nvPr/>
          </p:nvSpPr>
          <p:spPr>
            <a:xfrm>
              <a:off x="4799595" y="3018250"/>
              <a:ext cx="11981298" cy="7641753"/>
            </a:xfrm>
            <a:custGeom>
              <a:avLst/>
              <a:pathLst>
                <a:path w="11981298" h="7641753">
                  <a:moveTo>
                    <a:pt x="0" y="0"/>
                  </a:moveTo>
                  <a:lnTo>
                    <a:pt x="1471387" y="0"/>
                  </a:lnTo>
                  <a:lnTo>
                    <a:pt x="1472620" y="15"/>
                  </a:lnTo>
                  <a:lnTo>
                    <a:pt x="1480711" y="126"/>
                  </a:lnTo>
                  <a:lnTo>
                    <a:pt x="1501058" y="432"/>
                  </a:lnTo>
                  <a:lnTo>
                    <a:pt x="1537309" y="1034"/>
                  </a:lnTo>
                  <a:lnTo>
                    <a:pt x="1591089" y="2024"/>
                  </a:lnTo>
                  <a:lnTo>
                    <a:pt x="1661876" y="3477"/>
                  </a:lnTo>
                  <a:lnTo>
                    <a:pt x="1747223" y="5439"/>
                  </a:lnTo>
                  <a:lnTo>
                    <a:pt x="1843328" y="7935"/>
                  </a:lnTo>
                  <a:lnTo>
                    <a:pt x="1945794" y="10964"/>
                  </a:lnTo>
                  <a:lnTo>
                    <a:pt x="2050350" y="14516"/>
                  </a:lnTo>
                  <a:lnTo>
                    <a:pt x="2153385" y="18581"/>
                  </a:lnTo>
                  <a:lnTo>
                    <a:pt x="2252212" y="23155"/>
                  </a:lnTo>
                  <a:lnTo>
                    <a:pt x="2345100" y="28251"/>
                  </a:lnTo>
                  <a:lnTo>
                    <a:pt x="2431166" y="33899"/>
                  </a:lnTo>
                  <a:lnTo>
                    <a:pt x="2510185" y="40150"/>
                  </a:lnTo>
                  <a:lnTo>
                    <a:pt x="2582411" y="47075"/>
                  </a:lnTo>
                  <a:lnTo>
                    <a:pt x="2648404" y="54760"/>
                  </a:lnTo>
                  <a:lnTo>
                    <a:pt x="2708908" y="63309"/>
                  </a:lnTo>
                  <a:lnTo>
                    <a:pt x="2764754" y="72833"/>
                  </a:lnTo>
                  <a:lnTo>
                    <a:pt x="2816791" y="83437"/>
                  </a:lnTo>
                  <a:lnTo>
                    <a:pt x="2865831" y="95207"/>
                  </a:lnTo>
                  <a:lnTo>
                    <a:pt x="2896531" y="103524"/>
                  </a:lnTo>
                  <a:lnTo>
                    <a:pt x="2950342" y="119918"/>
                  </a:lnTo>
                  <a:lnTo>
                    <a:pt x="3002429" y="138034"/>
                  </a:lnTo>
                  <a:lnTo>
                    <a:pt x="3053464" y="157894"/>
                  </a:lnTo>
                  <a:lnTo>
                    <a:pt x="3103931" y="179460"/>
                  </a:lnTo>
                  <a:lnTo>
                    <a:pt x="3154164" y="202620"/>
                  </a:lnTo>
                  <a:lnTo>
                    <a:pt x="3204374" y="227190"/>
                  </a:lnTo>
                  <a:lnTo>
                    <a:pt x="3254665" y="252911"/>
                  </a:lnTo>
                  <a:lnTo>
                    <a:pt x="3305062" y="279462"/>
                  </a:lnTo>
                  <a:lnTo>
                    <a:pt x="3355534" y="306473"/>
                  </a:lnTo>
                  <a:lnTo>
                    <a:pt x="3406017" y="333545"/>
                  </a:lnTo>
                  <a:lnTo>
                    <a:pt x="3456443" y="360275"/>
                  </a:lnTo>
                  <a:lnTo>
                    <a:pt x="3506766" y="386284"/>
                  </a:lnTo>
                  <a:lnTo>
                    <a:pt x="3556993" y="411232"/>
                  </a:lnTo>
                  <a:lnTo>
                    <a:pt x="3607203" y="434842"/>
                  </a:lnTo>
                  <a:lnTo>
                    <a:pt x="3657570" y="456905"/>
                  </a:lnTo>
                  <a:lnTo>
                    <a:pt x="3708389" y="477289"/>
                  </a:lnTo>
                  <a:lnTo>
                    <a:pt x="3760096" y="495933"/>
                  </a:lnTo>
                  <a:lnTo>
                    <a:pt x="3813302" y="512842"/>
                  </a:lnTo>
                  <a:lnTo>
                    <a:pt x="3829811" y="517623"/>
                  </a:lnTo>
                  <a:lnTo>
                    <a:pt x="3877296" y="530174"/>
                  </a:lnTo>
                  <a:lnTo>
                    <a:pt x="3927293" y="541531"/>
                  </a:lnTo>
                  <a:lnTo>
                    <a:pt x="3980561" y="551748"/>
                  </a:lnTo>
                  <a:lnTo>
                    <a:pt x="4037932" y="560920"/>
                  </a:lnTo>
                  <a:lnTo>
                    <a:pt x="4100256" y="569156"/>
                  </a:lnTo>
                  <a:lnTo>
                    <a:pt x="4168342" y="576565"/>
                  </a:lnTo>
                  <a:lnTo>
                    <a:pt x="4242883" y="583246"/>
                  </a:lnTo>
                  <a:lnTo>
                    <a:pt x="4324347" y="589280"/>
                  </a:lnTo>
                  <a:lnTo>
                    <a:pt x="4412844" y="594731"/>
                  </a:lnTo>
                  <a:lnTo>
                    <a:pt x="4507940" y="599643"/>
                  </a:lnTo>
                  <a:lnTo>
                    <a:pt x="4608476" y="604039"/>
                  </a:lnTo>
                  <a:lnTo>
                    <a:pt x="4712396" y="607926"/>
                  </a:lnTo>
                  <a:lnTo>
                    <a:pt x="4816675" y="611298"/>
                  </a:lnTo>
                  <a:lnTo>
                    <a:pt x="4917431" y="614142"/>
                  </a:lnTo>
                  <a:lnTo>
                    <a:pt x="5010276" y="616451"/>
                  </a:lnTo>
                  <a:lnTo>
                    <a:pt x="5090929" y="618232"/>
                  </a:lnTo>
                  <a:lnTo>
                    <a:pt x="5155982" y="619517"/>
                  </a:lnTo>
                  <a:lnTo>
                    <a:pt x="5203609" y="620362"/>
                  </a:lnTo>
                  <a:lnTo>
                    <a:pt x="5234028" y="620850"/>
                  </a:lnTo>
                  <a:lnTo>
                    <a:pt x="5249598" y="621077"/>
                  </a:lnTo>
                  <a:lnTo>
                    <a:pt x="5254607" y="621143"/>
                  </a:lnTo>
                  <a:lnTo>
                    <a:pt x="5254955" y="621147"/>
                  </a:lnTo>
                  <a:lnTo>
                    <a:pt x="6726343" y="621147"/>
                  </a:lnTo>
                  <a:lnTo>
                    <a:pt x="6727095" y="621253"/>
                  </a:lnTo>
                  <a:lnTo>
                    <a:pt x="6732086" y="622006"/>
                  </a:lnTo>
                  <a:lnTo>
                    <a:pt x="6744807" y="624086"/>
                  </a:lnTo>
                  <a:lnTo>
                    <a:pt x="6767903" y="628187"/>
                  </a:lnTo>
                  <a:lnTo>
                    <a:pt x="6803042" y="634985"/>
                  </a:lnTo>
                  <a:lnTo>
                    <a:pt x="6850809" y="645079"/>
                  </a:lnTo>
                  <a:lnTo>
                    <a:pt x="6910689" y="658953"/>
                  </a:lnTo>
                  <a:lnTo>
                    <a:pt x="6981192" y="676936"/>
                  </a:lnTo>
                  <a:lnTo>
                    <a:pt x="7060099" y="699206"/>
                  </a:lnTo>
                  <a:lnTo>
                    <a:pt x="7144792" y="725807"/>
                  </a:lnTo>
                  <a:lnTo>
                    <a:pt x="7232588" y="756693"/>
                  </a:lnTo>
                  <a:lnTo>
                    <a:pt x="7321015" y="791782"/>
                  </a:lnTo>
                  <a:lnTo>
                    <a:pt x="7408004" y="831003"/>
                  </a:lnTo>
                  <a:lnTo>
                    <a:pt x="7491970" y="874342"/>
                  </a:lnTo>
                  <a:lnTo>
                    <a:pt x="7571824" y="921872"/>
                  </a:lnTo>
                  <a:lnTo>
                    <a:pt x="7646923" y="973770"/>
                  </a:lnTo>
                  <a:lnTo>
                    <a:pt x="7716995" y="1030329"/>
                  </a:lnTo>
                  <a:lnTo>
                    <a:pt x="7782054" y="1091959"/>
                  </a:lnTo>
                  <a:lnTo>
                    <a:pt x="7842322" y="1159178"/>
                  </a:lnTo>
                  <a:lnTo>
                    <a:pt x="7898163" y="1232608"/>
                  </a:lnTo>
                  <a:lnTo>
                    <a:pt x="7950028" y="1312950"/>
                  </a:lnTo>
                  <a:lnTo>
                    <a:pt x="7998416" y="1400959"/>
                  </a:lnTo>
                  <a:lnTo>
                    <a:pt x="8043842" y="1497386"/>
                  </a:lnTo>
                  <a:lnTo>
                    <a:pt x="8086815" y="1602911"/>
                  </a:lnTo>
                  <a:lnTo>
                    <a:pt x="8127810" y="1718009"/>
                  </a:lnTo>
                  <a:lnTo>
                    <a:pt x="8151487" y="1791248"/>
                  </a:lnTo>
                  <a:lnTo>
                    <a:pt x="8176642" y="1874577"/>
                  </a:lnTo>
                  <a:lnTo>
                    <a:pt x="8201335" y="1961991"/>
                  </a:lnTo>
                  <a:lnTo>
                    <a:pt x="8225650" y="2053567"/>
                  </a:lnTo>
                  <a:lnTo>
                    <a:pt x="8249660" y="2149354"/>
                  </a:lnTo>
                  <a:lnTo>
                    <a:pt x="8273428" y="2249370"/>
                  </a:lnTo>
                  <a:lnTo>
                    <a:pt x="8297011" y="2353604"/>
                  </a:lnTo>
                  <a:lnTo>
                    <a:pt x="8320453" y="2462008"/>
                  </a:lnTo>
                  <a:lnTo>
                    <a:pt x="8343797" y="2574499"/>
                  </a:lnTo>
                  <a:lnTo>
                    <a:pt x="8367073" y="2690957"/>
                  </a:lnTo>
                  <a:lnTo>
                    <a:pt x="8390311" y="2811221"/>
                  </a:lnTo>
                  <a:lnTo>
                    <a:pt x="8413530" y="2935094"/>
                  </a:lnTo>
                  <a:lnTo>
                    <a:pt x="8436749" y="3062339"/>
                  </a:lnTo>
                  <a:lnTo>
                    <a:pt x="8459979" y="3192680"/>
                  </a:lnTo>
                  <a:lnTo>
                    <a:pt x="8483228" y="3325807"/>
                  </a:lnTo>
                  <a:lnTo>
                    <a:pt x="8506499" y="3461375"/>
                  </a:lnTo>
                  <a:lnTo>
                    <a:pt x="8529794" y="3599010"/>
                  </a:lnTo>
                  <a:lnTo>
                    <a:pt x="8553111" y="3738311"/>
                  </a:lnTo>
                  <a:lnTo>
                    <a:pt x="8576446" y="3878857"/>
                  </a:lnTo>
                  <a:lnTo>
                    <a:pt x="8599793" y="4020208"/>
                  </a:lnTo>
                  <a:lnTo>
                    <a:pt x="8623146" y="4161915"/>
                  </a:lnTo>
                  <a:lnTo>
                    <a:pt x="8646497" y="4303524"/>
                  </a:lnTo>
                  <a:lnTo>
                    <a:pt x="8669840" y="4444583"/>
                  </a:lnTo>
                  <a:lnTo>
                    <a:pt x="8693168" y="4584647"/>
                  </a:lnTo>
                  <a:lnTo>
                    <a:pt x="8716476" y="4723283"/>
                  </a:lnTo>
                  <a:lnTo>
                    <a:pt x="8739761" y="4860077"/>
                  </a:lnTo>
                  <a:lnTo>
                    <a:pt x="8763022" y="4994640"/>
                  </a:lnTo>
                  <a:lnTo>
                    <a:pt x="8786262" y="5126610"/>
                  </a:lnTo>
                  <a:lnTo>
                    <a:pt x="8809486" y="5255656"/>
                  </a:lnTo>
                  <a:lnTo>
                    <a:pt x="8832703" y="5381482"/>
                  </a:lnTo>
                  <a:lnTo>
                    <a:pt x="8855928" y="5503831"/>
                  </a:lnTo>
                  <a:lnTo>
                    <a:pt x="8879180" y="5622481"/>
                  </a:lnTo>
                  <a:lnTo>
                    <a:pt x="8902481" y="5737251"/>
                  </a:lnTo>
                  <a:lnTo>
                    <a:pt x="8925863" y="5847998"/>
                  </a:lnTo>
                  <a:lnTo>
                    <a:pt x="8949360" y="5954617"/>
                  </a:lnTo>
                  <a:lnTo>
                    <a:pt x="8973016" y="6057042"/>
                  </a:lnTo>
                  <a:lnTo>
                    <a:pt x="8996881" y="6155240"/>
                  </a:lnTo>
                  <a:lnTo>
                    <a:pt x="9021014" y="6249212"/>
                  </a:lnTo>
                  <a:lnTo>
                    <a:pt x="9045482" y="6338991"/>
                  </a:lnTo>
                  <a:lnTo>
                    <a:pt x="9070362" y="6424638"/>
                  </a:lnTo>
                  <a:lnTo>
                    <a:pt x="9084767" y="6471652"/>
                  </a:lnTo>
                  <a:lnTo>
                    <a:pt x="9124788" y="6592540"/>
                  </a:lnTo>
                  <a:lnTo>
                    <a:pt x="9166527" y="6703734"/>
                  </a:lnTo>
                  <a:lnTo>
                    <a:pt x="9210432" y="6805513"/>
                  </a:lnTo>
                  <a:lnTo>
                    <a:pt x="9256992" y="6898453"/>
                  </a:lnTo>
                  <a:lnTo>
                    <a:pt x="9306722" y="6983273"/>
                  </a:lnTo>
                  <a:lnTo>
                    <a:pt x="9360134" y="7060736"/>
                  </a:lnTo>
                  <a:lnTo>
                    <a:pt x="9417712" y="7131577"/>
                  </a:lnTo>
                  <a:lnTo>
                    <a:pt x="9479878" y="7196470"/>
                  </a:lnTo>
                  <a:lnTo>
                    <a:pt x="9546945" y="7255995"/>
                  </a:lnTo>
                  <a:lnTo>
                    <a:pt x="9619060" y="7310630"/>
                  </a:lnTo>
                  <a:lnTo>
                    <a:pt x="9696130" y="7360735"/>
                  </a:lnTo>
                  <a:lnTo>
                    <a:pt x="9777746" y="7406558"/>
                  </a:lnTo>
                  <a:lnTo>
                    <a:pt x="9863091" y="7448230"/>
                  </a:lnTo>
                  <a:lnTo>
                    <a:pt x="9950879" y="7485788"/>
                  </a:lnTo>
                  <a:lnTo>
                    <a:pt x="10039327" y="7519190"/>
                  </a:lnTo>
                  <a:lnTo>
                    <a:pt x="10126184" y="7548355"/>
                  </a:lnTo>
                  <a:lnTo>
                    <a:pt x="10208867" y="7573209"/>
                  </a:lnTo>
                  <a:lnTo>
                    <a:pt x="10284680" y="7593736"/>
                  </a:lnTo>
                  <a:lnTo>
                    <a:pt x="10351127" y="7610030"/>
                  </a:lnTo>
                  <a:lnTo>
                    <a:pt x="10406245" y="7622328"/>
                  </a:lnTo>
                  <a:lnTo>
                    <a:pt x="10448913" y="7631026"/>
                  </a:lnTo>
                  <a:lnTo>
                    <a:pt x="10479056" y="7636657"/>
                  </a:lnTo>
                  <a:lnTo>
                    <a:pt x="10497703" y="7639858"/>
                  </a:lnTo>
                  <a:lnTo>
                    <a:pt x="10506935" y="7641319"/>
                  </a:lnTo>
                  <a:lnTo>
                    <a:pt x="10509748" y="7641731"/>
                  </a:lnTo>
                  <a:lnTo>
                    <a:pt x="10509911" y="7641753"/>
                  </a:lnTo>
                  <a:lnTo>
                    <a:pt x="11981298" y="764175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78" name="pl778"/>
            <p:cNvSpPr/>
            <p:nvPr/>
          </p:nvSpPr>
          <p:spPr>
            <a:xfrm>
              <a:off x="4799595" y="3010077"/>
              <a:ext cx="11981298" cy="7641753"/>
            </a:xfrm>
            <a:custGeom>
              <a:avLst/>
              <a:pathLst>
                <a:path w="11981298" h="7641753">
                  <a:moveTo>
                    <a:pt x="11981298" y="7641753"/>
                  </a:moveTo>
                  <a:lnTo>
                    <a:pt x="10509911" y="7641753"/>
                  </a:lnTo>
                  <a:lnTo>
                    <a:pt x="10509158" y="7641647"/>
                  </a:lnTo>
                  <a:lnTo>
                    <a:pt x="10504167" y="7640894"/>
                  </a:lnTo>
                  <a:lnTo>
                    <a:pt x="10491446" y="7638814"/>
                  </a:lnTo>
                  <a:lnTo>
                    <a:pt x="10468350" y="7634713"/>
                  </a:lnTo>
                  <a:lnTo>
                    <a:pt x="10433211" y="7627916"/>
                  </a:lnTo>
                  <a:lnTo>
                    <a:pt x="10385445" y="7617821"/>
                  </a:lnTo>
                  <a:lnTo>
                    <a:pt x="10325564" y="7603948"/>
                  </a:lnTo>
                  <a:lnTo>
                    <a:pt x="10255061" y="7585964"/>
                  </a:lnTo>
                  <a:lnTo>
                    <a:pt x="10176154" y="7563694"/>
                  </a:lnTo>
                  <a:lnTo>
                    <a:pt x="10091461" y="7537094"/>
                  </a:lnTo>
                  <a:lnTo>
                    <a:pt x="10003665" y="7506207"/>
                  </a:lnTo>
                  <a:lnTo>
                    <a:pt x="9915238" y="7471118"/>
                  </a:lnTo>
                  <a:lnTo>
                    <a:pt x="9828249" y="7431898"/>
                  </a:lnTo>
                  <a:lnTo>
                    <a:pt x="9744283" y="7388558"/>
                  </a:lnTo>
                  <a:lnTo>
                    <a:pt x="9664430" y="7341029"/>
                  </a:lnTo>
                  <a:lnTo>
                    <a:pt x="9589330" y="7289130"/>
                  </a:lnTo>
                  <a:lnTo>
                    <a:pt x="9519258" y="7232571"/>
                  </a:lnTo>
                  <a:lnTo>
                    <a:pt x="9454199" y="7170941"/>
                  </a:lnTo>
                  <a:lnTo>
                    <a:pt x="9393931" y="7103722"/>
                  </a:lnTo>
                  <a:lnTo>
                    <a:pt x="9338090" y="7030292"/>
                  </a:lnTo>
                  <a:lnTo>
                    <a:pt x="9286226" y="6949950"/>
                  </a:lnTo>
                  <a:lnTo>
                    <a:pt x="9237838" y="6861942"/>
                  </a:lnTo>
                  <a:lnTo>
                    <a:pt x="9192411" y="6765514"/>
                  </a:lnTo>
                  <a:lnTo>
                    <a:pt x="9149438" y="6659990"/>
                  </a:lnTo>
                  <a:lnTo>
                    <a:pt x="9108443" y="6544892"/>
                  </a:lnTo>
                  <a:lnTo>
                    <a:pt x="9084767" y="6471652"/>
                  </a:lnTo>
                  <a:lnTo>
                    <a:pt x="9059611" y="6388323"/>
                  </a:lnTo>
                  <a:lnTo>
                    <a:pt x="9034918" y="6300909"/>
                  </a:lnTo>
                  <a:lnTo>
                    <a:pt x="9010603" y="6209333"/>
                  </a:lnTo>
                  <a:lnTo>
                    <a:pt x="8986593" y="6113547"/>
                  </a:lnTo>
                  <a:lnTo>
                    <a:pt x="8962825" y="6013530"/>
                  </a:lnTo>
                  <a:lnTo>
                    <a:pt x="8939243" y="5909296"/>
                  </a:lnTo>
                  <a:lnTo>
                    <a:pt x="8915800" y="5800892"/>
                  </a:lnTo>
                  <a:lnTo>
                    <a:pt x="8892457" y="5688401"/>
                  </a:lnTo>
                  <a:lnTo>
                    <a:pt x="8869180" y="5571943"/>
                  </a:lnTo>
                  <a:lnTo>
                    <a:pt x="8845943" y="5451679"/>
                  </a:lnTo>
                  <a:lnTo>
                    <a:pt x="8822723" y="5327806"/>
                  </a:lnTo>
                  <a:lnTo>
                    <a:pt x="8799504" y="5200562"/>
                  </a:lnTo>
                  <a:lnTo>
                    <a:pt x="8776274" y="5070221"/>
                  </a:lnTo>
                  <a:lnTo>
                    <a:pt x="8753026" y="4937094"/>
                  </a:lnTo>
                  <a:lnTo>
                    <a:pt x="8729754" y="4801526"/>
                  </a:lnTo>
                  <a:lnTo>
                    <a:pt x="8706459" y="4663890"/>
                  </a:lnTo>
                  <a:lnTo>
                    <a:pt x="8683142" y="4524589"/>
                  </a:lnTo>
                  <a:lnTo>
                    <a:pt x="8659807" y="4384044"/>
                  </a:lnTo>
                  <a:lnTo>
                    <a:pt x="8636460" y="4242693"/>
                  </a:lnTo>
                  <a:lnTo>
                    <a:pt x="8613107" y="4100986"/>
                  </a:lnTo>
                  <a:lnTo>
                    <a:pt x="8589756" y="3959376"/>
                  </a:lnTo>
                  <a:lnTo>
                    <a:pt x="8566413" y="3818317"/>
                  </a:lnTo>
                  <a:lnTo>
                    <a:pt x="8543086" y="3678253"/>
                  </a:lnTo>
                  <a:lnTo>
                    <a:pt x="8519778" y="3539618"/>
                  </a:lnTo>
                  <a:lnTo>
                    <a:pt x="8496493" y="3402823"/>
                  </a:lnTo>
                  <a:lnTo>
                    <a:pt x="8473231" y="3268260"/>
                  </a:lnTo>
                  <a:lnTo>
                    <a:pt x="8449991" y="3136291"/>
                  </a:lnTo>
                  <a:lnTo>
                    <a:pt x="8426768" y="3007245"/>
                  </a:lnTo>
                  <a:lnTo>
                    <a:pt x="8403550" y="2881418"/>
                  </a:lnTo>
                  <a:lnTo>
                    <a:pt x="8380325" y="2759069"/>
                  </a:lnTo>
                  <a:lnTo>
                    <a:pt x="8357074" y="2640419"/>
                  </a:lnTo>
                  <a:lnTo>
                    <a:pt x="8333772" y="2525650"/>
                  </a:lnTo>
                  <a:lnTo>
                    <a:pt x="8310391" y="2414903"/>
                  </a:lnTo>
                  <a:lnTo>
                    <a:pt x="8286893" y="2308283"/>
                  </a:lnTo>
                  <a:lnTo>
                    <a:pt x="8263237" y="2205858"/>
                  </a:lnTo>
                  <a:lnTo>
                    <a:pt x="8239372" y="2107661"/>
                  </a:lnTo>
                  <a:lnTo>
                    <a:pt x="8215239" y="2013688"/>
                  </a:lnTo>
                  <a:lnTo>
                    <a:pt x="8190772" y="1923909"/>
                  </a:lnTo>
                  <a:lnTo>
                    <a:pt x="8165891" y="1838262"/>
                  </a:lnTo>
                  <a:lnTo>
                    <a:pt x="8151487" y="1791248"/>
                  </a:lnTo>
                  <a:lnTo>
                    <a:pt x="8111465" y="1670360"/>
                  </a:lnTo>
                  <a:lnTo>
                    <a:pt x="8069726" y="1559166"/>
                  </a:lnTo>
                  <a:lnTo>
                    <a:pt x="8025822" y="1457388"/>
                  </a:lnTo>
                  <a:lnTo>
                    <a:pt x="7979261" y="1364448"/>
                  </a:lnTo>
                  <a:lnTo>
                    <a:pt x="7929531" y="1279627"/>
                  </a:lnTo>
                  <a:lnTo>
                    <a:pt x="7876119" y="1202165"/>
                  </a:lnTo>
                  <a:lnTo>
                    <a:pt x="7818541" y="1131323"/>
                  </a:lnTo>
                  <a:lnTo>
                    <a:pt x="7756375" y="1066431"/>
                  </a:lnTo>
                  <a:lnTo>
                    <a:pt x="7689308" y="1006905"/>
                  </a:lnTo>
                  <a:lnTo>
                    <a:pt x="7617194" y="952270"/>
                  </a:lnTo>
                  <a:lnTo>
                    <a:pt x="7540123" y="902165"/>
                  </a:lnTo>
                  <a:lnTo>
                    <a:pt x="7458507" y="856343"/>
                  </a:lnTo>
                  <a:lnTo>
                    <a:pt x="7373163" y="814670"/>
                  </a:lnTo>
                  <a:lnTo>
                    <a:pt x="7285374" y="777112"/>
                  </a:lnTo>
                  <a:lnTo>
                    <a:pt x="7196927" y="743710"/>
                  </a:lnTo>
                  <a:lnTo>
                    <a:pt x="7110069" y="714545"/>
                  </a:lnTo>
                  <a:lnTo>
                    <a:pt x="7027386" y="689691"/>
                  </a:lnTo>
                  <a:lnTo>
                    <a:pt x="6951573" y="669165"/>
                  </a:lnTo>
                  <a:lnTo>
                    <a:pt x="6885126" y="652871"/>
                  </a:lnTo>
                  <a:lnTo>
                    <a:pt x="6830009" y="640572"/>
                  </a:lnTo>
                  <a:lnTo>
                    <a:pt x="6787340" y="631875"/>
                  </a:lnTo>
                  <a:lnTo>
                    <a:pt x="6757198" y="626243"/>
                  </a:lnTo>
                  <a:lnTo>
                    <a:pt x="6738550" y="623042"/>
                  </a:lnTo>
                  <a:lnTo>
                    <a:pt x="6729319" y="621582"/>
                  </a:lnTo>
                  <a:lnTo>
                    <a:pt x="6726505" y="621170"/>
                  </a:lnTo>
                  <a:lnTo>
                    <a:pt x="6726343" y="621147"/>
                  </a:lnTo>
                  <a:lnTo>
                    <a:pt x="5254955" y="621147"/>
                  </a:lnTo>
                  <a:lnTo>
                    <a:pt x="5253722" y="621132"/>
                  </a:lnTo>
                  <a:lnTo>
                    <a:pt x="5245631" y="621021"/>
                  </a:lnTo>
                  <a:lnTo>
                    <a:pt x="5225284" y="620715"/>
                  </a:lnTo>
                  <a:lnTo>
                    <a:pt x="5189033" y="620113"/>
                  </a:lnTo>
                  <a:lnTo>
                    <a:pt x="5135253" y="619123"/>
                  </a:lnTo>
                  <a:lnTo>
                    <a:pt x="5064466" y="617670"/>
                  </a:lnTo>
                  <a:lnTo>
                    <a:pt x="4979120" y="615707"/>
                  </a:lnTo>
                  <a:lnTo>
                    <a:pt x="4883014" y="613212"/>
                  </a:lnTo>
                  <a:lnTo>
                    <a:pt x="4780548" y="610183"/>
                  </a:lnTo>
                  <a:lnTo>
                    <a:pt x="4675992" y="606631"/>
                  </a:lnTo>
                  <a:lnTo>
                    <a:pt x="4572957" y="602566"/>
                  </a:lnTo>
                  <a:lnTo>
                    <a:pt x="4474130" y="597992"/>
                  </a:lnTo>
                  <a:lnTo>
                    <a:pt x="4381242" y="592896"/>
                  </a:lnTo>
                  <a:lnTo>
                    <a:pt x="4295177" y="587248"/>
                  </a:lnTo>
                  <a:lnTo>
                    <a:pt x="4216157" y="580997"/>
                  </a:lnTo>
                  <a:lnTo>
                    <a:pt x="4143932" y="574072"/>
                  </a:lnTo>
                  <a:lnTo>
                    <a:pt x="4077938" y="566387"/>
                  </a:lnTo>
                  <a:lnTo>
                    <a:pt x="4017434" y="557838"/>
                  </a:lnTo>
                  <a:lnTo>
                    <a:pt x="3961589" y="548314"/>
                  </a:lnTo>
                  <a:lnTo>
                    <a:pt x="3909552" y="537710"/>
                  </a:lnTo>
                  <a:lnTo>
                    <a:pt x="3860511" y="525940"/>
                  </a:lnTo>
                  <a:lnTo>
                    <a:pt x="3829811" y="517623"/>
                  </a:lnTo>
                  <a:lnTo>
                    <a:pt x="3776000" y="501229"/>
                  </a:lnTo>
                  <a:lnTo>
                    <a:pt x="3723913" y="483113"/>
                  </a:lnTo>
                  <a:lnTo>
                    <a:pt x="3672878" y="463253"/>
                  </a:lnTo>
                  <a:lnTo>
                    <a:pt x="3622411" y="441687"/>
                  </a:lnTo>
                  <a:lnTo>
                    <a:pt x="3572178" y="418527"/>
                  </a:lnTo>
                  <a:lnTo>
                    <a:pt x="3521968" y="393957"/>
                  </a:lnTo>
                  <a:lnTo>
                    <a:pt x="3471677" y="368236"/>
                  </a:lnTo>
                  <a:lnTo>
                    <a:pt x="3421280" y="341685"/>
                  </a:lnTo>
                  <a:lnTo>
                    <a:pt x="3370808" y="314674"/>
                  </a:lnTo>
                  <a:lnTo>
                    <a:pt x="3320325" y="287602"/>
                  </a:lnTo>
                  <a:lnTo>
                    <a:pt x="3269899" y="260871"/>
                  </a:lnTo>
                  <a:lnTo>
                    <a:pt x="3219576" y="234863"/>
                  </a:lnTo>
                  <a:lnTo>
                    <a:pt x="3169349" y="209914"/>
                  </a:lnTo>
                  <a:lnTo>
                    <a:pt x="3119139" y="186305"/>
                  </a:lnTo>
                  <a:lnTo>
                    <a:pt x="3068772" y="164242"/>
                  </a:lnTo>
                  <a:lnTo>
                    <a:pt x="3017953" y="143858"/>
                  </a:lnTo>
                  <a:lnTo>
                    <a:pt x="2966246" y="125214"/>
                  </a:lnTo>
                  <a:lnTo>
                    <a:pt x="2913040" y="108305"/>
                  </a:lnTo>
                  <a:lnTo>
                    <a:pt x="2896531" y="103524"/>
                  </a:lnTo>
                  <a:lnTo>
                    <a:pt x="2849046" y="90973"/>
                  </a:lnTo>
                  <a:lnTo>
                    <a:pt x="2799050" y="79616"/>
                  </a:lnTo>
                  <a:lnTo>
                    <a:pt x="2745781" y="69399"/>
                  </a:lnTo>
                  <a:lnTo>
                    <a:pt x="2688410" y="60227"/>
                  </a:lnTo>
                  <a:lnTo>
                    <a:pt x="2626086" y="51991"/>
                  </a:lnTo>
                  <a:lnTo>
                    <a:pt x="2558000" y="44582"/>
                  </a:lnTo>
                  <a:lnTo>
                    <a:pt x="2483460" y="37901"/>
                  </a:lnTo>
                  <a:lnTo>
                    <a:pt x="2401995" y="31867"/>
                  </a:lnTo>
                  <a:lnTo>
                    <a:pt x="2313498" y="26416"/>
                  </a:lnTo>
                  <a:lnTo>
                    <a:pt x="2218402" y="21504"/>
                  </a:lnTo>
                  <a:lnTo>
                    <a:pt x="2117866" y="17108"/>
                  </a:lnTo>
                  <a:lnTo>
                    <a:pt x="2013946" y="13220"/>
                  </a:lnTo>
                  <a:lnTo>
                    <a:pt x="1909667" y="9849"/>
                  </a:lnTo>
                  <a:lnTo>
                    <a:pt x="1808911" y="7005"/>
                  </a:lnTo>
                  <a:lnTo>
                    <a:pt x="1716066" y="4696"/>
                  </a:lnTo>
                  <a:lnTo>
                    <a:pt x="1635413" y="2915"/>
                  </a:lnTo>
                  <a:lnTo>
                    <a:pt x="1570360" y="1630"/>
                  </a:lnTo>
                  <a:lnTo>
                    <a:pt x="1522734" y="785"/>
                  </a:lnTo>
                  <a:lnTo>
                    <a:pt x="1492314" y="297"/>
                  </a:lnTo>
                  <a:lnTo>
                    <a:pt x="1476744" y="70"/>
                  </a:lnTo>
                  <a:lnTo>
                    <a:pt x="1471735" y="4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79" name="pg779"/>
            <p:cNvSpPr/>
            <p:nvPr/>
          </p:nvSpPr>
          <p:spPr>
            <a:xfrm>
              <a:off x="4799595" y="3108153"/>
              <a:ext cx="11981298" cy="3399967"/>
            </a:xfrm>
            <a:custGeom>
              <a:avLst/>
              <a:pathLst>
                <a:path w="11981298" h="3399967">
                  <a:moveTo>
                    <a:pt x="0" y="1446620"/>
                  </a:moveTo>
                  <a:lnTo>
                    <a:pt x="1471387" y="1446620"/>
                  </a:lnTo>
                  <a:lnTo>
                    <a:pt x="1472579" y="1446667"/>
                  </a:lnTo>
                  <a:lnTo>
                    <a:pt x="1480410" y="1447004"/>
                  </a:lnTo>
                  <a:lnTo>
                    <a:pt x="1500120" y="1447933"/>
                  </a:lnTo>
                  <a:lnTo>
                    <a:pt x="1535290" y="1449763"/>
                  </a:lnTo>
                  <a:lnTo>
                    <a:pt x="1587572" y="1452774"/>
                  </a:lnTo>
                  <a:lnTo>
                    <a:pt x="1656563" y="1457195"/>
                  </a:lnTo>
                  <a:lnTo>
                    <a:pt x="1740001" y="1463177"/>
                  </a:lnTo>
                  <a:lnTo>
                    <a:pt x="1834283" y="1470793"/>
                  </a:lnTo>
                  <a:lnTo>
                    <a:pt x="1935176" y="1480052"/>
                  </a:lnTo>
                  <a:lnTo>
                    <a:pt x="2038514" y="1490923"/>
                  </a:lnTo>
                  <a:lnTo>
                    <a:pt x="2140721" y="1503372"/>
                  </a:lnTo>
                  <a:lnTo>
                    <a:pt x="2239087" y="1517386"/>
                  </a:lnTo>
                  <a:lnTo>
                    <a:pt x="2331827" y="1532996"/>
                  </a:lnTo>
                  <a:lnTo>
                    <a:pt x="2417977" y="1550285"/>
                  </a:lnTo>
                  <a:lnTo>
                    <a:pt x="2497239" y="1569399"/>
                  </a:lnTo>
                  <a:lnTo>
                    <a:pt x="2569792" y="1590540"/>
                  </a:lnTo>
                  <a:lnTo>
                    <a:pt x="2636137" y="1613969"/>
                  </a:lnTo>
                  <a:lnTo>
                    <a:pt x="2696967" y="1639989"/>
                  </a:lnTo>
                  <a:lnTo>
                    <a:pt x="2753075" y="1668934"/>
                  </a:lnTo>
                  <a:lnTo>
                    <a:pt x="2805283" y="1701135"/>
                  </a:lnTo>
                  <a:lnTo>
                    <a:pt x="2854388" y="1736870"/>
                  </a:lnTo>
                  <a:lnTo>
                    <a:pt x="2896531" y="1772178"/>
                  </a:lnTo>
                  <a:lnTo>
                    <a:pt x="2939653" y="1812904"/>
                  </a:lnTo>
                  <a:lnTo>
                    <a:pt x="2981578" y="1857061"/>
                  </a:lnTo>
                  <a:lnTo>
                    <a:pt x="3022679" y="1904713"/>
                  </a:lnTo>
                  <a:lnTo>
                    <a:pt x="3063247" y="1955851"/>
                  </a:lnTo>
                  <a:lnTo>
                    <a:pt x="3103504" y="2010380"/>
                  </a:lnTo>
                  <a:lnTo>
                    <a:pt x="3143614" y="2068111"/>
                  </a:lnTo>
                  <a:lnTo>
                    <a:pt x="3183689" y="2128762"/>
                  </a:lnTo>
                  <a:lnTo>
                    <a:pt x="3223796" y="2191954"/>
                  </a:lnTo>
                  <a:lnTo>
                    <a:pt x="3263968" y="2257223"/>
                  </a:lnTo>
                  <a:lnTo>
                    <a:pt x="3304208" y="2324026"/>
                  </a:lnTo>
                  <a:lnTo>
                    <a:pt x="3344496" y="2391766"/>
                  </a:lnTo>
                  <a:lnTo>
                    <a:pt x="3384801" y="2459805"/>
                  </a:lnTo>
                  <a:lnTo>
                    <a:pt x="3425087" y="2527498"/>
                  </a:lnTo>
                  <a:lnTo>
                    <a:pt x="3465322" y="2594209"/>
                  </a:lnTo>
                  <a:lnTo>
                    <a:pt x="3505489" y="2659342"/>
                  </a:lnTo>
                  <a:lnTo>
                    <a:pt x="3545592" y="2722363"/>
                  </a:lnTo>
                  <a:lnTo>
                    <a:pt x="3585666" y="2782811"/>
                  </a:lnTo>
                  <a:lnTo>
                    <a:pt x="3625782" y="2840316"/>
                  </a:lnTo>
                  <a:lnTo>
                    <a:pt x="3666057" y="2894602"/>
                  </a:lnTo>
                  <a:lnTo>
                    <a:pt x="3706656" y="2945487"/>
                  </a:lnTo>
                  <a:lnTo>
                    <a:pt x="3747806" y="2992882"/>
                  </a:lnTo>
                  <a:lnTo>
                    <a:pt x="3789805" y="3036784"/>
                  </a:lnTo>
                  <a:lnTo>
                    <a:pt x="3829811" y="3074409"/>
                  </a:lnTo>
                  <a:lnTo>
                    <a:pt x="3876745" y="3113454"/>
                  </a:lnTo>
                  <a:lnTo>
                    <a:pt x="3926126" y="3148826"/>
                  </a:lnTo>
                  <a:lnTo>
                    <a:pt x="3978687" y="3180687"/>
                  </a:lnTo>
                  <a:lnTo>
                    <a:pt x="4035230" y="3209325"/>
                  </a:lnTo>
                  <a:lnTo>
                    <a:pt x="4096577" y="3235071"/>
                  </a:lnTo>
                  <a:lnTo>
                    <a:pt x="4163513" y="3258258"/>
                  </a:lnTo>
                  <a:lnTo>
                    <a:pt x="4236719" y="3279187"/>
                  </a:lnTo>
                  <a:lnTo>
                    <a:pt x="4316668" y="3298109"/>
                  </a:lnTo>
                  <a:lnTo>
                    <a:pt x="4403500" y="3315225"/>
                  </a:lnTo>
                  <a:lnTo>
                    <a:pt x="4496857" y="3330672"/>
                  </a:lnTo>
                  <a:lnTo>
                    <a:pt x="4595703" y="3344530"/>
                  </a:lnTo>
                  <a:lnTo>
                    <a:pt x="4698161" y="3356822"/>
                  </a:lnTo>
                  <a:lnTo>
                    <a:pt x="4801427" y="3367534"/>
                  </a:lnTo>
                  <a:lnTo>
                    <a:pt x="4901853" y="3376629"/>
                  </a:lnTo>
                  <a:lnTo>
                    <a:pt x="4995237" y="3384081"/>
                  </a:lnTo>
                  <a:lnTo>
                    <a:pt x="5077376" y="3389903"/>
                  </a:lnTo>
                  <a:lnTo>
                    <a:pt x="5144771" y="3394174"/>
                  </a:lnTo>
                  <a:lnTo>
                    <a:pt x="5195326" y="3397056"/>
                  </a:lnTo>
                  <a:lnTo>
                    <a:pt x="5228843" y="3398782"/>
                  </a:lnTo>
                  <a:lnTo>
                    <a:pt x="5247175" y="3399639"/>
                  </a:lnTo>
                  <a:lnTo>
                    <a:pt x="5254081" y="3399932"/>
                  </a:lnTo>
                  <a:lnTo>
                    <a:pt x="5254955" y="3399967"/>
                  </a:lnTo>
                  <a:lnTo>
                    <a:pt x="6726343" y="3399967"/>
                  </a:lnTo>
                  <a:lnTo>
                    <a:pt x="6727455" y="3399891"/>
                  </a:lnTo>
                  <a:lnTo>
                    <a:pt x="6734769" y="3399349"/>
                  </a:lnTo>
                  <a:lnTo>
                    <a:pt x="6753221" y="3397850"/>
                  </a:lnTo>
                  <a:lnTo>
                    <a:pt x="6786243" y="3394899"/>
                  </a:lnTo>
                  <a:lnTo>
                    <a:pt x="6835529" y="3390036"/>
                  </a:lnTo>
                  <a:lnTo>
                    <a:pt x="6900903" y="3382882"/>
                  </a:lnTo>
                  <a:lnTo>
                    <a:pt x="6980456" y="3373174"/>
                  </a:lnTo>
                  <a:lnTo>
                    <a:pt x="7070977" y="3360777"/>
                  </a:lnTo>
                  <a:lnTo>
                    <a:pt x="7168571" y="3345664"/>
                  </a:lnTo>
                  <a:lnTo>
                    <a:pt x="7269299" y="3327872"/>
                  </a:lnTo>
                  <a:lnTo>
                    <a:pt x="7369673" y="3307463"/>
                  </a:lnTo>
                  <a:lnTo>
                    <a:pt x="7466961" y="3284468"/>
                  </a:lnTo>
                  <a:lnTo>
                    <a:pt x="7559271" y="3258860"/>
                  </a:lnTo>
                  <a:lnTo>
                    <a:pt x="7645498" y="3230530"/>
                  </a:lnTo>
                  <a:lnTo>
                    <a:pt x="7725187" y="3199275"/>
                  </a:lnTo>
                  <a:lnTo>
                    <a:pt x="7798374" y="3164799"/>
                  </a:lnTo>
                  <a:lnTo>
                    <a:pt x="7865433" y="3126715"/>
                  </a:lnTo>
                  <a:lnTo>
                    <a:pt x="7926953" y="3084556"/>
                  </a:lnTo>
                  <a:lnTo>
                    <a:pt x="7983645" y="3037799"/>
                  </a:lnTo>
                  <a:lnTo>
                    <a:pt x="8036267" y="2985902"/>
                  </a:lnTo>
                  <a:lnTo>
                    <a:pt x="8085581" y="2928362"/>
                  </a:lnTo>
                  <a:lnTo>
                    <a:pt x="8132299" y="2864822"/>
                  </a:lnTo>
                  <a:lnTo>
                    <a:pt x="8151487" y="2836030"/>
                  </a:lnTo>
                  <a:lnTo>
                    <a:pt x="8186526" y="2779331"/>
                  </a:lnTo>
                  <a:lnTo>
                    <a:pt x="8220727" y="2718752"/>
                  </a:lnTo>
                  <a:lnTo>
                    <a:pt x="8254303" y="2654216"/>
                  </a:lnTo>
                  <a:lnTo>
                    <a:pt x="8287429" y="2585697"/>
                  </a:lnTo>
                  <a:lnTo>
                    <a:pt x="8320245" y="2513228"/>
                  </a:lnTo>
                  <a:lnTo>
                    <a:pt x="8352864" y="2436911"/>
                  </a:lnTo>
                  <a:lnTo>
                    <a:pt x="8385375" y="2356913"/>
                  </a:lnTo>
                  <a:lnTo>
                    <a:pt x="8417842" y="2273476"/>
                  </a:lnTo>
                  <a:lnTo>
                    <a:pt x="8450312" y="2186910"/>
                  </a:lnTo>
                  <a:lnTo>
                    <a:pt x="8482813" y="2097596"/>
                  </a:lnTo>
                  <a:lnTo>
                    <a:pt x="8515357" y="2005978"/>
                  </a:lnTo>
                  <a:lnTo>
                    <a:pt x="8547947" y="1912555"/>
                  </a:lnTo>
                  <a:lnTo>
                    <a:pt x="8580573" y="1817872"/>
                  </a:lnTo>
                  <a:lnTo>
                    <a:pt x="8613221" y="1722505"/>
                  </a:lnTo>
                  <a:lnTo>
                    <a:pt x="8645872" y="1627048"/>
                  </a:lnTo>
                  <a:lnTo>
                    <a:pt x="8678507" y="1532098"/>
                  </a:lnTo>
                  <a:lnTo>
                    <a:pt x="8711109" y="1438237"/>
                  </a:lnTo>
                  <a:lnTo>
                    <a:pt x="8743668" y="1346022"/>
                  </a:lnTo>
                  <a:lnTo>
                    <a:pt x="8776180" y="1255967"/>
                  </a:lnTo>
                  <a:lnTo>
                    <a:pt x="8808657" y="1168532"/>
                  </a:lnTo>
                  <a:lnTo>
                    <a:pt x="8841121" y="1084119"/>
                  </a:lnTo>
                  <a:lnTo>
                    <a:pt x="8873613" y="1003059"/>
                  </a:lnTo>
                  <a:lnTo>
                    <a:pt x="8906192" y="925615"/>
                  </a:lnTo>
                  <a:lnTo>
                    <a:pt x="8938938" y="851977"/>
                  </a:lnTo>
                  <a:lnTo>
                    <a:pt x="8971957" y="782265"/>
                  </a:lnTo>
                  <a:lnTo>
                    <a:pt x="9005381" y="716532"/>
                  </a:lnTo>
                  <a:lnTo>
                    <a:pt x="9039374" y="654770"/>
                  </a:lnTo>
                  <a:lnTo>
                    <a:pt x="9074137" y="596917"/>
                  </a:lnTo>
                  <a:lnTo>
                    <a:pt x="9084767" y="580282"/>
                  </a:lnTo>
                  <a:lnTo>
                    <a:pt x="9130578" y="514156"/>
                  </a:lnTo>
                  <a:lnTo>
                    <a:pt x="9178708" y="454101"/>
                  </a:lnTo>
                  <a:lnTo>
                    <a:pt x="9229836" y="399866"/>
                  </a:lnTo>
                  <a:lnTo>
                    <a:pt x="9284708" y="350995"/>
                  </a:lnTo>
                  <a:lnTo>
                    <a:pt x="9344089" y="306953"/>
                  </a:lnTo>
                  <a:lnTo>
                    <a:pt x="9408718" y="267201"/>
                  </a:lnTo>
                  <a:lnTo>
                    <a:pt x="9479245" y="231246"/>
                  </a:lnTo>
                  <a:lnTo>
                    <a:pt x="9556149" y="198667"/>
                  </a:lnTo>
                  <a:lnTo>
                    <a:pt x="9639627" y="169126"/>
                  </a:lnTo>
                  <a:lnTo>
                    <a:pt x="9729450" y="142383"/>
                  </a:lnTo>
                  <a:lnTo>
                    <a:pt x="9824809" y="118287"/>
                  </a:lnTo>
                  <a:lnTo>
                    <a:pt x="9924160" y="96780"/>
                  </a:lnTo>
                  <a:lnTo>
                    <a:pt x="10025124" y="77871"/>
                  </a:lnTo>
                  <a:lnTo>
                    <a:pt x="10124511" y="61615"/>
                  </a:lnTo>
                  <a:lnTo>
                    <a:pt x="10218525" y="48064"/>
                  </a:lnTo>
                  <a:lnTo>
                    <a:pt x="10303176" y="37225"/>
                  </a:lnTo>
                  <a:lnTo>
                    <a:pt x="10374886" y="29013"/>
                  </a:lnTo>
                  <a:lnTo>
                    <a:pt x="10431124" y="23218"/>
                  </a:lnTo>
                  <a:lnTo>
                    <a:pt x="10470946" y="19508"/>
                  </a:lnTo>
                  <a:lnTo>
                    <a:pt x="10495254" y="17454"/>
                  </a:lnTo>
                  <a:lnTo>
                    <a:pt x="10506771" y="16567"/>
                  </a:lnTo>
                  <a:lnTo>
                    <a:pt x="10509911" y="16345"/>
                  </a:lnTo>
                  <a:lnTo>
                    <a:pt x="11981298" y="16345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8799" y="76"/>
                  </a:lnTo>
                  <a:lnTo>
                    <a:pt x="10501484" y="618"/>
                  </a:lnTo>
                  <a:lnTo>
                    <a:pt x="10483032" y="2116"/>
                  </a:lnTo>
                  <a:lnTo>
                    <a:pt x="10450010" y="5067"/>
                  </a:lnTo>
                  <a:lnTo>
                    <a:pt x="10400724" y="9930"/>
                  </a:lnTo>
                  <a:lnTo>
                    <a:pt x="10335350" y="17084"/>
                  </a:lnTo>
                  <a:lnTo>
                    <a:pt x="10255797" y="26792"/>
                  </a:lnTo>
                  <a:lnTo>
                    <a:pt x="10165276" y="39189"/>
                  </a:lnTo>
                  <a:lnTo>
                    <a:pt x="10067682" y="54303"/>
                  </a:lnTo>
                  <a:lnTo>
                    <a:pt x="9966955" y="72094"/>
                  </a:lnTo>
                  <a:lnTo>
                    <a:pt x="9866580" y="92503"/>
                  </a:lnTo>
                  <a:lnTo>
                    <a:pt x="9769292" y="115498"/>
                  </a:lnTo>
                  <a:lnTo>
                    <a:pt x="9676982" y="141106"/>
                  </a:lnTo>
                  <a:lnTo>
                    <a:pt x="9590756" y="169436"/>
                  </a:lnTo>
                  <a:lnTo>
                    <a:pt x="9511066" y="200691"/>
                  </a:lnTo>
                  <a:lnTo>
                    <a:pt x="9437879" y="235167"/>
                  </a:lnTo>
                  <a:lnTo>
                    <a:pt x="9370820" y="273252"/>
                  </a:lnTo>
                  <a:lnTo>
                    <a:pt x="9309300" y="315411"/>
                  </a:lnTo>
                  <a:lnTo>
                    <a:pt x="9252609" y="362167"/>
                  </a:lnTo>
                  <a:lnTo>
                    <a:pt x="9199986" y="414064"/>
                  </a:lnTo>
                  <a:lnTo>
                    <a:pt x="9150672" y="471604"/>
                  </a:lnTo>
                  <a:lnTo>
                    <a:pt x="9103954" y="535145"/>
                  </a:lnTo>
                  <a:lnTo>
                    <a:pt x="9084767" y="563936"/>
                  </a:lnTo>
                  <a:lnTo>
                    <a:pt x="9049727" y="620636"/>
                  </a:lnTo>
                  <a:lnTo>
                    <a:pt x="9015526" y="681214"/>
                  </a:lnTo>
                  <a:lnTo>
                    <a:pt x="8981950" y="745750"/>
                  </a:lnTo>
                  <a:lnTo>
                    <a:pt x="8948824" y="814270"/>
                  </a:lnTo>
                  <a:lnTo>
                    <a:pt x="8916008" y="886738"/>
                  </a:lnTo>
                  <a:lnTo>
                    <a:pt x="8883389" y="963055"/>
                  </a:lnTo>
                  <a:lnTo>
                    <a:pt x="8850878" y="1043053"/>
                  </a:lnTo>
                  <a:lnTo>
                    <a:pt x="8818411" y="1126490"/>
                  </a:lnTo>
                  <a:lnTo>
                    <a:pt x="8785941" y="1213056"/>
                  </a:lnTo>
                  <a:lnTo>
                    <a:pt x="8753441" y="1302370"/>
                  </a:lnTo>
                  <a:lnTo>
                    <a:pt x="8720896" y="1393988"/>
                  </a:lnTo>
                  <a:lnTo>
                    <a:pt x="8688306" y="1487411"/>
                  </a:lnTo>
                  <a:lnTo>
                    <a:pt x="8655680" y="1582094"/>
                  </a:lnTo>
                  <a:lnTo>
                    <a:pt x="8623032" y="1677461"/>
                  </a:lnTo>
                  <a:lnTo>
                    <a:pt x="8590381" y="1772918"/>
                  </a:lnTo>
                  <a:lnTo>
                    <a:pt x="8557746" y="1867869"/>
                  </a:lnTo>
                  <a:lnTo>
                    <a:pt x="8525144" y="1961729"/>
                  </a:lnTo>
                  <a:lnTo>
                    <a:pt x="8492586" y="2053944"/>
                  </a:lnTo>
                  <a:lnTo>
                    <a:pt x="8460073" y="2144000"/>
                  </a:lnTo>
                  <a:lnTo>
                    <a:pt x="8427596" y="2231434"/>
                  </a:lnTo>
                  <a:lnTo>
                    <a:pt x="8395132" y="2315847"/>
                  </a:lnTo>
                  <a:lnTo>
                    <a:pt x="8362640" y="2396907"/>
                  </a:lnTo>
                  <a:lnTo>
                    <a:pt x="8330061" y="2474351"/>
                  </a:lnTo>
                  <a:lnTo>
                    <a:pt x="8297315" y="2547989"/>
                  </a:lnTo>
                  <a:lnTo>
                    <a:pt x="8264296" y="2617702"/>
                  </a:lnTo>
                  <a:lnTo>
                    <a:pt x="8230872" y="2683435"/>
                  </a:lnTo>
                  <a:lnTo>
                    <a:pt x="8196879" y="2745196"/>
                  </a:lnTo>
                  <a:lnTo>
                    <a:pt x="8162116" y="2803050"/>
                  </a:lnTo>
                  <a:lnTo>
                    <a:pt x="8151487" y="2819684"/>
                  </a:lnTo>
                  <a:lnTo>
                    <a:pt x="8105675" y="2885810"/>
                  </a:lnTo>
                  <a:lnTo>
                    <a:pt x="8057545" y="2945865"/>
                  </a:lnTo>
                  <a:lnTo>
                    <a:pt x="8006417" y="3000100"/>
                  </a:lnTo>
                  <a:lnTo>
                    <a:pt x="7951545" y="3048971"/>
                  </a:lnTo>
                  <a:lnTo>
                    <a:pt x="7892164" y="3093014"/>
                  </a:lnTo>
                  <a:lnTo>
                    <a:pt x="7827535" y="3132766"/>
                  </a:lnTo>
                  <a:lnTo>
                    <a:pt x="7757008" y="3168720"/>
                  </a:lnTo>
                  <a:lnTo>
                    <a:pt x="7680104" y="3201300"/>
                  </a:lnTo>
                  <a:lnTo>
                    <a:pt x="7596626" y="3230840"/>
                  </a:lnTo>
                  <a:lnTo>
                    <a:pt x="7506803" y="3257584"/>
                  </a:lnTo>
                  <a:lnTo>
                    <a:pt x="7411444" y="3281679"/>
                  </a:lnTo>
                  <a:lnTo>
                    <a:pt x="7312093" y="3303186"/>
                  </a:lnTo>
                  <a:lnTo>
                    <a:pt x="7211129" y="3322095"/>
                  </a:lnTo>
                  <a:lnTo>
                    <a:pt x="7111742" y="3338351"/>
                  </a:lnTo>
                  <a:lnTo>
                    <a:pt x="7017729" y="3351902"/>
                  </a:lnTo>
                  <a:lnTo>
                    <a:pt x="6933077" y="3362741"/>
                  </a:lnTo>
                  <a:lnTo>
                    <a:pt x="6861368" y="3370954"/>
                  </a:lnTo>
                  <a:lnTo>
                    <a:pt x="6805129" y="3376749"/>
                  </a:lnTo>
                  <a:lnTo>
                    <a:pt x="6765308" y="3380458"/>
                  </a:lnTo>
                  <a:lnTo>
                    <a:pt x="6740999" y="3382513"/>
                  </a:lnTo>
                  <a:lnTo>
                    <a:pt x="6729482" y="3383400"/>
                  </a:lnTo>
                  <a:lnTo>
                    <a:pt x="6726343" y="3383621"/>
                  </a:lnTo>
                  <a:lnTo>
                    <a:pt x="5254955" y="3383621"/>
                  </a:lnTo>
                  <a:lnTo>
                    <a:pt x="5253763" y="3383574"/>
                  </a:lnTo>
                  <a:lnTo>
                    <a:pt x="5245933" y="3383237"/>
                  </a:lnTo>
                  <a:lnTo>
                    <a:pt x="5226222" y="3382308"/>
                  </a:lnTo>
                  <a:lnTo>
                    <a:pt x="5191052" y="3380478"/>
                  </a:lnTo>
                  <a:lnTo>
                    <a:pt x="5138770" y="3377467"/>
                  </a:lnTo>
                  <a:lnTo>
                    <a:pt x="5069779" y="3373046"/>
                  </a:lnTo>
                  <a:lnTo>
                    <a:pt x="4986341" y="3367064"/>
                  </a:lnTo>
                  <a:lnTo>
                    <a:pt x="4892059" y="3359448"/>
                  </a:lnTo>
                  <a:lnTo>
                    <a:pt x="4791166" y="3350189"/>
                  </a:lnTo>
                  <a:lnTo>
                    <a:pt x="4687829" y="3339318"/>
                  </a:lnTo>
                  <a:lnTo>
                    <a:pt x="4585622" y="3326869"/>
                  </a:lnTo>
                  <a:lnTo>
                    <a:pt x="4487255" y="3312855"/>
                  </a:lnTo>
                  <a:lnTo>
                    <a:pt x="4394516" y="3297245"/>
                  </a:lnTo>
                  <a:lnTo>
                    <a:pt x="4308365" y="3279956"/>
                  </a:lnTo>
                  <a:lnTo>
                    <a:pt x="4229103" y="3260842"/>
                  </a:lnTo>
                  <a:lnTo>
                    <a:pt x="4156550" y="3239701"/>
                  </a:lnTo>
                  <a:lnTo>
                    <a:pt x="4090205" y="3216272"/>
                  </a:lnTo>
                  <a:lnTo>
                    <a:pt x="4029375" y="3190252"/>
                  </a:lnTo>
                  <a:lnTo>
                    <a:pt x="3973267" y="3161307"/>
                  </a:lnTo>
                  <a:lnTo>
                    <a:pt x="3921059" y="3129106"/>
                  </a:lnTo>
                  <a:lnTo>
                    <a:pt x="3871954" y="3093371"/>
                  </a:lnTo>
                  <a:lnTo>
                    <a:pt x="3829811" y="3058063"/>
                  </a:lnTo>
                  <a:lnTo>
                    <a:pt x="3786689" y="3017337"/>
                  </a:lnTo>
                  <a:lnTo>
                    <a:pt x="3744764" y="2973180"/>
                  </a:lnTo>
                  <a:lnTo>
                    <a:pt x="3703663" y="2925528"/>
                  </a:lnTo>
                  <a:lnTo>
                    <a:pt x="3663095" y="2874390"/>
                  </a:lnTo>
                  <a:lnTo>
                    <a:pt x="3622838" y="2819861"/>
                  </a:lnTo>
                  <a:lnTo>
                    <a:pt x="3582728" y="2762130"/>
                  </a:lnTo>
                  <a:lnTo>
                    <a:pt x="3542654" y="2701479"/>
                  </a:lnTo>
                  <a:lnTo>
                    <a:pt x="3502546" y="2638287"/>
                  </a:lnTo>
                  <a:lnTo>
                    <a:pt x="3462374" y="2573018"/>
                  </a:lnTo>
                  <a:lnTo>
                    <a:pt x="3422134" y="2506215"/>
                  </a:lnTo>
                  <a:lnTo>
                    <a:pt x="3381846" y="2438475"/>
                  </a:lnTo>
                  <a:lnTo>
                    <a:pt x="3341541" y="2370436"/>
                  </a:lnTo>
                  <a:lnTo>
                    <a:pt x="3301256" y="2302743"/>
                  </a:lnTo>
                  <a:lnTo>
                    <a:pt x="3261020" y="2236032"/>
                  </a:lnTo>
                  <a:lnTo>
                    <a:pt x="3220853" y="2170899"/>
                  </a:lnTo>
                  <a:lnTo>
                    <a:pt x="3180750" y="2107878"/>
                  </a:lnTo>
                  <a:lnTo>
                    <a:pt x="3140676" y="2047430"/>
                  </a:lnTo>
                  <a:lnTo>
                    <a:pt x="3100560" y="1989925"/>
                  </a:lnTo>
                  <a:lnTo>
                    <a:pt x="3060286" y="1935639"/>
                  </a:lnTo>
                  <a:lnTo>
                    <a:pt x="3019687" y="1884754"/>
                  </a:lnTo>
                  <a:lnTo>
                    <a:pt x="2978536" y="1837359"/>
                  </a:lnTo>
                  <a:lnTo>
                    <a:pt x="2936538" y="1793457"/>
                  </a:lnTo>
                  <a:lnTo>
                    <a:pt x="2896531" y="1755832"/>
                  </a:lnTo>
                  <a:lnTo>
                    <a:pt x="2849597" y="1716787"/>
                  </a:lnTo>
                  <a:lnTo>
                    <a:pt x="2800216" y="1681415"/>
                  </a:lnTo>
                  <a:lnTo>
                    <a:pt x="2747656" y="1649554"/>
                  </a:lnTo>
                  <a:lnTo>
                    <a:pt x="2691113" y="1620916"/>
                  </a:lnTo>
                  <a:lnTo>
                    <a:pt x="2629766" y="1595170"/>
                  </a:lnTo>
                  <a:lnTo>
                    <a:pt x="2562829" y="1571983"/>
                  </a:lnTo>
                  <a:lnTo>
                    <a:pt x="2489623" y="1551054"/>
                  </a:lnTo>
                  <a:lnTo>
                    <a:pt x="2409674" y="1532132"/>
                  </a:lnTo>
                  <a:lnTo>
                    <a:pt x="2322842" y="1515016"/>
                  </a:lnTo>
                  <a:lnTo>
                    <a:pt x="2229485" y="1499569"/>
                  </a:lnTo>
                  <a:lnTo>
                    <a:pt x="2130639" y="1485711"/>
                  </a:lnTo>
                  <a:lnTo>
                    <a:pt x="2028182" y="1473419"/>
                  </a:lnTo>
                  <a:lnTo>
                    <a:pt x="1924915" y="1462707"/>
                  </a:lnTo>
                  <a:lnTo>
                    <a:pt x="1824489" y="1453612"/>
                  </a:lnTo>
                  <a:lnTo>
                    <a:pt x="1731105" y="1446160"/>
                  </a:lnTo>
                  <a:lnTo>
                    <a:pt x="1648966" y="1440338"/>
                  </a:lnTo>
                  <a:lnTo>
                    <a:pt x="1581571" y="1436067"/>
                  </a:lnTo>
                  <a:lnTo>
                    <a:pt x="1531016" y="1433185"/>
                  </a:lnTo>
                  <a:lnTo>
                    <a:pt x="1497499" y="1431459"/>
                  </a:lnTo>
                  <a:lnTo>
                    <a:pt x="1479167" y="1430602"/>
                  </a:lnTo>
                  <a:lnTo>
                    <a:pt x="1472261" y="1430309"/>
                  </a:lnTo>
                  <a:lnTo>
                    <a:pt x="1471387" y="1430274"/>
                  </a:lnTo>
                  <a:lnTo>
                    <a:pt x="0" y="1430274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780" name="pl780"/>
            <p:cNvSpPr/>
            <p:nvPr/>
          </p:nvSpPr>
          <p:spPr>
            <a:xfrm>
              <a:off x="4799595" y="3124499"/>
              <a:ext cx="11981298" cy="3383621"/>
            </a:xfrm>
            <a:custGeom>
              <a:avLst/>
              <a:pathLst>
                <a:path w="11981298" h="3383621">
                  <a:moveTo>
                    <a:pt x="0" y="1430274"/>
                  </a:moveTo>
                  <a:lnTo>
                    <a:pt x="1471387" y="1430274"/>
                  </a:lnTo>
                  <a:lnTo>
                    <a:pt x="1472579" y="1430321"/>
                  </a:lnTo>
                  <a:lnTo>
                    <a:pt x="1480410" y="1430658"/>
                  </a:lnTo>
                  <a:lnTo>
                    <a:pt x="1500120" y="1431587"/>
                  </a:lnTo>
                  <a:lnTo>
                    <a:pt x="1535290" y="1433417"/>
                  </a:lnTo>
                  <a:lnTo>
                    <a:pt x="1587572" y="1436428"/>
                  </a:lnTo>
                  <a:lnTo>
                    <a:pt x="1656563" y="1440849"/>
                  </a:lnTo>
                  <a:lnTo>
                    <a:pt x="1740001" y="1446831"/>
                  </a:lnTo>
                  <a:lnTo>
                    <a:pt x="1834283" y="1454447"/>
                  </a:lnTo>
                  <a:lnTo>
                    <a:pt x="1935176" y="1463706"/>
                  </a:lnTo>
                  <a:lnTo>
                    <a:pt x="2038514" y="1474577"/>
                  </a:lnTo>
                  <a:lnTo>
                    <a:pt x="2140721" y="1487026"/>
                  </a:lnTo>
                  <a:lnTo>
                    <a:pt x="2239087" y="1501040"/>
                  </a:lnTo>
                  <a:lnTo>
                    <a:pt x="2331827" y="1516650"/>
                  </a:lnTo>
                  <a:lnTo>
                    <a:pt x="2417977" y="1533939"/>
                  </a:lnTo>
                  <a:lnTo>
                    <a:pt x="2497239" y="1553053"/>
                  </a:lnTo>
                  <a:lnTo>
                    <a:pt x="2569792" y="1574194"/>
                  </a:lnTo>
                  <a:lnTo>
                    <a:pt x="2636137" y="1597623"/>
                  </a:lnTo>
                  <a:lnTo>
                    <a:pt x="2696967" y="1623643"/>
                  </a:lnTo>
                  <a:lnTo>
                    <a:pt x="2753075" y="1652588"/>
                  </a:lnTo>
                  <a:lnTo>
                    <a:pt x="2805283" y="1684789"/>
                  </a:lnTo>
                  <a:lnTo>
                    <a:pt x="2854388" y="1720524"/>
                  </a:lnTo>
                  <a:lnTo>
                    <a:pt x="2896531" y="1755832"/>
                  </a:lnTo>
                  <a:lnTo>
                    <a:pt x="2939653" y="1796558"/>
                  </a:lnTo>
                  <a:lnTo>
                    <a:pt x="2981578" y="1840715"/>
                  </a:lnTo>
                  <a:lnTo>
                    <a:pt x="3022679" y="1888367"/>
                  </a:lnTo>
                  <a:lnTo>
                    <a:pt x="3063247" y="1939505"/>
                  </a:lnTo>
                  <a:lnTo>
                    <a:pt x="3103504" y="1994034"/>
                  </a:lnTo>
                  <a:lnTo>
                    <a:pt x="3143614" y="2051765"/>
                  </a:lnTo>
                  <a:lnTo>
                    <a:pt x="3183689" y="2112416"/>
                  </a:lnTo>
                  <a:lnTo>
                    <a:pt x="3223796" y="2175608"/>
                  </a:lnTo>
                  <a:lnTo>
                    <a:pt x="3263968" y="2240877"/>
                  </a:lnTo>
                  <a:lnTo>
                    <a:pt x="3304208" y="2307680"/>
                  </a:lnTo>
                  <a:lnTo>
                    <a:pt x="3344496" y="2375420"/>
                  </a:lnTo>
                  <a:lnTo>
                    <a:pt x="3384801" y="2443459"/>
                  </a:lnTo>
                  <a:lnTo>
                    <a:pt x="3425087" y="2511152"/>
                  </a:lnTo>
                  <a:lnTo>
                    <a:pt x="3465322" y="2577863"/>
                  </a:lnTo>
                  <a:lnTo>
                    <a:pt x="3505489" y="2642996"/>
                  </a:lnTo>
                  <a:lnTo>
                    <a:pt x="3545592" y="2706017"/>
                  </a:lnTo>
                  <a:lnTo>
                    <a:pt x="3585666" y="2766465"/>
                  </a:lnTo>
                  <a:lnTo>
                    <a:pt x="3625782" y="2823970"/>
                  </a:lnTo>
                  <a:lnTo>
                    <a:pt x="3666057" y="2878256"/>
                  </a:lnTo>
                  <a:lnTo>
                    <a:pt x="3706656" y="2929141"/>
                  </a:lnTo>
                  <a:lnTo>
                    <a:pt x="3747806" y="2976536"/>
                  </a:lnTo>
                  <a:lnTo>
                    <a:pt x="3789805" y="3020438"/>
                  </a:lnTo>
                  <a:lnTo>
                    <a:pt x="3829811" y="3058063"/>
                  </a:lnTo>
                  <a:lnTo>
                    <a:pt x="3876745" y="3097108"/>
                  </a:lnTo>
                  <a:lnTo>
                    <a:pt x="3926126" y="3132480"/>
                  </a:lnTo>
                  <a:lnTo>
                    <a:pt x="3978687" y="3164341"/>
                  </a:lnTo>
                  <a:lnTo>
                    <a:pt x="4035230" y="3192979"/>
                  </a:lnTo>
                  <a:lnTo>
                    <a:pt x="4096577" y="3218725"/>
                  </a:lnTo>
                  <a:lnTo>
                    <a:pt x="4163513" y="3241912"/>
                  </a:lnTo>
                  <a:lnTo>
                    <a:pt x="4236719" y="3262841"/>
                  </a:lnTo>
                  <a:lnTo>
                    <a:pt x="4316668" y="3281763"/>
                  </a:lnTo>
                  <a:lnTo>
                    <a:pt x="4403500" y="3298879"/>
                  </a:lnTo>
                  <a:lnTo>
                    <a:pt x="4496857" y="3314326"/>
                  </a:lnTo>
                  <a:lnTo>
                    <a:pt x="4595703" y="3328184"/>
                  </a:lnTo>
                  <a:lnTo>
                    <a:pt x="4698161" y="3340476"/>
                  </a:lnTo>
                  <a:lnTo>
                    <a:pt x="4801427" y="3351188"/>
                  </a:lnTo>
                  <a:lnTo>
                    <a:pt x="4901853" y="3360283"/>
                  </a:lnTo>
                  <a:lnTo>
                    <a:pt x="4995237" y="3367735"/>
                  </a:lnTo>
                  <a:lnTo>
                    <a:pt x="5077376" y="3373557"/>
                  </a:lnTo>
                  <a:lnTo>
                    <a:pt x="5144771" y="3377828"/>
                  </a:lnTo>
                  <a:lnTo>
                    <a:pt x="5195326" y="3380710"/>
                  </a:lnTo>
                  <a:lnTo>
                    <a:pt x="5228843" y="3382436"/>
                  </a:lnTo>
                  <a:lnTo>
                    <a:pt x="5247175" y="3383293"/>
                  </a:lnTo>
                  <a:lnTo>
                    <a:pt x="5254081" y="3383586"/>
                  </a:lnTo>
                  <a:lnTo>
                    <a:pt x="5254955" y="3383621"/>
                  </a:lnTo>
                  <a:lnTo>
                    <a:pt x="6726343" y="3383621"/>
                  </a:lnTo>
                  <a:lnTo>
                    <a:pt x="6727455" y="3383545"/>
                  </a:lnTo>
                  <a:lnTo>
                    <a:pt x="6734769" y="3383003"/>
                  </a:lnTo>
                  <a:lnTo>
                    <a:pt x="6753221" y="3381504"/>
                  </a:lnTo>
                  <a:lnTo>
                    <a:pt x="6786243" y="3378553"/>
                  </a:lnTo>
                  <a:lnTo>
                    <a:pt x="6835529" y="3373690"/>
                  </a:lnTo>
                  <a:lnTo>
                    <a:pt x="6900903" y="3366536"/>
                  </a:lnTo>
                  <a:lnTo>
                    <a:pt x="6980456" y="3356828"/>
                  </a:lnTo>
                  <a:lnTo>
                    <a:pt x="7070977" y="3344431"/>
                  </a:lnTo>
                  <a:lnTo>
                    <a:pt x="7168571" y="3329318"/>
                  </a:lnTo>
                  <a:lnTo>
                    <a:pt x="7269299" y="3311526"/>
                  </a:lnTo>
                  <a:lnTo>
                    <a:pt x="7369673" y="3291117"/>
                  </a:lnTo>
                  <a:lnTo>
                    <a:pt x="7466961" y="3268122"/>
                  </a:lnTo>
                  <a:lnTo>
                    <a:pt x="7559271" y="3242514"/>
                  </a:lnTo>
                  <a:lnTo>
                    <a:pt x="7645498" y="3214184"/>
                  </a:lnTo>
                  <a:lnTo>
                    <a:pt x="7725187" y="3182929"/>
                  </a:lnTo>
                  <a:lnTo>
                    <a:pt x="7798374" y="3148453"/>
                  </a:lnTo>
                  <a:lnTo>
                    <a:pt x="7865433" y="3110369"/>
                  </a:lnTo>
                  <a:lnTo>
                    <a:pt x="7926953" y="3068210"/>
                  </a:lnTo>
                  <a:lnTo>
                    <a:pt x="7983645" y="3021453"/>
                  </a:lnTo>
                  <a:lnTo>
                    <a:pt x="8036267" y="2969556"/>
                  </a:lnTo>
                  <a:lnTo>
                    <a:pt x="8085581" y="2912016"/>
                  </a:lnTo>
                  <a:lnTo>
                    <a:pt x="8132299" y="2848476"/>
                  </a:lnTo>
                  <a:lnTo>
                    <a:pt x="8151487" y="2819684"/>
                  </a:lnTo>
                  <a:lnTo>
                    <a:pt x="8186526" y="2762985"/>
                  </a:lnTo>
                  <a:lnTo>
                    <a:pt x="8220727" y="2702406"/>
                  </a:lnTo>
                  <a:lnTo>
                    <a:pt x="8254303" y="2637870"/>
                  </a:lnTo>
                  <a:lnTo>
                    <a:pt x="8287429" y="2569351"/>
                  </a:lnTo>
                  <a:lnTo>
                    <a:pt x="8320245" y="2496882"/>
                  </a:lnTo>
                  <a:lnTo>
                    <a:pt x="8352864" y="2420565"/>
                  </a:lnTo>
                  <a:lnTo>
                    <a:pt x="8385375" y="2340567"/>
                  </a:lnTo>
                  <a:lnTo>
                    <a:pt x="8417842" y="2257130"/>
                  </a:lnTo>
                  <a:lnTo>
                    <a:pt x="8450312" y="2170564"/>
                  </a:lnTo>
                  <a:lnTo>
                    <a:pt x="8482813" y="2081250"/>
                  </a:lnTo>
                  <a:lnTo>
                    <a:pt x="8515357" y="1989632"/>
                  </a:lnTo>
                  <a:lnTo>
                    <a:pt x="8547947" y="1896209"/>
                  </a:lnTo>
                  <a:lnTo>
                    <a:pt x="8580573" y="1801526"/>
                  </a:lnTo>
                  <a:lnTo>
                    <a:pt x="8613221" y="1706159"/>
                  </a:lnTo>
                  <a:lnTo>
                    <a:pt x="8645872" y="1610702"/>
                  </a:lnTo>
                  <a:lnTo>
                    <a:pt x="8678507" y="1515752"/>
                  </a:lnTo>
                  <a:lnTo>
                    <a:pt x="8711109" y="1421891"/>
                  </a:lnTo>
                  <a:lnTo>
                    <a:pt x="8743668" y="1329676"/>
                  </a:lnTo>
                  <a:lnTo>
                    <a:pt x="8776180" y="1239621"/>
                  </a:lnTo>
                  <a:lnTo>
                    <a:pt x="8808657" y="1152186"/>
                  </a:lnTo>
                  <a:lnTo>
                    <a:pt x="8841121" y="1067773"/>
                  </a:lnTo>
                  <a:lnTo>
                    <a:pt x="8873613" y="986713"/>
                  </a:lnTo>
                  <a:lnTo>
                    <a:pt x="8906192" y="909269"/>
                  </a:lnTo>
                  <a:lnTo>
                    <a:pt x="8938938" y="835631"/>
                  </a:lnTo>
                  <a:lnTo>
                    <a:pt x="8971957" y="765919"/>
                  </a:lnTo>
                  <a:lnTo>
                    <a:pt x="9005381" y="700186"/>
                  </a:lnTo>
                  <a:lnTo>
                    <a:pt x="9039374" y="638424"/>
                  </a:lnTo>
                  <a:lnTo>
                    <a:pt x="9074137" y="580571"/>
                  </a:lnTo>
                  <a:lnTo>
                    <a:pt x="9084767" y="563936"/>
                  </a:lnTo>
                  <a:lnTo>
                    <a:pt x="9130578" y="497810"/>
                  </a:lnTo>
                  <a:lnTo>
                    <a:pt x="9178708" y="437755"/>
                  </a:lnTo>
                  <a:lnTo>
                    <a:pt x="9229836" y="383520"/>
                  </a:lnTo>
                  <a:lnTo>
                    <a:pt x="9284708" y="334649"/>
                  </a:lnTo>
                  <a:lnTo>
                    <a:pt x="9344089" y="290607"/>
                  </a:lnTo>
                  <a:lnTo>
                    <a:pt x="9408718" y="250855"/>
                  </a:lnTo>
                  <a:lnTo>
                    <a:pt x="9479245" y="214900"/>
                  </a:lnTo>
                  <a:lnTo>
                    <a:pt x="9556149" y="182321"/>
                  </a:lnTo>
                  <a:lnTo>
                    <a:pt x="9639627" y="152780"/>
                  </a:lnTo>
                  <a:lnTo>
                    <a:pt x="9729450" y="126037"/>
                  </a:lnTo>
                  <a:lnTo>
                    <a:pt x="9824809" y="101941"/>
                  </a:lnTo>
                  <a:lnTo>
                    <a:pt x="9924160" y="80434"/>
                  </a:lnTo>
                  <a:lnTo>
                    <a:pt x="10025124" y="61525"/>
                  </a:lnTo>
                  <a:lnTo>
                    <a:pt x="10124511" y="45269"/>
                  </a:lnTo>
                  <a:lnTo>
                    <a:pt x="10218525" y="31718"/>
                  </a:lnTo>
                  <a:lnTo>
                    <a:pt x="10303176" y="20879"/>
                  </a:lnTo>
                  <a:lnTo>
                    <a:pt x="10374886" y="12667"/>
                  </a:lnTo>
                  <a:lnTo>
                    <a:pt x="10431124" y="6872"/>
                  </a:lnTo>
                  <a:lnTo>
                    <a:pt x="10470946" y="3162"/>
                  </a:lnTo>
                  <a:lnTo>
                    <a:pt x="10495254" y="1108"/>
                  </a:lnTo>
                  <a:lnTo>
                    <a:pt x="10506771" y="221"/>
                  </a:lnTo>
                  <a:lnTo>
                    <a:pt x="10509823" y="5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81" name="pl781"/>
            <p:cNvSpPr/>
            <p:nvPr/>
          </p:nvSpPr>
          <p:spPr>
            <a:xfrm>
              <a:off x="4799595" y="3108153"/>
              <a:ext cx="11981298" cy="3383621"/>
            </a:xfrm>
            <a:custGeom>
              <a:avLst/>
              <a:pathLst>
                <a:path w="11981298" h="3383621">
                  <a:moveTo>
                    <a:pt x="11981298" y="0"/>
                  </a:moveTo>
                  <a:lnTo>
                    <a:pt x="10509911" y="0"/>
                  </a:lnTo>
                  <a:lnTo>
                    <a:pt x="10508799" y="76"/>
                  </a:lnTo>
                  <a:lnTo>
                    <a:pt x="10501484" y="618"/>
                  </a:lnTo>
                  <a:lnTo>
                    <a:pt x="10483032" y="2116"/>
                  </a:lnTo>
                  <a:lnTo>
                    <a:pt x="10450010" y="5067"/>
                  </a:lnTo>
                  <a:lnTo>
                    <a:pt x="10400724" y="9930"/>
                  </a:lnTo>
                  <a:lnTo>
                    <a:pt x="10335350" y="17084"/>
                  </a:lnTo>
                  <a:lnTo>
                    <a:pt x="10255797" y="26792"/>
                  </a:lnTo>
                  <a:lnTo>
                    <a:pt x="10165276" y="39189"/>
                  </a:lnTo>
                  <a:lnTo>
                    <a:pt x="10067682" y="54303"/>
                  </a:lnTo>
                  <a:lnTo>
                    <a:pt x="9966955" y="72094"/>
                  </a:lnTo>
                  <a:lnTo>
                    <a:pt x="9866580" y="92503"/>
                  </a:lnTo>
                  <a:lnTo>
                    <a:pt x="9769292" y="115498"/>
                  </a:lnTo>
                  <a:lnTo>
                    <a:pt x="9676982" y="141106"/>
                  </a:lnTo>
                  <a:lnTo>
                    <a:pt x="9590756" y="169436"/>
                  </a:lnTo>
                  <a:lnTo>
                    <a:pt x="9511066" y="200691"/>
                  </a:lnTo>
                  <a:lnTo>
                    <a:pt x="9437879" y="235167"/>
                  </a:lnTo>
                  <a:lnTo>
                    <a:pt x="9370820" y="273252"/>
                  </a:lnTo>
                  <a:lnTo>
                    <a:pt x="9309300" y="315411"/>
                  </a:lnTo>
                  <a:lnTo>
                    <a:pt x="9252609" y="362167"/>
                  </a:lnTo>
                  <a:lnTo>
                    <a:pt x="9199986" y="414064"/>
                  </a:lnTo>
                  <a:lnTo>
                    <a:pt x="9150672" y="471604"/>
                  </a:lnTo>
                  <a:lnTo>
                    <a:pt x="9103954" y="535145"/>
                  </a:lnTo>
                  <a:lnTo>
                    <a:pt x="9084767" y="563936"/>
                  </a:lnTo>
                  <a:lnTo>
                    <a:pt x="9049727" y="620636"/>
                  </a:lnTo>
                  <a:lnTo>
                    <a:pt x="9015526" y="681214"/>
                  </a:lnTo>
                  <a:lnTo>
                    <a:pt x="8981950" y="745750"/>
                  </a:lnTo>
                  <a:lnTo>
                    <a:pt x="8948824" y="814270"/>
                  </a:lnTo>
                  <a:lnTo>
                    <a:pt x="8916008" y="886738"/>
                  </a:lnTo>
                  <a:lnTo>
                    <a:pt x="8883389" y="963055"/>
                  </a:lnTo>
                  <a:lnTo>
                    <a:pt x="8850878" y="1043053"/>
                  </a:lnTo>
                  <a:lnTo>
                    <a:pt x="8818411" y="1126490"/>
                  </a:lnTo>
                  <a:lnTo>
                    <a:pt x="8785941" y="1213056"/>
                  </a:lnTo>
                  <a:lnTo>
                    <a:pt x="8753441" y="1302370"/>
                  </a:lnTo>
                  <a:lnTo>
                    <a:pt x="8720896" y="1393988"/>
                  </a:lnTo>
                  <a:lnTo>
                    <a:pt x="8688306" y="1487411"/>
                  </a:lnTo>
                  <a:lnTo>
                    <a:pt x="8655680" y="1582094"/>
                  </a:lnTo>
                  <a:lnTo>
                    <a:pt x="8623032" y="1677461"/>
                  </a:lnTo>
                  <a:lnTo>
                    <a:pt x="8590381" y="1772918"/>
                  </a:lnTo>
                  <a:lnTo>
                    <a:pt x="8557746" y="1867869"/>
                  </a:lnTo>
                  <a:lnTo>
                    <a:pt x="8525144" y="1961729"/>
                  </a:lnTo>
                  <a:lnTo>
                    <a:pt x="8492586" y="2053944"/>
                  </a:lnTo>
                  <a:lnTo>
                    <a:pt x="8460073" y="2144000"/>
                  </a:lnTo>
                  <a:lnTo>
                    <a:pt x="8427596" y="2231434"/>
                  </a:lnTo>
                  <a:lnTo>
                    <a:pt x="8395132" y="2315847"/>
                  </a:lnTo>
                  <a:lnTo>
                    <a:pt x="8362640" y="2396907"/>
                  </a:lnTo>
                  <a:lnTo>
                    <a:pt x="8330061" y="2474351"/>
                  </a:lnTo>
                  <a:lnTo>
                    <a:pt x="8297315" y="2547989"/>
                  </a:lnTo>
                  <a:lnTo>
                    <a:pt x="8264296" y="2617702"/>
                  </a:lnTo>
                  <a:lnTo>
                    <a:pt x="8230872" y="2683435"/>
                  </a:lnTo>
                  <a:lnTo>
                    <a:pt x="8196879" y="2745196"/>
                  </a:lnTo>
                  <a:lnTo>
                    <a:pt x="8162116" y="2803050"/>
                  </a:lnTo>
                  <a:lnTo>
                    <a:pt x="8151487" y="2819684"/>
                  </a:lnTo>
                  <a:lnTo>
                    <a:pt x="8105675" y="2885810"/>
                  </a:lnTo>
                  <a:lnTo>
                    <a:pt x="8057545" y="2945865"/>
                  </a:lnTo>
                  <a:lnTo>
                    <a:pt x="8006417" y="3000100"/>
                  </a:lnTo>
                  <a:lnTo>
                    <a:pt x="7951545" y="3048971"/>
                  </a:lnTo>
                  <a:lnTo>
                    <a:pt x="7892164" y="3093014"/>
                  </a:lnTo>
                  <a:lnTo>
                    <a:pt x="7827535" y="3132766"/>
                  </a:lnTo>
                  <a:lnTo>
                    <a:pt x="7757008" y="3168720"/>
                  </a:lnTo>
                  <a:lnTo>
                    <a:pt x="7680104" y="3201300"/>
                  </a:lnTo>
                  <a:lnTo>
                    <a:pt x="7596626" y="3230840"/>
                  </a:lnTo>
                  <a:lnTo>
                    <a:pt x="7506803" y="3257584"/>
                  </a:lnTo>
                  <a:lnTo>
                    <a:pt x="7411444" y="3281679"/>
                  </a:lnTo>
                  <a:lnTo>
                    <a:pt x="7312093" y="3303186"/>
                  </a:lnTo>
                  <a:lnTo>
                    <a:pt x="7211129" y="3322095"/>
                  </a:lnTo>
                  <a:lnTo>
                    <a:pt x="7111742" y="3338351"/>
                  </a:lnTo>
                  <a:lnTo>
                    <a:pt x="7017729" y="3351902"/>
                  </a:lnTo>
                  <a:lnTo>
                    <a:pt x="6933077" y="3362741"/>
                  </a:lnTo>
                  <a:lnTo>
                    <a:pt x="6861368" y="3370954"/>
                  </a:lnTo>
                  <a:lnTo>
                    <a:pt x="6805129" y="3376749"/>
                  </a:lnTo>
                  <a:lnTo>
                    <a:pt x="6765308" y="3380458"/>
                  </a:lnTo>
                  <a:lnTo>
                    <a:pt x="6740999" y="3382513"/>
                  </a:lnTo>
                  <a:lnTo>
                    <a:pt x="6729482" y="3383400"/>
                  </a:lnTo>
                  <a:lnTo>
                    <a:pt x="6726430" y="3383615"/>
                  </a:lnTo>
                  <a:lnTo>
                    <a:pt x="6726343" y="3383621"/>
                  </a:lnTo>
                  <a:lnTo>
                    <a:pt x="5254955" y="3383621"/>
                  </a:lnTo>
                  <a:lnTo>
                    <a:pt x="5253763" y="3383574"/>
                  </a:lnTo>
                  <a:lnTo>
                    <a:pt x="5245933" y="3383237"/>
                  </a:lnTo>
                  <a:lnTo>
                    <a:pt x="5226222" y="3382308"/>
                  </a:lnTo>
                  <a:lnTo>
                    <a:pt x="5191052" y="3380478"/>
                  </a:lnTo>
                  <a:lnTo>
                    <a:pt x="5138770" y="3377467"/>
                  </a:lnTo>
                  <a:lnTo>
                    <a:pt x="5069779" y="3373046"/>
                  </a:lnTo>
                  <a:lnTo>
                    <a:pt x="4986341" y="3367064"/>
                  </a:lnTo>
                  <a:lnTo>
                    <a:pt x="4892059" y="3359448"/>
                  </a:lnTo>
                  <a:lnTo>
                    <a:pt x="4791166" y="3350189"/>
                  </a:lnTo>
                  <a:lnTo>
                    <a:pt x="4687829" y="3339318"/>
                  </a:lnTo>
                  <a:lnTo>
                    <a:pt x="4585622" y="3326869"/>
                  </a:lnTo>
                  <a:lnTo>
                    <a:pt x="4487255" y="3312855"/>
                  </a:lnTo>
                  <a:lnTo>
                    <a:pt x="4394516" y="3297245"/>
                  </a:lnTo>
                  <a:lnTo>
                    <a:pt x="4308365" y="3279956"/>
                  </a:lnTo>
                  <a:lnTo>
                    <a:pt x="4229103" y="3260842"/>
                  </a:lnTo>
                  <a:lnTo>
                    <a:pt x="4156550" y="3239701"/>
                  </a:lnTo>
                  <a:lnTo>
                    <a:pt x="4090205" y="3216272"/>
                  </a:lnTo>
                  <a:lnTo>
                    <a:pt x="4029375" y="3190252"/>
                  </a:lnTo>
                  <a:lnTo>
                    <a:pt x="3973267" y="3161307"/>
                  </a:lnTo>
                  <a:lnTo>
                    <a:pt x="3921059" y="3129106"/>
                  </a:lnTo>
                  <a:lnTo>
                    <a:pt x="3871954" y="3093371"/>
                  </a:lnTo>
                  <a:lnTo>
                    <a:pt x="3829811" y="3058063"/>
                  </a:lnTo>
                  <a:lnTo>
                    <a:pt x="3786689" y="3017337"/>
                  </a:lnTo>
                  <a:lnTo>
                    <a:pt x="3744764" y="2973180"/>
                  </a:lnTo>
                  <a:lnTo>
                    <a:pt x="3703663" y="2925528"/>
                  </a:lnTo>
                  <a:lnTo>
                    <a:pt x="3663095" y="2874390"/>
                  </a:lnTo>
                  <a:lnTo>
                    <a:pt x="3622838" y="2819861"/>
                  </a:lnTo>
                  <a:lnTo>
                    <a:pt x="3582728" y="2762130"/>
                  </a:lnTo>
                  <a:lnTo>
                    <a:pt x="3542654" y="2701479"/>
                  </a:lnTo>
                  <a:lnTo>
                    <a:pt x="3502546" y="2638287"/>
                  </a:lnTo>
                  <a:lnTo>
                    <a:pt x="3462374" y="2573018"/>
                  </a:lnTo>
                  <a:lnTo>
                    <a:pt x="3422134" y="2506215"/>
                  </a:lnTo>
                  <a:lnTo>
                    <a:pt x="3381846" y="2438475"/>
                  </a:lnTo>
                  <a:lnTo>
                    <a:pt x="3341541" y="2370436"/>
                  </a:lnTo>
                  <a:lnTo>
                    <a:pt x="3301256" y="2302743"/>
                  </a:lnTo>
                  <a:lnTo>
                    <a:pt x="3261020" y="2236032"/>
                  </a:lnTo>
                  <a:lnTo>
                    <a:pt x="3220853" y="2170899"/>
                  </a:lnTo>
                  <a:lnTo>
                    <a:pt x="3180750" y="2107878"/>
                  </a:lnTo>
                  <a:lnTo>
                    <a:pt x="3140676" y="2047430"/>
                  </a:lnTo>
                  <a:lnTo>
                    <a:pt x="3100560" y="1989925"/>
                  </a:lnTo>
                  <a:lnTo>
                    <a:pt x="3060286" y="1935639"/>
                  </a:lnTo>
                  <a:lnTo>
                    <a:pt x="3019687" y="1884754"/>
                  </a:lnTo>
                  <a:lnTo>
                    <a:pt x="2978536" y="1837359"/>
                  </a:lnTo>
                  <a:lnTo>
                    <a:pt x="2936538" y="1793457"/>
                  </a:lnTo>
                  <a:lnTo>
                    <a:pt x="2896531" y="1755832"/>
                  </a:lnTo>
                  <a:lnTo>
                    <a:pt x="2849597" y="1716787"/>
                  </a:lnTo>
                  <a:lnTo>
                    <a:pt x="2800216" y="1681415"/>
                  </a:lnTo>
                  <a:lnTo>
                    <a:pt x="2747656" y="1649554"/>
                  </a:lnTo>
                  <a:lnTo>
                    <a:pt x="2691113" y="1620916"/>
                  </a:lnTo>
                  <a:lnTo>
                    <a:pt x="2629766" y="1595170"/>
                  </a:lnTo>
                  <a:lnTo>
                    <a:pt x="2562829" y="1571983"/>
                  </a:lnTo>
                  <a:lnTo>
                    <a:pt x="2489623" y="1551054"/>
                  </a:lnTo>
                  <a:lnTo>
                    <a:pt x="2409674" y="1532132"/>
                  </a:lnTo>
                  <a:lnTo>
                    <a:pt x="2322842" y="1515016"/>
                  </a:lnTo>
                  <a:lnTo>
                    <a:pt x="2229485" y="1499569"/>
                  </a:lnTo>
                  <a:lnTo>
                    <a:pt x="2130639" y="1485711"/>
                  </a:lnTo>
                  <a:lnTo>
                    <a:pt x="2028182" y="1473419"/>
                  </a:lnTo>
                  <a:lnTo>
                    <a:pt x="1924915" y="1462707"/>
                  </a:lnTo>
                  <a:lnTo>
                    <a:pt x="1824489" y="1453612"/>
                  </a:lnTo>
                  <a:lnTo>
                    <a:pt x="1731105" y="1446160"/>
                  </a:lnTo>
                  <a:lnTo>
                    <a:pt x="1648966" y="1440338"/>
                  </a:lnTo>
                  <a:lnTo>
                    <a:pt x="1581571" y="1436067"/>
                  </a:lnTo>
                  <a:lnTo>
                    <a:pt x="1531016" y="1433185"/>
                  </a:lnTo>
                  <a:lnTo>
                    <a:pt x="1497499" y="1431459"/>
                  </a:lnTo>
                  <a:lnTo>
                    <a:pt x="1479167" y="1430602"/>
                  </a:lnTo>
                  <a:lnTo>
                    <a:pt x="1472261" y="1430309"/>
                  </a:lnTo>
                  <a:lnTo>
                    <a:pt x="1471387" y="1430274"/>
                  </a:lnTo>
                  <a:lnTo>
                    <a:pt x="0" y="143027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82" name="pg782"/>
            <p:cNvSpPr/>
            <p:nvPr/>
          </p:nvSpPr>
          <p:spPr>
            <a:xfrm>
              <a:off x="4799595" y="4170643"/>
              <a:ext cx="11981298" cy="2345650"/>
            </a:xfrm>
            <a:custGeom>
              <a:avLst/>
              <a:pathLst>
                <a:path w="11981298" h="2345650">
                  <a:moveTo>
                    <a:pt x="0" y="392303"/>
                  </a:moveTo>
                  <a:lnTo>
                    <a:pt x="1471387" y="392303"/>
                  </a:lnTo>
                  <a:lnTo>
                    <a:pt x="1472579" y="392351"/>
                  </a:lnTo>
                  <a:lnTo>
                    <a:pt x="1480410" y="392687"/>
                  </a:lnTo>
                  <a:lnTo>
                    <a:pt x="1500120" y="393616"/>
                  </a:lnTo>
                  <a:lnTo>
                    <a:pt x="1535290" y="395446"/>
                  </a:lnTo>
                  <a:lnTo>
                    <a:pt x="1587572" y="398457"/>
                  </a:lnTo>
                  <a:lnTo>
                    <a:pt x="1656563" y="402878"/>
                  </a:lnTo>
                  <a:lnTo>
                    <a:pt x="1740001" y="408860"/>
                  </a:lnTo>
                  <a:lnTo>
                    <a:pt x="1834283" y="416477"/>
                  </a:lnTo>
                  <a:lnTo>
                    <a:pt x="1935176" y="425735"/>
                  </a:lnTo>
                  <a:lnTo>
                    <a:pt x="2038514" y="436606"/>
                  </a:lnTo>
                  <a:lnTo>
                    <a:pt x="2140721" y="449055"/>
                  </a:lnTo>
                  <a:lnTo>
                    <a:pt x="2239087" y="463070"/>
                  </a:lnTo>
                  <a:lnTo>
                    <a:pt x="2331827" y="478679"/>
                  </a:lnTo>
                  <a:lnTo>
                    <a:pt x="2417977" y="495968"/>
                  </a:lnTo>
                  <a:lnTo>
                    <a:pt x="2497239" y="515082"/>
                  </a:lnTo>
                  <a:lnTo>
                    <a:pt x="2569792" y="536223"/>
                  </a:lnTo>
                  <a:lnTo>
                    <a:pt x="2636137" y="559652"/>
                  </a:lnTo>
                  <a:lnTo>
                    <a:pt x="2696967" y="585672"/>
                  </a:lnTo>
                  <a:lnTo>
                    <a:pt x="2753075" y="614617"/>
                  </a:lnTo>
                  <a:lnTo>
                    <a:pt x="2805283" y="646818"/>
                  </a:lnTo>
                  <a:lnTo>
                    <a:pt x="2854388" y="682553"/>
                  </a:lnTo>
                  <a:lnTo>
                    <a:pt x="2896531" y="717861"/>
                  </a:lnTo>
                  <a:lnTo>
                    <a:pt x="2939653" y="758587"/>
                  </a:lnTo>
                  <a:lnTo>
                    <a:pt x="2981578" y="802744"/>
                  </a:lnTo>
                  <a:lnTo>
                    <a:pt x="3022679" y="850396"/>
                  </a:lnTo>
                  <a:lnTo>
                    <a:pt x="3063247" y="901535"/>
                  </a:lnTo>
                  <a:lnTo>
                    <a:pt x="3103504" y="956063"/>
                  </a:lnTo>
                  <a:lnTo>
                    <a:pt x="3143614" y="1013795"/>
                  </a:lnTo>
                  <a:lnTo>
                    <a:pt x="3183689" y="1074445"/>
                  </a:lnTo>
                  <a:lnTo>
                    <a:pt x="3223796" y="1137637"/>
                  </a:lnTo>
                  <a:lnTo>
                    <a:pt x="3263968" y="1202906"/>
                  </a:lnTo>
                  <a:lnTo>
                    <a:pt x="3304208" y="1269710"/>
                  </a:lnTo>
                  <a:lnTo>
                    <a:pt x="3344496" y="1337449"/>
                  </a:lnTo>
                  <a:lnTo>
                    <a:pt x="3384801" y="1405489"/>
                  </a:lnTo>
                  <a:lnTo>
                    <a:pt x="3425087" y="1473181"/>
                  </a:lnTo>
                  <a:lnTo>
                    <a:pt x="3465322" y="1539892"/>
                  </a:lnTo>
                  <a:lnTo>
                    <a:pt x="3505489" y="1605026"/>
                  </a:lnTo>
                  <a:lnTo>
                    <a:pt x="3545592" y="1668046"/>
                  </a:lnTo>
                  <a:lnTo>
                    <a:pt x="3585666" y="1728495"/>
                  </a:lnTo>
                  <a:lnTo>
                    <a:pt x="3625782" y="1785999"/>
                  </a:lnTo>
                  <a:lnTo>
                    <a:pt x="3666057" y="1840285"/>
                  </a:lnTo>
                  <a:lnTo>
                    <a:pt x="3706656" y="1891170"/>
                  </a:lnTo>
                  <a:lnTo>
                    <a:pt x="3747806" y="1938565"/>
                  </a:lnTo>
                  <a:lnTo>
                    <a:pt x="3789805" y="1982467"/>
                  </a:lnTo>
                  <a:lnTo>
                    <a:pt x="3829811" y="2020092"/>
                  </a:lnTo>
                  <a:lnTo>
                    <a:pt x="3876745" y="2059137"/>
                  </a:lnTo>
                  <a:lnTo>
                    <a:pt x="3926126" y="2094509"/>
                  </a:lnTo>
                  <a:lnTo>
                    <a:pt x="3978687" y="2126371"/>
                  </a:lnTo>
                  <a:lnTo>
                    <a:pt x="4035230" y="2155008"/>
                  </a:lnTo>
                  <a:lnTo>
                    <a:pt x="4096577" y="2180755"/>
                  </a:lnTo>
                  <a:lnTo>
                    <a:pt x="4163513" y="2203942"/>
                  </a:lnTo>
                  <a:lnTo>
                    <a:pt x="4236719" y="2224870"/>
                  </a:lnTo>
                  <a:lnTo>
                    <a:pt x="4316668" y="2243793"/>
                  </a:lnTo>
                  <a:lnTo>
                    <a:pt x="4403500" y="2260908"/>
                  </a:lnTo>
                  <a:lnTo>
                    <a:pt x="4496857" y="2276356"/>
                  </a:lnTo>
                  <a:lnTo>
                    <a:pt x="4595703" y="2290213"/>
                  </a:lnTo>
                  <a:lnTo>
                    <a:pt x="4698161" y="2302505"/>
                  </a:lnTo>
                  <a:lnTo>
                    <a:pt x="4801427" y="2313217"/>
                  </a:lnTo>
                  <a:lnTo>
                    <a:pt x="4901853" y="2322312"/>
                  </a:lnTo>
                  <a:lnTo>
                    <a:pt x="4995237" y="2329764"/>
                  </a:lnTo>
                  <a:lnTo>
                    <a:pt x="5077376" y="2335586"/>
                  </a:lnTo>
                  <a:lnTo>
                    <a:pt x="5144771" y="2339857"/>
                  </a:lnTo>
                  <a:lnTo>
                    <a:pt x="5195326" y="2342739"/>
                  </a:lnTo>
                  <a:lnTo>
                    <a:pt x="5228843" y="2344465"/>
                  </a:lnTo>
                  <a:lnTo>
                    <a:pt x="5247175" y="2345322"/>
                  </a:lnTo>
                  <a:lnTo>
                    <a:pt x="5254081" y="2345616"/>
                  </a:lnTo>
                  <a:lnTo>
                    <a:pt x="5254955" y="2345650"/>
                  </a:lnTo>
                  <a:lnTo>
                    <a:pt x="6726343" y="2345650"/>
                  </a:lnTo>
                  <a:lnTo>
                    <a:pt x="6727516" y="2345594"/>
                  </a:lnTo>
                  <a:lnTo>
                    <a:pt x="6735228" y="2345198"/>
                  </a:lnTo>
                  <a:lnTo>
                    <a:pt x="6754649" y="2344104"/>
                  </a:lnTo>
                  <a:lnTo>
                    <a:pt x="6789327" y="2341949"/>
                  </a:lnTo>
                  <a:lnTo>
                    <a:pt x="6840925" y="2338402"/>
                  </a:lnTo>
                  <a:lnTo>
                    <a:pt x="6909092" y="2333192"/>
                  </a:lnTo>
                  <a:lnTo>
                    <a:pt x="6991651" y="2326137"/>
                  </a:lnTo>
                  <a:lnTo>
                    <a:pt x="7085088" y="2317148"/>
                  </a:lnTo>
                  <a:lnTo>
                    <a:pt x="7185245" y="2306215"/>
                  </a:lnTo>
                  <a:lnTo>
                    <a:pt x="7288007" y="2293370"/>
                  </a:lnTo>
                  <a:lnTo>
                    <a:pt x="7389817" y="2278655"/>
                  </a:lnTo>
                  <a:lnTo>
                    <a:pt x="7487957" y="2262087"/>
                  </a:lnTo>
                  <a:lnTo>
                    <a:pt x="7580614" y="2243635"/>
                  </a:lnTo>
                  <a:lnTo>
                    <a:pt x="7666793" y="2223202"/>
                  </a:lnTo>
                  <a:lnTo>
                    <a:pt x="7746160" y="2200625"/>
                  </a:lnTo>
                  <a:lnTo>
                    <a:pt x="7818861" y="2175669"/>
                  </a:lnTo>
                  <a:lnTo>
                    <a:pt x="7885368" y="2148032"/>
                  </a:lnTo>
                  <a:lnTo>
                    <a:pt x="7946352" y="2117361"/>
                  </a:lnTo>
                  <a:lnTo>
                    <a:pt x="8002586" y="2083265"/>
                  </a:lnTo>
                  <a:lnTo>
                    <a:pt x="8054880" y="2045353"/>
                  </a:lnTo>
                  <a:lnTo>
                    <a:pt x="8104022" y="2003284"/>
                  </a:lnTo>
                  <a:lnTo>
                    <a:pt x="8150737" y="1956868"/>
                  </a:lnTo>
                  <a:lnTo>
                    <a:pt x="8151487" y="1956070"/>
                  </a:lnTo>
                  <a:lnTo>
                    <a:pt x="8192024" y="1910416"/>
                  </a:lnTo>
                  <a:lnTo>
                    <a:pt x="8231483" y="1861148"/>
                  </a:lnTo>
                  <a:lnTo>
                    <a:pt x="8270180" y="1808192"/>
                  </a:lnTo>
                  <a:lnTo>
                    <a:pt x="8308366" y="1751548"/>
                  </a:lnTo>
                  <a:lnTo>
                    <a:pt x="8346236" y="1691292"/>
                  </a:lnTo>
                  <a:lnTo>
                    <a:pt x="8383938" y="1627583"/>
                  </a:lnTo>
                  <a:lnTo>
                    <a:pt x="8421577" y="1560672"/>
                  </a:lnTo>
                  <a:lnTo>
                    <a:pt x="8459225" y="1490895"/>
                  </a:lnTo>
                  <a:lnTo>
                    <a:pt x="8496919" y="1418675"/>
                  </a:lnTo>
                  <a:lnTo>
                    <a:pt x="8534675" y="1344513"/>
                  </a:lnTo>
                  <a:lnTo>
                    <a:pt x="8572486" y="1268972"/>
                  </a:lnTo>
                  <a:lnTo>
                    <a:pt x="8610332" y="1192662"/>
                  </a:lnTo>
                  <a:lnTo>
                    <a:pt x="8648184" y="1116219"/>
                  </a:lnTo>
                  <a:lnTo>
                    <a:pt x="8686012" y="1040286"/>
                  </a:lnTo>
                  <a:lnTo>
                    <a:pt x="8723793" y="965484"/>
                  </a:lnTo>
                  <a:lnTo>
                    <a:pt x="8761512" y="892401"/>
                  </a:lnTo>
                  <a:lnTo>
                    <a:pt x="8799176" y="821562"/>
                  </a:lnTo>
                  <a:lnTo>
                    <a:pt x="8836812" y="753424"/>
                  </a:lnTo>
                  <a:lnTo>
                    <a:pt x="8874477" y="688361"/>
                  </a:lnTo>
                  <a:lnTo>
                    <a:pt x="8912262" y="626659"/>
                  </a:lnTo>
                  <a:lnTo>
                    <a:pt x="8950298" y="568513"/>
                  </a:lnTo>
                  <a:lnTo>
                    <a:pt x="8988757" y="514035"/>
                  </a:lnTo>
                  <a:lnTo>
                    <a:pt x="9027868" y="463253"/>
                  </a:lnTo>
                  <a:lnTo>
                    <a:pt x="9067918" y="416123"/>
                  </a:lnTo>
                  <a:lnTo>
                    <a:pt x="9084767" y="397752"/>
                  </a:lnTo>
                  <a:lnTo>
                    <a:pt x="9131447" y="351264"/>
                  </a:lnTo>
                  <a:lnTo>
                    <a:pt x="9180544" y="309126"/>
                  </a:lnTo>
                  <a:lnTo>
                    <a:pt x="9232780" y="271147"/>
                  </a:lnTo>
                  <a:lnTo>
                    <a:pt x="9288943" y="236992"/>
                  </a:lnTo>
                  <a:lnTo>
                    <a:pt x="9349842" y="206268"/>
                  </a:lnTo>
                  <a:lnTo>
                    <a:pt x="9416253" y="178585"/>
                  </a:lnTo>
                  <a:lnTo>
                    <a:pt x="9488848" y="153587"/>
                  </a:lnTo>
                  <a:lnTo>
                    <a:pt x="9568103" y="130973"/>
                  </a:lnTo>
                  <a:lnTo>
                    <a:pt x="9654172" y="110507"/>
                  </a:lnTo>
                  <a:lnTo>
                    <a:pt x="9746728" y="92023"/>
                  </a:lnTo>
                  <a:lnTo>
                    <a:pt x="9844791" y="75424"/>
                  </a:lnTo>
                  <a:lnTo>
                    <a:pt x="9946559" y="60679"/>
                  </a:lnTo>
                  <a:lnTo>
                    <a:pt x="10049333" y="47803"/>
                  </a:lnTo>
                  <a:lnTo>
                    <a:pt x="10149565" y="36838"/>
                  </a:lnTo>
                  <a:lnTo>
                    <a:pt x="10243146" y="27818"/>
                  </a:lnTo>
                  <a:lnTo>
                    <a:pt x="10325914" y="20731"/>
                  </a:lnTo>
                  <a:lnTo>
                    <a:pt x="10394340" y="15492"/>
                  </a:lnTo>
                  <a:lnTo>
                    <a:pt x="10446218" y="11919"/>
                  </a:lnTo>
                  <a:lnTo>
                    <a:pt x="10481165" y="9744"/>
                  </a:lnTo>
                  <a:lnTo>
                    <a:pt x="10500813" y="8635"/>
                  </a:lnTo>
                  <a:lnTo>
                    <a:pt x="10508679" y="8231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8737" y="55"/>
                  </a:lnTo>
                  <a:lnTo>
                    <a:pt x="10501025" y="451"/>
                  </a:lnTo>
                  <a:lnTo>
                    <a:pt x="10481604" y="1546"/>
                  </a:lnTo>
                  <a:lnTo>
                    <a:pt x="10446926" y="3700"/>
                  </a:lnTo>
                  <a:lnTo>
                    <a:pt x="10395329" y="7248"/>
                  </a:lnTo>
                  <a:lnTo>
                    <a:pt x="10327161" y="12458"/>
                  </a:lnTo>
                  <a:lnTo>
                    <a:pt x="10244602" y="19513"/>
                  </a:lnTo>
                  <a:lnTo>
                    <a:pt x="10151165" y="28501"/>
                  </a:lnTo>
                  <a:lnTo>
                    <a:pt x="10051008" y="39435"/>
                  </a:lnTo>
                  <a:lnTo>
                    <a:pt x="9948246" y="52280"/>
                  </a:lnTo>
                  <a:lnTo>
                    <a:pt x="9846436" y="66995"/>
                  </a:lnTo>
                  <a:lnTo>
                    <a:pt x="9748296" y="83562"/>
                  </a:lnTo>
                  <a:lnTo>
                    <a:pt x="9655639" y="102015"/>
                  </a:lnTo>
                  <a:lnTo>
                    <a:pt x="9569460" y="122447"/>
                  </a:lnTo>
                  <a:lnTo>
                    <a:pt x="9490093" y="145024"/>
                  </a:lnTo>
                  <a:lnTo>
                    <a:pt x="9417392" y="169981"/>
                  </a:lnTo>
                  <a:lnTo>
                    <a:pt x="9350885" y="197618"/>
                  </a:lnTo>
                  <a:lnTo>
                    <a:pt x="9289901" y="228288"/>
                  </a:lnTo>
                  <a:lnTo>
                    <a:pt x="9233667" y="262384"/>
                  </a:lnTo>
                  <a:lnTo>
                    <a:pt x="9181374" y="300297"/>
                  </a:lnTo>
                  <a:lnTo>
                    <a:pt x="9132231" y="342365"/>
                  </a:lnTo>
                  <a:lnTo>
                    <a:pt x="9085516" y="388781"/>
                  </a:lnTo>
                  <a:lnTo>
                    <a:pt x="9084767" y="389579"/>
                  </a:lnTo>
                  <a:lnTo>
                    <a:pt x="9044229" y="435233"/>
                  </a:lnTo>
                  <a:lnTo>
                    <a:pt x="9004770" y="484502"/>
                  </a:lnTo>
                  <a:lnTo>
                    <a:pt x="8966073" y="537457"/>
                  </a:lnTo>
                  <a:lnTo>
                    <a:pt x="8927887" y="594101"/>
                  </a:lnTo>
                  <a:lnTo>
                    <a:pt x="8890017" y="654358"/>
                  </a:lnTo>
                  <a:lnTo>
                    <a:pt x="8852315" y="718066"/>
                  </a:lnTo>
                  <a:lnTo>
                    <a:pt x="8814676" y="784978"/>
                  </a:lnTo>
                  <a:lnTo>
                    <a:pt x="8777029" y="854755"/>
                  </a:lnTo>
                  <a:lnTo>
                    <a:pt x="8739334" y="926974"/>
                  </a:lnTo>
                  <a:lnTo>
                    <a:pt x="8701578" y="1001136"/>
                  </a:lnTo>
                  <a:lnTo>
                    <a:pt x="8663767" y="1076677"/>
                  </a:lnTo>
                  <a:lnTo>
                    <a:pt x="8625921" y="1152988"/>
                  </a:lnTo>
                  <a:lnTo>
                    <a:pt x="8588069" y="1229430"/>
                  </a:lnTo>
                  <a:lnTo>
                    <a:pt x="8550241" y="1305364"/>
                  </a:lnTo>
                  <a:lnTo>
                    <a:pt x="8512461" y="1380165"/>
                  </a:lnTo>
                  <a:lnTo>
                    <a:pt x="8474741" y="1453249"/>
                  </a:lnTo>
                  <a:lnTo>
                    <a:pt x="8437077" y="1524088"/>
                  </a:lnTo>
                  <a:lnTo>
                    <a:pt x="8399441" y="1592225"/>
                  </a:lnTo>
                  <a:lnTo>
                    <a:pt x="8361776" y="1657288"/>
                  </a:lnTo>
                  <a:lnTo>
                    <a:pt x="8323991" y="1718991"/>
                  </a:lnTo>
                  <a:lnTo>
                    <a:pt x="8285956" y="1777136"/>
                  </a:lnTo>
                  <a:lnTo>
                    <a:pt x="8247496" y="1831615"/>
                  </a:lnTo>
                  <a:lnTo>
                    <a:pt x="8208385" y="1882397"/>
                  </a:lnTo>
                  <a:lnTo>
                    <a:pt x="8168335" y="1929527"/>
                  </a:lnTo>
                  <a:lnTo>
                    <a:pt x="8151487" y="1947897"/>
                  </a:lnTo>
                  <a:lnTo>
                    <a:pt x="8104807" y="1994385"/>
                  </a:lnTo>
                  <a:lnTo>
                    <a:pt x="8055709" y="2036524"/>
                  </a:lnTo>
                  <a:lnTo>
                    <a:pt x="8003473" y="2074502"/>
                  </a:lnTo>
                  <a:lnTo>
                    <a:pt x="7947310" y="2108657"/>
                  </a:lnTo>
                  <a:lnTo>
                    <a:pt x="7886411" y="2139381"/>
                  </a:lnTo>
                  <a:lnTo>
                    <a:pt x="7820000" y="2167065"/>
                  </a:lnTo>
                  <a:lnTo>
                    <a:pt x="7747405" y="2192063"/>
                  </a:lnTo>
                  <a:lnTo>
                    <a:pt x="7668150" y="2214677"/>
                  </a:lnTo>
                  <a:lnTo>
                    <a:pt x="7582081" y="2235143"/>
                  </a:lnTo>
                  <a:lnTo>
                    <a:pt x="7489525" y="2253627"/>
                  </a:lnTo>
                  <a:lnTo>
                    <a:pt x="7391463" y="2270225"/>
                  </a:lnTo>
                  <a:lnTo>
                    <a:pt x="7289694" y="2284970"/>
                  </a:lnTo>
                  <a:lnTo>
                    <a:pt x="7186921" y="2297847"/>
                  </a:lnTo>
                  <a:lnTo>
                    <a:pt x="7086688" y="2308812"/>
                  </a:lnTo>
                  <a:lnTo>
                    <a:pt x="6993107" y="2317832"/>
                  </a:lnTo>
                  <a:lnTo>
                    <a:pt x="6910339" y="2324918"/>
                  </a:lnTo>
                  <a:lnTo>
                    <a:pt x="6841913" y="2330158"/>
                  </a:lnTo>
                  <a:lnTo>
                    <a:pt x="6790036" y="2333730"/>
                  </a:lnTo>
                  <a:lnTo>
                    <a:pt x="6755088" y="2335905"/>
                  </a:lnTo>
                  <a:lnTo>
                    <a:pt x="6735440" y="2337014"/>
                  </a:lnTo>
                  <a:lnTo>
                    <a:pt x="6727574" y="2337419"/>
                  </a:lnTo>
                  <a:lnTo>
                    <a:pt x="6726343" y="2337477"/>
                  </a:lnTo>
                  <a:lnTo>
                    <a:pt x="5254955" y="2337477"/>
                  </a:lnTo>
                  <a:lnTo>
                    <a:pt x="5253763" y="2337430"/>
                  </a:lnTo>
                  <a:lnTo>
                    <a:pt x="5245933" y="2337094"/>
                  </a:lnTo>
                  <a:lnTo>
                    <a:pt x="5226222" y="2336164"/>
                  </a:lnTo>
                  <a:lnTo>
                    <a:pt x="5191052" y="2334335"/>
                  </a:lnTo>
                  <a:lnTo>
                    <a:pt x="5138770" y="2331323"/>
                  </a:lnTo>
                  <a:lnTo>
                    <a:pt x="5069779" y="2326902"/>
                  </a:lnTo>
                  <a:lnTo>
                    <a:pt x="4986341" y="2320920"/>
                  </a:lnTo>
                  <a:lnTo>
                    <a:pt x="4892059" y="2313304"/>
                  </a:lnTo>
                  <a:lnTo>
                    <a:pt x="4791166" y="2304045"/>
                  </a:lnTo>
                  <a:lnTo>
                    <a:pt x="4687829" y="2293174"/>
                  </a:lnTo>
                  <a:lnTo>
                    <a:pt x="4585622" y="2280725"/>
                  </a:lnTo>
                  <a:lnTo>
                    <a:pt x="4487255" y="2266711"/>
                  </a:lnTo>
                  <a:lnTo>
                    <a:pt x="4394516" y="2251101"/>
                  </a:lnTo>
                  <a:lnTo>
                    <a:pt x="4308365" y="2233812"/>
                  </a:lnTo>
                  <a:lnTo>
                    <a:pt x="4229103" y="2214699"/>
                  </a:lnTo>
                  <a:lnTo>
                    <a:pt x="4156550" y="2193557"/>
                  </a:lnTo>
                  <a:lnTo>
                    <a:pt x="4090205" y="2170128"/>
                  </a:lnTo>
                  <a:lnTo>
                    <a:pt x="4029375" y="2144108"/>
                  </a:lnTo>
                  <a:lnTo>
                    <a:pt x="3973267" y="2115163"/>
                  </a:lnTo>
                  <a:lnTo>
                    <a:pt x="3921059" y="2082962"/>
                  </a:lnTo>
                  <a:lnTo>
                    <a:pt x="3871954" y="2047227"/>
                  </a:lnTo>
                  <a:lnTo>
                    <a:pt x="3829811" y="2011919"/>
                  </a:lnTo>
                  <a:lnTo>
                    <a:pt x="3786689" y="1971193"/>
                  </a:lnTo>
                  <a:lnTo>
                    <a:pt x="3744764" y="1927037"/>
                  </a:lnTo>
                  <a:lnTo>
                    <a:pt x="3703663" y="1879384"/>
                  </a:lnTo>
                  <a:lnTo>
                    <a:pt x="3663095" y="1828246"/>
                  </a:lnTo>
                  <a:lnTo>
                    <a:pt x="3622838" y="1773717"/>
                  </a:lnTo>
                  <a:lnTo>
                    <a:pt x="3582728" y="1715986"/>
                  </a:lnTo>
                  <a:lnTo>
                    <a:pt x="3542654" y="1655335"/>
                  </a:lnTo>
                  <a:lnTo>
                    <a:pt x="3502546" y="1592143"/>
                  </a:lnTo>
                  <a:lnTo>
                    <a:pt x="3462374" y="1526874"/>
                  </a:lnTo>
                  <a:lnTo>
                    <a:pt x="3422134" y="1460071"/>
                  </a:lnTo>
                  <a:lnTo>
                    <a:pt x="3381846" y="1392331"/>
                  </a:lnTo>
                  <a:lnTo>
                    <a:pt x="3341541" y="1324292"/>
                  </a:lnTo>
                  <a:lnTo>
                    <a:pt x="3301256" y="1256600"/>
                  </a:lnTo>
                  <a:lnTo>
                    <a:pt x="3261020" y="1189889"/>
                  </a:lnTo>
                  <a:lnTo>
                    <a:pt x="3220853" y="1124755"/>
                  </a:lnTo>
                  <a:lnTo>
                    <a:pt x="3180750" y="1061734"/>
                  </a:lnTo>
                  <a:lnTo>
                    <a:pt x="3140676" y="1001286"/>
                  </a:lnTo>
                  <a:lnTo>
                    <a:pt x="3100560" y="943781"/>
                  </a:lnTo>
                  <a:lnTo>
                    <a:pt x="3060286" y="889496"/>
                  </a:lnTo>
                  <a:lnTo>
                    <a:pt x="3019687" y="838611"/>
                  </a:lnTo>
                  <a:lnTo>
                    <a:pt x="2978536" y="791215"/>
                  </a:lnTo>
                  <a:lnTo>
                    <a:pt x="2936538" y="747313"/>
                  </a:lnTo>
                  <a:lnTo>
                    <a:pt x="2896531" y="709688"/>
                  </a:lnTo>
                  <a:lnTo>
                    <a:pt x="2849597" y="670643"/>
                  </a:lnTo>
                  <a:lnTo>
                    <a:pt x="2800216" y="635271"/>
                  </a:lnTo>
                  <a:lnTo>
                    <a:pt x="2747656" y="603410"/>
                  </a:lnTo>
                  <a:lnTo>
                    <a:pt x="2691113" y="574772"/>
                  </a:lnTo>
                  <a:lnTo>
                    <a:pt x="2629766" y="549026"/>
                  </a:lnTo>
                  <a:lnTo>
                    <a:pt x="2562829" y="525839"/>
                  </a:lnTo>
                  <a:lnTo>
                    <a:pt x="2489623" y="504911"/>
                  </a:lnTo>
                  <a:lnTo>
                    <a:pt x="2409674" y="485988"/>
                  </a:lnTo>
                  <a:lnTo>
                    <a:pt x="2322842" y="468872"/>
                  </a:lnTo>
                  <a:lnTo>
                    <a:pt x="2229485" y="453425"/>
                  </a:lnTo>
                  <a:lnTo>
                    <a:pt x="2130639" y="439568"/>
                  </a:lnTo>
                  <a:lnTo>
                    <a:pt x="2028182" y="427275"/>
                  </a:lnTo>
                  <a:lnTo>
                    <a:pt x="1924915" y="416563"/>
                  </a:lnTo>
                  <a:lnTo>
                    <a:pt x="1824489" y="407468"/>
                  </a:lnTo>
                  <a:lnTo>
                    <a:pt x="1731105" y="400016"/>
                  </a:lnTo>
                  <a:lnTo>
                    <a:pt x="1648966" y="394195"/>
                  </a:lnTo>
                  <a:lnTo>
                    <a:pt x="1581571" y="389923"/>
                  </a:lnTo>
                  <a:lnTo>
                    <a:pt x="1531016" y="387041"/>
                  </a:lnTo>
                  <a:lnTo>
                    <a:pt x="1497499" y="385315"/>
                  </a:lnTo>
                  <a:lnTo>
                    <a:pt x="1479167" y="384459"/>
                  </a:lnTo>
                  <a:lnTo>
                    <a:pt x="1472261" y="384165"/>
                  </a:lnTo>
                  <a:lnTo>
                    <a:pt x="1471387" y="384130"/>
                  </a:lnTo>
                  <a:lnTo>
                    <a:pt x="0" y="38413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783" name="pl783"/>
            <p:cNvSpPr/>
            <p:nvPr/>
          </p:nvSpPr>
          <p:spPr>
            <a:xfrm>
              <a:off x="4799595" y="4178816"/>
              <a:ext cx="11981298" cy="2337477"/>
            </a:xfrm>
            <a:custGeom>
              <a:avLst/>
              <a:pathLst>
                <a:path w="11981298" h="2337477">
                  <a:moveTo>
                    <a:pt x="0" y="384130"/>
                  </a:moveTo>
                  <a:lnTo>
                    <a:pt x="1471387" y="384130"/>
                  </a:lnTo>
                  <a:lnTo>
                    <a:pt x="1472579" y="384178"/>
                  </a:lnTo>
                  <a:lnTo>
                    <a:pt x="1480410" y="384514"/>
                  </a:lnTo>
                  <a:lnTo>
                    <a:pt x="1500120" y="385443"/>
                  </a:lnTo>
                  <a:lnTo>
                    <a:pt x="1535290" y="387273"/>
                  </a:lnTo>
                  <a:lnTo>
                    <a:pt x="1587572" y="390284"/>
                  </a:lnTo>
                  <a:lnTo>
                    <a:pt x="1656563" y="394705"/>
                  </a:lnTo>
                  <a:lnTo>
                    <a:pt x="1740001" y="400687"/>
                  </a:lnTo>
                  <a:lnTo>
                    <a:pt x="1834283" y="408304"/>
                  </a:lnTo>
                  <a:lnTo>
                    <a:pt x="1935176" y="417562"/>
                  </a:lnTo>
                  <a:lnTo>
                    <a:pt x="2038514" y="428433"/>
                  </a:lnTo>
                  <a:lnTo>
                    <a:pt x="2140721" y="440882"/>
                  </a:lnTo>
                  <a:lnTo>
                    <a:pt x="2239087" y="454897"/>
                  </a:lnTo>
                  <a:lnTo>
                    <a:pt x="2331827" y="470506"/>
                  </a:lnTo>
                  <a:lnTo>
                    <a:pt x="2417977" y="487795"/>
                  </a:lnTo>
                  <a:lnTo>
                    <a:pt x="2497239" y="506909"/>
                  </a:lnTo>
                  <a:lnTo>
                    <a:pt x="2569792" y="528050"/>
                  </a:lnTo>
                  <a:lnTo>
                    <a:pt x="2636137" y="551479"/>
                  </a:lnTo>
                  <a:lnTo>
                    <a:pt x="2696967" y="577499"/>
                  </a:lnTo>
                  <a:lnTo>
                    <a:pt x="2753075" y="606444"/>
                  </a:lnTo>
                  <a:lnTo>
                    <a:pt x="2805283" y="638645"/>
                  </a:lnTo>
                  <a:lnTo>
                    <a:pt x="2854388" y="674380"/>
                  </a:lnTo>
                  <a:lnTo>
                    <a:pt x="2896531" y="709688"/>
                  </a:lnTo>
                  <a:lnTo>
                    <a:pt x="2939653" y="750414"/>
                  </a:lnTo>
                  <a:lnTo>
                    <a:pt x="2981578" y="794571"/>
                  </a:lnTo>
                  <a:lnTo>
                    <a:pt x="3022679" y="842223"/>
                  </a:lnTo>
                  <a:lnTo>
                    <a:pt x="3063247" y="893362"/>
                  </a:lnTo>
                  <a:lnTo>
                    <a:pt x="3103504" y="947890"/>
                  </a:lnTo>
                  <a:lnTo>
                    <a:pt x="3143614" y="1005622"/>
                  </a:lnTo>
                  <a:lnTo>
                    <a:pt x="3183689" y="1066272"/>
                  </a:lnTo>
                  <a:lnTo>
                    <a:pt x="3223796" y="1129464"/>
                  </a:lnTo>
                  <a:lnTo>
                    <a:pt x="3263968" y="1194733"/>
                  </a:lnTo>
                  <a:lnTo>
                    <a:pt x="3304208" y="1261537"/>
                  </a:lnTo>
                  <a:lnTo>
                    <a:pt x="3344496" y="1329276"/>
                  </a:lnTo>
                  <a:lnTo>
                    <a:pt x="3384801" y="1397316"/>
                  </a:lnTo>
                  <a:lnTo>
                    <a:pt x="3425087" y="1465008"/>
                  </a:lnTo>
                  <a:lnTo>
                    <a:pt x="3465322" y="1531719"/>
                  </a:lnTo>
                  <a:lnTo>
                    <a:pt x="3505489" y="1596853"/>
                  </a:lnTo>
                  <a:lnTo>
                    <a:pt x="3545592" y="1659873"/>
                  </a:lnTo>
                  <a:lnTo>
                    <a:pt x="3585666" y="1720322"/>
                  </a:lnTo>
                  <a:lnTo>
                    <a:pt x="3625782" y="1777826"/>
                  </a:lnTo>
                  <a:lnTo>
                    <a:pt x="3666057" y="1832112"/>
                  </a:lnTo>
                  <a:lnTo>
                    <a:pt x="3706656" y="1882997"/>
                  </a:lnTo>
                  <a:lnTo>
                    <a:pt x="3747806" y="1930392"/>
                  </a:lnTo>
                  <a:lnTo>
                    <a:pt x="3789805" y="1974294"/>
                  </a:lnTo>
                  <a:lnTo>
                    <a:pt x="3829811" y="2011919"/>
                  </a:lnTo>
                  <a:lnTo>
                    <a:pt x="3876745" y="2050964"/>
                  </a:lnTo>
                  <a:lnTo>
                    <a:pt x="3926126" y="2086336"/>
                  </a:lnTo>
                  <a:lnTo>
                    <a:pt x="3978687" y="2118198"/>
                  </a:lnTo>
                  <a:lnTo>
                    <a:pt x="4035230" y="2146835"/>
                  </a:lnTo>
                  <a:lnTo>
                    <a:pt x="4096577" y="2172582"/>
                  </a:lnTo>
                  <a:lnTo>
                    <a:pt x="4163513" y="2195769"/>
                  </a:lnTo>
                  <a:lnTo>
                    <a:pt x="4236719" y="2216697"/>
                  </a:lnTo>
                  <a:lnTo>
                    <a:pt x="4316668" y="2235620"/>
                  </a:lnTo>
                  <a:lnTo>
                    <a:pt x="4403500" y="2252735"/>
                  </a:lnTo>
                  <a:lnTo>
                    <a:pt x="4496857" y="2268183"/>
                  </a:lnTo>
                  <a:lnTo>
                    <a:pt x="4595703" y="2282040"/>
                  </a:lnTo>
                  <a:lnTo>
                    <a:pt x="4698161" y="2294332"/>
                  </a:lnTo>
                  <a:lnTo>
                    <a:pt x="4801427" y="2305044"/>
                  </a:lnTo>
                  <a:lnTo>
                    <a:pt x="4901853" y="2314139"/>
                  </a:lnTo>
                  <a:lnTo>
                    <a:pt x="4995237" y="2321591"/>
                  </a:lnTo>
                  <a:lnTo>
                    <a:pt x="5077376" y="2327413"/>
                  </a:lnTo>
                  <a:lnTo>
                    <a:pt x="5144771" y="2331684"/>
                  </a:lnTo>
                  <a:lnTo>
                    <a:pt x="5195326" y="2334566"/>
                  </a:lnTo>
                  <a:lnTo>
                    <a:pt x="5228843" y="2336292"/>
                  </a:lnTo>
                  <a:lnTo>
                    <a:pt x="5247175" y="2337149"/>
                  </a:lnTo>
                  <a:lnTo>
                    <a:pt x="5254081" y="2337443"/>
                  </a:lnTo>
                  <a:lnTo>
                    <a:pt x="5254955" y="2337477"/>
                  </a:lnTo>
                  <a:lnTo>
                    <a:pt x="6726343" y="2337477"/>
                  </a:lnTo>
                  <a:lnTo>
                    <a:pt x="6727516" y="2337421"/>
                  </a:lnTo>
                  <a:lnTo>
                    <a:pt x="6735228" y="2337026"/>
                  </a:lnTo>
                  <a:lnTo>
                    <a:pt x="6754649" y="2335931"/>
                  </a:lnTo>
                  <a:lnTo>
                    <a:pt x="6789327" y="2333776"/>
                  </a:lnTo>
                  <a:lnTo>
                    <a:pt x="6840925" y="2330229"/>
                  </a:lnTo>
                  <a:lnTo>
                    <a:pt x="6909092" y="2325019"/>
                  </a:lnTo>
                  <a:lnTo>
                    <a:pt x="6991651" y="2317964"/>
                  </a:lnTo>
                  <a:lnTo>
                    <a:pt x="7085088" y="2308975"/>
                  </a:lnTo>
                  <a:lnTo>
                    <a:pt x="7185245" y="2298042"/>
                  </a:lnTo>
                  <a:lnTo>
                    <a:pt x="7288007" y="2285197"/>
                  </a:lnTo>
                  <a:lnTo>
                    <a:pt x="7389817" y="2270482"/>
                  </a:lnTo>
                  <a:lnTo>
                    <a:pt x="7487957" y="2253914"/>
                  </a:lnTo>
                  <a:lnTo>
                    <a:pt x="7580614" y="2235462"/>
                  </a:lnTo>
                  <a:lnTo>
                    <a:pt x="7666793" y="2215029"/>
                  </a:lnTo>
                  <a:lnTo>
                    <a:pt x="7746160" y="2192452"/>
                  </a:lnTo>
                  <a:lnTo>
                    <a:pt x="7818861" y="2167496"/>
                  </a:lnTo>
                  <a:lnTo>
                    <a:pt x="7885368" y="2139859"/>
                  </a:lnTo>
                  <a:lnTo>
                    <a:pt x="7946352" y="2109188"/>
                  </a:lnTo>
                  <a:lnTo>
                    <a:pt x="8002586" y="2075092"/>
                  </a:lnTo>
                  <a:lnTo>
                    <a:pt x="8054880" y="2037180"/>
                  </a:lnTo>
                  <a:lnTo>
                    <a:pt x="8104022" y="1995111"/>
                  </a:lnTo>
                  <a:lnTo>
                    <a:pt x="8150737" y="1948695"/>
                  </a:lnTo>
                  <a:lnTo>
                    <a:pt x="8151487" y="1947897"/>
                  </a:lnTo>
                  <a:lnTo>
                    <a:pt x="8192024" y="1902243"/>
                  </a:lnTo>
                  <a:lnTo>
                    <a:pt x="8231483" y="1852975"/>
                  </a:lnTo>
                  <a:lnTo>
                    <a:pt x="8270180" y="1800019"/>
                  </a:lnTo>
                  <a:lnTo>
                    <a:pt x="8308366" y="1743375"/>
                  </a:lnTo>
                  <a:lnTo>
                    <a:pt x="8346236" y="1683119"/>
                  </a:lnTo>
                  <a:lnTo>
                    <a:pt x="8383938" y="1619410"/>
                  </a:lnTo>
                  <a:lnTo>
                    <a:pt x="8421577" y="1552499"/>
                  </a:lnTo>
                  <a:lnTo>
                    <a:pt x="8459225" y="1482722"/>
                  </a:lnTo>
                  <a:lnTo>
                    <a:pt x="8496919" y="1410502"/>
                  </a:lnTo>
                  <a:lnTo>
                    <a:pt x="8534675" y="1336340"/>
                  </a:lnTo>
                  <a:lnTo>
                    <a:pt x="8572486" y="1260799"/>
                  </a:lnTo>
                  <a:lnTo>
                    <a:pt x="8610332" y="1184489"/>
                  </a:lnTo>
                  <a:lnTo>
                    <a:pt x="8648184" y="1108046"/>
                  </a:lnTo>
                  <a:lnTo>
                    <a:pt x="8686012" y="1032113"/>
                  </a:lnTo>
                  <a:lnTo>
                    <a:pt x="8723793" y="957311"/>
                  </a:lnTo>
                  <a:lnTo>
                    <a:pt x="8761512" y="884228"/>
                  </a:lnTo>
                  <a:lnTo>
                    <a:pt x="8799176" y="813389"/>
                  </a:lnTo>
                  <a:lnTo>
                    <a:pt x="8836812" y="745251"/>
                  </a:lnTo>
                  <a:lnTo>
                    <a:pt x="8874477" y="680188"/>
                  </a:lnTo>
                  <a:lnTo>
                    <a:pt x="8912262" y="618486"/>
                  </a:lnTo>
                  <a:lnTo>
                    <a:pt x="8950298" y="560340"/>
                  </a:lnTo>
                  <a:lnTo>
                    <a:pt x="8988757" y="505862"/>
                  </a:lnTo>
                  <a:lnTo>
                    <a:pt x="9027868" y="455080"/>
                  </a:lnTo>
                  <a:lnTo>
                    <a:pt x="9067918" y="407950"/>
                  </a:lnTo>
                  <a:lnTo>
                    <a:pt x="9084767" y="389579"/>
                  </a:lnTo>
                  <a:lnTo>
                    <a:pt x="9131447" y="343091"/>
                  </a:lnTo>
                  <a:lnTo>
                    <a:pt x="9180544" y="300953"/>
                  </a:lnTo>
                  <a:lnTo>
                    <a:pt x="9232780" y="262974"/>
                  </a:lnTo>
                  <a:lnTo>
                    <a:pt x="9288943" y="228819"/>
                  </a:lnTo>
                  <a:lnTo>
                    <a:pt x="9349842" y="198095"/>
                  </a:lnTo>
                  <a:lnTo>
                    <a:pt x="9416253" y="170412"/>
                  </a:lnTo>
                  <a:lnTo>
                    <a:pt x="9488848" y="145414"/>
                  </a:lnTo>
                  <a:lnTo>
                    <a:pt x="9568103" y="122800"/>
                  </a:lnTo>
                  <a:lnTo>
                    <a:pt x="9654172" y="102334"/>
                  </a:lnTo>
                  <a:lnTo>
                    <a:pt x="9746728" y="83850"/>
                  </a:lnTo>
                  <a:lnTo>
                    <a:pt x="9844791" y="67251"/>
                  </a:lnTo>
                  <a:lnTo>
                    <a:pt x="9946559" y="52506"/>
                  </a:lnTo>
                  <a:lnTo>
                    <a:pt x="10049333" y="39630"/>
                  </a:lnTo>
                  <a:lnTo>
                    <a:pt x="10149565" y="28665"/>
                  </a:lnTo>
                  <a:lnTo>
                    <a:pt x="10243146" y="19645"/>
                  </a:lnTo>
                  <a:lnTo>
                    <a:pt x="10325914" y="12558"/>
                  </a:lnTo>
                  <a:lnTo>
                    <a:pt x="10394340" y="7319"/>
                  </a:lnTo>
                  <a:lnTo>
                    <a:pt x="10446218" y="3746"/>
                  </a:lnTo>
                  <a:lnTo>
                    <a:pt x="10481165" y="1571"/>
                  </a:lnTo>
                  <a:lnTo>
                    <a:pt x="10500813" y="462"/>
                  </a:lnTo>
                  <a:lnTo>
                    <a:pt x="10508679" y="58"/>
                  </a:lnTo>
                  <a:lnTo>
                    <a:pt x="10509911" y="0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84" name="pl784"/>
            <p:cNvSpPr/>
            <p:nvPr/>
          </p:nvSpPr>
          <p:spPr>
            <a:xfrm>
              <a:off x="4799595" y="4170643"/>
              <a:ext cx="11981298" cy="2337477"/>
            </a:xfrm>
            <a:custGeom>
              <a:avLst/>
              <a:pathLst>
                <a:path w="11981298" h="2337477">
                  <a:moveTo>
                    <a:pt x="11981298" y="0"/>
                  </a:moveTo>
                  <a:lnTo>
                    <a:pt x="10509911" y="0"/>
                  </a:lnTo>
                  <a:lnTo>
                    <a:pt x="10508737" y="55"/>
                  </a:lnTo>
                  <a:lnTo>
                    <a:pt x="10501025" y="451"/>
                  </a:lnTo>
                  <a:lnTo>
                    <a:pt x="10481604" y="1546"/>
                  </a:lnTo>
                  <a:lnTo>
                    <a:pt x="10446926" y="3700"/>
                  </a:lnTo>
                  <a:lnTo>
                    <a:pt x="10395329" y="7248"/>
                  </a:lnTo>
                  <a:lnTo>
                    <a:pt x="10327161" y="12458"/>
                  </a:lnTo>
                  <a:lnTo>
                    <a:pt x="10244602" y="19513"/>
                  </a:lnTo>
                  <a:lnTo>
                    <a:pt x="10151165" y="28501"/>
                  </a:lnTo>
                  <a:lnTo>
                    <a:pt x="10051008" y="39435"/>
                  </a:lnTo>
                  <a:lnTo>
                    <a:pt x="9948246" y="52280"/>
                  </a:lnTo>
                  <a:lnTo>
                    <a:pt x="9846436" y="66995"/>
                  </a:lnTo>
                  <a:lnTo>
                    <a:pt x="9748296" y="83562"/>
                  </a:lnTo>
                  <a:lnTo>
                    <a:pt x="9655639" y="102015"/>
                  </a:lnTo>
                  <a:lnTo>
                    <a:pt x="9569460" y="122447"/>
                  </a:lnTo>
                  <a:lnTo>
                    <a:pt x="9490093" y="145024"/>
                  </a:lnTo>
                  <a:lnTo>
                    <a:pt x="9417392" y="169981"/>
                  </a:lnTo>
                  <a:lnTo>
                    <a:pt x="9350885" y="197618"/>
                  </a:lnTo>
                  <a:lnTo>
                    <a:pt x="9289901" y="228288"/>
                  </a:lnTo>
                  <a:lnTo>
                    <a:pt x="9233667" y="262384"/>
                  </a:lnTo>
                  <a:lnTo>
                    <a:pt x="9181374" y="300297"/>
                  </a:lnTo>
                  <a:lnTo>
                    <a:pt x="9132231" y="342365"/>
                  </a:lnTo>
                  <a:lnTo>
                    <a:pt x="9085516" y="388781"/>
                  </a:lnTo>
                  <a:lnTo>
                    <a:pt x="9084767" y="389579"/>
                  </a:lnTo>
                  <a:lnTo>
                    <a:pt x="9044229" y="435233"/>
                  </a:lnTo>
                  <a:lnTo>
                    <a:pt x="9004770" y="484502"/>
                  </a:lnTo>
                  <a:lnTo>
                    <a:pt x="8966073" y="537457"/>
                  </a:lnTo>
                  <a:lnTo>
                    <a:pt x="8927887" y="594101"/>
                  </a:lnTo>
                  <a:lnTo>
                    <a:pt x="8890017" y="654358"/>
                  </a:lnTo>
                  <a:lnTo>
                    <a:pt x="8852315" y="718066"/>
                  </a:lnTo>
                  <a:lnTo>
                    <a:pt x="8814676" y="784978"/>
                  </a:lnTo>
                  <a:lnTo>
                    <a:pt x="8777029" y="854755"/>
                  </a:lnTo>
                  <a:lnTo>
                    <a:pt x="8739334" y="926974"/>
                  </a:lnTo>
                  <a:lnTo>
                    <a:pt x="8701578" y="1001136"/>
                  </a:lnTo>
                  <a:lnTo>
                    <a:pt x="8663767" y="1076677"/>
                  </a:lnTo>
                  <a:lnTo>
                    <a:pt x="8625921" y="1152988"/>
                  </a:lnTo>
                  <a:lnTo>
                    <a:pt x="8588069" y="1229430"/>
                  </a:lnTo>
                  <a:lnTo>
                    <a:pt x="8550241" y="1305364"/>
                  </a:lnTo>
                  <a:lnTo>
                    <a:pt x="8512461" y="1380165"/>
                  </a:lnTo>
                  <a:lnTo>
                    <a:pt x="8474741" y="1453249"/>
                  </a:lnTo>
                  <a:lnTo>
                    <a:pt x="8437077" y="1524088"/>
                  </a:lnTo>
                  <a:lnTo>
                    <a:pt x="8399441" y="1592225"/>
                  </a:lnTo>
                  <a:lnTo>
                    <a:pt x="8361776" y="1657288"/>
                  </a:lnTo>
                  <a:lnTo>
                    <a:pt x="8323991" y="1718991"/>
                  </a:lnTo>
                  <a:lnTo>
                    <a:pt x="8285956" y="1777136"/>
                  </a:lnTo>
                  <a:lnTo>
                    <a:pt x="8247496" y="1831615"/>
                  </a:lnTo>
                  <a:lnTo>
                    <a:pt x="8208385" y="1882397"/>
                  </a:lnTo>
                  <a:lnTo>
                    <a:pt x="8168335" y="1929527"/>
                  </a:lnTo>
                  <a:lnTo>
                    <a:pt x="8151487" y="1947897"/>
                  </a:lnTo>
                  <a:lnTo>
                    <a:pt x="8104807" y="1994385"/>
                  </a:lnTo>
                  <a:lnTo>
                    <a:pt x="8055709" y="2036524"/>
                  </a:lnTo>
                  <a:lnTo>
                    <a:pt x="8003473" y="2074502"/>
                  </a:lnTo>
                  <a:lnTo>
                    <a:pt x="7947310" y="2108657"/>
                  </a:lnTo>
                  <a:lnTo>
                    <a:pt x="7886411" y="2139381"/>
                  </a:lnTo>
                  <a:lnTo>
                    <a:pt x="7820000" y="2167065"/>
                  </a:lnTo>
                  <a:lnTo>
                    <a:pt x="7747405" y="2192063"/>
                  </a:lnTo>
                  <a:lnTo>
                    <a:pt x="7668150" y="2214677"/>
                  </a:lnTo>
                  <a:lnTo>
                    <a:pt x="7582081" y="2235143"/>
                  </a:lnTo>
                  <a:lnTo>
                    <a:pt x="7489525" y="2253627"/>
                  </a:lnTo>
                  <a:lnTo>
                    <a:pt x="7391463" y="2270225"/>
                  </a:lnTo>
                  <a:lnTo>
                    <a:pt x="7289694" y="2284970"/>
                  </a:lnTo>
                  <a:lnTo>
                    <a:pt x="7186921" y="2297847"/>
                  </a:lnTo>
                  <a:lnTo>
                    <a:pt x="7086688" y="2308812"/>
                  </a:lnTo>
                  <a:lnTo>
                    <a:pt x="6993107" y="2317832"/>
                  </a:lnTo>
                  <a:lnTo>
                    <a:pt x="6910339" y="2324918"/>
                  </a:lnTo>
                  <a:lnTo>
                    <a:pt x="6841913" y="2330158"/>
                  </a:lnTo>
                  <a:lnTo>
                    <a:pt x="6790036" y="2333730"/>
                  </a:lnTo>
                  <a:lnTo>
                    <a:pt x="6755088" y="2335905"/>
                  </a:lnTo>
                  <a:lnTo>
                    <a:pt x="6735440" y="2337014"/>
                  </a:lnTo>
                  <a:lnTo>
                    <a:pt x="6727574" y="2337419"/>
                  </a:lnTo>
                  <a:lnTo>
                    <a:pt x="6726343" y="2337477"/>
                  </a:lnTo>
                  <a:lnTo>
                    <a:pt x="6726343" y="2337477"/>
                  </a:lnTo>
                  <a:lnTo>
                    <a:pt x="5254955" y="2337477"/>
                  </a:lnTo>
                  <a:lnTo>
                    <a:pt x="5253763" y="2337430"/>
                  </a:lnTo>
                  <a:lnTo>
                    <a:pt x="5245933" y="2337094"/>
                  </a:lnTo>
                  <a:lnTo>
                    <a:pt x="5226222" y="2336164"/>
                  </a:lnTo>
                  <a:lnTo>
                    <a:pt x="5191052" y="2334335"/>
                  </a:lnTo>
                  <a:lnTo>
                    <a:pt x="5138770" y="2331323"/>
                  </a:lnTo>
                  <a:lnTo>
                    <a:pt x="5069779" y="2326902"/>
                  </a:lnTo>
                  <a:lnTo>
                    <a:pt x="4986341" y="2320920"/>
                  </a:lnTo>
                  <a:lnTo>
                    <a:pt x="4892059" y="2313304"/>
                  </a:lnTo>
                  <a:lnTo>
                    <a:pt x="4791166" y="2304045"/>
                  </a:lnTo>
                  <a:lnTo>
                    <a:pt x="4687829" y="2293174"/>
                  </a:lnTo>
                  <a:lnTo>
                    <a:pt x="4585622" y="2280725"/>
                  </a:lnTo>
                  <a:lnTo>
                    <a:pt x="4487255" y="2266711"/>
                  </a:lnTo>
                  <a:lnTo>
                    <a:pt x="4394516" y="2251101"/>
                  </a:lnTo>
                  <a:lnTo>
                    <a:pt x="4308365" y="2233812"/>
                  </a:lnTo>
                  <a:lnTo>
                    <a:pt x="4229103" y="2214699"/>
                  </a:lnTo>
                  <a:lnTo>
                    <a:pt x="4156550" y="2193557"/>
                  </a:lnTo>
                  <a:lnTo>
                    <a:pt x="4090205" y="2170128"/>
                  </a:lnTo>
                  <a:lnTo>
                    <a:pt x="4029375" y="2144108"/>
                  </a:lnTo>
                  <a:lnTo>
                    <a:pt x="3973267" y="2115163"/>
                  </a:lnTo>
                  <a:lnTo>
                    <a:pt x="3921059" y="2082962"/>
                  </a:lnTo>
                  <a:lnTo>
                    <a:pt x="3871954" y="2047227"/>
                  </a:lnTo>
                  <a:lnTo>
                    <a:pt x="3829811" y="2011919"/>
                  </a:lnTo>
                  <a:lnTo>
                    <a:pt x="3786689" y="1971193"/>
                  </a:lnTo>
                  <a:lnTo>
                    <a:pt x="3744764" y="1927037"/>
                  </a:lnTo>
                  <a:lnTo>
                    <a:pt x="3703663" y="1879384"/>
                  </a:lnTo>
                  <a:lnTo>
                    <a:pt x="3663095" y="1828246"/>
                  </a:lnTo>
                  <a:lnTo>
                    <a:pt x="3622838" y="1773717"/>
                  </a:lnTo>
                  <a:lnTo>
                    <a:pt x="3582728" y="1715986"/>
                  </a:lnTo>
                  <a:lnTo>
                    <a:pt x="3542654" y="1655335"/>
                  </a:lnTo>
                  <a:lnTo>
                    <a:pt x="3502546" y="1592143"/>
                  </a:lnTo>
                  <a:lnTo>
                    <a:pt x="3462374" y="1526874"/>
                  </a:lnTo>
                  <a:lnTo>
                    <a:pt x="3422134" y="1460071"/>
                  </a:lnTo>
                  <a:lnTo>
                    <a:pt x="3381846" y="1392331"/>
                  </a:lnTo>
                  <a:lnTo>
                    <a:pt x="3341541" y="1324292"/>
                  </a:lnTo>
                  <a:lnTo>
                    <a:pt x="3301256" y="1256600"/>
                  </a:lnTo>
                  <a:lnTo>
                    <a:pt x="3261020" y="1189889"/>
                  </a:lnTo>
                  <a:lnTo>
                    <a:pt x="3220853" y="1124755"/>
                  </a:lnTo>
                  <a:lnTo>
                    <a:pt x="3180750" y="1061734"/>
                  </a:lnTo>
                  <a:lnTo>
                    <a:pt x="3140676" y="1001286"/>
                  </a:lnTo>
                  <a:lnTo>
                    <a:pt x="3100560" y="943781"/>
                  </a:lnTo>
                  <a:lnTo>
                    <a:pt x="3060286" y="889496"/>
                  </a:lnTo>
                  <a:lnTo>
                    <a:pt x="3019687" y="838611"/>
                  </a:lnTo>
                  <a:lnTo>
                    <a:pt x="2978536" y="791215"/>
                  </a:lnTo>
                  <a:lnTo>
                    <a:pt x="2936538" y="747313"/>
                  </a:lnTo>
                  <a:lnTo>
                    <a:pt x="2896531" y="709688"/>
                  </a:lnTo>
                  <a:lnTo>
                    <a:pt x="2849597" y="670643"/>
                  </a:lnTo>
                  <a:lnTo>
                    <a:pt x="2800216" y="635271"/>
                  </a:lnTo>
                  <a:lnTo>
                    <a:pt x="2747656" y="603410"/>
                  </a:lnTo>
                  <a:lnTo>
                    <a:pt x="2691113" y="574772"/>
                  </a:lnTo>
                  <a:lnTo>
                    <a:pt x="2629766" y="549026"/>
                  </a:lnTo>
                  <a:lnTo>
                    <a:pt x="2562829" y="525839"/>
                  </a:lnTo>
                  <a:lnTo>
                    <a:pt x="2489623" y="504911"/>
                  </a:lnTo>
                  <a:lnTo>
                    <a:pt x="2409674" y="485988"/>
                  </a:lnTo>
                  <a:lnTo>
                    <a:pt x="2322842" y="468872"/>
                  </a:lnTo>
                  <a:lnTo>
                    <a:pt x="2229485" y="453425"/>
                  </a:lnTo>
                  <a:lnTo>
                    <a:pt x="2130639" y="439568"/>
                  </a:lnTo>
                  <a:lnTo>
                    <a:pt x="2028182" y="427275"/>
                  </a:lnTo>
                  <a:lnTo>
                    <a:pt x="1924915" y="416563"/>
                  </a:lnTo>
                  <a:lnTo>
                    <a:pt x="1824489" y="407468"/>
                  </a:lnTo>
                  <a:lnTo>
                    <a:pt x="1731105" y="400016"/>
                  </a:lnTo>
                  <a:lnTo>
                    <a:pt x="1648966" y="394195"/>
                  </a:lnTo>
                  <a:lnTo>
                    <a:pt x="1581571" y="389923"/>
                  </a:lnTo>
                  <a:lnTo>
                    <a:pt x="1531016" y="387041"/>
                  </a:lnTo>
                  <a:lnTo>
                    <a:pt x="1497499" y="385315"/>
                  </a:lnTo>
                  <a:lnTo>
                    <a:pt x="1479167" y="384459"/>
                  </a:lnTo>
                  <a:lnTo>
                    <a:pt x="1472261" y="384165"/>
                  </a:lnTo>
                  <a:lnTo>
                    <a:pt x="1471387" y="384130"/>
                  </a:lnTo>
                  <a:lnTo>
                    <a:pt x="0" y="38413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85" name="pg785"/>
            <p:cNvSpPr/>
            <p:nvPr/>
          </p:nvSpPr>
          <p:spPr>
            <a:xfrm>
              <a:off x="4799595" y="4562947"/>
              <a:ext cx="11981298" cy="1961519"/>
            </a:xfrm>
            <a:custGeom>
              <a:avLst/>
              <a:pathLst>
                <a:path w="11981298" h="1961519">
                  <a:moveTo>
                    <a:pt x="0" y="8172"/>
                  </a:moveTo>
                  <a:lnTo>
                    <a:pt x="1471387" y="8172"/>
                  </a:lnTo>
                  <a:lnTo>
                    <a:pt x="1472579" y="8220"/>
                  </a:lnTo>
                  <a:lnTo>
                    <a:pt x="1480410" y="8556"/>
                  </a:lnTo>
                  <a:lnTo>
                    <a:pt x="1500120" y="9485"/>
                  </a:lnTo>
                  <a:lnTo>
                    <a:pt x="1535290" y="11315"/>
                  </a:lnTo>
                  <a:lnTo>
                    <a:pt x="1587572" y="14326"/>
                  </a:lnTo>
                  <a:lnTo>
                    <a:pt x="1656563" y="18747"/>
                  </a:lnTo>
                  <a:lnTo>
                    <a:pt x="1740001" y="24729"/>
                  </a:lnTo>
                  <a:lnTo>
                    <a:pt x="1834283" y="32346"/>
                  </a:lnTo>
                  <a:lnTo>
                    <a:pt x="1935176" y="41604"/>
                  </a:lnTo>
                  <a:lnTo>
                    <a:pt x="2038514" y="52476"/>
                  </a:lnTo>
                  <a:lnTo>
                    <a:pt x="2140721" y="64925"/>
                  </a:lnTo>
                  <a:lnTo>
                    <a:pt x="2239087" y="78939"/>
                  </a:lnTo>
                  <a:lnTo>
                    <a:pt x="2331827" y="94548"/>
                  </a:lnTo>
                  <a:lnTo>
                    <a:pt x="2417977" y="111837"/>
                  </a:lnTo>
                  <a:lnTo>
                    <a:pt x="2497239" y="130951"/>
                  </a:lnTo>
                  <a:lnTo>
                    <a:pt x="2569792" y="152092"/>
                  </a:lnTo>
                  <a:lnTo>
                    <a:pt x="2636137" y="175521"/>
                  </a:lnTo>
                  <a:lnTo>
                    <a:pt x="2696967" y="201542"/>
                  </a:lnTo>
                  <a:lnTo>
                    <a:pt x="2753075" y="230487"/>
                  </a:lnTo>
                  <a:lnTo>
                    <a:pt x="2805283" y="262687"/>
                  </a:lnTo>
                  <a:lnTo>
                    <a:pt x="2854388" y="298422"/>
                  </a:lnTo>
                  <a:lnTo>
                    <a:pt x="2896531" y="333730"/>
                  </a:lnTo>
                  <a:lnTo>
                    <a:pt x="2939653" y="374456"/>
                  </a:lnTo>
                  <a:lnTo>
                    <a:pt x="2981578" y="418613"/>
                  </a:lnTo>
                  <a:lnTo>
                    <a:pt x="3022679" y="466265"/>
                  </a:lnTo>
                  <a:lnTo>
                    <a:pt x="3063247" y="517404"/>
                  </a:lnTo>
                  <a:lnTo>
                    <a:pt x="3103504" y="571932"/>
                  </a:lnTo>
                  <a:lnTo>
                    <a:pt x="3143614" y="629664"/>
                  </a:lnTo>
                  <a:lnTo>
                    <a:pt x="3183689" y="690314"/>
                  </a:lnTo>
                  <a:lnTo>
                    <a:pt x="3223796" y="753507"/>
                  </a:lnTo>
                  <a:lnTo>
                    <a:pt x="3263968" y="818775"/>
                  </a:lnTo>
                  <a:lnTo>
                    <a:pt x="3304208" y="885579"/>
                  </a:lnTo>
                  <a:lnTo>
                    <a:pt x="3344496" y="953318"/>
                  </a:lnTo>
                  <a:lnTo>
                    <a:pt x="3384801" y="1021358"/>
                  </a:lnTo>
                  <a:lnTo>
                    <a:pt x="3425087" y="1089050"/>
                  </a:lnTo>
                  <a:lnTo>
                    <a:pt x="3465322" y="1155761"/>
                  </a:lnTo>
                  <a:lnTo>
                    <a:pt x="3505489" y="1220895"/>
                  </a:lnTo>
                  <a:lnTo>
                    <a:pt x="3545592" y="1283915"/>
                  </a:lnTo>
                  <a:lnTo>
                    <a:pt x="3585666" y="1344364"/>
                  </a:lnTo>
                  <a:lnTo>
                    <a:pt x="3625782" y="1401869"/>
                  </a:lnTo>
                  <a:lnTo>
                    <a:pt x="3666057" y="1456154"/>
                  </a:lnTo>
                  <a:lnTo>
                    <a:pt x="3706656" y="1507039"/>
                  </a:lnTo>
                  <a:lnTo>
                    <a:pt x="3747806" y="1554434"/>
                  </a:lnTo>
                  <a:lnTo>
                    <a:pt x="3789805" y="1598336"/>
                  </a:lnTo>
                  <a:lnTo>
                    <a:pt x="3829811" y="1635961"/>
                  </a:lnTo>
                  <a:lnTo>
                    <a:pt x="3876745" y="1675006"/>
                  </a:lnTo>
                  <a:lnTo>
                    <a:pt x="3926126" y="1710378"/>
                  </a:lnTo>
                  <a:lnTo>
                    <a:pt x="3978687" y="1742240"/>
                  </a:lnTo>
                  <a:lnTo>
                    <a:pt x="4035230" y="1770877"/>
                  </a:lnTo>
                  <a:lnTo>
                    <a:pt x="4096577" y="1796624"/>
                  </a:lnTo>
                  <a:lnTo>
                    <a:pt x="4163513" y="1819811"/>
                  </a:lnTo>
                  <a:lnTo>
                    <a:pt x="4236719" y="1840739"/>
                  </a:lnTo>
                  <a:lnTo>
                    <a:pt x="4316668" y="1859662"/>
                  </a:lnTo>
                  <a:lnTo>
                    <a:pt x="4403500" y="1876778"/>
                  </a:lnTo>
                  <a:lnTo>
                    <a:pt x="4496857" y="1892225"/>
                  </a:lnTo>
                  <a:lnTo>
                    <a:pt x="4595703" y="1906082"/>
                  </a:lnTo>
                  <a:lnTo>
                    <a:pt x="4698161" y="1918374"/>
                  </a:lnTo>
                  <a:lnTo>
                    <a:pt x="4801427" y="1929086"/>
                  </a:lnTo>
                  <a:lnTo>
                    <a:pt x="4901853" y="1938181"/>
                  </a:lnTo>
                  <a:lnTo>
                    <a:pt x="4995237" y="1945633"/>
                  </a:lnTo>
                  <a:lnTo>
                    <a:pt x="5077376" y="1951455"/>
                  </a:lnTo>
                  <a:lnTo>
                    <a:pt x="5144771" y="1955727"/>
                  </a:lnTo>
                  <a:lnTo>
                    <a:pt x="5195326" y="1958608"/>
                  </a:lnTo>
                  <a:lnTo>
                    <a:pt x="5228843" y="1960335"/>
                  </a:lnTo>
                  <a:lnTo>
                    <a:pt x="5247175" y="1961191"/>
                  </a:lnTo>
                  <a:lnTo>
                    <a:pt x="5254081" y="1961485"/>
                  </a:lnTo>
                  <a:lnTo>
                    <a:pt x="5254955" y="1961519"/>
                  </a:lnTo>
                  <a:lnTo>
                    <a:pt x="6726343" y="1961519"/>
                  </a:lnTo>
                  <a:lnTo>
                    <a:pt x="6727554" y="1961483"/>
                  </a:lnTo>
                  <a:lnTo>
                    <a:pt x="6735510" y="1961227"/>
                  </a:lnTo>
                  <a:lnTo>
                    <a:pt x="6755525" y="1960519"/>
                  </a:lnTo>
                  <a:lnTo>
                    <a:pt x="6791213" y="1959126"/>
                  </a:lnTo>
                  <a:lnTo>
                    <a:pt x="6844214" y="1956834"/>
                  </a:lnTo>
                  <a:lnTo>
                    <a:pt x="6914067" y="1953470"/>
                  </a:lnTo>
                  <a:lnTo>
                    <a:pt x="6998424" y="1948921"/>
                  </a:lnTo>
                  <a:lnTo>
                    <a:pt x="7093586" y="1943134"/>
                  </a:lnTo>
                  <a:lnTo>
                    <a:pt x="7195239" y="1936104"/>
                  </a:lnTo>
                  <a:lnTo>
                    <a:pt x="7299169" y="1927854"/>
                  </a:lnTo>
                  <a:lnTo>
                    <a:pt x="7401780" y="1918411"/>
                  </a:lnTo>
                  <a:lnTo>
                    <a:pt x="7500374" y="1907782"/>
                  </a:lnTo>
                  <a:lnTo>
                    <a:pt x="7593190" y="1895942"/>
                  </a:lnTo>
                  <a:lnTo>
                    <a:pt x="7679303" y="1882823"/>
                  </a:lnTo>
                  <a:lnTo>
                    <a:pt x="7758451" y="1868313"/>
                  </a:lnTo>
                  <a:lnTo>
                    <a:pt x="7830847" y="1852252"/>
                  </a:lnTo>
                  <a:lnTo>
                    <a:pt x="7897023" y="1834440"/>
                  </a:lnTo>
                  <a:lnTo>
                    <a:pt x="7957695" y="1814643"/>
                  </a:lnTo>
                  <a:lnTo>
                    <a:pt x="8013675" y="1792606"/>
                  </a:lnTo>
                  <a:lnTo>
                    <a:pt x="8065797" y="1768078"/>
                  </a:lnTo>
                  <a:lnTo>
                    <a:pt x="8114868" y="1740856"/>
                  </a:lnTo>
                  <a:lnTo>
                    <a:pt x="8151487" y="1717691"/>
                  </a:lnTo>
                  <a:lnTo>
                    <a:pt x="8198400" y="1684338"/>
                  </a:lnTo>
                  <a:lnTo>
                    <a:pt x="8243935" y="1647928"/>
                  </a:lnTo>
                  <a:lnTo>
                    <a:pt x="8288560" y="1608408"/>
                  </a:lnTo>
                  <a:lnTo>
                    <a:pt x="8332629" y="1565806"/>
                  </a:lnTo>
                  <a:lnTo>
                    <a:pt x="8376404" y="1520242"/>
                  </a:lnTo>
                  <a:lnTo>
                    <a:pt x="8420071" y="1471934"/>
                  </a:lnTo>
                  <a:lnTo>
                    <a:pt x="8463744" y="1421202"/>
                  </a:lnTo>
                  <a:lnTo>
                    <a:pt x="8507483" y="1368463"/>
                  </a:lnTo>
                  <a:lnTo>
                    <a:pt x="8551305" y="1314217"/>
                  </a:lnTo>
                  <a:lnTo>
                    <a:pt x="8595189" y="1259033"/>
                  </a:lnTo>
                  <a:lnTo>
                    <a:pt x="8639098" y="1203521"/>
                  </a:lnTo>
                  <a:lnTo>
                    <a:pt x="8682985" y="1148309"/>
                  </a:lnTo>
                  <a:lnTo>
                    <a:pt x="8726810" y="1094009"/>
                  </a:lnTo>
                  <a:lnTo>
                    <a:pt x="8770553" y="1041191"/>
                  </a:lnTo>
                  <a:lnTo>
                    <a:pt x="8814228" y="990360"/>
                  </a:lnTo>
                  <a:lnTo>
                    <a:pt x="8857893" y="941936"/>
                  </a:lnTo>
                  <a:lnTo>
                    <a:pt x="8901660" y="896243"/>
                  </a:lnTo>
                  <a:lnTo>
                    <a:pt x="8945711" y="853505"/>
                  </a:lnTo>
                  <a:lnTo>
                    <a:pt x="8990304" y="813846"/>
                  </a:lnTo>
                  <a:lnTo>
                    <a:pt x="9035789" y="777298"/>
                  </a:lnTo>
                  <a:lnTo>
                    <a:pt x="9082629" y="743809"/>
                  </a:lnTo>
                  <a:lnTo>
                    <a:pt x="9084767" y="742380"/>
                  </a:lnTo>
                  <a:lnTo>
                    <a:pt x="9131966" y="712984"/>
                  </a:lnTo>
                  <a:lnTo>
                    <a:pt x="9181643" y="686368"/>
                  </a:lnTo>
                  <a:lnTo>
                    <a:pt x="9234544" y="662408"/>
                  </a:lnTo>
                  <a:lnTo>
                    <a:pt x="9291485" y="640886"/>
                  </a:lnTo>
                  <a:lnTo>
                    <a:pt x="9353301" y="621548"/>
                  </a:lnTo>
                  <a:lnTo>
                    <a:pt x="9420789" y="604140"/>
                  </a:lnTo>
                  <a:lnTo>
                    <a:pt x="9494636" y="588437"/>
                  </a:lnTo>
                  <a:lnTo>
                    <a:pt x="9575313" y="574245"/>
                  </a:lnTo>
                  <a:lnTo>
                    <a:pt x="9662944" y="561416"/>
                  </a:lnTo>
                  <a:lnTo>
                    <a:pt x="9757138" y="549847"/>
                  </a:lnTo>
                  <a:lnTo>
                    <a:pt x="9856800" y="539480"/>
                  </a:lnTo>
                  <a:lnTo>
                    <a:pt x="9959967" y="530298"/>
                  </a:lnTo>
                  <a:lnTo>
                    <a:pt x="10063731" y="522314"/>
                  </a:lnTo>
                  <a:lnTo>
                    <a:pt x="10164331" y="515556"/>
                  </a:lnTo>
                  <a:lnTo>
                    <a:pt x="10257474" y="510043"/>
                  </a:lnTo>
                  <a:lnTo>
                    <a:pt x="10338919" y="505762"/>
                  </a:lnTo>
                  <a:lnTo>
                    <a:pt x="10405204" y="502646"/>
                  </a:lnTo>
                  <a:lnTo>
                    <a:pt x="10454359" y="500569"/>
                  </a:lnTo>
                  <a:lnTo>
                    <a:pt x="10486384" y="499346"/>
                  </a:lnTo>
                  <a:lnTo>
                    <a:pt x="10503369" y="498757"/>
                  </a:lnTo>
                  <a:lnTo>
                    <a:pt x="10509329" y="498569"/>
                  </a:lnTo>
                  <a:lnTo>
                    <a:pt x="10509911" y="498552"/>
                  </a:lnTo>
                  <a:lnTo>
                    <a:pt x="11981298" y="498552"/>
                  </a:lnTo>
                  <a:lnTo>
                    <a:pt x="11981298" y="490379"/>
                  </a:lnTo>
                  <a:lnTo>
                    <a:pt x="10509911" y="490379"/>
                  </a:lnTo>
                  <a:lnTo>
                    <a:pt x="10508699" y="490415"/>
                  </a:lnTo>
                  <a:lnTo>
                    <a:pt x="10500744" y="490671"/>
                  </a:lnTo>
                  <a:lnTo>
                    <a:pt x="10480729" y="491379"/>
                  </a:lnTo>
                  <a:lnTo>
                    <a:pt x="10445040" y="492772"/>
                  </a:lnTo>
                  <a:lnTo>
                    <a:pt x="10392040" y="495065"/>
                  </a:lnTo>
                  <a:lnTo>
                    <a:pt x="10322186" y="498428"/>
                  </a:lnTo>
                  <a:lnTo>
                    <a:pt x="10237829" y="502977"/>
                  </a:lnTo>
                  <a:lnTo>
                    <a:pt x="10142667" y="508764"/>
                  </a:lnTo>
                  <a:lnTo>
                    <a:pt x="10041014" y="515794"/>
                  </a:lnTo>
                  <a:lnTo>
                    <a:pt x="9937085" y="524044"/>
                  </a:lnTo>
                  <a:lnTo>
                    <a:pt x="9834473" y="533488"/>
                  </a:lnTo>
                  <a:lnTo>
                    <a:pt x="9735879" y="544117"/>
                  </a:lnTo>
                  <a:lnTo>
                    <a:pt x="9643063" y="555957"/>
                  </a:lnTo>
                  <a:lnTo>
                    <a:pt x="9556950" y="569075"/>
                  </a:lnTo>
                  <a:lnTo>
                    <a:pt x="9477802" y="583586"/>
                  </a:lnTo>
                  <a:lnTo>
                    <a:pt x="9405406" y="599646"/>
                  </a:lnTo>
                  <a:lnTo>
                    <a:pt x="9339230" y="617458"/>
                  </a:lnTo>
                  <a:lnTo>
                    <a:pt x="9278558" y="637255"/>
                  </a:lnTo>
                  <a:lnTo>
                    <a:pt x="9222579" y="659293"/>
                  </a:lnTo>
                  <a:lnTo>
                    <a:pt x="9170456" y="683821"/>
                  </a:lnTo>
                  <a:lnTo>
                    <a:pt x="9121385" y="711043"/>
                  </a:lnTo>
                  <a:lnTo>
                    <a:pt x="9084767" y="734207"/>
                  </a:lnTo>
                  <a:lnTo>
                    <a:pt x="9037853" y="767561"/>
                  </a:lnTo>
                  <a:lnTo>
                    <a:pt x="8992318" y="803971"/>
                  </a:lnTo>
                  <a:lnTo>
                    <a:pt x="8947694" y="843490"/>
                  </a:lnTo>
                  <a:lnTo>
                    <a:pt x="8903625" y="886093"/>
                  </a:lnTo>
                  <a:lnTo>
                    <a:pt x="8859849" y="931657"/>
                  </a:lnTo>
                  <a:lnTo>
                    <a:pt x="8816183" y="979965"/>
                  </a:lnTo>
                  <a:lnTo>
                    <a:pt x="8772510" y="1030696"/>
                  </a:lnTo>
                  <a:lnTo>
                    <a:pt x="8728770" y="1083435"/>
                  </a:lnTo>
                  <a:lnTo>
                    <a:pt x="8684949" y="1137681"/>
                  </a:lnTo>
                  <a:lnTo>
                    <a:pt x="8641064" y="1192866"/>
                  </a:lnTo>
                  <a:lnTo>
                    <a:pt x="8597155" y="1248377"/>
                  </a:lnTo>
                  <a:lnTo>
                    <a:pt x="8553268" y="1303589"/>
                  </a:lnTo>
                  <a:lnTo>
                    <a:pt x="8509443" y="1357890"/>
                  </a:lnTo>
                  <a:lnTo>
                    <a:pt x="8465700" y="1410708"/>
                  </a:lnTo>
                  <a:lnTo>
                    <a:pt x="8422025" y="1461539"/>
                  </a:lnTo>
                  <a:lnTo>
                    <a:pt x="8378361" y="1509963"/>
                  </a:lnTo>
                  <a:lnTo>
                    <a:pt x="8334593" y="1555655"/>
                  </a:lnTo>
                  <a:lnTo>
                    <a:pt x="8290542" y="1598393"/>
                  </a:lnTo>
                  <a:lnTo>
                    <a:pt x="8245949" y="1638052"/>
                  </a:lnTo>
                  <a:lnTo>
                    <a:pt x="8200464" y="1674601"/>
                  </a:lnTo>
                  <a:lnTo>
                    <a:pt x="8153624" y="1708089"/>
                  </a:lnTo>
                  <a:lnTo>
                    <a:pt x="8151487" y="1709518"/>
                  </a:lnTo>
                  <a:lnTo>
                    <a:pt x="8104287" y="1738915"/>
                  </a:lnTo>
                  <a:lnTo>
                    <a:pt x="8054610" y="1765531"/>
                  </a:lnTo>
                  <a:lnTo>
                    <a:pt x="8001710" y="1789490"/>
                  </a:lnTo>
                  <a:lnTo>
                    <a:pt x="7944769" y="1811012"/>
                  </a:lnTo>
                  <a:lnTo>
                    <a:pt x="7882952" y="1830351"/>
                  </a:lnTo>
                  <a:lnTo>
                    <a:pt x="7815464" y="1847758"/>
                  </a:lnTo>
                  <a:lnTo>
                    <a:pt x="7741617" y="1863462"/>
                  </a:lnTo>
                  <a:lnTo>
                    <a:pt x="7660941" y="1877653"/>
                  </a:lnTo>
                  <a:lnTo>
                    <a:pt x="7573309" y="1890482"/>
                  </a:lnTo>
                  <a:lnTo>
                    <a:pt x="7479115" y="1902051"/>
                  </a:lnTo>
                  <a:lnTo>
                    <a:pt x="7379453" y="1912418"/>
                  </a:lnTo>
                  <a:lnTo>
                    <a:pt x="7276287" y="1921601"/>
                  </a:lnTo>
                  <a:lnTo>
                    <a:pt x="7172522" y="1929585"/>
                  </a:lnTo>
                  <a:lnTo>
                    <a:pt x="7071923" y="1936342"/>
                  </a:lnTo>
                  <a:lnTo>
                    <a:pt x="6978779" y="1941855"/>
                  </a:lnTo>
                  <a:lnTo>
                    <a:pt x="6897334" y="1946136"/>
                  </a:lnTo>
                  <a:lnTo>
                    <a:pt x="6831049" y="1949252"/>
                  </a:lnTo>
                  <a:lnTo>
                    <a:pt x="6781894" y="1951330"/>
                  </a:lnTo>
                  <a:lnTo>
                    <a:pt x="6749870" y="1952553"/>
                  </a:lnTo>
                  <a:lnTo>
                    <a:pt x="6732884" y="1953141"/>
                  </a:lnTo>
                  <a:lnTo>
                    <a:pt x="6726924" y="1953329"/>
                  </a:lnTo>
                  <a:lnTo>
                    <a:pt x="6726343" y="1953346"/>
                  </a:lnTo>
                  <a:lnTo>
                    <a:pt x="5254955" y="1953346"/>
                  </a:lnTo>
                  <a:lnTo>
                    <a:pt x="5253763" y="1953299"/>
                  </a:lnTo>
                  <a:lnTo>
                    <a:pt x="5245933" y="1952963"/>
                  </a:lnTo>
                  <a:lnTo>
                    <a:pt x="5226222" y="1952033"/>
                  </a:lnTo>
                  <a:lnTo>
                    <a:pt x="5191052" y="1950204"/>
                  </a:lnTo>
                  <a:lnTo>
                    <a:pt x="5138770" y="1947192"/>
                  </a:lnTo>
                  <a:lnTo>
                    <a:pt x="5069779" y="1942772"/>
                  </a:lnTo>
                  <a:lnTo>
                    <a:pt x="4986341" y="1936789"/>
                  </a:lnTo>
                  <a:lnTo>
                    <a:pt x="4892059" y="1929173"/>
                  </a:lnTo>
                  <a:lnTo>
                    <a:pt x="4791166" y="1919914"/>
                  </a:lnTo>
                  <a:lnTo>
                    <a:pt x="4687829" y="1909043"/>
                  </a:lnTo>
                  <a:lnTo>
                    <a:pt x="4585622" y="1896594"/>
                  </a:lnTo>
                  <a:lnTo>
                    <a:pt x="4487255" y="1882580"/>
                  </a:lnTo>
                  <a:lnTo>
                    <a:pt x="4394516" y="1866970"/>
                  </a:lnTo>
                  <a:lnTo>
                    <a:pt x="4308365" y="1849681"/>
                  </a:lnTo>
                  <a:lnTo>
                    <a:pt x="4229103" y="1830568"/>
                  </a:lnTo>
                  <a:lnTo>
                    <a:pt x="4156550" y="1809426"/>
                  </a:lnTo>
                  <a:lnTo>
                    <a:pt x="4090205" y="1785997"/>
                  </a:lnTo>
                  <a:lnTo>
                    <a:pt x="4029375" y="1759977"/>
                  </a:lnTo>
                  <a:lnTo>
                    <a:pt x="3973267" y="1731032"/>
                  </a:lnTo>
                  <a:lnTo>
                    <a:pt x="3921059" y="1698831"/>
                  </a:lnTo>
                  <a:lnTo>
                    <a:pt x="3871954" y="1663096"/>
                  </a:lnTo>
                  <a:lnTo>
                    <a:pt x="3829811" y="1627788"/>
                  </a:lnTo>
                  <a:lnTo>
                    <a:pt x="3786689" y="1587062"/>
                  </a:lnTo>
                  <a:lnTo>
                    <a:pt x="3744764" y="1542906"/>
                  </a:lnTo>
                  <a:lnTo>
                    <a:pt x="3703663" y="1495253"/>
                  </a:lnTo>
                  <a:lnTo>
                    <a:pt x="3663095" y="1444115"/>
                  </a:lnTo>
                  <a:lnTo>
                    <a:pt x="3622838" y="1389586"/>
                  </a:lnTo>
                  <a:lnTo>
                    <a:pt x="3582728" y="1331855"/>
                  </a:lnTo>
                  <a:lnTo>
                    <a:pt x="3542654" y="1271204"/>
                  </a:lnTo>
                  <a:lnTo>
                    <a:pt x="3502546" y="1208012"/>
                  </a:lnTo>
                  <a:lnTo>
                    <a:pt x="3462374" y="1142744"/>
                  </a:lnTo>
                  <a:lnTo>
                    <a:pt x="3422134" y="1075940"/>
                  </a:lnTo>
                  <a:lnTo>
                    <a:pt x="3381846" y="1008200"/>
                  </a:lnTo>
                  <a:lnTo>
                    <a:pt x="3341541" y="940161"/>
                  </a:lnTo>
                  <a:lnTo>
                    <a:pt x="3301256" y="872469"/>
                  </a:lnTo>
                  <a:lnTo>
                    <a:pt x="3261020" y="805758"/>
                  </a:lnTo>
                  <a:lnTo>
                    <a:pt x="3220853" y="740624"/>
                  </a:lnTo>
                  <a:lnTo>
                    <a:pt x="3180750" y="677603"/>
                  </a:lnTo>
                  <a:lnTo>
                    <a:pt x="3140676" y="617155"/>
                  </a:lnTo>
                  <a:lnTo>
                    <a:pt x="3100560" y="559650"/>
                  </a:lnTo>
                  <a:lnTo>
                    <a:pt x="3060286" y="505365"/>
                  </a:lnTo>
                  <a:lnTo>
                    <a:pt x="3019687" y="454480"/>
                  </a:lnTo>
                  <a:lnTo>
                    <a:pt x="2978536" y="407084"/>
                  </a:lnTo>
                  <a:lnTo>
                    <a:pt x="2936538" y="363182"/>
                  </a:lnTo>
                  <a:lnTo>
                    <a:pt x="2896531" y="325557"/>
                  </a:lnTo>
                  <a:lnTo>
                    <a:pt x="2849597" y="286513"/>
                  </a:lnTo>
                  <a:lnTo>
                    <a:pt x="2800216" y="251140"/>
                  </a:lnTo>
                  <a:lnTo>
                    <a:pt x="2747656" y="219279"/>
                  </a:lnTo>
                  <a:lnTo>
                    <a:pt x="2691113" y="190641"/>
                  </a:lnTo>
                  <a:lnTo>
                    <a:pt x="2629766" y="164895"/>
                  </a:lnTo>
                  <a:lnTo>
                    <a:pt x="2562829" y="141708"/>
                  </a:lnTo>
                  <a:lnTo>
                    <a:pt x="2489623" y="120780"/>
                  </a:lnTo>
                  <a:lnTo>
                    <a:pt x="2409674" y="101857"/>
                  </a:lnTo>
                  <a:lnTo>
                    <a:pt x="2322842" y="84741"/>
                  </a:lnTo>
                  <a:lnTo>
                    <a:pt x="2229485" y="69294"/>
                  </a:lnTo>
                  <a:lnTo>
                    <a:pt x="2130639" y="55437"/>
                  </a:lnTo>
                  <a:lnTo>
                    <a:pt x="2028182" y="43144"/>
                  </a:lnTo>
                  <a:lnTo>
                    <a:pt x="1924915" y="32433"/>
                  </a:lnTo>
                  <a:lnTo>
                    <a:pt x="1824489" y="23337"/>
                  </a:lnTo>
                  <a:lnTo>
                    <a:pt x="1731105" y="15885"/>
                  </a:lnTo>
                  <a:lnTo>
                    <a:pt x="1648966" y="10064"/>
                  </a:lnTo>
                  <a:lnTo>
                    <a:pt x="1581571" y="5792"/>
                  </a:lnTo>
                  <a:lnTo>
                    <a:pt x="1531016" y="2910"/>
                  </a:lnTo>
                  <a:lnTo>
                    <a:pt x="1497499" y="1184"/>
                  </a:lnTo>
                  <a:lnTo>
                    <a:pt x="1479167" y="328"/>
                  </a:lnTo>
                  <a:lnTo>
                    <a:pt x="1472261" y="34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786" name="pl786"/>
            <p:cNvSpPr/>
            <p:nvPr/>
          </p:nvSpPr>
          <p:spPr>
            <a:xfrm>
              <a:off x="4799595" y="4571120"/>
              <a:ext cx="11981298" cy="1953346"/>
            </a:xfrm>
            <a:custGeom>
              <a:avLst/>
              <a:pathLst>
                <a:path w="11981298" h="1953346">
                  <a:moveTo>
                    <a:pt x="0" y="0"/>
                  </a:moveTo>
                  <a:lnTo>
                    <a:pt x="1471387" y="0"/>
                  </a:lnTo>
                  <a:lnTo>
                    <a:pt x="1472579" y="47"/>
                  </a:lnTo>
                  <a:lnTo>
                    <a:pt x="1480410" y="383"/>
                  </a:lnTo>
                  <a:lnTo>
                    <a:pt x="1500120" y="1312"/>
                  </a:lnTo>
                  <a:lnTo>
                    <a:pt x="1535290" y="3142"/>
                  </a:lnTo>
                  <a:lnTo>
                    <a:pt x="1587572" y="6153"/>
                  </a:lnTo>
                  <a:lnTo>
                    <a:pt x="1656563" y="10574"/>
                  </a:lnTo>
                  <a:lnTo>
                    <a:pt x="1740001" y="16556"/>
                  </a:lnTo>
                  <a:lnTo>
                    <a:pt x="1834283" y="24173"/>
                  </a:lnTo>
                  <a:lnTo>
                    <a:pt x="1935176" y="33431"/>
                  </a:lnTo>
                  <a:lnTo>
                    <a:pt x="2038514" y="44303"/>
                  </a:lnTo>
                  <a:lnTo>
                    <a:pt x="2140721" y="56752"/>
                  </a:lnTo>
                  <a:lnTo>
                    <a:pt x="2239087" y="70766"/>
                  </a:lnTo>
                  <a:lnTo>
                    <a:pt x="2331827" y="86375"/>
                  </a:lnTo>
                  <a:lnTo>
                    <a:pt x="2417977" y="103664"/>
                  </a:lnTo>
                  <a:lnTo>
                    <a:pt x="2497239" y="122778"/>
                  </a:lnTo>
                  <a:lnTo>
                    <a:pt x="2569792" y="143919"/>
                  </a:lnTo>
                  <a:lnTo>
                    <a:pt x="2636137" y="167348"/>
                  </a:lnTo>
                  <a:lnTo>
                    <a:pt x="2696967" y="193369"/>
                  </a:lnTo>
                  <a:lnTo>
                    <a:pt x="2753075" y="222314"/>
                  </a:lnTo>
                  <a:lnTo>
                    <a:pt x="2805283" y="254514"/>
                  </a:lnTo>
                  <a:lnTo>
                    <a:pt x="2854388" y="290249"/>
                  </a:lnTo>
                  <a:lnTo>
                    <a:pt x="2896531" y="325557"/>
                  </a:lnTo>
                  <a:lnTo>
                    <a:pt x="2939653" y="366283"/>
                  </a:lnTo>
                  <a:lnTo>
                    <a:pt x="2981578" y="410440"/>
                  </a:lnTo>
                  <a:lnTo>
                    <a:pt x="3022679" y="458092"/>
                  </a:lnTo>
                  <a:lnTo>
                    <a:pt x="3063247" y="509231"/>
                  </a:lnTo>
                  <a:lnTo>
                    <a:pt x="3103504" y="563759"/>
                  </a:lnTo>
                  <a:lnTo>
                    <a:pt x="3143614" y="621491"/>
                  </a:lnTo>
                  <a:lnTo>
                    <a:pt x="3183689" y="682141"/>
                  </a:lnTo>
                  <a:lnTo>
                    <a:pt x="3223796" y="745334"/>
                  </a:lnTo>
                  <a:lnTo>
                    <a:pt x="3263968" y="810602"/>
                  </a:lnTo>
                  <a:lnTo>
                    <a:pt x="3304208" y="877406"/>
                  </a:lnTo>
                  <a:lnTo>
                    <a:pt x="3344496" y="945145"/>
                  </a:lnTo>
                  <a:lnTo>
                    <a:pt x="3384801" y="1013185"/>
                  </a:lnTo>
                  <a:lnTo>
                    <a:pt x="3425087" y="1080877"/>
                  </a:lnTo>
                  <a:lnTo>
                    <a:pt x="3465322" y="1147588"/>
                  </a:lnTo>
                  <a:lnTo>
                    <a:pt x="3505489" y="1212722"/>
                  </a:lnTo>
                  <a:lnTo>
                    <a:pt x="3545592" y="1275742"/>
                  </a:lnTo>
                  <a:lnTo>
                    <a:pt x="3585666" y="1336191"/>
                  </a:lnTo>
                  <a:lnTo>
                    <a:pt x="3625782" y="1393696"/>
                  </a:lnTo>
                  <a:lnTo>
                    <a:pt x="3666057" y="1447981"/>
                  </a:lnTo>
                  <a:lnTo>
                    <a:pt x="3706656" y="1498866"/>
                  </a:lnTo>
                  <a:lnTo>
                    <a:pt x="3747806" y="1546261"/>
                  </a:lnTo>
                  <a:lnTo>
                    <a:pt x="3789805" y="1590163"/>
                  </a:lnTo>
                  <a:lnTo>
                    <a:pt x="3829811" y="1627788"/>
                  </a:lnTo>
                  <a:lnTo>
                    <a:pt x="3876745" y="1666833"/>
                  </a:lnTo>
                  <a:lnTo>
                    <a:pt x="3926126" y="1702205"/>
                  </a:lnTo>
                  <a:lnTo>
                    <a:pt x="3978687" y="1734067"/>
                  </a:lnTo>
                  <a:lnTo>
                    <a:pt x="4035230" y="1762704"/>
                  </a:lnTo>
                  <a:lnTo>
                    <a:pt x="4096577" y="1788451"/>
                  </a:lnTo>
                  <a:lnTo>
                    <a:pt x="4163513" y="1811638"/>
                  </a:lnTo>
                  <a:lnTo>
                    <a:pt x="4236719" y="1832566"/>
                  </a:lnTo>
                  <a:lnTo>
                    <a:pt x="4316668" y="1851489"/>
                  </a:lnTo>
                  <a:lnTo>
                    <a:pt x="4403500" y="1868605"/>
                  </a:lnTo>
                  <a:lnTo>
                    <a:pt x="4496857" y="1884052"/>
                  </a:lnTo>
                  <a:lnTo>
                    <a:pt x="4595703" y="1897909"/>
                  </a:lnTo>
                  <a:lnTo>
                    <a:pt x="4698161" y="1910201"/>
                  </a:lnTo>
                  <a:lnTo>
                    <a:pt x="4801427" y="1920913"/>
                  </a:lnTo>
                  <a:lnTo>
                    <a:pt x="4901853" y="1930008"/>
                  </a:lnTo>
                  <a:lnTo>
                    <a:pt x="4995237" y="1937460"/>
                  </a:lnTo>
                  <a:lnTo>
                    <a:pt x="5077376" y="1943282"/>
                  </a:lnTo>
                  <a:lnTo>
                    <a:pt x="5144771" y="1947554"/>
                  </a:lnTo>
                  <a:lnTo>
                    <a:pt x="5195326" y="1950435"/>
                  </a:lnTo>
                  <a:lnTo>
                    <a:pt x="5228843" y="1952162"/>
                  </a:lnTo>
                  <a:lnTo>
                    <a:pt x="5247175" y="1953018"/>
                  </a:lnTo>
                  <a:lnTo>
                    <a:pt x="5254081" y="1953312"/>
                  </a:lnTo>
                  <a:lnTo>
                    <a:pt x="5254955" y="1953346"/>
                  </a:lnTo>
                  <a:lnTo>
                    <a:pt x="6726343" y="1953346"/>
                  </a:lnTo>
                  <a:lnTo>
                    <a:pt x="6727554" y="1953310"/>
                  </a:lnTo>
                  <a:lnTo>
                    <a:pt x="6735510" y="1953054"/>
                  </a:lnTo>
                  <a:lnTo>
                    <a:pt x="6755525" y="1952346"/>
                  </a:lnTo>
                  <a:lnTo>
                    <a:pt x="6791213" y="1950953"/>
                  </a:lnTo>
                  <a:lnTo>
                    <a:pt x="6844214" y="1948661"/>
                  </a:lnTo>
                  <a:lnTo>
                    <a:pt x="6914067" y="1945297"/>
                  </a:lnTo>
                  <a:lnTo>
                    <a:pt x="6998424" y="1940748"/>
                  </a:lnTo>
                  <a:lnTo>
                    <a:pt x="7093586" y="1934961"/>
                  </a:lnTo>
                  <a:lnTo>
                    <a:pt x="7195239" y="1927931"/>
                  </a:lnTo>
                  <a:lnTo>
                    <a:pt x="7299169" y="1919681"/>
                  </a:lnTo>
                  <a:lnTo>
                    <a:pt x="7401780" y="1910238"/>
                  </a:lnTo>
                  <a:lnTo>
                    <a:pt x="7500374" y="1899609"/>
                  </a:lnTo>
                  <a:lnTo>
                    <a:pt x="7593190" y="1887769"/>
                  </a:lnTo>
                  <a:lnTo>
                    <a:pt x="7679303" y="1874650"/>
                  </a:lnTo>
                  <a:lnTo>
                    <a:pt x="7758451" y="1860140"/>
                  </a:lnTo>
                  <a:lnTo>
                    <a:pt x="7830847" y="1844079"/>
                  </a:lnTo>
                  <a:lnTo>
                    <a:pt x="7897023" y="1826267"/>
                  </a:lnTo>
                  <a:lnTo>
                    <a:pt x="7957695" y="1806470"/>
                  </a:lnTo>
                  <a:lnTo>
                    <a:pt x="8013675" y="1784433"/>
                  </a:lnTo>
                  <a:lnTo>
                    <a:pt x="8065797" y="1759905"/>
                  </a:lnTo>
                  <a:lnTo>
                    <a:pt x="8114868" y="1732683"/>
                  </a:lnTo>
                  <a:lnTo>
                    <a:pt x="8151487" y="1709518"/>
                  </a:lnTo>
                  <a:lnTo>
                    <a:pt x="8198400" y="1676165"/>
                  </a:lnTo>
                  <a:lnTo>
                    <a:pt x="8243935" y="1639755"/>
                  </a:lnTo>
                  <a:lnTo>
                    <a:pt x="8288560" y="1600235"/>
                  </a:lnTo>
                  <a:lnTo>
                    <a:pt x="8332629" y="1557633"/>
                  </a:lnTo>
                  <a:lnTo>
                    <a:pt x="8376404" y="1512069"/>
                  </a:lnTo>
                  <a:lnTo>
                    <a:pt x="8420071" y="1463761"/>
                  </a:lnTo>
                  <a:lnTo>
                    <a:pt x="8463744" y="1413029"/>
                  </a:lnTo>
                  <a:lnTo>
                    <a:pt x="8507483" y="1360290"/>
                  </a:lnTo>
                  <a:lnTo>
                    <a:pt x="8551305" y="1306044"/>
                  </a:lnTo>
                  <a:lnTo>
                    <a:pt x="8595189" y="1250860"/>
                  </a:lnTo>
                  <a:lnTo>
                    <a:pt x="8639098" y="1195348"/>
                  </a:lnTo>
                  <a:lnTo>
                    <a:pt x="8682985" y="1140136"/>
                  </a:lnTo>
                  <a:lnTo>
                    <a:pt x="8726810" y="1085836"/>
                  </a:lnTo>
                  <a:lnTo>
                    <a:pt x="8770553" y="1033018"/>
                  </a:lnTo>
                  <a:lnTo>
                    <a:pt x="8814228" y="982187"/>
                  </a:lnTo>
                  <a:lnTo>
                    <a:pt x="8857893" y="933763"/>
                  </a:lnTo>
                  <a:lnTo>
                    <a:pt x="8901660" y="888070"/>
                  </a:lnTo>
                  <a:lnTo>
                    <a:pt x="8945711" y="845332"/>
                  </a:lnTo>
                  <a:lnTo>
                    <a:pt x="8990304" y="805673"/>
                  </a:lnTo>
                  <a:lnTo>
                    <a:pt x="9035789" y="769125"/>
                  </a:lnTo>
                  <a:lnTo>
                    <a:pt x="9082629" y="735636"/>
                  </a:lnTo>
                  <a:lnTo>
                    <a:pt x="9084767" y="734207"/>
                  </a:lnTo>
                  <a:lnTo>
                    <a:pt x="9131966" y="704811"/>
                  </a:lnTo>
                  <a:lnTo>
                    <a:pt x="9181643" y="678195"/>
                  </a:lnTo>
                  <a:lnTo>
                    <a:pt x="9234544" y="654235"/>
                  </a:lnTo>
                  <a:lnTo>
                    <a:pt x="9291485" y="632713"/>
                  </a:lnTo>
                  <a:lnTo>
                    <a:pt x="9353301" y="613375"/>
                  </a:lnTo>
                  <a:lnTo>
                    <a:pt x="9420789" y="595967"/>
                  </a:lnTo>
                  <a:lnTo>
                    <a:pt x="9494636" y="580264"/>
                  </a:lnTo>
                  <a:lnTo>
                    <a:pt x="9575313" y="566072"/>
                  </a:lnTo>
                  <a:lnTo>
                    <a:pt x="9662944" y="553243"/>
                  </a:lnTo>
                  <a:lnTo>
                    <a:pt x="9757138" y="541674"/>
                  </a:lnTo>
                  <a:lnTo>
                    <a:pt x="9856800" y="531307"/>
                  </a:lnTo>
                  <a:lnTo>
                    <a:pt x="9959967" y="522125"/>
                  </a:lnTo>
                  <a:lnTo>
                    <a:pt x="10063731" y="514141"/>
                  </a:lnTo>
                  <a:lnTo>
                    <a:pt x="10164331" y="507383"/>
                  </a:lnTo>
                  <a:lnTo>
                    <a:pt x="10257474" y="501870"/>
                  </a:lnTo>
                  <a:lnTo>
                    <a:pt x="10338919" y="497589"/>
                  </a:lnTo>
                  <a:lnTo>
                    <a:pt x="10405204" y="494473"/>
                  </a:lnTo>
                  <a:lnTo>
                    <a:pt x="10454359" y="492396"/>
                  </a:lnTo>
                  <a:lnTo>
                    <a:pt x="10486384" y="491173"/>
                  </a:lnTo>
                  <a:lnTo>
                    <a:pt x="10503369" y="490584"/>
                  </a:lnTo>
                  <a:lnTo>
                    <a:pt x="10509329" y="490396"/>
                  </a:lnTo>
                  <a:lnTo>
                    <a:pt x="10509911" y="490379"/>
                  </a:lnTo>
                  <a:lnTo>
                    <a:pt x="11981298" y="49037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87" name="pl787"/>
            <p:cNvSpPr/>
            <p:nvPr/>
          </p:nvSpPr>
          <p:spPr>
            <a:xfrm>
              <a:off x="4799595" y="4562947"/>
              <a:ext cx="11981298" cy="1953346"/>
            </a:xfrm>
            <a:custGeom>
              <a:avLst/>
              <a:pathLst>
                <a:path w="11981298" h="1953346">
                  <a:moveTo>
                    <a:pt x="11981298" y="490379"/>
                  </a:moveTo>
                  <a:lnTo>
                    <a:pt x="10509911" y="490379"/>
                  </a:lnTo>
                  <a:lnTo>
                    <a:pt x="10508699" y="490415"/>
                  </a:lnTo>
                  <a:lnTo>
                    <a:pt x="10500744" y="490671"/>
                  </a:lnTo>
                  <a:lnTo>
                    <a:pt x="10480729" y="491379"/>
                  </a:lnTo>
                  <a:lnTo>
                    <a:pt x="10445040" y="492772"/>
                  </a:lnTo>
                  <a:lnTo>
                    <a:pt x="10392040" y="495065"/>
                  </a:lnTo>
                  <a:lnTo>
                    <a:pt x="10322186" y="498428"/>
                  </a:lnTo>
                  <a:lnTo>
                    <a:pt x="10237829" y="502977"/>
                  </a:lnTo>
                  <a:lnTo>
                    <a:pt x="10142667" y="508764"/>
                  </a:lnTo>
                  <a:lnTo>
                    <a:pt x="10041014" y="515794"/>
                  </a:lnTo>
                  <a:lnTo>
                    <a:pt x="9937085" y="524044"/>
                  </a:lnTo>
                  <a:lnTo>
                    <a:pt x="9834473" y="533488"/>
                  </a:lnTo>
                  <a:lnTo>
                    <a:pt x="9735879" y="544117"/>
                  </a:lnTo>
                  <a:lnTo>
                    <a:pt x="9643063" y="555957"/>
                  </a:lnTo>
                  <a:lnTo>
                    <a:pt x="9556950" y="569075"/>
                  </a:lnTo>
                  <a:lnTo>
                    <a:pt x="9477802" y="583586"/>
                  </a:lnTo>
                  <a:lnTo>
                    <a:pt x="9405406" y="599646"/>
                  </a:lnTo>
                  <a:lnTo>
                    <a:pt x="9339230" y="617458"/>
                  </a:lnTo>
                  <a:lnTo>
                    <a:pt x="9278558" y="637255"/>
                  </a:lnTo>
                  <a:lnTo>
                    <a:pt x="9222579" y="659293"/>
                  </a:lnTo>
                  <a:lnTo>
                    <a:pt x="9170456" y="683821"/>
                  </a:lnTo>
                  <a:lnTo>
                    <a:pt x="9121385" y="711043"/>
                  </a:lnTo>
                  <a:lnTo>
                    <a:pt x="9084767" y="734207"/>
                  </a:lnTo>
                  <a:lnTo>
                    <a:pt x="9037853" y="767561"/>
                  </a:lnTo>
                  <a:lnTo>
                    <a:pt x="8992318" y="803971"/>
                  </a:lnTo>
                  <a:lnTo>
                    <a:pt x="8947694" y="843490"/>
                  </a:lnTo>
                  <a:lnTo>
                    <a:pt x="8903625" y="886093"/>
                  </a:lnTo>
                  <a:lnTo>
                    <a:pt x="8859849" y="931657"/>
                  </a:lnTo>
                  <a:lnTo>
                    <a:pt x="8816183" y="979965"/>
                  </a:lnTo>
                  <a:lnTo>
                    <a:pt x="8772510" y="1030696"/>
                  </a:lnTo>
                  <a:lnTo>
                    <a:pt x="8728770" y="1083435"/>
                  </a:lnTo>
                  <a:lnTo>
                    <a:pt x="8684949" y="1137681"/>
                  </a:lnTo>
                  <a:lnTo>
                    <a:pt x="8641064" y="1192866"/>
                  </a:lnTo>
                  <a:lnTo>
                    <a:pt x="8597155" y="1248377"/>
                  </a:lnTo>
                  <a:lnTo>
                    <a:pt x="8553268" y="1303589"/>
                  </a:lnTo>
                  <a:lnTo>
                    <a:pt x="8509443" y="1357890"/>
                  </a:lnTo>
                  <a:lnTo>
                    <a:pt x="8465700" y="1410708"/>
                  </a:lnTo>
                  <a:lnTo>
                    <a:pt x="8422025" y="1461539"/>
                  </a:lnTo>
                  <a:lnTo>
                    <a:pt x="8378361" y="1509963"/>
                  </a:lnTo>
                  <a:lnTo>
                    <a:pt x="8334593" y="1555655"/>
                  </a:lnTo>
                  <a:lnTo>
                    <a:pt x="8290542" y="1598393"/>
                  </a:lnTo>
                  <a:lnTo>
                    <a:pt x="8245949" y="1638052"/>
                  </a:lnTo>
                  <a:lnTo>
                    <a:pt x="8200464" y="1674601"/>
                  </a:lnTo>
                  <a:lnTo>
                    <a:pt x="8153624" y="1708089"/>
                  </a:lnTo>
                  <a:lnTo>
                    <a:pt x="8151487" y="1709518"/>
                  </a:lnTo>
                  <a:lnTo>
                    <a:pt x="8104287" y="1738915"/>
                  </a:lnTo>
                  <a:lnTo>
                    <a:pt x="8054610" y="1765531"/>
                  </a:lnTo>
                  <a:lnTo>
                    <a:pt x="8001710" y="1789490"/>
                  </a:lnTo>
                  <a:lnTo>
                    <a:pt x="7944769" y="1811012"/>
                  </a:lnTo>
                  <a:lnTo>
                    <a:pt x="7882952" y="1830351"/>
                  </a:lnTo>
                  <a:lnTo>
                    <a:pt x="7815464" y="1847758"/>
                  </a:lnTo>
                  <a:lnTo>
                    <a:pt x="7741617" y="1863462"/>
                  </a:lnTo>
                  <a:lnTo>
                    <a:pt x="7660941" y="1877653"/>
                  </a:lnTo>
                  <a:lnTo>
                    <a:pt x="7573309" y="1890482"/>
                  </a:lnTo>
                  <a:lnTo>
                    <a:pt x="7479115" y="1902051"/>
                  </a:lnTo>
                  <a:lnTo>
                    <a:pt x="7379453" y="1912418"/>
                  </a:lnTo>
                  <a:lnTo>
                    <a:pt x="7276287" y="1921601"/>
                  </a:lnTo>
                  <a:lnTo>
                    <a:pt x="7172522" y="1929585"/>
                  </a:lnTo>
                  <a:lnTo>
                    <a:pt x="7071923" y="1936342"/>
                  </a:lnTo>
                  <a:lnTo>
                    <a:pt x="6978779" y="1941855"/>
                  </a:lnTo>
                  <a:lnTo>
                    <a:pt x="6897334" y="1946136"/>
                  </a:lnTo>
                  <a:lnTo>
                    <a:pt x="6831049" y="1949252"/>
                  </a:lnTo>
                  <a:lnTo>
                    <a:pt x="6781894" y="1951330"/>
                  </a:lnTo>
                  <a:lnTo>
                    <a:pt x="6749870" y="1952553"/>
                  </a:lnTo>
                  <a:lnTo>
                    <a:pt x="6732884" y="1953141"/>
                  </a:lnTo>
                  <a:lnTo>
                    <a:pt x="6726924" y="1953329"/>
                  </a:lnTo>
                  <a:lnTo>
                    <a:pt x="6726343" y="1953346"/>
                  </a:lnTo>
                  <a:lnTo>
                    <a:pt x="5254955" y="1953346"/>
                  </a:lnTo>
                  <a:lnTo>
                    <a:pt x="5253763" y="1953299"/>
                  </a:lnTo>
                  <a:lnTo>
                    <a:pt x="5245933" y="1952963"/>
                  </a:lnTo>
                  <a:lnTo>
                    <a:pt x="5226222" y="1952033"/>
                  </a:lnTo>
                  <a:lnTo>
                    <a:pt x="5191052" y="1950204"/>
                  </a:lnTo>
                  <a:lnTo>
                    <a:pt x="5138770" y="1947192"/>
                  </a:lnTo>
                  <a:lnTo>
                    <a:pt x="5069779" y="1942772"/>
                  </a:lnTo>
                  <a:lnTo>
                    <a:pt x="4986341" y="1936789"/>
                  </a:lnTo>
                  <a:lnTo>
                    <a:pt x="4892059" y="1929173"/>
                  </a:lnTo>
                  <a:lnTo>
                    <a:pt x="4791166" y="1919914"/>
                  </a:lnTo>
                  <a:lnTo>
                    <a:pt x="4687829" y="1909043"/>
                  </a:lnTo>
                  <a:lnTo>
                    <a:pt x="4585622" y="1896594"/>
                  </a:lnTo>
                  <a:lnTo>
                    <a:pt x="4487255" y="1882580"/>
                  </a:lnTo>
                  <a:lnTo>
                    <a:pt x="4394516" y="1866970"/>
                  </a:lnTo>
                  <a:lnTo>
                    <a:pt x="4308365" y="1849681"/>
                  </a:lnTo>
                  <a:lnTo>
                    <a:pt x="4229103" y="1830568"/>
                  </a:lnTo>
                  <a:lnTo>
                    <a:pt x="4156550" y="1809426"/>
                  </a:lnTo>
                  <a:lnTo>
                    <a:pt x="4090205" y="1785997"/>
                  </a:lnTo>
                  <a:lnTo>
                    <a:pt x="4029375" y="1759977"/>
                  </a:lnTo>
                  <a:lnTo>
                    <a:pt x="3973267" y="1731032"/>
                  </a:lnTo>
                  <a:lnTo>
                    <a:pt x="3921059" y="1698831"/>
                  </a:lnTo>
                  <a:lnTo>
                    <a:pt x="3871954" y="1663096"/>
                  </a:lnTo>
                  <a:lnTo>
                    <a:pt x="3829811" y="1627788"/>
                  </a:lnTo>
                  <a:lnTo>
                    <a:pt x="3786689" y="1587062"/>
                  </a:lnTo>
                  <a:lnTo>
                    <a:pt x="3744764" y="1542906"/>
                  </a:lnTo>
                  <a:lnTo>
                    <a:pt x="3703663" y="1495253"/>
                  </a:lnTo>
                  <a:lnTo>
                    <a:pt x="3663095" y="1444115"/>
                  </a:lnTo>
                  <a:lnTo>
                    <a:pt x="3622838" y="1389586"/>
                  </a:lnTo>
                  <a:lnTo>
                    <a:pt x="3582728" y="1331855"/>
                  </a:lnTo>
                  <a:lnTo>
                    <a:pt x="3542654" y="1271204"/>
                  </a:lnTo>
                  <a:lnTo>
                    <a:pt x="3502546" y="1208012"/>
                  </a:lnTo>
                  <a:lnTo>
                    <a:pt x="3462374" y="1142744"/>
                  </a:lnTo>
                  <a:lnTo>
                    <a:pt x="3422134" y="1075940"/>
                  </a:lnTo>
                  <a:lnTo>
                    <a:pt x="3381846" y="1008200"/>
                  </a:lnTo>
                  <a:lnTo>
                    <a:pt x="3341541" y="940161"/>
                  </a:lnTo>
                  <a:lnTo>
                    <a:pt x="3301256" y="872469"/>
                  </a:lnTo>
                  <a:lnTo>
                    <a:pt x="3261020" y="805758"/>
                  </a:lnTo>
                  <a:lnTo>
                    <a:pt x="3220853" y="740624"/>
                  </a:lnTo>
                  <a:lnTo>
                    <a:pt x="3180750" y="677603"/>
                  </a:lnTo>
                  <a:lnTo>
                    <a:pt x="3140676" y="617155"/>
                  </a:lnTo>
                  <a:lnTo>
                    <a:pt x="3100560" y="559650"/>
                  </a:lnTo>
                  <a:lnTo>
                    <a:pt x="3060286" y="505365"/>
                  </a:lnTo>
                  <a:lnTo>
                    <a:pt x="3019687" y="454480"/>
                  </a:lnTo>
                  <a:lnTo>
                    <a:pt x="2978536" y="407084"/>
                  </a:lnTo>
                  <a:lnTo>
                    <a:pt x="2936538" y="363182"/>
                  </a:lnTo>
                  <a:lnTo>
                    <a:pt x="2896531" y="325557"/>
                  </a:lnTo>
                  <a:lnTo>
                    <a:pt x="2849597" y="286513"/>
                  </a:lnTo>
                  <a:lnTo>
                    <a:pt x="2800216" y="251140"/>
                  </a:lnTo>
                  <a:lnTo>
                    <a:pt x="2747656" y="219279"/>
                  </a:lnTo>
                  <a:lnTo>
                    <a:pt x="2691113" y="190641"/>
                  </a:lnTo>
                  <a:lnTo>
                    <a:pt x="2629766" y="164895"/>
                  </a:lnTo>
                  <a:lnTo>
                    <a:pt x="2562829" y="141708"/>
                  </a:lnTo>
                  <a:lnTo>
                    <a:pt x="2489623" y="120780"/>
                  </a:lnTo>
                  <a:lnTo>
                    <a:pt x="2409674" y="101857"/>
                  </a:lnTo>
                  <a:lnTo>
                    <a:pt x="2322842" y="84741"/>
                  </a:lnTo>
                  <a:lnTo>
                    <a:pt x="2229485" y="69294"/>
                  </a:lnTo>
                  <a:lnTo>
                    <a:pt x="2130639" y="55437"/>
                  </a:lnTo>
                  <a:lnTo>
                    <a:pt x="2028182" y="43144"/>
                  </a:lnTo>
                  <a:lnTo>
                    <a:pt x="1924915" y="32433"/>
                  </a:lnTo>
                  <a:lnTo>
                    <a:pt x="1824489" y="23337"/>
                  </a:lnTo>
                  <a:lnTo>
                    <a:pt x="1731105" y="15885"/>
                  </a:lnTo>
                  <a:lnTo>
                    <a:pt x="1648966" y="10064"/>
                  </a:lnTo>
                  <a:lnTo>
                    <a:pt x="1581571" y="5792"/>
                  </a:lnTo>
                  <a:lnTo>
                    <a:pt x="1531016" y="2910"/>
                  </a:lnTo>
                  <a:lnTo>
                    <a:pt x="1497499" y="1184"/>
                  </a:lnTo>
                  <a:lnTo>
                    <a:pt x="1479167" y="328"/>
                  </a:lnTo>
                  <a:lnTo>
                    <a:pt x="1472261" y="34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88" name="pg788"/>
            <p:cNvSpPr/>
            <p:nvPr/>
          </p:nvSpPr>
          <p:spPr>
            <a:xfrm>
              <a:off x="4799595" y="4571120"/>
              <a:ext cx="11981298" cy="1986038"/>
            </a:xfrm>
            <a:custGeom>
              <a:avLst/>
              <a:pathLst>
                <a:path w="11981298" h="1986038">
                  <a:moveTo>
                    <a:pt x="0" y="8172"/>
                  </a:moveTo>
                  <a:lnTo>
                    <a:pt x="1471387" y="8172"/>
                  </a:lnTo>
                  <a:lnTo>
                    <a:pt x="1472579" y="8220"/>
                  </a:lnTo>
                  <a:lnTo>
                    <a:pt x="1480404" y="8559"/>
                  </a:lnTo>
                  <a:lnTo>
                    <a:pt x="1500103" y="9496"/>
                  </a:lnTo>
                  <a:lnTo>
                    <a:pt x="1535254" y="11339"/>
                  </a:lnTo>
                  <a:lnTo>
                    <a:pt x="1587508" y="14374"/>
                  </a:lnTo>
                  <a:lnTo>
                    <a:pt x="1656467" y="18829"/>
                  </a:lnTo>
                  <a:lnTo>
                    <a:pt x="1739870" y="24858"/>
                  </a:lnTo>
                  <a:lnTo>
                    <a:pt x="1834119" y="32534"/>
                  </a:lnTo>
                  <a:lnTo>
                    <a:pt x="1934983" y="41865"/>
                  </a:lnTo>
                  <a:lnTo>
                    <a:pt x="2038298" y="52822"/>
                  </a:lnTo>
                  <a:lnTo>
                    <a:pt x="2140490" y="65369"/>
                  </a:lnTo>
                  <a:lnTo>
                    <a:pt x="2238848" y="79494"/>
                  </a:lnTo>
                  <a:lnTo>
                    <a:pt x="2331584" y="95226"/>
                  </a:lnTo>
                  <a:lnTo>
                    <a:pt x="2417736" y="112651"/>
                  </a:lnTo>
                  <a:lnTo>
                    <a:pt x="2497002" y="131915"/>
                  </a:lnTo>
                  <a:lnTo>
                    <a:pt x="2569561" y="153222"/>
                  </a:lnTo>
                  <a:lnTo>
                    <a:pt x="2635912" y="176834"/>
                  </a:lnTo>
                  <a:lnTo>
                    <a:pt x="2696749" y="203056"/>
                  </a:lnTo>
                  <a:lnTo>
                    <a:pt x="2752862" y="232225"/>
                  </a:lnTo>
                  <a:lnTo>
                    <a:pt x="2805072" y="264675"/>
                  </a:lnTo>
                  <a:lnTo>
                    <a:pt x="2854179" y="300686"/>
                  </a:lnTo>
                  <a:lnTo>
                    <a:pt x="2896531" y="336455"/>
                  </a:lnTo>
                  <a:lnTo>
                    <a:pt x="2939536" y="377404"/>
                  </a:lnTo>
                  <a:lnTo>
                    <a:pt x="2981349" y="421792"/>
                  </a:lnTo>
                  <a:lnTo>
                    <a:pt x="3022341" y="469687"/>
                  </a:lnTo>
                  <a:lnTo>
                    <a:pt x="3062802" y="521078"/>
                  </a:lnTo>
                  <a:lnTo>
                    <a:pt x="3102951" y="575870"/>
                  </a:lnTo>
                  <a:lnTo>
                    <a:pt x="3142951" y="633877"/>
                  </a:lnTo>
                  <a:lnTo>
                    <a:pt x="3182915" y="694817"/>
                  </a:lnTo>
                  <a:lnTo>
                    <a:pt x="3222911" y="758314"/>
                  </a:lnTo>
                  <a:lnTo>
                    <a:pt x="3262970" y="823904"/>
                  </a:lnTo>
                  <a:lnTo>
                    <a:pt x="3303098" y="891048"/>
                  </a:lnTo>
                  <a:lnTo>
                    <a:pt x="3343274" y="959148"/>
                  </a:lnTo>
                  <a:lnTo>
                    <a:pt x="3383468" y="1027569"/>
                  </a:lnTo>
                  <a:lnTo>
                    <a:pt x="3423644" y="1095662"/>
                  </a:lnTo>
                  <a:lnTo>
                    <a:pt x="3463770" y="1162794"/>
                  </a:lnTo>
                  <a:lnTo>
                    <a:pt x="3503829" y="1228366"/>
                  </a:lnTo>
                  <a:lnTo>
                    <a:pt x="3543824" y="1291840"/>
                  </a:lnTo>
                  <a:lnTo>
                    <a:pt x="3583788" y="1352752"/>
                  </a:lnTo>
                  <a:lnTo>
                    <a:pt x="3623789" y="1410729"/>
                  </a:lnTo>
                  <a:lnTo>
                    <a:pt x="3663941" y="1465488"/>
                  </a:lnTo>
                  <a:lnTo>
                    <a:pt x="3704405" y="1516844"/>
                  </a:lnTo>
                  <a:lnTo>
                    <a:pt x="3745404" y="1564704"/>
                  </a:lnTo>
                  <a:lnTo>
                    <a:pt x="3787227" y="1609058"/>
                  </a:lnTo>
                  <a:lnTo>
                    <a:pt x="3829811" y="1649583"/>
                  </a:lnTo>
                  <a:lnTo>
                    <a:pt x="3876735" y="1688947"/>
                  </a:lnTo>
                  <a:lnTo>
                    <a:pt x="3926105" y="1724609"/>
                  </a:lnTo>
                  <a:lnTo>
                    <a:pt x="3978653" y="1756732"/>
                  </a:lnTo>
                  <a:lnTo>
                    <a:pt x="4035181" y="1785605"/>
                  </a:lnTo>
                  <a:lnTo>
                    <a:pt x="4096510" y="1811564"/>
                  </a:lnTo>
                  <a:lnTo>
                    <a:pt x="4163426" y="1834943"/>
                  </a:lnTo>
                  <a:lnTo>
                    <a:pt x="4236607" y="1856045"/>
                  </a:lnTo>
                  <a:lnTo>
                    <a:pt x="4316529" y="1875125"/>
                  </a:lnTo>
                  <a:lnTo>
                    <a:pt x="4403331" y="1892384"/>
                  </a:lnTo>
                  <a:lnTo>
                    <a:pt x="4496657" y="1907960"/>
                  </a:lnTo>
                  <a:lnTo>
                    <a:pt x="4595472" y="1921934"/>
                  </a:lnTo>
                  <a:lnTo>
                    <a:pt x="4697902" y="1934330"/>
                  </a:lnTo>
                  <a:lnTo>
                    <a:pt x="4801150" y="1945134"/>
                  </a:lnTo>
                  <a:lnTo>
                    <a:pt x="4901568" y="1954308"/>
                  </a:lnTo>
                  <a:lnTo>
                    <a:pt x="4994960" y="1961825"/>
                  </a:lnTo>
                  <a:lnTo>
                    <a:pt x="5077125" y="1967700"/>
                  </a:lnTo>
                  <a:lnTo>
                    <a:pt x="5144561" y="1972011"/>
                  </a:lnTo>
                  <a:lnTo>
                    <a:pt x="5195169" y="1974921"/>
                  </a:lnTo>
                  <a:lnTo>
                    <a:pt x="5228742" y="1976666"/>
                  </a:lnTo>
                  <a:lnTo>
                    <a:pt x="5247126" y="1977532"/>
                  </a:lnTo>
                  <a:lnTo>
                    <a:pt x="5254068" y="1977830"/>
                  </a:lnTo>
                  <a:lnTo>
                    <a:pt x="5254955" y="1977865"/>
                  </a:lnTo>
                  <a:lnTo>
                    <a:pt x="6726343" y="1977865"/>
                  </a:lnTo>
                  <a:lnTo>
                    <a:pt x="6727580" y="1977865"/>
                  </a:lnTo>
                  <a:lnTo>
                    <a:pt x="6735702" y="1977867"/>
                  </a:lnTo>
                  <a:lnTo>
                    <a:pt x="6756124" y="1977871"/>
                  </a:lnTo>
                  <a:lnTo>
                    <a:pt x="6792502" y="1977879"/>
                  </a:lnTo>
                  <a:lnTo>
                    <a:pt x="6846457" y="1977892"/>
                  </a:lnTo>
                  <a:lnTo>
                    <a:pt x="6917453" y="1977911"/>
                  </a:lnTo>
                  <a:lnTo>
                    <a:pt x="7003021" y="1977937"/>
                  </a:lnTo>
                  <a:lnTo>
                    <a:pt x="7099338" y="1977970"/>
                  </a:lnTo>
                  <a:lnTo>
                    <a:pt x="7201984" y="1978010"/>
                  </a:lnTo>
                  <a:lnTo>
                    <a:pt x="7306679" y="1978057"/>
                  </a:lnTo>
                  <a:lnTo>
                    <a:pt x="7409807" y="1978110"/>
                  </a:lnTo>
                  <a:lnTo>
                    <a:pt x="7508684" y="1978171"/>
                  </a:lnTo>
                  <a:lnTo>
                    <a:pt x="7601588" y="1978238"/>
                  </a:lnTo>
                  <a:lnTo>
                    <a:pt x="7687641" y="1978313"/>
                  </a:lnTo>
                  <a:lnTo>
                    <a:pt x="7766631" y="1978395"/>
                  </a:lnTo>
                  <a:lnTo>
                    <a:pt x="7838818" y="1978487"/>
                  </a:lnTo>
                  <a:lnTo>
                    <a:pt x="7904770" y="1978588"/>
                  </a:lnTo>
                  <a:lnTo>
                    <a:pt x="7965237" y="1978701"/>
                  </a:lnTo>
                  <a:lnTo>
                    <a:pt x="8021054" y="1978827"/>
                  </a:lnTo>
                  <a:lnTo>
                    <a:pt x="8073072" y="1978967"/>
                  </a:lnTo>
                  <a:lnTo>
                    <a:pt x="8122107" y="1979122"/>
                  </a:lnTo>
                  <a:lnTo>
                    <a:pt x="8151487" y="1979227"/>
                  </a:lnTo>
                  <a:lnTo>
                    <a:pt x="8207723" y="1979453"/>
                  </a:lnTo>
                  <a:lnTo>
                    <a:pt x="8262110" y="1979704"/>
                  </a:lnTo>
                  <a:lnTo>
                    <a:pt x="8315400" y="1979980"/>
                  </a:lnTo>
                  <a:lnTo>
                    <a:pt x="8368128" y="1980281"/>
                  </a:lnTo>
                  <a:lnTo>
                    <a:pt x="8420651" y="1980604"/>
                  </a:lnTo>
                  <a:lnTo>
                    <a:pt x="8473182" y="1980946"/>
                  </a:lnTo>
                  <a:lnTo>
                    <a:pt x="8525817" y="1981304"/>
                  </a:lnTo>
                  <a:lnTo>
                    <a:pt x="8578563" y="1981672"/>
                  </a:lnTo>
                  <a:lnTo>
                    <a:pt x="8631367" y="1982045"/>
                  </a:lnTo>
                  <a:lnTo>
                    <a:pt x="8684151" y="1982416"/>
                  </a:lnTo>
                  <a:lnTo>
                    <a:pt x="8736845" y="1982780"/>
                  </a:lnTo>
                  <a:lnTo>
                    <a:pt x="8789422" y="1983131"/>
                  </a:lnTo>
                  <a:lnTo>
                    <a:pt x="8841931" y="1983464"/>
                  </a:lnTo>
                  <a:lnTo>
                    <a:pt x="8894521" y="1983776"/>
                  </a:lnTo>
                  <a:lnTo>
                    <a:pt x="8947476" y="1984064"/>
                  </a:lnTo>
                  <a:lnTo>
                    <a:pt x="9001237" y="1984328"/>
                  </a:lnTo>
                  <a:lnTo>
                    <a:pt x="9056441" y="1984566"/>
                  </a:lnTo>
                  <a:lnTo>
                    <a:pt x="9084767" y="1984676"/>
                  </a:lnTo>
                  <a:lnTo>
                    <a:pt x="9132316" y="1984841"/>
                  </a:lnTo>
                  <a:lnTo>
                    <a:pt x="9182384" y="1984991"/>
                  </a:lnTo>
                  <a:lnTo>
                    <a:pt x="9235734" y="1985125"/>
                  </a:lnTo>
                  <a:lnTo>
                    <a:pt x="9293202" y="1985246"/>
                  </a:lnTo>
                  <a:lnTo>
                    <a:pt x="9355640" y="1985355"/>
                  </a:lnTo>
                  <a:lnTo>
                    <a:pt x="9423860" y="1985452"/>
                  </a:lnTo>
                  <a:lnTo>
                    <a:pt x="9498557" y="1985540"/>
                  </a:lnTo>
                  <a:lnTo>
                    <a:pt x="9580199" y="1985620"/>
                  </a:lnTo>
                  <a:lnTo>
                    <a:pt x="9668889" y="1985691"/>
                  </a:lnTo>
                  <a:lnTo>
                    <a:pt x="9764187" y="1985756"/>
                  </a:lnTo>
                  <a:lnTo>
                    <a:pt x="9864919" y="1985814"/>
                  </a:lnTo>
                  <a:lnTo>
                    <a:pt x="9969005" y="1985865"/>
                  </a:lnTo>
                  <a:lnTo>
                    <a:pt x="10073397" y="1985909"/>
                  </a:lnTo>
                  <a:lnTo>
                    <a:pt x="10174183" y="1985947"/>
                  </a:lnTo>
                  <a:lnTo>
                    <a:pt x="10266955" y="1985977"/>
                  </a:lnTo>
                  <a:lnTo>
                    <a:pt x="10347425" y="1986000"/>
                  </a:lnTo>
                  <a:lnTo>
                    <a:pt x="10412197" y="1986017"/>
                  </a:lnTo>
                  <a:lnTo>
                    <a:pt x="10459479" y="1986028"/>
                  </a:lnTo>
                  <a:lnTo>
                    <a:pt x="10489540" y="1986034"/>
                  </a:lnTo>
                  <a:lnTo>
                    <a:pt x="10504798" y="1986037"/>
                  </a:lnTo>
                  <a:lnTo>
                    <a:pt x="10509604" y="1986038"/>
                  </a:lnTo>
                  <a:lnTo>
                    <a:pt x="10509911" y="1986038"/>
                  </a:lnTo>
                  <a:lnTo>
                    <a:pt x="11981298" y="1986038"/>
                  </a:lnTo>
                  <a:lnTo>
                    <a:pt x="11981298" y="1977865"/>
                  </a:lnTo>
                  <a:lnTo>
                    <a:pt x="10509911" y="1977865"/>
                  </a:lnTo>
                  <a:lnTo>
                    <a:pt x="10508673" y="1977865"/>
                  </a:lnTo>
                  <a:lnTo>
                    <a:pt x="10500551" y="1977863"/>
                  </a:lnTo>
                  <a:lnTo>
                    <a:pt x="10480130" y="1977859"/>
                  </a:lnTo>
                  <a:lnTo>
                    <a:pt x="10443752" y="1977851"/>
                  </a:lnTo>
                  <a:lnTo>
                    <a:pt x="10389796" y="1977838"/>
                  </a:lnTo>
                  <a:lnTo>
                    <a:pt x="10318801" y="1977819"/>
                  </a:lnTo>
                  <a:lnTo>
                    <a:pt x="10233232" y="1977793"/>
                  </a:lnTo>
                  <a:lnTo>
                    <a:pt x="10136915" y="1977760"/>
                  </a:lnTo>
                  <a:lnTo>
                    <a:pt x="10034269" y="1977720"/>
                  </a:lnTo>
                  <a:lnTo>
                    <a:pt x="9929575" y="1977673"/>
                  </a:lnTo>
                  <a:lnTo>
                    <a:pt x="9826446" y="1977620"/>
                  </a:lnTo>
                  <a:lnTo>
                    <a:pt x="9727569" y="1977559"/>
                  </a:lnTo>
                  <a:lnTo>
                    <a:pt x="9634666" y="1977492"/>
                  </a:lnTo>
                  <a:lnTo>
                    <a:pt x="9548612" y="1977418"/>
                  </a:lnTo>
                  <a:lnTo>
                    <a:pt x="9469622" y="1977335"/>
                  </a:lnTo>
                  <a:lnTo>
                    <a:pt x="9397435" y="1977244"/>
                  </a:lnTo>
                  <a:lnTo>
                    <a:pt x="9331483" y="1977142"/>
                  </a:lnTo>
                  <a:lnTo>
                    <a:pt x="9271016" y="1977029"/>
                  </a:lnTo>
                  <a:lnTo>
                    <a:pt x="9215200" y="1976903"/>
                  </a:lnTo>
                  <a:lnTo>
                    <a:pt x="9163181" y="1976763"/>
                  </a:lnTo>
                  <a:lnTo>
                    <a:pt x="9114146" y="1976608"/>
                  </a:lnTo>
                  <a:lnTo>
                    <a:pt x="9084767" y="1976503"/>
                  </a:lnTo>
                  <a:lnTo>
                    <a:pt x="9028530" y="1976277"/>
                  </a:lnTo>
                  <a:lnTo>
                    <a:pt x="8974144" y="1976026"/>
                  </a:lnTo>
                  <a:lnTo>
                    <a:pt x="8920853" y="1975750"/>
                  </a:lnTo>
                  <a:lnTo>
                    <a:pt x="8868126" y="1975449"/>
                  </a:lnTo>
                  <a:lnTo>
                    <a:pt x="8815602" y="1975126"/>
                  </a:lnTo>
                  <a:lnTo>
                    <a:pt x="8763071" y="1974784"/>
                  </a:lnTo>
                  <a:lnTo>
                    <a:pt x="8710436" y="1974426"/>
                  </a:lnTo>
                  <a:lnTo>
                    <a:pt x="8657690" y="1974058"/>
                  </a:lnTo>
                  <a:lnTo>
                    <a:pt x="8604886" y="1973685"/>
                  </a:lnTo>
                  <a:lnTo>
                    <a:pt x="8552103" y="1973314"/>
                  </a:lnTo>
                  <a:lnTo>
                    <a:pt x="8499409" y="1972950"/>
                  </a:lnTo>
                  <a:lnTo>
                    <a:pt x="8446831" y="1972599"/>
                  </a:lnTo>
                  <a:lnTo>
                    <a:pt x="8394323" y="1972266"/>
                  </a:lnTo>
                  <a:lnTo>
                    <a:pt x="8341732" y="1971954"/>
                  </a:lnTo>
                  <a:lnTo>
                    <a:pt x="8288777" y="1971666"/>
                  </a:lnTo>
                  <a:lnTo>
                    <a:pt x="8235016" y="1971402"/>
                  </a:lnTo>
                  <a:lnTo>
                    <a:pt x="8179812" y="1971164"/>
                  </a:lnTo>
                  <a:lnTo>
                    <a:pt x="8151487" y="1971054"/>
                  </a:lnTo>
                  <a:lnTo>
                    <a:pt x="8103938" y="1970889"/>
                  </a:lnTo>
                  <a:lnTo>
                    <a:pt x="8053870" y="1970739"/>
                  </a:lnTo>
                  <a:lnTo>
                    <a:pt x="8000519" y="1970605"/>
                  </a:lnTo>
                  <a:lnTo>
                    <a:pt x="7943051" y="1970484"/>
                  </a:lnTo>
                  <a:lnTo>
                    <a:pt x="7880613" y="1970376"/>
                  </a:lnTo>
                  <a:lnTo>
                    <a:pt x="7812393" y="1970278"/>
                  </a:lnTo>
                  <a:lnTo>
                    <a:pt x="7737697" y="1970190"/>
                  </a:lnTo>
                  <a:lnTo>
                    <a:pt x="7656055" y="1970111"/>
                  </a:lnTo>
                  <a:lnTo>
                    <a:pt x="7567364" y="1970039"/>
                  </a:lnTo>
                  <a:lnTo>
                    <a:pt x="7472066" y="1969974"/>
                  </a:lnTo>
                  <a:lnTo>
                    <a:pt x="7371335" y="1969916"/>
                  </a:lnTo>
                  <a:lnTo>
                    <a:pt x="7267248" y="1969865"/>
                  </a:lnTo>
                  <a:lnTo>
                    <a:pt x="7162856" y="1969821"/>
                  </a:lnTo>
                  <a:lnTo>
                    <a:pt x="7062070" y="1969784"/>
                  </a:lnTo>
                  <a:lnTo>
                    <a:pt x="6969298" y="1969753"/>
                  </a:lnTo>
                  <a:lnTo>
                    <a:pt x="6888828" y="1969730"/>
                  </a:lnTo>
                  <a:lnTo>
                    <a:pt x="6824056" y="1969713"/>
                  </a:lnTo>
                  <a:lnTo>
                    <a:pt x="6776775" y="1969702"/>
                  </a:lnTo>
                  <a:lnTo>
                    <a:pt x="6746713" y="1969696"/>
                  </a:lnTo>
                  <a:lnTo>
                    <a:pt x="6731455" y="1969693"/>
                  </a:lnTo>
                  <a:lnTo>
                    <a:pt x="6726649" y="1969692"/>
                  </a:lnTo>
                  <a:lnTo>
                    <a:pt x="6726343" y="1969692"/>
                  </a:lnTo>
                  <a:lnTo>
                    <a:pt x="5254955" y="1969692"/>
                  </a:lnTo>
                  <a:lnTo>
                    <a:pt x="5253763" y="1969645"/>
                  </a:lnTo>
                  <a:lnTo>
                    <a:pt x="5245938" y="1969306"/>
                  </a:lnTo>
                  <a:lnTo>
                    <a:pt x="5226239" y="1968369"/>
                  </a:lnTo>
                  <a:lnTo>
                    <a:pt x="5191088" y="1966525"/>
                  </a:lnTo>
                  <a:lnTo>
                    <a:pt x="5138834" y="1963491"/>
                  </a:lnTo>
                  <a:lnTo>
                    <a:pt x="5069875" y="1959036"/>
                  </a:lnTo>
                  <a:lnTo>
                    <a:pt x="4986472" y="1953007"/>
                  </a:lnTo>
                  <a:lnTo>
                    <a:pt x="4892223" y="1945331"/>
                  </a:lnTo>
                  <a:lnTo>
                    <a:pt x="4791359" y="1936000"/>
                  </a:lnTo>
                  <a:lnTo>
                    <a:pt x="4688044" y="1925043"/>
                  </a:lnTo>
                  <a:lnTo>
                    <a:pt x="4585852" y="1912496"/>
                  </a:lnTo>
                  <a:lnTo>
                    <a:pt x="4487494" y="1898371"/>
                  </a:lnTo>
                  <a:lnTo>
                    <a:pt x="4394758" y="1882639"/>
                  </a:lnTo>
                  <a:lnTo>
                    <a:pt x="4308606" y="1865213"/>
                  </a:lnTo>
                  <a:lnTo>
                    <a:pt x="4229340" y="1845950"/>
                  </a:lnTo>
                  <a:lnTo>
                    <a:pt x="4156781" y="1824643"/>
                  </a:lnTo>
                  <a:lnTo>
                    <a:pt x="4090430" y="1801031"/>
                  </a:lnTo>
                  <a:lnTo>
                    <a:pt x="4029593" y="1774809"/>
                  </a:lnTo>
                  <a:lnTo>
                    <a:pt x="3973481" y="1745639"/>
                  </a:lnTo>
                  <a:lnTo>
                    <a:pt x="3921270" y="1713190"/>
                  </a:lnTo>
                  <a:lnTo>
                    <a:pt x="3872164" y="1677179"/>
                  </a:lnTo>
                  <a:lnTo>
                    <a:pt x="3829811" y="1641410"/>
                  </a:lnTo>
                  <a:lnTo>
                    <a:pt x="3786806" y="1600461"/>
                  </a:lnTo>
                  <a:lnTo>
                    <a:pt x="3744993" y="1556072"/>
                  </a:lnTo>
                  <a:lnTo>
                    <a:pt x="3704001" y="1508178"/>
                  </a:lnTo>
                  <a:lnTo>
                    <a:pt x="3663541" y="1456787"/>
                  </a:lnTo>
                  <a:lnTo>
                    <a:pt x="3623391" y="1401995"/>
                  </a:lnTo>
                  <a:lnTo>
                    <a:pt x="3583391" y="1343988"/>
                  </a:lnTo>
                  <a:lnTo>
                    <a:pt x="3543427" y="1283048"/>
                  </a:lnTo>
                  <a:lnTo>
                    <a:pt x="3503431" y="1219551"/>
                  </a:lnTo>
                  <a:lnTo>
                    <a:pt x="3463372" y="1153960"/>
                  </a:lnTo>
                  <a:lnTo>
                    <a:pt x="3423245" y="1086816"/>
                  </a:lnTo>
                  <a:lnTo>
                    <a:pt x="3383068" y="1018716"/>
                  </a:lnTo>
                  <a:lnTo>
                    <a:pt x="3342874" y="950296"/>
                  </a:lnTo>
                  <a:lnTo>
                    <a:pt x="3302699" y="882203"/>
                  </a:lnTo>
                  <a:lnTo>
                    <a:pt x="3262572" y="815071"/>
                  </a:lnTo>
                  <a:lnTo>
                    <a:pt x="3222513" y="749499"/>
                  </a:lnTo>
                  <a:lnTo>
                    <a:pt x="3182518" y="686025"/>
                  </a:lnTo>
                  <a:lnTo>
                    <a:pt x="3142554" y="625112"/>
                  </a:lnTo>
                  <a:lnTo>
                    <a:pt x="3102553" y="567136"/>
                  </a:lnTo>
                  <a:lnTo>
                    <a:pt x="3062401" y="512377"/>
                  </a:lnTo>
                  <a:lnTo>
                    <a:pt x="3021937" y="461021"/>
                  </a:lnTo>
                  <a:lnTo>
                    <a:pt x="2980938" y="413161"/>
                  </a:lnTo>
                  <a:lnTo>
                    <a:pt x="2939115" y="368807"/>
                  </a:lnTo>
                  <a:lnTo>
                    <a:pt x="2896531" y="328282"/>
                  </a:lnTo>
                  <a:lnTo>
                    <a:pt x="2849607" y="288918"/>
                  </a:lnTo>
                  <a:lnTo>
                    <a:pt x="2800238" y="253256"/>
                  </a:lnTo>
                  <a:lnTo>
                    <a:pt x="2747690" y="221133"/>
                  </a:lnTo>
                  <a:lnTo>
                    <a:pt x="2691161" y="192260"/>
                  </a:lnTo>
                  <a:lnTo>
                    <a:pt x="2629832" y="166300"/>
                  </a:lnTo>
                  <a:lnTo>
                    <a:pt x="2562916" y="142921"/>
                  </a:lnTo>
                  <a:lnTo>
                    <a:pt x="2489735" y="121820"/>
                  </a:lnTo>
                  <a:lnTo>
                    <a:pt x="2409813" y="102739"/>
                  </a:lnTo>
                  <a:lnTo>
                    <a:pt x="2323011" y="85481"/>
                  </a:lnTo>
                  <a:lnTo>
                    <a:pt x="2229686" y="69905"/>
                  </a:lnTo>
                  <a:lnTo>
                    <a:pt x="2130870" y="55931"/>
                  </a:lnTo>
                  <a:lnTo>
                    <a:pt x="2028440" y="43534"/>
                  </a:lnTo>
                  <a:lnTo>
                    <a:pt x="1925192" y="32731"/>
                  </a:lnTo>
                  <a:lnTo>
                    <a:pt x="1824774" y="23557"/>
                  </a:lnTo>
                  <a:lnTo>
                    <a:pt x="1731382" y="16039"/>
                  </a:lnTo>
                  <a:lnTo>
                    <a:pt x="1649217" y="10165"/>
                  </a:lnTo>
                  <a:lnTo>
                    <a:pt x="1581781" y="5853"/>
                  </a:lnTo>
                  <a:lnTo>
                    <a:pt x="1531173" y="2943"/>
                  </a:lnTo>
                  <a:lnTo>
                    <a:pt x="1497600" y="1199"/>
                  </a:lnTo>
                  <a:lnTo>
                    <a:pt x="1479216" y="333"/>
                  </a:lnTo>
                  <a:lnTo>
                    <a:pt x="1472274" y="35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789" name="pl789"/>
            <p:cNvSpPr/>
            <p:nvPr/>
          </p:nvSpPr>
          <p:spPr>
            <a:xfrm>
              <a:off x="4799595" y="4579293"/>
              <a:ext cx="11981298" cy="1977865"/>
            </a:xfrm>
            <a:custGeom>
              <a:avLst/>
              <a:pathLst>
                <a:path w="11981298" h="1977865">
                  <a:moveTo>
                    <a:pt x="0" y="0"/>
                  </a:moveTo>
                  <a:lnTo>
                    <a:pt x="1471387" y="0"/>
                  </a:lnTo>
                  <a:lnTo>
                    <a:pt x="1472579" y="47"/>
                  </a:lnTo>
                  <a:lnTo>
                    <a:pt x="1480404" y="386"/>
                  </a:lnTo>
                  <a:lnTo>
                    <a:pt x="1500103" y="1323"/>
                  </a:lnTo>
                  <a:lnTo>
                    <a:pt x="1535254" y="3166"/>
                  </a:lnTo>
                  <a:lnTo>
                    <a:pt x="1587508" y="6201"/>
                  </a:lnTo>
                  <a:lnTo>
                    <a:pt x="1656467" y="10656"/>
                  </a:lnTo>
                  <a:lnTo>
                    <a:pt x="1739870" y="16685"/>
                  </a:lnTo>
                  <a:lnTo>
                    <a:pt x="1834119" y="24361"/>
                  </a:lnTo>
                  <a:lnTo>
                    <a:pt x="1934983" y="33692"/>
                  </a:lnTo>
                  <a:lnTo>
                    <a:pt x="2038298" y="44649"/>
                  </a:lnTo>
                  <a:lnTo>
                    <a:pt x="2140490" y="57196"/>
                  </a:lnTo>
                  <a:lnTo>
                    <a:pt x="2238848" y="71321"/>
                  </a:lnTo>
                  <a:lnTo>
                    <a:pt x="2331584" y="87053"/>
                  </a:lnTo>
                  <a:lnTo>
                    <a:pt x="2417736" y="104478"/>
                  </a:lnTo>
                  <a:lnTo>
                    <a:pt x="2497002" y="123742"/>
                  </a:lnTo>
                  <a:lnTo>
                    <a:pt x="2569561" y="145049"/>
                  </a:lnTo>
                  <a:lnTo>
                    <a:pt x="2635912" y="168661"/>
                  </a:lnTo>
                  <a:lnTo>
                    <a:pt x="2696749" y="194883"/>
                  </a:lnTo>
                  <a:lnTo>
                    <a:pt x="2752862" y="224052"/>
                  </a:lnTo>
                  <a:lnTo>
                    <a:pt x="2805072" y="256502"/>
                  </a:lnTo>
                  <a:lnTo>
                    <a:pt x="2854179" y="292513"/>
                  </a:lnTo>
                  <a:lnTo>
                    <a:pt x="2896531" y="328282"/>
                  </a:lnTo>
                  <a:lnTo>
                    <a:pt x="2939536" y="369231"/>
                  </a:lnTo>
                  <a:lnTo>
                    <a:pt x="2981349" y="413619"/>
                  </a:lnTo>
                  <a:lnTo>
                    <a:pt x="3022341" y="461514"/>
                  </a:lnTo>
                  <a:lnTo>
                    <a:pt x="3062802" y="512905"/>
                  </a:lnTo>
                  <a:lnTo>
                    <a:pt x="3102951" y="567697"/>
                  </a:lnTo>
                  <a:lnTo>
                    <a:pt x="3142951" y="625704"/>
                  </a:lnTo>
                  <a:lnTo>
                    <a:pt x="3182915" y="686644"/>
                  </a:lnTo>
                  <a:lnTo>
                    <a:pt x="3222911" y="750141"/>
                  </a:lnTo>
                  <a:lnTo>
                    <a:pt x="3262970" y="815731"/>
                  </a:lnTo>
                  <a:lnTo>
                    <a:pt x="3303098" y="882875"/>
                  </a:lnTo>
                  <a:lnTo>
                    <a:pt x="3343274" y="950975"/>
                  </a:lnTo>
                  <a:lnTo>
                    <a:pt x="3383468" y="1019396"/>
                  </a:lnTo>
                  <a:lnTo>
                    <a:pt x="3423644" y="1087489"/>
                  </a:lnTo>
                  <a:lnTo>
                    <a:pt x="3463770" y="1154621"/>
                  </a:lnTo>
                  <a:lnTo>
                    <a:pt x="3503829" y="1220193"/>
                  </a:lnTo>
                  <a:lnTo>
                    <a:pt x="3543824" y="1283667"/>
                  </a:lnTo>
                  <a:lnTo>
                    <a:pt x="3583788" y="1344579"/>
                  </a:lnTo>
                  <a:lnTo>
                    <a:pt x="3623789" y="1402556"/>
                  </a:lnTo>
                  <a:lnTo>
                    <a:pt x="3663941" y="1457315"/>
                  </a:lnTo>
                  <a:lnTo>
                    <a:pt x="3704405" y="1508671"/>
                  </a:lnTo>
                  <a:lnTo>
                    <a:pt x="3745404" y="1556531"/>
                  </a:lnTo>
                  <a:lnTo>
                    <a:pt x="3787227" y="1600885"/>
                  </a:lnTo>
                  <a:lnTo>
                    <a:pt x="3829811" y="1641410"/>
                  </a:lnTo>
                  <a:lnTo>
                    <a:pt x="3876735" y="1680774"/>
                  </a:lnTo>
                  <a:lnTo>
                    <a:pt x="3926105" y="1716436"/>
                  </a:lnTo>
                  <a:lnTo>
                    <a:pt x="3978653" y="1748559"/>
                  </a:lnTo>
                  <a:lnTo>
                    <a:pt x="4035181" y="1777432"/>
                  </a:lnTo>
                  <a:lnTo>
                    <a:pt x="4096510" y="1803391"/>
                  </a:lnTo>
                  <a:lnTo>
                    <a:pt x="4163426" y="1826770"/>
                  </a:lnTo>
                  <a:lnTo>
                    <a:pt x="4236607" y="1847872"/>
                  </a:lnTo>
                  <a:lnTo>
                    <a:pt x="4316529" y="1866952"/>
                  </a:lnTo>
                  <a:lnTo>
                    <a:pt x="4403331" y="1884211"/>
                  </a:lnTo>
                  <a:lnTo>
                    <a:pt x="4496657" y="1899787"/>
                  </a:lnTo>
                  <a:lnTo>
                    <a:pt x="4595472" y="1913761"/>
                  </a:lnTo>
                  <a:lnTo>
                    <a:pt x="4697902" y="1926157"/>
                  </a:lnTo>
                  <a:lnTo>
                    <a:pt x="4801150" y="1936961"/>
                  </a:lnTo>
                  <a:lnTo>
                    <a:pt x="4901568" y="1946135"/>
                  </a:lnTo>
                  <a:lnTo>
                    <a:pt x="4994960" y="1953652"/>
                  </a:lnTo>
                  <a:lnTo>
                    <a:pt x="5077125" y="1959527"/>
                  </a:lnTo>
                  <a:lnTo>
                    <a:pt x="5144561" y="1963838"/>
                  </a:lnTo>
                  <a:lnTo>
                    <a:pt x="5195169" y="1966748"/>
                  </a:lnTo>
                  <a:lnTo>
                    <a:pt x="5228742" y="1968493"/>
                  </a:lnTo>
                  <a:lnTo>
                    <a:pt x="5247126" y="1969359"/>
                  </a:lnTo>
                  <a:lnTo>
                    <a:pt x="5254068" y="1969657"/>
                  </a:lnTo>
                  <a:lnTo>
                    <a:pt x="5254955" y="1969692"/>
                  </a:lnTo>
                  <a:lnTo>
                    <a:pt x="6726343" y="1969692"/>
                  </a:lnTo>
                  <a:lnTo>
                    <a:pt x="6727580" y="1969692"/>
                  </a:lnTo>
                  <a:lnTo>
                    <a:pt x="6735702" y="1969694"/>
                  </a:lnTo>
                  <a:lnTo>
                    <a:pt x="6756124" y="1969698"/>
                  </a:lnTo>
                  <a:lnTo>
                    <a:pt x="6792502" y="1969706"/>
                  </a:lnTo>
                  <a:lnTo>
                    <a:pt x="6846457" y="1969719"/>
                  </a:lnTo>
                  <a:lnTo>
                    <a:pt x="6917453" y="1969738"/>
                  </a:lnTo>
                  <a:lnTo>
                    <a:pt x="7003021" y="1969764"/>
                  </a:lnTo>
                  <a:lnTo>
                    <a:pt x="7099338" y="1969797"/>
                  </a:lnTo>
                  <a:lnTo>
                    <a:pt x="7201984" y="1969837"/>
                  </a:lnTo>
                  <a:lnTo>
                    <a:pt x="7306679" y="1969884"/>
                  </a:lnTo>
                  <a:lnTo>
                    <a:pt x="7409807" y="1969937"/>
                  </a:lnTo>
                  <a:lnTo>
                    <a:pt x="7508684" y="1969998"/>
                  </a:lnTo>
                  <a:lnTo>
                    <a:pt x="7601588" y="1970065"/>
                  </a:lnTo>
                  <a:lnTo>
                    <a:pt x="7687641" y="1970140"/>
                  </a:lnTo>
                  <a:lnTo>
                    <a:pt x="7766631" y="1970222"/>
                  </a:lnTo>
                  <a:lnTo>
                    <a:pt x="7838818" y="1970314"/>
                  </a:lnTo>
                  <a:lnTo>
                    <a:pt x="7904770" y="1970415"/>
                  </a:lnTo>
                  <a:lnTo>
                    <a:pt x="7965237" y="1970528"/>
                  </a:lnTo>
                  <a:lnTo>
                    <a:pt x="8021054" y="1970654"/>
                  </a:lnTo>
                  <a:lnTo>
                    <a:pt x="8073072" y="1970794"/>
                  </a:lnTo>
                  <a:lnTo>
                    <a:pt x="8122107" y="1970949"/>
                  </a:lnTo>
                  <a:lnTo>
                    <a:pt x="8151487" y="1971054"/>
                  </a:lnTo>
                  <a:lnTo>
                    <a:pt x="8207723" y="1971280"/>
                  </a:lnTo>
                  <a:lnTo>
                    <a:pt x="8262110" y="1971531"/>
                  </a:lnTo>
                  <a:lnTo>
                    <a:pt x="8315400" y="1971807"/>
                  </a:lnTo>
                  <a:lnTo>
                    <a:pt x="8368128" y="1972108"/>
                  </a:lnTo>
                  <a:lnTo>
                    <a:pt x="8420651" y="1972431"/>
                  </a:lnTo>
                  <a:lnTo>
                    <a:pt x="8473182" y="1972773"/>
                  </a:lnTo>
                  <a:lnTo>
                    <a:pt x="8525817" y="1973131"/>
                  </a:lnTo>
                  <a:lnTo>
                    <a:pt x="8578563" y="1973499"/>
                  </a:lnTo>
                  <a:lnTo>
                    <a:pt x="8631367" y="1973872"/>
                  </a:lnTo>
                  <a:lnTo>
                    <a:pt x="8684151" y="1974243"/>
                  </a:lnTo>
                  <a:lnTo>
                    <a:pt x="8736845" y="1974607"/>
                  </a:lnTo>
                  <a:lnTo>
                    <a:pt x="8789422" y="1974958"/>
                  </a:lnTo>
                  <a:lnTo>
                    <a:pt x="8841931" y="1975291"/>
                  </a:lnTo>
                  <a:lnTo>
                    <a:pt x="8894521" y="1975603"/>
                  </a:lnTo>
                  <a:lnTo>
                    <a:pt x="8947476" y="1975891"/>
                  </a:lnTo>
                  <a:lnTo>
                    <a:pt x="9001237" y="1976155"/>
                  </a:lnTo>
                  <a:lnTo>
                    <a:pt x="9056441" y="1976393"/>
                  </a:lnTo>
                  <a:lnTo>
                    <a:pt x="9084767" y="1976503"/>
                  </a:lnTo>
                  <a:lnTo>
                    <a:pt x="9132316" y="1976668"/>
                  </a:lnTo>
                  <a:lnTo>
                    <a:pt x="9182384" y="1976818"/>
                  </a:lnTo>
                  <a:lnTo>
                    <a:pt x="9235734" y="1976952"/>
                  </a:lnTo>
                  <a:lnTo>
                    <a:pt x="9293202" y="1977073"/>
                  </a:lnTo>
                  <a:lnTo>
                    <a:pt x="9355640" y="1977182"/>
                  </a:lnTo>
                  <a:lnTo>
                    <a:pt x="9423860" y="1977279"/>
                  </a:lnTo>
                  <a:lnTo>
                    <a:pt x="9498557" y="1977367"/>
                  </a:lnTo>
                  <a:lnTo>
                    <a:pt x="9580199" y="1977447"/>
                  </a:lnTo>
                  <a:lnTo>
                    <a:pt x="9668889" y="1977518"/>
                  </a:lnTo>
                  <a:lnTo>
                    <a:pt x="9764187" y="1977583"/>
                  </a:lnTo>
                  <a:lnTo>
                    <a:pt x="9864919" y="1977641"/>
                  </a:lnTo>
                  <a:lnTo>
                    <a:pt x="9969005" y="1977692"/>
                  </a:lnTo>
                  <a:lnTo>
                    <a:pt x="10073397" y="1977736"/>
                  </a:lnTo>
                  <a:lnTo>
                    <a:pt x="10174183" y="1977774"/>
                  </a:lnTo>
                  <a:lnTo>
                    <a:pt x="10266955" y="1977804"/>
                  </a:lnTo>
                  <a:lnTo>
                    <a:pt x="10347425" y="1977827"/>
                  </a:lnTo>
                  <a:lnTo>
                    <a:pt x="10412197" y="1977844"/>
                  </a:lnTo>
                  <a:lnTo>
                    <a:pt x="10459479" y="1977855"/>
                  </a:lnTo>
                  <a:lnTo>
                    <a:pt x="10489540" y="1977861"/>
                  </a:lnTo>
                  <a:lnTo>
                    <a:pt x="10504798" y="1977864"/>
                  </a:lnTo>
                  <a:lnTo>
                    <a:pt x="10509604" y="1977865"/>
                  </a:lnTo>
                  <a:lnTo>
                    <a:pt x="10509911" y="1977865"/>
                  </a:lnTo>
                  <a:lnTo>
                    <a:pt x="11981298" y="197786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90" name="pl790"/>
            <p:cNvSpPr/>
            <p:nvPr/>
          </p:nvSpPr>
          <p:spPr>
            <a:xfrm>
              <a:off x="4799595" y="4571120"/>
              <a:ext cx="11981298" cy="1977865"/>
            </a:xfrm>
            <a:custGeom>
              <a:avLst/>
              <a:pathLst>
                <a:path w="11981298" h="1977865">
                  <a:moveTo>
                    <a:pt x="11981298" y="1977865"/>
                  </a:moveTo>
                  <a:lnTo>
                    <a:pt x="10509911" y="1977865"/>
                  </a:lnTo>
                  <a:lnTo>
                    <a:pt x="10508673" y="1977865"/>
                  </a:lnTo>
                  <a:lnTo>
                    <a:pt x="10500551" y="1977863"/>
                  </a:lnTo>
                  <a:lnTo>
                    <a:pt x="10480130" y="1977859"/>
                  </a:lnTo>
                  <a:lnTo>
                    <a:pt x="10443752" y="1977851"/>
                  </a:lnTo>
                  <a:lnTo>
                    <a:pt x="10389796" y="1977838"/>
                  </a:lnTo>
                  <a:lnTo>
                    <a:pt x="10318801" y="1977819"/>
                  </a:lnTo>
                  <a:lnTo>
                    <a:pt x="10233232" y="1977793"/>
                  </a:lnTo>
                  <a:lnTo>
                    <a:pt x="10136915" y="1977760"/>
                  </a:lnTo>
                  <a:lnTo>
                    <a:pt x="10034269" y="1977720"/>
                  </a:lnTo>
                  <a:lnTo>
                    <a:pt x="9929575" y="1977673"/>
                  </a:lnTo>
                  <a:lnTo>
                    <a:pt x="9826446" y="1977620"/>
                  </a:lnTo>
                  <a:lnTo>
                    <a:pt x="9727569" y="1977559"/>
                  </a:lnTo>
                  <a:lnTo>
                    <a:pt x="9634666" y="1977492"/>
                  </a:lnTo>
                  <a:lnTo>
                    <a:pt x="9548612" y="1977418"/>
                  </a:lnTo>
                  <a:lnTo>
                    <a:pt x="9469622" y="1977335"/>
                  </a:lnTo>
                  <a:lnTo>
                    <a:pt x="9397435" y="1977244"/>
                  </a:lnTo>
                  <a:lnTo>
                    <a:pt x="9331483" y="1977142"/>
                  </a:lnTo>
                  <a:lnTo>
                    <a:pt x="9271016" y="1977029"/>
                  </a:lnTo>
                  <a:lnTo>
                    <a:pt x="9215200" y="1976903"/>
                  </a:lnTo>
                  <a:lnTo>
                    <a:pt x="9163181" y="1976763"/>
                  </a:lnTo>
                  <a:lnTo>
                    <a:pt x="9114146" y="1976608"/>
                  </a:lnTo>
                  <a:lnTo>
                    <a:pt x="9084767" y="1976503"/>
                  </a:lnTo>
                  <a:lnTo>
                    <a:pt x="9028530" y="1976277"/>
                  </a:lnTo>
                  <a:lnTo>
                    <a:pt x="8974144" y="1976026"/>
                  </a:lnTo>
                  <a:lnTo>
                    <a:pt x="8920853" y="1975750"/>
                  </a:lnTo>
                  <a:lnTo>
                    <a:pt x="8868126" y="1975449"/>
                  </a:lnTo>
                  <a:lnTo>
                    <a:pt x="8815602" y="1975126"/>
                  </a:lnTo>
                  <a:lnTo>
                    <a:pt x="8763071" y="1974784"/>
                  </a:lnTo>
                  <a:lnTo>
                    <a:pt x="8710436" y="1974426"/>
                  </a:lnTo>
                  <a:lnTo>
                    <a:pt x="8657690" y="1974058"/>
                  </a:lnTo>
                  <a:lnTo>
                    <a:pt x="8604886" y="1973685"/>
                  </a:lnTo>
                  <a:lnTo>
                    <a:pt x="8552103" y="1973314"/>
                  </a:lnTo>
                  <a:lnTo>
                    <a:pt x="8499409" y="1972950"/>
                  </a:lnTo>
                  <a:lnTo>
                    <a:pt x="8446831" y="1972599"/>
                  </a:lnTo>
                  <a:lnTo>
                    <a:pt x="8394323" y="1972266"/>
                  </a:lnTo>
                  <a:lnTo>
                    <a:pt x="8341732" y="1971954"/>
                  </a:lnTo>
                  <a:lnTo>
                    <a:pt x="8288777" y="1971666"/>
                  </a:lnTo>
                  <a:lnTo>
                    <a:pt x="8235016" y="1971402"/>
                  </a:lnTo>
                  <a:lnTo>
                    <a:pt x="8179812" y="1971164"/>
                  </a:lnTo>
                  <a:lnTo>
                    <a:pt x="8151487" y="1971054"/>
                  </a:lnTo>
                  <a:lnTo>
                    <a:pt x="8103938" y="1970889"/>
                  </a:lnTo>
                  <a:lnTo>
                    <a:pt x="8053870" y="1970739"/>
                  </a:lnTo>
                  <a:lnTo>
                    <a:pt x="8000519" y="1970605"/>
                  </a:lnTo>
                  <a:lnTo>
                    <a:pt x="7943051" y="1970484"/>
                  </a:lnTo>
                  <a:lnTo>
                    <a:pt x="7880613" y="1970376"/>
                  </a:lnTo>
                  <a:lnTo>
                    <a:pt x="7812393" y="1970278"/>
                  </a:lnTo>
                  <a:lnTo>
                    <a:pt x="7737697" y="1970190"/>
                  </a:lnTo>
                  <a:lnTo>
                    <a:pt x="7656055" y="1970111"/>
                  </a:lnTo>
                  <a:lnTo>
                    <a:pt x="7567364" y="1970039"/>
                  </a:lnTo>
                  <a:lnTo>
                    <a:pt x="7472066" y="1969974"/>
                  </a:lnTo>
                  <a:lnTo>
                    <a:pt x="7371335" y="1969916"/>
                  </a:lnTo>
                  <a:lnTo>
                    <a:pt x="7267248" y="1969865"/>
                  </a:lnTo>
                  <a:lnTo>
                    <a:pt x="7162856" y="1969821"/>
                  </a:lnTo>
                  <a:lnTo>
                    <a:pt x="7062070" y="1969784"/>
                  </a:lnTo>
                  <a:lnTo>
                    <a:pt x="6969298" y="1969753"/>
                  </a:lnTo>
                  <a:lnTo>
                    <a:pt x="6888828" y="1969730"/>
                  </a:lnTo>
                  <a:lnTo>
                    <a:pt x="6824056" y="1969713"/>
                  </a:lnTo>
                  <a:lnTo>
                    <a:pt x="6776775" y="1969702"/>
                  </a:lnTo>
                  <a:lnTo>
                    <a:pt x="6746713" y="1969696"/>
                  </a:lnTo>
                  <a:lnTo>
                    <a:pt x="6731455" y="1969693"/>
                  </a:lnTo>
                  <a:lnTo>
                    <a:pt x="6726649" y="1969692"/>
                  </a:lnTo>
                  <a:lnTo>
                    <a:pt x="6726343" y="1969692"/>
                  </a:lnTo>
                  <a:lnTo>
                    <a:pt x="5254955" y="1969692"/>
                  </a:lnTo>
                  <a:lnTo>
                    <a:pt x="5253763" y="1969645"/>
                  </a:lnTo>
                  <a:lnTo>
                    <a:pt x="5245938" y="1969306"/>
                  </a:lnTo>
                  <a:lnTo>
                    <a:pt x="5226239" y="1968369"/>
                  </a:lnTo>
                  <a:lnTo>
                    <a:pt x="5191088" y="1966525"/>
                  </a:lnTo>
                  <a:lnTo>
                    <a:pt x="5138834" y="1963491"/>
                  </a:lnTo>
                  <a:lnTo>
                    <a:pt x="5069875" y="1959036"/>
                  </a:lnTo>
                  <a:lnTo>
                    <a:pt x="4986472" y="1953007"/>
                  </a:lnTo>
                  <a:lnTo>
                    <a:pt x="4892223" y="1945331"/>
                  </a:lnTo>
                  <a:lnTo>
                    <a:pt x="4791359" y="1936000"/>
                  </a:lnTo>
                  <a:lnTo>
                    <a:pt x="4688044" y="1925043"/>
                  </a:lnTo>
                  <a:lnTo>
                    <a:pt x="4585852" y="1912496"/>
                  </a:lnTo>
                  <a:lnTo>
                    <a:pt x="4487494" y="1898371"/>
                  </a:lnTo>
                  <a:lnTo>
                    <a:pt x="4394758" y="1882639"/>
                  </a:lnTo>
                  <a:lnTo>
                    <a:pt x="4308606" y="1865213"/>
                  </a:lnTo>
                  <a:lnTo>
                    <a:pt x="4229340" y="1845950"/>
                  </a:lnTo>
                  <a:lnTo>
                    <a:pt x="4156781" y="1824643"/>
                  </a:lnTo>
                  <a:lnTo>
                    <a:pt x="4090430" y="1801031"/>
                  </a:lnTo>
                  <a:lnTo>
                    <a:pt x="4029593" y="1774809"/>
                  </a:lnTo>
                  <a:lnTo>
                    <a:pt x="3973481" y="1745639"/>
                  </a:lnTo>
                  <a:lnTo>
                    <a:pt x="3921270" y="1713190"/>
                  </a:lnTo>
                  <a:lnTo>
                    <a:pt x="3872164" y="1677179"/>
                  </a:lnTo>
                  <a:lnTo>
                    <a:pt x="3829811" y="1641410"/>
                  </a:lnTo>
                  <a:lnTo>
                    <a:pt x="3786806" y="1600461"/>
                  </a:lnTo>
                  <a:lnTo>
                    <a:pt x="3744993" y="1556072"/>
                  </a:lnTo>
                  <a:lnTo>
                    <a:pt x="3704001" y="1508178"/>
                  </a:lnTo>
                  <a:lnTo>
                    <a:pt x="3663541" y="1456787"/>
                  </a:lnTo>
                  <a:lnTo>
                    <a:pt x="3623391" y="1401995"/>
                  </a:lnTo>
                  <a:lnTo>
                    <a:pt x="3583391" y="1343988"/>
                  </a:lnTo>
                  <a:lnTo>
                    <a:pt x="3543427" y="1283048"/>
                  </a:lnTo>
                  <a:lnTo>
                    <a:pt x="3503431" y="1219551"/>
                  </a:lnTo>
                  <a:lnTo>
                    <a:pt x="3463372" y="1153960"/>
                  </a:lnTo>
                  <a:lnTo>
                    <a:pt x="3423245" y="1086816"/>
                  </a:lnTo>
                  <a:lnTo>
                    <a:pt x="3383068" y="1018716"/>
                  </a:lnTo>
                  <a:lnTo>
                    <a:pt x="3342874" y="950296"/>
                  </a:lnTo>
                  <a:lnTo>
                    <a:pt x="3302699" y="882203"/>
                  </a:lnTo>
                  <a:lnTo>
                    <a:pt x="3262572" y="815071"/>
                  </a:lnTo>
                  <a:lnTo>
                    <a:pt x="3222513" y="749499"/>
                  </a:lnTo>
                  <a:lnTo>
                    <a:pt x="3182518" y="686025"/>
                  </a:lnTo>
                  <a:lnTo>
                    <a:pt x="3142554" y="625112"/>
                  </a:lnTo>
                  <a:lnTo>
                    <a:pt x="3102553" y="567136"/>
                  </a:lnTo>
                  <a:lnTo>
                    <a:pt x="3062401" y="512377"/>
                  </a:lnTo>
                  <a:lnTo>
                    <a:pt x="3021937" y="461021"/>
                  </a:lnTo>
                  <a:lnTo>
                    <a:pt x="2980938" y="413161"/>
                  </a:lnTo>
                  <a:lnTo>
                    <a:pt x="2939115" y="368807"/>
                  </a:lnTo>
                  <a:lnTo>
                    <a:pt x="2896531" y="328282"/>
                  </a:lnTo>
                  <a:lnTo>
                    <a:pt x="2849607" y="288918"/>
                  </a:lnTo>
                  <a:lnTo>
                    <a:pt x="2800238" y="253256"/>
                  </a:lnTo>
                  <a:lnTo>
                    <a:pt x="2747690" y="221133"/>
                  </a:lnTo>
                  <a:lnTo>
                    <a:pt x="2691161" y="192260"/>
                  </a:lnTo>
                  <a:lnTo>
                    <a:pt x="2629832" y="166300"/>
                  </a:lnTo>
                  <a:lnTo>
                    <a:pt x="2562916" y="142921"/>
                  </a:lnTo>
                  <a:lnTo>
                    <a:pt x="2489735" y="121820"/>
                  </a:lnTo>
                  <a:lnTo>
                    <a:pt x="2409813" y="102739"/>
                  </a:lnTo>
                  <a:lnTo>
                    <a:pt x="2323011" y="85481"/>
                  </a:lnTo>
                  <a:lnTo>
                    <a:pt x="2229686" y="69905"/>
                  </a:lnTo>
                  <a:lnTo>
                    <a:pt x="2130870" y="55931"/>
                  </a:lnTo>
                  <a:lnTo>
                    <a:pt x="2028440" y="43534"/>
                  </a:lnTo>
                  <a:lnTo>
                    <a:pt x="1925192" y="32731"/>
                  </a:lnTo>
                  <a:lnTo>
                    <a:pt x="1824774" y="23557"/>
                  </a:lnTo>
                  <a:lnTo>
                    <a:pt x="1731382" y="16039"/>
                  </a:lnTo>
                  <a:lnTo>
                    <a:pt x="1649217" y="10165"/>
                  </a:lnTo>
                  <a:lnTo>
                    <a:pt x="1581781" y="5853"/>
                  </a:lnTo>
                  <a:lnTo>
                    <a:pt x="1531173" y="2943"/>
                  </a:lnTo>
                  <a:lnTo>
                    <a:pt x="1497600" y="1199"/>
                  </a:lnTo>
                  <a:lnTo>
                    <a:pt x="1479216" y="333"/>
                  </a:lnTo>
                  <a:lnTo>
                    <a:pt x="1472274" y="35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91" name="pg791"/>
            <p:cNvSpPr/>
            <p:nvPr/>
          </p:nvSpPr>
          <p:spPr>
            <a:xfrm>
              <a:off x="4799595" y="4579293"/>
              <a:ext cx="11981298" cy="2378342"/>
            </a:xfrm>
            <a:custGeom>
              <a:avLst/>
              <a:pathLst>
                <a:path w="11981298" h="2378342">
                  <a:moveTo>
                    <a:pt x="0" y="24518"/>
                  </a:moveTo>
                  <a:lnTo>
                    <a:pt x="1471387" y="24518"/>
                  </a:lnTo>
                  <a:lnTo>
                    <a:pt x="1472578" y="24566"/>
                  </a:lnTo>
                  <a:lnTo>
                    <a:pt x="1480399" y="24908"/>
                  </a:lnTo>
                  <a:lnTo>
                    <a:pt x="1500086" y="25852"/>
                  </a:lnTo>
                  <a:lnTo>
                    <a:pt x="1535217" y="27709"/>
                  </a:lnTo>
                  <a:lnTo>
                    <a:pt x="1587445" y="30767"/>
                  </a:lnTo>
                  <a:lnTo>
                    <a:pt x="1656370" y="35257"/>
                  </a:lnTo>
                  <a:lnTo>
                    <a:pt x="1739739" y="41332"/>
                  </a:lnTo>
                  <a:lnTo>
                    <a:pt x="1833954" y="49068"/>
                  </a:lnTo>
                  <a:lnTo>
                    <a:pt x="1934789" y="58471"/>
                  </a:lnTo>
                  <a:lnTo>
                    <a:pt x="2038082" y="69513"/>
                  </a:lnTo>
                  <a:lnTo>
                    <a:pt x="2140258" y="82159"/>
                  </a:lnTo>
                  <a:lnTo>
                    <a:pt x="2238607" y="96394"/>
                  </a:lnTo>
                  <a:lnTo>
                    <a:pt x="2331340" y="112249"/>
                  </a:lnTo>
                  <a:lnTo>
                    <a:pt x="2417493" y="129810"/>
                  </a:lnTo>
                  <a:lnTo>
                    <a:pt x="2496763" y="149224"/>
                  </a:lnTo>
                  <a:lnTo>
                    <a:pt x="2569328" y="170696"/>
                  </a:lnTo>
                  <a:lnTo>
                    <a:pt x="2635686" y="194490"/>
                  </a:lnTo>
                  <a:lnTo>
                    <a:pt x="2696528" y="220914"/>
                  </a:lnTo>
                  <a:lnTo>
                    <a:pt x="2752646" y="250307"/>
                  </a:lnTo>
                  <a:lnTo>
                    <a:pt x="2804860" y="283005"/>
                  </a:lnTo>
                  <a:lnTo>
                    <a:pt x="2853968" y="319291"/>
                  </a:lnTo>
                  <a:lnTo>
                    <a:pt x="2896531" y="355525"/>
                  </a:lnTo>
                  <a:lnTo>
                    <a:pt x="2939420" y="396696"/>
                  </a:lnTo>
                  <a:lnTo>
                    <a:pt x="2981122" y="441315"/>
                  </a:lnTo>
                  <a:lnTo>
                    <a:pt x="3022006" y="489450"/>
                  </a:lnTo>
                  <a:lnTo>
                    <a:pt x="3062359" y="541091"/>
                  </a:lnTo>
                  <a:lnTo>
                    <a:pt x="3102400" y="596145"/>
                  </a:lnTo>
                  <a:lnTo>
                    <a:pt x="3142292" y="654426"/>
                  </a:lnTo>
                  <a:lnTo>
                    <a:pt x="3182146" y="715653"/>
                  </a:lnTo>
                  <a:lnTo>
                    <a:pt x="3222030" y="779452"/>
                  </a:lnTo>
                  <a:lnTo>
                    <a:pt x="3261978" y="845362"/>
                  </a:lnTo>
                  <a:lnTo>
                    <a:pt x="3301994" y="912844"/>
                  </a:lnTo>
                  <a:lnTo>
                    <a:pt x="3342058" y="981302"/>
                  </a:lnTo>
                  <a:lnTo>
                    <a:pt x="3382142" y="1050100"/>
                  </a:lnTo>
                  <a:lnTo>
                    <a:pt x="3422208" y="1118592"/>
                  </a:lnTo>
                  <a:lnTo>
                    <a:pt x="3462227" y="1186142"/>
                  </a:lnTo>
                  <a:lnTo>
                    <a:pt x="3502179" y="1252150"/>
                  </a:lnTo>
                  <a:lnTo>
                    <a:pt x="3542066" y="1316074"/>
                  </a:lnTo>
                  <a:lnTo>
                    <a:pt x="3581920" y="1377449"/>
                  </a:lnTo>
                  <a:lnTo>
                    <a:pt x="3621807" y="1435895"/>
                  </a:lnTo>
                  <a:lnTo>
                    <a:pt x="3661837" y="1491127"/>
                  </a:lnTo>
                  <a:lnTo>
                    <a:pt x="3702169" y="1542954"/>
                  </a:lnTo>
                  <a:lnTo>
                    <a:pt x="3743017" y="1591277"/>
                  </a:lnTo>
                  <a:lnTo>
                    <a:pt x="3784667" y="1636084"/>
                  </a:lnTo>
                  <a:lnTo>
                    <a:pt x="3827482" y="1677436"/>
                  </a:lnTo>
                  <a:lnTo>
                    <a:pt x="3829811" y="1679551"/>
                  </a:lnTo>
                  <a:lnTo>
                    <a:pt x="3876725" y="1719233"/>
                  </a:lnTo>
                  <a:lnTo>
                    <a:pt x="3926083" y="1755185"/>
                  </a:lnTo>
                  <a:lnTo>
                    <a:pt x="3978618" y="1787569"/>
                  </a:lnTo>
                  <a:lnTo>
                    <a:pt x="4035131" y="1816678"/>
                  </a:lnTo>
                  <a:lnTo>
                    <a:pt x="4096443" y="1842850"/>
                  </a:lnTo>
                  <a:lnTo>
                    <a:pt x="4163338" y="1866421"/>
                  </a:lnTo>
                  <a:lnTo>
                    <a:pt x="4236495" y="1887696"/>
                  </a:lnTo>
                  <a:lnTo>
                    <a:pt x="4316389" y="1906934"/>
                  </a:lnTo>
                  <a:lnTo>
                    <a:pt x="4403160" y="1924335"/>
                  </a:lnTo>
                  <a:lnTo>
                    <a:pt x="4496454" y="1940041"/>
                  </a:lnTo>
                  <a:lnTo>
                    <a:pt x="4595239" y="1954131"/>
                  </a:lnTo>
                  <a:lnTo>
                    <a:pt x="4697642" y="1966631"/>
                  </a:lnTo>
                  <a:lnTo>
                    <a:pt x="4800870" y="1977526"/>
                  </a:lnTo>
                  <a:lnTo>
                    <a:pt x="4901281" y="1986780"/>
                  </a:lnTo>
                  <a:lnTo>
                    <a:pt x="4994682" y="1994363"/>
                  </a:lnTo>
                  <a:lnTo>
                    <a:pt x="5076872" y="2000290"/>
                  </a:lnTo>
                  <a:lnTo>
                    <a:pt x="5144350" y="2004642"/>
                  </a:lnTo>
                  <a:lnTo>
                    <a:pt x="5195010" y="2007580"/>
                  </a:lnTo>
                  <a:lnTo>
                    <a:pt x="5228641" y="2009343"/>
                  </a:lnTo>
                  <a:lnTo>
                    <a:pt x="5247076" y="2010219"/>
                  </a:lnTo>
                  <a:lnTo>
                    <a:pt x="5254056" y="2010521"/>
                  </a:lnTo>
                  <a:lnTo>
                    <a:pt x="5254955" y="2010557"/>
                  </a:lnTo>
                  <a:lnTo>
                    <a:pt x="6726343" y="2010557"/>
                  </a:lnTo>
                  <a:lnTo>
                    <a:pt x="6727579" y="2010566"/>
                  </a:lnTo>
                  <a:lnTo>
                    <a:pt x="6735690" y="2010632"/>
                  </a:lnTo>
                  <a:lnTo>
                    <a:pt x="6756085" y="2010814"/>
                  </a:lnTo>
                  <a:lnTo>
                    <a:pt x="6792418" y="2011171"/>
                  </a:lnTo>
                  <a:lnTo>
                    <a:pt x="6846312" y="2011759"/>
                  </a:lnTo>
                  <a:lnTo>
                    <a:pt x="6917234" y="2012621"/>
                  </a:lnTo>
                  <a:lnTo>
                    <a:pt x="7002725" y="2013786"/>
                  </a:lnTo>
                  <a:lnTo>
                    <a:pt x="7098968" y="2015267"/>
                  </a:lnTo>
                  <a:lnTo>
                    <a:pt x="7201550" y="2017064"/>
                  </a:lnTo>
                  <a:lnTo>
                    <a:pt x="7306196" y="2019172"/>
                  </a:lnTo>
                  <a:lnTo>
                    <a:pt x="7409292" y="2021583"/>
                  </a:lnTo>
                  <a:lnTo>
                    <a:pt x="7508152" y="2024297"/>
                  </a:lnTo>
                  <a:lnTo>
                    <a:pt x="7601050" y="2027320"/>
                  </a:lnTo>
                  <a:lnTo>
                    <a:pt x="7687107" y="2030671"/>
                  </a:lnTo>
                  <a:lnTo>
                    <a:pt x="7766108" y="2034380"/>
                  </a:lnTo>
                  <a:lnTo>
                    <a:pt x="7838308" y="2038489"/>
                  </a:lnTo>
                  <a:lnTo>
                    <a:pt x="7904275" y="2043051"/>
                  </a:lnTo>
                  <a:lnTo>
                    <a:pt x="7964755" y="2048125"/>
                  </a:lnTo>
                  <a:lnTo>
                    <a:pt x="8020582" y="2053779"/>
                  </a:lnTo>
                  <a:lnTo>
                    <a:pt x="8072607" y="2060074"/>
                  </a:lnTo>
                  <a:lnTo>
                    <a:pt x="8121644" y="2067062"/>
                  </a:lnTo>
                  <a:lnTo>
                    <a:pt x="8151487" y="2071855"/>
                  </a:lnTo>
                  <a:lnTo>
                    <a:pt x="8206810" y="2081854"/>
                  </a:lnTo>
                  <a:lnTo>
                    <a:pt x="8260332" y="2092934"/>
                  </a:lnTo>
                  <a:lnTo>
                    <a:pt x="8312773" y="2105106"/>
                  </a:lnTo>
                  <a:lnTo>
                    <a:pt x="8364649" y="2118342"/>
                  </a:lnTo>
                  <a:lnTo>
                    <a:pt x="8416309" y="2132565"/>
                  </a:lnTo>
                  <a:lnTo>
                    <a:pt x="8467965" y="2147652"/>
                  </a:lnTo>
                  <a:lnTo>
                    <a:pt x="8519717" y="2163427"/>
                  </a:lnTo>
                  <a:lnTo>
                    <a:pt x="8571579" y="2179678"/>
                  </a:lnTo>
                  <a:lnTo>
                    <a:pt x="8623506" y="2196160"/>
                  </a:lnTo>
                  <a:lnTo>
                    <a:pt x="8675425" y="2212615"/>
                  </a:lnTo>
                  <a:lnTo>
                    <a:pt x="8727267" y="2228787"/>
                  </a:lnTo>
                  <a:lnTo>
                    <a:pt x="8778995" y="2244436"/>
                  </a:lnTo>
                  <a:lnTo>
                    <a:pt x="8830641" y="2259356"/>
                  </a:lnTo>
                  <a:lnTo>
                    <a:pt x="8882324" y="2273384"/>
                  </a:lnTo>
                  <a:lnTo>
                    <a:pt x="8934284" y="2286404"/>
                  </a:lnTo>
                  <a:lnTo>
                    <a:pt x="8986900" y="2298351"/>
                  </a:lnTo>
                  <a:lnTo>
                    <a:pt x="9040728" y="2309204"/>
                  </a:lnTo>
                  <a:lnTo>
                    <a:pt x="9084767" y="2317045"/>
                  </a:lnTo>
                  <a:lnTo>
                    <a:pt x="9132293" y="2324482"/>
                  </a:lnTo>
                  <a:lnTo>
                    <a:pt x="9182336" y="2331212"/>
                  </a:lnTo>
                  <a:lnTo>
                    <a:pt x="9235658" y="2337265"/>
                  </a:lnTo>
                  <a:lnTo>
                    <a:pt x="9293092" y="2342698"/>
                  </a:lnTo>
                  <a:lnTo>
                    <a:pt x="9355490" y="2347577"/>
                  </a:lnTo>
                  <a:lnTo>
                    <a:pt x="9423663" y="2351966"/>
                  </a:lnTo>
                  <a:lnTo>
                    <a:pt x="9498304" y="2355923"/>
                  </a:lnTo>
                  <a:lnTo>
                    <a:pt x="9579884" y="2359496"/>
                  </a:lnTo>
                  <a:lnTo>
                    <a:pt x="9668506" y="2362724"/>
                  </a:lnTo>
                  <a:lnTo>
                    <a:pt x="9763734" y="2365633"/>
                  </a:lnTo>
                  <a:lnTo>
                    <a:pt x="9864396" y="2368235"/>
                  </a:lnTo>
                  <a:lnTo>
                    <a:pt x="9968424" y="2370536"/>
                  </a:lnTo>
                  <a:lnTo>
                    <a:pt x="10072777" y="2372531"/>
                  </a:lnTo>
                  <a:lnTo>
                    <a:pt x="10173552" y="2374212"/>
                  </a:lnTo>
                  <a:lnTo>
                    <a:pt x="10266350" y="2375577"/>
                  </a:lnTo>
                  <a:lnTo>
                    <a:pt x="10346885" y="2376628"/>
                  </a:lnTo>
                  <a:lnTo>
                    <a:pt x="10411756" y="2377385"/>
                  </a:lnTo>
                  <a:lnTo>
                    <a:pt x="10459159" y="2377883"/>
                  </a:lnTo>
                  <a:lnTo>
                    <a:pt x="10489346" y="2378169"/>
                  </a:lnTo>
                  <a:lnTo>
                    <a:pt x="10504713" y="2378301"/>
                  </a:lnTo>
                  <a:lnTo>
                    <a:pt x="10509590" y="2378340"/>
                  </a:lnTo>
                  <a:lnTo>
                    <a:pt x="10509911" y="2378342"/>
                  </a:lnTo>
                  <a:lnTo>
                    <a:pt x="11981298" y="2378342"/>
                  </a:lnTo>
                  <a:lnTo>
                    <a:pt x="11981298" y="2353823"/>
                  </a:lnTo>
                  <a:lnTo>
                    <a:pt x="10509911" y="2353823"/>
                  </a:lnTo>
                  <a:lnTo>
                    <a:pt x="10508675" y="2353814"/>
                  </a:lnTo>
                  <a:lnTo>
                    <a:pt x="10500563" y="2353748"/>
                  </a:lnTo>
                  <a:lnTo>
                    <a:pt x="10480168" y="2353566"/>
                  </a:lnTo>
                  <a:lnTo>
                    <a:pt x="10443835" y="2353209"/>
                  </a:lnTo>
                  <a:lnTo>
                    <a:pt x="10389941" y="2352621"/>
                  </a:lnTo>
                  <a:lnTo>
                    <a:pt x="10319019" y="2351759"/>
                  </a:lnTo>
                  <a:lnTo>
                    <a:pt x="10233528" y="2350594"/>
                  </a:lnTo>
                  <a:lnTo>
                    <a:pt x="10137286" y="2349113"/>
                  </a:lnTo>
                  <a:lnTo>
                    <a:pt x="10034703" y="2347316"/>
                  </a:lnTo>
                  <a:lnTo>
                    <a:pt x="9930057" y="2345208"/>
                  </a:lnTo>
                  <a:lnTo>
                    <a:pt x="9826961" y="2342797"/>
                  </a:lnTo>
                  <a:lnTo>
                    <a:pt x="9728102" y="2340083"/>
                  </a:lnTo>
                  <a:lnTo>
                    <a:pt x="9635203" y="2337060"/>
                  </a:lnTo>
                  <a:lnTo>
                    <a:pt x="9549146" y="2333709"/>
                  </a:lnTo>
                  <a:lnTo>
                    <a:pt x="9470145" y="2330000"/>
                  </a:lnTo>
                  <a:lnTo>
                    <a:pt x="9397945" y="2325891"/>
                  </a:lnTo>
                  <a:lnTo>
                    <a:pt x="9331978" y="2321329"/>
                  </a:lnTo>
                  <a:lnTo>
                    <a:pt x="9271498" y="2316255"/>
                  </a:lnTo>
                  <a:lnTo>
                    <a:pt x="9215672" y="2310602"/>
                  </a:lnTo>
                  <a:lnTo>
                    <a:pt x="9163647" y="2304306"/>
                  </a:lnTo>
                  <a:lnTo>
                    <a:pt x="9114609" y="2297319"/>
                  </a:lnTo>
                  <a:lnTo>
                    <a:pt x="9084767" y="2292526"/>
                  </a:lnTo>
                  <a:lnTo>
                    <a:pt x="9029443" y="2282526"/>
                  </a:lnTo>
                  <a:lnTo>
                    <a:pt x="8975922" y="2271446"/>
                  </a:lnTo>
                  <a:lnTo>
                    <a:pt x="8923481" y="2259274"/>
                  </a:lnTo>
                  <a:lnTo>
                    <a:pt x="8871604" y="2246038"/>
                  </a:lnTo>
                  <a:lnTo>
                    <a:pt x="8819944" y="2231815"/>
                  </a:lnTo>
                  <a:lnTo>
                    <a:pt x="8768288" y="2216729"/>
                  </a:lnTo>
                  <a:lnTo>
                    <a:pt x="8716536" y="2200953"/>
                  </a:lnTo>
                  <a:lnTo>
                    <a:pt x="8664674" y="2184702"/>
                  </a:lnTo>
                  <a:lnTo>
                    <a:pt x="8612747" y="2168220"/>
                  </a:lnTo>
                  <a:lnTo>
                    <a:pt x="8560828" y="2151765"/>
                  </a:lnTo>
                  <a:lnTo>
                    <a:pt x="8508986" y="2135593"/>
                  </a:lnTo>
                  <a:lnTo>
                    <a:pt x="8457258" y="2119944"/>
                  </a:lnTo>
                  <a:lnTo>
                    <a:pt x="8405612" y="2105024"/>
                  </a:lnTo>
                  <a:lnTo>
                    <a:pt x="8353929" y="2090996"/>
                  </a:lnTo>
                  <a:lnTo>
                    <a:pt x="8301969" y="2077976"/>
                  </a:lnTo>
                  <a:lnTo>
                    <a:pt x="8249353" y="2066030"/>
                  </a:lnTo>
                  <a:lnTo>
                    <a:pt x="8195525" y="2055176"/>
                  </a:lnTo>
                  <a:lnTo>
                    <a:pt x="8151487" y="2047336"/>
                  </a:lnTo>
                  <a:lnTo>
                    <a:pt x="8103960" y="2039898"/>
                  </a:lnTo>
                  <a:lnTo>
                    <a:pt x="8053917" y="2033168"/>
                  </a:lnTo>
                  <a:lnTo>
                    <a:pt x="8000596" y="2027115"/>
                  </a:lnTo>
                  <a:lnTo>
                    <a:pt x="7943162" y="2021682"/>
                  </a:lnTo>
                  <a:lnTo>
                    <a:pt x="7880764" y="2016803"/>
                  </a:lnTo>
                  <a:lnTo>
                    <a:pt x="7812591" y="2012414"/>
                  </a:lnTo>
                  <a:lnTo>
                    <a:pt x="7737949" y="2008457"/>
                  </a:lnTo>
                  <a:lnTo>
                    <a:pt x="7656369" y="2004884"/>
                  </a:lnTo>
                  <a:lnTo>
                    <a:pt x="7567747" y="2001656"/>
                  </a:lnTo>
                  <a:lnTo>
                    <a:pt x="7472520" y="1998747"/>
                  </a:lnTo>
                  <a:lnTo>
                    <a:pt x="7371857" y="1996145"/>
                  </a:lnTo>
                  <a:lnTo>
                    <a:pt x="7267829" y="1993844"/>
                  </a:lnTo>
                  <a:lnTo>
                    <a:pt x="7163476" y="1991850"/>
                  </a:lnTo>
                  <a:lnTo>
                    <a:pt x="7062701" y="1990168"/>
                  </a:lnTo>
                  <a:lnTo>
                    <a:pt x="6969903" y="1988804"/>
                  </a:lnTo>
                  <a:lnTo>
                    <a:pt x="6889368" y="1987752"/>
                  </a:lnTo>
                  <a:lnTo>
                    <a:pt x="6824498" y="1986995"/>
                  </a:lnTo>
                  <a:lnTo>
                    <a:pt x="6777095" y="1986497"/>
                  </a:lnTo>
                  <a:lnTo>
                    <a:pt x="6746907" y="1986211"/>
                  </a:lnTo>
                  <a:lnTo>
                    <a:pt x="6731540" y="1986079"/>
                  </a:lnTo>
                  <a:lnTo>
                    <a:pt x="6726663" y="1986040"/>
                  </a:lnTo>
                  <a:lnTo>
                    <a:pt x="6726343" y="1986038"/>
                  </a:lnTo>
                  <a:lnTo>
                    <a:pt x="5254955" y="1986038"/>
                  </a:lnTo>
                  <a:lnTo>
                    <a:pt x="5253764" y="1985990"/>
                  </a:lnTo>
                  <a:lnTo>
                    <a:pt x="5245943" y="1985649"/>
                  </a:lnTo>
                  <a:lnTo>
                    <a:pt x="5226256" y="1984705"/>
                  </a:lnTo>
                  <a:lnTo>
                    <a:pt x="5191125" y="1982847"/>
                  </a:lnTo>
                  <a:lnTo>
                    <a:pt x="5138898" y="1979789"/>
                  </a:lnTo>
                  <a:lnTo>
                    <a:pt x="5069972" y="1975300"/>
                  </a:lnTo>
                  <a:lnTo>
                    <a:pt x="4986603" y="1969224"/>
                  </a:lnTo>
                  <a:lnTo>
                    <a:pt x="4892388" y="1961489"/>
                  </a:lnTo>
                  <a:lnTo>
                    <a:pt x="4791553" y="1952085"/>
                  </a:lnTo>
                  <a:lnTo>
                    <a:pt x="4688260" y="1941043"/>
                  </a:lnTo>
                  <a:lnTo>
                    <a:pt x="4586085" y="1928398"/>
                  </a:lnTo>
                  <a:lnTo>
                    <a:pt x="4487735" y="1914163"/>
                  </a:lnTo>
                  <a:lnTo>
                    <a:pt x="4395002" y="1898308"/>
                  </a:lnTo>
                  <a:lnTo>
                    <a:pt x="4308849" y="1880746"/>
                  </a:lnTo>
                  <a:lnTo>
                    <a:pt x="4229579" y="1861333"/>
                  </a:lnTo>
                  <a:lnTo>
                    <a:pt x="4157014" y="1839861"/>
                  </a:lnTo>
                  <a:lnTo>
                    <a:pt x="4090656" y="1816067"/>
                  </a:lnTo>
                  <a:lnTo>
                    <a:pt x="4029814" y="1789642"/>
                  </a:lnTo>
                  <a:lnTo>
                    <a:pt x="3973696" y="1760250"/>
                  </a:lnTo>
                  <a:lnTo>
                    <a:pt x="3921482" y="1727552"/>
                  </a:lnTo>
                  <a:lnTo>
                    <a:pt x="3872374" y="1691266"/>
                  </a:lnTo>
                  <a:lnTo>
                    <a:pt x="3829811" y="1655032"/>
                  </a:lnTo>
                  <a:lnTo>
                    <a:pt x="3786922" y="1613861"/>
                  </a:lnTo>
                  <a:lnTo>
                    <a:pt x="3745220" y="1569241"/>
                  </a:lnTo>
                  <a:lnTo>
                    <a:pt x="3704336" y="1521106"/>
                  </a:lnTo>
                  <a:lnTo>
                    <a:pt x="3663983" y="1469465"/>
                  </a:lnTo>
                  <a:lnTo>
                    <a:pt x="3623942" y="1414412"/>
                  </a:lnTo>
                  <a:lnTo>
                    <a:pt x="3584050" y="1356131"/>
                  </a:lnTo>
                  <a:lnTo>
                    <a:pt x="3544196" y="1294904"/>
                  </a:lnTo>
                  <a:lnTo>
                    <a:pt x="3504312" y="1231104"/>
                  </a:lnTo>
                  <a:lnTo>
                    <a:pt x="3464364" y="1165194"/>
                  </a:lnTo>
                  <a:lnTo>
                    <a:pt x="3424348" y="1097712"/>
                  </a:lnTo>
                  <a:lnTo>
                    <a:pt x="3384284" y="1029255"/>
                  </a:lnTo>
                  <a:lnTo>
                    <a:pt x="3344200" y="960456"/>
                  </a:lnTo>
                  <a:lnTo>
                    <a:pt x="3304134" y="891965"/>
                  </a:lnTo>
                  <a:lnTo>
                    <a:pt x="3264115" y="824415"/>
                  </a:lnTo>
                  <a:lnTo>
                    <a:pt x="3224164" y="758407"/>
                  </a:lnTo>
                  <a:lnTo>
                    <a:pt x="3184276" y="694482"/>
                  </a:lnTo>
                  <a:lnTo>
                    <a:pt x="3144422" y="633107"/>
                  </a:lnTo>
                  <a:lnTo>
                    <a:pt x="3104535" y="574661"/>
                  </a:lnTo>
                  <a:lnTo>
                    <a:pt x="3064505" y="519429"/>
                  </a:lnTo>
                  <a:lnTo>
                    <a:pt x="3024173" y="467603"/>
                  </a:lnTo>
                  <a:lnTo>
                    <a:pt x="2983325" y="419279"/>
                  </a:lnTo>
                  <a:lnTo>
                    <a:pt x="2941675" y="374473"/>
                  </a:lnTo>
                  <a:lnTo>
                    <a:pt x="2898860" y="333121"/>
                  </a:lnTo>
                  <a:lnTo>
                    <a:pt x="2896531" y="331006"/>
                  </a:lnTo>
                  <a:lnTo>
                    <a:pt x="2849617" y="291324"/>
                  </a:lnTo>
                  <a:lnTo>
                    <a:pt x="2800259" y="255372"/>
                  </a:lnTo>
                  <a:lnTo>
                    <a:pt x="2747724" y="222987"/>
                  </a:lnTo>
                  <a:lnTo>
                    <a:pt x="2691211" y="193878"/>
                  </a:lnTo>
                  <a:lnTo>
                    <a:pt x="2629899" y="167707"/>
                  </a:lnTo>
                  <a:lnTo>
                    <a:pt x="2563004" y="144136"/>
                  </a:lnTo>
                  <a:lnTo>
                    <a:pt x="2489847" y="122860"/>
                  </a:lnTo>
                  <a:lnTo>
                    <a:pt x="2409953" y="103623"/>
                  </a:lnTo>
                  <a:lnTo>
                    <a:pt x="2323182" y="86222"/>
                  </a:lnTo>
                  <a:lnTo>
                    <a:pt x="2229888" y="70516"/>
                  </a:lnTo>
                  <a:lnTo>
                    <a:pt x="2131103" y="56426"/>
                  </a:lnTo>
                  <a:lnTo>
                    <a:pt x="2028700" y="43925"/>
                  </a:lnTo>
                  <a:lnTo>
                    <a:pt x="1925472" y="33030"/>
                  </a:lnTo>
                  <a:lnTo>
                    <a:pt x="1825061" y="23777"/>
                  </a:lnTo>
                  <a:lnTo>
                    <a:pt x="1731660" y="16194"/>
                  </a:lnTo>
                  <a:lnTo>
                    <a:pt x="1649470" y="10266"/>
                  </a:lnTo>
                  <a:lnTo>
                    <a:pt x="1581992" y="5915"/>
                  </a:lnTo>
                  <a:lnTo>
                    <a:pt x="1531332" y="2976"/>
                  </a:lnTo>
                  <a:lnTo>
                    <a:pt x="1497702" y="1214"/>
                  </a:lnTo>
                  <a:lnTo>
                    <a:pt x="1479266" y="338"/>
                  </a:lnTo>
                  <a:lnTo>
                    <a:pt x="1472287" y="35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792" name="pl792"/>
            <p:cNvSpPr/>
            <p:nvPr/>
          </p:nvSpPr>
          <p:spPr>
            <a:xfrm>
              <a:off x="4799595" y="4603812"/>
              <a:ext cx="11981298" cy="2353823"/>
            </a:xfrm>
            <a:custGeom>
              <a:avLst/>
              <a:pathLst>
                <a:path w="11981298" h="2353823">
                  <a:moveTo>
                    <a:pt x="0" y="0"/>
                  </a:moveTo>
                  <a:lnTo>
                    <a:pt x="1471387" y="0"/>
                  </a:lnTo>
                  <a:lnTo>
                    <a:pt x="1472578" y="47"/>
                  </a:lnTo>
                  <a:lnTo>
                    <a:pt x="1480399" y="389"/>
                  </a:lnTo>
                  <a:lnTo>
                    <a:pt x="1500086" y="1333"/>
                  </a:lnTo>
                  <a:lnTo>
                    <a:pt x="1535217" y="3190"/>
                  </a:lnTo>
                  <a:lnTo>
                    <a:pt x="1587445" y="6248"/>
                  </a:lnTo>
                  <a:lnTo>
                    <a:pt x="1656370" y="10738"/>
                  </a:lnTo>
                  <a:lnTo>
                    <a:pt x="1739739" y="16813"/>
                  </a:lnTo>
                  <a:lnTo>
                    <a:pt x="1833954" y="24549"/>
                  </a:lnTo>
                  <a:lnTo>
                    <a:pt x="1934789" y="33952"/>
                  </a:lnTo>
                  <a:lnTo>
                    <a:pt x="2038082" y="44994"/>
                  </a:lnTo>
                  <a:lnTo>
                    <a:pt x="2140258" y="57640"/>
                  </a:lnTo>
                  <a:lnTo>
                    <a:pt x="2238607" y="71875"/>
                  </a:lnTo>
                  <a:lnTo>
                    <a:pt x="2331340" y="87730"/>
                  </a:lnTo>
                  <a:lnTo>
                    <a:pt x="2417493" y="105291"/>
                  </a:lnTo>
                  <a:lnTo>
                    <a:pt x="2496763" y="124705"/>
                  </a:lnTo>
                  <a:lnTo>
                    <a:pt x="2569328" y="146177"/>
                  </a:lnTo>
                  <a:lnTo>
                    <a:pt x="2635686" y="169971"/>
                  </a:lnTo>
                  <a:lnTo>
                    <a:pt x="2696528" y="196395"/>
                  </a:lnTo>
                  <a:lnTo>
                    <a:pt x="2752646" y="225788"/>
                  </a:lnTo>
                  <a:lnTo>
                    <a:pt x="2804860" y="258486"/>
                  </a:lnTo>
                  <a:lnTo>
                    <a:pt x="2853968" y="294772"/>
                  </a:lnTo>
                  <a:lnTo>
                    <a:pt x="2896531" y="331006"/>
                  </a:lnTo>
                  <a:lnTo>
                    <a:pt x="2939420" y="372177"/>
                  </a:lnTo>
                  <a:lnTo>
                    <a:pt x="2981122" y="416796"/>
                  </a:lnTo>
                  <a:lnTo>
                    <a:pt x="3022006" y="464931"/>
                  </a:lnTo>
                  <a:lnTo>
                    <a:pt x="3062359" y="516572"/>
                  </a:lnTo>
                  <a:lnTo>
                    <a:pt x="3102400" y="571626"/>
                  </a:lnTo>
                  <a:lnTo>
                    <a:pt x="3142292" y="629907"/>
                  </a:lnTo>
                  <a:lnTo>
                    <a:pt x="3182146" y="691134"/>
                  </a:lnTo>
                  <a:lnTo>
                    <a:pt x="3222030" y="754933"/>
                  </a:lnTo>
                  <a:lnTo>
                    <a:pt x="3261978" y="820843"/>
                  </a:lnTo>
                  <a:lnTo>
                    <a:pt x="3301994" y="888325"/>
                  </a:lnTo>
                  <a:lnTo>
                    <a:pt x="3342058" y="956783"/>
                  </a:lnTo>
                  <a:lnTo>
                    <a:pt x="3382142" y="1025581"/>
                  </a:lnTo>
                  <a:lnTo>
                    <a:pt x="3422208" y="1094073"/>
                  </a:lnTo>
                  <a:lnTo>
                    <a:pt x="3462227" y="1161623"/>
                  </a:lnTo>
                  <a:lnTo>
                    <a:pt x="3502179" y="1227631"/>
                  </a:lnTo>
                  <a:lnTo>
                    <a:pt x="3542066" y="1291555"/>
                  </a:lnTo>
                  <a:lnTo>
                    <a:pt x="3581920" y="1352930"/>
                  </a:lnTo>
                  <a:lnTo>
                    <a:pt x="3621807" y="1411377"/>
                  </a:lnTo>
                  <a:lnTo>
                    <a:pt x="3661837" y="1466608"/>
                  </a:lnTo>
                  <a:lnTo>
                    <a:pt x="3702169" y="1518435"/>
                  </a:lnTo>
                  <a:lnTo>
                    <a:pt x="3743017" y="1566758"/>
                  </a:lnTo>
                  <a:lnTo>
                    <a:pt x="3784667" y="1611565"/>
                  </a:lnTo>
                  <a:lnTo>
                    <a:pt x="3827482" y="1652917"/>
                  </a:lnTo>
                  <a:lnTo>
                    <a:pt x="3829811" y="1655032"/>
                  </a:lnTo>
                  <a:lnTo>
                    <a:pt x="3876725" y="1694714"/>
                  </a:lnTo>
                  <a:lnTo>
                    <a:pt x="3926083" y="1730666"/>
                  </a:lnTo>
                  <a:lnTo>
                    <a:pt x="3978618" y="1763050"/>
                  </a:lnTo>
                  <a:lnTo>
                    <a:pt x="4035131" y="1792159"/>
                  </a:lnTo>
                  <a:lnTo>
                    <a:pt x="4096443" y="1818331"/>
                  </a:lnTo>
                  <a:lnTo>
                    <a:pt x="4163338" y="1841902"/>
                  </a:lnTo>
                  <a:lnTo>
                    <a:pt x="4236495" y="1863177"/>
                  </a:lnTo>
                  <a:lnTo>
                    <a:pt x="4316389" y="1882415"/>
                  </a:lnTo>
                  <a:lnTo>
                    <a:pt x="4403160" y="1899816"/>
                  </a:lnTo>
                  <a:lnTo>
                    <a:pt x="4496454" y="1915522"/>
                  </a:lnTo>
                  <a:lnTo>
                    <a:pt x="4595239" y="1929612"/>
                  </a:lnTo>
                  <a:lnTo>
                    <a:pt x="4697642" y="1942112"/>
                  </a:lnTo>
                  <a:lnTo>
                    <a:pt x="4800870" y="1953007"/>
                  </a:lnTo>
                  <a:lnTo>
                    <a:pt x="4901281" y="1962261"/>
                  </a:lnTo>
                  <a:lnTo>
                    <a:pt x="4994682" y="1969844"/>
                  </a:lnTo>
                  <a:lnTo>
                    <a:pt x="5076872" y="1975771"/>
                  </a:lnTo>
                  <a:lnTo>
                    <a:pt x="5144350" y="1980123"/>
                  </a:lnTo>
                  <a:lnTo>
                    <a:pt x="5195010" y="1983061"/>
                  </a:lnTo>
                  <a:lnTo>
                    <a:pt x="5228641" y="1984824"/>
                  </a:lnTo>
                  <a:lnTo>
                    <a:pt x="5247076" y="1985700"/>
                  </a:lnTo>
                  <a:lnTo>
                    <a:pt x="5254056" y="1986002"/>
                  </a:lnTo>
                  <a:lnTo>
                    <a:pt x="5254955" y="1986038"/>
                  </a:lnTo>
                  <a:lnTo>
                    <a:pt x="6726343" y="1986038"/>
                  </a:lnTo>
                  <a:lnTo>
                    <a:pt x="6727579" y="1986047"/>
                  </a:lnTo>
                  <a:lnTo>
                    <a:pt x="6735690" y="1986113"/>
                  </a:lnTo>
                  <a:lnTo>
                    <a:pt x="6756085" y="1986295"/>
                  </a:lnTo>
                  <a:lnTo>
                    <a:pt x="6792418" y="1986652"/>
                  </a:lnTo>
                  <a:lnTo>
                    <a:pt x="6846312" y="1987240"/>
                  </a:lnTo>
                  <a:lnTo>
                    <a:pt x="6917234" y="1988102"/>
                  </a:lnTo>
                  <a:lnTo>
                    <a:pt x="7002725" y="1989267"/>
                  </a:lnTo>
                  <a:lnTo>
                    <a:pt x="7098968" y="1990748"/>
                  </a:lnTo>
                  <a:lnTo>
                    <a:pt x="7201550" y="1992545"/>
                  </a:lnTo>
                  <a:lnTo>
                    <a:pt x="7306196" y="1994653"/>
                  </a:lnTo>
                  <a:lnTo>
                    <a:pt x="7409292" y="1997064"/>
                  </a:lnTo>
                  <a:lnTo>
                    <a:pt x="7508152" y="1999778"/>
                  </a:lnTo>
                  <a:lnTo>
                    <a:pt x="7601050" y="2002801"/>
                  </a:lnTo>
                  <a:lnTo>
                    <a:pt x="7687107" y="2006152"/>
                  </a:lnTo>
                  <a:lnTo>
                    <a:pt x="7766108" y="2009861"/>
                  </a:lnTo>
                  <a:lnTo>
                    <a:pt x="7838308" y="2013970"/>
                  </a:lnTo>
                  <a:lnTo>
                    <a:pt x="7904275" y="2018532"/>
                  </a:lnTo>
                  <a:lnTo>
                    <a:pt x="7964755" y="2023606"/>
                  </a:lnTo>
                  <a:lnTo>
                    <a:pt x="8020582" y="2029260"/>
                  </a:lnTo>
                  <a:lnTo>
                    <a:pt x="8072607" y="2035555"/>
                  </a:lnTo>
                  <a:lnTo>
                    <a:pt x="8121644" y="2042543"/>
                  </a:lnTo>
                  <a:lnTo>
                    <a:pt x="8151487" y="2047336"/>
                  </a:lnTo>
                  <a:lnTo>
                    <a:pt x="8206810" y="2057335"/>
                  </a:lnTo>
                  <a:lnTo>
                    <a:pt x="8260332" y="2068415"/>
                  </a:lnTo>
                  <a:lnTo>
                    <a:pt x="8312773" y="2080587"/>
                  </a:lnTo>
                  <a:lnTo>
                    <a:pt x="8364649" y="2093823"/>
                  </a:lnTo>
                  <a:lnTo>
                    <a:pt x="8416309" y="2108046"/>
                  </a:lnTo>
                  <a:lnTo>
                    <a:pt x="8467965" y="2123133"/>
                  </a:lnTo>
                  <a:lnTo>
                    <a:pt x="8519717" y="2138908"/>
                  </a:lnTo>
                  <a:lnTo>
                    <a:pt x="8571579" y="2155159"/>
                  </a:lnTo>
                  <a:lnTo>
                    <a:pt x="8623506" y="2171641"/>
                  </a:lnTo>
                  <a:lnTo>
                    <a:pt x="8675425" y="2188096"/>
                  </a:lnTo>
                  <a:lnTo>
                    <a:pt x="8727267" y="2204268"/>
                  </a:lnTo>
                  <a:lnTo>
                    <a:pt x="8778995" y="2219917"/>
                  </a:lnTo>
                  <a:lnTo>
                    <a:pt x="8830641" y="2234837"/>
                  </a:lnTo>
                  <a:lnTo>
                    <a:pt x="8882324" y="2248865"/>
                  </a:lnTo>
                  <a:lnTo>
                    <a:pt x="8934284" y="2261885"/>
                  </a:lnTo>
                  <a:lnTo>
                    <a:pt x="8986900" y="2273832"/>
                  </a:lnTo>
                  <a:lnTo>
                    <a:pt x="9040728" y="2284685"/>
                  </a:lnTo>
                  <a:lnTo>
                    <a:pt x="9084767" y="2292526"/>
                  </a:lnTo>
                  <a:lnTo>
                    <a:pt x="9132293" y="2299963"/>
                  </a:lnTo>
                  <a:lnTo>
                    <a:pt x="9182336" y="2306693"/>
                  </a:lnTo>
                  <a:lnTo>
                    <a:pt x="9235658" y="2312746"/>
                  </a:lnTo>
                  <a:lnTo>
                    <a:pt x="9293092" y="2318179"/>
                  </a:lnTo>
                  <a:lnTo>
                    <a:pt x="9355490" y="2323058"/>
                  </a:lnTo>
                  <a:lnTo>
                    <a:pt x="9423663" y="2327447"/>
                  </a:lnTo>
                  <a:lnTo>
                    <a:pt x="9498304" y="2331404"/>
                  </a:lnTo>
                  <a:lnTo>
                    <a:pt x="9579884" y="2334977"/>
                  </a:lnTo>
                  <a:lnTo>
                    <a:pt x="9668506" y="2338205"/>
                  </a:lnTo>
                  <a:lnTo>
                    <a:pt x="9763734" y="2341114"/>
                  </a:lnTo>
                  <a:lnTo>
                    <a:pt x="9864396" y="2343716"/>
                  </a:lnTo>
                  <a:lnTo>
                    <a:pt x="9968424" y="2346017"/>
                  </a:lnTo>
                  <a:lnTo>
                    <a:pt x="10072777" y="2348012"/>
                  </a:lnTo>
                  <a:lnTo>
                    <a:pt x="10173552" y="2349693"/>
                  </a:lnTo>
                  <a:lnTo>
                    <a:pt x="10266350" y="2351058"/>
                  </a:lnTo>
                  <a:lnTo>
                    <a:pt x="10346885" y="2352109"/>
                  </a:lnTo>
                  <a:lnTo>
                    <a:pt x="10411756" y="2352867"/>
                  </a:lnTo>
                  <a:lnTo>
                    <a:pt x="10459159" y="2353364"/>
                  </a:lnTo>
                  <a:lnTo>
                    <a:pt x="10489346" y="2353650"/>
                  </a:lnTo>
                  <a:lnTo>
                    <a:pt x="10504713" y="2353782"/>
                  </a:lnTo>
                  <a:lnTo>
                    <a:pt x="10509590" y="2353821"/>
                  </a:lnTo>
                  <a:lnTo>
                    <a:pt x="10509911" y="2353823"/>
                  </a:lnTo>
                  <a:lnTo>
                    <a:pt x="11981298" y="235382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93" name="pl793"/>
            <p:cNvSpPr/>
            <p:nvPr/>
          </p:nvSpPr>
          <p:spPr>
            <a:xfrm>
              <a:off x="4799595" y="4579293"/>
              <a:ext cx="11981298" cy="2353823"/>
            </a:xfrm>
            <a:custGeom>
              <a:avLst/>
              <a:pathLst>
                <a:path w="11981298" h="2353823">
                  <a:moveTo>
                    <a:pt x="11981298" y="2353823"/>
                  </a:moveTo>
                  <a:lnTo>
                    <a:pt x="10509911" y="2353823"/>
                  </a:lnTo>
                  <a:lnTo>
                    <a:pt x="10508675" y="2353814"/>
                  </a:lnTo>
                  <a:lnTo>
                    <a:pt x="10500563" y="2353748"/>
                  </a:lnTo>
                  <a:lnTo>
                    <a:pt x="10480168" y="2353566"/>
                  </a:lnTo>
                  <a:lnTo>
                    <a:pt x="10443835" y="2353209"/>
                  </a:lnTo>
                  <a:lnTo>
                    <a:pt x="10389941" y="2352621"/>
                  </a:lnTo>
                  <a:lnTo>
                    <a:pt x="10319019" y="2351759"/>
                  </a:lnTo>
                  <a:lnTo>
                    <a:pt x="10233528" y="2350594"/>
                  </a:lnTo>
                  <a:lnTo>
                    <a:pt x="10137286" y="2349113"/>
                  </a:lnTo>
                  <a:lnTo>
                    <a:pt x="10034703" y="2347316"/>
                  </a:lnTo>
                  <a:lnTo>
                    <a:pt x="9930057" y="2345208"/>
                  </a:lnTo>
                  <a:lnTo>
                    <a:pt x="9826961" y="2342797"/>
                  </a:lnTo>
                  <a:lnTo>
                    <a:pt x="9728102" y="2340083"/>
                  </a:lnTo>
                  <a:lnTo>
                    <a:pt x="9635203" y="2337060"/>
                  </a:lnTo>
                  <a:lnTo>
                    <a:pt x="9549146" y="2333709"/>
                  </a:lnTo>
                  <a:lnTo>
                    <a:pt x="9470145" y="2330000"/>
                  </a:lnTo>
                  <a:lnTo>
                    <a:pt x="9397945" y="2325891"/>
                  </a:lnTo>
                  <a:lnTo>
                    <a:pt x="9331978" y="2321329"/>
                  </a:lnTo>
                  <a:lnTo>
                    <a:pt x="9271498" y="2316255"/>
                  </a:lnTo>
                  <a:lnTo>
                    <a:pt x="9215672" y="2310602"/>
                  </a:lnTo>
                  <a:lnTo>
                    <a:pt x="9163647" y="2304306"/>
                  </a:lnTo>
                  <a:lnTo>
                    <a:pt x="9114609" y="2297319"/>
                  </a:lnTo>
                  <a:lnTo>
                    <a:pt x="9084767" y="2292526"/>
                  </a:lnTo>
                  <a:lnTo>
                    <a:pt x="9029443" y="2282526"/>
                  </a:lnTo>
                  <a:lnTo>
                    <a:pt x="8975922" y="2271446"/>
                  </a:lnTo>
                  <a:lnTo>
                    <a:pt x="8923481" y="2259274"/>
                  </a:lnTo>
                  <a:lnTo>
                    <a:pt x="8871604" y="2246038"/>
                  </a:lnTo>
                  <a:lnTo>
                    <a:pt x="8819944" y="2231815"/>
                  </a:lnTo>
                  <a:lnTo>
                    <a:pt x="8768288" y="2216729"/>
                  </a:lnTo>
                  <a:lnTo>
                    <a:pt x="8716536" y="2200953"/>
                  </a:lnTo>
                  <a:lnTo>
                    <a:pt x="8664674" y="2184702"/>
                  </a:lnTo>
                  <a:lnTo>
                    <a:pt x="8612747" y="2168220"/>
                  </a:lnTo>
                  <a:lnTo>
                    <a:pt x="8560828" y="2151765"/>
                  </a:lnTo>
                  <a:lnTo>
                    <a:pt x="8508986" y="2135593"/>
                  </a:lnTo>
                  <a:lnTo>
                    <a:pt x="8457258" y="2119944"/>
                  </a:lnTo>
                  <a:lnTo>
                    <a:pt x="8405612" y="2105024"/>
                  </a:lnTo>
                  <a:lnTo>
                    <a:pt x="8353929" y="2090996"/>
                  </a:lnTo>
                  <a:lnTo>
                    <a:pt x="8301969" y="2077976"/>
                  </a:lnTo>
                  <a:lnTo>
                    <a:pt x="8249353" y="2066030"/>
                  </a:lnTo>
                  <a:lnTo>
                    <a:pt x="8195525" y="2055176"/>
                  </a:lnTo>
                  <a:lnTo>
                    <a:pt x="8151487" y="2047336"/>
                  </a:lnTo>
                  <a:lnTo>
                    <a:pt x="8103960" y="2039898"/>
                  </a:lnTo>
                  <a:lnTo>
                    <a:pt x="8053917" y="2033168"/>
                  </a:lnTo>
                  <a:lnTo>
                    <a:pt x="8000596" y="2027115"/>
                  </a:lnTo>
                  <a:lnTo>
                    <a:pt x="7943162" y="2021682"/>
                  </a:lnTo>
                  <a:lnTo>
                    <a:pt x="7880764" y="2016803"/>
                  </a:lnTo>
                  <a:lnTo>
                    <a:pt x="7812591" y="2012414"/>
                  </a:lnTo>
                  <a:lnTo>
                    <a:pt x="7737949" y="2008457"/>
                  </a:lnTo>
                  <a:lnTo>
                    <a:pt x="7656369" y="2004884"/>
                  </a:lnTo>
                  <a:lnTo>
                    <a:pt x="7567747" y="2001656"/>
                  </a:lnTo>
                  <a:lnTo>
                    <a:pt x="7472520" y="1998747"/>
                  </a:lnTo>
                  <a:lnTo>
                    <a:pt x="7371857" y="1996145"/>
                  </a:lnTo>
                  <a:lnTo>
                    <a:pt x="7267829" y="1993844"/>
                  </a:lnTo>
                  <a:lnTo>
                    <a:pt x="7163476" y="1991850"/>
                  </a:lnTo>
                  <a:lnTo>
                    <a:pt x="7062701" y="1990168"/>
                  </a:lnTo>
                  <a:lnTo>
                    <a:pt x="6969903" y="1988804"/>
                  </a:lnTo>
                  <a:lnTo>
                    <a:pt x="6889368" y="1987752"/>
                  </a:lnTo>
                  <a:lnTo>
                    <a:pt x="6824498" y="1986995"/>
                  </a:lnTo>
                  <a:lnTo>
                    <a:pt x="6777095" y="1986497"/>
                  </a:lnTo>
                  <a:lnTo>
                    <a:pt x="6746907" y="1986211"/>
                  </a:lnTo>
                  <a:lnTo>
                    <a:pt x="6731540" y="1986079"/>
                  </a:lnTo>
                  <a:lnTo>
                    <a:pt x="6726663" y="1986040"/>
                  </a:lnTo>
                  <a:lnTo>
                    <a:pt x="6726343" y="1986038"/>
                  </a:lnTo>
                  <a:lnTo>
                    <a:pt x="5254955" y="1986038"/>
                  </a:lnTo>
                  <a:lnTo>
                    <a:pt x="5253764" y="1985990"/>
                  </a:lnTo>
                  <a:lnTo>
                    <a:pt x="5245943" y="1985649"/>
                  </a:lnTo>
                  <a:lnTo>
                    <a:pt x="5226256" y="1984705"/>
                  </a:lnTo>
                  <a:lnTo>
                    <a:pt x="5191125" y="1982847"/>
                  </a:lnTo>
                  <a:lnTo>
                    <a:pt x="5138898" y="1979789"/>
                  </a:lnTo>
                  <a:lnTo>
                    <a:pt x="5069972" y="1975300"/>
                  </a:lnTo>
                  <a:lnTo>
                    <a:pt x="4986603" y="1969224"/>
                  </a:lnTo>
                  <a:lnTo>
                    <a:pt x="4892388" y="1961489"/>
                  </a:lnTo>
                  <a:lnTo>
                    <a:pt x="4791553" y="1952085"/>
                  </a:lnTo>
                  <a:lnTo>
                    <a:pt x="4688260" y="1941043"/>
                  </a:lnTo>
                  <a:lnTo>
                    <a:pt x="4586085" y="1928398"/>
                  </a:lnTo>
                  <a:lnTo>
                    <a:pt x="4487735" y="1914163"/>
                  </a:lnTo>
                  <a:lnTo>
                    <a:pt x="4395002" y="1898308"/>
                  </a:lnTo>
                  <a:lnTo>
                    <a:pt x="4308849" y="1880746"/>
                  </a:lnTo>
                  <a:lnTo>
                    <a:pt x="4229579" y="1861333"/>
                  </a:lnTo>
                  <a:lnTo>
                    <a:pt x="4157014" y="1839861"/>
                  </a:lnTo>
                  <a:lnTo>
                    <a:pt x="4090656" y="1816067"/>
                  </a:lnTo>
                  <a:lnTo>
                    <a:pt x="4029814" y="1789642"/>
                  </a:lnTo>
                  <a:lnTo>
                    <a:pt x="3973696" y="1760250"/>
                  </a:lnTo>
                  <a:lnTo>
                    <a:pt x="3921482" y="1727552"/>
                  </a:lnTo>
                  <a:lnTo>
                    <a:pt x="3872374" y="1691266"/>
                  </a:lnTo>
                  <a:lnTo>
                    <a:pt x="3829811" y="1655032"/>
                  </a:lnTo>
                  <a:lnTo>
                    <a:pt x="3786922" y="1613861"/>
                  </a:lnTo>
                  <a:lnTo>
                    <a:pt x="3745220" y="1569241"/>
                  </a:lnTo>
                  <a:lnTo>
                    <a:pt x="3704336" y="1521106"/>
                  </a:lnTo>
                  <a:lnTo>
                    <a:pt x="3663983" y="1469465"/>
                  </a:lnTo>
                  <a:lnTo>
                    <a:pt x="3623942" y="1414412"/>
                  </a:lnTo>
                  <a:lnTo>
                    <a:pt x="3584050" y="1356131"/>
                  </a:lnTo>
                  <a:lnTo>
                    <a:pt x="3544196" y="1294904"/>
                  </a:lnTo>
                  <a:lnTo>
                    <a:pt x="3504312" y="1231104"/>
                  </a:lnTo>
                  <a:lnTo>
                    <a:pt x="3464364" y="1165194"/>
                  </a:lnTo>
                  <a:lnTo>
                    <a:pt x="3424348" y="1097712"/>
                  </a:lnTo>
                  <a:lnTo>
                    <a:pt x="3384284" y="1029255"/>
                  </a:lnTo>
                  <a:lnTo>
                    <a:pt x="3344200" y="960456"/>
                  </a:lnTo>
                  <a:lnTo>
                    <a:pt x="3304134" y="891965"/>
                  </a:lnTo>
                  <a:lnTo>
                    <a:pt x="3264115" y="824415"/>
                  </a:lnTo>
                  <a:lnTo>
                    <a:pt x="3224164" y="758407"/>
                  </a:lnTo>
                  <a:lnTo>
                    <a:pt x="3184276" y="694482"/>
                  </a:lnTo>
                  <a:lnTo>
                    <a:pt x="3144422" y="633107"/>
                  </a:lnTo>
                  <a:lnTo>
                    <a:pt x="3104535" y="574661"/>
                  </a:lnTo>
                  <a:lnTo>
                    <a:pt x="3064505" y="519429"/>
                  </a:lnTo>
                  <a:lnTo>
                    <a:pt x="3024173" y="467603"/>
                  </a:lnTo>
                  <a:lnTo>
                    <a:pt x="2983325" y="419279"/>
                  </a:lnTo>
                  <a:lnTo>
                    <a:pt x="2941675" y="374473"/>
                  </a:lnTo>
                  <a:lnTo>
                    <a:pt x="2898860" y="333121"/>
                  </a:lnTo>
                  <a:lnTo>
                    <a:pt x="2896531" y="331006"/>
                  </a:lnTo>
                  <a:lnTo>
                    <a:pt x="2849617" y="291324"/>
                  </a:lnTo>
                  <a:lnTo>
                    <a:pt x="2800259" y="255372"/>
                  </a:lnTo>
                  <a:lnTo>
                    <a:pt x="2747724" y="222987"/>
                  </a:lnTo>
                  <a:lnTo>
                    <a:pt x="2691211" y="193878"/>
                  </a:lnTo>
                  <a:lnTo>
                    <a:pt x="2629899" y="167707"/>
                  </a:lnTo>
                  <a:lnTo>
                    <a:pt x="2563004" y="144136"/>
                  </a:lnTo>
                  <a:lnTo>
                    <a:pt x="2489847" y="122860"/>
                  </a:lnTo>
                  <a:lnTo>
                    <a:pt x="2409953" y="103623"/>
                  </a:lnTo>
                  <a:lnTo>
                    <a:pt x="2323182" y="86222"/>
                  </a:lnTo>
                  <a:lnTo>
                    <a:pt x="2229888" y="70516"/>
                  </a:lnTo>
                  <a:lnTo>
                    <a:pt x="2131103" y="56426"/>
                  </a:lnTo>
                  <a:lnTo>
                    <a:pt x="2028700" y="43925"/>
                  </a:lnTo>
                  <a:lnTo>
                    <a:pt x="1925472" y="33030"/>
                  </a:lnTo>
                  <a:lnTo>
                    <a:pt x="1825061" y="23777"/>
                  </a:lnTo>
                  <a:lnTo>
                    <a:pt x="1731660" y="16194"/>
                  </a:lnTo>
                  <a:lnTo>
                    <a:pt x="1649470" y="10266"/>
                  </a:lnTo>
                  <a:lnTo>
                    <a:pt x="1581992" y="5915"/>
                  </a:lnTo>
                  <a:lnTo>
                    <a:pt x="1531332" y="2976"/>
                  </a:lnTo>
                  <a:lnTo>
                    <a:pt x="1497702" y="1214"/>
                  </a:lnTo>
                  <a:lnTo>
                    <a:pt x="1479266" y="338"/>
                  </a:lnTo>
                  <a:lnTo>
                    <a:pt x="1472287" y="35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94" name="pg794"/>
            <p:cNvSpPr/>
            <p:nvPr/>
          </p:nvSpPr>
          <p:spPr>
            <a:xfrm>
              <a:off x="4799595" y="4603812"/>
              <a:ext cx="11981298" cy="3489870"/>
            </a:xfrm>
            <a:custGeom>
              <a:avLst/>
              <a:pathLst>
                <a:path w="11981298" h="3489870">
                  <a:moveTo>
                    <a:pt x="0" y="16345"/>
                  </a:moveTo>
                  <a:lnTo>
                    <a:pt x="1471387" y="16345"/>
                  </a:lnTo>
                  <a:lnTo>
                    <a:pt x="1472576" y="16394"/>
                  </a:lnTo>
                  <a:lnTo>
                    <a:pt x="1480385" y="16742"/>
                  </a:lnTo>
                  <a:lnTo>
                    <a:pt x="1500043" y="17704"/>
                  </a:lnTo>
                  <a:lnTo>
                    <a:pt x="1535125" y="19597"/>
                  </a:lnTo>
                  <a:lnTo>
                    <a:pt x="1587283" y="22713"/>
                  </a:lnTo>
                  <a:lnTo>
                    <a:pt x="1656126" y="27288"/>
                  </a:lnTo>
                  <a:lnTo>
                    <a:pt x="1739406" y="33479"/>
                  </a:lnTo>
                  <a:lnTo>
                    <a:pt x="1833537" y="41363"/>
                  </a:lnTo>
                  <a:lnTo>
                    <a:pt x="1934298" y="50947"/>
                  </a:lnTo>
                  <a:lnTo>
                    <a:pt x="2037533" y="62202"/>
                  </a:lnTo>
                  <a:lnTo>
                    <a:pt x="2139669" y="75091"/>
                  </a:lnTo>
                  <a:lnTo>
                    <a:pt x="2237996" y="89602"/>
                  </a:lnTo>
                  <a:lnTo>
                    <a:pt x="2330721" y="105764"/>
                  </a:lnTo>
                  <a:lnTo>
                    <a:pt x="2416878" y="123664"/>
                  </a:lnTo>
                  <a:lnTo>
                    <a:pt x="2496158" y="143451"/>
                  </a:lnTo>
                  <a:lnTo>
                    <a:pt x="2568738" y="165335"/>
                  </a:lnTo>
                  <a:lnTo>
                    <a:pt x="2635112" y="189583"/>
                  </a:lnTo>
                  <a:lnTo>
                    <a:pt x="2695970" y="216510"/>
                  </a:lnTo>
                  <a:lnTo>
                    <a:pt x="2752101" y="246461"/>
                  </a:lnTo>
                  <a:lnTo>
                    <a:pt x="2804323" y="279777"/>
                  </a:lnTo>
                  <a:lnTo>
                    <a:pt x="2853434" y="316749"/>
                  </a:lnTo>
                  <a:lnTo>
                    <a:pt x="2896531" y="354163"/>
                  </a:lnTo>
                  <a:lnTo>
                    <a:pt x="2939132" y="395882"/>
                  </a:lnTo>
                  <a:lnTo>
                    <a:pt x="2980559" y="441072"/>
                  </a:lnTo>
                  <a:lnTo>
                    <a:pt x="3021175" y="489802"/>
                  </a:lnTo>
                  <a:lnTo>
                    <a:pt x="3061262" y="542062"/>
                  </a:lnTo>
                  <a:lnTo>
                    <a:pt x="3101037" y="597761"/>
                  </a:lnTo>
                  <a:lnTo>
                    <a:pt x="3140660" y="656716"/>
                  </a:lnTo>
                  <a:lnTo>
                    <a:pt x="3180241" y="718652"/>
                  </a:lnTo>
                  <a:lnTo>
                    <a:pt x="3219851" y="783197"/>
                  </a:lnTo>
                  <a:lnTo>
                    <a:pt x="3259522" y="849895"/>
                  </a:lnTo>
                  <a:lnTo>
                    <a:pt x="3299260" y="918210"/>
                  </a:lnTo>
                  <a:lnTo>
                    <a:pt x="3339049" y="987549"/>
                  </a:lnTo>
                  <a:lnTo>
                    <a:pt x="3378859" y="1057281"/>
                  </a:lnTo>
                  <a:lnTo>
                    <a:pt x="3418655" y="1126758"/>
                  </a:lnTo>
                  <a:lnTo>
                    <a:pt x="3458405" y="1195341"/>
                  </a:lnTo>
                  <a:lnTo>
                    <a:pt x="3498091" y="1262428"/>
                  </a:lnTo>
                  <a:lnTo>
                    <a:pt x="3537712" y="1327470"/>
                  </a:lnTo>
                  <a:lnTo>
                    <a:pt x="3577295" y="1389993"/>
                  </a:lnTo>
                  <a:lnTo>
                    <a:pt x="3616902" y="1449606"/>
                  </a:lnTo>
                  <a:lnTo>
                    <a:pt x="3656633" y="1506014"/>
                  </a:lnTo>
                  <a:lnTo>
                    <a:pt x="3696638" y="1559013"/>
                  </a:lnTo>
                  <a:lnTo>
                    <a:pt x="3737120" y="1608494"/>
                  </a:lnTo>
                  <a:lnTo>
                    <a:pt x="3778348" y="1654431"/>
                  </a:lnTo>
                  <a:lnTo>
                    <a:pt x="3820666" y="1696877"/>
                  </a:lnTo>
                  <a:lnTo>
                    <a:pt x="3829811" y="1705432"/>
                  </a:lnTo>
                  <a:lnTo>
                    <a:pt x="3876699" y="1745910"/>
                  </a:lnTo>
                  <a:lnTo>
                    <a:pt x="3926029" y="1782585"/>
                  </a:lnTo>
                  <a:lnTo>
                    <a:pt x="3978532" y="1815623"/>
                  </a:lnTo>
                  <a:lnTo>
                    <a:pt x="4035006" y="1845321"/>
                  </a:lnTo>
                  <a:lnTo>
                    <a:pt x="4096273" y="1872024"/>
                  </a:lnTo>
                  <a:lnTo>
                    <a:pt x="4163115" y="1896074"/>
                  </a:lnTo>
                  <a:lnTo>
                    <a:pt x="4236210" y="1917783"/>
                  </a:lnTo>
                  <a:lnTo>
                    <a:pt x="4316035" y="1937414"/>
                  </a:lnTo>
                  <a:lnTo>
                    <a:pt x="4402729" y="1955172"/>
                  </a:lnTo>
                  <a:lnTo>
                    <a:pt x="4495943" y="1971201"/>
                  </a:lnTo>
                  <a:lnTo>
                    <a:pt x="4594649" y="1985582"/>
                  </a:lnTo>
                  <a:lnTo>
                    <a:pt x="4696983" y="1998343"/>
                  </a:lnTo>
                  <a:lnTo>
                    <a:pt x="4800162" y="2009468"/>
                  </a:lnTo>
                  <a:lnTo>
                    <a:pt x="4900555" y="2018918"/>
                  </a:lnTo>
                  <a:lnTo>
                    <a:pt x="4993977" y="2026667"/>
                  </a:lnTo>
                  <a:lnTo>
                    <a:pt x="5076231" y="2032726"/>
                  </a:lnTo>
                  <a:lnTo>
                    <a:pt x="5143814" y="2037179"/>
                  </a:lnTo>
                  <a:lnTo>
                    <a:pt x="5194608" y="2040189"/>
                  </a:lnTo>
                  <a:lnTo>
                    <a:pt x="5228382" y="2041997"/>
                  </a:lnTo>
                  <a:lnTo>
                    <a:pt x="5246948" y="2042898"/>
                  </a:lnTo>
                  <a:lnTo>
                    <a:pt x="5254023" y="2043211"/>
                  </a:lnTo>
                  <a:lnTo>
                    <a:pt x="5254955" y="2043249"/>
                  </a:lnTo>
                  <a:lnTo>
                    <a:pt x="6726343" y="2043249"/>
                  </a:lnTo>
                  <a:lnTo>
                    <a:pt x="6727555" y="2043285"/>
                  </a:lnTo>
                  <a:lnTo>
                    <a:pt x="6735514" y="2043538"/>
                  </a:lnTo>
                  <a:lnTo>
                    <a:pt x="6755538" y="2044238"/>
                  </a:lnTo>
                  <a:lnTo>
                    <a:pt x="6791241" y="2045617"/>
                  </a:lnTo>
                  <a:lnTo>
                    <a:pt x="6844262" y="2047884"/>
                  </a:lnTo>
                  <a:lnTo>
                    <a:pt x="6914141" y="2051212"/>
                  </a:lnTo>
                  <a:lnTo>
                    <a:pt x="6998524" y="2055712"/>
                  </a:lnTo>
                  <a:lnTo>
                    <a:pt x="7093711" y="2061437"/>
                  </a:lnTo>
                  <a:lnTo>
                    <a:pt x="7195387" y="2068391"/>
                  </a:lnTo>
                  <a:lnTo>
                    <a:pt x="7299333" y="2076552"/>
                  </a:lnTo>
                  <a:lnTo>
                    <a:pt x="7401956" y="2085893"/>
                  </a:lnTo>
                  <a:lnTo>
                    <a:pt x="7500556" y="2096407"/>
                  </a:lnTo>
                  <a:lnTo>
                    <a:pt x="7593374" y="2108119"/>
                  </a:lnTo>
                  <a:lnTo>
                    <a:pt x="7679486" y="2121096"/>
                  </a:lnTo>
                  <a:lnTo>
                    <a:pt x="7758630" y="2135450"/>
                  </a:lnTo>
                  <a:lnTo>
                    <a:pt x="7831022" y="2151337"/>
                  </a:lnTo>
                  <a:lnTo>
                    <a:pt x="7897193" y="2168958"/>
                  </a:lnTo>
                  <a:lnTo>
                    <a:pt x="7957861" y="2188543"/>
                  </a:lnTo>
                  <a:lnTo>
                    <a:pt x="8013837" y="2210344"/>
                  </a:lnTo>
                  <a:lnTo>
                    <a:pt x="8065957" y="2234610"/>
                  </a:lnTo>
                  <a:lnTo>
                    <a:pt x="8115027" y="2261541"/>
                  </a:lnTo>
                  <a:lnTo>
                    <a:pt x="8151487" y="2284353"/>
                  </a:lnTo>
                  <a:lnTo>
                    <a:pt x="8198535" y="2317434"/>
                  </a:lnTo>
                  <a:lnTo>
                    <a:pt x="8244198" y="2353556"/>
                  </a:lnTo>
                  <a:lnTo>
                    <a:pt x="8288948" y="2392771"/>
                  </a:lnTo>
                  <a:lnTo>
                    <a:pt x="8333141" y="2435051"/>
                  </a:lnTo>
                  <a:lnTo>
                    <a:pt x="8377043" y="2480275"/>
                  </a:lnTo>
                  <a:lnTo>
                    <a:pt x="8420836" y="2528224"/>
                  </a:lnTo>
                  <a:lnTo>
                    <a:pt x="8464637" y="2578577"/>
                  </a:lnTo>
                  <a:lnTo>
                    <a:pt x="8508506" y="2630917"/>
                  </a:lnTo>
                  <a:lnTo>
                    <a:pt x="8552458" y="2684744"/>
                  </a:lnTo>
                  <a:lnTo>
                    <a:pt x="8596472" y="2739488"/>
                  </a:lnTo>
                  <a:lnTo>
                    <a:pt x="8640509" y="2794540"/>
                  </a:lnTo>
                  <a:lnTo>
                    <a:pt x="8684523" y="2849274"/>
                  </a:lnTo>
                  <a:lnTo>
                    <a:pt x="8728473" y="2903080"/>
                  </a:lnTo>
                  <a:lnTo>
                    <a:pt x="8772341" y="2955392"/>
                  </a:lnTo>
                  <a:lnTo>
                    <a:pt x="8816141" y="3005708"/>
                  </a:lnTo>
                  <a:lnTo>
                    <a:pt x="8859935" y="3053614"/>
                  </a:lnTo>
                  <a:lnTo>
                    <a:pt x="8903839" y="3098791"/>
                  </a:lnTo>
                  <a:lnTo>
                    <a:pt x="8948040" y="3141021"/>
                  </a:lnTo>
                  <a:lnTo>
                    <a:pt x="8992801" y="3180185"/>
                  </a:lnTo>
                  <a:lnTo>
                    <a:pt x="9038483" y="3216256"/>
                  </a:lnTo>
                  <a:lnTo>
                    <a:pt x="9084767" y="3248766"/>
                  </a:lnTo>
                  <a:lnTo>
                    <a:pt x="9131973" y="3277839"/>
                  </a:lnTo>
                  <a:lnTo>
                    <a:pt x="9181659" y="3304161"/>
                  </a:lnTo>
                  <a:lnTo>
                    <a:pt x="9234570" y="3327855"/>
                  </a:lnTo>
                  <a:lnTo>
                    <a:pt x="9291522" y="3349139"/>
                  </a:lnTo>
                  <a:lnTo>
                    <a:pt x="9353352" y="3368263"/>
                  </a:lnTo>
                  <a:lnTo>
                    <a:pt x="9420856" y="3385477"/>
                  </a:lnTo>
                  <a:lnTo>
                    <a:pt x="9494721" y="3401006"/>
                  </a:lnTo>
                  <a:lnTo>
                    <a:pt x="9575419" y="3415040"/>
                  </a:lnTo>
                  <a:lnTo>
                    <a:pt x="9663074" y="3427725"/>
                  </a:lnTo>
                  <a:lnTo>
                    <a:pt x="9757292" y="3439165"/>
                  </a:lnTo>
                  <a:lnTo>
                    <a:pt x="9856977" y="3449416"/>
                  </a:lnTo>
                  <a:lnTo>
                    <a:pt x="9960164" y="3458495"/>
                  </a:lnTo>
                  <a:lnTo>
                    <a:pt x="10063942" y="3466389"/>
                  </a:lnTo>
                  <a:lnTo>
                    <a:pt x="10164546" y="3473070"/>
                  </a:lnTo>
                  <a:lnTo>
                    <a:pt x="10257683" y="3478519"/>
                  </a:lnTo>
                  <a:lnTo>
                    <a:pt x="10339107" y="3482750"/>
                  </a:lnTo>
                  <a:lnTo>
                    <a:pt x="10405359" y="3485828"/>
                  </a:lnTo>
                  <a:lnTo>
                    <a:pt x="10454474" y="3487881"/>
                  </a:lnTo>
                  <a:lnTo>
                    <a:pt x="10486456" y="3489088"/>
                  </a:lnTo>
                  <a:lnTo>
                    <a:pt x="10503403" y="3489668"/>
                  </a:lnTo>
                  <a:lnTo>
                    <a:pt x="10509336" y="3489853"/>
                  </a:lnTo>
                  <a:lnTo>
                    <a:pt x="10509911" y="3489870"/>
                  </a:lnTo>
                  <a:lnTo>
                    <a:pt x="11981298" y="3489870"/>
                  </a:lnTo>
                  <a:lnTo>
                    <a:pt x="11981298" y="3473524"/>
                  </a:lnTo>
                  <a:lnTo>
                    <a:pt x="10509911" y="3473524"/>
                  </a:lnTo>
                  <a:lnTo>
                    <a:pt x="10508698" y="3473488"/>
                  </a:lnTo>
                  <a:lnTo>
                    <a:pt x="10500739" y="3473235"/>
                  </a:lnTo>
                  <a:lnTo>
                    <a:pt x="10480716" y="3472535"/>
                  </a:lnTo>
                  <a:lnTo>
                    <a:pt x="10445012" y="3471156"/>
                  </a:lnTo>
                  <a:lnTo>
                    <a:pt x="10391991" y="3468889"/>
                  </a:lnTo>
                  <a:lnTo>
                    <a:pt x="10322112" y="3465561"/>
                  </a:lnTo>
                  <a:lnTo>
                    <a:pt x="10237729" y="3461061"/>
                  </a:lnTo>
                  <a:lnTo>
                    <a:pt x="10142542" y="3455336"/>
                  </a:lnTo>
                  <a:lnTo>
                    <a:pt x="10040867" y="3448382"/>
                  </a:lnTo>
                  <a:lnTo>
                    <a:pt x="9936920" y="3440221"/>
                  </a:lnTo>
                  <a:lnTo>
                    <a:pt x="9834298" y="3430880"/>
                  </a:lnTo>
                  <a:lnTo>
                    <a:pt x="9735697" y="3420366"/>
                  </a:lnTo>
                  <a:lnTo>
                    <a:pt x="9642879" y="3408654"/>
                  </a:lnTo>
                  <a:lnTo>
                    <a:pt x="9556767" y="3395677"/>
                  </a:lnTo>
                  <a:lnTo>
                    <a:pt x="9477623" y="3381323"/>
                  </a:lnTo>
                  <a:lnTo>
                    <a:pt x="9405231" y="3365435"/>
                  </a:lnTo>
                  <a:lnTo>
                    <a:pt x="9339060" y="3347815"/>
                  </a:lnTo>
                  <a:lnTo>
                    <a:pt x="9278393" y="3328230"/>
                  </a:lnTo>
                  <a:lnTo>
                    <a:pt x="9222417" y="3306429"/>
                  </a:lnTo>
                  <a:lnTo>
                    <a:pt x="9170296" y="3282163"/>
                  </a:lnTo>
                  <a:lnTo>
                    <a:pt x="9121226" y="3255232"/>
                  </a:lnTo>
                  <a:lnTo>
                    <a:pt x="9084767" y="3232420"/>
                  </a:lnTo>
                  <a:lnTo>
                    <a:pt x="9037718" y="3199339"/>
                  </a:lnTo>
                  <a:lnTo>
                    <a:pt x="8992055" y="3163217"/>
                  </a:lnTo>
                  <a:lnTo>
                    <a:pt x="8947306" y="3124002"/>
                  </a:lnTo>
                  <a:lnTo>
                    <a:pt x="8903112" y="3081722"/>
                  </a:lnTo>
                  <a:lnTo>
                    <a:pt x="8859211" y="3036498"/>
                  </a:lnTo>
                  <a:lnTo>
                    <a:pt x="8815417" y="2988549"/>
                  </a:lnTo>
                  <a:lnTo>
                    <a:pt x="8771616" y="2938196"/>
                  </a:lnTo>
                  <a:lnTo>
                    <a:pt x="8727747" y="2885855"/>
                  </a:lnTo>
                  <a:lnTo>
                    <a:pt x="8683795" y="2832029"/>
                  </a:lnTo>
                  <a:lnTo>
                    <a:pt x="8639781" y="2777285"/>
                  </a:lnTo>
                  <a:lnTo>
                    <a:pt x="8595744" y="2722233"/>
                  </a:lnTo>
                  <a:lnTo>
                    <a:pt x="8551731" y="2667499"/>
                  </a:lnTo>
                  <a:lnTo>
                    <a:pt x="8507781" y="2613693"/>
                  </a:lnTo>
                  <a:lnTo>
                    <a:pt x="8463913" y="2561381"/>
                  </a:lnTo>
                  <a:lnTo>
                    <a:pt x="8420112" y="2511065"/>
                  </a:lnTo>
                  <a:lnTo>
                    <a:pt x="8376318" y="2463159"/>
                  </a:lnTo>
                  <a:lnTo>
                    <a:pt x="8332414" y="2417981"/>
                  </a:lnTo>
                  <a:lnTo>
                    <a:pt x="8288213" y="2375751"/>
                  </a:lnTo>
                  <a:lnTo>
                    <a:pt x="8243452" y="2336588"/>
                  </a:lnTo>
                  <a:lnTo>
                    <a:pt x="8197770" y="2300517"/>
                  </a:lnTo>
                  <a:lnTo>
                    <a:pt x="8151487" y="2268007"/>
                  </a:lnTo>
                  <a:lnTo>
                    <a:pt x="8104280" y="2238934"/>
                  </a:lnTo>
                  <a:lnTo>
                    <a:pt x="8054594" y="2212612"/>
                  </a:lnTo>
                  <a:lnTo>
                    <a:pt x="8001684" y="2188918"/>
                  </a:lnTo>
                  <a:lnTo>
                    <a:pt x="7944731" y="2167634"/>
                  </a:lnTo>
                  <a:lnTo>
                    <a:pt x="7882901" y="2148510"/>
                  </a:lnTo>
                  <a:lnTo>
                    <a:pt x="7815397" y="2131296"/>
                  </a:lnTo>
                  <a:lnTo>
                    <a:pt x="7741532" y="2115767"/>
                  </a:lnTo>
                  <a:lnTo>
                    <a:pt x="7660834" y="2101733"/>
                  </a:lnTo>
                  <a:lnTo>
                    <a:pt x="7573179" y="2089048"/>
                  </a:lnTo>
                  <a:lnTo>
                    <a:pt x="7478961" y="2077608"/>
                  </a:lnTo>
                  <a:lnTo>
                    <a:pt x="7379276" y="2067357"/>
                  </a:lnTo>
                  <a:lnTo>
                    <a:pt x="7276089" y="2058278"/>
                  </a:lnTo>
                  <a:lnTo>
                    <a:pt x="7172311" y="2050384"/>
                  </a:lnTo>
                  <a:lnTo>
                    <a:pt x="7071707" y="2043703"/>
                  </a:lnTo>
                  <a:lnTo>
                    <a:pt x="6978571" y="2038254"/>
                  </a:lnTo>
                  <a:lnTo>
                    <a:pt x="6897146" y="2034023"/>
                  </a:lnTo>
                  <a:lnTo>
                    <a:pt x="6830894" y="2030944"/>
                  </a:lnTo>
                  <a:lnTo>
                    <a:pt x="6781779" y="2028892"/>
                  </a:lnTo>
                  <a:lnTo>
                    <a:pt x="6749798" y="2027685"/>
                  </a:lnTo>
                  <a:lnTo>
                    <a:pt x="6732850" y="2027105"/>
                  </a:lnTo>
                  <a:lnTo>
                    <a:pt x="6726917" y="2026920"/>
                  </a:lnTo>
                  <a:lnTo>
                    <a:pt x="6726343" y="2026903"/>
                  </a:lnTo>
                  <a:lnTo>
                    <a:pt x="5254955" y="2026903"/>
                  </a:lnTo>
                  <a:lnTo>
                    <a:pt x="5253766" y="2026854"/>
                  </a:lnTo>
                  <a:lnTo>
                    <a:pt x="5245957" y="2026506"/>
                  </a:lnTo>
                  <a:lnTo>
                    <a:pt x="5226299" y="2025545"/>
                  </a:lnTo>
                  <a:lnTo>
                    <a:pt x="5191217" y="2023652"/>
                  </a:lnTo>
                  <a:lnTo>
                    <a:pt x="5139059" y="2020536"/>
                  </a:lnTo>
                  <a:lnTo>
                    <a:pt x="5070216" y="2015961"/>
                  </a:lnTo>
                  <a:lnTo>
                    <a:pt x="4986936" y="2009770"/>
                  </a:lnTo>
                  <a:lnTo>
                    <a:pt x="4892805" y="2001886"/>
                  </a:lnTo>
                  <a:lnTo>
                    <a:pt x="4792044" y="1992302"/>
                  </a:lnTo>
                  <a:lnTo>
                    <a:pt x="4688809" y="1981047"/>
                  </a:lnTo>
                  <a:lnTo>
                    <a:pt x="4586673" y="1968157"/>
                  </a:lnTo>
                  <a:lnTo>
                    <a:pt x="4488346" y="1953647"/>
                  </a:lnTo>
                  <a:lnTo>
                    <a:pt x="4395621" y="1937485"/>
                  </a:lnTo>
                  <a:lnTo>
                    <a:pt x="4309465" y="1919585"/>
                  </a:lnTo>
                  <a:lnTo>
                    <a:pt x="4230184" y="1899798"/>
                  </a:lnTo>
                  <a:lnTo>
                    <a:pt x="4157604" y="1877914"/>
                  </a:lnTo>
                  <a:lnTo>
                    <a:pt x="4091230" y="1853665"/>
                  </a:lnTo>
                  <a:lnTo>
                    <a:pt x="4030372" y="1826738"/>
                  </a:lnTo>
                  <a:lnTo>
                    <a:pt x="3974242" y="1796788"/>
                  </a:lnTo>
                  <a:lnTo>
                    <a:pt x="3922019" y="1763472"/>
                  </a:lnTo>
                  <a:lnTo>
                    <a:pt x="3872908" y="1726499"/>
                  </a:lnTo>
                  <a:lnTo>
                    <a:pt x="3829811" y="1689086"/>
                  </a:lnTo>
                  <a:lnTo>
                    <a:pt x="3787211" y="1647367"/>
                  </a:lnTo>
                  <a:lnTo>
                    <a:pt x="3745783" y="1602176"/>
                  </a:lnTo>
                  <a:lnTo>
                    <a:pt x="3705167" y="1553447"/>
                  </a:lnTo>
                  <a:lnTo>
                    <a:pt x="3665080" y="1501187"/>
                  </a:lnTo>
                  <a:lnTo>
                    <a:pt x="3625305" y="1445488"/>
                  </a:lnTo>
                  <a:lnTo>
                    <a:pt x="3585682" y="1386532"/>
                  </a:lnTo>
                  <a:lnTo>
                    <a:pt x="3546101" y="1324597"/>
                  </a:lnTo>
                  <a:lnTo>
                    <a:pt x="3506491" y="1260051"/>
                  </a:lnTo>
                  <a:lnTo>
                    <a:pt x="3466820" y="1193354"/>
                  </a:lnTo>
                  <a:lnTo>
                    <a:pt x="3427082" y="1125039"/>
                  </a:lnTo>
                  <a:lnTo>
                    <a:pt x="3387293" y="1055699"/>
                  </a:lnTo>
                  <a:lnTo>
                    <a:pt x="3347483" y="985967"/>
                  </a:lnTo>
                  <a:lnTo>
                    <a:pt x="3307688" y="916491"/>
                  </a:lnTo>
                  <a:lnTo>
                    <a:pt x="3267937" y="847907"/>
                  </a:lnTo>
                  <a:lnTo>
                    <a:pt x="3228251" y="780820"/>
                  </a:lnTo>
                  <a:lnTo>
                    <a:pt x="3188630" y="715778"/>
                  </a:lnTo>
                  <a:lnTo>
                    <a:pt x="3149047" y="653256"/>
                  </a:lnTo>
                  <a:lnTo>
                    <a:pt x="3109441" y="593642"/>
                  </a:lnTo>
                  <a:lnTo>
                    <a:pt x="3069709" y="537235"/>
                  </a:lnTo>
                  <a:lnTo>
                    <a:pt x="3029704" y="484235"/>
                  </a:lnTo>
                  <a:lnTo>
                    <a:pt x="2989222" y="434755"/>
                  </a:lnTo>
                  <a:lnTo>
                    <a:pt x="2947994" y="388818"/>
                  </a:lnTo>
                  <a:lnTo>
                    <a:pt x="2905676" y="346372"/>
                  </a:lnTo>
                  <a:lnTo>
                    <a:pt x="2896531" y="337817"/>
                  </a:lnTo>
                  <a:lnTo>
                    <a:pt x="2849643" y="297338"/>
                  </a:lnTo>
                  <a:lnTo>
                    <a:pt x="2800313" y="260664"/>
                  </a:lnTo>
                  <a:lnTo>
                    <a:pt x="2747811" y="227625"/>
                  </a:lnTo>
                  <a:lnTo>
                    <a:pt x="2691336" y="197927"/>
                  </a:lnTo>
                  <a:lnTo>
                    <a:pt x="2630069" y="171225"/>
                  </a:lnTo>
                  <a:lnTo>
                    <a:pt x="2563227" y="147174"/>
                  </a:lnTo>
                  <a:lnTo>
                    <a:pt x="2490132" y="125465"/>
                  </a:lnTo>
                  <a:lnTo>
                    <a:pt x="2410308" y="105834"/>
                  </a:lnTo>
                  <a:lnTo>
                    <a:pt x="2323613" y="88076"/>
                  </a:lnTo>
                  <a:lnTo>
                    <a:pt x="2230399" y="72048"/>
                  </a:lnTo>
                  <a:lnTo>
                    <a:pt x="2131694" y="57666"/>
                  </a:lnTo>
                  <a:lnTo>
                    <a:pt x="2029359" y="44905"/>
                  </a:lnTo>
                  <a:lnTo>
                    <a:pt x="1926180" y="33781"/>
                  </a:lnTo>
                  <a:lnTo>
                    <a:pt x="1825787" y="24330"/>
                  </a:lnTo>
                  <a:lnTo>
                    <a:pt x="1732366" y="16582"/>
                  </a:lnTo>
                  <a:lnTo>
                    <a:pt x="1650111" y="10522"/>
                  </a:lnTo>
                  <a:lnTo>
                    <a:pt x="1582528" y="6070"/>
                  </a:lnTo>
                  <a:lnTo>
                    <a:pt x="1531734" y="3060"/>
                  </a:lnTo>
                  <a:lnTo>
                    <a:pt x="1497960" y="1252"/>
                  </a:lnTo>
                  <a:lnTo>
                    <a:pt x="1479394" y="351"/>
                  </a:lnTo>
                  <a:lnTo>
                    <a:pt x="1472320" y="38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795" name="pl795"/>
            <p:cNvSpPr/>
            <p:nvPr/>
          </p:nvSpPr>
          <p:spPr>
            <a:xfrm>
              <a:off x="4799595" y="4620158"/>
              <a:ext cx="11981298" cy="3473524"/>
            </a:xfrm>
            <a:custGeom>
              <a:avLst/>
              <a:pathLst>
                <a:path w="11981298" h="3473524">
                  <a:moveTo>
                    <a:pt x="0" y="0"/>
                  </a:moveTo>
                  <a:lnTo>
                    <a:pt x="1471387" y="0"/>
                  </a:lnTo>
                  <a:lnTo>
                    <a:pt x="1472576" y="48"/>
                  </a:lnTo>
                  <a:lnTo>
                    <a:pt x="1480385" y="396"/>
                  </a:lnTo>
                  <a:lnTo>
                    <a:pt x="1500043" y="1358"/>
                  </a:lnTo>
                  <a:lnTo>
                    <a:pt x="1535125" y="3251"/>
                  </a:lnTo>
                  <a:lnTo>
                    <a:pt x="1587283" y="6367"/>
                  </a:lnTo>
                  <a:lnTo>
                    <a:pt x="1656126" y="10942"/>
                  </a:lnTo>
                  <a:lnTo>
                    <a:pt x="1739406" y="17133"/>
                  </a:lnTo>
                  <a:lnTo>
                    <a:pt x="1833537" y="25017"/>
                  </a:lnTo>
                  <a:lnTo>
                    <a:pt x="1934298" y="34601"/>
                  </a:lnTo>
                  <a:lnTo>
                    <a:pt x="2037533" y="45856"/>
                  </a:lnTo>
                  <a:lnTo>
                    <a:pt x="2139669" y="58745"/>
                  </a:lnTo>
                  <a:lnTo>
                    <a:pt x="2237996" y="73256"/>
                  </a:lnTo>
                  <a:lnTo>
                    <a:pt x="2330721" y="89418"/>
                  </a:lnTo>
                  <a:lnTo>
                    <a:pt x="2416878" y="107318"/>
                  </a:lnTo>
                  <a:lnTo>
                    <a:pt x="2496158" y="127105"/>
                  </a:lnTo>
                  <a:lnTo>
                    <a:pt x="2568738" y="148989"/>
                  </a:lnTo>
                  <a:lnTo>
                    <a:pt x="2635112" y="173237"/>
                  </a:lnTo>
                  <a:lnTo>
                    <a:pt x="2695970" y="200164"/>
                  </a:lnTo>
                  <a:lnTo>
                    <a:pt x="2752101" y="230115"/>
                  </a:lnTo>
                  <a:lnTo>
                    <a:pt x="2804323" y="263431"/>
                  </a:lnTo>
                  <a:lnTo>
                    <a:pt x="2853434" y="300403"/>
                  </a:lnTo>
                  <a:lnTo>
                    <a:pt x="2896531" y="337817"/>
                  </a:lnTo>
                  <a:lnTo>
                    <a:pt x="2939132" y="379536"/>
                  </a:lnTo>
                  <a:lnTo>
                    <a:pt x="2980559" y="424726"/>
                  </a:lnTo>
                  <a:lnTo>
                    <a:pt x="3021175" y="473456"/>
                  </a:lnTo>
                  <a:lnTo>
                    <a:pt x="3061262" y="525716"/>
                  </a:lnTo>
                  <a:lnTo>
                    <a:pt x="3101037" y="581415"/>
                  </a:lnTo>
                  <a:lnTo>
                    <a:pt x="3140660" y="640370"/>
                  </a:lnTo>
                  <a:lnTo>
                    <a:pt x="3180241" y="702306"/>
                  </a:lnTo>
                  <a:lnTo>
                    <a:pt x="3219851" y="766851"/>
                  </a:lnTo>
                  <a:lnTo>
                    <a:pt x="3259522" y="833549"/>
                  </a:lnTo>
                  <a:lnTo>
                    <a:pt x="3299260" y="901864"/>
                  </a:lnTo>
                  <a:lnTo>
                    <a:pt x="3339049" y="971203"/>
                  </a:lnTo>
                  <a:lnTo>
                    <a:pt x="3378859" y="1040935"/>
                  </a:lnTo>
                  <a:lnTo>
                    <a:pt x="3418655" y="1110412"/>
                  </a:lnTo>
                  <a:lnTo>
                    <a:pt x="3458405" y="1178995"/>
                  </a:lnTo>
                  <a:lnTo>
                    <a:pt x="3498091" y="1246082"/>
                  </a:lnTo>
                  <a:lnTo>
                    <a:pt x="3537712" y="1311124"/>
                  </a:lnTo>
                  <a:lnTo>
                    <a:pt x="3577295" y="1373647"/>
                  </a:lnTo>
                  <a:lnTo>
                    <a:pt x="3616902" y="1433260"/>
                  </a:lnTo>
                  <a:lnTo>
                    <a:pt x="3656633" y="1489668"/>
                  </a:lnTo>
                  <a:lnTo>
                    <a:pt x="3696638" y="1542667"/>
                  </a:lnTo>
                  <a:lnTo>
                    <a:pt x="3737120" y="1592148"/>
                  </a:lnTo>
                  <a:lnTo>
                    <a:pt x="3778348" y="1638085"/>
                  </a:lnTo>
                  <a:lnTo>
                    <a:pt x="3820666" y="1680531"/>
                  </a:lnTo>
                  <a:lnTo>
                    <a:pt x="3829811" y="1689086"/>
                  </a:lnTo>
                  <a:lnTo>
                    <a:pt x="3876699" y="1729564"/>
                  </a:lnTo>
                  <a:lnTo>
                    <a:pt x="3926029" y="1766239"/>
                  </a:lnTo>
                  <a:lnTo>
                    <a:pt x="3978532" y="1799277"/>
                  </a:lnTo>
                  <a:lnTo>
                    <a:pt x="4035006" y="1828975"/>
                  </a:lnTo>
                  <a:lnTo>
                    <a:pt x="4096273" y="1855678"/>
                  </a:lnTo>
                  <a:lnTo>
                    <a:pt x="4163115" y="1879728"/>
                  </a:lnTo>
                  <a:lnTo>
                    <a:pt x="4236210" y="1901437"/>
                  </a:lnTo>
                  <a:lnTo>
                    <a:pt x="4316035" y="1921068"/>
                  </a:lnTo>
                  <a:lnTo>
                    <a:pt x="4402729" y="1938826"/>
                  </a:lnTo>
                  <a:lnTo>
                    <a:pt x="4495943" y="1954855"/>
                  </a:lnTo>
                  <a:lnTo>
                    <a:pt x="4594649" y="1969236"/>
                  </a:lnTo>
                  <a:lnTo>
                    <a:pt x="4696983" y="1981997"/>
                  </a:lnTo>
                  <a:lnTo>
                    <a:pt x="4800162" y="1993122"/>
                  </a:lnTo>
                  <a:lnTo>
                    <a:pt x="4900555" y="2002572"/>
                  </a:lnTo>
                  <a:lnTo>
                    <a:pt x="4993977" y="2010321"/>
                  </a:lnTo>
                  <a:lnTo>
                    <a:pt x="5076231" y="2016380"/>
                  </a:lnTo>
                  <a:lnTo>
                    <a:pt x="5143814" y="2020833"/>
                  </a:lnTo>
                  <a:lnTo>
                    <a:pt x="5194608" y="2023843"/>
                  </a:lnTo>
                  <a:lnTo>
                    <a:pt x="5228382" y="2025651"/>
                  </a:lnTo>
                  <a:lnTo>
                    <a:pt x="5246948" y="2026552"/>
                  </a:lnTo>
                  <a:lnTo>
                    <a:pt x="5254023" y="2026865"/>
                  </a:lnTo>
                  <a:lnTo>
                    <a:pt x="5254955" y="2026903"/>
                  </a:lnTo>
                  <a:lnTo>
                    <a:pt x="6726343" y="2026903"/>
                  </a:lnTo>
                  <a:lnTo>
                    <a:pt x="6727555" y="2026939"/>
                  </a:lnTo>
                  <a:lnTo>
                    <a:pt x="6735514" y="2027192"/>
                  </a:lnTo>
                  <a:lnTo>
                    <a:pt x="6755538" y="2027892"/>
                  </a:lnTo>
                  <a:lnTo>
                    <a:pt x="6791241" y="2029271"/>
                  </a:lnTo>
                  <a:lnTo>
                    <a:pt x="6844262" y="2031538"/>
                  </a:lnTo>
                  <a:lnTo>
                    <a:pt x="6914141" y="2034866"/>
                  </a:lnTo>
                  <a:lnTo>
                    <a:pt x="6998524" y="2039366"/>
                  </a:lnTo>
                  <a:lnTo>
                    <a:pt x="7093711" y="2045091"/>
                  </a:lnTo>
                  <a:lnTo>
                    <a:pt x="7195387" y="2052045"/>
                  </a:lnTo>
                  <a:lnTo>
                    <a:pt x="7299333" y="2060206"/>
                  </a:lnTo>
                  <a:lnTo>
                    <a:pt x="7401956" y="2069547"/>
                  </a:lnTo>
                  <a:lnTo>
                    <a:pt x="7500556" y="2080061"/>
                  </a:lnTo>
                  <a:lnTo>
                    <a:pt x="7593374" y="2091773"/>
                  </a:lnTo>
                  <a:lnTo>
                    <a:pt x="7679486" y="2104750"/>
                  </a:lnTo>
                  <a:lnTo>
                    <a:pt x="7758630" y="2119104"/>
                  </a:lnTo>
                  <a:lnTo>
                    <a:pt x="7831022" y="2134991"/>
                  </a:lnTo>
                  <a:lnTo>
                    <a:pt x="7897193" y="2152612"/>
                  </a:lnTo>
                  <a:lnTo>
                    <a:pt x="7957861" y="2172197"/>
                  </a:lnTo>
                  <a:lnTo>
                    <a:pt x="8013837" y="2193998"/>
                  </a:lnTo>
                  <a:lnTo>
                    <a:pt x="8065957" y="2218264"/>
                  </a:lnTo>
                  <a:lnTo>
                    <a:pt x="8115027" y="2245195"/>
                  </a:lnTo>
                  <a:lnTo>
                    <a:pt x="8151487" y="2268007"/>
                  </a:lnTo>
                  <a:lnTo>
                    <a:pt x="8198535" y="2301088"/>
                  </a:lnTo>
                  <a:lnTo>
                    <a:pt x="8244198" y="2337210"/>
                  </a:lnTo>
                  <a:lnTo>
                    <a:pt x="8288948" y="2376425"/>
                  </a:lnTo>
                  <a:lnTo>
                    <a:pt x="8333141" y="2418705"/>
                  </a:lnTo>
                  <a:lnTo>
                    <a:pt x="8377043" y="2463929"/>
                  </a:lnTo>
                  <a:lnTo>
                    <a:pt x="8420836" y="2511878"/>
                  </a:lnTo>
                  <a:lnTo>
                    <a:pt x="8464637" y="2562231"/>
                  </a:lnTo>
                  <a:lnTo>
                    <a:pt x="8508506" y="2614571"/>
                  </a:lnTo>
                  <a:lnTo>
                    <a:pt x="8552458" y="2668398"/>
                  </a:lnTo>
                  <a:lnTo>
                    <a:pt x="8596472" y="2723142"/>
                  </a:lnTo>
                  <a:lnTo>
                    <a:pt x="8640509" y="2778194"/>
                  </a:lnTo>
                  <a:lnTo>
                    <a:pt x="8684523" y="2832928"/>
                  </a:lnTo>
                  <a:lnTo>
                    <a:pt x="8728473" y="2886734"/>
                  </a:lnTo>
                  <a:lnTo>
                    <a:pt x="8772341" y="2939046"/>
                  </a:lnTo>
                  <a:lnTo>
                    <a:pt x="8816141" y="2989362"/>
                  </a:lnTo>
                  <a:lnTo>
                    <a:pt x="8859935" y="3037268"/>
                  </a:lnTo>
                  <a:lnTo>
                    <a:pt x="8903839" y="3082445"/>
                  </a:lnTo>
                  <a:lnTo>
                    <a:pt x="8948040" y="3124675"/>
                  </a:lnTo>
                  <a:lnTo>
                    <a:pt x="8992801" y="3163839"/>
                  </a:lnTo>
                  <a:lnTo>
                    <a:pt x="9038483" y="3199910"/>
                  </a:lnTo>
                  <a:lnTo>
                    <a:pt x="9084767" y="3232420"/>
                  </a:lnTo>
                  <a:lnTo>
                    <a:pt x="9131973" y="3261493"/>
                  </a:lnTo>
                  <a:lnTo>
                    <a:pt x="9181659" y="3287815"/>
                  </a:lnTo>
                  <a:lnTo>
                    <a:pt x="9234570" y="3311509"/>
                  </a:lnTo>
                  <a:lnTo>
                    <a:pt x="9291522" y="3332793"/>
                  </a:lnTo>
                  <a:lnTo>
                    <a:pt x="9353352" y="3351917"/>
                  </a:lnTo>
                  <a:lnTo>
                    <a:pt x="9420856" y="3369131"/>
                  </a:lnTo>
                  <a:lnTo>
                    <a:pt x="9494721" y="3384660"/>
                  </a:lnTo>
                  <a:lnTo>
                    <a:pt x="9575419" y="3398694"/>
                  </a:lnTo>
                  <a:lnTo>
                    <a:pt x="9663074" y="3411379"/>
                  </a:lnTo>
                  <a:lnTo>
                    <a:pt x="9757292" y="3422819"/>
                  </a:lnTo>
                  <a:lnTo>
                    <a:pt x="9856977" y="3433070"/>
                  </a:lnTo>
                  <a:lnTo>
                    <a:pt x="9960164" y="3442149"/>
                  </a:lnTo>
                  <a:lnTo>
                    <a:pt x="10063942" y="3450043"/>
                  </a:lnTo>
                  <a:lnTo>
                    <a:pt x="10164546" y="3456724"/>
                  </a:lnTo>
                  <a:lnTo>
                    <a:pt x="10257683" y="3462173"/>
                  </a:lnTo>
                  <a:lnTo>
                    <a:pt x="10339107" y="3466404"/>
                  </a:lnTo>
                  <a:lnTo>
                    <a:pt x="10405359" y="3469482"/>
                  </a:lnTo>
                  <a:lnTo>
                    <a:pt x="10454474" y="3471535"/>
                  </a:lnTo>
                  <a:lnTo>
                    <a:pt x="10486456" y="3472742"/>
                  </a:lnTo>
                  <a:lnTo>
                    <a:pt x="10503403" y="3473322"/>
                  </a:lnTo>
                  <a:lnTo>
                    <a:pt x="10509336" y="3473507"/>
                  </a:lnTo>
                  <a:lnTo>
                    <a:pt x="10509911" y="3473524"/>
                  </a:lnTo>
                  <a:lnTo>
                    <a:pt x="11981298" y="347352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96" name="pl796"/>
            <p:cNvSpPr/>
            <p:nvPr/>
          </p:nvSpPr>
          <p:spPr>
            <a:xfrm>
              <a:off x="4799595" y="4603812"/>
              <a:ext cx="11981298" cy="3473524"/>
            </a:xfrm>
            <a:custGeom>
              <a:avLst/>
              <a:pathLst>
                <a:path w="11981298" h="3473524">
                  <a:moveTo>
                    <a:pt x="11981298" y="3473524"/>
                  </a:moveTo>
                  <a:lnTo>
                    <a:pt x="10509911" y="3473524"/>
                  </a:lnTo>
                  <a:lnTo>
                    <a:pt x="10508698" y="3473488"/>
                  </a:lnTo>
                  <a:lnTo>
                    <a:pt x="10500739" y="3473235"/>
                  </a:lnTo>
                  <a:lnTo>
                    <a:pt x="10480716" y="3472535"/>
                  </a:lnTo>
                  <a:lnTo>
                    <a:pt x="10445012" y="3471156"/>
                  </a:lnTo>
                  <a:lnTo>
                    <a:pt x="10391991" y="3468889"/>
                  </a:lnTo>
                  <a:lnTo>
                    <a:pt x="10322112" y="3465561"/>
                  </a:lnTo>
                  <a:lnTo>
                    <a:pt x="10237729" y="3461061"/>
                  </a:lnTo>
                  <a:lnTo>
                    <a:pt x="10142542" y="3455336"/>
                  </a:lnTo>
                  <a:lnTo>
                    <a:pt x="10040867" y="3448382"/>
                  </a:lnTo>
                  <a:lnTo>
                    <a:pt x="9936920" y="3440221"/>
                  </a:lnTo>
                  <a:lnTo>
                    <a:pt x="9834298" y="3430880"/>
                  </a:lnTo>
                  <a:lnTo>
                    <a:pt x="9735697" y="3420366"/>
                  </a:lnTo>
                  <a:lnTo>
                    <a:pt x="9642879" y="3408654"/>
                  </a:lnTo>
                  <a:lnTo>
                    <a:pt x="9556767" y="3395677"/>
                  </a:lnTo>
                  <a:lnTo>
                    <a:pt x="9477623" y="3381323"/>
                  </a:lnTo>
                  <a:lnTo>
                    <a:pt x="9405231" y="3365435"/>
                  </a:lnTo>
                  <a:lnTo>
                    <a:pt x="9339060" y="3347815"/>
                  </a:lnTo>
                  <a:lnTo>
                    <a:pt x="9278393" y="3328230"/>
                  </a:lnTo>
                  <a:lnTo>
                    <a:pt x="9222417" y="3306429"/>
                  </a:lnTo>
                  <a:lnTo>
                    <a:pt x="9170296" y="3282163"/>
                  </a:lnTo>
                  <a:lnTo>
                    <a:pt x="9121226" y="3255232"/>
                  </a:lnTo>
                  <a:lnTo>
                    <a:pt x="9084767" y="3232420"/>
                  </a:lnTo>
                  <a:lnTo>
                    <a:pt x="9037718" y="3199339"/>
                  </a:lnTo>
                  <a:lnTo>
                    <a:pt x="8992055" y="3163217"/>
                  </a:lnTo>
                  <a:lnTo>
                    <a:pt x="8947306" y="3124002"/>
                  </a:lnTo>
                  <a:lnTo>
                    <a:pt x="8903112" y="3081722"/>
                  </a:lnTo>
                  <a:lnTo>
                    <a:pt x="8859211" y="3036498"/>
                  </a:lnTo>
                  <a:lnTo>
                    <a:pt x="8815417" y="2988549"/>
                  </a:lnTo>
                  <a:lnTo>
                    <a:pt x="8771616" y="2938196"/>
                  </a:lnTo>
                  <a:lnTo>
                    <a:pt x="8727747" y="2885855"/>
                  </a:lnTo>
                  <a:lnTo>
                    <a:pt x="8683795" y="2832029"/>
                  </a:lnTo>
                  <a:lnTo>
                    <a:pt x="8639781" y="2777285"/>
                  </a:lnTo>
                  <a:lnTo>
                    <a:pt x="8595744" y="2722233"/>
                  </a:lnTo>
                  <a:lnTo>
                    <a:pt x="8551731" y="2667499"/>
                  </a:lnTo>
                  <a:lnTo>
                    <a:pt x="8507781" y="2613693"/>
                  </a:lnTo>
                  <a:lnTo>
                    <a:pt x="8463913" y="2561381"/>
                  </a:lnTo>
                  <a:lnTo>
                    <a:pt x="8420112" y="2511065"/>
                  </a:lnTo>
                  <a:lnTo>
                    <a:pt x="8376318" y="2463159"/>
                  </a:lnTo>
                  <a:lnTo>
                    <a:pt x="8332414" y="2417981"/>
                  </a:lnTo>
                  <a:lnTo>
                    <a:pt x="8288213" y="2375751"/>
                  </a:lnTo>
                  <a:lnTo>
                    <a:pt x="8243452" y="2336588"/>
                  </a:lnTo>
                  <a:lnTo>
                    <a:pt x="8197770" y="2300517"/>
                  </a:lnTo>
                  <a:lnTo>
                    <a:pt x="8151487" y="2268007"/>
                  </a:lnTo>
                  <a:lnTo>
                    <a:pt x="8104280" y="2238934"/>
                  </a:lnTo>
                  <a:lnTo>
                    <a:pt x="8054594" y="2212612"/>
                  </a:lnTo>
                  <a:lnTo>
                    <a:pt x="8001684" y="2188918"/>
                  </a:lnTo>
                  <a:lnTo>
                    <a:pt x="7944731" y="2167634"/>
                  </a:lnTo>
                  <a:lnTo>
                    <a:pt x="7882901" y="2148510"/>
                  </a:lnTo>
                  <a:lnTo>
                    <a:pt x="7815397" y="2131296"/>
                  </a:lnTo>
                  <a:lnTo>
                    <a:pt x="7741532" y="2115767"/>
                  </a:lnTo>
                  <a:lnTo>
                    <a:pt x="7660834" y="2101733"/>
                  </a:lnTo>
                  <a:lnTo>
                    <a:pt x="7573179" y="2089048"/>
                  </a:lnTo>
                  <a:lnTo>
                    <a:pt x="7478961" y="2077608"/>
                  </a:lnTo>
                  <a:lnTo>
                    <a:pt x="7379276" y="2067357"/>
                  </a:lnTo>
                  <a:lnTo>
                    <a:pt x="7276089" y="2058278"/>
                  </a:lnTo>
                  <a:lnTo>
                    <a:pt x="7172311" y="2050384"/>
                  </a:lnTo>
                  <a:lnTo>
                    <a:pt x="7071707" y="2043703"/>
                  </a:lnTo>
                  <a:lnTo>
                    <a:pt x="6978571" y="2038254"/>
                  </a:lnTo>
                  <a:lnTo>
                    <a:pt x="6897146" y="2034023"/>
                  </a:lnTo>
                  <a:lnTo>
                    <a:pt x="6830894" y="2030944"/>
                  </a:lnTo>
                  <a:lnTo>
                    <a:pt x="6781779" y="2028892"/>
                  </a:lnTo>
                  <a:lnTo>
                    <a:pt x="6749798" y="2027685"/>
                  </a:lnTo>
                  <a:lnTo>
                    <a:pt x="6732850" y="2027105"/>
                  </a:lnTo>
                  <a:lnTo>
                    <a:pt x="6726917" y="2026920"/>
                  </a:lnTo>
                  <a:lnTo>
                    <a:pt x="6726343" y="2026903"/>
                  </a:lnTo>
                  <a:lnTo>
                    <a:pt x="5254955" y="2026903"/>
                  </a:lnTo>
                  <a:lnTo>
                    <a:pt x="5253766" y="2026854"/>
                  </a:lnTo>
                  <a:lnTo>
                    <a:pt x="5245957" y="2026506"/>
                  </a:lnTo>
                  <a:lnTo>
                    <a:pt x="5226299" y="2025545"/>
                  </a:lnTo>
                  <a:lnTo>
                    <a:pt x="5191217" y="2023652"/>
                  </a:lnTo>
                  <a:lnTo>
                    <a:pt x="5139059" y="2020536"/>
                  </a:lnTo>
                  <a:lnTo>
                    <a:pt x="5070216" y="2015961"/>
                  </a:lnTo>
                  <a:lnTo>
                    <a:pt x="4986936" y="2009770"/>
                  </a:lnTo>
                  <a:lnTo>
                    <a:pt x="4892805" y="2001886"/>
                  </a:lnTo>
                  <a:lnTo>
                    <a:pt x="4792044" y="1992302"/>
                  </a:lnTo>
                  <a:lnTo>
                    <a:pt x="4688809" y="1981047"/>
                  </a:lnTo>
                  <a:lnTo>
                    <a:pt x="4586673" y="1968157"/>
                  </a:lnTo>
                  <a:lnTo>
                    <a:pt x="4488346" y="1953647"/>
                  </a:lnTo>
                  <a:lnTo>
                    <a:pt x="4395621" y="1937485"/>
                  </a:lnTo>
                  <a:lnTo>
                    <a:pt x="4309465" y="1919585"/>
                  </a:lnTo>
                  <a:lnTo>
                    <a:pt x="4230184" y="1899798"/>
                  </a:lnTo>
                  <a:lnTo>
                    <a:pt x="4157604" y="1877914"/>
                  </a:lnTo>
                  <a:lnTo>
                    <a:pt x="4091230" y="1853665"/>
                  </a:lnTo>
                  <a:lnTo>
                    <a:pt x="4030372" y="1826738"/>
                  </a:lnTo>
                  <a:lnTo>
                    <a:pt x="3974242" y="1796788"/>
                  </a:lnTo>
                  <a:lnTo>
                    <a:pt x="3922019" y="1763472"/>
                  </a:lnTo>
                  <a:lnTo>
                    <a:pt x="3872908" y="1726499"/>
                  </a:lnTo>
                  <a:lnTo>
                    <a:pt x="3829811" y="1689086"/>
                  </a:lnTo>
                  <a:lnTo>
                    <a:pt x="3787211" y="1647367"/>
                  </a:lnTo>
                  <a:lnTo>
                    <a:pt x="3745783" y="1602176"/>
                  </a:lnTo>
                  <a:lnTo>
                    <a:pt x="3705167" y="1553447"/>
                  </a:lnTo>
                  <a:lnTo>
                    <a:pt x="3665080" y="1501187"/>
                  </a:lnTo>
                  <a:lnTo>
                    <a:pt x="3625305" y="1445488"/>
                  </a:lnTo>
                  <a:lnTo>
                    <a:pt x="3585682" y="1386532"/>
                  </a:lnTo>
                  <a:lnTo>
                    <a:pt x="3546101" y="1324597"/>
                  </a:lnTo>
                  <a:lnTo>
                    <a:pt x="3506491" y="1260051"/>
                  </a:lnTo>
                  <a:lnTo>
                    <a:pt x="3466820" y="1193354"/>
                  </a:lnTo>
                  <a:lnTo>
                    <a:pt x="3427082" y="1125039"/>
                  </a:lnTo>
                  <a:lnTo>
                    <a:pt x="3387293" y="1055699"/>
                  </a:lnTo>
                  <a:lnTo>
                    <a:pt x="3347483" y="985967"/>
                  </a:lnTo>
                  <a:lnTo>
                    <a:pt x="3307688" y="916491"/>
                  </a:lnTo>
                  <a:lnTo>
                    <a:pt x="3267937" y="847907"/>
                  </a:lnTo>
                  <a:lnTo>
                    <a:pt x="3228251" y="780820"/>
                  </a:lnTo>
                  <a:lnTo>
                    <a:pt x="3188630" y="715778"/>
                  </a:lnTo>
                  <a:lnTo>
                    <a:pt x="3149047" y="653256"/>
                  </a:lnTo>
                  <a:lnTo>
                    <a:pt x="3109441" y="593642"/>
                  </a:lnTo>
                  <a:lnTo>
                    <a:pt x="3069709" y="537235"/>
                  </a:lnTo>
                  <a:lnTo>
                    <a:pt x="3029704" y="484235"/>
                  </a:lnTo>
                  <a:lnTo>
                    <a:pt x="2989222" y="434755"/>
                  </a:lnTo>
                  <a:lnTo>
                    <a:pt x="2947994" y="388818"/>
                  </a:lnTo>
                  <a:lnTo>
                    <a:pt x="2905676" y="346372"/>
                  </a:lnTo>
                  <a:lnTo>
                    <a:pt x="2896531" y="337817"/>
                  </a:lnTo>
                  <a:lnTo>
                    <a:pt x="2849643" y="297338"/>
                  </a:lnTo>
                  <a:lnTo>
                    <a:pt x="2800313" y="260664"/>
                  </a:lnTo>
                  <a:lnTo>
                    <a:pt x="2747811" y="227625"/>
                  </a:lnTo>
                  <a:lnTo>
                    <a:pt x="2691336" y="197927"/>
                  </a:lnTo>
                  <a:lnTo>
                    <a:pt x="2630069" y="171225"/>
                  </a:lnTo>
                  <a:lnTo>
                    <a:pt x="2563227" y="147174"/>
                  </a:lnTo>
                  <a:lnTo>
                    <a:pt x="2490132" y="125465"/>
                  </a:lnTo>
                  <a:lnTo>
                    <a:pt x="2410308" y="105834"/>
                  </a:lnTo>
                  <a:lnTo>
                    <a:pt x="2323613" y="88076"/>
                  </a:lnTo>
                  <a:lnTo>
                    <a:pt x="2230399" y="72048"/>
                  </a:lnTo>
                  <a:lnTo>
                    <a:pt x="2131694" y="57666"/>
                  </a:lnTo>
                  <a:lnTo>
                    <a:pt x="2029359" y="44905"/>
                  </a:lnTo>
                  <a:lnTo>
                    <a:pt x="1926180" y="33781"/>
                  </a:lnTo>
                  <a:lnTo>
                    <a:pt x="1825787" y="24330"/>
                  </a:lnTo>
                  <a:lnTo>
                    <a:pt x="1732366" y="16582"/>
                  </a:lnTo>
                  <a:lnTo>
                    <a:pt x="1650111" y="10522"/>
                  </a:lnTo>
                  <a:lnTo>
                    <a:pt x="1582528" y="6070"/>
                  </a:lnTo>
                  <a:lnTo>
                    <a:pt x="1531734" y="3060"/>
                  </a:lnTo>
                  <a:lnTo>
                    <a:pt x="1497960" y="1252"/>
                  </a:lnTo>
                  <a:lnTo>
                    <a:pt x="1479394" y="351"/>
                  </a:lnTo>
                  <a:lnTo>
                    <a:pt x="1472320" y="38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97" name="pg797"/>
            <p:cNvSpPr/>
            <p:nvPr/>
          </p:nvSpPr>
          <p:spPr>
            <a:xfrm>
              <a:off x="4799595" y="4620158"/>
              <a:ext cx="11981298" cy="3857655"/>
            </a:xfrm>
            <a:custGeom>
              <a:avLst/>
              <a:pathLst>
                <a:path w="11981298" h="3857655">
                  <a:moveTo>
                    <a:pt x="0" y="8172"/>
                  </a:moveTo>
                  <a:lnTo>
                    <a:pt x="1471387" y="8172"/>
                  </a:lnTo>
                  <a:lnTo>
                    <a:pt x="1472576" y="8221"/>
                  </a:lnTo>
                  <a:lnTo>
                    <a:pt x="1480385" y="8569"/>
                  </a:lnTo>
                  <a:lnTo>
                    <a:pt x="1500043" y="9531"/>
                  </a:lnTo>
                  <a:lnTo>
                    <a:pt x="1535125" y="11424"/>
                  </a:lnTo>
                  <a:lnTo>
                    <a:pt x="1587283" y="14540"/>
                  </a:lnTo>
                  <a:lnTo>
                    <a:pt x="1656126" y="19115"/>
                  </a:lnTo>
                  <a:lnTo>
                    <a:pt x="1739406" y="25306"/>
                  </a:lnTo>
                  <a:lnTo>
                    <a:pt x="1833537" y="33190"/>
                  </a:lnTo>
                  <a:lnTo>
                    <a:pt x="1934298" y="42774"/>
                  </a:lnTo>
                  <a:lnTo>
                    <a:pt x="2037533" y="54029"/>
                  </a:lnTo>
                  <a:lnTo>
                    <a:pt x="2139669" y="66918"/>
                  </a:lnTo>
                  <a:lnTo>
                    <a:pt x="2237996" y="81429"/>
                  </a:lnTo>
                  <a:lnTo>
                    <a:pt x="2330721" y="97591"/>
                  </a:lnTo>
                  <a:lnTo>
                    <a:pt x="2416878" y="115491"/>
                  </a:lnTo>
                  <a:lnTo>
                    <a:pt x="2496158" y="135278"/>
                  </a:lnTo>
                  <a:lnTo>
                    <a:pt x="2568738" y="157162"/>
                  </a:lnTo>
                  <a:lnTo>
                    <a:pt x="2635112" y="181410"/>
                  </a:lnTo>
                  <a:lnTo>
                    <a:pt x="2695970" y="208337"/>
                  </a:lnTo>
                  <a:lnTo>
                    <a:pt x="2752101" y="238288"/>
                  </a:lnTo>
                  <a:lnTo>
                    <a:pt x="2804323" y="271604"/>
                  </a:lnTo>
                  <a:lnTo>
                    <a:pt x="2853434" y="308576"/>
                  </a:lnTo>
                  <a:lnTo>
                    <a:pt x="2896531" y="345990"/>
                  </a:lnTo>
                  <a:lnTo>
                    <a:pt x="2939132" y="387709"/>
                  </a:lnTo>
                  <a:lnTo>
                    <a:pt x="2980559" y="432899"/>
                  </a:lnTo>
                  <a:lnTo>
                    <a:pt x="3021175" y="481629"/>
                  </a:lnTo>
                  <a:lnTo>
                    <a:pt x="3061262" y="533889"/>
                  </a:lnTo>
                  <a:lnTo>
                    <a:pt x="3101037" y="589588"/>
                  </a:lnTo>
                  <a:lnTo>
                    <a:pt x="3140660" y="648543"/>
                  </a:lnTo>
                  <a:lnTo>
                    <a:pt x="3180241" y="710479"/>
                  </a:lnTo>
                  <a:lnTo>
                    <a:pt x="3219851" y="775024"/>
                  </a:lnTo>
                  <a:lnTo>
                    <a:pt x="3259522" y="841722"/>
                  </a:lnTo>
                  <a:lnTo>
                    <a:pt x="3299260" y="910037"/>
                  </a:lnTo>
                  <a:lnTo>
                    <a:pt x="3339049" y="979376"/>
                  </a:lnTo>
                  <a:lnTo>
                    <a:pt x="3378859" y="1049108"/>
                  </a:lnTo>
                  <a:lnTo>
                    <a:pt x="3418655" y="1118585"/>
                  </a:lnTo>
                  <a:lnTo>
                    <a:pt x="3458405" y="1187168"/>
                  </a:lnTo>
                  <a:lnTo>
                    <a:pt x="3498091" y="1254255"/>
                  </a:lnTo>
                  <a:lnTo>
                    <a:pt x="3537712" y="1319297"/>
                  </a:lnTo>
                  <a:lnTo>
                    <a:pt x="3577295" y="1381820"/>
                  </a:lnTo>
                  <a:lnTo>
                    <a:pt x="3616902" y="1441433"/>
                  </a:lnTo>
                  <a:lnTo>
                    <a:pt x="3656633" y="1497841"/>
                  </a:lnTo>
                  <a:lnTo>
                    <a:pt x="3696638" y="1550840"/>
                  </a:lnTo>
                  <a:lnTo>
                    <a:pt x="3737120" y="1600321"/>
                  </a:lnTo>
                  <a:lnTo>
                    <a:pt x="3778348" y="1646258"/>
                  </a:lnTo>
                  <a:lnTo>
                    <a:pt x="3820666" y="1688704"/>
                  </a:lnTo>
                  <a:lnTo>
                    <a:pt x="3829811" y="1697259"/>
                  </a:lnTo>
                  <a:lnTo>
                    <a:pt x="3876699" y="1737737"/>
                  </a:lnTo>
                  <a:lnTo>
                    <a:pt x="3926029" y="1774412"/>
                  </a:lnTo>
                  <a:lnTo>
                    <a:pt x="3978532" y="1807450"/>
                  </a:lnTo>
                  <a:lnTo>
                    <a:pt x="4035006" y="1837148"/>
                  </a:lnTo>
                  <a:lnTo>
                    <a:pt x="4096273" y="1863851"/>
                  </a:lnTo>
                  <a:lnTo>
                    <a:pt x="4163115" y="1887901"/>
                  </a:lnTo>
                  <a:lnTo>
                    <a:pt x="4236210" y="1909610"/>
                  </a:lnTo>
                  <a:lnTo>
                    <a:pt x="4316035" y="1929241"/>
                  </a:lnTo>
                  <a:lnTo>
                    <a:pt x="4402729" y="1946999"/>
                  </a:lnTo>
                  <a:lnTo>
                    <a:pt x="4495943" y="1963028"/>
                  </a:lnTo>
                  <a:lnTo>
                    <a:pt x="4594649" y="1977409"/>
                  </a:lnTo>
                  <a:lnTo>
                    <a:pt x="4696983" y="1990170"/>
                  </a:lnTo>
                  <a:lnTo>
                    <a:pt x="4800162" y="2001295"/>
                  </a:lnTo>
                  <a:lnTo>
                    <a:pt x="4900555" y="2010745"/>
                  </a:lnTo>
                  <a:lnTo>
                    <a:pt x="4993977" y="2018494"/>
                  </a:lnTo>
                  <a:lnTo>
                    <a:pt x="5076231" y="2024553"/>
                  </a:lnTo>
                  <a:lnTo>
                    <a:pt x="5143814" y="2029006"/>
                  </a:lnTo>
                  <a:lnTo>
                    <a:pt x="5194608" y="2032016"/>
                  </a:lnTo>
                  <a:lnTo>
                    <a:pt x="5228382" y="2033824"/>
                  </a:lnTo>
                  <a:lnTo>
                    <a:pt x="5246948" y="2034725"/>
                  </a:lnTo>
                  <a:lnTo>
                    <a:pt x="5254023" y="2035038"/>
                  </a:lnTo>
                  <a:lnTo>
                    <a:pt x="5254955" y="2035076"/>
                  </a:lnTo>
                  <a:lnTo>
                    <a:pt x="6726343" y="2035076"/>
                  </a:lnTo>
                  <a:lnTo>
                    <a:pt x="6727541" y="2035120"/>
                  </a:lnTo>
                  <a:lnTo>
                    <a:pt x="6735407" y="2035436"/>
                  </a:lnTo>
                  <a:lnTo>
                    <a:pt x="6755206" y="2036307"/>
                  </a:lnTo>
                  <a:lnTo>
                    <a:pt x="6790527" y="2038022"/>
                  </a:lnTo>
                  <a:lnTo>
                    <a:pt x="6843018" y="2040846"/>
                  </a:lnTo>
                  <a:lnTo>
                    <a:pt x="6912261" y="2044990"/>
                  </a:lnTo>
                  <a:lnTo>
                    <a:pt x="6995967" y="2050596"/>
                  </a:lnTo>
                  <a:lnTo>
                    <a:pt x="7090506" y="2057733"/>
                  </a:lnTo>
                  <a:lnTo>
                    <a:pt x="7191622" y="2066406"/>
                  </a:lnTo>
                  <a:lnTo>
                    <a:pt x="7295133" y="2076589"/>
                  </a:lnTo>
                  <a:lnTo>
                    <a:pt x="7397459" y="2088248"/>
                  </a:lnTo>
                  <a:lnTo>
                    <a:pt x="7495894" y="2101372"/>
                  </a:lnTo>
                  <a:lnTo>
                    <a:pt x="7588656" y="2115991"/>
                  </a:lnTo>
                  <a:lnTo>
                    <a:pt x="7674796" y="2132184"/>
                  </a:lnTo>
                  <a:lnTo>
                    <a:pt x="7754025" y="2150088"/>
                  </a:lnTo>
                  <a:lnTo>
                    <a:pt x="7826533" y="2169897"/>
                  </a:lnTo>
                  <a:lnTo>
                    <a:pt x="7892829" y="2191853"/>
                  </a:lnTo>
                  <a:lnTo>
                    <a:pt x="7953613" y="2216243"/>
                  </a:lnTo>
                  <a:lnTo>
                    <a:pt x="8009683" y="2243380"/>
                  </a:lnTo>
                  <a:lnTo>
                    <a:pt x="8061865" y="2273574"/>
                  </a:lnTo>
                  <a:lnTo>
                    <a:pt x="8110959" y="2307083"/>
                  </a:lnTo>
                  <a:lnTo>
                    <a:pt x="8151487" y="2338839"/>
                  </a:lnTo>
                  <a:lnTo>
                    <a:pt x="8195568" y="2377734"/>
                  </a:lnTo>
                  <a:lnTo>
                    <a:pt x="8238406" y="2419978"/>
                  </a:lnTo>
                  <a:lnTo>
                    <a:pt x="8280398" y="2465634"/>
                  </a:lnTo>
                  <a:lnTo>
                    <a:pt x="8321851" y="2514687"/>
                  </a:lnTo>
                  <a:lnTo>
                    <a:pt x="8362996" y="2567035"/>
                  </a:lnTo>
                  <a:lnTo>
                    <a:pt x="8404003" y="2622480"/>
                  </a:lnTo>
                  <a:lnTo>
                    <a:pt x="8444984" y="2680730"/>
                  </a:lnTo>
                  <a:lnTo>
                    <a:pt x="8486008" y="2741392"/>
                  </a:lnTo>
                  <a:lnTo>
                    <a:pt x="8527101" y="2803989"/>
                  </a:lnTo>
                  <a:lnTo>
                    <a:pt x="8568263" y="2867969"/>
                  </a:lnTo>
                  <a:lnTo>
                    <a:pt x="8609469" y="2932724"/>
                  </a:lnTo>
                  <a:lnTo>
                    <a:pt x="8650683" y="2997616"/>
                  </a:lnTo>
                  <a:lnTo>
                    <a:pt x="8691867" y="3061998"/>
                  </a:lnTo>
                  <a:lnTo>
                    <a:pt x="8732991" y="3125247"/>
                  </a:lnTo>
                  <a:lnTo>
                    <a:pt x="8774042" y="3186785"/>
                  </a:lnTo>
                  <a:lnTo>
                    <a:pt x="8815036" y="3246101"/>
                  </a:lnTo>
                  <a:lnTo>
                    <a:pt x="8856021" y="3302766"/>
                  </a:lnTo>
                  <a:lnTo>
                    <a:pt x="8897091" y="3356445"/>
                  </a:lnTo>
                  <a:lnTo>
                    <a:pt x="8938390" y="3406900"/>
                  </a:lnTo>
                  <a:lnTo>
                    <a:pt x="8980123" y="3453989"/>
                  </a:lnTo>
                  <a:lnTo>
                    <a:pt x="9022563" y="3497663"/>
                  </a:lnTo>
                  <a:lnTo>
                    <a:pt x="9066067" y="3537953"/>
                  </a:lnTo>
                  <a:lnTo>
                    <a:pt x="9084767" y="3553892"/>
                  </a:lnTo>
                  <a:lnTo>
                    <a:pt x="9131778" y="3590378"/>
                  </a:lnTo>
                  <a:lnTo>
                    <a:pt x="9181245" y="3623428"/>
                  </a:lnTo>
                  <a:lnTo>
                    <a:pt x="9233905" y="3653191"/>
                  </a:lnTo>
                  <a:lnTo>
                    <a:pt x="9290564" y="3679938"/>
                  </a:lnTo>
                  <a:lnTo>
                    <a:pt x="9352048" y="3703982"/>
                  </a:lnTo>
                  <a:lnTo>
                    <a:pt x="9419145" y="3725632"/>
                  </a:lnTo>
                  <a:lnTo>
                    <a:pt x="9492538" y="3745169"/>
                  </a:lnTo>
                  <a:lnTo>
                    <a:pt x="9572699" y="3762832"/>
                  </a:lnTo>
                  <a:lnTo>
                    <a:pt x="9659764" y="3778806"/>
                  </a:lnTo>
                  <a:lnTo>
                    <a:pt x="9753366" y="3793219"/>
                  </a:lnTo>
                  <a:lnTo>
                    <a:pt x="9852450" y="3806145"/>
                  </a:lnTo>
                  <a:lnTo>
                    <a:pt x="9955115" y="3817606"/>
                  </a:lnTo>
                  <a:lnTo>
                    <a:pt x="10058529" y="3827586"/>
                  </a:lnTo>
                  <a:lnTo>
                    <a:pt x="10159008" y="3836053"/>
                  </a:lnTo>
                  <a:lnTo>
                    <a:pt x="10252326" y="3842981"/>
                  </a:lnTo>
                  <a:lnTo>
                    <a:pt x="10334266" y="3848385"/>
                  </a:lnTo>
                  <a:lnTo>
                    <a:pt x="10401341" y="3852340"/>
                  </a:lnTo>
                  <a:lnTo>
                    <a:pt x="10451489" y="3855000"/>
                  </a:lnTo>
                  <a:lnTo>
                    <a:pt x="10484571" y="3856585"/>
                  </a:lnTo>
                  <a:lnTo>
                    <a:pt x="10502507" y="3857364"/>
                  </a:lnTo>
                  <a:lnTo>
                    <a:pt x="10509130" y="3857626"/>
                  </a:lnTo>
                  <a:lnTo>
                    <a:pt x="10509911" y="3857655"/>
                  </a:lnTo>
                  <a:lnTo>
                    <a:pt x="11981298" y="3857655"/>
                  </a:lnTo>
                  <a:lnTo>
                    <a:pt x="11981298" y="3849482"/>
                  </a:lnTo>
                  <a:lnTo>
                    <a:pt x="10509911" y="3849482"/>
                  </a:lnTo>
                  <a:lnTo>
                    <a:pt x="10508713" y="3849437"/>
                  </a:lnTo>
                  <a:lnTo>
                    <a:pt x="10500846" y="3849122"/>
                  </a:lnTo>
                  <a:lnTo>
                    <a:pt x="10481047" y="3848251"/>
                  </a:lnTo>
                  <a:lnTo>
                    <a:pt x="10445726" y="3846535"/>
                  </a:lnTo>
                  <a:lnTo>
                    <a:pt x="10393235" y="3843712"/>
                  </a:lnTo>
                  <a:lnTo>
                    <a:pt x="10323993" y="3839568"/>
                  </a:lnTo>
                  <a:lnTo>
                    <a:pt x="10240286" y="3833962"/>
                  </a:lnTo>
                  <a:lnTo>
                    <a:pt x="10145747" y="3826825"/>
                  </a:lnTo>
                  <a:lnTo>
                    <a:pt x="10044632" y="3818152"/>
                  </a:lnTo>
                  <a:lnTo>
                    <a:pt x="9941120" y="3807969"/>
                  </a:lnTo>
                  <a:lnTo>
                    <a:pt x="9838794" y="3796310"/>
                  </a:lnTo>
                  <a:lnTo>
                    <a:pt x="9740360" y="3783186"/>
                  </a:lnTo>
                  <a:lnTo>
                    <a:pt x="9647597" y="3768567"/>
                  </a:lnTo>
                  <a:lnTo>
                    <a:pt x="9561457" y="3752374"/>
                  </a:lnTo>
                  <a:lnTo>
                    <a:pt x="9482228" y="3734469"/>
                  </a:lnTo>
                  <a:lnTo>
                    <a:pt x="9409720" y="3714661"/>
                  </a:lnTo>
                  <a:lnTo>
                    <a:pt x="9343425" y="3692705"/>
                  </a:lnTo>
                  <a:lnTo>
                    <a:pt x="9282641" y="3668315"/>
                  </a:lnTo>
                  <a:lnTo>
                    <a:pt x="9226571" y="3641178"/>
                  </a:lnTo>
                  <a:lnTo>
                    <a:pt x="9174388" y="3610984"/>
                  </a:lnTo>
                  <a:lnTo>
                    <a:pt x="9125294" y="3577475"/>
                  </a:lnTo>
                  <a:lnTo>
                    <a:pt x="9084767" y="3545719"/>
                  </a:lnTo>
                  <a:lnTo>
                    <a:pt x="9040685" y="3506824"/>
                  </a:lnTo>
                  <a:lnTo>
                    <a:pt x="8997847" y="3464580"/>
                  </a:lnTo>
                  <a:lnTo>
                    <a:pt x="8955855" y="3418924"/>
                  </a:lnTo>
                  <a:lnTo>
                    <a:pt x="8914402" y="3369871"/>
                  </a:lnTo>
                  <a:lnTo>
                    <a:pt x="8873257" y="3317523"/>
                  </a:lnTo>
                  <a:lnTo>
                    <a:pt x="8832250" y="3262077"/>
                  </a:lnTo>
                  <a:lnTo>
                    <a:pt x="8791269" y="3203828"/>
                  </a:lnTo>
                  <a:lnTo>
                    <a:pt x="8750246" y="3143166"/>
                  </a:lnTo>
                  <a:lnTo>
                    <a:pt x="8709152" y="3080569"/>
                  </a:lnTo>
                  <a:lnTo>
                    <a:pt x="8667990" y="3016589"/>
                  </a:lnTo>
                  <a:lnTo>
                    <a:pt x="8626784" y="2951833"/>
                  </a:lnTo>
                  <a:lnTo>
                    <a:pt x="8585570" y="2886942"/>
                  </a:lnTo>
                  <a:lnTo>
                    <a:pt x="8544386" y="2822560"/>
                  </a:lnTo>
                  <a:lnTo>
                    <a:pt x="8503262" y="2759311"/>
                  </a:lnTo>
                  <a:lnTo>
                    <a:pt x="8462211" y="2697773"/>
                  </a:lnTo>
                  <a:lnTo>
                    <a:pt x="8421218" y="2638457"/>
                  </a:lnTo>
                  <a:lnTo>
                    <a:pt x="8380233" y="2581792"/>
                  </a:lnTo>
                  <a:lnTo>
                    <a:pt x="8339163" y="2528113"/>
                  </a:lnTo>
                  <a:lnTo>
                    <a:pt x="8297863" y="2477658"/>
                  </a:lnTo>
                  <a:lnTo>
                    <a:pt x="8256131" y="2430568"/>
                  </a:lnTo>
                  <a:lnTo>
                    <a:pt x="8213691" y="2386895"/>
                  </a:lnTo>
                  <a:lnTo>
                    <a:pt x="8170186" y="2346605"/>
                  </a:lnTo>
                  <a:lnTo>
                    <a:pt x="8151487" y="2330666"/>
                  </a:lnTo>
                  <a:lnTo>
                    <a:pt x="8104475" y="2294179"/>
                  </a:lnTo>
                  <a:lnTo>
                    <a:pt x="8055008" y="2261130"/>
                  </a:lnTo>
                  <a:lnTo>
                    <a:pt x="8002348" y="2231367"/>
                  </a:lnTo>
                  <a:lnTo>
                    <a:pt x="7945689" y="2204619"/>
                  </a:lnTo>
                  <a:lnTo>
                    <a:pt x="7884205" y="2180576"/>
                  </a:lnTo>
                  <a:lnTo>
                    <a:pt x="7817108" y="2158926"/>
                  </a:lnTo>
                  <a:lnTo>
                    <a:pt x="7743716" y="2139388"/>
                  </a:lnTo>
                  <a:lnTo>
                    <a:pt x="7663555" y="2121725"/>
                  </a:lnTo>
                  <a:lnTo>
                    <a:pt x="7576489" y="2105752"/>
                  </a:lnTo>
                  <a:lnTo>
                    <a:pt x="7482888" y="2091339"/>
                  </a:lnTo>
                  <a:lnTo>
                    <a:pt x="7383803" y="2078413"/>
                  </a:lnTo>
                  <a:lnTo>
                    <a:pt x="7281138" y="2066952"/>
                  </a:lnTo>
                  <a:lnTo>
                    <a:pt x="7177724" y="2056972"/>
                  </a:lnTo>
                  <a:lnTo>
                    <a:pt x="7077245" y="2048505"/>
                  </a:lnTo>
                  <a:lnTo>
                    <a:pt x="6983927" y="2041576"/>
                  </a:lnTo>
                  <a:lnTo>
                    <a:pt x="6901987" y="2036173"/>
                  </a:lnTo>
                  <a:lnTo>
                    <a:pt x="6834913" y="2032218"/>
                  </a:lnTo>
                  <a:lnTo>
                    <a:pt x="6784764" y="2029558"/>
                  </a:lnTo>
                  <a:lnTo>
                    <a:pt x="6751683" y="2027973"/>
                  </a:lnTo>
                  <a:lnTo>
                    <a:pt x="6733746" y="2027194"/>
                  </a:lnTo>
                  <a:lnTo>
                    <a:pt x="6727123" y="2026932"/>
                  </a:lnTo>
                  <a:lnTo>
                    <a:pt x="6726343" y="2026903"/>
                  </a:lnTo>
                  <a:lnTo>
                    <a:pt x="5254955" y="2026903"/>
                  </a:lnTo>
                  <a:lnTo>
                    <a:pt x="5253766" y="2026854"/>
                  </a:lnTo>
                  <a:lnTo>
                    <a:pt x="5245957" y="2026506"/>
                  </a:lnTo>
                  <a:lnTo>
                    <a:pt x="5226299" y="2025545"/>
                  </a:lnTo>
                  <a:lnTo>
                    <a:pt x="5191217" y="2023652"/>
                  </a:lnTo>
                  <a:lnTo>
                    <a:pt x="5139059" y="2020536"/>
                  </a:lnTo>
                  <a:lnTo>
                    <a:pt x="5070216" y="2015961"/>
                  </a:lnTo>
                  <a:lnTo>
                    <a:pt x="4986936" y="2009770"/>
                  </a:lnTo>
                  <a:lnTo>
                    <a:pt x="4892805" y="2001886"/>
                  </a:lnTo>
                  <a:lnTo>
                    <a:pt x="4792044" y="1992302"/>
                  </a:lnTo>
                  <a:lnTo>
                    <a:pt x="4688809" y="1981047"/>
                  </a:lnTo>
                  <a:lnTo>
                    <a:pt x="4586673" y="1968157"/>
                  </a:lnTo>
                  <a:lnTo>
                    <a:pt x="4488346" y="1953647"/>
                  </a:lnTo>
                  <a:lnTo>
                    <a:pt x="4395621" y="1937485"/>
                  </a:lnTo>
                  <a:lnTo>
                    <a:pt x="4309465" y="1919585"/>
                  </a:lnTo>
                  <a:lnTo>
                    <a:pt x="4230184" y="1899798"/>
                  </a:lnTo>
                  <a:lnTo>
                    <a:pt x="4157604" y="1877914"/>
                  </a:lnTo>
                  <a:lnTo>
                    <a:pt x="4091230" y="1853665"/>
                  </a:lnTo>
                  <a:lnTo>
                    <a:pt x="4030372" y="1826738"/>
                  </a:lnTo>
                  <a:lnTo>
                    <a:pt x="3974242" y="1796788"/>
                  </a:lnTo>
                  <a:lnTo>
                    <a:pt x="3922019" y="1763472"/>
                  </a:lnTo>
                  <a:lnTo>
                    <a:pt x="3872908" y="1726499"/>
                  </a:lnTo>
                  <a:lnTo>
                    <a:pt x="3829811" y="1689086"/>
                  </a:lnTo>
                  <a:lnTo>
                    <a:pt x="3787211" y="1647367"/>
                  </a:lnTo>
                  <a:lnTo>
                    <a:pt x="3745783" y="1602176"/>
                  </a:lnTo>
                  <a:lnTo>
                    <a:pt x="3705167" y="1553447"/>
                  </a:lnTo>
                  <a:lnTo>
                    <a:pt x="3665080" y="1501187"/>
                  </a:lnTo>
                  <a:lnTo>
                    <a:pt x="3625305" y="1445488"/>
                  </a:lnTo>
                  <a:lnTo>
                    <a:pt x="3585682" y="1386532"/>
                  </a:lnTo>
                  <a:lnTo>
                    <a:pt x="3546101" y="1324597"/>
                  </a:lnTo>
                  <a:lnTo>
                    <a:pt x="3506491" y="1260051"/>
                  </a:lnTo>
                  <a:lnTo>
                    <a:pt x="3466820" y="1193354"/>
                  </a:lnTo>
                  <a:lnTo>
                    <a:pt x="3427082" y="1125039"/>
                  </a:lnTo>
                  <a:lnTo>
                    <a:pt x="3387293" y="1055699"/>
                  </a:lnTo>
                  <a:lnTo>
                    <a:pt x="3347483" y="985967"/>
                  </a:lnTo>
                  <a:lnTo>
                    <a:pt x="3307688" y="916491"/>
                  </a:lnTo>
                  <a:lnTo>
                    <a:pt x="3267937" y="847907"/>
                  </a:lnTo>
                  <a:lnTo>
                    <a:pt x="3228251" y="780820"/>
                  </a:lnTo>
                  <a:lnTo>
                    <a:pt x="3188630" y="715778"/>
                  </a:lnTo>
                  <a:lnTo>
                    <a:pt x="3149047" y="653256"/>
                  </a:lnTo>
                  <a:lnTo>
                    <a:pt x="3109441" y="593642"/>
                  </a:lnTo>
                  <a:lnTo>
                    <a:pt x="3069709" y="537235"/>
                  </a:lnTo>
                  <a:lnTo>
                    <a:pt x="3029704" y="484235"/>
                  </a:lnTo>
                  <a:lnTo>
                    <a:pt x="2989222" y="434755"/>
                  </a:lnTo>
                  <a:lnTo>
                    <a:pt x="2947994" y="388818"/>
                  </a:lnTo>
                  <a:lnTo>
                    <a:pt x="2905676" y="346372"/>
                  </a:lnTo>
                  <a:lnTo>
                    <a:pt x="2896531" y="337817"/>
                  </a:lnTo>
                  <a:lnTo>
                    <a:pt x="2849643" y="297338"/>
                  </a:lnTo>
                  <a:lnTo>
                    <a:pt x="2800313" y="260664"/>
                  </a:lnTo>
                  <a:lnTo>
                    <a:pt x="2747811" y="227625"/>
                  </a:lnTo>
                  <a:lnTo>
                    <a:pt x="2691336" y="197927"/>
                  </a:lnTo>
                  <a:lnTo>
                    <a:pt x="2630069" y="171225"/>
                  </a:lnTo>
                  <a:lnTo>
                    <a:pt x="2563227" y="147174"/>
                  </a:lnTo>
                  <a:lnTo>
                    <a:pt x="2490132" y="125465"/>
                  </a:lnTo>
                  <a:lnTo>
                    <a:pt x="2410308" y="105834"/>
                  </a:lnTo>
                  <a:lnTo>
                    <a:pt x="2323613" y="88076"/>
                  </a:lnTo>
                  <a:lnTo>
                    <a:pt x="2230399" y="72048"/>
                  </a:lnTo>
                  <a:lnTo>
                    <a:pt x="2131694" y="57666"/>
                  </a:lnTo>
                  <a:lnTo>
                    <a:pt x="2029359" y="44905"/>
                  </a:lnTo>
                  <a:lnTo>
                    <a:pt x="1926180" y="33781"/>
                  </a:lnTo>
                  <a:lnTo>
                    <a:pt x="1825787" y="24330"/>
                  </a:lnTo>
                  <a:lnTo>
                    <a:pt x="1732366" y="16582"/>
                  </a:lnTo>
                  <a:lnTo>
                    <a:pt x="1650111" y="10522"/>
                  </a:lnTo>
                  <a:lnTo>
                    <a:pt x="1582528" y="6070"/>
                  </a:lnTo>
                  <a:lnTo>
                    <a:pt x="1531734" y="3060"/>
                  </a:lnTo>
                  <a:lnTo>
                    <a:pt x="1497960" y="1252"/>
                  </a:lnTo>
                  <a:lnTo>
                    <a:pt x="1479394" y="351"/>
                  </a:lnTo>
                  <a:lnTo>
                    <a:pt x="1472320" y="38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798" name="pl798"/>
            <p:cNvSpPr/>
            <p:nvPr/>
          </p:nvSpPr>
          <p:spPr>
            <a:xfrm>
              <a:off x="4799595" y="4628331"/>
              <a:ext cx="11981298" cy="3849482"/>
            </a:xfrm>
            <a:custGeom>
              <a:avLst/>
              <a:pathLst>
                <a:path w="11981298" h="3849482">
                  <a:moveTo>
                    <a:pt x="0" y="0"/>
                  </a:moveTo>
                  <a:lnTo>
                    <a:pt x="1471387" y="0"/>
                  </a:lnTo>
                  <a:lnTo>
                    <a:pt x="1472576" y="48"/>
                  </a:lnTo>
                  <a:lnTo>
                    <a:pt x="1480385" y="396"/>
                  </a:lnTo>
                  <a:lnTo>
                    <a:pt x="1500043" y="1358"/>
                  </a:lnTo>
                  <a:lnTo>
                    <a:pt x="1535125" y="3251"/>
                  </a:lnTo>
                  <a:lnTo>
                    <a:pt x="1587283" y="6367"/>
                  </a:lnTo>
                  <a:lnTo>
                    <a:pt x="1656126" y="10942"/>
                  </a:lnTo>
                  <a:lnTo>
                    <a:pt x="1739406" y="17133"/>
                  </a:lnTo>
                  <a:lnTo>
                    <a:pt x="1833537" y="25017"/>
                  </a:lnTo>
                  <a:lnTo>
                    <a:pt x="1934298" y="34601"/>
                  </a:lnTo>
                  <a:lnTo>
                    <a:pt x="2037533" y="45856"/>
                  </a:lnTo>
                  <a:lnTo>
                    <a:pt x="2139669" y="58745"/>
                  </a:lnTo>
                  <a:lnTo>
                    <a:pt x="2237996" y="73256"/>
                  </a:lnTo>
                  <a:lnTo>
                    <a:pt x="2330721" y="89418"/>
                  </a:lnTo>
                  <a:lnTo>
                    <a:pt x="2416878" y="107318"/>
                  </a:lnTo>
                  <a:lnTo>
                    <a:pt x="2496158" y="127105"/>
                  </a:lnTo>
                  <a:lnTo>
                    <a:pt x="2568738" y="148989"/>
                  </a:lnTo>
                  <a:lnTo>
                    <a:pt x="2635112" y="173237"/>
                  </a:lnTo>
                  <a:lnTo>
                    <a:pt x="2695970" y="200164"/>
                  </a:lnTo>
                  <a:lnTo>
                    <a:pt x="2752101" y="230115"/>
                  </a:lnTo>
                  <a:lnTo>
                    <a:pt x="2804323" y="263431"/>
                  </a:lnTo>
                  <a:lnTo>
                    <a:pt x="2853434" y="300403"/>
                  </a:lnTo>
                  <a:lnTo>
                    <a:pt x="2896531" y="337817"/>
                  </a:lnTo>
                  <a:lnTo>
                    <a:pt x="2939132" y="379536"/>
                  </a:lnTo>
                  <a:lnTo>
                    <a:pt x="2980559" y="424726"/>
                  </a:lnTo>
                  <a:lnTo>
                    <a:pt x="3021175" y="473456"/>
                  </a:lnTo>
                  <a:lnTo>
                    <a:pt x="3061262" y="525716"/>
                  </a:lnTo>
                  <a:lnTo>
                    <a:pt x="3101037" y="581415"/>
                  </a:lnTo>
                  <a:lnTo>
                    <a:pt x="3140660" y="640370"/>
                  </a:lnTo>
                  <a:lnTo>
                    <a:pt x="3180241" y="702306"/>
                  </a:lnTo>
                  <a:lnTo>
                    <a:pt x="3219851" y="766851"/>
                  </a:lnTo>
                  <a:lnTo>
                    <a:pt x="3259522" y="833549"/>
                  </a:lnTo>
                  <a:lnTo>
                    <a:pt x="3299260" y="901864"/>
                  </a:lnTo>
                  <a:lnTo>
                    <a:pt x="3339049" y="971203"/>
                  </a:lnTo>
                  <a:lnTo>
                    <a:pt x="3378859" y="1040935"/>
                  </a:lnTo>
                  <a:lnTo>
                    <a:pt x="3418655" y="1110412"/>
                  </a:lnTo>
                  <a:lnTo>
                    <a:pt x="3458405" y="1178995"/>
                  </a:lnTo>
                  <a:lnTo>
                    <a:pt x="3498091" y="1246082"/>
                  </a:lnTo>
                  <a:lnTo>
                    <a:pt x="3537712" y="1311124"/>
                  </a:lnTo>
                  <a:lnTo>
                    <a:pt x="3577295" y="1373647"/>
                  </a:lnTo>
                  <a:lnTo>
                    <a:pt x="3616902" y="1433260"/>
                  </a:lnTo>
                  <a:lnTo>
                    <a:pt x="3656633" y="1489668"/>
                  </a:lnTo>
                  <a:lnTo>
                    <a:pt x="3696638" y="1542667"/>
                  </a:lnTo>
                  <a:lnTo>
                    <a:pt x="3737120" y="1592148"/>
                  </a:lnTo>
                  <a:lnTo>
                    <a:pt x="3778348" y="1638085"/>
                  </a:lnTo>
                  <a:lnTo>
                    <a:pt x="3820666" y="1680531"/>
                  </a:lnTo>
                  <a:lnTo>
                    <a:pt x="3829811" y="1689086"/>
                  </a:lnTo>
                  <a:lnTo>
                    <a:pt x="3876699" y="1729564"/>
                  </a:lnTo>
                  <a:lnTo>
                    <a:pt x="3926029" y="1766239"/>
                  </a:lnTo>
                  <a:lnTo>
                    <a:pt x="3978532" y="1799277"/>
                  </a:lnTo>
                  <a:lnTo>
                    <a:pt x="4035006" y="1828975"/>
                  </a:lnTo>
                  <a:lnTo>
                    <a:pt x="4096273" y="1855678"/>
                  </a:lnTo>
                  <a:lnTo>
                    <a:pt x="4163115" y="1879728"/>
                  </a:lnTo>
                  <a:lnTo>
                    <a:pt x="4236210" y="1901437"/>
                  </a:lnTo>
                  <a:lnTo>
                    <a:pt x="4316035" y="1921068"/>
                  </a:lnTo>
                  <a:lnTo>
                    <a:pt x="4402729" y="1938826"/>
                  </a:lnTo>
                  <a:lnTo>
                    <a:pt x="4495943" y="1954855"/>
                  </a:lnTo>
                  <a:lnTo>
                    <a:pt x="4594649" y="1969236"/>
                  </a:lnTo>
                  <a:lnTo>
                    <a:pt x="4696983" y="1981997"/>
                  </a:lnTo>
                  <a:lnTo>
                    <a:pt x="4800162" y="1993122"/>
                  </a:lnTo>
                  <a:lnTo>
                    <a:pt x="4900555" y="2002572"/>
                  </a:lnTo>
                  <a:lnTo>
                    <a:pt x="4993977" y="2010321"/>
                  </a:lnTo>
                  <a:lnTo>
                    <a:pt x="5076231" y="2016380"/>
                  </a:lnTo>
                  <a:lnTo>
                    <a:pt x="5143814" y="2020833"/>
                  </a:lnTo>
                  <a:lnTo>
                    <a:pt x="5194608" y="2023843"/>
                  </a:lnTo>
                  <a:lnTo>
                    <a:pt x="5228382" y="2025651"/>
                  </a:lnTo>
                  <a:lnTo>
                    <a:pt x="5246948" y="2026552"/>
                  </a:lnTo>
                  <a:lnTo>
                    <a:pt x="5254023" y="2026865"/>
                  </a:lnTo>
                  <a:lnTo>
                    <a:pt x="5254955" y="2026903"/>
                  </a:lnTo>
                  <a:lnTo>
                    <a:pt x="6726343" y="2026903"/>
                  </a:lnTo>
                  <a:lnTo>
                    <a:pt x="6727541" y="2026947"/>
                  </a:lnTo>
                  <a:lnTo>
                    <a:pt x="6735407" y="2027263"/>
                  </a:lnTo>
                  <a:lnTo>
                    <a:pt x="6755206" y="2028134"/>
                  </a:lnTo>
                  <a:lnTo>
                    <a:pt x="6790527" y="2029849"/>
                  </a:lnTo>
                  <a:lnTo>
                    <a:pt x="6843018" y="2032673"/>
                  </a:lnTo>
                  <a:lnTo>
                    <a:pt x="6912261" y="2036817"/>
                  </a:lnTo>
                  <a:lnTo>
                    <a:pt x="6995967" y="2042423"/>
                  </a:lnTo>
                  <a:lnTo>
                    <a:pt x="7090506" y="2049560"/>
                  </a:lnTo>
                  <a:lnTo>
                    <a:pt x="7191622" y="2058233"/>
                  </a:lnTo>
                  <a:lnTo>
                    <a:pt x="7295133" y="2068416"/>
                  </a:lnTo>
                  <a:lnTo>
                    <a:pt x="7397459" y="2080075"/>
                  </a:lnTo>
                  <a:lnTo>
                    <a:pt x="7495894" y="2093199"/>
                  </a:lnTo>
                  <a:lnTo>
                    <a:pt x="7588656" y="2107818"/>
                  </a:lnTo>
                  <a:lnTo>
                    <a:pt x="7674796" y="2124011"/>
                  </a:lnTo>
                  <a:lnTo>
                    <a:pt x="7754025" y="2141915"/>
                  </a:lnTo>
                  <a:lnTo>
                    <a:pt x="7826533" y="2161724"/>
                  </a:lnTo>
                  <a:lnTo>
                    <a:pt x="7892829" y="2183680"/>
                  </a:lnTo>
                  <a:lnTo>
                    <a:pt x="7953613" y="2208070"/>
                  </a:lnTo>
                  <a:lnTo>
                    <a:pt x="8009683" y="2235207"/>
                  </a:lnTo>
                  <a:lnTo>
                    <a:pt x="8061865" y="2265401"/>
                  </a:lnTo>
                  <a:lnTo>
                    <a:pt x="8110959" y="2298910"/>
                  </a:lnTo>
                  <a:lnTo>
                    <a:pt x="8151487" y="2330666"/>
                  </a:lnTo>
                  <a:lnTo>
                    <a:pt x="8195568" y="2369561"/>
                  </a:lnTo>
                  <a:lnTo>
                    <a:pt x="8238406" y="2411805"/>
                  </a:lnTo>
                  <a:lnTo>
                    <a:pt x="8280398" y="2457461"/>
                  </a:lnTo>
                  <a:lnTo>
                    <a:pt x="8321851" y="2506514"/>
                  </a:lnTo>
                  <a:lnTo>
                    <a:pt x="8362996" y="2558862"/>
                  </a:lnTo>
                  <a:lnTo>
                    <a:pt x="8404003" y="2614307"/>
                  </a:lnTo>
                  <a:lnTo>
                    <a:pt x="8444984" y="2672557"/>
                  </a:lnTo>
                  <a:lnTo>
                    <a:pt x="8486008" y="2733219"/>
                  </a:lnTo>
                  <a:lnTo>
                    <a:pt x="8527101" y="2795816"/>
                  </a:lnTo>
                  <a:lnTo>
                    <a:pt x="8568263" y="2859796"/>
                  </a:lnTo>
                  <a:lnTo>
                    <a:pt x="8609469" y="2924551"/>
                  </a:lnTo>
                  <a:lnTo>
                    <a:pt x="8650683" y="2989443"/>
                  </a:lnTo>
                  <a:lnTo>
                    <a:pt x="8691867" y="3053825"/>
                  </a:lnTo>
                  <a:lnTo>
                    <a:pt x="8732991" y="3117074"/>
                  </a:lnTo>
                  <a:lnTo>
                    <a:pt x="8774042" y="3178612"/>
                  </a:lnTo>
                  <a:lnTo>
                    <a:pt x="8815036" y="3237928"/>
                  </a:lnTo>
                  <a:lnTo>
                    <a:pt x="8856021" y="3294593"/>
                  </a:lnTo>
                  <a:lnTo>
                    <a:pt x="8897091" y="3348272"/>
                  </a:lnTo>
                  <a:lnTo>
                    <a:pt x="8938390" y="3398727"/>
                  </a:lnTo>
                  <a:lnTo>
                    <a:pt x="8980123" y="3445816"/>
                  </a:lnTo>
                  <a:lnTo>
                    <a:pt x="9022563" y="3489490"/>
                  </a:lnTo>
                  <a:lnTo>
                    <a:pt x="9066067" y="3529780"/>
                  </a:lnTo>
                  <a:lnTo>
                    <a:pt x="9084767" y="3545719"/>
                  </a:lnTo>
                  <a:lnTo>
                    <a:pt x="9131778" y="3582205"/>
                  </a:lnTo>
                  <a:lnTo>
                    <a:pt x="9181245" y="3615255"/>
                  </a:lnTo>
                  <a:lnTo>
                    <a:pt x="9233905" y="3645018"/>
                  </a:lnTo>
                  <a:lnTo>
                    <a:pt x="9290564" y="3671765"/>
                  </a:lnTo>
                  <a:lnTo>
                    <a:pt x="9352048" y="3695809"/>
                  </a:lnTo>
                  <a:lnTo>
                    <a:pt x="9419145" y="3717459"/>
                  </a:lnTo>
                  <a:lnTo>
                    <a:pt x="9492538" y="3736996"/>
                  </a:lnTo>
                  <a:lnTo>
                    <a:pt x="9572699" y="3754659"/>
                  </a:lnTo>
                  <a:lnTo>
                    <a:pt x="9659764" y="3770633"/>
                  </a:lnTo>
                  <a:lnTo>
                    <a:pt x="9753366" y="3785046"/>
                  </a:lnTo>
                  <a:lnTo>
                    <a:pt x="9852450" y="3797972"/>
                  </a:lnTo>
                  <a:lnTo>
                    <a:pt x="9955115" y="3809433"/>
                  </a:lnTo>
                  <a:lnTo>
                    <a:pt x="10058529" y="3819413"/>
                  </a:lnTo>
                  <a:lnTo>
                    <a:pt x="10159008" y="3827880"/>
                  </a:lnTo>
                  <a:lnTo>
                    <a:pt x="10252326" y="3834808"/>
                  </a:lnTo>
                  <a:lnTo>
                    <a:pt x="10334266" y="3840212"/>
                  </a:lnTo>
                  <a:lnTo>
                    <a:pt x="10401341" y="3844167"/>
                  </a:lnTo>
                  <a:lnTo>
                    <a:pt x="10451489" y="3846827"/>
                  </a:lnTo>
                  <a:lnTo>
                    <a:pt x="10484571" y="3848412"/>
                  </a:lnTo>
                  <a:lnTo>
                    <a:pt x="10502507" y="3849191"/>
                  </a:lnTo>
                  <a:lnTo>
                    <a:pt x="10509130" y="3849453"/>
                  </a:lnTo>
                  <a:lnTo>
                    <a:pt x="10509911" y="3849482"/>
                  </a:lnTo>
                  <a:lnTo>
                    <a:pt x="11981298" y="384948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799" name="pl799"/>
            <p:cNvSpPr/>
            <p:nvPr/>
          </p:nvSpPr>
          <p:spPr>
            <a:xfrm>
              <a:off x="4799595" y="4620158"/>
              <a:ext cx="11981298" cy="3849482"/>
            </a:xfrm>
            <a:custGeom>
              <a:avLst/>
              <a:pathLst>
                <a:path w="11981298" h="3849482">
                  <a:moveTo>
                    <a:pt x="11981298" y="3849482"/>
                  </a:moveTo>
                  <a:lnTo>
                    <a:pt x="10509911" y="3849482"/>
                  </a:lnTo>
                  <a:lnTo>
                    <a:pt x="10508713" y="3849437"/>
                  </a:lnTo>
                  <a:lnTo>
                    <a:pt x="10500846" y="3849122"/>
                  </a:lnTo>
                  <a:lnTo>
                    <a:pt x="10481047" y="3848251"/>
                  </a:lnTo>
                  <a:lnTo>
                    <a:pt x="10445726" y="3846535"/>
                  </a:lnTo>
                  <a:lnTo>
                    <a:pt x="10393235" y="3843712"/>
                  </a:lnTo>
                  <a:lnTo>
                    <a:pt x="10323993" y="3839568"/>
                  </a:lnTo>
                  <a:lnTo>
                    <a:pt x="10240286" y="3833962"/>
                  </a:lnTo>
                  <a:lnTo>
                    <a:pt x="10145747" y="3826825"/>
                  </a:lnTo>
                  <a:lnTo>
                    <a:pt x="10044632" y="3818152"/>
                  </a:lnTo>
                  <a:lnTo>
                    <a:pt x="9941120" y="3807969"/>
                  </a:lnTo>
                  <a:lnTo>
                    <a:pt x="9838794" y="3796310"/>
                  </a:lnTo>
                  <a:lnTo>
                    <a:pt x="9740360" y="3783186"/>
                  </a:lnTo>
                  <a:lnTo>
                    <a:pt x="9647597" y="3768567"/>
                  </a:lnTo>
                  <a:lnTo>
                    <a:pt x="9561457" y="3752374"/>
                  </a:lnTo>
                  <a:lnTo>
                    <a:pt x="9482228" y="3734469"/>
                  </a:lnTo>
                  <a:lnTo>
                    <a:pt x="9409720" y="3714661"/>
                  </a:lnTo>
                  <a:lnTo>
                    <a:pt x="9343425" y="3692705"/>
                  </a:lnTo>
                  <a:lnTo>
                    <a:pt x="9282641" y="3668315"/>
                  </a:lnTo>
                  <a:lnTo>
                    <a:pt x="9226571" y="3641178"/>
                  </a:lnTo>
                  <a:lnTo>
                    <a:pt x="9174388" y="3610984"/>
                  </a:lnTo>
                  <a:lnTo>
                    <a:pt x="9125294" y="3577475"/>
                  </a:lnTo>
                  <a:lnTo>
                    <a:pt x="9084767" y="3545719"/>
                  </a:lnTo>
                  <a:lnTo>
                    <a:pt x="9040685" y="3506824"/>
                  </a:lnTo>
                  <a:lnTo>
                    <a:pt x="8997847" y="3464580"/>
                  </a:lnTo>
                  <a:lnTo>
                    <a:pt x="8955855" y="3418924"/>
                  </a:lnTo>
                  <a:lnTo>
                    <a:pt x="8914402" y="3369871"/>
                  </a:lnTo>
                  <a:lnTo>
                    <a:pt x="8873257" y="3317523"/>
                  </a:lnTo>
                  <a:lnTo>
                    <a:pt x="8832250" y="3262077"/>
                  </a:lnTo>
                  <a:lnTo>
                    <a:pt x="8791269" y="3203828"/>
                  </a:lnTo>
                  <a:lnTo>
                    <a:pt x="8750246" y="3143166"/>
                  </a:lnTo>
                  <a:lnTo>
                    <a:pt x="8709152" y="3080569"/>
                  </a:lnTo>
                  <a:lnTo>
                    <a:pt x="8667990" y="3016589"/>
                  </a:lnTo>
                  <a:lnTo>
                    <a:pt x="8626784" y="2951833"/>
                  </a:lnTo>
                  <a:lnTo>
                    <a:pt x="8585570" y="2886942"/>
                  </a:lnTo>
                  <a:lnTo>
                    <a:pt x="8544386" y="2822560"/>
                  </a:lnTo>
                  <a:lnTo>
                    <a:pt x="8503262" y="2759311"/>
                  </a:lnTo>
                  <a:lnTo>
                    <a:pt x="8462211" y="2697773"/>
                  </a:lnTo>
                  <a:lnTo>
                    <a:pt x="8421218" y="2638457"/>
                  </a:lnTo>
                  <a:lnTo>
                    <a:pt x="8380233" y="2581792"/>
                  </a:lnTo>
                  <a:lnTo>
                    <a:pt x="8339163" y="2528113"/>
                  </a:lnTo>
                  <a:lnTo>
                    <a:pt x="8297863" y="2477658"/>
                  </a:lnTo>
                  <a:lnTo>
                    <a:pt x="8256131" y="2430568"/>
                  </a:lnTo>
                  <a:lnTo>
                    <a:pt x="8213691" y="2386895"/>
                  </a:lnTo>
                  <a:lnTo>
                    <a:pt x="8170186" y="2346605"/>
                  </a:lnTo>
                  <a:lnTo>
                    <a:pt x="8151487" y="2330666"/>
                  </a:lnTo>
                  <a:lnTo>
                    <a:pt x="8104475" y="2294179"/>
                  </a:lnTo>
                  <a:lnTo>
                    <a:pt x="8055008" y="2261130"/>
                  </a:lnTo>
                  <a:lnTo>
                    <a:pt x="8002348" y="2231367"/>
                  </a:lnTo>
                  <a:lnTo>
                    <a:pt x="7945689" y="2204619"/>
                  </a:lnTo>
                  <a:lnTo>
                    <a:pt x="7884205" y="2180576"/>
                  </a:lnTo>
                  <a:lnTo>
                    <a:pt x="7817108" y="2158926"/>
                  </a:lnTo>
                  <a:lnTo>
                    <a:pt x="7743716" y="2139388"/>
                  </a:lnTo>
                  <a:lnTo>
                    <a:pt x="7663555" y="2121725"/>
                  </a:lnTo>
                  <a:lnTo>
                    <a:pt x="7576489" y="2105752"/>
                  </a:lnTo>
                  <a:lnTo>
                    <a:pt x="7482888" y="2091339"/>
                  </a:lnTo>
                  <a:lnTo>
                    <a:pt x="7383803" y="2078413"/>
                  </a:lnTo>
                  <a:lnTo>
                    <a:pt x="7281138" y="2066952"/>
                  </a:lnTo>
                  <a:lnTo>
                    <a:pt x="7177724" y="2056972"/>
                  </a:lnTo>
                  <a:lnTo>
                    <a:pt x="7077245" y="2048505"/>
                  </a:lnTo>
                  <a:lnTo>
                    <a:pt x="6983927" y="2041576"/>
                  </a:lnTo>
                  <a:lnTo>
                    <a:pt x="6901987" y="2036173"/>
                  </a:lnTo>
                  <a:lnTo>
                    <a:pt x="6834913" y="2032218"/>
                  </a:lnTo>
                  <a:lnTo>
                    <a:pt x="6784764" y="2029558"/>
                  </a:lnTo>
                  <a:lnTo>
                    <a:pt x="6751683" y="2027973"/>
                  </a:lnTo>
                  <a:lnTo>
                    <a:pt x="6733746" y="2027194"/>
                  </a:lnTo>
                  <a:lnTo>
                    <a:pt x="6727123" y="2026932"/>
                  </a:lnTo>
                  <a:lnTo>
                    <a:pt x="6726343" y="2026903"/>
                  </a:lnTo>
                  <a:lnTo>
                    <a:pt x="5254955" y="2026903"/>
                  </a:lnTo>
                  <a:lnTo>
                    <a:pt x="5253766" y="2026854"/>
                  </a:lnTo>
                  <a:lnTo>
                    <a:pt x="5245957" y="2026506"/>
                  </a:lnTo>
                  <a:lnTo>
                    <a:pt x="5226299" y="2025545"/>
                  </a:lnTo>
                  <a:lnTo>
                    <a:pt x="5191217" y="2023652"/>
                  </a:lnTo>
                  <a:lnTo>
                    <a:pt x="5139059" y="2020536"/>
                  </a:lnTo>
                  <a:lnTo>
                    <a:pt x="5070216" y="2015961"/>
                  </a:lnTo>
                  <a:lnTo>
                    <a:pt x="4986936" y="2009770"/>
                  </a:lnTo>
                  <a:lnTo>
                    <a:pt x="4892805" y="2001886"/>
                  </a:lnTo>
                  <a:lnTo>
                    <a:pt x="4792044" y="1992302"/>
                  </a:lnTo>
                  <a:lnTo>
                    <a:pt x="4688809" y="1981047"/>
                  </a:lnTo>
                  <a:lnTo>
                    <a:pt x="4586673" y="1968157"/>
                  </a:lnTo>
                  <a:lnTo>
                    <a:pt x="4488346" y="1953647"/>
                  </a:lnTo>
                  <a:lnTo>
                    <a:pt x="4395621" y="1937485"/>
                  </a:lnTo>
                  <a:lnTo>
                    <a:pt x="4309465" y="1919585"/>
                  </a:lnTo>
                  <a:lnTo>
                    <a:pt x="4230184" y="1899798"/>
                  </a:lnTo>
                  <a:lnTo>
                    <a:pt x="4157604" y="1877914"/>
                  </a:lnTo>
                  <a:lnTo>
                    <a:pt x="4091230" y="1853665"/>
                  </a:lnTo>
                  <a:lnTo>
                    <a:pt x="4030372" y="1826738"/>
                  </a:lnTo>
                  <a:lnTo>
                    <a:pt x="3974242" y="1796788"/>
                  </a:lnTo>
                  <a:lnTo>
                    <a:pt x="3922019" y="1763472"/>
                  </a:lnTo>
                  <a:lnTo>
                    <a:pt x="3872908" y="1726499"/>
                  </a:lnTo>
                  <a:lnTo>
                    <a:pt x="3829811" y="1689086"/>
                  </a:lnTo>
                  <a:lnTo>
                    <a:pt x="3787211" y="1647367"/>
                  </a:lnTo>
                  <a:lnTo>
                    <a:pt x="3745783" y="1602176"/>
                  </a:lnTo>
                  <a:lnTo>
                    <a:pt x="3705167" y="1553447"/>
                  </a:lnTo>
                  <a:lnTo>
                    <a:pt x="3665080" y="1501187"/>
                  </a:lnTo>
                  <a:lnTo>
                    <a:pt x="3625305" y="1445488"/>
                  </a:lnTo>
                  <a:lnTo>
                    <a:pt x="3585682" y="1386532"/>
                  </a:lnTo>
                  <a:lnTo>
                    <a:pt x="3546101" y="1324597"/>
                  </a:lnTo>
                  <a:lnTo>
                    <a:pt x="3506491" y="1260051"/>
                  </a:lnTo>
                  <a:lnTo>
                    <a:pt x="3466820" y="1193354"/>
                  </a:lnTo>
                  <a:lnTo>
                    <a:pt x="3427082" y="1125039"/>
                  </a:lnTo>
                  <a:lnTo>
                    <a:pt x="3387293" y="1055699"/>
                  </a:lnTo>
                  <a:lnTo>
                    <a:pt x="3347483" y="985967"/>
                  </a:lnTo>
                  <a:lnTo>
                    <a:pt x="3307688" y="916491"/>
                  </a:lnTo>
                  <a:lnTo>
                    <a:pt x="3267937" y="847907"/>
                  </a:lnTo>
                  <a:lnTo>
                    <a:pt x="3228251" y="780820"/>
                  </a:lnTo>
                  <a:lnTo>
                    <a:pt x="3188630" y="715778"/>
                  </a:lnTo>
                  <a:lnTo>
                    <a:pt x="3149047" y="653256"/>
                  </a:lnTo>
                  <a:lnTo>
                    <a:pt x="3109441" y="593642"/>
                  </a:lnTo>
                  <a:lnTo>
                    <a:pt x="3069709" y="537235"/>
                  </a:lnTo>
                  <a:lnTo>
                    <a:pt x="3029704" y="484235"/>
                  </a:lnTo>
                  <a:lnTo>
                    <a:pt x="2989222" y="434755"/>
                  </a:lnTo>
                  <a:lnTo>
                    <a:pt x="2947994" y="388818"/>
                  </a:lnTo>
                  <a:lnTo>
                    <a:pt x="2905676" y="346372"/>
                  </a:lnTo>
                  <a:lnTo>
                    <a:pt x="2896531" y="337817"/>
                  </a:lnTo>
                  <a:lnTo>
                    <a:pt x="2849643" y="297338"/>
                  </a:lnTo>
                  <a:lnTo>
                    <a:pt x="2800313" y="260664"/>
                  </a:lnTo>
                  <a:lnTo>
                    <a:pt x="2747811" y="227625"/>
                  </a:lnTo>
                  <a:lnTo>
                    <a:pt x="2691336" y="197927"/>
                  </a:lnTo>
                  <a:lnTo>
                    <a:pt x="2630069" y="171225"/>
                  </a:lnTo>
                  <a:lnTo>
                    <a:pt x="2563227" y="147174"/>
                  </a:lnTo>
                  <a:lnTo>
                    <a:pt x="2490132" y="125465"/>
                  </a:lnTo>
                  <a:lnTo>
                    <a:pt x="2410308" y="105834"/>
                  </a:lnTo>
                  <a:lnTo>
                    <a:pt x="2323613" y="88076"/>
                  </a:lnTo>
                  <a:lnTo>
                    <a:pt x="2230399" y="72048"/>
                  </a:lnTo>
                  <a:lnTo>
                    <a:pt x="2131694" y="57666"/>
                  </a:lnTo>
                  <a:lnTo>
                    <a:pt x="2029359" y="44905"/>
                  </a:lnTo>
                  <a:lnTo>
                    <a:pt x="1926180" y="33781"/>
                  </a:lnTo>
                  <a:lnTo>
                    <a:pt x="1825787" y="24330"/>
                  </a:lnTo>
                  <a:lnTo>
                    <a:pt x="1732366" y="16582"/>
                  </a:lnTo>
                  <a:lnTo>
                    <a:pt x="1650111" y="10522"/>
                  </a:lnTo>
                  <a:lnTo>
                    <a:pt x="1582528" y="6070"/>
                  </a:lnTo>
                  <a:lnTo>
                    <a:pt x="1531734" y="3060"/>
                  </a:lnTo>
                  <a:lnTo>
                    <a:pt x="1497960" y="1252"/>
                  </a:lnTo>
                  <a:lnTo>
                    <a:pt x="1479394" y="351"/>
                  </a:lnTo>
                  <a:lnTo>
                    <a:pt x="1472320" y="38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00" name="pg800"/>
            <p:cNvSpPr/>
            <p:nvPr/>
          </p:nvSpPr>
          <p:spPr>
            <a:xfrm>
              <a:off x="4799595" y="4628331"/>
              <a:ext cx="11981298" cy="4298997"/>
            </a:xfrm>
            <a:custGeom>
              <a:avLst/>
              <a:pathLst>
                <a:path w="11981298" h="4298997">
                  <a:moveTo>
                    <a:pt x="0" y="32691"/>
                  </a:moveTo>
                  <a:lnTo>
                    <a:pt x="1471387" y="32691"/>
                  </a:lnTo>
                  <a:lnTo>
                    <a:pt x="1472575" y="32741"/>
                  </a:lnTo>
                  <a:lnTo>
                    <a:pt x="1480376" y="33093"/>
                  </a:lnTo>
                  <a:lnTo>
                    <a:pt x="1500017" y="34065"/>
                  </a:lnTo>
                  <a:lnTo>
                    <a:pt x="1535069" y="35979"/>
                  </a:lnTo>
                  <a:lnTo>
                    <a:pt x="1587185" y="39130"/>
                  </a:lnTo>
                  <a:lnTo>
                    <a:pt x="1655977" y="43755"/>
                  </a:lnTo>
                  <a:lnTo>
                    <a:pt x="1739204" y="50016"/>
                  </a:lnTo>
                  <a:lnTo>
                    <a:pt x="1833283" y="57988"/>
                  </a:lnTo>
                  <a:lnTo>
                    <a:pt x="1933999" y="67681"/>
                  </a:lnTo>
                  <a:lnTo>
                    <a:pt x="2037199" y="79063"/>
                  </a:lnTo>
                  <a:lnTo>
                    <a:pt x="2139311" y="92099"/>
                  </a:lnTo>
                  <a:lnTo>
                    <a:pt x="2237625" y="106774"/>
                  </a:lnTo>
                  <a:lnTo>
                    <a:pt x="2330345" y="123119"/>
                  </a:lnTo>
                  <a:lnTo>
                    <a:pt x="2416503" y="141222"/>
                  </a:lnTo>
                  <a:lnTo>
                    <a:pt x="2495790" y="161232"/>
                  </a:lnTo>
                  <a:lnTo>
                    <a:pt x="2568379" y="183363"/>
                  </a:lnTo>
                  <a:lnTo>
                    <a:pt x="2634763" y="207883"/>
                  </a:lnTo>
                  <a:lnTo>
                    <a:pt x="2695630" y="235111"/>
                  </a:lnTo>
                  <a:lnTo>
                    <a:pt x="2751768" y="265394"/>
                  </a:lnTo>
                  <a:lnTo>
                    <a:pt x="2803996" y="299080"/>
                  </a:lnTo>
                  <a:lnTo>
                    <a:pt x="2853110" y="336462"/>
                  </a:lnTo>
                  <a:lnTo>
                    <a:pt x="2896531" y="374595"/>
                  </a:lnTo>
                  <a:lnTo>
                    <a:pt x="2938961" y="416640"/>
                  </a:lnTo>
                  <a:lnTo>
                    <a:pt x="2980225" y="462169"/>
                  </a:lnTo>
                  <a:lnTo>
                    <a:pt x="3020682" y="511250"/>
                  </a:lnTo>
                  <a:lnTo>
                    <a:pt x="3060611" y="563876"/>
                  </a:lnTo>
                  <a:lnTo>
                    <a:pt x="3100228" y="619957"/>
                  </a:lnTo>
                  <a:lnTo>
                    <a:pt x="3139691" y="679312"/>
                  </a:lnTo>
                  <a:lnTo>
                    <a:pt x="3179111" y="741666"/>
                  </a:lnTo>
                  <a:lnTo>
                    <a:pt x="3218558" y="806652"/>
                  </a:lnTo>
                  <a:lnTo>
                    <a:pt x="3258065" y="873814"/>
                  </a:lnTo>
                  <a:lnTo>
                    <a:pt x="3297639" y="942621"/>
                  </a:lnTo>
                  <a:lnTo>
                    <a:pt x="3337264" y="1012483"/>
                  </a:lnTo>
                  <a:lnTo>
                    <a:pt x="3376911" y="1082766"/>
                  </a:lnTo>
                  <a:lnTo>
                    <a:pt x="3416546" y="1152826"/>
                  </a:lnTo>
                  <a:lnTo>
                    <a:pt x="3456138" y="1222022"/>
                  </a:lnTo>
                  <a:lnTo>
                    <a:pt x="3495666" y="1289749"/>
                  </a:lnTo>
                  <a:lnTo>
                    <a:pt x="3535129" y="1355455"/>
                  </a:lnTo>
                  <a:lnTo>
                    <a:pt x="3574551" y="1418660"/>
                  </a:lnTo>
                  <a:lnTo>
                    <a:pt x="3613992" y="1478969"/>
                  </a:lnTo>
                  <a:lnTo>
                    <a:pt x="3653547" y="1536078"/>
                  </a:lnTo>
                  <a:lnTo>
                    <a:pt x="3693360" y="1589778"/>
                  </a:lnTo>
                  <a:lnTo>
                    <a:pt x="3733629" y="1639952"/>
                  </a:lnTo>
                  <a:lnTo>
                    <a:pt x="3774611" y="1686567"/>
                  </a:lnTo>
                  <a:lnTo>
                    <a:pt x="3816639" y="1729670"/>
                  </a:lnTo>
                  <a:lnTo>
                    <a:pt x="3829811" y="1742210"/>
                  </a:lnTo>
                  <a:lnTo>
                    <a:pt x="3876684" y="1783166"/>
                  </a:lnTo>
                  <a:lnTo>
                    <a:pt x="3925996" y="1820274"/>
                  </a:lnTo>
                  <a:lnTo>
                    <a:pt x="3978479" y="1853704"/>
                  </a:lnTo>
                  <a:lnTo>
                    <a:pt x="4034930" y="1883755"/>
                  </a:lnTo>
                  <a:lnTo>
                    <a:pt x="4096169" y="1910776"/>
                  </a:lnTo>
                  <a:lnTo>
                    <a:pt x="4162979" y="1935114"/>
                  </a:lnTo>
                  <a:lnTo>
                    <a:pt x="4236037" y="1957083"/>
                  </a:lnTo>
                  <a:lnTo>
                    <a:pt x="4315819" y="1976950"/>
                  </a:lnTo>
                  <a:lnTo>
                    <a:pt x="4402467" y="1994922"/>
                  </a:lnTo>
                  <a:lnTo>
                    <a:pt x="4495632" y="2011145"/>
                  </a:lnTo>
                  <a:lnTo>
                    <a:pt x="4594290" y="2025701"/>
                  </a:lnTo>
                  <a:lnTo>
                    <a:pt x="4696582" y="2038618"/>
                  </a:lnTo>
                  <a:lnTo>
                    <a:pt x="4799731" y="2049880"/>
                  </a:lnTo>
                  <a:lnTo>
                    <a:pt x="4900113" y="2059450"/>
                  </a:lnTo>
                  <a:lnTo>
                    <a:pt x="4993547" y="2067297"/>
                  </a:lnTo>
                  <a:lnTo>
                    <a:pt x="5075841" y="2073437"/>
                  </a:lnTo>
                  <a:lnTo>
                    <a:pt x="5143487" y="2077950"/>
                  </a:lnTo>
                  <a:lnTo>
                    <a:pt x="5194362" y="2081003"/>
                  </a:lnTo>
                  <a:lnTo>
                    <a:pt x="5228224" y="2082838"/>
                  </a:lnTo>
                  <a:lnTo>
                    <a:pt x="5246870" y="2083755"/>
                  </a:lnTo>
                  <a:lnTo>
                    <a:pt x="5254002" y="2084075"/>
                  </a:lnTo>
                  <a:lnTo>
                    <a:pt x="5254955" y="2084114"/>
                  </a:lnTo>
                  <a:lnTo>
                    <a:pt x="6726343" y="2084114"/>
                  </a:lnTo>
                  <a:lnTo>
                    <a:pt x="6727523" y="2084167"/>
                  </a:lnTo>
                  <a:lnTo>
                    <a:pt x="6735274" y="2084544"/>
                  </a:lnTo>
                  <a:lnTo>
                    <a:pt x="6754792" y="2085587"/>
                  </a:lnTo>
                  <a:lnTo>
                    <a:pt x="6789635" y="2087640"/>
                  </a:lnTo>
                  <a:lnTo>
                    <a:pt x="6841461" y="2091019"/>
                  </a:lnTo>
                  <a:lnTo>
                    <a:pt x="6909905" y="2095981"/>
                  </a:lnTo>
                  <a:lnTo>
                    <a:pt x="6992759" y="2102699"/>
                  </a:lnTo>
                  <a:lnTo>
                    <a:pt x="7086480" y="2111256"/>
                  </a:lnTo>
                  <a:lnTo>
                    <a:pt x="7186885" y="2121662"/>
                  </a:lnTo>
                  <a:lnTo>
                    <a:pt x="7289841" y="2133886"/>
                  </a:lnTo>
                  <a:lnTo>
                    <a:pt x="7391785" y="2147887"/>
                  </a:lnTo>
                  <a:lnTo>
                    <a:pt x="7490002" y="2163650"/>
                  </a:lnTo>
                  <a:lnTo>
                    <a:pt x="7582688" y="2181206"/>
                  </a:lnTo>
                  <a:lnTo>
                    <a:pt x="7668858" y="2200648"/>
                  </a:lnTo>
                  <a:lnTo>
                    <a:pt x="7748190" y="2222135"/>
                  </a:lnTo>
                  <a:lnTo>
                    <a:pt x="7820842" y="2245891"/>
                  </a:lnTo>
                  <a:lnTo>
                    <a:pt x="7887294" y="2272205"/>
                  </a:lnTo>
                  <a:lnTo>
                    <a:pt x="7948227" y="2301415"/>
                  </a:lnTo>
                  <a:lnTo>
                    <a:pt x="8004418" y="2333893"/>
                  </a:lnTo>
                  <a:lnTo>
                    <a:pt x="8056682" y="2370014"/>
                  </a:lnTo>
                  <a:lnTo>
                    <a:pt x="8105812" y="2410096"/>
                  </a:lnTo>
                  <a:lnTo>
                    <a:pt x="8151487" y="2453261"/>
                  </a:lnTo>
                  <a:lnTo>
                    <a:pt x="8192812" y="2497408"/>
                  </a:lnTo>
                  <a:lnTo>
                    <a:pt x="8233023" y="2545119"/>
                  </a:lnTo>
                  <a:lnTo>
                    <a:pt x="8272453" y="2596464"/>
                  </a:lnTo>
                  <a:lnTo>
                    <a:pt x="8311364" y="2651440"/>
                  </a:lnTo>
                  <a:lnTo>
                    <a:pt x="8349961" y="2709966"/>
                  </a:lnTo>
                  <a:lnTo>
                    <a:pt x="8388395" y="2771873"/>
                  </a:lnTo>
                  <a:lnTo>
                    <a:pt x="8426775" y="2836901"/>
                  </a:lnTo>
                  <a:lnTo>
                    <a:pt x="8465171" y="2904699"/>
                  </a:lnTo>
                  <a:lnTo>
                    <a:pt x="8503619" y="2974830"/>
                  </a:lnTo>
                  <a:lnTo>
                    <a:pt x="8542132" y="3046781"/>
                  </a:lnTo>
                  <a:lnTo>
                    <a:pt x="8580698" y="3119975"/>
                  </a:lnTo>
                  <a:lnTo>
                    <a:pt x="8619295" y="3193792"/>
                  </a:lnTo>
                  <a:lnTo>
                    <a:pt x="8657890" y="3267590"/>
                  </a:lnTo>
                  <a:lnTo>
                    <a:pt x="8696454" y="3340726"/>
                  </a:lnTo>
                  <a:lnTo>
                    <a:pt x="8734963" y="3412582"/>
                  </a:lnTo>
                  <a:lnTo>
                    <a:pt x="8773408" y="3482586"/>
                  </a:lnTo>
                  <a:lnTo>
                    <a:pt x="8811801" y="3550228"/>
                  </a:lnTo>
                  <a:lnTo>
                    <a:pt x="8850182" y="3615076"/>
                  </a:lnTo>
                  <a:lnTo>
                    <a:pt x="8888622" y="3676785"/>
                  </a:lnTo>
                  <a:lnTo>
                    <a:pt x="8927233" y="3735100"/>
                  </a:lnTo>
                  <a:lnTo>
                    <a:pt x="8966170" y="3789858"/>
                  </a:lnTo>
                  <a:lnTo>
                    <a:pt x="9005639" y="3840982"/>
                  </a:lnTo>
                  <a:lnTo>
                    <a:pt x="9045907" y="3888474"/>
                  </a:lnTo>
                  <a:lnTo>
                    <a:pt x="9084767" y="3929850"/>
                  </a:lnTo>
                  <a:lnTo>
                    <a:pt x="9131532" y="3973974"/>
                  </a:lnTo>
                  <a:lnTo>
                    <a:pt x="9180724" y="4013963"/>
                  </a:lnTo>
                  <a:lnTo>
                    <a:pt x="9233069" y="4049997"/>
                  </a:lnTo>
                  <a:lnTo>
                    <a:pt x="9289360" y="4082397"/>
                  </a:lnTo>
                  <a:lnTo>
                    <a:pt x="9350409" y="4111537"/>
                  </a:lnTo>
                  <a:lnTo>
                    <a:pt x="9416996" y="4137788"/>
                  </a:lnTo>
                  <a:lnTo>
                    <a:pt x="9489795" y="4161490"/>
                  </a:lnTo>
                  <a:lnTo>
                    <a:pt x="9569283" y="4182928"/>
                  </a:lnTo>
                  <a:lnTo>
                    <a:pt x="9655608" y="4202325"/>
                  </a:lnTo>
                  <a:lnTo>
                    <a:pt x="9748433" y="4219840"/>
                  </a:lnTo>
                  <a:lnTo>
                    <a:pt x="9846759" y="4235563"/>
                  </a:lnTo>
                  <a:lnTo>
                    <a:pt x="9948760" y="4249524"/>
                  </a:lnTo>
                  <a:lnTo>
                    <a:pt x="10051700" y="4261706"/>
                  </a:lnTo>
                  <a:lnTo>
                    <a:pt x="10152000" y="4272071"/>
                  </a:lnTo>
                  <a:lnTo>
                    <a:pt x="10245519" y="4280585"/>
                  </a:lnTo>
                  <a:lnTo>
                    <a:pt x="10328080" y="4287262"/>
                  </a:lnTo>
                  <a:lnTo>
                    <a:pt x="10396163" y="4292186"/>
                  </a:lnTo>
                  <a:lnTo>
                    <a:pt x="10447599" y="4295532"/>
                  </a:lnTo>
                  <a:lnTo>
                    <a:pt x="10482067" y="4297557"/>
                  </a:lnTo>
                  <a:lnTo>
                    <a:pt x="10501270" y="4298581"/>
                  </a:lnTo>
                  <a:lnTo>
                    <a:pt x="10508808" y="4298947"/>
                  </a:lnTo>
                  <a:lnTo>
                    <a:pt x="10509911" y="4298997"/>
                  </a:lnTo>
                  <a:lnTo>
                    <a:pt x="11981298" y="4298997"/>
                  </a:lnTo>
                  <a:lnTo>
                    <a:pt x="11981298" y="4266305"/>
                  </a:lnTo>
                  <a:lnTo>
                    <a:pt x="10509911" y="4266305"/>
                  </a:lnTo>
                  <a:lnTo>
                    <a:pt x="10508731" y="4266252"/>
                  </a:lnTo>
                  <a:lnTo>
                    <a:pt x="10500979" y="4265874"/>
                  </a:lnTo>
                  <a:lnTo>
                    <a:pt x="10481461" y="4264832"/>
                  </a:lnTo>
                  <a:lnTo>
                    <a:pt x="10446618" y="4262779"/>
                  </a:lnTo>
                  <a:lnTo>
                    <a:pt x="10394792" y="4259400"/>
                  </a:lnTo>
                  <a:lnTo>
                    <a:pt x="10326348" y="4254438"/>
                  </a:lnTo>
                  <a:lnTo>
                    <a:pt x="10243494" y="4247720"/>
                  </a:lnTo>
                  <a:lnTo>
                    <a:pt x="10149774" y="4239163"/>
                  </a:lnTo>
                  <a:lnTo>
                    <a:pt x="10049369" y="4228757"/>
                  </a:lnTo>
                  <a:lnTo>
                    <a:pt x="9946412" y="4216533"/>
                  </a:lnTo>
                  <a:lnTo>
                    <a:pt x="9844468" y="4202532"/>
                  </a:lnTo>
                  <a:lnTo>
                    <a:pt x="9746251" y="4186769"/>
                  </a:lnTo>
                  <a:lnTo>
                    <a:pt x="9653566" y="4169213"/>
                  </a:lnTo>
                  <a:lnTo>
                    <a:pt x="9567395" y="4149770"/>
                  </a:lnTo>
                  <a:lnTo>
                    <a:pt x="9488063" y="4128284"/>
                  </a:lnTo>
                  <a:lnTo>
                    <a:pt x="9415411" y="4104528"/>
                  </a:lnTo>
                  <a:lnTo>
                    <a:pt x="9348959" y="4078214"/>
                  </a:lnTo>
                  <a:lnTo>
                    <a:pt x="9288027" y="4049004"/>
                  </a:lnTo>
                  <a:lnTo>
                    <a:pt x="9231835" y="4016525"/>
                  </a:lnTo>
                  <a:lnTo>
                    <a:pt x="9179571" y="3980405"/>
                  </a:lnTo>
                  <a:lnTo>
                    <a:pt x="9130442" y="3940322"/>
                  </a:lnTo>
                  <a:lnTo>
                    <a:pt x="9084767" y="3897158"/>
                  </a:lnTo>
                  <a:lnTo>
                    <a:pt x="9043442" y="3853010"/>
                  </a:lnTo>
                  <a:lnTo>
                    <a:pt x="9003231" y="3805299"/>
                  </a:lnTo>
                  <a:lnTo>
                    <a:pt x="8963801" y="3753955"/>
                  </a:lnTo>
                  <a:lnTo>
                    <a:pt x="8924889" y="3698979"/>
                  </a:lnTo>
                  <a:lnTo>
                    <a:pt x="8886292" y="3640453"/>
                  </a:lnTo>
                  <a:lnTo>
                    <a:pt x="8847858" y="3578546"/>
                  </a:lnTo>
                  <a:lnTo>
                    <a:pt x="8809478" y="3513518"/>
                  </a:lnTo>
                  <a:lnTo>
                    <a:pt x="8771082" y="3445720"/>
                  </a:lnTo>
                  <a:lnTo>
                    <a:pt x="8732634" y="3375588"/>
                  </a:lnTo>
                  <a:lnTo>
                    <a:pt x="8694121" y="3303638"/>
                  </a:lnTo>
                  <a:lnTo>
                    <a:pt x="8655555" y="3230444"/>
                  </a:lnTo>
                  <a:lnTo>
                    <a:pt x="8616958" y="3156627"/>
                  </a:lnTo>
                  <a:lnTo>
                    <a:pt x="8578363" y="3082829"/>
                  </a:lnTo>
                  <a:lnTo>
                    <a:pt x="8539799" y="3009693"/>
                  </a:lnTo>
                  <a:lnTo>
                    <a:pt x="8501291" y="2937836"/>
                  </a:lnTo>
                  <a:lnTo>
                    <a:pt x="8462846" y="2867832"/>
                  </a:lnTo>
                  <a:lnTo>
                    <a:pt x="8424452" y="2800190"/>
                  </a:lnTo>
                  <a:lnTo>
                    <a:pt x="8386072" y="2735342"/>
                  </a:lnTo>
                  <a:lnTo>
                    <a:pt x="8347631" y="2673634"/>
                  </a:lnTo>
                  <a:lnTo>
                    <a:pt x="8309020" y="2615318"/>
                  </a:lnTo>
                  <a:lnTo>
                    <a:pt x="8270083" y="2560560"/>
                  </a:lnTo>
                  <a:lnTo>
                    <a:pt x="8230614" y="2509437"/>
                  </a:lnTo>
                  <a:lnTo>
                    <a:pt x="8190346" y="2461944"/>
                  </a:lnTo>
                  <a:lnTo>
                    <a:pt x="8151487" y="2420569"/>
                  </a:lnTo>
                  <a:lnTo>
                    <a:pt x="8104721" y="2376445"/>
                  </a:lnTo>
                  <a:lnTo>
                    <a:pt x="8055529" y="2336456"/>
                  </a:lnTo>
                  <a:lnTo>
                    <a:pt x="8003184" y="2300422"/>
                  </a:lnTo>
                  <a:lnTo>
                    <a:pt x="7946894" y="2268022"/>
                  </a:lnTo>
                  <a:lnTo>
                    <a:pt x="7885844" y="2238882"/>
                  </a:lnTo>
                  <a:lnTo>
                    <a:pt x="7819257" y="2212630"/>
                  </a:lnTo>
                  <a:lnTo>
                    <a:pt x="7746458" y="2188929"/>
                  </a:lnTo>
                  <a:lnTo>
                    <a:pt x="7666970" y="2167491"/>
                  </a:lnTo>
                  <a:lnTo>
                    <a:pt x="7580645" y="2148094"/>
                  </a:lnTo>
                  <a:lnTo>
                    <a:pt x="7487820" y="2130579"/>
                  </a:lnTo>
                  <a:lnTo>
                    <a:pt x="7389494" y="2114856"/>
                  </a:lnTo>
                  <a:lnTo>
                    <a:pt x="7287494" y="2100895"/>
                  </a:lnTo>
                  <a:lnTo>
                    <a:pt x="7184553" y="2088712"/>
                  </a:lnTo>
                  <a:lnTo>
                    <a:pt x="7084253" y="2078348"/>
                  </a:lnTo>
                  <a:lnTo>
                    <a:pt x="6990734" y="2069833"/>
                  </a:lnTo>
                  <a:lnTo>
                    <a:pt x="6908173" y="2063157"/>
                  </a:lnTo>
                  <a:lnTo>
                    <a:pt x="6840090" y="2058233"/>
                  </a:lnTo>
                  <a:lnTo>
                    <a:pt x="6788654" y="2054887"/>
                  </a:lnTo>
                  <a:lnTo>
                    <a:pt x="6754187" y="2052861"/>
                  </a:lnTo>
                  <a:lnTo>
                    <a:pt x="6734983" y="2051838"/>
                  </a:lnTo>
                  <a:lnTo>
                    <a:pt x="6727445" y="2051471"/>
                  </a:lnTo>
                  <a:lnTo>
                    <a:pt x="6726343" y="2051422"/>
                  </a:lnTo>
                  <a:lnTo>
                    <a:pt x="5254955" y="2051422"/>
                  </a:lnTo>
                  <a:lnTo>
                    <a:pt x="5253767" y="2051373"/>
                  </a:lnTo>
                  <a:lnTo>
                    <a:pt x="5245966" y="2051021"/>
                  </a:lnTo>
                  <a:lnTo>
                    <a:pt x="5226325" y="2050048"/>
                  </a:lnTo>
                  <a:lnTo>
                    <a:pt x="5191274" y="2048135"/>
                  </a:lnTo>
                  <a:lnTo>
                    <a:pt x="5139157" y="2044984"/>
                  </a:lnTo>
                  <a:lnTo>
                    <a:pt x="5070365" y="2040358"/>
                  </a:lnTo>
                  <a:lnTo>
                    <a:pt x="4987138" y="2034097"/>
                  </a:lnTo>
                  <a:lnTo>
                    <a:pt x="4893059" y="2026125"/>
                  </a:lnTo>
                  <a:lnTo>
                    <a:pt x="4792343" y="2016433"/>
                  </a:lnTo>
                  <a:lnTo>
                    <a:pt x="4689143" y="2005050"/>
                  </a:lnTo>
                  <a:lnTo>
                    <a:pt x="4587031" y="1992015"/>
                  </a:lnTo>
                  <a:lnTo>
                    <a:pt x="4488718" y="1977340"/>
                  </a:lnTo>
                  <a:lnTo>
                    <a:pt x="4395997" y="1960995"/>
                  </a:lnTo>
                  <a:lnTo>
                    <a:pt x="4309839" y="1942892"/>
                  </a:lnTo>
                  <a:lnTo>
                    <a:pt x="4230552" y="1922881"/>
                  </a:lnTo>
                  <a:lnTo>
                    <a:pt x="4157963" y="1900751"/>
                  </a:lnTo>
                  <a:lnTo>
                    <a:pt x="4091579" y="1876231"/>
                  </a:lnTo>
                  <a:lnTo>
                    <a:pt x="4030712" y="1849003"/>
                  </a:lnTo>
                  <a:lnTo>
                    <a:pt x="3974574" y="1818720"/>
                  </a:lnTo>
                  <a:lnTo>
                    <a:pt x="3922346" y="1785034"/>
                  </a:lnTo>
                  <a:lnTo>
                    <a:pt x="3873233" y="1747652"/>
                  </a:lnTo>
                  <a:lnTo>
                    <a:pt x="3829811" y="1709518"/>
                  </a:lnTo>
                  <a:lnTo>
                    <a:pt x="3787382" y="1667474"/>
                  </a:lnTo>
                  <a:lnTo>
                    <a:pt x="3746117" y="1621945"/>
                  </a:lnTo>
                  <a:lnTo>
                    <a:pt x="3705661" y="1572864"/>
                  </a:lnTo>
                  <a:lnTo>
                    <a:pt x="3665731" y="1520238"/>
                  </a:lnTo>
                  <a:lnTo>
                    <a:pt x="3626114" y="1464157"/>
                  </a:lnTo>
                  <a:lnTo>
                    <a:pt x="3586651" y="1404802"/>
                  </a:lnTo>
                  <a:lnTo>
                    <a:pt x="3547231" y="1342448"/>
                  </a:lnTo>
                  <a:lnTo>
                    <a:pt x="3507784" y="1277462"/>
                  </a:lnTo>
                  <a:lnTo>
                    <a:pt x="3468277" y="1210300"/>
                  </a:lnTo>
                  <a:lnTo>
                    <a:pt x="3428703" y="1141492"/>
                  </a:lnTo>
                  <a:lnTo>
                    <a:pt x="3389078" y="1071631"/>
                  </a:lnTo>
                  <a:lnTo>
                    <a:pt x="3349431" y="1001347"/>
                  </a:lnTo>
                  <a:lnTo>
                    <a:pt x="3309796" y="931288"/>
                  </a:lnTo>
                  <a:lnTo>
                    <a:pt x="3270205" y="862092"/>
                  </a:lnTo>
                  <a:lnTo>
                    <a:pt x="3230676" y="794365"/>
                  </a:lnTo>
                  <a:lnTo>
                    <a:pt x="3191213" y="728659"/>
                  </a:lnTo>
                  <a:lnTo>
                    <a:pt x="3151791" y="665454"/>
                  </a:lnTo>
                  <a:lnTo>
                    <a:pt x="3112350" y="605145"/>
                  </a:lnTo>
                  <a:lnTo>
                    <a:pt x="3072795" y="548036"/>
                  </a:lnTo>
                  <a:lnTo>
                    <a:pt x="3032982" y="494335"/>
                  </a:lnTo>
                  <a:lnTo>
                    <a:pt x="2992713" y="444162"/>
                  </a:lnTo>
                  <a:lnTo>
                    <a:pt x="2951731" y="397547"/>
                  </a:lnTo>
                  <a:lnTo>
                    <a:pt x="2909703" y="354444"/>
                  </a:lnTo>
                  <a:lnTo>
                    <a:pt x="2896531" y="341903"/>
                  </a:lnTo>
                  <a:lnTo>
                    <a:pt x="2849658" y="300948"/>
                  </a:lnTo>
                  <a:lnTo>
                    <a:pt x="2800346" y="263840"/>
                  </a:lnTo>
                  <a:lnTo>
                    <a:pt x="2747863" y="230410"/>
                  </a:lnTo>
                  <a:lnTo>
                    <a:pt x="2691412" y="200359"/>
                  </a:lnTo>
                  <a:lnTo>
                    <a:pt x="2630173" y="173337"/>
                  </a:lnTo>
                  <a:lnTo>
                    <a:pt x="2563363" y="148999"/>
                  </a:lnTo>
                  <a:lnTo>
                    <a:pt x="2490305" y="127030"/>
                  </a:lnTo>
                  <a:lnTo>
                    <a:pt x="2410523" y="107163"/>
                  </a:lnTo>
                  <a:lnTo>
                    <a:pt x="2323875" y="89192"/>
                  </a:lnTo>
                  <a:lnTo>
                    <a:pt x="2230710" y="72969"/>
                  </a:lnTo>
                  <a:lnTo>
                    <a:pt x="2132053" y="58413"/>
                  </a:lnTo>
                  <a:lnTo>
                    <a:pt x="2029760" y="45495"/>
                  </a:lnTo>
                  <a:lnTo>
                    <a:pt x="1926611" y="34233"/>
                  </a:lnTo>
                  <a:lnTo>
                    <a:pt x="1826230" y="24664"/>
                  </a:lnTo>
                  <a:lnTo>
                    <a:pt x="1732795" y="16816"/>
                  </a:lnTo>
                  <a:lnTo>
                    <a:pt x="1650501" y="10677"/>
                  </a:lnTo>
                  <a:lnTo>
                    <a:pt x="1582855" y="6164"/>
                  </a:lnTo>
                  <a:lnTo>
                    <a:pt x="1531980" y="3111"/>
                  </a:lnTo>
                  <a:lnTo>
                    <a:pt x="1498119" y="1275"/>
                  </a:lnTo>
                  <a:lnTo>
                    <a:pt x="1479472" y="358"/>
                  </a:lnTo>
                  <a:lnTo>
                    <a:pt x="1472340" y="39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801" name="pl801"/>
            <p:cNvSpPr/>
            <p:nvPr/>
          </p:nvSpPr>
          <p:spPr>
            <a:xfrm>
              <a:off x="4799595" y="4661023"/>
              <a:ext cx="11981298" cy="4266305"/>
            </a:xfrm>
            <a:custGeom>
              <a:avLst/>
              <a:pathLst>
                <a:path w="11981298" h="4266305">
                  <a:moveTo>
                    <a:pt x="0" y="0"/>
                  </a:moveTo>
                  <a:lnTo>
                    <a:pt x="1471387" y="0"/>
                  </a:lnTo>
                  <a:lnTo>
                    <a:pt x="1472575" y="49"/>
                  </a:lnTo>
                  <a:lnTo>
                    <a:pt x="1480376" y="401"/>
                  </a:lnTo>
                  <a:lnTo>
                    <a:pt x="1500017" y="1373"/>
                  </a:lnTo>
                  <a:lnTo>
                    <a:pt x="1535069" y="3287"/>
                  </a:lnTo>
                  <a:lnTo>
                    <a:pt x="1587185" y="6438"/>
                  </a:lnTo>
                  <a:lnTo>
                    <a:pt x="1655977" y="11063"/>
                  </a:lnTo>
                  <a:lnTo>
                    <a:pt x="1739204" y="17324"/>
                  </a:lnTo>
                  <a:lnTo>
                    <a:pt x="1833283" y="25296"/>
                  </a:lnTo>
                  <a:lnTo>
                    <a:pt x="1933999" y="34989"/>
                  </a:lnTo>
                  <a:lnTo>
                    <a:pt x="2037199" y="46371"/>
                  </a:lnTo>
                  <a:lnTo>
                    <a:pt x="2139311" y="59407"/>
                  </a:lnTo>
                  <a:lnTo>
                    <a:pt x="2237625" y="74082"/>
                  </a:lnTo>
                  <a:lnTo>
                    <a:pt x="2330345" y="90427"/>
                  </a:lnTo>
                  <a:lnTo>
                    <a:pt x="2416503" y="108530"/>
                  </a:lnTo>
                  <a:lnTo>
                    <a:pt x="2495790" y="128540"/>
                  </a:lnTo>
                  <a:lnTo>
                    <a:pt x="2568379" y="150671"/>
                  </a:lnTo>
                  <a:lnTo>
                    <a:pt x="2634763" y="175191"/>
                  </a:lnTo>
                  <a:lnTo>
                    <a:pt x="2695630" y="202419"/>
                  </a:lnTo>
                  <a:lnTo>
                    <a:pt x="2751768" y="232702"/>
                  </a:lnTo>
                  <a:lnTo>
                    <a:pt x="2803996" y="266388"/>
                  </a:lnTo>
                  <a:lnTo>
                    <a:pt x="2853110" y="303770"/>
                  </a:lnTo>
                  <a:lnTo>
                    <a:pt x="2896531" y="341903"/>
                  </a:lnTo>
                  <a:lnTo>
                    <a:pt x="2938961" y="383948"/>
                  </a:lnTo>
                  <a:lnTo>
                    <a:pt x="2980225" y="429477"/>
                  </a:lnTo>
                  <a:lnTo>
                    <a:pt x="3020682" y="478558"/>
                  </a:lnTo>
                  <a:lnTo>
                    <a:pt x="3060611" y="531184"/>
                  </a:lnTo>
                  <a:lnTo>
                    <a:pt x="3100228" y="587265"/>
                  </a:lnTo>
                  <a:lnTo>
                    <a:pt x="3139691" y="646620"/>
                  </a:lnTo>
                  <a:lnTo>
                    <a:pt x="3179111" y="708974"/>
                  </a:lnTo>
                  <a:lnTo>
                    <a:pt x="3218558" y="773960"/>
                  </a:lnTo>
                  <a:lnTo>
                    <a:pt x="3258065" y="841122"/>
                  </a:lnTo>
                  <a:lnTo>
                    <a:pt x="3297639" y="909929"/>
                  </a:lnTo>
                  <a:lnTo>
                    <a:pt x="3337264" y="979791"/>
                  </a:lnTo>
                  <a:lnTo>
                    <a:pt x="3376911" y="1050074"/>
                  </a:lnTo>
                  <a:lnTo>
                    <a:pt x="3416546" y="1120134"/>
                  </a:lnTo>
                  <a:lnTo>
                    <a:pt x="3456138" y="1189330"/>
                  </a:lnTo>
                  <a:lnTo>
                    <a:pt x="3495666" y="1257057"/>
                  </a:lnTo>
                  <a:lnTo>
                    <a:pt x="3535129" y="1322763"/>
                  </a:lnTo>
                  <a:lnTo>
                    <a:pt x="3574551" y="1385968"/>
                  </a:lnTo>
                  <a:lnTo>
                    <a:pt x="3613992" y="1446277"/>
                  </a:lnTo>
                  <a:lnTo>
                    <a:pt x="3653547" y="1503386"/>
                  </a:lnTo>
                  <a:lnTo>
                    <a:pt x="3693360" y="1557086"/>
                  </a:lnTo>
                  <a:lnTo>
                    <a:pt x="3733629" y="1607260"/>
                  </a:lnTo>
                  <a:lnTo>
                    <a:pt x="3774611" y="1653875"/>
                  </a:lnTo>
                  <a:lnTo>
                    <a:pt x="3816639" y="1696978"/>
                  </a:lnTo>
                  <a:lnTo>
                    <a:pt x="3829811" y="1709518"/>
                  </a:lnTo>
                  <a:lnTo>
                    <a:pt x="3876684" y="1750474"/>
                  </a:lnTo>
                  <a:lnTo>
                    <a:pt x="3925996" y="1787582"/>
                  </a:lnTo>
                  <a:lnTo>
                    <a:pt x="3978479" y="1821012"/>
                  </a:lnTo>
                  <a:lnTo>
                    <a:pt x="4034930" y="1851063"/>
                  </a:lnTo>
                  <a:lnTo>
                    <a:pt x="4096169" y="1878084"/>
                  </a:lnTo>
                  <a:lnTo>
                    <a:pt x="4162979" y="1902422"/>
                  </a:lnTo>
                  <a:lnTo>
                    <a:pt x="4236037" y="1924391"/>
                  </a:lnTo>
                  <a:lnTo>
                    <a:pt x="4315819" y="1944258"/>
                  </a:lnTo>
                  <a:lnTo>
                    <a:pt x="4402467" y="1962230"/>
                  </a:lnTo>
                  <a:lnTo>
                    <a:pt x="4495632" y="1978453"/>
                  </a:lnTo>
                  <a:lnTo>
                    <a:pt x="4594290" y="1993009"/>
                  </a:lnTo>
                  <a:lnTo>
                    <a:pt x="4696582" y="2005926"/>
                  </a:lnTo>
                  <a:lnTo>
                    <a:pt x="4799731" y="2017188"/>
                  </a:lnTo>
                  <a:lnTo>
                    <a:pt x="4900113" y="2026758"/>
                  </a:lnTo>
                  <a:lnTo>
                    <a:pt x="4993547" y="2034605"/>
                  </a:lnTo>
                  <a:lnTo>
                    <a:pt x="5075841" y="2040745"/>
                  </a:lnTo>
                  <a:lnTo>
                    <a:pt x="5143487" y="2045258"/>
                  </a:lnTo>
                  <a:lnTo>
                    <a:pt x="5194362" y="2048311"/>
                  </a:lnTo>
                  <a:lnTo>
                    <a:pt x="5228224" y="2050146"/>
                  </a:lnTo>
                  <a:lnTo>
                    <a:pt x="5246870" y="2051063"/>
                  </a:lnTo>
                  <a:lnTo>
                    <a:pt x="5254002" y="2051383"/>
                  </a:lnTo>
                  <a:lnTo>
                    <a:pt x="5254955" y="2051422"/>
                  </a:lnTo>
                  <a:lnTo>
                    <a:pt x="6726343" y="2051422"/>
                  </a:lnTo>
                  <a:lnTo>
                    <a:pt x="6727523" y="2051475"/>
                  </a:lnTo>
                  <a:lnTo>
                    <a:pt x="6735274" y="2051852"/>
                  </a:lnTo>
                  <a:lnTo>
                    <a:pt x="6754792" y="2052895"/>
                  </a:lnTo>
                  <a:lnTo>
                    <a:pt x="6789635" y="2054948"/>
                  </a:lnTo>
                  <a:lnTo>
                    <a:pt x="6841461" y="2058327"/>
                  </a:lnTo>
                  <a:lnTo>
                    <a:pt x="6909905" y="2063289"/>
                  </a:lnTo>
                  <a:lnTo>
                    <a:pt x="6992759" y="2070007"/>
                  </a:lnTo>
                  <a:lnTo>
                    <a:pt x="7086480" y="2078564"/>
                  </a:lnTo>
                  <a:lnTo>
                    <a:pt x="7186885" y="2088970"/>
                  </a:lnTo>
                  <a:lnTo>
                    <a:pt x="7289841" y="2101194"/>
                  </a:lnTo>
                  <a:lnTo>
                    <a:pt x="7391785" y="2115195"/>
                  </a:lnTo>
                  <a:lnTo>
                    <a:pt x="7490002" y="2130958"/>
                  </a:lnTo>
                  <a:lnTo>
                    <a:pt x="7582688" y="2148514"/>
                  </a:lnTo>
                  <a:lnTo>
                    <a:pt x="7668858" y="2167956"/>
                  </a:lnTo>
                  <a:lnTo>
                    <a:pt x="7748190" y="2189443"/>
                  </a:lnTo>
                  <a:lnTo>
                    <a:pt x="7820842" y="2213199"/>
                  </a:lnTo>
                  <a:lnTo>
                    <a:pt x="7887294" y="2239513"/>
                  </a:lnTo>
                  <a:lnTo>
                    <a:pt x="7948227" y="2268723"/>
                  </a:lnTo>
                  <a:lnTo>
                    <a:pt x="8004418" y="2301201"/>
                  </a:lnTo>
                  <a:lnTo>
                    <a:pt x="8056682" y="2337322"/>
                  </a:lnTo>
                  <a:lnTo>
                    <a:pt x="8105812" y="2377404"/>
                  </a:lnTo>
                  <a:lnTo>
                    <a:pt x="8151487" y="2420569"/>
                  </a:lnTo>
                  <a:lnTo>
                    <a:pt x="8192812" y="2464716"/>
                  </a:lnTo>
                  <a:lnTo>
                    <a:pt x="8233023" y="2512427"/>
                  </a:lnTo>
                  <a:lnTo>
                    <a:pt x="8272453" y="2563772"/>
                  </a:lnTo>
                  <a:lnTo>
                    <a:pt x="8311364" y="2618748"/>
                  </a:lnTo>
                  <a:lnTo>
                    <a:pt x="8349961" y="2677274"/>
                  </a:lnTo>
                  <a:lnTo>
                    <a:pt x="8388395" y="2739181"/>
                  </a:lnTo>
                  <a:lnTo>
                    <a:pt x="8426775" y="2804209"/>
                  </a:lnTo>
                  <a:lnTo>
                    <a:pt x="8465171" y="2872007"/>
                  </a:lnTo>
                  <a:lnTo>
                    <a:pt x="8503619" y="2942138"/>
                  </a:lnTo>
                  <a:lnTo>
                    <a:pt x="8542132" y="3014089"/>
                  </a:lnTo>
                  <a:lnTo>
                    <a:pt x="8580698" y="3087283"/>
                  </a:lnTo>
                  <a:lnTo>
                    <a:pt x="8619295" y="3161100"/>
                  </a:lnTo>
                  <a:lnTo>
                    <a:pt x="8657890" y="3234898"/>
                  </a:lnTo>
                  <a:lnTo>
                    <a:pt x="8696454" y="3308034"/>
                  </a:lnTo>
                  <a:lnTo>
                    <a:pt x="8734963" y="3379890"/>
                  </a:lnTo>
                  <a:lnTo>
                    <a:pt x="8773408" y="3449894"/>
                  </a:lnTo>
                  <a:lnTo>
                    <a:pt x="8811801" y="3517536"/>
                  </a:lnTo>
                  <a:lnTo>
                    <a:pt x="8850182" y="3582384"/>
                  </a:lnTo>
                  <a:lnTo>
                    <a:pt x="8888622" y="3644093"/>
                  </a:lnTo>
                  <a:lnTo>
                    <a:pt x="8927233" y="3702408"/>
                  </a:lnTo>
                  <a:lnTo>
                    <a:pt x="8966170" y="3757166"/>
                  </a:lnTo>
                  <a:lnTo>
                    <a:pt x="9005639" y="3808290"/>
                  </a:lnTo>
                  <a:lnTo>
                    <a:pt x="9045907" y="3855782"/>
                  </a:lnTo>
                  <a:lnTo>
                    <a:pt x="9084767" y="3897158"/>
                  </a:lnTo>
                  <a:lnTo>
                    <a:pt x="9131532" y="3941282"/>
                  </a:lnTo>
                  <a:lnTo>
                    <a:pt x="9180724" y="3981271"/>
                  </a:lnTo>
                  <a:lnTo>
                    <a:pt x="9233069" y="4017305"/>
                  </a:lnTo>
                  <a:lnTo>
                    <a:pt x="9289360" y="4049705"/>
                  </a:lnTo>
                  <a:lnTo>
                    <a:pt x="9350409" y="4078845"/>
                  </a:lnTo>
                  <a:lnTo>
                    <a:pt x="9416996" y="4105096"/>
                  </a:lnTo>
                  <a:lnTo>
                    <a:pt x="9489795" y="4128798"/>
                  </a:lnTo>
                  <a:lnTo>
                    <a:pt x="9569283" y="4150236"/>
                  </a:lnTo>
                  <a:lnTo>
                    <a:pt x="9655608" y="4169633"/>
                  </a:lnTo>
                  <a:lnTo>
                    <a:pt x="9748433" y="4187148"/>
                  </a:lnTo>
                  <a:lnTo>
                    <a:pt x="9846759" y="4202871"/>
                  </a:lnTo>
                  <a:lnTo>
                    <a:pt x="9948760" y="4216832"/>
                  </a:lnTo>
                  <a:lnTo>
                    <a:pt x="10051700" y="4229014"/>
                  </a:lnTo>
                  <a:lnTo>
                    <a:pt x="10152000" y="4239379"/>
                  </a:lnTo>
                  <a:lnTo>
                    <a:pt x="10245519" y="4247893"/>
                  </a:lnTo>
                  <a:lnTo>
                    <a:pt x="10328080" y="4254570"/>
                  </a:lnTo>
                  <a:lnTo>
                    <a:pt x="10396163" y="4259494"/>
                  </a:lnTo>
                  <a:lnTo>
                    <a:pt x="10447599" y="4262840"/>
                  </a:lnTo>
                  <a:lnTo>
                    <a:pt x="10482067" y="4264865"/>
                  </a:lnTo>
                  <a:lnTo>
                    <a:pt x="10501270" y="4265889"/>
                  </a:lnTo>
                  <a:lnTo>
                    <a:pt x="10508808" y="4266255"/>
                  </a:lnTo>
                  <a:lnTo>
                    <a:pt x="10509911" y="4266305"/>
                  </a:lnTo>
                  <a:lnTo>
                    <a:pt x="11981298" y="426630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02" name="pl802"/>
            <p:cNvSpPr/>
            <p:nvPr/>
          </p:nvSpPr>
          <p:spPr>
            <a:xfrm>
              <a:off x="4799595" y="4628331"/>
              <a:ext cx="11981298" cy="4266305"/>
            </a:xfrm>
            <a:custGeom>
              <a:avLst/>
              <a:pathLst>
                <a:path w="11981298" h="4266305">
                  <a:moveTo>
                    <a:pt x="11981298" y="4266305"/>
                  </a:moveTo>
                  <a:lnTo>
                    <a:pt x="10509911" y="4266305"/>
                  </a:lnTo>
                  <a:lnTo>
                    <a:pt x="10508731" y="4266252"/>
                  </a:lnTo>
                  <a:lnTo>
                    <a:pt x="10500979" y="4265874"/>
                  </a:lnTo>
                  <a:lnTo>
                    <a:pt x="10481461" y="4264832"/>
                  </a:lnTo>
                  <a:lnTo>
                    <a:pt x="10446618" y="4262779"/>
                  </a:lnTo>
                  <a:lnTo>
                    <a:pt x="10394792" y="4259400"/>
                  </a:lnTo>
                  <a:lnTo>
                    <a:pt x="10326348" y="4254438"/>
                  </a:lnTo>
                  <a:lnTo>
                    <a:pt x="10243494" y="4247720"/>
                  </a:lnTo>
                  <a:lnTo>
                    <a:pt x="10149774" y="4239163"/>
                  </a:lnTo>
                  <a:lnTo>
                    <a:pt x="10049369" y="4228757"/>
                  </a:lnTo>
                  <a:lnTo>
                    <a:pt x="9946412" y="4216533"/>
                  </a:lnTo>
                  <a:lnTo>
                    <a:pt x="9844468" y="4202532"/>
                  </a:lnTo>
                  <a:lnTo>
                    <a:pt x="9746251" y="4186769"/>
                  </a:lnTo>
                  <a:lnTo>
                    <a:pt x="9653566" y="4169213"/>
                  </a:lnTo>
                  <a:lnTo>
                    <a:pt x="9567395" y="4149770"/>
                  </a:lnTo>
                  <a:lnTo>
                    <a:pt x="9488063" y="4128284"/>
                  </a:lnTo>
                  <a:lnTo>
                    <a:pt x="9415411" y="4104528"/>
                  </a:lnTo>
                  <a:lnTo>
                    <a:pt x="9348959" y="4078214"/>
                  </a:lnTo>
                  <a:lnTo>
                    <a:pt x="9288027" y="4049004"/>
                  </a:lnTo>
                  <a:lnTo>
                    <a:pt x="9231835" y="4016525"/>
                  </a:lnTo>
                  <a:lnTo>
                    <a:pt x="9179571" y="3980405"/>
                  </a:lnTo>
                  <a:lnTo>
                    <a:pt x="9130442" y="3940322"/>
                  </a:lnTo>
                  <a:lnTo>
                    <a:pt x="9084767" y="3897158"/>
                  </a:lnTo>
                  <a:lnTo>
                    <a:pt x="9043442" y="3853010"/>
                  </a:lnTo>
                  <a:lnTo>
                    <a:pt x="9003231" y="3805299"/>
                  </a:lnTo>
                  <a:lnTo>
                    <a:pt x="8963801" y="3753955"/>
                  </a:lnTo>
                  <a:lnTo>
                    <a:pt x="8924889" y="3698979"/>
                  </a:lnTo>
                  <a:lnTo>
                    <a:pt x="8886292" y="3640453"/>
                  </a:lnTo>
                  <a:lnTo>
                    <a:pt x="8847858" y="3578546"/>
                  </a:lnTo>
                  <a:lnTo>
                    <a:pt x="8809478" y="3513518"/>
                  </a:lnTo>
                  <a:lnTo>
                    <a:pt x="8771082" y="3445720"/>
                  </a:lnTo>
                  <a:lnTo>
                    <a:pt x="8732634" y="3375588"/>
                  </a:lnTo>
                  <a:lnTo>
                    <a:pt x="8694121" y="3303638"/>
                  </a:lnTo>
                  <a:lnTo>
                    <a:pt x="8655555" y="3230444"/>
                  </a:lnTo>
                  <a:lnTo>
                    <a:pt x="8616958" y="3156627"/>
                  </a:lnTo>
                  <a:lnTo>
                    <a:pt x="8578363" y="3082829"/>
                  </a:lnTo>
                  <a:lnTo>
                    <a:pt x="8539799" y="3009693"/>
                  </a:lnTo>
                  <a:lnTo>
                    <a:pt x="8501291" y="2937836"/>
                  </a:lnTo>
                  <a:lnTo>
                    <a:pt x="8462846" y="2867832"/>
                  </a:lnTo>
                  <a:lnTo>
                    <a:pt x="8424452" y="2800190"/>
                  </a:lnTo>
                  <a:lnTo>
                    <a:pt x="8386072" y="2735342"/>
                  </a:lnTo>
                  <a:lnTo>
                    <a:pt x="8347631" y="2673634"/>
                  </a:lnTo>
                  <a:lnTo>
                    <a:pt x="8309020" y="2615318"/>
                  </a:lnTo>
                  <a:lnTo>
                    <a:pt x="8270083" y="2560560"/>
                  </a:lnTo>
                  <a:lnTo>
                    <a:pt x="8230614" y="2509437"/>
                  </a:lnTo>
                  <a:lnTo>
                    <a:pt x="8190346" y="2461944"/>
                  </a:lnTo>
                  <a:lnTo>
                    <a:pt x="8151487" y="2420569"/>
                  </a:lnTo>
                  <a:lnTo>
                    <a:pt x="8104721" y="2376445"/>
                  </a:lnTo>
                  <a:lnTo>
                    <a:pt x="8055529" y="2336456"/>
                  </a:lnTo>
                  <a:lnTo>
                    <a:pt x="8003184" y="2300422"/>
                  </a:lnTo>
                  <a:lnTo>
                    <a:pt x="7946894" y="2268022"/>
                  </a:lnTo>
                  <a:lnTo>
                    <a:pt x="7885844" y="2238882"/>
                  </a:lnTo>
                  <a:lnTo>
                    <a:pt x="7819257" y="2212630"/>
                  </a:lnTo>
                  <a:lnTo>
                    <a:pt x="7746458" y="2188929"/>
                  </a:lnTo>
                  <a:lnTo>
                    <a:pt x="7666970" y="2167491"/>
                  </a:lnTo>
                  <a:lnTo>
                    <a:pt x="7580645" y="2148094"/>
                  </a:lnTo>
                  <a:lnTo>
                    <a:pt x="7487820" y="2130579"/>
                  </a:lnTo>
                  <a:lnTo>
                    <a:pt x="7389494" y="2114856"/>
                  </a:lnTo>
                  <a:lnTo>
                    <a:pt x="7287494" y="2100895"/>
                  </a:lnTo>
                  <a:lnTo>
                    <a:pt x="7184553" y="2088712"/>
                  </a:lnTo>
                  <a:lnTo>
                    <a:pt x="7084253" y="2078348"/>
                  </a:lnTo>
                  <a:lnTo>
                    <a:pt x="6990734" y="2069833"/>
                  </a:lnTo>
                  <a:lnTo>
                    <a:pt x="6908173" y="2063157"/>
                  </a:lnTo>
                  <a:lnTo>
                    <a:pt x="6840090" y="2058233"/>
                  </a:lnTo>
                  <a:lnTo>
                    <a:pt x="6788654" y="2054887"/>
                  </a:lnTo>
                  <a:lnTo>
                    <a:pt x="6754187" y="2052861"/>
                  </a:lnTo>
                  <a:lnTo>
                    <a:pt x="6734983" y="2051838"/>
                  </a:lnTo>
                  <a:lnTo>
                    <a:pt x="6727445" y="2051471"/>
                  </a:lnTo>
                  <a:lnTo>
                    <a:pt x="6726343" y="2051422"/>
                  </a:lnTo>
                  <a:lnTo>
                    <a:pt x="5254955" y="2051422"/>
                  </a:lnTo>
                  <a:lnTo>
                    <a:pt x="5253767" y="2051373"/>
                  </a:lnTo>
                  <a:lnTo>
                    <a:pt x="5245966" y="2051021"/>
                  </a:lnTo>
                  <a:lnTo>
                    <a:pt x="5226325" y="2050048"/>
                  </a:lnTo>
                  <a:lnTo>
                    <a:pt x="5191274" y="2048135"/>
                  </a:lnTo>
                  <a:lnTo>
                    <a:pt x="5139157" y="2044984"/>
                  </a:lnTo>
                  <a:lnTo>
                    <a:pt x="5070365" y="2040358"/>
                  </a:lnTo>
                  <a:lnTo>
                    <a:pt x="4987138" y="2034097"/>
                  </a:lnTo>
                  <a:lnTo>
                    <a:pt x="4893059" y="2026125"/>
                  </a:lnTo>
                  <a:lnTo>
                    <a:pt x="4792343" y="2016433"/>
                  </a:lnTo>
                  <a:lnTo>
                    <a:pt x="4689143" y="2005050"/>
                  </a:lnTo>
                  <a:lnTo>
                    <a:pt x="4587031" y="1992015"/>
                  </a:lnTo>
                  <a:lnTo>
                    <a:pt x="4488718" y="1977340"/>
                  </a:lnTo>
                  <a:lnTo>
                    <a:pt x="4395997" y="1960995"/>
                  </a:lnTo>
                  <a:lnTo>
                    <a:pt x="4309839" y="1942892"/>
                  </a:lnTo>
                  <a:lnTo>
                    <a:pt x="4230552" y="1922881"/>
                  </a:lnTo>
                  <a:lnTo>
                    <a:pt x="4157963" y="1900751"/>
                  </a:lnTo>
                  <a:lnTo>
                    <a:pt x="4091579" y="1876231"/>
                  </a:lnTo>
                  <a:lnTo>
                    <a:pt x="4030712" y="1849003"/>
                  </a:lnTo>
                  <a:lnTo>
                    <a:pt x="3974574" y="1818720"/>
                  </a:lnTo>
                  <a:lnTo>
                    <a:pt x="3922346" y="1785034"/>
                  </a:lnTo>
                  <a:lnTo>
                    <a:pt x="3873233" y="1747652"/>
                  </a:lnTo>
                  <a:lnTo>
                    <a:pt x="3829811" y="1709518"/>
                  </a:lnTo>
                  <a:lnTo>
                    <a:pt x="3787382" y="1667474"/>
                  </a:lnTo>
                  <a:lnTo>
                    <a:pt x="3746117" y="1621945"/>
                  </a:lnTo>
                  <a:lnTo>
                    <a:pt x="3705661" y="1572864"/>
                  </a:lnTo>
                  <a:lnTo>
                    <a:pt x="3665731" y="1520238"/>
                  </a:lnTo>
                  <a:lnTo>
                    <a:pt x="3626114" y="1464157"/>
                  </a:lnTo>
                  <a:lnTo>
                    <a:pt x="3586651" y="1404802"/>
                  </a:lnTo>
                  <a:lnTo>
                    <a:pt x="3547231" y="1342448"/>
                  </a:lnTo>
                  <a:lnTo>
                    <a:pt x="3507784" y="1277462"/>
                  </a:lnTo>
                  <a:lnTo>
                    <a:pt x="3468277" y="1210300"/>
                  </a:lnTo>
                  <a:lnTo>
                    <a:pt x="3428703" y="1141492"/>
                  </a:lnTo>
                  <a:lnTo>
                    <a:pt x="3389078" y="1071631"/>
                  </a:lnTo>
                  <a:lnTo>
                    <a:pt x="3349431" y="1001347"/>
                  </a:lnTo>
                  <a:lnTo>
                    <a:pt x="3309796" y="931288"/>
                  </a:lnTo>
                  <a:lnTo>
                    <a:pt x="3270205" y="862092"/>
                  </a:lnTo>
                  <a:lnTo>
                    <a:pt x="3230676" y="794365"/>
                  </a:lnTo>
                  <a:lnTo>
                    <a:pt x="3191213" y="728659"/>
                  </a:lnTo>
                  <a:lnTo>
                    <a:pt x="3151791" y="665454"/>
                  </a:lnTo>
                  <a:lnTo>
                    <a:pt x="3112350" y="605145"/>
                  </a:lnTo>
                  <a:lnTo>
                    <a:pt x="3072795" y="548036"/>
                  </a:lnTo>
                  <a:lnTo>
                    <a:pt x="3032982" y="494335"/>
                  </a:lnTo>
                  <a:lnTo>
                    <a:pt x="2992713" y="444162"/>
                  </a:lnTo>
                  <a:lnTo>
                    <a:pt x="2951731" y="397547"/>
                  </a:lnTo>
                  <a:lnTo>
                    <a:pt x="2909703" y="354444"/>
                  </a:lnTo>
                  <a:lnTo>
                    <a:pt x="2896531" y="341903"/>
                  </a:lnTo>
                  <a:lnTo>
                    <a:pt x="2849658" y="300948"/>
                  </a:lnTo>
                  <a:lnTo>
                    <a:pt x="2800346" y="263840"/>
                  </a:lnTo>
                  <a:lnTo>
                    <a:pt x="2747863" y="230410"/>
                  </a:lnTo>
                  <a:lnTo>
                    <a:pt x="2691412" y="200359"/>
                  </a:lnTo>
                  <a:lnTo>
                    <a:pt x="2630173" y="173337"/>
                  </a:lnTo>
                  <a:lnTo>
                    <a:pt x="2563363" y="148999"/>
                  </a:lnTo>
                  <a:lnTo>
                    <a:pt x="2490305" y="127030"/>
                  </a:lnTo>
                  <a:lnTo>
                    <a:pt x="2410523" y="107163"/>
                  </a:lnTo>
                  <a:lnTo>
                    <a:pt x="2323875" y="89192"/>
                  </a:lnTo>
                  <a:lnTo>
                    <a:pt x="2230710" y="72969"/>
                  </a:lnTo>
                  <a:lnTo>
                    <a:pt x="2132053" y="58413"/>
                  </a:lnTo>
                  <a:lnTo>
                    <a:pt x="2029760" y="45495"/>
                  </a:lnTo>
                  <a:lnTo>
                    <a:pt x="1926611" y="34233"/>
                  </a:lnTo>
                  <a:lnTo>
                    <a:pt x="1826230" y="24664"/>
                  </a:lnTo>
                  <a:lnTo>
                    <a:pt x="1732795" y="16816"/>
                  </a:lnTo>
                  <a:lnTo>
                    <a:pt x="1650501" y="10677"/>
                  </a:lnTo>
                  <a:lnTo>
                    <a:pt x="1582855" y="6164"/>
                  </a:lnTo>
                  <a:lnTo>
                    <a:pt x="1531980" y="3111"/>
                  </a:lnTo>
                  <a:lnTo>
                    <a:pt x="1498119" y="1275"/>
                  </a:lnTo>
                  <a:lnTo>
                    <a:pt x="1479472" y="358"/>
                  </a:lnTo>
                  <a:lnTo>
                    <a:pt x="1472340" y="39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03" name="pg803"/>
            <p:cNvSpPr/>
            <p:nvPr/>
          </p:nvSpPr>
          <p:spPr>
            <a:xfrm>
              <a:off x="4799595" y="4661023"/>
              <a:ext cx="11981298" cy="4781204"/>
            </a:xfrm>
            <a:custGeom>
              <a:avLst/>
              <a:pathLst>
                <a:path w="11981298" h="4781204">
                  <a:moveTo>
                    <a:pt x="0" y="8172"/>
                  </a:moveTo>
                  <a:lnTo>
                    <a:pt x="1471387" y="8172"/>
                  </a:lnTo>
                  <a:lnTo>
                    <a:pt x="1472574" y="8222"/>
                  </a:lnTo>
                  <a:lnTo>
                    <a:pt x="1480371" y="8577"/>
                  </a:lnTo>
                  <a:lnTo>
                    <a:pt x="1499999" y="9556"/>
                  </a:lnTo>
                  <a:lnTo>
                    <a:pt x="1535031" y="11484"/>
                  </a:lnTo>
                  <a:lnTo>
                    <a:pt x="1587119" y="14658"/>
                  </a:lnTo>
                  <a:lnTo>
                    <a:pt x="1655878" y="19317"/>
                  </a:lnTo>
                  <a:lnTo>
                    <a:pt x="1739068" y="25624"/>
                  </a:lnTo>
                  <a:lnTo>
                    <a:pt x="1833112" y="33655"/>
                  </a:lnTo>
                  <a:lnTo>
                    <a:pt x="1933798" y="43420"/>
                  </a:lnTo>
                  <a:lnTo>
                    <a:pt x="2036975" y="54887"/>
                  </a:lnTo>
                  <a:lnTo>
                    <a:pt x="2139071" y="68020"/>
                  </a:lnTo>
                  <a:lnTo>
                    <a:pt x="2237375" y="82804"/>
                  </a:lnTo>
                  <a:lnTo>
                    <a:pt x="2330091" y="99271"/>
                  </a:lnTo>
                  <a:lnTo>
                    <a:pt x="2416251" y="117509"/>
                  </a:lnTo>
                  <a:lnTo>
                    <a:pt x="2495543" y="137668"/>
                  </a:lnTo>
                  <a:lnTo>
                    <a:pt x="2568138" y="159963"/>
                  </a:lnTo>
                  <a:lnTo>
                    <a:pt x="2634528" y="184664"/>
                  </a:lnTo>
                  <a:lnTo>
                    <a:pt x="2695402" y="212091"/>
                  </a:lnTo>
                  <a:lnTo>
                    <a:pt x="2751545" y="242596"/>
                  </a:lnTo>
                  <a:lnTo>
                    <a:pt x="2803776" y="276528"/>
                  </a:lnTo>
                  <a:lnTo>
                    <a:pt x="2852891" y="314182"/>
                  </a:lnTo>
                  <a:lnTo>
                    <a:pt x="2896531" y="352801"/>
                  </a:lnTo>
                  <a:lnTo>
                    <a:pt x="2938847" y="395061"/>
                  </a:lnTo>
                  <a:lnTo>
                    <a:pt x="2980003" y="440814"/>
                  </a:lnTo>
                  <a:lnTo>
                    <a:pt x="3020355" y="490127"/>
                  </a:lnTo>
                  <a:lnTo>
                    <a:pt x="3060180" y="542995"/>
                  </a:lnTo>
                  <a:lnTo>
                    <a:pt x="3099692" y="599328"/>
                  </a:lnTo>
                  <a:lnTo>
                    <a:pt x="3139050" y="658947"/>
                  </a:lnTo>
                  <a:lnTo>
                    <a:pt x="3178363" y="721577"/>
                  </a:lnTo>
                  <a:lnTo>
                    <a:pt x="3217702" y="786854"/>
                  </a:lnTo>
                  <a:lnTo>
                    <a:pt x="3257101" y="854324"/>
                  </a:lnTo>
                  <a:lnTo>
                    <a:pt x="3296565" y="923456"/>
                  </a:lnTo>
                  <a:lnTo>
                    <a:pt x="3336082" y="993662"/>
                  </a:lnTo>
                  <a:lnTo>
                    <a:pt x="3375621" y="1064310"/>
                  </a:lnTo>
                  <a:lnTo>
                    <a:pt x="3415150" y="1134755"/>
                  </a:lnTo>
                  <a:lnTo>
                    <a:pt x="3454636" y="1204356"/>
                  </a:lnTo>
                  <a:lnTo>
                    <a:pt x="3494060" y="1272507"/>
                  </a:lnTo>
                  <a:lnTo>
                    <a:pt x="3533418" y="1338652"/>
                  </a:lnTo>
                  <a:lnTo>
                    <a:pt x="3572735" y="1402310"/>
                  </a:lnTo>
                  <a:lnTo>
                    <a:pt x="3612066" y="1463081"/>
                  </a:lnTo>
                  <a:lnTo>
                    <a:pt x="3651505" y="1520656"/>
                  </a:lnTo>
                  <a:lnTo>
                    <a:pt x="3691192" y="1574822"/>
                  </a:lnTo>
                  <a:lnTo>
                    <a:pt x="3731320" y="1625457"/>
                  </a:lnTo>
                  <a:lnTo>
                    <a:pt x="3772142" y="1672524"/>
                  </a:lnTo>
                  <a:lnTo>
                    <a:pt x="3813981" y="1716066"/>
                  </a:lnTo>
                  <a:lnTo>
                    <a:pt x="3829811" y="1731313"/>
                  </a:lnTo>
                  <a:lnTo>
                    <a:pt x="3876673" y="1772586"/>
                  </a:lnTo>
                  <a:lnTo>
                    <a:pt x="3925974" y="1809983"/>
                  </a:lnTo>
                  <a:lnTo>
                    <a:pt x="3978443" y="1843674"/>
                  </a:lnTo>
                  <a:lnTo>
                    <a:pt x="4034879" y="1873961"/>
                  </a:lnTo>
                  <a:lnTo>
                    <a:pt x="4096100" y="1901194"/>
                  </a:lnTo>
                  <a:lnTo>
                    <a:pt x="4162888" y="1925724"/>
                  </a:lnTo>
                  <a:lnTo>
                    <a:pt x="4235921" y="1947866"/>
                  </a:lnTo>
                  <a:lnTo>
                    <a:pt x="4315674" y="1967890"/>
                  </a:lnTo>
                  <a:lnTo>
                    <a:pt x="4402291" y="1986005"/>
                  </a:lnTo>
                  <a:lnTo>
                    <a:pt x="4495423" y="2002356"/>
                  </a:lnTo>
                  <a:lnTo>
                    <a:pt x="4594048" y="2017029"/>
                  </a:lnTo>
                  <a:lnTo>
                    <a:pt x="4696312" y="2030051"/>
                  </a:lnTo>
                  <a:lnTo>
                    <a:pt x="4799442" y="2041405"/>
                  </a:lnTo>
                  <a:lnTo>
                    <a:pt x="4899815" y="2051053"/>
                  </a:lnTo>
                  <a:lnTo>
                    <a:pt x="4993258" y="2058967"/>
                  </a:lnTo>
                  <a:lnTo>
                    <a:pt x="5075578" y="2065160"/>
                  </a:lnTo>
                  <a:lnTo>
                    <a:pt x="5143267" y="2069714"/>
                  </a:lnTo>
                  <a:lnTo>
                    <a:pt x="5194197" y="2072795"/>
                  </a:lnTo>
                  <a:lnTo>
                    <a:pt x="5228117" y="2074650"/>
                  </a:lnTo>
                  <a:lnTo>
                    <a:pt x="5246817" y="2075577"/>
                  </a:lnTo>
                  <a:lnTo>
                    <a:pt x="5253988" y="2075901"/>
                  </a:lnTo>
                  <a:lnTo>
                    <a:pt x="5254955" y="2075941"/>
                  </a:lnTo>
                  <a:lnTo>
                    <a:pt x="6726343" y="2075941"/>
                  </a:lnTo>
                  <a:lnTo>
                    <a:pt x="6727496" y="2076004"/>
                  </a:lnTo>
                  <a:lnTo>
                    <a:pt x="6735080" y="2076454"/>
                  </a:lnTo>
                  <a:lnTo>
                    <a:pt x="6754188" y="2077699"/>
                  </a:lnTo>
                  <a:lnTo>
                    <a:pt x="6788331" y="2080149"/>
                  </a:lnTo>
                  <a:lnTo>
                    <a:pt x="6839184" y="2084184"/>
                  </a:lnTo>
                  <a:lnTo>
                    <a:pt x="6906455" y="2090114"/>
                  </a:lnTo>
                  <a:lnTo>
                    <a:pt x="6988051" y="2098149"/>
                  </a:lnTo>
                  <a:lnTo>
                    <a:pt x="7080559" y="2108393"/>
                  </a:lnTo>
                  <a:lnTo>
                    <a:pt x="7179905" y="2120863"/>
                  </a:lnTo>
                  <a:lnTo>
                    <a:pt x="7282027" y="2135523"/>
                  </a:lnTo>
                  <a:lnTo>
                    <a:pt x="7383391" y="2152324"/>
                  </a:lnTo>
                  <a:lnTo>
                    <a:pt x="7481271" y="2171244"/>
                  </a:lnTo>
                  <a:lnTo>
                    <a:pt x="7573828" y="2192315"/>
                  </a:lnTo>
                  <a:lnTo>
                    <a:pt x="7660031" y="2215640"/>
                  </a:lnTo>
                  <a:lnTo>
                    <a:pt x="7739508" y="2241400"/>
                  </a:lnTo>
                  <a:lnTo>
                    <a:pt x="7812367" y="2269856"/>
                  </a:lnTo>
                  <a:lnTo>
                    <a:pt x="7879052" y="2301342"/>
                  </a:lnTo>
                  <a:lnTo>
                    <a:pt x="7940205" y="2336257"/>
                  </a:lnTo>
                  <a:lnTo>
                    <a:pt x="7996582" y="2375041"/>
                  </a:lnTo>
                  <a:lnTo>
                    <a:pt x="8048975" y="2418145"/>
                  </a:lnTo>
                  <a:lnTo>
                    <a:pt x="8098165" y="2465963"/>
                  </a:lnTo>
                  <a:lnTo>
                    <a:pt x="8144874" y="2518742"/>
                  </a:lnTo>
                  <a:lnTo>
                    <a:pt x="8151487" y="2526818"/>
                  </a:lnTo>
                  <a:lnTo>
                    <a:pt x="8189857" y="2576684"/>
                  </a:lnTo>
                  <a:lnTo>
                    <a:pt x="8227245" y="2630287"/>
                  </a:lnTo>
                  <a:lnTo>
                    <a:pt x="8263926" y="2687702"/>
                  </a:lnTo>
                  <a:lnTo>
                    <a:pt x="8300116" y="2748941"/>
                  </a:lnTo>
                  <a:lnTo>
                    <a:pt x="8335991" y="2813945"/>
                  </a:lnTo>
                  <a:lnTo>
                    <a:pt x="8371683" y="2882578"/>
                  </a:lnTo>
                  <a:lnTo>
                    <a:pt x="8407292" y="2954621"/>
                  </a:lnTo>
                  <a:lnTo>
                    <a:pt x="8442889" y="3029775"/>
                  </a:lnTo>
                  <a:lnTo>
                    <a:pt x="8478515" y="3107658"/>
                  </a:lnTo>
                  <a:lnTo>
                    <a:pt x="8514194" y="3187815"/>
                  </a:lnTo>
                  <a:lnTo>
                    <a:pt x="8549927" y="3269723"/>
                  </a:lnTo>
                  <a:lnTo>
                    <a:pt x="8585703" y="3352810"/>
                  </a:lnTo>
                  <a:lnTo>
                    <a:pt x="8621501" y="3436464"/>
                  </a:lnTo>
                  <a:lnTo>
                    <a:pt x="8657297" y="3520060"/>
                  </a:lnTo>
                  <a:lnTo>
                    <a:pt x="8693066" y="3602970"/>
                  </a:lnTo>
                  <a:lnTo>
                    <a:pt x="8728789" y="3684591"/>
                  </a:lnTo>
                  <a:lnTo>
                    <a:pt x="8764457" y="3764357"/>
                  </a:lnTo>
                  <a:lnTo>
                    <a:pt x="8800076" y="3841758"/>
                  </a:lnTo>
                  <a:lnTo>
                    <a:pt x="8835671" y="3916352"/>
                  </a:lnTo>
                  <a:lnTo>
                    <a:pt x="8871290" y="3987773"/>
                  </a:lnTo>
                  <a:lnTo>
                    <a:pt x="8907008" y="4055736"/>
                  </a:lnTo>
                  <a:lnTo>
                    <a:pt x="8942930" y="4120038"/>
                  </a:lnTo>
                  <a:lnTo>
                    <a:pt x="8979199" y="4180559"/>
                  </a:lnTo>
                  <a:lnTo>
                    <a:pt x="9015994" y="4237252"/>
                  </a:lnTo>
                  <a:lnTo>
                    <a:pt x="9053546" y="4290143"/>
                  </a:lnTo>
                  <a:lnTo>
                    <a:pt x="9084767" y="4330326"/>
                  </a:lnTo>
                  <a:lnTo>
                    <a:pt x="9131169" y="4383830"/>
                  </a:lnTo>
                  <a:lnTo>
                    <a:pt x="9179957" y="4432359"/>
                  </a:lnTo>
                  <a:lnTo>
                    <a:pt x="9231837" y="4476124"/>
                  </a:lnTo>
                  <a:lnTo>
                    <a:pt x="9287586" y="4515508"/>
                  </a:lnTo>
                  <a:lnTo>
                    <a:pt x="9347997" y="4550957"/>
                  </a:lnTo>
                  <a:lnTo>
                    <a:pt x="9413835" y="4582915"/>
                  </a:lnTo>
                  <a:lnTo>
                    <a:pt x="9485765" y="4611788"/>
                  </a:lnTo>
                  <a:lnTo>
                    <a:pt x="9564264" y="4637921"/>
                  </a:lnTo>
                  <a:lnTo>
                    <a:pt x="9649501" y="4661586"/>
                  </a:lnTo>
                  <a:lnTo>
                    <a:pt x="9741183" y="4682977"/>
                  </a:lnTo>
                  <a:lnTo>
                    <a:pt x="9838383" y="4702205"/>
                  </a:lnTo>
                  <a:lnTo>
                    <a:pt x="9939389" y="4719314"/>
                  </a:lnTo>
                  <a:lnTo>
                    <a:pt x="10041604" y="4734288"/>
                  </a:lnTo>
                  <a:lnTo>
                    <a:pt x="10141597" y="4747079"/>
                  </a:lnTo>
                  <a:lnTo>
                    <a:pt x="10235356" y="4757647"/>
                  </a:lnTo>
                  <a:lnTo>
                    <a:pt x="10318772" y="4765998"/>
                  </a:lnTo>
                  <a:lnTo>
                    <a:pt x="10388290" y="4772223"/>
                  </a:lnTo>
                  <a:lnTo>
                    <a:pt x="10441591" y="4776516"/>
                  </a:lnTo>
                  <a:lnTo>
                    <a:pt x="10478103" y="4779174"/>
                  </a:lnTo>
                  <a:lnTo>
                    <a:pt x="10499216" y="4780569"/>
                  </a:lnTo>
                  <a:lnTo>
                    <a:pt x="10508192" y="4781108"/>
                  </a:lnTo>
                  <a:lnTo>
                    <a:pt x="10509911" y="4781204"/>
                  </a:lnTo>
                  <a:lnTo>
                    <a:pt x="11981298" y="4781204"/>
                  </a:lnTo>
                  <a:lnTo>
                    <a:pt x="11981298" y="4773031"/>
                  </a:lnTo>
                  <a:lnTo>
                    <a:pt x="10509911" y="4773031"/>
                  </a:lnTo>
                  <a:lnTo>
                    <a:pt x="10508757" y="4772967"/>
                  </a:lnTo>
                  <a:lnTo>
                    <a:pt x="10501174" y="4772517"/>
                  </a:lnTo>
                  <a:lnTo>
                    <a:pt x="10482066" y="4771273"/>
                  </a:lnTo>
                  <a:lnTo>
                    <a:pt x="10447922" y="4768823"/>
                  </a:lnTo>
                  <a:lnTo>
                    <a:pt x="10397069" y="4764787"/>
                  </a:lnTo>
                  <a:lnTo>
                    <a:pt x="10329799" y="4758857"/>
                  </a:lnTo>
                  <a:lnTo>
                    <a:pt x="10248202" y="4750823"/>
                  </a:lnTo>
                  <a:lnTo>
                    <a:pt x="10155694" y="4740578"/>
                  </a:lnTo>
                  <a:lnTo>
                    <a:pt x="10056348" y="4728108"/>
                  </a:lnTo>
                  <a:lnTo>
                    <a:pt x="9954226" y="4713449"/>
                  </a:lnTo>
                  <a:lnTo>
                    <a:pt x="9852863" y="4696648"/>
                  </a:lnTo>
                  <a:lnTo>
                    <a:pt x="9754983" y="4677727"/>
                  </a:lnTo>
                  <a:lnTo>
                    <a:pt x="9662425" y="4656656"/>
                  </a:lnTo>
                  <a:lnTo>
                    <a:pt x="9576222" y="4633331"/>
                  </a:lnTo>
                  <a:lnTo>
                    <a:pt x="9496746" y="4607572"/>
                  </a:lnTo>
                  <a:lnTo>
                    <a:pt x="9423886" y="4579116"/>
                  </a:lnTo>
                  <a:lnTo>
                    <a:pt x="9357202" y="4547630"/>
                  </a:lnTo>
                  <a:lnTo>
                    <a:pt x="9296048" y="4512715"/>
                  </a:lnTo>
                  <a:lnTo>
                    <a:pt x="9239672" y="4473930"/>
                  </a:lnTo>
                  <a:lnTo>
                    <a:pt x="9187279" y="4430827"/>
                  </a:lnTo>
                  <a:lnTo>
                    <a:pt x="9138088" y="4383009"/>
                  </a:lnTo>
                  <a:lnTo>
                    <a:pt x="9091379" y="4330230"/>
                  </a:lnTo>
                  <a:lnTo>
                    <a:pt x="9084767" y="4322153"/>
                  </a:lnTo>
                  <a:lnTo>
                    <a:pt x="9046397" y="4272287"/>
                  </a:lnTo>
                  <a:lnTo>
                    <a:pt x="9009008" y="4218685"/>
                  </a:lnTo>
                  <a:lnTo>
                    <a:pt x="8972328" y="4161270"/>
                  </a:lnTo>
                  <a:lnTo>
                    <a:pt x="8936137" y="4100030"/>
                  </a:lnTo>
                  <a:lnTo>
                    <a:pt x="8900263" y="4035026"/>
                  </a:lnTo>
                  <a:lnTo>
                    <a:pt x="8864571" y="3966394"/>
                  </a:lnTo>
                  <a:lnTo>
                    <a:pt x="8828961" y="3894350"/>
                  </a:lnTo>
                  <a:lnTo>
                    <a:pt x="8793365" y="3819196"/>
                  </a:lnTo>
                  <a:lnTo>
                    <a:pt x="8757738" y="3741313"/>
                  </a:lnTo>
                  <a:lnTo>
                    <a:pt x="8722059" y="3661157"/>
                  </a:lnTo>
                  <a:lnTo>
                    <a:pt x="8686327" y="3579248"/>
                  </a:lnTo>
                  <a:lnTo>
                    <a:pt x="8650551" y="3496162"/>
                  </a:lnTo>
                  <a:lnTo>
                    <a:pt x="8614752" y="3412507"/>
                  </a:lnTo>
                  <a:lnTo>
                    <a:pt x="8578956" y="3328912"/>
                  </a:lnTo>
                  <a:lnTo>
                    <a:pt x="8543187" y="3246002"/>
                  </a:lnTo>
                  <a:lnTo>
                    <a:pt x="8507464" y="3164381"/>
                  </a:lnTo>
                  <a:lnTo>
                    <a:pt x="8471796" y="3084615"/>
                  </a:lnTo>
                  <a:lnTo>
                    <a:pt x="8436177" y="3007213"/>
                  </a:lnTo>
                  <a:lnTo>
                    <a:pt x="8400582" y="2932619"/>
                  </a:lnTo>
                  <a:lnTo>
                    <a:pt x="8364963" y="2861198"/>
                  </a:lnTo>
                  <a:lnTo>
                    <a:pt x="8329245" y="2793236"/>
                  </a:lnTo>
                  <a:lnTo>
                    <a:pt x="8293323" y="2728933"/>
                  </a:lnTo>
                  <a:lnTo>
                    <a:pt x="8257054" y="2668413"/>
                  </a:lnTo>
                  <a:lnTo>
                    <a:pt x="8220259" y="2611719"/>
                  </a:lnTo>
                  <a:lnTo>
                    <a:pt x="8182708" y="2558828"/>
                  </a:lnTo>
                  <a:lnTo>
                    <a:pt x="8151487" y="2518645"/>
                  </a:lnTo>
                  <a:lnTo>
                    <a:pt x="8105084" y="2465141"/>
                  </a:lnTo>
                  <a:lnTo>
                    <a:pt x="8056297" y="2416613"/>
                  </a:lnTo>
                  <a:lnTo>
                    <a:pt x="8004416" y="2372847"/>
                  </a:lnTo>
                  <a:lnTo>
                    <a:pt x="7948667" y="2333463"/>
                  </a:lnTo>
                  <a:lnTo>
                    <a:pt x="7888256" y="2298015"/>
                  </a:lnTo>
                  <a:lnTo>
                    <a:pt x="7822418" y="2266057"/>
                  </a:lnTo>
                  <a:lnTo>
                    <a:pt x="7750488" y="2237184"/>
                  </a:lnTo>
                  <a:lnTo>
                    <a:pt x="7671989" y="2211050"/>
                  </a:lnTo>
                  <a:lnTo>
                    <a:pt x="7586752" y="2187385"/>
                  </a:lnTo>
                  <a:lnTo>
                    <a:pt x="7495071" y="2165995"/>
                  </a:lnTo>
                  <a:lnTo>
                    <a:pt x="7397870" y="2146766"/>
                  </a:lnTo>
                  <a:lnTo>
                    <a:pt x="7296864" y="2129657"/>
                  </a:lnTo>
                  <a:lnTo>
                    <a:pt x="7194650" y="2114684"/>
                  </a:lnTo>
                  <a:lnTo>
                    <a:pt x="7094657" y="2101893"/>
                  </a:lnTo>
                  <a:lnTo>
                    <a:pt x="7000897" y="2091325"/>
                  </a:lnTo>
                  <a:lnTo>
                    <a:pt x="6917481" y="2082973"/>
                  </a:lnTo>
                  <a:lnTo>
                    <a:pt x="6847963" y="2076748"/>
                  </a:lnTo>
                  <a:lnTo>
                    <a:pt x="6794662" y="2072455"/>
                  </a:lnTo>
                  <a:lnTo>
                    <a:pt x="6758151" y="2069797"/>
                  </a:lnTo>
                  <a:lnTo>
                    <a:pt x="6737037" y="2068403"/>
                  </a:lnTo>
                  <a:lnTo>
                    <a:pt x="6728062" y="2067863"/>
                  </a:lnTo>
                  <a:lnTo>
                    <a:pt x="6726343" y="2067768"/>
                  </a:lnTo>
                  <a:lnTo>
                    <a:pt x="5254955" y="2067768"/>
                  </a:lnTo>
                  <a:lnTo>
                    <a:pt x="5253768" y="2067718"/>
                  </a:lnTo>
                  <a:lnTo>
                    <a:pt x="5245971" y="2067364"/>
                  </a:lnTo>
                  <a:lnTo>
                    <a:pt x="5226343" y="2066384"/>
                  </a:lnTo>
                  <a:lnTo>
                    <a:pt x="5191311" y="2064457"/>
                  </a:lnTo>
                  <a:lnTo>
                    <a:pt x="5139223" y="2061283"/>
                  </a:lnTo>
                  <a:lnTo>
                    <a:pt x="5070465" y="2056623"/>
                  </a:lnTo>
                  <a:lnTo>
                    <a:pt x="4987274" y="2050316"/>
                  </a:lnTo>
                  <a:lnTo>
                    <a:pt x="4893230" y="2042285"/>
                  </a:lnTo>
                  <a:lnTo>
                    <a:pt x="4792544" y="2032521"/>
                  </a:lnTo>
                  <a:lnTo>
                    <a:pt x="4689367" y="2021054"/>
                  </a:lnTo>
                  <a:lnTo>
                    <a:pt x="4587271" y="2007921"/>
                  </a:lnTo>
                  <a:lnTo>
                    <a:pt x="4488968" y="1993136"/>
                  </a:lnTo>
                  <a:lnTo>
                    <a:pt x="4396251" y="1976669"/>
                  </a:lnTo>
                  <a:lnTo>
                    <a:pt x="4310091" y="1958432"/>
                  </a:lnTo>
                  <a:lnTo>
                    <a:pt x="4230799" y="1938272"/>
                  </a:lnTo>
                  <a:lnTo>
                    <a:pt x="4158204" y="1915978"/>
                  </a:lnTo>
                  <a:lnTo>
                    <a:pt x="4091814" y="1891277"/>
                  </a:lnTo>
                  <a:lnTo>
                    <a:pt x="4030940" y="1863849"/>
                  </a:lnTo>
                  <a:lnTo>
                    <a:pt x="3974797" y="1833344"/>
                  </a:lnTo>
                  <a:lnTo>
                    <a:pt x="3922566" y="1799413"/>
                  </a:lnTo>
                  <a:lnTo>
                    <a:pt x="3873451" y="1761758"/>
                  </a:lnTo>
                  <a:lnTo>
                    <a:pt x="3829811" y="1723140"/>
                  </a:lnTo>
                  <a:lnTo>
                    <a:pt x="3787495" y="1680880"/>
                  </a:lnTo>
                  <a:lnTo>
                    <a:pt x="3746339" y="1635127"/>
                  </a:lnTo>
                  <a:lnTo>
                    <a:pt x="3705987" y="1585813"/>
                  </a:lnTo>
                  <a:lnTo>
                    <a:pt x="3666162" y="1532945"/>
                  </a:lnTo>
                  <a:lnTo>
                    <a:pt x="3626650" y="1476612"/>
                  </a:lnTo>
                  <a:lnTo>
                    <a:pt x="3587292" y="1416994"/>
                  </a:lnTo>
                  <a:lnTo>
                    <a:pt x="3547979" y="1354363"/>
                  </a:lnTo>
                  <a:lnTo>
                    <a:pt x="3508640" y="1289087"/>
                  </a:lnTo>
                  <a:lnTo>
                    <a:pt x="3469242" y="1221617"/>
                  </a:lnTo>
                  <a:lnTo>
                    <a:pt x="3429777" y="1152484"/>
                  </a:lnTo>
                  <a:lnTo>
                    <a:pt x="3390260" y="1082279"/>
                  </a:lnTo>
                  <a:lnTo>
                    <a:pt x="3350721" y="1011630"/>
                  </a:lnTo>
                  <a:lnTo>
                    <a:pt x="3311192" y="941186"/>
                  </a:lnTo>
                  <a:lnTo>
                    <a:pt x="3271706" y="871585"/>
                  </a:lnTo>
                  <a:lnTo>
                    <a:pt x="3232282" y="803434"/>
                  </a:lnTo>
                  <a:lnTo>
                    <a:pt x="3192924" y="737288"/>
                  </a:lnTo>
                  <a:lnTo>
                    <a:pt x="3153607" y="673630"/>
                  </a:lnTo>
                  <a:lnTo>
                    <a:pt x="3114276" y="612860"/>
                  </a:lnTo>
                  <a:lnTo>
                    <a:pt x="3074837" y="555284"/>
                  </a:lnTo>
                  <a:lnTo>
                    <a:pt x="3035150" y="501118"/>
                  </a:lnTo>
                  <a:lnTo>
                    <a:pt x="2995022" y="450483"/>
                  </a:lnTo>
                  <a:lnTo>
                    <a:pt x="2954201" y="403416"/>
                  </a:lnTo>
                  <a:lnTo>
                    <a:pt x="2912361" y="359875"/>
                  </a:lnTo>
                  <a:lnTo>
                    <a:pt x="2896531" y="344628"/>
                  </a:lnTo>
                  <a:lnTo>
                    <a:pt x="2849669" y="303354"/>
                  </a:lnTo>
                  <a:lnTo>
                    <a:pt x="2800368" y="265957"/>
                  </a:lnTo>
                  <a:lnTo>
                    <a:pt x="2747899" y="232267"/>
                  </a:lnTo>
                  <a:lnTo>
                    <a:pt x="2691463" y="201980"/>
                  </a:lnTo>
                  <a:lnTo>
                    <a:pt x="2630242" y="174747"/>
                  </a:lnTo>
                  <a:lnTo>
                    <a:pt x="2563454" y="150217"/>
                  </a:lnTo>
                  <a:lnTo>
                    <a:pt x="2490421" y="128074"/>
                  </a:lnTo>
                  <a:lnTo>
                    <a:pt x="2410668" y="108050"/>
                  </a:lnTo>
                  <a:lnTo>
                    <a:pt x="2324051" y="89936"/>
                  </a:lnTo>
                  <a:lnTo>
                    <a:pt x="2230919" y="73584"/>
                  </a:lnTo>
                  <a:lnTo>
                    <a:pt x="2132294" y="58911"/>
                  </a:lnTo>
                  <a:lnTo>
                    <a:pt x="2030030" y="45890"/>
                  </a:lnTo>
                  <a:lnTo>
                    <a:pt x="1926900" y="34536"/>
                  </a:lnTo>
                  <a:lnTo>
                    <a:pt x="1826527" y="24887"/>
                  </a:lnTo>
                  <a:lnTo>
                    <a:pt x="1733084" y="16973"/>
                  </a:lnTo>
                  <a:lnTo>
                    <a:pt x="1650764" y="10781"/>
                  </a:lnTo>
                  <a:lnTo>
                    <a:pt x="1583075" y="6227"/>
                  </a:lnTo>
                  <a:lnTo>
                    <a:pt x="1532146" y="3145"/>
                  </a:lnTo>
                  <a:lnTo>
                    <a:pt x="1498225" y="1291"/>
                  </a:lnTo>
                  <a:lnTo>
                    <a:pt x="1479525" y="364"/>
                  </a:lnTo>
                  <a:lnTo>
                    <a:pt x="1472354" y="40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804" name="pl804"/>
            <p:cNvSpPr/>
            <p:nvPr/>
          </p:nvSpPr>
          <p:spPr>
            <a:xfrm>
              <a:off x="4799595" y="4669196"/>
              <a:ext cx="11981298" cy="4773031"/>
            </a:xfrm>
            <a:custGeom>
              <a:avLst/>
              <a:pathLst>
                <a:path w="11981298" h="4773031">
                  <a:moveTo>
                    <a:pt x="0" y="0"/>
                  </a:moveTo>
                  <a:lnTo>
                    <a:pt x="1471387" y="0"/>
                  </a:lnTo>
                  <a:lnTo>
                    <a:pt x="1472574" y="49"/>
                  </a:lnTo>
                  <a:lnTo>
                    <a:pt x="1480371" y="404"/>
                  </a:lnTo>
                  <a:lnTo>
                    <a:pt x="1499999" y="1383"/>
                  </a:lnTo>
                  <a:lnTo>
                    <a:pt x="1535031" y="3311"/>
                  </a:lnTo>
                  <a:lnTo>
                    <a:pt x="1587119" y="6485"/>
                  </a:lnTo>
                  <a:lnTo>
                    <a:pt x="1655878" y="11144"/>
                  </a:lnTo>
                  <a:lnTo>
                    <a:pt x="1739068" y="17451"/>
                  </a:lnTo>
                  <a:lnTo>
                    <a:pt x="1833112" y="25482"/>
                  </a:lnTo>
                  <a:lnTo>
                    <a:pt x="1933798" y="35247"/>
                  </a:lnTo>
                  <a:lnTo>
                    <a:pt x="2036975" y="46714"/>
                  </a:lnTo>
                  <a:lnTo>
                    <a:pt x="2139071" y="59847"/>
                  </a:lnTo>
                  <a:lnTo>
                    <a:pt x="2237375" y="74631"/>
                  </a:lnTo>
                  <a:lnTo>
                    <a:pt x="2330091" y="91098"/>
                  </a:lnTo>
                  <a:lnTo>
                    <a:pt x="2416251" y="109336"/>
                  </a:lnTo>
                  <a:lnTo>
                    <a:pt x="2495543" y="129495"/>
                  </a:lnTo>
                  <a:lnTo>
                    <a:pt x="2568138" y="151790"/>
                  </a:lnTo>
                  <a:lnTo>
                    <a:pt x="2634528" y="176491"/>
                  </a:lnTo>
                  <a:lnTo>
                    <a:pt x="2695402" y="203918"/>
                  </a:lnTo>
                  <a:lnTo>
                    <a:pt x="2751545" y="234423"/>
                  </a:lnTo>
                  <a:lnTo>
                    <a:pt x="2803776" y="268355"/>
                  </a:lnTo>
                  <a:lnTo>
                    <a:pt x="2852891" y="306009"/>
                  </a:lnTo>
                  <a:lnTo>
                    <a:pt x="2896531" y="344628"/>
                  </a:lnTo>
                  <a:lnTo>
                    <a:pt x="2938847" y="386888"/>
                  </a:lnTo>
                  <a:lnTo>
                    <a:pt x="2980003" y="432641"/>
                  </a:lnTo>
                  <a:lnTo>
                    <a:pt x="3020355" y="481954"/>
                  </a:lnTo>
                  <a:lnTo>
                    <a:pt x="3060180" y="534822"/>
                  </a:lnTo>
                  <a:lnTo>
                    <a:pt x="3099692" y="591155"/>
                  </a:lnTo>
                  <a:lnTo>
                    <a:pt x="3139050" y="650774"/>
                  </a:lnTo>
                  <a:lnTo>
                    <a:pt x="3178363" y="713404"/>
                  </a:lnTo>
                  <a:lnTo>
                    <a:pt x="3217702" y="778681"/>
                  </a:lnTo>
                  <a:lnTo>
                    <a:pt x="3257101" y="846151"/>
                  </a:lnTo>
                  <a:lnTo>
                    <a:pt x="3296565" y="915283"/>
                  </a:lnTo>
                  <a:lnTo>
                    <a:pt x="3336082" y="985489"/>
                  </a:lnTo>
                  <a:lnTo>
                    <a:pt x="3375621" y="1056137"/>
                  </a:lnTo>
                  <a:lnTo>
                    <a:pt x="3415150" y="1126582"/>
                  </a:lnTo>
                  <a:lnTo>
                    <a:pt x="3454636" y="1196183"/>
                  </a:lnTo>
                  <a:lnTo>
                    <a:pt x="3494060" y="1264334"/>
                  </a:lnTo>
                  <a:lnTo>
                    <a:pt x="3533418" y="1330479"/>
                  </a:lnTo>
                  <a:lnTo>
                    <a:pt x="3572735" y="1394137"/>
                  </a:lnTo>
                  <a:lnTo>
                    <a:pt x="3612066" y="1454908"/>
                  </a:lnTo>
                  <a:lnTo>
                    <a:pt x="3651505" y="1512483"/>
                  </a:lnTo>
                  <a:lnTo>
                    <a:pt x="3691192" y="1566649"/>
                  </a:lnTo>
                  <a:lnTo>
                    <a:pt x="3731320" y="1617284"/>
                  </a:lnTo>
                  <a:lnTo>
                    <a:pt x="3772142" y="1664351"/>
                  </a:lnTo>
                  <a:lnTo>
                    <a:pt x="3813981" y="1707893"/>
                  </a:lnTo>
                  <a:lnTo>
                    <a:pt x="3829811" y="1723140"/>
                  </a:lnTo>
                  <a:lnTo>
                    <a:pt x="3876673" y="1764413"/>
                  </a:lnTo>
                  <a:lnTo>
                    <a:pt x="3925974" y="1801810"/>
                  </a:lnTo>
                  <a:lnTo>
                    <a:pt x="3978443" y="1835501"/>
                  </a:lnTo>
                  <a:lnTo>
                    <a:pt x="4034879" y="1865788"/>
                  </a:lnTo>
                  <a:lnTo>
                    <a:pt x="4096100" y="1893021"/>
                  </a:lnTo>
                  <a:lnTo>
                    <a:pt x="4162888" y="1917551"/>
                  </a:lnTo>
                  <a:lnTo>
                    <a:pt x="4235921" y="1939693"/>
                  </a:lnTo>
                  <a:lnTo>
                    <a:pt x="4315674" y="1959717"/>
                  </a:lnTo>
                  <a:lnTo>
                    <a:pt x="4402291" y="1977832"/>
                  </a:lnTo>
                  <a:lnTo>
                    <a:pt x="4495423" y="1994183"/>
                  </a:lnTo>
                  <a:lnTo>
                    <a:pt x="4594048" y="2008856"/>
                  </a:lnTo>
                  <a:lnTo>
                    <a:pt x="4696312" y="2021878"/>
                  </a:lnTo>
                  <a:lnTo>
                    <a:pt x="4799442" y="2033232"/>
                  </a:lnTo>
                  <a:lnTo>
                    <a:pt x="4899815" y="2042880"/>
                  </a:lnTo>
                  <a:lnTo>
                    <a:pt x="4993258" y="2050794"/>
                  </a:lnTo>
                  <a:lnTo>
                    <a:pt x="5075578" y="2056987"/>
                  </a:lnTo>
                  <a:lnTo>
                    <a:pt x="5143267" y="2061541"/>
                  </a:lnTo>
                  <a:lnTo>
                    <a:pt x="5194197" y="2064622"/>
                  </a:lnTo>
                  <a:lnTo>
                    <a:pt x="5228117" y="2066477"/>
                  </a:lnTo>
                  <a:lnTo>
                    <a:pt x="5246817" y="2067404"/>
                  </a:lnTo>
                  <a:lnTo>
                    <a:pt x="5253988" y="2067728"/>
                  </a:lnTo>
                  <a:lnTo>
                    <a:pt x="5254955" y="2067768"/>
                  </a:lnTo>
                  <a:lnTo>
                    <a:pt x="6726343" y="2067768"/>
                  </a:lnTo>
                  <a:lnTo>
                    <a:pt x="6727496" y="2067831"/>
                  </a:lnTo>
                  <a:lnTo>
                    <a:pt x="6735080" y="2068281"/>
                  </a:lnTo>
                  <a:lnTo>
                    <a:pt x="6754188" y="2069526"/>
                  </a:lnTo>
                  <a:lnTo>
                    <a:pt x="6788331" y="2071976"/>
                  </a:lnTo>
                  <a:lnTo>
                    <a:pt x="6839184" y="2076011"/>
                  </a:lnTo>
                  <a:lnTo>
                    <a:pt x="6906455" y="2081941"/>
                  </a:lnTo>
                  <a:lnTo>
                    <a:pt x="6988051" y="2089976"/>
                  </a:lnTo>
                  <a:lnTo>
                    <a:pt x="7080559" y="2100220"/>
                  </a:lnTo>
                  <a:lnTo>
                    <a:pt x="7179905" y="2112690"/>
                  </a:lnTo>
                  <a:lnTo>
                    <a:pt x="7282027" y="2127350"/>
                  </a:lnTo>
                  <a:lnTo>
                    <a:pt x="7383391" y="2144151"/>
                  </a:lnTo>
                  <a:lnTo>
                    <a:pt x="7481271" y="2163071"/>
                  </a:lnTo>
                  <a:lnTo>
                    <a:pt x="7573828" y="2184142"/>
                  </a:lnTo>
                  <a:lnTo>
                    <a:pt x="7660031" y="2207467"/>
                  </a:lnTo>
                  <a:lnTo>
                    <a:pt x="7739508" y="2233227"/>
                  </a:lnTo>
                  <a:lnTo>
                    <a:pt x="7812367" y="2261683"/>
                  </a:lnTo>
                  <a:lnTo>
                    <a:pt x="7879052" y="2293169"/>
                  </a:lnTo>
                  <a:lnTo>
                    <a:pt x="7940205" y="2328084"/>
                  </a:lnTo>
                  <a:lnTo>
                    <a:pt x="7996582" y="2366868"/>
                  </a:lnTo>
                  <a:lnTo>
                    <a:pt x="8048975" y="2409972"/>
                  </a:lnTo>
                  <a:lnTo>
                    <a:pt x="8098165" y="2457790"/>
                  </a:lnTo>
                  <a:lnTo>
                    <a:pt x="8144874" y="2510569"/>
                  </a:lnTo>
                  <a:lnTo>
                    <a:pt x="8151487" y="2518645"/>
                  </a:lnTo>
                  <a:lnTo>
                    <a:pt x="8189857" y="2568511"/>
                  </a:lnTo>
                  <a:lnTo>
                    <a:pt x="8227245" y="2622114"/>
                  </a:lnTo>
                  <a:lnTo>
                    <a:pt x="8263926" y="2679529"/>
                  </a:lnTo>
                  <a:lnTo>
                    <a:pt x="8300116" y="2740768"/>
                  </a:lnTo>
                  <a:lnTo>
                    <a:pt x="8335991" y="2805772"/>
                  </a:lnTo>
                  <a:lnTo>
                    <a:pt x="8371683" y="2874405"/>
                  </a:lnTo>
                  <a:lnTo>
                    <a:pt x="8407292" y="2946448"/>
                  </a:lnTo>
                  <a:lnTo>
                    <a:pt x="8442889" y="3021602"/>
                  </a:lnTo>
                  <a:lnTo>
                    <a:pt x="8478515" y="3099485"/>
                  </a:lnTo>
                  <a:lnTo>
                    <a:pt x="8514194" y="3179642"/>
                  </a:lnTo>
                  <a:lnTo>
                    <a:pt x="8549927" y="3261550"/>
                  </a:lnTo>
                  <a:lnTo>
                    <a:pt x="8585703" y="3344637"/>
                  </a:lnTo>
                  <a:lnTo>
                    <a:pt x="8621501" y="3428291"/>
                  </a:lnTo>
                  <a:lnTo>
                    <a:pt x="8657297" y="3511887"/>
                  </a:lnTo>
                  <a:lnTo>
                    <a:pt x="8693066" y="3594797"/>
                  </a:lnTo>
                  <a:lnTo>
                    <a:pt x="8728789" y="3676418"/>
                  </a:lnTo>
                  <a:lnTo>
                    <a:pt x="8764457" y="3756184"/>
                  </a:lnTo>
                  <a:lnTo>
                    <a:pt x="8800076" y="3833585"/>
                  </a:lnTo>
                  <a:lnTo>
                    <a:pt x="8835671" y="3908179"/>
                  </a:lnTo>
                  <a:lnTo>
                    <a:pt x="8871290" y="3979600"/>
                  </a:lnTo>
                  <a:lnTo>
                    <a:pt x="8907008" y="4047563"/>
                  </a:lnTo>
                  <a:lnTo>
                    <a:pt x="8942930" y="4111865"/>
                  </a:lnTo>
                  <a:lnTo>
                    <a:pt x="8979199" y="4172386"/>
                  </a:lnTo>
                  <a:lnTo>
                    <a:pt x="9015994" y="4229079"/>
                  </a:lnTo>
                  <a:lnTo>
                    <a:pt x="9053546" y="4281970"/>
                  </a:lnTo>
                  <a:lnTo>
                    <a:pt x="9084767" y="4322153"/>
                  </a:lnTo>
                  <a:lnTo>
                    <a:pt x="9131169" y="4375657"/>
                  </a:lnTo>
                  <a:lnTo>
                    <a:pt x="9179957" y="4424186"/>
                  </a:lnTo>
                  <a:lnTo>
                    <a:pt x="9231837" y="4467951"/>
                  </a:lnTo>
                  <a:lnTo>
                    <a:pt x="9287586" y="4507335"/>
                  </a:lnTo>
                  <a:lnTo>
                    <a:pt x="9347997" y="4542784"/>
                  </a:lnTo>
                  <a:lnTo>
                    <a:pt x="9413835" y="4574742"/>
                  </a:lnTo>
                  <a:lnTo>
                    <a:pt x="9485765" y="4603615"/>
                  </a:lnTo>
                  <a:lnTo>
                    <a:pt x="9564264" y="4629748"/>
                  </a:lnTo>
                  <a:lnTo>
                    <a:pt x="9649501" y="4653413"/>
                  </a:lnTo>
                  <a:lnTo>
                    <a:pt x="9741183" y="4674804"/>
                  </a:lnTo>
                  <a:lnTo>
                    <a:pt x="9838383" y="4694032"/>
                  </a:lnTo>
                  <a:lnTo>
                    <a:pt x="9939389" y="4711141"/>
                  </a:lnTo>
                  <a:lnTo>
                    <a:pt x="10041604" y="4726115"/>
                  </a:lnTo>
                  <a:lnTo>
                    <a:pt x="10141597" y="4738906"/>
                  </a:lnTo>
                  <a:lnTo>
                    <a:pt x="10235356" y="4749474"/>
                  </a:lnTo>
                  <a:lnTo>
                    <a:pt x="10318772" y="4757825"/>
                  </a:lnTo>
                  <a:lnTo>
                    <a:pt x="10388290" y="4764050"/>
                  </a:lnTo>
                  <a:lnTo>
                    <a:pt x="10441591" y="4768343"/>
                  </a:lnTo>
                  <a:lnTo>
                    <a:pt x="10478103" y="4771001"/>
                  </a:lnTo>
                  <a:lnTo>
                    <a:pt x="10499216" y="4772396"/>
                  </a:lnTo>
                  <a:lnTo>
                    <a:pt x="10508192" y="4772935"/>
                  </a:lnTo>
                  <a:lnTo>
                    <a:pt x="10509907" y="4773030"/>
                  </a:lnTo>
                  <a:lnTo>
                    <a:pt x="10509911" y="4773031"/>
                  </a:lnTo>
                  <a:lnTo>
                    <a:pt x="11981298" y="477303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05" name="pl805"/>
            <p:cNvSpPr/>
            <p:nvPr/>
          </p:nvSpPr>
          <p:spPr>
            <a:xfrm>
              <a:off x="4799595" y="4661023"/>
              <a:ext cx="11981298" cy="4773031"/>
            </a:xfrm>
            <a:custGeom>
              <a:avLst/>
              <a:pathLst>
                <a:path w="11981298" h="4773031">
                  <a:moveTo>
                    <a:pt x="11981298" y="4773031"/>
                  </a:moveTo>
                  <a:lnTo>
                    <a:pt x="10509911" y="4773031"/>
                  </a:lnTo>
                  <a:lnTo>
                    <a:pt x="10508757" y="4772967"/>
                  </a:lnTo>
                  <a:lnTo>
                    <a:pt x="10501174" y="4772517"/>
                  </a:lnTo>
                  <a:lnTo>
                    <a:pt x="10482066" y="4771273"/>
                  </a:lnTo>
                  <a:lnTo>
                    <a:pt x="10447922" y="4768823"/>
                  </a:lnTo>
                  <a:lnTo>
                    <a:pt x="10397069" y="4764787"/>
                  </a:lnTo>
                  <a:lnTo>
                    <a:pt x="10329799" y="4758857"/>
                  </a:lnTo>
                  <a:lnTo>
                    <a:pt x="10248202" y="4750823"/>
                  </a:lnTo>
                  <a:lnTo>
                    <a:pt x="10155694" y="4740578"/>
                  </a:lnTo>
                  <a:lnTo>
                    <a:pt x="10056348" y="4728108"/>
                  </a:lnTo>
                  <a:lnTo>
                    <a:pt x="9954226" y="4713449"/>
                  </a:lnTo>
                  <a:lnTo>
                    <a:pt x="9852863" y="4696648"/>
                  </a:lnTo>
                  <a:lnTo>
                    <a:pt x="9754983" y="4677727"/>
                  </a:lnTo>
                  <a:lnTo>
                    <a:pt x="9662425" y="4656656"/>
                  </a:lnTo>
                  <a:lnTo>
                    <a:pt x="9576222" y="4633331"/>
                  </a:lnTo>
                  <a:lnTo>
                    <a:pt x="9496746" y="4607572"/>
                  </a:lnTo>
                  <a:lnTo>
                    <a:pt x="9423886" y="4579116"/>
                  </a:lnTo>
                  <a:lnTo>
                    <a:pt x="9357202" y="4547630"/>
                  </a:lnTo>
                  <a:lnTo>
                    <a:pt x="9296048" y="4512715"/>
                  </a:lnTo>
                  <a:lnTo>
                    <a:pt x="9239672" y="4473930"/>
                  </a:lnTo>
                  <a:lnTo>
                    <a:pt x="9187279" y="4430827"/>
                  </a:lnTo>
                  <a:lnTo>
                    <a:pt x="9138088" y="4383009"/>
                  </a:lnTo>
                  <a:lnTo>
                    <a:pt x="9091379" y="4330230"/>
                  </a:lnTo>
                  <a:lnTo>
                    <a:pt x="9084767" y="4322153"/>
                  </a:lnTo>
                  <a:lnTo>
                    <a:pt x="9046397" y="4272287"/>
                  </a:lnTo>
                  <a:lnTo>
                    <a:pt x="9009008" y="4218685"/>
                  </a:lnTo>
                  <a:lnTo>
                    <a:pt x="8972328" y="4161270"/>
                  </a:lnTo>
                  <a:lnTo>
                    <a:pt x="8936137" y="4100030"/>
                  </a:lnTo>
                  <a:lnTo>
                    <a:pt x="8900263" y="4035026"/>
                  </a:lnTo>
                  <a:lnTo>
                    <a:pt x="8864571" y="3966394"/>
                  </a:lnTo>
                  <a:lnTo>
                    <a:pt x="8828961" y="3894350"/>
                  </a:lnTo>
                  <a:lnTo>
                    <a:pt x="8793365" y="3819196"/>
                  </a:lnTo>
                  <a:lnTo>
                    <a:pt x="8757738" y="3741313"/>
                  </a:lnTo>
                  <a:lnTo>
                    <a:pt x="8722059" y="3661157"/>
                  </a:lnTo>
                  <a:lnTo>
                    <a:pt x="8686327" y="3579248"/>
                  </a:lnTo>
                  <a:lnTo>
                    <a:pt x="8650551" y="3496162"/>
                  </a:lnTo>
                  <a:lnTo>
                    <a:pt x="8614752" y="3412507"/>
                  </a:lnTo>
                  <a:lnTo>
                    <a:pt x="8578956" y="3328912"/>
                  </a:lnTo>
                  <a:lnTo>
                    <a:pt x="8543187" y="3246002"/>
                  </a:lnTo>
                  <a:lnTo>
                    <a:pt x="8507464" y="3164381"/>
                  </a:lnTo>
                  <a:lnTo>
                    <a:pt x="8471796" y="3084615"/>
                  </a:lnTo>
                  <a:lnTo>
                    <a:pt x="8436177" y="3007213"/>
                  </a:lnTo>
                  <a:lnTo>
                    <a:pt x="8400582" y="2932619"/>
                  </a:lnTo>
                  <a:lnTo>
                    <a:pt x="8364963" y="2861198"/>
                  </a:lnTo>
                  <a:lnTo>
                    <a:pt x="8329245" y="2793236"/>
                  </a:lnTo>
                  <a:lnTo>
                    <a:pt x="8293323" y="2728933"/>
                  </a:lnTo>
                  <a:lnTo>
                    <a:pt x="8257054" y="2668413"/>
                  </a:lnTo>
                  <a:lnTo>
                    <a:pt x="8220259" y="2611719"/>
                  </a:lnTo>
                  <a:lnTo>
                    <a:pt x="8182708" y="2558828"/>
                  </a:lnTo>
                  <a:lnTo>
                    <a:pt x="8151487" y="2518645"/>
                  </a:lnTo>
                  <a:lnTo>
                    <a:pt x="8105084" y="2465141"/>
                  </a:lnTo>
                  <a:lnTo>
                    <a:pt x="8056297" y="2416613"/>
                  </a:lnTo>
                  <a:lnTo>
                    <a:pt x="8004416" y="2372847"/>
                  </a:lnTo>
                  <a:lnTo>
                    <a:pt x="7948667" y="2333463"/>
                  </a:lnTo>
                  <a:lnTo>
                    <a:pt x="7888256" y="2298015"/>
                  </a:lnTo>
                  <a:lnTo>
                    <a:pt x="7822418" y="2266057"/>
                  </a:lnTo>
                  <a:lnTo>
                    <a:pt x="7750488" y="2237184"/>
                  </a:lnTo>
                  <a:lnTo>
                    <a:pt x="7671989" y="2211050"/>
                  </a:lnTo>
                  <a:lnTo>
                    <a:pt x="7586752" y="2187385"/>
                  </a:lnTo>
                  <a:lnTo>
                    <a:pt x="7495071" y="2165995"/>
                  </a:lnTo>
                  <a:lnTo>
                    <a:pt x="7397870" y="2146766"/>
                  </a:lnTo>
                  <a:lnTo>
                    <a:pt x="7296864" y="2129657"/>
                  </a:lnTo>
                  <a:lnTo>
                    <a:pt x="7194650" y="2114684"/>
                  </a:lnTo>
                  <a:lnTo>
                    <a:pt x="7094657" y="2101893"/>
                  </a:lnTo>
                  <a:lnTo>
                    <a:pt x="7000897" y="2091325"/>
                  </a:lnTo>
                  <a:lnTo>
                    <a:pt x="6917481" y="2082973"/>
                  </a:lnTo>
                  <a:lnTo>
                    <a:pt x="6847963" y="2076748"/>
                  </a:lnTo>
                  <a:lnTo>
                    <a:pt x="6794662" y="2072455"/>
                  </a:lnTo>
                  <a:lnTo>
                    <a:pt x="6758151" y="2069797"/>
                  </a:lnTo>
                  <a:lnTo>
                    <a:pt x="6737037" y="2068403"/>
                  </a:lnTo>
                  <a:lnTo>
                    <a:pt x="6728062" y="2067863"/>
                  </a:lnTo>
                  <a:lnTo>
                    <a:pt x="6726346" y="2067768"/>
                  </a:lnTo>
                  <a:lnTo>
                    <a:pt x="6726343" y="2067768"/>
                  </a:lnTo>
                  <a:lnTo>
                    <a:pt x="5254955" y="2067768"/>
                  </a:lnTo>
                  <a:lnTo>
                    <a:pt x="5253768" y="2067718"/>
                  </a:lnTo>
                  <a:lnTo>
                    <a:pt x="5245971" y="2067364"/>
                  </a:lnTo>
                  <a:lnTo>
                    <a:pt x="5226343" y="2066384"/>
                  </a:lnTo>
                  <a:lnTo>
                    <a:pt x="5191311" y="2064457"/>
                  </a:lnTo>
                  <a:lnTo>
                    <a:pt x="5139223" y="2061283"/>
                  </a:lnTo>
                  <a:lnTo>
                    <a:pt x="5070465" y="2056623"/>
                  </a:lnTo>
                  <a:lnTo>
                    <a:pt x="4987274" y="2050316"/>
                  </a:lnTo>
                  <a:lnTo>
                    <a:pt x="4893230" y="2042285"/>
                  </a:lnTo>
                  <a:lnTo>
                    <a:pt x="4792544" y="2032521"/>
                  </a:lnTo>
                  <a:lnTo>
                    <a:pt x="4689367" y="2021054"/>
                  </a:lnTo>
                  <a:lnTo>
                    <a:pt x="4587271" y="2007921"/>
                  </a:lnTo>
                  <a:lnTo>
                    <a:pt x="4488968" y="1993136"/>
                  </a:lnTo>
                  <a:lnTo>
                    <a:pt x="4396251" y="1976669"/>
                  </a:lnTo>
                  <a:lnTo>
                    <a:pt x="4310091" y="1958432"/>
                  </a:lnTo>
                  <a:lnTo>
                    <a:pt x="4230799" y="1938272"/>
                  </a:lnTo>
                  <a:lnTo>
                    <a:pt x="4158204" y="1915978"/>
                  </a:lnTo>
                  <a:lnTo>
                    <a:pt x="4091814" y="1891277"/>
                  </a:lnTo>
                  <a:lnTo>
                    <a:pt x="4030940" y="1863849"/>
                  </a:lnTo>
                  <a:lnTo>
                    <a:pt x="3974797" y="1833344"/>
                  </a:lnTo>
                  <a:lnTo>
                    <a:pt x="3922566" y="1799413"/>
                  </a:lnTo>
                  <a:lnTo>
                    <a:pt x="3873451" y="1761758"/>
                  </a:lnTo>
                  <a:lnTo>
                    <a:pt x="3829811" y="1723140"/>
                  </a:lnTo>
                  <a:lnTo>
                    <a:pt x="3787495" y="1680880"/>
                  </a:lnTo>
                  <a:lnTo>
                    <a:pt x="3746339" y="1635127"/>
                  </a:lnTo>
                  <a:lnTo>
                    <a:pt x="3705987" y="1585813"/>
                  </a:lnTo>
                  <a:lnTo>
                    <a:pt x="3666162" y="1532945"/>
                  </a:lnTo>
                  <a:lnTo>
                    <a:pt x="3626650" y="1476612"/>
                  </a:lnTo>
                  <a:lnTo>
                    <a:pt x="3587292" y="1416994"/>
                  </a:lnTo>
                  <a:lnTo>
                    <a:pt x="3547979" y="1354363"/>
                  </a:lnTo>
                  <a:lnTo>
                    <a:pt x="3508640" y="1289087"/>
                  </a:lnTo>
                  <a:lnTo>
                    <a:pt x="3469242" y="1221617"/>
                  </a:lnTo>
                  <a:lnTo>
                    <a:pt x="3429777" y="1152484"/>
                  </a:lnTo>
                  <a:lnTo>
                    <a:pt x="3390260" y="1082279"/>
                  </a:lnTo>
                  <a:lnTo>
                    <a:pt x="3350721" y="1011630"/>
                  </a:lnTo>
                  <a:lnTo>
                    <a:pt x="3311192" y="941186"/>
                  </a:lnTo>
                  <a:lnTo>
                    <a:pt x="3271706" y="871585"/>
                  </a:lnTo>
                  <a:lnTo>
                    <a:pt x="3232282" y="803434"/>
                  </a:lnTo>
                  <a:lnTo>
                    <a:pt x="3192924" y="737288"/>
                  </a:lnTo>
                  <a:lnTo>
                    <a:pt x="3153607" y="673630"/>
                  </a:lnTo>
                  <a:lnTo>
                    <a:pt x="3114276" y="612860"/>
                  </a:lnTo>
                  <a:lnTo>
                    <a:pt x="3074837" y="555284"/>
                  </a:lnTo>
                  <a:lnTo>
                    <a:pt x="3035150" y="501118"/>
                  </a:lnTo>
                  <a:lnTo>
                    <a:pt x="2995022" y="450483"/>
                  </a:lnTo>
                  <a:lnTo>
                    <a:pt x="2954201" y="403416"/>
                  </a:lnTo>
                  <a:lnTo>
                    <a:pt x="2912361" y="359875"/>
                  </a:lnTo>
                  <a:lnTo>
                    <a:pt x="2896531" y="344628"/>
                  </a:lnTo>
                  <a:lnTo>
                    <a:pt x="2849669" y="303354"/>
                  </a:lnTo>
                  <a:lnTo>
                    <a:pt x="2800368" y="265957"/>
                  </a:lnTo>
                  <a:lnTo>
                    <a:pt x="2747899" y="232267"/>
                  </a:lnTo>
                  <a:lnTo>
                    <a:pt x="2691463" y="201980"/>
                  </a:lnTo>
                  <a:lnTo>
                    <a:pt x="2630242" y="174747"/>
                  </a:lnTo>
                  <a:lnTo>
                    <a:pt x="2563454" y="150217"/>
                  </a:lnTo>
                  <a:lnTo>
                    <a:pt x="2490421" y="128074"/>
                  </a:lnTo>
                  <a:lnTo>
                    <a:pt x="2410668" y="108050"/>
                  </a:lnTo>
                  <a:lnTo>
                    <a:pt x="2324051" y="89936"/>
                  </a:lnTo>
                  <a:lnTo>
                    <a:pt x="2230919" y="73584"/>
                  </a:lnTo>
                  <a:lnTo>
                    <a:pt x="2132294" y="58911"/>
                  </a:lnTo>
                  <a:lnTo>
                    <a:pt x="2030030" y="45890"/>
                  </a:lnTo>
                  <a:lnTo>
                    <a:pt x="1926900" y="34536"/>
                  </a:lnTo>
                  <a:lnTo>
                    <a:pt x="1826527" y="24887"/>
                  </a:lnTo>
                  <a:lnTo>
                    <a:pt x="1733084" y="16973"/>
                  </a:lnTo>
                  <a:lnTo>
                    <a:pt x="1650764" y="10781"/>
                  </a:lnTo>
                  <a:lnTo>
                    <a:pt x="1583075" y="6227"/>
                  </a:lnTo>
                  <a:lnTo>
                    <a:pt x="1532146" y="3145"/>
                  </a:lnTo>
                  <a:lnTo>
                    <a:pt x="1498225" y="1291"/>
                  </a:lnTo>
                  <a:lnTo>
                    <a:pt x="1479525" y="364"/>
                  </a:lnTo>
                  <a:lnTo>
                    <a:pt x="1472354" y="40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06" name="pg806"/>
            <p:cNvSpPr/>
            <p:nvPr/>
          </p:nvSpPr>
          <p:spPr>
            <a:xfrm>
              <a:off x="4799595" y="4669196"/>
              <a:ext cx="11981298" cy="5565811"/>
            </a:xfrm>
            <a:custGeom>
              <a:avLst/>
              <a:pathLst>
                <a:path w="11981298" h="5565811">
                  <a:moveTo>
                    <a:pt x="0" y="8172"/>
                  </a:moveTo>
                  <a:lnTo>
                    <a:pt x="1471387" y="8172"/>
                  </a:lnTo>
                  <a:lnTo>
                    <a:pt x="1472573" y="8223"/>
                  </a:lnTo>
                  <a:lnTo>
                    <a:pt x="1480359" y="8582"/>
                  </a:lnTo>
                  <a:lnTo>
                    <a:pt x="1499964" y="9576"/>
                  </a:lnTo>
                  <a:lnTo>
                    <a:pt x="1534954" y="11532"/>
                  </a:lnTo>
                  <a:lnTo>
                    <a:pt x="1586986" y="14752"/>
                  </a:lnTo>
                  <a:lnTo>
                    <a:pt x="1655676" y="19479"/>
                  </a:lnTo>
                  <a:lnTo>
                    <a:pt x="1738793" y="25878"/>
                  </a:lnTo>
                  <a:lnTo>
                    <a:pt x="1832767" y="34026"/>
                  </a:lnTo>
                  <a:lnTo>
                    <a:pt x="1933392" y="43934"/>
                  </a:lnTo>
                  <a:lnTo>
                    <a:pt x="2036521" y="55571"/>
                  </a:lnTo>
                  <a:lnTo>
                    <a:pt x="2138584" y="68897"/>
                  </a:lnTo>
                  <a:lnTo>
                    <a:pt x="2236869" y="83901"/>
                  </a:lnTo>
                  <a:lnTo>
                    <a:pt x="2329579" y="100611"/>
                  </a:lnTo>
                  <a:lnTo>
                    <a:pt x="2415741" y="119118"/>
                  </a:lnTo>
                  <a:lnTo>
                    <a:pt x="2495042" y="139574"/>
                  </a:lnTo>
                  <a:lnTo>
                    <a:pt x="2567649" y="162195"/>
                  </a:lnTo>
                  <a:lnTo>
                    <a:pt x="2634053" y="187257"/>
                  </a:lnTo>
                  <a:lnTo>
                    <a:pt x="2694940" y="215083"/>
                  </a:lnTo>
                  <a:lnTo>
                    <a:pt x="2751093" y="246030"/>
                  </a:lnTo>
                  <a:lnTo>
                    <a:pt x="2803332" y="280451"/>
                  </a:lnTo>
                  <a:lnTo>
                    <a:pt x="2852450" y="318649"/>
                  </a:lnTo>
                  <a:lnTo>
                    <a:pt x="2896531" y="358249"/>
                  </a:lnTo>
                  <a:lnTo>
                    <a:pt x="2938623" y="400937"/>
                  </a:lnTo>
                  <a:lnTo>
                    <a:pt x="2979565" y="447133"/>
                  </a:lnTo>
                  <a:lnTo>
                    <a:pt x="3019707" y="496908"/>
                  </a:lnTo>
                  <a:lnTo>
                    <a:pt x="3059325" y="550256"/>
                  </a:lnTo>
                  <a:lnTo>
                    <a:pt x="3098630" y="607088"/>
                  </a:lnTo>
                  <a:lnTo>
                    <a:pt x="3137778" y="667228"/>
                  </a:lnTo>
                  <a:lnTo>
                    <a:pt x="3176880" y="730405"/>
                  </a:lnTo>
                  <a:lnTo>
                    <a:pt x="3216005" y="796256"/>
                  </a:lnTo>
                  <a:lnTo>
                    <a:pt x="3255188" y="864333"/>
                  </a:lnTo>
                  <a:lnTo>
                    <a:pt x="3294437" y="934108"/>
                  </a:lnTo>
                  <a:lnTo>
                    <a:pt x="3333738" y="1004995"/>
                  </a:lnTo>
                  <a:lnTo>
                    <a:pt x="3373064" y="1076365"/>
                  </a:lnTo>
                  <a:lnTo>
                    <a:pt x="3412381" y="1147573"/>
                  </a:lnTo>
                  <a:lnTo>
                    <a:pt x="3451659" y="1217977"/>
                  </a:lnTo>
                  <a:lnTo>
                    <a:pt x="3490875" y="1286968"/>
                  </a:lnTo>
                  <a:lnTo>
                    <a:pt x="3530026" y="1353986"/>
                  </a:lnTo>
                  <a:lnTo>
                    <a:pt x="3569133" y="1418543"/>
                  </a:lnTo>
                  <a:lnTo>
                    <a:pt x="3608247" y="1480232"/>
                  </a:lnTo>
                  <a:lnTo>
                    <a:pt x="3647457" y="1538736"/>
                  </a:lnTo>
                  <a:lnTo>
                    <a:pt x="3686897" y="1593831"/>
                  </a:lnTo>
                  <a:lnTo>
                    <a:pt x="3726749" y="1645387"/>
                  </a:lnTo>
                  <a:lnTo>
                    <a:pt x="3767255" y="1693357"/>
                  </a:lnTo>
                  <a:lnTo>
                    <a:pt x="3808726" y="1737776"/>
                  </a:lnTo>
                  <a:lnTo>
                    <a:pt x="3829811" y="1758556"/>
                  </a:lnTo>
                  <a:lnTo>
                    <a:pt x="3876652" y="1800464"/>
                  </a:lnTo>
                  <a:lnTo>
                    <a:pt x="3925930" y="1838439"/>
                  </a:lnTo>
                  <a:lnTo>
                    <a:pt x="3978372" y="1872651"/>
                  </a:lnTo>
                  <a:lnTo>
                    <a:pt x="4034776" y="1903408"/>
                  </a:lnTo>
                  <a:lnTo>
                    <a:pt x="4095960" y="1931066"/>
                  </a:lnTo>
                  <a:lnTo>
                    <a:pt x="4162704" y="1955978"/>
                  </a:lnTo>
                  <a:lnTo>
                    <a:pt x="4235686" y="1978467"/>
                  </a:lnTo>
                  <a:lnTo>
                    <a:pt x="4315382" y="1998806"/>
                  </a:lnTo>
                  <a:lnTo>
                    <a:pt x="4401935" y="2017205"/>
                  </a:lnTo>
                  <a:lnTo>
                    <a:pt x="4495000" y="2033816"/>
                  </a:lnTo>
                  <a:lnTo>
                    <a:pt x="4593561" y="2048722"/>
                  </a:lnTo>
                  <a:lnTo>
                    <a:pt x="4695768" y="2061952"/>
                  </a:lnTo>
                  <a:lnTo>
                    <a:pt x="4798856" y="2073490"/>
                  </a:lnTo>
                  <a:lnTo>
                    <a:pt x="4899214" y="2083297"/>
                  </a:lnTo>
                  <a:lnTo>
                    <a:pt x="4992674" y="2091344"/>
                  </a:lnTo>
                  <a:lnTo>
                    <a:pt x="5075047" y="2097643"/>
                  </a:lnTo>
                  <a:lnTo>
                    <a:pt x="5142821" y="2102279"/>
                  </a:lnTo>
                  <a:lnTo>
                    <a:pt x="5193861" y="2105418"/>
                  </a:lnTo>
                  <a:lnTo>
                    <a:pt x="5227900" y="2107310"/>
                  </a:lnTo>
                  <a:lnTo>
                    <a:pt x="5246710" y="2108258"/>
                  </a:lnTo>
                  <a:lnTo>
                    <a:pt x="5253960" y="2108591"/>
                  </a:lnTo>
                  <a:lnTo>
                    <a:pt x="5254955" y="2108633"/>
                  </a:lnTo>
                  <a:lnTo>
                    <a:pt x="6726343" y="2108633"/>
                  </a:lnTo>
                  <a:lnTo>
                    <a:pt x="6727450" y="2108710"/>
                  </a:lnTo>
                  <a:lnTo>
                    <a:pt x="6734733" y="2109262"/>
                  </a:lnTo>
                  <a:lnTo>
                    <a:pt x="6753108" y="2110786"/>
                  </a:lnTo>
                  <a:lnTo>
                    <a:pt x="6786000" y="2113787"/>
                  </a:lnTo>
                  <a:lnTo>
                    <a:pt x="6835104" y="2118734"/>
                  </a:lnTo>
                  <a:lnTo>
                    <a:pt x="6900255" y="2126013"/>
                  </a:lnTo>
                  <a:lnTo>
                    <a:pt x="6979568" y="2135891"/>
                  </a:lnTo>
                  <a:lnTo>
                    <a:pt x="7069854" y="2148508"/>
                  </a:lnTo>
                  <a:lnTo>
                    <a:pt x="7167241" y="2163893"/>
                  </a:lnTo>
                  <a:lnTo>
                    <a:pt x="7267801" y="2182006"/>
                  </a:lnTo>
                  <a:lnTo>
                    <a:pt x="7368055" y="2202787"/>
                  </a:lnTo>
                  <a:lnTo>
                    <a:pt x="7465270" y="2226202"/>
                  </a:lnTo>
                  <a:lnTo>
                    <a:pt x="7557547" y="2252277"/>
                  </a:lnTo>
                  <a:lnTo>
                    <a:pt x="7643774" y="2281123"/>
                  </a:lnTo>
                  <a:lnTo>
                    <a:pt x="7723487" y="2312943"/>
                  </a:lnTo>
                  <a:lnTo>
                    <a:pt x="7796712" y="2348037"/>
                  </a:lnTo>
                  <a:lnTo>
                    <a:pt x="7863814" y="2386796"/>
                  </a:lnTo>
                  <a:lnTo>
                    <a:pt x="7925378" y="2429693"/>
                  </a:lnTo>
                  <a:lnTo>
                    <a:pt x="7982107" y="2477259"/>
                  </a:lnTo>
                  <a:lnTo>
                    <a:pt x="8034759" y="2530047"/>
                  </a:lnTo>
                  <a:lnTo>
                    <a:pt x="8084089" y="2588569"/>
                  </a:lnTo>
                  <a:lnTo>
                    <a:pt x="8130810" y="2653197"/>
                  </a:lnTo>
                  <a:lnTo>
                    <a:pt x="8151487" y="2684829"/>
                  </a:lnTo>
                  <a:lnTo>
                    <a:pt x="8186209" y="2742212"/>
                  </a:lnTo>
                  <a:lnTo>
                    <a:pt x="8220106" y="2803485"/>
                  </a:lnTo>
                  <a:lnTo>
                    <a:pt x="8253387" y="2868728"/>
                  </a:lnTo>
                  <a:lnTo>
                    <a:pt x="8286220" y="2937966"/>
                  </a:lnTo>
                  <a:lnTo>
                    <a:pt x="8318746" y="3011168"/>
                  </a:lnTo>
                  <a:lnTo>
                    <a:pt x="8351074" y="3088236"/>
                  </a:lnTo>
                  <a:lnTo>
                    <a:pt x="8383291" y="3169008"/>
                  </a:lnTo>
                  <a:lnTo>
                    <a:pt x="8415462" y="3253247"/>
                  </a:lnTo>
                  <a:lnTo>
                    <a:pt x="8447632" y="3340651"/>
                  </a:lnTo>
                  <a:lnTo>
                    <a:pt x="8479831" y="3430845"/>
                  </a:lnTo>
                  <a:lnTo>
                    <a:pt x="8512073" y="3523393"/>
                  </a:lnTo>
                  <a:lnTo>
                    <a:pt x="8544360" y="3617805"/>
                  </a:lnTo>
                  <a:lnTo>
                    <a:pt x="8576683" y="3713543"/>
                  </a:lnTo>
                  <a:lnTo>
                    <a:pt x="8609030" y="3810037"/>
                  </a:lnTo>
                  <a:lnTo>
                    <a:pt x="8641383" y="3906698"/>
                  </a:lnTo>
                  <a:lnTo>
                    <a:pt x="8673722" y="4002933"/>
                  </a:lnTo>
                  <a:lnTo>
                    <a:pt x="8706031" y="4098159"/>
                  </a:lnTo>
                  <a:lnTo>
                    <a:pt x="8738298" y="4191819"/>
                  </a:lnTo>
                  <a:lnTo>
                    <a:pt x="8770520" y="4283395"/>
                  </a:lnTo>
                  <a:lnTo>
                    <a:pt x="8802704" y="4372417"/>
                  </a:lnTo>
                  <a:lnTo>
                    <a:pt x="8834871" y="4458478"/>
                  </a:lnTo>
                  <a:lnTo>
                    <a:pt x="8867055" y="4541233"/>
                  </a:lnTo>
                  <a:lnTo>
                    <a:pt x="8899311" y="4620408"/>
                  </a:lnTo>
                  <a:lnTo>
                    <a:pt x="8931714" y="4695800"/>
                  </a:lnTo>
                  <a:lnTo>
                    <a:pt x="8964359" y="4767275"/>
                  </a:lnTo>
                  <a:lnTo>
                    <a:pt x="8997369" y="4834765"/>
                  </a:lnTo>
                  <a:lnTo>
                    <a:pt x="9030897" y="4898263"/>
                  </a:lnTo>
                  <a:lnTo>
                    <a:pt x="9065127" y="4957821"/>
                  </a:lnTo>
                  <a:lnTo>
                    <a:pt x="9084767" y="4989615"/>
                  </a:lnTo>
                  <a:lnTo>
                    <a:pt x="9130509" y="5057083"/>
                  </a:lnTo>
                  <a:lnTo>
                    <a:pt x="9178561" y="5118366"/>
                  </a:lnTo>
                  <a:lnTo>
                    <a:pt x="9229601" y="5173719"/>
                  </a:lnTo>
                  <a:lnTo>
                    <a:pt x="9284370" y="5223606"/>
                  </a:lnTo>
                  <a:lnTo>
                    <a:pt x="9343630" y="5268570"/>
                  </a:lnTo>
                  <a:lnTo>
                    <a:pt x="9408118" y="5309159"/>
                  </a:lnTo>
                  <a:lnTo>
                    <a:pt x="9478481" y="5345876"/>
                  </a:lnTo>
                  <a:lnTo>
                    <a:pt x="9555199" y="5379151"/>
                  </a:lnTo>
                  <a:lnTo>
                    <a:pt x="9638470" y="5409326"/>
                  </a:lnTo>
                  <a:lnTo>
                    <a:pt x="9728076" y="5436649"/>
                  </a:lnTo>
                  <a:lnTo>
                    <a:pt x="9823218" y="5461273"/>
                  </a:lnTo>
                  <a:lnTo>
                    <a:pt x="9922371" y="5483261"/>
                  </a:lnTo>
                  <a:lnTo>
                    <a:pt x="10023182" y="5502601"/>
                  </a:lnTo>
                  <a:lnTo>
                    <a:pt x="10122490" y="5519241"/>
                  </a:lnTo>
                  <a:lnTo>
                    <a:pt x="10216522" y="5533126"/>
                  </a:lnTo>
                  <a:lnTo>
                    <a:pt x="10301306" y="5544246"/>
                  </a:lnTo>
                  <a:lnTo>
                    <a:pt x="10373261" y="5552689"/>
                  </a:lnTo>
                  <a:lnTo>
                    <a:pt x="10429837" y="5558661"/>
                  </a:lnTo>
                  <a:lnTo>
                    <a:pt x="10470045" y="5562498"/>
                  </a:lnTo>
                  <a:lnTo>
                    <a:pt x="10494735" y="5564637"/>
                  </a:lnTo>
                  <a:lnTo>
                    <a:pt x="10506567" y="5565570"/>
                  </a:lnTo>
                  <a:lnTo>
                    <a:pt x="10509911" y="5565811"/>
                  </a:lnTo>
                  <a:lnTo>
                    <a:pt x="11981298" y="5565811"/>
                  </a:lnTo>
                  <a:lnTo>
                    <a:pt x="11981298" y="5557638"/>
                  </a:lnTo>
                  <a:lnTo>
                    <a:pt x="10509911" y="5557638"/>
                  </a:lnTo>
                  <a:lnTo>
                    <a:pt x="10508803" y="5557561"/>
                  </a:lnTo>
                  <a:lnTo>
                    <a:pt x="10501520" y="5557010"/>
                  </a:lnTo>
                  <a:lnTo>
                    <a:pt x="10483145" y="5555485"/>
                  </a:lnTo>
                  <a:lnTo>
                    <a:pt x="10450253" y="5552484"/>
                  </a:lnTo>
                  <a:lnTo>
                    <a:pt x="10401150" y="5547537"/>
                  </a:lnTo>
                  <a:lnTo>
                    <a:pt x="10335998" y="5540258"/>
                  </a:lnTo>
                  <a:lnTo>
                    <a:pt x="10256685" y="5530380"/>
                  </a:lnTo>
                  <a:lnTo>
                    <a:pt x="10166399" y="5517764"/>
                  </a:lnTo>
                  <a:lnTo>
                    <a:pt x="10069013" y="5502379"/>
                  </a:lnTo>
                  <a:lnTo>
                    <a:pt x="9968453" y="5484266"/>
                  </a:lnTo>
                  <a:lnTo>
                    <a:pt x="9868198" y="5463485"/>
                  </a:lnTo>
                  <a:lnTo>
                    <a:pt x="9770983" y="5440070"/>
                  </a:lnTo>
                  <a:lnTo>
                    <a:pt x="9678706" y="5413994"/>
                  </a:lnTo>
                  <a:lnTo>
                    <a:pt x="9592479" y="5385148"/>
                  </a:lnTo>
                  <a:lnTo>
                    <a:pt x="9512766" y="5353329"/>
                  </a:lnTo>
                  <a:lnTo>
                    <a:pt x="9439542" y="5318235"/>
                  </a:lnTo>
                  <a:lnTo>
                    <a:pt x="9372439" y="5279475"/>
                  </a:lnTo>
                  <a:lnTo>
                    <a:pt x="9310875" y="5236578"/>
                  </a:lnTo>
                  <a:lnTo>
                    <a:pt x="9254146" y="5189012"/>
                  </a:lnTo>
                  <a:lnTo>
                    <a:pt x="9201494" y="5136225"/>
                  </a:lnTo>
                  <a:lnTo>
                    <a:pt x="9152164" y="5077702"/>
                  </a:lnTo>
                  <a:lnTo>
                    <a:pt x="9105443" y="5013075"/>
                  </a:lnTo>
                  <a:lnTo>
                    <a:pt x="9084767" y="4981442"/>
                  </a:lnTo>
                  <a:lnTo>
                    <a:pt x="9050045" y="4924059"/>
                  </a:lnTo>
                  <a:lnTo>
                    <a:pt x="9016147" y="4862786"/>
                  </a:lnTo>
                  <a:lnTo>
                    <a:pt x="8982866" y="4797544"/>
                  </a:lnTo>
                  <a:lnTo>
                    <a:pt x="8950033" y="4728306"/>
                  </a:lnTo>
                  <a:lnTo>
                    <a:pt x="8917508" y="4655104"/>
                  </a:lnTo>
                  <a:lnTo>
                    <a:pt x="8885180" y="4578035"/>
                  </a:lnTo>
                  <a:lnTo>
                    <a:pt x="8852963" y="4497264"/>
                  </a:lnTo>
                  <a:lnTo>
                    <a:pt x="8820792" y="4413024"/>
                  </a:lnTo>
                  <a:lnTo>
                    <a:pt x="8788621" y="4325621"/>
                  </a:lnTo>
                  <a:lnTo>
                    <a:pt x="8756422" y="4235427"/>
                  </a:lnTo>
                  <a:lnTo>
                    <a:pt x="8724180" y="4142878"/>
                  </a:lnTo>
                  <a:lnTo>
                    <a:pt x="8691894" y="4048467"/>
                  </a:lnTo>
                  <a:lnTo>
                    <a:pt x="8659570" y="3952729"/>
                  </a:lnTo>
                  <a:lnTo>
                    <a:pt x="8627223" y="3856234"/>
                  </a:lnTo>
                  <a:lnTo>
                    <a:pt x="8594870" y="3759573"/>
                  </a:lnTo>
                  <a:lnTo>
                    <a:pt x="8562531" y="3663338"/>
                  </a:lnTo>
                  <a:lnTo>
                    <a:pt x="8530223" y="3568112"/>
                  </a:lnTo>
                  <a:lnTo>
                    <a:pt x="8497955" y="3474452"/>
                  </a:lnTo>
                  <a:lnTo>
                    <a:pt x="8465733" y="3382877"/>
                  </a:lnTo>
                  <a:lnTo>
                    <a:pt x="8433549" y="3293854"/>
                  </a:lnTo>
                  <a:lnTo>
                    <a:pt x="8401383" y="3207794"/>
                  </a:lnTo>
                  <a:lnTo>
                    <a:pt x="8369198" y="3125039"/>
                  </a:lnTo>
                  <a:lnTo>
                    <a:pt x="8336942" y="3045863"/>
                  </a:lnTo>
                  <a:lnTo>
                    <a:pt x="8304540" y="2970471"/>
                  </a:lnTo>
                  <a:lnTo>
                    <a:pt x="8271895" y="2898996"/>
                  </a:lnTo>
                  <a:lnTo>
                    <a:pt x="8238884" y="2831507"/>
                  </a:lnTo>
                  <a:lnTo>
                    <a:pt x="8205357" y="2768008"/>
                  </a:lnTo>
                  <a:lnTo>
                    <a:pt x="8171126" y="2708451"/>
                  </a:lnTo>
                  <a:lnTo>
                    <a:pt x="8151487" y="2676656"/>
                  </a:lnTo>
                  <a:lnTo>
                    <a:pt x="8105744" y="2609188"/>
                  </a:lnTo>
                  <a:lnTo>
                    <a:pt x="8057692" y="2547905"/>
                  </a:lnTo>
                  <a:lnTo>
                    <a:pt x="8006652" y="2492552"/>
                  </a:lnTo>
                  <a:lnTo>
                    <a:pt x="7951883" y="2442666"/>
                  </a:lnTo>
                  <a:lnTo>
                    <a:pt x="7892623" y="2397701"/>
                  </a:lnTo>
                  <a:lnTo>
                    <a:pt x="7828135" y="2357112"/>
                  </a:lnTo>
                  <a:lnTo>
                    <a:pt x="7757772" y="2320395"/>
                  </a:lnTo>
                  <a:lnTo>
                    <a:pt x="7681054" y="2287121"/>
                  </a:lnTo>
                  <a:lnTo>
                    <a:pt x="7597783" y="2256946"/>
                  </a:lnTo>
                  <a:lnTo>
                    <a:pt x="7508178" y="2229622"/>
                  </a:lnTo>
                  <a:lnTo>
                    <a:pt x="7413036" y="2204998"/>
                  </a:lnTo>
                  <a:lnTo>
                    <a:pt x="7313883" y="2183011"/>
                  </a:lnTo>
                  <a:lnTo>
                    <a:pt x="7213071" y="2163670"/>
                  </a:lnTo>
                  <a:lnTo>
                    <a:pt x="7113763" y="2147030"/>
                  </a:lnTo>
                  <a:lnTo>
                    <a:pt x="7019731" y="2133146"/>
                  </a:lnTo>
                  <a:lnTo>
                    <a:pt x="6934947" y="2122025"/>
                  </a:lnTo>
                  <a:lnTo>
                    <a:pt x="6862992" y="2113583"/>
                  </a:lnTo>
                  <a:lnTo>
                    <a:pt x="6806417" y="2107610"/>
                  </a:lnTo>
                  <a:lnTo>
                    <a:pt x="6766208" y="2103773"/>
                  </a:lnTo>
                  <a:lnTo>
                    <a:pt x="6741518" y="2101635"/>
                  </a:lnTo>
                  <a:lnTo>
                    <a:pt x="6729687" y="2100701"/>
                  </a:lnTo>
                  <a:lnTo>
                    <a:pt x="6726343" y="2100460"/>
                  </a:lnTo>
                  <a:lnTo>
                    <a:pt x="5254955" y="2100460"/>
                  </a:lnTo>
                  <a:lnTo>
                    <a:pt x="5253770" y="2100410"/>
                  </a:lnTo>
                  <a:lnTo>
                    <a:pt x="5245983" y="2100050"/>
                  </a:lnTo>
                  <a:lnTo>
                    <a:pt x="5226378" y="2099056"/>
                  </a:lnTo>
                  <a:lnTo>
                    <a:pt x="5191388" y="2097101"/>
                  </a:lnTo>
                  <a:lnTo>
                    <a:pt x="5139357" y="2093881"/>
                  </a:lnTo>
                  <a:lnTo>
                    <a:pt x="5070666" y="2089154"/>
                  </a:lnTo>
                  <a:lnTo>
                    <a:pt x="4987549" y="2082755"/>
                  </a:lnTo>
                  <a:lnTo>
                    <a:pt x="4893575" y="2074606"/>
                  </a:lnTo>
                  <a:lnTo>
                    <a:pt x="4792950" y="2064698"/>
                  </a:lnTo>
                  <a:lnTo>
                    <a:pt x="4689821" y="2053062"/>
                  </a:lnTo>
                  <a:lnTo>
                    <a:pt x="4587758" y="2039735"/>
                  </a:lnTo>
                  <a:lnTo>
                    <a:pt x="4489473" y="2024732"/>
                  </a:lnTo>
                  <a:lnTo>
                    <a:pt x="4396763" y="2008022"/>
                  </a:lnTo>
                  <a:lnTo>
                    <a:pt x="4310601" y="1989515"/>
                  </a:lnTo>
                  <a:lnTo>
                    <a:pt x="4231300" y="1969059"/>
                  </a:lnTo>
                  <a:lnTo>
                    <a:pt x="4158693" y="1946438"/>
                  </a:lnTo>
                  <a:lnTo>
                    <a:pt x="4092289" y="1921376"/>
                  </a:lnTo>
                  <a:lnTo>
                    <a:pt x="4031403" y="1893550"/>
                  </a:lnTo>
                  <a:lnTo>
                    <a:pt x="3975249" y="1862603"/>
                  </a:lnTo>
                  <a:lnTo>
                    <a:pt x="3923011" y="1828181"/>
                  </a:lnTo>
                  <a:lnTo>
                    <a:pt x="3873893" y="1789983"/>
                  </a:lnTo>
                  <a:lnTo>
                    <a:pt x="3829811" y="1750383"/>
                  </a:lnTo>
                  <a:lnTo>
                    <a:pt x="3787719" y="1707696"/>
                  </a:lnTo>
                  <a:lnTo>
                    <a:pt x="3746777" y="1661499"/>
                  </a:lnTo>
                  <a:lnTo>
                    <a:pt x="3706635" y="1611724"/>
                  </a:lnTo>
                  <a:lnTo>
                    <a:pt x="3667017" y="1558377"/>
                  </a:lnTo>
                  <a:lnTo>
                    <a:pt x="3627712" y="1501545"/>
                  </a:lnTo>
                  <a:lnTo>
                    <a:pt x="3588564" y="1441405"/>
                  </a:lnTo>
                  <a:lnTo>
                    <a:pt x="3549462" y="1378228"/>
                  </a:lnTo>
                  <a:lnTo>
                    <a:pt x="3510338" y="1312376"/>
                  </a:lnTo>
                  <a:lnTo>
                    <a:pt x="3471154" y="1244299"/>
                  </a:lnTo>
                  <a:lnTo>
                    <a:pt x="3431905" y="1174524"/>
                  </a:lnTo>
                  <a:lnTo>
                    <a:pt x="3392604" y="1103637"/>
                  </a:lnTo>
                  <a:lnTo>
                    <a:pt x="3353278" y="1032267"/>
                  </a:lnTo>
                  <a:lnTo>
                    <a:pt x="3313961" y="961060"/>
                  </a:lnTo>
                  <a:lnTo>
                    <a:pt x="3274683" y="890656"/>
                  </a:lnTo>
                  <a:lnTo>
                    <a:pt x="3235467" y="821665"/>
                  </a:lnTo>
                  <a:lnTo>
                    <a:pt x="3196316" y="754646"/>
                  </a:lnTo>
                  <a:lnTo>
                    <a:pt x="3157209" y="690089"/>
                  </a:lnTo>
                  <a:lnTo>
                    <a:pt x="3118095" y="628401"/>
                  </a:lnTo>
                  <a:lnTo>
                    <a:pt x="3078885" y="569897"/>
                  </a:lnTo>
                  <a:lnTo>
                    <a:pt x="3039445" y="514801"/>
                  </a:lnTo>
                  <a:lnTo>
                    <a:pt x="2999593" y="463246"/>
                  </a:lnTo>
                  <a:lnTo>
                    <a:pt x="2959087" y="415275"/>
                  </a:lnTo>
                  <a:lnTo>
                    <a:pt x="2917616" y="370857"/>
                  </a:lnTo>
                  <a:lnTo>
                    <a:pt x="2896531" y="350076"/>
                  </a:lnTo>
                  <a:lnTo>
                    <a:pt x="2849690" y="308168"/>
                  </a:lnTo>
                  <a:lnTo>
                    <a:pt x="2800412" y="270194"/>
                  </a:lnTo>
                  <a:lnTo>
                    <a:pt x="2747970" y="235982"/>
                  </a:lnTo>
                  <a:lnTo>
                    <a:pt x="2691566" y="205225"/>
                  </a:lnTo>
                  <a:lnTo>
                    <a:pt x="2630383" y="177567"/>
                  </a:lnTo>
                  <a:lnTo>
                    <a:pt x="2563638" y="152654"/>
                  </a:lnTo>
                  <a:lnTo>
                    <a:pt x="2490656" y="130165"/>
                  </a:lnTo>
                  <a:lnTo>
                    <a:pt x="2410960" y="109827"/>
                  </a:lnTo>
                  <a:lnTo>
                    <a:pt x="2324407" y="91427"/>
                  </a:lnTo>
                  <a:lnTo>
                    <a:pt x="2231342" y="74817"/>
                  </a:lnTo>
                  <a:lnTo>
                    <a:pt x="2132782" y="59911"/>
                  </a:lnTo>
                  <a:lnTo>
                    <a:pt x="2030575" y="46681"/>
                  </a:lnTo>
                  <a:lnTo>
                    <a:pt x="1927486" y="35143"/>
                  </a:lnTo>
                  <a:lnTo>
                    <a:pt x="1827128" y="25336"/>
                  </a:lnTo>
                  <a:lnTo>
                    <a:pt x="1733668" y="17289"/>
                  </a:lnTo>
                  <a:lnTo>
                    <a:pt x="1651296" y="10989"/>
                  </a:lnTo>
                  <a:lnTo>
                    <a:pt x="1583521" y="6354"/>
                  </a:lnTo>
                  <a:lnTo>
                    <a:pt x="1532481" y="3215"/>
                  </a:lnTo>
                  <a:lnTo>
                    <a:pt x="1498442" y="1323"/>
                  </a:lnTo>
                  <a:lnTo>
                    <a:pt x="1479632" y="375"/>
                  </a:lnTo>
                  <a:lnTo>
                    <a:pt x="1472382" y="42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A8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807" name="pl807"/>
            <p:cNvSpPr/>
            <p:nvPr/>
          </p:nvSpPr>
          <p:spPr>
            <a:xfrm>
              <a:off x="4799595" y="4677369"/>
              <a:ext cx="11981298" cy="5557638"/>
            </a:xfrm>
            <a:custGeom>
              <a:avLst/>
              <a:pathLst>
                <a:path w="11981298" h="5557638">
                  <a:moveTo>
                    <a:pt x="0" y="0"/>
                  </a:moveTo>
                  <a:lnTo>
                    <a:pt x="1471387" y="0"/>
                  </a:lnTo>
                  <a:lnTo>
                    <a:pt x="1472573" y="50"/>
                  </a:lnTo>
                  <a:lnTo>
                    <a:pt x="1480359" y="409"/>
                  </a:lnTo>
                  <a:lnTo>
                    <a:pt x="1499964" y="1403"/>
                  </a:lnTo>
                  <a:lnTo>
                    <a:pt x="1534954" y="3359"/>
                  </a:lnTo>
                  <a:lnTo>
                    <a:pt x="1586986" y="6579"/>
                  </a:lnTo>
                  <a:lnTo>
                    <a:pt x="1655676" y="11306"/>
                  </a:lnTo>
                  <a:lnTo>
                    <a:pt x="1738793" y="17705"/>
                  </a:lnTo>
                  <a:lnTo>
                    <a:pt x="1832767" y="25853"/>
                  </a:lnTo>
                  <a:lnTo>
                    <a:pt x="1933392" y="35761"/>
                  </a:lnTo>
                  <a:lnTo>
                    <a:pt x="2036521" y="47398"/>
                  </a:lnTo>
                  <a:lnTo>
                    <a:pt x="2138584" y="60724"/>
                  </a:lnTo>
                  <a:lnTo>
                    <a:pt x="2236869" y="75728"/>
                  </a:lnTo>
                  <a:lnTo>
                    <a:pt x="2329579" y="92438"/>
                  </a:lnTo>
                  <a:lnTo>
                    <a:pt x="2415741" y="110945"/>
                  </a:lnTo>
                  <a:lnTo>
                    <a:pt x="2495042" y="131401"/>
                  </a:lnTo>
                  <a:lnTo>
                    <a:pt x="2567649" y="154022"/>
                  </a:lnTo>
                  <a:lnTo>
                    <a:pt x="2634053" y="179084"/>
                  </a:lnTo>
                  <a:lnTo>
                    <a:pt x="2694940" y="206910"/>
                  </a:lnTo>
                  <a:lnTo>
                    <a:pt x="2751093" y="237857"/>
                  </a:lnTo>
                  <a:lnTo>
                    <a:pt x="2803332" y="272278"/>
                  </a:lnTo>
                  <a:lnTo>
                    <a:pt x="2852450" y="310476"/>
                  </a:lnTo>
                  <a:lnTo>
                    <a:pt x="2896531" y="350076"/>
                  </a:lnTo>
                  <a:lnTo>
                    <a:pt x="2938623" y="392764"/>
                  </a:lnTo>
                  <a:lnTo>
                    <a:pt x="2979565" y="438960"/>
                  </a:lnTo>
                  <a:lnTo>
                    <a:pt x="3019707" y="488735"/>
                  </a:lnTo>
                  <a:lnTo>
                    <a:pt x="3059325" y="542083"/>
                  </a:lnTo>
                  <a:lnTo>
                    <a:pt x="3098630" y="598915"/>
                  </a:lnTo>
                  <a:lnTo>
                    <a:pt x="3137778" y="659055"/>
                  </a:lnTo>
                  <a:lnTo>
                    <a:pt x="3176880" y="722232"/>
                  </a:lnTo>
                  <a:lnTo>
                    <a:pt x="3216005" y="788083"/>
                  </a:lnTo>
                  <a:lnTo>
                    <a:pt x="3255188" y="856160"/>
                  </a:lnTo>
                  <a:lnTo>
                    <a:pt x="3294437" y="925935"/>
                  </a:lnTo>
                  <a:lnTo>
                    <a:pt x="3333738" y="996822"/>
                  </a:lnTo>
                  <a:lnTo>
                    <a:pt x="3373064" y="1068192"/>
                  </a:lnTo>
                  <a:lnTo>
                    <a:pt x="3412381" y="1139400"/>
                  </a:lnTo>
                  <a:lnTo>
                    <a:pt x="3451659" y="1209804"/>
                  </a:lnTo>
                  <a:lnTo>
                    <a:pt x="3490875" y="1278795"/>
                  </a:lnTo>
                  <a:lnTo>
                    <a:pt x="3530026" y="1345813"/>
                  </a:lnTo>
                  <a:lnTo>
                    <a:pt x="3569133" y="1410370"/>
                  </a:lnTo>
                  <a:lnTo>
                    <a:pt x="3608247" y="1472059"/>
                  </a:lnTo>
                  <a:lnTo>
                    <a:pt x="3647457" y="1530563"/>
                  </a:lnTo>
                  <a:lnTo>
                    <a:pt x="3686897" y="1585658"/>
                  </a:lnTo>
                  <a:lnTo>
                    <a:pt x="3726749" y="1637214"/>
                  </a:lnTo>
                  <a:lnTo>
                    <a:pt x="3767255" y="1685184"/>
                  </a:lnTo>
                  <a:lnTo>
                    <a:pt x="3808726" y="1729603"/>
                  </a:lnTo>
                  <a:lnTo>
                    <a:pt x="3829811" y="1750383"/>
                  </a:lnTo>
                  <a:lnTo>
                    <a:pt x="3876652" y="1792291"/>
                  </a:lnTo>
                  <a:lnTo>
                    <a:pt x="3925930" y="1830266"/>
                  </a:lnTo>
                  <a:lnTo>
                    <a:pt x="3978372" y="1864478"/>
                  </a:lnTo>
                  <a:lnTo>
                    <a:pt x="4034776" y="1895235"/>
                  </a:lnTo>
                  <a:lnTo>
                    <a:pt x="4095960" y="1922893"/>
                  </a:lnTo>
                  <a:lnTo>
                    <a:pt x="4162704" y="1947805"/>
                  </a:lnTo>
                  <a:lnTo>
                    <a:pt x="4235686" y="1970295"/>
                  </a:lnTo>
                  <a:lnTo>
                    <a:pt x="4315382" y="1990633"/>
                  </a:lnTo>
                  <a:lnTo>
                    <a:pt x="4401935" y="2009032"/>
                  </a:lnTo>
                  <a:lnTo>
                    <a:pt x="4495000" y="2025643"/>
                  </a:lnTo>
                  <a:lnTo>
                    <a:pt x="4593561" y="2040549"/>
                  </a:lnTo>
                  <a:lnTo>
                    <a:pt x="4695768" y="2053779"/>
                  </a:lnTo>
                  <a:lnTo>
                    <a:pt x="4798856" y="2065317"/>
                  </a:lnTo>
                  <a:lnTo>
                    <a:pt x="4899214" y="2075124"/>
                  </a:lnTo>
                  <a:lnTo>
                    <a:pt x="4992674" y="2083171"/>
                  </a:lnTo>
                  <a:lnTo>
                    <a:pt x="5075047" y="2089470"/>
                  </a:lnTo>
                  <a:lnTo>
                    <a:pt x="5142821" y="2094106"/>
                  </a:lnTo>
                  <a:lnTo>
                    <a:pt x="5193861" y="2097245"/>
                  </a:lnTo>
                  <a:lnTo>
                    <a:pt x="5227900" y="2099137"/>
                  </a:lnTo>
                  <a:lnTo>
                    <a:pt x="5246710" y="2100085"/>
                  </a:lnTo>
                  <a:lnTo>
                    <a:pt x="5253960" y="2100418"/>
                  </a:lnTo>
                  <a:lnTo>
                    <a:pt x="5254955" y="2100460"/>
                  </a:lnTo>
                  <a:lnTo>
                    <a:pt x="6726343" y="2100460"/>
                  </a:lnTo>
                  <a:lnTo>
                    <a:pt x="6727450" y="2100537"/>
                  </a:lnTo>
                  <a:lnTo>
                    <a:pt x="6734733" y="2101089"/>
                  </a:lnTo>
                  <a:lnTo>
                    <a:pt x="6753108" y="2102613"/>
                  </a:lnTo>
                  <a:lnTo>
                    <a:pt x="6786000" y="2105614"/>
                  </a:lnTo>
                  <a:lnTo>
                    <a:pt x="6835104" y="2110561"/>
                  </a:lnTo>
                  <a:lnTo>
                    <a:pt x="6900255" y="2117840"/>
                  </a:lnTo>
                  <a:lnTo>
                    <a:pt x="6979568" y="2127718"/>
                  </a:lnTo>
                  <a:lnTo>
                    <a:pt x="7069854" y="2140335"/>
                  </a:lnTo>
                  <a:lnTo>
                    <a:pt x="7167241" y="2155720"/>
                  </a:lnTo>
                  <a:lnTo>
                    <a:pt x="7267801" y="2173833"/>
                  </a:lnTo>
                  <a:lnTo>
                    <a:pt x="7368055" y="2194614"/>
                  </a:lnTo>
                  <a:lnTo>
                    <a:pt x="7465270" y="2218029"/>
                  </a:lnTo>
                  <a:lnTo>
                    <a:pt x="7557547" y="2244104"/>
                  </a:lnTo>
                  <a:lnTo>
                    <a:pt x="7643774" y="2272950"/>
                  </a:lnTo>
                  <a:lnTo>
                    <a:pt x="7723487" y="2304770"/>
                  </a:lnTo>
                  <a:lnTo>
                    <a:pt x="7796712" y="2339864"/>
                  </a:lnTo>
                  <a:lnTo>
                    <a:pt x="7863814" y="2378623"/>
                  </a:lnTo>
                  <a:lnTo>
                    <a:pt x="7925378" y="2421520"/>
                  </a:lnTo>
                  <a:lnTo>
                    <a:pt x="7982107" y="2469086"/>
                  </a:lnTo>
                  <a:lnTo>
                    <a:pt x="8034759" y="2521874"/>
                  </a:lnTo>
                  <a:lnTo>
                    <a:pt x="8084089" y="2580396"/>
                  </a:lnTo>
                  <a:lnTo>
                    <a:pt x="8130810" y="2645024"/>
                  </a:lnTo>
                  <a:lnTo>
                    <a:pt x="8151487" y="2676656"/>
                  </a:lnTo>
                  <a:lnTo>
                    <a:pt x="8186209" y="2734039"/>
                  </a:lnTo>
                  <a:lnTo>
                    <a:pt x="8220106" y="2795312"/>
                  </a:lnTo>
                  <a:lnTo>
                    <a:pt x="8253387" y="2860555"/>
                  </a:lnTo>
                  <a:lnTo>
                    <a:pt x="8286220" y="2929793"/>
                  </a:lnTo>
                  <a:lnTo>
                    <a:pt x="8318746" y="3002995"/>
                  </a:lnTo>
                  <a:lnTo>
                    <a:pt x="8351074" y="3080063"/>
                  </a:lnTo>
                  <a:lnTo>
                    <a:pt x="8383291" y="3160835"/>
                  </a:lnTo>
                  <a:lnTo>
                    <a:pt x="8415462" y="3245074"/>
                  </a:lnTo>
                  <a:lnTo>
                    <a:pt x="8447632" y="3332478"/>
                  </a:lnTo>
                  <a:lnTo>
                    <a:pt x="8479831" y="3422672"/>
                  </a:lnTo>
                  <a:lnTo>
                    <a:pt x="8512073" y="3515220"/>
                  </a:lnTo>
                  <a:lnTo>
                    <a:pt x="8544360" y="3609632"/>
                  </a:lnTo>
                  <a:lnTo>
                    <a:pt x="8576683" y="3705370"/>
                  </a:lnTo>
                  <a:lnTo>
                    <a:pt x="8609030" y="3801864"/>
                  </a:lnTo>
                  <a:lnTo>
                    <a:pt x="8641383" y="3898525"/>
                  </a:lnTo>
                  <a:lnTo>
                    <a:pt x="8673722" y="3994760"/>
                  </a:lnTo>
                  <a:lnTo>
                    <a:pt x="8706031" y="4089986"/>
                  </a:lnTo>
                  <a:lnTo>
                    <a:pt x="8738298" y="4183646"/>
                  </a:lnTo>
                  <a:lnTo>
                    <a:pt x="8770520" y="4275222"/>
                  </a:lnTo>
                  <a:lnTo>
                    <a:pt x="8802704" y="4364244"/>
                  </a:lnTo>
                  <a:lnTo>
                    <a:pt x="8834871" y="4450305"/>
                  </a:lnTo>
                  <a:lnTo>
                    <a:pt x="8867055" y="4533060"/>
                  </a:lnTo>
                  <a:lnTo>
                    <a:pt x="8899311" y="4612235"/>
                  </a:lnTo>
                  <a:lnTo>
                    <a:pt x="8931714" y="4687627"/>
                  </a:lnTo>
                  <a:lnTo>
                    <a:pt x="8964359" y="4759102"/>
                  </a:lnTo>
                  <a:lnTo>
                    <a:pt x="8997369" y="4826592"/>
                  </a:lnTo>
                  <a:lnTo>
                    <a:pt x="9030897" y="4890090"/>
                  </a:lnTo>
                  <a:lnTo>
                    <a:pt x="9065127" y="4949648"/>
                  </a:lnTo>
                  <a:lnTo>
                    <a:pt x="9084767" y="4981442"/>
                  </a:lnTo>
                  <a:lnTo>
                    <a:pt x="9130509" y="5048910"/>
                  </a:lnTo>
                  <a:lnTo>
                    <a:pt x="9178561" y="5110193"/>
                  </a:lnTo>
                  <a:lnTo>
                    <a:pt x="9229601" y="5165546"/>
                  </a:lnTo>
                  <a:lnTo>
                    <a:pt x="9284370" y="5215433"/>
                  </a:lnTo>
                  <a:lnTo>
                    <a:pt x="9343630" y="5260397"/>
                  </a:lnTo>
                  <a:lnTo>
                    <a:pt x="9408118" y="5300986"/>
                  </a:lnTo>
                  <a:lnTo>
                    <a:pt x="9478481" y="5337703"/>
                  </a:lnTo>
                  <a:lnTo>
                    <a:pt x="9555199" y="5370978"/>
                  </a:lnTo>
                  <a:lnTo>
                    <a:pt x="9638470" y="5401153"/>
                  </a:lnTo>
                  <a:lnTo>
                    <a:pt x="9728076" y="5428476"/>
                  </a:lnTo>
                  <a:lnTo>
                    <a:pt x="9823218" y="5453100"/>
                  </a:lnTo>
                  <a:lnTo>
                    <a:pt x="9922371" y="5475088"/>
                  </a:lnTo>
                  <a:lnTo>
                    <a:pt x="10023182" y="5494428"/>
                  </a:lnTo>
                  <a:lnTo>
                    <a:pt x="10122490" y="5511068"/>
                  </a:lnTo>
                  <a:lnTo>
                    <a:pt x="10216522" y="5524953"/>
                  </a:lnTo>
                  <a:lnTo>
                    <a:pt x="10301306" y="5536073"/>
                  </a:lnTo>
                  <a:lnTo>
                    <a:pt x="10373261" y="5544516"/>
                  </a:lnTo>
                  <a:lnTo>
                    <a:pt x="10429837" y="5550488"/>
                  </a:lnTo>
                  <a:lnTo>
                    <a:pt x="10470045" y="5554325"/>
                  </a:lnTo>
                  <a:lnTo>
                    <a:pt x="10494735" y="5556464"/>
                  </a:lnTo>
                  <a:lnTo>
                    <a:pt x="10506567" y="5557397"/>
                  </a:lnTo>
                  <a:lnTo>
                    <a:pt x="10509801" y="5557631"/>
                  </a:lnTo>
                  <a:lnTo>
                    <a:pt x="10509911" y="5557638"/>
                  </a:lnTo>
                  <a:lnTo>
                    <a:pt x="11981298" y="555763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08" name="pl808"/>
            <p:cNvSpPr/>
            <p:nvPr/>
          </p:nvSpPr>
          <p:spPr>
            <a:xfrm>
              <a:off x="4799595" y="4669196"/>
              <a:ext cx="11981298" cy="5557638"/>
            </a:xfrm>
            <a:custGeom>
              <a:avLst/>
              <a:pathLst>
                <a:path w="11981298" h="5557638">
                  <a:moveTo>
                    <a:pt x="11981298" y="5557638"/>
                  </a:moveTo>
                  <a:lnTo>
                    <a:pt x="10509911" y="5557638"/>
                  </a:lnTo>
                  <a:lnTo>
                    <a:pt x="10508803" y="5557561"/>
                  </a:lnTo>
                  <a:lnTo>
                    <a:pt x="10501520" y="5557010"/>
                  </a:lnTo>
                  <a:lnTo>
                    <a:pt x="10483145" y="5555485"/>
                  </a:lnTo>
                  <a:lnTo>
                    <a:pt x="10450253" y="5552484"/>
                  </a:lnTo>
                  <a:lnTo>
                    <a:pt x="10401150" y="5547537"/>
                  </a:lnTo>
                  <a:lnTo>
                    <a:pt x="10335998" y="5540258"/>
                  </a:lnTo>
                  <a:lnTo>
                    <a:pt x="10256685" y="5530380"/>
                  </a:lnTo>
                  <a:lnTo>
                    <a:pt x="10166399" y="5517764"/>
                  </a:lnTo>
                  <a:lnTo>
                    <a:pt x="10069013" y="5502379"/>
                  </a:lnTo>
                  <a:lnTo>
                    <a:pt x="9968453" y="5484266"/>
                  </a:lnTo>
                  <a:lnTo>
                    <a:pt x="9868198" y="5463485"/>
                  </a:lnTo>
                  <a:lnTo>
                    <a:pt x="9770983" y="5440070"/>
                  </a:lnTo>
                  <a:lnTo>
                    <a:pt x="9678706" y="5413994"/>
                  </a:lnTo>
                  <a:lnTo>
                    <a:pt x="9592479" y="5385148"/>
                  </a:lnTo>
                  <a:lnTo>
                    <a:pt x="9512766" y="5353329"/>
                  </a:lnTo>
                  <a:lnTo>
                    <a:pt x="9439542" y="5318235"/>
                  </a:lnTo>
                  <a:lnTo>
                    <a:pt x="9372439" y="5279475"/>
                  </a:lnTo>
                  <a:lnTo>
                    <a:pt x="9310875" y="5236578"/>
                  </a:lnTo>
                  <a:lnTo>
                    <a:pt x="9254146" y="5189012"/>
                  </a:lnTo>
                  <a:lnTo>
                    <a:pt x="9201494" y="5136225"/>
                  </a:lnTo>
                  <a:lnTo>
                    <a:pt x="9152164" y="5077702"/>
                  </a:lnTo>
                  <a:lnTo>
                    <a:pt x="9105443" y="5013075"/>
                  </a:lnTo>
                  <a:lnTo>
                    <a:pt x="9084767" y="4981442"/>
                  </a:lnTo>
                  <a:lnTo>
                    <a:pt x="9050045" y="4924059"/>
                  </a:lnTo>
                  <a:lnTo>
                    <a:pt x="9016147" y="4862786"/>
                  </a:lnTo>
                  <a:lnTo>
                    <a:pt x="8982866" y="4797544"/>
                  </a:lnTo>
                  <a:lnTo>
                    <a:pt x="8950033" y="4728306"/>
                  </a:lnTo>
                  <a:lnTo>
                    <a:pt x="8917508" y="4655104"/>
                  </a:lnTo>
                  <a:lnTo>
                    <a:pt x="8885180" y="4578035"/>
                  </a:lnTo>
                  <a:lnTo>
                    <a:pt x="8852963" y="4497264"/>
                  </a:lnTo>
                  <a:lnTo>
                    <a:pt x="8820792" y="4413024"/>
                  </a:lnTo>
                  <a:lnTo>
                    <a:pt x="8788621" y="4325621"/>
                  </a:lnTo>
                  <a:lnTo>
                    <a:pt x="8756422" y="4235427"/>
                  </a:lnTo>
                  <a:lnTo>
                    <a:pt x="8724180" y="4142878"/>
                  </a:lnTo>
                  <a:lnTo>
                    <a:pt x="8691894" y="4048467"/>
                  </a:lnTo>
                  <a:lnTo>
                    <a:pt x="8659570" y="3952729"/>
                  </a:lnTo>
                  <a:lnTo>
                    <a:pt x="8627223" y="3856234"/>
                  </a:lnTo>
                  <a:lnTo>
                    <a:pt x="8594870" y="3759573"/>
                  </a:lnTo>
                  <a:lnTo>
                    <a:pt x="8562531" y="3663338"/>
                  </a:lnTo>
                  <a:lnTo>
                    <a:pt x="8530223" y="3568112"/>
                  </a:lnTo>
                  <a:lnTo>
                    <a:pt x="8497955" y="3474452"/>
                  </a:lnTo>
                  <a:lnTo>
                    <a:pt x="8465733" y="3382877"/>
                  </a:lnTo>
                  <a:lnTo>
                    <a:pt x="8433549" y="3293854"/>
                  </a:lnTo>
                  <a:lnTo>
                    <a:pt x="8401383" y="3207794"/>
                  </a:lnTo>
                  <a:lnTo>
                    <a:pt x="8369198" y="3125039"/>
                  </a:lnTo>
                  <a:lnTo>
                    <a:pt x="8336942" y="3045863"/>
                  </a:lnTo>
                  <a:lnTo>
                    <a:pt x="8304540" y="2970471"/>
                  </a:lnTo>
                  <a:lnTo>
                    <a:pt x="8271895" y="2898996"/>
                  </a:lnTo>
                  <a:lnTo>
                    <a:pt x="8238884" y="2831507"/>
                  </a:lnTo>
                  <a:lnTo>
                    <a:pt x="8205357" y="2768008"/>
                  </a:lnTo>
                  <a:lnTo>
                    <a:pt x="8171126" y="2708451"/>
                  </a:lnTo>
                  <a:lnTo>
                    <a:pt x="8151487" y="2676656"/>
                  </a:lnTo>
                  <a:lnTo>
                    <a:pt x="8105744" y="2609188"/>
                  </a:lnTo>
                  <a:lnTo>
                    <a:pt x="8057692" y="2547905"/>
                  </a:lnTo>
                  <a:lnTo>
                    <a:pt x="8006652" y="2492552"/>
                  </a:lnTo>
                  <a:lnTo>
                    <a:pt x="7951883" y="2442666"/>
                  </a:lnTo>
                  <a:lnTo>
                    <a:pt x="7892623" y="2397701"/>
                  </a:lnTo>
                  <a:lnTo>
                    <a:pt x="7828135" y="2357112"/>
                  </a:lnTo>
                  <a:lnTo>
                    <a:pt x="7757772" y="2320395"/>
                  </a:lnTo>
                  <a:lnTo>
                    <a:pt x="7681054" y="2287121"/>
                  </a:lnTo>
                  <a:lnTo>
                    <a:pt x="7597783" y="2256946"/>
                  </a:lnTo>
                  <a:lnTo>
                    <a:pt x="7508178" y="2229622"/>
                  </a:lnTo>
                  <a:lnTo>
                    <a:pt x="7413036" y="2204998"/>
                  </a:lnTo>
                  <a:lnTo>
                    <a:pt x="7313883" y="2183011"/>
                  </a:lnTo>
                  <a:lnTo>
                    <a:pt x="7213071" y="2163670"/>
                  </a:lnTo>
                  <a:lnTo>
                    <a:pt x="7113763" y="2147030"/>
                  </a:lnTo>
                  <a:lnTo>
                    <a:pt x="7019731" y="2133146"/>
                  </a:lnTo>
                  <a:lnTo>
                    <a:pt x="6934947" y="2122025"/>
                  </a:lnTo>
                  <a:lnTo>
                    <a:pt x="6862992" y="2113583"/>
                  </a:lnTo>
                  <a:lnTo>
                    <a:pt x="6806417" y="2107610"/>
                  </a:lnTo>
                  <a:lnTo>
                    <a:pt x="6766208" y="2103773"/>
                  </a:lnTo>
                  <a:lnTo>
                    <a:pt x="6741518" y="2101635"/>
                  </a:lnTo>
                  <a:lnTo>
                    <a:pt x="6729687" y="2100701"/>
                  </a:lnTo>
                  <a:lnTo>
                    <a:pt x="6726452" y="2100467"/>
                  </a:lnTo>
                  <a:lnTo>
                    <a:pt x="6726343" y="2100460"/>
                  </a:lnTo>
                  <a:lnTo>
                    <a:pt x="5254955" y="2100460"/>
                  </a:lnTo>
                  <a:lnTo>
                    <a:pt x="5253770" y="2100410"/>
                  </a:lnTo>
                  <a:lnTo>
                    <a:pt x="5245983" y="2100050"/>
                  </a:lnTo>
                  <a:lnTo>
                    <a:pt x="5226378" y="2099056"/>
                  </a:lnTo>
                  <a:lnTo>
                    <a:pt x="5191388" y="2097101"/>
                  </a:lnTo>
                  <a:lnTo>
                    <a:pt x="5139357" y="2093881"/>
                  </a:lnTo>
                  <a:lnTo>
                    <a:pt x="5070666" y="2089154"/>
                  </a:lnTo>
                  <a:lnTo>
                    <a:pt x="4987549" y="2082755"/>
                  </a:lnTo>
                  <a:lnTo>
                    <a:pt x="4893575" y="2074606"/>
                  </a:lnTo>
                  <a:lnTo>
                    <a:pt x="4792950" y="2064698"/>
                  </a:lnTo>
                  <a:lnTo>
                    <a:pt x="4689821" y="2053062"/>
                  </a:lnTo>
                  <a:lnTo>
                    <a:pt x="4587758" y="2039735"/>
                  </a:lnTo>
                  <a:lnTo>
                    <a:pt x="4489473" y="2024732"/>
                  </a:lnTo>
                  <a:lnTo>
                    <a:pt x="4396763" y="2008022"/>
                  </a:lnTo>
                  <a:lnTo>
                    <a:pt x="4310601" y="1989515"/>
                  </a:lnTo>
                  <a:lnTo>
                    <a:pt x="4231300" y="1969059"/>
                  </a:lnTo>
                  <a:lnTo>
                    <a:pt x="4158693" y="1946438"/>
                  </a:lnTo>
                  <a:lnTo>
                    <a:pt x="4092289" y="1921376"/>
                  </a:lnTo>
                  <a:lnTo>
                    <a:pt x="4031403" y="1893550"/>
                  </a:lnTo>
                  <a:lnTo>
                    <a:pt x="3975249" y="1862603"/>
                  </a:lnTo>
                  <a:lnTo>
                    <a:pt x="3923011" y="1828181"/>
                  </a:lnTo>
                  <a:lnTo>
                    <a:pt x="3873893" y="1789983"/>
                  </a:lnTo>
                  <a:lnTo>
                    <a:pt x="3829811" y="1750383"/>
                  </a:lnTo>
                  <a:lnTo>
                    <a:pt x="3787719" y="1707696"/>
                  </a:lnTo>
                  <a:lnTo>
                    <a:pt x="3746777" y="1661499"/>
                  </a:lnTo>
                  <a:lnTo>
                    <a:pt x="3706635" y="1611724"/>
                  </a:lnTo>
                  <a:lnTo>
                    <a:pt x="3667017" y="1558377"/>
                  </a:lnTo>
                  <a:lnTo>
                    <a:pt x="3627712" y="1501545"/>
                  </a:lnTo>
                  <a:lnTo>
                    <a:pt x="3588564" y="1441405"/>
                  </a:lnTo>
                  <a:lnTo>
                    <a:pt x="3549462" y="1378228"/>
                  </a:lnTo>
                  <a:lnTo>
                    <a:pt x="3510338" y="1312376"/>
                  </a:lnTo>
                  <a:lnTo>
                    <a:pt x="3471154" y="1244299"/>
                  </a:lnTo>
                  <a:lnTo>
                    <a:pt x="3431905" y="1174524"/>
                  </a:lnTo>
                  <a:lnTo>
                    <a:pt x="3392604" y="1103637"/>
                  </a:lnTo>
                  <a:lnTo>
                    <a:pt x="3353278" y="1032267"/>
                  </a:lnTo>
                  <a:lnTo>
                    <a:pt x="3313961" y="961060"/>
                  </a:lnTo>
                  <a:lnTo>
                    <a:pt x="3274683" y="890656"/>
                  </a:lnTo>
                  <a:lnTo>
                    <a:pt x="3235467" y="821665"/>
                  </a:lnTo>
                  <a:lnTo>
                    <a:pt x="3196316" y="754646"/>
                  </a:lnTo>
                  <a:lnTo>
                    <a:pt x="3157209" y="690089"/>
                  </a:lnTo>
                  <a:lnTo>
                    <a:pt x="3118095" y="628401"/>
                  </a:lnTo>
                  <a:lnTo>
                    <a:pt x="3078885" y="569897"/>
                  </a:lnTo>
                  <a:lnTo>
                    <a:pt x="3039445" y="514801"/>
                  </a:lnTo>
                  <a:lnTo>
                    <a:pt x="2999593" y="463246"/>
                  </a:lnTo>
                  <a:lnTo>
                    <a:pt x="2959087" y="415275"/>
                  </a:lnTo>
                  <a:lnTo>
                    <a:pt x="2917616" y="370857"/>
                  </a:lnTo>
                  <a:lnTo>
                    <a:pt x="2896531" y="350076"/>
                  </a:lnTo>
                  <a:lnTo>
                    <a:pt x="2849690" y="308168"/>
                  </a:lnTo>
                  <a:lnTo>
                    <a:pt x="2800412" y="270194"/>
                  </a:lnTo>
                  <a:lnTo>
                    <a:pt x="2747970" y="235982"/>
                  </a:lnTo>
                  <a:lnTo>
                    <a:pt x="2691566" y="205225"/>
                  </a:lnTo>
                  <a:lnTo>
                    <a:pt x="2630383" y="177567"/>
                  </a:lnTo>
                  <a:lnTo>
                    <a:pt x="2563638" y="152654"/>
                  </a:lnTo>
                  <a:lnTo>
                    <a:pt x="2490656" y="130165"/>
                  </a:lnTo>
                  <a:lnTo>
                    <a:pt x="2410960" y="109827"/>
                  </a:lnTo>
                  <a:lnTo>
                    <a:pt x="2324407" y="91427"/>
                  </a:lnTo>
                  <a:lnTo>
                    <a:pt x="2231342" y="74817"/>
                  </a:lnTo>
                  <a:lnTo>
                    <a:pt x="2132782" y="59911"/>
                  </a:lnTo>
                  <a:lnTo>
                    <a:pt x="2030575" y="46681"/>
                  </a:lnTo>
                  <a:lnTo>
                    <a:pt x="1927486" y="35143"/>
                  </a:lnTo>
                  <a:lnTo>
                    <a:pt x="1827128" y="25336"/>
                  </a:lnTo>
                  <a:lnTo>
                    <a:pt x="1733668" y="17289"/>
                  </a:lnTo>
                  <a:lnTo>
                    <a:pt x="1651296" y="10989"/>
                  </a:lnTo>
                  <a:lnTo>
                    <a:pt x="1583521" y="6354"/>
                  </a:lnTo>
                  <a:lnTo>
                    <a:pt x="1532481" y="3215"/>
                  </a:lnTo>
                  <a:lnTo>
                    <a:pt x="1498442" y="1323"/>
                  </a:lnTo>
                  <a:lnTo>
                    <a:pt x="1479632" y="375"/>
                  </a:lnTo>
                  <a:lnTo>
                    <a:pt x="1472382" y="42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09" name="pg809"/>
            <p:cNvSpPr/>
            <p:nvPr/>
          </p:nvSpPr>
          <p:spPr>
            <a:xfrm>
              <a:off x="4799595" y="5764378"/>
              <a:ext cx="11981298" cy="3636984"/>
            </a:xfrm>
            <a:custGeom>
              <a:avLst/>
              <a:pathLst>
                <a:path w="11981298" h="3636984">
                  <a:moveTo>
                    <a:pt x="0" y="1561042"/>
                  </a:moveTo>
                  <a:lnTo>
                    <a:pt x="1471387" y="1561042"/>
                  </a:lnTo>
                  <a:lnTo>
                    <a:pt x="1472596" y="1561004"/>
                  </a:lnTo>
                  <a:lnTo>
                    <a:pt x="1480530" y="1560733"/>
                  </a:lnTo>
                  <a:lnTo>
                    <a:pt x="1500495" y="1559984"/>
                  </a:lnTo>
                  <a:lnTo>
                    <a:pt x="1536099" y="1558509"/>
                  </a:lnTo>
                  <a:lnTo>
                    <a:pt x="1588981" y="1556082"/>
                  </a:lnTo>
                  <a:lnTo>
                    <a:pt x="1658693" y="1552521"/>
                  </a:lnTo>
                  <a:lnTo>
                    <a:pt x="1742900" y="1547705"/>
                  </a:lnTo>
                  <a:lnTo>
                    <a:pt x="1837918" y="1541576"/>
                  </a:lnTo>
                  <a:lnTo>
                    <a:pt x="1939447" y="1534131"/>
                  </a:lnTo>
                  <a:lnTo>
                    <a:pt x="2043280" y="1525393"/>
                  </a:lnTo>
                  <a:lnTo>
                    <a:pt x="2145826" y="1515390"/>
                  </a:lnTo>
                  <a:lnTo>
                    <a:pt x="2244384" y="1504131"/>
                  </a:lnTo>
                  <a:lnTo>
                    <a:pt x="2337188" y="1491589"/>
                  </a:lnTo>
                  <a:lnTo>
                    <a:pt x="2423307" y="1477694"/>
                  </a:lnTo>
                  <a:lnTo>
                    <a:pt x="2502474" y="1462326"/>
                  </a:lnTo>
                  <a:lnTo>
                    <a:pt x="2574896" y="1445318"/>
                  </a:lnTo>
                  <a:lnTo>
                    <a:pt x="2641100" y="1426458"/>
                  </a:lnTo>
                  <a:lnTo>
                    <a:pt x="2701798" y="1405498"/>
                  </a:lnTo>
                  <a:lnTo>
                    <a:pt x="2757798" y="1382169"/>
                  </a:lnTo>
                  <a:lnTo>
                    <a:pt x="2809934" y="1356206"/>
                  </a:lnTo>
                  <a:lnTo>
                    <a:pt x="2859010" y="1327391"/>
                  </a:lnTo>
                  <a:lnTo>
                    <a:pt x="2896531" y="1302231"/>
                  </a:lnTo>
                  <a:lnTo>
                    <a:pt x="2942712" y="1267415"/>
                  </a:lnTo>
                  <a:lnTo>
                    <a:pt x="2987550" y="1229458"/>
                  </a:lnTo>
                  <a:lnTo>
                    <a:pt x="3031493" y="1188305"/>
                  </a:lnTo>
                  <a:lnTo>
                    <a:pt x="3074885" y="1143980"/>
                  </a:lnTo>
                  <a:lnTo>
                    <a:pt x="3117979" y="1096598"/>
                  </a:lnTo>
                  <a:lnTo>
                    <a:pt x="3160955" y="1046374"/>
                  </a:lnTo>
                  <a:lnTo>
                    <a:pt x="3203930" y="993622"/>
                  </a:lnTo>
                  <a:lnTo>
                    <a:pt x="3246966" y="938754"/>
                  </a:lnTo>
                  <a:lnTo>
                    <a:pt x="3290081" y="882268"/>
                  </a:lnTo>
                  <a:lnTo>
                    <a:pt x="3333262" y="824729"/>
                  </a:lnTo>
                  <a:lnTo>
                    <a:pt x="3376472" y="766753"/>
                  </a:lnTo>
                  <a:lnTo>
                    <a:pt x="3419670" y="708972"/>
                  </a:lnTo>
                  <a:lnTo>
                    <a:pt x="3462813" y="652011"/>
                  </a:lnTo>
                  <a:lnTo>
                    <a:pt x="3505879" y="596458"/>
                  </a:lnTo>
                  <a:lnTo>
                    <a:pt x="3548872" y="542839"/>
                  </a:lnTo>
                  <a:lnTo>
                    <a:pt x="3591838" y="491601"/>
                  </a:lnTo>
                  <a:lnTo>
                    <a:pt x="3634869" y="443095"/>
                  </a:lnTo>
                  <a:lnTo>
                    <a:pt x="3678121" y="397576"/>
                  </a:lnTo>
                  <a:lnTo>
                    <a:pt x="3721817" y="355196"/>
                  </a:lnTo>
                  <a:lnTo>
                    <a:pt x="3766264" y="316013"/>
                  </a:lnTo>
                  <a:lnTo>
                    <a:pt x="3811867" y="280002"/>
                  </a:lnTo>
                  <a:lnTo>
                    <a:pt x="3829811" y="266984"/>
                  </a:lnTo>
                  <a:lnTo>
                    <a:pt x="3876967" y="235808"/>
                  </a:lnTo>
                  <a:lnTo>
                    <a:pt x="3926595" y="207578"/>
                  </a:lnTo>
                  <a:lnTo>
                    <a:pt x="3979440" y="182163"/>
                  </a:lnTo>
                  <a:lnTo>
                    <a:pt x="4036316" y="159331"/>
                  </a:lnTo>
                  <a:lnTo>
                    <a:pt x="4098056" y="138813"/>
                  </a:lnTo>
                  <a:lnTo>
                    <a:pt x="4165454" y="120344"/>
                  </a:lnTo>
                  <a:lnTo>
                    <a:pt x="4239195" y="103680"/>
                  </a:lnTo>
                  <a:lnTo>
                    <a:pt x="4319752" y="88620"/>
                  </a:lnTo>
                  <a:lnTo>
                    <a:pt x="4407253" y="75004"/>
                  </a:lnTo>
                  <a:lnTo>
                    <a:pt x="4501310" y="62724"/>
                  </a:lnTo>
                  <a:lnTo>
                    <a:pt x="4600838" y="51718"/>
                  </a:lnTo>
                  <a:lnTo>
                    <a:pt x="4703889" y="41967"/>
                  </a:lnTo>
                  <a:lnTo>
                    <a:pt x="4807574" y="33486"/>
                  </a:lnTo>
                  <a:lnTo>
                    <a:pt x="4908146" y="26303"/>
                  </a:lnTo>
                  <a:lnTo>
                    <a:pt x="5001332" y="20440"/>
                  </a:lnTo>
                  <a:lnTo>
                    <a:pt x="5082893" y="15882"/>
                  </a:lnTo>
                  <a:lnTo>
                    <a:pt x="5149362" y="12560"/>
                  </a:lnTo>
                  <a:lnTo>
                    <a:pt x="5198748" y="10340"/>
                  </a:lnTo>
                  <a:lnTo>
                    <a:pt x="5231016" y="9030"/>
                  </a:lnTo>
                  <a:lnTo>
                    <a:pt x="5248221" y="8397"/>
                  </a:lnTo>
                  <a:lnTo>
                    <a:pt x="5254331" y="8192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438" y="8253"/>
                  </a:lnTo>
                  <a:lnTo>
                    <a:pt x="6734648" y="8825"/>
                  </a:lnTo>
                  <a:lnTo>
                    <a:pt x="6752842" y="10408"/>
                  </a:lnTo>
                  <a:lnTo>
                    <a:pt x="6785423" y="13525"/>
                  </a:lnTo>
                  <a:lnTo>
                    <a:pt x="6834091" y="18663"/>
                  </a:lnTo>
                  <a:lnTo>
                    <a:pt x="6898714" y="26225"/>
                  </a:lnTo>
                  <a:lnTo>
                    <a:pt x="6977453" y="36492"/>
                  </a:lnTo>
                  <a:lnTo>
                    <a:pt x="7067179" y="49612"/>
                  </a:lnTo>
                  <a:lnTo>
                    <a:pt x="7164067" y="65616"/>
                  </a:lnTo>
                  <a:lnTo>
                    <a:pt x="7264225" y="84466"/>
                  </a:lnTo>
                  <a:lnTo>
                    <a:pt x="7364190" y="106099"/>
                  </a:lnTo>
                  <a:lnTo>
                    <a:pt x="7461227" y="130477"/>
                  </a:lnTo>
                  <a:lnTo>
                    <a:pt x="7553425" y="157625"/>
                  </a:lnTo>
                  <a:lnTo>
                    <a:pt x="7639650" y="187653"/>
                  </a:lnTo>
                  <a:lnTo>
                    <a:pt x="7719416" y="220767"/>
                  </a:lnTo>
                  <a:lnTo>
                    <a:pt x="7792730" y="257275"/>
                  </a:lnTo>
                  <a:lnTo>
                    <a:pt x="7859937" y="297577"/>
                  </a:lnTo>
                  <a:lnTo>
                    <a:pt x="7921605" y="342161"/>
                  </a:lnTo>
                  <a:lnTo>
                    <a:pt x="7978426" y="391573"/>
                  </a:lnTo>
                  <a:lnTo>
                    <a:pt x="8031146" y="446389"/>
                  </a:lnTo>
                  <a:lnTo>
                    <a:pt x="8080517" y="507148"/>
                  </a:lnTo>
                  <a:lnTo>
                    <a:pt x="8127247" y="574250"/>
                  </a:lnTo>
                  <a:lnTo>
                    <a:pt x="8151487" y="612974"/>
                  </a:lnTo>
                  <a:lnTo>
                    <a:pt x="8185498" y="671916"/>
                  </a:lnTo>
                  <a:lnTo>
                    <a:pt x="8218714" y="734772"/>
                  </a:lnTo>
                  <a:lnTo>
                    <a:pt x="8251331" y="801620"/>
                  </a:lnTo>
                  <a:lnTo>
                    <a:pt x="8283511" y="872491"/>
                  </a:lnTo>
                  <a:lnTo>
                    <a:pt x="8315385" y="947357"/>
                  </a:lnTo>
                  <a:lnTo>
                    <a:pt x="8347059" y="1026129"/>
                  </a:lnTo>
                  <a:lnTo>
                    <a:pt x="8378619" y="1108652"/>
                  </a:lnTo>
                  <a:lnTo>
                    <a:pt x="8410126" y="1194706"/>
                  </a:lnTo>
                  <a:lnTo>
                    <a:pt x="8441627" y="1283999"/>
                  </a:lnTo>
                  <a:lnTo>
                    <a:pt x="8473152" y="1376177"/>
                  </a:lnTo>
                  <a:lnTo>
                    <a:pt x="8504715" y="1470821"/>
                  </a:lnTo>
                  <a:lnTo>
                    <a:pt x="8536322" y="1567458"/>
                  </a:lnTo>
                  <a:lnTo>
                    <a:pt x="8567968" y="1665568"/>
                  </a:lnTo>
                  <a:lnTo>
                    <a:pt x="8599639" y="1764597"/>
                  </a:lnTo>
                  <a:lnTo>
                    <a:pt x="8631321" y="1863967"/>
                  </a:lnTo>
                  <a:lnTo>
                    <a:pt x="8662996" y="1963093"/>
                  </a:lnTo>
                  <a:lnTo>
                    <a:pt x="8694647" y="2061396"/>
                  </a:lnTo>
                  <a:lnTo>
                    <a:pt x="8726261" y="2158316"/>
                  </a:lnTo>
                  <a:lnTo>
                    <a:pt x="8757831" y="2253328"/>
                  </a:lnTo>
                  <a:lnTo>
                    <a:pt x="8789362" y="2345948"/>
                  </a:lnTo>
                  <a:lnTo>
                    <a:pt x="8820865" y="2435750"/>
                  </a:lnTo>
                  <a:lnTo>
                    <a:pt x="8852369" y="2522367"/>
                  </a:lnTo>
                  <a:lnTo>
                    <a:pt x="8883916" y="2605497"/>
                  </a:lnTo>
                  <a:lnTo>
                    <a:pt x="8915566" y="2684908"/>
                  </a:lnTo>
                  <a:lnTo>
                    <a:pt x="8947400" y="2760434"/>
                  </a:lnTo>
                  <a:lnTo>
                    <a:pt x="8979520" y="2831976"/>
                  </a:lnTo>
                  <a:lnTo>
                    <a:pt x="9012053" y="2899496"/>
                  </a:lnTo>
                  <a:lnTo>
                    <a:pt x="9045157" y="2963015"/>
                  </a:lnTo>
                  <a:lnTo>
                    <a:pt x="9079020" y="3022603"/>
                  </a:lnTo>
                  <a:lnTo>
                    <a:pt x="9084767" y="3032182"/>
                  </a:lnTo>
                  <a:lnTo>
                    <a:pt x="9130343" y="3102760"/>
                  </a:lnTo>
                  <a:lnTo>
                    <a:pt x="9178211" y="3166892"/>
                  </a:lnTo>
                  <a:lnTo>
                    <a:pt x="9229041" y="3224840"/>
                  </a:lnTo>
                  <a:lnTo>
                    <a:pt x="9283564" y="3277084"/>
                  </a:lnTo>
                  <a:lnTo>
                    <a:pt x="9342537" y="3324191"/>
                  </a:lnTo>
                  <a:lnTo>
                    <a:pt x="9406688" y="3366729"/>
                  </a:lnTo>
                  <a:lnTo>
                    <a:pt x="9476661" y="3405220"/>
                  </a:lnTo>
                  <a:lnTo>
                    <a:pt x="9552935" y="3440113"/>
                  </a:lnTo>
                  <a:lnTo>
                    <a:pt x="9635715" y="3471767"/>
                  </a:lnTo>
                  <a:lnTo>
                    <a:pt x="9724800" y="3500442"/>
                  </a:lnTo>
                  <a:lnTo>
                    <a:pt x="9819422" y="3526301"/>
                  </a:lnTo>
                  <a:lnTo>
                    <a:pt x="9918102" y="3549410"/>
                  </a:lnTo>
                  <a:lnTo>
                    <a:pt x="10018546" y="3569762"/>
                  </a:lnTo>
                  <a:lnTo>
                    <a:pt x="10117656" y="3587303"/>
                  </a:lnTo>
                  <a:lnTo>
                    <a:pt x="10211723" y="3601974"/>
                  </a:lnTo>
                  <a:lnTo>
                    <a:pt x="10296813" y="3613763"/>
                  </a:lnTo>
                  <a:lnTo>
                    <a:pt x="10369344" y="3622752"/>
                  </a:lnTo>
                  <a:lnTo>
                    <a:pt x="10426716" y="3629150"/>
                  </a:lnTo>
                  <a:lnTo>
                    <a:pt x="10467846" y="3633297"/>
                  </a:lnTo>
                  <a:lnTo>
                    <a:pt x="10493450" y="3635640"/>
                  </a:lnTo>
                  <a:lnTo>
                    <a:pt x="10506044" y="3636689"/>
                  </a:lnTo>
                  <a:lnTo>
                    <a:pt x="10509736" y="3636971"/>
                  </a:lnTo>
                  <a:lnTo>
                    <a:pt x="10509911" y="3636984"/>
                  </a:lnTo>
                  <a:lnTo>
                    <a:pt x="11981298" y="3636984"/>
                  </a:lnTo>
                  <a:lnTo>
                    <a:pt x="11981298" y="3628811"/>
                  </a:lnTo>
                  <a:lnTo>
                    <a:pt x="10509911" y="3628811"/>
                  </a:lnTo>
                  <a:lnTo>
                    <a:pt x="10508815" y="3628730"/>
                  </a:lnTo>
                  <a:lnTo>
                    <a:pt x="10501606" y="3628158"/>
                  </a:lnTo>
                  <a:lnTo>
                    <a:pt x="10483412" y="3626575"/>
                  </a:lnTo>
                  <a:lnTo>
                    <a:pt x="10450831" y="3623458"/>
                  </a:lnTo>
                  <a:lnTo>
                    <a:pt x="10402162" y="3618320"/>
                  </a:lnTo>
                  <a:lnTo>
                    <a:pt x="10337539" y="3610758"/>
                  </a:lnTo>
                  <a:lnTo>
                    <a:pt x="10258800" y="3600491"/>
                  </a:lnTo>
                  <a:lnTo>
                    <a:pt x="10169075" y="3587372"/>
                  </a:lnTo>
                  <a:lnTo>
                    <a:pt x="10072187" y="3571367"/>
                  </a:lnTo>
                  <a:lnTo>
                    <a:pt x="9972028" y="3552517"/>
                  </a:lnTo>
                  <a:lnTo>
                    <a:pt x="9872063" y="3530885"/>
                  </a:lnTo>
                  <a:lnTo>
                    <a:pt x="9775026" y="3506506"/>
                  </a:lnTo>
                  <a:lnTo>
                    <a:pt x="9682828" y="3479358"/>
                  </a:lnTo>
                  <a:lnTo>
                    <a:pt x="9596603" y="3449330"/>
                  </a:lnTo>
                  <a:lnTo>
                    <a:pt x="9516837" y="3416216"/>
                  </a:lnTo>
                  <a:lnTo>
                    <a:pt x="9443524" y="3379708"/>
                  </a:lnTo>
                  <a:lnTo>
                    <a:pt x="9376317" y="3339406"/>
                  </a:lnTo>
                  <a:lnTo>
                    <a:pt x="9314648" y="3294823"/>
                  </a:lnTo>
                  <a:lnTo>
                    <a:pt x="9257828" y="3245410"/>
                  </a:lnTo>
                  <a:lnTo>
                    <a:pt x="9205107" y="3190594"/>
                  </a:lnTo>
                  <a:lnTo>
                    <a:pt x="9155736" y="3129835"/>
                  </a:lnTo>
                  <a:lnTo>
                    <a:pt x="9109006" y="3062733"/>
                  </a:lnTo>
                  <a:lnTo>
                    <a:pt x="9084767" y="3024009"/>
                  </a:lnTo>
                  <a:lnTo>
                    <a:pt x="9050755" y="2965067"/>
                  </a:lnTo>
                  <a:lnTo>
                    <a:pt x="9017539" y="2902212"/>
                  </a:lnTo>
                  <a:lnTo>
                    <a:pt x="8984922" y="2835363"/>
                  </a:lnTo>
                  <a:lnTo>
                    <a:pt x="8952743" y="2764492"/>
                  </a:lnTo>
                  <a:lnTo>
                    <a:pt x="8920869" y="2689626"/>
                  </a:lnTo>
                  <a:lnTo>
                    <a:pt x="8889194" y="2610854"/>
                  </a:lnTo>
                  <a:lnTo>
                    <a:pt x="8857634" y="2528331"/>
                  </a:lnTo>
                  <a:lnTo>
                    <a:pt x="8826127" y="2442278"/>
                  </a:lnTo>
                  <a:lnTo>
                    <a:pt x="8794626" y="2352984"/>
                  </a:lnTo>
                  <a:lnTo>
                    <a:pt x="8763101" y="2260806"/>
                  </a:lnTo>
                  <a:lnTo>
                    <a:pt x="8731538" y="2166162"/>
                  </a:lnTo>
                  <a:lnTo>
                    <a:pt x="8699931" y="2069525"/>
                  </a:lnTo>
                  <a:lnTo>
                    <a:pt x="8668286" y="1971415"/>
                  </a:lnTo>
                  <a:lnTo>
                    <a:pt x="8636614" y="1872386"/>
                  </a:lnTo>
                  <a:lnTo>
                    <a:pt x="8604932" y="1773016"/>
                  </a:lnTo>
                  <a:lnTo>
                    <a:pt x="8573257" y="1673890"/>
                  </a:lnTo>
                  <a:lnTo>
                    <a:pt x="8541607" y="1575587"/>
                  </a:lnTo>
                  <a:lnTo>
                    <a:pt x="8509993" y="1478667"/>
                  </a:lnTo>
                  <a:lnTo>
                    <a:pt x="8478422" y="1383656"/>
                  </a:lnTo>
                  <a:lnTo>
                    <a:pt x="8446892" y="1291035"/>
                  </a:lnTo>
                  <a:lnTo>
                    <a:pt x="8415388" y="1201233"/>
                  </a:lnTo>
                  <a:lnTo>
                    <a:pt x="8383884" y="1114616"/>
                  </a:lnTo>
                  <a:lnTo>
                    <a:pt x="8352338" y="1031486"/>
                  </a:lnTo>
                  <a:lnTo>
                    <a:pt x="8320687" y="952075"/>
                  </a:lnTo>
                  <a:lnTo>
                    <a:pt x="8288853" y="876549"/>
                  </a:lnTo>
                  <a:lnTo>
                    <a:pt x="8256734" y="805007"/>
                  </a:lnTo>
                  <a:lnTo>
                    <a:pt x="8224200" y="737487"/>
                  </a:lnTo>
                  <a:lnTo>
                    <a:pt x="8191096" y="673969"/>
                  </a:lnTo>
                  <a:lnTo>
                    <a:pt x="8157233" y="614381"/>
                  </a:lnTo>
                  <a:lnTo>
                    <a:pt x="8151487" y="604801"/>
                  </a:lnTo>
                  <a:lnTo>
                    <a:pt x="8105910" y="534223"/>
                  </a:lnTo>
                  <a:lnTo>
                    <a:pt x="8058042" y="470092"/>
                  </a:lnTo>
                  <a:lnTo>
                    <a:pt x="8007213" y="412144"/>
                  </a:lnTo>
                  <a:lnTo>
                    <a:pt x="7952689" y="359899"/>
                  </a:lnTo>
                  <a:lnTo>
                    <a:pt x="7893716" y="312792"/>
                  </a:lnTo>
                  <a:lnTo>
                    <a:pt x="7829565" y="270255"/>
                  </a:lnTo>
                  <a:lnTo>
                    <a:pt x="7759592" y="231764"/>
                  </a:lnTo>
                  <a:lnTo>
                    <a:pt x="7683318" y="196871"/>
                  </a:lnTo>
                  <a:lnTo>
                    <a:pt x="7600538" y="165216"/>
                  </a:lnTo>
                  <a:lnTo>
                    <a:pt x="7511453" y="136541"/>
                  </a:lnTo>
                  <a:lnTo>
                    <a:pt x="7416831" y="110682"/>
                  </a:lnTo>
                  <a:lnTo>
                    <a:pt x="7318151" y="87573"/>
                  </a:lnTo>
                  <a:lnTo>
                    <a:pt x="7217708" y="67221"/>
                  </a:lnTo>
                  <a:lnTo>
                    <a:pt x="7118597" y="49680"/>
                  </a:lnTo>
                  <a:lnTo>
                    <a:pt x="7024530" y="35009"/>
                  </a:lnTo>
                  <a:lnTo>
                    <a:pt x="6939440" y="23220"/>
                  </a:lnTo>
                  <a:lnTo>
                    <a:pt x="6866909" y="14231"/>
                  </a:lnTo>
                  <a:lnTo>
                    <a:pt x="6809537" y="7833"/>
                  </a:lnTo>
                  <a:lnTo>
                    <a:pt x="6768408" y="3687"/>
                  </a:lnTo>
                  <a:lnTo>
                    <a:pt x="6742804" y="1344"/>
                  </a:lnTo>
                  <a:lnTo>
                    <a:pt x="6730210" y="294"/>
                  </a:lnTo>
                  <a:lnTo>
                    <a:pt x="6726517" y="12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746" y="38"/>
                  </a:lnTo>
                  <a:lnTo>
                    <a:pt x="5245812" y="309"/>
                  </a:lnTo>
                  <a:lnTo>
                    <a:pt x="5225847" y="1058"/>
                  </a:lnTo>
                  <a:lnTo>
                    <a:pt x="5190243" y="2533"/>
                  </a:lnTo>
                  <a:lnTo>
                    <a:pt x="5137361" y="4960"/>
                  </a:lnTo>
                  <a:lnTo>
                    <a:pt x="5067649" y="8521"/>
                  </a:lnTo>
                  <a:lnTo>
                    <a:pt x="4983443" y="13337"/>
                  </a:lnTo>
                  <a:lnTo>
                    <a:pt x="4888424" y="19465"/>
                  </a:lnTo>
                  <a:lnTo>
                    <a:pt x="4786895" y="26911"/>
                  </a:lnTo>
                  <a:lnTo>
                    <a:pt x="4683062" y="35649"/>
                  </a:lnTo>
                  <a:lnTo>
                    <a:pt x="4580516" y="45652"/>
                  </a:lnTo>
                  <a:lnTo>
                    <a:pt x="4481958" y="56911"/>
                  </a:lnTo>
                  <a:lnTo>
                    <a:pt x="4389154" y="69452"/>
                  </a:lnTo>
                  <a:lnTo>
                    <a:pt x="4303035" y="83347"/>
                  </a:lnTo>
                  <a:lnTo>
                    <a:pt x="4223868" y="98715"/>
                  </a:lnTo>
                  <a:lnTo>
                    <a:pt x="4151446" y="115723"/>
                  </a:lnTo>
                  <a:lnTo>
                    <a:pt x="4085242" y="134584"/>
                  </a:lnTo>
                  <a:lnTo>
                    <a:pt x="4024544" y="155543"/>
                  </a:lnTo>
                  <a:lnTo>
                    <a:pt x="3968544" y="178872"/>
                  </a:lnTo>
                  <a:lnTo>
                    <a:pt x="3916408" y="204835"/>
                  </a:lnTo>
                  <a:lnTo>
                    <a:pt x="3867332" y="233651"/>
                  </a:lnTo>
                  <a:lnTo>
                    <a:pt x="3829811" y="258811"/>
                  </a:lnTo>
                  <a:lnTo>
                    <a:pt x="3783630" y="293627"/>
                  </a:lnTo>
                  <a:lnTo>
                    <a:pt x="3738792" y="331583"/>
                  </a:lnTo>
                  <a:lnTo>
                    <a:pt x="3694849" y="372737"/>
                  </a:lnTo>
                  <a:lnTo>
                    <a:pt x="3651458" y="417062"/>
                  </a:lnTo>
                  <a:lnTo>
                    <a:pt x="3608363" y="464444"/>
                  </a:lnTo>
                  <a:lnTo>
                    <a:pt x="3565387" y="514668"/>
                  </a:lnTo>
                  <a:lnTo>
                    <a:pt x="3522412" y="567420"/>
                  </a:lnTo>
                  <a:lnTo>
                    <a:pt x="3479376" y="622288"/>
                  </a:lnTo>
                  <a:lnTo>
                    <a:pt x="3436261" y="678774"/>
                  </a:lnTo>
                  <a:lnTo>
                    <a:pt x="3393080" y="736312"/>
                  </a:lnTo>
                  <a:lnTo>
                    <a:pt x="3349870" y="794289"/>
                  </a:lnTo>
                  <a:lnTo>
                    <a:pt x="3306672" y="852070"/>
                  </a:lnTo>
                  <a:lnTo>
                    <a:pt x="3263529" y="909031"/>
                  </a:lnTo>
                  <a:lnTo>
                    <a:pt x="3220463" y="964584"/>
                  </a:lnTo>
                  <a:lnTo>
                    <a:pt x="3177470" y="1018203"/>
                  </a:lnTo>
                  <a:lnTo>
                    <a:pt x="3134504" y="1069441"/>
                  </a:lnTo>
                  <a:lnTo>
                    <a:pt x="3091473" y="1117946"/>
                  </a:lnTo>
                  <a:lnTo>
                    <a:pt x="3048221" y="1163465"/>
                  </a:lnTo>
                  <a:lnTo>
                    <a:pt x="3004525" y="1205846"/>
                  </a:lnTo>
                  <a:lnTo>
                    <a:pt x="2960078" y="1245028"/>
                  </a:lnTo>
                  <a:lnTo>
                    <a:pt x="2914475" y="1281040"/>
                  </a:lnTo>
                  <a:lnTo>
                    <a:pt x="2896531" y="1294058"/>
                  </a:lnTo>
                  <a:lnTo>
                    <a:pt x="2849375" y="1325234"/>
                  </a:lnTo>
                  <a:lnTo>
                    <a:pt x="2799747" y="1353464"/>
                  </a:lnTo>
                  <a:lnTo>
                    <a:pt x="2746902" y="1378879"/>
                  </a:lnTo>
                  <a:lnTo>
                    <a:pt x="2690026" y="1401711"/>
                  </a:lnTo>
                  <a:lnTo>
                    <a:pt x="2628287" y="1422228"/>
                  </a:lnTo>
                  <a:lnTo>
                    <a:pt x="2560889" y="1440698"/>
                  </a:lnTo>
                  <a:lnTo>
                    <a:pt x="2487147" y="1457361"/>
                  </a:lnTo>
                  <a:lnTo>
                    <a:pt x="2406590" y="1472422"/>
                  </a:lnTo>
                  <a:lnTo>
                    <a:pt x="2319089" y="1486037"/>
                  </a:lnTo>
                  <a:lnTo>
                    <a:pt x="2225032" y="1498318"/>
                  </a:lnTo>
                  <a:lnTo>
                    <a:pt x="2125504" y="1509324"/>
                  </a:lnTo>
                  <a:lnTo>
                    <a:pt x="2022453" y="1519075"/>
                  </a:lnTo>
                  <a:lnTo>
                    <a:pt x="1918769" y="1527556"/>
                  </a:lnTo>
                  <a:lnTo>
                    <a:pt x="1818196" y="1534739"/>
                  </a:lnTo>
                  <a:lnTo>
                    <a:pt x="1725010" y="1540602"/>
                  </a:lnTo>
                  <a:lnTo>
                    <a:pt x="1643449" y="1545160"/>
                  </a:lnTo>
                  <a:lnTo>
                    <a:pt x="1576980" y="1548482"/>
                  </a:lnTo>
                  <a:lnTo>
                    <a:pt x="1527594" y="1550701"/>
                  </a:lnTo>
                  <a:lnTo>
                    <a:pt x="1495326" y="1552011"/>
                  </a:lnTo>
                  <a:lnTo>
                    <a:pt x="1478122" y="1552645"/>
                  </a:lnTo>
                  <a:lnTo>
                    <a:pt x="1472011" y="1552850"/>
                  </a:lnTo>
                  <a:lnTo>
                    <a:pt x="1471387" y="1552869"/>
                  </a:lnTo>
                  <a:lnTo>
                    <a:pt x="0" y="1552869"/>
                  </a:lnTo>
                  <a:close/>
                </a:path>
              </a:pathLst>
            </a:custGeom>
            <a:solidFill>
              <a:srgbClr val="F28E5B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810" name="pl810"/>
            <p:cNvSpPr/>
            <p:nvPr/>
          </p:nvSpPr>
          <p:spPr>
            <a:xfrm>
              <a:off x="4799595" y="5772551"/>
              <a:ext cx="11981298" cy="3628811"/>
            </a:xfrm>
            <a:custGeom>
              <a:avLst/>
              <a:pathLst>
                <a:path w="11981298" h="3628811">
                  <a:moveTo>
                    <a:pt x="0" y="1552869"/>
                  </a:moveTo>
                  <a:lnTo>
                    <a:pt x="1471387" y="1552869"/>
                  </a:lnTo>
                  <a:lnTo>
                    <a:pt x="1472596" y="1552831"/>
                  </a:lnTo>
                  <a:lnTo>
                    <a:pt x="1480530" y="1552560"/>
                  </a:lnTo>
                  <a:lnTo>
                    <a:pt x="1500495" y="1551811"/>
                  </a:lnTo>
                  <a:lnTo>
                    <a:pt x="1536099" y="1550336"/>
                  </a:lnTo>
                  <a:lnTo>
                    <a:pt x="1588981" y="1547909"/>
                  </a:lnTo>
                  <a:lnTo>
                    <a:pt x="1658693" y="1544348"/>
                  </a:lnTo>
                  <a:lnTo>
                    <a:pt x="1742900" y="1539532"/>
                  </a:lnTo>
                  <a:lnTo>
                    <a:pt x="1837918" y="1533403"/>
                  </a:lnTo>
                  <a:lnTo>
                    <a:pt x="1939447" y="1525958"/>
                  </a:lnTo>
                  <a:lnTo>
                    <a:pt x="2043280" y="1517220"/>
                  </a:lnTo>
                  <a:lnTo>
                    <a:pt x="2145826" y="1507217"/>
                  </a:lnTo>
                  <a:lnTo>
                    <a:pt x="2244384" y="1495958"/>
                  </a:lnTo>
                  <a:lnTo>
                    <a:pt x="2337188" y="1483416"/>
                  </a:lnTo>
                  <a:lnTo>
                    <a:pt x="2423307" y="1469521"/>
                  </a:lnTo>
                  <a:lnTo>
                    <a:pt x="2502474" y="1454153"/>
                  </a:lnTo>
                  <a:lnTo>
                    <a:pt x="2574896" y="1437145"/>
                  </a:lnTo>
                  <a:lnTo>
                    <a:pt x="2641100" y="1418285"/>
                  </a:lnTo>
                  <a:lnTo>
                    <a:pt x="2701798" y="1397325"/>
                  </a:lnTo>
                  <a:lnTo>
                    <a:pt x="2757798" y="1373996"/>
                  </a:lnTo>
                  <a:lnTo>
                    <a:pt x="2809934" y="1348033"/>
                  </a:lnTo>
                  <a:lnTo>
                    <a:pt x="2859010" y="1319218"/>
                  </a:lnTo>
                  <a:lnTo>
                    <a:pt x="2896531" y="1294058"/>
                  </a:lnTo>
                  <a:lnTo>
                    <a:pt x="2942712" y="1259242"/>
                  </a:lnTo>
                  <a:lnTo>
                    <a:pt x="2987550" y="1221285"/>
                  </a:lnTo>
                  <a:lnTo>
                    <a:pt x="3031493" y="1180132"/>
                  </a:lnTo>
                  <a:lnTo>
                    <a:pt x="3074885" y="1135807"/>
                  </a:lnTo>
                  <a:lnTo>
                    <a:pt x="3117979" y="1088425"/>
                  </a:lnTo>
                  <a:lnTo>
                    <a:pt x="3160955" y="1038201"/>
                  </a:lnTo>
                  <a:lnTo>
                    <a:pt x="3203930" y="985449"/>
                  </a:lnTo>
                  <a:lnTo>
                    <a:pt x="3246966" y="930581"/>
                  </a:lnTo>
                  <a:lnTo>
                    <a:pt x="3290081" y="874095"/>
                  </a:lnTo>
                  <a:lnTo>
                    <a:pt x="3333262" y="816556"/>
                  </a:lnTo>
                  <a:lnTo>
                    <a:pt x="3376472" y="758580"/>
                  </a:lnTo>
                  <a:lnTo>
                    <a:pt x="3419670" y="700799"/>
                  </a:lnTo>
                  <a:lnTo>
                    <a:pt x="3462813" y="643838"/>
                  </a:lnTo>
                  <a:lnTo>
                    <a:pt x="3505879" y="588285"/>
                  </a:lnTo>
                  <a:lnTo>
                    <a:pt x="3548872" y="534666"/>
                  </a:lnTo>
                  <a:lnTo>
                    <a:pt x="3591838" y="483428"/>
                  </a:lnTo>
                  <a:lnTo>
                    <a:pt x="3634869" y="434922"/>
                  </a:lnTo>
                  <a:lnTo>
                    <a:pt x="3678121" y="389403"/>
                  </a:lnTo>
                  <a:lnTo>
                    <a:pt x="3721817" y="347023"/>
                  </a:lnTo>
                  <a:lnTo>
                    <a:pt x="3766264" y="307840"/>
                  </a:lnTo>
                  <a:lnTo>
                    <a:pt x="3811867" y="271829"/>
                  </a:lnTo>
                  <a:lnTo>
                    <a:pt x="3829811" y="258811"/>
                  </a:lnTo>
                  <a:lnTo>
                    <a:pt x="3876967" y="227635"/>
                  </a:lnTo>
                  <a:lnTo>
                    <a:pt x="3926595" y="199405"/>
                  </a:lnTo>
                  <a:lnTo>
                    <a:pt x="3979440" y="173990"/>
                  </a:lnTo>
                  <a:lnTo>
                    <a:pt x="4036316" y="151158"/>
                  </a:lnTo>
                  <a:lnTo>
                    <a:pt x="4098056" y="130640"/>
                  </a:lnTo>
                  <a:lnTo>
                    <a:pt x="4165454" y="112171"/>
                  </a:lnTo>
                  <a:lnTo>
                    <a:pt x="4239195" y="95507"/>
                  </a:lnTo>
                  <a:lnTo>
                    <a:pt x="4319752" y="80447"/>
                  </a:lnTo>
                  <a:lnTo>
                    <a:pt x="4407253" y="66831"/>
                  </a:lnTo>
                  <a:lnTo>
                    <a:pt x="4501310" y="54551"/>
                  </a:lnTo>
                  <a:lnTo>
                    <a:pt x="4600838" y="43545"/>
                  </a:lnTo>
                  <a:lnTo>
                    <a:pt x="4703889" y="33794"/>
                  </a:lnTo>
                  <a:lnTo>
                    <a:pt x="4807574" y="25313"/>
                  </a:lnTo>
                  <a:lnTo>
                    <a:pt x="4908146" y="18130"/>
                  </a:lnTo>
                  <a:lnTo>
                    <a:pt x="5001332" y="12267"/>
                  </a:lnTo>
                  <a:lnTo>
                    <a:pt x="5082893" y="7709"/>
                  </a:lnTo>
                  <a:lnTo>
                    <a:pt x="5149362" y="4387"/>
                  </a:lnTo>
                  <a:lnTo>
                    <a:pt x="5198748" y="2167"/>
                  </a:lnTo>
                  <a:lnTo>
                    <a:pt x="5231016" y="857"/>
                  </a:lnTo>
                  <a:lnTo>
                    <a:pt x="5248221" y="224"/>
                  </a:lnTo>
                  <a:lnTo>
                    <a:pt x="5254331" y="19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438" y="80"/>
                  </a:lnTo>
                  <a:lnTo>
                    <a:pt x="6734648" y="652"/>
                  </a:lnTo>
                  <a:lnTo>
                    <a:pt x="6752842" y="2235"/>
                  </a:lnTo>
                  <a:lnTo>
                    <a:pt x="6785423" y="5352"/>
                  </a:lnTo>
                  <a:lnTo>
                    <a:pt x="6834091" y="10490"/>
                  </a:lnTo>
                  <a:lnTo>
                    <a:pt x="6898714" y="18052"/>
                  </a:lnTo>
                  <a:lnTo>
                    <a:pt x="6977453" y="28319"/>
                  </a:lnTo>
                  <a:lnTo>
                    <a:pt x="7067179" y="41439"/>
                  </a:lnTo>
                  <a:lnTo>
                    <a:pt x="7164067" y="57443"/>
                  </a:lnTo>
                  <a:lnTo>
                    <a:pt x="7264225" y="76293"/>
                  </a:lnTo>
                  <a:lnTo>
                    <a:pt x="7364190" y="97926"/>
                  </a:lnTo>
                  <a:lnTo>
                    <a:pt x="7461227" y="122304"/>
                  </a:lnTo>
                  <a:lnTo>
                    <a:pt x="7553425" y="149452"/>
                  </a:lnTo>
                  <a:lnTo>
                    <a:pt x="7639650" y="179480"/>
                  </a:lnTo>
                  <a:lnTo>
                    <a:pt x="7719416" y="212594"/>
                  </a:lnTo>
                  <a:lnTo>
                    <a:pt x="7792730" y="249102"/>
                  </a:lnTo>
                  <a:lnTo>
                    <a:pt x="7859937" y="289404"/>
                  </a:lnTo>
                  <a:lnTo>
                    <a:pt x="7921605" y="333988"/>
                  </a:lnTo>
                  <a:lnTo>
                    <a:pt x="7978426" y="383400"/>
                  </a:lnTo>
                  <a:lnTo>
                    <a:pt x="8031146" y="438216"/>
                  </a:lnTo>
                  <a:lnTo>
                    <a:pt x="8080517" y="498975"/>
                  </a:lnTo>
                  <a:lnTo>
                    <a:pt x="8127247" y="566077"/>
                  </a:lnTo>
                  <a:lnTo>
                    <a:pt x="8151487" y="604801"/>
                  </a:lnTo>
                  <a:lnTo>
                    <a:pt x="8185498" y="663743"/>
                  </a:lnTo>
                  <a:lnTo>
                    <a:pt x="8218714" y="726599"/>
                  </a:lnTo>
                  <a:lnTo>
                    <a:pt x="8251331" y="793447"/>
                  </a:lnTo>
                  <a:lnTo>
                    <a:pt x="8283511" y="864318"/>
                  </a:lnTo>
                  <a:lnTo>
                    <a:pt x="8315385" y="939184"/>
                  </a:lnTo>
                  <a:lnTo>
                    <a:pt x="8347059" y="1017956"/>
                  </a:lnTo>
                  <a:lnTo>
                    <a:pt x="8378619" y="1100479"/>
                  </a:lnTo>
                  <a:lnTo>
                    <a:pt x="8410126" y="1186533"/>
                  </a:lnTo>
                  <a:lnTo>
                    <a:pt x="8441627" y="1275826"/>
                  </a:lnTo>
                  <a:lnTo>
                    <a:pt x="8473152" y="1368004"/>
                  </a:lnTo>
                  <a:lnTo>
                    <a:pt x="8504715" y="1462648"/>
                  </a:lnTo>
                  <a:lnTo>
                    <a:pt x="8536322" y="1559285"/>
                  </a:lnTo>
                  <a:lnTo>
                    <a:pt x="8567968" y="1657395"/>
                  </a:lnTo>
                  <a:lnTo>
                    <a:pt x="8599639" y="1756424"/>
                  </a:lnTo>
                  <a:lnTo>
                    <a:pt x="8631321" y="1855794"/>
                  </a:lnTo>
                  <a:lnTo>
                    <a:pt x="8662996" y="1954920"/>
                  </a:lnTo>
                  <a:lnTo>
                    <a:pt x="8694647" y="2053223"/>
                  </a:lnTo>
                  <a:lnTo>
                    <a:pt x="8726261" y="2150143"/>
                  </a:lnTo>
                  <a:lnTo>
                    <a:pt x="8757831" y="2245155"/>
                  </a:lnTo>
                  <a:lnTo>
                    <a:pt x="8789362" y="2337775"/>
                  </a:lnTo>
                  <a:lnTo>
                    <a:pt x="8820865" y="2427577"/>
                  </a:lnTo>
                  <a:lnTo>
                    <a:pt x="8852369" y="2514194"/>
                  </a:lnTo>
                  <a:lnTo>
                    <a:pt x="8883916" y="2597324"/>
                  </a:lnTo>
                  <a:lnTo>
                    <a:pt x="8915566" y="2676735"/>
                  </a:lnTo>
                  <a:lnTo>
                    <a:pt x="8947400" y="2752261"/>
                  </a:lnTo>
                  <a:lnTo>
                    <a:pt x="8979520" y="2823803"/>
                  </a:lnTo>
                  <a:lnTo>
                    <a:pt x="9012053" y="2891323"/>
                  </a:lnTo>
                  <a:lnTo>
                    <a:pt x="9045157" y="2954842"/>
                  </a:lnTo>
                  <a:lnTo>
                    <a:pt x="9079020" y="3014430"/>
                  </a:lnTo>
                  <a:lnTo>
                    <a:pt x="9084767" y="3024009"/>
                  </a:lnTo>
                  <a:lnTo>
                    <a:pt x="9130343" y="3094587"/>
                  </a:lnTo>
                  <a:lnTo>
                    <a:pt x="9178211" y="3158719"/>
                  </a:lnTo>
                  <a:lnTo>
                    <a:pt x="9229041" y="3216667"/>
                  </a:lnTo>
                  <a:lnTo>
                    <a:pt x="9283564" y="3268911"/>
                  </a:lnTo>
                  <a:lnTo>
                    <a:pt x="9342537" y="3316018"/>
                  </a:lnTo>
                  <a:lnTo>
                    <a:pt x="9406688" y="3358556"/>
                  </a:lnTo>
                  <a:lnTo>
                    <a:pt x="9476661" y="3397047"/>
                  </a:lnTo>
                  <a:lnTo>
                    <a:pt x="9552935" y="3431940"/>
                  </a:lnTo>
                  <a:lnTo>
                    <a:pt x="9635715" y="3463594"/>
                  </a:lnTo>
                  <a:lnTo>
                    <a:pt x="9724800" y="3492269"/>
                  </a:lnTo>
                  <a:lnTo>
                    <a:pt x="9819422" y="3518128"/>
                  </a:lnTo>
                  <a:lnTo>
                    <a:pt x="9918102" y="3541237"/>
                  </a:lnTo>
                  <a:lnTo>
                    <a:pt x="10018546" y="3561589"/>
                  </a:lnTo>
                  <a:lnTo>
                    <a:pt x="10117656" y="3579130"/>
                  </a:lnTo>
                  <a:lnTo>
                    <a:pt x="10211723" y="3593801"/>
                  </a:lnTo>
                  <a:lnTo>
                    <a:pt x="10296813" y="3605590"/>
                  </a:lnTo>
                  <a:lnTo>
                    <a:pt x="10369344" y="3614579"/>
                  </a:lnTo>
                  <a:lnTo>
                    <a:pt x="10426716" y="3620977"/>
                  </a:lnTo>
                  <a:lnTo>
                    <a:pt x="10467846" y="3625124"/>
                  </a:lnTo>
                  <a:lnTo>
                    <a:pt x="10493450" y="3627467"/>
                  </a:lnTo>
                  <a:lnTo>
                    <a:pt x="10506044" y="3628516"/>
                  </a:lnTo>
                  <a:lnTo>
                    <a:pt x="10509736" y="3628798"/>
                  </a:lnTo>
                  <a:lnTo>
                    <a:pt x="10509911" y="3628811"/>
                  </a:lnTo>
                  <a:lnTo>
                    <a:pt x="11981298" y="362881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11" name="pl811"/>
            <p:cNvSpPr/>
            <p:nvPr/>
          </p:nvSpPr>
          <p:spPr>
            <a:xfrm>
              <a:off x="4799595" y="5764378"/>
              <a:ext cx="11981298" cy="3628811"/>
            </a:xfrm>
            <a:custGeom>
              <a:avLst/>
              <a:pathLst>
                <a:path w="11981298" h="3628811">
                  <a:moveTo>
                    <a:pt x="11981298" y="3628811"/>
                  </a:moveTo>
                  <a:lnTo>
                    <a:pt x="10509911" y="3628811"/>
                  </a:lnTo>
                  <a:lnTo>
                    <a:pt x="10508815" y="3628730"/>
                  </a:lnTo>
                  <a:lnTo>
                    <a:pt x="10501606" y="3628158"/>
                  </a:lnTo>
                  <a:lnTo>
                    <a:pt x="10483412" y="3626575"/>
                  </a:lnTo>
                  <a:lnTo>
                    <a:pt x="10450831" y="3623458"/>
                  </a:lnTo>
                  <a:lnTo>
                    <a:pt x="10402162" y="3618320"/>
                  </a:lnTo>
                  <a:lnTo>
                    <a:pt x="10337539" y="3610758"/>
                  </a:lnTo>
                  <a:lnTo>
                    <a:pt x="10258800" y="3600491"/>
                  </a:lnTo>
                  <a:lnTo>
                    <a:pt x="10169075" y="3587372"/>
                  </a:lnTo>
                  <a:lnTo>
                    <a:pt x="10072187" y="3571367"/>
                  </a:lnTo>
                  <a:lnTo>
                    <a:pt x="9972028" y="3552517"/>
                  </a:lnTo>
                  <a:lnTo>
                    <a:pt x="9872063" y="3530885"/>
                  </a:lnTo>
                  <a:lnTo>
                    <a:pt x="9775026" y="3506506"/>
                  </a:lnTo>
                  <a:lnTo>
                    <a:pt x="9682828" y="3479358"/>
                  </a:lnTo>
                  <a:lnTo>
                    <a:pt x="9596603" y="3449330"/>
                  </a:lnTo>
                  <a:lnTo>
                    <a:pt x="9516837" y="3416216"/>
                  </a:lnTo>
                  <a:lnTo>
                    <a:pt x="9443524" y="3379708"/>
                  </a:lnTo>
                  <a:lnTo>
                    <a:pt x="9376317" y="3339406"/>
                  </a:lnTo>
                  <a:lnTo>
                    <a:pt x="9314648" y="3294823"/>
                  </a:lnTo>
                  <a:lnTo>
                    <a:pt x="9257828" y="3245410"/>
                  </a:lnTo>
                  <a:lnTo>
                    <a:pt x="9205107" y="3190594"/>
                  </a:lnTo>
                  <a:lnTo>
                    <a:pt x="9155736" y="3129835"/>
                  </a:lnTo>
                  <a:lnTo>
                    <a:pt x="9109006" y="3062733"/>
                  </a:lnTo>
                  <a:lnTo>
                    <a:pt x="9084767" y="3024009"/>
                  </a:lnTo>
                  <a:lnTo>
                    <a:pt x="9050755" y="2965067"/>
                  </a:lnTo>
                  <a:lnTo>
                    <a:pt x="9017539" y="2902212"/>
                  </a:lnTo>
                  <a:lnTo>
                    <a:pt x="8984922" y="2835363"/>
                  </a:lnTo>
                  <a:lnTo>
                    <a:pt x="8952743" y="2764492"/>
                  </a:lnTo>
                  <a:lnTo>
                    <a:pt x="8920869" y="2689626"/>
                  </a:lnTo>
                  <a:lnTo>
                    <a:pt x="8889194" y="2610854"/>
                  </a:lnTo>
                  <a:lnTo>
                    <a:pt x="8857634" y="2528331"/>
                  </a:lnTo>
                  <a:lnTo>
                    <a:pt x="8826127" y="2442278"/>
                  </a:lnTo>
                  <a:lnTo>
                    <a:pt x="8794626" y="2352984"/>
                  </a:lnTo>
                  <a:lnTo>
                    <a:pt x="8763101" y="2260806"/>
                  </a:lnTo>
                  <a:lnTo>
                    <a:pt x="8731538" y="2166162"/>
                  </a:lnTo>
                  <a:lnTo>
                    <a:pt x="8699931" y="2069525"/>
                  </a:lnTo>
                  <a:lnTo>
                    <a:pt x="8668286" y="1971415"/>
                  </a:lnTo>
                  <a:lnTo>
                    <a:pt x="8636614" y="1872386"/>
                  </a:lnTo>
                  <a:lnTo>
                    <a:pt x="8604932" y="1773016"/>
                  </a:lnTo>
                  <a:lnTo>
                    <a:pt x="8573257" y="1673890"/>
                  </a:lnTo>
                  <a:lnTo>
                    <a:pt x="8541607" y="1575587"/>
                  </a:lnTo>
                  <a:lnTo>
                    <a:pt x="8509993" y="1478667"/>
                  </a:lnTo>
                  <a:lnTo>
                    <a:pt x="8478422" y="1383656"/>
                  </a:lnTo>
                  <a:lnTo>
                    <a:pt x="8446892" y="1291035"/>
                  </a:lnTo>
                  <a:lnTo>
                    <a:pt x="8415388" y="1201233"/>
                  </a:lnTo>
                  <a:lnTo>
                    <a:pt x="8383884" y="1114616"/>
                  </a:lnTo>
                  <a:lnTo>
                    <a:pt x="8352338" y="1031486"/>
                  </a:lnTo>
                  <a:lnTo>
                    <a:pt x="8320687" y="952075"/>
                  </a:lnTo>
                  <a:lnTo>
                    <a:pt x="8288853" y="876549"/>
                  </a:lnTo>
                  <a:lnTo>
                    <a:pt x="8256734" y="805007"/>
                  </a:lnTo>
                  <a:lnTo>
                    <a:pt x="8224200" y="737487"/>
                  </a:lnTo>
                  <a:lnTo>
                    <a:pt x="8191096" y="673969"/>
                  </a:lnTo>
                  <a:lnTo>
                    <a:pt x="8157233" y="614381"/>
                  </a:lnTo>
                  <a:lnTo>
                    <a:pt x="8151487" y="604801"/>
                  </a:lnTo>
                  <a:lnTo>
                    <a:pt x="8105910" y="534223"/>
                  </a:lnTo>
                  <a:lnTo>
                    <a:pt x="8058042" y="470092"/>
                  </a:lnTo>
                  <a:lnTo>
                    <a:pt x="8007213" y="412144"/>
                  </a:lnTo>
                  <a:lnTo>
                    <a:pt x="7952689" y="359899"/>
                  </a:lnTo>
                  <a:lnTo>
                    <a:pt x="7893716" y="312792"/>
                  </a:lnTo>
                  <a:lnTo>
                    <a:pt x="7829565" y="270255"/>
                  </a:lnTo>
                  <a:lnTo>
                    <a:pt x="7759592" y="231764"/>
                  </a:lnTo>
                  <a:lnTo>
                    <a:pt x="7683318" y="196871"/>
                  </a:lnTo>
                  <a:lnTo>
                    <a:pt x="7600538" y="165216"/>
                  </a:lnTo>
                  <a:lnTo>
                    <a:pt x="7511453" y="136541"/>
                  </a:lnTo>
                  <a:lnTo>
                    <a:pt x="7416831" y="110682"/>
                  </a:lnTo>
                  <a:lnTo>
                    <a:pt x="7318151" y="87573"/>
                  </a:lnTo>
                  <a:lnTo>
                    <a:pt x="7217708" y="67221"/>
                  </a:lnTo>
                  <a:lnTo>
                    <a:pt x="7118597" y="49680"/>
                  </a:lnTo>
                  <a:lnTo>
                    <a:pt x="7024530" y="35009"/>
                  </a:lnTo>
                  <a:lnTo>
                    <a:pt x="6939440" y="23220"/>
                  </a:lnTo>
                  <a:lnTo>
                    <a:pt x="6866909" y="14231"/>
                  </a:lnTo>
                  <a:lnTo>
                    <a:pt x="6809537" y="7833"/>
                  </a:lnTo>
                  <a:lnTo>
                    <a:pt x="6768408" y="3687"/>
                  </a:lnTo>
                  <a:lnTo>
                    <a:pt x="6742804" y="1344"/>
                  </a:lnTo>
                  <a:lnTo>
                    <a:pt x="6730210" y="294"/>
                  </a:lnTo>
                  <a:lnTo>
                    <a:pt x="6726517" y="12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746" y="38"/>
                  </a:lnTo>
                  <a:lnTo>
                    <a:pt x="5245812" y="309"/>
                  </a:lnTo>
                  <a:lnTo>
                    <a:pt x="5225847" y="1058"/>
                  </a:lnTo>
                  <a:lnTo>
                    <a:pt x="5190243" y="2533"/>
                  </a:lnTo>
                  <a:lnTo>
                    <a:pt x="5137361" y="4960"/>
                  </a:lnTo>
                  <a:lnTo>
                    <a:pt x="5067649" y="8521"/>
                  </a:lnTo>
                  <a:lnTo>
                    <a:pt x="4983443" y="13337"/>
                  </a:lnTo>
                  <a:lnTo>
                    <a:pt x="4888424" y="19465"/>
                  </a:lnTo>
                  <a:lnTo>
                    <a:pt x="4786895" y="26911"/>
                  </a:lnTo>
                  <a:lnTo>
                    <a:pt x="4683062" y="35649"/>
                  </a:lnTo>
                  <a:lnTo>
                    <a:pt x="4580516" y="45652"/>
                  </a:lnTo>
                  <a:lnTo>
                    <a:pt x="4481958" y="56911"/>
                  </a:lnTo>
                  <a:lnTo>
                    <a:pt x="4389154" y="69452"/>
                  </a:lnTo>
                  <a:lnTo>
                    <a:pt x="4303035" y="83347"/>
                  </a:lnTo>
                  <a:lnTo>
                    <a:pt x="4223868" y="98715"/>
                  </a:lnTo>
                  <a:lnTo>
                    <a:pt x="4151446" y="115723"/>
                  </a:lnTo>
                  <a:lnTo>
                    <a:pt x="4085242" y="134584"/>
                  </a:lnTo>
                  <a:lnTo>
                    <a:pt x="4024544" y="155543"/>
                  </a:lnTo>
                  <a:lnTo>
                    <a:pt x="3968544" y="178872"/>
                  </a:lnTo>
                  <a:lnTo>
                    <a:pt x="3916408" y="204835"/>
                  </a:lnTo>
                  <a:lnTo>
                    <a:pt x="3867332" y="233651"/>
                  </a:lnTo>
                  <a:lnTo>
                    <a:pt x="3829811" y="258811"/>
                  </a:lnTo>
                  <a:lnTo>
                    <a:pt x="3783630" y="293627"/>
                  </a:lnTo>
                  <a:lnTo>
                    <a:pt x="3738792" y="331583"/>
                  </a:lnTo>
                  <a:lnTo>
                    <a:pt x="3694849" y="372737"/>
                  </a:lnTo>
                  <a:lnTo>
                    <a:pt x="3651458" y="417062"/>
                  </a:lnTo>
                  <a:lnTo>
                    <a:pt x="3608363" y="464444"/>
                  </a:lnTo>
                  <a:lnTo>
                    <a:pt x="3565387" y="514668"/>
                  </a:lnTo>
                  <a:lnTo>
                    <a:pt x="3522412" y="567420"/>
                  </a:lnTo>
                  <a:lnTo>
                    <a:pt x="3479376" y="622288"/>
                  </a:lnTo>
                  <a:lnTo>
                    <a:pt x="3436261" y="678774"/>
                  </a:lnTo>
                  <a:lnTo>
                    <a:pt x="3393080" y="736312"/>
                  </a:lnTo>
                  <a:lnTo>
                    <a:pt x="3349870" y="794289"/>
                  </a:lnTo>
                  <a:lnTo>
                    <a:pt x="3306672" y="852070"/>
                  </a:lnTo>
                  <a:lnTo>
                    <a:pt x="3263529" y="909031"/>
                  </a:lnTo>
                  <a:lnTo>
                    <a:pt x="3220463" y="964584"/>
                  </a:lnTo>
                  <a:lnTo>
                    <a:pt x="3177470" y="1018203"/>
                  </a:lnTo>
                  <a:lnTo>
                    <a:pt x="3134504" y="1069441"/>
                  </a:lnTo>
                  <a:lnTo>
                    <a:pt x="3091473" y="1117946"/>
                  </a:lnTo>
                  <a:lnTo>
                    <a:pt x="3048221" y="1163465"/>
                  </a:lnTo>
                  <a:lnTo>
                    <a:pt x="3004525" y="1205846"/>
                  </a:lnTo>
                  <a:lnTo>
                    <a:pt x="2960078" y="1245028"/>
                  </a:lnTo>
                  <a:lnTo>
                    <a:pt x="2914475" y="1281040"/>
                  </a:lnTo>
                  <a:lnTo>
                    <a:pt x="2896531" y="1294058"/>
                  </a:lnTo>
                  <a:lnTo>
                    <a:pt x="2849375" y="1325234"/>
                  </a:lnTo>
                  <a:lnTo>
                    <a:pt x="2799747" y="1353464"/>
                  </a:lnTo>
                  <a:lnTo>
                    <a:pt x="2746902" y="1378879"/>
                  </a:lnTo>
                  <a:lnTo>
                    <a:pt x="2690026" y="1401711"/>
                  </a:lnTo>
                  <a:lnTo>
                    <a:pt x="2628287" y="1422228"/>
                  </a:lnTo>
                  <a:lnTo>
                    <a:pt x="2560889" y="1440698"/>
                  </a:lnTo>
                  <a:lnTo>
                    <a:pt x="2487147" y="1457361"/>
                  </a:lnTo>
                  <a:lnTo>
                    <a:pt x="2406590" y="1472422"/>
                  </a:lnTo>
                  <a:lnTo>
                    <a:pt x="2319089" y="1486037"/>
                  </a:lnTo>
                  <a:lnTo>
                    <a:pt x="2225032" y="1498318"/>
                  </a:lnTo>
                  <a:lnTo>
                    <a:pt x="2125504" y="1509324"/>
                  </a:lnTo>
                  <a:lnTo>
                    <a:pt x="2022453" y="1519075"/>
                  </a:lnTo>
                  <a:lnTo>
                    <a:pt x="1918769" y="1527556"/>
                  </a:lnTo>
                  <a:lnTo>
                    <a:pt x="1818196" y="1534739"/>
                  </a:lnTo>
                  <a:lnTo>
                    <a:pt x="1725010" y="1540602"/>
                  </a:lnTo>
                  <a:lnTo>
                    <a:pt x="1643449" y="1545160"/>
                  </a:lnTo>
                  <a:lnTo>
                    <a:pt x="1576980" y="1548482"/>
                  </a:lnTo>
                  <a:lnTo>
                    <a:pt x="1527594" y="1550701"/>
                  </a:lnTo>
                  <a:lnTo>
                    <a:pt x="1495326" y="1552011"/>
                  </a:lnTo>
                  <a:lnTo>
                    <a:pt x="1478122" y="1552645"/>
                  </a:lnTo>
                  <a:lnTo>
                    <a:pt x="1472011" y="1552850"/>
                  </a:lnTo>
                  <a:lnTo>
                    <a:pt x="1471387" y="1552869"/>
                  </a:lnTo>
                  <a:lnTo>
                    <a:pt x="0" y="155286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12" name="pg812"/>
            <p:cNvSpPr/>
            <p:nvPr/>
          </p:nvSpPr>
          <p:spPr>
            <a:xfrm>
              <a:off x="4799595" y="5821589"/>
              <a:ext cx="11981298" cy="4356208"/>
            </a:xfrm>
            <a:custGeom>
              <a:avLst/>
              <a:pathLst>
                <a:path w="11981298" h="4356208">
                  <a:moveTo>
                    <a:pt x="0" y="1512004"/>
                  </a:moveTo>
                  <a:lnTo>
                    <a:pt x="1471387" y="1512004"/>
                  </a:lnTo>
                  <a:lnTo>
                    <a:pt x="1472597" y="1511967"/>
                  </a:lnTo>
                  <a:lnTo>
                    <a:pt x="1480543" y="1511704"/>
                  </a:lnTo>
                  <a:lnTo>
                    <a:pt x="1500536" y="1510978"/>
                  </a:lnTo>
                  <a:lnTo>
                    <a:pt x="1536186" y="1509547"/>
                  </a:lnTo>
                  <a:lnTo>
                    <a:pt x="1589134" y="1507194"/>
                  </a:lnTo>
                  <a:lnTo>
                    <a:pt x="1658924" y="1503740"/>
                  </a:lnTo>
                  <a:lnTo>
                    <a:pt x="1743214" y="1499069"/>
                  </a:lnTo>
                  <a:lnTo>
                    <a:pt x="1838311" y="1493127"/>
                  </a:lnTo>
                  <a:lnTo>
                    <a:pt x="1939909" y="1485908"/>
                  </a:lnTo>
                  <a:lnTo>
                    <a:pt x="2043795" y="1477436"/>
                  </a:lnTo>
                  <a:lnTo>
                    <a:pt x="2146378" y="1467737"/>
                  </a:lnTo>
                  <a:lnTo>
                    <a:pt x="2244955" y="1456821"/>
                  </a:lnTo>
                  <a:lnTo>
                    <a:pt x="2337766" y="1444662"/>
                  </a:lnTo>
                  <a:lnTo>
                    <a:pt x="2423882" y="1431190"/>
                  </a:lnTo>
                  <a:lnTo>
                    <a:pt x="2503038" y="1416289"/>
                  </a:lnTo>
                  <a:lnTo>
                    <a:pt x="2575446" y="1399797"/>
                  </a:lnTo>
                  <a:lnTo>
                    <a:pt x="2641634" y="1381508"/>
                  </a:lnTo>
                  <a:lnTo>
                    <a:pt x="2702318" y="1361181"/>
                  </a:lnTo>
                  <a:lnTo>
                    <a:pt x="2758307" y="1338555"/>
                  </a:lnTo>
                  <a:lnTo>
                    <a:pt x="2810436" y="1313373"/>
                  </a:lnTo>
                  <a:lnTo>
                    <a:pt x="2859509" y="1285425"/>
                  </a:lnTo>
                  <a:lnTo>
                    <a:pt x="2896531" y="1261366"/>
                  </a:lnTo>
                  <a:lnTo>
                    <a:pt x="2943110" y="1227340"/>
                  </a:lnTo>
                  <a:lnTo>
                    <a:pt x="2988326" y="1190220"/>
                  </a:lnTo>
                  <a:lnTo>
                    <a:pt x="3032639" y="1149948"/>
                  </a:lnTo>
                  <a:lnTo>
                    <a:pt x="3076399" y="1106553"/>
                  </a:lnTo>
                  <a:lnTo>
                    <a:pt x="3119863" y="1060151"/>
                  </a:lnTo>
                  <a:lnTo>
                    <a:pt x="3163214" y="1010961"/>
                  </a:lnTo>
                  <a:lnTo>
                    <a:pt x="3206568" y="959298"/>
                  </a:lnTo>
                  <a:lnTo>
                    <a:pt x="3249985" y="905578"/>
                  </a:lnTo>
                  <a:lnTo>
                    <a:pt x="3293484" y="850300"/>
                  </a:lnTo>
                  <a:lnTo>
                    <a:pt x="3337047" y="794032"/>
                  </a:lnTo>
                  <a:lnTo>
                    <a:pt x="3380637" y="737387"/>
                  </a:lnTo>
                  <a:lnTo>
                    <a:pt x="3424209" y="680994"/>
                  </a:lnTo>
                  <a:lnTo>
                    <a:pt x="3467722" y="625472"/>
                  </a:lnTo>
                  <a:lnTo>
                    <a:pt x="3511156" y="571401"/>
                  </a:lnTo>
                  <a:lnTo>
                    <a:pt x="3554519" y="519294"/>
                  </a:lnTo>
                  <a:lnTo>
                    <a:pt x="3597863" y="469583"/>
                  </a:lnTo>
                  <a:lnTo>
                    <a:pt x="3641293" y="422607"/>
                  </a:lnTo>
                  <a:lnTo>
                    <a:pt x="3684976" y="378602"/>
                  </a:lnTo>
                  <a:lnTo>
                    <a:pt x="3729154" y="337705"/>
                  </a:lnTo>
                  <a:lnTo>
                    <a:pt x="3774158" y="299961"/>
                  </a:lnTo>
                  <a:lnTo>
                    <a:pt x="3820424" y="265329"/>
                  </a:lnTo>
                  <a:lnTo>
                    <a:pt x="3829811" y="258811"/>
                  </a:lnTo>
                  <a:lnTo>
                    <a:pt x="3876991" y="228605"/>
                  </a:lnTo>
                  <a:lnTo>
                    <a:pt x="3926646" y="201255"/>
                  </a:lnTo>
                  <a:lnTo>
                    <a:pt x="3979522" y="176634"/>
                  </a:lnTo>
                  <a:lnTo>
                    <a:pt x="4036434" y="154516"/>
                  </a:lnTo>
                  <a:lnTo>
                    <a:pt x="4098216" y="134641"/>
                  </a:lnTo>
                  <a:lnTo>
                    <a:pt x="4165664" y="116751"/>
                  </a:lnTo>
                  <a:lnTo>
                    <a:pt x="4239463" y="100611"/>
                  </a:lnTo>
                  <a:lnTo>
                    <a:pt x="4320086" y="86024"/>
                  </a:lnTo>
                  <a:lnTo>
                    <a:pt x="4407659" y="72838"/>
                  </a:lnTo>
                  <a:lnTo>
                    <a:pt x="4501792" y="60946"/>
                  </a:lnTo>
                  <a:lnTo>
                    <a:pt x="4601394" y="50288"/>
                  </a:lnTo>
                  <a:lnTo>
                    <a:pt x="4704509" y="40847"/>
                  </a:lnTo>
                  <a:lnTo>
                    <a:pt x="4808237" y="32637"/>
                  </a:lnTo>
                  <a:lnTo>
                    <a:pt x="4908825" y="25687"/>
                  </a:lnTo>
                  <a:lnTo>
                    <a:pt x="5001987" y="20015"/>
                  </a:lnTo>
                  <a:lnTo>
                    <a:pt x="5083484" y="15608"/>
                  </a:lnTo>
                  <a:lnTo>
                    <a:pt x="5149852" y="12399"/>
                  </a:lnTo>
                  <a:lnTo>
                    <a:pt x="5199111" y="10257"/>
                  </a:lnTo>
                  <a:lnTo>
                    <a:pt x="5231244" y="8995"/>
                  </a:lnTo>
                  <a:lnTo>
                    <a:pt x="5248328" y="8386"/>
                  </a:lnTo>
                  <a:lnTo>
                    <a:pt x="5254354" y="8191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264" y="8253"/>
                  </a:lnTo>
                  <a:lnTo>
                    <a:pt x="6733347" y="8827"/>
                  </a:lnTo>
                  <a:lnTo>
                    <a:pt x="6748776" y="10413"/>
                  </a:lnTo>
                  <a:lnTo>
                    <a:pt x="6776591" y="13539"/>
                  </a:lnTo>
                  <a:lnTo>
                    <a:pt x="6818520" y="18706"/>
                  </a:lnTo>
                  <a:lnTo>
                    <a:pt x="6874847" y="26346"/>
                  </a:lnTo>
                  <a:lnTo>
                    <a:pt x="6944447" y="36782"/>
                  </a:lnTo>
                  <a:lnTo>
                    <a:pt x="7025041" y="50211"/>
                  </a:lnTo>
                  <a:lnTo>
                    <a:pt x="7113599" y="66711"/>
                  </a:lnTo>
                  <a:lnTo>
                    <a:pt x="7206818" y="86270"/>
                  </a:lnTo>
                  <a:lnTo>
                    <a:pt x="7301552" y="108832"/>
                  </a:lnTo>
                  <a:lnTo>
                    <a:pt x="7395122" y="134337"/>
                  </a:lnTo>
                  <a:lnTo>
                    <a:pt x="7485468" y="162766"/>
                  </a:lnTo>
                  <a:lnTo>
                    <a:pt x="7571184" y="194165"/>
                  </a:lnTo>
                  <a:lnTo>
                    <a:pt x="7651458" y="228666"/>
                  </a:lnTo>
                  <a:lnTo>
                    <a:pt x="7725963" y="266494"/>
                  </a:lnTo>
                  <a:lnTo>
                    <a:pt x="7794745" y="307969"/>
                  </a:lnTo>
                  <a:lnTo>
                    <a:pt x="7858108" y="353499"/>
                  </a:lnTo>
                  <a:lnTo>
                    <a:pt x="7916531" y="403572"/>
                  </a:lnTo>
                  <a:lnTo>
                    <a:pt x="7970589" y="458737"/>
                  </a:lnTo>
                  <a:lnTo>
                    <a:pt x="8020905" y="519571"/>
                  </a:lnTo>
                  <a:lnTo>
                    <a:pt x="8068112" y="586630"/>
                  </a:lnTo>
                  <a:lnTo>
                    <a:pt x="8112816" y="660360"/>
                  </a:lnTo>
                  <a:lnTo>
                    <a:pt x="8151487" y="732845"/>
                  </a:lnTo>
                  <a:lnTo>
                    <a:pt x="8182902" y="797849"/>
                  </a:lnTo>
                  <a:lnTo>
                    <a:pt x="8213627" y="866838"/>
                  </a:lnTo>
                  <a:lnTo>
                    <a:pt x="8243818" y="939892"/>
                  </a:lnTo>
                  <a:lnTo>
                    <a:pt x="8273607" y="1017049"/>
                  </a:lnTo>
                  <a:lnTo>
                    <a:pt x="8303104" y="1098297"/>
                  </a:lnTo>
                  <a:lnTo>
                    <a:pt x="8332399" y="1183574"/>
                  </a:lnTo>
                  <a:lnTo>
                    <a:pt x="8361566" y="1272761"/>
                  </a:lnTo>
                  <a:lnTo>
                    <a:pt x="8390661" y="1365681"/>
                  </a:lnTo>
                  <a:lnTo>
                    <a:pt x="8419729" y="1462099"/>
                  </a:lnTo>
                  <a:lnTo>
                    <a:pt x="8448800" y="1561720"/>
                  </a:lnTo>
                  <a:lnTo>
                    <a:pt x="8477896" y="1664193"/>
                  </a:lnTo>
                  <a:lnTo>
                    <a:pt x="8507026" y="1769113"/>
                  </a:lnTo>
                  <a:lnTo>
                    <a:pt x="8536193" y="1876029"/>
                  </a:lnTo>
                  <a:lnTo>
                    <a:pt x="8565393" y="1984451"/>
                  </a:lnTo>
                  <a:lnTo>
                    <a:pt x="8594617" y="2093858"/>
                  </a:lnTo>
                  <a:lnTo>
                    <a:pt x="8623851" y="2203708"/>
                  </a:lnTo>
                  <a:lnTo>
                    <a:pt x="8653083" y="2313449"/>
                  </a:lnTo>
                  <a:lnTo>
                    <a:pt x="8682298" y="2422534"/>
                  </a:lnTo>
                  <a:lnTo>
                    <a:pt x="8711486" y="2530427"/>
                  </a:lnTo>
                  <a:lnTo>
                    <a:pt x="8740639" y="2636618"/>
                  </a:lnTo>
                  <a:lnTo>
                    <a:pt x="8769755" y="2740631"/>
                  </a:lnTo>
                  <a:lnTo>
                    <a:pt x="8798839" y="2842032"/>
                  </a:lnTo>
                  <a:lnTo>
                    <a:pt x="8827906" y="2940438"/>
                  </a:lnTo>
                  <a:lnTo>
                    <a:pt x="8856980" y="3035518"/>
                  </a:lnTo>
                  <a:lnTo>
                    <a:pt x="8886098" y="3127001"/>
                  </a:lnTo>
                  <a:lnTo>
                    <a:pt x="8915307" y="3214674"/>
                  </a:lnTo>
                  <a:lnTo>
                    <a:pt x="8944672" y="3298385"/>
                  </a:lnTo>
                  <a:lnTo>
                    <a:pt x="8974271" y="3378035"/>
                  </a:lnTo>
                  <a:lnTo>
                    <a:pt x="9004204" y="3453584"/>
                  </a:lnTo>
                  <a:lnTo>
                    <a:pt x="9034587" y="3525040"/>
                  </a:lnTo>
                  <a:lnTo>
                    <a:pt x="9065562" y="3592456"/>
                  </a:lnTo>
                  <a:lnTo>
                    <a:pt x="9084767" y="3631535"/>
                  </a:lnTo>
                  <a:lnTo>
                    <a:pt x="9127683" y="3711480"/>
                  </a:lnTo>
                  <a:lnTo>
                    <a:pt x="9172605" y="3784548"/>
                  </a:lnTo>
                  <a:lnTo>
                    <a:pt x="9220087" y="3850980"/>
                  </a:lnTo>
                  <a:lnTo>
                    <a:pt x="9270739" y="3911239"/>
                  </a:lnTo>
                  <a:lnTo>
                    <a:pt x="9325194" y="3965884"/>
                  </a:lnTo>
                  <a:lnTo>
                    <a:pt x="9384072" y="4015493"/>
                  </a:lnTo>
                  <a:lnTo>
                    <a:pt x="9447943" y="4060609"/>
                  </a:lnTo>
                  <a:lnTo>
                    <a:pt x="9517270" y="4101713"/>
                  </a:lnTo>
                  <a:lnTo>
                    <a:pt x="9592339" y="4139205"/>
                  </a:lnTo>
                  <a:lnTo>
                    <a:pt x="9673162" y="4173397"/>
                  </a:lnTo>
                  <a:lnTo>
                    <a:pt x="9759372" y="4204503"/>
                  </a:lnTo>
                  <a:lnTo>
                    <a:pt x="9850103" y="4232647"/>
                  </a:lnTo>
                  <a:lnTo>
                    <a:pt x="9943886" y="4257868"/>
                  </a:lnTo>
                  <a:lnTo>
                    <a:pt x="10038601" y="4280142"/>
                  </a:lnTo>
                  <a:lnTo>
                    <a:pt x="10131510" y="4299406"/>
                  </a:lnTo>
                  <a:lnTo>
                    <a:pt x="10219438" y="4315607"/>
                  </a:lnTo>
                  <a:lnTo>
                    <a:pt x="10299089" y="4328740"/>
                  </a:lnTo>
                  <a:lnTo>
                    <a:pt x="10367485" y="4338894"/>
                  </a:lnTo>
                  <a:lnTo>
                    <a:pt x="10422442" y="4346278"/>
                  </a:lnTo>
                  <a:lnTo>
                    <a:pt x="10462965" y="4351227"/>
                  </a:lnTo>
                  <a:lnTo>
                    <a:pt x="10489479" y="4354180"/>
                  </a:lnTo>
                  <a:lnTo>
                    <a:pt x="10503847" y="4355645"/>
                  </a:lnTo>
                  <a:lnTo>
                    <a:pt x="10509229" y="4356148"/>
                  </a:lnTo>
                  <a:lnTo>
                    <a:pt x="10509911" y="4356208"/>
                  </a:lnTo>
                  <a:lnTo>
                    <a:pt x="11981298" y="4356208"/>
                  </a:lnTo>
                  <a:lnTo>
                    <a:pt x="11981298" y="4348035"/>
                  </a:lnTo>
                  <a:lnTo>
                    <a:pt x="10509911" y="4348035"/>
                  </a:lnTo>
                  <a:lnTo>
                    <a:pt x="10508989" y="4347954"/>
                  </a:lnTo>
                  <a:lnTo>
                    <a:pt x="10502906" y="4347380"/>
                  </a:lnTo>
                  <a:lnTo>
                    <a:pt x="10487478" y="4345794"/>
                  </a:lnTo>
                  <a:lnTo>
                    <a:pt x="10459662" y="4342668"/>
                  </a:lnTo>
                  <a:lnTo>
                    <a:pt x="10417733" y="4337501"/>
                  </a:lnTo>
                  <a:lnTo>
                    <a:pt x="10361407" y="4329861"/>
                  </a:lnTo>
                  <a:lnTo>
                    <a:pt x="10291806" y="4319425"/>
                  </a:lnTo>
                  <a:lnTo>
                    <a:pt x="10211212" y="4305996"/>
                  </a:lnTo>
                  <a:lnTo>
                    <a:pt x="10122654" y="4289497"/>
                  </a:lnTo>
                  <a:lnTo>
                    <a:pt x="10029436" y="4269937"/>
                  </a:lnTo>
                  <a:lnTo>
                    <a:pt x="9934701" y="4247375"/>
                  </a:lnTo>
                  <a:lnTo>
                    <a:pt x="9841131" y="4221870"/>
                  </a:lnTo>
                  <a:lnTo>
                    <a:pt x="9750785" y="4193441"/>
                  </a:lnTo>
                  <a:lnTo>
                    <a:pt x="9665069" y="4162042"/>
                  </a:lnTo>
                  <a:lnTo>
                    <a:pt x="9584796" y="4127541"/>
                  </a:lnTo>
                  <a:lnTo>
                    <a:pt x="9510290" y="4089713"/>
                  </a:lnTo>
                  <a:lnTo>
                    <a:pt x="9441509" y="4048238"/>
                  </a:lnTo>
                  <a:lnTo>
                    <a:pt x="9378145" y="4002709"/>
                  </a:lnTo>
                  <a:lnTo>
                    <a:pt x="9319722" y="3952635"/>
                  </a:lnTo>
                  <a:lnTo>
                    <a:pt x="9265665" y="3897470"/>
                  </a:lnTo>
                  <a:lnTo>
                    <a:pt x="9215348" y="3836636"/>
                  </a:lnTo>
                  <a:lnTo>
                    <a:pt x="9168141" y="3769577"/>
                  </a:lnTo>
                  <a:lnTo>
                    <a:pt x="9123437" y="3695847"/>
                  </a:lnTo>
                  <a:lnTo>
                    <a:pt x="9084767" y="3623362"/>
                  </a:lnTo>
                  <a:lnTo>
                    <a:pt x="9053351" y="3558358"/>
                  </a:lnTo>
                  <a:lnTo>
                    <a:pt x="9022626" y="3489370"/>
                  </a:lnTo>
                  <a:lnTo>
                    <a:pt x="8992435" y="3416315"/>
                  </a:lnTo>
                  <a:lnTo>
                    <a:pt x="8962646" y="3339158"/>
                  </a:lnTo>
                  <a:lnTo>
                    <a:pt x="8933149" y="3257910"/>
                  </a:lnTo>
                  <a:lnTo>
                    <a:pt x="8903854" y="3172633"/>
                  </a:lnTo>
                  <a:lnTo>
                    <a:pt x="8874687" y="3083446"/>
                  </a:lnTo>
                  <a:lnTo>
                    <a:pt x="8845592" y="2990526"/>
                  </a:lnTo>
                  <a:lnTo>
                    <a:pt x="8816524" y="2894108"/>
                  </a:lnTo>
                  <a:lnTo>
                    <a:pt x="8787453" y="2794487"/>
                  </a:lnTo>
                  <a:lnTo>
                    <a:pt x="8758357" y="2692015"/>
                  </a:lnTo>
                  <a:lnTo>
                    <a:pt x="8729227" y="2587095"/>
                  </a:lnTo>
                  <a:lnTo>
                    <a:pt x="8700060" y="2480178"/>
                  </a:lnTo>
                  <a:lnTo>
                    <a:pt x="8670860" y="2371756"/>
                  </a:lnTo>
                  <a:lnTo>
                    <a:pt x="8641637" y="2262349"/>
                  </a:lnTo>
                  <a:lnTo>
                    <a:pt x="8612402" y="2152499"/>
                  </a:lnTo>
                  <a:lnTo>
                    <a:pt x="8583170" y="2042758"/>
                  </a:lnTo>
                  <a:lnTo>
                    <a:pt x="8553955" y="1933673"/>
                  </a:lnTo>
                  <a:lnTo>
                    <a:pt x="8524767" y="1825780"/>
                  </a:lnTo>
                  <a:lnTo>
                    <a:pt x="8495614" y="1719589"/>
                  </a:lnTo>
                  <a:lnTo>
                    <a:pt x="8466498" y="1615576"/>
                  </a:lnTo>
                  <a:lnTo>
                    <a:pt x="8437414" y="1514175"/>
                  </a:lnTo>
                  <a:lnTo>
                    <a:pt x="8408347" y="1415769"/>
                  </a:lnTo>
                  <a:lnTo>
                    <a:pt x="8379273" y="1320689"/>
                  </a:lnTo>
                  <a:lnTo>
                    <a:pt x="8350156" y="1229206"/>
                  </a:lnTo>
                  <a:lnTo>
                    <a:pt x="8320946" y="1141533"/>
                  </a:lnTo>
                  <a:lnTo>
                    <a:pt x="8291582" y="1057822"/>
                  </a:lnTo>
                  <a:lnTo>
                    <a:pt x="8261982" y="978172"/>
                  </a:lnTo>
                  <a:lnTo>
                    <a:pt x="8232049" y="902623"/>
                  </a:lnTo>
                  <a:lnTo>
                    <a:pt x="8201666" y="831168"/>
                  </a:lnTo>
                  <a:lnTo>
                    <a:pt x="8170692" y="763751"/>
                  </a:lnTo>
                  <a:lnTo>
                    <a:pt x="8151487" y="724672"/>
                  </a:lnTo>
                  <a:lnTo>
                    <a:pt x="8108570" y="644728"/>
                  </a:lnTo>
                  <a:lnTo>
                    <a:pt x="8063648" y="571660"/>
                  </a:lnTo>
                  <a:lnTo>
                    <a:pt x="8016166" y="505227"/>
                  </a:lnTo>
                  <a:lnTo>
                    <a:pt x="7965514" y="444968"/>
                  </a:lnTo>
                  <a:lnTo>
                    <a:pt x="7911060" y="390323"/>
                  </a:lnTo>
                  <a:lnTo>
                    <a:pt x="7852181" y="340714"/>
                  </a:lnTo>
                  <a:lnTo>
                    <a:pt x="7788310" y="295598"/>
                  </a:lnTo>
                  <a:lnTo>
                    <a:pt x="7718983" y="254494"/>
                  </a:lnTo>
                  <a:lnTo>
                    <a:pt x="7643915" y="217002"/>
                  </a:lnTo>
                  <a:lnTo>
                    <a:pt x="7563091" y="182810"/>
                  </a:lnTo>
                  <a:lnTo>
                    <a:pt x="7476881" y="151704"/>
                  </a:lnTo>
                  <a:lnTo>
                    <a:pt x="7386150" y="123560"/>
                  </a:lnTo>
                  <a:lnTo>
                    <a:pt x="7292367" y="98339"/>
                  </a:lnTo>
                  <a:lnTo>
                    <a:pt x="7197653" y="76065"/>
                  </a:lnTo>
                  <a:lnTo>
                    <a:pt x="7104743" y="56801"/>
                  </a:lnTo>
                  <a:lnTo>
                    <a:pt x="7016815" y="40600"/>
                  </a:lnTo>
                  <a:lnTo>
                    <a:pt x="6937164" y="27467"/>
                  </a:lnTo>
                  <a:lnTo>
                    <a:pt x="6868768" y="17313"/>
                  </a:lnTo>
                  <a:lnTo>
                    <a:pt x="6813812" y="9929"/>
                  </a:lnTo>
                  <a:lnTo>
                    <a:pt x="6773289" y="4980"/>
                  </a:lnTo>
                  <a:lnTo>
                    <a:pt x="6746774" y="2027"/>
                  </a:lnTo>
                  <a:lnTo>
                    <a:pt x="6732406" y="563"/>
                  </a:lnTo>
                  <a:lnTo>
                    <a:pt x="6727024" y="59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745" y="36"/>
                  </a:lnTo>
                  <a:lnTo>
                    <a:pt x="5245799" y="299"/>
                  </a:lnTo>
                  <a:lnTo>
                    <a:pt x="5225806" y="1026"/>
                  </a:lnTo>
                  <a:lnTo>
                    <a:pt x="5190156" y="2456"/>
                  </a:lnTo>
                  <a:lnTo>
                    <a:pt x="5137208" y="4810"/>
                  </a:lnTo>
                  <a:lnTo>
                    <a:pt x="5067418" y="8264"/>
                  </a:lnTo>
                  <a:lnTo>
                    <a:pt x="4983128" y="12934"/>
                  </a:lnTo>
                  <a:lnTo>
                    <a:pt x="4888031" y="18877"/>
                  </a:lnTo>
                  <a:lnTo>
                    <a:pt x="4786433" y="26096"/>
                  </a:lnTo>
                  <a:lnTo>
                    <a:pt x="4682547" y="34568"/>
                  </a:lnTo>
                  <a:lnTo>
                    <a:pt x="4579964" y="44266"/>
                  </a:lnTo>
                  <a:lnTo>
                    <a:pt x="4481387" y="55182"/>
                  </a:lnTo>
                  <a:lnTo>
                    <a:pt x="4388576" y="67342"/>
                  </a:lnTo>
                  <a:lnTo>
                    <a:pt x="4302460" y="80814"/>
                  </a:lnTo>
                  <a:lnTo>
                    <a:pt x="4223304" y="95715"/>
                  </a:lnTo>
                  <a:lnTo>
                    <a:pt x="4150896" y="112207"/>
                  </a:lnTo>
                  <a:lnTo>
                    <a:pt x="4084708" y="130496"/>
                  </a:lnTo>
                  <a:lnTo>
                    <a:pt x="4024024" y="150823"/>
                  </a:lnTo>
                  <a:lnTo>
                    <a:pt x="3968035" y="173449"/>
                  </a:lnTo>
                  <a:lnTo>
                    <a:pt x="3915907" y="198630"/>
                  </a:lnTo>
                  <a:lnTo>
                    <a:pt x="3866833" y="226578"/>
                  </a:lnTo>
                  <a:lnTo>
                    <a:pt x="3829811" y="250638"/>
                  </a:lnTo>
                  <a:lnTo>
                    <a:pt x="3783232" y="284663"/>
                  </a:lnTo>
                  <a:lnTo>
                    <a:pt x="3738016" y="321784"/>
                  </a:lnTo>
                  <a:lnTo>
                    <a:pt x="3693703" y="362055"/>
                  </a:lnTo>
                  <a:lnTo>
                    <a:pt x="3649943" y="405451"/>
                  </a:lnTo>
                  <a:lnTo>
                    <a:pt x="3606479" y="451852"/>
                  </a:lnTo>
                  <a:lnTo>
                    <a:pt x="3563128" y="501043"/>
                  </a:lnTo>
                  <a:lnTo>
                    <a:pt x="3519775" y="552705"/>
                  </a:lnTo>
                  <a:lnTo>
                    <a:pt x="3476357" y="606426"/>
                  </a:lnTo>
                  <a:lnTo>
                    <a:pt x="3432858" y="661704"/>
                  </a:lnTo>
                  <a:lnTo>
                    <a:pt x="3389295" y="717972"/>
                  </a:lnTo>
                  <a:lnTo>
                    <a:pt x="3345705" y="774617"/>
                  </a:lnTo>
                  <a:lnTo>
                    <a:pt x="3302133" y="831010"/>
                  </a:lnTo>
                  <a:lnTo>
                    <a:pt x="3258620" y="886531"/>
                  </a:lnTo>
                  <a:lnTo>
                    <a:pt x="3215186" y="940603"/>
                  </a:lnTo>
                  <a:lnTo>
                    <a:pt x="3171823" y="992710"/>
                  </a:lnTo>
                  <a:lnTo>
                    <a:pt x="3128479" y="1042420"/>
                  </a:lnTo>
                  <a:lnTo>
                    <a:pt x="3085049" y="1089396"/>
                  </a:lnTo>
                  <a:lnTo>
                    <a:pt x="3041366" y="1133401"/>
                  </a:lnTo>
                  <a:lnTo>
                    <a:pt x="2997188" y="1174298"/>
                  </a:lnTo>
                  <a:lnTo>
                    <a:pt x="2952184" y="1212043"/>
                  </a:lnTo>
                  <a:lnTo>
                    <a:pt x="2905918" y="1246675"/>
                  </a:lnTo>
                  <a:lnTo>
                    <a:pt x="2896531" y="1253193"/>
                  </a:lnTo>
                  <a:lnTo>
                    <a:pt x="2849351" y="1283399"/>
                  </a:lnTo>
                  <a:lnTo>
                    <a:pt x="2799696" y="1310749"/>
                  </a:lnTo>
                  <a:lnTo>
                    <a:pt x="2746820" y="1335370"/>
                  </a:lnTo>
                  <a:lnTo>
                    <a:pt x="2689908" y="1357488"/>
                  </a:lnTo>
                  <a:lnTo>
                    <a:pt x="2628127" y="1377362"/>
                  </a:lnTo>
                  <a:lnTo>
                    <a:pt x="2560679" y="1395253"/>
                  </a:lnTo>
                  <a:lnTo>
                    <a:pt x="2486879" y="1411393"/>
                  </a:lnTo>
                  <a:lnTo>
                    <a:pt x="2406256" y="1425979"/>
                  </a:lnTo>
                  <a:lnTo>
                    <a:pt x="2318683" y="1439166"/>
                  </a:lnTo>
                  <a:lnTo>
                    <a:pt x="2224550" y="1451058"/>
                  </a:lnTo>
                  <a:lnTo>
                    <a:pt x="2124948" y="1461716"/>
                  </a:lnTo>
                  <a:lnTo>
                    <a:pt x="2021833" y="1471157"/>
                  </a:lnTo>
                  <a:lnTo>
                    <a:pt x="1918105" y="1479366"/>
                  </a:lnTo>
                  <a:lnTo>
                    <a:pt x="1817517" y="1486317"/>
                  </a:lnTo>
                  <a:lnTo>
                    <a:pt x="1724355" y="1491989"/>
                  </a:lnTo>
                  <a:lnTo>
                    <a:pt x="1642858" y="1496396"/>
                  </a:lnTo>
                  <a:lnTo>
                    <a:pt x="1576490" y="1499605"/>
                  </a:lnTo>
                  <a:lnTo>
                    <a:pt x="1527231" y="1501747"/>
                  </a:lnTo>
                  <a:lnTo>
                    <a:pt x="1495098" y="1503009"/>
                  </a:lnTo>
                  <a:lnTo>
                    <a:pt x="1478014" y="1503618"/>
                  </a:lnTo>
                  <a:lnTo>
                    <a:pt x="1471988" y="1503813"/>
                  </a:lnTo>
                  <a:lnTo>
                    <a:pt x="1471387" y="1503831"/>
                  </a:lnTo>
                  <a:lnTo>
                    <a:pt x="0" y="1503831"/>
                  </a:lnTo>
                  <a:close/>
                </a:path>
              </a:pathLst>
            </a:custGeom>
            <a:solidFill>
              <a:srgbClr val="F28E5B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813" name="pl813"/>
            <p:cNvSpPr/>
            <p:nvPr/>
          </p:nvSpPr>
          <p:spPr>
            <a:xfrm>
              <a:off x="4799595" y="5829762"/>
              <a:ext cx="11981298" cy="4348035"/>
            </a:xfrm>
            <a:custGeom>
              <a:avLst/>
              <a:pathLst>
                <a:path w="11981298" h="4348035">
                  <a:moveTo>
                    <a:pt x="0" y="1503831"/>
                  </a:moveTo>
                  <a:lnTo>
                    <a:pt x="1471387" y="1503831"/>
                  </a:lnTo>
                  <a:lnTo>
                    <a:pt x="1472597" y="1503794"/>
                  </a:lnTo>
                  <a:lnTo>
                    <a:pt x="1480543" y="1503531"/>
                  </a:lnTo>
                  <a:lnTo>
                    <a:pt x="1500536" y="1502805"/>
                  </a:lnTo>
                  <a:lnTo>
                    <a:pt x="1536186" y="1501374"/>
                  </a:lnTo>
                  <a:lnTo>
                    <a:pt x="1589134" y="1499021"/>
                  </a:lnTo>
                  <a:lnTo>
                    <a:pt x="1658924" y="1495567"/>
                  </a:lnTo>
                  <a:lnTo>
                    <a:pt x="1743214" y="1490896"/>
                  </a:lnTo>
                  <a:lnTo>
                    <a:pt x="1838311" y="1484954"/>
                  </a:lnTo>
                  <a:lnTo>
                    <a:pt x="1939909" y="1477735"/>
                  </a:lnTo>
                  <a:lnTo>
                    <a:pt x="2043795" y="1469263"/>
                  </a:lnTo>
                  <a:lnTo>
                    <a:pt x="2146378" y="1459564"/>
                  </a:lnTo>
                  <a:lnTo>
                    <a:pt x="2244955" y="1448648"/>
                  </a:lnTo>
                  <a:lnTo>
                    <a:pt x="2337766" y="1436489"/>
                  </a:lnTo>
                  <a:lnTo>
                    <a:pt x="2423882" y="1423017"/>
                  </a:lnTo>
                  <a:lnTo>
                    <a:pt x="2503038" y="1408116"/>
                  </a:lnTo>
                  <a:lnTo>
                    <a:pt x="2575446" y="1391624"/>
                  </a:lnTo>
                  <a:lnTo>
                    <a:pt x="2641634" y="1373335"/>
                  </a:lnTo>
                  <a:lnTo>
                    <a:pt x="2702318" y="1353008"/>
                  </a:lnTo>
                  <a:lnTo>
                    <a:pt x="2758307" y="1330382"/>
                  </a:lnTo>
                  <a:lnTo>
                    <a:pt x="2810436" y="1305200"/>
                  </a:lnTo>
                  <a:lnTo>
                    <a:pt x="2859509" y="1277252"/>
                  </a:lnTo>
                  <a:lnTo>
                    <a:pt x="2896531" y="1253193"/>
                  </a:lnTo>
                  <a:lnTo>
                    <a:pt x="2943110" y="1219167"/>
                  </a:lnTo>
                  <a:lnTo>
                    <a:pt x="2988326" y="1182047"/>
                  </a:lnTo>
                  <a:lnTo>
                    <a:pt x="3032639" y="1141775"/>
                  </a:lnTo>
                  <a:lnTo>
                    <a:pt x="3076399" y="1098380"/>
                  </a:lnTo>
                  <a:lnTo>
                    <a:pt x="3119863" y="1051978"/>
                  </a:lnTo>
                  <a:lnTo>
                    <a:pt x="3163214" y="1002788"/>
                  </a:lnTo>
                  <a:lnTo>
                    <a:pt x="3206568" y="951125"/>
                  </a:lnTo>
                  <a:lnTo>
                    <a:pt x="3249985" y="897405"/>
                  </a:lnTo>
                  <a:lnTo>
                    <a:pt x="3293484" y="842127"/>
                  </a:lnTo>
                  <a:lnTo>
                    <a:pt x="3337047" y="785859"/>
                  </a:lnTo>
                  <a:lnTo>
                    <a:pt x="3380637" y="729214"/>
                  </a:lnTo>
                  <a:lnTo>
                    <a:pt x="3424209" y="672821"/>
                  </a:lnTo>
                  <a:lnTo>
                    <a:pt x="3467722" y="617299"/>
                  </a:lnTo>
                  <a:lnTo>
                    <a:pt x="3511156" y="563228"/>
                  </a:lnTo>
                  <a:lnTo>
                    <a:pt x="3554519" y="511121"/>
                  </a:lnTo>
                  <a:lnTo>
                    <a:pt x="3597863" y="461410"/>
                  </a:lnTo>
                  <a:lnTo>
                    <a:pt x="3641293" y="414434"/>
                  </a:lnTo>
                  <a:lnTo>
                    <a:pt x="3684976" y="370429"/>
                  </a:lnTo>
                  <a:lnTo>
                    <a:pt x="3729154" y="329532"/>
                  </a:lnTo>
                  <a:lnTo>
                    <a:pt x="3774158" y="291788"/>
                  </a:lnTo>
                  <a:lnTo>
                    <a:pt x="3820424" y="257156"/>
                  </a:lnTo>
                  <a:lnTo>
                    <a:pt x="3829811" y="250638"/>
                  </a:lnTo>
                  <a:lnTo>
                    <a:pt x="3876991" y="220432"/>
                  </a:lnTo>
                  <a:lnTo>
                    <a:pt x="3926646" y="193082"/>
                  </a:lnTo>
                  <a:lnTo>
                    <a:pt x="3979522" y="168461"/>
                  </a:lnTo>
                  <a:lnTo>
                    <a:pt x="4036434" y="146343"/>
                  </a:lnTo>
                  <a:lnTo>
                    <a:pt x="4098216" y="126468"/>
                  </a:lnTo>
                  <a:lnTo>
                    <a:pt x="4165664" y="108578"/>
                  </a:lnTo>
                  <a:lnTo>
                    <a:pt x="4239463" y="92438"/>
                  </a:lnTo>
                  <a:lnTo>
                    <a:pt x="4320086" y="77851"/>
                  </a:lnTo>
                  <a:lnTo>
                    <a:pt x="4407659" y="64665"/>
                  </a:lnTo>
                  <a:lnTo>
                    <a:pt x="4501792" y="52773"/>
                  </a:lnTo>
                  <a:lnTo>
                    <a:pt x="4601394" y="42115"/>
                  </a:lnTo>
                  <a:lnTo>
                    <a:pt x="4704509" y="32674"/>
                  </a:lnTo>
                  <a:lnTo>
                    <a:pt x="4808237" y="24464"/>
                  </a:lnTo>
                  <a:lnTo>
                    <a:pt x="4908825" y="17514"/>
                  </a:lnTo>
                  <a:lnTo>
                    <a:pt x="5001987" y="11842"/>
                  </a:lnTo>
                  <a:lnTo>
                    <a:pt x="5083484" y="7435"/>
                  </a:lnTo>
                  <a:lnTo>
                    <a:pt x="5149852" y="4226"/>
                  </a:lnTo>
                  <a:lnTo>
                    <a:pt x="5199111" y="2084"/>
                  </a:lnTo>
                  <a:lnTo>
                    <a:pt x="5231244" y="822"/>
                  </a:lnTo>
                  <a:lnTo>
                    <a:pt x="5248328" y="213"/>
                  </a:lnTo>
                  <a:lnTo>
                    <a:pt x="5254354" y="18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264" y="80"/>
                  </a:lnTo>
                  <a:lnTo>
                    <a:pt x="6733347" y="654"/>
                  </a:lnTo>
                  <a:lnTo>
                    <a:pt x="6748776" y="2240"/>
                  </a:lnTo>
                  <a:lnTo>
                    <a:pt x="6776591" y="5366"/>
                  </a:lnTo>
                  <a:lnTo>
                    <a:pt x="6818520" y="10533"/>
                  </a:lnTo>
                  <a:lnTo>
                    <a:pt x="6874847" y="18173"/>
                  </a:lnTo>
                  <a:lnTo>
                    <a:pt x="6944447" y="28609"/>
                  </a:lnTo>
                  <a:lnTo>
                    <a:pt x="7025041" y="42038"/>
                  </a:lnTo>
                  <a:lnTo>
                    <a:pt x="7113599" y="58538"/>
                  </a:lnTo>
                  <a:lnTo>
                    <a:pt x="7206818" y="78097"/>
                  </a:lnTo>
                  <a:lnTo>
                    <a:pt x="7301552" y="100659"/>
                  </a:lnTo>
                  <a:lnTo>
                    <a:pt x="7395122" y="126164"/>
                  </a:lnTo>
                  <a:lnTo>
                    <a:pt x="7485468" y="154593"/>
                  </a:lnTo>
                  <a:lnTo>
                    <a:pt x="7571184" y="185992"/>
                  </a:lnTo>
                  <a:lnTo>
                    <a:pt x="7651458" y="220493"/>
                  </a:lnTo>
                  <a:lnTo>
                    <a:pt x="7725963" y="258321"/>
                  </a:lnTo>
                  <a:lnTo>
                    <a:pt x="7794745" y="299796"/>
                  </a:lnTo>
                  <a:lnTo>
                    <a:pt x="7858108" y="345326"/>
                  </a:lnTo>
                  <a:lnTo>
                    <a:pt x="7916531" y="395399"/>
                  </a:lnTo>
                  <a:lnTo>
                    <a:pt x="7970589" y="450564"/>
                  </a:lnTo>
                  <a:lnTo>
                    <a:pt x="8020905" y="511398"/>
                  </a:lnTo>
                  <a:lnTo>
                    <a:pt x="8068112" y="578457"/>
                  </a:lnTo>
                  <a:lnTo>
                    <a:pt x="8112816" y="652187"/>
                  </a:lnTo>
                  <a:lnTo>
                    <a:pt x="8151487" y="724672"/>
                  </a:lnTo>
                  <a:lnTo>
                    <a:pt x="8182902" y="789676"/>
                  </a:lnTo>
                  <a:lnTo>
                    <a:pt x="8213627" y="858665"/>
                  </a:lnTo>
                  <a:lnTo>
                    <a:pt x="8243818" y="931719"/>
                  </a:lnTo>
                  <a:lnTo>
                    <a:pt x="8273607" y="1008876"/>
                  </a:lnTo>
                  <a:lnTo>
                    <a:pt x="8303104" y="1090124"/>
                  </a:lnTo>
                  <a:lnTo>
                    <a:pt x="8332399" y="1175401"/>
                  </a:lnTo>
                  <a:lnTo>
                    <a:pt x="8361566" y="1264588"/>
                  </a:lnTo>
                  <a:lnTo>
                    <a:pt x="8390661" y="1357508"/>
                  </a:lnTo>
                  <a:lnTo>
                    <a:pt x="8419729" y="1453926"/>
                  </a:lnTo>
                  <a:lnTo>
                    <a:pt x="8448800" y="1553547"/>
                  </a:lnTo>
                  <a:lnTo>
                    <a:pt x="8477896" y="1656020"/>
                  </a:lnTo>
                  <a:lnTo>
                    <a:pt x="8507026" y="1760940"/>
                  </a:lnTo>
                  <a:lnTo>
                    <a:pt x="8536193" y="1867856"/>
                  </a:lnTo>
                  <a:lnTo>
                    <a:pt x="8565393" y="1976278"/>
                  </a:lnTo>
                  <a:lnTo>
                    <a:pt x="8594617" y="2085685"/>
                  </a:lnTo>
                  <a:lnTo>
                    <a:pt x="8623851" y="2195535"/>
                  </a:lnTo>
                  <a:lnTo>
                    <a:pt x="8653083" y="2305276"/>
                  </a:lnTo>
                  <a:lnTo>
                    <a:pt x="8682298" y="2414361"/>
                  </a:lnTo>
                  <a:lnTo>
                    <a:pt x="8711486" y="2522254"/>
                  </a:lnTo>
                  <a:lnTo>
                    <a:pt x="8740639" y="2628445"/>
                  </a:lnTo>
                  <a:lnTo>
                    <a:pt x="8769755" y="2732458"/>
                  </a:lnTo>
                  <a:lnTo>
                    <a:pt x="8798839" y="2833859"/>
                  </a:lnTo>
                  <a:lnTo>
                    <a:pt x="8827906" y="2932265"/>
                  </a:lnTo>
                  <a:lnTo>
                    <a:pt x="8856980" y="3027345"/>
                  </a:lnTo>
                  <a:lnTo>
                    <a:pt x="8886098" y="3118828"/>
                  </a:lnTo>
                  <a:lnTo>
                    <a:pt x="8915307" y="3206501"/>
                  </a:lnTo>
                  <a:lnTo>
                    <a:pt x="8944672" y="3290212"/>
                  </a:lnTo>
                  <a:lnTo>
                    <a:pt x="8974271" y="3369862"/>
                  </a:lnTo>
                  <a:lnTo>
                    <a:pt x="9004204" y="3445411"/>
                  </a:lnTo>
                  <a:lnTo>
                    <a:pt x="9034587" y="3516867"/>
                  </a:lnTo>
                  <a:lnTo>
                    <a:pt x="9065562" y="3584283"/>
                  </a:lnTo>
                  <a:lnTo>
                    <a:pt x="9084767" y="3623362"/>
                  </a:lnTo>
                  <a:lnTo>
                    <a:pt x="9127683" y="3703307"/>
                  </a:lnTo>
                  <a:lnTo>
                    <a:pt x="9172605" y="3776375"/>
                  </a:lnTo>
                  <a:lnTo>
                    <a:pt x="9220087" y="3842807"/>
                  </a:lnTo>
                  <a:lnTo>
                    <a:pt x="9270739" y="3903066"/>
                  </a:lnTo>
                  <a:lnTo>
                    <a:pt x="9325194" y="3957711"/>
                  </a:lnTo>
                  <a:lnTo>
                    <a:pt x="9384072" y="4007320"/>
                  </a:lnTo>
                  <a:lnTo>
                    <a:pt x="9447943" y="4052436"/>
                  </a:lnTo>
                  <a:lnTo>
                    <a:pt x="9517270" y="4093540"/>
                  </a:lnTo>
                  <a:lnTo>
                    <a:pt x="9592339" y="4131032"/>
                  </a:lnTo>
                  <a:lnTo>
                    <a:pt x="9673162" y="4165224"/>
                  </a:lnTo>
                  <a:lnTo>
                    <a:pt x="9759372" y="4196330"/>
                  </a:lnTo>
                  <a:lnTo>
                    <a:pt x="9850103" y="4224474"/>
                  </a:lnTo>
                  <a:lnTo>
                    <a:pt x="9943886" y="4249695"/>
                  </a:lnTo>
                  <a:lnTo>
                    <a:pt x="10038601" y="4271969"/>
                  </a:lnTo>
                  <a:lnTo>
                    <a:pt x="10131510" y="4291233"/>
                  </a:lnTo>
                  <a:lnTo>
                    <a:pt x="10219438" y="4307434"/>
                  </a:lnTo>
                  <a:lnTo>
                    <a:pt x="10299089" y="4320567"/>
                  </a:lnTo>
                  <a:lnTo>
                    <a:pt x="10367485" y="4330721"/>
                  </a:lnTo>
                  <a:lnTo>
                    <a:pt x="10422442" y="4338105"/>
                  </a:lnTo>
                  <a:lnTo>
                    <a:pt x="10462965" y="4343054"/>
                  </a:lnTo>
                  <a:lnTo>
                    <a:pt x="10489479" y="4346007"/>
                  </a:lnTo>
                  <a:lnTo>
                    <a:pt x="10503847" y="4347472"/>
                  </a:lnTo>
                  <a:lnTo>
                    <a:pt x="10509229" y="4347975"/>
                  </a:lnTo>
                  <a:lnTo>
                    <a:pt x="10509911" y="4348035"/>
                  </a:lnTo>
                  <a:lnTo>
                    <a:pt x="11981298" y="434803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14" name="pl814"/>
            <p:cNvSpPr/>
            <p:nvPr/>
          </p:nvSpPr>
          <p:spPr>
            <a:xfrm>
              <a:off x="4799595" y="5821589"/>
              <a:ext cx="11981298" cy="4348035"/>
            </a:xfrm>
            <a:custGeom>
              <a:avLst/>
              <a:pathLst>
                <a:path w="11981298" h="4348035">
                  <a:moveTo>
                    <a:pt x="11981298" y="4348035"/>
                  </a:moveTo>
                  <a:lnTo>
                    <a:pt x="10509911" y="4348035"/>
                  </a:lnTo>
                  <a:lnTo>
                    <a:pt x="10508989" y="4347954"/>
                  </a:lnTo>
                  <a:lnTo>
                    <a:pt x="10502906" y="4347380"/>
                  </a:lnTo>
                  <a:lnTo>
                    <a:pt x="10487478" y="4345794"/>
                  </a:lnTo>
                  <a:lnTo>
                    <a:pt x="10459662" y="4342668"/>
                  </a:lnTo>
                  <a:lnTo>
                    <a:pt x="10417733" y="4337501"/>
                  </a:lnTo>
                  <a:lnTo>
                    <a:pt x="10361407" y="4329861"/>
                  </a:lnTo>
                  <a:lnTo>
                    <a:pt x="10291806" y="4319425"/>
                  </a:lnTo>
                  <a:lnTo>
                    <a:pt x="10211212" y="4305996"/>
                  </a:lnTo>
                  <a:lnTo>
                    <a:pt x="10122654" y="4289497"/>
                  </a:lnTo>
                  <a:lnTo>
                    <a:pt x="10029436" y="4269937"/>
                  </a:lnTo>
                  <a:lnTo>
                    <a:pt x="9934701" y="4247375"/>
                  </a:lnTo>
                  <a:lnTo>
                    <a:pt x="9841131" y="4221870"/>
                  </a:lnTo>
                  <a:lnTo>
                    <a:pt x="9750785" y="4193441"/>
                  </a:lnTo>
                  <a:lnTo>
                    <a:pt x="9665069" y="4162042"/>
                  </a:lnTo>
                  <a:lnTo>
                    <a:pt x="9584796" y="4127541"/>
                  </a:lnTo>
                  <a:lnTo>
                    <a:pt x="9510290" y="4089713"/>
                  </a:lnTo>
                  <a:lnTo>
                    <a:pt x="9441509" y="4048238"/>
                  </a:lnTo>
                  <a:lnTo>
                    <a:pt x="9378145" y="4002709"/>
                  </a:lnTo>
                  <a:lnTo>
                    <a:pt x="9319722" y="3952635"/>
                  </a:lnTo>
                  <a:lnTo>
                    <a:pt x="9265665" y="3897470"/>
                  </a:lnTo>
                  <a:lnTo>
                    <a:pt x="9215348" y="3836636"/>
                  </a:lnTo>
                  <a:lnTo>
                    <a:pt x="9168141" y="3769577"/>
                  </a:lnTo>
                  <a:lnTo>
                    <a:pt x="9123437" y="3695847"/>
                  </a:lnTo>
                  <a:lnTo>
                    <a:pt x="9084767" y="3623362"/>
                  </a:lnTo>
                  <a:lnTo>
                    <a:pt x="9053351" y="3558358"/>
                  </a:lnTo>
                  <a:lnTo>
                    <a:pt x="9022626" y="3489370"/>
                  </a:lnTo>
                  <a:lnTo>
                    <a:pt x="8992435" y="3416315"/>
                  </a:lnTo>
                  <a:lnTo>
                    <a:pt x="8962646" y="3339158"/>
                  </a:lnTo>
                  <a:lnTo>
                    <a:pt x="8933149" y="3257910"/>
                  </a:lnTo>
                  <a:lnTo>
                    <a:pt x="8903854" y="3172633"/>
                  </a:lnTo>
                  <a:lnTo>
                    <a:pt x="8874687" y="3083446"/>
                  </a:lnTo>
                  <a:lnTo>
                    <a:pt x="8845592" y="2990526"/>
                  </a:lnTo>
                  <a:lnTo>
                    <a:pt x="8816524" y="2894108"/>
                  </a:lnTo>
                  <a:lnTo>
                    <a:pt x="8787453" y="2794487"/>
                  </a:lnTo>
                  <a:lnTo>
                    <a:pt x="8758357" y="2692015"/>
                  </a:lnTo>
                  <a:lnTo>
                    <a:pt x="8729227" y="2587095"/>
                  </a:lnTo>
                  <a:lnTo>
                    <a:pt x="8700060" y="2480178"/>
                  </a:lnTo>
                  <a:lnTo>
                    <a:pt x="8670860" y="2371756"/>
                  </a:lnTo>
                  <a:lnTo>
                    <a:pt x="8641637" y="2262349"/>
                  </a:lnTo>
                  <a:lnTo>
                    <a:pt x="8612402" y="2152499"/>
                  </a:lnTo>
                  <a:lnTo>
                    <a:pt x="8583170" y="2042758"/>
                  </a:lnTo>
                  <a:lnTo>
                    <a:pt x="8553955" y="1933673"/>
                  </a:lnTo>
                  <a:lnTo>
                    <a:pt x="8524767" y="1825780"/>
                  </a:lnTo>
                  <a:lnTo>
                    <a:pt x="8495614" y="1719589"/>
                  </a:lnTo>
                  <a:lnTo>
                    <a:pt x="8466498" y="1615576"/>
                  </a:lnTo>
                  <a:lnTo>
                    <a:pt x="8437414" y="1514175"/>
                  </a:lnTo>
                  <a:lnTo>
                    <a:pt x="8408347" y="1415769"/>
                  </a:lnTo>
                  <a:lnTo>
                    <a:pt x="8379273" y="1320689"/>
                  </a:lnTo>
                  <a:lnTo>
                    <a:pt x="8350156" y="1229206"/>
                  </a:lnTo>
                  <a:lnTo>
                    <a:pt x="8320946" y="1141533"/>
                  </a:lnTo>
                  <a:lnTo>
                    <a:pt x="8291582" y="1057822"/>
                  </a:lnTo>
                  <a:lnTo>
                    <a:pt x="8261982" y="978172"/>
                  </a:lnTo>
                  <a:lnTo>
                    <a:pt x="8232049" y="902623"/>
                  </a:lnTo>
                  <a:lnTo>
                    <a:pt x="8201666" y="831168"/>
                  </a:lnTo>
                  <a:lnTo>
                    <a:pt x="8170692" y="763751"/>
                  </a:lnTo>
                  <a:lnTo>
                    <a:pt x="8151487" y="724672"/>
                  </a:lnTo>
                  <a:lnTo>
                    <a:pt x="8108570" y="644728"/>
                  </a:lnTo>
                  <a:lnTo>
                    <a:pt x="8063648" y="571660"/>
                  </a:lnTo>
                  <a:lnTo>
                    <a:pt x="8016166" y="505227"/>
                  </a:lnTo>
                  <a:lnTo>
                    <a:pt x="7965514" y="444968"/>
                  </a:lnTo>
                  <a:lnTo>
                    <a:pt x="7911060" y="390323"/>
                  </a:lnTo>
                  <a:lnTo>
                    <a:pt x="7852181" y="340714"/>
                  </a:lnTo>
                  <a:lnTo>
                    <a:pt x="7788310" y="295598"/>
                  </a:lnTo>
                  <a:lnTo>
                    <a:pt x="7718983" y="254494"/>
                  </a:lnTo>
                  <a:lnTo>
                    <a:pt x="7643915" y="217002"/>
                  </a:lnTo>
                  <a:lnTo>
                    <a:pt x="7563091" y="182810"/>
                  </a:lnTo>
                  <a:lnTo>
                    <a:pt x="7476881" y="151704"/>
                  </a:lnTo>
                  <a:lnTo>
                    <a:pt x="7386150" y="123560"/>
                  </a:lnTo>
                  <a:lnTo>
                    <a:pt x="7292367" y="98339"/>
                  </a:lnTo>
                  <a:lnTo>
                    <a:pt x="7197653" y="76065"/>
                  </a:lnTo>
                  <a:lnTo>
                    <a:pt x="7104743" y="56801"/>
                  </a:lnTo>
                  <a:lnTo>
                    <a:pt x="7016815" y="40600"/>
                  </a:lnTo>
                  <a:lnTo>
                    <a:pt x="6937164" y="27467"/>
                  </a:lnTo>
                  <a:lnTo>
                    <a:pt x="6868768" y="17313"/>
                  </a:lnTo>
                  <a:lnTo>
                    <a:pt x="6813812" y="9929"/>
                  </a:lnTo>
                  <a:lnTo>
                    <a:pt x="6773289" y="4980"/>
                  </a:lnTo>
                  <a:lnTo>
                    <a:pt x="6746774" y="2027"/>
                  </a:lnTo>
                  <a:lnTo>
                    <a:pt x="6732406" y="563"/>
                  </a:lnTo>
                  <a:lnTo>
                    <a:pt x="6727024" y="59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745" y="36"/>
                  </a:lnTo>
                  <a:lnTo>
                    <a:pt x="5245799" y="299"/>
                  </a:lnTo>
                  <a:lnTo>
                    <a:pt x="5225806" y="1026"/>
                  </a:lnTo>
                  <a:lnTo>
                    <a:pt x="5190156" y="2456"/>
                  </a:lnTo>
                  <a:lnTo>
                    <a:pt x="5137208" y="4810"/>
                  </a:lnTo>
                  <a:lnTo>
                    <a:pt x="5067418" y="8264"/>
                  </a:lnTo>
                  <a:lnTo>
                    <a:pt x="4983128" y="12934"/>
                  </a:lnTo>
                  <a:lnTo>
                    <a:pt x="4888031" y="18877"/>
                  </a:lnTo>
                  <a:lnTo>
                    <a:pt x="4786433" y="26096"/>
                  </a:lnTo>
                  <a:lnTo>
                    <a:pt x="4682547" y="34568"/>
                  </a:lnTo>
                  <a:lnTo>
                    <a:pt x="4579964" y="44266"/>
                  </a:lnTo>
                  <a:lnTo>
                    <a:pt x="4481387" y="55182"/>
                  </a:lnTo>
                  <a:lnTo>
                    <a:pt x="4388576" y="67342"/>
                  </a:lnTo>
                  <a:lnTo>
                    <a:pt x="4302460" y="80814"/>
                  </a:lnTo>
                  <a:lnTo>
                    <a:pt x="4223304" y="95715"/>
                  </a:lnTo>
                  <a:lnTo>
                    <a:pt x="4150896" y="112207"/>
                  </a:lnTo>
                  <a:lnTo>
                    <a:pt x="4084708" y="130496"/>
                  </a:lnTo>
                  <a:lnTo>
                    <a:pt x="4024024" y="150823"/>
                  </a:lnTo>
                  <a:lnTo>
                    <a:pt x="3968035" y="173449"/>
                  </a:lnTo>
                  <a:lnTo>
                    <a:pt x="3915907" y="198630"/>
                  </a:lnTo>
                  <a:lnTo>
                    <a:pt x="3866833" y="226578"/>
                  </a:lnTo>
                  <a:lnTo>
                    <a:pt x="3829811" y="250638"/>
                  </a:lnTo>
                  <a:lnTo>
                    <a:pt x="3783232" y="284663"/>
                  </a:lnTo>
                  <a:lnTo>
                    <a:pt x="3738016" y="321784"/>
                  </a:lnTo>
                  <a:lnTo>
                    <a:pt x="3693703" y="362055"/>
                  </a:lnTo>
                  <a:lnTo>
                    <a:pt x="3649943" y="405451"/>
                  </a:lnTo>
                  <a:lnTo>
                    <a:pt x="3606479" y="451852"/>
                  </a:lnTo>
                  <a:lnTo>
                    <a:pt x="3563128" y="501043"/>
                  </a:lnTo>
                  <a:lnTo>
                    <a:pt x="3519775" y="552705"/>
                  </a:lnTo>
                  <a:lnTo>
                    <a:pt x="3476357" y="606426"/>
                  </a:lnTo>
                  <a:lnTo>
                    <a:pt x="3432858" y="661704"/>
                  </a:lnTo>
                  <a:lnTo>
                    <a:pt x="3389295" y="717972"/>
                  </a:lnTo>
                  <a:lnTo>
                    <a:pt x="3345705" y="774617"/>
                  </a:lnTo>
                  <a:lnTo>
                    <a:pt x="3302133" y="831010"/>
                  </a:lnTo>
                  <a:lnTo>
                    <a:pt x="3258620" y="886531"/>
                  </a:lnTo>
                  <a:lnTo>
                    <a:pt x="3215186" y="940603"/>
                  </a:lnTo>
                  <a:lnTo>
                    <a:pt x="3171823" y="992710"/>
                  </a:lnTo>
                  <a:lnTo>
                    <a:pt x="3128479" y="1042420"/>
                  </a:lnTo>
                  <a:lnTo>
                    <a:pt x="3085049" y="1089396"/>
                  </a:lnTo>
                  <a:lnTo>
                    <a:pt x="3041366" y="1133401"/>
                  </a:lnTo>
                  <a:lnTo>
                    <a:pt x="2997188" y="1174298"/>
                  </a:lnTo>
                  <a:lnTo>
                    <a:pt x="2952184" y="1212043"/>
                  </a:lnTo>
                  <a:lnTo>
                    <a:pt x="2905918" y="1246675"/>
                  </a:lnTo>
                  <a:lnTo>
                    <a:pt x="2896531" y="1253193"/>
                  </a:lnTo>
                  <a:lnTo>
                    <a:pt x="2849351" y="1283399"/>
                  </a:lnTo>
                  <a:lnTo>
                    <a:pt x="2799696" y="1310749"/>
                  </a:lnTo>
                  <a:lnTo>
                    <a:pt x="2746820" y="1335370"/>
                  </a:lnTo>
                  <a:lnTo>
                    <a:pt x="2689908" y="1357488"/>
                  </a:lnTo>
                  <a:lnTo>
                    <a:pt x="2628127" y="1377362"/>
                  </a:lnTo>
                  <a:lnTo>
                    <a:pt x="2560679" y="1395253"/>
                  </a:lnTo>
                  <a:lnTo>
                    <a:pt x="2486879" y="1411393"/>
                  </a:lnTo>
                  <a:lnTo>
                    <a:pt x="2406256" y="1425979"/>
                  </a:lnTo>
                  <a:lnTo>
                    <a:pt x="2318683" y="1439166"/>
                  </a:lnTo>
                  <a:lnTo>
                    <a:pt x="2224550" y="1451058"/>
                  </a:lnTo>
                  <a:lnTo>
                    <a:pt x="2124948" y="1461716"/>
                  </a:lnTo>
                  <a:lnTo>
                    <a:pt x="2021833" y="1471157"/>
                  </a:lnTo>
                  <a:lnTo>
                    <a:pt x="1918105" y="1479366"/>
                  </a:lnTo>
                  <a:lnTo>
                    <a:pt x="1817517" y="1486317"/>
                  </a:lnTo>
                  <a:lnTo>
                    <a:pt x="1724355" y="1491989"/>
                  </a:lnTo>
                  <a:lnTo>
                    <a:pt x="1642858" y="1496396"/>
                  </a:lnTo>
                  <a:lnTo>
                    <a:pt x="1576490" y="1499605"/>
                  </a:lnTo>
                  <a:lnTo>
                    <a:pt x="1527231" y="1501747"/>
                  </a:lnTo>
                  <a:lnTo>
                    <a:pt x="1495098" y="1503009"/>
                  </a:lnTo>
                  <a:lnTo>
                    <a:pt x="1478014" y="1503618"/>
                  </a:lnTo>
                  <a:lnTo>
                    <a:pt x="1471988" y="1503813"/>
                  </a:lnTo>
                  <a:lnTo>
                    <a:pt x="1471387" y="1503831"/>
                  </a:lnTo>
                  <a:lnTo>
                    <a:pt x="0" y="150383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15" name="pg815"/>
            <p:cNvSpPr/>
            <p:nvPr/>
          </p:nvSpPr>
          <p:spPr>
            <a:xfrm>
              <a:off x="4799595" y="5837935"/>
              <a:ext cx="11981298" cy="5099950"/>
            </a:xfrm>
            <a:custGeom>
              <a:avLst/>
              <a:pathLst>
                <a:path w="11981298" h="5099950">
                  <a:moveTo>
                    <a:pt x="0" y="1520177"/>
                  </a:moveTo>
                  <a:lnTo>
                    <a:pt x="1471387" y="1520177"/>
                  </a:lnTo>
                  <a:lnTo>
                    <a:pt x="1472598" y="1520141"/>
                  </a:lnTo>
                  <a:lnTo>
                    <a:pt x="1480546" y="1519879"/>
                  </a:lnTo>
                  <a:lnTo>
                    <a:pt x="1500543" y="1519156"/>
                  </a:lnTo>
                  <a:lnTo>
                    <a:pt x="1536201" y="1517733"/>
                  </a:lnTo>
                  <a:lnTo>
                    <a:pt x="1589159" y="1515392"/>
                  </a:lnTo>
                  <a:lnTo>
                    <a:pt x="1658962" y="1511956"/>
                  </a:lnTo>
                  <a:lnTo>
                    <a:pt x="1743265" y="1507310"/>
                  </a:lnTo>
                  <a:lnTo>
                    <a:pt x="1838376" y="1501398"/>
                  </a:lnTo>
                  <a:lnTo>
                    <a:pt x="1939985" y="1494217"/>
                  </a:lnTo>
                  <a:lnTo>
                    <a:pt x="2043880" y="1485789"/>
                  </a:lnTo>
                  <a:lnTo>
                    <a:pt x="2146468" y="1476142"/>
                  </a:lnTo>
                  <a:lnTo>
                    <a:pt x="2245049" y="1465283"/>
                  </a:lnTo>
                  <a:lnTo>
                    <a:pt x="2337861" y="1453187"/>
                  </a:lnTo>
                  <a:lnTo>
                    <a:pt x="2423976" y="1439786"/>
                  </a:lnTo>
                  <a:lnTo>
                    <a:pt x="2503131" y="1424963"/>
                  </a:lnTo>
                  <a:lnTo>
                    <a:pt x="2575536" y="1408557"/>
                  </a:lnTo>
                  <a:lnTo>
                    <a:pt x="2641722" y="1390363"/>
                  </a:lnTo>
                  <a:lnTo>
                    <a:pt x="2702403" y="1370142"/>
                  </a:lnTo>
                  <a:lnTo>
                    <a:pt x="2758390" y="1347634"/>
                  </a:lnTo>
                  <a:lnTo>
                    <a:pt x="2810518" y="1322583"/>
                  </a:lnTo>
                  <a:lnTo>
                    <a:pt x="2859590" y="1294780"/>
                  </a:lnTo>
                  <a:lnTo>
                    <a:pt x="2896531" y="1270901"/>
                  </a:lnTo>
                  <a:lnTo>
                    <a:pt x="2943177" y="1237009"/>
                  </a:lnTo>
                  <a:lnTo>
                    <a:pt x="2988456" y="1200029"/>
                  </a:lnTo>
                  <a:lnTo>
                    <a:pt x="3032832" y="1159907"/>
                  </a:lnTo>
                  <a:lnTo>
                    <a:pt x="3076653" y="1116669"/>
                  </a:lnTo>
                  <a:lnTo>
                    <a:pt x="3120179" y="1070433"/>
                  </a:lnTo>
                  <a:lnTo>
                    <a:pt x="3163593" y="1021418"/>
                  </a:lnTo>
                  <a:lnTo>
                    <a:pt x="3207010" y="969940"/>
                  </a:lnTo>
                  <a:lnTo>
                    <a:pt x="3250492" y="916414"/>
                  </a:lnTo>
                  <a:lnTo>
                    <a:pt x="3294055" y="861341"/>
                  </a:lnTo>
                  <a:lnTo>
                    <a:pt x="3337682" y="805287"/>
                  </a:lnTo>
                  <a:lnTo>
                    <a:pt x="3381336" y="748867"/>
                  </a:lnTo>
                  <a:lnTo>
                    <a:pt x="3424970" y="692709"/>
                  </a:lnTo>
                  <a:lnTo>
                    <a:pt x="3468546" y="637430"/>
                  </a:lnTo>
                  <a:lnTo>
                    <a:pt x="3512041" y="583607"/>
                  </a:lnTo>
                  <a:lnTo>
                    <a:pt x="3555466" y="531754"/>
                  </a:lnTo>
                  <a:lnTo>
                    <a:pt x="3598874" y="482300"/>
                  </a:lnTo>
                  <a:lnTo>
                    <a:pt x="3642371" y="435580"/>
                  </a:lnTo>
                  <a:lnTo>
                    <a:pt x="3686127" y="391828"/>
                  </a:lnTo>
                  <a:lnTo>
                    <a:pt x="3730387" y="351179"/>
                  </a:lnTo>
                  <a:lnTo>
                    <a:pt x="3775486" y="313674"/>
                  </a:lnTo>
                  <a:lnTo>
                    <a:pt x="3821865" y="279271"/>
                  </a:lnTo>
                  <a:lnTo>
                    <a:pt x="3829811" y="273795"/>
                  </a:lnTo>
                  <a:lnTo>
                    <a:pt x="3876995" y="243751"/>
                  </a:lnTo>
                  <a:lnTo>
                    <a:pt x="3926654" y="216547"/>
                  </a:lnTo>
                  <a:lnTo>
                    <a:pt x="3979535" y="192058"/>
                  </a:lnTo>
                  <a:lnTo>
                    <a:pt x="4036453" y="170060"/>
                  </a:lnTo>
                  <a:lnTo>
                    <a:pt x="4098242" y="150292"/>
                  </a:lnTo>
                  <a:lnTo>
                    <a:pt x="4165698" y="132499"/>
                  </a:lnTo>
                  <a:lnTo>
                    <a:pt x="4239507" y="116446"/>
                  </a:lnTo>
                  <a:lnTo>
                    <a:pt x="4320141" y="101938"/>
                  </a:lnTo>
                  <a:lnTo>
                    <a:pt x="4407726" y="88823"/>
                  </a:lnTo>
                  <a:lnTo>
                    <a:pt x="4501871" y="76996"/>
                  </a:lnTo>
                  <a:lnTo>
                    <a:pt x="4601485" y="66396"/>
                  </a:lnTo>
                  <a:lnTo>
                    <a:pt x="4704610" y="57007"/>
                  </a:lnTo>
                  <a:lnTo>
                    <a:pt x="4808346" y="48842"/>
                  </a:lnTo>
                  <a:lnTo>
                    <a:pt x="4908936" y="41930"/>
                  </a:lnTo>
                  <a:lnTo>
                    <a:pt x="5002095" y="36290"/>
                  </a:lnTo>
                  <a:lnTo>
                    <a:pt x="5083581" y="31909"/>
                  </a:lnTo>
                  <a:lnTo>
                    <a:pt x="5149932" y="28718"/>
                  </a:lnTo>
                  <a:lnTo>
                    <a:pt x="5199170" y="26589"/>
                  </a:lnTo>
                  <a:lnTo>
                    <a:pt x="5231281" y="25335"/>
                  </a:lnTo>
                  <a:lnTo>
                    <a:pt x="5248345" y="24730"/>
                  </a:lnTo>
                  <a:lnTo>
                    <a:pt x="5254358" y="24536"/>
                  </a:lnTo>
                  <a:lnTo>
                    <a:pt x="5254955" y="24518"/>
                  </a:lnTo>
                  <a:lnTo>
                    <a:pt x="6726343" y="24518"/>
                  </a:lnTo>
                  <a:lnTo>
                    <a:pt x="6727218" y="24608"/>
                  </a:lnTo>
                  <a:lnTo>
                    <a:pt x="6733006" y="25244"/>
                  </a:lnTo>
                  <a:lnTo>
                    <a:pt x="6747705" y="27000"/>
                  </a:lnTo>
                  <a:lnTo>
                    <a:pt x="6774255" y="30464"/>
                  </a:lnTo>
                  <a:lnTo>
                    <a:pt x="6814374" y="36193"/>
                  </a:lnTo>
                  <a:lnTo>
                    <a:pt x="6868439" y="44674"/>
                  </a:lnTo>
                  <a:lnTo>
                    <a:pt x="6935500" y="56278"/>
                  </a:lnTo>
                  <a:lnTo>
                    <a:pt x="7013494" y="71238"/>
                  </a:lnTo>
                  <a:lnTo>
                    <a:pt x="7099609" y="89657"/>
                  </a:lnTo>
                  <a:lnTo>
                    <a:pt x="7190717" y="111534"/>
                  </a:lnTo>
                  <a:lnTo>
                    <a:pt x="7283781" y="136809"/>
                  </a:lnTo>
                  <a:lnTo>
                    <a:pt x="7376162" y="165414"/>
                  </a:lnTo>
                  <a:lnTo>
                    <a:pt x="7465781" y="197315"/>
                  </a:lnTo>
                  <a:lnTo>
                    <a:pt x="7551175" y="232546"/>
                  </a:lnTo>
                  <a:lnTo>
                    <a:pt x="7631449" y="271231"/>
                  </a:lnTo>
                  <a:lnTo>
                    <a:pt x="7706191" y="313592"/>
                  </a:lnTo>
                  <a:lnTo>
                    <a:pt x="7775362" y="359956"/>
                  </a:lnTo>
                  <a:lnTo>
                    <a:pt x="7839191" y="410750"/>
                  </a:lnTo>
                  <a:lnTo>
                    <a:pt x="7898092" y="466490"/>
                  </a:lnTo>
                  <a:lnTo>
                    <a:pt x="7952587" y="527767"/>
                  </a:lnTo>
                  <a:lnTo>
                    <a:pt x="8003260" y="595214"/>
                  </a:lnTo>
                  <a:lnTo>
                    <a:pt x="8050711" y="669465"/>
                  </a:lnTo>
                  <a:lnTo>
                    <a:pt x="8095528" y="751073"/>
                  </a:lnTo>
                  <a:lnTo>
                    <a:pt x="8138258" y="840394"/>
                  </a:lnTo>
                  <a:lnTo>
                    <a:pt x="8151487" y="870424"/>
                  </a:lnTo>
                  <a:lnTo>
                    <a:pt x="8180772" y="940953"/>
                  </a:lnTo>
                  <a:lnTo>
                    <a:pt x="8209449" y="1015512"/>
                  </a:lnTo>
                  <a:lnTo>
                    <a:pt x="8237646" y="1094180"/>
                  </a:lnTo>
                  <a:lnTo>
                    <a:pt x="8265472" y="1176999"/>
                  </a:lnTo>
                  <a:lnTo>
                    <a:pt x="8293021" y="1263971"/>
                  </a:lnTo>
                  <a:lnTo>
                    <a:pt x="8320369" y="1355051"/>
                  </a:lnTo>
                  <a:lnTo>
                    <a:pt x="8347582" y="1450148"/>
                  </a:lnTo>
                  <a:lnTo>
                    <a:pt x="8374711" y="1549120"/>
                  </a:lnTo>
                  <a:lnTo>
                    <a:pt x="8401796" y="1651773"/>
                  </a:lnTo>
                  <a:lnTo>
                    <a:pt x="8428869" y="1757861"/>
                  </a:lnTo>
                  <a:lnTo>
                    <a:pt x="8455953" y="1867088"/>
                  </a:lnTo>
                  <a:lnTo>
                    <a:pt x="8483060" y="1979107"/>
                  </a:lnTo>
                  <a:lnTo>
                    <a:pt x="8510198" y="2093529"/>
                  </a:lnTo>
                  <a:lnTo>
                    <a:pt x="8537368" y="2209920"/>
                  </a:lnTo>
                  <a:lnTo>
                    <a:pt x="8564566" y="2327816"/>
                  </a:lnTo>
                  <a:lnTo>
                    <a:pt x="8591786" y="2446724"/>
                  </a:lnTo>
                  <a:lnTo>
                    <a:pt x="8619015" y="2566134"/>
                  </a:lnTo>
                  <a:lnTo>
                    <a:pt x="8646245" y="2685528"/>
                  </a:lnTo>
                  <a:lnTo>
                    <a:pt x="8673463" y="2804385"/>
                  </a:lnTo>
                  <a:lnTo>
                    <a:pt x="8700659" y="2922197"/>
                  </a:lnTo>
                  <a:lnTo>
                    <a:pt x="8727828" y="3038474"/>
                  </a:lnTo>
                  <a:lnTo>
                    <a:pt x="8754964" y="3152751"/>
                  </a:lnTo>
                  <a:lnTo>
                    <a:pt x="8782069" y="3264600"/>
                  </a:lnTo>
                  <a:lnTo>
                    <a:pt x="8809151" y="3373632"/>
                  </a:lnTo>
                  <a:lnTo>
                    <a:pt x="8836224" y="3479505"/>
                  </a:lnTo>
                  <a:lnTo>
                    <a:pt x="8863312" y="3581924"/>
                  </a:lnTo>
                  <a:lnTo>
                    <a:pt x="8890445" y="3680648"/>
                  </a:lnTo>
                  <a:lnTo>
                    <a:pt x="8917664" y="3775487"/>
                  </a:lnTo>
                  <a:lnTo>
                    <a:pt x="8945024" y="3866301"/>
                  </a:lnTo>
                  <a:lnTo>
                    <a:pt x="8972588" y="3953003"/>
                  </a:lnTo>
                  <a:lnTo>
                    <a:pt x="9000436" y="4035550"/>
                  </a:lnTo>
                  <a:lnTo>
                    <a:pt x="9028660" y="4113948"/>
                  </a:lnTo>
                  <a:lnTo>
                    <a:pt x="9057372" y="4188241"/>
                  </a:lnTo>
                  <a:lnTo>
                    <a:pt x="9084767" y="4254045"/>
                  </a:lnTo>
                  <a:lnTo>
                    <a:pt x="9126936" y="4345838"/>
                  </a:lnTo>
                  <a:lnTo>
                    <a:pt x="9171033" y="4429874"/>
                  </a:lnTo>
                  <a:lnTo>
                    <a:pt x="9217584" y="4506411"/>
                  </a:lnTo>
                  <a:lnTo>
                    <a:pt x="9267167" y="4575955"/>
                  </a:lnTo>
                  <a:lnTo>
                    <a:pt x="9320382" y="4639124"/>
                  </a:lnTo>
                  <a:lnTo>
                    <a:pt x="9377821" y="4696557"/>
                  </a:lnTo>
                  <a:lnTo>
                    <a:pt x="9440032" y="4748864"/>
                  </a:lnTo>
                  <a:lnTo>
                    <a:pt x="9507469" y="4796586"/>
                  </a:lnTo>
                  <a:lnTo>
                    <a:pt x="9580429" y="4840180"/>
                  </a:lnTo>
                  <a:lnTo>
                    <a:pt x="9658969" y="4880005"/>
                  </a:lnTo>
                  <a:lnTo>
                    <a:pt x="9742807" y="4916316"/>
                  </a:lnTo>
                  <a:lnTo>
                    <a:pt x="9831213" y="4949268"/>
                  </a:lnTo>
                  <a:lnTo>
                    <a:pt x="9922911" y="4978922"/>
                  </a:lnTo>
                  <a:lnTo>
                    <a:pt x="10016020" y="5005263"/>
                  </a:lnTo>
                  <a:lnTo>
                    <a:pt x="10108065" y="5028228"/>
                  </a:lnTo>
                  <a:lnTo>
                    <a:pt x="10196110" y="5047750"/>
                  </a:lnTo>
                  <a:lnTo>
                    <a:pt x="10277015" y="5063805"/>
                  </a:lnTo>
                  <a:lnTo>
                    <a:pt x="10347821" y="5076458"/>
                  </a:lnTo>
                  <a:lnTo>
                    <a:pt x="10406180" y="5085898"/>
                  </a:lnTo>
                  <a:lnTo>
                    <a:pt x="10450758" y="5092454"/>
                  </a:lnTo>
                  <a:lnTo>
                    <a:pt x="10481498" y="5096580"/>
                  </a:lnTo>
                  <a:lnTo>
                    <a:pt x="10499702" y="5098816"/>
                  </a:lnTo>
                  <a:lnTo>
                    <a:pt x="10507937" y="5099745"/>
                  </a:lnTo>
                  <a:lnTo>
                    <a:pt x="10509911" y="5099950"/>
                  </a:lnTo>
                  <a:lnTo>
                    <a:pt x="11981298" y="5099950"/>
                  </a:lnTo>
                  <a:lnTo>
                    <a:pt x="11981298" y="5075431"/>
                  </a:lnTo>
                  <a:lnTo>
                    <a:pt x="10509911" y="5075431"/>
                  </a:lnTo>
                  <a:lnTo>
                    <a:pt x="10509035" y="5075342"/>
                  </a:lnTo>
                  <a:lnTo>
                    <a:pt x="10503247" y="5074706"/>
                  </a:lnTo>
                  <a:lnTo>
                    <a:pt x="10488548" y="5072949"/>
                  </a:lnTo>
                  <a:lnTo>
                    <a:pt x="10461998" y="5069486"/>
                  </a:lnTo>
                  <a:lnTo>
                    <a:pt x="10421879" y="5063757"/>
                  </a:lnTo>
                  <a:lnTo>
                    <a:pt x="10367815" y="5055276"/>
                  </a:lnTo>
                  <a:lnTo>
                    <a:pt x="10300754" y="5043672"/>
                  </a:lnTo>
                  <a:lnTo>
                    <a:pt x="10222759" y="5028712"/>
                  </a:lnTo>
                  <a:lnTo>
                    <a:pt x="10136644" y="5010292"/>
                  </a:lnTo>
                  <a:lnTo>
                    <a:pt x="10045537" y="4988416"/>
                  </a:lnTo>
                  <a:lnTo>
                    <a:pt x="9952472" y="4963141"/>
                  </a:lnTo>
                  <a:lnTo>
                    <a:pt x="9860092" y="4934536"/>
                  </a:lnTo>
                  <a:lnTo>
                    <a:pt x="9770472" y="4902635"/>
                  </a:lnTo>
                  <a:lnTo>
                    <a:pt x="9685079" y="4867404"/>
                  </a:lnTo>
                  <a:lnTo>
                    <a:pt x="9604804" y="4828719"/>
                  </a:lnTo>
                  <a:lnTo>
                    <a:pt x="9530062" y="4786358"/>
                  </a:lnTo>
                  <a:lnTo>
                    <a:pt x="9460892" y="4739994"/>
                  </a:lnTo>
                  <a:lnTo>
                    <a:pt x="9397062" y="4689200"/>
                  </a:lnTo>
                  <a:lnTo>
                    <a:pt x="9338162" y="4633460"/>
                  </a:lnTo>
                  <a:lnTo>
                    <a:pt x="9283666" y="4572183"/>
                  </a:lnTo>
                  <a:lnTo>
                    <a:pt x="9232994" y="4504736"/>
                  </a:lnTo>
                  <a:lnTo>
                    <a:pt x="9185543" y="4430485"/>
                  </a:lnTo>
                  <a:lnTo>
                    <a:pt x="9140725" y="4348877"/>
                  </a:lnTo>
                  <a:lnTo>
                    <a:pt x="9097995" y="4259556"/>
                  </a:lnTo>
                  <a:lnTo>
                    <a:pt x="9084767" y="4229526"/>
                  </a:lnTo>
                  <a:lnTo>
                    <a:pt x="9055481" y="4158997"/>
                  </a:lnTo>
                  <a:lnTo>
                    <a:pt x="9026804" y="4084438"/>
                  </a:lnTo>
                  <a:lnTo>
                    <a:pt x="8998608" y="4005770"/>
                  </a:lnTo>
                  <a:lnTo>
                    <a:pt x="8970781" y="3922951"/>
                  </a:lnTo>
                  <a:lnTo>
                    <a:pt x="8943233" y="3835979"/>
                  </a:lnTo>
                  <a:lnTo>
                    <a:pt x="8915884" y="3744899"/>
                  </a:lnTo>
                  <a:lnTo>
                    <a:pt x="8888671" y="3649802"/>
                  </a:lnTo>
                  <a:lnTo>
                    <a:pt x="8861543" y="3550830"/>
                  </a:lnTo>
                  <a:lnTo>
                    <a:pt x="8834457" y="3448177"/>
                  </a:lnTo>
                  <a:lnTo>
                    <a:pt x="8807384" y="3342089"/>
                  </a:lnTo>
                  <a:lnTo>
                    <a:pt x="8780300" y="3232862"/>
                  </a:lnTo>
                  <a:lnTo>
                    <a:pt x="8753193" y="3120842"/>
                  </a:lnTo>
                  <a:lnTo>
                    <a:pt x="8726055" y="3006421"/>
                  </a:lnTo>
                  <a:lnTo>
                    <a:pt x="8698885" y="2890030"/>
                  </a:lnTo>
                  <a:lnTo>
                    <a:pt x="8671687" y="2772134"/>
                  </a:lnTo>
                  <a:lnTo>
                    <a:pt x="8644468" y="2653226"/>
                  </a:lnTo>
                  <a:lnTo>
                    <a:pt x="8617238" y="2533816"/>
                  </a:lnTo>
                  <a:lnTo>
                    <a:pt x="8590008" y="2414422"/>
                  </a:lnTo>
                  <a:lnTo>
                    <a:pt x="8562790" y="2295565"/>
                  </a:lnTo>
                  <a:lnTo>
                    <a:pt x="8535594" y="2177753"/>
                  </a:lnTo>
                  <a:lnTo>
                    <a:pt x="8508426" y="2061476"/>
                  </a:lnTo>
                  <a:lnTo>
                    <a:pt x="8481290" y="1947199"/>
                  </a:lnTo>
                  <a:lnTo>
                    <a:pt x="8454184" y="1835350"/>
                  </a:lnTo>
                  <a:lnTo>
                    <a:pt x="8427102" y="1726318"/>
                  </a:lnTo>
                  <a:lnTo>
                    <a:pt x="8400029" y="1620445"/>
                  </a:lnTo>
                  <a:lnTo>
                    <a:pt x="8372941" y="1518026"/>
                  </a:lnTo>
                  <a:lnTo>
                    <a:pt x="8345809" y="1419302"/>
                  </a:lnTo>
                  <a:lnTo>
                    <a:pt x="8318589" y="1324463"/>
                  </a:lnTo>
                  <a:lnTo>
                    <a:pt x="8291229" y="1233649"/>
                  </a:lnTo>
                  <a:lnTo>
                    <a:pt x="8263665" y="1146947"/>
                  </a:lnTo>
                  <a:lnTo>
                    <a:pt x="8235817" y="1064400"/>
                  </a:lnTo>
                  <a:lnTo>
                    <a:pt x="8207593" y="986002"/>
                  </a:lnTo>
                  <a:lnTo>
                    <a:pt x="8178881" y="911709"/>
                  </a:lnTo>
                  <a:lnTo>
                    <a:pt x="8151487" y="845905"/>
                  </a:lnTo>
                  <a:lnTo>
                    <a:pt x="8109318" y="754111"/>
                  </a:lnTo>
                  <a:lnTo>
                    <a:pt x="8065220" y="670076"/>
                  </a:lnTo>
                  <a:lnTo>
                    <a:pt x="8018669" y="593539"/>
                  </a:lnTo>
                  <a:lnTo>
                    <a:pt x="7969086" y="523995"/>
                  </a:lnTo>
                  <a:lnTo>
                    <a:pt x="7915871" y="460826"/>
                  </a:lnTo>
                  <a:lnTo>
                    <a:pt x="7858432" y="403393"/>
                  </a:lnTo>
                  <a:lnTo>
                    <a:pt x="7796221" y="351086"/>
                  </a:lnTo>
                  <a:lnTo>
                    <a:pt x="7728784" y="303364"/>
                  </a:lnTo>
                  <a:lnTo>
                    <a:pt x="7655824" y="259770"/>
                  </a:lnTo>
                  <a:lnTo>
                    <a:pt x="7577284" y="219945"/>
                  </a:lnTo>
                  <a:lnTo>
                    <a:pt x="7493446" y="183634"/>
                  </a:lnTo>
                  <a:lnTo>
                    <a:pt x="7405040" y="150682"/>
                  </a:lnTo>
                  <a:lnTo>
                    <a:pt x="7313342" y="121028"/>
                  </a:lnTo>
                  <a:lnTo>
                    <a:pt x="7220233" y="94687"/>
                  </a:lnTo>
                  <a:lnTo>
                    <a:pt x="7128188" y="71722"/>
                  </a:lnTo>
                  <a:lnTo>
                    <a:pt x="7040144" y="52200"/>
                  </a:lnTo>
                  <a:lnTo>
                    <a:pt x="6959238" y="36145"/>
                  </a:lnTo>
                  <a:lnTo>
                    <a:pt x="6888432" y="23492"/>
                  </a:lnTo>
                  <a:lnTo>
                    <a:pt x="6830074" y="14052"/>
                  </a:lnTo>
                  <a:lnTo>
                    <a:pt x="6785495" y="7496"/>
                  </a:lnTo>
                  <a:lnTo>
                    <a:pt x="6754755" y="3370"/>
                  </a:lnTo>
                  <a:lnTo>
                    <a:pt x="6736552" y="1134"/>
                  </a:lnTo>
                  <a:lnTo>
                    <a:pt x="6728316" y="205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744" y="36"/>
                  </a:lnTo>
                  <a:lnTo>
                    <a:pt x="5245797" y="298"/>
                  </a:lnTo>
                  <a:lnTo>
                    <a:pt x="5225799" y="1021"/>
                  </a:lnTo>
                  <a:lnTo>
                    <a:pt x="5190141" y="2444"/>
                  </a:lnTo>
                  <a:lnTo>
                    <a:pt x="5137183" y="4785"/>
                  </a:lnTo>
                  <a:lnTo>
                    <a:pt x="5067380" y="8221"/>
                  </a:lnTo>
                  <a:lnTo>
                    <a:pt x="4983077" y="12867"/>
                  </a:lnTo>
                  <a:lnTo>
                    <a:pt x="4887966" y="18778"/>
                  </a:lnTo>
                  <a:lnTo>
                    <a:pt x="4786357" y="25960"/>
                  </a:lnTo>
                  <a:lnTo>
                    <a:pt x="4682462" y="34388"/>
                  </a:lnTo>
                  <a:lnTo>
                    <a:pt x="4579874" y="44035"/>
                  </a:lnTo>
                  <a:lnTo>
                    <a:pt x="4481293" y="54894"/>
                  </a:lnTo>
                  <a:lnTo>
                    <a:pt x="4388482" y="66989"/>
                  </a:lnTo>
                  <a:lnTo>
                    <a:pt x="4302366" y="80391"/>
                  </a:lnTo>
                  <a:lnTo>
                    <a:pt x="4223212" y="95213"/>
                  </a:lnTo>
                  <a:lnTo>
                    <a:pt x="4150806" y="111619"/>
                  </a:lnTo>
                  <a:lnTo>
                    <a:pt x="4084620" y="129813"/>
                  </a:lnTo>
                  <a:lnTo>
                    <a:pt x="4023939" y="150034"/>
                  </a:lnTo>
                  <a:lnTo>
                    <a:pt x="3967952" y="172543"/>
                  </a:lnTo>
                  <a:lnTo>
                    <a:pt x="3915824" y="197594"/>
                  </a:lnTo>
                  <a:lnTo>
                    <a:pt x="3866752" y="225397"/>
                  </a:lnTo>
                  <a:lnTo>
                    <a:pt x="3829811" y="249276"/>
                  </a:lnTo>
                  <a:lnTo>
                    <a:pt x="3783165" y="283168"/>
                  </a:lnTo>
                  <a:lnTo>
                    <a:pt x="3737886" y="320147"/>
                  </a:lnTo>
                  <a:lnTo>
                    <a:pt x="3693511" y="360270"/>
                  </a:lnTo>
                  <a:lnTo>
                    <a:pt x="3649689" y="403508"/>
                  </a:lnTo>
                  <a:lnTo>
                    <a:pt x="3606163" y="449743"/>
                  </a:lnTo>
                  <a:lnTo>
                    <a:pt x="3562749" y="498759"/>
                  </a:lnTo>
                  <a:lnTo>
                    <a:pt x="3519332" y="550237"/>
                  </a:lnTo>
                  <a:lnTo>
                    <a:pt x="3475850" y="603763"/>
                  </a:lnTo>
                  <a:lnTo>
                    <a:pt x="3432287" y="658836"/>
                  </a:lnTo>
                  <a:lnTo>
                    <a:pt x="3388660" y="714889"/>
                  </a:lnTo>
                  <a:lnTo>
                    <a:pt x="3345006" y="771310"/>
                  </a:lnTo>
                  <a:lnTo>
                    <a:pt x="3301372" y="827468"/>
                  </a:lnTo>
                  <a:lnTo>
                    <a:pt x="3257796" y="882747"/>
                  </a:lnTo>
                  <a:lnTo>
                    <a:pt x="3214301" y="936569"/>
                  </a:lnTo>
                  <a:lnTo>
                    <a:pt x="3170876" y="988422"/>
                  </a:lnTo>
                  <a:lnTo>
                    <a:pt x="3127468" y="1037876"/>
                  </a:lnTo>
                  <a:lnTo>
                    <a:pt x="3083971" y="1084596"/>
                  </a:lnTo>
                  <a:lnTo>
                    <a:pt x="3040215" y="1128348"/>
                  </a:lnTo>
                  <a:lnTo>
                    <a:pt x="2995955" y="1168998"/>
                  </a:lnTo>
                  <a:lnTo>
                    <a:pt x="2950856" y="1206503"/>
                  </a:lnTo>
                  <a:lnTo>
                    <a:pt x="2904477" y="1240906"/>
                  </a:lnTo>
                  <a:lnTo>
                    <a:pt x="2896531" y="1246382"/>
                  </a:lnTo>
                  <a:lnTo>
                    <a:pt x="2849347" y="1276426"/>
                  </a:lnTo>
                  <a:lnTo>
                    <a:pt x="2799688" y="1303629"/>
                  </a:lnTo>
                  <a:lnTo>
                    <a:pt x="2746807" y="1328118"/>
                  </a:lnTo>
                  <a:lnTo>
                    <a:pt x="2689889" y="1350117"/>
                  </a:lnTo>
                  <a:lnTo>
                    <a:pt x="2628100" y="1369884"/>
                  </a:lnTo>
                  <a:lnTo>
                    <a:pt x="2560644" y="1387678"/>
                  </a:lnTo>
                  <a:lnTo>
                    <a:pt x="2486835" y="1403731"/>
                  </a:lnTo>
                  <a:lnTo>
                    <a:pt x="2406201" y="1418238"/>
                  </a:lnTo>
                  <a:lnTo>
                    <a:pt x="2318616" y="1431353"/>
                  </a:lnTo>
                  <a:lnTo>
                    <a:pt x="2224471" y="1443181"/>
                  </a:lnTo>
                  <a:lnTo>
                    <a:pt x="2124857" y="1453781"/>
                  </a:lnTo>
                  <a:lnTo>
                    <a:pt x="2021732" y="1463170"/>
                  </a:lnTo>
                  <a:lnTo>
                    <a:pt x="1917996" y="1471334"/>
                  </a:lnTo>
                  <a:lnTo>
                    <a:pt x="1817406" y="1478246"/>
                  </a:lnTo>
                  <a:lnTo>
                    <a:pt x="1724247" y="1483886"/>
                  </a:lnTo>
                  <a:lnTo>
                    <a:pt x="1642761" y="1488268"/>
                  </a:lnTo>
                  <a:lnTo>
                    <a:pt x="1576410" y="1491458"/>
                  </a:lnTo>
                  <a:lnTo>
                    <a:pt x="1527172" y="1493587"/>
                  </a:lnTo>
                  <a:lnTo>
                    <a:pt x="1495061" y="1494842"/>
                  </a:lnTo>
                  <a:lnTo>
                    <a:pt x="1477997" y="1495446"/>
                  </a:lnTo>
                  <a:lnTo>
                    <a:pt x="1471984" y="1495640"/>
                  </a:lnTo>
                  <a:lnTo>
                    <a:pt x="1471387" y="1495658"/>
                  </a:lnTo>
                  <a:lnTo>
                    <a:pt x="0" y="1495658"/>
                  </a:lnTo>
                  <a:close/>
                </a:path>
              </a:pathLst>
            </a:custGeom>
            <a:solidFill>
              <a:srgbClr val="F28E5B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816" name="pl816"/>
            <p:cNvSpPr/>
            <p:nvPr/>
          </p:nvSpPr>
          <p:spPr>
            <a:xfrm>
              <a:off x="4799595" y="5862454"/>
              <a:ext cx="11981298" cy="5075431"/>
            </a:xfrm>
            <a:custGeom>
              <a:avLst/>
              <a:pathLst>
                <a:path w="11981298" h="5075431">
                  <a:moveTo>
                    <a:pt x="0" y="1495658"/>
                  </a:moveTo>
                  <a:lnTo>
                    <a:pt x="1471387" y="1495658"/>
                  </a:lnTo>
                  <a:lnTo>
                    <a:pt x="1472598" y="1495622"/>
                  </a:lnTo>
                  <a:lnTo>
                    <a:pt x="1480546" y="1495360"/>
                  </a:lnTo>
                  <a:lnTo>
                    <a:pt x="1500543" y="1494637"/>
                  </a:lnTo>
                  <a:lnTo>
                    <a:pt x="1536201" y="1493214"/>
                  </a:lnTo>
                  <a:lnTo>
                    <a:pt x="1589159" y="1490873"/>
                  </a:lnTo>
                  <a:lnTo>
                    <a:pt x="1658962" y="1487437"/>
                  </a:lnTo>
                  <a:lnTo>
                    <a:pt x="1743265" y="1482791"/>
                  </a:lnTo>
                  <a:lnTo>
                    <a:pt x="1838376" y="1476879"/>
                  </a:lnTo>
                  <a:lnTo>
                    <a:pt x="1939985" y="1469698"/>
                  </a:lnTo>
                  <a:lnTo>
                    <a:pt x="2043880" y="1461270"/>
                  </a:lnTo>
                  <a:lnTo>
                    <a:pt x="2146468" y="1451623"/>
                  </a:lnTo>
                  <a:lnTo>
                    <a:pt x="2245049" y="1440764"/>
                  </a:lnTo>
                  <a:lnTo>
                    <a:pt x="2337861" y="1428668"/>
                  </a:lnTo>
                  <a:lnTo>
                    <a:pt x="2423976" y="1415267"/>
                  </a:lnTo>
                  <a:lnTo>
                    <a:pt x="2503131" y="1400444"/>
                  </a:lnTo>
                  <a:lnTo>
                    <a:pt x="2575536" y="1384038"/>
                  </a:lnTo>
                  <a:lnTo>
                    <a:pt x="2641722" y="1365844"/>
                  </a:lnTo>
                  <a:lnTo>
                    <a:pt x="2702403" y="1345623"/>
                  </a:lnTo>
                  <a:lnTo>
                    <a:pt x="2758390" y="1323115"/>
                  </a:lnTo>
                  <a:lnTo>
                    <a:pt x="2810518" y="1298064"/>
                  </a:lnTo>
                  <a:lnTo>
                    <a:pt x="2859590" y="1270261"/>
                  </a:lnTo>
                  <a:lnTo>
                    <a:pt x="2896531" y="1246382"/>
                  </a:lnTo>
                  <a:lnTo>
                    <a:pt x="2943177" y="1212490"/>
                  </a:lnTo>
                  <a:lnTo>
                    <a:pt x="2988456" y="1175510"/>
                  </a:lnTo>
                  <a:lnTo>
                    <a:pt x="3032832" y="1135388"/>
                  </a:lnTo>
                  <a:lnTo>
                    <a:pt x="3076653" y="1092150"/>
                  </a:lnTo>
                  <a:lnTo>
                    <a:pt x="3120179" y="1045914"/>
                  </a:lnTo>
                  <a:lnTo>
                    <a:pt x="3163593" y="996899"/>
                  </a:lnTo>
                  <a:lnTo>
                    <a:pt x="3207010" y="945421"/>
                  </a:lnTo>
                  <a:lnTo>
                    <a:pt x="3250492" y="891895"/>
                  </a:lnTo>
                  <a:lnTo>
                    <a:pt x="3294055" y="836822"/>
                  </a:lnTo>
                  <a:lnTo>
                    <a:pt x="3337682" y="780768"/>
                  </a:lnTo>
                  <a:lnTo>
                    <a:pt x="3381336" y="724348"/>
                  </a:lnTo>
                  <a:lnTo>
                    <a:pt x="3424970" y="668190"/>
                  </a:lnTo>
                  <a:lnTo>
                    <a:pt x="3468546" y="612911"/>
                  </a:lnTo>
                  <a:lnTo>
                    <a:pt x="3512041" y="559088"/>
                  </a:lnTo>
                  <a:lnTo>
                    <a:pt x="3555466" y="507235"/>
                  </a:lnTo>
                  <a:lnTo>
                    <a:pt x="3598874" y="457781"/>
                  </a:lnTo>
                  <a:lnTo>
                    <a:pt x="3642371" y="411061"/>
                  </a:lnTo>
                  <a:lnTo>
                    <a:pt x="3686127" y="367309"/>
                  </a:lnTo>
                  <a:lnTo>
                    <a:pt x="3730387" y="326660"/>
                  </a:lnTo>
                  <a:lnTo>
                    <a:pt x="3775486" y="289155"/>
                  </a:lnTo>
                  <a:lnTo>
                    <a:pt x="3821865" y="254752"/>
                  </a:lnTo>
                  <a:lnTo>
                    <a:pt x="3829811" y="249276"/>
                  </a:lnTo>
                  <a:lnTo>
                    <a:pt x="3876995" y="219232"/>
                  </a:lnTo>
                  <a:lnTo>
                    <a:pt x="3926654" y="192028"/>
                  </a:lnTo>
                  <a:lnTo>
                    <a:pt x="3979535" y="167539"/>
                  </a:lnTo>
                  <a:lnTo>
                    <a:pt x="4036453" y="145541"/>
                  </a:lnTo>
                  <a:lnTo>
                    <a:pt x="4098242" y="125773"/>
                  </a:lnTo>
                  <a:lnTo>
                    <a:pt x="4165698" y="107980"/>
                  </a:lnTo>
                  <a:lnTo>
                    <a:pt x="4239507" y="91927"/>
                  </a:lnTo>
                  <a:lnTo>
                    <a:pt x="4320141" y="77419"/>
                  </a:lnTo>
                  <a:lnTo>
                    <a:pt x="4407726" y="64304"/>
                  </a:lnTo>
                  <a:lnTo>
                    <a:pt x="4501871" y="52477"/>
                  </a:lnTo>
                  <a:lnTo>
                    <a:pt x="4601485" y="41877"/>
                  </a:lnTo>
                  <a:lnTo>
                    <a:pt x="4704610" y="32488"/>
                  </a:lnTo>
                  <a:lnTo>
                    <a:pt x="4808346" y="24323"/>
                  </a:lnTo>
                  <a:lnTo>
                    <a:pt x="4908936" y="17411"/>
                  </a:lnTo>
                  <a:lnTo>
                    <a:pt x="5002095" y="11771"/>
                  </a:lnTo>
                  <a:lnTo>
                    <a:pt x="5083581" y="7390"/>
                  </a:lnTo>
                  <a:lnTo>
                    <a:pt x="5149932" y="4199"/>
                  </a:lnTo>
                  <a:lnTo>
                    <a:pt x="5199170" y="2070"/>
                  </a:lnTo>
                  <a:lnTo>
                    <a:pt x="5231281" y="816"/>
                  </a:lnTo>
                  <a:lnTo>
                    <a:pt x="5248345" y="211"/>
                  </a:lnTo>
                  <a:lnTo>
                    <a:pt x="5254358" y="17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218" y="89"/>
                  </a:lnTo>
                  <a:lnTo>
                    <a:pt x="6733006" y="725"/>
                  </a:lnTo>
                  <a:lnTo>
                    <a:pt x="6747705" y="2481"/>
                  </a:lnTo>
                  <a:lnTo>
                    <a:pt x="6774255" y="5945"/>
                  </a:lnTo>
                  <a:lnTo>
                    <a:pt x="6814374" y="11674"/>
                  </a:lnTo>
                  <a:lnTo>
                    <a:pt x="6868439" y="20155"/>
                  </a:lnTo>
                  <a:lnTo>
                    <a:pt x="6935500" y="31759"/>
                  </a:lnTo>
                  <a:lnTo>
                    <a:pt x="7013494" y="46719"/>
                  </a:lnTo>
                  <a:lnTo>
                    <a:pt x="7099609" y="65138"/>
                  </a:lnTo>
                  <a:lnTo>
                    <a:pt x="7190717" y="87015"/>
                  </a:lnTo>
                  <a:lnTo>
                    <a:pt x="7283781" y="112290"/>
                  </a:lnTo>
                  <a:lnTo>
                    <a:pt x="7376162" y="140895"/>
                  </a:lnTo>
                  <a:lnTo>
                    <a:pt x="7465781" y="172796"/>
                  </a:lnTo>
                  <a:lnTo>
                    <a:pt x="7551175" y="208027"/>
                  </a:lnTo>
                  <a:lnTo>
                    <a:pt x="7631449" y="246712"/>
                  </a:lnTo>
                  <a:lnTo>
                    <a:pt x="7706191" y="289073"/>
                  </a:lnTo>
                  <a:lnTo>
                    <a:pt x="7775362" y="335437"/>
                  </a:lnTo>
                  <a:lnTo>
                    <a:pt x="7839191" y="386231"/>
                  </a:lnTo>
                  <a:lnTo>
                    <a:pt x="7898092" y="441971"/>
                  </a:lnTo>
                  <a:lnTo>
                    <a:pt x="7952587" y="503248"/>
                  </a:lnTo>
                  <a:lnTo>
                    <a:pt x="8003260" y="570695"/>
                  </a:lnTo>
                  <a:lnTo>
                    <a:pt x="8050711" y="644946"/>
                  </a:lnTo>
                  <a:lnTo>
                    <a:pt x="8095528" y="726554"/>
                  </a:lnTo>
                  <a:lnTo>
                    <a:pt x="8138258" y="815875"/>
                  </a:lnTo>
                  <a:lnTo>
                    <a:pt x="8151487" y="845905"/>
                  </a:lnTo>
                  <a:lnTo>
                    <a:pt x="8180772" y="916434"/>
                  </a:lnTo>
                  <a:lnTo>
                    <a:pt x="8209449" y="990993"/>
                  </a:lnTo>
                  <a:lnTo>
                    <a:pt x="8237646" y="1069661"/>
                  </a:lnTo>
                  <a:lnTo>
                    <a:pt x="8265472" y="1152480"/>
                  </a:lnTo>
                  <a:lnTo>
                    <a:pt x="8293021" y="1239452"/>
                  </a:lnTo>
                  <a:lnTo>
                    <a:pt x="8320369" y="1330532"/>
                  </a:lnTo>
                  <a:lnTo>
                    <a:pt x="8347582" y="1425629"/>
                  </a:lnTo>
                  <a:lnTo>
                    <a:pt x="8374711" y="1524601"/>
                  </a:lnTo>
                  <a:lnTo>
                    <a:pt x="8401796" y="1627254"/>
                  </a:lnTo>
                  <a:lnTo>
                    <a:pt x="8428869" y="1733342"/>
                  </a:lnTo>
                  <a:lnTo>
                    <a:pt x="8455953" y="1842569"/>
                  </a:lnTo>
                  <a:lnTo>
                    <a:pt x="8483060" y="1954588"/>
                  </a:lnTo>
                  <a:lnTo>
                    <a:pt x="8510198" y="2069010"/>
                  </a:lnTo>
                  <a:lnTo>
                    <a:pt x="8537368" y="2185401"/>
                  </a:lnTo>
                  <a:lnTo>
                    <a:pt x="8564566" y="2303297"/>
                  </a:lnTo>
                  <a:lnTo>
                    <a:pt x="8591786" y="2422205"/>
                  </a:lnTo>
                  <a:lnTo>
                    <a:pt x="8619015" y="2541615"/>
                  </a:lnTo>
                  <a:lnTo>
                    <a:pt x="8646245" y="2661009"/>
                  </a:lnTo>
                  <a:lnTo>
                    <a:pt x="8673463" y="2779866"/>
                  </a:lnTo>
                  <a:lnTo>
                    <a:pt x="8700659" y="2897678"/>
                  </a:lnTo>
                  <a:lnTo>
                    <a:pt x="8727828" y="3013955"/>
                  </a:lnTo>
                  <a:lnTo>
                    <a:pt x="8754964" y="3128232"/>
                  </a:lnTo>
                  <a:lnTo>
                    <a:pt x="8782069" y="3240081"/>
                  </a:lnTo>
                  <a:lnTo>
                    <a:pt x="8809151" y="3349113"/>
                  </a:lnTo>
                  <a:lnTo>
                    <a:pt x="8836224" y="3454986"/>
                  </a:lnTo>
                  <a:lnTo>
                    <a:pt x="8863312" y="3557405"/>
                  </a:lnTo>
                  <a:lnTo>
                    <a:pt x="8890445" y="3656129"/>
                  </a:lnTo>
                  <a:lnTo>
                    <a:pt x="8917664" y="3750968"/>
                  </a:lnTo>
                  <a:lnTo>
                    <a:pt x="8945024" y="3841782"/>
                  </a:lnTo>
                  <a:lnTo>
                    <a:pt x="8972588" y="3928484"/>
                  </a:lnTo>
                  <a:lnTo>
                    <a:pt x="9000436" y="4011031"/>
                  </a:lnTo>
                  <a:lnTo>
                    <a:pt x="9028660" y="4089429"/>
                  </a:lnTo>
                  <a:lnTo>
                    <a:pt x="9057372" y="4163722"/>
                  </a:lnTo>
                  <a:lnTo>
                    <a:pt x="9084767" y="4229526"/>
                  </a:lnTo>
                  <a:lnTo>
                    <a:pt x="9126936" y="4321319"/>
                  </a:lnTo>
                  <a:lnTo>
                    <a:pt x="9171033" y="4405355"/>
                  </a:lnTo>
                  <a:lnTo>
                    <a:pt x="9217584" y="4481892"/>
                  </a:lnTo>
                  <a:lnTo>
                    <a:pt x="9267167" y="4551436"/>
                  </a:lnTo>
                  <a:lnTo>
                    <a:pt x="9320382" y="4614605"/>
                  </a:lnTo>
                  <a:lnTo>
                    <a:pt x="9377821" y="4672038"/>
                  </a:lnTo>
                  <a:lnTo>
                    <a:pt x="9440032" y="4724345"/>
                  </a:lnTo>
                  <a:lnTo>
                    <a:pt x="9507469" y="4772067"/>
                  </a:lnTo>
                  <a:lnTo>
                    <a:pt x="9580429" y="4815661"/>
                  </a:lnTo>
                  <a:lnTo>
                    <a:pt x="9658969" y="4855486"/>
                  </a:lnTo>
                  <a:lnTo>
                    <a:pt x="9742807" y="4891797"/>
                  </a:lnTo>
                  <a:lnTo>
                    <a:pt x="9831213" y="4924749"/>
                  </a:lnTo>
                  <a:lnTo>
                    <a:pt x="9922911" y="4954403"/>
                  </a:lnTo>
                  <a:lnTo>
                    <a:pt x="10016020" y="4980744"/>
                  </a:lnTo>
                  <a:lnTo>
                    <a:pt x="10108065" y="5003709"/>
                  </a:lnTo>
                  <a:lnTo>
                    <a:pt x="10196110" y="5023231"/>
                  </a:lnTo>
                  <a:lnTo>
                    <a:pt x="10277015" y="5039286"/>
                  </a:lnTo>
                  <a:lnTo>
                    <a:pt x="10347821" y="5051939"/>
                  </a:lnTo>
                  <a:lnTo>
                    <a:pt x="10406180" y="5061379"/>
                  </a:lnTo>
                  <a:lnTo>
                    <a:pt x="10450758" y="5067935"/>
                  </a:lnTo>
                  <a:lnTo>
                    <a:pt x="10481498" y="5072061"/>
                  </a:lnTo>
                  <a:lnTo>
                    <a:pt x="10499702" y="5074297"/>
                  </a:lnTo>
                  <a:lnTo>
                    <a:pt x="10507937" y="5075226"/>
                  </a:lnTo>
                  <a:lnTo>
                    <a:pt x="10509881" y="5075429"/>
                  </a:lnTo>
                  <a:lnTo>
                    <a:pt x="10509911" y="5075431"/>
                  </a:lnTo>
                  <a:lnTo>
                    <a:pt x="11981298" y="507543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17" name="pl817"/>
            <p:cNvSpPr/>
            <p:nvPr/>
          </p:nvSpPr>
          <p:spPr>
            <a:xfrm>
              <a:off x="4799595" y="5837935"/>
              <a:ext cx="11981298" cy="5075431"/>
            </a:xfrm>
            <a:custGeom>
              <a:avLst/>
              <a:pathLst>
                <a:path w="11981298" h="5075431">
                  <a:moveTo>
                    <a:pt x="11981298" y="5075431"/>
                  </a:moveTo>
                  <a:lnTo>
                    <a:pt x="10509911" y="5075431"/>
                  </a:lnTo>
                  <a:lnTo>
                    <a:pt x="10509035" y="5075342"/>
                  </a:lnTo>
                  <a:lnTo>
                    <a:pt x="10503247" y="5074706"/>
                  </a:lnTo>
                  <a:lnTo>
                    <a:pt x="10488548" y="5072949"/>
                  </a:lnTo>
                  <a:lnTo>
                    <a:pt x="10461998" y="5069486"/>
                  </a:lnTo>
                  <a:lnTo>
                    <a:pt x="10421879" y="5063757"/>
                  </a:lnTo>
                  <a:lnTo>
                    <a:pt x="10367815" y="5055276"/>
                  </a:lnTo>
                  <a:lnTo>
                    <a:pt x="10300754" y="5043672"/>
                  </a:lnTo>
                  <a:lnTo>
                    <a:pt x="10222759" y="5028712"/>
                  </a:lnTo>
                  <a:lnTo>
                    <a:pt x="10136644" y="5010292"/>
                  </a:lnTo>
                  <a:lnTo>
                    <a:pt x="10045537" y="4988416"/>
                  </a:lnTo>
                  <a:lnTo>
                    <a:pt x="9952472" y="4963141"/>
                  </a:lnTo>
                  <a:lnTo>
                    <a:pt x="9860092" y="4934536"/>
                  </a:lnTo>
                  <a:lnTo>
                    <a:pt x="9770472" y="4902635"/>
                  </a:lnTo>
                  <a:lnTo>
                    <a:pt x="9685079" y="4867404"/>
                  </a:lnTo>
                  <a:lnTo>
                    <a:pt x="9604804" y="4828719"/>
                  </a:lnTo>
                  <a:lnTo>
                    <a:pt x="9530062" y="4786358"/>
                  </a:lnTo>
                  <a:lnTo>
                    <a:pt x="9460892" y="4739994"/>
                  </a:lnTo>
                  <a:lnTo>
                    <a:pt x="9397062" y="4689200"/>
                  </a:lnTo>
                  <a:lnTo>
                    <a:pt x="9338162" y="4633460"/>
                  </a:lnTo>
                  <a:lnTo>
                    <a:pt x="9283666" y="4572183"/>
                  </a:lnTo>
                  <a:lnTo>
                    <a:pt x="9232994" y="4504736"/>
                  </a:lnTo>
                  <a:lnTo>
                    <a:pt x="9185543" y="4430485"/>
                  </a:lnTo>
                  <a:lnTo>
                    <a:pt x="9140725" y="4348877"/>
                  </a:lnTo>
                  <a:lnTo>
                    <a:pt x="9097995" y="4259556"/>
                  </a:lnTo>
                  <a:lnTo>
                    <a:pt x="9084767" y="4229526"/>
                  </a:lnTo>
                  <a:lnTo>
                    <a:pt x="9055481" y="4158997"/>
                  </a:lnTo>
                  <a:lnTo>
                    <a:pt x="9026804" y="4084438"/>
                  </a:lnTo>
                  <a:lnTo>
                    <a:pt x="8998608" y="4005770"/>
                  </a:lnTo>
                  <a:lnTo>
                    <a:pt x="8970781" y="3922951"/>
                  </a:lnTo>
                  <a:lnTo>
                    <a:pt x="8943233" y="3835979"/>
                  </a:lnTo>
                  <a:lnTo>
                    <a:pt x="8915884" y="3744899"/>
                  </a:lnTo>
                  <a:lnTo>
                    <a:pt x="8888671" y="3649802"/>
                  </a:lnTo>
                  <a:lnTo>
                    <a:pt x="8861543" y="3550830"/>
                  </a:lnTo>
                  <a:lnTo>
                    <a:pt x="8834457" y="3448177"/>
                  </a:lnTo>
                  <a:lnTo>
                    <a:pt x="8807384" y="3342089"/>
                  </a:lnTo>
                  <a:lnTo>
                    <a:pt x="8780300" y="3232862"/>
                  </a:lnTo>
                  <a:lnTo>
                    <a:pt x="8753193" y="3120842"/>
                  </a:lnTo>
                  <a:lnTo>
                    <a:pt x="8726055" y="3006421"/>
                  </a:lnTo>
                  <a:lnTo>
                    <a:pt x="8698885" y="2890030"/>
                  </a:lnTo>
                  <a:lnTo>
                    <a:pt x="8671687" y="2772134"/>
                  </a:lnTo>
                  <a:lnTo>
                    <a:pt x="8644468" y="2653226"/>
                  </a:lnTo>
                  <a:lnTo>
                    <a:pt x="8617238" y="2533816"/>
                  </a:lnTo>
                  <a:lnTo>
                    <a:pt x="8590008" y="2414422"/>
                  </a:lnTo>
                  <a:lnTo>
                    <a:pt x="8562790" y="2295565"/>
                  </a:lnTo>
                  <a:lnTo>
                    <a:pt x="8535594" y="2177753"/>
                  </a:lnTo>
                  <a:lnTo>
                    <a:pt x="8508426" y="2061476"/>
                  </a:lnTo>
                  <a:lnTo>
                    <a:pt x="8481290" y="1947199"/>
                  </a:lnTo>
                  <a:lnTo>
                    <a:pt x="8454184" y="1835350"/>
                  </a:lnTo>
                  <a:lnTo>
                    <a:pt x="8427102" y="1726318"/>
                  </a:lnTo>
                  <a:lnTo>
                    <a:pt x="8400029" y="1620445"/>
                  </a:lnTo>
                  <a:lnTo>
                    <a:pt x="8372941" y="1518026"/>
                  </a:lnTo>
                  <a:lnTo>
                    <a:pt x="8345809" y="1419302"/>
                  </a:lnTo>
                  <a:lnTo>
                    <a:pt x="8318589" y="1324463"/>
                  </a:lnTo>
                  <a:lnTo>
                    <a:pt x="8291229" y="1233649"/>
                  </a:lnTo>
                  <a:lnTo>
                    <a:pt x="8263665" y="1146947"/>
                  </a:lnTo>
                  <a:lnTo>
                    <a:pt x="8235817" y="1064400"/>
                  </a:lnTo>
                  <a:lnTo>
                    <a:pt x="8207593" y="986002"/>
                  </a:lnTo>
                  <a:lnTo>
                    <a:pt x="8178881" y="911709"/>
                  </a:lnTo>
                  <a:lnTo>
                    <a:pt x="8151487" y="845905"/>
                  </a:lnTo>
                  <a:lnTo>
                    <a:pt x="8109318" y="754111"/>
                  </a:lnTo>
                  <a:lnTo>
                    <a:pt x="8065220" y="670076"/>
                  </a:lnTo>
                  <a:lnTo>
                    <a:pt x="8018669" y="593539"/>
                  </a:lnTo>
                  <a:lnTo>
                    <a:pt x="7969086" y="523995"/>
                  </a:lnTo>
                  <a:lnTo>
                    <a:pt x="7915871" y="460826"/>
                  </a:lnTo>
                  <a:lnTo>
                    <a:pt x="7858432" y="403393"/>
                  </a:lnTo>
                  <a:lnTo>
                    <a:pt x="7796221" y="351086"/>
                  </a:lnTo>
                  <a:lnTo>
                    <a:pt x="7728784" y="303364"/>
                  </a:lnTo>
                  <a:lnTo>
                    <a:pt x="7655824" y="259770"/>
                  </a:lnTo>
                  <a:lnTo>
                    <a:pt x="7577284" y="219945"/>
                  </a:lnTo>
                  <a:lnTo>
                    <a:pt x="7493446" y="183634"/>
                  </a:lnTo>
                  <a:lnTo>
                    <a:pt x="7405040" y="150682"/>
                  </a:lnTo>
                  <a:lnTo>
                    <a:pt x="7313342" y="121028"/>
                  </a:lnTo>
                  <a:lnTo>
                    <a:pt x="7220233" y="94687"/>
                  </a:lnTo>
                  <a:lnTo>
                    <a:pt x="7128188" y="71722"/>
                  </a:lnTo>
                  <a:lnTo>
                    <a:pt x="7040144" y="52200"/>
                  </a:lnTo>
                  <a:lnTo>
                    <a:pt x="6959238" y="36145"/>
                  </a:lnTo>
                  <a:lnTo>
                    <a:pt x="6888432" y="23492"/>
                  </a:lnTo>
                  <a:lnTo>
                    <a:pt x="6830074" y="14052"/>
                  </a:lnTo>
                  <a:lnTo>
                    <a:pt x="6785495" y="7496"/>
                  </a:lnTo>
                  <a:lnTo>
                    <a:pt x="6754755" y="3370"/>
                  </a:lnTo>
                  <a:lnTo>
                    <a:pt x="6736552" y="1134"/>
                  </a:lnTo>
                  <a:lnTo>
                    <a:pt x="6728316" y="205"/>
                  </a:lnTo>
                  <a:lnTo>
                    <a:pt x="6726372" y="2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744" y="36"/>
                  </a:lnTo>
                  <a:lnTo>
                    <a:pt x="5245797" y="298"/>
                  </a:lnTo>
                  <a:lnTo>
                    <a:pt x="5225799" y="1021"/>
                  </a:lnTo>
                  <a:lnTo>
                    <a:pt x="5190141" y="2444"/>
                  </a:lnTo>
                  <a:lnTo>
                    <a:pt x="5137183" y="4785"/>
                  </a:lnTo>
                  <a:lnTo>
                    <a:pt x="5067380" y="8221"/>
                  </a:lnTo>
                  <a:lnTo>
                    <a:pt x="4983077" y="12867"/>
                  </a:lnTo>
                  <a:lnTo>
                    <a:pt x="4887966" y="18778"/>
                  </a:lnTo>
                  <a:lnTo>
                    <a:pt x="4786357" y="25960"/>
                  </a:lnTo>
                  <a:lnTo>
                    <a:pt x="4682462" y="34388"/>
                  </a:lnTo>
                  <a:lnTo>
                    <a:pt x="4579874" y="44035"/>
                  </a:lnTo>
                  <a:lnTo>
                    <a:pt x="4481293" y="54894"/>
                  </a:lnTo>
                  <a:lnTo>
                    <a:pt x="4388482" y="66989"/>
                  </a:lnTo>
                  <a:lnTo>
                    <a:pt x="4302366" y="80391"/>
                  </a:lnTo>
                  <a:lnTo>
                    <a:pt x="4223212" y="95213"/>
                  </a:lnTo>
                  <a:lnTo>
                    <a:pt x="4150806" y="111619"/>
                  </a:lnTo>
                  <a:lnTo>
                    <a:pt x="4084620" y="129813"/>
                  </a:lnTo>
                  <a:lnTo>
                    <a:pt x="4023939" y="150034"/>
                  </a:lnTo>
                  <a:lnTo>
                    <a:pt x="3967952" y="172543"/>
                  </a:lnTo>
                  <a:lnTo>
                    <a:pt x="3915824" y="197594"/>
                  </a:lnTo>
                  <a:lnTo>
                    <a:pt x="3866752" y="225397"/>
                  </a:lnTo>
                  <a:lnTo>
                    <a:pt x="3829811" y="249276"/>
                  </a:lnTo>
                  <a:lnTo>
                    <a:pt x="3783165" y="283168"/>
                  </a:lnTo>
                  <a:lnTo>
                    <a:pt x="3737886" y="320147"/>
                  </a:lnTo>
                  <a:lnTo>
                    <a:pt x="3693511" y="360270"/>
                  </a:lnTo>
                  <a:lnTo>
                    <a:pt x="3649689" y="403508"/>
                  </a:lnTo>
                  <a:lnTo>
                    <a:pt x="3606163" y="449743"/>
                  </a:lnTo>
                  <a:lnTo>
                    <a:pt x="3562749" y="498759"/>
                  </a:lnTo>
                  <a:lnTo>
                    <a:pt x="3519332" y="550237"/>
                  </a:lnTo>
                  <a:lnTo>
                    <a:pt x="3475850" y="603763"/>
                  </a:lnTo>
                  <a:lnTo>
                    <a:pt x="3432287" y="658836"/>
                  </a:lnTo>
                  <a:lnTo>
                    <a:pt x="3388660" y="714889"/>
                  </a:lnTo>
                  <a:lnTo>
                    <a:pt x="3345006" y="771310"/>
                  </a:lnTo>
                  <a:lnTo>
                    <a:pt x="3301372" y="827468"/>
                  </a:lnTo>
                  <a:lnTo>
                    <a:pt x="3257796" y="882747"/>
                  </a:lnTo>
                  <a:lnTo>
                    <a:pt x="3214301" y="936569"/>
                  </a:lnTo>
                  <a:lnTo>
                    <a:pt x="3170876" y="988422"/>
                  </a:lnTo>
                  <a:lnTo>
                    <a:pt x="3127468" y="1037876"/>
                  </a:lnTo>
                  <a:lnTo>
                    <a:pt x="3083971" y="1084596"/>
                  </a:lnTo>
                  <a:lnTo>
                    <a:pt x="3040215" y="1128348"/>
                  </a:lnTo>
                  <a:lnTo>
                    <a:pt x="2995955" y="1168998"/>
                  </a:lnTo>
                  <a:lnTo>
                    <a:pt x="2950856" y="1206503"/>
                  </a:lnTo>
                  <a:lnTo>
                    <a:pt x="2904477" y="1240906"/>
                  </a:lnTo>
                  <a:lnTo>
                    <a:pt x="2896531" y="1246382"/>
                  </a:lnTo>
                  <a:lnTo>
                    <a:pt x="2849347" y="1276426"/>
                  </a:lnTo>
                  <a:lnTo>
                    <a:pt x="2799688" y="1303629"/>
                  </a:lnTo>
                  <a:lnTo>
                    <a:pt x="2746807" y="1328118"/>
                  </a:lnTo>
                  <a:lnTo>
                    <a:pt x="2689889" y="1350117"/>
                  </a:lnTo>
                  <a:lnTo>
                    <a:pt x="2628100" y="1369884"/>
                  </a:lnTo>
                  <a:lnTo>
                    <a:pt x="2560644" y="1387678"/>
                  </a:lnTo>
                  <a:lnTo>
                    <a:pt x="2486835" y="1403731"/>
                  </a:lnTo>
                  <a:lnTo>
                    <a:pt x="2406201" y="1418238"/>
                  </a:lnTo>
                  <a:lnTo>
                    <a:pt x="2318616" y="1431353"/>
                  </a:lnTo>
                  <a:lnTo>
                    <a:pt x="2224471" y="1443181"/>
                  </a:lnTo>
                  <a:lnTo>
                    <a:pt x="2124857" y="1453781"/>
                  </a:lnTo>
                  <a:lnTo>
                    <a:pt x="2021732" y="1463170"/>
                  </a:lnTo>
                  <a:lnTo>
                    <a:pt x="1917996" y="1471334"/>
                  </a:lnTo>
                  <a:lnTo>
                    <a:pt x="1817406" y="1478246"/>
                  </a:lnTo>
                  <a:lnTo>
                    <a:pt x="1724247" y="1483886"/>
                  </a:lnTo>
                  <a:lnTo>
                    <a:pt x="1642761" y="1488268"/>
                  </a:lnTo>
                  <a:lnTo>
                    <a:pt x="1576410" y="1491458"/>
                  </a:lnTo>
                  <a:lnTo>
                    <a:pt x="1527172" y="1493587"/>
                  </a:lnTo>
                  <a:lnTo>
                    <a:pt x="1495061" y="1494842"/>
                  </a:lnTo>
                  <a:lnTo>
                    <a:pt x="1477997" y="1495446"/>
                  </a:lnTo>
                  <a:lnTo>
                    <a:pt x="1471984" y="1495640"/>
                  </a:lnTo>
                  <a:lnTo>
                    <a:pt x="1471387" y="1495658"/>
                  </a:lnTo>
                  <a:lnTo>
                    <a:pt x="0" y="149565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18" name="pg818"/>
            <p:cNvSpPr/>
            <p:nvPr/>
          </p:nvSpPr>
          <p:spPr>
            <a:xfrm>
              <a:off x="4799595" y="4677369"/>
              <a:ext cx="11981298" cy="5941769"/>
            </a:xfrm>
            <a:custGeom>
              <a:avLst/>
              <a:pathLst>
                <a:path w="11981298" h="5941769">
                  <a:moveTo>
                    <a:pt x="0" y="3399967"/>
                  </a:moveTo>
                  <a:lnTo>
                    <a:pt x="1471387" y="3399967"/>
                  </a:lnTo>
                  <a:lnTo>
                    <a:pt x="1472550" y="3400027"/>
                  </a:lnTo>
                  <a:lnTo>
                    <a:pt x="1480192" y="3400453"/>
                  </a:lnTo>
                  <a:lnTo>
                    <a:pt x="1499443" y="3401632"/>
                  </a:lnTo>
                  <a:lnTo>
                    <a:pt x="1533832" y="3403953"/>
                  </a:lnTo>
                  <a:lnTo>
                    <a:pt x="1585025" y="3407774"/>
                  </a:lnTo>
                  <a:lnTo>
                    <a:pt x="1652707" y="3413389"/>
                  </a:lnTo>
                  <a:lnTo>
                    <a:pt x="1734745" y="3420994"/>
                  </a:lnTo>
                  <a:lnTo>
                    <a:pt x="1827680" y="3430688"/>
                  </a:lnTo>
                  <a:lnTo>
                    <a:pt x="1927399" y="3442483"/>
                  </a:lnTo>
                  <a:lnTo>
                    <a:pt x="2029816" y="3456346"/>
                  </a:lnTo>
                  <a:lnTo>
                    <a:pt x="2131386" y="3472231"/>
                  </a:lnTo>
                  <a:lnTo>
                    <a:pt x="2229386" y="3490117"/>
                  </a:lnTo>
                  <a:lnTo>
                    <a:pt x="2321990" y="3510037"/>
                  </a:lnTo>
                  <a:lnTo>
                    <a:pt x="2408184" y="3532092"/>
                  </a:lnTo>
                  <a:lnTo>
                    <a:pt x="2487611" y="3556454"/>
                  </a:lnTo>
                  <a:lnTo>
                    <a:pt x="2560398" y="3583374"/>
                  </a:lnTo>
                  <a:lnTo>
                    <a:pt x="2627001" y="3613172"/>
                  </a:lnTo>
                  <a:lnTo>
                    <a:pt x="2688076" y="3646227"/>
                  </a:lnTo>
                  <a:lnTo>
                    <a:pt x="2744387" y="3682958"/>
                  </a:lnTo>
                  <a:lnTo>
                    <a:pt x="2796734" y="3723789"/>
                  </a:lnTo>
                  <a:lnTo>
                    <a:pt x="2845902" y="3769092"/>
                  </a:lnTo>
                  <a:lnTo>
                    <a:pt x="2892612" y="3819086"/>
                  </a:lnTo>
                  <a:lnTo>
                    <a:pt x="2896531" y="3823601"/>
                  </a:lnTo>
                  <a:lnTo>
                    <a:pt x="2935829" y="3871647"/>
                  </a:lnTo>
                  <a:lnTo>
                    <a:pt x="2974105" y="3923382"/>
                  </a:lnTo>
                  <a:lnTo>
                    <a:pt x="3011649" y="3978878"/>
                  </a:lnTo>
                  <a:lnTo>
                    <a:pt x="3048694" y="4038144"/>
                  </a:lnTo>
                  <a:lnTo>
                    <a:pt x="3085423" y="4101113"/>
                  </a:lnTo>
                  <a:lnTo>
                    <a:pt x="3121975" y="4167638"/>
                  </a:lnTo>
                  <a:lnTo>
                    <a:pt x="3158452" y="4237488"/>
                  </a:lnTo>
                  <a:lnTo>
                    <a:pt x="3194925" y="4310347"/>
                  </a:lnTo>
                  <a:lnTo>
                    <a:pt x="3231437" y="4385815"/>
                  </a:lnTo>
                  <a:lnTo>
                    <a:pt x="3268004" y="4463416"/>
                  </a:lnTo>
                  <a:lnTo>
                    <a:pt x="3304627" y="4542609"/>
                  </a:lnTo>
                  <a:lnTo>
                    <a:pt x="3341290" y="4622805"/>
                  </a:lnTo>
                  <a:lnTo>
                    <a:pt x="3377969" y="4703380"/>
                  </a:lnTo>
                  <a:lnTo>
                    <a:pt x="3414637" y="4783699"/>
                  </a:lnTo>
                  <a:lnTo>
                    <a:pt x="3451269" y="4863134"/>
                  </a:lnTo>
                  <a:lnTo>
                    <a:pt x="3487848" y="4941086"/>
                  </a:lnTo>
                  <a:lnTo>
                    <a:pt x="3524370" y="5017005"/>
                  </a:lnTo>
                  <a:lnTo>
                    <a:pt x="3560848" y="5090401"/>
                  </a:lnTo>
                  <a:lnTo>
                    <a:pt x="3597320" y="5160860"/>
                  </a:lnTo>
                  <a:lnTo>
                    <a:pt x="3633851" y="5228048"/>
                  </a:lnTo>
                  <a:lnTo>
                    <a:pt x="3670535" y="5291717"/>
                  </a:lnTo>
                  <a:lnTo>
                    <a:pt x="3707506" y="5351706"/>
                  </a:lnTo>
                  <a:lnTo>
                    <a:pt x="3744938" y="5407932"/>
                  </a:lnTo>
                  <a:lnTo>
                    <a:pt x="3783052" y="5460389"/>
                  </a:lnTo>
                  <a:lnTo>
                    <a:pt x="3822127" y="5509139"/>
                  </a:lnTo>
                  <a:lnTo>
                    <a:pt x="3829811" y="5518136"/>
                  </a:lnTo>
                  <a:lnTo>
                    <a:pt x="3876341" y="5568535"/>
                  </a:lnTo>
                  <a:lnTo>
                    <a:pt x="3925271" y="5614235"/>
                  </a:lnTo>
                  <a:lnTo>
                    <a:pt x="3977314" y="5655438"/>
                  </a:lnTo>
                  <a:lnTo>
                    <a:pt x="4033253" y="5692505"/>
                  </a:lnTo>
                  <a:lnTo>
                    <a:pt x="4093888" y="5725859"/>
                  </a:lnTo>
                  <a:lnTo>
                    <a:pt x="4159988" y="5755921"/>
                  </a:lnTo>
                  <a:lnTo>
                    <a:pt x="4232223" y="5783074"/>
                  </a:lnTo>
                  <a:lnTo>
                    <a:pt x="4311068" y="5807645"/>
                  </a:lnTo>
                  <a:lnTo>
                    <a:pt x="4396686" y="5829890"/>
                  </a:lnTo>
                  <a:lnTo>
                    <a:pt x="4488769" y="5849989"/>
                  </a:lnTo>
                  <a:lnTo>
                    <a:pt x="4586366" y="5868048"/>
                  </a:lnTo>
                  <a:lnTo>
                    <a:pt x="4687723" y="5884104"/>
                  </a:lnTo>
                  <a:lnTo>
                    <a:pt x="4790196" y="5898142"/>
                  </a:lnTo>
                  <a:lnTo>
                    <a:pt x="4890303" y="5910117"/>
                  </a:lnTo>
                  <a:lnTo>
                    <a:pt x="4983985" y="5919992"/>
                  </a:lnTo>
                  <a:lnTo>
                    <a:pt x="5067109" y="5927774"/>
                  </a:lnTo>
                  <a:lnTo>
                    <a:pt x="5136131" y="5933553"/>
                  </a:lnTo>
                  <a:lnTo>
                    <a:pt x="5188781" y="5937519"/>
                  </a:lnTo>
                  <a:lnTo>
                    <a:pt x="5224576" y="5939955"/>
                  </a:lnTo>
                  <a:lnTo>
                    <a:pt x="5245014" y="5941217"/>
                  </a:lnTo>
                  <a:lnTo>
                    <a:pt x="5253473" y="5941693"/>
                  </a:lnTo>
                  <a:lnTo>
                    <a:pt x="5254955" y="5941769"/>
                  </a:lnTo>
                  <a:lnTo>
                    <a:pt x="6726343" y="5941769"/>
                  </a:lnTo>
                  <a:lnTo>
                    <a:pt x="6727164" y="5941671"/>
                  </a:lnTo>
                  <a:lnTo>
                    <a:pt x="6732596" y="5940976"/>
                  </a:lnTo>
                  <a:lnTo>
                    <a:pt x="6746417" y="5939054"/>
                  </a:lnTo>
                  <a:lnTo>
                    <a:pt x="6771435" y="5935265"/>
                  </a:lnTo>
                  <a:lnTo>
                    <a:pt x="6809354" y="5928992"/>
                  </a:lnTo>
                  <a:lnTo>
                    <a:pt x="6860649" y="5919692"/>
                  </a:lnTo>
                  <a:lnTo>
                    <a:pt x="6924573" y="5906943"/>
                  </a:lnTo>
                  <a:lnTo>
                    <a:pt x="6999320" y="5890467"/>
                  </a:lnTo>
                  <a:lnTo>
                    <a:pt x="7082341" y="5870130"/>
                  </a:lnTo>
                  <a:lnTo>
                    <a:pt x="7170728" y="5845917"/>
                  </a:lnTo>
                  <a:lnTo>
                    <a:pt x="7261592" y="5817884"/>
                  </a:lnTo>
                  <a:lnTo>
                    <a:pt x="7352356" y="5786109"/>
                  </a:lnTo>
                  <a:lnTo>
                    <a:pt x="7440935" y="5750642"/>
                  </a:lnTo>
                  <a:lnTo>
                    <a:pt x="7525804" y="5711469"/>
                  </a:lnTo>
                  <a:lnTo>
                    <a:pt x="7605977" y="5668484"/>
                  </a:lnTo>
                  <a:lnTo>
                    <a:pt x="7680938" y="5621480"/>
                  </a:lnTo>
                  <a:lnTo>
                    <a:pt x="7750544" y="5570136"/>
                  </a:lnTo>
                  <a:lnTo>
                    <a:pt x="7814931" y="5514024"/>
                  </a:lnTo>
                  <a:lnTo>
                    <a:pt x="7874430" y="5452614"/>
                  </a:lnTo>
                  <a:lnTo>
                    <a:pt x="7929497" y="5385288"/>
                  </a:lnTo>
                  <a:lnTo>
                    <a:pt x="7980659" y="5311369"/>
                  </a:lnTo>
                  <a:lnTo>
                    <a:pt x="8028476" y="5230152"/>
                  </a:lnTo>
                  <a:lnTo>
                    <a:pt x="8073507" y="5140980"/>
                  </a:lnTo>
                  <a:lnTo>
                    <a:pt x="8116287" y="5043335"/>
                  </a:lnTo>
                  <a:lnTo>
                    <a:pt x="8151487" y="4952836"/>
                  </a:lnTo>
                  <a:lnTo>
                    <a:pt x="8178724" y="4876364"/>
                  </a:lnTo>
                  <a:lnTo>
                    <a:pt x="8205426" y="4795831"/>
                  </a:lnTo>
                  <a:lnTo>
                    <a:pt x="8231700" y="4711158"/>
                  </a:lnTo>
                  <a:lnTo>
                    <a:pt x="8257635" y="4622298"/>
                  </a:lnTo>
                  <a:lnTo>
                    <a:pt x="8283309" y="4529242"/>
                  </a:lnTo>
                  <a:lnTo>
                    <a:pt x="8308788" y="4432016"/>
                  </a:lnTo>
                  <a:lnTo>
                    <a:pt x="8334128" y="4330688"/>
                  </a:lnTo>
                  <a:lnTo>
                    <a:pt x="8359375" y="4225371"/>
                  </a:lnTo>
                  <a:lnTo>
                    <a:pt x="8384565" y="4116219"/>
                  </a:lnTo>
                  <a:lnTo>
                    <a:pt x="8409729" y="4003435"/>
                  </a:lnTo>
                  <a:lnTo>
                    <a:pt x="8434889" y="3887263"/>
                  </a:lnTo>
                  <a:lnTo>
                    <a:pt x="8460061" y="3767996"/>
                  </a:lnTo>
                  <a:lnTo>
                    <a:pt x="8485255" y="3645966"/>
                  </a:lnTo>
                  <a:lnTo>
                    <a:pt x="8510476" y="3521545"/>
                  </a:lnTo>
                  <a:lnTo>
                    <a:pt x="8535725" y="3395139"/>
                  </a:lnTo>
                  <a:lnTo>
                    <a:pt x="8560998" y="3267184"/>
                  </a:lnTo>
                  <a:lnTo>
                    <a:pt x="8586290" y="3138140"/>
                  </a:lnTo>
                  <a:lnTo>
                    <a:pt x="8611593" y="3008484"/>
                  </a:lnTo>
                  <a:lnTo>
                    <a:pt x="8636899" y="2878703"/>
                  </a:lnTo>
                  <a:lnTo>
                    <a:pt x="8662198" y="2749283"/>
                  </a:lnTo>
                  <a:lnTo>
                    <a:pt x="8687482" y="2620707"/>
                  </a:lnTo>
                  <a:lnTo>
                    <a:pt x="8712744" y="2493445"/>
                  </a:lnTo>
                  <a:lnTo>
                    <a:pt x="8737979" y="2367946"/>
                  </a:lnTo>
                  <a:lnTo>
                    <a:pt x="8763186" y="2244633"/>
                  </a:lnTo>
                  <a:lnTo>
                    <a:pt x="8788369" y="2123895"/>
                  </a:lnTo>
                  <a:lnTo>
                    <a:pt x="8813533" y="2006086"/>
                  </a:lnTo>
                  <a:lnTo>
                    <a:pt x="8838693" y="1891519"/>
                  </a:lnTo>
                  <a:lnTo>
                    <a:pt x="8863867" y="1780463"/>
                  </a:lnTo>
                  <a:lnTo>
                    <a:pt x="8889080" y="1673144"/>
                  </a:lnTo>
                  <a:lnTo>
                    <a:pt x="8914367" y="1569739"/>
                  </a:lnTo>
                  <a:lnTo>
                    <a:pt x="8939768" y="1470384"/>
                  </a:lnTo>
                  <a:lnTo>
                    <a:pt x="8965334" y="1375169"/>
                  </a:lnTo>
                  <a:lnTo>
                    <a:pt x="8991125" y="1284142"/>
                  </a:lnTo>
                  <a:lnTo>
                    <a:pt x="9017213" y="1197311"/>
                  </a:lnTo>
                  <a:lnTo>
                    <a:pt x="9043682" y="1114648"/>
                  </a:lnTo>
                  <a:lnTo>
                    <a:pt x="9070629" y="1036090"/>
                  </a:lnTo>
                  <a:lnTo>
                    <a:pt x="9084767" y="997105"/>
                  </a:lnTo>
                  <a:lnTo>
                    <a:pt x="9126004" y="892018"/>
                  </a:lnTo>
                  <a:lnTo>
                    <a:pt x="9169077" y="795615"/>
                  </a:lnTo>
                  <a:lnTo>
                    <a:pt x="9214475" y="707624"/>
                  </a:lnTo>
                  <a:lnTo>
                    <a:pt x="9262739" y="627501"/>
                  </a:lnTo>
                  <a:lnTo>
                    <a:pt x="9314429" y="554574"/>
                  </a:lnTo>
                  <a:lnTo>
                    <a:pt x="9370102" y="488140"/>
                  </a:lnTo>
                  <a:lnTo>
                    <a:pt x="9430279" y="427529"/>
                  </a:lnTo>
                  <a:lnTo>
                    <a:pt x="9495401" y="372133"/>
                  </a:lnTo>
                  <a:lnTo>
                    <a:pt x="9565774" y="321438"/>
                  </a:lnTo>
                  <a:lnTo>
                    <a:pt x="9641502" y="275029"/>
                  </a:lnTo>
                  <a:lnTo>
                    <a:pt x="9722393" y="232604"/>
                  </a:lnTo>
                  <a:lnTo>
                    <a:pt x="9807869" y="193968"/>
                  </a:lnTo>
                  <a:lnTo>
                    <a:pt x="9896870" y="159031"/>
                  </a:lnTo>
                  <a:lnTo>
                    <a:pt x="9987789" y="127790"/>
                  </a:lnTo>
                  <a:lnTo>
                    <a:pt x="10078465" y="100302"/>
                  </a:lnTo>
                  <a:lnTo>
                    <a:pt x="10166262" y="76645"/>
                  </a:lnTo>
                  <a:lnTo>
                    <a:pt x="10248267" y="56867"/>
                  </a:lnTo>
                  <a:lnTo>
                    <a:pt x="10321600" y="40939"/>
                  </a:lnTo>
                  <a:lnTo>
                    <a:pt x="10383795" y="28707"/>
                  </a:lnTo>
                  <a:lnTo>
                    <a:pt x="10433184" y="19872"/>
                  </a:lnTo>
                  <a:lnTo>
                    <a:pt x="10469187" y="13992"/>
                  </a:lnTo>
                  <a:lnTo>
                    <a:pt x="10492461" y="10511"/>
                  </a:lnTo>
                  <a:lnTo>
                    <a:pt x="10504877" y="8805"/>
                  </a:lnTo>
                  <a:lnTo>
                    <a:pt x="10509392" y="8234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9090" y="97"/>
                  </a:lnTo>
                  <a:lnTo>
                    <a:pt x="10503657" y="793"/>
                  </a:lnTo>
                  <a:lnTo>
                    <a:pt x="10489837" y="2715"/>
                  </a:lnTo>
                  <a:lnTo>
                    <a:pt x="10464818" y="6504"/>
                  </a:lnTo>
                  <a:lnTo>
                    <a:pt x="10426899" y="12777"/>
                  </a:lnTo>
                  <a:lnTo>
                    <a:pt x="10375604" y="22077"/>
                  </a:lnTo>
                  <a:lnTo>
                    <a:pt x="10311680" y="34826"/>
                  </a:lnTo>
                  <a:lnTo>
                    <a:pt x="10236933" y="51302"/>
                  </a:lnTo>
                  <a:lnTo>
                    <a:pt x="10153912" y="71639"/>
                  </a:lnTo>
                  <a:lnTo>
                    <a:pt x="10065526" y="95851"/>
                  </a:lnTo>
                  <a:lnTo>
                    <a:pt x="9974662" y="123884"/>
                  </a:lnTo>
                  <a:lnTo>
                    <a:pt x="9883898" y="155660"/>
                  </a:lnTo>
                  <a:lnTo>
                    <a:pt x="9795318" y="191127"/>
                  </a:lnTo>
                  <a:lnTo>
                    <a:pt x="9710449" y="230300"/>
                  </a:lnTo>
                  <a:lnTo>
                    <a:pt x="9630276" y="273284"/>
                  </a:lnTo>
                  <a:lnTo>
                    <a:pt x="9555315" y="320289"/>
                  </a:lnTo>
                  <a:lnTo>
                    <a:pt x="9485709" y="371633"/>
                  </a:lnTo>
                  <a:lnTo>
                    <a:pt x="9421322" y="427745"/>
                  </a:lnTo>
                  <a:lnTo>
                    <a:pt x="9361823" y="489155"/>
                  </a:lnTo>
                  <a:lnTo>
                    <a:pt x="9306756" y="556480"/>
                  </a:lnTo>
                  <a:lnTo>
                    <a:pt x="9255594" y="630400"/>
                  </a:lnTo>
                  <a:lnTo>
                    <a:pt x="9207777" y="711617"/>
                  </a:lnTo>
                  <a:lnTo>
                    <a:pt x="9162746" y="800789"/>
                  </a:lnTo>
                  <a:lnTo>
                    <a:pt x="9119966" y="898434"/>
                  </a:lnTo>
                  <a:lnTo>
                    <a:pt x="9084767" y="988932"/>
                  </a:lnTo>
                  <a:lnTo>
                    <a:pt x="9057530" y="1065404"/>
                  </a:lnTo>
                  <a:lnTo>
                    <a:pt x="9030827" y="1145938"/>
                  </a:lnTo>
                  <a:lnTo>
                    <a:pt x="9004554" y="1230611"/>
                  </a:lnTo>
                  <a:lnTo>
                    <a:pt x="8978619" y="1319470"/>
                  </a:lnTo>
                  <a:lnTo>
                    <a:pt x="8952944" y="1412527"/>
                  </a:lnTo>
                  <a:lnTo>
                    <a:pt x="8927465" y="1509753"/>
                  </a:lnTo>
                  <a:lnTo>
                    <a:pt x="8902125" y="1611080"/>
                  </a:lnTo>
                  <a:lnTo>
                    <a:pt x="8876878" y="1716398"/>
                  </a:lnTo>
                  <a:lnTo>
                    <a:pt x="8851688" y="1825550"/>
                  </a:lnTo>
                  <a:lnTo>
                    <a:pt x="8826524" y="1938334"/>
                  </a:lnTo>
                  <a:lnTo>
                    <a:pt x="8801364" y="2054505"/>
                  </a:lnTo>
                  <a:lnTo>
                    <a:pt x="8776192" y="2173773"/>
                  </a:lnTo>
                  <a:lnTo>
                    <a:pt x="8750998" y="2295803"/>
                  </a:lnTo>
                  <a:lnTo>
                    <a:pt x="8725777" y="2420224"/>
                  </a:lnTo>
                  <a:lnTo>
                    <a:pt x="8700529" y="2546630"/>
                  </a:lnTo>
                  <a:lnTo>
                    <a:pt x="8675255" y="2674585"/>
                  </a:lnTo>
                  <a:lnTo>
                    <a:pt x="8649963" y="2803629"/>
                  </a:lnTo>
                  <a:lnTo>
                    <a:pt x="8624660" y="2933284"/>
                  </a:lnTo>
                  <a:lnTo>
                    <a:pt x="8599354" y="3063066"/>
                  </a:lnTo>
                  <a:lnTo>
                    <a:pt x="8574055" y="3192486"/>
                  </a:lnTo>
                  <a:lnTo>
                    <a:pt x="8548771" y="3321062"/>
                  </a:lnTo>
                  <a:lnTo>
                    <a:pt x="8523510" y="3448324"/>
                  </a:lnTo>
                  <a:lnTo>
                    <a:pt x="8498274" y="3573823"/>
                  </a:lnTo>
                  <a:lnTo>
                    <a:pt x="8473067" y="3697136"/>
                  </a:lnTo>
                  <a:lnTo>
                    <a:pt x="8447884" y="3817874"/>
                  </a:lnTo>
                  <a:lnTo>
                    <a:pt x="8422720" y="3935683"/>
                  </a:lnTo>
                  <a:lnTo>
                    <a:pt x="8397560" y="4050250"/>
                  </a:lnTo>
                  <a:lnTo>
                    <a:pt x="8372387" y="4161305"/>
                  </a:lnTo>
                  <a:lnTo>
                    <a:pt x="8347173" y="4268625"/>
                  </a:lnTo>
                  <a:lnTo>
                    <a:pt x="8321887" y="4372029"/>
                  </a:lnTo>
                  <a:lnTo>
                    <a:pt x="8296486" y="4471384"/>
                  </a:lnTo>
                  <a:lnTo>
                    <a:pt x="8270920" y="4566600"/>
                  </a:lnTo>
                  <a:lnTo>
                    <a:pt x="8245128" y="4657627"/>
                  </a:lnTo>
                  <a:lnTo>
                    <a:pt x="8219040" y="4744458"/>
                  </a:lnTo>
                  <a:lnTo>
                    <a:pt x="8192571" y="4827121"/>
                  </a:lnTo>
                  <a:lnTo>
                    <a:pt x="8165624" y="4905679"/>
                  </a:lnTo>
                  <a:lnTo>
                    <a:pt x="8151487" y="4944663"/>
                  </a:lnTo>
                  <a:lnTo>
                    <a:pt x="8110249" y="5049751"/>
                  </a:lnTo>
                  <a:lnTo>
                    <a:pt x="8067176" y="5146153"/>
                  </a:lnTo>
                  <a:lnTo>
                    <a:pt x="8021778" y="5234144"/>
                  </a:lnTo>
                  <a:lnTo>
                    <a:pt x="7973515" y="5314268"/>
                  </a:lnTo>
                  <a:lnTo>
                    <a:pt x="7921825" y="5387195"/>
                  </a:lnTo>
                  <a:lnTo>
                    <a:pt x="7866151" y="5453628"/>
                  </a:lnTo>
                  <a:lnTo>
                    <a:pt x="7805974" y="5514240"/>
                  </a:lnTo>
                  <a:lnTo>
                    <a:pt x="7740853" y="5569636"/>
                  </a:lnTo>
                  <a:lnTo>
                    <a:pt x="7670479" y="5620331"/>
                  </a:lnTo>
                  <a:lnTo>
                    <a:pt x="7594752" y="5666740"/>
                  </a:lnTo>
                  <a:lnTo>
                    <a:pt x="7513861" y="5709165"/>
                  </a:lnTo>
                  <a:lnTo>
                    <a:pt x="7428385" y="5747801"/>
                  </a:lnTo>
                  <a:lnTo>
                    <a:pt x="7339384" y="5782738"/>
                  </a:lnTo>
                  <a:lnTo>
                    <a:pt x="7248464" y="5813978"/>
                  </a:lnTo>
                  <a:lnTo>
                    <a:pt x="7157788" y="5841466"/>
                  </a:lnTo>
                  <a:lnTo>
                    <a:pt x="7069991" y="5865124"/>
                  </a:lnTo>
                  <a:lnTo>
                    <a:pt x="6987986" y="5884901"/>
                  </a:lnTo>
                  <a:lnTo>
                    <a:pt x="6914653" y="5900830"/>
                  </a:lnTo>
                  <a:lnTo>
                    <a:pt x="6852458" y="5913062"/>
                  </a:lnTo>
                  <a:lnTo>
                    <a:pt x="6803070" y="5921897"/>
                  </a:lnTo>
                  <a:lnTo>
                    <a:pt x="6767066" y="5927777"/>
                  </a:lnTo>
                  <a:lnTo>
                    <a:pt x="6743792" y="5931258"/>
                  </a:lnTo>
                  <a:lnTo>
                    <a:pt x="6731376" y="5932963"/>
                  </a:lnTo>
                  <a:lnTo>
                    <a:pt x="6726861" y="5933535"/>
                  </a:lnTo>
                  <a:lnTo>
                    <a:pt x="6726343" y="5933596"/>
                  </a:lnTo>
                  <a:lnTo>
                    <a:pt x="5254955" y="5933596"/>
                  </a:lnTo>
                  <a:lnTo>
                    <a:pt x="5253792" y="5933536"/>
                  </a:lnTo>
                  <a:lnTo>
                    <a:pt x="5246150" y="5933110"/>
                  </a:lnTo>
                  <a:lnTo>
                    <a:pt x="5226899" y="5931931"/>
                  </a:lnTo>
                  <a:lnTo>
                    <a:pt x="5192510" y="5929610"/>
                  </a:lnTo>
                  <a:lnTo>
                    <a:pt x="5141317" y="5925789"/>
                  </a:lnTo>
                  <a:lnTo>
                    <a:pt x="5073635" y="5920174"/>
                  </a:lnTo>
                  <a:lnTo>
                    <a:pt x="4991597" y="5912569"/>
                  </a:lnTo>
                  <a:lnTo>
                    <a:pt x="4898663" y="5902875"/>
                  </a:lnTo>
                  <a:lnTo>
                    <a:pt x="4798943" y="5891080"/>
                  </a:lnTo>
                  <a:lnTo>
                    <a:pt x="4696526" y="5877217"/>
                  </a:lnTo>
                  <a:lnTo>
                    <a:pt x="4594957" y="5861332"/>
                  </a:lnTo>
                  <a:lnTo>
                    <a:pt x="4496956" y="5843446"/>
                  </a:lnTo>
                  <a:lnTo>
                    <a:pt x="4404352" y="5823526"/>
                  </a:lnTo>
                  <a:lnTo>
                    <a:pt x="4318158" y="5801472"/>
                  </a:lnTo>
                  <a:lnTo>
                    <a:pt x="4238731" y="5777109"/>
                  </a:lnTo>
                  <a:lnTo>
                    <a:pt x="4165944" y="5750189"/>
                  </a:lnTo>
                  <a:lnTo>
                    <a:pt x="4099341" y="5720392"/>
                  </a:lnTo>
                  <a:lnTo>
                    <a:pt x="4038266" y="5687337"/>
                  </a:lnTo>
                  <a:lnTo>
                    <a:pt x="3981955" y="5650605"/>
                  </a:lnTo>
                  <a:lnTo>
                    <a:pt x="3929608" y="5609774"/>
                  </a:lnTo>
                  <a:lnTo>
                    <a:pt x="3880440" y="5564471"/>
                  </a:lnTo>
                  <a:lnTo>
                    <a:pt x="3833730" y="5514477"/>
                  </a:lnTo>
                  <a:lnTo>
                    <a:pt x="3829811" y="5509963"/>
                  </a:lnTo>
                  <a:lnTo>
                    <a:pt x="3790513" y="5461916"/>
                  </a:lnTo>
                  <a:lnTo>
                    <a:pt x="3752237" y="5410181"/>
                  </a:lnTo>
                  <a:lnTo>
                    <a:pt x="3714693" y="5354685"/>
                  </a:lnTo>
                  <a:lnTo>
                    <a:pt x="3677648" y="5295419"/>
                  </a:lnTo>
                  <a:lnTo>
                    <a:pt x="3640919" y="5232450"/>
                  </a:lnTo>
                  <a:lnTo>
                    <a:pt x="3604368" y="5165925"/>
                  </a:lnTo>
                  <a:lnTo>
                    <a:pt x="3567890" y="5096075"/>
                  </a:lnTo>
                  <a:lnTo>
                    <a:pt x="3531417" y="5023216"/>
                  </a:lnTo>
                  <a:lnTo>
                    <a:pt x="3494905" y="4947749"/>
                  </a:lnTo>
                  <a:lnTo>
                    <a:pt x="3458338" y="4870148"/>
                  </a:lnTo>
                  <a:lnTo>
                    <a:pt x="3421715" y="4790954"/>
                  </a:lnTo>
                  <a:lnTo>
                    <a:pt x="3385052" y="4710758"/>
                  </a:lnTo>
                  <a:lnTo>
                    <a:pt x="3348373" y="4630183"/>
                  </a:lnTo>
                  <a:lnTo>
                    <a:pt x="3311705" y="4549864"/>
                  </a:lnTo>
                  <a:lnTo>
                    <a:pt x="3275073" y="4470429"/>
                  </a:lnTo>
                  <a:lnTo>
                    <a:pt x="3238494" y="4392477"/>
                  </a:lnTo>
                  <a:lnTo>
                    <a:pt x="3201972" y="4316558"/>
                  </a:lnTo>
                  <a:lnTo>
                    <a:pt x="3165494" y="4243162"/>
                  </a:lnTo>
                  <a:lnTo>
                    <a:pt x="3129022" y="4172703"/>
                  </a:lnTo>
                  <a:lnTo>
                    <a:pt x="3092492" y="4105515"/>
                  </a:lnTo>
                  <a:lnTo>
                    <a:pt x="3055807" y="4041846"/>
                  </a:lnTo>
                  <a:lnTo>
                    <a:pt x="3018836" y="3981857"/>
                  </a:lnTo>
                  <a:lnTo>
                    <a:pt x="2981404" y="3925632"/>
                  </a:lnTo>
                  <a:lnTo>
                    <a:pt x="2943290" y="3873174"/>
                  </a:lnTo>
                  <a:lnTo>
                    <a:pt x="2904216" y="3824424"/>
                  </a:lnTo>
                  <a:lnTo>
                    <a:pt x="2896531" y="3815428"/>
                  </a:lnTo>
                  <a:lnTo>
                    <a:pt x="2850001" y="3765028"/>
                  </a:lnTo>
                  <a:lnTo>
                    <a:pt x="2801072" y="3719328"/>
                  </a:lnTo>
                  <a:lnTo>
                    <a:pt x="2749028" y="3678126"/>
                  </a:lnTo>
                  <a:lnTo>
                    <a:pt x="2693089" y="3641058"/>
                  </a:lnTo>
                  <a:lnTo>
                    <a:pt x="2632454" y="3607704"/>
                  </a:lnTo>
                  <a:lnTo>
                    <a:pt x="2566354" y="3577642"/>
                  </a:lnTo>
                  <a:lnTo>
                    <a:pt x="2494120" y="3550489"/>
                  </a:lnTo>
                  <a:lnTo>
                    <a:pt x="2415274" y="3525918"/>
                  </a:lnTo>
                  <a:lnTo>
                    <a:pt x="2329656" y="3503673"/>
                  </a:lnTo>
                  <a:lnTo>
                    <a:pt x="2237573" y="3483575"/>
                  </a:lnTo>
                  <a:lnTo>
                    <a:pt x="2139976" y="3465516"/>
                  </a:lnTo>
                  <a:lnTo>
                    <a:pt x="2038619" y="3449459"/>
                  </a:lnTo>
                  <a:lnTo>
                    <a:pt x="1936146" y="3435421"/>
                  </a:lnTo>
                  <a:lnTo>
                    <a:pt x="1836040" y="3423446"/>
                  </a:lnTo>
                  <a:lnTo>
                    <a:pt x="1742357" y="3413571"/>
                  </a:lnTo>
                  <a:lnTo>
                    <a:pt x="1659233" y="3405789"/>
                  </a:lnTo>
                  <a:lnTo>
                    <a:pt x="1590211" y="3400010"/>
                  </a:lnTo>
                  <a:lnTo>
                    <a:pt x="1537561" y="3396044"/>
                  </a:lnTo>
                  <a:lnTo>
                    <a:pt x="1501766" y="3393608"/>
                  </a:lnTo>
                  <a:lnTo>
                    <a:pt x="1481328" y="3392346"/>
                  </a:lnTo>
                  <a:lnTo>
                    <a:pt x="1472869" y="3391870"/>
                  </a:lnTo>
                  <a:lnTo>
                    <a:pt x="1471387" y="3391794"/>
                  </a:lnTo>
                  <a:lnTo>
                    <a:pt x="0" y="3391794"/>
                  </a:lnTo>
                  <a:close/>
                </a:path>
              </a:pathLst>
            </a:custGeom>
            <a:solidFill>
              <a:srgbClr val="F28E5B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819" name="pl819"/>
            <p:cNvSpPr/>
            <p:nvPr/>
          </p:nvSpPr>
          <p:spPr>
            <a:xfrm>
              <a:off x="4799595" y="4685542"/>
              <a:ext cx="11981298" cy="5933596"/>
            </a:xfrm>
            <a:custGeom>
              <a:avLst/>
              <a:pathLst>
                <a:path w="11981298" h="5933596">
                  <a:moveTo>
                    <a:pt x="0" y="3391794"/>
                  </a:moveTo>
                  <a:lnTo>
                    <a:pt x="1471387" y="3391794"/>
                  </a:lnTo>
                  <a:lnTo>
                    <a:pt x="1472550" y="3391854"/>
                  </a:lnTo>
                  <a:lnTo>
                    <a:pt x="1480192" y="3392280"/>
                  </a:lnTo>
                  <a:lnTo>
                    <a:pt x="1499443" y="3393459"/>
                  </a:lnTo>
                  <a:lnTo>
                    <a:pt x="1533832" y="3395780"/>
                  </a:lnTo>
                  <a:lnTo>
                    <a:pt x="1585025" y="3399601"/>
                  </a:lnTo>
                  <a:lnTo>
                    <a:pt x="1652707" y="3405216"/>
                  </a:lnTo>
                  <a:lnTo>
                    <a:pt x="1734745" y="3412821"/>
                  </a:lnTo>
                  <a:lnTo>
                    <a:pt x="1827680" y="3422515"/>
                  </a:lnTo>
                  <a:lnTo>
                    <a:pt x="1927399" y="3434310"/>
                  </a:lnTo>
                  <a:lnTo>
                    <a:pt x="2029816" y="3448173"/>
                  </a:lnTo>
                  <a:lnTo>
                    <a:pt x="2131386" y="3464058"/>
                  </a:lnTo>
                  <a:lnTo>
                    <a:pt x="2229386" y="3481944"/>
                  </a:lnTo>
                  <a:lnTo>
                    <a:pt x="2321990" y="3501864"/>
                  </a:lnTo>
                  <a:lnTo>
                    <a:pt x="2408184" y="3523919"/>
                  </a:lnTo>
                  <a:lnTo>
                    <a:pt x="2487611" y="3548281"/>
                  </a:lnTo>
                  <a:lnTo>
                    <a:pt x="2560398" y="3575201"/>
                  </a:lnTo>
                  <a:lnTo>
                    <a:pt x="2627001" y="3604999"/>
                  </a:lnTo>
                  <a:lnTo>
                    <a:pt x="2688076" y="3638054"/>
                  </a:lnTo>
                  <a:lnTo>
                    <a:pt x="2744387" y="3674785"/>
                  </a:lnTo>
                  <a:lnTo>
                    <a:pt x="2796734" y="3715616"/>
                  </a:lnTo>
                  <a:lnTo>
                    <a:pt x="2845902" y="3760919"/>
                  </a:lnTo>
                  <a:lnTo>
                    <a:pt x="2892612" y="3810913"/>
                  </a:lnTo>
                  <a:lnTo>
                    <a:pt x="2896531" y="3815428"/>
                  </a:lnTo>
                  <a:lnTo>
                    <a:pt x="2935829" y="3863474"/>
                  </a:lnTo>
                  <a:lnTo>
                    <a:pt x="2974105" y="3915209"/>
                  </a:lnTo>
                  <a:lnTo>
                    <a:pt x="3011649" y="3970705"/>
                  </a:lnTo>
                  <a:lnTo>
                    <a:pt x="3048694" y="4029971"/>
                  </a:lnTo>
                  <a:lnTo>
                    <a:pt x="3085423" y="4092940"/>
                  </a:lnTo>
                  <a:lnTo>
                    <a:pt x="3121975" y="4159465"/>
                  </a:lnTo>
                  <a:lnTo>
                    <a:pt x="3158452" y="4229315"/>
                  </a:lnTo>
                  <a:lnTo>
                    <a:pt x="3194925" y="4302174"/>
                  </a:lnTo>
                  <a:lnTo>
                    <a:pt x="3231437" y="4377642"/>
                  </a:lnTo>
                  <a:lnTo>
                    <a:pt x="3268004" y="4455243"/>
                  </a:lnTo>
                  <a:lnTo>
                    <a:pt x="3304627" y="4534436"/>
                  </a:lnTo>
                  <a:lnTo>
                    <a:pt x="3341290" y="4614632"/>
                  </a:lnTo>
                  <a:lnTo>
                    <a:pt x="3377969" y="4695207"/>
                  </a:lnTo>
                  <a:lnTo>
                    <a:pt x="3414637" y="4775526"/>
                  </a:lnTo>
                  <a:lnTo>
                    <a:pt x="3451269" y="4854961"/>
                  </a:lnTo>
                  <a:lnTo>
                    <a:pt x="3487848" y="4932913"/>
                  </a:lnTo>
                  <a:lnTo>
                    <a:pt x="3524370" y="5008832"/>
                  </a:lnTo>
                  <a:lnTo>
                    <a:pt x="3560848" y="5082228"/>
                  </a:lnTo>
                  <a:lnTo>
                    <a:pt x="3597320" y="5152687"/>
                  </a:lnTo>
                  <a:lnTo>
                    <a:pt x="3633851" y="5219875"/>
                  </a:lnTo>
                  <a:lnTo>
                    <a:pt x="3670535" y="5283544"/>
                  </a:lnTo>
                  <a:lnTo>
                    <a:pt x="3707506" y="5343533"/>
                  </a:lnTo>
                  <a:lnTo>
                    <a:pt x="3744938" y="5399759"/>
                  </a:lnTo>
                  <a:lnTo>
                    <a:pt x="3783052" y="5452216"/>
                  </a:lnTo>
                  <a:lnTo>
                    <a:pt x="3822127" y="5500966"/>
                  </a:lnTo>
                  <a:lnTo>
                    <a:pt x="3829811" y="5509963"/>
                  </a:lnTo>
                  <a:lnTo>
                    <a:pt x="3876341" y="5560362"/>
                  </a:lnTo>
                  <a:lnTo>
                    <a:pt x="3925271" y="5606062"/>
                  </a:lnTo>
                  <a:lnTo>
                    <a:pt x="3977314" y="5647265"/>
                  </a:lnTo>
                  <a:lnTo>
                    <a:pt x="4033253" y="5684332"/>
                  </a:lnTo>
                  <a:lnTo>
                    <a:pt x="4093888" y="5717686"/>
                  </a:lnTo>
                  <a:lnTo>
                    <a:pt x="4159988" y="5747748"/>
                  </a:lnTo>
                  <a:lnTo>
                    <a:pt x="4232223" y="5774901"/>
                  </a:lnTo>
                  <a:lnTo>
                    <a:pt x="4311068" y="5799472"/>
                  </a:lnTo>
                  <a:lnTo>
                    <a:pt x="4396686" y="5821717"/>
                  </a:lnTo>
                  <a:lnTo>
                    <a:pt x="4488769" y="5841816"/>
                  </a:lnTo>
                  <a:lnTo>
                    <a:pt x="4586366" y="5859875"/>
                  </a:lnTo>
                  <a:lnTo>
                    <a:pt x="4687723" y="5875931"/>
                  </a:lnTo>
                  <a:lnTo>
                    <a:pt x="4790196" y="5889969"/>
                  </a:lnTo>
                  <a:lnTo>
                    <a:pt x="4890303" y="5901944"/>
                  </a:lnTo>
                  <a:lnTo>
                    <a:pt x="4983985" y="5911819"/>
                  </a:lnTo>
                  <a:lnTo>
                    <a:pt x="5067109" y="5919601"/>
                  </a:lnTo>
                  <a:lnTo>
                    <a:pt x="5136131" y="5925380"/>
                  </a:lnTo>
                  <a:lnTo>
                    <a:pt x="5188781" y="5929346"/>
                  </a:lnTo>
                  <a:lnTo>
                    <a:pt x="5224576" y="5931782"/>
                  </a:lnTo>
                  <a:lnTo>
                    <a:pt x="5245014" y="5933044"/>
                  </a:lnTo>
                  <a:lnTo>
                    <a:pt x="5253473" y="5933520"/>
                  </a:lnTo>
                  <a:lnTo>
                    <a:pt x="5254954" y="5933596"/>
                  </a:lnTo>
                  <a:lnTo>
                    <a:pt x="5254955" y="5933596"/>
                  </a:lnTo>
                  <a:lnTo>
                    <a:pt x="6726343" y="5933596"/>
                  </a:lnTo>
                  <a:lnTo>
                    <a:pt x="6727164" y="5933498"/>
                  </a:lnTo>
                  <a:lnTo>
                    <a:pt x="6732596" y="5932803"/>
                  </a:lnTo>
                  <a:lnTo>
                    <a:pt x="6746417" y="5930881"/>
                  </a:lnTo>
                  <a:lnTo>
                    <a:pt x="6771435" y="5927092"/>
                  </a:lnTo>
                  <a:lnTo>
                    <a:pt x="6809354" y="5920819"/>
                  </a:lnTo>
                  <a:lnTo>
                    <a:pt x="6860649" y="5911519"/>
                  </a:lnTo>
                  <a:lnTo>
                    <a:pt x="6924573" y="5898770"/>
                  </a:lnTo>
                  <a:lnTo>
                    <a:pt x="6999320" y="5882294"/>
                  </a:lnTo>
                  <a:lnTo>
                    <a:pt x="7082341" y="5861957"/>
                  </a:lnTo>
                  <a:lnTo>
                    <a:pt x="7170728" y="5837744"/>
                  </a:lnTo>
                  <a:lnTo>
                    <a:pt x="7261592" y="5809711"/>
                  </a:lnTo>
                  <a:lnTo>
                    <a:pt x="7352356" y="5777936"/>
                  </a:lnTo>
                  <a:lnTo>
                    <a:pt x="7440935" y="5742469"/>
                  </a:lnTo>
                  <a:lnTo>
                    <a:pt x="7525804" y="5703296"/>
                  </a:lnTo>
                  <a:lnTo>
                    <a:pt x="7605977" y="5660311"/>
                  </a:lnTo>
                  <a:lnTo>
                    <a:pt x="7680938" y="5613307"/>
                  </a:lnTo>
                  <a:lnTo>
                    <a:pt x="7750544" y="5561963"/>
                  </a:lnTo>
                  <a:lnTo>
                    <a:pt x="7814931" y="5505851"/>
                  </a:lnTo>
                  <a:lnTo>
                    <a:pt x="7874430" y="5444441"/>
                  </a:lnTo>
                  <a:lnTo>
                    <a:pt x="7929497" y="5377115"/>
                  </a:lnTo>
                  <a:lnTo>
                    <a:pt x="7980659" y="5303196"/>
                  </a:lnTo>
                  <a:lnTo>
                    <a:pt x="8028476" y="5221979"/>
                  </a:lnTo>
                  <a:lnTo>
                    <a:pt x="8073507" y="5132807"/>
                  </a:lnTo>
                  <a:lnTo>
                    <a:pt x="8116287" y="5035162"/>
                  </a:lnTo>
                  <a:lnTo>
                    <a:pt x="8151487" y="4944663"/>
                  </a:lnTo>
                  <a:lnTo>
                    <a:pt x="8178724" y="4868191"/>
                  </a:lnTo>
                  <a:lnTo>
                    <a:pt x="8205426" y="4787658"/>
                  </a:lnTo>
                  <a:lnTo>
                    <a:pt x="8231700" y="4702985"/>
                  </a:lnTo>
                  <a:lnTo>
                    <a:pt x="8257635" y="4614125"/>
                  </a:lnTo>
                  <a:lnTo>
                    <a:pt x="8283309" y="4521069"/>
                  </a:lnTo>
                  <a:lnTo>
                    <a:pt x="8308788" y="4423843"/>
                  </a:lnTo>
                  <a:lnTo>
                    <a:pt x="8334128" y="4322515"/>
                  </a:lnTo>
                  <a:lnTo>
                    <a:pt x="8359375" y="4217198"/>
                  </a:lnTo>
                  <a:lnTo>
                    <a:pt x="8384565" y="4108046"/>
                  </a:lnTo>
                  <a:lnTo>
                    <a:pt x="8409729" y="3995262"/>
                  </a:lnTo>
                  <a:lnTo>
                    <a:pt x="8434889" y="3879090"/>
                  </a:lnTo>
                  <a:lnTo>
                    <a:pt x="8460061" y="3759823"/>
                  </a:lnTo>
                  <a:lnTo>
                    <a:pt x="8485255" y="3637793"/>
                  </a:lnTo>
                  <a:lnTo>
                    <a:pt x="8510476" y="3513372"/>
                  </a:lnTo>
                  <a:lnTo>
                    <a:pt x="8535725" y="3386966"/>
                  </a:lnTo>
                  <a:lnTo>
                    <a:pt x="8560998" y="3259011"/>
                  </a:lnTo>
                  <a:lnTo>
                    <a:pt x="8586290" y="3129967"/>
                  </a:lnTo>
                  <a:lnTo>
                    <a:pt x="8611593" y="3000311"/>
                  </a:lnTo>
                  <a:lnTo>
                    <a:pt x="8636899" y="2870530"/>
                  </a:lnTo>
                  <a:lnTo>
                    <a:pt x="8662198" y="2741110"/>
                  </a:lnTo>
                  <a:lnTo>
                    <a:pt x="8687482" y="2612534"/>
                  </a:lnTo>
                  <a:lnTo>
                    <a:pt x="8712744" y="2485272"/>
                  </a:lnTo>
                  <a:lnTo>
                    <a:pt x="8737979" y="2359773"/>
                  </a:lnTo>
                  <a:lnTo>
                    <a:pt x="8763186" y="2236460"/>
                  </a:lnTo>
                  <a:lnTo>
                    <a:pt x="8788369" y="2115722"/>
                  </a:lnTo>
                  <a:lnTo>
                    <a:pt x="8813533" y="1997913"/>
                  </a:lnTo>
                  <a:lnTo>
                    <a:pt x="8838693" y="1883346"/>
                  </a:lnTo>
                  <a:lnTo>
                    <a:pt x="8863867" y="1772290"/>
                  </a:lnTo>
                  <a:lnTo>
                    <a:pt x="8889080" y="1664971"/>
                  </a:lnTo>
                  <a:lnTo>
                    <a:pt x="8914367" y="1561566"/>
                  </a:lnTo>
                  <a:lnTo>
                    <a:pt x="8939768" y="1462211"/>
                  </a:lnTo>
                  <a:lnTo>
                    <a:pt x="8965334" y="1366996"/>
                  </a:lnTo>
                  <a:lnTo>
                    <a:pt x="8991125" y="1275969"/>
                  </a:lnTo>
                  <a:lnTo>
                    <a:pt x="9017213" y="1189138"/>
                  </a:lnTo>
                  <a:lnTo>
                    <a:pt x="9043682" y="1106475"/>
                  </a:lnTo>
                  <a:lnTo>
                    <a:pt x="9070629" y="1027917"/>
                  </a:lnTo>
                  <a:lnTo>
                    <a:pt x="9084767" y="988932"/>
                  </a:lnTo>
                  <a:lnTo>
                    <a:pt x="9126004" y="883845"/>
                  </a:lnTo>
                  <a:lnTo>
                    <a:pt x="9169077" y="787442"/>
                  </a:lnTo>
                  <a:lnTo>
                    <a:pt x="9214475" y="699451"/>
                  </a:lnTo>
                  <a:lnTo>
                    <a:pt x="9262739" y="619328"/>
                  </a:lnTo>
                  <a:lnTo>
                    <a:pt x="9314429" y="546401"/>
                  </a:lnTo>
                  <a:lnTo>
                    <a:pt x="9370102" y="479967"/>
                  </a:lnTo>
                  <a:lnTo>
                    <a:pt x="9430279" y="419356"/>
                  </a:lnTo>
                  <a:lnTo>
                    <a:pt x="9495401" y="363960"/>
                  </a:lnTo>
                  <a:lnTo>
                    <a:pt x="9565774" y="313265"/>
                  </a:lnTo>
                  <a:lnTo>
                    <a:pt x="9641502" y="266856"/>
                  </a:lnTo>
                  <a:lnTo>
                    <a:pt x="9722393" y="224431"/>
                  </a:lnTo>
                  <a:lnTo>
                    <a:pt x="9807869" y="185795"/>
                  </a:lnTo>
                  <a:lnTo>
                    <a:pt x="9896870" y="150858"/>
                  </a:lnTo>
                  <a:lnTo>
                    <a:pt x="9987789" y="119617"/>
                  </a:lnTo>
                  <a:lnTo>
                    <a:pt x="10078465" y="92129"/>
                  </a:lnTo>
                  <a:lnTo>
                    <a:pt x="10166262" y="68472"/>
                  </a:lnTo>
                  <a:lnTo>
                    <a:pt x="10248267" y="48694"/>
                  </a:lnTo>
                  <a:lnTo>
                    <a:pt x="10321600" y="32766"/>
                  </a:lnTo>
                  <a:lnTo>
                    <a:pt x="10383795" y="20534"/>
                  </a:lnTo>
                  <a:lnTo>
                    <a:pt x="10433184" y="11699"/>
                  </a:lnTo>
                  <a:lnTo>
                    <a:pt x="10469187" y="5819"/>
                  </a:lnTo>
                  <a:lnTo>
                    <a:pt x="10492461" y="2338"/>
                  </a:lnTo>
                  <a:lnTo>
                    <a:pt x="10504877" y="632"/>
                  </a:lnTo>
                  <a:lnTo>
                    <a:pt x="10509392" y="61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20" name="pl820"/>
            <p:cNvSpPr/>
            <p:nvPr/>
          </p:nvSpPr>
          <p:spPr>
            <a:xfrm>
              <a:off x="4799595" y="4677369"/>
              <a:ext cx="11981298" cy="5933596"/>
            </a:xfrm>
            <a:custGeom>
              <a:avLst/>
              <a:pathLst>
                <a:path w="11981298" h="5933596">
                  <a:moveTo>
                    <a:pt x="11981298" y="0"/>
                  </a:moveTo>
                  <a:lnTo>
                    <a:pt x="10509911" y="0"/>
                  </a:lnTo>
                  <a:lnTo>
                    <a:pt x="10509090" y="97"/>
                  </a:lnTo>
                  <a:lnTo>
                    <a:pt x="10503657" y="793"/>
                  </a:lnTo>
                  <a:lnTo>
                    <a:pt x="10489837" y="2715"/>
                  </a:lnTo>
                  <a:lnTo>
                    <a:pt x="10464818" y="6504"/>
                  </a:lnTo>
                  <a:lnTo>
                    <a:pt x="10426899" y="12777"/>
                  </a:lnTo>
                  <a:lnTo>
                    <a:pt x="10375604" y="22077"/>
                  </a:lnTo>
                  <a:lnTo>
                    <a:pt x="10311680" y="34826"/>
                  </a:lnTo>
                  <a:lnTo>
                    <a:pt x="10236933" y="51302"/>
                  </a:lnTo>
                  <a:lnTo>
                    <a:pt x="10153912" y="71639"/>
                  </a:lnTo>
                  <a:lnTo>
                    <a:pt x="10065526" y="95851"/>
                  </a:lnTo>
                  <a:lnTo>
                    <a:pt x="9974662" y="123884"/>
                  </a:lnTo>
                  <a:lnTo>
                    <a:pt x="9883898" y="155660"/>
                  </a:lnTo>
                  <a:lnTo>
                    <a:pt x="9795318" y="191127"/>
                  </a:lnTo>
                  <a:lnTo>
                    <a:pt x="9710449" y="230300"/>
                  </a:lnTo>
                  <a:lnTo>
                    <a:pt x="9630276" y="273284"/>
                  </a:lnTo>
                  <a:lnTo>
                    <a:pt x="9555315" y="320289"/>
                  </a:lnTo>
                  <a:lnTo>
                    <a:pt x="9485709" y="371633"/>
                  </a:lnTo>
                  <a:lnTo>
                    <a:pt x="9421322" y="427745"/>
                  </a:lnTo>
                  <a:lnTo>
                    <a:pt x="9361823" y="489155"/>
                  </a:lnTo>
                  <a:lnTo>
                    <a:pt x="9306756" y="556480"/>
                  </a:lnTo>
                  <a:lnTo>
                    <a:pt x="9255594" y="630400"/>
                  </a:lnTo>
                  <a:lnTo>
                    <a:pt x="9207777" y="711617"/>
                  </a:lnTo>
                  <a:lnTo>
                    <a:pt x="9162746" y="800789"/>
                  </a:lnTo>
                  <a:lnTo>
                    <a:pt x="9119966" y="898434"/>
                  </a:lnTo>
                  <a:lnTo>
                    <a:pt x="9084767" y="988932"/>
                  </a:lnTo>
                  <a:lnTo>
                    <a:pt x="9057530" y="1065404"/>
                  </a:lnTo>
                  <a:lnTo>
                    <a:pt x="9030827" y="1145938"/>
                  </a:lnTo>
                  <a:lnTo>
                    <a:pt x="9004554" y="1230611"/>
                  </a:lnTo>
                  <a:lnTo>
                    <a:pt x="8978619" y="1319470"/>
                  </a:lnTo>
                  <a:lnTo>
                    <a:pt x="8952944" y="1412527"/>
                  </a:lnTo>
                  <a:lnTo>
                    <a:pt x="8927465" y="1509753"/>
                  </a:lnTo>
                  <a:lnTo>
                    <a:pt x="8902125" y="1611080"/>
                  </a:lnTo>
                  <a:lnTo>
                    <a:pt x="8876878" y="1716398"/>
                  </a:lnTo>
                  <a:lnTo>
                    <a:pt x="8851688" y="1825550"/>
                  </a:lnTo>
                  <a:lnTo>
                    <a:pt x="8826524" y="1938334"/>
                  </a:lnTo>
                  <a:lnTo>
                    <a:pt x="8801364" y="2054505"/>
                  </a:lnTo>
                  <a:lnTo>
                    <a:pt x="8776192" y="2173773"/>
                  </a:lnTo>
                  <a:lnTo>
                    <a:pt x="8750998" y="2295803"/>
                  </a:lnTo>
                  <a:lnTo>
                    <a:pt x="8725777" y="2420224"/>
                  </a:lnTo>
                  <a:lnTo>
                    <a:pt x="8700529" y="2546630"/>
                  </a:lnTo>
                  <a:lnTo>
                    <a:pt x="8675255" y="2674585"/>
                  </a:lnTo>
                  <a:lnTo>
                    <a:pt x="8649963" y="2803629"/>
                  </a:lnTo>
                  <a:lnTo>
                    <a:pt x="8624660" y="2933284"/>
                  </a:lnTo>
                  <a:lnTo>
                    <a:pt x="8599354" y="3063066"/>
                  </a:lnTo>
                  <a:lnTo>
                    <a:pt x="8574055" y="3192486"/>
                  </a:lnTo>
                  <a:lnTo>
                    <a:pt x="8548771" y="3321062"/>
                  </a:lnTo>
                  <a:lnTo>
                    <a:pt x="8523510" y="3448324"/>
                  </a:lnTo>
                  <a:lnTo>
                    <a:pt x="8498274" y="3573823"/>
                  </a:lnTo>
                  <a:lnTo>
                    <a:pt x="8473067" y="3697136"/>
                  </a:lnTo>
                  <a:lnTo>
                    <a:pt x="8447884" y="3817874"/>
                  </a:lnTo>
                  <a:lnTo>
                    <a:pt x="8422720" y="3935683"/>
                  </a:lnTo>
                  <a:lnTo>
                    <a:pt x="8397560" y="4050250"/>
                  </a:lnTo>
                  <a:lnTo>
                    <a:pt x="8372387" y="4161305"/>
                  </a:lnTo>
                  <a:lnTo>
                    <a:pt x="8347173" y="4268625"/>
                  </a:lnTo>
                  <a:lnTo>
                    <a:pt x="8321887" y="4372029"/>
                  </a:lnTo>
                  <a:lnTo>
                    <a:pt x="8296486" y="4471384"/>
                  </a:lnTo>
                  <a:lnTo>
                    <a:pt x="8270920" y="4566600"/>
                  </a:lnTo>
                  <a:lnTo>
                    <a:pt x="8245128" y="4657627"/>
                  </a:lnTo>
                  <a:lnTo>
                    <a:pt x="8219040" y="4744458"/>
                  </a:lnTo>
                  <a:lnTo>
                    <a:pt x="8192571" y="4827121"/>
                  </a:lnTo>
                  <a:lnTo>
                    <a:pt x="8165624" y="4905679"/>
                  </a:lnTo>
                  <a:lnTo>
                    <a:pt x="8151487" y="4944663"/>
                  </a:lnTo>
                  <a:lnTo>
                    <a:pt x="8110249" y="5049751"/>
                  </a:lnTo>
                  <a:lnTo>
                    <a:pt x="8067176" y="5146153"/>
                  </a:lnTo>
                  <a:lnTo>
                    <a:pt x="8021778" y="5234144"/>
                  </a:lnTo>
                  <a:lnTo>
                    <a:pt x="7973515" y="5314268"/>
                  </a:lnTo>
                  <a:lnTo>
                    <a:pt x="7921825" y="5387195"/>
                  </a:lnTo>
                  <a:lnTo>
                    <a:pt x="7866151" y="5453628"/>
                  </a:lnTo>
                  <a:lnTo>
                    <a:pt x="7805974" y="5514240"/>
                  </a:lnTo>
                  <a:lnTo>
                    <a:pt x="7740853" y="5569636"/>
                  </a:lnTo>
                  <a:lnTo>
                    <a:pt x="7670479" y="5620331"/>
                  </a:lnTo>
                  <a:lnTo>
                    <a:pt x="7594752" y="5666740"/>
                  </a:lnTo>
                  <a:lnTo>
                    <a:pt x="7513861" y="5709165"/>
                  </a:lnTo>
                  <a:lnTo>
                    <a:pt x="7428385" y="5747801"/>
                  </a:lnTo>
                  <a:lnTo>
                    <a:pt x="7339384" y="5782738"/>
                  </a:lnTo>
                  <a:lnTo>
                    <a:pt x="7248464" y="5813978"/>
                  </a:lnTo>
                  <a:lnTo>
                    <a:pt x="7157788" y="5841466"/>
                  </a:lnTo>
                  <a:lnTo>
                    <a:pt x="7069991" y="5865124"/>
                  </a:lnTo>
                  <a:lnTo>
                    <a:pt x="6987986" y="5884901"/>
                  </a:lnTo>
                  <a:lnTo>
                    <a:pt x="6914653" y="5900830"/>
                  </a:lnTo>
                  <a:lnTo>
                    <a:pt x="6852458" y="5913062"/>
                  </a:lnTo>
                  <a:lnTo>
                    <a:pt x="6803070" y="5921897"/>
                  </a:lnTo>
                  <a:lnTo>
                    <a:pt x="6767066" y="5927777"/>
                  </a:lnTo>
                  <a:lnTo>
                    <a:pt x="6743792" y="5931258"/>
                  </a:lnTo>
                  <a:lnTo>
                    <a:pt x="6731376" y="5932963"/>
                  </a:lnTo>
                  <a:lnTo>
                    <a:pt x="6726861" y="5933535"/>
                  </a:lnTo>
                  <a:lnTo>
                    <a:pt x="6726343" y="5933596"/>
                  </a:lnTo>
                  <a:lnTo>
                    <a:pt x="5254955" y="5933596"/>
                  </a:lnTo>
                  <a:lnTo>
                    <a:pt x="5253792" y="5933536"/>
                  </a:lnTo>
                  <a:lnTo>
                    <a:pt x="5246150" y="5933110"/>
                  </a:lnTo>
                  <a:lnTo>
                    <a:pt x="5226899" y="5931931"/>
                  </a:lnTo>
                  <a:lnTo>
                    <a:pt x="5192510" y="5929610"/>
                  </a:lnTo>
                  <a:lnTo>
                    <a:pt x="5141317" y="5925789"/>
                  </a:lnTo>
                  <a:lnTo>
                    <a:pt x="5073635" y="5920174"/>
                  </a:lnTo>
                  <a:lnTo>
                    <a:pt x="4991597" y="5912569"/>
                  </a:lnTo>
                  <a:lnTo>
                    <a:pt x="4898663" y="5902875"/>
                  </a:lnTo>
                  <a:lnTo>
                    <a:pt x="4798943" y="5891080"/>
                  </a:lnTo>
                  <a:lnTo>
                    <a:pt x="4696526" y="5877217"/>
                  </a:lnTo>
                  <a:lnTo>
                    <a:pt x="4594957" y="5861332"/>
                  </a:lnTo>
                  <a:lnTo>
                    <a:pt x="4496956" y="5843446"/>
                  </a:lnTo>
                  <a:lnTo>
                    <a:pt x="4404352" y="5823526"/>
                  </a:lnTo>
                  <a:lnTo>
                    <a:pt x="4318158" y="5801472"/>
                  </a:lnTo>
                  <a:lnTo>
                    <a:pt x="4238731" y="5777109"/>
                  </a:lnTo>
                  <a:lnTo>
                    <a:pt x="4165944" y="5750189"/>
                  </a:lnTo>
                  <a:lnTo>
                    <a:pt x="4099341" y="5720392"/>
                  </a:lnTo>
                  <a:lnTo>
                    <a:pt x="4038266" y="5687337"/>
                  </a:lnTo>
                  <a:lnTo>
                    <a:pt x="3981955" y="5650605"/>
                  </a:lnTo>
                  <a:lnTo>
                    <a:pt x="3929608" y="5609774"/>
                  </a:lnTo>
                  <a:lnTo>
                    <a:pt x="3880440" y="5564471"/>
                  </a:lnTo>
                  <a:lnTo>
                    <a:pt x="3833730" y="5514477"/>
                  </a:lnTo>
                  <a:lnTo>
                    <a:pt x="3829811" y="5509963"/>
                  </a:lnTo>
                  <a:lnTo>
                    <a:pt x="3790513" y="5461916"/>
                  </a:lnTo>
                  <a:lnTo>
                    <a:pt x="3752237" y="5410181"/>
                  </a:lnTo>
                  <a:lnTo>
                    <a:pt x="3714693" y="5354685"/>
                  </a:lnTo>
                  <a:lnTo>
                    <a:pt x="3677648" y="5295419"/>
                  </a:lnTo>
                  <a:lnTo>
                    <a:pt x="3640919" y="5232450"/>
                  </a:lnTo>
                  <a:lnTo>
                    <a:pt x="3604368" y="5165925"/>
                  </a:lnTo>
                  <a:lnTo>
                    <a:pt x="3567890" y="5096075"/>
                  </a:lnTo>
                  <a:lnTo>
                    <a:pt x="3531417" y="5023216"/>
                  </a:lnTo>
                  <a:lnTo>
                    <a:pt x="3494905" y="4947749"/>
                  </a:lnTo>
                  <a:lnTo>
                    <a:pt x="3458338" y="4870148"/>
                  </a:lnTo>
                  <a:lnTo>
                    <a:pt x="3421715" y="4790954"/>
                  </a:lnTo>
                  <a:lnTo>
                    <a:pt x="3385052" y="4710758"/>
                  </a:lnTo>
                  <a:lnTo>
                    <a:pt x="3348373" y="4630183"/>
                  </a:lnTo>
                  <a:lnTo>
                    <a:pt x="3311705" y="4549864"/>
                  </a:lnTo>
                  <a:lnTo>
                    <a:pt x="3275073" y="4470429"/>
                  </a:lnTo>
                  <a:lnTo>
                    <a:pt x="3238494" y="4392477"/>
                  </a:lnTo>
                  <a:lnTo>
                    <a:pt x="3201972" y="4316558"/>
                  </a:lnTo>
                  <a:lnTo>
                    <a:pt x="3165494" y="4243162"/>
                  </a:lnTo>
                  <a:lnTo>
                    <a:pt x="3129022" y="4172703"/>
                  </a:lnTo>
                  <a:lnTo>
                    <a:pt x="3092492" y="4105515"/>
                  </a:lnTo>
                  <a:lnTo>
                    <a:pt x="3055807" y="4041846"/>
                  </a:lnTo>
                  <a:lnTo>
                    <a:pt x="3018836" y="3981857"/>
                  </a:lnTo>
                  <a:lnTo>
                    <a:pt x="2981404" y="3925632"/>
                  </a:lnTo>
                  <a:lnTo>
                    <a:pt x="2943290" y="3873174"/>
                  </a:lnTo>
                  <a:lnTo>
                    <a:pt x="2904216" y="3824424"/>
                  </a:lnTo>
                  <a:lnTo>
                    <a:pt x="2896531" y="3815428"/>
                  </a:lnTo>
                  <a:lnTo>
                    <a:pt x="2850001" y="3765028"/>
                  </a:lnTo>
                  <a:lnTo>
                    <a:pt x="2801072" y="3719328"/>
                  </a:lnTo>
                  <a:lnTo>
                    <a:pt x="2749028" y="3678126"/>
                  </a:lnTo>
                  <a:lnTo>
                    <a:pt x="2693089" y="3641058"/>
                  </a:lnTo>
                  <a:lnTo>
                    <a:pt x="2632454" y="3607704"/>
                  </a:lnTo>
                  <a:lnTo>
                    <a:pt x="2566354" y="3577642"/>
                  </a:lnTo>
                  <a:lnTo>
                    <a:pt x="2494120" y="3550489"/>
                  </a:lnTo>
                  <a:lnTo>
                    <a:pt x="2415274" y="3525918"/>
                  </a:lnTo>
                  <a:lnTo>
                    <a:pt x="2329656" y="3503673"/>
                  </a:lnTo>
                  <a:lnTo>
                    <a:pt x="2237573" y="3483575"/>
                  </a:lnTo>
                  <a:lnTo>
                    <a:pt x="2139976" y="3465516"/>
                  </a:lnTo>
                  <a:lnTo>
                    <a:pt x="2038619" y="3449459"/>
                  </a:lnTo>
                  <a:lnTo>
                    <a:pt x="1936146" y="3435421"/>
                  </a:lnTo>
                  <a:lnTo>
                    <a:pt x="1836040" y="3423446"/>
                  </a:lnTo>
                  <a:lnTo>
                    <a:pt x="1742357" y="3413571"/>
                  </a:lnTo>
                  <a:lnTo>
                    <a:pt x="1659233" y="3405789"/>
                  </a:lnTo>
                  <a:lnTo>
                    <a:pt x="1590211" y="3400010"/>
                  </a:lnTo>
                  <a:lnTo>
                    <a:pt x="1537561" y="3396044"/>
                  </a:lnTo>
                  <a:lnTo>
                    <a:pt x="1501766" y="3393608"/>
                  </a:lnTo>
                  <a:lnTo>
                    <a:pt x="1481328" y="3392346"/>
                  </a:lnTo>
                  <a:lnTo>
                    <a:pt x="1472869" y="3391870"/>
                  </a:lnTo>
                  <a:lnTo>
                    <a:pt x="1471388" y="3391794"/>
                  </a:lnTo>
                  <a:lnTo>
                    <a:pt x="1471387" y="3391794"/>
                  </a:lnTo>
                  <a:lnTo>
                    <a:pt x="0" y="339179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21" name="pg821"/>
            <p:cNvSpPr/>
            <p:nvPr/>
          </p:nvSpPr>
          <p:spPr>
            <a:xfrm>
              <a:off x="4799595" y="4701888"/>
              <a:ext cx="11981298" cy="6423976"/>
            </a:xfrm>
            <a:custGeom>
              <a:avLst/>
              <a:pathLst>
                <a:path w="11981298" h="6423976">
                  <a:moveTo>
                    <a:pt x="0" y="3432659"/>
                  </a:moveTo>
                  <a:lnTo>
                    <a:pt x="1471387" y="3432659"/>
                  </a:lnTo>
                  <a:lnTo>
                    <a:pt x="1472524" y="3432728"/>
                  </a:lnTo>
                  <a:lnTo>
                    <a:pt x="1479998" y="3433218"/>
                  </a:lnTo>
                  <a:lnTo>
                    <a:pt x="1498841" y="3434573"/>
                  </a:lnTo>
                  <a:lnTo>
                    <a:pt x="1532531" y="3437242"/>
                  </a:lnTo>
                  <a:lnTo>
                    <a:pt x="1582752" y="3441638"/>
                  </a:lnTo>
                  <a:lnTo>
                    <a:pt x="1649258" y="3448101"/>
                  </a:lnTo>
                  <a:lnTo>
                    <a:pt x="1730032" y="3456863"/>
                  </a:lnTo>
                  <a:lnTo>
                    <a:pt x="1821743" y="3468042"/>
                  </a:lnTo>
                  <a:lnTo>
                    <a:pt x="1920389" y="3481658"/>
                  </a:lnTo>
                  <a:lnTo>
                    <a:pt x="2021956" y="3497674"/>
                  </a:lnTo>
                  <a:lnTo>
                    <a:pt x="2122928" y="3516035"/>
                  </a:lnTo>
                  <a:lnTo>
                    <a:pt x="2220576" y="3536717"/>
                  </a:lnTo>
                  <a:lnTo>
                    <a:pt x="2313040" y="3559749"/>
                  </a:lnTo>
                  <a:lnTo>
                    <a:pt x="2399258" y="3585239"/>
                  </a:lnTo>
                  <a:lnTo>
                    <a:pt x="2478823" y="3613377"/>
                  </a:lnTo>
                  <a:lnTo>
                    <a:pt x="2551816" y="3644442"/>
                  </a:lnTo>
                  <a:lnTo>
                    <a:pt x="2618651" y="3678792"/>
                  </a:lnTo>
                  <a:lnTo>
                    <a:pt x="2679951" y="3716857"/>
                  </a:lnTo>
                  <a:lnTo>
                    <a:pt x="2736452" y="3759113"/>
                  </a:lnTo>
                  <a:lnTo>
                    <a:pt x="2788935" y="3806051"/>
                  </a:lnTo>
                  <a:lnTo>
                    <a:pt x="2838171" y="3858113"/>
                  </a:lnTo>
                  <a:lnTo>
                    <a:pt x="2884880" y="3915589"/>
                  </a:lnTo>
                  <a:lnTo>
                    <a:pt x="2896531" y="3931212"/>
                  </a:lnTo>
                  <a:lnTo>
                    <a:pt x="2933401" y="3984087"/>
                  </a:lnTo>
                  <a:lnTo>
                    <a:pt x="2969354" y="4040769"/>
                  </a:lnTo>
                  <a:lnTo>
                    <a:pt x="3004637" y="4101335"/>
                  </a:lnTo>
                  <a:lnTo>
                    <a:pt x="3039447" y="4165804"/>
                  </a:lnTo>
                  <a:lnTo>
                    <a:pt x="3073942" y="4234127"/>
                  </a:lnTo>
                  <a:lnTo>
                    <a:pt x="3108248" y="4306186"/>
                  </a:lnTo>
                  <a:lnTo>
                    <a:pt x="3142458" y="4381784"/>
                  </a:lnTo>
                  <a:lnTo>
                    <a:pt x="3176642" y="4460647"/>
                  </a:lnTo>
                  <a:lnTo>
                    <a:pt x="3210843" y="4542427"/>
                  </a:lnTo>
                  <a:lnTo>
                    <a:pt x="3245087" y="4626700"/>
                  </a:lnTo>
                  <a:lnTo>
                    <a:pt x="3279382" y="4712977"/>
                  </a:lnTo>
                  <a:lnTo>
                    <a:pt x="3313723" y="4800718"/>
                  </a:lnTo>
                  <a:lnTo>
                    <a:pt x="3348095" y="4889337"/>
                  </a:lnTo>
                  <a:lnTo>
                    <a:pt x="3382476" y="4978226"/>
                  </a:lnTo>
                  <a:lnTo>
                    <a:pt x="3416845" y="5066769"/>
                  </a:lnTo>
                  <a:lnTo>
                    <a:pt x="3451181" y="5154360"/>
                  </a:lnTo>
                  <a:lnTo>
                    <a:pt x="3485470" y="5240420"/>
                  </a:lnTo>
                  <a:lnTo>
                    <a:pt x="3519708" y="5324411"/>
                  </a:lnTo>
                  <a:lnTo>
                    <a:pt x="3553905" y="5405853"/>
                  </a:lnTo>
                  <a:lnTo>
                    <a:pt x="3588089" y="5484333"/>
                  </a:lnTo>
                  <a:lnTo>
                    <a:pt x="3622307" y="5559508"/>
                  </a:lnTo>
                  <a:lnTo>
                    <a:pt x="3656630" y="5631116"/>
                  </a:lnTo>
                  <a:lnTo>
                    <a:pt x="3691157" y="5698971"/>
                  </a:lnTo>
                  <a:lnTo>
                    <a:pt x="3726016" y="5762961"/>
                  </a:lnTo>
                  <a:lnTo>
                    <a:pt x="3761369" y="5823047"/>
                  </a:lnTo>
                  <a:lnTo>
                    <a:pt x="3797422" y="5879255"/>
                  </a:lnTo>
                  <a:lnTo>
                    <a:pt x="3829811" y="5925423"/>
                  </a:lnTo>
                  <a:lnTo>
                    <a:pt x="3875976" y="5984303"/>
                  </a:lnTo>
                  <a:lnTo>
                    <a:pt x="3924499" y="6037734"/>
                  </a:lnTo>
                  <a:lnTo>
                    <a:pt x="3976077" y="6085949"/>
                  </a:lnTo>
                  <a:lnTo>
                    <a:pt x="4031472" y="6129359"/>
                  </a:lnTo>
                  <a:lnTo>
                    <a:pt x="4091468" y="6168452"/>
                  </a:lnTo>
                  <a:lnTo>
                    <a:pt x="4156818" y="6203712"/>
                  </a:lnTo>
                  <a:lnTo>
                    <a:pt x="4228182" y="6235582"/>
                  </a:lnTo>
                  <a:lnTo>
                    <a:pt x="4306038" y="6264441"/>
                  </a:lnTo>
                  <a:lnTo>
                    <a:pt x="4390566" y="6290588"/>
                  </a:lnTo>
                  <a:lnTo>
                    <a:pt x="4481500" y="6314237"/>
                  </a:lnTo>
                  <a:lnTo>
                    <a:pt x="4577962" y="6335516"/>
                  </a:lnTo>
                  <a:lnTo>
                    <a:pt x="4678307" y="6354474"/>
                  </a:lnTo>
                  <a:lnTo>
                    <a:pt x="4780029" y="6371096"/>
                  </a:lnTo>
                  <a:lnTo>
                    <a:pt x="4879794" y="6385332"/>
                  </a:lnTo>
                  <a:lnTo>
                    <a:pt x="4973676" y="6397137"/>
                  </a:lnTo>
                  <a:lnTo>
                    <a:pt x="5057612" y="6406513"/>
                  </a:lnTo>
                  <a:lnTo>
                    <a:pt x="5128033" y="6413548"/>
                  </a:lnTo>
                  <a:lnTo>
                    <a:pt x="5182530" y="6418446"/>
                  </a:lnTo>
                  <a:lnTo>
                    <a:pt x="5220376" y="6421520"/>
                  </a:lnTo>
                  <a:lnTo>
                    <a:pt x="5242763" y="6423170"/>
                  </a:lnTo>
                  <a:lnTo>
                    <a:pt x="5252731" y="6423839"/>
                  </a:lnTo>
                  <a:lnTo>
                    <a:pt x="5254955" y="6423976"/>
                  </a:lnTo>
                  <a:lnTo>
                    <a:pt x="6726343" y="6423976"/>
                  </a:lnTo>
                  <a:lnTo>
                    <a:pt x="6727133" y="6423874"/>
                  </a:lnTo>
                  <a:lnTo>
                    <a:pt x="6732368" y="6423151"/>
                  </a:lnTo>
                  <a:lnTo>
                    <a:pt x="6745696" y="6421153"/>
                  </a:lnTo>
                  <a:lnTo>
                    <a:pt x="6769855" y="6417212"/>
                  </a:lnTo>
                  <a:lnTo>
                    <a:pt x="6806533" y="6410685"/>
                  </a:lnTo>
                  <a:lnTo>
                    <a:pt x="6856258" y="6401002"/>
                  </a:lnTo>
                  <a:lnTo>
                    <a:pt x="6918389" y="6387712"/>
                  </a:lnTo>
                  <a:lnTo>
                    <a:pt x="6991262" y="6370513"/>
                  </a:lnTo>
                  <a:lnTo>
                    <a:pt x="7072476" y="6349255"/>
                  </a:lnTo>
                  <a:lnTo>
                    <a:pt x="7159252" y="6323907"/>
                  </a:lnTo>
                  <a:lnTo>
                    <a:pt x="7248788" y="6294525"/>
                  </a:lnTo>
                  <a:lnTo>
                    <a:pt x="7338552" y="6261187"/>
                  </a:lnTo>
                  <a:lnTo>
                    <a:pt x="7426462" y="6223955"/>
                  </a:lnTo>
                  <a:lnTo>
                    <a:pt x="7510964" y="6182825"/>
                  </a:lnTo>
                  <a:lnTo>
                    <a:pt x="7591023" y="6137707"/>
                  </a:lnTo>
                  <a:lnTo>
                    <a:pt x="7666067" y="6088404"/>
                  </a:lnTo>
                  <a:lnTo>
                    <a:pt x="7735894" y="6034606"/>
                  </a:lnTo>
                  <a:lnTo>
                    <a:pt x="7800587" y="5975891"/>
                  </a:lnTo>
                  <a:lnTo>
                    <a:pt x="7860429" y="5911730"/>
                  </a:lnTo>
                  <a:lnTo>
                    <a:pt x="7915835" y="5841500"/>
                  </a:lnTo>
                  <a:lnTo>
                    <a:pt x="7967299" y="5764507"/>
                  </a:lnTo>
                  <a:lnTo>
                    <a:pt x="8015356" y="5680023"/>
                  </a:lnTo>
                  <a:lnTo>
                    <a:pt x="8060546" y="5587339"/>
                  </a:lnTo>
                  <a:lnTo>
                    <a:pt x="8103393" y="5485862"/>
                  </a:lnTo>
                  <a:lnTo>
                    <a:pt x="8144378" y="5375251"/>
                  </a:lnTo>
                  <a:lnTo>
                    <a:pt x="8151487" y="5354676"/>
                  </a:lnTo>
                  <a:lnTo>
                    <a:pt x="8177740" y="5275081"/>
                  </a:lnTo>
                  <a:lnTo>
                    <a:pt x="8203494" y="5191413"/>
                  </a:lnTo>
                  <a:lnTo>
                    <a:pt x="8228843" y="5103593"/>
                  </a:lnTo>
                  <a:lnTo>
                    <a:pt x="8253869" y="5011575"/>
                  </a:lnTo>
                  <a:lnTo>
                    <a:pt x="8278644" y="4915343"/>
                  </a:lnTo>
                  <a:lnTo>
                    <a:pt x="8303227" y="4814916"/>
                  </a:lnTo>
                  <a:lnTo>
                    <a:pt x="8327670" y="4710354"/>
                  </a:lnTo>
                  <a:lnTo>
                    <a:pt x="8352016" y="4601753"/>
                  </a:lnTo>
                  <a:lnTo>
                    <a:pt x="8376301" y="4489253"/>
                  </a:lnTo>
                  <a:lnTo>
                    <a:pt x="8400553" y="4373034"/>
                  </a:lnTo>
                  <a:lnTo>
                    <a:pt x="8424795" y="4253320"/>
                  </a:lnTo>
                  <a:lnTo>
                    <a:pt x="8449043" y="4130376"/>
                  </a:lnTo>
                  <a:lnTo>
                    <a:pt x="8473307" y="4004506"/>
                  </a:lnTo>
                  <a:lnTo>
                    <a:pt x="8497595" y="3876055"/>
                  </a:lnTo>
                  <a:lnTo>
                    <a:pt x="8521909" y="3745398"/>
                  </a:lnTo>
                  <a:lnTo>
                    <a:pt x="8546247" y="3612944"/>
                  </a:lnTo>
                  <a:lnTo>
                    <a:pt x="8570607" y="3479125"/>
                  </a:lnTo>
                  <a:lnTo>
                    <a:pt x="8594981" y="3344393"/>
                  </a:lnTo>
                  <a:lnTo>
                    <a:pt x="8619364" y="3209213"/>
                  </a:lnTo>
                  <a:lnTo>
                    <a:pt x="8643745" y="3074057"/>
                  </a:lnTo>
                  <a:lnTo>
                    <a:pt x="8668119" y="2939397"/>
                  </a:lnTo>
                  <a:lnTo>
                    <a:pt x="8692477" y="2805696"/>
                  </a:lnTo>
                  <a:lnTo>
                    <a:pt x="8716813" y="2673404"/>
                  </a:lnTo>
                  <a:lnTo>
                    <a:pt x="8741124" y="2542953"/>
                  </a:lnTo>
                  <a:lnTo>
                    <a:pt x="8765409" y="2414747"/>
                  </a:lnTo>
                  <a:lnTo>
                    <a:pt x="8789672" y="2289159"/>
                  </a:lnTo>
                  <a:lnTo>
                    <a:pt x="8813918" y="2166530"/>
                  </a:lnTo>
                  <a:lnTo>
                    <a:pt x="8838160" y="2047159"/>
                  </a:lnTo>
                  <a:lnTo>
                    <a:pt x="8862414" y="1931308"/>
                  </a:lnTo>
                  <a:lnTo>
                    <a:pt x="8886704" y="1819196"/>
                  </a:lnTo>
                  <a:lnTo>
                    <a:pt x="8911059" y="1710999"/>
                  </a:lnTo>
                  <a:lnTo>
                    <a:pt x="8935514" y="1606853"/>
                  </a:lnTo>
                  <a:lnTo>
                    <a:pt x="8960114" y="1506850"/>
                  </a:lnTo>
                  <a:lnTo>
                    <a:pt x="8984911" y="1411045"/>
                  </a:lnTo>
                  <a:lnTo>
                    <a:pt x="9009966" y="1319454"/>
                  </a:lnTo>
                  <a:lnTo>
                    <a:pt x="9035352" y="1232058"/>
                  </a:lnTo>
                  <a:lnTo>
                    <a:pt x="9061152" y="1148807"/>
                  </a:lnTo>
                  <a:lnTo>
                    <a:pt x="9084767" y="1077473"/>
                  </a:lnTo>
                  <a:lnTo>
                    <a:pt x="9125467" y="965237"/>
                  </a:lnTo>
                  <a:lnTo>
                    <a:pt x="9167951" y="862154"/>
                  </a:lnTo>
                  <a:lnTo>
                    <a:pt x="9212688" y="767949"/>
                  </a:lnTo>
                  <a:lnTo>
                    <a:pt x="9260197" y="682060"/>
                  </a:lnTo>
                  <a:lnTo>
                    <a:pt x="9311017" y="603792"/>
                  </a:lnTo>
                  <a:lnTo>
                    <a:pt x="9365686" y="532415"/>
                  </a:lnTo>
                  <a:lnTo>
                    <a:pt x="9424708" y="467225"/>
                  </a:lnTo>
                  <a:lnTo>
                    <a:pt x="9488515" y="407585"/>
                  </a:lnTo>
                  <a:lnTo>
                    <a:pt x="9557419" y="352949"/>
                  </a:lnTo>
                  <a:lnTo>
                    <a:pt x="9631543" y="302874"/>
                  </a:lnTo>
                  <a:lnTo>
                    <a:pt x="9710742" y="257032"/>
                  </a:lnTo>
                  <a:lnTo>
                    <a:pt x="9794517" y="215204"/>
                  </a:lnTo>
                  <a:lnTo>
                    <a:pt x="9881921" y="177283"/>
                  </a:lnTo>
                  <a:lnTo>
                    <a:pt x="9971493" y="143251"/>
                  </a:lnTo>
                  <a:lnTo>
                    <a:pt x="10061244" y="113161"/>
                  </a:lnTo>
                  <a:lnTo>
                    <a:pt x="10148708" y="87093"/>
                  </a:lnTo>
                  <a:lnTo>
                    <a:pt x="10231117" y="65108"/>
                  </a:lnTo>
                  <a:lnTo>
                    <a:pt x="10305660" y="47196"/>
                  </a:lnTo>
                  <a:lnTo>
                    <a:pt x="10369843" y="33231"/>
                  </a:lnTo>
                  <a:lnTo>
                    <a:pt x="10421848" y="22936"/>
                  </a:lnTo>
                  <a:lnTo>
                    <a:pt x="10460836" y="15888"/>
                  </a:lnTo>
                  <a:lnTo>
                    <a:pt x="10487125" y="11534"/>
                  </a:lnTo>
                  <a:lnTo>
                    <a:pt x="10502203" y="9240"/>
                  </a:lnTo>
                  <a:lnTo>
                    <a:pt x="10508632" y="8339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9120" y="101"/>
                  </a:lnTo>
                  <a:lnTo>
                    <a:pt x="10503886" y="825"/>
                  </a:lnTo>
                  <a:lnTo>
                    <a:pt x="10490557" y="2823"/>
                  </a:lnTo>
                  <a:lnTo>
                    <a:pt x="10466398" y="6763"/>
                  </a:lnTo>
                  <a:lnTo>
                    <a:pt x="10429720" y="13290"/>
                  </a:lnTo>
                  <a:lnTo>
                    <a:pt x="10379995" y="22974"/>
                  </a:lnTo>
                  <a:lnTo>
                    <a:pt x="10317864" y="36264"/>
                  </a:lnTo>
                  <a:lnTo>
                    <a:pt x="10244991" y="53462"/>
                  </a:lnTo>
                  <a:lnTo>
                    <a:pt x="10163777" y="74721"/>
                  </a:lnTo>
                  <a:lnTo>
                    <a:pt x="10077002" y="100068"/>
                  </a:lnTo>
                  <a:lnTo>
                    <a:pt x="9987466" y="129451"/>
                  </a:lnTo>
                  <a:lnTo>
                    <a:pt x="9897701" y="162789"/>
                  </a:lnTo>
                  <a:lnTo>
                    <a:pt x="9809791" y="200021"/>
                  </a:lnTo>
                  <a:lnTo>
                    <a:pt x="9725290" y="241151"/>
                  </a:lnTo>
                  <a:lnTo>
                    <a:pt x="9645230" y="286269"/>
                  </a:lnTo>
                  <a:lnTo>
                    <a:pt x="9570186" y="335572"/>
                  </a:lnTo>
                  <a:lnTo>
                    <a:pt x="9500359" y="389369"/>
                  </a:lnTo>
                  <a:lnTo>
                    <a:pt x="9435666" y="448085"/>
                  </a:lnTo>
                  <a:lnTo>
                    <a:pt x="9375824" y="512246"/>
                  </a:lnTo>
                  <a:lnTo>
                    <a:pt x="9320418" y="582476"/>
                  </a:lnTo>
                  <a:lnTo>
                    <a:pt x="9268954" y="659468"/>
                  </a:lnTo>
                  <a:lnTo>
                    <a:pt x="9220897" y="743953"/>
                  </a:lnTo>
                  <a:lnTo>
                    <a:pt x="9175707" y="836636"/>
                  </a:lnTo>
                  <a:lnTo>
                    <a:pt x="9132860" y="938114"/>
                  </a:lnTo>
                  <a:lnTo>
                    <a:pt x="9091875" y="1048725"/>
                  </a:lnTo>
                  <a:lnTo>
                    <a:pt x="9084767" y="1069300"/>
                  </a:lnTo>
                  <a:lnTo>
                    <a:pt x="9058513" y="1148895"/>
                  </a:lnTo>
                  <a:lnTo>
                    <a:pt x="9032759" y="1232563"/>
                  </a:lnTo>
                  <a:lnTo>
                    <a:pt x="9007410" y="1320382"/>
                  </a:lnTo>
                  <a:lnTo>
                    <a:pt x="8982384" y="1412401"/>
                  </a:lnTo>
                  <a:lnTo>
                    <a:pt x="8957610" y="1508633"/>
                  </a:lnTo>
                  <a:lnTo>
                    <a:pt x="8933027" y="1609060"/>
                  </a:lnTo>
                  <a:lnTo>
                    <a:pt x="8908584" y="1713622"/>
                  </a:lnTo>
                  <a:lnTo>
                    <a:pt x="8884237" y="1822223"/>
                  </a:lnTo>
                  <a:lnTo>
                    <a:pt x="8859952" y="1934723"/>
                  </a:lnTo>
                  <a:lnTo>
                    <a:pt x="8835700" y="2050942"/>
                  </a:lnTo>
                  <a:lnTo>
                    <a:pt x="8811458" y="2170656"/>
                  </a:lnTo>
                  <a:lnTo>
                    <a:pt x="8787211" y="2293600"/>
                  </a:lnTo>
                  <a:lnTo>
                    <a:pt x="8762946" y="2419469"/>
                  </a:lnTo>
                  <a:lnTo>
                    <a:pt x="8738658" y="2547921"/>
                  </a:lnTo>
                  <a:lnTo>
                    <a:pt x="8714345" y="2678578"/>
                  </a:lnTo>
                  <a:lnTo>
                    <a:pt x="8690006" y="2811032"/>
                  </a:lnTo>
                  <a:lnTo>
                    <a:pt x="8665646" y="2944851"/>
                  </a:lnTo>
                  <a:lnTo>
                    <a:pt x="8641272" y="3079583"/>
                  </a:lnTo>
                  <a:lnTo>
                    <a:pt x="8616890" y="3214763"/>
                  </a:lnTo>
                  <a:lnTo>
                    <a:pt x="8592508" y="3349919"/>
                  </a:lnTo>
                  <a:lnTo>
                    <a:pt x="8568134" y="3484579"/>
                  </a:lnTo>
                  <a:lnTo>
                    <a:pt x="8543777" y="3618280"/>
                  </a:lnTo>
                  <a:lnTo>
                    <a:pt x="8519440" y="3750571"/>
                  </a:lnTo>
                  <a:lnTo>
                    <a:pt x="8495129" y="3881022"/>
                  </a:lnTo>
                  <a:lnTo>
                    <a:pt x="8470844" y="4009229"/>
                  </a:lnTo>
                  <a:lnTo>
                    <a:pt x="8446582" y="4134816"/>
                  </a:lnTo>
                  <a:lnTo>
                    <a:pt x="8422335" y="4257446"/>
                  </a:lnTo>
                  <a:lnTo>
                    <a:pt x="8398093" y="4376817"/>
                  </a:lnTo>
                  <a:lnTo>
                    <a:pt x="8373839" y="4492668"/>
                  </a:lnTo>
                  <a:lnTo>
                    <a:pt x="8349549" y="4604780"/>
                  </a:lnTo>
                  <a:lnTo>
                    <a:pt x="8325195" y="4712976"/>
                  </a:lnTo>
                  <a:lnTo>
                    <a:pt x="8300739" y="4817123"/>
                  </a:lnTo>
                  <a:lnTo>
                    <a:pt x="8276139" y="4917126"/>
                  </a:lnTo>
                  <a:lnTo>
                    <a:pt x="8251342" y="5012931"/>
                  </a:lnTo>
                  <a:lnTo>
                    <a:pt x="8226287" y="5104522"/>
                  </a:lnTo>
                  <a:lnTo>
                    <a:pt x="8200901" y="5191917"/>
                  </a:lnTo>
                  <a:lnTo>
                    <a:pt x="8175101" y="5275168"/>
                  </a:lnTo>
                  <a:lnTo>
                    <a:pt x="8151487" y="5346503"/>
                  </a:lnTo>
                  <a:lnTo>
                    <a:pt x="8110786" y="5458739"/>
                  </a:lnTo>
                  <a:lnTo>
                    <a:pt x="8068303" y="5561822"/>
                  </a:lnTo>
                  <a:lnTo>
                    <a:pt x="8023565" y="5656027"/>
                  </a:lnTo>
                  <a:lnTo>
                    <a:pt x="7976057" y="5741916"/>
                  </a:lnTo>
                  <a:lnTo>
                    <a:pt x="7925236" y="5820184"/>
                  </a:lnTo>
                  <a:lnTo>
                    <a:pt x="7870567" y="5891561"/>
                  </a:lnTo>
                  <a:lnTo>
                    <a:pt x="7811546" y="5956751"/>
                  </a:lnTo>
                  <a:lnTo>
                    <a:pt x="7747738" y="6016391"/>
                  </a:lnTo>
                  <a:lnTo>
                    <a:pt x="7678834" y="6071027"/>
                  </a:lnTo>
                  <a:lnTo>
                    <a:pt x="7604711" y="6121101"/>
                  </a:lnTo>
                  <a:lnTo>
                    <a:pt x="7525511" y="6166944"/>
                  </a:lnTo>
                  <a:lnTo>
                    <a:pt x="7441736" y="6208772"/>
                  </a:lnTo>
                  <a:lnTo>
                    <a:pt x="7354332" y="6246693"/>
                  </a:lnTo>
                  <a:lnTo>
                    <a:pt x="7264760" y="6280724"/>
                  </a:lnTo>
                  <a:lnTo>
                    <a:pt x="7175010" y="6310815"/>
                  </a:lnTo>
                  <a:lnTo>
                    <a:pt x="7087545" y="6336883"/>
                  </a:lnTo>
                  <a:lnTo>
                    <a:pt x="7005137" y="6358868"/>
                  </a:lnTo>
                  <a:lnTo>
                    <a:pt x="6930593" y="6376779"/>
                  </a:lnTo>
                  <a:lnTo>
                    <a:pt x="6866410" y="6390745"/>
                  </a:lnTo>
                  <a:lnTo>
                    <a:pt x="6814405" y="6401040"/>
                  </a:lnTo>
                  <a:lnTo>
                    <a:pt x="6775417" y="6408088"/>
                  </a:lnTo>
                  <a:lnTo>
                    <a:pt x="6749128" y="6412442"/>
                  </a:lnTo>
                  <a:lnTo>
                    <a:pt x="6734050" y="6414736"/>
                  </a:lnTo>
                  <a:lnTo>
                    <a:pt x="6727622" y="6415637"/>
                  </a:lnTo>
                  <a:lnTo>
                    <a:pt x="6726343" y="6415803"/>
                  </a:lnTo>
                  <a:lnTo>
                    <a:pt x="5254955" y="6415803"/>
                  </a:lnTo>
                  <a:lnTo>
                    <a:pt x="5253818" y="6415734"/>
                  </a:lnTo>
                  <a:lnTo>
                    <a:pt x="5246344" y="6415244"/>
                  </a:lnTo>
                  <a:lnTo>
                    <a:pt x="5227501" y="6413889"/>
                  </a:lnTo>
                  <a:lnTo>
                    <a:pt x="5193811" y="6411220"/>
                  </a:lnTo>
                  <a:lnTo>
                    <a:pt x="5143591" y="6406824"/>
                  </a:lnTo>
                  <a:lnTo>
                    <a:pt x="5077085" y="6400361"/>
                  </a:lnTo>
                  <a:lnTo>
                    <a:pt x="4996310" y="6391599"/>
                  </a:lnTo>
                  <a:lnTo>
                    <a:pt x="4904599" y="6380420"/>
                  </a:lnTo>
                  <a:lnTo>
                    <a:pt x="4805954" y="6366804"/>
                  </a:lnTo>
                  <a:lnTo>
                    <a:pt x="4704386" y="6350788"/>
                  </a:lnTo>
                  <a:lnTo>
                    <a:pt x="4603414" y="6332427"/>
                  </a:lnTo>
                  <a:lnTo>
                    <a:pt x="4505766" y="6311745"/>
                  </a:lnTo>
                  <a:lnTo>
                    <a:pt x="4413302" y="6288713"/>
                  </a:lnTo>
                  <a:lnTo>
                    <a:pt x="4327084" y="6263223"/>
                  </a:lnTo>
                  <a:lnTo>
                    <a:pt x="4247519" y="6235085"/>
                  </a:lnTo>
                  <a:lnTo>
                    <a:pt x="4174526" y="6204020"/>
                  </a:lnTo>
                  <a:lnTo>
                    <a:pt x="4107691" y="6169670"/>
                  </a:lnTo>
                  <a:lnTo>
                    <a:pt x="4046391" y="6131605"/>
                  </a:lnTo>
                  <a:lnTo>
                    <a:pt x="3989890" y="6089349"/>
                  </a:lnTo>
                  <a:lnTo>
                    <a:pt x="3937407" y="6042411"/>
                  </a:lnTo>
                  <a:lnTo>
                    <a:pt x="3888171" y="5990349"/>
                  </a:lnTo>
                  <a:lnTo>
                    <a:pt x="3841462" y="5932873"/>
                  </a:lnTo>
                  <a:lnTo>
                    <a:pt x="3829811" y="5917250"/>
                  </a:lnTo>
                  <a:lnTo>
                    <a:pt x="3792942" y="5864375"/>
                  </a:lnTo>
                  <a:lnTo>
                    <a:pt x="3756988" y="5807693"/>
                  </a:lnTo>
                  <a:lnTo>
                    <a:pt x="3721705" y="5747127"/>
                  </a:lnTo>
                  <a:lnTo>
                    <a:pt x="3686895" y="5682658"/>
                  </a:lnTo>
                  <a:lnTo>
                    <a:pt x="3652400" y="5614335"/>
                  </a:lnTo>
                  <a:lnTo>
                    <a:pt x="3618094" y="5542276"/>
                  </a:lnTo>
                  <a:lnTo>
                    <a:pt x="3583884" y="5466678"/>
                  </a:lnTo>
                  <a:lnTo>
                    <a:pt x="3549700" y="5387815"/>
                  </a:lnTo>
                  <a:lnTo>
                    <a:pt x="3515499" y="5306035"/>
                  </a:lnTo>
                  <a:lnTo>
                    <a:pt x="3481255" y="5221762"/>
                  </a:lnTo>
                  <a:lnTo>
                    <a:pt x="3446960" y="5135485"/>
                  </a:lnTo>
                  <a:lnTo>
                    <a:pt x="3412619" y="5047744"/>
                  </a:lnTo>
                  <a:lnTo>
                    <a:pt x="3378247" y="4959125"/>
                  </a:lnTo>
                  <a:lnTo>
                    <a:pt x="3343866" y="4870236"/>
                  </a:lnTo>
                  <a:lnTo>
                    <a:pt x="3309497" y="4781693"/>
                  </a:lnTo>
                  <a:lnTo>
                    <a:pt x="3275161" y="4694102"/>
                  </a:lnTo>
                  <a:lnTo>
                    <a:pt x="3240872" y="4608042"/>
                  </a:lnTo>
                  <a:lnTo>
                    <a:pt x="3206634" y="4524051"/>
                  </a:lnTo>
                  <a:lnTo>
                    <a:pt x="3172437" y="4442609"/>
                  </a:lnTo>
                  <a:lnTo>
                    <a:pt x="3138253" y="4364129"/>
                  </a:lnTo>
                  <a:lnTo>
                    <a:pt x="3104035" y="4288954"/>
                  </a:lnTo>
                  <a:lnTo>
                    <a:pt x="3069712" y="4217346"/>
                  </a:lnTo>
                  <a:lnTo>
                    <a:pt x="3035185" y="4149491"/>
                  </a:lnTo>
                  <a:lnTo>
                    <a:pt x="3000326" y="4085501"/>
                  </a:lnTo>
                  <a:lnTo>
                    <a:pt x="2964973" y="4025415"/>
                  </a:lnTo>
                  <a:lnTo>
                    <a:pt x="2928920" y="3969207"/>
                  </a:lnTo>
                  <a:lnTo>
                    <a:pt x="2896531" y="3923039"/>
                  </a:lnTo>
                  <a:lnTo>
                    <a:pt x="2850366" y="3864159"/>
                  </a:lnTo>
                  <a:lnTo>
                    <a:pt x="2801843" y="3810728"/>
                  </a:lnTo>
                  <a:lnTo>
                    <a:pt x="2750266" y="3762513"/>
                  </a:lnTo>
                  <a:lnTo>
                    <a:pt x="2694870" y="3719103"/>
                  </a:lnTo>
                  <a:lnTo>
                    <a:pt x="2634874" y="3680010"/>
                  </a:lnTo>
                  <a:lnTo>
                    <a:pt x="2569524" y="3644750"/>
                  </a:lnTo>
                  <a:lnTo>
                    <a:pt x="2498160" y="3612880"/>
                  </a:lnTo>
                  <a:lnTo>
                    <a:pt x="2420304" y="3584021"/>
                  </a:lnTo>
                  <a:lnTo>
                    <a:pt x="2335776" y="3557874"/>
                  </a:lnTo>
                  <a:lnTo>
                    <a:pt x="2244842" y="3534225"/>
                  </a:lnTo>
                  <a:lnTo>
                    <a:pt x="2148380" y="3512946"/>
                  </a:lnTo>
                  <a:lnTo>
                    <a:pt x="2048035" y="3493988"/>
                  </a:lnTo>
                  <a:lnTo>
                    <a:pt x="1946313" y="3477366"/>
                  </a:lnTo>
                  <a:lnTo>
                    <a:pt x="1846548" y="3463130"/>
                  </a:lnTo>
                  <a:lnTo>
                    <a:pt x="1752666" y="3451325"/>
                  </a:lnTo>
                  <a:lnTo>
                    <a:pt x="1668730" y="3441949"/>
                  </a:lnTo>
                  <a:lnTo>
                    <a:pt x="1598309" y="3434914"/>
                  </a:lnTo>
                  <a:lnTo>
                    <a:pt x="1543812" y="3430016"/>
                  </a:lnTo>
                  <a:lnTo>
                    <a:pt x="1505966" y="3426942"/>
                  </a:lnTo>
                  <a:lnTo>
                    <a:pt x="1483580" y="3425292"/>
                  </a:lnTo>
                  <a:lnTo>
                    <a:pt x="1473611" y="3424623"/>
                  </a:lnTo>
                  <a:lnTo>
                    <a:pt x="1471387" y="3424486"/>
                  </a:lnTo>
                  <a:lnTo>
                    <a:pt x="0" y="3424486"/>
                  </a:lnTo>
                  <a:close/>
                </a:path>
              </a:pathLst>
            </a:custGeom>
            <a:solidFill>
              <a:srgbClr val="F28E5B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822" name="pl822"/>
            <p:cNvSpPr/>
            <p:nvPr/>
          </p:nvSpPr>
          <p:spPr>
            <a:xfrm>
              <a:off x="4799595" y="4710061"/>
              <a:ext cx="11981298" cy="6415803"/>
            </a:xfrm>
            <a:custGeom>
              <a:avLst/>
              <a:pathLst>
                <a:path w="11981298" h="6415803">
                  <a:moveTo>
                    <a:pt x="0" y="3424486"/>
                  </a:moveTo>
                  <a:lnTo>
                    <a:pt x="1471387" y="3424486"/>
                  </a:lnTo>
                  <a:lnTo>
                    <a:pt x="1472524" y="3424555"/>
                  </a:lnTo>
                  <a:lnTo>
                    <a:pt x="1479998" y="3425045"/>
                  </a:lnTo>
                  <a:lnTo>
                    <a:pt x="1498841" y="3426400"/>
                  </a:lnTo>
                  <a:lnTo>
                    <a:pt x="1532531" y="3429069"/>
                  </a:lnTo>
                  <a:lnTo>
                    <a:pt x="1582752" y="3433465"/>
                  </a:lnTo>
                  <a:lnTo>
                    <a:pt x="1649258" y="3439928"/>
                  </a:lnTo>
                  <a:lnTo>
                    <a:pt x="1730032" y="3448690"/>
                  </a:lnTo>
                  <a:lnTo>
                    <a:pt x="1821743" y="3459869"/>
                  </a:lnTo>
                  <a:lnTo>
                    <a:pt x="1920389" y="3473485"/>
                  </a:lnTo>
                  <a:lnTo>
                    <a:pt x="2021956" y="3489501"/>
                  </a:lnTo>
                  <a:lnTo>
                    <a:pt x="2122928" y="3507862"/>
                  </a:lnTo>
                  <a:lnTo>
                    <a:pt x="2220576" y="3528544"/>
                  </a:lnTo>
                  <a:lnTo>
                    <a:pt x="2313040" y="3551576"/>
                  </a:lnTo>
                  <a:lnTo>
                    <a:pt x="2399258" y="3577066"/>
                  </a:lnTo>
                  <a:lnTo>
                    <a:pt x="2478823" y="3605204"/>
                  </a:lnTo>
                  <a:lnTo>
                    <a:pt x="2551816" y="3636269"/>
                  </a:lnTo>
                  <a:lnTo>
                    <a:pt x="2618651" y="3670619"/>
                  </a:lnTo>
                  <a:lnTo>
                    <a:pt x="2679951" y="3708684"/>
                  </a:lnTo>
                  <a:lnTo>
                    <a:pt x="2736452" y="3750940"/>
                  </a:lnTo>
                  <a:lnTo>
                    <a:pt x="2788935" y="3797878"/>
                  </a:lnTo>
                  <a:lnTo>
                    <a:pt x="2838171" y="3849940"/>
                  </a:lnTo>
                  <a:lnTo>
                    <a:pt x="2884880" y="3907416"/>
                  </a:lnTo>
                  <a:lnTo>
                    <a:pt x="2896531" y="3923039"/>
                  </a:lnTo>
                  <a:lnTo>
                    <a:pt x="2933401" y="3975914"/>
                  </a:lnTo>
                  <a:lnTo>
                    <a:pt x="2969354" y="4032596"/>
                  </a:lnTo>
                  <a:lnTo>
                    <a:pt x="3004637" y="4093162"/>
                  </a:lnTo>
                  <a:lnTo>
                    <a:pt x="3039447" y="4157631"/>
                  </a:lnTo>
                  <a:lnTo>
                    <a:pt x="3073942" y="4225954"/>
                  </a:lnTo>
                  <a:lnTo>
                    <a:pt x="3108248" y="4298013"/>
                  </a:lnTo>
                  <a:lnTo>
                    <a:pt x="3142458" y="4373611"/>
                  </a:lnTo>
                  <a:lnTo>
                    <a:pt x="3176642" y="4452474"/>
                  </a:lnTo>
                  <a:lnTo>
                    <a:pt x="3210843" y="4534254"/>
                  </a:lnTo>
                  <a:lnTo>
                    <a:pt x="3245087" y="4618527"/>
                  </a:lnTo>
                  <a:lnTo>
                    <a:pt x="3279382" y="4704804"/>
                  </a:lnTo>
                  <a:lnTo>
                    <a:pt x="3313723" y="4792545"/>
                  </a:lnTo>
                  <a:lnTo>
                    <a:pt x="3348095" y="4881164"/>
                  </a:lnTo>
                  <a:lnTo>
                    <a:pt x="3382476" y="4970053"/>
                  </a:lnTo>
                  <a:lnTo>
                    <a:pt x="3416845" y="5058596"/>
                  </a:lnTo>
                  <a:lnTo>
                    <a:pt x="3451181" y="5146187"/>
                  </a:lnTo>
                  <a:lnTo>
                    <a:pt x="3485470" y="5232247"/>
                  </a:lnTo>
                  <a:lnTo>
                    <a:pt x="3519708" y="5316238"/>
                  </a:lnTo>
                  <a:lnTo>
                    <a:pt x="3553905" y="5397680"/>
                  </a:lnTo>
                  <a:lnTo>
                    <a:pt x="3588089" y="5476160"/>
                  </a:lnTo>
                  <a:lnTo>
                    <a:pt x="3622307" y="5551335"/>
                  </a:lnTo>
                  <a:lnTo>
                    <a:pt x="3656630" y="5622943"/>
                  </a:lnTo>
                  <a:lnTo>
                    <a:pt x="3691157" y="5690798"/>
                  </a:lnTo>
                  <a:lnTo>
                    <a:pt x="3726016" y="5754788"/>
                  </a:lnTo>
                  <a:lnTo>
                    <a:pt x="3761369" y="5814874"/>
                  </a:lnTo>
                  <a:lnTo>
                    <a:pt x="3797422" y="5871082"/>
                  </a:lnTo>
                  <a:lnTo>
                    <a:pt x="3829811" y="5917250"/>
                  </a:lnTo>
                  <a:lnTo>
                    <a:pt x="3875976" y="5976130"/>
                  </a:lnTo>
                  <a:lnTo>
                    <a:pt x="3924499" y="6029561"/>
                  </a:lnTo>
                  <a:lnTo>
                    <a:pt x="3976077" y="6077776"/>
                  </a:lnTo>
                  <a:lnTo>
                    <a:pt x="4031472" y="6121186"/>
                  </a:lnTo>
                  <a:lnTo>
                    <a:pt x="4091468" y="6160279"/>
                  </a:lnTo>
                  <a:lnTo>
                    <a:pt x="4156818" y="6195539"/>
                  </a:lnTo>
                  <a:lnTo>
                    <a:pt x="4228182" y="6227409"/>
                  </a:lnTo>
                  <a:lnTo>
                    <a:pt x="4306038" y="6256268"/>
                  </a:lnTo>
                  <a:lnTo>
                    <a:pt x="4390566" y="6282415"/>
                  </a:lnTo>
                  <a:lnTo>
                    <a:pt x="4481500" y="6306064"/>
                  </a:lnTo>
                  <a:lnTo>
                    <a:pt x="4577962" y="6327343"/>
                  </a:lnTo>
                  <a:lnTo>
                    <a:pt x="4678307" y="6346301"/>
                  </a:lnTo>
                  <a:lnTo>
                    <a:pt x="4780029" y="6362923"/>
                  </a:lnTo>
                  <a:lnTo>
                    <a:pt x="4879794" y="6377159"/>
                  </a:lnTo>
                  <a:lnTo>
                    <a:pt x="4973676" y="6388964"/>
                  </a:lnTo>
                  <a:lnTo>
                    <a:pt x="5057612" y="6398340"/>
                  </a:lnTo>
                  <a:lnTo>
                    <a:pt x="5128033" y="6405375"/>
                  </a:lnTo>
                  <a:lnTo>
                    <a:pt x="5182530" y="6410273"/>
                  </a:lnTo>
                  <a:lnTo>
                    <a:pt x="5220376" y="6413347"/>
                  </a:lnTo>
                  <a:lnTo>
                    <a:pt x="5242763" y="6414997"/>
                  </a:lnTo>
                  <a:lnTo>
                    <a:pt x="5252731" y="6415666"/>
                  </a:lnTo>
                  <a:lnTo>
                    <a:pt x="5254935" y="6415802"/>
                  </a:lnTo>
                  <a:lnTo>
                    <a:pt x="5254955" y="6415803"/>
                  </a:lnTo>
                  <a:lnTo>
                    <a:pt x="6726343" y="6415803"/>
                  </a:lnTo>
                  <a:lnTo>
                    <a:pt x="6727133" y="6415701"/>
                  </a:lnTo>
                  <a:lnTo>
                    <a:pt x="6732368" y="6414978"/>
                  </a:lnTo>
                  <a:lnTo>
                    <a:pt x="6745696" y="6412980"/>
                  </a:lnTo>
                  <a:lnTo>
                    <a:pt x="6769855" y="6409039"/>
                  </a:lnTo>
                  <a:lnTo>
                    <a:pt x="6806533" y="6402512"/>
                  </a:lnTo>
                  <a:lnTo>
                    <a:pt x="6856258" y="6392829"/>
                  </a:lnTo>
                  <a:lnTo>
                    <a:pt x="6918389" y="6379539"/>
                  </a:lnTo>
                  <a:lnTo>
                    <a:pt x="6991262" y="6362340"/>
                  </a:lnTo>
                  <a:lnTo>
                    <a:pt x="7072476" y="6341082"/>
                  </a:lnTo>
                  <a:lnTo>
                    <a:pt x="7159252" y="6315734"/>
                  </a:lnTo>
                  <a:lnTo>
                    <a:pt x="7248788" y="6286352"/>
                  </a:lnTo>
                  <a:lnTo>
                    <a:pt x="7338552" y="6253014"/>
                  </a:lnTo>
                  <a:lnTo>
                    <a:pt x="7426462" y="6215782"/>
                  </a:lnTo>
                  <a:lnTo>
                    <a:pt x="7510964" y="6174652"/>
                  </a:lnTo>
                  <a:lnTo>
                    <a:pt x="7591023" y="6129534"/>
                  </a:lnTo>
                  <a:lnTo>
                    <a:pt x="7666067" y="6080231"/>
                  </a:lnTo>
                  <a:lnTo>
                    <a:pt x="7735894" y="6026433"/>
                  </a:lnTo>
                  <a:lnTo>
                    <a:pt x="7800587" y="5967718"/>
                  </a:lnTo>
                  <a:lnTo>
                    <a:pt x="7860429" y="5903557"/>
                  </a:lnTo>
                  <a:lnTo>
                    <a:pt x="7915835" y="5833327"/>
                  </a:lnTo>
                  <a:lnTo>
                    <a:pt x="7967299" y="5756334"/>
                  </a:lnTo>
                  <a:lnTo>
                    <a:pt x="8015356" y="5671850"/>
                  </a:lnTo>
                  <a:lnTo>
                    <a:pt x="8060546" y="5579166"/>
                  </a:lnTo>
                  <a:lnTo>
                    <a:pt x="8103393" y="5477689"/>
                  </a:lnTo>
                  <a:lnTo>
                    <a:pt x="8144378" y="5367078"/>
                  </a:lnTo>
                  <a:lnTo>
                    <a:pt x="8151487" y="5346503"/>
                  </a:lnTo>
                  <a:lnTo>
                    <a:pt x="8177740" y="5266908"/>
                  </a:lnTo>
                  <a:lnTo>
                    <a:pt x="8203494" y="5183240"/>
                  </a:lnTo>
                  <a:lnTo>
                    <a:pt x="8228843" y="5095420"/>
                  </a:lnTo>
                  <a:lnTo>
                    <a:pt x="8253869" y="5003402"/>
                  </a:lnTo>
                  <a:lnTo>
                    <a:pt x="8278644" y="4907170"/>
                  </a:lnTo>
                  <a:lnTo>
                    <a:pt x="8303227" y="4806743"/>
                  </a:lnTo>
                  <a:lnTo>
                    <a:pt x="8327670" y="4702181"/>
                  </a:lnTo>
                  <a:lnTo>
                    <a:pt x="8352016" y="4593580"/>
                  </a:lnTo>
                  <a:lnTo>
                    <a:pt x="8376301" y="4481080"/>
                  </a:lnTo>
                  <a:lnTo>
                    <a:pt x="8400553" y="4364861"/>
                  </a:lnTo>
                  <a:lnTo>
                    <a:pt x="8424795" y="4245147"/>
                  </a:lnTo>
                  <a:lnTo>
                    <a:pt x="8449043" y="4122203"/>
                  </a:lnTo>
                  <a:lnTo>
                    <a:pt x="8473307" y="3996333"/>
                  </a:lnTo>
                  <a:lnTo>
                    <a:pt x="8497595" y="3867882"/>
                  </a:lnTo>
                  <a:lnTo>
                    <a:pt x="8521909" y="3737225"/>
                  </a:lnTo>
                  <a:lnTo>
                    <a:pt x="8546247" y="3604771"/>
                  </a:lnTo>
                  <a:lnTo>
                    <a:pt x="8570607" y="3470952"/>
                  </a:lnTo>
                  <a:lnTo>
                    <a:pt x="8594981" y="3336220"/>
                  </a:lnTo>
                  <a:lnTo>
                    <a:pt x="8619364" y="3201040"/>
                  </a:lnTo>
                  <a:lnTo>
                    <a:pt x="8643745" y="3065884"/>
                  </a:lnTo>
                  <a:lnTo>
                    <a:pt x="8668119" y="2931224"/>
                  </a:lnTo>
                  <a:lnTo>
                    <a:pt x="8692477" y="2797523"/>
                  </a:lnTo>
                  <a:lnTo>
                    <a:pt x="8716813" y="2665231"/>
                  </a:lnTo>
                  <a:lnTo>
                    <a:pt x="8741124" y="2534780"/>
                  </a:lnTo>
                  <a:lnTo>
                    <a:pt x="8765409" y="2406574"/>
                  </a:lnTo>
                  <a:lnTo>
                    <a:pt x="8789672" y="2280986"/>
                  </a:lnTo>
                  <a:lnTo>
                    <a:pt x="8813918" y="2158357"/>
                  </a:lnTo>
                  <a:lnTo>
                    <a:pt x="8838160" y="2038986"/>
                  </a:lnTo>
                  <a:lnTo>
                    <a:pt x="8862414" y="1923135"/>
                  </a:lnTo>
                  <a:lnTo>
                    <a:pt x="8886704" y="1811023"/>
                  </a:lnTo>
                  <a:lnTo>
                    <a:pt x="8911059" y="1702826"/>
                  </a:lnTo>
                  <a:lnTo>
                    <a:pt x="8935514" y="1598680"/>
                  </a:lnTo>
                  <a:lnTo>
                    <a:pt x="8960114" y="1498677"/>
                  </a:lnTo>
                  <a:lnTo>
                    <a:pt x="8984911" y="1402872"/>
                  </a:lnTo>
                  <a:lnTo>
                    <a:pt x="9009966" y="1311281"/>
                  </a:lnTo>
                  <a:lnTo>
                    <a:pt x="9035352" y="1223885"/>
                  </a:lnTo>
                  <a:lnTo>
                    <a:pt x="9061152" y="1140634"/>
                  </a:lnTo>
                  <a:lnTo>
                    <a:pt x="9084767" y="1069300"/>
                  </a:lnTo>
                  <a:lnTo>
                    <a:pt x="9125467" y="957064"/>
                  </a:lnTo>
                  <a:lnTo>
                    <a:pt x="9167951" y="853981"/>
                  </a:lnTo>
                  <a:lnTo>
                    <a:pt x="9212688" y="759776"/>
                  </a:lnTo>
                  <a:lnTo>
                    <a:pt x="9260197" y="673887"/>
                  </a:lnTo>
                  <a:lnTo>
                    <a:pt x="9311017" y="595619"/>
                  </a:lnTo>
                  <a:lnTo>
                    <a:pt x="9365686" y="524242"/>
                  </a:lnTo>
                  <a:lnTo>
                    <a:pt x="9424708" y="459052"/>
                  </a:lnTo>
                  <a:lnTo>
                    <a:pt x="9488515" y="399412"/>
                  </a:lnTo>
                  <a:lnTo>
                    <a:pt x="9557419" y="344776"/>
                  </a:lnTo>
                  <a:lnTo>
                    <a:pt x="9631543" y="294701"/>
                  </a:lnTo>
                  <a:lnTo>
                    <a:pt x="9710742" y="248859"/>
                  </a:lnTo>
                  <a:lnTo>
                    <a:pt x="9794517" y="207031"/>
                  </a:lnTo>
                  <a:lnTo>
                    <a:pt x="9881921" y="169110"/>
                  </a:lnTo>
                  <a:lnTo>
                    <a:pt x="9971493" y="135078"/>
                  </a:lnTo>
                  <a:lnTo>
                    <a:pt x="10061244" y="104988"/>
                  </a:lnTo>
                  <a:lnTo>
                    <a:pt x="10148708" y="78920"/>
                  </a:lnTo>
                  <a:lnTo>
                    <a:pt x="10231117" y="56935"/>
                  </a:lnTo>
                  <a:lnTo>
                    <a:pt x="10305660" y="39023"/>
                  </a:lnTo>
                  <a:lnTo>
                    <a:pt x="10369843" y="25058"/>
                  </a:lnTo>
                  <a:lnTo>
                    <a:pt x="10421848" y="14763"/>
                  </a:lnTo>
                  <a:lnTo>
                    <a:pt x="10460836" y="7715"/>
                  </a:lnTo>
                  <a:lnTo>
                    <a:pt x="10487125" y="3361"/>
                  </a:lnTo>
                  <a:lnTo>
                    <a:pt x="10502203" y="1067"/>
                  </a:lnTo>
                  <a:lnTo>
                    <a:pt x="10508632" y="166"/>
                  </a:lnTo>
                  <a:lnTo>
                    <a:pt x="10509906" y="0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23" name="pl823"/>
            <p:cNvSpPr/>
            <p:nvPr/>
          </p:nvSpPr>
          <p:spPr>
            <a:xfrm>
              <a:off x="4799595" y="4701888"/>
              <a:ext cx="11981298" cy="6415803"/>
            </a:xfrm>
            <a:custGeom>
              <a:avLst/>
              <a:pathLst>
                <a:path w="11981298" h="6415803">
                  <a:moveTo>
                    <a:pt x="11981298" y="0"/>
                  </a:moveTo>
                  <a:lnTo>
                    <a:pt x="10509911" y="0"/>
                  </a:lnTo>
                  <a:lnTo>
                    <a:pt x="10509120" y="101"/>
                  </a:lnTo>
                  <a:lnTo>
                    <a:pt x="10503886" y="825"/>
                  </a:lnTo>
                  <a:lnTo>
                    <a:pt x="10490557" y="2823"/>
                  </a:lnTo>
                  <a:lnTo>
                    <a:pt x="10466398" y="6763"/>
                  </a:lnTo>
                  <a:lnTo>
                    <a:pt x="10429720" y="13290"/>
                  </a:lnTo>
                  <a:lnTo>
                    <a:pt x="10379995" y="22974"/>
                  </a:lnTo>
                  <a:lnTo>
                    <a:pt x="10317864" y="36264"/>
                  </a:lnTo>
                  <a:lnTo>
                    <a:pt x="10244991" y="53462"/>
                  </a:lnTo>
                  <a:lnTo>
                    <a:pt x="10163777" y="74721"/>
                  </a:lnTo>
                  <a:lnTo>
                    <a:pt x="10077002" y="100068"/>
                  </a:lnTo>
                  <a:lnTo>
                    <a:pt x="9987466" y="129451"/>
                  </a:lnTo>
                  <a:lnTo>
                    <a:pt x="9897701" y="162789"/>
                  </a:lnTo>
                  <a:lnTo>
                    <a:pt x="9809791" y="200021"/>
                  </a:lnTo>
                  <a:lnTo>
                    <a:pt x="9725290" y="241151"/>
                  </a:lnTo>
                  <a:lnTo>
                    <a:pt x="9645230" y="286269"/>
                  </a:lnTo>
                  <a:lnTo>
                    <a:pt x="9570186" y="335572"/>
                  </a:lnTo>
                  <a:lnTo>
                    <a:pt x="9500359" y="389369"/>
                  </a:lnTo>
                  <a:lnTo>
                    <a:pt x="9435666" y="448085"/>
                  </a:lnTo>
                  <a:lnTo>
                    <a:pt x="9375824" y="512246"/>
                  </a:lnTo>
                  <a:lnTo>
                    <a:pt x="9320418" y="582476"/>
                  </a:lnTo>
                  <a:lnTo>
                    <a:pt x="9268954" y="659468"/>
                  </a:lnTo>
                  <a:lnTo>
                    <a:pt x="9220897" y="743953"/>
                  </a:lnTo>
                  <a:lnTo>
                    <a:pt x="9175707" y="836636"/>
                  </a:lnTo>
                  <a:lnTo>
                    <a:pt x="9132860" y="938114"/>
                  </a:lnTo>
                  <a:lnTo>
                    <a:pt x="9091875" y="1048725"/>
                  </a:lnTo>
                  <a:lnTo>
                    <a:pt x="9084767" y="1069300"/>
                  </a:lnTo>
                  <a:lnTo>
                    <a:pt x="9058513" y="1148895"/>
                  </a:lnTo>
                  <a:lnTo>
                    <a:pt x="9032759" y="1232563"/>
                  </a:lnTo>
                  <a:lnTo>
                    <a:pt x="9007410" y="1320382"/>
                  </a:lnTo>
                  <a:lnTo>
                    <a:pt x="8982384" y="1412401"/>
                  </a:lnTo>
                  <a:lnTo>
                    <a:pt x="8957610" y="1508633"/>
                  </a:lnTo>
                  <a:lnTo>
                    <a:pt x="8933027" y="1609060"/>
                  </a:lnTo>
                  <a:lnTo>
                    <a:pt x="8908584" y="1713622"/>
                  </a:lnTo>
                  <a:lnTo>
                    <a:pt x="8884237" y="1822223"/>
                  </a:lnTo>
                  <a:lnTo>
                    <a:pt x="8859952" y="1934723"/>
                  </a:lnTo>
                  <a:lnTo>
                    <a:pt x="8835700" y="2050942"/>
                  </a:lnTo>
                  <a:lnTo>
                    <a:pt x="8811458" y="2170656"/>
                  </a:lnTo>
                  <a:lnTo>
                    <a:pt x="8787211" y="2293600"/>
                  </a:lnTo>
                  <a:lnTo>
                    <a:pt x="8762946" y="2419469"/>
                  </a:lnTo>
                  <a:lnTo>
                    <a:pt x="8738658" y="2547921"/>
                  </a:lnTo>
                  <a:lnTo>
                    <a:pt x="8714345" y="2678578"/>
                  </a:lnTo>
                  <a:lnTo>
                    <a:pt x="8690006" y="2811032"/>
                  </a:lnTo>
                  <a:lnTo>
                    <a:pt x="8665646" y="2944851"/>
                  </a:lnTo>
                  <a:lnTo>
                    <a:pt x="8641272" y="3079583"/>
                  </a:lnTo>
                  <a:lnTo>
                    <a:pt x="8616890" y="3214763"/>
                  </a:lnTo>
                  <a:lnTo>
                    <a:pt x="8592508" y="3349919"/>
                  </a:lnTo>
                  <a:lnTo>
                    <a:pt x="8568134" y="3484579"/>
                  </a:lnTo>
                  <a:lnTo>
                    <a:pt x="8543777" y="3618280"/>
                  </a:lnTo>
                  <a:lnTo>
                    <a:pt x="8519440" y="3750571"/>
                  </a:lnTo>
                  <a:lnTo>
                    <a:pt x="8495129" y="3881022"/>
                  </a:lnTo>
                  <a:lnTo>
                    <a:pt x="8470844" y="4009229"/>
                  </a:lnTo>
                  <a:lnTo>
                    <a:pt x="8446582" y="4134816"/>
                  </a:lnTo>
                  <a:lnTo>
                    <a:pt x="8422335" y="4257446"/>
                  </a:lnTo>
                  <a:lnTo>
                    <a:pt x="8398093" y="4376817"/>
                  </a:lnTo>
                  <a:lnTo>
                    <a:pt x="8373839" y="4492668"/>
                  </a:lnTo>
                  <a:lnTo>
                    <a:pt x="8349549" y="4604780"/>
                  </a:lnTo>
                  <a:lnTo>
                    <a:pt x="8325195" y="4712976"/>
                  </a:lnTo>
                  <a:lnTo>
                    <a:pt x="8300739" y="4817123"/>
                  </a:lnTo>
                  <a:lnTo>
                    <a:pt x="8276139" y="4917126"/>
                  </a:lnTo>
                  <a:lnTo>
                    <a:pt x="8251342" y="5012931"/>
                  </a:lnTo>
                  <a:lnTo>
                    <a:pt x="8226287" y="5104522"/>
                  </a:lnTo>
                  <a:lnTo>
                    <a:pt x="8200901" y="5191917"/>
                  </a:lnTo>
                  <a:lnTo>
                    <a:pt x="8175101" y="5275168"/>
                  </a:lnTo>
                  <a:lnTo>
                    <a:pt x="8151487" y="5346503"/>
                  </a:lnTo>
                  <a:lnTo>
                    <a:pt x="8110786" y="5458739"/>
                  </a:lnTo>
                  <a:lnTo>
                    <a:pt x="8068303" y="5561822"/>
                  </a:lnTo>
                  <a:lnTo>
                    <a:pt x="8023565" y="5656027"/>
                  </a:lnTo>
                  <a:lnTo>
                    <a:pt x="7976057" y="5741916"/>
                  </a:lnTo>
                  <a:lnTo>
                    <a:pt x="7925236" y="5820184"/>
                  </a:lnTo>
                  <a:lnTo>
                    <a:pt x="7870567" y="5891561"/>
                  </a:lnTo>
                  <a:lnTo>
                    <a:pt x="7811546" y="5956751"/>
                  </a:lnTo>
                  <a:lnTo>
                    <a:pt x="7747738" y="6016391"/>
                  </a:lnTo>
                  <a:lnTo>
                    <a:pt x="7678834" y="6071027"/>
                  </a:lnTo>
                  <a:lnTo>
                    <a:pt x="7604711" y="6121101"/>
                  </a:lnTo>
                  <a:lnTo>
                    <a:pt x="7525511" y="6166944"/>
                  </a:lnTo>
                  <a:lnTo>
                    <a:pt x="7441736" y="6208772"/>
                  </a:lnTo>
                  <a:lnTo>
                    <a:pt x="7354332" y="6246693"/>
                  </a:lnTo>
                  <a:lnTo>
                    <a:pt x="7264760" y="6280724"/>
                  </a:lnTo>
                  <a:lnTo>
                    <a:pt x="7175010" y="6310815"/>
                  </a:lnTo>
                  <a:lnTo>
                    <a:pt x="7087545" y="6336883"/>
                  </a:lnTo>
                  <a:lnTo>
                    <a:pt x="7005137" y="6358868"/>
                  </a:lnTo>
                  <a:lnTo>
                    <a:pt x="6930593" y="6376779"/>
                  </a:lnTo>
                  <a:lnTo>
                    <a:pt x="6866410" y="6390745"/>
                  </a:lnTo>
                  <a:lnTo>
                    <a:pt x="6814405" y="6401040"/>
                  </a:lnTo>
                  <a:lnTo>
                    <a:pt x="6775417" y="6408088"/>
                  </a:lnTo>
                  <a:lnTo>
                    <a:pt x="6749128" y="6412442"/>
                  </a:lnTo>
                  <a:lnTo>
                    <a:pt x="6734050" y="6414736"/>
                  </a:lnTo>
                  <a:lnTo>
                    <a:pt x="6727622" y="6415637"/>
                  </a:lnTo>
                  <a:lnTo>
                    <a:pt x="6726347" y="6415803"/>
                  </a:lnTo>
                  <a:lnTo>
                    <a:pt x="6726343" y="6415803"/>
                  </a:lnTo>
                  <a:lnTo>
                    <a:pt x="5254955" y="6415803"/>
                  </a:lnTo>
                  <a:lnTo>
                    <a:pt x="5253818" y="6415734"/>
                  </a:lnTo>
                  <a:lnTo>
                    <a:pt x="5246344" y="6415244"/>
                  </a:lnTo>
                  <a:lnTo>
                    <a:pt x="5227501" y="6413889"/>
                  </a:lnTo>
                  <a:lnTo>
                    <a:pt x="5193811" y="6411220"/>
                  </a:lnTo>
                  <a:lnTo>
                    <a:pt x="5143591" y="6406824"/>
                  </a:lnTo>
                  <a:lnTo>
                    <a:pt x="5077085" y="6400361"/>
                  </a:lnTo>
                  <a:lnTo>
                    <a:pt x="4996310" y="6391599"/>
                  </a:lnTo>
                  <a:lnTo>
                    <a:pt x="4904599" y="6380420"/>
                  </a:lnTo>
                  <a:lnTo>
                    <a:pt x="4805954" y="6366804"/>
                  </a:lnTo>
                  <a:lnTo>
                    <a:pt x="4704386" y="6350788"/>
                  </a:lnTo>
                  <a:lnTo>
                    <a:pt x="4603414" y="6332427"/>
                  </a:lnTo>
                  <a:lnTo>
                    <a:pt x="4505766" y="6311745"/>
                  </a:lnTo>
                  <a:lnTo>
                    <a:pt x="4413302" y="6288713"/>
                  </a:lnTo>
                  <a:lnTo>
                    <a:pt x="4327084" y="6263223"/>
                  </a:lnTo>
                  <a:lnTo>
                    <a:pt x="4247519" y="6235085"/>
                  </a:lnTo>
                  <a:lnTo>
                    <a:pt x="4174526" y="6204020"/>
                  </a:lnTo>
                  <a:lnTo>
                    <a:pt x="4107691" y="6169670"/>
                  </a:lnTo>
                  <a:lnTo>
                    <a:pt x="4046391" y="6131605"/>
                  </a:lnTo>
                  <a:lnTo>
                    <a:pt x="3989890" y="6089349"/>
                  </a:lnTo>
                  <a:lnTo>
                    <a:pt x="3937407" y="6042411"/>
                  </a:lnTo>
                  <a:lnTo>
                    <a:pt x="3888171" y="5990349"/>
                  </a:lnTo>
                  <a:lnTo>
                    <a:pt x="3841462" y="5932873"/>
                  </a:lnTo>
                  <a:lnTo>
                    <a:pt x="3829811" y="5917250"/>
                  </a:lnTo>
                  <a:lnTo>
                    <a:pt x="3792942" y="5864375"/>
                  </a:lnTo>
                  <a:lnTo>
                    <a:pt x="3756988" y="5807693"/>
                  </a:lnTo>
                  <a:lnTo>
                    <a:pt x="3721705" y="5747127"/>
                  </a:lnTo>
                  <a:lnTo>
                    <a:pt x="3686895" y="5682658"/>
                  </a:lnTo>
                  <a:lnTo>
                    <a:pt x="3652400" y="5614335"/>
                  </a:lnTo>
                  <a:lnTo>
                    <a:pt x="3618094" y="5542276"/>
                  </a:lnTo>
                  <a:lnTo>
                    <a:pt x="3583884" y="5466678"/>
                  </a:lnTo>
                  <a:lnTo>
                    <a:pt x="3549700" y="5387815"/>
                  </a:lnTo>
                  <a:lnTo>
                    <a:pt x="3515499" y="5306035"/>
                  </a:lnTo>
                  <a:lnTo>
                    <a:pt x="3481255" y="5221762"/>
                  </a:lnTo>
                  <a:lnTo>
                    <a:pt x="3446960" y="5135485"/>
                  </a:lnTo>
                  <a:lnTo>
                    <a:pt x="3412619" y="5047744"/>
                  </a:lnTo>
                  <a:lnTo>
                    <a:pt x="3378247" y="4959125"/>
                  </a:lnTo>
                  <a:lnTo>
                    <a:pt x="3343866" y="4870236"/>
                  </a:lnTo>
                  <a:lnTo>
                    <a:pt x="3309497" y="4781693"/>
                  </a:lnTo>
                  <a:lnTo>
                    <a:pt x="3275161" y="4694102"/>
                  </a:lnTo>
                  <a:lnTo>
                    <a:pt x="3240872" y="4608042"/>
                  </a:lnTo>
                  <a:lnTo>
                    <a:pt x="3206634" y="4524051"/>
                  </a:lnTo>
                  <a:lnTo>
                    <a:pt x="3172437" y="4442609"/>
                  </a:lnTo>
                  <a:lnTo>
                    <a:pt x="3138253" y="4364129"/>
                  </a:lnTo>
                  <a:lnTo>
                    <a:pt x="3104035" y="4288954"/>
                  </a:lnTo>
                  <a:lnTo>
                    <a:pt x="3069712" y="4217346"/>
                  </a:lnTo>
                  <a:lnTo>
                    <a:pt x="3035185" y="4149491"/>
                  </a:lnTo>
                  <a:lnTo>
                    <a:pt x="3000326" y="4085501"/>
                  </a:lnTo>
                  <a:lnTo>
                    <a:pt x="2964973" y="4025415"/>
                  </a:lnTo>
                  <a:lnTo>
                    <a:pt x="2928920" y="3969207"/>
                  </a:lnTo>
                  <a:lnTo>
                    <a:pt x="2896531" y="3923039"/>
                  </a:lnTo>
                  <a:lnTo>
                    <a:pt x="2850366" y="3864159"/>
                  </a:lnTo>
                  <a:lnTo>
                    <a:pt x="2801843" y="3810728"/>
                  </a:lnTo>
                  <a:lnTo>
                    <a:pt x="2750266" y="3762513"/>
                  </a:lnTo>
                  <a:lnTo>
                    <a:pt x="2694870" y="3719103"/>
                  </a:lnTo>
                  <a:lnTo>
                    <a:pt x="2634874" y="3680010"/>
                  </a:lnTo>
                  <a:lnTo>
                    <a:pt x="2569524" y="3644750"/>
                  </a:lnTo>
                  <a:lnTo>
                    <a:pt x="2498160" y="3612880"/>
                  </a:lnTo>
                  <a:lnTo>
                    <a:pt x="2420304" y="3584021"/>
                  </a:lnTo>
                  <a:lnTo>
                    <a:pt x="2335776" y="3557874"/>
                  </a:lnTo>
                  <a:lnTo>
                    <a:pt x="2244842" y="3534225"/>
                  </a:lnTo>
                  <a:lnTo>
                    <a:pt x="2148380" y="3512946"/>
                  </a:lnTo>
                  <a:lnTo>
                    <a:pt x="2048035" y="3493988"/>
                  </a:lnTo>
                  <a:lnTo>
                    <a:pt x="1946313" y="3477366"/>
                  </a:lnTo>
                  <a:lnTo>
                    <a:pt x="1846548" y="3463130"/>
                  </a:lnTo>
                  <a:lnTo>
                    <a:pt x="1752666" y="3451325"/>
                  </a:lnTo>
                  <a:lnTo>
                    <a:pt x="1668730" y="3441949"/>
                  </a:lnTo>
                  <a:lnTo>
                    <a:pt x="1598309" y="3434914"/>
                  </a:lnTo>
                  <a:lnTo>
                    <a:pt x="1543812" y="3430016"/>
                  </a:lnTo>
                  <a:lnTo>
                    <a:pt x="1505966" y="3426942"/>
                  </a:lnTo>
                  <a:lnTo>
                    <a:pt x="1483580" y="3425292"/>
                  </a:lnTo>
                  <a:lnTo>
                    <a:pt x="1473611" y="3424623"/>
                  </a:lnTo>
                  <a:lnTo>
                    <a:pt x="1471407" y="3424487"/>
                  </a:lnTo>
                  <a:lnTo>
                    <a:pt x="1471387" y="3424486"/>
                  </a:lnTo>
                  <a:lnTo>
                    <a:pt x="0" y="342448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24" name="pg824"/>
            <p:cNvSpPr/>
            <p:nvPr/>
          </p:nvSpPr>
          <p:spPr>
            <a:xfrm>
              <a:off x="4799595" y="7848492"/>
              <a:ext cx="11981298" cy="3285545"/>
            </a:xfrm>
            <a:custGeom>
              <a:avLst/>
              <a:pathLst>
                <a:path w="11981298" h="3285545">
                  <a:moveTo>
                    <a:pt x="0" y="294227"/>
                  </a:moveTo>
                  <a:lnTo>
                    <a:pt x="1471387" y="294227"/>
                  </a:lnTo>
                  <a:lnTo>
                    <a:pt x="1472524" y="294296"/>
                  </a:lnTo>
                  <a:lnTo>
                    <a:pt x="1479998" y="294787"/>
                  </a:lnTo>
                  <a:lnTo>
                    <a:pt x="1498841" y="296142"/>
                  </a:lnTo>
                  <a:lnTo>
                    <a:pt x="1532531" y="298810"/>
                  </a:lnTo>
                  <a:lnTo>
                    <a:pt x="1582752" y="303206"/>
                  </a:lnTo>
                  <a:lnTo>
                    <a:pt x="1649258" y="309669"/>
                  </a:lnTo>
                  <a:lnTo>
                    <a:pt x="1730032" y="318432"/>
                  </a:lnTo>
                  <a:lnTo>
                    <a:pt x="1821743" y="329610"/>
                  </a:lnTo>
                  <a:lnTo>
                    <a:pt x="1920389" y="343227"/>
                  </a:lnTo>
                  <a:lnTo>
                    <a:pt x="2021956" y="359242"/>
                  </a:lnTo>
                  <a:lnTo>
                    <a:pt x="2122928" y="377604"/>
                  </a:lnTo>
                  <a:lnTo>
                    <a:pt x="2220576" y="398286"/>
                  </a:lnTo>
                  <a:lnTo>
                    <a:pt x="2313040" y="421318"/>
                  </a:lnTo>
                  <a:lnTo>
                    <a:pt x="2399258" y="446808"/>
                  </a:lnTo>
                  <a:lnTo>
                    <a:pt x="2478823" y="474946"/>
                  </a:lnTo>
                  <a:lnTo>
                    <a:pt x="2551816" y="506011"/>
                  </a:lnTo>
                  <a:lnTo>
                    <a:pt x="2618651" y="540361"/>
                  </a:lnTo>
                  <a:lnTo>
                    <a:pt x="2679951" y="578425"/>
                  </a:lnTo>
                  <a:lnTo>
                    <a:pt x="2736452" y="620681"/>
                  </a:lnTo>
                  <a:lnTo>
                    <a:pt x="2788935" y="667620"/>
                  </a:lnTo>
                  <a:lnTo>
                    <a:pt x="2838171" y="719681"/>
                  </a:lnTo>
                  <a:lnTo>
                    <a:pt x="2884880" y="777158"/>
                  </a:lnTo>
                  <a:lnTo>
                    <a:pt x="2896531" y="792780"/>
                  </a:lnTo>
                  <a:lnTo>
                    <a:pt x="2933401" y="845655"/>
                  </a:lnTo>
                  <a:lnTo>
                    <a:pt x="2969354" y="902337"/>
                  </a:lnTo>
                  <a:lnTo>
                    <a:pt x="3004637" y="962904"/>
                  </a:lnTo>
                  <a:lnTo>
                    <a:pt x="3039447" y="1027372"/>
                  </a:lnTo>
                  <a:lnTo>
                    <a:pt x="3073942" y="1095696"/>
                  </a:lnTo>
                  <a:lnTo>
                    <a:pt x="3108248" y="1167754"/>
                  </a:lnTo>
                  <a:lnTo>
                    <a:pt x="3142458" y="1243352"/>
                  </a:lnTo>
                  <a:lnTo>
                    <a:pt x="3176642" y="1322216"/>
                  </a:lnTo>
                  <a:lnTo>
                    <a:pt x="3210843" y="1403996"/>
                  </a:lnTo>
                  <a:lnTo>
                    <a:pt x="3245087" y="1488268"/>
                  </a:lnTo>
                  <a:lnTo>
                    <a:pt x="3279382" y="1574546"/>
                  </a:lnTo>
                  <a:lnTo>
                    <a:pt x="3313723" y="1662286"/>
                  </a:lnTo>
                  <a:lnTo>
                    <a:pt x="3348095" y="1750905"/>
                  </a:lnTo>
                  <a:lnTo>
                    <a:pt x="3382476" y="1839795"/>
                  </a:lnTo>
                  <a:lnTo>
                    <a:pt x="3416845" y="1928338"/>
                  </a:lnTo>
                  <a:lnTo>
                    <a:pt x="3451181" y="2015929"/>
                  </a:lnTo>
                  <a:lnTo>
                    <a:pt x="3485470" y="2101988"/>
                  </a:lnTo>
                  <a:lnTo>
                    <a:pt x="3519708" y="2185979"/>
                  </a:lnTo>
                  <a:lnTo>
                    <a:pt x="3553905" y="2267422"/>
                  </a:lnTo>
                  <a:lnTo>
                    <a:pt x="3588089" y="2345901"/>
                  </a:lnTo>
                  <a:lnTo>
                    <a:pt x="3622307" y="2421077"/>
                  </a:lnTo>
                  <a:lnTo>
                    <a:pt x="3656630" y="2492685"/>
                  </a:lnTo>
                  <a:lnTo>
                    <a:pt x="3691157" y="2560539"/>
                  </a:lnTo>
                  <a:lnTo>
                    <a:pt x="3726016" y="2624529"/>
                  </a:lnTo>
                  <a:lnTo>
                    <a:pt x="3761369" y="2684615"/>
                  </a:lnTo>
                  <a:lnTo>
                    <a:pt x="3797422" y="2740824"/>
                  </a:lnTo>
                  <a:lnTo>
                    <a:pt x="3829811" y="2786992"/>
                  </a:lnTo>
                  <a:lnTo>
                    <a:pt x="3875976" y="2845871"/>
                  </a:lnTo>
                  <a:lnTo>
                    <a:pt x="3924499" y="2899303"/>
                  </a:lnTo>
                  <a:lnTo>
                    <a:pt x="3976077" y="2947517"/>
                  </a:lnTo>
                  <a:lnTo>
                    <a:pt x="4031472" y="2990928"/>
                  </a:lnTo>
                  <a:lnTo>
                    <a:pt x="4091468" y="3030021"/>
                  </a:lnTo>
                  <a:lnTo>
                    <a:pt x="4156818" y="3065280"/>
                  </a:lnTo>
                  <a:lnTo>
                    <a:pt x="4228182" y="3097151"/>
                  </a:lnTo>
                  <a:lnTo>
                    <a:pt x="4306038" y="3126010"/>
                  </a:lnTo>
                  <a:lnTo>
                    <a:pt x="4390566" y="3152157"/>
                  </a:lnTo>
                  <a:lnTo>
                    <a:pt x="4481500" y="3175806"/>
                  </a:lnTo>
                  <a:lnTo>
                    <a:pt x="4577962" y="3197085"/>
                  </a:lnTo>
                  <a:lnTo>
                    <a:pt x="4678307" y="3216042"/>
                  </a:lnTo>
                  <a:lnTo>
                    <a:pt x="4780029" y="3232664"/>
                  </a:lnTo>
                  <a:lnTo>
                    <a:pt x="4879794" y="3246901"/>
                  </a:lnTo>
                  <a:lnTo>
                    <a:pt x="4973676" y="3258706"/>
                  </a:lnTo>
                  <a:lnTo>
                    <a:pt x="5057612" y="3268081"/>
                  </a:lnTo>
                  <a:lnTo>
                    <a:pt x="5128033" y="3275117"/>
                  </a:lnTo>
                  <a:lnTo>
                    <a:pt x="5182530" y="3280014"/>
                  </a:lnTo>
                  <a:lnTo>
                    <a:pt x="5220376" y="3283089"/>
                  </a:lnTo>
                  <a:lnTo>
                    <a:pt x="5242763" y="3284739"/>
                  </a:lnTo>
                  <a:lnTo>
                    <a:pt x="5252731" y="3285408"/>
                  </a:lnTo>
                  <a:lnTo>
                    <a:pt x="5254955" y="3285545"/>
                  </a:lnTo>
                  <a:lnTo>
                    <a:pt x="6726343" y="3285545"/>
                  </a:lnTo>
                  <a:lnTo>
                    <a:pt x="6727462" y="3285471"/>
                  </a:lnTo>
                  <a:lnTo>
                    <a:pt x="6734821" y="3284942"/>
                  </a:lnTo>
                  <a:lnTo>
                    <a:pt x="6753381" y="3283481"/>
                  </a:lnTo>
                  <a:lnTo>
                    <a:pt x="6786589" y="3280605"/>
                  </a:lnTo>
                  <a:lnTo>
                    <a:pt x="6836135" y="3275865"/>
                  </a:lnTo>
                  <a:lnTo>
                    <a:pt x="6901824" y="3268894"/>
                  </a:lnTo>
                  <a:lnTo>
                    <a:pt x="6981718" y="3259436"/>
                  </a:lnTo>
                  <a:lnTo>
                    <a:pt x="7072572" y="3247361"/>
                  </a:lnTo>
                  <a:lnTo>
                    <a:pt x="7170461" y="3232645"/>
                  </a:lnTo>
                  <a:lnTo>
                    <a:pt x="7271424" y="3215324"/>
                  </a:lnTo>
                  <a:lnTo>
                    <a:pt x="7371968" y="3195459"/>
                  </a:lnTo>
                  <a:lnTo>
                    <a:pt x="7469358" y="3173078"/>
                  </a:lnTo>
                  <a:lnTo>
                    <a:pt x="7561713" y="3148155"/>
                  </a:lnTo>
                  <a:lnTo>
                    <a:pt x="7647938" y="3120579"/>
                  </a:lnTo>
                  <a:lnTo>
                    <a:pt x="7727594" y="3090151"/>
                  </a:lnTo>
                  <a:lnTo>
                    <a:pt x="7800728" y="3056580"/>
                  </a:lnTo>
                  <a:lnTo>
                    <a:pt x="7867724" y="3019484"/>
                  </a:lnTo>
                  <a:lnTo>
                    <a:pt x="7929183" y="2978408"/>
                  </a:lnTo>
                  <a:lnTo>
                    <a:pt x="7985820" y="2932840"/>
                  </a:lnTo>
                  <a:lnTo>
                    <a:pt x="8038403" y="2882251"/>
                  </a:lnTo>
                  <a:lnTo>
                    <a:pt x="8087694" y="2826155"/>
                  </a:lnTo>
                  <a:lnTo>
                    <a:pt x="8134409" y="2764213"/>
                  </a:lnTo>
                  <a:lnTo>
                    <a:pt x="8151487" y="2739316"/>
                  </a:lnTo>
                  <a:lnTo>
                    <a:pt x="8186998" y="2683622"/>
                  </a:lnTo>
                  <a:lnTo>
                    <a:pt x="8221651" y="2624066"/>
                  </a:lnTo>
                  <a:lnTo>
                    <a:pt x="8255668" y="2560570"/>
                  </a:lnTo>
                  <a:lnTo>
                    <a:pt x="8289227" y="2493109"/>
                  </a:lnTo>
                  <a:lnTo>
                    <a:pt x="8322476" y="2421723"/>
                  </a:lnTo>
                  <a:lnTo>
                    <a:pt x="8355530" y="2346516"/>
                  </a:lnTo>
                  <a:lnTo>
                    <a:pt x="8388478" y="2267663"/>
                  </a:lnTo>
                  <a:lnTo>
                    <a:pt x="8421387" y="2185413"/>
                  </a:lnTo>
                  <a:lnTo>
                    <a:pt x="8454302" y="2100088"/>
                  </a:lnTo>
                  <a:lnTo>
                    <a:pt x="8487252" y="2012079"/>
                  </a:lnTo>
                  <a:lnTo>
                    <a:pt x="8520247" y="1921842"/>
                  </a:lnTo>
                  <a:lnTo>
                    <a:pt x="8553288" y="1829888"/>
                  </a:lnTo>
                  <a:lnTo>
                    <a:pt x="8586365" y="1736772"/>
                  </a:lnTo>
                  <a:lnTo>
                    <a:pt x="8619461" y="1643079"/>
                  </a:lnTo>
                  <a:lnTo>
                    <a:pt x="8652556" y="1549410"/>
                  </a:lnTo>
                  <a:lnTo>
                    <a:pt x="8685630" y="1456366"/>
                  </a:lnTo>
                  <a:lnTo>
                    <a:pt x="8718668" y="1364530"/>
                  </a:lnTo>
                  <a:lnTo>
                    <a:pt x="8751659" y="1274454"/>
                  </a:lnTo>
                  <a:lnTo>
                    <a:pt x="8784605" y="1186646"/>
                  </a:lnTo>
                  <a:lnTo>
                    <a:pt x="8817519" y="1101555"/>
                  </a:lnTo>
                  <a:lnTo>
                    <a:pt x="8850429" y="1019569"/>
                  </a:lnTo>
                  <a:lnTo>
                    <a:pt x="8883383" y="941001"/>
                  </a:lnTo>
                  <a:lnTo>
                    <a:pt x="8916449" y="866096"/>
                  </a:lnTo>
                  <a:lnTo>
                    <a:pt x="8949718" y="795023"/>
                  </a:lnTo>
                  <a:lnTo>
                    <a:pt x="8983309" y="727882"/>
                  </a:lnTo>
                  <a:lnTo>
                    <a:pt x="9017369" y="664705"/>
                  </a:lnTo>
                  <a:lnTo>
                    <a:pt x="9052083" y="605464"/>
                  </a:lnTo>
                  <a:lnTo>
                    <a:pt x="9084767" y="554401"/>
                  </a:lnTo>
                  <a:lnTo>
                    <a:pt x="9130677" y="490223"/>
                  </a:lnTo>
                  <a:lnTo>
                    <a:pt x="9178916" y="431950"/>
                  </a:lnTo>
                  <a:lnTo>
                    <a:pt x="9230170" y="379336"/>
                  </a:lnTo>
                  <a:lnTo>
                    <a:pt x="9285188" y="331936"/>
                  </a:lnTo>
                  <a:lnTo>
                    <a:pt x="9344740" y="289229"/>
                  </a:lnTo>
                  <a:lnTo>
                    <a:pt x="9409570" y="250689"/>
                  </a:lnTo>
                  <a:lnTo>
                    <a:pt x="9480330" y="215838"/>
                  </a:lnTo>
                  <a:lnTo>
                    <a:pt x="9557500" y="184264"/>
                  </a:lnTo>
                  <a:lnTo>
                    <a:pt x="9641270" y="155641"/>
                  </a:lnTo>
                  <a:lnTo>
                    <a:pt x="9731403" y="129735"/>
                  </a:lnTo>
                  <a:lnTo>
                    <a:pt x="9827070" y="106403"/>
                  </a:lnTo>
                  <a:lnTo>
                    <a:pt x="9926700" y="85588"/>
                  </a:lnTo>
                  <a:lnTo>
                    <a:pt x="10027878" y="67301"/>
                  </a:lnTo>
                  <a:lnTo>
                    <a:pt x="10127376" y="51596"/>
                  </a:lnTo>
                  <a:lnTo>
                    <a:pt x="10221359" y="38524"/>
                  </a:lnTo>
                  <a:lnTo>
                    <a:pt x="10305818" y="28089"/>
                  </a:lnTo>
                  <a:lnTo>
                    <a:pt x="10377174" y="20202"/>
                  </a:lnTo>
                  <a:lnTo>
                    <a:pt x="10432931" y="14659"/>
                  </a:lnTo>
                  <a:lnTo>
                    <a:pt x="10472202" y="11129"/>
                  </a:lnTo>
                  <a:lnTo>
                    <a:pt x="10495971" y="9190"/>
                  </a:lnTo>
                  <a:lnTo>
                    <a:pt x="10507048" y="8367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8792" y="74"/>
                  </a:lnTo>
                  <a:lnTo>
                    <a:pt x="10501433" y="602"/>
                  </a:lnTo>
                  <a:lnTo>
                    <a:pt x="10482872" y="2063"/>
                  </a:lnTo>
                  <a:lnTo>
                    <a:pt x="10449664" y="4939"/>
                  </a:lnTo>
                  <a:lnTo>
                    <a:pt x="10400118" y="9679"/>
                  </a:lnTo>
                  <a:lnTo>
                    <a:pt x="10334429" y="16651"/>
                  </a:lnTo>
                  <a:lnTo>
                    <a:pt x="10254535" y="26109"/>
                  </a:lnTo>
                  <a:lnTo>
                    <a:pt x="10163681" y="38183"/>
                  </a:lnTo>
                  <a:lnTo>
                    <a:pt x="10065792" y="52900"/>
                  </a:lnTo>
                  <a:lnTo>
                    <a:pt x="9964829" y="70220"/>
                  </a:lnTo>
                  <a:lnTo>
                    <a:pt x="9864286" y="90086"/>
                  </a:lnTo>
                  <a:lnTo>
                    <a:pt x="9766895" y="112466"/>
                  </a:lnTo>
                  <a:lnTo>
                    <a:pt x="9674541" y="137390"/>
                  </a:lnTo>
                  <a:lnTo>
                    <a:pt x="9588315" y="164966"/>
                  </a:lnTo>
                  <a:lnTo>
                    <a:pt x="9508659" y="195393"/>
                  </a:lnTo>
                  <a:lnTo>
                    <a:pt x="9435526" y="228965"/>
                  </a:lnTo>
                  <a:lnTo>
                    <a:pt x="9368529" y="266060"/>
                  </a:lnTo>
                  <a:lnTo>
                    <a:pt x="9307070" y="307137"/>
                  </a:lnTo>
                  <a:lnTo>
                    <a:pt x="9250433" y="352704"/>
                  </a:lnTo>
                  <a:lnTo>
                    <a:pt x="9197850" y="403293"/>
                  </a:lnTo>
                  <a:lnTo>
                    <a:pt x="9148559" y="459389"/>
                  </a:lnTo>
                  <a:lnTo>
                    <a:pt x="9101845" y="521332"/>
                  </a:lnTo>
                  <a:lnTo>
                    <a:pt x="9084767" y="546228"/>
                  </a:lnTo>
                  <a:lnTo>
                    <a:pt x="9049256" y="601923"/>
                  </a:lnTo>
                  <a:lnTo>
                    <a:pt x="9014602" y="661478"/>
                  </a:lnTo>
                  <a:lnTo>
                    <a:pt x="8980586" y="724975"/>
                  </a:lnTo>
                  <a:lnTo>
                    <a:pt x="8947026" y="792435"/>
                  </a:lnTo>
                  <a:lnTo>
                    <a:pt x="8913777" y="863821"/>
                  </a:lnTo>
                  <a:lnTo>
                    <a:pt x="8880724" y="939029"/>
                  </a:lnTo>
                  <a:lnTo>
                    <a:pt x="8847775" y="1017882"/>
                  </a:lnTo>
                  <a:lnTo>
                    <a:pt x="8814866" y="1100131"/>
                  </a:lnTo>
                  <a:lnTo>
                    <a:pt x="8781951" y="1185456"/>
                  </a:lnTo>
                  <a:lnTo>
                    <a:pt x="8749002" y="1273465"/>
                  </a:lnTo>
                  <a:lnTo>
                    <a:pt x="8716006" y="1363702"/>
                  </a:lnTo>
                  <a:lnTo>
                    <a:pt x="8682965" y="1455656"/>
                  </a:lnTo>
                  <a:lnTo>
                    <a:pt x="8649888" y="1548773"/>
                  </a:lnTo>
                  <a:lnTo>
                    <a:pt x="8616793" y="1642466"/>
                  </a:lnTo>
                  <a:lnTo>
                    <a:pt x="8583698" y="1736134"/>
                  </a:lnTo>
                  <a:lnTo>
                    <a:pt x="8550623" y="1829178"/>
                  </a:lnTo>
                  <a:lnTo>
                    <a:pt x="8517586" y="1921014"/>
                  </a:lnTo>
                  <a:lnTo>
                    <a:pt x="8484594" y="2011090"/>
                  </a:lnTo>
                  <a:lnTo>
                    <a:pt x="8451648" y="2098898"/>
                  </a:lnTo>
                  <a:lnTo>
                    <a:pt x="8418734" y="2183989"/>
                  </a:lnTo>
                  <a:lnTo>
                    <a:pt x="8385824" y="2265976"/>
                  </a:lnTo>
                  <a:lnTo>
                    <a:pt x="8352870" y="2344543"/>
                  </a:lnTo>
                  <a:lnTo>
                    <a:pt x="8319804" y="2419448"/>
                  </a:lnTo>
                  <a:lnTo>
                    <a:pt x="8286535" y="2490521"/>
                  </a:lnTo>
                  <a:lnTo>
                    <a:pt x="8252945" y="2557662"/>
                  </a:lnTo>
                  <a:lnTo>
                    <a:pt x="8218884" y="2620839"/>
                  </a:lnTo>
                  <a:lnTo>
                    <a:pt x="8184170" y="2680080"/>
                  </a:lnTo>
                  <a:lnTo>
                    <a:pt x="8151487" y="2731143"/>
                  </a:lnTo>
                  <a:lnTo>
                    <a:pt x="8105576" y="2795321"/>
                  </a:lnTo>
                  <a:lnTo>
                    <a:pt x="8057337" y="2853594"/>
                  </a:lnTo>
                  <a:lnTo>
                    <a:pt x="8006083" y="2906208"/>
                  </a:lnTo>
                  <a:lnTo>
                    <a:pt x="7951066" y="2953608"/>
                  </a:lnTo>
                  <a:lnTo>
                    <a:pt x="7891513" y="2996316"/>
                  </a:lnTo>
                  <a:lnTo>
                    <a:pt x="7826683" y="3034855"/>
                  </a:lnTo>
                  <a:lnTo>
                    <a:pt x="7755923" y="3069707"/>
                  </a:lnTo>
                  <a:lnTo>
                    <a:pt x="7678754" y="3101281"/>
                  </a:lnTo>
                  <a:lnTo>
                    <a:pt x="7594984" y="3129903"/>
                  </a:lnTo>
                  <a:lnTo>
                    <a:pt x="7504850" y="3155809"/>
                  </a:lnTo>
                  <a:lnTo>
                    <a:pt x="7409183" y="3179141"/>
                  </a:lnTo>
                  <a:lnTo>
                    <a:pt x="7309553" y="3199957"/>
                  </a:lnTo>
                  <a:lnTo>
                    <a:pt x="7208375" y="3218243"/>
                  </a:lnTo>
                  <a:lnTo>
                    <a:pt x="7108877" y="3233948"/>
                  </a:lnTo>
                  <a:lnTo>
                    <a:pt x="7014895" y="3247020"/>
                  </a:lnTo>
                  <a:lnTo>
                    <a:pt x="6930436" y="3257456"/>
                  </a:lnTo>
                  <a:lnTo>
                    <a:pt x="6859079" y="3265342"/>
                  </a:lnTo>
                  <a:lnTo>
                    <a:pt x="6803323" y="3270886"/>
                  </a:lnTo>
                  <a:lnTo>
                    <a:pt x="6764051" y="3274416"/>
                  </a:lnTo>
                  <a:lnTo>
                    <a:pt x="6740282" y="3276354"/>
                  </a:lnTo>
                  <a:lnTo>
                    <a:pt x="6729206" y="3277177"/>
                  </a:lnTo>
                  <a:lnTo>
                    <a:pt x="6726343" y="3277372"/>
                  </a:lnTo>
                  <a:lnTo>
                    <a:pt x="5254955" y="3277372"/>
                  </a:lnTo>
                  <a:lnTo>
                    <a:pt x="5253818" y="3277303"/>
                  </a:lnTo>
                  <a:lnTo>
                    <a:pt x="5246344" y="3276813"/>
                  </a:lnTo>
                  <a:lnTo>
                    <a:pt x="5227501" y="3275457"/>
                  </a:lnTo>
                  <a:lnTo>
                    <a:pt x="5193811" y="3272789"/>
                  </a:lnTo>
                  <a:lnTo>
                    <a:pt x="5143591" y="3268393"/>
                  </a:lnTo>
                  <a:lnTo>
                    <a:pt x="5077085" y="3261930"/>
                  </a:lnTo>
                  <a:lnTo>
                    <a:pt x="4996310" y="3253168"/>
                  </a:lnTo>
                  <a:lnTo>
                    <a:pt x="4904599" y="3241989"/>
                  </a:lnTo>
                  <a:lnTo>
                    <a:pt x="4805954" y="3228373"/>
                  </a:lnTo>
                  <a:lnTo>
                    <a:pt x="4704386" y="3212357"/>
                  </a:lnTo>
                  <a:lnTo>
                    <a:pt x="4603414" y="3193995"/>
                  </a:lnTo>
                  <a:lnTo>
                    <a:pt x="4505766" y="3173313"/>
                  </a:lnTo>
                  <a:lnTo>
                    <a:pt x="4413302" y="3150281"/>
                  </a:lnTo>
                  <a:lnTo>
                    <a:pt x="4327084" y="3124792"/>
                  </a:lnTo>
                  <a:lnTo>
                    <a:pt x="4247519" y="3096653"/>
                  </a:lnTo>
                  <a:lnTo>
                    <a:pt x="4174526" y="3065589"/>
                  </a:lnTo>
                  <a:lnTo>
                    <a:pt x="4107691" y="3031238"/>
                  </a:lnTo>
                  <a:lnTo>
                    <a:pt x="4046391" y="2993174"/>
                  </a:lnTo>
                  <a:lnTo>
                    <a:pt x="3989890" y="2950918"/>
                  </a:lnTo>
                  <a:lnTo>
                    <a:pt x="3937407" y="2903980"/>
                  </a:lnTo>
                  <a:lnTo>
                    <a:pt x="3888171" y="2851918"/>
                  </a:lnTo>
                  <a:lnTo>
                    <a:pt x="3841462" y="2794442"/>
                  </a:lnTo>
                  <a:lnTo>
                    <a:pt x="3829811" y="2778819"/>
                  </a:lnTo>
                  <a:lnTo>
                    <a:pt x="3792942" y="2725944"/>
                  </a:lnTo>
                  <a:lnTo>
                    <a:pt x="3756988" y="2669262"/>
                  </a:lnTo>
                  <a:lnTo>
                    <a:pt x="3721705" y="2608696"/>
                  </a:lnTo>
                  <a:lnTo>
                    <a:pt x="3686895" y="2544227"/>
                  </a:lnTo>
                  <a:lnTo>
                    <a:pt x="3652400" y="2475903"/>
                  </a:lnTo>
                  <a:lnTo>
                    <a:pt x="3618094" y="2403845"/>
                  </a:lnTo>
                  <a:lnTo>
                    <a:pt x="3583884" y="2328247"/>
                  </a:lnTo>
                  <a:lnTo>
                    <a:pt x="3549700" y="2249383"/>
                  </a:lnTo>
                  <a:lnTo>
                    <a:pt x="3515499" y="2167604"/>
                  </a:lnTo>
                  <a:lnTo>
                    <a:pt x="3481255" y="2083331"/>
                  </a:lnTo>
                  <a:lnTo>
                    <a:pt x="3446960" y="1997053"/>
                  </a:lnTo>
                  <a:lnTo>
                    <a:pt x="3412619" y="1909313"/>
                  </a:lnTo>
                  <a:lnTo>
                    <a:pt x="3378247" y="1820694"/>
                  </a:lnTo>
                  <a:lnTo>
                    <a:pt x="3343866" y="1731805"/>
                  </a:lnTo>
                  <a:lnTo>
                    <a:pt x="3309497" y="1643261"/>
                  </a:lnTo>
                  <a:lnTo>
                    <a:pt x="3275161" y="1555670"/>
                  </a:lnTo>
                  <a:lnTo>
                    <a:pt x="3240872" y="1469611"/>
                  </a:lnTo>
                  <a:lnTo>
                    <a:pt x="3206634" y="1385620"/>
                  </a:lnTo>
                  <a:lnTo>
                    <a:pt x="3172437" y="1304178"/>
                  </a:lnTo>
                  <a:lnTo>
                    <a:pt x="3138253" y="1225698"/>
                  </a:lnTo>
                  <a:lnTo>
                    <a:pt x="3104035" y="1150522"/>
                  </a:lnTo>
                  <a:lnTo>
                    <a:pt x="3069712" y="1078914"/>
                  </a:lnTo>
                  <a:lnTo>
                    <a:pt x="3035185" y="1011060"/>
                  </a:lnTo>
                  <a:lnTo>
                    <a:pt x="3000326" y="947070"/>
                  </a:lnTo>
                  <a:lnTo>
                    <a:pt x="2964973" y="886984"/>
                  </a:lnTo>
                  <a:lnTo>
                    <a:pt x="2928920" y="830775"/>
                  </a:lnTo>
                  <a:lnTo>
                    <a:pt x="2896531" y="784607"/>
                  </a:lnTo>
                  <a:lnTo>
                    <a:pt x="2850366" y="725728"/>
                  </a:lnTo>
                  <a:lnTo>
                    <a:pt x="2801843" y="672296"/>
                  </a:lnTo>
                  <a:lnTo>
                    <a:pt x="2750266" y="624082"/>
                  </a:lnTo>
                  <a:lnTo>
                    <a:pt x="2694870" y="580671"/>
                  </a:lnTo>
                  <a:lnTo>
                    <a:pt x="2634874" y="541578"/>
                  </a:lnTo>
                  <a:lnTo>
                    <a:pt x="2569524" y="506319"/>
                  </a:lnTo>
                  <a:lnTo>
                    <a:pt x="2498160" y="474449"/>
                  </a:lnTo>
                  <a:lnTo>
                    <a:pt x="2420304" y="445590"/>
                  </a:lnTo>
                  <a:lnTo>
                    <a:pt x="2335776" y="419442"/>
                  </a:lnTo>
                  <a:lnTo>
                    <a:pt x="2244842" y="395793"/>
                  </a:lnTo>
                  <a:lnTo>
                    <a:pt x="2148380" y="374515"/>
                  </a:lnTo>
                  <a:lnTo>
                    <a:pt x="2048035" y="355557"/>
                  </a:lnTo>
                  <a:lnTo>
                    <a:pt x="1946313" y="338935"/>
                  </a:lnTo>
                  <a:lnTo>
                    <a:pt x="1846548" y="324698"/>
                  </a:lnTo>
                  <a:lnTo>
                    <a:pt x="1752666" y="312893"/>
                  </a:lnTo>
                  <a:lnTo>
                    <a:pt x="1668730" y="303518"/>
                  </a:lnTo>
                  <a:lnTo>
                    <a:pt x="1598309" y="296483"/>
                  </a:lnTo>
                  <a:lnTo>
                    <a:pt x="1543812" y="291585"/>
                  </a:lnTo>
                  <a:lnTo>
                    <a:pt x="1505966" y="288511"/>
                  </a:lnTo>
                  <a:lnTo>
                    <a:pt x="1483580" y="286861"/>
                  </a:lnTo>
                  <a:lnTo>
                    <a:pt x="1473611" y="286191"/>
                  </a:lnTo>
                  <a:lnTo>
                    <a:pt x="1471387" y="286054"/>
                  </a:lnTo>
                  <a:lnTo>
                    <a:pt x="0" y="286054"/>
                  </a:lnTo>
                  <a:close/>
                </a:path>
              </a:pathLst>
            </a:custGeom>
            <a:solidFill>
              <a:srgbClr val="F28E5B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825" name="pl825"/>
            <p:cNvSpPr/>
            <p:nvPr/>
          </p:nvSpPr>
          <p:spPr>
            <a:xfrm>
              <a:off x="4799595" y="7856665"/>
              <a:ext cx="11981298" cy="3277372"/>
            </a:xfrm>
            <a:custGeom>
              <a:avLst/>
              <a:pathLst>
                <a:path w="11981298" h="3277372">
                  <a:moveTo>
                    <a:pt x="0" y="286054"/>
                  </a:moveTo>
                  <a:lnTo>
                    <a:pt x="1471387" y="286054"/>
                  </a:lnTo>
                  <a:lnTo>
                    <a:pt x="1472524" y="286123"/>
                  </a:lnTo>
                  <a:lnTo>
                    <a:pt x="1479998" y="286614"/>
                  </a:lnTo>
                  <a:lnTo>
                    <a:pt x="1498841" y="287969"/>
                  </a:lnTo>
                  <a:lnTo>
                    <a:pt x="1532531" y="290637"/>
                  </a:lnTo>
                  <a:lnTo>
                    <a:pt x="1582752" y="295033"/>
                  </a:lnTo>
                  <a:lnTo>
                    <a:pt x="1649258" y="301496"/>
                  </a:lnTo>
                  <a:lnTo>
                    <a:pt x="1730032" y="310259"/>
                  </a:lnTo>
                  <a:lnTo>
                    <a:pt x="1821743" y="321437"/>
                  </a:lnTo>
                  <a:lnTo>
                    <a:pt x="1920389" y="335054"/>
                  </a:lnTo>
                  <a:lnTo>
                    <a:pt x="2021956" y="351069"/>
                  </a:lnTo>
                  <a:lnTo>
                    <a:pt x="2122928" y="369431"/>
                  </a:lnTo>
                  <a:lnTo>
                    <a:pt x="2220576" y="390113"/>
                  </a:lnTo>
                  <a:lnTo>
                    <a:pt x="2313040" y="413145"/>
                  </a:lnTo>
                  <a:lnTo>
                    <a:pt x="2399258" y="438635"/>
                  </a:lnTo>
                  <a:lnTo>
                    <a:pt x="2478823" y="466773"/>
                  </a:lnTo>
                  <a:lnTo>
                    <a:pt x="2551816" y="497838"/>
                  </a:lnTo>
                  <a:lnTo>
                    <a:pt x="2618651" y="532188"/>
                  </a:lnTo>
                  <a:lnTo>
                    <a:pt x="2679951" y="570252"/>
                  </a:lnTo>
                  <a:lnTo>
                    <a:pt x="2736452" y="612508"/>
                  </a:lnTo>
                  <a:lnTo>
                    <a:pt x="2788935" y="659447"/>
                  </a:lnTo>
                  <a:lnTo>
                    <a:pt x="2838171" y="711508"/>
                  </a:lnTo>
                  <a:lnTo>
                    <a:pt x="2884880" y="768985"/>
                  </a:lnTo>
                  <a:lnTo>
                    <a:pt x="2896531" y="784607"/>
                  </a:lnTo>
                  <a:lnTo>
                    <a:pt x="2933401" y="837482"/>
                  </a:lnTo>
                  <a:lnTo>
                    <a:pt x="2969354" y="894164"/>
                  </a:lnTo>
                  <a:lnTo>
                    <a:pt x="3004637" y="954731"/>
                  </a:lnTo>
                  <a:lnTo>
                    <a:pt x="3039447" y="1019199"/>
                  </a:lnTo>
                  <a:lnTo>
                    <a:pt x="3073942" y="1087523"/>
                  </a:lnTo>
                  <a:lnTo>
                    <a:pt x="3108248" y="1159581"/>
                  </a:lnTo>
                  <a:lnTo>
                    <a:pt x="3142458" y="1235179"/>
                  </a:lnTo>
                  <a:lnTo>
                    <a:pt x="3176642" y="1314043"/>
                  </a:lnTo>
                  <a:lnTo>
                    <a:pt x="3210843" y="1395823"/>
                  </a:lnTo>
                  <a:lnTo>
                    <a:pt x="3245087" y="1480095"/>
                  </a:lnTo>
                  <a:lnTo>
                    <a:pt x="3279382" y="1566373"/>
                  </a:lnTo>
                  <a:lnTo>
                    <a:pt x="3313723" y="1654113"/>
                  </a:lnTo>
                  <a:lnTo>
                    <a:pt x="3348095" y="1742732"/>
                  </a:lnTo>
                  <a:lnTo>
                    <a:pt x="3382476" y="1831622"/>
                  </a:lnTo>
                  <a:lnTo>
                    <a:pt x="3416845" y="1920165"/>
                  </a:lnTo>
                  <a:lnTo>
                    <a:pt x="3451181" y="2007756"/>
                  </a:lnTo>
                  <a:lnTo>
                    <a:pt x="3485470" y="2093815"/>
                  </a:lnTo>
                  <a:lnTo>
                    <a:pt x="3519708" y="2177806"/>
                  </a:lnTo>
                  <a:lnTo>
                    <a:pt x="3553905" y="2259249"/>
                  </a:lnTo>
                  <a:lnTo>
                    <a:pt x="3588089" y="2337728"/>
                  </a:lnTo>
                  <a:lnTo>
                    <a:pt x="3622307" y="2412904"/>
                  </a:lnTo>
                  <a:lnTo>
                    <a:pt x="3656630" y="2484512"/>
                  </a:lnTo>
                  <a:lnTo>
                    <a:pt x="3691157" y="2552366"/>
                  </a:lnTo>
                  <a:lnTo>
                    <a:pt x="3726016" y="2616356"/>
                  </a:lnTo>
                  <a:lnTo>
                    <a:pt x="3761369" y="2676442"/>
                  </a:lnTo>
                  <a:lnTo>
                    <a:pt x="3797422" y="2732651"/>
                  </a:lnTo>
                  <a:lnTo>
                    <a:pt x="3829811" y="2778819"/>
                  </a:lnTo>
                  <a:lnTo>
                    <a:pt x="3875976" y="2837698"/>
                  </a:lnTo>
                  <a:lnTo>
                    <a:pt x="3924499" y="2891130"/>
                  </a:lnTo>
                  <a:lnTo>
                    <a:pt x="3976077" y="2939344"/>
                  </a:lnTo>
                  <a:lnTo>
                    <a:pt x="4031472" y="2982755"/>
                  </a:lnTo>
                  <a:lnTo>
                    <a:pt x="4091468" y="3021848"/>
                  </a:lnTo>
                  <a:lnTo>
                    <a:pt x="4156818" y="3057107"/>
                  </a:lnTo>
                  <a:lnTo>
                    <a:pt x="4228182" y="3088978"/>
                  </a:lnTo>
                  <a:lnTo>
                    <a:pt x="4306038" y="3117837"/>
                  </a:lnTo>
                  <a:lnTo>
                    <a:pt x="4390566" y="3143984"/>
                  </a:lnTo>
                  <a:lnTo>
                    <a:pt x="4481500" y="3167633"/>
                  </a:lnTo>
                  <a:lnTo>
                    <a:pt x="4577962" y="3188912"/>
                  </a:lnTo>
                  <a:lnTo>
                    <a:pt x="4678307" y="3207869"/>
                  </a:lnTo>
                  <a:lnTo>
                    <a:pt x="4780029" y="3224491"/>
                  </a:lnTo>
                  <a:lnTo>
                    <a:pt x="4879794" y="3238728"/>
                  </a:lnTo>
                  <a:lnTo>
                    <a:pt x="4973676" y="3250533"/>
                  </a:lnTo>
                  <a:lnTo>
                    <a:pt x="5057612" y="3259908"/>
                  </a:lnTo>
                  <a:lnTo>
                    <a:pt x="5128033" y="3266944"/>
                  </a:lnTo>
                  <a:lnTo>
                    <a:pt x="5182530" y="3271841"/>
                  </a:lnTo>
                  <a:lnTo>
                    <a:pt x="5220376" y="3274916"/>
                  </a:lnTo>
                  <a:lnTo>
                    <a:pt x="5242763" y="3276566"/>
                  </a:lnTo>
                  <a:lnTo>
                    <a:pt x="5252731" y="3277235"/>
                  </a:lnTo>
                  <a:lnTo>
                    <a:pt x="5254935" y="3277371"/>
                  </a:lnTo>
                  <a:lnTo>
                    <a:pt x="5254955" y="3277372"/>
                  </a:lnTo>
                  <a:lnTo>
                    <a:pt x="6726343" y="3277372"/>
                  </a:lnTo>
                  <a:lnTo>
                    <a:pt x="6727462" y="3277298"/>
                  </a:lnTo>
                  <a:lnTo>
                    <a:pt x="6734821" y="3276769"/>
                  </a:lnTo>
                  <a:lnTo>
                    <a:pt x="6753381" y="3275308"/>
                  </a:lnTo>
                  <a:lnTo>
                    <a:pt x="6786589" y="3272432"/>
                  </a:lnTo>
                  <a:lnTo>
                    <a:pt x="6836135" y="3267692"/>
                  </a:lnTo>
                  <a:lnTo>
                    <a:pt x="6901824" y="3260721"/>
                  </a:lnTo>
                  <a:lnTo>
                    <a:pt x="6981718" y="3251263"/>
                  </a:lnTo>
                  <a:lnTo>
                    <a:pt x="7072572" y="3239188"/>
                  </a:lnTo>
                  <a:lnTo>
                    <a:pt x="7170461" y="3224472"/>
                  </a:lnTo>
                  <a:lnTo>
                    <a:pt x="7271424" y="3207151"/>
                  </a:lnTo>
                  <a:lnTo>
                    <a:pt x="7371968" y="3187286"/>
                  </a:lnTo>
                  <a:lnTo>
                    <a:pt x="7469358" y="3164905"/>
                  </a:lnTo>
                  <a:lnTo>
                    <a:pt x="7561713" y="3139982"/>
                  </a:lnTo>
                  <a:lnTo>
                    <a:pt x="7647938" y="3112406"/>
                  </a:lnTo>
                  <a:lnTo>
                    <a:pt x="7727594" y="3081978"/>
                  </a:lnTo>
                  <a:lnTo>
                    <a:pt x="7800728" y="3048407"/>
                  </a:lnTo>
                  <a:lnTo>
                    <a:pt x="7867724" y="3011311"/>
                  </a:lnTo>
                  <a:lnTo>
                    <a:pt x="7929183" y="2970235"/>
                  </a:lnTo>
                  <a:lnTo>
                    <a:pt x="7985820" y="2924667"/>
                  </a:lnTo>
                  <a:lnTo>
                    <a:pt x="8038403" y="2874078"/>
                  </a:lnTo>
                  <a:lnTo>
                    <a:pt x="8087694" y="2817982"/>
                  </a:lnTo>
                  <a:lnTo>
                    <a:pt x="8134409" y="2756040"/>
                  </a:lnTo>
                  <a:lnTo>
                    <a:pt x="8151487" y="2731143"/>
                  </a:lnTo>
                  <a:lnTo>
                    <a:pt x="8186998" y="2675449"/>
                  </a:lnTo>
                  <a:lnTo>
                    <a:pt x="8221651" y="2615893"/>
                  </a:lnTo>
                  <a:lnTo>
                    <a:pt x="8255668" y="2552397"/>
                  </a:lnTo>
                  <a:lnTo>
                    <a:pt x="8289227" y="2484936"/>
                  </a:lnTo>
                  <a:lnTo>
                    <a:pt x="8322476" y="2413550"/>
                  </a:lnTo>
                  <a:lnTo>
                    <a:pt x="8355530" y="2338343"/>
                  </a:lnTo>
                  <a:lnTo>
                    <a:pt x="8388478" y="2259490"/>
                  </a:lnTo>
                  <a:lnTo>
                    <a:pt x="8421387" y="2177240"/>
                  </a:lnTo>
                  <a:lnTo>
                    <a:pt x="8454302" y="2091915"/>
                  </a:lnTo>
                  <a:lnTo>
                    <a:pt x="8487252" y="2003906"/>
                  </a:lnTo>
                  <a:lnTo>
                    <a:pt x="8520247" y="1913669"/>
                  </a:lnTo>
                  <a:lnTo>
                    <a:pt x="8553288" y="1821715"/>
                  </a:lnTo>
                  <a:lnTo>
                    <a:pt x="8586365" y="1728599"/>
                  </a:lnTo>
                  <a:lnTo>
                    <a:pt x="8619461" y="1634906"/>
                  </a:lnTo>
                  <a:lnTo>
                    <a:pt x="8652556" y="1541237"/>
                  </a:lnTo>
                  <a:lnTo>
                    <a:pt x="8685630" y="1448193"/>
                  </a:lnTo>
                  <a:lnTo>
                    <a:pt x="8718668" y="1356357"/>
                  </a:lnTo>
                  <a:lnTo>
                    <a:pt x="8751659" y="1266281"/>
                  </a:lnTo>
                  <a:lnTo>
                    <a:pt x="8784605" y="1178473"/>
                  </a:lnTo>
                  <a:lnTo>
                    <a:pt x="8817519" y="1093382"/>
                  </a:lnTo>
                  <a:lnTo>
                    <a:pt x="8850429" y="1011396"/>
                  </a:lnTo>
                  <a:lnTo>
                    <a:pt x="8883383" y="932828"/>
                  </a:lnTo>
                  <a:lnTo>
                    <a:pt x="8916449" y="857923"/>
                  </a:lnTo>
                  <a:lnTo>
                    <a:pt x="8949718" y="786850"/>
                  </a:lnTo>
                  <a:lnTo>
                    <a:pt x="8983309" y="719709"/>
                  </a:lnTo>
                  <a:lnTo>
                    <a:pt x="9017369" y="656532"/>
                  </a:lnTo>
                  <a:lnTo>
                    <a:pt x="9052083" y="597291"/>
                  </a:lnTo>
                  <a:lnTo>
                    <a:pt x="9084767" y="546228"/>
                  </a:lnTo>
                  <a:lnTo>
                    <a:pt x="9130677" y="482050"/>
                  </a:lnTo>
                  <a:lnTo>
                    <a:pt x="9178916" y="423777"/>
                  </a:lnTo>
                  <a:lnTo>
                    <a:pt x="9230170" y="371163"/>
                  </a:lnTo>
                  <a:lnTo>
                    <a:pt x="9285188" y="323763"/>
                  </a:lnTo>
                  <a:lnTo>
                    <a:pt x="9344740" y="281056"/>
                  </a:lnTo>
                  <a:lnTo>
                    <a:pt x="9409570" y="242516"/>
                  </a:lnTo>
                  <a:lnTo>
                    <a:pt x="9480330" y="207665"/>
                  </a:lnTo>
                  <a:lnTo>
                    <a:pt x="9557500" y="176091"/>
                  </a:lnTo>
                  <a:lnTo>
                    <a:pt x="9641270" y="147468"/>
                  </a:lnTo>
                  <a:lnTo>
                    <a:pt x="9731403" y="121562"/>
                  </a:lnTo>
                  <a:lnTo>
                    <a:pt x="9827070" y="98230"/>
                  </a:lnTo>
                  <a:lnTo>
                    <a:pt x="9926700" y="77415"/>
                  </a:lnTo>
                  <a:lnTo>
                    <a:pt x="10027878" y="59128"/>
                  </a:lnTo>
                  <a:lnTo>
                    <a:pt x="10127376" y="43423"/>
                  </a:lnTo>
                  <a:lnTo>
                    <a:pt x="10221359" y="30351"/>
                  </a:lnTo>
                  <a:lnTo>
                    <a:pt x="10305818" y="19916"/>
                  </a:lnTo>
                  <a:lnTo>
                    <a:pt x="10377174" y="12029"/>
                  </a:lnTo>
                  <a:lnTo>
                    <a:pt x="10432931" y="6486"/>
                  </a:lnTo>
                  <a:lnTo>
                    <a:pt x="10472202" y="2956"/>
                  </a:lnTo>
                  <a:lnTo>
                    <a:pt x="10495971" y="1017"/>
                  </a:lnTo>
                  <a:lnTo>
                    <a:pt x="10507048" y="194"/>
                  </a:lnTo>
                  <a:lnTo>
                    <a:pt x="10509849" y="3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26" name="pl826"/>
            <p:cNvSpPr/>
            <p:nvPr/>
          </p:nvSpPr>
          <p:spPr>
            <a:xfrm>
              <a:off x="4799595" y="7848492"/>
              <a:ext cx="11981298" cy="3277372"/>
            </a:xfrm>
            <a:custGeom>
              <a:avLst/>
              <a:pathLst>
                <a:path w="11981298" h="3277372">
                  <a:moveTo>
                    <a:pt x="11981298" y="0"/>
                  </a:moveTo>
                  <a:lnTo>
                    <a:pt x="10509911" y="0"/>
                  </a:lnTo>
                  <a:lnTo>
                    <a:pt x="10508792" y="74"/>
                  </a:lnTo>
                  <a:lnTo>
                    <a:pt x="10501433" y="602"/>
                  </a:lnTo>
                  <a:lnTo>
                    <a:pt x="10482872" y="2063"/>
                  </a:lnTo>
                  <a:lnTo>
                    <a:pt x="10449664" y="4939"/>
                  </a:lnTo>
                  <a:lnTo>
                    <a:pt x="10400118" y="9679"/>
                  </a:lnTo>
                  <a:lnTo>
                    <a:pt x="10334429" y="16651"/>
                  </a:lnTo>
                  <a:lnTo>
                    <a:pt x="10254535" y="26109"/>
                  </a:lnTo>
                  <a:lnTo>
                    <a:pt x="10163681" y="38183"/>
                  </a:lnTo>
                  <a:lnTo>
                    <a:pt x="10065792" y="52900"/>
                  </a:lnTo>
                  <a:lnTo>
                    <a:pt x="9964829" y="70220"/>
                  </a:lnTo>
                  <a:lnTo>
                    <a:pt x="9864286" y="90086"/>
                  </a:lnTo>
                  <a:lnTo>
                    <a:pt x="9766895" y="112466"/>
                  </a:lnTo>
                  <a:lnTo>
                    <a:pt x="9674541" y="137390"/>
                  </a:lnTo>
                  <a:lnTo>
                    <a:pt x="9588315" y="164966"/>
                  </a:lnTo>
                  <a:lnTo>
                    <a:pt x="9508659" y="195393"/>
                  </a:lnTo>
                  <a:lnTo>
                    <a:pt x="9435526" y="228965"/>
                  </a:lnTo>
                  <a:lnTo>
                    <a:pt x="9368529" y="266060"/>
                  </a:lnTo>
                  <a:lnTo>
                    <a:pt x="9307070" y="307137"/>
                  </a:lnTo>
                  <a:lnTo>
                    <a:pt x="9250433" y="352704"/>
                  </a:lnTo>
                  <a:lnTo>
                    <a:pt x="9197850" y="403293"/>
                  </a:lnTo>
                  <a:lnTo>
                    <a:pt x="9148559" y="459389"/>
                  </a:lnTo>
                  <a:lnTo>
                    <a:pt x="9101845" y="521332"/>
                  </a:lnTo>
                  <a:lnTo>
                    <a:pt x="9084767" y="546228"/>
                  </a:lnTo>
                  <a:lnTo>
                    <a:pt x="9049256" y="601923"/>
                  </a:lnTo>
                  <a:lnTo>
                    <a:pt x="9014602" y="661478"/>
                  </a:lnTo>
                  <a:lnTo>
                    <a:pt x="8980586" y="724975"/>
                  </a:lnTo>
                  <a:lnTo>
                    <a:pt x="8947026" y="792435"/>
                  </a:lnTo>
                  <a:lnTo>
                    <a:pt x="8913777" y="863821"/>
                  </a:lnTo>
                  <a:lnTo>
                    <a:pt x="8880724" y="939029"/>
                  </a:lnTo>
                  <a:lnTo>
                    <a:pt x="8847775" y="1017882"/>
                  </a:lnTo>
                  <a:lnTo>
                    <a:pt x="8814866" y="1100131"/>
                  </a:lnTo>
                  <a:lnTo>
                    <a:pt x="8781951" y="1185456"/>
                  </a:lnTo>
                  <a:lnTo>
                    <a:pt x="8749002" y="1273465"/>
                  </a:lnTo>
                  <a:lnTo>
                    <a:pt x="8716006" y="1363702"/>
                  </a:lnTo>
                  <a:lnTo>
                    <a:pt x="8682965" y="1455656"/>
                  </a:lnTo>
                  <a:lnTo>
                    <a:pt x="8649888" y="1548773"/>
                  </a:lnTo>
                  <a:lnTo>
                    <a:pt x="8616793" y="1642466"/>
                  </a:lnTo>
                  <a:lnTo>
                    <a:pt x="8583698" y="1736134"/>
                  </a:lnTo>
                  <a:lnTo>
                    <a:pt x="8550623" y="1829178"/>
                  </a:lnTo>
                  <a:lnTo>
                    <a:pt x="8517586" y="1921014"/>
                  </a:lnTo>
                  <a:lnTo>
                    <a:pt x="8484594" y="2011090"/>
                  </a:lnTo>
                  <a:lnTo>
                    <a:pt x="8451648" y="2098898"/>
                  </a:lnTo>
                  <a:lnTo>
                    <a:pt x="8418734" y="2183989"/>
                  </a:lnTo>
                  <a:lnTo>
                    <a:pt x="8385824" y="2265976"/>
                  </a:lnTo>
                  <a:lnTo>
                    <a:pt x="8352870" y="2344543"/>
                  </a:lnTo>
                  <a:lnTo>
                    <a:pt x="8319804" y="2419448"/>
                  </a:lnTo>
                  <a:lnTo>
                    <a:pt x="8286535" y="2490521"/>
                  </a:lnTo>
                  <a:lnTo>
                    <a:pt x="8252945" y="2557662"/>
                  </a:lnTo>
                  <a:lnTo>
                    <a:pt x="8218884" y="2620839"/>
                  </a:lnTo>
                  <a:lnTo>
                    <a:pt x="8184170" y="2680080"/>
                  </a:lnTo>
                  <a:lnTo>
                    <a:pt x="8151487" y="2731143"/>
                  </a:lnTo>
                  <a:lnTo>
                    <a:pt x="8105576" y="2795321"/>
                  </a:lnTo>
                  <a:lnTo>
                    <a:pt x="8057337" y="2853594"/>
                  </a:lnTo>
                  <a:lnTo>
                    <a:pt x="8006083" y="2906208"/>
                  </a:lnTo>
                  <a:lnTo>
                    <a:pt x="7951066" y="2953608"/>
                  </a:lnTo>
                  <a:lnTo>
                    <a:pt x="7891513" y="2996316"/>
                  </a:lnTo>
                  <a:lnTo>
                    <a:pt x="7826683" y="3034855"/>
                  </a:lnTo>
                  <a:lnTo>
                    <a:pt x="7755923" y="3069707"/>
                  </a:lnTo>
                  <a:lnTo>
                    <a:pt x="7678754" y="3101281"/>
                  </a:lnTo>
                  <a:lnTo>
                    <a:pt x="7594984" y="3129903"/>
                  </a:lnTo>
                  <a:lnTo>
                    <a:pt x="7504850" y="3155809"/>
                  </a:lnTo>
                  <a:lnTo>
                    <a:pt x="7409183" y="3179141"/>
                  </a:lnTo>
                  <a:lnTo>
                    <a:pt x="7309553" y="3199957"/>
                  </a:lnTo>
                  <a:lnTo>
                    <a:pt x="7208375" y="3218243"/>
                  </a:lnTo>
                  <a:lnTo>
                    <a:pt x="7108877" y="3233948"/>
                  </a:lnTo>
                  <a:lnTo>
                    <a:pt x="7014895" y="3247020"/>
                  </a:lnTo>
                  <a:lnTo>
                    <a:pt x="6930436" y="3257456"/>
                  </a:lnTo>
                  <a:lnTo>
                    <a:pt x="6859079" y="3265342"/>
                  </a:lnTo>
                  <a:lnTo>
                    <a:pt x="6803323" y="3270886"/>
                  </a:lnTo>
                  <a:lnTo>
                    <a:pt x="6764051" y="3274416"/>
                  </a:lnTo>
                  <a:lnTo>
                    <a:pt x="6740282" y="3276354"/>
                  </a:lnTo>
                  <a:lnTo>
                    <a:pt x="6729206" y="3277177"/>
                  </a:lnTo>
                  <a:lnTo>
                    <a:pt x="6726405" y="3277368"/>
                  </a:lnTo>
                  <a:lnTo>
                    <a:pt x="6726343" y="3277372"/>
                  </a:lnTo>
                  <a:lnTo>
                    <a:pt x="5254955" y="3277372"/>
                  </a:lnTo>
                  <a:lnTo>
                    <a:pt x="5253818" y="3277303"/>
                  </a:lnTo>
                  <a:lnTo>
                    <a:pt x="5246344" y="3276813"/>
                  </a:lnTo>
                  <a:lnTo>
                    <a:pt x="5227501" y="3275457"/>
                  </a:lnTo>
                  <a:lnTo>
                    <a:pt x="5193811" y="3272789"/>
                  </a:lnTo>
                  <a:lnTo>
                    <a:pt x="5143591" y="3268393"/>
                  </a:lnTo>
                  <a:lnTo>
                    <a:pt x="5077085" y="3261930"/>
                  </a:lnTo>
                  <a:lnTo>
                    <a:pt x="4996310" y="3253168"/>
                  </a:lnTo>
                  <a:lnTo>
                    <a:pt x="4904599" y="3241989"/>
                  </a:lnTo>
                  <a:lnTo>
                    <a:pt x="4805954" y="3228373"/>
                  </a:lnTo>
                  <a:lnTo>
                    <a:pt x="4704386" y="3212357"/>
                  </a:lnTo>
                  <a:lnTo>
                    <a:pt x="4603414" y="3193995"/>
                  </a:lnTo>
                  <a:lnTo>
                    <a:pt x="4505766" y="3173313"/>
                  </a:lnTo>
                  <a:lnTo>
                    <a:pt x="4413302" y="3150281"/>
                  </a:lnTo>
                  <a:lnTo>
                    <a:pt x="4327084" y="3124792"/>
                  </a:lnTo>
                  <a:lnTo>
                    <a:pt x="4247519" y="3096653"/>
                  </a:lnTo>
                  <a:lnTo>
                    <a:pt x="4174526" y="3065589"/>
                  </a:lnTo>
                  <a:lnTo>
                    <a:pt x="4107691" y="3031238"/>
                  </a:lnTo>
                  <a:lnTo>
                    <a:pt x="4046391" y="2993174"/>
                  </a:lnTo>
                  <a:lnTo>
                    <a:pt x="3989890" y="2950918"/>
                  </a:lnTo>
                  <a:lnTo>
                    <a:pt x="3937407" y="2903980"/>
                  </a:lnTo>
                  <a:lnTo>
                    <a:pt x="3888171" y="2851918"/>
                  </a:lnTo>
                  <a:lnTo>
                    <a:pt x="3841462" y="2794442"/>
                  </a:lnTo>
                  <a:lnTo>
                    <a:pt x="3829811" y="2778819"/>
                  </a:lnTo>
                  <a:lnTo>
                    <a:pt x="3792942" y="2725944"/>
                  </a:lnTo>
                  <a:lnTo>
                    <a:pt x="3756988" y="2669262"/>
                  </a:lnTo>
                  <a:lnTo>
                    <a:pt x="3721705" y="2608696"/>
                  </a:lnTo>
                  <a:lnTo>
                    <a:pt x="3686895" y="2544227"/>
                  </a:lnTo>
                  <a:lnTo>
                    <a:pt x="3652400" y="2475903"/>
                  </a:lnTo>
                  <a:lnTo>
                    <a:pt x="3618094" y="2403845"/>
                  </a:lnTo>
                  <a:lnTo>
                    <a:pt x="3583884" y="2328247"/>
                  </a:lnTo>
                  <a:lnTo>
                    <a:pt x="3549700" y="2249383"/>
                  </a:lnTo>
                  <a:lnTo>
                    <a:pt x="3515499" y="2167604"/>
                  </a:lnTo>
                  <a:lnTo>
                    <a:pt x="3481255" y="2083331"/>
                  </a:lnTo>
                  <a:lnTo>
                    <a:pt x="3446960" y="1997053"/>
                  </a:lnTo>
                  <a:lnTo>
                    <a:pt x="3412619" y="1909313"/>
                  </a:lnTo>
                  <a:lnTo>
                    <a:pt x="3378247" y="1820694"/>
                  </a:lnTo>
                  <a:lnTo>
                    <a:pt x="3343866" y="1731805"/>
                  </a:lnTo>
                  <a:lnTo>
                    <a:pt x="3309497" y="1643261"/>
                  </a:lnTo>
                  <a:lnTo>
                    <a:pt x="3275161" y="1555670"/>
                  </a:lnTo>
                  <a:lnTo>
                    <a:pt x="3240872" y="1469611"/>
                  </a:lnTo>
                  <a:lnTo>
                    <a:pt x="3206634" y="1385620"/>
                  </a:lnTo>
                  <a:lnTo>
                    <a:pt x="3172437" y="1304178"/>
                  </a:lnTo>
                  <a:lnTo>
                    <a:pt x="3138253" y="1225698"/>
                  </a:lnTo>
                  <a:lnTo>
                    <a:pt x="3104035" y="1150522"/>
                  </a:lnTo>
                  <a:lnTo>
                    <a:pt x="3069712" y="1078914"/>
                  </a:lnTo>
                  <a:lnTo>
                    <a:pt x="3035185" y="1011060"/>
                  </a:lnTo>
                  <a:lnTo>
                    <a:pt x="3000326" y="947070"/>
                  </a:lnTo>
                  <a:lnTo>
                    <a:pt x="2964973" y="886984"/>
                  </a:lnTo>
                  <a:lnTo>
                    <a:pt x="2928920" y="830775"/>
                  </a:lnTo>
                  <a:lnTo>
                    <a:pt x="2896531" y="784607"/>
                  </a:lnTo>
                  <a:lnTo>
                    <a:pt x="2850366" y="725728"/>
                  </a:lnTo>
                  <a:lnTo>
                    <a:pt x="2801843" y="672296"/>
                  </a:lnTo>
                  <a:lnTo>
                    <a:pt x="2750266" y="624082"/>
                  </a:lnTo>
                  <a:lnTo>
                    <a:pt x="2694870" y="580671"/>
                  </a:lnTo>
                  <a:lnTo>
                    <a:pt x="2634874" y="541578"/>
                  </a:lnTo>
                  <a:lnTo>
                    <a:pt x="2569524" y="506319"/>
                  </a:lnTo>
                  <a:lnTo>
                    <a:pt x="2498160" y="474449"/>
                  </a:lnTo>
                  <a:lnTo>
                    <a:pt x="2420304" y="445590"/>
                  </a:lnTo>
                  <a:lnTo>
                    <a:pt x="2335776" y="419442"/>
                  </a:lnTo>
                  <a:lnTo>
                    <a:pt x="2244842" y="395793"/>
                  </a:lnTo>
                  <a:lnTo>
                    <a:pt x="2148380" y="374515"/>
                  </a:lnTo>
                  <a:lnTo>
                    <a:pt x="2048035" y="355557"/>
                  </a:lnTo>
                  <a:lnTo>
                    <a:pt x="1946313" y="338935"/>
                  </a:lnTo>
                  <a:lnTo>
                    <a:pt x="1846548" y="324698"/>
                  </a:lnTo>
                  <a:lnTo>
                    <a:pt x="1752666" y="312893"/>
                  </a:lnTo>
                  <a:lnTo>
                    <a:pt x="1668730" y="303518"/>
                  </a:lnTo>
                  <a:lnTo>
                    <a:pt x="1598309" y="296483"/>
                  </a:lnTo>
                  <a:lnTo>
                    <a:pt x="1543812" y="291585"/>
                  </a:lnTo>
                  <a:lnTo>
                    <a:pt x="1505966" y="288511"/>
                  </a:lnTo>
                  <a:lnTo>
                    <a:pt x="1483580" y="286861"/>
                  </a:lnTo>
                  <a:lnTo>
                    <a:pt x="1473611" y="286191"/>
                  </a:lnTo>
                  <a:lnTo>
                    <a:pt x="1471407" y="286056"/>
                  </a:lnTo>
                  <a:lnTo>
                    <a:pt x="1471387" y="286054"/>
                  </a:lnTo>
                  <a:lnTo>
                    <a:pt x="0" y="28605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27" name="pg827"/>
            <p:cNvSpPr/>
            <p:nvPr/>
          </p:nvSpPr>
          <p:spPr>
            <a:xfrm>
              <a:off x="4799595" y="3345170"/>
              <a:ext cx="11981298" cy="7396563"/>
            </a:xfrm>
            <a:custGeom>
              <a:avLst/>
              <a:pathLst>
                <a:path w="11981298" h="7396563">
                  <a:moveTo>
                    <a:pt x="0" y="4748512"/>
                  </a:moveTo>
                  <a:lnTo>
                    <a:pt x="1471387" y="4748512"/>
                  </a:lnTo>
                  <a:lnTo>
                    <a:pt x="1472544" y="4748574"/>
                  </a:lnTo>
                  <a:lnTo>
                    <a:pt x="1480148" y="4749016"/>
                  </a:lnTo>
                  <a:lnTo>
                    <a:pt x="1499307" y="4750237"/>
                  </a:lnTo>
                  <a:lnTo>
                    <a:pt x="1533538" y="4752642"/>
                  </a:lnTo>
                  <a:lnTo>
                    <a:pt x="1584512" y="4756603"/>
                  </a:lnTo>
                  <a:lnTo>
                    <a:pt x="1651928" y="4762424"/>
                  </a:lnTo>
                  <a:lnTo>
                    <a:pt x="1733682" y="4770309"/>
                  </a:lnTo>
                  <a:lnTo>
                    <a:pt x="1826341" y="4780362"/>
                  </a:lnTo>
                  <a:lnTo>
                    <a:pt x="1925820" y="4792598"/>
                  </a:lnTo>
                  <a:lnTo>
                    <a:pt x="2028048" y="4806981"/>
                  </a:lnTo>
                  <a:lnTo>
                    <a:pt x="2129485" y="4823463"/>
                  </a:lnTo>
                  <a:lnTo>
                    <a:pt x="2227408" y="4842023"/>
                  </a:lnTo>
                  <a:lnTo>
                    <a:pt x="2319982" y="4862694"/>
                  </a:lnTo>
                  <a:lnTo>
                    <a:pt x="2406182" y="4885577"/>
                  </a:lnTo>
                  <a:lnTo>
                    <a:pt x="2485641" y="4910851"/>
                  </a:lnTo>
                  <a:lnTo>
                    <a:pt x="2558475" y="4938772"/>
                  </a:lnTo>
                  <a:lnTo>
                    <a:pt x="2625130" y="4969672"/>
                  </a:lnTo>
                  <a:lnTo>
                    <a:pt x="2686256" y="5003941"/>
                  </a:lnTo>
                  <a:lnTo>
                    <a:pt x="2742609" y="5042012"/>
                  </a:lnTo>
                  <a:lnTo>
                    <a:pt x="2794985" y="5084327"/>
                  </a:lnTo>
                  <a:lnTo>
                    <a:pt x="2844168" y="5131272"/>
                  </a:lnTo>
                  <a:lnTo>
                    <a:pt x="2890877" y="5183085"/>
                  </a:lnTo>
                  <a:lnTo>
                    <a:pt x="2896531" y="5189853"/>
                  </a:lnTo>
                  <a:lnTo>
                    <a:pt x="2935220" y="5239092"/>
                  </a:lnTo>
                  <a:lnTo>
                    <a:pt x="2972913" y="5292050"/>
                  </a:lnTo>
                  <a:lnTo>
                    <a:pt x="3009890" y="5348804"/>
                  </a:lnTo>
                  <a:lnTo>
                    <a:pt x="3046374" y="5409364"/>
                  </a:lnTo>
                  <a:lnTo>
                    <a:pt x="3082542" y="5473669"/>
                  </a:lnTo>
                  <a:lnTo>
                    <a:pt x="3118529" y="5541577"/>
                  </a:lnTo>
                  <a:lnTo>
                    <a:pt x="3154436" y="5612868"/>
                  </a:lnTo>
                  <a:lnTo>
                    <a:pt x="3190333" y="5687234"/>
                  </a:lnTo>
                  <a:lnTo>
                    <a:pt x="3226264" y="5764289"/>
                  </a:lnTo>
                  <a:lnTo>
                    <a:pt x="3262248" y="5843569"/>
                  </a:lnTo>
                  <a:lnTo>
                    <a:pt x="3298286" y="5924547"/>
                  </a:lnTo>
                  <a:lnTo>
                    <a:pt x="3334366" y="6006642"/>
                  </a:lnTo>
                  <a:lnTo>
                    <a:pt x="3370468" y="6089241"/>
                  </a:lnTo>
                  <a:lnTo>
                    <a:pt x="3406563" y="6171711"/>
                  </a:lnTo>
                  <a:lnTo>
                    <a:pt x="3442629" y="6253427"/>
                  </a:lnTo>
                  <a:lnTo>
                    <a:pt x="3478646" y="6333786"/>
                  </a:lnTo>
                  <a:lnTo>
                    <a:pt x="3514607" y="6412227"/>
                  </a:lnTo>
                  <a:lnTo>
                    <a:pt x="3550521" y="6488247"/>
                  </a:lnTo>
                  <a:lnTo>
                    <a:pt x="3586415" y="6561412"/>
                  </a:lnTo>
                  <a:lnTo>
                    <a:pt x="3622345" y="6631368"/>
                  </a:lnTo>
                  <a:lnTo>
                    <a:pt x="3658391" y="6697842"/>
                  </a:lnTo>
                  <a:lnTo>
                    <a:pt x="3694668" y="6760645"/>
                  </a:lnTo>
                  <a:lnTo>
                    <a:pt x="3731327" y="6819670"/>
                  </a:lnTo>
                  <a:lnTo>
                    <a:pt x="3768564" y="6874885"/>
                  </a:lnTo>
                  <a:lnTo>
                    <a:pt x="3806623" y="6926327"/>
                  </a:lnTo>
                  <a:lnTo>
                    <a:pt x="3829811" y="6955221"/>
                  </a:lnTo>
                  <a:lnTo>
                    <a:pt x="3876259" y="7007641"/>
                  </a:lnTo>
                  <a:lnTo>
                    <a:pt x="3925097" y="7055182"/>
                  </a:lnTo>
                  <a:lnTo>
                    <a:pt x="3977035" y="7098052"/>
                  </a:lnTo>
                  <a:lnTo>
                    <a:pt x="4032852" y="7136626"/>
                  </a:lnTo>
                  <a:lnTo>
                    <a:pt x="4093343" y="7171343"/>
                  </a:lnTo>
                  <a:lnTo>
                    <a:pt x="4159274" y="7202638"/>
                  </a:lnTo>
                  <a:lnTo>
                    <a:pt x="4231312" y="7230910"/>
                  </a:lnTo>
                  <a:lnTo>
                    <a:pt x="4309934" y="7256496"/>
                  </a:lnTo>
                  <a:lnTo>
                    <a:pt x="4395306" y="7279665"/>
                  </a:lnTo>
                  <a:lnTo>
                    <a:pt x="4487130" y="7300603"/>
                  </a:lnTo>
                  <a:lnTo>
                    <a:pt x="4584472" y="7319422"/>
                  </a:lnTo>
                  <a:lnTo>
                    <a:pt x="4685603" y="7336162"/>
                  </a:lnTo>
                  <a:lnTo>
                    <a:pt x="4787910" y="7350808"/>
                  </a:lnTo>
                  <a:lnTo>
                    <a:pt x="4887944" y="7363312"/>
                  </a:lnTo>
                  <a:lnTo>
                    <a:pt x="4981677" y="7373637"/>
                  </a:lnTo>
                  <a:lnTo>
                    <a:pt x="5064990" y="7381788"/>
                  </a:lnTo>
                  <a:lnTo>
                    <a:pt x="5134333" y="7387855"/>
                  </a:lnTo>
                  <a:lnTo>
                    <a:pt x="5187403" y="7392032"/>
                  </a:lnTo>
                  <a:lnTo>
                    <a:pt x="5223660" y="7394611"/>
                  </a:lnTo>
                  <a:lnTo>
                    <a:pt x="5244533" y="7395958"/>
                  </a:lnTo>
                  <a:lnTo>
                    <a:pt x="5253323" y="7396475"/>
                  </a:lnTo>
                  <a:lnTo>
                    <a:pt x="5254955" y="7396563"/>
                  </a:lnTo>
                  <a:lnTo>
                    <a:pt x="6726343" y="7396563"/>
                  </a:lnTo>
                  <a:lnTo>
                    <a:pt x="6727074" y="7396455"/>
                  </a:lnTo>
                  <a:lnTo>
                    <a:pt x="6731922" y="7395687"/>
                  </a:lnTo>
                  <a:lnTo>
                    <a:pt x="6744291" y="7393566"/>
                  </a:lnTo>
                  <a:lnTo>
                    <a:pt x="6766766" y="7389383"/>
                  </a:lnTo>
                  <a:lnTo>
                    <a:pt x="6801004" y="7382448"/>
                  </a:lnTo>
                  <a:lnTo>
                    <a:pt x="6847621" y="7372143"/>
                  </a:lnTo>
                  <a:lnTo>
                    <a:pt x="6906172" y="7357969"/>
                  </a:lnTo>
                  <a:lnTo>
                    <a:pt x="6975265" y="7339578"/>
                  </a:lnTo>
                  <a:lnTo>
                    <a:pt x="7052789" y="7316779"/>
                  </a:lnTo>
                  <a:lnTo>
                    <a:pt x="7136220" y="7289515"/>
                  </a:lnTo>
                  <a:lnTo>
                    <a:pt x="7222948" y="7257829"/>
                  </a:lnTo>
                  <a:lnTo>
                    <a:pt x="7310542" y="7221802"/>
                  </a:lnTo>
                  <a:lnTo>
                    <a:pt x="7396942" y="7181511"/>
                  </a:lnTo>
                  <a:lnTo>
                    <a:pt x="7480550" y="7136979"/>
                  </a:lnTo>
                  <a:lnTo>
                    <a:pt x="7560247" y="7088145"/>
                  </a:lnTo>
                  <a:lnTo>
                    <a:pt x="7635351" y="7034844"/>
                  </a:lnTo>
                  <a:lnTo>
                    <a:pt x="7705548" y="6976795"/>
                  </a:lnTo>
                  <a:lnTo>
                    <a:pt x="7770812" y="6913602"/>
                  </a:lnTo>
                  <a:lnTo>
                    <a:pt x="7831328" y="6844752"/>
                  </a:lnTo>
                  <a:lnTo>
                    <a:pt x="7887430" y="6769630"/>
                  </a:lnTo>
                  <a:lnTo>
                    <a:pt x="7939541" y="6687533"/>
                  </a:lnTo>
                  <a:lnTo>
                    <a:pt x="7988139" y="6597700"/>
                  </a:lnTo>
                  <a:lnTo>
                    <a:pt x="8033725" y="6499357"/>
                  </a:lnTo>
                  <a:lnTo>
                    <a:pt x="8076794" y="6391786"/>
                  </a:lnTo>
                  <a:lnTo>
                    <a:pt x="8117817" y="6274438"/>
                  </a:lnTo>
                  <a:lnTo>
                    <a:pt x="8151487" y="6166527"/>
                  </a:lnTo>
                  <a:lnTo>
                    <a:pt x="8176050" y="6081062"/>
                  </a:lnTo>
                  <a:lnTo>
                    <a:pt x="8200170" y="5991506"/>
                  </a:lnTo>
                  <a:lnTo>
                    <a:pt x="8223926" y="5897785"/>
                  </a:lnTo>
                  <a:lnTo>
                    <a:pt x="8247387" y="5799847"/>
                  </a:lnTo>
                  <a:lnTo>
                    <a:pt x="8270613" y="5697672"/>
                  </a:lnTo>
                  <a:lnTo>
                    <a:pt x="8293656" y="5591269"/>
                  </a:lnTo>
                  <a:lnTo>
                    <a:pt x="8316559" y="5480678"/>
                  </a:lnTo>
                  <a:lnTo>
                    <a:pt x="8339362" y="5365977"/>
                  </a:lnTo>
                  <a:lnTo>
                    <a:pt x="8362096" y="5247276"/>
                  </a:lnTo>
                  <a:lnTo>
                    <a:pt x="8384787" y="5124723"/>
                  </a:lnTo>
                  <a:lnTo>
                    <a:pt x="8407458" y="4998504"/>
                  </a:lnTo>
                  <a:lnTo>
                    <a:pt x="8430123" y="4868842"/>
                  </a:lnTo>
                  <a:lnTo>
                    <a:pt x="8452796" y="4735995"/>
                  </a:lnTo>
                  <a:lnTo>
                    <a:pt x="8475486" y="4600257"/>
                  </a:lnTo>
                  <a:lnTo>
                    <a:pt x="8498196" y="4461955"/>
                  </a:lnTo>
                  <a:lnTo>
                    <a:pt x="8520928" y="4321444"/>
                  </a:lnTo>
                  <a:lnTo>
                    <a:pt x="8543683" y="4179109"/>
                  </a:lnTo>
                  <a:lnTo>
                    <a:pt x="8566456" y="4035355"/>
                  </a:lnTo>
                  <a:lnTo>
                    <a:pt x="8589244" y="3890603"/>
                  </a:lnTo>
                  <a:lnTo>
                    <a:pt x="8612040" y="3745291"/>
                  </a:lnTo>
                  <a:lnTo>
                    <a:pt x="8634837" y="3599859"/>
                  </a:lnTo>
                  <a:lnTo>
                    <a:pt x="8657630" y="3454753"/>
                  </a:lnTo>
                  <a:lnTo>
                    <a:pt x="8680412" y="3310413"/>
                  </a:lnTo>
                  <a:lnTo>
                    <a:pt x="8703177" y="3167268"/>
                  </a:lnTo>
                  <a:lnTo>
                    <a:pt x="8725921" y="3025734"/>
                  </a:lnTo>
                  <a:lnTo>
                    <a:pt x="8748643" y="2886207"/>
                  </a:lnTo>
                  <a:lnTo>
                    <a:pt x="8771343" y="2749057"/>
                  </a:lnTo>
                  <a:lnTo>
                    <a:pt x="8794024" y="2614627"/>
                  </a:lnTo>
                  <a:lnTo>
                    <a:pt x="8816693" y="2483230"/>
                  </a:lnTo>
                  <a:lnTo>
                    <a:pt x="8839359" y="2355142"/>
                  </a:lnTo>
                  <a:lnTo>
                    <a:pt x="8862037" y="2230607"/>
                  </a:lnTo>
                  <a:lnTo>
                    <a:pt x="8884745" y="2109828"/>
                  </a:lnTo>
                  <a:lnTo>
                    <a:pt x="8907507" y="1992975"/>
                  </a:lnTo>
                  <a:lnTo>
                    <a:pt x="8930353" y="1880177"/>
                  </a:lnTo>
                  <a:lnTo>
                    <a:pt x="8953316" y="1771531"/>
                  </a:lnTo>
                  <a:lnTo>
                    <a:pt x="8976438" y="1667095"/>
                  </a:lnTo>
                  <a:lnTo>
                    <a:pt x="8999766" y="1566895"/>
                  </a:lnTo>
                  <a:lnTo>
                    <a:pt x="9023357" y="1470926"/>
                  </a:lnTo>
                  <a:lnTo>
                    <a:pt x="9047274" y="1379154"/>
                  </a:lnTo>
                  <a:lnTo>
                    <a:pt x="9071590" y="1291516"/>
                  </a:lnTo>
                  <a:lnTo>
                    <a:pt x="9084767" y="1246382"/>
                  </a:lnTo>
                  <a:lnTo>
                    <a:pt x="9124384" y="1120510"/>
                  </a:lnTo>
                  <a:lnTo>
                    <a:pt x="9165681" y="1004630"/>
                  </a:lnTo>
                  <a:lnTo>
                    <a:pt x="9209091" y="898462"/>
                  </a:lnTo>
                  <a:lnTo>
                    <a:pt x="9255090" y="801423"/>
                  </a:lnTo>
                  <a:lnTo>
                    <a:pt x="9304176" y="712782"/>
                  </a:lnTo>
                  <a:lnTo>
                    <a:pt x="9356847" y="631762"/>
                  </a:lnTo>
                  <a:lnTo>
                    <a:pt x="9413576" y="557609"/>
                  </a:lnTo>
                  <a:lnTo>
                    <a:pt x="9474775" y="489631"/>
                  </a:lnTo>
                  <a:lnTo>
                    <a:pt x="9540761" y="427227"/>
                  </a:lnTo>
                  <a:lnTo>
                    <a:pt x="9611690" y="369902"/>
                  </a:lnTo>
                  <a:lnTo>
                    <a:pt x="9687500" y="317275"/>
                  </a:lnTo>
                  <a:lnTo>
                    <a:pt x="9767828" y="269085"/>
                  </a:lnTo>
                  <a:lnTo>
                    <a:pt x="9851930" y="225180"/>
                  </a:lnTo>
                  <a:lnTo>
                    <a:pt x="9938618" y="185516"/>
                  </a:lnTo>
                  <a:lnTo>
                    <a:pt x="10026224" y="150125"/>
                  </a:lnTo>
                  <a:lnTo>
                    <a:pt x="10112625" y="119086"/>
                  </a:lnTo>
                  <a:lnTo>
                    <a:pt x="10195349" y="92482"/>
                  </a:lnTo>
                  <a:lnTo>
                    <a:pt x="10271780" y="70340"/>
                  </a:lnTo>
                  <a:lnTo>
                    <a:pt x="10339435" y="52587"/>
                  </a:lnTo>
                  <a:lnTo>
                    <a:pt x="10396291" y="39011"/>
                  </a:lnTo>
                  <a:lnTo>
                    <a:pt x="10441082" y="29238"/>
                  </a:lnTo>
                  <a:lnTo>
                    <a:pt x="10473518" y="22751"/>
                  </a:lnTo>
                  <a:lnTo>
                    <a:pt x="10494373" y="18917"/>
                  </a:lnTo>
                  <a:lnTo>
                    <a:pt x="10505447" y="17040"/>
                  </a:lnTo>
                  <a:lnTo>
                    <a:pt x="10509455" y="16412"/>
                  </a:lnTo>
                  <a:lnTo>
                    <a:pt x="10509911" y="16345"/>
                  </a:lnTo>
                  <a:lnTo>
                    <a:pt x="11981298" y="16345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9180" y="108"/>
                  </a:lnTo>
                  <a:lnTo>
                    <a:pt x="10504331" y="876"/>
                  </a:lnTo>
                  <a:lnTo>
                    <a:pt x="10491963" y="2997"/>
                  </a:lnTo>
                  <a:lnTo>
                    <a:pt x="10469487" y="7180"/>
                  </a:lnTo>
                  <a:lnTo>
                    <a:pt x="10435249" y="14115"/>
                  </a:lnTo>
                  <a:lnTo>
                    <a:pt x="10388633" y="24420"/>
                  </a:lnTo>
                  <a:lnTo>
                    <a:pt x="10330081" y="38593"/>
                  </a:lnTo>
                  <a:lnTo>
                    <a:pt x="10260988" y="56984"/>
                  </a:lnTo>
                  <a:lnTo>
                    <a:pt x="10183465" y="79784"/>
                  </a:lnTo>
                  <a:lnTo>
                    <a:pt x="10100033" y="107047"/>
                  </a:lnTo>
                  <a:lnTo>
                    <a:pt x="10013305" y="138734"/>
                  </a:lnTo>
                  <a:lnTo>
                    <a:pt x="9925711" y="174761"/>
                  </a:lnTo>
                  <a:lnTo>
                    <a:pt x="9839312" y="215052"/>
                  </a:lnTo>
                  <a:lnTo>
                    <a:pt x="9755704" y="259584"/>
                  </a:lnTo>
                  <a:lnTo>
                    <a:pt x="9676007" y="308418"/>
                  </a:lnTo>
                  <a:lnTo>
                    <a:pt x="9600903" y="361719"/>
                  </a:lnTo>
                  <a:lnTo>
                    <a:pt x="9530706" y="419767"/>
                  </a:lnTo>
                  <a:lnTo>
                    <a:pt x="9465442" y="482961"/>
                  </a:lnTo>
                  <a:lnTo>
                    <a:pt x="9404925" y="551811"/>
                  </a:lnTo>
                  <a:lnTo>
                    <a:pt x="9348824" y="626933"/>
                  </a:lnTo>
                  <a:lnTo>
                    <a:pt x="9296713" y="709030"/>
                  </a:lnTo>
                  <a:lnTo>
                    <a:pt x="9248114" y="798862"/>
                  </a:lnTo>
                  <a:lnTo>
                    <a:pt x="9202528" y="897206"/>
                  </a:lnTo>
                  <a:lnTo>
                    <a:pt x="9159460" y="1004777"/>
                  </a:lnTo>
                  <a:lnTo>
                    <a:pt x="9118437" y="1122125"/>
                  </a:lnTo>
                  <a:lnTo>
                    <a:pt x="9084767" y="1230036"/>
                  </a:lnTo>
                  <a:lnTo>
                    <a:pt x="9060204" y="1315501"/>
                  </a:lnTo>
                  <a:lnTo>
                    <a:pt x="9036083" y="1405056"/>
                  </a:lnTo>
                  <a:lnTo>
                    <a:pt x="9012327" y="1498778"/>
                  </a:lnTo>
                  <a:lnTo>
                    <a:pt x="8988866" y="1596715"/>
                  </a:lnTo>
                  <a:lnTo>
                    <a:pt x="8965640" y="1698890"/>
                  </a:lnTo>
                  <a:lnTo>
                    <a:pt x="8942598" y="1805294"/>
                  </a:lnTo>
                  <a:lnTo>
                    <a:pt x="8919694" y="1915884"/>
                  </a:lnTo>
                  <a:lnTo>
                    <a:pt x="8896891" y="2030586"/>
                  </a:lnTo>
                  <a:lnTo>
                    <a:pt x="8874157" y="2149287"/>
                  </a:lnTo>
                  <a:lnTo>
                    <a:pt x="8851466" y="2271840"/>
                  </a:lnTo>
                  <a:lnTo>
                    <a:pt x="8828796" y="2398058"/>
                  </a:lnTo>
                  <a:lnTo>
                    <a:pt x="8806130" y="2527721"/>
                  </a:lnTo>
                  <a:lnTo>
                    <a:pt x="8783457" y="2660568"/>
                  </a:lnTo>
                  <a:lnTo>
                    <a:pt x="8760768" y="2796305"/>
                  </a:lnTo>
                  <a:lnTo>
                    <a:pt x="8738058" y="2934608"/>
                  </a:lnTo>
                  <a:lnTo>
                    <a:pt x="8715325" y="3075118"/>
                  </a:lnTo>
                  <a:lnTo>
                    <a:pt x="8692570" y="3217453"/>
                  </a:lnTo>
                  <a:lnTo>
                    <a:pt x="8669797" y="3361208"/>
                  </a:lnTo>
                  <a:lnTo>
                    <a:pt x="8647009" y="3505959"/>
                  </a:lnTo>
                  <a:lnTo>
                    <a:pt x="8624214" y="3651272"/>
                  </a:lnTo>
                  <a:lnTo>
                    <a:pt x="8601416" y="3796703"/>
                  </a:lnTo>
                  <a:lnTo>
                    <a:pt x="8578623" y="3941809"/>
                  </a:lnTo>
                  <a:lnTo>
                    <a:pt x="8555842" y="4086150"/>
                  </a:lnTo>
                  <a:lnTo>
                    <a:pt x="8533077" y="4229294"/>
                  </a:lnTo>
                  <a:lnTo>
                    <a:pt x="8510332" y="4370828"/>
                  </a:lnTo>
                  <a:lnTo>
                    <a:pt x="8487610" y="4510356"/>
                  </a:lnTo>
                  <a:lnTo>
                    <a:pt x="8464910" y="4647506"/>
                  </a:lnTo>
                  <a:lnTo>
                    <a:pt x="8442229" y="4781935"/>
                  </a:lnTo>
                  <a:lnTo>
                    <a:pt x="8419560" y="4913332"/>
                  </a:lnTo>
                  <a:lnTo>
                    <a:pt x="8396894" y="5041420"/>
                  </a:lnTo>
                  <a:lnTo>
                    <a:pt x="8374217" y="5165956"/>
                  </a:lnTo>
                  <a:lnTo>
                    <a:pt x="8351508" y="5286734"/>
                  </a:lnTo>
                  <a:lnTo>
                    <a:pt x="8328746" y="5403588"/>
                  </a:lnTo>
                  <a:lnTo>
                    <a:pt x="8305901" y="5516385"/>
                  </a:lnTo>
                  <a:lnTo>
                    <a:pt x="8282938" y="5625032"/>
                  </a:lnTo>
                  <a:lnTo>
                    <a:pt x="8259816" y="5729468"/>
                  </a:lnTo>
                  <a:lnTo>
                    <a:pt x="8236487" y="5829668"/>
                  </a:lnTo>
                  <a:lnTo>
                    <a:pt x="8212896" y="5925636"/>
                  </a:lnTo>
                  <a:lnTo>
                    <a:pt x="8188980" y="6017408"/>
                  </a:lnTo>
                  <a:lnTo>
                    <a:pt x="8164663" y="6105047"/>
                  </a:lnTo>
                  <a:lnTo>
                    <a:pt x="8151487" y="6150181"/>
                  </a:lnTo>
                  <a:lnTo>
                    <a:pt x="8111869" y="6276052"/>
                  </a:lnTo>
                  <a:lnTo>
                    <a:pt x="8070572" y="6391932"/>
                  </a:lnTo>
                  <a:lnTo>
                    <a:pt x="8027162" y="6498100"/>
                  </a:lnTo>
                  <a:lnTo>
                    <a:pt x="7981163" y="6595139"/>
                  </a:lnTo>
                  <a:lnTo>
                    <a:pt x="7932077" y="6683780"/>
                  </a:lnTo>
                  <a:lnTo>
                    <a:pt x="7879406" y="6764800"/>
                  </a:lnTo>
                  <a:lnTo>
                    <a:pt x="7822678" y="6838954"/>
                  </a:lnTo>
                  <a:lnTo>
                    <a:pt x="7761478" y="6906932"/>
                  </a:lnTo>
                  <a:lnTo>
                    <a:pt x="7695493" y="6969336"/>
                  </a:lnTo>
                  <a:lnTo>
                    <a:pt x="7624563" y="7026661"/>
                  </a:lnTo>
                  <a:lnTo>
                    <a:pt x="7548753" y="7079287"/>
                  </a:lnTo>
                  <a:lnTo>
                    <a:pt x="7468426" y="7127478"/>
                  </a:lnTo>
                  <a:lnTo>
                    <a:pt x="7384324" y="7171382"/>
                  </a:lnTo>
                  <a:lnTo>
                    <a:pt x="7297635" y="7211047"/>
                  </a:lnTo>
                  <a:lnTo>
                    <a:pt x="7210029" y="7246438"/>
                  </a:lnTo>
                  <a:lnTo>
                    <a:pt x="7123628" y="7277476"/>
                  </a:lnTo>
                  <a:lnTo>
                    <a:pt x="7040904" y="7304081"/>
                  </a:lnTo>
                  <a:lnTo>
                    <a:pt x="6964473" y="7326223"/>
                  </a:lnTo>
                  <a:lnTo>
                    <a:pt x="6896818" y="7343975"/>
                  </a:lnTo>
                  <a:lnTo>
                    <a:pt x="6839962" y="7357552"/>
                  </a:lnTo>
                  <a:lnTo>
                    <a:pt x="6795171" y="7367324"/>
                  </a:lnTo>
                  <a:lnTo>
                    <a:pt x="6762735" y="7373812"/>
                  </a:lnTo>
                  <a:lnTo>
                    <a:pt x="6741880" y="7377646"/>
                  </a:lnTo>
                  <a:lnTo>
                    <a:pt x="6730806" y="7379522"/>
                  </a:lnTo>
                  <a:lnTo>
                    <a:pt x="6726798" y="7380150"/>
                  </a:lnTo>
                  <a:lnTo>
                    <a:pt x="6726343" y="7380217"/>
                  </a:lnTo>
                  <a:lnTo>
                    <a:pt x="5254955" y="7380217"/>
                  </a:lnTo>
                  <a:lnTo>
                    <a:pt x="5253798" y="7380155"/>
                  </a:lnTo>
                  <a:lnTo>
                    <a:pt x="5246194" y="7379713"/>
                  </a:lnTo>
                  <a:lnTo>
                    <a:pt x="5227035" y="7378491"/>
                  </a:lnTo>
                  <a:lnTo>
                    <a:pt x="5192804" y="7376086"/>
                  </a:lnTo>
                  <a:lnTo>
                    <a:pt x="5141831" y="7372125"/>
                  </a:lnTo>
                  <a:lnTo>
                    <a:pt x="5074414" y="7366305"/>
                  </a:lnTo>
                  <a:lnTo>
                    <a:pt x="4992660" y="7358419"/>
                  </a:lnTo>
                  <a:lnTo>
                    <a:pt x="4900001" y="7348366"/>
                  </a:lnTo>
                  <a:lnTo>
                    <a:pt x="4800522" y="7336130"/>
                  </a:lnTo>
                  <a:lnTo>
                    <a:pt x="4698295" y="7321748"/>
                  </a:lnTo>
                  <a:lnTo>
                    <a:pt x="4596858" y="7305266"/>
                  </a:lnTo>
                  <a:lnTo>
                    <a:pt x="4498934" y="7286705"/>
                  </a:lnTo>
                  <a:lnTo>
                    <a:pt x="4406360" y="7266034"/>
                  </a:lnTo>
                  <a:lnTo>
                    <a:pt x="4320160" y="7243152"/>
                  </a:lnTo>
                  <a:lnTo>
                    <a:pt x="4240701" y="7217878"/>
                  </a:lnTo>
                  <a:lnTo>
                    <a:pt x="4167867" y="7189956"/>
                  </a:lnTo>
                  <a:lnTo>
                    <a:pt x="4101212" y="7159057"/>
                  </a:lnTo>
                  <a:lnTo>
                    <a:pt x="4040086" y="7124788"/>
                  </a:lnTo>
                  <a:lnTo>
                    <a:pt x="3983733" y="7086716"/>
                  </a:lnTo>
                  <a:lnTo>
                    <a:pt x="3931357" y="7044402"/>
                  </a:lnTo>
                  <a:lnTo>
                    <a:pt x="3882174" y="6997456"/>
                  </a:lnTo>
                  <a:lnTo>
                    <a:pt x="3835465" y="6945644"/>
                  </a:lnTo>
                  <a:lnTo>
                    <a:pt x="3829811" y="6938875"/>
                  </a:lnTo>
                  <a:lnTo>
                    <a:pt x="3791122" y="6889637"/>
                  </a:lnTo>
                  <a:lnTo>
                    <a:pt x="3753429" y="6836678"/>
                  </a:lnTo>
                  <a:lnTo>
                    <a:pt x="3716452" y="6779924"/>
                  </a:lnTo>
                  <a:lnTo>
                    <a:pt x="3679968" y="6719364"/>
                  </a:lnTo>
                  <a:lnTo>
                    <a:pt x="3643800" y="6655060"/>
                  </a:lnTo>
                  <a:lnTo>
                    <a:pt x="3607813" y="6587151"/>
                  </a:lnTo>
                  <a:lnTo>
                    <a:pt x="3571906" y="6515861"/>
                  </a:lnTo>
                  <a:lnTo>
                    <a:pt x="3536009" y="6441495"/>
                  </a:lnTo>
                  <a:lnTo>
                    <a:pt x="3500078" y="6364440"/>
                  </a:lnTo>
                  <a:lnTo>
                    <a:pt x="3464095" y="6285159"/>
                  </a:lnTo>
                  <a:lnTo>
                    <a:pt x="3428056" y="6204181"/>
                  </a:lnTo>
                  <a:lnTo>
                    <a:pt x="3391976" y="6122086"/>
                  </a:lnTo>
                  <a:lnTo>
                    <a:pt x="3355875" y="6039488"/>
                  </a:lnTo>
                  <a:lnTo>
                    <a:pt x="3319779" y="5957017"/>
                  </a:lnTo>
                  <a:lnTo>
                    <a:pt x="3283713" y="5875301"/>
                  </a:lnTo>
                  <a:lnTo>
                    <a:pt x="3247696" y="5794942"/>
                  </a:lnTo>
                  <a:lnTo>
                    <a:pt x="3211735" y="5716501"/>
                  </a:lnTo>
                  <a:lnTo>
                    <a:pt x="3175821" y="5640481"/>
                  </a:lnTo>
                  <a:lnTo>
                    <a:pt x="3139927" y="5567316"/>
                  </a:lnTo>
                  <a:lnTo>
                    <a:pt x="3103997" y="5497361"/>
                  </a:lnTo>
                  <a:lnTo>
                    <a:pt x="3067951" y="5430887"/>
                  </a:lnTo>
                  <a:lnTo>
                    <a:pt x="3031674" y="5368084"/>
                  </a:lnTo>
                  <a:lnTo>
                    <a:pt x="2995015" y="5309059"/>
                  </a:lnTo>
                  <a:lnTo>
                    <a:pt x="2957778" y="5253844"/>
                  </a:lnTo>
                  <a:lnTo>
                    <a:pt x="2919719" y="5202402"/>
                  </a:lnTo>
                  <a:lnTo>
                    <a:pt x="2896531" y="5173507"/>
                  </a:lnTo>
                  <a:lnTo>
                    <a:pt x="2850083" y="5121087"/>
                  </a:lnTo>
                  <a:lnTo>
                    <a:pt x="2801245" y="5073547"/>
                  </a:lnTo>
                  <a:lnTo>
                    <a:pt x="2749307" y="5030677"/>
                  </a:lnTo>
                  <a:lnTo>
                    <a:pt x="2693491" y="4992102"/>
                  </a:lnTo>
                  <a:lnTo>
                    <a:pt x="2633000" y="4957386"/>
                  </a:lnTo>
                  <a:lnTo>
                    <a:pt x="2567068" y="4926091"/>
                  </a:lnTo>
                  <a:lnTo>
                    <a:pt x="2495030" y="4897819"/>
                  </a:lnTo>
                  <a:lnTo>
                    <a:pt x="2416408" y="4872232"/>
                  </a:lnTo>
                  <a:lnTo>
                    <a:pt x="2331036" y="4849064"/>
                  </a:lnTo>
                  <a:lnTo>
                    <a:pt x="2239212" y="4828126"/>
                  </a:lnTo>
                  <a:lnTo>
                    <a:pt x="2141870" y="4809306"/>
                  </a:lnTo>
                  <a:lnTo>
                    <a:pt x="2040739" y="4792566"/>
                  </a:lnTo>
                  <a:lnTo>
                    <a:pt x="1938432" y="4777921"/>
                  </a:lnTo>
                  <a:lnTo>
                    <a:pt x="1838398" y="4765416"/>
                  </a:lnTo>
                  <a:lnTo>
                    <a:pt x="1744665" y="4755092"/>
                  </a:lnTo>
                  <a:lnTo>
                    <a:pt x="1661352" y="4746941"/>
                  </a:lnTo>
                  <a:lnTo>
                    <a:pt x="1592009" y="4740873"/>
                  </a:lnTo>
                  <a:lnTo>
                    <a:pt x="1538939" y="4736696"/>
                  </a:lnTo>
                  <a:lnTo>
                    <a:pt x="1502682" y="4734117"/>
                  </a:lnTo>
                  <a:lnTo>
                    <a:pt x="1481809" y="4732770"/>
                  </a:lnTo>
                  <a:lnTo>
                    <a:pt x="1473019" y="4732254"/>
                  </a:lnTo>
                  <a:lnTo>
                    <a:pt x="1471387" y="4732166"/>
                  </a:lnTo>
                  <a:lnTo>
                    <a:pt x="0" y="4732166"/>
                  </a:lnTo>
                  <a:close/>
                </a:path>
              </a:pathLst>
            </a:custGeom>
            <a:solidFill>
              <a:srgbClr val="F28E5B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828" name="pl828"/>
            <p:cNvSpPr/>
            <p:nvPr/>
          </p:nvSpPr>
          <p:spPr>
            <a:xfrm>
              <a:off x="4799595" y="3361516"/>
              <a:ext cx="11981298" cy="7380217"/>
            </a:xfrm>
            <a:custGeom>
              <a:avLst/>
              <a:pathLst>
                <a:path w="11981298" h="7380217">
                  <a:moveTo>
                    <a:pt x="0" y="4732166"/>
                  </a:moveTo>
                  <a:lnTo>
                    <a:pt x="1471387" y="4732166"/>
                  </a:lnTo>
                  <a:lnTo>
                    <a:pt x="1472544" y="4732228"/>
                  </a:lnTo>
                  <a:lnTo>
                    <a:pt x="1480148" y="4732670"/>
                  </a:lnTo>
                  <a:lnTo>
                    <a:pt x="1499307" y="4733891"/>
                  </a:lnTo>
                  <a:lnTo>
                    <a:pt x="1533538" y="4736296"/>
                  </a:lnTo>
                  <a:lnTo>
                    <a:pt x="1584512" y="4740257"/>
                  </a:lnTo>
                  <a:lnTo>
                    <a:pt x="1651928" y="4746078"/>
                  </a:lnTo>
                  <a:lnTo>
                    <a:pt x="1733682" y="4753963"/>
                  </a:lnTo>
                  <a:lnTo>
                    <a:pt x="1826341" y="4764016"/>
                  </a:lnTo>
                  <a:lnTo>
                    <a:pt x="1925820" y="4776252"/>
                  </a:lnTo>
                  <a:lnTo>
                    <a:pt x="2028048" y="4790635"/>
                  </a:lnTo>
                  <a:lnTo>
                    <a:pt x="2129485" y="4807117"/>
                  </a:lnTo>
                  <a:lnTo>
                    <a:pt x="2227408" y="4825677"/>
                  </a:lnTo>
                  <a:lnTo>
                    <a:pt x="2319982" y="4846348"/>
                  </a:lnTo>
                  <a:lnTo>
                    <a:pt x="2406182" y="4869231"/>
                  </a:lnTo>
                  <a:lnTo>
                    <a:pt x="2485641" y="4894505"/>
                  </a:lnTo>
                  <a:lnTo>
                    <a:pt x="2558475" y="4922426"/>
                  </a:lnTo>
                  <a:lnTo>
                    <a:pt x="2625130" y="4953326"/>
                  </a:lnTo>
                  <a:lnTo>
                    <a:pt x="2686256" y="4987595"/>
                  </a:lnTo>
                  <a:lnTo>
                    <a:pt x="2742609" y="5025666"/>
                  </a:lnTo>
                  <a:lnTo>
                    <a:pt x="2794985" y="5067981"/>
                  </a:lnTo>
                  <a:lnTo>
                    <a:pt x="2844168" y="5114926"/>
                  </a:lnTo>
                  <a:lnTo>
                    <a:pt x="2890877" y="5166739"/>
                  </a:lnTo>
                  <a:lnTo>
                    <a:pt x="2896531" y="5173507"/>
                  </a:lnTo>
                  <a:lnTo>
                    <a:pt x="2935220" y="5222746"/>
                  </a:lnTo>
                  <a:lnTo>
                    <a:pt x="2972913" y="5275704"/>
                  </a:lnTo>
                  <a:lnTo>
                    <a:pt x="3009890" y="5332458"/>
                  </a:lnTo>
                  <a:lnTo>
                    <a:pt x="3046374" y="5393018"/>
                  </a:lnTo>
                  <a:lnTo>
                    <a:pt x="3082542" y="5457323"/>
                  </a:lnTo>
                  <a:lnTo>
                    <a:pt x="3118529" y="5525231"/>
                  </a:lnTo>
                  <a:lnTo>
                    <a:pt x="3154436" y="5596522"/>
                  </a:lnTo>
                  <a:lnTo>
                    <a:pt x="3190333" y="5670888"/>
                  </a:lnTo>
                  <a:lnTo>
                    <a:pt x="3226264" y="5747943"/>
                  </a:lnTo>
                  <a:lnTo>
                    <a:pt x="3262248" y="5827223"/>
                  </a:lnTo>
                  <a:lnTo>
                    <a:pt x="3298286" y="5908201"/>
                  </a:lnTo>
                  <a:lnTo>
                    <a:pt x="3334366" y="5990296"/>
                  </a:lnTo>
                  <a:lnTo>
                    <a:pt x="3370468" y="6072895"/>
                  </a:lnTo>
                  <a:lnTo>
                    <a:pt x="3406563" y="6155365"/>
                  </a:lnTo>
                  <a:lnTo>
                    <a:pt x="3442629" y="6237081"/>
                  </a:lnTo>
                  <a:lnTo>
                    <a:pt x="3478646" y="6317440"/>
                  </a:lnTo>
                  <a:lnTo>
                    <a:pt x="3514607" y="6395881"/>
                  </a:lnTo>
                  <a:lnTo>
                    <a:pt x="3550521" y="6471901"/>
                  </a:lnTo>
                  <a:lnTo>
                    <a:pt x="3586415" y="6545066"/>
                  </a:lnTo>
                  <a:lnTo>
                    <a:pt x="3622345" y="6615022"/>
                  </a:lnTo>
                  <a:lnTo>
                    <a:pt x="3658391" y="6681496"/>
                  </a:lnTo>
                  <a:lnTo>
                    <a:pt x="3694668" y="6744299"/>
                  </a:lnTo>
                  <a:lnTo>
                    <a:pt x="3731327" y="6803324"/>
                  </a:lnTo>
                  <a:lnTo>
                    <a:pt x="3768564" y="6858539"/>
                  </a:lnTo>
                  <a:lnTo>
                    <a:pt x="3806623" y="6909981"/>
                  </a:lnTo>
                  <a:lnTo>
                    <a:pt x="3829811" y="6938875"/>
                  </a:lnTo>
                  <a:lnTo>
                    <a:pt x="3876259" y="6991295"/>
                  </a:lnTo>
                  <a:lnTo>
                    <a:pt x="3925097" y="7038836"/>
                  </a:lnTo>
                  <a:lnTo>
                    <a:pt x="3977035" y="7081706"/>
                  </a:lnTo>
                  <a:lnTo>
                    <a:pt x="4032852" y="7120280"/>
                  </a:lnTo>
                  <a:lnTo>
                    <a:pt x="4093343" y="7154997"/>
                  </a:lnTo>
                  <a:lnTo>
                    <a:pt x="4159274" y="7186292"/>
                  </a:lnTo>
                  <a:lnTo>
                    <a:pt x="4231312" y="7214564"/>
                  </a:lnTo>
                  <a:lnTo>
                    <a:pt x="4309934" y="7240150"/>
                  </a:lnTo>
                  <a:lnTo>
                    <a:pt x="4395306" y="7263319"/>
                  </a:lnTo>
                  <a:lnTo>
                    <a:pt x="4487130" y="7284257"/>
                  </a:lnTo>
                  <a:lnTo>
                    <a:pt x="4584472" y="7303076"/>
                  </a:lnTo>
                  <a:lnTo>
                    <a:pt x="4685603" y="7319816"/>
                  </a:lnTo>
                  <a:lnTo>
                    <a:pt x="4787910" y="7334462"/>
                  </a:lnTo>
                  <a:lnTo>
                    <a:pt x="4887944" y="7346966"/>
                  </a:lnTo>
                  <a:lnTo>
                    <a:pt x="4981677" y="7357291"/>
                  </a:lnTo>
                  <a:lnTo>
                    <a:pt x="5064990" y="7365442"/>
                  </a:lnTo>
                  <a:lnTo>
                    <a:pt x="5134333" y="7371509"/>
                  </a:lnTo>
                  <a:lnTo>
                    <a:pt x="5187403" y="7375686"/>
                  </a:lnTo>
                  <a:lnTo>
                    <a:pt x="5223660" y="7378265"/>
                  </a:lnTo>
                  <a:lnTo>
                    <a:pt x="5244533" y="7379612"/>
                  </a:lnTo>
                  <a:lnTo>
                    <a:pt x="5253323" y="7380129"/>
                  </a:lnTo>
                  <a:lnTo>
                    <a:pt x="5254953" y="7380217"/>
                  </a:lnTo>
                  <a:lnTo>
                    <a:pt x="5254955" y="7380217"/>
                  </a:lnTo>
                  <a:lnTo>
                    <a:pt x="6726343" y="7380217"/>
                  </a:lnTo>
                  <a:lnTo>
                    <a:pt x="6727074" y="7380109"/>
                  </a:lnTo>
                  <a:lnTo>
                    <a:pt x="6731922" y="7379341"/>
                  </a:lnTo>
                  <a:lnTo>
                    <a:pt x="6744291" y="7377220"/>
                  </a:lnTo>
                  <a:lnTo>
                    <a:pt x="6766766" y="7373037"/>
                  </a:lnTo>
                  <a:lnTo>
                    <a:pt x="6801004" y="7366102"/>
                  </a:lnTo>
                  <a:lnTo>
                    <a:pt x="6847621" y="7355797"/>
                  </a:lnTo>
                  <a:lnTo>
                    <a:pt x="6906172" y="7341623"/>
                  </a:lnTo>
                  <a:lnTo>
                    <a:pt x="6975265" y="7323232"/>
                  </a:lnTo>
                  <a:lnTo>
                    <a:pt x="7052789" y="7300433"/>
                  </a:lnTo>
                  <a:lnTo>
                    <a:pt x="7136220" y="7273169"/>
                  </a:lnTo>
                  <a:lnTo>
                    <a:pt x="7222948" y="7241483"/>
                  </a:lnTo>
                  <a:lnTo>
                    <a:pt x="7310542" y="7205456"/>
                  </a:lnTo>
                  <a:lnTo>
                    <a:pt x="7396942" y="7165165"/>
                  </a:lnTo>
                  <a:lnTo>
                    <a:pt x="7480550" y="7120633"/>
                  </a:lnTo>
                  <a:lnTo>
                    <a:pt x="7560247" y="7071799"/>
                  </a:lnTo>
                  <a:lnTo>
                    <a:pt x="7635351" y="7018498"/>
                  </a:lnTo>
                  <a:lnTo>
                    <a:pt x="7705548" y="6960449"/>
                  </a:lnTo>
                  <a:lnTo>
                    <a:pt x="7770812" y="6897256"/>
                  </a:lnTo>
                  <a:lnTo>
                    <a:pt x="7831328" y="6828406"/>
                  </a:lnTo>
                  <a:lnTo>
                    <a:pt x="7887430" y="6753284"/>
                  </a:lnTo>
                  <a:lnTo>
                    <a:pt x="7939541" y="6671187"/>
                  </a:lnTo>
                  <a:lnTo>
                    <a:pt x="7988139" y="6581354"/>
                  </a:lnTo>
                  <a:lnTo>
                    <a:pt x="8033725" y="6483011"/>
                  </a:lnTo>
                  <a:lnTo>
                    <a:pt x="8076794" y="6375440"/>
                  </a:lnTo>
                  <a:lnTo>
                    <a:pt x="8117817" y="6258092"/>
                  </a:lnTo>
                  <a:lnTo>
                    <a:pt x="8151487" y="6150181"/>
                  </a:lnTo>
                  <a:lnTo>
                    <a:pt x="8176050" y="6064716"/>
                  </a:lnTo>
                  <a:lnTo>
                    <a:pt x="8200170" y="5975160"/>
                  </a:lnTo>
                  <a:lnTo>
                    <a:pt x="8223926" y="5881439"/>
                  </a:lnTo>
                  <a:lnTo>
                    <a:pt x="8247387" y="5783501"/>
                  </a:lnTo>
                  <a:lnTo>
                    <a:pt x="8270613" y="5681326"/>
                  </a:lnTo>
                  <a:lnTo>
                    <a:pt x="8293656" y="5574923"/>
                  </a:lnTo>
                  <a:lnTo>
                    <a:pt x="8316559" y="5464332"/>
                  </a:lnTo>
                  <a:lnTo>
                    <a:pt x="8339362" y="5349631"/>
                  </a:lnTo>
                  <a:lnTo>
                    <a:pt x="8362096" y="5230930"/>
                  </a:lnTo>
                  <a:lnTo>
                    <a:pt x="8384787" y="5108377"/>
                  </a:lnTo>
                  <a:lnTo>
                    <a:pt x="8407458" y="4982158"/>
                  </a:lnTo>
                  <a:lnTo>
                    <a:pt x="8430123" y="4852496"/>
                  </a:lnTo>
                  <a:lnTo>
                    <a:pt x="8452796" y="4719649"/>
                  </a:lnTo>
                  <a:lnTo>
                    <a:pt x="8475486" y="4583911"/>
                  </a:lnTo>
                  <a:lnTo>
                    <a:pt x="8498196" y="4445609"/>
                  </a:lnTo>
                  <a:lnTo>
                    <a:pt x="8520928" y="4305098"/>
                  </a:lnTo>
                  <a:lnTo>
                    <a:pt x="8543683" y="4162763"/>
                  </a:lnTo>
                  <a:lnTo>
                    <a:pt x="8566456" y="4019009"/>
                  </a:lnTo>
                  <a:lnTo>
                    <a:pt x="8589244" y="3874257"/>
                  </a:lnTo>
                  <a:lnTo>
                    <a:pt x="8612040" y="3728945"/>
                  </a:lnTo>
                  <a:lnTo>
                    <a:pt x="8634837" y="3583513"/>
                  </a:lnTo>
                  <a:lnTo>
                    <a:pt x="8657630" y="3438407"/>
                  </a:lnTo>
                  <a:lnTo>
                    <a:pt x="8680412" y="3294067"/>
                  </a:lnTo>
                  <a:lnTo>
                    <a:pt x="8703177" y="3150922"/>
                  </a:lnTo>
                  <a:lnTo>
                    <a:pt x="8725921" y="3009388"/>
                  </a:lnTo>
                  <a:lnTo>
                    <a:pt x="8748643" y="2869861"/>
                  </a:lnTo>
                  <a:lnTo>
                    <a:pt x="8771343" y="2732711"/>
                  </a:lnTo>
                  <a:lnTo>
                    <a:pt x="8794024" y="2598281"/>
                  </a:lnTo>
                  <a:lnTo>
                    <a:pt x="8816693" y="2466884"/>
                  </a:lnTo>
                  <a:lnTo>
                    <a:pt x="8839359" y="2338796"/>
                  </a:lnTo>
                  <a:lnTo>
                    <a:pt x="8862037" y="2214261"/>
                  </a:lnTo>
                  <a:lnTo>
                    <a:pt x="8884745" y="2093482"/>
                  </a:lnTo>
                  <a:lnTo>
                    <a:pt x="8907507" y="1976629"/>
                  </a:lnTo>
                  <a:lnTo>
                    <a:pt x="8930353" y="1863831"/>
                  </a:lnTo>
                  <a:lnTo>
                    <a:pt x="8953316" y="1755185"/>
                  </a:lnTo>
                  <a:lnTo>
                    <a:pt x="8976438" y="1650749"/>
                  </a:lnTo>
                  <a:lnTo>
                    <a:pt x="8999766" y="1550549"/>
                  </a:lnTo>
                  <a:lnTo>
                    <a:pt x="9023357" y="1454580"/>
                  </a:lnTo>
                  <a:lnTo>
                    <a:pt x="9047274" y="1362808"/>
                  </a:lnTo>
                  <a:lnTo>
                    <a:pt x="9071590" y="1275170"/>
                  </a:lnTo>
                  <a:lnTo>
                    <a:pt x="9084767" y="1230036"/>
                  </a:lnTo>
                  <a:lnTo>
                    <a:pt x="9124384" y="1104164"/>
                  </a:lnTo>
                  <a:lnTo>
                    <a:pt x="9165681" y="988284"/>
                  </a:lnTo>
                  <a:lnTo>
                    <a:pt x="9209091" y="882116"/>
                  </a:lnTo>
                  <a:lnTo>
                    <a:pt x="9255090" y="785077"/>
                  </a:lnTo>
                  <a:lnTo>
                    <a:pt x="9304176" y="696436"/>
                  </a:lnTo>
                  <a:lnTo>
                    <a:pt x="9356847" y="615416"/>
                  </a:lnTo>
                  <a:lnTo>
                    <a:pt x="9413576" y="541263"/>
                  </a:lnTo>
                  <a:lnTo>
                    <a:pt x="9474775" y="473285"/>
                  </a:lnTo>
                  <a:lnTo>
                    <a:pt x="9540761" y="410881"/>
                  </a:lnTo>
                  <a:lnTo>
                    <a:pt x="9611690" y="353556"/>
                  </a:lnTo>
                  <a:lnTo>
                    <a:pt x="9687500" y="300929"/>
                  </a:lnTo>
                  <a:lnTo>
                    <a:pt x="9767828" y="252739"/>
                  </a:lnTo>
                  <a:lnTo>
                    <a:pt x="9851930" y="208834"/>
                  </a:lnTo>
                  <a:lnTo>
                    <a:pt x="9938618" y="169170"/>
                  </a:lnTo>
                  <a:lnTo>
                    <a:pt x="10026224" y="133779"/>
                  </a:lnTo>
                  <a:lnTo>
                    <a:pt x="10112625" y="102740"/>
                  </a:lnTo>
                  <a:lnTo>
                    <a:pt x="10195349" y="76136"/>
                  </a:lnTo>
                  <a:lnTo>
                    <a:pt x="10271780" y="53994"/>
                  </a:lnTo>
                  <a:lnTo>
                    <a:pt x="10339435" y="36241"/>
                  </a:lnTo>
                  <a:lnTo>
                    <a:pt x="10396291" y="22665"/>
                  </a:lnTo>
                  <a:lnTo>
                    <a:pt x="10441082" y="12892"/>
                  </a:lnTo>
                  <a:lnTo>
                    <a:pt x="10473518" y="6405"/>
                  </a:lnTo>
                  <a:lnTo>
                    <a:pt x="10494373" y="2571"/>
                  </a:lnTo>
                  <a:lnTo>
                    <a:pt x="10505447" y="694"/>
                  </a:lnTo>
                  <a:lnTo>
                    <a:pt x="10509455" y="66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29" name="pl829"/>
            <p:cNvSpPr/>
            <p:nvPr/>
          </p:nvSpPr>
          <p:spPr>
            <a:xfrm>
              <a:off x="4799595" y="3345170"/>
              <a:ext cx="11981298" cy="7380217"/>
            </a:xfrm>
            <a:custGeom>
              <a:avLst/>
              <a:pathLst>
                <a:path w="11981298" h="7380217">
                  <a:moveTo>
                    <a:pt x="11981298" y="0"/>
                  </a:moveTo>
                  <a:lnTo>
                    <a:pt x="10509911" y="0"/>
                  </a:lnTo>
                  <a:lnTo>
                    <a:pt x="10509180" y="108"/>
                  </a:lnTo>
                  <a:lnTo>
                    <a:pt x="10504331" y="876"/>
                  </a:lnTo>
                  <a:lnTo>
                    <a:pt x="10491963" y="2997"/>
                  </a:lnTo>
                  <a:lnTo>
                    <a:pt x="10469487" y="7180"/>
                  </a:lnTo>
                  <a:lnTo>
                    <a:pt x="10435249" y="14115"/>
                  </a:lnTo>
                  <a:lnTo>
                    <a:pt x="10388633" y="24420"/>
                  </a:lnTo>
                  <a:lnTo>
                    <a:pt x="10330081" y="38593"/>
                  </a:lnTo>
                  <a:lnTo>
                    <a:pt x="10260988" y="56984"/>
                  </a:lnTo>
                  <a:lnTo>
                    <a:pt x="10183465" y="79784"/>
                  </a:lnTo>
                  <a:lnTo>
                    <a:pt x="10100033" y="107047"/>
                  </a:lnTo>
                  <a:lnTo>
                    <a:pt x="10013305" y="138734"/>
                  </a:lnTo>
                  <a:lnTo>
                    <a:pt x="9925711" y="174761"/>
                  </a:lnTo>
                  <a:lnTo>
                    <a:pt x="9839312" y="215052"/>
                  </a:lnTo>
                  <a:lnTo>
                    <a:pt x="9755704" y="259584"/>
                  </a:lnTo>
                  <a:lnTo>
                    <a:pt x="9676007" y="308418"/>
                  </a:lnTo>
                  <a:lnTo>
                    <a:pt x="9600903" y="361719"/>
                  </a:lnTo>
                  <a:lnTo>
                    <a:pt x="9530706" y="419767"/>
                  </a:lnTo>
                  <a:lnTo>
                    <a:pt x="9465442" y="482961"/>
                  </a:lnTo>
                  <a:lnTo>
                    <a:pt x="9404925" y="551811"/>
                  </a:lnTo>
                  <a:lnTo>
                    <a:pt x="9348824" y="626933"/>
                  </a:lnTo>
                  <a:lnTo>
                    <a:pt x="9296713" y="709030"/>
                  </a:lnTo>
                  <a:lnTo>
                    <a:pt x="9248114" y="798862"/>
                  </a:lnTo>
                  <a:lnTo>
                    <a:pt x="9202528" y="897206"/>
                  </a:lnTo>
                  <a:lnTo>
                    <a:pt x="9159460" y="1004777"/>
                  </a:lnTo>
                  <a:lnTo>
                    <a:pt x="9118437" y="1122125"/>
                  </a:lnTo>
                  <a:lnTo>
                    <a:pt x="9084767" y="1230036"/>
                  </a:lnTo>
                  <a:lnTo>
                    <a:pt x="9060204" y="1315501"/>
                  </a:lnTo>
                  <a:lnTo>
                    <a:pt x="9036083" y="1405056"/>
                  </a:lnTo>
                  <a:lnTo>
                    <a:pt x="9012327" y="1498778"/>
                  </a:lnTo>
                  <a:lnTo>
                    <a:pt x="8988866" y="1596715"/>
                  </a:lnTo>
                  <a:lnTo>
                    <a:pt x="8965640" y="1698890"/>
                  </a:lnTo>
                  <a:lnTo>
                    <a:pt x="8942598" y="1805294"/>
                  </a:lnTo>
                  <a:lnTo>
                    <a:pt x="8919694" y="1915884"/>
                  </a:lnTo>
                  <a:lnTo>
                    <a:pt x="8896891" y="2030586"/>
                  </a:lnTo>
                  <a:lnTo>
                    <a:pt x="8874157" y="2149287"/>
                  </a:lnTo>
                  <a:lnTo>
                    <a:pt x="8851466" y="2271840"/>
                  </a:lnTo>
                  <a:lnTo>
                    <a:pt x="8828796" y="2398058"/>
                  </a:lnTo>
                  <a:lnTo>
                    <a:pt x="8806130" y="2527721"/>
                  </a:lnTo>
                  <a:lnTo>
                    <a:pt x="8783457" y="2660568"/>
                  </a:lnTo>
                  <a:lnTo>
                    <a:pt x="8760768" y="2796305"/>
                  </a:lnTo>
                  <a:lnTo>
                    <a:pt x="8738058" y="2934608"/>
                  </a:lnTo>
                  <a:lnTo>
                    <a:pt x="8715325" y="3075118"/>
                  </a:lnTo>
                  <a:lnTo>
                    <a:pt x="8692570" y="3217453"/>
                  </a:lnTo>
                  <a:lnTo>
                    <a:pt x="8669797" y="3361208"/>
                  </a:lnTo>
                  <a:lnTo>
                    <a:pt x="8647009" y="3505959"/>
                  </a:lnTo>
                  <a:lnTo>
                    <a:pt x="8624214" y="3651272"/>
                  </a:lnTo>
                  <a:lnTo>
                    <a:pt x="8601416" y="3796703"/>
                  </a:lnTo>
                  <a:lnTo>
                    <a:pt x="8578623" y="3941809"/>
                  </a:lnTo>
                  <a:lnTo>
                    <a:pt x="8555842" y="4086150"/>
                  </a:lnTo>
                  <a:lnTo>
                    <a:pt x="8533077" y="4229294"/>
                  </a:lnTo>
                  <a:lnTo>
                    <a:pt x="8510332" y="4370828"/>
                  </a:lnTo>
                  <a:lnTo>
                    <a:pt x="8487610" y="4510356"/>
                  </a:lnTo>
                  <a:lnTo>
                    <a:pt x="8464910" y="4647506"/>
                  </a:lnTo>
                  <a:lnTo>
                    <a:pt x="8442229" y="4781935"/>
                  </a:lnTo>
                  <a:lnTo>
                    <a:pt x="8419560" y="4913332"/>
                  </a:lnTo>
                  <a:lnTo>
                    <a:pt x="8396894" y="5041420"/>
                  </a:lnTo>
                  <a:lnTo>
                    <a:pt x="8374217" y="5165956"/>
                  </a:lnTo>
                  <a:lnTo>
                    <a:pt x="8351508" y="5286734"/>
                  </a:lnTo>
                  <a:lnTo>
                    <a:pt x="8328746" y="5403588"/>
                  </a:lnTo>
                  <a:lnTo>
                    <a:pt x="8305901" y="5516385"/>
                  </a:lnTo>
                  <a:lnTo>
                    <a:pt x="8282938" y="5625032"/>
                  </a:lnTo>
                  <a:lnTo>
                    <a:pt x="8259816" y="5729468"/>
                  </a:lnTo>
                  <a:lnTo>
                    <a:pt x="8236487" y="5829668"/>
                  </a:lnTo>
                  <a:lnTo>
                    <a:pt x="8212896" y="5925636"/>
                  </a:lnTo>
                  <a:lnTo>
                    <a:pt x="8188980" y="6017408"/>
                  </a:lnTo>
                  <a:lnTo>
                    <a:pt x="8164663" y="6105047"/>
                  </a:lnTo>
                  <a:lnTo>
                    <a:pt x="8151487" y="6150181"/>
                  </a:lnTo>
                  <a:lnTo>
                    <a:pt x="8111869" y="6276052"/>
                  </a:lnTo>
                  <a:lnTo>
                    <a:pt x="8070572" y="6391932"/>
                  </a:lnTo>
                  <a:lnTo>
                    <a:pt x="8027162" y="6498100"/>
                  </a:lnTo>
                  <a:lnTo>
                    <a:pt x="7981163" y="6595139"/>
                  </a:lnTo>
                  <a:lnTo>
                    <a:pt x="7932077" y="6683780"/>
                  </a:lnTo>
                  <a:lnTo>
                    <a:pt x="7879406" y="6764800"/>
                  </a:lnTo>
                  <a:lnTo>
                    <a:pt x="7822678" y="6838954"/>
                  </a:lnTo>
                  <a:lnTo>
                    <a:pt x="7761478" y="6906932"/>
                  </a:lnTo>
                  <a:lnTo>
                    <a:pt x="7695493" y="6969336"/>
                  </a:lnTo>
                  <a:lnTo>
                    <a:pt x="7624563" y="7026661"/>
                  </a:lnTo>
                  <a:lnTo>
                    <a:pt x="7548753" y="7079287"/>
                  </a:lnTo>
                  <a:lnTo>
                    <a:pt x="7468426" y="7127478"/>
                  </a:lnTo>
                  <a:lnTo>
                    <a:pt x="7384324" y="7171382"/>
                  </a:lnTo>
                  <a:lnTo>
                    <a:pt x="7297635" y="7211047"/>
                  </a:lnTo>
                  <a:lnTo>
                    <a:pt x="7210029" y="7246438"/>
                  </a:lnTo>
                  <a:lnTo>
                    <a:pt x="7123628" y="7277476"/>
                  </a:lnTo>
                  <a:lnTo>
                    <a:pt x="7040904" y="7304081"/>
                  </a:lnTo>
                  <a:lnTo>
                    <a:pt x="6964473" y="7326223"/>
                  </a:lnTo>
                  <a:lnTo>
                    <a:pt x="6896818" y="7343975"/>
                  </a:lnTo>
                  <a:lnTo>
                    <a:pt x="6839962" y="7357552"/>
                  </a:lnTo>
                  <a:lnTo>
                    <a:pt x="6795171" y="7367324"/>
                  </a:lnTo>
                  <a:lnTo>
                    <a:pt x="6762735" y="7373812"/>
                  </a:lnTo>
                  <a:lnTo>
                    <a:pt x="6741880" y="7377646"/>
                  </a:lnTo>
                  <a:lnTo>
                    <a:pt x="6730806" y="7379522"/>
                  </a:lnTo>
                  <a:lnTo>
                    <a:pt x="6726798" y="7380150"/>
                  </a:lnTo>
                  <a:lnTo>
                    <a:pt x="6726343" y="7380217"/>
                  </a:lnTo>
                  <a:lnTo>
                    <a:pt x="5254955" y="7380217"/>
                  </a:lnTo>
                  <a:lnTo>
                    <a:pt x="5253798" y="7380155"/>
                  </a:lnTo>
                  <a:lnTo>
                    <a:pt x="5246194" y="7379713"/>
                  </a:lnTo>
                  <a:lnTo>
                    <a:pt x="5227035" y="7378491"/>
                  </a:lnTo>
                  <a:lnTo>
                    <a:pt x="5192804" y="7376086"/>
                  </a:lnTo>
                  <a:lnTo>
                    <a:pt x="5141831" y="7372125"/>
                  </a:lnTo>
                  <a:lnTo>
                    <a:pt x="5074414" y="7366305"/>
                  </a:lnTo>
                  <a:lnTo>
                    <a:pt x="4992660" y="7358419"/>
                  </a:lnTo>
                  <a:lnTo>
                    <a:pt x="4900001" y="7348366"/>
                  </a:lnTo>
                  <a:lnTo>
                    <a:pt x="4800522" y="7336130"/>
                  </a:lnTo>
                  <a:lnTo>
                    <a:pt x="4698295" y="7321748"/>
                  </a:lnTo>
                  <a:lnTo>
                    <a:pt x="4596858" y="7305266"/>
                  </a:lnTo>
                  <a:lnTo>
                    <a:pt x="4498934" y="7286705"/>
                  </a:lnTo>
                  <a:lnTo>
                    <a:pt x="4406360" y="7266034"/>
                  </a:lnTo>
                  <a:lnTo>
                    <a:pt x="4320160" y="7243152"/>
                  </a:lnTo>
                  <a:lnTo>
                    <a:pt x="4240701" y="7217878"/>
                  </a:lnTo>
                  <a:lnTo>
                    <a:pt x="4167867" y="7189956"/>
                  </a:lnTo>
                  <a:lnTo>
                    <a:pt x="4101212" y="7159057"/>
                  </a:lnTo>
                  <a:lnTo>
                    <a:pt x="4040086" y="7124788"/>
                  </a:lnTo>
                  <a:lnTo>
                    <a:pt x="3983733" y="7086716"/>
                  </a:lnTo>
                  <a:lnTo>
                    <a:pt x="3931357" y="7044402"/>
                  </a:lnTo>
                  <a:lnTo>
                    <a:pt x="3882174" y="6997456"/>
                  </a:lnTo>
                  <a:lnTo>
                    <a:pt x="3835465" y="6945644"/>
                  </a:lnTo>
                  <a:lnTo>
                    <a:pt x="3829811" y="6938875"/>
                  </a:lnTo>
                  <a:lnTo>
                    <a:pt x="3791122" y="6889637"/>
                  </a:lnTo>
                  <a:lnTo>
                    <a:pt x="3753429" y="6836678"/>
                  </a:lnTo>
                  <a:lnTo>
                    <a:pt x="3716452" y="6779924"/>
                  </a:lnTo>
                  <a:lnTo>
                    <a:pt x="3679968" y="6719364"/>
                  </a:lnTo>
                  <a:lnTo>
                    <a:pt x="3643800" y="6655060"/>
                  </a:lnTo>
                  <a:lnTo>
                    <a:pt x="3607813" y="6587151"/>
                  </a:lnTo>
                  <a:lnTo>
                    <a:pt x="3571906" y="6515861"/>
                  </a:lnTo>
                  <a:lnTo>
                    <a:pt x="3536009" y="6441495"/>
                  </a:lnTo>
                  <a:lnTo>
                    <a:pt x="3500078" y="6364440"/>
                  </a:lnTo>
                  <a:lnTo>
                    <a:pt x="3464095" y="6285159"/>
                  </a:lnTo>
                  <a:lnTo>
                    <a:pt x="3428056" y="6204181"/>
                  </a:lnTo>
                  <a:lnTo>
                    <a:pt x="3391976" y="6122086"/>
                  </a:lnTo>
                  <a:lnTo>
                    <a:pt x="3355875" y="6039488"/>
                  </a:lnTo>
                  <a:lnTo>
                    <a:pt x="3319779" y="5957017"/>
                  </a:lnTo>
                  <a:lnTo>
                    <a:pt x="3283713" y="5875301"/>
                  </a:lnTo>
                  <a:lnTo>
                    <a:pt x="3247696" y="5794942"/>
                  </a:lnTo>
                  <a:lnTo>
                    <a:pt x="3211735" y="5716501"/>
                  </a:lnTo>
                  <a:lnTo>
                    <a:pt x="3175821" y="5640481"/>
                  </a:lnTo>
                  <a:lnTo>
                    <a:pt x="3139927" y="5567316"/>
                  </a:lnTo>
                  <a:lnTo>
                    <a:pt x="3103997" y="5497361"/>
                  </a:lnTo>
                  <a:lnTo>
                    <a:pt x="3067951" y="5430887"/>
                  </a:lnTo>
                  <a:lnTo>
                    <a:pt x="3031674" y="5368084"/>
                  </a:lnTo>
                  <a:lnTo>
                    <a:pt x="2995015" y="5309059"/>
                  </a:lnTo>
                  <a:lnTo>
                    <a:pt x="2957778" y="5253844"/>
                  </a:lnTo>
                  <a:lnTo>
                    <a:pt x="2919719" y="5202402"/>
                  </a:lnTo>
                  <a:lnTo>
                    <a:pt x="2896531" y="5173507"/>
                  </a:lnTo>
                  <a:lnTo>
                    <a:pt x="2850083" y="5121087"/>
                  </a:lnTo>
                  <a:lnTo>
                    <a:pt x="2801245" y="5073547"/>
                  </a:lnTo>
                  <a:lnTo>
                    <a:pt x="2749307" y="5030677"/>
                  </a:lnTo>
                  <a:lnTo>
                    <a:pt x="2693491" y="4992102"/>
                  </a:lnTo>
                  <a:lnTo>
                    <a:pt x="2633000" y="4957386"/>
                  </a:lnTo>
                  <a:lnTo>
                    <a:pt x="2567068" y="4926091"/>
                  </a:lnTo>
                  <a:lnTo>
                    <a:pt x="2495030" y="4897819"/>
                  </a:lnTo>
                  <a:lnTo>
                    <a:pt x="2416408" y="4872232"/>
                  </a:lnTo>
                  <a:lnTo>
                    <a:pt x="2331036" y="4849064"/>
                  </a:lnTo>
                  <a:lnTo>
                    <a:pt x="2239212" y="4828126"/>
                  </a:lnTo>
                  <a:lnTo>
                    <a:pt x="2141870" y="4809306"/>
                  </a:lnTo>
                  <a:lnTo>
                    <a:pt x="2040739" y="4792566"/>
                  </a:lnTo>
                  <a:lnTo>
                    <a:pt x="1938432" y="4777921"/>
                  </a:lnTo>
                  <a:lnTo>
                    <a:pt x="1838398" y="4765416"/>
                  </a:lnTo>
                  <a:lnTo>
                    <a:pt x="1744665" y="4755092"/>
                  </a:lnTo>
                  <a:lnTo>
                    <a:pt x="1661352" y="4746941"/>
                  </a:lnTo>
                  <a:lnTo>
                    <a:pt x="1592009" y="4740873"/>
                  </a:lnTo>
                  <a:lnTo>
                    <a:pt x="1538939" y="4736696"/>
                  </a:lnTo>
                  <a:lnTo>
                    <a:pt x="1502682" y="4734117"/>
                  </a:lnTo>
                  <a:lnTo>
                    <a:pt x="1481809" y="4732770"/>
                  </a:lnTo>
                  <a:lnTo>
                    <a:pt x="1473019" y="4732254"/>
                  </a:lnTo>
                  <a:lnTo>
                    <a:pt x="1471389" y="4732166"/>
                  </a:lnTo>
                  <a:lnTo>
                    <a:pt x="1471387" y="4732166"/>
                  </a:lnTo>
                  <a:lnTo>
                    <a:pt x="0" y="473216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30" name="pg830"/>
            <p:cNvSpPr/>
            <p:nvPr/>
          </p:nvSpPr>
          <p:spPr>
            <a:xfrm>
              <a:off x="4799595" y="3933626"/>
              <a:ext cx="11981298" cy="6848972"/>
            </a:xfrm>
            <a:custGeom>
              <a:avLst/>
              <a:pathLst>
                <a:path w="11981298" h="6848972">
                  <a:moveTo>
                    <a:pt x="0" y="4168229"/>
                  </a:moveTo>
                  <a:lnTo>
                    <a:pt x="1471387" y="4168229"/>
                  </a:lnTo>
                  <a:lnTo>
                    <a:pt x="1472542" y="4168291"/>
                  </a:lnTo>
                  <a:lnTo>
                    <a:pt x="1480134" y="4168738"/>
                  </a:lnTo>
                  <a:lnTo>
                    <a:pt x="1499264" y="4169973"/>
                  </a:lnTo>
                  <a:lnTo>
                    <a:pt x="1533445" y="4172404"/>
                  </a:lnTo>
                  <a:lnTo>
                    <a:pt x="1584350" y="4176407"/>
                  </a:lnTo>
                  <a:lnTo>
                    <a:pt x="1651684" y="4182290"/>
                  </a:lnTo>
                  <a:lnTo>
                    <a:pt x="1733348" y="4190261"/>
                  </a:lnTo>
                  <a:lnTo>
                    <a:pt x="1825921" y="4200424"/>
                  </a:lnTo>
                  <a:lnTo>
                    <a:pt x="1925324" y="4212794"/>
                  </a:lnTo>
                  <a:lnTo>
                    <a:pt x="2027492" y="4227335"/>
                  </a:lnTo>
                  <a:lnTo>
                    <a:pt x="2128887" y="4243999"/>
                  </a:lnTo>
                  <a:lnTo>
                    <a:pt x="2226786" y="4262766"/>
                  </a:lnTo>
                  <a:lnTo>
                    <a:pt x="2319350" y="4283666"/>
                  </a:lnTo>
                  <a:lnTo>
                    <a:pt x="2405552" y="4306801"/>
                  </a:lnTo>
                  <a:lnTo>
                    <a:pt x="2485021" y="4332353"/>
                  </a:lnTo>
                  <a:lnTo>
                    <a:pt x="2557870" y="4360581"/>
                  </a:lnTo>
                  <a:lnTo>
                    <a:pt x="2624542" y="4391816"/>
                  </a:lnTo>
                  <a:lnTo>
                    <a:pt x="2685683" y="4426454"/>
                  </a:lnTo>
                  <a:lnTo>
                    <a:pt x="2742049" y="4464934"/>
                  </a:lnTo>
                  <a:lnTo>
                    <a:pt x="2794435" y="4507700"/>
                  </a:lnTo>
                  <a:lnTo>
                    <a:pt x="2843622" y="4555145"/>
                  </a:lnTo>
                  <a:lnTo>
                    <a:pt x="2890331" y="4607511"/>
                  </a:lnTo>
                  <a:lnTo>
                    <a:pt x="2896531" y="4615019"/>
                  </a:lnTo>
                  <a:lnTo>
                    <a:pt x="2935037" y="4664617"/>
                  </a:lnTo>
                  <a:lnTo>
                    <a:pt x="2972555" y="4717945"/>
                  </a:lnTo>
                  <a:lnTo>
                    <a:pt x="3009362" y="4775078"/>
                  </a:lnTo>
                  <a:lnTo>
                    <a:pt x="3045678" y="4836028"/>
                  </a:lnTo>
                  <a:lnTo>
                    <a:pt x="3081677" y="4900734"/>
                  </a:lnTo>
                  <a:lnTo>
                    <a:pt x="3117495" y="4969058"/>
                  </a:lnTo>
                  <a:lnTo>
                    <a:pt x="3153231" y="5040780"/>
                  </a:lnTo>
                  <a:lnTo>
                    <a:pt x="3188956" y="5115599"/>
                  </a:lnTo>
                  <a:lnTo>
                    <a:pt x="3224712" y="5193129"/>
                  </a:lnTo>
                  <a:lnTo>
                    <a:pt x="3260520" y="5272912"/>
                  </a:lnTo>
                  <a:lnTo>
                    <a:pt x="3296383" y="5354425"/>
                  </a:lnTo>
                  <a:lnTo>
                    <a:pt x="3332289" y="5437089"/>
                  </a:lnTo>
                  <a:lnTo>
                    <a:pt x="3368217" y="5520294"/>
                  </a:lnTo>
                  <a:lnTo>
                    <a:pt x="3404140" y="5603410"/>
                  </a:lnTo>
                  <a:lnTo>
                    <a:pt x="3440036" y="5685811"/>
                  </a:lnTo>
                  <a:lnTo>
                    <a:pt x="3475884" y="5766894"/>
                  </a:lnTo>
                  <a:lnTo>
                    <a:pt x="3511677" y="5846095"/>
                  </a:lnTo>
                  <a:lnTo>
                    <a:pt x="3547421" y="5922907"/>
                  </a:lnTo>
                  <a:lnTo>
                    <a:pt x="3583144" y="5996891"/>
                  </a:lnTo>
                  <a:lnTo>
                    <a:pt x="3618895" y="6067686"/>
                  </a:lnTo>
                  <a:lnTo>
                    <a:pt x="3654752" y="6135012"/>
                  </a:lnTo>
                  <a:lnTo>
                    <a:pt x="3690825" y="6198674"/>
                  </a:lnTo>
                  <a:lnTo>
                    <a:pt x="3727259" y="6258554"/>
                  </a:lnTo>
                  <a:lnTo>
                    <a:pt x="3764241" y="6314615"/>
                  </a:lnTo>
                  <a:lnTo>
                    <a:pt x="3802007" y="6366885"/>
                  </a:lnTo>
                  <a:lnTo>
                    <a:pt x="3829811" y="6402182"/>
                  </a:lnTo>
                  <a:lnTo>
                    <a:pt x="3876233" y="6455221"/>
                  </a:lnTo>
                  <a:lnTo>
                    <a:pt x="3925042" y="6503327"/>
                  </a:lnTo>
                  <a:lnTo>
                    <a:pt x="3976948" y="6546708"/>
                  </a:lnTo>
                  <a:lnTo>
                    <a:pt x="4032726" y="6585746"/>
                  </a:lnTo>
                  <a:lnTo>
                    <a:pt x="4093171" y="6620881"/>
                  </a:lnTo>
                  <a:lnTo>
                    <a:pt x="4159049" y="6652555"/>
                  </a:lnTo>
                  <a:lnTo>
                    <a:pt x="4231026" y="6681170"/>
                  </a:lnTo>
                  <a:lnTo>
                    <a:pt x="4309578" y="6707069"/>
                  </a:lnTo>
                  <a:lnTo>
                    <a:pt x="4394873" y="6730522"/>
                  </a:lnTo>
                  <a:lnTo>
                    <a:pt x="4486616" y="6751718"/>
                  </a:lnTo>
                  <a:lnTo>
                    <a:pt x="4583877" y="6770771"/>
                  </a:lnTo>
                  <a:lnTo>
                    <a:pt x="4684937" y="6787722"/>
                  </a:lnTo>
                  <a:lnTo>
                    <a:pt x="4787191" y="6802555"/>
                  </a:lnTo>
                  <a:lnTo>
                    <a:pt x="4887202" y="6815223"/>
                  </a:lnTo>
                  <a:lnTo>
                    <a:pt x="4980951" y="6825687"/>
                  </a:lnTo>
                  <a:lnTo>
                    <a:pt x="5064323" y="6833952"/>
                  </a:lnTo>
                  <a:lnTo>
                    <a:pt x="5133765" y="6840109"/>
                  </a:lnTo>
                  <a:lnTo>
                    <a:pt x="5186966" y="6844352"/>
                  </a:lnTo>
                  <a:lnTo>
                    <a:pt x="5223368" y="6846976"/>
                  </a:lnTo>
                  <a:lnTo>
                    <a:pt x="5244378" y="6848350"/>
                  </a:lnTo>
                  <a:lnTo>
                    <a:pt x="5253274" y="6848880"/>
                  </a:lnTo>
                  <a:lnTo>
                    <a:pt x="5254955" y="6848972"/>
                  </a:lnTo>
                  <a:lnTo>
                    <a:pt x="6726343" y="6848972"/>
                  </a:lnTo>
                  <a:lnTo>
                    <a:pt x="6727107" y="6848867"/>
                  </a:lnTo>
                  <a:lnTo>
                    <a:pt x="6732169" y="6848122"/>
                  </a:lnTo>
                  <a:lnTo>
                    <a:pt x="6745069" y="6846066"/>
                  </a:lnTo>
                  <a:lnTo>
                    <a:pt x="6768479" y="6842009"/>
                  </a:lnTo>
                  <a:lnTo>
                    <a:pt x="6804072" y="6835286"/>
                  </a:lnTo>
                  <a:lnTo>
                    <a:pt x="6852419" y="6825306"/>
                  </a:lnTo>
                  <a:lnTo>
                    <a:pt x="6912967" y="6811596"/>
                  </a:lnTo>
                  <a:lnTo>
                    <a:pt x="6984176" y="6793833"/>
                  </a:lnTo>
                  <a:lnTo>
                    <a:pt x="7063772" y="6771847"/>
                  </a:lnTo>
                  <a:lnTo>
                    <a:pt x="7149090" y="6745600"/>
                  </a:lnTo>
                  <a:lnTo>
                    <a:pt x="7237411" y="6715139"/>
                  </a:lnTo>
                  <a:lnTo>
                    <a:pt x="7326245" y="6680548"/>
                  </a:lnTo>
                  <a:lnTo>
                    <a:pt x="7413516" y="6641893"/>
                  </a:lnTo>
                  <a:lnTo>
                    <a:pt x="7497650" y="6599184"/>
                  </a:lnTo>
                  <a:lnTo>
                    <a:pt x="7577573" y="6552341"/>
                  </a:lnTo>
                  <a:lnTo>
                    <a:pt x="7652662" y="6501183"/>
                  </a:lnTo>
                  <a:lnTo>
                    <a:pt x="7722665" y="6445409"/>
                  </a:lnTo>
                  <a:lnTo>
                    <a:pt x="7787618" y="6384608"/>
                  </a:lnTo>
                  <a:lnTo>
                    <a:pt x="7847760" y="6318255"/>
                  </a:lnTo>
                  <a:lnTo>
                    <a:pt x="7903471" y="6245728"/>
                  </a:lnTo>
                  <a:lnTo>
                    <a:pt x="7955215" y="6166327"/>
                  </a:lnTo>
                  <a:lnTo>
                    <a:pt x="8003501" y="6079304"/>
                  </a:lnTo>
                  <a:lnTo>
                    <a:pt x="8048853" y="5983918"/>
                  </a:lnTo>
                  <a:lnTo>
                    <a:pt x="8091784" y="5879514"/>
                  </a:lnTo>
                  <a:lnTo>
                    <a:pt x="8132771" y="5765654"/>
                  </a:lnTo>
                  <a:lnTo>
                    <a:pt x="8151487" y="5708839"/>
                  </a:lnTo>
                  <a:lnTo>
                    <a:pt x="8176955" y="5626601"/>
                  </a:lnTo>
                  <a:lnTo>
                    <a:pt x="8201949" y="5540280"/>
                  </a:lnTo>
                  <a:lnTo>
                    <a:pt x="8226558" y="5449801"/>
                  </a:lnTo>
                  <a:lnTo>
                    <a:pt x="8250858" y="5355114"/>
                  </a:lnTo>
                  <a:lnTo>
                    <a:pt x="8274912" y="5256201"/>
                  </a:lnTo>
                  <a:lnTo>
                    <a:pt x="8298779" y="5153078"/>
                  </a:lnTo>
                  <a:lnTo>
                    <a:pt x="8322506" y="5045793"/>
                  </a:lnTo>
                  <a:lnTo>
                    <a:pt x="8346134" y="4934434"/>
                  </a:lnTo>
                  <a:lnTo>
                    <a:pt x="8369698" y="4819128"/>
                  </a:lnTo>
                  <a:lnTo>
                    <a:pt x="8393223" y="4700039"/>
                  </a:lnTo>
                  <a:lnTo>
                    <a:pt x="8416733" y="4577373"/>
                  </a:lnTo>
                  <a:lnTo>
                    <a:pt x="8440244" y="4451374"/>
                  </a:lnTo>
                  <a:lnTo>
                    <a:pt x="8463768" y="4322327"/>
                  </a:lnTo>
                  <a:lnTo>
                    <a:pt x="8487312" y="4190551"/>
                  </a:lnTo>
                  <a:lnTo>
                    <a:pt x="8510880" y="4056399"/>
                  </a:lnTo>
                  <a:lnTo>
                    <a:pt x="8534471" y="3920256"/>
                  </a:lnTo>
                  <a:lnTo>
                    <a:pt x="8558085" y="3782532"/>
                  </a:lnTo>
                  <a:lnTo>
                    <a:pt x="8581716" y="3643657"/>
                  </a:lnTo>
                  <a:lnTo>
                    <a:pt x="8605358" y="3504078"/>
                  </a:lnTo>
                  <a:lnTo>
                    <a:pt x="8629004" y="3364251"/>
                  </a:lnTo>
                  <a:lnTo>
                    <a:pt x="8652646" y="3224635"/>
                  </a:lnTo>
                  <a:lnTo>
                    <a:pt x="8676278" y="3085687"/>
                  </a:lnTo>
                  <a:lnTo>
                    <a:pt x="8699893" y="2947855"/>
                  </a:lnTo>
                  <a:lnTo>
                    <a:pt x="8723487" y="2811570"/>
                  </a:lnTo>
                  <a:lnTo>
                    <a:pt x="8747057" y="2677244"/>
                  </a:lnTo>
                  <a:lnTo>
                    <a:pt x="8770602" y="2545264"/>
                  </a:lnTo>
                  <a:lnTo>
                    <a:pt x="8794127" y="2415987"/>
                  </a:lnTo>
                  <a:lnTo>
                    <a:pt x="8817639" y="2289733"/>
                  </a:lnTo>
                  <a:lnTo>
                    <a:pt x="8841149" y="2166791"/>
                  </a:lnTo>
                  <a:lnTo>
                    <a:pt x="8864672" y="2047408"/>
                  </a:lnTo>
                  <a:lnTo>
                    <a:pt x="8888232" y="1931792"/>
                  </a:lnTo>
                  <a:lnTo>
                    <a:pt x="8911853" y="1820112"/>
                  </a:lnTo>
                  <a:lnTo>
                    <a:pt x="8935571" y="1712498"/>
                  </a:lnTo>
                  <a:lnTo>
                    <a:pt x="8959425" y="1609039"/>
                  </a:lnTo>
                  <a:lnTo>
                    <a:pt x="8983463" y="1509788"/>
                  </a:lnTo>
                  <a:lnTo>
                    <a:pt x="9007740" y="1414764"/>
                  </a:lnTo>
                  <a:lnTo>
                    <a:pt x="9032322" y="1323949"/>
                  </a:lnTo>
                  <a:lnTo>
                    <a:pt x="9057283" y="1237299"/>
                  </a:lnTo>
                  <a:lnTo>
                    <a:pt x="9082709" y="1154737"/>
                  </a:lnTo>
                  <a:lnTo>
                    <a:pt x="9084767" y="1148306"/>
                  </a:lnTo>
                  <a:lnTo>
                    <a:pt x="9124990" y="1029954"/>
                  </a:lnTo>
                  <a:lnTo>
                    <a:pt x="9166951" y="921141"/>
                  </a:lnTo>
                  <a:lnTo>
                    <a:pt x="9211103" y="821588"/>
                  </a:lnTo>
                  <a:lnTo>
                    <a:pt x="9257945" y="730724"/>
                  </a:lnTo>
                  <a:lnTo>
                    <a:pt x="9307998" y="647835"/>
                  </a:lnTo>
                  <a:lnTo>
                    <a:pt x="9361783" y="572168"/>
                  </a:lnTo>
                  <a:lnTo>
                    <a:pt x="9419789" y="502996"/>
                  </a:lnTo>
                  <a:lnTo>
                    <a:pt x="9482441" y="439657"/>
                  </a:lnTo>
                  <a:lnTo>
                    <a:pt x="9550052" y="381579"/>
                  </a:lnTo>
                  <a:lnTo>
                    <a:pt x="9622763" y="328295"/>
                  </a:lnTo>
                  <a:lnTo>
                    <a:pt x="9700466" y="279454"/>
                  </a:lnTo>
                  <a:lnTo>
                    <a:pt x="9782725" y="234818"/>
                  </a:lnTo>
                  <a:lnTo>
                    <a:pt x="9868687" y="194261"/>
                  </a:lnTo>
                  <a:lnTo>
                    <a:pt x="9957016" y="157754"/>
                  </a:lnTo>
                  <a:lnTo>
                    <a:pt x="10045865" y="125342"/>
                  </a:lnTo>
                  <a:lnTo>
                    <a:pt x="10132925" y="97105"/>
                  </a:lnTo>
                  <a:lnTo>
                    <a:pt x="10215553" y="73115"/>
                  </a:lnTo>
                  <a:lnTo>
                    <a:pt x="10291019" y="53379"/>
                  </a:lnTo>
                  <a:lnTo>
                    <a:pt x="10356822" y="37794"/>
                  </a:lnTo>
                  <a:lnTo>
                    <a:pt x="10411037" y="26111"/>
                  </a:lnTo>
                  <a:lnTo>
                    <a:pt x="10452624" y="17925"/>
                  </a:lnTo>
                  <a:lnTo>
                    <a:pt x="10481617" y="12695"/>
                  </a:lnTo>
                  <a:lnTo>
                    <a:pt x="10499182" y="9784"/>
                  </a:lnTo>
                  <a:lnTo>
                    <a:pt x="10507538" y="8507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9147" y="104"/>
                  </a:lnTo>
                  <a:lnTo>
                    <a:pt x="10504084" y="849"/>
                  </a:lnTo>
                  <a:lnTo>
                    <a:pt x="10491184" y="2906"/>
                  </a:lnTo>
                  <a:lnTo>
                    <a:pt x="10467775" y="6963"/>
                  </a:lnTo>
                  <a:lnTo>
                    <a:pt x="10432181" y="13685"/>
                  </a:lnTo>
                  <a:lnTo>
                    <a:pt x="10383834" y="23665"/>
                  </a:lnTo>
                  <a:lnTo>
                    <a:pt x="10323286" y="37376"/>
                  </a:lnTo>
                  <a:lnTo>
                    <a:pt x="10252077" y="55139"/>
                  </a:lnTo>
                  <a:lnTo>
                    <a:pt x="10172481" y="77125"/>
                  </a:lnTo>
                  <a:lnTo>
                    <a:pt x="10087163" y="103372"/>
                  </a:lnTo>
                  <a:lnTo>
                    <a:pt x="9998843" y="133832"/>
                  </a:lnTo>
                  <a:lnTo>
                    <a:pt x="9910009" y="168424"/>
                  </a:lnTo>
                  <a:lnTo>
                    <a:pt x="9822737" y="207079"/>
                  </a:lnTo>
                  <a:lnTo>
                    <a:pt x="9738603" y="249788"/>
                  </a:lnTo>
                  <a:lnTo>
                    <a:pt x="9658680" y="296630"/>
                  </a:lnTo>
                  <a:lnTo>
                    <a:pt x="9583592" y="347789"/>
                  </a:lnTo>
                  <a:lnTo>
                    <a:pt x="9513588" y="403562"/>
                  </a:lnTo>
                  <a:lnTo>
                    <a:pt x="9448635" y="464364"/>
                  </a:lnTo>
                  <a:lnTo>
                    <a:pt x="9388493" y="530717"/>
                  </a:lnTo>
                  <a:lnTo>
                    <a:pt x="9332782" y="603243"/>
                  </a:lnTo>
                  <a:lnTo>
                    <a:pt x="9281039" y="682644"/>
                  </a:lnTo>
                  <a:lnTo>
                    <a:pt x="9232752" y="769667"/>
                  </a:lnTo>
                  <a:lnTo>
                    <a:pt x="9187400" y="865054"/>
                  </a:lnTo>
                  <a:lnTo>
                    <a:pt x="9144470" y="969457"/>
                  </a:lnTo>
                  <a:lnTo>
                    <a:pt x="9103482" y="1083317"/>
                  </a:lnTo>
                  <a:lnTo>
                    <a:pt x="9084767" y="1140133"/>
                  </a:lnTo>
                  <a:lnTo>
                    <a:pt x="9059299" y="1222371"/>
                  </a:lnTo>
                  <a:lnTo>
                    <a:pt x="9034304" y="1308691"/>
                  </a:lnTo>
                  <a:lnTo>
                    <a:pt x="9009695" y="1399171"/>
                  </a:lnTo>
                  <a:lnTo>
                    <a:pt x="8985396" y="1493857"/>
                  </a:lnTo>
                  <a:lnTo>
                    <a:pt x="8961341" y="1592770"/>
                  </a:lnTo>
                  <a:lnTo>
                    <a:pt x="8937474" y="1695894"/>
                  </a:lnTo>
                  <a:lnTo>
                    <a:pt x="8913747" y="1803179"/>
                  </a:lnTo>
                  <a:lnTo>
                    <a:pt x="8890119" y="1914537"/>
                  </a:lnTo>
                  <a:lnTo>
                    <a:pt x="8866556" y="2029844"/>
                  </a:lnTo>
                  <a:lnTo>
                    <a:pt x="8843030" y="2148933"/>
                  </a:lnTo>
                  <a:lnTo>
                    <a:pt x="8819520" y="2271599"/>
                  </a:lnTo>
                  <a:lnTo>
                    <a:pt x="8796009" y="2397597"/>
                  </a:lnTo>
                  <a:lnTo>
                    <a:pt x="8772485" y="2526645"/>
                  </a:lnTo>
                  <a:lnTo>
                    <a:pt x="8748941" y="2658421"/>
                  </a:lnTo>
                  <a:lnTo>
                    <a:pt x="8725374" y="2792573"/>
                  </a:lnTo>
                  <a:lnTo>
                    <a:pt x="8701782" y="2928716"/>
                  </a:lnTo>
                  <a:lnTo>
                    <a:pt x="8678168" y="3066440"/>
                  </a:lnTo>
                  <a:lnTo>
                    <a:pt x="8654537" y="3205315"/>
                  </a:lnTo>
                  <a:lnTo>
                    <a:pt x="8630895" y="3344894"/>
                  </a:lnTo>
                  <a:lnTo>
                    <a:pt x="8607250" y="3484721"/>
                  </a:lnTo>
                  <a:lnTo>
                    <a:pt x="8583607" y="3624337"/>
                  </a:lnTo>
                  <a:lnTo>
                    <a:pt x="8559975" y="3763284"/>
                  </a:lnTo>
                  <a:lnTo>
                    <a:pt x="8536360" y="3901117"/>
                  </a:lnTo>
                  <a:lnTo>
                    <a:pt x="8512766" y="4037402"/>
                  </a:lnTo>
                  <a:lnTo>
                    <a:pt x="8489197" y="4171727"/>
                  </a:lnTo>
                  <a:lnTo>
                    <a:pt x="8465651" y="4303707"/>
                  </a:lnTo>
                  <a:lnTo>
                    <a:pt x="8442126" y="4432985"/>
                  </a:lnTo>
                  <a:lnTo>
                    <a:pt x="8418614" y="4559238"/>
                  </a:lnTo>
                  <a:lnTo>
                    <a:pt x="8395105" y="4682181"/>
                  </a:lnTo>
                  <a:lnTo>
                    <a:pt x="8371581" y="4801564"/>
                  </a:lnTo>
                  <a:lnTo>
                    <a:pt x="8348022" y="4917180"/>
                  </a:lnTo>
                  <a:lnTo>
                    <a:pt x="8324400" y="5028859"/>
                  </a:lnTo>
                  <a:lnTo>
                    <a:pt x="8300682" y="5136474"/>
                  </a:lnTo>
                  <a:lnTo>
                    <a:pt x="8276828" y="5239933"/>
                  </a:lnTo>
                  <a:lnTo>
                    <a:pt x="8252790" y="5339183"/>
                  </a:lnTo>
                  <a:lnTo>
                    <a:pt x="8228513" y="5434208"/>
                  </a:lnTo>
                  <a:lnTo>
                    <a:pt x="8203931" y="5525022"/>
                  </a:lnTo>
                  <a:lnTo>
                    <a:pt x="8178970" y="5611673"/>
                  </a:lnTo>
                  <a:lnTo>
                    <a:pt x="8153544" y="5694234"/>
                  </a:lnTo>
                  <a:lnTo>
                    <a:pt x="8151487" y="5700666"/>
                  </a:lnTo>
                  <a:lnTo>
                    <a:pt x="8111263" y="5819018"/>
                  </a:lnTo>
                  <a:lnTo>
                    <a:pt x="8069302" y="5927831"/>
                  </a:lnTo>
                  <a:lnTo>
                    <a:pt x="8025150" y="6027383"/>
                  </a:lnTo>
                  <a:lnTo>
                    <a:pt x="7978308" y="6118248"/>
                  </a:lnTo>
                  <a:lnTo>
                    <a:pt x="7928255" y="6201137"/>
                  </a:lnTo>
                  <a:lnTo>
                    <a:pt x="7874470" y="6276804"/>
                  </a:lnTo>
                  <a:lnTo>
                    <a:pt x="7816464" y="6345975"/>
                  </a:lnTo>
                  <a:lnTo>
                    <a:pt x="7753812" y="6409315"/>
                  </a:lnTo>
                  <a:lnTo>
                    <a:pt x="7686201" y="6467393"/>
                  </a:lnTo>
                  <a:lnTo>
                    <a:pt x="7613491" y="6520676"/>
                  </a:lnTo>
                  <a:lnTo>
                    <a:pt x="7535787" y="6569518"/>
                  </a:lnTo>
                  <a:lnTo>
                    <a:pt x="7453528" y="6614153"/>
                  </a:lnTo>
                  <a:lnTo>
                    <a:pt x="7367566" y="6654711"/>
                  </a:lnTo>
                  <a:lnTo>
                    <a:pt x="7279238" y="6691218"/>
                  </a:lnTo>
                  <a:lnTo>
                    <a:pt x="7190388" y="6723630"/>
                  </a:lnTo>
                  <a:lnTo>
                    <a:pt x="7103328" y="6751867"/>
                  </a:lnTo>
                  <a:lnTo>
                    <a:pt x="7020700" y="6775857"/>
                  </a:lnTo>
                  <a:lnTo>
                    <a:pt x="6945234" y="6795593"/>
                  </a:lnTo>
                  <a:lnTo>
                    <a:pt x="6879431" y="6811177"/>
                  </a:lnTo>
                  <a:lnTo>
                    <a:pt x="6825216" y="6822861"/>
                  </a:lnTo>
                  <a:lnTo>
                    <a:pt x="6783629" y="6831047"/>
                  </a:lnTo>
                  <a:lnTo>
                    <a:pt x="6754636" y="6836277"/>
                  </a:lnTo>
                  <a:lnTo>
                    <a:pt x="6737071" y="6839188"/>
                  </a:lnTo>
                  <a:lnTo>
                    <a:pt x="6728715" y="6840464"/>
                  </a:lnTo>
                  <a:lnTo>
                    <a:pt x="6726343" y="6840799"/>
                  </a:lnTo>
                  <a:lnTo>
                    <a:pt x="5254955" y="6840799"/>
                  </a:lnTo>
                  <a:lnTo>
                    <a:pt x="5253800" y="6840736"/>
                  </a:lnTo>
                  <a:lnTo>
                    <a:pt x="5246208" y="6840290"/>
                  </a:lnTo>
                  <a:lnTo>
                    <a:pt x="5227078" y="6839055"/>
                  </a:lnTo>
                  <a:lnTo>
                    <a:pt x="5192897" y="6836624"/>
                  </a:lnTo>
                  <a:lnTo>
                    <a:pt x="5141992" y="6832621"/>
                  </a:lnTo>
                  <a:lnTo>
                    <a:pt x="5074658" y="6826737"/>
                  </a:lnTo>
                  <a:lnTo>
                    <a:pt x="4992994" y="6818766"/>
                  </a:lnTo>
                  <a:lnTo>
                    <a:pt x="4900421" y="6808604"/>
                  </a:lnTo>
                  <a:lnTo>
                    <a:pt x="4801018" y="6796234"/>
                  </a:lnTo>
                  <a:lnTo>
                    <a:pt x="4698850" y="6781693"/>
                  </a:lnTo>
                  <a:lnTo>
                    <a:pt x="4597455" y="6765028"/>
                  </a:lnTo>
                  <a:lnTo>
                    <a:pt x="4499556" y="6746262"/>
                  </a:lnTo>
                  <a:lnTo>
                    <a:pt x="4406992" y="6725362"/>
                  </a:lnTo>
                  <a:lnTo>
                    <a:pt x="4320790" y="6702226"/>
                  </a:lnTo>
                  <a:lnTo>
                    <a:pt x="4241321" y="6676674"/>
                  </a:lnTo>
                  <a:lnTo>
                    <a:pt x="4168472" y="6648447"/>
                  </a:lnTo>
                  <a:lnTo>
                    <a:pt x="4101801" y="6617212"/>
                  </a:lnTo>
                  <a:lnTo>
                    <a:pt x="4040659" y="6582573"/>
                  </a:lnTo>
                  <a:lnTo>
                    <a:pt x="3984293" y="6544094"/>
                  </a:lnTo>
                  <a:lnTo>
                    <a:pt x="3931907" y="6501327"/>
                  </a:lnTo>
                  <a:lnTo>
                    <a:pt x="3882720" y="6453882"/>
                  </a:lnTo>
                  <a:lnTo>
                    <a:pt x="3836011" y="6401517"/>
                  </a:lnTo>
                  <a:lnTo>
                    <a:pt x="3829811" y="6394009"/>
                  </a:lnTo>
                  <a:lnTo>
                    <a:pt x="3791305" y="6344410"/>
                  </a:lnTo>
                  <a:lnTo>
                    <a:pt x="3753787" y="6291082"/>
                  </a:lnTo>
                  <a:lnTo>
                    <a:pt x="3716980" y="6233949"/>
                  </a:lnTo>
                  <a:lnTo>
                    <a:pt x="3680664" y="6173000"/>
                  </a:lnTo>
                  <a:lnTo>
                    <a:pt x="3644665" y="6108294"/>
                  </a:lnTo>
                  <a:lnTo>
                    <a:pt x="3608847" y="6039970"/>
                  </a:lnTo>
                  <a:lnTo>
                    <a:pt x="3573111" y="5968247"/>
                  </a:lnTo>
                  <a:lnTo>
                    <a:pt x="3537386" y="5893429"/>
                  </a:lnTo>
                  <a:lnTo>
                    <a:pt x="3501630" y="5815899"/>
                  </a:lnTo>
                  <a:lnTo>
                    <a:pt x="3465822" y="5736115"/>
                  </a:lnTo>
                  <a:lnTo>
                    <a:pt x="3429959" y="5654603"/>
                  </a:lnTo>
                  <a:lnTo>
                    <a:pt x="3394053" y="5571939"/>
                  </a:lnTo>
                  <a:lnTo>
                    <a:pt x="3358126" y="5488734"/>
                  </a:lnTo>
                  <a:lnTo>
                    <a:pt x="3322202" y="5405618"/>
                  </a:lnTo>
                  <a:lnTo>
                    <a:pt x="3286306" y="5323217"/>
                  </a:lnTo>
                  <a:lnTo>
                    <a:pt x="3250458" y="5242134"/>
                  </a:lnTo>
                  <a:lnTo>
                    <a:pt x="3214665" y="5162933"/>
                  </a:lnTo>
                  <a:lnTo>
                    <a:pt x="3178921" y="5086121"/>
                  </a:lnTo>
                  <a:lnTo>
                    <a:pt x="3143198" y="5012137"/>
                  </a:lnTo>
                  <a:lnTo>
                    <a:pt x="3107447" y="4941342"/>
                  </a:lnTo>
                  <a:lnTo>
                    <a:pt x="3071590" y="4874015"/>
                  </a:lnTo>
                  <a:lnTo>
                    <a:pt x="3035517" y="4810354"/>
                  </a:lnTo>
                  <a:lnTo>
                    <a:pt x="2999083" y="4750473"/>
                  </a:lnTo>
                  <a:lnTo>
                    <a:pt x="2962101" y="4694413"/>
                  </a:lnTo>
                  <a:lnTo>
                    <a:pt x="2924336" y="4642143"/>
                  </a:lnTo>
                  <a:lnTo>
                    <a:pt x="2896531" y="4606846"/>
                  </a:lnTo>
                  <a:lnTo>
                    <a:pt x="2850109" y="4553807"/>
                  </a:lnTo>
                  <a:lnTo>
                    <a:pt x="2801300" y="4505701"/>
                  </a:lnTo>
                  <a:lnTo>
                    <a:pt x="2749394" y="4462319"/>
                  </a:lnTo>
                  <a:lnTo>
                    <a:pt x="2693617" y="4423282"/>
                  </a:lnTo>
                  <a:lnTo>
                    <a:pt x="2633171" y="4388147"/>
                  </a:lnTo>
                  <a:lnTo>
                    <a:pt x="2567293" y="4356473"/>
                  </a:lnTo>
                  <a:lnTo>
                    <a:pt x="2495316" y="4327858"/>
                  </a:lnTo>
                  <a:lnTo>
                    <a:pt x="2416764" y="4301958"/>
                  </a:lnTo>
                  <a:lnTo>
                    <a:pt x="2331469" y="4278506"/>
                  </a:lnTo>
                  <a:lnTo>
                    <a:pt x="2239726" y="4257310"/>
                  </a:lnTo>
                  <a:lnTo>
                    <a:pt x="2142465" y="4238256"/>
                  </a:lnTo>
                  <a:lnTo>
                    <a:pt x="2041405" y="4221305"/>
                  </a:lnTo>
                  <a:lnTo>
                    <a:pt x="1939151" y="4206473"/>
                  </a:lnTo>
                  <a:lnTo>
                    <a:pt x="1839140" y="4193805"/>
                  </a:lnTo>
                  <a:lnTo>
                    <a:pt x="1745391" y="4183341"/>
                  </a:lnTo>
                  <a:lnTo>
                    <a:pt x="1662019" y="4175076"/>
                  </a:lnTo>
                  <a:lnTo>
                    <a:pt x="1592577" y="4168919"/>
                  </a:lnTo>
                  <a:lnTo>
                    <a:pt x="1539376" y="4164675"/>
                  </a:lnTo>
                  <a:lnTo>
                    <a:pt x="1502974" y="4162051"/>
                  </a:lnTo>
                  <a:lnTo>
                    <a:pt x="1481964" y="4160678"/>
                  </a:lnTo>
                  <a:lnTo>
                    <a:pt x="1473068" y="4160148"/>
                  </a:lnTo>
                  <a:lnTo>
                    <a:pt x="1471387" y="4160056"/>
                  </a:lnTo>
                  <a:lnTo>
                    <a:pt x="0" y="4160056"/>
                  </a:lnTo>
                  <a:close/>
                </a:path>
              </a:pathLst>
            </a:custGeom>
            <a:solidFill>
              <a:srgbClr val="F28E5B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831" name="pl831"/>
            <p:cNvSpPr/>
            <p:nvPr/>
          </p:nvSpPr>
          <p:spPr>
            <a:xfrm>
              <a:off x="4799595" y="3941799"/>
              <a:ext cx="11981298" cy="6840799"/>
            </a:xfrm>
            <a:custGeom>
              <a:avLst/>
              <a:pathLst>
                <a:path w="11981298" h="6840799">
                  <a:moveTo>
                    <a:pt x="0" y="4160056"/>
                  </a:moveTo>
                  <a:lnTo>
                    <a:pt x="1471387" y="4160056"/>
                  </a:lnTo>
                  <a:lnTo>
                    <a:pt x="1472542" y="4160118"/>
                  </a:lnTo>
                  <a:lnTo>
                    <a:pt x="1480134" y="4160565"/>
                  </a:lnTo>
                  <a:lnTo>
                    <a:pt x="1499264" y="4161800"/>
                  </a:lnTo>
                  <a:lnTo>
                    <a:pt x="1533445" y="4164231"/>
                  </a:lnTo>
                  <a:lnTo>
                    <a:pt x="1584350" y="4168234"/>
                  </a:lnTo>
                  <a:lnTo>
                    <a:pt x="1651684" y="4174117"/>
                  </a:lnTo>
                  <a:lnTo>
                    <a:pt x="1733348" y="4182088"/>
                  </a:lnTo>
                  <a:lnTo>
                    <a:pt x="1825921" y="4192251"/>
                  </a:lnTo>
                  <a:lnTo>
                    <a:pt x="1925324" y="4204621"/>
                  </a:lnTo>
                  <a:lnTo>
                    <a:pt x="2027492" y="4219162"/>
                  </a:lnTo>
                  <a:lnTo>
                    <a:pt x="2128887" y="4235826"/>
                  </a:lnTo>
                  <a:lnTo>
                    <a:pt x="2226786" y="4254593"/>
                  </a:lnTo>
                  <a:lnTo>
                    <a:pt x="2319350" y="4275493"/>
                  </a:lnTo>
                  <a:lnTo>
                    <a:pt x="2405552" y="4298628"/>
                  </a:lnTo>
                  <a:lnTo>
                    <a:pt x="2485021" y="4324180"/>
                  </a:lnTo>
                  <a:lnTo>
                    <a:pt x="2557870" y="4352408"/>
                  </a:lnTo>
                  <a:lnTo>
                    <a:pt x="2624542" y="4383643"/>
                  </a:lnTo>
                  <a:lnTo>
                    <a:pt x="2685683" y="4418281"/>
                  </a:lnTo>
                  <a:lnTo>
                    <a:pt x="2742049" y="4456761"/>
                  </a:lnTo>
                  <a:lnTo>
                    <a:pt x="2794435" y="4499527"/>
                  </a:lnTo>
                  <a:lnTo>
                    <a:pt x="2843622" y="4546972"/>
                  </a:lnTo>
                  <a:lnTo>
                    <a:pt x="2890331" y="4599338"/>
                  </a:lnTo>
                  <a:lnTo>
                    <a:pt x="2896531" y="4606846"/>
                  </a:lnTo>
                  <a:lnTo>
                    <a:pt x="2935037" y="4656444"/>
                  </a:lnTo>
                  <a:lnTo>
                    <a:pt x="2972555" y="4709772"/>
                  </a:lnTo>
                  <a:lnTo>
                    <a:pt x="3009362" y="4766905"/>
                  </a:lnTo>
                  <a:lnTo>
                    <a:pt x="3045678" y="4827855"/>
                  </a:lnTo>
                  <a:lnTo>
                    <a:pt x="3081677" y="4892561"/>
                  </a:lnTo>
                  <a:lnTo>
                    <a:pt x="3117495" y="4960885"/>
                  </a:lnTo>
                  <a:lnTo>
                    <a:pt x="3153231" y="5032607"/>
                  </a:lnTo>
                  <a:lnTo>
                    <a:pt x="3188956" y="5107426"/>
                  </a:lnTo>
                  <a:lnTo>
                    <a:pt x="3224712" y="5184956"/>
                  </a:lnTo>
                  <a:lnTo>
                    <a:pt x="3260520" y="5264739"/>
                  </a:lnTo>
                  <a:lnTo>
                    <a:pt x="3296383" y="5346252"/>
                  </a:lnTo>
                  <a:lnTo>
                    <a:pt x="3332289" y="5428916"/>
                  </a:lnTo>
                  <a:lnTo>
                    <a:pt x="3368217" y="5512121"/>
                  </a:lnTo>
                  <a:lnTo>
                    <a:pt x="3404140" y="5595237"/>
                  </a:lnTo>
                  <a:lnTo>
                    <a:pt x="3440036" y="5677638"/>
                  </a:lnTo>
                  <a:lnTo>
                    <a:pt x="3475884" y="5758721"/>
                  </a:lnTo>
                  <a:lnTo>
                    <a:pt x="3511677" y="5837922"/>
                  </a:lnTo>
                  <a:lnTo>
                    <a:pt x="3547421" y="5914734"/>
                  </a:lnTo>
                  <a:lnTo>
                    <a:pt x="3583144" y="5988718"/>
                  </a:lnTo>
                  <a:lnTo>
                    <a:pt x="3618895" y="6059513"/>
                  </a:lnTo>
                  <a:lnTo>
                    <a:pt x="3654752" y="6126839"/>
                  </a:lnTo>
                  <a:lnTo>
                    <a:pt x="3690825" y="6190501"/>
                  </a:lnTo>
                  <a:lnTo>
                    <a:pt x="3727259" y="6250381"/>
                  </a:lnTo>
                  <a:lnTo>
                    <a:pt x="3764241" y="6306442"/>
                  </a:lnTo>
                  <a:lnTo>
                    <a:pt x="3802007" y="6358712"/>
                  </a:lnTo>
                  <a:lnTo>
                    <a:pt x="3829811" y="6394009"/>
                  </a:lnTo>
                  <a:lnTo>
                    <a:pt x="3876233" y="6447048"/>
                  </a:lnTo>
                  <a:lnTo>
                    <a:pt x="3925042" y="6495154"/>
                  </a:lnTo>
                  <a:lnTo>
                    <a:pt x="3976948" y="6538535"/>
                  </a:lnTo>
                  <a:lnTo>
                    <a:pt x="4032726" y="6577573"/>
                  </a:lnTo>
                  <a:lnTo>
                    <a:pt x="4093171" y="6612708"/>
                  </a:lnTo>
                  <a:lnTo>
                    <a:pt x="4159049" y="6644382"/>
                  </a:lnTo>
                  <a:lnTo>
                    <a:pt x="4231026" y="6672997"/>
                  </a:lnTo>
                  <a:lnTo>
                    <a:pt x="4309578" y="6698896"/>
                  </a:lnTo>
                  <a:lnTo>
                    <a:pt x="4394873" y="6722349"/>
                  </a:lnTo>
                  <a:lnTo>
                    <a:pt x="4486616" y="6743545"/>
                  </a:lnTo>
                  <a:lnTo>
                    <a:pt x="4583877" y="6762598"/>
                  </a:lnTo>
                  <a:lnTo>
                    <a:pt x="4684937" y="6779549"/>
                  </a:lnTo>
                  <a:lnTo>
                    <a:pt x="4787191" y="6794382"/>
                  </a:lnTo>
                  <a:lnTo>
                    <a:pt x="4887202" y="6807050"/>
                  </a:lnTo>
                  <a:lnTo>
                    <a:pt x="4980951" y="6817514"/>
                  </a:lnTo>
                  <a:lnTo>
                    <a:pt x="5064323" y="6825779"/>
                  </a:lnTo>
                  <a:lnTo>
                    <a:pt x="5133765" y="6831936"/>
                  </a:lnTo>
                  <a:lnTo>
                    <a:pt x="5186966" y="6836179"/>
                  </a:lnTo>
                  <a:lnTo>
                    <a:pt x="5223368" y="6838803"/>
                  </a:lnTo>
                  <a:lnTo>
                    <a:pt x="5244378" y="6840177"/>
                  </a:lnTo>
                  <a:lnTo>
                    <a:pt x="5253274" y="6840707"/>
                  </a:lnTo>
                  <a:lnTo>
                    <a:pt x="5254952" y="6840799"/>
                  </a:lnTo>
                  <a:lnTo>
                    <a:pt x="5254955" y="6840799"/>
                  </a:lnTo>
                  <a:lnTo>
                    <a:pt x="6726343" y="6840799"/>
                  </a:lnTo>
                  <a:lnTo>
                    <a:pt x="6727107" y="6840694"/>
                  </a:lnTo>
                  <a:lnTo>
                    <a:pt x="6732169" y="6839949"/>
                  </a:lnTo>
                  <a:lnTo>
                    <a:pt x="6745069" y="6837893"/>
                  </a:lnTo>
                  <a:lnTo>
                    <a:pt x="6768479" y="6833836"/>
                  </a:lnTo>
                  <a:lnTo>
                    <a:pt x="6804072" y="6827113"/>
                  </a:lnTo>
                  <a:lnTo>
                    <a:pt x="6852419" y="6817133"/>
                  </a:lnTo>
                  <a:lnTo>
                    <a:pt x="6912967" y="6803423"/>
                  </a:lnTo>
                  <a:lnTo>
                    <a:pt x="6984176" y="6785660"/>
                  </a:lnTo>
                  <a:lnTo>
                    <a:pt x="7063772" y="6763674"/>
                  </a:lnTo>
                  <a:lnTo>
                    <a:pt x="7149090" y="6737427"/>
                  </a:lnTo>
                  <a:lnTo>
                    <a:pt x="7237411" y="6706966"/>
                  </a:lnTo>
                  <a:lnTo>
                    <a:pt x="7326245" y="6672375"/>
                  </a:lnTo>
                  <a:lnTo>
                    <a:pt x="7413516" y="6633720"/>
                  </a:lnTo>
                  <a:lnTo>
                    <a:pt x="7497650" y="6591011"/>
                  </a:lnTo>
                  <a:lnTo>
                    <a:pt x="7577573" y="6544168"/>
                  </a:lnTo>
                  <a:lnTo>
                    <a:pt x="7652662" y="6493010"/>
                  </a:lnTo>
                  <a:lnTo>
                    <a:pt x="7722665" y="6437236"/>
                  </a:lnTo>
                  <a:lnTo>
                    <a:pt x="7787618" y="6376435"/>
                  </a:lnTo>
                  <a:lnTo>
                    <a:pt x="7847760" y="6310082"/>
                  </a:lnTo>
                  <a:lnTo>
                    <a:pt x="7903471" y="6237555"/>
                  </a:lnTo>
                  <a:lnTo>
                    <a:pt x="7955215" y="6158154"/>
                  </a:lnTo>
                  <a:lnTo>
                    <a:pt x="8003501" y="6071131"/>
                  </a:lnTo>
                  <a:lnTo>
                    <a:pt x="8048853" y="5975745"/>
                  </a:lnTo>
                  <a:lnTo>
                    <a:pt x="8091784" y="5871341"/>
                  </a:lnTo>
                  <a:lnTo>
                    <a:pt x="8132771" y="5757481"/>
                  </a:lnTo>
                  <a:lnTo>
                    <a:pt x="8151487" y="5700666"/>
                  </a:lnTo>
                  <a:lnTo>
                    <a:pt x="8176955" y="5618428"/>
                  </a:lnTo>
                  <a:lnTo>
                    <a:pt x="8201949" y="5532107"/>
                  </a:lnTo>
                  <a:lnTo>
                    <a:pt x="8226558" y="5441628"/>
                  </a:lnTo>
                  <a:lnTo>
                    <a:pt x="8250858" y="5346941"/>
                  </a:lnTo>
                  <a:lnTo>
                    <a:pt x="8274912" y="5248028"/>
                  </a:lnTo>
                  <a:lnTo>
                    <a:pt x="8298779" y="5144905"/>
                  </a:lnTo>
                  <a:lnTo>
                    <a:pt x="8322506" y="5037620"/>
                  </a:lnTo>
                  <a:lnTo>
                    <a:pt x="8346134" y="4926261"/>
                  </a:lnTo>
                  <a:lnTo>
                    <a:pt x="8369698" y="4810955"/>
                  </a:lnTo>
                  <a:lnTo>
                    <a:pt x="8393223" y="4691866"/>
                  </a:lnTo>
                  <a:lnTo>
                    <a:pt x="8416733" y="4569200"/>
                  </a:lnTo>
                  <a:lnTo>
                    <a:pt x="8440244" y="4443201"/>
                  </a:lnTo>
                  <a:lnTo>
                    <a:pt x="8463768" y="4314154"/>
                  </a:lnTo>
                  <a:lnTo>
                    <a:pt x="8487312" y="4182378"/>
                  </a:lnTo>
                  <a:lnTo>
                    <a:pt x="8510880" y="4048226"/>
                  </a:lnTo>
                  <a:lnTo>
                    <a:pt x="8534471" y="3912083"/>
                  </a:lnTo>
                  <a:lnTo>
                    <a:pt x="8558085" y="3774359"/>
                  </a:lnTo>
                  <a:lnTo>
                    <a:pt x="8581716" y="3635484"/>
                  </a:lnTo>
                  <a:lnTo>
                    <a:pt x="8605358" y="3495905"/>
                  </a:lnTo>
                  <a:lnTo>
                    <a:pt x="8629004" y="3356078"/>
                  </a:lnTo>
                  <a:lnTo>
                    <a:pt x="8652646" y="3216462"/>
                  </a:lnTo>
                  <a:lnTo>
                    <a:pt x="8676278" y="3077514"/>
                  </a:lnTo>
                  <a:lnTo>
                    <a:pt x="8699893" y="2939682"/>
                  </a:lnTo>
                  <a:lnTo>
                    <a:pt x="8723487" y="2803397"/>
                  </a:lnTo>
                  <a:lnTo>
                    <a:pt x="8747057" y="2669071"/>
                  </a:lnTo>
                  <a:lnTo>
                    <a:pt x="8770602" y="2537091"/>
                  </a:lnTo>
                  <a:lnTo>
                    <a:pt x="8794127" y="2407814"/>
                  </a:lnTo>
                  <a:lnTo>
                    <a:pt x="8817639" y="2281560"/>
                  </a:lnTo>
                  <a:lnTo>
                    <a:pt x="8841149" y="2158618"/>
                  </a:lnTo>
                  <a:lnTo>
                    <a:pt x="8864672" y="2039235"/>
                  </a:lnTo>
                  <a:lnTo>
                    <a:pt x="8888232" y="1923619"/>
                  </a:lnTo>
                  <a:lnTo>
                    <a:pt x="8911853" y="1811939"/>
                  </a:lnTo>
                  <a:lnTo>
                    <a:pt x="8935571" y="1704325"/>
                  </a:lnTo>
                  <a:lnTo>
                    <a:pt x="8959425" y="1600866"/>
                  </a:lnTo>
                  <a:lnTo>
                    <a:pt x="8983463" y="1501615"/>
                  </a:lnTo>
                  <a:lnTo>
                    <a:pt x="9007740" y="1406591"/>
                  </a:lnTo>
                  <a:lnTo>
                    <a:pt x="9032322" y="1315776"/>
                  </a:lnTo>
                  <a:lnTo>
                    <a:pt x="9057283" y="1229126"/>
                  </a:lnTo>
                  <a:lnTo>
                    <a:pt x="9082709" y="1146564"/>
                  </a:lnTo>
                  <a:lnTo>
                    <a:pt x="9084767" y="1140133"/>
                  </a:lnTo>
                  <a:lnTo>
                    <a:pt x="9124990" y="1021781"/>
                  </a:lnTo>
                  <a:lnTo>
                    <a:pt x="9166951" y="912968"/>
                  </a:lnTo>
                  <a:lnTo>
                    <a:pt x="9211103" y="813415"/>
                  </a:lnTo>
                  <a:lnTo>
                    <a:pt x="9257945" y="722551"/>
                  </a:lnTo>
                  <a:lnTo>
                    <a:pt x="9307998" y="639662"/>
                  </a:lnTo>
                  <a:lnTo>
                    <a:pt x="9361783" y="563995"/>
                  </a:lnTo>
                  <a:lnTo>
                    <a:pt x="9419789" y="494823"/>
                  </a:lnTo>
                  <a:lnTo>
                    <a:pt x="9482441" y="431484"/>
                  </a:lnTo>
                  <a:lnTo>
                    <a:pt x="9550052" y="373406"/>
                  </a:lnTo>
                  <a:lnTo>
                    <a:pt x="9622763" y="320122"/>
                  </a:lnTo>
                  <a:lnTo>
                    <a:pt x="9700466" y="271281"/>
                  </a:lnTo>
                  <a:lnTo>
                    <a:pt x="9782725" y="226645"/>
                  </a:lnTo>
                  <a:lnTo>
                    <a:pt x="9868687" y="186088"/>
                  </a:lnTo>
                  <a:lnTo>
                    <a:pt x="9957016" y="149581"/>
                  </a:lnTo>
                  <a:lnTo>
                    <a:pt x="10045865" y="117169"/>
                  </a:lnTo>
                  <a:lnTo>
                    <a:pt x="10132925" y="88932"/>
                  </a:lnTo>
                  <a:lnTo>
                    <a:pt x="10215553" y="64942"/>
                  </a:lnTo>
                  <a:lnTo>
                    <a:pt x="10291019" y="45206"/>
                  </a:lnTo>
                  <a:lnTo>
                    <a:pt x="10356822" y="29621"/>
                  </a:lnTo>
                  <a:lnTo>
                    <a:pt x="10411037" y="17938"/>
                  </a:lnTo>
                  <a:lnTo>
                    <a:pt x="10452624" y="9752"/>
                  </a:lnTo>
                  <a:lnTo>
                    <a:pt x="10481617" y="4522"/>
                  </a:lnTo>
                  <a:lnTo>
                    <a:pt x="10499182" y="1611"/>
                  </a:lnTo>
                  <a:lnTo>
                    <a:pt x="10507538" y="334"/>
                  </a:lnTo>
                  <a:lnTo>
                    <a:pt x="10509829" y="10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32" name="pl832"/>
            <p:cNvSpPr/>
            <p:nvPr/>
          </p:nvSpPr>
          <p:spPr>
            <a:xfrm>
              <a:off x="4799595" y="3933626"/>
              <a:ext cx="11981298" cy="6840799"/>
            </a:xfrm>
            <a:custGeom>
              <a:avLst/>
              <a:pathLst>
                <a:path w="11981298" h="6840799">
                  <a:moveTo>
                    <a:pt x="11981298" y="0"/>
                  </a:moveTo>
                  <a:lnTo>
                    <a:pt x="10509911" y="0"/>
                  </a:lnTo>
                  <a:lnTo>
                    <a:pt x="10509147" y="104"/>
                  </a:lnTo>
                  <a:lnTo>
                    <a:pt x="10504084" y="849"/>
                  </a:lnTo>
                  <a:lnTo>
                    <a:pt x="10491184" y="2906"/>
                  </a:lnTo>
                  <a:lnTo>
                    <a:pt x="10467775" y="6963"/>
                  </a:lnTo>
                  <a:lnTo>
                    <a:pt x="10432181" y="13685"/>
                  </a:lnTo>
                  <a:lnTo>
                    <a:pt x="10383834" y="23665"/>
                  </a:lnTo>
                  <a:lnTo>
                    <a:pt x="10323286" y="37376"/>
                  </a:lnTo>
                  <a:lnTo>
                    <a:pt x="10252077" y="55139"/>
                  </a:lnTo>
                  <a:lnTo>
                    <a:pt x="10172481" y="77125"/>
                  </a:lnTo>
                  <a:lnTo>
                    <a:pt x="10087163" y="103372"/>
                  </a:lnTo>
                  <a:lnTo>
                    <a:pt x="9998843" y="133832"/>
                  </a:lnTo>
                  <a:lnTo>
                    <a:pt x="9910009" y="168424"/>
                  </a:lnTo>
                  <a:lnTo>
                    <a:pt x="9822737" y="207079"/>
                  </a:lnTo>
                  <a:lnTo>
                    <a:pt x="9738603" y="249788"/>
                  </a:lnTo>
                  <a:lnTo>
                    <a:pt x="9658680" y="296630"/>
                  </a:lnTo>
                  <a:lnTo>
                    <a:pt x="9583592" y="347789"/>
                  </a:lnTo>
                  <a:lnTo>
                    <a:pt x="9513588" y="403562"/>
                  </a:lnTo>
                  <a:lnTo>
                    <a:pt x="9448635" y="464364"/>
                  </a:lnTo>
                  <a:lnTo>
                    <a:pt x="9388493" y="530717"/>
                  </a:lnTo>
                  <a:lnTo>
                    <a:pt x="9332782" y="603243"/>
                  </a:lnTo>
                  <a:lnTo>
                    <a:pt x="9281039" y="682644"/>
                  </a:lnTo>
                  <a:lnTo>
                    <a:pt x="9232752" y="769667"/>
                  </a:lnTo>
                  <a:lnTo>
                    <a:pt x="9187400" y="865054"/>
                  </a:lnTo>
                  <a:lnTo>
                    <a:pt x="9144470" y="969457"/>
                  </a:lnTo>
                  <a:lnTo>
                    <a:pt x="9103482" y="1083317"/>
                  </a:lnTo>
                  <a:lnTo>
                    <a:pt x="9084767" y="1140133"/>
                  </a:lnTo>
                  <a:lnTo>
                    <a:pt x="9059299" y="1222371"/>
                  </a:lnTo>
                  <a:lnTo>
                    <a:pt x="9034304" y="1308691"/>
                  </a:lnTo>
                  <a:lnTo>
                    <a:pt x="9009695" y="1399171"/>
                  </a:lnTo>
                  <a:lnTo>
                    <a:pt x="8985396" y="1493857"/>
                  </a:lnTo>
                  <a:lnTo>
                    <a:pt x="8961341" y="1592770"/>
                  </a:lnTo>
                  <a:lnTo>
                    <a:pt x="8937474" y="1695894"/>
                  </a:lnTo>
                  <a:lnTo>
                    <a:pt x="8913747" y="1803179"/>
                  </a:lnTo>
                  <a:lnTo>
                    <a:pt x="8890119" y="1914537"/>
                  </a:lnTo>
                  <a:lnTo>
                    <a:pt x="8866556" y="2029844"/>
                  </a:lnTo>
                  <a:lnTo>
                    <a:pt x="8843030" y="2148933"/>
                  </a:lnTo>
                  <a:lnTo>
                    <a:pt x="8819520" y="2271599"/>
                  </a:lnTo>
                  <a:lnTo>
                    <a:pt x="8796009" y="2397597"/>
                  </a:lnTo>
                  <a:lnTo>
                    <a:pt x="8772485" y="2526645"/>
                  </a:lnTo>
                  <a:lnTo>
                    <a:pt x="8748941" y="2658421"/>
                  </a:lnTo>
                  <a:lnTo>
                    <a:pt x="8725374" y="2792573"/>
                  </a:lnTo>
                  <a:lnTo>
                    <a:pt x="8701782" y="2928716"/>
                  </a:lnTo>
                  <a:lnTo>
                    <a:pt x="8678168" y="3066440"/>
                  </a:lnTo>
                  <a:lnTo>
                    <a:pt x="8654537" y="3205315"/>
                  </a:lnTo>
                  <a:lnTo>
                    <a:pt x="8630895" y="3344894"/>
                  </a:lnTo>
                  <a:lnTo>
                    <a:pt x="8607250" y="3484721"/>
                  </a:lnTo>
                  <a:lnTo>
                    <a:pt x="8583607" y="3624337"/>
                  </a:lnTo>
                  <a:lnTo>
                    <a:pt x="8559975" y="3763284"/>
                  </a:lnTo>
                  <a:lnTo>
                    <a:pt x="8536360" y="3901117"/>
                  </a:lnTo>
                  <a:lnTo>
                    <a:pt x="8512766" y="4037402"/>
                  </a:lnTo>
                  <a:lnTo>
                    <a:pt x="8489197" y="4171727"/>
                  </a:lnTo>
                  <a:lnTo>
                    <a:pt x="8465651" y="4303707"/>
                  </a:lnTo>
                  <a:lnTo>
                    <a:pt x="8442126" y="4432985"/>
                  </a:lnTo>
                  <a:lnTo>
                    <a:pt x="8418614" y="4559238"/>
                  </a:lnTo>
                  <a:lnTo>
                    <a:pt x="8395105" y="4682181"/>
                  </a:lnTo>
                  <a:lnTo>
                    <a:pt x="8371581" y="4801564"/>
                  </a:lnTo>
                  <a:lnTo>
                    <a:pt x="8348022" y="4917180"/>
                  </a:lnTo>
                  <a:lnTo>
                    <a:pt x="8324400" y="5028859"/>
                  </a:lnTo>
                  <a:lnTo>
                    <a:pt x="8300682" y="5136474"/>
                  </a:lnTo>
                  <a:lnTo>
                    <a:pt x="8276828" y="5239933"/>
                  </a:lnTo>
                  <a:lnTo>
                    <a:pt x="8252790" y="5339183"/>
                  </a:lnTo>
                  <a:lnTo>
                    <a:pt x="8228513" y="5434208"/>
                  </a:lnTo>
                  <a:lnTo>
                    <a:pt x="8203931" y="5525022"/>
                  </a:lnTo>
                  <a:lnTo>
                    <a:pt x="8178970" y="5611673"/>
                  </a:lnTo>
                  <a:lnTo>
                    <a:pt x="8153544" y="5694234"/>
                  </a:lnTo>
                  <a:lnTo>
                    <a:pt x="8151487" y="5700666"/>
                  </a:lnTo>
                  <a:lnTo>
                    <a:pt x="8111263" y="5819018"/>
                  </a:lnTo>
                  <a:lnTo>
                    <a:pt x="8069302" y="5927831"/>
                  </a:lnTo>
                  <a:lnTo>
                    <a:pt x="8025150" y="6027383"/>
                  </a:lnTo>
                  <a:lnTo>
                    <a:pt x="7978308" y="6118248"/>
                  </a:lnTo>
                  <a:lnTo>
                    <a:pt x="7928255" y="6201137"/>
                  </a:lnTo>
                  <a:lnTo>
                    <a:pt x="7874470" y="6276804"/>
                  </a:lnTo>
                  <a:lnTo>
                    <a:pt x="7816464" y="6345975"/>
                  </a:lnTo>
                  <a:lnTo>
                    <a:pt x="7753812" y="6409315"/>
                  </a:lnTo>
                  <a:lnTo>
                    <a:pt x="7686201" y="6467393"/>
                  </a:lnTo>
                  <a:lnTo>
                    <a:pt x="7613491" y="6520676"/>
                  </a:lnTo>
                  <a:lnTo>
                    <a:pt x="7535787" y="6569518"/>
                  </a:lnTo>
                  <a:lnTo>
                    <a:pt x="7453528" y="6614153"/>
                  </a:lnTo>
                  <a:lnTo>
                    <a:pt x="7367566" y="6654711"/>
                  </a:lnTo>
                  <a:lnTo>
                    <a:pt x="7279238" y="6691218"/>
                  </a:lnTo>
                  <a:lnTo>
                    <a:pt x="7190388" y="6723630"/>
                  </a:lnTo>
                  <a:lnTo>
                    <a:pt x="7103328" y="6751867"/>
                  </a:lnTo>
                  <a:lnTo>
                    <a:pt x="7020700" y="6775857"/>
                  </a:lnTo>
                  <a:lnTo>
                    <a:pt x="6945234" y="6795593"/>
                  </a:lnTo>
                  <a:lnTo>
                    <a:pt x="6879431" y="6811177"/>
                  </a:lnTo>
                  <a:lnTo>
                    <a:pt x="6825216" y="6822861"/>
                  </a:lnTo>
                  <a:lnTo>
                    <a:pt x="6783629" y="6831047"/>
                  </a:lnTo>
                  <a:lnTo>
                    <a:pt x="6754636" y="6836277"/>
                  </a:lnTo>
                  <a:lnTo>
                    <a:pt x="6737071" y="6839188"/>
                  </a:lnTo>
                  <a:lnTo>
                    <a:pt x="6728715" y="6840464"/>
                  </a:lnTo>
                  <a:lnTo>
                    <a:pt x="6726424" y="6840788"/>
                  </a:lnTo>
                  <a:lnTo>
                    <a:pt x="6726343" y="6840799"/>
                  </a:lnTo>
                  <a:lnTo>
                    <a:pt x="5254955" y="6840799"/>
                  </a:lnTo>
                  <a:lnTo>
                    <a:pt x="5253800" y="6840736"/>
                  </a:lnTo>
                  <a:lnTo>
                    <a:pt x="5246208" y="6840290"/>
                  </a:lnTo>
                  <a:lnTo>
                    <a:pt x="5227078" y="6839055"/>
                  </a:lnTo>
                  <a:lnTo>
                    <a:pt x="5192897" y="6836624"/>
                  </a:lnTo>
                  <a:lnTo>
                    <a:pt x="5141992" y="6832621"/>
                  </a:lnTo>
                  <a:lnTo>
                    <a:pt x="5074658" y="6826737"/>
                  </a:lnTo>
                  <a:lnTo>
                    <a:pt x="4992994" y="6818766"/>
                  </a:lnTo>
                  <a:lnTo>
                    <a:pt x="4900421" y="6808604"/>
                  </a:lnTo>
                  <a:lnTo>
                    <a:pt x="4801018" y="6796234"/>
                  </a:lnTo>
                  <a:lnTo>
                    <a:pt x="4698850" y="6781693"/>
                  </a:lnTo>
                  <a:lnTo>
                    <a:pt x="4597455" y="6765028"/>
                  </a:lnTo>
                  <a:lnTo>
                    <a:pt x="4499556" y="6746262"/>
                  </a:lnTo>
                  <a:lnTo>
                    <a:pt x="4406992" y="6725362"/>
                  </a:lnTo>
                  <a:lnTo>
                    <a:pt x="4320790" y="6702226"/>
                  </a:lnTo>
                  <a:lnTo>
                    <a:pt x="4241321" y="6676674"/>
                  </a:lnTo>
                  <a:lnTo>
                    <a:pt x="4168472" y="6648447"/>
                  </a:lnTo>
                  <a:lnTo>
                    <a:pt x="4101801" y="6617212"/>
                  </a:lnTo>
                  <a:lnTo>
                    <a:pt x="4040659" y="6582573"/>
                  </a:lnTo>
                  <a:lnTo>
                    <a:pt x="3984293" y="6544094"/>
                  </a:lnTo>
                  <a:lnTo>
                    <a:pt x="3931907" y="6501327"/>
                  </a:lnTo>
                  <a:lnTo>
                    <a:pt x="3882720" y="6453882"/>
                  </a:lnTo>
                  <a:lnTo>
                    <a:pt x="3836011" y="6401517"/>
                  </a:lnTo>
                  <a:lnTo>
                    <a:pt x="3829811" y="6394009"/>
                  </a:lnTo>
                  <a:lnTo>
                    <a:pt x="3791305" y="6344410"/>
                  </a:lnTo>
                  <a:lnTo>
                    <a:pt x="3753787" y="6291082"/>
                  </a:lnTo>
                  <a:lnTo>
                    <a:pt x="3716980" y="6233949"/>
                  </a:lnTo>
                  <a:lnTo>
                    <a:pt x="3680664" y="6173000"/>
                  </a:lnTo>
                  <a:lnTo>
                    <a:pt x="3644665" y="6108294"/>
                  </a:lnTo>
                  <a:lnTo>
                    <a:pt x="3608847" y="6039970"/>
                  </a:lnTo>
                  <a:lnTo>
                    <a:pt x="3573111" y="5968247"/>
                  </a:lnTo>
                  <a:lnTo>
                    <a:pt x="3537386" y="5893429"/>
                  </a:lnTo>
                  <a:lnTo>
                    <a:pt x="3501630" y="5815899"/>
                  </a:lnTo>
                  <a:lnTo>
                    <a:pt x="3465822" y="5736115"/>
                  </a:lnTo>
                  <a:lnTo>
                    <a:pt x="3429959" y="5654603"/>
                  </a:lnTo>
                  <a:lnTo>
                    <a:pt x="3394053" y="5571939"/>
                  </a:lnTo>
                  <a:lnTo>
                    <a:pt x="3358126" y="5488734"/>
                  </a:lnTo>
                  <a:lnTo>
                    <a:pt x="3322202" y="5405618"/>
                  </a:lnTo>
                  <a:lnTo>
                    <a:pt x="3286306" y="5323217"/>
                  </a:lnTo>
                  <a:lnTo>
                    <a:pt x="3250458" y="5242134"/>
                  </a:lnTo>
                  <a:lnTo>
                    <a:pt x="3214665" y="5162933"/>
                  </a:lnTo>
                  <a:lnTo>
                    <a:pt x="3178921" y="5086121"/>
                  </a:lnTo>
                  <a:lnTo>
                    <a:pt x="3143198" y="5012137"/>
                  </a:lnTo>
                  <a:lnTo>
                    <a:pt x="3107447" y="4941342"/>
                  </a:lnTo>
                  <a:lnTo>
                    <a:pt x="3071590" y="4874015"/>
                  </a:lnTo>
                  <a:lnTo>
                    <a:pt x="3035517" y="4810354"/>
                  </a:lnTo>
                  <a:lnTo>
                    <a:pt x="2999083" y="4750473"/>
                  </a:lnTo>
                  <a:lnTo>
                    <a:pt x="2962101" y="4694413"/>
                  </a:lnTo>
                  <a:lnTo>
                    <a:pt x="2924336" y="4642143"/>
                  </a:lnTo>
                  <a:lnTo>
                    <a:pt x="2896531" y="4606846"/>
                  </a:lnTo>
                  <a:lnTo>
                    <a:pt x="2850109" y="4553807"/>
                  </a:lnTo>
                  <a:lnTo>
                    <a:pt x="2801300" y="4505701"/>
                  </a:lnTo>
                  <a:lnTo>
                    <a:pt x="2749394" y="4462319"/>
                  </a:lnTo>
                  <a:lnTo>
                    <a:pt x="2693617" y="4423282"/>
                  </a:lnTo>
                  <a:lnTo>
                    <a:pt x="2633171" y="4388147"/>
                  </a:lnTo>
                  <a:lnTo>
                    <a:pt x="2567293" y="4356473"/>
                  </a:lnTo>
                  <a:lnTo>
                    <a:pt x="2495316" y="4327858"/>
                  </a:lnTo>
                  <a:lnTo>
                    <a:pt x="2416764" y="4301958"/>
                  </a:lnTo>
                  <a:lnTo>
                    <a:pt x="2331469" y="4278506"/>
                  </a:lnTo>
                  <a:lnTo>
                    <a:pt x="2239726" y="4257310"/>
                  </a:lnTo>
                  <a:lnTo>
                    <a:pt x="2142465" y="4238256"/>
                  </a:lnTo>
                  <a:lnTo>
                    <a:pt x="2041405" y="4221305"/>
                  </a:lnTo>
                  <a:lnTo>
                    <a:pt x="1939151" y="4206473"/>
                  </a:lnTo>
                  <a:lnTo>
                    <a:pt x="1839140" y="4193805"/>
                  </a:lnTo>
                  <a:lnTo>
                    <a:pt x="1745391" y="4183341"/>
                  </a:lnTo>
                  <a:lnTo>
                    <a:pt x="1662019" y="4175076"/>
                  </a:lnTo>
                  <a:lnTo>
                    <a:pt x="1592577" y="4168919"/>
                  </a:lnTo>
                  <a:lnTo>
                    <a:pt x="1539376" y="4164675"/>
                  </a:lnTo>
                  <a:lnTo>
                    <a:pt x="1502974" y="4162051"/>
                  </a:lnTo>
                  <a:lnTo>
                    <a:pt x="1481964" y="4160678"/>
                  </a:lnTo>
                  <a:lnTo>
                    <a:pt x="1473068" y="4160148"/>
                  </a:lnTo>
                  <a:lnTo>
                    <a:pt x="1471390" y="4160056"/>
                  </a:lnTo>
                  <a:lnTo>
                    <a:pt x="1471387" y="4160056"/>
                  </a:lnTo>
                  <a:lnTo>
                    <a:pt x="0" y="416005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33" name="pg833"/>
            <p:cNvSpPr/>
            <p:nvPr/>
          </p:nvSpPr>
          <p:spPr>
            <a:xfrm>
              <a:off x="4799595" y="8101855"/>
              <a:ext cx="11981298" cy="2713435"/>
            </a:xfrm>
            <a:custGeom>
              <a:avLst/>
              <a:pathLst>
                <a:path w="11981298" h="2713435">
                  <a:moveTo>
                    <a:pt x="0" y="16345"/>
                  </a:moveTo>
                  <a:lnTo>
                    <a:pt x="1471387" y="16345"/>
                  </a:lnTo>
                  <a:lnTo>
                    <a:pt x="1472541" y="16408"/>
                  </a:lnTo>
                  <a:lnTo>
                    <a:pt x="1480128" y="16858"/>
                  </a:lnTo>
                  <a:lnTo>
                    <a:pt x="1499243" y="18099"/>
                  </a:lnTo>
                  <a:lnTo>
                    <a:pt x="1533399" y="20542"/>
                  </a:lnTo>
                  <a:lnTo>
                    <a:pt x="1584269" y="24567"/>
                  </a:lnTo>
                  <a:lnTo>
                    <a:pt x="1651561" y="30481"/>
                  </a:lnTo>
                  <a:lnTo>
                    <a:pt x="1733180" y="38495"/>
                  </a:lnTo>
                  <a:lnTo>
                    <a:pt x="1825710" y="48712"/>
                  </a:lnTo>
                  <a:lnTo>
                    <a:pt x="1925075" y="61149"/>
                  </a:lnTo>
                  <a:lnTo>
                    <a:pt x="2027212" y="75769"/>
                  </a:lnTo>
                  <a:lnTo>
                    <a:pt x="2128586" y="92525"/>
                  </a:lnTo>
                  <a:lnTo>
                    <a:pt x="2226472" y="111393"/>
                  </a:lnTo>
                  <a:lnTo>
                    <a:pt x="2319032" y="132408"/>
                  </a:lnTo>
                  <a:lnTo>
                    <a:pt x="2405235" y="155670"/>
                  </a:lnTo>
                  <a:lnTo>
                    <a:pt x="2484709" y="181360"/>
                  </a:lnTo>
                  <a:lnTo>
                    <a:pt x="2557565" y="209740"/>
                  </a:lnTo>
                  <a:lnTo>
                    <a:pt x="2624245" y="241142"/>
                  </a:lnTo>
                  <a:lnTo>
                    <a:pt x="2685394" y="275965"/>
                  </a:lnTo>
                  <a:lnTo>
                    <a:pt x="2741767" y="314648"/>
                  </a:lnTo>
                  <a:lnTo>
                    <a:pt x="2794158" y="357639"/>
                  </a:lnTo>
                  <a:lnTo>
                    <a:pt x="2843348" y="405333"/>
                  </a:lnTo>
                  <a:lnTo>
                    <a:pt x="2890056" y="457975"/>
                  </a:lnTo>
                  <a:lnTo>
                    <a:pt x="2896531" y="465860"/>
                  </a:lnTo>
                  <a:lnTo>
                    <a:pt x="2934946" y="515637"/>
                  </a:lnTo>
                  <a:lnTo>
                    <a:pt x="2972378" y="569149"/>
                  </a:lnTo>
                  <a:lnTo>
                    <a:pt x="3009100" y="626470"/>
                  </a:lnTo>
                  <a:lnTo>
                    <a:pt x="3045333" y="687613"/>
                  </a:lnTo>
                  <a:lnTo>
                    <a:pt x="3081248" y="752518"/>
                  </a:lnTo>
                  <a:lnTo>
                    <a:pt x="3116982" y="821048"/>
                  </a:lnTo>
                  <a:lnTo>
                    <a:pt x="3152634" y="892985"/>
                  </a:lnTo>
                  <a:lnTo>
                    <a:pt x="3188273" y="968027"/>
                  </a:lnTo>
                  <a:lnTo>
                    <a:pt x="3223943" y="1045793"/>
                  </a:lnTo>
                  <a:lnTo>
                    <a:pt x="3259664" y="1125825"/>
                  </a:lnTo>
                  <a:lnTo>
                    <a:pt x="3295440" y="1207602"/>
                  </a:lnTo>
                  <a:lnTo>
                    <a:pt x="3331260" y="1290548"/>
                  </a:lnTo>
                  <a:lnTo>
                    <a:pt x="3367101" y="1374053"/>
                  </a:lnTo>
                  <a:lnTo>
                    <a:pt x="3402939" y="1457489"/>
                  </a:lnTo>
                  <a:lnTo>
                    <a:pt x="3438751" y="1540231"/>
                  </a:lnTo>
                  <a:lnTo>
                    <a:pt x="3474515" y="1621672"/>
                  </a:lnTo>
                  <a:lnTo>
                    <a:pt x="3510225" y="1701251"/>
                  </a:lnTo>
                  <a:lnTo>
                    <a:pt x="3545885" y="1778456"/>
                  </a:lnTo>
                  <a:lnTo>
                    <a:pt x="3581523" y="1852847"/>
                  </a:lnTo>
                  <a:lnTo>
                    <a:pt x="3617185" y="1924060"/>
                  </a:lnTo>
                  <a:lnTo>
                    <a:pt x="3652949" y="1991811"/>
                  </a:lnTo>
                  <a:lnTo>
                    <a:pt x="3688922" y="2055900"/>
                  </a:lnTo>
                  <a:lnTo>
                    <a:pt x="3725245" y="2116207"/>
                  </a:lnTo>
                  <a:lnTo>
                    <a:pt x="3762103" y="2172690"/>
                  </a:lnTo>
                  <a:lnTo>
                    <a:pt x="3799725" y="2225374"/>
                  </a:lnTo>
                  <a:lnTo>
                    <a:pt x="3829811" y="2263920"/>
                  </a:lnTo>
                  <a:lnTo>
                    <a:pt x="3876220" y="2317269"/>
                  </a:lnTo>
                  <a:lnTo>
                    <a:pt x="3925015" y="2365657"/>
                  </a:lnTo>
                  <a:lnTo>
                    <a:pt x="3976904" y="2409294"/>
                  </a:lnTo>
                  <a:lnTo>
                    <a:pt x="4032662" y="2448563"/>
                  </a:lnTo>
                  <a:lnTo>
                    <a:pt x="4093085" y="2483907"/>
                  </a:lnTo>
                  <a:lnTo>
                    <a:pt x="4158936" y="2515770"/>
                  </a:lnTo>
                  <a:lnTo>
                    <a:pt x="4230882" y="2544557"/>
                  </a:lnTo>
                  <a:lnTo>
                    <a:pt x="4309399" y="2570613"/>
                  </a:lnTo>
                  <a:lnTo>
                    <a:pt x="4394655" y="2594207"/>
                  </a:lnTo>
                  <a:lnTo>
                    <a:pt x="4486357" y="2615533"/>
                  </a:lnTo>
                  <a:lnTo>
                    <a:pt x="4583578" y="2634703"/>
                  </a:lnTo>
                  <a:lnTo>
                    <a:pt x="4684602" y="2651759"/>
                  </a:lnTo>
                  <a:lnTo>
                    <a:pt x="4786830" y="2666685"/>
                  </a:lnTo>
                  <a:lnTo>
                    <a:pt x="4886829" y="2679436"/>
                  </a:lnTo>
                  <a:lnTo>
                    <a:pt x="4980585" y="2689969"/>
                  </a:lnTo>
                  <a:lnTo>
                    <a:pt x="5063986" y="2698291"/>
                  </a:lnTo>
                  <a:lnTo>
                    <a:pt x="5133479" y="2704494"/>
                  </a:lnTo>
                  <a:lnTo>
                    <a:pt x="5186746" y="2708770"/>
                  </a:lnTo>
                  <a:lnTo>
                    <a:pt x="5223221" y="2711417"/>
                  </a:lnTo>
                  <a:lnTo>
                    <a:pt x="5244300" y="2712804"/>
                  </a:lnTo>
                  <a:lnTo>
                    <a:pt x="5253249" y="2713341"/>
                  </a:lnTo>
                  <a:lnTo>
                    <a:pt x="5254955" y="2713435"/>
                  </a:lnTo>
                  <a:lnTo>
                    <a:pt x="6726343" y="2713435"/>
                  </a:lnTo>
                  <a:lnTo>
                    <a:pt x="6727580" y="2713429"/>
                  </a:lnTo>
                  <a:lnTo>
                    <a:pt x="6735697" y="2713383"/>
                  </a:lnTo>
                  <a:lnTo>
                    <a:pt x="6756105" y="2713258"/>
                  </a:lnTo>
                  <a:lnTo>
                    <a:pt x="6792462" y="2713012"/>
                  </a:lnTo>
                  <a:lnTo>
                    <a:pt x="6846388" y="2712606"/>
                  </a:lnTo>
                  <a:lnTo>
                    <a:pt x="6917349" y="2712012"/>
                  </a:lnTo>
                  <a:lnTo>
                    <a:pt x="7002881" y="2711209"/>
                  </a:lnTo>
                  <a:lnTo>
                    <a:pt x="7099162" y="2710188"/>
                  </a:lnTo>
                  <a:lnTo>
                    <a:pt x="7201778" y="2708949"/>
                  </a:lnTo>
                  <a:lnTo>
                    <a:pt x="7306450" y="2707497"/>
                  </a:lnTo>
                  <a:lnTo>
                    <a:pt x="7409563" y="2705834"/>
                  </a:lnTo>
                  <a:lnTo>
                    <a:pt x="7508431" y="2703964"/>
                  </a:lnTo>
                  <a:lnTo>
                    <a:pt x="7601332" y="2701880"/>
                  </a:lnTo>
                  <a:lnTo>
                    <a:pt x="7687388" y="2699570"/>
                  </a:lnTo>
                  <a:lnTo>
                    <a:pt x="7766383" y="2697013"/>
                  </a:lnTo>
                  <a:lnTo>
                    <a:pt x="7838576" y="2694181"/>
                  </a:lnTo>
                  <a:lnTo>
                    <a:pt x="7904535" y="2691037"/>
                  </a:lnTo>
                  <a:lnTo>
                    <a:pt x="7965008" y="2687539"/>
                  </a:lnTo>
                  <a:lnTo>
                    <a:pt x="8020830" y="2683641"/>
                  </a:lnTo>
                  <a:lnTo>
                    <a:pt x="8072851" y="2679301"/>
                  </a:lnTo>
                  <a:lnTo>
                    <a:pt x="8121887" y="2674484"/>
                  </a:lnTo>
                  <a:lnTo>
                    <a:pt x="8151487" y="2671208"/>
                  </a:lnTo>
                  <a:lnTo>
                    <a:pt x="8207281" y="2664256"/>
                  </a:lnTo>
                  <a:lnTo>
                    <a:pt x="8261248" y="2656548"/>
                  </a:lnTo>
                  <a:lnTo>
                    <a:pt x="8314127" y="2648074"/>
                  </a:lnTo>
                  <a:lnTo>
                    <a:pt x="8366441" y="2638855"/>
                  </a:lnTo>
                  <a:lnTo>
                    <a:pt x="8418546" y="2628946"/>
                  </a:lnTo>
                  <a:lnTo>
                    <a:pt x="8470653" y="2618438"/>
                  </a:lnTo>
                  <a:lnTo>
                    <a:pt x="8522860" y="2607453"/>
                  </a:lnTo>
                  <a:lnTo>
                    <a:pt x="8575178" y="2596146"/>
                  </a:lnTo>
                  <a:lnTo>
                    <a:pt x="8627557" y="2584688"/>
                  </a:lnTo>
                  <a:lnTo>
                    <a:pt x="8679922" y="2573264"/>
                  </a:lnTo>
                  <a:lnTo>
                    <a:pt x="8732203" y="2562053"/>
                  </a:lnTo>
                  <a:lnTo>
                    <a:pt x="8784369" y="2551224"/>
                  </a:lnTo>
                  <a:lnTo>
                    <a:pt x="8836458" y="2540919"/>
                  </a:lnTo>
                  <a:lnTo>
                    <a:pt x="8888607" y="2531250"/>
                  </a:lnTo>
                  <a:lnTo>
                    <a:pt x="8941076" y="2522295"/>
                  </a:lnTo>
                  <a:lnTo>
                    <a:pt x="8994276" y="2514096"/>
                  </a:lnTo>
                  <a:lnTo>
                    <a:pt x="9048803" y="2506662"/>
                  </a:lnTo>
                  <a:lnTo>
                    <a:pt x="9084767" y="2502299"/>
                  </a:lnTo>
                  <a:lnTo>
                    <a:pt x="9132305" y="2497174"/>
                  </a:lnTo>
                  <a:lnTo>
                    <a:pt x="9182361" y="2492537"/>
                  </a:lnTo>
                  <a:lnTo>
                    <a:pt x="9235698" y="2488367"/>
                  </a:lnTo>
                  <a:lnTo>
                    <a:pt x="9293150" y="2484623"/>
                  </a:lnTo>
                  <a:lnTo>
                    <a:pt x="9355569" y="2481262"/>
                  </a:lnTo>
                  <a:lnTo>
                    <a:pt x="9423767" y="2478238"/>
                  </a:lnTo>
                  <a:lnTo>
                    <a:pt x="9498437" y="2475512"/>
                  </a:lnTo>
                  <a:lnTo>
                    <a:pt x="9580049" y="2473050"/>
                  </a:lnTo>
                  <a:lnTo>
                    <a:pt x="9668707" y="2470826"/>
                  </a:lnTo>
                  <a:lnTo>
                    <a:pt x="9763972" y="2468823"/>
                  </a:lnTo>
                  <a:lnTo>
                    <a:pt x="9864671" y="2467030"/>
                  </a:lnTo>
                  <a:lnTo>
                    <a:pt x="9968729" y="2465445"/>
                  </a:lnTo>
                  <a:lnTo>
                    <a:pt x="10073103" y="2464071"/>
                  </a:lnTo>
                  <a:lnTo>
                    <a:pt x="10173884" y="2462913"/>
                  </a:lnTo>
                  <a:lnTo>
                    <a:pt x="10266668" y="2461974"/>
                  </a:lnTo>
                  <a:lnTo>
                    <a:pt x="10347169" y="2461250"/>
                  </a:lnTo>
                  <a:lnTo>
                    <a:pt x="10411988" y="2460729"/>
                  </a:lnTo>
                  <a:lnTo>
                    <a:pt x="10459327" y="2460387"/>
                  </a:lnTo>
                  <a:lnTo>
                    <a:pt x="10489448" y="2460190"/>
                  </a:lnTo>
                  <a:lnTo>
                    <a:pt x="10504758" y="2460100"/>
                  </a:lnTo>
                  <a:lnTo>
                    <a:pt x="10509598" y="2460074"/>
                  </a:lnTo>
                  <a:lnTo>
                    <a:pt x="10509911" y="2460072"/>
                  </a:lnTo>
                  <a:lnTo>
                    <a:pt x="11981298" y="2460072"/>
                  </a:lnTo>
                  <a:lnTo>
                    <a:pt x="11981298" y="2443726"/>
                  </a:lnTo>
                  <a:lnTo>
                    <a:pt x="10509911" y="2443726"/>
                  </a:lnTo>
                  <a:lnTo>
                    <a:pt x="10508674" y="2443732"/>
                  </a:lnTo>
                  <a:lnTo>
                    <a:pt x="10500557" y="2443778"/>
                  </a:lnTo>
                  <a:lnTo>
                    <a:pt x="10480148" y="2443903"/>
                  </a:lnTo>
                  <a:lnTo>
                    <a:pt x="10443791" y="2444149"/>
                  </a:lnTo>
                  <a:lnTo>
                    <a:pt x="10389865" y="2444555"/>
                  </a:lnTo>
                  <a:lnTo>
                    <a:pt x="10318904" y="2445149"/>
                  </a:lnTo>
                  <a:lnTo>
                    <a:pt x="10233373" y="2445952"/>
                  </a:lnTo>
                  <a:lnTo>
                    <a:pt x="10137091" y="2446973"/>
                  </a:lnTo>
                  <a:lnTo>
                    <a:pt x="10034475" y="2448212"/>
                  </a:lnTo>
                  <a:lnTo>
                    <a:pt x="9929803" y="2449664"/>
                  </a:lnTo>
                  <a:lnTo>
                    <a:pt x="9826691" y="2451326"/>
                  </a:lnTo>
                  <a:lnTo>
                    <a:pt x="9727822" y="2453197"/>
                  </a:lnTo>
                  <a:lnTo>
                    <a:pt x="9634921" y="2455281"/>
                  </a:lnTo>
                  <a:lnTo>
                    <a:pt x="9548865" y="2457591"/>
                  </a:lnTo>
                  <a:lnTo>
                    <a:pt x="9469870" y="2460147"/>
                  </a:lnTo>
                  <a:lnTo>
                    <a:pt x="9397677" y="2462980"/>
                  </a:lnTo>
                  <a:lnTo>
                    <a:pt x="9331718" y="2466124"/>
                  </a:lnTo>
                  <a:lnTo>
                    <a:pt x="9271245" y="2469622"/>
                  </a:lnTo>
                  <a:lnTo>
                    <a:pt x="9215424" y="2473520"/>
                  </a:lnTo>
                  <a:lnTo>
                    <a:pt x="9163402" y="2477860"/>
                  </a:lnTo>
                  <a:lnTo>
                    <a:pt x="9114366" y="2482677"/>
                  </a:lnTo>
                  <a:lnTo>
                    <a:pt x="9084767" y="2485953"/>
                  </a:lnTo>
                  <a:lnTo>
                    <a:pt x="9028973" y="2492905"/>
                  </a:lnTo>
                  <a:lnTo>
                    <a:pt x="8975005" y="2500613"/>
                  </a:lnTo>
                  <a:lnTo>
                    <a:pt x="8922127" y="2509087"/>
                  </a:lnTo>
                  <a:lnTo>
                    <a:pt x="8869812" y="2518306"/>
                  </a:lnTo>
                  <a:lnTo>
                    <a:pt x="8817707" y="2528215"/>
                  </a:lnTo>
                  <a:lnTo>
                    <a:pt x="8765600" y="2538723"/>
                  </a:lnTo>
                  <a:lnTo>
                    <a:pt x="8713393" y="2549708"/>
                  </a:lnTo>
                  <a:lnTo>
                    <a:pt x="8661075" y="2561015"/>
                  </a:lnTo>
                  <a:lnTo>
                    <a:pt x="8608696" y="2572473"/>
                  </a:lnTo>
                  <a:lnTo>
                    <a:pt x="8556332" y="2583897"/>
                  </a:lnTo>
                  <a:lnTo>
                    <a:pt x="8504051" y="2595108"/>
                  </a:lnTo>
                  <a:lnTo>
                    <a:pt x="8451885" y="2605937"/>
                  </a:lnTo>
                  <a:lnTo>
                    <a:pt x="8399795" y="2616242"/>
                  </a:lnTo>
                  <a:lnTo>
                    <a:pt x="8347646" y="2625911"/>
                  </a:lnTo>
                  <a:lnTo>
                    <a:pt x="8295177" y="2634866"/>
                  </a:lnTo>
                  <a:lnTo>
                    <a:pt x="8241977" y="2643065"/>
                  </a:lnTo>
                  <a:lnTo>
                    <a:pt x="8187450" y="2650499"/>
                  </a:lnTo>
                  <a:lnTo>
                    <a:pt x="8151487" y="2654862"/>
                  </a:lnTo>
                  <a:lnTo>
                    <a:pt x="8103948" y="2659987"/>
                  </a:lnTo>
                  <a:lnTo>
                    <a:pt x="8053892" y="2664624"/>
                  </a:lnTo>
                  <a:lnTo>
                    <a:pt x="8000555" y="2668794"/>
                  </a:lnTo>
                  <a:lnTo>
                    <a:pt x="7943104" y="2672538"/>
                  </a:lnTo>
                  <a:lnTo>
                    <a:pt x="7880685" y="2675899"/>
                  </a:lnTo>
                  <a:lnTo>
                    <a:pt x="7812487" y="2678923"/>
                  </a:lnTo>
                  <a:lnTo>
                    <a:pt x="7737816" y="2681649"/>
                  </a:lnTo>
                  <a:lnTo>
                    <a:pt x="7656204" y="2684111"/>
                  </a:lnTo>
                  <a:lnTo>
                    <a:pt x="7567546" y="2686335"/>
                  </a:lnTo>
                  <a:lnTo>
                    <a:pt x="7472281" y="2688338"/>
                  </a:lnTo>
                  <a:lnTo>
                    <a:pt x="7371583" y="2690131"/>
                  </a:lnTo>
                  <a:lnTo>
                    <a:pt x="7267524" y="2691716"/>
                  </a:lnTo>
                  <a:lnTo>
                    <a:pt x="7163151" y="2693089"/>
                  </a:lnTo>
                  <a:lnTo>
                    <a:pt x="7062369" y="2694248"/>
                  </a:lnTo>
                  <a:lnTo>
                    <a:pt x="6969585" y="2695187"/>
                  </a:lnTo>
                  <a:lnTo>
                    <a:pt x="6889084" y="2695911"/>
                  </a:lnTo>
                  <a:lnTo>
                    <a:pt x="6824266" y="2696432"/>
                  </a:lnTo>
                  <a:lnTo>
                    <a:pt x="6776926" y="2696774"/>
                  </a:lnTo>
                  <a:lnTo>
                    <a:pt x="6746805" y="2696971"/>
                  </a:lnTo>
                  <a:lnTo>
                    <a:pt x="6731495" y="2697061"/>
                  </a:lnTo>
                  <a:lnTo>
                    <a:pt x="6726656" y="2697087"/>
                  </a:lnTo>
                  <a:lnTo>
                    <a:pt x="6726343" y="2697089"/>
                  </a:lnTo>
                  <a:lnTo>
                    <a:pt x="5254955" y="2697089"/>
                  </a:lnTo>
                  <a:lnTo>
                    <a:pt x="5253801" y="2697026"/>
                  </a:lnTo>
                  <a:lnTo>
                    <a:pt x="5246215" y="2696577"/>
                  </a:lnTo>
                  <a:lnTo>
                    <a:pt x="5227099" y="2695336"/>
                  </a:lnTo>
                  <a:lnTo>
                    <a:pt x="5192943" y="2692892"/>
                  </a:lnTo>
                  <a:lnTo>
                    <a:pt x="5142073" y="2688867"/>
                  </a:lnTo>
                  <a:lnTo>
                    <a:pt x="5074781" y="2682953"/>
                  </a:lnTo>
                  <a:lnTo>
                    <a:pt x="4993162" y="2674939"/>
                  </a:lnTo>
                  <a:lnTo>
                    <a:pt x="4900632" y="2664722"/>
                  </a:lnTo>
                  <a:lnTo>
                    <a:pt x="4801268" y="2652286"/>
                  </a:lnTo>
                  <a:lnTo>
                    <a:pt x="4699130" y="2637665"/>
                  </a:lnTo>
                  <a:lnTo>
                    <a:pt x="4597756" y="2620910"/>
                  </a:lnTo>
                  <a:lnTo>
                    <a:pt x="4499870" y="2602041"/>
                  </a:lnTo>
                  <a:lnTo>
                    <a:pt x="4407310" y="2581027"/>
                  </a:lnTo>
                  <a:lnTo>
                    <a:pt x="4321107" y="2557765"/>
                  </a:lnTo>
                  <a:lnTo>
                    <a:pt x="4241633" y="2532074"/>
                  </a:lnTo>
                  <a:lnTo>
                    <a:pt x="4168777" y="2503695"/>
                  </a:lnTo>
                  <a:lnTo>
                    <a:pt x="4102097" y="2472292"/>
                  </a:lnTo>
                  <a:lnTo>
                    <a:pt x="4040948" y="2437469"/>
                  </a:lnTo>
                  <a:lnTo>
                    <a:pt x="3984575" y="2398786"/>
                  </a:lnTo>
                  <a:lnTo>
                    <a:pt x="3932184" y="2355795"/>
                  </a:lnTo>
                  <a:lnTo>
                    <a:pt x="3882995" y="2308101"/>
                  </a:lnTo>
                  <a:lnTo>
                    <a:pt x="3836286" y="2255460"/>
                  </a:lnTo>
                  <a:lnTo>
                    <a:pt x="3829811" y="2247574"/>
                  </a:lnTo>
                  <a:lnTo>
                    <a:pt x="3791396" y="2197797"/>
                  </a:lnTo>
                  <a:lnTo>
                    <a:pt x="3753964" y="2144286"/>
                  </a:lnTo>
                  <a:lnTo>
                    <a:pt x="3717242" y="2086964"/>
                  </a:lnTo>
                  <a:lnTo>
                    <a:pt x="3681010" y="2025822"/>
                  </a:lnTo>
                  <a:lnTo>
                    <a:pt x="3645094" y="1960917"/>
                  </a:lnTo>
                  <a:lnTo>
                    <a:pt x="3609360" y="1892387"/>
                  </a:lnTo>
                  <a:lnTo>
                    <a:pt x="3573708" y="1820450"/>
                  </a:lnTo>
                  <a:lnTo>
                    <a:pt x="3538069" y="1745408"/>
                  </a:lnTo>
                  <a:lnTo>
                    <a:pt x="3502399" y="1667642"/>
                  </a:lnTo>
                  <a:lnTo>
                    <a:pt x="3466678" y="1587609"/>
                  </a:lnTo>
                  <a:lnTo>
                    <a:pt x="3430902" y="1505832"/>
                  </a:lnTo>
                  <a:lnTo>
                    <a:pt x="3395083" y="1422886"/>
                  </a:lnTo>
                  <a:lnTo>
                    <a:pt x="3359241" y="1339381"/>
                  </a:lnTo>
                  <a:lnTo>
                    <a:pt x="3323403" y="1255945"/>
                  </a:lnTo>
                  <a:lnTo>
                    <a:pt x="3287592" y="1173204"/>
                  </a:lnTo>
                  <a:lnTo>
                    <a:pt x="3251827" y="1091762"/>
                  </a:lnTo>
                  <a:lnTo>
                    <a:pt x="3216117" y="1012184"/>
                  </a:lnTo>
                  <a:lnTo>
                    <a:pt x="3180457" y="934978"/>
                  </a:lnTo>
                  <a:lnTo>
                    <a:pt x="3144819" y="860587"/>
                  </a:lnTo>
                  <a:lnTo>
                    <a:pt x="3109157" y="789374"/>
                  </a:lnTo>
                  <a:lnTo>
                    <a:pt x="3073393" y="721624"/>
                  </a:lnTo>
                  <a:lnTo>
                    <a:pt x="3037420" y="657535"/>
                  </a:lnTo>
                  <a:lnTo>
                    <a:pt x="3001097" y="597227"/>
                  </a:lnTo>
                  <a:lnTo>
                    <a:pt x="2964240" y="540745"/>
                  </a:lnTo>
                  <a:lnTo>
                    <a:pt x="2926618" y="488061"/>
                  </a:lnTo>
                  <a:lnTo>
                    <a:pt x="2896531" y="449514"/>
                  </a:lnTo>
                  <a:lnTo>
                    <a:pt x="2850122" y="396165"/>
                  </a:lnTo>
                  <a:lnTo>
                    <a:pt x="2801327" y="347778"/>
                  </a:lnTo>
                  <a:lnTo>
                    <a:pt x="2749438" y="304140"/>
                  </a:lnTo>
                  <a:lnTo>
                    <a:pt x="2693680" y="264872"/>
                  </a:lnTo>
                  <a:lnTo>
                    <a:pt x="2633257" y="229527"/>
                  </a:lnTo>
                  <a:lnTo>
                    <a:pt x="2567406" y="197664"/>
                  </a:lnTo>
                  <a:lnTo>
                    <a:pt x="2495460" y="168877"/>
                  </a:lnTo>
                  <a:lnTo>
                    <a:pt x="2416943" y="142822"/>
                  </a:lnTo>
                  <a:lnTo>
                    <a:pt x="2331687" y="119228"/>
                  </a:lnTo>
                  <a:lnTo>
                    <a:pt x="2239985" y="97902"/>
                  </a:lnTo>
                  <a:lnTo>
                    <a:pt x="2142764" y="78732"/>
                  </a:lnTo>
                  <a:lnTo>
                    <a:pt x="2041740" y="61675"/>
                  </a:lnTo>
                  <a:lnTo>
                    <a:pt x="1939513" y="46749"/>
                  </a:lnTo>
                  <a:lnTo>
                    <a:pt x="1839514" y="33999"/>
                  </a:lnTo>
                  <a:lnTo>
                    <a:pt x="1745758" y="23466"/>
                  </a:lnTo>
                  <a:lnTo>
                    <a:pt x="1662356" y="15143"/>
                  </a:lnTo>
                  <a:lnTo>
                    <a:pt x="1592863" y="8941"/>
                  </a:lnTo>
                  <a:lnTo>
                    <a:pt x="1539596" y="4664"/>
                  </a:lnTo>
                  <a:lnTo>
                    <a:pt x="1503121" y="2018"/>
                  </a:lnTo>
                  <a:lnTo>
                    <a:pt x="1482042" y="630"/>
                  </a:lnTo>
                  <a:lnTo>
                    <a:pt x="1473093" y="94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28E5B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834" name="pl834"/>
            <p:cNvSpPr/>
            <p:nvPr/>
          </p:nvSpPr>
          <p:spPr>
            <a:xfrm>
              <a:off x="4799595" y="8118201"/>
              <a:ext cx="11981298" cy="2697089"/>
            </a:xfrm>
            <a:custGeom>
              <a:avLst/>
              <a:pathLst>
                <a:path w="11981298" h="2697089">
                  <a:moveTo>
                    <a:pt x="0" y="0"/>
                  </a:moveTo>
                  <a:lnTo>
                    <a:pt x="1471387" y="0"/>
                  </a:lnTo>
                  <a:lnTo>
                    <a:pt x="1472541" y="62"/>
                  </a:lnTo>
                  <a:lnTo>
                    <a:pt x="1480128" y="512"/>
                  </a:lnTo>
                  <a:lnTo>
                    <a:pt x="1499243" y="1753"/>
                  </a:lnTo>
                  <a:lnTo>
                    <a:pt x="1533399" y="4196"/>
                  </a:lnTo>
                  <a:lnTo>
                    <a:pt x="1584269" y="8221"/>
                  </a:lnTo>
                  <a:lnTo>
                    <a:pt x="1651561" y="14135"/>
                  </a:lnTo>
                  <a:lnTo>
                    <a:pt x="1733180" y="22149"/>
                  </a:lnTo>
                  <a:lnTo>
                    <a:pt x="1825710" y="32366"/>
                  </a:lnTo>
                  <a:lnTo>
                    <a:pt x="1925075" y="44803"/>
                  </a:lnTo>
                  <a:lnTo>
                    <a:pt x="2027212" y="59423"/>
                  </a:lnTo>
                  <a:lnTo>
                    <a:pt x="2128586" y="76179"/>
                  </a:lnTo>
                  <a:lnTo>
                    <a:pt x="2226472" y="95047"/>
                  </a:lnTo>
                  <a:lnTo>
                    <a:pt x="2319032" y="116062"/>
                  </a:lnTo>
                  <a:lnTo>
                    <a:pt x="2405235" y="139324"/>
                  </a:lnTo>
                  <a:lnTo>
                    <a:pt x="2484709" y="165014"/>
                  </a:lnTo>
                  <a:lnTo>
                    <a:pt x="2557565" y="193394"/>
                  </a:lnTo>
                  <a:lnTo>
                    <a:pt x="2624245" y="224796"/>
                  </a:lnTo>
                  <a:lnTo>
                    <a:pt x="2685394" y="259619"/>
                  </a:lnTo>
                  <a:lnTo>
                    <a:pt x="2741767" y="298302"/>
                  </a:lnTo>
                  <a:lnTo>
                    <a:pt x="2794158" y="341293"/>
                  </a:lnTo>
                  <a:lnTo>
                    <a:pt x="2843348" y="388987"/>
                  </a:lnTo>
                  <a:lnTo>
                    <a:pt x="2890056" y="441629"/>
                  </a:lnTo>
                  <a:lnTo>
                    <a:pt x="2896531" y="449514"/>
                  </a:lnTo>
                  <a:lnTo>
                    <a:pt x="2934946" y="499291"/>
                  </a:lnTo>
                  <a:lnTo>
                    <a:pt x="2972378" y="552803"/>
                  </a:lnTo>
                  <a:lnTo>
                    <a:pt x="3009100" y="610124"/>
                  </a:lnTo>
                  <a:lnTo>
                    <a:pt x="3045333" y="671267"/>
                  </a:lnTo>
                  <a:lnTo>
                    <a:pt x="3081248" y="736172"/>
                  </a:lnTo>
                  <a:lnTo>
                    <a:pt x="3116982" y="804702"/>
                  </a:lnTo>
                  <a:lnTo>
                    <a:pt x="3152634" y="876639"/>
                  </a:lnTo>
                  <a:lnTo>
                    <a:pt x="3188273" y="951681"/>
                  </a:lnTo>
                  <a:lnTo>
                    <a:pt x="3223943" y="1029447"/>
                  </a:lnTo>
                  <a:lnTo>
                    <a:pt x="3259664" y="1109479"/>
                  </a:lnTo>
                  <a:lnTo>
                    <a:pt x="3295440" y="1191256"/>
                  </a:lnTo>
                  <a:lnTo>
                    <a:pt x="3331260" y="1274202"/>
                  </a:lnTo>
                  <a:lnTo>
                    <a:pt x="3367101" y="1357707"/>
                  </a:lnTo>
                  <a:lnTo>
                    <a:pt x="3402939" y="1441143"/>
                  </a:lnTo>
                  <a:lnTo>
                    <a:pt x="3438751" y="1523885"/>
                  </a:lnTo>
                  <a:lnTo>
                    <a:pt x="3474515" y="1605326"/>
                  </a:lnTo>
                  <a:lnTo>
                    <a:pt x="3510225" y="1684905"/>
                  </a:lnTo>
                  <a:lnTo>
                    <a:pt x="3545885" y="1762110"/>
                  </a:lnTo>
                  <a:lnTo>
                    <a:pt x="3581523" y="1836501"/>
                  </a:lnTo>
                  <a:lnTo>
                    <a:pt x="3617185" y="1907714"/>
                  </a:lnTo>
                  <a:lnTo>
                    <a:pt x="3652949" y="1975465"/>
                  </a:lnTo>
                  <a:lnTo>
                    <a:pt x="3688922" y="2039554"/>
                  </a:lnTo>
                  <a:lnTo>
                    <a:pt x="3725245" y="2099861"/>
                  </a:lnTo>
                  <a:lnTo>
                    <a:pt x="3762103" y="2156344"/>
                  </a:lnTo>
                  <a:lnTo>
                    <a:pt x="3799725" y="2209028"/>
                  </a:lnTo>
                  <a:lnTo>
                    <a:pt x="3829811" y="2247574"/>
                  </a:lnTo>
                  <a:lnTo>
                    <a:pt x="3876220" y="2300923"/>
                  </a:lnTo>
                  <a:lnTo>
                    <a:pt x="3925015" y="2349311"/>
                  </a:lnTo>
                  <a:lnTo>
                    <a:pt x="3976904" y="2392948"/>
                  </a:lnTo>
                  <a:lnTo>
                    <a:pt x="4032662" y="2432217"/>
                  </a:lnTo>
                  <a:lnTo>
                    <a:pt x="4093085" y="2467561"/>
                  </a:lnTo>
                  <a:lnTo>
                    <a:pt x="4158936" y="2499424"/>
                  </a:lnTo>
                  <a:lnTo>
                    <a:pt x="4230882" y="2528211"/>
                  </a:lnTo>
                  <a:lnTo>
                    <a:pt x="4309399" y="2554267"/>
                  </a:lnTo>
                  <a:lnTo>
                    <a:pt x="4394655" y="2577861"/>
                  </a:lnTo>
                  <a:lnTo>
                    <a:pt x="4486357" y="2599187"/>
                  </a:lnTo>
                  <a:lnTo>
                    <a:pt x="4583578" y="2618357"/>
                  </a:lnTo>
                  <a:lnTo>
                    <a:pt x="4684602" y="2635413"/>
                  </a:lnTo>
                  <a:lnTo>
                    <a:pt x="4786830" y="2650339"/>
                  </a:lnTo>
                  <a:lnTo>
                    <a:pt x="4886829" y="2663090"/>
                  </a:lnTo>
                  <a:lnTo>
                    <a:pt x="4980585" y="2673623"/>
                  </a:lnTo>
                  <a:lnTo>
                    <a:pt x="5063986" y="2681945"/>
                  </a:lnTo>
                  <a:lnTo>
                    <a:pt x="5133479" y="2688148"/>
                  </a:lnTo>
                  <a:lnTo>
                    <a:pt x="5186746" y="2692424"/>
                  </a:lnTo>
                  <a:lnTo>
                    <a:pt x="5223221" y="2695071"/>
                  </a:lnTo>
                  <a:lnTo>
                    <a:pt x="5244300" y="2696458"/>
                  </a:lnTo>
                  <a:lnTo>
                    <a:pt x="5253249" y="2696995"/>
                  </a:lnTo>
                  <a:lnTo>
                    <a:pt x="5254952" y="2697089"/>
                  </a:lnTo>
                  <a:lnTo>
                    <a:pt x="5254955" y="2697089"/>
                  </a:lnTo>
                  <a:lnTo>
                    <a:pt x="6726343" y="2697089"/>
                  </a:lnTo>
                  <a:lnTo>
                    <a:pt x="6727580" y="2697083"/>
                  </a:lnTo>
                  <a:lnTo>
                    <a:pt x="6735697" y="2697037"/>
                  </a:lnTo>
                  <a:lnTo>
                    <a:pt x="6756105" y="2696912"/>
                  </a:lnTo>
                  <a:lnTo>
                    <a:pt x="6792462" y="2696666"/>
                  </a:lnTo>
                  <a:lnTo>
                    <a:pt x="6846388" y="2696260"/>
                  </a:lnTo>
                  <a:lnTo>
                    <a:pt x="6917349" y="2695666"/>
                  </a:lnTo>
                  <a:lnTo>
                    <a:pt x="7002881" y="2694863"/>
                  </a:lnTo>
                  <a:lnTo>
                    <a:pt x="7099162" y="2693842"/>
                  </a:lnTo>
                  <a:lnTo>
                    <a:pt x="7201778" y="2692603"/>
                  </a:lnTo>
                  <a:lnTo>
                    <a:pt x="7306450" y="2691151"/>
                  </a:lnTo>
                  <a:lnTo>
                    <a:pt x="7409563" y="2689488"/>
                  </a:lnTo>
                  <a:lnTo>
                    <a:pt x="7508431" y="2687618"/>
                  </a:lnTo>
                  <a:lnTo>
                    <a:pt x="7601332" y="2685534"/>
                  </a:lnTo>
                  <a:lnTo>
                    <a:pt x="7687388" y="2683224"/>
                  </a:lnTo>
                  <a:lnTo>
                    <a:pt x="7766383" y="2680667"/>
                  </a:lnTo>
                  <a:lnTo>
                    <a:pt x="7838576" y="2677835"/>
                  </a:lnTo>
                  <a:lnTo>
                    <a:pt x="7904535" y="2674691"/>
                  </a:lnTo>
                  <a:lnTo>
                    <a:pt x="7965008" y="2671193"/>
                  </a:lnTo>
                  <a:lnTo>
                    <a:pt x="8020830" y="2667295"/>
                  </a:lnTo>
                  <a:lnTo>
                    <a:pt x="8072851" y="2662955"/>
                  </a:lnTo>
                  <a:lnTo>
                    <a:pt x="8121887" y="2658138"/>
                  </a:lnTo>
                  <a:lnTo>
                    <a:pt x="8151487" y="2654862"/>
                  </a:lnTo>
                  <a:lnTo>
                    <a:pt x="8207281" y="2647910"/>
                  </a:lnTo>
                  <a:lnTo>
                    <a:pt x="8261248" y="2640202"/>
                  </a:lnTo>
                  <a:lnTo>
                    <a:pt x="8314127" y="2631728"/>
                  </a:lnTo>
                  <a:lnTo>
                    <a:pt x="8366441" y="2622509"/>
                  </a:lnTo>
                  <a:lnTo>
                    <a:pt x="8418546" y="2612600"/>
                  </a:lnTo>
                  <a:lnTo>
                    <a:pt x="8470653" y="2602092"/>
                  </a:lnTo>
                  <a:lnTo>
                    <a:pt x="8522860" y="2591107"/>
                  </a:lnTo>
                  <a:lnTo>
                    <a:pt x="8575178" y="2579800"/>
                  </a:lnTo>
                  <a:lnTo>
                    <a:pt x="8627557" y="2568342"/>
                  </a:lnTo>
                  <a:lnTo>
                    <a:pt x="8679922" y="2556918"/>
                  </a:lnTo>
                  <a:lnTo>
                    <a:pt x="8732203" y="2545707"/>
                  </a:lnTo>
                  <a:lnTo>
                    <a:pt x="8784369" y="2534878"/>
                  </a:lnTo>
                  <a:lnTo>
                    <a:pt x="8836458" y="2524573"/>
                  </a:lnTo>
                  <a:lnTo>
                    <a:pt x="8888607" y="2514904"/>
                  </a:lnTo>
                  <a:lnTo>
                    <a:pt x="8941076" y="2505949"/>
                  </a:lnTo>
                  <a:lnTo>
                    <a:pt x="8994276" y="2497750"/>
                  </a:lnTo>
                  <a:lnTo>
                    <a:pt x="9048803" y="2490316"/>
                  </a:lnTo>
                  <a:lnTo>
                    <a:pt x="9084767" y="2485953"/>
                  </a:lnTo>
                  <a:lnTo>
                    <a:pt x="9132305" y="2480828"/>
                  </a:lnTo>
                  <a:lnTo>
                    <a:pt x="9182361" y="2476191"/>
                  </a:lnTo>
                  <a:lnTo>
                    <a:pt x="9235698" y="2472021"/>
                  </a:lnTo>
                  <a:lnTo>
                    <a:pt x="9293150" y="2468277"/>
                  </a:lnTo>
                  <a:lnTo>
                    <a:pt x="9355569" y="2464916"/>
                  </a:lnTo>
                  <a:lnTo>
                    <a:pt x="9423767" y="2461892"/>
                  </a:lnTo>
                  <a:lnTo>
                    <a:pt x="9498437" y="2459166"/>
                  </a:lnTo>
                  <a:lnTo>
                    <a:pt x="9580049" y="2456704"/>
                  </a:lnTo>
                  <a:lnTo>
                    <a:pt x="9668707" y="2454480"/>
                  </a:lnTo>
                  <a:lnTo>
                    <a:pt x="9763972" y="2452477"/>
                  </a:lnTo>
                  <a:lnTo>
                    <a:pt x="9864671" y="2450684"/>
                  </a:lnTo>
                  <a:lnTo>
                    <a:pt x="9968729" y="2449099"/>
                  </a:lnTo>
                  <a:lnTo>
                    <a:pt x="10073103" y="2447725"/>
                  </a:lnTo>
                  <a:lnTo>
                    <a:pt x="10173884" y="2446567"/>
                  </a:lnTo>
                  <a:lnTo>
                    <a:pt x="10266668" y="2445628"/>
                  </a:lnTo>
                  <a:lnTo>
                    <a:pt x="10347169" y="2444904"/>
                  </a:lnTo>
                  <a:lnTo>
                    <a:pt x="10411988" y="2444383"/>
                  </a:lnTo>
                  <a:lnTo>
                    <a:pt x="10459327" y="2444041"/>
                  </a:lnTo>
                  <a:lnTo>
                    <a:pt x="10489448" y="2443844"/>
                  </a:lnTo>
                  <a:lnTo>
                    <a:pt x="10504758" y="2443754"/>
                  </a:lnTo>
                  <a:lnTo>
                    <a:pt x="10509598" y="2443728"/>
                  </a:lnTo>
                  <a:lnTo>
                    <a:pt x="10509911" y="2443726"/>
                  </a:lnTo>
                  <a:lnTo>
                    <a:pt x="11981298" y="244372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35" name="pl835"/>
            <p:cNvSpPr/>
            <p:nvPr/>
          </p:nvSpPr>
          <p:spPr>
            <a:xfrm>
              <a:off x="4799595" y="8101855"/>
              <a:ext cx="11981298" cy="2697089"/>
            </a:xfrm>
            <a:custGeom>
              <a:avLst/>
              <a:pathLst>
                <a:path w="11981298" h="2697089">
                  <a:moveTo>
                    <a:pt x="11981298" y="2443726"/>
                  </a:moveTo>
                  <a:lnTo>
                    <a:pt x="10509911" y="2443726"/>
                  </a:lnTo>
                  <a:lnTo>
                    <a:pt x="10508674" y="2443732"/>
                  </a:lnTo>
                  <a:lnTo>
                    <a:pt x="10500557" y="2443778"/>
                  </a:lnTo>
                  <a:lnTo>
                    <a:pt x="10480148" y="2443903"/>
                  </a:lnTo>
                  <a:lnTo>
                    <a:pt x="10443791" y="2444149"/>
                  </a:lnTo>
                  <a:lnTo>
                    <a:pt x="10389865" y="2444555"/>
                  </a:lnTo>
                  <a:lnTo>
                    <a:pt x="10318904" y="2445149"/>
                  </a:lnTo>
                  <a:lnTo>
                    <a:pt x="10233373" y="2445952"/>
                  </a:lnTo>
                  <a:lnTo>
                    <a:pt x="10137091" y="2446973"/>
                  </a:lnTo>
                  <a:lnTo>
                    <a:pt x="10034475" y="2448212"/>
                  </a:lnTo>
                  <a:lnTo>
                    <a:pt x="9929803" y="2449664"/>
                  </a:lnTo>
                  <a:lnTo>
                    <a:pt x="9826691" y="2451326"/>
                  </a:lnTo>
                  <a:lnTo>
                    <a:pt x="9727822" y="2453197"/>
                  </a:lnTo>
                  <a:lnTo>
                    <a:pt x="9634921" y="2455281"/>
                  </a:lnTo>
                  <a:lnTo>
                    <a:pt x="9548865" y="2457591"/>
                  </a:lnTo>
                  <a:lnTo>
                    <a:pt x="9469870" y="2460147"/>
                  </a:lnTo>
                  <a:lnTo>
                    <a:pt x="9397677" y="2462980"/>
                  </a:lnTo>
                  <a:lnTo>
                    <a:pt x="9331718" y="2466124"/>
                  </a:lnTo>
                  <a:lnTo>
                    <a:pt x="9271245" y="2469622"/>
                  </a:lnTo>
                  <a:lnTo>
                    <a:pt x="9215424" y="2473520"/>
                  </a:lnTo>
                  <a:lnTo>
                    <a:pt x="9163402" y="2477860"/>
                  </a:lnTo>
                  <a:lnTo>
                    <a:pt x="9114366" y="2482677"/>
                  </a:lnTo>
                  <a:lnTo>
                    <a:pt x="9084767" y="2485953"/>
                  </a:lnTo>
                  <a:lnTo>
                    <a:pt x="9028973" y="2492905"/>
                  </a:lnTo>
                  <a:lnTo>
                    <a:pt x="8975005" y="2500613"/>
                  </a:lnTo>
                  <a:lnTo>
                    <a:pt x="8922127" y="2509087"/>
                  </a:lnTo>
                  <a:lnTo>
                    <a:pt x="8869812" y="2518306"/>
                  </a:lnTo>
                  <a:lnTo>
                    <a:pt x="8817707" y="2528215"/>
                  </a:lnTo>
                  <a:lnTo>
                    <a:pt x="8765600" y="2538723"/>
                  </a:lnTo>
                  <a:lnTo>
                    <a:pt x="8713393" y="2549708"/>
                  </a:lnTo>
                  <a:lnTo>
                    <a:pt x="8661075" y="2561015"/>
                  </a:lnTo>
                  <a:lnTo>
                    <a:pt x="8608696" y="2572473"/>
                  </a:lnTo>
                  <a:lnTo>
                    <a:pt x="8556332" y="2583897"/>
                  </a:lnTo>
                  <a:lnTo>
                    <a:pt x="8504051" y="2595108"/>
                  </a:lnTo>
                  <a:lnTo>
                    <a:pt x="8451885" y="2605937"/>
                  </a:lnTo>
                  <a:lnTo>
                    <a:pt x="8399795" y="2616242"/>
                  </a:lnTo>
                  <a:lnTo>
                    <a:pt x="8347646" y="2625911"/>
                  </a:lnTo>
                  <a:lnTo>
                    <a:pt x="8295177" y="2634866"/>
                  </a:lnTo>
                  <a:lnTo>
                    <a:pt x="8241977" y="2643065"/>
                  </a:lnTo>
                  <a:lnTo>
                    <a:pt x="8187450" y="2650499"/>
                  </a:lnTo>
                  <a:lnTo>
                    <a:pt x="8151487" y="2654862"/>
                  </a:lnTo>
                  <a:lnTo>
                    <a:pt x="8103948" y="2659987"/>
                  </a:lnTo>
                  <a:lnTo>
                    <a:pt x="8053892" y="2664624"/>
                  </a:lnTo>
                  <a:lnTo>
                    <a:pt x="8000555" y="2668794"/>
                  </a:lnTo>
                  <a:lnTo>
                    <a:pt x="7943104" y="2672538"/>
                  </a:lnTo>
                  <a:lnTo>
                    <a:pt x="7880685" y="2675899"/>
                  </a:lnTo>
                  <a:lnTo>
                    <a:pt x="7812487" y="2678923"/>
                  </a:lnTo>
                  <a:lnTo>
                    <a:pt x="7737816" y="2681649"/>
                  </a:lnTo>
                  <a:lnTo>
                    <a:pt x="7656204" y="2684111"/>
                  </a:lnTo>
                  <a:lnTo>
                    <a:pt x="7567546" y="2686335"/>
                  </a:lnTo>
                  <a:lnTo>
                    <a:pt x="7472281" y="2688338"/>
                  </a:lnTo>
                  <a:lnTo>
                    <a:pt x="7371583" y="2690131"/>
                  </a:lnTo>
                  <a:lnTo>
                    <a:pt x="7267524" y="2691716"/>
                  </a:lnTo>
                  <a:lnTo>
                    <a:pt x="7163151" y="2693089"/>
                  </a:lnTo>
                  <a:lnTo>
                    <a:pt x="7062369" y="2694248"/>
                  </a:lnTo>
                  <a:lnTo>
                    <a:pt x="6969585" y="2695187"/>
                  </a:lnTo>
                  <a:lnTo>
                    <a:pt x="6889084" y="2695911"/>
                  </a:lnTo>
                  <a:lnTo>
                    <a:pt x="6824266" y="2696432"/>
                  </a:lnTo>
                  <a:lnTo>
                    <a:pt x="6776926" y="2696774"/>
                  </a:lnTo>
                  <a:lnTo>
                    <a:pt x="6746805" y="2696971"/>
                  </a:lnTo>
                  <a:lnTo>
                    <a:pt x="6731495" y="2697061"/>
                  </a:lnTo>
                  <a:lnTo>
                    <a:pt x="6726656" y="2697087"/>
                  </a:lnTo>
                  <a:lnTo>
                    <a:pt x="6726343" y="2697089"/>
                  </a:lnTo>
                  <a:lnTo>
                    <a:pt x="5254955" y="2697089"/>
                  </a:lnTo>
                  <a:lnTo>
                    <a:pt x="5253801" y="2697026"/>
                  </a:lnTo>
                  <a:lnTo>
                    <a:pt x="5246215" y="2696577"/>
                  </a:lnTo>
                  <a:lnTo>
                    <a:pt x="5227099" y="2695336"/>
                  </a:lnTo>
                  <a:lnTo>
                    <a:pt x="5192943" y="2692892"/>
                  </a:lnTo>
                  <a:lnTo>
                    <a:pt x="5142073" y="2688867"/>
                  </a:lnTo>
                  <a:lnTo>
                    <a:pt x="5074781" y="2682953"/>
                  </a:lnTo>
                  <a:lnTo>
                    <a:pt x="4993162" y="2674939"/>
                  </a:lnTo>
                  <a:lnTo>
                    <a:pt x="4900632" y="2664722"/>
                  </a:lnTo>
                  <a:lnTo>
                    <a:pt x="4801268" y="2652286"/>
                  </a:lnTo>
                  <a:lnTo>
                    <a:pt x="4699130" y="2637665"/>
                  </a:lnTo>
                  <a:lnTo>
                    <a:pt x="4597756" y="2620910"/>
                  </a:lnTo>
                  <a:lnTo>
                    <a:pt x="4499870" y="2602041"/>
                  </a:lnTo>
                  <a:lnTo>
                    <a:pt x="4407310" y="2581027"/>
                  </a:lnTo>
                  <a:lnTo>
                    <a:pt x="4321107" y="2557765"/>
                  </a:lnTo>
                  <a:lnTo>
                    <a:pt x="4241633" y="2532074"/>
                  </a:lnTo>
                  <a:lnTo>
                    <a:pt x="4168777" y="2503695"/>
                  </a:lnTo>
                  <a:lnTo>
                    <a:pt x="4102097" y="2472292"/>
                  </a:lnTo>
                  <a:lnTo>
                    <a:pt x="4040948" y="2437469"/>
                  </a:lnTo>
                  <a:lnTo>
                    <a:pt x="3984575" y="2398786"/>
                  </a:lnTo>
                  <a:lnTo>
                    <a:pt x="3932184" y="2355795"/>
                  </a:lnTo>
                  <a:lnTo>
                    <a:pt x="3882995" y="2308101"/>
                  </a:lnTo>
                  <a:lnTo>
                    <a:pt x="3836286" y="2255460"/>
                  </a:lnTo>
                  <a:lnTo>
                    <a:pt x="3829811" y="2247574"/>
                  </a:lnTo>
                  <a:lnTo>
                    <a:pt x="3791396" y="2197797"/>
                  </a:lnTo>
                  <a:lnTo>
                    <a:pt x="3753964" y="2144286"/>
                  </a:lnTo>
                  <a:lnTo>
                    <a:pt x="3717242" y="2086964"/>
                  </a:lnTo>
                  <a:lnTo>
                    <a:pt x="3681010" y="2025822"/>
                  </a:lnTo>
                  <a:lnTo>
                    <a:pt x="3645094" y="1960917"/>
                  </a:lnTo>
                  <a:lnTo>
                    <a:pt x="3609360" y="1892387"/>
                  </a:lnTo>
                  <a:lnTo>
                    <a:pt x="3573708" y="1820450"/>
                  </a:lnTo>
                  <a:lnTo>
                    <a:pt x="3538069" y="1745408"/>
                  </a:lnTo>
                  <a:lnTo>
                    <a:pt x="3502399" y="1667642"/>
                  </a:lnTo>
                  <a:lnTo>
                    <a:pt x="3466678" y="1587609"/>
                  </a:lnTo>
                  <a:lnTo>
                    <a:pt x="3430902" y="1505832"/>
                  </a:lnTo>
                  <a:lnTo>
                    <a:pt x="3395083" y="1422886"/>
                  </a:lnTo>
                  <a:lnTo>
                    <a:pt x="3359241" y="1339381"/>
                  </a:lnTo>
                  <a:lnTo>
                    <a:pt x="3323403" y="1255945"/>
                  </a:lnTo>
                  <a:lnTo>
                    <a:pt x="3287592" y="1173204"/>
                  </a:lnTo>
                  <a:lnTo>
                    <a:pt x="3251827" y="1091762"/>
                  </a:lnTo>
                  <a:lnTo>
                    <a:pt x="3216117" y="1012184"/>
                  </a:lnTo>
                  <a:lnTo>
                    <a:pt x="3180457" y="934978"/>
                  </a:lnTo>
                  <a:lnTo>
                    <a:pt x="3144819" y="860587"/>
                  </a:lnTo>
                  <a:lnTo>
                    <a:pt x="3109157" y="789374"/>
                  </a:lnTo>
                  <a:lnTo>
                    <a:pt x="3073393" y="721624"/>
                  </a:lnTo>
                  <a:lnTo>
                    <a:pt x="3037420" y="657535"/>
                  </a:lnTo>
                  <a:lnTo>
                    <a:pt x="3001097" y="597227"/>
                  </a:lnTo>
                  <a:lnTo>
                    <a:pt x="2964240" y="540745"/>
                  </a:lnTo>
                  <a:lnTo>
                    <a:pt x="2926618" y="488061"/>
                  </a:lnTo>
                  <a:lnTo>
                    <a:pt x="2896531" y="449514"/>
                  </a:lnTo>
                  <a:lnTo>
                    <a:pt x="2850122" y="396165"/>
                  </a:lnTo>
                  <a:lnTo>
                    <a:pt x="2801327" y="347778"/>
                  </a:lnTo>
                  <a:lnTo>
                    <a:pt x="2749438" y="304140"/>
                  </a:lnTo>
                  <a:lnTo>
                    <a:pt x="2693680" y="264872"/>
                  </a:lnTo>
                  <a:lnTo>
                    <a:pt x="2633257" y="229527"/>
                  </a:lnTo>
                  <a:lnTo>
                    <a:pt x="2567406" y="197664"/>
                  </a:lnTo>
                  <a:lnTo>
                    <a:pt x="2495460" y="168877"/>
                  </a:lnTo>
                  <a:lnTo>
                    <a:pt x="2416943" y="142822"/>
                  </a:lnTo>
                  <a:lnTo>
                    <a:pt x="2331687" y="119228"/>
                  </a:lnTo>
                  <a:lnTo>
                    <a:pt x="2239985" y="97902"/>
                  </a:lnTo>
                  <a:lnTo>
                    <a:pt x="2142764" y="78732"/>
                  </a:lnTo>
                  <a:lnTo>
                    <a:pt x="2041740" y="61675"/>
                  </a:lnTo>
                  <a:lnTo>
                    <a:pt x="1939513" y="46749"/>
                  </a:lnTo>
                  <a:lnTo>
                    <a:pt x="1839514" y="33999"/>
                  </a:lnTo>
                  <a:lnTo>
                    <a:pt x="1745758" y="23466"/>
                  </a:lnTo>
                  <a:lnTo>
                    <a:pt x="1662356" y="15143"/>
                  </a:lnTo>
                  <a:lnTo>
                    <a:pt x="1592863" y="8941"/>
                  </a:lnTo>
                  <a:lnTo>
                    <a:pt x="1539596" y="4664"/>
                  </a:lnTo>
                  <a:lnTo>
                    <a:pt x="1503121" y="2018"/>
                  </a:lnTo>
                  <a:lnTo>
                    <a:pt x="1482042" y="630"/>
                  </a:lnTo>
                  <a:lnTo>
                    <a:pt x="1473093" y="94"/>
                  </a:lnTo>
                  <a:lnTo>
                    <a:pt x="1471391" y="0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36" name="pg836"/>
            <p:cNvSpPr/>
            <p:nvPr/>
          </p:nvSpPr>
          <p:spPr>
            <a:xfrm>
              <a:off x="4799595" y="3647571"/>
              <a:ext cx="11981298" cy="3587946"/>
            </a:xfrm>
            <a:custGeom>
              <a:avLst/>
              <a:pathLst>
                <a:path w="11981298" h="3587946">
                  <a:moveTo>
                    <a:pt x="0" y="3587946"/>
                  </a:moveTo>
                  <a:lnTo>
                    <a:pt x="1471387" y="3587946"/>
                  </a:lnTo>
                  <a:lnTo>
                    <a:pt x="1472549" y="3587886"/>
                  </a:lnTo>
                  <a:lnTo>
                    <a:pt x="1480185" y="3587457"/>
                  </a:lnTo>
                  <a:lnTo>
                    <a:pt x="1499423" y="3586271"/>
                  </a:lnTo>
                  <a:lnTo>
                    <a:pt x="1533787" y="3583937"/>
                  </a:lnTo>
                  <a:lnTo>
                    <a:pt x="1584947" y="3580094"/>
                  </a:lnTo>
                  <a:lnTo>
                    <a:pt x="1652589" y="3574448"/>
                  </a:lnTo>
                  <a:lnTo>
                    <a:pt x="1734584" y="3566799"/>
                  </a:lnTo>
                  <a:lnTo>
                    <a:pt x="1827476" y="3557050"/>
                  </a:lnTo>
                  <a:lnTo>
                    <a:pt x="1927159" y="3545186"/>
                  </a:lnTo>
                  <a:lnTo>
                    <a:pt x="2029548" y="3531243"/>
                  </a:lnTo>
                  <a:lnTo>
                    <a:pt x="2131097" y="3515266"/>
                  </a:lnTo>
                  <a:lnTo>
                    <a:pt x="2229086" y="3497275"/>
                  </a:lnTo>
                  <a:lnTo>
                    <a:pt x="2321686" y="3477239"/>
                  </a:lnTo>
                  <a:lnTo>
                    <a:pt x="2407881" y="3455057"/>
                  </a:lnTo>
                  <a:lnTo>
                    <a:pt x="2487312" y="3430554"/>
                  </a:lnTo>
                  <a:lnTo>
                    <a:pt x="2560106" y="3403479"/>
                  </a:lnTo>
                  <a:lnTo>
                    <a:pt x="2626717" y="3373510"/>
                  </a:lnTo>
                  <a:lnTo>
                    <a:pt x="2687800" y="3340267"/>
                  </a:lnTo>
                  <a:lnTo>
                    <a:pt x="2744118" y="3303329"/>
                  </a:lnTo>
                  <a:lnTo>
                    <a:pt x="2796469" y="3262267"/>
                  </a:lnTo>
                  <a:lnTo>
                    <a:pt x="2845639" y="3216710"/>
                  </a:lnTo>
                  <a:lnTo>
                    <a:pt x="2892349" y="3166434"/>
                  </a:lnTo>
                  <a:lnTo>
                    <a:pt x="2896531" y="3161588"/>
                  </a:lnTo>
                  <a:lnTo>
                    <a:pt x="2935734" y="3113355"/>
                  </a:lnTo>
                  <a:lnTo>
                    <a:pt x="2973919" y="3061430"/>
                  </a:lnTo>
                  <a:lnTo>
                    <a:pt x="3011374" y="3005738"/>
                  </a:lnTo>
                  <a:lnTo>
                    <a:pt x="3048332" y="2946270"/>
                  </a:lnTo>
                  <a:lnTo>
                    <a:pt x="3084973" y="2883093"/>
                  </a:lnTo>
                  <a:lnTo>
                    <a:pt x="3121436" y="2816351"/>
                  </a:lnTo>
                  <a:lnTo>
                    <a:pt x="3157824" y="2746276"/>
                  </a:lnTo>
                  <a:lnTo>
                    <a:pt x="3194207" y="2673181"/>
                  </a:lnTo>
                  <a:lnTo>
                    <a:pt x="3230628" y="2597465"/>
                  </a:lnTo>
                  <a:lnTo>
                    <a:pt x="3267104" y="2519601"/>
                  </a:lnTo>
                  <a:lnTo>
                    <a:pt x="3303636" y="2440128"/>
                  </a:lnTo>
                  <a:lnTo>
                    <a:pt x="3340208" y="2359634"/>
                  </a:lnTo>
                  <a:lnTo>
                    <a:pt x="3376796" y="2278743"/>
                  </a:lnTo>
                  <a:lnTo>
                    <a:pt x="3413375" y="2198088"/>
                  </a:lnTo>
                  <a:lnTo>
                    <a:pt x="3449919" y="2118296"/>
                  </a:lnTo>
                  <a:lnTo>
                    <a:pt x="3486410" y="2039968"/>
                  </a:lnTo>
                  <a:lnTo>
                    <a:pt x="3522844" y="1963656"/>
                  </a:lnTo>
                  <a:lnTo>
                    <a:pt x="3559233" y="1889851"/>
                  </a:lnTo>
                  <a:lnTo>
                    <a:pt x="3595615" y="1818972"/>
                  </a:lnTo>
                  <a:lnTo>
                    <a:pt x="3632051" y="1751354"/>
                  </a:lnTo>
                  <a:lnTo>
                    <a:pt x="3668634" y="1687250"/>
                  </a:lnTo>
                  <a:lnTo>
                    <a:pt x="3705496" y="1626826"/>
                  </a:lnTo>
                  <a:lnTo>
                    <a:pt x="3742804" y="1570168"/>
                  </a:lnTo>
                  <a:lnTo>
                    <a:pt x="3780778" y="1517286"/>
                  </a:lnTo>
                  <a:lnTo>
                    <a:pt x="3819690" y="1468121"/>
                  </a:lnTo>
                  <a:lnTo>
                    <a:pt x="3829811" y="1456155"/>
                  </a:lnTo>
                  <a:lnTo>
                    <a:pt x="3876328" y="1405444"/>
                  </a:lnTo>
                  <a:lnTo>
                    <a:pt x="3925244" y="1359461"/>
                  </a:lnTo>
                  <a:lnTo>
                    <a:pt x="3977272" y="1318001"/>
                  </a:lnTo>
                  <a:lnTo>
                    <a:pt x="4033192" y="1280702"/>
                  </a:lnTo>
                  <a:lnTo>
                    <a:pt x="4093805" y="1247138"/>
                  </a:lnTo>
                  <a:lnTo>
                    <a:pt x="4159880" y="1216886"/>
                  </a:lnTo>
                  <a:lnTo>
                    <a:pt x="4232084" y="1189560"/>
                  </a:lnTo>
                  <a:lnTo>
                    <a:pt x="4310896" y="1164833"/>
                  </a:lnTo>
                  <a:lnTo>
                    <a:pt x="4396477" y="1142446"/>
                  </a:lnTo>
                  <a:lnTo>
                    <a:pt x="4488521" y="1122219"/>
                  </a:lnTo>
                  <a:lnTo>
                    <a:pt x="4586078" y="1104043"/>
                  </a:lnTo>
                  <a:lnTo>
                    <a:pt x="4687401" y="1087881"/>
                  </a:lnTo>
                  <a:lnTo>
                    <a:pt x="4789849" y="1073749"/>
                  </a:lnTo>
                  <a:lnTo>
                    <a:pt x="4889945" y="1061693"/>
                  </a:lnTo>
                  <a:lnTo>
                    <a:pt x="4983635" y="1051750"/>
                  </a:lnTo>
                  <a:lnTo>
                    <a:pt x="5066788" y="1043911"/>
                  </a:lnTo>
                  <a:lnTo>
                    <a:pt x="5135859" y="1038088"/>
                  </a:lnTo>
                  <a:lnTo>
                    <a:pt x="5188573" y="1034090"/>
                  </a:lnTo>
                  <a:lnTo>
                    <a:pt x="5224438" y="1031632"/>
                  </a:lnTo>
                  <a:lnTo>
                    <a:pt x="5244942" y="1030358"/>
                  </a:lnTo>
                  <a:lnTo>
                    <a:pt x="5253451" y="1029876"/>
                  </a:lnTo>
                  <a:lnTo>
                    <a:pt x="5254955" y="1029797"/>
                  </a:lnTo>
                  <a:lnTo>
                    <a:pt x="6726343" y="1029797"/>
                  </a:lnTo>
                  <a:lnTo>
                    <a:pt x="6727568" y="1029772"/>
                  </a:lnTo>
                  <a:lnTo>
                    <a:pt x="6735607" y="1029591"/>
                  </a:lnTo>
                  <a:lnTo>
                    <a:pt x="6755828" y="1029091"/>
                  </a:lnTo>
                  <a:lnTo>
                    <a:pt x="6791866" y="1028108"/>
                  </a:lnTo>
                  <a:lnTo>
                    <a:pt x="6845350" y="1026489"/>
                  </a:lnTo>
                  <a:lnTo>
                    <a:pt x="6915783" y="1024116"/>
                  </a:lnTo>
                  <a:lnTo>
                    <a:pt x="7000755" y="1020907"/>
                  </a:lnTo>
                  <a:lnTo>
                    <a:pt x="7096504" y="1016827"/>
                  </a:lnTo>
                  <a:lnTo>
                    <a:pt x="7198664" y="1011872"/>
                  </a:lnTo>
                  <a:lnTo>
                    <a:pt x="7302984" y="1006061"/>
                  </a:lnTo>
                  <a:lnTo>
                    <a:pt x="7405860" y="999410"/>
                  </a:lnTo>
                  <a:lnTo>
                    <a:pt x="7504600" y="991924"/>
                  </a:lnTo>
                  <a:lnTo>
                    <a:pt x="7597462" y="983586"/>
                  </a:lnTo>
                  <a:lnTo>
                    <a:pt x="7683547" y="974345"/>
                  </a:lnTo>
                  <a:lnTo>
                    <a:pt x="7762615" y="964120"/>
                  </a:lnTo>
                  <a:lnTo>
                    <a:pt x="7834906" y="952797"/>
                  </a:lnTo>
                  <a:lnTo>
                    <a:pt x="7900968" y="940234"/>
                  </a:lnTo>
                  <a:lnTo>
                    <a:pt x="7961535" y="926262"/>
                  </a:lnTo>
                  <a:lnTo>
                    <a:pt x="8017431" y="910703"/>
                  </a:lnTo>
                  <a:lnTo>
                    <a:pt x="8069500" y="893380"/>
                  </a:lnTo>
                  <a:lnTo>
                    <a:pt x="8118551" y="874154"/>
                  </a:lnTo>
                  <a:lnTo>
                    <a:pt x="8151487" y="859526"/>
                  </a:lnTo>
                  <a:lnTo>
                    <a:pt x="8202129" y="834258"/>
                  </a:lnTo>
                  <a:lnTo>
                    <a:pt x="8251208" y="806491"/>
                  </a:lnTo>
                  <a:lnTo>
                    <a:pt x="8299296" y="776186"/>
                  </a:lnTo>
                  <a:lnTo>
                    <a:pt x="8346818" y="743384"/>
                  </a:lnTo>
                  <a:lnTo>
                    <a:pt x="8394075" y="708215"/>
                  </a:lnTo>
                  <a:lnTo>
                    <a:pt x="8441267" y="670904"/>
                  </a:lnTo>
                  <a:lnTo>
                    <a:pt x="8488507" y="631773"/>
                  </a:lnTo>
                  <a:lnTo>
                    <a:pt x="8535840" y="591228"/>
                  </a:lnTo>
                  <a:lnTo>
                    <a:pt x="8583258" y="549749"/>
                  </a:lnTo>
                  <a:lnTo>
                    <a:pt x="8630718" y="507866"/>
                  </a:lnTo>
                  <a:lnTo>
                    <a:pt x="8678162" y="466129"/>
                  </a:lnTo>
                  <a:lnTo>
                    <a:pt x="8725538" y="425083"/>
                  </a:lnTo>
                  <a:lnTo>
                    <a:pt x="8772820" y="385232"/>
                  </a:lnTo>
                  <a:lnTo>
                    <a:pt x="8820025" y="347021"/>
                  </a:lnTo>
                  <a:lnTo>
                    <a:pt x="8867232" y="310813"/>
                  </a:lnTo>
                  <a:lnTo>
                    <a:pt x="8914598" y="276878"/>
                  </a:lnTo>
                  <a:lnTo>
                    <a:pt x="8962376" y="245390"/>
                  </a:lnTo>
                  <a:lnTo>
                    <a:pt x="9010929" y="216432"/>
                  </a:lnTo>
                  <a:lnTo>
                    <a:pt x="9060755" y="190000"/>
                  </a:lnTo>
                  <a:lnTo>
                    <a:pt x="9084767" y="178443"/>
                  </a:lnTo>
                  <a:lnTo>
                    <a:pt x="9132143" y="157843"/>
                  </a:lnTo>
                  <a:lnTo>
                    <a:pt x="9182019" y="139199"/>
                  </a:lnTo>
                  <a:lnTo>
                    <a:pt x="9235148" y="122422"/>
                  </a:lnTo>
                  <a:lnTo>
                    <a:pt x="9292356" y="107359"/>
                  </a:lnTo>
                  <a:lnTo>
                    <a:pt x="9354488" y="93828"/>
                  </a:lnTo>
                  <a:lnTo>
                    <a:pt x="9422348" y="81653"/>
                  </a:lnTo>
                  <a:lnTo>
                    <a:pt x="9496625" y="70673"/>
                  </a:lnTo>
                  <a:lnTo>
                    <a:pt x="9577791" y="60754"/>
                  </a:lnTo>
                  <a:lnTo>
                    <a:pt x="9665960" y="51791"/>
                  </a:lnTo>
                  <a:lnTo>
                    <a:pt x="9760715" y="43712"/>
                  </a:lnTo>
                  <a:lnTo>
                    <a:pt x="9860920" y="36478"/>
                  </a:lnTo>
                  <a:lnTo>
                    <a:pt x="9964556" y="30077"/>
                  </a:lnTo>
                  <a:lnTo>
                    <a:pt x="10068644" y="24521"/>
                  </a:lnTo>
                  <a:lnTo>
                    <a:pt x="10169344" y="19827"/>
                  </a:lnTo>
                  <a:lnTo>
                    <a:pt x="10262307" y="16010"/>
                  </a:lnTo>
                  <a:lnTo>
                    <a:pt x="10343265" y="13057"/>
                  </a:lnTo>
                  <a:lnTo>
                    <a:pt x="10408788" y="10921"/>
                  </a:lnTo>
                  <a:lnTo>
                    <a:pt x="10456996" y="9507"/>
                  </a:lnTo>
                  <a:lnTo>
                    <a:pt x="10488022" y="8685"/>
                  </a:lnTo>
                  <a:lnTo>
                    <a:pt x="10504123" y="8299"/>
                  </a:lnTo>
                  <a:lnTo>
                    <a:pt x="10509483" y="8181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8686" y="25"/>
                  </a:lnTo>
                  <a:lnTo>
                    <a:pt x="10500646" y="206"/>
                  </a:lnTo>
                  <a:lnTo>
                    <a:pt x="10480425" y="706"/>
                  </a:lnTo>
                  <a:lnTo>
                    <a:pt x="10444388" y="1689"/>
                  </a:lnTo>
                  <a:lnTo>
                    <a:pt x="10390903" y="3308"/>
                  </a:lnTo>
                  <a:lnTo>
                    <a:pt x="10320470" y="5681"/>
                  </a:lnTo>
                  <a:lnTo>
                    <a:pt x="10235498" y="8890"/>
                  </a:lnTo>
                  <a:lnTo>
                    <a:pt x="10139749" y="12970"/>
                  </a:lnTo>
                  <a:lnTo>
                    <a:pt x="10037590" y="17925"/>
                  </a:lnTo>
                  <a:lnTo>
                    <a:pt x="9933270" y="23736"/>
                  </a:lnTo>
                  <a:lnTo>
                    <a:pt x="9830393" y="30387"/>
                  </a:lnTo>
                  <a:lnTo>
                    <a:pt x="9731653" y="37872"/>
                  </a:lnTo>
                  <a:lnTo>
                    <a:pt x="9638791" y="46211"/>
                  </a:lnTo>
                  <a:lnTo>
                    <a:pt x="9552707" y="55452"/>
                  </a:lnTo>
                  <a:lnTo>
                    <a:pt x="9473638" y="65677"/>
                  </a:lnTo>
                  <a:lnTo>
                    <a:pt x="9401348" y="76999"/>
                  </a:lnTo>
                  <a:lnTo>
                    <a:pt x="9335285" y="89563"/>
                  </a:lnTo>
                  <a:lnTo>
                    <a:pt x="9274718" y="103535"/>
                  </a:lnTo>
                  <a:lnTo>
                    <a:pt x="9218822" y="119094"/>
                  </a:lnTo>
                  <a:lnTo>
                    <a:pt x="9166753" y="136416"/>
                  </a:lnTo>
                  <a:lnTo>
                    <a:pt x="9117702" y="155643"/>
                  </a:lnTo>
                  <a:lnTo>
                    <a:pt x="9084767" y="170270"/>
                  </a:lnTo>
                  <a:lnTo>
                    <a:pt x="9034124" y="195539"/>
                  </a:lnTo>
                  <a:lnTo>
                    <a:pt x="8985045" y="223306"/>
                  </a:lnTo>
                  <a:lnTo>
                    <a:pt x="8936957" y="253611"/>
                  </a:lnTo>
                  <a:lnTo>
                    <a:pt x="8889435" y="286413"/>
                  </a:lnTo>
                  <a:lnTo>
                    <a:pt x="8842178" y="321582"/>
                  </a:lnTo>
                  <a:lnTo>
                    <a:pt x="8794986" y="358893"/>
                  </a:lnTo>
                  <a:lnTo>
                    <a:pt x="8747746" y="398024"/>
                  </a:lnTo>
                  <a:lnTo>
                    <a:pt x="8700413" y="438569"/>
                  </a:lnTo>
                  <a:lnTo>
                    <a:pt x="8652995" y="480048"/>
                  </a:lnTo>
                  <a:lnTo>
                    <a:pt x="8605536" y="521931"/>
                  </a:lnTo>
                  <a:lnTo>
                    <a:pt x="8558092" y="563667"/>
                  </a:lnTo>
                  <a:lnTo>
                    <a:pt x="8510715" y="604714"/>
                  </a:lnTo>
                  <a:lnTo>
                    <a:pt x="8463433" y="644565"/>
                  </a:lnTo>
                  <a:lnTo>
                    <a:pt x="8416229" y="682776"/>
                  </a:lnTo>
                  <a:lnTo>
                    <a:pt x="8369022" y="718984"/>
                  </a:lnTo>
                  <a:lnTo>
                    <a:pt x="8321655" y="752919"/>
                  </a:lnTo>
                  <a:lnTo>
                    <a:pt x="8273877" y="784407"/>
                  </a:lnTo>
                  <a:lnTo>
                    <a:pt x="8225325" y="813365"/>
                  </a:lnTo>
                  <a:lnTo>
                    <a:pt x="8175499" y="839797"/>
                  </a:lnTo>
                  <a:lnTo>
                    <a:pt x="8151487" y="851353"/>
                  </a:lnTo>
                  <a:lnTo>
                    <a:pt x="8104110" y="871954"/>
                  </a:lnTo>
                  <a:lnTo>
                    <a:pt x="8054234" y="890598"/>
                  </a:lnTo>
                  <a:lnTo>
                    <a:pt x="8001105" y="907374"/>
                  </a:lnTo>
                  <a:lnTo>
                    <a:pt x="7943897" y="922438"/>
                  </a:lnTo>
                  <a:lnTo>
                    <a:pt x="7881765" y="935969"/>
                  </a:lnTo>
                  <a:lnTo>
                    <a:pt x="7813906" y="948144"/>
                  </a:lnTo>
                  <a:lnTo>
                    <a:pt x="7739628" y="959124"/>
                  </a:lnTo>
                  <a:lnTo>
                    <a:pt x="7658462" y="969043"/>
                  </a:lnTo>
                  <a:lnTo>
                    <a:pt x="7570293" y="978006"/>
                  </a:lnTo>
                  <a:lnTo>
                    <a:pt x="7475539" y="986085"/>
                  </a:lnTo>
                  <a:lnTo>
                    <a:pt x="7375333" y="993319"/>
                  </a:lnTo>
                  <a:lnTo>
                    <a:pt x="7271697" y="999720"/>
                  </a:lnTo>
                  <a:lnTo>
                    <a:pt x="7167610" y="1005276"/>
                  </a:lnTo>
                  <a:lnTo>
                    <a:pt x="7066909" y="1009970"/>
                  </a:lnTo>
                  <a:lnTo>
                    <a:pt x="6973947" y="1013787"/>
                  </a:lnTo>
                  <a:lnTo>
                    <a:pt x="6892988" y="1016739"/>
                  </a:lnTo>
                  <a:lnTo>
                    <a:pt x="6827465" y="1018876"/>
                  </a:lnTo>
                  <a:lnTo>
                    <a:pt x="6779257" y="1020290"/>
                  </a:lnTo>
                  <a:lnTo>
                    <a:pt x="6748231" y="1021112"/>
                  </a:lnTo>
                  <a:lnTo>
                    <a:pt x="6732130" y="1021498"/>
                  </a:lnTo>
                  <a:lnTo>
                    <a:pt x="6726770" y="1021616"/>
                  </a:lnTo>
                  <a:lnTo>
                    <a:pt x="6726343" y="1021624"/>
                  </a:lnTo>
                  <a:lnTo>
                    <a:pt x="5254955" y="1021624"/>
                  </a:lnTo>
                  <a:lnTo>
                    <a:pt x="5253793" y="1021684"/>
                  </a:lnTo>
                  <a:lnTo>
                    <a:pt x="5246157" y="1022113"/>
                  </a:lnTo>
                  <a:lnTo>
                    <a:pt x="5226919" y="1023299"/>
                  </a:lnTo>
                  <a:lnTo>
                    <a:pt x="5192555" y="1025633"/>
                  </a:lnTo>
                  <a:lnTo>
                    <a:pt x="5141395" y="1029476"/>
                  </a:lnTo>
                  <a:lnTo>
                    <a:pt x="5073753" y="1035122"/>
                  </a:lnTo>
                  <a:lnTo>
                    <a:pt x="4991758" y="1042771"/>
                  </a:lnTo>
                  <a:lnTo>
                    <a:pt x="4898866" y="1052520"/>
                  </a:lnTo>
                  <a:lnTo>
                    <a:pt x="4799183" y="1064384"/>
                  </a:lnTo>
                  <a:lnTo>
                    <a:pt x="4696794" y="1078327"/>
                  </a:lnTo>
                  <a:lnTo>
                    <a:pt x="4595245" y="1094304"/>
                  </a:lnTo>
                  <a:lnTo>
                    <a:pt x="4497256" y="1112295"/>
                  </a:lnTo>
                  <a:lnTo>
                    <a:pt x="4404656" y="1132331"/>
                  </a:lnTo>
                  <a:lnTo>
                    <a:pt x="4318461" y="1154513"/>
                  </a:lnTo>
                  <a:lnTo>
                    <a:pt x="4239030" y="1179016"/>
                  </a:lnTo>
                  <a:lnTo>
                    <a:pt x="4166236" y="1206091"/>
                  </a:lnTo>
                  <a:lnTo>
                    <a:pt x="4099625" y="1236060"/>
                  </a:lnTo>
                  <a:lnTo>
                    <a:pt x="4038542" y="1269303"/>
                  </a:lnTo>
                  <a:lnTo>
                    <a:pt x="3982225" y="1306241"/>
                  </a:lnTo>
                  <a:lnTo>
                    <a:pt x="3929873" y="1347303"/>
                  </a:lnTo>
                  <a:lnTo>
                    <a:pt x="3880703" y="1392860"/>
                  </a:lnTo>
                  <a:lnTo>
                    <a:pt x="3833993" y="1443136"/>
                  </a:lnTo>
                  <a:lnTo>
                    <a:pt x="3829811" y="1447982"/>
                  </a:lnTo>
                  <a:lnTo>
                    <a:pt x="3790608" y="1496215"/>
                  </a:lnTo>
                  <a:lnTo>
                    <a:pt x="3752423" y="1548140"/>
                  </a:lnTo>
                  <a:lnTo>
                    <a:pt x="3714968" y="1603832"/>
                  </a:lnTo>
                  <a:lnTo>
                    <a:pt x="3678010" y="1663300"/>
                  </a:lnTo>
                  <a:lnTo>
                    <a:pt x="3641370" y="1726478"/>
                  </a:lnTo>
                  <a:lnTo>
                    <a:pt x="3604906" y="1793219"/>
                  </a:lnTo>
                  <a:lnTo>
                    <a:pt x="3568518" y="1863295"/>
                  </a:lnTo>
                  <a:lnTo>
                    <a:pt x="3532135" y="1936389"/>
                  </a:lnTo>
                  <a:lnTo>
                    <a:pt x="3495714" y="2012105"/>
                  </a:lnTo>
                  <a:lnTo>
                    <a:pt x="3459238" y="2089969"/>
                  </a:lnTo>
                  <a:lnTo>
                    <a:pt x="3422707" y="2169442"/>
                  </a:lnTo>
                  <a:lnTo>
                    <a:pt x="3386135" y="2249936"/>
                  </a:lnTo>
                  <a:lnTo>
                    <a:pt x="3349546" y="2330827"/>
                  </a:lnTo>
                  <a:lnTo>
                    <a:pt x="3312967" y="2411482"/>
                  </a:lnTo>
                  <a:lnTo>
                    <a:pt x="3276423" y="2491274"/>
                  </a:lnTo>
                  <a:lnTo>
                    <a:pt x="3239932" y="2569602"/>
                  </a:lnTo>
                  <a:lnTo>
                    <a:pt x="3203499" y="2645914"/>
                  </a:lnTo>
                  <a:lnTo>
                    <a:pt x="3167109" y="2719719"/>
                  </a:lnTo>
                  <a:lnTo>
                    <a:pt x="3130727" y="2790598"/>
                  </a:lnTo>
                  <a:lnTo>
                    <a:pt x="3094291" y="2858216"/>
                  </a:lnTo>
                  <a:lnTo>
                    <a:pt x="3057708" y="2922320"/>
                  </a:lnTo>
                  <a:lnTo>
                    <a:pt x="3020847" y="2982744"/>
                  </a:lnTo>
                  <a:lnTo>
                    <a:pt x="2983538" y="3039402"/>
                  </a:lnTo>
                  <a:lnTo>
                    <a:pt x="2945564" y="3092284"/>
                  </a:lnTo>
                  <a:lnTo>
                    <a:pt x="2906652" y="3141449"/>
                  </a:lnTo>
                  <a:lnTo>
                    <a:pt x="2896531" y="3153415"/>
                  </a:lnTo>
                  <a:lnTo>
                    <a:pt x="2850014" y="3204126"/>
                  </a:lnTo>
                  <a:lnTo>
                    <a:pt x="2801098" y="3250109"/>
                  </a:lnTo>
                  <a:lnTo>
                    <a:pt x="2749070" y="3291569"/>
                  </a:lnTo>
                  <a:lnTo>
                    <a:pt x="2693150" y="3328868"/>
                  </a:lnTo>
                  <a:lnTo>
                    <a:pt x="2632537" y="3362432"/>
                  </a:lnTo>
                  <a:lnTo>
                    <a:pt x="2566462" y="3392684"/>
                  </a:lnTo>
                  <a:lnTo>
                    <a:pt x="2494258" y="3420010"/>
                  </a:lnTo>
                  <a:lnTo>
                    <a:pt x="2415446" y="3444737"/>
                  </a:lnTo>
                  <a:lnTo>
                    <a:pt x="2329865" y="3467124"/>
                  </a:lnTo>
                  <a:lnTo>
                    <a:pt x="2237822" y="3487352"/>
                  </a:lnTo>
                  <a:lnTo>
                    <a:pt x="2140264" y="3505528"/>
                  </a:lnTo>
                  <a:lnTo>
                    <a:pt x="2038941" y="3521689"/>
                  </a:lnTo>
                  <a:lnTo>
                    <a:pt x="1936493" y="3535821"/>
                  </a:lnTo>
                  <a:lnTo>
                    <a:pt x="1836397" y="3547877"/>
                  </a:lnTo>
                  <a:lnTo>
                    <a:pt x="1742707" y="3557820"/>
                  </a:lnTo>
                  <a:lnTo>
                    <a:pt x="1659554" y="3565659"/>
                  </a:lnTo>
                  <a:lnTo>
                    <a:pt x="1590483" y="3571482"/>
                  </a:lnTo>
                  <a:lnTo>
                    <a:pt x="1537769" y="3575480"/>
                  </a:lnTo>
                  <a:lnTo>
                    <a:pt x="1501904" y="3577938"/>
                  </a:lnTo>
                  <a:lnTo>
                    <a:pt x="1481400" y="3579213"/>
                  </a:lnTo>
                  <a:lnTo>
                    <a:pt x="1472891" y="3579694"/>
                  </a:lnTo>
                  <a:lnTo>
                    <a:pt x="1471387" y="3579773"/>
                  </a:lnTo>
                  <a:lnTo>
                    <a:pt x="0" y="3579773"/>
                  </a:lnTo>
                  <a:close/>
                </a:path>
              </a:pathLst>
            </a:custGeom>
            <a:solidFill>
              <a:srgbClr val="F28E5B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837" name="pl837"/>
            <p:cNvSpPr/>
            <p:nvPr/>
          </p:nvSpPr>
          <p:spPr>
            <a:xfrm>
              <a:off x="4799595" y="3655744"/>
              <a:ext cx="11981298" cy="3579773"/>
            </a:xfrm>
            <a:custGeom>
              <a:avLst/>
              <a:pathLst>
                <a:path w="11981298" h="3579773">
                  <a:moveTo>
                    <a:pt x="0" y="3579773"/>
                  </a:moveTo>
                  <a:lnTo>
                    <a:pt x="1471387" y="3579773"/>
                  </a:lnTo>
                  <a:lnTo>
                    <a:pt x="1472549" y="3579713"/>
                  </a:lnTo>
                  <a:lnTo>
                    <a:pt x="1480185" y="3579284"/>
                  </a:lnTo>
                  <a:lnTo>
                    <a:pt x="1499423" y="3578098"/>
                  </a:lnTo>
                  <a:lnTo>
                    <a:pt x="1533787" y="3575764"/>
                  </a:lnTo>
                  <a:lnTo>
                    <a:pt x="1584947" y="3571921"/>
                  </a:lnTo>
                  <a:lnTo>
                    <a:pt x="1652589" y="3566275"/>
                  </a:lnTo>
                  <a:lnTo>
                    <a:pt x="1734584" y="3558626"/>
                  </a:lnTo>
                  <a:lnTo>
                    <a:pt x="1827476" y="3548877"/>
                  </a:lnTo>
                  <a:lnTo>
                    <a:pt x="1927159" y="3537013"/>
                  </a:lnTo>
                  <a:lnTo>
                    <a:pt x="2029548" y="3523070"/>
                  </a:lnTo>
                  <a:lnTo>
                    <a:pt x="2131097" y="3507093"/>
                  </a:lnTo>
                  <a:lnTo>
                    <a:pt x="2229086" y="3489102"/>
                  </a:lnTo>
                  <a:lnTo>
                    <a:pt x="2321686" y="3469066"/>
                  </a:lnTo>
                  <a:lnTo>
                    <a:pt x="2407881" y="3446884"/>
                  </a:lnTo>
                  <a:lnTo>
                    <a:pt x="2487312" y="3422381"/>
                  </a:lnTo>
                  <a:lnTo>
                    <a:pt x="2560106" y="3395306"/>
                  </a:lnTo>
                  <a:lnTo>
                    <a:pt x="2626717" y="3365337"/>
                  </a:lnTo>
                  <a:lnTo>
                    <a:pt x="2687800" y="3332094"/>
                  </a:lnTo>
                  <a:lnTo>
                    <a:pt x="2744118" y="3295156"/>
                  </a:lnTo>
                  <a:lnTo>
                    <a:pt x="2796469" y="3254094"/>
                  </a:lnTo>
                  <a:lnTo>
                    <a:pt x="2845639" y="3208537"/>
                  </a:lnTo>
                  <a:lnTo>
                    <a:pt x="2892349" y="3158261"/>
                  </a:lnTo>
                  <a:lnTo>
                    <a:pt x="2896531" y="3153415"/>
                  </a:lnTo>
                  <a:lnTo>
                    <a:pt x="2935734" y="3105182"/>
                  </a:lnTo>
                  <a:lnTo>
                    <a:pt x="2973919" y="3053257"/>
                  </a:lnTo>
                  <a:lnTo>
                    <a:pt x="3011374" y="2997565"/>
                  </a:lnTo>
                  <a:lnTo>
                    <a:pt x="3048332" y="2938097"/>
                  </a:lnTo>
                  <a:lnTo>
                    <a:pt x="3084973" y="2874920"/>
                  </a:lnTo>
                  <a:lnTo>
                    <a:pt x="3121436" y="2808178"/>
                  </a:lnTo>
                  <a:lnTo>
                    <a:pt x="3157824" y="2738103"/>
                  </a:lnTo>
                  <a:lnTo>
                    <a:pt x="3194207" y="2665008"/>
                  </a:lnTo>
                  <a:lnTo>
                    <a:pt x="3230628" y="2589292"/>
                  </a:lnTo>
                  <a:lnTo>
                    <a:pt x="3267104" y="2511428"/>
                  </a:lnTo>
                  <a:lnTo>
                    <a:pt x="3303636" y="2431955"/>
                  </a:lnTo>
                  <a:lnTo>
                    <a:pt x="3340208" y="2351461"/>
                  </a:lnTo>
                  <a:lnTo>
                    <a:pt x="3376796" y="2270570"/>
                  </a:lnTo>
                  <a:lnTo>
                    <a:pt x="3413375" y="2189915"/>
                  </a:lnTo>
                  <a:lnTo>
                    <a:pt x="3449919" y="2110123"/>
                  </a:lnTo>
                  <a:lnTo>
                    <a:pt x="3486410" y="2031795"/>
                  </a:lnTo>
                  <a:lnTo>
                    <a:pt x="3522844" y="1955483"/>
                  </a:lnTo>
                  <a:lnTo>
                    <a:pt x="3559233" y="1881678"/>
                  </a:lnTo>
                  <a:lnTo>
                    <a:pt x="3595615" y="1810799"/>
                  </a:lnTo>
                  <a:lnTo>
                    <a:pt x="3632051" y="1743181"/>
                  </a:lnTo>
                  <a:lnTo>
                    <a:pt x="3668634" y="1679077"/>
                  </a:lnTo>
                  <a:lnTo>
                    <a:pt x="3705496" y="1618653"/>
                  </a:lnTo>
                  <a:lnTo>
                    <a:pt x="3742804" y="1561995"/>
                  </a:lnTo>
                  <a:lnTo>
                    <a:pt x="3780778" y="1509113"/>
                  </a:lnTo>
                  <a:lnTo>
                    <a:pt x="3819690" y="1459948"/>
                  </a:lnTo>
                  <a:lnTo>
                    <a:pt x="3829811" y="1447982"/>
                  </a:lnTo>
                  <a:lnTo>
                    <a:pt x="3876328" y="1397271"/>
                  </a:lnTo>
                  <a:lnTo>
                    <a:pt x="3925244" y="1351288"/>
                  </a:lnTo>
                  <a:lnTo>
                    <a:pt x="3977272" y="1309828"/>
                  </a:lnTo>
                  <a:lnTo>
                    <a:pt x="4033192" y="1272529"/>
                  </a:lnTo>
                  <a:lnTo>
                    <a:pt x="4093805" y="1238965"/>
                  </a:lnTo>
                  <a:lnTo>
                    <a:pt x="4159880" y="1208713"/>
                  </a:lnTo>
                  <a:lnTo>
                    <a:pt x="4232084" y="1181387"/>
                  </a:lnTo>
                  <a:lnTo>
                    <a:pt x="4310896" y="1156660"/>
                  </a:lnTo>
                  <a:lnTo>
                    <a:pt x="4396477" y="1134273"/>
                  </a:lnTo>
                  <a:lnTo>
                    <a:pt x="4488521" y="1114046"/>
                  </a:lnTo>
                  <a:lnTo>
                    <a:pt x="4586078" y="1095870"/>
                  </a:lnTo>
                  <a:lnTo>
                    <a:pt x="4687401" y="1079708"/>
                  </a:lnTo>
                  <a:lnTo>
                    <a:pt x="4789849" y="1065576"/>
                  </a:lnTo>
                  <a:lnTo>
                    <a:pt x="4889945" y="1053520"/>
                  </a:lnTo>
                  <a:lnTo>
                    <a:pt x="4983635" y="1043577"/>
                  </a:lnTo>
                  <a:lnTo>
                    <a:pt x="5066788" y="1035738"/>
                  </a:lnTo>
                  <a:lnTo>
                    <a:pt x="5135859" y="1029915"/>
                  </a:lnTo>
                  <a:lnTo>
                    <a:pt x="5188573" y="1025917"/>
                  </a:lnTo>
                  <a:lnTo>
                    <a:pt x="5224438" y="1023459"/>
                  </a:lnTo>
                  <a:lnTo>
                    <a:pt x="5244942" y="1022185"/>
                  </a:lnTo>
                  <a:lnTo>
                    <a:pt x="5253451" y="1021703"/>
                  </a:lnTo>
                  <a:lnTo>
                    <a:pt x="5254954" y="1021624"/>
                  </a:lnTo>
                  <a:lnTo>
                    <a:pt x="5254955" y="1021624"/>
                  </a:lnTo>
                  <a:lnTo>
                    <a:pt x="6726343" y="1021624"/>
                  </a:lnTo>
                  <a:lnTo>
                    <a:pt x="6727568" y="1021599"/>
                  </a:lnTo>
                  <a:lnTo>
                    <a:pt x="6735607" y="1021418"/>
                  </a:lnTo>
                  <a:lnTo>
                    <a:pt x="6755828" y="1020918"/>
                  </a:lnTo>
                  <a:lnTo>
                    <a:pt x="6791866" y="1019935"/>
                  </a:lnTo>
                  <a:lnTo>
                    <a:pt x="6845350" y="1018316"/>
                  </a:lnTo>
                  <a:lnTo>
                    <a:pt x="6915783" y="1015943"/>
                  </a:lnTo>
                  <a:lnTo>
                    <a:pt x="7000755" y="1012734"/>
                  </a:lnTo>
                  <a:lnTo>
                    <a:pt x="7096504" y="1008654"/>
                  </a:lnTo>
                  <a:lnTo>
                    <a:pt x="7198664" y="1003699"/>
                  </a:lnTo>
                  <a:lnTo>
                    <a:pt x="7302984" y="997888"/>
                  </a:lnTo>
                  <a:lnTo>
                    <a:pt x="7405860" y="991237"/>
                  </a:lnTo>
                  <a:lnTo>
                    <a:pt x="7504600" y="983751"/>
                  </a:lnTo>
                  <a:lnTo>
                    <a:pt x="7597462" y="975413"/>
                  </a:lnTo>
                  <a:lnTo>
                    <a:pt x="7683547" y="966172"/>
                  </a:lnTo>
                  <a:lnTo>
                    <a:pt x="7762615" y="955947"/>
                  </a:lnTo>
                  <a:lnTo>
                    <a:pt x="7834906" y="944624"/>
                  </a:lnTo>
                  <a:lnTo>
                    <a:pt x="7900968" y="932061"/>
                  </a:lnTo>
                  <a:lnTo>
                    <a:pt x="7961535" y="918089"/>
                  </a:lnTo>
                  <a:lnTo>
                    <a:pt x="8017431" y="902530"/>
                  </a:lnTo>
                  <a:lnTo>
                    <a:pt x="8069500" y="885207"/>
                  </a:lnTo>
                  <a:lnTo>
                    <a:pt x="8118551" y="865981"/>
                  </a:lnTo>
                  <a:lnTo>
                    <a:pt x="8151487" y="851353"/>
                  </a:lnTo>
                  <a:lnTo>
                    <a:pt x="8202129" y="826085"/>
                  </a:lnTo>
                  <a:lnTo>
                    <a:pt x="8251208" y="798318"/>
                  </a:lnTo>
                  <a:lnTo>
                    <a:pt x="8299296" y="768013"/>
                  </a:lnTo>
                  <a:lnTo>
                    <a:pt x="8346818" y="735211"/>
                  </a:lnTo>
                  <a:lnTo>
                    <a:pt x="8394075" y="700042"/>
                  </a:lnTo>
                  <a:lnTo>
                    <a:pt x="8441267" y="662731"/>
                  </a:lnTo>
                  <a:lnTo>
                    <a:pt x="8488507" y="623600"/>
                  </a:lnTo>
                  <a:lnTo>
                    <a:pt x="8535840" y="583055"/>
                  </a:lnTo>
                  <a:lnTo>
                    <a:pt x="8583258" y="541576"/>
                  </a:lnTo>
                  <a:lnTo>
                    <a:pt x="8630718" y="499693"/>
                  </a:lnTo>
                  <a:lnTo>
                    <a:pt x="8678162" y="457956"/>
                  </a:lnTo>
                  <a:lnTo>
                    <a:pt x="8725538" y="416910"/>
                  </a:lnTo>
                  <a:lnTo>
                    <a:pt x="8772820" y="377059"/>
                  </a:lnTo>
                  <a:lnTo>
                    <a:pt x="8820025" y="338848"/>
                  </a:lnTo>
                  <a:lnTo>
                    <a:pt x="8867232" y="302640"/>
                  </a:lnTo>
                  <a:lnTo>
                    <a:pt x="8914598" y="268705"/>
                  </a:lnTo>
                  <a:lnTo>
                    <a:pt x="8962376" y="237217"/>
                  </a:lnTo>
                  <a:lnTo>
                    <a:pt x="9010929" y="208259"/>
                  </a:lnTo>
                  <a:lnTo>
                    <a:pt x="9060755" y="181827"/>
                  </a:lnTo>
                  <a:lnTo>
                    <a:pt x="9084767" y="170270"/>
                  </a:lnTo>
                  <a:lnTo>
                    <a:pt x="9132143" y="149670"/>
                  </a:lnTo>
                  <a:lnTo>
                    <a:pt x="9182019" y="131026"/>
                  </a:lnTo>
                  <a:lnTo>
                    <a:pt x="9235148" y="114249"/>
                  </a:lnTo>
                  <a:lnTo>
                    <a:pt x="9292356" y="99186"/>
                  </a:lnTo>
                  <a:lnTo>
                    <a:pt x="9354488" y="85655"/>
                  </a:lnTo>
                  <a:lnTo>
                    <a:pt x="9422348" y="73480"/>
                  </a:lnTo>
                  <a:lnTo>
                    <a:pt x="9496625" y="62500"/>
                  </a:lnTo>
                  <a:lnTo>
                    <a:pt x="9577791" y="52581"/>
                  </a:lnTo>
                  <a:lnTo>
                    <a:pt x="9665960" y="43618"/>
                  </a:lnTo>
                  <a:lnTo>
                    <a:pt x="9760715" y="35539"/>
                  </a:lnTo>
                  <a:lnTo>
                    <a:pt x="9860920" y="28305"/>
                  </a:lnTo>
                  <a:lnTo>
                    <a:pt x="9964556" y="21904"/>
                  </a:lnTo>
                  <a:lnTo>
                    <a:pt x="10068644" y="16348"/>
                  </a:lnTo>
                  <a:lnTo>
                    <a:pt x="10169344" y="11654"/>
                  </a:lnTo>
                  <a:lnTo>
                    <a:pt x="10262307" y="7837"/>
                  </a:lnTo>
                  <a:lnTo>
                    <a:pt x="10343265" y="4884"/>
                  </a:lnTo>
                  <a:lnTo>
                    <a:pt x="10408788" y="2748"/>
                  </a:lnTo>
                  <a:lnTo>
                    <a:pt x="10456996" y="1334"/>
                  </a:lnTo>
                  <a:lnTo>
                    <a:pt x="10488022" y="512"/>
                  </a:lnTo>
                  <a:lnTo>
                    <a:pt x="10504123" y="126"/>
                  </a:lnTo>
                  <a:lnTo>
                    <a:pt x="10509483" y="8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38" name="pl838"/>
            <p:cNvSpPr/>
            <p:nvPr/>
          </p:nvSpPr>
          <p:spPr>
            <a:xfrm>
              <a:off x="4799595" y="3647571"/>
              <a:ext cx="11981298" cy="3579773"/>
            </a:xfrm>
            <a:custGeom>
              <a:avLst/>
              <a:pathLst>
                <a:path w="11981298" h="3579773">
                  <a:moveTo>
                    <a:pt x="11981298" y="0"/>
                  </a:moveTo>
                  <a:lnTo>
                    <a:pt x="10509911" y="0"/>
                  </a:lnTo>
                  <a:lnTo>
                    <a:pt x="10508686" y="25"/>
                  </a:lnTo>
                  <a:lnTo>
                    <a:pt x="10500646" y="206"/>
                  </a:lnTo>
                  <a:lnTo>
                    <a:pt x="10480425" y="706"/>
                  </a:lnTo>
                  <a:lnTo>
                    <a:pt x="10444388" y="1689"/>
                  </a:lnTo>
                  <a:lnTo>
                    <a:pt x="10390903" y="3308"/>
                  </a:lnTo>
                  <a:lnTo>
                    <a:pt x="10320470" y="5681"/>
                  </a:lnTo>
                  <a:lnTo>
                    <a:pt x="10235498" y="8890"/>
                  </a:lnTo>
                  <a:lnTo>
                    <a:pt x="10139749" y="12970"/>
                  </a:lnTo>
                  <a:lnTo>
                    <a:pt x="10037590" y="17925"/>
                  </a:lnTo>
                  <a:lnTo>
                    <a:pt x="9933270" y="23736"/>
                  </a:lnTo>
                  <a:lnTo>
                    <a:pt x="9830393" y="30387"/>
                  </a:lnTo>
                  <a:lnTo>
                    <a:pt x="9731653" y="37872"/>
                  </a:lnTo>
                  <a:lnTo>
                    <a:pt x="9638791" y="46211"/>
                  </a:lnTo>
                  <a:lnTo>
                    <a:pt x="9552707" y="55452"/>
                  </a:lnTo>
                  <a:lnTo>
                    <a:pt x="9473638" y="65677"/>
                  </a:lnTo>
                  <a:lnTo>
                    <a:pt x="9401348" y="76999"/>
                  </a:lnTo>
                  <a:lnTo>
                    <a:pt x="9335285" y="89563"/>
                  </a:lnTo>
                  <a:lnTo>
                    <a:pt x="9274718" y="103535"/>
                  </a:lnTo>
                  <a:lnTo>
                    <a:pt x="9218822" y="119094"/>
                  </a:lnTo>
                  <a:lnTo>
                    <a:pt x="9166753" y="136416"/>
                  </a:lnTo>
                  <a:lnTo>
                    <a:pt x="9117702" y="155643"/>
                  </a:lnTo>
                  <a:lnTo>
                    <a:pt x="9084767" y="170270"/>
                  </a:lnTo>
                  <a:lnTo>
                    <a:pt x="9034124" y="195539"/>
                  </a:lnTo>
                  <a:lnTo>
                    <a:pt x="8985045" y="223306"/>
                  </a:lnTo>
                  <a:lnTo>
                    <a:pt x="8936957" y="253611"/>
                  </a:lnTo>
                  <a:lnTo>
                    <a:pt x="8889435" y="286413"/>
                  </a:lnTo>
                  <a:lnTo>
                    <a:pt x="8842178" y="321582"/>
                  </a:lnTo>
                  <a:lnTo>
                    <a:pt x="8794986" y="358893"/>
                  </a:lnTo>
                  <a:lnTo>
                    <a:pt x="8747746" y="398024"/>
                  </a:lnTo>
                  <a:lnTo>
                    <a:pt x="8700413" y="438569"/>
                  </a:lnTo>
                  <a:lnTo>
                    <a:pt x="8652995" y="480048"/>
                  </a:lnTo>
                  <a:lnTo>
                    <a:pt x="8605536" y="521931"/>
                  </a:lnTo>
                  <a:lnTo>
                    <a:pt x="8558092" y="563667"/>
                  </a:lnTo>
                  <a:lnTo>
                    <a:pt x="8510715" y="604714"/>
                  </a:lnTo>
                  <a:lnTo>
                    <a:pt x="8463433" y="644565"/>
                  </a:lnTo>
                  <a:lnTo>
                    <a:pt x="8416229" y="682776"/>
                  </a:lnTo>
                  <a:lnTo>
                    <a:pt x="8369022" y="718984"/>
                  </a:lnTo>
                  <a:lnTo>
                    <a:pt x="8321655" y="752919"/>
                  </a:lnTo>
                  <a:lnTo>
                    <a:pt x="8273877" y="784407"/>
                  </a:lnTo>
                  <a:lnTo>
                    <a:pt x="8225325" y="813365"/>
                  </a:lnTo>
                  <a:lnTo>
                    <a:pt x="8175499" y="839797"/>
                  </a:lnTo>
                  <a:lnTo>
                    <a:pt x="8151487" y="851353"/>
                  </a:lnTo>
                  <a:lnTo>
                    <a:pt x="8104110" y="871954"/>
                  </a:lnTo>
                  <a:lnTo>
                    <a:pt x="8054234" y="890598"/>
                  </a:lnTo>
                  <a:lnTo>
                    <a:pt x="8001105" y="907374"/>
                  </a:lnTo>
                  <a:lnTo>
                    <a:pt x="7943897" y="922438"/>
                  </a:lnTo>
                  <a:lnTo>
                    <a:pt x="7881765" y="935969"/>
                  </a:lnTo>
                  <a:lnTo>
                    <a:pt x="7813906" y="948144"/>
                  </a:lnTo>
                  <a:lnTo>
                    <a:pt x="7739628" y="959124"/>
                  </a:lnTo>
                  <a:lnTo>
                    <a:pt x="7658462" y="969043"/>
                  </a:lnTo>
                  <a:lnTo>
                    <a:pt x="7570293" y="978006"/>
                  </a:lnTo>
                  <a:lnTo>
                    <a:pt x="7475539" y="986085"/>
                  </a:lnTo>
                  <a:lnTo>
                    <a:pt x="7375333" y="993319"/>
                  </a:lnTo>
                  <a:lnTo>
                    <a:pt x="7271697" y="999720"/>
                  </a:lnTo>
                  <a:lnTo>
                    <a:pt x="7167610" y="1005276"/>
                  </a:lnTo>
                  <a:lnTo>
                    <a:pt x="7066909" y="1009970"/>
                  </a:lnTo>
                  <a:lnTo>
                    <a:pt x="6973947" y="1013787"/>
                  </a:lnTo>
                  <a:lnTo>
                    <a:pt x="6892988" y="1016739"/>
                  </a:lnTo>
                  <a:lnTo>
                    <a:pt x="6827465" y="1018876"/>
                  </a:lnTo>
                  <a:lnTo>
                    <a:pt x="6779257" y="1020290"/>
                  </a:lnTo>
                  <a:lnTo>
                    <a:pt x="6748231" y="1021112"/>
                  </a:lnTo>
                  <a:lnTo>
                    <a:pt x="6732130" y="1021498"/>
                  </a:lnTo>
                  <a:lnTo>
                    <a:pt x="6726770" y="1021616"/>
                  </a:lnTo>
                  <a:lnTo>
                    <a:pt x="6726343" y="1021624"/>
                  </a:lnTo>
                  <a:lnTo>
                    <a:pt x="5254955" y="1021624"/>
                  </a:lnTo>
                  <a:lnTo>
                    <a:pt x="5253793" y="1021684"/>
                  </a:lnTo>
                  <a:lnTo>
                    <a:pt x="5246157" y="1022113"/>
                  </a:lnTo>
                  <a:lnTo>
                    <a:pt x="5226919" y="1023299"/>
                  </a:lnTo>
                  <a:lnTo>
                    <a:pt x="5192555" y="1025633"/>
                  </a:lnTo>
                  <a:lnTo>
                    <a:pt x="5141395" y="1029476"/>
                  </a:lnTo>
                  <a:lnTo>
                    <a:pt x="5073753" y="1035122"/>
                  </a:lnTo>
                  <a:lnTo>
                    <a:pt x="4991758" y="1042771"/>
                  </a:lnTo>
                  <a:lnTo>
                    <a:pt x="4898866" y="1052520"/>
                  </a:lnTo>
                  <a:lnTo>
                    <a:pt x="4799183" y="1064384"/>
                  </a:lnTo>
                  <a:lnTo>
                    <a:pt x="4696794" y="1078327"/>
                  </a:lnTo>
                  <a:lnTo>
                    <a:pt x="4595245" y="1094304"/>
                  </a:lnTo>
                  <a:lnTo>
                    <a:pt x="4497256" y="1112295"/>
                  </a:lnTo>
                  <a:lnTo>
                    <a:pt x="4404656" y="1132331"/>
                  </a:lnTo>
                  <a:lnTo>
                    <a:pt x="4318461" y="1154513"/>
                  </a:lnTo>
                  <a:lnTo>
                    <a:pt x="4239030" y="1179016"/>
                  </a:lnTo>
                  <a:lnTo>
                    <a:pt x="4166236" y="1206091"/>
                  </a:lnTo>
                  <a:lnTo>
                    <a:pt x="4099625" y="1236060"/>
                  </a:lnTo>
                  <a:lnTo>
                    <a:pt x="4038542" y="1269303"/>
                  </a:lnTo>
                  <a:lnTo>
                    <a:pt x="3982225" y="1306241"/>
                  </a:lnTo>
                  <a:lnTo>
                    <a:pt x="3929873" y="1347303"/>
                  </a:lnTo>
                  <a:lnTo>
                    <a:pt x="3880703" y="1392860"/>
                  </a:lnTo>
                  <a:lnTo>
                    <a:pt x="3833993" y="1443136"/>
                  </a:lnTo>
                  <a:lnTo>
                    <a:pt x="3829811" y="1447982"/>
                  </a:lnTo>
                  <a:lnTo>
                    <a:pt x="3790608" y="1496215"/>
                  </a:lnTo>
                  <a:lnTo>
                    <a:pt x="3752423" y="1548140"/>
                  </a:lnTo>
                  <a:lnTo>
                    <a:pt x="3714968" y="1603832"/>
                  </a:lnTo>
                  <a:lnTo>
                    <a:pt x="3678010" y="1663300"/>
                  </a:lnTo>
                  <a:lnTo>
                    <a:pt x="3641370" y="1726478"/>
                  </a:lnTo>
                  <a:lnTo>
                    <a:pt x="3604906" y="1793219"/>
                  </a:lnTo>
                  <a:lnTo>
                    <a:pt x="3568518" y="1863295"/>
                  </a:lnTo>
                  <a:lnTo>
                    <a:pt x="3532135" y="1936389"/>
                  </a:lnTo>
                  <a:lnTo>
                    <a:pt x="3495714" y="2012105"/>
                  </a:lnTo>
                  <a:lnTo>
                    <a:pt x="3459238" y="2089969"/>
                  </a:lnTo>
                  <a:lnTo>
                    <a:pt x="3422707" y="2169442"/>
                  </a:lnTo>
                  <a:lnTo>
                    <a:pt x="3386135" y="2249936"/>
                  </a:lnTo>
                  <a:lnTo>
                    <a:pt x="3349546" y="2330827"/>
                  </a:lnTo>
                  <a:lnTo>
                    <a:pt x="3312967" y="2411482"/>
                  </a:lnTo>
                  <a:lnTo>
                    <a:pt x="3276423" y="2491274"/>
                  </a:lnTo>
                  <a:lnTo>
                    <a:pt x="3239932" y="2569602"/>
                  </a:lnTo>
                  <a:lnTo>
                    <a:pt x="3203499" y="2645914"/>
                  </a:lnTo>
                  <a:lnTo>
                    <a:pt x="3167109" y="2719719"/>
                  </a:lnTo>
                  <a:lnTo>
                    <a:pt x="3130727" y="2790598"/>
                  </a:lnTo>
                  <a:lnTo>
                    <a:pt x="3094291" y="2858216"/>
                  </a:lnTo>
                  <a:lnTo>
                    <a:pt x="3057708" y="2922320"/>
                  </a:lnTo>
                  <a:lnTo>
                    <a:pt x="3020847" y="2982744"/>
                  </a:lnTo>
                  <a:lnTo>
                    <a:pt x="2983538" y="3039402"/>
                  </a:lnTo>
                  <a:lnTo>
                    <a:pt x="2945564" y="3092284"/>
                  </a:lnTo>
                  <a:lnTo>
                    <a:pt x="2906652" y="3141449"/>
                  </a:lnTo>
                  <a:lnTo>
                    <a:pt x="2896531" y="3153415"/>
                  </a:lnTo>
                  <a:lnTo>
                    <a:pt x="2850014" y="3204126"/>
                  </a:lnTo>
                  <a:lnTo>
                    <a:pt x="2801098" y="3250109"/>
                  </a:lnTo>
                  <a:lnTo>
                    <a:pt x="2749070" y="3291569"/>
                  </a:lnTo>
                  <a:lnTo>
                    <a:pt x="2693150" y="3328868"/>
                  </a:lnTo>
                  <a:lnTo>
                    <a:pt x="2632537" y="3362432"/>
                  </a:lnTo>
                  <a:lnTo>
                    <a:pt x="2566462" y="3392684"/>
                  </a:lnTo>
                  <a:lnTo>
                    <a:pt x="2494258" y="3420010"/>
                  </a:lnTo>
                  <a:lnTo>
                    <a:pt x="2415446" y="3444737"/>
                  </a:lnTo>
                  <a:lnTo>
                    <a:pt x="2329865" y="3467124"/>
                  </a:lnTo>
                  <a:lnTo>
                    <a:pt x="2237822" y="3487352"/>
                  </a:lnTo>
                  <a:lnTo>
                    <a:pt x="2140264" y="3505528"/>
                  </a:lnTo>
                  <a:lnTo>
                    <a:pt x="2038941" y="3521689"/>
                  </a:lnTo>
                  <a:lnTo>
                    <a:pt x="1936493" y="3535821"/>
                  </a:lnTo>
                  <a:lnTo>
                    <a:pt x="1836397" y="3547877"/>
                  </a:lnTo>
                  <a:lnTo>
                    <a:pt x="1742707" y="3557820"/>
                  </a:lnTo>
                  <a:lnTo>
                    <a:pt x="1659554" y="3565659"/>
                  </a:lnTo>
                  <a:lnTo>
                    <a:pt x="1590483" y="3571482"/>
                  </a:lnTo>
                  <a:lnTo>
                    <a:pt x="1537769" y="3575480"/>
                  </a:lnTo>
                  <a:lnTo>
                    <a:pt x="1501904" y="3577938"/>
                  </a:lnTo>
                  <a:lnTo>
                    <a:pt x="1481400" y="3579213"/>
                  </a:lnTo>
                  <a:lnTo>
                    <a:pt x="1472891" y="3579694"/>
                  </a:lnTo>
                  <a:lnTo>
                    <a:pt x="1471388" y="3579773"/>
                  </a:lnTo>
                  <a:lnTo>
                    <a:pt x="1471387" y="3579773"/>
                  </a:lnTo>
                  <a:lnTo>
                    <a:pt x="0" y="357977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39" name="pg839"/>
            <p:cNvSpPr/>
            <p:nvPr/>
          </p:nvSpPr>
          <p:spPr>
            <a:xfrm>
              <a:off x="4799595" y="4922559"/>
              <a:ext cx="11981298" cy="3914866"/>
            </a:xfrm>
            <a:custGeom>
              <a:avLst/>
              <a:pathLst>
                <a:path w="11981298" h="3914866">
                  <a:moveTo>
                    <a:pt x="0" y="2321131"/>
                  </a:moveTo>
                  <a:lnTo>
                    <a:pt x="1471387" y="2321131"/>
                  </a:lnTo>
                  <a:lnTo>
                    <a:pt x="1472562" y="2321076"/>
                  </a:lnTo>
                  <a:lnTo>
                    <a:pt x="1480282" y="2320684"/>
                  </a:lnTo>
                  <a:lnTo>
                    <a:pt x="1499723" y="2319599"/>
                  </a:lnTo>
                  <a:lnTo>
                    <a:pt x="1534434" y="2317465"/>
                  </a:lnTo>
                  <a:lnTo>
                    <a:pt x="1586078" y="2313951"/>
                  </a:lnTo>
                  <a:lnTo>
                    <a:pt x="1654302" y="2308790"/>
                  </a:lnTo>
                  <a:lnTo>
                    <a:pt x="1736921" y="2301802"/>
                  </a:lnTo>
                  <a:lnTo>
                    <a:pt x="1830415" y="2292900"/>
                  </a:lnTo>
                  <a:lnTo>
                    <a:pt x="1930623" y="2282071"/>
                  </a:lnTo>
                  <a:lnTo>
                    <a:pt x="2033425" y="2269350"/>
                  </a:lnTo>
                  <a:lnTo>
                    <a:pt x="2135262" y="2254777"/>
                  </a:lnTo>
                  <a:lnTo>
                    <a:pt x="2233418" y="2238369"/>
                  </a:lnTo>
                  <a:lnTo>
                    <a:pt x="2326081" y="2220095"/>
                  </a:lnTo>
                  <a:lnTo>
                    <a:pt x="2412259" y="2199860"/>
                  </a:lnTo>
                  <a:lnTo>
                    <a:pt x="2491618" y="2177500"/>
                  </a:lnTo>
                  <a:lnTo>
                    <a:pt x="2564309" y="2152782"/>
                  </a:lnTo>
                  <a:lnTo>
                    <a:pt x="2630805" y="2125408"/>
                  </a:lnTo>
                  <a:lnTo>
                    <a:pt x="2691778" y="2095028"/>
                  </a:lnTo>
                  <a:lnTo>
                    <a:pt x="2748004" y="2061253"/>
                  </a:lnTo>
                  <a:lnTo>
                    <a:pt x="2800291" y="2023696"/>
                  </a:lnTo>
                  <a:lnTo>
                    <a:pt x="2849431" y="1982023"/>
                  </a:lnTo>
                  <a:lnTo>
                    <a:pt x="2896146" y="1936043"/>
                  </a:lnTo>
                  <a:lnTo>
                    <a:pt x="2896531" y="1935638"/>
                  </a:lnTo>
                  <a:lnTo>
                    <a:pt x="2937223" y="1890281"/>
                  </a:lnTo>
                  <a:lnTo>
                    <a:pt x="2976830" y="1841318"/>
                  </a:lnTo>
                  <a:lnTo>
                    <a:pt x="3015671" y="1788680"/>
                  </a:lnTo>
                  <a:lnTo>
                    <a:pt x="3054000" y="1732363"/>
                  </a:lnTo>
                  <a:lnTo>
                    <a:pt x="3092013" y="1672446"/>
                  </a:lnTo>
                  <a:lnTo>
                    <a:pt x="3129858" y="1609091"/>
                  </a:lnTo>
                  <a:lnTo>
                    <a:pt x="3167643" y="1542548"/>
                  </a:lnTo>
                  <a:lnTo>
                    <a:pt x="3205437" y="1473159"/>
                  </a:lnTo>
                  <a:lnTo>
                    <a:pt x="3243280" y="1401348"/>
                  </a:lnTo>
                  <a:lnTo>
                    <a:pt x="3281185" y="1327619"/>
                  </a:lnTo>
                  <a:lnTo>
                    <a:pt x="3319144" y="1252538"/>
                  </a:lnTo>
                  <a:lnTo>
                    <a:pt x="3357138" y="1176716"/>
                  </a:lnTo>
                  <a:lnTo>
                    <a:pt x="3395136" y="1100792"/>
                  </a:lnTo>
                  <a:lnTo>
                    <a:pt x="3433109" y="1025407"/>
                  </a:lnTo>
                  <a:lnTo>
                    <a:pt x="3471032" y="951185"/>
                  </a:lnTo>
                  <a:lnTo>
                    <a:pt x="3508895" y="878707"/>
                  </a:lnTo>
                  <a:lnTo>
                    <a:pt x="3546701" y="808499"/>
                  </a:lnTo>
                  <a:lnTo>
                    <a:pt x="3584483" y="741011"/>
                  </a:lnTo>
                  <a:lnTo>
                    <a:pt x="3622300" y="676612"/>
                  </a:lnTo>
                  <a:lnTo>
                    <a:pt x="3660245" y="615582"/>
                  </a:lnTo>
                  <a:lnTo>
                    <a:pt x="3698455" y="558110"/>
                  </a:lnTo>
                  <a:lnTo>
                    <a:pt x="3737109" y="504300"/>
                  </a:lnTo>
                  <a:lnTo>
                    <a:pt x="3776441" y="454175"/>
                  </a:lnTo>
                  <a:lnTo>
                    <a:pt x="3816750" y="407685"/>
                  </a:lnTo>
                  <a:lnTo>
                    <a:pt x="3829811" y="393666"/>
                  </a:lnTo>
                  <a:lnTo>
                    <a:pt x="3876509" y="347650"/>
                  </a:lnTo>
                  <a:lnTo>
                    <a:pt x="3925625" y="305940"/>
                  </a:lnTo>
                  <a:lnTo>
                    <a:pt x="3977883" y="268350"/>
                  </a:lnTo>
                  <a:lnTo>
                    <a:pt x="4034072" y="234545"/>
                  </a:lnTo>
                  <a:lnTo>
                    <a:pt x="4095002" y="204138"/>
                  </a:lnTo>
                  <a:lnTo>
                    <a:pt x="4161449" y="176741"/>
                  </a:lnTo>
                  <a:lnTo>
                    <a:pt x="4234085" y="152002"/>
                  </a:lnTo>
                  <a:lnTo>
                    <a:pt x="4313387" y="129623"/>
                  </a:lnTo>
                  <a:lnTo>
                    <a:pt x="4399508" y="109370"/>
                  </a:lnTo>
                  <a:lnTo>
                    <a:pt x="4492120" y="91080"/>
                  </a:lnTo>
                  <a:lnTo>
                    <a:pt x="4590236" y="74657"/>
                  </a:lnTo>
                  <a:lnTo>
                    <a:pt x="4692052" y="60069"/>
                  </a:lnTo>
                  <a:lnTo>
                    <a:pt x="4794859" y="47332"/>
                  </a:lnTo>
                  <a:lnTo>
                    <a:pt x="4895106" y="36487"/>
                  </a:lnTo>
                  <a:lnTo>
                    <a:pt x="4988674" y="27568"/>
                  </a:lnTo>
                  <a:lnTo>
                    <a:pt x="5071401" y="20564"/>
                  </a:lnTo>
                  <a:lnTo>
                    <a:pt x="5139757" y="15389"/>
                  </a:lnTo>
                  <a:lnTo>
                    <a:pt x="5191545" y="11862"/>
                  </a:lnTo>
                  <a:lnTo>
                    <a:pt x="5226395" y="9717"/>
                  </a:lnTo>
                  <a:lnTo>
                    <a:pt x="5245952" y="8626"/>
                  </a:lnTo>
                  <a:lnTo>
                    <a:pt x="5253751" y="8229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419" y="8257"/>
                  </a:lnTo>
                  <a:lnTo>
                    <a:pt x="6734505" y="8863"/>
                  </a:lnTo>
                  <a:lnTo>
                    <a:pt x="6752396" y="10536"/>
                  </a:lnTo>
                  <a:lnTo>
                    <a:pt x="6784459" y="13831"/>
                  </a:lnTo>
                  <a:lnTo>
                    <a:pt x="6832400" y="19265"/>
                  </a:lnTo>
                  <a:lnTo>
                    <a:pt x="6896137" y="27267"/>
                  </a:lnTo>
                  <a:lnTo>
                    <a:pt x="6973914" y="38138"/>
                  </a:lnTo>
                  <a:lnTo>
                    <a:pt x="7062694" y="52039"/>
                  </a:lnTo>
                  <a:lnTo>
                    <a:pt x="7158738" y="69010"/>
                  </a:lnTo>
                  <a:lnTo>
                    <a:pt x="7258213" y="89011"/>
                  </a:lnTo>
                  <a:lnTo>
                    <a:pt x="7357683" y="111976"/>
                  </a:lnTo>
                  <a:lnTo>
                    <a:pt x="7454411" y="137862"/>
                  </a:lnTo>
                  <a:lnTo>
                    <a:pt x="7546465" y="166690"/>
                  </a:lnTo>
                  <a:lnTo>
                    <a:pt x="7632680" y="198568"/>
                  </a:lnTo>
                  <a:lnTo>
                    <a:pt x="7712532" y="233708"/>
                  </a:lnTo>
                  <a:lnTo>
                    <a:pt x="7785990" y="272423"/>
                  </a:lnTo>
                  <a:lnTo>
                    <a:pt x="7853372" y="315130"/>
                  </a:lnTo>
                  <a:lnTo>
                    <a:pt x="7915216" y="362334"/>
                  </a:lnTo>
                  <a:lnTo>
                    <a:pt x="7972194" y="414610"/>
                  </a:lnTo>
                  <a:lnTo>
                    <a:pt x="8025035" y="472566"/>
                  </a:lnTo>
                  <a:lnTo>
                    <a:pt x="8074480" y="536780"/>
                  </a:lnTo>
                  <a:lnTo>
                    <a:pt x="8121230" y="607701"/>
                  </a:lnTo>
                  <a:lnTo>
                    <a:pt x="8151487" y="659288"/>
                  </a:lnTo>
                  <a:lnTo>
                    <a:pt x="8184427" y="720655"/>
                  </a:lnTo>
                  <a:lnTo>
                    <a:pt x="8216615" y="785968"/>
                  </a:lnTo>
                  <a:lnTo>
                    <a:pt x="8248232" y="855307"/>
                  </a:lnTo>
                  <a:lnTo>
                    <a:pt x="8279425" y="928705"/>
                  </a:lnTo>
                  <a:lnTo>
                    <a:pt x="8310318" y="1006140"/>
                  </a:lnTo>
                  <a:lnTo>
                    <a:pt x="8341010" y="1087535"/>
                  </a:lnTo>
                  <a:lnTo>
                    <a:pt x="8371580" y="1172752"/>
                  </a:lnTo>
                  <a:lnTo>
                    <a:pt x="8402090" y="1261586"/>
                  </a:lnTo>
                  <a:lnTo>
                    <a:pt x="8432585" y="1353771"/>
                  </a:lnTo>
                  <a:lnTo>
                    <a:pt x="8463095" y="1448977"/>
                  </a:lnTo>
                  <a:lnTo>
                    <a:pt x="8493638" y="1546812"/>
                  </a:lnTo>
                  <a:lnTo>
                    <a:pt x="8524222" y="1646831"/>
                  </a:lnTo>
                  <a:lnTo>
                    <a:pt x="8554844" y="1748543"/>
                  </a:lnTo>
                  <a:lnTo>
                    <a:pt x="8585497" y="1851417"/>
                  </a:lnTo>
                  <a:lnTo>
                    <a:pt x="8616166" y="1954897"/>
                  </a:lnTo>
                  <a:lnTo>
                    <a:pt x="8646836" y="2058415"/>
                  </a:lnTo>
                  <a:lnTo>
                    <a:pt x="8677492" y="2161398"/>
                  </a:lnTo>
                  <a:lnTo>
                    <a:pt x="8708119" y="2263288"/>
                  </a:lnTo>
                  <a:lnTo>
                    <a:pt x="8738708" y="2363552"/>
                  </a:lnTo>
                  <a:lnTo>
                    <a:pt x="8769256" y="2461692"/>
                  </a:lnTo>
                  <a:lnTo>
                    <a:pt x="8799769" y="2557257"/>
                  </a:lnTo>
                  <a:lnTo>
                    <a:pt x="8830265" y="2649848"/>
                  </a:lnTo>
                  <a:lnTo>
                    <a:pt x="8860770" y="2739127"/>
                  </a:lnTo>
                  <a:lnTo>
                    <a:pt x="8891330" y="2824818"/>
                  </a:lnTo>
                  <a:lnTo>
                    <a:pt x="8922002" y="2906711"/>
                  </a:lnTo>
                  <a:lnTo>
                    <a:pt x="8952864" y="2984658"/>
                  </a:lnTo>
                  <a:lnTo>
                    <a:pt x="8984013" y="3058574"/>
                  </a:lnTo>
                  <a:lnTo>
                    <a:pt x="9015568" y="3128431"/>
                  </a:lnTo>
                  <a:lnTo>
                    <a:pt x="9047674" y="3194255"/>
                  </a:lnTo>
                  <a:lnTo>
                    <a:pt x="9080507" y="3256121"/>
                  </a:lnTo>
                  <a:lnTo>
                    <a:pt x="9084767" y="3263750"/>
                  </a:lnTo>
                  <a:lnTo>
                    <a:pt x="9130065" y="3339300"/>
                  </a:lnTo>
                  <a:lnTo>
                    <a:pt x="9177623" y="3407990"/>
                  </a:lnTo>
                  <a:lnTo>
                    <a:pt x="9228099" y="3470098"/>
                  </a:lnTo>
                  <a:lnTo>
                    <a:pt x="9282212" y="3526129"/>
                  </a:lnTo>
                  <a:lnTo>
                    <a:pt x="9340704" y="3576679"/>
                  </a:lnTo>
                  <a:lnTo>
                    <a:pt x="9404291" y="3622352"/>
                  </a:lnTo>
                  <a:lnTo>
                    <a:pt x="9473610" y="3663701"/>
                  </a:lnTo>
                  <a:lnTo>
                    <a:pt x="9549140" y="3701205"/>
                  </a:lnTo>
                  <a:lnTo>
                    <a:pt x="9631098" y="3735248"/>
                  </a:lnTo>
                  <a:lnTo>
                    <a:pt x="9719309" y="3766110"/>
                  </a:lnTo>
                  <a:lnTo>
                    <a:pt x="9813057" y="3793968"/>
                  </a:lnTo>
                  <a:lnTo>
                    <a:pt x="9910934" y="3818900"/>
                  </a:lnTo>
                  <a:lnTo>
                    <a:pt x="10010745" y="3840902"/>
                  </a:lnTo>
                  <a:lnTo>
                    <a:pt x="10109503" y="3859918"/>
                  </a:lnTo>
                  <a:lnTo>
                    <a:pt x="10203599" y="3875886"/>
                  </a:lnTo>
                  <a:lnTo>
                    <a:pt x="10289169" y="3888786"/>
                  </a:lnTo>
                  <a:lnTo>
                    <a:pt x="10362634" y="3898693"/>
                  </a:lnTo>
                  <a:lnTo>
                    <a:pt x="10421319" y="3905815"/>
                  </a:lnTo>
                  <a:lnTo>
                    <a:pt x="10463986" y="3910497"/>
                  </a:lnTo>
                  <a:lnTo>
                    <a:pt x="10491139" y="3913202"/>
                  </a:lnTo>
                  <a:lnTo>
                    <a:pt x="10505050" y="3914464"/>
                  </a:lnTo>
                  <a:lnTo>
                    <a:pt x="10509577" y="3914840"/>
                  </a:lnTo>
                  <a:lnTo>
                    <a:pt x="10509911" y="3914866"/>
                  </a:lnTo>
                  <a:lnTo>
                    <a:pt x="11981298" y="3914866"/>
                  </a:lnTo>
                  <a:lnTo>
                    <a:pt x="11981298" y="3906693"/>
                  </a:lnTo>
                  <a:lnTo>
                    <a:pt x="10509911" y="3906693"/>
                  </a:lnTo>
                  <a:lnTo>
                    <a:pt x="10508834" y="3906608"/>
                  </a:lnTo>
                  <a:lnTo>
                    <a:pt x="10501748" y="3906002"/>
                  </a:lnTo>
                  <a:lnTo>
                    <a:pt x="10483857" y="3904329"/>
                  </a:lnTo>
                  <a:lnTo>
                    <a:pt x="10451794" y="3901034"/>
                  </a:lnTo>
                  <a:lnTo>
                    <a:pt x="10403853" y="3895600"/>
                  </a:lnTo>
                  <a:lnTo>
                    <a:pt x="10340116" y="3887598"/>
                  </a:lnTo>
                  <a:lnTo>
                    <a:pt x="10262339" y="3876727"/>
                  </a:lnTo>
                  <a:lnTo>
                    <a:pt x="10173559" y="3862827"/>
                  </a:lnTo>
                  <a:lnTo>
                    <a:pt x="10077515" y="3845856"/>
                  </a:lnTo>
                  <a:lnTo>
                    <a:pt x="9978040" y="3825855"/>
                  </a:lnTo>
                  <a:lnTo>
                    <a:pt x="9878571" y="3802890"/>
                  </a:lnTo>
                  <a:lnTo>
                    <a:pt x="9781842" y="3777003"/>
                  </a:lnTo>
                  <a:lnTo>
                    <a:pt x="9689788" y="3748175"/>
                  </a:lnTo>
                  <a:lnTo>
                    <a:pt x="9603574" y="3716297"/>
                  </a:lnTo>
                  <a:lnTo>
                    <a:pt x="9523722" y="3681157"/>
                  </a:lnTo>
                  <a:lnTo>
                    <a:pt x="9450263" y="3642442"/>
                  </a:lnTo>
                  <a:lnTo>
                    <a:pt x="9382881" y="3599735"/>
                  </a:lnTo>
                  <a:lnTo>
                    <a:pt x="9321037" y="3552531"/>
                  </a:lnTo>
                  <a:lnTo>
                    <a:pt x="9264059" y="3500255"/>
                  </a:lnTo>
                  <a:lnTo>
                    <a:pt x="9211218" y="3442299"/>
                  </a:lnTo>
                  <a:lnTo>
                    <a:pt x="9161774" y="3378085"/>
                  </a:lnTo>
                  <a:lnTo>
                    <a:pt x="9115023" y="3307164"/>
                  </a:lnTo>
                  <a:lnTo>
                    <a:pt x="9084767" y="3255577"/>
                  </a:lnTo>
                  <a:lnTo>
                    <a:pt x="9051827" y="3194210"/>
                  </a:lnTo>
                  <a:lnTo>
                    <a:pt x="9019638" y="3128897"/>
                  </a:lnTo>
                  <a:lnTo>
                    <a:pt x="8988021" y="3059558"/>
                  </a:lnTo>
                  <a:lnTo>
                    <a:pt x="8956828" y="2986161"/>
                  </a:lnTo>
                  <a:lnTo>
                    <a:pt x="8925935" y="2908725"/>
                  </a:lnTo>
                  <a:lnTo>
                    <a:pt x="8895243" y="2827330"/>
                  </a:lnTo>
                  <a:lnTo>
                    <a:pt x="8864673" y="2742114"/>
                  </a:lnTo>
                  <a:lnTo>
                    <a:pt x="8834163" y="2653279"/>
                  </a:lnTo>
                  <a:lnTo>
                    <a:pt x="8803668" y="2561094"/>
                  </a:lnTo>
                  <a:lnTo>
                    <a:pt x="8773158" y="2465889"/>
                  </a:lnTo>
                  <a:lnTo>
                    <a:pt x="8742615" y="2368054"/>
                  </a:lnTo>
                  <a:lnTo>
                    <a:pt x="8712031" y="2268034"/>
                  </a:lnTo>
                  <a:lnTo>
                    <a:pt x="8681409" y="2166322"/>
                  </a:lnTo>
                  <a:lnTo>
                    <a:pt x="8650756" y="2063448"/>
                  </a:lnTo>
                  <a:lnTo>
                    <a:pt x="8620087" y="1959968"/>
                  </a:lnTo>
                  <a:lnTo>
                    <a:pt x="8589417" y="1856451"/>
                  </a:lnTo>
                  <a:lnTo>
                    <a:pt x="8558762" y="1753468"/>
                  </a:lnTo>
                  <a:lnTo>
                    <a:pt x="8528135" y="1651577"/>
                  </a:lnTo>
                  <a:lnTo>
                    <a:pt x="8497546" y="1551313"/>
                  </a:lnTo>
                  <a:lnTo>
                    <a:pt x="8466997" y="1453173"/>
                  </a:lnTo>
                  <a:lnTo>
                    <a:pt x="8436484" y="1357608"/>
                  </a:lnTo>
                  <a:lnTo>
                    <a:pt x="8405989" y="1265017"/>
                  </a:lnTo>
                  <a:lnTo>
                    <a:pt x="8375483" y="1175738"/>
                  </a:lnTo>
                  <a:lnTo>
                    <a:pt x="8344923" y="1090047"/>
                  </a:lnTo>
                  <a:lnTo>
                    <a:pt x="8314251" y="1008154"/>
                  </a:lnTo>
                  <a:lnTo>
                    <a:pt x="8283389" y="930207"/>
                  </a:lnTo>
                  <a:lnTo>
                    <a:pt x="8252240" y="856291"/>
                  </a:lnTo>
                  <a:lnTo>
                    <a:pt x="8220686" y="786434"/>
                  </a:lnTo>
                  <a:lnTo>
                    <a:pt x="8188579" y="720610"/>
                  </a:lnTo>
                  <a:lnTo>
                    <a:pt x="8155747" y="658744"/>
                  </a:lnTo>
                  <a:lnTo>
                    <a:pt x="8151487" y="651115"/>
                  </a:lnTo>
                  <a:lnTo>
                    <a:pt x="8106189" y="575565"/>
                  </a:lnTo>
                  <a:lnTo>
                    <a:pt x="8058630" y="506875"/>
                  </a:lnTo>
                  <a:lnTo>
                    <a:pt x="8008154" y="444767"/>
                  </a:lnTo>
                  <a:lnTo>
                    <a:pt x="7954041" y="388736"/>
                  </a:lnTo>
                  <a:lnTo>
                    <a:pt x="7895550" y="338186"/>
                  </a:lnTo>
                  <a:lnTo>
                    <a:pt x="7831963" y="292514"/>
                  </a:lnTo>
                  <a:lnTo>
                    <a:pt x="7762643" y="251164"/>
                  </a:lnTo>
                  <a:lnTo>
                    <a:pt x="7687113" y="213660"/>
                  </a:lnTo>
                  <a:lnTo>
                    <a:pt x="7605155" y="179618"/>
                  </a:lnTo>
                  <a:lnTo>
                    <a:pt x="7516944" y="148755"/>
                  </a:lnTo>
                  <a:lnTo>
                    <a:pt x="7423196" y="120897"/>
                  </a:lnTo>
                  <a:lnTo>
                    <a:pt x="7325319" y="95965"/>
                  </a:lnTo>
                  <a:lnTo>
                    <a:pt x="7225508" y="73963"/>
                  </a:lnTo>
                  <a:lnTo>
                    <a:pt x="7126751" y="54947"/>
                  </a:lnTo>
                  <a:lnTo>
                    <a:pt x="7032654" y="38979"/>
                  </a:lnTo>
                  <a:lnTo>
                    <a:pt x="6947085" y="26079"/>
                  </a:lnTo>
                  <a:lnTo>
                    <a:pt x="6873619" y="16172"/>
                  </a:lnTo>
                  <a:lnTo>
                    <a:pt x="6814934" y="9050"/>
                  </a:lnTo>
                  <a:lnTo>
                    <a:pt x="6772267" y="4368"/>
                  </a:lnTo>
                  <a:lnTo>
                    <a:pt x="6745114" y="1664"/>
                  </a:lnTo>
                  <a:lnTo>
                    <a:pt x="6731203" y="401"/>
                  </a:lnTo>
                  <a:lnTo>
                    <a:pt x="6726676" y="25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780" y="55"/>
                  </a:lnTo>
                  <a:lnTo>
                    <a:pt x="5246060" y="447"/>
                  </a:lnTo>
                  <a:lnTo>
                    <a:pt x="5226619" y="1531"/>
                  </a:lnTo>
                  <a:lnTo>
                    <a:pt x="5191908" y="3665"/>
                  </a:lnTo>
                  <a:lnTo>
                    <a:pt x="5140264" y="7179"/>
                  </a:lnTo>
                  <a:lnTo>
                    <a:pt x="5072040" y="12340"/>
                  </a:lnTo>
                  <a:lnTo>
                    <a:pt x="4989421" y="19328"/>
                  </a:lnTo>
                  <a:lnTo>
                    <a:pt x="4895927" y="28231"/>
                  </a:lnTo>
                  <a:lnTo>
                    <a:pt x="4795719" y="39059"/>
                  </a:lnTo>
                  <a:lnTo>
                    <a:pt x="4692917" y="51781"/>
                  </a:lnTo>
                  <a:lnTo>
                    <a:pt x="4591080" y="66354"/>
                  </a:lnTo>
                  <a:lnTo>
                    <a:pt x="4492924" y="82761"/>
                  </a:lnTo>
                  <a:lnTo>
                    <a:pt x="4400261" y="101036"/>
                  </a:lnTo>
                  <a:lnTo>
                    <a:pt x="4314084" y="121271"/>
                  </a:lnTo>
                  <a:lnTo>
                    <a:pt x="4234724" y="143631"/>
                  </a:lnTo>
                  <a:lnTo>
                    <a:pt x="4162033" y="168349"/>
                  </a:lnTo>
                  <a:lnTo>
                    <a:pt x="4095537" y="195722"/>
                  </a:lnTo>
                  <a:lnTo>
                    <a:pt x="4034564" y="226103"/>
                  </a:lnTo>
                  <a:lnTo>
                    <a:pt x="3978338" y="259877"/>
                  </a:lnTo>
                  <a:lnTo>
                    <a:pt x="3926051" y="297434"/>
                  </a:lnTo>
                  <a:lnTo>
                    <a:pt x="3876911" y="339108"/>
                  </a:lnTo>
                  <a:lnTo>
                    <a:pt x="3830196" y="385088"/>
                  </a:lnTo>
                  <a:lnTo>
                    <a:pt x="3829811" y="385493"/>
                  </a:lnTo>
                  <a:lnTo>
                    <a:pt x="3789119" y="430850"/>
                  </a:lnTo>
                  <a:lnTo>
                    <a:pt x="3749512" y="479812"/>
                  </a:lnTo>
                  <a:lnTo>
                    <a:pt x="3710671" y="532451"/>
                  </a:lnTo>
                  <a:lnTo>
                    <a:pt x="3672342" y="588767"/>
                  </a:lnTo>
                  <a:lnTo>
                    <a:pt x="3634329" y="648684"/>
                  </a:lnTo>
                  <a:lnTo>
                    <a:pt x="3596484" y="712039"/>
                  </a:lnTo>
                  <a:lnTo>
                    <a:pt x="3558699" y="778582"/>
                  </a:lnTo>
                  <a:lnTo>
                    <a:pt x="3520905" y="847972"/>
                  </a:lnTo>
                  <a:lnTo>
                    <a:pt x="3483062" y="919782"/>
                  </a:lnTo>
                  <a:lnTo>
                    <a:pt x="3445157" y="993511"/>
                  </a:lnTo>
                  <a:lnTo>
                    <a:pt x="3407198" y="1068593"/>
                  </a:lnTo>
                  <a:lnTo>
                    <a:pt x="3369204" y="1144415"/>
                  </a:lnTo>
                  <a:lnTo>
                    <a:pt x="3331206" y="1220339"/>
                  </a:lnTo>
                  <a:lnTo>
                    <a:pt x="3293233" y="1295723"/>
                  </a:lnTo>
                  <a:lnTo>
                    <a:pt x="3255310" y="1369946"/>
                  </a:lnTo>
                  <a:lnTo>
                    <a:pt x="3217448" y="1442423"/>
                  </a:lnTo>
                  <a:lnTo>
                    <a:pt x="3179641" y="1512631"/>
                  </a:lnTo>
                  <a:lnTo>
                    <a:pt x="3141859" y="1580119"/>
                  </a:lnTo>
                  <a:lnTo>
                    <a:pt x="3104043" y="1644518"/>
                  </a:lnTo>
                  <a:lnTo>
                    <a:pt x="3066097" y="1705549"/>
                  </a:lnTo>
                  <a:lnTo>
                    <a:pt x="3027887" y="1763021"/>
                  </a:lnTo>
                  <a:lnTo>
                    <a:pt x="2989233" y="1816831"/>
                  </a:lnTo>
                  <a:lnTo>
                    <a:pt x="2949901" y="1866956"/>
                  </a:lnTo>
                  <a:lnTo>
                    <a:pt x="2909592" y="1913446"/>
                  </a:lnTo>
                  <a:lnTo>
                    <a:pt x="2896531" y="1927465"/>
                  </a:lnTo>
                  <a:lnTo>
                    <a:pt x="2849834" y="1973481"/>
                  </a:lnTo>
                  <a:lnTo>
                    <a:pt x="2800717" y="2015190"/>
                  </a:lnTo>
                  <a:lnTo>
                    <a:pt x="2748459" y="2052781"/>
                  </a:lnTo>
                  <a:lnTo>
                    <a:pt x="2692270" y="2086585"/>
                  </a:lnTo>
                  <a:lnTo>
                    <a:pt x="2631340" y="2116993"/>
                  </a:lnTo>
                  <a:lnTo>
                    <a:pt x="2564893" y="2144390"/>
                  </a:lnTo>
                  <a:lnTo>
                    <a:pt x="2492257" y="2169129"/>
                  </a:lnTo>
                  <a:lnTo>
                    <a:pt x="2412955" y="2191508"/>
                  </a:lnTo>
                  <a:lnTo>
                    <a:pt x="2326834" y="2211760"/>
                  </a:lnTo>
                  <a:lnTo>
                    <a:pt x="2234222" y="2230050"/>
                  </a:lnTo>
                  <a:lnTo>
                    <a:pt x="2136107" y="2246473"/>
                  </a:lnTo>
                  <a:lnTo>
                    <a:pt x="2034290" y="2261062"/>
                  </a:lnTo>
                  <a:lnTo>
                    <a:pt x="1931483" y="2273799"/>
                  </a:lnTo>
                  <a:lnTo>
                    <a:pt x="1831236" y="2284644"/>
                  </a:lnTo>
                  <a:lnTo>
                    <a:pt x="1737668" y="2293562"/>
                  </a:lnTo>
                  <a:lnTo>
                    <a:pt x="1654941" y="2300566"/>
                  </a:lnTo>
                  <a:lnTo>
                    <a:pt x="1586585" y="2305742"/>
                  </a:lnTo>
                  <a:lnTo>
                    <a:pt x="1534797" y="2309269"/>
                  </a:lnTo>
                  <a:lnTo>
                    <a:pt x="1499947" y="2311413"/>
                  </a:lnTo>
                  <a:lnTo>
                    <a:pt x="1480390" y="2312505"/>
                  </a:lnTo>
                  <a:lnTo>
                    <a:pt x="1472592" y="2312902"/>
                  </a:lnTo>
                  <a:lnTo>
                    <a:pt x="1471387" y="2312958"/>
                  </a:lnTo>
                  <a:lnTo>
                    <a:pt x="0" y="2312958"/>
                  </a:lnTo>
                  <a:close/>
                </a:path>
              </a:pathLst>
            </a:custGeom>
            <a:solidFill>
              <a:srgbClr val="F28E5B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840" name="pl840"/>
            <p:cNvSpPr/>
            <p:nvPr/>
          </p:nvSpPr>
          <p:spPr>
            <a:xfrm>
              <a:off x="4799595" y="4930732"/>
              <a:ext cx="11981298" cy="3906693"/>
            </a:xfrm>
            <a:custGeom>
              <a:avLst/>
              <a:pathLst>
                <a:path w="11981298" h="3906693">
                  <a:moveTo>
                    <a:pt x="0" y="2312958"/>
                  </a:moveTo>
                  <a:lnTo>
                    <a:pt x="1471387" y="2312958"/>
                  </a:lnTo>
                  <a:lnTo>
                    <a:pt x="1472562" y="2312903"/>
                  </a:lnTo>
                  <a:lnTo>
                    <a:pt x="1480282" y="2312511"/>
                  </a:lnTo>
                  <a:lnTo>
                    <a:pt x="1499723" y="2311426"/>
                  </a:lnTo>
                  <a:lnTo>
                    <a:pt x="1534434" y="2309292"/>
                  </a:lnTo>
                  <a:lnTo>
                    <a:pt x="1586078" y="2305778"/>
                  </a:lnTo>
                  <a:lnTo>
                    <a:pt x="1654302" y="2300617"/>
                  </a:lnTo>
                  <a:lnTo>
                    <a:pt x="1736921" y="2293629"/>
                  </a:lnTo>
                  <a:lnTo>
                    <a:pt x="1830415" y="2284727"/>
                  </a:lnTo>
                  <a:lnTo>
                    <a:pt x="1930623" y="2273898"/>
                  </a:lnTo>
                  <a:lnTo>
                    <a:pt x="2033425" y="2261177"/>
                  </a:lnTo>
                  <a:lnTo>
                    <a:pt x="2135262" y="2246604"/>
                  </a:lnTo>
                  <a:lnTo>
                    <a:pt x="2233418" y="2230196"/>
                  </a:lnTo>
                  <a:lnTo>
                    <a:pt x="2326081" y="2211922"/>
                  </a:lnTo>
                  <a:lnTo>
                    <a:pt x="2412259" y="2191687"/>
                  </a:lnTo>
                  <a:lnTo>
                    <a:pt x="2491618" y="2169327"/>
                  </a:lnTo>
                  <a:lnTo>
                    <a:pt x="2564309" y="2144609"/>
                  </a:lnTo>
                  <a:lnTo>
                    <a:pt x="2630805" y="2117235"/>
                  </a:lnTo>
                  <a:lnTo>
                    <a:pt x="2691778" y="2086855"/>
                  </a:lnTo>
                  <a:lnTo>
                    <a:pt x="2748004" y="2053080"/>
                  </a:lnTo>
                  <a:lnTo>
                    <a:pt x="2800291" y="2015523"/>
                  </a:lnTo>
                  <a:lnTo>
                    <a:pt x="2849431" y="1973850"/>
                  </a:lnTo>
                  <a:lnTo>
                    <a:pt x="2896146" y="1927870"/>
                  </a:lnTo>
                  <a:lnTo>
                    <a:pt x="2896531" y="1927465"/>
                  </a:lnTo>
                  <a:lnTo>
                    <a:pt x="2937223" y="1882108"/>
                  </a:lnTo>
                  <a:lnTo>
                    <a:pt x="2976830" y="1833145"/>
                  </a:lnTo>
                  <a:lnTo>
                    <a:pt x="3015671" y="1780507"/>
                  </a:lnTo>
                  <a:lnTo>
                    <a:pt x="3054000" y="1724190"/>
                  </a:lnTo>
                  <a:lnTo>
                    <a:pt x="3092013" y="1664273"/>
                  </a:lnTo>
                  <a:lnTo>
                    <a:pt x="3129858" y="1600918"/>
                  </a:lnTo>
                  <a:lnTo>
                    <a:pt x="3167643" y="1534375"/>
                  </a:lnTo>
                  <a:lnTo>
                    <a:pt x="3205437" y="1464986"/>
                  </a:lnTo>
                  <a:lnTo>
                    <a:pt x="3243280" y="1393175"/>
                  </a:lnTo>
                  <a:lnTo>
                    <a:pt x="3281185" y="1319446"/>
                  </a:lnTo>
                  <a:lnTo>
                    <a:pt x="3319144" y="1244365"/>
                  </a:lnTo>
                  <a:lnTo>
                    <a:pt x="3357138" y="1168543"/>
                  </a:lnTo>
                  <a:lnTo>
                    <a:pt x="3395136" y="1092619"/>
                  </a:lnTo>
                  <a:lnTo>
                    <a:pt x="3433109" y="1017234"/>
                  </a:lnTo>
                  <a:lnTo>
                    <a:pt x="3471032" y="943012"/>
                  </a:lnTo>
                  <a:lnTo>
                    <a:pt x="3508895" y="870534"/>
                  </a:lnTo>
                  <a:lnTo>
                    <a:pt x="3546701" y="800326"/>
                  </a:lnTo>
                  <a:lnTo>
                    <a:pt x="3584483" y="732838"/>
                  </a:lnTo>
                  <a:lnTo>
                    <a:pt x="3622300" y="668439"/>
                  </a:lnTo>
                  <a:lnTo>
                    <a:pt x="3660245" y="607409"/>
                  </a:lnTo>
                  <a:lnTo>
                    <a:pt x="3698455" y="549937"/>
                  </a:lnTo>
                  <a:lnTo>
                    <a:pt x="3737109" y="496127"/>
                  </a:lnTo>
                  <a:lnTo>
                    <a:pt x="3776441" y="446002"/>
                  </a:lnTo>
                  <a:lnTo>
                    <a:pt x="3816750" y="399512"/>
                  </a:lnTo>
                  <a:lnTo>
                    <a:pt x="3829811" y="385493"/>
                  </a:lnTo>
                  <a:lnTo>
                    <a:pt x="3876509" y="339477"/>
                  </a:lnTo>
                  <a:lnTo>
                    <a:pt x="3925625" y="297767"/>
                  </a:lnTo>
                  <a:lnTo>
                    <a:pt x="3977883" y="260177"/>
                  </a:lnTo>
                  <a:lnTo>
                    <a:pt x="4034072" y="226372"/>
                  </a:lnTo>
                  <a:lnTo>
                    <a:pt x="4095002" y="195965"/>
                  </a:lnTo>
                  <a:lnTo>
                    <a:pt x="4161449" y="168568"/>
                  </a:lnTo>
                  <a:lnTo>
                    <a:pt x="4234085" y="143829"/>
                  </a:lnTo>
                  <a:lnTo>
                    <a:pt x="4313387" y="121450"/>
                  </a:lnTo>
                  <a:lnTo>
                    <a:pt x="4399508" y="101197"/>
                  </a:lnTo>
                  <a:lnTo>
                    <a:pt x="4492120" y="82907"/>
                  </a:lnTo>
                  <a:lnTo>
                    <a:pt x="4590236" y="66484"/>
                  </a:lnTo>
                  <a:lnTo>
                    <a:pt x="4692052" y="51896"/>
                  </a:lnTo>
                  <a:lnTo>
                    <a:pt x="4794859" y="39159"/>
                  </a:lnTo>
                  <a:lnTo>
                    <a:pt x="4895106" y="28314"/>
                  </a:lnTo>
                  <a:lnTo>
                    <a:pt x="4988674" y="19395"/>
                  </a:lnTo>
                  <a:lnTo>
                    <a:pt x="5071401" y="12391"/>
                  </a:lnTo>
                  <a:lnTo>
                    <a:pt x="5139757" y="7216"/>
                  </a:lnTo>
                  <a:lnTo>
                    <a:pt x="5191545" y="3689"/>
                  </a:lnTo>
                  <a:lnTo>
                    <a:pt x="5226395" y="1544"/>
                  </a:lnTo>
                  <a:lnTo>
                    <a:pt x="5245952" y="453"/>
                  </a:lnTo>
                  <a:lnTo>
                    <a:pt x="5253751" y="56"/>
                  </a:lnTo>
                  <a:lnTo>
                    <a:pt x="5254955" y="0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419" y="84"/>
                  </a:lnTo>
                  <a:lnTo>
                    <a:pt x="6734505" y="690"/>
                  </a:lnTo>
                  <a:lnTo>
                    <a:pt x="6752396" y="2363"/>
                  </a:lnTo>
                  <a:lnTo>
                    <a:pt x="6784459" y="5658"/>
                  </a:lnTo>
                  <a:lnTo>
                    <a:pt x="6832400" y="11092"/>
                  </a:lnTo>
                  <a:lnTo>
                    <a:pt x="6896137" y="19094"/>
                  </a:lnTo>
                  <a:lnTo>
                    <a:pt x="6973914" y="29965"/>
                  </a:lnTo>
                  <a:lnTo>
                    <a:pt x="7062694" y="43866"/>
                  </a:lnTo>
                  <a:lnTo>
                    <a:pt x="7158738" y="60837"/>
                  </a:lnTo>
                  <a:lnTo>
                    <a:pt x="7258213" y="80838"/>
                  </a:lnTo>
                  <a:lnTo>
                    <a:pt x="7357683" y="103803"/>
                  </a:lnTo>
                  <a:lnTo>
                    <a:pt x="7454411" y="129689"/>
                  </a:lnTo>
                  <a:lnTo>
                    <a:pt x="7546465" y="158517"/>
                  </a:lnTo>
                  <a:lnTo>
                    <a:pt x="7632680" y="190395"/>
                  </a:lnTo>
                  <a:lnTo>
                    <a:pt x="7712532" y="225535"/>
                  </a:lnTo>
                  <a:lnTo>
                    <a:pt x="7785990" y="264250"/>
                  </a:lnTo>
                  <a:lnTo>
                    <a:pt x="7853372" y="306957"/>
                  </a:lnTo>
                  <a:lnTo>
                    <a:pt x="7915216" y="354161"/>
                  </a:lnTo>
                  <a:lnTo>
                    <a:pt x="7972194" y="406437"/>
                  </a:lnTo>
                  <a:lnTo>
                    <a:pt x="8025035" y="464393"/>
                  </a:lnTo>
                  <a:lnTo>
                    <a:pt x="8074480" y="528607"/>
                  </a:lnTo>
                  <a:lnTo>
                    <a:pt x="8121230" y="599528"/>
                  </a:lnTo>
                  <a:lnTo>
                    <a:pt x="8151487" y="651115"/>
                  </a:lnTo>
                  <a:lnTo>
                    <a:pt x="8184427" y="712482"/>
                  </a:lnTo>
                  <a:lnTo>
                    <a:pt x="8216615" y="777795"/>
                  </a:lnTo>
                  <a:lnTo>
                    <a:pt x="8248232" y="847134"/>
                  </a:lnTo>
                  <a:lnTo>
                    <a:pt x="8279425" y="920532"/>
                  </a:lnTo>
                  <a:lnTo>
                    <a:pt x="8310318" y="997967"/>
                  </a:lnTo>
                  <a:lnTo>
                    <a:pt x="8341010" y="1079362"/>
                  </a:lnTo>
                  <a:lnTo>
                    <a:pt x="8371580" y="1164579"/>
                  </a:lnTo>
                  <a:lnTo>
                    <a:pt x="8402090" y="1253413"/>
                  </a:lnTo>
                  <a:lnTo>
                    <a:pt x="8432585" y="1345598"/>
                  </a:lnTo>
                  <a:lnTo>
                    <a:pt x="8463095" y="1440804"/>
                  </a:lnTo>
                  <a:lnTo>
                    <a:pt x="8493638" y="1538639"/>
                  </a:lnTo>
                  <a:lnTo>
                    <a:pt x="8524222" y="1638658"/>
                  </a:lnTo>
                  <a:lnTo>
                    <a:pt x="8554844" y="1740370"/>
                  </a:lnTo>
                  <a:lnTo>
                    <a:pt x="8585497" y="1843244"/>
                  </a:lnTo>
                  <a:lnTo>
                    <a:pt x="8616166" y="1946724"/>
                  </a:lnTo>
                  <a:lnTo>
                    <a:pt x="8646836" y="2050242"/>
                  </a:lnTo>
                  <a:lnTo>
                    <a:pt x="8677492" y="2153225"/>
                  </a:lnTo>
                  <a:lnTo>
                    <a:pt x="8708119" y="2255115"/>
                  </a:lnTo>
                  <a:lnTo>
                    <a:pt x="8738708" y="2355379"/>
                  </a:lnTo>
                  <a:lnTo>
                    <a:pt x="8769256" y="2453519"/>
                  </a:lnTo>
                  <a:lnTo>
                    <a:pt x="8799769" y="2549084"/>
                  </a:lnTo>
                  <a:lnTo>
                    <a:pt x="8830265" y="2641675"/>
                  </a:lnTo>
                  <a:lnTo>
                    <a:pt x="8860770" y="2730954"/>
                  </a:lnTo>
                  <a:lnTo>
                    <a:pt x="8891330" y="2816645"/>
                  </a:lnTo>
                  <a:lnTo>
                    <a:pt x="8922002" y="2898538"/>
                  </a:lnTo>
                  <a:lnTo>
                    <a:pt x="8952864" y="2976485"/>
                  </a:lnTo>
                  <a:lnTo>
                    <a:pt x="8984013" y="3050401"/>
                  </a:lnTo>
                  <a:lnTo>
                    <a:pt x="9015568" y="3120258"/>
                  </a:lnTo>
                  <a:lnTo>
                    <a:pt x="9047674" y="3186082"/>
                  </a:lnTo>
                  <a:lnTo>
                    <a:pt x="9080507" y="3247948"/>
                  </a:lnTo>
                  <a:lnTo>
                    <a:pt x="9084767" y="3255577"/>
                  </a:lnTo>
                  <a:lnTo>
                    <a:pt x="9130065" y="3331127"/>
                  </a:lnTo>
                  <a:lnTo>
                    <a:pt x="9177623" y="3399817"/>
                  </a:lnTo>
                  <a:lnTo>
                    <a:pt x="9228099" y="3461925"/>
                  </a:lnTo>
                  <a:lnTo>
                    <a:pt x="9282212" y="3517956"/>
                  </a:lnTo>
                  <a:lnTo>
                    <a:pt x="9340704" y="3568506"/>
                  </a:lnTo>
                  <a:lnTo>
                    <a:pt x="9404291" y="3614179"/>
                  </a:lnTo>
                  <a:lnTo>
                    <a:pt x="9473610" y="3655528"/>
                  </a:lnTo>
                  <a:lnTo>
                    <a:pt x="9549140" y="3693032"/>
                  </a:lnTo>
                  <a:lnTo>
                    <a:pt x="9631098" y="3727075"/>
                  </a:lnTo>
                  <a:lnTo>
                    <a:pt x="9719309" y="3757937"/>
                  </a:lnTo>
                  <a:lnTo>
                    <a:pt x="9813057" y="3785795"/>
                  </a:lnTo>
                  <a:lnTo>
                    <a:pt x="9910934" y="3810727"/>
                  </a:lnTo>
                  <a:lnTo>
                    <a:pt x="10010745" y="3832729"/>
                  </a:lnTo>
                  <a:lnTo>
                    <a:pt x="10109503" y="3851745"/>
                  </a:lnTo>
                  <a:lnTo>
                    <a:pt x="10203599" y="3867713"/>
                  </a:lnTo>
                  <a:lnTo>
                    <a:pt x="10289169" y="3880613"/>
                  </a:lnTo>
                  <a:lnTo>
                    <a:pt x="10362634" y="3890520"/>
                  </a:lnTo>
                  <a:lnTo>
                    <a:pt x="10421319" y="3897642"/>
                  </a:lnTo>
                  <a:lnTo>
                    <a:pt x="10463986" y="3902324"/>
                  </a:lnTo>
                  <a:lnTo>
                    <a:pt x="10491139" y="3905029"/>
                  </a:lnTo>
                  <a:lnTo>
                    <a:pt x="10505050" y="3906291"/>
                  </a:lnTo>
                  <a:lnTo>
                    <a:pt x="10509577" y="3906667"/>
                  </a:lnTo>
                  <a:lnTo>
                    <a:pt x="10509911" y="3906693"/>
                  </a:lnTo>
                  <a:lnTo>
                    <a:pt x="11981298" y="390669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41" name="pl841"/>
            <p:cNvSpPr/>
            <p:nvPr/>
          </p:nvSpPr>
          <p:spPr>
            <a:xfrm>
              <a:off x="4799595" y="4922559"/>
              <a:ext cx="11981298" cy="3906693"/>
            </a:xfrm>
            <a:custGeom>
              <a:avLst/>
              <a:pathLst>
                <a:path w="11981298" h="3906693">
                  <a:moveTo>
                    <a:pt x="11981298" y="3906693"/>
                  </a:moveTo>
                  <a:lnTo>
                    <a:pt x="10509911" y="3906693"/>
                  </a:lnTo>
                  <a:lnTo>
                    <a:pt x="10508834" y="3906608"/>
                  </a:lnTo>
                  <a:lnTo>
                    <a:pt x="10501748" y="3906002"/>
                  </a:lnTo>
                  <a:lnTo>
                    <a:pt x="10483857" y="3904329"/>
                  </a:lnTo>
                  <a:lnTo>
                    <a:pt x="10451794" y="3901034"/>
                  </a:lnTo>
                  <a:lnTo>
                    <a:pt x="10403853" y="3895600"/>
                  </a:lnTo>
                  <a:lnTo>
                    <a:pt x="10340116" y="3887598"/>
                  </a:lnTo>
                  <a:lnTo>
                    <a:pt x="10262339" y="3876727"/>
                  </a:lnTo>
                  <a:lnTo>
                    <a:pt x="10173559" y="3862827"/>
                  </a:lnTo>
                  <a:lnTo>
                    <a:pt x="10077515" y="3845856"/>
                  </a:lnTo>
                  <a:lnTo>
                    <a:pt x="9978040" y="3825855"/>
                  </a:lnTo>
                  <a:lnTo>
                    <a:pt x="9878571" y="3802890"/>
                  </a:lnTo>
                  <a:lnTo>
                    <a:pt x="9781842" y="3777003"/>
                  </a:lnTo>
                  <a:lnTo>
                    <a:pt x="9689788" y="3748175"/>
                  </a:lnTo>
                  <a:lnTo>
                    <a:pt x="9603574" y="3716297"/>
                  </a:lnTo>
                  <a:lnTo>
                    <a:pt x="9523722" y="3681157"/>
                  </a:lnTo>
                  <a:lnTo>
                    <a:pt x="9450263" y="3642442"/>
                  </a:lnTo>
                  <a:lnTo>
                    <a:pt x="9382881" y="3599735"/>
                  </a:lnTo>
                  <a:lnTo>
                    <a:pt x="9321037" y="3552531"/>
                  </a:lnTo>
                  <a:lnTo>
                    <a:pt x="9264059" y="3500255"/>
                  </a:lnTo>
                  <a:lnTo>
                    <a:pt x="9211218" y="3442299"/>
                  </a:lnTo>
                  <a:lnTo>
                    <a:pt x="9161774" y="3378085"/>
                  </a:lnTo>
                  <a:lnTo>
                    <a:pt x="9115023" y="3307164"/>
                  </a:lnTo>
                  <a:lnTo>
                    <a:pt x="9084767" y="3255577"/>
                  </a:lnTo>
                  <a:lnTo>
                    <a:pt x="9051827" y="3194210"/>
                  </a:lnTo>
                  <a:lnTo>
                    <a:pt x="9019638" y="3128897"/>
                  </a:lnTo>
                  <a:lnTo>
                    <a:pt x="8988021" y="3059558"/>
                  </a:lnTo>
                  <a:lnTo>
                    <a:pt x="8956828" y="2986161"/>
                  </a:lnTo>
                  <a:lnTo>
                    <a:pt x="8925935" y="2908725"/>
                  </a:lnTo>
                  <a:lnTo>
                    <a:pt x="8895243" y="2827330"/>
                  </a:lnTo>
                  <a:lnTo>
                    <a:pt x="8864673" y="2742114"/>
                  </a:lnTo>
                  <a:lnTo>
                    <a:pt x="8834163" y="2653279"/>
                  </a:lnTo>
                  <a:lnTo>
                    <a:pt x="8803668" y="2561094"/>
                  </a:lnTo>
                  <a:lnTo>
                    <a:pt x="8773158" y="2465889"/>
                  </a:lnTo>
                  <a:lnTo>
                    <a:pt x="8742615" y="2368054"/>
                  </a:lnTo>
                  <a:lnTo>
                    <a:pt x="8712031" y="2268034"/>
                  </a:lnTo>
                  <a:lnTo>
                    <a:pt x="8681409" y="2166322"/>
                  </a:lnTo>
                  <a:lnTo>
                    <a:pt x="8650756" y="2063448"/>
                  </a:lnTo>
                  <a:lnTo>
                    <a:pt x="8620087" y="1959968"/>
                  </a:lnTo>
                  <a:lnTo>
                    <a:pt x="8589417" y="1856451"/>
                  </a:lnTo>
                  <a:lnTo>
                    <a:pt x="8558762" y="1753468"/>
                  </a:lnTo>
                  <a:lnTo>
                    <a:pt x="8528135" y="1651577"/>
                  </a:lnTo>
                  <a:lnTo>
                    <a:pt x="8497546" y="1551313"/>
                  </a:lnTo>
                  <a:lnTo>
                    <a:pt x="8466997" y="1453173"/>
                  </a:lnTo>
                  <a:lnTo>
                    <a:pt x="8436484" y="1357608"/>
                  </a:lnTo>
                  <a:lnTo>
                    <a:pt x="8405989" y="1265017"/>
                  </a:lnTo>
                  <a:lnTo>
                    <a:pt x="8375483" y="1175738"/>
                  </a:lnTo>
                  <a:lnTo>
                    <a:pt x="8344923" y="1090047"/>
                  </a:lnTo>
                  <a:lnTo>
                    <a:pt x="8314251" y="1008154"/>
                  </a:lnTo>
                  <a:lnTo>
                    <a:pt x="8283389" y="930207"/>
                  </a:lnTo>
                  <a:lnTo>
                    <a:pt x="8252240" y="856291"/>
                  </a:lnTo>
                  <a:lnTo>
                    <a:pt x="8220686" y="786434"/>
                  </a:lnTo>
                  <a:lnTo>
                    <a:pt x="8188579" y="720610"/>
                  </a:lnTo>
                  <a:lnTo>
                    <a:pt x="8155747" y="658744"/>
                  </a:lnTo>
                  <a:lnTo>
                    <a:pt x="8151487" y="651115"/>
                  </a:lnTo>
                  <a:lnTo>
                    <a:pt x="8106189" y="575565"/>
                  </a:lnTo>
                  <a:lnTo>
                    <a:pt x="8058630" y="506875"/>
                  </a:lnTo>
                  <a:lnTo>
                    <a:pt x="8008154" y="444767"/>
                  </a:lnTo>
                  <a:lnTo>
                    <a:pt x="7954041" y="388736"/>
                  </a:lnTo>
                  <a:lnTo>
                    <a:pt x="7895550" y="338186"/>
                  </a:lnTo>
                  <a:lnTo>
                    <a:pt x="7831963" y="292514"/>
                  </a:lnTo>
                  <a:lnTo>
                    <a:pt x="7762643" y="251164"/>
                  </a:lnTo>
                  <a:lnTo>
                    <a:pt x="7687113" y="213660"/>
                  </a:lnTo>
                  <a:lnTo>
                    <a:pt x="7605155" y="179618"/>
                  </a:lnTo>
                  <a:lnTo>
                    <a:pt x="7516944" y="148755"/>
                  </a:lnTo>
                  <a:lnTo>
                    <a:pt x="7423196" y="120897"/>
                  </a:lnTo>
                  <a:lnTo>
                    <a:pt x="7325319" y="95965"/>
                  </a:lnTo>
                  <a:lnTo>
                    <a:pt x="7225508" y="73963"/>
                  </a:lnTo>
                  <a:lnTo>
                    <a:pt x="7126751" y="54947"/>
                  </a:lnTo>
                  <a:lnTo>
                    <a:pt x="7032654" y="38979"/>
                  </a:lnTo>
                  <a:lnTo>
                    <a:pt x="6947085" y="26079"/>
                  </a:lnTo>
                  <a:lnTo>
                    <a:pt x="6873619" y="16172"/>
                  </a:lnTo>
                  <a:lnTo>
                    <a:pt x="6814934" y="9050"/>
                  </a:lnTo>
                  <a:lnTo>
                    <a:pt x="6772267" y="4368"/>
                  </a:lnTo>
                  <a:lnTo>
                    <a:pt x="6745114" y="1664"/>
                  </a:lnTo>
                  <a:lnTo>
                    <a:pt x="6731203" y="401"/>
                  </a:lnTo>
                  <a:lnTo>
                    <a:pt x="6726676" y="25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780" y="55"/>
                  </a:lnTo>
                  <a:lnTo>
                    <a:pt x="5246060" y="447"/>
                  </a:lnTo>
                  <a:lnTo>
                    <a:pt x="5226619" y="1531"/>
                  </a:lnTo>
                  <a:lnTo>
                    <a:pt x="5191908" y="3665"/>
                  </a:lnTo>
                  <a:lnTo>
                    <a:pt x="5140264" y="7179"/>
                  </a:lnTo>
                  <a:lnTo>
                    <a:pt x="5072040" y="12340"/>
                  </a:lnTo>
                  <a:lnTo>
                    <a:pt x="4989421" y="19328"/>
                  </a:lnTo>
                  <a:lnTo>
                    <a:pt x="4895927" y="28231"/>
                  </a:lnTo>
                  <a:lnTo>
                    <a:pt x="4795719" y="39059"/>
                  </a:lnTo>
                  <a:lnTo>
                    <a:pt x="4692917" y="51781"/>
                  </a:lnTo>
                  <a:lnTo>
                    <a:pt x="4591080" y="66354"/>
                  </a:lnTo>
                  <a:lnTo>
                    <a:pt x="4492924" y="82761"/>
                  </a:lnTo>
                  <a:lnTo>
                    <a:pt x="4400261" y="101036"/>
                  </a:lnTo>
                  <a:lnTo>
                    <a:pt x="4314084" y="121271"/>
                  </a:lnTo>
                  <a:lnTo>
                    <a:pt x="4234724" y="143631"/>
                  </a:lnTo>
                  <a:lnTo>
                    <a:pt x="4162033" y="168349"/>
                  </a:lnTo>
                  <a:lnTo>
                    <a:pt x="4095537" y="195722"/>
                  </a:lnTo>
                  <a:lnTo>
                    <a:pt x="4034564" y="226103"/>
                  </a:lnTo>
                  <a:lnTo>
                    <a:pt x="3978338" y="259877"/>
                  </a:lnTo>
                  <a:lnTo>
                    <a:pt x="3926051" y="297434"/>
                  </a:lnTo>
                  <a:lnTo>
                    <a:pt x="3876911" y="339108"/>
                  </a:lnTo>
                  <a:lnTo>
                    <a:pt x="3830196" y="385088"/>
                  </a:lnTo>
                  <a:lnTo>
                    <a:pt x="3829811" y="385493"/>
                  </a:lnTo>
                  <a:lnTo>
                    <a:pt x="3789119" y="430850"/>
                  </a:lnTo>
                  <a:lnTo>
                    <a:pt x="3749512" y="479812"/>
                  </a:lnTo>
                  <a:lnTo>
                    <a:pt x="3710671" y="532451"/>
                  </a:lnTo>
                  <a:lnTo>
                    <a:pt x="3672342" y="588767"/>
                  </a:lnTo>
                  <a:lnTo>
                    <a:pt x="3634329" y="648684"/>
                  </a:lnTo>
                  <a:lnTo>
                    <a:pt x="3596484" y="712039"/>
                  </a:lnTo>
                  <a:lnTo>
                    <a:pt x="3558699" y="778582"/>
                  </a:lnTo>
                  <a:lnTo>
                    <a:pt x="3520905" y="847972"/>
                  </a:lnTo>
                  <a:lnTo>
                    <a:pt x="3483062" y="919782"/>
                  </a:lnTo>
                  <a:lnTo>
                    <a:pt x="3445157" y="993511"/>
                  </a:lnTo>
                  <a:lnTo>
                    <a:pt x="3407198" y="1068593"/>
                  </a:lnTo>
                  <a:lnTo>
                    <a:pt x="3369204" y="1144415"/>
                  </a:lnTo>
                  <a:lnTo>
                    <a:pt x="3331206" y="1220339"/>
                  </a:lnTo>
                  <a:lnTo>
                    <a:pt x="3293233" y="1295723"/>
                  </a:lnTo>
                  <a:lnTo>
                    <a:pt x="3255310" y="1369946"/>
                  </a:lnTo>
                  <a:lnTo>
                    <a:pt x="3217448" y="1442423"/>
                  </a:lnTo>
                  <a:lnTo>
                    <a:pt x="3179641" y="1512631"/>
                  </a:lnTo>
                  <a:lnTo>
                    <a:pt x="3141859" y="1580119"/>
                  </a:lnTo>
                  <a:lnTo>
                    <a:pt x="3104043" y="1644518"/>
                  </a:lnTo>
                  <a:lnTo>
                    <a:pt x="3066097" y="1705549"/>
                  </a:lnTo>
                  <a:lnTo>
                    <a:pt x="3027887" y="1763021"/>
                  </a:lnTo>
                  <a:lnTo>
                    <a:pt x="2989233" y="1816831"/>
                  </a:lnTo>
                  <a:lnTo>
                    <a:pt x="2949901" y="1866956"/>
                  </a:lnTo>
                  <a:lnTo>
                    <a:pt x="2909592" y="1913446"/>
                  </a:lnTo>
                  <a:lnTo>
                    <a:pt x="2896531" y="1927465"/>
                  </a:lnTo>
                  <a:lnTo>
                    <a:pt x="2849834" y="1973481"/>
                  </a:lnTo>
                  <a:lnTo>
                    <a:pt x="2800717" y="2015190"/>
                  </a:lnTo>
                  <a:lnTo>
                    <a:pt x="2748459" y="2052781"/>
                  </a:lnTo>
                  <a:lnTo>
                    <a:pt x="2692270" y="2086585"/>
                  </a:lnTo>
                  <a:lnTo>
                    <a:pt x="2631340" y="2116993"/>
                  </a:lnTo>
                  <a:lnTo>
                    <a:pt x="2564893" y="2144390"/>
                  </a:lnTo>
                  <a:lnTo>
                    <a:pt x="2492257" y="2169129"/>
                  </a:lnTo>
                  <a:lnTo>
                    <a:pt x="2412955" y="2191508"/>
                  </a:lnTo>
                  <a:lnTo>
                    <a:pt x="2326834" y="2211760"/>
                  </a:lnTo>
                  <a:lnTo>
                    <a:pt x="2234222" y="2230050"/>
                  </a:lnTo>
                  <a:lnTo>
                    <a:pt x="2136107" y="2246473"/>
                  </a:lnTo>
                  <a:lnTo>
                    <a:pt x="2034290" y="2261062"/>
                  </a:lnTo>
                  <a:lnTo>
                    <a:pt x="1931483" y="2273799"/>
                  </a:lnTo>
                  <a:lnTo>
                    <a:pt x="1831236" y="2284644"/>
                  </a:lnTo>
                  <a:lnTo>
                    <a:pt x="1737668" y="2293562"/>
                  </a:lnTo>
                  <a:lnTo>
                    <a:pt x="1654941" y="2300566"/>
                  </a:lnTo>
                  <a:lnTo>
                    <a:pt x="1586585" y="2305742"/>
                  </a:lnTo>
                  <a:lnTo>
                    <a:pt x="1534797" y="2309269"/>
                  </a:lnTo>
                  <a:lnTo>
                    <a:pt x="1499947" y="2311413"/>
                  </a:lnTo>
                  <a:lnTo>
                    <a:pt x="1480390" y="2312505"/>
                  </a:lnTo>
                  <a:lnTo>
                    <a:pt x="1472592" y="2312902"/>
                  </a:lnTo>
                  <a:lnTo>
                    <a:pt x="1471387" y="2312958"/>
                  </a:lnTo>
                  <a:lnTo>
                    <a:pt x="1471387" y="2312958"/>
                  </a:lnTo>
                  <a:lnTo>
                    <a:pt x="0" y="231295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42" name="pg842"/>
            <p:cNvSpPr/>
            <p:nvPr/>
          </p:nvSpPr>
          <p:spPr>
            <a:xfrm>
              <a:off x="4799595" y="4963424"/>
              <a:ext cx="11981298" cy="4388900"/>
            </a:xfrm>
            <a:custGeom>
              <a:avLst/>
              <a:pathLst>
                <a:path w="11981298" h="4388900">
                  <a:moveTo>
                    <a:pt x="0" y="2288439"/>
                  </a:moveTo>
                  <a:lnTo>
                    <a:pt x="1471387" y="2288439"/>
                  </a:lnTo>
                  <a:lnTo>
                    <a:pt x="1472564" y="2288385"/>
                  </a:lnTo>
                  <a:lnTo>
                    <a:pt x="1480294" y="2287997"/>
                  </a:lnTo>
                  <a:lnTo>
                    <a:pt x="1499761" y="2286927"/>
                  </a:lnTo>
                  <a:lnTo>
                    <a:pt x="1534517" y="2284820"/>
                  </a:lnTo>
                  <a:lnTo>
                    <a:pt x="1586222" y="2281351"/>
                  </a:lnTo>
                  <a:lnTo>
                    <a:pt x="1654520" y="2276256"/>
                  </a:lnTo>
                  <a:lnTo>
                    <a:pt x="1737219" y="2269357"/>
                  </a:lnTo>
                  <a:lnTo>
                    <a:pt x="1830789" y="2260569"/>
                  </a:lnTo>
                  <a:lnTo>
                    <a:pt x="1931064" y="2249881"/>
                  </a:lnTo>
                  <a:lnTo>
                    <a:pt x="2033918" y="2237325"/>
                  </a:lnTo>
                  <a:lnTo>
                    <a:pt x="2135791" y="2222942"/>
                  </a:lnTo>
                  <a:lnTo>
                    <a:pt x="2233968" y="2206749"/>
                  </a:lnTo>
                  <a:lnTo>
                    <a:pt x="2326638" y="2188713"/>
                  </a:lnTo>
                  <a:lnTo>
                    <a:pt x="2412814" y="2168741"/>
                  </a:lnTo>
                  <a:lnTo>
                    <a:pt x="2492164" y="2146671"/>
                  </a:lnTo>
                  <a:lnTo>
                    <a:pt x="2564841" y="2122273"/>
                  </a:lnTo>
                  <a:lnTo>
                    <a:pt x="2631323" y="2095251"/>
                  </a:lnTo>
                  <a:lnTo>
                    <a:pt x="2692282" y="2065259"/>
                  </a:lnTo>
                  <a:lnTo>
                    <a:pt x="2748496" y="2031915"/>
                  </a:lnTo>
                  <a:lnTo>
                    <a:pt x="2800776" y="1994835"/>
                  </a:lnTo>
                  <a:lnTo>
                    <a:pt x="2849912" y="1953689"/>
                  </a:lnTo>
                  <a:lnTo>
                    <a:pt x="2896531" y="1908395"/>
                  </a:lnTo>
                  <a:lnTo>
                    <a:pt x="2937432" y="1863437"/>
                  </a:lnTo>
                  <a:lnTo>
                    <a:pt x="2977238" y="1814887"/>
                  </a:lnTo>
                  <a:lnTo>
                    <a:pt x="3016273" y="1762675"/>
                  </a:lnTo>
                  <a:lnTo>
                    <a:pt x="3054794" y="1706800"/>
                  </a:lnTo>
                  <a:lnTo>
                    <a:pt x="3092999" y="1647340"/>
                  </a:lnTo>
                  <a:lnTo>
                    <a:pt x="3131038" y="1584461"/>
                  </a:lnTo>
                  <a:lnTo>
                    <a:pt x="3169019" y="1518417"/>
                  </a:lnTo>
                  <a:lnTo>
                    <a:pt x="3207011" y="1449550"/>
                  </a:lnTo>
                  <a:lnTo>
                    <a:pt x="3245054" y="1378291"/>
                  </a:lnTo>
                  <a:lnTo>
                    <a:pt x="3283159" y="1305147"/>
                  </a:lnTo>
                  <a:lnTo>
                    <a:pt x="3321318" y="1230685"/>
                  </a:lnTo>
                  <a:lnTo>
                    <a:pt x="3359510" y="1155523"/>
                  </a:lnTo>
                  <a:lnTo>
                    <a:pt x="3397705" y="1080298"/>
                  </a:lnTo>
                  <a:lnTo>
                    <a:pt x="3435873" y="1005654"/>
                  </a:lnTo>
                  <a:lnTo>
                    <a:pt x="3473990" y="932211"/>
                  </a:lnTo>
                  <a:lnTo>
                    <a:pt x="3512044" y="860549"/>
                  </a:lnTo>
                  <a:lnTo>
                    <a:pt x="3550043" y="791188"/>
                  </a:lnTo>
                  <a:lnTo>
                    <a:pt x="3588022" y="724573"/>
                  </a:lnTo>
                  <a:lnTo>
                    <a:pt x="3626043" y="661065"/>
                  </a:lnTo>
                  <a:lnTo>
                    <a:pt x="3664206" y="600935"/>
                  </a:lnTo>
                  <a:lnTo>
                    <a:pt x="3702653" y="544364"/>
                  </a:lnTo>
                  <a:lnTo>
                    <a:pt x="3741572" y="491447"/>
                  </a:lnTo>
                  <a:lnTo>
                    <a:pt x="3781207" y="442199"/>
                  </a:lnTo>
                  <a:lnTo>
                    <a:pt x="3821869" y="396561"/>
                  </a:lnTo>
                  <a:lnTo>
                    <a:pt x="3829811" y="388217"/>
                  </a:lnTo>
                  <a:lnTo>
                    <a:pt x="3876531" y="342831"/>
                  </a:lnTo>
                  <a:lnTo>
                    <a:pt x="3925674" y="301694"/>
                  </a:lnTo>
                  <a:lnTo>
                    <a:pt x="3977961" y="264622"/>
                  </a:lnTo>
                  <a:lnTo>
                    <a:pt x="4034184" y="231285"/>
                  </a:lnTo>
                  <a:lnTo>
                    <a:pt x="4095154" y="201300"/>
                  </a:lnTo>
                  <a:lnTo>
                    <a:pt x="4161648" y="174284"/>
                  </a:lnTo>
                  <a:lnTo>
                    <a:pt x="4234340" y="149891"/>
                  </a:lnTo>
                  <a:lnTo>
                    <a:pt x="4313704" y="127826"/>
                  </a:lnTo>
                  <a:lnTo>
                    <a:pt x="4399894" y="107858"/>
                  </a:lnTo>
                  <a:lnTo>
                    <a:pt x="4492578" y="89827"/>
                  </a:lnTo>
                  <a:lnTo>
                    <a:pt x="4590764" y="73637"/>
                  </a:lnTo>
                  <a:lnTo>
                    <a:pt x="4692643" y="59258"/>
                  </a:lnTo>
                  <a:lnTo>
                    <a:pt x="4795495" y="46706"/>
                  </a:lnTo>
                  <a:lnTo>
                    <a:pt x="4895760" y="36021"/>
                  </a:lnTo>
                  <a:lnTo>
                    <a:pt x="4989312" y="27238"/>
                  </a:lnTo>
                  <a:lnTo>
                    <a:pt x="5071983" y="20343"/>
                  </a:lnTo>
                  <a:lnTo>
                    <a:pt x="5140248" y="15252"/>
                  </a:lnTo>
                  <a:lnTo>
                    <a:pt x="5191917" y="11786"/>
                  </a:lnTo>
                  <a:lnTo>
                    <a:pt x="5226638" y="9681"/>
                  </a:lnTo>
                  <a:lnTo>
                    <a:pt x="5246075" y="8613"/>
                  </a:lnTo>
                  <a:lnTo>
                    <a:pt x="5253786" y="8226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262" y="8254"/>
                  </a:lnTo>
                  <a:lnTo>
                    <a:pt x="6733332" y="8831"/>
                  </a:lnTo>
                  <a:lnTo>
                    <a:pt x="6748728" y="10425"/>
                  </a:lnTo>
                  <a:lnTo>
                    <a:pt x="6776488" y="13567"/>
                  </a:lnTo>
                  <a:lnTo>
                    <a:pt x="6818338" y="18761"/>
                  </a:lnTo>
                  <a:lnTo>
                    <a:pt x="6874565" y="26442"/>
                  </a:lnTo>
                  <a:lnTo>
                    <a:pt x="6944055" y="36935"/>
                  </a:lnTo>
                  <a:lnTo>
                    <a:pt x="7024537" y="50437"/>
                  </a:lnTo>
                  <a:lnTo>
                    <a:pt x="7112989" y="67030"/>
                  </a:lnTo>
                  <a:lnTo>
                    <a:pt x="7206117" y="86700"/>
                  </a:lnTo>
                  <a:lnTo>
                    <a:pt x="7300781" y="109391"/>
                  </a:lnTo>
                  <a:lnTo>
                    <a:pt x="7394301" y="135044"/>
                  </a:lnTo>
                  <a:lnTo>
                    <a:pt x="7484618" y="163638"/>
                  </a:lnTo>
                  <a:lnTo>
                    <a:pt x="7570322" y="195219"/>
                  </a:lnTo>
                  <a:lnTo>
                    <a:pt x="7650596" y="229919"/>
                  </a:lnTo>
                  <a:lnTo>
                    <a:pt x="7725113" y="267964"/>
                  </a:lnTo>
                  <a:lnTo>
                    <a:pt x="7793912" y="309672"/>
                  </a:lnTo>
                  <a:lnTo>
                    <a:pt x="7857297" y="355454"/>
                  </a:lnTo>
                  <a:lnTo>
                    <a:pt x="7915740" y="405800"/>
                  </a:lnTo>
                  <a:lnTo>
                    <a:pt x="7969816" y="461260"/>
                  </a:lnTo>
                  <a:lnTo>
                    <a:pt x="8020147" y="522415"/>
                  </a:lnTo>
                  <a:lnTo>
                    <a:pt x="8067364" y="589824"/>
                  </a:lnTo>
                  <a:lnTo>
                    <a:pt x="8112072" y="663939"/>
                  </a:lnTo>
                  <a:lnTo>
                    <a:pt x="8151487" y="738294"/>
                  </a:lnTo>
                  <a:lnTo>
                    <a:pt x="8182797" y="803557"/>
                  </a:lnTo>
                  <a:lnTo>
                    <a:pt x="8213420" y="872809"/>
                  </a:lnTo>
                  <a:lnTo>
                    <a:pt x="8243513" y="946128"/>
                  </a:lnTo>
                  <a:lnTo>
                    <a:pt x="8273205" y="1023552"/>
                  </a:lnTo>
                  <a:lnTo>
                    <a:pt x="8302606" y="1105072"/>
                  </a:lnTo>
                  <a:lnTo>
                    <a:pt x="8331805" y="1190624"/>
                  </a:lnTo>
                  <a:lnTo>
                    <a:pt x="8360875" y="1280093"/>
                  </a:lnTo>
                  <a:lnTo>
                    <a:pt x="8389873" y="1373301"/>
                  </a:lnTo>
                  <a:lnTo>
                    <a:pt x="8418842" y="1470018"/>
                  </a:lnTo>
                  <a:lnTo>
                    <a:pt x="8447815" y="1569949"/>
                  </a:lnTo>
                  <a:lnTo>
                    <a:pt x="8476810" y="1672747"/>
                  </a:lnTo>
                  <a:lnTo>
                    <a:pt x="8505840" y="1778010"/>
                  </a:lnTo>
                  <a:lnTo>
                    <a:pt x="8534907" y="1885290"/>
                  </a:lnTo>
                  <a:lnTo>
                    <a:pt x="8564007" y="1994099"/>
                  </a:lnTo>
                  <a:lnTo>
                    <a:pt x="8593130" y="2103919"/>
                  </a:lnTo>
                  <a:lnTo>
                    <a:pt x="8622265" y="2214210"/>
                  </a:lnTo>
                  <a:lnTo>
                    <a:pt x="8651398" y="2324422"/>
                  </a:lnTo>
                  <a:lnTo>
                    <a:pt x="8680516" y="2434009"/>
                  </a:lnTo>
                  <a:lnTo>
                    <a:pt x="8709607" y="2542436"/>
                  </a:lnTo>
                  <a:lnTo>
                    <a:pt x="8738663" y="2649191"/>
                  </a:lnTo>
                  <a:lnTo>
                    <a:pt x="8767683" y="2753797"/>
                  </a:lnTo>
                  <a:lnTo>
                    <a:pt x="8796671" y="2855820"/>
                  </a:lnTo>
                  <a:lnTo>
                    <a:pt x="8825640" y="2954870"/>
                  </a:lnTo>
                  <a:lnTo>
                    <a:pt x="8854614" y="3050618"/>
                  </a:lnTo>
                  <a:lnTo>
                    <a:pt x="8883627" y="3142785"/>
                  </a:lnTo>
                  <a:lnTo>
                    <a:pt x="8912727" y="3231156"/>
                  </a:lnTo>
                  <a:lnTo>
                    <a:pt x="8941975" y="3315572"/>
                  </a:lnTo>
                  <a:lnTo>
                    <a:pt x="8971449" y="3395932"/>
                  </a:lnTo>
                  <a:lnTo>
                    <a:pt x="9001243" y="3472190"/>
                  </a:lnTo>
                  <a:lnTo>
                    <a:pt x="9031472" y="3544347"/>
                  </a:lnTo>
                  <a:lnTo>
                    <a:pt x="9062274" y="3612456"/>
                  </a:lnTo>
                  <a:lnTo>
                    <a:pt x="9084767" y="3658778"/>
                  </a:lnTo>
                  <a:lnTo>
                    <a:pt x="9127651" y="3739267"/>
                  </a:lnTo>
                  <a:lnTo>
                    <a:pt x="9172537" y="3812837"/>
                  </a:lnTo>
                  <a:lnTo>
                    <a:pt x="9219978" y="3879731"/>
                  </a:lnTo>
                  <a:lnTo>
                    <a:pt x="9270584" y="3940414"/>
                  </a:lnTo>
                  <a:lnTo>
                    <a:pt x="9324984" y="3995447"/>
                  </a:lnTo>
                  <a:lnTo>
                    <a:pt x="9383799" y="4045411"/>
                  </a:lnTo>
                  <a:lnTo>
                    <a:pt x="9447598" y="4090853"/>
                  </a:lnTo>
                  <a:lnTo>
                    <a:pt x="9516842" y="4132257"/>
                  </a:lnTo>
                  <a:lnTo>
                    <a:pt x="9591819" y="4170025"/>
                  </a:lnTo>
                  <a:lnTo>
                    <a:pt x="9672542" y="4204471"/>
                  </a:lnTo>
                  <a:lnTo>
                    <a:pt x="9758649" y="4235811"/>
                  </a:lnTo>
                  <a:lnTo>
                    <a:pt x="9849279" y="4264171"/>
                  </a:lnTo>
                  <a:lnTo>
                    <a:pt x="9942974" y="4289590"/>
                  </a:lnTo>
                  <a:lnTo>
                    <a:pt x="10037622" y="4312044"/>
                  </a:lnTo>
                  <a:lnTo>
                    <a:pt x="10130498" y="4331472"/>
                  </a:lnTo>
                  <a:lnTo>
                    <a:pt x="10218437" y="4347819"/>
                  </a:lnTo>
                  <a:lnTo>
                    <a:pt x="10298150" y="4361078"/>
                  </a:lnTo>
                  <a:lnTo>
                    <a:pt x="10366657" y="4371338"/>
                  </a:lnTo>
                  <a:lnTo>
                    <a:pt x="10421767" y="4378809"/>
                  </a:lnTo>
                  <a:lnTo>
                    <a:pt x="10462469" y="4383823"/>
                  </a:lnTo>
                  <a:lnTo>
                    <a:pt x="10489166" y="4386824"/>
                  </a:lnTo>
                  <a:lnTo>
                    <a:pt x="10503695" y="4388317"/>
                  </a:lnTo>
                  <a:lnTo>
                    <a:pt x="10509190" y="4388836"/>
                  </a:lnTo>
                  <a:lnTo>
                    <a:pt x="10509911" y="4388900"/>
                  </a:lnTo>
                  <a:lnTo>
                    <a:pt x="11981298" y="4388900"/>
                  </a:lnTo>
                  <a:lnTo>
                    <a:pt x="11981298" y="4380727"/>
                  </a:lnTo>
                  <a:lnTo>
                    <a:pt x="10509911" y="4380727"/>
                  </a:lnTo>
                  <a:lnTo>
                    <a:pt x="10508991" y="4380646"/>
                  </a:lnTo>
                  <a:lnTo>
                    <a:pt x="10502921" y="4380069"/>
                  </a:lnTo>
                  <a:lnTo>
                    <a:pt x="10487525" y="4378474"/>
                  </a:lnTo>
                  <a:lnTo>
                    <a:pt x="10459765" y="4375332"/>
                  </a:lnTo>
                  <a:lnTo>
                    <a:pt x="10417915" y="4370138"/>
                  </a:lnTo>
                  <a:lnTo>
                    <a:pt x="10361688" y="4362457"/>
                  </a:lnTo>
                  <a:lnTo>
                    <a:pt x="10292198" y="4351964"/>
                  </a:lnTo>
                  <a:lnTo>
                    <a:pt x="10211717" y="4338462"/>
                  </a:lnTo>
                  <a:lnTo>
                    <a:pt x="10123264" y="4321870"/>
                  </a:lnTo>
                  <a:lnTo>
                    <a:pt x="10030136" y="4302199"/>
                  </a:lnTo>
                  <a:lnTo>
                    <a:pt x="9935472" y="4279508"/>
                  </a:lnTo>
                  <a:lnTo>
                    <a:pt x="9841952" y="4253855"/>
                  </a:lnTo>
                  <a:lnTo>
                    <a:pt x="9751636" y="4225261"/>
                  </a:lnTo>
                  <a:lnTo>
                    <a:pt x="9665932" y="4193680"/>
                  </a:lnTo>
                  <a:lnTo>
                    <a:pt x="9585657" y="4158980"/>
                  </a:lnTo>
                  <a:lnTo>
                    <a:pt x="9511140" y="4120935"/>
                  </a:lnTo>
                  <a:lnTo>
                    <a:pt x="9442341" y="4079227"/>
                  </a:lnTo>
                  <a:lnTo>
                    <a:pt x="9378957" y="4033445"/>
                  </a:lnTo>
                  <a:lnTo>
                    <a:pt x="9320513" y="3983099"/>
                  </a:lnTo>
                  <a:lnTo>
                    <a:pt x="9266437" y="3927639"/>
                  </a:lnTo>
                  <a:lnTo>
                    <a:pt x="9216106" y="3866484"/>
                  </a:lnTo>
                  <a:lnTo>
                    <a:pt x="9168889" y="3799075"/>
                  </a:lnTo>
                  <a:lnTo>
                    <a:pt x="9124181" y="3724960"/>
                  </a:lnTo>
                  <a:lnTo>
                    <a:pt x="9084767" y="3650605"/>
                  </a:lnTo>
                  <a:lnTo>
                    <a:pt x="9053456" y="3585342"/>
                  </a:lnTo>
                  <a:lnTo>
                    <a:pt x="9022833" y="3516090"/>
                  </a:lnTo>
                  <a:lnTo>
                    <a:pt x="8992740" y="3442771"/>
                  </a:lnTo>
                  <a:lnTo>
                    <a:pt x="8963048" y="3365347"/>
                  </a:lnTo>
                  <a:lnTo>
                    <a:pt x="8933647" y="3283827"/>
                  </a:lnTo>
                  <a:lnTo>
                    <a:pt x="8904448" y="3198275"/>
                  </a:lnTo>
                  <a:lnTo>
                    <a:pt x="8875378" y="3108807"/>
                  </a:lnTo>
                  <a:lnTo>
                    <a:pt x="8846381" y="3015598"/>
                  </a:lnTo>
                  <a:lnTo>
                    <a:pt x="8817411" y="2918881"/>
                  </a:lnTo>
                  <a:lnTo>
                    <a:pt x="8788439" y="2818950"/>
                  </a:lnTo>
                  <a:lnTo>
                    <a:pt x="8759443" y="2716152"/>
                  </a:lnTo>
                  <a:lnTo>
                    <a:pt x="8730413" y="2610889"/>
                  </a:lnTo>
                  <a:lnTo>
                    <a:pt x="8701346" y="2503609"/>
                  </a:lnTo>
                  <a:lnTo>
                    <a:pt x="8672247" y="2394800"/>
                  </a:lnTo>
                  <a:lnTo>
                    <a:pt x="8643123" y="2284980"/>
                  </a:lnTo>
                  <a:lnTo>
                    <a:pt x="8613988" y="2174689"/>
                  </a:lnTo>
                  <a:lnTo>
                    <a:pt x="8584855" y="2064477"/>
                  </a:lnTo>
                  <a:lnTo>
                    <a:pt x="8555737" y="1954890"/>
                  </a:lnTo>
                  <a:lnTo>
                    <a:pt x="8526646" y="1846463"/>
                  </a:lnTo>
                  <a:lnTo>
                    <a:pt x="8497590" y="1739708"/>
                  </a:lnTo>
                  <a:lnTo>
                    <a:pt x="8468570" y="1635102"/>
                  </a:lnTo>
                  <a:lnTo>
                    <a:pt x="8439582" y="1533080"/>
                  </a:lnTo>
                  <a:lnTo>
                    <a:pt x="8410613" y="1434029"/>
                  </a:lnTo>
                  <a:lnTo>
                    <a:pt x="8381639" y="1338282"/>
                  </a:lnTo>
                  <a:lnTo>
                    <a:pt x="8352626" y="1246114"/>
                  </a:lnTo>
                  <a:lnTo>
                    <a:pt x="8323526" y="1157743"/>
                  </a:lnTo>
                  <a:lnTo>
                    <a:pt x="8294278" y="1073327"/>
                  </a:lnTo>
                  <a:lnTo>
                    <a:pt x="8264804" y="992967"/>
                  </a:lnTo>
                  <a:lnTo>
                    <a:pt x="8235010" y="916710"/>
                  </a:lnTo>
                  <a:lnTo>
                    <a:pt x="8204781" y="844552"/>
                  </a:lnTo>
                  <a:lnTo>
                    <a:pt x="8173979" y="776443"/>
                  </a:lnTo>
                  <a:lnTo>
                    <a:pt x="8151487" y="730121"/>
                  </a:lnTo>
                  <a:lnTo>
                    <a:pt x="8108602" y="649632"/>
                  </a:lnTo>
                  <a:lnTo>
                    <a:pt x="8063716" y="576062"/>
                  </a:lnTo>
                  <a:lnTo>
                    <a:pt x="8016275" y="509168"/>
                  </a:lnTo>
                  <a:lnTo>
                    <a:pt x="7965670" y="448485"/>
                  </a:lnTo>
                  <a:lnTo>
                    <a:pt x="7911269" y="393452"/>
                  </a:lnTo>
                  <a:lnTo>
                    <a:pt x="7852454" y="343488"/>
                  </a:lnTo>
                  <a:lnTo>
                    <a:pt x="7788655" y="298046"/>
                  </a:lnTo>
                  <a:lnTo>
                    <a:pt x="7719411" y="256642"/>
                  </a:lnTo>
                  <a:lnTo>
                    <a:pt x="7644435" y="218874"/>
                  </a:lnTo>
                  <a:lnTo>
                    <a:pt x="7563711" y="184428"/>
                  </a:lnTo>
                  <a:lnTo>
                    <a:pt x="7477604" y="153088"/>
                  </a:lnTo>
                  <a:lnTo>
                    <a:pt x="7386974" y="124728"/>
                  </a:lnTo>
                  <a:lnTo>
                    <a:pt x="7293279" y="99309"/>
                  </a:lnTo>
                  <a:lnTo>
                    <a:pt x="7198632" y="76855"/>
                  </a:lnTo>
                  <a:lnTo>
                    <a:pt x="7105755" y="57427"/>
                  </a:lnTo>
                  <a:lnTo>
                    <a:pt x="7017816" y="41080"/>
                  </a:lnTo>
                  <a:lnTo>
                    <a:pt x="6938103" y="27821"/>
                  </a:lnTo>
                  <a:lnTo>
                    <a:pt x="6869596" y="17561"/>
                  </a:lnTo>
                  <a:lnTo>
                    <a:pt x="6814486" y="10091"/>
                  </a:lnTo>
                  <a:lnTo>
                    <a:pt x="6773784" y="5076"/>
                  </a:lnTo>
                  <a:lnTo>
                    <a:pt x="6747087" y="2076"/>
                  </a:lnTo>
                  <a:lnTo>
                    <a:pt x="6732558" y="582"/>
                  </a:lnTo>
                  <a:lnTo>
                    <a:pt x="6727063" y="63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778" y="54"/>
                  </a:lnTo>
                  <a:lnTo>
                    <a:pt x="5246048" y="441"/>
                  </a:lnTo>
                  <a:lnTo>
                    <a:pt x="5226581" y="1512"/>
                  </a:lnTo>
                  <a:lnTo>
                    <a:pt x="5191825" y="3619"/>
                  </a:lnTo>
                  <a:lnTo>
                    <a:pt x="5140120" y="7088"/>
                  </a:lnTo>
                  <a:lnTo>
                    <a:pt x="5071822" y="12183"/>
                  </a:lnTo>
                  <a:lnTo>
                    <a:pt x="4989124" y="19081"/>
                  </a:lnTo>
                  <a:lnTo>
                    <a:pt x="4895553" y="27869"/>
                  </a:lnTo>
                  <a:lnTo>
                    <a:pt x="4795278" y="38557"/>
                  </a:lnTo>
                  <a:lnTo>
                    <a:pt x="4692424" y="51113"/>
                  </a:lnTo>
                  <a:lnTo>
                    <a:pt x="4590551" y="65496"/>
                  </a:lnTo>
                  <a:lnTo>
                    <a:pt x="4492375" y="81690"/>
                  </a:lnTo>
                  <a:lnTo>
                    <a:pt x="4399704" y="99726"/>
                  </a:lnTo>
                  <a:lnTo>
                    <a:pt x="4313529" y="119697"/>
                  </a:lnTo>
                  <a:lnTo>
                    <a:pt x="4234178" y="141767"/>
                  </a:lnTo>
                  <a:lnTo>
                    <a:pt x="4161501" y="166166"/>
                  </a:lnTo>
                  <a:lnTo>
                    <a:pt x="4095019" y="193187"/>
                  </a:lnTo>
                  <a:lnTo>
                    <a:pt x="4034060" y="223179"/>
                  </a:lnTo>
                  <a:lnTo>
                    <a:pt x="3977846" y="256524"/>
                  </a:lnTo>
                  <a:lnTo>
                    <a:pt x="3925566" y="293604"/>
                  </a:lnTo>
                  <a:lnTo>
                    <a:pt x="3876430" y="334750"/>
                  </a:lnTo>
                  <a:lnTo>
                    <a:pt x="3829811" y="380044"/>
                  </a:lnTo>
                  <a:lnTo>
                    <a:pt x="3788910" y="425002"/>
                  </a:lnTo>
                  <a:lnTo>
                    <a:pt x="3749105" y="473552"/>
                  </a:lnTo>
                  <a:lnTo>
                    <a:pt x="3710069" y="525764"/>
                  </a:lnTo>
                  <a:lnTo>
                    <a:pt x="3671548" y="581639"/>
                  </a:lnTo>
                  <a:lnTo>
                    <a:pt x="3633343" y="641098"/>
                  </a:lnTo>
                  <a:lnTo>
                    <a:pt x="3595304" y="703977"/>
                  </a:lnTo>
                  <a:lnTo>
                    <a:pt x="3557323" y="770022"/>
                  </a:lnTo>
                  <a:lnTo>
                    <a:pt x="3519331" y="838888"/>
                  </a:lnTo>
                  <a:lnTo>
                    <a:pt x="3481288" y="910147"/>
                  </a:lnTo>
                  <a:lnTo>
                    <a:pt x="3443184" y="983292"/>
                  </a:lnTo>
                  <a:lnTo>
                    <a:pt x="3405024" y="1057753"/>
                  </a:lnTo>
                  <a:lnTo>
                    <a:pt x="3366832" y="1132916"/>
                  </a:lnTo>
                  <a:lnTo>
                    <a:pt x="3328637" y="1208140"/>
                  </a:lnTo>
                  <a:lnTo>
                    <a:pt x="3290469" y="1282785"/>
                  </a:lnTo>
                  <a:lnTo>
                    <a:pt x="3252353" y="1356228"/>
                  </a:lnTo>
                  <a:lnTo>
                    <a:pt x="3214298" y="1427889"/>
                  </a:lnTo>
                  <a:lnTo>
                    <a:pt x="3176299" y="1497250"/>
                  </a:lnTo>
                  <a:lnTo>
                    <a:pt x="3138320" y="1563865"/>
                  </a:lnTo>
                  <a:lnTo>
                    <a:pt x="3100299" y="1627373"/>
                  </a:lnTo>
                  <a:lnTo>
                    <a:pt x="3062136" y="1687504"/>
                  </a:lnTo>
                  <a:lnTo>
                    <a:pt x="3023689" y="1744074"/>
                  </a:lnTo>
                  <a:lnTo>
                    <a:pt x="2984771" y="1796991"/>
                  </a:lnTo>
                  <a:lnTo>
                    <a:pt x="2945135" y="1846239"/>
                  </a:lnTo>
                  <a:lnTo>
                    <a:pt x="2904473" y="1891877"/>
                  </a:lnTo>
                  <a:lnTo>
                    <a:pt x="2896531" y="1900222"/>
                  </a:lnTo>
                  <a:lnTo>
                    <a:pt x="2849811" y="1945608"/>
                  </a:lnTo>
                  <a:lnTo>
                    <a:pt x="2800668" y="1986745"/>
                  </a:lnTo>
                  <a:lnTo>
                    <a:pt x="2748381" y="2023817"/>
                  </a:lnTo>
                  <a:lnTo>
                    <a:pt x="2692158" y="2057153"/>
                  </a:lnTo>
                  <a:lnTo>
                    <a:pt x="2631188" y="2087139"/>
                  </a:lnTo>
                  <a:lnTo>
                    <a:pt x="2564694" y="2114154"/>
                  </a:lnTo>
                  <a:lnTo>
                    <a:pt x="2492003" y="2138548"/>
                  </a:lnTo>
                  <a:lnTo>
                    <a:pt x="2412638" y="2160613"/>
                  </a:lnTo>
                  <a:lnTo>
                    <a:pt x="2326448" y="2180580"/>
                  </a:lnTo>
                  <a:lnTo>
                    <a:pt x="2233764" y="2198612"/>
                  </a:lnTo>
                  <a:lnTo>
                    <a:pt x="2135578" y="2214802"/>
                  </a:lnTo>
                  <a:lnTo>
                    <a:pt x="2033699" y="2229181"/>
                  </a:lnTo>
                  <a:lnTo>
                    <a:pt x="1930847" y="2241733"/>
                  </a:lnTo>
                  <a:lnTo>
                    <a:pt x="1830582" y="2252417"/>
                  </a:lnTo>
                  <a:lnTo>
                    <a:pt x="1737030" y="2261201"/>
                  </a:lnTo>
                  <a:lnTo>
                    <a:pt x="1654359" y="2268095"/>
                  </a:lnTo>
                  <a:lnTo>
                    <a:pt x="1586094" y="2273187"/>
                  </a:lnTo>
                  <a:lnTo>
                    <a:pt x="1534425" y="2276653"/>
                  </a:lnTo>
                  <a:lnTo>
                    <a:pt x="1499705" y="2278757"/>
                  </a:lnTo>
                  <a:lnTo>
                    <a:pt x="1480267" y="2279826"/>
                  </a:lnTo>
                  <a:lnTo>
                    <a:pt x="1472556" y="2280212"/>
                  </a:lnTo>
                  <a:lnTo>
                    <a:pt x="1471387" y="2280266"/>
                  </a:lnTo>
                  <a:lnTo>
                    <a:pt x="0" y="2280266"/>
                  </a:lnTo>
                  <a:close/>
                </a:path>
              </a:pathLst>
            </a:custGeom>
            <a:solidFill>
              <a:srgbClr val="F28E5B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843" name="pl843"/>
            <p:cNvSpPr/>
            <p:nvPr/>
          </p:nvSpPr>
          <p:spPr>
            <a:xfrm>
              <a:off x="4799595" y="4971597"/>
              <a:ext cx="11981298" cy="4380727"/>
            </a:xfrm>
            <a:custGeom>
              <a:avLst/>
              <a:pathLst>
                <a:path w="11981298" h="4380727">
                  <a:moveTo>
                    <a:pt x="0" y="2280266"/>
                  </a:moveTo>
                  <a:lnTo>
                    <a:pt x="1471387" y="2280266"/>
                  </a:lnTo>
                  <a:lnTo>
                    <a:pt x="1472564" y="2280212"/>
                  </a:lnTo>
                  <a:lnTo>
                    <a:pt x="1480294" y="2279824"/>
                  </a:lnTo>
                  <a:lnTo>
                    <a:pt x="1499761" y="2278754"/>
                  </a:lnTo>
                  <a:lnTo>
                    <a:pt x="1534517" y="2276647"/>
                  </a:lnTo>
                  <a:lnTo>
                    <a:pt x="1586222" y="2273178"/>
                  </a:lnTo>
                  <a:lnTo>
                    <a:pt x="1654520" y="2268083"/>
                  </a:lnTo>
                  <a:lnTo>
                    <a:pt x="1737219" y="2261184"/>
                  </a:lnTo>
                  <a:lnTo>
                    <a:pt x="1830789" y="2252396"/>
                  </a:lnTo>
                  <a:lnTo>
                    <a:pt x="1931064" y="2241708"/>
                  </a:lnTo>
                  <a:lnTo>
                    <a:pt x="2033918" y="2229152"/>
                  </a:lnTo>
                  <a:lnTo>
                    <a:pt x="2135791" y="2214769"/>
                  </a:lnTo>
                  <a:lnTo>
                    <a:pt x="2233968" y="2198576"/>
                  </a:lnTo>
                  <a:lnTo>
                    <a:pt x="2326638" y="2180540"/>
                  </a:lnTo>
                  <a:lnTo>
                    <a:pt x="2412814" y="2160568"/>
                  </a:lnTo>
                  <a:lnTo>
                    <a:pt x="2492164" y="2138498"/>
                  </a:lnTo>
                  <a:lnTo>
                    <a:pt x="2564841" y="2114100"/>
                  </a:lnTo>
                  <a:lnTo>
                    <a:pt x="2631323" y="2087078"/>
                  </a:lnTo>
                  <a:lnTo>
                    <a:pt x="2692282" y="2057086"/>
                  </a:lnTo>
                  <a:lnTo>
                    <a:pt x="2748496" y="2023742"/>
                  </a:lnTo>
                  <a:lnTo>
                    <a:pt x="2800776" y="1986662"/>
                  </a:lnTo>
                  <a:lnTo>
                    <a:pt x="2849912" y="1945516"/>
                  </a:lnTo>
                  <a:lnTo>
                    <a:pt x="2896531" y="1900222"/>
                  </a:lnTo>
                  <a:lnTo>
                    <a:pt x="2937432" y="1855264"/>
                  </a:lnTo>
                  <a:lnTo>
                    <a:pt x="2977238" y="1806714"/>
                  </a:lnTo>
                  <a:lnTo>
                    <a:pt x="3016273" y="1754502"/>
                  </a:lnTo>
                  <a:lnTo>
                    <a:pt x="3054794" y="1698627"/>
                  </a:lnTo>
                  <a:lnTo>
                    <a:pt x="3092999" y="1639167"/>
                  </a:lnTo>
                  <a:lnTo>
                    <a:pt x="3131038" y="1576288"/>
                  </a:lnTo>
                  <a:lnTo>
                    <a:pt x="3169019" y="1510244"/>
                  </a:lnTo>
                  <a:lnTo>
                    <a:pt x="3207011" y="1441377"/>
                  </a:lnTo>
                  <a:lnTo>
                    <a:pt x="3245054" y="1370118"/>
                  </a:lnTo>
                  <a:lnTo>
                    <a:pt x="3283159" y="1296974"/>
                  </a:lnTo>
                  <a:lnTo>
                    <a:pt x="3321318" y="1222512"/>
                  </a:lnTo>
                  <a:lnTo>
                    <a:pt x="3359510" y="1147350"/>
                  </a:lnTo>
                  <a:lnTo>
                    <a:pt x="3397705" y="1072125"/>
                  </a:lnTo>
                  <a:lnTo>
                    <a:pt x="3435873" y="997481"/>
                  </a:lnTo>
                  <a:lnTo>
                    <a:pt x="3473990" y="924038"/>
                  </a:lnTo>
                  <a:lnTo>
                    <a:pt x="3512044" y="852376"/>
                  </a:lnTo>
                  <a:lnTo>
                    <a:pt x="3550043" y="783015"/>
                  </a:lnTo>
                  <a:lnTo>
                    <a:pt x="3588022" y="716400"/>
                  </a:lnTo>
                  <a:lnTo>
                    <a:pt x="3626043" y="652892"/>
                  </a:lnTo>
                  <a:lnTo>
                    <a:pt x="3664206" y="592762"/>
                  </a:lnTo>
                  <a:lnTo>
                    <a:pt x="3702653" y="536191"/>
                  </a:lnTo>
                  <a:lnTo>
                    <a:pt x="3741572" y="483274"/>
                  </a:lnTo>
                  <a:lnTo>
                    <a:pt x="3781207" y="434026"/>
                  </a:lnTo>
                  <a:lnTo>
                    <a:pt x="3821869" y="388388"/>
                  </a:lnTo>
                  <a:lnTo>
                    <a:pt x="3829811" y="380044"/>
                  </a:lnTo>
                  <a:lnTo>
                    <a:pt x="3876531" y="334658"/>
                  </a:lnTo>
                  <a:lnTo>
                    <a:pt x="3925674" y="293521"/>
                  </a:lnTo>
                  <a:lnTo>
                    <a:pt x="3977961" y="256449"/>
                  </a:lnTo>
                  <a:lnTo>
                    <a:pt x="4034184" y="223112"/>
                  </a:lnTo>
                  <a:lnTo>
                    <a:pt x="4095154" y="193127"/>
                  </a:lnTo>
                  <a:lnTo>
                    <a:pt x="4161648" y="166111"/>
                  </a:lnTo>
                  <a:lnTo>
                    <a:pt x="4234340" y="141718"/>
                  </a:lnTo>
                  <a:lnTo>
                    <a:pt x="4313704" y="119653"/>
                  </a:lnTo>
                  <a:lnTo>
                    <a:pt x="4399894" y="99685"/>
                  </a:lnTo>
                  <a:lnTo>
                    <a:pt x="4492578" y="81654"/>
                  </a:lnTo>
                  <a:lnTo>
                    <a:pt x="4590764" y="65464"/>
                  </a:lnTo>
                  <a:lnTo>
                    <a:pt x="4692643" y="51085"/>
                  </a:lnTo>
                  <a:lnTo>
                    <a:pt x="4795495" y="38533"/>
                  </a:lnTo>
                  <a:lnTo>
                    <a:pt x="4895760" y="27848"/>
                  </a:lnTo>
                  <a:lnTo>
                    <a:pt x="4989312" y="19065"/>
                  </a:lnTo>
                  <a:lnTo>
                    <a:pt x="5071983" y="12170"/>
                  </a:lnTo>
                  <a:lnTo>
                    <a:pt x="5140248" y="7079"/>
                  </a:lnTo>
                  <a:lnTo>
                    <a:pt x="5191917" y="3613"/>
                  </a:lnTo>
                  <a:lnTo>
                    <a:pt x="5226638" y="1508"/>
                  </a:lnTo>
                  <a:lnTo>
                    <a:pt x="5246075" y="440"/>
                  </a:lnTo>
                  <a:lnTo>
                    <a:pt x="5253786" y="53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262" y="81"/>
                  </a:lnTo>
                  <a:lnTo>
                    <a:pt x="6733332" y="658"/>
                  </a:lnTo>
                  <a:lnTo>
                    <a:pt x="6748728" y="2252"/>
                  </a:lnTo>
                  <a:lnTo>
                    <a:pt x="6776488" y="5394"/>
                  </a:lnTo>
                  <a:lnTo>
                    <a:pt x="6818338" y="10589"/>
                  </a:lnTo>
                  <a:lnTo>
                    <a:pt x="6874565" y="18269"/>
                  </a:lnTo>
                  <a:lnTo>
                    <a:pt x="6944055" y="28762"/>
                  </a:lnTo>
                  <a:lnTo>
                    <a:pt x="7024537" y="42264"/>
                  </a:lnTo>
                  <a:lnTo>
                    <a:pt x="7112989" y="58857"/>
                  </a:lnTo>
                  <a:lnTo>
                    <a:pt x="7206117" y="78527"/>
                  </a:lnTo>
                  <a:lnTo>
                    <a:pt x="7300781" y="101218"/>
                  </a:lnTo>
                  <a:lnTo>
                    <a:pt x="7394301" y="126871"/>
                  </a:lnTo>
                  <a:lnTo>
                    <a:pt x="7484618" y="155465"/>
                  </a:lnTo>
                  <a:lnTo>
                    <a:pt x="7570322" y="187046"/>
                  </a:lnTo>
                  <a:lnTo>
                    <a:pt x="7650596" y="221746"/>
                  </a:lnTo>
                  <a:lnTo>
                    <a:pt x="7725113" y="259791"/>
                  </a:lnTo>
                  <a:lnTo>
                    <a:pt x="7793912" y="301499"/>
                  </a:lnTo>
                  <a:lnTo>
                    <a:pt x="7857297" y="347281"/>
                  </a:lnTo>
                  <a:lnTo>
                    <a:pt x="7915740" y="397627"/>
                  </a:lnTo>
                  <a:lnTo>
                    <a:pt x="7969816" y="453087"/>
                  </a:lnTo>
                  <a:lnTo>
                    <a:pt x="8020147" y="514242"/>
                  </a:lnTo>
                  <a:lnTo>
                    <a:pt x="8067364" y="581651"/>
                  </a:lnTo>
                  <a:lnTo>
                    <a:pt x="8112072" y="655766"/>
                  </a:lnTo>
                  <a:lnTo>
                    <a:pt x="8151487" y="730121"/>
                  </a:lnTo>
                  <a:lnTo>
                    <a:pt x="8182797" y="795384"/>
                  </a:lnTo>
                  <a:lnTo>
                    <a:pt x="8213420" y="864636"/>
                  </a:lnTo>
                  <a:lnTo>
                    <a:pt x="8243513" y="937955"/>
                  </a:lnTo>
                  <a:lnTo>
                    <a:pt x="8273205" y="1015379"/>
                  </a:lnTo>
                  <a:lnTo>
                    <a:pt x="8302606" y="1096899"/>
                  </a:lnTo>
                  <a:lnTo>
                    <a:pt x="8331805" y="1182451"/>
                  </a:lnTo>
                  <a:lnTo>
                    <a:pt x="8360875" y="1271920"/>
                  </a:lnTo>
                  <a:lnTo>
                    <a:pt x="8389873" y="1365128"/>
                  </a:lnTo>
                  <a:lnTo>
                    <a:pt x="8418842" y="1461845"/>
                  </a:lnTo>
                  <a:lnTo>
                    <a:pt x="8447815" y="1561776"/>
                  </a:lnTo>
                  <a:lnTo>
                    <a:pt x="8476810" y="1664574"/>
                  </a:lnTo>
                  <a:lnTo>
                    <a:pt x="8505840" y="1769837"/>
                  </a:lnTo>
                  <a:lnTo>
                    <a:pt x="8534907" y="1877117"/>
                  </a:lnTo>
                  <a:lnTo>
                    <a:pt x="8564007" y="1985926"/>
                  </a:lnTo>
                  <a:lnTo>
                    <a:pt x="8593130" y="2095746"/>
                  </a:lnTo>
                  <a:lnTo>
                    <a:pt x="8622265" y="2206037"/>
                  </a:lnTo>
                  <a:lnTo>
                    <a:pt x="8651398" y="2316249"/>
                  </a:lnTo>
                  <a:lnTo>
                    <a:pt x="8680516" y="2425836"/>
                  </a:lnTo>
                  <a:lnTo>
                    <a:pt x="8709607" y="2534263"/>
                  </a:lnTo>
                  <a:lnTo>
                    <a:pt x="8738663" y="2641018"/>
                  </a:lnTo>
                  <a:lnTo>
                    <a:pt x="8767683" y="2745624"/>
                  </a:lnTo>
                  <a:lnTo>
                    <a:pt x="8796671" y="2847647"/>
                  </a:lnTo>
                  <a:lnTo>
                    <a:pt x="8825640" y="2946697"/>
                  </a:lnTo>
                  <a:lnTo>
                    <a:pt x="8854614" y="3042445"/>
                  </a:lnTo>
                  <a:lnTo>
                    <a:pt x="8883627" y="3134612"/>
                  </a:lnTo>
                  <a:lnTo>
                    <a:pt x="8912727" y="3222983"/>
                  </a:lnTo>
                  <a:lnTo>
                    <a:pt x="8941975" y="3307399"/>
                  </a:lnTo>
                  <a:lnTo>
                    <a:pt x="8971449" y="3387759"/>
                  </a:lnTo>
                  <a:lnTo>
                    <a:pt x="9001243" y="3464017"/>
                  </a:lnTo>
                  <a:lnTo>
                    <a:pt x="9031472" y="3536174"/>
                  </a:lnTo>
                  <a:lnTo>
                    <a:pt x="9062274" y="3604283"/>
                  </a:lnTo>
                  <a:lnTo>
                    <a:pt x="9084767" y="3650605"/>
                  </a:lnTo>
                  <a:lnTo>
                    <a:pt x="9127651" y="3731094"/>
                  </a:lnTo>
                  <a:lnTo>
                    <a:pt x="9172537" y="3804664"/>
                  </a:lnTo>
                  <a:lnTo>
                    <a:pt x="9219978" y="3871558"/>
                  </a:lnTo>
                  <a:lnTo>
                    <a:pt x="9270584" y="3932241"/>
                  </a:lnTo>
                  <a:lnTo>
                    <a:pt x="9324984" y="3987274"/>
                  </a:lnTo>
                  <a:lnTo>
                    <a:pt x="9383799" y="4037238"/>
                  </a:lnTo>
                  <a:lnTo>
                    <a:pt x="9447598" y="4082680"/>
                  </a:lnTo>
                  <a:lnTo>
                    <a:pt x="9516842" y="4124084"/>
                  </a:lnTo>
                  <a:lnTo>
                    <a:pt x="9591819" y="4161852"/>
                  </a:lnTo>
                  <a:lnTo>
                    <a:pt x="9672542" y="4196298"/>
                  </a:lnTo>
                  <a:lnTo>
                    <a:pt x="9758649" y="4227638"/>
                  </a:lnTo>
                  <a:lnTo>
                    <a:pt x="9849279" y="4255998"/>
                  </a:lnTo>
                  <a:lnTo>
                    <a:pt x="9942974" y="4281417"/>
                  </a:lnTo>
                  <a:lnTo>
                    <a:pt x="10037622" y="4303871"/>
                  </a:lnTo>
                  <a:lnTo>
                    <a:pt x="10130498" y="4323299"/>
                  </a:lnTo>
                  <a:lnTo>
                    <a:pt x="10218437" y="4339646"/>
                  </a:lnTo>
                  <a:lnTo>
                    <a:pt x="10298150" y="4352905"/>
                  </a:lnTo>
                  <a:lnTo>
                    <a:pt x="10366657" y="4363165"/>
                  </a:lnTo>
                  <a:lnTo>
                    <a:pt x="10421767" y="4370636"/>
                  </a:lnTo>
                  <a:lnTo>
                    <a:pt x="10462469" y="4375650"/>
                  </a:lnTo>
                  <a:lnTo>
                    <a:pt x="10489166" y="4378651"/>
                  </a:lnTo>
                  <a:lnTo>
                    <a:pt x="10503695" y="4380144"/>
                  </a:lnTo>
                  <a:lnTo>
                    <a:pt x="10509190" y="4380663"/>
                  </a:lnTo>
                  <a:lnTo>
                    <a:pt x="10509911" y="4380727"/>
                  </a:lnTo>
                  <a:lnTo>
                    <a:pt x="11981298" y="438072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44" name="pl844"/>
            <p:cNvSpPr/>
            <p:nvPr/>
          </p:nvSpPr>
          <p:spPr>
            <a:xfrm>
              <a:off x="4799595" y="4963424"/>
              <a:ext cx="11981298" cy="4380727"/>
            </a:xfrm>
            <a:custGeom>
              <a:avLst/>
              <a:pathLst>
                <a:path w="11981298" h="4380727">
                  <a:moveTo>
                    <a:pt x="11981298" y="4380727"/>
                  </a:moveTo>
                  <a:lnTo>
                    <a:pt x="10509911" y="4380727"/>
                  </a:lnTo>
                  <a:lnTo>
                    <a:pt x="10508991" y="4380646"/>
                  </a:lnTo>
                  <a:lnTo>
                    <a:pt x="10502921" y="4380069"/>
                  </a:lnTo>
                  <a:lnTo>
                    <a:pt x="10487525" y="4378474"/>
                  </a:lnTo>
                  <a:lnTo>
                    <a:pt x="10459765" y="4375332"/>
                  </a:lnTo>
                  <a:lnTo>
                    <a:pt x="10417915" y="4370138"/>
                  </a:lnTo>
                  <a:lnTo>
                    <a:pt x="10361688" y="4362457"/>
                  </a:lnTo>
                  <a:lnTo>
                    <a:pt x="10292198" y="4351964"/>
                  </a:lnTo>
                  <a:lnTo>
                    <a:pt x="10211717" y="4338462"/>
                  </a:lnTo>
                  <a:lnTo>
                    <a:pt x="10123264" y="4321870"/>
                  </a:lnTo>
                  <a:lnTo>
                    <a:pt x="10030136" y="4302199"/>
                  </a:lnTo>
                  <a:lnTo>
                    <a:pt x="9935472" y="4279508"/>
                  </a:lnTo>
                  <a:lnTo>
                    <a:pt x="9841952" y="4253855"/>
                  </a:lnTo>
                  <a:lnTo>
                    <a:pt x="9751636" y="4225261"/>
                  </a:lnTo>
                  <a:lnTo>
                    <a:pt x="9665932" y="4193680"/>
                  </a:lnTo>
                  <a:lnTo>
                    <a:pt x="9585657" y="4158980"/>
                  </a:lnTo>
                  <a:lnTo>
                    <a:pt x="9511140" y="4120935"/>
                  </a:lnTo>
                  <a:lnTo>
                    <a:pt x="9442341" y="4079227"/>
                  </a:lnTo>
                  <a:lnTo>
                    <a:pt x="9378957" y="4033445"/>
                  </a:lnTo>
                  <a:lnTo>
                    <a:pt x="9320513" y="3983099"/>
                  </a:lnTo>
                  <a:lnTo>
                    <a:pt x="9266437" y="3927639"/>
                  </a:lnTo>
                  <a:lnTo>
                    <a:pt x="9216106" y="3866484"/>
                  </a:lnTo>
                  <a:lnTo>
                    <a:pt x="9168889" y="3799075"/>
                  </a:lnTo>
                  <a:lnTo>
                    <a:pt x="9124181" y="3724960"/>
                  </a:lnTo>
                  <a:lnTo>
                    <a:pt x="9084767" y="3650605"/>
                  </a:lnTo>
                  <a:lnTo>
                    <a:pt x="9053456" y="3585342"/>
                  </a:lnTo>
                  <a:lnTo>
                    <a:pt x="9022833" y="3516090"/>
                  </a:lnTo>
                  <a:lnTo>
                    <a:pt x="8992740" y="3442771"/>
                  </a:lnTo>
                  <a:lnTo>
                    <a:pt x="8963048" y="3365347"/>
                  </a:lnTo>
                  <a:lnTo>
                    <a:pt x="8933647" y="3283827"/>
                  </a:lnTo>
                  <a:lnTo>
                    <a:pt x="8904448" y="3198275"/>
                  </a:lnTo>
                  <a:lnTo>
                    <a:pt x="8875378" y="3108807"/>
                  </a:lnTo>
                  <a:lnTo>
                    <a:pt x="8846381" y="3015598"/>
                  </a:lnTo>
                  <a:lnTo>
                    <a:pt x="8817411" y="2918881"/>
                  </a:lnTo>
                  <a:lnTo>
                    <a:pt x="8788439" y="2818950"/>
                  </a:lnTo>
                  <a:lnTo>
                    <a:pt x="8759443" y="2716152"/>
                  </a:lnTo>
                  <a:lnTo>
                    <a:pt x="8730413" y="2610889"/>
                  </a:lnTo>
                  <a:lnTo>
                    <a:pt x="8701346" y="2503609"/>
                  </a:lnTo>
                  <a:lnTo>
                    <a:pt x="8672247" y="2394800"/>
                  </a:lnTo>
                  <a:lnTo>
                    <a:pt x="8643123" y="2284980"/>
                  </a:lnTo>
                  <a:lnTo>
                    <a:pt x="8613988" y="2174689"/>
                  </a:lnTo>
                  <a:lnTo>
                    <a:pt x="8584855" y="2064477"/>
                  </a:lnTo>
                  <a:lnTo>
                    <a:pt x="8555737" y="1954890"/>
                  </a:lnTo>
                  <a:lnTo>
                    <a:pt x="8526646" y="1846463"/>
                  </a:lnTo>
                  <a:lnTo>
                    <a:pt x="8497590" y="1739708"/>
                  </a:lnTo>
                  <a:lnTo>
                    <a:pt x="8468570" y="1635102"/>
                  </a:lnTo>
                  <a:lnTo>
                    <a:pt x="8439582" y="1533080"/>
                  </a:lnTo>
                  <a:lnTo>
                    <a:pt x="8410613" y="1434029"/>
                  </a:lnTo>
                  <a:lnTo>
                    <a:pt x="8381639" y="1338282"/>
                  </a:lnTo>
                  <a:lnTo>
                    <a:pt x="8352626" y="1246114"/>
                  </a:lnTo>
                  <a:lnTo>
                    <a:pt x="8323526" y="1157743"/>
                  </a:lnTo>
                  <a:lnTo>
                    <a:pt x="8294278" y="1073327"/>
                  </a:lnTo>
                  <a:lnTo>
                    <a:pt x="8264804" y="992967"/>
                  </a:lnTo>
                  <a:lnTo>
                    <a:pt x="8235010" y="916710"/>
                  </a:lnTo>
                  <a:lnTo>
                    <a:pt x="8204781" y="844552"/>
                  </a:lnTo>
                  <a:lnTo>
                    <a:pt x="8173979" y="776443"/>
                  </a:lnTo>
                  <a:lnTo>
                    <a:pt x="8151487" y="730121"/>
                  </a:lnTo>
                  <a:lnTo>
                    <a:pt x="8108602" y="649632"/>
                  </a:lnTo>
                  <a:lnTo>
                    <a:pt x="8063716" y="576062"/>
                  </a:lnTo>
                  <a:lnTo>
                    <a:pt x="8016275" y="509168"/>
                  </a:lnTo>
                  <a:lnTo>
                    <a:pt x="7965670" y="448485"/>
                  </a:lnTo>
                  <a:lnTo>
                    <a:pt x="7911269" y="393452"/>
                  </a:lnTo>
                  <a:lnTo>
                    <a:pt x="7852454" y="343488"/>
                  </a:lnTo>
                  <a:lnTo>
                    <a:pt x="7788655" y="298046"/>
                  </a:lnTo>
                  <a:lnTo>
                    <a:pt x="7719411" y="256642"/>
                  </a:lnTo>
                  <a:lnTo>
                    <a:pt x="7644435" y="218874"/>
                  </a:lnTo>
                  <a:lnTo>
                    <a:pt x="7563711" y="184428"/>
                  </a:lnTo>
                  <a:lnTo>
                    <a:pt x="7477604" y="153088"/>
                  </a:lnTo>
                  <a:lnTo>
                    <a:pt x="7386974" y="124728"/>
                  </a:lnTo>
                  <a:lnTo>
                    <a:pt x="7293279" y="99309"/>
                  </a:lnTo>
                  <a:lnTo>
                    <a:pt x="7198632" y="76855"/>
                  </a:lnTo>
                  <a:lnTo>
                    <a:pt x="7105755" y="57427"/>
                  </a:lnTo>
                  <a:lnTo>
                    <a:pt x="7017816" y="41080"/>
                  </a:lnTo>
                  <a:lnTo>
                    <a:pt x="6938103" y="27821"/>
                  </a:lnTo>
                  <a:lnTo>
                    <a:pt x="6869596" y="17561"/>
                  </a:lnTo>
                  <a:lnTo>
                    <a:pt x="6814486" y="10091"/>
                  </a:lnTo>
                  <a:lnTo>
                    <a:pt x="6773784" y="5076"/>
                  </a:lnTo>
                  <a:lnTo>
                    <a:pt x="6747087" y="2076"/>
                  </a:lnTo>
                  <a:lnTo>
                    <a:pt x="6732558" y="582"/>
                  </a:lnTo>
                  <a:lnTo>
                    <a:pt x="6727063" y="63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778" y="54"/>
                  </a:lnTo>
                  <a:lnTo>
                    <a:pt x="5246048" y="441"/>
                  </a:lnTo>
                  <a:lnTo>
                    <a:pt x="5226581" y="1512"/>
                  </a:lnTo>
                  <a:lnTo>
                    <a:pt x="5191825" y="3619"/>
                  </a:lnTo>
                  <a:lnTo>
                    <a:pt x="5140120" y="7088"/>
                  </a:lnTo>
                  <a:lnTo>
                    <a:pt x="5071822" y="12183"/>
                  </a:lnTo>
                  <a:lnTo>
                    <a:pt x="4989124" y="19081"/>
                  </a:lnTo>
                  <a:lnTo>
                    <a:pt x="4895553" y="27869"/>
                  </a:lnTo>
                  <a:lnTo>
                    <a:pt x="4795278" y="38557"/>
                  </a:lnTo>
                  <a:lnTo>
                    <a:pt x="4692424" y="51113"/>
                  </a:lnTo>
                  <a:lnTo>
                    <a:pt x="4590551" y="65496"/>
                  </a:lnTo>
                  <a:lnTo>
                    <a:pt x="4492375" y="81690"/>
                  </a:lnTo>
                  <a:lnTo>
                    <a:pt x="4399704" y="99726"/>
                  </a:lnTo>
                  <a:lnTo>
                    <a:pt x="4313529" y="119697"/>
                  </a:lnTo>
                  <a:lnTo>
                    <a:pt x="4234178" y="141767"/>
                  </a:lnTo>
                  <a:lnTo>
                    <a:pt x="4161501" y="166166"/>
                  </a:lnTo>
                  <a:lnTo>
                    <a:pt x="4095019" y="193187"/>
                  </a:lnTo>
                  <a:lnTo>
                    <a:pt x="4034060" y="223179"/>
                  </a:lnTo>
                  <a:lnTo>
                    <a:pt x="3977846" y="256524"/>
                  </a:lnTo>
                  <a:lnTo>
                    <a:pt x="3925566" y="293604"/>
                  </a:lnTo>
                  <a:lnTo>
                    <a:pt x="3876430" y="334750"/>
                  </a:lnTo>
                  <a:lnTo>
                    <a:pt x="3829811" y="380044"/>
                  </a:lnTo>
                  <a:lnTo>
                    <a:pt x="3788910" y="425002"/>
                  </a:lnTo>
                  <a:lnTo>
                    <a:pt x="3749105" y="473552"/>
                  </a:lnTo>
                  <a:lnTo>
                    <a:pt x="3710069" y="525764"/>
                  </a:lnTo>
                  <a:lnTo>
                    <a:pt x="3671548" y="581639"/>
                  </a:lnTo>
                  <a:lnTo>
                    <a:pt x="3633343" y="641098"/>
                  </a:lnTo>
                  <a:lnTo>
                    <a:pt x="3595304" y="703977"/>
                  </a:lnTo>
                  <a:lnTo>
                    <a:pt x="3557323" y="770022"/>
                  </a:lnTo>
                  <a:lnTo>
                    <a:pt x="3519331" y="838888"/>
                  </a:lnTo>
                  <a:lnTo>
                    <a:pt x="3481288" y="910147"/>
                  </a:lnTo>
                  <a:lnTo>
                    <a:pt x="3443184" y="983292"/>
                  </a:lnTo>
                  <a:lnTo>
                    <a:pt x="3405024" y="1057753"/>
                  </a:lnTo>
                  <a:lnTo>
                    <a:pt x="3366832" y="1132916"/>
                  </a:lnTo>
                  <a:lnTo>
                    <a:pt x="3328637" y="1208140"/>
                  </a:lnTo>
                  <a:lnTo>
                    <a:pt x="3290469" y="1282785"/>
                  </a:lnTo>
                  <a:lnTo>
                    <a:pt x="3252353" y="1356228"/>
                  </a:lnTo>
                  <a:lnTo>
                    <a:pt x="3214298" y="1427889"/>
                  </a:lnTo>
                  <a:lnTo>
                    <a:pt x="3176299" y="1497250"/>
                  </a:lnTo>
                  <a:lnTo>
                    <a:pt x="3138320" y="1563865"/>
                  </a:lnTo>
                  <a:lnTo>
                    <a:pt x="3100299" y="1627373"/>
                  </a:lnTo>
                  <a:lnTo>
                    <a:pt x="3062136" y="1687504"/>
                  </a:lnTo>
                  <a:lnTo>
                    <a:pt x="3023689" y="1744074"/>
                  </a:lnTo>
                  <a:lnTo>
                    <a:pt x="2984771" y="1796991"/>
                  </a:lnTo>
                  <a:lnTo>
                    <a:pt x="2945135" y="1846239"/>
                  </a:lnTo>
                  <a:lnTo>
                    <a:pt x="2904473" y="1891877"/>
                  </a:lnTo>
                  <a:lnTo>
                    <a:pt x="2896531" y="1900222"/>
                  </a:lnTo>
                  <a:lnTo>
                    <a:pt x="2849811" y="1945608"/>
                  </a:lnTo>
                  <a:lnTo>
                    <a:pt x="2800668" y="1986745"/>
                  </a:lnTo>
                  <a:lnTo>
                    <a:pt x="2748381" y="2023817"/>
                  </a:lnTo>
                  <a:lnTo>
                    <a:pt x="2692158" y="2057153"/>
                  </a:lnTo>
                  <a:lnTo>
                    <a:pt x="2631188" y="2087139"/>
                  </a:lnTo>
                  <a:lnTo>
                    <a:pt x="2564694" y="2114154"/>
                  </a:lnTo>
                  <a:lnTo>
                    <a:pt x="2492003" y="2138548"/>
                  </a:lnTo>
                  <a:lnTo>
                    <a:pt x="2412638" y="2160613"/>
                  </a:lnTo>
                  <a:lnTo>
                    <a:pt x="2326448" y="2180580"/>
                  </a:lnTo>
                  <a:lnTo>
                    <a:pt x="2233764" y="2198612"/>
                  </a:lnTo>
                  <a:lnTo>
                    <a:pt x="2135578" y="2214802"/>
                  </a:lnTo>
                  <a:lnTo>
                    <a:pt x="2033699" y="2229181"/>
                  </a:lnTo>
                  <a:lnTo>
                    <a:pt x="1930847" y="2241733"/>
                  </a:lnTo>
                  <a:lnTo>
                    <a:pt x="1830582" y="2252417"/>
                  </a:lnTo>
                  <a:lnTo>
                    <a:pt x="1737030" y="2261201"/>
                  </a:lnTo>
                  <a:lnTo>
                    <a:pt x="1654359" y="2268095"/>
                  </a:lnTo>
                  <a:lnTo>
                    <a:pt x="1586094" y="2273187"/>
                  </a:lnTo>
                  <a:lnTo>
                    <a:pt x="1534425" y="2276653"/>
                  </a:lnTo>
                  <a:lnTo>
                    <a:pt x="1499705" y="2278757"/>
                  </a:lnTo>
                  <a:lnTo>
                    <a:pt x="1480267" y="2279826"/>
                  </a:lnTo>
                  <a:lnTo>
                    <a:pt x="1472556" y="2280212"/>
                  </a:lnTo>
                  <a:lnTo>
                    <a:pt x="1471387" y="2280266"/>
                  </a:lnTo>
                  <a:lnTo>
                    <a:pt x="0" y="228026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45" name="pg845"/>
            <p:cNvSpPr/>
            <p:nvPr/>
          </p:nvSpPr>
          <p:spPr>
            <a:xfrm>
              <a:off x="4799595" y="5061500"/>
              <a:ext cx="11981298" cy="5770136"/>
            </a:xfrm>
            <a:custGeom>
              <a:avLst/>
              <a:pathLst>
                <a:path w="11981298" h="5770136">
                  <a:moveTo>
                    <a:pt x="0" y="2206709"/>
                  </a:moveTo>
                  <a:lnTo>
                    <a:pt x="1471387" y="2206709"/>
                  </a:lnTo>
                  <a:lnTo>
                    <a:pt x="1472568" y="2206657"/>
                  </a:lnTo>
                  <a:lnTo>
                    <a:pt x="1480327" y="2206283"/>
                  </a:lnTo>
                  <a:lnTo>
                    <a:pt x="1499864" y="2205251"/>
                  </a:lnTo>
                  <a:lnTo>
                    <a:pt x="1534739" y="2203219"/>
                  </a:lnTo>
                  <a:lnTo>
                    <a:pt x="1586610" y="2199874"/>
                  </a:lnTo>
                  <a:lnTo>
                    <a:pt x="1655108" y="2194962"/>
                  </a:lnTo>
                  <a:lnTo>
                    <a:pt x="1738019" y="2188312"/>
                  </a:lnTo>
                  <a:lnTo>
                    <a:pt x="1831795" y="2179842"/>
                  </a:lnTo>
                  <a:lnTo>
                    <a:pt x="1932248" y="2169542"/>
                  </a:lnTo>
                  <a:lnTo>
                    <a:pt x="2035242" y="2157444"/>
                  </a:lnTo>
                  <a:lnTo>
                    <a:pt x="2137212" y="2143586"/>
                  </a:lnTo>
                  <a:lnTo>
                    <a:pt x="2235444" y="2127985"/>
                  </a:lnTo>
                  <a:lnTo>
                    <a:pt x="2328135" y="2110609"/>
                  </a:lnTo>
                  <a:lnTo>
                    <a:pt x="2414304" y="2091367"/>
                  </a:lnTo>
                  <a:lnTo>
                    <a:pt x="2493629" y="2070100"/>
                  </a:lnTo>
                  <a:lnTo>
                    <a:pt x="2566271" y="2046586"/>
                  </a:lnTo>
                  <a:lnTo>
                    <a:pt x="2632713" y="2020539"/>
                  </a:lnTo>
                  <a:lnTo>
                    <a:pt x="2693635" y="1991624"/>
                  </a:lnTo>
                  <a:lnTo>
                    <a:pt x="2749818" y="1959472"/>
                  </a:lnTo>
                  <a:lnTo>
                    <a:pt x="2802077" y="1923713"/>
                  </a:lnTo>
                  <a:lnTo>
                    <a:pt x="2851204" y="1884032"/>
                  </a:lnTo>
                  <a:lnTo>
                    <a:pt x="2896531" y="1841648"/>
                  </a:lnTo>
                  <a:lnTo>
                    <a:pt x="2938018" y="1797809"/>
                  </a:lnTo>
                  <a:lnTo>
                    <a:pt x="2978383" y="1750418"/>
                  </a:lnTo>
                  <a:lnTo>
                    <a:pt x="3017963" y="1699404"/>
                  </a:lnTo>
                  <a:lnTo>
                    <a:pt x="3057024" y="1644771"/>
                  </a:lnTo>
                  <a:lnTo>
                    <a:pt x="3095770" y="1586601"/>
                  </a:lnTo>
                  <a:lnTo>
                    <a:pt x="3134355" y="1525066"/>
                  </a:lnTo>
                  <a:lnTo>
                    <a:pt x="3172887" y="1460427"/>
                  </a:lnTo>
                  <a:lnTo>
                    <a:pt x="3211436" y="1393037"/>
                  </a:lnTo>
                  <a:lnTo>
                    <a:pt x="3250040" y="1323337"/>
                  </a:lnTo>
                  <a:lnTo>
                    <a:pt x="3288707" y="1251843"/>
                  </a:lnTo>
                  <a:lnTo>
                    <a:pt x="3327429" y="1179134"/>
                  </a:lnTo>
                  <a:lnTo>
                    <a:pt x="3366179" y="1105831"/>
                  </a:lnTo>
                  <a:lnTo>
                    <a:pt x="3404927" y="1032578"/>
                  </a:lnTo>
                  <a:lnTo>
                    <a:pt x="3443642" y="960018"/>
                  </a:lnTo>
                  <a:lnTo>
                    <a:pt x="3482300" y="888765"/>
                  </a:lnTo>
                  <a:lnTo>
                    <a:pt x="3520893" y="819392"/>
                  </a:lnTo>
                  <a:lnTo>
                    <a:pt x="3559437" y="752403"/>
                  </a:lnTo>
                  <a:lnTo>
                    <a:pt x="3597971" y="688225"/>
                  </a:lnTo>
                  <a:lnTo>
                    <a:pt x="3636573" y="627197"/>
                  </a:lnTo>
                  <a:lnTo>
                    <a:pt x="3675357" y="569567"/>
                  </a:lnTo>
                  <a:lnTo>
                    <a:pt x="3714483" y="515492"/>
                  </a:lnTo>
                  <a:lnTo>
                    <a:pt x="3754167" y="465043"/>
                  </a:lnTo>
                  <a:lnTo>
                    <a:pt x="3794682" y="418209"/>
                  </a:lnTo>
                  <a:lnTo>
                    <a:pt x="3829811" y="381406"/>
                  </a:lnTo>
                  <a:lnTo>
                    <a:pt x="3876593" y="337756"/>
                  </a:lnTo>
                  <a:lnTo>
                    <a:pt x="3925804" y="298198"/>
                  </a:lnTo>
                  <a:lnTo>
                    <a:pt x="3978170" y="262554"/>
                  </a:lnTo>
                  <a:lnTo>
                    <a:pt x="4034485" y="230505"/>
                  </a:lnTo>
                  <a:lnTo>
                    <a:pt x="4095564" y="201683"/>
                  </a:lnTo>
                  <a:lnTo>
                    <a:pt x="4162185" y="175718"/>
                  </a:lnTo>
                  <a:lnTo>
                    <a:pt x="4235024" y="152276"/>
                  </a:lnTo>
                  <a:lnTo>
                    <a:pt x="4314557" y="131074"/>
                  </a:lnTo>
                  <a:lnTo>
                    <a:pt x="4400932" y="111890"/>
                  </a:lnTo>
                  <a:lnTo>
                    <a:pt x="4493810" y="94569"/>
                  </a:lnTo>
                  <a:lnTo>
                    <a:pt x="4592186" y="79021"/>
                  </a:lnTo>
                  <a:lnTo>
                    <a:pt x="4694232" y="65217"/>
                  </a:lnTo>
                  <a:lnTo>
                    <a:pt x="4797205" y="53173"/>
                  </a:lnTo>
                  <a:lnTo>
                    <a:pt x="4897518" y="42928"/>
                  </a:lnTo>
                  <a:lnTo>
                    <a:pt x="4991024" y="34514"/>
                  </a:lnTo>
                  <a:lnTo>
                    <a:pt x="5073544" y="27919"/>
                  </a:lnTo>
                  <a:lnTo>
                    <a:pt x="5141561" y="23057"/>
                  </a:lnTo>
                  <a:lnTo>
                    <a:pt x="5192910" y="19756"/>
                  </a:lnTo>
                  <a:lnTo>
                    <a:pt x="5227284" y="17759"/>
                  </a:lnTo>
                  <a:lnTo>
                    <a:pt x="5246402" y="16752"/>
                  </a:lnTo>
                  <a:lnTo>
                    <a:pt x="5253877" y="16393"/>
                  </a:lnTo>
                  <a:lnTo>
                    <a:pt x="5254955" y="16345"/>
                  </a:lnTo>
                  <a:lnTo>
                    <a:pt x="6726343" y="16345"/>
                  </a:lnTo>
                  <a:lnTo>
                    <a:pt x="6727175" y="16442"/>
                  </a:lnTo>
                  <a:lnTo>
                    <a:pt x="6732682" y="17126"/>
                  </a:lnTo>
                  <a:lnTo>
                    <a:pt x="6746687" y="19016"/>
                  </a:lnTo>
                  <a:lnTo>
                    <a:pt x="6772027" y="22743"/>
                  </a:lnTo>
                  <a:lnTo>
                    <a:pt x="6810409" y="28913"/>
                  </a:lnTo>
                  <a:lnTo>
                    <a:pt x="6862289" y="38056"/>
                  </a:lnTo>
                  <a:lnTo>
                    <a:pt x="6926878" y="50585"/>
                  </a:lnTo>
                  <a:lnTo>
                    <a:pt x="7002317" y="66768"/>
                  </a:lnTo>
                  <a:lnTo>
                    <a:pt x="7086000" y="86733"/>
                  </a:lnTo>
                  <a:lnTo>
                    <a:pt x="7174975" y="110491"/>
                  </a:lnTo>
                  <a:lnTo>
                    <a:pt x="7266318" y="137984"/>
                  </a:lnTo>
                  <a:lnTo>
                    <a:pt x="7357439" y="169138"/>
                  </a:lnTo>
                  <a:lnTo>
                    <a:pt x="7446252" y="203904"/>
                  </a:lnTo>
                  <a:lnTo>
                    <a:pt x="7531245" y="242301"/>
                  </a:lnTo>
                  <a:lnTo>
                    <a:pt x="7611449" y="284439"/>
                  </a:lnTo>
                  <a:lnTo>
                    <a:pt x="7686371" y="330531"/>
                  </a:lnTo>
                  <a:lnTo>
                    <a:pt x="7755889" y="380898"/>
                  </a:lnTo>
                  <a:lnTo>
                    <a:pt x="7820161" y="435971"/>
                  </a:lnTo>
                  <a:lnTo>
                    <a:pt x="7879532" y="496279"/>
                  </a:lnTo>
                  <a:lnTo>
                    <a:pt x="7934476" y="562434"/>
                  </a:lnTo>
                  <a:lnTo>
                    <a:pt x="7985530" y="635108"/>
                  </a:lnTo>
                  <a:lnTo>
                    <a:pt x="8033263" y="714992"/>
                  </a:lnTo>
                  <a:lnTo>
                    <a:pt x="8078242" y="802725"/>
                  </a:lnTo>
                  <a:lnTo>
                    <a:pt x="8121004" y="898791"/>
                  </a:lnTo>
                  <a:lnTo>
                    <a:pt x="8151487" y="975311"/>
                  </a:lnTo>
                  <a:lnTo>
                    <a:pt x="8179119" y="1050581"/>
                  </a:lnTo>
                  <a:lnTo>
                    <a:pt x="8206202" y="1129908"/>
                  </a:lnTo>
                  <a:lnTo>
                    <a:pt x="8232847" y="1213369"/>
                  </a:lnTo>
                  <a:lnTo>
                    <a:pt x="8259146" y="1301011"/>
                  </a:lnTo>
                  <a:lnTo>
                    <a:pt x="8285182" y="1392841"/>
                  </a:lnTo>
                  <a:lnTo>
                    <a:pt x="8311022" y="1488831"/>
                  </a:lnTo>
                  <a:lnTo>
                    <a:pt x="8336722" y="1588908"/>
                  </a:lnTo>
                  <a:lnTo>
                    <a:pt x="8362331" y="1692953"/>
                  </a:lnTo>
                  <a:lnTo>
                    <a:pt x="8387886" y="1800806"/>
                  </a:lnTo>
                  <a:lnTo>
                    <a:pt x="8413417" y="1912255"/>
                  </a:lnTo>
                  <a:lnTo>
                    <a:pt x="8438947" y="2027045"/>
                  </a:lnTo>
                  <a:lnTo>
                    <a:pt x="8464491" y="2144875"/>
                  </a:lnTo>
                  <a:lnTo>
                    <a:pt x="8490059" y="2265400"/>
                  </a:lnTo>
                  <a:lnTo>
                    <a:pt x="8515655" y="2388238"/>
                  </a:lnTo>
                  <a:lnTo>
                    <a:pt x="8541279" y="2512971"/>
                  </a:lnTo>
                  <a:lnTo>
                    <a:pt x="8566928" y="2639150"/>
                  </a:lnTo>
                  <a:lnTo>
                    <a:pt x="8592594" y="2766306"/>
                  </a:lnTo>
                  <a:lnTo>
                    <a:pt x="8618270" y="2893952"/>
                  </a:lnTo>
                  <a:lnTo>
                    <a:pt x="8643945" y="3021596"/>
                  </a:lnTo>
                  <a:lnTo>
                    <a:pt x="8669611" y="3148744"/>
                  </a:lnTo>
                  <a:lnTo>
                    <a:pt x="8695260" y="3274909"/>
                  </a:lnTo>
                  <a:lnTo>
                    <a:pt x="8720884" y="3399623"/>
                  </a:lnTo>
                  <a:lnTo>
                    <a:pt x="8746480" y="3522438"/>
                  </a:lnTo>
                  <a:lnTo>
                    <a:pt x="8772047" y="3642935"/>
                  </a:lnTo>
                  <a:lnTo>
                    <a:pt x="8797591" y="3760733"/>
                  </a:lnTo>
                  <a:lnTo>
                    <a:pt x="8823121" y="3875488"/>
                  </a:lnTo>
                  <a:lnTo>
                    <a:pt x="8848652" y="3986898"/>
                  </a:lnTo>
                  <a:lnTo>
                    <a:pt x="8874207" y="4094709"/>
                  </a:lnTo>
                  <a:lnTo>
                    <a:pt x="8899817" y="4198711"/>
                  </a:lnTo>
                  <a:lnTo>
                    <a:pt x="8925519" y="4298742"/>
                  </a:lnTo>
                  <a:lnTo>
                    <a:pt x="8951360" y="4394686"/>
                  </a:lnTo>
                  <a:lnTo>
                    <a:pt x="8977398" y="4486471"/>
                  </a:lnTo>
                  <a:lnTo>
                    <a:pt x="9003701" y="4574065"/>
                  </a:lnTo>
                  <a:lnTo>
                    <a:pt x="9030350" y="4657480"/>
                  </a:lnTo>
                  <a:lnTo>
                    <a:pt x="9057439" y="4736761"/>
                  </a:lnTo>
                  <a:lnTo>
                    <a:pt x="9084767" y="4811171"/>
                  </a:lnTo>
                  <a:lnTo>
                    <a:pt x="9126202" y="4913534"/>
                  </a:lnTo>
                  <a:lnTo>
                    <a:pt x="9169493" y="5007397"/>
                  </a:lnTo>
                  <a:lnTo>
                    <a:pt x="9215136" y="5093030"/>
                  </a:lnTo>
                  <a:lnTo>
                    <a:pt x="9263679" y="5170970"/>
                  </a:lnTo>
                  <a:lnTo>
                    <a:pt x="9315692" y="5241880"/>
                  </a:lnTo>
                  <a:lnTo>
                    <a:pt x="9371739" y="5306449"/>
                  </a:lnTo>
                  <a:lnTo>
                    <a:pt x="9432346" y="5365337"/>
                  </a:lnTo>
                  <a:lnTo>
                    <a:pt x="9497956" y="5419137"/>
                  </a:lnTo>
                  <a:lnTo>
                    <a:pt x="9568877" y="5468354"/>
                  </a:lnTo>
                  <a:lnTo>
                    <a:pt x="9645200" y="5513389"/>
                  </a:lnTo>
                  <a:lnTo>
                    <a:pt x="9726717" y="5554537"/>
                  </a:lnTo>
                  <a:lnTo>
                    <a:pt x="9812819" y="5591982"/>
                  </a:lnTo>
                  <a:lnTo>
                    <a:pt x="9902402" y="5625808"/>
                  </a:lnTo>
                  <a:lnTo>
                    <a:pt x="9993804" y="5656014"/>
                  </a:lnTo>
                  <a:lnTo>
                    <a:pt x="10084797" y="5682542"/>
                  </a:lnTo>
                  <a:lnTo>
                    <a:pt x="10172682" y="5705316"/>
                  </a:lnTo>
                  <a:lnTo>
                    <a:pt x="10254496" y="5724290"/>
                  </a:lnTo>
                  <a:lnTo>
                    <a:pt x="10327336" y="5739504"/>
                  </a:lnTo>
                  <a:lnTo>
                    <a:pt x="10388755" y="5751120"/>
                  </a:lnTo>
                  <a:lnTo>
                    <a:pt x="10437146" y="5759443"/>
                  </a:lnTo>
                  <a:lnTo>
                    <a:pt x="10472036" y="5764921"/>
                  </a:lnTo>
                  <a:lnTo>
                    <a:pt x="10494210" y="5768109"/>
                  </a:lnTo>
                  <a:lnTo>
                    <a:pt x="10505686" y="5769625"/>
                  </a:lnTo>
                  <a:lnTo>
                    <a:pt x="10509570" y="5770098"/>
                  </a:lnTo>
                  <a:lnTo>
                    <a:pt x="10509911" y="5770136"/>
                  </a:lnTo>
                  <a:lnTo>
                    <a:pt x="11981298" y="5770136"/>
                  </a:lnTo>
                  <a:lnTo>
                    <a:pt x="11981298" y="5753790"/>
                  </a:lnTo>
                  <a:lnTo>
                    <a:pt x="10509911" y="5753790"/>
                  </a:lnTo>
                  <a:lnTo>
                    <a:pt x="10509078" y="5753694"/>
                  </a:lnTo>
                  <a:lnTo>
                    <a:pt x="10503571" y="5753010"/>
                  </a:lnTo>
                  <a:lnTo>
                    <a:pt x="10489566" y="5751120"/>
                  </a:lnTo>
                  <a:lnTo>
                    <a:pt x="10464227" y="5747393"/>
                  </a:lnTo>
                  <a:lnTo>
                    <a:pt x="10425844" y="5741223"/>
                  </a:lnTo>
                  <a:lnTo>
                    <a:pt x="10373964" y="5732080"/>
                  </a:lnTo>
                  <a:lnTo>
                    <a:pt x="10309375" y="5719551"/>
                  </a:lnTo>
                  <a:lnTo>
                    <a:pt x="10233937" y="5703368"/>
                  </a:lnTo>
                  <a:lnTo>
                    <a:pt x="10150253" y="5683403"/>
                  </a:lnTo>
                  <a:lnTo>
                    <a:pt x="10061279" y="5659645"/>
                  </a:lnTo>
                  <a:lnTo>
                    <a:pt x="9969935" y="5632151"/>
                  </a:lnTo>
                  <a:lnTo>
                    <a:pt x="9878815" y="5600998"/>
                  </a:lnTo>
                  <a:lnTo>
                    <a:pt x="9790001" y="5566232"/>
                  </a:lnTo>
                  <a:lnTo>
                    <a:pt x="9705009" y="5527835"/>
                  </a:lnTo>
                  <a:lnTo>
                    <a:pt x="9624804" y="5485697"/>
                  </a:lnTo>
                  <a:lnTo>
                    <a:pt x="9549882" y="5439605"/>
                  </a:lnTo>
                  <a:lnTo>
                    <a:pt x="9480364" y="5389238"/>
                  </a:lnTo>
                  <a:lnTo>
                    <a:pt x="9416093" y="5334164"/>
                  </a:lnTo>
                  <a:lnTo>
                    <a:pt x="9356721" y="5273857"/>
                  </a:lnTo>
                  <a:lnTo>
                    <a:pt x="9301778" y="5207702"/>
                  </a:lnTo>
                  <a:lnTo>
                    <a:pt x="9250724" y="5135027"/>
                  </a:lnTo>
                  <a:lnTo>
                    <a:pt x="9202990" y="5055144"/>
                  </a:lnTo>
                  <a:lnTo>
                    <a:pt x="9158011" y="4967411"/>
                  </a:lnTo>
                  <a:lnTo>
                    <a:pt x="9115249" y="4871345"/>
                  </a:lnTo>
                  <a:lnTo>
                    <a:pt x="9084767" y="4794825"/>
                  </a:lnTo>
                  <a:lnTo>
                    <a:pt x="9057135" y="4719554"/>
                  </a:lnTo>
                  <a:lnTo>
                    <a:pt x="9030051" y="4640228"/>
                  </a:lnTo>
                  <a:lnTo>
                    <a:pt x="9003407" y="4556767"/>
                  </a:lnTo>
                  <a:lnTo>
                    <a:pt x="8977107" y="4469125"/>
                  </a:lnTo>
                  <a:lnTo>
                    <a:pt x="8951071" y="4377294"/>
                  </a:lnTo>
                  <a:lnTo>
                    <a:pt x="8925232" y="4281304"/>
                  </a:lnTo>
                  <a:lnTo>
                    <a:pt x="8899531" y="4181228"/>
                  </a:lnTo>
                  <a:lnTo>
                    <a:pt x="8873923" y="4077182"/>
                  </a:lnTo>
                  <a:lnTo>
                    <a:pt x="8848368" y="3969330"/>
                  </a:lnTo>
                  <a:lnTo>
                    <a:pt x="8822836" y="3857881"/>
                  </a:lnTo>
                  <a:lnTo>
                    <a:pt x="8797307" y="3743091"/>
                  </a:lnTo>
                  <a:lnTo>
                    <a:pt x="8771763" y="3625261"/>
                  </a:lnTo>
                  <a:lnTo>
                    <a:pt x="8746195" y="3504735"/>
                  </a:lnTo>
                  <a:lnTo>
                    <a:pt x="8720599" y="3381897"/>
                  </a:lnTo>
                  <a:lnTo>
                    <a:pt x="8694974" y="3257165"/>
                  </a:lnTo>
                  <a:lnTo>
                    <a:pt x="8669326" y="3130986"/>
                  </a:lnTo>
                  <a:lnTo>
                    <a:pt x="8643659" y="3003830"/>
                  </a:lnTo>
                  <a:lnTo>
                    <a:pt x="8617984" y="2876183"/>
                  </a:lnTo>
                  <a:lnTo>
                    <a:pt x="8592308" y="2748540"/>
                  </a:lnTo>
                  <a:lnTo>
                    <a:pt x="8566642" y="2621392"/>
                  </a:lnTo>
                  <a:lnTo>
                    <a:pt x="8540993" y="2495226"/>
                  </a:lnTo>
                  <a:lnTo>
                    <a:pt x="8515369" y="2370513"/>
                  </a:lnTo>
                  <a:lnTo>
                    <a:pt x="8489774" y="2247698"/>
                  </a:lnTo>
                  <a:lnTo>
                    <a:pt x="8464206" y="2127201"/>
                  </a:lnTo>
                  <a:lnTo>
                    <a:pt x="8438662" y="2009403"/>
                  </a:lnTo>
                  <a:lnTo>
                    <a:pt x="8413132" y="1894648"/>
                  </a:lnTo>
                  <a:lnTo>
                    <a:pt x="8387601" y="1783238"/>
                  </a:lnTo>
                  <a:lnTo>
                    <a:pt x="8362046" y="1675427"/>
                  </a:lnTo>
                  <a:lnTo>
                    <a:pt x="8336436" y="1571425"/>
                  </a:lnTo>
                  <a:lnTo>
                    <a:pt x="8310735" y="1471393"/>
                  </a:lnTo>
                  <a:lnTo>
                    <a:pt x="8284893" y="1375449"/>
                  </a:lnTo>
                  <a:lnTo>
                    <a:pt x="8258855" y="1283665"/>
                  </a:lnTo>
                  <a:lnTo>
                    <a:pt x="8232552" y="1196070"/>
                  </a:lnTo>
                  <a:lnTo>
                    <a:pt x="8205903" y="1112656"/>
                  </a:lnTo>
                  <a:lnTo>
                    <a:pt x="8178814" y="1033375"/>
                  </a:lnTo>
                  <a:lnTo>
                    <a:pt x="8151487" y="958965"/>
                  </a:lnTo>
                  <a:lnTo>
                    <a:pt x="8110051" y="856602"/>
                  </a:lnTo>
                  <a:lnTo>
                    <a:pt x="8066760" y="762739"/>
                  </a:lnTo>
                  <a:lnTo>
                    <a:pt x="8021117" y="677106"/>
                  </a:lnTo>
                  <a:lnTo>
                    <a:pt x="7972574" y="599165"/>
                  </a:lnTo>
                  <a:lnTo>
                    <a:pt x="7920561" y="528256"/>
                  </a:lnTo>
                  <a:lnTo>
                    <a:pt x="7864514" y="463687"/>
                  </a:lnTo>
                  <a:lnTo>
                    <a:pt x="7803908" y="404799"/>
                  </a:lnTo>
                  <a:lnTo>
                    <a:pt x="7738297" y="350998"/>
                  </a:lnTo>
                  <a:lnTo>
                    <a:pt x="7667377" y="301782"/>
                  </a:lnTo>
                  <a:lnTo>
                    <a:pt x="7591054" y="256747"/>
                  </a:lnTo>
                  <a:lnTo>
                    <a:pt x="7509537" y="215599"/>
                  </a:lnTo>
                  <a:lnTo>
                    <a:pt x="7423435" y="178154"/>
                  </a:lnTo>
                  <a:lnTo>
                    <a:pt x="7333851" y="144328"/>
                  </a:lnTo>
                  <a:lnTo>
                    <a:pt x="7242449" y="114122"/>
                  </a:lnTo>
                  <a:lnTo>
                    <a:pt x="7151456" y="87594"/>
                  </a:lnTo>
                  <a:lnTo>
                    <a:pt x="7063571" y="64820"/>
                  </a:lnTo>
                  <a:lnTo>
                    <a:pt x="6981757" y="45845"/>
                  </a:lnTo>
                  <a:lnTo>
                    <a:pt x="6908917" y="30631"/>
                  </a:lnTo>
                  <a:lnTo>
                    <a:pt x="6847498" y="19016"/>
                  </a:lnTo>
                  <a:lnTo>
                    <a:pt x="6799107" y="10693"/>
                  </a:lnTo>
                  <a:lnTo>
                    <a:pt x="6764218" y="5215"/>
                  </a:lnTo>
                  <a:lnTo>
                    <a:pt x="6742043" y="2026"/>
                  </a:lnTo>
                  <a:lnTo>
                    <a:pt x="6730568" y="511"/>
                  </a:lnTo>
                  <a:lnTo>
                    <a:pt x="6726684" y="38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774" y="52"/>
                  </a:lnTo>
                  <a:lnTo>
                    <a:pt x="5246015" y="425"/>
                  </a:lnTo>
                  <a:lnTo>
                    <a:pt x="5226478" y="1458"/>
                  </a:lnTo>
                  <a:lnTo>
                    <a:pt x="5191603" y="3490"/>
                  </a:lnTo>
                  <a:lnTo>
                    <a:pt x="5139732" y="6835"/>
                  </a:lnTo>
                  <a:lnTo>
                    <a:pt x="5071234" y="11747"/>
                  </a:lnTo>
                  <a:lnTo>
                    <a:pt x="4988323" y="18397"/>
                  </a:lnTo>
                  <a:lnTo>
                    <a:pt x="4894547" y="26867"/>
                  </a:lnTo>
                  <a:lnTo>
                    <a:pt x="4794094" y="37167"/>
                  </a:lnTo>
                  <a:lnTo>
                    <a:pt x="4691100" y="49265"/>
                  </a:lnTo>
                  <a:lnTo>
                    <a:pt x="4589130" y="63122"/>
                  </a:lnTo>
                  <a:lnTo>
                    <a:pt x="4490898" y="78723"/>
                  </a:lnTo>
                  <a:lnTo>
                    <a:pt x="4398207" y="96099"/>
                  </a:lnTo>
                  <a:lnTo>
                    <a:pt x="4312038" y="115342"/>
                  </a:lnTo>
                  <a:lnTo>
                    <a:pt x="4232713" y="136608"/>
                  </a:lnTo>
                  <a:lnTo>
                    <a:pt x="4160071" y="160123"/>
                  </a:lnTo>
                  <a:lnTo>
                    <a:pt x="4093629" y="186169"/>
                  </a:lnTo>
                  <a:lnTo>
                    <a:pt x="4032707" y="215084"/>
                  </a:lnTo>
                  <a:lnTo>
                    <a:pt x="3976524" y="247237"/>
                  </a:lnTo>
                  <a:lnTo>
                    <a:pt x="3924265" y="282995"/>
                  </a:lnTo>
                  <a:lnTo>
                    <a:pt x="3875138" y="322676"/>
                  </a:lnTo>
                  <a:lnTo>
                    <a:pt x="3829811" y="365060"/>
                  </a:lnTo>
                  <a:lnTo>
                    <a:pt x="3788324" y="408899"/>
                  </a:lnTo>
                  <a:lnTo>
                    <a:pt x="3747959" y="456291"/>
                  </a:lnTo>
                  <a:lnTo>
                    <a:pt x="3708379" y="507304"/>
                  </a:lnTo>
                  <a:lnTo>
                    <a:pt x="3669318" y="561937"/>
                  </a:lnTo>
                  <a:lnTo>
                    <a:pt x="3630572" y="620107"/>
                  </a:lnTo>
                  <a:lnTo>
                    <a:pt x="3591987" y="681643"/>
                  </a:lnTo>
                  <a:lnTo>
                    <a:pt x="3553455" y="746282"/>
                  </a:lnTo>
                  <a:lnTo>
                    <a:pt x="3514906" y="813671"/>
                  </a:lnTo>
                  <a:lnTo>
                    <a:pt x="3476303" y="883371"/>
                  </a:lnTo>
                  <a:lnTo>
                    <a:pt x="3437635" y="954865"/>
                  </a:lnTo>
                  <a:lnTo>
                    <a:pt x="3398913" y="1027575"/>
                  </a:lnTo>
                  <a:lnTo>
                    <a:pt x="3360163" y="1100878"/>
                  </a:lnTo>
                  <a:lnTo>
                    <a:pt x="3321415" y="1174130"/>
                  </a:lnTo>
                  <a:lnTo>
                    <a:pt x="3282701" y="1246691"/>
                  </a:lnTo>
                  <a:lnTo>
                    <a:pt x="3244042" y="1317943"/>
                  </a:lnTo>
                  <a:lnTo>
                    <a:pt x="3205449" y="1387316"/>
                  </a:lnTo>
                  <a:lnTo>
                    <a:pt x="3166905" y="1454306"/>
                  </a:lnTo>
                  <a:lnTo>
                    <a:pt x="3128371" y="1518484"/>
                  </a:lnTo>
                  <a:lnTo>
                    <a:pt x="3089769" y="1579512"/>
                  </a:lnTo>
                  <a:lnTo>
                    <a:pt x="3050985" y="1637141"/>
                  </a:lnTo>
                  <a:lnTo>
                    <a:pt x="3011859" y="1691216"/>
                  </a:lnTo>
                  <a:lnTo>
                    <a:pt x="2972176" y="1741666"/>
                  </a:lnTo>
                  <a:lnTo>
                    <a:pt x="2931660" y="1788499"/>
                  </a:lnTo>
                  <a:lnTo>
                    <a:pt x="2896531" y="1825302"/>
                  </a:lnTo>
                  <a:lnTo>
                    <a:pt x="2849749" y="1868953"/>
                  </a:lnTo>
                  <a:lnTo>
                    <a:pt x="2800538" y="1908511"/>
                  </a:lnTo>
                  <a:lnTo>
                    <a:pt x="2748172" y="1944155"/>
                  </a:lnTo>
                  <a:lnTo>
                    <a:pt x="2691857" y="1976203"/>
                  </a:lnTo>
                  <a:lnTo>
                    <a:pt x="2630778" y="2005026"/>
                  </a:lnTo>
                  <a:lnTo>
                    <a:pt x="2564157" y="2030991"/>
                  </a:lnTo>
                  <a:lnTo>
                    <a:pt x="2491318" y="2054433"/>
                  </a:lnTo>
                  <a:lnTo>
                    <a:pt x="2411785" y="2075635"/>
                  </a:lnTo>
                  <a:lnTo>
                    <a:pt x="2325410" y="2094819"/>
                  </a:lnTo>
                  <a:lnTo>
                    <a:pt x="2232533" y="2112140"/>
                  </a:lnTo>
                  <a:lnTo>
                    <a:pt x="2134156" y="2127687"/>
                  </a:lnTo>
                  <a:lnTo>
                    <a:pt x="2032110" y="2141492"/>
                  </a:lnTo>
                  <a:lnTo>
                    <a:pt x="1929137" y="2153536"/>
                  </a:lnTo>
                  <a:lnTo>
                    <a:pt x="1828824" y="2163780"/>
                  </a:lnTo>
                  <a:lnTo>
                    <a:pt x="1735318" y="2172194"/>
                  </a:lnTo>
                  <a:lnTo>
                    <a:pt x="1652798" y="2178790"/>
                  </a:lnTo>
                  <a:lnTo>
                    <a:pt x="1584781" y="2183651"/>
                  </a:lnTo>
                  <a:lnTo>
                    <a:pt x="1533432" y="2186953"/>
                  </a:lnTo>
                  <a:lnTo>
                    <a:pt x="1499058" y="2188949"/>
                  </a:lnTo>
                  <a:lnTo>
                    <a:pt x="1479940" y="2189957"/>
                  </a:lnTo>
                  <a:lnTo>
                    <a:pt x="1472466" y="2190315"/>
                  </a:lnTo>
                  <a:lnTo>
                    <a:pt x="1471387" y="2190363"/>
                  </a:lnTo>
                  <a:lnTo>
                    <a:pt x="0" y="2190363"/>
                  </a:lnTo>
                  <a:close/>
                </a:path>
              </a:pathLst>
            </a:custGeom>
            <a:solidFill>
              <a:srgbClr val="F28E5B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846" name="pl846"/>
            <p:cNvSpPr/>
            <p:nvPr/>
          </p:nvSpPr>
          <p:spPr>
            <a:xfrm>
              <a:off x="4799595" y="5077846"/>
              <a:ext cx="11981298" cy="5753790"/>
            </a:xfrm>
            <a:custGeom>
              <a:avLst/>
              <a:pathLst>
                <a:path w="11981298" h="5753790">
                  <a:moveTo>
                    <a:pt x="0" y="2190363"/>
                  </a:moveTo>
                  <a:lnTo>
                    <a:pt x="1471387" y="2190363"/>
                  </a:lnTo>
                  <a:lnTo>
                    <a:pt x="1472568" y="2190311"/>
                  </a:lnTo>
                  <a:lnTo>
                    <a:pt x="1480327" y="2189937"/>
                  </a:lnTo>
                  <a:lnTo>
                    <a:pt x="1499864" y="2188905"/>
                  </a:lnTo>
                  <a:lnTo>
                    <a:pt x="1534739" y="2186873"/>
                  </a:lnTo>
                  <a:lnTo>
                    <a:pt x="1586610" y="2183528"/>
                  </a:lnTo>
                  <a:lnTo>
                    <a:pt x="1655108" y="2178616"/>
                  </a:lnTo>
                  <a:lnTo>
                    <a:pt x="1738019" y="2171966"/>
                  </a:lnTo>
                  <a:lnTo>
                    <a:pt x="1831795" y="2163496"/>
                  </a:lnTo>
                  <a:lnTo>
                    <a:pt x="1932248" y="2153196"/>
                  </a:lnTo>
                  <a:lnTo>
                    <a:pt x="2035242" y="2141098"/>
                  </a:lnTo>
                  <a:lnTo>
                    <a:pt x="2137212" y="2127240"/>
                  </a:lnTo>
                  <a:lnTo>
                    <a:pt x="2235444" y="2111639"/>
                  </a:lnTo>
                  <a:lnTo>
                    <a:pt x="2328135" y="2094263"/>
                  </a:lnTo>
                  <a:lnTo>
                    <a:pt x="2414304" y="2075021"/>
                  </a:lnTo>
                  <a:lnTo>
                    <a:pt x="2493629" y="2053754"/>
                  </a:lnTo>
                  <a:lnTo>
                    <a:pt x="2566271" y="2030240"/>
                  </a:lnTo>
                  <a:lnTo>
                    <a:pt x="2632713" y="2004193"/>
                  </a:lnTo>
                  <a:lnTo>
                    <a:pt x="2693635" y="1975278"/>
                  </a:lnTo>
                  <a:lnTo>
                    <a:pt x="2749818" y="1943126"/>
                  </a:lnTo>
                  <a:lnTo>
                    <a:pt x="2802077" y="1907367"/>
                  </a:lnTo>
                  <a:lnTo>
                    <a:pt x="2851204" y="1867686"/>
                  </a:lnTo>
                  <a:lnTo>
                    <a:pt x="2896531" y="1825302"/>
                  </a:lnTo>
                  <a:lnTo>
                    <a:pt x="2938018" y="1781463"/>
                  </a:lnTo>
                  <a:lnTo>
                    <a:pt x="2978383" y="1734072"/>
                  </a:lnTo>
                  <a:lnTo>
                    <a:pt x="3017963" y="1683058"/>
                  </a:lnTo>
                  <a:lnTo>
                    <a:pt x="3057024" y="1628425"/>
                  </a:lnTo>
                  <a:lnTo>
                    <a:pt x="3095770" y="1570255"/>
                  </a:lnTo>
                  <a:lnTo>
                    <a:pt x="3134355" y="1508720"/>
                  </a:lnTo>
                  <a:lnTo>
                    <a:pt x="3172887" y="1444081"/>
                  </a:lnTo>
                  <a:lnTo>
                    <a:pt x="3211436" y="1376691"/>
                  </a:lnTo>
                  <a:lnTo>
                    <a:pt x="3250040" y="1306991"/>
                  </a:lnTo>
                  <a:lnTo>
                    <a:pt x="3288707" y="1235497"/>
                  </a:lnTo>
                  <a:lnTo>
                    <a:pt x="3327429" y="1162788"/>
                  </a:lnTo>
                  <a:lnTo>
                    <a:pt x="3366179" y="1089485"/>
                  </a:lnTo>
                  <a:lnTo>
                    <a:pt x="3404927" y="1016232"/>
                  </a:lnTo>
                  <a:lnTo>
                    <a:pt x="3443642" y="943672"/>
                  </a:lnTo>
                  <a:lnTo>
                    <a:pt x="3482300" y="872419"/>
                  </a:lnTo>
                  <a:lnTo>
                    <a:pt x="3520893" y="803046"/>
                  </a:lnTo>
                  <a:lnTo>
                    <a:pt x="3559437" y="736057"/>
                  </a:lnTo>
                  <a:lnTo>
                    <a:pt x="3597971" y="671879"/>
                  </a:lnTo>
                  <a:lnTo>
                    <a:pt x="3636573" y="610851"/>
                  </a:lnTo>
                  <a:lnTo>
                    <a:pt x="3675357" y="553221"/>
                  </a:lnTo>
                  <a:lnTo>
                    <a:pt x="3714483" y="499146"/>
                  </a:lnTo>
                  <a:lnTo>
                    <a:pt x="3754167" y="448697"/>
                  </a:lnTo>
                  <a:lnTo>
                    <a:pt x="3794682" y="401863"/>
                  </a:lnTo>
                  <a:lnTo>
                    <a:pt x="3829811" y="365060"/>
                  </a:lnTo>
                  <a:lnTo>
                    <a:pt x="3876593" y="321410"/>
                  </a:lnTo>
                  <a:lnTo>
                    <a:pt x="3925804" y="281852"/>
                  </a:lnTo>
                  <a:lnTo>
                    <a:pt x="3978170" y="246208"/>
                  </a:lnTo>
                  <a:lnTo>
                    <a:pt x="4034485" y="214159"/>
                  </a:lnTo>
                  <a:lnTo>
                    <a:pt x="4095564" y="185337"/>
                  </a:lnTo>
                  <a:lnTo>
                    <a:pt x="4162185" y="159372"/>
                  </a:lnTo>
                  <a:lnTo>
                    <a:pt x="4235024" y="135930"/>
                  </a:lnTo>
                  <a:lnTo>
                    <a:pt x="4314557" y="114728"/>
                  </a:lnTo>
                  <a:lnTo>
                    <a:pt x="4400932" y="95544"/>
                  </a:lnTo>
                  <a:lnTo>
                    <a:pt x="4493810" y="78223"/>
                  </a:lnTo>
                  <a:lnTo>
                    <a:pt x="4592186" y="62675"/>
                  </a:lnTo>
                  <a:lnTo>
                    <a:pt x="4694232" y="48871"/>
                  </a:lnTo>
                  <a:lnTo>
                    <a:pt x="4797205" y="36827"/>
                  </a:lnTo>
                  <a:lnTo>
                    <a:pt x="4897518" y="26582"/>
                  </a:lnTo>
                  <a:lnTo>
                    <a:pt x="4991024" y="18168"/>
                  </a:lnTo>
                  <a:lnTo>
                    <a:pt x="5073544" y="11573"/>
                  </a:lnTo>
                  <a:lnTo>
                    <a:pt x="5141561" y="6711"/>
                  </a:lnTo>
                  <a:lnTo>
                    <a:pt x="5192910" y="3410"/>
                  </a:lnTo>
                  <a:lnTo>
                    <a:pt x="5227284" y="1413"/>
                  </a:lnTo>
                  <a:lnTo>
                    <a:pt x="5246402" y="406"/>
                  </a:lnTo>
                  <a:lnTo>
                    <a:pt x="5253877" y="47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175" y="96"/>
                  </a:lnTo>
                  <a:lnTo>
                    <a:pt x="6732682" y="780"/>
                  </a:lnTo>
                  <a:lnTo>
                    <a:pt x="6746687" y="2670"/>
                  </a:lnTo>
                  <a:lnTo>
                    <a:pt x="6772027" y="6397"/>
                  </a:lnTo>
                  <a:lnTo>
                    <a:pt x="6810409" y="12567"/>
                  </a:lnTo>
                  <a:lnTo>
                    <a:pt x="6862289" y="21710"/>
                  </a:lnTo>
                  <a:lnTo>
                    <a:pt x="6926878" y="34239"/>
                  </a:lnTo>
                  <a:lnTo>
                    <a:pt x="7002317" y="50422"/>
                  </a:lnTo>
                  <a:lnTo>
                    <a:pt x="7086000" y="70387"/>
                  </a:lnTo>
                  <a:lnTo>
                    <a:pt x="7174975" y="94145"/>
                  </a:lnTo>
                  <a:lnTo>
                    <a:pt x="7266318" y="121638"/>
                  </a:lnTo>
                  <a:lnTo>
                    <a:pt x="7357439" y="152792"/>
                  </a:lnTo>
                  <a:lnTo>
                    <a:pt x="7446252" y="187558"/>
                  </a:lnTo>
                  <a:lnTo>
                    <a:pt x="7531245" y="225955"/>
                  </a:lnTo>
                  <a:lnTo>
                    <a:pt x="7611449" y="268093"/>
                  </a:lnTo>
                  <a:lnTo>
                    <a:pt x="7686371" y="314185"/>
                  </a:lnTo>
                  <a:lnTo>
                    <a:pt x="7755889" y="364552"/>
                  </a:lnTo>
                  <a:lnTo>
                    <a:pt x="7820161" y="419625"/>
                  </a:lnTo>
                  <a:lnTo>
                    <a:pt x="7879532" y="479933"/>
                  </a:lnTo>
                  <a:lnTo>
                    <a:pt x="7934476" y="546088"/>
                  </a:lnTo>
                  <a:lnTo>
                    <a:pt x="7985530" y="618762"/>
                  </a:lnTo>
                  <a:lnTo>
                    <a:pt x="8033263" y="698646"/>
                  </a:lnTo>
                  <a:lnTo>
                    <a:pt x="8078242" y="786379"/>
                  </a:lnTo>
                  <a:lnTo>
                    <a:pt x="8121004" y="882445"/>
                  </a:lnTo>
                  <a:lnTo>
                    <a:pt x="8151487" y="958965"/>
                  </a:lnTo>
                  <a:lnTo>
                    <a:pt x="8179119" y="1034235"/>
                  </a:lnTo>
                  <a:lnTo>
                    <a:pt x="8206202" y="1113562"/>
                  </a:lnTo>
                  <a:lnTo>
                    <a:pt x="8232847" y="1197023"/>
                  </a:lnTo>
                  <a:lnTo>
                    <a:pt x="8259146" y="1284665"/>
                  </a:lnTo>
                  <a:lnTo>
                    <a:pt x="8285182" y="1376495"/>
                  </a:lnTo>
                  <a:lnTo>
                    <a:pt x="8311022" y="1472485"/>
                  </a:lnTo>
                  <a:lnTo>
                    <a:pt x="8336722" y="1572562"/>
                  </a:lnTo>
                  <a:lnTo>
                    <a:pt x="8362331" y="1676607"/>
                  </a:lnTo>
                  <a:lnTo>
                    <a:pt x="8387886" y="1784460"/>
                  </a:lnTo>
                  <a:lnTo>
                    <a:pt x="8413417" y="1895909"/>
                  </a:lnTo>
                  <a:lnTo>
                    <a:pt x="8438947" y="2010699"/>
                  </a:lnTo>
                  <a:lnTo>
                    <a:pt x="8464491" y="2128529"/>
                  </a:lnTo>
                  <a:lnTo>
                    <a:pt x="8490059" y="2249054"/>
                  </a:lnTo>
                  <a:lnTo>
                    <a:pt x="8515655" y="2371892"/>
                  </a:lnTo>
                  <a:lnTo>
                    <a:pt x="8541279" y="2496625"/>
                  </a:lnTo>
                  <a:lnTo>
                    <a:pt x="8566928" y="2622804"/>
                  </a:lnTo>
                  <a:lnTo>
                    <a:pt x="8592594" y="2749960"/>
                  </a:lnTo>
                  <a:lnTo>
                    <a:pt x="8618270" y="2877606"/>
                  </a:lnTo>
                  <a:lnTo>
                    <a:pt x="8643945" y="3005250"/>
                  </a:lnTo>
                  <a:lnTo>
                    <a:pt x="8669611" y="3132398"/>
                  </a:lnTo>
                  <a:lnTo>
                    <a:pt x="8695260" y="3258563"/>
                  </a:lnTo>
                  <a:lnTo>
                    <a:pt x="8720884" y="3383277"/>
                  </a:lnTo>
                  <a:lnTo>
                    <a:pt x="8746480" y="3506092"/>
                  </a:lnTo>
                  <a:lnTo>
                    <a:pt x="8772047" y="3626589"/>
                  </a:lnTo>
                  <a:lnTo>
                    <a:pt x="8797591" y="3744387"/>
                  </a:lnTo>
                  <a:lnTo>
                    <a:pt x="8823121" y="3859142"/>
                  </a:lnTo>
                  <a:lnTo>
                    <a:pt x="8848652" y="3970552"/>
                  </a:lnTo>
                  <a:lnTo>
                    <a:pt x="8874207" y="4078363"/>
                  </a:lnTo>
                  <a:lnTo>
                    <a:pt x="8899817" y="4182365"/>
                  </a:lnTo>
                  <a:lnTo>
                    <a:pt x="8925519" y="4282396"/>
                  </a:lnTo>
                  <a:lnTo>
                    <a:pt x="8951360" y="4378340"/>
                  </a:lnTo>
                  <a:lnTo>
                    <a:pt x="8977398" y="4470125"/>
                  </a:lnTo>
                  <a:lnTo>
                    <a:pt x="9003701" y="4557719"/>
                  </a:lnTo>
                  <a:lnTo>
                    <a:pt x="9030350" y="4641134"/>
                  </a:lnTo>
                  <a:lnTo>
                    <a:pt x="9057439" y="4720415"/>
                  </a:lnTo>
                  <a:lnTo>
                    <a:pt x="9084767" y="4794825"/>
                  </a:lnTo>
                  <a:lnTo>
                    <a:pt x="9126202" y="4897188"/>
                  </a:lnTo>
                  <a:lnTo>
                    <a:pt x="9169493" y="4991051"/>
                  </a:lnTo>
                  <a:lnTo>
                    <a:pt x="9215136" y="5076684"/>
                  </a:lnTo>
                  <a:lnTo>
                    <a:pt x="9263679" y="5154624"/>
                  </a:lnTo>
                  <a:lnTo>
                    <a:pt x="9315692" y="5225534"/>
                  </a:lnTo>
                  <a:lnTo>
                    <a:pt x="9371739" y="5290103"/>
                  </a:lnTo>
                  <a:lnTo>
                    <a:pt x="9432346" y="5348991"/>
                  </a:lnTo>
                  <a:lnTo>
                    <a:pt x="9497956" y="5402791"/>
                  </a:lnTo>
                  <a:lnTo>
                    <a:pt x="9568877" y="5452008"/>
                  </a:lnTo>
                  <a:lnTo>
                    <a:pt x="9645200" y="5497043"/>
                  </a:lnTo>
                  <a:lnTo>
                    <a:pt x="9726717" y="5538191"/>
                  </a:lnTo>
                  <a:lnTo>
                    <a:pt x="9812819" y="5575636"/>
                  </a:lnTo>
                  <a:lnTo>
                    <a:pt x="9902402" y="5609462"/>
                  </a:lnTo>
                  <a:lnTo>
                    <a:pt x="9993804" y="5639668"/>
                  </a:lnTo>
                  <a:lnTo>
                    <a:pt x="10084797" y="5666196"/>
                  </a:lnTo>
                  <a:lnTo>
                    <a:pt x="10172682" y="5688970"/>
                  </a:lnTo>
                  <a:lnTo>
                    <a:pt x="10254496" y="5707944"/>
                  </a:lnTo>
                  <a:lnTo>
                    <a:pt x="10327336" y="5723158"/>
                  </a:lnTo>
                  <a:lnTo>
                    <a:pt x="10388755" y="5734774"/>
                  </a:lnTo>
                  <a:lnTo>
                    <a:pt x="10437146" y="5743097"/>
                  </a:lnTo>
                  <a:lnTo>
                    <a:pt x="10472036" y="5748575"/>
                  </a:lnTo>
                  <a:lnTo>
                    <a:pt x="10494210" y="5751763"/>
                  </a:lnTo>
                  <a:lnTo>
                    <a:pt x="10505686" y="5753279"/>
                  </a:lnTo>
                  <a:lnTo>
                    <a:pt x="10509570" y="5753752"/>
                  </a:lnTo>
                  <a:lnTo>
                    <a:pt x="10509911" y="5753790"/>
                  </a:lnTo>
                  <a:lnTo>
                    <a:pt x="11981298" y="575379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47" name="pl847"/>
            <p:cNvSpPr/>
            <p:nvPr/>
          </p:nvSpPr>
          <p:spPr>
            <a:xfrm>
              <a:off x="4799595" y="5061500"/>
              <a:ext cx="11981298" cy="5753790"/>
            </a:xfrm>
            <a:custGeom>
              <a:avLst/>
              <a:pathLst>
                <a:path w="11981298" h="5753790">
                  <a:moveTo>
                    <a:pt x="11981298" y="5753790"/>
                  </a:moveTo>
                  <a:lnTo>
                    <a:pt x="10509911" y="5753790"/>
                  </a:lnTo>
                  <a:lnTo>
                    <a:pt x="10509078" y="5753694"/>
                  </a:lnTo>
                  <a:lnTo>
                    <a:pt x="10503571" y="5753010"/>
                  </a:lnTo>
                  <a:lnTo>
                    <a:pt x="10489566" y="5751120"/>
                  </a:lnTo>
                  <a:lnTo>
                    <a:pt x="10464227" y="5747393"/>
                  </a:lnTo>
                  <a:lnTo>
                    <a:pt x="10425844" y="5741223"/>
                  </a:lnTo>
                  <a:lnTo>
                    <a:pt x="10373964" y="5732080"/>
                  </a:lnTo>
                  <a:lnTo>
                    <a:pt x="10309375" y="5719551"/>
                  </a:lnTo>
                  <a:lnTo>
                    <a:pt x="10233937" y="5703368"/>
                  </a:lnTo>
                  <a:lnTo>
                    <a:pt x="10150253" y="5683403"/>
                  </a:lnTo>
                  <a:lnTo>
                    <a:pt x="10061279" y="5659645"/>
                  </a:lnTo>
                  <a:lnTo>
                    <a:pt x="9969935" y="5632151"/>
                  </a:lnTo>
                  <a:lnTo>
                    <a:pt x="9878815" y="5600998"/>
                  </a:lnTo>
                  <a:lnTo>
                    <a:pt x="9790001" y="5566232"/>
                  </a:lnTo>
                  <a:lnTo>
                    <a:pt x="9705009" y="5527835"/>
                  </a:lnTo>
                  <a:lnTo>
                    <a:pt x="9624804" y="5485697"/>
                  </a:lnTo>
                  <a:lnTo>
                    <a:pt x="9549882" y="5439605"/>
                  </a:lnTo>
                  <a:lnTo>
                    <a:pt x="9480364" y="5389238"/>
                  </a:lnTo>
                  <a:lnTo>
                    <a:pt x="9416093" y="5334164"/>
                  </a:lnTo>
                  <a:lnTo>
                    <a:pt x="9356721" y="5273857"/>
                  </a:lnTo>
                  <a:lnTo>
                    <a:pt x="9301778" y="5207702"/>
                  </a:lnTo>
                  <a:lnTo>
                    <a:pt x="9250724" y="5135027"/>
                  </a:lnTo>
                  <a:lnTo>
                    <a:pt x="9202990" y="5055144"/>
                  </a:lnTo>
                  <a:lnTo>
                    <a:pt x="9158011" y="4967411"/>
                  </a:lnTo>
                  <a:lnTo>
                    <a:pt x="9115249" y="4871345"/>
                  </a:lnTo>
                  <a:lnTo>
                    <a:pt x="9084767" y="4794825"/>
                  </a:lnTo>
                  <a:lnTo>
                    <a:pt x="9057135" y="4719554"/>
                  </a:lnTo>
                  <a:lnTo>
                    <a:pt x="9030051" y="4640228"/>
                  </a:lnTo>
                  <a:lnTo>
                    <a:pt x="9003407" y="4556767"/>
                  </a:lnTo>
                  <a:lnTo>
                    <a:pt x="8977107" y="4469125"/>
                  </a:lnTo>
                  <a:lnTo>
                    <a:pt x="8951071" y="4377294"/>
                  </a:lnTo>
                  <a:lnTo>
                    <a:pt x="8925232" y="4281304"/>
                  </a:lnTo>
                  <a:lnTo>
                    <a:pt x="8899531" y="4181228"/>
                  </a:lnTo>
                  <a:lnTo>
                    <a:pt x="8873923" y="4077182"/>
                  </a:lnTo>
                  <a:lnTo>
                    <a:pt x="8848368" y="3969330"/>
                  </a:lnTo>
                  <a:lnTo>
                    <a:pt x="8822836" y="3857881"/>
                  </a:lnTo>
                  <a:lnTo>
                    <a:pt x="8797307" y="3743091"/>
                  </a:lnTo>
                  <a:lnTo>
                    <a:pt x="8771763" y="3625261"/>
                  </a:lnTo>
                  <a:lnTo>
                    <a:pt x="8746195" y="3504735"/>
                  </a:lnTo>
                  <a:lnTo>
                    <a:pt x="8720599" y="3381897"/>
                  </a:lnTo>
                  <a:lnTo>
                    <a:pt x="8694974" y="3257165"/>
                  </a:lnTo>
                  <a:lnTo>
                    <a:pt x="8669326" y="3130986"/>
                  </a:lnTo>
                  <a:lnTo>
                    <a:pt x="8643659" y="3003830"/>
                  </a:lnTo>
                  <a:lnTo>
                    <a:pt x="8617984" y="2876183"/>
                  </a:lnTo>
                  <a:lnTo>
                    <a:pt x="8592308" y="2748540"/>
                  </a:lnTo>
                  <a:lnTo>
                    <a:pt x="8566642" y="2621392"/>
                  </a:lnTo>
                  <a:lnTo>
                    <a:pt x="8540993" y="2495226"/>
                  </a:lnTo>
                  <a:lnTo>
                    <a:pt x="8515369" y="2370513"/>
                  </a:lnTo>
                  <a:lnTo>
                    <a:pt x="8489774" y="2247698"/>
                  </a:lnTo>
                  <a:lnTo>
                    <a:pt x="8464206" y="2127201"/>
                  </a:lnTo>
                  <a:lnTo>
                    <a:pt x="8438662" y="2009403"/>
                  </a:lnTo>
                  <a:lnTo>
                    <a:pt x="8413132" y="1894648"/>
                  </a:lnTo>
                  <a:lnTo>
                    <a:pt x="8387601" y="1783238"/>
                  </a:lnTo>
                  <a:lnTo>
                    <a:pt x="8362046" y="1675427"/>
                  </a:lnTo>
                  <a:lnTo>
                    <a:pt x="8336436" y="1571425"/>
                  </a:lnTo>
                  <a:lnTo>
                    <a:pt x="8310735" y="1471393"/>
                  </a:lnTo>
                  <a:lnTo>
                    <a:pt x="8284893" y="1375449"/>
                  </a:lnTo>
                  <a:lnTo>
                    <a:pt x="8258855" y="1283665"/>
                  </a:lnTo>
                  <a:lnTo>
                    <a:pt x="8232552" y="1196070"/>
                  </a:lnTo>
                  <a:lnTo>
                    <a:pt x="8205903" y="1112656"/>
                  </a:lnTo>
                  <a:lnTo>
                    <a:pt x="8178814" y="1033375"/>
                  </a:lnTo>
                  <a:lnTo>
                    <a:pt x="8151487" y="958965"/>
                  </a:lnTo>
                  <a:lnTo>
                    <a:pt x="8110051" y="856602"/>
                  </a:lnTo>
                  <a:lnTo>
                    <a:pt x="8066760" y="762739"/>
                  </a:lnTo>
                  <a:lnTo>
                    <a:pt x="8021117" y="677106"/>
                  </a:lnTo>
                  <a:lnTo>
                    <a:pt x="7972574" y="599165"/>
                  </a:lnTo>
                  <a:lnTo>
                    <a:pt x="7920561" y="528256"/>
                  </a:lnTo>
                  <a:lnTo>
                    <a:pt x="7864514" y="463687"/>
                  </a:lnTo>
                  <a:lnTo>
                    <a:pt x="7803908" y="404799"/>
                  </a:lnTo>
                  <a:lnTo>
                    <a:pt x="7738297" y="350998"/>
                  </a:lnTo>
                  <a:lnTo>
                    <a:pt x="7667377" y="301782"/>
                  </a:lnTo>
                  <a:lnTo>
                    <a:pt x="7591054" y="256747"/>
                  </a:lnTo>
                  <a:lnTo>
                    <a:pt x="7509537" y="215599"/>
                  </a:lnTo>
                  <a:lnTo>
                    <a:pt x="7423435" y="178154"/>
                  </a:lnTo>
                  <a:lnTo>
                    <a:pt x="7333851" y="144328"/>
                  </a:lnTo>
                  <a:lnTo>
                    <a:pt x="7242449" y="114122"/>
                  </a:lnTo>
                  <a:lnTo>
                    <a:pt x="7151456" y="87594"/>
                  </a:lnTo>
                  <a:lnTo>
                    <a:pt x="7063571" y="64820"/>
                  </a:lnTo>
                  <a:lnTo>
                    <a:pt x="6981757" y="45845"/>
                  </a:lnTo>
                  <a:lnTo>
                    <a:pt x="6908917" y="30631"/>
                  </a:lnTo>
                  <a:lnTo>
                    <a:pt x="6847498" y="19016"/>
                  </a:lnTo>
                  <a:lnTo>
                    <a:pt x="6799107" y="10693"/>
                  </a:lnTo>
                  <a:lnTo>
                    <a:pt x="6764218" y="5215"/>
                  </a:lnTo>
                  <a:lnTo>
                    <a:pt x="6742043" y="2026"/>
                  </a:lnTo>
                  <a:lnTo>
                    <a:pt x="6730568" y="511"/>
                  </a:lnTo>
                  <a:lnTo>
                    <a:pt x="6726684" y="38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774" y="52"/>
                  </a:lnTo>
                  <a:lnTo>
                    <a:pt x="5246015" y="425"/>
                  </a:lnTo>
                  <a:lnTo>
                    <a:pt x="5226478" y="1458"/>
                  </a:lnTo>
                  <a:lnTo>
                    <a:pt x="5191603" y="3490"/>
                  </a:lnTo>
                  <a:lnTo>
                    <a:pt x="5139732" y="6835"/>
                  </a:lnTo>
                  <a:lnTo>
                    <a:pt x="5071234" y="11747"/>
                  </a:lnTo>
                  <a:lnTo>
                    <a:pt x="4988323" y="18397"/>
                  </a:lnTo>
                  <a:lnTo>
                    <a:pt x="4894547" y="26867"/>
                  </a:lnTo>
                  <a:lnTo>
                    <a:pt x="4794094" y="37167"/>
                  </a:lnTo>
                  <a:lnTo>
                    <a:pt x="4691100" y="49265"/>
                  </a:lnTo>
                  <a:lnTo>
                    <a:pt x="4589130" y="63122"/>
                  </a:lnTo>
                  <a:lnTo>
                    <a:pt x="4490898" y="78723"/>
                  </a:lnTo>
                  <a:lnTo>
                    <a:pt x="4398207" y="96099"/>
                  </a:lnTo>
                  <a:lnTo>
                    <a:pt x="4312038" y="115342"/>
                  </a:lnTo>
                  <a:lnTo>
                    <a:pt x="4232713" y="136608"/>
                  </a:lnTo>
                  <a:lnTo>
                    <a:pt x="4160071" y="160123"/>
                  </a:lnTo>
                  <a:lnTo>
                    <a:pt x="4093629" y="186169"/>
                  </a:lnTo>
                  <a:lnTo>
                    <a:pt x="4032707" y="215084"/>
                  </a:lnTo>
                  <a:lnTo>
                    <a:pt x="3976524" y="247237"/>
                  </a:lnTo>
                  <a:lnTo>
                    <a:pt x="3924265" y="282995"/>
                  </a:lnTo>
                  <a:lnTo>
                    <a:pt x="3875138" y="322676"/>
                  </a:lnTo>
                  <a:lnTo>
                    <a:pt x="3829811" y="365060"/>
                  </a:lnTo>
                  <a:lnTo>
                    <a:pt x="3788324" y="408899"/>
                  </a:lnTo>
                  <a:lnTo>
                    <a:pt x="3747959" y="456291"/>
                  </a:lnTo>
                  <a:lnTo>
                    <a:pt x="3708379" y="507304"/>
                  </a:lnTo>
                  <a:lnTo>
                    <a:pt x="3669318" y="561937"/>
                  </a:lnTo>
                  <a:lnTo>
                    <a:pt x="3630572" y="620107"/>
                  </a:lnTo>
                  <a:lnTo>
                    <a:pt x="3591987" y="681643"/>
                  </a:lnTo>
                  <a:lnTo>
                    <a:pt x="3553455" y="746282"/>
                  </a:lnTo>
                  <a:lnTo>
                    <a:pt x="3514906" y="813671"/>
                  </a:lnTo>
                  <a:lnTo>
                    <a:pt x="3476303" y="883371"/>
                  </a:lnTo>
                  <a:lnTo>
                    <a:pt x="3437635" y="954865"/>
                  </a:lnTo>
                  <a:lnTo>
                    <a:pt x="3398913" y="1027575"/>
                  </a:lnTo>
                  <a:lnTo>
                    <a:pt x="3360163" y="1100878"/>
                  </a:lnTo>
                  <a:lnTo>
                    <a:pt x="3321415" y="1174130"/>
                  </a:lnTo>
                  <a:lnTo>
                    <a:pt x="3282701" y="1246691"/>
                  </a:lnTo>
                  <a:lnTo>
                    <a:pt x="3244042" y="1317943"/>
                  </a:lnTo>
                  <a:lnTo>
                    <a:pt x="3205449" y="1387316"/>
                  </a:lnTo>
                  <a:lnTo>
                    <a:pt x="3166905" y="1454306"/>
                  </a:lnTo>
                  <a:lnTo>
                    <a:pt x="3128371" y="1518484"/>
                  </a:lnTo>
                  <a:lnTo>
                    <a:pt x="3089769" y="1579512"/>
                  </a:lnTo>
                  <a:lnTo>
                    <a:pt x="3050985" y="1637141"/>
                  </a:lnTo>
                  <a:lnTo>
                    <a:pt x="3011859" y="1691216"/>
                  </a:lnTo>
                  <a:lnTo>
                    <a:pt x="2972176" y="1741666"/>
                  </a:lnTo>
                  <a:lnTo>
                    <a:pt x="2931660" y="1788499"/>
                  </a:lnTo>
                  <a:lnTo>
                    <a:pt x="2896531" y="1825302"/>
                  </a:lnTo>
                  <a:lnTo>
                    <a:pt x="2849749" y="1868953"/>
                  </a:lnTo>
                  <a:lnTo>
                    <a:pt x="2800538" y="1908511"/>
                  </a:lnTo>
                  <a:lnTo>
                    <a:pt x="2748172" y="1944155"/>
                  </a:lnTo>
                  <a:lnTo>
                    <a:pt x="2691857" y="1976203"/>
                  </a:lnTo>
                  <a:lnTo>
                    <a:pt x="2630778" y="2005026"/>
                  </a:lnTo>
                  <a:lnTo>
                    <a:pt x="2564157" y="2030991"/>
                  </a:lnTo>
                  <a:lnTo>
                    <a:pt x="2491318" y="2054433"/>
                  </a:lnTo>
                  <a:lnTo>
                    <a:pt x="2411785" y="2075635"/>
                  </a:lnTo>
                  <a:lnTo>
                    <a:pt x="2325410" y="2094819"/>
                  </a:lnTo>
                  <a:lnTo>
                    <a:pt x="2232533" y="2112140"/>
                  </a:lnTo>
                  <a:lnTo>
                    <a:pt x="2134156" y="2127687"/>
                  </a:lnTo>
                  <a:lnTo>
                    <a:pt x="2032110" y="2141492"/>
                  </a:lnTo>
                  <a:lnTo>
                    <a:pt x="1929137" y="2153536"/>
                  </a:lnTo>
                  <a:lnTo>
                    <a:pt x="1828824" y="2163780"/>
                  </a:lnTo>
                  <a:lnTo>
                    <a:pt x="1735318" y="2172194"/>
                  </a:lnTo>
                  <a:lnTo>
                    <a:pt x="1652798" y="2178790"/>
                  </a:lnTo>
                  <a:lnTo>
                    <a:pt x="1584781" y="2183651"/>
                  </a:lnTo>
                  <a:lnTo>
                    <a:pt x="1533432" y="2186953"/>
                  </a:lnTo>
                  <a:lnTo>
                    <a:pt x="1499058" y="2188949"/>
                  </a:lnTo>
                  <a:lnTo>
                    <a:pt x="1479940" y="2189957"/>
                  </a:lnTo>
                  <a:lnTo>
                    <a:pt x="1472466" y="2190315"/>
                  </a:lnTo>
                  <a:lnTo>
                    <a:pt x="1471387" y="2190363"/>
                  </a:lnTo>
                  <a:lnTo>
                    <a:pt x="0" y="219036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48" name="pg848"/>
            <p:cNvSpPr/>
            <p:nvPr/>
          </p:nvSpPr>
          <p:spPr>
            <a:xfrm>
              <a:off x="4799595" y="5028808"/>
              <a:ext cx="11981298" cy="2337477"/>
            </a:xfrm>
            <a:custGeom>
              <a:avLst/>
              <a:pathLst>
                <a:path w="11981298" h="2337477">
                  <a:moveTo>
                    <a:pt x="0" y="2337477"/>
                  </a:moveTo>
                  <a:lnTo>
                    <a:pt x="1471387" y="2337477"/>
                  </a:lnTo>
                  <a:lnTo>
                    <a:pt x="1472604" y="2337445"/>
                  </a:lnTo>
                  <a:lnTo>
                    <a:pt x="1480590" y="2337213"/>
                  </a:lnTo>
                  <a:lnTo>
                    <a:pt x="1500681" y="2336574"/>
                  </a:lnTo>
                  <a:lnTo>
                    <a:pt x="1536499" y="2335316"/>
                  </a:lnTo>
                  <a:lnTo>
                    <a:pt x="1589679" y="2333246"/>
                  </a:lnTo>
                  <a:lnTo>
                    <a:pt x="1659747" y="2330208"/>
                  </a:lnTo>
                  <a:lnTo>
                    <a:pt x="1744332" y="2326102"/>
                  </a:lnTo>
                  <a:lnTo>
                    <a:pt x="1839711" y="2320878"/>
                  </a:lnTo>
                  <a:lnTo>
                    <a:pt x="1941553" y="2314533"/>
                  </a:lnTo>
                  <a:lnTo>
                    <a:pt x="2045627" y="2307089"/>
                  </a:lnTo>
                  <a:lnTo>
                    <a:pt x="2148338" y="2298568"/>
                  </a:lnTo>
                  <a:lnTo>
                    <a:pt x="2246986" y="2288978"/>
                  </a:lnTo>
                  <a:lnTo>
                    <a:pt x="2339820" y="2278295"/>
                  </a:lnTo>
                  <a:lnTo>
                    <a:pt x="2425923" y="2266458"/>
                  </a:lnTo>
                  <a:lnTo>
                    <a:pt x="2505041" y="2253363"/>
                  </a:lnTo>
                  <a:lnTo>
                    <a:pt x="2577399" y="2238866"/>
                  </a:lnTo>
                  <a:lnTo>
                    <a:pt x="2643532" y="2222786"/>
                  </a:lnTo>
                  <a:lnTo>
                    <a:pt x="2704165" y="2204909"/>
                  </a:lnTo>
                  <a:lnTo>
                    <a:pt x="2760114" y="2185007"/>
                  </a:lnTo>
                  <a:lnTo>
                    <a:pt x="2812216" y="2162854"/>
                  </a:lnTo>
                  <a:lnTo>
                    <a:pt x="2861279" y="2138266"/>
                  </a:lnTo>
                  <a:lnTo>
                    <a:pt x="2896531" y="2118168"/>
                  </a:lnTo>
                  <a:lnTo>
                    <a:pt x="2944672" y="2087333"/>
                  </a:lnTo>
                  <a:lnTo>
                    <a:pt x="2991374" y="2053599"/>
                  </a:lnTo>
                  <a:lnTo>
                    <a:pt x="3037138" y="2016917"/>
                  </a:lnTo>
                  <a:lnTo>
                    <a:pt x="3082342" y="1977319"/>
                  </a:lnTo>
                  <a:lnTo>
                    <a:pt x="3127261" y="1934930"/>
                  </a:lnTo>
                  <a:lnTo>
                    <a:pt x="3172084" y="1889977"/>
                  </a:lnTo>
                  <a:lnTo>
                    <a:pt x="3216928" y="1842783"/>
                  </a:lnTo>
                  <a:lnTo>
                    <a:pt x="3261849" y="1793770"/>
                  </a:lnTo>
                  <a:lnTo>
                    <a:pt x="3306853" y="1743438"/>
                  </a:lnTo>
                  <a:lnTo>
                    <a:pt x="3351916" y="1692353"/>
                  </a:lnTo>
                  <a:lnTo>
                    <a:pt x="3396992" y="1641115"/>
                  </a:lnTo>
                  <a:lnTo>
                    <a:pt x="3442030" y="1590334"/>
                  </a:lnTo>
                  <a:lnTo>
                    <a:pt x="3486994" y="1540595"/>
                  </a:lnTo>
                  <a:lnTo>
                    <a:pt x="3531872" y="1492435"/>
                  </a:lnTo>
                  <a:lnTo>
                    <a:pt x="3576695" y="1446316"/>
                  </a:lnTo>
                  <a:lnTo>
                    <a:pt x="3621548" y="1402612"/>
                  </a:lnTo>
                  <a:lnTo>
                    <a:pt x="3666581" y="1361599"/>
                  </a:lnTo>
                  <a:lnTo>
                    <a:pt x="3712025" y="1323451"/>
                  </a:lnTo>
                  <a:lnTo>
                    <a:pt x="3758204" y="1288246"/>
                  </a:lnTo>
                  <a:lnTo>
                    <a:pt x="3805555" y="1255974"/>
                  </a:lnTo>
                  <a:lnTo>
                    <a:pt x="3829811" y="1240933"/>
                  </a:lnTo>
                  <a:lnTo>
                    <a:pt x="3877076" y="1214458"/>
                  </a:lnTo>
                  <a:lnTo>
                    <a:pt x="3926827" y="1190491"/>
                  </a:lnTo>
                  <a:lnTo>
                    <a:pt x="3979812" y="1168920"/>
                  </a:lnTo>
                  <a:lnTo>
                    <a:pt x="4036852" y="1149545"/>
                  </a:lnTo>
                  <a:lnTo>
                    <a:pt x="4098785" y="1132139"/>
                  </a:lnTo>
                  <a:lnTo>
                    <a:pt x="4166411" y="1116473"/>
                  </a:lnTo>
                  <a:lnTo>
                    <a:pt x="4240417" y="1102342"/>
                  </a:lnTo>
                  <a:lnTo>
                    <a:pt x="4321275" y="1089573"/>
                  </a:lnTo>
                  <a:lnTo>
                    <a:pt x="4409106" y="1078032"/>
                  </a:lnTo>
                  <a:lnTo>
                    <a:pt x="4503508" y="1067627"/>
                  </a:lnTo>
                  <a:lnTo>
                    <a:pt x="4603371" y="1058305"/>
                  </a:lnTo>
                  <a:lnTo>
                    <a:pt x="4706712" y="1050051"/>
                  </a:lnTo>
                  <a:lnTo>
                    <a:pt x="4810597" y="1042879"/>
                  </a:lnTo>
                  <a:lnTo>
                    <a:pt x="4911236" y="1036813"/>
                  </a:lnTo>
                  <a:lnTo>
                    <a:pt x="5004314" y="1031870"/>
                  </a:lnTo>
                  <a:lnTo>
                    <a:pt x="5085580" y="1028037"/>
                  </a:lnTo>
                  <a:lnTo>
                    <a:pt x="5151585" y="1025253"/>
                  </a:lnTo>
                  <a:lnTo>
                    <a:pt x="5200390" y="1023402"/>
                  </a:lnTo>
                  <a:lnTo>
                    <a:pt x="5232044" y="1022318"/>
                  </a:lnTo>
                  <a:lnTo>
                    <a:pt x="5248700" y="1021800"/>
                  </a:lnTo>
                  <a:lnTo>
                    <a:pt x="5254434" y="1021638"/>
                  </a:lnTo>
                  <a:lnTo>
                    <a:pt x="5254955" y="1021624"/>
                  </a:lnTo>
                  <a:lnTo>
                    <a:pt x="6726343" y="1021624"/>
                  </a:lnTo>
                  <a:lnTo>
                    <a:pt x="6727568" y="1021599"/>
                  </a:lnTo>
                  <a:lnTo>
                    <a:pt x="6735609" y="1021420"/>
                  </a:lnTo>
                  <a:lnTo>
                    <a:pt x="6755833" y="1020924"/>
                  </a:lnTo>
                  <a:lnTo>
                    <a:pt x="6791876" y="1019948"/>
                  </a:lnTo>
                  <a:lnTo>
                    <a:pt x="6845368" y="1018342"/>
                  </a:lnTo>
                  <a:lnTo>
                    <a:pt x="6915809" y="1015987"/>
                  </a:lnTo>
                  <a:lnTo>
                    <a:pt x="7000791" y="1012804"/>
                  </a:lnTo>
                  <a:lnTo>
                    <a:pt x="7096549" y="1008755"/>
                  </a:lnTo>
                  <a:lnTo>
                    <a:pt x="7198716" y="1003840"/>
                  </a:lnTo>
                  <a:lnTo>
                    <a:pt x="7303042" y="998074"/>
                  </a:lnTo>
                  <a:lnTo>
                    <a:pt x="7405922" y="991475"/>
                  </a:lnTo>
                  <a:lnTo>
                    <a:pt x="7504665" y="984049"/>
                  </a:lnTo>
                  <a:lnTo>
                    <a:pt x="7597527" y="975776"/>
                  </a:lnTo>
                  <a:lnTo>
                    <a:pt x="7683611" y="966608"/>
                  </a:lnTo>
                  <a:lnTo>
                    <a:pt x="7762679" y="956464"/>
                  </a:lnTo>
                  <a:lnTo>
                    <a:pt x="7834968" y="945230"/>
                  </a:lnTo>
                  <a:lnTo>
                    <a:pt x="7901028" y="932765"/>
                  </a:lnTo>
                  <a:lnTo>
                    <a:pt x="7961594" y="918903"/>
                  </a:lnTo>
                  <a:lnTo>
                    <a:pt x="8017488" y="903465"/>
                  </a:lnTo>
                  <a:lnTo>
                    <a:pt x="8069556" y="886278"/>
                  </a:lnTo>
                  <a:lnTo>
                    <a:pt x="8118607" y="867203"/>
                  </a:lnTo>
                  <a:lnTo>
                    <a:pt x="8151487" y="852716"/>
                  </a:lnTo>
                  <a:lnTo>
                    <a:pt x="8202198" y="827613"/>
                  </a:lnTo>
                  <a:lnTo>
                    <a:pt x="8251343" y="800024"/>
                  </a:lnTo>
                  <a:lnTo>
                    <a:pt x="8299495" y="769911"/>
                  </a:lnTo>
                  <a:lnTo>
                    <a:pt x="8347082" y="737314"/>
                  </a:lnTo>
                  <a:lnTo>
                    <a:pt x="8394403" y="702364"/>
                  </a:lnTo>
                  <a:lnTo>
                    <a:pt x="8441661" y="665286"/>
                  </a:lnTo>
                  <a:lnTo>
                    <a:pt x="8488967" y="626399"/>
                  </a:lnTo>
                  <a:lnTo>
                    <a:pt x="8536367" y="586110"/>
                  </a:lnTo>
                  <a:lnTo>
                    <a:pt x="8583851" y="544898"/>
                  </a:lnTo>
                  <a:lnTo>
                    <a:pt x="8631377" y="503291"/>
                  </a:lnTo>
                  <a:lnTo>
                    <a:pt x="8678886" y="461837"/>
                  </a:lnTo>
                  <a:lnTo>
                    <a:pt x="8726327" y="421077"/>
                  </a:lnTo>
                  <a:lnTo>
                    <a:pt x="8773673" y="381515"/>
                  </a:lnTo>
                  <a:lnTo>
                    <a:pt x="8820942" y="343592"/>
                  </a:lnTo>
                  <a:lnTo>
                    <a:pt x="8868216" y="307666"/>
                  </a:lnTo>
                  <a:lnTo>
                    <a:pt x="8915655" y="274007"/>
                  </a:lnTo>
                  <a:lnTo>
                    <a:pt x="8963512" y="242785"/>
                  </a:lnTo>
                  <a:lnTo>
                    <a:pt x="9012157" y="214080"/>
                  </a:lnTo>
                  <a:lnTo>
                    <a:pt x="9062093" y="187886"/>
                  </a:lnTo>
                  <a:lnTo>
                    <a:pt x="9084767" y="177081"/>
                  </a:lnTo>
                  <a:lnTo>
                    <a:pt x="9132146" y="156645"/>
                  </a:lnTo>
                  <a:lnTo>
                    <a:pt x="9182025" y="138149"/>
                  </a:lnTo>
                  <a:lnTo>
                    <a:pt x="9235157" y="121506"/>
                  </a:lnTo>
                  <a:lnTo>
                    <a:pt x="9292370" y="106562"/>
                  </a:lnTo>
                  <a:lnTo>
                    <a:pt x="9354506" y="93139"/>
                  </a:lnTo>
                  <a:lnTo>
                    <a:pt x="9422371" y="81061"/>
                  </a:lnTo>
                  <a:lnTo>
                    <a:pt x="9496655" y="70169"/>
                  </a:lnTo>
                  <a:lnTo>
                    <a:pt x="9577829" y="60329"/>
                  </a:lnTo>
                  <a:lnTo>
                    <a:pt x="9666006" y="51438"/>
                  </a:lnTo>
                  <a:lnTo>
                    <a:pt x="9760770" y="43423"/>
                  </a:lnTo>
                  <a:lnTo>
                    <a:pt x="9860983" y="36247"/>
                  </a:lnTo>
                  <a:lnTo>
                    <a:pt x="9964627" y="29898"/>
                  </a:lnTo>
                  <a:lnTo>
                    <a:pt x="10068719" y="24386"/>
                  </a:lnTo>
                  <a:lnTo>
                    <a:pt x="10169421" y="19731"/>
                  </a:lnTo>
                  <a:lnTo>
                    <a:pt x="10262380" y="15944"/>
                  </a:lnTo>
                  <a:lnTo>
                    <a:pt x="10343331" y="13016"/>
                  </a:lnTo>
                  <a:lnTo>
                    <a:pt x="10408843" y="10897"/>
                  </a:lnTo>
                  <a:lnTo>
                    <a:pt x="10457036" y="9495"/>
                  </a:lnTo>
                  <a:lnTo>
                    <a:pt x="10488047" y="8681"/>
                  </a:lnTo>
                  <a:lnTo>
                    <a:pt x="10504134" y="8297"/>
                  </a:lnTo>
                  <a:lnTo>
                    <a:pt x="10509485" y="8181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8685" y="25"/>
                  </a:lnTo>
                  <a:lnTo>
                    <a:pt x="10500644" y="204"/>
                  </a:lnTo>
                  <a:lnTo>
                    <a:pt x="10480421" y="700"/>
                  </a:lnTo>
                  <a:lnTo>
                    <a:pt x="10444378" y="1676"/>
                  </a:lnTo>
                  <a:lnTo>
                    <a:pt x="10390886" y="3282"/>
                  </a:lnTo>
                  <a:lnTo>
                    <a:pt x="10320444" y="5637"/>
                  </a:lnTo>
                  <a:lnTo>
                    <a:pt x="10235462" y="8820"/>
                  </a:lnTo>
                  <a:lnTo>
                    <a:pt x="10139704" y="12868"/>
                  </a:lnTo>
                  <a:lnTo>
                    <a:pt x="10037537" y="17784"/>
                  </a:lnTo>
                  <a:lnTo>
                    <a:pt x="9933211" y="23550"/>
                  </a:lnTo>
                  <a:lnTo>
                    <a:pt x="9830331" y="30148"/>
                  </a:lnTo>
                  <a:lnTo>
                    <a:pt x="9731589" y="37575"/>
                  </a:lnTo>
                  <a:lnTo>
                    <a:pt x="9638726" y="45848"/>
                  </a:lnTo>
                  <a:lnTo>
                    <a:pt x="9552642" y="55016"/>
                  </a:lnTo>
                  <a:lnTo>
                    <a:pt x="9473575" y="65160"/>
                  </a:lnTo>
                  <a:lnTo>
                    <a:pt x="9401286" y="76394"/>
                  </a:lnTo>
                  <a:lnTo>
                    <a:pt x="9335225" y="88859"/>
                  </a:lnTo>
                  <a:lnTo>
                    <a:pt x="9274659" y="102721"/>
                  </a:lnTo>
                  <a:lnTo>
                    <a:pt x="9218765" y="118158"/>
                  </a:lnTo>
                  <a:lnTo>
                    <a:pt x="9166697" y="135345"/>
                  </a:lnTo>
                  <a:lnTo>
                    <a:pt x="9117646" y="154421"/>
                  </a:lnTo>
                  <a:lnTo>
                    <a:pt x="9084767" y="168908"/>
                  </a:lnTo>
                  <a:lnTo>
                    <a:pt x="9034055" y="194011"/>
                  </a:lnTo>
                  <a:lnTo>
                    <a:pt x="8984911" y="221600"/>
                  </a:lnTo>
                  <a:lnTo>
                    <a:pt x="8936758" y="251713"/>
                  </a:lnTo>
                  <a:lnTo>
                    <a:pt x="8889172" y="284309"/>
                  </a:lnTo>
                  <a:lnTo>
                    <a:pt x="8841850" y="319260"/>
                  </a:lnTo>
                  <a:lnTo>
                    <a:pt x="8794593" y="356338"/>
                  </a:lnTo>
                  <a:lnTo>
                    <a:pt x="8747286" y="395225"/>
                  </a:lnTo>
                  <a:lnTo>
                    <a:pt x="8699887" y="435514"/>
                  </a:lnTo>
                  <a:lnTo>
                    <a:pt x="8652402" y="476726"/>
                  </a:lnTo>
                  <a:lnTo>
                    <a:pt x="8604876" y="518333"/>
                  </a:lnTo>
                  <a:lnTo>
                    <a:pt x="8557367" y="559787"/>
                  </a:lnTo>
                  <a:lnTo>
                    <a:pt x="8509926" y="600546"/>
                  </a:lnTo>
                  <a:lnTo>
                    <a:pt x="8462580" y="640109"/>
                  </a:lnTo>
                  <a:lnTo>
                    <a:pt x="8415311" y="678032"/>
                  </a:lnTo>
                  <a:lnTo>
                    <a:pt x="8368037" y="713957"/>
                  </a:lnTo>
                  <a:lnTo>
                    <a:pt x="8320598" y="747617"/>
                  </a:lnTo>
                  <a:lnTo>
                    <a:pt x="8272741" y="778839"/>
                  </a:lnTo>
                  <a:lnTo>
                    <a:pt x="8224097" y="807544"/>
                  </a:lnTo>
                  <a:lnTo>
                    <a:pt x="8174160" y="833737"/>
                  </a:lnTo>
                  <a:lnTo>
                    <a:pt x="8151487" y="844543"/>
                  </a:lnTo>
                  <a:lnTo>
                    <a:pt x="8104107" y="864979"/>
                  </a:lnTo>
                  <a:lnTo>
                    <a:pt x="8054229" y="883475"/>
                  </a:lnTo>
                  <a:lnTo>
                    <a:pt x="8001096" y="900118"/>
                  </a:lnTo>
                  <a:lnTo>
                    <a:pt x="7943884" y="915062"/>
                  </a:lnTo>
                  <a:lnTo>
                    <a:pt x="7881747" y="928485"/>
                  </a:lnTo>
                  <a:lnTo>
                    <a:pt x="7813882" y="940563"/>
                  </a:lnTo>
                  <a:lnTo>
                    <a:pt x="7739598" y="951455"/>
                  </a:lnTo>
                  <a:lnTo>
                    <a:pt x="7658424" y="961295"/>
                  </a:lnTo>
                  <a:lnTo>
                    <a:pt x="7570247" y="970186"/>
                  </a:lnTo>
                  <a:lnTo>
                    <a:pt x="7475484" y="978200"/>
                  </a:lnTo>
                  <a:lnTo>
                    <a:pt x="7375270" y="985377"/>
                  </a:lnTo>
                  <a:lnTo>
                    <a:pt x="7271627" y="991726"/>
                  </a:lnTo>
                  <a:lnTo>
                    <a:pt x="7167534" y="997238"/>
                  </a:lnTo>
                  <a:lnTo>
                    <a:pt x="7066833" y="1001893"/>
                  </a:lnTo>
                  <a:lnTo>
                    <a:pt x="6973873" y="1005679"/>
                  </a:lnTo>
                  <a:lnTo>
                    <a:pt x="6892922" y="1008608"/>
                  </a:lnTo>
                  <a:lnTo>
                    <a:pt x="6827411" y="1010727"/>
                  </a:lnTo>
                  <a:lnTo>
                    <a:pt x="6779218" y="1012129"/>
                  </a:lnTo>
                  <a:lnTo>
                    <a:pt x="6748207" y="1012943"/>
                  </a:lnTo>
                  <a:lnTo>
                    <a:pt x="6732119" y="1013327"/>
                  </a:lnTo>
                  <a:lnTo>
                    <a:pt x="6726768" y="1013443"/>
                  </a:lnTo>
                  <a:lnTo>
                    <a:pt x="6726343" y="1013451"/>
                  </a:lnTo>
                  <a:lnTo>
                    <a:pt x="5254955" y="1013451"/>
                  </a:lnTo>
                  <a:lnTo>
                    <a:pt x="5253738" y="1013484"/>
                  </a:lnTo>
                  <a:lnTo>
                    <a:pt x="5245752" y="1013715"/>
                  </a:lnTo>
                  <a:lnTo>
                    <a:pt x="5225661" y="1014354"/>
                  </a:lnTo>
                  <a:lnTo>
                    <a:pt x="5189843" y="1015613"/>
                  </a:lnTo>
                  <a:lnTo>
                    <a:pt x="5136664" y="1017683"/>
                  </a:lnTo>
                  <a:lnTo>
                    <a:pt x="5066595" y="1020720"/>
                  </a:lnTo>
                  <a:lnTo>
                    <a:pt x="4982010" y="1024827"/>
                  </a:lnTo>
                  <a:lnTo>
                    <a:pt x="4886631" y="1030050"/>
                  </a:lnTo>
                  <a:lnTo>
                    <a:pt x="4784789" y="1036395"/>
                  </a:lnTo>
                  <a:lnTo>
                    <a:pt x="4680715" y="1043839"/>
                  </a:lnTo>
                  <a:lnTo>
                    <a:pt x="4578005" y="1052360"/>
                  </a:lnTo>
                  <a:lnTo>
                    <a:pt x="4479356" y="1061950"/>
                  </a:lnTo>
                  <a:lnTo>
                    <a:pt x="4386522" y="1072633"/>
                  </a:lnTo>
                  <a:lnTo>
                    <a:pt x="4300420" y="1084471"/>
                  </a:lnTo>
                  <a:lnTo>
                    <a:pt x="4221301" y="1097566"/>
                  </a:lnTo>
                  <a:lnTo>
                    <a:pt x="4148944" y="1112062"/>
                  </a:lnTo>
                  <a:lnTo>
                    <a:pt x="4082810" y="1128143"/>
                  </a:lnTo>
                  <a:lnTo>
                    <a:pt x="4022177" y="1146019"/>
                  </a:lnTo>
                  <a:lnTo>
                    <a:pt x="3966228" y="1165921"/>
                  </a:lnTo>
                  <a:lnTo>
                    <a:pt x="3914126" y="1188075"/>
                  </a:lnTo>
                  <a:lnTo>
                    <a:pt x="3865063" y="1212663"/>
                  </a:lnTo>
                  <a:lnTo>
                    <a:pt x="3829811" y="1232760"/>
                  </a:lnTo>
                  <a:lnTo>
                    <a:pt x="3781670" y="1263595"/>
                  </a:lnTo>
                  <a:lnTo>
                    <a:pt x="3734968" y="1297329"/>
                  </a:lnTo>
                  <a:lnTo>
                    <a:pt x="3689204" y="1334011"/>
                  </a:lnTo>
                  <a:lnTo>
                    <a:pt x="3644000" y="1373610"/>
                  </a:lnTo>
                  <a:lnTo>
                    <a:pt x="3599081" y="1415998"/>
                  </a:lnTo>
                  <a:lnTo>
                    <a:pt x="3554258" y="1460951"/>
                  </a:lnTo>
                  <a:lnTo>
                    <a:pt x="3509414" y="1508145"/>
                  </a:lnTo>
                  <a:lnTo>
                    <a:pt x="3464494" y="1557159"/>
                  </a:lnTo>
                  <a:lnTo>
                    <a:pt x="3419489" y="1607490"/>
                  </a:lnTo>
                  <a:lnTo>
                    <a:pt x="3374426" y="1658575"/>
                  </a:lnTo>
                  <a:lnTo>
                    <a:pt x="3329351" y="1709813"/>
                  </a:lnTo>
                  <a:lnTo>
                    <a:pt x="3284312" y="1760594"/>
                  </a:lnTo>
                  <a:lnTo>
                    <a:pt x="3239348" y="1810333"/>
                  </a:lnTo>
                  <a:lnTo>
                    <a:pt x="3194470" y="1858494"/>
                  </a:lnTo>
                  <a:lnTo>
                    <a:pt x="3149647" y="1904613"/>
                  </a:lnTo>
                  <a:lnTo>
                    <a:pt x="3104794" y="1948316"/>
                  </a:lnTo>
                  <a:lnTo>
                    <a:pt x="3059761" y="1989329"/>
                  </a:lnTo>
                  <a:lnTo>
                    <a:pt x="3014317" y="2027477"/>
                  </a:lnTo>
                  <a:lnTo>
                    <a:pt x="2968138" y="2062682"/>
                  </a:lnTo>
                  <a:lnTo>
                    <a:pt x="2920787" y="2094954"/>
                  </a:lnTo>
                  <a:lnTo>
                    <a:pt x="2896531" y="2109995"/>
                  </a:lnTo>
                  <a:lnTo>
                    <a:pt x="2849266" y="2136470"/>
                  </a:lnTo>
                  <a:lnTo>
                    <a:pt x="2799515" y="2160437"/>
                  </a:lnTo>
                  <a:lnTo>
                    <a:pt x="2746530" y="2182009"/>
                  </a:lnTo>
                  <a:lnTo>
                    <a:pt x="2689490" y="2201383"/>
                  </a:lnTo>
                  <a:lnTo>
                    <a:pt x="2627557" y="2218789"/>
                  </a:lnTo>
                  <a:lnTo>
                    <a:pt x="2559931" y="2234455"/>
                  </a:lnTo>
                  <a:lnTo>
                    <a:pt x="2485925" y="2248586"/>
                  </a:lnTo>
                  <a:lnTo>
                    <a:pt x="2405067" y="2261355"/>
                  </a:lnTo>
                  <a:lnTo>
                    <a:pt x="2317236" y="2272896"/>
                  </a:lnTo>
                  <a:lnTo>
                    <a:pt x="2222834" y="2283302"/>
                  </a:lnTo>
                  <a:lnTo>
                    <a:pt x="2122971" y="2292624"/>
                  </a:lnTo>
                  <a:lnTo>
                    <a:pt x="2019630" y="2300877"/>
                  </a:lnTo>
                  <a:lnTo>
                    <a:pt x="1915745" y="2308049"/>
                  </a:lnTo>
                  <a:lnTo>
                    <a:pt x="1815107" y="2314115"/>
                  </a:lnTo>
                  <a:lnTo>
                    <a:pt x="1722028" y="2319058"/>
                  </a:lnTo>
                  <a:lnTo>
                    <a:pt x="1640762" y="2322891"/>
                  </a:lnTo>
                  <a:lnTo>
                    <a:pt x="1574757" y="2325675"/>
                  </a:lnTo>
                  <a:lnTo>
                    <a:pt x="1525952" y="2327526"/>
                  </a:lnTo>
                  <a:lnTo>
                    <a:pt x="1494298" y="2328611"/>
                  </a:lnTo>
                  <a:lnTo>
                    <a:pt x="1477642" y="2329128"/>
                  </a:lnTo>
                  <a:lnTo>
                    <a:pt x="1471908" y="2329290"/>
                  </a:lnTo>
                  <a:lnTo>
                    <a:pt x="1471387" y="2329304"/>
                  </a:lnTo>
                  <a:lnTo>
                    <a:pt x="0" y="2329304"/>
                  </a:lnTo>
                  <a:close/>
                </a:path>
              </a:pathLst>
            </a:custGeom>
            <a:solidFill>
              <a:srgbClr val="F28E5B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849" name="pl849"/>
            <p:cNvSpPr/>
            <p:nvPr/>
          </p:nvSpPr>
          <p:spPr>
            <a:xfrm>
              <a:off x="4799595" y="5036981"/>
              <a:ext cx="11981298" cy="2329304"/>
            </a:xfrm>
            <a:custGeom>
              <a:avLst/>
              <a:pathLst>
                <a:path w="11981298" h="2329304">
                  <a:moveTo>
                    <a:pt x="0" y="2329304"/>
                  </a:moveTo>
                  <a:lnTo>
                    <a:pt x="1471387" y="2329304"/>
                  </a:lnTo>
                  <a:lnTo>
                    <a:pt x="1472604" y="2329272"/>
                  </a:lnTo>
                  <a:lnTo>
                    <a:pt x="1480590" y="2329040"/>
                  </a:lnTo>
                  <a:lnTo>
                    <a:pt x="1500681" y="2328401"/>
                  </a:lnTo>
                  <a:lnTo>
                    <a:pt x="1536499" y="2327143"/>
                  </a:lnTo>
                  <a:lnTo>
                    <a:pt x="1589679" y="2325073"/>
                  </a:lnTo>
                  <a:lnTo>
                    <a:pt x="1659747" y="2322035"/>
                  </a:lnTo>
                  <a:lnTo>
                    <a:pt x="1744332" y="2317929"/>
                  </a:lnTo>
                  <a:lnTo>
                    <a:pt x="1839711" y="2312705"/>
                  </a:lnTo>
                  <a:lnTo>
                    <a:pt x="1941553" y="2306360"/>
                  </a:lnTo>
                  <a:lnTo>
                    <a:pt x="2045627" y="2298916"/>
                  </a:lnTo>
                  <a:lnTo>
                    <a:pt x="2148338" y="2290395"/>
                  </a:lnTo>
                  <a:lnTo>
                    <a:pt x="2246986" y="2280805"/>
                  </a:lnTo>
                  <a:lnTo>
                    <a:pt x="2339820" y="2270122"/>
                  </a:lnTo>
                  <a:lnTo>
                    <a:pt x="2425923" y="2258285"/>
                  </a:lnTo>
                  <a:lnTo>
                    <a:pt x="2505041" y="2245190"/>
                  </a:lnTo>
                  <a:lnTo>
                    <a:pt x="2577399" y="2230693"/>
                  </a:lnTo>
                  <a:lnTo>
                    <a:pt x="2643532" y="2214613"/>
                  </a:lnTo>
                  <a:lnTo>
                    <a:pt x="2704165" y="2196736"/>
                  </a:lnTo>
                  <a:lnTo>
                    <a:pt x="2760114" y="2176834"/>
                  </a:lnTo>
                  <a:lnTo>
                    <a:pt x="2812216" y="2154681"/>
                  </a:lnTo>
                  <a:lnTo>
                    <a:pt x="2861279" y="2130093"/>
                  </a:lnTo>
                  <a:lnTo>
                    <a:pt x="2896531" y="2109995"/>
                  </a:lnTo>
                  <a:lnTo>
                    <a:pt x="2944672" y="2079160"/>
                  </a:lnTo>
                  <a:lnTo>
                    <a:pt x="2991374" y="2045426"/>
                  </a:lnTo>
                  <a:lnTo>
                    <a:pt x="3037138" y="2008744"/>
                  </a:lnTo>
                  <a:lnTo>
                    <a:pt x="3082342" y="1969146"/>
                  </a:lnTo>
                  <a:lnTo>
                    <a:pt x="3127261" y="1926757"/>
                  </a:lnTo>
                  <a:lnTo>
                    <a:pt x="3172084" y="1881804"/>
                  </a:lnTo>
                  <a:lnTo>
                    <a:pt x="3216928" y="1834610"/>
                  </a:lnTo>
                  <a:lnTo>
                    <a:pt x="3261849" y="1785597"/>
                  </a:lnTo>
                  <a:lnTo>
                    <a:pt x="3306853" y="1735265"/>
                  </a:lnTo>
                  <a:lnTo>
                    <a:pt x="3351916" y="1684180"/>
                  </a:lnTo>
                  <a:lnTo>
                    <a:pt x="3396992" y="1632942"/>
                  </a:lnTo>
                  <a:lnTo>
                    <a:pt x="3442030" y="1582161"/>
                  </a:lnTo>
                  <a:lnTo>
                    <a:pt x="3486994" y="1532422"/>
                  </a:lnTo>
                  <a:lnTo>
                    <a:pt x="3531872" y="1484262"/>
                  </a:lnTo>
                  <a:lnTo>
                    <a:pt x="3576695" y="1438143"/>
                  </a:lnTo>
                  <a:lnTo>
                    <a:pt x="3621548" y="1394439"/>
                  </a:lnTo>
                  <a:lnTo>
                    <a:pt x="3666581" y="1353426"/>
                  </a:lnTo>
                  <a:lnTo>
                    <a:pt x="3712025" y="1315278"/>
                  </a:lnTo>
                  <a:lnTo>
                    <a:pt x="3758204" y="1280073"/>
                  </a:lnTo>
                  <a:lnTo>
                    <a:pt x="3805555" y="1247801"/>
                  </a:lnTo>
                  <a:lnTo>
                    <a:pt x="3829811" y="1232760"/>
                  </a:lnTo>
                  <a:lnTo>
                    <a:pt x="3877076" y="1206285"/>
                  </a:lnTo>
                  <a:lnTo>
                    <a:pt x="3926827" y="1182318"/>
                  </a:lnTo>
                  <a:lnTo>
                    <a:pt x="3979812" y="1160747"/>
                  </a:lnTo>
                  <a:lnTo>
                    <a:pt x="4036852" y="1141372"/>
                  </a:lnTo>
                  <a:lnTo>
                    <a:pt x="4098785" y="1123966"/>
                  </a:lnTo>
                  <a:lnTo>
                    <a:pt x="4166411" y="1108300"/>
                  </a:lnTo>
                  <a:lnTo>
                    <a:pt x="4240417" y="1094169"/>
                  </a:lnTo>
                  <a:lnTo>
                    <a:pt x="4321275" y="1081400"/>
                  </a:lnTo>
                  <a:lnTo>
                    <a:pt x="4409106" y="1069859"/>
                  </a:lnTo>
                  <a:lnTo>
                    <a:pt x="4503508" y="1059454"/>
                  </a:lnTo>
                  <a:lnTo>
                    <a:pt x="4603371" y="1050132"/>
                  </a:lnTo>
                  <a:lnTo>
                    <a:pt x="4706712" y="1041878"/>
                  </a:lnTo>
                  <a:lnTo>
                    <a:pt x="4810597" y="1034706"/>
                  </a:lnTo>
                  <a:lnTo>
                    <a:pt x="4911236" y="1028640"/>
                  </a:lnTo>
                  <a:lnTo>
                    <a:pt x="5004314" y="1023697"/>
                  </a:lnTo>
                  <a:lnTo>
                    <a:pt x="5085580" y="1019864"/>
                  </a:lnTo>
                  <a:lnTo>
                    <a:pt x="5151585" y="1017080"/>
                  </a:lnTo>
                  <a:lnTo>
                    <a:pt x="5200390" y="1015229"/>
                  </a:lnTo>
                  <a:lnTo>
                    <a:pt x="5232044" y="1014145"/>
                  </a:lnTo>
                  <a:lnTo>
                    <a:pt x="5248700" y="1013627"/>
                  </a:lnTo>
                  <a:lnTo>
                    <a:pt x="5254434" y="1013465"/>
                  </a:lnTo>
                  <a:lnTo>
                    <a:pt x="5254955" y="1013451"/>
                  </a:lnTo>
                  <a:lnTo>
                    <a:pt x="6726343" y="1013451"/>
                  </a:lnTo>
                  <a:lnTo>
                    <a:pt x="6727568" y="1013426"/>
                  </a:lnTo>
                  <a:lnTo>
                    <a:pt x="6735609" y="1013247"/>
                  </a:lnTo>
                  <a:lnTo>
                    <a:pt x="6755833" y="1012751"/>
                  </a:lnTo>
                  <a:lnTo>
                    <a:pt x="6791876" y="1011775"/>
                  </a:lnTo>
                  <a:lnTo>
                    <a:pt x="6845368" y="1010169"/>
                  </a:lnTo>
                  <a:lnTo>
                    <a:pt x="6915809" y="1007814"/>
                  </a:lnTo>
                  <a:lnTo>
                    <a:pt x="7000791" y="1004631"/>
                  </a:lnTo>
                  <a:lnTo>
                    <a:pt x="7096549" y="1000582"/>
                  </a:lnTo>
                  <a:lnTo>
                    <a:pt x="7198716" y="995667"/>
                  </a:lnTo>
                  <a:lnTo>
                    <a:pt x="7303042" y="989901"/>
                  </a:lnTo>
                  <a:lnTo>
                    <a:pt x="7405922" y="983302"/>
                  </a:lnTo>
                  <a:lnTo>
                    <a:pt x="7504665" y="975876"/>
                  </a:lnTo>
                  <a:lnTo>
                    <a:pt x="7597527" y="967603"/>
                  </a:lnTo>
                  <a:lnTo>
                    <a:pt x="7683611" y="958435"/>
                  </a:lnTo>
                  <a:lnTo>
                    <a:pt x="7762679" y="948291"/>
                  </a:lnTo>
                  <a:lnTo>
                    <a:pt x="7834968" y="937057"/>
                  </a:lnTo>
                  <a:lnTo>
                    <a:pt x="7901028" y="924592"/>
                  </a:lnTo>
                  <a:lnTo>
                    <a:pt x="7961594" y="910730"/>
                  </a:lnTo>
                  <a:lnTo>
                    <a:pt x="8017488" y="895292"/>
                  </a:lnTo>
                  <a:lnTo>
                    <a:pt x="8069556" y="878105"/>
                  </a:lnTo>
                  <a:lnTo>
                    <a:pt x="8118607" y="859030"/>
                  </a:lnTo>
                  <a:lnTo>
                    <a:pt x="8151487" y="844543"/>
                  </a:lnTo>
                  <a:lnTo>
                    <a:pt x="8202198" y="819440"/>
                  </a:lnTo>
                  <a:lnTo>
                    <a:pt x="8251343" y="791851"/>
                  </a:lnTo>
                  <a:lnTo>
                    <a:pt x="8299495" y="761738"/>
                  </a:lnTo>
                  <a:lnTo>
                    <a:pt x="8347082" y="729141"/>
                  </a:lnTo>
                  <a:lnTo>
                    <a:pt x="8394403" y="694191"/>
                  </a:lnTo>
                  <a:lnTo>
                    <a:pt x="8441661" y="657113"/>
                  </a:lnTo>
                  <a:lnTo>
                    <a:pt x="8488967" y="618226"/>
                  </a:lnTo>
                  <a:lnTo>
                    <a:pt x="8536367" y="577937"/>
                  </a:lnTo>
                  <a:lnTo>
                    <a:pt x="8583851" y="536725"/>
                  </a:lnTo>
                  <a:lnTo>
                    <a:pt x="8631377" y="495118"/>
                  </a:lnTo>
                  <a:lnTo>
                    <a:pt x="8678886" y="453664"/>
                  </a:lnTo>
                  <a:lnTo>
                    <a:pt x="8726327" y="412904"/>
                  </a:lnTo>
                  <a:lnTo>
                    <a:pt x="8773673" y="373342"/>
                  </a:lnTo>
                  <a:lnTo>
                    <a:pt x="8820942" y="335419"/>
                  </a:lnTo>
                  <a:lnTo>
                    <a:pt x="8868216" y="299493"/>
                  </a:lnTo>
                  <a:lnTo>
                    <a:pt x="8915655" y="265834"/>
                  </a:lnTo>
                  <a:lnTo>
                    <a:pt x="8963512" y="234612"/>
                  </a:lnTo>
                  <a:lnTo>
                    <a:pt x="9012157" y="205907"/>
                  </a:lnTo>
                  <a:lnTo>
                    <a:pt x="9062093" y="179713"/>
                  </a:lnTo>
                  <a:lnTo>
                    <a:pt x="9084767" y="168908"/>
                  </a:lnTo>
                  <a:lnTo>
                    <a:pt x="9132146" y="148472"/>
                  </a:lnTo>
                  <a:lnTo>
                    <a:pt x="9182025" y="129976"/>
                  </a:lnTo>
                  <a:lnTo>
                    <a:pt x="9235157" y="113333"/>
                  </a:lnTo>
                  <a:lnTo>
                    <a:pt x="9292370" y="98389"/>
                  </a:lnTo>
                  <a:lnTo>
                    <a:pt x="9354506" y="84966"/>
                  </a:lnTo>
                  <a:lnTo>
                    <a:pt x="9422371" y="72888"/>
                  </a:lnTo>
                  <a:lnTo>
                    <a:pt x="9496655" y="61996"/>
                  </a:lnTo>
                  <a:lnTo>
                    <a:pt x="9577829" y="52156"/>
                  </a:lnTo>
                  <a:lnTo>
                    <a:pt x="9666006" y="43265"/>
                  </a:lnTo>
                  <a:lnTo>
                    <a:pt x="9760770" y="35250"/>
                  </a:lnTo>
                  <a:lnTo>
                    <a:pt x="9860983" y="28074"/>
                  </a:lnTo>
                  <a:lnTo>
                    <a:pt x="9964627" y="21725"/>
                  </a:lnTo>
                  <a:lnTo>
                    <a:pt x="10068719" y="16213"/>
                  </a:lnTo>
                  <a:lnTo>
                    <a:pt x="10169421" y="11558"/>
                  </a:lnTo>
                  <a:lnTo>
                    <a:pt x="10262380" y="7771"/>
                  </a:lnTo>
                  <a:lnTo>
                    <a:pt x="10343331" y="4843"/>
                  </a:lnTo>
                  <a:lnTo>
                    <a:pt x="10408843" y="2724"/>
                  </a:lnTo>
                  <a:lnTo>
                    <a:pt x="10457036" y="1322"/>
                  </a:lnTo>
                  <a:lnTo>
                    <a:pt x="10488047" y="508"/>
                  </a:lnTo>
                  <a:lnTo>
                    <a:pt x="10504134" y="124"/>
                  </a:lnTo>
                  <a:lnTo>
                    <a:pt x="10509485" y="8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50" name="pl850"/>
            <p:cNvSpPr/>
            <p:nvPr/>
          </p:nvSpPr>
          <p:spPr>
            <a:xfrm>
              <a:off x="4799595" y="5028808"/>
              <a:ext cx="11981298" cy="2329304"/>
            </a:xfrm>
            <a:custGeom>
              <a:avLst/>
              <a:pathLst>
                <a:path w="11981298" h="2329304">
                  <a:moveTo>
                    <a:pt x="11981298" y="0"/>
                  </a:moveTo>
                  <a:lnTo>
                    <a:pt x="10509911" y="0"/>
                  </a:lnTo>
                  <a:lnTo>
                    <a:pt x="10508685" y="25"/>
                  </a:lnTo>
                  <a:lnTo>
                    <a:pt x="10500644" y="204"/>
                  </a:lnTo>
                  <a:lnTo>
                    <a:pt x="10480421" y="700"/>
                  </a:lnTo>
                  <a:lnTo>
                    <a:pt x="10444378" y="1676"/>
                  </a:lnTo>
                  <a:lnTo>
                    <a:pt x="10390886" y="3282"/>
                  </a:lnTo>
                  <a:lnTo>
                    <a:pt x="10320444" y="5637"/>
                  </a:lnTo>
                  <a:lnTo>
                    <a:pt x="10235462" y="8820"/>
                  </a:lnTo>
                  <a:lnTo>
                    <a:pt x="10139704" y="12868"/>
                  </a:lnTo>
                  <a:lnTo>
                    <a:pt x="10037537" y="17784"/>
                  </a:lnTo>
                  <a:lnTo>
                    <a:pt x="9933211" y="23550"/>
                  </a:lnTo>
                  <a:lnTo>
                    <a:pt x="9830331" y="30148"/>
                  </a:lnTo>
                  <a:lnTo>
                    <a:pt x="9731589" y="37575"/>
                  </a:lnTo>
                  <a:lnTo>
                    <a:pt x="9638726" y="45848"/>
                  </a:lnTo>
                  <a:lnTo>
                    <a:pt x="9552642" y="55016"/>
                  </a:lnTo>
                  <a:lnTo>
                    <a:pt x="9473575" y="65160"/>
                  </a:lnTo>
                  <a:lnTo>
                    <a:pt x="9401286" y="76394"/>
                  </a:lnTo>
                  <a:lnTo>
                    <a:pt x="9335225" y="88859"/>
                  </a:lnTo>
                  <a:lnTo>
                    <a:pt x="9274659" y="102721"/>
                  </a:lnTo>
                  <a:lnTo>
                    <a:pt x="9218765" y="118158"/>
                  </a:lnTo>
                  <a:lnTo>
                    <a:pt x="9166697" y="135345"/>
                  </a:lnTo>
                  <a:lnTo>
                    <a:pt x="9117646" y="154421"/>
                  </a:lnTo>
                  <a:lnTo>
                    <a:pt x="9084767" y="168908"/>
                  </a:lnTo>
                  <a:lnTo>
                    <a:pt x="9034055" y="194011"/>
                  </a:lnTo>
                  <a:lnTo>
                    <a:pt x="8984911" y="221600"/>
                  </a:lnTo>
                  <a:lnTo>
                    <a:pt x="8936758" y="251713"/>
                  </a:lnTo>
                  <a:lnTo>
                    <a:pt x="8889172" y="284309"/>
                  </a:lnTo>
                  <a:lnTo>
                    <a:pt x="8841850" y="319260"/>
                  </a:lnTo>
                  <a:lnTo>
                    <a:pt x="8794593" y="356338"/>
                  </a:lnTo>
                  <a:lnTo>
                    <a:pt x="8747286" y="395225"/>
                  </a:lnTo>
                  <a:lnTo>
                    <a:pt x="8699887" y="435514"/>
                  </a:lnTo>
                  <a:lnTo>
                    <a:pt x="8652402" y="476726"/>
                  </a:lnTo>
                  <a:lnTo>
                    <a:pt x="8604876" y="518333"/>
                  </a:lnTo>
                  <a:lnTo>
                    <a:pt x="8557367" y="559787"/>
                  </a:lnTo>
                  <a:lnTo>
                    <a:pt x="8509926" y="600546"/>
                  </a:lnTo>
                  <a:lnTo>
                    <a:pt x="8462580" y="640109"/>
                  </a:lnTo>
                  <a:lnTo>
                    <a:pt x="8415311" y="678032"/>
                  </a:lnTo>
                  <a:lnTo>
                    <a:pt x="8368037" y="713957"/>
                  </a:lnTo>
                  <a:lnTo>
                    <a:pt x="8320598" y="747617"/>
                  </a:lnTo>
                  <a:lnTo>
                    <a:pt x="8272741" y="778839"/>
                  </a:lnTo>
                  <a:lnTo>
                    <a:pt x="8224097" y="807544"/>
                  </a:lnTo>
                  <a:lnTo>
                    <a:pt x="8174160" y="833737"/>
                  </a:lnTo>
                  <a:lnTo>
                    <a:pt x="8151487" y="844543"/>
                  </a:lnTo>
                  <a:lnTo>
                    <a:pt x="8104107" y="864979"/>
                  </a:lnTo>
                  <a:lnTo>
                    <a:pt x="8054229" y="883475"/>
                  </a:lnTo>
                  <a:lnTo>
                    <a:pt x="8001096" y="900118"/>
                  </a:lnTo>
                  <a:lnTo>
                    <a:pt x="7943884" y="915062"/>
                  </a:lnTo>
                  <a:lnTo>
                    <a:pt x="7881747" y="928485"/>
                  </a:lnTo>
                  <a:lnTo>
                    <a:pt x="7813882" y="940563"/>
                  </a:lnTo>
                  <a:lnTo>
                    <a:pt x="7739598" y="951455"/>
                  </a:lnTo>
                  <a:lnTo>
                    <a:pt x="7658424" y="961295"/>
                  </a:lnTo>
                  <a:lnTo>
                    <a:pt x="7570247" y="970186"/>
                  </a:lnTo>
                  <a:lnTo>
                    <a:pt x="7475484" y="978200"/>
                  </a:lnTo>
                  <a:lnTo>
                    <a:pt x="7375270" y="985377"/>
                  </a:lnTo>
                  <a:lnTo>
                    <a:pt x="7271627" y="991726"/>
                  </a:lnTo>
                  <a:lnTo>
                    <a:pt x="7167534" y="997238"/>
                  </a:lnTo>
                  <a:lnTo>
                    <a:pt x="7066833" y="1001893"/>
                  </a:lnTo>
                  <a:lnTo>
                    <a:pt x="6973873" y="1005679"/>
                  </a:lnTo>
                  <a:lnTo>
                    <a:pt x="6892922" y="1008608"/>
                  </a:lnTo>
                  <a:lnTo>
                    <a:pt x="6827411" y="1010727"/>
                  </a:lnTo>
                  <a:lnTo>
                    <a:pt x="6779218" y="1012129"/>
                  </a:lnTo>
                  <a:lnTo>
                    <a:pt x="6748207" y="1012943"/>
                  </a:lnTo>
                  <a:lnTo>
                    <a:pt x="6732119" y="1013327"/>
                  </a:lnTo>
                  <a:lnTo>
                    <a:pt x="6726768" y="1013443"/>
                  </a:lnTo>
                  <a:lnTo>
                    <a:pt x="6726343" y="1013451"/>
                  </a:lnTo>
                  <a:lnTo>
                    <a:pt x="5254955" y="1013451"/>
                  </a:lnTo>
                  <a:lnTo>
                    <a:pt x="5253738" y="1013484"/>
                  </a:lnTo>
                  <a:lnTo>
                    <a:pt x="5245752" y="1013715"/>
                  </a:lnTo>
                  <a:lnTo>
                    <a:pt x="5225661" y="1014354"/>
                  </a:lnTo>
                  <a:lnTo>
                    <a:pt x="5189843" y="1015613"/>
                  </a:lnTo>
                  <a:lnTo>
                    <a:pt x="5136664" y="1017683"/>
                  </a:lnTo>
                  <a:lnTo>
                    <a:pt x="5066595" y="1020720"/>
                  </a:lnTo>
                  <a:lnTo>
                    <a:pt x="4982010" y="1024827"/>
                  </a:lnTo>
                  <a:lnTo>
                    <a:pt x="4886631" y="1030050"/>
                  </a:lnTo>
                  <a:lnTo>
                    <a:pt x="4784789" y="1036395"/>
                  </a:lnTo>
                  <a:lnTo>
                    <a:pt x="4680715" y="1043839"/>
                  </a:lnTo>
                  <a:lnTo>
                    <a:pt x="4578005" y="1052360"/>
                  </a:lnTo>
                  <a:lnTo>
                    <a:pt x="4479356" y="1061950"/>
                  </a:lnTo>
                  <a:lnTo>
                    <a:pt x="4386522" y="1072633"/>
                  </a:lnTo>
                  <a:lnTo>
                    <a:pt x="4300420" y="1084471"/>
                  </a:lnTo>
                  <a:lnTo>
                    <a:pt x="4221301" y="1097566"/>
                  </a:lnTo>
                  <a:lnTo>
                    <a:pt x="4148944" y="1112062"/>
                  </a:lnTo>
                  <a:lnTo>
                    <a:pt x="4082810" y="1128143"/>
                  </a:lnTo>
                  <a:lnTo>
                    <a:pt x="4022177" y="1146019"/>
                  </a:lnTo>
                  <a:lnTo>
                    <a:pt x="3966228" y="1165921"/>
                  </a:lnTo>
                  <a:lnTo>
                    <a:pt x="3914126" y="1188075"/>
                  </a:lnTo>
                  <a:lnTo>
                    <a:pt x="3865063" y="1212663"/>
                  </a:lnTo>
                  <a:lnTo>
                    <a:pt x="3829811" y="1232760"/>
                  </a:lnTo>
                  <a:lnTo>
                    <a:pt x="3781670" y="1263595"/>
                  </a:lnTo>
                  <a:lnTo>
                    <a:pt x="3734968" y="1297329"/>
                  </a:lnTo>
                  <a:lnTo>
                    <a:pt x="3689204" y="1334011"/>
                  </a:lnTo>
                  <a:lnTo>
                    <a:pt x="3644000" y="1373610"/>
                  </a:lnTo>
                  <a:lnTo>
                    <a:pt x="3599081" y="1415998"/>
                  </a:lnTo>
                  <a:lnTo>
                    <a:pt x="3554258" y="1460951"/>
                  </a:lnTo>
                  <a:lnTo>
                    <a:pt x="3509414" y="1508145"/>
                  </a:lnTo>
                  <a:lnTo>
                    <a:pt x="3464494" y="1557159"/>
                  </a:lnTo>
                  <a:lnTo>
                    <a:pt x="3419489" y="1607490"/>
                  </a:lnTo>
                  <a:lnTo>
                    <a:pt x="3374426" y="1658575"/>
                  </a:lnTo>
                  <a:lnTo>
                    <a:pt x="3329351" y="1709813"/>
                  </a:lnTo>
                  <a:lnTo>
                    <a:pt x="3284312" y="1760594"/>
                  </a:lnTo>
                  <a:lnTo>
                    <a:pt x="3239348" y="1810333"/>
                  </a:lnTo>
                  <a:lnTo>
                    <a:pt x="3194470" y="1858494"/>
                  </a:lnTo>
                  <a:lnTo>
                    <a:pt x="3149647" y="1904613"/>
                  </a:lnTo>
                  <a:lnTo>
                    <a:pt x="3104794" y="1948316"/>
                  </a:lnTo>
                  <a:lnTo>
                    <a:pt x="3059761" y="1989329"/>
                  </a:lnTo>
                  <a:lnTo>
                    <a:pt x="3014317" y="2027477"/>
                  </a:lnTo>
                  <a:lnTo>
                    <a:pt x="2968138" y="2062682"/>
                  </a:lnTo>
                  <a:lnTo>
                    <a:pt x="2920787" y="2094954"/>
                  </a:lnTo>
                  <a:lnTo>
                    <a:pt x="2896531" y="2109995"/>
                  </a:lnTo>
                  <a:lnTo>
                    <a:pt x="2849266" y="2136470"/>
                  </a:lnTo>
                  <a:lnTo>
                    <a:pt x="2799515" y="2160437"/>
                  </a:lnTo>
                  <a:lnTo>
                    <a:pt x="2746530" y="2182009"/>
                  </a:lnTo>
                  <a:lnTo>
                    <a:pt x="2689490" y="2201383"/>
                  </a:lnTo>
                  <a:lnTo>
                    <a:pt x="2627557" y="2218789"/>
                  </a:lnTo>
                  <a:lnTo>
                    <a:pt x="2559931" y="2234455"/>
                  </a:lnTo>
                  <a:lnTo>
                    <a:pt x="2485925" y="2248586"/>
                  </a:lnTo>
                  <a:lnTo>
                    <a:pt x="2405067" y="2261355"/>
                  </a:lnTo>
                  <a:lnTo>
                    <a:pt x="2317236" y="2272896"/>
                  </a:lnTo>
                  <a:lnTo>
                    <a:pt x="2222834" y="2283302"/>
                  </a:lnTo>
                  <a:lnTo>
                    <a:pt x="2122971" y="2292624"/>
                  </a:lnTo>
                  <a:lnTo>
                    <a:pt x="2019630" y="2300877"/>
                  </a:lnTo>
                  <a:lnTo>
                    <a:pt x="1915745" y="2308049"/>
                  </a:lnTo>
                  <a:lnTo>
                    <a:pt x="1815107" y="2314115"/>
                  </a:lnTo>
                  <a:lnTo>
                    <a:pt x="1722028" y="2319058"/>
                  </a:lnTo>
                  <a:lnTo>
                    <a:pt x="1640762" y="2322891"/>
                  </a:lnTo>
                  <a:lnTo>
                    <a:pt x="1574757" y="2325675"/>
                  </a:lnTo>
                  <a:lnTo>
                    <a:pt x="1525952" y="2327526"/>
                  </a:lnTo>
                  <a:lnTo>
                    <a:pt x="1494298" y="2328611"/>
                  </a:lnTo>
                  <a:lnTo>
                    <a:pt x="1477642" y="2329128"/>
                  </a:lnTo>
                  <a:lnTo>
                    <a:pt x="1471908" y="2329290"/>
                  </a:lnTo>
                  <a:lnTo>
                    <a:pt x="1471387" y="2329304"/>
                  </a:lnTo>
                  <a:lnTo>
                    <a:pt x="0" y="232930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51" name="pg851"/>
            <p:cNvSpPr/>
            <p:nvPr/>
          </p:nvSpPr>
          <p:spPr>
            <a:xfrm>
              <a:off x="4799595" y="6107644"/>
              <a:ext cx="11981298" cy="2321131"/>
            </a:xfrm>
            <a:custGeom>
              <a:avLst/>
              <a:pathLst>
                <a:path w="11981298" h="2321131">
                  <a:moveTo>
                    <a:pt x="0" y="1274987"/>
                  </a:moveTo>
                  <a:lnTo>
                    <a:pt x="1471387" y="1274987"/>
                  </a:lnTo>
                  <a:lnTo>
                    <a:pt x="1472605" y="1274956"/>
                  </a:lnTo>
                  <a:lnTo>
                    <a:pt x="1480603" y="1274735"/>
                  </a:lnTo>
                  <a:lnTo>
                    <a:pt x="1500722" y="1274122"/>
                  </a:lnTo>
                  <a:lnTo>
                    <a:pt x="1536587" y="1272917"/>
                  </a:lnTo>
                  <a:lnTo>
                    <a:pt x="1589831" y="1270934"/>
                  </a:lnTo>
                  <a:lnTo>
                    <a:pt x="1659977" y="1268025"/>
                  </a:lnTo>
                  <a:lnTo>
                    <a:pt x="1744644" y="1264091"/>
                  </a:lnTo>
                  <a:lnTo>
                    <a:pt x="1840103" y="1259088"/>
                  </a:lnTo>
                  <a:lnTo>
                    <a:pt x="1942012" y="1253012"/>
                  </a:lnTo>
                  <a:lnTo>
                    <a:pt x="2046139" y="1245883"/>
                  </a:lnTo>
                  <a:lnTo>
                    <a:pt x="2148885" y="1237723"/>
                  </a:lnTo>
                  <a:lnTo>
                    <a:pt x="2247553" y="1228540"/>
                  </a:lnTo>
                  <a:lnTo>
                    <a:pt x="2340393" y="1218310"/>
                  </a:lnTo>
                  <a:lnTo>
                    <a:pt x="2426492" y="1206974"/>
                  </a:lnTo>
                  <a:lnTo>
                    <a:pt x="2505600" y="1194433"/>
                  </a:lnTo>
                  <a:lnTo>
                    <a:pt x="2577943" y="1180549"/>
                  </a:lnTo>
                  <a:lnTo>
                    <a:pt x="2644062" y="1165147"/>
                  </a:lnTo>
                  <a:lnTo>
                    <a:pt x="2704681" y="1148024"/>
                  </a:lnTo>
                  <a:lnTo>
                    <a:pt x="2760618" y="1128959"/>
                  </a:lnTo>
                  <a:lnTo>
                    <a:pt x="2812713" y="1107736"/>
                  </a:lnTo>
                  <a:lnTo>
                    <a:pt x="2861774" y="1084181"/>
                  </a:lnTo>
                  <a:lnTo>
                    <a:pt x="2896531" y="1065214"/>
                  </a:lnTo>
                  <a:lnTo>
                    <a:pt x="2945156" y="1035403"/>
                  </a:lnTo>
                  <a:lnTo>
                    <a:pt x="2992318" y="1002762"/>
                  </a:lnTo>
                  <a:lnTo>
                    <a:pt x="3038532" y="967243"/>
                  </a:lnTo>
                  <a:lnTo>
                    <a:pt x="3084185" y="928880"/>
                  </a:lnTo>
                  <a:lnTo>
                    <a:pt x="3129555" y="887800"/>
                  </a:lnTo>
                  <a:lnTo>
                    <a:pt x="3174836" y="844230"/>
                  </a:lnTo>
                  <a:lnTo>
                    <a:pt x="3220143" y="798497"/>
                  </a:lnTo>
                  <a:lnTo>
                    <a:pt x="3265529" y="751019"/>
                  </a:lnTo>
                  <a:lnTo>
                    <a:pt x="3311001" y="702298"/>
                  </a:lnTo>
                  <a:lnTo>
                    <a:pt x="3356528" y="652894"/>
                  </a:lnTo>
                  <a:lnTo>
                    <a:pt x="3402063" y="603403"/>
                  </a:lnTo>
                  <a:lnTo>
                    <a:pt x="3447555" y="554423"/>
                  </a:lnTo>
                  <a:lnTo>
                    <a:pt x="3492968" y="506527"/>
                  </a:lnTo>
                  <a:lnTo>
                    <a:pt x="3538295" y="460237"/>
                  </a:lnTo>
                  <a:lnTo>
                    <a:pt x="3583574" y="415998"/>
                  </a:lnTo>
                  <a:lnTo>
                    <a:pt x="3628903" y="374164"/>
                  </a:lnTo>
                  <a:lnTo>
                    <a:pt x="3674448" y="334991"/>
                  </a:lnTo>
                  <a:lnTo>
                    <a:pt x="3720464" y="298635"/>
                  </a:lnTo>
                  <a:lnTo>
                    <a:pt x="3767302" y="265156"/>
                  </a:lnTo>
                  <a:lnTo>
                    <a:pt x="3815438" y="234529"/>
                  </a:lnTo>
                  <a:lnTo>
                    <a:pt x="3829811" y="226119"/>
                  </a:lnTo>
                  <a:lnTo>
                    <a:pt x="3877100" y="200784"/>
                  </a:lnTo>
                  <a:lnTo>
                    <a:pt x="3926877" y="177849"/>
                  </a:lnTo>
                  <a:lnTo>
                    <a:pt x="3979893" y="157208"/>
                  </a:lnTo>
                  <a:lnTo>
                    <a:pt x="4036969" y="138670"/>
                  </a:lnTo>
                  <a:lnTo>
                    <a:pt x="4098944" y="122016"/>
                  </a:lnTo>
                  <a:lnTo>
                    <a:pt x="4166620" y="107028"/>
                  </a:lnTo>
                  <a:lnTo>
                    <a:pt x="4240684" y="93510"/>
                  </a:lnTo>
                  <a:lnTo>
                    <a:pt x="4321607" y="81295"/>
                  </a:lnTo>
                  <a:lnTo>
                    <a:pt x="4409510" y="70255"/>
                  </a:lnTo>
                  <a:lnTo>
                    <a:pt x="4503987" y="60301"/>
                  </a:lnTo>
                  <a:lnTo>
                    <a:pt x="4603924" y="51385"/>
                  </a:lnTo>
                  <a:lnTo>
                    <a:pt x="4707328" y="43493"/>
                  </a:lnTo>
                  <a:lnTo>
                    <a:pt x="4811256" y="36636"/>
                  </a:lnTo>
                  <a:lnTo>
                    <a:pt x="4911908" y="30837"/>
                  </a:lnTo>
                  <a:lnTo>
                    <a:pt x="5004963" y="26115"/>
                  </a:lnTo>
                  <a:lnTo>
                    <a:pt x="5086164" y="22455"/>
                  </a:lnTo>
                  <a:lnTo>
                    <a:pt x="5152066" y="19798"/>
                  </a:lnTo>
                  <a:lnTo>
                    <a:pt x="5200744" y="18034"/>
                  </a:lnTo>
                  <a:lnTo>
                    <a:pt x="5232264" y="17002"/>
                  </a:lnTo>
                  <a:lnTo>
                    <a:pt x="5248802" y="16511"/>
                  </a:lnTo>
                  <a:lnTo>
                    <a:pt x="5254455" y="16358"/>
                  </a:lnTo>
                  <a:lnTo>
                    <a:pt x="5254955" y="16345"/>
                  </a:lnTo>
                  <a:lnTo>
                    <a:pt x="6726343" y="16345"/>
                  </a:lnTo>
                  <a:lnTo>
                    <a:pt x="6727518" y="16400"/>
                  </a:lnTo>
                  <a:lnTo>
                    <a:pt x="6735240" y="16791"/>
                  </a:lnTo>
                  <a:lnTo>
                    <a:pt x="6754688" y="17872"/>
                  </a:lnTo>
                  <a:lnTo>
                    <a:pt x="6789411" y="20000"/>
                  </a:lnTo>
                  <a:lnTo>
                    <a:pt x="6841070" y="23502"/>
                  </a:lnTo>
                  <a:lnTo>
                    <a:pt x="6909313" y="28647"/>
                  </a:lnTo>
                  <a:lnTo>
                    <a:pt x="6991951" y="35613"/>
                  </a:lnTo>
                  <a:lnTo>
                    <a:pt x="7085465" y="44487"/>
                  </a:lnTo>
                  <a:lnTo>
                    <a:pt x="7185690" y="55280"/>
                  </a:lnTo>
                  <a:lnTo>
                    <a:pt x="7288504" y="67960"/>
                  </a:lnTo>
                  <a:lnTo>
                    <a:pt x="7390351" y="82486"/>
                  </a:lnTo>
                  <a:lnTo>
                    <a:pt x="7488511" y="98840"/>
                  </a:lnTo>
                  <a:lnTo>
                    <a:pt x="7581176" y="117054"/>
                  </a:lnTo>
                  <a:lnTo>
                    <a:pt x="7667354" y="137224"/>
                  </a:lnTo>
                  <a:lnTo>
                    <a:pt x="7746711" y="159512"/>
                  </a:lnTo>
                  <a:lnTo>
                    <a:pt x="7819398" y="184150"/>
                  </a:lnTo>
                  <a:lnTo>
                    <a:pt x="7885891" y="211435"/>
                  </a:lnTo>
                  <a:lnTo>
                    <a:pt x="7946860" y="241719"/>
                  </a:lnTo>
                  <a:lnTo>
                    <a:pt x="8003083" y="275386"/>
                  </a:lnTo>
                  <a:lnTo>
                    <a:pt x="8055369" y="312824"/>
                  </a:lnTo>
                  <a:lnTo>
                    <a:pt x="8104508" y="354366"/>
                  </a:lnTo>
                  <a:lnTo>
                    <a:pt x="8151223" y="400200"/>
                  </a:lnTo>
                  <a:lnTo>
                    <a:pt x="8151487" y="400476"/>
                  </a:lnTo>
                  <a:lnTo>
                    <a:pt x="8192231" y="445734"/>
                  </a:lnTo>
                  <a:lnTo>
                    <a:pt x="8231887" y="494594"/>
                  </a:lnTo>
                  <a:lnTo>
                    <a:pt x="8270777" y="547126"/>
                  </a:lnTo>
                  <a:lnTo>
                    <a:pt x="8309153" y="603333"/>
                  </a:lnTo>
                  <a:lnTo>
                    <a:pt x="8347214" y="663136"/>
                  </a:lnTo>
                  <a:lnTo>
                    <a:pt x="8385108" y="726373"/>
                  </a:lnTo>
                  <a:lnTo>
                    <a:pt x="8422941" y="792792"/>
                  </a:lnTo>
                  <a:lnTo>
                    <a:pt x="8460785" y="862051"/>
                  </a:lnTo>
                  <a:lnTo>
                    <a:pt x="8498677" y="933724"/>
                  </a:lnTo>
                  <a:lnTo>
                    <a:pt x="8536632" y="1007308"/>
                  </a:lnTo>
                  <a:lnTo>
                    <a:pt x="8574641" y="1082235"/>
                  </a:lnTo>
                  <a:lnTo>
                    <a:pt x="8612684" y="1157893"/>
                  </a:lnTo>
                  <a:lnTo>
                    <a:pt x="8650731" y="1233643"/>
                  </a:lnTo>
                  <a:lnTo>
                    <a:pt x="8688752" y="1308844"/>
                  </a:lnTo>
                  <a:lnTo>
                    <a:pt x="8726724" y="1382872"/>
                  </a:lnTo>
                  <a:lnTo>
                    <a:pt x="8764634" y="1455146"/>
                  </a:lnTo>
                  <a:lnTo>
                    <a:pt x="8802489" y="1525144"/>
                  </a:lnTo>
                  <a:lnTo>
                    <a:pt x="8840319" y="1592414"/>
                  </a:lnTo>
                  <a:lnTo>
                    <a:pt x="8878187" y="1656591"/>
                  </a:lnTo>
                  <a:lnTo>
                    <a:pt x="8916186" y="1717397"/>
                  </a:lnTo>
                  <a:lnTo>
                    <a:pt x="8954455" y="1774644"/>
                  </a:lnTo>
                  <a:lnTo>
                    <a:pt x="8993174" y="1828230"/>
                  </a:lnTo>
                  <a:lnTo>
                    <a:pt x="9032582" y="1878136"/>
                  </a:lnTo>
                  <a:lnTo>
                    <a:pt x="9072977" y="1924414"/>
                  </a:lnTo>
                  <a:lnTo>
                    <a:pt x="9084767" y="1937000"/>
                  </a:lnTo>
                  <a:lnTo>
                    <a:pt x="9131470" y="1982859"/>
                  </a:lnTo>
                  <a:lnTo>
                    <a:pt x="9180593" y="2024425"/>
                  </a:lnTo>
                  <a:lnTo>
                    <a:pt x="9232858" y="2061886"/>
                  </a:lnTo>
                  <a:lnTo>
                    <a:pt x="9289056" y="2095573"/>
                  </a:lnTo>
                  <a:lnTo>
                    <a:pt x="9349996" y="2125875"/>
                  </a:lnTo>
                  <a:lnTo>
                    <a:pt x="9416454" y="2153177"/>
                  </a:lnTo>
                  <a:lnTo>
                    <a:pt x="9489105" y="2177830"/>
                  </a:lnTo>
                  <a:lnTo>
                    <a:pt x="9568423" y="2200130"/>
                  </a:lnTo>
                  <a:lnTo>
                    <a:pt x="9654561" y="2220311"/>
                  </a:lnTo>
                  <a:lnTo>
                    <a:pt x="9747190" y="2238537"/>
                  </a:lnTo>
                  <a:lnTo>
                    <a:pt x="9845324" y="2254902"/>
                  </a:lnTo>
                  <a:lnTo>
                    <a:pt x="9947156" y="2269438"/>
                  </a:lnTo>
                  <a:lnTo>
                    <a:pt x="10049975" y="2282129"/>
                  </a:lnTo>
                  <a:lnTo>
                    <a:pt x="10150226" y="2292933"/>
                  </a:lnTo>
                  <a:lnTo>
                    <a:pt x="10243790" y="2301818"/>
                  </a:lnTo>
                  <a:lnTo>
                    <a:pt x="10326503" y="2308795"/>
                  </a:lnTo>
                  <a:lnTo>
                    <a:pt x="10394836" y="2313949"/>
                  </a:lnTo>
                  <a:lnTo>
                    <a:pt x="10446594" y="2317461"/>
                  </a:lnTo>
                  <a:lnTo>
                    <a:pt x="10481411" y="2319595"/>
                  </a:lnTo>
                  <a:lnTo>
                    <a:pt x="10500938" y="2320681"/>
                  </a:lnTo>
                  <a:lnTo>
                    <a:pt x="10508715" y="2321075"/>
                  </a:lnTo>
                  <a:lnTo>
                    <a:pt x="10509911" y="2321131"/>
                  </a:lnTo>
                  <a:lnTo>
                    <a:pt x="11981298" y="2321131"/>
                  </a:lnTo>
                  <a:lnTo>
                    <a:pt x="11981298" y="2304785"/>
                  </a:lnTo>
                  <a:lnTo>
                    <a:pt x="10509911" y="2304785"/>
                  </a:lnTo>
                  <a:lnTo>
                    <a:pt x="10508735" y="2304730"/>
                  </a:lnTo>
                  <a:lnTo>
                    <a:pt x="10501013" y="2304339"/>
                  </a:lnTo>
                  <a:lnTo>
                    <a:pt x="10481565" y="2303258"/>
                  </a:lnTo>
                  <a:lnTo>
                    <a:pt x="10446843" y="2301131"/>
                  </a:lnTo>
                  <a:lnTo>
                    <a:pt x="10395183" y="2297628"/>
                  </a:lnTo>
                  <a:lnTo>
                    <a:pt x="10326941" y="2292483"/>
                  </a:lnTo>
                  <a:lnTo>
                    <a:pt x="10244302" y="2285518"/>
                  </a:lnTo>
                  <a:lnTo>
                    <a:pt x="10150788" y="2276644"/>
                  </a:lnTo>
                  <a:lnTo>
                    <a:pt x="10050564" y="2265850"/>
                  </a:lnTo>
                  <a:lnTo>
                    <a:pt x="9947749" y="2253170"/>
                  </a:lnTo>
                  <a:lnTo>
                    <a:pt x="9845903" y="2238645"/>
                  </a:lnTo>
                  <a:lnTo>
                    <a:pt x="9747742" y="2222291"/>
                  </a:lnTo>
                  <a:lnTo>
                    <a:pt x="9655077" y="2204076"/>
                  </a:lnTo>
                  <a:lnTo>
                    <a:pt x="9568900" y="2183907"/>
                  </a:lnTo>
                  <a:lnTo>
                    <a:pt x="9489542" y="2161619"/>
                  </a:lnTo>
                  <a:lnTo>
                    <a:pt x="9416855" y="2136981"/>
                  </a:lnTo>
                  <a:lnTo>
                    <a:pt x="9350363" y="2109695"/>
                  </a:lnTo>
                  <a:lnTo>
                    <a:pt x="9289393" y="2079412"/>
                  </a:lnTo>
                  <a:lnTo>
                    <a:pt x="9233170" y="2045744"/>
                  </a:lnTo>
                  <a:lnTo>
                    <a:pt x="9180885" y="2008307"/>
                  </a:lnTo>
                  <a:lnTo>
                    <a:pt x="9131745" y="1966765"/>
                  </a:lnTo>
                  <a:lnTo>
                    <a:pt x="9085030" y="1920931"/>
                  </a:lnTo>
                  <a:lnTo>
                    <a:pt x="9084767" y="1920654"/>
                  </a:lnTo>
                  <a:lnTo>
                    <a:pt x="9044023" y="1875396"/>
                  </a:lnTo>
                  <a:lnTo>
                    <a:pt x="9004366" y="1826537"/>
                  </a:lnTo>
                  <a:lnTo>
                    <a:pt x="8965477" y="1774004"/>
                  </a:lnTo>
                  <a:lnTo>
                    <a:pt x="8927100" y="1717798"/>
                  </a:lnTo>
                  <a:lnTo>
                    <a:pt x="8889039" y="1657995"/>
                  </a:lnTo>
                  <a:lnTo>
                    <a:pt x="8851146" y="1594758"/>
                  </a:lnTo>
                  <a:lnTo>
                    <a:pt x="8813312" y="1528339"/>
                  </a:lnTo>
                  <a:lnTo>
                    <a:pt x="8775469" y="1459080"/>
                  </a:lnTo>
                  <a:lnTo>
                    <a:pt x="8737576" y="1387406"/>
                  </a:lnTo>
                  <a:lnTo>
                    <a:pt x="8699622" y="1313822"/>
                  </a:lnTo>
                  <a:lnTo>
                    <a:pt x="8661612" y="1238895"/>
                  </a:lnTo>
                  <a:lnTo>
                    <a:pt x="8623569" y="1163237"/>
                  </a:lnTo>
                  <a:lnTo>
                    <a:pt x="8585522" y="1087487"/>
                  </a:lnTo>
                  <a:lnTo>
                    <a:pt x="8547501" y="1012287"/>
                  </a:lnTo>
                  <a:lnTo>
                    <a:pt x="8509529" y="938258"/>
                  </a:lnTo>
                  <a:lnTo>
                    <a:pt x="8471619" y="865984"/>
                  </a:lnTo>
                  <a:lnTo>
                    <a:pt x="8433764" y="795987"/>
                  </a:lnTo>
                  <a:lnTo>
                    <a:pt x="8395934" y="728717"/>
                  </a:lnTo>
                  <a:lnTo>
                    <a:pt x="8358066" y="664540"/>
                  </a:lnTo>
                  <a:lnTo>
                    <a:pt x="8320067" y="603734"/>
                  </a:lnTo>
                  <a:lnTo>
                    <a:pt x="8281798" y="546487"/>
                  </a:lnTo>
                  <a:lnTo>
                    <a:pt x="8243079" y="492900"/>
                  </a:lnTo>
                  <a:lnTo>
                    <a:pt x="8203671" y="442994"/>
                  </a:lnTo>
                  <a:lnTo>
                    <a:pt x="8163276" y="396717"/>
                  </a:lnTo>
                  <a:lnTo>
                    <a:pt x="8151487" y="384130"/>
                  </a:lnTo>
                  <a:lnTo>
                    <a:pt x="8104783" y="338272"/>
                  </a:lnTo>
                  <a:lnTo>
                    <a:pt x="8055660" y="296705"/>
                  </a:lnTo>
                  <a:lnTo>
                    <a:pt x="8003395" y="259245"/>
                  </a:lnTo>
                  <a:lnTo>
                    <a:pt x="7947197" y="225557"/>
                  </a:lnTo>
                  <a:lnTo>
                    <a:pt x="7886257" y="195255"/>
                  </a:lnTo>
                  <a:lnTo>
                    <a:pt x="7819799" y="167953"/>
                  </a:lnTo>
                  <a:lnTo>
                    <a:pt x="7747149" y="143301"/>
                  </a:lnTo>
                  <a:lnTo>
                    <a:pt x="7667831" y="121000"/>
                  </a:lnTo>
                  <a:lnTo>
                    <a:pt x="7581692" y="100819"/>
                  </a:lnTo>
                  <a:lnTo>
                    <a:pt x="7489063" y="82594"/>
                  </a:lnTo>
                  <a:lnTo>
                    <a:pt x="7390929" y="66229"/>
                  </a:lnTo>
                  <a:lnTo>
                    <a:pt x="7289098" y="51693"/>
                  </a:lnTo>
                  <a:lnTo>
                    <a:pt x="7186279" y="39002"/>
                  </a:lnTo>
                  <a:lnTo>
                    <a:pt x="7086028" y="28197"/>
                  </a:lnTo>
                  <a:lnTo>
                    <a:pt x="6992463" y="19312"/>
                  </a:lnTo>
                  <a:lnTo>
                    <a:pt x="6909751" y="12336"/>
                  </a:lnTo>
                  <a:lnTo>
                    <a:pt x="6841417" y="7181"/>
                  </a:lnTo>
                  <a:lnTo>
                    <a:pt x="6789659" y="3670"/>
                  </a:lnTo>
                  <a:lnTo>
                    <a:pt x="6754842" y="1535"/>
                  </a:lnTo>
                  <a:lnTo>
                    <a:pt x="6735315" y="449"/>
                  </a:lnTo>
                  <a:lnTo>
                    <a:pt x="6727538" y="55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737" y="31"/>
                  </a:lnTo>
                  <a:lnTo>
                    <a:pt x="5245739" y="252"/>
                  </a:lnTo>
                  <a:lnTo>
                    <a:pt x="5225620" y="865"/>
                  </a:lnTo>
                  <a:lnTo>
                    <a:pt x="5189756" y="2070"/>
                  </a:lnTo>
                  <a:lnTo>
                    <a:pt x="5136511" y="4053"/>
                  </a:lnTo>
                  <a:lnTo>
                    <a:pt x="5066365" y="6962"/>
                  </a:lnTo>
                  <a:lnTo>
                    <a:pt x="4981698" y="10896"/>
                  </a:lnTo>
                  <a:lnTo>
                    <a:pt x="4886239" y="15899"/>
                  </a:lnTo>
                  <a:lnTo>
                    <a:pt x="4784330" y="21975"/>
                  </a:lnTo>
                  <a:lnTo>
                    <a:pt x="4680203" y="29104"/>
                  </a:lnTo>
                  <a:lnTo>
                    <a:pt x="4577457" y="37264"/>
                  </a:lnTo>
                  <a:lnTo>
                    <a:pt x="4478789" y="46447"/>
                  </a:lnTo>
                  <a:lnTo>
                    <a:pt x="4385949" y="56677"/>
                  </a:lnTo>
                  <a:lnTo>
                    <a:pt x="4299850" y="68013"/>
                  </a:lnTo>
                  <a:lnTo>
                    <a:pt x="4220742" y="80554"/>
                  </a:lnTo>
                  <a:lnTo>
                    <a:pt x="4148399" y="94438"/>
                  </a:lnTo>
                  <a:lnTo>
                    <a:pt x="4082281" y="109840"/>
                  </a:lnTo>
                  <a:lnTo>
                    <a:pt x="4021661" y="126963"/>
                  </a:lnTo>
                  <a:lnTo>
                    <a:pt x="3965724" y="146028"/>
                  </a:lnTo>
                  <a:lnTo>
                    <a:pt x="3913629" y="167251"/>
                  </a:lnTo>
                  <a:lnTo>
                    <a:pt x="3864569" y="190805"/>
                  </a:lnTo>
                  <a:lnTo>
                    <a:pt x="3829811" y="209773"/>
                  </a:lnTo>
                  <a:lnTo>
                    <a:pt x="3781186" y="239583"/>
                  </a:lnTo>
                  <a:lnTo>
                    <a:pt x="3734024" y="272224"/>
                  </a:lnTo>
                  <a:lnTo>
                    <a:pt x="3687810" y="307744"/>
                  </a:lnTo>
                  <a:lnTo>
                    <a:pt x="3642158" y="346107"/>
                  </a:lnTo>
                  <a:lnTo>
                    <a:pt x="3596787" y="387187"/>
                  </a:lnTo>
                  <a:lnTo>
                    <a:pt x="3551506" y="430756"/>
                  </a:lnTo>
                  <a:lnTo>
                    <a:pt x="3506199" y="476490"/>
                  </a:lnTo>
                  <a:lnTo>
                    <a:pt x="3460813" y="523968"/>
                  </a:lnTo>
                  <a:lnTo>
                    <a:pt x="3415341" y="572689"/>
                  </a:lnTo>
                  <a:lnTo>
                    <a:pt x="3369814" y="622093"/>
                  </a:lnTo>
                  <a:lnTo>
                    <a:pt x="3324279" y="671584"/>
                  </a:lnTo>
                  <a:lnTo>
                    <a:pt x="3278787" y="720564"/>
                  </a:lnTo>
                  <a:lnTo>
                    <a:pt x="3233374" y="768459"/>
                  </a:lnTo>
                  <a:lnTo>
                    <a:pt x="3188047" y="814749"/>
                  </a:lnTo>
                  <a:lnTo>
                    <a:pt x="3142768" y="858988"/>
                  </a:lnTo>
                  <a:lnTo>
                    <a:pt x="3097439" y="900822"/>
                  </a:lnTo>
                  <a:lnTo>
                    <a:pt x="3051894" y="939995"/>
                  </a:lnTo>
                  <a:lnTo>
                    <a:pt x="3005878" y="976352"/>
                  </a:lnTo>
                  <a:lnTo>
                    <a:pt x="2959040" y="1009831"/>
                  </a:lnTo>
                  <a:lnTo>
                    <a:pt x="2910904" y="1040458"/>
                  </a:lnTo>
                  <a:lnTo>
                    <a:pt x="2896531" y="1048868"/>
                  </a:lnTo>
                  <a:lnTo>
                    <a:pt x="2849242" y="1074203"/>
                  </a:lnTo>
                  <a:lnTo>
                    <a:pt x="2799465" y="1097138"/>
                  </a:lnTo>
                  <a:lnTo>
                    <a:pt x="2746449" y="1117779"/>
                  </a:lnTo>
                  <a:lnTo>
                    <a:pt x="2689373" y="1136317"/>
                  </a:lnTo>
                  <a:lnTo>
                    <a:pt x="2627398" y="1152970"/>
                  </a:lnTo>
                  <a:lnTo>
                    <a:pt x="2559722" y="1167958"/>
                  </a:lnTo>
                  <a:lnTo>
                    <a:pt x="2485658" y="1181477"/>
                  </a:lnTo>
                  <a:lnTo>
                    <a:pt x="2404735" y="1193692"/>
                  </a:lnTo>
                  <a:lnTo>
                    <a:pt x="2316832" y="1204732"/>
                  </a:lnTo>
                  <a:lnTo>
                    <a:pt x="2222355" y="1214685"/>
                  </a:lnTo>
                  <a:lnTo>
                    <a:pt x="2122418" y="1223601"/>
                  </a:lnTo>
                  <a:lnTo>
                    <a:pt x="2019014" y="1231494"/>
                  </a:lnTo>
                  <a:lnTo>
                    <a:pt x="1915086" y="1238351"/>
                  </a:lnTo>
                  <a:lnTo>
                    <a:pt x="1814434" y="1244149"/>
                  </a:lnTo>
                  <a:lnTo>
                    <a:pt x="1721379" y="1248872"/>
                  </a:lnTo>
                  <a:lnTo>
                    <a:pt x="1640178" y="1252532"/>
                  </a:lnTo>
                  <a:lnTo>
                    <a:pt x="1574276" y="1255188"/>
                  </a:lnTo>
                  <a:lnTo>
                    <a:pt x="1525598" y="1256953"/>
                  </a:lnTo>
                  <a:lnTo>
                    <a:pt x="1494078" y="1257985"/>
                  </a:lnTo>
                  <a:lnTo>
                    <a:pt x="1477540" y="1258476"/>
                  </a:lnTo>
                  <a:lnTo>
                    <a:pt x="1471887" y="1258629"/>
                  </a:lnTo>
                  <a:lnTo>
                    <a:pt x="1471387" y="1258641"/>
                  </a:lnTo>
                  <a:lnTo>
                    <a:pt x="0" y="1258641"/>
                  </a:lnTo>
                  <a:close/>
                </a:path>
              </a:pathLst>
            </a:custGeom>
            <a:solidFill>
              <a:srgbClr val="F28E5B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852" name="pl852"/>
            <p:cNvSpPr/>
            <p:nvPr/>
          </p:nvSpPr>
          <p:spPr>
            <a:xfrm>
              <a:off x="4799595" y="6123990"/>
              <a:ext cx="11981298" cy="2304785"/>
            </a:xfrm>
            <a:custGeom>
              <a:avLst/>
              <a:pathLst>
                <a:path w="11981298" h="2304785">
                  <a:moveTo>
                    <a:pt x="0" y="1258641"/>
                  </a:moveTo>
                  <a:lnTo>
                    <a:pt x="1471387" y="1258641"/>
                  </a:lnTo>
                  <a:lnTo>
                    <a:pt x="1472605" y="1258610"/>
                  </a:lnTo>
                  <a:lnTo>
                    <a:pt x="1480603" y="1258389"/>
                  </a:lnTo>
                  <a:lnTo>
                    <a:pt x="1500722" y="1257776"/>
                  </a:lnTo>
                  <a:lnTo>
                    <a:pt x="1536587" y="1256571"/>
                  </a:lnTo>
                  <a:lnTo>
                    <a:pt x="1589831" y="1254588"/>
                  </a:lnTo>
                  <a:lnTo>
                    <a:pt x="1659977" y="1251679"/>
                  </a:lnTo>
                  <a:lnTo>
                    <a:pt x="1744644" y="1247745"/>
                  </a:lnTo>
                  <a:lnTo>
                    <a:pt x="1840103" y="1242742"/>
                  </a:lnTo>
                  <a:lnTo>
                    <a:pt x="1942012" y="1236666"/>
                  </a:lnTo>
                  <a:lnTo>
                    <a:pt x="2046139" y="1229537"/>
                  </a:lnTo>
                  <a:lnTo>
                    <a:pt x="2148885" y="1221377"/>
                  </a:lnTo>
                  <a:lnTo>
                    <a:pt x="2247553" y="1212194"/>
                  </a:lnTo>
                  <a:lnTo>
                    <a:pt x="2340393" y="1201964"/>
                  </a:lnTo>
                  <a:lnTo>
                    <a:pt x="2426492" y="1190628"/>
                  </a:lnTo>
                  <a:lnTo>
                    <a:pt x="2505600" y="1178087"/>
                  </a:lnTo>
                  <a:lnTo>
                    <a:pt x="2577943" y="1164203"/>
                  </a:lnTo>
                  <a:lnTo>
                    <a:pt x="2644062" y="1148801"/>
                  </a:lnTo>
                  <a:lnTo>
                    <a:pt x="2704681" y="1131678"/>
                  </a:lnTo>
                  <a:lnTo>
                    <a:pt x="2760618" y="1112613"/>
                  </a:lnTo>
                  <a:lnTo>
                    <a:pt x="2812713" y="1091390"/>
                  </a:lnTo>
                  <a:lnTo>
                    <a:pt x="2861774" y="1067835"/>
                  </a:lnTo>
                  <a:lnTo>
                    <a:pt x="2896531" y="1048868"/>
                  </a:lnTo>
                  <a:lnTo>
                    <a:pt x="2945156" y="1019057"/>
                  </a:lnTo>
                  <a:lnTo>
                    <a:pt x="2992318" y="986416"/>
                  </a:lnTo>
                  <a:lnTo>
                    <a:pt x="3038532" y="950897"/>
                  </a:lnTo>
                  <a:lnTo>
                    <a:pt x="3084185" y="912534"/>
                  </a:lnTo>
                  <a:lnTo>
                    <a:pt x="3129555" y="871454"/>
                  </a:lnTo>
                  <a:lnTo>
                    <a:pt x="3174836" y="827884"/>
                  </a:lnTo>
                  <a:lnTo>
                    <a:pt x="3220143" y="782151"/>
                  </a:lnTo>
                  <a:lnTo>
                    <a:pt x="3265529" y="734673"/>
                  </a:lnTo>
                  <a:lnTo>
                    <a:pt x="3311001" y="685952"/>
                  </a:lnTo>
                  <a:lnTo>
                    <a:pt x="3356528" y="636548"/>
                  </a:lnTo>
                  <a:lnTo>
                    <a:pt x="3402063" y="587057"/>
                  </a:lnTo>
                  <a:lnTo>
                    <a:pt x="3447555" y="538077"/>
                  </a:lnTo>
                  <a:lnTo>
                    <a:pt x="3492968" y="490181"/>
                  </a:lnTo>
                  <a:lnTo>
                    <a:pt x="3538295" y="443891"/>
                  </a:lnTo>
                  <a:lnTo>
                    <a:pt x="3583574" y="399652"/>
                  </a:lnTo>
                  <a:lnTo>
                    <a:pt x="3628903" y="357818"/>
                  </a:lnTo>
                  <a:lnTo>
                    <a:pt x="3674448" y="318645"/>
                  </a:lnTo>
                  <a:lnTo>
                    <a:pt x="3720464" y="282289"/>
                  </a:lnTo>
                  <a:lnTo>
                    <a:pt x="3767302" y="248810"/>
                  </a:lnTo>
                  <a:lnTo>
                    <a:pt x="3815438" y="218183"/>
                  </a:lnTo>
                  <a:lnTo>
                    <a:pt x="3829811" y="209773"/>
                  </a:lnTo>
                  <a:lnTo>
                    <a:pt x="3877100" y="184438"/>
                  </a:lnTo>
                  <a:lnTo>
                    <a:pt x="3926877" y="161503"/>
                  </a:lnTo>
                  <a:lnTo>
                    <a:pt x="3979893" y="140862"/>
                  </a:lnTo>
                  <a:lnTo>
                    <a:pt x="4036969" y="122324"/>
                  </a:lnTo>
                  <a:lnTo>
                    <a:pt x="4098944" y="105670"/>
                  </a:lnTo>
                  <a:lnTo>
                    <a:pt x="4166620" y="90682"/>
                  </a:lnTo>
                  <a:lnTo>
                    <a:pt x="4240684" y="77164"/>
                  </a:lnTo>
                  <a:lnTo>
                    <a:pt x="4321607" y="64949"/>
                  </a:lnTo>
                  <a:lnTo>
                    <a:pt x="4409510" y="53909"/>
                  </a:lnTo>
                  <a:lnTo>
                    <a:pt x="4503987" y="43955"/>
                  </a:lnTo>
                  <a:lnTo>
                    <a:pt x="4603924" y="35039"/>
                  </a:lnTo>
                  <a:lnTo>
                    <a:pt x="4707328" y="27147"/>
                  </a:lnTo>
                  <a:lnTo>
                    <a:pt x="4811256" y="20290"/>
                  </a:lnTo>
                  <a:lnTo>
                    <a:pt x="4911908" y="14491"/>
                  </a:lnTo>
                  <a:lnTo>
                    <a:pt x="5004963" y="9769"/>
                  </a:lnTo>
                  <a:lnTo>
                    <a:pt x="5086164" y="6109"/>
                  </a:lnTo>
                  <a:lnTo>
                    <a:pt x="5152066" y="3452"/>
                  </a:lnTo>
                  <a:lnTo>
                    <a:pt x="5200744" y="1688"/>
                  </a:lnTo>
                  <a:lnTo>
                    <a:pt x="5232264" y="656"/>
                  </a:lnTo>
                  <a:lnTo>
                    <a:pt x="5248802" y="165"/>
                  </a:lnTo>
                  <a:lnTo>
                    <a:pt x="5254455" y="12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518" y="54"/>
                  </a:lnTo>
                  <a:lnTo>
                    <a:pt x="6735240" y="445"/>
                  </a:lnTo>
                  <a:lnTo>
                    <a:pt x="6754688" y="1526"/>
                  </a:lnTo>
                  <a:lnTo>
                    <a:pt x="6789411" y="3654"/>
                  </a:lnTo>
                  <a:lnTo>
                    <a:pt x="6841070" y="7156"/>
                  </a:lnTo>
                  <a:lnTo>
                    <a:pt x="6909313" y="12301"/>
                  </a:lnTo>
                  <a:lnTo>
                    <a:pt x="6991951" y="19267"/>
                  </a:lnTo>
                  <a:lnTo>
                    <a:pt x="7085465" y="28141"/>
                  </a:lnTo>
                  <a:lnTo>
                    <a:pt x="7185690" y="38934"/>
                  </a:lnTo>
                  <a:lnTo>
                    <a:pt x="7288504" y="51614"/>
                  </a:lnTo>
                  <a:lnTo>
                    <a:pt x="7390351" y="66140"/>
                  </a:lnTo>
                  <a:lnTo>
                    <a:pt x="7488511" y="82494"/>
                  </a:lnTo>
                  <a:lnTo>
                    <a:pt x="7581176" y="100708"/>
                  </a:lnTo>
                  <a:lnTo>
                    <a:pt x="7667354" y="120878"/>
                  </a:lnTo>
                  <a:lnTo>
                    <a:pt x="7746711" y="143166"/>
                  </a:lnTo>
                  <a:lnTo>
                    <a:pt x="7819398" y="167804"/>
                  </a:lnTo>
                  <a:lnTo>
                    <a:pt x="7885891" y="195089"/>
                  </a:lnTo>
                  <a:lnTo>
                    <a:pt x="7946860" y="225373"/>
                  </a:lnTo>
                  <a:lnTo>
                    <a:pt x="8003083" y="259040"/>
                  </a:lnTo>
                  <a:lnTo>
                    <a:pt x="8055369" y="296478"/>
                  </a:lnTo>
                  <a:lnTo>
                    <a:pt x="8104508" y="338020"/>
                  </a:lnTo>
                  <a:lnTo>
                    <a:pt x="8151223" y="383854"/>
                  </a:lnTo>
                  <a:lnTo>
                    <a:pt x="8151487" y="384130"/>
                  </a:lnTo>
                  <a:lnTo>
                    <a:pt x="8192231" y="429388"/>
                  </a:lnTo>
                  <a:lnTo>
                    <a:pt x="8231887" y="478248"/>
                  </a:lnTo>
                  <a:lnTo>
                    <a:pt x="8270777" y="530780"/>
                  </a:lnTo>
                  <a:lnTo>
                    <a:pt x="8309153" y="586987"/>
                  </a:lnTo>
                  <a:lnTo>
                    <a:pt x="8347214" y="646790"/>
                  </a:lnTo>
                  <a:lnTo>
                    <a:pt x="8385108" y="710027"/>
                  </a:lnTo>
                  <a:lnTo>
                    <a:pt x="8422941" y="776446"/>
                  </a:lnTo>
                  <a:lnTo>
                    <a:pt x="8460785" y="845705"/>
                  </a:lnTo>
                  <a:lnTo>
                    <a:pt x="8498677" y="917378"/>
                  </a:lnTo>
                  <a:lnTo>
                    <a:pt x="8536632" y="990962"/>
                  </a:lnTo>
                  <a:lnTo>
                    <a:pt x="8574641" y="1065889"/>
                  </a:lnTo>
                  <a:lnTo>
                    <a:pt x="8612684" y="1141547"/>
                  </a:lnTo>
                  <a:lnTo>
                    <a:pt x="8650731" y="1217297"/>
                  </a:lnTo>
                  <a:lnTo>
                    <a:pt x="8688752" y="1292498"/>
                  </a:lnTo>
                  <a:lnTo>
                    <a:pt x="8726724" y="1366526"/>
                  </a:lnTo>
                  <a:lnTo>
                    <a:pt x="8764634" y="1438800"/>
                  </a:lnTo>
                  <a:lnTo>
                    <a:pt x="8802489" y="1508798"/>
                  </a:lnTo>
                  <a:lnTo>
                    <a:pt x="8840319" y="1576068"/>
                  </a:lnTo>
                  <a:lnTo>
                    <a:pt x="8878187" y="1640245"/>
                  </a:lnTo>
                  <a:lnTo>
                    <a:pt x="8916186" y="1701051"/>
                  </a:lnTo>
                  <a:lnTo>
                    <a:pt x="8954455" y="1758298"/>
                  </a:lnTo>
                  <a:lnTo>
                    <a:pt x="8993174" y="1811884"/>
                  </a:lnTo>
                  <a:lnTo>
                    <a:pt x="9032582" y="1861790"/>
                  </a:lnTo>
                  <a:lnTo>
                    <a:pt x="9072977" y="1908068"/>
                  </a:lnTo>
                  <a:lnTo>
                    <a:pt x="9084767" y="1920654"/>
                  </a:lnTo>
                  <a:lnTo>
                    <a:pt x="9131470" y="1966513"/>
                  </a:lnTo>
                  <a:lnTo>
                    <a:pt x="9180593" y="2008079"/>
                  </a:lnTo>
                  <a:lnTo>
                    <a:pt x="9232858" y="2045540"/>
                  </a:lnTo>
                  <a:lnTo>
                    <a:pt x="9289056" y="2079227"/>
                  </a:lnTo>
                  <a:lnTo>
                    <a:pt x="9349996" y="2109529"/>
                  </a:lnTo>
                  <a:lnTo>
                    <a:pt x="9416454" y="2136831"/>
                  </a:lnTo>
                  <a:lnTo>
                    <a:pt x="9489105" y="2161484"/>
                  </a:lnTo>
                  <a:lnTo>
                    <a:pt x="9568423" y="2183784"/>
                  </a:lnTo>
                  <a:lnTo>
                    <a:pt x="9654561" y="2203965"/>
                  </a:lnTo>
                  <a:lnTo>
                    <a:pt x="9747190" y="2222191"/>
                  </a:lnTo>
                  <a:lnTo>
                    <a:pt x="9845324" y="2238556"/>
                  </a:lnTo>
                  <a:lnTo>
                    <a:pt x="9947156" y="2253092"/>
                  </a:lnTo>
                  <a:lnTo>
                    <a:pt x="10049975" y="2265783"/>
                  </a:lnTo>
                  <a:lnTo>
                    <a:pt x="10150226" y="2276587"/>
                  </a:lnTo>
                  <a:lnTo>
                    <a:pt x="10243790" y="2285472"/>
                  </a:lnTo>
                  <a:lnTo>
                    <a:pt x="10326503" y="2292449"/>
                  </a:lnTo>
                  <a:lnTo>
                    <a:pt x="10394836" y="2297603"/>
                  </a:lnTo>
                  <a:lnTo>
                    <a:pt x="10446594" y="2301115"/>
                  </a:lnTo>
                  <a:lnTo>
                    <a:pt x="10481411" y="2303249"/>
                  </a:lnTo>
                  <a:lnTo>
                    <a:pt x="10500938" y="2304335"/>
                  </a:lnTo>
                  <a:lnTo>
                    <a:pt x="10508715" y="2304729"/>
                  </a:lnTo>
                  <a:lnTo>
                    <a:pt x="10509911" y="2304785"/>
                  </a:lnTo>
                  <a:lnTo>
                    <a:pt x="10509911" y="2304785"/>
                  </a:lnTo>
                  <a:lnTo>
                    <a:pt x="11981298" y="230478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53" name="pl853"/>
            <p:cNvSpPr/>
            <p:nvPr/>
          </p:nvSpPr>
          <p:spPr>
            <a:xfrm>
              <a:off x="4799595" y="6107644"/>
              <a:ext cx="11981298" cy="2304785"/>
            </a:xfrm>
            <a:custGeom>
              <a:avLst/>
              <a:pathLst>
                <a:path w="11981298" h="2304785">
                  <a:moveTo>
                    <a:pt x="11981298" y="2304785"/>
                  </a:moveTo>
                  <a:lnTo>
                    <a:pt x="10509911" y="2304785"/>
                  </a:lnTo>
                  <a:lnTo>
                    <a:pt x="10508735" y="2304730"/>
                  </a:lnTo>
                  <a:lnTo>
                    <a:pt x="10501013" y="2304339"/>
                  </a:lnTo>
                  <a:lnTo>
                    <a:pt x="10481565" y="2303258"/>
                  </a:lnTo>
                  <a:lnTo>
                    <a:pt x="10446843" y="2301131"/>
                  </a:lnTo>
                  <a:lnTo>
                    <a:pt x="10395183" y="2297628"/>
                  </a:lnTo>
                  <a:lnTo>
                    <a:pt x="10326941" y="2292483"/>
                  </a:lnTo>
                  <a:lnTo>
                    <a:pt x="10244302" y="2285518"/>
                  </a:lnTo>
                  <a:lnTo>
                    <a:pt x="10150788" y="2276644"/>
                  </a:lnTo>
                  <a:lnTo>
                    <a:pt x="10050564" y="2265850"/>
                  </a:lnTo>
                  <a:lnTo>
                    <a:pt x="9947749" y="2253170"/>
                  </a:lnTo>
                  <a:lnTo>
                    <a:pt x="9845903" y="2238645"/>
                  </a:lnTo>
                  <a:lnTo>
                    <a:pt x="9747742" y="2222291"/>
                  </a:lnTo>
                  <a:lnTo>
                    <a:pt x="9655077" y="2204076"/>
                  </a:lnTo>
                  <a:lnTo>
                    <a:pt x="9568900" y="2183907"/>
                  </a:lnTo>
                  <a:lnTo>
                    <a:pt x="9489542" y="2161619"/>
                  </a:lnTo>
                  <a:lnTo>
                    <a:pt x="9416855" y="2136981"/>
                  </a:lnTo>
                  <a:lnTo>
                    <a:pt x="9350363" y="2109695"/>
                  </a:lnTo>
                  <a:lnTo>
                    <a:pt x="9289393" y="2079412"/>
                  </a:lnTo>
                  <a:lnTo>
                    <a:pt x="9233170" y="2045744"/>
                  </a:lnTo>
                  <a:lnTo>
                    <a:pt x="9180885" y="2008307"/>
                  </a:lnTo>
                  <a:lnTo>
                    <a:pt x="9131745" y="1966765"/>
                  </a:lnTo>
                  <a:lnTo>
                    <a:pt x="9085030" y="1920931"/>
                  </a:lnTo>
                  <a:lnTo>
                    <a:pt x="9084767" y="1920654"/>
                  </a:lnTo>
                  <a:lnTo>
                    <a:pt x="9044023" y="1875396"/>
                  </a:lnTo>
                  <a:lnTo>
                    <a:pt x="9004366" y="1826537"/>
                  </a:lnTo>
                  <a:lnTo>
                    <a:pt x="8965477" y="1774004"/>
                  </a:lnTo>
                  <a:lnTo>
                    <a:pt x="8927100" y="1717798"/>
                  </a:lnTo>
                  <a:lnTo>
                    <a:pt x="8889039" y="1657995"/>
                  </a:lnTo>
                  <a:lnTo>
                    <a:pt x="8851146" y="1594758"/>
                  </a:lnTo>
                  <a:lnTo>
                    <a:pt x="8813312" y="1528339"/>
                  </a:lnTo>
                  <a:lnTo>
                    <a:pt x="8775469" y="1459080"/>
                  </a:lnTo>
                  <a:lnTo>
                    <a:pt x="8737576" y="1387406"/>
                  </a:lnTo>
                  <a:lnTo>
                    <a:pt x="8699622" y="1313822"/>
                  </a:lnTo>
                  <a:lnTo>
                    <a:pt x="8661612" y="1238895"/>
                  </a:lnTo>
                  <a:lnTo>
                    <a:pt x="8623569" y="1163237"/>
                  </a:lnTo>
                  <a:lnTo>
                    <a:pt x="8585522" y="1087487"/>
                  </a:lnTo>
                  <a:lnTo>
                    <a:pt x="8547501" y="1012287"/>
                  </a:lnTo>
                  <a:lnTo>
                    <a:pt x="8509529" y="938258"/>
                  </a:lnTo>
                  <a:lnTo>
                    <a:pt x="8471619" y="865984"/>
                  </a:lnTo>
                  <a:lnTo>
                    <a:pt x="8433764" y="795987"/>
                  </a:lnTo>
                  <a:lnTo>
                    <a:pt x="8395934" y="728717"/>
                  </a:lnTo>
                  <a:lnTo>
                    <a:pt x="8358066" y="664540"/>
                  </a:lnTo>
                  <a:lnTo>
                    <a:pt x="8320067" y="603734"/>
                  </a:lnTo>
                  <a:lnTo>
                    <a:pt x="8281798" y="546487"/>
                  </a:lnTo>
                  <a:lnTo>
                    <a:pt x="8243079" y="492900"/>
                  </a:lnTo>
                  <a:lnTo>
                    <a:pt x="8203671" y="442994"/>
                  </a:lnTo>
                  <a:lnTo>
                    <a:pt x="8163276" y="396717"/>
                  </a:lnTo>
                  <a:lnTo>
                    <a:pt x="8151487" y="384130"/>
                  </a:lnTo>
                  <a:lnTo>
                    <a:pt x="8104783" y="338272"/>
                  </a:lnTo>
                  <a:lnTo>
                    <a:pt x="8055660" y="296705"/>
                  </a:lnTo>
                  <a:lnTo>
                    <a:pt x="8003395" y="259245"/>
                  </a:lnTo>
                  <a:lnTo>
                    <a:pt x="7947197" y="225557"/>
                  </a:lnTo>
                  <a:lnTo>
                    <a:pt x="7886257" y="195255"/>
                  </a:lnTo>
                  <a:lnTo>
                    <a:pt x="7819799" y="167953"/>
                  </a:lnTo>
                  <a:lnTo>
                    <a:pt x="7747149" y="143301"/>
                  </a:lnTo>
                  <a:lnTo>
                    <a:pt x="7667831" y="121000"/>
                  </a:lnTo>
                  <a:lnTo>
                    <a:pt x="7581692" y="100819"/>
                  </a:lnTo>
                  <a:lnTo>
                    <a:pt x="7489063" y="82594"/>
                  </a:lnTo>
                  <a:lnTo>
                    <a:pt x="7390929" y="66229"/>
                  </a:lnTo>
                  <a:lnTo>
                    <a:pt x="7289098" y="51693"/>
                  </a:lnTo>
                  <a:lnTo>
                    <a:pt x="7186279" y="39002"/>
                  </a:lnTo>
                  <a:lnTo>
                    <a:pt x="7086028" y="28197"/>
                  </a:lnTo>
                  <a:lnTo>
                    <a:pt x="6992463" y="19312"/>
                  </a:lnTo>
                  <a:lnTo>
                    <a:pt x="6909751" y="12336"/>
                  </a:lnTo>
                  <a:lnTo>
                    <a:pt x="6841417" y="7181"/>
                  </a:lnTo>
                  <a:lnTo>
                    <a:pt x="6789659" y="3670"/>
                  </a:lnTo>
                  <a:lnTo>
                    <a:pt x="6754842" y="1535"/>
                  </a:lnTo>
                  <a:lnTo>
                    <a:pt x="6735315" y="449"/>
                  </a:lnTo>
                  <a:lnTo>
                    <a:pt x="6727538" y="55"/>
                  </a:lnTo>
                  <a:lnTo>
                    <a:pt x="6726343" y="0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737" y="31"/>
                  </a:lnTo>
                  <a:lnTo>
                    <a:pt x="5245739" y="252"/>
                  </a:lnTo>
                  <a:lnTo>
                    <a:pt x="5225620" y="865"/>
                  </a:lnTo>
                  <a:lnTo>
                    <a:pt x="5189756" y="2070"/>
                  </a:lnTo>
                  <a:lnTo>
                    <a:pt x="5136511" y="4053"/>
                  </a:lnTo>
                  <a:lnTo>
                    <a:pt x="5066365" y="6962"/>
                  </a:lnTo>
                  <a:lnTo>
                    <a:pt x="4981698" y="10896"/>
                  </a:lnTo>
                  <a:lnTo>
                    <a:pt x="4886239" y="15899"/>
                  </a:lnTo>
                  <a:lnTo>
                    <a:pt x="4784330" y="21975"/>
                  </a:lnTo>
                  <a:lnTo>
                    <a:pt x="4680203" y="29104"/>
                  </a:lnTo>
                  <a:lnTo>
                    <a:pt x="4577457" y="37264"/>
                  </a:lnTo>
                  <a:lnTo>
                    <a:pt x="4478789" y="46447"/>
                  </a:lnTo>
                  <a:lnTo>
                    <a:pt x="4385949" y="56677"/>
                  </a:lnTo>
                  <a:lnTo>
                    <a:pt x="4299850" y="68013"/>
                  </a:lnTo>
                  <a:lnTo>
                    <a:pt x="4220742" y="80554"/>
                  </a:lnTo>
                  <a:lnTo>
                    <a:pt x="4148399" y="94438"/>
                  </a:lnTo>
                  <a:lnTo>
                    <a:pt x="4082281" y="109840"/>
                  </a:lnTo>
                  <a:lnTo>
                    <a:pt x="4021661" y="126963"/>
                  </a:lnTo>
                  <a:lnTo>
                    <a:pt x="3965724" y="146028"/>
                  </a:lnTo>
                  <a:lnTo>
                    <a:pt x="3913629" y="167251"/>
                  </a:lnTo>
                  <a:lnTo>
                    <a:pt x="3864569" y="190805"/>
                  </a:lnTo>
                  <a:lnTo>
                    <a:pt x="3829811" y="209773"/>
                  </a:lnTo>
                  <a:lnTo>
                    <a:pt x="3781186" y="239583"/>
                  </a:lnTo>
                  <a:lnTo>
                    <a:pt x="3734024" y="272224"/>
                  </a:lnTo>
                  <a:lnTo>
                    <a:pt x="3687810" y="307744"/>
                  </a:lnTo>
                  <a:lnTo>
                    <a:pt x="3642158" y="346107"/>
                  </a:lnTo>
                  <a:lnTo>
                    <a:pt x="3596787" y="387187"/>
                  </a:lnTo>
                  <a:lnTo>
                    <a:pt x="3551506" y="430756"/>
                  </a:lnTo>
                  <a:lnTo>
                    <a:pt x="3506199" y="476490"/>
                  </a:lnTo>
                  <a:lnTo>
                    <a:pt x="3460813" y="523968"/>
                  </a:lnTo>
                  <a:lnTo>
                    <a:pt x="3415341" y="572689"/>
                  </a:lnTo>
                  <a:lnTo>
                    <a:pt x="3369814" y="622093"/>
                  </a:lnTo>
                  <a:lnTo>
                    <a:pt x="3324279" y="671584"/>
                  </a:lnTo>
                  <a:lnTo>
                    <a:pt x="3278787" y="720564"/>
                  </a:lnTo>
                  <a:lnTo>
                    <a:pt x="3233374" y="768459"/>
                  </a:lnTo>
                  <a:lnTo>
                    <a:pt x="3188047" y="814749"/>
                  </a:lnTo>
                  <a:lnTo>
                    <a:pt x="3142768" y="858988"/>
                  </a:lnTo>
                  <a:lnTo>
                    <a:pt x="3097439" y="900822"/>
                  </a:lnTo>
                  <a:lnTo>
                    <a:pt x="3051894" y="939995"/>
                  </a:lnTo>
                  <a:lnTo>
                    <a:pt x="3005878" y="976352"/>
                  </a:lnTo>
                  <a:lnTo>
                    <a:pt x="2959040" y="1009831"/>
                  </a:lnTo>
                  <a:lnTo>
                    <a:pt x="2910904" y="1040458"/>
                  </a:lnTo>
                  <a:lnTo>
                    <a:pt x="2896531" y="1048868"/>
                  </a:lnTo>
                  <a:lnTo>
                    <a:pt x="2849242" y="1074203"/>
                  </a:lnTo>
                  <a:lnTo>
                    <a:pt x="2799465" y="1097138"/>
                  </a:lnTo>
                  <a:lnTo>
                    <a:pt x="2746449" y="1117779"/>
                  </a:lnTo>
                  <a:lnTo>
                    <a:pt x="2689373" y="1136317"/>
                  </a:lnTo>
                  <a:lnTo>
                    <a:pt x="2627398" y="1152970"/>
                  </a:lnTo>
                  <a:lnTo>
                    <a:pt x="2559722" y="1167958"/>
                  </a:lnTo>
                  <a:lnTo>
                    <a:pt x="2485658" y="1181477"/>
                  </a:lnTo>
                  <a:lnTo>
                    <a:pt x="2404735" y="1193692"/>
                  </a:lnTo>
                  <a:lnTo>
                    <a:pt x="2316832" y="1204732"/>
                  </a:lnTo>
                  <a:lnTo>
                    <a:pt x="2222355" y="1214685"/>
                  </a:lnTo>
                  <a:lnTo>
                    <a:pt x="2122418" y="1223601"/>
                  </a:lnTo>
                  <a:lnTo>
                    <a:pt x="2019014" y="1231494"/>
                  </a:lnTo>
                  <a:lnTo>
                    <a:pt x="1915086" y="1238351"/>
                  </a:lnTo>
                  <a:lnTo>
                    <a:pt x="1814434" y="1244149"/>
                  </a:lnTo>
                  <a:lnTo>
                    <a:pt x="1721379" y="1248872"/>
                  </a:lnTo>
                  <a:lnTo>
                    <a:pt x="1640178" y="1252532"/>
                  </a:lnTo>
                  <a:lnTo>
                    <a:pt x="1574276" y="1255188"/>
                  </a:lnTo>
                  <a:lnTo>
                    <a:pt x="1525598" y="1256953"/>
                  </a:lnTo>
                  <a:lnTo>
                    <a:pt x="1494078" y="1257985"/>
                  </a:lnTo>
                  <a:lnTo>
                    <a:pt x="1477540" y="1258476"/>
                  </a:lnTo>
                  <a:lnTo>
                    <a:pt x="1471887" y="1258629"/>
                  </a:lnTo>
                  <a:lnTo>
                    <a:pt x="1471387" y="1258641"/>
                  </a:lnTo>
                  <a:lnTo>
                    <a:pt x="0" y="125864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54" name="pg854"/>
            <p:cNvSpPr/>
            <p:nvPr/>
          </p:nvSpPr>
          <p:spPr>
            <a:xfrm>
              <a:off x="4799595" y="6156682"/>
              <a:ext cx="11981298" cy="4797550"/>
            </a:xfrm>
            <a:custGeom>
              <a:avLst/>
              <a:pathLst>
                <a:path w="11981298" h="4797550">
                  <a:moveTo>
                    <a:pt x="0" y="1234122"/>
                  </a:moveTo>
                  <a:lnTo>
                    <a:pt x="1471387" y="1234122"/>
                  </a:lnTo>
                  <a:lnTo>
                    <a:pt x="1472606" y="1234092"/>
                  </a:lnTo>
                  <a:lnTo>
                    <a:pt x="1480611" y="1233876"/>
                  </a:lnTo>
                  <a:lnTo>
                    <a:pt x="1500744" y="1233279"/>
                  </a:lnTo>
                  <a:lnTo>
                    <a:pt x="1536635" y="1232104"/>
                  </a:lnTo>
                  <a:lnTo>
                    <a:pt x="1589915" y="1230171"/>
                  </a:lnTo>
                  <a:lnTo>
                    <a:pt x="1660104" y="1227335"/>
                  </a:lnTo>
                  <a:lnTo>
                    <a:pt x="1744817" y="1223501"/>
                  </a:lnTo>
                  <a:lnTo>
                    <a:pt x="1840319" y="1218624"/>
                  </a:lnTo>
                  <a:lnTo>
                    <a:pt x="1942266" y="1212702"/>
                  </a:lnTo>
                  <a:lnTo>
                    <a:pt x="2046422" y="1205753"/>
                  </a:lnTo>
                  <a:lnTo>
                    <a:pt x="2149187" y="1197801"/>
                  </a:lnTo>
                  <a:lnTo>
                    <a:pt x="2247866" y="1188850"/>
                  </a:lnTo>
                  <a:lnTo>
                    <a:pt x="2340710" y="1178880"/>
                  </a:lnTo>
                  <a:lnTo>
                    <a:pt x="2426807" y="1167831"/>
                  </a:lnTo>
                  <a:lnTo>
                    <a:pt x="2505909" y="1155608"/>
                  </a:lnTo>
                  <a:lnTo>
                    <a:pt x="2578244" y="1142075"/>
                  </a:lnTo>
                  <a:lnTo>
                    <a:pt x="2644354" y="1127062"/>
                  </a:lnTo>
                  <a:lnTo>
                    <a:pt x="2704965" y="1110370"/>
                  </a:lnTo>
                  <a:lnTo>
                    <a:pt x="2760896" y="1091785"/>
                  </a:lnTo>
                  <a:lnTo>
                    <a:pt x="2812987" y="1071097"/>
                  </a:lnTo>
                  <a:lnTo>
                    <a:pt x="2862047" y="1048135"/>
                  </a:lnTo>
                  <a:lnTo>
                    <a:pt x="2896531" y="1029797"/>
                  </a:lnTo>
                  <a:lnTo>
                    <a:pt x="2945434" y="1000584"/>
                  </a:lnTo>
                  <a:lnTo>
                    <a:pt x="2992860" y="968582"/>
                  </a:lnTo>
                  <a:lnTo>
                    <a:pt x="3039332" y="933743"/>
                  </a:lnTo>
                  <a:lnTo>
                    <a:pt x="3085242" y="896104"/>
                  </a:lnTo>
                  <a:lnTo>
                    <a:pt x="3130872" y="855791"/>
                  </a:lnTo>
                  <a:lnTo>
                    <a:pt x="3176415" y="813033"/>
                  </a:lnTo>
                  <a:lnTo>
                    <a:pt x="3221988" y="768156"/>
                  </a:lnTo>
                  <a:lnTo>
                    <a:pt x="3267642" y="721579"/>
                  </a:lnTo>
                  <a:lnTo>
                    <a:pt x="3313382" y="673802"/>
                  </a:lnTo>
                  <a:lnTo>
                    <a:pt x="3359176" y="625382"/>
                  </a:lnTo>
                  <a:lnTo>
                    <a:pt x="3404974" y="576910"/>
                  </a:lnTo>
                  <a:lnTo>
                    <a:pt x="3450726" y="528979"/>
                  </a:lnTo>
                  <a:lnTo>
                    <a:pt x="3496397" y="482154"/>
                  </a:lnTo>
                  <a:lnTo>
                    <a:pt x="3541981" y="436948"/>
                  </a:lnTo>
                  <a:lnTo>
                    <a:pt x="3587523" y="393794"/>
                  </a:lnTo>
                  <a:lnTo>
                    <a:pt x="3633127" y="353036"/>
                  </a:lnTo>
                  <a:lnTo>
                    <a:pt x="3678970" y="314918"/>
                  </a:lnTo>
                  <a:lnTo>
                    <a:pt x="3725319" y="279586"/>
                  </a:lnTo>
                  <a:lnTo>
                    <a:pt x="3772545" y="247090"/>
                  </a:lnTo>
                  <a:lnTo>
                    <a:pt x="3821146" y="217397"/>
                  </a:lnTo>
                  <a:lnTo>
                    <a:pt x="3829811" y="212497"/>
                  </a:lnTo>
                  <a:lnTo>
                    <a:pt x="3877113" y="187814"/>
                  </a:lnTo>
                  <a:lnTo>
                    <a:pt x="3926905" y="165470"/>
                  </a:lnTo>
                  <a:lnTo>
                    <a:pt x="3979938" y="145361"/>
                  </a:lnTo>
                  <a:lnTo>
                    <a:pt x="4037034" y="127301"/>
                  </a:lnTo>
                  <a:lnTo>
                    <a:pt x="4099032" y="111078"/>
                  </a:lnTo>
                  <a:lnTo>
                    <a:pt x="4166736" y="96477"/>
                  </a:lnTo>
                  <a:lnTo>
                    <a:pt x="4240831" y="83309"/>
                  </a:lnTo>
                  <a:lnTo>
                    <a:pt x="4321791" y="71410"/>
                  </a:lnTo>
                  <a:lnTo>
                    <a:pt x="4409734" y="60656"/>
                  </a:lnTo>
                  <a:lnTo>
                    <a:pt x="4504253" y="50962"/>
                  </a:lnTo>
                  <a:lnTo>
                    <a:pt x="4604229" y="42278"/>
                  </a:lnTo>
                  <a:lnTo>
                    <a:pt x="4707668" y="34591"/>
                  </a:lnTo>
                  <a:lnTo>
                    <a:pt x="4811621" y="27914"/>
                  </a:lnTo>
                  <a:lnTo>
                    <a:pt x="4912280" y="22269"/>
                  </a:lnTo>
                  <a:lnTo>
                    <a:pt x="5005321" y="17671"/>
                  </a:lnTo>
                  <a:lnTo>
                    <a:pt x="5086486" y="14110"/>
                  </a:lnTo>
                  <a:lnTo>
                    <a:pt x="5152332" y="11526"/>
                  </a:lnTo>
                  <a:lnTo>
                    <a:pt x="5200939" y="9811"/>
                  </a:lnTo>
                  <a:lnTo>
                    <a:pt x="5232386" y="8808"/>
                  </a:lnTo>
                  <a:lnTo>
                    <a:pt x="5248858" y="8332"/>
                  </a:lnTo>
                  <a:lnTo>
                    <a:pt x="5254466" y="8184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236" y="8259"/>
                  </a:lnTo>
                  <a:lnTo>
                    <a:pt x="6733142" y="8871"/>
                  </a:lnTo>
                  <a:lnTo>
                    <a:pt x="6748131" y="10564"/>
                  </a:lnTo>
                  <a:lnTo>
                    <a:pt x="6775184" y="13902"/>
                  </a:lnTo>
                  <a:lnTo>
                    <a:pt x="6816024" y="19422"/>
                  </a:lnTo>
                  <a:lnTo>
                    <a:pt x="6870991" y="27589"/>
                  </a:lnTo>
                  <a:lnTo>
                    <a:pt x="6939069" y="38755"/>
                  </a:lnTo>
                  <a:lnTo>
                    <a:pt x="7018107" y="53141"/>
                  </a:lnTo>
                  <a:lnTo>
                    <a:pt x="7105205" y="70839"/>
                  </a:lnTo>
                  <a:lnTo>
                    <a:pt x="7197168" y="91842"/>
                  </a:lnTo>
                  <a:lnTo>
                    <a:pt x="7290912" y="116092"/>
                  </a:lnTo>
                  <a:lnTo>
                    <a:pt x="7383781" y="143524"/>
                  </a:lnTo>
                  <a:lnTo>
                    <a:pt x="7473703" y="174109"/>
                  </a:lnTo>
                  <a:lnTo>
                    <a:pt x="7559236" y="207888"/>
                  </a:lnTo>
                  <a:lnTo>
                    <a:pt x="7639519" y="244989"/>
                  </a:lnTo>
                  <a:lnTo>
                    <a:pt x="7714172" y="285635"/>
                  </a:lnTo>
                  <a:lnTo>
                    <a:pt x="7783190" y="330152"/>
                  </a:lnTo>
                  <a:lnTo>
                    <a:pt x="7846835" y="378963"/>
                  </a:lnTo>
                  <a:lnTo>
                    <a:pt x="7905543" y="432573"/>
                  </a:lnTo>
                  <a:lnTo>
                    <a:pt x="7959860" y="491559"/>
                  </a:lnTo>
                  <a:lnTo>
                    <a:pt x="8010386" y="556535"/>
                  </a:lnTo>
                  <a:lnTo>
                    <a:pt x="8057734" y="628106"/>
                  </a:lnTo>
                  <a:lnTo>
                    <a:pt x="8102499" y="706784"/>
                  </a:lnTo>
                  <a:lnTo>
                    <a:pt x="8145230" y="792867"/>
                  </a:lnTo>
                  <a:lnTo>
                    <a:pt x="8151487" y="806402"/>
                  </a:lnTo>
                  <a:lnTo>
                    <a:pt x="8181560" y="874820"/>
                  </a:lnTo>
                  <a:lnTo>
                    <a:pt x="8210994" y="947252"/>
                  </a:lnTo>
                  <a:lnTo>
                    <a:pt x="8239929" y="1023778"/>
                  </a:lnTo>
                  <a:lnTo>
                    <a:pt x="8268482" y="1104439"/>
                  </a:lnTo>
                  <a:lnTo>
                    <a:pt x="8296751" y="1189233"/>
                  </a:lnTo>
                  <a:lnTo>
                    <a:pt x="8324819" y="1278107"/>
                  </a:lnTo>
                  <a:lnTo>
                    <a:pt x="8352753" y="1370960"/>
                  </a:lnTo>
                  <a:lnTo>
                    <a:pt x="8380608" y="1467639"/>
                  </a:lnTo>
                  <a:lnTo>
                    <a:pt x="8408425" y="1567934"/>
                  </a:lnTo>
                  <a:lnTo>
                    <a:pt x="8436236" y="1671582"/>
                  </a:lnTo>
                  <a:lnTo>
                    <a:pt x="8464062" y="1778265"/>
                  </a:lnTo>
                  <a:lnTo>
                    <a:pt x="8491916" y="1887617"/>
                  </a:lnTo>
                  <a:lnTo>
                    <a:pt x="8519803" y="1999224"/>
                  </a:lnTo>
                  <a:lnTo>
                    <a:pt x="8547724" y="2112631"/>
                  </a:lnTo>
                  <a:lnTo>
                    <a:pt x="8575672" y="2227353"/>
                  </a:lnTo>
                  <a:lnTo>
                    <a:pt x="8603637" y="2342877"/>
                  </a:lnTo>
                  <a:lnTo>
                    <a:pt x="8631609" y="2458677"/>
                  </a:lnTo>
                  <a:lnTo>
                    <a:pt x="8659575" y="2574220"/>
                  </a:lnTo>
                  <a:lnTo>
                    <a:pt x="8687523" y="2688979"/>
                  </a:lnTo>
                  <a:lnTo>
                    <a:pt x="8715445" y="2802443"/>
                  </a:lnTo>
                  <a:lnTo>
                    <a:pt x="8743334" y="2914123"/>
                  </a:lnTo>
                  <a:lnTo>
                    <a:pt x="8771189" y="3023563"/>
                  </a:lnTo>
                  <a:lnTo>
                    <a:pt x="8799016" y="3130349"/>
                  </a:lnTo>
                  <a:lnTo>
                    <a:pt x="8826827" y="3234112"/>
                  </a:lnTo>
                  <a:lnTo>
                    <a:pt x="8854643" y="3334532"/>
                  </a:lnTo>
                  <a:lnTo>
                    <a:pt x="8882496" y="3431345"/>
                  </a:lnTo>
                  <a:lnTo>
                    <a:pt x="8910427" y="3524340"/>
                  </a:lnTo>
                  <a:lnTo>
                    <a:pt x="8938489" y="3613359"/>
                  </a:lnTo>
                  <a:lnTo>
                    <a:pt x="8966749" y="3698301"/>
                  </a:lnTo>
                  <a:lnTo>
                    <a:pt x="8995290" y="3779111"/>
                  </a:lnTo>
                  <a:lnTo>
                    <a:pt x="9024209" y="3855786"/>
                  </a:lnTo>
                  <a:lnTo>
                    <a:pt x="9053623" y="3928364"/>
                  </a:lnTo>
                  <a:lnTo>
                    <a:pt x="9083671" y="3996925"/>
                  </a:lnTo>
                  <a:lnTo>
                    <a:pt x="9084767" y="3999320"/>
                  </a:lnTo>
                  <a:lnTo>
                    <a:pt x="9127235" y="4086517"/>
                  </a:lnTo>
                  <a:lnTo>
                    <a:pt x="9171663" y="4166293"/>
                  </a:lnTo>
                  <a:lnTo>
                    <a:pt x="9218587" y="4238899"/>
                  </a:lnTo>
                  <a:lnTo>
                    <a:pt x="9268597" y="4304826"/>
                  </a:lnTo>
                  <a:lnTo>
                    <a:pt x="9322308" y="4364670"/>
                  </a:lnTo>
                  <a:lnTo>
                    <a:pt x="9380322" y="4419047"/>
                  </a:lnTo>
                  <a:lnTo>
                    <a:pt x="9443195" y="4468542"/>
                  </a:lnTo>
                  <a:lnTo>
                    <a:pt x="9511387" y="4513674"/>
                  </a:lnTo>
                  <a:lnTo>
                    <a:pt x="9585189" y="4554877"/>
                  </a:lnTo>
                  <a:lnTo>
                    <a:pt x="9664642" y="4592492"/>
                  </a:lnTo>
                  <a:lnTo>
                    <a:pt x="9749430" y="4626758"/>
                  </a:lnTo>
                  <a:lnTo>
                    <a:pt x="9838772" y="4657817"/>
                  </a:lnTo>
                  <a:lnTo>
                    <a:pt x="9931315" y="4685722"/>
                  </a:lnTo>
                  <a:lnTo>
                    <a:pt x="10025085" y="4710452"/>
                  </a:lnTo>
                  <a:lnTo>
                    <a:pt x="10117503" y="4731946"/>
                  </a:lnTo>
                  <a:lnTo>
                    <a:pt x="10205535" y="4750141"/>
                  </a:lnTo>
                  <a:lnTo>
                    <a:pt x="10285978" y="4765020"/>
                  </a:lnTo>
                  <a:lnTo>
                    <a:pt x="10355857" y="4776658"/>
                  </a:lnTo>
                  <a:lnTo>
                    <a:pt x="10412884" y="4785255"/>
                  </a:lnTo>
                  <a:lnTo>
                    <a:pt x="10455854" y="4791145"/>
                  </a:lnTo>
                  <a:lnTo>
                    <a:pt x="10484895" y="4794776"/>
                  </a:lnTo>
                  <a:lnTo>
                    <a:pt x="10501530" y="4796679"/>
                  </a:lnTo>
                  <a:lnTo>
                    <a:pt x="10508562" y="4797418"/>
                  </a:lnTo>
                  <a:lnTo>
                    <a:pt x="10509911" y="4797550"/>
                  </a:lnTo>
                  <a:lnTo>
                    <a:pt x="11981298" y="4797550"/>
                  </a:lnTo>
                  <a:lnTo>
                    <a:pt x="11981298" y="4789377"/>
                  </a:lnTo>
                  <a:lnTo>
                    <a:pt x="10509911" y="4789377"/>
                  </a:lnTo>
                  <a:lnTo>
                    <a:pt x="10509017" y="4789290"/>
                  </a:lnTo>
                  <a:lnTo>
                    <a:pt x="10503111" y="4788678"/>
                  </a:lnTo>
                  <a:lnTo>
                    <a:pt x="10488123" y="4786985"/>
                  </a:lnTo>
                  <a:lnTo>
                    <a:pt x="10461069" y="4783647"/>
                  </a:lnTo>
                  <a:lnTo>
                    <a:pt x="10420229" y="4778127"/>
                  </a:lnTo>
                  <a:lnTo>
                    <a:pt x="10365262" y="4769960"/>
                  </a:lnTo>
                  <a:lnTo>
                    <a:pt x="10297185" y="4758794"/>
                  </a:lnTo>
                  <a:lnTo>
                    <a:pt x="10218147" y="4744408"/>
                  </a:lnTo>
                  <a:lnTo>
                    <a:pt x="10131048" y="4726710"/>
                  </a:lnTo>
                  <a:lnTo>
                    <a:pt x="10039086" y="4705707"/>
                  </a:lnTo>
                  <a:lnTo>
                    <a:pt x="9945341" y="4681457"/>
                  </a:lnTo>
                  <a:lnTo>
                    <a:pt x="9852472" y="4654025"/>
                  </a:lnTo>
                  <a:lnTo>
                    <a:pt x="9762550" y="4623440"/>
                  </a:lnTo>
                  <a:lnTo>
                    <a:pt x="9677017" y="4589661"/>
                  </a:lnTo>
                  <a:lnTo>
                    <a:pt x="9596735" y="4552560"/>
                  </a:lnTo>
                  <a:lnTo>
                    <a:pt x="9522081" y="4511914"/>
                  </a:lnTo>
                  <a:lnTo>
                    <a:pt x="9453063" y="4467397"/>
                  </a:lnTo>
                  <a:lnTo>
                    <a:pt x="9389418" y="4418586"/>
                  </a:lnTo>
                  <a:lnTo>
                    <a:pt x="9330710" y="4364976"/>
                  </a:lnTo>
                  <a:lnTo>
                    <a:pt x="9276393" y="4305990"/>
                  </a:lnTo>
                  <a:lnTo>
                    <a:pt x="9225867" y="4241014"/>
                  </a:lnTo>
                  <a:lnTo>
                    <a:pt x="9178520" y="4169443"/>
                  </a:lnTo>
                  <a:lnTo>
                    <a:pt x="9133754" y="4090765"/>
                  </a:lnTo>
                  <a:lnTo>
                    <a:pt x="9091023" y="4004682"/>
                  </a:lnTo>
                  <a:lnTo>
                    <a:pt x="9084767" y="3991147"/>
                  </a:lnTo>
                  <a:lnTo>
                    <a:pt x="9054693" y="3922729"/>
                  </a:lnTo>
                  <a:lnTo>
                    <a:pt x="9025259" y="3850297"/>
                  </a:lnTo>
                  <a:lnTo>
                    <a:pt x="8996324" y="3773771"/>
                  </a:lnTo>
                  <a:lnTo>
                    <a:pt x="8967772" y="3693110"/>
                  </a:lnTo>
                  <a:lnTo>
                    <a:pt x="8939503" y="3608316"/>
                  </a:lnTo>
                  <a:lnTo>
                    <a:pt x="8911434" y="3519442"/>
                  </a:lnTo>
                  <a:lnTo>
                    <a:pt x="8883500" y="3426589"/>
                  </a:lnTo>
                  <a:lnTo>
                    <a:pt x="8855646" y="3329910"/>
                  </a:lnTo>
                  <a:lnTo>
                    <a:pt x="8827828" y="3229615"/>
                  </a:lnTo>
                  <a:lnTo>
                    <a:pt x="8800018" y="3125967"/>
                  </a:lnTo>
                  <a:lnTo>
                    <a:pt x="8772192" y="3019284"/>
                  </a:lnTo>
                  <a:lnTo>
                    <a:pt x="8744338" y="2909932"/>
                  </a:lnTo>
                  <a:lnTo>
                    <a:pt x="8716450" y="2798325"/>
                  </a:lnTo>
                  <a:lnTo>
                    <a:pt x="8688529" y="2684918"/>
                  </a:lnTo>
                  <a:lnTo>
                    <a:pt x="8660582" y="2570196"/>
                  </a:lnTo>
                  <a:lnTo>
                    <a:pt x="8632616" y="2454672"/>
                  </a:lnTo>
                  <a:lnTo>
                    <a:pt x="8604644" y="2338872"/>
                  </a:lnTo>
                  <a:lnTo>
                    <a:pt x="8576678" y="2223329"/>
                  </a:lnTo>
                  <a:lnTo>
                    <a:pt x="8548730" y="2108570"/>
                  </a:lnTo>
                  <a:lnTo>
                    <a:pt x="8520808" y="1995106"/>
                  </a:lnTo>
                  <a:lnTo>
                    <a:pt x="8492919" y="1883426"/>
                  </a:lnTo>
                  <a:lnTo>
                    <a:pt x="8465064" y="1773986"/>
                  </a:lnTo>
                  <a:lnTo>
                    <a:pt x="8437237" y="1667200"/>
                  </a:lnTo>
                  <a:lnTo>
                    <a:pt x="8409426" y="1563437"/>
                  </a:lnTo>
                  <a:lnTo>
                    <a:pt x="8381610" y="1463017"/>
                  </a:lnTo>
                  <a:lnTo>
                    <a:pt x="8353757" y="1366204"/>
                  </a:lnTo>
                  <a:lnTo>
                    <a:pt x="8325827" y="1273209"/>
                  </a:lnTo>
                  <a:lnTo>
                    <a:pt x="8297765" y="1184190"/>
                  </a:lnTo>
                  <a:lnTo>
                    <a:pt x="8269504" y="1099248"/>
                  </a:lnTo>
                  <a:lnTo>
                    <a:pt x="8240963" y="1018438"/>
                  </a:lnTo>
                  <a:lnTo>
                    <a:pt x="8212044" y="941763"/>
                  </a:lnTo>
                  <a:lnTo>
                    <a:pt x="8182630" y="869185"/>
                  </a:lnTo>
                  <a:lnTo>
                    <a:pt x="8152582" y="800624"/>
                  </a:lnTo>
                  <a:lnTo>
                    <a:pt x="8151487" y="798229"/>
                  </a:lnTo>
                  <a:lnTo>
                    <a:pt x="8109018" y="711032"/>
                  </a:lnTo>
                  <a:lnTo>
                    <a:pt x="8064590" y="631256"/>
                  </a:lnTo>
                  <a:lnTo>
                    <a:pt x="8017666" y="558650"/>
                  </a:lnTo>
                  <a:lnTo>
                    <a:pt x="7967656" y="492723"/>
                  </a:lnTo>
                  <a:lnTo>
                    <a:pt x="7913945" y="432879"/>
                  </a:lnTo>
                  <a:lnTo>
                    <a:pt x="7855932" y="378502"/>
                  </a:lnTo>
                  <a:lnTo>
                    <a:pt x="7793058" y="329007"/>
                  </a:lnTo>
                  <a:lnTo>
                    <a:pt x="7724866" y="283875"/>
                  </a:lnTo>
                  <a:lnTo>
                    <a:pt x="7651064" y="242672"/>
                  </a:lnTo>
                  <a:lnTo>
                    <a:pt x="7571612" y="205057"/>
                  </a:lnTo>
                  <a:lnTo>
                    <a:pt x="7486823" y="170791"/>
                  </a:lnTo>
                  <a:lnTo>
                    <a:pt x="7397482" y="139732"/>
                  </a:lnTo>
                  <a:lnTo>
                    <a:pt x="7304938" y="111827"/>
                  </a:lnTo>
                  <a:lnTo>
                    <a:pt x="7211168" y="87097"/>
                  </a:lnTo>
                  <a:lnTo>
                    <a:pt x="7118751" y="65603"/>
                  </a:lnTo>
                  <a:lnTo>
                    <a:pt x="7030718" y="47408"/>
                  </a:lnTo>
                  <a:lnTo>
                    <a:pt x="6950275" y="32529"/>
                  </a:lnTo>
                  <a:lnTo>
                    <a:pt x="6880396" y="20891"/>
                  </a:lnTo>
                  <a:lnTo>
                    <a:pt x="6823369" y="12294"/>
                  </a:lnTo>
                  <a:lnTo>
                    <a:pt x="6780400" y="6404"/>
                  </a:lnTo>
                  <a:lnTo>
                    <a:pt x="6751358" y="2773"/>
                  </a:lnTo>
                  <a:lnTo>
                    <a:pt x="6734723" y="870"/>
                  </a:lnTo>
                  <a:lnTo>
                    <a:pt x="6727691" y="131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736" y="30"/>
                  </a:lnTo>
                  <a:lnTo>
                    <a:pt x="5245732" y="246"/>
                  </a:lnTo>
                  <a:lnTo>
                    <a:pt x="5225598" y="843"/>
                  </a:lnTo>
                  <a:lnTo>
                    <a:pt x="5189707" y="2018"/>
                  </a:lnTo>
                  <a:lnTo>
                    <a:pt x="5136427" y="3951"/>
                  </a:lnTo>
                  <a:lnTo>
                    <a:pt x="5066238" y="6787"/>
                  </a:lnTo>
                  <a:lnTo>
                    <a:pt x="4981525" y="10621"/>
                  </a:lnTo>
                  <a:lnTo>
                    <a:pt x="4886023" y="15498"/>
                  </a:lnTo>
                  <a:lnTo>
                    <a:pt x="4784076" y="21420"/>
                  </a:lnTo>
                  <a:lnTo>
                    <a:pt x="4679920" y="28368"/>
                  </a:lnTo>
                  <a:lnTo>
                    <a:pt x="4577155" y="36321"/>
                  </a:lnTo>
                  <a:lnTo>
                    <a:pt x="4478476" y="45272"/>
                  </a:lnTo>
                  <a:lnTo>
                    <a:pt x="4385632" y="55242"/>
                  </a:lnTo>
                  <a:lnTo>
                    <a:pt x="4299536" y="66291"/>
                  </a:lnTo>
                  <a:lnTo>
                    <a:pt x="4220433" y="78514"/>
                  </a:lnTo>
                  <a:lnTo>
                    <a:pt x="4148098" y="92047"/>
                  </a:lnTo>
                  <a:lnTo>
                    <a:pt x="4081988" y="107060"/>
                  </a:lnTo>
                  <a:lnTo>
                    <a:pt x="4021377" y="123752"/>
                  </a:lnTo>
                  <a:lnTo>
                    <a:pt x="3965446" y="142336"/>
                  </a:lnTo>
                  <a:lnTo>
                    <a:pt x="3913355" y="163025"/>
                  </a:lnTo>
                  <a:lnTo>
                    <a:pt x="3864296" y="185987"/>
                  </a:lnTo>
                  <a:lnTo>
                    <a:pt x="3829811" y="204324"/>
                  </a:lnTo>
                  <a:lnTo>
                    <a:pt x="3780908" y="233537"/>
                  </a:lnTo>
                  <a:lnTo>
                    <a:pt x="3733482" y="265540"/>
                  </a:lnTo>
                  <a:lnTo>
                    <a:pt x="3687010" y="300379"/>
                  </a:lnTo>
                  <a:lnTo>
                    <a:pt x="3641100" y="338018"/>
                  </a:lnTo>
                  <a:lnTo>
                    <a:pt x="3595470" y="378330"/>
                  </a:lnTo>
                  <a:lnTo>
                    <a:pt x="3549927" y="421088"/>
                  </a:lnTo>
                  <a:lnTo>
                    <a:pt x="3504354" y="465966"/>
                  </a:lnTo>
                  <a:lnTo>
                    <a:pt x="3458700" y="512543"/>
                  </a:lnTo>
                  <a:lnTo>
                    <a:pt x="3412960" y="560320"/>
                  </a:lnTo>
                  <a:lnTo>
                    <a:pt x="3367166" y="608740"/>
                  </a:lnTo>
                  <a:lnTo>
                    <a:pt x="3321368" y="657212"/>
                  </a:lnTo>
                  <a:lnTo>
                    <a:pt x="3275616" y="705143"/>
                  </a:lnTo>
                  <a:lnTo>
                    <a:pt x="3229945" y="751968"/>
                  </a:lnTo>
                  <a:lnTo>
                    <a:pt x="3184361" y="797174"/>
                  </a:lnTo>
                  <a:lnTo>
                    <a:pt x="3138819" y="840328"/>
                  </a:lnTo>
                  <a:lnTo>
                    <a:pt x="3093215" y="881086"/>
                  </a:lnTo>
                  <a:lnTo>
                    <a:pt x="3047372" y="919203"/>
                  </a:lnTo>
                  <a:lnTo>
                    <a:pt x="3001023" y="954536"/>
                  </a:lnTo>
                  <a:lnTo>
                    <a:pt x="2953797" y="987032"/>
                  </a:lnTo>
                  <a:lnTo>
                    <a:pt x="2905196" y="1016725"/>
                  </a:lnTo>
                  <a:lnTo>
                    <a:pt x="2896531" y="1021624"/>
                  </a:lnTo>
                  <a:lnTo>
                    <a:pt x="2849229" y="1046308"/>
                  </a:lnTo>
                  <a:lnTo>
                    <a:pt x="2799437" y="1068652"/>
                  </a:lnTo>
                  <a:lnTo>
                    <a:pt x="2746404" y="1088761"/>
                  </a:lnTo>
                  <a:lnTo>
                    <a:pt x="2689308" y="1106820"/>
                  </a:lnTo>
                  <a:lnTo>
                    <a:pt x="2627310" y="1123044"/>
                  </a:lnTo>
                  <a:lnTo>
                    <a:pt x="2559607" y="1137644"/>
                  </a:lnTo>
                  <a:lnTo>
                    <a:pt x="2485511" y="1150813"/>
                  </a:lnTo>
                  <a:lnTo>
                    <a:pt x="2404551" y="1162712"/>
                  </a:lnTo>
                  <a:lnTo>
                    <a:pt x="2316608" y="1173465"/>
                  </a:lnTo>
                  <a:lnTo>
                    <a:pt x="2222090" y="1183160"/>
                  </a:lnTo>
                  <a:lnTo>
                    <a:pt x="2122113" y="1191844"/>
                  </a:lnTo>
                  <a:lnTo>
                    <a:pt x="2018674" y="1199531"/>
                  </a:lnTo>
                  <a:lnTo>
                    <a:pt x="1914722" y="1206208"/>
                  </a:lnTo>
                  <a:lnTo>
                    <a:pt x="1814062" y="1211853"/>
                  </a:lnTo>
                  <a:lnTo>
                    <a:pt x="1721021" y="1216450"/>
                  </a:lnTo>
                  <a:lnTo>
                    <a:pt x="1639856" y="1220012"/>
                  </a:lnTo>
                  <a:lnTo>
                    <a:pt x="1574010" y="1222596"/>
                  </a:lnTo>
                  <a:lnTo>
                    <a:pt x="1525403" y="1224311"/>
                  </a:lnTo>
                  <a:lnTo>
                    <a:pt x="1493956" y="1225313"/>
                  </a:lnTo>
                  <a:lnTo>
                    <a:pt x="1477485" y="1225790"/>
                  </a:lnTo>
                  <a:lnTo>
                    <a:pt x="1471876" y="1225937"/>
                  </a:lnTo>
                  <a:lnTo>
                    <a:pt x="1471387" y="1225949"/>
                  </a:lnTo>
                  <a:lnTo>
                    <a:pt x="0" y="1225949"/>
                  </a:lnTo>
                  <a:close/>
                </a:path>
              </a:pathLst>
            </a:custGeom>
            <a:solidFill>
              <a:srgbClr val="F28E5B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855" name="pl855"/>
            <p:cNvSpPr/>
            <p:nvPr/>
          </p:nvSpPr>
          <p:spPr>
            <a:xfrm>
              <a:off x="4799595" y="6164855"/>
              <a:ext cx="11981298" cy="4789377"/>
            </a:xfrm>
            <a:custGeom>
              <a:avLst/>
              <a:pathLst>
                <a:path w="11981298" h="4789377">
                  <a:moveTo>
                    <a:pt x="0" y="1225949"/>
                  </a:moveTo>
                  <a:lnTo>
                    <a:pt x="1471387" y="1225949"/>
                  </a:lnTo>
                  <a:lnTo>
                    <a:pt x="1472606" y="1225919"/>
                  </a:lnTo>
                  <a:lnTo>
                    <a:pt x="1480611" y="1225703"/>
                  </a:lnTo>
                  <a:lnTo>
                    <a:pt x="1500744" y="1225106"/>
                  </a:lnTo>
                  <a:lnTo>
                    <a:pt x="1536635" y="1223931"/>
                  </a:lnTo>
                  <a:lnTo>
                    <a:pt x="1589915" y="1221998"/>
                  </a:lnTo>
                  <a:lnTo>
                    <a:pt x="1660104" y="1219162"/>
                  </a:lnTo>
                  <a:lnTo>
                    <a:pt x="1744817" y="1215328"/>
                  </a:lnTo>
                  <a:lnTo>
                    <a:pt x="1840319" y="1210451"/>
                  </a:lnTo>
                  <a:lnTo>
                    <a:pt x="1942266" y="1204529"/>
                  </a:lnTo>
                  <a:lnTo>
                    <a:pt x="2046422" y="1197580"/>
                  </a:lnTo>
                  <a:lnTo>
                    <a:pt x="2149187" y="1189628"/>
                  </a:lnTo>
                  <a:lnTo>
                    <a:pt x="2247866" y="1180677"/>
                  </a:lnTo>
                  <a:lnTo>
                    <a:pt x="2340710" y="1170707"/>
                  </a:lnTo>
                  <a:lnTo>
                    <a:pt x="2426807" y="1159658"/>
                  </a:lnTo>
                  <a:lnTo>
                    <a:pt x="2505909" y="1147435"/>
                  </a:lnTo>
                  <a:lnTo>
                    <a:pt x="2578244" y="1133902"/>
                  </a:lnTo>
                  <a:lnTo>
                    <a:pt x="2644354" y="1118889"/>
                  </a:lnTo>
                  <a:lnTo>
                    <a:pt x="2704965" y="1102197"/>
                  </a:lnTo>
                  <a:lnTo>
                    <a:pt x="2760896" y="1083612"/>
                  </a:lnTo>
                  <a:lnTo>
                    <a:pt x="2812987" y="1062924"/>
                  </a:lnTo>
                  <a:lnTo>
                    <a:pt x="2862047" y="1039962"/>
                  </a:lnTo>
                  <a:lnTo>
                    <a:pt x="2896531" y="1021624"/>
                  </a:lnTo>
                  <a:lnTo>
                    <a:pt x="2945434" y="992411"/>
                  </a:lnTo>
                  <a:lnTo>
                    <a:pt x="2992860" y="960409"/>
                  </a:lnTo>
                  <a:lnTo>
                    <a:pt x="3039332" y="925570"/>
                  </a:lnTo>
                  <a:lnTo>
                    <a:pt x="3085242" y="887931"/>
                  </a:lnTo>
                  <a:lnTo>
                    <a:pt x="3130872" y="847618"/>
                  </a:lnTo>
                  <a:lnTo>
                    <a:pt x="3176415" y="804860"/>
                  </a:lnTo>
                  <a:lnTo>
                    <a:pt x="3221988" y="759983"/>
                  </a:lnTo>
                  <a:lnTo>
                    <a:pt x="3267642" y="713406"/>
                  </a:lnTo>
                  <a:lnTo>
                    <a:pt x="3313382" y="665629"/>
                  </a:lnTo>
                  <a:lnTo>
                    <a:pt x="3359176" y="617209"/>
                  </a:lnTo>
                  <a:lnTo>
                    <a:pt x="3404974" y="568737"/>
                  </a:lnTo>
                  <a:lnTo>
                    <a:pt x="3450726" y="520806"/>
                  </a:lnTo>
                  <a:lnTo>
                    <a:pt x="3496397" y="473981"/>
                  </a:lnTo>
                  <a:lnTo>
                    <a:pt x="3541981" y="428775"/>
                  </a:lnTo>
                  <a:lnTo>
                    <a:pt x="3587523" y="385621"/>
                  </a:lnTo>
                  <a:lnTo>
                    <a:pt x="3633127" y="344863"/>
                  </a:lnTo>
                  <a:lnTo>
                    <a:pt x="3678970" y="306745"/>
                  </a:lnTo>
                  <a:lnTo>
                    <a:pt x="3725319" y="271413"/>
                  </a:lnTo>
                  <a:lnTo>
                    <a:pt x="3772545" y="238917"/>
                  </a:lnTo>
                  <a:lnTo>
                    <a:pt x="3821146" y="209224"/>
                  </a:lnTo>
                  <a:lnTo>
                    <a:pt x="3829811" y="204324"/>
                  </a:lnTo>
                  <a:lnTo>
                    <a:pt x="3877113" y="179641"/>
                  </a:lnTo>
                  <a:lnTo>
                    <a:pt x="3926905" y="157297"/>
                  </a:lnTo>
                  <a:lnTo>
                    <a:pt x="3979938" y="137188"/>
                  </a:lnTo>
                  <a:lnTo>
                    <a:pt x="4037034" y="119128"/>
                  </a:lnTo>
                  <a:lnTo>
                    <a:pt x="4099032" y="102905"/>
                  </a:lnTo>
                  <a:lnTo>
                    <a:pt x="4166736" y="88304"/>
                  </a:lnTo>
                  <a:lnTo>
                    <a:pt x="4240831" y="75136"/>
                  </a:lnTo>
                  <a:lnTo>
                    <a:pt x="4321791" y="63237"/>
                  </a:lnTo>
                  <a:lnTo>
                    <a:pt x="4409734" y="52483"/>
                  </a:lnTo>
                  <a:lnTo>
                    <a:pt x="4504253" y="42789"/>
                  </a:lnTo>
                  <a:lnTo>
                    <a:pt x="4604229" y="34105"/>
                  </a:lnTo>
                  <a:lnTo>
                    <a:pt x="4707668" y="26418"/>
                  </a:lnTo>
                  <a:lnTo>
                    <a:pt x="4811621" y="19741"/>
                  </a:lnTo>
                  <a:lnTo>
                    <a:pt x="4912280" y="14096"/>
                  </a:lnTo>
                  <a:lnTo>
                    <a:pt x="5005321" y="9498"/>
                  </a:lnTo>
                  <a:lnTo>
                    <a:pt x="5086486" y="5937"/>
                  </a:lnTo>
                  <a:lnTo>
                    <a:pt x="5152332" y="3353"/>
                  </a:lnTo>
                  <a:lnTo>
                    <a:pt x="5200939" y="1638"/>
                  </a:lnTo>
                  <a:lnTo>
                    <a:pt x="5232386" y="635"/>
                  </a:lnTo>
                  <a:lnTo>
                    <a:pt x="5248858" y="159"/>
                  </a:lnTo>
                  <a:lnTo>
                    <a:pt x="5254466" y="11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236" y="86"/>
                  </a:lnTo>
                  <a:lnTo>
                    <a:pt x="6733142" y="698"/>
                  </a:lnTo>
                  <a:lnTo>
                    <a:pt x="6748131" y="2391"/>
                  </a:lnTo>
                  <a:lnTo>
                    <a:pt x="6775184" y="5729"/>
                  </a:lnTo>
                  <a:lnTo>
                    <a:pt x="6816024" y="11249"/>
                  </a:lnTo>
                  <a:lnTo>
                    <a:pt x="6870991" y="19416"/>
                  </a:lnTo>
                  <a:lnTo>
                    <a:pt x="6939069" y="30582"/>
                  </a:lnTo>
                  <a:lnTo>
                    <a:pt x="7018107" y="44968"/>
                  </a:lnTo>
                  <a:lnTo>
                    <a:pt x="7105205" y="62666"/>
                  </a:lnTo>
                  <a:lnTo>
                    <a:pt x="7197168" y="83669"/>
                  </a:lnTo>
                  <a:lnTo>
                    <a:pt x="7290912" y="107919"/>
                  </a:lnTo>
                  <a:lnTo>
                    <a:pt x="7383781" y="135351"/>
                  </a:lnTo>
                  <a:lnTo>
                    <a:pt x="7473703" y="165936"/>
                  </a:lnTo>
                  <a:lnTo>
                    <a:pt x="7559236" y="199715"/>
                  </a:lnTo>
                  <a:lnTo>
                    <a:pt x="7639519" y="236816"/>
                  </a:lnTo>
                  <a:lnTo>
                    <a:pt x="7714172" y="277462"/>
                  </a:lnTo>
                  <a:lnTo>
                    <a:pt x="7783190" y="321979"/>
                  </a:lnTo>
                  <a:lnTo>
                    <a:pt x="7846835" y="370790"/>
                  </a:lnTo>
                  <a:lnTo>
                    <a:pt x="7905543" y="424400"/>
                  </a:lnTo>
                  <a:lnTo>
                    <a:pt x="7959860" y="483386"/>
                  </a:lnTo>
                  <a:lnTo>
                    <a:pt x="8010386" y="548362"/>
                  </a:lnTo>
                  <a:lnTo>
                    <a:pt x="8057734" y="619933"/>
                  </a:lnTo>
                  <a:lnTo>
                    <a:pt x="8102499" y="698611"/>
                  </a:lnTo>
                  <a:lnTo>
                    <a:pt x="8145230" y="784694"/>
                  </a:lnTo>
                  <a:lnTo>
                    <a:pt x="8151487" y="798229"/>
                  </a:lnTo>
                  <a:lnTo>
                    <a:pt x="8181560" y="866647"/>
                  </a:lnTo>
                  <a:lnTo>
                    <a:pt x="8210994" y="939079"/>
                  </a:lnTo>
                  <a:lnTo>
                    <a:pt x="8239929" y="1015605"/>
                  </a:lnTo>
                  <a:lnTo>
                    <a:pt x="8268482" y="1096266"/>
                  </a:lnTo>
                  <a:lnTo>
                    <a:pt x="8296751" y="1181060"/>
                  </a:lnTo>
                  <a:lnTo>
                    <a:pt x="8324819" y="1269934"/>
                  </a:lnTo>
                  <a:lnTo>
                    <a:pt x="8352753" y="1362787"/>
                  </a:lnTo>
                  <a:lnTo>
                    <a:pt x="8380608" y="1459466"/>
                  </a:lnTo>
                  <a:lnTo>
                    <a:pt x="8408425" y="1559761"/>
                  </a:lnTo>
                  <a:lnTo>
                    <a:pt x="8436236" y="1663409"/>
                  </a:lnTo>
                  <a:lnTo>
                    <a:pt x="8464062" y="1770092"/>
                  </a:lnTo>
                  <a:lnTo>
                    <a:pt x="8491916" y="1879444"/>
                  </a:lnTo>
                  <a:lnTo>
                    <a:pt x="8519803" y="1991051"/>
                  </a:lnTo>
                  <a:lnTo>
                    <a:pt x="8547724" y="2104458"/>
                  </a:lnTo>
                  <a:lnTo>
                    <a:pt x="8575672" y="2219180"/>
                  </a:lnTo>
                  <a:lnTo>
                    <a:pt x="8603637" y="2334704"/>
                  </a:lnTo>
                  <a:lnTo>
                    <a:pt x="8631609" y="2450504"/>
                  </a:lnTo>
                  <a:lnTo>
                    <a:pt x="8659575" y="2566047"/>
                  </a:lnTo>
                  <a:lnTo>
                    <a:pt x="8687523" y="2680806"/>
                  </a:lnTo>
                  <a:lnTo>
                    <a:pt x="8715445" y="2794270"/>
                  </a:lnTo>
                  <a:lnTo>
                    <a:pt x="8743334" y="2905950"/>
                  </a:lnTo>
                  <a:lnTo>
                    <a:pt x="8771189" y="3015390"/>
                  </a:lnTo>
                  <a:lnTo>
                    <a:pt x="8799016" y="3122176"/>
                  </a:lnTo>
                  <a:lnTo>
                    <a:pt x="8826827" y="3225939"/>
                  </a:lnTo>
                  <a:lnTo>
                    <a:pt x="8854643" y="3326359"/>
                  </a:lnTo>
                  <a:lnTo>
                    <a:pt x="8882496" y="3423172"/>
                  </a:lnTo>
                  <a:lnTo>
                    <a:pt x="8910427" y="3516167"/>
                  </a:lnTo>
                  <a:lnTo>
                    <a:pt x="8938489" y="3605186"/>
                  </a:lnTo>
                  <a:lnTo>
                    <a:pt x="8966749" y="3690128"/>
                  </a:lnTo>
                  <a:lnTo>
                    <a:pt x="8995290" y="3770938"/>
                  </a:lnTo>
                  <a:lnTo>
                    <a:pt x="9024209" y="3847613"/>
                  </a:lnTo>
                  <a:lnTo>
                    <a:pt x="9053623" y="3920191"/>
                  </a:lnTo>
                  <a:lnTo>
                    <a:pt x="9083671" y="3988752"/>
                  </a:lnTo>
                  <a:lnTo>
                    <a:pt x="9084767" y="3991147"/>
                  </a:lnTo>
                  <a:lnTo>
                    <a:pt x="9127235" y="4078344"/>
                  </a:lnTo>
                  <a:lnTo>
                    <a:pt x="9171663" y="4158120"/>
                  </a:lnTo>
                  <a:lnTo>
                    <a:pt x="9218587" y="4230726"/>
                  </a:lnTo>
                  <a:lnTo>
                    <a:pt x="9268597" y="4296653"/>
                  </a:lnTo>
                  <a:lnTo>
                    <a:pt x="9322308" y="4356497"/>
                  </a:lnTo>
                  <a:lnTo>
                    <a:pt x="9380322" y="4410874"/>
                  </a:lnTo>
                  <a:lnTo>
                    <a:pt x="9443195" y="4460369"/>
                  </a:lnTo>
                  <a:lnTo>
                    <a:pt x="9511387" y="4505501"/>
                  </a:lnTo>
                  <a:lnTo>
                    <a:pt x="9585189" y="4546704"/>
                  </a:lnTo>
                  <a:lnTo>
                    <a:pt x="9664642" y="4584319"/>
                  </a:lnTo>
                  <a:lnTo>
                    <a:pt x="9749430" y="4618585"/>
                  </a:lnTo>
                  <a:lnTo>
                    <a:pt x="9838772" y="4649644"/>
                  </a:lnTo>
                  <a:lnTo>
                    <a:pt x="9931315" y="4677549"/>
                  </a:lnTo>
                  <a:lnTo>
                    <a:pt x="10025085" y="4702279"/>
                  </a:lnTo>
                  <a:lnTo>
                    <a:pt x="10117503" y="4723773"/>
                  </a:lnTo>
                  <a:lnTo>
                    <a:pt x="10205535" y="4741968"/>
                  </a:lnTo>
                  <a:lnTo>
                    <a:pt x="10285978" y="4756847"/>
                  </a:lnTo>
                  <a:lnTo>
                    <a:pt x="10355857" y="4768485"/>
                  </a:lnTo>
                  <a:lnTo>
                    <a:pt x="10412884" y="4777082"/>
                  </a:lnTo>
                  <a:lnTo>
                    <a:pt x="10455854" y="4782972"/>
                  </a:lnTo>
                  <a:lnTo>
                    <a:pt x="10484895" y="4786603"/>
                  </a:lnTo>
                  <a:lnTo>
                    <a:pt x="10501530" y="4788506"/>
                  </a:lnTo>
                  <a:lnTo>
                    <a:pt x="10508562" y="4789245"/>
                  </a:lnTo>
                  <a:lnTo>
                    <a:pt x="10509907" y="4789376"/>
                  </a:lnTo>
                  <a:lnTo>
                    <a:pt x="10509911" y="4789377"/>
                  </a:lnTo>
                  <a:lnTo>
                    <a:pt x="11981298" y="478937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56" name="pl856"/>
            <p:cNvSpPr/>
            <p:nvPr/>
          </p:nvSpPr>
          <p:spPr>
            <a:xfrm>
              <a:off x="4799595" y="6156682"/>
              <a:ext cx="11981298" cy="4789377"/>
            </a:xfrm>
            <a:custGeom>
              <a:avLst/>
              <a:pathLst>
                <a:path w="11981298" h="4789377">
                  <a:moveTo>
                    <a:pt x="11981298" y="4789377"/>
                  </a:moveTo>
                  <a:lnTo>
                    <a:pt x="10509911" y="4789377"/>
                  </a:lnTo>
                  <a:lnTo>
                    <a:pt x="10509017" y="4789290"/>
                  </a:lnTo>
                  <a:lnTo>
                    <a:pt x="10503111" y="4788678"/>
                  </a:lnTo>
                  <a:lnTo>
                    <a:pt x="10488123" y="4786985"/>
                  </a:lnTo>
                  <a:lnTo>
                    <a:pt x="10461069" y="4783647"/>
                  </a:lnTo>
                  <a:lnTo>
                    <a:pt x="10420229" y="4778127"/>
                  </a:lnTo>
                  <a:lnTo>
                    <a:pt x="10365262" y="4769960"/>
                  </a:lnTo>
                  <a:lnTo>
                    <a:pt x="10297185" y="4758794"/>
                  </a:lnTo>
                  <a:lnTo>
                    <a:pt x="10218147" y="4744408"/>
                  </a:lnTo>
                  <a:lnTo>
                    <a:pt x="10131048" y="4726710"/>
                  </a:lnTo>
                  <a:lnTo>
                    <a:pt x="10039086" y="4705707"/>
                  </a:lnTo>
                  <a:lnTo>
                    <a:pt x="9945341" y="4681457"/>
                  </a:lnTo>
                  <a:lnTo>
                    <a:pt x="9852472" y="4654025"/>
                  </a:lnTo>
                  <a:lnTo>
                    <a:pt x="9762550" y="4623440"/>
                  </a:lnTo>
                  <a:lnTo>
                    <a:pt x="9677017" y="4589661"/>
                  </a:lnTo>
                  <a:lnTo>
                    <a:pt x="9596735" y="4552560"/>
                  </a:lnTo>
                  <a:lnTo>
                    <a:pt x="9522081" y="4511914"/>
                  </a:lnTo>
                  <a:lnTo>
                    <a:pt x="9453063" y="4467397"/>
                  </a:lnTo>
                  <a:lnTo>
                    <a:pt x="9389418" y="4418586"/>
                  </a:lnTo>
                  <a:lnTo>
                    <a:pt x="9330710" y="4364976"/>
                  </a:lnTo>
                  <a:lnTo>
                    <a:pt x="9276393" y="4305990"/>
                  </a:lnTo>
                  <a:lnTo>
                    <a:pt x="9225867" y="4241014"/>
                  </a:lnTo>
                  <a:lnTo>
                    <a:pt x="9178520" y="4169443"/>
                  </a:lnTo>
                  <a:lnTo>
                    <a:pt x="9133754" y="4090765"/>
                  </a:lnTo>
                  <a:lnTo>
                    <a:pt x="9091023" y="4004682"/>
                  </a:lnTo>
                  <a:lnTo>
                    <a:pt x="9084767" y="3991147"/>
                  </a:lnTo>
                  <a:lnTo>
                    <a:pt x="9054693" y="3922729"/>
                  </a:lnTo>
                  <a:lnTo>
                    <a:pt x="9025259" y="3850297"/>
                  </a:lnTo>
                  <a:lnTo>
                    <a:pt x="8996324" y="3773771"/>
                  </a:lnTo>
                  <a:lnTo>
                    <a:pt x="8967772" y="3693110"/>
                  </a:lnTo>
                  <a:lnTo>
                    <a:pt x="8939503" y="3608316"/>
                  </a:lnTo>
                  <a:lnTo>
                    <a:pt x="8911434" y="3519442"/>
                  </a:lnTo>
                  <a:lnTo>
                    <a:pt x="8883500" y="3426589"/>
                  </a:lnTo>
                  <a:lnTo>
                    <a:pt x="8855646" y="3329910"/>
                  </a:lnTo>
                  <a:lnTo>
                    <a:pt x="8827828" y="3229615"/>
                  </a:lnTo>
                  <a:lnTo>
                    <a:pt x="8800018" y="3125967"/>
                  </a:lnTo>
                  <a:lnTo>
                    <a:pt x="8772192" y="3019284"/>
                  </a:lnTo>
                  <a:lnTo>
                    <a:pt x="8744338" y="2909932"/>
                  </a:lnTo>
                  <a:lnTo>
                    <a:pt x="8716450" y="2798325"/>
                  </a:lnTo>
                  <a:lnTo>
                    <a:pt x="8688529" y="2684918"/>
                  </a:lnTo>
                  <a:lnTo>
                    <a:pt x="8660582" y="2570196"/>
                  </a:lnTo>
                  <a:lnTo>
                    <a:pt x="8632616" y="2454672"/>
                  </a:lnTo>
                  <a:lnTo>
                    <a:pt x="8604644" y="2338872"/>
                  </a:lnTo>
                  <a:lnTo>
                    <a:pt x="8576678" y="2223329"/>
                  </a:lnTo>
                  <a:lnTo>
                    <a:pt x="8548730" y="2108570"/>
                  </a:lnTo>
                  <a:lnTo>
                    <a:pt x="8520808" y="1995106"/>
                  </a:lnTo>
                  <a:lnTo>
                    <a:pt x="8492919" y="1883426"/>
                  </a:lnTo>
                  <a:lnTo>
                    <a:pt x="8465064" y="1773986"/>
                  </a:lnTo>
                  <a:lnTo>
                    <a:pt x="8437237" y="1667200"/>
                  </a:lnTo>
                  <a:lnTo>
                    <a:pt x="8409426" y="1563437"/>
                  </a:lnTo>
                  <a:lnTo>
                    <a:pt x="8381610" y="1463017"/>
                  </a:lnTo>
                  <a:lnTo>
                    <a:pt x="8353757" y="1366204"/>
                  </a:lnTo>
                  <a:lnTo>
                    <a:pt x="8325827" y="1273209"/>
                  </a:lnTo>
                  <a:lnTo>
                    <a:pt x="8297765" y="1184190"/>
                  </a:lnTo>
                  <a:lnTo>
                    <a:pt x="8269504" y="1099248"/>
                  </a:lnTo>
                  <a:lnTo>
                    <a:pt x="8240963" y="1018438"/>
                  </a:lnTo>
                  <a:lnTo>
                    <a:pt x="8212044" y="941763"/>
                  </a:lnTo>
                  <a:lnTo>
                    <a:pt x="8182630" y="869185"/>
                  </a:lnTo>
                  <a:lnTo>
                    <a:pt x="8152582" y="800624"/>
                  </a:lnTo>
                  <a:lnTo>
                    <a:pt x="8151487" y="798229"/>
                  </a:lnTo>
                  <a:lnTo>
                    <a:pt x="8109018" y="711032"/>
                  </a:lnTo>
                  <a:lnTo>
                    <a:pt x="8064590" y="631256"/>
                  </a:lnTo>
                  <a:lnTo>
                    <a:pt x="8017666" y="558650"/>
                  </a:lnTo>
                  <a:lnTo>
                    <a:pt x="7967656" y="492723"/>
                  </a:lnTo>
                  <a:lnTo>
                    <a:pt x="7913945" y="432879"/>
                  </a:lnTo>
                  <a:lnTo>
                    <a:pt x="7855932" y="378502"/>
                  </a:lnTo>
                  <a:lnTo>
                    <a:pt x="7793058" y="329007"/>
                  </a:lnTo>
                  <a:lnTo>
                    <a:pt x="7724866" y="283875"/>
                  </a:lnTo>
                  <a:lnTo>
                    <a:pt x="7651064" y="242672"/>
                  </a:lnTo>
                  <a:lnTo>
                    <a:pt x="7571612" y="205057"/>
                  </a:lnTo>
                  <a:lnTo>
                    <a:pt x="7486823" y="170791"/>
                  </a:lnTo>
                  <a:lnTo>
                    <a:pt x="7397482" y="139732"/>
                  </a:lnTo>
                  <a:lnTo>
                    <a:pt x="7304938" y="111827"/>
                  </a:lnTo>
                  <a:lnTo>
                    <a:pt x="7211168" y="87097"/>
                  </a:lnTo>
                  <a:lnTo>
                    <a:pt x="7118751" y="65603"/>
                  </a:lnTo>
                  <a:lnTo>
                    <a:pt x="7030718" y="47408"/>
                  </a:lnTo>
                  <a:lnTo>
                    <a:pt x="6950275" y="32529"/>
                  </a:lnTo>
                  <a:lnTo>
                    <a:pt x="6880396" y="20891"/>
                  </a:lnTo>
                  <a:lnTo>
                    <a:pt x="6823369" y="12294"/>
                  </a:lnTo>
                  <a:lnTo>
                    <a:pt x="6780400" y="6404"/>
                  </a:lnTo>
                  <a:lnTo>
                    <a:pt x="6751358" y="2773"/>
                  </a:lnTo>
                  <a:lnTo>
                    <a:pt x="6734723" y="870"/>
                  </a:lnTo>
                  <a:lnTo>
                    <a:pt x="6727691" y="131"/>
                  </a:lnTo>
                  <a:lnTo>
                    <a:pt x="6726346" y="0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736" y="30"/>
                  </a:lnTo>
                  <a:lnTo>
                    <a:pt x="5245732" y="246"/>
                  </a:lnTo>
                  <a:lnTo>
                    <a:pt x="5225598" y="843"/>
                  </a:lnTo>
                  <a:lnTo>
                    <a:pt x="5189707" y="2018"/>
                  </a:lnTo>
                  <a:lnTo>
                    <a:pt x="5136427" y="3951"/>
                  </a:lnTo>
                  <a:lnTo>
                    <a:pt x="5066238" y="6787"/>
                  </a:lnTo>
                  <a:lnTo>
                    <a:pt x="4981525" y="10621"/>
                  </a:lnTo>
                  <a:lnTo>
                    <a:pt x="4886023" y="15498"/>
                  </a:lnTo>
                  <a:lnTo>
                    <a:pt x="4784076" y="21420"/>
                  </a:lnTo>
                  <a:lnTo>
                    <a:pt x="4679920" y="28368"/>
                  </a:lnTo>
                  <a:lnTo>
                    <a:pt x="4577155" y="36321"/>
                  </a:lnTo>
                  <a:lnTo>
                    <a:pt x="4478476" y="45272"/>
                  </a:lnTo>
                  <a:lnTo>
                    <a:pt x="4385632" y="55242"/>
                  </a:lnTo>
                  <a:lnTo>
                    <a:pt x="4299536" y="66291"/>
                  </a:lnTo>
                  <a:lnTo>
                    <a:pt x="4220433" y="78514"/>
                  </a:lnTo>
                  <a:lnTo>
                    <a:pt x="4148098" y="92047"/>
                  </a:lnTo>
                  <a:lnTo>
                    <a:pt x="4081988" y="107060"/>
                  </a:lnTo>
                  <a:lnTo>
                    <a:pt x="4021377" y="123752"/>
                  </a:lnTo>
                  <a:lnTo>
                    <a:pt x="3965446" y="142336"/>
                  </a:lnTo>
                  <a:lnTo>
                    <a:pt x="3913355" y="163025"/>
                  </a:lnTo>
                  <a:lnTo>
                    <a:pt x="3864296" y="185987"/>
                  </a:lnTo>
                  <a:lnTo>
                    <a:pt x="3829811" y="204324"/>
                  </a:lnTo>
                  <a:lnTo>
                    <a:pt x="3780908" y="233537"/>
                  </a:lnTo>
                  <a:lnTo>
                    <a:pt x="3733482" y="265540"/>
                  </a:lnTo>
                  <a:lnTo>
                    <a:pt x="3687010" y="300379"/>
                  </a:lnTo>
                  <a:lnTo>
                    <a:pt x="3641100" y="338018"/>
                  </a:lnTo>
                  <a:lnTo>
                    <a:pt x="3595470" y="378330"/>
                  </a:lnTo>
                  <a:lnTo>
                    <a:pt x="3549927" y="421088"/>
                  </a:lnTo>
                  <a:lnTo>
                    <a:pt x="3504354" y="465966"/>
                  </a:lnTo>
                  <a:lnTo>
                    <a:pt x="3458700" y="512543"/>
                  </a:lnTo>
                  <a:lnTo>
                    <a:pt x="3412960" y="560320"/>
                  </a:lnTo>
                  <a:lnTo>
                    <a:pt x="3367166" y="608740"/>
                  </a:lnTo>
                  <a:lnTo>
                    <a:pt x="3321368" y="657212"/>
                  </a:lnTo>
                  <a:lnTo>
                    <a:pt x="3275616" y="705143"/>
                  </a:lnTo>
                  <a:lnTo>
                    <a:pt x="3229945" y="751968"/>
                  </a:lnTo>
                  <a:lnTo>
                    <a:pt x="3184361" y="797174"/>
                  </a:lnTo>
                  <a:lnTo>
                    <a:pt x="3138819" y="840328"/>
                  </a:lnTo>
                  <a:lnTo>
                    <a:pt x="3093215" y="881086"/>
                  </a:lnTo>
                  <a:lnTo>
                    <a:pt x="3047372" y="919203"/>
                  </a:lnTo>
                  <a:lnTo>
                    <a:pt x="3001023" y="954536"/>
                  </a:lnTo>
                  <a:lnTo>
                    <a:pt x="2953797" y="987032"/>
                  </a:lnTo>
                  <a:lnTo>
                    <a:pt x="2905196" y="1016725"/>
                  </a:lnTo>
                  <a:lnTo>
                    <a:pt x="2896531" y="1021624"/>
                  </a:lnTo>
                  <a:lnTo>
                    <a:pt x="2849229" y="1046308"/>
                  </a:lnTo>
                  <a:lnTo>
                    <a:pt x="2799437" y="1068652"/>
                  </a:lnTo>
                  <a:lnTo>
                    <a:pt x="2746404" y="1088761"/>
                  </a:lnTo>
                  <a:lnTo>
                    <a:pt x="2689308" y="1106820"/>
                  </a:lnTo>
                  <a:lnTo>
                    <a:pt x="2627310" y="1123044"/>
                  </a:lnTo>
                  <a:lnTo>
                    <a:pt x="2559607" y="1137644"/>
                  </a:lnTo>
                  <a:lnTo>
                    <a:pt x="2485511" y="1150813"/>
                  </a:lnTo>
                  <a:lnTo>
                    <a:pt x="2404551" y="1162712"/>
                  </a:lnTo>
                  <a:lnTo>
                    <a:pt x="2316608" y="1173465"/>
                  </a:lnTo>
                  <a:lnTo>
                    <a:pt x="2222090" y="1183160"/>
                  </a:lnTo>
                  <a:lnTo>
                    <a:pt x="2122113" y="1191844"/>
                  </a:lnTo>
                  <a:lnTo>
                    <a:pt x="2018674" y="1199531"/>
                  </a:lnTo>
                  <a:lnTo>
                    <a:pt x="1914722" y="1206208"/>
                  </a:lnTo>
                  <a:lnTo>
                    <a:pt x="1814062" y="1211853"/>
                  </a:lnTo>
                  <a:lnTo>
                    <a:pt x="1721021" y="1216450"/>
                  </a:lnTo>
                  <a:lnTo>
                    <a:pt x="1639856" y="1220012"/>
                  </a:lnTo>
                  <a:lnTo>
                    <a:pt x="1574010" y="1222596"/>
                  </a:lnTo>
                  <a:lnTo>
                    <a:pt x="1525403" y="1224311"/>
                  </a:lnTo>
                  <a:lnTo>
                    <a:pt x="1493956" y="1225313"/>
                  </a:lnTo>
                  <a:lnTo>
                    <a:pt x="1477485" y="1225790"/>
                  </a:lnTo>
                  <a:lnTo>
                    <a:pt x="1471876" y="1225937"/>
                  </a:lnTo>
                  <a:lnTo>
                    <a:pt x="1471387" y="1225949"/>
                  </a:lnTo>
                  <a:lnTo>
                    <a:pt x="0" y="122594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57" name="pg857"/>
            <p:cNvSpPr/>
            <p:nvPr/>
          </p:nvSpPr>
          <p:spPr>
            <a:xfrm>
              <a:off x="4799595" y="7235517"/>
              <a:ext cx="11981298" cy="1274987"/>
            </a:xfrm>
            <a:custGeom>
              <a:avLst/>
              <a:pathLst>
                <a:path w="11981298" h="1274987">
                  <a:moveTo>
                    <a:pt x="0" y="277881"/>
                  </a:moveTo>
                  <a:lnTo>
                    <a:pt x="1471387" y="277881"/>
                  </a:lnTo>
                  <a:lnTo>
                    <a:pt x="1472624" y="277875"/>
                  </a:lnTo>
                  <a:lnTo>
                    <a:pt x="1480740" y="277826"/>
                  </a:lnTo>
                  <a:lnTo>
                    <a:pt x="1501147" y="277693"/>
                  </a:lnTo>
                  <a:lnTo>
                    <a:pt x="1537501" y="277431"/>
                  </a:lnTo>
                  <a:lnTo>
                    <a:pt x="1591423" y="276999"/>
                  </a:lnTo>
                  <a:lnTo>
                    <a:pt x="1662380" y="276367"/>
                  </a:lnTo>
                  <a:lnTo>
                    <a:pt x="1747906" y="275512"/>
                  </a:lnTo>
                  <a:lnTo>
                    <a:pt x="1844183" y="274426"/>
                  </a:lnTo>
                  <a:lnTo>
                    <a:pt x="1946795" y="273107"/>
                  </a:lnTo>
                  <a:lnTo>
                    <a:pt x="2051464" y="271560"/>
                  </a:lnTo>
                  <a:lnTo>
                    <a:pt x="2154575" y="269791"/>
                  </a:lnTo>
                  <a:lnTo>
                    <a:pt x="2253442" y="267800"/>
                  </a:lnTo>
                  <a:lnTo>
                    <a:pt x="2346343" y="265582"/>
                  </a:lnTo>
                  <a:lnTo>
                    <a:pt x="2432398" y="263123"/>
                  </a:lnTo>
                  <a:lnTo>
                    <a:pt x="2511394" y="260402"/>
                  </a:lnTo>
                  <a:lnTo>
                    <a:pt x="2583588" y="257387"/>
                  </a:lnTo>
                  <a:lnTo>
                    <a:pt x="2649548" y="254040"/>
                  </a:lnTo>
                  <a:lnTo>
                    <a:pt x="2710022" y="250316"/>
                  </a:lnTo>
                  <a:lnTo>
                    <a:pt x="2765844" y="246168"/>
                  </a:lnTo>
                  <a:lnTo>
                    <a:pt x="2817866" y="241548"/>
                  </a:lnTo>
                  <a:lnTo>
                    <a:pt x="2866903" y="236421"/>
                  </a:lnTo>
                  <a:lnTo>
                    <a:pt x="2896531" y="232930"/>
                  </a:lnTo>
                  <a:lnTo>
                    <a:pt x="2952267" y="225538"/>
                  </a:lnTo>
                  <a:lnTo>
                    <a:pt x="3006180" y="217342"/>
                  </a:lnTo>
                  <a:lnTo>
                    <a:pt x="3059005" y="208333"/>
                  </a:lnTo>
                  <a:lnTo>
                    <a:pt x="3111266" y="198532"/>
                  </a:lnTo>
                  <a:lnTo>
                    <a:pt x="3163316" y="187999"/>
                  </a:lnTo>
                  <a:lnTo>
                    <a:pt x="3215368" y="176828"/>
                  </a:lnTo>
                  <a:lnTo>
                    <a:pt x="3267520" y="165150"/>
                  </a:lnTo>
                  <a:lnTo>
                    <a:pt x="3319781" y="153127"/>
                  </a:lnTo>
                  <a:lnTo>
                    <a:pt x="3372105" y="140944"/>
                  </a:lnTo>
                  <a:lnTo>
                    <a:pt x="3424415" y="128794"/>
                  </a:lnTo>
                  <a:lnTo>
                    <a:pt x="3476642" y="116869"/>
                  </a:lnTo>
                  <a:lnTo>
                    <a:pt x="3528754" y="105348"/>
                  </a:lnTo>
                  <a:lnTo>
                    <a:pt x="3580789" y="94381"/>
                  </a:lnTo>
                  <a:lnTo>
                    <a:pt x="3632881" y="84089"/>
                  </a:lnTo>
                  <a:lnTo>
                    <a:pt x="3685287" y="74554"/>
                  </a:lnTo>
                  <a:lnTo>
                    <a:pt x="3738415" y="65822"/>
                  </a:lnTo>
                  <a:lnTo>
                    <a:pt x="3792855" y="57903"/>
                  </a:lnTo>
                  <a:lnTo>
                    <a:pt x="3829811" y="53124"/>
                  </a:lnTo>
                  <a:lnTo>
                    <a:pt x="3877348" y="47668"/>
                  </a:lnTo>
                  <a:lnTo>
                    <a:pt x="3927403" y="42733"/>
                  </a:lnTo>
                  <a:lnTo>
                    <a:pt x="3980737" y="38293"/>
                  </a:lnTo>
                  <a:lnTo>
                    <a:pt x="4038187" y="34308"/>
                  </a:lnTo>
                  <a:lnTo>
                    <a:pt x="4100604" y="30730"/>
                  </a:lnTo>
                  <a:lnTo>
                    <a:pt x="4168798" y="27511"/>
                  </a:lnTo>
                  <a:lnTo>
                    <a:pt x="4243465" y="24609"/>
                  </a:lnTo>
                  <a:lnTo>
                    <a:pt x="4325074" y="21988"/>
                  </a:lnTo>
                  <a:lnTo>
                    <a:pt x="4413727" y="19621"/>
                  </a:lnTo>
                  <a:lnTo>
                    <a:pt x="4508988" y="17488"/>
                  </a:lnTo>
                  <a:lnTo>
                    <a:pt x="4609682" y="15580"/>
                  </a:lnTo>
                  <a:lnTo>
                    <a:pt x="4713737" y="13893"/>
                  </a:lnTo>
                  <a:lnTo>
                    <a:pt x="4818108" y="12430"/>
                  </a:lnTo>
                  <a:lnTo>
                    <a:pt x="4918888" y="11198"/>
                  </a:lnTo>
                  <a:lnTo>
                    <a:pt x="5011674" y="10198"/>
                  </a:lnTo>
                  <a:lnTo>
                    <a:pt x="5092179" y="9427"/>
                  </a:lnTo>
                  <a:lnTo>
                    <a:pt x="5157004" y="8872"/>
                  </a:lnTo>
                  <a:lnTo>
                    <a:pt x="5204351" y="8508"/>
                  </a:lnTo>
                  <a:lnTo>
                    <a:pt x="5234480" y="8299"/>
                  </a:lnTo>
                  <a:lnTo>
                    <a:pt x="5249797" y="8202"/>
                  </a:lnTo>
                  <a:lnTo>
                    <a:pt x="5254641" y="8174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561" y="8204"/>
                  </a:lnTo>
                  <a:lnTo>
                    <a:pt x="6735557" y="8427"/>
                  </a:lnTo>
                  <a:lnTo>
                    <a:pt x="6755672" y="9043"/>
                  </a:lnTo>
                  <a:lnTo>
                    <a:pt x="6791530" y="10256"/>
                  </a:lnTo>
                  <a:lnTo>
                    <a:pt x="6844765" y="12251"/>
                  </a:lnTo>
                  <a:lnTo>
                    <a:pt x="6914900" y="15179"/>
                  </a:lnTo>
                  <a:lnTo>
                    <a:pt x="6999556" y="19137"/>
                  </a:lnTo>
                  <a:lnTo>
                    <a:pt x="7095004" y="24172"/>
                  </a:lnTo>
                  <a:lnTo>
                    <a:pt x="7196903" y="30286"/>
                  </a:lnTo>
                  <a:lnTo>
                    <a:pt x="7301023" y="37461"/>
                  </a:lnTo>
                  <a:lnTo>
                    <a:pt x="7403764" y="45672"/>
                  </a:lnTo>
                  <a:lnTo>
                    <a:pt x="7502429" y="54914"/>
                  </a:lnTo>
                  <a:lnTo>
                    <a:pt x="7595268" y="65209"/>
                  </a:lnTo>
                  <a:lnTo>
                    <a:pt x="7681368" y="76616"/>
                  </a:lnTo>
                  <a:lnTo>
                    <a:pt x="7760477" y="89236"/>
                  </a:lnTo>
                  <a:lnTo>
                    <a:pt x="7832822" y="103208"/>
                  </a:lnTo>
                  <a:lnTo>
                    <a:pt x="7898943" y="118707"/>
                  </a:lnTo>
                  <a:lnTo>
                    <a:pt x="7959564" y="135938"/>
                  </a:lnTo>
                  <a:lnTo>
                    <a:pt x="8015503" y="155123"/>
                  </a:lnTo>
                  <a:lnTo>
                    <a:pt x="8067599" y="176479"/>
                  </a:lnTo>
                  <a:lnTo>
                    <a:pt x="8116660" y="200181"/>
                  </a:lnTo>
                  <a:lnTo>
                    <a:pt x="8151487" y="219308"/>
                  </a:lnTo>
                  <a:lnTo>
                    <a:pt x="8200042" y="249267"/>
                  </a:lnTo>
                  <a:lnTo>
                    <a:pt x="8247138" y="282066"/>
                  </a:lnTo>
                  <a:lnTo>
                    <a:pt x="8293288" y="317753"/>
                  </a:lnTo>
                  <a:lnTo>
                    <a:pt x="8338876" y="356295"/>
                  </a:lnTo>
                  <a:lnTo>
                    <a:pt x="8384182" y="397564"/>
                  </a:lnTo>
                  <a:lnTo>
                    <a:pt x="8429397" y="441335"/>
                  </a:lnTo>
                  <a:lnTo>
                    <a:pt x="8474638" y="487280"/>
                  </a:lnTo>
                  <a:lnTo>
                    <a:pt x="8519958" y="534980"/>
                  </a:lnTo>
                  <a:lnTo>
                    <a:pt x="8565362" y="583935"/>
                  </a:lnTo>
                  <a:lnTo>
                    <a:pt x="8610823" y="633582"/>
                  </a:lnTo>
                  <a:lnTo>
                    <a:pt x="8656293" y="683325"/>
                  </a:lnTo>
                  <a:lnTo>
                    <a:pt x="8701720" y="732566"/>
                  </a:lnTo>
                  <a:lnTo>
                    <a:pt x="8747068" y="780727"/>
                  </a:lnTo>
                  <a:lnTo>
                    <a:pt x="8792331" y="827286"/>
                  </a:lnTo>
                  <a:lnTo>
                    <a:pt x="8837545" y="871795"/>
                  </a:lnTo>
                  <a:lnTo>
                    <a:pt x="8882805" y="913897"/>
                  </a:lnTo>
                  <a:lnTo>
                    <a:pt x="8928276" y="953333"/>
                  </a:lnTo>
                  <a:lnTo>
                    <a:pt x="8974209" y="989946"/>
                  </a:lnTo>
                  <a:lnTo>
                    <a:pt x="9020952" y="1023671"/>
                  </a:lnTo>
                  <a:lnTo>
                    <a:pt x="9068974" y="1054532"/>
                  </a:lnTo>
                  <a:lnTo>
                    <a:pt x="9084767" y="1063851"/>
                  </a:lnTo>
                  <a:lnTo>
                    <a:pt x="9132052" y="1089350"/>
                  </a:lnTo>
                  <a:lnTo>
                    <a:pt x="9181826" y="1112432"/>
                  </a:lnTo>
                  <a:lnTo>
                    <a:pt x="9234837" y="1133206"/>
                  </a:lnTo>
                  <a:lnTo>
                    <a:pt x="9291908" y="1151863"/>
                  </a:lnTo>
                  <a:lnTo>
                    <a:pt x="9353878" y="1168625"/>
                  </a:lnTo>
                  <a:lnTo>
                    <a:pt x="9421546" y="1183710"/>
                  </a:lnTo>
                  <a:lnTo>
                    <a:pt x="9495602" y="1197316"/>
                  </a:lnTo>
                  <a:lnTo>
                    <a:pt x="9576516" y="1209610"/>
                  </a:lnTo>
                  <a:lnTo>
                    <a:pt x="9664409" y="1220721"/>
                  </a:lnTo>
                  <a:lnTo>
                    <a:pt x="9758876" y="1230739"/>
                  </a:lnTo>
                  <a:lnTo>
                    <a:pt x="9858802" y="1239713"/>
                  </a:lnTo>
                  <a:lnTo>
                    <a:pt x="9962197" y="1247658"/>
                  </a:lnTo>
                  <a:lnTo>
                    <a:pt x="10066120" y="1254560"/>
                  </a:lnTo>
                  <a:lnTo>
                    <a:pt x="10166770" y="1260396"/>
                  </a:lnTo>
                  <a:lnTo>
                    <a:pt x="10259827" y="1265150"/>
                  </a:lnTo>
                  <a:lnTo>
                    <a:pt x="10341038" y="1268835"/>
                  </a:lnTo>
                  <a:lnTo>
                    <a:pt x="10406954" y="1271509"/>
                  </a:lnTo>
                  <a:lnTo>
                    <a:pt x="10455650" y="1273286"/>
                  </a:lnTo>
                  <a:lnTo>
                    <a:pt x="10487189" y="1274325"/>
                  </a:lnTo>
                  <a:lnTo>
                    <a:pt x="10503743" y="1274820"/>
                  </a:lnTo>
                  <a:lnTo>
                    <a:pt x="10509408" y="1274975"/>
                  </a:lnTo>
                  <a:lnTo>
                    <a:pt x="10509911" y="1274987"/>
                  </a:lnTo>
                  <a:lnTo>
                    <a:pt x="11981298" y="1274987"/>
                  </a:lnTo>
                  <a:lnTo>
                    <a:pt x="11981298" y="1266814"/>
                  </a:lnTo>
                  <a:lnTo>
                    <a:pt x="10509911" y="1266814"/>
                  </a:lnTo>
                  <a:lnTo>
                    <a:pt x="10508692" y="1266783"/>
                  </a:lnTo>
                  <a:lnTo>
                    <a:pt x="10500696" y="1266560"/>
                  </a:lnTo>
                  <a:lnTo>
                    <a:pt x="10480581" y="1265944"/>
                  </a:lnTo>
                  <a:lnTo>
                    <a:pt x="10444723" y="1264731"/>
                  </a:lnTo>
                  <a:lnTo>
                    <a:pt x="10391488" y="1262735"/>
                  </a:lnTo>
                  <a:lnTo>
                    <a:pt x="10321353" y="1259808"/>
                  </a:lnTo>
                  <a:lnTo>
                    <a:pt x="10236697" y="1255850"/>
                  </a:lnTo>
                  <a:lnTo>
                    <a:pt x="10141250" y="1250815"/>
                  </a:lnTo>
                  <a:lnTo>
                    <a:pt x="10039350" y="1244700"/>
                  </a:lnTo>
                  <a:lnTo>
                    <a:pt x="9935230" y="1237526"/>
                  </a:lnTo>
                  <a:lnTo>
                    <a:pt x="9832489" y="1229315"/>
                  </a:lnTo>
                  <a:lnTo>
                    <a:pt x="9733824" y="1220073"/>
                  </a:lnTo>
                  <a:lnTo>
                    <a:pt x="9640985" y="1209778"/>
                  </a:lnTo>
                  <a:lnTo>
                    <a:pt x="9554885" y="1198371"/>
                  </a:lnTo>
                  <a:lnTo>
                    <a:pt x="9475776" y="1185750"/>
                  </a:lnTo>
                  <a:lnTo>
                    <a:pt x="9403431" y="1171779"/>
                  </a:lnTo>
                  <a:lnTo>
                    <a:pt x="9337310" y="1156280"/>
                  </a:lnTo>
                  <a:lnTo>
                    <a:pt x="9276689" y="1139049"/>
                  </a:lnTo>
                  <a:lnTo>
                    <a:pt x="9220751" y="1119864"/>
                  </a:lnTo>
                  <a:lnTo>
                    <a:pt x="9168654" y="1098508"/>
                  </a:lnTo>
                  <a:lnTo>
                    <a:pt x="9119593" y="1074805"/>
                  </a:lnTo>
                  <a:lnTo>
                    <a:pt x="9084767" y="1055678"/>
                  </a:lnTo>
                  <a:lnTo>
                    <a:pt x="9036211" y="1025720"/>
                  </a:lnTo>
                  <a:lnTo>
                    <a:pt x="8989115" y="992921"/>
                  </a:lnTo>
                  <a:lnTo>
                    <a:pt x="8942965" y="957233"/>
                  </a:lnTo>
                  <a:lnTo>
                    <a:pt x="8897377" y="918691"/>
                  </a:lnTo>
                  <a:lnTo>
                    <a:pt x="8852071" y="877422"/>
                  </a:lnTo>
                  <a:lnTo>
                    <a:pt x="8806856" y="833652"/>
                  </a:lnTo>
                  <a:lnTo>
                    <a:pt x="8761615" y="787707"/>
                  </a:lnTo>
                  <a:lnTo>
                    <a:pt x="8716296" y="740006"/>
                  </a:lnTo>
                  <a:lnTo>
                    <a:pt x="8670891" y="691052"/>
                  </a:lnTo>
                  <a:lnTo>
                    <a:pt x="8625430" y="641405"/>
                  </a:lnTo>
                  <a:lnTo>
                    <a:pt x="8579961" y="591661"/>
                  </a:lnTo>
                  <a:lnTo>
                    <a:pt x="8534534" y="542421"/>
                  </a:lnTo>
                  <a:lnTo>
                    <a:pt x="8489185" y="494260"/>
                  </a:lnTo>
                  <a:lnTo>
                    <a:pt x="8443922" y="447701"/>
                  </a:lnTo>
                  <a:lnTo>
                    <a:pt x="8398709" y="403192"/>
                  </a:lnTo>
                  <a:lnTo>
                    <a:pt x="8353449" y="361090"/>
                  </a:lnTo>
                  <a:lnTo>
                    <a:pt x="8307977" y="321653"/>
                  </a:lnTo>
                  <a:lnTo>
                    <a:pt x="8262044" y="285041"/>
                  </a:lnTo>
                  <a:lnTo>
                    <a:pt x="8215301" y="251315"/>
                  </a:lnTo>
                  <a:lnTo>
                    <a:pt x="8167280" y="220454"/>
                  </a:lnTo>
                  <a:lnTo>
                    <a:pt x="8151487" y="211135"/>
                  </a:lnTo>
                  <a:lnTo>
                    <a:pt x="8104201" y="185637"/>
                  </a:lnTo>
                  <a:lnTo>
                    <a:pt x="8054428" y="162555"/>
                  </a:lnTo>
                  <a:lnTo>
                    <a:pt x="8001416" y="141781"/>
                  </a:lnTo>
                  <a:lnTo>
                    <a:pt x="7944345" y="123123"/>
                  </a:lnTo>
                  <a:lnTo>
                    <a:pt x="7882376" y="106362"/>
                  </a:lnTo>
                  <a:lnTo>
                    <a:pt x="7814707" y="91277"/>
                  </a:lnTo>
                  <a:lnTo>
                    <a:pt x="7740651" y="77671"/>
                  </a:lnTo>
                  <a:lnTo>
                    <a:pt x="7659737" y="65377"/>
                  </a:lnTo>
                  <a:lnTo>
                    <a:pt x="7571844" y="54265"/>
                  </a:lnTo>
                  <a:lnTo>
                    <a:pt x="7477378" y="44247"/>
                  </a:lnTo>
                  <a:lnTo>
                    <a:pt x="7377451" y="35273"/>
                  </a:lnTo>
                  <a:lnTo>
                    <a:pt x="7274056" y="27329"/>
                  </a:lnTo>
                  <a:lnTo>
                    <a:pt x="7170134" y="20427"/>
                  </a:lnTo>
                  <a:lnTo>
                    <a:pt x="7069484" y="14591"/>
                  </a:lnTo>
                  <a:lnTo>
                    <a:pt x="6976426" y="9837"/>
                  </a:lnTo>
                  <a:lnTo>
                    <a:pt x="6895216" y="6152"/>
                  </a:lnTo>
                  <a:lnTo>
                    <a:pt x="6829299" y="3477"/>
                  </a:lnTo>
                  <a:lnTo>
                    <a:pt x="6780603" y="1701"/>
                  </a:lnTo>
                  <a:lnTo>
                    <a:pt x="6749064" y="661"/>
                  </a:lnTo>
                  <a:lnTo>
                    <a:pt x="6732510" y="166"/>
                  </a:lnTo>
                  <a:lnTo>
                    <a:pt x="6726845" y="12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718" y="6"/>
                  </a:lnTo>
                  <a:lnTo>
                    <a:pt x="5245602" y="54"/>
                  </a:lnTo>
                  <a:lnTo>
                    <a:pt x="5225195" y="188"/>
                  </a:lnTo>
                  <a:lnTo>
                    <a:pt x="5188841" y="450"/>
                  </a:lnTo>
                  <a:lnTo>
                    <a:pt x="5134919" y="881"/>
                  </a:lnTo>
                  <a:lnTo>
                    <a:pt x="5063963" y="1514"/>
                  </a:lnTo>
                  <a:lnTo>
                    <a:pt x="4978436" y="2369"/>
                  </a:lnTo>
                  <a:lnTo>
                    <a:pt x="4882159" y="3455"/>
                  </a:lnTo>
                  <a:lnTo>
                    <a:pt x="4779547" y="4774"/>
                  </a:lnTo>
                  <a:lnTo>
                    <a:pt x="4674878" y="6320"/>
                  </a:lnTo>
                  <a:lnTo>
                    <a:pt x="4571768" y="8090"/>
                  </a:lnTo>
                  <a:lnTo>
                    <a:pt x="4472900" y="10081"/>
                  </a:lnTo>
                  <a:lnTo>
                    <a:pt x="4379999" y="12299"/>
                  </a:lnTo>
                  <a:lnTo>
                    <a:pt x="4293944" y="14758"/>
                  </a:lnTo>
                  <a:lnTo>
                    <a:pt x="4214948" y="17479"/>
                  </a:lnTo>
                  <a:lnTo>
                    <a:pt x="4142754" y="20494"/>
                  </a:lnTo>
                  <a:lnTo>
                    <a:pt x="4076794" y="23841"/>
                  </a:lnTo>
                  <a:lnTo>
                    <a:pt x="4016320" y="27565"/>
                  </a:lnTo>
                  <a:lnTo>
                    <a:pt x="3960498" y="31713"/>
                  </a:lnTo>
                  <a:lnTo>
                    <a:pt x="3908476" y="36333"/>
                  </a:lnTo>
                  <a:lnTo>
                    <a:pt x="3859440" y="41460"/>
                  </a:lnTo>
                  <a:lnTo>
                    <a:pt x="3829811" y="44951"/>
                  </a:lnTo>
                  <a:lnTo>
                    <a:pt x="3774075" y="52343"/>
                  </a:lnTo>
                  <a:lnTo>
                    <a:pt x="3720162" y="60539"/>
                  </a:lnTo>
                  <a:lnTo>
                    <a:pt x="3667337" y="69548"/>
                  </a:lnTo>
                  <a:lnTo>
                    <a:pt x="3615076" y="79348"/>
                  </a:lnTo>
                  <a:lnTo>
                    <a:pt x="3563026" y="89882"/>
                  </a:lnTo>
                  <a:lnTo>
                    <a:pt x="3510974" y="101053"/>
                  </a:lnTo>
                  <a:lnTo>
                    <a:pt x="3458823" y="112731"/>
                  </a:lnTo>
                  <a:lnTo>
                    <a:pt x="3406561" y="124753"/>
                  </a:lnTo>
                  <a:lnTo>
                    <a:pt x="3354237" y="136937"/>
                  </a:lnTo>
                  <a:lnTo>
                    <a:pt x="3301927" y="149087"/>
                  </a:lnTo>
                  <a:lnTo>
                    <a:pt x="3249700" y="161012"/>
                  </a:lnTo>
                  <a:lnTo>
                    <a:pt x="3197588" y="172533"/>
                  </a:lnTo>
                  <a:lnTo>
                    <a:pt x="3145553" y="183500"/>
                  </a:lnTo>
                  <a:lnTo>
                    <a:pt x="3093461" y="193792"/>
                  </a:lnTo>
                  <a:lnTo>
                    <a:pt x="3041055" y="203327"/>
                  </a:lnTo>
                  <a:lnTo>
                    <a:pt x="2987927" y="212059"/>
                  </a:lnTo>
                  <a:lnTo>
                    <a:pt x="2933487" y="219978"/>
                  </a:lnTo>
                  <a:lnTo>
                    <a:pt x="2896531" y="224757"/>
                  </a:lnTo>
                  <a:lnTo>
                    <a:pt x="2848994" y="230212"/>
                  </a:lnTo>
                  <a:lnTo>
                    <a:pt x="2798940" y="235148"/>
                  </a:lnTo>
                  <a:lnTo>
                    <a:pt x="2745605" y="239588"/>
                  </a:lnTo>
                  <a:lnTo>
                    <a:pt x="2688155" y="243573"/>
                  </a:lnTo>
                  <a:lnTo>
                    <a:pt x="2625739" y="247151"/>
                  </a:lnTo>
                  <a:lnTo>
                    <a:pt x="2557544" y="250370"/>
                  </a:lnTo>
                  <a:lnTo>
                    <a:pt x="2482877" y="253272"/>
                  </a:lnTo>
                  <a:lnTo>
                    <a:pt x="2401268" y="255893"/>
                  </a:lnTo>
                  <a:lnTo>
                    <a:pt x="2312615" y="258260"/>
                  </a:lnTo>
                  <a:lnTo>
                    <a:pt x="2217354" y="260393"/>
                  </a:lnTo>
                  <a:lnTo>
                    <a:pt x="2116660" y="262301"/>
                  </a:lnTo>
                  <a:lnTo>
                    <a:pt x="2012605" y="263988"/>
                  </a:lnTo>
                  <a:lnTo>
                    <a:pt x="1908234" y="265450"/>
                  </a:lnTo>
                  <a:lnTo>
                    <a:pt x="1807454" y="266683"/>
                  </a:lnTo>
                  <a:lnTo>
                    <a:pt x="1714668" y="267683"/>
                  </a:lnTo>
                  <a:lnTo>
                    <a:pt x="1634163" y="268454"/>
                  </a:lnTo>
                  <a:lnTo>
                    <a:pt x="1569338" y="269009"/>
                  </a:lnTo>
                  <a:lnTo>
                    <a:pt x="1521991" y="269373"/>
                  </a:lnTo>
                  <a:lnTo>
                    <a:pt x="1491862" y="269582"/>
                  </a:lnTo>
                  <a:lnTo>
                    <a:pt x="1476545" y="269679"/>
                  </a:lnTo>
                  <a:lnTo>
                    <a:pt x="1471701" y="269707"/>
                  </a:lnTo>
                  <a:lnTo>
                    <a:pt x="1471387" y="269708"/>
                  </a:lnTo>
                  <a:lnTo>
                    <a:pt x="0" y="269708"/>
                  </a:lnTo>
                  <a:close/>
                </a:path>
              </a:pathLst>
            </a:custGeom>
            <a:solidFill>
              <a:srgbClr val="F28E5B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858" name="pl858"/>
            <p:cNvSpPr/>
            <p:nvPr/>
          </p:nvSpPr>
          <p:spPr>
            <a:xfrm>
              <a:off x="4799595" y="7243690"/>
              <a:ext cx="11981298" cy="1266814"/>
            </a:xfrm>
            <a:custGeom>
              <a:avLst/>
              <a:pathLst>
                <a:path w="11981298" h="1266814">
                  <a:moveTo>
                    <a:pt x="0" y="269708"/>
                  </a:moveTo>
                  <a:lnTo>
                    <a:pt x="1471387" y="269708"/>
                  </a:lnTo>
                  <a:lnTo>
                    <a:pt x="1472624" y="269702"/>
                  </a:lnTo>
                  <a:lnTo>
                    <a:pt x="1480740" y="269653"/>
                  </a:lnTo>
                  <a:lnTo>
                    <a:pt x="1501147" y="269520"/>
                  </a:lnTo>
                  <a:lnTo>
                    <a:pt x="1537501" y="269258"/>
                  </a:lnTo>
                  <a:lnTo>
                    <a:pt x="1591423" y="268826"/>
                  </a:lnTo>
                  <a:lnTo>
                    <a:pt x="1662380" y="268194"/>
                  </a:lnTo>
                  <a:lnTo>
                    <a:pt x="1747906" y="267339"/>
                  </a:lnTo>
                  <a:lnTo>
                    <a:pt x="1844183" y="266253"/>
                  </a:lnTo>
                  <a:lnTo>
                    <a:pt x="1946795" y="264934"/>
                  </a:lnTo>
                  <a:lnTo>
                    <a:pt x="2051464" y="263388"/>
                  </a:lnTo>
                  <a:lnTo>
                    <a:pt x="2154575" y="261618"/>
                  </a:lnTo>
                  <a:lnTo>
                    <a:pt x="2253442" y="259627"/>
                  </a:lnTo>
                  <a:lnTo>
                    <a:pt x="2346343" y="257409"/>
                  </a:lnTo>
                  <a:lnTo>
                    <a:pt x="2432398" y="254950"/>
                  </a:lnTo>
                  <a:lnTo>
                    <a:pt x="2511394" y="252229"/>
                  </a:lnTo>
                  <a:lnTo>
                    <a:pt x="2583588" y="249214"/>
                  </a:lnTo>
                  <a:lnTo>
                    <a:pt x="2649548" y="245867"/>
                  </a:lnTo>
                  <a:lnTo>
                    <a:pt x="2710022" y="242143"/>
                  </a:lnTo>
                  <a:lnTo>
                    <a:pt x="2765844" y="237995"/>
                  </a:lnTo>
                  <a:lnTo>
                    <a:pt x="2817866" y="233375"/>
                  </a:lnTo>
                  <a:lnTo>
                    <a:pt x="2866903" y="228248"/>
                  </a:lnTo>
                  <a:lnTo>
                    <a:pt x="2896531" y="224757"/>
                  </a:lnTo>
                  <a:lnTo>
                    <a:pt x="2952267" y="217365"/>
                  </a:lnTo>
                  <a:lnTo>
                    <a:pt x="3006180" y="209169"/>
                  </a:lnTo>
                  <a:lnTo>
                    <a:pt x="3059005" y="200160"/>
                  </a:lnTo>
                  <a:lnTo>
                    <a:pt x="3111266" y="190360"/>
                  </a:lnTo>
                  <a:lnTo>
                    <a:pt x="3163316" y="179826"/>
                  </a:lnTo>
                  <a:lnTo>
                    <a:pt x="3215368" y="168655"/>
                  </a:lnTo>
                  <a:lnTo>
                    <a:pt x="3267520" y="156977"/>
                  </a:lnTo>
                  <a:lnTo>
                    <a:pt x="3319781" y="144954"/>
                  </a:lnTo>
                  <a:lnTo>
                    <a:pt x="3372105" y="132771"/>
                  </a:lnTo>
                  <a:lnTo>
                    <a:pt x="3424415" y="120621"/>
                  </a:lnTo>
                  <a:lnTo>
                    <a:pt x="3476642" y="108696"/>
                  </a:lnTo>
                  <a:lnTo>
                    <a:pt x="3528754" y="97175"/>
                  </a:lnTo>
                  <a:lnTo>
                    <a:pt x="3580789" y="86208"/>
                  </a:lnTo>
                  <a:lnTo>
                    <a:pt x="3632881" y="75916"/>
                  </a:lnTo>
                  <a:lnTo>
                    <a:pt x="3685287" y="66381"/>
                  </a:lnTo>
                  <a:lnTo>
                    <a:pt x="3738415" y="57649"/>
                  </a:lnTo>
                  <a:lnTo>
                    <a:pt x="3792855" y="49730"/>
                  </a:lnTo>
                  <a:lnTo>
                    <a:pt x="3829811" y="44951"/>
                  </a:lnTo>
                  <a:lnTo>
                    <a:pt x="3877348" y="39495"/>
                  </a:lnTo>
                  <a:lnTo>
                    <a:pt x="3927403" y="34560"/>
                  </a:lnTo>
                  <a:lnTo>
                    <a:pt x="3980737" y="30120"/>
                  </a:lnTo>
                  <a:lnTo>
                    <a:pt x="4038187" y="26135"/>
                  </a:lnTo>
                  <a:lnTo>
                    <a:pt x="4100604" y="22557"/>
                  </a:lnTo>
                  <a:lnTo>
                    <a:pt x="4168798" y="19338"/>
                  </a:lnTo>
                  <a:lnTo>
                    <a:pt x="4243465" y="16436"/>
                  </a:lnTo>
                  <a:lnTo>
                    <a:pt x="4325074" y="13815"/>
                  </a:lnTo>
                  <a:lnTo>
                    <a:pt x="4413727" y="11448"/>
                  </a:lnTo>
                  <a:lnTo>
                    <a:pt x="4508988" y="9315"/>
                  </a:lnTo>
                  <a:lnTo>
                    <a:pt x="4609682" y="7407"/>
                  </a:lnTo>
                  <a:lnTo>
                    <a:pt x="4713737" y="5720"/>
                  </a:lnTo>
                  <a:lnTo>
                    <a:pt x="4818108" y="4257"/>
                  </a:lnTo>
                  <a:lnTo>
                    <a:pt x="4918888" y="3025"/>
                  </a:lnTo>
                  <a:lnTo>
                    <a:pt x="5011674" y="2025"/>
                  </a:lnTo>
                  <a:lnTo>
                    <a:pt x="5092179" y="1254"/>
                  </a:lnTo>
                  <a:lnTo>
                    <a:pt x="5157004" y="699"/>
                  </a:lnTo>
                  <a:lnTo>
                    <a:pt x="5204351" y="335"/>
                  </a:lnTo>
                  <a:lnTo>
                    <a:pt x="5234480" y="126"/>
                  </a:lnTo>
                  <a:lnTo>
                    <a:pt x="5249797" y="29"/>
                  </a:lnTo>
                  <a:lnTo>
                    <a:pt x="5254641" y="1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561" y="31"/>
                  </a:lnTo>
                  <a:lnTo>
                    <a:pt x="6735557" y="254"/>
                  </a:lnTo>
                  <a:lnTo>
                    <a:pt x="6755672" y="870"/>
                  </a:lnTo>
                  <a:lnTo>
                    <a:pt x="6791530" y="2083"/>
                  </a:lnTo>
                  <a:lnTo>
                    <a:pt x="6844765" y="4078"/>
                  </a:lnTo>
                  <a:lnTo>
                    <a:pt x="6914900" y="7006"/>
                  </a:lnTo>
                  <a:lnTo>
                    <a:pt x="6999556" y="10964"/>
                  </a:lnTo>
                  <a:lnTo>
                    <a:pt x="7095004" y="15999"/>
                  </a:lnTo>
                  <a:lnTo>
                    <a:pt x="7196903" y="22113"/>
                  </a:lnTo>
                  <a:lnTo>
                    <a:pt x="7301023" y="29288"/>
                  </a:lnTo>
                  <a:lnTo>
                    <a:pt x="7403764" y="37499"/>
                  </a:lnTo>
                  <a:lnTo>
                    <a:pt x="7502429" y="46741"/>
                  </a:lnTo>
                  <a:lnTo>
                    <a:pt x="7595268" y="57036"/>
                  </a:lnTo>
                  <a:lnTo>
                    <a:pt x="7681368" y="68443"/>
                  </a:lnTo>
                  <a:lnTo>
                    <a:pt x="7760477" y="81063"/>
                  </a:lnTo>
                  <a:lnTo>
                    <a:pt x="7832822" y="95035"/>
                  </a:lnTo>
                  <a:lnTo>
                    <a:pt x="7898943" y="110534"/>
                  </a:lnTo>
                  <a:lnTo>
                    <a:pt x="7959564" y="127765"/>
                  </a:lnTo>
                  <a:lnTo>
                    <a:pt x="8015503" y="146950"/>
                  </a:lnTo>
                  <a:lnTo>
                    <a:pt x="8067599" y="168306"/>
                  </a:lnTo>
                  <a:lnTo>
                    <a:pt x="8116660" y="192008"/>
                  </a:lnTo>
                  <a:lnTo>
                    <a:pt x="8151487" y="211135"/>
                  </a:lnTo>
                  <a:lnTo>
                    <a:pt x="8200042" y="241094"/>
                  </a:lnTo>
                  <a:lnTo>
                    <a:pt x="8247138" y="273893"/>
                  </a:lnTo>
                  <a:lnTo>
                    <a:pt x="8293288" y="309580"/>
                  </a:lnTo>
                  <a:lnTo>
                    <a:pt x="8338876" y="348122"/>
                  </a:lnTo>
                  <a:lnTo>
                    <a:pt x="8384182" y="389391"/>
                  </a:lnTo>
                  <a:lnTo>
                    <a:pt x="8429397" y="433162"/>
                  </a:lnTo>
                  <a:lnTo>
                    <a:pt x="8474638" y="479107"/>
                  </a:lnTo>
                  <a:lnTo>
                    <a:pt x="8519958" y="526807"/>
                  </a:lnTo>
                  <a:lnTo>
                    <a:pt x="8565362" y="575762"/>
                  </a:lnTo>
                  <a:lnTo>
                    <a:pt x="8610823" y="625409"/>
                  </a:lnTo>
                  <a:lnTo>
                    <a:pt x="8656293" y="675152"/>
                  </a:lnTo>
                  <a:lnTo>
                    <a:pt x="8701720" y="724393"/>
                  </a:lnTo>
                  <a:lnTo>
                    <a:pt x="8747068" y="772554"/>
                  </a:lnTo>
                  <a:lnTo>
                    <a:pt x="8792331" y="819113"/>
                  </a:lnTo>
                  <a:lnTo>
                    <a:pt x="8837545" y="863622"/>
                  </a:lnTo>
                  <a:lnTo>
                    <a:pt x="8882805" y="905724"/>
                  </a:lnTo>
                  <a:lnTo>
                    <a:pt x="8928276" y="945161"/>
                  </a:lnTo>
                  <a:lnTo>
                    <a:pt x="8974209" y="981773"/>
                  </a:lnTo>
                  <a:lnTo>
                    <a:pt x="9020952" y="1015498"/>
                  </a:lnTo>
                  <a:lnTo>
                    <a:pt x="9068974" y="1046359"/>
                  </a:lnTo>
                  <a:lnTo>
                    <a:pt x="9084767" y="1055678"/>
                  </a:lnTo>
                  <a:lnTo>
                    <a:pt x="9132052" y="1081177"/>
                  </a:lnTo>
                  <a:lnTo>
                    <a:pt x="9181826" y="1104259"/>
                  </a:lnTo>
                  <a:lnTo>
                    <a:pt x="9234837" y="1125033"/>
                  </a:lnTo>
                  <a:lnTo>
                    <a:pt x="9291908" y="1143690"/>
                  </a:lnTo>
                  <a:lnTo>
                    <a:pt x="9353878" y="1160452"/>
                  </a:lnTo>
                  <a:lnTo>
                    <a:pt x="9421546" y="1175537"/>
                  </a:lnTo>
                  <a:lnTo>
                    <a:pt x="9495602" y="1189143"/>
                  </a:lnTo>
                  <a:lnTo>
                    <a:pt x="9576516" y="1201437"/>
                  </a:lnTo>
                  <a:lnTo>
                    <a:pt x="9664409" y="1212548"/>
                  </a:lnTo>
                  <a:lnTo>
                    <a:pt x="9758876" y="1222566"/>
                  </a:lnTo>
                  <a:lnTo>
                    <a:pt x="9858802" y="1231540"/>
                  </a:lnTo>
                  <a:lnTo>
                    <a:pt x="9962197" y="1239485"/>
                  </a:lnTo>
                  <a:lnTo>
                    <a:pt x="10066120" y="1246387"/>
                  </a:lnTo>
                  <a:lnTo>
                    <a:pt x="10166770" y="1252223"/>
                  </a:lnTo>
                  <a:lnTo>
                    <a:pt x="10259827" y="1256977"/>
                  </a:lnTo>
                  <a:lnTo>
                    <a:pt x="10341038" y="1260662"/>
                  </a:lnTo>
                  <a:lnTo>
                    <a:pt x="10406954" y="1263336"/>
                  </a:lnTo>
                  <a:lnTo>
                    <a:pt x="10455650" y="1265113"/>
                  </a:lnTo>
                  <a:lnTo>
                    <a:pt x="10487189" y="1266152"/>
                  </a:lnTo>
                  <a:lnTo>
                    <a:pt x="10503743" y="1266647"/>
                  </a:lnTo>
                  <a:lnTo>
                    <a:pt x="10509408" y="1266802"/>
                  </a:lnTo>
                  <a:lnTo>
                    <a:pt x="10509911" y="1266814"/>
                  </a:lnTo>
                  <a:lnTo>
                    <a:pt x="11981298" y="126681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59" name="pl859"/>
            <p:cNvSpPr/>
            <p:nvPr/>
          </p:nvSpPr>
          <p:spPr>
            <a:xfrm>
              <a:off x="4799595" y="7235517"/>
              <a:ext cx="11981298" cy="1266814"/>
            </a:xfrm>
            <a:custGeom>
              <a:avLst/>
              <a:pathLst>
                <a:path w="11981298" h="1266814">
                  <a:moveTo>
                    <a:pt x="11981298" y="1266814"/>
                  </a:moveTo>
                  <a:lnTo>
                    <a:pt x="10509911" y="1266814"/>
                  </a:lnTo>
                  <a:lnTo>
                    <a:pt x="10508692" y="1266783"/>
                  </a:lnTo>
                  <a:lnTo>
                    <a:pt x="10500696" y="1266560"/>
                  </a:lnTo>
                  <a:lnTo>
                    <a:pt x="10480581" y="1265944"/>
                  </a:lnTo>
                  <a:lnTo>
                    <a:pt x="10444723" y="1264731"/>
                  </a:lnTo>
                  <a:lnTo>
                    <a:pt x="10391488" y="1262735"/>
                  </a:lnTo>
                  <a:lnTo>
                    <a:pt x="10321353" y="1259808"/>
                  </a:lnTo>
                  <a:lnTo>
                    <a:pt x="10236697" y="1255850"/>
                  </a:lnTo>
                  <a:lnTo>
                    <a:pt x="10141250" y="1250815"/>
                  </a:lnTo>
                  <a:lnTo>
                    <a:pt x="10039350" y="1244700"/>
                  </a:lnTo>
                  <a:lnTo>
                    <a:pt x="9935230" y="1237526"/>
                  </a:lnTo>
                  <a:lnTo>
                    <a:pt x="9832489" y="1229315"/>
                  </a:lnTo>
                  <a:lnTo>
                    <a:pt x="9733824" y="1220073"/>
                  </a:lnTo>
                  <a:lnTo>
                    <a:pt x="9640985" y="1209778"/>
                  </a:lnTo>
                  <a:lnTo>
                    <a:pt x="9554885" y="1198371"/>
                  </a:lnTo>
                  <a:lnTo>
                    <a:pt x="9475776" y="1185750"/>
                  </a:lnTo>
                  <a:lnTo>
                    <a:pt x="9403431" y="1171779"/>
                  </a:lnTo>
                  <a:lnTo>
                    <a:pt x="9337310" y="1156280"/>
                  </a:lnTo>
                  <a:lnTo>
                    <a:pt x="9276689" y="1139049"/>
                  </a:lnTo>
                  <a:lnTo>
                    <a:pt x="9220751" y="1119864"/>
                  </a:lnTo>
                  <a:lnTo>
                    <a:pt x="9168654" y="1098508"/>
                  </a:lnTo>
                  <a:lnTo>
                    <a:pt x="9119593" y="1074805"/>
                  </a:lnTo>
                  <a:lnTo>
                    <a:pt x="9084767" y="1055678"/>
                  </a:lnTo>
                  <a:lnTo>
                    <a:pt x="9036211" y="1025720"/>
                  </a:lnTo>
                  <a:lnTo>
                    <a:pt x="8989115" y="992921"/>
                  </a:lnTo>
                  <a:lnTo>
                    <a:pt x="8942965" y="957233"/>
                  </a:lnTo>
                  <a:lnTo>
                    <a:pt x="8897377" y="918691"/>
                  </a:lnTo>
                  <a:lnTo>
                    <a:pt x="8852071" y="877422"/>
                  </a:lnTo>
                  <a:lnTo>
                    <a:pt x="8806856" y="833652"/>
                  </a:lnTo>
                  <a:lnTo>
                    <a:pt x="8761615" y="787707"/>
                  </a:lnTo>
                  <a:lnTo>
                    <a:pt x="8716296" y="740006"/>
                  </a:lnTo>
                  <a:lnTo>
                    <a:pt x="8670891" y="691052"/>
                  </a:lnTo>
                  <a:lnTo>
                    <a:pt x="8625430" y="641405"/>
                  </a:lnTo>
                  <a:lnTo>
                    <a:pt x="8579961" y="591661"/>
                  </a:lnTo>
                  <a:lnTo>
                    <a:pt x="8534534" y="542421"/>
                  </a:lnTo>
                  <a:lnTo>
                    <a:pt x="8489185" y="494260"/>
                  </a:lnTo>
                  <a:lnTo>
                    <a:pt x="8443922" y="447701"/>
                  </a:lnTo>
                  <a:lnTo>
                    <a:pt x="8398709" y="403192"/>
                  </a:lnTo>
                  <a:lnTo>
                    <a:pt x="8353449" y="361090"/>
                  </a:lnTo>
                  <a:lnTo>
                    <a:pt x="8307977" y="321653"/>
                  </a:lnTo>
                  <a:lnTo>
                    <a:pt x="8262044" y="285041"/>
                  </a:lnTo>
                  <a:lnTo>
                    <a:pt x="8215301" y="251315"/>
                  </a:lnTo>
                  <a:lnTo>
                    <a:pt x="8167280" y="220454"/>
                  </a:lnTo>
                  <a:lnTo>
                    <a:pt x="8151487" y="211135"/>
                  </a:lnTo>
                  <a:lnTo>
                    <a:pt x="8104201" y="185637"/>
                  </a:lnTo>
                  <a:lnTo>
                    <a:pt x="8054428" y="162555"/>
                  </a:lnTo>
                  <a:lnTo>
                    <a:pt x="8001416" y="141781"/>
                  </a:lnTo>
                  <a:lnTo>
                    <a:pt x="7944345" y="123123"/>
                  </a:lnTo>
                  <a:lnTo>
                    <a:pt x="7882376" y="106362"/>
                  </a:lnTo>
                  <a:lnTo>
                    <a:pt x="7814707" y="91277"/>
                  </a:lnTo>
                  <a:lnTo>
                    <a:pt x="7740651" y="77671"/>
                  </a:lnTo>
                  <a:lnTo>
                    <a:pt x="7659737" y="65377"/>
                  </a:lnTo>
                  <a:lnTo>
                    <a:pt x="7571844" y="54265"/>
                  </a:lnTo>
                  <a:lnTo>
                    <a:pt x="7477378" y="44247"/>
                  </a:lnTo>
                  <a:lnTo>
                    <a:pt x="7377451" y="35273"/>
                  </a:lnTo>
                  <a:lnTo>
                    <a:pt x="7274056" y="27329"/>
                  </a:lnTo>
                  <a:lnTo>
                    <a:pt x="7170134" y="20427"/>
                  </a:lnTo>
                  <a:lnTo>
                    <a:pt x="7069484" y="14591"/>
                  </a:lnTo>
                  <a:lnTo>
                    <a:pt x="6976426" y="9837"/>
                  </a:lnTo>
                  <a:lnTo>
                    <a:pt x="6895216" y="6152"/>
                  </a:lnTo>
                  <a:lnTo>
                    <a:pt x="6829299" y="3477"/>
                  </a:lnTo>
                  <a:lnTo>
                    <a:pt x="6780603" y="1701"/>
                  </a:lnTo>
                  <a:lnTo>
                    <a:pt x="6749064" y="661"/>
                  </a:lnTo>
                  <a:lnTo>
                    <a:pt x="6732510" y="166"/>
                  </a:lnTo>
                  <a:lnTo>
                    <a:pt x="6726845" y="12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718" y="6"/>
                  </a:lnTo>
                  <a:lnTo>
                    <a:pt x="5245602" y="54"/>
                  </a:lnTo>
                  <a:lnTo>
                    <a:pt x="5225195" y="188"/>
                  </a:lnTo>
                  <a:lnTo>
                    <a:pt x="5188841" y="450"/>
                  </a:lnTo>
                  <a:lnTo>
                    <a:pt x="5134919" y="881"/>
                  </a:lnTo>
                  <a:lnTo>
                    <a:pt x="5063963" y="1514"/>
                  </a:lnTo>
                  <a:lnTo>
                    <a:pt x="4978436" y="2369"/>
                  </a:lnTo>
                  <a:lnTo>
                    <a:pt x="4882159" y="3455"/>
                  </a:lnTo>
                  <a:lnTo>
                    <a:pt x="4779547" y="4774"/>
                  </a:lnTo>
                  <a:lnTo>
                    <a:pt x="4674878" y="6320"/>
                  </a:lnTo>
                  <a:lnTo>
                    <a:pt x="4571768" y="8090"/>
                  </a:lnTo>
                  <a:lnTo>
                    <a:pt x="4472900" y="10081"/>
                  </a:lnTo>
                  <a:lnTo>
                    <a:pt x="4379999" y="12299"/>
                  </a:lnTo>
                  <a:lnTo>
                    <a:pt x="4293944" y="14758"/>
                  </a:lnTo>
                  <a:lnTo>
                    <a:pt x="4214948" y="17479"/>
                  </a:lnTo>
                  <a:lnTo>
                    <a:pt x="4142754" y="20494"/>
                  </a:lnTo>
                  <a:lnTo>
                    <a:pt x="4076794" y="23841"/>
                  </a:lnTo>
                  <a:lnTo>
                    <a:pt x="4016320" y="27565"/>
                  </a:lnTo>
                  <a:lnTo>
                    <a:pt x="3960498" y="31713"/>
                  </a:lnTo>
                  <a:lnTo>
                    <a:pt x="3908476" y="36333"/>
                  </a:lnTo>
                  <a:lnTo>
                    <a:pt x="3859440" y="41460"/>
                  </a:lnTo>
                  <a:lnTo>
                    <a:pt x="3829811" y="44951"/>
                  </a:lnTo>
                  <a:lnTo>
                    <a:pt x="3774075" y="52343"/>
                  </a:lnTo>
                  <a:lnTo>
                    <a:pt x="3720162" y="60539"/>
                  </a:lnTo>
                  <a:lnTo>
                    <a:pt x="3667337" y="69548"/>
                  </a:lnTo>
                  <a:lnTo>
                    <a:pt x="3615076" y="79348"/>
                  </a:lnTo>
                  <a:lnTo>
                    <a:pt x="3563026" y="89882"/>
                  </a:lnTo>
                  <a:lnTo>
                    <a:pt x="3510974" y="101053"/>
                  </a:lnTo>
                  <a:lnTo>
                    <a:pt x="3458823" y="112731"/>
                  </a:lnTo>
                  <a:lnTo>
                    <a:pt x="3406561" y="124753"/>
                  </a:lnTo>
                  <a:lnTo>
                    <a:pt x="3354237" y="136937"/>
                  </a:lnTo>
                  <a:lnTo>
                    <a:pt x="3301927" y="149087"/>
                  </a:lnTo>
                  <a:lnTo>
                    <a:pt x="3249700" y="161012"/>
                  </a:lnTo>
                  <a:lnTo>
                    <a:pt x="3197588" y="172533"/>
                  </a:lnTo>
                  <a:lnTo>
                    <a:pt x="3145553" y="183500"/>
                  </a:lnTo>
                  <a:lnTo>
                    <a:pt x="3093461" y="193792"/>
                  </a:lnTo>
                  <a:lnTo>
                    <a:pt x="3041055" y="203327"/>
                  </a:lnTo>
                  <a:lnTo>
                    <a:pt x="2987927" y="212059"/>
                  </a:lnTo>
                  <a:lnTo>
                    <a:pt x="2933487" y="219978"/>
                  </a:lnTo>
                  <a:lnTo>
                    <a:pt x="2896531" y="224757"/>
                  </a:lnTo>
                  <a:lnTo>
                    <a:pt x="2848994" y="230212"/>
                  </a:lnTo>
                  <a:lnTo>
                    <a:pt x="2798940" y="235148"/>
                  </a:lnTo>
                  <a:lnTo>
                    <a:pt x="2745605" y="239588"/>
                  </a:lnTo>
                  <a:lnTo>
                    <a:pt x="2688155" y="243573"/>
                  </a:lnTo>
                  <a:lnTo>
                    <a:pt x="2625739" y="247151"/>
                  </a:lnTo>
                  <a:lnTo>
                    <a:pt x="2557544" y="250370"/>
                  </a:lnTo>
                  <a:lnTo>
                    <a:pt x="2482877" y="253272"/>
                  </a:lnTo>
                  <a:lnTo>
                    <a:pt x="2401268" y="255893"/>
                  </a:lnTo>
                  <a:lnTo>
                    <a:pt x="2312615" y="258260"/>
                  </a:lnTo>
                  <a:lnTo>
                    <a:pt x="2217354" y="260393"/>
                  </a:lnTo>
                  <a:lnTo>
                    <a:pt x="2116660" y="262301"/>
                  </a:lnTo>
                  <a:lnTo>
                    <a:pt x="2012605" y="263988"/>
                  </a:lnTo>
                  <a:lnTo>
                    <a:pt x="1908234" y="265450"/>
                  </a:lnTo>
                  <a:lnTo>
                    <a:pt x="1807454" y="266683"/>
                  </a:lnTo>
                  <a:lnTo>
                    <a:pt x="1714668" y="267683"/>
                  </a:lnTo>
                  <a:lnTo>
                    <a:pt x="1634163" y="268454"/>
                  </a:lnTo>
                  <a:lnTo>
                    <a:pt x="1569338" y="269009"/>
                  </a:lnTo>
                  <a:lnTo>
                    <a:pt x="1521991" y="269373"/>
                  </a:lnTo>
                  <a:lnTo>
                    <a:pt x="1491862" y="269582"/>
                  </a:lnTo>
                  <a:lnTo>
                    <a:pt x="1476545" y="269679"/>
                  </a:lnTo>
                  <a:lnTo>
                    <a:pt x="1471701" y="269707"/>
                  </a:lnTo>
                  <a:lnTo>
                    <a:pt x="1471387" y="269708"/>
                  </a:lnTo>
                  <a:lnTo>
                    <a:pt x="0" y="26970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60" name="pg860"/>
            <p:cNvSpPr/>
            <p:nvPr/>
          </p:nvSpPr>
          <p:spPr>
            <a:xfrm>
              <a:off x="4799595" y="7292728"/>
              <a:ext cx="11981298" cy="3015836"/>
            </a:xfrm>
            <a:custGeom>
              <a:avLst/>
              <a:pathLst>
                <a:path w="11981298" h="3015836">
                  <a:moveTo>
                    <a:pt x="0" y="245189"/>
                  </a:moveTo>
                  <a:lnTo>
                    <a:pt x="1471387" y="245189"/>
                  </a:lnTo>
                  <a:lnTo>
                    <a:pt x="1472624" y="245184"/>
                  </a:lnTo>
                  <a:lnTo>
                    <a:pt x="1480742" y="245144"/>
                  </a:lnTo>
                  <a:lnTo>
                    <a:pt x="1501154" y="245035"/>
                  </a:lnTo>
                  <a:lnTo>
                    <a:pt x="1537516" y="244821"/>
                  </a:lnTo>
                  <a:lnTo>
                    <a:pt x="1591449" y="244468"/>
                  </a:lnTo>
                  <a:lnTo>
                    <a:pt x="1662418" y="243950"/>
                  </a:lnTo>
                  <a:lnTo>
                    <a:pt x="1747959" y="243250"/>
                  </a:lnTo>
                  <a:lnTo>
                    <a:pt x="1844249" y="242361"/>
                  </a:lnTo>
                  <a:lnTo>
                    <a:pt x="1946872" y="241282"/>
                  </a:lnTo>
                  <a:lnTo>
                    <a:pt x="2051549" y="240017"/>
                  </a:lnTo>
                  <a:lnTo>
                    <a:pt x="2154666" y="238569"/>
                  </a:lnTo>
                  <a:lnTo>
                    <a:pt x="2253537" y="236939"/>
                  </a:lnTo>
                  <a:lnTo>
                    <a:pt x="2346438" y="235124"/>
                  </a:lnTo>
                  <a:lnTo>
                    <a:pt x="2432493" y="233112"/>
                  </a:lnTo>
                  <a:lnTo>
                    <a:pt x="2511487" y="230885"/>
                  </a:lnTo>
                  <a:lnTo>
                    <a:pt x="2583679" y="228418"/>
                  </a:lnTo>
                  <a:lnTo>
                    <a:pt x="2649636" y="225679"/>
                  </a:lnTo>
                  <a:lnTo>
                    <a:pt x="2710108" y="222631"/>
                  </a:lnTo>
                  <a:lnTo>
                    <a:pt x="2765928" y="219236"/>
                  </a:lnTo>
                  <a:lnTo>
                    <a:pt x="2817949" y="215456"/>
                  </a:lnTo>
                  <a:lnTo>
                    <a:pt x="2866985" y="211259"/>
                  </a:lnTo>
                  <a:lnTo>
                    <a:pt x="2896531" y="208411"/>
                  </a:lnTo>
                  <a:lnTo>
                    <a:pt x="2952430" y="202344"/>
                  </a:lnTo>
                  <a:lnTo>
                    <a:pt x="3006497" y="195615"/>
                  </a:lnTo>
                  <a:lnTo>
                    <a:pt x="3059474" y="188217"/>
                  </a:lnTo>
                  <a:lnTo>
                    <a:pt x="3111887" y="180168"/>
                  </a:lnTo>
                  <a:lnTo>
                    <a:pt x="3164092" y="171517"/>
                  </a:lnTo>
                  <a:lnTo>
                    <a:pt x="3216300" y="162342"/>
                  </a:lnTo>
                  <a:lnTo>
                    <a:pt x="3268609" y="152752"/>
                  </a:lnTo>
                  <a:lnTo>
                    <a:pt x="3321028" y="142881"/>
                  </a:lnTo>
                  <a:lnTo>
                    <a:pt x="3373508" y="132882"/>
                  </a:lnTo>
                  <a:lnTo>
                    <a:pt x="3425973" y="122915"/>
                  </a:lnTo>
                  <a:lnTo>
                    <a:pt x="3478352" y="113137"/>
                  </a:lnTo>
                  <a:lnTo>
                    <a:pt x="3530616" y="103696"/>
                  </a:lnTo>
                  <a:lnTo>
                    <a:pt x="3582805" y="94716"/>
                  </a:lnTo>
                  <a:lnTo>
                    <a:pt x="3635059" y="86294"/>
                  </a:lnTo>
                  <a:lnTo>
                    <a:pt x="3687643" y="78497"/>
                  </a:lnTo>
                  <a:lnTo>
                    <a:pt x="3740975" y="71362"/>
                  </a:lnTo>
                  <a:lnTo>
                    <a:pt x="3795662" y="64896"/>
                  </a:lnTo>
                  <a:lnTo>
                    <a:pt x="3829811" y="61297"/>
                  </a:lnTo>
                  <a:lnTo>
                    <a:pt x="3877352" y="56833"/>
                  </a:lnTo>
                  <a:lnTo>
                    <a:pt x="3927411" y="52794"/>
                  </a:lnTo>
                  <a:lnTo>
                    <a:pt x="3980751" y="49162"/>
                  </a:lnTo>
                  <a:lnTo>
                    <a:pt x="4038207" y="45901"/>
                  </a:lnTo>
                  <a:lnTo>
                    <a:pt x="4100630" y="42973"/>
                  </a:lnTo>
                  <a:lnTo>
                    <a:pt x="4168834" y="40340"/>
                  </a:lnTo>
                  <a:lnTo>
                    <a:pt x="4243510" y="37965"/>
                  </a:lnTo>
                  <a:lnTo>
                    <a:pt x="4325130" y="35821"/>
                  </a:lnTo>
                  <a:lnTo>
                    <a:pt x="4413795" y="33884"/>
                  </a:lnTo>
                  <a:lnTo>
                    <a:pt x="4509068" y="32139"/>
                  </a:lnTo>
                  <a:lnTo>
                    <a:pt x="4609775" y="30578"/>
                  </a:lnTo>
                  <a:lnTo>
                    <a:pt x="4713841" y="29198"/>
                  </a:lnTo>
                  <a:lnTo>
                    <a:pt x="4818218" y="28001"/>
                  </a:lnTo>
                  <a:lnTo>
                    <a:pt x="4919000" y="26993"/>
                  </a:lnTo>
                  <a:lnTo>
                    <a:pt x="5011782" y="26175"/>
                  </a:lnTo>
                  <a:lnTo>
                    <a:pt x="5092275" y="25544"/>
                  </a:lnTo>
                  <a:lnTo>
                    <a:pt x="5157083" y="25091"/>
                  </a:lnTo>
                  <a:lnTo>
                    <a:pt x="5204408" y="24793"/>
                  </a:lnTo>
                  <a:lnTo>
                    <a:pt x="5234515" y="24621"/>
                  </a:lnTo>
                  <a:lnTo>
                    <a:pt x="5249812" y="24543"/>
                  </a:lnTo>
                  <a:lnTo>
                    <a:pt x="5254644" y="24520"/>
                  </a:lnTo>
                  <a:lnTo>
                    <a:pt x="5254955" y="24518"/>
                  </a:lnTo>
                  <a:lnTo>
                    <a:pt x="6726343" y="24518"/>
                  </a:lnTo>
                  <a:lnTo>
                    <a:pt x="6727480" y="24587"/>
                  </a:lnTo>
                  <a:lnTo>
                    <a:pt x="6734954" y="25078"/>
                  </a:lnTo>
                  <a:lnTo>
                    <a:pt x="6753796" y="26433"/>
                  </a:lnTo>
                  <a:lnTo>
                    <a:pt x="6787487" y="29101"/>
                  </a:lnTo>
                  <a:lnTo>
                    <a:pt x="6837707" y="33497"/>
                  </a:lnTo>
                  <a:lnTo>
                    <a:pt x="6904213" y="39960"/>
                  </a:lnTo>
                  <a:lnTo>
                    <a:pt x="6984988" y="48723"/>
                  </a:lnTo>
                  <a:lnTo>
                    <a:pt x="7076698" y="59901"/>
                  </a:lnTo>
                  <a:lnTo>
                    <a:pt x="7175344" y="73518"/>
                  </a:lnTo>
                  <a:lnTo>
                    <a:pt x="7276911" y="89533"/>
                  </a:lnTo>
                  <a:lnTo>
                    <a:pt x="7377884" y="107895"/>
                  </a:lnTo>
                  <a:lnTo>
                    <a:pt x="7475532" y="128577"/>
                  </a:lnTo>
                  <a:lnTo>
                    <a:pt x="7567996" y="151609"/>
                  </a:lnTo>
                  <a:lnTo>
                    <a:pt x="7654213" y="177099"/>
                  </a:lnTo>
                  <a:lnTo>
                    <a:pt x="7733778" y="205237"/>
                  </a:lnTo>
                  <a:lnTo>
                    <a:pt x="7806772" y="236302"/>
                  </a:lnTo>
                  <a:lnTo>
                    <a:pt x="7873607" y="270652"/>
                  </a:lnTo>
                  <a:lnTo>
                    <a:pt x="7934907" y="308716"/>
                  </a:lnTo>
                  <a:lnTo>
                    <a:pt x="7991408" y="350972"/>
                  </a:lnTo>
                  <a:lnTo>
                    <a:pt x="8043890" y="397911"/>
                  </a:lnTo>
                  <a:lnTo>
                    <a:pt x="8093127" y="449972"/>
                  </a:lnTo>
                  <a:lnTo>
                    <a:pt x="8139836" y="507449"/>
                  </a:lnTo>
                  <a:lnTo>
                    <a:pt x="8151487" y="523071"/>
                  </a:lnTo>
                  <a:lnTo>
                    <a:pt x="8188356" y="575946"/>
                  </a:lnTo>
                  <a:lnTo>
                    <a:pt x="8224310" y="632628"/>
                  </a:lnTo>
                  <a:lnTo>
                    <a:pt x="8259593" y="693195"/>
                  </a:lnTo>
                  <a:lnTo>
                    <a:pt x="8294402" y="757663"/>
                  </a:lnTo>
                  <a:lnTo>
                    <a:pt x="8328898" y="825987"/>
                  </a:lnTo>
                  <a:lnTo>
                    <a:pt x="8363203" y="898045"/>
                  </a:lnTo>
                  <a:lnTo>
                    <a:pt x="8397414" y="973643"/>
                  </a:lnTo>
                  <a:lnTo>
                    <a:pt x="8431597" y="1052507"/>
                  </a:lnTo>
                  <a:lnTo>
                    <a:pt x="8465799" y="1134287"/>
                  </a:lnTo>
                  <a:lnTo>
                    <a:pt x="8500043" y="1218559"/>
                  </a:lnTo>
                  <a:lnTo>
                    <a:pt x="8534338" y="1304837"/>
                  </a:lnTo>
                  <a:lnTo>
                    <a:pt x="8568679" y="1392577"/>
                  </a:lnTo>
                  <a:lnTo>
                    <a:pt x="8603050" y="1481196"/>
                  </a:lnTo>
                  <a:lnTo>
                    <a:pt x="8637432" y="1570086"/>
                  </a:lnTo>
                  <a:lnTo>
                    <a:pt x="8671800" y="1658629"/>
                  </a:lnTo>
                  <a:lnTo>
                    <a:pt x="8706136" y="1746220"/>
                  </a:lnTo>
                  <a:lnTo>
                    <a:pt x="8740425" y="1832279"/>
                  </a:lnTo>
                  <a:lnTo>
                    <a:pt x="8774663" y="1916270"/>
                  </a:lnTo>
                  <a:lnTo>
                    <a:pt x="8808861" y="1997713"/>
                  </a:lnTo>
                  <a:lnTo>
                    <a:pt x="8843045" y="2076192"/>
                  </a:lnTo>
                  <a:lnTo>
                    <a:pt x="8877263" y="2151368"/>
                  </a:lnTo>
                  <a:lnTo>
                    <a:pt x="8911586" y="2222976"/>
                  </a:lnTo>
                  <a:lnTo>
                    <a:pt x="8946113" y="2290830"/>
                  </a:lnTo>
                  <a:lnTo>
                    <a:pt x="8980971" y="2354820"/>
                  </a:lnTo>
                  <a:lnTo>
                    <a:pt x="9016325" y="2414906"/>
                  </a:lnTo>
                  <a:lnTo>
                    <a:pt x="9052377" y="2471115"/>
                  </a:lnTo>
                  <a:lnTo>
                    <a:pt x="9084767" y="2517283"/>
                  </a:lnTo>
                  <a:lnTo>
                    <a:pt x="9130931" y="2576162"/>
                  </a:lnTo>
                  <a:lnTo>
                    <a:pt x="9179454" y="2629594"/>
                  </a:lnTo>
                  <a:lnTo>
                    <a:pt x="9231032" y="2677808"/>
                  </a:lnTo>
                  <a:lnTo>
                    <a:pt x="9286427" y="2721219"/>
                  </a:lnTo>
                  <a:lnTo>
                    <a:pt x="9346424" y="2760312"/>
                  </a:lnTo>
                  <a:lnTo>
                    <a:pt x="9411774" y="2795571"/>
                  </a:lnTo>
                  <a:lnTo>
                    <a:pt x="9483138" y="2827442"/>
                  </a:lnTo>
                  <a:lnTo>
                    <a:pt x="9560994" y="2856301"/>
                  </a:lnTo>
                  <a:lnTo>
                    <a:pt x="9645522" y="2882448"/>
                  </a:lnTo>
                  <a:lnTo>
                    <a:pt x="9736455" y="2906097"/>
                  </a:lnTo>
                  <a:lnTo>
                    <a:pt x="9832917" y="2927376"/>
                  </a:lnTo>
                  <a:lnTo>
                    <a:pt x="9933263" y="2946333"/>
                  </a:lnTo>
                  <a:lnTo>
                    <a:pt x="10034984" y="2962955"/>
                  </a:lnTo>
                  <a:lnTo>
                    <a:pt x="10134749" y="2977192"/>
                  </a:lnTo>
                  <a:lnTo>
                    <a:pt x="10228632" y="2988997"/>
                  </a:lnTo>
                  <a:lnTo>
                    <a:pt x="10312568" y="2998372"/>
                  </a:lnTo>
                  <a:lnTo>
                    <a:pt x="10382988" y="3005408"/>
                  </a:lnTo>
                  <a:lnTo>
                    <a:pt x="10437485" y="3010305"/>
                  </a:lnTo>
                  <a:lnTo>
                    <a:pt x="10475332" y="3013380"/>
                  </a:lnTo>
                  <a:lnTo>
                    <a:pt x="10497718" y="3015030"/>
                  </a:lnTo>
                  <a:lnTo>
                    <a:pt x="10507687" y="3015699"/>
                  </a:lnTo>
                  <a:lnTo>
                    <a:pt x="10509911" y="3015836"/>
                  </a:lnTo>
                  <a:lnTo>
                    <a:pt x="11981298" y="3015836"/>
                  </a:lnTo>
                  <a:lnTo>
                    <a:pt x="11981298" y="2991317"/>
                  </a:lnTo>
                  <a:lnTo>
                    <a:pt x="10509911" y="2991317"/>
                  </a:lnTo>
                  <a:lnTo>
                    <a:pt x="10508774" y="2991248"/>
                  </a:lnTo>
                  <a:lnTo>
                    <a:pt x="10501299" y="2990758"/>
                  </a:lnTo>
                  <a:lnTo>
                    <a:pt x="10482457" y="2989402"/>
                  </a:lnTo>
                  <a:lnTo>
                    <a:pt x="10448766" y="2986734"/>
                  </a:lnTo>
                  <a:lnTo>
                    <a:pt x="10398546" y="2982338"/>
                  </a:lnTo>
                  <a:lnTo>
                    <a:pt x="10332040" y="2975875"/>
                  </a:lnTo>
                  <a:lnTo>
                    <a:pt x="10251265" y="2967113"/>
                  </a:lnTo>
                  <a:lnTo>
                    <a:pt x="10159555" y="2955934"/>
                  </a:lnTo>
                  <a:lnTo>
                    <a:pt x="10060909" y="2942318"/>
                  </a:lnTo>
                  <a:lnTo>
                    <a:pt x="9959342" y="2926302"/>
                  </a:lnTo>
                  <a:lnTo>
                    <a:pt x="9858370" y="2907940"/>
                  </a:lnTo>
                  <a:lnTo>
                    <a:pt x="9760721" y="2887259"/>
                  </a:lnTo>
                  <a:lnTo>
                    <a:pt x="9668258" y="2864226"/>
                  </a:lnTo>
                  <a:lnTo>
                    <a:pt x="9582040" y="2838737"/>
                  </a:lnTo>
                  <a:lnTo>
                    <a:pt x="9502475" y="2810598"/>
                  </a:lnTo>
                  <a:lnTo>
                    <a:pt x="9429482" y="2779534"/>
                  </a:lnTo>
                  <a:lnTo>
                    <a:pt x="9362646" y="2745183"/>
                  </a:lnTo>
                  <a:lnTo>
                    <a:pt x="9301346" y="2707119"/>
                  </a:lnTo>
                  <a:lnTo>
                    <a:pt x="9244845" y="2664863"/>
                  </a:lnTo>
                  <a:lnTo>
                    <a:pt x="9192363" y="2617925"/>
                  </a:lnTo>
                  <a:lnTo>
                    <a:pt x="9143126" y="2565863"/>
                  </a:lnTo>
                  <a:lnTo>
                    <a:pt x="9096417" y="2508387"/>
                  </a:lnTo>
                  <a:lnTo>
                    <a:pt x="9084767" y="2492764"/>
                  </a:lnTo>
                  <a:lnTo>
                    <a:pt x="9047897" y="2439889"/>
                  </a:lnTo>
                  <a:lnTo>
                    <a:pt x="9011943" y="2383207"/>
                  </a:lnTo>
                  <a:lnTo>
                    <a:pt x="8976661" y="2322641"/>
                  </a:lnTo>
                  <a:lnTo>
                    <a:pt x="8941851" y="2258172"/>
                  </a:lnTo>
                  <a:lnTo>
                    <a:pt x="8907355" y="2189848"/>
                  </a:lnTo>
                  <a:lnTo>
                    <a:pt x="8873050" y="2117790"/>
                  </a:lnTo>
                  <a:lnTo>
                    <a:pt x="8838839" y="2042192"/>
                  </a:lnTo>
                  <a:lnTo>
                    <a:pt x="8804656" y="1963328"/>
                  </a:lnTo>
                  <a:lnTo>
                    <a:pt x="8770455" y="1881549"/>
                  </a:lnTo>
                  <a:lnTo>
                    <a:pt x="8736210" y="1797276"/>
                  </a:lnTo>
                  <a:lnTo>
                    <a:pt x="8701915" y="1710998"/>
                  </a:lnTo>
                  <a:lnTo>
                    <a:pt x="8667574" y="1623258"/>
                  </a:lnTo>
                  <a:lnTo>
                    <a:pt x="8633203" y="1534639"/>
                  </a:lnTo>
                  <a:lnTo>
                    <a:pt x="8598822" y="1445750"/>
                  </a:lnTo>
                  <a:lnTo>
                    <a:pt x="8564453" y="1357206"/>
                  </a:lnTo>
                  <a:lnTo>
                    <a:pt x="8530117" y="1269615"/>
                  </a:lnTo>
                  <a:lnTo>
                    <a:pt x="8495828" y="1183556"/>
                  </a:lnTo>
                  <a:lnTo>
                    <a:pt x="8461590" y="1099565"/>
                  </a:lnTo>
                  <a:lnTo>
                    <a:pt x="8427392" y="1018123"/>
                  </a:lnTo>
                  <a:lnTo>
                    <a:pt x="8393209" y="939643"/>
                  </a:lnTo>
                  <a:lnTo>
                    <a:pt x="8358991" y="864467"/>
                  </a:lnTo>
                  <a:lnTo>
                    <a:pt x="8324667" y="792859"/>
                  </a:lnTo>
                  <a:lnTo>
                    <a:pt x="8290141" y="725005"/>
                  </a:lnTo>
                  <a:lnTo>
                    <a:pt x="8255282" y="661015"/>
                  </a:lnTo>
                  <a:lnTo>
                    <a:pt x="8219928" y="600929"/>
                  </a:lnTo>
                  <a:lnTo>
                    <a:pt x="8183876" y="544721"/>
                  </a:lnTo>
                  <a:lnTo>
                    <a:pt x="8151487" y="498552"/>
                  </a:lnTo>
                  <a:lnTo>
                    <a:pt x="8105322" y="439673"/>
                  </a:lnTo>
                  <a:lnTo>
                    <a:pt x="8056799" y="386241"/>
                  </a:lnTo>
                  <a:lnTo>
                    <a:pt x="8005221" y="338027"/>
                  </a:lnTo>
                  <a:lnTo>
                    <a:pt x="7949826" y="294616"/>
                  </a:lnTo>
                  <a:lnTo>
                    <a:pt x="7889830" y="255524"/>
                  </a:lnTo>
                  <a:lnTo>
                    <a:pt x="7824479" y="220264"/>
                  </a:lnTo>
                  <a:lnTo>
                    <a:pt x="7753115" y="188394"/>
                  </a:lnTo>
                  <a:lnTo>
                    <a:pt x="7675259" y="159535"/>
                  </a:lnTo>
                  <a:lnTo>
                    <a:pt x="7590732" y="133388"/>
                  </a:lnTo>
                  <a:lnTo>
                    <a:pt x="7499798" y="109739"/>
                  </a:lnTo>
                  <a:lnTo>
                    <a:pt x="7403336" y="88460"/>
                  </a:lnTo>
                  <a:lnTo>
                    <a:pt x="7302991" y="69502"/>
                  </a:lnTo>
                  <a:lnTo>
                    <a:pt x="7201269" y="52880"/>
                  </a:lnTo>
                  <a:lnTo>
                    <a:pt x="7101504" y="38643"/>
                  </a:lnTo>
                  <a:lnTo>
                    <a:pt x="7007622" y="26838"/>
                  </a:lnTo>
                  <a:lnTo>
                    <a:pt x="6923685" y="17463"/>
                  </a:lnTo>
                  <a:lnTo>
                    <a:pt x="6853265" y="10428"/>
                  </a:lnTo>
                  <a:lnTo>
                    <a:pt x="6798768" y="5530"/>
                  </a:lnTo>
                  <a:lnTo>
                    <a:pt x="6760922" y="2456"/>
                  </a:lnTo>
                  <a:lnTo>
                    <a:pt x="6738535" y="806"/>
                  </a:lnTo>
                  <a:lnTo>
                    <a:pt x="6728567" y="136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718" y="5"/>
                  </a:lnTo>
                  <a:lnTo>
                    <a:pt x="5245600" y="44"/>
                  </a:lnTo>
                  <a:lnTo>
                    <a:pt x="5225188" y="154"/>
                  </a:lnTo>
                  <a:lnTo>
                    <a:pt x="5188826" y="368"/>
                  </a:lnTo>
                  <a:lnTo>
                    <a:pt x="5134893" y="721"/>
                  </a:lnTo>
                  <a:lnTo>
                    <a:pt x="5063924" y="1239"/>
                  </a:lnTo>
                  <a:lnTo>
                    <a:pt x="4978383" y="1939"/>
                  </a:lnTo>
                  <a:lnTo>
                    <a:pt x="4882093" y="2828"/>
                  </a:lnTo>
                  <a:lnTo>
                    <a:pt x="4779470" y="3907"/>
                  </a:lnTo>
                  <a:lnTo>
                    <a:pt x="4674793" y="5172"/>
                  </a:lnTo>
                  <a:lnTo>
                    <a:pt x="4571676" y="6620"/>
                  </a:lnTo>
                  <a:lnTo>
                    <a:pt x="4472805" y="8250"/>
                  </a:lnTo>
                  <a:lnTo>
                    <a:pt x="4379904" y="10065"/>
                  </a:lnTo>
                  <a:lnTo>
                    <a:pt x="4293849" y="12077"/>
                  </a:lnTo>
                  <a:lnTo>
                    <a:pt x="4214855" y="14304"/>
                  </a:lnTo>
                  <a:lnTo>
                    <a:pt x="4142663" y="16771"/>
                  </a:lnTo>
                  <a:lnTo>
                    <a:pt x="4076706" y="19510"/>
                  </a:lnTo>
                  <a:lnTo>
                    <a:pt x="4016234" y="22558"/>
                  </a:lnTo>
                  <a:lnTo>
                    <a:pt x="3960414" y="25953"/>
                  </a:lnTo>
                  <a:lnTo>
                    <a:pt x="3908393" y="29733"/>
                  </a:lnTo>
                  <a:lnTo>
                    <a:pt x="3859357" y="33930"/>
                  </a:lnTo>
                  <a:lnTo>
                    <a:pt x="3829811" y="36778"/>
                  </a:lnTo>
                  <a:lnTo>
                    <a:pt x="3773912" y="42845"/>
                  </a:lnTo>
                  <a:lnTo>
                    <a:pt x="3719845" y="49574"/>
                  </a:lnTo>
                  <a:lnTo>
                    <a:pt x="3666868" y="56972"/>
                  </a:lnTo>
                  <a:lnTo>
                    <a:pt x="3614455" y="65021"/>
                  </a:lnTo>
                  <a:lnTo>
                    <a:pt x="3562251" y="73672"/>
                  </a:lnTo>
                  <a:lnTo>
                    <a:pt x="3510043" y="82847"/>
                  </a:lnTo>
                  <a:lnTo>
                    <a:pt x="3457733" y="92437"/>
                  </a:lnTo>
                  <a:lnTo>
                    <a:pt x="3405314" y="102308"/>
                  </a:lnTo>
                  <a:lnTo>
                    <a:pt x="3352834" y="112307"/>
                  </a:lnTo>
                  <a:lnTo>
                    <a:pt x="3300369" y="122274"/>
                  </a:lnTo>
                  <a:lnTo>
                    <a:pt x="3247990" y="132052"/>
                  </a:lnTo>
                  <a:lnTo>
                    <a:pt x="3195726" y="141493"/>
                  </a:lnTo>
                  <a:lnTo>
                    <a:pt x="3143537" y="150473"/>
                  </a:lnTo>
                  <a:lnTo>
                    <a:pt x="3091283" y="158895"/>
                  </a:lnTo>
                  <a:lnTo>
                    <a:pt x="3038699" y="166692"/>
                  </a:lnTo>
                  <a:lnTo>
                    <a:pt x="2985367" y="173827"/>
                  </a:lnTo>
                  <a:lnTo>
                    <a:pt x="2930680" y="180292"/>
                  </a:lnTo>
                  <a:lnTo>
                    <a:pt x="2896531" y="183892"/>
                  </a:lnTo>
                  <a:lnTo>
                    <a:pt x="2848990" y="188356"/>
                  </a:lnTo>
                  <a:lnTo>
                    <a:pt x="2798931" y="192395"/>
                  </a:lnTo>
                  <a:lnTo>
                    <a:pt x="2745591" y="196027"/>
                  </a:lnTo>
                  <a:lnTo>
                    <a:pt x="2688135" y="199288"/>
                  </a:lnTo>
                  <a:lnTo>
                    <a:pt x="2625712" y="202216"/>
                  </a:lnTo>
                  <a:lnTo>
                    <a:pt x="2557508" y="204849"/>
                  </a:lnTo>
                  <a:lnTo>
                    <a:pt x="2482832" y="207224"/>
                  </a:lnTo>
                  <a:lnTo>
                    <a:pt x="2401212" y="209368"/>
                  </a:lnTo>
                  <a:lnTo>
                    <a:pt x="2312547" y="211305"/>
                  </a:lnTo>
                  <a:lnTo>
                    <a:pt x="2217274" y="213050"/>
                  </a:lnTo>
                  <a:lnTo>
                    <a:pt x="2116567" y="214611"/>
                  </a:lnTo>
                  <a:lnTo>
                    <a:pt x="2012502" y="215991"/>
                  </a:lnTo>
                  <a:lnTo>
                    <a:pt x="1908124" y="217188"/>
                  </a:lnTo>
                  <a:lnTo>
                    <a:pt x="1807342" y="218196"/>
                  </a:lnTo>
                  <a:lnTo>
                    <a:pt x="1714560" y="219014"/>
                  </a:lnTo>
                  <a:lnTo>
                    <a:pt x="1634067" y="219645"/>
                  </a:lnTo>
                  <a:lnTo>
                    <a:pt x="1569259" y="220098"/>
                  </a:lnTo>
                  <a:lnTo>
                    <a:pt x="1521934" y="220396"/>
                  </a:lnTo>
                  <a:lnTo>
                    <a:pt x="1491827" y="220568"/>
                  </a:lnTo>
                  <a:lnTo>
                    <a:pt x="1476530" y="220646"/>
                  </a:lnTo>
                  <a:lnTo>
                    <a:pt x="1471698" y="220669"/>
                  </a:lnTo>
                  <a:lnTo>
                    <a:pt x="1471387" y="220670"/>
                  </a:lnTo>
                  <a:lnTo>
                    <a:pt x="0" y="220670"/>
                  </a:lnTo>
                  <a:close/>
                </a:path>
              </a:pathLst>
            </a:custGeom>
            <a:solidFill>
              <a:srgbClr val="F28E5B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861" name="pl861"/>
            <p:cNvSpPr/>
            <p:nvPr/>
          </p:nvSpPr>
          <p:spPr>
            <a:xfrm>
              <a:off x="4799595" y="7317247"/>
              <a:ext cx="11981298" cy="2991317"/>
            </a:xfrm>
            <a:custGeom>
              <a:avLst/>
              <a:pathLst>
                <a:path w="11981298" h="2991317">
                  <a:moveTo>
                    <a:pt x="0" y="220670"/>
                  </a:moveTo>
                  <a:lnTo>
                    <a:pt x="1471387" y="220670"/>
                  </a:lnTo>
                  <a:lnTo>
                    <a:pt x="1472624" y="220665"/>
                  </a:lnTo>
                  <a:lnTo>
                    <a:pt x="1480742" y="220625"/>
                  </a:lnTo>
                  <a:lnTo>
                    <a:pt x="1501154" y="220516"/>
                  </a:lnTo>
                  <a:lnTo>
                    <a:pt x="1537516" y="220302"/>
                  </a:lnTo>
                  <a:lnTo>
                    <a:pt x="1591449" y="219949"/>
                  </a:lnTo>
                  <a:lnTo>
                    <a:pt x="1662418" y="219431"/>
                  </a:lnTo>
                  <a:lnTo>
                    <a:pt x="1747959" y="218731"/>
                  </a:lnTo>
                  <a:lnTo>
                    <a:pt x="1844249" y="217842"/>
                  </a:lnTo>
                  <a:lnTo>
                    <a:pt x="1946872" y="216763"/>
                  </a:lnTo>
                  <a:lnTo>
                    <a:pt x="2051549" y="215498"/>
                  </a:lnTo>
                  <a:lnTo>
                    <a:pt x="2154666" y="214050"/>
                  </a:lnTo>
                  <a:lnTo>
                    <a:pt x="2253537" y="212420"/>
                  </a:lnTo>
                  <a:lnTo>
                    <a:pt x="2346438" y="210605"/>
                  </a:lnTo>
                  <a:lnTo>
                    <a:pt x="2432493" y="208593"/>
                  </a:lnTo>
                  <a:lnTo>
                    <a:pt x="2511487" y="206366"/>
                  </a:lnTo>
                  <a:lnTo>
                    <a:pt x="2583679" y="203899"/>
                  </a:lnTo>
                  <a:lnTo>
                    <a:pt x="2649636" y="201160"/>
                  </a:lnTo>
                  <a:lnTo>
                    <a:pt x="2710108" y="198112"/>
                  </a:lnTo>
                  <a:lnTo>
                    <a:pt x="2765928" y="194717"/>
                  </a:lnTo>
                  <a:lnTo>
                    <a:pt x="2817949" y="190937"/>
                  </a:lnTo>
                  <a:lnTo>
                    <a:pt x="2866985" y="186740"/>
                  </a:lnTo>
                  <a:lnTo>
                    <a:pt x="2896531" y="183892"/>
                  </a:lnTo>
                  <a:lnTo>
                    <a:pt x="2952430" y="177825"/>
                  </a:lnTo>
                  <a:lnTo>
                    <a:pt x="3006497" y="171096"/>
                  </a:lnTo>
                  <a:lnTo>
                    <a:pt x="3059474" y="163698"/>
                  </a:lnTo>
                  <a:lnTo>
                    <a:pt x="3111887" y="155649"/>
                  </a:lnTo>
                  <a:lnTo>
                    <a:pt x="3164092" y="146998"/>
                  </a:lnTo>
                  <a:lnTo>
                    <a:pt x="3216300" y="137823"/>
                  </a:lnTo>
                  <a:lnTo>
                    <a:pt x="3268609" y="128233"/>
                  </a:lnTo>
                  <a:lnTo>
                    <a:pt x="3321028" y="118362"/>
                  </a:lnTo>
                  <a:lnTo>
                    <a:pt x="3373508" y="108363"/>
                  </a:lnTo>
                  <a:lnTo>
                    <a:pt x="3425973" y="98396"/>
                  </a:lnTo>
                  <a:lnTo>
                    <a:pt x="3478352" y="88618"/>
                  </a:lnTo>
                  <a:lnTo>
                    <a:pt x="3530616" y="79177"/>
                  </a:lnTo>
                  <a:lnTo>
                    <a:pt x="3582805" y="70197"/>
                  </a:lnTo>
                  <a:lnTo>
                    <a:pt x="3635059" y="61775"/>
                  </a:lnTo>
                  <a:lnTo>
                    <a:pt x="3687643" y="53978"/>
                  </a:lnTo>
                  <a:lnTo>
                    <a:pt x="3740975" y="46843"/>
                  </a:lnTo>
                  <a:lnTo>
                    <a:pt x="3795662" y="40377"/>
                  </a:lnTo>
                  <a:lnTo>
                    <a:pt x="3829811" y="36778"/>
                  </a:lnTo>
                  <a:lnTo>
                    <a:pt x="3877352" y="32314"/>
                  </a:lnTo>
                  <a:lnTo>
                    <a:pt x="3927411" y="28275"/>
                  </a:lnTo>
                  <a:lnTo>
                    <a:pt x="3980751" y="24643"/>
                  </a:lnTo>
                  <a:lnTo>
                    <a:pt x="4038207" y="21382"/>
                  </a:lnTo>
                  <a:lnTo>
                    <a:pt x="4100630" y="18454"/>
                  </a:lnTo>
                  <a:lnTo>
                    <a:pt x="4168834" y="15821"/>
                  </a:lnTo>
                  <a:lnTo>
                    <a:pt x="4243510" y="13446"/>
                  </a:lnTo>
                  <a:lnTo>
                    <a:pt x="4325130" y="11302"/>
                  </a:lnTo>
                  <a:lnTo>
                    <a:pt x="4413795" y="9365"/>
                  </a:lnTo>
                  <a:lnTo>
                    <a:pt x="4509068" y="7620"/>
                  </a:lnTo>
                  <a:lnTo>
                    <a:pt x="4609775" y="6059"/>
                  </a:lnTo>
                  <a:lnTo>
                    <a:pt x="4713841" y="4679"/>
                  </a:lnTo>
                  <a:lnTo>
                    <a:pt x="4818218" y="3482"/>
                  </a:lnTo>
                  <a:lnTo>
                    <a:pt x="4919000" y="2474"/>
                  </a:lnTo>
                  <a:lnTo>
                    <a:pt x="5011782" y="1656"/>
                  </a:lnTo>
                  <a:lnTo>
                    <a:pt x="5092275" y="1025"/>
                  </a:lnTo>
                  <a:lnTo>
                    <a:pt x="5157083" y="572"/>
                  </a:lnTo>
                  <a:lnTo>
                    <a:pt x="5204408" y="274"/>
                  </a:lnTo>
                  <a:lnTo>
                    <a:pt x="5234515" y="102"/>
                  </a:lnTo>
                  <a:lnTo>
                    <a:pt x="5249812" y="24"/>
                  </a:lnTo>
                  <a:lnTo>
                    <a:pt x="5254644" y="1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480" y="68"/>
                  </a:lnTo>
                  <a:lnTo>
                    <a:pt x="6734954" y="559"/>
                  </a:lnTo>
                  <a:lnTo>
                    <a:pt x="6753796" y="1914"/>
                  </a:lnTo>
                  <a:lnTo>
                    <a:pt x="6787487" y="4582"/>
                  </a:lnTo>
                  <a:lnTo>
                    <a:pt x="6837707" y="8978"/>
                  </a:lnTo>
                  <a:lnTo>
                    <a:pt x="6904213" y="15441"/>
                  </a:lnTo>
                  <a:lnTo>
                    <a:pt x="6984988" y="24204"/>
                  </a:lnTo>
                  <a:lnTo>
                    <a:pt x="7076698" y="35383"/>
                  </a:lnTo>
                  <a:lnTo>
                    <a:pt x="7175344" y="48999"/>
                  </a:lnTo>
                  <a:lnTo>
                    <a:pt x="7276911" y="65014"/>
                  </a:lnTo>
                  <a:lnTo>
                    <a:pt x="7377884" y="83376"/>
                  </a:lnTo>
                  <a:lnTo>
                    <a:pt x="7475532" y="104058"/>
                  </a:lnTo>
                  <a:lnTo>
                    <a:pt x="7567996" y="127090"/>
                  </a:lnTo>
                  <a:lnTo>
                    <a:pt x="7654213" y="152580"/>
                  </a:lnTo>
                  <a:lnTo>
                    <a:pt x="7733778" y="180718"/>
                  </a:lnTo>
                  <a:lnTo>
                    <a:pt x="7806772" y="211783"/>
                  </a:lnTo>
                  <a:lnTo>
                    <a:pt x="7873607" y="246133"/>
                  </a:lnTo>
                  <a:lnTo>
                    <a:pt x="7934907" y="284197"/>
                  </a:lnTo>
                  <a:lnTo>
                    <a:pt x="7991408" y="326453"/>
                  </a:lnTo>
                  <a:lnTo>
                    <a:pt x="8043890" y="373392"/>
                  </a:lnTo>
                  <a:lnTo>
                    <a:pt x="8093127" y="425453"/>
                  </a:lnTo>
                  <a:lnTo>
                    <a:pt x="8139836" y="482930"/>
                  </a:lnTo>
                  <a:lnTo>
                    <a:pt x="8151487" y="498552"/>
                  </a:lnTo>
                  <a:lnTo>
                    <a:pt x="8188356" y="551427"/>
                  </a:lnTo>
                  <a:lnTo>
                    <a:pt x="8224310" y="608109"/>
                  </a:lnTo>
                  <a:lnTo>
                    <a:pt x="8259593" y="668676"/>
                  </a:lnTo>
                  <a:lnTo>
                    <a:pt x="8294402" y="733144"/>
                  </a:lnTo>
                  <a:lnTo>
                    <a:pt x="8328898" y="801468"/>
                  </a:lnTo>
                  <a:lnTo>
                    <a:pt x="8363203" y="873526"/>
                  </a:lnTo>
                  <a:lnTo>
                    <a:pt x="8397414" y="949124"/>
                  </a:lnTo>
                  <a:lnTo>
                    <a:pt x="8431597" y="1027988"/>
                  </a:lnTo>
                  <a:lnTo>
                    <a:pt x="8465799" y="1109768"/>
                  </a:lnTo>
                  <a:lnTo>
                    <a:pt x="8500043" y="1194041"/>
                  </a:lnTo>
                  <a:lnTo>
                    <a:pt x="8534338" y="1280318"/>
                  </a:lnTo>
                  <a:lnTo>
                    <a:pt x="8568679" y="1368058"/>
                  </a:lnTo>
                  <a:lnTo>
                    <a:pt x="8603050" y="1456677"/>
                  </a:lnTo>
                  <a:lnTo>
                    <a:pt x="8637432" y="1545567"/>
                  </a:lnTo>
                  <a:lnTo>
                    <a:pt x="8671800" y="1634110"/>
                  </a:lnTo>
                  <a:lnTo>
                    <a:pt x="8706136" y="1721701"/>
                  </a:lnTo>
                  <a:lnTo>
                    <a:pt x="8740425" y="1807760"/>
                  </a:lnTo>
                  <a:lnTo>
                    <a:pt x="8774663" y="1891751"/>
                  </a:lnTo>
                  <a:lnTo>
                    <a:pt x="8808861" y="1973194"/>
                  </a:lnTo>
                  <a:lnTo>
                    <a:pt x="8843045" y="2051673"/>
                  </a:lnTo>
                  <a:lnTo>
                    <a:pt x="8877263" y="2126849"/>
                  </a:lnTo>
                  <a:lnTo>
                    <a:pt x="8911586" y="2198457"/>
                  </a:lnTo>
                  <a:lnTo>
                    <a:pt x="8946113" y="2266311"/>
                  </a:lnTo>
                  <a:lnTo>
                    <a:pt x="8980971" y="2330301"/>
                  </a:lnTo>
                  <a:lnTo>
                    <a:pt x="9016325" y="2390388"/>
                  </a:lnTo>
                  <a:lnTo>
                    <a:pt x="9052377" y="2446596"/>
                  </a:lnTo>
                  <a:lnTo>
                    <a:pt x="9084767" y="2492764"/>
                  </a:lnTo>
                  <a:lnTo>
                    <a:pt x="9130931" y="2551643"/>
                  </a:lnTo>
                  <a:lnTo>
                    <a:pt x="9179454" y="2605075"/>
                  </a:lnTo>
                  <a:lnTo>
                    <a:pt x="9231032" y="2653289"/>
                  </a:lnTo>
                  <a:lnTo>
                    <a:pt x="9286427" y="2696700"/>
                  </a:lnTo>
                  <a:lnTo>
                    <a:pt x="9346424" y="2735793"/>
                  </a:lnTo>
                  <a:lnTo>
                    <a:pt x="9411774" y="2771052"/>
                  </a:lnTo>
                  <a:lnTo>
                    <a:pt x="9483138" y="2802923"/>
                  </a:lnTo>
                  <a:lnTo>
                    <a:pt x="9560994" y="2831782"/>
                  </a:lnTo>
                  <a:lnTo>
                    <a:pt x="9645522" y="2857929"/>
                  </a:lnTo>
                  <a:lnTo>
                    <a:pt x="9736455" y="2881578"/>
                  </a:lnTo>
                  <a:lnTo>
                    <a:pt x="9832917" y="2902857"/>
                  </a:lnTo>
                  <a:lnTo>
                    <a:pt x="9933263" y="2921814"/>
                  </a:lnTo>
                  <a:lnTo>
                    <a:pt x="10034984" y="2938436"/>
                  </a:lnTo>
                  <a:lnTo>
                    <a:pt x="10134749" y="2952673"/>
                  </a:lnTo>
                  <a:lnTo>
                    <a:pt x="10228632" y="2964478"/>
                  </a:lnTo>
                  <a:lnTo>
                    <a:pt x="10312568" y="2973853"/>
                  </a:lnTo>
                  <a:lnTo>
                    <a:pt x="10382988" y="2980889"/>
                  </a:lnTo>
                  <a:lnTo>
                    <a:pt x="10437485" y="2985786"/>
                  </a:lnTo>
                  <a:lnTo>
                    <a:pt x="10475332" y="2988861"/>
                  </a:lnTo>
                  <a:lnTo>
                    <a:pt x="10497718" y="2990511"/>
                  </a:lnTo>
                  <a:lnTo>
                    <a:pt x="10507687" y="2991180"/>
                  </a:lnTo>
                  <a:lnTo>
                    <a:pt x="10509891" y="2991316"/>
                  </a:lnTo>
                  <a:lnTo>
                    <a:pt x="10509911" y="2991317"/>
                  </a:lnTo>
                  <a:lnTo>
                    <a:pt x="11981298" y="299131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62" name="pl862"/>
            <p:cNvSpPr/>
            <p:nvPr/>
          </p:nvSpPr>
          <p:spPr>
            <a:xfrm>
              <a:off x="4799595" y="7292728"/>
              <a:ext cx="11981298" cy="2991317"/>
            </a:xfrm>
            <a:custGeom>
              <a:avLst/>
              <a:pathLst>
                <a:path w="11981298" h="2991317">
                  <a:moveTo>
                    <a:pt x="11981298" y="2991317"/>
                  </a:moveTo>
                  <a:lnTo>
                    <a:pt x="10509911" y="2991317"/>
                  </a:lnTo>
                  <a:lnTo>
                    <a:pt x="10508774" y="2991248"/>
                  </a:lnTo>
                  <a:lnTo>
                    <a:pt x="10501299" y="2990758"/>
                  </a:lnTo>
                  <a:lnTo>
                    <a:pt x="10482457" y="2989402"/>
                  </a:lnTo>
                  <a:lnTo>
                    <a:pt x="10448766" y="2986734"/>
                  </a:lnTo>
                  <a:lnTo>
                    <a:pt x="10398546" y="2982338"/>
                  </a:lnTo>
                  <a:lnTo>
                    <a:pt x="10332040" y="2975875"/>
                  </a:lnTo>
                  <a:lnTo>
                    <a:pt x="10251265" y="2967113"/>
                  </a:lnTo>
                  <a:lnTo>
                    <a:pt x="10159555" y="2955934"/>
                  </a:lnTo>
                  <a:lnTo>
                    <a:pt x="10060909" y="2942318"/>
                  </a:lnTo>
                  <a:lnTo>
                    <a:pt x="9959342" y="2926302"/>
                  </a:lnTo>
                  <a:lnTo>
                    <a:pt x="9858370" y="2907940"/>
                  </a:lnTo>
                  <a:lnTo>
                    <a:pt x="9760721" y="2887259"/>
                  </a:lnTo>
                  <a:lnTo>
                    <a:pt x="9668258" y="2864226"/>
                  </a:lnTo>
                  <a:lnTo>
                    <a:pt x="9582040" y="2838737"/>
                  </a:lnTo>
                  <a:lnTo>
                    <a:pt x="9502475" y="2810598"/>
                  </a:lnTo>
                  <a:lnTo>
                    <a:pt x="9429482" y="2779534"/>
                  </a:lnTo>
                  <a:lnTo>
                    <a:pt x="9362646" y="2745183"/>
                  </a:lnTo>
                  <a:lnTo>
                    <a:pt x="9301346" y="2707119"/>
                  </a:lnTo>
                  <a:lnTo>
                    <a:pt x="9244845" y="2664863"/>
                  </a:lnTo>
                  <a:lnTo>
                    <a:pt x="9192363" y="2617925"/>
                  </a:lnTo>
                  <a:lnTo>
                    <a:pt x="9143126" y="2565863"/>
                  </a:lnTo>
                  <a:lnTo>
                    <a:pt x="9096417" y="2508387"/>
                  </a:lnTo>
                  <a:lnTo>
                    <a:pt x="9084767" y="2492764"/>
                  </a:lnTo>
                  <a:lnTo>
                    <a:pt x="9047897" y="2439889"/>
                  </a:lnTo>
                  <a:lnTo>
                    <a:pt x="9011943" y="2383207"/>
                  </a:lnTo>
                  <a:lnTo>
                    <a:pt x="8976661" y="2322641"/>
                  </a:lnTo>
                  <a:lnTo>
                    <a:pt x="8941851" y="2258172"/>
                  </a:lnTo>
                  <a:lnTo>
                    <a:pt x="8907355" y="2189848"/>
                  </a:lnTo>
                  <a:lnTo>
                    <a:pt x="8873050" y="2117790"/>
                  </a:lnTo>
                  <a:lnTo>
                    <a:pt x="8838839" y="2042192"/>
                  </a:lnTo>
                  <a:lnTo>
                    <a:pt x="8804656" y="1963328"/>
                  </a:lnTo>
                  <a:lnTo>
                    <a:pt x="8770455" y="1881549"/>
                  </a:lnTo>
                  <a:lnTo>
                    <a:pt x="8736210" y="1797276"/>
                  </a:lnTo>
                  <a:lnTo>
                    <a:pt x="8701915" y="1710998"/>
                  </a:lnTo>
                  <a:lnTo>
                    <a:pt x="8667574" y="1623258"/>
                  </a:lnTo>
                  <a:lnTo>
                    <a:pt x="8633203" y="1534639"/>
                  </a:lnTo>
                  <a:lnTo>
                    <a:pt x="8598822" y="1445750"/>
                  </a:lnTo>
                  <a:lnTo>
                    <a:pt x="8564453" y="1357206"/>
                  </a:lnTo>
                  <a:lnTo>
                    <a:pt x="8530117" y="1269615"/>
                  </a:lnTo>
                  <a:lnTo>
                    <a:pt x="8495828" y="1183556"/>
                  </a:lnTo>
                  <a:lnTo>
                    <a:pt x="8461590" y="1099565"/>
                  </a:lnTo>
                  <a:lnTo>
                    <a:pt x="8427392" y="1018123"/>
                  </a:lnTo>
                  <a:lnTo>
                    <a:pt x="8393209" y="939643"/>
                  </a:lnTo>
                  <a:lnTo>
                    <a:pt x="8358991" y="864467"/>
                  </a:lnTo>
                  <a:lnTo>
                    <a:pt x="8324667" y="792859"/>
                  </a:lnTo>
                  <a:lnTo>
                    <a:pt x="8290141" y="725005"/>
                  </a:lnTo>
                  <a:lnTo>
                    <a:pt x="8255282" y="661015"/>
                  </a:lnTo>
                  <a:lnTo>
                    <a:pt x="8219928" y="600929"/>
                  </a:lnTo>
                  <a:lnTo>
                    <a:pt x="8183876" y="544721"/>
                  </a:lnTo>
                  <a:lnTo>
                    <a:pt x="8151487" y="498552"/>
                  </a:lnTo>
                  <a:lnTo>
                    <a:pt x="8105322" y="439673"/>
                  </a:lnTo>
                  <a:lnTo>
                    <a:pt x="8056799" y="386241"/>
                  </a:lnTo>
                  <a:lnTo>
                    <a:pt x="8005221" y="338027"/>
                  </a:lnTo>
                  <a:lnTo>
                    <a:pt x="7949826" y="294616"/>
                  </a:lnTo>
                  <a:lnTo>
                    <a:pt x="7889830" y="255524"/>
                  </a:lnTo>
                  <a:lnTo>
                    <a:pt x="7824479" y="220264"/>
                  </a:lnTo>
                  <a:lnTo>
                    <a:pt x="7753115" y="188394"/>
                  </a:lnTo>
                  <a:lnTo>
                    <a:pt x="7675259" y="159535"/>
                  </a:lnTo>
                  <a:lnTo>
                    <a:pt x="7590732" y="133388"/>
                  </a:lnTo>
                  <a:lnTo>
                    <a:pt x="7499798" y="109739"/>
                  </a:lnTo>
                  <a:lnTo>
                    <a:pt x="7403336" y="88460"/>
                  </a:lnTo>
                  <a:lnTo>
                    <a:pt x="7302991" y="69502"/>
                  </a:lnTo>
                  <a:lnTo>
                    <a:pt x="7201269" y="52880"/>
                  </a:lnTo>
                  <a:lnTo>
                    <a:pt x="7101504" y="38643"/>
                  </a:lnTo>
                  <a:lnTo>
                    <a:pt x="7007622" y="26838"/>
                  </a:lnTo>
                  <a:lnTo>
                    <a:pt x="6923685" y="17463"/>
                  </a:lnTo>
                  <a:lnTo>
                    <a:pt x="6853265" y="10428"/>
                  </a:lnTo>
                  <a:lnTo>
                    <a:pt x="6798768" y="5530"/>
                  </a:lnTo>
                  <a:lnTo>
                    <a:pt x="6760922" y="2456"/>
                  </a:lnTo>
                  <a:lnTo>
                    <a:pt x="6738535" y="806"/>
                  </a:lnTo>
                  <a:lnTo>
                    <a:pt x="6728567" y="136"/>
                  </a:lnTo>
                  <a:lnTo>
                    <a:pt x="6726363" y="1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718" y="5"/>
                  </a:lnTo>
                  <a:lnTo>
                    <a:pt x="5245600" y="44"/>
                  </a:lnTo>
                  <a:lnTo>
                    <a:pt x="5225188" y="154"/>
                  </a:lnTo>
                  <a:lnTo>
                    <a:pt x="5188826" y="368"/>
                  </a:lnTo>
                  <a:lnTo>
                    <a:pt x="5134893" y="721"/>
                  </a:lnTo>
                  <a:lnTo>
                    <a:pt x="5063924" y="1239"/>
                  </a:lnTo>
                  <a:lnTo>
                    <a:pt x="4978383" y="1939"/>
                  </a:lnTo>
                  <a:lnTo>
                    <a:pt x="4882093" y="2828"/>
                  </a:lnTo>
                  <a:lnTo>
                    <a:pt x="4779470" y="3907"/>
                  </a:lnTo>
                  <a:lnTo>
                    <a:pt x="4674793" y="5172"/>
                  </a:lnTo>
                  <a:lnTo>
                    <a:pt x="4571676" y="6620"/>
                  </a:lnTo>
                  <a:lnTo>
                    <a:pt x="4472805" y="8250"/>
                  </a:lnTo>
                  <a:lnTo>
                    <a:pt x="4379904" y="10065"/>
                  </a:lnTo>
                  <a:lnTo>
                    <a:pt x="4293849" y="12077"/>
                  </a:lnTo>
                  <a:lnTo>
                    <a:pt x="4214855" y="14304"/>
                  </a:lnTo>
                  <a:lnTo>
                    <a:pt x="4142663" y="16771"/>
                  </a:lnTo>
                  <a:lnTo>
                    <a:pt x="4076706" y="19510"/>
                  </a:lnTo>
                  <a:lnTo>
                    <a:pt x="4016234" y="22558"/>
                  </a:lnTo>
                  <a:lnTo>
                    <a:pt x="3960414" y="25953"/>
                  </a:lnTo>
                  <a:lnTo>
                    <a:pt x="3908393" y="29733"/>
                  </a:lnTo>
                  <a:lnTo>
                    <a:pt x="3859357" y="33930"/>
                  </a:lnTo>
                  <a:lnTo>
                    <a:pt x="3829811" y="36778"/>
                  </a:lnTo>
                  <a:lnTo>
                    <a:pt x="3773912" y="42845"/>
                  </a:lnTo>
                  <a:lnTo>
                    <a:pt x="3719845" y="49574"/>
                  </a:lnTo>
                  <a:lnTo>
                    <a:pt x="3666868" y="56972"/>
                  </a:lnTo>
                  <a:lnTo>
                    <a:pt x="3614455" y="65021"/>
                  </a:lnTo>
                  <a:lnTo>
                    <a:pt x="3562251" y="73672"/>
                  </a:lnTo>
                  <a:lnTo>
                    <a:pt x="3510043" y="82847"/>
                  </a:lnTo>
                  <a:lnTo>
                    <a:pt x="3457733" y="92437"/>
                  </a:lnTo>
                  <a:lnTo>
                    <a:pt x="3405314" y="102308"/>
                  </a:lnTo>
                  <a:lnTo>
                    <a:pt x="3352834" y="112307"/>
                  </a:lnTo>
                  <a:lnTo>
                    <a:pt x="3300369" y="122274"/>
                  </a:lnTo>
                  <a:lnTo>
                    <a:pt x="3247990" y="132052"/>
                  </a:lnTo>
                  <a:lnTo>
                    <a:pt x="3195726" y="141493"/>
                  </a:lnTo>
                  <a:lnTo>
                    <a:pt x="3143537" y="150473"/>
                  </a:lnTo>
                  <a:lnTo>
                    <a:pt x="3091283" y="158895"/>
                  </a:lnTo>
                  <a:lnTo>
                    <a:pt x="3038699" y="166692"/>
                  </a:lnTo>
                  <a:lnTo>
                    <a:pt x="2985367" y="173827"/>
                  </a:lnTo>
                  <a:lnTo>
                    <a:pt x="2930680" y="180292"/>
                  </a:lnTo>
                  <a:lnTo>
                    <a:pt x="2896531" y="183892"/>
                  </a:lnTo>
                  <a:lnTo>
                    <a:pt x="2848990" y="188356"/>
                  </a:lnTo>
                  <a:lnTo>
                    <a:pt x="2798931" y="192395"/>
                  </a:lnTo>
                  <a:lnTo>
                    <a:pt x="2745591" y="196027"/>
                  </a:lnTo>
                  <a:lnTo>
                    <a:pt x="2688135" y="199288"/>
                  </a:lnTo>
                  <a:lnTo>
                    <a:pt x="2625712" y="202216"/>
                  </a:lnTo>
                  <a:lnTo>
                    <a:pt x="2557508" y="204849"/>
                  </a:lnTo>
                  <a:lnTo>
                    <a:pt x="2482832" y="207224"/>
                  </a:lnTo>
                  <a:lnTo>
                    <a:pt x="2401212" y="209368"/>
                  </a:lnTo>
                  <a:lnTo>
                    <a:pt x="2312547" y="211305"/>
                  </a:lnTo>
                  <a:lnTo>
                    <a:pt x="2217274" y="213050"/>
                  </a:lnTo>
                  <a:lnTo>
                    <a:pt x="2116567" y="214611"/>
                  </a:lnTo>
                  <a:lnTo>
                    <a:pt x="2012502" y="215991"/>
                  </a:lnTo>
                  <a:lnTo>
                    <a:pt x="1908124" y="217188"/>
                  </a:lnTo>
                  <a:lnTo>
                    <a:pt x="1807342" y="218196"/>
                  </a:lnTo>
                  <a:lnTo>
                    <a:pt x="1714560" y="219014"/>
                  </a:lnTo>
                  <a:lnTo>
                    <a:pt x="1634067" y="219645"/>
                  </a:lnTo>
                  <a:lnTo>
                    <a:pt x="1569259" y="220098"/>
                  </a:lnTo>
                  <a:lnTo>
                    <a:pt x="1521934" y="220396"/>
                  </a:lnTo>
                  <a:lnTo>
                    <a:pt x="1491827" y="220568"/>
                  </a:lnTo>
                  <a:lnTo>
                    <a:pt x="1476530" y="220646"/>
                  </a:lnTo>
                  <a:lnTo>
                    <a:pt x="1471698" y="220669"/>
                  </a:lnTo>
                  <a:lnTo>
                    <a:pt x="1471387" y="220670"/>
                  </a:lnTo>
                  <a:lnTo>
                    <a:pt x="0" y="22067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63" name="pg863"/>
            <p:cNvSpPr/>
            <p:nvPr/>
          </p:nvSpPr>
          <p:spPr>
            <a:xfrm>
              <a:off x="4799595" y="7358112"/>
              <a:ext cx="11981298" cy="3653330"/>
            </a:xfrm>
            <a:custGeom>
              <a:avLst/>
              <a:pathLst>
                <a:path w="11981298" h="3653330">
                  <a:moveTo>
                    <a:pt x="0" y="187978"/>
                  </a:moveTo>
                  <a:lnTo>
                    <a:pt x="1471387" y="187978"/>
                  </a:lnTo>
                  <a:lnTo>
                    <a:pt x="1472624" y="187974"/>
                  </a:lnTo>
                  <a:lnTo>
                    <a:pt x="1480744" y="187942"/>
                  </a:lnTo>
                  <a:lnTo>
                    <a:pt x="1501159" y="187853"/>
                  </a:lnTo>
                  <a:lnTo>
                    <a:pt x="1537526" y="187678"/>
                  </a:lnTo>
                  <a:lnTo>
                    <a:pt x="1591467" y="187390"/>
                  </a:lnTo>
                  <a:lnTo>
                    <a:pt x="1662445" y="186968"/>
                  </a:lnTo>
                  <a:lnTo>
                    <a:pt x="1747995" y="186398"/>
                  </a:lnTo>
                  <a:lnTo>
                    <a:pt x="1844294" y="185674"/>
                  </a:lnTo>
                  <a:lnTo>
                    <a:pt x="1946925" y="184794"/>
                  </a:lnTo>
                  <a:lnTo>
                    <a:pt x="2051608" y="183763"/>
                  </a:lnTo>
                  <a:lnTo>
                    <a:pt x="2154728" y="182583"/>
                  </a:lnTo>
                  <a:lnTo>
                    <a:pt x="2253601" y="181255"/>
                  </a:lnTo>
                  <a:lnTo>
                    <a:pt x="2346504" y="179776"/>
                  </a:lnTo>
                  <a:lnTo>
                    <a:pt x="2432558" y="178136"/>
                  </a:lnTo>
                  <a:lnTo>
                    <a:pt x="2511551" y="176321"/>
                  </a:lnTo>
                  <a:lnTo>
                    <a:pt x="2583741" y="174311"/>
                  </a:lnTo>
                  <a:lnTo>
                    <a:pt x="2649696" y="172079"/>
                  </a:lnTo>
                  <a:lnTo>
                    <a:pt x="2710166" y="169595"/>
                  </a:lnTo>
                  <a:lnTo>
                    <a:pt x="2765985" y="166828"/>
                  </a:lnTo>
                  <a:lnTo>
                    <a:pt x="2818005" y="163747"/>
                  </a:lnTo>
                  <a:lnTo>
                    <a:pt x="2867041" y="160328"/>
                  </a:lnTo>
                  <a:lnTo>
                    <a:pt x="2896531" y="158011"/>
                  </a:lnTo>
                  <a:lnTo>
                    <a:pt x="2952543" y="153057"/>
                  </a:lnTo>
                  <a:lnTo>
                    <a:pt x="3006716" y="147561"/>
                  </a:lnTo>
                  <a:lnTo>
                    <a:pt x="3059797" y="141518"/>
                  </a:lnTo>
                  <a:lnTo>
                    <a:pt x="3112315" y="134942"/>
                  </a:lnTo>
                  <a:lnTo>
                    <a:pt x="3164626" y="127874"/>
                  </a:lnTo>
                  <a:lnTo>
                    <a:pt x="3216941" y="120379"/>
                  </a:lnTo>
                  <a:lnTo>
                    <a:pt x="3269359" y="112545"/>
                  </a:lnTo>
                  <a:lnTo>
                    <a:pt x="3321887" y="104483"/>
                  </a:lnTo>
                  <a:lnTo>
                    <a:pt x="3374475" y="96318"/>
                  </a:lnTo>
                  <a:lnTo>
                    <a:pt x="3427046" y="88182"/>
                  </a:lnTo>
                  <a:lnTo>
                    <a:pt x="3479530" y="80204"/>
                  </a:lnTo>
                  <a:lnTo>
                    <a:pt x="3531899" y="72503"/>
                  </a:lnTo>
                  <a:lnTo>
                    <a:pt x="3584194" y="65182"/>
                  </a:lnTo>
                  <a:lnTo>
                    <a:pt x="3636560" y="58319"/>
                  </a:lnTo>
                  <a:lnTo>
                    <a:pt x="3689267" y="51969"/>
                  </a:lnTo>
                  <a:lnTo>
                    <a:pt x="3742742" y="46160"/>
                  </a:lnTo>
                  <a:lnTo>
                    <a:pt x="3797599" y="40899"/>
                  </a:lnTo>
                  <a:lnTo>
                    <a:pt x="3829811" y="38140"/>
                  </a:lnTo>
                  <a:lnTo>
                    <a:pt x="3877355" y="34503"/>
                  </a:lnTo>
                  <a:lnTo>
                    <a:pt x="3927417" y="31212"/>
                  </a:lnTo>
                  <a:lnTo>
                    <a:pt x="3980760" y="28252"/>
                  </a:lnTo>
                  <a:lnTo>
                    <a:pt x="4038220" y="25595"/>
                  </a:lnTo>
                  <a:lnTo>
                    <a:pt x="4100649" y="23209"/>
                  </a:lnTo>
                  <a:lnTo>
                    <a:pt x="4168858" y="21063"/>
                  </a:lnTo>
                  <a:lnTo>
                    <a:pt x="4243541" y="19128"/>
                  </a:lnTo>
                  <a:lnTo>
                    <a:pt x="4325168" y="17381"/>
                  </a:lnTo>
                  <a:lnTo>
                    <a:pt x="4413842" y="15803"/>
                  </a:lnTo>
                  <a:lnTo>
                    <a:pt x="4509123" y="14381"/>
                  </a:lnTo>
                  <a:lnTo>
                    <a:pt x="4609838" y="13109"/>
                  </a:lnTo>
                  <a:lnTo>
                    <a:pt x="4713911" y="11984"/>
                  </a:lnTo>
                  <a:lnTo>
                    <a:pt x="4818293" y="11010"/>
                  </a:lnTo>
                  <a:lnTo>
                    <a:pt x="4919077" y="10188"/>
                  </a:lnTo>
                  <a:lnTo>
                    <a:pt x="5011855" y="9521"/>
                  </a:lnTo>
                  <a:lnTo>
                    <a:pt x="5092341" y="9008"/>
                  </a:lnTo>
                  <a:lnTo>
                    <a:pt x="5157136" y="8638"/>
                  </a:lnTo>
                  <a:lnTo>
                    <a:pt x="5204447" y="8396"/>
                  </a:lnTo>
                  <a:lnTo>
                    <a:pt x="5234538" y="8256"/>
                  </a:lnTo>
                  <a:lnTo>
                    <a:pt x="5249822" y="8192"/>
                  </a:lnTo>
                  <a:lnTo>
                    <a:pt x="5254645" y="8174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437" y="8253"/>
                  </a:lnTo>
                  <a:lnTo>
                    <a:pt x="6734639" y="8828"/>
                  </a:lnTo>
                  <a:lnTo>
                    <a:pt x="6752816" y="10416"/>
                  </a:lnTo>
                  <a:lnTo>
                    <a:pt x="6785367" y="13543"/>
                  </a:lnTo>
                  <a:lnTo>
                    <a:pt x="6833993" y="18700"/>
                  </a:lnTo>
                  <a:lnTo>
                    <a:pt x="6898565" y="26288"/>
                  </a:lnTo>
                  <a:lnTo>
                    <a:pt x="6977249" y="36592"/>
                  </a:lnTo>
                  <a:lnTo>
                    <a:pt x="7066920" y="49758"/>
                  </a:lnTo>
                  <a:lnTo>
                    <a:pt x="7163759" y="65821"/>
                  </a:lnTo>
                  <a:lnTo>
                    <a:pt x="7263879" y="84740"/>
                  </a:lnTo>
                  <a:lnTo>
                    <a:pt x="7363816" y="106452"/>
                  </a:lnTo>
                  <a:lnTo>
                    <a:pt x="7460835" y="130921"/>
                  </a:lnTo>
                  <a:lnTo>
                    <a:pt x="7553025" y="158170"/>
                  </a:lnTo>
                  <a:lnTo>
                    <a:pt x="7639250" y="188309"/>
                  </a:lnTo>
                  <a:lnTo>
                    <a:pt x="7719021" y="221545"/>
                  </a:lnTo>
                  <a:lnTo>
                    <a:pt x="7792343" y="258185"/>
                  </a:lnTo>
                  <a:lnTo>
                    <a:pt x="7859560" y="298632"/>
                  </a:lnTo>
                  <a:lnTo>
                    <a:pt x="7921238" y="343373"/>
                  </a:lnTo>
                  <a:lnTo>
                    <a:pt x="7978068" y="392958"/>
                  </a:lnTo>
                  <a:lnTo>
                    <a:pt x="8030796" y="447964"/>
                  </a:lnTo>
                  <a:lnTo>
                    <a:pt x="8080171" y="508932"/>
                  </a:lnTo>
                  <a:lnTo>
                    <a:pt x="8126902" y="576265"/>
                  </a:lnTo>
                  <a:lnTo>
                    <a:pt x="8151487" y="615699"/>
                  </a:lnTo>
                  <a:lnTo>
                    <a:pt x="8185432" y="674787"/>
                  </a:lnTo>
                  <a:lnTo>
                    <a:pt x="8218586" y="737790"/>
                  </a:lnTo>
                  <a:lnTo>
                    <a:pt x="8251141" y="804789"/>
                  </a:lnTo>
                  <a:lnTo>
                    <a:pt x="8283260" y="875812"/>
                  </a:lnTo>
                  <a:lnTo>
                    <a:pt x="8315074" y="950833"/>
                  </a:lnTo>
                  <a:lnTo>
                    <a:pt x="8346689" y="1029764"/>
                  </a:lnTo>
                  <a:lnTo>
                    <a:pt x="8378187" y="1112450"/>
                  </a:lnTo>
                  <a:lnTo>
                    <a:pt x="8409634" y="1198672"/>
                  </a:lnTo>
                  <a:lnTo>
                    <a:pt x="8441073" y="1288142"/>
                  </a:lnTo>
                  <a:lnTo>
                    <a:pt x="8472535" y="1380504"/>
                  </a:lnTo>
                  <a:lnTo>
                    <a:pt x="8504036" y="1475342"/>
                  </a:lnTo>
                  <a:lnTo>
                    <a:pt x="8535580" y="1572185"/>
                  </a:lnTo>
                  <a:lnTo>
                    <a:pt x="8567163" y="1670515"/>
                  </a:lnTo>
                  <a:lnTo>
                    <a:pt x="8598772" y="1769778"/>
                  </a:lnTo>
                  <a:lnTo>
                    <a:pt x="8630392" y="1869399"/>
                  </a:lnTo>
                  <a:lnTo>
                    <a:pt x="8662005" y="1968793"/>
                  </a:lnTo>
                  <a:lnTo>
                    <a:pt x="8693595" y="2067382"/>
                  </a:lnTo>
                  <a:lnTo>
                    <a:pt x="8725149" y="2164605"/>
                  </a:lnTo>
                  <a:lnTo>
                    <a:pt x="8756659" y="2259935"/>
                  </a:lnTo>
                  <a:lnTo>
                    <a:pt x="8788129" y="2352891"/>
                  </a:lnTo>
                  <a:lnTo>
                    <a:pt x="8819572" y="2443042"/>
                  </a:lnTo>
                  <a:lnTo>
                    <a:pt x="8851013" y="2530019"/>
                  </a:lnTo>
                  <a:lnTo>
                    <a:pt x="8882495" y="2613520"/>
                  </a:lnTo>
                  <a:lnTo>
                    <a:pt x="8914077" y="2693308"/>
                  </a:lnTo>
                  <a:lnTo>
                    <a:pt x="8945838" y="2769216"/>
                  </a:lnTo>
                  <a:lnTo>
                    <a:pt x="8977878" y="2841140"/>
                  </a:lnTo>
                  <a:lnTo>
                    <a:pt x="9010323" y="2909041"/>
                  </a:lnTo>
                  <a:lnTo>
                    <a:pt x="9043327" y="2972935"/>
                  </a:lnTo>
                  <a:lnTo>
                    <a:pt x="9077076" y="3032891"/>
                  </a:lnTo>
                  <a:lnTo>
                    <a:pt x="9084767" y="3045804"/>
                  </a:lnTo>
                  <a:lnTo>
                    <a:pt x="9130327" y="3116676"/>
                  </a:lnTo>
                  <a:lnTo>
                    <a:pt x="9178177" y="3181078"/>
                  </a:lnTo>
                  <a:lnTo>
                    <a:pt x="9228986" y="3239272"/>
                  </a:lnTo>
                  <a:lnTo>
                    <a:pt x="9283486" y="3291741"/>
                  </a:lnTo>
                  <a:lnTo>
                    <a:pt x="9342432" y="3339051"/>
                  </a:lnTo>
                  <a:lnTo>
                    <a:pt x="9406550" y="3381773"/>
                  </a:lnTo>
                  <a:lnTo>
                    <a:pt x="9476485" y="3420433"/>
                  </a:lnTo>
                  <a:lnTo>
                    <a:pt x="9552716" y="3455480"/>
                  </a:lnTo>
                  <a:lnTo>
                    <a:pt x="9635449" y="3487275"/>
                  </a:lnTo>
                  <a:lnTo>
                    <a:pt x="9724483" y="3516079"/>
                  </a:lnTo>
                  <a:lnTo>
                    <a:pt x="9819055" y="3542055"/>
                  </a:lnTo>
                  <a:lnTo>
                    <a:pt x="9917689" y="3565271"/>
                  </a:lnTo>
                  <a:lnTo>
                    <a:pt x="10018096" y="3585720"/>
                  </a:lnTo>
                  <a:lnTo>
                    <a:pt x="10117188" y="3603347"/>
                  </a:lnTo>
                  <a:lnTo>
                    <a:pt x="10211257" y="3618094"/>
                  </a:lnTo>
                  <a:lnTo>
                    <a:pt x="10296376" y="3629947"/>
                  </a:lnTo>
                  <a:lnTo>
                    <a:pt x="10368962" y="3638989"/>
                  </a:lnTo>
                  <a:lnTo>
                    <a:pt x="10426411" y="3645428"/>
                  </a:lnTo>
                  <a:lnTo>
                    <a:pt x="10467629" y="3649605"/>
                  </a:lnTo>
                  <a:lnTo>
                    <a:pt x="10493322" y="3651968"/>
                  </a:lnTo>
                  <a:lnTo>
                    <a:pt x="10505990" y="3653030"/>
                  </a:lnTo>
                  <a:lnTo>
                    <a:pt x="10509729" y="3653317"/>
                  </a:lnTo>
                  <a:lnTo>
                    <a:pt x="10509911" y="3653330"/>
                  </a:lnTo>
                  <a:lnTo>
                    <a:pt x="11981298" y="3653330"/>
                  </a:lnTo>
                  <a:lnTo>
                    <a:pt x="11981298" y="3645157"/>
                  </a:lnTo>
                  <a:lnTo>
                    <a:pt x="10509911" y="3645157"/>
                  </a:lnTo>
                  <a:lnTo>
                    <a:pt x="10508816" y="3645076"/>
                  </a:lnTo>
                  <a:lnTo>
                    <a:pt x="10501614" y="3644502"/>
                  </a:lnTo>
                  <a:lnTo>
                    <a:pt x="10483437" y="3642913"/>
                  </a:lnTo>
                  <a:lnTo>
                    <a:pt x="10450886" y="3639786"/>
                  </a:lnTo>
                  <a:lnTo>
                    <a:pt x="10402260" y="3634630"/>
                  </a:lnTo>
                  <a:lnTo>
                    <a:pt x="10337688" y="3627041"/>
                  </a:lnTo>
                  <a:lnTo>
                    <a:pt x="10259004" y="3616738"/>
                  </a:lnTo>
                  <a:lnTo>
                    <a:pt x="10169333" y="3603571"/>
                  </a:lnTo>
                  <a:lnTo>
                    <a:pt x="10072494" y="3587509"/>
                  </a:lnTo>
                  <a:lnTo>
                    <a:pt x="9972375" y="3568590"/>
                  </a:lnTo>
                  <a:lnTo>
                    <a:pt x="9872437" y="3546877"/>
                  </a:lnTo>
                  <a:lnTo>
                    <a:pt x="9775418" y="3522408"/>
                  </a:lnTo>
                  <a:lnTo>
                    <a:pt x="9683228" y="3495159"/>
                  </a:lnTo>
                  <a:lnTo>
                    <a:pt x="9597004" y="3465020"/>
                  </a:lnTo>
                  <a:lnTo>
                    <a:pt x="9517232" y="3431784"/>
                  </a:lnTo>
                  <a:lnTo>
                    <a:pt x="9443910" y="3395144"/>
                  </a:lnTo>
                  <a:lnTo>
                    <a:pt x="9376693" y="3354697"/>
                  </a:lnTo>
                  <a:lnTo>
                    <a:pt x="9315015" y="3309956"/>
                  </a:lnTo>
                  <a:lnTo>
                    <a:pt x="9258185" y="3260371"/>
                  </a:lnTo>
                  <a:lnTo>
                    <a:pt x="9205457" y="3205365"/>
                  </a:lnTo>
                  <a:lnTo>
                    <a:pt x="9156083" y="3144397"/>
                  </a:lnTo>
                  <a:lnTo>
                    <a:pt x="9109351" y="3077064"/>
                  </a:lnTo>
                  <a:lnTo>
                    <a:pt x="9084767" y="3037631"/>
                  </a:lnTo>
                  <a:lnTo>
                    <a:pt x="9050821" y="2978543"/>
                  </a:lnTo>
                  <a:lnTo>
                    <a:pt x="9017668" y="2915539"/>
                  </a:lnTo>
                  <a:lnTo>
                    <a:pt x="8985112" y="2848541"/>
                  </a:lnTo>
                  <a:lnTo>
                    <a:pt x="8952993" y="2777517"/>
                  </a:lnTo>
                  <a:lnTo>
                    <a:pt x="8921179" y="2702496"/>
                  </a:lnTo>
                  <a:lnTo>
                    <a:pt x="8889565" y="2623566"/>
                  </a:lnTo>
                  <a:lnTo>
                    <a:pt x="8858066" y="2540879"/>
                  </a:lnTo>
                  <a:lnTo>
                    <a:pt x="8826620" y="2454657"/>
                  </a:lnTo>
                  <a:lnTo>
                    <a:pt x="8795180" y="2365188"/>
                  </a:lnTo>
                  <a:lnTo>
                    <a:pt x="8763718" y="2272826"/>
                  </a:lnTo>
                  <a:lnTo>
                    <a:pt x="8732217" y="2177987"/>
                  </a:lnTo>
                  <a:lnTo>
                    <a:pt x="8700673" y="2081144"/>
                  </a:lnTo>
                  <a:lnTo>
                    <a:pt x="8669090" y="1982814"/>
                  </a:lnTo>
                  <a:lnTo>
                    <a:pt x="8637481" y="1883551"/>
                  </a:lnTo>
                  <a:lnTo>
                    <a:pt x="8605861" y="1783930"/>
                  </a:lnTo>
                  <a:lnTo>
                    <a:pt x="8574248" y="1684536"/>
                  </a:lnTo>
                  <a:lnTo>
                    <a:pt x="8542658" y="1585948"/>
                  </a:lnTo>
                  <a:lnTo>
                    <a:pt x="8511105" y="1488725"/>
                  </a:lnTo>
                  <a:lnTo>
                    <a:pt x="8479594" y="1393394"/>
                  </a:lnTo>
                  <a:lnTo>
                    <a:pt x="8448124" y="1300438"/>
                  </a:lnTo>
                  <a:lnTo>
                    <a:pt x="8416682" y="1210287"/>
                  </a:lnTo>
                  <a:lnTo>
                    <a:pt x="8385240" y="1123310"/>
                  </a:lnTo>
                  <a:lnTo>
                    <a:pt x="8353758" y="1039809"/>
                  </a:lnTo>
                  <a:lnTo>
                    <a:pt x="8322176" y="960021"/>
                  </a:lnTo>
                  <a:lnTo>
                    <a:pt x="8290415" y="884113"/>
                  </a:lnTo>
                  <a:lnTo>
                    <a:pt x="8258375" y="812189"/>
                  </a:lnTo>
                  <a:lnTo>
                    <a:pt x="8225930" y="744289"/>
                  </a:lnTo>
                  <a:lnTo>
                    <a:pt x="8192927" y="680395"/>
                  </a:lnTo>
                  <a:lnTo>
                    <a:pt x="8159177" y="620438"/>
                  </a:lnTo>
                  <a:lnTo>
                    <a:pt x="8151487" y="607526"/>
                  </a:lnTo>
                  <a:lnTo>
                    <a:pt x="8105926" y="536653"/>
                  </a:lnTo>
                  <a:lnTo>
                    <a:pt x="8058076" y="472251"/>
                  </a:lnTo>
                  <a:lnTo>
                    <a:pt x="8007267" y="414057"/>
                  </a:lnTo>
                  <a:lnTo>
                    <a:pt x="7952767" y="361589"/>
                  </a:lnTo>
                  <a:lnTo>
                    <a:pt x="7893822" y="314278"/>
                  </a:lnTo>
                  <a:lnTo>
                    <a:pt x="7829703" y="271556"/>
                  </a:lnTo>
                  <a:lnTo>
                    <a:pt x="7759768" y="232896"/>
                  </a:lnTo>
                  <a:lnTo>
                    <a:pt x="7683537" y="197849"/>
                  </a:lnTo>
                  <a:lnTo>
                    <a:pt x="7600804" y="166054"/>
                  </a:lnTo>
                  <a:lnTo>
                    <a:pt x="7511770" y="137250"/>
                  </a:lnTo>
                  <a:lnTo>
                    <a:pt x="7417198" y="111274"/>
                  </a:lnTo>
                  <a:lnTo>
                    <a:pt x="7318564" y="88058"/>
                  </a:lnTo>
                  <a:lnTo>
                    <a:pt x="7218157" y="67609"/>
                  </a:lnTo>
                  <a:lnTo>
                    <a:pt x="7119066" y="49982"/>
                  </a:lnTo>
                  <a:lnTo>
                    <a:pt x="7024996" y="35235"/>
                  </a:lnTo>
                  <a:lnTo>
                    <a:pt x="6939877" y="23382"/>
                  </a:lnTo>
                  <a:lnTo>
                    <a:pt x="6867291" y="14340"/>
                  </a:lnTo>
                  <a:lnTo>
                    <a:pt x="6809843" y="7901"/>
                  </a:lnTo>
                  <a:lnTo>
                    <a:pt x="6768624" y="3724"/>
                  </a:lnTo>
                  <a:lnTo>
                    <a:pt x="6742932" y="1361"/>
                  </a:lnTo>
                  <a:lnTo>
                    <a:pt x="6730263" y="299"/>
                  </a:lnTo>
                  <a:lnTo>
                    <a:pt x="6726524" y="12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718" y="4"/>
                  </a:lnTo>
                  <a:lnTo>
                    <a:pt x="5245598" y="36"/>
                  </a:lnTo>
                  <a:lnTo>
                    <a:pt x="5225183" y="125"/>
                  </a:lnTo>
                  <a:lnTo>
                    <a:pt x="5188816" y="300"/>
                  </a:lnTo>
                  <a:lnTo>
                    <a:pt x="5134875" y="588"/>
                  </a:lnTo>
                  <a:lnTo>
                    <a:pt x="5063897" y="1010"/>
                  </a:lnTo>
                  <a:lnTo>
                    <a:pt x="4978347" y="1580"/>
                  </a:lnTo>
                  <a:lnTo>
                    <a:pt x="4882048" y="2304"/>
                  </a:lnTo>
                  <a:lnTo>
                    <a:pt x="4779417" y="3184"/>
                  </a:lnTo>
                  <a:lnTo>
                    <a:pt x="4674734" y="4215"/>
                  </a:lnTo>
                  <a:lnTo>
                    <a:pt x="4571614" y="5395"/>
                  </a:lnTo>
                  <a:lnTo>
                    <a:pt x="4472741" y="6723"/>
                  </a:lnTo>
                  <a:lnTo>
                    <a:pt x="4379839" y="8202"/>
                  </a:lnTo>
                  <a:lnTo>
                    <a:pt x="4293784" y="9842"/>
                  </a:lnTo>
                  <a:lnTo>
                    <a:pt x="4214792" y="11657"/>
                  </a:lnTo>
                  <a:lnTo>
                    <a:pt x="4142601" y="13667"/>
                  </a:lnTo>
                  <a:lnTo>
                    <a:pt x="4076646" y="15899"/>
                  </a:lnTo>
                  <a:lnTo>
                    <a:pt x="4016176" y="18383"/>
                  </a:lnTo>
                  <a:lnTo>
                    <a:pt x="3960357" y="21150"/>
                  </a:lnTo>
                  <a:lnTo>
                    <a:pt x="3908337" y="24231"/>
                  </a:lnTo>
                  <a:lnTo>
                    <a:pt x="3859301" y="27650"/>
                  </a:lnTo>
                  <a:lnTo>
                    <a:pt x="3829811" y="29967"/>
                  </a:lnTo>
                  <a:lnTo>
                    <a:pt x="3773800" y="34921"/>
                  </a:lnTo>
                  <a:lnTo>
                    <a:pt x="3719626" y="40417"/>
                  </a:lnTo>
                  <a:lnTo>
                    <a:pt x="3666545" y="46460"/>
                  </a:lnTo>
                  <a:lnTo>
                    <a:pt x="3614027" y="53036"/>
                  </a:lnTo>
                  <a:lnTo>
                    <a:pt x="3561716" y="60104"/>
                  </a:lnTo>
                  <a:lnTo>
                    <a:pt x="3509401" y="67599"/>
                  </a:lnTo>
                  <a:lnTo>
                    <a:pt x="3456983" y="75433"/>
                  </a:lnTo>
                  <a:lnTo>
                    <a:pt x="3404455" y="83495"/>
                  </a:lnTo>
                  <a:lnTo>
                    <a:pt x="3351867" y="91660"/>
                  </a:lnTo>
                  <a:lnTo>
                    <a:pt x="3299296" y="99796"/>
                  </a:lnTo>
                  <a:lnTo>
                    <a:pt x="3246812" y="107774"/>
                  </a:lnTo>
                  <a:lnTo>
                    <a:pt x="3194443" y="115475"/>
                  </a:lnTo>
                  <a:lnTo>
                    <a:pt x="3142148" y="122796"/>
                  </a:lnTo>
                  <a:lnTo>
                    <a:pt x="3089782" y="129659"/>
                  </a:lnTo>
                  <a:lnTo>
                    <a:pt x="3037075" y="136009"/>
                  </a:lnTo>
                  <a:lnTo>
                    <a:pt x="2983601" y="141818"/>
                  </a:lnTo>
                  <a:lnTo>
                    <a:pt x="2928743" y="147079"/>
                  </a:lnTo>
                  <a:lnTo>
                    <a:pt x="2896531" y="149838"/>
                  </a:lnTo>
                  <a:lnTo>
                    <a:pt x="2848987" y="153475"/>
                  </a:lnTo>
                  <a:lnTo>
                    <a:pt x="2798925" y="156766"/>
                  </a:lnTo>
                  <a:lnTo>
                    <a:pt x="2745582" y="159726"/>
                  </a:lnTo>
                  <a:lnTo>
                    <a:pt x="2688122" y="162383"/>
                  </a:lnTo>
                  <a:lnTo>
                    <a:pt x="2625694" y="164769"/>
                  </a:lnTo>
                  <a:lnTo>
                    <a:pt x="2557485" y="166915"/>
                  </a:lnTo>
                  <a:lnTo>
                    <a:pt x="2482801" y="168849"/>
                  </a:lnTo>
                  <a:lnTo>
                    <a:pt x="2401174" y="170597"/>
                  </a:lnTo>
                  <a:lnTo>
                    <a:pt x="2312500" y="172175"/>
                  </a:lnTo>
                  <a:lnTo>
                    <a:pt x="2217219" y="173597"/>
                  </a:lnTo>
                  <a:lnTo>
                    <a:pt x="2116504" y="174869"/>
                  </a:lnTo>
                  <a:lnTo>
                    <a:pt x="2012431" y="175994"/>
                  </a:lnTo>
                  <a:lnTo>
                    <a:pt x="1908049" y="176968"/>
                  </a:lnTo>
                  <a:lnTo>
                    <a:pt x="1807265" y="177790"/>
                  </a:lnTo>
                  <a:lnTo>
                    <a:pt x="1714487" y="178457"/>
                  </a:lnTo>
                  <a:lnTo>
                    <a:pt x="1634001" y="178970"/>
                  </a:lnTo>
                  <a:lnTo>
                    <a:pt x="1569206" y="179340"/>
                  </a:lnTo>
                  <a:lnTo>
                    <a:pt x="1521895" y="179582"/>
                  </a:lnTo>
                  <a:lnTo>
                    <a:pt x="1491804" y="179722"/>
                  </a:lnTo>
                  <a:lnTo>
                    <a:pt x="1476520" y="179786"/>
                  </a:lnTo>
                  <a:lnTo>
                    <a:pt x="1471697" y="179804"/>
                  </a:lnTo>
                  <a:lnTo>
                    <a:pt x="1471387" y="179805"/>
                  </a:lnTo>
                  <a:lnTo>
                    <a:pt x="0" y="179805"/>
                  </a:lnTo>
                  <a:close/>
                </a:path>
              </a:pathLst>
            </a:custGeom>
            <a:solidFill>
              <a:srgbClr val="F28E5B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864" name="pl864"/>
            <p:cNvSpPr/>
            <p:nvPr/>
          </p:nvSpPr>
          <p:spPr>
            <a:xfrm>
              <a:off x="4799595" y="7366285"/>
              <a:ext cx="11981298" cy="3645157"/>
            </a:xfrm>
            <a:custGeom>
              <a:avLst/>
              <a:pathLst>
                <a:path w="11981298" h="3645157">
                  <a:moveTo>
                    <a:pt x="0" y="179805"/>
                  </a:moveTo>
                  <a:lnTo>
                    <a:pt x="1471387" y="179805"/>
                  </a:lnTo>
                  <a:lnTo>
                    <a:pt x="1472624" y="179801"/>
                  </a:lnTo>
                  <a:lnTo>
                    <a:pt x="1480744" y="179769"/>
                  </a:lnTo>
                  <a:lnTo>
                    <a:pt x="1501159" y="179680"/>
                  </a:lnTo>
                  <a:lnTo>
                    <a:pt x="1537526" y="179505"/>
                  </a:lnTo>
                  <a:lnTo>
                    <a:pt x="1591467" y="179217"/>
                  </a:lnTo>
                  <a:lnTo>
                    <a:pt x="1662445" y="178795"/>
                  </a:lnTo>
                  <a:lnTo>
                    <a:pt x="1747995" y="178225"/>
                  </a:lnTo>
                  <a:lnTo>
                    <a:pt x="1844294" y="177501"/>
                  </a:lnTo>
                  <a:lnTo>
                    <a:pt x="1946925" y="176621"/>
                  </a:lnTo>
                  <a:lnTo>
                    <a:pt x="2051608" y="175590"/>
                  </a:lnTo>
                  <a:lnTo>
                    <a:pt x="2154728" y="174410"/>
                  </a:lnTo>
                  <a:lnTo>
                    <a:pt x="2253601" y="173082"/>
                  </a:lnTo>
                  <a:lnTo>
                    <a:pt x="2346504" y="171603"/>
                  </a:lnTo>
                  <a:lnTo>
                    <a:pt x="2432558" y="169963"/>
                  </a:lnTo>
                  <a:lnTo>
                    <a:pt x="2511551" y="168148"/>
                  </a:lnTo>
                  <a:lnTo>
                    <a:pt x="2583741" y="166138"/>
                  </a:lnTo>
                  <a:lnTo>
                    <a:pt x="2649696" y="163906"/>
                  </a:lnTo>
                  <a:lnTo>
                    <a:pt x="2710166" y="161422"/>
                  </a:lnTo>
                  <a:lnTo>
                    <a:pt x="2765985" y="158655"/>
                  </a:lnTo>
                  <a:lnTo>
                    <a:pt x="2818005" y="155574"/>
                  </a:lnTo>
                  <a:lnTo>
                    <a:pt x="2867041" y="152155"/>
                  </a:lnTo>
                  <a:lnTo>
                    <a:pt x="2896531" y="149838"/>
                  </a:lnTo>
                  <a:lnTo>
                    <a:pt x="2952543" y="144884"/>
                  </a:lnTo>
                  <a:lnTo>
                    <a:pt x="3006716" y="139388"/>
                  </a:lnTo>
                  <a:lnTo>
                    <a:pt x="3059797" y="133345"/>
                  </a:lnTo>
                  <a:lnTo>
                    <a:pt x="3112315" y="126769"/>
                  </a:lnTo>
                  <a:lnTo>
                    <a:pt x="3164626" y="119701"/>
                  </a:lnTo>
                  <a:lnTo>
                    <a:pt x="3216941" y="112206"/>
                  </a:lnTo>
                  <a:lnTo>
                    <a:pt x="3269359" y="104372"/>
                  </a:lnTo>
                  <a:lnTo>
                    <a:pt x="3321887" y="96310"/>
                  </a:lnTo>
                  <a:lnTo>
                    <a:pt x="3374475" y="88145"/>
                  </a:lnTo>
                  <a:lnTo>
                    <a:pt x="3427046" y="80009"/>
                  </a:lnTo>
                  <a:lnTo>
                    <a:pt x="3479530" y="72031"/>
                  </a:lnTo>
                  <a:lnTo>
                    <a:pt x="3531899" y="64330"/>
                  </a:lnTo>
                  <a:lnTo>
                    <a:pt x="3584194" y="57009"/>
                  </a:lnTo>
                  <a:lnTo>
                    <a:pt x="3636560" y="50146"/>
                  </a:lnTo>
                  <a:lnTo>
                    <a:pt x="3689267" y="43796"/>
                  </a:lnTo>
                  <a:lnTo>
                    <a:pt x="3742742" y="37987"/>
                  </a:lnTo>
                  <a:lnTo>
                    <a:pt x="3797599" y="32726"/>
                  </a:lnTo>
                  <a:lnTo>
                    <a:pt x="3829811" y="29967"/>
                  </a:lnTo>
                  <a:lnTo>
                    <a:pt x="3877355" y="26330"/>
                  </a:lnTo>
                  <a:lnTo>
                    <a:pt x="3927417" y="23039"/>
                  </a:lnTo>
                  <a:lnTo>
                    <a:pt x="3980760" y="20079"/>
                  </a:lnTo>
                  <a:lnTo>
                    <a:pt x="4038220" y="17422"/>
                  </a:lnTo>
                  <a:lnTo>
                    <a:pt x="4100649" y="15036"/>
                  </a:lnTo>
                  <a:lnTo>
                    <a:pt x="4168858" y="12890"/>
                  </a:lnTo>
                  <a:lnTo>
                    <a:pt x="4243541" y="10955"/>
                  </a:lnTo>
                  <a:lnTo>
                    <a:pt x="4325168" y="9208"/>
                  </a:lnTo>
                  <a:lnTo>
                    <a:pt x="4413842" y="7630"/>
                  </a:lnTo>
                  <a:lnTo>
                    <a:pt x="4509123" y="6208"/>
                  </a:lnTo>
                  <a:lnTo>
                    <a:pt x="4609838" y="4936"/>
                  </a:lnTo>
                  <a:lnTo>
                    <a:pt x="4713911" y="3811"/>
                  </a:lnTo>
                  <a:lnTo>
                    <a:pt x="4818293" y="2837"/>
                  </a:lnTo>
                  <a:lnTo>
                    <a:pt x="4919077" y="2015"/>
                  </a:lnTo>
                  <a:lnTo>
                    <a:pt x="5011855" y="1348"/>
                  </a:lnTo>
                  <a:lnTo>
                    <a:pt x="5092341" y="835"/>
                  </a:lnTo>
                  <a:lnTo>
                    <a:pt x="5157136" y="465"/>
                  </a:lnTo>
                  <a:lnTo>
                    <a:pt x="5204447" y="223"/>
                  </a:lnTo>
                  <a:lnTo>
                    <a:pt x="5234538" y="83"/>
                  </a:lnTo>
                  <a:lnTo>
                    <a:pt x="5249822" y="19"/>
                  </a:lnTo>
                  <a:lnTo>
                    <a:pt x="5254645" y="1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437" y="80"/>
                  </a:lnTo>
                  <a:lnTo>
                    <a:pt x="6734639" y="655"/>
                  </a:lnTo>
                  <a:lnTo>
                    <a:pt x="6752816" y="2243"/>
                  </a:lnTo>
                  <a:lnTo>
                    <a:pt x="6785367" y="5370"/>
                  </a:lnTo>
                  <a:lnTo>
                    <a:pt x="6833993" y="10527"/>
                  </a:lnTo>
                  <a:lnTo>
                    <a:pt x="6898565" y="18115"/>
                  </a:lnTo>
                  <a:lnTo>
                    <a:pt x="6977249" y="28419"/>
                  </a:lnTo>
                  <a:lnTo>
                    <a:pt x="7066920" y="41585"/>
                  </a:lnTo>
                  <a:lnTo>
                    <a:pt x="7163759" y="57648"/>
                  </a:lnTo>
                  <a:lnTo>
                    <a:pt x="7263879" y="76567"/>
                  </a:lnTo>
                  <a:lnTo>
                    <a:pt x="7363816" y="98279"/>
                  </a:lnTo>
                  <a:lnTo>
                    <a:pt x="7460835" y="122748"/>
                  </a:lnTo>
                  <a:lnTo>
                    <a:pt x="7553025" y="149997"/>
                  </a:lnTo>
                  <a:lnTo>
                    <a:pt x="7639250" y="180136"/>
                  </a:lnTo>
                  <a:lnTo>
                    <a:pt x="7719021" y="213372"/>
                  </a:lnTo>
                  <a:lnTo>
                    <a:pt x="7792343" y="250012"/>
                  </a:lnTo>
                  <a:lnTo>
                    <a:pt x="7859560" y="290459"/>
                  </a:lnTo>
                  <a:lnTo>
                    <a:pt x="7921238" y="335200"/>
                  </a:lnTo>
                  <a:lnTo>
                    <a:pt x="7978068" y="384785"/>
                  </a:lnTo>
                  <a:lnTo>
                    <a:pt x="8030796" y="439791"/>
                  </a:lnTo>
                  <a:lnTo>
                    <a:pt x="8080171" y="500759"/>
                  </a:lnTo>
                  <a:lnTo>
                    <a:pt x="8126902" y="568092"/>
                  </a:lnTo>
                  <a:lnTo>
                    <a:pt x="8151487" y="607526"/>
                  </a:lnTo>
                  <a:lnTo>
                    <a:pt x="8185432" y="666614"/>
                  </a:lnTo>
                  <a:lnTo>
                    <a:pt x="8218586" y="729617"/>
                  </a:lnTo>
                  <a:lnTo>
                    <a:pt x="8251141" y="796616"/>
                  </a:lnTo>
                  <a:lnTo>
                    <a:pt x="8283260" y="867639"/>
                  </a:lnTo>
                  <a:lnTo>
                    <a:pt x="8315074" y="942660"/>
                  </a:lnTo>
                  <a:lnTo>
                    <a:pt x="8346689" y="1021591"/>
                  </a:lnTo>
                  <a:lnTo>
                    <a:pt x="8378187" y="1104277"/>
                  </a:lnTo>
                  <a:lnTo>
                    <a:pt x="8409634" y="1190499"/>
                  </a:lnTo>
                  <a:lnTo>
                    <a:pt x="8441073" y="1279969"/>
                  </a:lnTo>
                  <a:lnTo>
                    <a:pt x="8472535" y="1372331"/>
                  </a:lnTo>
                  <a:lnTo>
                    <a:pt x="8504036" y="1467169"/>
                  </a:lnTo>
                  <a:lnTo>
                    <a:pt x="8535580" y="1564012"/>
                  </a:lnTo>
                  <a:lnTo>
                    <a:pt x="8567163" y="1662342"/>
                  </a:lnTo>
                  <a:lnTo>
                    <a:pt x="8598772" y="1761605"/>
                  </a:lnTo>
                  <a:lnTo>
                    <a:pt x="8630392" y="1861226"/>
                  </a:lnTo>
                  <a:lnTo>
                    <a:pt x="8662005" y="1960620"/>
                  </a:lnTo>
                  <a:lnTo>
                    <a:pt x="8693595" y="2059209"/>
                  </a:lnTo>
                  <a:lnTo>
                    <a:pt x="8725149" y="2156432"/>
                  </a:lnTo>
                  <a:lnTo>
                    <a:pt x="8756659" y="2251762"/>
                  </a:lnTo>
                  <a:lnTo>
                    <a:pt x="8788129" y="2344718"/>
                  </a:lnTo>
                  <a:lnTo>
                    <a:pt x="8819572" y="2434869"/>
                  </a:lnTo>
                  <a:lnTo>
                    <a:pt x="8851013" y="2521846"/>
                  </a:lnTo>
                  <a:lnTo>
                    <a:pt x="8882495" y="2605347"/>
                  </a:lnTo>
                  <a:lnTo>
                    <a:pt x="8914077" y="2685135"/>
                  </a:lnTo>
                  <a:lnTo>
                    <a:pt x="8945838" y="2761043"/>
                  </a:lnTo>
                  <a:lnTo>
                    <a:pt x="8977878" y="2832967"/>
                  </a:lnTo>
                  <a:lnTo>
                    <a:pt x="9010323" y="2900868"/>
                  </a:lnTo>
                  <a:lnTo>
                    <a:pt x="9043327" y="2964762"/>
                  </a:lnTo>
                  <a:lnTo>
                    <a:pt x="9077076" y="3024718"/>
                  </a:lnTo>
                  <a:lnTo>
                    <a:pt x="9084767" y="3037631"/>
                  </a:lnTo>
                  <a:lnTo>
                    <a:pt x="9130327" y="3108503"/>
                  </a:lnTo>
                  <a:lnTo>
                    <a:pt x="9178177" y="3172905"/>
                  </a:lnTo>
                  <a:lnTo>
                    <a:pt x="9228986" y="3231099"/>
                  </a:lnTo>
                  <a:lnTo>
                    <a:pt x="9283486" y="3283568"/>
                  </a:lnTo>
                  <a:lnTo>
                    <a:pt x="9342432" y="3330878"/>
                  </a:lnTo>
                  <a:lnTo>
                    <a:pt x="9406550" y="3373600"/>
                  </a:lnTo>
                  <a:lnTo>
                    <a:pt x="9476485" y="3412260"/>
                  </a:lnTo>
                  <a:lnTo>
                    <a:pt x="9552716" y="3447307"/>
                  </a:lnTo>
                  <a:lnTo>
                    <a:pt x="9635449" y="3479102"/>
                  </a:lnTo>
                  <a:lnTo>
                    <a:pt x="9724483" y="3507906"/>
                  </a:lnTo>
                  <a:lnTo>
                    <a:pt x="9819055" y="3533882"/>
                  </a:lnTo>
                  <a:lnTo>
                    <a:pt x="9917689" y="3557098"/>
                  </a:lnTo>
                  <a:lnTo>
                    <a:pt x="10018096" y="3577547"/>
                  </a:lnTo>
                  <a:lnTo>
                    <a:pt x="10117188" y="3595174"/>
                  </a:lnTo>
                  <a:lnTo>
                    <a:pt x="10211257" y="3609921"/>
                  </a:lnTo>
                  <a:lnTo>
                    <a:pt x="10296376" y="3621774"/>
                  </a:lnTo>
                  <a:lnTo>
                    <a:pt x="10368962" y="3630816"/>
                  </a:lnTo>
                  <a:lnTo>
                    <a:pt x="10426411" y="3637255"/>
                  </a:lnTo>
                  <a:lnTo>
                    <a:pt x="10467629" y="3641432"/>
                  </a:lnTo>
                  <a:lnTo>
                    <a:pt x="10493322" y="3643795"/>
                  </a:lnTo>
                  <a:lnTo>
                    <a:pt x="10505990" y="3644857"/>
                  </a:lnTo>
                  <a:lnTo>
                    <a:pt x="10509729" y="3645144"/>
                  </a:lnTo>
                  <a:lnTo>
                    <a:pt x="10509911" y="3645157"/>
                  </a:lnTo>
                  <a:lnTo>
                    <a:pt x="11981298" y="364515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65" name="pl865"/>
            <p:cNvSpPr/>
            <p:nvPr/>
          </p:nvSpPr>
          <p:spPr>
            <a:xfrm>
              <a:off x="4799595" y="7358112"/>
              <a:ext cx="11981298" cy="3645157"/>
            </a:xfrm>
            <a:custGeom>
              <a:avLst/>
              <a:pathLst>
                <a:path w="11981298" h="3645157">
                  <a:moveTo>
                    <a:pt x="11981298" y="3645157"/>
                  </a:moveTo>
                  <a:lnTo>
                    <a:pt x="10509911" y="3645157"/>
                  </a:lnTo>
                  <a:lnTo>
                    <a:pt x="10508816" y="3645076"/>
                  </a:lnTo>
                  <a:lnTo>
                    <a:pt x="10501614" y="3644502"/>
                  </a:lnTo>
                  <a:lnTo>
                    <a:pt x="10483437" y="3642913"/>
                  </a:lnTo>
                  <a:lnTo>
                    <a:pt x="10450886" y="3639786"/>
                  </a:lnTo>
                  <a:lnTo>
                    <a:pt x="10402260" y="3634630"/>
                  </a:lnTo>
                  <a:lnTo>
                    <a:pt x="10337688" y="3627041"/>
                  </a:lnTo>
                  <a:lnTo>
                    <a:pt x="10259004" y="3616738"/>
                  </a:lnTo>
                  <a:lnTo>
                    <a:pt x="10169333" y="3603571"/>
                  </a:lnTo>
                  <a:lnTo>
                    <a:pt x="10072494" y="3587509"/>
                  </a:lnTo>
                  <a:lnTo>
                    <a:pt x="9972375" y="3568590"/>
                  </a:lnTo>
                  <a:lnTo>
                    <a:pt x="9872437" y="3546877"/>
                  </a:lnTo>
                  <a:lnTo>
                    <a:pt x="9775418" y="3522408"/>
                  </a:lnTo>
                  <a:lnTo>
                    <a:pt x="9683228" y="3495159"/>
                  </a:lnTo>
                  <a:lnTo>
                    <a:pt x="9597004" y="3465020"/>
                  </a:lnTo>
                  <a:lnTo>
                    <a:pt x="9517232" y="3431784"/>
                  </a:lnTo>
                  <a:lnTo>
                    <a:pt x="9443910" y="3395144"/>
                  </a:lnTo>
                  <a:lnTo>
                    <a:pt x="9376693" y="3354697"/>
                  </a:lnTo>
                  <a:lnTo>
                    <a:pt x="9315015" y="3309956"/>
                  </a:lnTo>
                  <a:lnTo>
                    <a:pt x="9258185" y="3260371"/>
                  </a:lnTo>
                  <a:lnTo>
                    <a:pt x="9205457" y="3205365"/>
                  </a:lnTo>
                  <a:lnTo>
                    <a:pt x="9156083" y="3144397"/>
                  </a:lnTo>
                  <a:lnTo>
                    <a:pt x="9109351" y="3077064"/>
                  </a:lnTo>
                  <a:lnTo>
                    <a:pt x="9084767" y="3037631"/>
                  </a:lnTo>
                  <a:lnTo>
                    <a:pt x="9050821" y="2978543"/>
                  </a:lnTo>
                  <a:lnTo>
                    <a:pt x="9017668" y="2915539"/>
                  </a:lnTo>
                  <a:lnTo>
                    <a:pt x="8985112" y="2848541"/>
                  </a:lnTo>
                  <a:lnTo>
                    <a:pt x="8952993" y="2777517"/>
                  </a:lnTo>
                  <a:lnTo>
                    <a:pt x="8921179" y="2702496"/>
                  </a:lnTo>
                  <a:lnTo>
                    <a:pt x="8889565" y="2623566"/>
                  </a:lnTo>
                  <a:lnTo>
                    <a:pt x="8858066" y="2540879"/>
                  </a:lnTo>
                  <a:lnTo>
                    <a:pt x="8826620" y="2454657"/>
                  </a:lnTo>
                  <a:lnTo>
                    <a:pt x="8795180" y="2365188"/>
                  </a:lnTo>
                  <a:lnTo>
                    <a:pt x="8763718" y="2272826"/>
                  </a:lnTo>
                  <a:lnTo>
                    <a:pt x="8732217" y="2177987"/>
                  </a:lnTo>
                  <a:lnTo>
                    <a:pt x="8700673" y="2081144"/>
                  </a:lnTo>
                  <a:lnTo>
                    <a:pt x="8669090" y="1982814"/>
                  </a:lnTo>
                  <a:lnTo>
                    <a:pt x="8637481" y="1883551"/>
                  </a:lnTo>
                  <a:lnTo>
                    <a:pt x="8605861" y="1783930"/>
                  </a:lnTo>
                  <a:lnTo>
                    <a:pt x="8574248" y="1684536"/>
                  </a:lnTo>
                  <a:lnTo>
                    <a:pt x="8542658" y="1585948"/>
                  </a:lnTo>
                  <a:lnTo>
                    <a:pt x="8511105" y="1488725"/>
                  </a:lnTo>
                  <a:lnTo>
                    <a:pt x="8479594" y="1393394"/>
                  </a:lnTo>
                  <a:lnTo>
                    <a:pt x="8448124" y="1300438"/>
                  </a:lnTo>
                  <a:lnTo>
                    <a:pt x="8416682" y="1210287"/>
                  </a:lnTo>
                  <a:lnTo>
                    <a:pt x="8385240" y="1123310"/>
                  </a:lnTo>
                  <a:lnTo>
                    <a:pt x="8353758" y="1039809"/>
                  </a:lnTo>
                  <a:lnTo>
                    <a:pt x="8322176" y="960021"/>
                  </a:lnTo>
                  <a:lnTo>
                    <a:pt x="8290415" y="884113"/>
                  </a:lnTo>
                  <a:lnTo>
                    <a:pt x="8258375" y="812189"/>
                  </a:lnTo>
                  <a:lnTo>
                    <a:pt x="8225930" y="744289"/>
                  </a:lnTo>
                  <a:lnTo>
                    <a:pt x="8192927" y="680395"/>
                  </a:lnTo>
                  <a:lnTo>
                    <a:pt x="8159177" y="620438"/>
                  </a:lnTo>
                  <a:lnTo>
                    <a:pt x="8151487" y="607526"/>
                  </a:lnTo>
                  <a:lnTo>
                    <a:pt x="8105926" y="536653"/>
                  </a:lnTo>
                  <a:lnTo>
                    <a:pt x="8058076" y="472251"/>
                  </a:lnTo>
                  <a:lnTo>
                    <a:pt x="8007267" y="414057"/>
                  </a:lnTo>
                  <a:lnTo>
                    <a:pt x="7952767" y="361589"/>
                  </a:lnTo>
                  <a:lnTo>
                    <a:pt x="7893822" y="314278"/>
                  </a:lnTo>
                  <a:lnTo>
                    <a:pt x="7829703" y="271556"/>
                  </a:lnTo>
                  <a:lnTo>
                    <a:pt x="7759768" y="232896"/>
                  </a:lnTo>
                  <a:lnTo>
                    <a:pt x="7683537" y="197849"/>
                  </a:lnTo>
                  <a:lnTo>
                    <a:pt x="7600804" y="166054"/>
                  </a:lnTo>
                  <a:lnTo>
                    <a:pt x="7511770" y="137250"/>
                  </a:lnTo>
                  <a:lnTo>
                    <a:pt x="7417198" y="111274"/>
                  </a:lnTo>
                  <a:lnTo>
                    <a:pt x="7318564" y="88058"/>
                  </a:lnTo>
                  <a:lnTo>
                    <a:pt x="7218157" y="67609"/>
                  </a:lnTo>
                  <a:lnTo>
                    <a:pt x="7119066" y="49982"/>
                  </a:lnTo>
                  <a:lnTo>
                    <a:pt x="7024996" y="35235"/>
                  </a:lnTo>
                  <a:lnTo>
                    <a:pt x="6939877" y="23382"/>
                  </a:lnTo>
                  <a:lnTo>
                    <a:pt x="6867291" y="14340"/>
                  </a:lnTo>
                  <a:lnTo>
                    <a:pt x="6809843" y="7901"/>
                  </a:lnTo>
                  <a:lnTo>
                    <a:pt x="6768624" y="3724"/>
                  </a:lnTo>
                  <a:lnTo>
                    <a:pt x="6742932" y="1361"/>
                  </a:lnTo>
                  <a:lnTo>
                    <a:pt x="6730263" y="299"/>
                  </a:lnTo>
                  <a:lnTo>
                    <a:pt x="6726524" y="12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718" y="4"/>
                  </a:lnTo>
                  <a:lnTo>
                    <a:pt x="5245598" y="36"/>
                  </a:lnTo>
                  <a:lnTo>
                    <a:pt x="5225183" y="125"/>
                  </a:lnTo>
                  <a:lnTo>
                    <a:pt x="5188816" y="300"/>
                  </a:lnTo>
                  <a:lnTo>
                    <a:pt x="5134875" y="588"/>
                  </a:lnTo>
                  <a:lnTo>
                    <a:pt x="5063897" y="1010"/>
                  </a:lnTo>
                  <a:lnTo>
                    <a:pt x="4978347" y="1580"/>
                  </a:lnTo>
                  <a:lnTo>
                    <a:pt x="4882048" y="2304"/>
                  </a:lnTo>
                  <a:lnTo>
                    <a:pt x="4779417" y="3184"/>
                  </a:lnTo>
                  <a:lnTo>
                    <a:pt x="4674734" y="4215"/>
                  </a:lnTo>
                  <a:lnTo>
                    <a:pt x="4571614" y="5395"/>
                  </a:lnTo>
                  <a:lnTo>
                    <a:pt x="4472741" y="6723"/>
                  </a:lnTo>
                  <a:lnTo>
                    <a:pt x="4379839" y="8202"/>
                  </a:lnTo>
                  <a:lnTo>
                    <a:pt x="4293784" y="9842"/>
                  </a:lnTo>
                  <a:lnTo>
                    <a:pt x="4214792" y="11657"/>
                  </a:lnTo>
                  <a:lnTo>
                    <a:pt x="4142601" y="13667"/>
                  </a:lnTo>
                  <a:lnTo>
                    <a:pt x="4076646" y="15899"/>
                  </a:lnTo>
                  <a:lnTo>
                    <a:pt x="4016176" y="18383"/>
                  </a:lnTo>
                  <a:lnTo>
                    <a:pt x="3960357" y="21150"/>
                  </a:lnTo>
                  <a:lnTo>
                    <a:pt x="3908337" y="24231"/>
                  </a:lnTo>
                  <a:lnTo>
                    <a:pt x="3859301" y="27650"/>
                  </a:lnTo>
                  <a:lnTo>
                    <a:pt x="3829811" y="29967"/>
                  </a:lnTo>
                  <a:lnTo>
                    <a:pt x="3773800" y="34921"/>
                  </a:lnTo>
                  <a:lnTo>
                    <a:pt x="3719626" y="40417"/>
                  </a:lnTo>
                  <a:lnTo>
                    <a:pt x="3666545" y="46460"/>
                  </a:lnTo>
                  <a:lnTo>
                    <a:pt x="3614027" y="53036"/>
                  </a:lnTo>
                  <a:lnTo>
                    <a:pt x="3561716" y="60104"/>
                  </a:lnTo>
                  <a:lnTo>
                    <a:pt x="3509401" y="67599"/>
                  </a:lnTo>
                  <a:lnTo>
                    <a:pt x="3456983" y="75433"/>
                  </a:lnTo>
                  <a:lnTo>
                    <a:pt x="3404455" y="83495"/>
                  </a:lnTo>
                  <a:lnTo>
                    <a:pt x="3351867" y="91660"/>
                  </a:lnTo>
                  <a:lnTo>
                    <a:pt x="3299296" y="99796"/>
                  </a:lnTo>
                  <a:lnTo>
                    <a:pt x="3246812" y="107774"/>
                  </a:lnTo>
                  <a:lnTo>
                    <a:pt x="3194443" y="115475"/>
                  </a:lnTo>
                  <a:lnTo>
                    <a:pt x="3142148" y="122796"/>
                  </a:lnTo>
                  <a:lnTo>
                    <a:pt x="3089782" y="129659"/>
                  </a:lnTo>
                  <a:lnTo>
                    <a:pt x="3037075" y="136009"/>
                  </a:lnTo>
                  <a:lnTo>
                    <a:pt x="2983601" y="141818"/>
                  </a:lnTo>
                  <a:lnTo>
                    <a:pt x="2928743" y="147079"/>
                  </a:lnTo>
                  <a:lnTo>
                    <a:pt x="2896531" y="149838"/>
                  </a:lnTo>
                  <a:lnTo>
                    <a:pt x="2848987" y="153475"/>
                  </a:lnTo>
                  <a:lnTo>
                    <a:pt x="2798925" y="156766"/>
                  </a:lnTo>
                  <a:lnTo>
                    <a:pt x="2745582" y="159726"/>
                  </a:lnTo>
                  <a:lnTo>
                    <a:pt x="2688122" y="162383"/>
                  </a:lnTo>
                  <a:lnTo>
                    <a:pt x="2625694" y="164769"/>
                  </a:lnTo>
                  <a:lnTo>
                    <a:pt x="2557485" y="166915"/>
                  </a:lnTo>
                  <a:lnTo>
                    <a:pt x="2482801" y="168849"/>
                  </a:lnTo>
                  <a:lnTo>
                    <a:pt x="2401174" y="170597"/>
                  </a:lnTo>
                  <a:lnTo>
                    <a:pt x="2312500" y="172175"/>
                  </a:lnTo>
                  <a:lnTo>
                    <a:pt x="2217219" y="173597"/>
                  </a:lnTo>
                  <a:lnTo>
                    <a:pt x="2116504" y="174869"/>
                  </a:lnTo>
                  <a:lnTo>
                    <a:pt x="2012431" y="175994"/>
                  </a:lnTo>
                  <a:lnTo>
                    <a:pt x="1908049" y="176968"/>
                  </a:lnTo>
                  <a:lnTo>
                    <a:pt x="1807265" y="177790"/>
                  </a:lnTo>
                  <a:lnTo>
                    <a:pt x="1714487" y="178457"/>
                  </a:lnTo>
                  <a:lnTo>
                    <a:pt x="1634001" y="178970"/>
                  </a:lnTo>
                  <a:lnTo>
                    <a:pt x="1569206" y="179340"/>
                  </a:lnTo>
                  <a:lnTo>
                    <a:pt x="1521895" y="179582"/>
                  </a:lnTo>
                  <a:lnTo>
                    <a:pt x="1491804" y="179722"/>
                  </a:lnTo>
                  <a:lnTo>
                    <a:pt x="1476520" y="179786"/>
                  </a:lnTo>
                  <a:lnTo>
                    <a:pt x="1471697" y="179804"/>
                  </a:lnTo>
                  <a:lnTo>
                    <a:pt x="1471387" y="179805"/>
                  </a:lnTo>
                  <a:lnTo>
                    <a:pt x="0" y="17980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66" name="pg866"/>
            <p:cNvSpPr/>
            <p:nvPr/>
          </p:nvSpPr>
          <p:spPr>
            <a:xfrm>
              <a:off x="4799595" y="3214402"/>
              <a:ext cx="11981298" cy="5394178"/>
            </a:xfrm>
            <a:custGeom>
              <a:avLst/>
              <a:pathLst>
                <a:path w="11981298" h="5394178">
                  <a:moveTo>
                    <a:pt x="0" y="4609571"/>
                  </a:moveTo>
                  <a:lnTo>
                    <a:pt x="1471387" y="4609571"/>
                  </a:lnTo>
                  <a:lnTo>
                    <a:pt x="1472617" y="4609590"/>
                  </a:lnTo>
                  <a:lnTo>
                    <a:pt x="1480690" y="4609730"/>
                  </a:lnTo>
                  <a:lnTo>
                    <a:pt x="1500993" y="4610115"/>
                  </a:lnTo>
                  <a:lnTo>
                    <a:pt x="1537169" y="4610874"/>
                  </a:lnTo>
                  <a:lnTo>
                    <a:pt x="1590846" y="4612122"/>
                  </a:lnTo>
                  <a:lnTo>
                    <a:pt x="1661508" y="4613953"/>
                  </a:lnTo>
                  <a:lnTo>
                    <a:pt x="1746723" y="4616427"/>
                  </a:lnTo>
                  <a:lnTo>
                    <a:pt x="1842704" y="4619572"/>
                  </a:lnTo>
                  <a:lnTo>
                    <a:pt x="1945063" y="4623391"/>
                  </a:lnTo>
                  <a:lnTo>
                    <a:pt x="2049536" y="4627870"/>
                  </a:lnTo>
                  <a:lnTo>
                    <a:pt x="2152516" y="4632995"/>
                  </a:lnTo>
                  <a:lnTo>
                    <a:pt x="2251312" y="4638763"/>
                  </a:lnTo>
                  <a:lnTo>
                    <a:pt x="2344192" y="4645188"/>
                  </a:lnTo>
                  <a:lnTo>
                    <a:pt x="2430264" y="4652309"/>
                  </a:lnTo>
                  <a:lnTo>
                    <a:pt x="2509301" y="4660190"/>
                  </a:lnTo>
                  <a:lnTo>
                    <a:pt x="2581549" y="4668919"/>
                  </a:lnTo>
                  <a:lnTo>
                    <a:pt x="2647566" y="4678606"/>
                  </a:lnTo>
                  <a:lnTo>
                    <a:pt x="2708092" y="4689381"/>
                  </a:lnTo>
                  <a:lnTo>
                    <a:pt x="2763956" y="4701382"/>
                  </a:lnTo>
                  <a:lnTo>
                    <a:pt x="2816004" y="4714745"/>
                  </a:lnTo>
                  <a:lnTo>
                    <a:pt x="2865048" y="4729577"/>
                  </a:lnTo>
                  <a:lnTo>
                    <a:pt x="2896531" y="4740339"/>
                  </a:lnTo>
                  <a:lnTo>
                    <a:pt x="2949122" y="4760544"/>
                  </a:lnTo>
                  <a:lnTo>
                    <a:pt x="3000051" y="4782824"/>
                  </a:lnTo>
                  <a:lnTo>
                    <a:pt x="3049951" y="4807208"/>
                  </a:lnTo>
                  <a:lnTo>
                    <a:pt x="3099283" y="4833654"/>
                  </a:lnTo>
                  <a:lnTo>
                    <a:pt x="3148368" y="4862038"/>
                  </a:lnTo>
                  <a:lnTo>
                    <a:pt x="3197413" y="4892152"/>
                  </a:lnTo>
                  <a:lnTo>
                    <a:pt x="3246528" y="4923703"/>
                  </a:lnTo>
                  <a:lnTo>
                    <a:pt x="3295744" y="4956322"/>
                  </a:lnTo>
                  <a:lnTo>
                    <a:pt x="3345041" y="4989580"/>
                  </a:lnTo>
                  <a:lnTo>
                    <a:pt x="3394362" y="5023014"/>
                  </a:lnTo>
                  <a:lnTo>
                    <a:pt x="3443642" y="5056147"/>
                  </a:lnTo>
                  <a:lnTo>
                    <a:pt x="3492832" y="5088522"/>
                  </a:lnTo>
                  <a:lnTo>
                    <a:pt x="3541922" y="5119725"/>
                  </a:lnTo>
                  <a:lnTo>
                    <a:pt x="3590963" y="5149406"/>
                  </a:lnTo>
                  <a:lnTo>
                    <a:pt x="3640089" y="5177294"/>
                  </a:lnTo>
                  <a:lnTo>
                    <a:pt x="3689535" y="5203203"/>
                  </a:lnTo>
                  <a:lnTo>
                    <a:pt x="3739656" y="5227030"/>
                  </a:lnTo>
                  <a:lnTo>
                    <a:pt x="3790956" y="5248755"/>
                  </a:lnTo>
                  <a:lnTo>
                    <a:pt x="3829811" y="5263410"/>
                  </a:lnTo>
                  <a:lnTo>
                    <a:pt x="3877258" y="5279253"/>
                  </a:lnTo>
                  <a:lnTo>
                    <a:pt x="3927212" y="5293589"/>
                  </a:lnTo>
                  <a:lnTo>
                    <a:pt x="3980432" y="5306488"/>
                  </a:lnTo>
                  <a:lnTo>
                    <a:pt x="4037746" y="5318067"/>
                  </a:lnTo>
                  <a:lnTo>
                    <a:pt x="4100002" y="5328466"/>
                  </a:lnTo>
                  <a:lnTo>
                    <a:pt x="4168009" y="5337822"/>
                  </a:lnTo>
                  <a:lnTo>
                    <a:pt x="4242457" y="5346259"/>
                  </a:lnTo>
                  <a:lnTo>
                    <a:pt x="4323817" y="5353880"/>
                  </a:lnTo>
                  <a:lnTo>
                    <a:pt x="4412199" y="5360765"/>
                  </a:lnTo>
                  <a:lnTo>
                    <a:pt x="4507175" y="5366969"/>
                  </a:lnTo>
                  <a:lnTo>
                    <a:pt x="4607596" y="5372523"/>
                  </a:lnTo>
                  <a:lnTo>
                    <a:pt x="4711416" y="5377435"/>
                  </a:lnTo>
                  <a:lnTo>
                    <a:pt x="4815629" y="5381697"/>
                  </a:lnTo>
                  <a:lnTo>
                    <a:pt x="4916365" y="5385294"/>
                  </a:lnTo>
                  <a:lnTo>
                    <a:pt x="5009252" y="5388216"/>
                  </a:lnTo>
                  <a:lnTo>
                    <a:pt x="5090013" y="5390472"/>
                  </a:lnTo>
                  <a:lnTo>
                    <a:pt x="5155231" y="5392101"/>
                  </a:lnTo>
                  <a:lnTo>
                    <a:pt x="5203062" y="5393175"/>
                  </a:lnTo>
                  <a:lnTo>
                    <a:pt x="5233694" y="5393797"/>
                  </a:lnTo>
                  <a:lnTo>
                    <a:pt x="5249450" y="5394087"/>
                  </a:lnTo>
                  <a:lnTo>
                    <a:pt x="5254580" y="5394173"/>
                  </a:lnTo>
                  <a:lnTo>
                    <a:pt x="5254955" y="5394178"/>
                  </a:lnTo>
                  <a:lnTo>
                    <a:pt x="6726343" y="5394178"/>
                  </a:lnTo>
                  <a:lnTo>
                    <a:pt x="6727201" y="5394086"/>
                  </a:lnTo>
                  <a:lnTo>
                    <a:pt x="6732878" y="5393430"/>
                  </a:lnTo>
                  <a:lnTo>
                    <a:pt x="6747301" y="5391617"/>
                  </a:lnTo>
                  <a:lnTo>
                    <a:pt x="6773371" y="5388044"/>
                  </a:lnTo>
                  <a:lnTo>
                    <a:pt x="6812803" y="5382130"/>
                  </a:lnTo>
                  <a:lnTo>
                    <a:pt x="6866005" y="5373372"/>
                  </a:lnTo>
                  <a:lnTo>
                    <a:pt x="6932092" y="5361382"/>
                  </a:lnTo>
                  <a:lnTo>
                    <a:pt x="7009082" y="5345912"/>
                  </a:lnTo>
                  <a:lnTo>
                    <a:pt x="7094245" y="5326851"/>
                  </a:lnTo>
                  <a:lnTo>
                    <a:pt x="7184522" y="5304194"/>
                  </a:lnTo>
                  <a:lnTo>
                    <a:pt x="7276919" y="5278002"/>
                  </a:lnTo>
                  <a:lnTo>
                    <a:pt x="7368816" y="5248345"/>
                  </a:lnTo>
                  <a:lnTo>
                    <a:pt x="7458129" y="5215263"/>
                  </a:lnTo>
                  <a:lnTo>
                    <a:pt x="7543375" y="5178727"/>
                  </a:lnTo>
                  <a:lnTo>
                    <a:pt x="7623631" y="5138619"/>
                  </a:lnTo>
                  <a:lnTo>
                    <a:pt x="7698450" y="5094719"/>
                  </a:lnTo>
                  <a:lnTo>
                    <a:pt x="7767762" y="5046701"/>
                  </a:lnTo>
                  <a:lnTo>
                    <a:pt x="7831767" y="4994135"/>
                  </a:lnTo>
                  <a:lnTo>
                    <a:pt x="7890853" y="4936500"/>
                  </a:lnTo>
                  <a:lnTo>
                    <a:pt x="7945523" y="4873194"/>
                  </a:lnTo>
                  <a:lnTo>
                    <a:pt x="7996341" y="4803564"/>
                  </a:lnTo>
                  <a:lnTo>
                    <a:pt x="8043899" y="4726955"/>
                  </a:lnTo>
                  <a:lnTo>
                    <a:pt x="8088774" y="4642777"/>
                  </a:lnTo>
                  <a:lnTo>
                    <a:pt x="8131510" y="4550621"/>
                  </a:lnTo>
                  <a:lnTo>
                    <a:pt x="8151487" y="4503322"/>
                  </a:lnTo>
                  <a:lnTo>
                    <a:pt x="8180082" y="4430865"/>
                  </a:lnTo>
                  <a:lnTo>
                    <a:pt x="8208093" y="4354367"/>
                  </a:lnTo>
                  <a:lnTo>
                    <a:pt x="8235641" y="4273749"/>
                  </a:lnTo>
                  <a:lnTo>
                    <a:pt x="8262830" y="4188966"/>
                  </a:lnTo>
                  <a:lnTo>
                    <a:pt x="8289747" y="4100015"/>
                  </a:lnTo>
                  <a:lnTo>
                    <a:pt x="8316465" y="4006932"/>
                  </a:lnTo>
                  <a:lnTo>
                    <a:pt x="8343045" y="3909802"/>
                  </a:lnTo>
                  <a:lnTo>
                    <a:pt x="8369538" y="3808757"/>
                  </a:lnTo>
                  <a:lnTo>
                    <a:pt x="8395983" y="3703976"/>
                  </a:lnTo>
                  <a:lnTo>
                    <a:pt x="8422411" y="3595690"/>
                  </a:lnTo>
                  <a:lnTo>
                    <a:pt x="8448844" y="3484179"/>
                  </a:lnTo>
                  <a:lnTo>
                    <a:pt x="8475298" y="3369769"/>
                  </a:lnTo>
                  <a:lnTo>
                    <a:pt x="8501779" y="3252833"/>
                  </a:lnTo>
                  <a:lnTo>
                    <a:pt x="8528291" y="3133781"/>
                  </a:lnTo>
                  <a:lnTo>
                    <a:pt x="8554832" y="3013060"/>
                  </a:lnTo>
                  <a:lnTo>
                    <a:pt x="8581395" y="2891144"/>
                  </a:lnTo>
                  <a:lnTo>
                    <a:pt x="8607972" y="2768527"/>
                  </a:lnTo>
                  <a:lnTo>
                    <a:pt x="8634554" y="2645715"/>
                  </a:lnTo>
                  <a:lnTo>
                    <a:pt x="8661129" y="2523217"/>
                  </a:lnTo>
                  <a:lnTo>
                    <a:pt x="8687688" y="2401539"/>
                  </a:lnTo>
                  <a:lnTo>
                    <a:pt x="8714222" y="2281170"/>
                  </a:lnTo>
                  <a:lnTo>
                    <a:pt x="8740727" y="2162579"/>
                  </a:lnTo>
                  <a:lnTo>
                    <a:pt x="8767201" y="2046203"/>
                  </a:lnTo>
                  <a:lnTo>
                    <a:pt x="8793649" y="1932446"/>
                  </a:lnTo>
                  <a:lnTo>
                    <a:pt x="8820079" y="1821668"/>
                  </a:lnTo>
                  <a:lnTo>
                    <a:pt x="8846509" y="1714186"/>
                  </a:lnTo>
                  <a:lnTo>
                    <a:pt x="8872962" y="1610268"/>
                  </a:lnTo>
                  <a:lnTo>
                    <a:pt x="8899472" y="1510132"/>
                  </a:lnTo>
                  <a:lnTo>
                    <a:pt x="8926080" y="1413947"/>
                  </a:lnTo>
                  <a:lnTo>
                    <a:pt x="8952839" y="1321834"/>
                  </a:lnTo>
                  <a:lnTo>
                    <a:pt x="8979812" y="1233864"/>
                  </a:lnTo>
                  <a:lnTo>
                    <a:pt x="9007078" y="1150066"/>
                  </a:lnTo>
                  <a:lnTo>
                    <a:pt x="9034725" y="1070426"/>
                  </a:lnTo>
                  <a:lnTo>
                    <a:pt x="9062863" y="994890"/>
                  </a:lnTo>
                  <a:lnTo>
                    <a:pt x="9084767" y="939894"/>
                  </a:lnTo>
                  <a:lnTo>
                    <a:pt x="9126647" y="843843"/>
                  </a:lnTo>
                  <a:lnTo>
                    <a:pt x="9170427" y="755854"/>
                  </a:lnTo>
                  <a:lnTo>
                    <a:pt x="9216621" y="675663"/>
                  </a:lnTo>
                  <a:lnTo>
                    <a:pt x="9265794" y="602750"/>
                  </a:lnTo>
                  <a:lnTo>
                    <a:pt x="9318535" y="536479"/>
                  </a:lnTo>
                  <a:lnTo>
                    <a:pt x="9375425" y="476189"/>
                  </a:lnTo>
                  <a:lnTo>
                    <a:pt x="9437002" y="421251"/>
                  </a:lnTo>
                  <a:lnTo>
                    <a:pt x="9503718" y="371101"/>
                  </a:lnTo>
                  <a:lnTo>
                    <a:pt x="9575873" y="325263"/>
                  </a:lnTo>
                  <a:lnTo>
                    <a:pt x="9653538" y="283362"/>
                  </a:lnTo>
                  <a:lnTo>
                    <a:pt x="9736463" y="245125"/>
                  </a:lnTo>
                  <a:lnTo>
                    <a:pt x="9823965" y="210387"/>
                  </a:lnTo>
                  <a:lnTo>
                    <a:pt x="9914840" y="179078"/>
                  </a:lnTo>
                  <a:lnTo>
                    <a:pt x="10007293" y="151208"/>
                  </a:lnTo>
                  <a:lnTo>
                    <a:pt x="10098948" y="126838"/>
                  </a:lnTo>
                  <a:lnTo>
                    <a:pt x="10186961" y="106040"/>
                  </a:lnTo>
                  <a:lnTo>
                    <a:pt x="10268262" y="88846"/>
                  </a:lnTo>
                  <a:lnTo>
                    <a:pt x="10339906" y="75201"/>
                  </a:lnTo>
                  <a:lnTo>
                    <a:pt x="10399503" y="64925"/>
                  </a:lnTo>
                  <a:lnTo>
                    <a:pt x="10445602" y="57697"/>
                  </a:lnTo>
                  <a:lnTo>
                    <a:pt x="10477977" y="53064"/>
                  </a:lnTo>
                  <a:lnTo>
                    <a:pt x="10497721" y="50478"/>
                  </a:lnTo>
                  <a:lnTo>
                    <a:pt x="10507183" y="49340"/>
                  </a:lnTo>
                  <a:lnTo>
                    <a:pt x="10509911" y="49037"/>
                  </a:lnTo>
                  <a:lnTo>
                    <a:pt x="11981298" y="49037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9052" y="92"/>
                  </a:lnTo>
                  <a:lnTo>
                    <a:pt x="10503376" y="748"/>
                  </a:lnTo>
                  <a:lnTo>
                    <a:pt x="10488952" y="2561"/>
                  </a:lnTo>
                  <a:lnTo>
                    <a:pt x="10462882" y="6134"/>
                  </a:lnTo>
                  <a:lnTo>
                    <a:pt x="10423450" y="12048"/>
                  </a:lnTo>
                  <a:lnTo>
                    <a:pt x="10370248" y="20806"/>
                  </a:lnTo>
                  <a:lnTo>
                    <a:pt x="10304161" y="32796"/>
                  </a:lnTo>
                  <a:lnTo>
                    <a:pt x="10227171" y="48266"/>
                  </a:lnTo>
                  <a:lnTo>
                    <a:pt x="10142008" y="67327"/>
                  </a:lnTo>
                  <a:lnTo>
                    <a:pt x="10051732" y="89984"/>
                  </a:lnTo>
                  <a:lnTo>
                    <a:pt x="9959334" y="116176"/>
                  </a:lnTo>
                  <a:lnTo>
                    <a:pt x="9867438" y="145833"/>
                  </a:lnTo>
                  <a:lnTo>
                    <a:pt x="9778124" y="178915"/>
                  </a:lnTo>
                  <a:lnTo>
                    <a:pt x="9692878" y="215451"/>
                  </a:lnTo>
                  <a:lnTo>
                    <a:pt x="9612622" y="255559"/>
                  </a:lnTo>
                  <a:lnTo>
                    <a:pt x="9537803" y="299459"/>
                  </a:lnTo>
                  <a:lnTo>
                    <a:pt x="9468491" y="347477"/>
                  </a:lnTo>
                  <a:lnTo>
                    <a:pt x="9404486" y="400042"/>
                  </a:lnTo>
                  <a:lnTo>
                    <a:pt x="9345400" y="457678"/>
                  </a:lnTo>
                  <a:lnTo>
                    <a:pt x="9290731" y="520984"/>
                  </a:lnTo>
                  <a:lnTo>
                    <a:pt x="9239912" y="590614"/>
                  </a:lnTo>
                  <a:lnTo>
                    <a:pt x="9192355" y="667223"/>
                  </a:lnTo>
                  <a:lnTo>
                    <a:pt x="9147480" y="751401"/>
                  </a:lnTo>
                  <a:lnTo>
                    <a:pt x="9104743" y="843557"/>
                  </a:lnTo>
                  <a:lnTo>
                    <a:pt x="9084767" y="890856"/>
                  </a:lnTo>
                  <a:lnTo>
                    <a:pt x="9056172" y="963313"/>
                  </a:lnTo>
                  <a:lnTo>
                    <a:pt x="9028160" y="1039811"/>
                  </a:lnTo>
                  <a:lnTo>
                    <a:pt x="9000612" y="1120429"/>
                  </a:lnTo>
                  <a:lnTo>
                    <a:pt x="8973423" y="1205212"/>
                  </a:lnTo>
                  <a:lnTo>
                    <a:pt x="8946507" y="1294163"/>
                  </a:lnTo>
                  <a:lnTo>
                    <a:pt x="8919789" y="1387246"/>
                  </a:lnTo>
                  <a:lnTo>
                    <a:pt x="8893208" y="1484375"/>
                  </a:lnTo>
                  <a:lnTo>
                    <a:pt x="8866715" y="1585421"/>
                  </a:lnTo>
                  <a:lnTo>
                    <a:pt x="8840270" y="1690202"/>
                  </a:lnTo>
                  <a:lnTo>
                    <a:pt x="8813842" y="1798488"/>
                  </a:lnTo>
                  <a:lnTo>
                    <a:pt x="8787409" y="1909999"/>
                  </a:lnTo>
                  <a:lnTo>
                    <a:pt x="8760956" y="2024409"/>
                  </a:lnTo>
                  <a:lnTo>
                    <a:pt x="8734474" y="2141345"/>
                  </a:lnTo>
                  <a:lnTo>
                    <a:pt x="8707962" y="2260397"/>
                  </a:lnTo>
                  <a:lnTo>
                    <a:pt x="8681421" y="2381118"/>
                  </a:lnTo>
                  <a:lnTo>
                    <a:pt x="8654858" y="2503034"/>
                  </a:lnTo>
                  <a:lnTo>
                    <a:pt x="8628281" y="2625651"/>
                  </a:lnTo>
                  <a:lnTo>
                    <a:pt x="8601699" y="2748463"/>
                  </a:lnTo>
                  <a:lnTo>
                    <a:pt x="8575124" y="2870961"/>
                  </a:lnTo>
                  <a:lnTo>
                    <a:pt x="8548566" y="2992639"/>
                  </a:lnTo>
                  <a:lnTo>
                    <a:pt x="8522031" y="3113008"/>
                  </a:lnTo>
                  <a:lnTo>
                    <a:pt x="8495526" y="3231599"/>
                  </a:lnTo>
                  <a:lnTo>
                    <a:pt x="8469052" y="3347975"/>
                  </a:lnTo>
                  <a:lnTo>
                    <a:pt x="8442605" y="3461732"/>
                  </a:lnTo>
                  <a:lnTo>
                    <a:pt x="8416174" y="3572510"/>
                  </a:lnTo>
                  <a:lnTo>
                    <a:pt x="8389744" y="3679992"/>
                  </a:lnTo>
                  <a:lnTo>
                    <a:pt x="8363291" y="3783910"/>
                  </a:lnTo>
                  <a:lnTo>
                    <a:pt x="8336781" y="3884046"/>
                  </a:lnTo>
                  <a:lnTo>
                    <a:pt x="8310174" y="3980231"/>
                  </a:lnTo>
                  <a:lnTo>
                    <a:pt x="8283415" y="4072344"/>
                  </a:lnTo>
                  <a:lnTo>
                    <a:pt x="8256441" y="4160314"/>
                  </a:lnTo>
                  <a:lnTo>
                    <a:pt x="8229176" y="4244112"/>
                  </a:lnTo>
                  <a:lnTo>
                    <a:pt x="8201528" y="4323752"/>
                  </a:lnTo>
                  <a:lnTo>
                    <a:pt x="8173391" y="4399288"/>
                  </a:lnTo>
                  <a:lnTo>
                    <a:pt x="8151487" y="4454284"/>
                  </a:lnTo>
                  <a:lnTo>
                    <a:pt x="8109606" y="4550335"/>
                  </a:lnTo>
                  <a:lnTo>
                    <a:pt x="8065826" y="4638324"/>
                  </a:lnTo>
                  <a:lnTo>
                    <a:pt x="8019632" y="4718515"/>
                  </a:lnTo>
                  <a:lnTo>
                    <a:pt x="7970459" y="4791428"/>
                  </a:lnTo>
                  <a:lnTo>
                    <a:pt x="7917718" y="4857699"/>
                  </a:lnTo>
                  <a:lnTo>
                    <a:pt x="7860829" y="4917989"/>
                  </a:lnTo>
                  <a:lnTo>
                    <a:pt x="7799251" y="4972927"/>
                  </a:lnTo>
                  <a:lnTo>
                    <a:pt x="7732535" y="5023077"/>
                  </a:lnTo>
                  <a:lnTo>
                    <a:pt x="7660381" y="5068915"/>
                  </a:lnTo>
                  <a:lnTo>
                    <a:pt x="7582715" y="5110816"/>
                  </a:lnTo>
                  <a:lnTo>
                    <a:pt x="7499790" y="5149053"/>
                  </a:lnTo>
                  <a:lnTo>
                    <a:pt x="7412288" y="5183791"/>
                  </a:lnTo>
                  <a:lnTo>
                    <a:pt x="7321413" y="5215100"/>
                  </a:lnTo>
                  <a:lnTo>
                    <a:pt x="7228961" y="5242970"/>
                  </a:lnTo>
                  <a:lnTo>
                    <a:pt x="7137306" y="5267340"/>
                  </a:lnTo>
                  <a:lnTo>
                    <a:pt x="7049292" y="5288138"/>
                  </a:lnTo>
                  <a:lnTo>
                    <a:pt x="6967992" y="5305332"/>
                  </a:lnTo>
                  <a:lnTo>
                    <a:pt x="6896347" y="5318977"/>
                  </a:lnTo>
                  <a:lnTo>
                    <a:pt x="6836750" y="5329253"/>
                  </a:lnTo>
                  <a:lnTo>
                    <a:pt x="6790651" y="5336481"/>
                  </a:lnTo>
                  <a:lnTo>
                    <a:pt x="6758276" y="5341114"/>
                  </a:lnTo>
                  <a:lnTo>
                    <a:pt x="6738533" y="5343700"/>
                  </a:lnTo>
                  <a:lnTo>
                    <a:pt x="6729071" y="5344838"/>
                  </a:lnTo>
                  <a:lnTo>
                    <a:pt x="6726343" y="5345140"/>
                  </a:lnTo>
                  <a:lnTo>
                    <a:pt x="5254955" y="5345140"/>
                  </a:lnTo>
                  <a:lnTo>
                    <a:pt x="5253725" y="5345121"/>
                  </a:lnTo>
                  <a:lnTo>
                    <a:pt x="5245652" y="5344981"/>
                  </a:lnTo>
                  <a:lnTo>
                    <a:pt x="5225349" y="5344596"/>
                  </a:lnTo>
                  <a:lnTo>
                    <a:pt x="5189173" y="5343837"/>
                  </a:lnTo>
                  <a:lnTo>
                    <a:pt x="5135497" y="5342589"/>
                  </a:lnTo>
                  <a:lnTo>
                    <a:pt x="5064834" y="5340758"/>
                  </a:lnTo>
                  <a:lnTo>
                    <a:pt x="4979619" y="5338284"/>
                  </a:lnTo>
                  <a:lnTo>
                    <a:pt x="4883638" y="5335139"/>
                  </a:lnTo>
                  <a:lnTo>
                    <a:pt x="4781279" y="5331320"/>
                  </a:lnTo>
                  <a:lnTo>
                    <a:pt x="4676806" y="5326841"/>
                  </a:lnTo>
                  <a:lnTo>
                    <a:pt x="4573826" y="5321716"/>
                  </a:lnTo>
                  <a:lnTo>
                    <a:pt x="4475030" y="5315948"/>
                  </a:lnTo>
                  <a:lnTo>
                    <a:pt x="4382150" y="5309523"/>
                  </a:lnTo>
                  <a:lnTo>
                    <a:pt x="4296078" y="5302402"/>
                  </a:lnTo>
                  <a:lnTo>
                    <a:pt x="4217041" y="5294521"/>
                  </a:lnTo>
                  <a:lnTo>
                    <a:pt x="4144793" y="5285792"/>
                  </a:lnTo>
                  <a:lnTo>
                    <a:pt x="4078776" y="5276105"/>
                  </a:lnTo>
                  <a:lnTo>
                    <a:pt x="4018250" y="5265330"/>
                  </a:lnTo>
                  <a:lnTo>
                    <a:pt x="3962386" y="5253329"/>
                  </a:lnTo>
                  <a:lnTo>
                    <a:pt x="3910338" y="5239966"/>
                  </a:lnTo>
                  <a:lnTo>
                    <a:pt x="3861294" y="5225134"/>
                  </a:lnTo>
                  <a:lnTo>
                    <a:pt x="3829811" y="5214372"/>
                  </a:lnTo>
                  <a:lnTo>
                    <a:pt x="3777220" y="5194167"/>
                  </a:lnTo>
                  <a:lnTo>
                    <a:pt x="3726291" y="5171887"/>
                  </a:lnTo>
                  <a:lnTo>
                    <a:pt x="3676391" y="5147503"/>
                  </a:lnTo>
                  <a:lnTo>
                    <a:pt x="3627059" y="5121057"/>
                  </a:lnTo>
                  <a:lnTo>
                    <a:pt x="3577974" y="5092673"/>
                  </a:lnTo>
                  <a:lnTo>
                    <a:pt x="3528929" y="5062558"/>
                  </a:lnTo>
                  <a:lnTo>
                    <a:pt x="3479815" y="5031008"/>
                  </a:lnTo>
                  <a:lnTo>
                    <a:pt x="3430598" y="4998389"/>
                  </a:lnTo>
                  <a:lnTo>
                    <a:pt x="3381301" y="4965131"/>
                  </a:lnTo>
                  <a:lnTo>
                    <a:pt x="3331980" y="4931697"/>
                  </a:lnTo>
                  <a:lnTo>
                    <a:pt x="3282700" y="4898564"/>
                  </a:lnTo>
                  <a:lnTo>
                    <a:pt x="3233511" y="4866189"/>
                  </a:lnTo>
                  <a:lnTo>
                    <a:pt x="3184421" y="4834986"/>
                  </a:lnTo>
                  <a:lnTo>
                    <a:pt x="3135379" y="4805305"/>
                  </a:lnTo>
                  <a:lnTo>
                    <a:pt x="3086253" y="4777417"/>
                  </a:lnTo>
                  <a:lnTo>
                    <a:pt x="3036807" y="4751508"/>
                  </a:lnTo>
                  <a:lnTo>
                    <a:pt x="2986686" y="4727681"/>
                  </a:lnTo>
                  <a:lnTo>
                    <a:pt x="2935386" y="4705956"/>
                  </a:lnTo>
                  <a:lnTo>
                    <a:pt x="2896531" y="4691301"/>
                  </a:lnTo>
                  <a:lnTo>
                    <a:pt x="2849084" y="4675458"/>
                  </a:lnTo>
                  <a:lnTo>
                    <a:pt x="2799130" y="4661121"/>
                  </a:lnTo>
                  <a:lnTo>
                    <a:pt x="2745911" y="4648223"/>
                  </a:lnTo>
                  <a:lnTo>
                    <a:pt x="2688596" y="4636644"/>
                  </a:lnTo>
                  <a:lnTo>
                    <a:pt x="2626340" y="4626245"/>
                  </a:lnTo>
                  <a:lnTo>
                    <a:pt x="2558333" y="4616888"/>
                  </a:lnTo>
                  <a:lnTo>
                    <a:pt x="2483885" y="4608452"/>
                  </a:lnTo>
                  <a:lnTo>
                    <a:pt x="2402525" y="4600831"/>
                  </a:lnTo>
                  <a:lnTo>
                    <a:pt x="2314143" y="4593946"/>
                  </a:lnTo>
                  <a:lnTo>
                    <a:pt x="2219167" y="4587742"/>
                  </a:lnTo>
                  <a:lnTo>
                    <a:pt x="2118746" y="4582188"/>
                  </a:lnTo>
                  <a:lnTo>
                    <a:pt x="2014926" y="4577276"/>
                  </a:lnTo>
                  <a:lnTo>
                    <a:pt x="1910714" y="4573014"/>
                  </a:lnTo>
                  <a:lnTo>
                    <a:pt x="1809977" y="4569417"/>
                  </a:lnTo>
                  <a:lnTo>
                    <a:pt x="1717090" y="4566495"/>
                  </a:lnTo>
                  <a:lnTo>
                    <a:pt x="1636329" y="4564239"/>
                  </a:lnTo>
                  <a:lnTo>
                    <a:pt x="1571111" y="4562610"/>
                  </a:lnTo>
                  <a:lnTo>
                    <a:pt x="1523280" y="4561536"/>
                  </a:lnTo>
                  <a:lnTo>
                    <a:pt x="1492648" y="4560914"/>
                  </a:lnTo>
                  <a:lnTo>
                    <a:pt x="1476893" y="4560624"/>
                  </a:lnTo>
                  <a:lnTo>
                    <a:pt x="1471762" y="4560538"/>
                  </a:lnTo>
                  <a:lnTo>
                    <a:pt x="1471387" y="4560533"/>
                  </a:lnTo>
                  <a:lnTo>
                    <a:pt x="0" y="4560533"/>
                  </a:lnTo>
                  <a:close/>
                </a:path>
              </a:pathLst>
            </a:custGeom>
            <a:solidFill>
              <a:srgbClr val="F28E5B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867" name="pl867"/>
            <p:cNvSpPr/>
            <p:nvPr/>
          </p:nvSpPr>
          <p:spPr>
            <a:xfrm>
              <a:off x="4799595" y="3263440"/>
              <a:ext cx="11981298" cy="5345140"/>
            </a:xfrm>
            <a:custGeom>
              <a:avLst/>
              <a:pathLst>
                <a:path w="11981298" h="5345140">
                  <a:moveTo>
                    <a:pt x="0" y="4560533"/>
                  </a:moveTo>
                  <a:lnTo>
                    <a:pt x="1471387" y="4560533"/>
                  </a:lnTo>
                  <a:lnTo>
                    <a:pt x="1472617" y="4560552"/>
                  </a:lnTo>
                  <a:lnTo>
                    <a:pt x="1480690" y="4560692"/>
                  </a:lnTo>
                  <a:lnTo>
                    <a:pt x="1500993" y="4561077"/>
                  </a:lnTo>
                  <a:lnTo>
                    <a:pt x="1537169" y="4561836"/>
                  </a:lnTo>
                  <a:lnTo>
                    <a:pt x="1590846" y="4563084"/>
                  </a:lnTo>
                  <a:lnTo>
                    <a:pt x="1661508" y="4564915"/>
                  </a:lnTo>
                  <a:lnTo>
                    <a:pt x="1746723" y="4567389"/>
                  </a:lnTo>
                  <a:lnTo>
                    <a:pt x="1842704" y="4570534"/>
                  </a:lnTo>
                  <a:lnTo>
                    <a:pt x="1945063" y="4574353"/>
                  </a:lnTo>
                  <a:lnTo>
                    <a:pt x="2049536" y="4578832"/>
                  </a:lnTo>
                  <a:lnTo>
                    <a:pt x="2152516" y="4583957"/>
                  </a:lnTo>
                  <a:lnTo>
                    <a:pt x="2251312" y="4589725"/>
                  </a:lnTo>
                  <a:lnTo>
                    <a:pt x="2344192" y="4596150"/>
                  </a:lnTo>
                  <a:lnTo>
                    <a:pt x="2430264" y="4603271"/>
                  </a:lnTo>
                  <a:lnTo>
                    <a:pt x="2509301" y="4611152"/>
                  </a:lnTo>
                  <a:lnTo>
                    <a:pt x="2581549" y="4619881"/>
                  </a:lnTo>
                  <a:lnTo>
                    <a:pt x="2647566" y="4629568"/>
                  </a:lnTo>
                  <a:lnTo>
                    <a:pt x="2708092" y="4640343"/>
                  </a:lnTo>
                  <a:lnTo>
                    <a:pt x="2763956" y="4652344"/>
                  </a:lnTo>
                  <a:lnTo>
                    <a:pt x="2816004" y="4665707"/>
                  </a:lnTo>
                  <a:lnTo>
                    <a:pt x="2865048" y="4680539"/>
                  </a:lnTo>
                  <a:lnTo>
                    <a:pt x="2896531" y="4691301"/>
                  </a:lnTo>
                  <a:lnTo>
                    <a:pt x="2949122" y="4711506"/>
                  </a:lnTo>
                  <a:lnTo>
                    <a:pt x="3000051" y="4733786"/>
                  </a:lnTo>
                  <a:lnTo>
                    <a:pt x="3049951" y="4758170"/>
                  </a:lnTo>
                  <a:lnTo>
                    <a:pt x="3099283" y="4784616"/>
                  </a:lnTo>
                  <a:lnTo>
                    <a:pt x="3148368" y="4813000"/>
                  </a:lnTo>
                  <a:lnTo>
                    <a:pt x="3197413" y="4843114"/>
                  </a:lnTo>
                  <a:lnTo>
                    <a:pt x="3246528" y="4874665"/>
                  </a:lnTo>
                  <a:lnTo>
                    <a:pt x="3295744" y="4907284"/>
                  </a:lnTo>
                  <a:lnTo>
                    <a:pt x="3345041" y="4940542"/>
                  </a:lnTo>
                  <a:lnTo>
                    <a:pt x="3394362" y="4973976"/>
                  </a:lnTo>
                  <a:lnTo>
                    <a:pt x="3443642" y="5007109"/>
                  </a:lnTo>
                  <a:lnTo>
                    <a:pt x="3492832" y="5039484"/>
                  </a:lnTo>
                  <a:lnTo>
                    <a:pt x="3541922" y="5070687"/>
                  </a:lnTo>
                  <a:lnTo>
                    <a:pt x="3590963" y="5100368"/>
                  </a:lnTo>
                  <a:lnTo>
                    <a:pt x="3640089" y="5128256"/>
                  </a:lnTo>
                  <a:lnTo>
                    <a:pt x="3689535" y="5154165"/>
                  </a:lnTo>
                  <a:lnTo>
                    <a:pt x="3739656" y="5177992"/>
                  </a:lnTo>
                  <a:lnTo>
                    <a:pt x="3790956" y="5199717"/>
                  </a:lnTo>
                  <a:lnTo>
                    <a:pt x="3829811" y="5214372"/>
                  </a:lnTo>
                  <a:lnTo>
                    <a:pt x="3877258" y="5230215"/>
                  </a:lnTo>
                  <a:lnTo>
                    <a:pt x="3927212" y="5244551"/>
                  </a:lnTo>
                  <a:lnTo>
                    <a:pt x="3980432" y="5257450"/>
                  </a:lnTo>
                  <a:lnTo>
                    <a:pt x="4037746" y="5269029"/>
                  </a:lnTo>
                  <a:lnTo>
                    <a:pt x="4100002" y="5279428"/>
                  </a:lnTo>
                  <a:lnTo>
                    <a:pt x="4168009" y="5288784"/>
                  </a:lnTo>
                  <a:lnTo>
                    <a:pt x="4242457" y="5297221"/>
                  </a:lnTo>
                  <a:lnTo>
                    <a:pt x="4323817" y="5304842"/>
                  </a:lnTo>
                  <a:lnTo>
                    <a:pt x="4412199" y="5311727"/>
                  </a:lnTo>
                  <a:lnTo>
                    <a:pt x="4507175" y="5317931"/>
                  </a:lnTo>
                  <a:lnTo>
                    <a:pt x="4607596" y="5323485"/>
                  </a:lnTo>
                  <a:lnTo>
                    <a:pt x="4711416" y="5328397"/>
                  </a:lnTo>
                  <a:lnTo>
                    <a:pt x="4815629" y="5332659"/>
                  </a:lnTo>
                  <a:lnTo>
                    <a:pt x="4916365" y="5336256"/>
                  </a:lnTo>
                  <a:lnTo>
                    <a:pt x="5009252" y="5339178"/>
                  </a:lnTo>
                  <a:lnTo>
                    <a:pt x="5090013" y="5341434"/>
                  </a:lnTo>
                  <a:lnTo>
                    <a:pt x="5155231" y="5343063"/>
                  </a:lnTo>
                  <a:lnTo>
                    <a:pt x="5203062" y="5344137"/>
                  </a:lnTo>
                  <a:lnTo>
                    <a:pt x="5233694" y="5344759"/>
                  </a:lnTo>
                  <a:lnTo>
                    <a:pt x="5249450" y="5345049"/>
                  </a:lnTo>
                  <a:lnTo>
                    <a:pt x="5254580" y="5345135"/>
                  </a:lnTo>
                  <a:lnTo>
                    <a:pt x="5254955" y="5345140"/>
                  </a:lnTo>
                  <a:lnTo>
                    <a:pt x="6726343" y="5345140"/>
                  </a:lnTo>
                  <a:lnTo>
                    <a:pt x="6727201" y="5345048"/>
                  </a:lnTo>
                  <a:lnTo>
                    <a:pt x="6732878" y="5344392"/>
                  </a:lnTo>
                  <a:lnTo>
                    <a:pt x="6747301" y="5342579"/>
                  </a:lnTo>
                  <a:lnTo>
                    <a:pt x="6773371" y="5339006"/>
                  </a:lnTo>
                  <a:lnTo>
                    <a:pt x="6812803" y="5333092"/>
                  </a:lnTo>
                  <a:lnTo>
                    <a:pt x="6866005" y="5324334"/>
                  </a:lnTo>
                  <a:lnTo>
                    <a:pt x="6932092" y="5312344"/>
                  </a:lnTo>
                  <a:lnTo>
                    <a:pt x="7009082" y="5296874"/>
                  </a:lnTo>
                  <a:lnTo>
                    <a:pt x="7094245" y="5277813"/>
                  </a:lnTo>
                  <a:lnTo>
                    <a:pt x="7184522" y="5255156"/>
                  </a:lnTo>
                  <a:lnTo>
                    <a:pt x="7276919" y="5228964"/>
                  </a:lnTo>
                  <a:lnTo>
                    <a:pt x="7368816" y="5199307"/>
                  </a:lnTo>
                  <a:lnTo>
                    <a:pt x="7458129" y="5166225"/>
                  </a:lnTo>
                  <a:lnTo>
                    <a:pt x="7543375" y="5129689"/>
                  </a:lnTo>
                  <a:lnTo>
                    <a:pt x="7623631" y="5089581"/>
                  </a:lnTo>
                  <a:lnTo>
                    <a:pt x="7698450" y="5045681"/>
                  </a:lnTo>
                  <a:lnTo>
                    <a:pt x="7767762" y="4997663"/>
                  </a:lnTo>
                  <a:lnTo>
                    <a:pt x="7831767" y="4945097"/>
                  </a:lnTo>
                  <a:lnTo>
                    <a:pt x="7890853" y="4887462"/>
                  </a:lnTo>
                  <a:lnTo>
                    <a:pt x="7945523" y="4824156"/>
                  </a:lnTo>
                  <a:lnTo>
                    <a:pt x="7996341" y="4754526"/>
                  </a:lnTo>
                  <a:lnTo>
                    <a:pt x="8043899" y="4677917"/>
                  </a:lnTo>
                  <a:lnTo>
                    <a:pt x="8088774" y="4593739"/>
                  </a:lnTo>
                  <a:lnTo>
                    <a:pt x="8131510" y="4501583"/>
                  </a:lnTo>
                  <a:lnTo>
                    <a:pt x="8151487" y="4454284"/>
                  </a:lnTo>
                  <a:lnTo>
                    <a:pt x="8180082" y="4381827"/>
                  </a:lnTo>
                  <a:lnTo>
                    <a:pt x="8208093" y="4305329"/>
                  </a:lnTo>
                  <a:lnTo>
                    <a:pt x="8235641" y="4224711"/>
                  </a:lnTo>
                  <a:lnTo>
                    <a:pt x="8262830" y="4139928"/>
                  </a:lnTo>
                  <a:lnTo>
                    <a:pt x="8289747" y="4050977"/>
                  </a:lnTo>
                  <a:lnTo>
                    <a:pt x="8316465" y="3957894"/>
                  </a:lnTo>
                  <a:lnTo>
                    <a:pt x="8343045" y="3860764"/>
                  </a:lnTo>
                  <a:lnTo>
                    <a:pt x="8369538" y="3759719"/>
                  </a:lnTo>
                  <a:lnTo>
                    <a:pt x="8395983" y="3654938"/>
                  </a:lnTo>
                  <a:lnTo>
                    <a:pt x="8422411" y="3546652"/>
                  </a:lnTo>
                  <a:lnTo>
                    <a:pt x="8448844" y="3435141"/>
                  </a:lnTo>
                  <a:lnTo>
                    <a:pt x="8475298" y="3320731"/>
                  </a:lnTo>
                  <a:lnTo>
                    <a:pt x="8501779" y="3203795"/>
                  </a:lnTo>
                  <a:lnTo>
                    <a:pt x="8528291" y="3084743"/>
                  </a:lnTo>
                  <a:lnTo>
                    <a:pt x="8554832" y="2964022"/>
                  </a:lnTo>
                  <a:lnTo>
                    <a:pt x="8581395" y="2842106"/>
                  </a:lnTo>
                  <a:lnTo>
                    <a:pt x="8607972" y="2719489"/>
                  </a:lnTo>
                  <a:lnTo>
                    <a:pt x="8634554" y="2596677"/>
                  </a:lnTo>
                  <a:lnTo>
                    <a:pt x="8661129" y="2474179"/>
                  </a:lnTo>
                  <a:lnTo>
                    <a:pt x="8687688" y="2352501"/>
                  </a:lnTo>
                  <a:lnTo>
                    <a:pt x="8714222" y="2232132"/>
                  </a:lnTo>
                  <a:lnTo>
                    <a:pt x="8740727" y="2113541"/>
                  </a:lnTo>
                  <a:lnTo>
                    <a:pt x="8767201" y="1997165"/>
                  </a:lnTo>
                  <a:lnTo>
                    <a:pt x="8793649" y="1883408"/>
                  </a:lnTo>
                  <a:lnTo>
                    <a:pt x="8820079" y="1772630"/>
                  </a:lnTo>
                  <a:lnTo>
                    <a:pt x="8846509" y="1665148"/>
                  </a:lnTo>
                  <a:lnTo>
                    <a:pt x="8872962" y="1561230"/>
                  </a:lnTo>
                  <a:lnTo>
                    <a:pt x="8899472" y="1461094"/>
                  </a:lnTo>
                  <a:lnTo>
                    <a:pt x="8926080" y="1364909"/>
                  </a:lnTo>
                  <a:lnTo>
                    <a:pt x="8952839" y="1272796"/>
                  </a:lnTo>
                  <a:lnTo>
                    <a:pt x="8979812" y="1184826"/>
                  </a:lnTo>
                  <a:lnTo>
                    <a:pt x="9007078" y="1101028"/>
                  </a:lnTo>
                  <a:lnTo>
                    <a:pt x="9034725" y="1021388"/>
                  </a:lnTo>
                  <a:lnTo>
                    <a:pt x="9062863" y="945852"/>
                  </a:lnTo>
                  <a:lnTo>
                    <a:pt x="9084767" y="890856"/>
                  </a:lnTo>
                  <a:lnTo>
                    <a:pt x="9126647" y="794805"/>
                  </a:lnTo>
                  <a:lnTo>
                    <a:pt x="9170427" y="706816"/>
                  </a:lnTo>
                  <a:lnTo>
                    <a:pt x="9216621" y="626625"/>
                  </a:lnTo>
                  <a:lnTo>
                    <a:pt x="9265794" y="553712"/>
                  </a:lnTo>
                  <a:lnTo>
                    <a:pt x="9318535" y="487441"/>
                  </a:lnTo>
                  <a:lnTo>
                    <a:pt x="9375425" y="427151"/>
                  </a:lnTo>
                  <a:lnTo>
                    <a:pt x="9437002" y="372213"/>
                  </a:lnTo>
                  <a:lnTo>
                    <a:pt x="9503718" y="322063"/>
                  </a:lnTo>
                  <a:lnTo>
                    <a:pt x="9575873" y="276225"/>
                  </a:lnTo>
                  <a:lnTo>
                    <a:pt x="9653538" y="234324"/>
                  </a:lnTo>
                  <a:lnTo>
                    <a:pt x="9736463" y="196087"/>
                  </a:lnTo>
                  <a:lnTo>
                    <a:pt x="9823965" y="161349"/>
                  </a:lnTo>
                  <a:lnTo>
                    <a:pt x="9914840" y="130040"/>
                  </a:lnTo>
                  <a:lnTo>
                    <a:pt x="10007293" y="102170"/>
                  </a:lnTo>
                  <a:lnTo>
                    <a:pt x="10098948" y="77800"/>
                  </a:lnTo>
                  <a:lnTo>
                    <a:pt x="10186961" y="57002"/>
                  </a:lnTo>
                  <a:lnTo>
                    <a:pt x="10268262" y="39808"/>
                  </a:lnTo>
                  <a:lnTo>
                    <a:pt x="10339906" y="26163"/>
                  </a:lnTo>
                  <a:lnTo>
                    <a:pt x="10399503" y="15887"/>
                  </a:lnTo>
                  <a:lnTo>
                    <a:pt x="10445602" y="8659"/>
                  </a:lnTo>
                  <a:lnTo>
                    <a:pt x="10477977" y="4026"/>
                  </a:lnTo>
                  <a:lnTo>
                    <a:pt x="10497721" y="1440"/>
                  </a:lnTo>
                  <a:lnTo>
                    <a:pt x="10507183" y="302"/>
                  </a:lnTo>
                  <a:lnTo>
                    <a:pt x="10509812" y="10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68" name="pl868"/>
            <p:cNvSpPr/>
            <p:nvPr/>
          </p:nvSpPr>
          <p:spPr>
            <a:xfrm>
              <a:off x="4799595" y="3214402"/>
              <a:ext cx="11981298" cy="5345140"/>
            </a:xfrm>
            <a:custGeom>
              <a:avLst/>
              <a:pathLst>
                <a:path w="11981298" h="5345140">
                  <a:moveTo>
                    <a:pt x="11981298" y="0"/>
                  </a:moveTo>
                  <a:lnTo>
                    <a:pt x="10509911" y="0"/>
                  </a:lnTo>
                  <a:lnTo>
                    <a:pt x="10509052" y="92"/>
                  </a:lnTo>
                  <a:lnTo>
                    <a:pt x="10503376" y="748"/>
                  </a:lnTo>
                  <a:lnTo>
                    <a:pt x="10488952" y="2561"/>
                  </a:lnTo>
                  <a:lnTo>
                    <a:pt x="10462882" y="6134"/>
                  </a:lnTo>
                  <a:lnTo>
                    <a:pt x="10423450" y="12048"/>
                  </a:lnTo>
                  <a:lnTo>
                    <a:pt x="10370248" y="20806"/>
                  </a:lnTo>
                  <a:lnTo>
                    <a:pt x="10304161" y="32796"/>
                  </a:lnTo>
                  <a:lnTo>
                    <a:pt x="10227171" y="48266"/>
                  </a:lnTo>
                  <a:lnTo>
                    <a:pt x="10142008" y="67327"/>
                  </a:lnTo>
                  <a:lnTo>
                    <a:pt x="10051732" y="89984"/>
                  </a:lnTo>
                  <a:lnTo>
                    <a:pt x="9959334" y="116176"/>
                  </a:lnTo>
                  <a:lnTo>
                    <a:pt x="9867438" y="145833"/>
                  </a:lnTo>
                  <a:lnTo>
                    <a:pt x="9778124" y="178915"/>
                  </a:lnTo>
                  <a:lnTo>
                    <a:pt x="9692878" y="215451"/>
                  </a:lnTo>
                  <a:lnTo>
                    <a:pt x="9612622" y="255559"/>
                  </a:lnTo>
                  <a:lnTo>
                    <a:pt x="9537803" y="299459"/>
                  </a:lnTo>
                  <a:lnTo>
                    <a:pt x="9468491" y="347477"/>
                  </a:lnTo>
                  <a:lnTo>
                    <a:pt x="9404486" y="400042"/>
                  </a:lnTo>
                  <a:lnTo>
                    <a:pt x="9345400" y="457678"/>
                  </a:lnTo>
                  <a:lnTo>
                    <a:pt x="9290731" y="520984"/>
                  </a:lnTo>
                  <a:lnTo>
                    <a:pt x="9239912" y="590614"/>
                  </a:lnTo>
                  <a:lnTo>
                    <a:pt x="9192355" y="667223"/>
                  </a:lnTo>
                  <a:lnTo>
                    <a:pt x="9147480" y="751401"/>
                  </a:lnTo>
                  <a:lnTo>
                    <a:pt x="9104743" y="843557"/>
                  </a:lnTo>
                  <a:lnTo>
                    <a:pt x="9084767" y="890856"/>
                  </a:lnTo>
                  <a:lnTo>
                    <a:pt x="9056172" y="963313"/>
                  </a:lnTo>
                  <a:lnTo>
                    <a:pt x="9028160" y="1039811"/>
                  </a:lnTo>
                  <a:lnTo>
                    <a:pt x="9000612" y="1120429"/>
                  </a:lnTo>
                  <a:lnTo>
                    <a:pt x="8973423" y="1205212"/>
                  </a:lnTo>
                  <a:lnTo>
                    <a:pt x="8946507" y="1294163"/>
                  </a:lnTo>
                  <a:lnTo>
                    <a:pt x="8919789" y="1387246"/>
                  </a:lnTo>
                  <a:lnTo>
                    <a:pt x="8893208" y="1484375"/>
                  </a:lnTo>
                  <a:lnTo>
                    <a:pt x="8866715" y="1585421"/>
                  </a:lnTo>
                  <a:lnTo>
                    <a:pt x="8840270" y="1690202"/>
                  </a:lnTo>
                  <a:lnTo>
                    <a:pt x="8813842" y="1798488"/>
                  </a:lnTo>
                  <a:lnTo>
                    <a:pt x="8787409" y="1909999"/>
                  </a:lnTo>
                  <a:lnTo>
                    <a:pt x="8760956" y="2024409"/>
                  </a:lnTo>
                  <a:lnTo>
                    <a:pt x="8734474" y="2141345"/>
                  </a:lnTo>
                  <a:lnTo>
                    <a:pt x="8707962" y="2260397"/>
                  </a:lnTo>
                  <a:lnTo>
                    <a:pt x="8681421" y="2381118"/>
                  </a:lnTo>
                  <a:lnTo>
                    <a:pt x="8654858" y="2503034"/>
                  </a:lnTo>
                  <a:lnTo>
                    <a:pt x="8628281" y="2625651"/>
                  </a:lnTo>
                  <a:lnTo>
                    <a:pt x="8601699" y="2748463"/>
                  </a:lnTo>
                  <a:lnTo>
                    <a:pt x="8575124" y="2870961"/>
                  </a:lnTo>
                  <a:lnTo>
                    <a:pt x="8548566" y="2992639"/>
                  </a:lnTo>
                  <a:lnTo>
                    <a:pt x="8522031" y="3113008"/>
                  </a:lnTo>
                  <a:lnTo>
                    <a:pt x="8495526" y="3231599"/>
                  </a:lnTo>
                  <a:lnTo>
                    <a:pt x="8469052" y="3347975"/>
                  </a:lnTo>
                  <a:lnTo>
                    <a:pt x="8442605" y="3461732"/>
                  </a:lnTo>
                  <a:lnTo>
                    <a:pt x="8416174" y="3572510"/>
                  </a:lnTo>
                  <a:lnTo>
                    <a:pt x="8389744" y="3679992"/>
                  </a:lnTo>
                  <a:lnTo>
                    <a:pt x="8363291" y="3783910"/>
                  </a:lnTo>
                  <a:lnTo>
                    <a:pt x="8336781" y="3884046"/>
                  </a:lnTo>
                  <a:lnTo>
                    <a:pt x="8310174" y="3980231"/>
                  </a:lnTo>
                  <a:lnTo>
                    <a:pt x="8283415" y="4072344"/>
                  </a:lnTo>
                  <a:lnTo>
                    <a:pt x="8256441" y="4160314"/>
                  </a:lnTo>
                  <a:lnTo>
                    <a:pt x="8229176" y="4244112"/>
                  </a:lnTo>
                  <a:lnTo>
                    <a:pt x="8201528" y="4323752"/>
                  </a:lnTo>
                  <a:lnTo>
                    <a:pt x="8173391" y="4399288"/>
                  </a:lnTo>
                  <a:lnTo>
                    <a:pt x="8151487" y="4454284"/>
                  </a:lnTo>
                  <a:lnTo>
                    <a:pt x="8109606" y="4550335"/>
                  </a:lnTo>
                  <a:lnTo>
                    <a:pt x="8065826" y="4638324"/>
                  </a:lnTo>
                  <a:lnTo>
                    <a:pt x="8019632" y="4718515"/>
                  </a:lnTo>
                  <a:lnTo>
                    <a:pt x="7970459" y="4791428"/>
                  </a:lnTo>
                  <a:lnTo>
                    <a:pt x="7917718" y="4857699"/>
                  </a:lnTo>
                  <a:lnTo>
                    <a:pt x="7860829" y="4917989"/>
                  </a:lnTo>
                  <a:lnTo>
                    <a:pt x="7799251" y="4972927"/>
                  </a:lnTo>
                  <a:lnTo>
                    <a:pt x="7732535" y="5023077"/>
                  </a:lnTo>
                  <a:lnTo>
                    <a:pt x="7660381" y="5068915"/>
                  </a:lnTo>
                  <a:lnTo>
                    <a:pt x="7582715" y="5110816"/>
                  </a:lnTo>
                  <a:lnTo>
                    <a:pt x="7499790" y="5149053"/>
                  </a:lnTo>
                  <a:lnTo>
                    <a:pt x="7412288" y="5183791"/>
                  </a:lnTo>
                  <a:lnTo>
                    <a:pt x="7321413" y="5215100"/>
                  </a:lnTo>
                  <a:lnTo>
                    <a:pt x="7228961" y="5242970"/>
                  </a:lnTo>
                  <a:lnTo>
                    <a:pt x="7137306" y="5267340"/>
                  </a:lnTo>
                  <a:lnTo>
                    <a:pt x="7049292" y="5288138"/>
                  </a:lnTo>
                  <a:lnTo>
                    <a:pt x="6967992" y="5305332"/>
                  </a:lnTo>
                  <a:lnTo>
                    <a:pt x="6896347" y="5318977"/>
                  </a:lnTo>
                  <a:lnTo>
                    <a:pt x="6836750" y="5329253"/>
                  </a:lnTo>
                  <a:lnTo>
                    <a:pt x="6790651" y="5336481"/>
                  </a:lnTo>
                  <a:lnTo>
                    <a:pt x="6758276" y="5341114"/>
                  </a:lnTo>
                  <a:lnTo>
                    <a:pt x="6738533" y="5343700"/>
                  </a:lnTo>
                  <a:lnTo>
                    <a:pt x="6729071" y="5344838"/>
                  </a:lnTo>
                  <a:lnTo>
                    <a:pt x="6726441" y="5345130"/>
                  </a:lnTo>
                  <a:lnTo>
                    <a:pt x="6726343" y="5345140"/>
                  </a:lnTo>
                  <a:lnTo>
                    <a:pt x="5254955" y="5345140"/>
                  </a:lnTo>
                  <a:lnTo>
                    <a:pt x="5253725" y="5345121"/>
                  </a:lnTo>
                  <a:lnTo>
                    <a:pt x="5245652" y="5344981"/>
                  </a:lnTo>
                  <a:lnTo>
                    <a:pt x="5225349" y="5344596"/>
                  </a:lnTo>
                  <a:lnTo>
                    <a:pt x="5189173" y="5343837"/>
                  </a:lnTo>
                  <a:lnTo>
                    <a:pt x="5135497" y="5342589"/>
                  </a:lnTo>
                  <a:lnTo>
                    <a:pt x="5064834" y="5340758"/>
                  </a:lnTo>
                  <a:lnTo>
                    <a:pt x="4979619" y="5338284"/>
                  </a:lnTo>
                  <a:lnTo>
                    <a:pt x="4883638" y="5335139"/>
                  </a:lnTo>
                  <a:lnTo>
                    <a:pt x="4781279" y="5331320"/>
                  </a:lnTo>
                  <a:lnTo>
                    <a:pt x="4676806" y="5326841"/>
                  </a:lnTo>
                  <a:lnTo>
                    <a:pt x="4573826" y="5321716"/>
                  </a:lnTo>
                  <a:lnTo>
                    <a:pt x="4475030" y="5315948"/>
                  </a:lnTo>
                  <a:lnTo>
                    <a:pt x="4382150" y="5309523"/>
                  </a:lnTo>
                  <a:lnTo>
                    <a:pt x="4296078" y="5302402"/>
                  </a:lnTo>
                  <a:lnTo>
                    <a:pt x="4217041" y="5294521"/>
                  </a:lnTo>
                  <a:lnTo>
                    <a:pt x="4144793" y="5285792"/>
                  </a:lnTo>
                  <a:lnTo>
                    <a:pt x="4078776" y="5276105"/>
                  </a:lnTo>
                  <a:lnTo>
                    <a:pt x="4018250" y="5265330"/>
                  </a:lnTo>
                  <a:lnTo>
                    <a:pt x="3962386" y="5253329"/>
                  </a:lnTo>
                  <a:lnTo>
                    <a:pt x="3910338" y="5239966"/>
                  </a:lnTo>
                  <a:lnTo>
                    <a:pt x="3861294" y="5225134"/>
                  </a:lnTo>
                  <a:lnTo>
                    <a:pt x="3829811" y="5214372"/>
                  </a:lnTo>
                  <a:lnTo>
                    <a:pt x="3777220" y="5194167"/>
                  </a:lnTo>
                  <a:lnTo>
                    <a:pt x="3726291" y="5171887"/>
                  </a:lnTo>
                  <a:lnTo>
                    <a:pt x="3676391" y="5147503"/>
                  </a:lnTo>
                  <a:lnTo>
                    <a:pt x="3627059" y="5121057"/>
                  </a:lnTo>
                  <a:lnTo>
                    <a:pt x="3577974" y="5092673"/>
                  </a:lnTo>
                  <a:lnTo>
                    <a:pt x="3528929" y="5062558"/>
                  </a:lnTo>
                  <a:lnTo>
                    <a:pt x="3479815" y="5031008"/>
                  </a:lnTo>
                  <a:lnTo>
                    <a:pt x="3430598" y="4998389"/>
                  </a:lnTo>
                  <a:lnTo>
                    <a:pt x="3381301" y="4965131"/>
                  </a:lnTo>
                  <a:lnTo>
                    <a:pt x="3331980" y="4931697"/>
                  </a:lnTo>
                  <a:lnTo>
                    <a:pt x="3282700" y="4898564"/>
                  </a:lnTo>
                  <a:lnTo>
                    <a:pt x="3233511" y="4866189"/>
                  </a:lnTo>
                  <a:lnTo>
                    <a:pt x="3184421" y="4834986"/>
                  </a:lnTo>
                  <a:lnTo>
                    <a:pt x="3135379" y="4805305"/>
                  </a:lnTo>
                  <a:lnTo>
                    <a:pt x="3086253" y="4777417"/>
                  </a:lnTo>
                  <a:lnTo>
                    <a:pt x="3036807" y="4751508"/>
                  </a:lnTo>
                  <a:lnTo>
                    <a:pt x="2986686" y="4727681"/>
                  </a:lnTo>
                  <a:lnTo>
                    <a:pt x="2935386" y="4705956"/>
                  </a:lnTo>
                  <a:lnTo>
                    <a:pt x="2896531" y="4691301"/>
                  </a:lnTo>
                  <a:lnTo>
                    <a:pt x="2849084" y="4675458"/>
                  </a:lnTo>
                  <a:lnTo>
                    <a:pt x="2799130" y="4661121"/>
                  </a:lnTo>
                  <a:lnTo>
                    <a:pt x="2745911" y="4648223"/>
                  </a:lnTo>
                  <a:lnTo>
                    <a:pt x="2688596" y="4636644"/>
                  </a:lnTo>
                  <a:lnTo>
                    <a:pt x="2626340" y="4626245"/>
                  </a:lnTo>
                  <a:lnTo>
                    <a:pt x="2558333" y="4616888"/>
                  </a:lnTo>
                  <a:lnTo>
                    <a:pt x="2483885" y="4608452"/>
                  </a:lnTo>
                  <a:lnTo>
                    <a:pt x="2402525" y="4600831"/>
                  </a:lnTo>
                  <a:lnTo>
                    <a:pt x="2314143" y="4593946"/>
                  </a:lnTo>
                  <a:lnTo>
                    <a:pt x="2219167" y="4587742"/>
                  </a:lnTo>
                  <a:lnTo>
                    <a:pt x="2118746" y="4582188"/>
                  </a:lnTo>
                  <a:lnTo>
                    <a:pt x="2014926" y="4577276"/>
                  </a:lnTo>
                  <a:lnTo>
                    <a:pt x="1910714" y="4573014"/>
                  </a:lnTo>
                  <a:lnTo>
                    <a:pt x="1809977" y="4569417"/>
                  </a:lnTo>
                  <a:lnTo>
                    <a:pt x="1717090" y="4566495"/>
                  </a:lnTo>
                  <a:lnTo>
                    <a:pt x="1636329" y="4564239"/>
                  </a:lnTo>
                  <a:lnTo>
                    <a:pt x="1571111" y="4562610"/>
                  </a:lnTo>
                  <a:lnTo>
                    <a:pt x="1523280" y="4561536"/>
                  </a:lnTo>
                  <a:lnTo>
                    <a:pt x="1492648" y="4560914"/>
                  </a:lnTo>
                  <a:lnTo>
                    <a:pt x="1476893" y="4560624"/>
                  </a:lnTo>
                  <a:lnTo>
                    <a:pt x="1471762" y="4560538"/>
                  </a:lnTo>
                  <a:lnTo>
                    <a:pt x="1471387" y="4560533"/>
                  </a:lnTo>
                  <a:lnTo>
                    <a:pt x="0" y="456053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69" name="pg869"/>
            <p:cNvSpPr/>
            <p:nvPr/>
          </p:nvSpPr>
          <p:spPr>
            <a:xfrm>
              <a:off x="4799595" y="5535534"/>
              <a:ext cx="11981298" cy="3122085"/>
            </a:xfrm>
            <a:custGeom>
              <a:avLst/>
              <a:pathLst>
                <a:path w="11981298" h="3122085">
                  <a:moveTo>
                    <a:pt x="0" y="2296612"/>
                  </a:moveTo>
                  <a:lnTo>
                    <a:pt x="1471387" y="2296612"/>
                  </a:lnTo>
                  <a:lnTo>
                    <a:pt x="1472616" y="2296633"/>
                  </a:lnTo>
                  <a:lnTo>
                    <a:pt x="1480684" y="2296779"/>
                  </a:lnTo>
                  <a:lnTo>
                    <a:pt x="1500974" y="2297185"/>
                  </a:lnTo>
                  <a:lnTo>
                    <a:pt x="1537129" y="2297982"/>
                  </a:lnTo>
                  <a:lnTo>
                    <a:pt x="1590776" y="2299295"/>
                  </a:lnTo>
                  <a:lnTo>
                    <a:pt x="1661403" y="2301219"/>
                  </a:lnTo>
                  <a:lnTo>
                    <a:pt x="1746581" y="2303821"/>
                  </a:lnTo>
                  <a:lnTo>
                    <a:pt x="1842526" y="2307128"/>
                  </a:lnTo>
                  <a:lnTo>
                    <a:pt x="1944854" y="2311143"/>
                  </a:lnTo>
                  <a:lnTo>
                    <a:pt x="2049304" y="2315853"/>
                  </a:lnTo>
                  <a:lnTo>
                    <a:pt x="2152267" y="2321242"/>
                  </a:lnTo>
                  <a:lnTo>
                    <a:pt x="2251055" y="2327307"/>
                  </a:lnTo>
                  <a:lnTo>
                    <a:pt x="2343932" y="2334064"/>
                  </a:lnTo>
                  <a:lnTo>
                    <a:pt x="2430006" y="2341552"/>
                  </a:lnTo>
                  <a:lnTo>
                    <a:pt x="2509048" y="2349839"/>
                  </a:lnTo>
                  <a:lnTo>
                    <a:pt x="2581303" y="2359017"/>
                  </a:lnTo>
                  <a:lnTo>
                    <a:pt x="2647327" y="2369203"/>
                  </a:lnTo>
                  <a:lnTo>
                    <a:pt x="2707859" y="2380531"/>
                  </a:lnTo>
                  <a:lnTo>
                    <a:pt x="2763728" y="2393149"/>
                  </a:lnTo>
                  <a:lnTo>
                    <a:pt x="2815779" y="2407199"/>
                  </a:lnTo>
                  <a:lnTo>
                    <a:pt x="2864824" y="2422792"/>
                  </a:lnTo>
                  <a:lnTo>
                    <a:pt x="2896531" y="2434191"/>
                  </a:lnTo>
                  <a:lnTo>
                    <a:pt x="2948797" y="2455308"/>
                  </a:lnTo>
                  <a:lnTo>
                    <a:pt x="2999418" y="2478581"/>
                  </a:lnTo>
                  <a:lnTo>
                    <a:pt x="3049016" y="2504039"/>
                  </a:lnTo>
                  <a:lnTo>
                    <a:pt x="3098046" y="2531641"/>
                  </a:lnTo>
                  <a:lnTo>
                    <a:pt x="3146827" y="2561261"/>
                  </a:lnTo>
                  <a:lnTo>
                    <a:pt x="3195562" y="2592687"/>
                  </a:lnTo>
                  <a:lnTo>
                    <a:pt x="3244364" y="2625618"/>
                  </a:lnTo>
                  <a:lnTo>
                    <a:pt x="3293267" y="2659677"/>
                  </a:lnTo>
                  <a:lnTo>
                    <a:pt x="3342250" y="2694424"/>
                  </a:lnTo>
                  <a:lnTo>
                    <a:pt x="3391261" y="2729381"/>
                  </a:lnTo>
                  <a:lnTo>
                    <a:pt x="3440236" y="2764057"/>
                  </a:lnTo>
                  <a:lnTo>
                    <a:pt x="3489124" y="2797977"/>
                  </a:lnTo>
                  <a:lnTo>
                    <a:pt x="3537912" y="2830710"/>
                  </a:lnTo>
                  <a:lnTo>
                    <a:pt x="3586646" y="2861888"/>
                  </a:lnTo>
                  <a:lnTo>
                    <a:pt x="3635447" y="2891224"/>
                  </a:lnTo>
                  <a:lnTo>
                    <a:pt x="3684538" y="2918518"/>
                  </a:lnTo>
                  <a:lnTo>
                    <a:pt x="3734253" y="2943658"/>
                  </a:lnTo>
                  <a:lnTo>
                    <a:pt x="3785071" y="2966611"/>
                  </a:lnTo>
                  <a:lnTo>
                    <a:pt x="3829811" y="2984506"/>
                  </a:lnTo>
                  <a:lnTo>
                    <a:pt x="3877247" y="3001170"/>
                  </a:lnTo>
                  <a:lnTo>
                    <a:pt x="3927189" y="3016251"/>
                  </a:lnTo>
                  <a:lnTo>
                    <a:pt x="3980395" y="3029818"/>
                  </a:lnTo>
                  <a:lnTo>
                    <a:pt x="4037693" y="3041999"/>
                  </a:lnTo>
                  <a:lnTo>
                    <a:pt x="4099930" y="3052939"/>
                  </a:lnTo>
                  <a:lnTo>
                    <a:pt x="4167914" y="3062781"/>
                  </a:lnTo>
                  <a:lnTo>
                    <a:pt x="4242336" y="3071656"/>
                  </a:lnTo>
                  <a:lnTo>
                    <a:pt x="4323666" y="3079674"/>
                  </a:lnTo>
                  <a:lnTo>
                    <a:pt x="4412014" y="3086917"/>
                  </a:lnTo>
                  <a:lnTo>
                    <a:pt x="4506957" y="3093445"/>
                  </a:lnTo>
                  <a:lnTo>
                    <a:pt x="4607344" y="3099288"/>
                  </a:lnTo>
                  <a:lnTo>
                    <a:pt x="4711136" y="3104457"/>
                  </a:lnTo>
                  <a:lnTo>
                    <a:pt x="4815330" y="3108942"/>
                  </a:lnTo>
                  <a:lnTo>
                    <a:pt x="4916061" y="3112727"/>
                  </a:lnTo>
                  <a:lnTo>
                    <a:pt x="5008959" y="3115802"/>
                  </a:lnTo>
                  <a:lnTo>
                    <a:pt x="5089751" y="3118178"/>
                  </a:lnTo>
                  <a:lnTo>
                    <a:pt x="5155016" y="3119894"/>
                  </a:lnTo>
                  <a:lnTo>
                    <a:pt x="5202905" y="3121026"/>
                  </a:lnTo>
                  <a:lnTo>
                    <a:pt x="5233598" y="3121681"/>
                  </a:lnTo>
                  <a:lnTo>
                    <a:pt x="5249407" y="3121987"/>
                  </a:lnTo>
                  <a:lnTo>
                    <a:pt x="5254572" y="3122079"/>
                  </a:lnTo>
                  <a:lnTo>
                    <a:pt x="5254955" y="3122085"/>
                  </a:lnTo>
                  <a:lnTo>
                    <a:pt x="6726343" y="3122085"/>
                  </a:lnTo>
                  <a:lnTo>
                    <a:pt x="6727472" y="3122014"/>
                  </a:lnTo>
                  <a:lnTo>
                    <a:pt x="6734898" y="3121507"/>
                  </a:lnTo>
                  <a:lnTo>
                    <a:pt x="6753621" y="3120106"/>
                  </a:lnTo>
                  <a:lnTo>
                    <a:pt x="6787108" y="3117347"/>
                  </a:lnTo>
                  <a:lnTo>
                    <a:pt x="6837044" y="3112801"/>
                  </a:lnTo>
                  <a:lnTo>
                    <a:pt x="6903206" y="3106117"/>
                  </a:lnTo>
                  <a:lnTo>
                    <a:pt x="6983610" y="3097053"/>
                  </a:lnTo>
                  <a:lnTo>
                    <a:pt x="7074961" y="3085485"/>
                  </a:lnTo>
                  <a:lnTo>
                    <a:pt x="7173289" y="3071392"/>
                  </a:lnTo>
                  <a:lnTo>
                    <a:pt x="7274603" y="3054811"/>
                  </a:lnTo>
                  <a:lnTo>
                    <a:pt x="7375396" y="3035797"/>
                  </a:lnTo>
                  <a:lnTo>
                    <a:pt x="7472937" y="3014380"/>
                  </a:lnTo>
                  <a:lnTo>
                    <a:pt x="7565356" y="2990528"/>
                  </a:lnTo>
                  <a:lnTo>
                    <a:pt x="7651578" y="2964135"/>
                  </a:lnTo>
                  <a:lnTo>
                    <a:pt x="7731182" y="2935004"/>
                  </a:lnTo>
                  <a:lnTo>
                    <a:pt x="7804235" y="2902852"/>
                  </a:lnTo>
                  <a:lnTo>
                    <a:pt x="7871138" y="2867311"/>
                  </a:lnTo>
                  <a:lnTo>
                    <a:pt x="7932504" y="2827939"/>
                  </a:lnTo>
                  <a:lnTo>
                    <a:pt x="7989062" y="2784243"/>
                  </a:lnTo>
                  <a:lnTo>
                    <a:pt x="8041587" y="2735718"/>
                  </a:lnTo>
                  <a:lnTo>
                    <a:pt x="8090846" y="2681901"/>
                  </a:lnTo>
                  <a:lnTo>
                    <a:pt x="8137556" y="2622482"/>
                  </a:lnTo>
                  <a:lnTo>
                    <a:pt x="8151487" y="2603099"/>
                  </a:lnTo>
                  <a:lnTo>
                    <a:pt x="8187758" y="2548995"/>
                  </a:lnTo>
                  <a:lnTo>
                    <a:pt x="8223139" y="2491058"/>
                  </a:lnTo>
                  <a:lnTo>
                    <a:pt x="8257864" y="2429212"/>
                  </a:lnTo>
                  <a:lnTo>
                    <a:pt x="8292122" y="2363434"/>
                  </a:lnTo>
                  <a:lnTo>
                    <a:pt x="8326068" y="2293770"/>
                  </a:lnTo>
                  <a:lnTo>
                    <a:pt x="8359822" y="2220331"/>
                  </a:lnTo>
                  <a:lnTo>
                    <a:pt x="8393476" y="2143305"/>
                  </a:lnTo>
                  <a:lnTo>
                    <a:pt x="8427097" y="2062955"/>
                  </a:lnTo>
                  <a:lnTo>
                    <a:pt x="8460731" y="1979617"/>
                  </a:lnTo>
                  <a:lnTo>
                    <a:pt x="8494405" y="1893701"/>
                  </a:lnTo>
                  <a:lnTo>
                    <a:pt x="8528127" y="1805681"/>
                  </a:lnTo>
                  <a:lnTo>
                    <a:pt x="8561895" y="1716085"/>
                  </a:lnTo>
                  <a:lnTo>
                    <a:pt x="8595696" y="1625486"/>
                  </a:lnTo>
                  <a:lnTo>
                    <a:pt x="8629512" y="1534483"/>
                  </a:lnTo>
                  <a:lnTo>
                    <a:pt x="8663320" y="1443685"/>
                  </a:lnTo>
                  <a:lnTo>
                    <a:pt x="8697101" y="1353697"/>
                  </a:lnTo>
                  <a:lnTo>
                    <a:pt x="8730839" y="1265102"/>
                  </a:lnTo>
                  <a:lnTo>
                    <a:pt x="8764528" y="1178443"/>
                  </a:lnTo>
                  <a:lnTo>
                    <a:pt x="8798172" y="1094215"/>
                  </a:lnTo>
                  <a:lnTo>
                    <a:pt x="8831794" y="1012848"/>
                  </a:lnTo>
                  <a:lnTo>
                    <a:pt x="8865431" y="934703"/>
                  </a:lnTo>
                  <a:lnTo>
                    <a:pt x="8899143" y="860069"/>
                  </a:lnTo>
                  <a:lnTo>
                    <a:pt x="8933014" y="789155"/>
                  </a:lnTo>
                  <a:lnTo>
                    <a:pt x="8967156" y="722100"/>
                  </a:lnTo>
                  <a:lnTo>
                    <a:pt x="9001710" y="658969"/>
                  </a:lnTo>
                  <a:lnTo>
                    <a:pt x="9036853" y="599761"/>
                  </a:lnTo>
                  <a:lnTo>
                    <a:pt x="9072805" y="544417"/>
                  </a:lnTo>
                  <a:lnTo>
                    <a:pt x="9084767" y="527158"/>
                  </a:lnTo>
                  <a:lnTo>
                    <a:pt x="9130824" y="465998"/>
                  </a:lnTo>
                  <a:lnTo>
                    <a:pt x="9179228" y="410484"/>
                  </a:lnTo>
                  <a:lnTo>
                    <a:pt x="9230669" y="360378"/>
                  </a:lnTo>
                  <a:lnTo>
                    <a:pt x="9285906" y="315253"/>
                  </a:lnTo>
                  <a:lnTo>
                    <a:pt x="9345715" y="274607"/>
                  </a:lnTo>
                  <a:lnTo>
                    <a:pt x="9410846" y="237939"/>
                  </a:lnTo>
                  <a:lnTo>
                    <a:pt x="9481956" y="204789"/>
                  </a:lnTo>
                  <a:lnTo>
                    <a:pt x="9559522" y="174765"/>
                  </a:lnTo>
                  <a:lnTo>
                    <a:pt x="9643731" y="147556"/>
                  </a:lnTo>
                  <a:lnTo>
                    <a:pt x="9734328" y="122939"/>
                  </a:lnTo>
                  <a:lnTo>
                    <a:pt x="9830456" y="100781"/>
                  </a:lnTo>
                  <a:lnTo>
                    <a:pt x="9930501" y="81028"/>
                  </a:lnTo>
                  <a:lnTo>
                    <a:pt x="10031996" y="63695"/>
                  </a:lnTo>
                  <a:lnTo>
                    <a:pt x="10131651" y="48832"/>
                  </a:lnTo>
                  <a:lnTo>
                    <a:pt x="10225580" y="36487"/>
                  </a:lnTo>
                  <a:lnTo>
                    <a:pt x="10309740" y="26662"/>
                  </a:lnTo>
                  <a:lnTo>
                    <a:pt x="10380559" y="19267"/>
                  </a:lnTo>
                  <a:lnTo>
                    <a:pt x="10435589" y="14098"/>
                  </a:lnTo>
                  <a:lnTo>
                    <a:pt x="10474035" y="10833"/>
                  </a:lnTo>
                  <a:lnTo>
                    <a:pt x="10497001" y="9064"/>
                  </a:lnTo>
                  <a:lnTo>
                    <a:pt x="10507431" y="8332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8781" y="71"/>
                  </a:lnTo>
                  <a:lnTo>
                    <a:pt x="10501356" y="578"/>
                  </a:lnTo>
                  <a:lnTo>
                    <a:pt x="10482632" y="1979"/>
                  </a:lnTo>
                  <a:lnTo>
                    <a:pt x="10449145" y="4737"/>
                  </a:lnTo>
                  <a:lnTo>
                    <a:pt x="10399209" y="9283"/>
                  </a:lnTo>
                  <a:lnTo>
                    <a:pt x="10333047" y="15967"/>
                  </a:lnTo>
                  <a:lnTo>
                    <a:pt x="10252643" y="25031"/>
                  </a:lnTo>
                  <a:lnTo>
                    <a:pt x="10161292" y="36599"/>
                  </a:lnTo>
                  <a:lnTo>
                    <a:pt x="10062964" y="50693"/>
                  </a:lnTo>
                  <a:lnTo>
                    <a:pt x="9961650" y="67274"/>
                  </a:lnTo>
                  <a:lnTo>
                    <a:pt x="9860857" y="86287"/>
                  </a:lnTo>
                  <a:lnTo>
                    <a:pt x="9763316" y="107705"/>
                  </a:lnTo>
                  <a:lnTo>
                    <a:pt x="9670897" y="131556"/>
                  </a:lnTo>
                  <a:lnTo>
                    <a:pt x="9584675" y="157950"/>
                  </a:lnTo>
                  <a:lnTo>
                    <a:pt x="9505071" y="187080"/>
                  </a:lnTo>
                  <a:lnTo>
                    <a:pt x="9432019" y="219232"/>
                  </a:lnTo>
                  <a:lnTo>
                    <a:pt x="9365115" y="254774"/>
                  </a:lnTo>
                  <a:lnTo>
                    <a:pt x="9303749" y="294146"/>
                  </a:lnTo>
                  <a:lnTo>
                    <a:pt x="9247191" y="337841"/>
                  </a:lnTo>
                  <a:lnTo>
                    <a:pt x="9194667" y="386367"/>
                  </a:lnTo>
                  <a:lnTo>
                    <a:pt x="9145408" y="440183"/>
                  </a:lnTo>
                  <a:lnTo>
                    <a:pt x="9098697" y="499603"/>
                  </a:lnTo>
                  <a:lnTo>
                    <a:pt x="9084767" y="518985"/>
                  </a:lnTo>
                  <a:lnTo>
                    <a:pt x="9048496" y="573090"/>
                  </a:lnTo>
                  <a:lnTo>
                    <a:pt x="9013115" y="631026"/>
                  </a:lnTo>
                  <a:lnTo>
                    <a:pt x="8978390" y="692873"/>
                  </a:lnTo>
                  <a:lnTo>
                    <a:pt x="8944131" y="758650"/>
                  </a:lnTo>
                  <a:lnTo>
                    <a:pt x="8910185" y="828314"/>
                  </a:lnTo>
                  <a:lnTo>
                    <a:pt x="8876431" y="901753"/>
                  </a:lnTo>
                  <a:lnTo>
                    <a:pt x="8842777" y="978779"/>
                  </a:lnTo>
                  <a:lnTo>
                    <a:pt x="8809156" y="1059130"/>
                  </a:lnTo>
                  <a:lnTo>
                    <a:pt x="8775522" y="1142468"/>
                  </a:lnTo>
                  <a:lnTo>
                    <a:pt x="8741849" y="1228384"/>
                  </a:lnTo>
                  <a:lnTo>
                    <a:pt x="8708126" y="1316404"/>
                  </a:lnTo>
                  <a:lnTo>
                    <a:pt x="8674358" y="1405999"/>
                  </a:lnTo>
                  <a:lnTo>
                    <a:pt x="8640557" y="1496598"/>
                  </a:lnTo>
                  <a:lnTo>
                    <a:pt x="8606742" y="1587602"/>
                  </a:lnTo>
                  <a:lnTo>
                    <a:pt x="8572933" y="1678400"/>
                  </a:lnTo>
                  <a:lnTo>
                    <a:pt x="8539153" y="1768387"/>
                  </a:lnTo>
                  <a:lnTo>
                    <a:pt x="8505415" y="1856983"/>
                  </a:lnTo>
                  <a:lnTo>
                    <a:pt x="8471726" y="1943641"/>
                  </a:lnTo>
                  <a:lnTo>
                    <a:pt x="8438081" y="2027869"/>
                  </a:lnTo>
                  <a:lnTo>
                    <a:pt x="8404459" y="2109237"/>
                  </a:lnTo>
                  <a:lnTo>
                    <a:pt x="8370822" y="2187381"/>
                  </a:lnTo>
                  <a:lnTo>
                    <a:pt x="8337110" y="2262016"/>
                  </a:lnTo>
                  <a:lnTo>
                    <a:pt x="8303239" y="2332929"/>
                  </a:lnTo>
                  <a:lnTo>
                    <a:pt x="8269097" y="2399984"/>
                  </a:lnTo>
                  <a:lnTo>
                    <a:pt x="8234544" y="2463115"/>
                  </a:lnTo>
                  <a:lnTo>
                    <a:pt x="8199400" y="2522323"/>
                  </a:lnTo>
                  <a:lnTo>
                    <a:pt x="8163449" y="2577668"/>
                  </a:lnTo>
                  <a:lnTo>
                    <a:pt x="8151487" y="2594926"/>
                  </a:lnTo>
                  <a:lnTo>
                    <a:pt x="8105429" y="2656086"/>
                  </a:lnTo>
                  <a:lnTo>
                    <a:pt x="8057025" y="2711601"/>
                  </a:lnTo>
                  <a:lnTo>
                    <a:pt x="8005584" y="2761707"/>
                  </a:lnTo>
                  <a:lnTo>
                    <a:pt x="7950348" y="2806832"/>
                  </a:lnTo>
                  <a:lnTo>
                    <a:pt x="7890538" y="2847477"/>
                  </a:lnTo>
                  <a:lnTo>
                    <a:pt x="7825407" y="2884145"/>
                  </a:lnTo>
                  <a:lnTo>
                    <a:pt x="7754298" y="2917295"/>
                  </a:lnTo>
                  <a:lnTo>
                    <a:pt x="7676731" y="2947319"/>
                  </a:lnTo>
                  <a:lnTo>
                    <a:pt x="7592522" y="2974528"/>
                  </a:lnTo>
                  <a:lnTo>
                    <a:pt x="7501925" y="2999145"/>
                  </a:lnTo>
                  <a:lnTo>
                    <a:pt x="7405797" y="3021303"/>
                  </a:lnTo>
                  <a:lnTo>
                    <a:pt x="7305752" y="3041056"/>
                  </a:lnTo>
                  <a:lnTo>
                    <a:pt x="7204257" y="3058389"/>
                  </a:lnTo>
                  <a:lnTo>
                    <a:pt x="7104602" y="3073253"/>
                  </a:lnTo>
                  <a:lnTo>
                    <a:pt x="7010673" y="3085597"/>
                  </a:lnTo>
                  <a:lnTo>
                    <a:pt x="6926513" y="3095422"/>
                  </a:lnTo>
                  <a:lnTo>
                    <a:pt x="6855695" y="3102817"/>
                  </a:lnTo>
                  <a:lnTo>
                    <a:pt x="6800665" y="3107986"/>
                  </a:lnTo>
                  <a:lnTo>
                    <a:pt x="6762218" y="3111251"/>
                  </a:lnTo>
                  <a:lnTo>
                    <a:pt x="6739252" y="3113020"/>
                  </a:lnTo>
                  <a:lnTo>
                    <a:pt x="6728823" y="3113752"/>
                  </a:lnTo>
                  <a:lnTo>
                    <a:pt x="6726343" y="3113912"/>
                  </a:lnTo>
                  <a:lnTo>
                    <a:pt x="5254955" y="3113912"/>
                  </a:lnTo>
                  <a:lnTo>
                    <a:pt x="5253726" y="3113891"/>
                  </a:lnTo>
                  <a:lnTo>
                    <a:pt x="5245658" y="3113745"/>
                  </a:lnTo>
                  <a:lnTo>
                    <a:pt x="5225368" y="3113339"/>
                  </a:lnTo>
                  <a:lnTo>
                    <a:pt x="5189213" y="3112541"/>
                  </a:lnTo>
                  <a:lnTo>
                    <a:pt x="5135566" y="3111229"/>
                  </a:lnTo>
                  <a:lnTo>
                    <a:pt x="5064939" y="3109304"/>
                  </a:lnTo>
                  <a:lnTo>
                    <a:pt x="4979761" y="3106703"/>
                  </a:lnTo>
                  <a:lnTo>
                    <a:pt x="4883816" y="3103396"/>
                  </a:lnTo>
                  <a:lnTo>
                    <a:pt x="4781488" y="3099380"/>
                  </a:lnTo>
                  <a:lnTo>
                    <a:pt x="4677038" y="3094671"/>
                  </a:lnTo>
                  <a:lnTo>
                    <a:pt x="4574075" y="3089282"/>
                  </a:lnTo>
                  <a:lnTo>
                    <a:pt x="4475287" y="3083217"/>
                  </a:lnTo>
                  <a:lnTo>
                    <a:pt x="4382410" y="3076460"/>
                  </a:lnTo>
                  <a:lnTo>
                    <a:pt x="4296336" y="3068972"/>
                  </a:lnTo>
                  <a:lnTo>
                    <a:pt x="4217294" y="3060685"/>
                  </a:lnTo>
                  <a:lnTo>
                    <a:pt x="4145039" y="3051507"/>
                  </a:lnTo>
                  <a:lnTo>
                    <a:pt x="4079015" y="3041321"/>
                  </a:lnTo>
                  <a:lnTo>
                    <a:pt x="4018483" y="3029993"/>
                  </a:lnTo>
                  <a:lnTo>
                    <a:pt x="3962614" y="3017375"/>
                  </a:lnTo>
                  <a:lnTo>
                    <a:pt x="3910563" y="3003325"/>
                  </a:lnTo>
                  <a:lnTo>
                    <a:pt x="3861518" y="2987732"/>
                  </a:lnTo>
                  <a:lnTo>
                    <a:pt x="3829811" y="2976333"/>
                  </a:lnTo>
                  <a:lnTo>
                    <a:pt x="3777545" y="2955215"/>
                  </a:lnTo>
                  <a:lnTo>
                    <a:pt x="3726924" y="2931943"/>
                  </a:lnTo>
                  <a:lnTo>
                    <a:pt x="3677326" y="2906485"/>
                  </a:lnTo>
                  <a:lnTo>
                    <a:pt x="3628296" y="2878883"/>
                  </a:lnTo>
                  <a:lnTo>
                    <a:pt x="3579515" y="2849262"/>
                  </a:lnTo>
                  <a:lnTo>
                    <a:pt x="3530780" y="2817837"/>
                  </a:lnTo>
                  <a:lnTo>
                    <a:pt x="3481978" y="2784906"/>
                  </a:lnTo>
                  <a:lnTo>
                    <a:pt x="3433075" y="2750847"/>
                  </a:lnTo>
                  <a:lnTo>
                    <a:pt x="3384092" y="2716100"/>
                  </a:lnTo>
                  <a:lnTo>
                    <a:pt x="3335081" y="2681143"/>
                  </a:lnTo>
                  <a:lnTo>
                    <a:pt x="3286106" y="2646467"/>
                  </a:lnTo>
                  <a:lnTo>
                    <a:pt x="3237218" y="2612547"/>
                  </a:lnTo>
                  <a:lnTo>
                    <a:pt x="3188430" y="2579814"/>
                  </a:lnTo>
                  <a:lnTo>
                    <a:pt x="3139696" y="2548636"/>
                  </a:lnTo>
                  <a:lnTo>
                    <a:pt x="3090895" y="2519300"/>
                  </a:lnTo>
                  <a:lnTo>
                    <a:pt x="3041804" y="2492006"/>
                  </a:lnTo>
                  <a:lnTo>
                    <a:pt x="2992089" y="2466866"/>
                  </a:lnTo>
                  <a:lnTo>
                    <a:pt x="2941271" y="2443913"/>
                  </a:lnTo>
                  <a:lnTo>
                    <a:pt x="2896531" y="2426018"/>
                  </a:lnTo>
                  <a:lnTo>
                    <a:pt x="2849095" y="2409354"/>
                  </a:lnTo>
                  <a:lnTo>
                    <a:pt x="2799153" y="2394273"/>
                  </a:lnTo>
                  <a:lnTo>
                    <a:pt x="2745947" y="2380706"/>
                  </a:lnTo>
                  <a:lnTo>
                    <a:pt x="2688650" y="2368525"/>
                  </a:lnTo>
                  <a:lnTo>
                    <a:pt x="2626412" y="2357585"/>
                  </a:lnTo>
                  <a:lnTo>
                    <a:pt x="2558428" y="2347743"/>
                  </a:lnTo>
                  <a:lnTo>
                    <a:pt x="2484007" y="2338867"/>
                  </a:lnTo>
                  <a:lnTo>
                    <a:pt x="2402676" y="2330850"/>
                  </a:lnTo>
                  <a:lnTo>
                    <a:pt x="2314328" y="2323607"/>
                  </a:lnTo>
                  <a:lnTo>
                    <a:pt x="2219385" y="2317079"/>
                  </a:lnTo>
                  <a:lnTo>
                    <a:pt x="2118998" y="2311236"/>
                  </a:lnTo>
                  <a:lnTo>
                    <a:pt x="2015206" y="2306067"/>
                  </a:lnTo>
                  <a:lnTo>
                    <a:pt x="1911013" y="2301582"/>
                  </a:lnTo>
                  <a:lnTo>
                    <a:pt x="1810281" y="2297797"/>
                  </a:lnTo>
                  <a:lnTo>
                    <a:pt x="1717383" y="2294722"/>
                  </a:lnTo>
                  <a:lnTo>
                    <a:pt x="1636591" y="2292346"/>
                  </a:lnTo>
                  <a:lnTo>
                    <a:pt x="1571326" y="2290630"/>
                  </a:lnTo>
                  <a:lnTo>
                    <a:pt x="1523437" y="2289498"/>
                  </a:lnTo>
                  <a:lnTo>
                    <a:pt x="1492744" y="2288843"/>
                  </a:lnTo>
                  <a:lnTo>
                    <a:pt x="1476935" y="2288536"/>
                  </a:lnTo>
                  <a:lnTo>
                    <a:pt x="1471770" y="2288445"/>
                  </a:lnTo>
                  <a:lnTo>
                    <a:pt x="1471387" y="2288439"/>
                  </a:lnTo>
                  <a:lnTo>
                    <a:pt x="0" y="2288439"/>
                  </a:lnTo>
                  <a:close/>
                </a:path>
              </a:pathLst>
            </a:custGeom>
            <a:solidFill>
              <a:srgbClr val="F28E5B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870" name="pl870"/>
            <p:cNvSpPr/>
            <p:nvPr/>
          </p:nvSpPr>
          <p:spPr>
            <a:xfrm>
              <a:off x="4799595" y="5543707"/>
              <a:ext cx="11981298" cy="3113912"/>
            </a:xfrm>
            <a:custGeom>
              <a:avLst/>
              <a:pathLst>
                <a:path w="11981298" h="3113912">
                  <a:moveTo>
                    <a:pt x="0" y="2288439"/>
                  </a:moveTo>
                  <a:lnTo>
                    <a:pt x="1471387" y="2288439"/>
                  </a:lnTo>
                  <a:lnTo>
                    <a:pt x="1472616" y="2288460"/>
                  </a:lnTo>
                  <a:lnTo>
                    <a:pt x="1480684" y="2288606"/>
                  </a:lnTo>
                  <a:lnTo>
                    <a:pt x="1500974" y="2289012"/>
                  </a:lnTo>
                  <a:lnTo>
                    <a:pt x="1537129" y="2289809"/>
                  </a:lnTo>
                  <a:lnTo>
                    <a:pt x="1590776" y="2291122"/>
                  </a:lnTo>
                  <a:lnTo>
                    <a:pt x="1661403" y="2293046"/>
                  </a:lnTo>
                  <a:lnTo>
                    <a:pt x="1746581" y="2295648"/>
                  </a:lnTo>
                  <a:lnTo>
                    <a:pt x="1842526" y="2298955"/>
                  </a:lnTo>
                  <a:lnTo>
                    <a:pt x="1944854" y="2302970"/>
                  </a:lnTo>
                  <a:lnTo>
                    <a:pt x="2049304" y="2307680"/>
                  </a:lnTo>
                  <a:lnTo>
                    <a:pt x="2152267" y="2313069"/>
                  </a:lnTo>
                  <a:lnTo>
                    <a:pt x="2251055" y="2319134"/>
                  </a:lnTo>
                  <a:lnTo>
                    <a:pt x="2343932" y="2325891"/>
                  </a:lnTo>
                  <a:lnTo>
                    <a:pt x="2430006" y="2333379"/>
                  </a:lnTo>
                  <a:lnTo>
                    <a:pt x="2509048" y="2341666"/>
                  </a:lnTo>
                  <a:lnTo>
                    <a:pt x="2581303" y="2350844"/>
                  </a:lnTo>
                  <a:lnTo>
                    <a:pt x="2647327" y="2361030"/>
                  </a:lnTo>
                  <a:lnTo>
                    <a:pt x="2707859" y="2372358"/>
                  </a:lnTo>
                  <a:lnTo>
                    <a:pt x="2763728" y="2384976"/>
                  </a:lnTo>
                  <a:lnTo>
                    <a:pt x="2815779" y="2399026"/>
                  </a:lnTo>
                  <a:lnTo>
                    <a:pt x="2864824" y="2414619"/>
                  </a:lnTo>
                  <a:lnTo>
                    <a:pt x="2896531" y="2426018"/>
                  </a:lnTo>
                  <a:lnTo>
                    <a:pt x="2948797" y="2447135"/>
                  </a:lnTo>
                  <a:lnTo>
                    <a:pt x="2999418" y="2470408"/>
                  </a:lnTo>
                  <a:lnTo>
                    <a:pt x="3049016" y="2495866"/>
                  </a:lnTo>
                  <a:lnTo>
                    <a:pt x="3098046" y="2523468"/>
                  </a:lnTo>
                  <a:lnTo>
                    <a:pt x="3146827" y="2553088"/>
                  </a:lnTo>
                  <a:lnTo>
                    <a:pt x="3195562" y="2584514"/>
                  </a:lnTo>
                  <a:lnTo>
                    <a:pt x="3244364" y="2617445"/>
                  </a:lnTo>
                  <a:lnTo>
                    <a:pt x="3293267" y="2651504"/>
                  </a:lnTo>
                  <a:lnTo>
                    <a:pt x="3342250" y="2686251"/>
                  </a:lnTo>
                  <a:lnTo>
                    <a:pt x="3391261" y="2721208"/>
                  </a:lnTo>
                  <a:lnTo>
                    <a:pt x="3440236" y="2755884"/>
                  </a:lnTo>
                  <a:lnTo>
                    <a:pt x="3489124" y="2789804"/>
                  </a:lnTo>
                  <a:lnTo>
                    <a:pt x="3537912" y="2822537"/>
                  </a:lnTo>
                  <a:lnTo>
                    <a:pt x="3586646" y="2853715"/>
                  </a:lnTo>
                  <a:lnTo>
                    <a:pt x="3635447" y="2883051"/>
                  </a:lnTo>
                  <a:lnTo>
                    <a:pt x="3684538" y="2910345"/>
                  </a:lnTo>
                  <a:lnTo>
                    <a:pt x="3734253" y="2935485"/>
                  </a:lnTo>
                  <a:lnTo>
                    <a:pt x="3785071" y="2958438"/>
                  </a:lnTo>
                  <a:lnTo>
                    <a:pt x="3829811" y="2976333"/>
                  </a:lnTo>
                  <a:lnTo>
                    <a:pt x="3877247" y="2992997"/>
                  </a:lnTo>
                  <a:lnTo>
                    <a:pt x="3927189" y="3008078"/>
                  </a:lnTo>
                  <a:lnTo>
                    <a:pt x="3980395" y="3021645"/>
                  </a:lnTo>
                  <a:lnTo>
                    <a:pt x="4037693" y="3033826"/>
                  </a:lnTo>
                  <a:lnTo>
                    <a:pt x="4099930" y="3044766"/>
                  </a:lnTo>
                  <a:lnTo>
                    <a:pt x="4167914" y="3054608"/>
                  </a:lnTo>
                  <a:lnTo>
                    <a:pt x="4242336" y="3063483"/>
                  </a:lnTo>
                  <a:lnTo>
                    <a:pt x="4323666" y="3071501"/>
                  </a:lnTo>
                  <a:lnTo>
                    <a:pt x="4412014" y="3078744"/>
                  </a:lnTo>
                  <a:lnTo>
                    <a:pt x="4506957" y="3085272"/>
                  </a:lnTo>
                  <a:lnTo>
                    <a:pt x="4607344" y="3091115"/>
                  </a:lnTo>
                  <a:lnTo>
                    <a:pt x="4711136" y="3096284"/>
                  </a:lnTo>
                  <a:lnTo>
                    <a:pt x="4815330" y="3100769"/>
                  </a:lnTo>
                  <a:lnTo>
                    <a:pt x="4916061" y="3104554"/>
                  </a:lnTo>
                  <a:lnTo>
                    <a:pt x="5008959" y="3107629"/>
                  </a:lnTo>
                  <a:lnTo>
                    <a:pt x="5089751" y="3110005"/>
                  </a:lnTo>
                  <a:lnTo>
                    <a:pt x="5155016" y="3111721"/>
                  </a:lnTo>
                  <a:lnTo>
                    <a:pt x="5202905" y="3112853"/>
                  </a:lnTo>
                  <a:lnTo>
                    <a:pt x="5233598" y="3113508"/>
                  </a:lnTo>
                  <a:lnTo>
                    <a:pt x="5249407" y="3113814"/>
                  </a:lnTo>
                  <a:lnTo>
                    <a:pt x="5254572" y="3113906"/>
                  </a:lnTo>
                  <a:lnTo>
                    <a:pt x="5254955" y="3113912"/>
                  </a:lnTo>
                  <a:lnTo>
                    <a:pt x="6726343" y="3113912"/>
                  </a:lnTo>
                  <a:lnTo>
                    <a:pt x="6727472" y="3113841"/>
                  </a:lnTo>
                  <a:lnTo>
                    <a:pt x="6734898" y="3113334"/>
                  </a:lnTo>
                  <a:lnTo>
                    <a:pt x="6753621" y="3111933"/>
                  </a:lnTo>
                  <a:lnTo>
                    <a:pt x="6787108" y="3109174"/>
                  </a:lnTo>
                  <a:lnTo>
                    <a:pt x="6837044" y="3104628"/>
                  </a:lnTo>
                  <a:lnTo>
                    <a:pt x="6903206" y="3097944"/>
                  </a:lnTo>
                  <a:lnTo>
                    <a:pt x="6983610" y="3088880"/>
                  </a:lnTo>
                  <a:lnTo>
                    <a:pt x="7074961" y="3077312"/>
                  </a:lnTo>
                  <a:lnTo>
                    <a:pt x="7173289" y="3063219"/>
                  </a:lnTo>
                  <a:lnTo>
                    <a:pt x="7274603" y="3046638"/>
                  </a:lnTo>
                  <a:lnTo>
                    <a:pt x="7375396" y="3027624"/>
                  </a:lnTo>
                  <a:lnTo>
                    <a:pt x="7472937" y="3006207"/>
                  </a:lnTo>
                  <a:lnTo>
                    <a:pt x="7565356" y="2982355"/>
                  </a:lnTo>
                  <a:lnTo>
                    <a:pt x="7651578" y="2955962"/>
                  </a:lnTo>
                  <a:lnTo>
                    <a:pt x="7731182" y="2926831"/>
                  </a:lnTo>
                  <a:lnTo>
                    <a:pt x="7804235" y="2894679"/>
                  </a:lnTo>
                  <a:lnTo>
                    <a:pt x="7871138" y="2859138"/>
                  </a:lnTo>
                  <a:lnTo>
                    <a:pt x="7932504" y="2819766"/>
                  </a:lnTo>
                  <a:lnTo>
                    <a:pt x="7989062" y="2776070"/>
                  </a:lnTo>
                  <a:lnTo>
                    <a:pt x="8041587" y="2727545"/>
                  </a:lnTo>
                  <a:lnTo>
                    <a:pt x="8090846" y="2673728"/>
                  </a:lnTo>
                  <a:lnTo>
                    <a:pt x="8137556" y="2614309"/>
                  </a:lnTo>
                  <a:lnTo>
                    <a:pt x="8151487" y="2594926"/>
                  </a:lnTo>
                  <a:lnTo>
                    <a:pt x="8187758" y="2540822"/>
                  </a:lnTo>
                  <a:lnTo>
                    <a:pt x="8223139" y="2482885"/>
                  </a:lnTo>
                  <a:lnTo>
                    <a:pt x="8257864" y="2421039"/>
                  </a:lnTo>
                  <a:lnTo>
                    <a:pt x="8292122" y="2355261"/>
                  </a:lnTo>
                  <a:lnTo>
                    <a:pt x="8326068" y="2285597"/>
                  </a:lnTo>
                  <a:lnTo>
                    <a:pt x="8359822" y="2212158"/>
                  </a:lnTo>
                  <a:lnTo>
                    <a:pt x="8393476" y="2135132"/>
                  </a:lnTo>
                  <a:lnTo>
                    <a:pt x="8427097" y="2054782"/>
                  </a:lnTo>
                  <a:lnTo>
                    <a:pt x="8460731" y="1971444"/>
                  </a:lnTo>
                  <a:lnTo>
                    <a:pt x="8494405" y="1885528"/>
                  </a:lnTo>
                  <a:lnTo>
                    <a:pt x="8528127" y="1797508"/>
                  </a:lnTo>
                  <a:lnTo>
                    <a:pt x="8561895" y="1707912"/>
                  </a:lnTo>
                  <a:lnTo>
                    <a:pt x="8595696" y="1617313"/>
                  </a:lnTo>
                  <a:lnTo>
                    <a:pt x="8629512" y="1526310"/>
                  </a:lnTo>
                  <a:lnTo>
                    <a:pt x="8663320" y="1435512"/>
                  </a:lnTo>
                  <a:lnTo>
                    <a:pt x="8697101" y="1345524"/>
                  </a:lnTo>
                  <a:lnTo>
                    <a:pt x="8730839" y="1256929"/>
                  </a:lnTo>
                  <a:lnTo>
                    <a:pt x="8764528" y="1170270"/>
                  </a:lnTo>
                  <a:lnTo>
                    <a:pt x="8798172" y="1086042"/>
                  </a:lnTo>
                  <a:lnTo>
                    <a:pt x="8831794" y="1004675"/>
                  </a:lnTo>
                  <a:lnTo>
                    <a:pt x="8865431" y="926530"/>
                  </a:lnTo>
                  <a:lnTo>
                    <a:pt x="8899143" y="851896"/>
                  </a:lnTo>
                  <a:lnTo>
                    <a:pt x="8933014" y="780982"/>
                  </a:lnTo>
                  <a:lnTo>
                    <a:pt x="8967156" y="713927"/>
                  </a:lnTo>
                  <a:lnTo>
                    <a:pt x="9001710" y="650796"/>
                  </a:lnTo>
                  <a:lnTo>
                    <a:pt x="9036853" y="591588"/>
                  </a:lnTo>
                  <a:lnTo>
                    <a:pt x="9072805" y="536244"/>
                  </a:lnTo>
                  <a:lnTo>
                    <a:pt x="9084767" y="518985"/>
                  </a:lnTo>
                  <a:lnTo>
                    <a:pt x="9130824" y="457825"/>
                  </a:lnTo>
                  <a:lnTo>
                    <a:pt x="9179228" y="402311"/>
                  </a:lnTo>
                  <a:lnTo>
                    <a:pt x="9230669" y="352205"/>
                  </a:lnTo>
                  <a:lnTo>
                    <a:pt x="9285906" y="307080"/>
                  </a:lnTo>
                  <a:lnTo>
                    <a:pt x="9345715" y="266434"/>
                  </a:lnTo>
                  <a:lnTo>
                    <a:pt x="9410846" y="229766"/>
                  </a:lnTo>
                  <a:lnTo>
                    <a:pt x="9481956" y="196616"/>
                  </a:lnTo>
                  <a:lnTo>
                    <a:pt x="9559522" y="166592"/>
                  </a:lnTo>
                  <a:lnTo>
                    <a:pt x="9643731" y="139383"/>
                  </a:lnTo>
                  <a:lnTo>
                    <a:pt x="9734328" y="114766"/>
                  </a:lnTo>
                  <a:lnTo>
                    <a:pt x="9830456" y="92608"/>
                  </a:lnTo>
                  <a:lnTo>
                    <a:pt x="9930501" y="72855"/>
                  </a:lnTo>
                  <a:lnTo>
                    <a:pt x="10031996" y="55522"/>
                  </a:lnTo>
                  <a:lnTo>
                    <a:pt x="10131651" y="40659"/>
                  </a:lnTo>
                  <a:lnTo>
                    <a:pt x="10225580" y="28314"/>
                  </a:lnTo>
                  <a:lnTo>
                    <a:pt x="10309740" y="18489"/>
                  </a:lnTo>
                  <a:lnTo>
                    <a:pt x="10380559" y="11094"/>
                  </a:lnTo>
                  <a:lnTo>
                    <a:pt x="10435589" y="5925"/>
                  </a:lnTo>
                  <a:lnTo>
                    <a:pt x="10474035" y="2660"/>
                  </a:lnTo>
                  <a:lnTo>
                    <a:pt x="10497001" y="891"/>
                  </a:lnTo>
                  <a:lnTo>
                    <a:pt x="10507431" y="159"/>
                  </a:lnTo>
                  <a:lnTo>
                    <a:pt x="10509877" y="2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71" name="pl871"/>
            <p:cNvSpPr/>
            <p:nvPr/>
          </p:nvSpPr>
          <p:spPr>
            <a:xfrm>
              <a:off x="4799595" y="5535534"/>
              <a:ext cx="11981298" cy="3113912"/>
            </a:xfrm>
            <a:custGeom>
              <a:avLst/>
              <a:pathLst>
                <a:path w="11981298" h="3113912">
                  <a:moveTo>
                    <a:pt x="11981298" y="0"/>
                  </a:moveTo>
                  <a:lnTo>
                    <a:pt x="10509911" y="0"/>
                  </a:lnTo>
                  <a:lnTo>
                    <a:pt x="10508781" y="71"/>
                  </a:lnTo>
                  <a:lnTo>
                    <a:pt x="10501356" y="578"/>
                  </a:lnTo>
                  <a:lnTo>
                    <a:pt x="10482632" y="1979"/>
                  </a:lnTo>
                  <a:lnTo>
                    <a:pt x="10449145" y="4737"/>
                  </a:lnTo>
                  <a:lnTo>
                    <a:pt x="10399209" y="9283"/>
                  </a:lnTo>
                  <a:lnTo>
                    <a:pt x="10333047" y="15967"/>
                  </a:lnTo>
                  <a:lnTo>
                    <a:pt x="10252643" y="25031"/>
                  </a:lnTo>
                  <a:lnTo>
                    <a:pt x="10161292" y="36599"/>
                  </a:lnTo>
                  <a:lnTo>
                    <a:pt x="10062964" y="50693"/>
                  </a:lnTo>
                  <a:lnTo>
                    <a:pt x="9961650" y="67274"/>
                  </a:lnTo>
                  <a:lnTo>
                    <a:pt x="9860857" y="86287"/>
                  </a:lnTo>
                  <a:lnTo>
                    <a:pt x="9763316" y="107705"/>
                  </a:lnTo>
                  <a:lnTo>
                    <a:pt x="9670897" y="131556"/>
                  </a:lnTo>
                  <a:lnTo>
                    <a:pt x="9584675" y="157950"/>
                  </a:lnTo>
                  <a:lnTo>
                    <a:pt x="9505071" y="187080"/>
                  </a:lnTo>
                  <a:lnTo>
                    <a:pt x="9432019" y="219232"/>
                  </a:lnTo>
                  <a:lnTo>
                    <a:pt x="9365115" y="254774"/>
                  </a:lnTo>
                  <a:lnTo>
                    <a:pt x="9303749" y="294146"/>
                  </a:lnTo>
                  <a:lnTo>
                    <a:pt x="9247191" y="337841"/>
                  </a:lnTo>
                  <a:lnTo>
                    <a:pt x="9194667" y="386367"/>
                  </a:lnTo>
                  <a:lnTo>
                    <a:pt x="9145408" y="440183"/>
                  </a:lnTo>
                  <a:lnTo>
                    <a:pt x="9098697" y="499603"/>
                  </a:lnTo>
                  <a:lnTo>
                    <a:pt x="9084767" y="518985"/>
                  </a:lnTo>
                  <a:lnTo>
                    <a:pt x="9048496" y="573090"/>
                  </a:lnTo>
                  <a:lnTo>
                    <a:pt x="9013115" y="631026"/>
                  </a:lnTo>
                  <a:lnTo>
                    <a:pt x="8978390" y="692873"/>
                  </a:lnTo>
                  <a:lnTo>
                    <a:pt x="8944131" y="758650"/>
                  </a:lnTo>
                  <a:lnTo>
                    <a:pt x="8910185" y="828314"/>
                  </a:lnTo>
                  <a:lnTo>
                    <a:pt x="8876431" y="901753"/>
                  </a:lnTo>
                  <a:lnTo>
                    <a:pt x="8842777" y="978779"/>
                  </a:lnTo>
                  <a:lnTo>
                    <a:pt x="8809156" y="1059130"/>
                  </a:lnTo>
                  <a:lnTo>
                    <a:pt x="8775522" y="1142468"/>
                  </a:lnTo>
                  <a:lnTo>
                    <a:pt x="8741849" y="1228384"/>
                  </a:lnTo>
                  <a:lnTo>
                    <a:pt x="8708126" y="1316404"/>
                  </a:lnTo>
                  <a:lnTo>
                    <a:pt x="8674358" y="1405999"/>
                  </a:lnTo>
                  <a:lnTo>
                    <a:pt x="8640557" y="1496598"/>
                  </a:lnTo>
                  <a:lnTo>
                    <a:pt x="8606742" y="1587602"/>
                  </a:lnTo>
                  <a:lnTo>
                    <a:pt x="8572933" y="1678400"/>
                  </a:lnTo>
                  <a:lnTo>
                    <a:pt x="8539153" y="1768387"/>
                  </a:lnTo>
                  <a:lnTo>
                    <a:pt x="8505415" y="1856983"/>
                  </a:lnTo>
                  <a:lnTo>
                    <a:pt x="8471726" y="1943641"/>
                  </a:lnTo>
                  <a:lnTo>
                    <a:pt x="8438081" y="2027869"/>
                  </a:lnTo>
                  <a:lnTo>
                    <a:pt x="8404459" y="2109237"/>
                  </a:lnTo>
                  <a:lnTo>
                    <a:pt x="8370822" y="2187381"/>
                  </a:lnTo>
                  <a:lnTo>
                    <a:pt x="8337110" y="2262016"/>
                  </a:lnTo>
                  <a:lnTo>
                    <a:pt x="8303239" y="2332929"/>
                  </a:lnTo>
                  <a:lnTo>
                    <a:pt x="8269097" y="2399984"/>
                  </a:lnTo>
                  <a:lnTo>
                    <a:pt x="8234544" y="2463115"/>
                  </a:lnTo>
                  <a:lnTo>
                    <a:pt x="8199400" y="2522323"/>
                  </a:lnTo>
                  <a:lnTo>
                    <a:pt x="8163449" y="2577668"/>
                  </a:lnTo>
                  <a:lnTo>
                    <a:pt x="8151487" y="2594926"/>
                  </a:lnTo>
                  <a:lnTo>
                    <a:pt x="8105429" y="2656086"/>
                  </a:lnTo>
                  <a:lnTo>
                    <a:pt x="8057025" y="2711601"/>
                  </a:lnTo>
                  <a:lnTo>
                    <a:pt x="8005584" y="2761707"/>
                  </a:lnTo>
                  <a:lnTo>
                    <a:pt x="7950348" y="2806832"/>
                  </a:lnTo>
                  <a:lnTo>
                    <a:pt x="7890538" y="2847477"/>
                  </a:lnTo>
                  <a:lnTo>
                    <a:pt x="7825407" y="2884145"/>
                  </a:lnTo>
                  <a:lnTo>
                    <a:pt x="7754298" y="2917295"/>
                  </a:lnTo>
                  <a:lnTo>
                    <a:pt x="7676731" y="2947319"/>
                  </a:lnTo>
                  <a:lnTo>
                    <a:pt x="7592522" y="2974528"/>
                  </a:lnTo>
                  <a:lnTo>
                    <a:pt x="7501925" y="2999145"/>
                  </a:lnTo>
                  <a:lnTo>
                    <a:pt x="7405797" y="3021303"/>
                  </a:lnTo>
                  <a:lnTo>
                    <a:pt x="7305752" y="3041056"/>
                  </a:lnTo>
                  <a:lnTo>
                    <a:pt x="7204257" y="3058389"/>
                  </a:lnTo>
                  <a:lnTo>
                    <a:pt x="7104602" y="3073253"/>
                  </a:lnTo>
                  <a:lnTo>
                    <a:pt x="7010673" y="3085597"/>
                  </a:lnTo>
                  <a:lnTo>
                    <a:pt x="6926513" y="3095422"/>
                  </a:lnTo>
                  <a:lnTo>
                    <a:pt x="6855695" y="3102817"/>
                  </a:lnTo>
                  <a:lnTo>
                    <a:pt x="6800665" y="3107986"/>
                  </a:lnTo>
                  <a:lnTo>
                    <a:pt x="6762218" y="3111251"/>
                  </a:lnTo>
                  <a:lnTo>
                    <a:pt x="6739252" y="3113020"/>
                  </a:lnTo>
                  <a:lnTo>
                    <a:pt x="6728823" y="3113752"/>
                  </a:lnTo>
                  <a:lnTo>
                    <a:pt x="6726377" y="3113910"/>
                  </a:lnTo>
                  <a:lnTo>
                    <a:pt x="6726343" y="3113912"/>
                  </a:lnTo>
                  <a:lnTo>
                    <a:pt x="5254955" y="3113912"/>
                  </a:lnTo>
                  <a:lnTo>
                    <a:pt x="5253726" y="3113891"/>
                  </a:lnTo>
                  <a:lnTo>
                    <a:pt x="5245658" y="3113745"/>
                  </a:lnTo>
                  <a:lnTo>
                    <a:pt x="5225368" y="3113339"/>
                  </a:lnTo>
                  <a:lnTo>
                    <a:pt x="5189213" y="3112541"/>
                  </a:lnTo>
                  <a:lnTo>
                    <a:pt x="5135566" y="3111229"/>
                  </a:lnTo>
                  <a:lnTo>
                    <a:pt x="5064939" y="3109304"/>
                  </a:lnTo>
                  <a:lnTo>
                    <a:pt x="4979761" y="3106703"/>
                  </a:lnTo>
                  <a:lnTo>
                    <a:pt x="4883816" y="3103396"/>
                  </a:lnTo>
                  <a:lnTo>
                    <a:pt x="4781488" y="3099380"/>
                  </a:lnTo>
                  <a:lnTo>
                    <a:pt x="4677038" y="3094671"/>
                  </a:lnTo>
                  <a:lnTo>
                    <a:pt x="4574075" y="3089282"/>
                  </a:lnTo>
                  <a:lnTo>
                    <a:pt x="4475287" y="3083217"/>
                  </a:lnTo>
                  <a:lnTo>
                    <a:pt x="4382410" y="3076460"/>
                  </a:lnTo>
                  <a:lnTo>
                    <a:pt x="4296336" y="3068972"/>
                  </a:lnTo>
                  <a:lnTo>
                    <a:pt x="4217294" y="3060685"/>
                  </a:lnTo>
                  <a:lnTo>
                    <a:pt x="4145039" y="3051507"/>
                  </a:lnTo>
                  <a:lnTo>
                    <a:pt x="4079015" y="3041321"/>
                  </a:lnTo>
                  <a:lnTo>
                    <a:pt x="4018483" y="3029993"/>
                  </a:lnTo>
                  <a:lnTo>
                    <a:pt x="3962614" y="3017375"/>
                  </a:lnTo>
                  <a:lnTo>
                    <a:pt x="3910563" y="3003325"/>
                  </a:lnTo>
                  <a:lnTo>
                    <a:pt x="3861518" y="2987732"/>
                  </a:lnTo>
                  <a:lnTo>
                    <a:pt x="3829811" y="2976333"/>
                  </a:lnTo>
                  <a:lnTo>
                    <a:pt x="3777545" y="2955215"/>
                  </a:lnTo>
                  <a:lnTo>
                    <a:pt x="3726924" y="2931943"/>
                  </a:lnTo>
                  <a:lnTo>
                    <a:pt x="3677326" y="2906485"/>
                  </a:lnTo>
                  <a:lnTo>
                    <a:pt x="3628296" y="2878883"/>
                  </a:lnTo>
                  <a:lnTo>
                    <a:pt x="3579515" y="2849262"/>
                  </a:lnTo>
                  <a:lnTo>
                    <a:pt x="3530780" y="2817837"/>
                  </a:lnTo>
                  <a:lnTo>
                    <a:pt x="3481978" y="2784906"/>
                  </a:lnTo>
                  <a:lnTo>
                    <a:pt x="3433075" y="2750847"/>
                  </a:lnTo>
                  <a:lnTo>
                    <a:pt x="3384092" y="2716100"/>
                  </a:lnTo>
                  <a:lnTo>
                    <a:pt x="3335081" y="2681143"/>
                  </a:lnTo>
                  <a:lnTo>
                    <a:pt x="3286106" y="2646467"/>
                  </a:lnTo>
                  <a:lnTo>
                    <a:pt x="3237218" y="2612547"/>
                  </a:lnTo>
                  <a:lnTo>
                    <a:pt x="3188430" y="2579814"/>
                  </a:lnTo>
                  <a:lnTo>
                    <a:pt x="3139696" y="2548636"/>
                  </a:lnTo>
                  <a:lnTo>
                    <a:pt x="3090895" y="2519300"/>
                  </a:lnTo>
                  <a:lnTo>
                    <a:pt x="3041804" y="2492006"/>
                  </a:lnTo>
                  <a:lnTo>
                    <a:pt x="2992089" y="2466866"/>
                  </a:lnTo>
                  <a:lnTo>
                    <a:pt x="2941271" y="2443913"/>
                  </a:lnTo>
                  <a:lnTo>
                    <a:pt x="2896531" y="2426018"/>
                  </a:lnTo>
                  <a:lnTo>
                    <a:pt x="2849095" y="2409354"/>
                  </a:lnTo>
                  <a:lnTo>
                    <a:pt x="2799153" y="2394273"/>
                  </a:lnTo>
                  <a:lnTo>
                    <a:pt x="2745947" y="2380706"/>
                  </a:lnTo>
                  <a:lnTo>
                    <a:pt x="2688650" y="2368525"/>
                  </a:lnTo>
                  <a:lnTo>
                    <a:pt x="2626412" y="2357585"/>
                  </a:lnTo>
                  <a:lnTo>
                    <a:pt x="2558428" y="2347743"/>
                  </a:lnTo>
                  <a:lnTo>
                    <a:pt x="2484007" y="2338867"/>
                  </a:lnTo>
                  <a:lnTo>
                    <a:pt x="2402676" y="2330850"/>
                  </a:lnTo>
                  <a:lnTo>
                    <a:pt x="2314328" y="2323607"/>
                  </a:lnTo>
                  <a:lnTo>
                    <a:pt x="2219385" y="2317079"/>
                  </a:lnTo>
                  <a:lnTo>
                    <a:pt x="2118998" y="2311236"/>
                  </a:lnTo>
                  <a:lnTo>
                    <a:pt x="2015206" y="2306067"/>
                  </a:lnTo>
                  <a:lnTo>
                    <a:pt x="1911013" y="2301582"/>
                  </a:lnTo>
                  <a:lnTo>
                    <a:pt x="1810281" y="2297797"/>
                  </a:lnTo>
                  <a:lnTo>
                    <a:pt x="1717383" y="2294722"/>
                  </a:lnTo>
                  <a:lnTo>
                    <a:pt x="1636591" y="2292346"/>
                  </a:lnTo>
                  <a:lnTo>
                    <a:pt x="1571326" y="2290630"/>
                  </a:lnTo>
                  <a:lnTo>
                    <a:pt x="1523437" y="2289498"/>
                  </a:lnTo>
                  <a:lnTo>
                    <a:pt x="1492744" y="2288843"/>
                  </a:lnTo>
                  <a:lnTo>
                    <a:pt x="1476935" y="2288536"/>
                  </a:lnTo>
                  <a:lnTo>
                    <a:pt x="1471770" y="2288445"/>
                  </a:lnTo>
                  <a:lnTo>
                    <a:pt x="1471387" y="2288439"/>
                  </a:lnTo>
                  <a:lnTo>
                    <a:pt x="0" y="228843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72" name="pg872"/>
            <p:cNvSpPr/>
            <p:nvPr/>
          </p:nvSpPr>
          <p:spPr>
            <a:xfrm>
              <a:off x="4799595" y="7668686"/>
              <a:ext cx="11981298" cy="1021624"/>
            </a:xfrm>
            <a:custGeom>
              <a:avLst/>
              <a:pathLst>
                <a:path w="11981298" h="1021624">
                  <a:moveTo>
                    <a:pt x="0" y="171632"/>
                  </a:moveTo>
                  <a:lnTo>
                    <a:pt x="1471387" y="171632"/>
                  </a:lnTo>
                  <a:lnTo>
                    <a:pt x="1472616" y="171654"/>
                  </a:lnTo>
                  <a:lnTo>
                    <a:pt x="1480681" y="171805"/>
                  </a:lnTo>
                  <a:lnTo>
                    <a:pt x="1500963" y="172222"/>
                  </a:lnTo>
                  <a:lnTo>
                    <a:pt x="1537104" y="173043"/>
                  </a:lnTo>
                  <a:lnTo>
                    <a:pt x="1590733" y="174394"/>
                  </a:lnTo>
                  <a:lnTo>
                    <a:pt x="1661337" y="176375"/>
                  </a:lnTo>
                  <a:lnTo>
                    <a:pt x="1746492" y="179052"/>
                  </a:lnTo>
                  <a:lnTo>
                    <a:pt x="1842415" y="182457"/>
                  </a:lnTo>
                  <a:lnTo>
                    <a:pt x="1944723" y="186590"/>
                  </a:lnTo>
                  <a:lnTo>
                    <a:pt x="2049159" y="191438"/>
                  </a:lnTo>
                  <a:lnTo>
                    <a:pt x="2152113" y="196985"/>
                  </a:lnTo>
                  <a:lnTo>
                    <a:pt x="2250895" y="203228"/>
                  </a:lnTo>
                  <a:lnTo>
                    <a:pt x="2343770" y="210183"/>
                  </a:lnTo>
                  <a:lnTo>
                    <a:pt x="2429845" y="217892"/>
                  </a:lnTo>
                  <a:lnTo>
                    <a:pt x="2508890" y="226422"/>
                  </a:lnTo>
                  <a:lnTo>
                    <a:pt x="2581149" y="235869"/>
                  </a:lnTo>
                  <a:lnTo>
                    <a:pt x="2647178" y="246353"/>
                  </a:lnTo>
                  <a:lnTo>
                    <a:pt x="2707714" y="258014"/>
                  </a:lnTo>
                  <a:lnTo>
                    <a:pt x="2763586" y="271001"/>
                  </a:lnTo>
                  <a:lnTo>
                    <a:pt x="2815639" y="285462"/>
                  </a:lnTo>
                  <a:lnTo>
                    <a:pt x="2864685" y="301511"/>
                  </a:lnTo>
                  <a:lnTo>
                    <a:pt x="2896531" y="313298"/>
                  </a:lnTo>
                  <a:lnTo>
                    <a:pt x="2948600" y="334955"/>
                  </a:lnTo>
                  <a:lnTo>
                    <a:pt x="2999033" y="358813"/>
                  </a:lnTo>
                  <a:lnTo>
                    <a:pt x="3048447" y="384905"/>
                  </a:lnTo>
                  <a:lnTo>
                    <a:pt x="3097293" y="413189"/>
                  </a:lnTo>
                  <a:lnTo>
                    <a:pt x="3145888" y="443537"/>
                  </a:lnTo>
                  <a:lnTo>
                    <a:pt x="3194436" y="475735"/>
                  </a:lnTo>
                  <a:lnTo>
                    <a:pt x="3243047" y="509480"/>
                  </a:lnTo>
                  <a:lnTo>
                    <a:pt x="3291759" y="544388"/>
                  </a:lnTo>
                  <a:lnTo>
                    <a:pt x="3340552" y="580014"/>
                  </a:lnTo>
                  <a:lnTo>
                    <a:pt x="3389374" y="615872"/>
                  </a:lnTo>
                  <a:lnTo>
                    <a:pt x="3438163" y="651462"/>
                  </a:lnTo>
                  <a:lnTo>
                    <a:pt x="3486867" y="686299"/>
                  </a:lnTo>
                  <a:lnTo>
                    <a:pt x="3535472" y="719942"/>
                  </a:lnTo>
                  <a:lnTo>
                    <a:pt x="3584018" y="752014"/>
                  </a:lnTo>
                  <a:lnTo>
                    <a:pt x="3632623" y="782217"/>
                  </a:lnTo>
                  <a:lnTo>
                    <a:pt x="3681499" y="810343"/>
                  </a:lnTo>
                  <a:lnTo>
                    <a:pt x="3730971" y="836271"/>
                  </a:lnTo>
                  <a:lnTo>
                    <a:pt x="3781501" y="859966"/>
                  </a:lnTo>
                  <a:lnTo>
                    <a:pt x="3829811" y="879959"/>
                  </a:lnTo>
                  <a:lnTo>
                    <a:pt x="3877241" y="897116"/>
                  </a:lnTo>
                  <a:lnTo>
                    <a:pt x="3927175" y="912642"/>
                  </a:lnTo>
                  <a:lnTo>
                    <a:pt x="3980372" y="926611"/>
                  </a:lnTo>
                  <a:lnTo>
                    <a:pt x="4037659" y="939153"/>
                  </a:lnTo>
                  <a:lnTo>
                    <a:pt x="4099885" y="950417"/>
                  </a:lnTo>
                  <a:lnTo>
                    <a:pt x="4167854" y="960551"/>
                  </a:lnTo>
                  <a:lnTo>
                    <a:pt x="4242260" y="969690"/>
                  </a:lnTo>
                  <a:lnTo>
                    <a:pt x="4323571" y="977945"/>
                  </a:lnTo>
                  <a:lnTo>
                    <a:pt x="4411900" y="985403"/>
                  </a:lnTo>
                  <a:lnTo>
                    <a:pt x="4506821" y="992124"/>
                  </a:lnTo>
                  <a:lnTo>
                    <a:pt x="4607187" y="998142"/>
                  </a:lnTo>
                  <a:lnTo>
                    <a:pt x="4710962" y="1003464"/>
                  </a:lnTo>
                  <a:lnTo>
                    <a:pt x="4815143" y="1008083"/>
                  </a:lnTo>
                  <a:lnTo>
                    <a:pt x="4915871" y="1011981"/>
                  </a:lnTo>
                  <a:lnTo>
                    <a:pt x="5008777" y="1015149"/>
                  </a:lnTo>
                  <a:lnTo>
                    <a:pt x="5089587" y="1017597"/>
                  </a:lnTo>
                  <a:lnTo>
                    <a:pt x="5154882" y="1019365"/>
                  </a:lnTo>
                  <a:lnTo>
                    <a:pt x="5202807" y="1020532"/>
                  </a:lnTo>
                  <a:lnTo>
                    <a:pt x="5233538" y="1021208"/>
                  </a:lnTo>
                  <a:lnTo>
                    <a:pt x="5249380" y="1021523"/>
                  </a:lnTo>
                  <a:lnTo>
                    <a:pt x="5254568" y="1021618"/>
                  </a:lnTo>
                  <a:lnTo>
                    <a:pt x="5254955" y="1021624"/>
                  </a:lnTo>
                  <a:lnTo>
                    <a:pt x="6726343" y="1021624"/>
                  </a:lnTo>
                  <a:lnTo>
                    <a:pt x="6727568" y="1021599"/>
                  </a:lnTo>
                  <a:lnTo>
                    <a:pt x="6735609" y="1021420"/>
                  </a:lnTo>
                  <a:lnTo>
                    <a:pt x="6755833" y="1020924"/>
                  </a:lnTo>
                  <a:lnTo>
                    <a:pt x="6791876" y="1019948"/>
                  </a:lnTo>
                  <a:lnTo>
                    <a:pt x="6845368" y="1018342"/>
                  </a:lnTo>
                  <a:lnTo>
                    <a:pt x="6915809" y="1015987"/>
                  </a:lnTo>
                  <a:lnTo>
                    <a:pt x="7000791" y="1012804"/>
                  </a:lnTo>
                  <a:lnTo>
                    <a:pt x="7096549" y="1008755"/>
                  </a:lnTo>
                  <a:lnTo>
                    <a:pt x="7198716" y="1003840"/>
                  </a:lnTo>
                  <a:lnTo>
                    <a:pt x="7303042" y="998074"/>
                  </a:lnTo>
                  <a:lnTo>
                    <a:pt x="7405922" y="991475"/>
                  </a:lnTo>
                  <a:lnTo>
                    <a:pt x="7504665" y="984049"/>
                  </a:lnTo>
                  <a:lnTo>
                    <a:pt x="7597527" y="975776"/>
                  </a:lnTo>
                  <a:lnTo>
                    <a:pt x="7683611" y="966608"/>
                  </a:lnTo>
                  <a:lnTo>
                    <a:pt x="7762679" y="956464"/>
                  </a:lnTo>
                  <a:lnTo>
                    <a:pt x="7834968" y="945230"/>
                  </a:lnTo>
                  <a:lnTo>
                    <a:pt x="7901028" y="932765"/>
                  </a:lnTo>
                  <a:lnTo>
                    <a:pt x="7961594" y="918903"/>
                  </a:lnTo>
                  <a:lnTo>
                    <a:pt x="8017488" y="903465"/>
                  </a:lnTo>
                  <a:lnTo>
                    <a:pt x="8069556" y="886278"/>
                  </a:lnTo>
                  <a:lnTo>
                    <a:pt x="8118607" y="867203"/>
                  </a:lnTo>
                  <a:lnTo>
                    <a:pt x="8151487" y="852716"/>
                  </a:lnTo>
                  <a:lnTo>
                    <a:pt x="8202198" y="827613"/>
                  </a:lnTo>
                  <a:lnTo>
                    <a:pt x="8251343" y="800024"/>
                  </a:lnTo>
                  <a:lnTo>
                    <a:pt x="8299495" y="769911"/>
                  </a:lnTo>
                  <a:lnTo>
                    <a:pt x="8347082" y="737314"/>
                  </a:lnTo>
                  <a:lnTo>
                    <a:pt x="8394403" y="702364"/>
                  </a:lnTo>
                  <a:lnTo>
                    <a:pt x="8441661" y="665286"/>
                  </a:lnTo>
                  <a:lnTo>
                    <a:pt x="8488967" y="626399"/>
                  </a:lnTo>
                  <a:lnTo>
                    <a:pt x="8536367" y="586110"/>
                  </a:lnTo>
                  <a:lnTo>
                    <a:pt x="8583851" y="544898"/>
                  </a:lnTo>
                  <a:lnTo>
                    <a:pt x="8631377" y="503291"/>
                  </a:lnTo>
                  <a:lnTo>
                    <a:pt x="8678886" y="461837"/>
                  </a:lnTo>
                  <a:lnTo>
                    <a:pt x="8726327" y="421077"/>
                  </a:lnTo>
                  <a:lnTo>
                    <a:pt x="8773673" y="381515"/>
                  </a:lnTo>
                  <a:lnTo>
                    <a:pt x="8820942" y="343592"/>
                  </a:lnTo>
                  <a:lnTo>
                    <a:pt x="8868216" y="307666"/>
                  </a:lnTo>
                  <a:lnTo>
                    <a:pt x="8915655" y="274007"/>
                  </a:lnTo>
                  <a:lnTo>
                    <a:pt x="8963512" y="242785"/>
                  </a:lnTo>
                  <a:lnTo>
                    <a:pt x="9012157" y="214080"/>
                  </a:lnTo>
                  <a:lnTo>
                    <a:pt x="9062093" y="187886"/>
                  </a:lnTo>
                  <a:lnTo>
                    <a:pt x="9084767" y="177081"/>
                  </a:lnTo>
                  <a:lnTo>
                    <a:pt x="9132146" y="156645"/>
                  </a:lnTo>
                  <a:lnTo>
                    <a:pt x="9182025" y="138149"/>
                  </a:lnTo>
                  <a:lnTo>
                    <a:pt x="9235157" y="121506"/>
                  </a:lnTo>
                  <a:lnTo>
                    <a:pt x="9292370" y="106562"/>
                  </a:lnTo>
                  <a:lnTo>
                    <a:pt x="9354506" y="93139"/>
                  </a:lnTo>
                  <a:lnTo>
                    <a:pt x="9422371" y="81061"/>
                  </a:lnTo>
                  <a:lnTo>
                    <a:pt x="9496655" y="70169"/>
                  </a:lnTo>
                  <a:lnTo>
                    <a:pt x="9577829" y="60329"/>
                  </a:lnTo>
                  <a:lnTo>
                    <a:pt x="9666006" y="51438"/>
                  </a:lnTo>
                  <a:lnTo>
                    <a:pt x="9760770" y="43423"/>
                  </a:lnTo>
                  <a:lnTo>
                    <a:pt x="9860983" y="36247"/>
                  </a:lnTo>
                  <a:lnTo>
                    <a:pt x="9964627" y="29898"/>
                  </a:lnTo>
                  <a:lnTo>
                    <a:pt x="10068719" y="24386"/>
                  </a:lnTo>
                  <a:lnTo>
                    <a:pt x="10169421" y="19731"/>
                  </a:lnTo>
                  <a:lnTo>
                    <a:pt x="10262380" y="15944"/>
                  </a:lnTo>
                  <a:lnTo>
                    <a:pt x="10343331" y="13016"/>
                  </a:lnTo>
                  <a:lnTo>
                    <a:pt x="10408843" y="10897"/>
                  </a:lnTo>
                  <a:lnTo>
                    <a:pt x="10457036" y="9495"/>
                  </a:lnTo>
                  <a:lnTo>
                    <a:pt x="10488047" y="8681"/>
                  </a:lnTo>
                  <a:lnTo>
                    <a:pt x="10504134" y="8297"/>
                  </a:lnTo>
                  <a:lnTo>
                    <a:pt x="10509485" y="8181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8685" y="25"/>
                  </a:lnTo>
                  <a:lnTo>
                    <a:pt x="10500644" y="204"/>
                  </a:lnTo>
                  <a:lnTo>
                    <a:pt x="10480421" y="700"/>
                  </a:lnTo>
                  <a:lnTo>
                    <a:pt x="10444378" y="1676"/>
                  </a:lnTo>
                  <a:lnTo>
                    <a:pt x="10390886" y="3282"/>
                  </a:lnTo>
                  <a:lnTo>
                    <a:pt x="10320444" y="5637"/>
                  </a:lnTo>
                  <a:lnTo>
                    <a:pt x="10235462" y="8820"/>
                  </a:lnTo>
                  <a:lnTo>
                    <a:pt x="10139704" y="12868"/>
                  </a:lnTo>
                  <a:lnTo>
                    <a:pt x="10037537" y="17784"/>
                  </a:lnTo>
                  <a:lnTo>
                    <a:pt x="9933211" y="23550"/>
                  </a:lnTo>
                  <a:lnTo>
                    <a:pt x="9830331" y="30148"/>
                  </a:lnTo>
                  <a:lnTo>
                    <a:pt x="9731589" y="37575"/>
                  </a:lnTo>
                  <a:lnTo>
                    <a:pt x="9638726" y="45848"/>
                  </a:lnTo>
                  <a:lnTo>
                    <a:pt x="9552642" y="55016"/>
                  </a:lnTo>
                  <a:lnTo>
                    <a:pt x="9473575" y="65160"/>
                  </a:lnTo>
                  <a:lnTo>
                    <a:pt x="9401286" y="76394"/>
                  </a:lnTo>
                  <a:lnTo>
                    <a:pt x="9335225" y="88859"/>
                  </a:lnTo>
                  <a:lnTo>
                    <a:pt x="9274659" y="102721"/>
                  </a:lnTo>
                  <a:lnTo>
                    <a:pt x="9218765" y="118158"/>
                  </a:lnTo>
                  <a:lnTo>
                    <a:pt x="9166697" y="135345"/>
                  </a:lnTo>
                  <a:lnTo>
                    <a:pt x="9117646" y="154421"/>
                  </a:lnTo>
                  <a:lnTo>
                    <a:pt x="9084767" y="168908"/>
                  </a:lnTo>
                  <a:lnTo>
                    <a:pt x="9034055" y="194011"/>
                  </a:lnTo>
                  <a:lnTo>
                    <a:pt x="8984911" y="221600"/>
                  </a:lnTo>
                  <a:lnTo>
                    <a:pt x="8936758" y="251713"/>
                  </a:lnTo>
                  <a:lnTo>
                    <a:pt x="8889172" y="284309"/>
                  </a:lnTo>
                  <a:lnTo>
                    <a:pt x="8841850" y="319260"/>
                  </a:lnTo>
                  <a:lnTo>
                    <a:pt x="8794593" y="356338"/>
                  </a:lnTo>
                  <a:lnTo>
                    <a:pt x="8747286" y="395225"/>
                  </a:lnTo>
                  <a:lnTo>
                    <a:pt x="8699887" y="435514"/>
                  </a:lnTo>
                  <a:lnTo>
                    <a:pt x="8652402" y="476726"/>
                  </a:lnTo>
                  <a:lnTo>
                    <a:pt x="8604876" y="518333"/>
                  </a:lnTo>
                  <a:lnTo>
                    <a:pt x="8557367" y="559787"/>
                  </a:lnTo>
                  <a:lnTo>
                    <a:pt x="8509926" y="600546"/>
                  </a:lnTo>
                  <a:lnTo>
                    <a:pt x="8462580" y="640109"/>
                  </a:lnTo>
                  <a:lnTo>
                    <a:pt x="8415311" y="678032"/>
                  </a:lnTo>
                  <a:lnTo>
                    <a:pt x="8368037" y="713957"/>
                  </a:lnTo>
                  <a:lnTo>
                    <a:pt x="8320598" y="747617"/>
                  </a:lnTo>
                  <a:lnTo>
                    <a:pt x="8272741" y="778839"/>
                  </a:lnTo>
                  <a:lnTo>
                    <a:pt x="8224097" y="807544"/>
                  </a:lnTo>
                  <a:lnTo>
                    <a:pt x="8174160" y="833737"/>
                  </a:lnTo>
                  <a:lnTo>
                    <a:pt x="8151487" y="844543"/>
                  </a:lnTo>
                  <a:lnTo>
                    <a:pt x="8104107" y="864979"/>
                  </a:lnTo>
                  <a:lnTo>
                    <a:pt x="8054229" y="883475"/>
                  </a:lnTo>
                  <a:lnTo>
                    <a:pt x="8001096" y="900118"/>
                  </a:lnTo>
                  <a:lnTo>
                    <a:pt x="7943884" y="915062"/>
                  </a:lnTo>
                  <a:lnTo>
                    <a:pt x="7881747" y="928485"/>
                  </a:lnTo>
                  <a:lnTo>
                    <a:pt x="7813882" y="940563"/>
                  </a:lnTo>
                  <a:lnTo>
                    <a:pt x="7739598" y="951455"/>
                  </a:lnTo>
                  <a:lnTo>
                    <a:pt x="7658424" y="961295"/>
                  </a:lnTo>
                  <a:lnTo>
                    <a:pt x="7570247" y="970186"/>
                  </a:lnTo>
                  <a:lnTo>
                    <a:pt x="7475484" y="978200"/>
                  </a:lnTo>
                  <a:lnTo>
                    <a:pt x="7375270" y="985377"/>
                  </a:lnTo>
                  <a:lnTo>
                    <a:pt x="7271627" y="991726"/>
                  </a:lnTo>
                  <a:lnTo>
                    <a:pt x="7167534" y="997238"/>
                  </a:lnTo>
                  <a:lnTo>
                    <a:pt x="7066833" y="1001893"/>
                  </a:lnTo>
                  <a:lnTo>
                    <a:pt x="6973873" y="1005679"/>
                  </a:lnTo>
                  <a:lnTo>
                    <a:pt x="6892922" y="1008608"/>
                  </a:lnTo>
                  <a:lnTo>
                    <a:pt x="6827411" y="1010727"/>
                  </a:lnTo>
                  <a:lnTo>
                    <a:pt x="6779218" y="1012129"/>
                  </a:lnTo>
                  <a:lnTo>
                    <a:pt x="6748207" y="1012943"/>
                  </a:lnTo>
                  <a:lnTo>
                    <a:pt x="6732119" y="1013327"/>
                  </a:lnTo>
                  <a:lnTo>
                    <a:pt x="6726768" y="1013443"/>
                  </a:lnTo>
                  <a:lnTo>
                    <a:pt x="6726343" y="1013451"/>
                  </a:lnTo>
                  <a:lnTo>
                    <a:pt x="5254955" y="1013451"/>
                  </a:lnTo>
                  <a:lnTo>
                    <a:pt x="5253726" y="1013430"/>
                  </a:lnTo>
                  <a:lnTo>
                    <a:pt x="5245661" y="1013279"/>
                  </a:lnTo>
                  <a:lnTo>
                    <a:pt x="5225380" y="1012862"/>
                  </a:lnTo>
                  <a:lnTo>
                    <a:pt x="5189238" y="1012041"/>
                  </a:lnTo>
                  <a:lnTo>
                    <a:pt x="5135610" y="1010690"/>
                  </a:lnTo>
                  <a:lnTo>
                    <a:pt x="5065005" y="1008709"/>
                  </a:lnTo>
                  <a:lnTo>
                    <a:pt x="4979850" y="1006031"/>
                  </a:lnTo>
                  <a:lnTo>
                    <a:pt x="4883927" y="1002627"/>
                  </a:lnTo>
                  <a:lnTo>
                    <a:pt x="4781619" y="998494"/>
                  </a:lnTo>
                  <a:lnTo>
                    <a:pt x="4677184" y="993646"/>
                  </a:lnTo>
                  <a:lnTo>
                    <a:pt x="4574230" y="988098"/>
                  </a:lnTo>
                  <a:lnTo>
                    <a:pt x="4475447" y="981855"/>
                  </a:lnTo>
                  <a:lnTo>
                    <a:pt x="4382572" y="974900"/>
                  </a:lnTo>
                  <a:lnTo>
                    <a:pt x="4296497" y="967192"/>
                  </a:lnTo>
                  <a:lnTo>
                    <a:pt x="4217452" y="958662"/>
                  </a:lnTo>
                  <a:lnTo>
                    <a:pt x="4145193" y="949215"/>
                  </a:lnTo>
                  <a:lnTo>
                    <a:pt x="4079165" y="938731"/>
                  </a:lnTo>
                  <a:lnTo>
                    <a:pt x="4018628" y="927070"/>
                  </a:lnTo>
                  <a:lnTo>
                    <a:pt x="3962757" y="914083"/>
                  </a:lnTo>
                  <a:lnTo>
                    <a:pt x="3910703" y="899622"/>
                  </a:lnTo>
                  <a:lnTo>
                    <a:pt x="3861657" y="883572"/>
                  </a:lnTo>
                  <a:lnTo>
                    <a:pt x="3829811" y="871786"/>
                  </a:lnTo>
                  <a:lnTo>
                    <a:pt x="3777742" y="850129"/>
                  </a:lnTo>
                  <a:lnTo>
                    <a:pt x="3727309" y="826271"/>
                  </a:lnTo>
                  <a:lnTo>
                    <a:pt x="3677895" y="800179"/>
                  </a:lnTo>
                  <a:lnTo>
                    <a:pt x="3629049" y="771895"/>
                  </a:lnTo>
                  <a:lnTo>
                    <a:pt x="3580454" y="741547"/>
                  </a:lnTo>
                  <a:lnTo>
                    <a:pt x="3531906" y="709349"/>
                  </a:lnTo>
                  <a:lnTo>
                    <a:pt x="3483295" y="675604"/>
                  </a:lnTo>
                  <a:lnTo>
                    <a:pt x="3434583" y="640696"/>
                  </a:lnTo>
                  <a:lnTo>
                    <a:pt x="3385790" y="605070"/>
                  </a:lnTo>
                  <a:lnTo>
                    <a:pt x="3336968" y="569212"/>
                  </a:lnTo>
                  <a:lnTo>
                    <a:pt x="3288179" y="533622"/>
                  </a:lnTo>
                  <a:lnTo>
                    <a:pt x="3239475" y="498785"/>
                  </a:lnTo>
                  <a:lnTo>
                    <a:pt x="3190870" y="465142"/>
                  </a:lnTo>
                  <a:lnTo>
                    <a:pt x="3142324" y="433070"/>
                  </a:lnTo>
                  <a:lnTo>
                    <a:pt x="3093719" y="402867"/>
                  </a:lnTo>
                  <a:lnTo>
                    <a:pt x="3044843" y="374741"/>
                  </a:lnTo>
                  <a:lnTo>
                    <a:pt x="2995371" y="348812"/>
                  </a:lnTo>
                  <a:lnTo>
                    <a:pt x="2944841" y="325118"/>
                  </a:lnTo>
                  <a:lnTo>
                    <a:pt x="2896531" y="305125"/>
                  </a:lnTo>
                  <a:lnTo>
                    <a:pt x="2849102" y="287968"/>
                  </a:lnTo>
                  <a:lnTo>
                    <a:pt x="2799167" y="272441"/>
                  </a:lnTo>
                  <a:lnTo>
                    <a:pt x="2745970" y="258472"/>
                  </a:lnTo>
                  <a:lnTo>
                    <a:pt x="2688683" y="245931"/>
                  </a:lnTo>
                  <a:lnTo>
                    <a:pt x="2626457" y="234667"/>
                  </a:lnTo>
                  <a:lnTo>
                    <a:pt x="2558488" y="224533"/>
                  </a:lnTo>
                  <a:lnTo>
                    <a:pt x="2484082" y="215394"/>
                  </a:lnTo>
                  <a:lnTo>
                    <a:pt x="2402771" y="207139"/>
                  </a:lnTo>
                  <a:lnTo>
                    <a:pt x="2314443" y="199681"/>
                  </a:lnTo>
                  <a:lnTo>
                    <a:pt x="2219521" y="192959"/>
                  </a:lnTo>
                  <a:lnTo>
                    <a:pt x="2119155" y="186942"/>
                  </a:lnTo>
                  <a:lnTo>
                    <a:pt x="2015380" y="181619"/>
                  </a:lnTo>
                  <a:lnTo>
                    <a:pt x="1911199" y="177001"/>
                  </a:lnTo>
                  <a:lnTo>
                    <a:pt x="1810471" y="173102"/>
                  </a:lnTo>
                  <a:lnTo>
                    <a:pt x="1717565" y="169934"/>
                  </a:lnTo>
                  <a:lnTo>
                    <a:pt x="1636755" y="167487"/>
                  </a:lnTo>
                  <a:lnTo>
                    <a:pt x="1571460" y="165719"/>
                  </a:lnTo>
                  <a:lnTo>
                    <a:pt x="1523535" y="164552"/>
                  </a:lnTo>
                  <a:lnTo>
                    <a:pt x="1492804" y="163876"/>
                  </a:lnTo>
                  <a:lnTo>
                    <a:pt x="1476962" y="163560"/>
                  </a:lnTo>
                  <a:lnTo>
                    <a:pt x="1471775" y="163466"/>
                  </a:lnTo>
                  <a:lnTo>
                    <a:pt x="1471387" y="163459"/>
                  </a:lnTo>
                  <a:lnTo>
                    <a:pt x="0" y="163459"/>
                  </a:lnTo>
                  <a:close/>
                </a:path>
              </a:pathLst>
            </a:custGeom>
            <a:solidFill>
              <a:srgbClr val="F28E5B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873" name="pl873"/>
            <p:cNvSpPr/>
            <p:nvPr/>
          </p:nvSpPr>
          <p:spPr>
            <a:xfrm>
              <a:off x="4799595" y="7676859"/>
              <a:ext cx="11981298" cy="1013451"/>
            </a:xfrm>
            <a:custGeom>
              <a:avLst/>
              <a:pathLst>
                <a:path w="11981298" h="1013451">
                  <a:moveTo>
                    <a:pt x="0" y="163459"/>
                  </a:moveTo>
                  <a:lnTo>
                    <a:pt x="1471387" y="163459"/>
                  </a:lnTo>
                  <a:lnTo>
                    <a:pt x="1472616" y="163481"/>
                  </a:lnTo>
                  <a:lnTo>
                    <a:pt x="1480681" y="163632"/>
                  </a:lnTo>
                  <a:lnTo>
                    <a:pt x="1500963" y="164049"/>
                  </a:lnTo>
                  <a:lnTo>
                    <a:pt x="1537104" y="164870"/>
                  </a:lnTo>
                  <a:lnTo>
                    <a:pt x="1590733" y="166221"/>
                  </a:lnTo>
                  <a:lnTo>
                    <a:pt x="1661337" y="168202"/>
                  </a:lnTo>
                  <a:lnTo>
                    <a:pt x="1746492" y="170879"/>
                  </a:lnTo>
                  <a:lnTo>
                    <a:pt x="1842415" y="174284"/>
                  </a:lnTo>
                  <a:lnTo>
                    <a:pt x="1944723" y="178417"/>
                  </a:lnTo>
                  <a:lnTo>
                    <a:pt x="2049159" y="183265"/>
                  </a:lnTo>
                  <a:lnTo>
                    <a:pt x="2152113" y="188812"/>
                  </a:lnTo>
                  <a:lnTo>
                    <a:pt x="2250895" y="195056"/>
                  </a:lnTo>
                  <a:lnTo>
                    <a:pt x="2343770" y="202010"/>
                  </a:lnTo>
                  <a:lnTo>
                    <a:pt x="2429845" y="209719"/>
                  </a:lnTo>
                  <a:lnTo>
                    <a:pt x="2508890" y="218249"/>
                  </a:lnTo>
                  <a:lnTo>
                    <a:pt x="2581149" y="227696"/>
                  </a:lnTo>
                  <a:lnTo>
                    <a:pt x="2647178" y="238180"/>
                  </a:lnTo>
                  <a:lnTo>
                    <a:pt x="2707714" y="249841"/>
                  </a:lnTo>
                  <a:lnTo>
                    <a:pt x="2763586" y="262828"/>
                  </a:lnTo>
                  <a:lnTo>
                    <a:pt x="2815639" y="277289"/>
                  </a:lnTo>
                  <a:lnTo>
                    <a:pt x="2864685" y="293338"/>
                  </a:lnTo>
                  <a:lnTo>
                    <a:pt x="2896531" y="305125"/>
                  </a:lnTo>
                  <a:lnTo>
                    <a:pt x="2948600" y="326782"/>
                  </a:lnTo>
                  <a:lnTo>
                    <a:pt x="2999033" y="350640"/>
                  </a:lnTo>
                  <a:lnTo>
                    <a:pt x="3048447" y="376732"/>
                  </a:lnTo>
                  <a:lnTo>
                    <a:pt x="3097293" y="405016"/>
                  </a:lnTo>
                  <a:lnTo>
                    <a:pt x="3145888" y="435364"/>
                  </a:lnTo>
                  <a:lnTo>
                    <a:pt x="3194436" y="467562"/>
                  </a:lnTo>
                  <a:lnTo>
                    <a:pt x="3243047" y="501307"/>
                  </a:lnTo>
                  <a:lnTo>
                    <a:pt x="3291759" y="536215"/>
                  </a:lnTo>
                  <a:lnTo>
                    <a:pt x="3340552" y="571841"/>
                  </a:lnTo>
                  <a:lnTo>
                    <a:pt x="3389374" y="607699"/>
                  </a:lnTo>
                  <a:lnTo>
                    <a:pt x="3438163" y="643289"/>
                  </a:lnTo>
                  <a:lnTo>
                    <a:pt x="3486867" y="678126"/>
                  </a:lnTo>
                  <a:lnTo>
                    <a:pt x="3535472" y="711769"/>
                  </a:lnTo>
                  <a:lnTo>
                    <a:pt x="3584018" y="743841"/>
                  </a:lnTo>
                  <a:lnTo>
                    <a:pt x="3632623" y="774044"/>
                  </a:lnTo>
                  <a:lnTo>
                    <a:pt x="3681499" y="802170"/>
                  </a:lnTo>
                  <a:lnTo>
                    <a:pt x="3730971" y="828098"/>
                  </a:lnTo>
                  <a:lnTo>
                    <a:pt x="3781501" y="851793"/>
                  </a:lnTo>
                  <a:lnTo>
                    <a:pt x="3829811" y="871786"/>
                  </a:lnTo>
                  <a:lnTo>
                    <a:pt x="3877241" y="888943"/>
                  </a:lnTo>
                  <a:lnTo>
                    <a:pt x="3927175" y="904469"/>
                  </a:lnTo>
                  <a:lnTo>
                    <a:pt x="3980372" y="918438"/>
                  </a:lnTo>
                  <a:lnTo>
                    <a:pt x="4037659" y="930980"/>
                  </a:lnTo>
                  <a:lnTo>
                    <a:pt x="4099885" y="942244"/>
                  </a:lnTo>
                  <a:lnTo>
                    <a:pt x="4167854" y="952378"/>
                  </a:lnTo>
                  <a:lnTo>
                    <a:pt x="4242260" y="961517"/>
                  </a:lnTo>
                  <a:lnTo>
                    <a:pt x="4323571" y="969772"/>
                  </a:lnTo>
                  <a:lnTo>
                    <a:pt x="4411900" y="977230"/>
                  </a:lnTo>
                  <a:lnTo>
                    <a:pt x="4506821" y="983951"/>
                  </a:lnTo>
                  <a:lnTo>
                    <a:pt x="4607187" y="989969"/>
                  </a:lnTo>
                  <a:lnTo>
                    <a:pt x="4710962" y="995291"/>
                  </a:lnTo>
                  <a:lnTo>
                    <a:pt x="4815143" y="999910"/>
                  </a:lnTo>
                  <a:lnTo>
                    <a:pt x="4915871" y="1003808"/>
                  </a:lnTo>
                  <a:lnTo>
                    <a:pt x="5008777" y="1006976"/>
                  </a:lnTo>
                  <a:lnTo>
                    <a:pt x="5089587" y="1009424"/>
                  </a:lnTo>
                  <a:lnTo>
                    <a:pt x="5154882" y="1011192"/>
                  </a:lnTo>
                  <a:lnTo>
                    <a:pt x="5202807" y="1012359"/>
                  </a:lnTo>
                  <a:lnTo>
                    <a:pt x="5233538" y="1013035"/>
                  </a:lnTo>
                  <a:lnTo>
                    <a:pt x="5249380" y="1013350"/>
                  </a:lnTo>
                  <a:lnTo>
                    <a:pt x="5254568" y="1013445"/>
                  </a:lnTo>
                  <a:lnTo>
                    <a:pt x="5254955" y="1013451"/>
                  </a:lnTo>
                  <a:lnTo>
                    <a:pt x="6726343" y="1013451"/>
                  </a:lnTo>
                  <a:lnTo>
                    <a:pt x="6727568" y="1013426"/>
                  </a:lnTo>
                  <a:lnTo>
                    <a:pt x="6735609" y="1013247"/>
                  </a:lnTo>
                  <a:lnTo>
                    <a:pt x="6755833" y="1012751"/>
                  </a:lnTo>
                  <a:lnTo>
                    <a:pt x="6791876" y="1011775"/>
                  </a:lnTo>
                  <a:lnTo>
                    <a:pt x="6845368" y="1010169"/>
                  </a:lnTo>
                  <a:lnTo>
                    <a:pt x="6915809" y="1007814"/>
                  </a:lnTo>
                  <a:lnTo>
                    <a:pt x="7000791" y="1004631"/>
                  </a:lnTo>
                  <a:lnTo>
                    <a:pt x="7096549" y="1000582"/>
                  </a:lnTo>
                  <a:lnTo>
                    <a:pt x="7198716" y="995667"/>
                  </a:lnTo>
                  <a:lnTo>
                    <a:pt x="7303042" y="989901"/>
                  </a:lnTo>
                  <a:lnTo>
                    <a:pt x="7405922" y="983302"/>
                  </a:lnTo>
                  <a:lnTo>
                    <a:pt x="7504665" y="975876"/>
                  </a:lnTo>
                  <a:lnTo>
                    <a:pt x="7597527" y="967603"/>
                  </a:lnTo>
                  <a:lnTo>
                    <a:pt x="7683611" y="958435"/>
                  </a:lnTo>
                  <a:lnTo>
                    <a:pt x="7762679" y="948291"/>
                  </a:lnTo>
                  <a:lnTo>
                    <a:pt x="7834968" y="937057"/>
                  </a:lnTo>
                  <a:lnTo>
                    <a:pt x="7901028" y="924592"/>
                  </a:lnTo>
                  <a:lnTo>
                    <a:pt x="7961594" y="910730"/>
                  </a:lnTo>
                  <a:lnTo>
                    <a:pt x="8017488" y="895292"/>
                  </a:lnTo>
                  <a:lnTo>
                    <a:pt x="8069556" y="878105"/>
                  </a:lnTo>
                  <a:lnTo>
                    <a:pt x="8118607" y="859030"/>
                  </a:lnTo>
                  <a:lnTo>
                    <a:pt x="8151487" y="844543"/>
                  </a:lnTo>
                  <a:lnTo>
                    <a:pt x="8202198" y="819440"/>
                  </a:lnTo>
                  <a:lnTo>
                    <a:pt x="8251343" y="791851"/>
                  </a:lnTo>
                  <a:lnTo>
                    <a:pt x="8299495" y="761738"/>
                  </a:lnTo>
                  <a:lnTo>
                    <a:pt x="8347082" y="729141"/>
                  </a:lnTo>
                  <a:lnTo>
                    <a:pt x="8394403" y="694191"/>
                  </a:lnTo>
                  <a:lnTo>
                    <a:pt x="8441661" y="657113"/>
                  </a:lnTo>
                  <a:lnTo>
                    <a:pt x="8488967" y="618226"/>
                  </a:lnTo>
                  <a:lnTo>
                    <a:pt x="8536367" y="577937"/>
                  </a:lnTo>
                  <a:lnTo>
                    <a:pt x="8583851" y="536725"/>
                  </a:lnTo>
                  <a:lnTo>
                    <a:pt x="8631377" y="495118"/>
                  </a:lnTo>
                  <a:lnTo>
                    <a:pt x="8678886" y="453664"/>
                  </a:lnTo>
                  <a:lnTo>
                    <a:pt x="8726327" y="412904"/>
                  </a:lnTo>
                  <a:lnTo>
                    <a:pt x="8773673" y="373342"/>
                  </a:lnTo>
                  <a:lnTo>
                    <a:pt x="8820942" y="335419"/>
                  </a:lnTo>
                  <a:lnTo>
                    <a:pt x="8868216" y="299493"/>
                  </a:lnTo>
                  <a:lnTo>
                    <a:pt x="8915655" y="265834"/>
                  </a:lnTo>
                  <a:lnTo>
                    <a:pt x="8963512" y="234612"/>
                  </a:lnTo>
                  <a:lnTo>
                    <a:pt x="9012157" y="205907"/>
                  </a:lnTo>
                  <a:lnTo>
                    <a:pt x="9062093" y="179713"/>
                  </a:lnTo>
                  <a:lnTo>
                    <a:pt x="9084767" y="168908"/>
                  </a:lnTo>
                  <a:lnTo>
                    <a:pt x="9132146" y="148472"/>
                  </a:lnTo>
                  <a:lnTo>
                    <a:pt x="9182025" y="129976"/>
                  </a:lnTo>
                  <a:lnTo>
                    <a:pt x="9235157" y="113333"/>
                  </a:lnTo>
                  <a:lnTo>
                    <a:pt x="9292370" y="98389"/>
                  </a:lnTo>
                  <a:lnTo>
                    <a:pt x="9354506" y="84966"/>
                  </a:lnTo>
                  <a:lnTo>
                    <a:pt x="9422371" y="72888"/>
                  </a:lnTo>
                  <a:lnTo>
                    <a:pt x="9496655" y="61996"/>
                  </a:lnTo>
                  <a:lnTo>
                    <a:pt x="9577829" y="52156"/>
                  </a:lnTo>
                  <a:lnTo>
                    <a:pt x="9666006" y="43265"/>
                  </a:lnTo>
                  <a:lnTo>
                    <a:pt x="9760770" y="35250"/>
                  </a:lnTo>
                  <a:lnTo>
                    <a:pt x="9860983" y="28074"/>
                  </a:lnTo>
                  <a:lnTo>
                    <a:pt x="9964627" y="21725"/>
                  </a:lnTo>
                  <a:lnTo>
                    <a:pt x="10068719" y="16213"/>
                  </a:lnTo>
                  <a:lnTo>
                    <a:pt x="10169421" y="11558"/>
                  </a:lnTo>
                  <a:lnTo>
                    <a:pt x="10262380" y="7771"/>
                  </a:lnTo>
                  <a:lnTo>
                    <a:pt x="10343331" y="4843"/>
                  </a:lnTo>
                  <a:lnTo>
                    <a:pt x="10408843" y="2724"/>
                  </a:lnTo>
                  <a:lnTo>
                    <a:pt x="10457036" y="1322"/>
                  </a:lnTo>
                  <a:lnTo>
                    <a:pt x="10488047" y="508"/>
                  </a:lnTo>
                  <a:lnTo>
                    <a:pt x="10504134" y="124"/>
                  </a:lnTo>
                  <a:lnTo>
                    <a:pt x="10509485" y="8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74" name="pl874"/>
            <p:cNvSpPr/>
            <p:nvPr/>
          </p:nvSpPr>
          <p:spPr>
            <a:xfrm>
              <a:off x="4799595" y="7668686"/>
              <a:ext cx="11981298" cy="1013451"/>
            </a:xfrm>
            <a:custGeom>
              <a:avLst/>
              <a:pathLst>
                <a:path w="11981298" h="1013451">
                  <a:moveTo>
                    <a:pt x="11981298" y="0"/>
                  </a:moveTo>
                  <a:lnTo>
                    <a:pt x="10509911" y="0"/>
                  </a:lnTo>
                  <a:lnTo>
                    <a:pt x="10508685" y="25"/>
                  </a:lnTo>
                  <a:lnTo>
                    <a:pt x="10500644" y="204"/>
                  </a:lnTo>
                  <a:lnTo>
                    <a:pt x="10480421" y="700"/>
                  </a:lnTo>
                  <a:lnTo>
                    <a:pt x="10444378" y="1676"/>
                  </a:lnTo>
                  <a:lnTo>
                    <a:pt x="10390886" y="3282"/>
                  </a:lnTo>
                  <a:lnTo>
                    <a:pt x="10320444" y="5637"/>
                  </a:lnTo>
                  <a:lnTo>
                    <a:pt x="10235462" y="8820"/>
                  </a:lnTo>
                  <a:lnTo>
                    <a:pt x="10139704" y="12868"/>
                  </a:lnTo>
                  <a:lnTo>
                    <a:pt x="10037537" y="17784"/>
                  </a:lnTo>
                  <a:lnTo>
                    <a:pt x="9933211" y="23550"/>
                  </a:lnTo>
                  <a:lnTo>
                    <a:pt x="9830331" y="30148"/>
                  </a:lnTo>
                  <a:lnTo>
                    <a:pt x="9731589" y="37575"/>
                  </a:lnTo>
                  <a:lnTo>
                    <a:pt x="9638726" y="45848"/>
                  </a:lnTo>
                  <a:lnTo>
                    <a:pt x="9552642" y="55016"/>
                  </a:lnTo>
                  <a:lnTo>
                    <a:pt x="9473575" y="65160"/>
                  </a:lnTo>
                  <a:lnTo>
                    <a:pt x="9401286" y="76394"/>
                  </a:lnTo>
                  <a:lnTo>
                    <a:pt x="9335225" y="88859"/>
                  </a:lnTo>
                  <a:lnTo>
                    <a:pt x="9274659" y="102721"/>
                  </a:lnTo>
                  <a:lnTo>
                    <a:pt x="9218765" y="118158"/>
                  </a:lnTo>
                  <a:lnTo>
                    <a:pt x="9166697" y="135345"/>
                  </a:lnTo>
                  <a:lnTo>
                    <a:pt x="9117646" y="154421"/>
                  </a:lnTo>
                  <a:lnTo>
                    <a:pt x="9084767" y="168908"/>
                  </a:lnTo>
                  <a:lnTo>
                    <a:pt x="9034055" y="194011"/>
                  </a:lnTo>
                  <a:lnTo>
                    <a:pt x="8984911" y="221600"/>
                  </a:lnTo>
                  <a:lnTo>
                    <a:pt x="8936758" y="251713"/>
                  </a:lnTo>
                  <a:lnTo>
                    <a:pt x="8889172" y="284309"/>
                  </a:lnTo>
                  <a:lnTo>
                    <a:pt x="8841850" y="319260"/>
                  </a:lnTo>
                  <a:lnTo>
                    <a:pt x="8794593" y="356338"/>
                  </a:lnTo>
                  <a:lnTo>
                    <a:pt x="8747286" y="395225"/>
                  </a:lnTo>
                  <a:lnTo>
                    <a:pt x="8699887" y="435514"/>
                  </a:lnTo>
                  <a:lnTo>
                    <a:pt x="8652402" y="476726"/>
                  </a:lnTo>
                  <a:lnTo>
                    <a:pt x="8604876" y="518333"/>
                  </a:lnTo>
                  <a:lnTo>
                    <a:pt x="8557367" y="559787"/>
                  </a:lnTo>
                  <a:lnTo>
                    <a:pt x="8509926" y="600546"/>
                  </a:lnTo>
                  <a:lnTo>
                    <a:pt x="8462580" y="640109"/>
                  </a:lnTo>
                  <a:lnTo>
                    <a:pt x="8415311" y="678032"/>
                  </a:lnTo>
                  <a:lnTo>
                    <a:pt x="8368037" y="713957"/>
                  </a:lnTo>
                  <a:lnTo>
                    <a:pt x="8320598" y="747617"/>
                  </a:lnTo>
                  <a:lnTo>
                    <a:pt x="8272741" y="778839"/>
                  </a:lnTo>
                  <a:lnTo>
                    <a:pt x="8224097" y="807544"/>
                  </a:lnTo>
                  <a:lnTo>
                    <a:pt x="8174160" y="833737"/>
                  </a:lnTo>
                  <a:lnTo>
                    <a:pt x="8151487" y="844543"/>
                  </a:lnTo>
                  <a:lnTo>
                    <a:pt x="8104107" y="864979"/>
                  </a:lnTo>
                  <a:lnTo>
                    <a:pt x="8054229" y="883475"/>
                  </a:lnTo>
                  <a:lnTo>
                    <a:pt x="8001096" y="900118"/>
                  </a:lnTo>
                  <a:lnTo>
                    <a:pt x="7943884" y="915062"/>
                  </a:lnTo>
                  <a:lnTo>
                    <a:pt x="7881747" y="928485"/>
                  </a:lnTo>
                  <a:lnTo>
                    <a:pt x="7813882" y="940563"/>
                  </a:lnTo>
                  <a:lnTo>
                    <a:pt x="7739598" y="951455"/>
                  </a:lnTo>
                  <a:lnTo>
                    <a:pt x="7658424" y="961295"/>
                  </a:lnTo>
                  <a:lnTo>
                    <a:pt x="7570247" y="970186"/>
                  </a:lnTo>
                  <a:lnTo>
                    <a:pt x="7475484" y="978200"/>
                  </a:lnTo>
                  <a:lnTo>
                    <a:pt x="7375270" y="985377"/>
                  </a:lnTo>
                  <a:lnTo>
                    <a:pt x="7271627" y="991726"/>
                  </a:lnTo>
                  <a:lnTo>
                    <a:pt x="7167534" y="997238"/>
                  </a:lnTo>
                  <a:lnTo>
                    <a:pt x="7066833" y="1001893"/>
                  </a:lnTo>
                  <a:lnTo>
                    <a:pt x="6973873" y="1005679"/>
                  </a:lnTo>
                  <a:lnTo>
                    <a:pt x="6892922" y="1008608"/>
                  </a:lnTo>
                  <a:lnTo>
                    <a:pt x="6827411" y="1010727"/>
                  </a:lnTo>
                  <a:lnTo>
                    <a:pt x="6779218" y="1012129"/>
                  </a:lnTo>
                  <a:lnTo>
                    <a:pt x="6748207" y="1012943"/>
                  </a:lnTo>
                  <a:lnTo>
                    <a:pt x="6732119" y="1013327"/>
                  </a:lnTo>
                  <a:lnTo>
                    <a:pt x="6726768" y="1013443"/>
                  </a:lnTo>
                  <a:lnTo>
                    <a:pt x="6726343" y="1013451"/>
                  </a:lnTo>
                  <a:lnTo>
                    <a:pt x="5254955" y="1013451"/>
                  </a:lnTo>
                  <a:lnTo>
                    <a:pt x="5253726" y="1013430"/>
                  </a:lnTo>
                  <a:lnTo>
                    <a:pt x="5245661" y="1013279"/>
                  </a:lnTo>
                  <a:lnTo>
                    <a:pt x="5225380" y="1012862"/>
                  </a:lnTo>
                  <a:lnTo>
                    <a:pt x="5189238" y="1012041"/>
                  </a:lnTo>
                  <a:lnTo>
                    <a:pt x="5135610" y="1010690"/>
                  </a:lnTo>
                  <a:lnTo>
                    <a:pt x="5065005" y="1008709"/>
                  </a:lnTo>
                  <a:lnTo>
                    <a:pt x="4979850" y="1006031"/>
                  </a:lnTo>
                  <a:lnTo>
                    <a:pt x="4883927" y="1002627"/>
                  </a:lnTo>
                  <a:lnTo>
                    <a:pt x="4781619" y="998494"/>
                  </a:lnTo>
                  <a:lnTo>
                    <a:pt x="4677184" y="993646"/>
                  </a:lnTo>
                  <a:lnTo>
                    <a:pt x="4574230" y="988098"/>
                  </a:lnTo>
                  <a:lnTo>
                    <a:pt x="4475447" y="981855"/>
                  </a:lnTo>
                  <a:lnTo>
                    <a:pt x="4382572" y="974900"/>
                  </a:lnTo>
                  <a:lnTo>
                    <a:pt x="4296497" y="967192"/>
                  </a:lnTo>
                  <a:lnTo>
                    <a:pt x="4217452" y="958662"/>
                  </a:lnTo>
                  <a:lnTo>
                    <a:pt x="4145193" y="949215"/>
                  </a:lnTo>
                  <a:lnTo>
                    <a:pt x="4079165" y="938731"/>
                  </a:lnTo>
                  <a:lnTo>
                    <a:pt x="4018628" y="927070"/>
                  </a:lnTo>
                  <a:lnTo>
                    <a:pt x="3962757" y="914083"/>
                  </a:lnTo>
                  <a:lnTo>
                    <a:pt x="3910703" y="899622"/>
                  </a:lnTo>
                  <a:lnTo>
                    <a:pt x="3861657" y="883572"/>
                  </a:lnTo>
                  <a:lnTo>
                    <a:pt x="3829811" y="871786"/>
                  </a:lnTo>
                  <a:lnTo>
                    <a:pt x="3777742" y="850129"/>
                  </a:lnTo>
                  <a:lnTo>
                    <a:pt x="3727309" y="826271"/>
                  </a:lnTo>
                  <a:lnTo>
                    <a:pt x="3677895" y="800179"/>
                  </a:lnTo>
                  <a:lnTo>
                    <a:pt x="3629049" y="771895"/>
                  </a:lnTo>
                  <a:lnTo>
                    <a:pt x="3580454" y="741547"/>
                  </a:lnTo>
                  <a:lnTo>
                    <a:pt x="3531906" y="709349"/>
                  </a:lnTo>
                  <a:lnTo>
                    <a:pt x="3483295" y="675604"/>
                  </a:lnTo>
                  <a:lnTo>
                    <a:pt x="3434583" y="640696"/>
                  </a:lnTo>
                  <a:lnTo>
                    <a:pt x="3385790" y="605070"/>
                  </a:lnTo>
                  <a:lnTo>
                    <a:pt x="3336968" y="569212"/>
                  </a:lnTo>
                  <a:lnTo>
                    <a:pt x="3288179" y="533622"/>
                  </a:lnTo>
                  <a:lnTo>
                    <a:pt x="3239475" y="498785"/>
                  </a:lnTo>
                  <a:lnTo>
                    <a:pt x="3190870" y="465142"/>
                  </a:lnTo>
                  <a:lnTo>
                    <a:pt x="3142324" y="433070"/>
                  </a:lnTo>
                  <a:lnTo>
                    <a:pt x="3093719" y="402867"/>
                  </a:lnTo>
                  <a:lnTo>
                    <a:pt x="3044843" y="374741"/>
                  </a:lnTo>
                  <a:lnTo>
                    <a:pt x="2995371" y="348812"/>
                  </a:lnTo>
                  <a:lnTo>
                    <a:pt x="2944841" y="325118"/>
                  </a:lnTo>
                  <a:lnTo>
                    <a:pt x="2896531" y="305125"/>
                  </a:lnTo>
                  <a:lnTo>
                    <a:pt x="2849102" y="287968"/>
                  </a:lnTo>
                  <a:lnTo>
                    <a:pt x="2799167" y="272441"/>
                  </a:lnTo>
                  <a:lnTo>
                    <a:pt x="2745970" y="258472"/>
                  </a:lnTo>
                  <a:lnTo>
                    <a:pt x="2688683" y="245931"/>
                  </a:lnTo>
                  <a:lnTo>
                    <a:pt x="2626457" y="234667"/>
                  </a:lnTo>
                  <a:lnTo>
                    <a:pt x="2558488" y="224533"/>
                  </a:lnTo>
                  <a:lnTo>
                    <a:pt x="2484082" y="215394"/>
                  </a:lnTo>
                  <a:lnTo>
                    <a:pt x="2402771" y="207139"/>
                  </a:lnTo>
                  <a:lnTo>
                    <a:pt x="2314443" y="199681"/>
                  </a:lnTo>
                  <a:lnTo>
                    <a:pt x="2219521" y="192959"/>
                  </a:lnTo>
                  <a:lnTo>
                    <a:pt x="2119155" y="186942"/>
                  </a:lnTo>
                  <a:lnTo>
                    <a:pt x="2015380" y="181619"/>
                  </a:lnTo>
                  <a:lnTo>
                    <a:pt x="1911199" y="177001"/>
                  </a:lnTo>
                  <a:lnTo>
                    <a:pt x="1810471" y="173102"/>
                  </a:lnTo>
                  <a:lnTo>
                    <a:pt x="1717565" y="169934"/>
                  </a:lnTo>
                  <a:lnTo>
                    <a:pt x="1636755" y="167487"/>
                  </a:lnTo>
                  <a:lnTo>
                    <a:pt x="1571460" y="165719"/>
                  </a:lnTo>
                  <a:lnTo>
                    <a:pt x="1523535" y="164552"/>
                  </a:lnTo>
                  <a:lnTo>
                    <a:pt x="1492804" y="163876"/>
                  </a:lnTo>
                  <a:lnTo>
                    <a:pt x="1476962" y="163560"/>
                  </a:lnTo>
                  <a:lnTo>
                    <a:pt x="1471775" y="163466"/>
                  </a:lnTo>
                  <a:lnTo>
                    <a:pt x="1471387" y="163459"/>
                  </a:lnTo>
                  <a:lnTo>
                    <a:pt x="0" y="16345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75" name="pg875"/>
            <p:cNvSpPr/>
            <p:nvPr/>
          </p:nvSpPr>
          <p:spPr>
            <a:xfrm>
              <a:off x="4799595" y="7840319"/>
              <a:ext cx="11981298" cy="1838924"/>
            </a:xfrm>
            <a:custGeom>
              <a:avLst/>
              <a:pathLst>
                <a:path w="11981298" h="1838924">
                  <a:moveTo>
                    <a:pt x="0" y="8172"/>
                  </a:moveTo>
                  <a:lnTo>
                    <a:pt x="1471387" y="8172"/>
                  </a:lnTo>
                  <a:lnTo>
                    <a:pt x="1472615" y="8195"/>
                  </a:lnTo>
                  <a:lnTo>
                    <a:pt x="1480672" y="8356"/>
                  </a:lnTo>
                  <a:lnTo>
                    <a:pt x="1500934" y="8801"/>
                  </a:lnTo>
                  <a:lnTo>
                    <a:pt x="1537043" y="9676"/>
                  </a:lnTo>
                  <a:lnTo>
                    <a:pt x="1590627" y="11117"/>
                  </a:lnTo>
                  <a:lnTo>
                    <a:pt x="1661178" y="13229"/>
                  </a:lnTo>
                  <a:lnTo>
                    <a:pt x="1746275" y="16084"/>
                  </a:lnTo>
                  <a:lnTo>
                    <a:pt x="1842143" y="19714"/>
                  </a:lnTo>
                  <a:lnTo>
                    <a:pt x="1944405" y="24122"/>
                  </a:lnTo>
                  <a:lnTo>
                    <a:pt x="2048804" y="29292"/>
                  </a:lnTo>
                  <a:lnTo>
                    <a:pt x="2151734" y="35208"/>
                  </a:lnTo>
                  <a:lnTo>
                    <a:pt x="2250503" y="41866"/>
                  </a:lnTo>
                  <a:lnTo>
                    <a:pt x="2343374" y="49284"/>
                  </a:lnTo>
                  <a:lnTo>
                    <a:pt x="2429452" y="57504"/>
                  </a:lnTo>
                  <a:lnTo>
                    <a:pt x="2508504" y="66601"/>
                  </a:lnTo>
                  <a:lnTo>
                    <a:pt x="2580773" y="76675"/>
                  </a:lnTo>
                  <a:lnTo>
                    <a:pt x="2646812" y="87854"/>
                  </a:lnTo>
                  <a:lnTo>
                    <a:pt x="2707359" y="100287"/>
                  </a:lnTo>
                  <a:lnTo>
                    <a:pt x="2763238" y="114135"/>
                  </a:lnTo>
                  <a:lnTo>
                    <a:pt x="2815296" y="129553"/>
                  </a:lnTo>
                  <a:lnTo>
                    <a:pt x="2864343" y="146665"/>
                  </a:lnTo>
                  <a:lnTo>
                    <a:pt x="2896531" y="159373"/>
                  </a:lnTo>
                  <a:lnTo>
                    <a:pt x="2948132" y="182265"/>
                  </a:lnTo>
                  <a:lnTo>
                    <a:pt x="2998120" y="207464"/>
                  </a:lnTo>
                  <a:lnTo>
                    <a:pt x="3047099" y="235003"/>
                  </a:lnTo>
                  <a:lnTo>
                    <a:pt x="3095510" y="264841"/>
                  </a:lnTo>
                  <a:lnTo>
                    <a:pt x="3143666" y="296850"/>
                  </a:lnTo>
                  <a:lnTo>
                    <a:pt x="3191768" y="330809"/>
                  </a:lnTo>
                  <a:lnTo>
                    <a:pt x="3239928" y="366409"/>
                  </a:lnTo>
                  <a:lnTo>
                    <a:pt x="3288187" y="403256"/>
                  </a:lnTo>
                  <a:lnTo>
                    <a:pt x="3336529" y="440891"/>
                  </a:lnTo>
                  <a:lnTo>
                    <a:pt x="3384904" y="478812"/>
                  </a:lnTo>
                  <a:lnTo>
                    <a:pt x="3433252" y="516500"/>
                  </a:lnTo>
                  <a:lnTo>
                    <a:pt x="3481521" y="553449"/>
                  </a:lnTo>
                  <a:lnTo>
                    <a:pt x="3529691" y="589194"/>
                  </a:lnTo>
                  <a:lnTo>
                    <a:pt x="3577795" y="623336"/>
                  </a:lnTo>
                  <a:lnTo>
                    <a:pt x="3625937" y="655554"/>
                  </a:lnTo>
                  <a:lnTo>
                    <a:pt x="3674310" y="685620"/>
                  </a:lnTo>
                  <a:lnTo>
                    <a:pt x="3723214" y="713396"/>
                  </a:lnTo>
                  <a:lnTo>
                    <a:pt x="3773076" y="738831"/>
                  </a:lnTo>
                  <a:lnTo>
                    <a:pt x="3824480" y="761954"/>
                  </a:lnTo>
                  <a:lnTo>
                    <a:pt x="3829811" y="764175"/>
                  </a:lnTo>
                  <a:lnTo>
                    <a:pt x="3877224" y="782481"/>
                  </a:lnTo>
                  <a:lnTo>
                    <a:pt x="3927140" y="799047"/>
                  </a:lnTo>
                  <a:lnTo>
                    <a:pt x="3980316" y="813953"/>
                  </a:lnTo>
                  <a:lnTo>
                    <a:pt x="4037578" y="827336"/>
                  </a:lnTo>
                  <a:lnTo>
                    <a:pt x="4099774" y="839356"/>
                  </a:lnTo>
                  <a:lnTo>
                    <a:pt x="4167709" y="850171"/>
                  </a:lnTo>
                  <a:lnTo>
                    <a:pt x="4242075" y="859923"/>
                  </a:lnTo>
                  <a:lnTo>
                    <a:pt x="4323341" y="868733"/>
                  </a:lnTo>
                  <a:lnTo>
                    <a:pt x="4411619" y="876693"/>
                  </a:lnTo>
                  <a:lnTo>
                    <a:pt x="4506488" y="883867"/>
                  </a:lnTo>
                  <a:lnTo>
                    <a:pt x="4606804" y="890290"/>
                  </a:lnTo>
                  <a:lnTo>
                    <a:pt x="4710535" y="895971"/>
                  </a:lnTo>
                  <a:lnTo>
                    <a:pt x="4814687" y="900902"/>
                  </a:lnTo>
                  <a:lnTo>
                    <a:pt x="4915406" y="905065"/>
                  </a:lnTo>
                  <a:lnTo>
                    <a:pt x="5008330" y="908449"/>
                  </a:lnTo>
                  <a:lnTo>
                    <a:pt x="5089187" y="911064"/>
                  </a:lnTo>
                  <a:lnTo>
                    <a:pt x="5154554" y="912955"/>
                  </a:lnTo>
                  <a:lnTo>
                    <a:pt x="5202568" y="914203"/>
                  </a:lnTo>
                  <a:lnTo>
                    <a:pt x="5233391" y="914927"/>
                  </a:lnTo>
                  <a:lnTo>
                    <a:pt x="5249314" y="915266"/>
                  </a:lnTo>
                  <a:lnTo>
                    <a:pt x="5254555" y="915368"/>
                  </a:lnTo>
                  <a:lnTo>
                    <a:pt x="5254955" y="915375"/>
                  </a:lnTo>
                  <a:lnTo>
                    <a:pt x="6726343" y="915375"/>
                  </a:lnTo>
                  <a:lnTo>
                    <a:pt x="6727570" y="915398"/>
                  </a:lnTo>
                  <a:lnTo>
                    <a:pt x="6735624" y="915562"/>
                  </a:lnTo>
                  <a:lnTo>
                    <a:pt x="6755881" y="916015"/>
                  </a:lnTo>
                  <a:lnTo>
                    <a:pt x="6791981" y="916906"/>
                  </a:lnTo>
                  <a:lnTo>
                    <a:pt x="6845551" y="918372"/>
                  </a:lnTo>
                  <a:lnTo>
                    <a:pt x="6916086" y="920521"/>
                  </a:lnTo>
                  <a:lnTo>
                    <a:pt x="7001166" y="923427"/>
                  </a:lnTo>
                  <a:lnTo>
                    <a:pt x="7097018" y="927122"/>
                  </a:lnTo>
                  <a:lnTo>
                    <a:pt x="7199266" y="931608"/>
                  </a:lnTo>
                  <a:lnTo>
                    <a:pt x="7303654" y="936870"/>
                  </a:lnTo>
                  <a:lnTo>
                    <a:pt x="7406577" y="942891"/>
                  </a:lnTo>
                  <a:lnTo>
                    <a:pt x="7505342" y="949668"/>
                  </a:lnTo>
                  <a:lnTo>
                    <a:pt x="7598212" y="957217"/>
                  </a:lnTo>
                  <a:lnTo>
                    <a:pt x="7684291" y="965583"/>
                  </a:lnTo>
                  <a:lnTo>
                    <a:pt x="7763345" y="974841"/>
                  </a:lnTo>
                  <a:lnTo>
                    <a:pt x="7835617" y="985094"/>
                  </a:lnTo>
                  <a:lnTo>
                    <a:pt x="7901659" y="996472"/>
                  </a:lnTo>
                  <a:lnTo>
                    <a:pt x="7962208" y="1009126"/>
                  </a:lnTo>
                  <a:lnTo>
                    <a:pt x="8018090" y="1023218"/>
                  </a:lnTo>
                  <a:lnTo>
                    <a:pt x="8070149" y="1038909"/>
                  </a:lnTo>
                  <a:lnTo>
                    <a:pt x="8119197" y="1056324"/>
                  </a:lnTo>
                  <a:lnTo>
                    <a:pt x="8151487" y="1069300"/>
                  </a:lnTo>
                  <a:lnTo>
                    <a:pt x="8202952" y="1092540"/>
                  </a:lnTo>
                  <a:lnTo>
                    <a:pt x="8252812" y="1118114"/>
                  </a:lnTo>
                  <a:lnTo>
                    <a:pt x="8301665" y="1146059"/>
                  </a:lnTo>
                  <a:lnTo>
                    <a:pt x="8349951" y="1176333"/>
                  </a:lnTo>
                  <a:lnTo>
                    <a:pt x="8397979" y="1208806"/>
                  </a:lnTo>
                  <a:lnTo>
                    <a:pt x="8445952" y="1243258"/>
                  </a:lnTo>
                  <a:lnTo>
                    <a:pt x="8493983" y="1279376"/>
                  </a:lnTo>
                  <a:lnTo>
                    <a:pt x="8542111" y="1316766"/>
                  </a:lnTo>
                  <a:lnTo>
                    <a:pt x="8590322" y="1354965"/>
                  </a:lnTo>
                  <a:lnTo>
                    <a:pt x="8638568" y="1393465"/>
                  </a:lnTo>
                  <a:lnTo>
                    <a:pt x="8686788" y="1431743"/>
                  </a:lnTo>
                  <a:lnTo>
                    <a:pt x="8734931" y="1469288"/>
                  </a:lnTo>
                  <a:lnTo>
                    <a:pt x="8782975" y="1505628"/>
                  </a:lnTo>
                  <a:lnTo>
                    <a:pt x="8830952" y="1540357"/>
                  </a:lnTo>
                  <a:lnTo>
                    <a:pt x="8878961" y="1573148"/>
                  </a:lnTo>
                  <a:lnTo>
                    <a:pt x="8927191" y="1603768"/>
                  </a:lnTo>
                  <a:lnTo>
                    <a:pt x="8975932" y="1632073"/>
                  </a:lnTo>
                  <a:lnTo>
                    <a:pt x="9025604" y="1658009"/>
                  </a:lnTo>
                  <a:lnTo>
                    <a:pt x="9076778" y="1681600"/>
                  </a:lnTo>
                  <a:lnTo>
                    <a:pt x="9084767" y="1684999"/>
                  </a:lnTo>
                  <a:lnTo>
                    <a:pt x="9132175" y="1703633"/>
                  </a:lnTo>
                  <a:lnTo>
                    <a:pt x="9182085" y="1720497"/>
                  </a:lnTo>
                  <a:lnTo>
                    <a:pt x="9235254" y="1735670"/>
                  </a:lnTo>
                  <a:lnTo>
                    <a:pt x="9292510" y="1749293"/>
                  </a:lnTo>
                  <a:lnTo>
                    <a:pt x="9354697" y="1761529"/>
                  </a:lnTo>
                  <a:lnTo>
                    <a:pt x="9422622" y="1772538"/>
                  </a:lnTo>
                  <a:lnTo>
                    <a:pt x="9496975" y="1782466"/>
                  </a:lnTo>
                  <a:lnTo>
                    <a:pt x="9578228" y="1791434"/>
                  </a:lnTo>
                  <a:lnTo>
                    <a:pt x="9666491" y="1799538"/>
                  </a:lnTo>
                  <a:lnTo>
                    <a:pt x="9761344" y="1806841"/>
                  </a:lnTo>
                  <a:lnTo>
                    <a:pt x="9861645" y="1813380"/>
                  </a:lnTo>
                  <a:lnTo>
                    <a:pt x="9965364" y="1819164"/>
                  </a:lnTo>
                  <a:lnTo>
                    <a:pt x="10069507" y="1824184"/>
                  </a:lnTo>
                  <a:lnTo>
                    <a:pt x="10170224" y="1828423"/>
                  </a:lnTo>
                  <a:lnTo>
                    <a:pt x="10263153" y="1831869"/>
                  </a:lnTo>
                  <a:lnTo>
                    <a:pt x="10344024" y="1834532"/>
                  </a:lnTo>
                  <a:lnTo>
                    <a:pt x="10409412" y="1836457"/>
                  </a:lnTo>
                  <a:lnTo>
                    <a:pt x="10457452" y="1837729"/>
                  </a:lnTo>
                  <a:lnTo>
                    <a:pt x="10488303" y="1838467"/>
                  </a:lnTo>
                  <a:lnTo>
                    <a:pt x="10504250" y="1838813"/>
                  </a:lnTo>
                  <a:lnTo>
                    <a:pt x="10509507" y="1838917"/>
                  </a:lnTo>
                  <a:lnTo>
                    <a:pt x="10509911" y="1838924"/>
                  </a:lnTo>
                  <a:lnTo>
                    <a:pt x="11981298" y="1838924"/>
                  </a:lnTo>
                  <a:lnTo>
                    <a:pt x="11981298" y="1830751"/>
                  </a:lnTo>
                  <a:lnTo>
                    <a:pt x="10509911" y="1830751"/>
                  </a:lnTo>
                  <a:lnTo>
                    <a:pt x="10508683" y="1830728"/>
                  </a:lnTo>
                  <a:lnTo>
                    <a:pt x="10500629" y="1830564"/>
                  </a:lnTo>
                  <a:lnTo>
                    <a:pt x="10480372" y="1830112"/>
                  </a:lnTo>
                  <a:lnTo>
                    <a:pt x="10444272" y="1829221"/>
                  </a:lnTo>
                  <a:lnTo>
                    <a:pt x="10390703" y="1827755"/>
                  </a:lnTo>
                  <a:lnTo>
                    <a:pt x="10320168" y="1825605"/>
                  </a:lnTo>
                  <a:lnTo>
                    <a:pt x="10235087" y="1822699"/>
                  </a:lnTo>
                  <a:lnTo>
                    <a:pt x="10139235" y="1819005"/>
                  </a:lnTo>
                  <a:lnTo>
                    <a:pt x="10036987" y="1814519"/>
                  </a:lnTo>
                  <a:lnTo>
                    <a:pt x="9932599" y="1809257"/>
                  </a:lnTo>
                  <a:lnTo>
                    <a:pt x="9829677" y="1803235"/>
                  </a:lnTo>
                  <a:lnTo>
                    <a:pt x="9730911" y="1796459"/>
                  </a:lnTo>
                  <a:lnTo>
                    <a:pt x="9638041" y="1788910"/>
                  </a:lnTo>
                  <a:lnTo>
                    <a:pt x="9551962" y="1780543"/>
                  </a:lnTo>
                  <a:lnTo>
                    <a:pt x="9472908" y="1771285"/>
                  </a:lnTo>
                  <a:lnTo>
                    <a:pt x="9400636" y="1761032"/>
                  </a:lnTo>
                  <a:lnTo>
                    <a:pt x="9334594" y="1749654"/>
                  </a:lnTo>
                  <a:lnTo>
                    <a:pt x="9274045" y="1737001"/>
                  </a:lnTo>
                  <a:lnTo>
                    <a:pt x="9218163" y="1722908"/>
                  </a:lnTo>
                  <a:lnTo>
                    <a:pt x="9166104" y="1707218"/>
                  </a:lnTo>
                  <a:lnTo>
                    <a:pt x="9117056" y="1689802"/>
                  </a:lnTo>
                  <a:lnTo>
                    <a:pt x="9084767" y="1676826"/>
                  </a:lnTo>
                  <a:lnTo>
                    <a:pt x="9033301" y="1653587"/>
                  </a:lnTo>
                  <a:lnTo>
                    <a:pt x="8983441" y="1628012"/>
                  </a:lnTo>
                  <a:lnTo>
                    <a:pt x="8934588" y="1600067"/>
                  </a:lnTo>
                  <a:lnTo>
                    <a:pt x="8886303" y="1569794"/>
                  </a:lnTo>
                  <a:lnTo>
                    <a:pt x="8838274" y="1537321"/>
                  </a:lnTo>
                  <a:lnTo>
                    <a:pt x="8790301" y="1502869"/>
                  </a:lnTo>
                  <a:lnTo>
                    <a:pt x="8742270" y="1466750"/>
                  </a:lnTo>
                  <a:lnTo>
                    <a:pt x="8694142" y="1429361"/>
                  </a:lnTo>
                  <a:lnTo>
                    <a:pt x="8645931" y="1391162"/>
                  </a:lnTo>
                  <a:lnTo>
                    <a:pt x="8597685" y="1352661"/>
                  </a:lnTo>
                  <a:lnTo>
                    <a:pt x="8549465" y="1314383"/>
                  </a:lnTo>
                  <a:lnTo>
                    <a:pt x="8501322" y="1276839"/>
                  </a:lnTo>
                  <a:lnTo>
                    <a:pt x="8453278" y="1240499"/>
                  </a:lnTo>
                  <a:lnTo>
                    <a:pt x="8405301" y="1205770"/>
                  </a:lnTo>
                  <a:lnTo>
                    <a:pt x="8357292" y="1172978"/>
                  </a:lnTo>
                  <a:lnTo>
                    <a:pt x="8309063" y="1142358"/>
                  </a:lnTo>
                  <a:lnTo>
                    <a:pt x="8260321" y="1114053"/>
                  </a:lnTo>
                  <a:lnTo>
                    <a:pt x="8210649" y="1088117"/>
                  </a:lnTo>
                  <a:lnTo>
                    <a:pt x="8159475" y="1064527"/>
                  </a:lnTo>
                  <a:lnTo>
                    <a:pt x="8151487" y="1061127"/>
                  </a:lnTo>
                  <a:lnTo>
                    <a:pt x="8104079" y="1042493"/>
                  </a:lnTo>
                  <a:lnTo>
                    <a:pt x="8054168" y="1025630"/>
                  </a:lnTo>
                  <a:lnTo>
                    <a:pt x="8000999" y="1010456"/>
                  </a:lnTo>
                  <a:lnTo>
                    <a:pt x="7943743" y="996833"/>
                  </a:lnTo>
                  <a:lnTo>
                    <a:pt x="7881556" y="984597"/>
                  </a:lnTo>
                  <a:lnTo>
                    <a:pt x="7813631" y="973588"/>
                  </a:lnTo>
                  <a:lnTo>
                    <a:pt x="7739278" y="963660"/>
                  </a:lnTo>
                  <a:lnTo>
                    <a:pt x="7658026" y="954692"/>
                  </a:lnTo>
                  <a:lnTo>
                    <a:pt x="7569762" y="946589"/>
                  </a:lnTo>
                  <a:lnTo>
                    <a:pt x="7474909" y="939286"/>
                  </a:lnTo>
                  <a:lnTo>
                    <a:pt x="7374608" y="932747"/>
                  </a:lnTo>
                  <a:lnTo>
                    <a:pt x="7270890" y="926962"/>
                  </a:lnTo>
                  <a:lnTo>
                    <a:pt x="7166746" y="921942"/>
                  </a:lnTo>
                  <a:lnTo>
                    <a:pt x="7066030" y="917703"/>
                  </a:lnTo>
                  <a:lnTo>
                    <a:pt x="6973101" y="914258"/>
                  </a:lnTo>
                  <a:lnTo>
                    <a:pt x="6892230" y="911595"/>
                  </a:lnTo>
                  <a:lnTo>
                    <a:pt x="6826842" y="909669"/>
                  </a:lnTo>
                  <a:lnTo>
                    <a:pt x="6778802" y="908397"/>
                  </a:lnTo>
                  <a:lnTo>
                    <a:pt x="6747950" y="907659"/>
                  </a:lnTo>
                  <a:lnTo>
                    <a:pt x="6732003" y="907314"/>
                  </a:lnTo>
                  <a:lnTo>
                    <a:pt x="6726746" y="907210"/>
                  </a:lnTo>
                  <a:lnTo>
                    <a:pt x="6726343" y="907202"/>
                  </a:lnTo>
                  <a:lnTo>
                    <a:pt x="5254955" y="907202"/>
                  </a:lnTo>
                  <a:lnTo>
                    <a:pt x="5253727" y="907180"/>
                  </a:lnTo>
                  <a:lnTo>
                    <a:pt x="5245670" y="907019"/>
                  </a:lnTo>
                  <a:lnTo>
                    <a:pt x="5225408" y="906574"/>
                  </a:lnTo>
                  <a:lnTo>
                    <a:pt x="5189299" y="905698"/>
                  </a:lnTo>
                  <a:lnTo>
                    <a:pt x="5135716" y="904258"/>
                  </a:lnTo>
                  <a:lnTo>
                    <a:pt x="5065165" y="902146"/>
                  </a:lnTo>
                  <a:lnTo>
                    <a:pt x="4980067" y="899291"/>
                  </a:lnTo>
                  <a:lnTo>
                    <a:pt x="4884199" y="895660"/>
                  </a:lnTo>
                  <a:lnTo>
                    <a:pt x="4781937" y="891253"/>
                  </a:lnTo>
                  <a:lnTo>
                    <a:pt x="4677538" y="886083"/>
                  </a:lnTo>
                  <a:lnTo>
                    <a:pt x="4574608" y="880167"/>
                  </a:lnTo>
                  <a:lnTo>
                    <a:pt x="4475839" y="873508"/>
                  </a:lnTo>
                  <a:lnTo>
                    <a:pt x="4382968" y="866091"/>
                  </a:lnTo>
                  <a:lnTo>
                    <a:pt x="4296890" y="857871"/>
                  </a:lnTo>
                  <a:lnTo>
                    <a:pt x="4217838" y="848774"/>
                  </a:lnTo>
                  <a:lnTo>
                    <a:pt x="4145569" y="838700"/>
                  </a:lnTo>
                  <a:lnTo>
                    <a:pt x="4079530" y="827521"/>
                  </a:lnTo>
                  <a:lnTo>
                    <a:pt x="4018984" y="815087"/>
                  </a:lnTo>
                  <a:lnTo>
                    <a:pt x="3963104" y="801240"/>
                  </a:lnTo>
                  <a:lnTo>
                    <a:pt x="3911046" y="785822"/>
                  </a:lnTo>
                  <a:lnTo>
                    <a:pt x="3861999" y="768710"/>
                  </a:lnTo>
                  <a:lnTo>
                    <a:pt x="3829811" y="756002"/>
                  </a:lnTo>
                  <a:lnTo>
                    <a:pt x="3778211" y="733109"/>
                  </a:lnTo>
                  <a:lnTo>
                    <a:pt x="3728222" y="707911"/>
                  </a:lnTo>
                  <a:lnTo>
                    <a:pt x="3679243" y="680372"/>
                  </a:lnTo>
                  <a:lnTo>
                    <a:pt x="3630832" y="650533"/>
                  </a:lnTo>
                  <a:lnTo>
                    <a:pt x="3582676" y="618525"/>
                  </a:lnTo>
                  <a:lnTo>
                    <a:pt x="3534574" y="584565"/>
                  </a:lnTo>
                  <a:lnTo>
                    <a:pt x="3486414" y="548966"/>
                  </a:lnTo>
                  <a:lnTo>
                    <a:pt x="3438155" y="512119"/>
                  </a:lnTo>
                  <a:lnTo>
                    <a:pt x="3389813" y="474483"/>
                  </a:lnTo>
                  <a:lnTo>
                    <a:pt x="3341438" y="436562"/>
                  </a:lnTo>
                  <a:lnTo>
                    <a:pt x="3293090" y="398875"/>
                  </a:lnTo>
                  <a:lnTo>
                    <a:pt x="3244821" y="361926"/>
                  </a:lnTo>
                  <a:lnTo>
                    <a:pt x="3196651" y="326180"/>
                  </a:lnTo>
                  <a:lnTo>
                    <a:pt x="3148547" y="292039"/>
                  </a:lnTo>
                  <a:lnTo>
                    <a:pt x="3100405" y="259821"/>
                  </a:lnTo>
                  <a:lnTo>
                    <a:pt x="3052032" y="229755"/>
                  </a:lnTo>
                  <a:lnTo>
                    <a:pt x="3003128" y="201979"/>
                  </a:lnTo>
                  <a:lnTo>
                    <a:pt x="2953267" y="176543"/>
                  </a:lnTo>
                  <a:lnTo>
                    <a:pt x="2901863" y="153420"/>
                  </a:lnTo>
                  <a:lnTo>
                    <a:pt x="2896531" y="151200"/>
                  </a:lnTo>
                  <a:lnTo>
                    <a:pt x="2849118" y="132894"/>
                  </a:lnTo>
                  <a:lnTo>
                    <a:pt x="2799202" y="116328"/>
                  </a:lnTo>
                  <a:lnTo>
                    <a:pt x="2746027" y="101422"/>
                  </a:lnTo>
                  <a:lnTo>
                    <a:pt x="2688764" y="88039"/>
                  </a:lnTo>
                  <a:lnTo>
                    <a:pt x="2626568" y="76019"/>
                  </a:lnTo>
                  <a:lnTo>
                    <a:pt x="2558633" y="65204"/>
                  </a:lnTo>
                  <a:lnTo>
                    <a:pt x="2484268" y="55452"/>
                  </a:lnTo>
                  <a:lnTo>
                    <a:pt x="2403002" y="46642"/>
                  </a:lnTo>
                  <a:lnTo>
                    <a:pt x="2314723" y="38682"/>
                  </a:lnTo>
                  <a:lnTo>
                    <a:pt x="2219854" y="31508"/>
                  </a:lnTo>
                  <a:lnTo>
                    <a:pt x="2119538" y="25085"/>
                  </a:lnTo>
                  <a:lnTo>
                    <a:pt x="2015807" y="19403"/>
                  </a:lnTo>
                  <a:lnTo>
                    <a:pt x="1911655" y="14472"/>
                  </a:lnTo>
                  <a:lnTo>
                    <a:pt x="1810936" y="10309"/>
                  </a:lnTo>
                  <a:lnTo>
                    <a:pt x="1718012" y="6926"/>
                  </a:lnTo>
                  <a:lnTo>
                    <a:pt x="1637155" y="4310"/>
                  </a:lnTo>
                  <a:lnTo>
                    <a:pt x="1571788" y="2420"/>
                  </a:lnTo>
                  <a:lnTo>
                    <a:pt x="1523775" y="1172"/>
                  </a:lnTo>
                  <a:lnTo>
                    <a:pt x="1492951" y="448"/>
                  </a:lnTo>
                  <a:lnTo>
                    <a:pt x="1477028" y="108"/>
                  </a:lnTo>
                  <a:lnTo>
                    <a:pt x="1471787" y="7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28E5B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876" name="pl876"/>
            <p:cNvSpPr/>
            <p:nvPr/>
          </p:nvSpPr>
          <p:spPr>
            <a:xfrm>
              <a:off x="4799595" y="7848492"/>
              <a:ext cx="11981298" cy="1830751"/>
            </a:xfrm>
            <a:custGeom>
              <a:avLst/>
              <a:pathLst>
                <a:path w="11981298" h="1830751">
                  <a:moveTo>
                    <a:pt x="0" y="0"/>
                  </a:moveTo>
                  <a:lnTo>
                    <a:pt x="1471387" y="0"/>
                  </a:lnTo>
                  <a:lnTo>
                    <a:pt x="1472615" y="22"/>
                  </a:lnTo>
                  <a:lnTo>
                    <a:pt x="1480672" y="183"/>
                  </a:lnTo>
                  <a:lnTo>
                    <a:pt x="1500934" y="628"/>
                  </a:lnTo>
                  <a:lnTo>
                    <a:pt x="1537043" y="1503"/>
                  </a:lnTo>
                  <a:lnTo>
                    <a:pt x="1590627" y="2944"/>
                  </a:lnTo>
                  <a:lnTo>
                    <a:pt x="1661178" y="5056"/>
                  </a:lnTo>
                  <a:lnTo>
                    <a:pt x="1746275" y="7911"/>
                  </a:lnTo>
                  <a:lnTo>
                    <a:pt x="1842143" y="11541"/>
                  </a:lnTo>
                  <a:lnTo>
                    <a:pt x="1944405" y="15949"/>
                  </a:lnTo>
                  <a:lnTo>
                    <a:pt x="2048804" y="21119"/>
                  </a:lnTo>
                  <a:lnTo>
                    <a:pt x="2151734" y="27035"/>
                  </a:lnTo>
                  <a:lnTo>
                    <a:pt x="2250503" y="33693"/>
                  </a:lnTo>
                  <a:lnTo>
                    <a:pt x="2343374" y="41111"/>
                  </a:lnTo>
                  <a:lnTo>
                    <a:pt x="2429452" y="49331"/>
                  </a:lnTo>
                  <a:lnTo>
                    <a:pt x="2508504" y="58428"/>
                  </a:lnTo>
                  <a:lnTo>
                    <a:pt x="2580773" y="68502"/>
                  </a:lnTo>
                  <a:lnTo>
                    <a:pt x="2646812" y="79681"/>
                  </a:lnTo>
                  <a:lnTo>
                    <a:pt x="2707359" y="92114"/>
                  </a:lnTo>
                  <a:lnTo>
                    <a:pt x="2763238" y="105962"/>
                  </a:lnTo>
                  <a:lnTo>
                    <a:pt x="2815296" y="121380"/>
                  </a:lnTo>
                  <a:lnTo>
                    <a:pt x="2864343" y="138492"/>
                  </a:lnTo>
                  <a:lnTo>
                    <a:pt x="2896531" y="151200"/>
                  </a:lnTo>
                  <a:lnTo>
                    <a:pt x="2948132" y="174092"/>
                  </a:lnTo>
                  <a:lnTo>
                    <a:pt x="2998120" y="199291"/>
                  </a:lnTo>
                  <a:lnTo>
                    <a:pt x="3047099" y="226830"/>
                  </a:lnTo>
                  <a:lnTo>
                    <a:pt x="3095510" y="256668"/>
                  </a:lnTo>
                  <a:lnTo>
                    <a:pt x="3143666" y="288677"/>
                  </a:lnTo>
                  <a:lnTo>
                    <a:pt x="3191768" y="322636"/>
                  </a:lnTo>
                  <a:lnTo>
                    <a:pt x="3239928" y="358236"/>
                  </a:lnTo>
                  <a:lnTo>
                    <a:pt x="3288187" y="395083"/>
                  </a:lnTo>
                  <a:lnTo>
                    <a:pt x="3336529" y="432718"/>
                  </a:lnTo>
                  <a:lnTo>
                    <a:pt x="3384904" y="470639"/>
                  </a:lnTo>
                  <a:lnTo>
                    <a:pt x="3433252" y="508327"/>
                  </a:lnTo>
                  <a:lnTo>
                    <a:pt x="3481521" y="545276"/>
                  </a:lnTo>
                  <a:lnTo>
                    <a:pt x="3529691" y="581021"/>
                  </a:lnTo>
                  <a:lnTo>
                    <a:pt x="3577795" y="615163"/>
                  </a:lnTo>
                  <a:lnTo>
                    <a:pt x="3625937" y="647381"/>
                  </a:lnTo>
                  <a:lnTo>
                    <a:pt x="3674310" y="677447"/>
                  </a:lnTo>
                  <a:lnTo>
                    <a:pt x="3723214" y="705223"/>
                  </a:lnTo>
                  <a:lnTo>
                    <a:pt x="3773076" y="730658"/>
                  </a:lnTo>
                  <a:lnTo>
                    <a:pt x="3824480" y="753781"/>
                  </a:lnTo>
                  <a:lnTo>
                    <a:pt x="3829811" y="756002"/>
                  </a:lnTo>
                  <a:lnTo>
                    <a:pt x="3877224" y="774308"/>
                  </a:lnTo>
                  <a:lnTo>
                    <a:pt x="3927140" y="790874"/>
                  </a:lnTo>
                  <a:lnTo>
                    <a:pt x="3980316" y="805780"/>
                  </a:lnTo>
                  <a:lnTo>
                    <a:pt x="4037578" y="819163"/>
                  </a:lnTo>
                  <a:lnTo>
                    <a:pt x="4099774" y="831183"/>
                  </a:lnTo>
                  <a:lnTo>
                    <a:pt x="4167709" y="841998"/>
                  </a:lnTo>
                  <a:lnTo>
                    <a:pt x="4242075" y="851750"/>
                  </a:lnTo>
                  <a:lnTo>
                    <a:pt x="4323341" y="860560"/>
                  </a:lnTo>
                  <a:lnTo>
                    <a:pt x="4411619" y="868520"/>
                  </a:lnTo>
                  <a:lnTo>
                    <a:pt x="4506488" y="875694"/>
                  </a:lnTo>
                  <a:lnTo>
                    <a:pt x="4606804" y="882117"/>
                  </a:lnTo>
                  <a:lnTo>
                    <a:pt x="4710535" y="887798"/>
                  </a:lnTo>
                  <a:lnTo>
                    <a:pt x="4814687" y="892729"/>
                  </a:lnTo>
                  <a:lnTo>
                    <a:pt x="4915406" y="896892"/>
                  </a:lnTo>
                  <a:lnTo>
                    <a:pt x="5008330" y="900276"/>
                  </a:lnTo>
                  <a:lnTo>
                    <a:pt x="5089187" y="902891"/>
                  </a:lnTo>
                  <a:lnTo>
                    <a:pt x="5154554" y="904782"/>
                  </a:lnTo>
                  <a:lnTo>
                    <a:pt x="5202568" y="906030"/>
                  </a:lnTo>
                  <a:lnTo>
                    <a:pt x="5233391" y="906754"/>
                  </a:lnTo>
                  <a:lnTo>
                    <a:pt x="5249314" y="907093"/>
                  </a:lnTo>
                  <a:lnTo>
                    <a:pt x="5254555" y="907195"/>
                  </a:lnTo>
                  <a:lnTo>
                    <a:pt x="5254955" y="907202"/>
                  </a:lnTo>
                  <a:lnTo>
                    <a:pt x="6726343" y="907202"/>
                  </a:lnTo>
                  <a:lnTo>
                    <a:pt x="6727570" y="907225"/>
                  </a:lnTo>
                  <a:lnTo>
                    <a:pt x="6735624" y="907389"/>
                  </a:lnTo>
                  <a:lnTo>
                    <a:pt x="6755881" y="907842"/>
                  </a:lnTo>
                  <a:lnTo>
                    <a:pt x="6791981" y="908733"/>
                  </a:lnTo>
                  <a:lnTo>
                    <a:pt x="6845551" y="910199"/>
                  </a:lnTo>
                  <a:lnTo>
                    <a:pt x="6916086" y="912348"/>
                  </a:lnTo>
                  <a:lnTo>
                    <a:pt x="7001166" y="915254"/>
                  </a:lnTo>
                  <a:lnTo>
                    <a:pt x="7097018" y="918949"/>
                  </a:lnTo>
                  <a:lnTo>
                    <a:pt x="7199266" y="923435"/>
                  </a:lnTo>
                  <a:lnTo>
                    <a:pt x="7303654" y="928697"/>
                  </a:lnTo>
                  <a:lnTo>
                    <a:pt x="7406577" y="934718"/>
                  </a:lnTo>
                  <a:lnTo>
                    <a:pt x="7505342" y="941495"/>
                  </a:lnTo>
                  <a:lnTo>
                    <a:pt x="7598212" y="949044"/>
                  </a:lnTo>
                  <a:lnTo>
                    <a:pt x="7684291" y="957410"/>
                  </a:lnTo>
                  <a:lnTo>
                    <a:pt x="7763345" y="966668"/>
                  </a:lnTo>
                  <a:lnTo>
                    <a:pt x="7835617" y="976921"/>
                  </a:lnTo>
                  <a:lnTo>
                    <a:pt x="7901659" y="988299"/>
                  </a:lnTo>
                  <a:lnTo>
                    <a:pt x="7962208" y="1000953"/>
                  </a:lnTo>
                  <a:lnTo>
                    <a:pt x="8018090" y="1015045"/>
                  </a:lnTo>
                  <a:lnTo>
                    <a:pt x="8070149" y="1030736"/>
                  </a:lnTo>
                  <a:lnTo>
                    <a:pt x="8119197" y="1048151"/>
                  </a:lnTo>
                  <a:lnTo>
                    <a:pt x="8151487" y="1061127"/>
                  </a:lnTo>
                  <a:lnTo>
                    <a:pt x="8202952" y="1084367"/>
                  </a:lnTo>
                  <a:lnTo>
                    <a:pt x="8252812" y="1109941"/>
                  </a:lnTo>
                  <a:lnTo>
                    <a:pt x="8301665" y="1137886"/>
                  </a:lnTo>
                  <a:lnTo>
                    <a:pt x="8349951" y="1168160"/>
                  </a:lnTo>
                  <a:lnTo>
                    <a:pt x="8397979" y="1200633"/>
                  </a:lnTo>
                  <a:lnTo>
                    <a:pt x="8445952" y="1235085"/>
                  </a:lnTo>
                  <a:lnTo>
                    <a:pt x="8493983" y="1271203"/>
                  </a:lnTo>
                  <a:lnTo>
                    <a:pt x="8542111" y="1308593"/>
                  </a:lnTo>
                  <a:lnTo>
                    <a:pt x="8590322" y="1346792"/>
                  </a:lnTo>
                  <a:lnTo>
                    <a:pt x="8638568" y="1385292"/>
                  </a:lnTo>
                  <a:lnTo>
                    <a:pt x="8686788" y="1423570"/>
                  </a:lnTo>
                  <a:lnTo>
                    <a:pt x="8734931" y="1461115"/>
                  </a:lnTo>
                  <a:lnTo>
                    <a:pt x="8782975" y="1497455"/>
                  </a:lnTo>
                  <a:lnTo>
                    <a:pt x="8830952" y="1532184"/>
                  </a:lnTo>
                  <a:lnTo>
                    <a:pt x="8878961" y="1564975"/>
                  </a:lnTo>
                  <a:lnTo>
                    <a:pt x="8927191" y="1595595"/>
                  </a:lnTo>
                  <a:lnTo>
                    <a:pt x="8975932" y="1623900"/>
                  </a:lnTo>
                  <a:lnTo>
                    <a:pt x="9025604" y="1649836"/>
                  </a:lnTo>
                  <a:lnTo>
                    <a:pt x="9076778" y="1673427"/>
                  </a:lnTo>
                  <a:lnTo>
                    <a:pt x="9084767" y="1676826"/>
                  </a:lnTo>
                  <a:lnTo>
                    <a:pt x="9132175" y="1695460"/>
                  </a:lnTo>
                  <a:lnTo>
                    <a:pt x="9182085" y="1712324"/>
                  </a:lnTo>
                  <a:lnTo>
                    <a:pt x="9235254" y="1727497"/>
                  </a:lnTo>
                  <a:lnTo>
                    <a:pt x="9292510" y="1741120"/>
                  </a:lnTo>
                  <a:lnTo>
                    <a:pt x="9354697" y="1753356"/>
                  </a:lnTo>
                  <a:lnTo>
                    <a:pt x="9422622" y="1764365"/>
                  </a:lnTo>
                  <a:lnTo>
                    <a:pt x="9496975" y="1774293"/>
                  </a:lnTo>
                  <a:lnTo>
                    <a:pt x="9578228" y="1783261"/>
                  </a:lnTo>
                  <a:lnTo>
                    <a:pt x="9666491" y="1791365"/>
                  </a:lnTo>
                  <a:lnTo>
                    <a:pt x="9761344" y="1798668"/>
                  </a:lnTo>
                  <a:lnTo>
                    <a:pt x="9861645" y="1805207"/>
                  </a:lnTo>
                  <a:lnTo>
                    <a:pt x="9965364" y="1810991"/>
                  </a:lnTo>
                  <a:lnTo>
                    <a:pt x="10069507" y="1816011"/>
                  </a:lnTo>
                  <a:lnTo>
                    <a:pt x="10170224" y="1820250"/>
                  </a:lnTo>
                  <a:lnTo>
                    <a:pt x="10263153" y="1823696"/>
                  </a:lnTo>
                  <a:lnTo>
                    <a:pt x="10344024" y="1826359"/>
                  </a:lnTo>
                  <a:lnTo>
                    <a:pt x="10409412" y="1828284"/>
                  </a:lnTo>
                  <a:lnTo>
                    <a:pt x="10457452" y="1829556"/>
                  </a:lnTo>
                  <a:lnTo>
                    <a:pt x="10488303" y="1830294"/>
                  </a:lnTo>
                  <a:lnTo>
                    <a:pt x="10504250" y="1830640"/>
                  </a:lnTo>
                  <a:lnTo>
                    <a:pt x="10509507" y="1830744"/>
                  </a:lnTo>
                  <a:lnTo>
                    <a:pt x="10509911" y="1830751"/>
                  </a:lnTo>
                  <a:lnTo>
                    <a:pt x="11981298" y="183075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77" name="pl877"/>
            <p:cNvSpPr/>
            <p:nvPr/>
          </p:nvSpPr>
          <p:spPr>
            <a:xfrm>
              <a:off x="4799595" y="7840319"/>
              <a:ext cx="11981298" cy="1830751"/>
            </a:xfrm>
            <a:custGeom>
              <a:avLst/>
              <a:pathLst>
                <a:path w="11981298" h="1830751">
                  <a:moveTo>
                    <a:pt x="11981298" y="1830751"/>
                  </a:moveTo>
                  <a:lnTo>
                    <a:pt x="10509911" y="1830751"/>
                  </a:lnTo>
                  <a:lnTo>
                    <a:pt x="10508683" y="1830728"/>
                  </a:lnTo>
                  <a:lnTo>
                    <a:pt x="10500629" y="1830564"/>
                  </a:lnTo>
                  <a:lnTo>
                    <a:pt x="10480372" y="1830112"/>
                  </a:lnTo>
                  <a:lnTo>
                    <a:pt x="10444272" y="1829221"/>
                  </a:lnTo>
                  <a:lnTo>
                    <a:pt x="10390703" y="1827755"/>
                  </a:lnTo>
                  <a:lnTo>
                    <a:pt x="10320168" y="1825605"/>
                  </a:lnTo>
                  <a:lnTo>
                    <a:pt x="10235087" y="1822699"/>
                  </a:lnTo>
                  <a:lnTo>
                    <a:pt x="10139235" y="1819005"/>
                  </a:lnTo>
                  <a:lnTo>
                    <a:pt x="10036987" y="1814519"/>
                  </a:lnTo>
                  <a:lnTo>
                    <a:pt x="9932599" y="1809257"/>
                  </a:lnTo>
                  <a:lnTo>
                    <a:pt x="9829677" y="1803235"/>
                  </a:lnTo>
                  <a:lnTo>
                    <a:pt x="9730911" y="1796459"/>
                  </a:lnTo>
                  <a:lnTo>
                    <a:pt x="9638041" y="1788910"/>
                  </a:lnTo>
                  <a:lnTo>
                    <a:pt x="9551962" y="1780543"/>
                  </a:lnTo>
                  <a:lnTo>
                    <a:pt x="9472908" y="1771285"/>
                  </a:lnTo>
                  <a:lnTo>
                    <a:pt x="9400636" y="1761032"/>
                  </a:lnTo>
                  <a:lnTo>
                    <a:pt x="9334594" y="1749654"/>
                  </a:lnTo>
                  <a:lnTo>
                    <a:pt x="9274045" y="1737001"/>
                  </a:lnTo>
                  <a:lnTo>
                    <a:pt x="9218163" y="1722908"/>
                  </a:lnTo>
                  <a:lnTo>
                    <a:pt x="9166104" y="1707218"/>
                  </a:lnTo>
                  <a:lnTo>
                    <a:pt x="9117056" y="1689802"/>
                  </a:lnTo>
                  <a:lnTo>
                    <a:pt x="9084767" y="1676826"/>
                  </a:lnTo>
                  <a:lnTo>
                    <a:pt x="9033301" y="1653587"/>
                  </a:lnTo>
                  <a:lnTo>
                    <a:pt x="8983441" y="1628012"/>
                  </a:lnTo>
                  <a:lnTo>
                    <a:pt x="8934588" y="1600067"/>
                  </a:lnTo>
                  <a:lnTo>
                    <a:pt x="8886303" y="1569794"/>
                  </a:lnTo>
                  <a:lnTo>
                    <a:pt x="8838274" y="1537321"/>
                  </a:lnTo>
                  <a:lnTo>
                    <a:pt x="8790301" y="1502869"/>
                  </a:lnTo>
                  <a:lnTo>
                    <a:pt x="8742270" y="1466750"/>
                  </a:lnTo>
                  <a:lnTo>
                    <a:pt x="8694142" y="1429361"/>
                  </a:lnTo>
                  <a:lnTo>
                    <a:pt x="8645931" y="1391162"/>
                  </a:lnTo>
                  <a:lnTo>
                    <a:pt x="8597685" y="1352661"/>
                  </a:lnTo>
                  <a:lnTo>
                    <a:pt x="8549465" y="1314383"/>
                  </a:lnTo>
                  <a:lnTo>
                    <a:pt x="8501322" y="1276839"/>
                  </a:lnTo>
                  <a:lnTo>
                    <a:pt x="8453278" y="1240499"/>
                  </a:lnTo>
                  <a:lnTo>
                    <a:pt x="8405301" y="1205770"/>
                  </a:lnTo>
                  <a:lnTo>
                    <a:pt x="8357292" y="1172978"/>
                  </a:lnTo>
                  <a:lnTo>
                    <a:pt x="8309063" y="1142358"/>
                  </a:lnTo>
                  <a:lnTo>
                    <a:pt x="8260321" y="1114053"/>
                  </a:lnTo>
                  <a:lnTo>
                    <a:pt x="8210649" y="1088117"/>
                  </a:lnTo>
                  <a:lnTo>
                    <a:pt x="8159475" y="1064527"/>
                  </a:lnTo>
                  <a:lnTo>
                    <a:pt x="8151487" y="1061127"/>
                  </a:lnTo>
                  <a:lnTo>
                    <a:pt x="8104079" y="1042493"/>
                  </a:lnTo>
                  <a:lnTo>
                    <a:pt x="8054168" y="1025630"/>
                  </a:lnTo>
                  <a:lnTo>
                    <a:pt x="8000999" y="1010456"/>
                  </a:lnTo>
                  <a:lnTo>
                    <a:pt x="7943743" y="996833"/>
                  </a:lnTo>
                  <a:lnTo>
                    <a:pt x="7881556" y="984597"/>
                  </a:lnTo>
                  <a:lnTo>
                    <a:pt x="7813631" y="973588"/>
                  </a:lnTo>
                  <a:lnTo>
                    <a:pt x="7739278" y="963660"/>
                  </a:lnTo>
                  <a:lnTo>
                    <a:pt x="7658026" y="954692"/>
                  </a:lnTo>
                  <a:lnTo>
                    <a:pt x="7569762" y="946589"/>
                  </a:lnTo>
                  <a:lnTo>
                    <a:pt x="7474909" y="939286"/>
                  </a:lnTo>
                  <a:lnTo>
                    <a:pt x="7374608" y="932747"/>
                  </a:lnTo>
                  <a:lnTo>
                    <a:pt x="7270890" y="926962"/>
                  </a:lnTo>
                  <a:lnTo>
                    <a:pt x="7166746" y="921942"/>
                  </a:lnTo>
                  <a:lnTo>
                    <a:pt x="7066030" y="917703"/>
                  </a:lnTo>
                  <a:lnTo>
                    <a:pt x="6973101" y="914258"/>
                  </a:lnTo>
                  <a:lnTo>
                    <a:pt x="6892230" y="911595"/>
                  </a:lnTo>
                  <a:lnTo>
                    <a:pt x="6826842" y="909669"/>
                  </a:lnTo>
                  <a:lnTo>
                    <a:pt x="6778802" y="908397"/>
                  </a:lnTo>
                  <a:lnTo>
                    <a:pt x="6747950" y="907659"/>
                  </a:lnTo>
                  <a:lnTo>
                    <a:pt x="6732003" y="907314"/>
                  </a:lnTo>
                  <a:lnTo>
                    <a:pt x="6726746" y="907210"/>
                  </a:lnTo>
                  <a:lnTo>
                    <a:pt x="6726343" y="907202"/>
                  </a:lnTo>
                  <a:lnTo>
                    <a:pt x="5254955" y="907202"/>
                  </a:lnTo>
                  <a:lnTo>
                    <a:pt x="5253727" y="907180"/>
                  </a:lnTo>
                  <a:lnTo>
                    <a:pt x="5245670" y="907019"/>
                  </a:lnTo>
                  <a:lnTo>
                    <a:pt x="5225408" y="906574"/>
                  </a:lnTo>
                  <a:lnTo>
                    <a:pt x="5189299" y="905698"/>
                  </a:lnTo>
                  <a:lnTo>
                    <a:pt x="5135716" y="904258"/>
                  </a:lnTo>
                  <a:lnTo>
                    <a:pt x="5065165" y="902146"/>
                  </a:lnTo>
                  <a:lnTo>
                    <a:pt x="4980067" y="899291"/>
                  </a:lnTo>
                  <a:lnTo>
                    <a:pt x="4884199" y="895660"/>
                  </a:lnTo>
                  <a:lnTo>
                    <a:pt x="4781937" y="891253"/>
                  </a:lnTo>
                  <a:lnTo>
                    <a:pt x="4677538" y="886083"/>
                  </a:lnTo>
                  <a:lnTo>
                    <a:pt x="4574608" y="880167"/>
                  </a:lnTo>
                  <a:lnTo>
                    <a:pt x="4475839" y="873508"/>
                  </a:lnTo>
                  <a:lnTo>
                    <a:pt x="4382968" y="866091"/>
                  </a:lnTo>
                  <a:lnTo>
                    <a:pt x="4296890" y="857871"/>
                  </a:lnTo>
                  <a:lnTo>
                    <a:pt x="4217838" y="848774"/>
                  </a:lnTo>
                  <a:lnTo>
                    <a:pt x="4145569" y="838700"/>
                  </a:lnTo>
                  <a:lnTo>
                    <a:pt x="4079530" y="827521"/>
                  </a:lnTo>
                  <a:lnTo>
                    <a:pt x="4018984" y="815087"/>
                  </a:lnTo>
                  <a:lnTo>
                    <a:pt x="3963104" y="801240"/>
                  </a:lnTo>
                  <a:lnTo>
                    <a:pt x="3911046" y="785822"/>
                  </a:lnTo>
                  <a:lnTo>
                    <a:pt x="3861999" y="768710"/>
                  </a:lnTo>
                  <a:lnTo>
                    <a:pt x="3829811" y="756002"/>
                  </a:lnTo>
                  <a:lnTo>
                    <a:pt x="3778211" y="733109"/>
                  </a:lnTo>
                  <a:lnTo>
                    <a:pt x="3728222" y="707911"/>
                  </a:lnTo>
                  <a:lnTo>
                    <a:pt x="3679243" y="680372"/>
                  </a:lnTo>
                  <a:lnTo>
                    <a:pt x="3630832" y="650533"/>
                  </a:lnTo>
                  <a:lnTo>
                    <a:pt x="3582676" y="618525"/>
                  </a:lnTo>
                  <a:lnTo>
                    <a:pt x="3534574" y="584565"/>
                  </a:lnTo>
                  <a:lnTo>
                    <a:pt x="3486414" y="548966"/>
                  </a:lnTo>
                  <a:lnTo>
                    <a:pt x="3438155" y="512119"/>
                  </a:lnTo>
                  <a:lnTo>
                    <a:pt x="3389813" y="474483"/>
                  </a:lnTo>
                  <a:lnTo>
                    <a:pt x="3341438" y="436562"/>
                  </a:lnTo>
                  <a:lnTo>
                    <a:pt x="3293090" y="398875"/>
                  </a:lnTo>
                  <a:lnTo>
                    <a:pt x="3244821" y="361926"/>
                  </a:lnTo>
                  <a:lnTo>
                    <a:pt x="3196651" y="326180"/>
                  </a:lnTo>
                  <a:lnTo>
                    <a:pt x="3148547" y="292039"/>
                  </a:lnTo>
                  <a:lnTo>
                    <a:pt x="3100405" y="259821"/>
                  </a:lnTo>
                  <a:lnTo>
                    <a:pt x="3052032" y="229755"/>
                  </a:lnTo>
                  <a:lnTo>
                    <a:pt x="3003128" y="201979"/>
                  </a:lnTo>
                  <a:lnTo>
                    <a:pt x="2953267" y="176543"/>
                  </a:lnTo>
                  <a:lnTo>
                    <a:pt x="2901863" y="153420"/>
                  </a:lnTo>
                  <a:lnTo>
                    <a:pt x="2896531" y="151200"/>
                  </a:lnTo>
                  <a:lnTo>
                    <a:pt x="2849118" y="132894"/>
                  </a:lnTo>
                  <a:lnTo>
                    <a:pt x="2799202" y="116328"/>
                  </a:lnTo>
                  <a:lnTo>
                    <a:pt x="2746027" y="101422"/>
                  </a:lnTo>
                  <a:lnTo>
                    <a:pt x="2688764" y="88039"/>
                  </a:lnTo>
                  <a:lnTo>
                    <a:pt x="2626568" y="76019"/>
                  </a:lnTo>
                  <a:lnTo>
                    <a:pt x="2558633" y="65204"/>
                  </a:lnTo>
                  <a:lnTo>
                    <a:pt x="2484268" y="55452"/>
                  </a:lnTo>
                  <a:lnTo>
                    <a:pt x="2403002" y="46642"/>
                  </a:lnTo>
                  <a:lnTo>
                    <a:pt x="2314723" y="38682"/>
                  </a:lnTo>
                  <a:lnTo>
                    <a:pt x="2219854" y="31508"/>
                  </a:lnTo>
                  <a:lnTo>
                    <a:pt x="2119538" y="25085"/>
                  </a:lnTo>
                  <a:lnTo>
                    <a:pt x="2015807" y="19403"/>
                  </a:lnTo>
                  <a:lnTo>
                    <a:pt x="1911655" y="14472"/>
                  </a:lnTo>
                  <a:lnTo>
                    <a:pt x="1810936" y="10309"/>
                  </a:lnTo>
                  <a:lnTo>
                    <a:pt x="1718012" y="6926"/>
                  </a:lnTo>
                  <a:lnTo>
                    <a:pt x="1637155" y="4310"/>
                  </a:lnTo>
                  <a:lnTo>
                    <a:pt x="1571788" y="2420"/>
                  </a:lnTo>
                  <a:lnTo>
                    <a:pt x="1523775" y="1172"/>
                  </a:lnTo>
                  <a:lnTo>
                    <a:pt x="1492951" y="448"/>
                  </a:lnTo>
                  <a:lnTo>
                    <a:pt x="1477028" y="108"/>
                  </a:lnTo>
                  <a:lnTo>
                    <a:pt x="1471787" y="7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78" name="pg878"/>
            <p:cNvSpPr/>
            <p:nvPr/>
          </p:nvSpPr>
          <p:spPr>
            <a:xfrm>
              <a:off x="4799595" y="7848492"/>
              <a:ext cx="11981298" cy="2574494"/>
            </a:xfrm>
            <a:custGeom>
              <a:avLst/>
              <a:pathLst>
                <a:path w="11981298" h="2574494">
                  <a:moveTo>
                    <a:pt x="0" y="8172"/>
                  </a:moveTo>
                  <a:lnTo>
                    <a:pt x="1471387" y="8172"/>
                  </a:lnTo>
                  <a:lnTo>
                    <a:pt x="1472615" y="8195"/>
                  </a:lnTo>
                  <a:lnTo>
                    <a:pt x="1480672" y="8356"/>
                  </a:lnTo>
                  <a:lnTo>
                    <a:pt x="1500934" y="8801"/>
                  </a:lnTo>
                  <a:lnTo>
                    <a:pt x="1537043" y="9676"/>
                  </a:lnTo>
                  <a:lnTo>
                    <a:pt x="1590627" y="11117"/>
                  </a:lnTo>
                  <a:lnTo>
                    <a:pt x="1661178" y="13229"/>
                  </a:lnTo>
                  <a:lnTo>
                    <a:pt x="1746275" y="16084"/>
                  </a:lnTo>
                  <a:lnTo>
                    <a:pt x="1842143" y="19714"/>
                  </a:lnTo>
                  <a:lnTo>
                    <a:pt x="1944405" y="24122"/>
                  </a:lnTo>
                  <a:lnTo>
                    <a:pt x="2048804" y="29292"/>
                  </a:lnTo>
                  <a:lnTo>
                    <a:pt x="2151734" y="35208"/>
                  </a:lnTo>
                  <a:lnTo>
                    <a:pt x="2250503" y="41866"/>
                  </a:lnTo>
                  <a:lnTo>
                    <a:pt x="2343374" y="49284"/>
                  </a:lnTo>
                  <a:lnTo>
                    <a:pt x="2429452" y="57504"/>
                  </a:lnTo>
                  <a:lnTo>
                    <a:pt x="2508504" y="66601"/>
                  </a:lnTo>
                  <a:lnTo>
                    <a:pt x="2580773" y="76675"/>
                  </a:lnTo>
                  <a:lnTo>
                    <a:pt x="2646812" y="87854"/>
                  </a:lnTo>
                  <a:lnTo>
                    <a:pt x="2707359" y="100287"/>
                  </a:lnTo>
                  <a:lnTo>
                    <a:pt x="2763238" y="114135"/>
                  </a:lnTo>
                  <a:lnTo>
                    <a:pt x="2815296" y="129553"/>
                  </a:lnTo>
                  <a:lnTo>
                    <a:pt x="2864343" y="146665"/>
                  </a:lnTo>
                  <a:lnTo>
                    <a:pt x="2896531" y="159373"/>
                  </a:lnTo>
                  <a:lnTo>
                    <a:pt x="2948132" y="182265"/>
                  </a:lnTo>
                  <a:lnTo>
                    <a:pt x="2998120" y="207464"/>
                  </a:lnTo>
                  <a:lnTo>
                    <a:pt x="3047099" y="235003"/>
                  </a:lnTo>
                  <a:lnTo>
                    <a:pt x="3095510" y="264841"/>
                  </a:lnTo>
                  <a:lnTo>
                    <a:pt x="3143666" y="296850"/>
                  </a:lnTo>
                  <a:lnTo>
                    <a:pt x="3191768" y="330809"/>
                  </a:lnTo>
                  <a:lnTo>
                    <a:pt x="3239928" y="366409"/>
                  </a:lnTo>
                  <a:lnTo>
                    <a:pt x="3288187" y="403256"/>
                  </a:lnTo>
                  <a:lnTo>
                    <a:pt x="3336529" y="440891"/>
                  </a:lnTo>
                  <a:lnTo>
                    <a:pt x="3384904" y="478812"/>
                  </a:lnTo>
                  <a:lnTo>
                    <a:pt x="3433252" y="516500"/>
                  </a:lnTo>
                  <a:lnTo>
                    <a:pt x="3481521" y="553449"/>
                  </a:lnTo>
                  <a:lnTo>
                    <a:pt x="3529691" y="589194"/>
                  </a:lnTo>
                  <a:lnTo>
                    <a:pt x="3577795" y="623336"/>
                  </a:lnTo>
                  <a:lnTo>
                    <a:pt x="3625937" y="655554"/>
                  </a:lnTo>
                  <a:lnTo>
                    <a:pt x="3674310" y="685620"/>
                  </a:lnTo>
                  <a:lnTo>
                    <a:pt x="3723214" y="713396"/>
                  </a:lnTo>
                  <a:lnTo>
                    <a:pt x="3773076" y="738831"/>
                  </a:lnTo>
                  <a:lnTo>
                    <a:pt x="3824480" y="761954"/>
                  </a:lnTo>
                  <a:lnTo>
                    <a:pt x="3829811" y="764175"/>
                  </a:lnTo>
                  <a:lnTo>
                    <a:pt x="3877224" y="782481"/>
                  </a:lnTo>
                  <a:lnTo>
                    <a:pt x="3927140" y="799047"/>
                  </a:lnTo>
                  <a:lnTo>
                    <a:pt x="3980316" y="813953"/>
                  </a:lnTo>
                  <a:lnTo>
                    <a:pt x="4037578" y="827336"/>
                  </a:lnTo>
                  <a:lnTo>
                    <a:pt x="4099774" y="839356"/>
                  </a:lnTo>
                  <a:lnTo>
                    <a:pt x="4167709" y="850171"/>
                  </a:lnTo>
                  <a:lnTo>
                    <a:pt x="4242075" y="859923"/>
                  </a:lnTo>
                  <a:lnTo>
                    <a:pt x="4323341" y="868733"/>
                  </a:lnTo>
                  <a:lnTo>
                    <a:pt x="4411619" y="876693"/>
                  </a:lnTo>
                  <a:lnTo>
                    <a:pt x="4506488" y="883867"/>
                  </a:lnTo>
                  <a:lnTo>
                    <a:pt x="4606804" y="890290"/>
                  </a:lnTo>
                  <a:lnTo>
                    <a:pt x="4710535" y="895971"/>
                  </a:lnTo>
                  <a:lnTo>
                    <a:pt x="4814687" y="900902"/>
                  </a:lnTo>
                  <a:lnTo>
                    <a:pt x="4915406" y="905065"/>
                  </a:lnTo>
                  <a:lnTo>
                    <a:pt x="5008330" y="908449"/>
                  </a:lnTo>
                  <a:lnTo>
                    <a:pt x="5089187" y="911064"/>
                  </a:lnTo>
                  <a:lnTo>
                    <a:pt x="5154554" y="912955"/>
                  </a:lnTo>
                  <a:lnTo>
                    <a:pt x="5202568" y="914203"/>
                  </a:lnTo>
                  <a:lnTo>
                    <a:pt x="5233391" y="914927"/>
                  </a:lnTo>
                  <a:lnTo>
                    <a:pt x="5249314" y="915266"/>
                  </a:lnTo>
                  <a:lnTo>
                    <a:pt x="5254555" y="915368"/>
                  </a:lnTo>
                  <a:lnTo>
                    <a:pt x="5254955" y="915375"/>
                  </a:lnTo>
                  <a:lnTo>
                    <a:pt x="6726343" y="915375"/>
                  </a:lnTo>
                  <a:lnTo>
                    <a:pt x="6727547" y="915416"/>
                  </a:lnTo>
                  <a:lnTo>
                    <a:pt x="6735456" y="915704"/>
                  </a:lnTo>
                  <a:lnTo>
                    <a:pt x="6755359" y="916502"/>
                  </a:lnTo>
                  <a:lnTo>
                    <a:pt x="6790856" y="918073"/>
                  </a:lnTo>
                  <a:lnTo>
                    <a:pt x="6843590" y="920657"/>
                  </a:lnTo>
                  <a:lnTo>
                    <a:pt x="6913125" y="924449"/>
                  </a:lnTo>
                  <a:lnTo>
                    <a:pt x="6997143" y="929579"/>
                  </a:lnTo>
                  <a:lnTo>
                    <a:pt x="7091981" y="936108"/>
                  </a:lnTo>
                  <a:lnTo>
                    <a:pt x="7193355" y="944040"/>
                  </a:lnTo>
                  <a:lnTo>
                    <a:pt x="7297067" y="953351"/>
                  </a:lnTo>
                  <a:lnTo>
                    <a:pt x="7399531" y="964011"/>
                  </a:lnTo>
                  <a:lnTo>
                    <a:pt x="7498042" y="976009"/>
                  </a:lnTo>
                  <a:lnTo>
                    <a:pt x="7590831" y="989374"/>
                  </a:lnTo>
                  <a:lnTo>
                    <a:pt x="7676959" y="1004180"/>
                  </a:lnTo>
                  <a:lnTo>
                    <a:pt x="7756149" y="1020554"/>
                  </a:lnTo>
                  <a:lnTo>
                    <a:pt x="7828604" y="1038673"/>
                  </a:lnTo>
                  <a:lnTo>
                    <a:pt x="7894842" y="1058762"/>
                  </a:lnTo>
                  <a:lnTo>
                    <a:pt x="7955572" y="1081083"/>
                  </a:lnTo>
                  <a:lnTo>
                    <a:pt x="8011599" y="1105925"/>
                  </a:lnTo>
                  <a:lnTo>
                    <a:pt x="8063752" y="1133569"/>
                  </a:lnTo>
                  <a:lnTo>
                    <a:pt x="8112834" y="1164249"/>
                  </a:lnTo>
                  <a:lnTo>
                    <a:pt x="8151487" y="1191895"/>
                  </a:lnTo>
                  <a:lnTo>
                    <a:pt x="8196822" y="1228370"/>
                  </a:lnTo>
                  <a:lnTo>
                    <a:pt x="8240854" y="1268075"/>
                  </a:lnTo>
                  <a:lnTo>
                    <a:pt x="8284011" y="1311070"/>
                  </a:lnTo>
                  <a:lnTo>
                    <a:pt x="8326622" y="1357332"/>
                  </a:lnTo>
                  <a:lnTo>
                    <a:pt x="8368930" y="1406752"/>
                  </a:lnTo>
                  <a:lnTo>
                    <a:pt x="8411112" y="1459123"/>
                  </a:lnTo>
                  <a:lnTo>
                    <a:pt x="8453282" y="1514135"/>
                  </a:lnTo>
                  <a:lnTo>
                    <a:pt x="8495507" y="1571386"/>
                  </a:lnTo>
                  <a:lnTo>
                    <a:pt x="8537807" y="1630384"/>
                  </a:lnTo>
                  <a:lnTo>
                    <a:pt x="8580174" y="1690566"/>
                  </a:lnTo>
                  <a:lnTo>
                    <a:pt x="8622578" y="1751320"/>
                  </a:lnTo>
                  <a:lnTo>
                    <a:pt x="8664978" y="1812005"/>
                  </a:lnTo>
                  <a:lnTo>
                    <a:pt x="8707333" y="1871989"/>
                  </a:lnTo>
                  <a:lnTo>
                    <a:pt x="8749617" y="1930665"/>
                  </a:lnTo>
                  <a:lnTo>
                    <a:pt x="8791827" y="1987484"/>
                  </a:lnTo>
                  <a:lnTo>
                    <a:pt x="8833993" y="2041972"/>
                  </a:lnTo>
                  <a:lnTo>
                    <a:pt x="8876190" y="2093745"/>
                  </a:lnTo>
                  <a:lnTo>
                    <a:pt x="8918545" y="2142516"/>
                  </a:lnTo>
                  <a:lnTo>
                    <a:pt x="8961247" y="2188099"/>
                  </a:lnTo>
                  <a:lnTo>
                    <a:pt x="9004558" y="2230401"/>
                  </a:lnTo>
                  <a:lnTo>
                    <a:pt x="9048824" y="2269421"/>
                  </a:lnTo>
                  <a:lnTo>
                    <a:pt x="9084767" y="2297974"/>
                  </a:lnTo>
                  <a:lnTo>
                    <a:pt x="9131868" y="2331248"/>
                  </a:lnTo>
                  <a:lnTo>
                    <a:pt x="9181436" y="2361381"/>
                  </a:lnTo>
                  <a:lnTo>
                    <a:pt x="9234211" y="2388512"/>
                  </a:lnTo>
                  <a:lnTo>
                    <a:pt x="9291005" y="2412889"/>
                  </a:lnTo>
                  <a:lnTo>
                    <a:pt x="9352648" y="2434797"/>
                  </a:lnTo>
                  <a:lnTo>
                    <a:pt x="9419933" y="2454521"/>
                  </a:lnTo>
                  <a:lnTo>
                    <a:pt x="9493543" y="2472318"/>
                  </a:lnTo>
                  <a:lnTo>
                    <a:pt x="9573951" y="2488404"/>
                  </a:lnTo>
                  <a:lnTo>
                    <a:pt x="9661287" y="2502949"/>
                  </a:lnTo>
                  <a:lnTo>
                    <a:pt x="9755173" y="2516070"/>
                  </a:lnTo>
                  <a:lnTo>
                    <a:pt x="9854534" y="2527832"/>
                  </a:lnTo>
                  <a:lnTo>
                    <a:pt x="9957440" y="2538255"/>
                  </a:lnTo>
                  <a:lnTo>
                    <a:pt x="10061023" y="2547326"/>
                  </a:lnTo>
                  <a:lnTo>
                    <a:pt x="10161562" y="2555013"/>
                  </a:lnTo>
                  <a:lnTo>
                    <a:pt x="10254798" y="2561293"/>
                  </a:lnTo>
                  <a:lnTo>
                    <a:pt x="10336503" y="2566182"/>
                  </a:lnTo>
                  <a:lnTo>
                    <a:pt x="10403201" y="2569750"/>
                  </a:lnTo>
                  <a:lnTo>
                    <a:pt x="10452875" y="2572140"/>
                  </a:lnTo>
                  <a:lnTo>
                    <a:pt x="10485450" y="2573556"/>
                  </a:lnTo>
                  <a:lnTo>
                    <a:pt x="10502929" y="2574245"/>
                  </a:lnTo>
                  <a:lnTo>
                    <a:pt x="10509230" y="2574471"/>
                  </a:lnTo>
                  <a:lnTo>
                    <a:pt x="10509911" y="2574494"/>
                  </a:lnTo>
                  <a:lnTo>
                    <a:pt x="11981298" y="2574494"/>
                  </a:lnTo>
                  <a:lnTo>
                    <a:pt x="11981298" y="2566321"/>
                  </a:lnTo>
                  <a:lnTo>
                    <a:pt x="10509911" y="2566321"/>
                  </a:lnTo>
                  <a:lnTo>
                    <a:pt x="10508706" y="2566281"/>
                  </a:lnTo>
                  <a:lnTo>
                    <a:pt x="10500797" y="2565992"/>
                  </a:lnTo>
                  <a:lnTo>
                    <a:pt x="10480895" y="2565194"/>
                  </a:lnTo>
                  <a:lnTo>
                    <a:pt x="10445398" y="2563624"/>
                  </a:lnTo>
                  <a:lnTo>
                    <a:pt x="10392663" y="2561039"/>
                  </a:lnTo>
                  <a:lnTo>
                    <a:pt x="10323128" y="2557247"/>
                  </a:lnTo>
                  <a:lnTo>
                    <a:pt x="10239110" y="2552117"/>
                  </a:lnTo>
                  <a:lnTo>
                    <a:pt x="10144272" y="2545589"/>
                  </a:lnTo>
                  <a:lnTo>
                    <a:pt x="10042898" y="2537656"/>
                  </a:lnTo>
                  <a:lnTo>
                    <a:pt x="9939186" y="2528345"/>
                  </a:lnTo>
                  <a:lnTo>
                    <a:pt x="9836722" y="2517686"/>
                  </a:lnTo>
                  <a:lnTo>
                    <a:pt x="9738211" y="2505687"/>
                  </a:lnTo>
                  <a:lnTo>
                    <a:pt x="9645422" y="2492322"/>
                  </a:lnTo>
                  <a:lnTo>
                    <a:pt x="9559294" y="2477516"/>
                  </a:lnTo>
                  <a:lnTo>
                    <a:pt x="9480104" y="2461142"/>
                  </a:lnTo>
                  <a:lnTo>
                    <a:pt x="9407649" y="2443023"/>
                  </a:lnTo>
                  <a:lnTo>
                    <a:pt x="9341411" y="2422935"/>
                  </a:lnTo>
                  <a:lnTo>
                    <a:pt x="9280681" y="2400613"/>
                  </a:lnTo>
                  <a:lnTo>
                    <a:pt x="9224655" y="2375771"/>
                  </a:lnTo>
                  <a:lnTo>
                    <a:pt x="9172501" y="2348128"/>
                  </a:lnTo>
                  <a:lnTo>
                    <a:pt x="9123419" y="2317448"/>
                  </a:lnTo>
                  <a:lnTo>
                    <a:pt x="9084767" y="2289801"/>
                  </a:lnTo>
                  <a:lnTo>
                    <a:pt x="9039432" y="2253326"/>
                  </a:lnTo>
                  <a:lnTo>
                    <a:pt x="8995399" y="2213621"/>
                  </a:lnTo>
                  <a:lnTo>
                    <a:pt x="8952242" y="2170627"/>
                  </a:lnTo>
                  <a:lnTo>
                    <a:pt x="8909632" y="2124364"/>
                  </a:lnTo>
                  <a:lnTo>
                    <a:pt x="8867323" y="2074944"/>
                  </a:lnTo>
                  <a:lnTo>
                    <a:pt x="8825141" y="2022574"/>
                  </a:lnTo>
                  <a:lnTo>
                    <a:pt x="8782971" y="1967561"/>
                  </a:lnTo>
                  <a:lnTo>
                    <a:pt x="8740747" y="1910310"/>
                  </a:lnTo>
                  <a:lnTo>
                    <a:pt x="8698446" y="1851312"/>
                  </a:lnTo>
                  <a:lnTo>
                    <a:pt x="8656079" y="1791130"/>
                  </a:lnTo>
                  <a:lnTo>
                    <a:pt x="8613675" y="1730377"/>
                  </a:lnTo>
                  <a:lnTo>
                    <a:pt x="8571276" y="1669691"/>
                  </a:lnTo>
                  <a:lnTo>
                    <a:pt x="8528920" y="1609708"/>
                  </a:lnTo>
                  <a:lnTo>
                    <a:pt x="8486636" y="1551032"/>
                  </a:lnTo>
                  <a:lnTo>
                    <a:pt x="8444427" y="1494213"/>
                  </a:lnTo>
                  <a:lnTo>
                    <a:pt x="8402260" y="1439725"/>
                  </a:lnTo>
                  <a:lnTo>
                    <a:pt x="8360063" y="1387952"/>
                  </a:lnTo>
                  <a:lnTo>
                    <a:pt x="8317708" y="1339180"/>
                  </a:lnTo>
                  <a:lnTo>
                    <a:pt x="8275006" y="1293598"/>
                  </a:lnTo>
                  <a:lnTo>
                    <a:pt x="8231696" y="1251295"/>
                  </a:lnTo>
                  <a:lnTo>
                    <a:pt x="8187429" y="1212276"/>
                  </a:lnTo>
                  <a:lnTo>
                    <a:pt x="8151487" y="1183722"/>
                  </a:lnTo>
                  <a:lnTo>
                    <a:pt x="8104385" y="1150449"/>
                  </a:lnTo>
                  <a:lnTo>
                    <a:pt x="8054818" y="1120316"/>
                  </a:lnTo>
                  <a:lnTo>
                    <a:pt x="8002042" y="1093184"/>
                  </a:lnTo>
                  <a:lnTo>
                    <a:pt x="7945248" y="1068807"/>
                  </a:lnTo>
                  <a:lnTo>
                    <a:pt x="7883605" y="1046899"/>
                  </a:lnTo>
                  <a:lnTo>
                    <a:pt x="7816320" y="1027175"/>
                  </a:lnTo>
                  <a:lnTo>
                    <a:pt x="7742711" y="1009378"/>
                  </a:lnTo>
                  <a:lnTo>
                    <a:pt x="7662303" y="993292"/>
                  </a:lnTo>
                  <a:lnTo>
                    <a:pt x="7574966" y="978747"/>
                  </a:lnTo>
                  <a:lnTo>
                    <a:pt x="7481081" y="965627"/>
                  </a:lnTo>
                  <a:lnTo>
                    <a:pt x="7381719" y="953865"/>
                  </a:lnTo>
                  <a:lnTo>
                    <a:pt x="7278813" y="943441"/>
                  </a:lnTo>
                  <a:lnTo>
                    <a:pt x="7175230" y="934370"/>
                  </a:lnTo>
                  <a:lnTo>
                    <a:pt x="7074692" y="926684"/>
                  </a:lnTo>
                  <a:lnTo>
                    <a:pt x="6981455" y="920403"/>
                  </a:lnTo>
                  <a:lnTo>
                    <a:pt x="6899750" y="915515"/>
                  </a:lnTo>
                  <a:lnTo>
                    <a:pt x="6833052" y="911946"/>
                  </a:lnTo>
                  <a:lnTo>
                    <a:pt x="6783378" y="909556"/>
                  </a:lnTo>
                  <a:lnTo>
                    <a:pt x="6750803" y="908140"/>
                  </a:lnTo>
                  <a:lnTo>
                    <a:pt x="6733324" y="907451"/>
                  </a:lnTo>
                  <a:lnTo>
                    <a:pt x="6727023" y="907225"/>
                  </a:lnTo>
                  <a:lnTo>
                    <a:pt x="6726343" y="907202"/>
                  </a:lnTo>
                  <a:lnTo>
                    <a:pt x="5254955" y="907202"/>
                  </a:lnTo>
                  <a:lnTo>
                    <a:pt x="5253727" y="907180"/>
                  </a:lnTo>
                  <a:lnTo>
                    <a:pt x="5245670" y="907019"/>
                  </a:lnTo>
                  <a:lnTo>
                    <a:pt x="5225408" y="906574"/>
                  </a:lnTo>
                  <a:lnTo>
                    <a:pt x="5189299" y="905698"/>
                  </a:lnTo>
                  <a:lnTo>
                    <a:pt x="5135716" y="904258"/>
                  </a:lnTo>
                  <a:lnTo>
                    <a:pt x="5065165" y="902146"/>
                  </a:lnTo>
                  <a:lnTo>
                    <a:pt x="4980067" y="899291"/>
                  </a:lnTo>
                  <a:lnTo>
                    <a:pt x="4884199" y="895660"/>
                  </a:lnTo>
                  <a:lnTo>
                    <a:pt x="4781937" y="891253"/>
                  </a:lnTo>
                  <a:lnTo>
                    <a:pt x="4677538" y="886083"/>
                  </a:lnTo>
                  <a:lnTo>
                    <a:pt x="4574608" y="880167"/>
                  </a:lnTo>
                  <a:lnTo>
                    <a:pt x="4475839" y="873508"/>
                  </a:lnTo>
                  <a:lnTo>
                    <a:pt x="4382968" y="866091"/>
                  </a:lnTo>
                  <a:lnTo>
                    <a:pt x="4296890" y="857871"/>
                  </a:lnTo>
                  <a:lnTo>
                    <a:pt x="4217838" y="848774"/>
                  </a:lnTo>
                  <a:lnTo>
                    <a:pt x="4145569" y="838700"/>
                  </a:lnTo>
                  <a:lnTo>
                    <a:pt x="4079530" y="827521"/>
                  </a:lnTo>
                  <a:lnTo>
                    <a:pt x="4018984" y="815087"/>
                  </a:lnTo>
                  <a:lnTo>
                    <a:pt x="3963104" y="801240"/>
                  </a:lnTo>
                  <a:lnTo>
                    <a:pt x="3911046" y="785822"/>
                  </a:lnTo>
                  <a:lnTo>
                    <a:pt x="3861999" y="768710"/>
                  </a:lnTo>
                  <a:lnTo>
                    <a:pt x="3829811" y="756002"/>
                  </a:lnTo>
                  <a:lnTo>
                    <a:pt x="3778211" y="733109"/>
                  </a:lnTo>
                  <a:lnTo>
                    <a:pt x="3728222" y="707911"/>
                  </a:lnTo>
                  <a:lnTo>
                    <a:pt x="3679243" y="680372"/>
                  </a:lnTo>
                  <a:lnTo>
                    <a:pt x="3630832" y="650533"/>
                  </a:lnTo>
                  <a:lnTo>
                    <a:pt x="3582676" y="618525"/>
                  </a:lnTo>
                  <a:lnTo>
                    <a:pt x="3534574" y="584565"/>
                  </a:lnTo>
                  <a:lnTo>
                    <a:pt x="3486414" y="548966"/>
                  </a:lnTo>
                  <a:lnTo>
                    <a:pt x="3438155" y="512119"/>
                  </a:lnTo>
                  <a:lnTo>
                    <a:pt x="3389813" y="474483"/>
                  </a:lnTo>
                  <a:lnTo>
                    <a:pt x="3341438" y="436562"/>
                  </a:lnTo>
                  <a:lnTo>
                    <a:pt x="3293090" y="398875"/>
                  </a:lnTo>
                  <a:lnTo>
                    <a:pt x="3244821" y="361926"/>
                  </a:lnTo>
                  <a:lnTo>
                    <a:pt x="3196651" y="326180"/>
                  </a:lnTo>
                  <a:lnTo>
                    <a:pt x="3148547" y="292039"/>
                  </a:lnTo>
                  <a:lnTo>
                    <a:pt x="3100405" y="259821"/>
                  </a:lnTo>
                  <a:lnTo>
                    <a:pt x="3052032" y="229755"/>
                  </a:lnTo>
                  <a:lnTo>
                    <a:pt x="3003128" y="201979"/>
                  </a:lnTo>
                  <a:lnTo>
                    <a:pt x="2953267" y="176543"/>
                  </a:lnTo>
                  <a:lnTo>
                    <a:pt x="2901863" y="153420"/>
                  </a:lnTo>
                  <a:lnTo>
                    <a:pt x="2896531" y="151200"/>
                  </a:lnTo>
                  <a:lnTo>
                    <a:pt x="2849118" y="132894"/>
                  </a:lnTo>
                  <a:lnTo>
                    <a:pt x="2799202" y="116328"/>
                  </a:lnTo>
                  <a:lnTo>
                    <a:pt x="2746027" y="101422"/>
                  </a:lnTo>
                  <a:lnTo>
                    <a:pt x="2688764" y="88039"/>
                  </a:lnTo>
                  <a:lnTo>
                    <a:pt x="2626568" y="76019"/>
                  </a:lnTo>
                  <a:lnTo>
                    <a:pt x="2558633" y="65204"/>
                  </a:lnTo>
                  <a:lnTo>
                    <a:pt x="2484268" y="55452"/>
                  </a:lnTo>
                  <a:lnTo>
                    <a:pt x="2403002" y="46642"/>
                  </a:lnTo>
                  <a:lnTo>
                    <a:pt x="2314723" y="38682"/>
                  </a:lnTo>
                  <a:lnTo>
                    <a:pt x="2219854" y="31508"/>
                  </a:lnTo>
                  <a:lnTo>
                    <a:pt x="2119538" y="25085"/>
                  </a:lnTo>
                  <a:lnTo>
                    <a:pt x="2015807" y="19403"/>
                  </a:lnTo>
                  <a:lnTo>
                    <a:pt x="1911655" y="14472"/>
                  </a:lnTo>
                  <a:lnTo>
                    <a:pt x="1810936" y="10309"/>
                  </a:lnTo>
                  <a:lnTo>
                    <a:pt x="1718012" y="6926"/>
                  </a:lnTo>
                  <a:lnTo>
                    <a:pt x="1637155" y="4310"/>
                  </a:lnTo>
                  <a:lnTo>
                    <a:pt x="1571788" y="2420"/>
                  </a:lnTo>
                  <a:lnTo>
                    <a:pt x="1523775" y="1172"/>
                  </a:lnTo>
                  <a:lnTo>
                    <a:pt x="1492951" y="448"/>
                  </a:lnTo>
                  <a:lnTo>
                    <a:pt x="1477028" y="108"/>
                  </a:lnTo>
                  <a:lnTo>
                    <a:pt x="1471787" y="7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28E5B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879" name="pl879"/>
            <p:cNvSpPr/>
            <p:nvPr/>
          </p:nvSpPr>
          <p:spPr>
            <a:xfrm>
              <a:off x="4799595" y="7856665"/>
              <a:ext cx="11981298" cy="2566321"/>
            </a:xfrm>
            <a:custGeom>
              <a:avLst/>
              <a:pathLst>
                <a:path w="11981298" h="2566321">
                  <a:moveTo>
                    <a:pt x="0" y="0"/>
                  </a:moveTo>
                  <a:lnTo>
                    <a:pt x="1471387" y="0"/>
                  </a:lnTo>
                  <a:lnTo>
                    <a:pt x="1472615" y="22"/>
                  </a:lnTo>
                  <a:lnTo>
                    <a:pt x="1480672" y="183"/>
                  </a:lnTo>
                  <a:lnTo>
                    <a:pt x="1500934" y="628"/>
                  </a:lnTo>
                  <a:lnTo>
                    <a:pt x="1537043" y="1503"/>
                  </a:lnTo>
                  <a:lnTo>
                    <a:pt x="1590627" y="2944"/>
                  </a:lnTo>
                  <a:lnTo>
                    <a:pt x="1661178" y="5056"/>
                  </a:lnTo>
                  <a:lnTo>
                    <a:pt x="1746275" y="7911"/>
                  </a:lnTo>
                  <a:lnTo>
                    <a:pt x="1842143" y="11541"/>
                  </a:lnTo>
                  <a:lnTo>
                    <a:pt x="1944405" y="15949"/>
                  </a:lnTo>
                  <a:lnTo>
                    <a:pt x="2048804" y="21119"/>
                  </a:lnTo>
                  <a:lnTo>
                    <a:pt x="2151734" y="27035"/>
                  </a:lnTo>
                  <a:lnTo>
                    <a:pt x="2250503" y="33693"/>
                  </a:lnTo>
                  <a:lnTo>
                    <a:pt x="2343374" y="41111"/>
                  </a:lnTo>
                  <a:lnTo>
                    <a:pt x="2429452" y="49331"/>
                  </a:lnTo>
                  <a:lnTo>
                    <a:pt x="2508504" y="58428"/>
                  </a:lnTo>
                  <a:lnTo>
                    <a:pt x="2580773" y="68502"/>
                  </a:lnTo>
                  <a:lnTo>
                    <a:pt x="2646812" y="79681"/>
                  </a:lnTo>
                  <a:lnTo>
                    <a:pt x="2707359" y="92114"/>
                  </a:lnTo>
                  <a:lnTo>
                    <a:pt x="2763238" y="105962"/>
                  </a:lnTo>
                  <a:lnTo>
                    <a:pt x="2815296" y="121380"/>
                  </a:lnTo>
                  <a:lnTo>
                    <a:pt x="2864343" y="138492"/>
                  </a:lnTo>
                  <a:lnTo>
                    <a:pt x="2896531" y="151200"/>
                  </a:lnTo>
                  <a:lnTo>
                    <a:pt x="2948132" y="174092"/>
                  </a:lnTo>
                  <a:lnTo>
                    <a:pt x="2998120" y="199291"/>
                  </a:lnTo>
                  <a:lnTo>
                    <a:pt x="3047099" y="226830"/>
                  </a:lnTo>
                  <a:lnTo>
                    <a:pt x="3095510" y="256668"/>
                  </a:lnTo>
                  <a:lnTo>
                    <a:pt x="3143666" y="288677"/>
                  </a:lnTo>
                  <a:lnTo>
                    <a:pt x="3191768" y="322636"/>
                  </a:lnTo>
                  <a:lnTo>
                    <a:pt x="3239928" y="358236"/>
                  </a:lnTo>
                  <a:lnTo>
                    <a:pt x="3288187" y="395083"/>
                  </a:lnTo>
                  <a:lnTo>
                    <a:pt x="3336529" y="432718"/>
                  </a:lnTo>
                  <a:lnTo>
                    <a:pt x="3384904" y="470639"/>
                  </a:lnTo>
                  <a:lnTo>
                    <a:pt x="3433252" y="508327"/>
                  </a:lnTo>
                  <a:lnTo>
                    <a:pt x="3481521" y="545276"/>
                  </a:lnTo>
                  <a:lnTo>
                    <a:pt x="3529691" y="581021"/>
                  </a:lnTo>
                  <a:lnTo>
                    <a:pt x="3577795" y="615163"/>
                  </a:lnTo>
                  <a:lnTo>
                    <a:pt x="3625937" y="647381"/>
                  </a:lnTo>
                  <a:lnTo>
                    <a:pt x="3674310" y="677447"/>
                  </a:lnTo>
                  <a:lnTo>
                    <a:pt x="3723214" y="705223"/>
                  </a:lnTo>
                  <a:lnTo>
                    <a:pt x="3773076" y="730658"/>
                  </a:lnTo>
                  <a:lnTo>
                    <a:pt x="3824480" y="753781"/>
                  </a:lnTo>
                  <a:lnTo>
                    <a:pt x="3829811" y="756002"/>
                  </a:lnTo>
                  <a:lnTo>
                    <a:pt x="3877224" y="774308"/>
                  </a:lnTo>
                  <a:lnTo>
                    <a:pt x="3927140" y="790874"/>
                  </a:lnTo>
                  <a:lnTo>
                    <a:pt x="3980316" y="805780"/>
                  </a:lnTo>
                  <a:lnTo>
                    <a:pt x="4037578" y="819163"/>
                  </a:lnTo>
                  <a:lnTo>
                    <a:pt x="4099774" y="831183"/>
                  </a:lnTo>
                  <a:lnTo>
                    <a:pt x="4167709" y="841998"/>
                  </a:lnTo>
                  <a:lnTo>
                    <a:pt x="4242075" y="851750"/>
                  </a:lnTo>
                  <a:lnTo>
                    <a:pt x="4323341" y="860560"/>
                  </a:lnTo>
                  <a:lnTo>
                    <a:pt x="4411619" y="868520"/>
                  </a:lnTo>
                  <a:lnTo>
                    <a:pt x="4506488" y="875694"/>
                  </a:lnTo>
                  <a:lnTo>
                    <a:pt x="4606804" y="882117"/>
                  </a:lnTo>
                  <a:lnTo>
                    <a:pt x="4710535" y="887798"/>
                  </a:lnTo>
                  <a:lnTo>
                    <a:pt x="4814687" y="892729"/>
                  </a:lnTo>
                  <a:lnTo>
                    <a:pt x="4915406" y="896892"/>
                  </a:lnTo>
                  <a:lnTo>
                    <a:pt x="5008330" y="900276"/>
                  </a:lnTo>
                  <a:lnTo>
                    <a:pt x="5089187" y="902891"/>
                  </a:lnTo>
                  <a:lnTo>
                    <a:pt x="5154554" y="904782"/>
                  </a:lnTo>
                  <a:lnTo>
                    <a:pt x="5202568" y="906030"/>
                  </a:lnTo>
                  <a:lnTo>
                    <a:pt x="5233391" y="906754"/>
                  </a:lnTo>
                  <a:lnTo>
                    <a:pt x="5249314" y="907093"/>
                  </a:lnTo>
                  <a:lnTo>
                    <a:pt x="5254555" y="907195"/>
                  </a:lnTo>
                  <a:lnTo>
                    <a:pt x="5254955" y="907202"/>
                  </a:lnTo>
                  <a:lnTo>
                    <a:pt x="6726343" y="907202"/>
                  </a:lnTo>
                  <a:lnTo>
                    <a:pt x="6727547" y="907243"/>
                  </a:lnTo>
                  <a:lnTo>
                    <a:pt x="6735456" y="907531"/>
                  </a:lnTo>
                  <a:lnTo>
                    <a:pt x="6755359" y="908329"/>
                  </a:lnTo>
                  <a:lnTo>
                    <a:pt x="6790856" y="909900"/>
                  </a:lnTo>
                  <a:lnTo>
                    <a:pt x="6843590" y="912484"/>
                  </a:lnTo>
                  <a:lnTo>
                    <a:pt x="6913125" y="916276"/>
                  </a:lnTo>
                  <a:lnTo>
                    <a:pt x="6997143" y="921406"/>
                  </a:lnTo>
                  <a:lnTo>
                    <a:pt x="7091981" y="927935"/>
                  </a:lnTo>
                  <a:lnTo>
                    <a:pt x="7193355" y="935867"/>
                  </a:lnTo>
                  <a:lnTo>
                    <a:pt x="7297067" y="945178"/>
                  </a:lnTo>
                  <a:lnTo>
                    <a:pt x="7399531" y="955838"/>
                  </a:lnTo>
                  <a:lnTo>
                    <a:pt x="7498042" y="967836"/>
                  </a:lnTo>
                  <a:lnTo>
                    <a:pt x="7590831" y="981201"/>
                  </a:lnTo>
                  <a:lnTo>
                    <a:pt x="7676959" y="996007"/>
                  </a:lnTo>
                  <a:lnTo>
                    <a:pt x="7756149" y="1012381"/>
                  </a:lnTo>
                  <a:lnTo>
                    <a:pt x="7828604" y="1030500"/>
                  </a:lnTo>
                  <a:lnTo>
                    <a:pt x="7894842" y="1050589"/>
                  </a:lnTo>
                  <a:lnTo>
                    <a:pt x="7955572" y="1072910"/>
                  </a:lnTo>
                  <a:lnTo>
                    <a:pt x="8011599" y="1097752"/>
                  </a:lnTo>
                  <a:lnTo>
                    <a:pt x="8063752" y="1125396"/>
                  </a:lnTo>
                  <a:lnTo>
                    <a:pt x="8112834" y="1156076"/>
                  </a:lnTo>
                  <a:lnTo>
                    <a:pt x="8151487" y="1183722"/>
                  </a:lnTo>
                  <a:lnTo>
                    <a:pt x="8196822" y="1220197"/>
                  </a:lnTo>
                  <a:lnTo>
                    <a:pt x="8240854" y="1259902"/>
                  </a:lnTo>
                  <a:lnTo>
                    <a:pt x="8284011" y="1302897"/>
                  </a:lnTo>
                  <a:lnTo>
                    <a:pt x="8326622" y="1349159"/>
                  </a:lnTo>
                  <a:lnTo>
                    <a:pt x="8368930" y="1398579"/>
                  </a:lnTo>
                  <a:lnTo>
                    <a:pt x="8411112" y="1450950"/>
                  </a:lnTo>
                  <a:lnTo>
                    <a:pt x="8453282" y="1505962"/>
                  </a:lnTo>
                  <a:lnTo>
                    <a:pt x="8495507" y="1563213"/>
                  </a:lnTo>
                  <a:lnTo>
                    <a:pt x="8537807" y="1622211"/>
                  </a:lnTo>
                  <a:lnTo>
                    <a:pt x="8580174" y="1682393"/>
                  </a:lnTo>
                  <a:lnTo>
                    <a:pt x="8622578" y="1743147"/>
                  </a:lnTo>
                  <a:lnTo>
                    <a:pt x="8664978" y="1803832"/>
                  </a:lnTo>
                  <a:lnTo>
                    <a:pt x="8707333" y="1863816"/>
                  </a:lnTo>
                  <a:lnTo>
                    <a:pt x="8749617" y="1922492"/>
                  </a:lnTo>
                  <a:lnTo>
                    <a:pt x="8791827" y="1979311"/>
                  </a:lnTo>
                  <a:lnTo>
                    <a:pt x="8833993" y="2033799"/>
                  </a:lnTo>
                  <a:lnTo>
                    <a:pt x="8876190" y="2085572"/>
                  </a:lnTo>
                  <a:lnTo>
                    <a:pt x="8918545" y="2134343"/>
                  </a:lnTo>
                  <a:lnTo>
                    <a:pt x="8961247" y="2179926"/>
                  </a:lnTo>
                  <a:lnTo>
                    <a:pt x="9004558" y="2222228"/>
                  </a:lnTo>
                  <a:lnTo>
                    <a:pt x="9048824" y="2261248"/>
                  </a:lnTo>
                  <a:lnTo>
                    <a:pt x="9084767" y="2289801"/>
                  </a:lnTo>
                  <a:lnTo>
                    <a:pt x="9131868" y="2323075"/>
                  </a:lnTo>
                  <a:lnTo>
                    <a:pt x="9181436" y="2353208"/>
                  </a:lnTo>
                  <a:lnTo>
                    <a:pt x="9234211" y="2380339"/>
                  </a:lnTo>
                  <a:lnTo>
                    <a:pt x="9291005" y="2404716"/>
                  </a:lnTo>
                  <a:lnTo>
                    <a:pt x="9352648" y="2426624"/>
                  </a:lnTo>
                  <a:lnTo>
                    <a:pt x="9419933" y="2446348"/>
                  </a:lnTo>
                  <a:lnTo>
                    <a:pt x="9493543" y="2464145"/>
                  </a:lnTo>
                  <a:lnTo>
                    <a:pt x="9573951" y="2480231"/>
                  </a:lnTo>
                  <a:lnTo>
                    <a:pt x="9661287" y="2494776"/>
                  </a:lnTo>
                  <a:lnTo>
                    <a:pt x="9755173" y="2507897"/>
                  </a:lnTo>
                  <a:lnTo>
                    <a:pt x="9854534" y="2519659"/>
                  </a:lnTo>
                  <a:lnTo>
                    <a:pt x="9957440" y="2530082"/>
                  </a:lnTo>
                  <a:lnTo>
                    <a:pt x="10061023" y="2539153"/>
                  </a:lnTo>
                  <a:lnTo>
                    <a:pt x="10161562" y="2546840"/>
                  </a:lnTo>
                  <a:lnTo>
                    <a:pt x="10254798" y="2553120"/>
                  </a:lnTo>
                  <a:lnTo>
                    <a:pt x="10336503" y="2558009"/>
                  </a:lnTo>
                  <a:lnTo>
                    <a:pt x="10403201" y="2561577"/>
                  </a:lnTo>
                  <a:lnTo>
                    <a:pt x="10452875" y="2563967"/>
                  </a:lnTo>
                  <a:lnTo>
                    <a:pt x="10485450" y="2565383"/>
                  </a:lnTo>
                  <a:lnTo>
                    <a:pt x="10502929" y="2566072"/>
                  </a:lnTo>
                  <a:lnTo>
                    <a:pt x="10509230" y="2566298"/>
                  </a:lnTo>
                  <a:lnTo>
                    <a:pt x="10509911" y="2566321"/>
                  </a:lnTo>
                  <a:lnTo>
                    <a:pt x="11981298" y="256632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80" name="pl880"/>
            <p:cNvSpPr/>
            <p:nvPr/>
          </p:nvSpPr>
          <p:spPr>
            <a:xfrm>
              <a:off x="4799595" y="7848492"/>
              <a:ext cx="11981298" cy="2566321"/>
            </a:xfrm>
            <a:custGeom>
              <a:avLst/>
              <a:pathLst>
                <a:path w="11981298" h="2566321">
                  <a:moveTo>
                    <a:pt x="11981298" y="2566321"/>
                  </a:moveTo>
                  <a:lnTo>
                    <a:pt x="10509911" y="2566321"/>
                  </a:lnTo>
                  <a:lnTo>
                    <a:pt x="10508706" y="2566281"/>
                  </a:lnTo>
                  <a:lnTo>
                    <a:pt x="10500797" y="2565992"/>
                  </a:lnTo>
                  <a:lnTo>
                    <a:pt x="10480895" y="2565194"/>
                  </a:lnTo>
                  <a:lnTo>
                    <a:pt x="10445398" y="2563624"/>
                  </a:lnTo>
                  <a:lnTo>
                    <a:pt x="10392663" y="2561039"/>
                  </a:lnTo>
                  <a:lnTo>
                    <a:pt x="10323128" y="2557247"/>
                  </a:lnTo>
                  <a:lnTo>
                    <a:pt x="10239110" y="2552117"/>
                  </a:lnTo>
                  <a:lnTo>
                    <a:pt x="10144272" y="2545589"/>
                  </a:lnTo>
                  <a:lnTo>
                    <a:pt x="10042898" y="2537656"/>
                  </a:lnTo>
                  <a:lnTo>
                    <a:pt x="9939186" y="2528345"/>
                  </a:lnTo>
                  <a:lnTo>
                    <a:pt x="9836722" y="2517686"/>
                  </a:lnTo>
                  <a:lnTo>
                    <a:pt x="9738211" y="2505687"/>
                  </a:lnTo>
                  <a:lnTo>
                    <a:pt x="9645422" y="2492322"/>
                  </a:lnTo>
                  <a:lnTo>
                    <a:pt x="9559294" y="2477516"/>
                  </a:lnTo>
                  <a:lnTo>
                    <a:pt x="9480104" y="2461142"/>
                  </a:lnTo>
                  <a:lnTo>
                    <a:pt x="9407649" y="2443023"/>
                  </a:lnTo>
                  <a:lnTo>
                    <a:pt x="9341411" y="2422935"/>
                  </a:lnTo>
                  <a:lnTo>
                    <a:pt x="9280681" y="2400613"/>
                  </a:lnTo>
                  <a:lnTo>
                    <a:pt x="9224655" y="2375771"/>
                  </a:lnTo>
                  <a:lnTo>
                    <a:pt x="9172501" y="2348128"/>
                  </a:lnTo>
                  <a:lnTo>
                    <a:pt x="9123419" y="2317448"/>
                  </a:lnTo>
                  <a:lnTo>
                    <a:pt x="9084767" y="2289801"/>
                  </a:lnTo>
                  <a:lnTo>
                    <a:pt x="9039432" y="2253326"/>
                  </a:lnTo>
                  <a:lnTo>
                    <a:pt x="8995399" y="2213621"/>
                  </a:lnTo>
                  <a:lnTo>
                    <a:pt x="8952242" y="2170627"/>
                  </a:lnTo>
                  <a:lnTo>
                    <a:pt x="8909632" y="2124364"/>
                  </a:lnTo>
                  <a:lnTo>
                    <a:pt x="8867323" y="2074944"/>
                  </a:lnTo>
                  <a:lnTo>
                    <a:pt x="8825141" y="2022574"/>
                  </a:lnTo>
                  <a:lnTo>
                    <a:pt x="8782971" y="1967561"/>
                  </a:lnTo>
                  <a:lnTo>
                    <a:pt x="8740747" y="1910310"/>
                  </a:lnTo>
                  <a:lnTo>
                    <a:pt x="8698446" y="1851312"/>
                  </a:lnTo>
                  <a:lnTo>
                    <a:pt x="8656079" y="1791130"/>
                  </a:lnTo>
                  <a:lnTo>
                    <a:pt x="8613675" y="1730377"/>
                  </a:lnTo>
                  <a:lnTo>
                    <a:pt x="8571276" y="1669691"/>
                  </a:lnTo>
                  <a:lnTo>
                    <a:pt x="8528920" y="1609708"/>
                  </a:lnTo>
                  <a:lnTo>
                    <a:pt x="8486636" y="1551032"/>
                  </a:lnTo>
                  <a:lnTo>
                    <a:pt x="8444427" y="1494213"/>
                  </a:lnTo>
                  <a:lnTo>
                    <a:pt x="8402260" y="1439725"/>
                  </a:lnTo>
                  <a:lnTo>
                    <a:pt x="8360063" y="1387952"/>
                  </a:lnTo>
                  <a:lnTo>
                    <a:pt x="8317708" y="1339180"/>
                  </a:lnTo>
                  <a:lnTo>
                    <a:pt x="8275006" y="1293598"/>
                  </a:lnTo>
                  <a:lnTo>
                    <a:pt x="8231696" y="1251295"/>
                  </a:lnTo>
                  <a:lnTo>
                    <a:pt x="8187429" y="1212276"/>
                  </a:lnTo>
                  <a:lnTo>
                    <a:pt x="8151487" y="1183722"/>
                  </a:lnTo>
                  <a:lnTo>
                    <a:pt x="8104385" y="1150449"/>
                  </a:lnTo>
                  <a:lnTo>
                    <a:pt x="8054818" y="1120316"/>
                  </a:lnTo>
                  <a:lnTo>
                    <a:pt x="8002042" y="1093184"/>
                  </a:lnTo>
                  <a:lnTo>
                    <a:pt x="7945248" y="1068807"/>
                  </a:lnTo>
                  <a:lnTo>
                    <a:pt x="7883605" y="1046899"/>
                  </a:lnTo>
                  <a:lnTo>
                    <a:pt x="7816320" y="1027175"/>
                  </a:lnTo>
                  <a:lnTo>
                    <a:pt x="7742711" y="1009378"/>
                  </a:lnTo>
                  <a:lnTo>
                    <a:pt x="7662303" y="993292"/>
                  </a:lnTo>
                  <a:lnTo>
                    <a:pt x="7574966" y="978747"/>
                  </a:lnTo>
                  <a:lnTo>
                    <a:pt x="7481081" y="965627"/>
                  </a:lnTo>
                  <a:lnTo>
                    <a:pt x="7381719" y="953865"/>
                  </a:lnTo>
                  <a:lnTo>
                    <a:pt x="7278813" y="943441"/>
                  </a:lnTo>
                  <a:lnTo>
                    <a:pt x="7175230" y="934370"/>
                  </a:lnTo>
                  <a:lnTo>
                    <a:pt x="7074692" y="926684"/>
                  </a:lnTo>
                  <a:lnTo>
                    <a:pt x="6981455" y="920403"/>
                  </a:lnTo>
                  <a:lnTo>
                    <a:pt x="6899750" y="915515"/>
                  </a:lnTo>
                  <a:lnTo>
                    <a:pt x="6833052" y="911946"/>
                  </a:lnTo>
                  <a:lnTo>
                    <a:pt x="6783378" y="909556"/>
                  </a:lnTo>
                  <a:lnTo>
                    <a:pt x="6750803" y="908140"/>
                  </a:lnTo>
                  <a:lnTo>
                    <a:pt x="6733324" y="907451"/>
                  </a:lnTo>
                  <a:lnTo>
                    <a:pt x="6727023" y="907225"/>
                  </a:lnTo>
                  <a:lnTo>
                    <a:pt x="6726343" y="907202"/>
                  </a:lnTo>
                  <a:lnTo>
                    <a:pt x="5254955" y="907202"/>
                  </a:lnTo>
                  <a:lnTo>
                    <a:pt x="5253727" y="907180"/>
                  </a:lnTo>
                  <a:lnTo>
                    <a:pt x="5245670" y="907019"/>
                  </a:lnTo>
                  <a:lnTo>
                    <a:pt x="5225408" y="906574"/>
                  </a:lnTo>
                  <a:lnTo>
                    <a:pt x="5189299" y="905698"/>
                  </a:lnTo>
                  <a:lnTo>
                    <a:pt x="5135716" y="904258"/>
                  </a:lnTo>
                  <a:lnTo>
                    <a:pt x="5065165" y="902146"/>
                  </a:lnTo>
                  <a:lnTo>
                    <a:pt x="4980067" y="899291"/>
                  </a:lnTo>
                  <a:lnTo>
                    <a:pt x="4884199" y="895660"/>
                  </a:lnTo>
                  <a:lnTo>
                    <a:pt x="4781937" y="891253"/>
                  </a:lnTo>
                  <a:lnTo>
                    <a:pt x="4677538" y="886083"/>
                  </a:lnTo>
                  <a:lnTo>
                    <a:pt x="4574608" y="880167"/>
                  </a:lnTo>
                  <a:lnTo>
                    <a:pt x="4475839" y="873508"/>
                  </a:lnTo>
                  <a:lnTo>
                    <a:pt x="4382968" y="866091"/>
                  </a:lnTo>
                  <a:lnTo>
                    <a:pt x="4296890" y="857871"/>
                  </a:lnTo>
                  <a:lnTo>
                    <a:pt x="4217838" y="848774"/>
                  </a:lnTo>
                  <a:lnTo>
                    <a:pt x="4145569" y="838700"/>
                  </a:lnTo>
                  <a:lnTo>
                    <a:pt x="4079530" y="827521"/>
                  </a:lnTo>
                  <a:lnTo>
                    <a:pt x="4018984" y="815087"/>
                  </a:lnTo>
                  <a:lnTo>
                    <a:pt x="3963104" y="801240"/>
                  </a:lnTo>
                  <a:lnTo>
                    <a:pt x="3911046" y="785822"/>
                  </a:lnTo>
                  <a:lnTo>
                    <a:pt x="3861999" y="768710"/>
                  </a:lnTo>
                  <a:lnTo>
                    <a:pt x="3829811" y="756002"/>
                  </a:lnTo>
                  <a:lnTo>
                    <a:pt x="3778211" y="733109"/>
                  </a:lnTo>
                  <a:lnTo>
                    <a:pt x="3728222" y="707911"/>
                  </a:lnTo>
                  <a:lnTo>
                    <a:pt x="3679243" y="680372"/>
                  </a:lnTo>
                  <a:lnTo>
                    <a:pt x="3630832" y="650533"/>
                  </a:lnTo>
                  <a:lnTo>
                    <a:pt x="3582676" y="618525"/>
                  </a:lnTo>
                  <a:lnTo>
                    <a:pt x="3534574" y="584565"/>
                  </a:lnTo>
                  <a:lnTo>
                    <a:pt x="3486414" y="548966"/>
                  </a:lnTo>
                  <a:lnTo>
                    <a:pt x="3438155" y="512119"/>
                  </a:lnTo>
                  <a:lnTo>
                    <a:pt x="3389813" y="474483"/>
                  </a:lnTo>
                  <a:lnTo>
                    <a:pt x="3341438" y="436562"/>
                  </a:lnTo>
                  <a:lnTo>
                    <a:pt x="3293090" y="398875"/>
                  </a:lnTo>
                  <a:lnTo>
                    <a:pt x="3244821" y="361926"/>
                  </a:lnTo>
                  <a:lnTo>
                    <a:pt x="3196651" y="326180"/>
                  </a:lnTo>
                  <a:lnTo>
                    <a:pt x="3148547" y="292039"/>
                  </a:lnTo>
                  <a:lnTo>
                    <a:pt x="3100405" y="259821"/>
                  </a:lnTo>
                  <a:lnTo>
                    <a:pt x="3052032" y="229755"/>
                  </a:lnTo>
                  <a:lnTo>
                    <a:pt x="3003128" y="201979"/>
                  </a:lnTo>
                  <a:lnTo>
                    <a:pt x="2953267" y="176543"/>
                  </a:lnTo>
                  <a:lnTo>
                    <a:pt x="2901863" y="153420"/>
                  </a:lnTo>
                  <a:lnTo>
                    <a:pt x="2896531" y="151200"/>
                  </a:lnTo>
                  <a:lnTo>
                    <a:pt x="2849118" y="132894"/>
                  </a:lnTo>
                  <a:lnTo>
                    <a:pt x="2799202" y="116328"/>
                  </a:lnTo>
                  <a:lnTo>
                    <a:pt x="2746027" y="101422"/>
                  </a:lnTo>
                  <a:lnTo>
                    <a:pt x="2688764" y="88039"/>
                  </a:lnTo>
                  <a:lnTo>
                    <a:pt x="2626568" y="76019"/>
                  </a:lnTo>
                  <a:lnTo>
                    <a:pt x="2558633" y="65204"/>
                  </a:lnTo>
                  <a:lnTo>
                    <a:pt x="2484268" y="55452"/>
                  </a:lnTo>
                  <a:lnTo>
                    <a:pt x="2403002" y="46642"/>
                  </a:lnTo>
                  <a:lnTo>
                    <a:pt x="2314723" y="38682"/>
                  </a:lnTo>
                  <a:lnTo>
                    <a:pt x="2219854" y="31508"/>
                  </a:lnTo>
                  <a:lnTo>
                    <a:pt x="2119538" y="25085"/>
                  </a:lnTo>
                  <a:lnTo>
                    <a:pt x="2015807" y="19403"/>
                  </a:lnTo>
                  <a:lnTo>
                    <a:pt x="1911655" y="14472"/>
                  </a:lnTo>
                  <a:lnTo>
                    <a:pt x="1810936" y="10309"/>
                  </a:lnTo>
                  <a:lnTo>
                    <a:pt x="1718012" y="6926"/>
                  </a:lnTo>
                  <a:lnTo>
                    <a:pt x="1637155" y="4310"/>
                  </a:lnTo>
                  <a:lnTo>
                    <a:pt x="1571788" y="2420"/>
                  </a:lnTo>
                  <a:lnTo>
                    <a:pt x="1523775" y="1172"/>
                  </a:lnTo>
                  <a:lnTo>
                    <a:pt x="1492951" y="448"/>
                  </a:lnTo>
                  <a:lnTo>
                    <a:pt x="1477028" y="108"/>
                  </a:lnTo>
                  <a:lnTo>
                    <a:pt x="1471787" y="7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81" name="pg881"/>
            <p:cNvSpPr/>
            <p:nvPr/>
          </p:nvSpPr>
          <p:spPr>
            <a:xfrm>
              <a:off x="4799595" y="7251863"/>
              <a:ext cx="11981298" cy="3743233"/>
            </a:xfrm>
            <a:custGeom>
              <a:avLst/>
              <a:pathLst>
                <a:path w="11981298" h="3743233">
                  <a:moveTo>
                    <a:pt x="0" y="874510"/>
                  </a:moveTo>
                  <a:lnTo>
                    <a:pt x="1471387" y="874510"/>
                  </a:lnTo>
                  <a:lnTo>
                    <a:pt x="1472531" y="874577"/>
                  </a:lnTo>
                  <a:lnTo>
                    <a:pt x="1480053" y="875050"/>
                  </a:lnTo>
                  <a:lnTo>
                    <a:pt x="1499012" y="876359"/>
                  </a:lnTo>
                  <a:lnTo>
                    <a:pt x="1532900" y="878935"/>
                  </a:lnTo>
                  <a:lnTo>
                    <a:pt x="1583397" y="883178"/>
                  </a:lnTo>
                  <a:lnTo>
                    <a:pt x="1650237" y="889416"/>
                  </a:lnTo>
                  <a:lnTo>
                    <a:pt x="1731372" y="897870"/>
                  </a:lnTo>
                  <a:lnTo>
                    <a:pt x="1823432" y="908653"/>
                  </a:lnTo>
                  <a:lnTo>
                    <a:pt x="1922384" y="921783"/>
                  </a:lnTo>
                  <a:lnTo>
                    <a:pt x="2024196" y="937224"/>
                  </a:lnTo>
                  <a:lnTo>
                    <a:pt x="2125340" y="954924"/>
                  </a:lnTo>
                  <a:lnTo>
                    <a:pt x="2223091" y="974858"/>
                  </a:lnTo>
                  <a:lnTo>
                    <a:pt x="2315597" y="997058"/>
                  </a:lnTo>
                  <a:lnTo>
                    <a:pt x="2401809" y="1021629"/>
                  </a:lnTo>
                  <a:lnTo>
                    <a:pt x="2481336" y="1048759"/>
                  </a:lnTo>
                  <a:lnTo>
                    <a:pt x="2554271" y="1078718"/>
                  </a:lnTo>
                  <a:lnTo>
                    <a:pt x="2621040" y="1111855"/>
                  </a:lnTo>
                  <a:lnTo>
                    <a:pt x="2682276" y="1148586"/>
                  </a:lnTo>
                  <a:lnTo>
                    <a:pt x="2738722" y="1189374"/>
                  </a:lnTo>
                  <a:lnTo>
                    <a:pt x="2791165" y="1234691"/>
                  </a:lnTo>
                  <a:lnTo>
                    <a:pt x="2840381" y="1284959"/>
                  </a:lnTo>
                  <a:lnTo>
                    <a:pt x="2887089" y="1340450"/>
                  </a:lnTo>
                  <a:lnTo>
                    <a:pt x="2896531" y="1352631"/>
                  </a:lnTo>
                  <a:lnTo>
                    <a:pt x="2934025" y="1404242"/>
                  </a:lnTo>
                  <a:lnTo>
                    <a:pt x="2970576" y="1459631"/>
                  </a:lnTo>
                  <a:lnTo>
                    <a:pt x="3006441" y="1518877"/>
                  </a:lnTo>
                  <a:lnTo>
                    <a:pt x="3041826" y="1581993"/>
                  </a:lnTo>
                  <a:lnTo>
                    <a:pt x="3076895" y="1648929"/>
                  </a:lnTo>
                  <a:lnTo>
                    <a:pt x="3111777" y="1719557"/>
                  </a:lnTo>
                  <a:lnTo>
                    <a:pt x="3146569" y="1793672"/>
                  </a:lnTo>
                  <a:lnTo>
                    <a:pt x="3181340" y="1870989"/>
                  </a:lnTo>
                  <a:lnTo>
                    <a:pt x="3216134" y="1951146"/>
                  </a:lnTo>
                  <a:lnTo>
                    <a:pt x="3250975" y="2033706"/>
                  </a:lnTo>
                  <a:lnTo>
                    <a:pt x="3285869" y="2118166"/>
                  </a:lnTo>
                  <a:lnTo>
                    <a:pt x="3320807" y="2203971"/>
                  </a:lnTo>
                  <a:lnTo>
                    <a:pt x="3355773" y="2290524"/>
                  </a:lnTo>
                  <a:lnTo>
                    <a:pt x="3390744" y="2377209"/>
                  </a:lnTo>
                  <a:lnTo>
                    <a:pt x="3425696" y="2463405"/>
                  </a:lnTo>
                  <a:lnTo>
                    <a:pt x="3460610" y="2548504"/>
                  </a:lnTo>
                  <a:lnTo>
                    <a:pt x="3495474" y="2631933"/>
                  </a:lnTo>
                  <a:lnTo>
                    <a:pt x="3530286" y="2713164"/>
                  </a:lnTo>
                  <a:lnTo>
                    <a:pt x="3565062" y="2791731"/>
                  </a:lnTo>
                  <a:lnTo>
                    <a:pt x="3599839" y="2867241"/>
                  </a:lnTo>
                  <a:lnTo>
                    <a:pt x="3634673" y="2939373"/>
                  </a:lnTo>
                  <a:lnTo>
                    <a:pt x="3669649" y="3007891"/>
                  </a:lnTo>
                  <a:lnTo>
                    <a:pt x="3704882" y="3072634"/>
                  </a:lnTo>
                  <a:lnTo>
                    <a:pt x="3740521" y="3133519"/>
                  </a:lnTo>
                  <a:lnTo>
                    <a:pt x="3776754" y="3190534"/>
                  </a:lnTo>
                  <a:lnTo>
                    <a:pt x="3813814" y="3243731"/>
                  </a:lnTo>
                  <a:lnTo>
                    <a:pt x="3829811" y="3265112"/>
                  </a:lnTo>
                  <a:lnTo>
                    <a:pt x="3876080" y="3321697"/>
                  </a:lnTo>
                  <a:lnTo>
                    <a:pt x="3924719" y="3373035"/>
                  </a:lnTo>
                  <a:lnTo>
                    <a:pt x="3976429" y="3419348"/>
                  </a:lnTo>
                  <a:lnTo>
                    <a:pt x="4031979" y="3461038"/>
                  </a:lnTo>
                  <a:lnTo>
                    <a:pt x="4092157" y="3498572"/>
                  </a:lnTo>
                  <a:lnTo>
                    <a:pt x="4157720" y="3532419"/>
                  </a:lnTo>
                  <a:lnTo>
                    <a:pt x="4229332" y="3563007"/>
                  </a:lnTo>
                  <a:lnTo>
                    <a:pt x="4307469" y="3590699"/>
                  </a:lnTo>
                  <a:lnTo>
                    <a:pt x="4392307" y="3615783"/>
                  </a:lnTo>
                  <a:lnTo>
                    <a:pt x="4483568" y="3638464"/>
                  </a:lnTo>
                  <a:lnTo>
                    <a:pt x="4580353" y="3658864"/>
                  </a:lnTo>
                  <a:lnTo>
                    <a:pt x="4680989" y="3677029"/>
                  </a:lnTo>
                  <a:lnTo>
                    <a:pt x="4782928" y="3692942"/>
                  </a:lnTo>
                  <a:lnTo>
                    <a:pt x="4882795" y="3706556"/>
                  </a:lnTo>
                  <a:lnTo>
                    <a:pt x="4976627" y="3717828"/>
                  </a:lnTo>
                  <a:lnTo>
                    <a:pt x="5060339" y="3726760"/>
                  </a:lnTo>
                  <a:lnTo>
                    <a:pt x="5130369" y="3733443"/>
                  </a:lnTo>
                  <a:lnTo>
                    <a:pt x="5184344" y="3738077"/>
                  </a:lnTo>
                  <a:lnTo>
                    <a:pt x="5221607" y="3740968"/>
                  </a:lnTo>
                  <a:lnTo>
                    <a:pt x="5243434" y="3742504"/>
                  </a:lnTo>
                  <a:lnTo>
                    <a:pt x="5252963" y="3743115"/>
                  </a:lnTo>
                  <a:lnTo>
                    <a:pt x="5254955" y="3743233"/>
                  </a:lnTo>
                  <a:lnTo>
                    <a:pt x="6726343" y="3743233"/>
                  </a:lnTo>
                  <a:lnTo>
                    <a:pt x="6727431" y="3743151"/>
                  </a:lnTo>
                  <a:lnTo>
                    <a:pt x="6734594" y="3742565"/>
                  </a:lnTo>
                  <a:lnTo>
                    <a:pt x="6752673" y="3740947"/>
                  </a:lnTo>
                  <a:lnTo>
                    <a:pt x="6785058" y="3737761"/>
                  </a:lnTo>
                  <a:lnTo>
                    <a:pt x="6833452" y="3732508"/>
                  </a:lnTo>
                  <a:lnTo>
                    <a:pt x="6897740" y="3724775"/>
                  </a:lnTo>
                  <a:lnTo>
                    <a:pt x="6976116" y="3714273"/>
                  </a:lnTo>
                  <a:lnTo>
                    <a:pt x="7065485" y="3700850"/>
                  </a:lnTo>
                  <a:lnTo>
                    <a:pt x="7162056" y="3684471"/>
                  </a:lnTo>
                  <a:lnTo>
                    <a:pt x="7261957" y="3665175"/>
                  </a:lnTo>
                  <a:lnTo>
                    <a:pt x="7361737" y="3643026"/>
                  </a:lnTo>
                  <a:lnTo>
                    <a:pt x="7458659" y="3618063"/>
                  </a:lnTo>
                  <a:lnTo>
                    <a:pt x="7550804" y="3590265"/>
                  </a:lnTo>
                  <a:lnTo>
                    <a:pt x="7637026" y="3559520"/>
                  </a:lnTo>
                  <a:lnTo>
                    <a:pt x="7716826" y="3525621"/>
                  </a:lnTo>
                  <a:lnTo>
                    <a:pt x="7790194" y="3488257"/>
                  </a:lnTo>
                  <a:lnTo>
                    <a:pt x="7857467" y="3447022"/>
                  </a:lnTo>
                  <a:lnTo>
                    <a:pt x="7919202" y="3401420"/>
                  </a:lnTo>
                  <a:lnTo>
                    <a:pt x="7976082" y="3350895"/>
                  </a:lnTo>
                  <a:lnTo>
                    <a:pt x="8028847" y="3294857"/>
                  </a:lnTo>
                  <a:lnTo>
                    <a:pt x="8078245" y="3232752"/>
                  </a:lnTo>
                  <a:lnTo>
                    <a:pt x="8124982" y="3164163"/>
                  </a:lnTo>
                  <a:lnTo>
                    <a:pt x="8151487" y="3120723"/>
                  </a:lnTo>
                  <a:lnTo>
                    <a:pt x="8185077" y="3060840"/>
                  </a:lnTo>
                  <a:lnTo>
                    <a:pt x="8217890" y="2997030"/>
                  </a:lnTo>
                  <a:lnTo>
                    <a:pt x="8250114" y="2929214"/>
                  </a:lnTo>
                  <a:lnTo>
                    <a:pt x="8281906" y="2857361"/>
                  </a:lnTo>
                  <a:lnTo>
                    <a:pt x="8313395" y="2781495"/>
                  </a:lnTo>
                  <a:lnTo>
                    <a:pt x="8344683" y="2701702"/>
                  </a:lnTo>
                  <a:lnTo>
                    <a:pt x="8375854" y="2618129"/>
                  </a:lnTo>
                  <a:lnTo>
                    <a:pt x="8406970" y="2530991"/>
                  </a:lnTo>
                  <a:lnTo>
                    <a:pt x="8438075" y="2440569"/>
                  </a:lnTo>
                  <a:lnTo>
                    <a:pt x="8469201" y="2347208"/>
                  </a:lnTo>
                  <a:lnTo>
                    <a:pt x="8500363" y="2251316"/>
                  </a:lnTo>
                  <a:lnTo>
                    <a:pt x="8531568" y="2153355"/>
                  </a:lnTo>
                  <a:lnTo>
                    <a:pt x="8562812" y="2053835"/>
                  </a:lnTo>
                  <a:lnTo>
                    <a:pt x="8594083" y="1953300"/>
                  </a:lnTo>
                  <a:lnTo>
                    <a:pt x="8625368" y="1852320"/>
                  </a:lnTo>
                  <a:lnTo>
                    <a:pt x="8656649" y="1751475"/>
                  </a:lnTo>
                  <a:lnTo>
                    <a:pt x="8687909" y="1651340"/>
                  </a:lnTo>
                  <a:lnTo>
                    <a:pt x="8719136" y="1552476"/>
                  </a:lnTo>
                  <a:lnTo>
                    <a:pt x="8750321" y="1455412"/>
                  </a:lnTo>
                  <a:lnTo>
                    <a:pt x="8781465" y="1360638"/>
                  </a:lnTo>
                  <a:lnTo>
                    <a:pt x="8812579" y="1268590"/>
                  </a:lnTo>
                  <a:lnTo>
                    <a:pt x="8843684" y="1179649"/>
                  </a:lnTo>
                  <a:lnTo>
                    <a:pt x="8874818" y="1094130"/>
                  </a:lnTo>
                  <a:lnTo>
                    <a:pt x="8906035" y="1012285"/>
                  </a:lnTo>
                  <a:lnTo>
                    <a:pt x="8937404" y="934295"/>
                  </a:lnTo>
                  <a:lnTo>
                    <a:pt x="8969019" y="860280"/>
                  </a:lnTo>
                  <a:lnTo>
                    <a:pt x="9000994" y="790296"/>
                  </a:lnTo>
                  <a:lnTo>
                    <a:pt x="9033469" y="724342"/>
                  </a:lnTo>
                  <a:lnTo>
                    <a:pt x="9066616" y="662363"/>
                  </a:lnTo>
                  <a:lnTo>
                    <a:pt x="9084767" y="630683"/>
                  </a:lnTo>
                  <a:lnTo>
                    <a:pt x="9130238" y="558194"/>
                  </a:lnTo>
                  <a:lnTo>
                    <a:pt x="9177989" y="492312"/>
                  </a:lnTo>
                  <a:lnTo>
                    <a:pt x="9228685" y="432767"/>
                  </a:lnTo>
                  <a:lnTo>
                    <a:pt x="9283054" y="379070"/>
                  </a:lnTo>
                  <a:lnTo>
                    <a:pt x="9341845" y="330642"/>
                  </a:lnTo>
                  <a:lnTo>
                    <a:pt x="9405783" y="286904"/>
                  </a:lnTo>
                  <a:lnTo>
                    <a:pt x="9475509" y="247318"/>
                  </a:lnTo>
                  <a:lnTo>
                    <a:pt x="9551502" y="211425"/>
                  </a:lnTo>
                  <a:lnTo>
                    <a:pt x="9633972" y="178857"/>
                  </a:lnTo>
                  <a:lnTo>
                    <a:pt x="9722727" y="149345"/>
                  </a:lnTo>
                  <a:lnTo>
                    <a:pt x="9817020" y="122722"/>
                  </a:lnTo>
                  <a:lnTo>
                    <a:pt x="9915398" y="98917"/>
                  </a:lnTo>
                  <a:lnTo>
                    <a:pt x="10015604" y="77935"/>
                  </a:lnTo>
                  <a:lnTo>
                    <a:pt x="10114585" y="59833"/>
                  </a:lnTo>
                  <a:lnTo>
                    <a:pt x="10208667" y="44669"/>
                  </a:lnTo>
                  <a:lnTo>
                    <a:pt x="10293944" y="32460"/>
                  </a:lnTo>
                  <a:lnTo>
                    <a:pt x="10366832" y="23124"/>
                  </a:lnTo>
                  <a:lnTo>
                    <a:pt x="10424703" y="16455"/>
                  </a:lnTo>
                  <a:lnTo>
                    <a:pt x="10466414" y="12109"/>
                  </a:lnTo>
                  <a:lnTo>
                    <a:pt x="10492600" y="9632"/>
                  </a:lnTo>
                  <a:lnTo>
                    <a:pt x="10505686" y="8505"/>
                  </a:lnTo>
                  <a:lnTo>
                    <a:pt x="10509684" y="8189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8822" y="82"/>
                  </a:lnTo>
                  <a:lnTo>
                    <a:pt x="10501660" y="667"/>
                  </a:lnTo>
                  <a:lnTo>
                    <a:pt x="10483580" y="2285"/>
                  </a:lnTo>
                  <a:lnTo>
                    <a:pt x="10451195" y="5471"/>
                  </a:lnTo>
                  <a:lnTo>
                    <a:pt x="10402802" y="10724"/>
                  </a:lnTo>
                  <a:lnTo>
                    <a:pt x="10338513" y="18458"/>
                  </a:lnTo>
                  <a:lnTo>
                    <a:pt x="10260137" y="28959"/>
                  </a:lnTo>
                  <a:lnTo>
                    <a:pt x="10170768" y="42382"/>
                  </a:lnTo>
                  <a:lnTo>
                    <a:pt x="10074197" y="58761"/>
                  </a:lnTo>
                  <a:lnTo>
                    <a:pt x="9974296" y="78058"/>
                  </a:lnTo>
                  <a:lnTo>
                    <a:pt x="9874516" y="100207"/>
                  </a:lnTo>
                  <a:lnTo>
                    <a:pt x="9777594" y="125169"/>
                  </a:lnTo>
                  <a:lnTo>
                    <a:pt x="9685449" y="152968"/>
                  </a:lnTo>
                  <a:lnTo>
                    <a:pt x="9599227" y="183712"/>
                  </a:lnTo>
                  <a:lnTo>
                    <a:pt x="9519427" y="217612"/>
                  </a:lnTo>
                  <a:lnTo>
                    <a:pt x="9446059" y="254975"/>
                  </a:lnTo>
                  <a:lnTo>
                    <a:pt x="9378786" y="296211"/>
                  </a:lnTo>
                  <a:lnTo>
                    <a:pt x="9317051" y="341812"/>
                  </a:lnTo>
                  <a:lnTo>
                    <a:pt x="9260172" y="392338"/>
                  </a:lnTo>
                  <a:lnTo>
                    <a:pt x="9207406" y="448376"/>
                  </a:lnTo>
                  <a:lnTo>
                    <a:pt x="9158008" y="510480"/>
                  </a:lnTo>
                  <a:lnTo>
                    <a:pt x="9111271" y="579069"/>
                  </a:lnTo>
                  <a:lnTo>
                    <a:pt x="9084767" y="622510"/>
                  </a:lnTo>
                  <a:lnTo>
                    <a:pt x="9051176" y="682393"/>
                  </a:lnTo>
                  <a:lnTo>
                    <a:pt x="9018363" y="746202"/>
                  </a:lnTo>
                  <a:lnTo>
                    <a:pt x="8986139" y="814018"/>
                  </a:lnTo>
                  <a:lnTo>
                    <a:pt x="8954347" y="885871"/>
                  </a:lnTo>
                  <a:lnTo>
                    <a:pt x="8922858" y="961737"/>
                  </a:lnTo>
                  <a:lnTo>
                    <a:pt x="8891570" y="1041530"/>
                  </a:lnTo>
                  <a:lnTo>
                    <a:pt x="8860399" y="1125103"/>
                  </a:lnTo>
                  <a:lnTo>
                    <a:pt x="8829284" y="1212241"/>
                  </a:lnTo>
                  <a:lnTo>
                    <a:pt x="8798178" y="1302663"/>
                  </a:lnTo>
                  <a:lnTo>
                    <a:pt x="8767052" y="1396024"/>
                  </a:lnTo>
                  <a:lnTo>
                    <a:pt x="8735890" y="1491916"/>
                  </a:lnTo>
                  <a:lnTo>
                    <a:pt x="8704685" y="1589877"/>
                  </a:lnTo>
                  <a:lnTo>
                    <a:pt x="8673441" y="1689397"/>
                  </a:lnTo>
                  <a:lnTo>
                    <a:pt x="8642170" y="1789932"/>
                  </a:lnTo>
                  <a:lnTo>
                    <a:pt x="8610885" y="1890912"/>
                  </a:lnTo>
                  <a:lnTo>
                    <a:pt x="8579605" y="1991757"/>
                  </a:lnTo>
                  <a:lnTo>
                    <a:pt x="8548344" y="2091892"/>
                  </a:lnTo>
                  <a:lnTo>
                    <a:pt x="8517118" y="2190756"/>
                  </a:lnTo>
                  <a:lnTo>
                    <a:pt x="8485932" y="2287820"/>
                  </a:lnTo>
                  <a:lnTo>
                    <a:pt x="8454788" y="2382595"/>
                  </a:lnTo>
                  <a:lnTo>
                    <a:pt x="8423675" y="2474642"/>
                  </a:lnTo>
                  <a:lnTo>
                    <a:pt x="8392569" y="2563583"/>
                  </a:lnTo>
                  <a:lnTo>
                    <a:pt x="8361435" y="2649102"/>
                  </a:lnTo>
                  <a:lnTo>
                    <a:pt x="8330218" y="2730948"/>
                  </a:lnTo>
                  <a:lnTo>
                    <a:pt x="8298849" y="2808937"/>
                  </a:lnTo>
                  <a:lnTo>
                    <a:pt x="8267234" y="2882952"/>
                  </a:lnTo>
                  <a:lnTo>
                    <a:pt x="8235259" y="2952936"/>
                  </a:lnTo>
                  <a:lnTo>
                    <a:pt x="8202784" y="3018890"/>
                  </a:lnTo>
                  <a:lnTo>
                    <a:pt x="8169637" y="3080869"/>
                  </a:lnTo>
                  <a:lnTo>
                    <a:pt x="8151487" y="3112550"/>
                  </a:lnTo>
                  <a:lnTo>
                    <a:pt x="8106015" y="3185038"/>
                  </a:lnTo>
                  <a:lnTo>
                    <a:pt x="8058264" y="3250921"/>
                  </a:lnTo>
                  <a:lnTo>
                    <a:pt x="8007568" y="3310465"/>
                  </a:lnTo>
                  <a:lnTo>
                    <a:pt x="7953199" y="3364163"/>
                  </a:lnTo>
                  <a:lnTo>
                    <a:pt x="7894408" y="3412590"/>
                  </a:lnTo>
                  <a:lnTo>
                    <a:pt x="7830470" y="3456329"/>
                  </a:lnTo>
                  <a:lnTo>
                    <a:pt x="7760744" y="3495914"/>
                  </a:lnTo>
                  <a:lnTo>
                    <a:pt x="7684751" y="3531807"/>
                  </a:lnTo>
                  <a:lnTo>
                    <a:pt x="7602281" y="3564376"/>
                  </a:lnTo>
                  <a:lnTo>
                    <a:pt x="7513526" y="3593888"/>
                  </a:lnTo>
                  <a:lnTo>
                    <a:pt x="7419234" y="3620510"/>
                  </a:lnTo>
                  <a:lnTo>
                    <a:pt x="7320856" y="3644316"/>
                  </a:lnTo>
                  <a:lnTo>
                    <a:pt x="7220649" y="3665297"/>
                  </a:lnTo>
                  <a:lnTo>
                    <a:pt x="7121668" y="3683400"/>
                  </a:lnTo>
                  <a:lnTo>
                    <a:pt x="7027586" y="3698563"/>
                  </a:lnTo>
                  <a:lnTo>
                    <a:pt x="6942310" y="3710773"/>
                  </a:lnTo>
                  <a:lnTo>
                    <a:pt x="6869421" y="3720108"/>
                  </a:lnTo>
                  <a:lnTo>
                    <a:pt x="6811550" y="3726777"/>
                  </a:lnTo>
                  <a:lnTo>
                    <a:pt x="6769839" y="3731124"/>
                  </a:lnTo>
                  <a:lnTo>
                    <a:pt x="6743653" y="3733600"/>
                  </a:lnTo>
                  <a:lnTo>
                    <a:pt x="6730567" y="3734728"/>
                  </a:lnTo>
                  <a:lnTo>
                    <a:pt x="6726569" y="3735043"/>
                  </a:lnTo>
                  <a:lnTo>
                    <a:pt x="6726343" y="3735060"/>
                  </a:lnTo>
                  <a:lnTo>
                    <a:pt x="5254955" y="3735060"/>
                  </a:lnTo>
                  <a:lnTo>
                    <a:pt x="5253811" y="3734993"/>
                  </a:lnTo>
                  <a:lnTo>
                    <a:pt x="5246289" y="3734520"/>
                  </a:lnTo>
                  <a:lnTo>
                    <a:pt x="5227330" y="3733211"/>
                  </a:lnTo>
                  <a:lnTo>
                    <a:pt x="5193442" y="3730635"/>
                  </a:lnTo>
                  <a:lnTo>
                    <a:pt x="5142945" y="3726392"/>
                  </a:lnTo>
                  <a:lnTo>
                    <a:pt x="5076105" y="3720154"/>
                  </a:lnTo>
                  <a:lnTo>
                    <a:pt x="4994970" y="3711700"/>
                  </a:lnTo>
                  <a:lnTo>
                    <a:pt x="4902910" y="3700917"/>
                  </a:lnTo>
                  <a:lnTo>
                    <a:pt x="4803958" y="3687787"/>
                  </a:lnTo>
                  <a:lnTo>
                    <a:pt x="4702146" y="3672346"/>
                  </a:lnTo>
                  <a:lnTo>
                    <a:pt x="4601002" y="3654646"/>
                  </a:lnTo>
                  <a:lnTo>
                    <a:pt x="4503251" y="3634712"/>
                  </a:lnTo>
                  <a:lnTo>
                    <a:pt x="4410746" y="3612512"/>
                  </a:lnTo>
                  <a:lnTo>
                    <a:pt x="4324533" y="3587941"/>
                  </a:lnTo>
                  <a:lnTo>
                    <a:pt x="4245007" y="3560811"/>
                  </a:lnTo>
                  <a:lnTo>
                    <a:pt x="4172072" y="3530852"/>
                  </a:lnTo>
                  <a:lnTo>
                    <a:pt x="4105302" y="3497715"/>
                  </a:lnTo>
                  <a:lnTo>
                    <a:pt x="4044066" y="3460984"/>
                  </a:lnTo>
                  <a:lnTo>
                    <a:pt x="3987620" y="3420196"/>
                  </a:lnTo>
                  <a:lnTo>
                    <a:pt x="3935177" y="3374879"/>
                  </a:lnTo>
                  <a:lnTo>
                    <a:pt x="3885962" y="3324611"/>
                  </a:lnTo>
                  <a:lnTo>
                    <a:pt x="3839253" y="3269120"/>
                  </a:lnTo>
                  <a:lnTo>
                    <a:pt x="3829811" y="3256939"/>
                  </a:lnTo>
                  <a:lnTo>
                    <a:pt x="3792317" y="3205329"/>
                  </a:lnTo>
                  <a:lnTo>
                    <a:pt x="3755766" y="3149939"/>
                  </a:lnTo>
                  <a:lnTo>
                    <a:pt x="3719901" y="3090693"/>
                  </a:lnTo>
                  <a:lnTo>
                    <a:pt x="3684516" y="3027577"/>
                  </a:lnTo>
                  <a:lnTo>
                    <a:pt x="3649447" y="2960641"/>
                  </a:lnTo>
                  <a:lnTo>
                    <a:pt x="3614565" y="2890013"/>
                  </a:lnTo>
                  <a:lnTo>
                    <a:pt x="3579773" y="2815898"/>
                  </a:lnTo>
                  <a:lnTo>
                    <a:pt x="3545002" y="2738581"/>
                  </a:lnTo>
                  <a:lnTo>
                    <a:pt x="3510208" y="2658424"/>
                  </a:lnTo>
                  <a:lnTo>
                    <a:pt x="3475367" y="2575864"/>
                  </a:lnTo>
                  <a:lnTo>
                    <a:pt x="3440474" y="2491404"/>
                  </a:lnTo>
                  <a:lnTo>
                    <a:pt x="3405535" y="2405599"/>
                  </a:lnTo>
                  <a:lnTo>
                    <a:pt x="3370569" y="2319046"/>
                  </a:lnTo>
                  <a:lnTo>
                    <a:pt x="3335598" y="2232361"/>
                  </a:lnTo>
                  <a:lnTo>
                    <a:pt x="3300646" y="2146165"/>
                  </a:lnTo>
                  <a:lnTo>
                    <a:pt x="3265732" y="2061066"/>
                  </a:lnTo>
                  <a:lnTo>
                    <a:pt x="3230869" y="1977637"/>
                  </a:lnTo>
                  <a:lnTo>
                    <a:pt x="3196056" y="1896406"/>
                  </a:lnTo>
                  <a:lnTo>
                    <a:pt x="3161280" y="1817839"/>
                  </a:lnTo>
                  <a:lnTo>
                    <a:pt x="3126503" y="1742329"/>
                  </a:lnTo>
                  <a:lnTo>
                    <a:pt x="3091669" y="1670197"/>
                  </a:lnTo>
                  <a:lnTo>
                    <a:pt x="3056693" y="1601679"/>
                  </a:lnTo>
                  <a:lnTo>
                    <a:pt x="3021460" y="1536936"/>
                  </a:lnTo>
                  <a:lnTo>
                    <a:pt x="2985821" y="1476051"/>
                  </a:lnTo>
                  <a:lnTo>
                    <a:pt x="2949588" y="1419036"/>
                  </a:lnTo>
                  <a:lnTo>
                    <a:pt x="2912528" y="1365839"/>
                  </a:lnTo>
                  <a:lnTo>
                    <a:pt x="2896531" y="1344458"/>
                  </a:lnTo>
                  <a:lnTo>
                    <a:pt x="2850262" y="1287873"/>
                  </a:lnTo>
                  <a:lnTo>
                    <a:pt x="2801623" y="1236535"/>
                  </a:lnTo>
                  <a:lnTo>
                    <a:pt x="2749913" y="1190222"/>
                  </a:lnTo>
                  <a:lnTo>
                    <a:pt x="2694363" y="1148532"/>
                  </a:lnTo>
                  <a:lnTo>
                    <a:pt x="2634185" y="1110998"/>
                  </a:lnTo>
                  <a:lnTo>
                    <a:pt x="2568622" y="1077151"/>
                  </a:lnTo>
                  <a:lnTo>
                    <a:pt x="2497011" y="1046563"/>
                  </a:lnTo>
                  <a:lnTo>
                    <a:pt x="2418873" y="1018871"/>
                  </a:lnTo>
                  <a:lnTo>
                    <a:pt x="2334035" y="993787"/>
                  </a:lnTo>
                  <a:lnTo>
                    <a:pt x="2242775" y="971106"/>
                  </a:lnTo>
                  <a:lnTo>
                    <a:pt x="2145989" y="950706"/>
                  </a:lnTo>
                  <a:lnTo>
                    <a:pt x="2045354" y="932541"/>
                  </a:lnTo>
                  <a:lnTo>
                    <a:pt x="1943415" y="916628"/>
                  </a:lnTo>
                  <a:lnTo>
                    <a:pt x="1843547" y="903014"/>
                  </a:lnTo>
                  <a:lnTo>
                    <a:pt x="1749715" y="891742"/>
                  </a:lnTo>
                  <a:lnTo>
                    <a:pt x="1666003" y="882810"/>
                  </a:lnTo>
                  <a:lnTo>
                    <a:pt x="1595974" y="876127"/>
                  </a:lnTo>
                  <a:lnTo>
                    <a:pt x="1541998" y="871493"/>
                  </a:lnTo>
                  <a:lnTo>
                    <a:pt x="1504736" y="868602"/>
                  </a:lnTo>
                  <a:lnTo>
                    <a:pt x="1482908" y="867066"/>
                  </a:lnTo>
                  <a:lnTo>
                    <a:pt x="1473380" y="866455"/>
                  </a:lnTo>
                  <a:lnTo>
                    <a:pt x="1471387" y="866337"/>
                  </a:lnTo>
                  <a:lnTo>
                    <a:pt x="0" y="866337"/>
                  </a:lnTo>
                  <a:close/>
                </a:path>
              </a:pathLst>
            </a:custGeom>
            <a:solidFill>
              <a:srgbClr val="F28E5B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882" name="pl882"/>
            <p:cNvSpPr/>
            <p:nvPr/>
          </p:nvSpPr>
          <p:spPr>
            <a:xfrm>
              <a:off x="4799595" y="7260036"/>
              <a:ext cx="11981298" cy="3735060"/>
            </a:xfrm>
            <a:custGeom>
              <a:avLst/>
              <a:pathLst>
                <a:path w="11981298" h="3735060">
                  <a:moveTo>
                    <a:pt x="0" y="866337"/>
                  </a:moveTo>
                  <a:lnTo>
                    <a:pt x="1471387" y="866337"/>
                  </a:lnTo>
                  <a:lnTo>
                    <a:pt x="1472531" y="866404"/>
                  </a:lnTo>
                  <a:lnTo>
                    <a:pt x="1480053" y="866877"/>
                  </a:lnTo>
                  <a:lnTo>
                    <a:pt x="1499012" y="868186"/>
                  </a:lnTo>
                  <a:lnTo>
                    <a:pt x="1532900" y="870762"/>
                  </a:lnTo>
                  <a:lnTo>
                    <a:pt x="1583397" y="875005"/>
                  </a:lnTo>
                  <a:lnTo>
                    <a:pt x="1650237" y="881243"/>
                  </a:lnTo>
                  <a:lnTo>
                    <a:pt x="1731372" y="889697"/>
                  </a:lnTo>
                  <a:lnTo>
                    <a:pt x="1823432" y="900480"/>
                  </a:lnTo>
                  <a:lnTo>
                    <a:pt x="1922384" y="913610"/>
                  </a:lnTo>
                  <a:lnTo>
                    <a:pt x="2024196" y="929051"/>
                  </a:lnTo>
                  <a:lnTo>
                    <a:pt x="2125340" y="946751"/>
                  </a:lnTo>
                  <a:lnTo>
                    <a:pt x="2223091" y="966685"/>
                  </a:lnTo>
                  <a:lnTo>
                    <a:pt x="2315597" y="988885"/>
                  </a:lnTo>
                  <a:lnTo>
                    <a:pt x="2401809" y="1013456"/>
                  </a:lnTo>
                  <a:lnTo>
                    <a:pt x="2481336" y="1040586"/>
                  </a:lnTo>
                  <a:lnTo>
                    <a:pt x="2554271" y="1070545"/>
                  </a:lnTo>
                  <a:lnTo>
                    <a:pt x="2621040" y="1103682"/>
                  </a:lnTo>
                  <a:lnTo>
                    <a:pt x="2682276" y="1140413"/>
                  </a:lnTo>
                  <a:lnTo>
                    <a:pt x="2738722" y="1181201"/>
                  </a:lnTo>
                  <a:lnTo>
                    <a:pt x="2791165" y="1226518"/>
                  </a:lnTo>
                  <a:lnTo>
                    <a:pt x="2840381" y="1276786"/>
                  </a:lnTo>
                  <a:lnTo>
                    <a:pt x="2887089" y="1332277"/>
                  </a:lnTo>
                  <a:lnTo>
                    <a:pt x="2896531" y="1344458"/>
                  </a:lnTo>
                  <a:lnTo>
                    <a:pt x="2934025" y="1396069"/>
                  </a:lnTo>
                  <a:lnTo>
                    <a:pt x="2970576" y="1451458"/>
                  </a:lnTo>
                  <a:lnTo>
                    <a:pt x="3006441" y="1510704"/>
                  </a:lnTo>
                  <a:lnTo>
                    <a:pt x="3041826" y="1573820"/>
                  </a:lnTo>
                  <a:lnTo>
                    <a:pt x="3076895" y="1640756"/>
                  </a:lnTo>
                  <a:lnTo>
                    <a:pt x="3111777" y="1711384"/>
                  </a:lnTo>
                  <a:lnTo>
                    <a:pt x="3146569" y="1785499"/>
                  </a:lnTo>
                  <a:lnTo>
                    <a:pt x="3181340" y="1862816"/>
                  </a:lnTo>
                  <a:lnTo>
                    <a:pt x="3216134" y="1942973"/>
                  </a:lnTo>
                  <a:lnTo>
                    <a:pt x="3250975" y="2025533"/>
                  </a:lnTo>
                  <a:lnTo>
                    <a:pt x="3285869" y="2109993"/>
                  </a:lnTo>
                  <a:lnTo>
                    <a:pt x="3320807" y="2195798"/>
                  </a:lnTo>
                  <a:lnTo>
                    <a:pt x="3355773" y="2282351"/>
                  </a:lnTo>
                  <a:lnTo>
                    <a:pt x="3390744" y="2369036"/>
                  </a:lnTo>
                  <a:lnTo>
                    <a:pt x="3425696" y="2455232"/>
                  </a:lnTo>
                  <a:lnTo>
                    <a:pt x="3460610" y="2540331"/>
                  </a:lnTo>
                  <a:lnTo>
                    <a:pt x="3495474" y="2623760"/>
                  </a:lnTo>
                  <a:lnTo>
                    <a:pt x="3530286" y="2704991"/>
                  </a:lnTo>
                  <a:lnTo>
                    <a:pt x="3565062" y="2783558"/>
                  </a:lnTo>
                  <a:lnTo>
                    <a:pt x="3599839" y="2859068"/>
                  </a:lnTo>
                  <a:lnTo>
                    <a:pt x="3634673" y="2931200"/>
                  </a:lnTo>
                  <a:lnTo>
                    <a:pt x="3669649" y="2999718"/>
                  </a:lnTo>
                  <a:lnTo>
                    <a:pt x="3704882" y="3064461"/>
                  </a:lnTo>
                  <a:lnTo>
                    <a:pt x="3740521" y="3125346"/>
                  </a:lnTo>
                  <a:lnTo>
                    <a:pt x="3776754" y="3182361"/>
                  </a:lnTo>
                  <a:lnTo>
                    <a:pt x="3813814" y="3235558"/>
                  </a:lnTo>
                  <a:lnTo>
                    <a:pt x="3829811" y="3256939"/>
                  </a:lnTo>
                  <a:lnTo>
                    <a:pt x="3876080" y="3313524"/>
                  </a:lnTo>
                  <a:lnTo>
                    <a:pt x="3924719" y="3364862"/>
                  </a:lnTo>
                  <a:lnTo>
                    <a:pt x="3976429" y="3411175"/>
                  </a:lnTo>
                  <a:lnTo>
                    <a:pt x="4031979" y="3452865"/>
                  </a:lnTo>
                  <a:lnTo>
                    <a:pt x="4092157" y="3490399"/>
                  </a:lnTo>
                  <a:lnTo>
                    <a:pt x="4157720" y="3524246"/>
                  </a:lnTo>
                  <a:lnTo>
                    <a:pt x="4229332" y="3554834"/>
                  </a:lnTo>
                  <a:lnTo>
                    <a:pt x="4307469" y="3582526"/>
                  </a:lnTo>
                  <a:lnTo>
                    <a:pt x="4392307" y="3607610"/>
                  </a:lnTo>
                  <a:lnTo>
                    <a:pt x="4483568" y="3630291"/>
                  </a:lnTo>
                  <a:lnTo>
                    <a:pt x="4580353" y="3650691"/>
                  </a:lnTo>
                  <a:lnTo>
                    <a:pt x="4680989" y="3668856"/>
                  </a:lnTo>
                  <a:lnTo>
                    <a:pt x="4782928" y="3684769"/>
                  </a:lnTo>
                  <a:lnTo>
                    <a:pt x="4882795" y="3698383"/>
                  </a:lnTo>
                  <a:lnTo>
                    <a:pt x="4976627" y="3709655"/>
                  </a:lnTo>
                  <a:lnTo>
                    <a:pt x="5060339" y="3718587"/>
                  </a:lnTo>
                  <a:lnTo>
                    <a:pt x="5130369" y="3725270"/>
                  </a:lnTo>
                  <a:lnTo>
                    <a:pt x="5184344" y="3729904"/>
                  </a:lnTo>
                  <a:lnTo>
                    <a:pt x="5221607" y="3732795"/>
                  </a:lnTo>
                  <a:lnTo>
                    <a:pt x="5243434" y="3734331"/>
                  </a:lnTo>
                  <a:lnTo>
                    <a:pt x="5252963" y="3734942"/>
                  </a:lnTo>
                  <a:lnTo>
                    <a:pt x="5254944" y="3735059"/>
                  </a:lnTo>
                  <a:lnTo>
                    <a:pt x="5254955" y="3735060"/>
                  </a:lnTo>
                  <a:lnTo>
                    <a:pt x="6726343" y="3735060"/>
                  </a:lnTo>
                  <a:lnTo>
                    <a:pt x="6727431" y="3734978"/>
                  </a:lnTo>
                  <a:lnTo>
                    <a:pt x="6734594" y="3734392"/>
                  </a:lnTo>
                  <a:lnTo>
                    <a:pt x="6752673" y="3732774"/>
                  </a:lnTo>
                  <a:lnTo>
                    <a:pt x="6785058" y="3729588"/>
                  </a:lnTo>
                  <a:lnTo>
                    <a:pt x="6833452" y="3724335"/>
                  </a:lnTo>
                  <a:lnTo>
                    <a:pt x="6897740" y="3716602"/>
                  </a:lnTo>
                  <a:lnTo>
                    <a:pt x="6976116" y="3706100"/>
                  </a:lnTo>
                  <a:lnTo>
                    <a:pt x="7065485" y="3692677"/>
                  </a:lnTo>
                  <a:lnTo>
                    <a:pt x="7162056" y="3676298"/>
                  </a:lnTo>
                  <a:lnTo>
                    <a:pt x="7261957" y="3657002"/>
                  </a:lnTo>
                  <a:lnTo>
                    <a:pt x="7361737" y="3634853"/>
                  </a:lnTo>
                  <a:lnTo>
                    <a:pt x="7458659" y="3609890"/>
                  </a:lnTo>
                  <a:lnTo>
                    <a:pt x="7550804" y="3582092"/>
                  </a:lnTo>
                  <a:lnTo>
                    <a:pt x="7637026" y="3551347"/>
                  </a:lnTo>
                  <a:lnTo>
                    <a:pt x="7716826" y="3517448"/>
                  </a:lnTo>
                  <a:lnTo>
                    <a:pt x="7790194" y="3480084"/>
                  </a:lnTo>
                  <a:lnTo>
                    <a:pt x="7857467" y="3438849"/>
                  </a:lnTo>
                  <a:lnTo>
                    <a:pt x="7919202" y="3393247"/>
                  </a:lnTo>
                  <a:lnTo>
                    <a:pt x="7976082" y="3342722"/>
                  </a:lnTo>
                  <a:lnTo>
                    <a:pt x="8028847" y="3286684"/>
                  </a:lnTo>
                  <a:lnTo>
                    <a:pt x="8078245" y="3224579"/>
                  </a:lnTo>
                  <a:lnTo>
                    <a:pt x="8124982" y="3155990"/>
                  </a:lnTo>
                  <a:lnTo>
                    <a:pt x="8151487" y="3112550"/>
                  </a:lnTo>
                  <a:lnTo>
                    <a:pt x="8185077" y="3052667"/>
                  </a:lnTo>
                  <a:lnTo>
                    <a:pt x="8217890" y="2988857"/>
                  </a:lnTo>
                  <a:lnTo>
                    <a:pt x="8250114" y="2921041"/>
                  </a:lnTo>
                  <a:lnTo>
                    <a:pt x="8281906" y="2849188"/>
                  </a:lnTo>
                  <a:lnTo>
                    <a:pt x="8313395" y="2773322"/>
                  </a:lnTo>
                  <a:lnTo>
                    <a:pt x="8344683" y="2693529"/>
                  </a:lnTo>
                  <a:lnTo>
                    <a:pt x="8375854" y="2609956"/>
                  </a:lnTo>
                  <a:lnTo>
                    <a:pt x="8406970" y="2522818"/>
                  </a:lnTo>
                  <a:lnTo>
                    <a:pt x="8438075" y="2432396"/>
                  </a:lnTo>
                  <a:lnTo>
                    <a:pt x="8469201" y="2339035"/>
                  </a:lnTo>
                  <a:lnTo>
                    <a:pt x="8500363" y="2243143"/>
                  </a:lnTo>
                  <a:lnTo>
                    <a:pt x="8531568" y="2145182"/>
                  </a:lnTo>
                  <a:lnTo>
                    <a:pt x="8562812" y="2045662"/>
                  </a:lnTo>
                  <a:lnTo>
                    <a:pt x="8594083" y="1945127"/>
                  </a:lnTo>
                  <a:lnTo>
                    <a:pt x="8625368" y="1844147"/>
                  </a:lnTo>
                  <a:lnTo>
                    <a:pt x="8656649" y="1743302"/>
                  </a:lnTo>
                  <a:lnTo>
                    <a:pt x="8687909" y="1643167"/>
                  </a:lnTo>
                  <a:lnTo>
                    <a:pt x="8719136" y="1544303"/>
                  </a:lnTo>
                  <a:lnTo>
                    <a:pt x="8750321" y="1447239"/>
                  </a:lnTo>
                  <a:lnTo>
                    <a:pt x="8781465" y="1352465"/>
                  </a:lnTo>
                  <a:lnTo>
                    <a:pt x="8812579" y="1260417"/>
                  </a:lnTo>
                  <a:lnTo>
                    <a:pt x="8843684" y="1171476"/>
                  </a:lnTo>
                  <a:lnTo>
                    <a:pt x="8874818" y="1085957"/>
                  </a:lnTo>
                  <a:lnTo>
                    <a:pt x="8906035" y="1004112"/>
                  </a:lnTo>
                  <a:lnTo>
                    <a:pt x="8937404" y="926122"/>
                  </a:lnTo>
                  <a:lnTo>
                    <a:pt x="8969019" y="852107"/>
                  </a:lnTo>
                  <a:lnTo>
                    <a:pt x="9000994" y="782123"/>
                  </a:lnTo>
                  <a:lnTo>
                    <a:pt x="9033469" y="716169"/>
                  </a:lnTo>
                  <a:lnTo>
                    <a:pt x="9066616" y="654190"/>
                  </a:lnTo>
                  <a:lnTo>
                    <a:pt x="9084767" y="622510"/>
                  </a:lnTo>
                  <a:lnTo>
                    <a:pt x="9130238" y="550021"/>
                  </a:lnTo>
                  <a:lnTo>
                    <a:pt x="9177989" y="484139"/>
                  </a:lnTo>
                  <a:lnTo>
                    <a:pt x="9228685" y="424594"/>
                  </a:lnTo>
                  <a:lnTo>
                    <a:pt x="9283054" y="370897"/>
                  </a:lnTo>
                  <a:lnTo>
                    <a:pt x="9341845" y="322469"/>
                  </a:lnTo>
                  <a:lnTo>
                    <a:pt x="9405783" y="278731"/>
                  </a:lnTo>
                  <a:lnTo>
                    <a:pt x="9475509" y="239145"/>
                  </a:lnTo>
                  <a:lnTo>
                    <a:pt x="9551502" y="203252"/>
                  </a:lnTo>
                  <a:lnTo>
                    <a:pt x="9633972" y="170684"/>
                  </a:lnTo>
                  <a:lnTo>
                    <a:pt x="9722727" y="141172"/>
                  </a:lnTo>
                  <a:lnTo>
                    <a:pt x="9817020" y="114549"/>
                  </a:lnTo>
                  <a:lnTo>
                    <a:pt x="9915398" y="90744"/>
                  </a:lnTo>
                  <a:lnTo>
                    <a:pt x="10015604" y="69762"/>
                  </a:lnTo>
                  <a:lnTo>
                    <a:pt x="10114585" y="51660"/>
                  </a:lnTo>
                  <a:lnTo>
                    <a:pt x="10208667" y="36496"/>
                  </a:lnTo>
                  <a:lnTo>
                    <a:pt x="10293944" y="24287"/>
                  </a:lnTo>
                  <a:lnTo>
                    <a:pt x="10366832" y="14951"/>
                  </a:lnTo>
                  <a:lnTo>
                    <a:pt x="10424703" y="8282"/>
                  </a:lnTo>
                  <a:lnTo>
                    <a:pt x="10466414" y="3936"/>
                  </a:lnTo>
                  <a:lnTo>
                    <a:pt x="10492600" y="1459"/>
                  </a:lnTo>
                  <a:lnTo>
                    <a:pt x="10505686" y="332"/>
                  </a:lnTo>
                  <a:lnTo>
                    <a:pt x="10509684" y="16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83" name="pl883"/>
            <p:cNvSpPr/>
            <p:nvPr/>
          </p:nvSpPr>
          <p:spPr>
            <a:xfrm>
              <a:off x="4799595" y="7251863"/>
              <a:ext cx="11981298" cy="3735060"/>
            </a:xfrm>
            <a:custGeom>
              <a:avLst/>
              <a:pathLst>
                <a:path w="11981298" h="3735060">
                  <a:moveTo>
                    <a:pt x="11981298" y="0"/>
                  </a:moveTo>
                  <a:lnTo>
                    <a:pt x="10509911" y="0"/>
                  </a:lnTo>
                  <a:lnTo>
                    <a:pt x="10508822" y="82"/>
                  </a:lnTo>
                  <a:lnTo>
                    <a:pt x="10501660" y="667"/>
                  </a:lnTo>
                  <a:lnTo>
                    <a:pt x="10483580" y="2285"/>
                  </a:lnTo>
                  <a:lnTo>
                    <a:pt x="10451195" y="5471"/>
                  </a:lnTo>
                  <a:lnTo>
                    <a:pt x="10402802" y="10724"/>
                  </a:lnTo>
                  <a:lnTo>
                    <a:pt x="10338513" y="18458"/>
                  </a:lnTo>
                  <a:lnTo>
                    <a:pt x="10260137" y="28959"/>
                  </a:lnTo>
                  <a:lnTo>
                    <a:pt x="10170768" y="42382"/>
                  </a:lnTo>
                  <a:lnTo>
                    <a:pt x="10074197" y="58761"/>
                  </a:lnTo>
                  <a:lnTo>
                    <a:pt x="9974296" y="78058"/>
                  </a:lnTo>
                  <a:lnTo>
                    <a:pt x="9874516" y="100207"/>
                  </a:lnTo>
                  <a:lnTo>
                    <a:pt x="9777594" y="125169"/>
                  </a:lnTo>
                  <a:lnTo>
                    <a:pt x="9685449" y="152968"/>
                  </a:lnTo>
                  <a:lnTo>
                    <a:pt x="9599227" y="183712"/>
                  </a:lnTo>
                  <a:lnTo>
                    <a:pt x="9519427" y="217612"/>
                  </a:lnTo>
                  <a:lnTo>
                    <a:pt x="9446059" y="254975"/>
                  </a:lnTo>
                  <a:lnTo>
                    <a:pt x="9378786" y="296211"/>
                  </a:lnTo>
                  <a:lnTo>
                    <a:pt x="9317051" y="341812"/>
                  </a:lnTo>
                  <a:lnTo>
                    <a:pt x="9260172" y="392338"/>
                  </a:lnTo>
                  <a:lnTo>
                    <a:pt x="9207406" y="448376"/>
                  </a:lnTo>
                  <a:lnTo>
                    <a:pt x="9158008" y="510480"/>
                  </a:lnTo>
                  <a:lnTo>
                    <a:pt x="9111271" y="579069"/>
                  </a:lnTo>
                  <a:lnTo>
                    <a:pt x="9084767" y="622510"/>
                  </a:lnTo>
                  <a:lnTo>
                    <a:pt x="9051176" y="682393"/>
                  </a:lnTo>
                  <a:lnTo>
                    <a:pt x="9018363" y="746202"/>
                  </a:lnTo>
                  <a:lnTo>
                    <a:pt x="8986139" y="814018"/>
                  </a:lnTo>
                  <a:lnTo>
                    <a:pt x="8954347" y="885871"/>
                  </a:lnTo>
                  <a:lnTo>
                    <a:pt x="8922858" y="961737"/>
                  </a:lnTo>
                  <a:lnTo>
                    <a:pt x="8891570" y="1041530"/>
                  </a:lnTo>
                  <a:lnTo>
                    <a:pt x="8860399" y="1125103"/>
                  </a:lnTo>
                  <a:lnTo>
                    <a:pt x="8829284" y="1212241"/>
                  </a:lnTo>
                  <a:lnTo>
                    <a:pt x="8798178" y="1302663"/>
                  </a:lnTo>
                  <a:lnTo>
                    <a:pt x="8767052" y="1396024"/>
                  </a:lnTo>
                  <a:lnTo>
                    <a:pt x="8735890" y="1491916"/>
                  </a:lnTo>
                  <a:lnTo>
                    <a:pt x="8704685" y="1589877"/>
                  </a:lnTo>
                  <a:lnTo>
                    <a:pt x="8673441" y="1689397"/>
                  </a:lnTo>
                  <a:lnTo>
                    <a:pt x="8642170" y="1789932"/>
                  </a:lnTo>
                  <a:lnTo>
                    <a:pt x="8610885" y="1890912"/>
                  </a:lnTo>
                  <a:lnTo>
                    <a:pt x="8579605" y="1991757"/>
                  </a:lnTo>
                  <a:lnTo>
                    <a:pt x="8548344" y="2091892"/>
                  </a:lnTo>
                  <a:lnTo>
                    <a:pt x="8517118" y="2190756"/>
                  </a:lnTo>
                  <a:lnTo>
                    <a:pt x="8485932" y="2287820"/>
                  </a:lnTo>
                  <a:lnTo>
                    <a:pt x="8454788" y="2382595"/>
                  </a:lnTo>
                  <a:lnTo>
                    <a:pt x="8423675" y="2474642"/>
                  </a:lnTo>
                  <a:lnTo>
                    <a:pt x="8392569" y="2563583"/>
                  </a:lnTo>
                  <a:lnTo>
                    <a:pt x="8361435" y="2649102"/>
                  </a:lnTo>
                  <a:lnTo>
                    <a:pt x="8330218" y="2730948"/>
                  </a:lnTo>
                  <a:lnTo>
                    <a:pt x="8298849" y="2808937"/>
                  </a:lnTo>
                  <a:lnTo>
                    <a:pt x="8267234" y="2882952"/>
                  </a:lnTo>
                  <a:lnTo>
                    <a:pt x="8235259" y="2952936"/>
                  </a:lnTo>
                  <a:lnTo>
                    <a:pt x="8202784" y="3018890"/>
                  </a:lnTo>
                  <a:lnTo>
                    <a:pt x="8169637" y="3080869"/>
                  </a:lnTo>
                  <a:lnTo>
                    <a:pt x="8151487" y="3112550"/>
                  </a:lnTo>
                  <a:lnTo>
                    <a:pt x="8106015" y="3185038"/>
                  </a:lnTo>
                  <a:lnTo>
                    <a:pt x="8058264" y="3250921"/>
                  </a:lnTo>
                  <a:lnTo>
                    <a:pt x="8007568" y="3310465"/>
                  </a:lnTo>
                  <a:lnTo>
                    <a:pt x="7953199" y="3364163"/>
                  </a:lnTo>
                  <a:lnTo>
                    <a:pt x="7894408" y="3412590"/>
                  </a:lnTo>
                  <a:lnTo>
                    <a:pt x="7830470" y="3456329"/>
                  </a:lnTo>
                  <a:lnTo>
                    <a:pt x="7760744" y="3495914"/>
                  </a:lnTo>
                  <a:lnTo>
                    <a:pt x="7684751" y="3531807"/>
                  </a:lnTo>
                  <a:lnTo>
                    <a:pt x="7602281" y="3564376"/>
                  </a:lnTo>
                  <a:lnTo>
                    <a:pt x="7513526" y="3593888"/>
                  </a:lnTo>
                  <a:lnTo>
                    <a:pt x="7419234" y="3620510"/>
                  </a:lnTo>
                  <a:lnTo>
                    <a:pt x="7320856" y="3644316"/>
                  </a:lnTo>
                  <a:lnTo>
                    <a:pt x="7220649" y="3665297"/>
                  </a:lnTo>
                  <a:lnTo>
                    <a:pt x="7121668" y="3683400"/>
                  </a:lnTo>
                  <a:lnTo>
                    <a:pt x="7027586" y="3698563"/>
                  </a:lnTo>
                  <a:lnTo>
                    <a:pt x="6942310" y="3710773"/>
                  </a:lnTo>
                  <a:lnTo>
                    <a:pt x="6869421" y="3720108"/>
                  </a:lnTo>
                  <a:lnTo>
                    <a:pt x="6811550" y="3726777"/>
                  </a:lnTo>
                  <a:lnTo>
                    <a:pt x="6769839" y="3731124"/>
                  </a:lnTo>
                  <a:lnTo>
                    <a:pt x="6743653" y="3733600"/>
                  </a:lnTo>
                  <a:lnTo>
                    <a:pt x="6730567" y="3734728"/>
                  </a:lnTo>
                  <a:lnTo>
                    <a:pt x="6726569" y="3735043"/>
                  </a:lnTo>
                  <a:lnTo>
                    <a:pt x="6726343" y="3735060"/>
                  </a:lnTo>
                  <a:lnTo>
                    <a:pt x="5254955" y="3735060"/>
                  </a:lnTo>
                  <a:lnTo>
                    <a:pt x="5253811" y="3734993"/>
                  </a:lnTo>
                  <a:lnTo>
                    <a:pt x="5246289" y="3734520"/>
                  </a:lnTo>
                  <a:lnTo>
                    <a:pt x="5227330" y="3733211"/>
                  </a:lnTo>
                  <a:lnTo>
                    <a:pt x="5193442" y="3730635"/>
                  </a:lnTo>
                  <a:lnTo>
                    <a:pt x="5142945" y="3726392"/>
                  </a:lnTo>
                  <a:lnTo>
                    <a:pt x="5076105" y="3720154"/>
                  </a:lnTo>
                  <a:lnTo>
                    <a:pt x="4994970" y="3711700"/>
                  </a:lnTo>
                  <a:lnTo>
                    <a:pt x="4902910" y="3700917"/>
                  </a:lnTo>
                  <a:lnTo>
                    <a:pt x="4803958" y="3687787"/>
                  </a:lnTo>
                  <a:lnTo>
                    <a:pt x="4702146" y="3672346"/>
                  </a:lnTo>
                  <a:lnTo>
                    <a:pt x="4601002" y="3654646"/>
                  </a:lnTo>
                  <a:lnTo>
                    <a:pt x="4503251" y="3634712"/>
                  </a:lnTo>
                  <a:lnTo>
                    <a:pt x="4410746" y="3612512"/>
                  </a:lnTo>
                  <a:lnTo>
                    <a:pt x="4324533" y="3587941"/>
                  </a:lnTo>
                  <a:lnTo>
                    <a:pt x="4245007" y="3560811"/>
                  </a:lnTo>
                  <a:lnTo>
                    <a:pt x="4172072" y="3530852"/>
                  </a:lnTo>
                  <a:lnTo>
                    <a:pt x="4105302" y="3497715"/>
                  </a:lnTo>
                  <a:lnTo>
                    <a:pt x="4044066" y="3460984"/>
                  </a:lnTo>
                  <a:lnTo>
                    <a:pt x="3987620" y="3420196"/>
                  </a:lnTo>
                  <a:lnTo>
                    <a:pt x="3935177" y="3374879"/>
                  </a:lnTo>
                  <a:lnTo>
                    <a:pt x="3885962" y="3324611"/>
                  </a:lnTo>
                  <a:lnTo>
                    <a:pt x="3839253" y="3269120"/>
                  </a:lnTo>
                  <a:lnTo>
                    <a:pt x="3829811" y="3256939"/>
                  </a:lnTo>
                  <a:lnTo>
                    <a:pt x="3792317" y="3205329"/>
                  </a:lnTo>
                  <a:lnTo>
                    <a:pt x="3755766" y="3149939"/>
                  </a:lnTo>
                  <a:lnTo>
                    <a:pt x="3719901" y="3090693"/>
                  </a:lnTo>
                  <a:lnTo>
                    <a:pt x="3684516" y="3027577"/>
                  </a:lnTo>
                  <a:lnTo>
                    <a:pt x="3649447" y="2960641"/>
                  </a:lnTo>
                  <a:lnTo>
                    <a:pt x="3614565" y="2890013"/>
                  </a:lnTo>
                  <a:lnTo>
                    <a:pt x="3579773" y="2815898"/>
                  </a:lnTo>
                  <a:lnTo>
                    <a:pt x="3545002" y="2738581"/>
                  </a:lnTo>
                  <a:lnTo>
                    <a:pt x="3510208" y="2658424"/>
                  </a:lnTo>
                  <a:lnTo>
                    <a:pt x="3475367" y="2575864"/>
                  </a:lnTo>
                  <a:lnTo>
                    <a:pt x="3440474" y="2491404"/>
                  </a:lnTo>
                  <a:lnTo>
                    <a:pt x="3405535" y="2405599"/>
                  </a:lnTo>
                  <a:lnTo>
                    <a:pt x="3370569" y="2319046"/>
                  </a:lnTo>
                  <a:lnTo>
                    <a:pt x="3335598" y="2232361"/>
                  </a:lnTo>
                  <a:lnTo>
                    <a:pt x="3300646" y="2146165"/>
                  </a:lnTo>
                  <a:lnTo>
                    <a:pt x="3265732" y="2061066"/>
                  </a:lnTo>
                  <a:lnTo>
                    <a:pt x="3230869" y="1977637"/>
                  </a:lnTo>
                  <a:lnTo>
                    <a:pt x="3196056" y="1896406"/>
                  </a:lnTo>
                  <a:lnTo>
                    <a:pt x="3161280" y="1817839"/>
                  </a:lnTo>
                  <a:lnTo>
                    <a:pt x="3126503" y="1742329"/>
                  </a:lnTo>
                  <a:lnTo>
                    <a:pt x="3091669" y="1670197"/>
                  </a:lnTo>
                  <a:lnTo>
                    <a:pt x="3056693" y="1601679"/>
                  </a:lnTo>
                  <a:lnTo>
                    <a:pt x="3021460" y="1536936"/>
                  </a:lnTo>
                  <a:lnTo>
                    <a:pt x="2985821" y="1476051"/>
                  </a:lnTo>
                  <a:lnTo>
                    <a:pt x="2949588" y="1419036"/>
                  </a:lnTo>
                  <a:lnTo>
                    <a:pt x="2912528" y="1365839"/>
                  </a:lnTo>
                  <a:lnTo>
                    <a:pt x="2896531" y="1344458"/>
                  </a:lnTo>
                  <a:lnTo>
                    <a:pt x="2850262" y="1287873"/>
                  </a:lnTo>
                  <a:lnTo>
                    <a:pt x="2801623" y="1236535"/>
                  </a:lnTo>
                  <a:lnTo>
                    <a:pt x="2749913" y="1190222"/>
                  </a:lnTo>
                  <a:lnTo>
                    <a:pt x="2694363" y="1148532"/>
                  </a:lnTo>
                  <a:lnTo>
                    <a:pt x="2634185" y="1110998"/>
                  </a:lnTo>
                  <a:lnTo>
                    <a:pt x="2568622" y="1077151"/>
                  </a:lnTo>
                  <a:lnTo>
                    <a:pt x="2497011" y="1046563"/>
                  </a:lnTo>
                  <a:lnTo>
                    <a:pt x="2418873" y="1018871"/>
                  </a:lnTo>
                  <a:lnTo>
                    <a:pt x="2334035" y="993787"/>
                  </a:lnTo>
                  <a:lnTo>
                    <a:pt x="2242775" y="971106"/>
                  </a:lnTo>
                  <a:lnTo>
                    <a:pt x="2145989" y="950706"/>
                  </a:lnTo>
                  <a:lnTo>
                    <a:pt x="2045354" y="932541"/>
                  </a:lnTo>
                  <a:lnTo>
                    <a:pt x="1943415" y="916628"/>
                  </a:lnTo>
                  <a:lnTo>
                    <a:pt x="1843547" y="903014"/>
                  </a:lnTo>
                  <a:lnTo>
                    <a:pt x="1749715" y="891742"/>
                  </a:lnTo>
                  <a:lnTo>
                    <a:pt x="1666003" y="882810"/>
                  </a:lnTo>
                  <a:lnTo>
                    <a:pt x="1595974" y="876127"/>
                  </a:lnTo>
                  <a:lnTo>
                    <a:pt x="1541998" y="871493"/>
                  </a:lnTo>
                  <a:lnTo>
                    <a:pt x="1504736" y="868602"/>
                  </a:lnTo>
                  <a:lnTo>
                    <a:pt x="1482908" y="867066"/>
                  </a:lnTo>
                  <a:lnTo>
                    <a:pt x="1473380" y="866455"/>
                  </a:lnTo>
                  <a:lnTo>
                    <a:pt x="1471398" y="866338"/>
                  </a:lnTo>
                  <a:lnTo>
                    <a:pt x="1471387" y="866337"/>
                  </a:lnTo>
                  <a:lnTo>
                    <a:pt x="0" y="86633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84" name="pg884"/>
            <p:cNvSpPr/>
            <p:nvPr/>
          </p:nvSpPr>
          <p:spPr>
            <a:xfrm>
              <a:off x="4799595" y="5584572"/>
              <a:ext cx="11981298" cy="4911971"/>
            </a:xfrm>
            <a:custGeom>
              <a:avLst/>
              <a:pathLst>
                <a:path w="11981298" h="4911971">
                  <a:moveTo>
                    <a:pt x="0" y="2484591"/>
                  </a:moveTo>
                  <a:lnTo>
                    <a:pt x="1471387" y="2484591"/>
                  </a:lnTo>
                  <a:lnTo>
                    <a:pt x="1472556" y="2484648"/>
                  </a:lnTo>
                  <a:lnTo>
                    <a:pt x="1480238" y="2485058"/>
                  </a:lnTo>
                  <a:lnTo>
                    <a:pt x="1499586" y="2486190"/>
                  </a:lnTo>
                  <a:lnTo>
                    <a:pt x="1534138" y="2488418"/>
                  </a:lnTo>
                  <a:lnTo>
                    <a:pt x="1585561" y="2492087"/>
                  </a:lnTo>
                  <a:lnTo>
                    <a:pt x="1653519" y="2497477"/>
                  </a:lnTo>
                  <a:lnTo>
                    <a:pt x="1735853" y="2504776"/>
                  </a:lnTo>
                  <a:lnTo>
                    <a:pt x="1829073" y="2514077"/>
                  </a:lnTo>
                  <a:lnTo>
                    <a:pt x="1929042" y="2525392"/>
                  </a:lnTo>
                  <a:lnTo>
                    <a:pt x="2031655" y="2538688"/>
                  </a:lnTo>
                  <a:lnTo>
                    <a:pt x="2133362" y="2553920"/>
                  </a:lnTo>
                  <a:lnTo>
                    <a:pt x="2231442" y="2571072"/>
                  </a:lnTo>
                  <a:lnTo>
                    <a:pt x="2324077" y="2590174"/>
                  </a:lnTo>
                  <a:lnTo>
                    <a:pt x="2410263" y="2611325"/>
                  </a:lnTo>
                  <a:lnTo>
                    <a:pt x="2489655" y="2634692"/>
                  </a:lnTo>
                  <a:lnTo>
                    <a:pt x="2562393" y="2660519"/>
                  </a:lnTo>
                  <a:lnTo>
                    <a:pt x="2628942" y="2689113"/>
                  </a:lnTo>
                  <a:lnTo>
                    <a:pt x="2689965" y="2720841"/>
                  </a:lnTo>
                  <a:lnTo>
                    <a:pt x="2746232" y="2756105"/>
                  </a:lnTo>
                  <a:lnTo>
                    <a:pt x="2798549" y="2795313"/>
                  </a:lnTo>
                  <a:lnTo>
                    <a:pt x="2847702" y="2838817"/>
                  </a:lnTo>
                  <a:lnTo>
                    <a:pt x="2894415" y="2886820"/>
                  </a:lnTo>
                  <a:lnTo>
                    <a:pt x="2896531" y="2889154"/>
                  </a:lnTo>
                  <a:lnTo>
                    <a:pt x="2936512" y="2935879"/>
                  </a:lnTo>
                  <a:lnTo>
                    <a:pt x="2975440" y="2986251"/>
                  </a:lnTo>
                  <a:lnTo>
                    <a:pt x="3013620" y="3040346"/>
                  </a:lnTo>
                  <a:lnTo>
                    <a:pt x="3051293" y="3098166"/>
                  </a:lnTo>
                  <a:lnTo>
                    <a:pt x="3088651" y="3159641"/>
                  </a:lnTo>
                  <a:lnTo>
                    <a:pt x="3125835" y="3224616"/>
                  </a:lnTo>
                  <a:lnTo>
                    <a:pt x="3162953" y="3292849"/>
                  </a:lnTo>
                  <a:lnTo>
                    <a:pt x="3200072" y="3364014"/>
                  </a:lnTo>
                  <a:lnTo>
                    <a:pt x="3237236" y="3437696"/>
                  </a:lnTo>
                  <a:lnTo>
                    <a:pt x="3274458" y="3513407"/>
                  </a:lnTo>
                  <a:lnTo>
                    <a:pt x="3311735" y="3590593"/>
                  </a:lnTo>
                  <a:lnTo>
                    <a:pt x="3349050" y="3668653"/>
                  </a:lnTo>
                  <a:lnTo>
                    <a:pt x="3386376" y="3746955"/>
                  </a:lnTo>
                  <a:lnTo>
                    <a:pt x="3423684" y="3824859"/>
                  </a:lnTo>
                  <a:lnTo>
                    <a:pt x="3460949" y="3901740"/>
                  </a:lnTo>
                  <a:lnTo>
                    <a:pt x="3498157" y="3977006"/>
                  </a:lnTo>
                  <a:lnTo>
                    <a:pt x="3535307" y="4050118"/>
                  </a:lnTo>
                  <a:lnTo>
                    <a:pt x="3572421" y="4120604"/>
                  </a:lnTo>
                  <a:lnTo>
                    <a:pt x="3609547" y="4188071"/>
                  </a:lnTo>
                  <a:lnTo>
                    <a:pt x="3646763" y="4252213"/>
                  </a:lnTo>
                  <a:lnTo>
                    <a:pt x="3684182" y="4312809"/>
                  </a:lnTo>
                  <a:lnTo>
                    <a:pt x="3721960" y="4369727"/>
                  </a:lnTo>
                  <a:lnTo>
                    <a:pt x="3760297" y="4422912"/>
                  </a:lnTo>
                  <a:lnTo>
                    <a:pt x="3799451" y="4472388"/>
                  </a:lnTo>
                  <a:lnTo>
                    <a:pt x="3829811" y="4507408"/>
                  </a:lnTo>
                  <a:lnTo>
                    <a:pt x="3876426" y="4555621"/>
                  </a:lnTo>
                  <a:lnTo>
                    <a:pt x="3925451" y="4599330"/>
                  </a:lnTo>
                  <a:lnTo>
                    <a:pt x="3977604" y="4638730"/>
                  </a:lnTo>
                  <a:lnTo>
                    <a:pt x="4033670" y="4674168"/>
                  </a:lnTo>
                  <a:lnTo>
                    <a:pt x="4094455" y="4706051"/>
                  </a:lnTo>
                  <a:lnTo>
                    <a:pt x="4160732" y="4734782"/>
                  </a:lnTo>
                  <a:lnTo>
                    <a:pt x="4233171" y="4760730"/>
                  </a:lnTo>
                  <a:lnTo>
                    <a:pt x="4312249" y="4784205"/>
                  </a:lnTo>
                  <a:lnTo>
                    <a:pt x="4398124" y="4805454"/>
                  </a:lnTo>
                  <a:lnTo>
                    <a:pt x="4490476" y="4824649"/>
                  </a:lnTo>
                  <a:lnTo>
                    <a:pt x="4588337" y="4841890"/>
                  </a:lnTo>
                  <a:lnTo>
                    <a:pt x="4689929" y="4857211"/>
                  </a:lnTo>
                  <a:lnTo>
                    <a:pt x="4792573" y="4870598"/>
                  </a:lnTo>
                  <a:lnTo>
                    <a:pt x="4892752" y="4882006"/>
                  </a:lnTo>
                  <a:lnTo>
                    <a:pt x="4986378" y="4891400"/>
                  </a:lnTo>
                  <a:lnTo>
                    <a:pt x="5069302" y="4898791"/>
                  </a:lnTo>
                  <a:lnTo>
                    <a:pt x="5137986" y="4904265"/>
                  </a:lnTo>
                  <a:lnTo>
                    <a:pt x="5190198" y="4908009"/>
                  </a:lnTo>
                  <a:lnTo>
                    <a:pt x="5225511" y="4910296"/>
                  </a:lnTo>
                  <a:lnTo>
                    <a:pt x="5245499" y="4911471"/>
                  </a:lnTo>
                  <a:lnTo>
                    <a:pt x="5253619" y="4911906"/>
                  </a:lnTo>
                  <a:lnTo>
                    <a:pt x="5254955" y="4911971"/>
                  </a:lnTo>
                  <a:lnTo>
                    <a:pt x="6726343" y="4911971"/>
                  </a:lnTo>
                  <a:lnTo>
                    <a:pt x="6727229" y="4911884"/>
                  </a:lnTo>
                  <a:lnTo>
                    <a:pt x="6733088" y="4911262"/>
                  </a:lnTo>
                  <a:lnTo>
                    <a:pt x="6747961" y="4909543"/>
                  </a:lnTo>
                  <a:lnTo>
                    <a:pt x="6774813" y="4906154"/>
                  </a:lnTo>
                  <a:lnTo>
                    <a:pt x="6815367" y="4900549"/>
                  </a:lnTo>
                  <a:lnTo>
                    <a:pt x="6869974" y="4892253"/>
                  </a:lnTo>
                  <a:lnTo>
                    <a:pt x="6937648" y="4880908"/>
                  </a:lnTo>
                  <a:lnTo>
                    <a:pt x="7016271" y="4866288"/>
                  </a:lnTo>
                  <a:lnTo>
                    <a:pt x="7102980" y="4848297"/>
                  </a:lnTo>
                  <a:lnTo>
                    <a:pt x="7194604" y="4826939"/>
                  </a:lnTo>
                  <a:lnTo>
                    <a:pt x="7288080" y="4802273"/>
                  </a:lnTo>
                  <a:lnTo>
                    <a:pt x="7380756" y="4774364"/>
                  </a:lnTo>
                  <a:lnTo>
                    <a:pt x="7470560" y="4743245"/>
                  </a:lnTo>
                  <a:lnTo>
                    <a:pt x="7556039" y="4708876"/>
                  </a:lnTo>
                  <a:lnTo>
                    <a:pt x="7636320" y="4671133"/>
                  </a:lnTo>
                  <a:lnTo>
                    <a:pt x="7711009" y="4629790"/>
                  </a:lnTo>
                  <a:lnTo>
                    <a:pt x="7780089" y="4584522"/>
                  </a:lnTo>
                  <a:lnTo>
                    <a:pt x="7843807" y="4534906"/>
                  </a:lnTo>
                  <a:lnTo>
                    <a:pt x="7902592" y="4480428"/>
                  </a:lnTo>
                  <a:lnTo>
                    <a:pt x="7956979" y="4420509"/>
                  </a:lnTo>
                  <a:lnTo>
                    <a:pt x="8007563" y="4354524"/>
                  </a:lnTo>
                  <a:lnTo>
                    <a:pt x="8054951" y="4281859"/>
                  </a:lnTo>
                  <a:lnTo>
                    <a:pt x="8099736" y="4201984"/>
                  </a:lnTo>
                  <a:lnTo>
                    <a:pt x="8142465" y="4114576"/>
                  </a:lnTo>
                  <a:lnTo>
                    <a:pt x="8151487" y="4094672"/>
                  </a:lnTo>
                  <a:lnTo>
                    <a:pt x="8181238" y="4025400"/>
                  </a:lnTo>
                  <a:lnTo>
                    <a:pt x="8210362" y="3952108"/>
                  </a:lnTo>
                  <a:lnTo>
                    <a:pt x="8238995" y="3874716"/>
                  </a:lnTo>
                  <a:lnTo>
                    <a:pt x="8267250" y="3793182"/>
                  </a:lnTo>
                  <a:lnTo>
                    <a:pt x="8295225" y="3707507"/>
                  </a:lnTo>
                  <a:lnTo>
                    <a:pt x="8322999" y="3617739"/>
                  </a:lnTo>
                  <a:lnTo>
                    <a:pt x="8350637" y="3523977"/>
                  </a:lnTo>
                  <a:lnTo>
                    <a:pt x="8378195" y="3426369"/>
                  </a:lnTo>
                  <a:lnTo>
                    <a:pt x="8405712" y="3325117"/>
                  </a:lnTo>
                  <a:lnTo>
                    <a:pt x="8433221" y="3220479"/>
                  </a:lnTo>
                  <a:lnTo>
                    <a:pt x="8460743" y="3112762"/>
                  </a:lnTo>
                  <a:lnTo>
                    <a:pt x="8488292" y="3002325"/>
                  </a:lnTo>
                  <a:lnTo>
                    <a:pt x="8515873" y="2889574"/>
                  </a:lnTo>
                  <a:lnTo>
                    <a:pt x="8543486" y="2774951"/>
                  </a:lnTo>
                  <a:lnTo>
                    <a:pt x="8571127" y="2658936"/>
                  </a:lnTo>
                  <a:lnTo>
                    <a:pt x="8598787" y="2542033"/>
                  </a:lnTo>
                  <a:lnTo>
                    <a:pt x="8626456" y="2424762"/>
                  </a:lnTo>
                  <a:lnTo>
                    <a:pt x="8654121" y="2307649"/>
                  </a:lnTo>
                  <a:lnTo>
                    <a:pt x="8681771" y="2191219"/>
                  </a:lnTo>
                  <a:lnTo>
                    <a:pt x="8709396" y="2075984"/>
                  </a:lnTo>
                  <a:lnTo>
                    <a:pt x="8736990" y="1962432"/>
                  </a:lnTo>
                  <a:lnTo>
                    <a:pt x="8764551" y="1851024"/>
                  </a:lnTo>
                  <a:lnTo>
                    <a:pt x="8792083" y="1742179"/>
                  </a:lnTo>
                  <a:lnTo>
                    <a:pt x="8819595" y="1636276"/>
                  </a:lnTo>
                  <a:lnTo>
                    <a:pt x="8847105" y="1533643"/>
                  </a:lnTo>
                  <a:lnTo>
                    <a:pt x="8874643" y="1434558"/>
                  </a:lnTo>
                  <a:lnTo>
                    <a:pt x="8902243" y="1339244"/>
                  </a:lnTo>
                  <a:lnTo>
                    <a:pt x="8929956" y="1247872"/>
                  </a:lnTo>
                  <a:lnTo>
                    <a:pt x="8957842" y="1160560"/>
                  </a:lnTo>
                  <a:lnTo>
                    <a:pt x="8985975" y="1077376"/>
                  </a:lnTo>
                  <a:lnTo>
                    <a:pt x="9014445" y="998338"/>
                  </a:lnTo>
                  <a:lnTo>
                    <a:pt x="9043359" y="923422"/>
                  </a:lnTo>
                  <a:lnTo>
                    <a:pt x="9072843" y="852562"/>
                  </a:lnTo>
                  <a:lnTo>
                    <a:pt x="9084767" y="825472"/>
                  </a:lnTo>
                  <a:lnTo>
                    <a:pt x="9127116" y="736427"/>
                  </a:lnTo>
                  <a:lnTo>
                    <a:pt x="9171413" y="654939"/>
                  </a:lnTo>
                  <a:lnTo>
                    <a:pt x="9218188" y="580754"/>
                  </a:lnTo>
                  <a:lnTo>
                    <a:pt x="9268029" y="513375"/>
                  </a:lnTo>
                  <a:lnTo>
                    <a:pt x="9321542" y="452196"/>
                  </a:lnTo>
                  <a:lnTo>
                    <a:pt x="9379327" y="396593"/>
                  </a:lnTo>
                  <a:lnTo>
                    <a:pt x="9441937" y="345971"/>
                  </a:lnTo>
                  <a:lnTo>
                    <a:pt x="9509828" y="299801"/>
                  </a:lnTo>
                  <a:lnTo>
                    <a:pt x="9583295" y="257640"/>
                  </a:lnTo>
                  <a:lnTo>
                    <a:pt x="9662385" y="219141"/>
                  </a:lnTo>
                  <a:lnTo>
                    <a:pt x="9746796" y="184056"/>
                  </a:lnTo>
                  <a:lnTo>
                    <a:pt x="9835766" y="152240"/>
                  </a:lnTo>
                  <a:lnTo>
                    <a:pt x="9927975" y="123636"/>
                  </a:lnTo>
                  <a:lnTo>
                    <a:pt x="10021485" y="98264"/>
                  </a:lnTo>
                  <a:lnTo>
                    <a:pt x="10113759" y="76184"/>
                  </a:lnTo>
                  <a:lnTo>
                    <a:pt x="10201801" y="57461"/>
                  </a:lnTo>
                  <a:lnTo>
                    <a:pt x="10282434" y="42116"/>
                  </a:lnTo>
                  <a:lnTo>
                    <a:pt x="10352688" y="30077"/>
                  </a:lnTo>
                  <a:lnTo>
                    <a:pt x="10410250" y="21148"/>
                  </a:lnTo>
                  <a:lnTo>
                    <a:pt x="10453861" y="14997"/>
                  </a:lnTo>
                  <a:lnTo>
                    <a:pt x="10483578" y="11173"/>
                  </a:lnTo>
                  <a:lnTo>
                    <a:pt x="10500831" y="9141"/>
                  </a:lnTo>
                  <a:lnTo>
                    <a:pt x="10508332" y="8330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9024" y="87"/>
                  </a:lnTo>
                  <a:lnTo>
                    <a:pt x="10503166" y="709"/>
                  </a:lnTo>
                  <a:lnTo>
                    <a:pt x="10488292" y="2428"/>
                  </a:lnTo>
                  <a:lnTo>
                    <a:pt x="10461440" y="5817"/>
                  </a:lnTo>
                  <a:lnTo>
                    <a:pt x="10420887" y="11422"/>
                  </a:lnTo>
                  <a:lnTo>
                    <a:pt x="10366279" y="19718"/>
                  </a:lnTo>
                  <a:lnTo>
                    <a:pt x="10298606" y="31063"/>
                  </a:lnTo>
                  <a:lnTo>
                    <a:pt x="10219982" y="45683"/>
                  </a:lnTo>
                  <a:lnTo>
                    <a:pt x="10133273" y="63674"/>
                  </a:lnTo>
                  <a:lnTo>
                    <a:pt x="10041650" y="85032"/>
                  </a:lnTo>
                  <a:lnTo>
                    <a:pt x="9948174" y="109698"/>
                  </a:lnTo>
                  <a:lnTo>
                    <a:pt x="9855497" y="137607"/>
                  </a:lnTo>
                  <a:lnTo>
                    <a:pt x="9765693" y="168726"/>
                  </a:lnTo>
                  <a:lnTo>
                    <a:pt x="9680214" y="203095"/>
                  </a:lnTo>
                  <a:lnTo>
                    <a:pt x="9599933" y="240838"/>
                  </a:lnTo>
                  <a:lnTo>
                    <a:pt x="9525244" y="282180"/>
                  </a:lnTo>
                  <a:lnTo>
                    <a:pt x="9456164" y="327449"/>
                  </a:lnTo>
                  <a:lnTo>
                    <a:pt x="9392446" y="377065"/>
                  </a:lnTo>
                  <a:lnTo>
                    <a:pt x="9333661" y="431543"/>
                  </a:lnTo>
                  <a:lnTo>
                    <a:pt x="9279274" y="491462"/>
                  </a:lnTo>
                  <a:lnTo>
                    <a:pt x="9228690" y="557447"/>
                  </a:lnTo>
                  <a:lnTo>
                    <a:pt x="9181302" y="630112"/>
                  </a:lnTo>
                  <a:lnTo>
                    <a:pt x="9136517" y="709987"/>
                  </a:lnTo>
                  <a:lnTo>
                    <a:pt x="9093788" y="797395"/>
                  </a:lnTo>
                  <a:lnTo>
                    <a:pt x="9084767" y="817299"/>
                  </a:lnTo>
                  <a:lnTo>
                    <a:pt x="9055015" y="886571"/>
                  </a:lnTo>
                  <a:lnTo>
                    <a:pt x="9025891" y="959863"/>
                  </a:lnTo>
                  <a:lnTo>
                    <a:pt x="8997258" y="1037255"/>
                  </a:lnTo>
                  <a:lnTo>
                    <a:pt x="8969003" y="1118789"/>
                  </a:lnTo>
                  <a:lnTo>
                    <a:pt x="8941028" y="1204464"/>
                  </a:lnTo>
                  <a:lnTo>
                    <a:pt x="8913255" y="1294232"/>
                  </a:lnTo>
                  <a:lnTo>
                    <a:pt x="8885616" y="1387994"/>
                  </a:lnTo>
                  <a:lnTo>
                    <a:pt x="8858058" y="1485602"/>
                  </a:lnTo>
                  <a:lnTo>
                    <a:pt x="8830541" y="1586854"/>
                  </a:lnTo>
                  <a:lnTo>
                    <a:pt x="8803032" y="1691492"/>
                  </a:lnTo>
                  <a:lnTo>
                    <a:pt x="8775510" y="1799209"/>
                  </a:lnTo>
                  <a:lnTo>
                    <a:pt x="8747962" y="1909646"/>
                  </a:lnTo>
                  <a:lnTo>
                    <a:pt x="8720381" y="2022397"/>
                  </a:lnTo>
                  <a:lnTo>
                    <a:pt x="8692767" y="2137020"/>
                  </a:lnTo>
                  <a:lnTo>
                    <a:pt x="8665126" y="2253035"/>
                  </a:lnTo>
                  <a:lnTo>
                    <a:pt x="8637466" y="2369938"/>
                  </a:lnTo>
                  <a:lnTo>
                    <a:pt x="8609797" y="2487209"/>
                  </a:lnTo>
                  <a:lnTo>
                    <a:pt x="8582132" y="2604322"/>
                  </a:lnTo>
                  <a:lnTo>
                    <a:pt x="8554482" y="2720752"/>
                  </a:lnTo>
                  <a:lnTo>
                    <a:pt x="8526857" y="2835987"/>
                  </a:lnTo>
                  <a:lnTo>
                    <a:pt x="8499263" y="2949539"/>
                  </a:lnTo>
                  <a:lnTo>
                    <a:pt x="8471702" y="3060947"/>
                  </a:lnTo>
                  <a:lnTo>
                    <a:pt x="8444171" y="3169792"/>
                  </a:lnTo>
                  <a:lnTo>
                    <a:pt x="8416659" y="3275695"/>
                  </a:lnTo>
                  <a:lnTo>
                    <a:pt x="8389148" y="3378328"/>
                  </a:lnTo>
                  <a:lnTo>
                    <a:pt x="8361611" y="3477413"/>
                  </a:lnTo>
                  <a:lnTo>
                    <a:pt x="8334010" y="3572727"/>
                  </a:lnTo>
                  <a:lnTo>
                    <a:pt x="8306297" y="3664099"/>
                  </a:lnTo>
                  <a:lnTo>
                    <a:pt x="8278411" y="3751411"/>
                  </a:lnTo>
                  <a:lnTo>
                    <a:pt x="8250278" y="3834595"/>
                  </a:lnTo>
                  <a:lnTo>
                    <a:pt x="8221808" y="3913633"/>
                  </a:lnTo>
                  <a:lnTo>
                    <a:pt x="8192894" y="3988549"/>
                  </a:lnTo>
                  <a:lnTo>
                    <a:pt x="8163410" y="4059409"/>
                  </a:lnTo>
                  <a:lnTo>
                    <a:pt x="8151487" y="4086499"/>
                  </a:lnTo>
                  <a:lnTo>
                    <a:pt x="8109137" y="4175544"/>
                  </a:lnTo>
                  <a:lnTo>
                    <a:pt x="8064841" y="4257032"/>
                  </a:lnTo>
                  <a:lnTo>
                    <a:pt x="8018065" y="4331217"/>
                  </a:lnTo>
                  <a:lnTo>
                    <a:pt x="7968224" y="4398596"/>
                  </a:lnTo>
                  <a:lnTo>
                    <a:pt x="7914711" y="4459775"/>
                  </a:lnTo>
                  <a:lnTo>
                    <a:pt x="7856926" y="4515378"/>
                  </a:lnTo>
                  <a:lnTo>
                    <a:pt x="7794316" y="4566000"/>
                  </a:lnTo>
                  <a:lnTo>
                    <a:pt x="7726425" y="4612170"/>
                  </a:lnTo>
                  <a:lnTo>
                    <a:pt x="7652958" y="4654331"/>
                  </a:lnTo>
                  <a:lnTo>
                    <a:pt x="7573868" y="4692830"/>
                  </a:lnTo>
                  <a:lnTo>
                    <a:pt x="7489458" y="4727915"/>
                  </a:lnTo>
                  <a:lnTo>
                    <a:pt x="7400487" y="4759731"/>
                  </a:lnTo>
                  <a:lnTo>
                    <a:pt x="7308278" y="4788335"/>
                  </a:lnTo>
                  <a:lnTo>
                    <a:pt x="7214769" y="4813707"/>
                  </a:lnTo>
                  <a:lnTo>
                    <a:pt x="7122495" y="4835787"/>
                  </a:lnTo>
                  <a:lnTo>
                    <a:pt x="7034452" y="4854510"/>
                  </a:lnTo>
                  <a:lnTo>
                    <a:pt x="6953819" y="4869855"/>
                  </a:lnTo>
                  <a:lnTo>
                    <a:pt x="6883565" y="4881894"/>
                  </a:lnTo>
                  <a:lnTo>
                    <a:pt x="6826004" y="4890823"/>
                  </a:lnTo>
                  <a:lnTo>
                    <a:pt x="6782392" y="4896974"/>
                  </a:lnTo>
                  <a:lnTo>
                    <a:pt x="6752676" y="4900798"/>
                  </a:lnTo>
                  <a:lnTo>
                    <a:pt x="6735422" y="4902830"/>
                  </a:lnTo>
                  <a:lnTo>
                    <a:pt x="6727921" y="4903641"/>
                  </a:lnTo>
                  <a:lnTo>
                    <a:pt x="6726343" y="4903798"/>
                  </a:lnTo>
                  <a:lnTo>
                    <a:pt x="5254955" y="4903798"/>
                  </a:lnTo>
                  <a:lnTo>
                    <a:pt x="5253786" y="4903741"/>
                  </a:lnTo>
                  <a:lnTo>
                    <a:pt x="5246104" y="4903332"/>
                  </a:lnTo>
                  <a:lnTo>
                    <a:pt x="5226757" y="4902200"/>
                  </a:lnTo>
                  <a:lnTo>
                    <a:pt x="5192204" y="4899971"/>
                  </a:lnTo>
                  <a:lnTo>
                    <a:pt x="5140781" y="4896302"/>
                  </a:lnTo>
                  <a:lnTo>
                    <a:pt x="5072823" y="4890913"/>
                  </a:lnTo>
                  <a:lnTo>
                    <a:pt x="4990489" y="4883614"/>
                  </a:lnTo>
                  <a:lnTo>
                    <a:pt x="4897269" y="4874313"/>
                  </a:lnTo>
                  <a:lnTo>
                    <a:pt x="4797300" y="4862998"/>
                  </a:lnTo>
                  <a:lnTo>
                    <a:pt x="4694687" y="4849702"/>
                  </a:lnTo>
                  <a:lnTo>
                    <a:pt x="4592980" y="4834469"/>
                  </a:lnTo>
                  <a:lnTo>
                    <a:pt x="4494900" y="4817317"/>
                  </a:lnTo>
                  <a:lnTo>
                    <a:pt x="4402266" y="4798215"/>
                  </a:lnTo>
                  <a:lnTo>
                    <a:pt x="4316080" y="4777065"/>
                  </a:lnTo>
                  <a:lnTo>
                    <a:pt x="4236687" y="4753697"/>
                  </a:lnTo>
                  <a:lnTo>
                    <a:pt x="4163949" y="4727871"/>
                  </a:lnTo>
                  <a:lnTo>
                    <a:pt x="4097400" y="4699276"/>
                  </a:lnTo>
                  <a:lnTo>
                    <a:pt x="4036377" y="4667549"/>
                  </a:lnTo>
                  <a:lnTo>
                    <a:pt x="3980110" y="4632284"/>
                  </a:lnTo>
                  <a:lnTo>
                    <a:pt x="3927793" y="4593076"/>
                  </a:lnTo>
                  <a:lnTo>
                    <a:pt x="3878640" y="4549573"/>
                  </a:lnTo>
                  <a:lnTo>
                    <a:pt x="3831928" y="4501569"/>
                  </a:lnTo>
                  <a:lnTo>
                    <a:pt x="3829811" y="4499235"/>
                  </a:lnTo>
                  <a:lnTo>
                    <a:pt x="3789830" y="4452511"/>
                  </a:lnTo>
                  <a:lnTo>
                    <a:pt x="3750902" y="4402138"/>
                  </a:lnTo>
                  <a:lnTo>
                    <a:pt x="3712723" y="4348044"/>
                  </a:lnTo>
                  <a:lnTo>
                    <a:pt x="3675049" y="4290223"/>
                  </a:lnTo>
                  <a:lnTo>
                    <a:pt x="3637692" y="4228749"/>
                  </a:lnTo>
                  <a:lnTo>
                    <a:pt x="3600507" y="4163774"/>
                  </a:lnTo>
                  <a:lnTo>
                    <a:pt x="3563389" y="4095540"/>
                  </a:lnTo>
                  <a:lnTo>
                    <a:pt x="3526270" y="4024376"/>
                  </a:lnTo>
                  <a:lnTo>
                    <a:pt x="3489107" y="3950693"/>
                  </a:lnTo>
                  <a:lnTo>
                    <a:pt x="3451884" y="3874982"/>
                  </a:lnTo>
                  <a:lnTo>
                    <a:pt x="3414607" y="3797796"/>
                  </a:lnTo>
                  <a:lnTo>
                    <a:pt x="3377292" y="3719737"/>
                  </a:lnTo>
                  <a:lnTo>
                    <a:pt x="3339966" y="3641435"/>
                  </a:lnTo>
                  <a:lnTo>
                    <a:pt x="3302658" y="3563530"/>
                  </a:lnTo>
                  <a:lnTo>
                    <a:pt x="3265393" y="3486649"/>
                  </a:lnTo>
                  <a:lnTo>
                    <a:pt x="3228185" y="3411383"/>
                  </a:lnTo>
                  <a:lnTo>
                    <a:pt x="3191035" y="3338272"/>
                  </a:lnTo>
                  <a:lnTo>
                    <a:pt x="3153921" y="3267786"/>
                  </a:lnTo>
                  <a:lnTo>
                    <a:pt x="3116795" y="3200318"/>
                  </a:lnTo>
                  <a:lnTo>
                    <a:pt x="3079579" y="3136176"/>
                  </a:lnTo>
                  <a:lnTo>
                    <a:pt x="3042160" y="3075580"/>
                  </a:lnTo>
                  <a:lnTo>
                    <a:pt x="3004382" y="3018663"/>
                  </a:lnTo>
                  <a:lnTo>
                    <a:pt x="2966045" y="2965478"/>
                  </a:lnTo>
                  <a:lnTo>
                    <a:pt x="2926891" y="2916002"/>
                  </a:lnTo>
                  <a:lnTo>
                    <a:pt x="2896531" y="2880981"/>
                  </a:lnTo>
                  <a:lnTo>
                    <a:pt x="2849916" y="2832768"/>
                  </a:lnTo>
                  <a:lnTo>
                    <a:pt x="2800891" y="2789059"/>
                  </a:lnTo>
                  <a:lnTo>
                    <a:pt x="2748738" y="2749659"/>
                  </a:lnTo>
                  <a:lnTo>
                    <a:pt x="2692672" y="2714221"/>
                  </a:lnTo>
                  <a:lnTo>
                    <a:pt x="2631887" y="2682338"/>
                  </a:lnTo>
                  <a:lnTo>
                    <a:pt x="2565610" y="2653607"/>
                  </a:lnTo>
                  <a:lnTo>
                    <a:pt x="2493171" y="2627660"/>
                  </a:lnTo>
                  <a:lnTo>
                    <a:pt x="2414093" y="2604184"/>
                  </a:lnTo>
                  <a:lnTo>
                    <a:pt x="2328218" y="2582935"/>
                  </a:lnTo>
                  <a:lnTo>
                    <a:pt x="2235866" y="2563741"/>
                  </a:lnTo>
                  <a:lnTo>
                    <a:pt x="2138005" y="2546500"/>
                  </a:lnTo>
                  <a:lnTo>
                    <a:pt x="2036414" y="2531178"/>
                  </a:lnTo>
                  <a:lnTo>
                    <a:pt x="1933769" y="2517792"/>
                  </a:lnTo>
                  <a:lnTo>
                    <a:pt x="1833590" y="2506384"/>
                  </a:lnTo>
                  <a:lnTo>
                    <a:pt x="1739964" y="2496989"/>
                  </a:lnTo>
                  <a:lnTo>
                    <a:pt x="1657040" y="2489599"/>
                  </a:lnTo>
                  <a:lnTo>
                    <a:pt x="1588356" y="2484124"/>
                  </a:lnTo>
                  <a:lnTo>
                    <a:pt x="1536144" y="2480381"/>
                  </a:lnTo>
                  <a:lnTo>
                    <a:pt x="1500831" y="2478093"/>
                  </a:lnTo>
                  <a:lnTo>
                    <a:pt x="1480843" y="2476919"/>
                  </a:lnTo>
                  <a:lnTo>
                    <a:pt x="1472723" y="2476484"/>
                  </a:lnTo>
                  <a:lnTo>
                    <a:pt x="1471387" y="2476418"/>
                  </a:lnTo>
                  <a:lnTo>
                    <a:pt x="0" y="2476418"/>
                  </a:lnTo>
                  <a:close/>
                </a:path>
              </a:pathLst>
            </a:custGeom>
            <a:solidFill>
              <a:srgbClr val="F28E5B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885" name="pl885"/>
            <p:cNvSpPr/>
            <p:nvPr/>
          </p:nvSpPr>
          <p:spPr>
            <a:xfrm>
              <a:off x="4799595" y="5592745"/>
              <a:ext cx="11981298" cy="4903798"/>
            </a:xfrm>
            <a:custGeom>
              <a:avLst/>
              <a:pathLst>
                <a:path w="11981298" h="4903798">
                  <a:moveTo>
                    <a:pt x="0" y="2476418"/>
                  </a:moveTo>
                  <a:lnTo>
                    <a:pt x="1471387" y="2476418"/>
                  </a:lnTo>
                  <a:lnTo>
                    <a:pt x="1472556" y="2476475"/>
                  </a:lnTo>
                  <a:lnTo>
                    <a:pt x="1480238" y="2476885"/>
                  </a:lnTo>
                  <a:lnTo>
                    <a:pt x="1499586" y="2478017"/>
                  </a:lnTo>
                  <a:lnTo>
                    <a:pt x="1534138" y="2480245"/>
                  </a:lnTo>
                  <a:lnTo>
                    <a:pt x="1585561" y="2483914"/>
                  </a:lnTo>
                  <a:lnTo>
                    <a:pt x="1653519" y="2489304"/>
                  </a:lnTo>
                  <a:lnTo>
                    <a:pt x="1735853" y="2496603"/>
                  </a:lnTo>
                  <a:lnTo>
                    <a:pt x="1829073" y="2505904"/>
                  </a:lnTo>
                  <a:lnTo>
                    <a:pt x="1929042" y="2517219"/>
                  </a:lnTo>
                  <a:lnTo>
                    <a:pt x="2031655" y="2530515"/>
                  </a:lnTo>
                  <a:lnTo>
                    <a:pt x="2133362" y="2545747"/>
                  </a:lnTo>
                  <a:lnTo>
                    <a:pt x="2231442" y="2562899"/>
                  </a:lnTo>
                  <a:lnTo>
                    <a:pt x="2324077" y="2582001"/>
                  </a:lnTo>
                  <a:lnTo>
                    <a:pt x="2410263" y="2603152"/>
                  </a:lnTo>
                  <a:lnTo>
                    <a:pt x="2489655" y="2626519"/>
                  </a:lnTo>
                  <a:lnTo>
                    <a:pt x="2562393" y="2652346"/>
                  </a:lnTo>
                  <a:lnTo>
                    <a:pt x="2628942" y="2680940"/>
                  </a:lnTo>
                  <a:lnTo>
                    <a:pt x="2689965" y="2712668"/>
                  </a:lnTo>
                  <a:lnTo>
                    <a:pt x="2746232" y="2747932"/>
                  </a:lnTo>
                  <a:lnTo>
                    <a:pt x="2798549" y="2787140"/>
                  </a:lnTo>
                  <a:lnTo>
                    <a:pt x="2847702" y="2830644"/>
                  </a:lnTo>
                  <a:lnTo>
                    <a:pt x="2894415" y="2878647"/>
                  </a:lnTo>
                  <a:lnTo>
                    <a:pt x="2896531" y="2880981"/>
                  </a:lnTo>
                  <a:lnTo>
                    <a:pt x="2936512" y="2927706"/>
                  </a:lnTo>
                  <a:lnTo>
                    <a:pt x="2975440" y="2978078"/>
                  </a:lnTo>
                  <a:lnTo>
                    <a:pt x="3013620" y="3032173"/>
                  </a:lnTo>
                  <a:lnTo>
                    <a:pt x="3051293" y="3089993"/>
                  </a:lnTo>
                  <a:lnTo>
                    <a:pt x="3088651" y="3151468"/>
                  </a:lnTo>
                  <a:lnTo>
                    <a:pt x="3125835" y="3216443"/>
                  </a:lnTo>
                  <a:lnTo>
                    <a:pt x="3162953" y="3284676"/>
                  </a:lnTo>
                  <a:lnTo>
                    <a:pt x="3200072" y="3355841"/>
                  </a:lnTo>
                  <a:lnTo>
                    <a:pt x="3237236" y="3429523"/>
                  </a:lnTo>
                  <a:lnTo>
                    <a:pt x="3274458" y="3505234"/>
                  </a:lnTo>
                  <a:lnTo>
                    <a:pt x="3311735" y="3582420"/>
                  </a:lnTo>
                  <a:lnTo>
                    <a:pt x="3349050" y="3660480"/>
                  </a:lnTo>
                  <a:lnTo>
                    <a:pt x="3386376" y="3738782"/>
                  </a:lnTo>
                  <a:lnTo>
                    <a:pt x="3423684" y="3816686"/>
                  </a:lnTo>
                  <a:lnTo>
                    <a:pt x="3460949" y="3893567"/>
                  </a:lnTo>
                  <a:lnTo>
                    <a:pt x="3498157" y="3968833"/>
                  </a:lnTo>
                  <a:lnTo>
                    <a:pt x="3535307" y="4041945"/>
                  </a:lnTo>
                  <a:lnTo>
                    <a:pt x="3572421" y="4112431"/>
                  </a:lnTo>
                  <a:lnTo>
                    <a:pt x="3609547" y="4179898"/>
                  </a:lnTo>
                  <a:lnTo>
                    <a:pt x="3646763" y="4244040"/>
                  </a:lnTo>
                  <a:lnTo>
                    <a:pt x="3684182" y="4304636"/>
                  </a:lnTo>
                  <a:lnTo>
                    <a:pt x="3721960" y="4361554"/>
                  </a:lnTo>
                  <a:lnTo>
                    <a:pt x="3760297" y="4414739"/>
                  </a:lnTo>
                  <a:lnTo>
                    <a:pt x="3799451" y="4464215"/>
                  </a:lnTo>
                  <a:lnTo>
                    <a:pt x="3829811" y="4499235"/>
                  </a:lnTo>
                  <a:lnTo>
                    <a:pt x="3876426" y="4547448"/>
                  </a:lnTo>
                  <a:lnTo>
                    <a:pt x="3925451" y="4591157"/>
                  </a:lnTo>
                  <a:lnTo>
                    <a:pt x="3977604" y="4630557"/>
                  </a:lnTo>
                  <a:lnTo>
                    <a:pt x="4033670" y="4665995"/>
                  </a:lnTo>
                  <a:lnTo>
                    <a:pt x="4094455" y="4697878"/>
                  </a:lnTo>
                  <a:lnTo>
                    <a:pt x="4160732" y="4726609"/>
                  </a:lnTo>
                  <a:lnTo>
                    <a:pt x="4233171" y="4752557"/>
                  </a:lnTo>
                  <a:lnTo>
                    <a:pt x="4312249" y="4776032"/>
                  </a:lnTo>
                  <a:lnTo>
                    <a:pt x="4398124" y="4797281"/>
                  </a:lnTo>
                  <a:lnTo>
                    <a:pt x="4490476" y="4816476"/>
                  </a:lnTo>
                  <a:lnTo>
                    <a:pt x="4588337" y="4833717"/>
                  </a:lnTo>
                  <a:lnTo>
                    <a:pt x="4689929" y="4849038"/>
                  </a:lnTo>
                  <a:lnTo>
                    <a:pt x="4792573" y="4862425"/>
                  </a:lnTo>
                  <a:lnTo>
                    <a:pt x="4892752" y="4873833"/>
                  </a:lnTo>
                  <a:lnTo>
                    <a:pt x="4986378" y="4883227"/>
                  </a:lnTo>
                  <a:lnTo>
                    <a:pt x="5069302" y="4890618"/>
                  </a:lnTo>
                  <a:lnTo>
                    <a:pt x="5137986" y="4896092"/>
                  </a:lnTo>
                  <a:lnTo>
                    <a:pt x="5190198" y="4899836"/>
                  </a:lnTo>
                  <a:lnTo>
                    <a:pt x="5225511" y="4902123"/>
                  </a:lnTo>
                  <a:lnTo>
                    <a:pt x="5245499" y="4903298"/>
                  </a:lnTo>
                  <a:lnTo>
                    <a:pt x="5253619" y="4903733"/>
                  </a:lnTo>
                  <a:lnTo>
                    <a:pt x="5254955" y="4903798"/>
                  </a:lnTo>
                  <a:lnTo>
                    <a:pt x="5254955" y="4903798"/>
                  </a:lnTo>
                  <a:lnTo>
                    <a:pt x="6726343" y="4903798"/>
                  </a:lnTo>
                  <a:lnTo>
                    <a:pt x="6727229" y="4903711"/>
                  </a:lnTo>
                  <a:lnTo>
                    <a:pt x="6733088" y="4903089"/>
                  </a:lnTo>
                  <a:lnTo>
                    <a:pt x="6747961" y="4901370"/>
                  </a:lnTo>
                  <a:lnTo>
                    <a:pt x="6774813" y="4897981"/>
                  </a:lnTo>
                  <a:lnTo>
                    <a:pt x="6815367" y="4892376"/>
                  </a:lnTo>
                  <a:lnTo>
                    <a:pt x="6869974" y="4884080"/>
                  </a:lnTo>
                  <a:lnTo>
                    <a:pt x="6937648" y="4872735"/>
                  </a:lnTo>
                  <a:lnTo>
                    <a:pt x="7016271" y="4858115"/>
                  </a:lnTo>
                  <a:lnTo>
                    <a:pt x="7102980" y="4840124"/>
                  </a:lnTo>
                  <a:lnTo>
                    <a:pt x="7194604" y="4818766"/>
                  </a:lnTo>
                  <a:lnTo>
                    <a:pt x="7288080" y="4794100"/>
                  </a:lnTo>
                  <a:lnTo>
                    <a:pt x="7380756" y="4766191"/>
                  </a:lnTo>
                  <a:lnTo>
                    <a:pt x="7470560" y="4735072"/>
                  </a:lnTo>
                  <a:lnTo>
                    <a:pt x="7556039" y="4700703"/>
                  </a:lnTo>
                  <a:lnTo>
                    <a:pt x="7636320" y="4662960"/>
                  </a:lnTo>
                  <a:lnTo>
                    <a:pt x="7711009" y="4621617"/>
                  </a:lnTo>
                  <a:lnTo>
                    <a:pt x="7780089" y="4576349"/>
                  </a:lnTo>
                  <a:lnTo>
                    <a:pt x="7843807" y="4526733"/>
                  </a:lnTo>
                  <a:lnTo>
                    <a:pt x="7902592" y="4472255"/>
                  </a:lnTo>
                  <a:lnTo>
                    <a:pt x="7956979" y="4412336"/>
                  </a:lnTo>
                  <a:lnTo>
                    <a:pt x="8007563" y="4346351"/>
                  </a:lnTo>
                  <a:lnTo>
                    <a:pt x="8054951" y="4273686"/>
                  </a:lnTo>
                  <a:lnTo>
                    <a:pt x="8099736" y="4193811"/>
                  </a:lnTo>
                  <a:lnTo>
                    <a:pt x="8142465" y="4106403"/>
                  </a:lnTo>
                  <a:lnTo>
                    <a:pt x="8151487" y="4086499"/>
                  </a:lnTo>
                  <a:lnTo>
                    <a:pt x="8181238" y="4017227"/>
                  </a:lnTo>
                  <a:lnTo>
                    <a:pt x="8210362" y="3943935"/>
                  </a:lnTo>
                  <a:lnTo>
                    <a:pt x="8238995" y="3866543"/>
                  </a:lnTo>
                  <a:lnTo>
                    <a:pt x="8267250" y="3785009"/>
                  </a:lnTo>
                  <a:lnTo>
                    <a:pt x="8295225" y="3699334"/>
                  </a:lnTo>
                  <a:lnTo>
                    <a:pt x="8322999" y="3609566"/>
                  </a:lnTo>
                  <a:lnTo>
                    <a:pt x="8350637" y="3515804"/>
                  </a:lnTo>
                  <a:lnTo>
                    <a:pt x="8378195" y="3418196"/>
                  </a:lnTo>
                  <a:lnTo>
                    <a:pt x="8405712" y="3316944"/>
                  </a:lnTo>
                  <a:lnTo>
                    <a:pt x="8433221" y="3212306"/>
                  </a:lnTo>
                  <a:lnTo>
                    <a:pt x="8460743" y="3104589"/>
                  </a:lnTo>
                  <a:lnTo>
                    <a:pt x="8488292" y="2994152"/>
                  </a:lnTo>
                  <a:lnTo>
                    <a:pt x="8515873" y="2881401"/>
                  </a:lnTo>
                  <a:lnTo>
                    <a:pt x="8543486" y="2766778"/>
                  </a:lnTo>
                  <a:lnTo>
                    <a:pt x="8571127" y="2650763"/>
                  </a:lnTo>
                  <a:lnTo>
                    <a:pt x="8598787" y="2533860"/>
                  </a:lnTo>
                  <a:lnTo>
                    <a:pt x="8626456" y="2416589"/>
                  </a:lnTo>
                  <a:lnTo>
                    <a:pt x="8654121" y="2299476"/>
                  </a:lnTo>
                  <a:lnTo>
                    <a:pt x="8681771" y="2183046"/>
                  </a:lnTo>
                  <a:lnTo>
                    <a:pt x="8709396" y="2067811"/>
                  </a:lnTo>
                  <a:lnTo>
                    <a:pt x="8736990" y="1954259"/>
                  </a:lnTo>
                  <a:lnTo>
                    <a:pt x="8764551" y="1842851"/>
                  </a:lnTo>
                  <a:lnTo>
                    <a:pt x="8792083" y="1734006"/>
                  </a:lnTo>
                  <a:lnTo>
                    <a:pt x="8819595" y="1628103"/>
                  </a:lnTo>
                  <a:lnTo>
                    <a:pt x="8847105" y="1525470"/>
                  </a:lnTo>
                  <a:lnTo>
                    <a:pt x="8874643" y="1426385"/>
                  </a:lnTo>
                  <a:lnTo>
                    <a:pt x="8902243" y="1331071"/>
                  </a:lnTo>
                  <a:lnTo>
                    <a:pt x="8929956" y="1239699"/>
                  </a:lnTo>
                  <a:lnTo>
                    <a:pt x="8957842" y="1152387"/>
                  </a:lnTo>
                  <a:lnTo>
                    <a:pt x="8985975" y="1069203"/>
                  </a:lnTo>
                  <a:lnTo>
                    <a:pt x="9014445" y="990165"/>
                  </a:lnTo>
                  <a:lnTo>
                    <a:pt x="9043359" y="915249"/>
                  </a:lnTo>
                  <a:lnTo>
                    <a:pt x="9072843" y="844389"/>
                  </a:lnTo>
                  <a:lnTo>
                    <a:pt x="9084767" y="817299"/>
                  </a:lnTo>
                  <a:lnTo>
                    <a:pt x="9127116" y="728254"/>
                  </a:lnTo>
                  <a:lnTo>
                    <a:pt x="9171413" y="646766"/>
                  </a:lnTo>
                  <a:lnTo>
                    <a:pt x="9218188" y="572581"/>
                  </a:lnTo>
                  <a:lnTo>
                    <a:pt x="9268029" y="505202"/>
                  </a:lnTo>
                  <a:lnTo>
                    <a:pt x="9321542" y="444023"/>
                  </a:lnTo>
                  <a:lnTo>
                    <a:pt x="9379327" y="388420"/>
                  </a:lnTo>
                  <a:lnTo>
                    <a:pt x="9441937" y="337798"/>
                  </a:lnTo>
                  <a:lnTo>
                    <a:pt x="9509828" y="291628"/>
                  </a:lnTo>
                  <a:lnTo>
                    <a:pt x="9583295" y="249467"/>
                  </a:lnTo>
                  <a:lnTo>
                    <a:pt x="9662385" y="210968"/>
                  </a:lnTo>
                  <a:lnTo>
                    <a:pt x="9746796" y="175883"/>
                  </a:lnTo>
                  <a:lnTo>
                    <a:pt x="9835766" y="144067"/>
                  </a:lnTo>
                  <a:lnTo>
                    <a:pt x="9927975" y="115463"/>
                  </a:lnTo>
                  <a:lnTo>
                    <a:pt x="10021485" y="90091"/>
                  </a:lnTo>
                  <a:lnTo>
                    <a:pt x="10113759" y="68011"/>
                  </a:lnTo>
                  <a:lnTo>
                    <a:pt x="10201801" y="49288"/>
                  </a:lnTo>
                  <a:lnTo>
                    <a:pt x="10282434" y="33943"/>
                  </a:lnTo>
                  <a:lnTo>
                    <a:pt x="10352688" y="21904"/>
                  </a:lnTo>
                  <a:lnTo>
                    <a:pt x="10410250" y="12975"/>
                  </a:lnTo>
                  <a:lnTo>
                    <a:pt x="10453861" y="6824"/>
                  </a:lnTo>
                  <a:lnTo>
                    <a:pt x="10483578" y="3000"/>
                  </a:lnTo>
                  <a:lnTo>
                    <a:pt x="10500831" y="968"/>
                  </a:lnTo>
                  <a:lnTo>
                    <a:pt x="10508332" y="157"/>
                  </a:lnTo>
                  <a:lnTo>
                    <a:pt x="10509901" y="0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86" name="pl886"/>
            <p:cNvSpPr/>
            <p:nvPr/>
          </p:nvSpPr>
          <p:spPr>
            <a:xfrm>
              <a:off x="4799595" y="5584572"/>
              <a:ext cx="11981298" cy="4903798"/>
            </a:xfrm>
            <a:custGeom>
              <a:avLst/>
              <a:pathLst>
                <a:path w="11981298" h="4903798">
                  <a:moveTo>
                    <a:pt x="11981298" y="0"/>
                  </a:moveTo>
                  <a:lnTo>
                    <a:pt x="10509911" y="0"/>
                  </a:lnTo>
                  <a:lnTo>
                    <a:pt x="10509024" y="87"/>
                  </a:lnTo>
                  <a:lnTo>
                    <a:pt x="10503166" y="709"/>
                  </a:lnTo>
                  <a:lnTo>
                    <a:pt x="10488292" y="2428"/>
                  </a:lnTo>
                  <a:lnTo>
                    <a:pt x="10461440" y="5817"/>
                  </a:lnTo>
                  <a:lnTo>
                    <a:pt x="10420887" y="11422"/>
                  </a:lnTo>
                  <a:lnTo>
                    <a:pt x="10366279" y="19718"/>
                  </a:lnTo>
                  <a:lnTo>
                    <a:pt x="10298606" y="31063"/>
                  </a:lnTo>
                  <a:lnTo>
                    <a:pt x="10219982" y="45683"/>
                  </a:lnTo>
                  <a:lnTo>
                    <a:pt x="10133273" y="63674"/>
                  </a:lnTo>
                  <a:lnTo>
                    <a:pt x="10041650" y="85032"/>
                  </a:lnTo>
                  <a:lnTo>
                    <a:pt x="9948174" y="109698"/>
                  </a:lnTo>
                  <a:lnTo>
                    <a:pt x="9855497" y="137607"/>
                  </a:lnTo>
                  <a:lnTo>
                    <a:pt x="9765693" y="168726"/>
                  </a:lnTo>
                  <a:lnTo>
                    <a:pt x="9680214" y="203095"/>
                  </a:lnTo>
                  <a:lnTo>
                    <a:pt x="9599933" y="240838"/>
                  </a:lnTo>
                  <a:lnTo>
                    <a:pt x="9525244" y="282180"/>
                  </a:lnTo>
                  <a:lnTo>
                    <a:pt x="9456164" y="327449"/>
                  </a:lnTo>
                  <a:lnTo>
                    <a:pt x="9392446" y="377065"/>
                  </a:lnTo>
                  <a:lnTo>
                    <a:pt x="9333661" y="431543"/>
                  </a:lnTo>
                  <a:lnTo>
                    <a:pt x="9279274" y="491462"/>
                  </a:lnTo>
                  <a:lnTo>
                    <a:pt x="9228690" y="557447"/>
                  </a:lnTo>
                  <a:lnTo>
                    <a:pt x="9181302" y="630112"/>
                  </a:lnTo>
                  <a:lnTo>
                    <a:pt x="9136517" y="709987"/>
                  </a:lnTo>
                  <a:lnTo>
                    <a:pt x="9093788" y="797395"/>
                  </a:lnTo>
                  <a:lnTo>
                    <a:pt x="9084767" y="817299"/>
                  </a:lnTo>
                  <a:lnTo>
                    <a:pt x="9055015" y="886571"/>
                  </a:lnTo>
                  <a:lnTo>
                    <a:pt x="9025891" y="959863"/>
                  </a:lnTo>
                  <a:lnTo>
                    <a:pt x="8997258" y="1037255"/>
                  </a:lnTo>
                  <a:lnTo>
                    <a:pt x="8969003" y="1118789"/>
                  </a:lnTo>
                  <a:lnTo>
                    <a:pt x="8941028" y="1204464"/>
                  </a:lnTo>
                  <a:lnTo>
                    <a:pt x="8913255" y="1294232"/>
                  </a:lnTo>
                  <a:lnTo>
                    <a:pt x="8885616" y="1387994"/>
                  </a:lnTo>
                  <a:lnTo>
                    <a:pt x="8858058" y="1485602"/>
                  </a:lnTo>
                  <a:lnTo>
                    <a:pt x="8830541" y="1586854"/>
                  </a:lnTo>
                  <a:lnTo>
                    <a:pt x="8803032" y="1691492"/>
                  </a:lnTo>
                  <a:lnTo>
                    <a:pt x="8775510" y="1799209"/>
                  </a:lnTo>
                  <a:lnTo>
                    <a:pt x="8747962" y="1909646"/>
                  </a:lnTo>
                  <a:lnTo>
                    <a:pt x="8720381" y="2022397"/>
                  </a:lnTo>
                  <a:lnTo>
                    <a:pt x="8692767" y="2137020"/>
                  </a:lnTo>
                  <a:lnTo>
                    <a:pt x="8665126" y="2253035"/>
                  </a:lnTo>
                  <a:lnTo>
                    <a:pt x="8637466" y="2369938"/>
                  </a:lnTo>
                  <a:lnTo>
                    <a:pt x="8609797" y="2487209"/>
                  </a:lnTo>
                  <a:lnTo>
                    <a:pt x="8582132" y="2604322"/>
                  </a:lnTo>
                  <a:lnTo>
                    <a:pt x="8554482" y="2720752"/>
                  </a:lnTo>
                  <a:lnTo>
                    <a:pt x="8526857" y="2835987"/>
                  </a:lnTo>
                  <a:lnTo>
                    <a:pt x="8499263" y="2949539"/>
                  </a:lnTo>
                  <a:lnTo>
                    <a:pt x="8471702" y="3060947"/>
                  </a:lnTo>
                  <a:lnTo>
                    <a:pt x="8444171" y="3169792"/>
                  </a:lnTo>
                  <a:lnTo>
                    <a:pt x="8416659" y="3275695"/>
                  </a:lnTo>
                  <a:lnTo>
                    <a:pt x="8389148" y="3378328"/>
                  </a:lnTo>
                  <a:lnTo>
                    <a:pt x="8361611" y="3477413"/>
                  </a:lnTo>
                  <a:lnTo>
                    <a:pt x="8334010" y="3572727"/>
                  </a:lnTo>
                  <a:lnTo>
                    <a:pt x="8306297" y="3664099"/>
                  </a:lnTo>
                  <a:lnTo>
                    <a:pt x="8278411" y="3751411"/>
                  </a:lnTo>
                  <a:lnTo>
                    <a:pt x="8250278" y="3834595"/>
                  </a:lnTo>
                  <a:lnTo>
                    <a:pt x="8221808" y="3913633"/>
                  </a:lnTo>
                  <a:lnTo>
                    <a:pt x="8192894" y="3988549"/>
                  </a:lnTo>
                  <a:lnTo>
                    <a:pt x="8163410" y="4059409"/>
                  </a:lnTo>
                  <a:lnTo>
                    <a:pt x="8151487" y="4086499"/>
                  </a:lnTo>
                  <a:lnTo>
                    <a:pt x="8109137" y="4175544"/>
                  </a:lnTo>
                  <a:lnTo>
                    <a:pt x="8064841" y="4257032"/>
                  </a:lnTo>
                  <a:lnTo>
                    <a:pt x="8018065" y="4331217"/>
                  </a:lnTo>
                  <a:lnTo>
                    <a:pt x="7968224" y="4398596"/>
                  </a:lnTo>
                  <a:lnTo>
                    <a:pt x="7914711" y="4459775"/>
                  </a:lnTo>
                  <a:lnTo>
                    <a:pt x="7856926" y="4515378"/>
                  </a:lnTo>
                  <a:lnTo>
                    <a:pt x="7794316" y="4566000"/>
                  </a:lnTo>
                  <a:lnTo>
                    <a:pt x="7726425" y="4612170"/>
                  </a:lnTo>
                  <a:lnTo>
                    <a:pt x="7652958" y="4654331"/>
                  </a:lnTo>
                  <a:lnTo>
                    <a:pt x="7573868" y="4692830"/>
                  </a:lnTo>
                  <a:lnTo>
                    <a:pt x="7489458" y="4727915"/>
                  </a:lnTo>
                  <a:lnTo>
                    <a:pt x="7400487" y="4759731"/>
                  </a:lnTo>
                  <a:lnTo>
                    <a:pt x="7308278" y="4788335"/>
                  </a:lnTo>
                  <a:lnTo>
                    <a:pt x="7214769" y="4813707"/>
                  </a:lnTo>
                  <a:lnTo>
                    <a:pt x="7122495" y="4835787"/>
                  </a:lnTo>
                  <a:lnTo>
                    <a:pt x="7034452" y="4854510"/>
                  </a:lnTo>
                  <a:lnTo>
                    <a:pt x="6953819" y="4869855"/>
                  </a:lnTo>
                  <a:lnTo>
                    <a:pt x="6883565" y="4881894"/>
                  </a:lnTo>
                  <a:lnTo>
                    <a:pt x="6826004" y="4890823"/>
                  </a:lnTo>
                  <a:lnTo>
                    <a:pt x="6782392" y="4896974"/>
                  </a:lnTo>
                  <a:lnTo>
                    <a:pt x="6752676" y="4900798"/>
                  </a:lnTo>
                  <a:lnTo>
                    <a:pt x="6735422" y="4902830"/>
                  </a:lnTo>
                  <a:lnTo>
                    <a:pt x="6727921" y="4903641"/>
                  </a:lnTo>
                  <a:lnTo>
                    <a:pt x="6726352" y="4903798"/>
                  </a:lnTo>
                  <a:lnTo>
                    <a:pt x="6726343" y="4903798"/>
                  </a:lnTo>
                  <a:lnTo>
                    <a:pt x="5254955" y="4903798"/>
                  </a:lnTo>
                  <a:lnTo>
                    <a:pt x="5253786" y="4903741"/>
                  </a:lnTo>
                  <a:lnTo>
                    <a:pt x="5246104" y="4903332"/>
                  </a:lnTo>
                  <a:lnTo>
                    <a:pt x="5226757" y="4902200"/>
                  </a:lnTo>
                  <a:lnTo>
                    <a:pt x="5192204" y="4899971"/>
                  </a:lnTo>
                  <a:lnTo>
                    <a:pt x="5140781" y="4896302"/>
                  </a:lnTo>
                  <a:lnTo>
                    <a:pt x="5072823" y="4890913"/>
                  </a:lnTo>
                  <a:lnTo>
                    <a:pt x="4990489" y="4883614"/>
                  </a:lnTo>
                  <a:lnTo>
                    <a:pt x="4897269" y="4874313"/>
                  </a:lnTo>
                  <a:lnTo>
                    <a:pt x="4797300" y="4862998"/>
                  </a:lnTo>
                  <a:lnTo>
                    <a:pt x="4694687" y="4849702"/>
                  </a:lnTo>
                  <a:lnTo>
                    <a:pt x="4592980" y="4834469"/>
                  </a:lnTo>
                  <a:lnTo>
                    <a:pt x="4494900" y="4817317"/>
                  </a:lnTo>
                  <a:lnTo>
                    <a:pt x="4402266" y="4798215"/>
                  </a:lnTo>
                  <a:lnTo>
                    <a:pt x="4316080" y="4777065"/>
                  </a:lnTo>
                  <a:lnTo>
                    <a:pt x="4236687" y="4753697"/>
                  </a:lnTo>
                  <a:lnTo>
                    <a:pt x="4163949" y="4727871"/>
                  </a:lnTo>
                  <a:lnTo>
                    <a:pt x="4097400" y="4699276"/>
                  </a:lnTo>
                  <a:lnTo>
                    <a:pt x="4036377" y="4667549"/>
                  </a:lnTo>
                  <a:lnTo>
                    <a:pt x="3980110" y="4632284"/>
                  </a:lnTo>
                  <a:lnTo>
                    <a:pt x="3927793" y="4593076"/>
                  </a:lnTo>
                  <a:lnTo>
                    <a:pt x="3878640" y="4549573"/>
                  </a:lnTo>
                  <a:lnTo>
                    <a:pt x="3831928" y="4501569"/>
                  </a:lnTo>
                  <a:lnTo>
                    <a:pt x="3829811" y="4499235"/>
                  </a:lnTo>
                  <a:lnTo>
                    <a:pt x="3789830" y="4452511"/>
                  </a:lnTo>
                  <a:lnTo>
                    <a:pt x="3750902" y="4402138"/>
                  </a:lnTo>
                  <a:lnTo>
                    <a:pt x="3712723" y="4348044"/>
                  </a:lnTo>
                  <a:lnTo>
                    <a:pt x="3675049" y="4290223"/>
                  </a:lnTo>
                  <a:lnTo>
                    <a:pt x="3637692" y="4228749"/>
                  </a:lnTo>
                  <a:lnTo>
                    <a:pt x="3600507" y="4163774"/>
                  </a:lnTo>
                  <a:lnTo>
                    <a:pt x="3563389" y="4095540"/>
                  </a:lnTo>
                  <a:lnTo>
                    <a:pt x="3526270" y="4024376"/>
                  </a:lnTo>
                  <a:lnTo>
                    <a:pt x="3489107" y="3950693"/>
                  </a:lnTo>
                  <a:lnTo>
                    <a:pt x="3451884" y="3874982"/>
                  </a:lnTo>
                  <a:lnTo>
                    <a:pt x="3414607" y="3797796"/>
                  </a:lnTo>
                  <a:lnTo>
                    <a:pt x="3377292" y="3719737"/>
                  </a:lnTo>
                  <a:lnTo>
                    <a:pt x="3339966" y="3641435"/>
                  </a:lnTo>
                  <a:lnTo>
                    <a:pt x="3302658" y="3563530"/>
                  </a:lnTo>
                  <a:lnTo>
                    <a:pt x="3265393" y="3486649"/>
                  </a:lnTo>
                  <a:lnTo>
                    <a:pt x="3228185" y="3411383"/>
                  </a:lnTo>
                  <a:lnTo>
                    <a:pt x="3191035" y="3338272"/>
                  </a:lnTo>
                  <a:lnTo>
                    <a:pt x="3153921" y="3267786"/>
                  </a:lnTo>
                  <a:lnTo>
                    <a:pt x="3116795" y="3200318"/>
                  </a:lnTo>
                  <a:lnTo>
                    <a:pt x="3079579" y="3136176"/>
                  </a:lnTo>
                  <a:lnTo>
                    <a:pt x="3042160" y="3075580"/>
                  </a:lnTo>
                  <a:lnTo>
                    <a:pt x="3004382" y="3018663"/>
                  </a:lnTo>
                  <a:lnTo>
                    <a:pt x="2966045" y="2965478"/>
                  </a:lnTo>
                  <a:lnTo>
                    <a:pt x="2926891" y="2916002"/>
                  </a:lnTo>
                  <a:lnTo>
                    <a:pt x="2896531" y="2880981"/>
                  </a:lnTo>
                  <a:lnTo>
                    <a:pt x="2849916" y="2832768"/>
                  </a:lnTo>
                  <a:lnTo>
                    <a:pt x="2800891" y="2789059"/>
                  </a:lnTo>
                  <a:lnTo>
                    <a:pt x="2748738" y="2749659"/>
                  </a:lnTo>
                  <a:lnTo>
                    <a:pt x="2692672" y="2714221"/>
                  </a:lnTo>
                  <a:lnTo>
                    <a:pt x="2631887" y="2682338"/>
                  </a:lnTo>
                  <a:lnTo>
                    <a:pt x="2565610" y="2653607"/>
                  </a:lnTo>
                  <a:lnTo>
                    <a:pt x="2493171" y="2627660"/>
                  </a:lnTo>
                  <a:lnTo>
                    <a:pt x="2414093" y="2604184"/>
                  </a:lnTo>
                  <a:lnTo>
                    <a:pt x="2328218" y="2582935"/>
                  </a:lnTo>
                  <a:lnTo>
                    <a:pt x="2235866" y="2563741"/>
                  </a:lnTo>
                  <a:lnTo>
                    <a:pt x="2138005" y="2546500"/>
                  </a:lnTo>
                  <a:lnTo>
                    <a:pt x="2036414" y="2531178"/>
                  </a:lnTo>
                  <a:lnTo>
                    <a:pt x="1933769" y="2517792"/>
                  </a:lnTo>
                  <a:lnTo>
                    <a:pt x="1833590" y="2506384"/>
                  </a:lnTo>
                  <a:lnTo>
                    <a:pt x="1739964" y="2496989"/>
                  </a:lnTo>
                  <a:lnTo>
                    <a:pt x="1657040" y="2489599"/>
                  </a:lnTo>
                  <a:lnTo>
                    <a:pt x="1588356" y="2484124"/>
                  </a:lnTo>
                  <a:lnTo>
                    <a:pt x="1536144" y="2480381"/>
                  </a:lnTo>
                  <a:lnTo>
                    <a:pt x="1500831" y="2478093"/>
                  </a:lnTo>
                  <a:lnTo>
                    <a:pt x="1480843" y="2476919"/>
                  </a:lnTo>
                  <a:lnTo>
                    <a:pt x="1472723" y="2476484"/>
                  </a:lnTo>
                  <a:lnTo>
                    <a:pt x="1471387" y="2476418"/>
                  </a:lnTo>
                  <a:lnTo>
                    <a:pt x="1471387" y="2476418"/>
                  </a:lnTo>
                  <a:lnTo>
                    <a:pt x="0" y="247641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87" name="pg887"/>
            <p:cNvSpPr/>
            <p:nvPr/>
          </p:nvSpPr>
          <p:spPr>
            <a:xfrm>
              <a:off x="4799595" y="5429285"/>
              <a:ext cx="11981298" cy="1969692"/>
            </a:xfrm>
            <a:custGeom>
              <a:avLst/>
              <a:pathLst>
                <a:path w="11981298" h="1969692">
                  <a:moveTo>
                    <a:pt x="0" y="1969692"/>
                  </a:moveTo>
                  <a:lnTo>
                    <a:pt x="1471387" y="1969692"/>
                  </a:lnTo>
                  <a:lnTo>
                    <a:pt x="1472609" y="1969664"/>
                  </a:lnTo>
                  <a:lnTo>
                    <a:pt x="1480626" y="1969460"/>
                  </a:lnTo>
                  <a:lnTo>
                    <a:pt x="1500793" y="1968898"/>
                  </a:lnTo>
                  <a:lnTo>
                    <a:pt x="1536739" y="1967792"/>
                  </a:lnTo>
                  <a:lnTo>
                    <a:pt x="1590097" y="1965971"/>
                  </a:lnTo>
                  <a:lnTo>
                    <a:pt x="1660379" y="1963301"/>
                  </a:lnTo>
                  <a:lnTo>
                    <a:pt x="1745190" y="1959691"/>
                  </a:lnTo>
                  <a:lnTo>
                    <a:pt x="1840786" y="1955100"/>
                  </a:lnTo>
                  <a:lnTo>
                    <a:pt x="1942814" y="1949525"/>
                  </a:lnTo>
                  <a:lnTo>
                    <a:pt x="2047032" y="1942984"/>
                  </a:lnTo>
                  <a:lnTo>
                    <a:pt x="2149840" y="1935499"/>
                  </a:lnTo>
                  <a:lnTo>
                    <a:pt x="2248542" y="1927074"/>
                  </a:lnTo>
                  <a:lnTo>
                    <a:pt x="2341393" y="1917689"/>
                  </a:lnTo>
                  <a:lnTo>
                    <a:pt x="2427485" y="1907289"/>
                  </a:lnTo>
                  <a:lnTo>
                    <a:pt x="2506575" y="1895782"/>
                  </a:lnTo>
                  <a:lnTo>
                    <a:pt x="2578893" y="1883042"/>
                  </a:lnTo>
                  <a:lnTo>
                    <a:pt x="2644985" y="1868907"/>
                  </a:lnTo>
                  <a:lnTo>
                    <a:pt x="2705579" y="1853190"/>
                  </a:lnTo>
                  <a:lnTo>
                    <a:pt x="2761497" y="1835690"/>
                  </a:lnTo>
                  <a:lnTo>
                    <a:pt x="2813579" y="1816207"/>
                  </a:lnTo>
                  <a:lnTo>
                    <a:pt x="2862636" y="1794584"/>
                  </a:lnTo>
                  <a:lnTo>
                    <a:pt x="2896531" y="1777627"/>
                  </a:lnTo>
                  <a:lnTo>
                    <a:pt x="2946061" y="1749791"/>
                  </a:lnTo>
                  <a:lnTo>
                    <a:pt x="2994083" y="1719264"/>
                  </a:lnTo>
                  <a:lnTo>
                    <a:pt x="3041137" y="1686000"/>
                  </a:lnTo>
                  <a:lnTo>
                    <a:pt x="3087628" y="1650038"/>
                  </a:lnTo>
                  <a:lnTo>
                    <a:pt x="3133844" y="1611507"/>
                  </a:lnTo>
                  <a:lnTo>
                    <a:pt x="3179980" y="1570634"/>
                  </a:lnTo>
                  <a:lnTo>
                    <a:pt x="3226153" y="1527746"/>
                  </a:lnTo>
                  <a:lnTo>
                    <a:pt x="3272412" y="1483259"/>
                  </a:lnTo>
                  <a:lnTo>
                    <a:pt x="3318757" y="1437668"/>
                  </a:lnTo>
                  <a:lnTo>
                    <a:pt x="3365151" y="1391523"/>
                  </a:lnTo>
                  <a:lnTo>
                    <a:pt x="3411543" y="1345403"/>
                  </a:lnTo>
                  <a:lnTo>
                    <a:pt x="3457882" y="1299885"/>
                  </a:lnTo>
                  <a:lnTo>
                    <a:pt x="3504133" y="1255516"/>
                  </a:lnTo>
                  <a:lnTo>
                    <a:pt x="3550300" y="1212785"/>
                  </a:lnTo>
                  <a:lnTo>
                    <a:pt x="3596438" y="1172101"/>
                  </a:lnTo>
                  <a:lnTo>
                    <a:pt x="3642668" y="1133782"/>
                  </a:lnTo>
                  <a:lnTo>
                    <a:pt x="3689194" y="1098046"/>
                  </a:lnTo>
                  <a:lnTo>
                    <a:pt x="3736314" y="1065016"/>
                  </a:lnTo>
                  <a:lnTo>
                    <a:pt x="3784441" y="1034721"/>
                  </a:lnTo>
                  <a:lnTo>
                    <a:pt x="3829811" y="1009365"/>
                  </a:lnTo>
                  <a:lnTo>
                    <a:pt x="3877142" y="986149"/>
                  </a:lnTo>
                  <a:lnTo>
                    <a:pt x="3926965" y="965135"/>
                  </a:lnTo>
                  <a:lnTo>
                    <a:pt x="3980035" y="946225"/>
                  </a:lnTo>
                  <a:lnTo>
                    <a:pt x="4037173" y="929243"/>
                  </a:lnTo>
                  <a:lnTo>
                    <a:pt x="4099222" y="913988"/>
                  </a:lnTo>
                  <a:lnTo>
                    <a:pt x="4166985" y="900260"/>
                  </a:lnTo>
                  <a:lnTo>
                    <a:pt x="4241150" y="887879"/>
                  </a:lnTo>
                  <a:lnTo>
                    <a:pt x="4322188" y="876693"/>
                  </a:lnTo>
                  <a:lnTo>
                    <a:pt x="4410216" y="866584"/>
                  </a:lnTo>
                  <a:lnTo>
                    <a:pt x="4504825" y="857471"/>
                  </a:lnTo>
                  <a:lnTo>
                    <a:pt x="4604889" y="849309"/>
                  </a:lnTo>
                  <a:lnTo>
                    <a:pt x="4708403" y="842085"/>
                  </a:lnTo>
                  <a:lnTo>
                    <a:pt x="4812406" y="835812"/>
                  </a:lnTo>
                  <a:lnTo>
                    <a:pt x="4913082" y="830510"/>
                  </a:lnTo>
                  <a:lnTo>
                    <a:pt x="5006093" y="826195"/>
                  </a:lnTo>
                  <a:lnTo>
                    <a:pt x="5087180" y="822853"/>
                  </a:lnTo>
                  <a:lnTo>
                    <a:pt x="5152904" y="820432"/>
                  </a:lnTo>
                  <a:lnTo>
                    <a:pt x="5201359" y="818826"/>
                  </a:lnTo>
                  <a:lnTo>
                    <a:pt x="5232646" y="817890"/>
                  </a:lnTo>
                  <a:lnTo>
                    <a:pt x="5248977" y="817446"/>
                  </a:lnTo>
                  <a:lnTo>
                    <a:pt x="5254490" y="817310"/>
                  </a:lnTo>
                  <a:lnTo>
                    <a:pt x="5254955" y="817299"/>
                  </a:lnTo>
                  <a:lnTo>
                    <a:pt x="6726343" y="817299"/>
                  </a:lnTo>
                  <a:lnTo>
                    <a:pt x="6727572" y="817279"/>
                  </a:lnTo>
                  <a:lnTo>
                    <a:pt x="6735642" y="817135"/>
                  </a:lnTo>
                  <a:lnTo>
                    <a:pt x="6755937" y="816738"/>
                  </a:lnTo>
                  <a:lnTo>
                    <a:pt x="6792101" y="815956"/>
                  </a:lnTo>
                  <a:lnTo>
                    <a:pt x="6845760" y="814669"/>
                  </a:lnTo>
                  <a:lnTo>
                    <a:pt x="6916401" y="812782"/>
                  </a:lnTo>
                  <a:lnTo>
                    <a:pt x="7001594" y="810232"/>
                  </a:lnTo>
                  <a:lnTo>
                    <a:pt x="7097554" y="806989"/>
                  </a:lnTo>
                  <a:lnTo>
                    <a:pt x="7199894" y="803052"/>
                  </a:lnTo>
                  <a:lnTo>
                    <a:pt x="7304354" y="798435"/>
                  </a:lnTo>
                  <a:lnTo>
                    <a:pt x="7407324" y="793151"/>
                  </a:lnTo>
                  <a:lnTo>
                    <a:pt x="7506115" y="787205"/>
                  </a:lnTo>
                  <a:lnTo>
                    <a:pt x="7598993" y="780581"/>
                  </a:lnTo>
                  <a:lnTo>
                    <a:pt x="7685066" y="773239"/>
                  </a:lnTo>
                  <a:lnTo>
                    <a:pt x="7764106" y="765115"/>
                  </a:lnTo>
                  <a:lnTo>
                    <a:pt x="7836358" y="756116"/>
                  </a:lnTo>
                  <a:lnTo>
                    <a:pt x="7902380" y="746130"/>
                  </a:lnTo>
                  <a:lnTo>
                    <a:pt x="7962910" y="735023"/>
                  </a:lnTo>
                  <a:lnTo>
                    <a:pt x="8018776" y="722651"/>
                  </a:lnTo>
                  <a:lnTo>
                    <a:pt x="8070826" y="708876"/>
                  </a:lnTo>
                  <a:lnTo>
                    <a:pt x="8119871" y="693587"/>
                  </a:lnTo>
                  <a:lnTo>
                    <a:pt x="8151487" y="682445"/>
                  </a:lnTo>
                  <a:lnTo>
                    <a:pt x="8203884" y="661690"/>
                  </a:lnTo>
                  <a:lnTo>
                    <a:pt x="8254628" y="638812"/>
                  </a:lnTo>
                  <a:lnTo>
                    <a:pt x="8304348" y="613781"/>
                  </a:lnTo>
                  <a:lnTo>
                    <a:pt x="8353499" y="586638"/>
                  </a:lnTo>
                  <a:lnTo>
                    <a:pt x="8402402" y="557509"/>
                  </a:lnTo>
                  <a:lnTo>
                    <a:pt x="8451263" y="526605"/>
                  </a:lnTo>
                  <a:lnTo>
                    <a:pt x="8500190" y="494222"/>
                  </a:lnTo>
                  <a:lnTo>
                    <a:pt x="8549219" y="460736"/>
                  </a:lnTo>
                  <a:lnTo>
                    <a:pt x="8598329" y="426580"/>
                  </a:lnTo>
                  <a:lnTo>
                    <a:pt x="8647464" y="392229"/>
                  </a:lnTo>
                  <a:lnTo>
                    <a:pt x="8696562" y="358168"/>
                  </a:lnTo>
                  <a:lnTo>
                    <a:pt x="8745571" y="324863"/>
                  </a:lnTo>
                  <a:lnTo>
                    <a:pt x="8794481" y="292741"/>
                  </a:lnTo>
                  <a:lnTo>
                    <a:pt x="8843338" y="262160"/>
                  </a:lnTo>
                  <a:lnTo>
                    <a:pt x="8892270" y="233403"/>
                  </a:lnTo>
                  <a:lnTo>
                    <a:pt x="8941503" y="206663"/>
                  </a:lnTo>
                  <a:lnTo>
                    <a:pt x="8991381" y="182049"/>
                  </a:lnTo>
                  <a:lnTo>
                    <a:pt x="9042391" y="159588"/>
                  </a:lnTo>
                  <a:lnTo>
                    <a:pt x="9084767" y="143027"/>
                  </a:lnTo>
                  <a:lnTo>
                    <a:pt x="9132207" y="126691"/>
                  </a:lnTo>
                  <a:lnTo>
                    <a:pt x="9182154" y="111909"/>
                  </a:lnTo>
                  <a:lnTo>
                    <a:pt x="9235365" y="98609"/>
                  </a:lnTo>
                  <a:lnTo>
                    <a:pt x="9292670" y="86668"/>
                  </a:lnTo>
                  <a:lnTo>
                    <a:pt x="9354915" y="75945"/>
                  </a:lnTo>
                  <a:lnTo>
                    <a:pt x="9422908" y="66297"/>
                  </a:lnTo>
                  <a:lnTo>
                    <a:pt x="9497340" y="57597"/>
                  </a:lnTo>
                  <a:lnTo>
                    <a:pt x="9578683" y="49738"/>
                  </a:lnTo>
                  <a:lnTo>
                    <a:pt x="9667045" y="42638"/>
                  </a:lnTo>
                  <a:lnTo>
                    <a:pt x="9762001" y="36240"/>
                  </a:lnTo>
                  <a:lnTo>
                    <a:pt x="9862402" y="30512"/>
                  </a:lnTo>
                  <a:lnTo>
                    <a:pt x="9966205" y="25446"/>
                  </a:lnTo>
                  <a:lnTo>
                    <a:pt x="10070406" y="21051"/>
                  </a:lnTo>
                  <a:lnTo>
                    <a:pt x="10171140" y="17341"/>
                  </a:lnTo>
                  <a:lnTo>
                    <a:pt x="10264034" y="14327"/>
                  </a:lnTo>
                  <a:lnTo>
                    <a:pt x="10344813" y="11999"/>
                  </a:lnTo>
                  <a:lnTo>
                    <a:pt x="10410059" y="10318"/>
                  </a:lnTo>
                  <a:lnTo>
                    <a:pt x="10457924" y="9209"/>
                  </a:lnTo>
                  <a:lnTo>
                    <a:pt x="10488593" y="8567"/>
                  </a:lnTo>
                  <a:lnTo>
                    <a:pt x="10504380" y="8268"/>
                  </a:lnTo>
                  <a:lnTo>
                    <a:pt x="10509531" y="8179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8681" y="20"/>
                  </a:lnTo>
                  <a:lnTo>
                    <a:pt x="10500611" y="163"/>
                  </a:lnTo>
                  <a:lnTo>
                    <a:pt x="10480316" y="561"/>
                  </a:lnTo>
                  <a:lnTo>
                    <a:pt x="10444152" y="1343"/>
                  </a:lnTo>
                  <a:lnTo>
                    <a:pt x="10390493" y="2630"/>
                  </a:lnTo>
                  <a:lnTo>
                    <a:pt x="10319852" y="4517"/>
                  </a:lnTo>
                  <a:lnTo>
                    <a:pt x="10234659" y="7067"/>
                  </a:lnTo>
                  <a:lnTo>
                    <a:pt x="10138699" y="10310"/>
                  </a:lnTo>
                  <a:lnTo>
                    <a:pt x="10036359" y="14247"/>
                  </a:lnTo>
                  <a:lnTo>
                    <a:pt x="9931900" y="18864"/>
                  </a:lnTo>
                  <a:lnTo>
                    <a:pt x="9828929" y="24148"/>
                  </a:lnTo>
                  <a:lnTo>
                    <a:pt x="9730138" y="30094"/>
                  </a:lnTo>
                  <a:lnTo>
                    <a:pt x="9637260" y="36718"/>
                  </a:lnTo>
                  <a:lnTo>
                    <a:pt x="9551187" y="44060"/>
                  </a:lnTo>
                  <a:lnTo>
                    <a:pt x="9472147" y="52184"/>
                  </a:lnTo>
                  <a:lnTo>
                    <a:pt x="9399895" y="61182"/>
                  </a:lnTo>
                  <a:lnTo>
                    <a:pt x="9333874" y="71169"/>
                  </a:lnTo>
                  <a:lnTo>
                    <a:pt x="9273344" y="82276"/>
                  </a:lnTo>
                  <a:lnTo>
                    <a:pt x="9217477" y="94648"/>
                  </a:lnTo>
                  <a:lnTo>
                    <a:pt x="9165427" y="108423"/>
                  </a:lnTo>
                  <a:lnTo>
                    <a:pt x="9116382" y="123712"/>
                  </a:lnTo>
                  <a:lnTo>
                    <a:pt x="9084767" y="134854"/>
                  </a:lnTo>
                  <a:lnTo>
                    <a:pt x="9032370" y="155609"/>
                  </a:lnTo>
                  <a:lnTo>
                    <a:pt x="8981625" y="178486"/>
                  </a:lnTo>
                  <a:lnTo>
                    <a:pt x="8931905" y="203518"/>
                  </a:lnTo>
                  <a:lnTo>
                    <a:pt x="8882754" y="230660"/>
                  </a:lnTo>
                  <a:lnTo>
                    <a:pt x="8833851" y="259790"/>
                  </a:lnTo>
                  <a:lnTo>
                    <a:pt x="8784991" y="290694"/>
                  </a:lnTo>
                  <a:lnTo>
                    <a:pt x="8736063" y="323077"/>
                  </a:lnTo>
                  <a:lnTo>
                    <a:pt x="8687034" y="356563"/>
                  </a:lnTo>
                  <a:lnTo>
                    <a:pt x="8637925" y="390719"/>
                  </a:lnTo>
                  <a:lnTo>
                    <a:pt x="8588789" y="425070"/>
                  </a:lnTo>
                  <a:lnTo>
                    <a:pt x="8539691" y="459131"/>
                  </a:lnTo>
                  <a:lnTo>
                    <a:pt x="8490682" y="492436"/>
                  </a:lnTo>
                  <a:lnTo>
                    <a:pt x="8441772" y="524558"/>
                  </a:lnTo>
                  <a:lnTo>
                    <a:pt x="8392915" y="555139"/>
                  </a:lnTo>
                  <a:lnTo>
                    <a:pt x="8343983" y="583896"/>
                  </a:lnTo>
                  <a:lnTo>
                    <a:pt x="8294750" y="610636"/>
                  </a:lnTo>
                  <a:lnTo>
                    <a:pt x="8244872" y="635250"/>
                  </a:lnTo>
                  <a:lnTo>
                    <a:pt x="8193862" y="657711"/>
                  </a:lnTo>
                  <a:lnTo>
                    <a:pt x="8151487" y="674272"/>
                  </a:lnTo>
                  <a:lnTo>
                    <a:pt x="8104046" y="690608"/>
                  </a:lnTo>
                  <a:lnTo>
                    <a:pt x="8054099" y="705390"/>
                  </a:lnTo>
                  <a:lnTo>
                    <a:pt x="8000888" y="718690"/>
                  </a:lnTo>
                  <a:lnTo>
                    <a:pt x="7943584" y="730630"/>
                  </a:lnTo>
                  <a:lnTo>
                    <a:pt x="7881338" y="741354"/>
                  </a:lnTo>
                  <a:lnTo>
                    <a:pt x="7813345" y="751002"/>
                  </a:lnTo>
                  <a:lnTo>
                    <a:pt x="7738913" y="759702"/>
                  </a:lnTo>
                  <a:lnTo>
                    <a:pt x="7657570" y="767560"/>
                  </a:lnTo>
                  <a:lnTo>
                    <a:pt x="7569208" y="774660"/>
                  </a:lnTo>
                  <a:lnTo>
                    <a:pt x="7474252" y="781059"/>
                  </a:lnTo>
                  <a:lnTo>
                    <a:pt x="7373851" y="786787"/>
                  </a:lnTo>
                  <a:lnTo>
                    <a:pt x="7270048" y="791852"/>
                  </a:lnTo>
                  <a:lnTo>
                    <a:pt x="7165847" y="796248"/>
                  </a:lnTo>
                  <a:lnTo>
                    <a:pt x="7065113" y="799958"/>
                  </a:lnTo>
                  <a:lnTo>
                    <a:pt x="6972220" y="802972"/>
                  </a:lnTo>
                  <a:lnTo>
                    <a:pt x="6891440" y="805300"/>
                  </a:lnTo>
                  <a:lnTo>
                    <a:pt x="6826194" y="806981"/>
                  </a:lnTo>
                  <a:lnTo>
                    <a:pt x="6778329" y="808090"/>
                  </a:lnTo>
                  <a:lnTo>
                    <a:pt x="6747660" y="808732"/>
                  </a:lnTo>
                  <a:lnTo>
                    <a:pt x="6731874" y="809031"/>
                  </a:lnTo>
                  <a:lnTo>
                    <a:pt x="6726722" y="809120"/>
                  </a:lnTo>
                  <a:lnTo>
                    <a:pt x="6726343" y="809126"/>
                  </a:lnTo>
                  <a:lnTo>
                    <a:pt x="5254955" y="809126"/>
                  </a:lnTo>
                  <a:lnTo>
                    <a:pt x="5253734" y="809155"/>
                  </a:lnTo>
                  <a:lnTo>
                    <a:pt x="5245716" y="809358"/>
                  </a:lnTo>
                  <a:lnTo>
                    <a:pt x="5225549" y="809921"/>
                  </a:lnTo>
                  <a:lnTo>
                    <a:pt x="5189603" y="811027"/>
                  </a:lnTo>
                  <a:lnTo>
                    <a:pt x="5136245" y="812847"/>
                  </a:lnTo>
                  <a:lnTo>
                    <a:pt x="5065963" y="815517"/>
                  </a:lnTo>
                  <a:lnTo>
                    <a:pt x="4981152" y="819127"/>
                  </a:lnTo>
                  <a:lnTo>
                    <a:pt x="4885556" y="823718"/>
                  </a:lnTo>
                  <a:lnTo>
                    <a:pt x="4783528" y="829294"/>
                  </a:lnTo>
                  <a:lnTo>
                    <a:pt x="4679310" y="835834"/>
                  </a:lnTo>
                  <a:lnTo>
                    <a:pt x="4576502" y="843320"/>
                  </a:lnTo>
                  <a:lnTo>
                    <a:pt x="4477800" y="851745"/>
                  </a:lnTo>
                  <a:lnTo>
                    <a:pt x="4384949" y="861130"/>
                  </a:lnTo>
                  <a:lnTo>
                    <a:pt x="4298857" y="871530"/>
                  </a:lnTo>
                  <a:lnTo>
                    <a:pt x="4219768" y="883036"/>
                  </a:lnTo>
                  <a:lnTo>
                    <a:pt x="4147449" y="895777"/>
                  </a:lnTo>
                  <a:lnTo>
                    <a:pt x="4081358" y="909912"/>
                  </a:lnTo>
                  <a:lnTo>
                    <a:pt x="4020763" y="925628"/>
                  </a:lnTo>
                  <a:lnTo>
                    <a:pt x="3964845" y="943129"/>
                  </a:lnTo>
                  <a:lnTo>
                    <a:pt x="3912763" y="962611"/>
                  </a:lnTo>
                  <a:lnTo>
                    <a:pt x="3863707" y="984235"/>
                  </a:lnTo>
                  <a:lnTo>
                    <a:pt x="3829811" y="1001192"/>
                  </a:lnTo>
                  <a:lnTo>
                    <a:pt x="3780281" y="1029027"/>
                  </a:lnTo>
                  <a:lnTo>
                    <a:pt x="3732259" y="1059555"/>
                  </a:lnTo>
                  <a:lnTo>
                    <a:pt x="3685205" y="1092818"/>
                  </a:lnTo>
                  <a:lnTo>
                    <a:pt x="3638714" y="1128781"/>
                  </a:lnTo>
                  <a:lnTo>
                    <a:pt x="3592498" y="1167312"/>
                  </a:lnTo>
                  <a:lnTo>
                    <a:pt x="3546362" y="1208184"/>
                  </a:lnTo>
                  <a:lnTo>
                    <a:pt x="3500189" y="1251073"/>
                  </a:lnTo>
                  <a:lnTo>
                    <a:pt x="3453930" y="1295560"/>
                  </a:lnTo>
                  <a:lnTo>
                    <a:pt x="3407586" y="1341151"/>
                  </a:lnTo>
                  <a:lnTo>
                    <a:pt x="3361191" y="1387296"/>
                  </a:lnTo>
                  <a:lnTo>
                    <a:pt x="3314799" y="1433416"/>
                  </a:lnTo>
                  <a:lnTo>
                    <a:pt x="3268461" y="1478933"/>
                  </a:lnTo>
                  <a:lnTo>
                    <a:pt x="3222209" y="1523302"/>
                  </a:lnTo>
                  <a:lnTo>
                    <a:pt x="3176043" y="1566033"/>
                  </a:lnTo>
                  <a:lnTo>
                    <a:pt x="3129905" y="1606718"/>
                  </a:lnTo>
                  <a:lnTo>
                    <a:pt x="3083674" y="1645037"/>
                  </a:lnTo>
                  <a:lnTo>
                    <a:pt x="3037148" y="1680772"/>
                  </a:lnTo>
                  <a:lnTo>
                    <a:pt x="2990029" y="1713803"/>
                  </a:lnTo>
                  <a:lnTo>
                    <a:pt x="2941901" y="1744098"/>
                  </a:lnTo>
                  <a:lnTo>
                    <a:pt x="2896531" y="1769454"/>
                  </a:lnTo>
                  <a:lnTo>
                    <a:pt x="2849201" y="1792669"/>
                  </a:lnTo>
                  <a:lnTo>
                    <a:pt x="2799377" y="1813683"/>
                  </a:lnTo>
                  <a:lnTo>
                    <a:pt x="2746307" y="1832594"/>
                  </a:lnTo>
                  <a:lnTo>
                    <a:pt x="2689169" y="1849576"/>
                  </a:lnTo>
                  <a:lnTo>
                    <a:pt x="2627120" y="1864831"/>
                  </a:lnTo>
                  <a:lnTo>
                    <a:pt x="2559357" y="1878558"/>
                  </a:lnTo>
                  <a:lnTo>
                    <a:pt x="2485192" y="1890939"/>
                  </a:lnTo>
                  <a:lnTo>
                    <a:pt x="2404154" y="1902126"/>
                  </a:lnTo>
                  <a:lnTo>
                    <a:pt x="2316126" y="1912235"/>
                  </a:lnTo>
                  <a:lnTo>
                    <a:pt x="2221517" y="1921348"/>
                  </a:lnTo>
                  <a:lnTo>
                    <a:pt x="2121453" y="1929510"/>
                  </a:lnTo>
                  <a:lnTo>
                    <a:pt x="2017939" y="1936733"/>
                  </a:lnTo>
                  <a:lnTo>
                    <a:pt x="1913936" y="1943007"/>
                  </a:lnTo>
                  <a:lnTo>
                    <a:pt x="1813260" y="1948308"/>
                  </a:lnTo>
                  <a:lnTo>
                    <a:pt x="1720249" y="1952624"/>
                  </a:lnTo>
                  <a:lnTo>
                    <a:pt x="1639162" y="1955965"/>
                  </a:lnTo>
                  <a:lnTo>
                    <a:pt x="1573439" y="1958387"/>
                  </a:lnTo>
                  <a:lnTo>
                    <a:pt x="1524983" y="1959992"/>
                  </a:lnTo>
                  <a:lnTo>
                    <a:pt x="1493696" y="1960929"/>
                  </a:lnTo>
                  <a:lnTo>
                    <a:pt x="1477365" y="1961372"/>
                  </a:lnTo>
                  <a:lnTo>
                    <a:pt x="1471852" y="1961508"/>
                  </a:lnTo>
                  <a:lnTo>
                    <a:pt x="1471387" y="1961519"/>
                  </a:lnTo>
                  <a:lnTo>
                    <a:pt x="0" y="1961519"/>
                  </a:lnTo>
                  <a:close/>
                </a:path>
              </a:pathLst>
            </a:custGeom>
            <a:solidFill>
              <a:srgbClr val="F28E5B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888" name="pl888"/>
            <p:cNvSpPr/>
            <p:nvPr/>
          </p:nvSpPr>
          <p:spPr>
            <a:xfrm>
              <a:off x="4799595" y="5437458"/>
              <a:ext cx="11981298" cy="1961519"/>
            </a:xfrm>
            <a:custGeom>
              <a:avLst/>
              <a:pathLst>
                <a:path w="11981298" h="1961519">
                  <a:moveTo>
                    <a:pt x="0" y="1961519"/>
                  </a:moveTo>
                  <a:lnTo>
                    <a:pt x="1471387" y="1961519"/>
                  </a:lnTo>
                  <a:lnTo>
                    <a:pt x="1472609" y="1961491"/>
                  </a:lnTo>
                  <a:lnTo>
                    <a:pt x="1480626" y="1961287"/>
                  </a:lnTo>
                  <a:lnTo>
                    <a:pt x="1500793" y="1960725"/>
                  </a:lnTo>
                  <a:lnTo>
                    <a:pt x="1536739" y="1959619"/>
                  </a:lnTo>
                  <a:lnTo>
                    <a:pt x="1590097" y="1957798"/>
                  </a:lnTo>
                  <a:lnTo>
                    <a:pt x="1660379" y="1955128"/>
                  </a:lnTo>
                  <a:lnTo>
                    <a:pt x="1745190" y="1951518"/>
                  </a:lnTo>
                  <a:lnTo>
                    <a:pt x="1840786" y="1946927"/>
                  </a:lnTo>
                  <a:lnTo>
                    <a:pt x="1942814" y="1941352"/>
                  </a:lnTo>
                  <a:lnTo>
                    <a:pt x="2047032" y="1934811"/>
                  </a:lnTo>
                  <a:lnTo>
                    <a:pt x="2149840" y="1927326"/>
                  </a:lnTo>
                  <a:lnTo>
                    <a:pt x="2248542" y="1918901"/>
                  </a:lnTo>
                  <a:lnTo>
                    <a:pt x="2341393" y="1909516"/>
                  </a:lnTo>
                  <a:lnTo>
                    <a:pt x="2427485" y="1899116"/>
                  </a:lnTo>
                  <a:lnTo>
                    <a:pt x="2506575" y="1887609"/>
                  </a:lnTo>
                  <a:lnTo>
                    <a:pt x="2578893" y="1874869"/>
                  </a:lnTo>
                  <a:lnTo>
                    <a:pt x="2644985" y="1860734"/>
                  </a:lnTo>
                  <a:lnTo>
                    <a:pt x="2705579" y="1845017"/>
                  </a:lnTo>
                  <a:lnTo>
                    <a:pt x="2761497" y="1827517"/>
                  </a:lnTo>
                  <a:lnTo>
                    <a:pt x="2813579" y="1808034"/>
                  </a:lnTo>
                  <a:lnTo>
                    <a:pt x="2862636" y="1786411"/>
                  </a:lnTo>
                  <a:lnTo>
                    <a:pt x="2896531" y="1769454"/>
                  </a:lnTo>
                  <a:lnTo>
                    <a:pt x="2946061" y="1741618"/>
                  </a:lnTo>
                  <a:lnTo>
                    <a:pt x="2994083" y="1711091"/>
                  </a:lnTo>
                  <a:lnTo>
                    <a:pt x="3041137" y="1677827"/>
                  </a:lnTo>
                  <a:lnTo>
                    <a:pt x="3087628" y="1641865"/>
                  </a:lnTo>
                  <a:lnTo>
                    <a:pt x="3133844" y="1603334"/>
                  </a:lnTo>
                  <a:lnTo>
                    <a:pt x="3179980" y="1562461"/>
                  </a:lnTo>
                  <a:lnTo>
                    <a:pt x="3226153" y="1519573"/>
                  </a:lnTo>
                  <a:lnTo>
                    <a:pt x="3272412" y="1475086"/>
                  </a:lnTo>
                  <a:lnTo>
                    <a:pt x="3318757" y="1429495"/>
                  </a:lnTo>
                  <a:lnTo>
                    <a:pt x="3365151" y="1383350"/>
                  </a:lnTo>
                  <a:lnTo>
                    <a:pt x="3411543" y="1337230"/>
                  </a:lnTo>
                  <a:lnTo>
                    <a:pt x="3457882" y="1291712"/>
                  </a:lnTo>
                  <a:lnTo>
                    <a:pt x="3504133" y="1247343"/>
                  </a:lnTo>
                  <a:lnTo>
                    <a:pt x="3550300" y="1204612"/>
                  </a:lnTo>
                  <a:lnTo>
                    <a:pt x="3596438" y="1163928"/>
                  </a:lnTo>
                  <a:lnTo>
                    <a:pt x="3642668" y="1125609"/>
                  </a:lnTo>
                  <a:lnTo>
                    <a:pt x="3689194" y="1089873"/>
                  </a:lnTo>
                  <a:lnTo>
                    <a:pt x="3736314" y="1056843"/>
                  </a:lnTo>
                  <a:lnTo>
                    <a:pt x="3784441" y="1026548"/>
                  </a:lnTo>
                  <a:lnTo>
                    <a:pt x="3829811" y="1001192"/>
                  </a:lnTo>
                  <a:lnTo>
                    <a:pt x="3877142" y="977976"/>
                  </a:lnTo>
                  <a:lnTo>
                    <a:pt x="3926965" y="956962"/>
                  </a:lnTo>
                  <a:lnTo>
                    <a:pt x="3980035" y="938052"/>
                  </a:lnTo>
                  <a:lnTo>
                    <a:pt x="4037173" y="921070"/>
                  </a:lnTo>
                  <a:lnTo>
                    <a:pt x="4099222" y="905815"/>
                  </a:lnTo>
                  <a:lnTo>
                    <a:pt x="4166985" y="892087"/>
                  </a:lnTo>
                  <a:lnTo>
                    <a:pt x="4241150" y="879706"/>
                  </a:lnTo>
                  <a:lnTo>
                    <a:pt x="4322188" y="868520"/>
                  </a:lnTo>
                  <a:lnTo>
                    <a:pt x="4410216" y="858411"/>
                  </a:lnTo>
                  <a:lnTo>
                    <a:pt x="4504825" y="849298"/>
                  </a:lnTo>
                  <a:lnTo>
                    <a:pt x="4604889" y="841136"/>
                  </a:lnTo>
                  <a:lnTo>
                    <a:pt x="4708403" y="833912"/>
                  </a:lnTo>
                  <a:lnTo>
                    <a:pt x="4812406" y="827639"/>
                  </a:lnTo>
                  <a:lnTo>
                    <a:pt x="4913082" y="822337"/>
                  </a:lnTo>
                  <a:lnTo>
                    <a:pt x="5006093" y="818022"/>
                  </a:lnTo>
                  <a:lnTo>
                    <a:pt x="5087180" y="814680"/>
                  </a:lnTo>
                  <a:lnTo>
                    <a:pt x="5152904" y="812259"/>
                  </a:lnTo>
                  <a:lnTo>
                    <a:pt x="5201359" y="810653"/>
                  </a:lnTo>
                  <a:lnTo>
                    <a:pt x="5232646" y="809717"/>
                  </a:lnTo>
                  <a:lnTo>
                    <a:pt x="5248977" y="809273"/>
                  </a:lnTo>
                  <a:lnTo>
                    <a:pt x="5254490" y="809137"/>
                  </a:lnTo>
                  <a:lnTo>
                    <a:pt x="5254955" y="809126"/>
                  </a:lnTo>
                  <a:lnTo>
                    <a:pt x="6726343" y="809126"/>
                  </a:lnTo>
                  <a:lnTo>
                    <a:pt x="6727572" y="809106"/>
                  </a:lnTo>
                  <a:lnTo>
                    <a:pt x="6735642" y="808962"/>
                  </a:lnTo>
                  <a:lnTo>
                    <a:pt x="6755937" y="808565"/>
                  </a:lnTo>
                  <a:lnTo>
                    <a:pt x="6792101" y="807783"/>
                  </a:lnTo>
                  <a:lnTo>
                    <a:pt x="6845760" y="806496"/>
                  </a:lnTo>
                  <a:lnTo>
                    <a:pt x="6916401" y="804609"/>
                  </a:lnTo>
                  <a:lnTo>
                    <a:pt x="7001594" y="802059"/>
                  </a:lnTo>
                  <a:lnTo>
                    <a:pt x="7097554" y="798816"/>
                  </a:lnTo>
                  <a:lnTo>
                    <a:pt x="7199894" y="794879"/>
                  </a:lnTo>
                  <a:lnTo>
                    <a:pt x="7304354" y="790262"/>
                  </a:lnTo>
                  <a:lnTo>
                    <a:pt x="7407324" y="784978"/>
                  </a:lnTo>
                  <a:lnTo>
                    <a:pt x="7506115" y="779032"/>
                  </a:lnTo>
                  <a:lnTo>
                    <a:pt x="7598993" y="772408"/>
                  </a:lnTo>
                  <a:lnTo>
                    <a:pt x="7685066" y="765066"/>
                  </a:lnTo>
                  <a:lnTo>
                    <a:pt x="7764106" y="756942"/>
                  </a:lnTo>
                  <a:lnTo>
                    <a:pt x="7836358" y="747943"/>
                  </a:lnTo>
                  <a:lnTo>
                    <a:pt x="7902380" y="737957"/>
                  </a:lnTo>
                  <a:lnTo>
                    <a:pt x="7962910" y="726850"/>
                  </a:lnTo>
                  <a:lnTo>
                    <a:pt x="8018776" y="714478"/>
                  </a:lnTo>
                  <a:lnTo>
                    <a:pt x="8070826" y="700703"/>
                  </a:lnTo>
                  <a:lnTo>
                    <a:pt x="8119871" y="685414"/>
                  </a:lnTo>
                  <a:lnTo>
                    <a:pt x="8151487" y="674272"/>
                  </a:lnTo>
                  <a:lnTo>
                    <a:pt x="8203884" y="653517"/>
                  </a:lnTo>
                  <a:lnTo>
                    <a:pt x="8254628" y="630639"/>
                  </a:lnTo>
                  <a:lnTo>
                    <a:pt x="8304348" y="605608"/>
                  </a:lnTo>
                  <a:lnTo>
                    <a:pt x="8353499" y="578465"/>
                  </a:lnTo>
                  <a:lnTo>
                    <a:pt x="8402402" y="549336"/>
                  </a:lnTo>
                  <a:lnTo>
                    <a:pt x="8451263" y="518432"/>
                  </a:lnTo>
                  <a:lnTo>
                    <a:pt x="8500190" y="486049"/>
                  </a:lnTo>
                  <a:lnTo>
                    <a:pt x="8549219" y="452563"/>
                  </a:lnTo>
                  <a:lnTo>
                    <a:pt x="8598329" y="418407"/>
                  </a:lnTo>
                  <a:lnTo>
                    <a:pt x="8647464" y="384056"/>
                  </a:lnTo>
                  <a:lnTo>
                    <a:pt x="8696562" y="349995"/>
                  </a:lnTo>
                  <a:lnTo>
                    <a:pt x="8745571" y="316690"/>
                  </a:lnTo>
                  <a:lnTo>
                    <a:pt x="8794481" y="284568"/>
                  </a:lnTo>
                  <a:lnTo>
                    <a:pt x="8843338" y="253987"/>
                  </a:lnTo>
                  <a:lnTo>
                    <a:pt x="8892270" y="225230"/>
                  </a:lnTo>
                  <a:lnTo>
                    <a:pt x="8941503" y="198490"/>
                  </a:lnTo>
                  <a:lnTo>
                    <a:pt x="8991381" y="173876"/>
                  </a:lnTo>
                  <a:lnTo>
                    <a:pt x="9042391" y="151415"/>
                  </a:lnTo>
                  <a:lnTo>
                    <a:pt x="9084767" y="134854"/>
                  </a:lnTo>
                  <a:lnTo>
                    <a:pt x="9132207" y="118518"/>
                  </a:lnTo>
                  <a:lnTo>
                    <a:pt x="9182154" y="103736"/>
                  </a:lnTo>
                  <a:lnTo>
                    <a:pt x="9235365" y="90436"/>
                  </a:lnTo>
                  <a:lnTo>
                    <a:pt x="9292670" y="78495"/>
                  </a:lnTo>
                  <a:lnTo>
                    <a:pt x="9354915" y="67772"/>
                  </a:lnTo>
                  <a:lnTo>
                    <a:pt x="9422908" y="58124"/>
                  </a:lnTo>
                  <a:lnTo>
                    <a:pt x="9497340" y="49424"/>
                  </a:lnTo>
                  <a:lnTo>
                    <a:pt x="9578683" y="41565"/>
                  </a:lnTo>
                  <a:lnTo>
                    <a:pt x="9667045" y="34465"/>
                  </a:lnTo>
                  <a:lnTo>
                    <a:pt x="9762001" y="28067"/>
                  </a:lnTo>
                  <a:lnTo>
                    <a:pt x="9862402" y="22339"/>
                  </a:lnTo>
                  <a:lnTo>
                    <a:pt x="9966205" y="17273"/>
                  </a:lnTo>
                  <a:lnTo>
                    <a:pt x="10070406" y="12878"/>
                  </a:lnTo>
                  <a:lnTo>
                    <a:pt x="10171140" y="9168"/>
                  </a:lnTo>
                  <a:lnTo>
                    <a:pt x="10264034" y="6154"/>
                  </a:lnTo>
                  <a:lnTo>
                    <a:pt x="10344813" y="3826"/>
                  </a:lnTo>
                  <a:lnTo>
                    <a:pt x="10410059" y="2145"/>
                  </a:lnTo>
                  <a:lnTo>
                    <a:pt x="10457924" y="1036"/>
                  </a:lnTo>
                  <a:lnTo>
                    <a:pt x="10488593" y="394"/>
                  </a:lnTo>
                  <a:lnTo>
                    <a:pt x="10504380" y="95"/>
                  </a:lnTo>
                  <a:lnTo>
                    <a:pt x="10509531" y="6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89" name="pl889"/>
            <p:cNvSpPr/>
            <p:nvPr/>
          </p:nvSpPr>
          <p:spPr>
            <a:xfrm>
              <a:off x="4799595" y="5429285"/>
              <a:ext cx="11981298" cy="1961519"/>
            </a:xfrm>
            <a:custGeom>
              <a:avLst/>
              <a:pathLst>
                <a:path w="11981298" h="1961519">
                  <a:moveTo>
                    <a:pt x="11981298" y="0"/>
                  </a:moveTo>
                  <a:lnTo>
                    <a:pt x="10509911" y="0"/>
                  </a:lnTo>
                  <a:lnTo>
                    <a:pt x="10508681" y="20"/>
                  </a:lnTo>
                  <a:lnTo>
                    <a:pt x="10500611" y="163"/>
                  </a:lnTo>
                  <a:lnTo>
                    <a:pt x="10480316" y="561"/>
                  </a:lnTo>
                  <a:lnTo>
                    <a:pt x="10444152" y="1343"/>
                  </a:lnTo>
                  <a:lnTo>
                    <a:pt x="10390493" y="2630"/>
                  </a:lnTo>
                  <a:lnTo>
                    <a:pt x="10319852" y="4517"/>
                  </a:lnTo>
                  <a:lnTo>
                    <a:pt x="10234659" y="7067"/>
                  </a:lnTo>
                  <a:lnTo>
                    <a:pt x="10138699" y="10310"/>
                  </a:lnTo>
                  <a:lnTo>
                    <a:pt x="10036359" y="14247"/>
                  </a:lnTo>
                  <a:lnTo>
                    <a:pt x="9931900" y="18864"/>
                  </a:lnTo>
                  <a:lnTo>
                    <a:pt x="9828929" y="24148"/>
                  </a:lnTo>
                  <a:lnTo>
                    <a:pt x="9730138" y="30094"/>
                  </a:lnTo>
                  <a:lnTo>
                    <a:pt x="9637260" y="36718"/>
                  </a:lnTo>
                  <a:lnTo>
                    <a:pt x="9551187" y="44060"/>
                  </a:lnTo>
                  <a:lnTo>
                    <a:pt x="9472147" y="52184"/>
                  </a:lnTo>
                  <a:lnTo>
                    <a:pt x="9399895" y="61182"/>
                  </a:lnTo>
                  <a:lnTo>
                    <a:pt x="9333874" y="71169"/>
                  </a:lnTo>
                  <a:lnTo>
                    <a:pt x="9273344" y="82276"/>
                  </a:lnTo>
                  <a:lnTo>
                    <a:pt x="9217477" y="94648"/>
                  </a:lnTo>
                  <a:lnTo>
                    <a:pt x="9165427" y="108423"/>
                  </a:lnTo>
                  <a:lnTo>
                    <a:pt x="9116382" y="123712"/>
                  </a:lnTo>
                  <a:lnTo>
                    <a:pt x="9084767" y="134854"/>
                  </a:lnTo>
                  <a:lnTo>
                    <a:pt x="9032370" y="155609"/>
                  </a:lnTo>
                  <a:lnTo>
                    <a:pt x="8981625" y="178486"/>
                  </a:lnTo>
                  <a:lnTo>
                    <a:pt x="8931905" y="203518"/>
                  </a:lnTo>
                  <a:lnTo>
                    <a:pt x="8882754" y="230660"/>
                  </a:lnTo>
                  <a:lnTo>
                    <a:pt x="8833851" y="259790"/>
                  </a:lnTo>
                  <a:lnTo>
                    <a:pt x="8784991" y="290694"/>
                  </a:lnTo>
                  <a:lnTo>
                    <a:pt x="8736063" y="323077"/>
                  </a:lnTo>
                  <a:lnTo>
                    <a:pt x="8687034" y="356563"/>
                  </a:lnTo>
                  <a:lnTo>
                    <a:pt x="8637925" y="390719"/>
                  </a:lnTo>
                  <a:lnTo>
                    <a:pt x="8588789" y="425070"/>
                  </a:lnTo>
                  <a:lnTo>
                    <a:pt x="8539691" y="459131"/>
                  </a:lnTo>
                  <a:lnTo>
                    <a:pt x="8490682" y="492436"/>
                  </a:lnTo>
                  <a:lnTo>
                    <a:pt x="8441772" y="524558"/>
                  </a:lnTo>
                  <a:lnTo>
                    <a:pt x="8392915" y="555139"/>
                  </a:lnTo>
                  <a:lnTo>
                    <a:pt x="8343983" y="583896"/>
                  </a:lnTo>
                  <a:lnTo>
                    <a:pt x="8294750" y="610636"/>
                  </a:lnTo>
                  <a:lnTo>
                    <a:pt x="8244872" y="635250"/>
                  </a:lnTo>
                  <a:lnTo>
                    <a:pt x="8193862" y="657711"/>
                  </a:lnTo>
                  <a:lnTo>
                    <a:pt x="8151487" y="674272"/>
                  </a:lnTo>
                  <a:lnTo>
                    <a:pt x="8104046" y="690608"/>
                  </a:lnTo>
                  <a:lnTo>
                    <a:pt x="8054099" y="705390"/>
                  </a:lnTo>
                  <a:lnTo>
                    <a:pt x="8000888" y="718690"/>
                  </a:lnTo>
                  <a:lnTo>
                    <a:pt x="7943584" y="730630"/>
                  </a:lnTo>
                  <a:lnTo>
                    <a:pt x="7881338" y="741354"/>
                  </a:lnTo>
                  <a:lnTo>
                    <a:pt x="7813345" y="751002"/>
                  </a:lnTo>
                  <a:lnTo>
                    <a:pt x="7738913" y="759702"/>
                  </a:lnTo>
                  <a:lnTo>
                    <a:pt x="7657570" y="767560"/>
                  </a:lnTo>
                  <a:lnTo>
                    <a:pt x="7569208" y="774660"/>
                  </a:lnTo>
                  <a:lnTo>
                    <a:pt x="7474252" y="781059"/>
                  </a:lnTo>
                  <a:lnTo>
                    <a:pt x="7373851" y="786787"/>
                  </a:lnTo>
                  <a:lnTo>
                    <a:pt x="7270048" y="791852"/>
                  </a:lnTo>
                  <a:lnTo>
                    <a:pt x="7165847" y="796248"/>
                  </a:lnTo>
                  <a:lnTo>
                    <a:pt x="7065113" y="799958"/>
                  </a:lnTo>
                  <a:lnTo>
                    <a:pt x="6972220" y="802972"/>
                  </a:lnTo>
                  <a:lnTo>
                    <a:pt x="6891440" y="805300"/>
                  </a:lnTo>
                  <a:lnTo>
                    <a:pt x="6826194" y="806981"/>
                  </a:lnTo>
                  <a:lnTo>
                    <a:pt x="6778329" y="808090"/>
                  </a:lnTo>
                  <a:lnTo>
                    <a:pt x="6747660" y="808732"/>
                  </a:lnTo>
                  <a:lnTo>
                    <a:pt x="6731874" y="809031"/>
                  </a:lnTo>
                  <a:lnTo>
                    <a:pt x="6726722" y="809120"/>
                  </a:lnTo>
                  <a:lnTo>
                    <a:pt x="6726343" y="809126"/>
                  </a:lnTo>
                  <a:lnTo>
                    <a:pt x="5254955" y="809126"/>
                  </a:lnTo>
                  <a:lnTo>
                    <a:pt x="5253734" y="809155"/>
                  </a:lnTo>
                  <a:lnTo>
                    <a:pt x="5245716" y="809358"/>
                  </a:lnTo>
                  <a:lnTo>
                    <a:pt x="5225549" y="809921"/>
                  </a:lnTo>
                  <a:lnTo>
                    <a:pt x="5189603" y="811027"/>
                  </a:lnTo>
                  <a:lnTo>
                    <a:pt x="5136245" y="812847"/>
                  </a:lnTo>
                  <a:lnTo>
                    <a:pt x="5065963" y="815517"/>
                  </a:lnTo>
                  <a:lnTo>
                    <a:pt x="4981152" y="819127"/>
                  </a:lnTo>
                  <a:lnTo>
                    <a:pt x="4885556" y="823718"/>
                  </a:lnTo>
                  <a:lnTo>
                    <a:pt x="4783528" y="829294"/>
                  </a:lnTo>
                  <a:lnTo>
                    <a:pt x="4679310" y="835834"/>
                  </a:lnTo>
                  <a:lnTo>
                    <a:pt x="4576502" y="843320"/>
                  </a:lnTo>
                  <a:lnTo>
                    <a:pt x="4477800" y="851745"/>
                  </a:lnTo>
                  <a:lnTo>
                    <a:pt x="4384949" y="861130"/>
                  </a:lnTo>
                  <a:lnTo>
                    <a:pt x="4298857" y="871530"/>
                  </a:lnTo>
                  <a:lnTo>
                    <a:pt x="4219768" y="883036"/>
                  </a:lnTo>
                  <a:lnTo>
                    <a:pt x="4147449" y="895777"/>
                  </a:lnTo>
                  <a:lnTo>
                    <a:pt x="4081358" y="909912"/>
                  </a:lnTo>
                  <a:lnTo>
                    <a:pt x="4020763" y="925628"/>
                  </a:lnTo>
                  <a:lnTo>
                    <a:pt x="3964845" y="943129"/>
                  </a:lnTo>
                  <a:lnTo>
                    <a:pt x="3912763" y="962611"/>
                  </a:lnTo>
                  <a:lnTo>
                    <a:pt x="3863707" y="984235"/>
                  </a:lnTo>
                  <a:lnTo>
                    <a:pt x="3829811" y="1001192"/>
                  </a:lnTo>
                  <a:lnTo>
                    <a:pt x="3780281" y="1029027"/>
                  </a:lnTo>
                  <a:lnTo>
                    <a:pt x="3732259" y="1059555"/>
                  </a:lnTo>
                  <a:lnTo>
                    <a:pt x="3685205" y="1092818"/>
                  </a:lnTo>
                  <a:lnTo>
                    <a:pt x="3638714" y="1128781"/>
                  </a:lnTo>
                  <a:lnTo>
                    <a:pt x="3592498" y="1167312"/>
                  </a:lnTo>
                  <a:lnTo>
                    <a:pt x="3546362" y="1208184"/>
                  </a:lnTo>
                  <a:lnTo>
                    <a:pt x="3500189" y="1251073"/>
                  </a:lnTo>
                  <a:lnTo>
                    <a:pt x="3453930" y="1295560"/>
                  </a:lnTo>
                  <a:lnTo>
                    <a:pt x="3407586" y="1341151"/>
                  </a:lnTo>
                  <a:lnTo>
                    <a:pt x="3361191" y="1387296"/>
                  </a:lnTo>
                  <a:lnTo>
                    <a:pt x="3314799" y="1433416"/>
                  </a:lnTo>
                  <a:lnTo>
                    <a:pt x="3268461" y="1478933"/>
                  </a:lnTo>
                  <a:lnTo>
                    <a:pt x="3222209" y="1523302"/>
                  </a:lnTo>
                  <a:lnTo>
                    <a:pt x="3176043" y="1566033"/>
                  </a:lnTo>
                  <a:lnTo>
                    <a:pt x="3129905" y="1606718"/>
                  </a:lnTo>
                  <a:lnTo>
                    <a:pt x="3083674" y="1645037"/>
                  </a:lnTo>
                  <a:lnTo>
                    <a:pt x="3037148" y="1680772"/>
                  </a:lnTo>
                  <a:lnTo>
                    <a:pt x="2990029" y="1713803"/>
                  </a:lnTo>
                  <a:lnTo>
                    <a:pt x="2941901" y="1744098"/>
                  </a:lnTo>
                  <a:lnTo>
                    <a:pt x="2896531" y="1769454"/>
                  </a:lnTo>
                  <a:lnTo>
                    <a:pt x="2849201" y="1792669"/>
                  </a:lnTo>
                  <a:lnTo>
                    <a:pt x="2799377" y="1813683"/>
                  </a:lnTo>
                  <a:lnTo>
                    <a:pt x="2746307" y="1832594"/>
                  </a:lnTo>
                  <a:lnTo>
                    <a:pt x="2689169" y="1849576"/>
                  </a:lnTo>
                  <a:lnTo>
                    <a:pt x="2627120" y="1864831"/>
                  </a:lnTo>
                  <a:lnTo>
                    <a:pt x="2559357" y="1878558"/>
                  </a:lnTo>
                  <a:lnTo>
                    <a:pt x="2485192" y="1890939"/>
                  </a:lnTo>
                  <a:lnTo>
                    <a:pt x="2404154" y="1902126"/>
                  </a:lnTo>
                  <a:lnTo>
                    <a:pt x="2316126" y="1912235"/>
                  </a:lnTo>
                  <a:lnTo>
                    <a:pt x="2221517" y="1921348"/>
                  </a:lnTo>
                  <a:lnTo>
                    <a:pt x="2121453" y="1929510"/>
                  </a:lnTo>
                  <a:lnTo>
                    <a:pt x="2017939" y="1936733"/>
                  </a:lnTo>
                  <a:lnTo>
                    <a:pt x="1913936" y="1943007"/>
                  </a:lnTo>
                  <a:lnTo>
                    <a:pt x="1813260" y="1948308"/>
                  </a:lnTo>
                  <a:lnTo>
                    <a:pt x="1720249" y="1952624"/>
                  </a:lnTo>
                  <a:lnTo>
                    <a:pt x="1639162" y="1955965"/>
                  </a:lnTo>
                  <a:lnTo>
                    <a:pt x="1573439" y="1958387"/>
                  </a:lnTo>
                  <a:lnTo>
                    <a:pt x="1524983" y="1959992"/>
                  </a:lnTo>
                  <a:lnTo>
                    <a:pt x="1493696" y="1960929"/>
                  </a:lnTo>
                  <a:lnTo>
                    <a:pt x="1477365" y="1961372"/>
                  </a:lnTo>
                  <a:lnTo>
                    <a:pt x="1471852" y="1961508"/>
                  </a:lnTo>
                  <a:lnTo>
                    <a:pt x="1471387" y="1961519"/>
                  </a:lnTo>
                  <a:lnTo>
                    <a:pt x="0" y="196151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90" name="pg890"/>
            <p:cNvSpPr/>
            <p:nvPr/>
          </p:nvSpPr>
          <p:spPr>
            <a:xfrm>
              <a:off x="4799595" y="5748032"/>
              <a:ext cx="11981298" cy="1659118"/>
            </a:xfrm>
            <a:custGeom>
              <a:avLst/>
              <a:pathLst>
                <a:path w="11981298" h="1659118">
                  <a:moveTo>
                    <a:pt x="0" y="1659118"/>
                  </a:moveTo>
                  <a:lnTo>
                    <a:pt x="1471387" y="1659118"/>
                  </a:lnTo>
                  <a:lnTo>
                    <a:pt x="1472609" y="1659090"/>
                  </a:lnTo>
                  <a:lnTo>
                    <a:pt x="1480628" y="1658888"/>
                  </a:lnTo>
                  <a:lnTo>
                    <a:pt x="1500798" y="1658329"/>
                  </a:lnTo>
                  <a:lnTo>
                    <a:pt x="1536751" y="1657231"/>
                  </a:lnTo>
                  <a:lnTo>
                    <a:pt x="1590117" y="1655423"/>
                  </a:lnTo>
                  <a:lnTo>
                    <a:pt x="1660408" y="1652771"/>
                  </a:lnTo>
                  <a:lnTo>
                    <a:pt x="1745231" y="1649186"/>
                  </a:lnTo>
                  <a:lnTo>
                    <a:pt x="1840837" y="1644627"/>
                  </a:lnTo>
                  <a:lnTo>
                    <a:pt x="1942873" y="1639091"/>
                  </a:lnTo>
                  <a:lnTo>
                    <a:pt x="2047098" y="1632595"/>
                  </a:lnTo>
                  <a:lnTo>
                    <a:pt x="2149910" y="1625162"/>
                  </a:lnTo>
                  <a:lnTo>
                    <a:pt x="2248615" y="1616795"/>
                  </a:lnTo>
                  <a:lnTo>
                    <a:pt x="2341466" y="1607476"/>
                  </a:lnTo>
                  <a:lnTo>
                    <a:pt x="2427558" y="1597148"/>
                  </a:lnTo>
                  <a:lnTo>
                    <a:pt x="2506646" y="1585721"/>
                  </a:lnTo>
                  <a:lnTo>
                    <a:pt x="2578963" y="1573069"/>
                  </a:lnTo>
                  <a:lnTo>
                    <a:pt x="2645052" y="1559032"/>
                  </a:lnTo>
                  <a:lnTo>
                    <a:pt x="2705645" y="1543424"/>
                  </a:lnTo>
                  <a:lnTo>
                    <a:pt x="2761561" y="1526044"/>
                  </a:lnTo>
                  <a:lnTo>
                    <a:pt x="2813643" y="1506696"/>
                  </a:lnTo>
                  <a:lnTo>
                    <a:pt x="2862699" y="1485222"/>
                  </a:lnTo>
                  <a:lnTo>
                    <a:pt x="2896531" y="1468415"/>
                  </a:lnTo>
                  <a:lnTo>
                    <a:pt x="2946131" y="1440735"/>
                  </a:lnTo>
                  <a:lnTo>
                    <a:pt x="2994219" y="1410375"/>
                  </a:lnTo>
                  <a:lnTo>
                    <a:pt x="3041338" y="1377290"/>
                  </a:lnTo>
                  <a:lnTo>
                    <a:pt x="3087893" y="1341519"/>
                  </a:lnTo>
                  <a:lnTo>
                    <a:pt x="3134174" y="1303190"/>
                  </a:lnTo>
                  <a:lnTo>
                    <a:pt x="3180377" y="1262532"/>
                  </a:lnTo>
                  <a:lnTo>
                    <a:pt x="3226617" y="1219870"/>
                  </a:lnTo>
                  <a:lnTo>
                    <a:pt x="3272943" y="1175621"/>
                  </a:lnTo>
                  <a:lnTo>
                    <a:pt x="3319354" y="1130279"/>
                  </a:lnTo>
                  <a:lnTo>
                    <a:pt x="3365816" y="1084392"/>
                  </a:lnTo>
                  <a:lnTo>
                    <a:pt x="3412274" y="1038538"/>
                  </a:lnTo>
                  <a:lnTo>
                    <a:pt x="3458677" y="993293"/>
                  </a:lnTo>
                  <a:lnTo>
                    <a:pt x="3504993" y="949201"/>
                  </a:lnTo>
                  <a:lnTo>
                    <a:pt x="3551225" y="906748"/>
                  </a:lnTo>
                  <a:lnTo>
                    <a:pt x="3597429" y="866341"/>
                  </a:lnTo>
                  <a:lnTo>
                    <a:pt x="3643730" y="828294"/>
                  </a:lnTo>
                  <a:lnTo>
                    <a:pt x="3690333" y="792823"/>
                  </a:lnTo>
                  <a:lnTo>
                    <a:pt x="3737540" y="760048"/>
                  </a:lnTo>
                  <a:lnTo>
                    <a:pt x="3785770" y="729997"/>
                  </a:lnTo>
                  <a:lnTo>
                    <a:pt x="3829811" y="705602"/>
                  </a:lnTo>
                  <a:lnTo>
                    <a:pt x="3877145" y="682549"/>
                  </a:lnTo>
                  <a:lnTo>
                    <a:pt x="3926972" y="661683"/>
                  </a:lnTo>
                  <a:lnTo>
                    <a:pt x="3980045" y="642906"/>
                  </a:lnTo>
                  <a:lnTo>
                    <a:pt x="4037188" y="626044"/>
                  </a:lnTo>
                  <a:lnTo>
                    <a:pt x="4099243" y="610897"/>
                  </a:lnTo>
                  <a:lnTo>
                    <a:pt x="4167012" y="597266"/>
                  </a:lnTo>
                  <a:lnTo>
                    <a:pt x="4241184" y="584972"/>
                  </a:lnTo>
                  <a:lnTo>
                    <a:pt x="4322231" y="573865"/>
                  </a:lnTo>
                  <a:lnTo>
                    <a:pt x="4410268" y="563828"/>
                  </a:lnTo>
                  <a:lnTo>
                    <a:pt x="4504886" y="554779"/>
                  </a:lnTo>
                  <a:lnTo>
                    <a:pt x="4604960" y="546675"/>
                  </a:lnTo>
                  <a:lnTo>
                    <a:pt x="4708482" y="539504"/>
                  </a:lnTo>
                  <a:lnTo>
                    <a:pt x="4812491" y="533275"/>
                  </a:lnTo>
                  <a:lnTo>
                    <a:pt x="4913168" y="528011"/>
                  </a:lnTo>
                  <a:lnTo>
                    <a:pt x="5006176" y="523727"/>
                  </a:lnTo>
                  <a:lnTo>
                    <a:pt x="5087254" y="520410"/>
                  </a:lnTo>
                  <a:lnTo>
                    <a:pt x="5152965" y="518006"/>
                  </a:lnTo>
                  <a:lnTo>
                    <a:pt x="5201404" y="516413"/>
                  </a:lnTo>
                  <a:lnTo>
                    <a:pt x="5232674" y="515484"/>
                  </a:lnTo>
                  <a:lnTo>
                    <a:pt x="5248989" y="515044"/>
                  </a:lnTo>
                  <a:lnTo>
                    <a:pt x="5254493" y="514909"/>
                  </a:lnTo>
                  <a:lnTo>
                    <a:pt x="5254955" y="514898"/>
                  </a:lnTo>
                  <a:lnTo>
                    <a:pt x="6726343" y="514898"/>
                  </a:lnTo>
                  <a:lnTo>
                    <a:pt x="6727577" y="514886"/>
                  </a:lnTo>
                  <a:lnTo>
                    <a:pt x="6735679" y="514795"/>
                  </a:lnTo>
                  <a:lnTo>
                    <a:pt x="6756050" y="514545"/>
                  </a:lnTo>
                  <a:lnTo>
                    <a:pt x="6792344" y="514053"/>
                  </a:lnTo>
                  <a:lnTo>
                    <a:pt x="6846182" y="513244"/>
                  </a:lnTo>
                  <a:lnTo>
                    <a:pt x="6917039" y="512058"/>
                  </a:lnTo>
                  <a:lnTo>
                    <a:pt x="7002459" y="510455"/>
                  </a:lnTo>
                  <a:lnTo>
                    <a:pt x="7098636" y="508417"/>
                  </a:lnTo>
                  <a:lnTo>
                    <a:pt x="7201162" y="505943"/>
                  </a:lnTo>
                  <a:lnTo>
                    <a:pt x="7305764" y="503042"/>
                  </a:lnTo>
                  <a:lnTo>
                    <a:pt x="7408830" y="499723"/>
                  </a:lnTo>
                  <a:lnTo>
                    <a:pt x="7507674" y="495988"/>
                  </a:lnTo>
                  <a:lnTo>
                    <a:pt x="7600567" y="491826"/>
                  </a:lnTo>
                  <a:lnTo>
                    <a:pt x="7686629" y="487214"/>
                  </a:lnTo>
                  <a:lnTo>
                    <a:pt x="7765638" y="482108"/>
                  </a:lnTo>
                  <a:lnTo>
                    <a:pt x="7837851" y="476453"/>
                  </a:lnTo>
                  <a:lnTo>
                    <a:pt x="7903831" y="470176"/>
                  </a:lnTo>
                  <a:lnTo>
                    <a:pt x="7964322" y="463193"/>
                  </a:lnTo>
                  <a:lnTo>
                    <a:pt x="8020158" y="455413"/>
                  </a:lnTo>
                  <a:lnTo>
                    <a:pt x="8072189" y="446751"/>
                  </a:lnTo>
                  <a:lnTo>
                    <a:pt x="8121228" y="437136"/>
                  </a:lnTo>
                  <a:lnTo>
                    <a:pt x="8151487" y="430444"/>
                  </a:lnTo>
                  <a:lnTo>
                    <a:pt x="8206050" y="416869"/>
                  </a:lnTo>
                  <a:lnTo>
                    <a:pt x="8258851" y="401850"/>
                  </a:lnTo>
                  <a:lnTo>
                    <a:pt x="8310585" y="385365"/>
                  </a:lnTo>
                  <a:lnTo>
                    <a:pt x="8361753" y="367453"/>
                  </a:lnTo>
                  <a:lnTo>
                    <a:pt x="8412696" y="348210"/>
                  </a:lnTo>
                  <a:lnTo>
                    <a:pt x="8463625" y="327798"/>
                  </a:lnTo>
                  <a:lnTo>
                    <a:pt x="8514642" y="306441"/>
                  </a:lnTo>
                  <a:lnTo>
                    <a:pt x="8565768" y="284417"/>
                  </a:lnTo>
                  <a:lnTo>
                    <a:pt x="8616965" y="262045"/>
                  </a:lnTo>
                  <a:lnTo>
                    <a:pt x="8668162" y="239664"/>
                  </a:lnTo>
                  <a:lnTo>
                    <a:pt x="8719293" y="217617"/>
                  </a:lnTo>
                  <a:lnTo>
                    <a:pt x="8770315" y="196223"/>
                  </a:lnTo>
                  <a:lnTo>
                    <a:pt x="8821247" y="175763"/>
                  </a:lnTo>
                  <a:lnTo>
                    <a:pt x="8872185" y="156463"/>
                  </a:lnTo>
                  <a:lnTo>
                    <a:pt x="8923337" y="138488"/>
                  </a:lnTo>
                  <a:lnTo>
                    <a:pt x="8975036" y="121938"/>
                  </a:lnTo>
                  <a:lnTo>
                    <a:pt x="9027774" y="106851"/>
                  </a:lnTo>
                  <a:lnTo>
                    <a:pt x="9082240" y="93212"/>
                  </a:lnTo>
                  <a:lnTo>
                    <a:pt x="9084767" y="92627"/>
                  </a:lnTo>
                  <a:lnTo>
                    <a:pt x="9132273" y="82383"/>
                  </a:lnTo>
                  <a:lnTo>
                    <a:pt x="9182293" y="73115"/>
                  </a:lnTo>
                  <a:lnTo>
                    <a:pt x="9235589" y="64777"/>
                  </a:lnTo>
                  <a:lnTo>
                    <a:pt x="9292993" y="57293"/>
                  </a:lnTo>
                  <a:lnTo>
                    <a:pt x="9355355" y="50573"/>
                  </a:lnTo>
                  <a:lnTo>
                    <a:pt x="9423485" y="44527"/>
                  </a:lnTo>
                  <a:lnTo>
                    <a:pt x="9498078" y="39076"/>
                  </a:lnTo>
                  <a:lnTo>
                    <a:pt x="9579602" y="34153"/>
                  </a:lnTo>
                  <a:lnTo>
                    <a:pt x="9668163" y="29706"/>
                  </a:lnTo>
                  <a:lnTo>
                    <a:pt x="9763327" y="25699"/>
                  </a:lnTo>
                  <a:lnTo>
                    <a:pt x="9863928" y="22113"/>
                  </a:lnTo>
                  <a:lnTo>
                    <a:pt x="9967903" y="18942"/>
                  </a:lnTo>
                  <a:lnTo>
                    <a:pt x="10072221" y="16193"/>
                  </a:lnTo>
                  <a:lnTo>
                    <a:pt x="10172987" y="13875"/>
                  </a:lnTo>
                  <a:lnTo>
                    <a:pt x="10265807" y="11993"/>
                  </a:lnTo>
                  <a:lnTo>
                    <a:pt x="10346400" y="10542"/>
                  </a:lnTo>
                  <a:lnTo>
                    <a:pt x="10411359" y="9496"/>
                  </a:lnTo>
                  <a:lnTo>
                    <a:pt x="10458870" y="8809"/>
                  </a:lnTo>
                  <a:lnTo>
                    <a:pt x="10489171" y="8413"/>
                  </a:lnTo>
                  <a:lnTo>
                    <a:pt x="10504636" y="8229"/>
                  </a:lnTo>
                  <a:lnTo>
                    <a:pt x="10509577" y="8176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8676" y="12"/>
                  </a:lnTo>
                  <a:lnTo>
                    <a:pt x="10500574" y="103"/>
                  </a:lnTo>
                  <a:lnTo>
                    <a:pt x="10480203" y="353"/>
                  </a:lnTo>
                  <a:lnTo>
                    <a:pt x="10443909" y="844"/>
                  </a:lnTo>
                  <a:lnTo>
                    <a:pt x="10390071" y="1653"/>
                  </a:lnTo>
                  <a:lnTo>
                    <a:pt x="10319215" y="2840"/>
                  </a:lnTo>
                  <a:lnTo>
                    <a:pt x="10233794" y="4443"/>
                  </a:lnTo>
                  <a:lnTo>
                    <a:pt x="10137618" y="6481"/>
                  </a:lnTo>
                  <a:lnTo>
                    <a:pt x="10035092" y="8955"/>
                  </a:lnTo>
                  <a:lnTo>
                    <a:pt x="9930489" y="11856"/>
                  </a:lnTo>
                  <a:lnTo>
                    <a:pt x="9827423" y="15175"/>
                  </a:lnTo>
                  <a:lnTo>
                    <a:pt x="9728579" y="18910"/>
                  </a:lnTo>
                  <a:lnTo>
                    <a:pt x="9635686" y="23072"/>
                  </a:lnTo>
                  <a:lnTo>
                    <a:pt x="9549625" y="27684"/>
                  </a:lnTo>
                  <a:lnTo>
                    <a:pt x="9470615" y="32789"/>
                  </a:lnTo>
                  <a:lnTo>
                    <a:pt x="9398402" y="38445"/>
                  </a:lnTo>
                  <a:lnTo>
                    <a:pt x="9332423" y="44722"/>
                  </a:lnTo>
                  <a:lnTo>
                    <a:pt x="9271931" y="51705"/>
                  </a:lnTo>
                  <a:lnTo>
                    <a:pt x="9216095" y="59484"/>
                  </a:lnTo>
                  <a:lnTo>
                    <a:pt x="9164064" y="68147"/>
                  </a:lnTo>
                  <a:lnTo>
                    <a:pt x="9115025" y="77762"/>
                  </a:lnTo>
                  <a:lnTo>
                    <a:pt x="9084767" y="84454"/>
                  </a:lnTo>
                  <a:lnTo>
                    <a:pt x="9030203" y="98028"/>
                  </a:lnTo>
                  <a:lnTo>
                    <a:pt x="8977402" y="113048"/>
                  </a:lnTo>
                  <a:lnTo>
                    <a:pt x="8925668" y="129532"/>
                  </a:lnTo>
                  <a:lnTo>
                    <a:pt x="8874500" y="147445"/>
                  </a:lnTo>
                  <a:lnTo>
                    <a:pt x="8823557" y="166687"/>
                  </a:lnTo>
                  <a:lnTo>
                    <a:pt x="8772629" y="187100"/>
                  </a:lnTo>
                  <a:lnTo>
                    <a:pt x="8721611" y="208457"/>
                  </a:lnTo>
                  <a:lnTo>
                    <a:pt x="8670485" y="230481"/>
                  </a:lnTo>
                  <a:lnTo>
                    <a:pt x="8619289" y="252853"/>
                  </a:lnTo>
                  <a:lnTo>
                    <a:pt x="8568091" y="275234"/>
                  </a:lnTo>
                  <a:lnTo>
                    <a:pt x="8516960" y="297281"/>
                  </a:lnTo>
                  <a:lnTo>
                    <a:pt x="8465938" y="318675"/>
                  </a:lnTo>
                  <a:lnTo>
                    <a:pt x="8415007" y="339135"/>
                  </a:lnTo>
                  <a:lnTo>
                    <a:pt x="8364068" y="358435"/>
                  </a:lnTo>
                  <a:lnTo>
                    <a:pt x="8312917" y="376410"/>
                  </a:lnTo>
                  <a:lnTo>
                    <a:pt x="8261218" y="392960"/>
                  </a:lnTo>
                  <a:lnTo>
                    <a:pt x="8208479" y="408046"/>
                  </a:lnTo>
                  <a:lnTo>
                    <a:pt x="8154013" y="421686"/>
                  </a:lnTo>
                  <a:lnTo>
                    <a:pt x="8151487" y="422271"/>
                  </a:lnTo>
                  <a:lnTo>
                    <a:pt x="8103980" y="432515"/>
                  </a:lnTo>
                  <a:lnTo>
                    <a:pt x="8053960" y="441783"/>
                  </a:lnTo>
                  <a:lnTo>
                    <a:pt x="8000664" y="450121"/>
                  </a:lnTo>
                  <a:lnTo>
                    <a:pt x="7943261" y="457605"/>
                  </a:lnTo>
                  <a:lnTo>
                    <a:pt x="7880899" y="464325"/>
                  </a:lnTo>
                  <a:lnTo>
                    <a:pt x="7812768" y="470371"/>
                  </a:lnTo>
                  <a:lnTo>
                    <a:pt x="7738175" y="475822"/>
                  </a:lnTo>
                  <a:lnTo>
                    <a:pt x="7656651" y="480745"/>
                  </a:lnTo>
                  <a:lnTo>
                    <a:pt x="7568090" y="485192"/>
                  </a:lnTo>
                  <a:lnTo>
                    <a:pt x="7472926" y="489199"/>
                  </a:lnTo>
                  <a:lnTo>
                    <a:pt x="7372325" y="492785"/>
                  </a:lnTo>
                  <a:lnTo>
                    <a:pt x="7268350" y="495956"/>
                  </a:lnTo>
                  <a:lnTo>
                    <a:pt x="7164033" y="498705"/>
                  </a:lnTo>
                  <a:lnTo>
                    <a:pt x="7063267" y="501023"/>
                  </a:lnTo>
                  <a:lnTo>
                    <a:pt x="6970446" y="502905"/>
                  </a:lnTo>
                  <a:lnTo>
                    <a:pt x="6889853" y="504356"/>
                  </a:lnTo>
                  <a:lnTo>
                    <a:pt x="6824894" y="505402"/>
                  </a:lnTo>
                  <a:lnTo>
                    <a:pt x="6777383" y="506089"/>
                  </a:lnTo>
                  <a:lnTo>
                    <a:pt x="6747083" y="506485"/>
                  </a:lnTo>
                  <a:lnTo>
                    <a:pt x="6731617" y="506669"/>
                  </a:lnTo>
                  <a:lnTo>
                    <a:pt x="6726676" y="506722"/>
                  </a:lnTo>
                  <a:lnTo>
                    <a:pt x="6726343" y="506725"/>
                  </a:lnTo>
                  <a:lnTo>
                    <a:pt x="5254955" y="506725"/>
                  </a:lnTo>
                  <a:lnTo>
                    <a:pt x="5253733" y="506754"/>
                  </a:lnTo>
                  <a:lnTo>
                    <a:pt x="5245714" y="506956"/>
                  </a:lnTo>
                  <a:lnTo>
                    <a:pt x="5225544" y="507514"/>
                  </a:lnTo>
                  <a:lnTo>
                    <a:pt x="5189591" y="508613"/>
                  </a:lnTo>
                  <a:lnTo>
                    <a:pt x="5136225" y="510421"/>
                  </a:lnTo>
                  <a:lnTo>
                    <a:pt x="5065934" y="513072"/>
                  </a:lnTo>
                  <a:lnTo>
                    <a:pt x="4981112" y="516657"/>
                  </a:lnTo>
                  <a:lnTo>
                    <a:pt x="4885506" y="521216"/>
                  </a:lnTo>
                  <a:lnTo>
                    <a:pt x="4783469" y="526753"/>
                  </a:lnTo>
                  <a:lnTo>
                    <a:pt x="4679244" y="533248"/>
                  </a:lnTo>
                  <a:lnTo>
                    <a:pt x="4576432" y="540682"/>
                  </a:lnTo>
                  <a:lnTo>
                    <a:pt x="4477727" y="549048"/>
                  </a:lnTo>
                  <a:lnTo>
                    <a:pt x="4384876" y="558368"/>
                  </a:lnTo>
                  <a:lnTo>
                    <a:pt x="4298784" y="568696"/>
                  </a:lnTo>
                  <a:lnTo>
                    <a:pt x="4219696" y="580123"/>
                  </a:lnTo>
                  <a:lnTo>
                    <a:pt x="4147380" y="592775"/>
                  </a:lnTo>
                  <a:lnTo>
                    <a:pt x="4081290" y="606812"/>
                  </a:lnTo>
                  <a:lnTo>
                    <a:pt x="4020697" y="622420"/>
                  </a:lnTo>
                  <a:lnTo>
                    <a:pt x="3964781" y="639799"/>
                  </a:lnTo>
                  <a:lnTo>
                    <a:pt x="3912699" y="659147"/>
                  </a:lnTo>
                  <a:lnTo>
                    <a:pt x="3863643" y="680622"/>
                  </a:lnTo>
                  <a:lnTo>
                    <a:pt x="3829811" y="697429"/>
                  </a:lnTo>
                  <a:lnTo>
                    <a:pt x="3780212" y="725108"/>
                  </a:lnTo>
                  <a:lnTo>
                    <a:pt x="3732123" y="755468"/>
                  </a:lnTo>
                  <a:lnTo>
                    <a:pt x="3685004" y="788553"/>
                  </a:lnTo>
                  <a:lnTo>
                    <a:pt x="3638449" y="824325"/>
                  </a:lnTo>
                  <a:lnTo>
                    <a:pt x="3592168" y="862653"/>
                  </a:lnTo>
                  <a:lnTo>
                    <a:pt x="3545965" y="903311"/>
                  </a:lnTo>
                  <a:lnTo>
                    <a:pt x="3499726" y="945973"/>
                  </a:lnTo>
                  <a:lnTo>
                    <a:pt x="3453399" y="990222"/>
                  </a:lnTo>
                  <a:lnTo>
                    <a:pt x="3406988" y="1035565"/>
                  </a:lnTo>
                  <a:lnTo>
                    <a:pt x="3360526" y="1081452"/>
                  </a:lnTo>
                  <a:lnTo>
                    <a:pt x="3314068" y="1127305"/>
                  </a:lnTo>
                  <a:lnTo>
                    <a:pt x="3267665" y="1172550"/>
                  </a:lnTo>
                  <a:lnTo>
                    <a:pt x="3221349" y="1216642"/>
                  </a:lnTo>
                  <a:lnTo>
                    <a:pt x="3175117" y="1259096"/>
                  </a:lnTo>
                  <a:lnTo>
                    <a:pt x="3128913" y="1299503"/>
                  </a:lnTo>
                  <a:lnTo>
                    <a:pt x="3082612" y="1337550"/>
                  </a:lnTo>
                  <a:lnTo>
                    <a:pt x="3036009" y="1373020"/>
                  </a:lnTo>
                  <a:lnTo>
                    <a:pt x="2988802" y="1405795"/>
                  </a:lnTo>
                  <a:lnTo>
                    <a:pt x="2940573" y="1435847"/>
                  </a:lnTo>
                  <a:lnTo>
                    <a:pt x="2896531" y="1460242"/>
                  </a:lnTo>
                  <a:lnTo>
                    <a:pt x="2849198" y="1483294"/>
                  </a:lnTo>
                  <a:lnTo>
                    <a:pt x="2799370" y="1504160"/>
                  </a:lnTo>
                  <a:lnTo>
                    <a:pt x="2746297" y="1522938"/>
                  </a:lnTo>
                  <a:lnTo>
                    <a:pt x="2689154" y="1539800"/>
                  </a:lnTo>
                  <a:lnTo>
                    <a:pt x="2627099" y="1554947"/>
                  </a:lnTo>
                  <a:lnTo>
                    <a:pt x="2559330" y="1568578"/>
                  </a:lnTo>
                  <a:lnTo>
                    <a:pt x="2485158" y="1580871"/>
                  </a:lnTo>
                  <a:lnTo>
                    <a:pt x="2404112" y="1591978"/>
                  </a:lnTo>
                  <a:lnTo>
                    <a:pt x="2316074" y="1602016"/>
                  </a:lnTo>
                  <a:lnTo>
                    <a:pt x="2221456" y="1611064"/>
                  </a:lnTo>
                  <a:lnTo>
                    <a:pt x="2121383" y="1619168"/>
                  </a:lnTo>
                  <a:lnTo>
                    <a:pt x="2017861" y="1626340"/>
                  </a:lnTo>
                  <a:lnTo>
                    <a:pt x="1913851" y="1632569"/>
                  </a:lnTo>
                  <a:lnTo>
                    <a:pt x="1813174" y="1637832"/>
                  </a:lnTo>
                  <a:lnTo>
                    <a:pt x="1720166" y="1642117"/>
                  </a:lnTo>
                  <a:lnTo>
                    <a:pt x="1639088" y="1645433"/>
                  </a:lnTo>
                  <a:lnTo>
                    <a:pt x="1573377" y="1647837"/>
                  </a:lnTo>
                  <a:lnTo>
                    <a:pt x="1524938" y="1649431"/>
                  </a:lnTo>
                  <a:lnTo>
                    <a:pt x="1493668" y="1650360"/>
                  </a:lnTo>
                  <a:lnTo>
                    <a:pt x="1477353" y="1650799"/>
                  </a:lnTo>
                  <a:lnTo>
                    <a:pt x="1471849" y="1650935"/>
                  </a:lnTo>
                  <a:lnTo>
                    <a:pt x="1471387" y="1650945"/>
                  </a:lnTo>
                  <a:lnTo>
                    <a:pt x="0" y="1650945"/>
                  </a:lnTo>
                  <a:close/>
                </a:path>
              </a:pathLst>
            </a:custGeom>
            <a:solidFill>
              <a:srgbClr val="F28E5B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891" name="pl891"/>
            <p:cNvSpPr/>
            <p:nvPr/>
          </p:nvSpPr>
          <p:spPr>
            <a:xfrm>
              <a:off x="4799595" y="5756205"/>
              <a:ext cx="11981298" cy="1650945"/>
            </a:xfrm>
            <a:custGeom>
              <a:avLst/>
              <a:pathLst>
                <a:path w="11981298" h="1650945">
                  <a:moveTo>
                    <a:pt x="0" y="1650945"/>
                  </a:moveTo>
                  <a:lnTo>
                    <a:pt x="1471387" y="1650945"/>
                  </a:lnTo>
                  <a:lnTo>
                    <a:pt x="1472609" y="1650917"/>
                  </a:lnTo>
                  <a:lnTo>
                    <a:pt x="1480628" y="1650715"/>
                  </a:lnTo>
                  <a:lnTo>
                    <a:pt x="1500798" y="1650156"/>
                  </a:lnTo>
                  <a:lnTo>
                    <a:pt x="1536751" y="1649058"/>
                  </a:lnTo>
                  <a:lnTo>
                    <a:pt x="1590117" y="1647250"/>
                  </a:lnTo>
                  <a:lnTo>
                    <a:pt x="1660408" y="1644598"/>
                  </a:lnTo>
                  <a:lnTo>
                    <a:pt x="1745231" y="1641013"/>
                  </a:lnTo>
                  <a:lnTo>
                    <a:pt x="1840837" y="1636454"/>
                  </a:lnTo>
                  <a:lnTo>
                    <a:pt x="1942873" y="1630918"/>
                  </a:lnTo>
                  <a:lnTo>
                    <a:pt x="2047098" y="1624422"/>
                  </a:lnTo>
                  <a:lnTo>
                    <a:pt x="2149910" y="1616989"/>
                  </a:lnTo>
                  <a:lnTo>
                    <a:pt x="2248615" y="1608622"/>
                  </a:lnTo>
                  <a:lnTo>
                    <a:pt x="2341466" y="1599303"/>
                  </a:lnTo>
                  <a:lnTo>
                    <a:pt x="2427558" y="1588975"/>
                  </a:lnTo>
                  <a:lnTo>
                    <a:pt x="2506646" y="1577548"/>
                  </a:lnTo>
                  <a:lnTo>
                    <a:pt x="2578963" y="1564896"/>
                  </a:lnTo>
                  <a:lnTo>
                    <a:pt x="2645052" y="1550859"/>
                  </a:lnTo>
                  <a:lnTo>
                    <a:pt x="2705645" y="1535251"/>
                  </a:lnTo>
                  <a:lnTo>
                    <a:pt x="2761561" y="1517871"/>
                  </a:lnTo>
                  <a:lnTo>
                    <a:pt x="2813643" y="1498523"/>
                  </a:lnTo>
                  <a:lnTo>
                    <a:pt x="2862699" y="1477049"/>
                  </a:lnTo>
                  <a:lnTo>
                    <a:pt x="2896531" y="1460242"/>
                  </a:lnTo>
                  <a:lnTo>
                    <a:pt x="2946131" y="1432562"/>
                  </a:lnTo>
                  <a:lnTo>
                    <a:pt x="2994219" y="1402202"/>
                  </a:lnTo>
                  <a:lnTo>
                    <a:pt x="3041338" y="1369117"/>
                  </a:lnTo>
                  <a:lnTo>
                    <a:pt x="3087893" y="1333346"/>
                  </a:lnTo>
                  <a:lnTo>
                    <a:pt x="3134174" y="1295017"/>
                  </a:lnTo>
                  <a:lnTo>
                    <a:pt x="3180377" y="1254359"/>
                  </a:lnTo>
                  <a:lnTo>
                    <a:pt x="3226617" y="1211697"/>
                  </a:lnTo>
                  <a:lnTo>
                    <a:pt x="3272943" y="1167448"/>
                  </a:lnTo>
                  <a:lnTo>
                    <a:pt x="3319354" y="1122106"/>
                  </a:lnTo>
                  <a:lnTo>
                    <a:pt x="3365816" y="1076219"/>
                  </a:lnTo>
                  <a:lnTo>
                    <a:pt x="3412274" y="1030365"/>
                  </a:lnTo>
                  <a:lnTo>
                    <a:pt x="3458677" y="985120"/>
                  </a:lnTo>
                  <a:lnTo>
                    <a:pt x="3504993" y="941028"/>
                  </a:lnTo>
                  <a:lnTo>
                    <a:pt x="3551225" y="898575"/>
                  </a:lnTo>
                  <a:lnTo>
                    <a:pt x="3597429" y="858168"/>
                  </a:lnTo>
                  <a:lnTo>
                    <a:pt x="3643730" y="820121"/>
                  </a:lnTo>
                  <a:lnTo>
                    <a:pt x="3690333" y="784650"/>
                  </a:lnTo>
                  <a:lnTo>
                    <a:pt x="3737540" y="751875"/>
                  </a:lnTo>
                  <a:lnTo>
                    <a:pt x="3785770" y="721824"/>
                  </a:lnTo>
                  <a:lnTo>
                    <a:pt x="3829811" y="697429"/>
                  </a:lnTo>
                  <a:lnTo>
                    <a:pt x="3877145" y="674376"/>
                  </a:lnTo>
                  <a:lnTo>
                    <a:pt x="3926972" y="653510"/>
                  </a:lnTo>
                  <a:lnTo>
                    <a:pt x="3980045" y="634733"/>
                  </a:lnTo>
                  <a:lnTo>
                    <a:pt x="4037188" y="617871"/>
                  </a:lnTo>
                  <a:lnTo>
                    <a:pt x="4099243" y="602724"/>
                  </a:lnTo>
                  <a:lnTo>
                    <a:pt x="4167012" y="589093"/>
                  </a:lnTo>
                  <a:lnTo>
                    <a:pt x="4241184" y="576799"/>
                  </a:lnTo>
                  <a:lnTo>
                    <a:pt x="4322231" y="565692"/>
                  </a:lnTo>
                  <a:lnTo>
                    <a:pt x="4410268" y="555655"/>
                  </a:lnTo>
                  <a:lnTo>
                    <a:pt x="4504886" y="546606"/>
                  </a:lnTo>
                  <a:lnTo>
                    <a:pt x="4604960" y="538502"/>
                  </a:lnTo>
                  <a:lnTo>
                    <a:pt x="4708482" y="531331"/>
                  </a:lnTo>
                  <a:lnTo>
                    <a:pt x="4812491" y="525102"/>
                  </a:lnTo>
                  <a:lnTo>
                    <a:pt x="4913168" y="519838"/>
                  </a:lnTo>
                  <a:lnTo>
                    <a:pt x="5006176" y="515554"/>
                  </a:lnTo>
                  <a:lnTo>
                    <a:pt x="5087254" y="512237"/>
                  </a:lnTo>
                  <a:lnTo>
                    <a:pt x="5152965" y="509833"/>
                  </a:lnTo>
                  <a:lnTo>
                    <a:pt x="5201404" y="508240"/>
                  </a:lnTo>
                  <a:lnTo>
                    <a:pt x="5232674" y="507311"/>
                  </a:lnTo>
                  <a:lnTo>
                    <a:pt x="5248989" y="506871"/>
                  </a:lnTo>
                  <a:lnTo>
                    <a:pt x="5254493" y="506736"/>
                  </a:lnTo>
                  <a:lnTo>
                    <a:pt x="5254955" y="506725"/>
                  </a:lnTo>
                  <a:lnTo>
                    <a:pt x="6726343" y="506725"/>
                  </a:lnTo>
                  <a:lnTo>
                    <a:pt x="6727577" y="506713"/>
                  </a:lnTo>
                  <a:lnTo>
                    <a:pt x="6735679" y="506622"/>
                  </a:lnTo>
                  <a:lnTo>
                    <a:pt x="6756050" y="506372"/>
                  </a:lnTo>
                  <a:lnTo>
                    <a:pt x="6792344" y="505880"/>
                  </a:lnTo>
                  <a:lnTo>
                    <a:pt x="6846182" y="505071"/>
                  </a:lnTo>
                  <a:lnTo>
                    <a:pt x="6917039" y="503885"/>
                  </a:lnTo>
                  <a:lnTo>
                    <a:pt x="7002459" y="502282"/>
                  </a:lnTo>
                  <a:lnTo>
                    <a:pt x="7098636" y="500244"/>
                  </a:lnTo>
                  <a:lnTo>
                    <a:pt x="7201162" y="497770"/>
                  </a:lnTo>
                  <a:lnTo>
                    <a:pt x="7305764" y="494869"/>
                  </a:lnTo>
                  <a:lnTo>
                    <a:pt x="7408830" y="491550"/>
                  </a:lnTo>
                  <a:lnTo>
                    <a:pt x="7507674" y="487815"/>
                  </a:lnTo>
                  <a:lnTo>
                    <a:pt x="7600567" y="483653"/>
                  </a:lnTo>
                  <a:lnTo>
                    <a:pt x="7686629" y="479041"/>
                  </a:lnTo>
                  <a:lnTo>
                    <a:pt x="7765638" y="473935"/>
                  </a:lnTo>
                  <a:lnTo>
                    <a:pt x="7837851" y="468280"/>
                  </a:lnTo>
                  <a:lnTo>
                    <a:pt x="7903831" y="462003"/>
                  </a:lnTo>
                  <a:lnTo>
                    <a:pt x="7964322" y="455020"/>
                  </a:lnTo>
                  <a:lnTo>
                    <a:pt x="8020158" y="447240"/>
                  </a:lnTo>
                  <a:lnTo>
                    <a:pt x="8072189" y="438578"/>
                  </a:lnTo>
                  <a:lnTo>
                    <a:pt x="8121228" y="428963"/>
                  </a:lnTo>
                  <a:lnTo>
                    <a:pt x="8151487" y="422271"/>
                  </a:lnTo>
                  <a:lnTo>
                    <a:pt x="8206050" y="408696"/>
                  </a:lnTo>
                  <a:lnTo>
                    <a:pt x="8258851" y="393677"/>
                  </a:lnTo>
                  <a:lnTo>
                    <a:pt x="8310585" y="377192"/>
                  </a:lnTo>
                  <a:lnTo>
                    <a:pt x="8361753" y="359280"/>
                  </a:lnTo>
                  <a:lnTo>
                    <a:pt x="8412696" y="340037"/>
                  </a:lnTo>
                  <a:lnTo>
                    <a:pt x="8463625" y="319625"/>
                  </a:lnTo>
                  <a:lnTo>
                    <a:pt x="8514642" y="298268"/>
                  </a:lnTo>
                  <a:lnTo>
                    <a:pt x="8565768" y="276244"/>
                  </a:lnTo>
                  <a:lnTo>
                    <a:pt x="8616965" y="253872"/>
                  </a:lnTo>
                  <a:lnTo>
                    <a:pt x="8668162" y="231491"/>
                  </a:lnTo>
                  <a:lnTo>
                    <a:pt x="8719293" y="209444"/>
                  </a:lnTo>
                  <a:lnTo>
                    <a:pt x="8770315" y="188050"/>
                  </a:lnTo>
                  <a:lnTo>
                    <a:pt x="8821247" y="167590"/>
                  </a:lnTo>
                  <a:lnTo>
                    <a:pt x="8872185" y="148290"/>
                  </a:lnTo>
                  <a:lnTo>
                    <a:pt x="8923337" y="130315"/>
                  </a:lnTo>
                  <a:lnTo>
                    <a:pt x="8975036" y="113765"/>
                  </a:lnTo>
                  <a:lnTo>
                    <a:pt x="9027774" y="98678"/>
                  </a:lnTo>
                  <a:lnTo>
                    <a:pt x="9082240" y="85039"/>
                  </a:lnTo>
                  <a:lnTo>
                    <a:pt x="9084767" y="84454"/>
                  </a:lnTo>
                  <a:lnTo>
                    <a:pt x="9132273" y="74210"/>
                  </a:lnTo>
                  <a:lnTo>
                    <a:pt x="9182293" y="64942"/>
                  </a:lnTo>
                  <a:lnTo>
                    <a:pt x="9235589" y="56604"/>
                  </a:lnTo>
                  <a:lnTo>
                    <a:pt x="9292993" y="49120"/>
                  </a:lnTo>
                  <a:lnTo>
                    <a:pt x="9355355" y="42400"/>
                  </a:lnTo>
                  <a:lnTo>
                    <a:pt x="9423485" y="36354"/>
                  </a:lnTo>
                  <a:lnTo>
                    <a:pt x="9498078" y="30903"/>
                  </a:lnTo>
                  <a:lnTo>
                    <a:pt x="9579602" y="25980"/>
                  </a:lnTo>
                  <a:lnTo>
                    <a:pt x="9668163" y="21533"/>
                  </a:lnTo>
                  <a:lnTo>
                    <a:pt x="9763327" y="17526"/>
                  </a:lnTo>
                  <a:lnTo>
                    <a:pt x="9863928" y="13940"/>
                  </a:lnTo>
                  <a:lnTo>
                    <a:pt x="9967903" y="10769"/>
                  </a:lnTo>
                  <a:lnTo>
                    <a:pt x="10072221" y="8020"/>
                  </a:lnTo>
                  <a:lnTo>
                    <a:pt x="10172987" y="5702"/>
                  </a:lnTo>
                  <a:lnTo>
                    <a:pt x="10265807" y="3820"/>
                  </a:lnTo>
                  <a:lnTo>
                    <a:pt x="10346400" y="2369"/>
                  </a:lnTo>
                  <a:lnTo>
                    <a:pt x="10411359" y="1323"/>
                  </a:lnTo>
                  <a:lnTo>
                    <a:pt x="10458870" y="636"/>
                  </a:lnTo>
                  <a:lnTo>
                    <a:pt x="10489171" y="240"/>
                  </a:lnTo>
                  <a:lnTo>
                    <a:pt x="10504636" y="56"/>
                  </a:lnTo>
                  <a:lnTo>
                    <a:pt x="10509577" y="3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92" name="pl892"/>
            <p:cNvSpPr/>
            <p:nvPr/>
          </p:nvSpPr>
          <p:spPr>
            <a:xfrm>
              <a:off x="4799595" y="5748032"/>
              <a:ext cx="11981298" cy="1650945"/>
            </a:xfrm>
            <a:custGeom>
              <a:avLst/>
              <a:pathLst>
                <a:path w="11981298" h="1650945">
                  <a:moveTo>
                    <a:pt x="11981298" y="0"/>
                  </a:moveTo>
                  <a:lnTo>
                    <a:pt x="10509911" y="0"/>
                  </a:lnTo>
                  <a:lnTo>
                    <a:pt x="10508676" y="12"/>
                  </a:lnTo>
                  <a:lnTo>
                    <a:pt x="10500574" y="103"/>
                  </a:lnTo>
                  <a:lnTo>
                    <a:pt x="10480203" y="353"/>
                  </a:lnTo>
                  <a:lnTo>
                    <a:pt x="10443909" y="844"/>
                  </a:lnTo>
                  <a:lnTo>
                    <a:pt x="10390071" y="1653"/>
                  </a:lnTo>
                  <a:lnTo>
                    <a:pt x="10319215" y="2840"/>
                  </a:lnTo>
                  <a:lnTo>
                    <a:pt x="10233794" y="4443"/>
                  </a:lnTo>
                  <a:lnTo>
                    <a:pt x="10137618" y="6481"/>
                  </a:lnTo>
                  <a:lnTo>
                    <a:pt x="10035092" y="8955"/>
                  </a:lnTo>
                  <a:lnTo>
                    <a:pt x="9930489" y="11856"/>
                  </a:lnTo>
                  <a:lnTo>
                    <a:pt x="9827423" y="15175"/>
                  </a:lnTo>
                  <a:lnTo>
                    <a:pt x="9728579" y="18910"/>
                  </a:lnTo>
                  <a:lnTo>
                    <a:pt x="9635686" y="23072"/>
                  </a:lnTo>
                  <a:lnTo>
                    <a:pt x="9549625" y="27684"/>
                  </a:lnTo>
                  <a:lnTo>
                    <a:pt x="9470615" y="32789"/>
                  </a:lnTo>
                  <a:lnTo>
                    <a:pt x="9398402" y="38445"/>
                  </a:lnTo>
                  <a:lnTo>
                    <a:pt x="9332423" y="44722"/>
                  </a:lnTo>
                  <a:lnTo>
                    <a:pt x="9271931" y="51705"/>
                  </a:lnTo>
                  <a:lnTo>
                    <a:pt x="9216095" y="59484"/>
                  </a:lnTo>
                  <a:lnTo>
                    <a:pt x="9164064" y="68147"/>
                  </a:lnTo>
                  <a:lnTo>
                    <a:pt x="9115025" y="77762"/>
                  </a:lnTo>
                  <a:lnTo>
                    <a:pt x="9084767" y="84454"/>
                  </a:lnTo>
                  <a:lnTo>
                    <a:pt x="9030203" y="98028"/>
                  </a:lnTo>
                  <a:lnTo>
                    <a:pt x="8977402" y="113048"/>
                  </a:lnTo>
                  <a:lnTo>
                    <a:pt x="8925668" y="129532"/>
                  </a:lnTo>
                  <a:lnTo>
                    <a:pt x="8874500" y="147445"/>
                  </a:lnTo>
                  <a:lnTo>
                    <a:pt x="8823557" y="166687"/>
                  </a:lnTo>
                  <a:lnTo>
                    <a:pt x="8772629" y="187100"/>
                  </a:lnTo>
                  <a:lnTo>
                    <a:pt x="8721611" y="208457"/>
                  </a:lnTo>
                  <a:lnTo>
                    <a:pt x="8670485" y="230481"/>
                  </a:lnTo>
                  <a:lnTo>
                    <a:pt x="8619289" y="252853"/>
                  </a:lnTo>
                  <a:lnTo>
                    <a:pt x="8568091" y="275234"/>
                  </a:lnTo>
                  <a:lnTo>
                    <a:pt x="8516960" y="297281"/>
                  </a:lnTo>
                  <a:lnTo>
                    <a:pt x="8465938" y="318675"/>
                  </a:lnTo>
                  <a:lnTo>
                    <a:pt x="8415007" y="339135"/>
                  </a:lnTo>
                  <a:lnTo>
                    <a:pt x="8364068" y="358435"/>
                  </a:lnTo>
                  <a:lnTo>
                    <a:pt x="8312917" y="376410"/>
                  </a:lnTo>
                  <a:lnTo>
                    <a:pt x="8261218" y="392960"/>
                  </a:lnTo>
                  <a:lnTo>
                    <a:pt x="8208479" y="408046"/>
                  </a:lnTo>
                  <a:lnTo>
                    <a:pt x="8154013" y="421686"/>
                  </a:lnTo>
                  <a:lnTo>
                    <a:pt x="8151487" y="422271"/>
                  </a:lnTo>
                  <a:lnTo>
                    <a:pt x="8103980" y="432515"/>
                  </a:lnTo>
                  <a:lnTo>
                    <a:pt x="8053960" y="441783"/>
                  </a:lnTo>
                  <a:lnTo>
                    <a:pt x="8000664" y="450121"/>
                  </a:lnTo>
                  <a:lnTo>
                    <a:pt x="7943261" y="457605"/>
                  </a:lnTo>
                  <a:lnTo>
                    <a:pt x="7880899" y="464325"/>
                  </a:lnTo>
                  <a:lnTo>
                    <a:pt x="7812768" y="470371"/>
                  </a:lnTo>
                  <a:lnTo>
                    <a:pt x="7738175" y="475822"/>
                  </a:lnTo>
                  <a:lnTo>
                    <a:pt x="7656651" y="480745"/>
                  </a:lnTo>
                  <a:lnTo>
                    <a:pt x="7568090" y="485192"/>
                  </a:lnTo>
                  <a:lnTo>
                    <a:pt x="7472926" y="489199"/>
                  </a:lnTo>
                  <a:lnTo>
                    <a:pt x="7372325" y="492785"/>
                  </a:lnTo>
                  <a:lnTo>
                    <a:pt x="7268350" y="495956"/>
                  </a:lnTo>
                  <a:lnTo>
                    <a:pt x="7164033" y="498705"/>
                  </a:lnTo>
                  <a:lnTo>
                    <a:pt x="7063267" y="501023"/>
                  </a:lnTo>
                  <a:lnTo>
                    <a:pt x="6970446" y="502905"/>
                  </a:lnTo>
                  <a:lnTo>
                    <a:pt x="6889853" y="504356"/>
                  </a:lnTo>
                  <a:lnTo>
                    <a:pt x="6824894" y="505402"/>
                  </a:lnTo>
                  <a:lnTo>
                    <a:pt x="6777383" y="506089"/>
                  </a:lnTo>
                  <a:lnTo>
                    <a:pt x="6747083" y="506485"/>
                  </a:lnTo>
                  <a:lnTo>
                    <a:pt x="6731617" y="506669"/>
                  </a:lnTo>
                  <a:lnTo>
                    <a:pt x="6726676" y="506722"/>
                  </a:lnTo>
                  <a:lnTo>
                    <a:pt x="6726343" y="506725"/>
                  </a:lnTo>
                  <a:lnTo>
                    <a:pt x="5254955" y="506725"/>
                  </a:lnTo>
                  <a:lnTo>
                    <a:pt x="5253733" y="506754"/>
                  </a:lnTo>
                  <a:lnTo>
                    <a:pt x="5245714" y="506956"/>
                  </a:lnTo>
                  <a:lnTo>
                    <a:pt x="5225544" y="507514"/>
                  </a:lnTo>
                  <a:lnTo>
                    <a:pt x="5189591" y="508613"/>
                  </a:lnTo>
                  <a:lnTo>
                    <a:pt x="5136225" y="510421"/>
                  </a:lnTo>
                  <a:lnTo>
                    <a:pt x="5065934" y="513072"/>
                  </a:lnTo>
                  <a:lnTo>
                    <a:pt x="4981112" y="516657"/>
                  </a:lnTo>
                  <a:lnTo>
                    <a:pt x="4885506" y="521216"/>
                  </a:lnTo>
                  <a:lnTo>
                    <a:pt x="4783469" y="526753"/>
                  </a:lnTo>
                  <a:lnTo>
                    <a:pt x="4679244" y="533248"/>
                  </a:lnTo>
                  <a:lnTo>
                    <a:pt x="4576432" y="540682"/>
                  </a:lnTo>
                  <a:lnTo>
                    <a:pt x="4477727" y="549048"/>
                  </a:lnTo>
                  <a:lnTo>
                    <a:pt x="4384876" y="558368"/>
                  </a:lnTo>
                  <a:lnTo>
                    <a:pt x="4298784" y="568696"/>
                  </a:lnTo>
                  <a:lnTo>
                    <a:pt x="4219696" y="580123"/>
                  </a:lnTo>
                  <a:lnTo>
                    <a:pt x="4147380" y="592775"/>
                  </a:lnTo>
                  <a:lnTo>
                    <a:pt x="4081290" y="606812"/>
                  </a:lnTo>
                  <a:lnTo>
                    <a:pt x="4020697" y="622420"/>
                  </a:lnTo>
                  <a:lnTo>
                    <a:pt x="3964781" y="639799"/>
                  </a:lnTo>
                  <a:lnTo>
                    <a:pt x="3912699" y="659147"/>
                  </a:lnTo>
                  <a:lnTo>
                    <a:pt x="3863643" y="680622"/>
                  </a:lnTo>
                  <a:lnTo>
                    <a:pt x="3829811" y="697429"/>
                  </a:lnTo>
                  <a:lnTo>
                    <a:pt x="3780212" y="725108"/>
                  </a:lnTo>
                  <a:lnTo>
                    <a:pt x="3732123" y="755468"/>
                  </a:lnTo>
                  <a:lnTo>
                    <a:pt x="3685004" y="788553"/>
                  </a:lnTo>
                  <a:lnTo>
                    <a:pt x="3638449" y="824325"/>
                  </a:lnTo>
                  <a:lnTo>
                    <a:pt x="3592168" y="862653"/>
                  </a:lnTo>
                  <a:lnTo>
                    <a:pt x="3545965" y="903311"/>
                  </a:lnTo>
                  <a:lnTo>
                    <a:pt x="3499726" y="945973"/>
                  </a:lnTo>
                  <a:lnTo>
                    <a:pt x="3453399" y="990222"/>
                  </a:lnTo>
                  <a:lnTo>
                    <a:pt x="3406988" y="1035565"/>
                  </a:lnTo>
                  <a:lnTo>
                    <a:pt x="3360526" y="1081452"/>
                  </a:lnTo>
                  <a:lnTo>
                    <a:pt x="3314068" y="1127305"/>
                  </a:lnTo>
                  <a:lnTo>
                    <a:pt x="3267665" y="1172550"/>
                  </a:lnTo>
                  <a:lnTo>
                    <a:pt x="3221349" y="1216642"/>
                  </a:lnTo>
                  <a:lnTo>
                    <a:pt x="3175117" y="1259096"/>
                  </a:lnTo>
                  <a:lnTo>
                    <a:pt x="3128913" y="1299503"/>
                  </a:lnTo>
                  <a:lnTo>
                    <a:pt x="3082612" y="1337550"/>
                  </a:lnTo>
                  <a:lnTo>
                    <a:pt x="3036009" y="1373020"/>
                  </a:lnTo>
                  <a:lnTo>
                    <a:pt x="2988802" y="1405795"/>
                  </a:lnTo>
                  <a:lnTo>
                    <a:pt x="2940573" y="1435847"/>
                  </a:lnTo>
                  <a:lnTo>
                    <a:pt x="2896531" y="1460242"/>
                  </a:lnTo>
                  <a:lnTo>
                    <a:pt x="2849198" y="1483294"/>
                  </a:lnTo>
                  <a:lnTo>
                    <a:pt x="2799370" y="1504160"/>
                  </a:lnTo>
                  <a:lnTo>
                    <a:pt x="2746297" y="1522938"/>
                  </a:lnTo>
                  <a:lnTo>
                    <a:pt x="2689154" y="1539800"/>
                  </a:lnTo>
                  <a:lnTo>
                    <a:pt x="2627099" y="1554947"/>
                  </a:lnTo>
                  <a:lnTo>
                    <a:pt x="2559330" y="1568578"/>
                  </a:lnTo>
                  <a:lnTo>
                    <a:pt x="2485158" y="1580871"/>
                  </a:lnTo>
                  <a:lnTo>
                    <a:pt x="2404112" y="1591978"/>
                  </a:lnTo>
                  <a:lnTo>
                    <a:pt x="2316074" y="1602016"/>
                  </a:lnTo>
                  <a:lnTo>
                    <a:pt x="2221456" y="1611064"/>
                  </a:lnTo>
                  <a:lnTo>
                    <a:pt x="2121383" y="1619168"/>
                  </a:lnTo>
                  <a:lnTo>
                    <a:pt x="2017861" y="1626340"/>
                  </a:lnTo>
                  <a:lnTo>
                    <a:pt x="1913851" y="1632569"/>
                  </a:lnTo>
                  <a:lnTo>
                    <a:pt x="1813174" y="1637832"/>
                  </a:lnTo>
                  <a:lnTo>
                    <a:pt x="1720166" y="1642117"/>
                  </a:lnTo>
                  <a:lnTo>
                    <a:pt x="1639088" y="1645433"/>
                  </a:lnTo>
                  <a:lnTo>
                    <a:pt x="1573377" y="1647837"/>
                  </a:lnTo>
                  <a:lnTo>
                    <a:pt x="1524938" y="1649431"/>
                  </a:lnTo>
                  <a:lnTo>
                    <a:pt x="1493668" y="1650360"/>
                  </a:lnTo>
                  <a:lnTo>
                    <a:pt x="1477353" y="1650799"/>
                  </a:lnTo>
                  <a:lnTo>
                    <a:pt x="1471849" y="1650935"/>
                  </a:lnTo>
                  <a:lnTo>
                    <a:pt x="1471387" y="1650945"/>
                  </a:lnTo>
                  <a:lnTo>
                    <a:pt x="0" y="165094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93" name="pg893"/>
            <p:cNvSpPr/>
            <p:nvPr/>
          </p:nvSpPr>
          <p:spPr>
            <a:xfrm>
              <a:off x="4799595" y="6336488"/>
              <a:ext cx="11981298" cy="1185084"/>
            </a:xfrm>
            <a:custGeom>
              <a:avLst/>
              <a:pathLst>
                <a:path w="11981298" h="1185084">
                  <a:moveTo>
                    <a:pt x="0" y="1078835"/>
                  </a:moveTo>
                  <a:lnTo>
                    <a:pt x="1471387" y="1078835"/>
                  </a:lnTo>
                  <a:lnTo>
                    <a:pt x="1472611" y="1078809"/>
                  </a:lnTo>
                  <a:lnTo>
                    <a:pt x="1480642" y="1078619"/>
                  </a:lnTo>
                  <a:lnTo>
                    <a:pt x="1500844" y="1078096"/>
                  </a:lnTo>
                  <a:lnTo>
                    <a:pt x="1536848" y="1077066"/>
                  </a:lnTo>
                  <a:lnTo>
                    <a:pt x="1590287" y="1075372"/>
                  </a:lnTo>
                  <a:lnTo>
                    <a:pt x="1660665" y="1072887"/>
                  </a:lnTo>
                  <a:lnTo>
                    <a:pt x="1745579" y="1069527"/>
                  </a:lnTo>
                  <a:lnTo>
                    <a:pt x="1841273" y="1065255"/>
                  </a:lnTo>
                  <a:lnTo>
                    <a:pt x="1943385" y="1060067"/>
                  </a:lnTo>
                  <a:lnTo>
                    <a:pt x="2047668" y="1053982"/>
                  </a:lnTo>
                  <a:lnTo>
                    <a:pt x="2150520" y="1047017"/>
                  </a:lnTo>
                  <a:lnTo>
                    <a:pt x="2249246" y="1039179"/>
                  </a:lnTo>
                  <a:lnTo>
                    <a:pt x="2342104" y="1030447"/>
                  </a:lnTo>
                  <a:lnTo>
                    <a:pt x="2428191" y="1020771"/>
                  </a:lnTo>
                  <a:lnTo>
                    <a:pt x="2507268" y="1010064"/>
                  </a:lnTo>
                  <a:lnTo>
                    <a:pt x="2579568" y="998208"/>
                  </a:lnTo>
                  <a:lnTo>
                    <a:pt x="2645641" y="985054"/>
                  </a:lnTo>
                  <a:lnTo>
                    <a:pt x="2706218" y="970427"/>
                  </a:lnTo>
                  <a:lnTo>
                    <a:pt x="2762122" y="954137"/>
                  </a:lnTo>
                  <a:lnTo>
                    <a:pt x="2814196" y="936003"/>
                  </a:lnTo>
                  <a:lnTo>
                    <a:pt x="2863249" y="915875"/>
                  </a:lnTo>
                  <a:lnTo>
                    <a:pt x="2896531" y="900391"/>
                  </a:lnTo>
                  <a:lnTo>
                    <a:pt x="2946757" y="874142"/>
                  </a:lnTo>
                  <a:lnTo>
                    <a:pt x="2995441" y="845318"/>
                  </a:lnTo>
                  <a:lnTo>
                    <a:pt x="3043143" y="813879"/>
                  </a:lnTo>
                  <a:lnTo>
                    <a:pt x="3090279" y="779865"/>
                  </a:lnTo>
                  <a:lnTo>
                    <a:pt x="3137146" y="743405"/>
                  </a:lnTo>
                  <a:lnTo>
                    <a:pt x="3183943" y="704726"/>
                  </a:lnTo>
                  <a:lnTo>
                    <a:pt x="3230784" y="664151"/>
                  </a:lnTo>
                  <a:lnTo>
                    <a:pt x="3277715" y="622093"/>
                  </a:lnTo>
                  <a:lnTo>
                    <a:pt x="3324731" y="579038"/>
                  </a:lnTo>
                  <a:lnTo>
                    <a:pt x="3371793" y="535524"/>
                  </a:lnTo>
                  <a:lnTo>
                    <a:pt x="3418844" y="492113"/>
                  </a:lnTo>
                  <a:lnTo>
                    <a:pt x="3465832" y="449363"/>
                  </a:lnTo>
                  <a:lnTo>
                    <a:pt x="3512729" y="407795"/>
                  </a:lnTo>
                  <a:lnTo>
                    <a:pt x="3559545" y="367872"/>
                  </a:lnTo>
                  <a:lnTo>
                    <a:pt x="3606350" y="329974"/>
                  </a:lnTo>
                  <a:lnTo>
                    <a:pt x="3653288" y="294388"/>
                  </a:lnTo>
                  <a:lnTo>
                    <a:pt x="3700591" y="261307"/>
                  </a:lnTo>
                  <a:lnTo>
                    <a:pt x="3748597" y="230826"/>
                  </a:lnTo>
                  <a:lnTo>
                    <a:pt x="3797772" y="202954"/>
                  </a:lnTo>
                  <a:lnTo>
                    <a:pt x="3829811" y="186616"/>
                  </a:lnTo>
                  <a:lnTo>
                    <a:pt x="3877171" y="165035"/>
                  </a:lnTo>
                  <a:lnTo>
                    <a:pt x="3927028" y="145501"/>
                  </a:lnTo>
                  <a:lnTo>
                    <a:pt x="3980135" y="127924"/>
                  </a:lnTo>
                  <a:lnTo>
                    <a:pt x="4037318" y="112140"/>
                  </a:lnTo>
                  <a:lnTo>
                    <a:pt x="4099420" y="97963"/>
                  </a:lnTo>
                  <a:lnTo>
                    <a:pt x="4167245" y="85205"/>
                  </a:lnTo>
                  <a:lnTo>
                    <a:pt x="4241481" y="73700"/>
                  </a:lnTo>
                  <a:lnTo>
                    <a:pt x="4322601" y="63305"/>
                  </a:lnTo>
                  <a:lnTo>
                    <a:pt x="4410719" y="53912"/>
                  </a:lnTo>
                  <a:lnTo>
                    <a:pt x="4505421" y="45446"/>
                  </a:lnTo>
                  <a:lnTo>
                    <a:pt x="4605576" y="37864"/>
                  </a:lnTo>
                  <a:lnTo>
                    <a:pt x="4709168" y="31155"/>
                  </a:lnTo>
                  <a:lnTo>
                    <a:pt x="4813225" y="25329"/>
                  </a:lnTo>
                  <a:lnTo>
                    <a:pt x="4913916" y="20408"/>
                  </a:lnTo>
                  <a:lnTo>
                    <a:pt x="5006897" y="16404"/>
                  </a:lnTo>
                  <a:lnTo>
                    <a:pt x="5087901" y="13307"/>
                  </a:lnTo>
                  <a:lnTo>
                    <a:pt x="5153497" y="11063"/>
                  </a:lnTo>
                  <a:lnTo>
                    <a:pt x="5201795" y="9578"/>
                  </a:lnTo>
                  <a:lnTo>
                    <a:pt x="5232915" y="8714"/>
                  </a:lnTo>
                  <a:lnTo>
                    <a:pt x="5249099" y="8306"/>
                  </a:lnTo>
                  <a:lnTo>
                    <a:pt x="5254514" y="8182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563" y="8202"/>
                  </a:lnTo>
                  <a:lnTo>
                    <a:pt x="6735577" y="8409"/>
                  </a:lnTo>
                  <a:lnTo>
                    <a:pt x="6755733" y="8983"/>
                  </a:lnTo>
                  <a:lnTo>
                    <a:pt x="6791661" y="10112"/>
                  </a:lnTo>
                  <a:lnTo>
                    <a:pt x="6844993" y="11970"/>
                  </a:lnTo>
                  <a:lnTo>
                    <a:pt x="6915245" y="14696"/>
                  </a:lnTo>
                  <a:lnTo>
                    <a:pt x="7000024" y="18381"/>
                  </a:lnTo>
                  <a:lnTo>
                    <a:pt x="7095589" y="23067"/>
                  </a:lnTo>
                  <a:lnTo>
                    <a:pt x="7197590" y="28758"/>
                  </a:lnTo>
                  <a:lnTo>
                    <a:pt x="7301789" y="35435"/>
                  </a:lnTo>
                  <a:lnTo>
                    <a:pt x="7404582" y="43076"/>
                  </a:lnTo>
                  <a:lnTo>
                    <a:pt x="7503277" y="51677"/>
                  </a:lnTo>
                  <a:lnTo>
                    <a:pt x="7596125" y="61257"/>
                  </a:lnTo>
                  <a:lnTo>
                    <a:pt x="7682219" y="71874"/>
                  </a:lnTo>
                  <a:lnTo>
                    <a:pt x="7761313" y="83620"/>
                  </a:lnTo>
                  <a:lnTo>
                    <a:pt x="7833636" y="96625"/>
                  </a:lnTo>
                  <a:lnTo>
                    <a:pt x="7899734" y="111053"/>
                  </a:lnTo>
                  <a:lnTo>
                    <a:pt x="7960334" y="127095"/>
                  </a:lnTo>
                  <a:lnTo>
                    <a:pt x="8016256" y="144957"/>
                  </a:lnTo>
                  <a:lnTo>
                    <a:pt x="8068341" y="164843"/>
                  </a:lnTo>
                  <a:lnTo>
                    <a:pt x="8117399" y="186913"/>
                  </a:lnTo>
                  <a:lnTo>
                    <a:pt x="8151487" y="204324"/>
                  </a:lnTo>
                  <a:lnTo>
                    <a:pt x="8200807" y="232624"/>
                  </a:lnTo>
                  <a:lnTo>
                    <a:pt x="8248630" y="263649"/>
                  </a:lnTo>
                  <a:lnTo>
                    <a:pt x="8295491" y="297445"/>
                  </a:lnTo>
                  <a:lnTo>
                    <a:pt x="8341787" y="333974"/>
                  </a:lnTo>
                  <a:lnTo>
                    <a:pt x="8387808" y="373107"/>
                  </a:lnTo>
                  <a:lnTo>
                    <a:pt x="8433747" y="414618"/>
                  </a:lnTo>
                  <a:lnTo>
                    <a:pt x="8479719" y="458179"/>
                  </a:lnTo>
                  <a:lnTo>
                    <a:pt x="8525776" y="503372"/>
                  </a:lnTo>
                  <a:lnTo>
                    <a:pt x="8571919" y="549702"/>
                  </a:lnTo>
                  <a:lnTo>
                    <a:pt x="8618113" y="596615"/>
                  </a:lnTo>
                  <a:lnTo>
                    <a:pt x="8664307" y="643528"/>
                  </a:lnTo>
                  <a:lnTo>
                    <a:pt x="8710450" y="689858"/>
                  </a:lnTo>
                  <a:lnTo>
                    <a:pt x="8756507" y="735052"/>
                  </a:lnTo>
                  <a:lnTo>
                    <a:pt x="8802480" y="778614"/>
                  </a:lnTo>
                  <a:lnTo>
                    <a:pt x="8848419" y="820126"/>
                  </a:lnTo>
                  <a:lnTo>
                    <a:pt x="8894439" y="859261"/>
                  </a:lnTo>
                  <a:lnTo>
                    <a:pt x="8940735" y="895791"/>
                  </a:lnTo>
                  <a:lnTo>
                    <a:pt x="8987595" y="929589"/>
                  </a:lnTo>
                  <a:lnTo>
                    <a:pt x="9035418" y="960615"/>
                  </a:lnTo>
                  <a:lnTo>
                    <a:pt x="9084767" y="988932"/>
                  </a:lnTo>
                  <a:lnTo>
                    <a:pt x="9132088" y="1012638"/>
                  </a:lnTo>
                  <a:lnTo>
                    <a:pt x="9181901" y="1034095"/>
                  </a:lnTo>
                  <a:lnTo>
                    <a:pt x="9234959" y="1053405"/>
                  </a:lnTo>
                  <a:lnTo>
                    <a:pt x="9292083" y="1070747"/>
                  </a:lnTo>
                  <a:lnTo>
                    <a:pt x="9354116" y="1086324"/>
                  </a:lnTo>
                  <a:lnTo>
                    <a:pt x="9421859" y="1100343"/>
                  </a:lnTo>
                  <a:lnTo>
                    <a:pt x="9496001" y="1112987"/>
                  </a:lnTo>
                  <a:lnTo>
                    <a:pt x="9577014" y="1124411"/>
                  </a:lnTo>
                  <a:lnTo>
                    <a:pt x="9665014" y="1134735"/>
                  </a:lnTo>
                  <a:lnTo>
                    <a:pt x="9759593" y="1144041"/>
                  </a:lnTo>
                  <a:lnTo>
                    <a:pt x="9859629" y="1152377"/>
                  </a:lnTo>
                  <a:lnTo>
                    <a:pt x="9963118" y="1159755"/>
                  </a:lnTo>
                  <a:lnTo>
                    <a:pt x="10067105" y="1166163"/>
                  </a:lnTo>
                  <a:lnTo>
                    <a:pt x="10167775" y="1171579"/>
                  </a:lnTo>
                  <a:lnTo>
                    <a:pt x="10260796" y="1175988"/>
                  </a:lnTo>
                  <a:lnTo>
                    <a:pt x="10341909" y="1179403"/>
                  </a:lnTo>
                  <a:lnTo>
                    <a:pt x="10407672" y="1181879"/>
                  </a:lnTo>
                  <a:lnTo>
                    <a:pt x="10456178" y="1183521"/>
                  </a:lnTo>
                  <a:lnTo>
                    <a:pt x="10487517" y="1184479"/>
                  </a:lnTo>
                  <a:lnTo>
                    <a:pt x="10503893" y="1184933"/>
                  </a:lnTo>
                  <a:lnTo>
                    <a:pt x="10509438" y="1185073"/>
                  </a:lnTo>
                  <a:lnTo>
                    <a:pt x="10509911" y="1185084"/>
                  </a:lnTo>
                  <a:lnTo>
                    <a:pt x="11981298" y="1185084"/>
                  </a:lnTo>
                  <a:lnTo>
                    <a:pt x="11981298" y="1176911"/>
                  </a:lnTo>
                  <a:lnTo>
                    <a:pt x="10509911" y="1176911"/>
                  </a:lnTo>
                  <a:lnTo>
                    <a:pt x="10508690" y="1176882"/>
                  </a:lnTo>
                  <a:lnTo>
                    <a:pt x="10500677" y="1176675"/>
                  </a:lnTo>
                  <a:lnTo>
                    <a:pt x="10480521" y="1176101"/>
                  </a:lnTo>
                  <a:lnTo>
                    <a:pt x="10444592" y="1174971"/>
                  </a:lnTo>
                  <a:lnTo>
                    <a:pt x="10391260" y="1173113"/>
                  </a:lnTo>
                  <a:lnTo>
                    <a:pt x="10321009" y="1170388"/>
                  </a:lnTo>
                  <a:lnTo>
                    <a:pt x="10236229" y="1166703"/>
                  </a:lnTo>
                  <a:lnTo>
                    <a:pt x="10140664" y="1162017"/>
                  </a:lnTo>
                  <a:lnTo>
                    <a:pt x="10038663" y="1156326"/>
                  </a:lnTo>
                  <a:lnTo>
                    <a:pt x="9934465" y="1149649"/>
                  </a:lnTo>
                  <a:lnTo>
                    <a:pt x="9831671" y="1142007"/>
                  </a:lnTo>
                  <a:lnTo>
                    <a:pt x="9732976" y="1133407"/>
                  </a:lnTo>
                  <a:lnTo>
                    <a:pt x="9640128" y="1123827"/>
                  </a:lnTo>
                  <a:lnTo>
                    <a:pt x="9554034" y="1113210"/>
                  </a:lnTo>
                  <a:lnTo>
                    <a:pt x="9474941" y="1101464"/>
                  </a:lnTo>
                  <a:lnTo>
                    <a:pt x="9402617" y="1088459"/>
                  </a:lnTo>
                  <a:lnTo>
                    <a:pt x="9336519" y="1074031"/>
                  </a:lnTo>
                  <a:lnTo>
                    <a:pt x="9275919" y="1057989"/>
                  </a:lnTo>
                  <a:lnTo>
                    <a:pt x="9219997" y="1040126"/>
                  </a:lnTo>
                  <a:lnTo>
                    <a:pt x="9167912" y="1020241"/>
                  </a:lnTo>
                  <a:lnTo>
                    <a:pt x="9118855" y="998171"/>
                  </a:lnTo>
                  <a:lnTo>
                    <a:pt x="9084767" y="980759"/>
                  </a:lnTo>
                  <a:lnTo>
                    <a:pt x="9035446" y="952460"/>
                  </a:lnTo>
                  <a:lnTo>
                    <a:pt x="8987623" y="921434"/>
                  </a:lnTo>
                  <a:lnTo>
                    <a:pt x="8940762" y="887639"/>
                  </a:lnTo>
                  <a:lnTo>
                    <a:pt x="8894466" y="851110"/>
                  </a:lnTo>
                  <a:lnTo>
                    <a:pt x="8848445" y="811976"/>
                  </a:lnTo>
                  <a:lnTo>
                    <a:pt x="8802507" y="770466"/>
                  </a:lnTo>
                  <a:lnTo>
                    <a:pt x="8756534" y="726905"/>
                  </a:lnTo>
                  <a:lnTo>
                    <a:pt x="8710477" y="681712"/>
                  </a:lnTo>
                  <a:lnTo>
                    <a:pt x="8664334" y="635382"/>
                  </a:lnTo>
                  <a:lnTo>
                    <a:pt x="8618140" y="588469"/>
                  </a:lnTo>
                  <a:lnTo>
                    <a:pt x="8571946" y="541556"/>
                  </a:lnTo>
                  <a:lnTo>
                    <a:pt x="8525803" y="495226"/>
                  </a:lnTo>
                  <a:lnTo>
                    <a:pt x="8479746" y="450031"/>
                  </a:lnTo>
                  <a:lnTo>
                    <a:pt x="8433773" y="406469"/>
                  </a:lnTo>
                  <a:lnTo>
                    <a:pt x="8387835" y="364958"/>
                  </a:lnTo>
                  <a:lnTo>
                    <a:pt x="8341814" y="325823"/>
                  </a:lnTo>
                  <a:lnTo>
                    <a:pt x="8295518" y="289292"/>
                  </a:lnTo>
                  <a:lnTo>
                    <a:pt x="8248658" y="255495"/>
                  </a:lnTo>
                  <a:lnTo>
                    <a:pt x="8200835" y="224468"/>
                  </a:lnTo>
                  <a:lnTo>
                    <a:pt x="8151487" y="196151"/>
                  </a:lnTo>
                  <a:lnTo>
                    <a:pt x="8104165" y="172446"/>
                  </a:lnTo>
                  <a:lnTo>
                    <a:pt x="8054352" y="150989"/>
                  </a:lnTo>
                  <a:lnTo>
                    <a:pt x="8001295" y="131678"/>
                  </a:lnTo>
                  <a:lnTo>
                    <a:pt x="7944170" y="114337"/>
                  </a:lnTo>
                  <a:lnTo>
                    <a:pt x="7882137" y="98759"/>
                  </a:lnTo>
                  <a:lnTo>
                    <a:pt x="7814394" y="84741"/>
                  </a:lnTo>
                  <a:lnTo>
                    <a:pt x="7740252" y="72097"/>
                  </a:lnTo>
                  <a:lnTo>
                    <a:pt x="7659239" y="60673"/>
                  </a:lnTo>
                  <a:lnTo>
                    <a:pt x="7571239" y="50349"/>
                  </a:lnTo>
                  <a:lnTo>
                    <a:pt x="7476660" y="41042"/>
                  </a:lnTo>
                  <a:lnTo>
                    <a:pt x="7376625" y="32707"/>
                  </a:lnTo>
                  <a:lnTo>
                    <a:pt x="7273135" y="25329"/>
                  </a:lnTo>
                  <a:lnTo>
                    <a:pt x="7169148" y="18921"/>
                  </a:lnTo>
                  <a:lnTo>
                    <a:pt x="7068478" y="13505"/>
                  </a:lnTo>
                  <a:lnTo>
                    <a:pt x="6975457" y="9095"/>
                  </a:lnTo>
                  <a:lnTo>
                    <a:pt x="6894344" y="5681"/>
                  </a:lnTo>
                  <a:lnTo>
                    <a:pt x="6828581" y="3205"/>
                  </a:lnTo>
                  <a:lnTo>
                    <a:pt x="6780075" y="1563"/>
                  </a:lnTo>
                  <a:lnTo>
                    <a:pt x="6748737" y="605"/>
                  </a:lnTo>
                  <a:lnTo>
                    <a:pt x="6732360" y="151"/>
                  </a:lnTo>
                  <a:lnTo>
                    <a:pt x="6726815" y="11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731" y="26"/>
                  </a:lnTo>
                  <a:lnTo>
                    <a:pt x="5245700" y="215"/>
                  </a:lnTo>
                  <a:lnTo>
                    <a:pt x="5225498" y="739"/>
                  </a:lnTo>
                  <a:lnTo>
                    <a:pt x="5189494" y="1769"/>
                  </a:lnTo>
                  <a:lnTo>
                    <a:pt x="5136055" y="3463"/>
                  </a:lnTo>
                  <a:lnTo>
                    <a:pt x="5065677" y="5948"/>
                  </a:lnTo>
                  <a:lnTo>
                    <a:pt x="4980763" y="9307"/>
                  </a:lnTo>
                  <a:lnTo>
                    <a:pt x="4885069" y="13580"/>
                  </a:lnTo>
                  <a:lnTo>
                    <a:pt x="4782957" y="18767"/>
                  </a:lnTo>
                  <a:lnTo>
                    <a:pt x="4678674" y="24853"/>
                  </a:lnTo>
                  <a:lnTo>
                    <a:pt x="4575822" y="31818"/>
                  </a:lnTo>
                  <a:lnTo>
                    <a:pt x="4477096" y="39656"/>
                  </a:lnTo>
                  <a:lnTo>
                    <a:pt x="4384238" y="48388"/>
                  </a:lnTo>
                  <a:lnTo>
                    <a:pt x="4298151" y="58064"/>
                  </a:lnTo>
                  <a:lnTo>
                    <a:pt x="4219075" y="68771"/>
                  </a:lnTo>
                  <a:lnTo>
                    <a:pt x="4146774" y="80626"/>
                  </a:lnTo>
                  <a:lnTo>
                    <a:pt x="4080701" y="93781"/>
                  </a:lnTo>
                  <a:lnTo>
                    <a:pt x="4020124" y="108408"/>
                  </a:lnTo>
                  <a:lnTo>
                    <a:pt x="3964220" y="124697"/>
                  </a:lnTo>
                  <a:lnTo>
                    <a:pt x="3912147" y="142832"/>
                  </a:lnTo>
                  <a:lnTo>
                    <a:pt x="3863093" y="162960"/>
                  </a:lnTo>
                  <a:lnTo>
                    <a:pt x="3829811" y="178443"/>
                  </a:lnTo>
                  <a:lnTo>
                    <a:pt x="3779585" y="204693"/>
                  </a:lnTo>
                  <a:lnTo>
                    <a:pt x="3730901" y="233516"/>
                  </a:lnTo>
                  <a:lnTo>
                    <a:pt x="3683199" y="264955"/>
                  </a:lnTo>
                  <a:lnTo>
                    <a:pt x="3636063" y="298970"/>
                  </a:lnTo>
                  <a:lnTo>
                    <a:pt x="3589196" y="335430"/>
                  </a:lnTo>
                  <a:lnTo>
                    <a:pt x="3542399" y="374109"/>
                  </a:lnTo>
                  <a:lnTo>
                    <a:pt x="3495558" y="414683"/>
                  </a:lnTo>
                  <a:lnTo>
                    <a:pt x="3448627" y="456741"/>
                  </a:lnTo>
                  <a:lnTo>
                    <a:pt x="3401611" y="499797"/>
                  </a:lnTo>
                  <a:lnTo>
                    <a:pt x="3354549" y="543311"/>
                  </a:lnTo>
                  <a:lnTo>
                    <a:pt x="3307498" y="586722"/>
                  </a:lnTo>
                  <a:lnTo>
                    <a:pt x="3260510" y="629472"/>
                  </a:lnTo>
                  <a:lnTo>
                    <a:pt x="3213613" y="671039"/>
                  </a:lnTo>
                  <a:lnTo>
                    <a:pt x="3166798" y="710963"/>
                  </a:lnTo>
                  <a:lnTo>
                    <a:pt x="3119992" y="748861"/>
                  </a:lnTo>
                  <a:lnTo>
                    <a:pt x="3073054" y="784447"/>
                  </a:lnTo>
                  <a:lnTo>
                    <a:pt x="3025751" y="817528"/>
                  </a:lnTo>
                  <a:lnTo>
                    <a:pt x="2977745" y="848009"/>
                  </a:lnTo>
                  <a:lnTo>
                    <a:pt x="2928570" y="875880"/>
                  </a:lnTo>
                  <a:lnTo>
                    <a:pt x="2896531" y="892218"/>
                  </a:lnTo>
                  <a:lnTo>
                    <a:pt x="2849171" y="913800"/>
                  </a:lnTo>
                  <a:lnTo>
                    <a:pt x="2799314" y="933334"/>
                  </a:lnTo>
                  <a:lnTo>
                    <a:pt x="2746207" y="950911"/>
                  </a:lnTo>
                  <a:lnTo>
                    <a:pt x="2689024" y="966695"/>
                  </a:lnTo>
                  <a:lnTo>
                    <a:pt x="2626922" y="980872"/>
                  </a:lnTo>
                  <a:lnTo>
                    <a:pt x="2559097" y="993630"/>
                  </a:lnTo>
                  <a:lnTo>
                    <a:pt x="2484861" y="1005135"/>
                  </a:lnTo>
                  <a:lnTo>
                    <a:pt x="2403741" y="1015530"/>
                  </a:lnTo>
                  <a:lnTo>
                    <a:pt x="2315623" y="1024922"/>
                  </a:lnTo>
                  <a:lnTo>
                    <a:pt x="2220921" y="1033389"/>
                  </a:lnTo>
                  <a:lnTo>
                    <a:pt x="2120766" y="1040971"/>
                  </a:lnTo>
                  <a:lnTo>
                    <a:pt x="2017174" y="1047680"/>
                  </a:lnTo>
                  <a:lnTo>
                    <a:pt x="1913117" y="1053505"/>
                  </a:lnTo>
                  <a:lnTo>
                    <a:pt x="1812426" y="1058427"/>
                  </a:lnTo>
                  <a:lnTo>
                    <a:pt x="1719445" y="1062430"/>
                  </a:lnTo>
                  <a:lnTo>
                    <a:pt x="1638441" y="1065528"/>
                  </a:lnTo>
                  <a:lnTo>
                    <a:pt x="1572845" y="1067771"/>
                  </a:lnTo>
                  <a:lnTo>
                    <a:pt x="1524547" y="1069257"/>
                  </a:lnTo>
                  <a:lnTo>
                    <a:pt x="1493427" y="1070121"/>
                  </a:lnTo>
                  <a:lnTo>
                    <a:pt x="1477243" y="1070529"/>
                  </a:lnTo>
                  <a:lnTo>
                    <a:pt x="1471828" y="1070653"/>
                  </a:lnTo>
                  <a:lnTo>
                    <a:pt x="1471387" y="1070662"/>
                  </a:lnTo>
                  <a:lnTo>
                    <a:pt x="0" y="1070662"/>
                  </a:lnTo>
                  <a:close/>
                </a:path>
              </a:pathLst>
            </a:custGeom>
            <a:solidFill>
              <a:srgbClr val="F28E5B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894" name="pl894"/>
            <p:cNvSpPr/>
            <p:nvPr/>
          </p:nvSpPr>
          <p:spPr>
            <a:xfrm>
              <a:off x="4799595" y="6344661"/>
              <a:ext cx="11981298" cy="1176911"/>
            </a:xfrm>
            <a:custGeom>
              <a:avLst/>
              <a:pathLst>
                <a:path w="11981298" h="1176911">
                  <a:moveTo>
                    <a:pt x="0" y="1070662"/>
                  </a:moveTo>
                  <a:lnTo>
                    <a:pt x="1471387" y="1070662"/>
                  </a:lnTo>
                  <a:lnTo>
                    <a:pt x="1472611" y="1070636"/>
                  </a:lnTo>
                  <a:lnTo>
                    <a:pt x="1480642" y="1070446"/>
                  </a:lnTo>
                  <a:lnTo>
                    <a:pt x="1500844" y="1069923"/>
                  </a:lnTo>
                  <a:lnTo>
                    <a:pt x="1536848" y="1068893"/>
                  </a:lnTo>
                  <a:lnTo>
                    <a:pt x="1590287" y="1067199"/>
                  </a:lnTo>
                  <a:lnTo>
                    <a:pt x="1660665" y="1064714"/>
                  </a:lnTo>
                  <a:lnTo>
                    <a:pt x="1745579" y="1061354"/>
                  </a:lnTo>
                  <a:lnTo>
                    <a:pt x="1841273" y="1057082"/>
                  </a:lnTo>
                  <a:lnTo>
                    <a:pt x="1943385" y="1051894"/>
                  </a:lnTo>
                  <a:lnTo>
                    <a:pt x="2047668" y="1045809"/>
                  </a:lnTo>
                  <a:lnTo>
                    <a:pt x="2150520" y="1038844"/>
                  </a:lnTo>
                  <a:lnTo>
                    <a:pt x="2249246" y="1031006"/>
                  </a:lnTo>
                  <a:lnTo>
                    <a:pt x="2342104" y="1022274"/>
                  </a:lnTo>
                  <a:lnTo>
                    <a:pt x="2428191" y="1012598"/>
                  </a:lnTo>
                  <a:lnTo>
                    <a:pt x="2507268" y="1001891"/>
                  </a:lnTo>
                  <a:lnTo>
                    <a:pt x="2579568" y="990035"/>
                  </a:lnTo>
                  <a:lnTo>
                    <a:pt x="2645641" y="976881"/>
                  </a:lnTo>
                  <a:lnTo>
                    <a:pt x="2706218" y="962254"/>
                  </a:lnTo>
                  <a:lnTo>
                    <a:pt x="2762122" y="945964"/>
                  </a:lnTo>
                  <a:lnTo>
                    <a:pt x="2814196" y="927830"/>
                  </a:lnTo>
                  <a:lnTo>
                    <a:pt x="2863249" y="907702"/>
                  </a:lnTo>
                  <a:lnTo>
                    <a:pt x="2896531" y="892218"/>
                  </a:lnTo>
                  <a:lnTo>
                    <a:pt x="2946757" y="865969"/>
                  </a:lnTo>
                  <a:lnTo>
                    <a:pt x="2995441" y="837145"/>
                  </a:lnTo>
                  <a:lnTo>
                    <a:pt x="3043143" y="805706"/>
                  </a:lnTo>
                  <a:lnTo>
                    <a:pt x="3090279" y="771692"/>
                  </a:lnTo>
                  <a:lnTo>
                    <a:pt x="3137146" y="735232"/>
                  </a:lnTo>
                  <a:lnTo>
                    <a:pt x="3183943" y="696553"/>
                  </a:lnTo>
                  <a:lnTo>
                    <a:pt x="3230784" y="655978"/>
                  </a:lnTo>
                  <a:lnTo>
                    <a:pt x="3277715" y="613920"/>
                  </a:lnTo>
                  <a:lnTo>
                    <a:pt x="3324731" y="570865"/>
                  </a:lnTo>
                  <a:lnTo>
                    <a:pt x="3371793" y="527351"/>
                  </a:lnTo>
                  <a:lnTo>
                    <a:pt x="3418844" y="483940"/>
                  </a:lnTo>
                  <a:lnTo>
                    <a:pt x="3465832" y="441190"/>
                  </a:lnTo>
                  <a:lnTo>
                    <a:pt x="3512729" y="399622"/>
                  </a:lnTo>
                  <a:lnTo>
                    <a:pt x="3559545" y="359699"/>
                  </a:lnTo>
                  <a:lnTo>
                    <a:pt x="3606350" y="321801"/>
                  </a:lnTo>
                  <a:lnTo>
                    <a:pt x="3653288" y="286215"/>
                  </a:lnTo>
                  <a:lnTo>
                    <a:pt x="3700591" y="253134"/>
                  </a:lnTo>
                  <a:lnTo>
                    <a:pt x="3748597" y="222653"/>
                  </a:lnTo>
                  <a:lnTo>
                    <a:pt x="3797772" y="194781"/>
                  </a:lnTo>
                  <a:lnTo>
                    <a:pt x="3829811" y="178443"/>
                  </a:lnTo>
                  <a:lnTo>
                    <a:pt x="3877171" y="156862"/>
                  </a:lnTo>
                  <a:lnTo>
                    <a:pt x="3927028" y="137328"/>
                  </a:lnTo>
                  <a:lnTo>
                    <a:pt x="3980135" y="119751"/>
                  </a:lnTo>
                  <a:lnTo>
                    <a:pt x="4037318" y="103967"/>
                  </a:lnTo>
                  <a:lnTo>
                    <a:pt x="4099420" y="89790"/>
                  </a:lnTo>
                  <a:lnTo>
                    <a:pt x="4167245" y="77032"/>
                  </a:lnTo>
                  <a:lnTo>
                    <a:pt x="4241481" y="65527"/>
                  </a:lnTo>
                  <a:lnTo>
                    <a:pt x="4322601" y="55132"/>
                  </a:lnTo>
                  <a:lnTo>
                    <a:pt x="4410719" y="45739"/>
                  </a:lnTo>
                  <a:lnTo>
                    <a:pt x="4505421" y="37273"/>
                  </a:lnTo>
                  <a:lnTo>
                    <a:pt x="4605576" y="29691"/>
                  </a:lnTo>
                  <a:lnTo>
                    <a:pt x="4709168" y="22982"/>
                  </a:lnTo>
                  <a:lnTo>
                    <a:pt x="4813225" y="17156"/>
                  </a:lnTo>
                  <a:lnTo>
                    <a:pt x="4913916" y="12235"/>
                  </a:lnTo>
                  <a:lnTo>
                    <a:pt x="5006897" y="8231"/>
                  </a:lnTo>
                  <a:lnTo>
                    <a:pt x="5087901" y="5134"/>
                  </a:lnTo>
                  <a:lnTo>
                    <a:pt x="5153497" y="2890"/>
                  </a:lnTo>
                  <a:lnTo>
                    <a:pt x="5201795" y="1405"/>
                  </a:lnTo>
                  <a:lnTo>
                    <a:pt x="5232915" y="541"/>
                  </a:lnTo>
                  <a:lnTo>
                    <a:pt x="5249099" y="133"/>
                  </a:lnTo>
                  <a:lnTo>
                    <a:pt x="5254514" y="9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563" y="29"/>
                  </a:lnTo>
                  <a:lnTo>
                    <a:pt x="6735577" y="236"/>
                  </a:lnTo>
                  <a:lnTo>
                    <a:pt x="6755733" y="810"/>
                  </a:lnTo>
                  <a:lnTo>
                    <a:pt x="6791661" y="1939"/>
                  </a:lnTo>
                  <a:lnTo>
                    <a:pt x="6844993" y="3797"/>
                  </a:lnTo>
                  <a:lnTo>
                    <a:pt x="6915245" y="6523"/>
                  </a:lnTo>
                  <a:lnTo>
                    <a:pt x="7000024" y="10208"/>
                  </a:lnTo>
                  <a:lnTo>
                    <a:pt x="7095589" y="14894"/>
                  </a:lnTo>
                  <a:lnTo>
                    <a:pt x="7197590" y="20585"/>
                  </a:lnTo>
                  <a:lnTo>
                    <a:pt x="7301789" y="27262"/>
                  </a:lnTo>
                  <a:lnTo>
                    <a:pt x="7404582" y="34903"/>
                  </a:lnTo>
                  <a:lnTo>
                    <a:pt x="7503277" y="43504"/>
                  </a:lnTo>
                  <a:lnTo>
                    <a:pt x="7596125" y="53084"/>
                  </a:lnTo>
                  <a:lnTo>
                    <a:pt x="7682219" y="63701"/>
                  </a:lnTo>
                  <a:lnTo>
                    <a:pt x="7761313" y="75447"/>
                  </a:lnTo>
                  <a:lnTo>
                    <a:pt x="7833636" y="88452"/>
                  </a:lnTo>
                  <a:lnTo>
                    <a:pt x="7899734" y="102880"/>
                  </a:lnTo>
                  <a:lnTo>
                    <a:pt x="7960334" y="118922"/>
                  </a:lnTo>
                  <a:lnTo>
                    <a:pt x="8016256" y="136784"/>
                  </a:lnTo>
                  <a:lnTo>
                    <a:pt x="8068341" y="156670"/>
                  </a:lnTo>
                  <a:lnTo>
                    <a:pt x="8117399" y="178740"/>
                  </a:lnTo>
                  <a:lnTo>
                    <a:pt x="8151487" y="196151"/>
                  </a:lnTo>
                  <a:lnTo>
                    <a:pt x="8200807" y="224451"/>
                  </a:lnTo>
                  <a:lnTo>
                    <a:pt x="8248630" y="255476"/>
                  </a:lnTo>
                  <a:lnTo>
                    <a:pt x="8295491" y="289272"/>
                  </a:lnTo>
                  <a:lnTo>
                    <a:pt x="8341787" y="325801"/>
                  </a:lnTo>
                  <a:lnTo>
                    <a:pt x="8387808" y="364934"/>
                  </a:lnTo>
                  <a:lnTo>
                    <a:pt x="8433747" y="406445"/>
                  </a:lnTo>
                  <a:lnTo>
                    <a:pt x="8479719" y="450006"/>
                  </a:lnTo>
                  <a:lnTo>
                    <a:pt x="8525776" y="495199"/>
                  </a:lnTo>
                  <a:lnTo>
                    <a:pt x="8571919" y="541529"/>
                  </a:lnTo>
                  <a:lnTo>
                    <a:pt x="8618113" y="588442"/>
                  </a:lnTo>
                  <a:lnTo>
                    <a:pt x="8664307" y="635355"/>
                  </a:lnTo>
                  <a:lnTo>
                    <a:pt x="8710450" y="681685"/>
                  </a:lnTo>
                  <a:lnTo>
                    <a:pt x="8756507" y="726879"/>
                  </a:lnTo>
                  <a:lnTo>
                    <a:pt x="8802480" y="770441"/>
                  </a:lnTo>
                  <a:lnTo>
                    <a:pt x="8848419" y="811953"/>
                  </a:lnTo>
                  <a:lnTo>
                    <a:pt x="8894439" y="851088"/>
                  </a:lnTo>
                  <a:lnTo>
                    <a:pt x="8940735" y="887618"/>
                  </a:lnTo>
                  <a:lnTo>
                    <a:pt x="8987595" y="921416"/>
                  </a:lnTo>
                  <a:lnTo>
                    <a:pt x="9035418" y="952442"/>
                  </a:lnTo>
                  <a:lnTo>
                    <a:pt x="9084737" y="980744"/>
                  </a:lnTo>
                  <a:lnTo>
                    <a:pt x="9084767" y="980759"/>
                  </a:lnTo>
                  <a:lnTo>
                    <a:pt x="9132088" y="1004465"/>
                  </a:lnTo>
                  <a:lnTo>
                    <a:pt x="9181901" y="1025922"/>
                  </a:lnTo>
                  <a:lnTo>
                    <a:pt x="9234959" y="1045232"/>
                  </a:lnTo>
                  <a:lnTo>
                    <a:pt x="9292083" y="1062574"/>
                  </a:lnTo>
                  <a:lnTo>
                    <a:pt x="9354116" y="1078151"/>
                  </a:lnTo>
                  <a:lnTo>
                    <a:pt x="9421859" y="1092170"/>
                  </a:lnTo>
                  <a:lnTo>
                    <a:pt x="9496001" y="1104814"/>
                  </a:lnTo>
                  <a:lnTo>
                    <a:pt x="9577014" y="1116238"/>
                  </a:lnTo>
                  <a:lnTo>
                    <a:pt x="9665014" y="1126562"/>
                  </a:lnTo>
                  <a:lnTo>
                    <a:pt x="9759593" y="1135868"/>
                  </a:lnTo>
                  <a:lnTo>
                    <a:pt x="9859629" y="1144204"/>
                  </a:lnTo>
                  <a:lnTo>
                    <a:pt x="9963118" y="1151582"/>
                  </a:lnTo>
                  <a:lnTo>
                    <a:pt x="10067105" y="1157990"/>
                  </a:lnTo>
                  <a:lnTo>
                    <a:pt x="10167775" y="1163406"/>
                  </a:lnTo>
                  <a:lnTo>
                    <a:pt x="10260796" y="1167815"/>
                  </a:lnTo>
                  <a:lnTo>
                    <a:pt x="10341909" y="1171230"/>
                  </a:lnTo>
                  <a:lnTo>
                    <a:pt x="10407672" y="1173706"/>
                  </a:lnTo>
                  <a:lnTo>
                    <a:pt x="10456178" y="1175348"/>
                  </a:lnTo>
                  <a:lnTo>
                    <a:pt x="10487517" y="1176306"/>
                  </a:lnTo>
                  <a:lnTo>
                    <a:pt x="10503893" y="1176760"/>
                  </a:lnTo>
                  <a:lnTo>
                    <a:pt x="10509438" y="1176900"/>
                  </a:lnTo>
                  <a:lnTo>
                    <a:pt x="10509911" y="1176911"/>
                  </a:lnTo>
                  <a:lnTo>
                    <a:pt x="11981298" y="117691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95" name="pl895"/>
            <p:cNvSpPr/>
            <p:nvPr/>
          </p:nvSpPr>
          <p:spPr>
            <a:xfrm>
              <a:off x="4799595" y="6336488"/>
              <a:ext cx="11981298" cy="1176911"/>
            </a:xfrm>
            <a:custGeom>
              <a:avLst/>
              <a:pathLst>
                <a:path w="11981298" h="1176911">
                  <a:moveTo>
                    <a:pt x="11981298" y="1176911"/>
                  </a:moveTo>
                  <a:lnTo>
                    <a:pt x="10509911" y="1176911"/>
                  </a:lnTo>
                  <a:lnTo>
                    <a:pt x="10508690" y="1176882"/>
                  </a:lnTo>
                  <a:lnTo>
                    <a:pt x="10500677" y="1176675"/>
                  </a:lnTo>
                  <a:lnTo>
                    <a:pt x="10480521" y="1176101"/>
                  </a:lnTo>
                  <a:lnTo>
                    <a:pt x="10444592" y="1174971"/>
                  </a:lnTo>
                  <a:lnTo>
                    <a:pt x="10391260" y="1173113"/>
                  </a:lnTo>
                  <a:lnTo>
                    <a:pt x="10321009" y="1170388"/>
                  </a:lnTo>
                  <a:lnTo>
                    <a:pt x="10236229" y="1166703"/>
                  </a:lnTo>
                  <a:lnTo>
                    <a:pt x="10140664" y="1162017"/>
                  </a:lnTo>
                  <a:lnTo>
                    <a:pt x="10038663" y="1156326"/>
                  </a:lnTo>
                  <a:lnTo>
                    <a:pt x="9934465" y="1149649"/>
                  </a:lnTo>
                  <a:lnTo>
                    <a:pt x="9831671" y="1142007"/>
                  </a:lnTo>
                  <a:lnTo>
                    <a:pt x="9732976" y="1133407"/>
                  </a:lnTo>
                  <a:lnTo>
                    <a:pt x="9640128" y="1123827"/>
                  </a:lnTo>
                  <a:lnTo>
                    <a:pt x="9554034" y="1113210"/>
                  </a:lnTo>
                  <a:lnTo>
                    <a:pt x="9474941" y="1101464"/>
                  </a:lnTo>
                  <a:lnTo>
                    <a:pt x="9402617" y="1088459"/>
                  </a:lnTo>
                  <a:lnTo>
                    <a:pt x="9336519" y="1074031"/>
                  </a:lnTo>
                  <a:lnTo>
                    <a:pt x="9275919" y="1057989"/>
                  </a:lnTo>
                  <a:lnTo>
                    <a:pt x="9219997" y="1040126"/>
                  </a:lnTo>
                  <a:lnTo>
                    <a:pt x="9167912" y="1020241"/>
                  </a:lnTo>
                  <a:lnTo>
                    <a:pt x="9118855" y="998171"/>
                  </a:lnTo>
                  <a:lnTo>
                    <a:pt x="9084767" y="980759"/>
                  </a:lnTo>
                  <a:lnTo>
                    <a:pt x="9035446" y="952460"/>
                  </a:lnTo>
                  <a:lnTo>
                    <a:pt x="8987623" y="921434"/>
                  </a:lnTo>
                  <a:lnTo>
                    <a:pt x="8940762" y="887639"/>
                  </a:lnTo>
                  <a:lnTo>
                    <a:pt x="8894466" y="851110"/>
                  </a:lnTo>
                  <a:lnTo>
                    <a:pt x="8848445" y="811976"/>
                  </a:lnTo>
                  <a:lnTo>
                    <a:pt x="8802507" y="770466"/>
                  </a:lnTo>
                  <a:lnTo>
                    <a:pt x="8756534" y="726905"/>
                  </a:lnTo>
                  <a:lnTo>
                    <a:pt x="8710477" y="681712"/>
                  </a:lnTo>
                  <a:lnTo>
                    <a:pt x="8664334" y="635382"/>
                  </a:lnTo>
                  <a:lnTo>
                    <a:pt x="8618140" y="588469"/>
                  </a:lnTo>
                  <a:lnTo>
                    <a:pt x="8571946" y="541556"/>
                  </a:lnTo>
                  <a:lnTo>
                    <a:pt x="8525803" y="495226"/>
                  </a:lnTo>
                  <a:lnTo>
                    <a:pt x="8479746" y="450031"/>
                  </a:lnTo>
                  <a:lnTo>
                    <a:pt x="8433773" y="406469"/>
                  </a:lnTo>
                  <a:lnTo>
                    <a:pt x="8387835" y="364958"/>
                  </a:lnTo>
                  <a:lnTo>
                    <a:pt x="8341814" y="325823"/>
                  </a:lnTo>
                  <a:lnTo>
                    <a:pt x="8295518" y="289292"/>
                  </a:lnTo>
                  <a:lnTo>
                    <a:pt x="8248658" y="255495"/>
                  </a:lnTo>
                  <a:lnTo>
                    <a:pt x="8200835" y="224468"/>
                  </a:lnTo>
                  <a:lnTo>
                    <a:pt x="8151516" y="196167"/>
                  </a:lnTo>
                  <a:lnTo>
                    <a:pt x="8151487" y="196151"/>
                  </a:lnTo>
                  <a:lnTo>
                    <a:pt x="8104165" y="172446"/>
                  </a:lnTo>
                  <a:lnTo>
                    <a:pt x="8054352" y="150989"/>
                  </a:lnTo>
                  <a:lnTo>
                    <a:pt x="8001295" y="131678"/>
                  </a:lnTo>
                  <a:lnTo>
                    <a:pt x="7944170" y="114337"/>
                  </a:lnTo>
                  <a:lnTo>
                    <a:pt x="7882137" y="98759"/>
                  </a:lnTo>
                  <a:lnTo>
                    <a:pt x="7814394" y="84741"/>
                  </a:lnTo>
                  <a:lnTo>
                    <a:pt x="7740252" y="72097"/>
                  </a:lnTo>
                  <a:lnTo>
                    <a:pt x="7659239" y="60673"/>
                  </a:lnTo>
                  <a:lnTo>
                    <a:pt x="7571239" y="50349"/>
                  </a:lnTo>
                  <a:lnTo>
                    <a:pt x="7476660" y="41042"/>
                  </a:lnTo>
                  <a:lnTo>
                    <a:pt x="7376625" y="32707"/>
                  </a:lnTo>
                  <a:lnTo>
                    <a:pt x="7273135" y="25329"/>
                  </a:lnTo>
                  <a:lnTo>
                    <a:pt x="7169148" y="18921"/>
                  </a:lnTo>
                  <a:lnTo>
                    <a:pt x="7068478" y="13505"/>
                  </a:lnTo>
                  <a:lnTo>
                    <a:pt x="6975457" y="9095"/>
                  </a:lnTo>
                  <a:lnTo>
                    <a:pt x="6894344" y="5681"/>
                  </a:lnTo>
                  <a:lnTo>
                    <a:pt x="6828581" y="3205"/>
                  </a:lnTo>
                  <a:lnTo>
                    <a:pt x="6780075" y="1563"/>
                  </a:lnTo>
                  <a:lnTo>
                    <a:pt x="6748737" y="605"/>
                  </a:lnTo>
                  <a:lnTo>
                    <a:pt x="6732360" y="151"/>
                  </a:lnTo>
                  <a:lnTo>
                    <a:pt x="6726815" y="11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731" y="26"/>
                  </a:lnTo>
                  <a:lnTo>
                    <a:pt x="5245700" y="215"/>
                  </a:lnTo>
                  <a:lnTo>
                    <a:pt x="5225498" y="739"/>
                  </a:lnTo>
                  <a:lnTo>
                    <a:pt x="5189494" y="1769"/>
                  </a:lnTo>
                  <a:lnTo>
                    <a:pt x="5136055" y="3463"/>
                  </a:lnTo>
                  <a:lnTo>
                    <a:pt x="5065677" y="5948"/>
                  </a:lnTo>
                  <a:lnTo>
                    <a:pt x="4980763" y="9307"/>
                  </a:lnTo>
                  <a:lnTo>
                    <a:pt x="4885069" y="13580"/>
                  </a:lnTo>
                  <a:lnTo>
                    <a:pt x="4782957" y="18767"/>
                  </a:lnTo>
                  <a:lnTo>
                    <a:pt x="4678674" y="24853"/>
                  </a:lnTo>
                  <a:lnTo>
                    <a:pt x="4575822" y="31818"/>
                  </a:lnTo>
                  <a:lnTo>
                    <a:pt x="4477096" y="39656"/>
                  </a:lnTo>
                  <a:lnTo>
                    <a:pt x="4384238" y="48388"/>
                  </a:lnTo>
                  <a:lnTo>
                    <a:pt x="4298151" y="58064"/>
                  </a:lnTo>
                  <a:lnTo>
                    <a:pt x="4219075" y="68771"/>
                  </a:lnTo>
                  <a:lnTo>
                    <a:pt x="4146774" y="80626"/>
                  </a:lnTo>
                  <a:lnTo>
                    <a:pt x="4080701" y="93781"/>
                  </a:lnTo>
                  <a:lnTo>
                    <a:pt x="4020124" y="108408"/>
                  </a:lnTo>
                  <a:lnTo>
                    <a:pt x="3964220" y="124697"/>
                  </a:lnTo>
                  <a:lnTo>
                    <a:pt x="3912147" y="142832"/>
                  </a:lnTo>
                  <a:lnTo>
                    <a:pt x="3863093" y="162960"/>
                  </a:lnTo>
                  <a:lnTo>
                    <a:pt x="3829811" y="178443"/>
                  </a:lnTo>
                  <a:lnTo>
                    <a:pt x="3779585" y="204693"/>
                  </a:lnTo>
                  <a:lnTo>
                    <a:pt x="3730901" y="233516"/>
                  </a:lnTo>
                  <a:lnTo>
                    <a:pt x="3683199" y="264955"/>
                  </a:lnTo>
                  <a:lnTo>
                    <a:pt x="3636063" y="298970"/>
                  </a:lnTo>
                  <a:lnTo>
                    <a:pt x="3589196" y="335430"/>
                  </a:lnTo>
                  <a:lnTo>
                    <a:pt x="3542399" y="374109"/>
                  </a:lnTo>
                  <a:lnTo>
                    <a:pt x="3495558" y="414683"/>
                  </a:lnTo>
                  <a:lnTo>
                    <a:pt x="3448627" y="456741"/>
                  </a:lnTo>
                  <a:lnTo>
                    <a:pt x="3401611" y="499797"/>
                  </a:lnTo>
                  <a:lnTo>
                    <a:pt x="3354549" y="543311"/>
                  </a:lnTo>
                  <a:lnTo>
                    <a:pt x="3307498" y="586722"/>
                  </a:lnTo>
                  <a:lnTo>
                    <a:pt x="3260510" y="629472"/>
                  </a:lnTo>
                  <a:lnTo>
                    <a:pt x="3213613" y="671039"/>
                  </a:lnTo>
                  <a:lnTo>
                    <a:pt x="3166798" y="710963"/>
                  </a:lnTo>
                  <a:lnTo>
                    <a:pt x="3119992" y="748861"/>
                  </a:lnTo>
                  <a:lnTo>
                    <a:pt x="3073054" y="784447"/>
                  </a:lnTo>
                  <a:lnTo>
                    <a:pt x="3025751" y="817528"/>
                  </a:lnTo>
                  <a:lnTo>
                    <a:pt x="2977745" y="848009"/>
                  </a:lnTo>
                  <a:lnTo>
                    <a:pt x="2928570" y="875880"/>
                  </a:lnTo>
                  <a:lnTo>
                    <a:pt x="2896531" y="892218"/>
                  </a:lnTo>
                  <a:lnTo>
                    <a:pt x="2849171" y="913800"/>
                  </a:lnTo>
                  <a:lnTo>
                    <a:pt x="2799314" y="933334"/>
                  </a:lnTo>
                  <a:lnTo>
                    <a:pt x="2746207" y="950911"/>
                  </a:lnTo>
                  <a:lnTo>
                    <a:pt x="2689024" y="966695"/>
                  </a:lnTo>
                  <a:lnTo>
                    <a:pt x="2626922" y="980872"/>
                  </a:lnTo>
                  <a:lnTo>
                    <a:pt x="2559097" y="993630"/>
                  </a:lnTo>
                  <a:lnTo>
                    <a:pt x="2484861" y="1005135"/>
                  </a:lnTo>
                  <a:lnTo>
                    <a:pt x="2403741" y="1015530"/>
                  </a:lnTo>
                  <a:lnTo>
                    <a:pt x="2315623" y="1024922"/>
                  </a:lnTo>
                  <a:lnTo>
                    <a:pt x="2220921" y="1033389"/>
                  </a:lnTo>
                  <a:lnTo>
                    <a:pt x="2120766" y="1040971"/>
                  </a:lnTo>
                  <a:lnTo>
                    <a:pt x="2017174" y="1047680"/>
                  </a:lnTo>
                  <a:lnTo>
                    <a:pt x="1913117" y="1053505"/>
                  </a:lnTo>
                  <a:lnTo>
                    <a:pt x="1812426" y="1058427"/>
                  </a:lnTo>
                  <a:lnTo>
                    <a:pt x="1719445" y="1062430"/>
                  </a:lnTo>
                  <a:lnTo>
                    <a:pt x="1638441" y="1065528"/>
                  </a:lnTo>
                  <a:lnTo>
                    <a:pt x="1572845" y="1067771"/>
                  </a:lnTo>
                  <a:lnTo>
                    <a:pt x="1524547" y="1069257"/>
                  </a:lnTo>
                  <a:lnTo>
                    <a:pt x="1493427" y="1070121"/>
                  </a:lnTo>
                  <a:lnTo>
                    <a:pt x="1477243" y="1070529"/>
                  </a:lnTo>
                  <a:lnTo>
                    <a:pt x="1471828" y="1070653"/>
                  </a:lnTo>
                  <a:lnTo>
                    <a:pt x="1471387" y="1070662"/>
                  </a:lnTo>
                  <a:lnTo>
                    <a:pt x="0" y="107066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96" name="pg896"/>
            <p:cNvSpPr/>
            <p:nvPr/>
          </p:nvSpPr>
          <p:spPr>
            <a:xfrm>
              <a:off x="4799595" y="2658638"/>
              <a:ext cx="11981298" cy="4895625"/>
            </a:xfrm>
            <a:custGeom>
              <a:avLst/>
              <a:pathLst>
                <a:path w="11981298" h="4895625">
                  <a:moveTo>
                    <a:pt x="0" y="4895625"/>
                  </a:moveTo>
                  <a:lnTo>
                    <a:pt x="1471387" y="4895625"/>
                  </a:lnTo>
                  <a:lnTo>
                    <a:pt x="1472625" y="4895621"/>
                  </a:lnTo>
                  <a:lnTo>
                    <a:pt x="1480744" y="4895592"/>
                  </a:lnTo>
                  <a:lnTo>
                    <a:pt x="1501160" y="4895511"/>
                  </a:lnTo>
                  <a:lnTo>
                    <a:pt x="1537530" y="4895352"/>
                  </a:lnTo>
                  <a:lnTo>
                    <a:pt x="1591473" y="4895091"/>
                  </a:lnTo>
                  <a:lnTo>
                    <a:pt x="1662454" y="4894707"/>
                  </a:lnTo>
                  <a:lnTo>
                    <a:pt x="1748007" y="4894189"/>
                  </a:lnTo>
                  <a:lnTo>
                    <a:pt x="1844309" y="4893530"/>
                  </a:lnTo>
                  <a:lnTo>
                    <a:pt x="1946943" y="4892731"/>
                  </a:lnTo>
                  <a:lnTo>
                    <a:pt x="2051628" y="4891793"/>
                  </a:lnTo>
                  <a:lnTo>
                    <a:pt x="2154750" y="4890720"/>
                  </a:lnTo>
                  <a:lnTo>
                    <a:pt x="2253624" y="4889513"/>
                  </a:lnTo>
                  <a:lnTo>
                    <a:pt x="2346526" y="4888168"/>
                  </a:lnTo>
                  <a:lnTo>
                    <a:pt x="2432580" y="4886678"/>
                  </a:lnTo>
                  <a:lnTo>
                    <a:pt x="2511572" y="4885028"/>
                  </a:lnTo>
                  <a:lnTo>
                    <a:pt x="2583762" y="4883200"/>
                  </a:lnTo>
                  <a:lnTo>
                    <a:pt x="2649717" y="4881170"/>
                  </a:lnTo>
                  <a:lnTo>
                    <a:pt x="2710186" y="4878913"/>
                  </a:lnTo>
                  <a:lnTo>
                    <a:pt x="2766005" y="4876397"/>
                  </a:lnTo>
                  <a:lnTo>
                    <a:pt x="2818025" y="4873596"/>
                  </a:lnTo>
                  <a:lnTo>
                    <a:pt x="2867060" y="4870487"/>
                  </a:lnTo>
                  <a:lnTo>
                    <a:pt x="2896531" y="4868382"/>
                  </a:lnTo>
                  <a:lnTo>
                    <a:pt x="2952581" y="4863875"/>
                  </a:lnTo>
                  <a:lnTo>
                    <a:pt x="3006792" y="4858875"/>
                  </a:lnTo>
                  <a:lnTo>
                    <a:pt x="3059909" y="4853377"/>
                  </a:lnTo>
                  <a:lnTo>
                    <a:pt x="3112463" y="4847393"/>
                  </a:lnTo>
                  <a:lnTo>
                    <a:pt x="3164810" y="4840962"/>
                  </a:lnTo>
                  <a:lnTo>
                    <a:pt x="3217163" y="4834142"/>
                  </a:lnTo>
                  <a:lnTo>
                    <a:pt x="3269618" y="4827014"/>
                  </a:lnTo>
                  <a:lnTo>
                    <a:pt x="3322184" y="4819679"/>
                  </a:lnTo>
                  <a:lnTo>
                    <a:pt x="3374809" y="4812251"/>
                  </a:lnTo>
                  <a:lnTo>
                    <a:pt x="3427417" y="4804850"/>
                  </a:lnTo>
                  <a:lnTo>
                    <a:pt x="3479937" y="4797593"/>
                  </a:lnTo>
                  <a:lnTo>
                    <a:pt x="3532341" y="4790590"/>
                  </a:lnTo>
                  <a:lnTo>
                    <a:pt x="3584674" y="4783933"/>
                  </a:lnTo>
                  <a:lnTo>
                    <a:pt x="3637078" y="4777694"/>
                  </a:lnTo>
                  <a:lnTo>
                    <a:pt x="3689828" y="4771922"/>
                  </a:lnTo>
                  <a:lnTo>
                    <a:pt x="3743352" y="4766643"/>
                  </a:lnTo>
                  <a:lnTo>
                    <a:pt x="3798269" y="4761863"/>
                  </a:lnTo>
                  <a:lnTo>
                    <a:pt x="3829811" y="4759409"/>
                  </a:lnTo>
                  <a:lnTo>
                    <a:pt x="3877356" y="4756102"/>
                  </a:lnTo>
                  <a:lnTo>
                    <a:pt x="3927419" y="4753110"/>
                  </a:lnTo>
                  <a:lnTo>
                    <a:pt x="3980764" y="4750419"/>
                  </a:lnTo>
                  <a:lnTo>
                    <a:pt x="4038225" y="4748004"/>
                  </a:lnTo>
                  <a:lnTo>
                    <a:pt x="4100655" y="4745835"/>
                  </a:lnTo>
                  <a:lnTo>
                    <a:pt x="4168866" y="4743884"/>
                  </a:lnTo>
                  <a:lnTo>
                    <a:pt x="4243551" y="4742125"/>
                  </a:lnTo>
                  <a:lnTo>
                    <a:pt x="4325181" y="4740537"/>
                  </a:lnTo>
                  <a:lnTo>
                    <a:pt x="4413858" y="4739102"/>
                  </a:lnTo>
                  <a:lnTo>
                    <a:pt x="4509142" y="4737810"/>
                  </a:lnTo>
                  <a:lnTo>
                    <a:pt x="4609860" y="4736653"/>
                  </a:lnTo>
                  <a:lnTo>
                    <a:pt x="4713935" y="4735631"/>
                  </a:lnTo>
                  <a:lnTo>
                    <a:pt x="4818319" y="4734744"/>
                  </a:lnTo>
                  <a:lnTo>
                    <a:pt x="4919103" y="4733997"/>
                  </a:lnTo>
                  <a:lnTo>
                    <a:pt x="5011880" y="4733392"/>
                  </a:lnTo>
                  <a:lnTo>
                    <a:pt x="5092363" y="4732925"/>
                  </a:lnTo>
                  <a:lnTo>
                    <a:pt x="5157154" y="4732589"/>
                  </a:lnTo>
                  <a:lnTo>
                    <a:pt x="5204460" y="4732368"/>
                  </a:lnTo>
                  <a:lnTo>
                    <a:pt x="5234546" y="4732242"/>
                  </a:lnTo>
                  <a:lnTo>
                    <a:pt x="5249826" y="4732183"/>
                  </a:lnTo>
                  <a:lnTo>
                    <a:pt x="5254646" y="4732167"/>
                  </a:lnTo>
                  <a:lnTo>
                    <a:pt x="5254955" y="4732166"/>
                  </a:lnTo>
                  <a:lnTo>
                    <a:pt x="6726343" y="4732166"/>
                  </a:lnTo>
                  <a:lnTo>
                    <a:pt x="6727241" y="4732080"/>
                  </a:lnTo>
                  <a:lnTo>
                    <a:pt x="6733172" y="4731473"/>
                  </a:lnTo>
                  <a:lnTo>
                    <a:pt x="6748227" y="4729795"/>
                  </a:lnTo>
                  <a:lnTo>
                    <a:pt x="6775395" y="4726488"/>
                  </a:lnTo>
                  <a:lnTo>
                    <a:pt x="6816398" y="4721018"/>
                  </a:lnTo>
                  <a:lnTo>
                    <a:pt x="6871570" y="4712926"/>
                  </a:lnTo>
                  <a:lnTo>
                    <a:pt x="6939876" y="4701863"/>
                  </a:lnTo>
                  <a:lnTo>
                    <a:pt x="7019149" y="4687613"/>
                  </a:lnTo>
                  <a:lnTo>
                    <a:pt x="7106469" y="4670087"/>
                  </a:lnTo>
                  <a:lnTo>
                    <a:pt x="7198622" y="4649290"/>
                  </a:lnTo>
                  <a:lnTo>
                    <a:pt x="7292518" y="4625282"/>
                  </a:lnTo>
                  <a:lnTo>
                    <a:pt x="7385495" y="4598127"/>
                  </a:lnTo>
                  <a:lnTo>
                    <a:pt x="7475483" y="4567851"/>
                  </a:lnTo>
                  <a:lnTo>
                    <a:pt x="7561046" y="4534413"/>
                  </a:lnTo>
                  <a:lnTo>
                    <a:pt x="7641328" y="4497686"/>
                  </a:lnTo>
                  <a:lnTo>
                    <a:pt x="7715960" y="4457444"/>
                  </a:lnTo>
                  <a:lnTo>
                    <a:pt x="7784944" y="4413363"/>
                  </a:lnTo>
                  <a:lnTo>
                    <a:pt x="7848546" y="4365021"/>
                  </a:lnTo>
                  <a:lnTo>
                    <a:pt x="7907211" y="4311916"/>
                  </a:lnTo>
                  <a:lnTo>
                    <a:pt x="7961489" y="4253473"/>
                  </a:lnTo>
                  <a:lnTo>
                    <a:pt x="8011982" y="4189085"/>
                  </a:lnTo>
                  <a:lnTo>
                    <a:pt x="8059308" y="4118154"/>
                  </a:lnTo>
                  <a:lnTo>
                    <a:pt x="8104063" y="4040176"/>
                  </a:lnTo>
                  <a:lnTo>
                    <a:pt x="8146795" y="3954866"/>
                  </a:lnTo>
                  <a:lnTo>
                    <a:pt x="8151487" y="3944833"/>
                  </a:lnTo>
                  <a:lnTo>
                    <a:pt x="8181749" y="3876909"/>
                  </a:lnTo>
                  <a:lnTo>
                    <a:pt x="8211364" y="3804974"/>
                  </a:lnTo>
                  <a:lnTo>
                    <a:pt x="8240476" y="3728949"/>
                  </a:lnTo>
                  <a:lnTo>
                    <a:pt x="8269202" y="3648792"/>
                  </a:lnTo>
                  <a:lnTo>
                    <a:pt x="8297644" y="3564509"/>
                  </a:lnTo>
                  <a:lnTo>
                    <a:pt x="8325884" y="3476153"/>
                  </a:lnTo>
                  <a:lnTo>
                    <a:pt x="8353992" y="3383826"/>
                  </a:lnTo>
                  <a:lnTo>
                    <a:pt x="8382020" y="3287686"/>
                  </a:lnTo>
                  <a:lnTo>
                    <a:pt x="8410013" y="3187946"/>
                  </a:lnTo>
                  <a:lnTo>
                    <a:pt x="8438000" y="3084874"/>
                  </a:lnTo>
                  <a:lnTo>
                    <a:pt x="8466005" y="2978791"/>
                  </a:lnTo>
                  <a:lnTo>
                    <a:pt x="8494038" y="2870070"/>
                  </a:lnTo>
                  <a:lnTo>
                    <a:pt x="8522105" y="2759130"/>
                  </a:lnTo>
                  <a:lnTo>
                    <a:pt x="8550206" y="2646430"/>
                  </a:lnTo>
                  <a:lnTo>
                    <a:pt x="8578333" y="2532462"/>
                  </a:lnTo>
                  <a:lnTo>
                    <a:pt x="8606477" y="2417742"/>
                  </a:lnTo>
                  <a:lnTo>
                    <a:pt x="8634626" y="2302801"/>
                  </a:lnTo>
                  <a:lnTo>
                    <a:pt x="8662768" y="2188173"/>
                  </a:lnTo>
                  <a:lnTo>
                    <a:pt x="8690891" y="2074387"/>
                  </a:lnTo>
                  <a:lnTo>
                    <a:pt x="8718986" y="1961956"/>
                  </a:lnTo>
                  <a:lnTo>
                    <a:pt x="8747047" y="1851367"/>
                  </a:lnTo>
                  <a:lnTo>
                    <a:pt x="8775075" y="1743072"/>
                  </a:lnTo>
                  <a:lnTo>
                    <a:pt x="8803075" y="1637482"/>
                  </a:lnTo>
                  <a:lnTo>
                    <a:pt x="8831062" y="1534963"/>
                  </a:lnTo>
                  <a:lnTo>
                    <a:pt x="8859058" y="1435826"/>
                  </a:lnTo>
                  <a:lnTo>
                    <a:pt x="8887097" y="1340329"/>
                  </a:lnTo>
                  <a:lnTo>
                    <a:pt x="8915223" y="1248676"/>
                  </a:lnTo>
                  <a:lnTo>
                    <a:pt x="8943493" y="1161015"/>
                  </a:lnTo>
                  <a:lnTo>
                    <a:pt x="8971977" y="1077441"/>
                  </a:lnTo>
                  <a:lnTo>
                    <a:pt x="9000762" y="997998"/>
                  </a:lnTo>
                  <a:lnTo>
                    <a:pt x="9029952" y="922681"/>
                  </a:lnTo>
                  <a:lnTo>
                    <a:pt x="9059668" y="851444"/>
                  </a:lnTo>
                  <a:lnTo>
                    <a:pt x="9084767" y="795505"/>
                  </a:lnTo>
                  <a:lnTo>
                    <a:pt x="9127303" y="709370"/>
                  </a:lnTo>
                  <a:lnTo>
                    <a:pt x="9171805" y="630577"/>
                  </a:lnTo>
                  <a:lnTo>
                    <a:pt x="9218813" y="558878"/>
                  </a:lnTo>
                  <a:lnTo>
                    <a:pt x="9268920" y="493784"/>
                  </a:lnTo>
                  <a:lnTo>
                    <a:pt x="9322742" y="434705"/>
                  </a:lnTo>
                  <a:lnTo>
                    <a:pt x="9380886" y="381030"/>
                  </a:lnTo>
                  <a:lnTo>
                    <a:pt x="9443910" y="332180"/>
                  </a:lnTo>
                  <a:lnTo>
                    <a:pt x="9512272" y="287643"/>
                  </a:lnTo>
                  <a:lnTo>
                    <a:pt x="9586264" y="246988"/>
                  </a:lnTo>
                  <a:lnTo>
                    <a:pt x="9665923" y="209880"/>
                  </a:lnTo>
                  <a:lnTo>
                    <a:pt x="9750926" y="176081"/>
                  </a:lnTo>
                  <a:lnTo>
                    <a:pt x="9840478" y="145454"/>
                  </a:lnTo>
                  <a:lnTo>
                    <a:pt x="9933210" y="117948"/>
                  </a:lnTo>
                  <a:lnTo>
                    <a:pt x="10027126" y="93584"/>
                  </a:lnTo>
                  <a:lnTo>
                    <a:pt x="10119623" y="72423"/>
                  </a:lnTo>
                  <a:lnTo>
                    <a:pt x="10207646" y="54528"/>
                  </a:lnTo>
                  <a:lnTo>
                    <a:pt x="10287977" y="39913"/>
                  </a:lnTo>
                  <a:lnTo>
                    <a:pt x="10357640" y="28501"/>
                  </a:lnTo>
                  <a:lnTo>
                    <a:pt x="10414361" y="20090"/>
                  </a:lnTo>
                  <a:lnTo>
                    <a:pt x="10456964" y="14347"/>
                  </a:lnTo>
                  <a:lnTo>
                    <a:pt x="10485624" y="10823"/>
                  </a:lnTo>
                  <a:lnTo>
                    <a:pt x="10501911" y="8990"/>
                  </a:lnTo>
                  <a:lnTo>
                    <a:pt x="10508682" y="8290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9013" y="85"/>
                  </a:lnTo>
                  <a:lnTo>
                    <a:pt x="10503081" y="692"/>
                  </a:lnTo>
                  <a:lnTo>
                    <a:pt x="10488026" y="2370"/>
                  </a:lnTo>
                  <a:lnTo>
                    <a:pt x="10460859" y="5677"/>
                  </a:lnTo>
                  <a:lnTo>
                    <a:pt x="10419855" y="11147"/>
                  </a:lnTo>
                  <a:lnTo>
                    <a:pt x="10364684" y="19240"/>
                  </a:lnTo>
                  <a:lnTo>
                    <a:pt x="10296377" y="30302"/>
                  </a:lnTo>
                  <a:lnTo>
                    <a:pt x="10217104" y="44552"/>
                  </a:lnTo>
                  <a:lnTo>
                    <a:pt x="10129784" y="62078"/>
                  </a:lnTo>
                  <a:lnTo>
                    <a:pt x="10037631" y="82875"/>
                  </a:lnTo>
                  <a:lnTo>
                    <a:pt x="9943735" y="106883"/>
                  </a:lnTo>
                  <a:lnTo>
                    <a:pt x="9850759" y="134038"/>
                  </a:lnTo>
                  <a:lnTo>
                    <a:pt x="9760770" y="164314"/>
                  </a:lnTo>
                  <a:lnTo>
                    <a:pt x="9675208" y="197752"/>
                  </a:lnTo>
                  <a:lnTo>
                    <a:pt x="9594925" y="234479"/>
                  </a:lnTo>
                  <a:lnTo>
                    <a:pt x="9520293" y="274721"/>
                  </a:lnTo>
                  <a:lnTo>
                    <a:pt x="9451309" y="318802"/>
                  </a:lnTo>
                  <a:lnTo>
                    <a:pt x="9387707" y="367144"/>
                  </a:lnTo>
                  <a:lnTo>
                    <a:pt x="9329042" y="420249"/>
                  </a:lnTo>
                  <a:lnTo>
                    <a:pt x="9274764" y="478692"/>
                  </a:lnTo>
                  <a:lnTo>
                    <a:pt x="9224271" y="543080"/>
                  </a:lnTo>
                  <a:lnTo>
                    <a:pt x="9176946" y="614011"/>
                  </a:lnTo>
                  <a:lnTo>
                    <a:pt x="9132190" y="691989"/>
                  </a:lnTo>
                  <a:lnTo>
                    <a:pt x="9089458" y="777299"/>
                  </a:lnTo>
                  <a:lnTo>
                    <a:pt x="9084767" y="787332"/>
                  </a:lnTo>
                  <a:lnTo>
                    <a:pt x="9054505" y="855256"/>
                  </a:lnTo>
                  <a:lnTo>
                    <a:pt x="9024889" y="927191"/>
                  </a:lnTo>
                  <a:lnTo>
                    <a:pt x="8995777" y="1003216"/>
                  </a:lnTo>
                  <a:lnTo>
                    <a:pt x="8967051" y="1083373"/>
                  </a:lnTo>
                  <a:lnTo>
                    <a:pt x="8938609" y="1167656"/>
                  </a:lnTo>
                  <a:lnTo>
                    <a:pt x="8910369" y="1256012"/>
                  </a:lnTo>
                  <a:lnTo>
                    <a:pt x="8882262" y="1348339"/>
                  </a:lnTo>
                  <a:lnTo>
                    <a:pt x="8854233" y="1444479"/>
                  </a:lnTo>
                  <a:lnTo>
                    <a:pt x="8826240" y="1544219"/>
                  </a:lnTo>
                  <a:lnTo>
                    <a:pt x="8798253" y="1647291"/>
                  </a:lnTo>
                  <a:lnTo>
                    <a:pt x="8770249" y="1753374"/>
                  </a:lnTo>
                  <a:lnTo>
                    <a:pt x="8742215" y="1862095"/>
                  </a:lnTo>
                  <a:lnTo>
                    <a:pt x="8714148" y="1973035"/>
                  </a:lnTo>
                  <a:lnTo>
                    <a:pt x="8686048" y="2085735"/>
                  </a:lnTo>
                  <a:lnTo>
                    <a:pt x="8657921" y="2199703"/>
                  </a:lnTo>
                  <a:lnTo>
                    <a:pt x="8629777" y="2314423"/>
                  </a:lnTo>
                  <a:lnTo>
                    <a:pt x="8601627" y="2429364"/>
                  </a:lnTo>
                  <a:lnTo>
                    <a:pt x="8573485" y="2543992"/>
                  </a:lnTo>
                  <a:lnTo>
                    <a:pt x="8545362" y="2657778"/>
                  </a:lnTo>
                  <a:lnTo>
                    <a:pt x="8517267" y="2770209"/>
                  </a:lnTo>
                  <a:lnTo>
                    <a:pt x="8489206" y="2880798"/>
                  </a:lnTo>
                  <a:lnTo>
                    <a:pt x="8461178" y="2989093"/>
                  </a:lnTo>
                  <a:lnTo>
                    <a:pt x="8433178" y="3094683"/>
                  </a:lnTo>
                  <a:lnTo>
                    <a:pt x="8405191" y="3197202"/>
                  </a:lnTo>
                  <a:lnTo>
                    <a:pt x="8377195" y="3296339"/>
                  </a:lnTo>
                  <a:lnTo>
                    <a:pt x="8349156" y="3391836"/>
                  </a:lnTo>
                  <a:lnTo>
                    <a:pt x="8321030" y="3483489"/>
                  </a:lnTo>
                  <a:lnTo>
                    <a:pt x="8292760" y="3571150"/>
                  </a:lnTo>
                  <a:lnTo>
                    <a:pt x="8264276" y="3654724"/>
                  </a:lnTo>
                  <a:lnTo>
                    <a:pt x="8235491" y="3734167"/>
                  </a:lnTo>
                  <a:lnTo>
                    <a:pt x="8206302" y="3809484"/>
                  </a:lnTo>
                  <a:lnTo>
                    <a:pt x="8176585" y="3880721"/>
                  </a:lnTo>
                  <a:lnTo>
                    <a:pt x="8151487" y="3936660"/>
                  </a:lnTo>
                  <a:lnTo>
                    <a:pt x="8108950" y="4022796"/>
                  </a:lnTo>
                  <a:lnTo>
                    <a:pt x="8064448" y="4101588"/>
                  </a:lnTo>
                  <a:lnTo>
                    <a:pt x="8017440" y="4173287"/>
                  </a:lnTo>
                  <a:lnTo>
                    <a:pt x="7967333" y="4238381"/>
                  </a:lnTo>
                  <a:lnTo>
                    <a:pt x="7913511" y="4297460"/>
                  </a:lnTo>
                  <a:lnTo>
                    <a:pt x="7855367" y="4351135"/>
                  </a:lnTo>
                  <a:lnTo>
                    <a:pt x="7792343" y="4399985"/>
                  </a:lnTo>
                  <a:lnTo>
                    <a:pt x="7723981" y="4444522"/>
                  </a:lnTo>
                  <a:lnTo>
                    <a:pt x="7649989" y="4485177"/>
                  </a:lnTo>
                  <a:lnTo>
                    <a:pt x="7570330" y="4522285"/>
                  </a:lnTo>
                  <a:lnTo>
                    <a:pt x="7485327" y="4556084"/>
                  </a:lnTo>
                  <a:lnTo>
                    <a:pt x="7395775" y="4586711"/>
                  </a:lnTo>
                  <a:lnTo>
                    <a:pt x="7303043" y="4614217"/>
                  </a:lnTo>
                  <a:lnTo>
                    <a:pt x="7209128" y="4638581"/>
                  </a:lnTo>
                  <a:lnTo>
                    <a:pt x="7116631" y="4659742"/>
                  </a:lnTo>
                  <a:lnTo>
                    <a:pt x="7028607" y="4677637"/>
                  </a:lnTo>
                  <a:lnTo>
                    <a:pt x="6948276" y="4692252"/>
                  </a:lnTo>
                  <a:lnTo>
                    <a:pt x="6878613" y="4703664"/>
                  </a:lnTo>
                  <a:lnTo>
                    <a:pt x="6821892" y="4712075"/>
                  </a:lnTo>
                  <a:lnTo>
                    <a:pt x="6779289" y="4717818"/>
                  </a:lnTo>
                  <a:lnTo>
                    <a:pt x="6750629" y="4721342"/>
                  </a:lnTo>
                  <a:lnTo>
                    <a:pt x="6734342" y="4723175"/>
                  </a:lnTo>
                  <a:lnTo>
                    <a:pt x="6727571" y="4723875"/>
                  </a:lnTo>
                  <a:lnTo>
                    <a:pt x="6726343" y="4723993"/>
                  </a:lnTo>
                  <a:lnTo>
                    <a:pt x="5254955" y="4723993"/>
                  </a:lnTo>
                  <a:lnTo>
                    <a:pt x="5253718" y="4723997"/>
                  </a:lnTo>
                  <a:lnTo>
                    <a:pt x="5245598" y="4724026"/>
                  </a:lnTo>
                  <a:lnTo>
                    <a:pt x="5225182" y="4724107"/>
                  </a:lnTo>
                  <a:lnTo>
                    <a:pt x="5188812" y="4724266"/>
                  </a:lnTo>
                  <a:lnTo>
                    <a:pt x="5134869" y="4724527"/>
                  </a:lnTo>
                  <a:lnTo>
                    <a:pt x="5063888" y="4724911"/>
                  </a:lnTo>
                  <a:lnTo>
                    <a:pt x="4978335" y="4725429"/>
                  </a:lnTo>
                  <a:lnTo>
                    <a:pt x="4882033" y="4726088"/>
                  </a:lnTo>
                  <a:lnTo>
                    <a:pt x="4779399" y="4726887"/>
                  </a:lnTo>
                  <a:lnTo>
                    <a:pt x="4674714" y="4727825"/>
                  </a:lnTo>
                  <a:lnTo>
                    <a:pt x="4571592" y="4728898"/>
                  </a:lnTo>
                  <a:lnTo>
                    <a:pt x="4472719" y="4730105"/>
                  </a:lnTo>
                  <a:lnTo>
                    <a:pt x="4379816" y="4731450"/>
                  </a:lnTo>
                  <a:lnTo>
                    <a:pt x="4293762" y="4732940"/>
                  </a:lnTo>
                  <a:lnTo>
                    <a:pt x="4214770" y="4734590"/>
                  </a:lnTo>
                  <a:lnTo>
                    <a:pt x="4142580" y="4736418"/>
                  </a:lnTo>
                  <a:lnTo>
                    <a:pt x="4076625" y="4738448"/>
                  </a:lnTo>
                  <a:lnTo>
                    <a:pt x="4016156" y="4740705"/>
                  </a:lnTo>
                  <a:lnTo>
                    <a:pt x="3960337" y="4743221"/>
                  </a:lnTo>
                  <a:lnTo>
                    <a:pt x="3908317" y="4746022"/>
                  </a:lnTo>
                  <a:lnTo>
                    <a:pt x="3859282" y="4749131"/>
                  </a:lnTo>
                  <a:lnTo>
                    <a:pt x="3829811" y="4751236"/>
                  </a:lnTo>
                  <a:lnTo>
                    <a:pt x="3773761" y="4755743"/>
                  </a:lnTo>
                  <a:lnTo>
                    <a:pt x="3719550" y="4760743"/>
                  </a:lnTo>
                  <a:lnTo>
                    <a:pt x="3666433" y="4766241"/>
                  </a:lnTo>
                  <a:lnTo>
                    <a:pt x="3613879" y="4772225"/>
                  </a:lnTo>
                  <a:lnTo>
                    <a:pt x="3561532" y="4778656"/>
                  </a:lnTo>
                  <a:lnTo>
                    <a:pt x="3509179" y="4785476"/>
                  </a:lnTo>
                  <a:lnTo>
                    <a:pt x="3456724" y="4792604"/>
                  </a:lnTo>
                  <a:lnTo>
                    <a:pt x="3404158" y="4799939"/>
                  </a:lnTo>
                  <a:lnTo>
                    <a:pt x="3351533" y="4807367"/>
                  </a:lnTo>
                  <a:lnTo>
                    <a:pt x="3298925" y="4814768"/>
                  </a:lnTo>
                  <a:lnTo>
                    <a:pt x="3246405" y="4822025"/>
                  </a:lnTo>
                  <a:lnTo>
                    <a:pt x="3194001" y="4829028"/>
                  </a:lnTo>
                  <a:lnTo>
                    <a:pt x="3141668" y="4835685"/>
                  </a:lnTo>
                  <a:lnTo>
                    <a:pt x="3089264" y="4841924"/>
                  </a:lnTo>
                  <a:lnTo>
                    <a:pt x="3036514" y="4847696"/>
                  </a:lnTo>
                  <a:lnTo>
                    <a:pt x="2982991" y="4852975"/>
                  </a:lnTo>
                  <a:lnTo>
                    <a:pt x="2928073" y="4857755"/>
                  </a:lnTo>
                  <a:lnTo>
                    <a:pt x="2896531" y="4860209"/>
                  </a:lnTo>
                  <a:lnTo>
                    <a:pt x="2848986" y="4863516"/>
                  </a:lnTo>
                  <a:lnTo>
                    <a:pt x="2798923" y="4866508"/>
                  </a:lnTo>
                  <a:lnTo>
                    <a:pt x="2745579" y="4869199"/>
                  </a:lnTo>
                  <a:lnTo>
                    <a:pt x="2688117" y="4871614"/>
                  </a:lnTo>
                  <a:lnTo>
                    <a:pt x="2625687" y="4873783"/>
                  </a:lnTo>
                  <a:lnTo>
                    <a:pt x="2557476" y="4875734"/>
                  </a:lnTo>
                  <a:lnTo>
                    <a:pt x="2482791" y="4877493"/>
                  </a:lnTo>
                  <a:lnTo>
                    <a:pt x="2401161" y="4879081"/>
                  </a:lnTo>
                  <a:lnTo>
                    <a:pt x="2312484" y="4880516"/>
                  </a:lnTo>
                  <a:lnTo>
                    <a:pt x="2217200" y="4881808"/>
                  </a:lnTo>
                  <a:lnTo>
                    <a:pt x="2116482" y="4882965"/>
                  </a:lnTo>
                  <a:lnTo>
                    <a:pt x="2012407" y="4883987"/>
                  </a:lnTo>
                  <a:lnTo>
                    <a:pt x="1908023" y="4884874"/>
                  </a:lnTo>
                  <a:lnTo>
                    <a:pt x="1807239" y="4885621"/>
                  </a:lnTo>
                  <a:lnTo>
                    <a:pt x="1714462" y="4886226"/>
                  </a:lnTo>
                  <a:lnTo>
                    <a:pt x="1633979" y="4886693"/>
                  </a:lnTo>
                  <a:lnTo>
                    <a:pt x="1569188" y="4887029"/>
                  </a:lnTo>
                  <a:lnTo>
                    <a:pt x="1521882" y="4887250"/>
                  </a:lnTo>
                  <a:lnTo>
                    <a:pt x="1491796" y="4887376"/>
                  </a:lnTo>
                  <a:lnTo>
                    <a:pt x="1476516" y="4887435"/>
                  </a:lnTo>
                  <a:lnTo>
                    <a:pt x="1471696" y="4887452"/>
                  </a:lnTo>
                  <a:lnTo>
                    <a:pt x="1471387" y="4887452"/>
                  </a:lnTo>
                  <a:lnTo>
                    <a:pt x="0" y="4887452"/>
                  </a:lnTo>
                  <a:close/>
                </a:path>
              </a:pathLst>
            </a:custGeom>
            <a:solidFill>
              <a:srgbClr val="F28E5B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897" name="pl897"/>
            <p:cNvSpPr/>
            <p:nvPr/>
          </p:nvSpPr>
          <p:spPr>
            <a:xfrm>
              <a:off x="4799595" y="2666811"/>
              <a:ext cx="11981298" cy="4887452"/>
            </a:xfrm>
            <a:custGeom>
              <a:avLst/>
              <a:pathLst>
                <a:path w="11981298" h="4887452">
                  <a:moveTo>
                    <a:pt x="0" y="4887452"/>
                  </a:moveTo>
                  <a:lnTo>
                    <a:pt x="1471387" y="4887452"/>
                  </a:lnTo>
                  <a:lnTo>
                    <a:pt x="1472625" y="4887448"/>
                  </a:lnTo>
                  <a:lnTo>
                    <a:pt x="1480744" y="4887419"/>
                  </a:lnTo>
                  <a:lnTo>
                    <a:pt x="1501160" y="4887338"/>
                  </a:lnTo>
                  <a:lnTo>
                    <a:pt x="1537530" y="4887179"/>
                  </a:lnTo>
                  <a:lnTo>
                    <a:pt x="1591473" y="4886918"/>
                  </a:lnTo>
                  <a:lnTo>
                    <a:pt x="1662454" y="4886534"/>
                  </a:lnTo>
                  <a:lnTo>
                    <a:pt x="1748007" y="4886016"/>
                  </a:lnTo>
                  <a:lnTo>
                    <a:pt x="1844309" y="4885357"/>
                  </a:lnTo>
                  <a:lnTo>
                    <a:pt x="1946943" y="4884558"/>
                  </a:lnTo>
                  <a:lnTo>
                    <a:pt x="2051628" y="4883620"/>
                  </a:lnTo>
                  <a:lnTo>
                    <a:pt x="2154750" y="4882547"/>
                  </a:lnTo>
                  <a:lnTo>
                    <a:pt x="2253624" y="4881340"/>
                  </a:lnTo>
                  <a:lnTo>
                    <a:pt x="2346526" y="4879995"/>
                  </a:lnTo>
                  <a:lnTo>
                    <a:pt x="2432580" y="4878505"/>
                  </a:lnTo>
                  <a:lnTo>
                    <a:pt x="2511572" y="4876855"/>
                  </a:lnTo>
                  <a:lnTo>
                    <a:pt x="2583762" y="4875027"/>
                  </a:lnTo>
                  <a:lnTo>
                    <a:pt x="2649717" y="4872997"/>
                  </a:lnTo>
                  <a:lnTo>
                    <a:pt x="2710186" y="4870740"/>
                  </a:lnTo>
                  <a:lnTo>
                    <a:pt x="2766005" y="4868224"/>
                  </a:lnTo>
                  <a:lnTo>
                    <a:pt x="2818025" y="4865423"/>
                  </a:lnTo>
                  <a:lnTo>
                    <a:pt x="2867060" y="4862314"/>
                  </a:lnTo>
                  <a:lnTo>
                    <a:pt x="2896531" y="4860209"/>
                  </a:lnTo>
                  <a:lnTo>
                    <a:pt x="2952581" y="4855702"/>
                  </a:lnTo>
                  <a:lnTo>
                    <a:pt x="3006792" y="4850702"/>
                  </a:lnTo>
                  <a:lnTo>
                    <a:pt x="3059909" y="4845204"/>
                  </a:lnTo>
                  <a:lnTo>
                    <a:pt x="3112463" y="4839220"/>
                  </a:lnTo>
                  <a:lnTo>
                    <a:pt x="3164810" y="4832789"/>
                  </a:lnTo>
                  <a:lnTo>
                    <a:pt x="3217163" y="4825969"/>
                  </a:lnTo>
                  <a:lnTo>
                    <a:pt x="3269618" y="4818841"/>
                  </a:lnTo>
                  <a:lnTo>
                    <a:pt x="3322184" y="4811506"/>
                  </a:lnTo>
                  <a:lnTo>
                    <a:pt x="3374809" y="4804078"/>
                  </a:lnTo>
                  <a:lnTo>
                    <a:pt x="3427417" y="4796677"/>
                  </a:lnTo>
                  <a:lnTo>
                    <a:pt x="3479937" y="4789420"/>
                  </a:lnTo>
                  <a:lnTo>
                    <a:pt x="3532341" y="4782417"/>
                  </a:lnTo>
                  <a:lnTo>
                    <a:pt x="3584674" y="4775760"/>
                  </a:lnTo>
                  <a:lnTo>
                    <a:pt x="3637078" y="4769521"/>
                  </a:lnTo>
                  <a:lnTo>
                    <a:pt x="3689828" y="4763749"/>
                  </a:lnTo>
                  <a:lnTo>
                    <a:pt x="3743352" y="4758470"/>
                  </a:lnTo>
                  <a:lnTo>
                    <a:pt x="3798269" y="4753690"/>
                  </a:lnTo>
                  <a:lnTo>
                    <a:pt x="3829811" y="4751236"/>
                  </a:lnTo>
                  <a:lnTo>
                    <a:pt x="3877356" y="4747929"/>
                  </a:lnTo>
                  <a:lnTo>
                    <a:pt x="3927419" y="4744937"/>
                  </a:lnTo>
                  <a:lnTo>
                    <a:pt x="3980764" y="4742246"/>
                  </a:lnTo>
                  <a:lnTo>
                    <a:pt x="4038225" y="4739831"/>
                  </a:lnTo>
                  <a:lnTo>
                    <a:pt x="4100655" y="4737662"/>
                  </a:lnTo>
                  <a:lnTo>
                    <a:pt x="4168866" y="4735711"/>
                  </a:lnTo>
                  <a:lnTo>
                    <a:pt x="4243551" y="4733952"/>
                  </a:lnTo>
                  <a:lnTo>
                    <a:pt x="4325181" y="4732364"/>
                  </a:lnTo>
                  <a:lnTo>
                    <a:pt x="4413858" y="4730929"/>
                  </a:lnTo>
                  <a:lnTo>
                    <a:pt x="4509142" y="4729637"/>
                  </a:lnTo>
                  <a:lnTo>
                    <a:pt x="4609860" y="4728480"/>
                  </a:lnTo>
                  <a:lnTo>
                    <a:pt x="4713935" y="4727458"/>
                  </a:lnTo>
                  <a:lnTo>
                    <a:pt x="4818319" y="4726571"/>
                  </a:lnTo>
                  <a:lnTo>
                    <a:pt x="4919103" y="4725824"/>
                  </a:lnTo>
                  <a:lnTo>
                    <a:pt x="5011880" y="4725219"/>
                  </a:lnTo>
                  <a:lnTo>
                    <a:pt x="5092363" y="4724752"/>
                  </a:lnTo>
                  <a:lnTo>
                    <a:pt x="5157154" y="4724416"/>
                  </a:lnTo>
                  <a:lnTo>
                    <a:pt x="5204460" y="4724195"/>
                  </a:lnTo>
                  <a:lnTo>
                    <a:pt x="5234546" y="4724069"/>
                  </a:lnTo>
                  <a:lnTo>
                    <a:pt x="5249826" y="4724010"/>
                  </a:lnTo>
                  <a:lnTo>
                    <a:pt x="5254646" y="4723994"/>
                  </a:lnTo>
                  <a:lnTo>
                    <a:pt x="5254955" y="4723993"/>
                  </a:lnTo>
                  <a:lnTo>
                    <a:pt x="6726343" y="4723993"/>
                  </a:lnTo>
                  <a:lnTo>
                    <a:pt x="6727241" y="4723907"/>
                  </a:lnTo>
                  <a:lnTo>
                    <a:pt x="6733172" y="4723300"/>
                  </a:lnTo>
                  <a:lnTo>
                    <a:pt x="6748227" y="4721622"/>
                  </a:lnTo>
                  <a:lnTo>
                    <a:pt x="6775395" y="4718315"/>
                  </a:lnTo>
                  <a:lnTo>
                    <a:pt x="6816398" y="4712845"/>
                  </a:lnTo>
                  <a:lnTo>
                    <a:pt x="6871570" y="4704753"/>
                  </a:lnTo>
                  <a:lnTo>
                    <a:pt x="6939876" y="4693690"/>
                  </a:lnTo>
                  <a:lnTo>
                    <a:pt x="7019149" y="4679440"/>
                  </a:lnTo>
                  <a:lnTo>
                    <a:pt x="7106469" y="4661914"/>
                  </a:lnTo>
                  <a:lnTo>
                    <a:pt x="7198622" y="4641117"/>
                  </a:lnTo>
                  <a:lnTo>
                    <a:pt x="7292518" y="4617109"/>
                  </a:lnTo>
                  <a:lnTo>
                    <a:pt x="7385495" y="4589954"/>
                  </a:lnTo>
                  <a:lnTo>
                    <a:pt x="7475483" y="4559678"/>
                  </a:lnTo>
                  <a:lnTo>
                    <a:pt x="7561046" y="4526240"/>
                  </a:lnTo>
                  <a:lnTo>
                    <a:pt x="7641328" y="4489513"/>
                  </a:lnTo>
                  <a:lnTo>
                    <a:pt x="7715960" y="4449271"/>
                  </a:lnTo>
                  <a:lnTo>
                    <a:pt x="7784944" y="4405190"/>
                  </a:lnTo>
                  <a:lnTo>
                    <a:pt x="7848546" y="4356848"/>
                  </a:lnTo>
                  <a:lnTo>
                    <a:pt x="7907211" y="4303743"/>
                  </a:lnTo>
                  <a:lnTo>
                    <a:pt x="7961489" y="4245300"/>
                  </a:lnTo>
                  <a:lnTo>
                    <a:pt x="8011982" y="4180912"/>
                  </a:lnTo>
                  <a:lnTo>
                    <a:pt x="8059308" y="4109981"/>
                  </a:lnTo>
                  <a:lnTo>
                    <a:pt x="8104063" y="4032003"/>
                  </a:lnTo>
                  <a:lnTo>
                    <a:pt x="8146795" y="3946693"/>
                  </a:lnTo>
                  <a:lnTo>
                    <a:pt x="8151487" y="3936660"/>
                  </a:lnTo>
                  <a:lnTo>
                    <a:pt x="8181749" y="3868736"/>
                  </a:lnTo>
                  <a:lnTo>
                    <a:pt x="8211364" y="3796801"/>
                  </a:lnTo>
                  <a:lnTo>
                    <a:pt x="8240476" y="3720776"/>
                  </a:lnTo>
                  <a:lnTo>
                    <a:pt x="8269202" y="3640619"/>
                  </a:lnTo>
                  <a:lnTo>
                    <a:pt x="8297644" y="3556336"/>
                  </a:lnTo>
                  <a:lnTo>
                    <a:pt x="8325884" y="3467980"/>
                  </a:lnTo>
                  <a:lnTo>
                    <a:pt x="8353992" y="3375653"/>
                  </a:lnTo>
                  <a:lnTo>
                    <a:pt x="8382020" y="3279513"/>
                  </a:lnTo>
                  <a:lnTo>
                    <a:pt x="8410013" y="3179773"/>
                  </a:lnTo>
                  <a:lnTo>
                    <a:pt x="8438000" y="3076701"/>
                  </a:lnTo>
                  <a:lnTo>
                    <a:pt x="8466005" y="2970618"/>
                  </a:lnTo>
                  <a:lnTo>
                    <a:pt x="8494038" y="2861897"/>
                  </a:lnTo>
                  <a:lnTo>
                    <a:pt x="8522105" y="2750957"/>
                  </a:lnTo>
                  <a:lnTo>
                    <a:pt x="8550206" y="2638257"/>
                  </a:lnTo>
                  <a:lnTo>
                    <a:pt x="8578333" y="2524289"/>
                  </a:lnTo>
                  <a:lnTo>
                    <a:pt x="8606477" y="2409569"/>
                  </a:lnTo>
                  <a:lnTo>
                    <a:pt x="8634626" y="2294628"/>
                  </a:lnTo>
                  <a:lnTo>
                    <a:pt x="8662768" y="2180000"/>
                  </a:lnTo>
                  <a:lnTo>
                    <a:pt x="8690891" y="2066214"/>
                  </a:lnTo>
                  <a:lnTo>
                    <a:pt x="8718986" y="1953783"/>
                  </a:lnTo>
                  <a:lnTo>
                    <a:pt x="8747047" y="1843194"/>
                  </a:lnTo>
                  <a:lnTo>
                    <a:pt x="8775075" y="1734899"/>
                  </a:lnTo>
                  <a:lnTo>
                    <a:pt x="8803075" y="1629309"/>
                  </a:lnTo>
                  <a:lnTo>
                    <a:pt x="8831062" y="1526790"/>
                  </a:lnTo>
                  <a:lnTo>
                    <a:pt x="8859058" y="1427653"/>
                  </a:lnTo>
                  <a:lnTo>
                    <a:pt x="8887097" y="1332156"/>
                  </a:lnTo>
                  <a:lnTo>
                    <a:pt x="8915223" y="1240503"/>
                  </a:lnTo>
                  <a:lnTo>
                    <a:pt x="8943493" y="1152842"/>
                  </a:lnTo>
                  <a:lnTo>
                    <a:pt x="8971977" y="1069268"/>
                  </a:lnTo>
                  <a:lnTo>
                    <a:pt x="9000762" y="989825"/>
                  </a:lnTo>
                  <a:lnTo>
                    <a:pt x="9029952" y="914508"/>
                  </a:lnTo>
                  <a:lnTo>
                    <a:pt x="9059668" y="843271"/>
                  </a:lnTo>
                  <a:lnTo>
                    <a:pt x="9084767" y="787332"/>
                  </a:lnTo>
                  <a:lnTo>
                    <a:pt x="9127303" y="701197"/>
                  </a:lnTo>
                  <a:lnTo>
                    <a:pt x="9171805" y="622404"/>
                  </a:lnTo>
                  <a:lnTo>
                    <a:pt x="9218813" y="550705"/>
                  </a:lnTo>
                  <a:lnTo>
                    <a:pt x="9268920" y="485611"/>
                  </a:lnTo>
                  <a:lnTo>
                    <a:pt x="9322742" y="426532"/>
                  </a:lnTo>
                  <a:lnTo>
                    <a:pt x="9380886" y="372857"/>
                  </a:lnTo>
                  <a:lnTo>
                    <a:pt x="9443910" y="324007"/>
                  </a:lnTo>
                  <a:lnTo>
                    <a:pt x="9512272" y="279470"/>
                  </a:lnTo>
                  <a:lnTo>
                    <a:pt x="9586264" y="238815"/>
                  </a:lnTo>
                  <a:lnTo>
                    <a:pt x="9665923" y="201707"/>
                  </a:lnTo>
                  <a:lnTo>
                    <a:pt x="9750926" y="167908"/>
                  </a:lnTo>
                  <a:lnTo>
                    <a:pt x="9840478" y="137281"/>
                  </a:lnTo>
                  <a:lnTo>
                    <a:pt x="9933210" y="109775"/>
                  </a:lnTo>
                  <a:lnTo>
                    <a:pt x="10027126" y="85411"/>
                  </a:lnTo>
                  <a:lnTo>
                    <a:pt x="10119623" y="64250"/>
                  </a:lnTo>
                  <a:lnTo>
                    <a:pt x="10207646" y="46355"/>
                  </a:lnTo>
                  <a:lnTo>
                    <a:pt x="10287977" y="31740"/>
                  </a:lnTo>
                  <a:lnTo>
                    <a:pt x="10357640" y="20328"/>
                  </a:lnTo>
                  <a:lnTo>
                    <a:pt x="10414361" y="11917"/>
                  </a:lnTo>
                  <a:lnTo>
                    <a:pt x="10456964" y="6174"/>
                  </a:lnTo>
                  <a:lnTo>
                    <a:pt x="10485624" y="2650"/>
                  </a:lnTo>
                  <a:lnTo>
                    <a:pt x="10501911" y="817"/>
                  </a:lnTo>
                  <a:lnTo>
                    <a:pt x="10508682" y="117"/>
                  </a:lnTo>
                  <a:lnTo>
                    <a:pt x="10509909" y="0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98" name="pl898"/>
            <p:cNvSpPr/>
            <p:nvPr/>
          </p:nvSpPr>
          <p:spPr>
            <a:xfrm>
              <a:off x="4799595" y="2658638"/>
              <a:ext cx="11981298" cy="4887452"/>
            </a:xfrm>
            <a:custGeom>
              <a:avLst/>
              <a:pathLst>
                <a:path w="11981298" h="4887452">
                  <a:moveTo>
                    <a:pt x="11981298" y="0"/>
                  </a:moveTo>
                  <a:lnTo>
                    <a:pt x="10509911" y="0"/>
                  </a:lnTo>
                  <a:lnTo>
                    <a:pt x="10509013" y="85"/>
                  </a:lnTo>
                  <a:lnTo>
                    <a:pt x="10503081" y="692"/>
                  </a:lnTo>
                  <a:lnTo>
                    <a:pt x="10488026" y="2370"/>
                  </a:lnTo>
                  <a:lnTo>
                    <a:pt x="10460859" y="5677"/>
                  </a:lnTo>
                  <a:lnTo>
                    <a:pt x="10419855" y="11147"/>
                  </a:lnTo>
                  <a:lnTo>
                    <a:pt x="10364684" y="19240"/>
                  </a:lnTo>
                  <a:lnTo>
                    <a:pt x="10296377" y="30302"/>
                  </a:lnTo>
                  <a:lnTo>
                    <a:pt x="10217104" y="44552"/>
                  </a:lnTo>
                  <a:lnTo>
                    <a:pt x="10129784" y="62078"/>
                  </a:lnTo>
                  <a:lnTo>
                    <a:pt x="10037631" y="82875"/>
                  </a:lnTo>
                  <a:lnTo>
                    <a:pt x="9943735" y="106883"/>
                  </a:lnTo>
                  <a:lnTo>
                    <a:pt x="9850759" y="134038"/>
                  </a:lnTo>
                  <a:lnTo>
                    <a:pt x="9760770" y="164314"/>
                  </a:lnTo>
                  <a:lnTo>
                    <a:pt x="9675208" y="197752"/>
                  </a:lnTo>
                  <a:lnTo>
                    <a:pt x="9594925" y="234479"/>
                  </a:lnTo>
                  <a:lnTo>
                    <a:pt x="9520293" y="274721"/>
                  </a:lnTo>
                  <a:lnTo>
                    <a:pt x="9451309" y="318802"/>
                  </a:lnTo>
                  <a:lnTo>
                    <a:pt x="9387707" y="367144"/>
                  </a:lnTo>
                  <a:lnTo>
                    <a:pt x="9329042" y="420249"/>
                  </a:lnTo>
                  <a:lnTo>
                    <a:pt x="9274764" y="478692"/>
                  </a:lnTo>
                  <a:lnTo>
                    <a:pt x="9224271" y="543080"/>
                  </a:lnTo>
                  <a:lnTo>
                    <a:pt x="9176946" y="614011"/>
                  </a:lnTo>
                  <a:lnTo>
                    <a:pt x="9132190" y="691989"/>
                  </a:lnTo>
                  <a:lnTo>
                    <a:pt x="9089458" y="777299"/>
                  </a:lnTo>
                  <a:lnTo>
                    <a:pt x="9084767" y="787332"/>
                  </a:lnTo>
                  <a:lnTo>
                    <a:pt x="9054505" y="855256"/>
                  </a:lnTo>
                  <a:lnTo>
                    <a:pt x="9024889" y="927191"/>
                  </a:lnTo>
                  <a:lnTo>
                    <a:pt x="8995777" y="1003216"/>
                  </a:lnTo>
                  <a:lnTo>
                    <a:pt x="8967051" y="1083373"/>
                  </a:lnTo>
                  <a:lnTo>
                    <a:pt x="8938609" y="1167656"/>
                  </a:lnTo>
                  <a:lnTo>
                    <a:pt x="8910369" y="1256012"/>
                  </a:lnTo>
                  <a:lnTo>
                    <a:pt x="8882262" y="1348339"/>
                  </a:lnTo>
                  <a:lnTo>
                    <a:pt x="8854233" y="1444479"/>
                  </a:lnTo>
                  <a:lnTo>
                    <a:pt x="8826240" y="1544219"/>
                  </a:lnTo>
                  <a:lnTo>
                    <a:pt x="8798253" y="1647291"/>
                  </a:lnTo>
                  <a:lnTo>
                    <a:pt x="8770249" y="1753374"/>
                  </a:lnTo>
                  <a:lnTo>
                    <a:pt x="8742215" y="1862095"/>
                  </a:lnTo>
                  <a:lnTo>
                    <a:pt x="8714148" y="1973035"/>
                  </a:lnTo>
                  <a:lnTo>
                    <a:pt x="8686048" y="2085735"/>
                  </a:lnTo>
                  <a:lnTo>
                    <a:pt x="8657921" y="2199703"/>
                  </a:lnTo>
                  <a:lnTo>
                    <a:pt x="8629777" y="2314423"/>
                  </a:lnTo>
                  <a:lnTo>
                    <a:pt x="8601627" y="2429364"/>
                  </a:lnTo>
                  <a:lnTo>
                    <a:pt x="8573485" y="2543992"/>
                  </a:lnTo>
                  <a:lnTo>
                    <a:pt x="8545362" y="2657778"/>
                  </a:lnTo>
                  <a:lnTo>
                    <a:pt x="8517267" y="2770209"/>
                  </a:lnTo>
                  <a:lnTo>
                    <a:pt x="8489206" y="2880798"/>
                  </a:lnTo>
                  <a:lnTo>
                    <a:pt x="8461178" y="2989093"/>
                  </a:lnTo>
                  <a:lnTo>
                    <a:pt x="8433178" y="3094683"/>
                  </a:lnTo>
                  <a:lnTo>
                    <a:pt x="8405191" y="3197202"/>
                  </a:lnTo>
                  <a:lnTo>
                    <a:pt x="8377195" y="3296339"/>
                  </a:lnTo>
                  <a:lnTo>
                    <a:pt x="8349156" y="3391836"/>
                  </a:lnTo>
                  <a:lnTo>
                    <a:pt x="8321030" y="3483489"/>
                  </a:lnTo>
                  <a:lnTo>
                    <a:pt x="8292760" y="3571150"/>
                  </a:lnTo>
                  <a:lnTo>
                    <a:pt x="8264276" y="3654724"/>
                  </a:lnTo>
                  <a:lnTo>
                    <a:pt x="8235491" y="3734167"/>
                  </a:lnTo>
                  <a:lnTo>
                    <a:pt x="8206302" y="3809484"/>
                  </a:lnTo>
                  <a:lnTo>
                    <a:pt x="8176585" y="3880721"/>
                  </a:lnTo>
                  <a:lnTo>
                    <a:pt x="8151487" y="3936660"/>
                  </a:lnTo>
                  <a:lnTo>
                    <a:pt x="8108950" y="4022796"/>
                  </a:lnTo>
                  <a:lnTo>
                    <a:pt x="8064448" y="4101588"/>
                  </a:lnTo>
                  <a:lnTo>
                    <a:pt x="8017440" y="4173287"/>
                  </a:lnTo>
                  <a:lnTo>
                    <a:pt x="7967333" y="4238381"/>
                  </a:lnTo>
                  <a:lnTo>
                    <a:pt x="7913511" y="4297460"/>
                  </a:lnTo>
                  <a:lnTo>
                    <a:pt x="7855367" y="4351135"/>
                  </a:lnTo>
                  <a:lnTo>
                    <a:pt x="7792343" y="4399985"/>
                  </a:lnTo>
                  <a:lnTo>
                    <a:pt x="7723981" y="4444522"/>
                  </a:lnTo>
                  <a:lnTo>
                    <a:pt x="7649989" y="4485177"/>
                  </a:lnTo>
                  <a:lnTo>
                    <a:pt x="7570330" y="4522285"/>
                  </a:lnTo>
                  <a:lnTo>
                    <a:pt x="7485327" y="4556084"/>
                  </a:lnTo>
                  <a:lnTo>
                    <a:pt x="7395775" y="4586711"/>
                  </a:lnTo>
                  <a:lnTo>
                    <a:pt x="7303043" y="4614217"/>
                  </a:lnTo>
                  <a:lnTo>
                    <a:pt x="7209128" y="4638581"/>
                  </a:lnTo>
                  <a:lnTo>
                    <a:pt x="7116631" y="4659742"/>
                  </a:lnTo>
                  <a:lnTo>
                    <a:pt x="7028607" y="4677637"/>
                  </a:lnTo>
                  <a:lnTo>
                    <a:pt x="6948276" y="4692252"/>
                  </a:lnTo>
                  <a:lnTo>
                    <a:pt x="6878613" y="4703664"/>
                  </a:lnTo>
                  <a:lnTo>
                    <a:pt x="6821892" y="4712075"/>
                  </a:lnTo>
                  <a:lnTo>
                    <a:pt x="6779289" y="4717818"/>
                  </a:lnTo>
                  <a:lnTo>
                    <a:pt x="6750629" y="4721342"/>
                  </a:lnTo>
                  <a:lnTo>
                    <a:pt x="6734342" y="4723175"/>
                  </a:lnTo>
                  <a:lnTo>
                    <a:pt x="6727571" y="4723875"/>
                  </a:lnTo>
                  <a:lnTo>
                    <a:pt x="6726344" y="4723992"/>
                  </a:lnTo>
                  <a:lnTo>
                    <a:pt x="6726343" y="4723993"/>
                  </a:lnTo>
                  <a:lnTo>
                    <a:pt x="5254955" y="4723993"/>
                  </a:lnTo>
                  <a:lnTo>
                    <a:pt x="5253718" y="4723997"/>
                  </a:lnTo>
                  <a:lnTo>
                    <a:pt x="5245598" y="4724026"/>
                  </a:lnTo>
                  <a:lnTo>
                    <a:pt x="5225182" y="4724107"/>
                  </a:lnTo>
                  <a:lnTo>
                    <a:pt x="5188812" y="4724266"/>
                  </a:lnTo>
                  <a:lnTo>
                    <a:pt x="5134869" y="4724527"/>
                  </a:lnTo>
                  <a:lnTo>
                    <a:pt x="5063888" y="4724911"/>
                  </a:lnTo>
                  <a:lnTo>
                    <a:pt x="4978335" y="4725429"/>
                  </a:lnTo>
                  <a:lnTo>
                    <a:pt x="4882033" y="4726088"/>
                  </a:lnTo>
                  <a:lnTo>
                    <a:pt x="4779399" y="4726887"/>
                  </a:lnTo>
                  <a:lnTo>
                    <a:pt x="4674714" y="4727825"/>
                  </a:lnTo>
                  <a:lnTo>
                    <a:pt x="4571592" y="4728898"/>
                  </a:lnTo>
                  <a:lnTo>
                    <a:pt x="4472719" y="4730105"/>
                  </a:lnTo>
                  <a:lnTo>
                    <a:pt x="4379816" y="4731450"/>
                  </a:lnTo>
                  <a:lnTo>
                    <a:pt x="4293762" y="4732940"/>
                  </a:lnTo>
                  <a:lnTo>
                    <a:pt x="4214770" y="4734590"/>
                  </a:lnTo>
                  <a:lnTo>
                    <a:pt x="4142580" y="4736418"/>
                  </a:lnTo>
                  <a:lnTo>
                    <a:pt x="4076625" y="4738448"/>
                  </a:lnTo>
                  <a:lnTo>
                    <a:pt x="4016156" y="4740705"/>
                  </a:lnTo>
                  <a:lnTo>
                    <a:pt x="3960337" y="4743221"/>
                  </a:lnTo>
                  <a:lnTo>
                    <a:pt x="3908317" y="4746022"/>
                  </a:lnTo>
                  <a:lnTo>
                    <a:pt x="3859282" y="4749131"/>
                  </a:lnTo>
                  <a:lnTo>
                    <a:pt x="3829811" y="4751236"/>
                  </a:lnTo>
                  <a:lnTo>
                    <a:pt x="3773761" y="4755743"/>
                  </a:lnTo>
                  <a:lnTo>
                    <a:pt x="3719550" y="4760743"/>
                  </a:lnTo>
                  <a:lnTo>
                    <a:pt x="3666433" y="4766241"/>
                  </a:lnTo>
                  <a:lnTo>
                    <a:pt x="3613879" y="4772225"/>
                  </a:lnTo>
                  <a:lnTo>
                    <a:pt x="3561532" y="4778656"/>
                  </a:lnTo>
                  <a:lnTo>
                    <a:pt x="3509179" y="4785476"/>
                  </a:lnTo>
                  <a:lnTo>
                    <a:pt x="3456724" y="4792604"/>
                  </a:lnTo>
                  <a:lnTo>
                    <a:pt x="3404158" y="4799939"/>
                  </a:lnTo>
                  <a:lnTo>
                    <a:pt x="3351533" y="4807367"/>
                  </a:lnTo>
                  <a:lnTo>
                    <a:pt x="3298925" y="4814768"/>
                  </a:lnTo>
                  <a:lnTo>
                    <a:pt x="3246405" y="4822025"/>
                  </a:lnTo>
                  <a:lnTo>
                    <a:pt x="3194001" y="4829028"/>
                  </a:lnTo>
                  <a:lnTo>
                    <a:pt x="3141668" y="4835685"/>
                  </a:lnTo>
                  <a:lnTo>
                    <a:pt x="3089264" y="4841924"/>
                  </a:lnTo>
                  <a:lnTo>
                    <a:pt x="3036514" y="4847696"/>
                  </a:lnTo>
                  <a:lnTo>
                    <a:pt x="2982991" y="4852975"/>
                  </a:lnTo>
                  <a:lnTo>
                    <a:pt x="2928073" y="4857755"/>
                  </a:lnTo>
                  <a:lnTo>
                    <a:pt x="2896531" y="4860209"/>
                  </a:lnTo>
                  <a:lnTo>
                    <a:pt x="2848986" y="4863516"/>
                  </a:lnTo>
                  <a:lnTo>
                    <a:pt x="2798923" y="4866508"/>
                  </a:lnTo>
                  <a:lnTo>
                    <a:pt x="2745579" y="4869199"/>
                  </a:lnTo>
                  <a:lnTo>
                    <a:pt x="2688117" y="4871614"/>
                  </a:lnTo>
                  <a:lnTo>
                    <a:pt x="2625687" y="4873783"/>
                  </a:lnTo>
                  <a:lnTo>
                    <a:pt x="2557476" y="4875734"/>
                  </a:lnTo>
                  <a:lnTo>
                    <a:pt x="2482791" y="4877493"/>
                  </a:lnTo>
                  <a:lnTo>
                    <a:pt x="2401161" y="4879081"/>
                  </a:lnTo>
                  <a:lnTo>
                    <a:pt x="2312484" y="4880516"/>
                  </a:lnTo>
                  <a:lnTo>
                    <a:pt x="2217200" y="4881808"/>
                  </a:lnTo>
                  <a:lnTo>
                    <a:pt x="2116482" y="4882965"/>
                  </a:lnTo>
                  <a:lnTo>
                    <a:pt x="2012407" y="4883987"/>
                  </a:lnTo>
                  <a:lnTo>
                    <a:pt x="1908023" y="4884874"/>
                  </a:lnTo>
                  <a:lnTo>
                    <a:pt x="1807239" y="4885621"/>
                  </a:lnTo>
                  <a:lnTo>
                    <a:pt x="1714462" y="4886226"/>
                  </a:lnTo>
                  <a:lnTo>
                    <a:pt x="1633979" y="4886693"/>
                  </a:lnTo>
                  <a:lnTo>
                    <a:pt x="1569188" y="4887029"/>
                  </a:lnTo>
                  <a:lnTo>
                    <a:pt x="1521882" y="4887250"/>
                  </a:lnTo>
                  <a:lnTo>
                    <a:pt x="1491796" y="4887376"/>
                  </a:lnTo>
                  <a:lnTo>
                    <a:pt x="1476516" y="4887435"/>
                  </a:lnTo>
                  <a:lnTo>
                    <a:pt x="1471696" y="4887452"/>
                  </a:lnTo>
                  <a:lnTo>
                    <a:pt x="1471387" y="4887452"/>
                  </a:lnTo>
                  <a:lnTo>
                    <a:pt x="0" y="488745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899" name="pg899"/>
            <p:cNvSpPr/>
            <p:nvPr/>
          </p:nvSpPr>
          <p:spPr>
            <a:xfrm>
              <a:off x="4799595" y="5494669"/>
              <a:ext cx="11981298" cy="2067768"/>
            </a:xfrm>
            <a:custGeom>
              <a:avLst/>
              <a:pathLst>
                <a:path w="11981298" h="2067768">
                  <a:moveTo>
                    <a:pt x="0" y="2067768"/>
                  </a:moveTo>
                  <a:lnTo>
                    <a:pt x="1471387" y="2067768"/>
                  </a:lnTo>
                  <a:lnTo>
                    <a:pt x="1472625" y="2067765"/>
                  </a:lnTo>
                  <a:lnTo>
                    <a:pt x="1480746" y="2067745"/>
                  </a:lnTo>
                  <a:lnTo>
                    <a:pt x="1501164" y="2067688"/>
                  </a:lnTo>
                  <a:lnTo>
                    <a:pt x="1537538" y="2067577"/>
                  </a:lnTo>
                  <a:lnTo>
                    <a:pt x="1591487" y="2067394"/>
                  </a:lnTo>
                  <a:lnTo>
                    <a:pt x="1662476" y="2067125"/>
                  </a:lnTo>
                  <a:lnTo>
                    <a:pt x="1748037" y="2066762"/>
                  </a:lnTo>
                  <a:lnTo>
                    <a:pt x="1844346" y="2066301"/>
                  </a:lnTo>
                  <a:lnTo>
                    <a:pt x="1946987" y="2065741"/>
                  </a:lnTo>
                  <a:lnTo>
                    <a:pt x="2051677" y="2065085"/>
                  </a:lnTo>
                  <a:lnTo>
                    <a:pt x="2154802" y="2064334"/>
                  </a:lnTo>
                  <a:lnTo>
                    <a:pt x="2253677" y="2063489"/>
                  </a:lnTo>
                  <a:lnTo>
                    <a:pt x="2346580" y="2062548"/>
                  </a:lnTo>
                  <a:lnTo>
                    <a:pt x="2432634" y="2061504"/>
                  </a:lnTo>
                  <a:lnTo>
                    <a:pt x="2511625" y="2060349"/>
                  </a:lnTo>
                  <a:lnTo>
                    <a:pt x="2583813" y="2059069"/>
                  </a:lnTo>
                  <a:lnTo>
                    <a:pt x="2649767" y="2057648"/>
                  </a:lnTo>
                  <a:lnTo>
                    <a:pt x="2710235" y="2056068"/>
                  </a:lnTo>
                  <a:lnTo>
                    <a:pt x="2766053" y="2054307"/>
                  </a:lnTo>
                  <a:lnTo>
                    <a:pt x="2818072" y="2052346"/>
                  </a:lnTo>
                  <a:lnTo>
                    <a:pt x="2867107" y="2050169"/>
                  </a:lnTo>
                  <a:lnTo>
                    <a:pt x="2896531" y="2048698"/>
                  </a:lnTo>
                  <a:lnTo>
                    <a:pt x="2952676" y="2045537"/>
                  </a:lnTo>
                  <a:lnTo>
                    <a:pt x="3006976" y="2042030"/>
                  </a:lnTo>
                  <a:lnTo>
                    <a:pt x="3060181" y="2038173"/>
                  </a:lnTo>
                  <a:lnTo>
                    <a:pt x="3112824" y="2033976"/>
                  </a:lnTo>
                  <a:lnTo>
                    <a:pt x="3165261" y="2029464"/>
                  </a:lnTo>
                  <a:lnTo>
                    <a:pt x="3217705" y="2024679"/>
                  </a:lnTo>
                  <a:lnTo>
                    <a:pt x="3270252" y="2019679"/>
                  </a:lnTo>
                  <a:lnTo>
                    <a:pt x="3322909" y="2014534"/>
                  </a:lnTo>
                  <a:lnTo>
                    <a:pt x="3375625" y="2009325"/>
                  </a:lnTo>
                  <a:lnTo>
                    <a:pt x="3428322" y="2004136"/>
                  </a:lnTo>
                  <a:lnTo>
                    <a:pt x="3480931" y="1999051"/>
                  </a:lnTo>
                  <a:lnTo>
                    <a:pt x="3533424" y="1994144"/>
                  </a:lnTo>
                  <a:lnTo>
                    <a:pt x="3585845" y="1989482"/>
                  </a:lnTo>
                  <a:lnTo>
                    <a:pt x="3638345" y="1985114"/>
                  </a:lnTo>
                  <a:lnTo>
                    <a:pt x="3691199" y="1981076"/>
                  </a:lnTo>
                  <a:lnTo>
                    <a:pt x="3744843" y="1977384"/>
                  </a:lnTo>
                  <a:lnTo>
                    <a:pt x="3799906" y="1974041"/>
                  </a:lnTo>
                  <a:lnTo>
                    <a:pt x="3829811" y="1972416"/>
                  </a:lnTo>
                  <a:lnTo>
                    <a:pt x="3877358" y="1970102"/>
                  </a:lnTo>
                  <a:lnTo>
                    <a:pt x="3927424" y="1968007"/>
                  </a:lnTo>
                  <a:lnTo>
                    <a:pt x="3980771" y="1966123"/>
                  </a:lnTo>
                  <a:lnTo>
                    <a:pt x="4038236" y="1964433"/>
                  </a:lnTo>
                  <a:lnTo>
                    <a:pt x="4100670" y="1962914"/>
                  </a:lnTo>
                  <a:lnTo>
                    <a:pt x="4168886" y="1961549"/>
                  </a:lnTo>
                  <a:lnTo>
                    <a:pt x="4243577" y="1960318"/>
                  </a:lnTo>
                  <a:lnTo>
                    <a:pt x="4325213" y="1959206"/>
                  </a:lnTo>
                  <a:lnTo>
                    <a:pt x="4413896" y="1958201"/>
                  </a:lnTo>
                  <a:lnTo>
                    <a:pt x="4509188" y="1957297"/>
                  </a:lnTo>
                  <a:lnTo>
                    <a:pt x="4609913" y="1956487"/>
                  </a:lnTo>
                  <a:lnTo>
                    <a:pt x="4713994" y="1955771"/>
                  </a:lnTo>
                  <a:lnTo>
                    <a:pt x="4818382" y="1955151"/>
                  </a:lnTo>
                  <a:lnTo>
                    <a:pt x="4919167" y="1954628"/>
                  </a:lnTo>
                  <a:lnTo>
                    <a:pt x="5011941" y="1954204"/>
                  </a:lnTo>
                  <a:lnTo>
                    <a:pt x="5092418" y="1953877"/>
                  </a:lnTo>
                  <a:lnTo>
                    <a:pt x="5157199" y="1953642"/>
                  </a:lnTo>
                  <a:lnTo>
                    <a:pt x="5204492" y="1953488"/>
                  </a:lnTo>
                  <a:lnTo>
                    <a:pt x="5234566" y="1953399"/>
                  </a:lnTo>
                  <a:lnTo>
                    <a:pt x="5249834" y="1953359"/>
                  </a:lnTo>
                  <a:lnTo>
                    <a:pt x="5254647" y="1953347"/>
                  </a:lnTo>
                  <a:lnTo>
                    <a:pt x="5254955" y="1953346"/>
                  </a:lnTo>
                  <a:lnTo>
                    <a:pt x="6726343" y="1953346"/>
                  </a:lnTo>
                  <a:lnTo>
                    <a:pt x="6727535" y="1953299"/>
                  </a:lnTo>
                  <a:lnTo>
                    <a:pt x="6735368" y="1952964"/>
                  </a:lnTo>
                  <a:lnTo>
                    <a:pt x="6755084" y="1952038"/>
                  </a:lnTo>
                  <a:lnTo>
                    <a:pt x="6790264" y="1950216"/>
                  </a:lnTo>
                  <a:lnTo>
                    <a:pt x="6842559" y="1947216"/>
                  </a:lnTo>
                  <a:lnTo>
                    <a:pt x="6911566" y="1942813"/>
                  </a:lnTo>
                  <a:lnTo>
                    <a:pt x="6995021" y="1936854"/>
                  </a:lnTo>
                  <a:lnTo>
                    <a:pt x="7089320" y="1929267"/>
                  </a:lnTo>
                  <a:lnTo>
                    <a:pt x="7190227" y="1920045"/>
                  </a:lnTo>
                  <a:lnTo>
                    <a:pt x="7293576" y="1909216"/>
                  </a:lnTo>
                  <a:lnTo>
                    <a:pt x="7395791" y="1896816"/>
                  </a:lnTo>
                  <a:lnTo>
                    <a:pt x="7494162" y="1882858"/>
                  </a:lnTo>
                  <a:lnTo>
                    <a:pt x="7586903" y="1867310"/>
                  </a:lnTo>
                  <a:lnTo>
                    <a:pt x="7673053" y="1850089"/>
                  </a:lnTo>
                  <a:lnTo>
                    <a:pt x="7752312" y="1831050"/>
                  </a:lnTo>
                  <a:lnTo>
                    <a:pt x="7824863" y="1809992"/>
                  </a:lnTo>
                  <a:lnTo>
                    <a:pt x="7891204" y="1786654"/>
                  </a:lnTo>
                  <a:lnTo>
                    <a:pt x="7952032" y="1760735"/>
                  </a:lnTo>
                  <a:lnTo>
                    <a:pt x="8008137" y="1731902"/>
                  </a:lnTo>
                  <a:lnTo>
                    <a:pt x="8060343" y="1699826"/>
                  </a:lnTo>
                  <a:lnTo>
                    <a:pt x="8109447" y="1664229"/>
                  </a:lnTo>
                  <a:lnTo>
                    <a:pt x="8151487" y="1629150"/>
                  </a:lnTo>
                  <a:lnTo>
                    <a:pt x="8194668" y="1588536"/>
                  </a:lnTo>
                  <a:lnTo>
                    <a:pt x="8236648" y="1544497"/>
                  </a:lnTo>
                  <a:lnTo>
                    <a:pt x="8277804" y="1496966"/>
                  </a:lnTo>
                  <a:lnTo>
                    <a:pt x="8318426" y="1445954"/>
                  </a:lnTo>
                  <a:lnTo>
                    <a:pt x="8358738" y="1391558"/>
                  </a:lnTo>
                  <a:lnTo>
                    <a:pt x="8398903" y="1333965"/>
                  </a:lnTo>
                  <a:lnTo>
                    <a:pt x="8439032" y="1273460"/>
                  </a:lnTo>
                  <a:lnTo>
                    <a:pt x="8479196" y="1210421"/>
                  </a:lnTo>
                  <a:lnTo>
                    <a:pt x="8519424" y="1145315"/>
                  </a:lnTo>
                  <a:lnTo>
                    <a:pt x="8559721" y="1078682"/>
                  </a:lnTo>
                  <a:lnTo>
                    <a:pt x="8600065" y="1011124"/>
                  </a:lnTo>
                  <a:lnTo>
                    <a:pt x="8640426" y="943276"/>
                  </a:lnTo>
                  <a:lnTo>
                    <a:pt x="8680767" y="875785"/>
                  </a:lnTo>
                  <a:lnTo>
                    <a:pt x="8721056" y="809286"/>
                  </a:lnTo>
                  <a:lnTo>
                    <a:pt x="8761277" y="744372"/>
                  </a:lnTo>
                  <a:lnTo>
                    <a:pt x="8801435" y="681579"/>
                  </a:lnTo>
                  <a:lnTo>
                    <a:pt x="8841565" y="621363"/>
                  </a:lnTo>
                  <a:lnTo>
                    <a:pt x="8881739" y="564095"/>
                  </a:lnTo>
                  <a:lnTo>
                    <a:pt x="8922075" y="510047"/>
                  </a:lnTo>
                  <a:lnTo>
                    <a:pt x="8962742" y="459398"/>
                  </a:lnTo>
                  <a:lnTo>
                    <a:pt x="9003969" y="412234"/>
                  </a:lnTo>
                  <a:lnTo>
                    <a:pt x="9046056" y="368559"/>
                  </a:lnTo>
                  <a:lnTo>
                    <a:pt x="9084767" y="332368"/>
                  </a:lnTo>
                  <a:lnTo>
                    <a:pt x="9131706" y="293483"/>
                  </a:lnTo>
                  <a:lnTo>
                    <a:pt x="9181092" y="258256"/>
                  </a:lnTo>
                  <a:lnTo>
                    <a:pt x="9233659" y="226525"/>
                  </a:lnTo>
                  <a:lnTo>
                    <a:pt x="9290210" y="198006"/>
                  </a:lnTo>
                  <a:lnTo>
                    <a:pt x="9351565" y="172365"/>
                  </a:lnTo>
                  <a:lnTo>
                    <a:pt x="9418512" y="149274"/>
                  </a:lnTo>
                  <a:lnTo>
                    <a:pt x="9491730" y="128433"/>
                  </a:lnTo>
                  <a:lnTo>
                    <a:pt x="9571692" y="109589"/>
                  </a:lnTo>
                  <a:lnTo>
                    <a:pt x="9658539" y="92544"/>
                  </a:lnTo>
                  <a:lnTo>
                    <a:pt x="9751913" y="77162"/>
                  </a:lnTo>
                  <a:lnTo>
                    <a:pt x="9850774" y="63363"/>
                  </a:lnTo>
                  <a:lnTo>
                    <a:pt x="9953245" y="51123"/>
                  </a:lnTo>
                  <a:lnTo>
                    <a:pt x="10056521" y="40457"/>
                  </a:lnTo>
                  <a:lnTo>
                    <a:pt x="10156950" y="31401"/>
                  </a:lnTo>
                  <a:lnTo>
                    <a:pt x="10250330" y="23982"/>
                  </a:lnTo>
                  <a:lnTo>
                    <a:pt x="10332456" y="18186"/>
                  </a:lnTo>
                  <a:lnTo>
                    <a:pt x="10399830" y="13935"/>
                  </a:lnTo>
                  <a:lnTo>
                    <a:pt x="10450360" y="11067"/>
                  </a:lnTo>
                  <a:lnTo>
                    <a:pt x="10483849" y="9350"/>
                  </a:lnTo>
                  <a:lnTo>
                    <a:pt x="10502156" y="8498"/>
                  </a:lnTo>
                  <a:lnTo>
                    <a:pt x="10509043" y="8206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8718" y="46"/>
                  </a:lnTo>
                  <a:lnTo>
                    <a:pt x="10500885" y="381"/>
                  </a:lnTo>
                  <a:lnTo>
                    <a:pt x="10481169" y="1307"/>
                  </a:lnTo>
                  <a:lnTo>
                    <a:pt x="10445989" y="3130"/>
                  </a:lnTo>
                  <a:lnTo>
                    <a:pt x="10393694" y="6129"/>
                  </a:lnTo>
                  <a:lnTo>
                    <a:pt x="10324687" y="10533"/>
                  </a:lnTo>
                  <a:lnTo>
                    <a:pt x="10241232" y="16492"/>
                  </a:lnTo>
                  <a:lnTo>
                    <a:pt x="10146933" y="24079"/>
                  </a:lnTo>
                  <a:lnTo>
                    <a:pt x="10046026" y="33301"/>
                  </a:lnTo>
                  <a:lnTo>
                    <a:pt x="9942677" y="44129"/>
                  </a:lnTo>
                  <a:lnTo>
                    <a:pt x="9840462" y="56529"/>
                  </a:lnTo>
                  <a:lnTo>
                    <a:pt x="9742091" y="70488"/>
                  </a:lnTo>
                  <a:lnTo>
                    <a:pt x="9649351" y="86036"/>
                  </a:lnTo>
                  <a:lnTo>
                    <a:pt x="9563201" y="103257"/>
                  </a:lnTo>
                  <a:lnTo>
                    <a:pt x="9483941" y="122295"/>
                  </a:lnTo>
                  <a:lnTo>
                    <a:pt x="9411391" y="143354"/>
                  </a:lnTo>
                  <a:lnTo>
                    <a:pt x="9345049" y="166691"/>
                  </a:lnTo>
                  <a:lnTo>
                    <a:pt x="9284222" y="192610"/>
                  </a:lnTo>
                  <a:lnTo>
                    <a:pt x="9228116" y="221443"/>
                  </a:lnTo>
                  <a:lnTo>
                    <a:pt x="9175910" y="253519"/>
                  </a:lnTo>
                  <a:lnTo>
                    <a:pt x="9126806" y="289116"/>
                  </a:lnTo>
                  <a:lnTo>
                    <a:pt x="9084767" y="324195"/>
                  </a:lnTo>
                  <a:lnTo>
                    <a:pt x="9041586" y="364809"/>
                  </a:lnTo>
                  <a:lnTo>
                    <a:pt x="8999605" y="408849"/>
                  </a:lnTo>
                  <a:lnTo>
                    <a:pt x="8958450" y="456380"/>
                  </a:lnTo>
                  <a:lnTo>
                    <a:pt x="8917827" y="507392"/>
                  </a:lnTo>
                  <a:lnTo>
                    <a:pt x="8877515" y="561788"/>
                  </a:lnTo>
                  <a:lnTo>
                    <a:pt x="8837351" y="619380"/>
                  </a:lnTo>
                  <a:lnTo>
                    <a:pt x="8797221" y="679885"/>
                  </a:lnTo>
                  <a:lnTo>
                    <a:pt x="8757057" y="742924"/>
                  </a:lnTo>
                  <a:lnTo>
                    <a:pt x="8716829" y="808031"/>
                  </a:lnTo>
                  <a:lnTo>
                    <a:pt x="8676533" y="874663"/>
                  </a:lnTo>
                  <a:lnTo>
                    <a:pt x="8636188" y="942222"/>
                  </a:lnTo>
                  <a:lnTo>
                    <a:pt x="8595827" y="1010070"/>
                  </a:lnTo>
                  <a:lnTo>
                    <a:pt x="8555487" y="1077560"/>
                  </a:lnTo>
                  <a:lnTo>
                    <a:pt x="8515197" y="1144060"/>
                  </a:lnTo>
                  <a:lnTo>
                    <a:pt x="8474976" y="1208973"/>
                  </a:lnTo>
                  <a:lnTo>
                    <a:pt x="8434818" y="1271767"/>
                  </a:lnTo>
                  <a:lnTo>
                    <a:pt x="8394688" y="1331982"/>
                  </a:lnTo>
                  <a:lnTo>
                    <a:pt x="8354514" y="1389251"/>
                  </a:lnTo>
                  <a:lnTo>
                    <a:pt x="8314178" y="1443299"/>
                  </a:lnTo>
                  <a:lnTo>
                    <a:pt x="8273512" y="1493948"/>
                  </a:lnTo>
                  <a:lnTo>
                    <a:pt x="8232285" y="1541111"/>
                  </a:lnTo>
                  <a:lnTo>
                    <a:pt x="8190197" y="1584787"/>
                  </a:lnTo>
                  <a:lnTo>
                    <a:pt x="8151487" y="1620978"/>
                  </a:lnTo>
                  <a:lnTo>
                    <a:pt x="8104548" y="1659863"/>
                  </a:lnTo>
                  <a:lnTo>
                    <a:pt x="8055161" y="1695090"/>
                  </a:lnTo>
                  <a:lnTo>
                    <a:pt x="8002594" y="1726821"/>
                  </a:lnTo>
                  <a:lnTo>
                    <a:pt x="7946044" y="1755340"/>
                  </a:lnTo>
                  <a:lnTo>
                    <a:pt x="7884688" y="1780980"/>
                  </a:lnTo>
                  <a:lnTo>
                    <a:pt x="7817741" y="1804071"/>
                  </a:lnTo>
                  <a:lnTo>
                    <a:pt x="7744523" y="1824913"/>
                  </a:lnTo>
                  <a:lnTo>
                    <a:pt x="7664561" y="1843757"/>
                  </a:lnTo>
                  <a:lnTo>
                    <a:pt x="7577714" y="1860801"/>
                  </a:lnTo>
                  <a:lnTo>
                    <a:pt x="7484341" y="1876184"/>
                  </a:lnTo>
                  <a:lnTo>
                    <a:pt x="7385479" y="1889983"/>
                  </a:lnTo>
                  <a:lnTo>
                    <a:pt x="7283009" y="1902223"/>
                  </a:lnTo>
                  <a:lnTo>
                    <a:pt x="7179732" y="1912889"/>
                  </a:lnTo>
                  <a:lnTo>
                    <a:pt x="7079304" y="1921945"/>
                  </a:lnTo>
                  <a:lnTo>
                    <a:pt x="6985924" y="1929364"/>
                  </a:lnTo>
                  <a:lnTo>
                    <a:pt x="6903797" y="1935159"/>
                  </a:lnTo>
                  <a:lnTo>
                    <a:pt x="6836423" y="1939411"/>
                  </a:lnTo>
                  <a:lnTo>
                    <a:pt x="6785893" y="1942279"/>
                  </a:lnTo>
                  <a:lnTo>
                    <a:pt x="6752404" y="1943996"/>
                  </a:lnTo>
                  <a:lnTo>
                    <a:pt x="6734098" y="1944847"/>
                  </a:lnTo>
                  <a:lnTo>
                    <a:pt x="6727211" y="1945139"/>
                  </a:lnTo>
                  <a:lnTo>
                    <a:pt x="6726343" y="1945173"/>
                  </a:lnTo>
                  <a:lnTo>
                    <a:pt x="5254955" y="1945173"/>
                  </a:lnTo>
                  <a:lnTo>
                    <a:pt x="5253717" y="1945176"/>
                  </a:lnTo>
                  <a:lnTo>
                    <a:pt x="5245596" y="1945196"/>
                  </a:lnTo>
                  <a:lnTo>
                    <a:pt x="5225178" y="1945253"/>
                  </a:lnTo>
                  <a:lnTo>
                    <a:pt x="5188804" y="1945364"/>
                  </a:lnTo>
                  <a:lnTo>
                    <a:pt x="5134855" y="1945548"/>
                  </a:lnTo>
                  <a:lnTo>
                    <a:pt x="5063866" y="1945816"/>
                  </a:lnTo>
                  <a:lnTo>
                    <a:pt x="4978305" y="1946179"/>
                  </a:lnTo>
                  <a:lnTo>
                    <a:pt x="4881996" y="1946640"/>
                  </a:lnTo>
                  <a:lnTo>
                    <a:pt x="4779356" y="1947200"/>
                  </a:lnTo>
                  <a:lnTo>
                    <a:pt x="4674666" y="1947856"/>
                  </a:lnTo>
                  <a:lnTo>
                    <a:pt x="4571540" y="1948607"/>
                  </a:lnTo>
                  <a:lnTo>
                    <a:pt x="4472665" y="1949452"/>
                  </a:lnTo>
                  <a:lnTo>
                    <a:pt x="4379762" y="1950394"/>
                  </a:lnTo>
                  <a:lnTo>
                    <a:pt x="4293708" y="1951437"/>
                  </a:lnTo>
                  <a:lnTo>
                    <a:pt x="4214717" y="1952592"/>
                  </a:lnTo>
                  <a:lnTo>
                    <a:pt x="4142529" y="1953872"/>
                  </a:lnTo>
                  <a:lnTo>
                    <a:pt x="4076575" y="1955293"/>
                  </a:lnTo>
                  <a:lnTo>
                    <a:pt x="4016107" y="1956873"/>
                  </a:lnTo>
                  <a:lnTo>
                    <a:pt x="3960290" y="1958635"/>
                  </a:lnTo>
                  <a:lnTo>
                    <a:pt x="3908270" y="1960596"/>
                  </a:lnTo>
                  <a:lnTo>
                    <a:pt x="3859235" y="1962772"/>
                  </a:lnTo>
                  <a:lnTo>
                    <a:pt x="3829811" y="1964243"/>
                  </a:lnTo>
                  <a:lnTo>
                    <a:pt x="3773666" y="1967404"/>
                  </a:lnTo>
                  <a:lnTo>
                    <a:pt x="3719366" y="1970911"/>
                  </a:lnTo>
                  <a:lnTo>
                    <a:pt x="3666161" y="1974768"/>
                  </a:lnTo>
                  <a:lnTo>
                    <a:pt x="3613518" y="1978966"/>
                  </a:lnTo>
                  <a:lnTo>
                    <a:pt x="3561081" y="1983478"/>
                  </a:lnTo>
                  <a:lnTo>
                    <a:pt x="3508638" y="1988262"/>
                  </a:lnTo>
                  <a:lnTo>
                    <a:pt x="3456091" y="1993262"/>
                  </a:lnTo>
                  <a:lnTo>
                    <a:pt x="3403433" y="1998407"/>
                  </a:lnTo>
                  <a:lnTo>
                    <a:pt x="3350717" y="2003616"/>
                  </a:lnTo>
                  <a:lnTo>
                    <a:pt x="3298020" y="2008805"/>
                  </a:lnTo>
                  <a:lnTo>
                    <a:pt x="3245411" y="2013891"/>
                  </a:lnTo>
                  <a:lnTo>
                    <a:pt x="3192919" y="2018797"/>
                  </a:lnTo>
                  <a:lnTo>
                    <a:pt x="3140497" y="2023459"/>
                  </a:lnTo>
                  <a:lnTo>
                    <a:pt x="3087997" y="2027827"/>
                  </a:lnTo>
                  <a:lnTo>
                    <a:pt x="3035143" y="2031866"/>
                  </a:lnTo>
                  <a:lnTo>
                    <a:pt x="2981499" y="2035558"/>
                  </a:lnTo>
                  <a:lnTo>
                    <a:pt x="2926436" y="2038900"/>
                  </a:lnTo>
                  <a:lnTo>
                    <a:pt x="2896531" y="2040525"/>
                  </a:lnTo>
                  <a:lnTo>
                    <a:pt x="2848984" y="2042840"/>
                  </a:lnTo>
                  <a:lnTo>
                    <a:pt x="2798919" y="2044934"/>
                  </a:lnTo>
                  <a:lnTo>
                    <a:pt x="2745571" y="2046818"/>
                  </a:lnTo>
                  <a:lnTo>
                    <a:pt x="2688106" y="2048509"/>
                  </a:lnTo>
                  <a:lnTo>
                    <a:pt x="2625672" y="2050027"/>
                  </a:lnTo>
                  <a:lnTo>
                    <a:pt x="2557456" y="2051392"/>
                  </a:lnTo>
                  <a:lnTo>
                    <a:pt x="2482765" y="2052624"/>
                  </a:lnTo>
                  <a:lnTo>
                    <a:pt x="2401129" y="2053736"/>
                  </a:lnTo>
                  <a:lnTo>
                    <a:pt x="2312446" y="2054740"/>
                  </a:lnTo>
                  <a:lnTo>
                    <a:pt x="2217154" y="2055645"/>
                  </a:lnTo>
                  <a:lnTo>
                    <a:pt x="2116429" y="2056454"/>
                  </a:lnTo>
                  <a:lnTo>
                    <a:pt x="2012349" y="2057170"/>
                  </a:lnTo>
                  <a:lnTo>
                    <a:pt x="1907961" y="2057790"/>
                  </a:lnTo>
                  <a:lnTo>
                    <a:pt x="1807175" y="2058313"/>
                  </a:lnTo>
                  <a:lnTo>
                    <a:pt x="1714401" y="2058737"/>
                  </a:lnTo>
                  <a:lnTo>
                    <a:pt x="1633924" y="2059064"/>
                  </a:lnTo>
                  <a:lnTo>
                    <a:pt x="1569143" y="2059299"/>
                  </a:lnTo>
                  <a:lnTo>
                    <a:pt x="1521850" y="2059453"/>
                  </a:lnTo>
                  <a:lnTo>
                    <a:pt x="1491776" y="2059542"/>
                  </a:lnTo>
                  <a:lnTo>
                    <a:pt x="1476508" y="2059583"/>
                  </a:lnTo>
                  <a:lnTo>
                    <a:pt x="1471695" y="2059594"/>
                  </a:lnTo>
                  <a:lnTo>
                    <a:pt x="1471387" y="2059595"/>
                  </a:lnTo>
                  <a:lnTo>
                    <a:pt x="0" y="2059595"/>
                  </a:lnTo>
                  <a:close/>
                </a:path>
              </a:pathLst>
            </a:custGeom>
            <a:solidFill>
              <a:srgbClr val="F28E5B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900" name="pl900"/>
            <p:cNvSpPr/>
            <p:nvPr/>
          </p:nvSpPr>
          <p:spPr>
            <a:xfrm>
              <a:off x="4799595" y="5502842"/>
              <a:ext cx="11981298" cy="2059595"/>
            </a:xfrm>
            <a:custGeom>
              <a:avLst/>
              <a:pathLst>
                <a:path w="11981298" h="2059595">
                  <a:moveTo>
                    <a:pt x="0" y="2059595"/>
                  </a:moveTo>
                  <a:lnTo>
                    <a:pt x="1471387" y="2059595"/>
                  </a:lnTo>
                  <a:lnTo>
                    <a:pt x="1472625" y="2059592"/>
                  </a:lnTo>
                  <a:lnTo>
                    <a:pt x="1480746" y="2059572"/>
                  </a:lnTo>
                  <a:lnTo>
                    <a:pt x="1501164" y="2059515"/>
                  </a:lnTo>
                  <a:lnTo>
                    <a:pt x="1537538" y="2059404"/>
                  </a:lnTo>
                  <a:lnTo>
                    <a:pt x="1591487" y="2059221"/>
                  </a:lnTo>
                  <a:lnTo>
                    <a:pt x="1662476" y="2058952"/>
                  </a:lnTo>
                  <a:lnTo>
                    <a:pt x="1748037" y="2058589"/>
                  </a:lnTo>
                  <a:lnTo>
                    <a:pt x="1844346" y="2058128"/>
                  </a:lnTo>
                  <a:lnTo>
                    <a:pt x="1946987" y="2057568"/>
                  </a:lnTo>
                  <a:lnTo>
                    <a:pt x="2051677" y="2056912"/>
                  </a:lnTo>
                  <a:lnTo>
                    <a:pt x="2154802" y="2056161"/>
                  </a:lnTo>
                  <a:lnTo>
                    <a:pt x="2253677" y="2055316"/>
                  </a:lnTo>
                  <a:lnTo>
                    <a:pt x="2346580" y="2054375"/>
                  </a:lnTo>
                  <a:lnTo>
                    <a:pt x="2432634" y="2053331"/>
                  </a:lnTo>
                  <a:lnTo>
                    <a:pt x="2511625" y="2052176"/>
                  </a:lnTo>
                  <a:lnTo>
                    <a:pt x="2583813" y="2050896"/>
                  </a:lnTo>
                  <a:lnTo>
                    <a:pt x="2649767" y="2049475"/>
                  </a:lnTo>
                  <a:lnTo>
                    <a:pt x="2710235" y="2047895"/>
                  </a:lnTo>
                  <a:lnTo>
                    <a:pt x="2766053" y="2046134"/>
                  </a:lnTo>
                  <a:lnTo>
                    <a:pt x="2818072" y="2044173"/>
                  </a:lnTo>
                  <a:lnTo>
                    <a:pt x="2867107" y="2041996"/>
                  </a:lnTo>
                  <a:lnTo>
                    <a:pt x="2896531" y="2040525"/>
                  </a:lnTo>
                  <a:lnTo>
                    <a:pt x="2952676" y="2037364"/>
                  </a:lnTo>
                  <a:lnTo>
                    <a:pt x="3006976" y="2033857"/>
                  </a:lnTo>
                  <a:lnTo>
                    <a:pt x="3060181" y="2030000"/>
                  </a:lnTo>
                  <a:lnTo>
                    <a:pt x="3112824" y="2025803"/>
                  </a:lnTo>
                  <a:lnTo>
                    <a:pt x="3165261" y="2021291"/>
                  </a:lnTo>
                  <a:lnTo>
                    <a:pt x="3217705" y="2016506"/>
                  </a:lnTo>
                  <a:lnTo>
                    <a:pt x="3270252" y="2011506"/>
                  </a:lnTo>
                  <a:lnTo>
                    <a:pt x="3322909" y="2006361"/>
                  </a:lnTo>
                  <a:lnTo>
                    <a:pt x="3375625" y="2001152"/>
                  </a:lnTo>
                  <a:lnTo>
                    <a:pt x="3428322" y="1995963"/>
                  </a:lnTo>
                  <a:lnTo>
                    <a:pt x="3480931" y="1990878"/>
                  </a:lnTo>
                  <a:lnTo>
                    <a:pt x="3533424" y="1985971"/>
                  </a:lnTo>
                  <a:lnTo>
                    <a:pt x="3585845" y="1981309"/>
                  </a:lnTo>
                  <a:lnTo>
                    <a:pt x="3638345" y="1976941"/>
                  </a:lnTo>
                  <a:lnTo>
                    <a:pt x="3691199" y="1972903"/>
                  </a:lnTo>
                  <a:lnTo>
                    <a:pt x="3744843" y="1969211"/>
                  </a:lnTo>
                  <a:lnTo>
                    <a:pt x="3799906" y="1965868"/>
                  </a:lnTo>
                  <a:lnTo>
                    <a:pt x="3829811" y="1964243"/>
                  </a:lnTo>
                  <a:lnTo>
                    <a:pt x="3877358" y="1961929"/>
                  </a:lnTo>
                  <a:lnTo>
                    <a:pt x="3927424" y="1959834"/>
                  </a:lnTo>
                  <a:lnTo>
                    <a:pt x="3980771" y="1957950"/>
                  </a:lnTo>
                  <a:lnTo>
                    <a:pt x="4038236" y="1956260"/>
                  </a:lnTo>
                  <a:lnTo>
                    <a:pt x="4100670" y="1954741"/>
                  </a:lnTo>
                  <a:lnTo>
                    <a:pt x="4168886" y="1953376"/>
                  </a:lnTo>
                  <a:lnTo>
                    <a:pt x="4243577" y="1952145"/>
                  </a:lnTo>
                  <a:lnTo>
                    <a:pt x="4325213" y="1951033"/>
                  </a:lnTo>
                  <a:lnTo>
                    <a:pt x="4413896" y="1950028"/>
                  </a:lnTo>
                  <a:lnTo>
                    <a:pt x="4509188" y="1949124"/>
                  </a:lnTo>
                  <a:lnTo>
                    <a:pt x="4609913" y="1948314"/>
                  </a:lnTo>
                  <a:lnTo>
                    <a:pt x="4713994" y="1947598"/>
                  </a:lnTo>
                  <a:lnTo>
                    <a:pt x="4818382" y="1946978"/>
                  </a:lnTo>
                  <a:lnTo>
                    <a:pt x="4919167" y="1946455"/>
                  </a:lnTo>
                  <a:lnTo>
                    <a:pt x="5011941" y="1946031"/>
                  </a:lnTo>
                  <a:lnTo>
                    <a:pt x="5092418" y="1945704"/>
                  </a:lnTo>
                  <a:lnTo>
                    <a:pt x="5157199" y="1945469"/>
                  </a:lnTo>
                  <a:lnTo>
                    <a:pt x="5204492" y="1945315"/>
                  </a:lnTo>
                  <a:lnTo>
                    <a:pt x="5234566" y="1945226"/>
                  </a:lnTo>
                  <a:lnTo>
                    <a:pt x="5249834" y="1945186"/>
                  </a:lnTo>
                  <a:lnTo>
                    <a:pt x="5254647" y="1945174"/>
                  </a:lnTo>
                  <a:lnTo>
                    <a:pt x="5254955" y="1945173"/>
                  </a:lnTo>
                  <a:lnTo>
                    <a:pt x="6726343" y="1945173"/>
                  </a:lnTo>
                  <a:lnTo>
                    <a:pt x="6727535" y="1945126"/>
                  </a:lnTo>
                  <a:lnTo>
                    <a:pt x="6735368" y="1944791"/>
                  </a:lnTo>
                  <a:lnTo>
                    <a:pt x="6755084" y="1943865"/>
                  </a:lnTo>
                  <a:lnTo>
                    <a:pt x="6790264" y="1942043"/>
                  </a:lnTo>
                  <a:lnTo>
                    <a:pt x="6842559" y="1939043"/>
                  </a:lnTo>
                  <a:lnTo>
                    <a:pt x="6911566" y="1934640"/>
                  </a:lnTo>
                  <a:lnTo>
                    <a:pt x="6995021" y="1928681"/>
                  </a:lnTo>
                  <a:lnTo>
                    <a:pt x="7089320" y="1921094"/>
                  </a:lnTo>
                  <a:lnTo>
                    <a:pt x="7190227" y="1911872"/>
                  </a:lnTo>
                  <a:lnTo>
                    <a:pt x="7293576" y="1901043"/>
                  </a:lnTo>
                  <a:lnTo>
                    <a:pt x="7395791" y="1888643"/>
                  </a:lnTo>
                  <a:lnTo>
                    <a:pt x="7494162" y="1874685"/>
                  </a:lnTo>
                  <a:lnTo>
                    <a:pt x="7586903" y="1859137"/>
                  </a:lnTo>
                  <a:lnTo>
                    <a:pt x="7673053" y="1841916"/>
                  </a:lnTo>
                  <a:lnTo>
                    <a:pt x="7752312" y="1822877"/>
                  </a:lnTo>
                  <a:lnTo>
                    <a:pt x="7824863" y="1801819"/>
                  </a:lnTo>
                  <a:lnTo>
                    <a:pt x="7891204" y="1778481"/>
                  </a:lnTo>
                  <a:lnTo>
                    <a:pt x="7952032" y="1752562"/>
                  </a:lnTo>
                  <a:lnTo>
                    <a:pt x="8008137" y="1723729"/>
                  </a:lnTo>
                  <a:lnTo>
                    <a:pt x="8060343" y="1691653"/>
                  </a:lnTo>
                  <a:lnTo>
                    <a:pt x="8109447" y="1656056"/>
                  </a:lnTo>
                  <a:lnTo>
                    <a:pt x="8151487" y="1620978"/>
                  </a:lnTo>
                  <a:lnTo>
                    <a:pt x="8194668" y="1580363"/>
                  </a:lnTo>
                  <a:lnTo>
                    <a:pt x="8236648" y="1536324"/>
                  </a:lnTo>
                  <a:lnTo>
                    <a:pt x="8277804" y="1488793"/>
                  </a:lnTo>
                  <a:lnTo>
                    <a:pt x="8318426" y="1437781"/>
                  </a:lnTo>
                  <a:lnTo>
                    <a:pt x="8358738" y="1383385"/>
                  </a:lnTo>
                  <a:lnTo>
                    <a:pt x="8398903" y="1325792"/>
                  </a:lnTo>
                  <a:lnTo>
                    <a:pt x="8439032" y="1265287"/>
                  </a:lnTo>
                  <a:lnTo>
                    <a:pt x="8479196" y="1202248"/>
                  </a:lnTo>
                  <a:lnTo>
                    <a:pt x="8519424" y="1137142"/>
                  </a:lnTo>
                  <a:lnTo>
                    <a:pt x="8559721" y="1070509"/>
                  </a:lnTo>
                  <a:lnTo>
                    <a:pt x="8600065" y="1002951"/>
                  </a:lnTo>
                  <a:lnTo>
                    <a:pt x="8640426" y="935103"/>
                  </a:lnTo>
                  <a:lnTo>
                    <a:pt x="8680767" y="867612"/>
                  </a:lnTo>
                  <a:lnTo>
                    <a:pt x="8721056" y="801113"/>
                  </a:lnTo>
                  <a:lnTo>
                    <a:pt x="8761277" y="736199"/>
                  </a:lnTo>
                  <a:lnTo>
                    <a:pt x="8801435" y="673406"/>
                  </a:lnTo>
                  <a:lnTo>
                    <a:pt x="8841565" y="613190"/>
                  </a:lnTo>
                  <a:lnTo>
                    <a:pt x="8881739" y="555922"/>
                  </a:lnTo>
                  <a:lnTo>
                    <a:pt x="8922075" y="501874"/>
                  </a:lnTo>
                  <a:lnTo>
                    <a:pt x="8962742" y="451225"/>
                  </a:lnTo>
                  <a:lnTo>
                    <a:pt x="9003969" y="404061"/>
                  </a:lnTo>
                  <a:lnTo>
                    <a:pt x="9046056" y="360386"/>
                  </a:lnTo>
                  <a:lnTo>
                    <a:pt x="9084767" y="324195"/>
                  </a:lnTo>
                  <a:lnTo>
                    <a:pt x="9131706" y="285310"/>
                  </a:lnTo>
                  <a:lnTo>
                    <a:pt x="9181092" y="250083"/>
                  </a:lnTo>
                  <a:lnTo>
                    <a:pt x="9233659" y="218352"/>
                  </a:lnTo>
                  <a:lnTo>
                    <a:pt x="9290210" y="189833"/>
                  </a:lnTo>
                  <a:lnTo>
                    <a:pt x="9351565" y="164192"/>
                  </a:lnTo>
                  <a:lnTo>
                    <a:pt x="9418512" y="141101"/>
                  </a:lnTo>
                  <a:lnTo>
                    <a:pt x="9491730" y="120260"/>
                  </a:lnTo>
                  <a:lnTo>
                    <a:pt x="9571692" y="101416"/>
                  </a:lnTo>
                  <a:lnTo>
                    <a:pt x="9658539" y="84371"/>
                  </a:lnTo>
                  <a:lnTo>
                    <a:pt x="9751913" y="68989"/>
                  </a:lnTo>
                  <a:lnTo>
                    <a:pt x="9850774" y="55190"/>
                  </a:lnTo>
                  <a:lnTo>
                    <a:pt x="9953245" y="42950"/>
                  </a:lnTo>
                  <a:lnTo>
                    <a:pt x="10056521" y="32284"/>
                  </a:lnTo>
                  <a:lnTo>
                    <a:pt x="10156950" y="23228"/>
                  </a:lnTo>
                  <a:lnTo>
                    <a:pt x="10250330" y="15809"/>
                  </a:lnTo>
                  <a:lnTo>
                    <a:pt x="10332456" y="10013"/>
                  </a:lnTo>
                  <a:lnTo>
                    <a:pt x="10399830" y="5762"/>
                  </a:lnTo>
                  <a:lnTo>
                    <a:pt x="10450360" y="2894"/>
                  </a:lnTo>
                  <a:lnTo>
                    <a:pt x="10483849" y="1177"/>
                  </a:lnTo>
                  <a:lnTo>
                    <a:pt x="10502156" y="325"/>
                  </a:lnTo>
                  <a:lnTo>
                    <a:pt x="10509043" y="33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01" name="pl901"/>
            <p:cNvSpPr/>
            <p:nvPr/>
          </p:nvSpPr>
          <p:spPr>
            <a:xfrm>
              <a:off x="4799595" y="5494669"/>
              <a:ext cx="11981298" cy="2059595"/>
            </a:xfrm>
            <a:custGeom>
              <a:avLst/>
              <a:pathLst>
                <a:path w="11981298" h="2059595">
                  <a:moveTo>
                    <a:pt x="11981298" y="0"/>
                  </a:moveTo>
                  <a:lnTo>
                    <a:pt x="10509911" y="0"/>
                  </a:lnTo>
                  <a:lnTo>
                    <a:pt x="10508718" y="46"/>
                  </a:lnTo>
                  <a:lnTo>
                    <a:pt x="10500885" y="381"/>
                  </a:lnTo>
                  <a:lnTo>
                    <a:pt x="10481169" y="1307"/>
                  </a:lnTo>
                  <a:lnTo>
                    <a:pt x="10445989" y="3130"/>
                  </a:lnTo>
                  <a:lnTo>
                    <a:pt x="10393694" y="6129"/>
                  </a:lnTo>
                  <a:lnTo>
                    <a:pt x="10324687" y="10533"/>
                  </a:lnTo>
                  <a:lnTo>
                    <a:pt x="10241232" y="16492"/>
                  </a:lnTo>
                  <a:lnTo>
                    <a:pt x="10146933" y="24079"/>
                  </a:lnTo>
                  <a:lnTo>
                    <a:pt x="10046026" y="33301"/>
                  </a:lnTo>
                  <a:lnTo>
                    <a:pt x="9942677" y="44129"/>
                  </a:lnTo>
                  <a:lnTo>
                    <a:pt x="9840462" y="56529"/>
                  </a:lnTo>
                  <a:lnTo>
                    <a:pt x="9742091" y="70488"/>
                  </a:lnTo>
                  <a:lnTo>
                    <a:pt x="9649351" y="86036"/>
                  </a:lnTo>
                  <a:lnTo>
                    <a:pt x="9563201" y="103257"/>
                  </a:lnTo>
                  <a:lnTo>
                    <a:pt x="9483941" y="122295"/>
                  </a:lnTo>
                  <a:lnTo>
                    <a:pt x="9411391" y="143354"/>
                  </a:lnTo>
                  <a:lnTo>
                    <a:pt x="9345049" y="166691"/>
                  </a:lnTo>
                  <a:lnTo>
                    <a:pt x="9284222" y="192610"/>
                  </a:lnTo>
                  <a:lnTo>
                    <a:pt x="9228116" y="221443"/>
                  </a:lnTo>
                  <a:lnTo>
                    <a:pt x="9175910" y="253519"/>
                  </a:lnTo>
                  <a:lnTo>
                    <a:pt x="9126806" y="289116"/>
                  </a:lnTo>
                  <a:lnTo>
                    <a:pt x="9084767" y="324195"/>
                  </a:lnTo>
                  <a:lnTo>
                    <a:pt x="9041586" y="364809"/>
                  </a:lnTo>
                  <a:lnTo>
                    <a:pt x="8999605" y="408849"/>
                  </a:lnTo>
                  <a:lnTo>
                    <a:pt x="8958450" y="456380"/>
                  </a:lnTo>
                  <a:lnTo>
                    <a:pt x="8917827" y="507392"/>
                  </a:lnTo>
                  <a:lnTo>
                    <a:pt x="8877515" y="561788"/>
                  </a:lnTo>
                  <a:lnTo>
                    <a:pt x="8837351" y="619380"/>
                  </a:lnTo>
                  <a:lnTo>
                    <a:pt x="8797221" y="679885"/>
                  </a:lnTo>
                  <a:lnTo>
                    <a:pt x="8757057" y="742924"/>
                  </a:lnTo>
                  <a:lnTo>
                    <a:pt x="8716829" y="808031"/>
                  </a:lnTo>
                  <a:lnTo>
                    <a:pt x="8676533" y="874663"/>
                  </a:lnTo>
                  <a:lnTo>
                    <a:pt x="8636188" y="942222"/>
                  </a:lnTo>
                  <a:lnTo>
                    <a:pt x="8595827" y="1010070"/>
                  </a:lnTo>
                  <a:lnTo>
                    <a:pt x="8555487" y="1077560"/>
                  </a:lnTo>
                  <a:lnTo>
                    <a:pt x="8515197" y="1144060"/>
                  </a:lnTo>
                  <a:lnTo>
                    <a:pt x="8474976" y="1208973"/>
                  </a:lnTo>
                  <a:lnTo>
                    <a:pt x="8434818" y="1271767"/>
                  </a:lnTo>
                  <a:lnTo>
                    <a:pt x="8394688" y="1331982"/>
                  </a:lnTo>
                  <a:lnTo>
                    <a:pt x="8354514" y="1389251"/>
                  </a:lnTo>
                  <a:lnTo>
                    <a:pt x="8314178" y="1443299"/>
                  </a:lnTo>
                  <a:lnTo>
                    <a:pt x="8273512" y="1493948"/>
                  </a:lnTo>
                  <a:lnTo>
                    <a:pt x="8232285" y="1541111"/>
                  </a:lnTo>
                  <a:lnTo>
                    <a:pt x="8190197" y="1584787"/>
                  </a:lnTo>
                  <a:lnTo>
                    <a:pt x="8151487" y="1620978"/>
                  </a:lnTo>
                  <a:lnTo>
                    <a:pt x="8104548" y="1659863"/>
                  </a:lnTo>
                  <a:lnTo>
                    <a:pt x="8055161" y="1695090"/>
                  </a:lnTo>
                  <a:lnTo>
                    <a:pt x="8002594" y="1726821"/>
                  </a:lnTo>
                  <a:lnTo>
                    <a:pt x="7946044" y="1755340"/>
                  </a:lnTo>
                  <a:lnTo>
                    <a:pt x="7884688" y="1780980"/>
                  </a:lnTo>
                  <a:lnTo>
                    <a:pt x="7817741" y="1804071"/>
                  </a:lnTo>
                  <a:lnTo>
                    <a:pt x="7744523" y="1824913"/>
                  </a:lnTo>
                  <a:lnTo>
                    <a:pt x="7664561" y="1843757"/>
                  </a:lnTo>
                  <a:lnTo>
                    <a:pt x="7577714" y="1860801"/>
                  </a:lnTo>
                  <a:lnTo>
                    <a:pt x="7484341" y="1876184"/>
                  </a:lnTo>
                  <a:lnTo>
                    <a:pt x="7385479" y="1889983"/>
                  </a:lnTo>
                  <a:lnTo>
                    <a:pt x="7283009" y="1902223"/>
                  </a:lnTo>
                  <a:lnTo>
                    <a:pt x="7179732" y="1912889"/>
                  </a:lnTo>
                  <a:lnTo>
                    <a:pt x="7079304" y="1921945"/>
                  </a:lnTo>
                  <a:lnTo>
                    <a:pt x="6985924" y="1929364"/>
                  </a:lnTo>
                  <a:lnTo>
                    <a:pt x="6903797" y="1935159"/>
                  </a:lnTo>
                  <a:lnTo>
                    <a:pt x="6836423" y="1939411"/>
                  </a:lnTo>
                  <a:lnTo>
                    <a:pt x="6785893" y="1942279"/>
                  </a:lnTo>
                  <a:lnTo>
                    <a:pt x="6752404" y="1943996"/>
                  </a:lnTo>
                  <a:lnTo>
                    <a:pt x="6734098" y="1944847"/>
                  </a:lnTo>
                  <a:lnTo>
                    <a:pt x="6727211" y="1945139"/>
                  </a:lnTo>
                  <a:lnTo>
                    <a:pt x="6726343" y="1945173"/>
                  </a:lnTo>
                  <a:lnTo>
                    <a:pt x="5254955" y="1945173"/>
                  </a:lnTo>
                  <a:lnTo>
                    <a:pt x="5253717" y="1945176"/>
                  </a:lnTo>
                  <a:lnTo>
                    <a:pt x="5245596" y="1945196"/>
                  </a:lnTo>
                  <a:lnTo>
                    <a:pt x="5225178" y="1945253"/>
                  </a:lnTo>
                  <a:lnTo>
                    <a:pt x="5188804" y="1945364"/>
                  </a:lnTo>
                  <a:lnTo>
                    <a:pt x="5134855" y="1945548"/>
                  </a:lnTo>
                  <a:lnTo>
                    <a:pt x="5063866" y="1945816"/>
                  </a:lnTo>
                  <a:lnTo>
                    <a:pt x="4978305" y="1946179"/>
                  </a:lnTo>
                  <a:lnTo>
                    <a:pt x="4881996" y="1946640"/>
                  </a:lnTo>
                  <a:lnTo>
                    <a:pt x="4779356" y="1947200"/>
                  </a:lnTo>
                  <a:lnTo>
                    <a:pt x="4674666" y="1947856"/>
                  </a:lnTo>
                  <a:lnTo>
                    <a:pt x="4571540" y="1948607"/>
                  </a:lnTo>
                  <a:lnTo>
                    <a:pt x="4472665" y="1949452"/>
                  </a:lnTo>
                  <a:lnTo>
                    <a:pt x="4379762" y="1950394"/>
                  </a:lnTo>
                  <a:lnTo>
                    <a:pt x="4293708" y="1951437"/>
                  </a:lnTo>
                  <a:lnTo>
                    <a:pt x="4214717" y="1952592"/>
                  </a:lnTo>
                  <a:lnTo>
                    <a:pt x="4142529" y="1953872"/>
                  </a:lnTo>
                  <a:lnTo>
                    <a:pt x="4076575" y="1955293"/>
                  </a:lnTo>
                  <a:lnTo>
                    <a:pt x="4016107" y="1956873"/>
                  </a:lnTo>
                  <a:lnTo>
                    <a:pt x="3960290" y="1958635"/>
                  </a:lnTo>
                  <a:lnTo>
                    <a:pt x="3908270" y="1960596"/>
                  </a:lnTo>
                  <a:lnTo>
                    <a:pt x="3859235" y="1962772"/>
                  </a:lnTo>
                  <a:lnTo>
                    <a:pt x="3829811" y="1964243"/>
                  </a:lnTo>
                  <a:lnTo>
                    <a:pt x="3773666" y="1967404"/>
                  </a:lnTo>
                  <a:lnTo>
                    <a:pt x="3719366" y="1970911"/>
                  </a:lnTo>
                  <a:lnTo>
                    <a:pt x="3666161" y="1974768"/>
                  </a:lnTo>
                  <a:lnTo>
                    <a:pt x="3613518" y="1978966"/>
                  </a:lnTo>
                  <a:lnTo>
                    <a:pt x="3561081" y="1983478"/>
                  </a:lnTo>
                  <a:lnTo>
                    <a:pt x="3508638" y="1988262"/>
                  </a:lnTo>
                  <a:lnTo>
                    <a:pt x="3456091" y="1993262"/>
                  </a:lnTo>
                  <a:lnTo>
                    <a:pt x="3403433" y="1998407"/>
                  </a:lnTo>
                  <a:lnTo>
                    <a:pt x="3350717" y="2003616"/>
                  </a:lnTo>
                  <a:lnTo>
                    <a:pt x="3298020" y="2008805"/>
                  </a:lnTo>
                  <a:lnTo>
                    <a:pt x="3245411" y="2013891"/>
                  </a:lnTo>
                  <a:lnTo>
                    <a:pt x="3192919" y="2018797"/>
                  </a:lnTo>
                  <a:lnTo>
                    <a:pt x="3140497" y="2023459"/>
                  </a:lnTo>
                  <a:lnTo>
                    <a:pt x="3087997" y="2027827"/>
                  </a:lnTo>
                  <a:lnTo>
                    <a:pt x="3035143" y="2031866"/>
                  </a:lnTo>
                  <a:lnTo>
                    <a:pt x="2981499" y="2035558"/>
                  </a:lnTo>
                  <a:lnTo>
                    <a:pt x="2926436" y="2038900"/>
                  </a:lnTo>
                  <a:lnTo>
                    <a:pt x="2896531" y="2040525"/>
                  </a:lnTo>
                  <a:lnTo>
                    <a:pt x="2848984" y="2042840"/>
                  </a:lnTo>
                  <a:lnTo>
                    <a:pt x="2798919" y="2044934"/>
                  </a:lnTo>
                  <a:lnTo>
                    <a:pt x="2745571" y="2046818"/>
                  </a:lnTo>
                  <a:lnTo>
                    <a:pt x="2688106" y="2048509"/>
                  </a:lnTo>
                  <a:lnTo>
                    <a:pt x="2625672" y="2050027"/>
                  </a:lnTo>
                  <a:lnTo>
                    <a:pt x="2557456" y="2051392"/>
                  </a:lnTo>
                  <a:lnTo>
                    <a:pt x="2482765" y="2052624"/>
                  </a:lnTo>
                  <a:lnTo>
                    <a:pt x="2401129" y="2053736"/>
                  </a:lnTo>
                  <a:lnTo>
                    <a:pt x="2312446" y="2054740"/>
                  </a:lnTo>
                  <a:lnTo>
                    <a:pt x="2217154" y="2055645"/>
                  </a:lnTo>
                  <a:lnTo>
                    <a:pt x="2116429" y="2056454"/>
                  </a:lnTo>
                  <a:lnTo>
                    <a:pt x="2012349" y="2057170"/>
                  </a:lnTo>
                  <a:lnTo>
                    <a:pt x="1907961" y="2057790"/>
                  </a:lnTo>
                  <a:lnTo>
                    <a:pt x="1807175" y="2058313"/>
                  </a:lnTo>
                  <a:lnTo>
                    <a:pt x="1714401" y="2058737"/>
                  </a:lnTo>
                  <a:lnTo>
                    <a:pt x="1633924" y="2059064"/>
                  </a:lnTo>
                  <a:lnTo>
                    <a:pt x="1569143" y="2059299"/>
                  </a:lnTo>
                  <a:lnTo>
                    <a:pt x="1521850" y="2059453"/>
                  </a:lnTo>
                  <a:lnTo>
                    <a:pt x="1491776" y="2059542"/>
                  </a:lnTo>
                  <a:lnTo>
                    <a:pt x="1476508" y="2059583"/>
                  </a:lnTo>
                  <a:lnTo>
                    <a:pt x="1471695" y="2059594"/>
                  </a:lnTo>
                  <a:lnTo>
                    <a:pt x="1471387" y="2059595"/>
                  </a:lnTo>
                  <a:lnTo>
                    <a:pt x="0" y="205959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02" name="pg902"/>
            <p:cNvSpPr/>
            <p:nvPr/>
          </p:nvSpPr>
          <p:spPr>
            <a:xfrm>
              <a:off x="4799595" y="7554264"/>
              <a:ext cx="11981298" cy="1005278"/>
            </a:xfrm>
            <a:custGeom>
              <a:avLst/>
              <a:pathLst>
                <a:path w="11981298" h="1005278">
                  <a:moveTo>
                    <a:pt x="0" y="32691"/>
                  </a:moveTo>
                  <a:lnTo>
                    <a:pt x="1471387" y="32691"/>
                  </a:lnTo>
                  <a:lnTo>
                    <a:pt x="1472625" y="32691"/>
                  </a:lnTo>
                  <a:lnTo>
                    <a:pt x="1480747" y="32690"/>
                  </a:lnTo>
                  <a:lnTo>
                    <a:pt x="1501168" y="32686"/>
                  </a:lnTo>
                  <a:lnTo>
                    <a:pt x="1537546" y="32678"/>
                  </a:lnTo>
                  <a:lnTo>
                    <a:pt x="1591501" y="32665"/>
                  </a:lnTo>
                  <a:lnTo>
                    <a:pt x="1662497" y="32646"/>
                  </a:lnTo>
                  <a:lnTo>
                    <a:pt x="1748066" y="32620"/>
                  </a:lnTo>
                  <a:lnTo>
                    <a:pt x="1844382" y="32587"/>
                  </a:lnTo>
                  <a:lnTo>
                    <a:pt x="1947028" y="32547"/>
                  </a:lnTo>
                  <a:lnTo>
                    <a:pt x="2051723" y="32500"/>
                  </a:lnTo>
                  <a:lnTo>
                    <a:pt x="2154851" y="32446"/>
                  </a:lnTo>
                  <a:lnTo>
                    <a:pt x="2253729" y="32386"/>
                  </a:lnTo>
                  <a:lnTo>
                    <a:pt x="2346632" y="32319"/>
                  </a:lnTo>
                  <a:lnTo>
                    <a:pt x="2432685" y="32244"/>
                  </a:lnTo>
                  <a:lnTo>
                    <a:pt x="2511676" y="32161"/>
                  </a:lnTo>
                  <a:lnTo>
                    <a:pt x="2583862" y="32070"/>
                  </a:lnTo>
                  <a:lnTo>
                    <a:pt x="2649815" y="31969"/>
                  </a:lnTo>
                  <a:lnTo>
                    <a:pt x="2710282" y="31856"/>
                  </a:lnTo>
                  <a:lnTo>
                    <a:pt x="2766098" y="31730"/>
                  </a:lnTo>
                  <a:lnTo>
                    <a:pt x="2818117" y="31590"/>
                  </a:lnTo>
                  <a:lnTo>
                    <a:pt x="2867152" y="31434"/>
                  </a:lnTo>
                  <a:lnTo>
                    <a:pt x="2896531" y="31329"/>
                  </a:lnTo>
                  <a:lnTo>
                    <a:pt x="2952767" y="31103"/>
                  </a:lnTo>
                  <a:lnTo>
                    <a:pt x="3007154" y="30852"/>
                  </a:lnTo>
                  <a:lnTo>
                    <a:pt x="3060444" y="30576"/>
                  </a:lnTo>
                  <a:lnTo>
                    <a:pt x="3113172" y="30276"/>
                  </a:lnTo>
                  <a:lnTo>
                    <a:pt x="3165695" y="29953"/>
                  </a:lnTo>
                  <a:lnTo>
                    <a:pt x="3218227" y="29610"/>
                  </a:lnTo>
                  <a:lnTo>
                    <a:pt x="3270862" y="29252"/>
                  </a:lnTo>
                  <a:lnTo>
                    <a:pt x="3323608" y="28884"/>
                  </a:lnTo>
                  <a:lnTo>
                    <a:pt x="3376411" y="28511"/>
                  </a:lnTo>
                  <a:lnTo>
                    <a:pt x="3429195" y="28140"/>
                  </a:lnTo>
                  <a:lnTo>
                    <a:pt x="3481889" y="27777"/>
                  </a:lnTo>
                  <a:lnTo>
                    <a:pt x="3534467" y="27426"/>
                  </a:lnTo>
                  <a:lnTo>
                    <a:pt x="3586975" y="27093"/>
                  </a:lnTo>
                  <a:lnTo>
                    <a:pt x="3639566" y="26781"/>
                  </a:lnTo>
                  <a:lnTo>
                    <a:pt x="3692521" y="26492"/>
                  </a:lnTo>
                  <a:lnTo>
                    <a:pt x="3746282" y="26229"/>
                  </a:lnTo>
                  <a:lnTo>
                    <a:pt x="3801486" y="25990"/>
                  </a:lnTo>
                  <a:lnTo>
                    <a:pt x="3829811" y="25881"/>
                  </a:lnTo>
                  <a:lnTo>
                    <a:pt x="3877360" y="25715"/>
                  </a:lnTo>
                  <a:lnTo>
                    <a:pt x="3927428" y="25566"/>
                  </a:lnTo>
                  <a:lnTo>
                    <a:pt x="3980779" y="25431"/>
                  </a:lnTo>
                  <a:lnTo>
                    <a:pt x="4038246" y="25310"/>
                  </a:lnTo>
                  <a:lnTo>
                    <a:pt x="4100685" y="25202"/>
                  </a:lnTo>
                  <a:lnTo>
                    <a:pt x="4168905" y="25104"/>
                  </a:lnTo>
                  <a:lnTo>
                    <a:pt x="4243601" y="25016"/>
                  </a:lnTo>
                  <a:lnTo>
                    <a:pt x="4325243" y="24937"/>
                  </a:lnTo>
                  <a:lnTo>
                    <a:pt x="4413933" y="24865"/>
                  </a:lnTo>
                  <a:lnTo>
                    <a:pt x="4509232" y="24801"/>
                  </a:lnTo>
                  <a:lnTo>
                    <a:pt x="4609963" y="24743"/>
                  </a:lnTo>
                  <a:lnTo>
                    <a:pt x="4714050" y="24692"/>
                  </a:lnTo>
                  <a:lnTo>
                    <a:pt x="4818441" y="24647"/>
                  </a:lnTo>
                  <a:lnTo>
                    <a:pt x="4919227" y="24610"/>
                  </a:lnTo>
                  <a:lnTo>
                    <a:pt x="5011999" y="24580"/>
                  </a:lnTo>
                  <a:lnTo>
                    <a:pt x="5092470" y="24556"/>
                  </a:lnTo>
                  <a:lnTo>
                    <a:pt x="5157241" y="24540"/>
                  </a:lnTo>
                  <a:lnTo>
                    <a:pt x="5204523" y="24529"/>
                  </a:lnTo>
                  <a:lnTo>
                    <a:pt x="5234585" y="24522"/>
                  </a:lnTo>
                  <a:lnTo>
                    <a:pt x="5249843" y="24519"/>
                  </a:lnTo>
                  <a:lnTo>
                    <a:pt x="5254649" y="24519"/>
                  </a:lnTo>
                  <a:lnTo>
                    <a:pt x="5254955" y="24518"/>
                  </a:lnTo>
                  <a:lnTo>
                    <a:pt x="6726343" y="24518"/>
                  </a:lnTo>
                  <a:lnTo>
                    <a:pt x="6727569" y="24543"/>
                  </a:lnTo>
                  <a:lnTo>
                    <a:pt x="6735615" y="24717"/>
                  </a:lnTo>
                  <a:lnTo>
                    <a:pt x="6755851" y="25197"/>
                  </a:lnTo>
                  <a:lnTo>
                    <a:pt x="6791915" y="26142"/>
                  </a:lnTo>
                  <a:lnTo>
                    <a:pt x="6845436" y="27697"/>
                  </a:lnTo>
                  <a:lnTo>
                    <a:pt x="6915913" y="29977"/>
                  </a:lnTo>
                  <a:lnTo>
                    <a:pt x="7000931" y="33060"/>
                  </a:lnTo>
                  <a:lnTo>
                    <a:pt x="7096724" y="36980"/>
                  </a:lnTo>
                  <a:lnTo>
                    <a:pt x="7198922" y="41739"/>
                  </a:lnTo>
                  <a:lnTo>
                    <a:pt x="7303271" y="47322"/>
                  </a:lnTo>
                  <a:lnTo>
                    <a:pt x="7406167" y="53711"/>
                  </a:lnTo>
                  <a:lnTo>
                    <a:pt x="7504918" y="60902"/>
                  </a:lnTo>
                  <a:lnTo>
                    <a:pt x="7597784" y="68912"/>
                  </a:lnTo>
                  <a:lnTo>
                    <a:pt x="7683866" y="77789"/>
                  </a:lnTo>
                  <a:lnTo>
                    <a:pt x="7762928" y="87611"/>
                  </a:lnTo>
                  <a:lnTo>
                    <a:pt x="7835211" y="98489"/>
                  </a:lnTo>
                  <a:lnTo>
                    <a:pt x="7901264" y="110559"/>
                  </a:lnTo>
                  <a:lnTo>
                    <a:pt x="7961824" y="123983"/>
                  </a:lnTo>
                  <a:lnTo>
                    <a:pt x="8017713" y="138932"/>
                  </a:lnTo>
                  <a:lnTo>
                    <a:pt x="8069778" y="155575"/>
                  </a:lnTo>
                  <a:lnTo>
                    <a:pt x="8118828" y="174048"/>
                  </a:lnTo>
                  <a:lnTo>
                    <a:pt x="8151487" y="187978"/>
                  </a:lnTo>
                  <a:lnTo>
                    <a:pt x="8202474" y="212413"/>
                  </a:lnTo>
                  <a:lnTo>
                    <a:pt x="8251880" y="239279"/>
                  </a:lnTo>
                  <a:lnTo>
                    <a:pt x="8300289" y="268616"/>
                  </a:lnTo>
                  <a:lnTo>
                    <a:pt x="8348131" y="300382"/>
                  </a:lnTo>
                  <a:lnTo>
                    <a:pt x="8395711" y="334446"/>
                  </a:lnTo>
                  <a:lnTo>
                    <a:pt x="8443230" y="370585"/>
                  </a:lnTo>
                  <a:lnTo>
                    <a:pt x="8490801" y="408482"/>
                  </a:lnTo>
                  <a:lnTo>
                    <a:pt x="8538467" y="447734"/>
                  </a:lnTo>
                  <a:lnTo>
                    <a:pt x="8586217" y="487867"/>
                  </a:lnTo>
                  <a:lnTo>
                    <a:pt x="8634006" y="528360"/>
                  </a:lnTo>
                  <a:lnTo>
                    <a:pt x="8681776" y="568673"/>
                  </a:lnTo>
                  <a:lnTo>
                    <a:pt x="8729473" y="608276"/>
                  </a:lnTo>
                  <a:lnTo>
                    <a:pt x="8777075" y="646676"/>
                  </a:lnTo>
                  <a:lnTo>
                    <a:pt x="8824602" y="683445"/>
                  </a:lnTo>
                  <a:lnTo>
                    <a:pt x="8872144" y="718235"/>
                  </a:lnTo>
                  <a:lnTo>
                    <a:pt x="8919870" y="750791"/>
                  </a:lnTo>
                  <a:lnTo>
                    <a:pt x="8968047" y="780951"/>
                  </a:lnTo>
                  <a:lnTo>
                    <a:pt x="9017062" y="808646"/>
                  </a:lnTo>
                  <a:lnTo>
                    <a:pt x="9067443" y="833887"/>
                  </a:lnTo>
                  <a:lnTo>
                    <a:pt x="9084767" y="841818"/>
                  </a:lnTo>
                  <a:lnTo>
                    <a:pt x="9132157" y="861600"/>
                  </a:lnTo>
                  <a:lnTo>
                    <a:pt x="9182047" y="879502"/>
                  </a:lnTo>
                  <a:lnTo>
                    <a:pt x="9235194" y="895611"/>
                  </a:lnTo>
                  <a:lnTo>
                    <a:pt x="9292422" y="910075"/>
                  </a:lnTo>
                  <a:lnTo>
                    <a:pt x="9354577" y="923066"/>
                  </a:lnTo>
                  <a:lnTo>
                    <a:pt x="9422465" y="934755"/>
                  </a:lnTo>
                  <a:lnTo>
                    <a:pt x="9496775" y="945297"/>
                  </a:lnTo>
                  <a:lnTo>
                    <a:pt x="9577978" y="954820"/>
                  </a:lnTo>
                  <a:lnTo>
                    <a:pt x="9666187" y="963425"/>
                  </a:lnTo>
                  <a:lnTo>
                    <a:pt x="9760985" y="971181"/>
                  </a:lnTo>
                  <a:lnTo>
                    <a:pt x="9861231" y="978125"/>
                  </a:lnTo>
                  <a:lnTo>
                    <a:pt x="9964902" y="984269"/>
                  </a:lnTo>
                  <a:lnTo>
                    <a:pt x="10069014" y="989602"/>
                  </a:lnTo>
                  <a:lnTo>
                    <a:pt x="10169721" y="994106"/>
                  </a:lnTo>
                  <a:lnTo>
                    <a:pt x="10262669" y="997768"/>
                  </a:lnTo>
                  <a:lnTo>
                    <a:pt x="10343590" y="1000600"/>
                  </a:lnTo>
                  <a:lnTo>
                    <a:pt x="10409056" y="1002648"/>
                  </a:lnTo>
                  <a:lnTo>
                    <a:pt x="10457191" y="1004002"/>
                  </a:lnTo>
                  <a:lnTo>
                    <a:pt x="10488143" y="1004789"/>
                  </a:lnTo>
                  <a:lnTo>
                    <a:pt x="10504178" y="1005158"/>
                  </a:lnTo>
                  <a:lnTo>
                    <a:pt x="10509494" y="1005270"/>
                  </a:lnTo>
                  <a:lnTo>
                    <a:pt x="10509911" y="1005278"/>
                  </a:lnTo>
                  <a:lnTo>
                    <a:pt x="11981298" y="1005278"/>
                  </a:lnTo>
                  <a:lnTo>
                    <a:pt x="11981298" y="980759"/>
                  </a:lnTo>
                  <a:lnTo>
                    <a:pt x="10509911" y="980759"/>
                  </a:lnTo>
                  <a:lnTo>
                    <a:pt x="10508685" y="980735"/>
                  </a:lnTo>
                  <a:lnTo>
                    <a:pt x="10500639" y="980561"/>
                  </a:lnTo>
                  <a:lnTo>
                    <a:pt x="10480402" y="980081"/>
                  </a:lnTo>
                  <a:lnTo>
                    <a:pt x="10444338" y="979136"/>
                  </a:lnTo>
                  <a:lnTo>
                    <a:pt x="10390817" y="977581"/>
                  </a:lnTo>
                  <a:lnTo>
                    <a:pt x="10320341" y="975300"/>
                  </a:lnTo>
                  <a:lnTo>
                    <a:pt x="10235322" y="972218"/>
                  </a:lnTo>
                  <a:lnTo>
                    <a:pt x="10139529" y="968298"/>
                  </a:lnTo>
                  <a:lnTo>
                    <a:pt x="10037332" y="963538"/>
                  </a:lnTo>
                  <a:lnTo>
                    <a:pt x="9932982" y="957955"/>
                  </a:lnTo>
                  <a:lnTo>
                    <a:pt x="9830086" y="951566"/>
                  </a:lnTo>
                  <a:lnTo>
                    <a:pt x="9731335" y="944376"/>
                  </a:lnTo>
                  <a:lnTo>
                    <a:pt x="9638470" y="936366"/>
                  </a:lnTo>
                  <a:lnTo>
                    <a:pt x="9552388" y="927489"/>
                  </a:lnTo>
                  <a:lnTo>
                    <a:pt x="9473325" y="917666"/>
                  </a:lnTo>
                  <a:lnTo>
                    <a:pt x="9401043" y="906789"/>
                  </a:lnTo>
                  <a:lnTo>
                    <a:pt x="9334989" y="894718"/>
                  </a:lnTo>
                  <a:lnTo>
                    <a:pt x="9274430" y="881295"/>
                  </a:lnTo>
                  <a:lnTo>
                    <a:pt x="9218540" y="866346"/>
                  </a:lnTo>
                  <a:lnTo>
                    <a:pt x="9166475" y="849702"/>
                  </a:lnTo>
                  <a:lnTo>
                    <a:pt x="9117425" y="831229"/>
                  </a:lnTo>
                  <a:lnTo>
                    <a:pt x="9084767" y="817299"/>
                  </a:lnTo>
                  <a:lnTo>
                    <a:pt x="9033780" y="792865"/>
                  </a:lnTo>
                  <a:lnTo>
                    <a:pt x="8984373" y="765998"/>
                  </a:lnTo>
                  <a:lnTo>
                    <a:pt x="8935964" y="736662"/>
                  </a:lnTo>
                  <a:lnTo>
                    <a:pt x="8888123" y="704896"/>
                  </a:lnTo>
                  <a:lnTo>
                    <a:pt x="8840542" y="670832"/>
                  </a:lnTo>
                  <a:lnTo>
                    <a:pt x="8793024" y="634692"/>
                  </a:lnTo>
                  <a:lnTo>
                    <a:pt x="8745452" y="596795"/>
                  </a:lnTo>
                  <a:lnTo>
                    <a:pt x="8697786" y="557544"/>
                  </a:lnTo>
                  <a:lnTo>
                    <a:pt x="8650036" y="517411"/>
                  </a:lnTo>
                  <a:lnTo>
                    <a:pt x="8602247" y="476918"/>
                  </a:lnTo>
                  <a:lnTo>
                    <a:pt x="8554477" y="436605"/>
                  </a:lnTo>
                  <a:lnTo>
                    <a:pt x="8506780" y="397002"/>
                  </a:lnTo>
                  <a:lnTo>
                    <a:pt x="8459179" y="358602"/>
                  </a:lnTo>
                  <a:lnTo>
                    <a:pt x="8411651" y="321833"/>
                  </a:lnTo>
                  <a:lnTo>
                    <a:pt x="8364109" y="287043"/>
                  </a:lnTo>
                  <a:lnTo>
                    <a:pt x="8316384" y="254487"/>
                  </a:lnTo>
                  <a:lnTo>
                    <a:pt x="8268206" y="224327"/>
                  </a:lnTo>
                  <a:lnTo>
                    <a:pt x="8219191" y="196632"/>
                  </a:lnTo>
                  <a:lnTo>
                    <a:pt x="8168811" y="171390"/>
                  </a:lnTo>
                  <a:lnTo>
                    <a:pt x="8151487" y="163459"/>
                  </a:lnTo>
                  <a:lnTo>
                    <a:pt x="8104096" y="143678"/>
                  </a:lnTo>
                  <a:lnTo>
                    <a:pt x="8054206" y="125775"/>
                  </a:lnTo>
                  <a:lnTo>
                    <a:pt x="8001060" y="109667"/>
                  </a:lnTo>
                  <a:lnTo>
                    <a:pt x="7943831" y="95203"/>
                  </a:lnTo>
                  <a:lnTo>
                    <a:pt x="7881676" y="82212"/>
                  </a:lnTo>
                  <a:lnTo>
                    <a:pt x="7813788" y="70522"/>
                  </a:lnTo>
                  <a:lnTo>
                    <a:pt x="7739478" y="59981"/>
                  </a:lnTo>
                  <a:lnTo>
                    <a:pt x="7658275" y="50458"/>
                  </a:lnTo>
                  <a:lnTo>
                    <a:pt x="7570066" y="41853"/>
                  </a:lnTo>
                  <a:lnTo>
                    <a:pt x="7475269" y="34097"/>
                  </a:lnTo>
                  <a:lnTo>
                    <a:pt x="7375022" y="27153"/>
                  </a:lnTo>
                  <a:lnTo>
                    <a:pt x="7271351" y="21009"/>
                  </a:lnTo>
                  <a:lnTo>
                    <a:pt x="7167240" y="15676"/>
                  </a:lnTo>
                  <a:lnTo>
                    <a:pt x="7066532" y="11172"/>
                  </a:lnTo>
                  <a:lnTo>
                    <a:pt x="6973584" y="7510"/>
                  </a:lnTo>
                  <a:lnTo>
                    <a:pt x="6892663" y="4678"/>
                  </a:lnTo>
                  <a:lnTo>
                    <a:pt x="6827198" y="2630"/>
                  </a:lnTo>
                  <a:lnTo>
                    <a:pt x="6779062" y="1275"/>
                  </a:lnTo>
                  <a:lnTo>
                    <a:pt x="6748111" y="489"/>
                  </a:lnTo>
                  <a:lnTo>
                    <a:pt x="6732076" y="119"/>
                  </a:lnTo>
                  <a:lnTo>
                    <a:pt x="6726760" y="8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717" y="0"/>
                  </a:lnTo>
                  <a:lnTo>
                    <a:pt x="5245595" y="1"/>
                  </a:lnTo>
                  <a:lnTo>
                    <a:pt x="5225174" y="5"/>
                  </a:lnTo>
                  <a:lnTo>
                    <a:pt x="5188796" y="13"/>
                  </a:lnTo>
                  <a:lnTo>
                    <a:pt x="5134841" y="26"/>
                  </a:lnTo>
                  <a:lnTo>
                    <a:pt x="5063845" y="45"/>
                  </a:lnTo>
                  <a:lnTo>
                    <a:pt x="4978277" y="71"/>
                  </a:lnTo>
                  <a:lnTo>
                    <a:pt x="4881960" y="104"/>
                  </a:lnTo>
                  <a:lnTo>
                    <a:pt x="4779314" y="144"/>
                  </a:lnTo>
                  <a:lnTo>
                    <a:pt x="4674619" y="191"/>
                  </a:lnTo>
                  <a:lnTo>
                    <a:pt x="4571491" y="245"/>
                  </a:lnTo>
                  <a:lnTo>
                    <a:pt x="4472614" y="305"/>
                  </a:lnTo>
                  <a:lnTo>
                    <a:pt x="4379710" y="372"/>
                  </a:lnTo>
                  <a:lnTo>
                    <a:pt x="4293657" y="447"/>
                  </a:lnTo>
                  <a:lnTo>
                    <a:pt x="4214667" y="530"/>
                  </a:lnTo>
                  <a:lnTo>
                    <a:pt x="4142480" y="621"/>
                  </a:lnTo>
                  <a:lnTo>
                    <a:pt x="4076527" y="722"/>
                  </a:lnTo>
                  <a:lnTo>
                    <a:pt x="4016061" y="835"/>
                  </a:lnTo>
                  <a:lnTo>
                    <a:pt x="3960244" y="961"/>
                  </a:lnTo>
                  <a:lnTo>
                    <a:pt x="3908225" y="1101"/>
                  </a:lnTo>
                  <a:lnTo>
                    <a:pt x="3859190" y="1257"/>
                  </a:lnTo>
                  <a:lnTo>
                    <a:pt x="3829811" y="1362"/>
                  </a:lnTo>
                  <a:lnTo>
                    <a:pt x="3773575" y="1588"/>
                  </a:lnTo>
                  <a:lnTo>
                    <a:pt x="3719188" y="1839"/>
                  </a:lnTo>
                  <a:lnTo>
                    <a:pt x="3665898" y="2115"/>
                  </a:lnTo>
                  <a:lnTo>
                    <a:pt x="3613170" y="2415"/>
                  </a:lnTo>
                  <a:lnTo>
                    <a:pt x="3560647" y="2738"/>
                  </a:lnTo>
                  <a:lnTo>
                    <a:pt x="3508116" y="3081"/>
                  </a:lnTo>
                  <a:lnTo>
                    <a:pt x="3455480" y="3439"/>
                  </a:lnTo>
                  <a:lnTo>
                    <a:pt x="3402735" y="3807"/>
                  </a:lnTo>
                  <a:lnTo>
                    <a:pt x="3349931" y="4180"/>
                  </a:lnTo>
                  <a:lnTo>
                    <a:pt x="3297147" y="4551"/>
                  </a:lnTo>
                  <a:lnTo>
                    <a:pt x="3244453" y="4914"/>
                  </a:lnTo>
                  <a:lnTo>
                    <a:pt x="3191876" y="5265"/>
                  </a:lnTo>
                  <a:lnTo>
                    <a:pt x="3139367" y="5598"/>
                  </a:lnTo>
                  <a:lnTo>
                    <a:pt x="3086776" y="5910"/>
                  </a:lnTo>
                  <a:lnTo>
                    <a:pt x="3033821" y="6199"/>
                  </a:lnTo>
                  <a:lnTo>
                    <a:pt x="2980061" y="6462"/>
                  </a:lnTo>
                  <a:lnTo>
                    <a:pt x="2924856" y="6701"/>
                  </a:lnTo>
                  <a:lnTo>
                    <a:pt x="2896531" y="6810"/>
                  </a:lnTo>
                  <a:lnTo>
                    <a:pt x="2848982" y="6976"/>
                  </a:lnTo>
                  <a:lnTo>
                    <a:pt x="2798914" y="7125"/>
                  </a:lnTo>
                  <a:lnTo>
                    <a:pt x="2745563" y="7260"/>
                  </a:lnTo>
                  <a:lnTo>
                    <a:pt x="2688096" y="7381"/>
                  </a:lnTo>
                  <a:lnTo>
                    <a:pt x="2625658" y="7489"/>
                  </a:lnTo>
                  <a:lnTo>
                    <a:pt x="2557437" y="7587"/>
                  </a:lnTo>
                  <a:lnTo>
                    <a:pt x="2482741" y="7675"/>
                  </a:lnTo>
                  <a:lnTo>
                    <a:pt x="2401099" y="7754"/>
                  </a:lnTo>
                  <a:lnTo>
                    <a:pt x="2312409" y="7826"/>
                  </a:lnTo>
                  <a:lnTo>
                    <a:pt x="2217110" y="7890"/>
                  </a:lnTo>
                  <a:lnTo>
                    <a:pt x="2116379" y="7948"/>
                  </a:lnTo>
                  <a:lnTo>
                    <a:pt x="2012293" y="7999"/>
                  </a:lnTo>
                  <a:lnTo>
                    <a:pt x="1907901" y="8044"/>
                  </a:lnTo>
                  <a:lnTo>
                    <a:pt x="1807115" y="8081"/>
                  </a:lnTo>
                  <a:lnTo>
                    <a:pt x="1714343" y="8111"/>
                  </a:lnTo>
                  <a:lnTo>
                    <a:pt x="1633872" y="8135"/>
                  </a:lnTo>
                  <a:lnTo>
                    <a:pt x="1569101" y="8151"/>
                  </a:lnTo>
                  <a:lnTo>
                    <a:pt x="1521819" y="8162"/>
                  </a:lnTo>
                  <a:lnTo>
                    <a:pt x="1491757" y="8169"/>
                  </a:lnTo>
                  <a:lnTo>
                    <a:pt x="1476500" y="8172"/>
                  </a:lnTo>
                  <a:lnTo>
                    <a:pt x="1471693" y="8172"/>
                  </a:lnTo>
                  <a:lnTo>
                    <a:pt x="1471387" y="8172"/>
                  </a:lnTo>
                  <a:lnTo>
                    <a:pt x="0" y="8172"/>
                  </a:lnTo>
                  <a:close/>
                </a:path>
              </a:pathLst>
            </a:custGeom>
            <a:solidFill>
              <a:srgbClr val="F28E5B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903" name="pl903"/>
            <p:cNvSpPr/>
            <p:nvPr/>
          </p:nvSpPr>
          <p:spPr>
            <a:xfrm>
              <a:off x="4799595" y="7578783"/>
              <a:ext cx="11981298" cy="980759"/>
            </a:xfrm>
            <a:custGeom>
              <a:avLst/>
              <a:pathLst>
                <a:path w="11981298" h="980759">
                  <a:moveTo>
                    <a:pt x="0" y="8172"/>
                  </a:moveTo>
                  <a:lnTo>
                    <a:pt x="1471387" y="8172"/>
                  </a:lnTo>
                  <a:lnTo>
                    <a:pt x="1472625" y="8172"/>
                  </a:lnTo>
                  <a:lnTo>
                    <a:pt x="1480747" y="8171"/>
                  </a:lnTo>
                  <a:lnTo>
                    <a:pt x="1501168" y="8167"/>
                  </a:lnTo>
                  <a:lnTo>
                    <a:pt x="1537546" y="8159"/>
                  </a:lnTo>
                  <a:lnTo>
                    <a:pt x="1591501" y="8146"/>
                  </a:lnTo>
                  <a:lnTo>
                    <a:pt x="1662497" y="8127"/>
                  </a:lnTo>
                  <a:lnTo>
                    <a:pt x="1748066" y="8101"/>
                  </a:lnTo>
                  <a:lnTo>
                    <a:pt x="1844382" y="8068"/>
                  </a:lnTo>
                  <a:lnTo>
                    <a:pt x="1947028" y="8028"/>
                  </a:lnTo>
                  <a:lnTo>
                    <a:pt x="2051723" y="7981"/>
                  </a:lnTo>
                  <a:lnTo>
                    <a:pt x="2154851" y="7927"/>
                  </a:lnTo>
                  <a:lnTo>
                    <a:pt x="2253729" y="7867"/>
                  </a:lnTo>
                  <a:lnTo>
                    <a:pt x="2346632" y="7800"/>
                  </a:lnTo>
                  <a:lnTo>
                    <a:pt x="2432685" y="7725"/>
                  </a:lnTo>
                  <a:lnTo>
                    <a:pt x="2511676" y="7642"/>
                  </a:lnTo>
                  <a:lnTo>
                    <a:pt x="2583862" y="7551"/>
                  </a:lnTo>
                  <a:lnTo>
                    <a:pt x="2649815" y="7450"/>
                  </a:lnTo>
                  <a:lnTo>
                    <a:pt x="2710282" y="7337"/>
                  </a:lnTo>
                  <a:lnTo>
                    <a:pt x="2766098" y="7211"/>
                  </a:lnTo>
                  <a:lnTo>
                    <a:pt x="2818117" y="7071"/>
                  </a:lnTo>
                  <a:lnTo>
                    <a:pt x="2867152" y="6915"/>
                  </a:lnTo>
                  <a:lnTo>
                    <a:pt x="2896531" y="6810"/>
                  </a:lnTo>
                  <a:lnTo>
                    <a:pt x="2952767" y="6584"/>
                  </a:lnTo>
                  <a:lnTo>
                    <a:pt x="3007154" y="6333"/>
                  </a:lnTo>
                  <a:lnTo>
                    <a:pt x="3060444" y="6057"/>
                  </a:lnTo>
                  <a:lnTo>
                    <a:pt x="3113172" y="5757"/>
                  </a:lnTo>
                  <a:lnTo>
                    <a:pt x="3165695" y="5434"/>
                  </a:lnTo>
                  <a:lnTo>
                    <a:pt x="3218227" y="5091"/>
                  </a:lnTo>
                  <a:lnTo>
                    <a:pt x="3270862" y="4733"/>
                  </a:lnTo>
                  <a:lnTo>
                    <a:pt x="3323608" y="4365"/>
                  </a:lnTo>
                  <a:lnTo>
                    <a:pt x="3376411" y="3992"/>
                  </a:lnTo>
                  <a:lnTo>
                    <a:pt x="3429195" y="3621"/>
                  </a:lnTo>
                  <a:lnTo>
                    <a:pt x="3481889" y="3258"/>
                  </a:lnTo>
                  <a:lnTo>
                    <a:pt x="3534467" y="2907"/>
                  </a:lnTo>
                  <a:lnTo>
                    <a:pt x="3586975" y="2574"/>
                  </a:lnTo>
                  <a:lnTo>
                    <a:pt x="3639566" y="2262"/>
                  </a:lnTo>
                  <a:lnTo>
                    <a:pt x="3692521" y="1973"/>
                  </a:lnTo>
                  <a:lnTo>
                    <a:pt x="3746282" y="1710"/>
                  </a:lnTo>
                  <a:lnTo>
                    <a:pt x="3801486" y="1471"/>
                  </a:lnTo>
                  <a:lnTo>
                    <a:pt x="3829811" y="1362"/>
                  </a:lnTo>
                  <a:lnTo>
                    <a:pt x="3877360" y="1196"/>
                  </a:lnTo>
                  <a:lnTo>
                    <a:pt x="3927428" y="1047"/>
                  </a:lnTo>
                  <a:lnTo>
                    <a:pt x="3980779" y="912"/>
                  </a:lnTo>
                  <a:lnTo>
                    <a:pt x="4038246" y="791"/>
                  </a:lnTo>
                  <a:lnTo>
                    <a:pt x="4100685" y="683"/>
                  </a:lnTo>
                  <a:lnTo>
                    <a:pt x="4168905" y="585"/>
                  </a:lnTo>
                  <a:lnTo>
                    <a:pt x="4243601" y="497"/>
                  </a:lnTo>
                  <a:lnTo>
                    <a:pt x="4325243" y="418"/>
                  </a:lnTo>
                  <a:lnTo>
                    <a:pt x="4413933" y="346"/>
                  </a:lnTo>
                  <a:lnTo>
                    <a:pt x="4509232" y="282"/>
                  </a:lnTo>
                  <a:lnTo>
                    <a:pt x="4609963" y="224"/>
                  </a:lnTo>
                  <a:lnTo>
                    <a:pt x="4714050" y="173"/>
                  </a:lnTo>
                  <a:lnTo>
                    <a:pt x="4818441" y="128"/>
                  </a:lnTo>
                  <a:lnTo>
                    <a:pt x="4919227" y="91"/>
                  </a:lnTo>
                  <a:lnTo>
                    <a:pt x="5011999" y="61"/>
                  </a:lnTo>
                  <a:lnTo>
                    <a:pt x="5092470" y="37"/>
                  </a:lnTo>
                  <a:lnTo>
                    <a:pt x="5157241" y="21"/>
                  </a:lnTo>
                  <a:lnTo>
                    <a:pt x="5204523" y="10"/>
                  </a:lnTo>
                  <a:lnTo>
                    <a:pt x="5234585" y="3"/>
                  </a:lnTo>
                  <a:lnTo>
                    <a:pt x="5249843" y="0"/>
                  </a:lnTo>
                  <a:lnTo>
                    <a:pt x="5254649" y="0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569" y="24"/>
                  </a:lnTo>
                  <a:lnTo>
                    <a:pt x="6735615" y="198"/>
                  </a:lnTo>
                  <a:lnTo>
                    <a:pt x="6755851" y="678"/>
                  </a:lnTo>
                  <a:lnTo>
                    <a:pt x="6791915" y="1623"/>
                  </a:lnTo>
                  <a:lnTo>
                    <a:pt x="6845436" y="3178"/>
                  </a:lnTo>
                  <a:lnTo>
                    <a:pt x="6915913" y="5458"/>
                  </a:lnTo>
                  <a:lnTo>
                    <a:pt x="7000931" y="8541"/>
                  </a:lnTo>
                  <a:lnTo>
                    <a:pt x="7096724" y="12461"/>
                  </a:lnTo>
                  <a:lnTo>
                    <a:pt x="7198922" y="17220"/>
                  </a:lnTo>
                  <a:lnTo>
                    <a:pt x="7303271" y="22803"/>
                  </a:lnTo>
                  <a:lnTo>
                    <a:pt x="7406167" y="29192"/>
                  </a:lnTo>
                  <a:lnTo>
                    <a:pt x="7504918" y="36383"/>
                  </a:lnTo>
                  <a:lnTo>
                    <a:pt x="7597784" y="44393"/>
                  </a:lnTo>
                  <a:lnTo>
                    <a:pt x="7683866" y="53270"/>
                  </a:lnTo>
                  <a:lnTo>
                    <a:pt x="7762928" y="63092"/>
                  </a:lnTo>
                  <a:lnTo>
                    <a:pt x="7835211" y="73970"/>
                  </a:lnTo>
                  <a:lnTo>
                    <a:pt x="7901264" y="86040"/>
                  </a:lnTo>
                  <a:lnTo>
                    <a:pt x="7961824" y="99464"/>
                  </a:lnTo>
                  <a:lnTo>
                    <a:pt x="8017713" y="114413"/>
                  </a:lnTo>
                  <a:lnTo>
                    <a:pt x="8069778" y="131056"/>
                  </a:lnTo>
                  <a:lnTo>
                    <a:pt x="8118828" y="149529"/>
                  </a:lnTo>
                  <a:lnTo>
                    <a:pt x="8151487" y="163459"/>
                  </a:lnTo>
                  <a:lnTo>
                    <a:pt x="8202474" y="187894"/>
                  </a:lnTo>
                  <a:lnTo>
                    <a:pt x="8251880" y="214760"/>
                  </a:lnTo>
                  <a:lnTo>
                    <a:pt x="8300289" y="244097"/>
                  </a:lnTo>
                  <a:lnTo>
                    <a:pt x="8348131" y="275863"/>
                  </a:lnTo>
                  <a:lnTo>
                    <a:pt x="8395711" y="309927"/>
                  </a:lnTo>
                  <a:lnTo>
                    <a:pt x="8443230" y="346066"/>
                  </a:lnTo>
                  <a:lnTo>
                    <a:pt x="8490801" y="383963"/>
                  </a:lnTo>
                  <a:lnTo>
                    <a:pt x="8538467" y="423215"/>
                  </a:lnTo>
                  <a:lnTo>
                    <a:pt x="8586217" y="463348"/>
                  </a:lnTo>
                  <a:lnTo>
                    <a:pt x="8634006" y="503841"/>
                  </a:lnTo>
                  <a:lnTo>
                    <a:pt x="8681776" y="544154"/>
                  </a:lnTo>
                  <a:lnTo>
                    <a:pt x="8729473" y="583757"/>
                  </a:lnTo>
                  <a:lnTo>
                    <a:pt x="8777075" y="622157"/>
                  </a:lnTo>
                  <a:lnTo>
                    <a:pt x="8824602" y="658926"/>
                  </a:lnTo>
                  <a:lnTo>
                    <a:pt x="8872144" y="693716"/>
                  </a:lnTo>
                  <a:lnTo>
                    <a:pt x="8919870" y="726272"/>
                  </a:lnTo>
                  <a:lnTo>
                    <a:pt x="8968047" y="756432"/>
                  </a:lnTo>
                  <a:lnTo>
                    <a:pt x="9017062" y="784127"/>
                  </a:lnTo>
                  <a:lnTo>
                    <a:pt x="9067443" y="809368"/>
                  </a:lnTo>
                  <a:lnTo>
                    <a:pt x="9084767" y="817299"/>
                  </a:lnTo>
                  <a:lnTo>
                    <a:pt x="9132157" y="837081"/>
                  </a:lnTo>
                  <a:lnTo>
                    <a:pt x="9182047" y="854983"/>
                  </a:lnTo>
                  <a:lnTo>
                    <a:pt x="9235194" y="871092"/>
                  </a:lnTo>
                  <a:lnTo>
                    <a:pt x="9292422" y="885556"/>
                  </a:lnTo>
                  <a:lnTo>
                    <a:pt x="9354577" y="898547"/>
                  </a:lnTo>
                  <a:lnTo>
                    <a:pt x="9422465" y="910236"/>
                  </a:lnTo>
                  <a:lnTo>
                    <a:pt x="9496775" y="920778"/>
                  </a:lnTo>
                  <a:lnTo>
                    <a:pt x="9577978" y="930301"/>
                  </a:lnTo>
                  <a:lnTo>
                    <a:pt x="9666187" y="938906"/>
                  </a:lnTo>
                  <a:lnTo>
                    <a:pt x="9760985" y="946662"/>
                  </a:lnTo>
                  <a:lnTo>
                    <a:pt x="9861231" y="953606"/>
                  </a:lnTo>
                  <a:lnTo>
                    <a:pt x="9964902" y="959750"/>
                  </a:lnTo>
                  <a:lnTo>
                    <a:pt x="10069014" y="965083"/>
                  </a:lnTo>
                  <a:lnTo>
                    <a:pt x="10169721" y="969587"/>
                  </a:lnTo>
                  <a:lnTo>
                    <a:pt x="10262669" y="973249"/>
                  </a:lnTo>
                  <a:lnTo>
                    <a:pt x="10343590" y="976081"/>
                  </a:lnTo>
                  <a:lnTo>
                    <a:pt x="10409056" y="978129"/>
                  </a:lnTo>
                  <a:lnTo>
                    <a:pt x="10457191" y="979483"/>
                  </a:lnTo>
                  <a:lnTo>
                    <a:pt x="10488143" y="980270"/>
                  </a:lnTo>
                  <a:lnTo>
                    <a:pt x="10504178" y="980640"/>
                  </a:lnTo>
                  <a:lnTo>
                    <a:pt x="10509494" y="980751"/>
                  </a:lnTo>
                  <a:lnTo>
                    <a:pt x="10509911" y="980759"/>
                  </a:lnTo>
                  <a:lnTo>
                    <a:pt x="11981298" y="98075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04" name="pl904"/>
            <p:cNvSpPr/>
            <p:nvPr/>
          </p:nvSpPr>
          <p:spPr>
            <a:xfrm>
              <a:off x="4799595" y="7554264"/>
              <a:ext cx="11981298" cy="980759"/>
            </a:xfrm>
            <a:custGeom>
              <a:avLst/>
              <a:pathLst>
                <a:path w="11981298" h="980759">
                  <a:moveTo>
                    <a:pt x="11981298" y="980759"/>
                  </a:moveTo>
                  <a:lnTo>
                    <a:pt x="10509911" y="980759"/>
                  </a:lnTo>
                  <a:lnTo>
                    <a:pt x="10508685" y="980735"/>
                  </a:lnTo>
                  <a:lnTo>
                    <a:pt x="10500639" y="980561"/>
                  </a:lnTo>
                  <a:lnTo>
                    <a:pt x="10480402" y="980081"/>
                  </a:lnTo>
                  <a:lnTo>
                    <a:pt x="10444338" y="979136"/>
                  </a:lnTo>
                  <a:lnTo>
                    <a:pt x="10390817" y="977581"/>
                  </a:lnTo>
                  <a:lnTo>
                    <a:pt x="10320341" y="975300"/>
                  </a:lnTo>
                  <a:lnTo>
                    <a:pt x="10235322" y="972218"/>
                  </a:lnTo>
                  <a:lnTo>
                    <a:pt x="10139529" y="968298"/>
                  </a:lnTo>
                  <a:lnTo>
                    <a:pt x="10037332" y="963538"/>
                  </a:lnTo>
                  <a:lnTo>
                    <a:pt x="9932982" y="957955"/>
                  </a:lnTo>
                  <a:lnTo>
                    <a:pt x="9830086" y="951566"/>
                  </a:lnTo>
                  <a:lnTo>
                    <a:pt x="9731335" y="944376"/>
                  </a:lnTo>
                  <a:lnTo>
                    <a:pt x="9638470" y="936366"/>
                  </a:lnTo>
                  <a:lnTo>
                    <a:pt x="9552388" y="927489"/>
                  </a:lnTo>
                  <a:lnTo>
                    <a:pt x="9473325" y="917666"/>
                  </a:lnTo>
                  <a:lnTo>
                    <a:pt x="9401043" y="906789"/>
                  </a:lnTo>
                  <a:lnTo>
                    <a:pt x="9334989" y="894718"/>
                  </a:lnTo>
                  <a:lnTo>
                    <a:pt x="9274430" y="881295"/>
                  </a:lnTo>
                  <a:lnTo>
                    <a:pt x="9218540" y="866346"/>
                  </a:lnTo>
                  <a:lnTo>
                    <a:pt x="9166475" y="849702"/>
                  </a:lnTo>
                  <a:lnTo>
                    <a:pt x="9117425" y="831229"/>
                  </a:lnTo>
                  <a:lnTo>
                    <a:pt x="9084767" y="817299"/>
                  </a:lnTo>
                  <a:lnTo>
                    <a:pt x="9033780" y="792865"/>
                  </a:lnTo>
                  <a:lnTo>
                    <a:pt x="8984373" y="765998"/>
                  </a:lnTo>
                  <a:lnTo>
                    <a:pt x="8935964" y="736662"/>
                  </a:lnTo>
                  <a:lnTo>
                    <a:pt x="8888123" y="704896"/>
                  </a:lnTo>
                  <a:lnTo>
                    <a:pt x="8840542" y="670832"/>
                  </a:lnTo>
                  <a:lnTo>
                    <a:pt x="8793024" y="634692"/>
                  </a:lnTo>
                  <a:lnTo>
                    <a:pt x="8745452" y="596795"/>
                  </a:lnTo>
                  <a:lnTo>
                    <a:pt x="8697786" y="557544"/>
                  </a:lnTo>
                  <a:lnTo>
                    <a:pt x="8650036" y="517411"/>
                  </a:lnTo>
                  <a:lnTo>
                    <a:pt x="8602247" y="476918"/>
                  </a:lnTo>
                  <a:lnTo>
                    <a:pt x="8554477" y="436605"/>
                  </a:lnTo>
                  <a:lnTo>
                    <a:pt x="8506780" y="397002"/>
                  </a:lnTo>
                  <a:lnTo>
                    <a:pt x="8459179" y="358602"/>
                  </a:lnTo>
                  <a:lnTo>
                    <a:pt x="8411651" y="321833"/>
                  </a:lnTo>
                  <a:lnTo>
                    <a:pt x="8364109" y="287043"/>
                  </a:lnTo>
                  <a:lnTo>
                    <a:pt x="8316384" y="254487"/>
                  </a:lnTo>
                  <a:lnTo>
                    <a:pt x="8268206" y="224327"/>
                  </a:lnTo>
                  <a:lnTo>
                    <a:pt x="8219191" y="196632"/>
                  </a:lnTo>
                  <a:lnTo>
                    <a:pt x="8168811" y="171390"/>
                  </a:lnTo>
                  <a:lnTo>
                    <a:pt x="8151487" y="163459"/>
                  </a:lnTo>
                  <a:lnTo>
                    <a:pt x="8104096" y="143678"/>
                  </a:lnTo>
                  <a:lnTo>
                    <a:pt x="8054206" y="125775"/>
                  </a:lnTo>
                  <a:lnTo>
                    <a:pt x="8001060" y="109667"/>
                  </a:lnTo>
                  <a:lnTo>
                    <a:pt x="7943831" y="95203"/>
                  </a:lnTo>
                  <a:lnTo>
                    <a:pt x="7881676" y="82212"/>
                  </a:lnTo>
                  <a:lnTo>
                    <a:pt x="7813788" y="70522"/>
                  </a:lnTo>
                  <a:lnTo>
                    <a:pt x="7739478" y="59981"/>
                  </a:lnTo>
                  <a:lnTo>
                    <a:pt x="7658275" y="50458"/>
                  </a:lnTo>
                  <a:lnTo>
                    <a:pt x="7570066" y="41853"/>
                  </a:lnTo>
                  <a:lnTo>
                    <a:pt x="7475269" y="34097"/>
                  </a:lnTo>
                  <a:lnTo>
                    <a:pt x="7375022" y="27153"/>
                  </a:lnTo>
                  <a:lnTo>
                    <a:pt x="7271351" y="21009"/>
                  </a:lnTo>
                  <a:lnTo>
                    <a:pt x="7167240" y="15676"/>
                  </a:lnTo>
                  <a:lnTo>
                    <a:pt x="7066532" y="11172"/>
                  </a:lnTo>
                  <a:lnTo>
                    <a:pt x="6973584" y="7510"/>
                  </a:lnTo>
                  <a:lnTo>
                    <a:pt x="6892663" y="4678"/>
                  </a:lnTo>
                  <a:lnTo>
                    <a:pt x="6827198" y="2630"/>
                  </a:lnTo>
                  <a:lnTo>
                    <a:pt x="6779062" y="1275"/>
                  </a:lnTo>
                  <a:lnTo>
                    <a:pt x="6748111" y="489"/>
                  </a:lnTo>
                  <a:lnTo>
                    <a:pt x="6732076" y="119"/>
                  </a:lnTo>
                  <a:lnTo>
                    <a:pt x="6726760" y="8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717" y="0"/>
                  </a:lnTo>
                  <a:lnTo>
                    <a:pt x="5245595" y="1"/>
                  </a:lnTo>
                  <a:lnTo>
                    <a:pt x="5225174" y="5"/>
                  </a:lnTo>
                  <a:lnTo>
                    <a:pt x="5188796" y="13"/>
                  </a:lnTo>
                  <a:lnTo>
                    <a:pt x="5134841" y="26"/>
                  </a:lnTo>
                  <a:lnTo>
                    <a:pt x="5063845" y="45"/>
                  </a:lnTo>
                  <a:lnTo>
                    <a:pt x="4978277" y="71"/>
                  </a:lnTo>
                  <a:lnTo>
                    <a:pt x="4881960" y="104"/>
                  </a:lnTo>
                  <a:lnTo>
                    <a:pt x="4779314" y="144"/>
                  </a:lnTo>
                  <a:lnTo>
                    <a:pt x="4674619" y="191"/>
                  </a:lnTo>
                  <a:lnTo>
                    <a:pt x="4571491" y="245"/>
                  </a:lnTo>
                  <a:lnTo>
                    <a:pt x="4472614" y="305"/>
                  </a:lnTo>
                  <a:lnTo>
                    <a:pt x="4379710" y="372"/>
                  </a:lnTo>
                  <a:lnTo>
                    <a:pt x="4293657" y="447"/>
                  </a:lnTo>
                  <a:lnTo>
                    <a:pt x="4214667" y="530"/>
                  </a:lnTo>
                  <a:lnTo>
                    <a:pt x="4142480" y="621"/>
                  </a:lnTo>
                  <a:lnTo>
                    <a:pt x="4076527" y="722"/>
                  </a:lnTo>
                  <a:lnTo>
                    <a:pt x="4016061" y="835"/>
                  </a:lnTo>
                  <a:lnTo>
                    <a:pt x="3960244" y="961"/>
                  </a:lnTo>
                  <a:lnTo>
                    <a:pt x="3908225" y="1101"/>
                  </a:lnTo>
                  <a:lnTo>
                    <a:pt x="3859190" y="1257"/>
                  </a:lnTo>
                  <a:lnTo>
                    <a:pt x="3829811" y="1362"/>
                  </a:lnTo>
                  <a:lnTo>
                    <a:pt x="3773575" y="1588"/>
                  </a:lnTo>
                  <a:lnTo>
                    <a:pt x="3719188" y="1839"/>
                  </a:lnTo>
                  <a:lnTo>
                    <a:pt x="3665898" y="2115"/>
                  </a:lnTo>
                  <a:lnTo>
                    <a:pt x="3613170" y="2415"/>
                  </a:lnTo>
                  <a:lnTo>
                    <a:pt x="3560647" y="2738"/>
                  </a:lnTo>
                  <a:lnTo>
                    <a:pt x="3508116" y="3081"/>
                  </a:lnTo>
                  <a:lnTo>
                    <a:pt x="3455480" y="3439"/>
                  </a:lnTo>
                  <a:lnTo>
                    <a:pt x="3402735" y="3807"/>
                  </a:lnTo>
                  <a:lnTo>
                    <a:pt x="3349931" y="4180"/>
                  </a:lnTo>
                  <a:lnTo>
                    <a:pt x="3297147" y="4551"/>
                  </a:lnTo>
                  <a:lnTo>
                    <a:pt x="3244453" y="4914"/>
                  </a:lnTo>
                  <a:lnTo>
                    <a:pt x="3191876" y="5265"/>
                  </a:lnTo>
                  <a:lnTo>
                    <a:pt x="3139367" y="5598"/>
                  </a:lnTo>
                  <a:lnTo>
                    <a:pt x="3086776" y="5910"/>
                  </a:lnTo>
                  <a:lnTo>
                    <a:pt x="3033821" y="6199"/>
                  </a:lnTo>
                  <a:lnTo>
                    <a:pt x="2980061" y="6462"/>
                  </a:lnTo>
                  <a:lnTo>
                    <a:pt x="2924856" y="6701"/>
                  </a:lnTo>
                  <a:lnTo>
                    <a:pt x="2896531" y="6810"/>
                  </a:lnTo>
                  <a:lnTo>
                    <a:pt x="2848982" y="6976"/>
                  </a:lnTo>
                  <a:lnTo>
                    <a:pt x="2798914" y="7125"/>
                  </a:lnTo>
                  <a:lnTo>
                    <a:pt x="2745563" y="7260"/>
                  </a:lnTo>
                  <a:lnTo>
                    <a:pt x="2688096" y="7381"/>
                  </a:lnTo>
                  <a:lnTo>
                    <a:pt x="2625658" y="7489"/>
                  </a:lnTo>
                  <a:lnTo>
                    <a:pt x="2557437" y="7587"/>
                  </a:lnTo>
                  <a:lnTo>
                    <a:pt x="2482741" y="7675"/>
                  </a:lnTo>
                  <a:lnTo>
                    <a:pt x="2401099" y="7754"/>
                  </a:lnTo>
                  <a:lnTo>
                    <a:pt x="2312409" y="7826"/>
                  </a:lnTo>
                  <a:lnTo>
                    <a:pt x="2217110" y="7890"/>
                  </a:lnTo>
                  <a:lnTo>
                    <a:pt x="2116379" y="7948"/>
                  </a:lnTo>
                  <a:lnTo>
                    <a:pt x="2012293" y="7999"/>
                  </a:lnTo>
                  <a:lnTo>
                    <a:pt x="1907901" y="8044"/>
                  </a:lnTo>
                  <a:lnTo>
                    <a:pt x="1807115" y="8081"/>
                  </a:lnTo>
                  <a:lnTo>
                    <a:pt x="1714343" y="8111"/>
                  </a:lnTo>
                  <a:lnTo>
                    <a:pt x="1633872" y="8135"/>
                  </a:lnTo>
                  <a:lnTo>
                    <a:pt x="1569101" y="8151"/>
                  </a:lnTo>
                  <a:lnTo>
                    <a:pt x="1521819" y="8162"/>
                  </a:lnTo>
                  <a:lnTo>
                    <a:pt x="1491757" y="8169"/>
                  </a:lnTo>
                  <a:lnTo>
                    <a:pt x="1476500" y="8172"/>
                  </a:lnTo>
                  <a:lnTo>
                    <a:pt x="1471693" y="8172"/>
                  </a:lnTo>
                  <a:lnTo>
                    <a:pt x="1471387" y="8172"/>
                  </a:lnTo>
                  <a:lnTo>
                    <a:pt x="0" y="817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05" name="pg905"/>
            <p:cNvSpPr/>
            <p:nvPr/>
          </p:nvSpPr>
          <p:spPr>
            <a:xfrm>
              <a:off x="4799595" y="7586956"/>
              <a:ext cx="11981298" cy="1405755"/>
            </a:xfrm>
            <a:custGeom>
              <a:avLst/>
              <a:pathLst>
                <a:path w="11981298" h="1405755">
                  <a:moveTo>
                    <a:pt x="0" y="16345"/>
                  </a:moveTo>
                  <a:lnTo>
                    <a:pt x="1471387" y="16345"/>
                  </a:lnTo>
                  <a:lnTo>
                    <a:pt x="1472625" y="16346"/>
                  </a:lnTo>
                  <a:lnTo>
                    <a:pt x="1480747" y="16347"/>
                  </a:lnTo>
                  <a:lnTo>
                    <a:pt x="1501168" y="16351"/>
                  </a:lnTo>
                  <a:lnTo>
                    <a:pt x="1537546" y="16359"/>
                  </a:lnTo>
                  <a:lnTo>
                    <a:pt x="1591501" y="16372"/>
                  </a:lnTo>
                  <a:lnTo>
                    <a:pt x="1662497" y="16391"/>
                  </a:lnTo>
                  <a:lnTo>
                    <a:pt x="1748066" y="16417"/>
                  </a:lnTo>
                  <a:lnTo>
                    <a:pt x="1844382" y="16450"/>
                  </a:lnTo>
                  <a:lnTo>
                    <a:pt x="1947028" y="16490"/>
                  </a:lnTo>
                  <a:lnTo>
                    <a:pt x="2051723" y="16537"/>
                  </a:lnTo>
                  <a:lnTo>
                    <a:pt x="2154851" y="16591"/>
                  </a:lnTo>
                  <a:lnTo>
                    <a:pt x="2253729" y="16651"/>
                  </a:lnTo>
                  <a:lnTo>
                    <a:pt x="2346632" y="16718"/>
                  </a:lnTo>
                  <a:lnTo>
                    <a:pt x="2432685" y="16793"/>
                  </a:lnTo>
                  <a:lnTo>
                    <a:pt x="2511676" y="16876"/>
                  </a:lnTo>
                  <a:lnTo>
                    <a:pt x="2583862" y="16967"/>
                  </a:lnTo>
                  <a:lnTo>
                    <a:pt x="2649815" y="17068"/>
                  </a:lnTo>
                  <a:lnTo>
                    <a:pt x="2710282" y="17181"/>
                  </a:lnTo>
                  <a:lnTo>
                    <a:pt x="2766098" y="17307"/>
                  </a:lnTo>
                  <a:lnTo>
                    <a:pt x="2818117" y="17447"/>
                  </a:lnTo>
                  <a:lnTo>
                    <a:pt x="2867152" y="17603"/>
                  </a:lnTo>
                  <a:lnTo>
                    <a:pt x="2896531" y="17708"/>
                  </a:lnTo>
                  <a:lnTo>
                    <a:pt x="2952767" y="17934"/>
                  </a:lnTo>
                  <a:lnTo>
                    <a:pt x="3007154" y="18185"/>
                  </a:lnTo>
                  <a:lnTo>
                    <a:pt x="3060444" y="18461"/>
                  </a:lnTo>
                  <a:lnTo>
                    <a:pt x="3113172" y="18761"/>
                  </a:lnTo>
                  <a:lnTo>
                    <a:pt x="3165695" y="19084"/>
                  </a:lnTo>
                  <a:lnTo>
                    <a:pt x="3218227" y="19427"/>
                  </a:lnTo>
                  <a:lnTo>
                    <a:pt x="3270862" y="19785"/>
                  </a:lnTo>
                  <a:lnTo>
                    <a:pt x="3323608" y="20153"/>
                  </a:lnTo>
                  <a:lnTo>
                    <a:pt x="3376411" y="20526"/>
                  </a:lnTo>
                  <a:lnTo>
                    <a:pt x="3429195" y="20897"/>
                  </a:lnTo>
                  <a:lnTo>
                    <a:pt x="3481889" y="21260"/>
                  </a:lnTo>
                  <a:lnTo>
                    <a:pt x="3534467" y="21611"/>
                  </a:lnTo>
                  <a:lnTo>
                    <a:pt x="3586975" y="21944"/>
                  </a:lnTo>
                  <a:lnTo>
                    <a:pt x="3639566" y="22256"/>
                  </a:lnTo>
                  <a:lnTo>
                    <a:pt x="3692521" y="22545"/>
                  </a:lnTo>
                  <a:lnTo>
                    <a:pt x="3746282" y="22808"/>
                  </a:lnTo>
                  <a:lnTo>
                    <a:pt x="3801486" y="23047"/>
                  </a:lnTo>
                  <a:lnTo>
                    <a:pt x="3829811" y="23156"/>
                  </a:lnTo>
                  <a:lnTo>
                    <a:pt x="3877360" y="23322"/>
                  </a:lnTo>
                  <a:lnTo>
                    <a:pt x="3927428" y="23471"/>
                  </a:lnTo>
                  <a:lnTo>
                    <a:pt x="3980779" y="23606"/>
                  </a:lnTo>
                  <a:lnTo>
                    <a:pt x="4038246" y="23727"/>
                  </a:lnTo>
                  <a:lnTo>
                    <a:pt x="4100685" y="23835"/>
                  </a:lnTo>
                  <a:lnTo>
                    <a:pt x="4168905" y="23933"/>
                  </a:lnTo>
                  <a:lnTo>
                    <a:pt x="4243601" y="24021"/>
                  </a:lnTo>
                  <a:lnTo>
                    <a:pt x="4325243" y="24100"/>
                  </a:lnTo>
                  <a:lnTo>
                    <a:pt x="4413933" y="24172"/>
                  </a:lnTo>
                  <a:lnTo>
                    <a:pt x="4509232" y="24236"/>
                  </a:lnTo>
                  <a:lnTo>
                    <a:pt x="4609963" y="24294"/>
                  </a:lnTo>
                  <a:lnTo>
                    <a:pt x="4714050" y="24345"/>
                  </a:lnTo>
                  <a:lnTo>
                    <a:pt x="4818441" y="24390"/>
                  </a:lnTo>
                  <a:lnTo>
                    <a:pt x="4919227" y="24427"/>
                  </a:lnTo>
                  <a:lnTo>
                    <a:pt x="5011999" y="24457"/>
                  </a:lnTo>
                  <a:lnTo>
                    <a:pt x="5092470" y="24481"/>
                  </a:lnTo>
                  <a:lnTo>
                    <a:pt x="5157241" y="24497"/>
                  </a:lnTo>
                  <a:lnTo>
                    <a:pt x="5204523" y="24508"/>
                  </a:lnTo>
                  <a:lnTo>
                    <a:pt x="5234585" y="24515"/>
                  </a:lnTo>
                  <a:lnTo>
                    <a:pt x="5249843" y="24518"/>
                  </a:lnTo>
                  <a:lnTo>
                    <a:pt x="5254649" y="24518"/>
                  </a:lnTo>
                  <a:lnTo>
                    <a:pt x="5254955" y="24518"/>
                  </a:lnTo>
                  <a:lnTo>
                    <a:pt x="6726343" y="24518"/>
                  </a:lnTo>
                  <a:lnTo>
                    <a:pt x="6727557" y="24552"/>
                  </a:lnTo>
                  <a:lnTo>
                    <a:pt x="6735530" y="24795"/>
                  </a:lnTo>
                  <a:lnTo>
                    <a:pt x="6755588" y="25465"/>
                  </a:lnTo>
                  <a:lnTo>
                    <a:pt x="6791350" y="26783"/>
                  </a:lnTo>
                  <a:lnTo>
                    <a:pt x="6844452" y="28952"/>
                  </a:lnTo>
                  <a:lnTo>
                    <a:pt x="6914428" y="32135"/>
                  </a:lnTo>
                  <a:lnTo>
                    <a:pt x="6998914" y="36439"/>
                  </a:lnTo>
                  <a:lnTo>
                    <a:pt x="7094200" y="41914"/>
                  </a:lnTo>
                  <a:lnTo>
                    <a:pt x="7195960" y="48564"/>
                  </a:lnTo>
                  <a:lnTo>
                    <a:pt x="7299972" y="56367"/>
                  </a:lnTo>
                  <a:lnTo>
                    <a:pt x="7402639" y="65299"/>
                  </a:lnTo>
                  <a:lnTo>
                    <a:pt x="7501264" y="75352"/>
                  </a:lnTo>
                  <a:lnTo>
                    <a:pt x="7594090" y="86551"/>
                  </a:lnTo>
                  <a:lnTo>
                    <a:pt x="7680198" y="98959"/>
                  </a:lnTo>
                  <a:lnTo>
                    <a:pt x="7759329" y="112685"/>
                  </a:lnTo>
                  <a:lnTo>
                    <a:pt x="7831703" y="127879"/>
                  </a:lnTo>
                  <a:lnTo>
                    <a:pt x="7897855" y="144731"/>
                  </a:lnTo>
                  <a:lnTo>
                    <a:pt x="7958505" y="163464"/>
                  </a:lnTo>
                  <a:lnTo>
                    <a:pt x="8014467" y="184318"/>
                  </a:lnTo>
                  <a:lnTo>
                    <a:pt x="8066578" y="207531"/>
                  </a:lnTo>
                  <a:lnTo>
                    <a:pt x="8115644" y="233294"/>
                  </a:lnTo>
                  <a:lnTo>
                    <a:pt x="8151487" y="254725"/>
                  </a:lnTo>
                  <a:lnTo>
                    <a:pt x="8199078" y="286699"/>
                  </a:lnTo>
                  <a:lnTo>
                    <a:pt x="8245258" y="321645"/>
                  </a:lnTo>
                  <a:lnTo>
                    <a:pt x="8290512" y="359615"/>
                  </a:lnTo>
                  <a:lnTo>
                    <a:pt x="8335208" y="400578"/>
                  </a:lnTo>
                  <a:lnTo>
                    <a:pt x="8379616" y="444411"/>
                  </a:lnTo>
                  <a:lnTo>
                    <a:pt x="8423921" y="490890"/>
                  </a:lnTo>
                  <a:lnTo>
                    <a:pt x="8468240" y="539693"/>
                  </a:lnTo>
                  <a:lnTo>
                    <a:pt x="8512632" y="590401"/>
                  </a:lnTo>
                  <a:lnTo>
                    <a:pt x="8557107" y="642512"/>
                  </a:lnTo>
                  <a:lnTo>
                    <a:pt x="8601643" y="695458"/>
                  </a:lnTo>
                  <a:lnTo>
                    <a:pt x="8646197" y="748633"/>
                  </a:lnTo>
                  <a:lnTo>
                    <a:pt x="8690720" y="801419"/>
                  </a:lnTo>
                  <a:lnTo>
                    <a:pt x="8735175" y="853217"/>
                  </a:lnTo>
                  <a:lnTo>
                    <a:pt x="8779545" y="903475"/>
                  </a:lnTo>
                  <a:lnTo>
                    <a:pt x="8823853" y="951711"/>
                  </a:lnTo>
                  <a:lnTo>
                    <a:pt x="8868171" y="997529"/>
                  </a:lnTo>
                  <a:lnTo>
                    <a:pt x="8912632" y="1040632"/>
                  </a:lnTo>
                  <a:lnTo>
                    <a:pt x="8957444" y="1080824"/>
                  </a:lnTo>
                  <a:lnTo>
                    <a:pt x="9002899" y="1118007"/>
                  </a:lnTo>
                  <a:lnTo>
                    <a:pt x="9049394" y="1152173"/>
                  </a:lnTo>
                  <a:lnTo>
                    <a:pt x="9084767" y="1175549"/>
                  </a:lnTo>
                  <a:lnTo>
                    <a:pt x="9132003" y="1203324"/>
                  </a:lnTo>
                  <a:lnTo>
                    <a:pt x="9181722" y="1228469"/>
                  </a:lnTo>
                  <a:lnTo>
                    <a:pt x="9234671" y="1251103"/>
                  </a:lnTo>
                  <a:lnTo>
                    <a:pt x="9291668" y="1271432"/>
                  </a:lnTo>
                  <a:lnTo>
                    <a:pt x="9353551" y="1289698"/>
                  </a:lnTo>
                  <a:lnTo>
                    <a:pt x="9421117" y="1306138"/>
                  </a:lnTo>
                  <a:lnTo>
                    <a:pt x="9495054" y="1320968"/>
                  </a:lnTo>
                  <a:lnTo>
                    <a:pt x="9575834" y="1334370"/>
                  </a:lnTo>
                  <a:lnTo>
                    <a:pt x="9663578" y="1346483"/>
                  </a:lnTo>
                  <a:lnTo>
                    <a:pt x="9757891" y="1357406"/>
                  </a:lnTo>
                  <a:lnTo>
                    <a:pt x="9857667" y="1367193"/>
                  </a:lnTo>
                  <a:lnTo>
                    <a:pt x="9960932" y="1375859"/>
                  </a:lnTo>
                  <a:lnTo>
                    <a:pt x="10064766" y="1383391"/>
                  </a:lnTo>
                  <a:lnTo>
                    <a:pt x="10165387" y="1389764"/>
                  </a:lnTo>
                  <a:lnTo>
                    <a:pt x="10258494" y="1394960"/>
                  </a:lnTo>
                  <a:lnTo>
                    <a:pt x="10339838" y="1398991"/>
                  </a:lnTo>
                  <a:lnTo>
                    <a:pt x="10405964" y="1401922"/>
                  </a:lnTo>
                  <a:lnTo>
                    <a:pt x="10454921" y="1403873"/>
                  </a:lnTo>
                  <a:lnTo>
                    <a:pt x="10486735" y="1405018"/>
                  </a:lnTo>
                  <a:lnTo>
                    <a:pt x="10503533" y="1405567"/>
                  </a:lnTo>
                  <a:lnTo>
                    <a:pt x="10509364" y="1405740"/>
                  </a:lnTo>
                  <a:lnTo>
                    <a:pt x="10509911" y="1405755"/>
                  </a:lnTo>
                  <a:lnTo>
                    <a:pt x="11981298" y="1405755"/>
                  </a:lnTo>
                  <a:lnTo>
                    <a:pt x="11981298" y="1389409"/>
                  </a:lnTo>
                  <a:lnTo>
                    <a:pt x="10509911" y="1389409"/>
                  </a:lnTo>
                  <a:lnTo>
                    <a:pt x="10508696" y="1389375"/>
                  </a:lnTo>
                  <a:lnTo>
                    <a:pt x="10500723" y="1389133"/>
                  </a:lnTo>
                  <a:lnTo>
                    <a:pt x="10480665" y="1388463"/>
                  </a:lnTo>
                  <a:lnTo>
                    <a:pt x="10444903" y="1387145"/>
                  </a:lnTo>
                  <a:lnTo>
                    <a:pt x="10391801" y="1384975"/>
                  </a:lnTo>
                  <a:lnTo>
                    <a:pt x="10321826" y="1381793"/>
                  </a:lnTo>
                  <a:lnTo>
                    <a:pt x="10237339" y="1377489"/>
                  </a:lnTo>
                  <a:lnTo>
                    <a:pt x="10142054" y="1372014"/>
                  </a:lnTo>
                  <a:lnTo>
                    <a:pt x="10040293" y="1365364"/>
                  </a:lnTo>
                  <a:lnTo>
                    <a:pt x="9936281" y="1357560"/>
                  </a:lnTo>
                  <a:lnTo>
                    <a:pt x="9833614" y="1348628"/>
                  </a:lnTo>
                  <a:lnTo>
                    <a:pt x="9734989" y="1338575"/>
                  </a:lnTo>
                  <a:lnTo>
                    <a:pt x="9642163" y="1327377"/>
                  </a:lnTo>
                  <a:lnTo>
                    <a:pt x="9556055" y="1314969"/>
                  </a:lnTo>
                  <a:lnTo>
                    <a:pt x="9476924" y="1301243"/>
                  </a:lnTo>
                  <a:lnTo>
                    <a:pt x="9404550" y="1286049"/>
                  </a:lnTo>
                  <a:lnTo>
                    <a:pt x="9338398" y="1269197"/>
                  </a:lnTo>
                  <a:lnTo>
                    <a:pt x="9277748" y="1250464"/>
                  </a:lnTo>
                  <a:lnTo>
                    <a:pt x="9221786" y="1229609"/>
                  </a:lnTo>
                  <a:lnTo>
                    <a:pt x="9169675" y="1206397"/>
                  </a:lnTo>
                  <a:lnTo>
                    <a:pt x="9120609" y="1180634"/>
                  </a:lnTo>
                  <a:lnTo>
                    <a:pt x="9084767" y="1159203"/>
                  </a:lnTo>
                  <a:lnTo>
                    <a:pt x="9037175" y="1127229"/>
                  </a:lnTo>
                  <a:lnTo>
                    <a:pt x="8990995" y="1092282"/>
                  </a:lnTo>
                  <a:lnTo>
                    <a:pt x="8945741" y="1054312"/>
                  </a:lnTo>
                  <a:lnTo>
                    <a:pt x="8901045" y="1013350"/>
                  </a:lnTo>
                  <a:lnTo>
                    <a:pt x="8856638" y="969517"/>
                  </a:lnTo>
                  <a:lnTo>
                    <a:pt x="8812332" y="923038"/>
                  </a:lnTo>
                  <a:lnTo>
                    <a:pt x="8768013" y="874235"/>
                  </a:lnTo>
                  <a:lnTo>
                    <a:pt x="8723621" y="823526"/>
                  </a:lnTo>
                  <a:lnTo>
                    <a:pt x="8679146" y="771416"/>
                  </a:lnTo>
                  <a:lnTo>
                    <a:pt x="8634610" y="718470"/>
                  </a:lnTo>
                  <a:lnTo>
                    <a:pt x="8590056" y="665295"/>
                  </a:lnTo>
                  <a:lnTo>
                    <a:pt x="8545533" y="612509"/>
                  </a:lnTo>
                  <a:lnTo>
                    <a:pt x="8501078" y="560711"/>
                  </a:lnTo>
                  <a:lnTo>
                    <a:pt x="8456708" y="510452"/>
                  </a:lnTo>
                  <a:lnTo>
                    <a:pt x="8412400" y="462217"/>
                  </a:lnTo>
                  <a:lnTo>
                    <a:pt x="8368082" y="416399"/>
                  </a:lnTo>
                  <a:lnTo>
                    <a:pt x="8323621" y="373296"/>
                  </a:lnTo>
                  <a:lnTo>
                    <a:pt x="8278809" y="333103"/>
                  </a:lnTo>
                  <a:lnTo>
                    <a:pt x="8233354" y="295920"/>
                  </a:lnTo>
                  <a:lnTo>
                    <a:pt x="8186859" y="261755"/>
                  </a:lnTo>
                  <a:lnTo>
                    <a:pt x="8151487" y="238379"/>
                  </a:lnTo>
                  <a:lnTo>
                    <a:pt x="8104250" y="210604"/>
                  </a:lnTo>
                  <a:lnTo>
                    <a:pt x="8054531" y="185459"/>
                  </a:lnTo>
                  <a:lnTo>
                    <a:pt x="8001582" y="162825"/>
                  </a:lnTo>
                  <a:lnTo>
                    <a:pt x="7944585" y="142495"/>
                  </a:lnTo>
                  <a:lnTo>
                    <a:pt x="7882703" y="124229"/>
                  </a:lnTo>
                  <a:lnTo>
                    <a:pt x="7815136" y="107789"/>
                  </a:lnTo>
                  <a:lnTo>
                    <a:pt x="7741199" y="92959"/>
                  </a:lnTo>
                  <a:lnTo>
                    <a:pt x="7660420" y="79558"/>
                  </a:lnTo>
                  <a:lnTo>
                    <a:pt x="7572675" y="67444"/>
                  </a:lnTo>
                  <a:lnTo>
                    <a:pt x="7478363" y="56522"/>
                  </a:lnTo>
                  <a:lnTo>
                    <a:pt x="7378587" y="46735"/>
                  </a:lnTo>
                  <a:lnTo>
                    <a:pt x="7275321" y="38069"/>
                  </a:lnTo>
                  <a:lnTo>
                    <a:pt x="7171488" y="30536"/>
                  </a:lnTo>
                  <a:lnTo>
                    <a:pt x="7070866" y="24164"/>
                  </a:lnTo>
                  <a:lnTo>
                    <a:pt x="6977759" y="18968"/>
                  </a:lnTo>
                  <a:lnTo>
                    <a:pt x="6896415" y="14936"/>
                  </a:lnTo>
                  <a:lnTo>
                    <a:pt x="6830289" y="12006"/>
                  </a:lnTo>
                  <a:lnTo>
                    <a:pt x="6781333" y="10055"/>
                  </a:lnTo>
                  <a:lnTo>
                    <a:pt x="6749519" y="8909"/>
                  </a:lnTo>
                  <a:lnTo>
                    <a:pt x="6732720" y="8361"/>
                  </a:lnTo>
                  <a:lnTo>
                    <a:pt x="6726889" y="8188"/>
                  </a:lnTo>
                  <a:lnTo>
                    <a:pt x="6726343" y="8172"/>
                  </a:lnTo>
                  <a:lnTo>
                    <a:pt x="5254955" y="8172"/>
                  </a:lnTo>
                  <a:lnTo>
                    <a:pt x="5253717" y="8172"/>
                  </a:lnTo>
                  <a:lnTo>
                    <a:pt x="5245595" y="8171"/>
                  </a:lnTo>
                  <a:lnTo>
                    <a:pt x="5225174" y="8167"/>
                  </a:lnTo>
                  <a:lnTo>
                    <a:pt x="5188796" y="8159"/>
                  </a:lnTo>
                  <a:lnTo>
                    <a:pt x="5134841" y="8146"/>
                  </a:lnTo>
                  <a:lnTo>
                    <a:pt x="5063845" y="8127"/>
                  </a:lnTo>
                  <a:lnTo>
                    <a:pt x="4978277" y="8101"/>
                  </a:lnTo>
                  <a:lnTo>
                    <a:pt x="4881960" y="8068"/>
                  </a:lnTo>
                  <a:lnTo>
                    <a:pt x="4779314" y="8028"/>
                  </a:lnTo>
                  <a:lnTo>
                    <a:pt x="4674619" y="7981"/>
                  </a:lnTo>
                  <a:lnTo>
                    <a:pt x="4571491" y="7927"/>
                  </a:lnTo>
                  <a:lnTo>
                    <a:pt x="4472614" y="7867"/>
                  </a:lnTo>
                  <a:lnTo>
                    <a:pt x="4379710" y="7800"/>
                  </a:lnTo>
                  <a:lnTo>
                    <a:pt x="4293657" y="7725"/>
                  </a:lnTo>
                  <a:lnTo>
                    <a:pt x="4214667" y="7642"/>
                  </a:lnTo>
                  <a:lnTo>
                    <a:pt x="4142480" y="7551"/>
                  </a:lnTo>
                  <a:lnTo>
                    <a:pt x="4076527" y="7450"/>
                  </a:lnTo>
                  <a:lnTo>
                    <a:pt x="4016061" y="7337"/>
                  </a:lnTo>
                  <a:lnTo>
                    <a:pt x="3960244" y="7211"/>
                  </a:lnTo>
                  <a:lnTo>
                    <a:pt x="3908225" y="7071"/>
                  </a:lnTo>
                  <a:lnTo>
                    <a:pt x="3859190" y="6915"/>
                  </a:lnTo>
                  <a:lnTo>
                    <a:pt x="3829811" y="6810"/>
                  </a:lnTo>
                  <a:lnTo>
                    <a:pt x="3773575" y="6584"/>
                  </a:lnTo>
                  <a:lnTo>
                    <a:pt x="3719188" y="6333"/>
                  </a:lnTo>
                  <a:lnTo>
                    <a:pt x="3665898" y="6057"/>
                  </a:lnTo>
                  <a:lnTo>
                    <a:pt x="3613170" y="5757"/>
                  </a:lnTo>
                  <a:lnTo>
                    <a:pt x="3560647" y="5434"/>
                  </a:lnTo>
                  <a:lnTo>
                    <a:pt x="3508116" y="5091"/>
                  </a:lnTo>
                  <a:lnTo>
                    <a:pt x="3455480" y="4733"/>
                  </a:lnTo>
                  <a:lnTo>
                    <a:pt x="3402735" y="4365"/>
                  </a:lnTo>
                  <a:lnTo>
                    <a:pt x="3349931" y="3992"/>
                  </a:lnTo>
                  <a:lnTo>
                    <a:pt x="3297147" y="3621"/>
                  </a:lnTo>
                  <a:lnTo>
                    <a:pt x="3244453" y="3258"/>
                  </a:lnTo>
                  <a:lnTo>
                    <a:pt x="3191876" y="2907"/>
                  </a:lnTo>
                  <a:lnTo>
                    <a:pt x="3139367" y="2574"/>
                  </a:lnTo>
                  <a:lnTo>
                    <a:pt x="3086776" y="2262"/>
                  </a:lnTo>
                  <a:lnTo>
                    <a:pt x="3033821" y="1973"/>
                  </a:lnTo>
                  <a:lnTo>
                    <a:pt x="2980061" y="1710"/>
                  </a:lnTo>
                  <a:lnTo>
                    <a:pt x="2924856" y="1471"/>
                  </a:lnTo>
                  <a:lnTo>
                    <a:pt x="2896531" y="1362"/>
                  </a:lnTo>
                  <a:lnTo>
                    <a:pt x="2848982" y="1196"/>
                  </a:lnTo>
                  <a:lnTo>
                    <a:pt x="2798914" y="1047"/>
                  </a:lnTo>
                  <a:lnTo>
                    <a:pt x="2745563" y="912"/>
                  </a:lnTo>
                  <a:lnTo>
                    <a:pt x="2688096" y="791"/>
                  </a:lnTo>
                  <a:lnTo>
                    <a:pt x="2625658" y="683"/>
                  </a:lnTo>
                  <a:lnTo>
                    <a:pt x="2557437" y="585"/>
                  </a:lnTo>
                  <a:lnTo>
                    <a:pt x="2482741" y="497"/>
                  </a:lnTo>
                  <a:lnTo>
                    <a:pt x="2401099" y="418"/>
                  </a:lnTo>
                  <a:lnTo>
                    <a:pt x="2312409" y="346"/>
                  </a:lnTo>
                  <a:lnTo>
                    <a:pt x="2217110" y="282"/>
                  </a:lnTo>
                  <a:lnTo>
                    <a:pt x="2116379" y="224"/>
                  </a:lnTo>
                  <a:lnTo>
                    <a:pt x="2012293" y="173"/>
                  </a:lnTo>
                  <a:lnTo>
                    <a:pt x="1907901" y="128"/>
                  </a:lnTo>
                  <a:lnTo>
                    <a:pt x="1807115" y="91"/>
                  </a:lnTo>
                  <a:lnTo>
                    <a:pt x="1714343" y="61"/>
                  </a:lnTo>
                  <a:lnTo>
                    <a:pt x="1633872" y="37"/>
                  </a:lnTo>
                  <a:lnTo>
                    <a:pt x="1569101" y="21"/>
                  </a:lnTo>
                  <a:lnTo>
                    <a:pt x="1521819" y="10"/>
                  </a:lnTo>
                  <a:lnTo>
                    <a:pt x="1491757" y="3"/>
                  </a:lnTo>
                  <a:lnTo>
                    <a:pt x="1476500" y="0"/>
                  </a:lnTo>
                  <a:lnTo>
                    <a:pt x="1471693" y="0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28E5B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906" name="pl906"/>
            <p:cNvSpPr/>
            <p:nvPr/>
          </p:nvSpPr>
          <p:spPr>
            <a:xfrm>
              <a:off x="4799595" y="7603302"/>
              <a:ext cx="11981298" cy="1389409"/>
            </a:xfrm>
            <a:custGeom>
              <a:avLst/>
              <a:pathLst>
                <a:path w="11981298" h="1389409">
                  <a:moveTo>
                    <a:pt x="0" y="0"/>
                  </a:moveTo>
                  <a:lnTo>
                    <a:pt x="1471387" y="0"/>
                  </a:lnTo>
                  <a:lnTo>
                    <a:pt x="1472625" y="0"/>
                  </a:lnTo>
                  <a:lnTo>
                    <a:pt x="1480747" y="1"/>
                  </a:lnTo>
                  <a:lnTo>
                    <a:pt x="1501168" y="5"/>
                  </a:lnTo>
                  <a:lnTo>
                    <a:pt x="1537546" y="13"/>
                  </a:lnTo>
                  <a:lnTo>
                    <a:pt x="1591501" y="26"/>
                  </a:lnTo>
                  <a:lnTo>
                    <a:pt x="1662497" y="45"/>
                  </a:lnTo>
                  <a:lnTo>
                    <a:pt x="1748066" y="71"/>
                  </a:lnTo>
                  <a:lnTo>
                    <a:pt x="1844382" y="104"/>
                  </a:lnTo>
                  <a:lnTo>
                    <a:pt x="1947028" y="144"/>
                  </a:lnTo>
                  <a:lnTo>
                    <a:pt x="2051723" y="191"/>
                  </a:lnTo>
                  <a:lnTo>
                    <a:pt x="2154851" y="245"/>
                  </a:lnTo>
                  <a:lnTo>
                    <a:pt x="2253729" y="305"/>
                  </a:lnTo>
                  <a:lnTo>
                    <a:pt x="2346632" y="372"/>
                  </a:lnTo>
                  <a:lnTo>
                    <a:pt x="2432685" y="447"/>
                  </a:lnTo>
                  <a:lnTo>
                    <a:pt x="2511676" y="530"/>
                  </a:lnTo>
                  <a:lnTo>
                    <a:pt x="2583862" y="621"/>
                  </a:lnTo>
                  <a:lnTo>
                    <a:pt x="2649815" y="722"/>
                  </a:lnTo>
                  <a:lnTo>
                    <a:pt x="2710282" y="835"/>
                  </a:lnTo>
                  <a:lnTo>
                    <a:pt x="2766098" y="961"/>
                  </a:lnTo>
                  <a:lnTo>
                    <a:pt x="2818117" y="1101"/>
                  </a:lnTo>
                  <a:lnTo>
                    <a:pt x="2867152" y="1257"/>
                  </a:lnTo>
                  <a:lnTo>
                    <a:pt x="2896531" y="1362"/>
                  </a:lnTo>
                  <a:lnTo>
                    <a:pt x="2952767" y="1588"/>
                  </a:lnTo>
                  <a:lnTo>
                    <a:pt x="3007154" y="1839"/>
                  </a:lnTo>
                  <a:lnTo>
                    <a:pt x="3060444" y="2115"/>
                  </a:lnTo>
                  <a:lnTo>
                    <a:pt x="3113172" y="2415"/>
                  </a:lnTo>
                  <a:lnTo>
                    <a:pt x="3165695" y="2738"/>
                  </a:lnTo>
                  <a:lnTo>
                    <a:pt x="3218227" y="3081"/>
                  </a:lnTo>
                  <a:lnTo>
                    <a:pt x="3270862" y="3439"/>
                  </a:lnTo>
                  <a:lnTo>
                    <a:pt x="3323608" y="3807"/>
                  </a:lnTo>
                  <a:lnTo>
                    <a:pt x="3376411" y="4180"/>
                  </a:lnTo>
                  <a:lnTo>
                    <a:pt x="3429195" y="4551"/>
                  </a:lnTo>
                  <a:lnTo>
                    <a:pt x="3481889" y="4914"/>
                  </a:lnTo>
                  <a:lnTo>
                    <a:pt x="3534467" y="5265"/>
                  </a:lnTo>
                  <a:lnTo>
                    <a:pt x="3586975" y="5598"/>
                  </a:lnTo>
                  <a:lnTo>
                    <a:pt x="3639566" y="5910"/>
                  </a:lnTo>
                  <a:lnTo>
                    <a:pt x="3692521" y="6199"/>
                  </a:lnTo>
                  <a:lnTo>
                    <a:pt x="3746282" y="6462"/>
                  </a:lnTo>
                  <a:lnTo>
                    <a:pt x="3801486" y="6701"/>
                  </a:lnTo>
                  <a:lnTo>
                    <a:pt x="3829811" y="6810"/>
                  </a:lnTo>
                  <a:lnTo>
                    <a:pt x="3877360" y="6976"/>
                  </a:lnTo>
                  <a:lnTo>
                    <a:pt x="3927428" y="7125"/>
                  </a:lnTo>
                  <a:lnTo>
                    <a:pt x="3980779" y="7260"/>
                  </a:lnTo>
                  <a:lnTo>
                    <a:pt x="4038246" y="7381"/>
                  </a:lnTo>
                  <a:lnTo>
                    <a:pt x="4100685" y="7489"/>
                  </a:lnTo>
                  <a:lnTo>
                    <a:pt x="4168905" y="7587"/>
                  </a:lnTo>
                  <a:lnTo>
                    <a:pt x="4243601" y="7675"/>
                  </a:lnTo>
                  <a:lnTo>
                    <a:pt x="4325243" y="7754"/>
                  </a:lnTo>
                  <a:lnTo>
                    <a:pt x="4413933" y="7826"/>
                  </a:lnTo>
                  <a:lnTo>
                    <a:pt x="4509232" y="7890"/>
                  </a:lnTo>
                  <a:lnTo>
                    <a:pt x="4609963" y="7948"/>
                  </a:lnTo>
                  <a:lnTo>
                    <a:pt x="4714050" y="7999"/>
                  </a:lnTo>
                  <a:lnTo>
                    <a:pt x="4818441" y="8044"/>
                  </a:lnTo>
                  <a:lnTo>
                    <a:pt x="4919227" y="8081"/>
                  </a:lnTo>
                  <a:lnTo>
                    <a:pt x="5011999" y="8111"/>
                  </a:lnTo>
                  <a:lnTo>
                    <a:pt x="5092470" y="8135"/>
                  </a:lnTo>
                  <a:lnTo>
                    <a:pt x="5157241" y="8151"/>
                  </a:lnTo>
                  <a:lnTo>
                    <a:pt x="5204523" y="8162"/>
                  </a:lnTo>
                  <a:lnTo>
                    <a:pt x="5234585" y="8169"/>
                  </a:lnTo>
                  <a:lnTo>
                    <a:pt x="5249843" y="8172"/>
                  </a:lnTo>
                  <a:lnTo>
                    <a:pt x="5254649" y="8172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557" y="8206"/>
                  </a:lnTo>
                  <a:lnTo>
                    <a:pt x="6735530" y="8449"/>
                  </a:lnTo>
                  <a:lnTo>
                    <a:pt x="6755588" y="9119"/>
                  </a:lnTo>
                  <a:lnTo>
                    <a:pt x="6791350" y="10437"/>
                  </a:lnTo>
                  <a:lnTo>
                    <a:pt x="6844452" y="12606"/>
                  </a:lnTo>
                  <a:lnTo>
                    <a:pt x="6914428" y="15789"/>
                  </a:lnTo>
                  <a:lnTo>
                    <a:pt x="6998914" y="20093"/>
                  </a:lnTo>
                  <a:lnTo>
                    <a:pt x="7094200" y="25568"/>
                  </a:lnTo>
                  <a:lnTo>
                    <a:pt x="7195960" y="32218"/>
                  </a:lnTo>
                  <a:lnTo>
                    <a:pt x="7299972" y="40021"/>
                  </a:lnTo>
                  <a:lnTo>
                    <a:pt x="7402639" y="48953"/>
                  </a:lnTo>
                  <a:lnTo>
                    <a:pt x="7501264" y="59006"/>
                  </a:lnTo>
                  <a:lnTo>
                    <a:pt x="7594090" y="70205"/>
                  </a:lnTo>
                  <a:lnTo>
                    <a:pt x="7680198" y="82613"/>
                  </a:lnTo>
                  <a:lnTo>
                    <a:pt x="7759329" y="96339"/>
                  </a:lnTo>
                  <a:lnTo>
                    <a:pt x="7831703" y="111533"/>
                  </a:lnTo>
                  <a:lnTo>
                    <a:pt x="7897855" y="128385"/>
                  </a:lnTo>
                  <a:lnTo>
                    <a:pt x="7958505" y="147118"/>
                  </a:lnTo>
                  <a:lnTo>
                    <a:pt x="8014467" y="167972"/>
                  </a:lnTo>
                  <a:lnTo>
                    <a:pt x="8066578" y="191185"/>
                  </a:lnTo>
                  <a:lnTo>
                    <a:pt x="8115644" y="216948"/>
                  </a:lnTo>
                  <a:lnTo>
                    <a:pt x="8151487" y="238379"/>
                  </a:lnTo>
                  <a:lnTo>
                    <a:pt x="8199078" y="270353"/>
                  </a:lnTo>
                  <a:lnTo>
                    <a:pt x="8245258" y="305299"/>
                  </a:lnTo>
                  <a:lnTo>
                    <a:pt x="8290512" y="343269"/>
                  </a:lnTo>
                  <a:lnTo>
                    <a:pt x="8335208" y="384232"/>
                  </a:lnTo>
                  <a:lnTo>
                    <a:pt x="8379616" y="428065"/>
                  </a:lnTo>
                  <a:lnTo>
                    <a:pt x="8423921" y="474544"/>
                  </a:lnTo>
                  <a:lnTo>
                    <a:pt x="8468240" y="523347"/>
                  </a:lnTo>
                  <a:lnTo>
                    <a:pt x="8512632" y="574055"/>
                  </a:lnTo>
                  <a:lnTo>
                    <a:pt x="8557107" y="626166"/>
                  </a:lnTo>
                  <a:lnTo>
                    <a:pt x="8601643" y="679112"/>
                  </a:lnTo>
                  <a:lnTo>
                    <a:pt x="8646197" y="732287"/>
                  </a:lnTo>
                  <a:lnTo>
                    <a:pt x="8690720" y="785073"/>
                  </a:lnTo>
                  <a:lnTo>
                    <a:pt x="8735175" y="836871"/>
                  </a:lnTo>
                  <a:lnTo>
                    <a:pt x="8779545" y="887129"/>
                  </a:lnTo>
                  <a:lnTo>
                    <a:pt x="8823853" y="935365"/>
                  </a:lnTo>
                  <a:lnTo>
                    <a:pt x="8868171" y="981183"/>
                  </a:lnTo>
                  <a:lnTo>
                    <a:pt x="8912632" y="1024286"/>
                  </a:lnTo>
                  <a:lnTo>
                    <a:pt x="8957444" y="1064478"/>
                  </a:lnTo>
                  <a:lnTo>
                    <a:pt x="9002899" y="1101661"/>
                  </a:lnTo>
                  <a:lnTo>
                    <a:pt x="9049394" y="1135827"/>
                  </a:lnTo>
                  <a:lnTo>
                    <a:pt x="9084767" y="1159203"/>
                  </a:lnTo>
                  <a:lnTo>
                    <a:pt x="9132003" y="1186978"/>
                  </a:lnTo>
                  <a:lnTo>
                    <a:pt x="9181722" y="1212123"/>
                  </a:lnTo>
                  <a:lnTo>
                    <a:pt x="9234671" y="1234757"/>
                  </a:lnTo>
                  <a:lnTo>
                    <a:pt x="9291668" y="1255086"/>
                  </a:lnTo>
                  <a:lnTo>
                    <a:pt x="9353551" y="1273352"/>
                  </a:lnTo>
                  <a:lnTo>
                    <a:pt x="9421117" y="1289792"/>
                  </a:lnTo>
                  <a:lnTo>
                    <a:pt x="9495054" y="1304622"/>
                  </a:lnTo>
                  <a:lnTo>
                    <a:pt x="9575834" y="1318024"/>
                  </a:lnTo>
                  <a:lnTo>
                    <a:pt x="9663578" y="1330137"/>
                  </a:lnTo>
                  <a:lnTo>
                    <a:pt x="9757891" y="1341060"/>
                  </a:lnTo>
                  <a:lnTo>
                    <a:pt x="9857667" y="1350847"/>
                  </a:lnTo>
                  <a:lnTo>
                    <a:pt x="9960932" y="1359513"/>
                  </a:lnTo>
                  <a:lnTo>
                    <a:pt x="10064766" y="1367045"/>
                  </a:lnTo>
                  <a:lnTo>
                    <a:pt x="10165387" y="1373418"/>
                  </a:lnTo>
                  <a:lnTo>
                    <a:pt x="10258494" y="1378614"/>
                  </a:lnTo>
                  <a:lnTo>
                    <a:pt x="10339838" y="1382645"/>
                  </a:lnTo>
                  <a:lnTo>
                    <a:pt x="10405964" y="1385576"/>
                  </a:lnTo>
                  <a:lnTo>
                    <a:pt x="10454921" y="1387527"/>
                  </a:lnTo>
                  <a:lnTo>
                    <a:pt x="10486735" y="1388672"/>
                  </a:lnTo>
                  <a:lnTo>
                    <a:pt x="10503533" y="1389221"/>
                  </a:lnTo>
                  <a:lnTo>
                    <a:pt x="10509364" y="1389394"/>
                  </a:lnTo>
                  <a:lnTo>
                    <a:pt x="10509911" y="1389409"/>
                  </a:lnTo>
                  <a:lnTo>
                    <a:pt x="11981298" y="138940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07" name="pl907"/>
            <p:cNvSpPr/>
            <p:nvPr/>
          </p:nvSpPr>
          <p:spPr>
            <a:xfrm>
              <a:off x="4799595" y="7586956"/>
              <a:ext cx="11981298" cy="1389409"/>
            </a:xfrm>
            <a:custGeom>
              <a:avLst/>
              <a:pathLst>
                <a:path w="11981298" h="1389409">
                  <a:moveTo>
                    <a:pt x="11981298" y="1389409"/>
                  </a:moveTo>
                  <a:lnTo>
                    <a:pt x="10509911" y="1389409"/>
                  </a:lnTo>
                  <a:lnTo>
                    <a:pt x="10508696" y="1389375"/>
                  </a:lnTo>
                  <a:lnTo>
                    <a:pt x="10500723" y="1389133"/>
                  </a:lnTo>
                  <a:lnTo>
                    <a:pt x="10480665" y="1388463"/>
                  </a:lnTo>
                  <a:lnTo>
                    <a:pt x="10444903" y="1387145"/>
                  </a:lnTo>
                  <a:lnTo>
                    <a:pt x="10391801" y="1384975"/>
                  </a:lnTo>
                  <a:lnTo>
                    <a:pt x="10321826" y="1381793"/>
                  </a:lnTo>
                  <a:lnTo>
                    <a:pt x="10237339" y="1377489"/>
                  </a:lnTo>
                  <a:lnTo>
                    <a:pt x="10142054" y="1372014"/>
                  </a:lnTo>
                  <a:lnTo>
                    <a:pt x="10040293" y="1365364"/>
                  </a:lnTo>
                  <a:lnTo>
                    <a:pt x="9936281" y="1357560"/>
                  </a:lnTo>
                  <a:lnTo>
                    <a:pt x="9833614" y="1348628"/>
                  </a:lnTo>
                  <a:lnTo>
                    <a:pt x="9734989" y="1338575"/>
                  </a:lnTo>
                  <a:lnTo>
                    <a:pt x="9642163" y="1327377"/>
                  </a:lnTo>
                  <a:lnTo>
                    <a:pt x="9556055" y="1314969"/>
                  </a:lnTo>
                  <a:lnTo>
                    <a:pt x="9476924" y="1301243"/>
                  </a:lnTo>
                  <a:lnTo>
                    <a:pt x="9404550" y="1286049"/>
                  </a:lnTo>
                  <a:lnTo>
                    <a:pt x="9338398" y="1269197"/>
                  </a:lnTo>
                  <a:lnTo>
                    <a:pt x="9277748" y="1250464"/>
                  </a:lnTo>
                  <a:lnTo>
                    <a:pt x="9221786" y="1229609"/>
                  </a:lnTo>
                  <a:lnTo>
                    <a:pt x="9169675" y="1206397"/>
                  </a:lnTo>
                  <a:lnTo>
                    <a:pt x="9120609" y="1180634"/>
                  </a:lnTo>
                  <a:lnTo>
                    <a:pt x="9084767" y="1159203"/>
                  </a:lnTo>
                  <a:lnTo>
                    <a:pt x="9037175" y="1127229"/>
                  </a:lnTo>
                  <a:lnTo>
                    <a:pt x="8990995" y="1092282"/>
                  </a:lnTo>
                  <a:lnTo>
                    <a:pt x="8945741" y="1054312"/>
                  </a:lnTo>
                  <a:lnTo>
                    <a:pt x="8901045" y="1013350"/>
                  </a:lnTo>
                  <a:lnTo>
                    <a:pt x="8856638" y="969517"/>
                  </a:lnTo>
                  <a:lnTo>
                    <a:pt x="8812332" y="923038"/>
                  </a:lnTo>
                  <a:lnTo>
                    <a:pt x="8768013" y="874235"/>
                  </a:lnTo>
                  <a:lnTo>
                    <a:pt x="8723621" y="823526"/>
                  </a:lnTo>
                  <a:lnTo>
                    <a:pt x="8679146" y="771416"/>
                  </a:lnTo>
                  <a:lnTo>
                    <a:pt x="8634610" y="718470"/>
                  </a:lnTo>
                  <a:lnTo>
                    <a:pt x="8590056" y="665295"/>
                  </a:lnTo>
                  <a:lnTo>
                    <a:pt x="8545533" y="612509"/>
                  </a:lnTo>
                  <a:lnTo>
                    <a:pt x="8501078" y="560711"/>
                  </a:lnTo>
                  <a:lnTo>
                    <a:pt x="8456708" y="510452"/>
                  </a:lnTo>
                  <a:lnTo>
                    <a:pt x="8412400" y="462217"/>
                  </a:lnTo>
                  <a:lnTo>
                    <a:pt x="8368082" y="416399"/>
                  </a:lnTo>
                  <a:lnTo>
                    <a:pt x="8323621" y="373296"/>
                  </a:lnTo>
                  <a:lnTo>
                    <a:pt x="8278809" y="333103"/>
                  </a:lnTo>
                  <a:lnTo>
                    <a:pt x="8233354" y="295920"/>
                  </a:lnTo>
                  <a:lnTo>
                    <a:pt x="8186859" y="261755"/>
                  </a:lnTo>
                  <a:lnTo>
                    <a:pt x="8151487" y="238379"/>
                  </a:lnTo>
                  <a:lnTo>
                    <a:pt x="8104250" y="210604"/>
                  </a:lnTo>
                  <a:lnTo>
                    <a:pt x="8054531" y="185459"/>
                  </a:lnTo>
                  <a:lnTo>
                    <a:pt x="8001582" y="162825"/>
                  </a:lnTo>
                  <a:lnTo>
                    <a:pt x="7944585" y="142495"/>
                  </a:lnTo>
                  <a:lnTo>
                    <a:pt x="7882703" y="124229"/>
                  </a:lnTo>
                  <a:lnTo>
                    <a:pt x="7815136" y="107789"/>
                  </a:lnTo>
                  <a:lnTo>
                    <a:pt x="7741199" y="92959"/>
                  </a:lnTo>
                  <a:lnTo>
                    <a:pt x="7660420" y="79558"/>
                  </a:lnTo>
                  <a:lnTo>
                    <a:pt x="7572675" y="67444"/>
                  </a:lnTo>
                  <a:lnTo>
                    <a:pt x="7478363" y="56522"/>
                  </a:lnTo>
                  <a:lnTo>
                    <a:pt x="7378587" y="46735"/>
                  </a:lnTo>
                  <a:lnTo>
                    <a:pt x="7275321" y="38069"/>
                  </a:lnTo>
                  <a:lnTo>
                    <a:pt x="7171488" y="30536"/>
                  </a:lnTo>
                  <a:lnTo>
                    <a:pt x="7070866" y="24164"/>
                  </a:lnTo>
                  <a:lnTo>
                    <a:pt x="6977759" y="18968"/>
                  </a:lnTo>
                  <a:lnTo>
                    <a:pt x="6896415" y="14936"/>
                  </a:lnTo>
                  <a:lnTo>
                    <a:pt x="6830289" y="12006"/>
                  </a:lnTo>
                  <a:lnTo>
                    <a:pt x="6781333" y="10055"/>
                  </a:lnTo>
                  <a:lnTo>
                    <a:pt x="6749519" y="8909"/>
                  </a:lnTo>
                  <a:lnTo>
                    <a:pt x="6732720" y="8361"/>
                  </a:lnTo>
                  <a:lnTo>
                    <a:pt x="6726889" y="8188"/>
                  </a:lnTo>
                  <a:lnTo>
                    <a:pt x="6726343" y="8172"/>
                  </a:lnTo>
                  <a:lnTo>
                    <a:pt x="5254955" y="8172"/>
                  </a:lnTo>
                  <a:lnTo>
                    <a:pt x="5253717" y="8172"/>
                  </a:lnTo>
                  <a:lnTo>
                    <a:pt x="5245595" y="8171"/>
                  </a:lnTo>
                  <a:lnTo>
                    <a:pt x="5225174" y="8167"/>
                  </a:lnTo>
                  <a:lnTo>
                    <a:pt x="5188796" y="8159"/>
                  </a:lnTo>
                  <a:lnTo>
                    <a:pt x="5134841" y="8146"/>
                  </a:lnTo>
                  <a:lnTo>
                    <a:pt x="5063845" y="8127"/>
                  </a:lnTo>
                  <a:lnTo>
                    <a:pt x="4978277" y="8101"/>
                  </a:lnTo>
                  <a:lnTo>
                    <a:pt x="4881960" y="8068"/>
                  </a:lnTo>
                  <a:lnTo>
                    <a:pt x="4779314" y="8028"/>
                  </a:lnTo>
                  <a:lnTo>
                    <a:pt x="4674619" y="7981"/>
                  </a:lnTo>
                  <a:lnTo>
                    <a:pt x="4571491" y="7927"/>
                  </a:lnTo>
                  <a:lnTo>
                    <a:pt x="4472614" y="7867"/>
                  </a:lnTo>
                  <a:lnTo>
                    <a:pt x="4379710" y="7800"/>
                  </a:lnTo>
                  <a:lnTo>
                    <a:pt x="4293657" y="7725"/>
                  </a:lnTo>
                  <a:lnTo>
                    <a:pt x="4214667" y="7642"/>
                  </a:lnTo>
                  <a:lnTo>
                    <a:pt x="4142480" y="7551"/>
                  </a:lnTo>
                  <a:lnTo>
                    <a:pt x="4076527" y="7450"/>
                  </a:lnTo>
                  <a:lnTo>
                    <a:pt x="4016061" y="7337"/>
                  </a:lnTo>
                  <a:lnTo>
                    <a:pt x="3960244" y="7211"/>
                  </a:lnTo>
                  <a:lnTo>
                    <a:pt x="3908225" y="7071"/>
                  </a:lnTo>
                  <a:lnTo>
                    <a:pt x="3859190" y="6915"/>
                  </a:lnTo>
                  <a:lnTo>
                    <a:pt x="3829811" y="6810"/>
                  </a:lnTo>
                  <a:lnTo>
                    <a:pt x="3773575" y="6584"/>
                  </a:lnTo>
                  <a:lnTo>
                    <a:pt x="3719188" y="6333"/>
                  </a:lnTo>
                  <a:lnTo>
                    <a:pt x="3665898" y="6057"/>
                  </a:lnTo>
                  <a:lnTo>
                    <a:pt x="3613170" y="5757"/>
                  </a:lnTo>
                  <a:lnTo>
                    <a:pt x="3560647" y="5434"/>
                  </a:lnTo>
                  <a:lnTo>
                    <a:pt x="3508116" y="5091"/>
                  </a:lnTo>
                  <a:lnTo>
                    <a:pt x="3455480" y="4733"/>
                  </a:lnTo>
                  <a:lnTo>
                    <a:pt x="3402735" y="4365"/>
                  </a:lnTo>
                  <a:lnTo>
                    <a:pt x="3349931" y="3992"/>
                  </a:lnTo>
                  <a:lnTo>
                    <a:pt x="3297147" y="3621"/>
                  </a:lnTo>
                  <a:lnTo>
                    <a:pt x="3244453" y="3258"/>
                  </a:lnTo>
                  <a:lnTo>
                    <a:pt x="3191876" y="2907"/>
                  </a:lnTo>
                  <a:lnTo>
                    <a:pt x="3139367" y="2574"/>
                  </a:lnTo>
                  <a:lnTo>
                    <a:pt x="3086776" y="2262"/>
                  </a:lnTo>
                  <a:lnTo>
                    <a:pt x="3033821" y="1973"/>
                  </a:lnTo>
                  <a:lnTo>
                    <a:pt x="2980061" y="1710"/>
                  </a:lnTo>
                  <a:lnTo>
                    <a:pt x="2924856" y="1471"/>
                  </a:lnTo>
                  <a:lnTo>
                    <a:pt x="2896531" y="1362"/>
                  </a:lnTo>
                  <a:lnTo>
                    <a:pt x="2848982" y="1196"/>
                  </a:lnTo>
                  <a:lnTo>
                    <a:pt x="2798914" y="1047"/>
                  </a:lnTo>
                  <a:lnTo>
                    <a:pt x="2745563" y="912"/>
                  </a:lnTo>
                  <a:lnTo>
                    <a:pt x="2688096" y="791"/>
                  </a:lnTo>
                  <a:lnTo>
                    <a:pt x="2625658" y="683"/>
                  </a:lnTo>
                  <a:lnTo>
                    <a:pt x="2557437" y="585"/>
                  </a:lnTo>
                  <a:lnTo>
                    <a:pt x="2482741" y="497"/>
                  </a:lnTo>
                  <a:lnTo>
                    <a:pt x="2401099" y="418"/>
                  </a:lnTo>
                  <a:lnTo>
                    <a:pt x="2312409" y="346"/>
                  </a:lnTo>
                  <a:lnTo>
                    <a:pt x="2217110" y="282"/>
                  </a:lnTo>
                  <a:lnTo>
                    <a:pt x="2116379" y="224"/>
                  </a:lnTo>
                  <a:lnTo>
                    <a:pt x="2012293" y="173"/>
                  </a:lnTo>
                  <a:lnTo>
                    <a:pt x="1907901" y="128"/>
                  </a:lnTo>
                  <a:lnTo>
                    <a:pt x="1807115" y="91"/>
                  </a:lnTo>
                  <a:lnTo>
                    <a:pt x="1714343" y="61"/>
                  </a:lnTo>
                  <a:lnTo>
                    <a:pt x="1633872" y="37"/>
                  </a:lnTo>
                  <a:lnTo>
                    <a:pt x="1569101" y="21"/>
                  </a:lnTo>
                  <a:lnTo>
                    <a:pt x="1521819" y="10"/>
                  </a:lnTo>
                  <a:lnTo>
                    <a:pt x="1491757" y="3"/>
                  </a:lnTo>
                  <a:lnTo>
                    <a:pt x="1476500" y="0"/>
                  </a:lnTo>
                  <a:lnTo>
                    <a:pt x="1471693" y="0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08" name="pg908"/>
            <p:cNvSpPr/>
            <p:nvPr/>
          </p:nvSpPr>
          <p:spPr>
            <a:xfrm>
              <a:off x="4799595" y="3909107"/>
              <a:ext cx="11981298" cy="3498043"/>
            </a:xfrm>
            <a:custGeom>
              <a:avLst/>
              <a:pathLst>
                <a:path w="11981298" h="3498043">
                  <a:moveTo>
                    <a:pt x="0" y="3195642"/>
                  </a:moveTo>
                  <a:lnTo>
                    <a:pt x="1471387" y="3195642"/>
                  </a:lnTo>
                  <a:lnTo>
                    <a:pt x="1472512" y="3195569"/>
                  </a:lnTo>
                  <a:lnTo>
                    <a:pt x="1479908" y="3195053"/>
                  </a:lnTo>
                  <a:lnTo>
                    <a:pt x="1498558" y="3193624"/>
                  </a:lnTo>
                  <a:lnTo>
                    <a:pt x="1531921" y="3190812"/>
                  </a:lnTo>
                  <a:lnTo>
                    <a:pt x="1581683" y="3186179"/>
                  </a:lnTo>
                  <a:lnTo>
                    <a:pt x="1647634" y="3179364"/>
                  </a:lnTo>
                  <a:lnTo>
                    <a:pt x="1727811" y="3170121"/>
                  </a:lnTo>
                  <a:lnTo>
                    <a:pt x="1818940" y="3158324"/>
                  </a:lnTo>
                  <a:lnTo>
                    <a:pt x="1917073" y="3143948"/>
                  </a:lnTo>
                  <a:lnTo>
                    <a:pt x="2018231" y="3127032"/>
                  </a:lnTo>
                  <a:lnTo>
                    <a:pt x="2118913" y="3107633"/>
                  </a:lnTo>
                  <a:lnTo>
                    <a:pt x="2216388" y="3085780"/>
                  </a:lnTo>
                  <a:lnTo>
                    <a:pt x="2308778" y="3061443"/>
                  </a:lnTo>
                  <a:lnTo>
                    <a:pt x="2395002" y="3034514"/>
                  </a:lnTo>
                  <a:lnTo>
                    <a:pt x="2474629" y="3004796"/>
                  </a:lnTo>
                  <a:lnTo>
                    <a:pt x="2547718" y="2972001"/>
                  </a:lnTo>
                  <a:lnTo>
                    <a:pt x="2614663" y="2935755"/>
                  </a:lnTo>
                  <a:lnTo>
                    <a:pt x="2676071" y="2895611"/>
                  </a:lnTo>
                  <a:lnTo>
                    <a:pt x="2732664" y="2851066"/>
                  </a:lnTo>
                  <a:lnTo>
                    <a:pt x="2785214" y="2801605"/>
                  </a:lnTo>
                  <a:lnTo>
                    <a:pt x="2834487" y="2746753"/>
                  </a:lnTo>
                  <a:lnTo>
                    <a:pt x="2881199" y="2686189"/>
                  </a:lnTo>
                  <a:lnTo>
                    <a:pt x="2896531" y="2664397"/>
                  </a:lnTo>
                  <a:lnTo>
                    <a:pt x="2932455" y="2609570"/>
                  </a:lnTo>
                  <a:lnTo>
                    <a:pt x="2967503" y="2550898"/>
                  </a:lnTo>
                  <a:lnTo>
                    <a:pt x="3001905" y="2488301"/>
                  </a:lnTo>
                  <a:lnTo>
                    <a:pt x="3035844" y="2421758"/>
                  </a:lnTo>
                  <a:lnTo>
                    <a:pt x="3069472" y="2351310"/>
                  </a:lnTo>
                  <a:lnTo>
                    <a:pt x="3102905" y="2277066"/>
                  </a:lnTo>
                  <a:lnTo>
                    <a:pt x="3136237" y="2199207"/>
                  </a:lnTo>
                  <a:lnTo>
                    <a:pt x="3169532" y="2117991"/>
                  </a:lnTo>
                  <a:lnTo>
                    <a:pt x="3202838" y="2033746"/>
                  </a:lnTo>
                  <a:lnTo>
                    <a:pt x="3236180" y="1946875"/>
                  </a:lnTo>
                  <a:lnTo>
                    <a:pt x="3269570" y="1857843"/>
                  </a:lnTo>
                  <a:lnTo>
                    <a:pt x="3303006" y="1767171"/>
                  </a:lnTo>
                  <a:lnTo>
                    <a:pt x="3336477" y="1675422"/>
                  </a:lnTo>
                  <a:lnTo>
                    <a:pt x="3369963" y="1583191"/>
                  </a:lnTo>
                  <a:lnTo>
                    <a:pt x="3403446" y="1491082"/>
                  </a:lnTo>
                  <a:lnTo>
                    <a:pt x="3436904" y="1399700"/>
                  </a:lnTo>
                  <a:lnTo>
                    <a:pt x="3470322" y="1309627"/>
                  </a:lnTo>
                  <a:lnTo>
                    <a:pt x="3503693" y="1221412"/>
                  </a:lnTo>
                  <a:lnTo>
                    <a:pt x="3537018" y="1135554"/>
                  </a:lnTo>
                  <a:lnTo>
                    <a:pt x="3570315" y="1052493"/>
                  </a:lnTo>
                  <a:lnTo>
                    <a:pt x="3603619" y="972603"/>
                  </a:lnTo>
                  <a:lnTo>
                    <a:pt x="3636982" y="896184"/>
                  </a:lnTo>
                  <a:lnTo>
                    <a:pt x="3670482" y="823462"/>
                  </a:lnTo>
                  <a:lnTo>
                    <a:pt x="3704220" y="754589"/>
                  </a:lnTo>
                  <a:lnTo>
                    <a:pt x="3738327" y="689645"/>
                  </a:lnTo>
                  <a:lnTo>
                    <a:pt x="3772966" y="628646"/>
                  </a:lnTo>
                  <a:lnTo>
                    <a:pt x="3808340" y="571546"/>
                  </a:lnTo>
                  <a:lnTo>
                    <a:pt x="3829811" y="539417"/>
                  </a:lnTo>
                  <a:lnTo>
                    <a:pt x="3875803" y="476896"/>
                  </a:lnTo>
                  <a:lnTo>
                    <a:pt x="3924134" y="420138"/>
                  </a:lnTo>
                  <a:lnTo>
                    <a:pt x="3975491" y="368901"/>
                  </a:lnTo>
                  <a:lnTo>
                    <a:pt x="4030630" y="322751"/>
                  </a:lnTo>
                  <a:lnTo>
                    <a:pt x="4090325" y="281176"/>
                  </a:lnTo>
                  <a:lnTo>
                    <a:pt x="4155321" y="243665"/>
                  </a:lnTo>
                  <a:lnTo>
                    <a:pt x="4226275" y="209749"/>
                  </a:lnTo>
                  <a:lnTo>
                    <a:pt x="4303665" y="179027"/>
                  </a:lnTo>
                  <a:lnTo>
                    <a:pt x="4387678" y="151181"/>
                  </a:lnTo>
                  <a:lnTo>
                    <a:pt x="4478068" y="125984"/>
                  </a:lnTo>
                  <a:lnTo>
                    <a:pt x="4573991" y="103298"/>
                  </a:lnTo>
                  <a:lnTo>
                    <a:pt x="4673852" y="83067"/>
                  </a:lnTo>
                  <a:lnTo>
                    <a:pt x="4775206" y="65306"/>
                  </a:lnTo>
                  <a:lnTo>
                    <a:pt x="4874792" y="50065"/>
                  </a:lnTo>
                  <a:lnTo>
                    <a:pt x="4968746" y="37394"/>
                  </a:lnTo>
                  <a:lnTo>
                    <a:pt x="5053041" y="27296"/>
                  </a:lnTo>
                  <a:lnTo>
                    <a:pt x="5124100" y="19682"/>
                  </a:lnTo>
                  <a:lnTo>
                    <a:pt x="5179455" y="14345"/>
                  </a:lnTo>
                  <a:lnTo>
                    <a:pt x="5218270" y="10963"/>
                  </a:lnTo>
                  <a:lnTo>
                    <a:pt x="5241593" y="9119"/>
                  </a:lnTo>
                  <a:lnTo>
                    <a:pt x="5252309" y="8347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448" y="8250"/>
                  </a:lnTo>
                  <a:lnTo>
                    <a:pt x="6734717" y="8806"/>
                  </a:lnTo>
                  <a:lnTo>
                    <a:pt x="6753058" y="10341"/>
                  </a:lnTo>
                  <a:lnTo>
                    <a:pt x="6785891" y="13365"/>
                  </a:lnTo>
                  <a:lnTo>
                    <a:pt x="6834913" y="18349"/>
                  </a:lnTo>
                  <a:lnTo>
                    <a:pt x="6899965" y="25683"/>
                  </a:lnTo>
                  <a:lnTo>
                    <a:pt x="6979170" y="35636"/>
                  </a:lnTo>
                  <a:lnTo>
                    <a:pt x="7069350" y="48349"/>
                  </a:lnTo>
                  <a:lnTo>
                    <a:pt x="7166643" y="63853"/>
                  </a:lnTo>
                  <a:lnTo>
                    <a:pt x="7267128" y="82108"/>
                  </a:lnTo>
                  <a:lnTo>
                    <a:pt x="7367329" y="103053"/>
                  </a:lnTo>
                  <a:lnTo>
                    <a:pt x="7464510" y="126653"/>
                  </a:lnTo>
                  <a:lnTo>
                    <a:pt x="7556773" y="152935"/>
                  </a:lnTo>
                  <a:lnTo>
                    <a:pt x="7643000" y="182009"/>
                  </a:lnTo>
                  <a:lnTo>
                    <a:pt x="7722723" y="214078"/>
                  </a:lnTo>
                  <a:lnTo>
                    <a:pt x="7795964" y="249444"/>
                  </a:lnTo>
                  <a:lnTo>
                    <a:pt x="7863087" y="288500"/>
                  </a:lnTo>
                  <a:lnTo>
                    <a:pt x="7924670" y="331723"/>
                  </a:lnTo>
                  <a:lnTo>
                    <a:pt x="7981416" y="379645"/>
                  </a:lnTo>
                  <a:lnTo>
                    <a:pt x="8034081" y="432824"/>
                  </a:lnTo>
                  <a:lnTo>
                    <a:pt x="8083418" y="491779"/>
                  </a:lnTo>
                  <a:lnTo>
                    <a:pt x="8130141" y="556884"/>
                  </a:lnTo>
                  <a:lnTo>
                    <a:pt x="8151487" y="589818"/>
                  </a:lnTo>
                  <a:lnTo>
                    <a:pt x="8186070" y="647501"/>
                  </a:lnTo>
                  <a:lnTo>
                    <a:pt x="8219835" y="709080"/>
                  </a:lnTo>
                  <a:lnTo>
                    <a:pt x="8252986" y="774632"/>
                  </a:lnTo>
                  <a:lnTo>
                    <a:pt x="8285693" y="844186"/>
                  </a:lnTo>
                  <a:lnTo>
                    <a:pt x="8318091" y="917710"/>
                  </a:lnTo>
                  <a:lnTo>
                    <a:pt x="8350292" y="995108"/>
                  </a:lnTo>
                  <a:lnTo>
                    <a:pt x="8382380" y="1076219"/>
                  </a:lnTo>
                  <a:lnTo>
                    <a:pt x="8414422" y="1160810"/>
                  </a:lnTo>
                  <a:lnTo>
                    <a:pt x="8446462" y="1248580"/>
                  </a:lnTo>
                  <a:lnTo>
                    <a:pt x="8478530" y="1339160"/>
                  </a:lnTo>
                  <a:lnTo>
                    <a:pt x="8510639" y="1432115"/>
                  </a:lnTo>
                  <a:lnTo>
                    <a:pt x="8542793" y="1526960"/>
                  </a:lnTo>
                  <a:lnTo>
                    <a:pt x="8574985" y="1623159"/>
                  </a:lnTo>
                  <a:lnTo>
                    <a:pt x="8607201" y="1720146"/>
                  </a:lnTo>
                  <a:lnTo>
                    <a:pt x="8639422" y="1817334"/>
                  </a:lnTo>
                  <a:lnTo>
                    <a:pt x="8671632" y="1914131"/>
                  </a:lnTo>
                  <a:lnTo>
                    <a:pt x="8703813" y="2009954"/>
                  </a:lnTo>
                  <a:lnTo>
                    <a:pt x="8735953" y="2104247"/>
                  </a:lnTo>
                  <a:lnTo>
                    <a:pt x="8768048" y="2196489"/>
                  </a:lnTo>
                  <a:lnTo>
                    <a:pt x="8800105" y="2286208"/>
                  </a:lnTo>
                  <a:lnTo>
                    <a:pt x="8832141" y="2372992"/>
                  </a:lnTo>
                  <a:lnTo>
                    <a:pt x="8864192" y="2456493"/>
                  </a:lnTo>
                  <a:lnTo>
                    <a:pt x="8896309" y="2536431"/>
                  </a:lnTo>
                  <a:lnTo>
                    <a:pt x="8928563" y="2612597"/>
                  </a:lnTo>
                  <a:lnTo>
                    <a:pt x="8961047" y="2684850"/>
                  </a:lnTo>
                  <a:lnTo>
                    <a:pt x="8993880" y="2753117"/>
                  </a:lnTo>
                  <a:lnTo>
                    <a:pt x="9027209" y="2817385"/>
                  </a:lnTo>
                  <a:lnTo>
                    <a:pt x="9061213" y="2877698"/>
                  </a:lnTo>
                  <a:lnTo>
                    <a:pt x="9084767" y="2916398"/>
                  </a:lnTo>
                  <a:lnTo>
                    <a:pt x="9130478" y="2984461"/>
                  </a:lnTo>
                  <a:lnTo>
                    <a:pt x="9178496" y="3046288"/>
                  </a:lnTo>
                  <a:lnTo>
                    <a:pt x="9229496" y="3102137"/>
                  </a:lnTo>
                  <a:lnTo>
                    <a:pt x="9284218" y="3152474"/>
                  </a:lnTo>
                  <a:lnTo>
                    <a:pt x="9343425" y="3197847"/>
                  </a:lnTo>
                  <a:lnTo>
                    <a:pt x="9407849" y="3238808"/>
                  </a:lnTo>
                  <a:lnTo>
                    <a:pt x="9478139" y="3275863"/>
                  </a:lnTo>
                  <a:lnTo>
                    <a:pt x="9554773" y="3309447"/>
                  </a:lnTo>
                  <a:lnTo>
                    <a:pt x="9637952" y="3339904"/>
                  </a:lnTo>
                  <a:lnTo>
                    <a:pt x="9727459" y="3367485"/>
                  </a:lnTo>
                  <a:lnTo>
                    <a:pt x="9822503" y="3392344"/>
                  </a:lnTo>
                  <a:lnTo>
                    <a:pt x="9921568" y="3414545"/>
                  </a:lnTo>
                  <a:lnTo>
                    <a:pt x="10022310" y="3434077"/>
                  </a:lnTo>
                  <a:lnTo>
                    <a:pt x="10121582" y="3450888"/>
                  </a:lnTo>
                  <a:lnTo>
                    <a:pt x="10215621" y="3464922"/>
                  </a:lnTo>
                  <a:lnTo>
                    <a:pt x="10300464" y="3476169"/>
                  </a:lnTo>
                  <a:lnTo>
                    <a:pt x="10372529" y="3484714"/>
                  </a:lnTo>
                  <a:lnTo>
                    <a:pt x="10429255" y="3490766"/>
                  </a:lnTo>
                  <a:lnTo>
                    <a:pt x="10469637" y="3494661"/>
                  </a:lnTo>
                  <a:lnTo>
                    <a:pt x="10494498" y="3496837"/>
                  </a:lnTo>
                  <a:lnTo>
                    <a:pt x="10506472" y="3497792"/>
                  </a:lnTo>
                  <a:lnTo>
                    <a:pt x="10509911" y="3498043"/>
                  </a:lnTo>
                  <a:lnTo>
                    <a:pt x="11981298" y="3498043"/>
                  </a:lnTo>
                  <a:lnTo>
                    <a:pt x="11981298" y="3489870"/>
                  </a:lnTo>
                  <a:lnTo>
                    <a:pt x="10509911" y="3489870"/>
                  </a:lnTo>
                  <a:lnTo>
                    <a:pt x="10508806" y="3489792"/>
                  </a:lnTo>
                  <a:lnTo>
                    <a:pt x="10501536" y="3489236"/>
                  </a:lnTo>
                  <a:lnTo>
                    <a:pt x="10483195" y="3487701"/>
                  </a:lnTo>
                  <a:lnTo>
                    <a:pt x="10450362" y="3484677"/>
                  </a:lnTo>
                  <a:lnTo>
                    <a:pt x="10401341" y="3479693"/>
                  </a:lnTo>
                  <a:lnTo>
                    <a:pt x="10336288" y="3472360"/>
                  </a:lnTo>
                  <a:lnTo>
                    <a:pt x="10257084" y="3462407"/>
                  </a:lnTo>
                  <a:lnTo>
                    <a:pt x="10166903" y="3449693"/>
                  </a:lnTo>
                  <a:lnTo>
                    <a:pt x="10069610" y="3434189"/>
                  </a:lnTo>
                  <a:lnTo>
                    <a:pt x="9969125" y="3415934"/>
                  </a:lnTo>
                  <a:lnTo>
                    <a:pt x="9868925" y="3394989"/>
                  </a:lnTo>
                  <a:lnTo>
                    <a:pt x="9771743" y="3371389"/>
                  </a:lnTo>
                  <a:lnTo>
                    <a:pt x="9679480" y="3345107"/>
                  </a:lnTo>
                  <a:lnTo>
                    <a:pt x="9593253" y="3316034"/>
                  </a:lnTo>
                  <a:lnTo>
                    <a:pt x="9513530" y="3283965"/>
                  </a:lnTo>
                  <a:lnTo>
                    <a:pt x="9440289" y="3248599"/>
                  </a:lnTo>
                  <a:lnTo>
                    <a:pt x="9373167" y="3209542"/>
                  </a:lnTo>
                  <a:lnTo>
                    <a:pt x="9311583" y="3166320"/>
                  </a:lnTo>
                  <a:lnTo>
                    <a:pt x="9254837" y="3118398"/>
                  </a:lnTo>
                  <a:lnTo>
                    <a:pt x="9202173" y="3065218"/>
                  </a:lnTo>
                  <a:lnTo>
                    <a:pt x="9152835" y="3006264"/>
                  </a:lnTo>
                  <a:lnTo>
                    <a:pt x="9106113" y="2941158"/>
                  </a:lnTo>
                  <a:lnTo>
                    <a:pt x="9084767" y="2908225"/>
                  </a:lnTo>
                  <a:lnTo>
                    <a:pt x="9050183" y="2850541"/>
                  </a:lnTo>
                  <a:lnTo>
                    <a:pt x="9016418" y="2788962"/>
                  </a:lnTo>
                  <a:lnTo>
                    <a:pt x="8983267" y="2723410"/>
                  </a:lnTo>
                  <a:lnTo>
                    <a:pt x="8950561" y="2653856"/>
                  </a:lnTo>
                  <a:lnTo>
                    <a:pt x="8918162" y="2580333"/>
                  </a:lnTo>
                  <a:lnTo>
                    <a:pt x="8885962" y="2502934"/>
                  </a:lnTo>
                  <a:lnTo>
                    <a:pt x="8853873" y="2421823"/>
                  </a:lnTo>
                  <a:lnTo>
                    <a:pt x="8821831" y="2337232"/>
                  </a:lnTo>
                  <a:lnTo>
                    <a:pt x="8789791" y="2249462"/>
                  </a:lnTo>
                  <a:lnTo>
                    <a:pt x="8757724" y="2158883"/>
                  </a:lnTo>
                  <a:lnTo>
                    <a:pt x="8725614" y="2065927"/>
                  </a:lnTo>
                  <a:lnTo>
                    <a:pt x="8693460" y="1971083"/>
                  </a:lnTo>
                  <a:lnTo>
                    <a:pt x="8661268" y="1874884"/>
                  </a:lnTo>
                  <a:lnTo>
                    <a:pt x="8629053" y="1777896"/>
                  </a:lnTo>
                  <a:lnTo>
                    <a:pt x="8596831" y="1680708"/>
                  </a:lnTo>
                  <a:lnTo>
                    <a:pt x="8564621" y="1583912"/>
                  </a:lnTo>
                  <a:lnTo>
                    <a:pt x="8532440" y="1488088"/>
                  </a:lnTo>
                  <a:lnTo>
                    <a:pt x="8500300" y="1393795"/>
                  </a:lnTo>
                  <a:lnTo>
                    <a:pt x="8468205" y="1301554"/>
                  </a:lnTo>
                  <a:lnTo>
                    <a:pt x="8436149" y="1211834"/>
                  </a:lnTo>
                  <a:lnTo>
                    <a:pt x="8404112" y="1125050"/>
                  </a:lnTo>
                  <a:lnTo>
                    <a:pt x="8372061" y="1041549"/>
                  </a:lnTo>
                  <a:lnTo>
                    <a:pt x="8339944" y="961611"/>
                  </a:lnTo>
                  <a:lnTo>
                    <a:pt x="8307690" y="885445"/>
                  </a:lnTo>
                  <a:lnTo>
                    <a:pt x="8275206" y="813192"/>
                  </a:lnTo>
                  <a:lnTo>
                    <a:pt x="8242373" y="744926"/>
                  </a:lnTo>
                  <a:lnTo>
                    <a:pt x="8209044" y="680658"/>
                  </a:lnTo>
                  <a:lnTo>
                    <a:pt x="8175040" y="620344"/>
                  </a:lnTo>
                  <a:lnTo>
                    <a:pt x="8151487" y="581645"/>
                  </a:lnTo>
                  <a:lnTo>
                    <a:pt x="8105775" y="513582"/>
                  </a:lnTo>
                  <a:lnTo>
                    <a:pt x="8057758" y="451754"/>
                  </a:lnTo>
                  <a:lnTo>
                    <a:pt x="8006757" y="395905"/>
                  </a:lnTo>
                  <a:lnTo>
                    <a:pt x="7952035" y="345569"/>
                  </a:lnTo>
                  <a:lnTo>
                    <a:pt x="7892829" y="300195"/>
                  </a:lnTo>
                  <a:lnTo>
                    <a:pt x="7828404" y="259234"/>
                  </a:lnTo>
                  <a:lnTo>
                    <a:pt x="7758115" y="222179"/>
                  </a:lnTo>
                  <a:lnTo>
                    <a:pt x="7681480" y="188596"/>
                  </a:lnTo>
                  <a:lnTo>
                    <a:pt x="7598301" y="158139"/>
                  </a:lnTo>
                  <a:lnTo>
                    <a:pt x="7508794" y="130558"/>
                  </a:lnTo>
                  <a:lnTo>
                    <a:pt x="7413750" y="105698"/>
                  </a:lnTo>
                  <a:lnTo>
                    <a:pt x="7314686" y="83498"/>
                  </a:lnTo>
                  <a:lnTo>
                    <a:pt x="7213943" y="63965"/>
                  </a:lnTo>
                  <a:lnTo>
                    <a:pt x="7114671" y="47154"/>
                  </a:lnTo>
                  <a:lnTo>
                    <a:pt x="7020632" y="33121"/>
                  </a:lnTo>
                  <a:lnTo>
                    <a:pt x="6935789" y="21873"/>
                  </a:lnTo>
                  <a:lnTo>
                    <a:pt x="6863725" y="13328"/>
                  </a:lnTo>
                  <a:lnTo>
                    <a:pt x="6806998" y="7276"/>
                  </a:lnTo>
                  <a:lnTo>
                    <a:pt x="6766616" y="3381"/>
                  </a:lnTo>
                  <a:lnTo>
                    <a:pt x="6741755" y="1205"/>
                  </a:lnTo>
                  <a:lnTo>
                    <a:pt x="6729781" y="250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830" y="72"/>
                  </a:lnTo>
                  <a:lnTo>
                    <a:pt x="5246434" y="589"/>
                  </a:lnTo>
                  <a:lnTo>
                    <a:pt x="5227784" y="2017"/>
                  </a:lnTo>
                  <a:lnTo>
                    <a:pt x="5194421" y="4829"/>
                  </a:lnTo>
                  <a:lnTo>
                    <a:pt x="5144659" y="9463"/>
                  </a:lnTo>
                  <a:lnTo>
                    <a:pt x="5078708" y="16277"/>
                  </a:lnTo>
                  <a:lnTo>
                    <a:pt x="4998531" y="25520"/>
                  </a:lnTo>
                  <a:lnTo>
                    <a:pt x="4907402" y="37317"/>
                  </a:lnTo>
                  <a:lnTo>
                    <a:pt x="4809269" y="51693"/>
                  </a:lnTo>
                  <a:lnTo>
                    <a:pt x="4708111" y="68609"/>
                  </a:lnTo>
                  <a:lnTo>
                    <a:pt x="4607429" y="88008"/>
                  </a:lnTo>
                  <a:lnTo>
                    <a:pt x="4509954" y="109862"/>
                  </a:lnTo>
                  <a:lnTo>
                    <a:pt x="4417564" y="134199"/>
                  </a:lnTo>
                  <a:lnTo>
                    <a:pt x="4331340" y="161127"/>
                  </a:lnTo>
                  <a:lnTo>
                    <a:pt x="4251713" y="190845"/>
                  </a:lnTo>
                  <a:lnTo>
                    <a:pt x="4178624" y="223640"/>
                  </a:lnTo>
                  <a:lnTo>
                    <a:pt x="4111679" y="259886"/>
                  </a:lnTo>
                  <a:lnTo>
                    <a:pt x="4050271" y="300031"/>
                  </a:lnTo>
                  <a:lnTo>
                    <a:pt x="3993678" y="344575"/>
                  </a:lnTo>
                  <a:lnTo>
                    <a:pt x="3941128" y="394037"/>
                  </a:lnTo>
                  <a:lnTo>
                    <a:pt x="3891855" y="448888"/>
                  </a:lnTo>
                  <a:lnTo>
                    <a:pt x="3845143" y="509452"/>
                  </a:lnTo>
                  <a:lnTo>
                    <a:pt x="3829811" y="531244"/>
                  </a:lnTo>
                  <a:lnTo>
                    <a:pt x="3793887" y="586071"/>
                  </a:lnTo>
                  <a:lnTo>
                    <a:pt x="3758839" y="644744"/>
                  </a:lnTo>
                  <a:lnTo>
                    <a:pt x="3724437" y="707340"/>
                  </a:lnTo>
                  <a:lnTo>
                    <a:pt x="3690498" y="773883"/>
                  </a:lnTo>
                  <a:lnTo>
                    <a:pt x="3656871" y="844332"/>
                  </a:lnTo>
                  <a:lnTo>
                    <a:pt x="3623437" y="918576"/>
                  </a:lnTo>
                  <a:lnTo>
                    <a:pt x="3590106" y="996434"/>
                  </a:lnTo>
                  <a:lnTo>
                    <a:pt x="3556810" y="1077651"/>
                  </a:lnTo>
                  <a:lnTo>
                    <a:pt x="3523504" y="1161895"/>
                  </a:lnTo>
                  <a:lnTo>
                    <a:pt x="3490162" y="1248766"/>
                  </a:lnTo>
                  <a:lnTo>
                    <a:pt x="3456772" y="1337798"/>
                  </a:lnTo>
                  <a:lnTo>
                    <a:pt x="3423336" y="1428471"/>
                  </a:lnTo>
                  <a:lnTo>
                    <a:pt x="3389866" y="1520219"/>
                  </a:lnTo>
                  <a:lnTo>
                    <a:pt x="3356379" y="1612451"/>
                  </a:lnTo>
                  <a:lnTo>
                    <a:pt x="3322896" y="1704559"/>
                  </a:lnTo>
                  <a:lnTo>
                    <a:pt x="3289438" y="1795941"/>
                  </a:lnTo>
                  <a:lnTo>
                    <a:pt x="3256020" y="1886014"/>
                  </a:lnTo>
                  <a:lnTo>
                    <a:pt x="3222650" y="1974229"/>
                  </a:lnTo>
                  <a:lnTo>
                    <a:pt x="3189324" y="2060088"/>
                  </a:lnTo>
                  <a:lnTo>
                    <a:pt x="3156027" y="2143148"/>
                  </a:lnTo>
                  <a:lnTo>
                    <a:pt x="3122723" y="2223038"/>
                  </a:lnTo>
                  <a:lnTo>
                    <a:pt x="3089360" y="2299457"/>
                  </a:lnTo>
                  <a:lnTo>
                    <a:pt x="3055860" y="2372179"/>
                  </a:lnTo>
                  <a:lnTo>
                    <a:pt x="3022122" y="2441053"/>
                  </a:lnTo>
                  <a:lnTo>
                    <a:pt x="2988015" y="2505996"/>
                  </a:lnTo>
                  <a:lnTo>
                    <a:pt x="2953376" y="2566995"/>
                  </a:lnTo>
                  <a:lnTo>
                    <a:pt x="2918002" y="2624095"/>
                  </a:lnTo>
                  <a:lnTo>
                    <a:pt x="2896531" y="2656224"/>
                  </a:lnTo>
                  <a:lnTo>
                    <a:pt x="2850539" y="2718745"/>
                  </a:lnTo>
                  <a:lnTo>
                    <a:pt x="2802208" y="2775504"/>
                  </a:lnTo>
                  <a:lnTo>
                    <a:pt x="2750851" y="2826740"/>
                  </a:lnTo>
                  <a:lnTo>
                    <a:pt x="2695712" y="2872891"/>
                  </a:lnTo>
                  <a:lnTo>
                    <a:pt x="2636017" y="2914465"/>
                  </a:lnTo>
                  <a:lnTo>
                    <a:pt x="2571021" y="2951976"/>
                  </a:lnTo>
                  <a:lnTo>
                    <a:pt x="2500067" y="2985893"/>
                  </a:lnTo>
                  <a:lnTo>
                    <a:pt x="2422677" y="3016615"/>
                  </a:lnTo>
                  <a:lnTo>
                    <a:pt x="2338664" y="3044460"/>
                  </a:lnTo>
                  <a:lnTo>
                    <a:pt x="2248274" y="3069657"/>
                  </a:lnTo>
                  <a:lnTo>
                    <a:pt x="2152351" y="3092343"/>
                  </a:lnTo>
                  <a:lnTo>
                    <a:pt x="2052491" y="3112574"/>
                  </a:lnTo>
                  <a:lnTo>
                    <a:pt x="1951136" y="3130335"/>
                  </a:lnTo>
                  <a:lnTo>
                    <a:pt x="1851550" y="3145577"/>
                  </a:lnTo>
                  <a:lnTo>
                    <a:pt x="1757596" y="3158247"/>
                  </a:lnTo>
                  <a:lnTo>
                    <a:pt x="1673301" y="3168346"/>
                  </a:lnTo>
                  <a:lnTo>
                    <a:pt x="1602242" y="3175960"/>
                  </a:lnTo>
                  <a:lnTo>
                    <a:pt x="1546887" y="3181296"/>
                  </a:lnTo>
                  <a:lnTo>
                    <a:pt x="1508072" y="3184678"/>
                  </a:lnTo>
                  <a:lnTo>
                    <a:pt x="1484749" y="3186522"/>
                  </a:lnTo>
                  <a:lnTo>
                    <a:pt x="1474033" y="3187294"/>
                  </a:lnTo>
                  <a:lnTo>
                    <a:pt x="1471387" y="3187469"/>
                  </a:lnTo>
                  <a:lnTo>
                    <a:pt x="0" y="3187469"/>
                  </a:lnTo>
                  <a:close/>
                </a:path>
              </a:pathLst>
            </a:custGeom>
            <a:solidFill>
              <a:srgbClr val="F28E5B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909" name="pl909"/>
            <p:cNvSpPr/>
            <p:nvPr/>
          </p:nvSpPr>
          <p:spPr>
            <a:xfrm>
              <a:off x="4799595" y="3917280"/>
              <a:ext cx="11981298" cy="3489870"/>
            </a:xfrm>
            <a:custGeom>
              <a:avLst/>
              <a:pathLst>
                <a:path w="11981298" h="3489870">
                  <a:moveTo>
                    <a:pt x="0" y="3187469"/>
                  </a:moveTo>
                  <a:lnTo>
                    <a:pt x="1471387" y="3187469"/>
                  </a:lnTo>
                  <a:lnTo>
                    <a:pt x="1472512" y="3187396"/>
                  </a:lnTo>
                  <a:lnTo>
                    <a:pt x="1479908" y="3186880"/>
                  </a:lnTo>
                  <a:lnTo>
                    <a:pt x="1498558" y="3185451"/>
                  </a:lnTo>
                  <a:lnTo>
                    <a:pt x="1531921" y="3182639"/>
                  </a:lnTo>
                  <a:lnTo>
                    <a:pt x="1581683" y="3178006"/>
                  </a:lnTo>
                  <a:lnTo>
                    <a:pt x="1647634" y="3171191"/>
                  </a:lnTo>
                  <a:lnTo>
                    <a:pt x="1727811" y="3161948"/>
                  </a:lnTo>
                  <a:lnTo>
                    <a:pt x="1818940" y="3150151"/>
                  </a:lnTo>
                  <a:lnTo>
                    <a:pt x="1917073" y="3135775"/>
                  </a:lnTo>
                  <a:lnTo>
                    <a:pt x="2018231" y="3118859"/>
                  </a:lnTo>
                  <a:lnTo>
                    <a:pt x="2118913" y="3099460"/>
                  </a:lnTo>
                  <a:lnTo>
                    <a:pt x="2216388" y="3077607"/>
                  </a:lnTo>
                  <a:lnTo>
                    <a:pt x="2308778" y="3053270"/>
                  </a:lnTo>
                  <a:lnTo>
                    <a:pt x="2395002" y="3026341"/>
                  </a:lnTo>
                  <a:lnTo>
                    <a:pt x="2474629" y="2996623"/>
                  </a:lnTo>
                  <a:lnTo>
                    <a:pt x="2547718" y="2963828"/>
                  </a:lnTo>
                  <a:lnTo>
                    <a:pt x="2614663" y="2927582"/>
                  </a:lnTo>
                  <a:lnTo>
                    <a:pt x="2676071" y="2887438"/>
                  </a:lnTo>
                  <a:lnTo>
                    <a:pt x="2732664" y="2842893"/>
                  </a:lnTo>
                  <a:lnTo>
                    <a:pt x="2785214" y="2793432"/>
                  </a:lnTo>
                  <a:lnTo>
                    <a:pt x="2834487" y="2738580"/>
                  </a:lnTo>
                  <a:lnTo>
                    <a:pt x="2881199" y="2678016"/>
                  </a:lnTo>
                  <a:lnTo>
                    <a:pt x="2896531" y="2656224"/>
                  </a:lnTo>
                  <a:lnTo>
                    <a:pt x="2932455" y="2601397"/>
                  </a:lnTo>
                  <a:lnTo>
                    <a:pt x="2967503" y="2542725"/>
                  </a:lnTo>
                  <a:lnTo>
                    <a:pt x="3001905" y="2480128"/>
                  </a:lnTo>
                  <a:lnTo>
                    <a:pt x="3035844" y="2413585"/>
                  </a:lnTo>
                  <a:lnTo>
                    <a:pt x="3069472" y="2343137"/>
                  </a:lnTo>
                  <a:lnTo>
                    <a:pt x="3102905" y="2268893"/>
                  </a:lnTo>
                  <a:lnTo>
                    <a:pt x="3136237" y="2191034"/>
                  </a:lnTo>
                  <a:lnTo>
                    <a:pt x="3169532" y="2109818"/>
                  </a:lnTo>
                  <a:lnTo>
                    <a:pt x="3202838" y="2025573"/>
                  </a:lnTo>
                  <a:lnTo>
                    <a:pt x="3236180" y="1938702"/>
                  </a:lnTo>
                  <a:lnTo>
                    <a:pt x="3269570" y="1849670"/>
                  </a:lnTo>
                  <a:lnTo>
                    <a:pt x="3303006" y="1758998"/>
                  </a:lnTo>
                  <a:lnTo>
                    <a:pt x="3336477" y="1667249"/>
                  </a:lnTo>
                  <a:lnTo>
                    <a:pt x="3369963" y="1575018"/>
                  </a:lnTo>
                  <a:lnTo>
                    <a:pt x="3403446" y="1482909"/>
                  </a:lnTo>
                  <a:lnTo>
                    <a:pt x="3436904" y="1391527"/>
                  </a:lnTo>
                  <a:lnTo>
                    <a:pt x="3470322" y="1301454"/>
                  </a:lnTo>
                  <a:lnTo>
                    <a:pt x="3503693" y="1213239"/>
                  </a:lnTo>
                  <a:lnTo>
                    <a:pt x="3537018" y="1127381"/>
                  </a:lnTo>
                  <a:lnTo>
                    <a:pt x="3570315" y="1044320"/>
                  </a:lnTo>
                  <a:lnTo>
                    <a:pt x="3603619" y="964430"/>
                  </a:lnTo>
                  <a:lnTo>
                    <a:pt x="3636982" y="888011"/>
                  </a:lnTo>
                  <a:lnTo>
                    <a:pt x="3670482" y="815289"/>
                  </a:lnTo>
                  <a:lnTo>
                    <a:pt x="3704220" y="746416"/>
                  </a:lnTo>
                  <a:lnTo>
                    <a:pt x="3738327" y="681472"/>
                  </a:lnTo>
                  <a:lnTo>
                    <a:pt x="3772966" y="620473"/>
                  </a:lnTo>
                  <a:lnTo>
                    <a:pt x="3808340" y="563373"/>
                  </a:lnTo>
                  <a:lnTo>
                    <a:pt x="3829811" y="531244"/>
                  </a:lnTo>
                  <a:lnTo>
                    <a:pt x="3875803" y="468723"/>
                  </a:lnTo>
                  <a:lnTo>
                    <a:pt x="3924134" y="411965"/>
                  </a:lnTo>
                  <a:lnTo>
                    <a:pt x="3975491" y="360728"/>
                  </a:lnTo>
                  <a:lnTo>
                    <a:pt x="4030630" y="314578"/>
                  </a:lnTo>
                  <a:lnTo>
                    <a:pt x="4090325" y="273003"/>
                  </a:lnTo>
                  <a:lnTo>
                    <a:pt x="4155321" y="235492"/>
                  </a:lnTo>
                  <a:lnTo>
                    <a:pt x="4226275" y="201576"/>
                  </a:lnTo>
                  <a:lnTo>
                    <a:pt x="4303665" y="170854"/>
                  </a:lnTo>
                  <a:lnTo>
                    <a:pt x="4387678" y="143008"/>
                  </a:lnTo>
                  <a:lnTo>
                    <a:pt x="4478068" y="117811"/>
                  </a:lnTo>
                  <a:lnTo>
                    <a:pt x="4573991" y="95125"/>
                  </a:lnTo>
                  <a:lnTo>
                    <a:pt x="4673852" y="74894"/>
                  </a:lnTo>
                  <a:lnTo>
                    <a:pt x="4775206" y="57133"/>
                  </a:lnTo>
                  <a:lnTo>
                    <a:pt x="4874792" y="41892"/>
                  </a:lnTo>
                  <a:lnTo>
                    <a:pt x="4968746" y="29221"/>
                  </a:lnTo>
                  <a:lnTo>
                    <a:pt x="5053041" y="19123"/>
                  </a:lnTo>
                  <a:lnTo>
                    <a:pt x="5124100" y="11509"/>
                  </a:lnTo>
                  <a:lnTo>
                    <a:pt x="5179455" y="6172"/>
                  </a:lnTo>
                  <a:lnTo>
                    <a:pt x="5218270" y="2790"/>
                  </a:lnTo>
                  <a:lnTo>
                    <a:pt x="5241593" y="946"/>
                  </a:lnTo>
                  <a:lnTo>
                    <a:pt x="5252309" y="174"/>
                  </a:lnTo>
                  <a:lnTo>
                    <a:pt x="5254910" y="2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448" y="77"/>
                  </a:lnTo>
                  <a:lnTo>
                    <a:pt x="6734717" y="633"/>
                  </a:lnTo>
                  <a:lnTo>
                    <a:pt x="6753058" y="2168"/>
                  </a:lnTo>
                  <a:lnTo>
                    <a:pt x="6785891" y="5192"/>
                  </a:lnTo>
                  <a:lnTo>
                    <a:pt x="6834913" y="10176"/>
                  </a:lnTo>
                  <a:lnTo>
                    <a:pt x="6899965" y="17510"/>
                  </a:lnTo>
                  <a:lnTo>
                    <a:pt x="6979170" y="27463"/>
                  </a:lnTo>
                  <a:lnTo>
                    <a:pt x="7069350" y="40176"/>
                  </a:lnTo>
                  <a:lnTo>
                    <a:pt x="7166643" y="55680"/>
                  </a:lnTo>
                  <a:lnTo>
                    <a:pt x="7267128" y="73935"/>
                  </a:lnTo>
                  <a:lnTo>
                    <a:pt x="7367329" y="94880"/>
                  </a:lnTo>
                  <a:lnTo>
                    <a:pt x="7464510" y="118480"/>
                  </a:lnTo>
                  <a:lnTo>
                    <a:pt x="7556773" y="144762"/>
                  </a:lnTo>
                  <a:lnTo>
                    <a:pt x="7643000" y="173836"/>
                  </a:lnTo>
                  <a:lnTo>
                    <a:pt x="7722723" y="205905"/>
                  </a:lnTo>
                  <a:lnTo>
                    <a:pt x="7795964" y="241271"/>
                  </a:lnTo>
                  <a:lnTo>
                    <a:pt x="7863087" y="280327"/>
                  </a:lnTo>
                  <a:lnTo>
                    <a:pt x="7924670" y="323550"/>
                  </a:lnTo>
                  <a:lnTo>
                    <a:pt x="7981416" y="371472"/>
                  </a:lnTo>
                  <a:lnTo>
                    <a:pt x="8034081" y="424651"/>
                  </a:lnTo>
                  <a:lnTo>
                    <a:pt x="8083418" y="483606"/>
                  </a:lnTo>
                  <a:lnTo>
                    <a:pt x="8130141" y="548711"/>
                  </a:lnTo>
                  <a:lnTo>
                    <a:pt x="8151487" y="581645"/>
                  </a:lnTo>
                  <a:lnTo>
                    <a:pt x="8186070" y="639328"/>
                  </a:lnTo>
                  <a:lnTo>
                    <a:pt x="8219835" y="700907"/>
                  </a:lnTo>
                  <a:lnTo>
                    <a:pt x="8252986" y="766459"/>
                  </a:lnTo>
                  <a:lnTo>
                    <a:pt x="8285693" y="836013"/>
                  </a:lnTo>
                  <a:lnTo>
                    <a:pt x="8318091" y="909537"/>
                  </a:lnTo>
                  <a:lnTo>
                    <a:pt x="8350292" y="986935"/>
                  </a:lnTo>
                  <a:lnTo>
                    <a:pt x="8382380" y="1068046"/>
                  </a:lnTo>
                  <a:lnTo>
                    <a:pt x="8414422" y="1152637"/>
                  </a:lnTo>
                  <a:lnTo>
                    <a:pt x="8446462" y="1240407"/>
                  </a:lnTo>
                  <a:lnTo>
                    <a:pt x="8478530" y="1330987"/>
                  </a:lnTo>
                  <a:lnTo>
                    <a:pt x="8510639" y="1423942"/>
                  </a:lnTo>
                  <a:lnTo>
                    <a:pt x="8542793" y="1518787"/>
                  </a:lnTo>
                  <a:lnTo>
                    <a:pt x="8574985" y="1614986"/>
                  </a:lnTo>
                  <a:lnTo>
                    <a:pt x="8607201" y="1711973"/>
                  </a:lnTo>
                  <a:lnTo>
                    <a:pt x="8639422" y="1809161"/>
                  </a:lnTo>
                  <a:lnTo>
                    <a:pt x="8671632" y="1905958"/>
                  </a:lnTo>
                  <a:lnTo>
                    <a:pt x="8703813" y="2001781"/>
                  </a:lnTo>
                  <a:lnTo>
                    <a:pt x="8735953" y="2096074"/>
                  </a:lnTo>
                  <a:lnTo>
                    <a:pt x="8768048" y="2188316"/>
                  </a:lnTo>
                  <a:lnTo>
                    <a:pt x="8800105" y="2278035"/>
                  </a:lnTo>
                  <a:lnTo>
                    <a:pt x="8832141" y="2364819"/>
                  </a:lnTo>
                  <a:lnTo>
                    <a:pt x="8864192" y="2448320"/>
                  </a:lnTo>
                  <a:lnTo>
                    <a:pt x="8896309" y="2528258"/>
                  </a:lnTo>
                  <a:lnTo>
                    <a:pt x="8928563" y="2604424"/>
                  </a:lnTo>
                  <a:lnTo>
                    <a:pt x="8961047" y="2676677"/>
                  </a:lnTo>
                  <a:lnTo>
                    <a:pt x="8993880" y="2744944"/>
                  </a:lnTo>
                  <a:lnTo>
                    <a:pt x="9027209" y="2809212"/>
                  </a:lnTo>
                  <a:lnTo>
                    <a:pt x="9061213" y="2869525"/>
                  </a:lnTo>
                  <a:lnTo>
                    <a:pt x="9084767" y="2908225"/>
                  </a:lnTo>
                  <a:lnTo>
                    <a:pt x="9130478" y="2976288"/>
                  </a:lnTo>
                  <a:lnTo>
                    <a:pt x="9178496" y="3038115"/>
                  </a:lnTo>
                  <a:lnTo>
                    <a:pt x="9229496" y="3093964"/>
                  </a:lnTo>
                  <a:lnTo>
                    <a:pt x="9284218" y="3144301"/>
                  </a:lnTo>
                  <a:lnTo>
                    <a:pt x="9343425" y="3189674"/>
                  </a:lnTo>
                  <a:lnTo>
                    <a:pt x="9407849" y="3230635"/>
                  </a:lnTo>
                  <a:lnTo>
                    <a:pt x="9478139" y="3267690"/>
                  </a:lnTo>
                  <a:lnTo>
                    <a:pt x="9554773" y="3301274"/>
                  </a:lnTo>
                  <a:lnTo>
                    <a:pt x="9637952" y="3331731"/>
                  </a:lnTo>
                  <a:lnTo>
                    <a:pt x="9727459" y="3359312"/>
                  </a:lnTo>
                  <a:lnTo>
                    <a:pt x="9822503" y="3384171"/>
                  </a:lnTo>
                  <a:lnTo>
                    <a:pt x="9921568" y="3406372"/>
                  </a:lnTo>
                  <a:lnTo>
                    <a:pt x="10022310" y="3425904"/>
                  </a:lnTo>
                  <a:lnTo>
                    <a:pt x="10121582" y="3442715"/>
                  </a:lnTo>
                  <a:lnTo>
                    <a:pt x="10215621" y="3456749"/>
                  </a:lnTo>
                  <a:lnTo>
                    <a:pt x="10300464" y="3467996"/>
                  </a:lnTo>
                  <a:lnTo>
                    <a:pt x="10372529" y="3476541"/>
                  </a:lnTo>
                  <a:lnTo>
                    <a:pt x="10429255" y="3482593"/>
                  </a:lnTo>
                  <a:lnTo>
                    <a:pt x="10469637" y="3486488"/>
                  </a:lnTo>
                  <a:lnTo>
                    <a:pt x="10494498" y="3488664"/>
                  </a:lnTo>
                  <a:lnTo>
                    <a:pt x="10506472" y="3489619"/>
                  </a:lnTo>
                  <a:lnTo>
                    <a:pt x="10509791" y="3489862"/>
                  </a:lnTo>
                  <a:lnTo>
                    <a:pt x="10509911" y="3489870"/>
                  </a:lnTo>
                  <a:lnTo>
                    <a:pt x="11981298" y="348987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10" name="pl910"/>
            <p:cNvSpPr/>
            <p:nvPr/>
          </p:nvSpPr>
          <p:spPr>
            <a:xfrm>
              <a:off x="4799595" y="3909107"/>
              <a:ext cx="11981298" cy="3489870"/>
            </a:xfrm>
            <a:custGeom>
              <a:avLst/>
              <a:pathLst>
                <a:path w="11981298" h="3489870">
                  <a:moveTo>
                    <a:pt x="11981298" y="3489870"/>
                  </a:moveTo>
                  <a:lnTo>
                    <a:pt x="10509911" y="3489870"/>
                  </a:lnTo>
                  <a:lnTo>
                    <a:pt x="10508806" y="3489792"/>
                  </a:lnTo>
                  <a:lnTo>
                    <a:pt x="10501536" y="3489236"/>
                  </a:lnTo>
                  <a:lnTo>
                    <a:pt x="10483195" y="3487701"/>
                  </a:lnTo>
                  <a:lnTo>
                    <a:pt x="10450362" y="3484677"/>
                  </a:lnTo>
                  <a:lnTo>
                    <a:pt x="10401341" y="3479693"/>
                  </a:lnTo>
                  <a:lnTo>
                    <a:pt x="10336288" y="3472360"/>
                  </a:lnTo>
                  <a:lnTo>
                    <a:pt x="10257084" y="3462407"/>
                  </a:lnTo>
                  <a:lnTo>
                    <a:pt x="10166903" y="3449693"/>
                  </a:lnTo>
                  <a:lnTo>
                    <a:pt x="10069610" y="3434189"/>
                  </a:lnTo>
                  <a:lnTo>
                    <a:pt x="9969125" y="3415934"/>
                  </a:lnTo>
                  <a:lnTo>
                    <a:pt x="9868925" y="3394989"/>
                  </a:lnTo>
                  <a:lnTo>
                    <a:pt x="9771743" y="3371389"/>
                  </a:lnTo>
                  <a:lnTo>
                    <a:pt x="9679480" y="3345107"/>
                  </a:lnTo>
                  <a:lnTo>
                    <a:pt x="9593253" y="3316034"/>
                  </a:lnTo>
                  <a:lnTo>
                    <a:pt x="9513530" y="3283965"/>
                  </a:lnTo>
                  <a:lnTo>
                    <a:pt x="9440289" y="3248599"/>
                  </a:lnTo>
                  <a:lnTo>
                    <a:pt x="9373167" y="3209542"/>
                  </a:lnTo>
                  <a:lnTo>
                    <a:pt x="9311583" y="3166320"/>
                  </a:lnTo>
                  <a:lnTo>
                    <a:pt x="9254837" y="3118398"/>
                  </a:lnTo>
                  <a:lnTo>
                    <a:pt x="9202173" y="3065218"/>
                  </a:lnTo>
                  <a:lnTo>
                    <a:pt x="9152835" y="3006264"/>
                  </a:lnTo>
                  <a:lnTo>
                    <a:pt x="9106113" y="2941158"/>
                  </a:lnTo>
                  <a:lnTo>
                    <a:pt x="9084767" y="2908225"/>
                  </a:lnTo>
                  <a:lnTo>
                    <a:pt x="9050183" y="2850541"/>
                  </a:lnTo>
                  <a:lnTo>
                    <a:pt x="9016418" y="2788962"/>
                  </a:lnTo>
                  <a:lnTo>
                    <a:pt x="8983267" y="2723410"/>
                  </a:lnTo>
                  <a:lnTo>
                    <a:pt x="8950561" y="2653856"/>
                  </a:lnTo>
                  <a:lnTo>
                    <a:pt x="8918162" y="2580333"/>
                  </a:lnTo>
                  <a:lnTo>
                    <a:pt x="8885962" y="2502934"/>
                  </a:lnTo>
                  <a:lnTo>
                    <a:pt x="8853873" y="2421823"/>
                  </a:lnTo>
                  <a:lnTo>
                    <a:pt x="8821831" y="2337232"/>
                  </a:lnTo>
                  <a:lnTo>
                    <a:pt x="8789791" y="2249462"/>
                  </a:lnTo>
                  <a:lnTo>
                    <a:pt x="8757724" y="2158883"/>
                  </a:lnTo>
                  <a:lnTo>
                    <a:pt x="8725614" y="2065927"/>
                  </a:lnTo>
                  <a:lnTo>
                    <a:pt x="8693460" y="1971083"/>
                  </a:lnTo>
                  <a:lnTo>
                    <a:pt x="8661268" y="1874884"/>
                  </a:lnTo>
                  <a:lnTo>
                    <a:pt x="8629053" y="1777896"/>
                  </a:lnTo>
                  <a:lnTo>
                    <a:pt x="8596831" y="1680708"/>
                  </a:lnTo>
                  <a:lnTo>
                    <a:pt x="8564621" y="1583912"/>
                  </a:lnTo>
                  <a:lnTo>
                    <a:pt x="8532440" y="1488088"/>
                  </a:lnTo>
                  <a:lnTo>
                    <a:pt x="8500300" y="1393795"/>
                  </a:lnTo>
                  <a:lnTo>
                    <a:pt x="8468205" y="1301554"/>
                  </a:lnTo>
                  <a:lnTo>
                    <a:pt x="8436149" y="1211834"/>
                  </a:lnTo>
                  <a:lnTo>
                    <a:pt x="8404112" y="1125050"/>
                  </a:lnTo>
                  <a:lnTo>
                    <a:pt x="8372061" y="1041549"/>
                  </a:lnTo>
                  <a:lnTo>
                    <a:pt x="8339944" y="961611"/>
                  </a:lnTo>
                  <a:lnTo>
                    <a:pt x="8307690" y="885445"/>
                  </a:lnTo>
                  <a:lnTo>
                    <a:pt x="8275206" y="813192"/>
                  </a:lnTo>
                  <a:lnTo>
                    <a:pt x="8242373" y="744926"/>
                  </a:lnTo>
                  <a:lnTo>
                    <a:pt x="8209044" y="680658"/>
                  </a:lnTo>
                  <a:lnTo>
                    <a:pt x="8175040" y="620344"/>
                  </a:lnTo>
                  <a:lnTo>
                    <a:pt x="8151487" y="581645"/>
                  </a:lnTo>
                  <a:lnTo>
                    <a:pt x="8105775" y="513582"/>
                  </a:lnTo>
                  <a:lnTo>
                    <a:pt x="8057758" y="451754"/>
                  </a:lnTo>
                  <a:lnTo>
                    <a:pt x="8006757" y="395905"/>
                  </a:lnTo>
                  <a:lnTo>
                    <a:pt x="7952035" y="345569"/>
                  </a:lnTo>
                  <a:lnTo>
                    <a:pt x="7892829" y="300195"/>
                  </a:lnTo>
                  <a:lnTo>
                    <a:pt x="7828404" y="259234"/>
                  </a:lnTo>
                  <a:lnTo>
                    <a:pt x="7758115" y="222179"/>
                  </a:lnTo>
                  <a:lnTo>
                    <a:pt x="7681480" y="188596"/>
                  </a:lnTo>
                  <a:lnTo>
                    <a:pt x="7598301" y="158139"/>
                  </a:lnTo>
                  <a:lnTo>
                    <a:pt x="7508794" y="130558"/>
                  </a:lnTo>
                  <a:lnTo>
                    <a:pt x="7413750" y="105698"/>
                  </a:lnTo>
                  <a:lnTo>
                    <a:pt x="7314686" y="83498"/>
                  </a:lnTo>
                  <a:lnTo>
                    <a:pt x="7213943" y="63965"/>
                  </a:lnTo>
                  <a:lnTo>
                    <a:pt x="7114671" y="47154"/>
                  </a:lnTo>
                  <a:lnTo>
                    <a:pt x="7020632" y="33121"/>
                  </a:lnTo>
                  <a:lnTo>
                    <a:pt x="6935789" y="21873"/>
                  </a:lnTo>
                  <a:lnTo>
                    <a:pt x="6863725" y="13328"/>
                  </a:lnTo>
                  <a:lnTo>
                    <a:pt x="6806998" y="7276"/>
                  </a:lnTo>
                  <a:lnTo>
                    <a:pt x="6766616" y="3381"/>
                  </a:lnTo>
                  <a:lnTo>
                    <a:pt x="6741755" y="1205"/>
                  </a:lnTo>
                  <a:lnTo>
                    <a:pt x="6729781" y="250"/>
                  </a:lnTo>
                  <a:lnTo>
                    <a:pt x="6726463" y="8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830" y="72"/>
                  </a:lnTo>
                  <a:lnTo>
                    <a:pt x="5246434" y="589"/>
                  </a:lnTo>
                  <a:lnTo>
                    <a:pt x="5227784" y="2017"/>
                  </a:lnTo>
                  <a:lnTo>
                    <a:pt x="5194421" y="4829"/>
                  </a:lnTo>
                  <a:lnTo>
                    <a:pt x="5144659" y="9463"/>
                  </a:lnTo>
                  <a:lnTo>
                    <a:pt x="5078708" y="16277"/>
                  </a:lnTo>
                  <a:lnTo>
                    <a:pt x="4998531" y="25520"/>
                  </a:lnTo>
                  <a:lnTo>
                    <a:pt x="4907402" y="37317"/>
                  </a:lnTo>
                  <a:lnTo>
                    <a:pt x="4809269" y="51693"/>
                  </a:lnTo>
                  <a:lnTo>
                    <a:pt x="4708111" y="68609"/>
                  </a:lnTo>
                  <a:lnTo>
                    <a:pt x="4607429" y="88008"/>
                  </a:lnTo>
                  <a:lnTo>
                    <a:pt x="4509954" y="109862"/>
                  </a:lnTo>
                  <a:lnTo>
                    <a:pt x="4417564" y="134199"/>
                  </a:lnTo>
                  <a:lnTo>
                    <a:pt x="4331340" y="161127"/>
                  </a:lnTo>
                  <a:lnTo>
                    <a:pt x="4251713" y="190845"/>
                  </a:lnTo>
                  <a:lnTo>
                    <a:pt x="4178624" y="223640"/>
                  </a:lnTo>
                  <a:lnTo>
                    <a:pt x="4111679" y="259886"/>
                  </a:lnTo>
                  <a:lnTo>
                    <a:pt x="4050271" y="300031"/>
                  </a:lnTo>
                  <a:lnTo>
                    <a:pt x="3993678" y="344575"/>
                  </a:lnTo>
                  <a:lnTo>
                    <a:pt x="3941128" y="394037"/>
                  </a:lnTo>
                  <a:lnTo>
                    <a:pt x="3891855" y="448888"/>
                  </a:lnTo>
                  <a:lnTo>
                    <a:pt x="3845143" y="509452"/>
                  </a:lnTo>
                  <a:lnTo>
                    <a:pt x="3829811" y="531244"/>
                  </a:lnTo>
                  <a:lnTo>
                    <a:pt x="3793887" y="586071"/>
                  </a:lnTo>
                  <a:lnTo>
                    <a:pt x="3758839" y="644744"/>
                  </a:lnTo>
                  <a:lnTo>
                    <a:pt x="3724437" y="707340"/>
                  </a:lnTo>
                  <a:lnTo>
                    <a:pt x="3690498" y="773883"/>
                  </a:lnTo>
                  <a:lnTo>
                    <a:pt x="3656871" y="844332"/>
                  </a:lnTo>
                  <a:lnTo>
                    <a:pt x="3623437" y="918576"/>
                  </a:lnTo>
                  <a:lnTo>
                    <a:pt x="3590106" y="996434"/>
                  </a:lnTo>
                  <a:lnTo>
                    <a:pt x="3556810" y="1077651"/>
                  </a:lnTo>
                  <a:lnTo>
                    <a:pt x="3523504" y="1161895"/>
                  </a:lnTo>
                  <a:lnTo>
                    <a:pt x="3490162" y="1248766"/>
                  </a:lnTo>
                  <a:lnTo>
                    <a:pt x="3456772" y="1337798"/>
                  </a:lnTo>
                  <a:lnTo>
                    <a:pt x="3423336" y="1428471"/>
                  </a:lnTo>
                  <a:lnTo>
                    <a:pt x="3389866" y="1520219"/>
                  </a:lnTo>
                  <a:lnTo>
                    <a:pt x="3356379" y="1612451"/>
                  </a:lnTo>
                  <a:lnTo>
                    <a:pt x="3322896" y="1704559"/>
                  </a:lnTo>
                  <a:lnTo>
                    <a:pt x="3289438" y="1795941"/>
                  </a:lnTo>
                  <a:lnTo>
                    <a:pt x="3256020" y="1886014"/>
                  </a:lnTo>
                  <a:lnTo>
                    <a:pt x="3222650" y="1974229"/>
                  </a:lnTo>
                  <a:lnTo>
                    <a:pt x="3189324" y="2060088"/>
                  </a:lnTo>
                  <a:lnTo>
                    <a:pt x="3156027" y="2143148"/>
                  </a:lnTo>
                  <a:lnTo>
                    <a:pt x="3122723" y="2223038"/>
                  </a:lnTo>
                  <a:lnTo>
                    <a:pt x="3089360" y="2299457"/>
                  </a:lnTo>
                  <a:lnTo>
                    <a:pt x="3055860" y="2372179"/>
                  </a:lnTo>
                  <a:lnTo>
                    <a:pt x="3022122" y="2441053"/>
                  </a:lnTo>
                  <a:lnTo>
                    <a:pt x="2988015" y="2505996"/>
                  </a:lnTo>
                  <a:lnTo>
                    <a:pt x="2953376" y="2566995"/>
                  </a:lnTo>
                  <a:lnTo>
                    <a:pt x="2918002" y="2624095"/>
                  </a:lnTo>
                  <a:lnTo>
                    <a:pt x="2896531" y="2656224"/>
                  </a:lnTo>
                  <a:lnTo>
                    <a:pt x="2850539" y="2718745"/>
                  </a:lnTo>
                  <a:lnTo>
                    <a:pt x="2802208" y="2775504"/>
                  </a:lnTo>
                  <a:lnTo>
                    <a:pt x="2750851" y="2826740"/>
                  </a:lnTo>
                  <a:lnTo>
                    <a:pt x="2695712" y="2872891"/>
                  </a:lnTo>
                  <a:lnTo>
                    <a:pt x="2636017" y="2914465"/>
                  </a:lnTo>
                  <a:lnTo>
                    <a:pt x="2571021" y="2951976"/>
                  </a:lnTo>
                  <a:lnTo>
                    <a:pt x="2500067" y="2985893"/>
                  </a:lnTo>
                  <a:lnTo>
                    <a:pt x="2422677" y="3016615"/>
                  </a:lnTo>
                  <a:lnTo>
                    <a:pt x="2338664" y="3044460"/>
                  </a:lnTo>
                  <a:lnTo>
                    <a:pt x="2248274" y="3069657"/>
                  </a:lnTo>
                  <a:lnTo>
                    <a:pt x="2152351" y="3092343"/>
                  </a:lnTo>
                  <a:lnTo>
                    <a:pt x="2052491" y="3112574"/>
                  </a:lnTo>
                  <a:lnTo>
                    <a:pt x="1951136" y="3130335"/>
                  </a:lnTo>
                  <a:lnTo>
                    <a:pt x="1851550" y="3145577"/>
                  </a:lnTo>
                  <a:lnTo>
                    <a:pt x="1757596" y="3158247"/>
                  </a:lnTo>
                  <a:lnTo>
                    <a:pt x="1673301" y="3168346"/>
                  </a:lnTo>
                  <a:lnTo>
                    <a:pt x="1602242" y="3175960"/>
                  </a:lnTo>
                  <a:lnTo>
                    <a:pt x="1546887" y="3181296"/>
                  </a:lnTo>
                  <a:lnTo>
                    <a:pt x="1508072" y="3184678"/>
                  </a:lnTo>
                  <a:lnTo>
                    <a:pt x="1484749" y="3186522"/>
                  </a:lnTo>
                  <a:lnTo>
                    <a:pt x="1474033" y="3187294"/>
                  </a:lnTo>
                  <a:lnTo>
                    <a:pt x="1471432" y="3187466"/>
                  </a:lnTo>
                  <a:lnTo>
                    <a:pt x="1471387" y="3187469"/>
                  </a:lnTo>
                  <a:lnTo>
                    <a:pt x="0" y="318746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11" name="pg911"/>
            <p:cNvSpPr/>
            <p:nvPr/>
          </p:nvSpPr>
          <p:spPr>
            <a:xfrm>
              <a:off x="4799595" y="3917280"/>
              <a:ext cx="11981298" cy="4004769"/>
            </a:xfrm>
            <a:custGeom>
              <a:avLst/>
              <a:pathLst>
                <a:path w="11981298" h="4004769">
                  <a:moveTo>
                    <a:pt x="0" y="3195642"/>
                  </a:moveTo>
                  <a:lnTo>
                    <a:pt x="1471387" y="3195642"/>
                  </a:lnTo>
                  <a:lnTo>
                    <a:pt x="1472512" y="3195569"/>
                  </a:lnTo>
                  <a:lnTo>
                    <a:pt x="1479908" y="3195053"/>
                  </a:lnTo>
                  <a:lnTo>
                    <a:pt x="1498558" y="3193624"/>
                  </a:lnTo>
                  <a:lnTo>
                    <a:pt x="1531921" y="3190812"/>
                  </a:lnTo>
                  <a:lnTo>
                    <a:pt x="1581683" y="3186179"/>
                  </a:lnTo>
                  <a:lnTo>
                    <a:pt x="1647634" y="3179364"/>
                  </a:lnTo>
                  <a:lnTo>
                    <a:pt x="1727811" y="3170121"/>
                  </a:lnTo>
                  <a:lnTo>
                    <a:pt x="1818940" y="3158324"/>
                  </a:lnTo>
                  <a:lnTo>
                    <a:pt x="1917073" y="3143948"/>
                  </a:lnTo>
                  <a:lnTo>
                    <a:pt x="2018231" y="3127032"/>
                  </a:lnTo>
                  <a:lnTo>
                    <a:pt x="2118913" y="3107633"/>
                  </a:lnTo>
                  <a:lnTo>
                    <a:pt x="2216388" y="3085780"/>
                  </a:lnTo>
                  <a:lnTo>
                    <a:pt x="2308778" y="3061443"/>
                  </a:lnTo>
                  <a:lnTo>
                    <a:pt x="2395002" y="3034514"/>
                  </a:lnTo>
                  <a:lnTo>
                    <a:pt x="2474629" y="3004796"/>
                  </a:lnTo>
                  <a:lnTo>
                    <a:pt x="2547718" y="2972001"/>
                  </a:lnTo>
                  <a:lnTo>
                    <a:pt x="2614663" y="2935755"/>
                  </a:lnTo>
                  <a:lnTo>
                    <a:pt x="2676071" y="2895611"/>
                  </a:lnTo>
                  <a:lnTo>
                    <a:pt x="2732664" y="2851066"/>
                  </a:lnTo>
                  <a:lnTo>
                    <a:pt x="2785214" y="2801605"/>
                  </a:lnTo>
                  <a:lnTo>
                    <a:pt x="2834487" y="2746753"/>
                  </a:lnTo>
                  <a:lnTo>
                    <a:pt x="2881199" y="2686189"/>
                  </a:lnTo>
                  <a:lnTo>
                    <a:pt x="2896531" y="2664397"/>
                  </a:lnTo>
                  <a:lnTo>
                    <a:pt x="2932455" y="2609570"/>
                  </a:lnTo>
                  <a:lnTo>
                    <a:pt x="2967503" y="2550898"/>
                  </a:lnTo>
                  <a:lnTo>
                    <a:pt x="3001905" y="2488301"/>
                  </a:lnTo>
                  <a:lnTo>
                    <a:pt x="3035844" y="2421758"/>
                  </a:lnTo>
                  <a:lnTo>
                    <a:pt x="3069472" y="2351310"/>
                  </a:lnTo>
                  <a:lnTo>
                    <a:pt x="3102905" y="2277066"/>
                  </a:lnTo>
                  <a:lnTo>
                    <a:pt x="3136237" y="2199207"/>
                  </a:lnTo>
                  <a:lnTo>
                    <a:pt x="3169532" y="2117991"/>
                  </a:lnTo>
                  <a:lnTo>
                    <a:pt x="3202838" y="2033746"/>
                  </a:lnTo>
                  <a:lnTo>
                    <a:pt x="3236180" y="1946875"/>
                  </a:lnTo>
                  <a:lnTo>
                    <a:pt x="3269570" y="1857843"/>
                  </a:lnTo>
                  <a:lnTo>
                    <a:pt x="3303006" y="1767171"/>
                  </a:lnTo>
                  <a:lnTo>
                    <a:pt x="3336477" y="1675422"/>
                  </a:lnTo>
                  <a:lnTo>
                    <a:pt x="3369963" y="1583191"/>
                  </a:lnTo>
                  <a:lnTo>
                    <a:pt x="3403446" y="1491082"/>
                  </a:lnTo>
                  <a:lnTo>
                    <a:pt x="3436904" y="1399700"/>
                  </a:lnTo>
                  <a:lnTo>
                    <a:pt x="3470322" y="1309627"/>
                  </a:lnTo>
                  <a:lnTo>
                    <a:pt x="3503693" y="1221412"/>
                  </a:lnTo>
                  <a:lnTo>
                    <a:pt x="3537018" y="1135554"/>
                  </a:lnTo>
                  <a:lnTo>
                    <a:pt x="3570315" y="1052493"/>
                  </a:lnTo>
                  <a:lnTo>
                    <a:pt x="3603619" y="972603"/>
                  </a:lnTo>
                  <a:lnTo>
                    <a:pt x="3636982" y="896184"/>
                  </a:lnTo>
                  <a:lnTo>
                    <a:pt x="3670482" y="823462"/>
                  </a:lnTo>
                  <a:lnTo>
                    <a:pt x="3704220" y="754589"/>
                  </a:lnTo>
                  <a:lnTo>
                    <a:pt x="3738327" y="689645"/>
                  </a:lnTo>
                  <a:lnTo>
                    <a:pt x="3772966" y="628646"/>
                  </a:lnTo>
                  <a:lnTo>
                    <a:pt x="3808340" y="571546"/>
                  </a:lnTo>
                  <a:lnTo>
                    <a:pt x="3829811" y="539417"/>
                  </a:lnTo>
                  <a:lnTo>
                    <a:pt x="3875803" y="476896"/>
                  </a:lnTo>
                  <a:lnTo>
                    <a:pt x="3924134" y="420138"/>
                  </a:lnTo>
                  <a:lnTo>
                    <a:pt x="3975491" y="368901"/>
                  </a:lnTo>
                  <a:lnTo>
                    <a:pt x="4030630" y="322751"/>
                  </a:lnTo>
                  <a:lnTo>
                    <a:pt x="4090325" y="281176"/>
                  </a:lnTo>
                  <a:lnTo>
                    <a:pt x="4155321" y="243665"/>
                  </a:lnTo>
                  <a:lnTo>
                    <a:pt x="4226275" y="209749"/>
                  </a:lnTo>
                  <a:lnTo>
                    <a:pt x="4303665" y="179027"/>
                  </a:lnTo>
                  <a:lnTo>
                    <a:pt x="4387678" y="151181"/>
                  </a:lnTo>
                  <a:lnTo>
                    <a:pt x="4478068" y="125984"/>
                  </a:lnTo>
                  <a:lnTo>
                    <a:pt x="4573991" y="103298"/>
                  </a:lnTo>
                  <a:lnTo>
                    <a:pt x="4673852" y="83067"/>
                  </a:lnTo>
                  <a:lnTo>
                    <a:pt x="4775206" y="65306"/>
                  </a:lnTo>
                  <a:lnTo>
                    <a:pt x="4874792" y="50065"/>
                  </a:lnTo>
                  <a:lnTo>
                    <a:pt x="4968746" y="37394"/>
                  </a:lnTo>
                  <a:lnTo>
                    <a:pt x="5053041" y="27296"/>
                  </a:lnTo>
                  <a:lnTo>
                    <a:pt x="5124100" y="19682"/>
                  </a:lnTo>
                  <a:lnTo>
                    <a:pt x="5179455" y="14345"/>
                  </a:lnTo>
                  <a:lnTo>
                    <a:pt x="5218270" y="10963"/>
                  </a:lnTo>
                  <a:lnTo>
                    <a:pt x="5241593" y="9119"/>
                  </a:lnTo>
                  <a:lnTo>
                    <a:pt x="5252309" y="8347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285" y="8248"/>
                  </a:lnTo>
                  <a:lnTo>
                    <a:pt x="6733506" y="8789"/>
                  </a:lnTo>
                  <a:lnTo>
                    <a:pt x="6749275" y="10281"/>
                  </a:lnTo>
                  <a:lnTo>
                    <a:pt x="6777679" y="13222"/>
                  </a:lnTo>
                  <a:lnTo>
                    <a:pt x="6820447" y="18083"/>
                  </a:lnTo>
                  <a:lnTo>
                    <a:pt x="6877817" y="25266"/>
                  </a:lnTo>
                  <a:lnTo>
                    <a:pt x="6948582" y="35070"/>
                  </a:lnTo>
                  <a:lnTo>
                    <a:pt x="7030359" y="47675"/>
                  </a:lnTo>
                  <a:lnTo>
                    <a:pt x="7120018" y="63148"/>
                  </a:lnTo>
                  <a:lnTo>
                    <a:pt x="7214178" y="81474"/>
                  </a:lnTo>
                  <a:lnTo>
                    <a:pt x="7309647" y="102599"/>
                  </a:lnTo>
                  <a:lnTo>
                    <a:pt x="7403727" y="126468"/>
                  </a:lnTo>
                  <a:lnTo>
                    <a:pt x="7494374" y="153067"/>
                  </a:lnTo>
                  <a:lnTo>
                    <a:pt x="7580209" y="182447"/>
                  </a:lnTo>
                  <a:lnTo>
                    <a:pt x="7660460" y="214743"/>
                  </a:lnTo>
                  <a:lnTo>
                    <a:pt x="7734840" y="250175"/>
                  </a:lnTo>
                  <a:lnTo>
                    <a:pt x="7803435" y="289054"/>
                  </a:lnTo>
                  <a:lnTo>
                    <a:pt x="7866583" y="331775"/>
                  </a:lnTo>
                  <a:lnTo>
                    <a:pt x="7924789" y="378807"/>
                  </a:lnTo>
                  <a:lnTo>
                    <a:pt x="7978655" y="430671"/>
                  </a:lnTo>
                  <a:lnTo>
                    <a:pt x="8028821" y="487912"/>
                  </a:lnTo>
                  <a:lnTo>
                    <a:pt x="8075932" y="551041"/>
                  </a:lnTo>
                  <a:lnTo>
                    <a:pt x="8120602" y="620451"/>
                  </a:lnTo>
                  <a:lnTo>
                    <a:pt x="8151487" y="674272"/>
                  </a:lnTo>
                  <a:lnTo>
                    <a:pt x="8184100" y="736400"/>
                  </a:lnTo>
                  <a:lnTo>
                    <a:pt x="8215974" y="802483"/>
                  </a:lnTo>
                  <a:lnTo>
                    <a:pt x="8247285" y="872601"/>
                  </a:lnTo>
                  <a:lnTo>
                    <a:pt x="8278177" y="946788"/>
                  </a:lnTo>
                  <a:lnTo>
                    <a:pt x="8308770" y="1025025"/>
                  </a:lnTo>
                  <a:lnTo>
                    <a:pt x="8339162" y="1107238"/>
                  </a:lnTo>
                  <a:lnTo>
                    <a:pt x="8369431" y="1193291"/>
                  </a:lnTo>
                  <a:lnTo>
                    <a:pt x="8399637" y="1282988"/>
                  </a:lnTo>
                  <a:lnTo>
                    <a:pt x="8429825" y="1376069"/>
                  </a:lnTo>
                  <a:lnTo>
                    <a:pt x="8460025" y="1472210"/>
                  </a:lnTo>
                  <a:lnTo>
                    <a:pt x="8490258" y="1571029"/>
                  </a:lnTo>
                  <a:lnTo>
                    <a:pt x="8520529" y="1672091"/>
                  </a:lnTo>
                  <a:lnTo>
                    <a:pt x="8550839" y="1774911"/>
                  </a:lnTo>
                  <a:lnTo>
                    <a:pt x="8581180" y="1878967"/>
                  </a:lnTo>
                  <a:lnTo>
                    <a:pt x="8611539" y="1983711"/>
                  </a:lnTo>
                  <a:lnTo>
                    <a:pt x="8641902" y="2088578"/>
                  </a:lnTo>
                  <a:lnTo>
                    <a:pt x="8672253" y="2193002"/>
                  </a:lnTo>
                  <a:lnTo>
                    <a:pt x="8702577" y="2296424"/>
                  </a:lnTo>
                  <a:lnTo>
                    <a:pt x="8732866" y="2398310"/>
                  </a:lnTo>
                  <a:lnTo>
                    <a:pt x="8763115" y="2498159"/>
                  </a:lnTo>
                  <a:lnTo>
                    <a:pt x="8793328" y="2595513"/>
                  </a:lnTo>
                  <a:lnTo>
                    <a:pt x="8823518" y="2689964"/>
                  </a:lnTo>
                  <a:lnTo>
                    <a:pt x="8853712" y="2781165"/>
                  </a:lnTo>
                  <a:lnTo>
                    <a:pt x="8883947" y="2868828"/>
                  </a:lnTo>
                  <a:lnTo>
                    <a:pt x="8914277" y="2952727"/>
                  </a:lnTo>
                  <a:lnTo>
                    <a:pt x="8944772" y="3032701"/>
                  </a:lnTo>
                  <a:lnTo>
                    <a:pt x="8975521" y="3108651"/>
                  </a:lnTo>
                  <a:lnTo>
                    <a:pt x="9006634" y="3180533"/>
                  </a:lnTo>
                  <a:lnTo>
                    <a:pt x="9038244" y="3248360"/>
                  </a:lnTo>
                  <a:lnTo>
                    <a:pt x="9070513" y="3312191"/>
                  </a:lnTo>
                  <a:lnTo>
                    <a:pt x="9084767" y="3338669"/>
                  </a:lnTo>
                  <a:lnTo>
                    <a:pt x="9128025" y="3412699"/>
                  </a:lnTo>
                  <a:lnTo>
                    <a:pt x="9173323" y="3480311"/>
                  </a:lnTo>
                  <a:lnTo>
                    <a:pt x="9221232" y="3541734"/>
                  </a:lnTo>
                  <a:lnTo>
                    <a:pt x="9272375" y="3597405"/>
                  </a:lnTo>
                  <a:lnTo>
                    <a:pt x="9327399" y="3647853"/>
                  </a:lnTo>
                  <a:lnTo>
                    <a:pt x="9386941" y="3693619"/>
                  </a:lnTo>
                  <a:lnTo>
                    <a:pt x="9451578" y="3735213"/>
                  </a:lnTo>
                  <a:lnTo>
                    <a:pt x="9521777" y="3773084"/>
                  </a:lnTo>
                  <a:lnTo>
                    <a:pt x="9597817" y="3807605"/>
                  </a:lnTo>
                  <a:lnTo>
                    <a:pt x="9679689" y="3839060"/>
                  </a:lnTo>
                  <a:lnTo>
                    <a:pt x="9766983" y="3867648"/>
                  </a:lnTo>
                  <a:lnTo>
                    <a:pt x="9858765" y="3893475"/>
                  </a:lnTo>
                  <a:lnTo>
                    <a:pt x="9953473" y="3916575"/>
                  </a:lnTo>
                  <a:lnTo>
                    <a:pt x="10048871" y="3936917"/>
                  </a:lnTo>
                  <a:lnTo>
                    <a:pt x="10142101" y="3954444"/>
                  </a:lnTo>
                  <a:lnTo>
                    <a:pt x="10229879" y="3969107"/>
                  </a:lnTo>
                  <a:lnTo>
                    <a:pt x="10308847" y="3980911"/>
                  </a:lnTo>
                  <a:lnTo>
                    <a:pt x="10376035" y="3989954"/>
                  </a:lnTo>
                  <a:lnTo>
                    <a:pt x="10429353" y="3996447"/>
                  </a:lnTo>
                  <a:lnTo>
                    <a:pt x="10467984" y="4000723"/>
                  </a:lnTo>
                  <a:lnTo>
                    <a:pt x="10492591" y="4003206"/>
                  </a:lnTo>
                  <a:lnTo>
                    <a:pt x="10505302" y="4004380"/>
                  </a:lnTo>
                  <a:lnTo>
                    <a:pt x="10509556" y="4004741"/>
                  </a:lnTo>
                  <a:lnTo>
                    <a:pt x="10509911" y="4004769"/>
                  </a:lnTo>
                  <a:lnTo>
                    <a:pt x="11981298" y="4004769"/>
                  </a:lnTo>
                  <a:lnTo>
                    <a:pt x="11981298" y="3996596"/>
                  </a:lnTo>
                  <a:lnTo>
                    <a:pt x="10509911" y="3996596"/>
                  </a:lnTo>
                  <a:lnTo>
                    <a:pt x="10508968" y="3996520"/>
                  </a:lnTo>
                  <a:lnTo>
                    <a:pt x="10502747" y="3995980"/>
                  </a:lnTo>
                  <a:lnTo>
                    <a:pt x="10486979" y="3994487"/>
                  </a:lnTo>
                  <a:lnTo>
                    <a:pt x="10458574" y="3991546"/>
                  </a:lnTo>
                  <a:lnTo>
                    <a:pt x="10415806" y="3986685"/>
                  </a:lnTo>
                  <a:lnTo>
                    <a:pt x="10358437" y="3979502"/>
                  </a:lnTo>
                  <a:lnTo>
                    <a:pt x="10287671" y="3969698"/>
                  </a:lnTo>
                  <a:lnTo>
                    <a:pt x="10205894" y="3957093"/>
                  </a:lnTo>
                  <a:lnTo>
                    <a:pt x="10116235" y="3941620"/>
                  </a:lnTo>
                  <a:lnTo>
                    <a:pt x="10022075" y="3923294"/>
                  </a:lnTo>
                  <a:lnTo>
                    <a:pt x="9926607" y="3902169"/>
                  </a:lnTo>
                  <a:lnTo>
                    <a:pt x="9832526" y="3878301"/>
                  </a:lnTo>
                  <a:lnTo>
                    <a:pt x="9741880" y="3851702"/>
                  </a:lnTo>
                  <a:lnTo>
                    <a:pt x="9656044" y="3822321"/>
                  </a:lnTo>
                  <a:lnTo>
                    <a:pt x="9575793" y="3790025"/>
                  </a:lnTo>
                  <a:lnTo>
                    <a:pt x="9501413" y="3754593"/>
                  </a:lnTo>
                  <a:lnTo>
                    <a:pt x="9432819" y="3715714"/>
                  </a:lnTo>
                  <a:lnTo>
                    <a:pt x="9369671" y="3672993"/>
                  </a:lnTo>
                  <a:lnTo>
                    <a:pt x="9311464" y="3625961"/>
                  </a:lnTo>
                  <a:lnTo>
                    <a:pt x="9257599" y="3574097"/>
                  </a:lnTo>
                  <a:lnTo>
                    <a:pt x="9207432" y="3516856"/>
                  </a:lnTo>
                  <a:lnTo>
                    <a:pt x="9160321" y="3453727"/>
                  </a:lnTo>
                  <a:lnTo>
                    <a:pt x="9115651" y="3384317"/>
                  </a:lnTo>
                  <a:lnTo>
                    <a:pt x="9084767" y="3330496"/>
                  </a:lnTo>
                  <a:lnTo>
                    <a:pt x="9052154" y="3268368"/>
                  </a:lnTo>
                  <a:lnTo>
                    <a:pt x="9020279" y="3202285"/>
                  </a:lnTo>
                  <a:lnTo>
                    <a:pt x="8988968" y="3132167"/>
                  </a:lnTo>
                  <a:lnTo>
                    <a:pt x="8958076" y="3057980"/>
                  </a:lnTo>
                  <a:lnTo>
                    <a:pt x="8927483" y="2979743"/>
                  </a:lnTo>
                  <a:lnTo>
                    <a:pt x="8897091" y="2897531"/>
                  </a:lnTo>
                  <a:lnTo>
                    <a:pt x="8866822" y="2811477"/>
                  </a:lnTo>
                  <a:lnTo>
                    <a:pt x="8836617" y="2721780"/>
                  </a:lnTo>
                  <a:lnTo>
                    <a:pt x="8806429" y="2628699"/>
                  </a:lnTo>
                  <a:lnTo>
                    <a:pt x="8776228" y="2532558"/>
                  </a:lnTo>
                  <a:lnTo>
                    <a:pt x="8745996" y="2433739"/>
                  </a:lnTo>
                  <a:lnTo>
                    <a:pt x="8715724" y="2332677"/>
                  </a:lnTo>
                  <a:lnTo>
                    <a:pt x="8685414" y="2229857"/>
                  </a:lnTo>
                  <a:lnTo>
                    <a:pt x="8655073" y="2125801"/>
                  </a:lnTo>
                  <a:lnTo>
                    <a:pt x="8624714" y="2021057"/>
                  </a:lnTo>
                  <a:lnTo>
                    <a:pt x="8594351" y="1916190"/>
                  </a:lnTo>
                  <a:lnTo>
                    <a:pt x="8564001" y="1811766"/>
                  </a:lnTo>
                  <a:lnTo>
                    <a:pt x="8533676" y="1708344"/>
                  </a:lnTo>
                  <a:lnTo>
                    <a:pt x="8503387" y="1606458"/>
                  </a:lnTo>
                  <a:lnTo>
                    <a:pt x="8473138" y="1506609"/>
                  </a:lnTo>
                  <a:lnTo>
                    <a:pt x="8442925" y="1409256"/>
                  </a:lnTo>
                  <a:lnTo>
                    <a:pt x="8412735" y="1314804"/>
                  </a:lnTo>
                  <a:lnTo>
                    <a:pt x="8382542" y="1223603"/>
                  </a:lnTo>
                  <a:lnTo>
                    <a:pt x="8352307" y="1135941"/>
                  </a:lnTo>
                  <a:lnTo>
                    <a:pt x="8321977" y="1052041"/>
                  </a:lnTo>
                  <a:lnTo>
                    <a:pt x="8291482" y="972067"/>
                  </a:lnTo>
                  <a:lnTo>
                    <a:pt x="8260733" y="896117"/>
                  </a:lnTo>
                  <a:lnTo>
                    <a:pt x="8229620" y="824235"/>
                  </a:lnTo>
                  <a:lnTo>
                    <a:pt x="8198009" y="756409"/>
                  </a:lnTo>
                  <a:lnTo>
                    <a:pt x="8165740" y="692577"/>
                  </a:lnTo>
                  <a:lnTo>
                    <a:pt x="8151487" y="666099"/>
                  </a:lnTo>
                  <a:lnTo>
                    <a:pt x="8108228" y="592069"/>
                  </a:lnTo>
                  <a:lnTo>
                    <a:pt x="8062930" y="524457"/>
                  </a:lnTo>
                  <a:lnTo>
                    <a:pt x="8015022" y="463034"/>
                  </a:lnTo>
                  <a:lnTo>
                    <a:pt x="7963879" y="407363"/>
                  </a:lnTo>
                  <a:lnTo>
                    <a:pt x="7908854" y="356916"/>
                  </a:lnTo>
                  <a:lnTo>
                    <a:pt x="7849313" y="311149"/>
                  </a:lnTo>
                  <a:lnTo>
                    <a:pt x="7784675" y="269555"/>
                  </a:lnTo>
                  <a:lnTo>
                    <a:pt x="7714476" y="231684"/>
                  </a:lnTo>
                  <a:lnTo>
                    <a:pt x="7638436" y="197163"/>
                  </a:lnTo>
                  <a:lnTo>
                    <a:pt x="7556564" y="165708"/>
                  </a:lnTo>
                  <a:lnTo>
                    <a:pt x="7469270" y="137121"/>
                  </a:lnTo>
                  <a:lnTo>
                    <a:pt x="7377488" y="111293"/>
                  </a:lnTo>
                  <a:lnTo>
                    <a:pt x="7282780" y="88194"/>
                  </a:lnTo>
                  <a:lnTo>
                    <a:pt x="7187382" y="67851"/>
                  </a:lnTo>
                  <a:lnTo>
                    <a:pt x="7094152" y="50324"/>
                  </a:lnTo>
                  <a:lnTo>
                    <a:pt x="7006374" y="35661"/>
                  </a:lnTo>
                  <a:lnTo>
                    <a:pt x="6927406" y="23857"/>
                  </a:lnTo>
                  <a:lnTo>
                    <a:pt x="6860218" y="14815"/>
                  </a:lnTo>
                  <a:lnTo>
                    <a:pt x="6806900" y="8321"/>
                  </a:lnTo>
                  <a:lnTo>
                    <a:pt x="6768269" y="4046"/>
                  </a:lnTo>
                  <a:lnTo>
                    <a:pt x="6743663" y="1562"/>
                  </a:lnTo>
                  <a:lnTo>
                    <a:pt x="6730951" y="388"/>
                  </a:lnTo>
                  <a:lnTo>
                    <a:pt x="6726697" y="27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830" y="72"/>
                  </a:lnTo>
                  <a:lnTo>
                    <a:pt x="5246434" y="589"/>
                  </a:lnTo>
                  <a:lnTo>
                    <a:pt x="5227784" y="2017"/>
                  </a:lnTo>
                  <a:lnTo>
                    <a:pt x="5194421" y="4829"/>
                  </a:lnTo>
                  <a:lnTo>
                    <a:pt x="5144659" y="9463"/>
                  </a:lnTo>
                  <a:lnTo>
                    <a:pt x="5078708" y="16277"/>
                  </a:lnTo>
                  <a:lnTo>
                    <a:pt x="4998531" y="25520"/>
                  </a:lnTo>
                  <a:lnTo>
                    <a:pt x="4907402" y="37317"/>
                  </a:lnTo>
                  <a:lnTo>
                    <a:pt x="4809269" y="51693"/>
                  </a:lnTo>
                  <a:lnTo>
                    <a:pt x="4708111" y="68609"/>
                  </a:lnTo>
                  <a:lnTo>
                    <a:pt x="4607429" y="88008"/>
                  </a:lnTo>
                  <a:lnTo>
                    <a:pt x="4509954" y="109862"/>
                  </a:lnTo>
                  <a:lnTo>
                    <a:pt x="4417564" y="134199"/>
                  </a:lnTo>
                  <a:lnTo>
                    <a:pt x="4331340" y="161127"/>
                  </a:lnTo>
                  <a:lnTo>
                    <a:pt x="4251713" y="190845"/>
                  </a:lnTo>
                  <a:lnTo>
                    <a:pt x="4178624" y="223640"/>
                  </a:lnTo>
                  <a:lnTo>
                    <a:pt x="4111679" y="259886"/>
                  </a:lnTo>
                  <a:lnTo>
                    <a:pt x="4050271" y="300031"/>
                  </a:lnTo>
                  <a:lnTo>
                    <a:pt x="3993678" y="344575"/>
                  </a:lnTo>
                  <a:lnTo>
                    <a:pt x="3941128" y="394037"/>
                  </a:lnTo>
                  <a:lnTo>
                    <a:pt x="3891855" y="448888"/>
                  </a:lnTo>
                  <a:lnTo>
                    <a:pt x="3845143" y="509452"/>
                  </a:lnTo>
                  <a:lnTo>
                    <a:pt x="3829811" y="531244"/>
                  </a:lnTo>
                  <a:lnTo>
                    <a:pt x="3793887" y="586071"/>
                  </a:lnTo>
                  <a:lnTo>
                    <a:pt x="3758839" y="644744"/>
                  </a:lnTo>
                  <a:lnTo>
                    <a:pt x="3724437" y="707340"/>
                  </a:lnTo>
                  <a:lnTo>
                    <a:pt x="3690498" y="773883"/>
                  </a:lnTo>
                  <a:lnTo>
                    <a:pt x="3656871" y="844332"/>
                  </a:lnTo>
                  <a:lnTo>
                    <a:pt x="3623437" y="918576"/>
                  </a:lnTo>
                  <a:lnTo>
                    <a:pt x="3590106" y="996434"/>
                  </a:lnTo>
                  <a:lnTo>
                    <a:pt x="3556810" y="1077651"/>
                  </a:lnTo>
                  <a:lnTo>
                    <a:pt x="3523504" y="1161895"/>
                  </a:lnTo>
                  <a:lnTo>
                    <a:pt x="3490162" y="1248766"/>
                  </a:lnTo>
                  <a:lnTo>
                    <a:pt x="3456772" y="1337798"/>
                  </a:lnTo>
                  <a:lnTo>
                    <a:pt x="3423336" y="1428471"/>
                  </a:lnTo>
                  <a:lnTo>
                    <a:pt x="3389866" y="1520219"/>
                  </a:lnTo>
                  <a:lnTo>
                    <a:pt x="3356379" y="1612451"/>
                  </a:lnTo>
                  <a:lnTo>
                    <a:pt x="3322896" y="1704559"/>
                  </a:lnTo>
                  <a:lnTo>
                    <a:pt x="3289438" y="1795941"/>
                  </a:lnTo>
                  <a:lnTo>
                    <a:pt x="3256020" y="1886014"/>
                  </a:lnTo>
                  <a:lnTo>
                    <a:pt x="3222650" y="1974229"/>
                  </a:lnTo>
                  <a:lnTo>
                    <a:pt x="3189324" y="2060088"/>
                  </a:lnTo>
                  <a:lnTo>
                    <a:pt x="3156027" y="2143148"/>
                  </a:lnTo>
                  <a:lnTo>
                    <a:pt x="3122723" y="2223038"/>
                  </a:lnTo>
                  <a:lnTo>
                    <a:pt x="3089360" y="2299457"/>
                  </a:lnTo>
                  <a:lnTo>
                    <a:pt x="3055860" y="2372179"/>
                  </a:lnTo>
                  <a:lnTo>
                    <a:pt x="3022122" y="2441053"/>
                  </a:lnTo>
                  <a:lnTo>
                    <a:pt x="2988015" y="2505996"/>
                  </a:lnTo>
                  <a:lnTo>
                    <a:pt x="2953376" y="2566995"/>
                  </a:lnTo>
                  <a:lnTo>
                    <a:pt x="2918002" y="2624095"/>
                  </a:lnTo>
                  <a:lnTo>
                    <a:pt x="2896531" y="2656224"/>
                  </a:lnTo>
                  <a:lnTo>
                    <a:pt x="2850539" y="2718745"/>
                  </a:lnTo>
                  <a:lnTo>
                    <a:pt x="2802208" y="2775504"/>
                  </a:lnTo>
                  <a:lnTo>
                    <a:pt x="2750851" y="2826740"/>
                  </a:lnTo>
                  <a:lnTo>
                    <a:pt x="2695712" y="2872891"/>
                  </a:lnTo>
                  <a:lnTo>
                    <a:pt x="2636017" y="2914465"/>
                  </a:lnTo>
                  <a:lnTo>
                    <a:pt x="2571021" y="2951976"/>
                  </a:lnTo>
                  <a:lnTo>
                    <a:pt x="2500067" y="2985893"/>
                  </a:lnTo>
                  <a:lnTo>
                    <a:pt x="2422677" y="3016615"/>
                  </a:lnTo>
                  <a:lnTo>
                    <a:pt x="2338664" y="3044460"/>
                  </a:lnTo>
                  <a:lnTo>
                    <a:pt x="2248274" y="3069657"/>
                  </a:lnTo>
                  <a:lnTo>
                    <a:pt x="2152351" y="3092343"/>
                  </a:lnTo>
                  <a:lnTo>
                    <a:pt x="2052491" y="3112574"/>
                  </a:lnTo>
                  <a:lnTo>
                    <a:pt x="1951136" y="3130335"/>
                  </a:lnTo>
                  <a:lnTo>
                    <a:pt x="1851550" y="3145577"/>
                  </a:lnTo>
                  <a:lnTo>
                    <a:pt x="1757596" y="3158247"/>
                  </a:lnTo>
                  <a:lnTo>
                    <a:pt x="1673301" y="3168346"/>
                  </a:lnTo>
                  <a:lnTo>
                    <a:pt x="1602242" y="3175960"/>
                  </a:lnTo>
                  <a:lnTo>
                    <a:pt x="1546887" y="3181296"/>
                  </a:lnTo>
                  <a:lnTo>
                    <a:pt x="1508072" y="3184678"/>
                  </a:lnTo>
                  <a:lnTo>
                    <a:pt x="1484749" y="3186522"/>
                  </a:lnTo>
                  <a:lnTo>
                    <a:pt x="1474033" y="3187294"/>
                  </a:lnTo>
                  <a:lnTo>
                    <a:pt x="1471387" y="3187469"/>
                  </a:lnTo>
                  <a:lnTo>
                    <a:pt x="0" y="3187469"/>
                  </a:lnTo>
                  <a:close/>
                </a:path>
              </a:pathLst>
            </a:custGeom>
            <a:solidFill>
              <a:srgbClr val="F28E5B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912" name="pl912"/>
            <p:cNvSpPr/>
            <p:nvPr/>
          </p:nvSpPr>
          <p:spPr>
            <a:xfrm>
              <a:off x="4799595" y="3925453"/>
              <a:ext cx="11981298" cy="3996596"/>
            </a:xfrm>
            <a:custGeom>
              <a:avLst/>
              <a:pathLst>
                <a:path w="11981298" h="3996596">
                  <a:moveTo>
                    <a:pt x="0" y="3187469"/>
                  </a:moveTo>
                  <a:lnTo>
                    <a:pt x="1471387" y="3187469"/>
                  </a:lnTo>
                  <a:lnTo>
                    <a:pt x="1472512" y="3187396"/>
                  </a:lnTo>
                  <a:lnTo>
                    <a:pt x="1479908" y="3186880"/>
                  </a:lnTo>
                  <a:lnTo>
                    <a:pt x="1498558" y="3185451"/>
                  </a:lnTo>
                  <a:lnTo>
                    <a:pt x="1531921" y="3182639"/>
                  </a:lnTo>
                  <a:lnTo>
                    <a:pt x="1581683" y="3178006"/>
                  </a:lnTo>
                  <a:lnTo>
                    <a:pt x="1647634" y="3171191"/>
                  </a:lnTo>
                  <a:lnTo>
                    <a:pt x="1727811" y="3161948"/>
                  </a:lnTo>
                  <a:lnTo>
                    <a:pt x="1818940" y="3150151"/>
                  </a:lnTo>
                  <a:lnTo>
                    <a:pt x="1917073" y="3135775"/>
                  </a:lnTo>
                  <a:lnTo>
                    <a:pt x="2018231" y="3118859"/>
                  </a:lnTo>
                  <a:lnTo>
                    <a:pt x="2118913" y="3099460"/>
                  </a:lnTo>
                  <a:lnTo>
                    <a:pt x="2216388" y="3077607"/>
                  </a:lnTo>
                  <a:lnTo>
                    <a:pt x="2308778" y="3053270"/>
                  </a:lnTo>
                  <a:lnTo>
                    <a:pt x="2395002" y="3026341"/>
                  </a:lnTo>
                  <a:lnTo>
                    <a:pt x="2474629" y="2996623"/>
                  </a:lnTo>
                  <a:lnTo>
                    <a:pt x="2547718" y="2963828"/>
                  </a:lnTo>
                  <a:lnTo>
                    <a:pt x="2614663" y="2927582"/>
                  </a:lnTo>
                  <a:lnTo>
                    <a:pt x="2676071" y="2887438"/>
                  </a:lnTo>
                  <a:lnTo>
                    <a:pt x="2732664" y="2842893"/>
                  </a:lnTo>
                  <a:lnTo>
                    <a:pt x="2785214" y="2793432"/>
                  </a:lnTo>
                  <a:lnTo>
                    <a:pt x="2834487" y="2738580"/>
                  </a:lnTo>
                  <a:lnTo>
                    <a:pt x="2881199" y="2678016"/>
                  </a:lnTo>
                  <a:lnTo>
                    <a:pt x="2896531" y="2656224"/>
                  </a:lnTo>
                  <a:lnTo>
                    <a:pt x="2932455" y="2601397"/>
                  </a:lnTo>
                  <a:lnTo>
                    <a:pt x="2967503" y="2542725"/>
                  </a:lnTo>
                  <a:lnTo>
                    <a:pt x="3001905" y="2480128"/>
                  </a:lnTo>
                  <a:lnTo>
                    <a:pt x="3035844" y="2413585"/>
                  </a:lnTo>
                  <a:lnTo>
                    <a:pt x="3069472" y="2343137"/>
                  </a:lnTo>
                  <a:lnTo>
                    <a:pt x="3102905" y="2268893"/>
                  </a:lnTo>
                  <a:lnTo>
                    <a:pt x="3136237" y="2191034"/>
                  </a:lnTo>
                  <a:lnTo>
                    <a:pt x="3169532" y="2109818"/>
                  </a:lnTo>
                  <a:lnTo>
                    <a:pt x="3202838" y="2025573"/>
                  </a:lnTo>
                  <a:lnTo>
                    <a:pt x="3236180" y="1938702"/>
                  </a:lnTo>
                  <a:lnTo>
                    <a:pt x="3269570" y="1849670"/>
                  </a:lnTo>
                  <a:lnTo>
                    <a:pt x="3303006" y="1758998"/>
                  </a:lnTo>
                  <a:lnTo>
                    <a:pt x="3336477" y="1667249"/>
                  </a:lnTo>
                  <a:lnTo>
                    <a:pt x="3369963" y="1575018"/>
                  </a:lnTo>
                  <a:lnTo>
                    <a:pt x="3403446" y="1482909"/>
                  </a:lnTo>
                  <a:lnTo>
                    <a:pt x="3436904" y="1391527"/>
                  </a:lnTo>
                  <a:lnTo>
                    <a:pt x="3470322" y="1301454"/>
                  </a:lnTo>
                  <a:lnTo>
                    <a:pt x="3503693" y="1213239"/>
                  </a:lnTo>
                  <a:lnTo>
                    <a:pt x="3537018" y="1127381"/>
                  </a:lnTo>
                  <a:lnTo>
                    <a:pt x="3570315" y="1044320"/>
                  </a:lnTo>
                  <a:lnTo>
                    <a:pt x="3603619" y="964430"/>
                  </a:lnTo>
                  <a:lnTo>
                    <a:pt x="3636982" y="888011"/>
                  </a:lnTo>
                  <a:lnTo>
                    <a:pt x="3670482" y="815289"/>
                  </a:lnTo>
                  <a:lnTo>
                    <a:pt x="3704220" y="746416"/>
                  </a:lnTo>
                  <a:lnTo>
                    <a:pt x="3738327" y="681472"/>
                  </a:lnTo>
                  <a:lnTo>
                    <a:pt x="3772966" y="620473"/>
                  </a:lnTo>
                  <a:lnTo>
                    <a:pt x="3808340" y="563373"/>
                  </a:lnTo>
                  <a:lnTo>
                    <a:pt x="3829811" y="531244"/>
                  </a:lnTo>
                  <a:lnTo>
                    <a:pt x="3875803" y="468723"/>
                  </a:lnTo>
                  <a:lnTo>
                    <a:pt x="3924134" y="411965"/>
                  </a:lnTo>
                  <a:lnTo>
                    <a:pt x="3975491" y="360728"/>
                  </a:lnTo>
                  <a:lnTo>
                    <a:pt x="4030630" y="314578"/>
                  </a:lnTo>
                  <a:lnTo>
                    <a:pt x="4090325" y="273003"/>
                  </a:lnTo>
                  <a:lnTo>
                    <a:pt x="4155321" y="235492"/>
                  </a:lnTo>
                  <a:lnTo>
                    <a:pt x="4226275" y="201576"/>
                  </a:lnTo>
                  <a:lnTo>
                    <a:pt x="4303665" y="170854"/>
                  </a:lnTo>
                  <a:lnTo>
                    <a:pt x="4387678" y="143008"/>
                  </a:lnTo>
                  <a:lnTo>
                    <a:pt x="4478068" y="117811"/>
                  </a:lnTo>
                  <a:lnTo>
                    <a:pt x="4573991" y="95125"/>
                  </a:lnTo>
                  <a:lnTo>
                    <a:pt x="4673852" y="74894"/>
                  </a:lnTo>
                  <a:lnTo>
                    <a:pt x="4775206" y="57133"/>
                  </a:lnTo>
                  <a:lnTo>
                    <a:pt x="4874792" y="41892"/>
                  </a:lnTo>
                  <a:lnTo>
                    <a:pt x="4968746" y="29221"/>
                  </a:lnTo>
                  <a:lnTo>
                    <a:pt x="5053041" y="19123"/>
                  </a:lnTo>
                  <a:lnTo>
                    <a:pt x="5124100" y="11509"/>
                  </a:lnTo>
                  <a:lnTo>
                    <a:pt x="5179455" y="6172"/>
                  </a:lnTo>
                  <a:lnTo>
                    <a:pt x="5218270" y="2790"/>
                  </a:lnTo>
                  <a:lnTo>
                    <a:pt x="5241593" y="946"/>
                  </a:lnTo>
                  <a:lnTo>
                    <a:pt x="5252309" y="174"/>
                  </a:lnTo>
                  <a:lnTo>
                    <a:pt x="5254910" y="2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285" y="75"/>
                  </a:lnTo>
                  <a:lnTo>
                    <a:pt x="6733506" y="616"/>
                  </a:lnTo>
                  <a:lnTo>
                    <a:pt x="6749275" y="2108"/>
                  </a:lnTo>
                  <a:lnTo>
                    <a:pt x="6777679" y="5049"/>
                  </a:lnTo>
                  <a:lnTo>
                    <a:pt x="6820447" y="9910"/>
                  </a:lnTo>
                  <a:lnTo>
                    <a:pt x="6877817" y="17093"/>
                  </a:lnTo>
                  <a:lnTo>
                    <a:pt x="6948582" y="26897"/>
                  </a:lnTo>
                  <a:lnTo>
                    <a:pt x="7030359" y="39502"/>
                  </a:lnTo>
                  <a:lnTo>
                    <a:pt x="7120018" y="54975"/>
                  </a:lnTo>
                  <a:lnTo>
                    <a:pt x="7214178" y="73301"/>
                  </a:lnTo>
                  <a:lnTo>
                    <a:pt x="7309647" y="94426"/>
                  </a:lnTo>
                  <a:lnTo>
                    <a:pt x="7403727" y="118295"/>
                  </a:lnTo>
                  <a:lnTo>
                    <a:pt x="7494374" y="144894"/>
                  </a:lnTo>
                  <a:lnTo>
                    <a:pt x="7580209" y="174274"/>
                  </a:lnTo>
                  <a:lnTo>
                    <a:pt x="7660460" y="206570"/>
                  </a:lnTo>
                  <a:lnTo>
                    <a:pt x="7734840" y="242002"/>
                  </a:lnTo>
                  <a:lnTo>
                    <a:pt x="7803435" y="280881"/>
                  </a:lnTo>
                  <a:lnTo>
                    <a:pt x="7866583" y="323602"/>
                  </a:lnTo>
                  <a:lnTo>
                    <a:pt x="7924789" y="370634"/>
                  </a:lnTo>
                  <a:lnTo>
                    <a:pt x="7978655" y="422498"/>
                  </a:lnTo>
                  <a:lnTo>
                    <a:pt x="8028821" y="479739"/>
                  </a:lnTo>
                  <a:lnTo>
                    <a:pt x="8075932" y="542868"/>
                  </a:lnTo>
                  <a:lnTo>
                    <a:pt x="8120602" y="612278"/>
                  </a:lnTo>
                  <a:lnTo>
                    <a:pt x="8151487" y="666099"/>
                  </a:lnTo>
                  <a:lnTo>
                    <a:pt x="8184100" y="728227"/>
                  </a:lnTo>
                  <a:lnTo>
                    <a:pt x="8215974" y="794310"/>
                  </a:lnTo>
                  <a:lnTo>
                    <a:pt x="8247285" y="864428"/>
                  </a:lnTo>
                  <a:lnTo>
                    <a:pt x="8278177" y="938615"/>
                  </a:lnTo>
                  <a:lnTo>
                    <a:pt x="8308770" y="1016852"/>
                  </a:lnTo>
                  <a:lnTo>
                    <a:pt x="8339162" y="1099065"/>
                  </a:lnTo>
                  <a:lnTo>
                    <a:pt x="8369431" y="1185118"/>
                  </a:lnTo>
                  <a:lnTo>
                    <a:pt x="8399637" y="1274815"/>
                  </a:lnTo>
                  <a:lnTo>
                    <a:pt x="8429825" y="1367896"/>
                  </a:lnTo>
                  <a:lnTo>
                    <a:pt x="8460025" y="1464037"/>
                  </a:lnTo>
                  <a:lnTo>
                    <a:pt x="8490258" y="1562856"/>
                  </a:lnTo>
                  <a:lnTo>
                    <a:pt x="8520529" y="1663918"/>
                  </a:lnTo>
                  <a:lnTo>
                    <a:pt x="8550839" y="1766738"/>
                  </a:lnTo>
                  <a:lnTo>
                    <a:pt x="8581180" y="1870794"/>
                  </a:lnTo>
                  <a:lnTo>
                    <a:pt x="8611539" y="1975538"/>
                  </a:lnTo>
                  <a:lnTo>
                    <a:pt x="8641902" y="2080405"/>
                  </a:lnTo>
                  <a:lnTo>
                    <a:pt x="8672253" y="2184829"/>
                  </a:lnTo>
                  <a:lnTo>
                    <a:pt x="8702577" y="2288251"/>
                  </a:lnTo>
                  <a:lnTo>
                    <a:pt x="8732866" y="2390137"/>
                  </a:lnTo>
                  <a:lnTo>
                    <a:pt x="8763115" y="2489986"/>
                  </a:lnTo>
                  <a:lnTo>
                    <a:pt x="8793328" y="2587340"/>
                  </a:lnTo>
                  <a:lnTo>
                    <a:pt x="8823518" y="2681791"/>
                  </a:lnTo>
                  <a:lnTo>
                    <a:pt x="8853712" y="2772992"/>
                  </a:lnTo>
                  <a:lnTo>
                    <a:pt x="8883947" y="2860655"/>
                  </a:lnTo>
                  <a:lnTo>
                    <a:pt x="8914277" y="2944554"/>
                  </a:lnTo>
                  <a:lnTo>
                    <a:pt x="8944772" y="3024528"/>
                  </a:lnTo>
                  <a:lnTo>
                    <a:pt x="8975521" y="3100478"/>
                  </a:lnTo>
                  <a:lnTo>
                    <a:pt x="9006634" y="3172360"/>
                  </a:lnTo>
                  <a:lnTo>
                    <a:pt x="9038244" y="3240187"/>
                  </a:lnTo>
                  <a:lnTo>
                    <a:pt x="9070513" y="3304018"/>
                  </a:lnTo>
                  <a:lnTo>
                    <a:pt x="9084767" y="3330496"/>
                  </a:lnTo>
                  <a:lnTo>
                    <a:pt x="9128025" y="3404526"/>
                  </a:lnTo>
                  <a:lnTo>
                    <a:pt x="9173323" y="3472138"/>
                  </a:lnTo>
                  <a:lnTo>
                    <a:pt x="9221232" y="3533561"/>
                  </a:lnTo>
                  <a:lnTo>
                    <a:pt x="9272375" y="3589232"/>
                  </a:lnTo>
                  <a:lnTo>
                    <a:pt x="9327399" y="3639680"/>
                  </a:lnTo>
                  <a:lnTo>
                    <a:pt x="9386941" y="3685446"/>
                  </a:lnTo>
                  <a:lnTo>
                    <a:pt x="9451578" y="3727040"/>
                  </a:lnTo>
                  <a:lnTo>
                    <a:pt x="9521777" y="3764911"/>
                  </a:lnTo>
                  <a:lnTo>
                    <a:pt x="9597817" y="3799432"/>
                  </a:lnTo>
                  <a:lnTo>
                    <a:pt x="9679689" y="3830887"/>
                  </a:lnTo>
                  <a:lnTo>
                    <a:pt x="9766983" y="3859475"/>
                  </a:lnTo>
                  <a:lnTo>
                    <a:pt x="9858765" y="3885302"/>
                  </a:lnTo>
                  <a:lnTo>
                    <a:pt x="9953473" y="3908402"/>
                  </a:lnTo>
                  <a:lnTo>
                    <a:pt x="10048871" y="3928744"/>
                  </a:lnTo>
                  <a:lnTo>
                    <a:pt x="10142101" y="3946271"/>
                  </a:lnTo>
                  <a:lnTo>
                    <a:pt x="10229879" y="3960934"/>
                  </a:lnTo>
                  <a:lnTo>
                    <a:pt x="10308847" y="3972738"/>
                  </a:lnTo>
                  <a:lnTo>
                    <a:pt x="10376035" y="3981781"/>
                  </a:lnTo>
                  <a:lnTo>
                    <a:pt x="10429353" y="3988274"/>
                  </a:lnTo>
                  <a:lnTo>
                    <a:pt x="10467984" y="3992550"/>
                  </a:lnTo>
                  <a:lnTo>
                    <a:pt x="10492591" y="3995033"/>
                  </a:lnTo>
                  <a:lnTo>
                    <a:pt x="10505302" y="3996207"/>
                  </a:lnTo>
                  <a:lnTo>
                    <a:pt x="10509556" y="3996568"/>
                  </a:lnTo>
                  <a:lnTo>
                    <a:pt x="10509911" y="3996596"/>
                  </a:lnTo>
                  <a:lnTo>
                    <a:pt x="11981298" y="399659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13" name="pl913"/>
            <p:cNvSpPr/>
            <p:nvPr/>
          </p:nvSpPr>
          <p:spPr>
            <a:xfrm>
              <a:off x="4799595" y="3917280"/>
              <a:ext cx="11981298" cy="3996596"/>
            </a:xfrm>
            <a:custGeom>
              <a:avLst/>
              <a:pathLst>
                <a:path w="11981298" h="3996596">
                  <a:moveTo>
                    <a:pt x="11981298" y="3996596"/>
                  </a:moveTo>
                  <a:lnTo>
                    <a:pt x="10509911" y="3996596"/>
                  </a:lnTo>
                  <a:lnTo>
                    <a:pt x="10508968" y="3996520"/>
                  </a:lnTo>
                  <a:lnTo>
                    <a:pt x="10502747" y="3995980"/>
                  </a:lnTo>
                  <a:lnTo>
                    <a:pt x="10486979" y="3994487"/>
                  </a:lnTo>
                  <a:lnTo>
                    <a:pt x="10458574" y="3991546"/>
                  </a:lnTo>
                  <a:lnTo>
                    <a:pt x="10415806" y="3986685"/>
                  </a:lnTo>
                  <a:lnTo>
                    <a:pt x="10358437" y="3979502"/>
                  </a:lnTo>
                  <a:lnTo>
                    <a:pt x="10287671" y="3969698"/>
                  </a:lnTo>
                  <a:lnTo>
                    <a:pt x="10205894" y="3957093"/>
                  </a:lnTo>
                  <a:lnTo>
                    <a:pt x="10116235" y="3941620"/>
                  </a:lnTo>
                  <a:lnTo>
                    <a:pt x="10022075" y="3923294"/>
                  </a:lnTo>
                  <a:lnTo>
                    <a:pt x="9926607" y="3902169"/>
                  </a:lnTo>
                  <a:lnTo>
                    <a:pt x="9832526" y="3878301"/>
                  </a:lnTo>
                  <a:lnTo>
                    <a:pt x="9741880" y="3851702"/>
                  </a:lnTo>
                  <a:lnTo>
                    <a:pt x="9656044" y="3822321"/>
                  </a:lnTo>
                  <a:lnTo>
                    <a:pt x="9575793" y="3790025"/>
                  </a:lnTo>
                  <a:lnTo>
                    <a:pt x="9501413" y="3754593"/>
                  </a:lnTo>
                  <a:lnTo>
                    <a:pt x="9432819" y="3715714"/>
                  </a:lnTo>
                  <a:lnTo>
                    <a:pt x="9369671" y="3672993"/>
                  </a:lnTo>
                  <a:lnTo>
                    <a:pt x="9311464" y="3625961"/>
                  </a:lnTo>
                  <a:lnTo>
                    <a:pt x="9257599" y="3574097"/>
                  </a:lnTo>
                  <a:lnTo>
                    <a:pt x="9207432" y="3516856"/>
                  </a:lnTo>
                  <a:lnTo>
                    <a:pt x="9160321" y="3453727"/>
                  </a:lnTo>
                  <a:lnTo>
                    <a:pt x="9115651" y="3384317"/>
                  </a:lnTo>
                  <a:lnTo>
                    <a:pt x="9084767" y="3330496"/>
                  </a:lnTo>
                  <a:lnTo>
                    <a:pt x="9052154" y="3268368"/>
                  </a:lnTo>
                  <a:lnTo>
                    <a:pt x="9020279" y="3202285"/>
                  </a:lnTo>
                  <a:lnTo>
                    <a:pt x="8988968" y="3132167"/>
                  </a:lnTo>
                  <a:lnTo>
                    <a:pt x="8958076" y="3057980"/>
                  </a:lnTo>
                  <a:lnTo>
                    <a:pt x="8927483" y="2979743"/>
                  </a:lnTo>
                  <a:lnTo>
                    <a:pt x="8897091" y="2897531"/>
                  </a:lnTo>
                  <a:lnTo>
                    <a:pt x="8866822" y="2811477"/>
                  </a:lnTo>
                  <a:lnTo>
                    <a:pt x="8836617" y="2721780"/>
                  </a:lnTo>
                  <a:lnTo>
                    <a:pt x="8806429" y="2628699"/>
                  </a:lnTo>
                  <a:lnTo>
                    <a:pt x="8776228" y="2532558"/>
                  </a:lnTo>
                  <a:lnTo>
                    <a:pt x="8745996" y="2433739"/>
                  </a:lnTo>
                  <a:lnTo>
                    <a:pt x="8715724" y="2332677"/>
                  </a:lnTo>
                  <a:lnTo>
                    <a:pt x="8685414" y="2229857"/>
                  </a:lnTo>
                  <a:lnTo>
                    <a:pt x="8655073" y="2125801"/>
                  </a:lnTo>
                  <a:lnTo>
                    <a:pt x="8624714" y="2021057"/>
                  </a:lnTo>
                  <a:lnTo>
                    <a:pt x="8594351" y="1916190"/>
                  </a:lnTo>
                  <a:lnTo>
                    <a:pt x="8564001" y="1811766"/>
                  </a:lnTo>
                  <a:lnTo>
                    <a:pt x="8533676" y="1708344"/>
                  </a:lnTo>
                  <a:lnTo>
                    <a:pt x="8503387" y="1606458"/>
                  </a:lnTo>
                  <a:lnTo>
                    <a:pt x="8473138" y="1506609"/>
                  </a:lnTo>
                  <a:lnTo>
                    <a:pt x="8442925" y="1409256"/>
                  </a:lnTo>
                  <a:lnTo>
                    <a:pt x="8412735" y="1314804"/>
                  </a:lnTo>
                  <a:lnTo>
                    <a:pt x="8382542" y="1223603"/>
                  </a:lnTo>
                  <a:lnTo>
                    <a:pt x="8352307" y="1135941"/>
                  </a:lnTo>
                  <a:lnTo>
                    <a:pt x="8321977" y="1052041"/>
                  </a:lnTo>
                  <a:lnTo>
                    <a:pt x="8291482" y="972067"/>
                  </a:lnTo>
                  <a:lnTo>
                    <a:pt x="8260733" y="896117"/>
                  </a:lnTo>
                  <a:lnTo>
                    <a:pt x="8229620" y="824235"/>
                  </a:lnTo>
                  <a:lnTo>
                    <a:pt x="8198009" y="756409"/>
                  </a:lnTo>
                  <a:lnTo>
                    <a:pt x="8165740" y="692577"/>
                  </a:lnTo>
                  <a:lnTo>
                    <a:pt x="8151487" y="666099"/>
                  </a:lnTo>
                  <a:lnTo>
                    <a:pt x="8108228" y="592069"/>
                  </a:lnTo>
                  <a:lnTo>
                    <a:pt x="8062930" y="524457"/>
                  </a:lnTo>
                  <a:lnTo>
                    <a:pt x="8015022" y="463034"/>
                  </a:lnTo>
                  <a:lnTo>
                    <a:pt x="7963879" y="407363"/>
                  </a:lnTo>
                  <a:lnTo>
                    <a:pt x="7908854" y="356916"/>
                  </a:lnTo>
                  <a:lnTo>
                    <a:pt x="7849313" y="311149"/>
                  </a:lnTo>
                  <a:lnTo>
                    <a:pt x="7784675" y="269555"/>
                  </a:lnTo>
                  <a:lnTo>
                    <a:pt x="7714476" y="231684"/>
                  </a:lnTo>
                  <a:lnTo>
                    <a:pt x="7638436" y="197163"/>
                  </a:lnTo>
                  <a:lnTo>
                    <a:pt x="7556564" y="165708"/>
                  </a:lnTo>
                  <a:lnTo>
                    <a:pt x="7469270" y="137121"/>
                  </a:lnTo>
                  <a:lnTo>
                    <a:pt x="7377488" y="111293"/>
                  </a:lnTo>
                  <a:lnTo>
                    <a:pt x="7282780" y="88194"/>
                  </a:lnTo>
                  <a:lnTo>
                    <a:pt x="7187382" y="67851"/>
                  </a:lnTo>
                  <a:lnTo>
                    <a:pt x="7094152" y="50324"/>
                  </a:lnTo>
                  <a:lnTo>
                    <a:pt x="7006374" y="35661"/>
                  </a:lnTo>
                  <a:lnTo>
                    <a:pt x="6927406" y="23857"/>
                  </a:lnTo>
                  <a:lnTo>
                    <a:pt x="6860218" y="14815"/>
                  </a:lnTo>
                  <a:lnTo>
                    <a:pt x="6806900" y="8321"/>
                  </a:lnTo>
                  <a:lnTo>
                    <a:pt x="6768269" y="4046"/>
                  </a:lnTo>
                  <a:lnTo>
                    <a:pt x="6743663" y="1562"/>
                  </a:lnTo>
                  <a:lnTo>
                    <a:pt x="6730951" y="388"/>
                  </a:lnTo>
                  <a:lnTo>
                    <a:pt x="6726697" y="27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830" y="72"/>
                  </a:lnTo>
                  <a:lnTo>
                    <a:pt x="5246434" y="589"/>
                  </a:lnTo>
                  <a:lnTo>
                    <a:pt x="5227784" y="2017"/>
                  </a:lnTo>
                  <a:lnTo>
                    <a:pt x="5194421" y="4829"/>
                  </a:lnTo>
                  <a:lnTo>
                    <a:pt x="5144659" y="9463"/>
                  </a:lnTo>
                  <a:lnTo>
                    <a:pt x="5078708" y="16277"/>
                  </a:lnTo>
                  <a:lnTo>
                    <a:pt x="4998531" y="25520"/>
                  </a:lnTo>
                  <a:lnTo>
                    <a:pt x="4907402" y="37317"/>
                  </a:lnTo>
                  <a:lnTo>
                    <a:pt x="4809269" y="51693"/>
                  </a:lnTo>
                  <a:lnTo>
                    <a:pt x="4708111" y="68609"/>
                  </a:lnTo>
                  <a:lnTo>
                    <a:pt x="4607429" y="88008"/>
                  </a:lnTo>
                  <a:lnTo>
                    <a:pt x="4509954" y="109862"/>
                  </a:lnTo>
                  <a:lnTo>
                    <a:pt x="4417564" y="134199"/>
                  </a:lnTo>
                  <a:lnTo>
                    <a:pt x="4331340" y="161127"/>
                  </a:lnTo>
                  <a:lnTo>
                    <a:pt x="4251713" y="190845"/>
                  </a:lnTo>
                  <a:lnTo>
                    <a:pt x="4178624" y="223640"/>
                  </a:lnTo>
                  <a:lnTo>
                    <a:pt x="4111679" y="259886"/>
                  </a:lnTo>
                  <a:lnTo>
                    <a:pt x="4050271" y="300031"/>
                  </a:lnTo>
                  <a:lnTo>
                    <a:pt x="3993678" y="344575"/>
                  </a:lnTo>
                  <a:lnTo>
                    <a:pt x="3941128" y="394037"/>
                  </a:lnTo>
                  <a:lnTo>
                    <a:pt x="3891855" y="448888"/>
                  </a:lnTo>
                  <a:lnTo>
                    <a:pt x="3845143" y="509452"/>
                  </a:lnTo>
                  <a:lnTo>
                    <a:pt x="3829811" y="531244"/>
                  </a:lnTo>
                  <a:lnTo>
                    <a:pt x="3793887" y="586071"/>
                  </a:lnTo>
                  <a:lnTo>
                    <a:pt x="3758839" y="644744"/>
                  </a:lnTo>
                  <a:lnTo>
                    <a:pt x="3724437" y="707340"/>
                  </a:lnTo>
                  <a:lnTo>
                    <a:pt x="3690498" y="773883"/>
                  </a:lnTo>
                  <a:lnTo>
                    <a:pt x="3656871" y="844332"/>
                  </a:lnTo>
                  <a:lnTo>
                    <a:pt x="3623437" y="918576"/>
                  </a:lnTo>
                  <a:lnTo>
                    <a:pt x="3590106" y="996434"/>
                  </a:lnTo>
                  <a:lnTo>
                    <a:pt x="3556810" y="1077651"/>
                  </a:lnTo>
                  <a:lnTo>
                    <a:pt x="3523504" y="1161895"/>
                  </a:lnTo>
                  <a:lnTo>
                    <a:pt x="3490162" y="1248766"/>
                  </a:lnTo>
                  <a:lnTo>
                    <a:pt x="3456772" y="1337798"/>
                  </a:lnTo>
                  <a:lnTo>
                    <a:pt x="3423336" y="1428471"/>
                  </a:lnTo>
                  <a:lnTo>
                    <a:pt x="3389866" y="1520219"/>
                  </a:lnTo>
                  <a:lnTo>
                    <a:pt x="3356379" y="1612451"/>
                  </a:lnTo>
                  <a:lnTo>
                    <a:pt x="3322896" y="1704559"/>
                  </a:lnTo>
                  <a:lnTo>
                    <a:pt x="3289438" y="1795941"/>
                  </a:lnTo>
                  <a:lnTo>
                    <a:pt x="3256020" y="1886014"/>
                  </a:lnTo>
                  <a:lnTo>
                    <a:pt x="3222650" y="1974229"/>
                  </a:lnTo>
                  <a:lnTo>
                    <a:pt x="3189324" y="2060088"/>
                  </a:lnTo>
                  <a:lnTo>
                    <a:pt x="3156027" y="2143148"/>
                  </a:lnTo>
                  <a:lnTo>
                    <a:pt x="3122723" y="2223038"/>
                  </a:lnTo>
                  <a:lnTo>
                    <a:pt x="3089360" y="2299457"/>
                  </a:lnTo>
                  <a:lnTo>
                    <a:pt x="3055860" y="2372179"/>
                  </a:lnTo>
                  <a:lnTo>
                    <a:pt x="3022122" y="2441053"/>
                  </a:lnTo>
                  <a:lnTo>
                    <a:pt x="2988015" y="2505996"/>
                  </a:lnTo>
                  <a:lnTo>
                    <a:pt x="2953376" y="2566995"/>
                  </a:lnTo>
                  <a:lnTo>
                    <a:pt x="2918002" y="2624095"/>
                  </a:lnTo>
                  <a:lnTo>
                    <a:pt x="2896531" y="2656224"/>
                  </a:lnTo>
                  <a:lnTo>
                    <a:pt x="2850539" y="2718745"/>
                  </a:lnTo>
                  <a:lnTo>
                    <a:pt x="2802208" y="2775504"/>
                  </a:lnTo>
                  <a:lnTo>
                    <a:pt x="2750851" y="2826740"/>
                  </a:lnTo>
                  <a:lnTo>
                    <a:pt x="2695712" y="2872891"/>
                  </a:lnTo>
                  <a:lnTo>
                    <a:pt x="2636017" y="2914465"/>
                  </a:lnTo>
                  <a:lnTo>
                    <a:pt x="2571021" y="2951976"/>
                  </a:lnTo>
                  <a:lnTo>
                    <a:pt x="2500067" y="2985893"/>
                  </a:lnTo>
                  <a:lnTo>
                    <a:pt x="2422677" y="3016615"/>
                  </a:lnTo>
                  <a:lnTo>
                    <a:pt x="2338664" y="3044460"/>
                  </a:lnTo>
                  <a:lnTo>
                    <a:pt x="2248274" y="3069657"/>
                  </a:lnTo>
                  <a:lnTo>
                    <a:pt x="2152351" y="3092343"/>
                  </a:lnTo>
                  <a:lnTo>
                    <a:pt x="2052491" y="3112574"/>
                  </a:lnTo>
                  <a:lnTo>
                    <a:pt x="1951136" y="3130335"/>
                  </a:lnTo>
                  <a:lnTo>
                    <a:pt x="1851550" y="3145577"/>
                  </a:lnTo>
                  <a:lnTo>
                    <a:pt x="1757596" y="3158247"/>
                  </a:lnTo>
                  <a:lnTo>
                    <a:pt x="1673301" y="3168346"/>
                  </a:lnTo>
                  <a:lnTo>
                    <a:pt x="1602242" y="3175960"/>
                  </a:lnTo>
                  <a:lnTo>
                    <a:pt x="1546887" y="3181296"/>
                  </a:lnTo>
                  <a:lnTo>
                    <a:pt x="1508072" y="3184678"/>
                  </a:lnTo>
                  <a:lnTo>
                    <a:pt x="1484749" y="3186522"/>
                  </a:lnTo>
                  <a:lnTo>
                    <a:pt x="1474033" y="3187294"/>
                  </a:lnTo>
                  <a:lnTo>
                    <a:pt x="1471432" y="3187466"/>
                  </a:lnTo>
                  <a:lnTo>
                    <a:pt x="1471387" y="3187469"/>
                  </a:lnTo>
                  <a:lnTo>
                    <a:pt x="0" y="318746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14" name="pg914"/>
            <p:cNvSpPr/>
            <p:nvPr/>
          </p:nvSpPr>
          <p:spPr>
            <a:xfrm>
              <a:off x="4799595" y="3982664"/>
              <a:ext cx="11981298" cy="4805723"/>
            </a:xfrm>
            <a:custGeom>
              <a:avLst/>
              <a:pathLst>
                <a:path w="11981298" h="4805723">
                  <a:moveTo>
                    <a:pt x="0" y="3138431"/>
                  </a:moveTo>
                  <a:lnTo>
                    <a:pt x="1471387" y="3138431"/>
                  </a:lnTo>
                  <a:lnTo>
                    <a:pt x="1472515" y="3138359"/>
                  </a:lnTo>
                  <a:lnTo>
                    <a:pt x="1479935" y="3137850"/>
                  </a:lnTo>
                  <a:lnTo>
                    <a:pt x="1498642" y="3136443"/>
                  </a:lnTo>
                  <a:lnTo>
                    <a:pt x="1532101" y="3133672"/>
                  </a:lnTo>
                  <a:lnTo>
                    <a:pt x="1581999" y="3129107"/>
                  </a:lnTo>
                  <a:lnTo>
                    <a:pt x="1648115" y="3122394"/>
                  </a:lnTo>
                  <a:lnTo>
                    <a:pt x="1728468" y="3113290"/>
                  </a:lnTo>
                  <a:lnTo>
                    <a:pt x="1819770" y="3101671"/>
                  </a:lnTo>
                  <a:lnTo>
                    <a:pt x="1918055" y="3087514"/>
                  </a:lnTo>
                  <a:lnTo>
                    <a:pt x="2019335" y="3070859"/>
                  </a:lnTo>
                  <a:lnTo>
                    <a:pt x="2120104" y="3051759"/>
                  </a:lnTo>
                  <a:lnTo>
                    <a:pt x="2217630" y="3030244"/>
                  </a:lnTo>
                  <a:lnTo>
                    <a:pt x="2310043" y="3006284"/>
                  </a:lnTo>
                  <a:lnTo>
                    <a:pt x="2396265" y="2979772"/>
                  </a:lnTo>
                  <a:lnTo>
                    <a:pt x="2475874" y="2950510"/>
                  </a:lnTo>
                  <a:lnTo>
                    <a:pt x="2548935" y="2918215"/>
                  </a:lnTo>
                  <a:lnTo>
                    <a:pt x="2615847" y="2882516"/>
                  </a:lnTo>
                  <a:lnTo>
                    <a:pt x="2677223" y="2842971"/>
                  </a:lnTo>
                  <a:lnTo>
                    <a:pt x="2733789" y="2799087"/>
                  </a:lnTo>
                  <a:lnTo>
                    <a:pt x="2786318" y="2750352"/>
                  </a:lnTo>
                  <a:lnTo>
                    <a:pt x="2835580" y="2696304"/>
                  </a:lnTo>
                  <a:lnTo>
                    <a:pt x="2882291" y="2636629"/>
                  </a:lnTo>
                  <a:lnTo>
                    <a:pt x="2896531" y="2616721"/>
                  </a:lnTo>
                  <a:lnTo>
                    <a:pt x="2932724" y="2562455"/>
                  </a:lnTo>
                  <a:lnTo>
                    <a:pt x="2968031" y="2504354"/>
                  </a:lnTo>
                  <a:lnTo>
                    <a:pt x="3002683" y="2442339"/>
                  </a:lnTo>
                  <a:lnTo>
                    <a:pt x="3036870" y="2376391"/>
                  </a:lnTo>
                  <a:lnTo>
                    <a:pt x="3070745" y="2306551"/>
                  </a:lnTo>
                  <a:lnTo>
                    <a:pt x="3104426" y="2232932"/>
                  </a:lnTo>
                  <a:lnTo>
                    <a:pt x="3138008" y="2155719"/>
                  </a:lnTo>
                  <a:lnTo>
                    <a:pt x="3171556" y="2075175"/>
                  </a:lnTo>
                  <a:lnTo>
                    <a:pt x="3205117" y="1991633"/>
                  </a:lnTo>
                  <a:lnTo>
                    <a:pt x="3238715" y="1905503"/>
                  </a:lnTo>
                  <a:lnTo>
                    <a:pt x="3272363" y="1817256"/>
                  </a:lnTo>
                  <a:lnTo>
                    <a:pt x="3306057" y="1727419"/>
                  </a:lnTo>
                  <a:lnTo>
                    <a:pt x="3339784" y="1636562"/>
                  </a:lnTo>
                  <a:lnTo>
                    <a:pt x="3373525" y="1545283"/>
                  </a:lnTo>
                  <a:lnTo>
                    <a:pt x="3407261" y="1454191"/>
                  </a:lnTo>
                  <a:lnTo>
                    <a:pt x="3440969" y="1363891"/>
                  </a:lnTo>
                  <a:lnTo>
                    <a:pt x="3474635" y="1274965"/>
                  </a:lnTo>
                  <a:lnTo>
                    <a:pt x="3508253" y="1187958"/>
                  </a:lnTo>
                  <a:lnTo>
                    <a:pt x="3541826" y="1103364"/>
                  </a:lnTo>
                  <a:lnTo>
                    <a:pt x="3575374" y="1021618"/>
                  </a:lnTo>
                  <a:lnTo>
                    <a:pt x="3608936" y="943084"/>
                  </a:lnTo>
                  <a:lnTo>
                    <a:pt x="3642570" y="868050"/>
                  </a:lnTo>
                  <a:lnTo>
                    <a:pt x="3676357" y="796733"/>
                  </a:lnTo>
                  <a:lnTo>
                    <a:pt x="3710408" y="729273"/>
                  </a:lnTo>
                  <a:lnTo>
                    <a:pt x="3744860" y="665738"/>
                  </a:lnTo>
                  <a:lnTo>
                    <a:pt x="3779889" y="606131"/>
                  </a:lnTo>
                  <a:lnTo>
                    <a:pt x="3815709" y="550396"/>
                  </a:lnTo>
                  <a:lnTo>
                    <a:pt x="3829811" y="529882"/>
                  </a:lnTo>
                  <a:lnTo>
                    <a:pt x="3875854" y="468419"/>
                  </a:lnTo>
                  <a:lnTo>
                    <a:pt x="3924242" y="412628"/>
                  </a:lnTo>
                  <a:lnTo>
                    <a:pt x="3975665" y="362271"/>
                  </a:lnTo>
                  <a:lnTo>
                    <a:pt x="4030879" y="316917"/>
                  </a:lnTo>
                  <a:lnTo>
                    <a:pt x="4090663" y="276065"/>
                  </a:lnTo>
                  <a:lnTo>
                    <a:pt x="4155765" y="239210"/>
                  </a:lnTo>
                  <a:lnTo>
                    <a:pt x="4226840" y="205889"/>
                  </a:lnTo>
                  <a:lnTo>
                    <a:pt x="4304368" y="175710"/>
                  </a:lnTo>
                  <a:lnTo>
                    <a:pt x="4388533" y="148360"/>
                  </a:lnTo>
                  <a:lnTo>
                    <a:pt x="4479084" y="123614"/>
                  </a:lnTo>
                  <a:lnTo>
                    <a:pt x="4575167" y="101338"/>
                  </a:lnTo>
                  <a:lnTo>
                    <a:pt x="4675171" y="81480"/>
                  </a:lnTo>
                  <a:lnTo>
                    <a:pt x="4776635" y="64051"/>
                  </a:lnTo>
                  <a:lnTo>
                    <a:pt x="4876276" y="49104"/>
                  </a:lnTo>
                  <a:lnTo>
                    <a:pt x="4970210" y="36687"/>
                  </a:lnTo>
                  <a:lnTo>
                    <a:pt x="5054400" y="26802"/>
                  </a:lnTo>
                  <a:lnTo>
                    <a:pt x="5125272" y="19359"/>
                  </a:lnTo>
                  <a:lnTo>
                    <a:pt x="5180374" y="14152"/>
                  </a:lnTo>
                  <a:lnTo>
                    <a:pt x="5218902" y="10862"/>
                  </a:lnTo>
                  <a:lnTo>
                    <a:pt x="5241946" y="9076"/>
                  </a:lnTo>
                  <a:lnTo>
                    <a:pt x="5252439" y="8335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236" y="8259"/>
                  </a:lnTo>
                  <a:lnTo>
                    <a:pt x="6733138" y="8872"/>
                  </a:lnTo>
                  <a:lnTo>
                    <a:pt x="6748119" y="10567"/>
                  </a:lnTo>
                  <a:lnTo>
                    <a:pt x="6775157" y="13908"/>
                  </a:lnTo>
                  <a:lnTo>
                    <a:pt x="6815977" y="19434"/>
                  </a:lnTo>
                  <a:lnTo>
                    <a:pt x="6870919" y="27611"/>
                  </a:lnTo>
                  <a:lnTo>
                    <a:pt x="6938967" y="38790"/>
                  </a:lnTo>
                  <a:lnTo>
                    <a:pt x="7017976" y="53193"/>
                  </a:lnTo>
                  <a:lnTo>
                    <a:pt x="7105047" y="70911"/>
                  </a:lnTo>
                  <a:lnTo>
                    <a:pt x="7196985" y="91940"/>
                  </a:lnTo>
                  <a:lnTo>
                    <a:pt x="7290711" y="116220"/>
                  </a:lnTo>
                  <a:lnTo>
                    <a:pt x="7383566" y="143686"/>
                  </a:lnTo>
                  <a:lnTo>
                    <a:pt x="7473480" y="174311"/>
                  </a:lnTo>
                  <a:lnTo>
                    <a:pt x="7559009" y="208132"/>
                  </a:lnTo>
                  <a:lnTo>
                    <a:pt x="7639291" y="245279"/>
                  </a:lnTo>
                  <a:lnTo>
                    <a:pt x="7713947" y="285975"/>
                  </a:lnTo>
                  <a:lnTo>
                    <a:pt x="7782970" y="330547"/>
                  </a:lnTo>
                  <a:lnTo>
                    <a:pt x="7846620" y="379415"/>
                  </a:lnTo>
                  <a:lnTo>
                    <a:pt x="7905334" y="433088"/>
                  </a:lnTo>
                  <a:lnTo>
                    <a:pt x="7959656" y="492142"/>
                  </a:lnTo>
                  <a:lnTo>
                    <a:pt x="8010186" y="557191"/>
                  </a:lnTo>
                  <a:lnTo>
                    <a:pt x="8057536" y="628841"/>
                  </a:lnTo>
                  <a:lnTo>
                    <a:pt x="8102303" y="707605"/>
                  </a:lnTo>
                  <a:lnTo>
                    <a:pt x="8145034" y="793785"/>
                  </a:lnTo>
                  <a:lnTo>
                    <a:pt x="8151487" y="807764"/>
                  </a:lnTo>
                  <a:lnTo>
                    <a:pt x="8181537" y="876243"/>
                  </a:lnTo>
                  <a:lnTo>
                    <a:pt x="8210949" y="948737"/>
                  </a:lnTo>
                  <a:lnTo>
                    <a:pt x="8239861" y="1025326"/>
                  </a:lnTo>
                  <a:lnTo>
                    <a:pt x="8268392" y="1106050"/>
                  </a:lnTo>
                  <a:lnTo>
                    <a:pt x="8296640" y="1190907"/>
                  </a:lnTo>
                  <a:lnTo>
                    <a:pt x="8324687" y="1279845"/>
                  </a:lnTo>
                  <a:lnTo>
                    <a:pt x="8352600" y="1372764"/>
                  </a:lnTo>
                  <a:lnTo>
                    <a:pt x="8380433" y="1469510"/>
                  </a:lnTo>
                  <a:lnTo>
                    <a:pt x="8408228" y="1569874"/>
                  </a:lnTo>
                  <a:lnTo>
                    <a:pt x="8436017" y="1673593"/>
                  </a:lnTo>
                  <a:lnTo>
                    <a:pt x="8463821" y="1780351"/>
                  </a:lnTo>
                  <a:lnTo>
                    <a:pt x="8491653" y="1889781"/>
                  </a:lnTo>
                  <a:lnTo>
                    <a:pt x="8519518" y="2001470"/>
                  </a:lnTo>
                  <a:lnTo>
                    <a:pt x="8547417" y="2114966"/>
                  </a:lnTo>
                  <a:lnTo>
                    <a:pt x="8575342" y="2229781"/>
                  </a:lnTo>
                  <a:lnTo>
                    <a:pt x="8603286" y="2345404"/>
                  </a:lnTo>
                  <a:lnTo>
                    <a:pt x="8631236" y="2461310"/>
                  </a:lnTo>
                  <a:lnTo>
                    <a:pt x="8659180" y="2576967"/>
                  </a:lnTo>
                  <a:lnTo>
                    <a:pt x="8687107" y="2691847"/>
                  </a:lnTo>
                  <a:lnTo>
                    <a:pt x="8715007" y="2805439"/>
                  </a:lnTo>
                  <a:lnTo>
                    <a:pt x="8742874" y="2917254"/>
                  </a:lnTo>
                  <a:lnTo>
                    <a:pt x="8770708" y="3026836"/>
                  </a:lnTo>
                  <a:lnTo>
                    <a:pt x="8798514" y="3133771"/>
                  </a:lnTo>
                  <a:lnTo>
                    <a:pt x="8826303" y="3237688"/>
                  </a:lnTo>
                  <a:lnTo>
                    <a:pt x="8854097" y="3338268"/>
                  </a:lnTo>
                  <a:lnTo>
                    <a:pt x="8881927" y="3435245"/>
                  </a:lnTo>
                  <a:lnTo>
                    <a:pt x="8909833" y="3528406"/>
                  </a:lnTo>
                  <a:lnTo>
                    <a:pt x="8937870" y="3617595"/>
                  </a:lnTo>
                  <a:lnTo>
                    <a:pt x="8966103" y="3702706"/>
                  </a:lnTo>
                  <a:lnTo>
                    <a:pt x="8994614" y="3783687"/>
                  </a:lnTo>
                  <a:lnTo>
                    <a:pt x="9023500" y="3860531"/>
                  </a:lnTo>
                  <a:lnTo>
                    <a:pt x="9052877" y="3933277"/>
                  </a:lnTo>
                  <a:lnTo>
                    <a:pt x="9082883" y="4002002"/>
                  </a:lnTo>
                  <a:lnTo>
                    <a:pt x="9084767" y="4006131"/>
                  </a:lnTo>
                  <a:lnTo>
                    <a:pt x="9127227" y="4093461"/>
                  </a:lnTo>
                  <a:lnTo>
                    <a:pt x="9171645" y="4173359"/>
                  </a:lnTo>
                  <a:lnTo>
                    <a:pt x="9218558" y="4246078"/>
                  </a:lnTo>
                  <a:lnTo>
                    <a:pt x="9268557" y="4312109"/>
                  </a:lnTo>
                  <a:lnTo>
                    <a:pt x="9322253" y="4372048"/>
                  </a:lnTo>
                  <a:lnTo>
                    <a:pt x="9380251" y="4426514"/>
                  </a:lnTo>
                  <a:lnTo>
                    <a:pt x="9443106" y="4476089"/>
                  </a:lnTo>
                  <a:lnTo>
                    <a:pt x="9511276" y="4521295"/>
                  </a:lnTo>
                  <a:lnTo>
                    <a:pt x="9585054" y="4562567"/>
                  </a:lnTo>
                  <a:lnTo>
                    <a:pt x="9664481" y="4600244"/>
                  </a:lnTo>
                  <a:lnTo>
                    <a:pt x="9749243" y="4634569"/>
                  </a:lnTo>
                  <a:lnTo>
                    <a:pt x="9838558" y="4665683"/>
                  </a:lnTo>
                  <a:lnTo>
                    <a:pt x="9931078" y="4693637"/>
                  </a:lnTo>
                  <a:lnTo>
                    <a:pt x="10024829" y="4718413"/>
                  </a:lnTo>
                  <a:lnTo>
                    <a:pt x="10117237" y="4739949"/>
                  </a:lnTo>
                  <a:lnTo>
                    <a:pt x="10205270" y="4758181"/>
                  </a:lnTo>
                  <a:lnTo>
                    <a:pt x="10285727" y="4773094"/>
                  </a:lnTo>
                  <a:lnTo>
                    <a:pt x="10355633" y="4784760"/>
                  </a:lnTo>
                  <a:lnTo>
                    <a:pt x="10412698" y="4793381"/>
                  </a:lnTo>
                  <a:lnTo>
                    <a:pt x="10455713" y="4799288"/>
                  </a:lnTo>
                  <a:lnTo>
                    <a:pt x="10484803" y="4802933"/>
                  </a:lnTo>
                  <a:lnTo>
                    <a:pt x="10501482" y="4804846"/>
                  </a:lnTo>
                  <a:lnTo>
                    <a:pt x="10508547" y="4805590"/>
                  </a:lnTo>
                  <a:lnTo>
                    <a:pt x="10509911" y="4805723"/>
                  </a:lnTo>
                  <a:lnTo>
                    <a:pt x="11981298" y="4805723"/>
                  </a:lnTo>
                  <a:lnTo>
                    <a:pt x="11981298" y="4797550"/>
                  </a:lnTo>
                  <a:lnTo>
                    <a:pt x="10509911" y="4797550"/>
                  </a:lnTo>
                  <a:lnTo>
                    <a:pt x="10509017" y="4797463"/>
                  </a:lnTo>
                  <a:lnTo>
                    <a:pt x="10503115" y="4796850"/>
                  </a:lnTo>
                  <a:lnTo>
                    <a:pt x="10488135" y="4795155"/>
                  </a:lnTo>
                  <a:lnTo>
                    <a:pt x="10461096" y="4791814"/>
                  </a:lnTo>
                  <a:lnTo>
                    <a:pt x="10420276" y="4786288"/>
                  </a:lnTo>
                  <a:lnTo>
                    <a:pt x="10365334" y="4778111"/>
                  </a:lnTo>
                  <a:lnTo>
                    <a:pt x="10297286" y="4766932"/>
                  </a:lnTo>
                  <a:lnTo>
                    <a:pt x="10218277" y="4752529"/>
                  </a:lnTo>
                  <a:lnTo>
                    <a:pt x="10131206" y="4734811"/>
                  </a:lnTo>
                  <a:lnTo>
                    <a:pt x="10039268" y="4713782"/>
                  </a:lnTo>
                  <a:lnTo>
                    <a:pt x="9945542" y="4689502"/>
                  </a:lnTo>
                  <a:lnTo>
                    <a:pt x="9852687" y="4662036"/>
                  </a:lnTo>
                  <a:lnTo>
                    <a:pt x="9762774" y="4631411"/>
                  </a:lnTo>
                  <a:lnTo>
                    <a:pt x="9677244" y="4597590"/>
                  </a:lnTo>
                  <a:lnTo>
                    <a:pt x="9596962" y="4560443"/>
                  </a:lnTo>
                  <a:lnTo>
                    <a:pt x="9522306" y="4519747"/>
                  </a:lnTo>
                  <a:lnTo>
                    <a:pt x="9453283" y="4475175"/>
                  </a:lnTo>
                  <a:lnTo>
                    <a:pt x="9389633" y="4426307"/>
                  </a:lnTo>
                  <a:lnTo>
                    <a:pt x="9330920" y="4372634"/>
                  </a:lnTo>
                  <a:lnTo>
                    <a:pt x="9276597" y="4313580"/>
                  </a:lnTo>
                  <a:lnTo>
                    <a:pt x="9226068" y="4248531"/>
                  </a:lnTo>
                  <a:lnTo>
                    <a:pt x="9178717" y="4176881"/>
                  </a:lnTo>
                  <a:lnTo>
                    <a:pt x="9133950" y="4098117"/>
                  </a:lnTo>
                  <a:lnTo>
                    <a:pt x="9091219" y="4011937"/>
                  </a:lnTo>
                  <a:lnTo>
                    <a:pt x="9084767" y="3997958"/>
                  </a:lnTo>
                  <a:lnTo>
                    <a:pt x="9054717" y="3929479"/>
                  </a:lnTo>
                  <a:lnTo>
                    <a:pt x="9025305" y="3856985"/>
                  </a:lnTo>
                  <a:lnTo>
                    <a:pt x="8996392" y="3780396"/>
                  </a:lnTo>
                  <a:lnTo>
                    <a:pt x="8967861" y="3699672"/>
                  </a:lnTo>
                  <a:lnTo>
                    <a:pt x="8939613" y="3614816"/>
                  </a:lnTo>
                  <a:lnTo>
                    <a:pt x="8911566" y="3525877"/>
                  </a:lnTo>
                  <a:lnTo>
                    <a:pt x="8883653" y="3432958"/>
                  </a:lnTo>
                  <a:lnTo>
                    <a:pt x="8855820" y="3336212"/>
                  </a:lnTo>
                  <a:lnTo>
                    <a:pt x="8828025" y="3235848"/>
                  </a:lnTo>
                  <a:lnTo>
                    <a:pt x="8800236" y="3132129"/>
                  </a:lnTo>
                  <a:lnTo>
                    <a:pt x="8772432" y="3025371"/>
                  </a:lnTo>
                  <a:lnTo>
                    <a:pt x="8744600" y="2915941"/>
                  </a:lnTo>
                  <a:lnTo>
                    <a:pt x="8716735" y="2804252"/>
                  </a:lnTo>
                  <a:lnTo>
                    <a:pt x="8688836" y="2690756"/>
                  </a:lnTo>
                  <a:lnTo>
                    <a:pt x="8660911" y="2575941"/>
                  </a:lnTo>
                  <a:lnTo>
                    <a:pt x="8632968" y="2460318"/>
                  </a:lnTo>
                  <a:lnTo>
                    <a:pt x="8605018" y="2344412"/>
                  </a:lnTo>
                  <a:lnTo>
                    <a:pt x="8577074" y="2228755"/>
                  </a:lnTo>
                  <a:lnTo>
                    <a:pt x="8549147" y="2113875"/>
                  </a:lnTo>
                  <a:lnTo>
                    <a:pt x="8521246" y="2000283"/>
                  </a:lnTo>
                  <a:lnTo>
                    <a:pt x="8493379" y="1888468"/>
                  </a:lnTo>
                  <a:lnTo>
                    <a:pt x="8465545" y="1778886"/>
                  </a:lnTo>
                  <a:lnTo>
                    <a:pt x="8437740" y="1671951"/>
                  </a:lnTo>
                  <a:lnTo>
                    <a:pt x="8409950" y="1568034"/>
                  </a:lnTo>
                  <a:lnTo>
                    <a:pt x="8382156" y="1467454"/>
                  </a:lnTo>
                  <a:lnTo>
                    <a:pt x="8354326" y="1370477"/>
                  </a:lnTo>
                  <a:lnTo>
                    <a:pt x="8326420" y="1277316"/>
                  </a:lnTo>
                  <a:lnTo>
                    <a:pt x="8298383" y="1188127"/>
                  </a:lnTo>
                  <a:lnTo>
                    <a:pt x="8270150" y="1103016"/>
                  </a:lnTo>
                  <a:lnTo>
                    <a:pt x="8241639" y="1022035"/>
                  </a:lnTo>
                  <a:lnTo>
                    <a:pt x="8212754" y="945191"/>
                  </a:lnTo>
                  <a:lnTo>
                    <a:pt x="8183376" y="872445"/>
                  </a:lnTo>
                  <a:lnTo>
                    <a:pt x="8153370" y="803720"/>
                  </a:lnTo>
                  <a:lnTo>
                    <a:pt x="8151487" y="799591"/>
                  </a:lnTo>
                  <a:lnTo>
                    <a:pt x="8109026" y="712261"/>
                  </a:lnTo>
                  <a:lnTo>
                    <a:pt x="8064608" y="632363"/>
                  </a:lnTo>
                  <a:lnTo>
                    <a:pt x="8017695" y="559644"/>
                  </a:lnTo>
                  <a:lnTo>
                    <a:pt x="7967696" y="493613"/>
                  </a:lnTo>
                  <a:lnTo>
                    <a:pt x="7914000" y="433674"/>
                  </a:lnTo>
                  <a:lnTo>
                    <a:pt x="7856002" y="379208"/>
                  </a:lnTo>
                  <a:lnTo>
                    <a:pt x="7793147" y="329633"/>
                  </a:lnTo>
                  <a:lnTo>
                    <a:pt x="7724977" y="284427"/>
                  </a:lnTo>
                  <a:lnTo>
                    <a:pt x="7651199" y="243155"/>
                  </a:lnTo>
                  <a:lnTo>
                    <a:pt x="7571772" y="205478"/>
                  </a:lnTo>
                  <a:lnTo>
                    <a:pt x="7487010" y="171153"/>
                  </a:lnTo>
                  <a:lnTo>
                    <a:pt x="7397695" y="140039"/>
                  </a:lnTo>
                  <a:lnTo>
                    <a:pt x="7305175" y="112085"/>
                  </a:lnTo>
                  <a:lnTo>
                    <a:pt x="7211424" y="87309"/>
                  </a:lnTo>
                  <a:lnTo>
                    <a:pt x="7119017" y="65773"/>
                  </a:lnTo>
                  <a:lnTo>
                    <a:pt x="7030983" y="47541"/>
                  </a:lnTo>
                  <a:lnTo>
                    <a:pt x="6950527" y="32629"/>
                  </a:lnTo>
                  <a:lnTo>
                    <a:pt x="6880620" y="20962"/>
                  </a:lnTo>
                  <a:lnTo>
                    <a:pt x="6823555" y="12341"/>
                  </a:lnTo>
                  <a:lnTo>
                    <a:pt x="6780540" y="6434"/>
                  </a:lnTo>
                  <a:lnTo>
                    <a:pt x="6751450" y="2789"/>
                  </a:lnTo>
                  <a:lnTo>
                    <a:pt x="6734771" y="876"/>
                  </a:lnTo>
                  <a:lnTo>
                    <a:pt x="6727707" y="132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827" y="71"/>
                  </a:lnTo>
                  <a:lnTo>
                    <a:pt x="5246408" y="580"/>
                  </a:lnTo>
                  <a:lnTo>
                    <a:pt x="5227700" y="1987"/>
                  </a:lnTo>
                  <a:lnTo>
                    <a:pt x="5194241" y="4758"/>
                  </a:lnTo>
                  <a:lnTo>
                    <a:pt x="5144343" y="9323"/>
                  </a:lnTo>
                  <a:lnTo>
                    <a:pt x="5078228" y="16036"/>
                  </a:lnTo>
                  <a:lnTo>
                    <a:pt x="4997874" y="25141"/>
                  </a:lnTo>
                  <a:lnTo>
                    <a:pt x="4906572" y="36759"/>
                  </a:lnTo>
                  <a:lnTo>
                    <a:pt x="4808287" y="50916"/>
                  </a:lnTo>
                  <a:lnTo>
                    <a:pt x="4707007" y="67572"/>
                  </a:lnTo>
                  <a:lnTo>
                    <a:pt x="4606239" y="86671"/>
                  </a:lnTo>
                  <a:lnTo>
                    <a:pt x="4508712" y="108186"/>
                  </a:lnTo>
                  <a:lnTo>
                    <a:pt x="4416300" y="132146"/>
                  </a:lnTo>
                  <a:lnTo>
                    <a:pt x="4330077" y="158659"/>
                  </a:lnTo>
                  <a:lnTo>
                    <a:pt x="4250468" y="187920"/>
                  </a:lnTo>
                  <a:lnTo>
                    <a:pt x="4177407" y="220216"/>
                  </a:lnTo>
                  <a:lnTo>
                    <a:pt x="4110495" y="255914"/>
                  </a:lnTo>
                  <a:lnTo>
                    <a:pt x="4049119" y="295459"/>
                  </a:lnTo>
                  <a:lnTo>
                    <a:pt x="3992554" y="339344"/>
                  </a:lnTo>
                  <a:lnTo>
                    <a:pt x="3940024" y="388079"/>
                  </a:lnTo>
                  <a:lnTo>
                    <a:pt x="3890762" y="442126"/>
                  </a:lnTo>
                  <a:lnTo>
                    <a:pt x="3844051" y="501801"/>
                  </a:lnTo>
                  <a:lnTo>
                    <a:pt x="3829811" y="521709"/>
                  </a:lnTo>
                  <a:lnTo>
                    <a:pt x="3793618" y="575975"/>
                  </a:lnTo>
                  <a:lnTo>
                    <a:pt x="3758312" y="634076"/>
                  </a:lnTo>
                  <a:lnTo>
                    <a:pt x="3723659" y="696091"/>
                  </a:lnTo>
                  <a:lnTo>
                    <a:pt x="3689472" y="762040"/>
                  </a:lnTo>
                  <a:lnTo>
                    <a:pt x="3655598" y="831880"/>
                  </a:lnTo>
                  <a:lnTo>
                    <a:pt x="3621916" y="905499"/>
                  </a:lnTo>
                  <a:lnTo>
                    <a:pt x="3588334" y="982711"/>
                  </a:lnTo>
                  <a:lnTo>
                    <a:pt x="3554786" y="1063256"/>
                  </a:lnTo>
                  <a:lnTo>
                    <a:pt x="3521226" y="1146797"/>
                  </a:lnTo>
                  <a:lnTo>
                    <a:pt x="3487627" y="1232927"/>
                  </a:lnTo>
                  <a:lnTo>
                    <a:pt x="3453979" y="1321174"/>
                  </a:lnTo>
                  <a:lnTo>
                    <a:pt x="3420285" y="1411011"/>
                  </a:lnTo>
                  <a:lnTo>
                    <a:pt x="3386558" y="1501868"/>
                  </a:lnTo>
                  <a:lnTo>
                    <a:pt x="3352817" y="1593147"/>
                  </a:lnTo>
                  <a:lnTo>
                    <a:pt x="3319082" y="1684239"/>
                  </a:lnTo>
                  <a:lnTo>
                    <a:pt x="3285373" y="1774539"/>
                  </a:lnTo>
                  <a:lnTo>
                    <a:pt x="3251707" y="1863466"/>
                  </a:lnTo>
                  <a:lnTo>
                    <a:pt x="3218089" y="1950473"/>
                  </a:lnTo>
                  <a:lnTo>
                    <a:pt x="3184516" y="2035066"/>
                  </a:lnTo>
                  <a:lnTo>
                    <a:pt x="3150968" y="2116812"/>
                  </a:lnTo>
                  <a:lnTo>
                    <a:pt x="3117406" y="2195347"/>
                  </a:lnTo>
                  <a:lnTo>
                    <a:pt x="3083772" y="2270380"/>
                  </a:lnTo>
                  <a:lnTo>
                    <a:pt x="3049985" y="2341697"/>
                  </a:lnTo>
                  <a:lnTo>
                    <a:pt x="3015935" y="2409158"/>
                  </a:lnTo>
                  <a:lnTo>
                    <a:pt x="2981482" y="2472693"/>
                  </a:lnTo>
                  <a:lnTo>
                    <a:pt x="2946453" y="2532299"/>
                  </a:lnTo>
                  <a:lnTo>
                    <a:pt x="2910633" y="2588034"/>
                  </a:lnTo>
                  <a:lnTo>
                    <a:pt x="2896531" y="2608548"/>
                  </a:lnTo>
                  <a:lnTo>
                    <a:pt x="2850488" y="2670011"/>
                  </a:lnTo>
                  <a:lnTo>
                    <a:pt x="2802100" y="2725802"/>
                  </a:lnTo>
                  <a:lnTo>
                    <a:pt x="2750677" y="2776160"/>
                  </a:lnTo>
                  <a:lnTo>
                    <a:pt x="2695463" y="2821513"/>
                  </a:lnTo>
                  <a:lnTo>
                    <a:pt x="2635679" y="2862365"/>
                  </a:lnTo>
                  <a:lnTo>
                    <a:pt x="2570577" y="2899221"/>
                  </a:lnTo>
                  <a:lnTo>
                    <a:pt x="2499502" y="2932541"/>
                  </a:lnTo>
                  <a:lnTo>
                    <a:pt x="2421975" y="2962720"/>
                  </a:lnTo>
                  <a:lnTo>
                    <a:pt x="2337809" y="2990070"/>
                  </a:lnTo>
                  <a:lnTo>
                    <a:pt x="2247258" y="3014816"/>
                  </a:lnTo>
                  <a:lnTo>
                    <a:pt x="2151175" y="3037092"/>
                  </a:lnTo>
                  <a:lnTo>
                    <a:pt x="2051171" y="3056951"/>
                  </a:lnTo>
                  <a:lnTo>
                    <a:pt x="1949707" y="3074379"/>
                  </a:lnTo>
                  <a:lnTo>
                    <a:pt x="1850066" y="3089326"/>
                  </a:lnTo>
                  <a:lnTo>
                    <a:pt x="1756132" y="3101743"/>
                  </a:lnTo>
                  <a:lnTo>
                    <a:pt x="1671942" y="3111628"/>
                  </a:lnTo>
                  <a:lnTo>
                    <a:pt x="1601070" y="3119072"/>
                  </a:lnTo>
                  <a:lnTo>
                    <a:pt x="1545968" y="3124278"/>
                  </a:lnTo>
                  <a:lnTo>
                    <a:pt x="1507440" y="3127569"/>
                  </a:lnTo>
                  <a:lnTo>
                    <a:pt x="1484396" y="3129354"/>
                  </a:lnTo>
                  <a:lnTo>
                    <a:pt x="1473903" y="3130095"/>
                  </a:lnTo>
                  <a:lnTo>
                    <a:pt x="1471387" y="3130258"/>
                  </a:lnTo>
                  <a:lnTo>
                    <a:pt x="0" y="3130258"/>
                  </a:lnTo>
                  <a:close/>
                </a:path>
              </a:pathLst>
            </a:custGeom>
            <a:solidFill>
              <a:srgbClr val="F28E5B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915" name="pl915"/>
            <p:cNvSpPr/>
            <p:nvPr/>
          </p:nvSpPr>
          <p:spPr>
            <a:xfrm>
              <a:off x="4799595" y="3990837"/>
              <a:ext cx="11981298" cy="4797550"/>
            </a:xfrm>
            <a:custGeom>
              <a:avLst/>
              <a:pathLst>
                <a:path w="11981298" h="4797550">
                  <a:moveTo>
                    <a:pt x="0" y="3130258"/>
                  </a:moveTo>
                  <a:lnTo>
                    <a:pt x="1471387" y="3130258"/>
                  </a:lnTo>
                  <a:lnTo>
                    <a:pt x="1472515" y="3130186"/>
                  </a:lnTo>
                  <a:lnTo>
                    <a:pt x="1479935" y="3129677"/>
                  </a:lnTo>
                  <a:lnTo>
                    <a:pt x="1498642" y="3128270"/>
                  </a:lnTo>
                  <a:lnTo>
                    <a:pt x="1532101" y="3125499"/>
                  </a:lnTo>
                  <a:lnTo>
                    <a:pt x="1581999" y="3120934"/>
                  </a:lnTo>
                  <a:lnTo>
                    <a:pt x="1648115" y="3114221"/>
                  </a:lnTo>
                  <a:lnTo>
                    <a:pt x="1728468" y="3105117"/>
                  </a:lnTo>
                  <a:lnTo>
                    <a:pt x="1819770" y="3093498"/>
                  </a:lnTo>
                  <a:lnTo>
                    <a:pt x="1918055" y="3079341"/>
                  </a:lnTo>
                  <a:lnTo>
                    <a:pt x="2019335" y="3062686"/>
                  </a:lnTo>
                  <a:lnTo>
                    <a:pt x="2120104" y="3043586"/>
                  </a:lnTo>
                  <a:lnTo>
                    <a:pt x="2217630" y="3022071"/>
                  </a:lnTo>
                  <a:lnTo>
                    <a:pt x="2310043" y="2998111"/>
                  </a:lnTo>
                  <a:lnTo>
                    <a:pt x="2396265" y="2971599"/>
                  </a:lnTo>
                  <a:lnTo>
                    <a:pt x="2475874" y="2942337"/>
                  </a:lnTo>
                  <a:lnTo>
                    <a:pt x="2548935" y="2910042"/>
                  </a:lnTo>
                  <a:lnTo>
                    <a:pt x="2615847" y="2874343"/>
                  </a:lnTo>
                  <a:lnTo>
                    <a:pt x="2677223" y="2834798"/>
                  </a:lnTo>
                  <a:lnTo>
                    <a:pt x="2733789" y="2790914"/>
                  </a:lnTo>
                  <a:lnTo>
                    <a:pt x="2786318" y="2742179"/>
                  </a:lnTo>
                  <a:lnTo>
                    <a:pt x="2835580" y="2688131"/>
                  </a:lnTo>
                  <a:lnTo>
                    <a:pt x="2882291" y="2628456"/>
                  </a:lnTo>
                  <a:lnTo>
                    <a:pt x="2896531" y="2608548"/>
                  </a:lnTo>
                  <a:lnTo>
                    <a:pt x="2932724" y="2554282"/>
                  </a:lnTo>
                  <a:lnTo>
                    <a:pt x="2968031" y="2496181"/>
                  </a:lnTo>
                  <a:lnTo>
                    <a:pt x="3002683" y="2434166"/>
                  </a:lnTo>
                  <a:lnTo>
                    <a:pt x="3036870" y="2368218"/>
                  </a:lnTo>
                  <a:lnTo>
                    <a:pt x="3070745" y="2298378"/>
                  </a:lnTo>
                  <a:lnTo>
                    <a:pt x="3104426" y="2224759"/>
                  </a:lnTo>
                  <a:lnTo>
                    <a:pt x="3138008" y="2147546"/>
                  </a:lnTo>
                  <a:lnTo>
                    <a:pt x="3171556" y="2067002"/>
                  </a:lnTo>
                  <a:lnTo>
                    <a:pt x="3205117" y="1983460"/>
                  </a:lnTo>
                  <a:lnTo>
                    <a:pt x="3238715" y="1897330"/>
                  </a:lnTo>
                  <a:lnTo>
                    <a:pt x="3272363" y="1809083"/>
                  </a:lnTo>
                  <a:lnTo>
                    <a:pt x="3306057" y="1719246"/>
                  </a:lnTo>
                  <a:lnTo>
                    <a:pt x="3339784" y="1628389"/>
                  </a:lnTo>
                  <a:lnTo>
                    <a:pt x="3373525" y="1537110"/>
                  </a:lnTo>
                  <a:lnTo>
                    <a:pt x="3407261" y="1446018"/>
                  </a:lnTo>
                  <a:lnTo>
                    <a:pt x="3440969" y="1355718"/>
                  </a:lnTo>
                  <a:lnTo>
                    <a:pt x="3474635" y="1266792"/>
                  </a:lnTo>
                  <a:lnTo>
                    <a:pt x="3508253" y="1179785"/>
                  </a:lnTo>
                  <a:lnTo>
                    <a:pt x="3541826" y="1095191"/>
                  </a:lnTo>
                  <a:lnTo>
                    <a:pt x="3575374" y="1013445"/>
                  </a:lnTo>
                  <a:lnTo>
                    <a:pt x="3608936" y="934911"/>
                  </a:lnTo>
                  <a:lnTo>
                    <a:pt x="3642570" y="859877"/>
                  </a:lnTo>
                  <a:lnTo>
                    <a:pt x="3676357" y="788560"/>
                  </a:lnTo>
                  <a:lnTo>
                    <a:pt x="3710408" y="721100"/>
                  </a:lnTo>
                  <a:lnTo>
                    <a:pt x="3744860" y="657565"/>
                  </a:lnTo>
                  <a:lnTo>
                    <a:pt x="3779889" y="597958"/>
                  </a:lnTo>
                  <a:lnTo>
                    <a:pt x="3815709" y="542223"/>
                  </a:lnTo>
                  <a:lnTo>
                    <a:pt x="3829811" y="521709"/>
                  </a:lnTo>
                  <a:lnTo>
                    <a:pt x="3875854" y="460246"/>
                  </a:lnTo>
                  <a:lnTo>
                    <a:pt x="3924242" y="404455"/>
                  </a:lnTo>
                  <a:lnTo>
                    <a:pt x="3975665" y="354098"/>
                  </a:lnTo>
                  <a:lnTo>
                    <a:pt x="4030879" y="308744"/>
                  </a:lnTo>
                  <a:lnTo>
                    <a:pt x="4090663" y="267892"/>
                  </a:lnTo>
                  <a:lnTo>
                    <a:pt x="4155765" y="231037"/>
                  </a:lnTo>
                  <a:lnTo>
                    <a:pt x="4226840" y="197716"/>
                  </a:lnTo>
                  <a:lnTo>
                    <a:pt x="4304368" y="167537"/>
                  </a:lnTo>
                  <a:lnTo>
                    <a:pt x="4388533" y="140187"/>
                  </a:lnTo>
                  <a:lnTo>
                    <a:pt x="4479084" y="115441"/>
                  </a:lnTo>
                  <a:lnTo>
                    <a:pt x="4575167" y="93165"/>
                  </a:lnTo>
                  <a:lnTo>
                    <a:pt x="4675171" y="73307"/>
                  </a:lnTo>
                  <a:lnTo>
                    <a:pt x="4776635" y="55878"/>
                  </a:lnTo>
                  <a:lnTo>
                    <a:pt x="4876276" y="40931"/>
                  </a:lnTo>
                  <a:lnTo>
                    <a:pt x="4970210" y="28514"/>
                  </a:lnTo>
                  <a:lnTo>
                    <a:pt x="5054400" y="18629"/>
                  </a:lnTo>
                  <a:lnTo>
                    <a:pt x="5125272" y="11186"/>
                  </a:lnTo>
                  <a:lnTo>
                    <a:pt x="5180374" y="5979"/>
                  </a:lnTo>
                  <a:lnTo>
                    <a:pt x="5218902" y="2689"/>
                  </a:lnTo>
                  <a:lnTo>
                    <a:pt x="5241946" y="903"/>
                  </a:lnTo>
                  <a:lnTo>
                    <a:pt x="5252439" y="162"/>
                  </a:lnTo>
                  <a:lnTo>
                    <a:pt x="5254919" y="2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236" y="86"/>
                  </a:lnTo>
                  <a:lnTo>
                    <a:pt x="6733138" y="699"/>
                  </a:lnTo>
                  <a:lnTo>
                    <a:pt x="6748119" y="2394"/>
                  </a:lnTo>
                  <a:lnTo>
                    <a:pt x="6775157" y="5735"/>
                  </a:lnTo>
                  <a:lnTo>
                    <a:pt x="6815977" y="11261"/>
                  </a:lnTo>
                  <a:lnTo>
                    <a:pt x="6870919" y="19438"/>
                  </a:lnTo>
                  <a:lnTo>
                    <a:pt x="6938967" y="30617"/>
                  </a:lnTo>
                  <a:lnTo>
                    <a:pt x="7017976" y="45020"/>
                  </a:lnTo>
                  <a:lnTo>
                    <a:pt x="7105047" y="62738"/>
                  </a:lnTo>
                  <a:lnTo>
                    <a:pt x="7196985" y="83767"/>
                  </a:lnTo>
                  <a:lnTo>
                    <a:pt x="7290711" y="108047"/>
                  </a:lnTo>
                  <a:lnTo>
                    <a:pt x="7383566" y="135513"/>
                  </a:lnTo>
                  <a:lnTo>
                    <a:pt x="7473480" y="166138"/>
                  </a:lnTo>
                  <a:lnTo>
                    <a:pt x="7559009" y="199959"/>
                  </a:lnTo>
                  <a:lnTo>
                    <a:pt x="7639291" y="237106"/>
                  </a:lnTo>
                  <a:lnTo>
                    <a:pt x="7713947" y="277802"/>
                  </a:lnTo>
                  <a:lnTo>
                    <a:pt x="7782970" y="322374"/>
                  </a:lnTo>
                  <a:lnTo>
                    <a:pt x="7846620" y="371242"/>
                  </a:lnTo>
                  <a:lnTo>
                    <a:pt x="7905334" y="424915"/>
                  </a:lnTo>
                  <a:lnTo>
                    <a:pt x="7959656" y="483969"/>
                  </a:lnTo>
                  <a:lnTo>
                    <a:pt x="8010186" y="549018"/>
                  </a:lnTo>
                  <a:lnTo>
                    <a:pt x="8057536" y="620668"/>
                  </a:lnTo>
                  <a:lnTo>
                    <a:pt x="8102303" y="699432"/>
                  </a:lnTo>
                  <a:lnTo>
                    <a:pt x="8145034" y="785612"/>
                  </a:lnTo>
                  <a:lnTo>
                    <a:pt x="8151487" y="799591"/>
                  </a:lnTo>
                  <a:lnTo>
                    <a:pt x="8181537" y="868070"/>
                  </a:lnTo>
                  <a:lnTo>
                    <a:pt x="8210949" y="940564"/>
                  </a:lnTo>
                  <a:lnTo>
                    <a:pt x="8239861" y="1017153"/>
                  </a:lnTo>
                  <a:lnTo>
                    <a:pt x="8268392" y="1097877"/>
                  </a:lnTo>
                  <a:lnTo>
                    <a:pt x="8296640" y="1182734"/>
                  </a:lnTo>
                  <a:lnTo>
                    <a:pt x="8324687" y="1271672"/>
                  </a:lnTo>
                  <a:lnTo>
                    <a:pt x="8352600" y="1364591"/>
                  </a:lnTo>
                  <a:lnTo>
                    <a:pt x="8380433" y="1461337"/>
                  </a:lnTo>
                  <a:lnTo>
                    <a:pt x="8408228" y="1561701"/>
                  </a:lnTo>
                  <a:lnTo>
                    <a:pt x="8436017" y="1665420"/>
                  </a:lnTo>
                  <a:lnTo>
                    <a:pt x="8463821" y="1772178"/>
                  </a:lnTo>
                  <a:lnTo>
                    <a:pt x="8491653" y="1881608"/>
                  </a:lnTo>
                  <a:lnTo>
                    <a:pt x="8519518" y="1993297"/>
                  </a:lnTo>
                  <a:lnTo>
                    <a:pt x="8547417" y="2106793"/>
                  </a:lnTo>
                  <a:lnTo>
                    <a:pt x="8575342" y="2221608"/>
                  </a:lnTo>
                  <a:lnTo>
                    <a:pt x="8603286" y="2337231"/>
                  </a:lnTo>
                  <a:lnTo>
                    <a:pt x="8631236" y="2453137"/>
                  </a:lnTo>
                  <a:lnTo>
                    <a:pt x="8659180" y="2568794"/>
                  </a:lnTo>
                  <a:lnTo>
                    <a:pt x="8687107" y="2683674"/>
                  </a:lnTo>
                  <a:lnTo>
                    <a:pt x="8715007" y="2797266"/>
                  </a:lnTo>
                  <a:lnTo>
                    <a:pt x="8742874" y="2909081"/>
                  </a:lnTo>
                  <a:lnTo>
                    <a:pt x="8770708" y="3018663"/>
                  </a:lnTo>
                  <a:lnTo>
                    <a:pt x="8798514" y="3125598"/>
                  </a:lnTo>
                  <a:lnTo>
                    <a:pt x="8826303" y="3229515"/>
                  </a:lnTo>
                  <a:lnTo>
                    <a:pt x="8854097" y="3330095"/>
                  </a:lnTo>
                  <a:lnTo>
                    <a:pt x="8881927" y="3427072"/>
                  </a:lnTo>
                  <a:lnTo>
                    <a:pt x="8909833" y="3520233"/>
                  </a:lnTo>
                  <a:lnTo>
                    <a:pt x="8937870" y="3609422"/>
                  </a:lnTo>
                  <a:lnTo>
                    <a:pt x="8966103" y="3694533"/>
                  </a:lnTo>
                  <a:lnTo>
                    <a:pt x="8994614" y="3775514"/>
                  </a:lnTo>
                  <a:lnTo>
                    <a:pt x="9023500" y="3852358"/>
                  </a:lnTo>
                  <a:lnTo>
                    <a:pt x="9052877" y="3925104"/>
                  </a:lnTo>
                  <a:lnTo>
                    <a:pt x="9082883" y="3993829"/>
                  </a:lnTo>
                  <a:lnTo>
                    <a:pt x="9084767" y="3997958"/>
                  </a:lnTo>
                  <a:lnTo>
                    <a:pt x="9127227" y="4085288"/>
                  </a:lnTo>
                  <a:lnTo>
                    <a:pt x="9171645" y="4165186"/>
                  </a:lnTo>
                  <a:lnTo>
                    <a:pt x="9218558" y="4237905"/>
                  </a:lnTo>
                  <a:lnTo>
                    <a:pt x="9268557" y="4303936"/>
                  </a:lnTo>
                  <a:lnTo>
                    <a:pt x="9322253" y="4363875"/>
                  </a:lnTo>
                  <a:lnTo>
                    <a:pt x="9380251" y="4418341"/>
                  </a:lnTo>
                  <a:lnTo>
                    <a:pt x="9443106" y="4467916"/>
                  </a:lnTo>
                  <a:lnTo>
                    <a:pt x="9511276" y="4513122"/>
                  </a:lnTo>
                  <a:lnTo>
                    <a:pt x="9585054" y="4554394"/>
                  </a:lnTo>
                  <a:lnTo>
                    <a:pt x="9664481" y="4592071"/>
                  </a:lnTo>
                  <a:lnTo>
                    <a:pt x="9749243" y="4626396"/>
                  </a:lnTo>
                  <a:lnTo>
                    <a:pt x="9838558" y="4657510"/>
                  </a:lnTo>
                  <a:lnTo>
                    <a:pt x="9931078" y="4685464"/>
                  </a:lnTo>
                  <a:lnTo>
                    <a:pt x="10024829" y="4710240"/>
                  </a:lnTo>
                  <a:lnTo>
                    <a:pt x="10117237" y="4731776"/>
                  </a:lnTo>
                  <a:lnTo>
                    <a:pt x="10205270" y="4750008"/>
                  </a:lnTo>
                  <a:lnTo>
                    <a:pt x="10285727" y="4764921"/>
                  </a:lnTo>
                  <a:lnTo>
                    <a:pt x="10355633" y="4776587"/>
                  </a:lnTo>
                  <a:lnTo>
                    <a:pt x="10412698" y="4785208"/>
                  </a:lnTo>
                  <a:lnTo>
                    <a:pt x="10455713" y="4791115"/>
                  </a:lnTo>
                  <a:lnTo>
                    <a:pt x="10484803" y="4794760"/>
                  </a:lnTo>
                  <a:lnTo>
                    <a:pt x="10501482" y="4796673"/>
                  </a:lnTo>
                  <a:lnTo>
                    <a:pt x="10508547" y="4797417"/>
                  </a:lnTo>
                  <a:lnTo>
                    <a:pt x="10509907" y="4797549"/>
                  </a:lnTo>
                  <a:lnTo>
                    <a:pt x="10509911" y="4797550"/>
                  </a:lnTo>
                  <a:lnTo>
                    <a:pt x="11981298" y="479755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16" name="pl916"/>
            <p:cNvSpPr/>
            <p:nvPr/>
          </p:nvSpPr>
          <p:spPr>
            <a:xfrm>
              <a:off x="4799595" y="3982664"/>
              <a:ext cx="11981298" cy="4797550"/>
            </a:xfrm>
            <a:custGeom>
              <a:avLst/>
              <a:pathLst>
                <a:path w="11981298" h="4797550">
                  <a:moveTo>
                    <a:pt x="11981298" y="4797550"/>
                  </a:moveTo>
                  <a:lnTo>
                    <a:pt x="10509911" y="4797550"/>
                  </a:lnTo>
                  <a:lnTo>
                    <a:pt x="10509017" y="4797463"/>
                  </a:lnTo>
                  <a:lnTo>
                    <a:pt x="10503115" y="4796850"/>
                  </a:lnTo>
                  <a:lnTo>
                    <a:pt x="10488135" y="4795155"/>
                  </a:lnTo>
                  <a:lnTo>
                    <a:pt x="10461096" y="4791814"/>
                  </a:lnTo>
                  <a:lnTo>
                    <a:pt x="10420276" y="4786288"/>
                  </a:lnTo>
                  <a:lnTo>
                    <a:pt x="10365334" y="4778111"/>
                  </a:lnTo>
                  <a:lnTo>
                    <a:pt x="10297286" y="4766932"/>
                  </a:lnTo>
                  <a:lnTo>
                    <a:pt x="10218277" y="4752529"/>
                  </a:lnTo>
                  <a:lnTo>
                    <a:pt x="10131206" y="4734811"/>
                  </a:lnTo>
                  <a:lnTo>
                    <a:pt x="10039268" y="4713782"/>
                  </a:lnTo>
                  <a:lnTo>
                    <a:pt x="9945542" y="4689502"/>
                  </a:lnTo>
                  <a:lnTo>
                    <a:pt x="9852687" y="4662036"/>
                  </a:lnTo>
                  <a:lnTo>
                    <a:pt x="9762774" y="4631411"/>
                  </a:lnTo>
                  <a:lnTo>
                    <a:pt x="9677244" y="4597590"/>
                  </a:lnTo>
                  <a:lnTo>
                    <a:pt x="9596962" y="4560443"/>
                  </a:lnTo>
                  <a:lnTo>
                    <a:pt x="9522306" y="4519747"/>
                  </a:lnTo>
                  <a:lnTo>
                    <a:pt x="9453283" y="4475175"/>
                  </a:lnTo>
                  <a:lnTo>
                    <a:pt x="9389633" y="4426307"/>
                  </a:lnTo>
                  <a:lnTo>
                    <a:pt x="9330920" y="4372634"/>
                  </a:lnTo>
                  <a:lnTo>
                    <a:pt x="9276597" y="4313580"/>
                  </a:lnTo>
                  <a:lnTo>
                    <a:pt x="9226068" y="4248531"/>
                  </a:lnTo>
                  <a:lnTo>
                    <a:pt x="9178717" y="4176881"/>
                  </a:lnTo>
                  <a:lnTo>
                    <a:pt x="9133950" y="4098117"/>
                  </a:lnTo>
                  <a:lnTo>
                    <a:pt x="9091219" y="4011937"/>
                  </a:lnTo>
                  <a:lnTo>
                    <a:pt x="9084767" y="3997958"/>
                  </a:lnTo>
                  <a:lnTo>
                    <a:pt x="9054717" y="3929479"/>
                  </a:lnTo>
                  <a:lnTo>
                    <a:pt x="9025305" y="3856985"/>
                  </a:lnTo>
                  <a:lnTo>
                    <a:pt x="8996392" y="3780396"/>
                  </a:lnTo>
                  <a:lnTo>
                    <a:pt x="8967861" y="3699672"/>
                  </a:lnTo>
                  <a:lnTo>
                    <a:pt x="8939613" y="3614816"/>
                  </a:lnTo>
                  <a:lnTo>
                    <a:pt x="8911566" y="3525877"/>
                  </a:lnTo>
                  <a:lnTo>
                    <a:pt x="8883653" y="3432958"/>
                  </a:lnTo>
                  <a:lnTo>
                    <a:pt x="8855820" y="3336212"/>
                  </a:lnTo>
                  <a:lnTo>
                    <a:pt x="8828025" y="3235848"/>
                  </a:lnTo>
                  <a:lnTo>
                    <a:pt x="8800236" y="3132129"/>
                  </a:lnTo>
                  <a:lnTo>
                    <a:pt x="8772432" y="3025371"/>
                  </a:lnTo>
                  <a:lnTo>
                    <a:pt x="8744600" y="2915941"/>
                  </a:lnTo>
                  <a:lnTo>
                    <a:pt x="8716735" y="2804252"/>
                  </a:lnTo>
                  <a:lnTo>
                    <a:pt x="8688836" y="2690756"/>
                  </a:lnTo>
                  <a:lnTo>
                    <a:pt x="8660911" y="2575941"/>
                  </a:lnTo>
                  <a:lnTo>
                    <a:pt x="8632968" y="2460318"/>
                  </a:lnTo>
                  <a:lnTo>
                    <a:pt x="8605018" y="2344412"/>
                  </a:lnTo>
                  <a:lnTo>
                    <a:pt x="8577074" y="2228755"/>
                  </a:lnTo>
                  <a:lnTo>
                    <a:pt x="8549147" y="2113875"/>
                  </a:lnTo>
                  <a:lnTo>
                    <a:pt x="8521246" y="2000283"/>
                  </a:lnTo>
                  <a:lnTo>
                    <a:pt x="8493379" y="1888468"/>
                  </a:lnTo>
                  <a:lnTo>
                    <a:pt x="8465545" y="1778886"/>
                  </a:lnTo>
                  <a:lnTo>
                    <a:pt x="8437740" y="1671951"/>
                  </a:lnTo>
                  <a:lnTo>
                    <a:pt x="8409950" y="1568034"/>
                  </a:lnTo>
                  <a:lnTo>
                    <a:pt x="8382156" y="1467454"/>
                  </a:lnTo>
                  <a:lnTo>
                    <a:pt x="8354326" y="1370477"/>
                  </a:lnTo>
                  <a:lnTo>
                    <a:pt x="8326420" y="1277316"/>
                  </a:lnTo>
                  <a:lnTo>
                    <a:pt x="8298383" y="1188127"/>
                  </a:lnTo>
                  <a:lnTo>
                    <a:pt x="8270150" y="1103016"/>
                  </a:lnTo>
                  <a:lnTo>
                    <a:pt x="8241639" y="1022035"/>
                  </a:lnTo>
                  <a:lnTo>
                    <a:pt x="8212754" y="945191"/>
                  </a:lnTo>
                  <a:lnTo>
                    <a:pt x="8183376" y="872445"/>
                  </a:lnTo>
                  <a:lnTo>
                    <a:pt x="8153370" y="803720"/>
                  </a:lnTo>
                  <a:lnTo>
                    <a:pt x="8151487" y="799591"/>
                  </a:lnTo>
                  <a:lnTo>
                    <a:pt x="8109026" y="712261"/>
                  </a:lnTo>
                  <a:lnTo>
                    <a:pt x="8064608" y="632363"/>
                  </a:lnTo>
                  <a:lnTo>
                    <a:pt x="8017695" y="559644"/>
                  </a:lnTo>
                  <a:lnTo>
                    <a:pt x="7967696" y="493613"/>
                  </a:lnTo>
                  <a:lnTo>
                    <a:pt x="7914000" y="433674"/>
                  </a:lnTo>
                  <a:lnTo>
                    <a:pt x="7856002" y="379208"/>
                  </a:lnTo>
                  <a:lnTo>
                    <a:pt x="7793147" y="329633"/>
                  </a:lnTo>
                  <a:lnTo>
                    <a:pt x="7724977" y="284427"/>
                  </a:lnTo>
                  <a:lnTo>
                    <a:pt x="7651199" y="243155"/>
                  </a:lnTo>
                  <a:lnTo>
                    <a:pt x="7571772" y="205478"/>
                  </a:lnTo>
                  <a:lnTo>
                    <a:pt x="7487010" y="171153"/>
                  </a:lnTo>
                  <a:lnTo>
                    <a:pt x="7397695" y="140039"/>
                  </a:lnTo>
                  <a:lnTo>
                    <a:pt x="7305175" y="112085"/>
                  </a:lnTo>
                  <a:lnTo>
                    <a:pt x="7211424" y="87309"/>
                  </a:lnTo>
                  <a:lnTo>
                    <a:pt x="7119017" y="65773"/>
                  </a:lnTo>
                  <a:lnTo>
                    <a:pt x="7030983" y="47541"/>
                  </a:lnTo>
                  <a:lnTo>
                    <a:pt x="6950527" y="32629"/>
                  </a:lnTo>
                  <a:lnTo>
                    <a:pt x="6880620" y="20962"/>
                  </a:lnTo>
                  <a:lnTo>
                    <a:pt x="6823555" y="12341"/>
                  </a:lnTo>
                  <a:lnTo>
                    <a:pt x="6780540" y="6434"/>
                  </a:lnTo>
                  <a:lnTo>
                    <a:pt x="6751450" y="2789"/>
                  </a:lnTo>
                  <a:lnTo>
                    <a:pt x="6734771" y="876"/>
                  </a:lnTo>
                  <a:lnTo>
                    <a:pt x="6727707" y="132"/>
                  </a:lnTo>
                  <a:lnTo>
                    <a:pt x="6726346" y="0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827" y="71"/>
                  </a:lnTo>
                  <a:lnTo>
                    <a:pt x="5246408" y="580"/>
                  </a:lnTo>
                  <a:lnTo>
                    <a:pt x="5227700" y="1987"/>
                  </a:lnTo>
                  <a:lnTo>
                    <a:pt x="5194241" y="4758"/>
                  </a:lnTo>
                  <a:lnTo>
                    <a:pt x="5144343" y="9323"/>
                  </a:lnTo>
                  <a:lnTo>
                    <a:pt x="5078228" y="16036"/>
                  </a:lnTo>
                  <a:lnTo>
                    <a:pt x="4997874" y="25141"/>
                  </a:lnTo>
                  <a:lnTo>
                    <a:pt x="4906572" y="36759"/>
                  </a:lnTo>
                  <a:lnTo>
                    <a:pt x="4808287" y="50916"/>
                  </a:lnTo>
                  <a:lnTo>
                    <a:pt x="4707007" y="67572"/>
                  </a:lnTo>
                  <a:lnTo>
                    <a:pt x="4606239" y="86671"/>
                  </a:lnTo>
                  <a:lnTo>
                    <a:pt x="4508712" y="108186"/>
                  </a:lnTo>
                  <a:lnTo>
                    <a:pt x="4416300" y="132146"/>
                  </a:lnTo>
                  <a:lnTo>
                    <a:pt x="4330077" y="158659"/>
                  </a:lnTo>
                  <a:lnTo>
                    <a:pt x="4250468" y="187920"/>
                  </a:lnTo>
                  <a:lnTo>
                    <a:pt x="4177407" y="220216"/>
                  </a:lnTo>
                  <a:lnTo>
                    <a:pt x="4110495" y="255914"/>
                  </a:lnTo>
                  <a:lnTo>
                    <a:pt x="4049119" y="295459"/>
                  </a:lnTo>
                  <a:lnTo>
                    <a:pt x="3992554" y="339344"/>
                  </a:lnTo>
                  <a:lnTo>
                    <a:pt x="3940024" y="388079"/>
                  </a:lnTo>
                  <a:lnTo>
                    <a:pt x="3890762" y="442126"/>
                  </a:lnTo>
                  <a:lnTo>
                    <a:pt x="3844051" y="501801"/>
                  </a:lnTo>
                  <a:lnTo>
                    <a:pt x="3829811" y="521709"/>
                  </a:lnTo>
                  <a:lnTo>
                    <a:pt x="3793618" y="575975"/>
                  </a:lnTo>
                  <a:lnTo>
                    <a:pt x="3758312" y="634076"/>
                  </a:lnTo>
                  <a:lnTo>
                    <a:pt x="3723659" y="696091"/>
                  </a:lnTo>
                  <a:lnTo>
                    <a:pt x="3689472" y="762040"/>
                  </a:lnTo>
                  <a:lnTo>
                    <a:pt x="3655598" y="831880"/>
                  </a:lnTo>
                  <a:lnTo>
                    <a:pt x="3621916" y="905499"/>
                  </a:lnTo>
                  <a:lnTo>
                    <a:pt x="3588334" y="982711"/>
                  </a:lnTo>
                  <a:lnTo>
                    <a:pt x="3554786" y="1063256"/>
                  </a:lnTo>
                  <a:lnTo>
                    <a:pt x="3521226" y="1146797"/>
                  </a:lnTo>
                  <a:lnTo>
                    <a:pt x="3487627" y="1232927"/>
                  </a:lnTo>
                  <a:lnTo>
                    <a:pt x="3453979" y="1321174"/>
                  </a:lnTo>
                  <a:lnTo>
                    <a:pt x="3420285" y="1411011"/>
                  </a:lnTo>
                  <a:lnTo>
                    <a:pt x="3386558" y="1501868"/>
                  </a:lnTo>
                  <a:lnTo>
                    <a:pt x="3352817" y="1593147"/>
                  </a:lnTo>
                  <a:lnTo>
                    <a:pt x="3319082" y="1684239"/>
                  </a:lnTo>
                  <a:lnTo>
                    <a:pt x="3285373" y="1774539"/>
                  </a:lnTo>
                  <a:lnTo>
                    <a:pt x="3251707" y="1863466"/>
                  </a:lnTo>
                  <a:lnTo>
                    <a:pt x="3218089" y="1950473"/>
                  </a:lnTo>
                  <a:lnTo>
                    <a:pt x="3184516" y="2035066"/>
                  </a:lnTo>
                  <a:lnTo>
                    <a:pt x="3150968" y="2116812"/>
                  </a:lnTo>
                  <a:lnTo>
                    <a:pt x="3117406" y="2195347"/>
                  </a:lnTo>
                  <a:lnTo>
                    <a:pt x="3083772" y="2270380"/>
                  </a:lnTo>
                  <a:lnTo>
                    <a:pt x="3049985" y="2341697"/>
                  </a:lnTo>
                  <a:lnTo>
                    <a:pt x="3015935" y="2409158"/>
                  </a:lnTo>
                  <a:lnTo>
                    <a:pt x="2981482" y="2472693"/>
                  </a:lnTo>
                  <a:lnTo>
                    <a:pt x="2946453" y="2532299"/>
                  </a:lnTo>
                  <a:lnTo>
                    <a:pt x="2910633" y="2588034"/>
                  </a:lnTo>
                  <a:lnTo>
                    <a:pt x="2896531" y="2608548"/>
                  </a:lnTo>
                  <a:lnTo>
                    <a:pt x="2850488" y="2670011"/>
                  </a:lnTo>
                  <a:lnTo>
                    <a:pt x="2802100" y="2725802"/>
                  </a:lnTo>
                  <a:lnTo>
                    <a:pt x="2750677" y="2776160"/>
                  </a:lnTo>
                  <a:lnTo>
                    <a:pt x="2695463" y="2821513"/>
                  </a:lnTo>
                  <a:lnTo>
                    <a:pt x="2635679" y="2862365"/>
                  </a:lnTo>
                  <a:lnTo>
                    <a:pt x="2570577" y="2899221"/>
                  </a:lnTo>
                  <a:lnTo>
                    <a:pt x="2499502" y="2932541"/>
                  </a:lnTo>
                  <a:lnTo>
                    <a:pt x="2421975" y="2962720"/>
                  </a:lnTo>
                  <a:lnTo>
                    <a:pt x="2337809" y="2990070"/>
                  </a:lnTo>
                  <a:lnTo>
                    <a:pt x="2247258" y="3014816"/>
                  </a:lnTo>
                  <a:lnTo>
                    <a:pt x="2151175" y="3037092"/>
                  </a:lnTo>
                  <a:lnTo>
                    <a:pt x="2051171" y="3056951"/>
                  </a:lnTo>
                  <a:lnTo>
                    <a:pt x="1949707" y="3074379"/>
                  </a:lnTo>
                  <a:lnTo>
                    <a:pt x="1850066" y="3089326"/>
                  </a:lnTo>
                  <a:lnTo>
                    <a:pt x="1756132" y="3101743"/>
                  </a:lnTo>
                  <a:lnTo>
                    <a:pt x="1671942" y="3111628"/>
                  </a:lnTo>
                  <a:lnTo>
                    <a:pt x="1601070" y="3119072"/>
                  </a:lnTo>
                  <a:lnTo>
                    <a:pt x="1545968" y="3124278"/>
                  </a:lnTo>
                  <a:lnTo>
                    <a:pt x="1507440" y="3127569"/>
                  </a:lnTo>
                  <a:lnTo>
                    <a:pt x="1484396" y="3129354"/>
                  </a:lnTo>
                  <a:lnTo>
                    <a:pt x="1473903" y="3130095"/>
                  </a:lnTo>
                  <a:lnTo>
                    <a:pt x="1471423" y="3130256"/>
                  </a:lnTo>
                  <a:lnTo>
                    <a:pt x="1471387" y="3130258"/>
                  </a:lnTo>
                  <a:lnTo>
                    <a:pt x="0" y="313025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17" name="pg917"/>
            <p:cNvSpPr/>
            <p:nvPr/>
          </p:nvSpPr>
          <p:spPr>
            <a:xfrm>
              <a:off x="4799595" y="4129778"/>
              <a:ext cx="11981298" cy="6620128"/>
            </a:xfrm>
            <a:custGeom>
              <a:avLst/>
              <a:pathLst>
                <a:path w="11981298" h="6620128">
                  <a:moveTo>
                    <a:pt x="0" y="3007663"/>
                  </a:moveTo>
                  <a:lnTo>
                    <a:pt x="1471387" y="3007663"/>
                  </a:lnTo>
                  <a:lnTo>
                    <a:pt x="1472524" y="3007594"/>
                  </a:lnTo>
                  <a:lnTo>
                    <a:pt x="1479998" y="3007104"/>
                  </a:lnTo>
                  <a:lnTo>
                    <a:pt x="1498841" y="3005748"/>
                  </a:lnTo>
                  <a:lnTo>
                    <a:pt x="1532531" y="3003080"/>
                  </a:lnTo>
                  <a:lnTo>
                    <a:pt x="1582752" y="2998684"/>
                  </a:lnTo>
                  <a:lnTo>
                    <a:pt x="1649258" y="2992221"/>
                  </a:lnTo>
                  <a:lnTo>
                    <a:pt x="1730032" y="2983459"/>
                  </a:lnTo>
                  <a:lnTo>
                    <a:pt x="1821743" y="2972280"/>
                  </a:lnTo>
                  <a:lnTo>
                    <a:pt x="1920389" y="2958664"/>
                  </a:lnTo>
                  <a:lnTo>
                    <a:pt x="2021956" y="2942648"/>
                  </a:lnTo>
                  <a:lnTo>
                    <a:pt x="2122928" y="2924286"/>
                  </a:lnTo>
                  <a:lnTo>
                    <a:pt x="2220576" y="2903605"/>
                  </a:lnTo>
                  <a:lnTo>
                    <a:pt x="2313040" y="2880572"/>
                  </a:lnTo>
                  <a:lnTo>
                    <a:pt x="2399258" y="2855083"/>
                  </a:lnTo>
                  <a:lnTo>
                    <a:pt x="2478823" y="2826944"/>
                  </a:lnTo>
                  <a:lnTo>
                    <a:pt x="2551816" y="2795880"/>
                  </a:lnTo>
                  <a:lnTo>
                    <a:pt x="2618651" y="2761529"/>
                  </a:lnTo>
                  <a:lnTo>
                    <a:pt x="2679951" y="2723465"/>
                  </a:lnTo>
                  <a:lnTo>
                    <a:pt x="2736452" y="2681209"/>
                  </a:lnTo>
                  <a:lnTo>
                    <a:pt x="2788935" y="2634271"/>
                  </a:lnTo>
                  <a:lnTo>
                    <a:pt x="2838171" y="2582209"/>
                  </a:lnTo>
                  <a:lnTo>
                    <a:pt x="2884880" y="2524733"/>
                  </a:lnTo>
                  <a:lnTo>
                    <a:pt x="2896531" y="2509110"/>
                  </a:lnTo>
                  <a:lnTo>
                    <a:pt x="2933401" y="2456235"/>
                  </a:lnTo>
                  <a:lnTo>
                    <a:pt x="2969354" y="2399553"/>
                  </a:lnTo>
                  <a:lnTo>
                    <a:pt x="3004637" y="2338987"/>
                  </a:lnTo>
                  <a:lnTo>
                    <a:pt x="3039447" y="2274518"/>
                  </a:lnTo>
                  <a:lnTo>
                    <a:pt x="3073942" y="2206194"/>
                  </a:lnTo>
                  <a:lnTo>
                    <a:pt x="3108248" y="2134136"/>
                  </a:lnTo>
                  <a:lnTo>
                    <a:pt x="3142458" y="2058538"/>
                  </a:lnTo>
                  <a:lnTo>
                    <a:pt x="3176642" y="1979674"/>
                  </a:lnTo>
                  <a:lnTo>
                    <a:pt x="3210843" y="1897895"/>
                  </a:lnTo>
                  <a:lnTo>
                    <a:pt x="3245087" y="1813622"/>
                  </a:lnTo>
                  <a:lnTo>
                    <a:pt x="3279382" y="1727344"/>
                  </a:lnTo>
                  <a:lnTo>
                    <a:pt x="3313723" y="1639604"/>
                  </a:lnTo>
                  <a:lnTo>
                    <a:pt x="3348095" y="1550985"/>
                  </a:lnTo>
                  <a:lnTo>
                    <a:pt x="3382476" y="1462096"/>
                  </a:lnTo>
                  <a:lnTo>
                    <a:pt x="3416845" y="1373552"/>
                  </a:lnTo>
                  <a:lnTo>
                    <a:pt x="3451181" y="1285961"/>
                  </a:lnTo>
                  <a:lnTo>
                    <a:pt x="3485470" y="1199902"/>
                  </a:lnTo>
                  <a:lnTo>
                    <a:pt x="3519708" y="1115911"/>
                  </a:lnTo>
                  <a:lnTo>
                    <a:pt x="3553905" y="1034469"/>
                  </a:lnTo>
                  <a:lnTo>
                    <a:pt x="3588089" y="955989"/>
                  </a:lnTo>
                  <a:lnTo>
                    <a:pt x="3622307" y="880813"/>
                  </a:lnTo>
                  <a:lnTo>
                    <a:pt x="3656630" y="809205"/>
                  </a:lnTo>
                  <a:lnTo>
                    <a:pt x="3691157" y="741351"/>
                  </a:lnTo>
                  <a:lnTo>
                    <a:pt x="3726016" y="677361"/>
                  </a:lnTo>
                  <a:lnTo>
                    <a:pt x="3761369" y="617275"/>
                  </a:lnTo>
                  <a:lnTo>
                    <a:pt x="3797422" y="561067"/>
                  </a:lnTo>
                  <a:lnTo>
                    <a:pt x="3829811" y="514898"/>
                  </a:lnTo>
                  <a:lnTo>
                    <a:pt x="3875976" y="456019"/>
                  </a:lnTo>
                  <a:lnTo>
                    <a:pt x="3924499" y="402587"/>
                  </a:lnTo>
                  <a:lnTo>
                    <a:pt x="3976077" y="354373"/>
                  </a:lnTo>
                  <a:lnTo>
                    <a:pt x="4031472" y="310962"/>
                  </a:lnTo>
                  <a:lnTo>
                    <a:pt x="4091468" y="271870"/>
                  </a:lnTo>
                  <a:lnTo>
                    <a:pt x="4156818" y="236610"/>
                  </a:lnTo>
                  <a:lnTo>
                    <a:pt x="4228182" y="204740"/>
                  </a:lnTo>
                  <a:lnTo>
                    <a:pt x="4306038" y="175881"/>
                  </a:lnTo>
                  <a:lnTo>
                    <a:pt x="4390566" y="149734"/>
                  </a:lnTo>
                  <a:lnTo>
                    <a:pt x="4481500" y="126085"/>
                  </a:lnTo>
                  <a:lnTo>
                    <a:pt x="4577962" y="104806"/>
                  </a:lnTo>
                  <a:lnTo>
                    <a:pt x="4678307" y="85848"/>
                  </a:lnTo>
                  <a:lnTo>
                    <a:pt x="4780029" y="69226"/>
                  </a:lnTo>
                  <a:lnTo>
                    <a:pt x="4879794" y="54989"/>
                  </a:lnTo>
                  <a:lnTo>
                    <a:pt x="4973676" y="43184"/>
                  </a:lnTo>
                  <a:lnTo>
                    <a:pt x="5057612" y="33809"/>
                  </a:lnTo>
                  <a:lnTo>
                    <a:pt x="5128033" y="26774"/>
                  </a:lnTo>
                  <a:lnTo>
                    <a:pt x="5182530" y="21876"/>
                  </a:lnTo>
                  <a:lnTo>
                    <a:pt x="5220376" y="18802"/>
                  </a:lnTo>
                  <a:lnTo>
                    <a:pt x="5242763" y="17152"/>
                  </a:lnTo>
                  <a:lnTo>
                    <a:pt x="5252731" y="16482"/>
                  </a:lnTo>
                  <a:lnTo>
                    <a:pt x="5254955" y="16345"/>
                  </a:lnTo>
                  <a:lnTo>
                    <a:pt x="6726343" y="16345"/>
                  </a:lnTo>
                  <a:lnTo>
                    <a:pt x="6727121" y="16449"/>
                  </a:lnTo>
                  <a:lnTo>
                    <a:pt x="6732279" y="17182"/>
                  </a:lnTo>
                  <a:lnTo>
                    <a:pt x="6745418" y="19207"/>
                  </a:lnTo>
                  <a:lnTo>
                    <a:pt x="6769244" y="23201"/>
                  </a:lnTo>
                  <a:lnTo>
                    <a:pt x="6805441" y="29817"/>
                  </a:lnTo>
                  <a:lnTo>
                    <a:pt x="6854555" y="39637"/>
                  </a:lnTo>
                  <a:lnTo>
                    <a:pt x="6915986" y="53119"/>
                  </a:lnTo>
                  <a:lnTo>
                    <a:pt x="6988124" y="70575"/>
                  </a:lnTo>
                  <a:lnTo>
                    <a:pt x="7068624" y="92165"/>
                  </a:lnTo>
                  <a:lnTo>
                    <a:pt x="7154759" y="117922"/>
                  </a:lnTo>
                  <a:lnTo>
                    <a:pt x="7243762" y="147794"/>
                  </a:lnTo>
                  <a:lnTo>
                    <a:pt x="7333120" y="181700"/>
                  </a:lnTo>
                  <a:lnTo>
                    <a:pt x="7420753" y="219576"/>
                  </a:lnTo>
                  <a:lnTo>
                    <a:pt x="7505097" y="261421"/>
                  </a:lnTo>
                  <a:lnTo>
                    <a:pt x="7585101" y="307319"/>
                  </a:lnTo>
                  <a:lnTo>
                    <a:pt x="7660168" y="357462"/>
                  </a:lnTo>
                  <a:lnTo>
                    <a:pt x="7730075" y="412154"/>
                  </a:lnTo>
                  <a:lnTo>
                    <a:pt x="7794885" y="471815"/>
                  </a:lnTo>
                  <a:lnTo>
                    <a:pt x="7854860" y="536972"/>
                  </a:lnTo>
                  <a:lnTo>
                    <a:pt x="7910400" y="608247"/>
                  </a:lnTo>
                  <a:lnTo>
                    <a:pt x="7961986" y="686337"/>
                  </a:lnTo>
                  <a:lnTo>
                    <a:pt x="8010143" y="771982"/>
                  </a:lnTo>
                  <a:lnTo>
                    <a:pt x="8055402" y="865904"/>
                  </a:lnTo>
                  <a:lnTo>
                    <a:pt x="8098283" y="968725"/>
                  </a:lnTo>
                  <a:lnTo>
                    <a:pt x="8139267" y="1080831"/>
                  </a:lnTo>
                  <a:lnTo>
                    <a:pt x="8151487" y="1116976"/>
                  </a:lnTo>
                  <a:lnTo>
                    <a:pt x="8177384" y="1197752"/>
                  </a:lnTo>
                  <a:lnTo>
                    <a:pt x="8202794" y="1282605"/>
                  </a:lnTo>
                  <a:lnTo>
                    <a:pt x="8227808" y="1371613"/>
                  </a:lnTo>
                  <a:lnTo>
                    <a:pt x="8252504" y="1464824"/>
                  </a:lnTo>
                  <a:lnTo>
                    <a:pt x="8276952" y="1562255"/>
                  </a:lnTo>
                  <a:lnTo>
                    <a:pt x="8301211" y="1663888"/>
                  </a:lnTo>
                  <a:lnTo>
                    <a:pt x="8325329" y="1769668"/>
                  </a:lnTo>
                  <a:lnTo>
                    <a:pt x="8349350" y="1879503"/>
                  </a:lnTo>
                  <a:lnTo>
                    <a:pt x="8373308" y="1993260"/>
                  </a:lnTo>
                  <a:lnTo>
                    <a:pt x="8397230" y="2110765"/>
                  </a:lnTo>
                  <a:lnTo>
                    <a:pt x="8421140" y="2231803"/>
                  </a:lnTo>
                  <a:lnTo>
                    <a:pt x="8445054" y="2356118"/>
                  </a:lnTo>
                  <a:lnTo>
                    <a:pt x="8468982" y="2483415"/>
                  </a:lnTo>
                  <a:lnTo>
                    <a:pt x="8492932" y="2613361"/>
                  </a:lnTo>
                  <a:lnTo>
                    <a:pt x="8516908" y="2745591"/>
                  </a:lnTo>
                  <a:lnTo>
                    <a:pt x="8540908" y="2879706"/>
                  </a:lnTo>
                  <a:lnTo>
                    <a:pt x="8564929" y="3015285"/>
                  </a:lnTo>
                  <a:lnTo>
                    <a:pt x="8588967" y="3151884"/>
                  </a:lnTo>
                  <a:lnTo>
                    <a:pt x="8613014" y="3289048"/>
                  </a:lnTo>
                  <a:lnTo>
                    <a:pt x="8637062" y="3426311"/>
                  </a:lnTo>
                  <a:lnTo>
                    <a:pt x="8661105" y="3563207"/>
                  </a:lnTo>
                  <a:lnTo>
                    <a:pt x="8685134" y="3699275"/>
                  </a:lnTo>
                  <a:lnTo>
                    <a:pt x="8709144" y="3834066"/>
                  </a:lnTo>
                  <a:lnTo>
                    <a:pt x="8733130" y="3967147"/>
                  </a:lnTo>
                  <a:lnTo>
                    <a:pt x="8757091" y="4098110"/>
                  </a:lnTo>
                  <a:lnTo>
                    <a:pt x="8781028" y="4226577"/>
                  </a:lnTo>
                  <a:lnTo>
                    <a:pt x="8804947" y="4352198"/>
                  </a:lnTo>
                  <a:lnTo>
                    <a:pt x="8828856" y="4474663"/>
                  </a:lnTo>
                  <a:lnTo>
                    <a:pt x="8852771" y="4593699"/>
                  </a:lnTo>
                  <a:lnTo>
                    <a:pt x="8876711" y="4709073"/>
                  </a:lnTo>
                  <a:lnTo>
                    <a:pt x="8900701" y="4820594"/>
                  </a:lnTo>
                  <a:lnTo>
                    <a:pt x="8924773" y="4928112"/>
                  </a:lnTo>
                  <a:lnTo>
                    <a:pt x="8948966" y="5031517"/>
                  </a:lnTo>
                  <a:lnTo>
                    <a:pt x="8973327" y="5130739"/>
                  </a:lnTo>
                  <a:lnTo>
                    <a:pt x="8997910" y="5225744"/>
                  </a:lnTo>
                  <a:lnTo>
                    <a:pt x="9022780" y="5316535"/>
                  </a:lnTo>
                  <a:lnTo>
                    <a:pt x="9048011" y="5403147"/>
                  </a:lnTo>
                  <a:lnTo>
                    <a:pt x="9073689" y="5485645"/>
                  </a:lnTo>
                  <a:lnTo>
                    <a:pt x="9084767" y="5519498"/>
                  </a:lnTo>
                  <a:lnTo>
                    <a:pt x="9125257" y="5634460"/>
                  </a:lnTo>
                  <a:lnTo>
                    <a:pt x="9167509" y="5740095"/>
                  </a:lnTo>
                  <a:lnTo>
                    <a:pt x="9211987" y="5836681"/>
                  </a:lnTo>
                  <a:lnTo>
                    <a:pt x="9259201" y="5924783"/>
                  </a:lnTo>
                  <a:lnTo>
                    <a:pt x="9309682" y="6005104"/>
                  </a:lnTo>
                  <a:lnTo>
                    <a:pt x="9363960" y="6078386"/>
                  </a:lnTo>
                  <a:lnTo>
                    <a:pt x="9422531" y="6145344"/>
                  </a:lnTo>
                  <a:lnTo>
                    <a:pt x="9485827" y="6206625"/>
                  </a:lnTo>
                  <a:lnTo>
                    <a:pt x="9554158" y="6262787"/>
                  </a:lnTo>
                  <a:lnTo>
                    <a:pt x="9627656" y="6314284"/>
                  </a:lnTo>
                  <a:lnTo>
                    <a:pt x="9706194" y="6361454"/>
                  </a:lnTo>
                  <a:lnTo>
                    <a:pt x="9789300" y="6404524"/>
                  </a:lnTo>
                  <a:lnTo>
                    <a:pt x="9876069" y="6443611"/>
                  </a:lnTo>
                  <a:lnTo>
                    <a:pt x="9965098" y="6478736"/>
                  </a:lnTo>
                  <a:lnTo>
                    <a:pt x="10054459" y="6509850"/>
                  </a:lnTo>
                  <a:lnTo>
                    <a:pt x="10141757" y="6536873"/>
                  </a:lnTo>
                  <a:lnTo>
                    <a:pt x="10224278" y="6559739"/>
                  </a:lnTo>
                  <a:lnTo>
                    <a:pt x="10299247" y="6578449"/>
                  </a:lnTo>
                  <a:lnTo>
                    <a:pt x="10364163" y="6593120"/>
                  </a:lnTo>
                  <a:lnTo>
                    <a:pt x="10417158" y="6604017"/>
                  </a:lnTo>
                  <a:lnTo>
                    <a:pt x="10457302" y="6611557"/>
                  </a:lnTo>
                  <a:lnTo>
                    <a:pt x="10484783" y="6616285"/>
                  </a:lnTo>
                  <a:lnTo>
                    <a:pt x="10500947" y="6618841"/>
                  </a:lnTo>
                  <a:lnTo>
                    <a:pt x="10508202" y="6619898"/>
                  </a:lnTo>
                  <a:lnTo>
                    <a:pt x="10509911" y="6620128"/>
                  </a:lnTo>
                  <a:lnTo>
                    <a:pt x="11981298" y="6620128"/>
                  </a:lnTo>
                  <a:lnTo>
                    <a:pt x="11981298" y="6603782"/>
                  </a:lnTo>
                  <a:lnTo>
                    <a:pt x="10509911" y="6603782"/>
                  </a:lnTo>
                  <a:lnTo>
                    <a:pt x="10509132" y="6603679"/>
                  </a:lnTo>
                  <a:lnTo>
                    <a:pt x="10503974" y="6602946"/>
                  </a:lnTo>
                  <a:lnTo>
                    <a:pt x="10490836" y="6600921"/>
                  </a:lnTo>
                  <a:lnTo>
                    <a:pt x="10467010" y="6596927"/>
                  </a:lnTo>
                  <a:lnTo>
                    <a:pt x="10430812" y="6590310"/>
                  </a:lnTo>
                  <a:lnTo>
                    <a:pt x="10381698" y="6580491"/>
                  </a:lnTo>
                  <a:lnTo>
                    <a:pt x="10320267" y="6567009"/>
                  </a:lnTo>
                  <a:lnTo>
                    <a:pt x="10248130" y="6549552"/>
                  </a:lnTo>
                  <a:lnTo>
                    <a:pt x="10167629" y="6527962"/>
                  </a:lnTo>
                  <a:lnTo>
                    <a:pt x="10081495" y="6502206"/>
                  </a:lnTo>
                  <a:lnTo>
                    <a:pt x="9992491" y="6472334"/>
                  </a:lnTo>
                  <a:lnTo>
                    <a:pt x="9903133" y="6438428"/>
                  </a:lnTo>
                  <a:lnTo>
                    <a:pt x="9815500" y="6400551"/>
                  </a:lnTo>
                  <a:lnTo>
                    <a:pt x="9731156" y="6358707"/>
                  </a:lnTo>
                  <a:lnTo>
                    <a:pt x="9651153" y="6312809"/>
                  </a:lnTo>
                  <a:lnTo>
                    <a:pt x="9576086" y="6262666"/>
                  </a:lnTo>
                  <a:lnTo>
                    <a:pt x="9506178" y="6207973"/>
                  </a:lnTo>
                  <a:lnTo>
                    <a:pt x="9441369" y="6148312"/>
                  </a:lnTo>
                  <a:lnTo>
                    <a:pt x="9381394" y="6083156"/>
                  </a:lnTo>
                  <a:lnTo>
                    <a:pt x="9325853" y="6011881"/>
                  </a:lnTo>
                  <a:lnTo>
                    <a:pt x="9274267" y="5933791"/>
                  </a:lnTo>
                  <a:lnTo>
                    <a:pt x="9226111" y="5848146"/>
                  </a:lnTo>
                  <a:lnTo>
                    <a:pt x="9180851" y="5754224"/>
                  </a:lnTo>
                  <a:lnTo>
                    <a:pt x="9137970" y="5651402"/>
                  </a:lnTo>
                  <a:lnTo>
                    <a:pt x="9096986" y="5539296"/>
                  </a:lnTo>
                  <a:lnTo>
                    <a:pt x="9084767" y="5503152"/>
                  </a:lnTo>
                  <a:lnTo>
                    <a:pt x="9058869" y="5422376"/>
                  </a:lnTo>
                  <a:lnTo>
                    <a:pt x="9033459" y="5337523"/>
                  </a:lnTo>
                  <a:lnTo>
                    <a:pt x="9008446" y="5248515"/>
                  </a:lnTo>
                  <a:lnTo>
                    <a:pt x="8983749" y="5155304"/>
                  </a:lnTo>
                  <a:lnTo>
                    <a:pt x="8959301" y="5057873"/>
                  </a:lnTo>
                  <a:lnTo>
                    <a:pt x="8935042" y="4956240"/>
                  </a:lnTo>
                  <a:lnTo>
                    <a:pt x="8910924" y="4850460"/>
                  </a:lnTo>
                  <a:lnTo>
                    <a:pt x="8886903" y="4740625"/>
                  </a:lnTo>
                  <a:lnTo>
                    <a:pt x="8862946" y="4626868"/>
                  </a:lnTo>
                  <a:lnTo>
                    <a:pt x="8839023" y="4509363"/>
                  </a:lnTo>
                  <a:lnTo>
                    <a:pt x="8815113" y="4388325"/>
                  </a:lnTo>
                  <a:lnTo>
                    <a:pt x="8791200" y="4264010"/>
                  </a:lnTo>
                  <a:lnTo>
                    <a:pt x="8767271" y="4136713"/>
                  </a:lnTo>
                  <a:lnTo>
                    <a:pt x="8743321" y="4006766"/>
                  </a:lnTo>
                  <a:lnTo>
                    <a:pt x="8719345" y="3874537"/>
                  </a:lnTo>
                  <a:lnTo>
                    <a:pt x="8695345" y="3740422"/>
                  </a:lnTo>
                  <a:lnTo>
                    <a:pt x="8671324" y="3604843"/>
                  </a:lnTo>
                  <a:lnTo>
                    <a:pt x="8647286" y="3468243"/>
                  </a:lnTo>
                  <a:lnTo>
                    <a:pt x="8623239" y="3331080"/>
                  </a:lnTo>
                  <a:lnTo>
                    <a:pt x="8599191" y="3193816"/>
                  </a:lnTo>
                  <a:lnTo>
                    <a:pt x="8575148" y="3056920"/>
                  </a:lnTo>
                  <a:lnTo>
                    <a:pt x="8551119" y="2920852"/>
                  </a:lnTo>
                  <a:lnTo>
                    <a:pt x="8527110" y="2786062"/>
                  </a:lnTo>
                  <a:lnTo>
                    <a:pt x="8503123" y="2652981"/>
                  </a:lnTo>
                  <a:lnTo>
                    <a:pt x="8479163" y="2522017"/>
                  </a:lnTo>
                  <a:lnTo>
                    <a:pt x="8455225" y="2393551"/>
                  </a:lnTo>
                  <a:lnTo>
                    <a:pt x="8431307" y="2267930"/>
                  </a:lnTo>
                  <a:lnTo>
                    <a:pt x="8407397" y="2145465"/>
                  </a:lnTo>
                  <a:lnTo>
                    <a:pt x="8383482" y="2026429"/>
                  </a:lnTo>
                  <a:lnTo>
                    <a:pt x="8359542" y="1911055"/>
                  </a:lnTo>
                  <a:lnTo>
                    <a:pt x="8335552" y="1799534"/>
                  </a:lnTo>
                  <a:lnTo>
                    <a:pt x="8311480" y="1692016"/>
                  </a:lnTo>
                  <a:lnTo>
                    <a:pt x="8287287" y="1588611"/>
                  </a:lnTo>
                  <a:lnTo>
                    <a:pt x="8262926" y="1489389"/>
                  </a:lnTo>
                  <a:lnTo>
                    <a:pt x="8238343" y="1394384"/>
                  </a:lnTo>
                  <a:lnTo>
                    <a:pt x="8213473" y="1303593"/>
                  </a:lnTo>
                  <a:lnTo>
                    <a:pt x="8188242" y="1216981"/>
                  </a:lnTo>
                  <a:lnTo>
                    <a:pt x="8162564" y="1134482"/>
                  </a:lnTo>
                  <a:lnTo>
                    <a:pt x="8151487" y="1100630"/>
                  </a:lnTo>
                  <a:lnTo>
                    <a:pt x="8110997" y="985667"/>
                  </a:lnTo>
                  <a:lnTo>
                    <a:pt x="8068744" y="880032"/>
                  </a:lnTo>
                  <a:lnTo>
                    <a:pt x="8024266" y="783447"/>
                  </a:lnTo>
                  <a:lnTo>
                    <a:pt x="7977052" y="695345"/>
                  </a:lnTo>
                  <a:lnTo>
                    <a:pt x="7926571" y="615023"/>
                  </a:lnTo>
                  <a:lnTo>
                    <a:pt x="7872294" y="541741"/>
                  </a:lnTo>
                  <a:lnTo>
                    <a:pt x="7813722" y="474784"/>
                  </a:lnTo>
                  <a:lnTo>
                    <a:pt x="7750426" y="413503"/>
                  </a:lnTo>
                  <a:lnTo>
                    <a:pt x="7682095" y="357341"/>
                  </a:lnTo>
                  <a:lnTo>
                    <a:pt x="7608597" y="305844"/>
                  </a:lnTo>
                  <a:lnTo>
                    <a:pt x="7530059" y="258674"/>
                  </a:lnTo>
                  <a:lnTo>
                    <a:pt x="7446953" y="215603"/>
                  </a:lnTo>
                  <a:lnTo>
                    <a:pt x="7360184" y="176516"/>
                  </a:lnTo>
                  <a:lnTo>
                    <a:pt x="7271156" y="141392"/>
                  </a:lnTo>
                  <a:lnTo>
                    <a:pt x="7181794" y="110277"/>
                  </a:lnTo>
                  <a:lnTo>
                    <a:pt x="7094496" y="83254"/>
                  </a:lnTo>
                  <a:lnTo>
                    <a:pt x="7011975" y="60389"/>
                  </a:lnTo>
                  <a:lnTo>
                    <a:pt x="6937006" y="41679"/>
                  </a:lnTo>
                  <a:lnTo>
                    <a:pt x="6872090" y="27007"/>
                  </a:lnTo>
                  <a:lnTo>
                    <a:pt x="6819095" y="16110"/>
                  </a:lnTo>
                  <a:lnTo>
                    <a:pt x="6778952" y="8571"/>
                  </a:lnTo>
                  <a:lnTo>
                    <a:pt x="6751470" y="3842"/>
                  </a:lnTo>
                  <a:lnTo>
                    <a:pt x="6735306" y="1287"/>
                  </a:lnTo>
                  <a:lnTo>
                    <a:pt x="6728051" y="230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818" y="68"/>
                  </a:lnTo>
                  <a:lnTo>
                    <a:pt x="5246344" y="559"/>
                  </a:lnTo>
                  <a:lnTo>
                    <a:pt x="5227501" y="1914"/>
                  </a:lnTo>
                  <a:lnTo>
                    <a:pt x="5193811" y="4582"/>
                  </a:lnTo>
                  <a:lnTo>
                    <a:pt x="5143591" y="8978"/>
                  </a:lnTo>
                  <a:lnTo>
                    <a:pt x="5077085" y="15441"/>
                  </a:lnTo>
                  <a:lnTo>
                    <a:pt x="4996310" y="24204"/>
                  </a:lnTo>
                  <a:lnTo>
                    <a:pt x="4904599" y="35383"/>
                  </a:lnTo>
                  <a:lnTo>
                    <a:pt x="4805954" y="48999"/>
                  </a:lnTo>
                  <a:lnTo>
                    <a:pt x="4704386" y="65014"/>
                  </a:lnTo>
                  <a:lnTo>
                    <a:pt x="4603414" y="83376"/>
                  </a:lnTo>
                  <a:lnTo>
                    <a:pt x="4505766" y="104058"/>
                  </a:lnTo>
                  <a:lnTo>
                    <a:pt x="4413302" y="127090"/>
                  </a:lnTo>
                  <a:lnTo>
                    <a:pt x="4327084" y="152580"/>
                  </a:lnTo>
                  <a:lnTo>
                    <a:pt x="4247519" y="180718"/>
                  </a:lnTo>
                  <a:lnTo>
                    <a:pt x="4174526" y="211783"/>
                  </a:lnTo>
                  <a:lnTo>
                    <a:pt x="4107691" y="246133"/>
                  </a:lnTo>
                  <a:lnTo>
                    <a:pt x="4046391" y="284197"/>
                  </a:lnTo>
                  <a:lnTo>
                    <a:pt x="3989890" y="326453"/>
                  </a:lnTo>
                  <a:lnTo>
                    <a:pt x="3937407" y="373392"/>
                  </a:lnTo>
                  <a:lnTo>
                    <a:pt x="3888171" y="425453"/>
                  </a:lnTo>
                  <a:lnTo>
                    <a:pt x="3841462" y="482930"/>
                  </a:lnTo>
                  <a:lnTo>
                    <a:pt x="3829811" y="498552"/>
                  </a:lnTo>
                  <a:lnTo>
                    <a:pt x="3792942" y="551427"/>
                  </a:lnTo>
                  <a:lnTo>
                    <a:pt x="3756988" y="608109"/>
                  </a:lnTo>
                  <a:lnTo>
                    <a:pt x="3721705" y="668676"/>
                  </a:lnTo>
                  <a:lnTo>
                    <a:pt x="3686895" y="733144"/>
                  </a:lnTo>
                  <a:lnTo>
                    <a:pt x="3652400" y="801468"/>
                  </a:lnTo>
                  <a:lnTo>
                    <a:pt x="3618094" y="873526"/>
                  </a:lnTo>
                  <a:lnTo>
                    <a:pt x="3583884" y="949124"/>
                  </a:lnTo>
                  <a:lnTo>
                    <a:pt x="3549700" y="1027988"/>
                  </a:lnTo>
                  <a:lnTo>
                    <a:pt x="3515499" y="1109768"/>
                  </a:lnTo>
                  <a:lnTo>
                    <a:pt x="3481255" y="1194041"/>
                  </a:lnTo>
                  <a:lnTo>
                    <a:pt x="3446960" y="1280318"/>
                  </a:lnTo>
                  <a:lnTo>
                    <a:pt x="3412619" y="1368058"/>
                  </a:lnTo>
                  <a:lnTo>
                    <a:pt x="3378247" y="1456677"/>
                  </a:lnTo>
                  <a:lnTo>
                    <a:pt x="3343866" y="1545567"/>
                  </a:lnTo>
                  <a:lnTo>
                    <a:pt x="3309497" y="1634110"/>
                  </a:lnTo>
                  <a:lnTo>
                    <a:pt x="3275161" y="1721701"/>
                  </a:lnTo>
                  <a:lnTo>
                    <a:pt x="3240872" y="1807760"/>
                  </a:lnTo>
                  <a:lnTo>
                    <a:pt x="3206634" y="1891751"/>
                  </a:lnTo>
                  <a:lnTo>
                    <a:pt x="3172437" y="1973194"/>
                  </a:lnTo>
                  <a:lnTo>
                    <a:pt x="3138253" y="2051673"/>
                  </a:lnTo>
                  <a:lnTo>
                    <a:pt x="3104035" y="2126849"/>
                  </a:lnTo>
                  <a:lnTo>
                    <a:pt x="3069712" y="2198457"/>
                  </a:lnTo>
                  <a:lnTo>
                    <a:pt x="3035185" y="2266311"/>
                  </a:lnTo>
                  <a:lnTo>
                    <a:pt x="3000326" y="2330301"/>
                  </a:lnTo>
                  <a:lnTo>
                    <a:pt x="2964973" y="2390388"/>
                  </a:lnTo>
                  <a:lnTo>
                    <a:pt x="2928920" y="2446596"/>
                  </a:lnTo>
                  <a:lnTo>
                    <a:pt x="2896531" y="2492764"/>
                  </a:lnTo>
                  <a:lnTo>
                    <a:pt x="2850366" y="2551643"/>
                  </a:lnTo>
                  <a:lnTo>
                    <a:pt x="2801843" y="2605075"/>
                  </a:lnTo>
                  <a:lnTo>
                    <a:pt x="2750266" y="2653289"/>
                  </a:lnTo>
                  <a:lnTo>
                    <a:pt x="2694870" y="2696700"/>
                  </a:lnTo>
                  <a:lnTo>
                    <a:pt x="2634874" y="2735793"/>
                  </a:lnTo>
                  <a:lnTo>
                    <a:pt x="2569524" y="2771052"/>
                  </a:lnTo>
                  <a:lnTo>
                    <a:pt x="2498160" y="2802923"/>
                  </a:lnTo>
                  <a:lnTo>
                    <a:pt x="2420304" y="2831782"/>
                  </a:lnTo>
                  <a:lnTo>
                    <a:pt x="2335776" y="2857929"/>
                  </a:lnTo>
                  <a:lnTo>
                    <a:pt x="2244842" y="2881578"/>
                  </a:lnTo>
                  <a:lnTo>
                    <a:pt x="2148380" y="2902857"/>
                  </a:lnTo>
                  <a:lnTo>
                    <a:pt x="2048035" y="2921814"/>
                  </a:lnTo>
                  <a:lnTo>
                    <a:pt x="1946313" y="2938436"/>
                  </a:lnTo>
                  <a:lnTo>
                    <a:pt x="1846548" y="2952673"/>
                  </a:lnTo>
                  <a:lnTo>
                    <a:pt x="1752666" y="2964478"/>
                  </a:lnTo>
                  <a:lnTo>
                    <a:pt x="1668730" y="2973853"/>
                  </a:lnTo>
                  <a:lnTo>
                    <a:pt x="1598309" y="2980889"/>
                  </a:lnTo>
                  <a:lnTo>
                    <a:pt x="1543812" y="2985786"/>
                  </a:lnTo>
                  <a:lnTo>
                    <a:pt x="1505966" y="2988861"/>
                  </a:lnTo>
                  <a:lnTo>
                    <a:pt x="1483580" y="2990511"/>
                  </a:lnTo>
                  <a:lnTo>
                    <a:pt x="1473611" y="2991180"/>
                  </a:lnTo>
                  <a:lnTo>
                    <a:pt x="1471387" y="2991317"/>
                  </a:lnTo>
                  <a:lnTo>
                    <a:pt x="0" y="2991317"/>
                  </a:lnTo>
                  <a:close/>
                </a:path>
              </a:pathLst>
            </a:custGeom>
            <a:solidFill>
              <a:srgbClr val="F28E5B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918" name="pl918"/>
            <p:cNvSpPr/>
            <p:nvPr/>
          </p:nvSpPr>
          <p:spPr>
            <a:xfrm>
              <a:off x="4799595" y="4146124"/>
              <a:ext cx="11981298" cy="6603782"/>
            </a:xfrm>
            <a:custGeom>
              <a:avLst/>
              <a:pathLst>
                <a:path w="11981298" h="6603782">
                  <a:moveTo>
                    <a:pt x="0" y="2991317"/>
                  </a:moveTo>
                  <a:lnTo>
                    <a:pt x="1471387" y="2991317"/>
                  </a:lnTo>
                  <a:lnTo>
                    <a:pt x="1472524" y="2991248"/>
                  </a:lnTo>
                  <a:lnTo>
                    <a:pt x="1479998" y="2990758"/>
                  </a:lnTo>
                  <a:lnTo>
                    <a:pt x="1498841" y="2989402"/>
                  </a:lnTo>
                  <a:lnTo>
                    <a:pt x="1532531" y="2986734"/>
                  </a:lnTo>
                  <a:lnTo>
                    <a:pt x="1582752" y="2982338"/>
                  </a:lnTo>
                  <a:lnTo>
                    <a:pt x="1649258" y="2975875"/>
                  </a:lnTo>
                  <a:lnTo>
                    <a:pt x="1730032" y="2967113"/>
                  </a:lnTo>
                  <a:lnTo>
                    <a:pt x="1821743" y="2955934"/>
                  </a:lnTo>
                  <a:lnTo>
                    <a:pt x="1920389" y="2942318"/>
                  </a:lnTo>
                  <a:lnTo>
                    <a:pt x="2021956" y="2926302"/>
                  </a:lnTo>
                  <a:lnTo>
                    <a:pt x="2122928" y="2907940"/>
                  </a:lnTo>
                  <a:lnTo>
                    <a:pt x="2220576" y="2887259"/>
                  </a:lnTo>
                  <a:lnTo>
                    <a:pt x="2313040" y="2864226"/>
                  </a:lnTo>
                  <a:lnTo>
                    <a:pt x="2399258" y="2838737"/>
                  </a:lnTo>
                  <a:lnTo>
                    <a:pt x="2478823" y="2810598"/>
                  </a:lnTo>
                  <a:lnTo>
                    <a:pt x="2551816" y="2779534"/>
                  </a:lnTo>
                  <a:lnTo>
                    <a:pt x="2618651" y="2745183"/>
                  </a:lnTo>
                  <a:lnTo>
                    <a:pt x="2679951" y="2707119"/>
                  </a:lnTo>
                  <a:lnTo>
                    <a:pt x="2736452" y="2664863"/>
                  </a:lnTo>
                  <a:lnTo>
                    <a:pt x="2788935" y="2617925"/>
                  </a:lnTo>
                  <a:lnTo>
                    <a:pt x="2838171" y="2565863"/>
                  </a:lnTo>
                  <a:lnTo>
                    <a:pt x="2884880" y="2508387"/>
                  </a:lnTo>
                  <a:lnTo>
                    <a:pt x="2896531" y="2492764"/>
                  </a:lnTo>
                  <a:lnTo>
                    <a:pt x="2933401" y="2439889"/>
                  </a:lnTo>
                  <a:lnTo>
                    <a:pt x="2969354" y="2383207"/>
                  </a:lnTo>
                  <a:lnTo>
                    <a:pt x="3004637" y="2322641"/>
                  </a:lnTo>
                  <a:lnTo>
                    <a:pt x="3039447" y="2258172"/>
                  </a:lnTo>
                  <a:lnTo>
                    <a:pt x="3073942" y="2189848"/>
                  </a:lnTo>
                  <a:lnTo>
                    <a:pt x="3108248" y="2117790"/>
                  </a:lnTo>
                  <a:lnTo>
                    <a:pt x="3142458" y="2042192"/>
                  </a:lnTo>
                  <a:lnTo>
                    <a:pt x="3176642" y="1963328"/>
                  </a:lnTo>
                  <a:lnTo>
                    <a:pt x="3210843" y="1881549"/>
                  </a:lnTo>
                  <a:lnTo>
                    <a:pt x="3245087" y="1797276"/>
                  </a:lnTo>
                  <a:lnTo>
                    <a:pt x="3279382" y="1710998"/>
                  </a:lnTo>
                  <a:lnTo>
                    <a:pt x="3313723" y="1623258"/>
                  </a:lnTo>
                  <a:lnTo>
                    <a:pt x="3348095" y="1534639"/>
                  </a:lnTo>
                  <a:lnTo>
                    <a:pt x="3382476" y="1445750"/>
                  </a:lnTo>
                  <a:lnTo>
                    <a:pt x="3416845" y="1357206"/>
                  </a:lnTo>
                  <a:lnTo>
                    <a:pt x="3451181" y="1269615"/>
                  </a:lnTo>
                  <a:lnTo>
                    <a:pt x="3485470" y="1183556"/>
                  </a:lnTo>
                  <a:lnTo>
                    <a:pt x="3519708" y="1099565"/>
                  </a:lnTo>
                  <a:lnTo>
                    <a:pt x="3553905" y="1018123"/>
                  </a:lnTo>
                  <a:lnTo>
                    <a:pt x="3588089" y="939643"/>
                  </a:lnTo>
                  <a:lnTo>
                    <a:pt x="3622307" y="864467"/>
                  </a:lnTo>
                  <a:lnTo>
                    <a:pt x="3656630" y="792859"/>
                  </a:lnTo>
                  <a:lnTo>
                    <a:pt x="3691157" y="725005"/>
                  </a:lnTo>
                  <a:lnTo>
                    <a:pt x="3726016" y="661015"/>
                  </a:lnTo>
                  <a:lnTo>
                    <a:pt x="3761369" y="600929"/>
                  </a:lnTo>
                  <a:lnTo>
                    <a:pt x="3797422" y="544721"/>
                  </a:lnTo>
                  <a:lnTo>
                    <a:pt x="3829811" y="498552"/>
                  </a:lnTo>
                  <a:lnTo>
                    <a:pt x="3875976" y="439673"/>
                  </a:lnTo>
                  <a:lnTo>
                    <a:pt x="3924499" y="386241"/>
                  </a:lnTo>
                  <a:lnTo>
                    <a:pt x="3976077" y="338027"/>
                  </a:lnTo>
                  <a:lnTo>
                    <a:pt x="4031472" y="294616"/>
                  </a:lnTo>
                  <a:lnTo>
                    <a:pt x="4091468" y="255524"/>
                  </a:lnTo>
                  <a:lnTo>
                    <a:pt x="4156818" y="220264"/>
                  </a:lnTo>
                  <a:lnTo>
                    <a:pt x="4228182" y="188394"/>
                  </a:lnTo>
                  <a:lnTo>
                    <a:pt x="4306038" y="159535"/>
                  </a:lnTo>
                  <a:lnTo>
                    <a:pt x="4390566" y="133388"/>
                  </a:lnTo>
                  <a:lnTo>
                    <a:pt x="4481500" y="109739"/>
                  </a:lnTo>
                  <a:lnTo>
                    <a:pt x="4577962" y="88460"/>
                  </a:lnTo>
                  <a:lnTo>
                    <a:pt x="4678307" y="69502"/>
                  </a:lnTo>
                  <a:lnTo>
                    <a:pt x="4780029" y="52880"/>
                  </a:lnTo>
                  <a:lnTo>
                    <a:pt x="4879794" y="38643"/>
                  </a:lnTo>
                  <a:lnTo>
                    <a:pt x="4973676" y="26838"/>
                  </a:lnTo>
                  <a:lnTo>
                    <a:pt x="5057612" y="17463"/>
                  </a:lnTo>
                  <a:lnTo>
                    <a:pt x="5128033" y="10428"/>
                  </a:lnTo>
                  <a:lnTo>
                    <a:pt x="5182530" y="5530"/>
                  </a:lnTo>
                  <a:lnTo>
                    <a:pt x="5220376" y="2456"/>
                  </a:lnTo>
                  <a:lnTo>
                    <a:pt x="5242763" y="806"/>
                  </a:lnTo>
                  <a:lnTo>
                    <a:pt x="5252731" y="136"/>
                  </a:lnTo>
                  <a:lnTo>
                    <a:pt x="5254935" y="1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121" y="103"/>
                  </a:lnTo>
                  <a:lnTo>
                    <a:pt x="6732279" y="836"/>
                  </a:lnTo>
                  <a:lnTo>
                    <a:pt x="6745418" y="2861"/>
                  </a:lnTo>
                  <a:lnTo>
                    <a:pt x="6769244" y="6855"/>
                  </a:lnTo>
                  <a:lnTo>
                    <a:pt x="6805441" y="13471"/>
                  </a:lnTo>
                  <a:lnTo>
                    <a:pt x="6854555" y="23291"/>
                  </a:lnTo>
                  <a:lnTo>
                    <a:pt x="6915986" y="36773"/>
                  </a:lnTo>
                  <a:lnTo>
                    <a:pt x="6988124" y="54229"/>
                  </a:lnTo>
                  <a:lnTo>
                    <a:pt x="7068624" y="75819"/>
                  </a:lnTo>
                  <a:lnTo>
                    <a:pt x="7154759" y="101576"/>
                  </a:lnTo>
                  <a:lnTo>
                    <a:pt x="7243762" y="131448"/>
                  </a:lnTo>
                  <a:lnTo>
                    <a:pt x="7333120" y="165354"/>
                  </a:lnTo>
                  <a:lnTo>
                    <a:pt x="7420753" y="203230"/>
                  </a:lnTo>
                  <a:lnTo>
                    <a:pt x="7505097" y="245075"/>
                  </a:lnTo>
                  <a:lnTo>
                    <a:pt x="7585101" y="290973"/>
                  </a:lnTo>
                  <a:lnTo>
                    <a:pt x="7660168" y="341116"/>
                  </a:lnTo>
                  <a:lnTo>
                    <a:pt x="7730075" y="395808"/>
                  </a:lnTo>
                  <a:lnTo>
                    <a:pt x="7794885" y="455469"/>
                  </a:lnTo>
                  <a:lnTo>
                    <a:pt x="7854860" y="520626"/>
                  </a:lnTo>
                  <a:lnTo>
                    <a:pt x="7910400" y="591901"/>
                  </a:lnTo>
                  <a:lnTo>
                    <a:pt x="7961986" y="669991"/>
                  </a:lnTo>
                  <a:lnTo>
                    <a:pt x="8010143" y="755636"/>
                  </a:lnTo>
                  <a:lnTo>
                    <a:pt x="8055402" y="849558"/>
                  </a:lnTo>
                  <a:lnTo>
                    <a:pt x="8098283" y="952379"/>
                  </a:lnTo>
                  <a:lnTo>
                    <a:pt x="8139267" y="1064485"/>
                  </a:lnTo>
                  <a:lnTo>
                    <a:pt x="8151487" y="1100630"/>
                  </a:lnTo>
                  <a:lnTo>
                    <a:pt x="8177384" y="1181406"/>
                  </a:lnTo>
                  <a:lnTo>
                    <a:pt x="8202794" y="1266259"/>
                  </a:lnTo>
                  <a:lnTo>
                    <a:pt x="8227808" y="1355267"/>
                  </a:lnTo>
                  <a:lnTo>
                    <a:pt x="8252504" y="1448478"/>
                  </a:lnTo>
                  <a:lnTo>
                    <a:pt x="8276952" y="1545909"/>
                  </a:lnTo>
                  <a:lnTo>
                    <a:pt x="8301211" y="1647542"/>
                  </a:lnTo>
                  <a:lnTo>
                    <a:pt x="8325329" y="1753322"/>
                  </a:lnTo>
                  <a:lnTo>
                    <a:pt x="8349350" y="1863157"/>
                  </a:lnTo>
                  <a:lnTo>
                    <a:pt x="8373308" y="1976914"/>
                  </a:lnTo>
                  <a:lnTo>
                    <a:pt x="8397230" y="2094419"/>
                  </a:lnTo>
                  <a:lnTo>
                    <a:pt x="8421140" y="2215457"/>
                  </a:lnTo>
                  <a:lnTo>
                    <a:pt x="8445054" y="2339772"/>
                  </a:lnTo>
                  <a:lnTo>
                    <a:pt x="8468982" y="2467069"/>
                  </a:lnTo>
                  <a:lnTo>
                    <a:pt x="8492932" y="2597015"/>
                  </a:lnTo>
                  <a:lnTo>
                    <a:pt x="8516908" y="2729245"/>
                  </a:lnTo>
                  <a:lnTo>
                    <a:pt x="8540908" y="2863360"/>
                  </a:lnTo>
                  <a:lnTo>
                    <a:pt x="8564929" y="2998939"/>
                  </a:lnTo>
                  <a:lnTo>
                    <a:pt x="8588967" y="3135538"/>
                  </a:lnTo>
                  <a:lnTo>
                    <a:pt x="8613014" y="3272702"/>
                  </a:lnTo>
                  <a:lnTo>
                    <a:pt x="8637062" y="3409965"/>
                  </a:lnTo>
                  <a:lnTo>
                    <a:pt x="8661105" y="3546861"/>
                  </a:lnTo>
                  <a:lnTo>
                    <a:pt x="8685134" y="3682929"/>
                  </a:lnTo>
                  <a:lnTo>
                    <a:pt x="8709144" y="3817720"/>
                  </a:lnTo>
                  <a:lnTo>
                    <a:pt x="8733130" y="3950801"/>
                  </a:lnTo>
                  <a:lnTo>
                    <a:pt x="8757091" y="4081764"/>
                  </a:lnTo>
                  <a:lnTo>
                    <a:pt x="8781028" y="4210231"/>
                  </a:lnTo>
                  <a:lnTo>
                    <a:pt x="8804947" y="4335852"/>
                  </a:lnTo>
                  <a:lnTo>
                    <a:pt x="8828856" y="4458317"/>
                  </a:lnTo>
                  <a:lnTo>
                    <a:pt x="8852771" y="4577353"/>
                  </a:lnTo>
                  <a:lnTo>
                    <a:pt x="8876711" y="4692727"/>
                  </a:lnTo>
                  <a:lnTo>
                    <a:pt x="8900701" y="4804248"/>
                  </a:lnTo>
                  <a:lnTo>
                    <a:pt x="8924773" y="4911766"/>
                  </a:lnTo>
                  <a:lnTo>
                    <a:pt x="8948966" y="5015171"/>
                  </a:lnTo>
                  <a:lnTo>
                    <a:pt x="8973327" y="5114393"/>
                  </a:lnTo>
                  <a:lnTo>
                    <a:pt x="8997910" y="5209398"/>
                  </a:lnTo>
                  <a:lnTo>
                    <a:pt x="9022780" y="5300189"/>
                  </a:lnTo>
                  <a:lnTo>
                    <a:pt x="9048011" y="5386801"/>
                  </a:lnTo>
                  <a:lnTo>
                    <a:pt x="9073689" y="5469299"/>
                  </a:lnTo>
                  <a:lnTo>
                    <a:pt x="9084767" y="5503152"/>
                  </a:lnTo>
                  <a:lnTo>
                    <a:pt x="9125257" y="5618114"/>
                  </a:lnTo>
                  <a:lnTo>
                    <a:pt x="9167509" y="5723749"/>
                  </a:lnTo>
                  <a:lnTo>
                    <a:pt x="9211987" y="5820335"/>
                  </a:lnTo>
                  <a:lnTo>
                    <a:pt x="9259201" y="5908437"/>
                  </a:lnTo>
                  <a:lnTo>
                    <a:pt x="9309682" y="5988758"/>
                  </a:lnTo>
                  <a:lnTo>
                    <a:pt x="9363960" y="6062040"/>
                  </a:lnTo>
                  <a:lnTo>
                    <a:pt x="9422531" y="6128998"/>
                  </a:lnTo>
                  <a:lnTo>
                    <a:pt x="9485827" y="6190279"/>
                  </a:lnTo>
                  <a:lnTo>
                    <a:pt x="9554158" y="6246441"/>
                  </a:lnTo>
                  <a:lnTo>
                    <a:pt x="9627656" y="6297938"/>
                  </a:lnTo>
                  <a:lnTo>
                    <a:pt x="9706194" y="6345108"/>
                  </a:lnTo>
                  <a:lnTo>
                    <a:pt x="9789300" y="6388178"/>
                  </a:lnTo>
                  <a:lnTo>
                    <a:pt x="9876069" y="6427265"/>
                  </a:lnTo>
                  <a:lnTo>
                    <a:pt x="9965098" y="6462390"/>
                  </a:lnTo>
                  <a:lnTo>
                    <a:pt x="10054459" y="6493504"/>
                  </a:lnTo>
                  <a:lnTo>
                    <a:pt x="10141757" y="6520527"/>
                  </a:lnTo>
                  <a:lnTo>
                    <a:pt x="10224278" y="6543393"/>
                  </a:lnTo>
                  <a:lnTo>
                    <a:pt x="10299247" y="6562103"/>
                  </a:lnTo>
                  <a:lnTo>
                    <a:pt x="10364163" y="6576774"/>
                  </a:lnTo>
                  <a:lnTo>
                    <a:pt x="10417158" y="6587671"/>
                  </a:lnTo>
                  <a:lnTo>
                    <a:pt x="10457302" y="6595211"/>
                  </a:lnTo>
                  <a:lnTo>
                    <a:pt x="10484783" y="6599939"/>
                  </a:lnTo>
                  <a:lnTo>
                    <a:pt x="10500947" y="6602495"/>
                  </a:lnTo>
                  <a:lnTo>
                    <a:pt x="10508202" y="6603552"/>
                  </a:lnTo>
                  <a:lnTo>
                    <a:pt x="10509888" y="6603779"/>
                  </a:lnTo>
                  <a:lnTo>
                    <a:pt x="10509911" y="6603782"/>
                  </a:lnTo>
                  <a:lnTo>
                    <a:pt x="11981298" y="660378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19" name="pl919"/>
            <p:cNvSpPr/>
            <p:nvPr/>
          </p:nvSpPr>
          <p:spPr>
            <a:xfrm>
              <a:off x="4799595" y="4129778"/>
              <a:ext cx="11981298" cy="6603782"/>
            </a:xfrm>
            <a:custGeom>
              <a:avLst/>
              <a:pathLst>
                <a:path w="11981298" h="6603782">
                  <a:moveTo>
                    <a:pt x="11981298" y="6603782"/>
                  </a:moveTo>
                  <a:lnTo>
                    <a:pt x="10509911" y="6603782"/>
                  </a:lnTo>
                  <a:lnTo>
                    <a:pt x="10509132" y="6603679"/>
                  </a:lnTo>
                  <a:lnTo>
                    <a:pt x="10503974" y="6602946"/>
                  </a:lnTo>
                  <a:lnTo>
                    <a:pt x="10490836" y="6600921"/>
                  </a:lnTo>
                  <a:lnTo>
                    <a:pt x="10467010" y="6596927"/>
                  </a:lnTo>
                  <a:lnTo>
                    <a:pt x="10430812" y="6590310"/>
                  </a:lnTo>
                  <a:lnTo>
                    <a:pt x="10381698" y="6580491"/>
                  </a:lnTo>
                  <a:lnTo>
                    <a:pt x="10320267" y="6567009"/>
                  </a:lnTo>
                  <a:lnTo>
                    <a:pt x="10248130" y="6549552"/>
                  </a:lnTo>
                  <a:lnTo>
                    <a:pt x="10167629" y="6527962"/>
                  </a:lnTo>
                  <a:lnTo>
                    <a:pt x="10081495" y="6502206"/>
                  </a:lnTo>
                  <a:lnTo>
                    <a:pt x="9992491" y="6472334"/>
                  </a:lnTo>
                  <a:lnTo>
                    <a:pt x="9903133" y="6438428"/>
                  </a:lnTo>
                  <a:lnTo>
                    <a:pt x="9815500" y="6400551"/>
                  </a:lnTo>
                  <a:lnTo>
                    <a:pt x="9731156" y="6358707"/>
                  </a:lnTo>
                  <a:lnTo>
                    <a:pt x="9651153" y="6312809"/>
                  </a:lnTo>
                  <a:lnTo>
                    <a:pt x="9576086" y="6262666"/>
                  </a:lnTo>
                  <a:lnTo>
                    <a:pt x="9506178" y="6207973"/>
                  </a:lnTo>
                  <a:lnTo>
                    <a:pt x="9441369" y="6148312"/>
                  </a:lnTo>
                  <a:lnTo>
                    <a:pt x="9381394" y="6083156"/>
                  </a:lnTo>
                  <a:lnTo>
                    <a:pt x="9325853" y="6011881"/>
                  </a:lnTo>
                  <a:lnTo>
                    <a:pt x="9274267" y="5933791"/>
                  </a:lnTo>
                  <a:lnTo>
                    <a:pt x="9226111" y="5848146"/>
                  </a:lnTo>
                  <a:lnTo>
                    <a:pt x="9180851" y="5754224"/>
                  </a:lnTo>
                  <a:lnTo>
                    <a:pt x="9137970" y="5651402"/>
                  </a:lnTo>
                  <a:lnTo>
                    <a:pt x="9096986" y="5539296"/>
                  </a:lnTo>
                  <a:lnTo>
                    <a:pt x="9084767" y="5503152"/>
                  </a:lnTo>
                  <a:lnTo>
                    <a:pt x="9058869" y="5422376"/>
                  </a:lnTo>
                  <a:lnTo>
                    <a:pt x="9033459" y="5337523"/>
                  </a:lnTo>
                  <a:lnTo>
                    <a:pt x="9008446" y="5248515"/>
                  </a:lnTo>
                  <a:lnTo>
                    <a:pt x="8983749" y="5155304"/>
                  </a:lnTo>
                  <a:lnTo>
                    <a:pt x="8959301" y="5057873"/>
                  </a:lnTo>
                  <a:lnTo>
                    <a:pt x="8935042" y="4956240"/>
                  </a:lnTo>
                  <a:lnTo>
                    <a:pt x="8910924" y="4850460"/>
                  </a:lnTo>
                  <a:lnTo>
                    <a:pt x="8886903" y="4740625"/>
                  </a:lnTo>
                  <a:lnTo>
                    <a:pt x="8862946" y="4626868"/>
                  </a:lnTo>
                  <a:lnTo>
                    <a:pt x="8839023" y="4509363"/>
                  </a:lnTo>
                  <a:lnTo>
                    <a:pt x="8815113" y="4388325"/>
                  </a:lnTo>
                  <a:lnTo>
                    <a:pt x="8791200" y="4264010"/>
                  </a:lnTo>
                  <a:lnTo>
                    <a:pt x="8767271" y="4136713"/>
                  </a:lnTo>
                  <a:lnTo>
                    <a:pt x="8743321" y="4006766"/>
                  </a:lnTo>
                  <a:lnTo>
                    <a:pt x="8719345" y="3874537"/>
                  </a:lnTo>
                  <a:lnTo>
                    <a:pt x="8695345" y="3740422"/>
                  </a:lnTo>
                  <a:lnTo>
                    <a:pt x="8671324" y="3604843"/>
                  </a:lnTo>
                  <a:lnTo>
                    <a:pt x="8647286" y="3468243"/>
                  </a:lnTo>
                  <a:lnTo>
                    <a:pt x="8623239" y="3331080"/>
                  </a:lnTo>
                  <a:lnTo>
                    <a:pt x="8599191" y="3193816"/>
                  </a:lnTo>
                  <a:lnTo>
                    <a:pt x="8575148" y="3056920"/>
                  </a:lnTo>
                  <a:lnTo>
                    <a:pt x="8551119" y="2920852"/>
                  </a:lnTo>
                  <a:lnTo>
                    <a:pt x="8527110" y="2786062"/>
                  </a:lnTo>
                  <a:lnTo>
                    <a:pt x="8503123" y="2652981"/>
                  </a:lnTo>
                  <a:lnTo>
                    <a:pt x="8479163" y="2522017"/>
                  </a:lnTo>
                  <a:lnTo>
                    <a:pt x="8455225" y="2393551"/>
                  </a:lnTo>
                  <a:lnTo>
                    <a:pt x="8431307" y="2267930"/>
                  </a:lnTo>
                  <a:lnTo>
                    <a:pt x="8407397" y="2145465"/>
                  </a:lnTo>
                  <a:lnTo>
                    <a:pt x="8383482" y="2026429"/>
                  </a:lnTo>
                  <a:lnTo>
                    <a:pt x="8359542" y="1911055"/>
                  </a:lnTo>
                  <a:lnTo>
                    <a:pt x="8335552" y="1799534"/>
                  </a:lnTo>
                  <a:lnTo>
                    <a:pt x="8311480" y="1692016"/>
                  </a:lnTo>
                  <a:lnTo>
                    <a:pt x="8287287" y="1588611"/>
                  </a:lnTo>
                  <a:lnTo>
                    <a:pt x="8262926" y="1489389"/>
                  </a:lnTo>
                  <a:lnTo>
                    <a:pt x="8238343" y="1394384"/>
                  </a:lnTo>
                  <a:lnTo>
                    <a:pt x="8213473" y="1303593"/>
                  </a:lnTo>
                  <a:lnTo>
                    <a:pt x="8188242" y="1216981"/>
                  </a:lnTo>
                  <a:lnTo>
                    <a:pt x="8162564" y="1134482"/>
                  </a:lnTo>
                  <a:lnTo>
                    <a:pt x="8151487" y="1100630"/>
                  </a:lnTo>
                  <a:lnTo>
                    <a:pt x="8110997" y="985667"/>
                  </a:lnTo>
                  <a:lnTo>
                    <a:pt x="8068744" y="880032"/>
                  </a:lnTo>
                  <a:lnTo>
                    <a:pt x="8024266" y="783447"/>
                  </a:lnTo>
                  <a:lnTo>
                    <a:pt x="7977052" y="695345"/>
                  </a:lnTo>
                  <a:lnTo>
                    <a:pt x="7926571" y="615023"/>
                  </a:lnTo>
                  <a:lnTo>
                    <a:pt x="7872294" y="541741"/>
                  </a:lnTo>
                  <a:lnTo>
                    <a:pt x="7813722" y="474784"/>
                  </a:lnTo>
                  <a:lnTo>
                    <a:pt x="7750426" y="413503"/>
                  </a:lnTo>
                  <a:lnTo>
                    <a:pt x="7682095" y="357341"/>
                  </a:lnTo>
                  <a:lnTo>
                    <a:pt x="7608597" y="305844"/>
                  </a:lnTo>
                  <a:lnTo>
                    <a:pt x="7530059" y="258674"/>
                  </a:lnTo>
                  <a:lnTo>
                    <a:pt x="7446953" y="215603"/>
                  </a:lnTo>
                  <a:lnTo>
                    <a:pt x="7360184" y="176516"/>
                  </a:lnTo>
                  <a:lnTo>
                    <a:pt x="7271156" y="141392"/>
                  </a:lnTo>
                  <a:lnTo>
                    <a:pt x="7181794" y="110277"/>
                  </a:lnTo>
                  <a:lnTo>
                    <a:pt x="7094496" y="83254"/>
                  </a:lnTo>
                  <a:lnTo>
                    <a:pt x="7011975" y="60389"/>
                  </a:lnTo>
                  <a:lnTo>
                    <a:pt x="6937006" y="41679"/>
                  </a:lnTo>
                  <a:lnTo>
                    <a:pt x="6872090" y="27007"/>
                  </a:lnTo>
                  <a:lnTo>
                    <a:pt x="6819095" y="16110"/>
                  </a:lnTo>
                  <a:lnTo>
                    <a:pt x="6778952" y="8571"/>
                  </a:lnTo>
                  <a:lnTo>
                    <a:pt x="6751470" y="3842"/>
                  </a:lnTo>
                  <a:lnTo>
                    <a:pt x="6735306" y="1287"/>
                  </a:lnTo>
                  <a:lnTo>
                    <a:pt x="6728051" y="230"/>
                  </a:lnTo>
                  <a:lnTo>
                    <a:pt x="6726366" y="2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818" y="68"/>
                  </a:lnTo>
                  <a:lnTo>
                    <a:pt x="5246344" y="559"/>
                  </a:lnTo>
                  <a:lnTo>
                    <a:pt x="5227501" y="1914"/>
                  </a:lnTo>
                  <a:lnTo>
                    <a:pt x="5193811" y="4582"/>
                  </a:lnTo>
                  <a:lnTo>
                    <a:pt x="5143591" y="8978"/>
                  </a:lnTo>
                  <a:lnTo>
                    <a:pt x="5077085" y="15441"/>
                  </a:lnTo>
                  <a:lnTo>
                    <a:pt x="4996310" y="24204"/>
                  </a:lnTo>
                  <a:lnTo>
                    <a:pt x="4904599" y="35383"/>
                  </a:lnTo>
                  <a:lnTo>
                    <a:pt x="4805954" y="48999"/>
                  </a:lnTo>
                  <a:lnTo>
                    <a:pt x="4704386" y="65014"/>
                  </a:lnTo>
                  <a:lnTo>
                    <a:pt x="4603414" y="83376"/>
                  </a:lnTo>
                  <a:lnTo>
                    <a:pt x="4505766" y="104058"/>
                  </a:lnTo>
                  <a:lnTo>
                    <a:pt x="4413302" y="127090"/>
                  </a:lnTo>
                  <a:lnTo>
                    <a:pt x="4327084" y="152580"/>
                  </a:lnTo>
                  <a:lnTo>
                    <a:pt x="4247519" y="180718"/>
                  </a:lnTo>
                  <a:lnTo>
                    <a:pt x="4174526" y="211783"/>
                  </a:lnTo>
                  <a:lnTo>
                    <a:pt x="4107691" y="246133"/>
                  </a:lnTo>
                  <a:lnTo>
                    <a:pt x="4046391" y="284197"/>
                  </a:lnTo>
                  <a:lnTo>
                    <a:pt x="3989890" y="326453"/>
                  </a:lnTo>
                  <a:lnTo>
                    <a:pt x="3937407" y="373392"/>
                  </a:lnTo>
                  <a:lnTo>
                    <a:pt x="3888171" y="425453"/>
                  </a:lnTo>
                  <a:lnTo>
                    <a:pt x="3841462" y="482930"/>
                  </a:lnTo>
                  <a:lnTo>
                    <a:pt x="3829811" y="498552"/>
                  </a:lnTo>
                  <a:lnTo>
                    <a:pt x="3792942" y="551427"/>
                  </a:lnTo>
                  <a:lnTo>
                    <a:pt x="3756988" y="608109"/>
                  </a:lnTo>
                  <a:lnTo>
                    <a:pt x="3721705" y="668676"/>
                  </a:lnTo>
                  <a:lnTo>
                    <a:pt x="3686895" y="733144"/>
                  </a:lnTo>
                  <a:lnTo>
                    <a:pt x="3652400" y="801468"/>
                  </a:lnTo>
                  <a:lnTo>
                    <a:pt x="3618094" y="873526"/>
                  </a:lnTo>
                  <a:lnTo>
                    <a:pt x="3583884" y="949124"/>
                  </a:lnTo>
                  <a:lnTo>
                    <a:pt x="3549700" y="1027988"/>
                  </a:lnTo>
                  <a:lnTo>
                    <a:pt x="3515499" y="1109768"/>
                  </a:lnTo>
                  <a:lnTo>
                    <a:pt x="3481255" y="1194041"/>
                  </a:lnTo>
                  <a:lnTo>
                    <a:pt x="3446960" y="1280318"/>
                  </a:lnTo>
                  <a:lnTo>
                    <a:pt x="3412619" y="1368058"/>
                  </a:lnTo>
                  <a:lnTo>
                    <a:pt x="3378247" y="1456677"/>
                  </a:lnTo>
                  <a:lnTo>
                    <a:pt x="3343866" y="1545567"/>
                  </a:lnTo>
                  <a:lnTo>
                    <a:pt x="3309497" y="1634110"/>
                  </a:lnTo>
                  <a:lnTo>
                    <a:pt x="3275161" y="1721701"/>
                  </a:lnTo>
                  <a:lnTo>
                    <a:pt x="3240872" y="1807760"/>
                  </a:lnTo>
                  <a:lnTo>
                    <a:pt x="3206634" y="1891751"/>
                  </a:lnTo>
                  <a:lnTo>
                    <a:pt x="3172437" y="1973194"/>
                  </a:lnTo>
                  <a:lnTo>
                    <a:pt x="3138253" y="2051673"/>
                  </a:lnTo>
                  <a:lnTo>
                    <a:pt x="3104035" y="2126849"/>
                  </a:lnTo>
                  <a:lnTo>
                    <a:pt x="3069712" y="2198457"/>
                  </a:lnTo>
                  <a:lnTo>
                    <a:pt x="3035185" y="2266311"/>
                  </a:lnTo>
                  <a:lnTo>
                    <a:pt x="3000326" y="2330301"/>
                  </a:lnTo>
                  <a:lnTo>
                    <a:pt x="2964973" y="2390388"/>
                  </a:lnTo>
                  <a:lnTo>
                    <a:pt x="2928920" y="2446596"/>
                  </a:lnTo>
                  <a:lnTo>
                    <a:pt x="2896531" y="2492764"/>
                  </a:lnTo>
                  <a:lnTo>
                    <a:pt x="2850366" y="2551643"/>
                  </a:lnTo>
                  <a:lnTo>
                    <a:pt x="2801843" y="2605075"/>
                  </a:lnTo>
                  <a:lnTo>
                    <a:pt x="2750266" y="2653289"/>
                  </a:lnTo>
                  <a:lnTo>
                    <a:pt x="2694870" y="2696700"/>
                  </a:lnTo>
                  <a:lnTo>
                    <a:pt x="2634874" y="2735793"/>
                  </a:lnTo>
                  <a:lnTo>
                    <a:pt x="2569524" y="2771052"/>
                  </a:lnTo>
                  <a:lnTo>
                    <a:pt x="2498160" y="2802923"/>
                  </a:lnTo>
                  <a:lnTo>
                    <a:pt x="2420304" y="2831782"/>
                  </a:lnTo>
                  <a:lnTo>
                    <a:pt x="2335776" y="2857929"/>
                  </a:lnTo>
                  <a:lnTo>
                    <a:pt x="2244842" y="2881578"/>
                  </a:lnTo>
                  <a:lnTo>
                    <a:pt x="2148380" y="2902857"/>
                  </a:lnTo>
                  <a:lnTo>
                    <a:pt x="2048035" y="2921814"/>
                  </a:lnTo>
                  <a:lnTo>
                    <a:pt x="1946313" y="2938436"/>
                  </a:lnTo>
                  <a:lnTo>
                    <a:pt x="1846548" y="2952673"/>
                  </a:lnTo>
                  <a:lnTo>
                    <a:pt x="1752666" y="2964478"/>
                  </a:lnTo>
                  <a:lnTo>
                    <a:pt x="1668730" y="2973853"/>
                  </a:lnTo>
                  <a:lnTo>
                    <a:pt x="1598309" y="2980889"/>
                  </a:lnTo>
                  <a:lnTo>
                    <a:pt x="1543812" y="2985786"/>
                  </a:lnTo>
                  <a:lnTo>
                    <a:pt x="1505966" y="2988861"/>
                  </a:lnTo>
                  <a:lnTo>
                    <a:pt x="1483580" y="2990511"/>
                  </a:lnTo>
                  <a:lnTo>
                    <a:pt x="1473611" y="2991180"/>
                  </a:lnTo>
                  <a:lnTo>
                    <a:pt x="1471407" y="2991316"/>
                  </a:lnTo>
                  <a:lnTo>
                    <a:pt x="1471387" y="2991317"/>
                  </a:lnTo>
                  <a:lnTo>
                    <a:pt x="0" y="299131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20" name="pg920"/>
            <p:cNvSpPr/>
            <p:nvPr/>
          </p:nvSpPr>
          <p:spPr>
            <a:xfrm>
              <a:off x="4799595" y="3533149"/>
              <a:ext cx="11981298" cy="3947558"/>
            </a:xfrm>
            <a:custGeom>
              <a:avLst/>
              <a:pathLst>
                <a:path w="11981298" h="3947558">
                  <a:moveTo>
                    <a:pt x="0" y="3947558"/>
                  </a:moveTo>
                  <a:lnTo>
                    <a:pt x="1471387" y="3947558"/>
                  </a:lnTo>
                  <a:lnTo>
                    <a:pt x="1472619" y="3947541"/>
                  </a:lnTo>
                  <a:lnTo>
                    <a:pt x="1480706" y="3947422"/>
                  </a:lnTo>
                  <a:lnTo>
                    <a:pt x="1501040" y="3947092"/>
                  </a:lnTo>
                  <a:lnTo>
                    <a:pt x="1537271" y="3946442"/>
                  </a:lnTo>
                  <a:lnTo>
                    <a:pt x="1591022" y="3945374"/>
                  </a:lnTo>
                  <a:lnTo>
                    <a:pt x="1661774" y="3943808"/>
                  </a:lnTo>
                  <a:lnTo>
                    <a:pt x="1747085" y="3941692"/>
                  </a:lnTo>
                  <a:lnTo>
                    <a:pt x="1843156" y="3939001"/>
                  </a:lnTo>
                  <a:lnTo>
                    <a:pt x="1945592" y="3935735"/>
                  </a:lnTo>
                  <a:lnTo>
                    <a:pt x="2050125" y="3931904"/>
                  </a:lnTo>
                  <a:lnTo>
                    <a:pt x="2153145" y="3927520"/>
                  </a:lnTo>
                  <a:lnTo>
                    <a:pt x="2251964" y="3922588"/>
                  </a:lnTo>
                  <a:lnTo>
                    <a:pt x="2344850" y="3917092"/>
                  </a:lnTo>
                  <a:lnTo>
                    <a:pt x="2430917" y="3911001"/>
                  </a:lnTo>
                  <a:lnTo>
                    <a:pt x="2509941" y="3904260"/>
                  </a:lnTo>
                  <a:lnTo>
                    <a:pt x="2582173" y="3896793"/>
                  </a:lnTo>
                  <a:lnTo>
                    <a:pt x="2648173" y="3888506"/>
                  </a:lnTo>
                  <a:lnTo>
                    <a:pt x="2708683" y="3879287"/>
                  </a:lnTo>
                  <a:lnTo>
                    <a:pt x="2764533" y="3869019"/>
                  </a:lnTo>
                  <a:lnTo>
                    <a:pt x="2816574" y="3857585"/>
                  </a:lnTo>
                  <a:lnTo>
                    <a:pt x="2865615" y="3844894"/>
                  </a:lnTo>
                  <a:lnTo>
                    <a:pt x="2896531" y="3835860"/>
                  </a:lnTo>
                  <a:lnTo>
                    <a:pt x="2949992" y="3818295"/>
                  </a:lnTo>
                  <a:lnTo>
                    <a:pt x="3001746" y="3798898"/>
                  </a:lnTo>
                  <a:lnTo>
                    <a:pt x="3052454" y="3777642"/>
                  </a:lnTo>
                  <a:lnTo>
                    <a:pt x="3102595" y="3754570"/>
                  </a:lnTo>
                  <a:lnTo>
                    <a:pt x="3152498" y="3729796"/>
                  </a:lnTo>
                  <a:lnTo>
                    <a:pt x="3202373" y="3703513"/>
                  </a:lnTo>
                  <a:lnTo>
                    <a:pt x="3252326" y="3675992"/>
                  </a:lnTo>
                  <a:lnTo>
                    <a:pt x="3302384" y="3647570"/>
                  </a:lnTo>
                  <a:lnTo>
                    <a:pt x="3352518" y="3618636"/>
                  </a:lnTo>
                  <a:lnTo>
                    <a:pt x="3402667" y="3589612"/>
                  </a:lnTo>
                  <a:lnTo>
                    <a:pt x="3452764" y="3560923"/>
                  </a:lnTo>
                  <a:lnTo>
                    <a:pt x="3502762" y="3532975"/>
                  </a:lnTo>
                  <a:lnTo>
                    <a:pt x="3552662" y="3506129"/>
                  </a:lnTo>
                  <a:lnTo>
                    <a:pt x="3602534" y="3480685"/>
                  </a:lnTo>
                  <a:lnTo>
                    <a:pt x="3652541" y="3456871"/>
                  </a:lnTo>
                  <a:lnTo>
                    <a:pt x="3702959" y="3434835"/>
                  </a:lnTo>
                  <a:lnTo>
                    <a:pt x="3754200" y="3414647"/>
                  </a:lnTo>
                  <a:lnTo>
                    <a:pt x="3806841" y="3396311"/>
                  </a:lnTo>
                  <a:lnTo>
                    <a:pt x="3829811" y="3389069"/>
                  </a:lnTo>
                  <a:lnTo>
                    <a:pt x="3877286" y="3375530"/>
                  </a:lnTo>
                  <a:lnTo>
                    <a:pt x="3927270" y="3363278"/>
                  </a:lnTo>
                  <a:lnTo>
                    <a:pt x="3980525" y="3352257"/>
                  </a:lnTo>
                  <a:lnTo>
                    <a:pt x="4037881" y="3342362"/>
                  </a:lnTo>
                  <a:lnTo>
                    <a:pt x="4100186" y="3333477"/>
                  </a:lnTo>
                  <a:lnTo>
                    <a:pt x="4168250" y="3325483"/>
                  </a:lnTo>
                  <a:lnTo>
                    <a:pt x="4242765" y="3318276"/>
                  </a:lnTo>
                  <a:lnTo>
                    <a:pt x="4324201" y="3311766"/>
                  </a:lnTo>
                  <a:lnTo>
                    <a:pt x="4412666" y="3305884"/>
                  </a:lnTo>
                  <a:lnTo>
                    <a:pt x="4507729" y="3300585"/>
                  </a:lnTo>
                  <a:lnTo>
                    <a:pt x="4608233" y="3295841"/>
                  </a:lnTo>
                  <a:lnTo>
                    <a:pt x="4712126" y="3291647"/>
                  </a:lnTo>
                  <a:lnTo>
                    <a:pt x="4816387" y="3288008"/>
                  </a:lnTo>
                  <a:lnTo>
                    <a:pt x="4917137" y="3284939"/>
                  </a:lnTo>
                  <a:lnTo>
                    <a:pt x="5009993" y="3282446"/>
                  </a:lnTo>
                  <a:lnTo>
                    <a:pt x="5090677" y="3280523"/>
                  </a:lnTo>
                  <a:lnTo>
                    <a:pt x="5155775" y="3279135"/>
                  </a:lnTo>
                  <a:lnTo>
                    <a:pt x="5203458" y="3278222"/>
                  </a:lnTo>
                  <a:lnTo>
                    <a:pt x="5233937" y="3277694"/>
                  </a:lnTo>
                  <a:lnTo>
                    <a:pt x="5249557" y="3277449"/>
                  </a:lnTo>
                  <a:lnTo>
                    <a:pt x="5254600" y="3277377"/>
                  </a:lnTo>
                  <a:lnTo>
                    <a:pt x="5254955" y="3277372"/>
                  </a:lnTo>
                  <a:lnTo>
                    <a:pt x="6726343" y="3277372"/>
                  </a:lnTo>
                  <a:lnTo>
                    <a:pt x="6727462" y="3277298"/>
                  </a:lnTo>
                  <a:lnTo>
                    <a:pt x="6734824" y="3276770"/>
                  </a:lnTo>
                  <a:lnTo>
                    <a:pt x="6753393" y="3275313"/>
                  </a:lnTo>
                  <a:lnTo>
                    <a:pt x="6786615" y="3272442"/>
                  </a:lnTo>
                  <a:lnTo>
                    <a:pt x="6836181" y="3267712"/>
                  </a:lnTo>
                  <a:lnTo>
                    <a:pt x="6901894" y="3260754"/>
                  </a:lnTo>
                  <a:lnTo>
                    <a:pt x="6981814" y="3251316"/>
                  </a:lnTo>
                  <a:lnTo>
                    <a:pt x="7072693" y="3239267"/>
                  </a:lnTo>
                  <a:lnTo>
                    <a:pt x="7170605" y="3224580"/>
                  </a:lnTo>
                  <a:lnTo>
                    <a:pt x="7271586" y="3207297"/>
                  </a:lnTo>
                  <a:lnTo>
                    <a:pt x="7372142" y="3187473"/>
                  </a:lnTo>
                  <a:lnTo>
                    <a:pt x="7469540" y="3165140"/>
                  </a:lnTo>
                  <a:lnTo>
                    <a:pt x="7561898" y="3140270"/>
                  </a:lnTo>
                  <a:lnTo>
                    <a:pt x="7648124" y="3112753"/>
                  </a:lnTo>
                  <a:lnTo>
                    <a:pt x="7727777" y="3082389"/>
                  </a:lnTo>
                  <a:lnTo>
                    <a:pt x="7800906" y="3048888"/>
                  </a:lnTo>
                  <a:lnTo>
                    <a:pt x="7867898" y="3011869"/>
                  </a:lnTo>
                  <a:lnTo>
                    <a:pt x="7929352" y="2970877"/>
                  </a:lnTo>
                  <a:lnTo>
                    <a:pt x="7985986" y="2925402"/>
                  </a:lnTo>
                  <a:lnTo>
                    <a:pt x="8038565" y="2874914"/>
                  </a:lnTo>
                  <a:lnTo>
                    <a:pt x="8087855" y="2818930"/>
                  </a:lnTo>
                  <a:lnTo>
                    <a:pt x="8134569" y="2757112"/>
                  </a:lnTo>
                  <a:lnTo>
                    <a:pt x="8151487" y="2732505"/>
                  </a:lnTo>
                  <a:lnTo>
                    <a:pt x="8187035" y="2676889"/>
                  </a:lnTo>
                  <a:lnTo>
                    <a:pt x="8221724" y="2617413"/>
                  </a:lnTo>
                  <a:lnTo>
                    <a:pt x="8255775" y="2553998"/>
                  </a:lnTo>
                  <a:lnTo>
                    <a:pt x="8289368" y="2486620"/>
                  </a:lnTo>
                  <a:lnTo>
                    <a:pt x="8322651" y="2415318"/>
                  </a:lnTo>
                  <a:lnTo>
                    <a:pt x="8355739" y="2340197"/>
                  </a:lnTo>
                  <a:lnTo>
                    <a:pt x="8388721" y="2261434"/>
                  </a:lnTo>
                  <a:lnTo>
                    <a:pt x="8421665" y="2179277"/>
                  </a:lnTo>
                  <a:lnTo>
                    <a:pt x="8454615" y="2094049"/>
                  </a:lnTo>
                  <a:lnTo>
                    <a:pt x="8487600" y="2006142"/>
                  </a:lnTo>
                  <a:lnTo>
                    <a:pt x="8520631" y="1916013"/>
                  </a:lnTo>
                  <a:lnTo>
                    <a:pt x="8553707" y="1824174"/>
                  </a:lnTo>
                  <a:lnTo>
                    <a:pt x="8586819" y="1731181"/>
                  </a:lnTo>
                  <a:lnTo>
                    <a:pt x="8619950" y="1637619"/>
                  </a:lnTo>
                  <a:lnTo>
                    <a:pt x="8653080" y="1544090"/>
                  </a:lnTo>
                  <a:lnTo>
                    <a:pt x="8686188" y="1451195"/>
                  </a:lnTo>
                  <a:lnTo>
                    <a:pt x="8719260" y="1359518"/>
                  </a:lnTo>
                  <a:lnTo>
                    <a:pt x="8752286" y="1269609"/>
                  </a:lnTo>
                  <a:lnTo>
                    <a:pt x="8785266" y="1181976"/>
                  </a:lnTo>
                  <a:lnTo>
                    <a:pt x="8818214" y="1097068"/>
                  </a:lnTo>
                  <a:lnTo>
                    <a:pt x="8851159" y="1015270"/>
                  </a:lnTo>
                  <a:lnTo>
                    <a:pt x="8884150" y="936897"/>
                  </a:lnTo>
                  <a:lnTo>
                    <a:pt x="8917254" y="862189"/>
                  </a:lnTo>
                  <a:lnTo>
                    <a:pt x="8950565" y="791315"/>
                  </a:lnTo>
                  <a:lnTo>
                    <a:pt x="8984201" y="724373"/>
                  </a:lnTo>
                  <a:lnTo>
                    <a:pt x="9018313" y="661393"/>
                  </a:lnTo>
                  <a:lnTo>
                    <a:pt x="9053085" y="602347"/>
                  </a:lnTo>
                  <a:lnTo>
                    <a:pt x="9084767" y="553039"/>
                  </a:lnTo>
                  <a:lnTo>
                    <a:pt x="9130684" y="489011"/>
                  </a:lnTo>
                  <a:lnTo>
                    <a:pt x="9178932" y="430875"/>
                  </a:lnTo>
                  <a:lnTo>
                    <a:pt x="9230195" y="378387"/>
                  </a:lnTo>
                  <a:lnTo>
                    <a:pt x="9285224" y="331100"/>
                  </a:lnTo>
                  <a:lnTo>
                    <a:pt x="9344789" y="288496"/>
                  </a:lnTo>
                  <a:lnTo>
                    <a:pt x="9409635" y="250049"/>
                  </a:lnTo>
                  <a:lnTo>
                    <a:pt x="9480413" y="215283"/>
                  </a:lnTo>
                  <a:lnTo>
                    <a:pt x="9557602" y="183786"/>
                  </a:lnTo>
                  <a:lnTo>
                    <a:pt x="9641395" y="155234"/>
                  </a:lnTo>
                  <a:lnTo>
                    <a:pt x="9731551" y="129393"/>
                  </a:lnTo>
                  <a:lnTo>
                    <a:pt x="9827242" y="106119"/>
                  </a:lnTo>
                  <a:lnTo>
                    <a:pt x="9926893" y="85357"/>
                  </a:lnTo>
                  <a:lnTo>
                    <a:pt x="10028088" y="67119"/>
                  </a:lnTo>
                  <a:lnTo>
                    <a:pt x="10127594" y="51456"/>
                  </a:lnTo>
                  <a:lnTo>
                    <a:pt x="10221574" y="38420"/>
                  </a:lnTo>
                  <a:lnTo>
                    <a:pt x="10306018" y="28016"/>
                  </a:lnTo>
                  <a:lnTo>
                    <a:pt x="10377347" y="20154"/>
                  </a:lnTo>
                  <a:lnTo>
                    <a:pt x="10433067" y="14630"/>
                  </a:lnTo>
                  <a:lnTo>
                    <a:pt x="10472297" y="11113"/>
                  </a:lnTo>
                  <a:lnTo>
                    <a:pt x="10496024" y="9184"/>
                  </a:lnTo>
                  <a:lnTo>
                    <a:pt x="10507068" y="8365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8791" y="73"/>
                  </a:lnTo>
                  <a:lnTo>
                    <a:pt x="10501429" y="601"/>
                  </a:lnTo>
                  <a:lnTo>
                    <a:pt x="10482860" y="2059"/>
                  </a:lnTo>
                  <a:lnTo>
                    <a:pt x="10449638" y="4929"/>
                  </a:lnTo>
                  <a:lnTo>
                    <a:pt x="10400072" y="9659"/>
                  </a:lnTo>
                  <a:lnTo>
                    <a:pt x="10334359" y="16617"/>
                  </a:lnTo>
                  <a:lnTo>
                    <a:pt x="10254439" y="26055"/>
                  </a:lnTo>
                  <a:lnTo>
                    <a:pt x="10163560" y="38105"/>
                  </a:lnTo>
                  <a:lnTo>
                    <a:pt x="10065649" y="52791"/>
                  </a:lnTo>
                  <a:lnTo>
                    <a:pt x="9964667" y="70074"/>
                  </a:lnTo>
                  <a:lnTo>
                    <a:pt x="9864111" y="89898"/>
                  </a:lnTo>
                  <a:lnTo>
                    <a:pt x="9766713" y="112231"/>
                  </a:lnTo>
                  <a:lnTo>
                    <a:pt x="9674355" y="137101"/>
                  </a:lnTo>
                  <a:lnTo>
                    <a:pt x="9588130" y="164619"/>
                  </a:lnTo>
                  <a:lnTo>
                    <a:pt x="9508476" y="194982"/>
                  </a:lnTo>
                  <a:lnTo>
                    <a:pt x="9435347" y="228484"/>
                  </a:lnTo>
                  <a:lnTo>
                    <a:pt x="9368355" y="265503"/>
                  </a:lnTo>
                  <a:lnTo>
                    <a:pt x="9306901" y="306494"/>
                  </a:lnTo>
                  <a:lnTo>
                    <a:pt x="9250268" y="351970"/>
                  </a:lnTo>
                  <a:lnTo>
                    <a:pt x="9197688" y="402457"/>
                  </a:lnTo>
                  <a:lnTo>
                    <a:pt x="9148399" y="458441"/>
                  </a:lnTo>
                  <a:lnTo>
                    <a:pt x="9101684" y="520259"/>
                  </a:lnTo>
                  <a:lnTo>
                    <a:pt x="9084767" y="544866"/>
                  </a:lnTo>
                  <a:lnTo>
                    <a:pt x="9049219" y="600482"/>
                  </a:lnTo>
                  <a:lnTo>
                    <a:pt x="9014530" y="659958"/>
                  </a:lnTo>
                  <a:lnTo>
                    <a:pt x="8980479" y="723374"/>
                  </a:lnTo>
                  <a:lnTo>
                    <a:pt x="8946885" y="790751"/>
                  </a:lnTo>
                  <a:lnTo>
                    <a:pt x="8913602" y="862053"/>
                  </a:lnTo>
                  <a:lnTo>
                    <a:pt x="8880515" y="937174"/>
                  </a:lnTo>
                  <a:lnTo>
                    <a:pt x="8847532" y="1015938"/>
                  </a:lnTo>
                  <a:lnTo>
                    <a:pt x="8814588" y="1098095"/>
                  </a:lnTo>
                  <a:lnTo>
                    <a:pt x="8781638" y="1183322"/>
                  </a:lnTo>
                  <a:lnTo>
                    <a:pt x="8748653" y="1271229"/>
                  </a:lnTo>
                  <a:lnTo>
                    <a:pt x="8715623" y="1361358"/>
                  </a:lnTo>
                  <a:lnTo>
                    <a:pt x="8682546" y="1453197"/>
                  </a:lnTo>
                  <a:lnTo>
                    <a:pt x="8649434" y="1546191"/>
                  </a:lnTo>
                  <a:lnTo>
                    <a:pt x="8616303" y="1639753"/>
                  </a:lnTo>
                  <a:lnTo>
                    <a:pt x="8583174" y="1733281"/>
                  </a:lnTo>
                  <a:lnTo>
                    <a:pt x="8550065" y="1826176"/>
                  </a:lnTo>
                  <a:lnTo>
                    <a:pt x="8516993" y="1917854"/>
                  </a:lnTo>
                  <a:lnTo>
                    <a:pt x="8483967" y="2007762"/>
                  </a:lnTo>
                  <a:lnTo>
                    <a:pt x="8450987" y="2095395"/>
                  </a:lnTo>
                  <a:lnTo>
                    <a:pt x="8418039" y="2180303"/>
                  </a:lnTo>
                  <a:lnTo>
                    <a:pt x="8385094" y="2262101"/>
                  </a:lnTo>
                  <a:lnTo>
                    <a:pt x="8352104" y="2340474"/>
                  </a:lnTo>
                  <a:lnTo>
                    <a:pt x="8318999" y="2415182"/>
                  </a:lnTo>
                  <a:lnTo>
                    <a:pt x="8285688" y="2486056"/>
                  </a:lnTo>
                  <a:lnTo>
                    <a:pt x="8252052" y="2552998"/>
                  </a:lnTo>
                  <a:lnTo>
                    <a:pt x="8217941" y="2615978"/>
                  </a:lnTo>
                  <a:lnTo>
                    <a:pt x="8183169" y="2675025"/>
                  </a:lnTo>
                  <a:lnTo>
                    <a:pt x="8151487" y="2724332"/>
                  </a:lnTo>
                  <a:lnTo>
                    <a:pt x="8105569" y="2788360"/>
                  </a:lnTo>
                  <a:lnTo>
                    <a:pt x="8057321" y="2846496"/>
                  </a:lnTo>
                  <a:lnTo>
                    <a:pt x="8006058" y="2898985"/>
                  </a:lnTo>
                  <a:lnTo>
                    <a:pt x="7951029" y="2946271"/>
                  </a:lnTo>
                  <a:lnTo>
                    <a:pt x="7891464" y="2988876"/>
                  </a:lnTo>
                  <a:lnTo>
                    <a:pt x="7826619" y="3027322"/>
                  </a:lnTo>
                  <a:lnTo>
                    <a:pt x="7755841" y="3062088"/>
                  </a:lnTo>
                  <a:lnTo>
                    <a:pt x="7678651" y="3093585"/>
                  </a:lnTo>
                  <a:lnTo>
                    <a:pt x="7594859" y="3122137"/>
                  </a:lnTo>
                  <a:lnTo>
                    <a:pt x="7504702" y="3147979"/>
                  </a:lnTo>
                  <a:lnTo>
                    <a:pt x="7409011" y="3171252"/>
                  </a:lnTo>
                  <a:lnTo>
                    <a:pt x="7309360" y="3192014"/>
                  </a:lnTo>
                  <a:lnTo>
                    <a:pt x="7208165" y="3210252"/>
                  </a:lnTo>
                  <a:lnTo>
                    <a:pt x="7108660" y="3225915"/>
                  </a:lnTo>
                  <a:lnTo>
                    <a:pt x="7014679" y="3238951"/>
                  </a:lnTo>
                  <a:lnTo>
                    <a:pt x="6930235" y="3249356"/>
                  </a:lnTo>
                  <a:lnTo>
                    <a:pt x="6858906" y="3257217"/>
                  </a:lnTo>
                  <a:lnTo>
                    <a:pt x="6803186" y="3262742"/>
                  </a:lnTo>
                  <a:lnTo>
                    <a:pt x="6763956" y="3266258"/>
                  </a:lnTo>
                  <a:lnTo>
                    <a:pt x="6740229" y="3268188"/>
                  </a:lnTo>
                  <a:lnTo>
                    <a:pt x="6729185" y="3269006"/>
                  </a:lnTo>
                  <a:lnTo>
                    <a:pt x="6726343" y="3269199"/>
                  </a:lnTo>
                  <a:lnTo>
                    <a:pt x="5254955" y="3269199"/>
                  </a:lnTo>
                  <a:lnTo>
                    <a:pt x="5253723" y="3269216"/>
                  </a:lnTo>
                  <a:lnTo>
                    <a:pt x="5245636" y="3269335"/>
                  </a:lnTo>
                  <a:lnTo>
                    <a:pt x="5225302" y="3269665"/>
                  </a:lnTo>
                  <a:lnTo>
                    <a:pt x="5189071" y="3270314"/>
                  </a:lnTo>
                  <a:lnTo>
                    <a:pt x="5135320" y="3271382"/>
                  </a:lnTo>
                  <a:lnTo>
                    <a:pt x="5064568" y="3272948"/>
                  </a:lnTo>
                  <a:lnTo>
                    <a:pt x="4979257" y="3275065"/>
                  </a:lnTo>
                  <a:lnTo>
                    <a:pt x="4883186" y="3277755"/>
                  </a:lnTo>
                  <a:lnTo>
                    <a:pt x="4780750" y="3281022"/>
                  </a:lnTo>
                  <a:lnTo>
                    <a:pt x="4676217" y="3284853"/>
                  </a:lnTo>
                  <a:lnTo>
                    <a:pt x="4573197" y="3289236"/>
                  </a:lnTo>
                  <a:lnTo>
                    <a:pt x="4474379" y="3294169"/>
                  </a:lnTo>
                  <a:lnTo>
                    <a:pt x="4381492" y="3299664"/>
                  </a:lnTo>
                  <a:lnTo>
                    <a:pt x="4295425" y="3305756"/>
                  </a:lnTo>
                  <a:lnTo>
                    <a:pt x="4216401" y="3312497"/>
                  </a:lnTo>
                  <a:lnTo>
                    <a:pt x="4144169" y="3319963"/>
                  </a:lnTo>
                  <a:lnTo>
                    <a:pt x="4078169" y="3328251"/>
                  </a:lnTo>
                  <a:lnTo>
                    <a:pt x="4017659" y="3337469"/>
                  </a:lnTo>
                  <a:lnTo>
                    <a:pt x="3961809" y="3347738"/>
                  </a:lnTo>
                  <a:lnTo>
                    <a:pt x="3909769" y="3359172"/>
                  </a:lnTo>
                  <a:lnTo>
                    <a:pt x="3860727" y="3371863"/>
                  </a:lnTo>
                  <a:lnTo>
                    <a:pt x="3829811" y="3380896"/>
                  </a:lnTo>
                  <a:lnTo>
                    <a:pt x="3776350" y="3398461"/>
                  </a:lnTo>
                  <a:lnTo>
                    <a:pt x="3724596" y="3417859"/>
                  </a:lnTo>
                  <a:lnTo>
                    <a:pt x="3673888" y="3439114"/>
                  </a:lnTo>
                  <a:lnTo>
                    <a:pt x="3623747" y="3462187"/>
                  </a:lnTo>
                  <a:lnTo>
                    <a:pt x="3573844" y="3486961"/>
                  </a:lnTo>
                  <a:lnTo>
                    <a:pt x="3523969" y="3513244"/>
                  </a:lnTo>
                  <a:lnTo>
                    <a:pt x="3474016" y="3540765"/>
                  </a:lnTo>
                  <a:lnTo>
                    <a:pt x="3423958" y="3569187"/>
                  </a:lnTo>
                  <a:lnTo>
                    <a:pt x="3373824" y="3598120"/>
                  </a:lnTo>
                  <a:lnTo>
                    <a:pt x="3323675" y="3627144"/>
                  </a:lnTo>
                  <a:lnTo>
                    <a:pt x="3273578" y="3655833"/>
                  </a:lnTo>
                  <a:lnTo>
                    <a:pt x="3223580" y="3683782"/>
                  </a:lnTo>
                  <a:lnTo>
                    <a:pt x="3173680" y="3710628"/>
                  </a:lnTo>
                  <a:lnTo>
                    <a:pt x="3123808" y="3736071"/>
                  </a:lnTo>
                  <a:lnTo>
                    <a:pt x="3073801" y="3759885"/>
                  </a:lnTo>
                  <a:lnTo>
                    <a:pt x="3023383" y="3781922"/>
                  </a:lnTo>
                  <a:lnTo>
                    <a:pt x="2972142" y="3802109"/>
                  </a:lnTo>
                  <a:lnTo>
                    <a:pt x="2919501" y="3820445"/>
                  </a:lnTo>
                  <a:lnTo>
                    <a:pt x="2896531" y="3827687"/>
                  </a:lnTo>
                  <a:lnTo>
                    <a:pt x="2849056" y="3841227"/>
                  </a:lnTo>
                  <a:lnTo>
                    <a:pt x="2799072" y="3853478"/>
                  </a:lnTo>
                  <a:lnTo>
                    <a:pt x="2745817" y="3864500"/>
                  </a:lnTo>
                  <a:lnTo>
                    <a:pt x="2688461" y="3874394"/>
                  </a:lnTo>
                  <a:lnTo>
                    <a:pt x="2626156" y="3883279"/>
                  </a:lnTo>
                  <a:lnTo>
                    <a:pt x="2558092" y="3891273"/>
                  </a:lnTo>
                  <a:lnTo>
                    <a:pt x="2483577" y="3898481"/>
                  </a:lnTo>
                  <a:lnTo>
                    <a:pt x="2402141" y="3904991"/>
                  </a:lnTo>
                  <a:lnTo>
                    <a:pt x="2313676" y="3910872"/>
                  </a:lnTo>
                  <a:lnTo>
                    <a:pt x="2218613" y="3916172"/>
                  </a:lnTo>
                  <a:lnTo>
                    <a:pt x="2118109" y="3920915"/>
                  </a:lnTo>
                  <a:lnTo>
                    <a:pt x="2014217" y="3925110"/>
                  </a:lnTo>
                  <a:lnTo>
                    <a:pt x="1909956" y="3928748"/>
                  </a:lnTo>
                  <a:lnTo>
                    <a:pt x="1809205" y="3931818"/>
                  </a:lnTo>
                  <a:lnTo>
                    <a:pt x="1716349" y="3934310"/>
                  </a:lnTo>
                  <a:lnTo>
                    <a:pt x="1635665" y="3936233"/>
                  </a:lnTo>
                  <a:lnTo>
                    <a:pt x="1570567" y="3937621"/>
                  </a:lnTo>
                  <a:lnTo>
                    <a:pt x="1522884" y="3938535"/>
                  </a:lnTo>
                  <a:lnTo>
                    <a:pt x="1492406" y="3939063"/>
                  </a:lnTo>
                  <a:lnTo>
                    <a:pt x="1476785" y="3939308"/>
                  </a:lnTo>
                  <a:lnTo>
                    <a:pt x="1471742" y="3939380"/>
                  </a:lnTo>
                  <a:lnTo>
                    <a:pt x="1471387" y="3939385"/>
                  </a:lnTo>
                  <a:lnTo>
                    <a:pt x="0" y="3939385"/>
                  </a:lnTo>
                  <a:close/>
                </a:path>
              </a:pathLst>
            </a:custGeom>
            <a:solidFill>
              <a:srgbClr val="F28E5B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921" name="pl921"/>
            <p:cNvSpPr/>
            <p:nvPr/>
          </p:nvSpPr>
          <p:spPr>
            <a:xfrm>
              <a:off x="4799595" y="3541322"/>
              <a:ext cx="11981298" cy="3939385"/>
            </a:xfrm>
            <a:custGeom>
              <a:avLst/>
              <a:pathLst>
                <a:path w="11981298" h="3939385">
                  <a:moveTo>
                    <a:pt x="0" y="3939385"/>
                  </a:moveTo>
                  <a:lnTo>
                    <a:pt x="1471387" y="3939385"/>
                  </a:lnTo>
                  <a:lnTo>
                    <a:pt x="1472619" y="3939368"/>
                  </a:lnTo>
                  <a:lnTo>
                    <a:pt x="1480706" y="3939249"/>
                  </a:lnTo>
                  <a:lnTo>
                    <a:pt x="1501040" y="3938919"/>
                  </a:lnTo>
                  <a:lnTo>
                    <a:pt x="1537271" y="3938269"/>
                  </a:lnTo>
                  <a:lnTo>
                    <a:pt x="1591022" y="3937201"/>
                  </a:lnTo>
                  <a:lnTo>
                    <a:pt x="1661774" y="3935635"/>
                  </a:lnTo>
                  <a:lnTo>
                    <a:pt x="1747085" y="3933519"/>
                  </a:lnTo>
                  <a:lnTo>
                    <a:pt x="1843156" y="3930828"/>
                  </a:lnTo>
                  <a:lnTo>
                    <a:pt x="1945592" y="3927562"/>
                  </a:lnTo>
                  <a:lnTo>
                    <a:pt x="2050125" y="3923731"/>
                  </a:lnTo>
                  <a:lnTo>
                    <a:pt x="2153145" y="3919347"/>
                  </a:lnTo>
                  <a:lnTo>
                    <a:pt x="2251964" y="3914415"/>
                  </a:lnTo>
                  <a:lnTo>
                    <a:pt x="2344850" y="3908919"/>
                  </a:lnTo>
                  <a:lnTo>
                    <a:pt x="2430917" y="3902828"/>
                  </a:lnTo>
                  <a:lnTo>
                    <a:pt x="2509941" y="3896087"/>
                  </a:lnTo>
                  <a:lnTo>
                    <a:pt x="2582173" y="3888620"/>
                  </a:lnTo>
                  <a:lnTo>
                    <a:pt x="2648173" y="3880333"/>
                  </a:lnTo>
                  <a:lnTo>
                    <a:pt x="2708683" y="3871114"/>
                  </a:lnTo>
                  <a:lnTo>
                    <a:pt x="2764533" y="3860846"/>
                  </a:lnTo>
                  <a:lnTo>
                    <a:pt x="2816574" y="3849412"/>
                  </a:lnTo>
                  <a:lnTo>
                    <a:pt x="2865615" y="3836721"/>
                  </a:lnTo>
                  <a:lnTo>
                    <a:pt x="2896531" y="3827687"/>
                  </a:lnTo>
                  <a:lnTo>
                    <a:pt x="2949992" y="3810122"/>
                  </a:lnTo>
                  <a:lnTo>
                    <a:pt x="3001746" y="3790725"/>
                  </a:lnTo>
                  <a:lnTo>
                    <a:pt x="3052454" y="3769469"/>
                  </a:lnTo>
                  <a:lnTo>
                    <a:pt x="3102595" y="3746397"/>
                  </a:lnTo>
                  <a:lnTo>
                    <a:pt x="3152498" y="3721623"/>
                  </a:lnTo>
                  <a:lnTo>
                    <a:pt x="3202373" y="3695340"/>
                  </a:lnTo>
                  <a:lnTo>
                    <a:pt x="3252326" y="3667819"/>
                  </a:lnTo>
                  <a:lnTo>
                    <a:pt x="3302384" y="3639397"/>
                  </a:lnTo>
                  <a:lnTo>
                    <a:pt x="3352518" y="3610463"/>
                  </a:lnTo>
                  <a:lnTo>
                    <a:pt x="3402667" y="3581439"/>
                  </a:lnTo>
                  <a:lnTo>
                    <a:pt x="3452764" y="3552750"/>
                  </a:lnTo>
                  <a:lnTo>
                    <a:pt x="3502762" y="3524802"/>
                  </a:lnTo>
                  <a:lnTo>
                    <a:pt x="3552662" y="3497956"/>
                  </a:lnTo>
                  <a:lnTo>
                    <a:pt x="3602534" y="3472512"/>
                  </a:lnTo>
                  <a:lnTo>
                    <a:pt x="3652541" y="3448698"/>
                  </a:lnTo>
                  <a:lnTo>
                    <a:pt x="3702959" y="3426662"/>
                  </a:lnTo>
                  <a:lnTo>
                    <a:pt x="3754200" y="3406474"/>
                  </a:lnTo>
                  <a:lnTo>
                    <a:pt x="3806841" y="3388138"/>
                  </a:lnTo>
                  <a:lnTo>
                    <a:pt x="3829811" y="3380896"/>
                  </a:lnTo>
                  <a:lnTo>
                    <a:pt x="3877286" y="3367357"/>
                  </a:lnTo>
                  <a:lnTo>
                    <a:pt x="3927270" y="3355105"/>
                  </a:lnTo>
                  <a:lnTo>
                    <a:pt x="3980525" y="3344084"/>
                  </a:lnTo>
                  <a:lnTo>
                    <a:pt x="4037881" y="3334189"/>
                  </a:lnTo>
                  <a:lnTo>
                    <a:pt x="4100186" y="3325304"/>
                  </a:lnTo>
                  <a:lnTo>
                    <a:pt x="4168250" y="3317310"/>
                  </a:lnTo>
                  <a:lnTo>
                    <a:pt x="4242765" y="3310103"/>
                  </a:lnTo>
                  <a:lnTo>
                    <a:pt x="4324201" y="3303593"/>
                  </a:lnTo>
                  <a:lnTo>
                    <a:pt x="4412666" y="3297711"/>
                  </a:lnTo>
                  <a:lnTo>
                    <a:pt x="4507729" y="3292412"/>
                  </a:lnTo>
                  <a:lnTo>
                    <a:pt x="4608233" y="3287668"/>
                  </a:lnTo>
                  <a:lnTo>
                    <a:pt x="4712126" y="3283474"/>
                  </a:lnTo>
                  <a:lnTo>
                    <a:pt x="4816387" y="3279835"/>
                  </a:lnTo>
                  <a:lnTo>
                    <a:pt x="4917137" y="3276766"/>
                  </a:lnTo>
                  <a:lnTo>
                    <a:pt x="5009993" y="3274273"/>
                  </a:lnTo>
                  <a:lnTo>
                    <a:pt x="5090677" y="3272350"/>
                  </a:lnTo>
                  <a:lnTo>
                    <a:pt x="5155775" y="3270962"/>
                  </a:lnTo>
                  <a:lnTo>
                    <a:pt x="5203458" y="3270049"/>
                  </a:lnTo>
                  <a:lnTo>
                    <a:pt x="5233937" y="3269521"/>
                  </a:lnTo>
                  <a:lnTo>
                    <a:pt x="5249557" y="3269276"/>
                  </a:lnTo>
                  <a:lnTo>
                    <a:pt x="5254600" y="3269204"/>
                  </a:lnTo>
                  <a:lnTo>
                    <a:pt x="5254955" y="3269199"/>
                  </a:lnTo>
                  <a:lnTo>
                    <a:pt x="6726343" y="3269199"/>
                  </a:lnTo>
                  <a:lnTo>
                    <a:pt x="6727462" y="3269125"/>
                  </a:lnTo>
                  <a:lnTo>
                    <a:pt x="6734824" y="3268597"/>
                  </a:lnTo>
                  <a:lnTo>
                    <a:pt x="6753393" y="3267140"/>
                  </a:lnTo>
                  <a:lnTo>
                    <a:pt x="6786615" y="3264269"/>
                  </a:lnTo>
                  <a:lnTo>
                    <a:pt x="6836181" y="3259539"/>
                  </a:lnTo>
                  <a:lnTo>
                    <a:pt x="6901894" y="3252581"/>
                  </a:lnTo>
                  <a:lnTo>
                    <a:pt x="6981814" y="3243143"/>
                  </a:lnTo>
                  <a:lnTo>
                    <a:pt x="7072693" y="3231094"/>
                  </a:lnTo>
                  <a:lnTo>
                    <a:pt x="7170605" y="3216407"/>
                  </a:lnTo>
                  <a:lnTo>
                    <a:pt x="7271586" y="3199124"/>
                  </a:lnTo>
                  <a:lnTo>
                    <a:pt x="7372142" y="3179300"/>
                  </a:lnTo>
                  <a:lnTo>
                    <a:pt x="7469540" y="3156967"/>
                  </a:lnTo>
                  <a:lnTo>
                    <a:pt x="7561898" y="3132097"/>
                  </a:lnTo>
                  <a:lnTo>
                    <a:pt x="7648124" y="3104580"/>
                  </a:lnTo>
                  <a:lnTo>
                    <a:pt x="7727777" y="3074216"/>
                  </a:lnTo>
                  <a:lnTo>
                    <a:pt x="7800906" y="3040715"/>
                  </a:lnTo>
                  <a:lnTo>
                    <a:pt x="7867898" y="3003696"/>
                  </a:lnTo>
                  <a:lnTo>
                    <a:pt x="7929352" y="2962704"/>
                  </a:lnTo>
                  <a:lnTo>
                    <a:pt x="7985986" y="2917229"/>
                  </a:lnTo>
                  <a:lnTo>
                    <a:pt x="8038565" y="2866741"/>
                  </a:lnTo>
                  <a:lnTo>
                    <a:pt x="8087855" y="2810757"/>
                  </a:lnTo>
                  <a:lnTo>
                    <a:pt x="8134569" y="2748939"/>
                  </a:lnTo>
                  <a:lnTo>
                    <a:pt x="8151487" y="2724332"/>
                  </a:lnTo>
                  <a:lnTo>
                    <a:pt x="8187035" y="2668716"/>
                  </a:lnTo>
                  <a:lnTo>
                    <a:pt x="8221724" y="2609240"/>
                  </a:lnTo>
                  <a:lnTo>
                    <a:pt x="8255775" y="2545825"/>
                  </a:lnTo>
                  <a:lnTo>
                    <a:pt x="8289368" y="2478447"/>
                  </a:lnTo>
                  <a:lnTo>
                    <a:pt x="8322651" y="2407145"/>
                  </a:lnTo>
                  <a:lnTo>
                    <a:pt x="8355739" y="2332024"/>
                  </a:lnTo>
                  <a:lnTo>
                    <a:pt x="8388721" y="2253261"/>
                  </a:lnTo>
                  <a:lnTo>
                    <a:pt x="8421665" y="2171104"/>
                  </a:lnTo>
                  <a:lnTo>
                    <a:pt x="8454615" y="2085876"/>
                  </a:lnTo>
                  <a:lnTo>
                    <a:pt x="8487600" y="1997969"/>
                  </a:lnTo>
                  <a:lnTo>
                    <a:pt x="8520631" y="1907840"/>
                  </a:lnTo>
                  <a:lnTo>
                    <a:pt x="8553707" y="1816001"/>
                  </a:lnTo>
                  <a:lnTo>
                    <a:pt x="8586819" y="1723008"/>
                  </a:lnTo>
                  <a:lnTo>
                    <a:pt x="8619950" y="1629446"/>
                  </a:lnTo>
                  <a:lnTo>
                    <a:pt x="8653080" y="1535917"/>
                  </a:lnTo>
                  <a:lnTo>
                    <a:pt x="8686188" y="1443022"/>
                  </a:lnTo>
                  <a:lnTo>
                    <a:pt x="8719260" y="1351345"/>
                  </a:lnTo>
                  <a:lnTo>
                    <a:pt x="8752286" y="1261436"/>
                  </a:lnTo>
                  <a:lnTo>
                    <a:pt x="8785266" y="1173803"/>
                  </a:lnTo>
                  <a:lnTo>
                    <a:pt x="8818214" y="1088895"/>
                  </a:lnTo>
                  <a:lnTo>
                    <a:pt x="8851159" y="1007097"/>
                  </a:lnTo>
                  <a:lnTo>
                    <a:pt x="8884150" y="928724"/>
                  </a:lnTo>
                  <a:lnTo>
                    <a:pt x="8917254" y="854016"/>
                  </a:lnTo>
                  <a:lnTo>
                    <a:pt x="8950565" y="783142"/>
                  </a:lnTo>
                  <a:lnTo>
                    <a:pt x="8984201" y="716200"/>
                  </a:lnTo>
                  <a:lnTo>
                    <a:pt x="9018313" y="653220"/>
                  </a:lnTo>
                  <a:lnTo>
                    <a:pt x="9053085" y="594174"/>
                  </a:lnTo>
                  <a:lnTo>
                    <a:pt x="9084767" y="544866"/>
                  </a:lnTo>
                  <a:lnTo>
                    <a:pt x="9130684" y="480838"/>
                  </a:lnTo>
                  <a:lnTo>
                    <a:pt x="9178932" y="422702"/>
                  </a:lnTo>
                  <a:lnTo>
                    <a:pt x="9230195" y="370214"/>
                  </a:lnTo>
                  <a:lnTo>
                    <a:pt x="9285224" y="322927"/>
                  </a:lnTo>
                  <a:lnTo>
                    <a:pt x="9344789" y="280323"/>
                  </a:lnTo>
                  <a:lnTo>
                    <a:pt x="9409635" y="241876"/>
                  </a:lnTo>
                  <a:lnTo>
                    <a:pt x="9480413" y="207110"/>
                  </a:lnTo>
                  <a:lnTo>
                    <a:pt x="9557602" y="175613"/>
                  </a:lnTo>
                  <a:lnTo>
                    <a:pt x="9641395" y="147061"/>
                  </a:lnTo>
                  <a:lnTo>
                    <a:pt x="9731551" y="121220"/>
                  </a:lnTo>
                  <a:lnTo>
                    <a:pt x="9827242" y="97946"/>
                  </a:lnTo>
                  <a:lnTo>
                    <a:pt x="9926893" y="77184"/>
                  </a:lnTo>
                  <a:lnTo>
                    <a:pt x="10028088" y="58946"/>
                  </a:lnTo>
                  <a:lnTo>
                    <a:pt x="10127594" y="43283"/>
                  </a:lnTo>
                  <a:lnTo>
                    <a:pt x="10221574" y="30247"/>
                  </a:lnTo>
                  <a:lnTo>
                    <a:pt x="10306018" y="19843"/>
                  </a:lnTo>
                  <a:lnTo>
                    <a:pt x="10377347" y="11981"/>
                  </a:lnTo>
                  <a:lnTo>
                    <a:pt x="10433067" y="6457"/>
                  </a:lnTo>
                  <a:lnTo>
                    <a:pt x="10472297" y="2940"/>
                  </a:lnTo>
                  <a:lnTo>
                    <a:pt x="10496024" y="1011"/>
                  </a:lnTo>
                  <a:lnTo>
                    <a:pt x="10507068" y="192"/>
                  </a:lnTo>
                  <a:lnTo>
                    <a:pt x="10509850" y="3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22" name="pl922"/>
            <p:cNvSpPr/>
            <p:nvPr/>
          </p:nvSpPr>
          <p:spPr>
            <a:xfrm>
              <a:off x="4799595" y="3533149"/>
              <a:ext cx="11981298" cy="3939385"/>
            </a:xfrm>
            <a:custGeom>
              <a:avLst/>
              <a:pathLst>
                <a:path w="11981298" h="3939385">
                  <a:moveTo>
                    <a:pt x="11981298" y="0"/>
                  </a:moveTo>
                  <a:lnTo>
                    <a:pt x="10509911" y="0"/>
                  </a:lnTo>
                  <a:lnTo>
                    <a:pt x="10508791" y="73"/>
                  </a:lnTo>
                  <a:lnTo>
                    <a:pt x="10501429" y="601"/>
                  </a:lnTo>
                  <a:lnTo>
                    <a:pt x="10482860" y="2059"/>
                  </a:lnTo>
                  <a:lnTo>
                    <a:pt x="10449638" y="4929"/>
                  </a:lnTo>
                  <a:lnTo>
                    <a:pt x="10400072" y="9659"/>
                  </a:lnTo>
                  <a:lnTo>
                    <a:pt x="10334359" y="16617"/>
                  </a:lnTo>
                  <a:lnTo>
                    <a:pt x="10254439" y="26055"/>
                  </a:lnTo>
                  <a:lnTo>
                    <a:pt x="10163560" y="38105"/>
                  </a:lnTo>
                  <a:lnTo>
                    <a:pt x="10065649" y="52791"/>
                  </a:lnTo>
                  <a:lnTo>
                    <a:pt x="9964667" y="70074"/>
                  </a:lnTo>
                  <a:lnTo>
                    <a:pt x="9864111" y="89898"/>
                  </a:lnTo>
                  <a:lnTo>
                    <a:pt x="9766713" y="112231"/>
                  </a:lnTo>
                  <a:lnTo>
                    <a:pt x="9674355" y="137101"/>
                  </a:lnTo>
                  <a:lnTo>
                    <a:pt x="9588130" y="164619"/>
                  </a:lnTo>
                  <a:lnTo>
                    <a:pt x="9508476" y="194982"/>
                  </a:lnTo>
                  <a:lnTo>
                    <a:pt x="9435347" y="228484"/>
                  </a:lnTo>
                  <a:lnTo>
                    <a:pt x="9368355" y="265503"/>
                  </a:lnTo>
                  <a:lnTo>
                    <a:pt x="9306901" y="306494"/>
                  </a:lnTo>
                  <a:lnTo>
                    <a:pt x="9250268" y="351970"/>
                  </a:lnTo>
                  <a:lnTo>
                    <a:pt x="9197688" y="402457"/>
                  </a:lnTo>
                  <a:lnTo>
                    <a:pt x="9148399" y="458441"/>
                  </a:lnTo>
                  <a:lnTo>
                    <a:pt x="9101684" y="520259"/>
                  </a:lnTo>
                  <a:lnTo>
                    <a:pt x="9084767" y="544866"/>
                  </a:lnTo>
                  <a:lnTo>
                    <a:pt x="9049219" y="600482"/>
                  </a:lnTo>
                  <a:lnTo>
                    <a:pt x="9014530" y="659958"/>
                  </a:lnTo>
                  <a:lnTo>
                    <a:pt x="8980479" y="723374"/>
                  </a:lnTo>
                  <a:lnTo>
                    <a:pt x="8946885" y="790751"/>
                  </a:lnTo>
                  <a:lnTo>
                    <a:pt x="8913602" y="862053"/>
                  </a:lnTo>
                  <a:lnTo>
                    <a:pt x="8880515" y="937174"/>
                  </a:lnTo>
                  <a:lnTo>
                    <a:pt x="8847532" y="1015938"/>
                  </a:lnTo>
                  <a:lnTo>
                    <a:pt x="8814588" y="1098095"/>
                  </a:lnTo>
                  <a:lnTo>
                    <a:pt x="8781638" y="1183322"/>
                  </a:lnTo>
                  <a:lnTo>
                    <a:pt x="8748653" y="1271229"/>
                  </a:lnTo>
                  <a:lnTo>
                    <a:pt x="8715623" y="1361358"/>
                  </a:lnTo>
                  <a:lnTo>
                    <a:pt x="8682546" y="1453197"/>
                  </a:lnTo>
                  <a:lnTo>
                    <a:pt x="8649434" y="1546191"/>
                  </a:lnTo>
                  <a:lnTo>
                    <a:pt x="8616303" y="1639753"/>
                  </a:lnTo>
                  <a:lnTo>
                    <a:pt x="8583174" y="1733281"/>
                  </a:lnTo>
                  <a:lnTo>
                    <a:pt x="8550065" y="1826176"/>
                  </a:lnTo>
                  <a:lnTo>
                    <a:pt x="8516993" y="1917854"/>
                  </a:lnTo>
                  <a:lnTo>
                    <a:pt x="8483967" y="2007762"/>
                  </a:lnTo>
                  <a:lnTo>
                    <a:pt x="8450987" y="2095395"/>
                  </a:lnTo>
                  <a:lnTo>
                    <a:pt x="8418039" y="2180303"/>
                  </a:lnTo>
                  <a:lnTo>
                    <a:pt x="8385094" y="2262101"/>
                  </a:lnTo>
                  <a:lnTo>
                    <a:pt x="8352104" y="2340474"/>
                  </a:lnTo>
                  <a:lnTo>
                    <a:pt x="8318999" y="2415182"/>
                  </a:lnTo>
                  <a:lnTo>
                    <a:pt x="8285688" y="2486056"/>
                  </a:lnTo>
                  <a:lnTo>
                    <a:pt x="8252052" y="2552998"/>
                  </a:lnTo>
                  <a:lnTo>
                    <a:pt x="8217941" y="2615978"/>
                  </a:lnTo>
                  <a:lnTo>
                    <a:pt x="8183169" y="2675025"/>
                  </a:lnTo>
                  <a:lnTo>
                    <a:pt x="8151487" y="2724332"/>
                  </a:lnTo>
                  <a:lnTo>
                    <a:pt x="8105569" y="2788360"/>
                  </a:lnTo>
                  <a:lnTo>
                    <a:pt x="8057321" y="2846496"/>
                  </a:lnTo>
                  <a:lnTo>
                    <a:pt x="8006058" y="2898985"/>
                  </a:lnTo>
                  <a:lnTo>
                    <a:pt x="7951029" y="2946271"/>
                  </a:lnTo>
                  <a:lnTo>
                    <a:pt x="7891464" y="2988876"/>
                  </a:lnTo>
                  <a:lnTo>
                    <a:pt x="7826619" y="3027322"/>
                  </a:lnTo>
                  <a:lnTo>
                    <a:pt x="7755841" y="3062088"/>
                  </a:lnTo>
                  <a:lnTo>
                    <a:pt x="7678651" y="3093585"/>
                  </a:lnTo>
                  <a:lnTo>
                    <a:pt x="7594859" y="3122137"/>
                  </a:lnTo>
                  <a:lnTo>
                    <a:pt x="7504702" y="3147979"/>
                  </a:lnTo>
                  <a:lnTo>
                    <a:pt x="7409011" y="3171252"/>
                  </a:lnTo>
                  <a:lnTo>
                    <a:pt x="7309360" y="3192014"/>
                  </a:lnTo>
                  <a:lnTo>
                    <a:pt x="7208165" y="3210252"/>
                  </a:lnTo>
                  <a:lnTo>
                    <a:pt x="7108660" y="3225915"/>
                  </a:lnTo>
                  <a:lnTo>
                    <a:pt x="7014679" y="3238951"/>
                  </a:lnTo>
                  <a:lnTo>
                    <a:pt x="6930235" y="3249356"/>
                  </a:lnTo>
                  <a:lnTo>
                    <a:pt x="6858906" y="3257217"/>
                  </a:lnTo>
                  <a:lnTo>
                    <a:pt x="6803186" y="3262742"/>
                  </a:lnTo>
                  <a:lnTo>
                    <a:pt x="6763956" y="3266258"/>
                  </a:lnTo>
                  <a:lnTo>
                    <a:pt x="6740229" y="3268188"/>
                  </a:lnTo>
                  <a:lnTo>
                    <a:pt x="6729185" y="3269006"/>
                  </a:lnTo>
                  <a:lnTo>
                    <a:pt x="6726403" y="3269195"/>
                  </a:lnTo>
                  <a:lnTo>
                    <a:pt x="6726343" y="3269199"/>
                  </a:lnTo>
                  <a:lnTo>
                    <a:pt x="5254955" y="3269199"/>
                  </a:lnTo>
                  <a:lnTo>
                    <a:pt x="5253723" y="3269216"/>
                  </a:lnTo>
                  <a:lnTo>
                    <a:pt x="5245636" y="3269335"/>
                  </a:lnTo>
                  <a:lnTo>
                    <a:pt x="5225302" y="3269665"/>
                  </a:lnTo>
                  <a:lnTo>
                    <a:pt x="5189071" y="3270314"/>
                  </a:lnTo>
                  <a:lnTo>
                    <a:pt x="5135320" y="3271382"/>
                  </a:lnTo>
                  <a:lnTo>
                    <a:pt x="5064568" y="3272948"/>
                  </a:lnTo>
                  <a:lnTo>
                    <a:pt x="4979257" y="3275065"/>
                  </a:lnTo>
                  <a:lnTo>
                    <a:pt x="4883186" y="3277755"/>
                  </a:lnTo>
                  <a:lnTo>
                    <a:pt x="4780750" y="3281022"/>
                  </a:lnTo>
                  <a:lnTo>
                    <a:pt x="4676217" y="3284853"/>
                  </a:lnTo>
                  <a:lnTo>
                    <a:pt x="4573197" y="3289236"/>
                  </a:lnTo>
                  <a:lnTo>
                    <a:pt x="4474379" y="3294169"/>
                  </a:lnTo>
                  <a:lnTo>
                    <a:pt x="4381492" y="3299664"/>
                  </a:lnTo>
                  <a:lnTo>
                    <a:pt x="4295425" y="3305756"/>
                  </a:lnTo>
                  <a:lnTo>
                    <a:pt x="4216401" y="3312497"/>
                  </a:lnTo>
                  <a:lnTo>
                    <a:pt x="4144169" y="3319963"/>
                  </a:lnTo>
                  <a:lnTo>
                    <a:pt x="4078169" y="3328251"/>
                  </a:lnTo>
                  <a:lnTo>
                    <a:pt x="4017659" y="3337469"/>
                  </a:lnTo>
                  <a:lnTo>
                    <a:pt x="3961809" y="3347738"/>
                  </a:lnTo>
                  <a:lnTo>
                    <a:pt x="3909769" y="3359172"/>
                  </a:lnTo>
                  <a:lnTo>
                    <a:pt x="3860727" y="3371863"/>
                  </a:lnTo>
                  <a:lnTo>
                    <a:pt x="3829811" y="3380896"/>
                  </a:lnTo>
                  <a:lnTo>
                    <a:pt x="3776350" y="3398461"/>
                  </a:lnTo>
                  <a:lnTo>
                    <a:pt x="3724596" y="3417859"/>
                  </a:lnTo>
                  <a:lnTo>
                    <a:pt x="3673888" y="3439114"/>
                  </a:lnTo>
                  <a:lnTo>
                    <a:pt x="3623747" y="3462187"/>
                  </a:lnTo>
                  <a:lnTo>
                    <a:pt x="3573844" y="3486961"/>
                  </a:lnTo>
                  <a:lnTo>
                    <a:pt x="3523969" y="3513244"/>
                  </a:lnTo>
                  <a:lnTo>
                    <a:pt x="3474016" y="3540765"/>
                  </a:lnTo>
                  <a:lnTo>
                    <a:pt x="3423958" y="3569187"/>
                  </a:lnTo>
                  <a:lnTo>
                    <a:pt x="3373824" y="3598120"/>
                  </a:lnTo>
                  <a:lnTo>
                    <a:pt x="3323675" y="3627144"/>
                  </a:lnTo>
                  <a:lnTo>
                    <a:pt x="3273578" y="3655833"/>
                  </a:lnTo>
                  <a:lnTo>
                    <a:pt x="3223580" y="3683782"/>
                  </a:lnTo>
                  <a:lnTo>
                    <a:pt x="3173680" y="3710628"/>
                  </a:lnTo>
                  <a:lnTo>
                    <a:pt x="3123808" y="3736071"/>
                  </a:lnTo>
                  <a:lnTo>
                    <a:pt x="3073801" y="3759885"/>
                  </a:lnTo>
                  <a:lnTo>
                    <a:pt x="3023383" y="3781922"/>
                  </a:lnTo>
                  <a:lnTo>
                    <a:pt x="2972142" y="3802109"/>
                  </a:lnTo>
                  <a:lnTo>
                    <a:pt x="2919501" y="3820445"/>
                  </a:lnTo>
                  <a:lnTo>
                    <a:pt x="2896531" y="3827687"/>
                  </a:lnTo>
                  <a:lnTo>
                    <a:pt x="2849056" y="3841227"/>
                  </a:lnTo>
                  <a:lnTo>
                    <a:pt x="2799072" y="3853478"/>
                  </a:lnTo>
                  <a:lnTo>
                    <a:pt x="2745817" y="3864500"/>
                  </a:lnTo>
                  <a:lnTo>
                    <a:pt x="2688461" y="3874394"/>
                  </a:lnTo>
                  <a:lnTo>
                    <a:pt x="2626156" y="3883279"/>
                  </a:lnTo>
                  <a:lnTo>
                    <a:pt x="2558092" y="3891273"/>
                  </a:lnTo>
                  <a:lnTo>
                    <a:pt x="2483577" y="3898481"/>
                  </a:lnTo>
                  <a:lnTo>
                    <a:pt x="2402141" y="3904991"/>
                  </a:lnTo>
                  <a:lnTo>
                    <a:pt x="2313676" y="3910872"/>
                  </a:lnTo>
                  <a:lnTo>
                    <a:pt x="2218613" y="3916172"/>
                  </a:lnTo>
                  <a:lnTo>
                    <a:pt x="2118109" y="3920915"/>
                  </a:lnTo>
                  <a:lnTo>
                    <a:pt x="2014217" y="3925110"/>
                  </a:lnTo>
                  <a:lnTo>
                    <a:pt x="1909956" y="3928748"/>
                  </a:lnTo>
                  <a:lnTo>
                    <a:pt x="1809205" y="3931818"/>
                  </a:lnTo>
                  <a:lnTo>
                    <a:pt x="1716349" y="3934310"/>
                  </a:lnTo>
                  <a:lnTo>
                    <a:pt x="1635665" y="3936233"/>
                  </a:lnTo>
                  <a:lnTo>
                    <a:pt x="1570567" y="3937621"/>
                  </a:lnTo>
                  <a:lnTo>
                    <a:pt x="1522884" y="3938535"/>
                  </a:lnTo>
                  <a:lnTo>
                    <a:pt x="1492406" y="3939063"/>
                  </a:lnTo>
                  <a:lnTo>
                    <a:pt x="1476785" y="3939308"/>
                  </a:lnTo>
                  <a:lnTo>
                    <a:pt x="1471742" y="3939380"/>
                  </a:lnTo>
                  <a:lnTo>
                    <a:pt x="1471387" y="3939385"/>
                  </a:lnTo>
                  <a:lnTo>
                    <a:pt x="0" y="393938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23" name="pg923"/>
            <p:cNvSpPr/>
            <p:nvPr/>
          </p:nvSpPr>
          <p:spPr>
            <a:xfrm>
              <a:off x="4799595" y="6892251"/>
              <a:ext cx="11981298" cy="596628"/>
            </a:xfrm>
            <a:custGeom>
              <a:avLst/>
              <a:pathLst>
                <a:path w="11981298" h="596628">
                  <a:moveTo>
                    <a:pt x="0" y="596628"/>
                  </a:moveTo>
                  <a:lnTo>
                    <a:pt x="1471387" y="596628"/>
                  </a:lnTo>
                  <a:lnTo>
                    <a:pt x="1472621" y="596614"/>
                  </a:lnTo>
                  <a:lnTo>
                    <a:pt x="1480715" y="596509"/>
                  </a:lnTo>
                  <a:lnTo>
                    <a:pt x="1501069" y="596219"/>
                  </a:lnTo>
                  <a:lnTo>
                    <a:pt x="1537333" y="595648"/>
                  </a:lnTo>
                  <a:lnTo>
                    <a:pt x="1591131" y="594709"/>
                  </a:lnTo>
                  <a:lnTo>
                    <a:pt x="1661939" y="593333"/>
                  </a:lnTo>
                  <a:lnTo>
                    <a:pt x="1747309" y="591473"/>
                  </a:lnTo>
                  <a:lnTo>
                    <a:pt x="1843436" y="589108"/>
                  </a:lnTo>
                  <a:lnTo>
                    <a:pt x="1945920" y="586237"/>
                  </a:lnTo>
                  <a:lnTo>
                    <a:pt x="2050490" y="582871"/>
                  </a:lnTo>
                  <a:lnTo>
                    <a:pt x="2153535" y="579019"/>
                  </a:lnTo>
                  <a:lnTo>
                    <a:pt x="2252367" y="574684"/>
                  </a:lnTo>
                  <a:lnTo>
                    <a:pt x="2345257" y="569855"/>
                  </a:lnTo>
                  <a:lnTo>
                    <a:pt x="2431321" y="564502"/>
                  </a:lnTo>
                  <a:lnTo>
                    <a:pt x="2510338" y="558578"/>
                  </a:lnTo>
                  <a:lnTo>
                    <a:pt x="2582559" y="552016"/>
                  </a:lnTo>
                  <a:lnTo>
                    <a:pt x="2648548" y="544732"/>
                  </a:lnTo>
                  <a:lnTo>
                    <a:pt x="2709048" y="536630"/>
                  </a:lnTo>
                  <a:lnTo>
                    <a:pt x="2764891" y="527604"/>
                  </a:lnTo>
                  <a:lnTo>
                    <a:pt x="2816926" y="517554"/>
                  </a:lnTo>
                  <a:lnTo>
                    <a:pt x="2865966" y="506398"/>
                  </a:lnTo>
                  <a:lnTo>
                    <a:pt x="2896531" y="498552"/>
                  </a:lnTo>
                  <a:lnTo>
                    <a:pt x="2950567" y="482952"/>
                  </a:lnTo>
                  <a:lnTo>
                    <a:pt x="3002868" y="465706"/>
                  </a:lnTo>
                  <a:lnTo>
                    <a:pt x="3054111" y="446793"/>
                  </a:lnTo>
                  <a:lnTo>
                    <a:pt x="3104788" y="426252"/>
                  </a:lnTo>
                  <a:lnTo>
                    <a:pt x="3155234" y="404189"/>
                  </a:lnTo>
                  <a:lnTo>
                    <a:pt x="3205658" y="380785"/>
                  </a:lnTo>
                  <a:lnTo>
                    <a:pt x="3256166" y="356288"/>
                  </a:lnTo>
                  <a:lnTo>
                    <a:pt x="3306781" y="331007"/>
                  </a:lnTo>
                  <a:lnTo>
                    <a:pt x="3357470" y="305301"/>
                  </a:lnTo>
                  <a:lnTo>
                    <a:pt x="3408167" y="279550"/>
                  </a:lnTo>
                  <a:lnTo>
                    <a:pt x="3458803" y="254142"/>
                  </a:lnTo>
                  <a:lnTo>
                    <a:pt x="3509336" y="229439"/>
                  </a:lnTo>
                  <a:lnTo>
                    <a:pt x="3559773" y="205765"/>
                  </a:lnTo>
                  <a:lnTo>
                    <a:pt x="3610200" y="183383"/>
                  </a:lnTo>
                  <a:lnTo>
                    <a:pt x="3660800" y="162488"/>
                  </a:lnTo>
                  <a:lnTo>
                    <a:pt x="3711879" y="143203"/>
                  </a:lnTo>
                  <a:lnTo>
                    <a:pt x="3763890" y="125582"/>
                  </a:lnTo>
                  <a:lnTo>
                    <a:pt x="3817466" y="109616"/>
                  </a:lnTo>
                  <a:lnTo>
                    <a:pt x="3829811" y="106248"/>
                  </a:lnTo>
                  <a:lnTo>
                    <a:pt x="3877303" y="94356"/>
                  </a:lnTo>
                  <a:lnTo>
                    <a:pt x="3927306" y="83596"/>
                  </a:lnTo>
                  <a:lnTo>
                    <a:pt x="3980583" y="73916"/>
                  </a:lnTo>
                  <a:lnTo>
                    <a:pt x="4037964" y="65226"/>
                  </a:lnTo>
                  <a:lnTo>
                    <a:pt x="4100300" y="57423"/>
                  </a:lnTo>
                  <a:lnTo>
                    <a:pt x="4168400" y="50403"/>
                  </a:lnTo>
                  <a:lnTo>
                    <a:pt x="4242956" y="44074"/>
                  </a:lnTo>
                  <a:lnTo>
                    <a:pt x="4324439" y="38357"/>
                  </a:lnTo>
                  <a:lnTo>
                    <a:pt x="4412955" y="33192"/>
                  </a:lnTo>
                  <a:lnTo>
                    <a:pt x="4508072" y="28539"/>
                  </a:lnTo>
                  <a:lnTo>
                    <a:pt x="4608628" y="24374"/>
                  </a:lnTo>
                  <a:lnTo>
                    <a:pt x="4712565" y="20692"/>
                  </a:lnTo>
                  <a:lnTo>
                    <a:pt x="4816856" y="17498"/>
                  </a:lnTo>
                  <a:lnTo>
                    <a:pt x="4917615" y="14805"/>
                  </a:lnTo>
                  <a:lnTo>
                    <a:pt x="5010452" y="12618"/>
                  </a:lnTo>
                  <a:lnTo>
                    <a:pt x="5091087" y="10931"/>
                  </a:lnTo>
                  <a:lnTo>
                    <a:pt x="5156111" y="9715"/>
                  </a:lnTo>
                  <a:lnTo>
                    <a:pt x="5203702" y="8915"/>
                  </a:lnTo>
                  <a:lnTo>
                    <a:pt x="5234086" y="8453"/>
                  </a:lnTo>
                  <a:lnTo>
                    <a:pt x="5249623" y="8239"/>
                  </a:lnTo>
                  <a:lnTo>
                    <a:pt x="5254611" y="8176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580" y="8174"/>
                  </a:lnTo>
                  <a:lnTo>
                    <a:pt x="6735702" y="8188"/>
                  </a:lnTo>
                  <a:lnTo>
                    <a:pt x="6756122" y="8224"/>
                  </a:lnTo>
                  <a:lnTo>
                    <a:pt x="6792498" y="8295"/>
                  </a:lnTo>
                  <a:lnTo>
                    <a:pt x="6846451" y="8413"/>
                  </a:lnTo>
                  <a:lnTo>
                    <a:pt x="6917444" y="8586"/>
                  </a:lnTo>
                  <a:lnTo>
                    <a:pt x="7003009" y="8819"/>
                  </a:lnTo>
                  <a:lnTo>
                    <a:pt x="7099323" y="9116"/>
                  </a:lnTo>
                  <a:lnTo>
                    <a:pt x="7201967" y="9475"/>
                  </a:lnTo>
                  <a:lnTo>
                    <a:pt x="7306660" y="9897"/>
                  </a:lnTo>
                  <a:lnTo>
                    <a:pt x="7409787" y="10380"/>
                  </a:lnTo>
                  <a:lnTo>
                    <a:pt x="7508663" y="10924"/>
                  </a:lnTo>
                  <a:lnTo>
                    <a:pt x="7601566" y="11529"/>
                  </a:lnTo>
                  <a:lnTo>
                    <a:pt x="7687620" y="12200"/>
                  </a:lnTo>
                  <a:lnTo>
                    <a:pt x="7766610" y="12942"/>
                  </a:lnTo>
                  <a:lnTo>
                    <a:pt x="7838798" y="13765"/>
                  </a:lnTo>
                  <a:lnTo>
                    <a:pt x="7904751" y="14678"/>
                  </a:lnTo>
                  <a:lnTo>
                    <a:pt x="7965218" y="15695"/>
                  </a:lnTo>
                  <a:lnTo>
                    <a:pt x="8021035" y="16827"/>
                  </a:lnTo>
                  <a:lnTo>
                    <a:pt x="8073054" y="18088"/>
                  </a:lnTo>
                  <a:lnTo>
                    <a:pt x="8122089" y="19487"/>
                  </a:lnTo>
                  <a:lnTo>
                    <a:pt x="8151487" y="20432"/>
                  </a:lnTo>
                  <a:lnTo>
                    <a:pt x="8207685" y="22466"/>
                  </a:lnTo>
                  <a:lnTo>
                    <a:pt x="8262036" y="24723"/>
                  </a:lnTo>
                  <a:lnTo>
                    <a:pt x="8315292" y="27205"/>
                  </a:lnTo>
                  <a:lnTo>
                    <a:pt x="8367985" y="29907"/>
                  </a:lnTo>
                  <a:lnTo>
                    <a:pt x="8420472" y="32811"/>
                  </a:lnTo>
                  <a:lnTo>
                    <a:pt x="8472967" y="35891"/>
                  </a:lnTo>
                  <a:lnTo>
                    <a:pt x="8525566" y="39109"/>
                  </a:lnTo>
                  <a:lnTo>
                    <a:pt x="8578276" y="42420"/>
                  </a:lnTo>
                  <a:lnTo>
                    <a:pt x="8631044" y="45772"/>
                  </a:lnTo>
                  <a:lnTo>
                    <a:pt x="8683792" y="49111"/>
                  </a:lnTo>
                  <a:lnTo>
                    <a:pt x="8736451" y="52383"/>
                  </a:lnTo>
                  <a:lnTo>
                    <a:pt x="8788993" y="55538"/>
                  </a:lnTo>
                  <a:lnTo>
                    <a:pt x="8841466" y="58536"/>
                  </a:lnTo>
                  <a:lnTo>
                    <a:pt x="8894019" y="61344"/>
                  </a:lnTo>
                  <a:lnTo>
                    <a:pt x="8946933" y="63940"/>
                  </a:lnTo>
                  <a:lnTo>
                    <a:pt x="9000645" y="66312"/>
                  </a:lnTo>
                  <a:lnTo>
                    <a:pt x="9055791" y="68459"/>
                  </a:lnTo>
                  <a:lnTo>
                    <a:pt x="9084767" y="69470"/>
                  </a:lnTo>
                  <a:lnTo>
                    <a:pt x="9132315" y="70958"/>
                  </a:lnTo>
                  <a:lnTo>
                    <a:pt x="9182382" y="72305"/>
                  </a:lnTo>
                  <a:lnTo>
                    <a:pt x="9235731" y="73516"/>
                  </a:lnTo>
                  <a:lnTo>
                    <a:pt x="9293198" y="74603"/>
                  </a:lnTo>
                  <a:lnTo>
                    <a:pt x="9355634" y="75579"/>
                  </a:lnTo>
                  <a:lnTo>
                    <a:pt x="9423853" y="76456"/>
                  </a:lnTo>
                  <a:lnTo>
                    <a:pt x="9498547" y="77248"/>
                  </a:lnTo>
                  <a:lnTo>
                    <a:pt x="9580186" y="77963"/>
                  </a:lnTo>
                  <a:lnTo>
                    <a:pt x="9668874" y="78608"/>
                  </a:lnTo>
                  <a:lnTo>
                    <a:pt x="9764169" y="79190"/>
                  </a:lnTo>
                  <a:lnTo>
                    <a:pt x="9864898" y="79711"/>
                  </a:lnTo>
                  <a:lnTo>
                    <a:pt x="9968982" y="80171"/>
                  </a:lnTo>
                  <a:lnTo>
                    <a:pt x="10073372" y="80569"/>
                  </a:lnTo>
                  <a:lnTo>
                    <a:pt x="10174158" y="80905"/>
                  </a:lnTo>
                  <a:lnTo>
                    <a:pt x="10266931" y="81178"/>
                  </a:lnTo>
                  <a:lnTo>
                    <a:pt x="10347404" y="81388"/>
                  </a:lnTo>
                  <a:lnTo>
                    <a:pt x="10412180" y="81539"/>
                  </a:lnTo>
                  <a:lnTo>
                    <a:pt x="10459466" y="81638"/>
                  </a:lnTo>
                  <a:lnTo>
                    <a:pt x="10489533" y="81695"/>
                  </a:lnTo>
                  <a:lnTo>
                    <a:pt x="10504795" y="81722"/>
                  </a:lnTo>
                  <a:lnTo>
                    <a:pt x="10509604" y="81729"/>
                  </a:lnTo>
                  <a:lnTo>
                    <a:pt x="10509911" y="81729"/>
                  </a:lnTo>
                  <a:lnTo>
                    <a:pt x="11981298" y="81729"/>
                  </a:lnTo>
                  <a:lnTo>
                    <a:pt x="11981298" y="73556"/>
                  </a:lnTo>
                  <a:lnTo>
                    <a:pt x="10509911" y="73556"/>
                  </a:lnTo>
                  <a:lnTo>
                    <a:pt x="10508673" y="73555"/>
                  </a:lnTo>
                  <a:lnTo>
                    <a:pt x="10500551" y="73541"/>
                  </a:lnTo>
                  <a:lnTo>
                    <a:pt x="10480131" y="73505"/>
                  </a:lnTo>
                  <a:lnTo>
                    <a:pt x="10443755" y="73434"/>
                  </a:lnTo>
                  <a:lnTo>
                    <a:pt x="10389802" y="73316"/>
                  </a:lnTo>
                  <a:lnTo>
                    <a:pt x="10318809" y="73143"/>
                  </a:lnTo>
                  <a:lnTo>
                    <a:pt x="10233244" y="72910"/>
                  </a:lnTo>
                  <a:lnTo>
                    <a:pt x="10136930" y="72613"/>
                  </a:lnTo>
                  <a:lnTo>
                    <a:pt x="10034286" y="72254"/>
                  </a:lnTo>
                  <a:lnTo>
                    <a:pt x="9929594" y="71832"/>
                  </a:lnTo>
                  <a:lnTo>
                    <a:pt x="9826467" y="71349"/>
                  </a:lnTo>
                  <a:lnTo>
                    <a:pt x="9727590" y="70805"/>
                  </a:lnTo>
                  <a:lnTo>
                    <a:pt x="9634687" y="70200"/>
                  </a:lnTo>
                  <a:lnTo>
                    <a:pt x="9548633" y="69529"/>
                  </a:lnTo>
                  <a:lnTo>
                    <a:pt x="9469643" y="68787"/>
                  </a:lnTo>
                  <a:lnTo>
                    <a:pt x="9397455" y="67964"/>
                  </a:lnTo>
                  <a:lnTo>
                    <a:pt x="9331503" y="67050"/>
                  </a:lnTo>
                  <a:lnTo>
                    <a:pt x="9271035" y="66034"/>
                  </a:lnTo>
                  <a:lnTo>
                    <a:pt x="9215218" y="64902"/>
                  </a:lnTo>
                  <a:lnTo>
                    <a:pt x="9163199" y="63641"/>
                  </a:lnTo>
                  <a:lnTo>
                    <a:pt x="9114164" y="62242"/>
                  </a:lnTo>
                  <a:lnTo>
                    <a:pt x="9084767" y="61297"/>
                  </a:lnTo>
                  <a:lnTo>
                    <a:pt x="9028568" y="59263"/>
                  </a:lnTo>
                  <a:lnTo>
                    <a:pt x="8974217" y="57006"/>
                  </a:lnTo>
                  <a:lnTo>
                    <a:pt x="8920962" y="54524"/>
                  </a:lnTo>
                  <a:lnTo>
                    <a:pt x="8868269" y="51822"/>
                  </a:lnTo>
                  <a:lnTo>
                    <a:pt x="8815781" y="48918"/>
                  </a:lnTo>
                  <a:lnTo>
                    <a:pt x="8763286" y="45838"/>
                  </a:lnTo>
                  <a:lnTo>
                    <a:pt x="8710687" y="42620"/>
                  </a:lnTo>
                  <a:lnTo>
                    <a:pt x="8657977" y="39309"/>
                  </a:lnTo>
                  <a:lnTo>
                    <a:pt x="8605210" y="35957"/>
                  </a:lnTo>
                  <a:lnTo>
                    <a:pt x="8552462" y="32618"/>
                  </a:lnTo>
                  <a:lnTo>
                    <a:pt x="8499803" y="29346"/>
                  </a:lnTo>
                  <a:lnTo>
                    <a:pt x="8447260" y="26191"/>
                  </a:lnTo>
                  <a:lnTo>
                    <a:pt x="8394787" y="23193"/>
                  </a:lnTo>
                  <a:lnTo>
                    <a:pt x="8342234" y="20385"/>
                  </a:lnTo>
                  <a:lnTo>
                    <a:pt x="8289321" y="17789"/>
                  </a:lnTo>
                  <a:lnTo>
                    <a:pt x="8235608" y="15417"/>
                  </a:lnTo>
                  <a:lnTo>
                    <a:pt x="8180462" y="13270"/>
                  </a:lnTo>
                  <a:lnTo>
                    <a:pt x="8151487" y="12259"/>
                  </a:lnTo>
                  <a:lnTo>
                    <a:pt x="8103938" y="10771"/>
                  </a:lnTo>
                  <a:lnTo>
                    <a:pt x="8053871" y="9424"/>
                  </a:lnTo>
                  <a:lnTo>
                    <a:pt x="8000522" y="8213"/>
                  </a:lnTo>
                  <a:lnTo>
                    <a:pt x="7943056" y="7126"/>
                  </a:lnTo>
                  <a:lnTo>
                    <a:pt x="7880619" y="6150"/>
                  </a:lnTo>
                  <a:lnTo>
                    <a:pt x="7812401" y="5272"/>
                  </a:lnTo>
                  <a:lnTo>
                    <a:pt x="7737707" y="4481"/>
                  </a:lnTo>
                  <a:lnTo>
                    <a:pt x="7656067" y="3766"/>
                  </a:lnTo>
                  <a:lnTo>
                    <a:pt x="7567380" y="3121"/>
                  </a:lnTo>
                  <a:lnTo>
                    <a:pt x="7472084" y="2539"/>
                  </a:lnTo>
                  <a:lnTo>
                    <a:pt x="7371355" y="2018"/>
                  </a:lnTo>
                  <a:lnTo>
                    <a:pt x="7267271" y="1558"/>
                  </a:lnTo>
                  <a:lnTo>
                    <a:pt x="7162881" y="1160"/>
                  </a:lnTo>
                  <a:lnTo>
                    <a:pt x="7062095" y="824"/>
                  </a:lnTo>
                  <a:lnTo>
                    <a:pt x="6969322" y="551"/>
                  </a:lnTo>
                  <a:lnTo>
                    <a:pt x="6888849" y="341"/>
                  </a:lnTo>
                  <a:lnTo>
                    <a:pt x="6824074" y="190"/>
                  </a:lnTo>
                  <a:lnTo>
                    <a:pt x="6776787" y="91"/>
                  </a:lnTo>
                  <a:lnTo>
                    <a:pt x="6746721" y="34"/>
                  </a:lnTo>
                  <a:lnTo>
                    <a:pt x="6731459" y="7"/>
                  </a:lnTo>
                  <a:lnTo>
                    <a:pt x="6726649" y="0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722" y="14"/>
                  </a:lnTo>
                  <a:lnTo>
                    <a:pt x="5245627" y="119"/>
                  </a:lnTo>
                  <a:lnTo>
                    <a:pt x="5225273" y="409"/>
                  </a:lnTo>
                  <a:lnTo>
                    <a:pt x="5189009" y="980"/>
                  </a:lnTo>
                  <a:lnTo>
                    <a:pt x="5135211" y="1918"/>
                  </a:lnTo>
                  <a:lnTo>
                    <a:pt x="5064403" y="3295"/>
                  </a:lnTo>
                  <a:lnTo>
                    <a:pt x="4979033" y="5155"/>
                  </a:lnTo>
                  <a:lnTo>
                    <a:pt x="4882906" y="7520"/>
                  </a:lnTo>
                  <a:lnTo>
                    <a:pt x="4780422" y="10390"/>
                  </a:lnTo>
                  <a:lnTo>
                    <a:pt x="4675852" y="13757"/>
                  </a:lnTo>
                  <a:lnTo>
                    <a:pt x="4572807" y="17609"/>
                  </a:lnTo>
                  <a:lnTo>
                    <a:pt x="4473975" y="21944"/>
                  </a:lnTo>
                  <a:lnTo>
                    <a:pt x="4381085" y="26773"/>
                  </a:lnTo>
                  <a:lnTo>
                    <a:pt x="4295021" y="32126"/>
                  </a:lnTo>
                  <a:lnTo>
                    <a:pt x="4216005" y="38050"/>
                  </a:lnTo>
                  <a:lnTo>
                    <a:pt x="4143783" y="44612"/>
                  </a:lnTo>
                  <a:lnTo>
                    <a:pt x="4077794" y="51895"/>
                  </a:lnTo>
                  <a:lnTo>
                    <a:pt x="4017294" y="59998"/>
                  </a:lnTo>
                  <a:lnTo>
                    <a:pt x="3961451" y="69024"/>
                  </a:lnTo>
                  <a:lnTo>
                    <a:pt x="3909416" y="79074"/>
                  </a:lnTo>
                  <a:lnTo>
                    <a:pt x="3860376" y="90229"/>
                  </a:lnTo>
                  <a:lnTo>
                    <a:pt x="3829811" y="98075"/>
                  </a:lnTo>
                  <a:lnTo>
                    <a:pt x="3775775" y="113676"/>
                  </a:lnTo>
                  <a:lnTo>
                    <a:pt x="3723474" y="130922"/>
                  </a:lnTo>
                  <a:lnTo>
                    <a:pt x="3672231" y="149835"/>
                  </a:lnTo>
                  <a:lnTo>
                    <a:pt x="3621554" y="170376"/>
                  </a:lnTo>
                  <a:lnTo>
                    <a:pt x="3571109" y="192439"/>
                  </a:lnTo>
                  <a:lnTo>
                    <a:pt x="3520684" y="215843"/>
                  </a:lnTo>
                  <a:lnTo>
                    <a:pt x="3470176" y="240340"/>
                  </a:lnTo>
                  <a:lnTo>
                    <a:pt x="3419561" y="265621"/>
                  </a:lnTo>
                  <a:lnTo>
                    <a:pt x="3368872" y="291327"/>
                  </a:lnTo>
                  <a:lnTo>
                    <a:pt x="3318175" y="317078"/>
                  </a:lnTo>
                  <a:lnTo>
                    <a:pt x="3267539" y="342486"/>
                  </a:lnTo>
                  <a:lnTo>
                    <a:pt x="3217006" y="367188"/>
                  </a:lnTo>
                  <a:lnTo>
                    <a:pt x="3166569" y="390863"/>
                  </a:lnTo>
                  <a:lnTo>
                    <a:pt x="3116142" y="413245"/>
                  </a:lnTo>
                  <a:lnTo>
                    <a:pt x="3065542" y="434140"/>
                  </a:lnTo>
                  <a:lnTo>
                    <a:pt x="3014463" y="453425"/>
                  </a:lnTo>
                  <a:lnTo>
                    <a:pt x="2962452" y="471046"/>
                  </a:lnTo>
                  <a:lnTo>
                    <a:pt x="2908876" y="487012"/>
                  </a:lnTo>
                  <a:lnTo>
                    <a:pt x="2896531" y="490379"/>
                  </a:lnTo>
                  <a:lnTo>
                    <a:pt x="2849039" y="502272"/>
                  </a:lnTo>
                  <a:lnTo>
                    <a:pt x="2799036" y="513032"/>
                  </a:lnTo>
                  <a:lnTo>
                    <a:pt x="2745759" y="522712"/>
                  </a:lnTo>
                  <a:lnTo>
                    <a:pt x="2688378" y="531402"/>
                  </a:lnTo>
                  <a:lnTo>
                    <a:pt x="2626042" y="539205"/>
                  </a:lnTo>
                  <a:lnTo>
                    <a:pt x="2557942" y="546225"/>
                  </a:lnTo>
                  <a:lnTo>
                    <a:pt x="2483386" y="552554"/>
                  </a:lnTo>
                  <a:lnTo>
                    <a:pt x="2401903" y="558271"/>
                  </a:lnTo>
                  <a:lnTo>
                    <a:pt x="2313387" y="563435"/>
                  </a:lnTo>
                  <a:lnTo>
                    <a:pt x="2218270" y="568089"/>
                  </a:lnTo>
                  <a:lnTo>
                    <a:pt x="2117714" y="572253"/>
                  </a:lnTo>
                  <a:lnTo>
                    <a:pt x="2013777" y="575936"/>
                  </a:lnTo>
                  <a:lnTo>
                    <a:pt x="1909486" y="579130"/>
                  </a:lnTo>
                  <a:lnTo>
                    <a:pt x="1808727" y="581823"/>
                  </a:lnTo>
                  <a:lnTo>
                    <a:pt x="1715890" y="584010"/>
                  </a:lnTo>
                  <a:lnTo>
                    <a:pt x="1635255" y="585697"/>
                  </a:lnTo>
                  <a:lnTo>
                    <a:pt x="1570231" y="586913"/>
                  </a:lnTo>
                  <a:lnTo>
                    <a:pt x="1522640" y="587713"/>
                  </a:lnTo>
                  <a:lnTo>
                    <a:pt x="1492256" y="588175"/>
                  </a:lnTo>
                  <a:lnTo>
                    <a:pt x="1476719" y="588389"/>
                  </a:lnTo>
                  <a:lnTo>
                    <a:pt x="1471731" y="588451"/>
                  </a:lnTo>
                  <a:lnTo>
                    <a:pt x="1471387" y="588455"/>
                  </a:lnTo>
                  <a:lnTo>
                    <a:pt x="0" y="588455"/>
                  </a:lnTo>
                  <a:close/>
                </a:path>
              </a:pathLst>
            </a:custGeom>
            <a:solidFill>
              <a:srgbClr val="F28E5B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924" name="pl924"/>
            <p:cNvSpPr/>
            <p:nvPr/>
          </p:nvSpPr>
          <p:spPr>
            <a:xfrm>
              <a:off x="4799595" y="6900424"/>
              <a:ext cx="11981298" cy="588455"/>
            </a:xfrm>
            <a:custGeom>
              <a:avLst/>
              <a:pathLst>
                <a:path w="11981298" h="588455">
                  <a:moveTo>
                    <a:pt x="0" y="588455"/>
                  </a:moveTo>
                  <a:lnTo>
                    <a:pt x="1471387" y="588455"/>
                  </a:lnTo>
                  <a:lnTo>
                    <a:pt x="1472621" y="588441"/>
                  </a:lnTo>
                  <a:lnTo>
                    <a:pt x="1480715" y="588336"/>
                  </a:lnTo>
                  <a:lnTo>
                    <a:pt x="1501069" y="588046"/>
                  </a:lnTo>
                  <a:lnTo>
                    <a:pt x="1537333" y="587475"/>
                  </a:lnTo>
                  <a:lnTo>
                    <a:pt x="1591131" y="586536"/>
                  </a:lnTo>
                  <a:lnTo>
                    <a:pt x="1661939" y="585160"/>
                  </a:lnTo>
                  <a:lnTo>
                    <a:pt x="1747309" y="583300"/>
                  </a:lnTo>
                  <a:lnTo>
                    <a:pt x="1843436" y="580935"/>
                  </a:lnTo>
                  <a:lnTo>
                    <a:pt x="1945920" y="578064"/>
                  </a:lnTo>
                  <a:lnTo>
                    <a:pt x="2050490" y="574698"/>
                  </a:lnTo>
                  <a:lnTo>
                    <a:pt x="2153535" y="570846"/>
                  </a:lnTo>
                  <a:lnTo>
                    <a:pt x="2252367" y="566511"/>
                  </a:lnTo>
                  <a:lnTo>
                    <a:pt x="2345257" y="561682"/>
                  </a:lnTo>
                  <a:lnTo>
                    <a:pt x="2431321" y="556329"/>
                  </a:lnTo>
                  <a:lnTo>
                    <a:pt x="2510338" y="550405"/>
                  </a:lnTo>
                  <a:lnTo>
                    <a:pt x="2582559" y="543843"/>
                  </a:lnTo>
                  <a:lnTo>
                    <a:pt x="2648548" y="536559"/>
                  </a:lnTo>
                  <a:lnTo>
                    <a:pt x="2709048" y="528457"/>
                  </a:lnTo>
                  <a:lnTo>
                    <a:pt x="2764891" y="519431"/>
                  </a:lnTo>
                  <a:lnTo>
                    <a:pt x="2816926" y="509381"/>
                  </a:lnTo>
                  <a:lnTo>
                    <a:pt x="2865966" y="498225"/>
                  </a:lnTo>
                  <a:lnTo>
                    <a:pt x="2896531" y="490379"/>
                  </a:lnTo>
                  <a:lnTo>
                    <a:pt x="2950567" y="474779"/>
                  </a:lnTo>
                  <a:lnTo>
                    <a:pt x="3002868" y="457533"/>
                  </a:lnTo>
                  <a:lnTo>
                    <a:pt x="3054111" y="438620"/>
                  </a:lnTo>
                  <a:lnTo>
                    <a:pt x="3104788" y="418079"/>
                  </a:lnTo>
                  <a:lnTo>
                    <a:pt x="3155234" y="396016"/>
                  </a:lnTo>
                  <a:lnTo>
                    <a:pt x="3205658" y="372612"/>
                  </a:lnTo>
                  <a:lnTo>
                    <a:pt x="3256166" y="348115"/>
                  </a:lnTo>
                  <a:lnTo>
                    <a:pt x="3306781" y="322834"/>
                  </a:lnTo>
                  <a:lnTo>
                    <a:pt x="3357470" y="297128"/>
                  </a:lnTo>
                  <a:lnTo>
                    <a:pt x="3408167" y="271377"/>
                  </a:lnTo>
                  <a:lnTo>
                    <a:pt x="3458803" y="245969"/>
                  </a:lnTo>
                  <a:lnTo>
                    <a:pt x="3509336" y="221266"/>
                  </a:lnTo>
                  <a:lnTo>
                    <a:pt x="3559773" y="197592"/>
                  </a:lnTo>
                  <a:lnTo>
                    <a:pt x="3610200" y="175210"/>
                  </a:lnTo>
                  <a:lnTo>
                    <a:pt x="3660800" y="154315"/>
                  </a:lnTo>
                  <a:lnTo>
                    <a:pt x="3711879" y="135030"/>
                  </a:lnTo>
                  <a:lnTo>
                    <a:pt x="3763890" y="117409"/>
                  </a:lnTo>
                  <a:lnTo>
                    <a:pt x="3817466" y="101443"/>
                  </a:lnTo>
                  <a:lnTo>
                    <a:pt x="3829811" y="98075"/>
                  </a:lnTo>
                  <a:lnTo>
                    <a:pt x="3877303" y="86183"/>
                  </a:lnTo>
                  <a:lnTo>
                    <a:pt x="3927306" y="75423"/>
                  </a:lnTo>
                  <a:lnTo>
                    <a:pt x="3980583" y="65743"/>
                  </a:lnTo>
                  <a:lnTo>
                    <a:pt x="4037964" y="57053"/>
                  </a:lnTo>
                  <a:lnTo>
                    <a:pt x="4100300" y="49250"/>
                  </a:lnTo>
                  <a:lnTo>
                    <a:pt x="4168400" y="42230"/>
                  </a:lnTo>
                  <a:lnTo>
                    <a:pt x="4242956" y="35901"/>
                  </a:lnTo>
                  <a:lnTo>
                    <a:pt x="4324439" y="30184"/>
                  </a:lnTo>
                  <a:lnTo>
                    <a:pt x="4412955" y="25019"/>
                  </a:lnTo>
                  <a:lnTo>
                    <a:pt x="4508072" y="20366"/>
                  </a:lnTo>
                  <a:lnTo>
                    <a:pt x="4608628" y="16201"/>
                  </a:lnTo>
                  <a:lnTo>
                    <a:pt x="4712565" y="12519"/>
                  </a:lnTo>
                  <a:lnTo>
                    <a:pt x="4816856" y="9325"/>
                  </a:lnTo>
                  <a:lnTo>
                    <a:pt x="4917615" y="6632"/>
                  </a:lnTo>
                  <a:lnTo>
                    <a:pt x="5010452" y="4445"/>
                  </a:lnTo>
                  <a:lnTo>
                    <a:pt x="5091087" y="2758"/>
                  </a:lnTo>
                  <a:lnTo>
                    <a:pt x="5156111" y="1542"/>
                  </a:lnTo>
                  <a:lnTo>
                    <a:pt x="5203702" y="742"/>
                  </a:lnTo>
                  <a:lnTo>
                    <a:pt x="5234086" y="280"/>
                  </a:lnTo>
                  <a:lnTo>
                    <a:pt x="5249623" y="66"/>
                  </a:lnTo>
                  <a:lnTo>
                    <a:pt x="5254611" y="3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580" y="1"/>
                  </a:lnTo>
                  <a:lnTo>
                    <a:pt x="6735702" y="15"/>
                  </a:lnTo>
                  <a:lnTo>
                    <a:pt x="6756122" y="51"/>
                  </a:lnTo>
                  <a:lnTo>
                    <a:pt x="6792498" y="122"/>
                  </a:lnTo>
                  <a:lnTo>
                    <a:pt x="6846451" y="240"/>
                  </a:lnTo>
                  <a:lnTo>
                    <a:pt x="6917444" y="413"/>
                  </a:lnTo>
                  <a:lnTo>
                    <a:pt x="7003009" y="646"/>
                  </a:lnTo>
                  <a:lnTo>
                    <a:pt x="7099323" y="943"/>
                  </a:lnTo>
                  <a:lnTo>
                    <a:pt x="7201967" y="1302"/>
                  </a:lnTo>
                  <a:lnTo>
                    <a:pt x="7306660" y="1724"/>
                  </a:lnTo>
                  <a:lnTo>
                    <a:pt x="7409787" y="2207"/>
                  </a:lnTo>
                  <a:lnTo>
                    <a:pt x="7508663" y="2751"/>
                  </a:lnTo>
                  <a:lnTo>
                    <a:pt x="7601566" y="3356"/>
                  </a:lnTo>
                  <a:lnTo>
                    <a:pt x="7687620" y="4027"/>
                  </a:lnTo>
                  <a:lnTo>
                    <a:pt x="7766610" y="4769"/>
                  </a:lnTo>
                  <a:lnTo>
                    <a:pt x="7838798" y="5592"/>
                  </a:lnTo>
                  <a:lnTo>
                    <a:pt x="7904751" y="6505"/>
                  </a:lnTo>
                  <a:lnTo>
                    <a:pt x="7965218" y="7522"/>
                  </a:lnTo>
                  <a:lnTo>
                    <a:pt x="8021035" y="8654"/>
                  </a:lnTo>
                  <a:lnTo>
                    <a:pt x="8073054" y="9915"/>
                  </a:lnTo>
                  <a:lnTo>
                    <a:pt x="8122089" y="11314"/>
                  </a:lnTo>
                  <a:lnTo>
                    <a:pt x="8151487" y="12259"/>
                  </a:lnTo>
                  <a:lnTo>
                    <a:pt x="8207685" y="14293"/>
                  </a:lnTo>
                  <a:lnTo>
                    <a:pt x="8262036" y="16550"/>
                  </a:lnTo>
                  <a:lnTo>
                    <a:pt x="8315292" y="19032"/>
                  </a:lnTo>
                  <a:lnTo>
                    <a:pt x="8367985" y="21734"/>
                  </a:lnTo>
                  <a:lnTo>
                    <a:pt x="8420472" y="24638"/>
                  </a:lnTo>
                  <a:lnTo>
                    <a:pt x="8472967" y="27718"/>
                  </a:lnTo>
                  <a:lnTo>
                    <a:pt x="8525566" y="30936"/>
                  </a:lnTo>
                  <a:lnTo>
                    <a:pt x="8578276" y="34247"/>
                  </a:lnTo>
                  <a:lnTo>
                    <a:pt x="8631044" y="37599"/>
                  </a:lnTo>
                  <a:lnTo>
                    <a:pt x="8683792" y="40938"/>
                  </a:lnTo>
                  <a:lnTo>
                    <a:pt x="8736451" y="44210"/>
                  </a:lnTo>
                  <a:lnTo>
                    <a:pt x="8788993" y="47365"/>
                  </a:lnTo>
                  <a:lnTo>
                    <a:pt x="8841466" y="50363"/>
                  </a:lnTo>
                  <a:lnTo>
                    <a:pt x="8894019" y="53171"/>
                  </a:lnTo>
                  <a:lnTo>
                    <a:pt x="8946933" y="55767"/>
                  </a:lnTo>
                  <a:lnTo>
                    <a:pt x="9000645" y="58139"/>
                  </a:lnTo>
                  <a:lnTo>
                    <a:pt x="9055791" y="60286"/>
                  </a:lnTo>
                  <a:lnTo>
                    <a:pt x="9084767" y="61297"/>
                  </a:lnTo>
                  <a:lnTo>
                    <a:pt x="9132315" y="62785"/>
                  </a:lnTo>
                  <a:lnTo>
                    <a:pt x="9182382" y="64132"/>
                  </a:lnTo>
                  <a:lnTo>
                    <a:pt x="9235731" y="65343"/>
                  </a:lnTo>
                  <a:lnTo>
                    <a:pt x="9293198" y="66430"/>
                  </a:lnTo>
                  <a:lnTo>
                    <a:pt x="9355634" y="67406"/>
                  </a:lnTo>
                  <a:lnTo>
                    <a:pt x="9423853" y="68283"/>
                  </a:lnTo>
                  <a:lnTo>
                    <a:pt x="9498547" y="69075"/>
                  </a:lnTo>
                  <a:lnTo>
                    <a:pt x="9580186" y="69790"/>
                  </a:lnTo>
                  <a:lnTo>
                    <a:pt x="9668874" y="70435"/>
                  </a:lnTo>
                  <a:lnTo>
                    <a:pt x="9764169" y="71017"/>
                  </a:lnTo>
                  <a:lnTo>
                    <a:pt x="9864898" y="71538"/>
                  </a:lnTo>
                  <a:lnTo>
                    <a:pt x="9968982" y="71998"/>
                  </a:lnTo>
                  <a:lnTo>
                    <a:pt x="10073372" y="72396"/>
                  </a:lnTo>
                  <a:lnTo>
                    <a:pt x="10174158" y="72732"/>
                  </a:lnTo>
                  <a:lnTo>
                    <a:pt x="10266931" y="73005"/>
                  </a:lnTo>
                  <a:lnTo>
                    <a:pt x="10347404" y="73215"/>
                  </a:lnTo>
                  <a:lnTo>
                    <a:pt x="10412180" y="73366"/>
                  </a:lnTo>
                  <a:lnTo>
                    <a:pt x="10459466" y="73465"/>
                  </a:lnTo>
                  <a:lnTo>
                    <a:pt x="10489533" y="73522"/>
                  </a:lnTo>
                  <a:lnTo>
                    <a:pt x="10504795" y="73549"/>
                  </a:lnTo>
                  <a:lnTo>
                    <a:pt x="10509604" y="73556"/>
                  </a:lnTo>
                  <a:lnTo>
                    <a:pt x="10509911" y="73556"/>
                  </a:lnTo>
                  <a:lnTo>
                    <a:pt x="11981298" y="7355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25" name="pl925"/>
            <p:cNvSpPr/>
            <p:nvPr/>
          </p:nvSpPr>
          <p:spPr>
            <a:xfrm>
              <a:off x="4799595" y="6892251"/>
              <a:ext cx="11981298" cy="588455"/>
            </a:xfrm>
            <a:custGeom>
              <a:avLst/>
              <a:pathLst>
                <a:path w="11981298" h="588455">
                  <a:moveTo>
                    <a:pt x="11981298" y="73556"/>
                  </a:moveTo>
                  <a:lnTo>
                    <a:pt x="10509911" y="73556"/>
                  </a:lnTo>
                  <a:lnTo>
                    <a:pt x="10508673" y="73555"/>
                  </a:lnTo>
                  <a:lnTo>
                    <a:pt x="10500551" y="73541"/>
                  </a:lnTo>
                  <a:lnTo>
                    <a:pt x="10480131" y="73505"/>
                  </a:lnTo>
                  <a:lnTo>
                    <a:pt x="10443755" y="73434"/>
                  </a:lnTo>
                  <a:lnTo>
                    <a:pt x="10389802" y="73316"/>
                  </a:lnTo>
                  <a:lnTo>
                    <a:pt x="10318809" y="73143"/>
                  </a:lnTo>
                  <a:lnTo>
                    <a:pt x="10233244" y="72910"/>
                  </a:lnTo>
                  <a:lnTo>
                    <a:pt x="10136930" y="72613"/>
                  </a:lnTo>
                  <a:lnTo>
                    <a:pt x="10034286" y="72254"/>
                  </a:lnTo>
                  <a:lnTo>
                    <a:pt x="9929594" y="71832"/>
                  </a:lnTo>
                  <a:lnTo>
                    <a:pt x="9826467" y="71349"/>
                  </a:lnTo>
                  <a:lnTo>
                    <a:pt x="9727590" y="70805"/>
                  </a:lnTo>
                  <a:lnTo>
                    <a:pt x="9634687" y="70200"/>
                  </a:lnTo>
                  <a:lnTo>
                    <a:pt x="9548633" y="69529"/>
                  </a:lnTo>
                  <a:lnTo>
                    <a:pt x="9469643" y="68787"/>
                  </a:lnTo>
                  <a:lnTo>
                    <a:pt x="9397455" y="67964"/>
                  </a:lnTo>
                  <a:lnTo>
                    <a:pt x="9331503" y="67050"/>
                  </a:lnTo>
                  <a:lnTo>
                    <a:pt x="9271035" y="66034"/>
                  </a:lnTo>
                  <a:lnTo>
                    <a:pt x="9215218" y="64902"/>
                  </a:lnTo>
                  <a:lnTo>
                    <a:pt x="9163199" y="63641"/>
                  </a:lnTo>
                  <a:lnTo>
                    <a:pt x="9114164" y="62242"/>
                  </a:lnTo>
                  <a:lnTo>
                    <a:pt x="9084767" y="61297"/>
                  </a:lnTo>
                  <a:lnTo>
                    <a:pt x="9028568" y="59263"/>
                  </a:lnTo>
                  <a:lnTo>
                    <a:pt x="8974217" y="57006"/>
                  </a:lnTo>
                  <a:lnTo>
                    <a:pt x="8920962" y="54524"/>
                  </a:lnTo>
                  <a:lnTo>
                    <a:pt x="8868269" y="51822"/>
                  </a:lnTo>
                  <a:lnTo>
                    <a:pt x="8815781" y="48918"/>
                  </a:lnTo>
                  <a:lnTo>
                    <a:pt x="8763286" y="45838"/>
                  </a:lnTo>
                  <a:lnTo>
                    <a:pt x="8710687" y="42620"/>
                  </a:lnTo>
                  <a:lnTo>
                    <a:pt x="8657977" y="39309"/>
                  </a:lnTo>
                  <a:lnTo>
                    <a:pt x="8605210" y="35957"/>
                  </a:lnTo>
                  <a:lnTo>
                    <a:pt x="8552462" y="32618"/>
                  </a:lnTo>
                  <a:lnTo>
                    <a:pt x="8499803" y="29346"/>
                  </a:lnTo>
                  <a:lnTo>
                    <a:pt x="8447260" y="26191"/>
                  </a:lnTo>
                  <a:lnTo>
                    <a:pt x="8394787" y="23193"/>
                  </a:lnTo>
                  <a:lnTo>
                    <a:pt x="8342234" y="20385"/>
                  </a:lnTo>
                  <a:lnTo>
                    <a:pt x="8289321" y="17789"/>
                  </a:lnTo>
                  <a:lnTo>
                    <a:pt x="8235608" y="15417"/>
                  </a:lnTo>
                  <a:lnTo>
                    <a:pt x="8180462" y="13270"/>
                  </a:lnTo>
                  <a:lnTo>
                    <a:pt x="8151487" y="12259"/>
                  </a:lnTo>
                  <a:lnTo>
                    <a:pt x="8103938" y="10771"/>
                  </a:lnTo>
                  <a:lnTo>
                    <a:pt x="8053871" y="9424"/>
                  </a:lnTo>
                  <a:lnTo>
                    <a:pt x="8000522" y="8213"/>
                  </a:lnTo>
                  <a:lnTo>
                    <a:pt x="7943056" y="7126"/>
                  </a:lnTo>
                  <a:lnTo>
                    <a:pt x="7880619" y="6150"/>
                  </a:lnTo>
                  <a:lnTo>
                    <a:pt x="7812401" y="5272"/>
                  </a:lnTo>
                  <a:lnTo>
                    <a:pt x="7737707" y="4481"/>
                  </a:lnTo>
                  <a:lnTo>
                    <a:pt x="7656067" y="3766"/>
                  </a:lnTo>
                  <a:lnTo>
                    <a:pt x="7567380" y="3121"/>
                  </a:lnTo>
                  <a:lnTo>
                    <a:pt x="7472084" y="2539"/>
                  </a:lnTo>
                  <a:lnTo>
                    <a:pt x="7371355" y="2018"/>
                  </a:lnTo>
                  <a:lnTo>
                    <a:pt x="7267271" y="1558"/>
                  </a:lnTo>
                  <a:lnTo>
                    <a:pt x="7162881" y="1160"/>
                  </a:lnTo>
                  <a:lnTo>
                    <a:pt x="7062095" y="824"/>
                  </a:lnTo>
                  <a:lnTo>
                    <a:pt x="6969322" y="551"/>
                  </a:lnTo>
                  <a:lnTo>
                    <a:pt x="6888849" y="341"/>
                  </a:lnTo>
                  <a:lnTo>
                    <a:pt x="6824074" y="190"/>
                  </a:lnTo>
                  <a:lnTo>
                    <a:pt x="6776787" y="91"/>
                  </a:lnTo>
                  <a:lnTo>
                    <a:pt x="6746721" y="34"/>
                  </a:lnTo>
                  <a:lnTo>
                    <a:pt x="6731459" y="7"/>
                  </a:lnTo>
                  <a:lnTo>
                    <a:pt x="6726649" y="0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722" y="14"/>
                  </a:lnTo>
                  <a:lnTo>
                    <a:pt x="5245627" y="119"/>
                  </a:lnTo>
                  <a:lnTo>
                    <a:pt x="5225273" y="409"/>
                  </a:lnTo>
                  <a:lnTo>
                    <a:pt x="5189009" y="980"/>
                  </a:lnTo>
                  <a:lnTo>
                    <a:pt x="5135211" y="1918"/>
                  </a:lnTo>
                  <a:lnTo>
                    <a:pt x="5064403" y="3295"/>
                  </a:lnTo>
                  <a:lnTo>
                    <a:pt x="4979033" y="5155"/>
                  </a:lnTo>
                  <a:lnTo>
                    <a:pt x="4882906" y="7520"/>
                  </a:lnTo>
                  <a:lnTo>
                    <a:pt x="4780422" y="10390"/>
                  </a:lnTo>
                  <a:lnTo>
                    <a:pt x="4675852" y="13757"/>
                  </a:lnTo>
                  <a:lnTo>
                    <a:pt x="4572807" y="17609"/>
                  </a:lnTo>
                  <a:lnTo>
                    <a:pt x="4473975" y="21944"/>
                  </a:lnTo>
                  <a:lnTo>
                    <a:pt x="4381085" y="26773"/>
                  </a:lnTo>
                  <a:lnTo>
                    <a:pt x="4295021" y="32126"/>
                  </a:lnTo>
                  <a:lnTo>
                    <a:pt x="4216005" y="38050"/>
                  </a:lnTo>
                  <a:lnTo>
                    <a:pt x="4143783" y="44612"/>
                  </a:lnTo>
                  <a:lnTo>
                    <a:pt x="4077794" y="51895"/>
                  </a:lnTo>
                  <a:lnTo>
                    <a:pt x="4017294" y="59998"/>
                  </a:lnTo>
                  <a:lnTo>
                    <a:pt x="3961451" y="69024"/>
                  </a:lnTo>
                  <a:lnTo>
                    <a:pt x="3909416" y="79074"/>
                  </a:lnTo>
                  <a:lnTo>
                    <a:pt x="3860376" y="90229"/>
                  </a:lnTo>
                  <a:lnTo>
                    <a:pt x="3829811" y="98075"/>
                  </a:lnTo>
                  <a:lnTo>
                    <a:pt x="3775775" y="113676"/>
                  </a:lnTo>
                  <a:lnTo>
                    <a:pt x="3723474" y="130922"/>
                  </a:lnTo>
                  <a:lnTo>
                    <a:pt x="3672231" y="149835"/>
                  </a:lnTo>
                  <a:lnTo>
                    <a:pt x="3621554" y="170376"/>
                  </a:lnTo>
                  <a:lnTo>
                    <a:pt x="3571109" y="192439"/>
                  </a:lnTo>
                  <a:lnTo>
                    <a:pt x="3520684" y="215843"/>
                  </a:lnTo>
                  <a:lnTo>
                    <a:pt x="3470176" y="240340"/>
                  </a:lnTo>
                  <a:lnTo>
                    <a:pt x="3419561" y="265621"/>
                  </a:lnTo>
                  <a:lnTo>
                    <a:pt x="3368872" y="291327"/>
                  </a:lnTo>
                  <a:lnTo>
                    <a:pt x="3318175" y="317078"/>
                  </a:lnTo>
                  <a:lnTo>
                    <a:pt x="3267539" y="342486"/>
                  </a:lnTo>
                  <a:lnTo>
                    <a:pt x="3217006" y="367188"/>
                  </a:lnTo>
                  <a:lnTo>
                    <a:pt x="3166569" y="390863"/>
                  </a:lnTo>
                  <a:lnTo>
                    <a:pt x="3116142" y="413245"/>
                  </a:lnTo>
                  <a:lnTo>
                    <a:pt x="3065542" y="434140"/>
                  </a:lnTo>
                  <a:lnTo>
                    <a:pt x="3014463" y="453425"/>
                  </a:lnTo>
                  <a:lnTo>
                    <a:pt x="2962452" y="471046"/>
                  </a:lnTo>
                  <a:lnTo>
                    <a:pt x="2908876" y="487012"/>
                  </a:lnTo>
                  <a:lnTo>
                    <a:pt x="2896531" y="490379"/>
                  </a:lnTo>
                  <a:lnTo>
                    <a:pt x="2849039" y="502272"/>
                  </a:lnTo>
                  <a:lnTo>
                    <a:pt x="2799036" y="513032"/>
                  </a:lnTo>
                  <a:lnTo>
                    <a:pt x="2745759" y="522712"/>
                  </a:lnTo>
                  <a:lnTo>
                    <a:pt x="2688378" y="531402"/>
                  </a:lnTo>
                  <a:lnTo>
                    <a:pt x="2626042" y="539205"/>
                  </a:lnTo>
                  <a:lnTo>
                    <a:pt x="2557942" y="546225"/>
                  </a:lnTo>
                  <a:lnTo>
                    <a:pt x="2483386" y="552554"/>
                  </a:lnTo>
                  <a:lnTo>
                    <a:pt x="2401903" y="558271"/>
                  </a:lnTo>
                  <a:lnTo>
                    <a:pt x="2313387" y="563435"/>
                  </a:lnTo>
                  <a:lnTo>
                    <a:pt x="2218270" y="568089"/>
                  </a:lnTo>
                  <a:lnTo>
                    <a:pt x="2117714" y="572253"/>
                  </a:lnTo>
                  <a:lnTo>
                    <a:pt x="2013777" y="575936"/>
                  </a:lnTo>
                  <a:lnTo>
                    <a:pt x="1909486" y="579130"/>
                  </a:lnTo>
                  <a:lnTo>
                    <a:pt x="1808727" y="581823"/>
                  </a:lnTo>
                  <a:lnTo>
                    <a:pt x="1715890" y="584010"/>
                  </a:lnTo>
                  <a:lnTo>
                    <a:pt x="1635255" y="585697"/>
                  </a:lnTo>
                  <a:lnTo>
                    <a:pt x="1570231" y="586913"/>
                  </a:lnTo>
                  <a:lnTo>
                    <a:pt x="1522640" y="587713"/>
                  </a:lnTo>
                  <a:lnTo>
                    <a:pt x="1492256" y="588175"/>
                  </a:lnTo>
                  <a:lnTo>
                    <a:pt x="1476719" y="588389"/>
                  </a:lnTo>
                  <a:lnTo>
                    <a:pt x="1471731" y="588451"/>
                  </a:lnTo>
                  <a:lnTo>
                    <a:pt x="1471387" y="588455"/>
                  </a:lnTo>
                  <a:lnTo>
                    <a:pt x="0" y="58845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26" name="pg926"/>
            <p:cNvSpPr/>
            <p:nvPr/>
          </p:nvSpPr>
          <p:spPr>
            <a:xfrm>
              <a:off x="4799595" y="6908597"/>
              <a:ext cx="11981298" cy="662012"/>
            </a:xfrm>
            <a:custGeom>
              <a:avLst/>
              <a:pathLst>
                <a:path w="11981298" h="662012">
                  <a:moveTo>
                    <a:pt x="0" y="588455"/>
                  </a:moveTo>
                  <a:lnTo>
                    <a:pt x="1471387" y="588455"/>
                  </a:lnTo>
                  <a:lnTo>
                    <a:pt x="1472621" y="588441"/>
                  </a:lnTo>
                  <a:lnTo>
                    <a:pt x="1480716" y="588337"/>
                  </a:lnTo>
                  <a:lnTo>
                    <a:pt x="1501072" y="588051"/>
                  </a:lnTo>
                  <a:lnTo>
                    <a:pt x="1537339" y="587489"/>
                  </a:lnTo>
                  <a:lnTo>
                    <a:pt x="1591142" y="586563"/>
                  </a:lnTo>
                  <a:lnTo>
                    <a:pt x="1661955" y="585205"/>
                  </a:lnTo>
                  <a:lnTo>
                    <a:pt x="1747329" y="583371"/>
                  </a:lnTo>
                  <a:lnTo>
                    <a:pt x="1843462" y="581039"/>
                  </a:lnTo>
                  <a:lnTo>
                    <a:pt x="1945951" y="578208"/>
                  </a:lnTo>
                  <a:lnTo>
                    <a:pt x="2050524" y="574888"/>
                  </a:lnTo>
                  <a:lnTo>
                    <a:pt x="2153571" y="571089"/>
                  </a:lnTo>
                  <a:lnTo>
                    <a:pt x="2252404" y="566814"/>
                  </a:lnTo>
                  <a:lnTo>
                    <a:pt x="2345295" y="562052"/>
                  </a:lnTo>
                  <a:lnTo>
                    <a:pt x="2431359" y="556773"/>
                  </a:lnTo>
                  <a:lnTo>
                    <a:pt x="2510374" y="550931"/>
                  </a:lnTo>
                  <a:lnTo>
                    <a:pt x="2582595" y="544459"/>
                  </a:lnTo>
                  <a:lnTo>
                    <a:pt x="2648583" y="537276"/>
                  </a:lnTo>
                  <a:lnTo>
                    <a:pt x="2709082" y="529285"/>
                  </a:lnTo>
                  <a:lnTo>
                    <a:pt x="2764924" y="520384"/>
                  </a:lnTo>
                  <a:lnTo>
                    <a:pt x="2816959" y="510472"/>
                  </a:lnTo>
                  <a:lnTo>
                    <a:pt x="2865999" y="499471"/>
                  </a:lnTo>
                  <a:lnTo>
                    <a:pt x="2896531" y="491742"/>
                  </a:lnTo>
                  <a:lnTo>
                    <a:pt x="2950622" y="476341"/>
                  </a:lnTo>
                  <a:lnTo>
                    <a:pt x="3002975" y="459314"/>
                  </a:lnTo>
                  <a:lnTo>
                    <a:pt x="3054270" y="440640"/>
                  </a:lnTo>
                  <a:lnTo>
                    <a:pt x="3104998" y="420358"/>
                  </a:lnTo>
                  <a:lnTo>
                    <a:pt x="3155495" y="398572"/>
                  </a:lnTo>
                  <a:lnTo>
                    <a:pt x="3205972" y="375462"/>
                  </a:lnTo>
                  <a:lnTo>
                    <a:pt x="3256534" y="351274"/>
                  </a:lnTo>
                  <a:lnTo>
                    <a:pt x="3307202" y="326314"/>
                  </a:lnTo>
                  <a:lnTo>
                    <a:pt x="3357944" y="300936"/>
                  </a:lnTo>
                  <a:lnTo>
                    <a:pt x="3408693" y="275519"/>
                  </a:lnTo>
                  <a:lnTo>
                    <a:pt x="3459381" y="250443"/>
                  </a:lnTo>
                  <a:lnTo>
                    <a:pt x="3509965" y="226069"/>
                  </a:lnTo>
                  <a:lnTo>
                    <a:pt x="3560454" y="202714"/>
                  </a:lnTo>
                  <a:lnTo>
                    <a:pt x="3610934" y="180639"/>
                  </a:lnTo>
                  <a:lnTo>
                    <a:pt x="3661591" y="160036"/>
                  </a:lnTo>
                  <a:lnTo>
                    <a:pt x="3712734" y="141026"/>
                  </a:lnTo>
                  <a:lnTo>
                    <a:pt x="3764820" y="123660"/>
                  </a:lnTo>
                  <a:lnTo>
                    <a:pt x="3818487" y="107928"/>
                  </a:lnTo>
                  <a:lnTo>
                    <a:pt x="3829811" y="104886"/>
                  </a:lnTo>
                  <a:lnTo>
                    <a:pt x="3877304" y="93159"/>
                  </a:lnTo>
                  <a:lnTo>
                    <a:pt x="3927310" y="82547"/>
                  </a:lnTo>
                  <a:lnTo>
                    <a:pt x="3980588" y="73002"/>
                  </a:lnTo>
                  <a:lnTo>
                    <a:pt x="4037972" y="64432"/>
                  </a:lnTo>
                  <a:lnTo>
                    <a:pt x="4100310" y="56737"/>
                  </a:lnTo>
                  <a:lnTo>
                    <a:pt x="4168414" y="49815"/>
                  </a:lnTo>
                  <a:lnTo>
                    <a:pt x="4242974" y="43574"/>
                  </a:lnTo>
                  <a:lnTo>
                    <a:pt x="4324461" y="37936"/>
                  </a:lnTo>
                  <a:lnTo>
                    <a:pt x="4412982" y="32844"/>
                  </a:lnTo>
                  <a:lnTo>
                    <a:pt x="4508104" y="28255"/>
                  </a:lnTo>
                  <a:lnTo>
                    <a:pt x="4608665" y="24148"/>
                  </a:lnTo>
                  <a:lnTo>
                    <a:pt x="4712606" y="20517"/>
                  </a:lnTo>
                  <a:lnTo>
                    <a:pt x="4816900" y="17368"/>
                  </a:lnTo>
                  <a:lnTo>
                    <a:pt x="4917659" y="14711"/>
                  </a:lnTo>
                  <a:lnTo>
                    <a:pt x="5010495" y="12555"/>
                  </a:lnTo>
                  <a:lnTo>
                    <a:pt x="5091125" y="10892"/>
                  </a:lnTo>
                  <a:lnTo>
                    <a:pt x="5156142" y="9693"/>
                  </a:lnTo>
                  <a:lnTo>
                    <a:pt x="5203725" y="8904"/>
                  </a:lnTo>
                  <a:lnTo>
                    <a:pt x="5234100" y="8449"/>
                  </a:lnTo>
                  <a:lnTo>
                    <a:pt x="5249629" y="8238"/>
                  </a:lnTo>
                  <a:lnTo>
                    <a:pt x="5254612" y="8176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575" y="8189"/>
                  </a:lnTo>
                  <a:lnTo>
                    <a:pt x="6735663" y="8305"/>
                  </a:lnTo>
                  <a:lnTo>
                    <a:pt x="6756002" y="8627"/>
                  </a:lnTo>
                  <a:lnTo>
                    <a:pt x="6792239" y="9261"/>
                  </a:lnTo>
                  <a:lnTo>
                    <a:pt x="6846001" y="10303"/>
                  </a:lnTo>
                  <a:lnTo>
                    <a:pt x="6916764" y="11831"/>
                  </a:lnTo>
                  <a:lnTo>
                    <a:pt x="7002087" y="13896"/>
                  </a:lnTo>
                  <a:lnTo>
                    <a:pt x="7098171" y="16522"/>
                  </a:lnTo>
                  <a:lnTo>
                    <a:pt x="7200617" y="19709"/>
                  </a:lnTo>
                  <a:lnTo>
                    <a:pt x="7305158" y="23447"/>
                  </a:lnTo>
                  <a:lnTo>
                    <a:pt x="7408183" y="27725"/>
                  </a:lnTo>
                  <a:lnTo>
                    <a:pt x="7507004" y="32538"/>
                  </a:lnTo>
                  <a:lnTo>
                    <a:pt x="7599891" y="37900"/>
                  </a:lnTo>
                  <a:lnTo>
                    <a:pt x="7685957" y="43844"/>
                  </a:lnTo>
                  <a:lnTo>
                    <a:pt x="7764980" y="50422"/>
                  </a:lnTo>
                  <a:lnTo>
                    <a:pt x="7837210" y="57708"/>
                  </a:lnTo>
                  <a:lnTo>
                    <a:pt x="7903207" y="65795"/>
                  </a:lnTo>
                  <a:lnTo>
                    <a:pt x="7963715" y="74790"/>
                  </a:lnTo>
                  <a:lnTo>
                    <a:pt x="8019564" y="84811"/>
                  </a:lnTo>
                  <a:lnTo>
                    <a:pt x="8071603" y="95968"/>
                  </a:lnTo>
                  <a:lnTo>
                    <a:pt x="8120645" y="108352"/>
                  </a:lnTo>
                  <a:lnTo>
                    <a:pt x="8151487" y="117146"/>
                  </a:lnTo>
                  <a:lnTo>
                    <a:pt x="8205066" y="134323"/>
                  </a:lnTo>
                  <a:lnTo>
                    <a:pt x="8256933" y="153296"/>
                  </a:lnTo>
                  <a:lnTo>
                    <a:pt x="8307751" y="174090"/>
                  </a:lnTo>
                  <a:lnTo>
                    <a:pt x="8358002" y="196664"/>
                  </a:lnTo>
                  <a:lnTo>
                    <a:pt x="8408017" y="220905"/>
                  </a:lnTo>
                  <a:lnTo>
                    <a:pt x="8458005" y="246622"/>
                  </a:lnTo>
                  <a:lnTo>
                    <a:pt x="8508072" y="273548"/>
                  </a:lnTo>
                  <a:lnTo>
                    <a:pt x="8558245" y="301351"/>
                  </a:lnTo>
                  <a:lnTo>
                    <a:pt x="8608493" y="329648"/>
                  </a:lnTo>
                  <a:lnTo>
                    <a:pt x="8658755" y="358025"/>
                  </a:lnTo>
                  <a:lnTo>
                    <a:pt x="8708963" y="386065"/>
                  </a:lnTo>
                  <a:lnTo>
                    <a:pt x="8759071" y="413369"/>
                  </a:lnTo>
                  <a:lnTo>
                    <a:pt x="8809082" y="439585"/>
                  </a:lnTo>
                  <a:lnTo>
                    <a:pt x="8859068" y="464418"/>
                  </a:lnTo>
                  <a:lnTo>
                    <a:pt x="8909196" y="487648"/>
                  </a:lnTo>
                  <a:lnTo>
                    <a:pt x="8959749" y="509133"/>
                  </a:lnTo>
                  <a:lnTo>
                    <a:pt x="9011147" y="528805"/>
                  </a:lnTo>
                  <a:lnTo>
                    <a:pt x="9063977" y="546664"/>
                  </a:lnTo>
                  <a:lnTo>
                    <a:pt x="9084767" y="553039"/>
                  </a:lnTo>
                  <a:lnTo>
                    <a:pt x="9132245" y="566249"/>
                  </a:lnTo>
                  <a:lnTo>
                    <a:pt x="9182234" y="578203"/>
                  </a:lnTo>
                  <a:lnTo>
                    <a:pt x="9235493" y="588956"/>
                  </a:lnTo>
                  <a:lnTo>
                    <a:pt x="9292854" y="598610"/>
                  </a:lnTo>
                  <a:lnTo>
                    <a:pt x="9355166" y="607279"/>
                  </a:lnTo>
                  <a:lnTo>
                    <a:pt x="9423237" y="615077"/>
                  </a:lnTo>
                  <a:lnTo>
                    <a:pt x="9497761" y="622109"/>
                  </a:lnTo>
                  <a:lnTo>
                    <a:pt x="9579207" y="628461"/>
                  </a:lnTo>
                  <a:lnTo>
                    <a:pt x="9667682" y="634199"/>
                  </a:lnTo>
                  <a:lnTo>
                    <a:pt x="9762757" y="639369"/>
                  </a:lnTo>
                  <a:lnTo>
                    <a:pt x="9863272" y="643997"/>
                  </a:lnTo>
                  <a:lnTo>
                    <a:pt x="9967173" y="648089"/>
                  </a:lnTo>
                  <a:lnTo>
                    <a:pt x="10071441" y="651639"/>
                  </a:lnTo>
                  <a:lnTo>
                    <a:pt x="10172193" y="654633"/>
                  </a:lnTo>
                  <a:lnTo>
                    <a:pt x="10265045" y="657064"/>
                  </a:lnTo>
                  <a:lnTo>
                    <a:pt x="10345719" y="658940"/>
                  </a:lnTo>
                  <a:lnTo>
                    <a:pt x="10410801" y="660293"/>
                  </a:lnTo>
                  <a:lnTo>
                    <a:pt x="10458465" y="661184"/>
                  </a:lnTo>
                  <a:lnTo>
                    <a:pt x="10488924" y="661699"/>
                  </a:lnTo>
                  <a:lnTo>
                    <a:pt x="10504527" y="661938"/>
                  </a:lnTo>
                  <a:lnTo>
                    <a:pt x="10509558" y="662008"/>
                  </a:lnTo>
                  <a:lnTo>
                    <a:pt x="10509911" y="662012"/>
                  </a:lnTo>
                  <a:lnTo>
                    <a:pt x="11981298" y="662012"/>
                  </a:lnTo>
                  <a:lnTo>
                    <a:pt x="11981298" y="653839"/>
                  </a:lnTo>
                  <a:lnTo>
                    <a:pt x="10509911" y="653839"/>
                  </a:lnTo>
                  <a:lnTo>
                    <a:pt x="10508678" y="653823"/>
                  </a:lnTo>
                  <a:lnTo>
                    <a:pt x="10500590" y="653707"/>
                  </a:lnTo>
                  <a:lnTo>
                    <a:pt x="10480252" y="653385"/>
                  </a:lnTo>
                  <a:lnTo>
                    <a:pt x="10444014" y="652751"/>
                  </a:lnTo>
                  <a:lnTo>
                    <a:pt x="10390253" y="651709"/>
                  </a:lnTo>
                  <a:lnTo>
                    <a:pt x="10319489" y="650181"/>
                  </a:lnTo>
                  <a:lnTo>
                    <a:pt x="10234166" y="648115"/>
                  </a:lnTo>
                  <a:lnTo>
                    <a:pt x="10138083" y="645490"/>
                  </a:lnTo>
                  <a:lnTo>
                    <a:pt x="10035637" y="642302"/>
                  </a:lnTo>
                  <a:lnTo>
                    <a:pt x="9931096" y="638564"/>
                  </a:lnTo>
                  <a:lnTo>
                    <a:pt x="9828070" y="634287"/>
                  </a:lnTo>
                  <a:lnTo>
                    <a:pt x="9729249" y="629474"/>
                  </a:lnTo>
                  <a:lnTo>
                    <a:pt x="9636362" y="624111"/>
                  </a:lnTo>
                  <a:lnTo>
                    <a:pt x="9550296" y="618168"/>
                  </a:lnTo>
                  <a:lnTo>
                    <a:pt x="9471273" y="611590"/>
                  </a:lnTo>
                  <a:lnTo>
                    <a:pt x="9399044" y="604304"/>
                  </a:lnTo>
                  <a:lnTo>
                    <a:pt x="9333046" y="596217"/>
                  </a:lnTo>
                  <a:lnTo>
                    <a:pt x="9272538" y="587222"/>
                  </a:lnTo>
                  <a:lnTo>
                    <a:pt x="9216689" y="577201"/>
                  </a:lnTo>
                  <a:lnTo>
                    <a:pt x="9164650" y="566044"/>
                  </a:lnTo>
                  <a:lnTo>
                    <a:pt x="9115608" y="553659"/>
                  </a:lnTo>
                  <a:lnTo>
                    <a:pt x="9084767" y="544866"/>
                  </a:lnTo>
                  <a:lnTo>
                    <a:pt x="9031187" y="527689"/>
                  </a:lnTo>
                  <a:lnTo>
                    <a:pt x="8979321" y="508716"/>
                  </a:lnTo>
                  <a:lnTo>
                    <a:pt x="8928502" y="487922"/>
                  </a:lnTo>
                  <a:lnTo>
                    <a:pt x="8878251" y="465347"/>
                  </a:lnTo>
                  <a:lnTo>
                    <a:pt x="8828236" y="441107"/>
                  </a:lnTo>
                  <a:lnTo>
                    <a:pt x="8778248" y="415390"/>
                  </a:lnTo>
                  <a:lnTo>
                    <a:pt x="8728181" y="388464"/>
                  </a:lnTo>
                  <a:lnTo>
                    <a:pt x="8678008" y="360661"/>
                  </a:lnTo>
                  <a:lnTo>
                    <a:pt x="8627760" y="332364"/>
                  </a:lnTo>
                  <a:lnTo>
                    <a:pt x="8577498" y="303987"/>
                  </a:lnTo>
                  <a:lnTo>
                    <a:pt x="8527290" y="275947"/>
                  </a:lnTo>
                  <a:lnTo>
                    <a:pt x="8477182" y="248642"/>
                  </a:lnTo>
                  <a:lnTo>
                    <a:pt x="8427172" y="222427"/>
                  </a:lnTo>
                  <a:lnTo>
                    <a:pt x="8377186" y="197594"/>
                  </a:lnTo>
                  <a:lnTo>
                    <a:pt x="8327057" y="174363"/>
                  </a:lnTo>
                  <a:lnTo>
                    <a:pt x="8276504" y="152878"/>
                  </a:lnTo>
                  <a:lnTo>
                    <a:pt x="8225107" y="133207"/>
                  </a:lnTo>
                  <a:lnTo>
                    <a:pt x="8172276" y="115348"/>
                  </a:lnTo>
                  <a:lnTo>
                    <a:pt x="8151487" y="108973"/>
                  </a:lnTo>
                  <a:lnTo>
                    <a:pt x="8104008" y="95763"/>
                  </a:lnTo>
                  <a:lnTo>
                    <a:pt x="8054020" y="83809"/>
                  </a:lnTo>
                  <a:lnTo>
                    <a:pt x="8000760" y="73056"/>
                  </a:lnTo>
                  <a:lnTo>
                    <a:pt x="7943399" y="63402"/>
                  </a:lnTo>
                  <a:lnTo>
                    <a:pt x="7881088" y="54733"/>
                  </a:lnTo>
                  <a:lnTo>
                    <a:pt x="7813016" y="46934"/>
                  </a:lnTo>
                  <a:lnTo>
                    <a:pt x="7738492" y="39902"/>
                  </a:lnTo>
                  <a:lnTo>
                    <a:pt x="7657047" y="33551"/>
                  </a:lnTo>
                  <a:lnTo>
                    <a:pt x="7568571" y="27813"/>
                  </a:lnTo>
                  <a:lnTo>
                    <a:pt x="7473496" y="22643"/>
                  </a:lnTo>
                  <a:lnTo>
                    <a:pt x="7372981" y="18015"/>
                  </a:lnTo>
                  <a:lnTo>
                    <a:pt x="7269080" y="13923"/>
                  </a:lnTo>
                  <a:lnTo>
                    <a:pt x="7164812" y="10373"/>
                  </a:lnTo>
                  <a:lnTo>
                    <a:pt x="7064060" y="7379"/>
                  </a:lnTo>
                  <a:lnTo>
                    <a:pt x="6971208" y="4948"/>
                  </a:lnTo>
                  <a:lnTo>
                    <a:pt x="6890535" y="3072"/>
                  </a:lnTo>
                  <a:lnTo>
                    <a:pt x="6825452" y="1719"/>
                  </a:lnTo>
                  <a:lnTo>
                    <a:pt x="6777788" y="828"/>
                  </a:lnTo>
                  <a:lnTo>
                    <a:pt x="6747330" y="313"/>
                  </a:lnTo>
                  <a:lnTo>
                    <a:pt x="6731726" y="74"/>
                  </a:lnTo>
                  <a:lnTo>
                    <a:pt x="6726696" y="4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721" y="14"/>
                  </a:lnTo>
                  <a:lnTo>
                    <a:pt x="5245626" y="117"/>
                  </a:lnTo>
                  <a:lnTo>
                    <a:pt x="5225270" y="404"/>
                  </a:lnTo>
                  <a:lnTo>
                    <a:pt x="5189003" y="966"/>
                  </a:lnTo>
                  <a:lnTo>
                    <a:pt x="5135201" y="1892"/>
                  </a:lnTo>
                  <a:lnTo>
                    <a:pt x="5064388" y="3250"/>
                  </a:lnTo>
                  <a:lnTo>
                    <a:pt x="4979013" y="5084"/>
                  </a:lnTo>
                  <a:lnTo>
                    <a:pt x="4882880" y="7416"/>
                  </a:lnTo>
                  <a:lnTo>
                    <a:pt x="4780392" y="10247"/>
                  </a:lnTo>
                  <a:lnTo>
                    <a:pt x="4675818" y="13567"/>
                  </a:lnTo>
                  <a:lnTo>
                    <a:pt x="4572771" y="17366"/>
                  </a:lnTo>
                  <a:lnTo>
                    <a:pt x="4473938" y="21641"/>
                  </a:lnTo>
                  <a:lnTo>
                    <a:pt x="4381047" y="26403"/>
                  </a:lnTo>
                  <a:lnTo>
                    <a:pt x="4294984" y="31682"/>
                  </a:lnTo>
                  <a:lnTo>
                    <a:pt x="4215968" y="37524"/>
                  </a:lnTo>
                  <a:lnTo>
                    <a:pt x="4143747" y="43996"/>
                  </a:lnTo>
                  <a:lnTo>
                    <a:pt x="4077759" y="51179"/>
                  </a:lnTo>
                  <a:lnTo>
                    <a:pt x="4017260" y="59169"/>
                  </a:lnTo>
                  <a:lnTo>
                    <a:pt x="3961418" y="68071"/>
                  </a:lnTo>
                  <a:lnTo>
                    <a:pt x="3909383" y="77983"/>
                  </a:lnTo>
                  <a:lnTo>
                    <a:pt x="3860343" y="88984"/>
                  </a:lnTo>
                  <a:lnTo>
                    <a:pt x="3829811" y="96713"/>
                  </a:lnTo>
                  <a:lnTo>
                    <a:pt x="3775720" y="112114"/>
                  </a:lnTo>
                  <a:lnTo>
                    <a:pt x="3723367" y="129141"/>
                  </a:lnTo>
                  <a:lnTo>
                    <a:pt x="3672072" y="147815"/>
                  </a:lnTo>
                  <a:lnTo>
                    <a:pt x="3621345" y="168097"/>
                  </a:lnTo>
                  <a:lnTo>
                    <a:pt x="3570847" y="189882"/>
                  </a:lnTo>
                  <a:lnTo>
                    <a:pt x="3520370" y="212992"/>
                  </a:lnTo>
                  <a:lnTo>
                    <a:pt x="3469809" y="237181"/>
                  </a:lnTo>
                  <a:lnTo>
                    <a:pt x="3419140" y="262141"/>
                  </a:lnTo>
                  <a:lnTo>
                    <a:pt x="3368398" y="287519"/>
                  </a:lnTo>
                  <a:lnTo>
                    <a:pt x="3317649" y="312936"/>
                  </a:lnTo>
                  <a:lnTo>
                    <a:pt x="3266961" y="338012"/>
                  </a:lnTo>
                  <a:lnTo>
                    <a:pt x="3216377" y="362386"/>
                  </a:lnTo>
                  <a:lnTo>
                    <a:pt x="3165889" y="385741"/>
                  </a:lnTo>
                  <a:lnTo>
                    <a:pt x="3115409" y="407816"/>
                  </a:lnTo>
                  <a:lnTo>
                    <a:pt x="3064751" y="428419"/>
                  </a:lnTo>
                  <a:lnTo>
                    <a:pt x="3013608" y="447429"/>
                  </a:lnTo>
                  <a:lnTo>
                    <a:pt x="2961522" y="464795"/>
                  </a:lnTo>
                  <a:lnTo>
                    <a:pt x="2907855" y="480527"/>
                  </a:lnTo>
                  <a:lnTo>
                    <a:pt x="2896531" y="483569"/>
                  </a:lnTo>
                  <a:lnTo>
                    <a:pt x="2849038" y="495296"/>
                  </a:lnTo>
                  <a:lnTo>
                    <a:pt x="2799032" y="505908"/>
                  </a:lnTo>
                  <a:lnTo>
                    <a:pt x="2745754" y="515453"/>
                  </a:lnTo>
                  <a:lnTo>
                    <a:pt x="2688370" y="524022"/>
                  </a:lnTo>
                  <a:lnTo>
                    <a:pt x="2626032" y="531717"/>
                  </a:lnTo>
                  <a:lnTo>
                    <a:pt x="2557929" y="538640"/>
                  </a:lnTo>
                  <a:lnTo>
                    <a:pt x="2483368" y="544881"/>
                  </a:lnTo>
                  <a:lnTo>
                    <a:pt x="2401881" y="550519"/>
                  </a:lnTo>
                  <a:lnTo>
                    <a:pt x="2313360" y="555611"/>
                  </a:lnTo>
                  <a:lnTo>
                    <a:pt x="2218238" y="560200"/>
                  </a:lnTo>
                  <a:lnTo>
                    <a:pt x="2117677" y="564307"/>
                  </a:lnTo>
                  <a:lnTo>
                    <a:pt x="2013736" y="567938"/>
                  </a:lnTo>
                  <a:lnTo>
                    <a:pt x="1909442" y="571087"/>
                  </a:lnTo>
                  <a:lnTo>
                    <a:pt x="1808683" y="573743"/>
                  </a:lnTo>
                  <a:lnTo>
                    <a:pt x="1715847" y="575899"/>
                  </a:lnTo>
                  <a:lnTo>
                    <a:pt x="1635217" y="577563"/>
                  </a:lnTo>
                  <a:lnTo>
                    <a:pt x="1570200" y="578762"/>
                  </a:lnTo>
                  <a:lnTo>
                    <a:pt x="1522617" y="579551"/>
                  </a:lnTo>
                  <a:lnTo>
                    <a:pt x="1492243" y="580006"/>
                  </a:lnTo>
                  <a:lnTo>
                    <a:pt x="1476713" y="580217"/>
                  </a:lnTo>
                  <a:lnTo>
                    <a:pt x="1471730" y="580278"/>
                  </a:lnTo>
                  <a:lnTo>
                    <a:pt x="1471387" y="580282"/>
                  </a:lnTo>
                  <a:lnTo>
                    <a:pt x="0" y="580282"/>
                  </a:lnTo>
                  <a:close/>
                </a:path>
              </a:pathLst>
            </a:custGeom>
            <a:solidFill>
              <a:srgbClr val="F28E5B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927" name="pl927"/>
            <p:cNvSpPr/>
            <p:nvPr/>
          </p:nvSpPr>
          <p:spPr>
            <a:xfrm>
              <a:off x="4799595" y="6916770"/>
              <a:ext cx="11981298" cy="653839"/>
            </a:xfrm>
            <a:custGeom>
              <a:avLst/>
              <a:pathLst>
                <a:path w="11981298" h="653839">
                  <a:moveTo>
                    <a:pt x="0" y="580282"/>
                  </a:moveTo>
                  <a:lnTo>
                    <a:pt x="1471387" y="580282"/>
                  </a:lnTo>
                  <a:lnTo>
                    <a:pt x="1472621" y="580268"/>
                  </a:lnTo>
                  <a:lnTo>
                    <a:pt x="1480716" y="580164"/>
                  </a:lnTo>
                  <a:lnTo>
                    <a:pt x="1501072" y="579878"/>
                  </a:lnTo>
                  <a:lnTo>
                    <a:pt x="1537339" y="579316"/>
                  </a:lnTo>
                  <a:lnTo>
                    <a:pt x="1591142" y="578390"/>
                  </a:lnTo>
                  <a:lnTo>
                    <a:pt x="1661955" y="577032"/>
                  </a:lnTo>
                  <a:lnTo>
                    <a:pt x="1747329" y="575198"/>
                  </a:lnTo>
                  <a:lnTo>
                    <a:pt x="1843462" y="572866"/>
                  </a:lnTo>
                  <a:lnTo>
                    <a:pt x="1945951" y="570035"/>
                  </a:lnTo>
                  <a:lnTo>
                    <a:pt x="2050524" y="566715"/>
                  </a:lnTo>
                  <a:lnTo>
                    <a:pt x="2153571" y="562916"/>
                  </a:lnTo>
                  <a:lnTo>
                    <a:pt x="2252404" y="558641"/>
                  </a:lnTo>
                  <a:lnTo>
                    <a:pt x="2345295" y="553879"/>
                  </a:lnTo>
                  <a:lnTo>
                    <a:pt x="2431359" y="548600"/>
                  </a:lnTo>
                  <a:lnTo>
                    <a:pt x="2510374" y="542758"/>
                  </a:lnTo>
                  <a:lnTo>
                    <a:pt x="2582595" y="536286"/>
                  </a:lnTo>
                  <a:lnTo>
                    <a:pt x="2648583" y="529103"/>
                  </a:lnTo>
                  <a:lnTo>
                    <a:pt x="2709082" y="521112"/>
                  </a:lnTo>
                  <a:lnTo>
                    <a:pt x="2764924" y="512211"/>
                  </a:lnTo>
                  <a:lnTo>
                    <a:pt x="2816959" y="502299"/>
                  </a:lnTo>
                  <a:lnTo>
                    <a:pt x="2865999" y="491298"/>
                  </a:lnTo>
                  <a:lnTo>
                    <a:pt x="2896531" y="483569"/>
                  </a:lnTo>
                  <a:lnTo>
                    <a:pt x="2950622" y="468168"/>
                  </a:lnTo>
                  <a:lnTo>
                    <a:pt x="3002975" y="451141"/>
                  </a:lnTo>
                  <a:lnTo>
                    <a:pt x="3054270" y="432467"/>
                  </a:lnTo>
                  <a:lnTo>
                    <a:pt x="3104998" y="412185"/>
                  </a:lnTo>
                  <a:lnTo>
                    <a:pt x="3155495" y="390399"/>
                  </a:lnTo>
                  <a:lnTo>
                    <a:pt x="3205972" y="367289"/>
                  </a:lnTo>
                  <a:lnTo>
                    <a:pt x="3256534" y="343101"/>
                  </a:lnTo>
                  <a:lnTo>
                    <a:pt x="3307202" y="318141"/>
                  </a:lnTo>
                  <a:lnTo>
                    <a:pt x="3357944" y="292763"/>
                  </a:lnTo>
                  <a:lnTo>
                    <a:pt x="3408693" y="267346"/>
                  </a:lnTo>
                  <a:lnTo>
                    <a:pt x="3459381" y="242270"/>
                  </a:lnTo>
                  <a:lnTo>
                    <a:pt x="3509965" y="217896"/>
                  </a:lnTo>
                  <a:lnTo>
                    <a:pt x="3560454" y="194541"/>
                  </a:lnTo>
                  <a:lnTo>
                    <a:pt x="3610934" y="172466"/>
                  </a:lnTo>
                  <a:lnTo>
                    <a:pt x="3661591" y="151863"/>
                  </a:lnTo>
                  <a:lnTo>
                    <a:pt x="3712734" y="132853"/>
                  </a:lnTo>
                  <a:lnTo>
                    <a:pt x="3764820" y="115487"/>
                  </a:lnTo>
                  <a:lnTo>
                    <a:pt x="3818487" y="99755"/>
                  </a:lnTo>
                  <a:lnTo>
                    <a:pt x="3829811" y="96713"/>
                  </a:lnTo>
                  <a:lnTo>
                    <a:pt x="3877304" y="84986"/>
                  </a:lnTo>
                  <a:lnTo>
                    <a:pt x="3927310" y="74374"/>
                  </a:lnTo>
                  <a:lnTo>
                    <a:pt x="3980588" y="64829"/>
                  </a:lnTo>
                  <a:lnTo>
                    <a:pt x="4037972" y="56259"/>
                  </a:lnTo>
                  <a:lnTo>
                    <a:pt x="4100310" y="48564"/>
                  </a:lnTo>
                  <a:lnTo>
                    <a:pt x="4168414" y="41642"/>
                  </a:lnTo>
                  <a:lnTo>
                    <a:pt x="4242974" y="35401"/>
                  </a:lnTo>
                  <a:lnTo>
                    <a:pt x="4324461" y="29763"/>
                  </a:lnTo>
                  <a:lnTo>
                    <a:pt x="4412982" y="24671"/>
                  </a:lnTo>
                  <a:lnTo>
                    <a:pt x="4508104" y="20082"/>
                  </a:lnTo>
                  <a:lnTo>
                    <a:pt x="4608665" y="15975"/>
                  </a:lnTo>
                  <a:lnTo>
                    <a:pt x="4712606" y="12344"/>
                  </a:lnTo>
                  <a:lnTo>
                    <a:pt x="4816900" y="9195"/>
                  </a:lnTo>
                  <a:lnTo>
                    <a:pt x="4917659" y="6538"/>
                  </a:lnTo>
                  <a:lnTo>
                    <a:pt x="5010495" y="4382"/>
                  </a:lnTo>
                  <a:lnTo>
                    <a:pt x="5091125" y="2719"/>
                  </a:lnTo>
                  <a:lnTo>
                    <a:pt x="5156142" y="1520"/>
                  </a:lnTo>
                  <a:lnTo>
                    <a:pt x="5203725" y="731"/>
                  </a:lnTo>
                  <a:lnTo>
                    <a:pt x="5234100" y="276"/>
                  </a:lnTo>
                  <a:lnTo>
                    <a:pt x="5249629" y="65"/>
                  </a:lnTo>
                  <a:lnTo>
                    <a:pt x="5254612" y="3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575" y="16"/>
                  </a:lnTo>
                  <a:lnTo>
                    <a:pt x="6735663" y="132"/>
                  </a:lnTo>
                  <a:lnTo>
                    <a:pt x="6756002" y="454"/>
                  </a:lnTo>
                  <a:lnTo>
                    <a:pt x="6792239" y="1088"/>
                  </a:lnTo>
                  <a:lnTo>
                    <a:pt x="6846001" y="2130"/>
                  </a:lnTo>
                  <a:lnTo>
                    <a:pt x="6916764" y="3658"/>
                  </a:lnTo>
                  <a:lnTo>
                    <a:pt x="7002087" y="5723"/>
                  </a:lnTo>
                  <a:lnTo>
                    <a:pt x="7098171" y="8349"/>
                  </a:lnTo>
                  <a:lnTo>
                    <a:pt x="7200617" y="11536"/>
                  </a:lnTo>
                  <a:lnTo>
                    <a:pt x="7305158" y="15274"/>
                  </a:lnTo>
                  <a:lnTo>
                    <a:pt x="7408183" y="19552"/>
                  </a:lnTo>
                  <a:lnTo>
                    <a:pt x="7507004" y="24365"/>
                  </a:lnTo>
                  <a:lnTo>
                    <a:pt x="7599891" y="29728"/>
                  </a:lnTo>
                  <a:lnTo>
                    <a:pt x="7685957" y="35671"/>
                  </a:lnTo>
                  <a:lnTo>
                    <a:pt x="7764980" y="42249"/>
                  </a:lnTo>
                  <a:lnTo>
                    <a:pt x="7837210" y="49535"/>
                  </a:lnTo>
                  <a:lnTo>
                    <a:pt x="7903207" y="57622"/>
                  </a:lnTo>
                  <a:lnTo>
                    <a:pt x="7963715" y="66617"/>
                  </a:lnTo>
                  <a:lnTo>
                    <a:pt x="8019564" y="76638"/>
                  </a:lnTo>
                  <a:lnTo>
                    <a:pt x="8071603" y="87795"/>
                  </a:lnTo>
                  <a:lnTo>
                    <a:pt x="8120645" y="100179"/>
                  </a:lnTo>
                  <a:lnTo>
                    <a:pt x="8151487" y="108973"/>
                  </a:lnTo>
                  <a:lnTo>
                    <a:pt x="8205066" y="126150"/>
                  </a:lnTo>
                  <a:lnTo>
                    <a:pt x="8256933" y="145123"/>
                  </a:lnTo>
                  <a:lnTo>
                    <a:pt x="8307751" y="165917"/>
                  </a:lnTo>
                  <a:lnTo>
                    <a:pt x="8358002" y="188491"/>
                  </a:lnTo>
                  <a:lnTo>
                    <a:pt x="8408017" y="212732"/>
                  </a:lnTo>
                  <a:lnTo>
                    <a:pt x="8458005" y="238449"/>
                  </a:lnTo>
                  <a:lnTo>
                    <a:pt x="8508072" y="265375"/>
                  </a:lnTo>
                  <a:lnTo>
                    <a:pt x="8558245" y="293178"/>
                  </a:lnTo>
                  <a:lnTo>
                    <a:pt x="8608493" y="321475"/>
                  </a:lnTo>
                  <a:lnTo>
                    <a:pt x="8658755" y="349852"/>
                  </a:lnTo>
                  <a:lnTo>
                    <a:pt x="8708963" y="377892"/>
                  </a:lnTo>
                  <a:lnTo>
                    <a:pt x="8759071" y="405196"/>
                  </a:lnTo>
                  <a:lnTo>
                    <a:pt x="8809082" y="431412"/>
                  </a:lnTo>
                  <a:lnTo>
                    <a:pt x="8859068" y="456245"/>
                  </a:lnTo>
                  <a:lnTo>
                    <a:pt x="8909196" y="479475"/>
                  </a:lnTo>
                  <a:lnTo>
                    <a:pt x="8959749" y="500960"/>
                  </a:lnTo>
                  <a:lnTo>
                    <a:pt x="9011147" y="520632"/>
                  </a:lnTo>
                  <a:lnTo>
                    <a:pt x="9063977" y="538491"/>
                  </a:lnTo>
                  <a:lnTo>
                    <a:pt x="9084767" y="544866"/>
                  </a:lnTo>
                  <a:lnTo>
                    <a:pt x="9132245" y="558076"/>
                  </a:lnTo>
                  <a:lnTo>
                    <a:pt x="9182234" y="570030"/>
                  </a:lnTo>
                  <a:lnTo>
                    <a:pt x="9235493" y="580783"/>
                  </a:lnTo>
                  <a:lnTo>
                    <a:pt x="9292854" y="590437"/>
                  </a:lnTo>
                  <a:lnTo>
                    <a:pt x="9355166" y="599106"/>
                  </a:lnTo>
                  <a:lnTo>
                    <a:pt x="9423237" y="606904"/>
                  </a:lnTo>
                  <a:lnTo>
                    <a:pt x="9497761" y="613936"/>
                  </a:lnTo>
                  <a:lnTo>
                    <a:pt x="9579207" y="620288"/>
                  </a:lnTo>
                  <a:lnTo>
                    <a:pt x="9667682" y="626026"/>
                  </a:lnTo>
                  <a:lnTo>
                    <a:pt x="9762757" y="631196"/>
                  </a:lnTo>
                  <a:lnTo>
                    <a:pt x="9863272" y="635824"/>
                  </a:lnTo>
                  <a:lnTo>
                    <a:pt x="9967173" y="639916"/>
                  </a:lnTo>
                  <a:lnTo>
                    <a:pt x="10071441" y="643466"/>
                  </a:lnTo>
                  <a:lnTo>
                    <a:pt x="10172193" y="646460"/>
                  </a:lnTo>
                  <a:lnTo>
                    <a:pt x="10265045" y="648891"/>
                  </a:lnTo>
                  <a:lnTo>
                    <a:pt x="10345719" y="650767"/>
                  </a:lnTo>
                  <a:lnTo>
                    <a:pt x="10410801" y="652120"/>
                  </a:lnTo>
                  <a:lnTo>
                    <a:pt x="10458465" y="653011"/>
                  </a:lnTo>
                  <a:lnTo>
                    <a:pt x="10488924" y="653526"/>
                  </a:lnTo>
                  <a:lnTo>
                    <a:pt x="10504527" y="653765"/>
                  </a:lnTo>
                  <a:lnTo>
                    <a:pt x="10509558" y="653835"/>
                  </a:lnTo>
                  <a:lnTo>
                    <a:pt x="10509911" y="653839"/>
                  </a:lnTo>
                  <a:lnTo>
                    <a:pt x="11981298" y="65383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28" name="pl928"/>
            <p:cNvSpPr/>
            <p:nvPr/>
          </p:nvSpPr>
          <p:spPr>
            <a:xfrm>
              <a:off x="4799595" y="6908597"/>
              <a:ext cx="11981298" cy="653839"/>
            </a:xfrm>
            <a:custGeom>
              <a:avLst/>
              <a:pathLst>
                <a:path w="11981298" h="653839">
                  <a:moveTo>
                    <a:pt x="11981298" y="653839"/>
                  </a:moveTo>
                  <a:lnTo>
                    <a:pt x="10509911" y="653839"/>
                  </a:lnTo>
                  <a:lnTo>
                    <a:pt x="10508678" y="653823"/>
                  </a:lnTo>
                  <a:lnTo>
                    <a:pt x="10500590" y="653707"/>
                  </a:lnTo>
                  <a:lnTo>
                    <a:pt x="10480252" y="653385"/>
                  </a:lnTo>
                  <a:lnTo>
                    <a:pt x="10444014" y="652751"/>
                  </a:lnTo>
                  <a:lnTo>
                    <a:pt x="10390253" y="651709"/>
                  </a:lnTo>
                  <a:lnTo>
                    <a:pt x="10319489" y="650181"/>
                  </a:lnTo>
                  <a:lnTo>
                    <a:pt x="10234166" y="648115"/>
                  </a:lnTo>
                  <a:lnTo>
                    <a:pt x="10138083" y="645490"/>
                  </a:lnTo>
                  <a:lnTo>
                    <a:pt x="10035637" y="642302"/>
                  </a:lnTo>
                  <a:lnTo>
                    <a:pt x="9931096" y="638564"/>
                  </a:lnTo>
                  <a:lnTo>
                    <a:pt x="9828070" y="634287"/>
                  </a:lnTo>
                  <a:lnTo>
                    <a:pt x="9729249" y="629474"/>
                  </a:lnTo>
                  <a:lnTo>
                    <a:pt x="9636362" y="624111"/>
                  </a:lnTo>
                  <a:lnTo>
                    <a:pt x="9550296" y="618168"/>
                  </a:lnTo>
                  <a:lnTo>
                    <a:pt x="9471273" y="611590"/>
                  </a:lnTo>
                  <a:lnTo>
                    <a:pt x="9399044" y="604304"/>
                  </a:lnTo>
                  <a:lnTo>
                    <a:pt x="9333046" y="596217"/>
                  </a:lnTo>
                  <a:lnTo>
                    <a:pt x="9272538" y="587222"/>
                  </a:lnTo>
                  <a:lnTo>
                    <a:pt x="9216689" y="577201"/>
                  </a:lnTo>
                  <a:lnTo>
                    <a:pt x="9164650" y="566044"/>
                  </a:lnTo>
                  <a:lnTo>
                    <a:pt x="9115608" y="553659"/>
                  </a:lnTo>
                  <a:lnTo>
                    <a:pt x="9084767" y="544866"/>
                  </a:lnTo>
                  <a:lnTo>
                    <a:pt x="9031187" y="527689"/>
                  </a:lnTo>
                  <a:lnTo>
                    <a:pt x="8979321" y="508716"/>
                  </a:lnTo>
                  <a:lnTo>
                    <a:pt x="8928502" y="487922"/>
                  </a:lnTo>
                  <a:lnTo>
                    <a:pt x="8878251" y="465347"/>
                  </a:lnTo>
                  <a:lnTo>
                    <a:pt x="8828236" y="441107"/>
                  </a:lnTo>
                  <a:lnTo>
                    <a:pt x="8778248" y="415390"/>
                  </a:lnTo>
                  <a:lnTo>
                    <a:pt x="8728181" y="388464"/>
                  </a:lnTo>
                  <a:lnTo>
                    <a:pt x="8678008" y="360661"/>
                  </a:lnTo>
                  <a:lnTo>
                    <a:pt x="8627760" y="332364"/>
                  </a:lnTo>
                  <a:lnTo>
                    <a:pt x="8577498" y="303987"/>
                  </a:lnTo>
                  <a:lnTo>
                    <a:pt x="8527290" y="275947"/>
                  </a:lnTo>
                  <a:lnTo>
                    <a:pt x="8477182" y="248642"/>
                  </a:lnTo>
                  <a:lnTo>
                    <a:pt x="8427172" y="222427"/>
                  </a:lnTo>
                  <a:lnTo>
                    <a:pt x="8377186" y="197594"/>
                  </a:lnTo>
                  <a:lnTo>
                    <a:pt x="8327057" y="174363"/>
                  </a:lnTo>
                  <a:lnTo>
                    <a:pt x="8276504" y="152878"/>
                  </a:lnTo>
                  <a:lnTo>
                    <a:pt x="8225107" y="133207"/>
                  </a:lnTo>
                  <a:lnTo>
                    <a:pt x="8172276" y="115348"/>
                  </a:lnTo>
                  <a:lnTo>
                    <a:pt x="8151487" y="108973"/>
                  </a:lnTo>
                  <a:lnTo>
                    <a:pt x="8104008" y="95763"/>
                  </a:lnTo>
                  <a:lnTo>
                    <a:pt x="8054020" y="83809"/>
                  </a:lnTo>
                  <a:lnTo>
                    <a:pt x="8000760" y="73056"/>
                  </a:lnTo>
                  <a:lnTo>
                    <a:pt x="7943399" y="63402"/>
                  </a:lnTo>
                  <a:lnTo>
                    <a:pt x="7881088" y="54733"/>
                  </a:lnTo>
                  <a:lnTo>
                    <a:pt x="7813016" y="46934"/>
                  </a:lnTo>
                  <a:lnTo>
                    <a:pt x="7738492" y="39902"/>
                  </a:lnTo>
                  <a:lnTo>
                    <a:pt x="7657047" y="33551"/>
                  </a:lnTo>
                  <a:lnTo>
                    <a:pt x="7568571" y="27813"/>
                  </a:lnTo>
                  <a:lnTo>
                    <a:pt x="7473496" y="22643"/>
                  </a:lnTo>
                  <a:lnTo>
                    <a:pt x="7372981" y="18015"/>
                  </a:lnTo>
                  <a:lnTo>
                    <a:pt x="7269080" y="13923"/>
                  </a:lnTo>
                  <a:lnTo>
                    <a:pt x="7164812" y="10373"/>
                  </a:lnTo>
                  <a:lnTo>
                    <a:pt x="7064060" y="7379"/>
                  </a:lnTo>
                  <a:lnTo>
                    <a:pt x="6971208" y="4948"/>
                  </a:lnTo>
                  <a:lnTo>
                    <a:pt x="6890535" y="3072"/>
                  </a:lnTo>
                  <a:lnTo>
                    <a:pt x="6825452" y="1719"/>
                  </a:lnTo>
                  <a:lnTo>
                    <a:pt x="6777788" y="828"/>
                  </a:lnTo>
                  <a:lnTo>
                    <a:pt x="6747330" y="313"/>
                  </a:lnTo>
                  <a:lnTo>
                    <a:pt x="6731726" y="74"/>
                  </a:lnTo>
                  <a:lnTo>
                    <a:pt x="6726696" y="4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721" y="14"/>
                  </a:lnTo>
                  <a:lnTo>
                    <a:pt x="5245626" y="117"/>
                  </a:lnTo>
                  <a:lnTo>
                    <a:pt x="5225270" y="404"/>
                  </a:lnTo>
                  <a:lnTo>
                    <a:pt x="5189003" y="966"/>
                  </a:lnTo>
                  <a:lnTo>
                    <a:pt x="5135201" y="1892"/>
                  </a:lnTo>
                  <a:lnTo>
                    <a:pt x="5064388" y="3250"/>
                  </a:lnTo>
                  <a:lnTo>
                    <a:pt x="4979013" y="5084"/>
                  </a:lnTo>
                  <a:lnTo>
                    <a:pt x="4882880" y="7416"/>
                  </a:lnTo>
                  <a:lnTo>
                    <a:pt x="4780392" y="10247"/>
                  </a:lnTo>
                  <a:lnTo>
                    <a:pt x="4675818" y="13567"/>
                  </a:lnTo>
                  <a:lnTo>
                    <a:pt x="4572771" y="17366"/>
                  </a:lnTo>
                  <a:lnTo>
                    <a:pt x="4473938" y="21641"/>
                  </a:lnTo>
                  <a:lnTo>
                    <a:pt x="4381047" y="26403"/>
                  </a:lnTo>
                  <a:lnTo>
                    <a:pt x="4294984" y="31682"/>
                  </a:lnTo>
                  <a:lnTo>
                    <a:pt x="4215968" y="37524"/>
                  </a:lnTo>
                  <a:lnTo>
                    <a:pt x="4143747" y="43996"/>
                  </a:lnTo>
                  <a:lnTo>
                    <a:pt x="4077759" y="51179"/>
                  </a:lnTo>
                  <a:lnTo>
                    <a:pt x="4017260" y="59169"/>
                  </a:lnTo>
                  <a:lnTo>
                    <a:pt x="3961418" y="68071"/>
                  </a:lnTo>
                  <a:lnTo>
                    <a:pt x="3909383" y="77983"/>
                  </a:lnTo>
                  <a:lnTo>
                    <a:pt x="3860343" y="88984"/>
                  </a:lnTo>
                  <a:lnTo>
                    <a:pt x="3829811" y="96713"/>
                  </a:lnTo>
                  <a:lnTo>
                    <a:pt x="3775720" y="112114"/>
                  </a:lnTo>
                  <a:lnTo>
                    <a:pt x="3723367" y="129141"/>
                  </a:lnTo>
                  <a:lnTo>
                    <a:pt x="3672072" y="147815"/>
                  </a:lnTo>
                  <a:lnTo>
                    <a:pt x="3621345" y="168097"/>
                  </a:lnTo>
                  <a:lnTo>
                    <a:pt x="3570847" y="189882"/>
                  </a:lnTo>
                  <a:lnTo>
                    <a:pt x="3520370" y="212992"/>
                  </a:lnTo>
                  <a:lnTo>
                    <a:pt x="3469809" y="237181"/>
                  </a:lnTo>
                  <a:lnTo>
                    <a:pt x="3419140" y="262141"/>
                  </a:lnTo>
                  <a:lnTo>
                    <a:pt x="3368398" y="287519"/>
                  </a:lnTo>
                  <a:lnTo>
                    <a:pt x="3317649" y="312936"/>
                  </a:lnTo>
                  <a:lnTo>
                    <a:pt x="3266961" y="338012"/>
                  </a:lnTo>
                  <a:lnTo>
                    <a:pt x="3216377" y="362386"/>
                  </a:lnTo>
                  <a:lnTo>
                    <a:pt x="3165889" y="385741"/>
                  </a:lnTo>
                  <a:lnTo>
                    <a:pt x="3115409" y="407816"/>
                  </a:lnTo>
                  <a:lnTo>
                    <a:pt x="3064751" y="428419"/>
                  </a:lnTo>
                  <a:lnTo>
                    <a:pt x="3013608" y="447429"/>
                  </a:lnTo>
                  <a:lnTo>
                    <a:pt x="2961522" y="464795"/>
                  </a:lnTo>
                  <a:lnTo>
                    <a:pt x="2907855" y="480527"/>
                  </a:lnTo>
                  <a:lnTo>
                    <a:pt x="2896531" y="483569"/>
                  </a:lnTo>
                  <a:lnTo>
                    <a:pt x="2849038" y="495296"/>
                  </a:lnTo>
                  <a:lnTo>
                    <a:pt x="2799032" y="505908"/>
                  </a:lnTo>
                  <a:lnTo>
                    <a:pt x="2745754" y="515453"/>
                  </a:lnTo>
                  <a:lnTo>
                    <a:pt x="2688370" y="524022"/>
                  </a:lnTo>
                  <a:lnTo>
                    <a:pt x="2626032" y="531717"/>
                  </a:lnTo>
                  <a:lnTo>
                    <a:pt x="2557929" y="538640"/>
                  </a:lnTo>
                  <a:lnTo>
                    <a:pt x="2483368" y="544881"/>
                  </a:lnTo>
                  <a:lnTo>
                    <a:pt x="2401881" y="550519"/>
                  </a:lnTo>
                  <a:lnTo>
                    <a:pt x="2313360" y="555611"/>
                  </a:lnTo>
                  <a:lnTo>
                    <a:pt x="2218238" y="560200"/>
                  </a:lnTo>
                  <a:lnTo>
                    <a:pt x="2117677" y="564307"/>
                  </a:lnTo>
                  <a:lnTo>
                    <a:pt x="2013736" y="567938"/>
                  </a:lnTo>
                  <a:lnTo>
                    <a:pt x="1909442" y="571087"/>
                  </a:lnTo>
                  <a:lnTo>
                    <a:pt x="1808683" y="573743"/>
                  </a:lnTo>
                  <a:lnTo>
                    <a:pt x="1715847" y="575899"/>
                  </a:lnTo>
                  <a:lnTo>
                    <a:pt x="1635217" y="577563"/>
                  </a:lnTo>
                  <a:lnTo>
                    <a:pt x="1570200" y="578762"/>
                  </a:lnTo>
                  <a:lnTo>
                    <a:pt x="1522617" y="579551"/>
                  </a:lnTo>
                  <a:lnTo>
                    <a:pt x="1492243" y="580006"/>
                  </a:lnTo>
                  <a:lnTo>
                    <a:pt x="1476713" y="580217"/>
                  </a:lnTo>
                  <a:lnTo>
                    <a:pt x="1471730" y="580278"/>
                  </a:lnTo>
                  <a:lnTo>
                    <a:pt x="1471387" y="580282"/>
                  </a:lnTo>
                  <a:lnTo>
                    <a:pt x="0" y="58028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29" name="pg929"/>
            <p:cNvSpPr/>
            <p:nvPr/>
          </p:nvSpPr>
          <p:spPr>
            <a:xfrm>
              <a:off x="4799595" y="7031192"/>
              <a:ext cx="11981298" cy="2549975"/>
            </a:xfrm>
            <a:custGeom>
              <a:avLst/>
              <a:pathLst>
                <a:path w="11981298" h="2549975">
                  <a:moveTo>
                    <a:pt x="0" y="474033"/>
                  </a:moveTo>
                  <a:lnTo>
                    <a:pt x="1471387" y="474033"/>
                  </a:lnTo>
                  <a:lnTo>
                    <a:pt x="1472622" y="474022"/>
                  </a:lnTo>
                  <a:lnTo>
                    <a:pt x="1480727" y="473939"/>
                  </a:lnTo>
                  <a:lnTo>
                    <a:pt x="1501106" y="473709"/>
                  </a:lnTo>
                  <a:lnTo>
                    <a:pt x="1537413" y="473256"/>
                  </a:lnTo>
                  <a:lnTo>
                    <a:pt x="1591269" y="472512"/>
                  </a:lnTo>
                  <a:lnTo>
                    <a:pt x="1662147" y="471421"/>
                  </a:lnTo>
                  <a:lnTo>
                    <a:pt x="1747591" y="469947"/>
                  </a:lnTo>
                  <a:lnTo>
                    <a:pt x="1843789" y="468072"/>
                  </a:lnTo>
                  <a:lnTo>
                    <a:pt x="1946333" y="465797"/>
                  </a:lnTo>
                  <a:lnTo>
                    <a:pt x="2050950" y="463130"/>
                  </a:lnTo>
                  <a:lnTo>
                    <a:pt x="2154026" y="460077"/>
                  </a:lnTo>
                  <a:lnTo>
                    <a:pt x="2252874" y="456642"/>
                  </a:lnTo>
                  <a:lnTo>
                    <a:pt x="2345770" y="452815"/>
                  </a:lnTo>
                  <a:lnTo>
                    <a:pt x="2431830" y="448573"/>
                  </a:lnTo>
                  <a:lnTo>
                    <a:pt x="2510836" y="443878"/>
                  </a:lnTo>
                  <a:lnTo>
                    <a:pt x="2583045" y="438677"/>
                  </a:lnTo>
                  <a:lnTo>
                    <a:pt x="2649020" y="432904"/>
                  </a:lnTo>
                  <a:lnTo>
                    <a:pt x="2709508" y="426481"/>
                  </a:lnTo>
                  <a:lnTo>
                    <a:pt x="2765341" y="419326"/>
                  </a:lnTo>
                  <a:lnTo>
                    <a:pt x="2817370" y="411359"/>
                  </a:lnTo>
                  <a:lnTo>
                    <a:pt x="2866408" y="402516"/>
                  </a:lnTo>
                  <a:lnTo>
                    <a:pt x="2896531" y="396390"/>
                  </a:lnTo>
                  <a:lnTo>
                    <a:pt x="2951338" y="383850"/>
                  </a:lnTo>
                  <a:lnTo>
                    <a:pt x="3004368" y="369970"/>
                  </a:lnTo>
                  <a:lnTo>
                    <a:pt x="3056328" y="354731"/>
                  </a:lnTo>
                  <a:lnTo>
                    <a:pt x="3107722" y="338169"/>
                  </a:lnTo>
                  <a:lnTo>
                    <a:pt x="3158894" y="320374"/>
                  </a:lnTo>
                  <a:lnTo>
                    <a:pt x="3210055" y="301498"/>
                  </a:lnTo>
                  <a:lnTo>
                    <a:pt x="3261308" y="281753"/>
                  </a:lnTo>
                  <a:lnTo>
                    <a:pt x="3312669" y="261397"/>
                  </a:lnTo>
                  <a:lnTo>
                    <a:pt x="3364098" y="240729"/>
                  </a:lnTo>
                  <a:lnTo>
                    <a:pt x="3415527" y="220068"/>
                  </a:lnTo>
                  <a:lnTo>
                    <a:pt x="3466884" y="199729"/>
                  </a:lnTo>
                  <a:lnTo>
                    <a:pt x="3518133" y="180010"/>
                  </a:lnTo>
                  <a:lnTo>
                    <a:pt x="3569292" y="161171"/>
                  </a:lnTo>
                  <a:lnTo>
                    <a:pt x="3620467" y="143418"/>
                  </a:lnTo>
                  <a:lnTo>
                    <a:pt x="3671875" y="126902"/>
                  </a:lnTo>
                  <a:lnTo>
                    <a:pt x="3723864" y="111712"/>
                  </a:lnTo>
                  <a:lnTo>
                    <a:pt x="3776945" y="97880"/>
                  </a:lnTo>
                  <a:lnTo>
                    <a:pt x="3829811" y="85816"/>
                  </a:lnTo>
                  <a:lnTo>
                    <a:pt x="3877324" y="76397"/>
                  </a:lnTo>
                  <a:lnTo>
                    <a:pt x="3927352" y="67875"/>
                  </a:lnTo>
                  <a:lnTo>
                    <a:pt x="3980656" y="60209"/>
                  </a:lnTo>
                  <a:lnTo>
                    <a:pt x="4038069" y="53328"/>
                  </a:lnTo>
                  <a:lnTo>
                    <a:pt x="4100443" y="47149"/>
                  </a:lnTo>
                  <a:lnTo>
                    <a:pt x="4168588" y="41591"/>
                  </a:lnTo>
                  <a:lnTo>
                    <a:pt x="4243196" y="36580"/>
                  </a:lnTo>
                  <a:lnTo>
                    <a:pt x="4324739" y="32053"/>
                  </a:lnTo>
                  <a:lnTo>
                    <a:pt x="4413320" y="27965"/>
                  </a:lnTo>
                  <a:lnTo>
                    <a:pt x="4508504" y="24281"/>
                  </a:lnTo>
                  <a:lnTo>
                    <a:pt x="4609126" y="20984"/>
                  </a:lnTo>
                  <a:lnTo>
                    <a:pt x="4713118" y="18069"/>
                  </a:lnTo>
                  <a:lnTo>
                    <a:pt x="4817447" y="15542"/>
                  </a:lnTo>
                  <a:lnTo>
                    <a:pt x="4918216" y="13411"/>
                  </a:lnTo>
                  <a:lnTo>
                    <a:pt x="5011029" y="11682"/>
                  </a:lnTo>
                  <a:lnTo>
                    <a:pt x="5091603" y="10349"/>
                  </a:lnTo>
                  <a:lnTo>
                    <a:pt x="5156533" y="9388"/>
                  </a:lnTo>
                  <a:lnTo>
                    <a:pt x="5204009" y="8756"/>
                  </a:lnTo>
                  <a:lnTo>
                    <a:pt x="5234273" y="8393"/>
                  </a:lnTo>
                  <a:lnTo>
                    <a:pt x="5249706" y="8224"/>
                  </a:lnTo>
                  <a:lnTo>
                    <a:pt x="5254626" y="8176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506" y="8232"/>
                  </a:lnTo>
                  <a:lnTo>
                    <a:pt x="6735148" y="8659"/>
                  </a:lnTo>
                  <a:lnTo>
                    <a:pt x="6754399" y="9838"/>
                  </a:lnTo>
                  <a:lnTo>
                    <a:pt x="6788787" y="12158"/>
                  </a:lnTo>
                  <a:lnTo>
                    <a:pt x="6839981" y="15980"/>
                  </a:lnTo>
                  <a:lnTo>
                    <a:pt x="6907663" y="21595"/>
                  </a:lnTo>
                  <a:lnTo>
                    <a:pt x="6989701" y="29200"/>
                  </a:lnTo>
                  <a:lnTo>
                    <a:pt x="7082635" y="38893"/>
                  </a:lnTo>
                  <a:lnTo>
                    <a:pt x="7182354" y="50689"/>
                  </a:lnTo>
                  <a:lnTo>
                    <a:pt x="7284772" y="64552"/>
                  </a:lnTo>
                  <a:lnTo>
                    <a:pt x="7386341" y="80436"/>
                  </a:lnTo>
                  <a:lnTo>
                    <a:pt x="7484342" y="98323"/>
                  </a:lnTo>
                  <a:lnTo>
                    <a:pt x="7576946" y="118243"/>
                  </a:lnTo>
                  <a:lnTo>
                    <a:pt x="7663140" y="140297"/>
                  </a:lnTo>
                  <a:lnTo>
                    <a:pt x="7742566" y="164659"/>
                  </a:lnTo>
                  <a:lnTo>
                    <a:pt x="7815353" y="191579"/>
                  </a:lnTo>
                  <a:lnTo>
                    <a:pt x="7881957" y="221377"/>
                  </a:lnTo>
                  <a:lnTo>
                    <a:pt x="7943032" y="254432"/>
                  </a:lnTo>
                  <a:lnTo>
                    <a:pt x="7999343" y="291163"/>
                  </a:lnTo>
                  <a:lnTo>
                    <a:pt x="8051689" y="331995"/>
                  </a:lnTo>
                  <a:lnTo>
                    <a:pt x="8100857" y="377298"/>
                  </a:lnTo>
                  <a:lnTo>
                    <a:pt x="8147568" y="427292"/>
                  </a:lnTo>
                  <a:lnTo>
                    <a:pt x="8151487" y="431806"/>
                  </a:lnTo>
                  <a:lnTo>
                    <a:pt x="8190785" y="479853"/>
                  </a:lnTo>
                  <a:lnTo>
                    <a:pt x="8229061" y="531587"/>
                  </a:lnTo>
                  <a:lnTo>
                    <a:pt x="8266605" y="587084"/>
                  </a:lnTo>
                  <a:lnTo>
                    <a:pt x="8303650" y="646349"/>
                  </a:lnTo>
                  <a:lnTo>
                    <a:pt x="8340378" y="709318"/>
                  </a:lnTo>
                  <a:lnTo>
                    <a:pt x="8376930" y="775844"/>
                  </a:lnTo>
                  <a:lnTo>
                    <a:pt x="8413408" y="845694"/>
                  </a:lnTo>
                  <a:lnTo>
                    <a:pt x="8449881" y="918553"/>
                  </a:lnTo>
                  <a:lnTo>
                    <a:pt x="8486392" y="994020"/>
                  </a:lnTo>
                  <a:lnTo>
                    <a:pt x="8522960" y="1071621"/>
                  </a:lnTo>
                  <a:lnTo>
                    <a:pt x="8559583" y="1150815"/>
                  </a:lnTo>
                  <a:lnTo>
                    <a:pt x="8596246" y="1231011"/>
                  </a:lnTo>
                  <a:lnTo>
                    <a:pt x="8632925" y="1311586"/>
                  </a:lnTo>
                  <a:lnTo>
                    <a:pt x="8669593" y="1391905"/>
                  </a:lnTo>
                  <a:lnTo>
                    <a:pt x="8706225" y="1471339"/>
                  </a:lnTo>
                  <a:lnTo>
                    <a:pt x="8742804" y="1549292"/>
                  </a:lnTo>
                  <a:lnTo>
                    <a:pt x="8779325" y="1625211"/>
                  </a:lnTo>
                  <a:lnTo>
                    <a:pt x="8815804" y="1698607"/>
                  </a:lnTo>
                  <a:lnTo>
                    <a:pt x="8852276" y="1769065"/>
                  </a:lnTo>
                  <a:lnTo>
                    <a:pt x="8888806" y="1836253"/>
                  </a:lnTo>
                  <a:lnTo>
                    <a:pt x="8925491" y="1899923"/>
                  </a:lnTo>
                  <a:lnTo>
                    <a:pt x="8962462" y="1959912"/>
                  </a:lnTo>
                  <a:lnTo>
                    <a:pt x="8999893" y="2016137"/>
                  </a:lnTo>
                  <a:lnTo>
                    <a:pt x="9038007" y="2068594"/>
                  </a:lnTo>
                  <a:lnTo>
                    <a:pt x="9077082" y="2117345"/>
                  </a:lnTo>
                  <a:lnTo>
                    <a:pt x="9084767" y="2126341"/>
                  </a:lnTo>
                  <a:lnTo>
                    <a:pt x="9131296" y="2176741"/>
                  </a:lnTo>
                  <a:lnTo>
                    <a:pt x="9180226" y="2222441"/>
                  </a:lnTo>
                  <a:lnTo>
                    <a:pt x="9232270" y="2263643"/>
                  </a:lnTo>
                  <a:lnTo>
                    <a:pt x="9288208" y="2300710"/>
                  </a:lnTo>
                  <a:lnTo>
                    <a:pt x="9348843" y="2334064"/>
                  </a:lnTo>
                  <a:lnTo>
                    <a:pt x="9414944" y="2364126"/>
                  </a:lnTo>
                  <a:lnTo>
                    <a:pt x="9487178" y="2391280"/>
                  </a:lnTo>
                  <a:lnTo>
                    <a:pt x="9566024" y="2415851"/>
                  </a:lnTo>
                  <a:lnTo>
                    <a:pt x="9651642" y="2438095"/>
                  </a:lnTo>
                  <a:lnTo>
                    <a:pt x="9743725" y="2458194"/>
                  </a:lnTo>
                  <a:lnTo>
                    <a:pt x="9841321" y="2476253"/>
                  </a:lnTo>
                  <a:lnTo>
                    <a:pt x="9942678" y="2492310"/>
                  </a:lnTo>
                  <a:lnTo>
                    <a:pt x="10045152" y="2506348"/>
                  </a:lnTo>
                  <a:lnTo>
                    <a:pt x="10145258" y="2518323"/>
                  </a:lnTo>
                  <a:lnTo>
                    <a:pt x="10238941" y="2528197"/>
                  </a:lnTo>
                  <a:lnTo>
                    <a:pt x="10322065" y="2535980"/>
                  </a:lnTo>
                  <a:lnTo>
                    <a:pt x="10391087" y="2541759"/>
                  </a:lnTo>
                  <a:lnTo>
                    <a:pt x="10443737" y="2545724"/>
                  </a:lnTo>
                  <a:lnTo>
                    <a:pt x="10479532" y="2548161"/>
                  </a:lnTo>
                  <a:lnTo>
                    <a:pt x="10499969" y="2549423"/>
                  </a:lnTo>
                  <a:lnTo>
                    <a:pt x="10508428" y="2549898"/>
                  </a:lnTo>
                  <a:lnTo>
                    <a:pt x="10509911" y="2549975"/>
                  </a:lnTo>
                  <a:lnTo>
                    <a:pt x="11981298" y="2549975"/>
                  </a:lnTo>
                  <a:lnTo>
                    <a:pt x="11981298" y="2541802"/>
                  </a:lnTo>
                  <a:lnTo>
                    <a:pt x="10509911" y="2541802"/>
                  </a:lnTo>
                  <a:lnTo>
                    <a:pt x="10508748" y="2541742"/>
                  </a:lnTo>
                  <a:lnTo>
                    <a:pt x="10501106" y="2541316"/>
                  </a:lnTo>
                  <a:lnTo>
                    <a:pt x="10481854" y="2540137"/>
                  </a:lnTo>
                  <a:lnTo>
                    <a:pt x="10447466" y="2537816"/>
                  </a:lnTo>
                  <a:lnTo>
                    <a:pt x="10396272" y="2533994"/>
                  </a:lnTo>
                  <a:lnTo>
                    <a:pt x="10328590" y="2528380"/>
                  </a:lnTo>
                  <a:lnTo>
                    <a:pt x="10246552" y="2520774"/>
                  </a:lnTo>
                  <a:lnTo>
                    <a:pt x="10153618" y="2511081"/>
                  </a:lnTo>
                  <a:lnTo>
                    <a:pt x="10053899" y="2499285"/>
                  </a:lnTo>
                  <a:lnTo>
                    <a:pt x="9951482" y="2485423"/>
                  </a:lnTo>
                  <a:lnTo>
                    <a:pt x="9849912" y="2469538"/>
                  </a:lnTo>
                  <a:lnTo>
                    <a:pt x="9751911" y="2451652"/>
                  </a:lnTo>
                  <a:lnTo>
                    <a:pt x="9659307" y="2431731"/>
                  </a:lnTo>
                  <a:lnTo>
                    <a:pt x="9573114" y="2409677"/>
                  </a:lnTo>
                  <a:lnTo>
                    <a:pt x="9493687" y="2385315"/>
                  </a:lnTo>
                  <a:lnTo>
                    <a:pt x="9420900" y="2358395"/>
                  </a:lnTo>
                  <a:lnTo>
                    <a:pt x="9354297" y="2328597"/>
                  </a:lnTo>
                  <a:lnTo>
                    <a:pt x="9293221" y="2295542"/>
                  </a:lnTo>
                  <a:lnTo>
                    <a:pt x="9236911" y="2258811"/>
                  </a:lnTo>
                  <a:lnTo>
                    <a:pt x="9184564" y="2217979"/>
                  </a:lnTo>
                  <a:lnTo>
                    <a:pt x="9135396" y="2172677"/>
                  </a:lnTo>
                  <a:lnTo>
                    <a:pt x="9088685" y="2122682"/>
                  </a:lnTo>
                  <a:lnTo>
                    <a:pt x="9084767" y="2118168"/>
                  </a:lnTo>
                  <a:lnTo>
                    <a:pt x="9045468" y="2070121"/>
                  </a:lnTo>
                  <a:lnTo>
                    <a:pt x="9007193" y="2018387"/>
                  </a:lnTo>
                  <a:lnTo>
                    <a:pt x="8969648" y="1962891"/>
                  </a:lnTo>
                  <a:lnTo>
                    <a:pt x="8932603" y="1903625"/>
                  </a:lnTo>
                  <a:lnTo>
                    <a:pt x="8895875" y="1840656"/>
                  </a:lnTo>
                  <a:lnTo>
                    <a:pt x="8859323" y="1774131"/>
                  </a:lnTo>
                  <a:lnTo>
                    <a:pt x="8822846" y="1704281"/>
                  </a:lnTo>
                  <a:lnTo>
                    <a:pt x="8786372" y="1631422"/>
                  </a:lnTo>
                  <a:lnTo>
                    <a:pt x="8749861" y="1555954"/>
                  </a:lnTo>
                  <a:lnTo>
                    <a:pt x="8713293" y="1478353"/>
                  </a:lnTo>
                  <a:lnTo>
                    <a:pt x="8676671" y="1399159"/>
                  </a:lnTo>
                  <a:lnTo>
                    <a:pt x="8640008" y="1318963"/>
                  </a:lnTo>
                  <a:lnTo>
                    <a:pt x="8603328" y="1238388"/>
                  </a:lnTo>
                  <a:lnTo>
                    <a:pt x="8566660" y="1158070"/>
                  </a:lnTo>
                  <a:lnTo>
                    <a:pt x="8530028" y="1078635"/>
                  </a:lnTo>
                  <a:lnTo>
                    <a:pt x="8493449" y="1000683"/>
                  </a:lnTo>
                  <a:lnTo>
                    <a:pt x="8456928" y="924764"/>
                  </a:lnTo>
                  <a:lnTo>
                    <a:pt x="8420450" y="851368"/>
                  </a:lnTo>
                  <a:lnTo>
                    <a:pt x="8383978" y="780909"/>
                  </a:lnTo>
                  <a:lnTo>
                    <a:pt x="8347447" y="713721"/>
                  </a:lnTo>
                  <a:lnTo>
                    <a:pt x="8310763" y="650051"/>
                  </a:lnTo>
                  <a:lnTo>
                    <a:pt x="8273791" y="590063"/>
                  </a:lnTo>
                  <a:lnTo>
                    <a:pt x="8236360" y="533837"/>
                  </a:lnTo>
                  <a:lnTo>
                    <a:pt x="8198246" y="481380"/>
                  </a:lnTo>
                  <a:lnTo>
                    <a:pt x="8159171" y="432630"/>
                  </a:lnTo>
                  <a:lnTo>
                    <a:pt x="8151487" y="423633"/>
                  </a:lnTo>
                  <a:lnTo>
                    <a:pt x="8104957" y="373234"/>
                  </a:lnTo>
                  <a:lnTo>
                    <a:pt x="8056027" y="327534"/>
                  </a:lnTo>
                  <a:lnTo>
                    <a:pt x="8003984" y="286331"/>
                  </a:lnTo>
                  <a:lnTo>
                    <a:pt x="7948045" y="249264"/>
                  </a:lnTo>
                  <a:lnTo>
                    <a:pt x="7887410" y="215910"/>
                  </a:lnTo>
                  <a:lnTo>
                    <a:pt x="7821310" y="185848"/>
                  </a:lnTo>
                  <a:lnTo>
                    <a:pt x="7749075" y="158694"/>
                  </a:lnTo>
                  <a:lnTo>
                    <a:pt x="7670230" y="134123"/>
                  </a:lnTo>
                  <a:lnTo>
                    <a:pt x="7584611" y="111879"/>
                  </a:lnTo>
                  <a:lnTo>
                    <a:pt x="7492528" y="91780"/>
                  </a:lnTo>
                  <a:lnTo>
                    <a:pt x="7394932" y="73721"/>
                  </a:lnTo>
                  <a:lnTo>
                    <a:pt x="7293575" y="57665"/>
                  </a:lnTo>
                  <a:lnTo>
                    <a:pt x="7191102" y="43627"/>
                  </a:lnTo>
                  <a:lnTo>
                    <a:pt x="7090995" y="31651"/>
                  </a:lnTo>
                  <a:lnTo>
                    <a:pt x="6997313" y="21777"/>
                  </a:lnTo>
                  <a:lnTo>
                    <a:pt x="6914188" y="13995"/>
                  </a:lnTo>
                  <a:lnTo>
                    <a:pt x="6845167" y="8215"/>
                  </a:lnTo>
                  <a:lnTo>
                    <a:pt x="6792516" y="4250"/>
                  </a:lnTo>
                  <a:lnTo>
                    <a:pt x="6756722" y="1814"/>
                  </a:lnTo>
                  <a:lnTo>
                    <a:pt x="6736284" y="552"/>
                  </a:lnTo>
                  <a:lnTo>
                    <a:pt x="6727825" y="76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720" y="11"/>
                  </a:lnTo>
                  <a:lnTo>
                    <a:pt x="5245615" y="94"/>
                  </a:lnTo>
                  <a:lnTo>
                    <a:pt x="5225236" y="324"/>
                  </a:lnTo>
                  <a:lnTo>
                    <a:pt x="5188929" y="777"/>
                  </a:lnTo>
                  <a:lnTo>
                    <a:pt x="5135073" y="1521"/>
                  </a:lnTo>
                  <a:lnTo>
                    <a:pt x="5064195" y="2612"/>
                  </a:lnTo>
                  <a:lnTo>
                    <a:pt x="4978751" y="4086"/>
                  </a:lnTo>
                  <a:lnTo>
                    <a:pt x="4882554" y="5961"/>
                  </a:lnTo>
                  <a:lnTo>
                    <a:pt x="4780009" y="8235"/>
                  </a:lnTo>
                  <a:lnTo>
                    <a:pt x="4675392" y="10903"/>
                  </a:lnTo>
                  <a:lnTo>
                    <a:pt x="4572316" y="13956"/>
                  </a:lnTo>
                  <a:lnTo>
                    <a:pt x="4473468" y="17391"/>
                  </a:lnTo>
                  <a:lnTo>
                    <a:pt x="4380573" y="21218"/>
                  </a:lnTo>
                  <a:lnTo>
                    <a:pt x="4294512" y="25460"/>
                  </a:lnTo>
                  <a:lnTo>
                    <a:pt x="4215506" y="30155"/>
                  </a:lnTo>
                  <a:lnTo>
                    <a:pt x="4143297" y="35356"/>
                  </a:lnTo>
                  <a:lnTo>
                    <a:pt x="4077322" y="41129"/>
                  </a:lnTo>
                  <a:lnTo>
                    <a:pt x="4016834" y="47552"/>
                  </a:lnTo>
                  <a:lnTo>
                    <a:pt x="3961001" y="54707"/>
                  </a:lnTo>
                  <a:lnTo>
                    <a:pt x="3908972" y="62674"/>
                  </a:lnTo>
                  <a:lnTo>
                    <a:pt x="3859934" y="71517"/>
                  </a:lnTo>
                  <a:lnTo>
                    <a:pt x="3829811" y="77643"/>
                  </a:lnTo>
                  <a:lnTo>
                    <a:pt x="3775005" y="90182"/>
                  </a:lnTo>
                  <a:lnTo>
                    <a:pt x="3721974" y="104063"/>
                  </a:lnTo>
                  <a:lnTo>
                    <a:pt x="3670014" y="119302"/>
                  </a:lnTo>
                  <a:lnTo>
                    <a:pt x="3618620" y="135864"/>
                  </a:lnTo>
                  <a:lnTo>
                    <a:pt x="3567448" y="153659"/>
                  </a:lnTo>
                  <a:lnTo>
                    <a:pt x="3516287" y="172534"/>
                  </a:lnTo>
                  <a:lnTo>
                    <a:pt x="3465034" y="192280"/>
                  </a:lnTo>
                  <a:lnTo>
                    <a:pt x="3413673" y="212636"/>
                  </a:lnTo>
                  <a:lnTo>
                    <a:pt x="3362244" y="233303"/>
                  </a:lnTo>
                  <a:lnTo>
                    <a:pt x="3310815" y="253965"/>
                  </a:lnTo>
                  <a:lnTo>
                    <a:pt x="3259458" y="274304"/>
                  </a:lnTo>
                  <a:lnTo>
                    <a:pt x="3208209" y="294023"/>
                  </a:lnTo>
                  <a:lnTo>
                    <a:pt x="3157050" y="312862"/>
                  </a:lnTo>
                  <a:lnTo>
                    <a:pt x="3105875" y="330615"/>
                  </a:lnTo>
                  <a:lnTo>
                    <a:pt x="3054467" y="347131"/>
                  </a:lnTo>
                  <a:lnTo>
                    <a:pt x="3002478" y="362321"/>
                  </a:lnTo>
                  <a:lnTo>
                    <a:pt x="2949397" y="376153"/>
                  </a:lnTo>
                  <a:lnTo>
                    <a:pt x="2896531" y="388217"/>
                  </a:lnTo>
                  <a:lnTo>
                    <a:pt x="2849018" y="397636"/>
                  </a:lnTo>
                  <a:lnTo>
                    <a:pt x="2798990" y="406158"/>
                  </a:lnTo>
                  <a:lnTo>
                    <a:pt x="2745686" y="413823"/>
                  </a:lnTo>
                  <a:lnTo>
                    <a:pt x="2688273" y="420705"/>
                  </a:lnTo>
                  <a:lnTo>
                    <a:pt x="2625899" y="426884"/>
                  </a:lnTo>
                  <a:lnTo>
                    <a:pt x="2557754" y="432442"/>
                  </a:lnTo>
                  <a:lnTo>
                    <a:pt x="2483146" y="437453"/>
                  </a:lnTo>
                  <a:lnTo>
                    <a:pt x="2401604" y="441980"/>
                  </a:lnTo>
                  <a:lnTo>
                    <a:pt x="2313023" y="446068"/>
                  </a:lnTo>
                  <a:lnTo>
                    <a:pt x="2217838" y="449752"/>
                  </a:lnTo>
                  <a:lnTo>
                    <a:pt x="2117217" y="453049"/>
                  </a:lnTo>
                  <a:lnTo>
                    <a:pt x="2013224" y="455963"/>
                  </a:lnTo>
                  <a:lnTo>
                    <a:pt x="1908895" y="458491"/>
                  </a:lnTo>
                  <a:lnTo>
                    <a:pt x="1808126" y="460622"/>
                  </a:lnTo>
                  <a:lnTo>
                    <a:pt x="1715313" y="462351"/>
                  </a:lnTo>
                  <a:lnTo>
                    <a:pt x="1634739" y="463684"/>
                  </a:lnTo>
                  <a:lnTo>
                    <a:pt x="1569809" y="464645"/>
                  </a:lnTo>
                  <a:lnTo>
                    <a:pt x="1522333" y="465277"/>
                  </a:lnTo>
                  <a:lnTo>
                    <a:pt x="1492070" y="465640"/>
                  </a:lnTo>
                  <a:lnTo>
                    <a:pt x="1476636" y="465808"/>
                  </a:lnTo>
                  <a:lnTo>
                    <a:pt x="1471716" y="465857"/>
                  </a:lnTo>
                  <a:lnTo>
                    <a:pt x="1471387" y="465860"/>
                  </a:lnTo>
                  <a:lnTo>
                    <a:pt x="0" y="465860"/>
                  </a:lnTo>
                  <a:close/>
                </a:path>
              </a:pathLst>
            </a:custGeom>
            <a:solidFill>
              <a:srgbClr val="F28E5B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930" name="pl930"/>
            <p:cNvSpPr/>
            <p:nvPr/>
          </p:nvSpPr>
          <p:spPr>
            <a:xfrm>
              <a:off x="4799595" y="7039365"/>
              <a:ext cx="11981298" cy="2541802"/>
            </a:xfrm>
            <a:custGeom>
              <a:avLst/>
              <a:pathLst>
                <a:path w="11981298" h="2541802">
                  <a:moveTo>
                    <a:pt x="0" y="465860"/>
                  </a:moveTo>
                  <a:lnTo>
                    <a:pt x="1471387" y="465860"/>
                  </a:lnTo>
                  <a:lnTo>
                    <a:pt x="1472622" y="465849"/>
                  </a:lnTo>
                  <a:lnTo>
                    <a:pt x="1480727" y="465766"/>
                  </a:lnTo>
                  <a:lnTo>
                    <a:pt x="1501106" y="465536"/>
                  </a:lnTo>
                  <a:lnTo>
                    <a:pt x="1537413" y="465083"/>
                  </a:lnTo>
                  <a:lnTo>
                    <a:pt x="1591269" y="464339"/>
                  </a:lnTo>
                  <a:lnTo>
                    <a:pt x="1662147" y="463248"/>
                  </a:lnTo>
                  <a:lnTo>
                    <a:pt x="1747591" y="461774"/>
                  </a:lnTo>
                  <a:lnTo>
                    <a:pt x="1843789" y="459899"/>
                  </a:lnTo>
                  <a:lnTo>
                    <a:pt x="1946333" y="457624"/>
                  </a:lnTo>
                  <a:lnTo>
                    <a:pt x="2050950" y="454957"/>
                  </a:lnTo>
                  <a:lnTo>
                    <a:pt x="2154026" y="451904"/>
                  </a:lnTo>
                  <a:lnTo>
                    <a:pt x="2252874" y="448469"/>
                  </a:lnTo>
                  <a:lnTo>
                    <a:pt x="2345770" y="444642"/>
                  </a:lnTo>
                  <a:lnTo>
                    <a:pt x="2431830" y="440400"/>
                  </a:lnTo>
                  <a:lnTo>
                    <a:pt x="2510836" y="435705"/>
                  </a:lnTo>
                  <a:lnTo>
                    <a:pt x="2583045" y="430504"/>
                  </a:lnTo>
                  <a:lnTo>
                    <a:pt x="2649020" y="424731"/>
                  </a:lnTo>
                  <a:lnTo>
                    <a:pt x="2709508" y="418308"/>
                  </a:lnTo>
                  <a:lnTo>
                    <a:pt x="2765341" y="411153"/>
                  </a:lnTo>
                  <a:lnTo>
                    <a:pt x="2817370" y="403186"/>
                  </a:lnTo>
                  <a:lnTo>
                    <a:pt x="2866408" y="394343"/>
                  </a:lnTo>
                  <a:lnTo>
                    <a:pt x="2896531" y="388217"/>
                  </a:lnTo>
                  <a:lnTo>
                    <a:pt x="2951338" y="375677"/>
                  </a:lnTo>
                  <a:lnTo>
                    <a:pt x="3004368" y="361797"/>
                  </a:lnTo>
                  <a:lnTo>
                    <a:pt x="3056328" y="346558"/>
                  </a:lnTo>
                  <a:lnTo>
                    <a:pt x="3107722" y="329996"/>
                  </a:lnTo>
                  <a:lnTo>
                    <a:pt x="3158894" y="312201"/>
                  </a:lnTo>
                  <a:lnTo>
                    <a:pt x="3210055" y="293325"/>
                  </a:lnTo>
                  <a:lnTo>
                    <a:pt x="3261308" y="273580"/>
                  </a:lnTo>
                  <a:lnTo>
                    <a:pt x="3312669" y="253224"/>
                  </a:lnTo>
                  <a:lnTo>
                    <a:pt x="3364098" y="232556"/>
                  </a:lnTo>
                  <a:lnTo>
                    <a:pt x="3415527" y="211895"/>
                  </a:lnTo>
                  <a:lnTo>
                    <a:pt x="3466884" y="191556"/>
                  </a:lnTo>
                  <a:lnTo>
                    <a:pt x="3518133" y="171837"/>
                  </a:lnTo>
                  <a:lnTo>
                    <a:pt x="3569292" y="152998"/>
                  </a:lnTo>
                  <a:lnTo>
                    <a:pt x="3620467" y="135245"/>
                  </a:lnTo>
                  <a:lnTo>
                    <a:pt x="3671875" y="118729"/>
                  </a:lnTo>
                  <a:lnTo>
                    <a:pt x="3723864" y="103539"/>
                  </a:lnTo>
                  <a:lnTo>
                    <a:pt x="3776945" y="89707"/>
                  </a:lnTo>
                  <a:lnTo>
                    <a:pt x="3829811" y="77643"/>
                  </a:lnTo>
                  <a:lnTo>
                    <a:pt x="3877324" y="68224"/>
                  </a:lnTo>
                  <a:lnTo>
                    <a:pt x="3927352" y="59702"/>
                  </a:lnTo>
                  <a:lnTo>
                    <a:pt x="3980656" y="52036"/>
                  </a:lnTo>
                  <a:lnTo>
                    <a:pt x="4038069" y="45155"/>
                  </a:lnTo>
                  <a:lnTo>
                    <a:pt x="4100443" y="38976"/>
                  </a:lnTo>
                  <a:lnTo>
                    <a:pt x="4168588" y="33418"/>
                  </a:lnTo>
                  <a:lnTo>
                    <a:pt x="4243196" y="28407"/>
                  </a:lnTo>
                  <a:lnTo>
                    <a:pt x="4324739" y="23880"/>
                  </a:lnTo>
                  <a:lnTo>
                    <a:pt x="4413320" y="19792"/>
                  </a:lnTo>
                  <a:lnTo>
                    <a:pt x="4508504" y="16108"/>
                  </a:lnTo>
                  <a:lnTo>
                    <a:pt x="4609126" y="12811"/>
                  </a:lnTo>
                  <a:lnTo>
                    <a:pt x="4713118" y="9896"/>
                  </a:lnTo>
                  <a:lnTo>
                    <a:pt x="4817447" y="7369"/>
                  </a:lnTo>
                  <a:lnTo>
                    <a:pt x="4918216" y="5238"/>
                  </a:lnTo>
                  <a:lnTo>
                    <a:pt x="5011029" y="3509"/>
                  </a:lnTo>
                  <a:lnTo>
                    <a:pt x="5091603" y="2176"/>
                  </a:lnTo>
                  <a:lnTo>
                    <a:pt x="5156533" y="1215"/>
                  </a:lnTo>
                  <a:lnTo>
                    <a:pt x="5204009" y="583"/>
                  </a:lnTo>
                  <a:lnTo>
                    <a:pt x="5234273" y="220"/>
                  </a:lnTo>
                  <a:lnTo>
                    <a:pt x="5249706" y="51"/>
                  </a:lnTo>
                  <a:lnTo>
                    <a:pt x="5254626" y="3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506" y="59"/>
                  </a:lnTo>
                  <a:lnTo>
                    <a:pt x="6735148" y="486"/>
                  </a:lnTo>
                  <a:lnTo>
                    <a:pt x="6754399" y="1665"/>
                  </a:lnTo>
                  <a:lnTo>
                    <a:pt x="6788787" y="3985"/>
                  </a:lnTo>
                  <a:lnTo>
                    <a:pt x="6839981" y="7807"/>
                  </a:lnTo>
                  <a:lnTo>
                    <a:pt x="6907663" y="13422"/>
                  </a:lnTo>
                  <a:lnTo>
                    <a:pt x="6989701" y="21027"/>
                  </a:lnTo>
                  <a:lnTo>
                    <a:pt x="7082635" y="30720"/>
                  </a:lnTo>
                  <a:lnTo>
                    <a:pt x="7182354" y="42516"/>
                  </a:lnTo>
                  <a:lnTo>
                    <a:pt x="7284772" y="56379"/>
                  </a:lnTo>
                  <a:lnTo>
                    <a:pt x="7386341" y="72263"/>
                  </a:lnTo>
                  <a:lnTo>
                    <a:pt x="7484342" y="90150"/>
                  </a:lnTo>
                  <a:lnTo>
                    <a:pt x="7576946" y="110070"/>
                  </a:lnTo>
                  <a:lnTo>
                    <a:pt x="7663140" y="132124"/>
                  </a:lnTo>
                  <a:lnTo>
                    <a:pt x="7742566" y="156486"/>
                  </a:lnTo>
                  <a:lnTo>
                    <a:pt x="7815353" y="183406"/>
                  </a:lnTo>
                  <a:lnTo>
                    <a:pt x="7881957" y="213204"/>
                  </a:lnTo>
                  <a:lnTo>
                    <a:pt x="7943032" y="246259"/>
                  </a:lnTo>
                  <a:lnTo>
                    <a:pt x="7999343" y="282990"/>
                  </a:lnTo>
                  <a:lnTo>
                    <a:pt x="8051689" y="323822"/>
                  </a:lnTo>
                  <a:lnTo>
                    <a:pt x="8100857" y="369125"/>
                  </a:lnTo>
                  <a:lnTo>
                    <a:pt x="8147568" y="419119"/>
                  </a:lnTo>
                  <a:lnTo>
                    <a:pt x="8151487" y="423633"/>
                  </a:lnTo>
                  <a:lnTo>
                    <a:pt x="8190785" y="471680"/>
                  </a:lnTo>
                  <a:lnTo>
                    <a:pt x="8229061" y="523414"/>
                  </a:lnTo>
                  <a:lnTo>
                    <a:pt x="8266605" y="578911"/>
                  </a:lnTo>
                  <a:lnTo>
                    <a:pt x="8303650" y="638176"/>
                  </a:lnTo>
                  <a:lnTo>
                    <a:pt x="8340378" y="701145"/>
                  </a:lnTo>
                  <a:lnTo>
                    <a:pt x="8376930" y="767671"/>
                  </a:lnTo>
                  <a:lnTo>
                    <a:pt x="8413408" y="837521"/>
                  </a:lnTo>
                  <a:lnTo>
                    <a:pt x="8449881" y="910380"/>
                  </a:lnTo>
                  <a:lnTo>
                    <a:pt x="8486392" y="985847"/>
                  </a:lnTo>
                  <a:lnTo>
                    <a:pt x="8522960" y="1063448"/>
                  </a:lnTo>
                  <a:lnTo>
                    <a:pt x="8559583" y="1142642"/>
                  </a:lnTo>
                  <a:lnTo>
                    <a:pt x="8596246" y="1222838"/>
                  </a:lnTo>
                  <a:lnTo>
                    <a:pt x="8632925" y="1303413"/>
                  </a:lnTo>
                  <a:lnTo>
                    <a:pt x="8669593" y="1383732"/>
                  </a:lnTo>
                  <a:lnTo>
                    <a:pt x="8706225" y="1463166"/>
                  </a:lnTo>
                  <a:lnTo>
                    <a:pt x="8742804" y="1541119"/>
                  </a:lnTo>
                  <a:lnTo>
                    <a:pt x="8779325" y="1617038"/>
                  </a:lnTo>
                  <a:lnTo>
                    <a:pt x="8815804" y="1690434"/>
                  </a:lnTo>
                  <a:lnTo>
                    <a:pt x="8852276" y="1760892"/>
                  </a:lnTo>
                  <a:lnTo>
                    <a:pt x="8888806" y="1828080"/>
                  </a:lnTo>
                  <a:lnTo>
                    <a:pt x="8925491" y="1891750"/>
                  </a:lnTo>
                  <a:lnTo>
                    <a:pt x="8962462" y="1951739"/>
                  </a:lnTo>
                  <a:lnTo>
                    <a:pt x="8999893" y="2007964"/>
                  </a:lnTo>
                  <a:lnTo>
                    <a:pt x="9038007" y="2060421"/>
                  </a:lnTo>
                  <a:lnTo>
                    <a:pt x="9077082" y="2109172"/>
                  </a:lnTo>
                  <a:lnTo>
                    <a:pt x="9084767" y="2118168"/>
                  </a:lnTo>
                  <a:lnTo>
                    <a:pt x="9131296" y="2168568"/>
                  </a:lnTo>
                  <a:lnTo>
                    <a:pt x="9180226" y="2214268"/>
                  </a:lnTo>
                  <a:lnTo>
                    <a:pt x="9232270" y="2255470"/>
                  </a:lnTo>
                  <a:lnTo>
                    <a:pt x="9288208" y="2292537"/>
                  </a:lnTo>
                  <a:lnTo>
                    <a:pt x="9348843" y="2325891"/>
                  </a:lnTo>
                  <a:lnTo>
                    <a:pt x="9414944" y="2355953"/>
                  </a:lnTo>
                  <a:lnTo>
                    <a:pt x="9487178" y="2383107"/>
                  </a:lnTo>
                  <a:lnTo>
                    <a:pt x="9566024" y="2407678"/>
                  </a:lnTo>
                  <a:lnTo>
                    <a:pt x="9651642" y="2429922"/>
                  </a:lnTo>
                  <a:lnTo>
                    <a:pt x="9743725" y="2450021"/>
                  </a:lnTo>
                  <a:lnTo>
                    <a:pt x="9841321" y="2468080"/>
                  </a:lnTo>
                  <a:lnTo>
                    <a:pt x="9942678" y="2484137"/>
                  </a:lnTo>
                  <a:lnTo>
                    <a:pt x="10045152" y="2498175"/>
                  </a:lnTo>
                  <a:lnTo>
                    <a:pt x="10145258" y="2510150"/>
                  </a:lnTo>
                  <a:lnTo>
                    <a:pt x="10238941" y="2520024"/>
                  </a:lnTo>
                  <a:lnTo>
                    <a:pt x="10322065" y="2527807"/>
                  </a:lnTo>
                  <a:lnTo>
                    <a:pt x="10391087" y="2533586"/>
                  </a:lnTo>
                  <a:lnTo>
                    <a:pt x="10443737" y="2537551"/>
                  </a:lnTo>
                  <a:lnTo>
                    <a:pt x="10479532" y="2539988"/>
                  </a:lnTo>
                  <a:lnTo>
                    <a:pt x="10499969" y="2541250"/>
                  </a:lnTo>
                  <a:lnTo>
                    <a:pt x="10508428" y="2541725"/>
                  </a:lnTo>
                  <a:lnTo>
                    <a:pt x="10509910" y="2541802"/>
                  </a:lnTo>
                  <a:lnTo>
                    <a:pt x="10509911" y="2541802"/>
                  </a:lnTo>
                  <a:lnTo>
                    <a:pt x="11981298" y="254180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31" name="pl931"/>
            <p:cNvSpPr/>
            <p:nvPr/>
          </p:nvSpPr>
          <p:spPr>
            <a:xfrm>
              <a:off x="4799595" y="7031192"/>
              <a:ext cx="11981298" cy="2541802"/>
            </a:xfrm>
            <a:custGeom>
              <a:avLst/>
              <a:pathLst>
                <a:path w="11981298" h="2541802">
                  <a:moveTo>
                    <a:pt x="11981298" y="2541802"/>
                  </a:moveTo>
                  <a:lnTo>
                    <a:pt x="10509911" y="2541802"/>
                  </a:lnTo>
                  <a:lnTo>
                    <a:pt x="10508748" y="2541742"/>
                  </a:lnTo>
                  <a:lnTo>
                    <a:pt x="10501106" y="2541316"/>
                  </a:lnTo>
                  <a:lnTo>
                    <a:pt x="10481854" y="2540137"/>
                  </a:lnTo>
                  <a:lnTo>
                    <a:pt x="10447466" y="2537816"/>
                  </a:lnTo>
                  <a:lnTo>
                    <a:pt x="10396272" y="2533994"/>
                  </a:lnTo>
                  <a:lnTo>
                    <a:pt x="10328590" y="2528380"/>
                  </a:lnTo>
                  <a:lnTo>
                    <a:pt x="10246552" y="2520774"/>
                  </a:lnTo>
                  <a:lnTo>
                    <a:pt x="10153618" y="2511081"/>
                  </a:lnTo>
                  <a:lnTo>
                    <a:pt x="10053899" y="2499285"/>
                  </a:lnTo>
                  <a:lnTo>
                    <a:pt x="9951482" y="2485423"/>
                  </a:lnTo>
                  <a:lnTo>
                    <a:pt x="9849912" y="2469538"/>
                  </a:lnTo>
                  <a:lnTo>
                    <a:pt x="9751911" y="2451652"/>
                  </a:lnTo>
                  <a:lnTo>
                    <a:pt x="9659307" y="2431731"/>
                  </a:lnTo>
                  <a:lnTo>
                    <a:pt x="9573114" y="2409677"/>
                  </a:lnTo>
                  <a:lnTo>
                    <a:pt x="9493687" y="2385315"/>
                  </a:lnTo>
                  <a:lnTo>
                    <a:pt x="9420900" y="2358395"/>
                  </a:lnTo>
                  <a:lnTo>
                    <a:pt x="9354297" y="2328597"/>
                  </a:lnTo>
                  <a:lnTo>
                    <a:pt x="9293221" y="2295542"/>
                  </a:lnTo>
                  <a:lnTo>
                    <a:pt x="9236911" y="2258811"/>
                  </a:lnTo>
                  <a:lnTo>
                    <a:pt x="9184564" y="2217979"/>
                  </a:lnTo>
                  <a:lnTo>
                    <a:pt x="9135396" y="2172677"/>
                  </a:lnTo>
                  <a:lnTo>
                    <a:pt x="9088685" y="2122682"/>
                  </a:lnTo>
                  <a:lnTo>
                    <a:pt x="9084767" y="2118168"/>
                  </a:lnTo>
                  <a:lnTo>
                    <a:pt x="9045468" y="2070121"/>
                  </a:lnTo>
                  <a:lnTo>
                    <a:pt x="9007193" y="2018387"/>
                  </a:lnTo>
                  <a:lnTo>
                    <a:pt x="8969648" y="1962891"/>
                  </a:lnTo>
                  <a:lnTo>
                    <a:pt x="8932603" y="1903625"/>
                  </a:lnTo>
                  <a:lnTo>
                    <a:pt x="8895875" y="1840656"/>
                  </a:lnTo>
                  <a:lnTo>
                    <a:pt x="8859323" y="1774131"/>
                  </a:lnTo>
                  <a:lnTo>
                    <a:pt x="8822846" y="1704281"/>
                  </a:lnTo>
                  <a:lnTo>
                    <a:pt x="8786372" y="1631422"/>
                  </a:lnTo>
                  <a:lnTo>
                    <a:pt x="8749861" y="1555954"/>
                  </a:lnTo>
                  <a:lnTo>
                    <a:pt x="8713293" y="1478353"/>
                  </a:lnTo>
                  <a:lnTo>
                    <a:pt x="8676671" y="1399159"/>
                  </a:lnTo>
                  <a:lnTo>
                    <a:pt x="8640008" y="1318963"/>
                  </a:lnTo>
                  <a:lnTo>
                    <a:pt x="8603328" y="1238388"/>
                  </a:lnTo>
                  <a:lnTo>
                    <a:pt x="8566660" y="1158070"/>
                  </a:lnTo>
                  <a:lnTo>
                    <a:pt x="8530028" y="1078635"/>
                  </a:lnTo>
                  <a:lnTo>
                    <a:pt x="8493449" y="1000683"/>
                  </a:lnTo>
                  <a:lnTo>
                    <a:pt x="8456928" y="924764"/>
                  </a:lnTo>
                  <a:lnTo>
                    <a:pt x="8420450" y="851368"/>
                  </a:lnTo>
                  <a:lnTo>
                    <a:pt x="8383978" y="780909"/>
                  </a:lnTo>
                  <a:lnTo>
                    <a:pt x="8347447" y="713721"/>
                  </a:lnTo>
                  <a:lnTo>
                    <a:pt x="8310763" y="650051"/>
                  </a:lnTo>
                  <a:lnTo>
                    <a:pt x="8273791" y="590063"/>
                  </a:lnTo>
                  <a:lnTo>
                    <a:pt x="8236360" y="533837"/>
                  </a:lnTo>
                  <a:lnTo>
                    <a:pt x="8198246" y="481380"/>
                  </a:lnTo>
                  <a:lnTo>
                    <a:pt x="8159171" y="432630"/>
                  </a:lnTo>
                  <a:lnTo>
                    <a:pt x="8151487" y="423633"/>
                  </a:lnTo>
                  <a:lnTo>
                    <a:pt x="8104957" y="373234"/>
                  </a:lnTo>
                  <a:lnTo>
                    <a:pt x="8056027" y="327534"/>
                  </a:lnTo>
                  <a:lnTo>
                    <a:pt x="8003984" y="286331"/>
                  </a:lnTo>
                  <a:lnTo>
                    <a:pt x="7948045" y="249264"/>
                  </a:lnTo>
                  <a:lnTo>
                    <a:pt x="7887410" y="215910"/>
                  </a:lnTo>
                  <a:lnTo>
                    <a:pt x="7821310" y="185848"/>
                  </a:lnTo>
                  <a:lnTo>
                    <a:pt x="7749075" y="158694"/>
                  </a:lnTo>
                  <a:lnTo>
                    <a:pt x="7670230" y="134123"/>
                  </a:lnTo>
                  <a:lnTo>
                    <a:pt x="7584611" y="111879"/>
                  </a:lnTo>
                  <a:lnTo>
                    <a:pt x="7492528" y="91780"/>
                  </a:lnTo>
                  <a:lnTo>
                    <a:pt x="7394932" y="73721"/>
                  </a:lnTo>
                  <a:lnTo>
                    <a:pt x="7293575" y="57665"/>
                  </a:lnTo>
                  <a:lnTo>
                    <a:pt x="7191102" y="43627"/>
                  </a:lnTo>
                  <a:lnTo>
                    <a:pt x="7090995" y="31651"/>
                  </a:lnTo>
                  <a:lnTo>
                    <a:pt x="6997313" y="21777"/>
                  </a:lnTo>
                  <a:lnTo>
                    <a:pt x="6914188" y="13995"/>
                  </a:lnTo>
                  <a:lnTo>
                    <a:pt x="6845167" y="8215"/>
                  </a:lnTo>
                  <a:lnTo>
                    <a:pt x="6792516" y="4250"/>
                  </a:lnTo>
                  <a:lnTo>
                    <a:pt x="6756722" y="1814"/>
                  </a:lnTo>
                  <a:lnTo>
                    <a:pt x="6736284" y="552"/>
                  </a:lnTo>
                  <a:lnTo>
                    <a:pt x="6727825" y="76"/>
                  </a:lnTo>
                  <a:lnTo>
                    <a:pt x="6726343" y="0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720" y="11"/>
                  </a:lnTo>
                  <a:lnTo>
                    <a:pt x="5245615" y="94"/>
                  </a:lnTo>
                  <a:lnTo>
                    <a:pt x="5225236" y="324"/>
                  </a:lnTo>
                  <a:lnTo>
                    <a:pt x="5188929" y="777"/>
                  </a:lnTo>
                  <a:lnTo>
                    <a:pt x="5135073" y="1521"/>
                  </a:lnTo>
                  <a:lnTo>
                    <a:pt x="5064195" y="2612"/>
                  </a:lnTo>
                  <a:lnTo>
                    <a:pt x="4978751" y="4086"/>
                  </a:lnTo>
                  <a:lnTo>
                    <a:pt x="4882554" y="5961"/>
                  </a:lnTo>
                  <a:lnTo>
                    <a:pt x="4780009" y="8235"/>
                  </a:lnTo>
                  <a:lnTo>
                    <a:pt x="4675392" y="10903"/>
                  </a:lnTo>
                  <a:lnTo>
                    <a:pt x="4572316" y="13956"/>
                  </a:lnTo>
                  <a:lnTo>
                    <a:pt x="4473468" y="17391"/>
                  </a:lnTo>
                  <a:lnTo>
                    <a:pt x="4380573" y="21218"/>
                  </a:lnTo>
                  <a:lnTo>
                    <a:pt x="4294512" y="25460"/>
                  </a:lnTo>
                  <a:lnTo>
                    <a:pt x="4215506" y="30155"/>
                  </a:lnTo>
                  <a:lnTo>
                    <a:pt x="4143297" y="35356"/>
                  </a:lnTo>
                  <a:lnTo>
                    <a:pt x="4077322" y="41129"/>
                  </a:lnTo>
                  <a:lnTo>
                    <a:pt x="4016834" y="47552"/>
                  </a:lnTo>
                  <a:lnTo>
                    <a:pt x="3961001" y="54707"/>
                  </a:lnTo>
                  <a:lnTo>
                    <a:pt x="3908972" y="62674"/>
                  </a:lnTo>
                  <a:lnTo>
                    <a:pt x="3859934" y="71517"/>
                  </a:lnTo>
                  <a:lnTo>
                    <a:pt x="3829811" y="77643"/>
                  </a:lnTo>
                  <a:lnTo>
                    <a:pt x="3775005" y="90182"/>
                  </a:lnTo>
                  <a:lnTo>
                    <a:pt x="3721974" y="104063"/>
                  </a:lnTo>
                  <a:lnTo>
                    <a:pt x="3670014" y="119302"/>
                  </a:lnTo>
                  <a:lnTo>
                    <a:pt x="3618620" y="135864"/>
                  </a:lnTo>
                  <a:lnTo>
                    <a:pt x="3567448" y="153659"/>
                  </a:lnTo>
                  <a:lnTo>
                    <a:pt x="3516287" y="172534"/>
                  </a:lnTo>
                  <a:lnTo>
                    <a:pt x="3465034" y="192280"/>
                  </a:lnTo>
                  <a:lnTo>
                    <a:pt x="3413673" y="212636"/>
                  </a:lnTo>
                  <a:lnTo>
                    <a:pt x="3362244" y="233303"/>
                  </a:lnTo>
                  <a:lnTo>
                    <a:pt x="3310815" y="253965"/>
                  </a:lnTo>
                  <a:lnTo>
                    <a:pt x="3259458" y="274304"/>
                  </a:lnTo>
                  <a:lnTo>
                    <a:pt x="3208209" y="294023"/>
                  </a:lnTo>
                  <a:lnTo>
                    <a:pt x="3157050" y="312862"/>
                  </a:lnTo>
                  <a:lnTo>
                    <a:pt x="3105875" y="330615"/>
                  </a:lnTo>
                  <a:lnTo>
                    <a:pt x="3054467" y="347131"/>
                  </a:lnTo>
                  <a:lnTo>
                    <a:pt x="3002478" y="362321"/>
                  </a:lnTo>
                  <a:lnTo>
                    <a:pt x="2949397" y="376153"/>
                  </a:lnTo>
                  <a:lnTo>
                    <a:pt x="2896531" y="388217"/>
                  </a:lnTo>
                  <a:lnTo>
                    <a:pt x="2849018" y="397636"/>
                  </a:lnTo>
                  <a:lnTo>
                    <a:pt x="2798990" y="406158"/>
                  </a:lnTo>
                  <a:lnTo>
                    <a:pt x="2745686" y="413823"/>
                  </a:lnTo>
                  <a:lnTo>
                    <a:pt x="2688273" y="420705"/>
                  </a:lnTo>
                  <a:lnTo>
                    <a:pt x="2625899" y="426884"/>
                  </a:lnTo>
                  <a:lnTo>
                    <a:pt x="2557754" y="432442"/>
                  </a:lnTo>
                  <a:lnTo>
                    <a:pt x="2483146" y="437453"/>
                  </a:lnTo>
                  <a:lnTo>
                    <a:pt x="2401604" y="441980"/>
                  </a:lnTo>
                  <a:lnTo>
                    <a:pt x="2313023" y="446068"/>
                  </a:lnTo>
                  <a:lnTo>
                    <a:pt x="2217838" y="449752"/>
                  </a:lnTo>
                  <a:lnTo>
                    <a:pt x="2117217" y="453049"/>
                  </a:lnTo>
                  <a:lnTo>
                    <a:pt x="2013224" y="455963"/>
                  </a:lnTo>
                  <a:lnTo>
                    <a:pt x="1908895" y="458491"/>
                  </a:lnTo>
                  <a:lnTo>
                    <a:pt x="1808126" y="460622"/>
                  </a:lnTo>
                  <a:lnTo>
                    <a:pt x="1715313" y="462351"/>
                  </a:lnTo>
                  <a:lnTo>
                    <a:pt x="1634739" y="463684"/>
                  </a:lnTo>
                  <a:lnTo>
                    <a:pt x="1569809" y="464645"/>
                  </a:lnTo>
                  <a:lnTo>
                    <a:pt x="1522333" y="465277"/>
                  </a:lnTo>
                  <a:lnTo>
                    <a:pt x="1492070" y="465640"/>
                  </a:lnTo>
                  <a:lnTo>
                    <a:pt x="1476636" y="465808"/>
                  </a:lnTo>
                  <a:lnTo>
                    <a:pt x="1471716" y="465857"/>
                  </a:lnTo>
                  <a:lnTo>
                    <a:pt x="1471387" y="465860"/>
                  </a:lnTo>
                  <a:lnTo>
                    <a:pt x="0" y="46586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32" name="pg932"/>
            <p:cNvSpPr/>
            <p:nvPr/>
          </p:nvSpPr>
          <p:spPr>
            <a:xfrm>
              <a:off x="4799595" y="5159576"/>
              <a:ext cx="11981298" cy="2116806"/>
            </a:xfrm>
            <a:custGeom>
              <a:avLst/>
              <a:pathLst>
                <a:path w="11981298" h="2116806">
                  <a:moveTo>
                    <a:pt x="0" y="2116806"/>
                  </a:moveTo>
                  <a:lnTo>
                    <a:pt x="1471387" y="2116806"/>
                  </a:lnTo>
                  <a:lnTo>
                    <a:pt x="1472572" y="2116755"/>
                  </a:lnTo>
                  <a:lnTo>
                    <a:pt x="1480357" y="2116395"/>
                  </a:lnTo>
                  <a:lnTo>
                    <a:pt x="1499955" y="2115397"/>
                  </a:lnTo>
                  <a:lnTo>
                    <a:pt x="1534935" y="2113435"/>
                  </a:lnTo>
                  <a:lnTo>
                    <a:pt x="1586952" y="2110204"/>
                  </a:lnTo>
                  <a:lnTo>
                    <a:pt x="1655625" y="2105459"/>
                  </a:lnTo>
                  <a:lnTo>
                    <a:pt x="1738724" y="2099038"/>
                  </a:lnTo>
                  <a:lnTo>
                    <a:pt x="1832680" y="2090860"/>
                  </a:lnTo>
                  <a:lnTo>
                    <a:pt x="1933290" y="2080916"/>
                  </a:lnTo>
                  <a:lnTo>
                    <a:pt x="2036407" y="2069237"/>
                  </a:lnTo>
                  <a:lnTo>
                    <a:pt x="2138461" y="2055862"/>
                  </a:lnTo>
                  <a:lnTo>
                    <a:pt x="2236742" y="2040805"/>
                  </a:lnTo>
                  <a:lnTo>
                    <a:pt x="2329450" y="2024033"/>
                  </a:lnTo>
                  <a:lnTo>
                    <a:pt x="2415613" y="2005459"/>
                  </a:lnTo>
                  <a:lnTo>
                    <a:pt x="2494916" y="1984929"/>
                  </a:lnTo>
                  <a:lnTo>
                    <a:pt x="2567526" y="1962227"/>
                  </a:lnTo>
                  <a:lnTo>
                    <a:pt x="2633934" y="1937075"/>
                  </a:lnTo>
                  <a:lnTo>
                    <a:pt x="2694823" y="1909149"/>
                  </a:lnTo>
                  <a:lnTo>
                    <a:pt x="2750979" y="1878092"/>
                  </a:lnTo>
                  <a:lnTo>
                    <a:pt x="2803219" y="1843549"/>
                  </a:lnTo>
                  <a:lnTo>
                    <a:pt x="2852338" y="1805215"/>
                  </a:lnTo>
                  <a:lnTo>
                    <a:pt x="2896531" y="1765367"/>
                  </a:lnTo>
                  <a:lnTo>
                    <a:pt x="2938567" y="1722574"/>
                  </a:lnTo>
                  <a:lnTo>
                    <a:pt x="2979456" y="1676267"/>
                  </a:lnTo>
                  <a:lnTo>
                    <a:pt x="3019547" y="1626377"/>
                  </a:lnTo>
                  <a:lnTo>
                    <a:pt x="3059113" y="1572911"/>
                  </a:lnTo>
                  <a:lnTo>
                    <a:pt x="3098366" y="1515955"/>
                  </a:lnTo>
                  <a:lnTo>
                    <a:pt x="3137463" y="1455687"/>
                  </a:lnTo>
                  <a:lnTo>
                    <a:pt x="3176512" y="1392374"/>
                  </a:lnTo>
                  <a:lnTo>
                    <a:pt x="3215583" y="1326380"/>
                  </a:lnTo>
                  <a:lnTo>
                    <a:pt x="3254713" y="1258153"/>
                  </a:lnTo>
                  <a:lnTo>
                    <a:pt x="3293908" y="1188218"/>
                  </a:lnTo>
                  <a:lnTo>
                    <a:pt x="3333156" y="1117163"/>
                  </a:lnTo>
                  <a:lnTo>
                    <a:pt x="3372429" y="1045614"/>
                  </a:lnTo>
                  <a:lnTo>
                    <a:pt x="3411694" y="974218"/>
                  </a:lnTo>
                  <a:lnTo>
                    <a:pt x="3450919" y="903614"/>
                  </a:lnTo>
                  <a:lnTo>
                    <a:pt x="3490084" y="834415"/>
                  </a:lnTo>
                  <a:lnTo>
                    <a:pt x="3529184" y="767179"/>
                  </a:lnTo>
                  <a:lnTo>
                    <a:pt x="3568239" y="702399"/>
                  </a:lnTo>
                  <a:lnTo>
                    <a:pt x="3607299" y="640482"/>
                  </a:lnTo>
                  <a:lnTo>
                    <a:pt x="3646453" y="581747"/>
                  </a:lnTo>
                  <a:lnTo>
                    <a:pt x="3685831" y="526420"/>
                  </a:lnTo>
                  <a:lnTo>
                    <a:pt x="3725615" y="474634"/>
                  </a:lnTo>
                  <a:lnTo>
                    <a:pt x="3766044" y="426438"/>
                  </a:lnTo>
                  <a:lnTo>
                    <a:pt x="3807425" y="381800"/>
                  </a:lnTo>
                  <a:lnTo>
                    <a:pt x="3829811" y="359611"/>
                  </a:lnTo>
                  <a:lnTo>
                    <a:pt x="3876647" y="317545"/>
                  </a:lnTo>
                  <a:lnTo>
                    <a:pt x="3925918" y="279426"/>
                  </a:lnTo>
                  <a:lnTo>
                    <a:pt x="3978354" y="245084"/>
                  </a:lnTo>
                  <a:lnTo>
                    <a:pt x="4034750" y="214209"/>
                  </a:lnTo>
                  <a:lnTo>
                    <a:pt x="4095924" y="186446"/>
                  </a:lnTo>
                  <a:lnTo>
                    <a:pt x="4162658" y="161437"/>
                  </a:lnTo>
                  <a:lnTo>
                    <a:pt x="4235627" y="138861"/>
                  </a:lnTo>
                  <a:lnTo>
                    <a:pt x="4315308" y="118444"/>
                  </a:lnTo>
                  <a:lnTo>
                    <a:pt x="4401845" y="99973"/>
                  </a:lnTo>
                  <a:lnTo>
                    <a:pt x="4494894" y="83298"/>
                  </a:lnTo>
                  <a:lnTo>
                    <a:pt x="4593438" y="68334"/>
                  </a:lnTo>
                  <a:lnTo>
                    <a:pt x="4695630" y="55052"/>
                  </a:lnTo>
                  <a:lnTo>
                    <a:pt x="4798709" y="43468"/>
                  </a:lnTo>
                  <a:lnTo>
                    <a:pt x="4899062" y="33621"/>
                  </a:lnTo>
                  <a:lnTo>
                    <a:pt x="4992526" y="25541"/>
                  </a:lnTo>
                  <a:lnTo>
                    <a:pt x="5074913" y="19215"/>
                  </a:lnTo>
                  <a:lnTo>
                    <a:pt x="5142709" y="14559"/>
                  </a:lnTo>
                  <a:lnTo>
                    <a:pt x="5193777" y="11405"/>
                  </a:lnTo>
                  <a:lnTo>
                    <a:pt x="5227846" y="9504"/>
                  </a:lnTo>
                  <a:lnTo>
                    <a:pt x="5246683" y="8550"/>
                  </a:lnTo>
                  <a:lnTo>
                    <a:pt x="5253952" y="8215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570" y="8195"/>
                  </a:lnTo>
                  <a:lnTo>
                    <a:pt x="6735626" y="8358"/>
                  </a:lnTo>
                  <a:lnTo>
                    <a:pt x="6755886" y="8807"/>
                  </a:lnTo>
                  <a:lnTo>
                    <a:pt x="6791990" y="9690"/>
                  </a:lnTo>
                  <a:lnTo>
                    <a:pt x="6845566" y="11143"/>
                  </a:lnTo>
                  <a:lnTo>
                    <a:pt x="6916109" y="13274"/>
                  </a:lnTo>
                  <a:lnTo>
                    <a:pt x="7001198" y="16154"/>
                  </a:lnTo>
                  <a:lnTo>
                    <a:pt x="7097059" y="19817"/>
                  </a:lnTo>
                  <a:lnTo>
                    <a:pt x="7199313" y="24264"/>
                  </a:lnTo>
                  <a:lnTo>
                    <a:pt x="7303707" y="29479"/>
                  </a:lnTo>
                  <a:lnTo>
                    <a:pt x="7406633" y="35448"/>
                  </a:lnTo>
                  <a:lnTo>
                    <a:pt x="7505400" y="42166"/>
                  </a:lnTo>
                  <a:lnTo>
                    <a:pt x="7598271" y="49649"/>
                  </a:lnTo>
                  <a:lnTo>
                    <a:pt x="7684350" y="57942"/>
                  </a:lnTo>
                  <a:lnTo>
                    <a:pt x="7763403" y="67120"/>
                  </a:lnTo>
                  <a:lnTo>
                    <a:pt x="7835673" y="77283"/>
                  </a:lnTo>
                  <a:lnTo>
                    <a:pt x="7901714" y="88562"/>
                  </a:lnTo>
                  <a:lnTo>
                    <a:pt x="7962261" y="101105"/>
                  </a:lnTo>
                  <a:lnTo>
                    <a:pt x="8018142" y="115075"/>
                  </a:lnTo>
                  <a:lnTo>
                    <a:pt x="8070200" y="130630"/>
                  </a:lnTo>
                  <a:lnTo>
                    <a:pt x="8119248" y="147893"/>
                  </a:lnTo>
                  <a:lnTo>
                    <a:pt x="8151487" y="160735"/>
                  </a:lnTo>
                  <a:lnTo>
                    <a:pt x="8203020" y="183801"/>
                  </a:lnTo>
                  <a:lnTo>
                    <a:pt x="8252944" y="209188"/>
                  </a:lnTo>
                  <a:lnTo>
                    <a:pt x="8301860" y="236931"/>
                  </a:lnTo>
                  <a:lnTo>
                    <a:pt x="8350209" y="266987"/>
                  </a:lnTo>
                  <a:lnTo>
                    <a:pt x="8398300" y="299229"/>
                  </a:lnTo>
                  <a:lnTo>
                    <a:pt x="8446338" y="333435"/>
                  </a:lnTo>
                  <a:lnTo>
                    <a:pt x="8494434" y="369295"/>
                  </a:lnTo>
                  <a:lnTo>
                    <a:pt x="8542627" y="406414"/>
                  </a:lnTo>
                  <a:lnTo>
                    <a:pt x="8590904" y="444331"/>
                  </a:lnTo>
                  <a:lnTo>
                    <a:pt x="8639215" y="482542"/>
                  </a:lnTo>
                  <a:lnTo>
                    <a:pt x="8687499" y="520526"/>
                  </a:lnTo>
                  <a:lnTo>
                    <a:pt x="8735705" y="557773"/>
                  </a:lnTo>
                  <a:lnTo>
                    <a:pt x="8783812" y="593816"/>
                  </a:lnTo>
                  <a:lnTo>
                    <a:pt x="8831852" y="628251"/>
                  </a:lnTo>
                  <a:lnTo>
                    <a:pt x="8879928" y="660756"/>
                  </a:lnTo>
                  <a:lnTo>
                    <a:pt x="8928229" y="691099"/>
                  </a:lnTo>
                  <a:lnTo>
                    <a:pt x="8977052" y="719140"/>
                  </a:lnTo>
                  <a:lnTo>
                    <a:pt x="9026819" y="744825"/>
                  </a:lnTo>
                  <a:lnTo>
                    <a:pt x="9078108" y="768182"/>
                  </a:lnTo>
                  <a:lnTo>
                    <a:pt x="9084767" y="770986"/>
                  </a:lnTo>
                  <a:lnTo>
                    <a:pt x="9132177" y="789456"/>
                  </a:lnTo>
                  <a:lnTo>
                    <a:pt x="9182090" y="806171"/>
                  </a:lnTo>
                  <a:lnTo>
                    <a:pt x="9235263" y="821210"/>
                  </a:lnTo>
                  <a:lnTo>
                    <a:pt x="9292522" y="834713"/>
                  </a:lnTo>
                  <a:lnTo>
                    <a:pt x="9354713" y="846841"/>
                  </a:lnTo>
                  <a:lnTo>
                    <a:pt x="9422644" y="857753"/>
                  </a:lnTo>
                  <a:lnTo>
                    <a:pt x="9497003" y="867593"/>
                  </a:lnTo>
                  <a:lnTo>
                    <a:pt x="9578262" y="876482"/>
                  </a:lnTo>
                  <a:lnTo>
                    <a:pt x="9666533" y="884514"/>
                  </a:lnTo>
                  <a:lnTo>
                    <a:pt x="9761394" y="891752"/>
                  </a:lnTo>
                  <a:lnTo>
                    <a:pt x="9861703" y="898233"/>
                  </a:lnTo>
                  <a:lnTo>
                    <a:pt x="9965427" y="903966"/>
                  </a:lnTo>
                  <a:lnTo>
                    <a:pt x="10069575" y="908942"/>
                  </a:lnTo>
                  <a:lnTo>
                    <a:pt x="10170293" y="913143"/>
                  </a:lnTo>
                  <a:lnTo>
                    <a:pt x="10263219" y="916558"/>
                  </a:lnTo>
                  <a:lnTo>
                    <a:pt x="10344083" y="919197"/>
                  </a:lnTo>
                  <a:lnTo>
                    <a:pt x="10409461" y="921105"/>
                  </a:lnTo>
                  <a:lnTo>
                    <a:pt x="10457488" y="922365"/>
                  </a:lnTo>
                  <a:lnTo>
                    <a:pt x="10488325" y="923096"/>
                  </a:lnTo>
                  <a:lnTo>
                    <a:pt x="10504260" y="923438"/>
                  </a:lnTo>
                  <a:lnTo>
                    <a:pt x="10509509" y="923541"/>
                  </a:lnTo>
                  <a:lnTo>
                    <a:pt x="10509911" y="923548"/>
                  </a:lnTo>
                  <a:lnTo>
                    <a:pt x="11981298" y="923548"/>
                  </a:lnTo>
                  <a:lnTo>
                    <a:pt x="11981298" y="915375"/>
                  </a:lnTo>
                  <a:lnTo>
                    <a:pt x="10509911" y="915375"/>
                  </a:lnTo>
                  <a:lnTo>
                    <a:pt x="10508683" y="915353"/>
                  </a:lnTo>
                  <a:lnTo>
                    <a:pt x="10500627" y="915190"/>
                  </a:lnTo>
                  <a:lnTo>
                    <a:pt x="10480368" y="914741"/>
                  </a:lnTo>
                  <a:lnTo>
                    <a:pt x="10444263" y="913858"/>
                  </a:lnTo>
                  <a:lnTo>
                    <a:pt x="10390687" y="912405"/>
                  </a:lnTo>
                  <a:lnTo>
                    <a:pt x="10320144" y="910274"/>
                  </a:lnTo>
                  <a:lnTo>
                    <a:pt x="10235055" y="907394"/>
                  </a:lnTo>
                  <a:lnTo>
                    <a:pt x="10139195" y="903731"/>
                  </a:lnTo>
                  <a:lnTo>
                    <a:pt x="10036940" y="899284"/>
                  </a:lnTo>
                  <a:lnTo>
                    <a:pt x="9932546" y="894068"/>
                  </a:lnTo>
                  <a:lnTo>
                    <a:pt x="9829620" y="888099"/>
                  </a:lnTo>
                  <a:lnTo>
                    <a:pt x="9730853" y="881382"/>
                  </a:lnTo>
                  <a:lnTo>
                    <a:pt x="9637982" y="873899"/>
                  </a:lnTo>
                  <a:lnTo>
                    <a:pt x="9551904" y="865605"/>
                  </a:lnTo>
                  <a:lnTo>
                    <a:pt x="9472850" y="856428"/>
                  </a:lnTo>
                  <a:lnTo>
                    <a:pt x="9400580" y="846265"/>
                  </a:lnTo>
                  <a:lnTo>
                    <a:pt x="9334539" y="834986"/>
                  </a:lnTo>
                  <a:lnTo>
                    <a:pt x="9273992" y="822443"/>
                  </a:lnTo>
                  <a:lnTo>
                    <a:pt x="9218112" y="808472"/>
                  </a:lnTo>
                  <a:lnTo>
                    <a:pt x="9166053" y="792918"/>
                  </a:lnTo>
                  <a:lnTo>
                    <a:pt x="9117005" y="775655"/>
                  </a:lnTo>
                  <a:lnTo>
                    <a:pt x="9084767" y="762813"/>
                  </a:lnTo>
                  <a:lnTo>
                    <a:pt x="9033234" y="739746"/>
                  </a:lnTo>
                  <a:lnTo>
                    <a:pt x="8983309" y="714359"/>
                  </a:lnTo>
                  <a:lnTo>
                    <a:pt x="8934393" y="686617"/>
                  </a:lnTo>
                  <a:lnTo>
                    <a:pt x="8886045" y="656561"/>
                  </a:lnTo>
                  <a:lnTo>
                    <a:pt x="8837953" y="624319"/>
                  </a:lnTo>
                  <a:lnTo>
                    <a:pt x="8789915" y="590113"/>
                  </a:lnTo>
                  <a:lnTo>
                    <a:pt x="8741819" y="554253"/>
                  </a:lnTo>
                  <a:lnTo>
                    <a:pt x="8693626" y="517134"/>
                  </a:lnTo>
                  <a:lnTo>
                    <a:pt x="8645349" y="479217"/>
                  </a:lnTo>
                  <a:lnTo>
                    <a:pt x="8597038" y="441005"/>
                  </a:lnTo>
                  <a:lnTo>
                    <a:pt x="8548754" y="403022"/>
                  </a:lnTo>
                  <a:lnTo>
                    <a:pt x="8500549" y="365775"/>
                  </a:lnTo>
                  <a:lnTo>
                    <a:pt x="8452441" y="329732"/>
                  </a:lnTo>
                  <a:lnTo>
                    <a:pt x="8404401" y="295296"/>
                  </a:lnTo>
                  <a:lnTo>
                    <a:pt x="8356325" y="262791"/>
                  </a:lnTo>
                  <a:lnTo>
                    <a:pt x="8308024" y="232448"/>
                  </a:lnTo>
                  <a:lnTo>
                    <a:pt x="8259201" y="204408"/>
                  </a:lnTo>
                  <a:lnTo>
                    <a:pt x="8209435" y="178722"/>
                  </a:lnTo>
                  <a:lnTo>
                    <a:pt x="8158146" y="155366"/>
                  </a:lnTo>
                  <a:lnTo>
                    <a:pt x="8151487" y="152562"/>
                  </a:lnTo>
                  <a:lnTo>
                    <a:pt x="8104076" y="134092"/>
                  </a:lnTo>
                  <a:lnTo>
                    <a:pt x="8054163" y="117377"/>
                  </a:lnTo>
                  <a:lnTo>
                    <a:pt x="8000990" y="102338"/>
                  </a:lnTo>
                  <a:lnTo>
                    <a:pt x="7943731" y="88835"/>
                  </a:lnTo>
                  <a:lnTo>
                    <a:pt x="7881540" y="76707"/>
                  </a:lnTo>
                  <a:lnTo>
                    <a:pt x="7813610" y="65795"/>
                  </a:lnTo>
                  <a:lnTo>
                    <a:pt x="7739250" y="55955"/>
                  </a:lnTo>
                  <a:lnTo>
                    <a:pt x="7657991" y="47066"/>
                  </a:lnTo>
                  <a:lnTo>
                    <a:pt x="7569721" y="39034"/>
                  </a:lnTo>
                  <a:lnTo>
                    <a:pt x="7474859" y="31795"/>
                  </a:lnTo>
                  <a:lnTo>
                    <a:pt x="7374550" y="25314"/>
                  </a:lnTo>
                  <a:lnTo>
                    <a:pt x="7270826" y="19581"/>
                  </a:lnTo>
                  <a:lnTo>
                    <a:pt x="7166678" y="14606"/>
                  </a:lnTo>
                  <a:lnTo>
                    <a:pt x="7065960" y="10405"/>
                  </a:lnTo>
                  <a:lnTo>
                    <a:pt x="6973034" y="6990"/>
                  </a:lnTo>
                  <a:lnTo>
                    <a:pt x="6892170" y="4351"/>
                  </a:lnTo>
                  <a:lnTo>
                    <a:pt x="6826793" y="2443"/>
                  </a:lnTo>
                  <a:lnTo>
                    <a:pt x="6778766" y="1183"/>
                  </a:lnTo>
                  <a:lnTo>
                    <a:pt x="6747928" y="452"/>
                  </a:lnTo>
                  <a:lnTo>
                    <a:pt x="6731994" y="110"/>
                  </a:lnTo>
                  <a:lnTo>
                    <a:pt x="6726744" y="7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770" y="50"/>
                  </a:lnTo>
                  <a:lnTo>
                    <a:pt x="5245986" y="411"/>
                  </a:lnTo>
                  <a:lnTo>
                    <a:pt x="5226387" y="1408"/>
                  </a:lnTo>
                  <a:lnTo>
                    <a:pt x="5191407" y="3371"/>
                  </a:lnTo>
                  <a:lnTo>
                    <a:pt x="5139390" y="6602"/>
                  </a:lnTo>
                  <a:lnTo>
                    <a:pt x="5070717" y="11346"/>
                  </a:lnTo>
                  <a:lnTo>
                    <a:pt x="4987618" y="17768"/>
                  </a:lnTo>
                  <a:lnTo>
                    <a:pt x="4893662" y="25946"/>
                  </a:lnTo>
                  <a:lnTo>
                    <a:pt x="4793052" y="35890"/>
                  </a:lnTo>
                  <a:lnTo>
                    <a:pt x="4689935" y="47568"/>
                  </a:lnTo>
                  <a:lnTo>
                    <a:pt x="4587881" y="60943"/>
                  </a:lnTo>
                  <a:lnTo>
                    <a:pt x="4489600" y="76001"/>
                  </a:lnTo>
                  <a:lnTo>
                    <a:pt x="4396892" y="92772"/>
                  </a:lnTo>
                  <a:lnTo>
                    <a:pt x="4310729" y="111346"/>
                  </a:lnTo>
                  <a:lnTo>
                    <a:pt x="4231426" y="131876"/>
                  </a:lnTo>
                  <a:lnTo>
                    <a:pt x="4158816" y="154579"/>
                  </a:lnTo>
                  <a:lnTo>
                    <a:pt x="4092408" y="179730"/>
                  </a:lnTo>
                  <a:lnTo>
                    <a:pt x="4031519" y="207656"/>
                  </a:lnTo>
                  <a:lnTo>
                    <a:pt x="3975363" y="238713"/>
                  </a:lnTo>
                  <a:lnTo>
                    <a:pt x="3923123" y="273257"/>
                  </a:lnTo>
                  <a:lnTo>
                    <a:pt x="3874004" y="311591"/>
                  </a:lnTo>
                  <a:lnTo>
                    <a:pt x="3829811" y="351438"/>
                  </a:lnTo>
                  <a:lnTo>
                    <a:pt x="3787775" y="394232"/>
                  </a:lnTo>
                  <a:lnTo>
                    <a:pt x="3746886" y="440539"/>
                  </a:lnTo>
                  <a:lnTo>
                    <a:pt x="3706796" y="490428"/>
                  </a:lnTo>
                  <a:lnTo>
                    <a:pt x="3667229" y="543894"/>
                  </a:lnTo>
                  <a:lnTo>
                    <a:pt x="3627976" y="600850"/>
                  </a:lnTo>
                  <a:lnTo>
                    <a:pt x="3588880" y="661119"/>
                  </a:lnTo>
                  <a:lnTo>
                    <a:pt x="3549830" y="724432"/>
                  </a:lnTo>
                  <a:lnTo>
                    <a:pt x="3510759" y="790426"/>
                  </a:lnTo>
                  <a:lnTo>
                    <a:pt x="3471629" y="858653"/>
                  </a:lnTo>
                  <a:lnTo>
                    <a:pt x="3432434" y="928587"/>
                  </a:lnTo>
                  <a:lnTo>
                    <a:pt x="3393186" y="999643"/>
                  </a:lnTo>
                  <a:lnTo>
                    <a:pt x="3353913" y="1071192"/>
                  </a:lnTo>
                  <a:lnTo>
                    <a:pt x="3314648" y="1142588"/>
                  </a:lnTo>
                  <a:lnTo>
                    <a:pt x="3275423" y="1213191"/>
                  </a:lnTo>
                  <a:lnTo>
                    <a:pt x="3236258" y="1282391"/>
                  </a:lnTo>
                  <a:lnTo>
                    <a:pt x="3197158" y="1349626"/>
                  </a:lnTo>
                  <a:lnTo>
                    <a:pt x="3158103" y="1414407"/>
                  </a:lnTo>
                  <a:lnTo>
                    <a:pt x="3119043" y="1476324"/>
                  </a:lnTo>
                  <a:lnTo>
                    <a:pt x="3079889" y="1535059"/>
                  </a:lnTo>
                  <a:lnTo>
                    <a:pt x="3040511" y="1590386"/>
                  </a:lnTo>
                  <a:lnTo>
                    <a:pt x="3000727" y="1642172"/>
                  </a:lnTo>
                  <a:lnTo>
                    <a:pt x="2960298" y="1690368"/>
                  </a:lnTo>
                  <a:lnTo>
                    <a:pt x="2918917" y="1735006"/>
                  </a:lnTo>
                  <a:lnTo>
                    <a:pt x="2896531" y="1757194"/>
                  </a:lnTo>
                  <a:lnTo>
                    <a:pt x="2849695" y="1799261"/>
                  </a:lnTo>
                  <a:lnTo>
                    <a:pt x="2800424" y="1837379"/>
                  </a:lnTo>
                  <a:lnTo>
                    <a:pt x="2747988" y="1871722"/>
                  </a:lnTo>
                  <a:lnTo>
                    <a:pt x="2691592" y="1902596"/>
                  </a:lnTo>
                  <a:lnTo>
                    <a:pt x="2630418" y="1930360"/>
                  </a:lnTo>
                  <a:lnTo>
                    <a:pt x="2563685" y="1955368"/>
                  </a:lnTo>
                  <a:lnTo>
                    <a:pt x="2490715" y="1977944"/>
                  </a:lnTo>
                  <a:lnTo>
                    <a:pt x="2411034" y="1998361"/>
                  </a:lnTo>
                  <a:lnTo>
                    <a:pt x="2324497" y="2016832"/>
                  </a:lnTo>
                  <a:lnTo>
                    <a:pt x="2231448" y="2033507"/>
                  </a:lnTo>
                  <a:lnTo>
                    <a:pt x="2132905" y="2048472"/>
                  </a:lnTo>
                  <a:lnTo>
                    <a:pt x="2030712" y="2061754"/>
                  </a:lnTo>
                  <a:lnTo>
                    <a:pt x="1927633" y="2073337"/>
                  </a:lnTo>
                  <a:lnTo>
                    <a:pt x="1827280" y="2083184"/>
                  </a:lnTo>
                  <a:lnTo>
                    <a:pt x="1733816" y="2091265"/>
                  </a:lnTo>
                  <a:lnTo>
                    <a:pt x="1651430" y="2097591"/>
                  </a:lnTo>
                  <a:lnTo>
                    <a:pt x="1583633" y="2102247"/>
                  </a:lnTo>
                  <a:lnTo>
                    <a:pt x="1532565" y="2105401"/>
                  </a:lnTo>
                  <a:lnTo>
                    <a:pt x="1498497" y="2107302"/>
                  </a:lnTo>
                  <a:lnTo>
                    <a:pt x="1479660" y="2108255"/>
                  </a:lnTo>
                  <a:lnTo>
                    <a:pt x="1472390" y="2108590"/>
                  </a:lnTo>
                  <a:lnTo>
                    <a:pt x="1471387" y="2108633"/>
                  </a:lnTo>
                  <a:lnTo>
                    <a:pt x="0" y="2108633"/>
                  </a:lnTo>
                  <a:close/>
                </a:path>
              </a:pathLst>
            </a:custGeom>
            <a:solidFill>
              <a:srgbClr val="F28E5B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933" name="pl933"/>
            <p:cNvSpPr/>
            <p:nvPr/>
          </p:nvSpPr>
          <p:spPr>
            <a:xfrm>
              <a:off x="4799595" y="5167749"/>
              <a:ext cx="11981298" cy="2108633"/>
            </a:xfrm>
            <a:custGeom>
              <a:avLst/>
              <a:pathLst>
                <a:path w="11981298" h="2108633">
                  <a:moveTo>
                    <a:pt x="0" y="2108633"/>
                  </a:moveTo>
                  <a:lnTo>
                    <a:pt x="1471387" y="2108633"/>
                  </a:lnTo>
                  <a:lnTo>
                    <a:pt x="1472572" y="2108582"/>
                  </a:lnTo>
                  <a:lnTo>
                    <a:pt x="1480357" y="2108222"/>
                  </a:lnTo>
                  <a:lnTo>
                    <a:pt x="1499955" y="2107224"/>
                  </a:lnTo>
                  <a:lnTo>
                    <a:pt x="1534935" y="2105262"/>
                  </a:lnTo>
                  <a:lnTo>
                    <a:pt x="1586952" y="2102031"/>
                  </a:lnTo>
                  <a:lnTo>
                    <a:pt x="1655625" y="2097286"/>
                  </a:lnTo>
                  <a:lnTo>
                    <a:pt x="1738724" y="2090865"/>
                  </a:lnTo>
                  <a:lnTo>
                    <a:pt x="1832680" y="2082687"/>
                  </a:lnTo>
                  <a:lnTo>
                    <a:pt x="1933290" y="2072743"/>
                  </a:lnTo>
                  <a:lnTo>
                    <a:pt x="2036407" y="2061064"/>
                  </a:lnTo>
                  <a:lnTo>
                    <a:pt x="2138461" y="2047689"/>
                  </a:lnTo>
                  <a:lnTo>
                    <a:pt x="2236742" y="2032632"/>
                  </a:lnTo>
                  <a:lnTo>
                    <a:pt x="2329450" y="2015860"/>
                  </a:lnTo>
                  <a:lnTo>
                    <a:pt x="2415613" y="1997286"/>
                  </a:lnTo>
                  <a:lnTo>
                    <a:pt x="2494916" y="1976756"/>
                  </a:lnTo>
                  <a:lnTo>
                    <a:pt x="2567526" y="1954054"/>
                  </a:lnTo>
                  <a:lnTo>
                    <a:pt x="2633934" y="1928902"/>
                  </a:lnTo>
                  <a:lnTo>
                    <a:pt x="2694823" y="1900976"/>
                  </a:lnTo>
                  <a:lnTo>
                    <a:pt x="2750979" y="1869919"/>
                  </a:lnTo>
                  <a:lnTo>
                    <a:pt x="2803219" y="1835376"/>
                  </a:lnTo>
                  <a:lnTo>
                    <a:pt x="2852338" y="1797042"/>
                  </a:lnTo>
                  <a:lnTo>
                    <a:pt x="2896531" y="1757194"/>
                  </a:lnTo>
                  <a:lnTo>
                    <a:pt x="2938567" y="1714401"/>
                  </a:lnTo>
                  <a:lnTo>
                    <a:pt x="2979456" y="1668094"/>
                  </a:lnTo>
                  <a:lnTo>
                    <a:pt x="3019547" y="1618204"/>
                  </a:lnTo>
                  <a:lnTo>
                    <a:pt x="3059113" y="1564738"/>
                  </a:lnTo>
                  <a:lnTo>
                    <a:pt x="3098366" y="1507782"/>
                  </a:lnTo>
                  <a:lnTo>
                    <a:pt x="3137463" y="1447514"/>
                  </a:lnTo>
                  <a:lnTo>
                    <a:pt x="3176512" y="1384201"/>
                  </a:lnTo>
                  <a:lnTo>
                    <a:pt x="3215583" y="1318207"/>
                  </a:lnTo>
                  <a:lnTo>
                    <a:pt x="3254713" y="1249980"/>
                  </a:lnTo>
                  <a:lnTo>
                    <a:pt x="3293908" y="1180045"/>
                  </a:lnTo>
                  <a:lnTo>
                    <a:pt x="3333156" y="1108990"/>
                  </a:lnTo>
                  <a:lnTo>
                    <a:pt x="3372429" y="1037441"/>
                  </a:lnTo>
                  <a:lnTo>
                    <a:pt x="3411694" y="966045"/>
                  </a:lnTo>
                  <a:lnTo>
                    <a:pt x="3450919" y="895441"/>
                  </a:lnTo>
                  <a:lnTo>
                    <a:pt x="3490084" y="826242"/>
                  </a:lnTo>
                  <a:lnTo>
                    <a:pt x="3529184" y="759006"/>
                  </a:lnTo>
                  <a:lnTo>
                    <a:pt x="3568239" y="694226"/>
                  </a:lnTo>
                  <a:lnTo>
                    <a:pt x="3607299" y="632309"/>
                  </a:lnTo>
                  <a:lnTo>
                    <a:pt x="3646453" y="573574"/>
                  </a:lnTo>
                  <a:lnTo>
                    <a:pt x="3685831" y="518247"/>
                  </a:lnTo>
                  <a:lnTo>
                    <a:pt x="3725615" y="466461"/>
                  </a:lnTo>
                  <a:lnTo>
                    <a:pt x="3766044" y="418265"/>
                  </a:lnTo>
                  <a:lnTo>
                    <a:pt x="3807425" y="373627"/>
                  </a:lnTo>
                  <a:lnTo>
                    <a:pt x="3829811" y="351438"/>
                  </a:lnTo>
                  <a:lnTo>
                    <a:pt x="3876647" y="309372"/>
                  </a:lnTo>
                  <a:lnTo>
                    <a:pt x="3925918" y="271253"/>
                  </a:lnTo>
                  <a:lnTo>
                    <a:pt x="3978354" y="236911"/>
                  </a:lnTo>
                  <a:lnTo>
                    <a:pt x="4034750" y="206036"/>
                  </a:lnTo>
                  <a:lnTo>
                    <a:pt x="4095924" y="178273"/>
                  </a:lnTo>
                  <a:lnTo>
                    <a:pt x="4162658" y="153264"/>
                  </a:lnTo>
                  <a:lnTo>
                    <a:pt x="4235627" y="130688"/>
                  </a:lnTo>
                  <a:lnTo>
                    <a:pt x="4315308" y="110271"/>
                  </a:lnTo>
                  <a:lnTo>
                    <a:pt x="4401845" y="91800"/>
                  </a:lnTo>
                  <a:lnTo>
                    <a:pt x="4494894" y="75125"/>
                  </a:lnTo>
                  <a:lnTo>
                    <a:pt x="4593438" y="60161"/>
                  </a:lnTo>
                  <a:lnTo>
                    <a:pt x="4695630" y="46879"/>
                  </a:lnTo>
                  <a:lnTo>
                    <a:pt x="4798709" y="35295"/>
                  </a:lnTo>
                  <a:lnTo>
                    <a:pt x="4899062" y="25448"/>
                  </a:lnTo>
                  <a:lnTo>
                    <a:pt x="4992526" y="17368"/>
                  </a:lnTo>
                  <a:lnTo>
                    <a:pt x="5074913" y="11042"/>
                  </a:lnTo>
                  <a:lnTo>
                    <a:pt x="5142709" y="6386"/>
                  </a:lnTo>
                  <a:lnTo>
                    <a:pt x="5193777" y="3232"/>
                  </a:lnTo>
                  <a:lnTo>
                    <a:pt x="5227846" y="1331"/>
                  </a:lnTo>
                  <a:lnTo>
                    <a:pt x="5246683" y="377"/>
                  </a:lnTo>
                  <a:lnTo>
                    <a:pt x="5253952" y="42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570" y="22"/>
                  </a:lnTo>
                  <a:lnTo>
                    <a:pt x="6735626" y="185"/>
                  </a:lnTo>
                  <a:lnTo>
                    <a:pt x="6755886" y="634"/>
                  </a:lnTo>
                  <a:lnTo>
                    <a:pt x="6791990" y="1517"/>
                  </a:lnTo>
                  <a:lnTo>
                    <a:pt x="6845566" y="2970"/>
                  </a:lnTo>
                  <a:lnTo>
                    <a:pt x="6916109" y="5101"/>
                  </a:lnTo>
                  <a:lnTo>
                    <a:pt x="7001198" y="7981"/>
                  </a:lnTo>
                  <a:lnTo>
                    <a:pt x="7097059" y="11644"/>
                  </a:lnTo>
                  <a:lnTo>
                    <a:pt x="7199313" y="16091"/>
                  </a:lnTo>
                  <a:lnTo>
                    <a:pt x="7303707" y="21306"/>
                  </a:lnTo>
                  <a:lnTo>
                    <a:pt x="7406633" y="27275"/>
                  </a:lnTo>
                  <a:lnTo>
                    <a:pt x="7505400" y="33993"/>
                  </a:lnTo>
                  <a:lnTo>
                    <a:pt x="7598271" y="41476"/>
                  </a:lnTo>
                  <a:lnTo>
                    <a:pt x="7684350" y="49769"/>
                  </a:lnTo>
                  <a:lnTo>
                    <a:pt x="7763403" y="58947"/>
                  </a:lnTo>
                  <a:lnTo>
                    <a:pt x="7835673" y="69110"/>
                  </a:lnTo>
                  <a:lnTo>
                    <a:pt x="7901714" y="80389"/>
                  </a:lnTo>
                  <a:lnTo>
                    <a:pt x="7962261" y="92932"/>
                  </a:lnTo>
                  <a:lnTo>
                    <a:pt x="8018142" y="106902"/>
                  </a:lnTo>
                  <a:lnTo>
                    <a:pt x="8070200" y="122457"/>
                  </a:lnTo>
                  <a:lnTo>
                    <a:pt x="8119248" y="139720"/>
                  </a:lnTo>
                  <a:lnTo>
                    <a:pt x="8151487" y="152562"/>
                  </a:lnTo>
                  <a:lnTo>
                    <a:pt x="8203020" y="175628"/>
                  </a:lnTo>
                  <a:lnTo>
                    <a:pt x="8252944" y="201015"/>
                  </a:lnTo>
                  <a:lnTo>
                    <a:pt x="8301860" y="228758"/>
                  </a:lnTo>
                  <a:lnTo>
                    <a:pt x="8350209" y="258814"/>
                  </a:lnTo>
                  <a:lnTo>
                    <a:pt x="8398300" y="291056"/>
                  </a:lnTo>
                  <a:lnTo>
                    <a:pt x="8446338" y="325262"/>
                  </a:lnTo>
                  <a:lnTo>
                    <a:pt x="8494434" y="361122"/>
                  </a:lnTo>
                  <a:lnTo>
                    <a:pt x="8542627" y="398241"/>
                  </a:lnTo>
                  <a:lnTo>
                    <a:pt x="8590904" y="436158"/>
                  </a:lnTo>
                  <a:lnTo>
                    <a:pt x="8639215" y="474369"/>
                  </a:lnTo>
                  <a:lnTo>
                    <a:pt x="8687499" y="512353"/>
                  </a:lnTo>
                  <a:lnTo>
                    <a:pt x="8735705" y="549600"/>
                  </a:lnTo>
                  <a:lnTo>
                    <a:pt x="8783812" y="585643"/>
                  </a:lnTo>
                  <a:lnTo>
                    <a:pt x="8831852" y="620078"/>
                  </a:lnTo>
                  <a:lnTo>
                    <a:pt x="8879928" y="652583"/>
                  </a:lnTo>
                  <a:lnTo>
                    <a:pt x="8928229" y="682926"/>
                  </a:lnTo>
                  <a:lnTo>
                    <a:pt x="8977052" y="710967"/>
                  </a:lnTo>
                  <a:lnTo>
                    <a:pt x="9026819" y="736652"/>
                  </a:lnTo>
                  <a:lnTo>
                    <a:pt x="9078108" y="760009"/>
                  </a:lnTo>
                  <a:lnTo>
                    <a:pt x="9084767" y="762813"/>
                  </a:lnTo>
                  <a:lnTo>
                    <a:pt x="9132177" y="781283"/>
                  </a:lnTo>
                  <a:lnTo>
                    <a:pt x="9182090" y="797998"/>
                  </a:lnTo>
                  <a:lnTo>
                    <a:pt x="9235263" y="813037"/>
                  </a:lnTo>
                  <a:lnTo>
                    <a:pt x="9292522" y="826540"/>
                  </a:lnTo>
                  <a:lnTo>
                    <a:pt x="9354713" y="838668"/>
                  </a:lnTo>
                  <a:lnTo>
                    <a:pt x="9422644" y="849580"/>
                  </a:lnTo>
                  <a:lnTo>
                    <a:pt x="9497003" y="859420"/>
                  </a:lnTo>
                  <a:lnTo>
                    <a:pt x="9578262" y="868309"/>
                  </a:lnTo>
                  <a:lnTo>
                    <a:pt x="9666533" y="876341"/>
                  </a:lnTo>
                  <a:lnTo>
                    <a:pt x="9761394" y="883579"/>
                  </a:lnTo>
                  <a:lnTo>
                    <a:pt x="9861703" y="890060"/>
                  </a:lnTo>
                  <a:lnTo>
                    <a:pt x="9965427" y="895793"/>
                  </a:lnTo>
                  <a:lnTo>
                    <a:pt x="10069575" y="900769"/>
                  </a:lnTo>
                  <a:lnTo>
                    <a:pt x="10170293" y="904970"/>
                  </a:lnTo>
                  <a:lnTo>
                    <a:pt x="10263219" y="908385"/>
                  </a:lnTo>
                  <a:lnTo>
                    <a:pt x="10344083" y="911024"/>
                  </a:lnTo>
                  <a:lnTo>
                    <a:pt x="10409461" y="912932"/>
                  </a:lnTo>
                  <a:lnTo>
                    <a:pt x="10457488" y="914192"/>
                  </a:lnTo>
                  <a:lnTo>
                    <a:pt x="10488325" y="914923"/>
                  </a:lnTo>
                  <a:lnTo>
                    <a:pt x="10504260" y="915265"/>
                  </a:lnTo>
                  <a:lnTo>
                    <a:pt x="10509509" y="915368"/>
                  </a:lnTo>
                  <a:lnTo>
                    <a:pt x="10509911" y="915375"/>
                  </a:lnTo>
                  <a:lnTo>
                    <a:pt x="11981298" y="91537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34" name="pl934"/>
            <p:cNvSpPr/>
            <p:nvPr/>
          </p:nvSpPr>
          <p:spPr>
            <a:xfrm>
              <a:off x="4799595" y="5159576"/>
              <a:ext cx="11981298" cy="2108633"/>
            </a:xfrm>
            <a:custGeom>
              <a:avLst/>
              <a:pathLst>
                <a:path w="11981298" h="2108633">
                  <a:moveTo>
                    <a:pt x="11981298" y="915375"/>
                  </a:moveTo>
                  <a:lnTo>
                    <a:pt x="10509911" y="915375"/>
                  </a:lnTo>
                  <a:lnTo>
                    <a:pt x="10508683" y="915353"/>
                  </a:lnTo>
                  <a:lnTo>
                    <a:pt x="10500627" y="915190"/>
                  </a:lnTo>
                  <a:lnTo>
                    <a:pt x="10480368" y="914741"/>
                  </a:lnTo>
                  <a:lnTo>
                    <a:pt x="10444263" y="913858"/>
                  </a:lnTo>
                  <a:lnTo>
                    <a:pt x="10390687" y="912405"/>
                  </a:lnTo>
                  <a:lnTo>
                    <a:pt x="10320144" y="910274"/>
                  </a:lnTo>
                  <a:lnTo>
                    <a:pt x="10235055" y="907394"/>
                  </a:lnTo>
                  <a:lnTo>
                    <a:pt x="10139195" y="903731"/>
                  </a:lnTo>
                  <a:lnTo>
                    <a:pt x="10036940" y="899284"/>
                  </a:lnTo>
                  <a:lnTo>
                    <a:pt x="9932546" y="894068"/>
                  </a:lnTo>
                  <a:lnTo>
                    <a:pt x="9829620" y="888099"/>
                  </a:lnTo>
                  <a:lnTo>
                    <a:pt x="9730853" y="881382"/>
                  </a:lnTo>
                  <a:lnTo>
                    <a:pt x="9637982" y="873899"/>
                  </a:lnTo>
                  <a:lnTo>
                    <a:pt x="9551904" y="865605"/>
                  </a:lnTo>
                  <a:lnTo>
                    <a:pt x="9472850" y="856428"/>
                  </a:lnTo>
                  <a:lnTo>
                    <a:pt x="9400580" y="846265"/>
                  </a:lnTo>
                  <a:lnTo>
                    <a:pt x="9334539" y="834986"/>
                  </a:lnTo>
                  <a:lnTo>
                    <a:pt x="9273992" y="822443"/>
                  </a:lnTo>
                  <a:lnTo>
                    <a:pt x="9218112" y="808472"/>
                  </a:lnTo>
                  <a:lnTo>
                    <a:pt x="9166053" y="792918"/>
                  </a:lnTo>
                  <a:lnTo>
                    <a:pt x="9117005" y="775655"/>
                  </a:lnTo>
                  <a:lnTo>
                    <a:pt x="9084767" y="762813"/>
                  </a:lnTo>
                  <a:lnTo>
                    <a:pt x="9033234" y="739746"/>
                  </a:lnTo>
                  <a:lnTo>
                    <a:pt x="8983309" y="714359"/>
                  </a:lnTo>
                  <a:lnTo>
                    <a:pt x="8934393" y="686617"/>
                  </a:lnTo>
                  <a:lnTo>
                    <a:pt x="8886045" y="656561"/>
                  </a:lnTo>
                  <a:lnTo>
                    <a:pt x="8837953" y="624319"/>
                  </a:lnTo>
                  <a:lnTo>
                    <a:pt x="8789915" y="590113"/>
                  </a:lnTo>
                  <a:lnTo>
                    <a:pt x="8741819" y="554253"/>
                  </a:lnTo>
                  <a:lnTo>
                    <a:pt x="8693626" y="517134"/>
                  </a:lnTo>
                  <a:lnTo>
                    <a:pt x="8645349" y="479217"/>
                  </a:lnTo>
                  <a:lnTo>
                    <a:pt x="8597038" y="441005"/>
                  </a:lnTo>
                  <a:lnTo>
                    <a:pt x="8548754" y="403022"/>
                  </a:lnTo>
                  <a:lnTo>
                    <a:pt x="8500549" y="365775"/>
                  </a:lnTo>
                  <a:lnTo>
                    <a:pt x="8452441" y="329732"/>
                  </a:lnTo>
                  <a:lnTo>
                    <a:pt x="8404401" y="295296"/>
                  </a:lnTo>
                  <a:lnTo>
                    <a:pt x="8356325" y="262791"/>
                  </a:lnTo>
                  <a:lnTo>
                    <a:pt x="8308024" y="232448"/>
                  </a:lnTo>
                  <a:lnTo>
                    <a:pt x="8259201" y="204408"/>
                  </a:lnTo>
                  <a:lnTo>
                    <a:pt x="8209435" y="178722"/>
                  </a:lnTo>
                  <a:lnTo>
                    <a:pt x="8158146" y="155366"/>
                  </a:lnTo>
                  <a:lnTo>
                    <a:pt x="8151487" y="152562"/>
                  </a:lnTo>
                  <a:lnTo>
                    <a:pt x="8104076" y="134092"/>
                  </a:lnTo>
                  <a:lnTo>
                    <a:pt x="8054163" y="117377"/>
                  </a:lnTo>
                  <a:lnTo>
                    <a:pt x="8000990" y="102338"/>
                  </a:lnTo>
                  <a:lnTo>
                    <a:pt x="7943731" y="88835"/>
                  </a:lnTo>
                  <a:lnTo>
                    <a:pt x="7881540" y="76707"/>
                  </a:lnTo>
                  <a:lnTo>
                    <a:pt x="7813610" y="65795"/>
                  </a:lnTo>
                  <a:lnTo>
                    <a:pt x="7739250" y="55955"/>
                  </a:lnTo>
                  <a:lnTo>
                    <a:pt x="7657991" y="47066"/>
                  </a:lnTo>
                  <a:lnTo>
                    <a:pt x="7569721" y="39034"/>
                  </a:lnTo>
                  <a:lnTo>
                    <a:pt x="7474859" y="31795"/>
                  </a:lnTo>
                  <a:lnTo>
                    <a:pt x="7374550" y="25314"/>
                  </a:lnTo>
                  <a:lnTo>
                    <a:pt x="7270826" y="19581"/>
                  </a:lnTo>
                  <a:lnTo>
                    <a:pt x="7166678" y="14606"/>
                  </a:lnTo>
                  <a:lnTo>
                    <a:pt x="7065960" y="10405"/>
                  </a:lnTo>
                  <a:lnTo>
                    <a:pt x="6973034" y="6990"/>
                  </a:lnTo>
                  <a:lnTo>
                    <a:pt x="6892170" y="4351"/>
                  </a:lnTo>
                  <a:lnTo>
                    <a:pt x="6826793" y="2443"/>
                  </a:lnTo>
                  <a:lnTo>
                    <a:pt x="6778766" y="1183"/>
                  </a:lnTo>
                  <a:lnTo>
                    <a:pt x="6747928" y="452"/>
                  </a:lnTo>
                  <a:lnTo>
                    <a:pt x="6731994" y="110"/>
                  </a:lnTo>
                  <a:lnTo>
                    <a:pt x="6726744" y="7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770" y="50"/>
                  </a:lnTo>
                  <a:lnTo>
                    <a:pt x="5245986" y="411"/>
                  </a:lnTo>
                  <a:lnTo>
                    <a:pt x="5226387" y="1408"/>
                  </a:lnTo>
                  <a:lnTo>
                    <a:pt x="5191407" y="3371"/>
                  </a:lnTo>
                  <a:lnTo>
                    <a:pt x="5139390" y="6602"/>
                  </a:lnTo>
                  <a:lnTo>
                    <a:pt x="5070717" y="11346"/>
                  </a:lnTo>
                  <a:lnTo>
                    <a:pt x="4987618" y="17768"/>
                  </a:lnTo>
                  <a:lnTo>
                    <a:pt x="4893662" y="25946"/>
                  </a:lnTo>
                  <a:lnTo>
                    <a:pt x="4793052" y="35890"/>
                  </a:lnTo>
                  <a:lnTo>
                    <a:pt x="4689935" y="47568"/>
                  </a:lnTo>
                  <a:lnTo>
                    <a:pt x="4587881" y="60943"/>
                  </a:lnTo>
                  <a:lnTo>
                    <a:pt x="4489600" y="76001"/>
                  </a:lnTo>
                  <a:lnTo>
                    <a:pt x="4396892" y="92772"/>
                  </a:lnTo>
                  <a:lnTo>
                    <a:pt x="4310729" y="111346"/>
                  </a:lnTo>
                  <a:lnTo>
                    <a:pt x="4231426" y="131876"/>
                  </a:lnTo>
                  <a:lnTo>
                    <a:pt x="4158816" y="154579"/>
                  </a:lnTo>
                  <a:lnTo>
                    <a:pt x="4092408" y="179730"/>
                  </a:lnTo>
                  <a:lnTo>
                    <a:pt x="4031519" y="207656"/>
                  </a:lnTo>
                  <a:lnTo>
                    <a:pt x="3975363" y="238713"/>
                  </a:lnTo>
                  <a:lnTo>
                    <a:pt x="3923123" y="273257"/>
                  </a:lnTo>
                  <a:lnTo>
                    <a:pt x="3874004" y="311591"/>
                  </a:lnTo>
                  <a:lnTo>
                    <a:pt x="3829811" y="351438"/>
                  </a:lnTo>
                  <a:lnTo>
                    <a:pt x="3787775" y="394232"/>
                  </a:lnTo>
                  <a:lnTo>
                    <a:pt x="3746886" y="440539"/>
                  </a:lnTo>
                  <a:lnTo>
                    <a:pt x="3706796" y="490428"/>
                  </a:lnTo>
                  <a:lnTo>
                    <a:pt x="3667229" y="543894"/>
                  </a:lnTo>
                  <a:lnTo>
                    <a:pt x="3627976" y="600850"/>
                  </a:lnTo>
                  <a:lnTo>
                    <a:pt x="3588880" y="661119"/>
                  </a:lnTo>
                  <a:lnTo>
                    <a:pt x="3549830" y="724432"/>
                  </a:lnTo>
                  <a:lnTo>
                    <a:pt x="3510759" y="790426"/>
                  </a:lnTo>
                  <a:lnTo>
                    <a:pt x="3471629" y="858653"/>
                  </a:lnTo>
                  <a:lnTo>
                    <a:pt x="3432434" y="928587"/>
                  </a:lnTo>
                  <a:lnTo>
                    <a:pt x="3393186" y="999643"/>
                  </a:lnTo>
                  <a:lnTo>
                    <a:pt x="3353913" y="1071192"/>
                  </a:lnTo>
                  <a:lnTo>
                    <a:pt x="3314648" y="1142588"/>
                  </a:lnTo>
                  <a:lnTo>
                    <a:pt x="3275423" y="1213191"/>
                  </a:lnTo>
                  <a:lnTo>
                    <a:pt x="3236258" y="1282391"/>
                  </a:lnTo>
                  <a:lnTo>
                    <a:pt x="3197158" y="1349626"/>
                  </a:lnTo>
                  <a:lnTo>
                    <a:pt x="3158103" y="1414407"/>
                  </a:lnTo>
                  <a:lnTo>
                    <a:pt x="3119043" y="1476324"/>
                  </a:lnTo>
                  <a:lnTo>
                    <a:pt x="3079889" y="1535059"/>
                  </a:lnTo>
                  <a:lnTo>
                    <a:pt x="3040511" y="1590386"/>
                  </a:lnTo>
                  <a:lnTo>
                    <a:pt x="3000727" y="1642172"/>
                  </a:lnTo>
                  <a:lnTo>
                    <a:pt x="2960298" y="1690368"/>
                  </a:lnTo>
                  <a:lnTo>
                    <a:pt x="2918917" y="1735006"/>
                  </a:lnTo>
                  <a:lnTo>
                    <a:pt x="2896531" y="1757194"/>
                  </a:lnTo>
                  <a:lnTo>
                    <a:pt x="2849695" y="1799261"/>
                  </a:lnTo>
                  <a:lnTo>
                    <a:pt x="2800424" y="1837379"/>
                  </a:lnTo>
                  <a:lnTo>
                    <a:pt x="2747988" y="1871722"/>
                  </a:lnTo>
                  <a:lnTo>
                    <a:pt x="2691592" y="1902596"/>
                  </a:lnTo>
                  <a:lnTo>
                    <a:pt x="2630418" y="1930360"/>
                  </a:lnTo>
                  <a:lnTo>
                    <a:pt x="2563685" y="1955368"/>
                  </a:lnTo>
                  <a:lnTo>
                    <a:pt x="2490715" y="1977944"/>
                  </a:lnTo>
                  <a:lnTo>
                    <a:pt x="2411034" y="1998361"/>
                  </a:lnTo>
                  <a:lnTo>
                    <a:pt x="2324497" y="2016832"/>
                  </a:lnTo>
                  <a:lnTo>
                    <a:pt x="2231448" y="2033507"/>
                  </a:lnTo>
                  <a:lnTo>
                    <a:pt x="2132905" y="2048472"/>
                  </a:lnTo>
                  <a:lnTo>
                    <a:pt x="2030712" y="2061754"/>
                  </a:lnTo>
                  <a:lnTo>
                    <a:pt x="1927633" y="2073337"/>
                  </a:lnTo>
                  <a:lnTo>
                    <a:pt x="1827280" y="2083184"/>
                  </a:lnTo>
                  <a:lnTo>
                    <a:pt x="1733816" y="2091265"/>
                  </a:lnTo>
                  <a:lnTo>
                    <a:pt x="1651430" y="2097591"/>
                  </a:lnTo>
                  <a:lnTo>
                    <a:pt x="1583633" y="2102247"/>
                  </a:lnTo>
                  <a:lnTo>
                    <a:pt x="1532565" y="2105401"/>
                  </a:lnTo>
                  <a:lnTo>
                    <a:pt x="1498497" y="2107302"/>
                  </a:lnTo>
                  <a:lnTo>
                    <a:pt x="1479660" y="2108255"/>
                  </a:lnTo>
                  <a:lnTo>
                    <a:pt x="1472390" y="2108590"/>
                  </a:lnTo>
                  <a:lnTo>
                    <a:pt x="1471387" y="2108633"/>
                  </a:lnTo>
                  <a:lnTo>
                    <a:pt x="0" y="210863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35" name="pg935"/>
            <p:cNvSpPr/>
            <p:nvPr/>
          </p:nvSpPr>
          <p:spPr>
            <a:xfrm>
              <a:off x="4799595" y="5184095"/>
              <a:ext cx="11981298" cy="2100460"/>
            </a:xfrm>
            <a:custGeom>
              <a:avLst/>
              <a:pathLst>
                <a:path w="11981298" h="2100460">
                  <a:moveTo>
                    <a:pt x="0" y="2100460"/>
                  </a:moveTo>
                  <a:lnTo>
                    <a:pt x="1471387" y="2100460"/>
                  </a:lnTo>
                  <a:lnTo>
                    <a:pt x="1472573" y="2100410"/>
                  </a:lnTo>
                  <a:lnTo>
                    <a:pt x="1480362" y="2100052"/>
                  </a:lnTo>
                  <a:lnTo>
                    <a:pt x="1499973" y="2099061"/>
                  </a:lnTo>
                  <a:lnTo>
                    <a:pt x="1534974" y="2097113"/>
                  </a:lnTo>
                  <a:lnTo>
                    <a:pt x="1587019" y="2093904"/>
                  </a:lnTo>
                  <a:lnTo>
                    <a:pt x="1655727" y="2089194"/>
                  </a:lnTo>
                  <a:lnTo>
                    <a:pt x="1738862" y="2082818"/>
                  </a:lnTo>
                  <a:lnTo>
                    <a:pt x="1832854" y="2074699"/>
                  </a:lnTo>
                  <a:lnTo>
                    <a:pt x="1933494" y="2064827"/>
                  </a:lnTo>
                  <a:lnTo>
                    <a:pt x="2036635" y="2053233"/>
                  </a:lnTo>
                  <a:lnTo>
                    <a:pt x="2138706" y="2039954"/>
                  </a:lnTo>
                  <a:lnTo>
                    <a:pt x="2236996" y="2025006"/>
                  </a:lnTo>
                  <a:lnTo>
                    <a:pt x="2329708" y="2008356"/>
                  </a:lnTo>
                  <a:lnTo>
                    <a:pt x="2415869" y="1989916"/>
                  </a:lnTo>
                  <a:lnTo>
                    <a:pt x="2495168" y="1969535"/>
                  </a:lnTo>
                  <a:lnTo>
                    <a:pt x="2567772" y="1946995"/>
                  </a:lnTo>
                  <a:lnTo>
                    <a:pt x="2634173" y="1922023"/>
                  </a:lnTo>
                  <a:lnTo>
                    <a:pt x="2695056" y="1894297"/>
                  </a:lnTo>
                  <a:lnTo>
                    <a:pt x="2751207" y="1863460"/>
                  </a:lnTo>
                  <a:lnTo>
                    <a:pt x="2803443" y="1829161"/>
                  </a:lnTo>
                  <a:lnTo>
                    <a:pt x="2852561" y="1791098"/>
                  </a:lnTo>
                  <a:lnTo>
                    <a:pt x="2896531" y="1751745"/>
                  </a:lnTo>
                  <a:lnTo>
                    <a:pt x="2938679" y="1709165"/>
                  </a:lnTo>
                  <a:lnTo>
                    <a:pt x="2979674" y="1663078"/>
                  </a:lnTo>
                  <a:lnTo>
                    <a:pt x="3019869" y="1613418"/>
                  </a:lnTo>
                  <a:lnTo>
                    <a:pt x="3059538" y="1560190"/>
                  </a:lnTo>
                  <a:lnTo>
                    <a:pt x="3098895" y="1503482"/>
                  </a:lnTo>
                  <a:lnTo>
                    <a:pt x="3138095" y="1443472"/>
                  </a:lnTo>
                  <a:lnTo>
                    <a:pt x="3177249" y="1380431"/>
                  </a:lnTo>
                  <a:lnTo>
                    <a:pt x="3216427" y="1314722"/>
                  </a:lnTo>
                  <a:lnTo>
                    <a:pt x="3255664" y="1246796"/>
                  </a:lnTo>
                  <a:lnTo>
                    <a:pt x="3294967" y="1177180"/>
                  </a:lnTo>
                  <a:lnTo>
                    <a:pt x="3334321" y="1106463"/>
                  </a:lnTo>
                  <a:lnTo>
                    <a:pt x="3373700" y="1035272"/>
                  </a:lnTo>
                  <a:lnTo>
                    <a:pt x="3413070" y="964255"/>
                  </a:lnTo>
                  <a:lnTo>
                    <a:pt x="3452400" y="894050"/>
                  </a:lnTo>
                  <a:lnTo>
                    <a:pt x="3491668" y="825269"/>
                  </a:lnTo>
                  <a:lnTo>
                    <a:pt x="3530871" y="758467"/>
                  </a:lnTo>
                  <a:lnTo>
                    <a:pt x="3570030" y="694134"/>
                  </a:lnTo>
                  <a:lnTo>
                    <a:pt x="3609197" y="632675"/>
                  </a:lnTo>
                  <a:lnTo>
                    <a:pt x="3648465" y="574403"/>
                  </a:lnTo>
                  <a:lnTo>
                    <a:pt x="3687966" y="519539"/>
                  </a:lnTo>
                  <a:lnTo>
                    <a:pt x="3727886" y="468213"/>
                  </a:lnTo>
                  <a:lnTo>
                    <a:pt x="3768470" y="420468"/>
                  </a:lnTo>
                  <a:lnTo>
                    <a:pt x="3810032" y="376269"/>
                  </a:lnTo>
                  <a:lnTo>
                    <a:pt x="3829811" y="356887"/>
                  </a:lnTo>
                  <a:lnTo>
                    <a:pt x="3876658" y="315138"/>
                  </a:lnTo>
                  <a:lnTo>
                    <a:pt x="3925941" y="277308"/>
                  </a:lnTo>
                  <a:lnTo>
                    <a:pt x="3978390" y="243226"/>
                  </a:lnTo>
                  <a:lnTo>
                    <a:pt x="4034802" y="212586"/>
                  </a:lnTo>
                  <a:lnTo>
                    <a:pt x="4095995" y="185035"/>
                  </a:lnTo>
                  <a:lnTo>
                    <a:pt x="4162750" y="160218"/>
                  </a:lnTo>
                  <a:lnTo>
                    <a:pt x="4235745" y="137815"/>
                  </a:lnTo>
                  <a:lnTo>
                    <a:pt x="4315455" y="117555"/>
                  </a:lnTo>
                  <a:lnTo>
                    <a:pt x="4402024" y="99227"/>
                  </a:lnTo>
                  <a:lnTo>
                    <a:pt x="4495106" y="82681"/>
                  </a:lnTo>
                  <a:lnTo>
                    <a:pt x="4593683" y="67833"/>
                  </a:lnTo>
                  <a:lnTo>
                    <a:pt x="4695904" y="54656"/>
                  </a:lnTo>
                  <a:lnTo>
                    <a:pt x="4799003" y="43164"/>
                  </a:lnTo>
                  <a:lnTo>
                    <a:pt x="4899365" y="33396"/>
                  </a:lnTo>
                  <a:lnTo>
                    <a:pt x="4992821" y="25383"/>
                  </a:lnTo>
                  <a:lnTo>
                    <a:pt x="5075180" y="19110"/>
                  </a:lnTo>
                  <a:lnTo>
                    <a:pt x="5142933" y="14495"/>
                  </a:lnTo>
                  <a:lnTo>
                    <a:pt x="5193946" y="11370"/>
                  </a:lnTo>
                  <a:lnTo>
                    <a:pt x="5227955" y="9488"/>
                  </a:lnTo>
                  <a:lnTo>
                    <a:pt x="5246737" y="8545"/>
                  </a:lnTo>
                  <a:lnTo>
                    <a:pt x="5253967" y="8214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545" y="8214"/>
                  </a:lnTo>
                  <a:lnTo>
                    <a:pt x="6735437" y="8514"/>
                  </a:lnTo>
                  <a:lnTo>
                    <a:pt x="6755299" y="9341"/>
                  </a:lnTo>
                  <a:lnTo>
                    <a:pt x="6790727" y="10970"/>
                  </a:lnTo>
                  <a:lnTo>
                    <a:pt x="6843367" y="13650"/>
                  </a:lnTo>
                  <a:lnTo>
                    <a:pt x="6912788" y="17584"/>
                  </a:lnTo>
                  <a:lnTo>
                    <a:pt x="6996685" y="22905"/>
                  </a:lnTo>
                  <a:lnTo>
                    <a:pt x="7091406" y="29678"/>
                  </a:lnTo>
                  <a:lnTo>
                    <a:pt x="7192679" y="37908"/>
                  </a:lnTo>
                  <a:lnTo>
                    <a:pt x="7296313" y="47569"/>
                  </a:lnTo>
                  <a:lnTo>
                    <a:pt x="7398724" y="58630"/>
                  </a:lnTo>
                  <a:lnTo>
                    <a:pt x="7497205" y="71081"/>
                  </a:lnTo>
                  <a:lnTo>
                    <a:pt x="7589984" y="84949"/>
                  </a:lnTo>
                  <a:lnTo>
                    <a:pt x="7676116" y="100312"/>
                  </a:lnTo>
                  <a:lnTo>
                    <a:pt x="7755322" y="117301"/>
                  </a:lnTo>
                  <a:lnTo>
                    <a:pt x="7827797" y="136099"/>
                  </a:lnTo>
                  <a:lnTo>
                    <a:pt x="7894058" y="156938"/>
                  </a:lnTo>
                  <a:lnTo>
                    <a:pt x="7954809" y="180091"/>
                  </a:lnTo>
                  <a:lnTo>
                    <a:pt x="8010852" y="205855"/>
                  </a:lnTo>
                  <a:lnTo>
                    <a:pt x="8063017" y="234524"/>
                  </a:lnTo>
                  <a:lnTo>
                    <a:pt x="8112104" y="266342"/>
                  </a:lnTo>
                  <a:lnTo>
                    <a:pt x="8151487" y="295590"/>
                  </a:lnTo>
                  <a:lnTo>
                    <a:pt x="8196313" y="333051"/>
                  </a:lnTo>
                  <a:lnTo>
                    <a:pt x="8239861" y="373793"/>
                  </a:lnTo>
                  <a:lnTo>
                    <a:pt x="8282546" y="417875"/>
                  </a:lnTo>
                  <a:lnTo>
                    <a:pt x="8324686" y="465280"/>
                  </a:lnTo>
                  <a:lnTo>
                    <a:pt x="8366522" y="515900"/>
                  </a:lnTo>
                  <a:lnTo>
                    <a:pt x="8408227" y="569532"/>
                  </a:lnTo>
                  <a:lnTo>
                    <a:pt x="8449915" y="625872"/>
                  </a:lnTo>
                  <a:lnTo>
                    <a:pt x="8491651" y="684523"/>
                  </a:lnTo>
                  <a:lnTo>
                    <a:pt x="8533462" y="744998"/>
                  </a:lnTo>
                  <a:lnTo>
                    <a:pt x="8575340" y="806737"/>
                  </a:lnTo>
                  <a:lnTo>
                    <a:pt x="8617258" y="869129"/>
                  </a:lnTo>
                  <a:lnTo>
                    <a:pt x="8659177" y="931534"/>
                  </a:lnTo>
                  <a:lnTo>
                    <a:pt x="8701058" y="993313"/>
                  </a:lnTo>
                  <a:lnTo>
                    <a:pt x="8742871" y="1053852"/>
                  </a:lnTo>
                  <a:lnTo>
                    <a:pt x="8784611" y="1112588"/>
                  </a:lnTo>
                  <a:lnTo>
                    <a:pt x="8826299" y="1169033"/>
                  </a:lnTo>
                  <a:lnTo>
                    <a:pt x="8868002" y="1222783"/>
                  </a:lnTo>
                  <a:lnTo>
                    <a:pt x="8909829" y="1273533"/>
                  </a:lnTo>
                  <a:lnTo>
                    <a:pt x="8951953" y="1321074"/>
                  </a:lnTo>
                  <a:lnTo>
                    <a:pt x="8994609" y="1365295"/>
                  </a:lnTo>
                  <a:lnTo>
                    <a:pt x="9038114" y="1406174"/>
                  </a:lnTo>
                  <a:lnTo>
                    <a:pt x="9082878" y="1443770"/>
                  </a:lnTo>
                  <a:lnTo>
                    <a:pt x="9084767" y="1445258"/>
                  </a:lnTo>
                  <a:lnTo>
                    <a:pt x="9131833" y="1479819"/>
                  </a:lnTo>
                  <a:lnTo>
                    <a:pt x="9181361" y="1511120"/>
                  </a:lnTo>
                  <a:lnTo>
                    <a:pt x="9234092" y="1539306"/>
                  </a:lnTo>
                  <a:lnTo>
                    <a:pt x="9290833" y="1564632"/>
                  </a:lnTo>
                  <a:lnTo>
                    <a:pt x="9352414" y="1587395"/>
                  </a:lnTo>
                  <a:lnTo>
                    <a:pt x="9419626" y="1607889"/>
                  </a:lnTo>
                  <a:lnTo>
                    <a:pt x="9493151" y="1626383"/>
                  </a:lnTo>
                  <a:lnTo>
                    <a:pt x="9573462" y="1643100"/>
                  </a:lnTo>
                  <a:lnTo>
                    <a:pt x="9660693" y="1658217"/>
                  </a:lnTo>
                  <a:lnTo>
                    <a:pt x="9754468" y="1671854"/>
                  </a:lnTo>
                  <a:lnTo>
                    <a:pt x="9853721" y="1684082"/>
                  </a:lnTo>
                  <a:lnTo>
                    <a:pt x="9956534" y="1694920"/>
                  </a:lnTo>
                  <a:lnTo>
                    <a:pt x="10060051" y="1704354"/>
                  </a:lnTo>
                  <a:lnTo>
                    <a:pt x="10160567" y="1712352"/>
                  </a:lnTo>
                  <a:lnTo>
                    <a:pt x="10253835" y="1718891"/>
                  </a:lnTo>
                  <a:lnTo>
                    <a:pt x="10335633" y="1723984"/>
                  </a:lnTo>
                  <a:lnTo>
                    <a:pt x="10402478" y="1727706"/>
                  </a:lnTo>
                  <a:lnTo>
                    <a:pt x="10452337" y="1730203"/>
                  </a:lnTo>
                  <a:lnTo>
                    <a:pt x="10485109" y="1731686"/>
                  </a:lnTo>
                  <a:lnTo>
                    <a:pt x="10502766" y="1732410"/>
                  </a:lnTo>
                  <a:lnTo>
                    <a:pt x="10509192" y="1732650"/>
                  </a:lnTo>
                  <a:lnTo>
                    <a:pt x="10509911" y="1732675"/>
                  </a:lnTo>
                  <a:lnTo>
                    <a:pt x="11981298" y="1732675"/>
                  </a:lnTo>
                  <a:lnTo>
                    <a:pt x="11981298" y="1724502"/>
                  </a:lnTo>
                  <a:lnTo>
                    <a:pt x="10509911" y="1724502"/>
                  </a:lnTo>
                  <a:lnTo>
                    <a:pt x="10508709" y="1724460"/>
                  </a:lnTo>
                  <a:lnTo>
                    <a:pt x="10500816" y="1724161"/>
                  </a:lnTo>
                  <a:lnTo>
                    <a:pt x="10480954" y="1723333"/>
                  </a:lnTo>
                  <a:lnTo>
                    <a:pt x="10445526" y="1721705"/>
                  </a:lnTo>
                  <a:lnTo>
                    <a:pt x="10392886" y="1719024"/>
                  </a:lnTo>
                  <a:lnTo>
                    <a:pt x="10323465" y="1715091"/>
                  </a:lnTo>
                  <a:lnTo>
                    <a:pt x="10239569" y="1709769"/>
                  </a:lnTo>
                  <a:lnTo>
                    <a:pt x="10144847" y="1702996"/>
                  </a:lnTo>
                  <a:lnTo>
                    <a:pt x="10043574" y="1694766"/>
                  </a:lnTo>
                  <a:lnTo>
                    <a:pt x="9939940" y="1685105"/>
                  </a:lnTo>
                  <a:lnTo>
                    <a:pt x="9837530" y="1674044"/>
                  </a:lnTo>
                  <a:lnTo>
                    <a:pt x="9739048" y="1661594"/>
                  </a:lnTo>
                  <a:lnTo>
                    <a:pt x="9646270" y="1647726"/>
                  </a:lnTo>
                  <a:lnTo>
                    <a:pt x="9560137" y="1632362"/>
                  </a:lnTo>
                  <a:lnTo>
                    <a:pt x="9480931" y="1615374"/>
                  </a:lnTo>
                  <a:lnTo>
                    <a:pt x="9408456" y="1596576"/>
                  </a:lnTo>
                  <a:lnTo>
                    <a:pt x="9342196" y="1575737"/>
                  </a:lnTo>
                  <a:lnTo>
                    <a:pt x="9281444" y="1552584"/>
                  </a:lnTo>
                  <a:lnTo>
                    <a:pt x="9225401" y="1526820"/>
                  </a:lnTo>
                  <a:lnTo>
                    <a:pt x="9173237" y="1498150"/>
                  </a:lnTo>
                  <a:lnTo>
                    <a:pt x="9124149" y="1466333"/>
                  </a:lnTo>
                  <a:lnTo>
                    <a:pt x="9084767" y="1437085"/>
                  </a:lnTo>
                  <a:lnTo>
                    <a:pt x="9039940" y="1399623"/>
                  </a:lnTo>
                  <a:lnTo>
                    <a:pt x="8996392" y="1358882"/>
                  </a:lnTo>
                  <a:lnTo>
                    <a:pt x="8953708" y="1314799"/>
                  </a:lnTo>
                  <a:lnTo>
                    <a:pt x="8911567" y="1267394"/>
                  </a:lnTo>
                  <a:lnTo>
                    <a:pt x="8869731" y="1216774"/>
                  </a:lnTo>
                  <a:lnTo>
                    <a:pt x="8828026" y="1163143"/>
                  </a:lnTo>
                  <a:lnTo>
                    <a:pt x="8786339" y="1106802"/>
                  </a:lnTo>
                  <a:lnTo>
                    <a:pt x="8744602" y="1048151"/>
                  </a:lnTo>
                  <a:lnTo>
                    <a:pt x="8702791" y="987677"/>
                  </a:lnTo>
                  <a:lnTo>
                    <a:pt x="8660913" y="925938"/>
                  </a:lnTo>
                  <a:lnTo>
                    <a:pt x="8618995" y="863546"/>
                  </a:lnTo>
                  <a:lnTo>
                    <a:pt x="8577076" y="801140"/>
                  </a:lnTo>
                  <a:lnTo>
                    <a:pt x="8535196" y="739362"/>
                  </a:lnTo>
                  <a:lnTo>
                    <a:pt x="8493382" y="678823"/>
                  </a:lnTo>
                  <a:lnTo>
                    <a:pt x="8451643" y="620086"/>
                  </a:lnTo>
                  <a:lnTo>
                    <a:pt x="8409954" y="563642"/>
                  </a:lnTo>
                  <a:lnTo>
                    <a:pt x="8368252" y="509891"/>
                  </a:lnTo>
                  <a:lnTo>
                    <a:pt x="8326424" y="459142"/>
                  </a:lnTo>
                  <a:lnTo>
                    <a:pt x="8284300" y="411601"/>
                  </a:lnTo>
                  <a:lnTo>
                    <a:pt x="8241644" y="367380"/>
                  </a:lnTo>
                  <a:lnTo>
                    <a:pt x="8198139" y="326500"/>
                  </a:lnTo>
                  <a:lnTo>
                    <a:pt x="8153376" y="288905"/>
                  </a:lnTo>
                  <a:lnTo>
                    <a:pt x="8151487" y="287417"/>
                  </a:lnTo>
                  <a:lnTo>
                    <a:pt x="8104420" y="252856"/>
                  </a:lnTo>
                  <a:lnTo>
                    <a:pt x="8054892" y="221555"/>
                  </a:lnTo>
                  <a:lnTo>
                    <a:pt x="8002161" y="193369"/>
                  </a:lnTo>
                  <a:lnTo>
                    <a:pt x="7945420" y="168043"/>
                  </a:lnTo>
                  <a:lnTo>
                    <a:pt x="7883839" y="145280"/>
                  </a:lnTo>
                  <a:lnTo>
                    <a:pt x="7816627" y="124785"/>
                  </a:lnTo>
                  <a:lnTo>
                    <a:pt x="7743103" y="106292"/>
                  </a:lnTo>
                  <a:lnTo>
                    <a:pt x="7662791" y="89574"/>
                  </a:lnTo>
                  <a:lnTo>
                    <a:pt x="7575560" y="74458"/>
                  </a:lnTo>
                  <a:lnTo>
                    <a:pt x="7481785" y="60820"/>
                  </a:lnTo>
                  <a:lnTo>
                    <a:pt x="7382532" y="48593"/>
                  </a:lnTo>
                  <a:lnTo>
                    <a:pt x="7279719" y="37755"/>
                  </a:lnTo>
                  <a:lnTo>
                    <a:pt x="7176202" y="28321"/>
                  </a:lnTo>
                  <a:lnTo>
                    <a:pt x="7075686" y="20322"/>
                  </a:lnTo>
                  <a:lnTo>
                    <a:pt x="6982418" y="13784"/>
                  </a:lnTo>
                  <a:lnTo>
                    <a:pt x="6900620" y="8690"/>
                  </a:lnTo>
                  <a:lnTo>
                    <a:pt x="6833775" y="4968"/>
                  </a:lnTo>
                  <a:lnTo>
                    <a:pt x="6783916" y="2472"/>
                  </a:lnTo>
                  <a:lnTo>
                    <a:pt x="6751144" y="989"/>
                  </a:lnTo>
                  <a:lnTo>
                    <a:pt x="6733487" y="265"/>
                  </a:lnTo>
                  <a:lnTo>
                    <a:pt x="6727061" y="24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769" y="50"/>
                  </a:lnTo>
                  <a:lnTo>
                    <a:pt x="5245980" y="408"/>
                  </a:lnTo>
                  <a:lnTo>
                    <a:pt x="5226369" y="1398"/>
                  </a:lnTo>
                  <a:lnTo>
                    <a:pt x="5191369" y="3347"/>
                  </a:lnTo>
                  <a:lnTo>
                    <a:pt x="5139323" y="6555"/>
                  </a:lnTo>
                  <a:lnTo>
                    <a:pt x="5070616" y="11266"/>
                  </a:lnTo>
                  <a:lnTo>
                    <a:pt x="4987480" y="17641"/>
                  </a:lnTo>
                  <a:lnTo>
                    <a:pt x="4893488" y="25761"/>
                  </a:lnTo>
                  <a:lnTo>
                    <a:pt x="4792848" y="35633"/>
                  </a:lnTo>
                  <a:lnTo>
                    <a:pt x="4689707" y="47227"/>
                  </a:lnTo>
                  <a:lnTo>
                    <a:pt x="4587636" y="60505"/>
                  </a:lnTo>
                  <a:lnTo>
                    <a:pt x="4489346" y="75454"/>
                  </a:lnTo>
                  <a:lnTo>
                    <a:pt x="4396634" y="92104"/>
                  </a:lnTo>
                  <a:lnTo>
                    <a:pt x="4310473" y="110543"/>
                  </a:lnTo>
                  <a:lnTo>
                    <a:pt x="4231174" y="130925"/>
                  </a:lnTo>
                  <a:lnTo>
                    <a:pt x="4158570" y="153464"/>
                  </a:lnTo>
                  <a:lnTo>
                    <a:pt x="4092169" y="178436"/>
                  </a:lnTo>
                  <a:lnTo>
                    <a:pt x="4031286" y="206163"/>
                  </a:lnTo>
                  <a:lnTo>
                    <a:pt x="3975135" y="236999"/>
                  </a:lnTo>
                  <a:lnTo>
                    <a:pt x="3922899" y="271299"/>
                  </a:lnTo>
                  <a:lnTo>
                    <a:pt x="3873782" y="309361"/>
                  </a:lnTo>
                  <a:lnTo>
                    <a:pt x="3829811" y="348714"/>
                  </a:lnTo>
                  <a:lnTo>
                    <a:pt x="3787664" y="391295"/>
                  </a:lnTo>
                  <a:lnTo>
                    <a:pt x="3746668" y="437381"/>
                  </a:lnTo>
                  <a:lnTo>
                    <a:pt x="3706474" y="487042"/>
                  </a:lnTo>
                  <a:lnTo>
                    <a:pt x="3666804" y="540270"/>
                  </a:lnTo>
                  <a:lnTo>
                    <a:pt x="3627448" y="596978"/>
                  </a:lnTo>
                  <a:lnTo>
                    <a:pt x="3588247" y="656988"/>
                  </a:lnTo>
                  <a:lnTo>
                    <a:pt x="3549093" y="720029"/>
                  </a:lnTo>
                  <a:lnTo>
                    <a:pt x="3509915" y="785738"/>
                  </a:lnTo>
                  <a:lnTo>
                    <a:pt x="3470678" y="853664"/>
                  </a:lnTo>
                  <a:lnTo>
                    <a:pt x="3431376" y="923279"/>
                  </a:lnTo>
                  <a:lnTo>
                    <a:pt x="3392021" y="993997"/>
                  </a:lnTo>
                  <a:lnTo>
                    <a:pt x="3352642" y="1065187"/>
                  </a:lnTo>
                  <a:lnTo>
                    <a:pt x="3313272" y="1136205"/>
                  </a:lnTo>
                  <a:lnTo>
                    <a:pt x="3273942" y="1206409"/>
                  </a:lnTo>
                  <a:lnTo>
                    <a:pt x="3234674" y="1275191"/>
                  </a:lnTo>
                  <a:lnTo>
                    <a:pt x="3195471" y="1341992"/>
                  </a:lnTo>
                  <a:lnTo>
                    <a:pt x="3156312" y="1406325"/>
                  </a:lnTo>
                  <a:lnTo>
                    <a:pt x="3117145" y="1467785"/>
                  </a:lnTo>
                  <a:lnTo>
                    <a:pt x="3077878" y="1526057"/>
                  </a:lnTo>
                  <a:lnTo>
                    <a:pt x="3038377" y="1580920"/>
                  </a:lnTo>
                  <a:lnTo>
                    <a:pt x="2998456" y="1632246"/>
                  </a:lnTo>
                  <a:lnTo>
                    <a:pt x="2957872" y="1679991"/>
                  </a:lnTo>
                  <a:lnTo>
                    <a:pt x="2916310" y="1724190"/>
                  </a:lnTo>
                  <a:lnTo>
                    <a:pt x="2896531" y="1743572"/>
                  </a:lnTo>
                  <a:lnTo>
                    <a:pt x="2849684" y="1785322"/>
                  </a:lnTo>
                  <a:lnTo>
                    <a:pt x="2800401" y="1823152"/>
                  </a:lnTo>
                  <a:lnTo>
                    <a:pt x="2747952" y="1857234"/>
                  </a:lnTo>
                  <a:lnTo>
                    <a:pt x="2691540" y="1887873"/>
                  </a:lnTo>
                  <a:lnTo>
                    <a:pt x="2630347" y="1915425"/>
                  </a:lnTo>
                  <a:lnTo>
                    <a:pt x="2563592" y="1940242"/>
                  </a:lnTo>
                  <a:lnTo>
                    <a:pt x="2490597" y="1962644"/>
                  </a:lnTo>
                  <a:lnTo>
                    <a:pt x="2410887" y="1982904"/>
                  </a:lnTo>
                  <a:lnTo>
                    <a:pt x="2324318" y="2001233"/>
                  </a:lnTo>
                  <a:lnTo>
                    <a:pt x="2231236" y="2017778"/>
                  </a:lnTo>
                  <a:lnTo>
                    <a:pt x="2132659" y="2032626"/>
                  </a:lnTo>
                  <a:lnTo>
                    <a:pt x="2030438" y="2045804"/>
                  </a:lnTo>
                  <a:lnTo>
                    <a:pt x="1927339" y="2057296"/>
                  </a:lnTo>
                  <a:lnTo>
                    <a:pt x="1826977" y="2067063"/>
                  </a:lnTo>
                  <a:lnTo>
                    <a:pt x="1733522" y="2075077"/>
                  </a:lnTo>
                  <a:lnTo>
                    <a:pt x="1651162" y="2081350"/>
                  </a:lnTo>
                  <a:lnTo>
                    <a:pt x="1583409" y="2085964"/>
                  </a:lnTo>
                  <a:lnTo>
                    <a:pt x="1532396" y="2089089"/>
                  </a:lnTo>
                  <a:lnTo>
                    <a:pt x="1498387" y="2090972"/>
                  </a:lnTo>
                  <a:lnTo>
                    <a:pt x="1479605" y="2091915"/>
                  </a:lnTo>
                  <a:lnTo>
                    <a:pt x="1472375" y="2092245"/>
                  </a:lnTo>
                  <a:lnTo>
                    <a:pt x="1471387" y="2092287"/>
                  </a:lnTo>
                  <a:lnTo>
                    <a:pt x="0" y="2092287"/>
                  </a:lnTo>
                  <a:close/>
                </a:path>
              </a:pathLst>
            </a:custGeom>
            <a:solidFill>
              <a:srgbClr val="F28E5B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936" name="pl936"/>
            <p:cNvSpPr/>
            <p:nvPr/>
          </p:nvSpPr>
          <p:spPr>
            <a:xfrm>
              <a:off x="4799595" y="5192268"/>
              <a:ext cx="11981298" cy="2092287"/>
            </a:xfrm>
            <a:custGeom>
              <a:avLst/>
              <a:pathLst>
                <a:path w="11981298" h="2092287">
                  <a:moveTo>
                    <a:pt x="0" y="2092287"/>
                  </a:moveTo>
                  <a:lnTo>
                    <a:pt x="1471387" y="2092287"/>
                  </a:lnTo>
                  <a:lnTo>
                    <a:pt x="1472573" y="2092237"/>
                  </a:lnTo>
                  <a:lnTo>
                    <a:pt x="1480362" y="2091879"/>
                  </a:lnTo>
                  <a:lnTo>
                    <a:pt x="1499973" y="2090888"/>
                  </a:lnTo>
                  <a:lnTo>
                    <a:pt x="1534974" y="2088940"/>
                  </a:lnTo>
                  <a:lnTo>
                    <a:pt x="1587019" y="2085731"/>
                  </a:lnTo>
                  <a:lnTo>
                    <a:pt x="1655727" y="2081021"/>
                  </a:lnTo>
                  <a:lnTo>
                    <a:pt x="1738862" y="2074645"/>
                  </a:lnTo>
                  <a:lnTo>
                    <a:pt x="1832854" y="2066526"/>
                  </a:lnTo>
                  <a:lnTo>
                    <a:pt x="1933494" y="2056654"/>
                  </a:lnTo>
                  <a:lnTo>
                    <a:pt x="2036635" y="2045060"/>
                  </a:lnTo>
                  <a:lnTo>
                    <a:pt x="2138706" y="2031781"/>
                  </a:lnTo>
                  <a:lnTo>
                    <a:pt x="2236996" y="2016833"/>
                  </a:lnTo>
                  <a:lnTo>
                    <a:pt x="2329708" y="2000183"/>
                  </a:lnTo>
                  <a:lnTo>
                    <a:pt x="2415869" y="1981743"/>
                  </a:lnTo>
                  <a:lnTo>
                    <a:pt x="2495168" y="1961362"/>
                  </a:lnTo>
                  <a:lnTo>
                    <a:pt x="2567772" y="1938822"/>
                  </a:lnTo>
                  <a:lnTo>
                    <a:pt x="2634173" y="1913850"/>
                  </a:lnTo>
                  <a:lnTo>
                    <a:pt x="2695056" y="1886124"/>
                  </a:lnTo>
                  <a:lnTo>
                    <a:pt x="2751207" y="1855287"/>
                  </a:lnTo>
                  <a:lnTo>
                    <a:pt x="2803443" y="1820988"/>
                  </a:lnTo>
                  <a:lnTo>
                    <a:pt x="2852561" y="1782925"/>
                  </a:lnTo>
                  <a:lnTo>
                    <a:pt x="2896531" y="1743572"/>
                  </a:lnTo>
                  <a:lnTo>
                    <a:pt x="2938679" y="1700992"/>
                  </a:lnTo>
                  <a:lnTo>
                    <a:pt x="2979674" y="1654905"/>
                  </a:lnTo>
                  <a:lnTo>
                    <a:pt x="3019869" y="1605245"/>
                  </a:lnTo>
                  <a:lnTo>
                    <a:pt x="3059538" y="1552017"/>
                  </a:lnTo>
                  <a:lnTo>
                    <a:pt x="3098895" y="1495309"/>
                  </a:lnTo>
                  <a:lnTo>
                    <a:pt x="3138095" y="1435299"/>
                  </a:lnTo>
                  <a:lnTo>
                    <a:pt x="3177249" y="1372258"/>
                  </a:lnTo>
                  <a:lnTo>
                    <a:pt x="3216427" y="1306549"/>
                  </a:lnTo>
                  <a:lnTo>
                    <a:pt x="3255664" y="1238623"/>
                  </a:lnTo>
                  <a:lnTo>
                    <a:pt x="3294967" y="1169007"/>
                  </a:lnTo>
                  <a:lnTo>
                    <a:pt x="3334321" y="1098290"/>
                  </a:lnTo>
                  <a:lnTo>
                    <a:pt x="3373700" y="1027099"/>
                  </a:lnTo>
                  <a:lnTo>
                    <a:pt x="3413070" y="956082"/>
                  </a:lnTo>
                  <a:lnTo>
                    <a:pt x="3452400" y="885877"/>
                  </a:lnTo>
                  <a:lnTo>
                    <a:pt x="3491668" y="817096"/>
                  </a:lnTo>
                  <a:lnTo>
                    <a:pt x="3530871" y="750294"/>
                  </a:lnTo>
                  <a:lnTo>
                    <a:pt x="3570030" y="685961"/>
                  </a:lnTo>
                  <a:lnTo>
                    <a:pt x="3609197" y="624502"/>
                  </a:lnTo>
                  <a:lnTo>
                    <a:pt x="3648465" y="566230"/>
                  </a:lnTo>
                  <a:lnTo>
                    <a:pt x="3687966" y="511366"/>
                  </a:lnTo>
                  <a:lnTo>
                    <a:pt x="3727886" y="460040"/>
                  </a:lnTo>
                  <a:lnTo>
                    <a:pt x="3768470" y="412295"/>
                  </a:lnTo>
                  <a:lnTo>
                    <a:pt x="3810032" y="368096"/>
                  </a:lnTo>
                  <a:lnTo>
                    <a:pt x="3829811" y="348714"/>
                  </a:lnTo>
                  <a:lnTo>
                    <a:pt x="3876658" y="306965"/>
                  </a:lnTo>
                  <a:lnTo>
                    <a:pt x="3925941" y="269135"/>
                  </a:lnTo>
                  <a:lnTo>
                    <a:pt x="3978390" y="235053"/>
                  </a:lnTo>
                  <a:lnTo>
                    <a:pt x="4034802" y="204413"/>
                  </a:lnTo>
                  <a:lnTo>
                    <a:pt x="4095995" y="176862"/>
                  </a:lnTo>
                  <a:lnTo>
                    <a:pt x="4162750" y="152045"/>
                  </a:lnTo>
                  <a:lnTo>
                    <a:pt x="4235745" y="129642"/>
                  </a:lnTo>
                  <a:lnTo>
                    <a:pt x="4315455" y="109382"/>
                  </a:lnTo>
                  <a:lnTo>
                    <a:pt x="4402024" y="91054"/>
                  </a:lnTo>
                  <a:lnTo>
                    <a:pt x="4495106" y="74508"/>
                  </a:lnTo>
                  <a:lnTo>
                    <a:pt x="4593683" y="59660"/>
                  </a:lnTo>
                  <a:lnTo>
                    <a:pt x="4695904" y="46483"/>
                  </a:lnTo>
                  <a:lnTo>
                    <a:pt x="4799003" y="34991"/>
                  </a:lnTo>
                  <a:lnTo>
                    <a:pt x="4899365" y="25223"/>
                  </a:lnTo>
                  <a:lnTo>
                    <a:pt x="4992821" y="17210"/>
                  </a:lnTo>
                  <a:lnTo>
                    <a:pt x="5075180" y="10937"/>
                  </a:lnTo>
                  <a:lnTo>
                    <a:pt x="5142933" y="6322"/>
                  </a:lnTo>
                  <a:lnTo>
                    <a:pt x="5193946" y="3197"/>
                  </a:lnTo>
                  <a:lnTo>
                    <a:pt x="5227955" y="1315"/>
                  </a:lnTo>
                  <a:lnTo>
                    <a:pt x="5246737" y="372"/>
                  </a:lnTo>
                  <a:lnTo>
                    <a:pt x="5253967" y="41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545" y="41"/>
                  </a:lnTo>
                  <a:lnTo>
                    <a:pt x="6735437" y="341"/>
                  </a:lnTo>
                  <a:lnTo>
                    <a:pt x="6755299" y="1168"/>
                  </a:lnTo>
                  <a:lnTo>
                    <a:pt x="6790727" y="2797"/>
                  </a:lnTo>
                  <a:lnTo>
                    <a:pt x="6843367" y="5477"/>
                  </a:lnTo>
                  <a:lnTo>
                    <a:pt x="6912788" y="9411"/>
                  </a:lnTo>
                  <a:lnTo>
                    <a:pt x="6996685" y="14732"/>
                  </a:lnTo>
                  <a:lnTo>
                    <a:pt x="7091406" y="21505"/>
                  </a:lnTo>
                  <a:lnTo>
                    <a:pt x="7192679" y="29735"/>
                  </a:lnTo>
                  <a:lnTo>
                    <a:pt x="7296313" y="39396"/>
                  </a:lnTo>
                  <a:lnTo>
                    <a:pt x="7398724" y="50457"/>
                  </a:lnTo>
                  <a:lnTo>
                    <a:pt x="7497205" y="62908"/>
                  </a:lnTo>
                  <a:lnTo>
                    <a:pt x="7589984" y="76776"/>
                  </a:lnTo>
                  <a:lnTo>
                    <a:pt x="7676116" y="92139"/>
                  </a:lnTo>
                  <a:lnTo>
                    <a:pt x="7755322" y="109128"/>
                  </a:lnTo>
                  <a:lnTo>
                    <a:pt x="7827797" y="127926"/>
                  </a:lnTo>
                  <a:lnTo>
                    <a:pt x="7894058" y="148765"/>
                  </a:lnTo>
                  <a:lnTo>
                    <a:pt x="7954809" y="171918"/>
                  </a:lnTo>
                  <a:lnTo>
                    <a:pt x="8010852" y="197682"/>
                  </a:lnTo>
                  <a:lnTo>
                    <a:pt x="8063017" y="226351"/>
                  </a:lnTo>
                  <a:lnTo>
                    <a:pt x="8112104" y="258169"/>
                  </a:lnTo>
                  <a:lnTo>
                    <a:pt x="8151487" y="287417"/>
                  </a:lnTo>
                  <a:lnTo>
                    <a:pt x="8196313" y="324878"/>
                  </a:lnTo>
                  <a:lnTo>
                    <a:pt x="8239861" y="365620"/>
                  </a:lnTo>
                  <a:lnTo>
                    <a:pt x="8282546" y="409702"/>
                  </a:lnTo>
                  <a:lnTo>
                    <a:pt x="8324686" y="457107"/>
                  </a:lnTo>
                  <a:lnTo>
                    <a:pt x="8366522" y="507727"/>
                  </a:lnTo>
                  <a:lnTo>
                    <a:pt x="8408227" y="561359"/>
                  </a:lnTo>
                  <a:lnTo>
                    <a:pt x="8449915" y="617699"/>
                  </a:lnTo>
                  <a:lnTo>
                    <a:pt x="8491651" y="676350"/>
                  </a:lnTo>
                  <a:lnTo>
                    <a:pt x="8533462" y="736825"/>
                  </a:lnTo>
                  <a:lnTo>
                    <a:pt x="8575340" y="798564"/>
                  </a:lnTo>
                  <a:lnTo>
                    <a:pt x="8617258" y="860956"/>
                  </a:lnTo>
                  <a:lnTo>
                    <a:pt x="8659177" y="923361"/>
                  </a:lnTo>
                  <a:lnTo>
                    <a:pt x="8701058" y="985140"/>
                  </a:lnTo>
                  <a:lnTo>
                    <a:pt x="8742871" y="1045679"/>
                  </a:lnTo>
                  <a:lnTo>
                    <a:pt x="8784611" y="1104415"/>
                  </a:lnTo>
                  <a:lnTo>
                    <a:pt x="8826299" y="1160860"/>
                  </a:lnTo>
                  <a:lnTo>
                    <a:pt x="8868002" y="1214610"/>
                  </a:lnTo>
                  <a:lnTo>
                    <a:pt x="8909829" y="1265360"/>
                  </a:lnTo>
                  <a:lnTo>
                    <a:pt x="8951953" y="1312901"/>
                  </a:lnTo>
                  <a:lnTo>
                    <a:pt x="8994609" y="1357122"/>
                  </a:lnTo>
                  <a:lnTo>
                    <a:pt x="9038114" y="1398001"/>
                  </a:lnTo>
                  <a:lnTo>
                    <a:pt x="9082878" y="1435597"/>
                  </a:lnTo>
                  <a:lnTo>
                    <a:pt x="9084767" y="1437085"/>
                  </a:lnTo>
                  <a:lnTo>
                    <a:pt x="9131833" y="1471646"/>
                  </a:lnTo>
                  <a:lnTo>
                    <a:pt x="9181361" y="1502947"/>
                  </a:lnTo>
                  <a:lnTo>
                    <a:pt x="9234092" y="1531133"/>
                  </a:lnTo>
                  <a:lnTo>
                    <a:pt x="9290833" y="1556459"/>
                  </a:lnTo>
                  <a:lnTo>
                    <a:pt x="9352414" y="1579222"/>
                  </a:lnTo>
                  <a:lnTo>
                    <a:pt x="9419626" y="1599716"/>
                  </a:lnTo>
                  <a:lnTo>
                    <a:pt x="9493151" y="1618210"/>
                  </a:lnTo>
                  <a:lnTo>
                    <a:pt x="9573462" y="1634927"/>
                  </a:lnTo>
                  <a:lnTo>
                    <a:pt x="9660693" y="1650044"/>
                  </a:lnTo>
                  <a:lnTo>
                    <a:pt x="9754468" y="1663681"/>
                  </a:lnTo>
                  <a:lnTo>
                    <a:pt x="9853721" y="1675909"/>
                  </a:lnTo>
                  <a:lnTo>
                    <a:pt x="9956534" y="1686747"/>
                  </a:lnTo>
                  <a:lnTo>
                    <a:pt x="10060051" y="1696181"/>
                  </a:lnTo>
                  <a:lnTo>
                    <a:pt x="10160567" y="1704179"/>
                  </a:lnTo>
                  <a:lnTo>
                    <a:pt x="10253835" y="1710718"/>
                  </a:lnTo>
                  <a:lnTo>
                    <a:pt x="10335633" y="1715811"/>
                  </a:lnTo>
                  <a:lnTo>
                    <a:pt x="10402478" y="1719533"/>
                  </a:lnTo>
                  <a:lnTo>
                    <a:pt x="10452337" y="1722030"/>
                  </a:lnTo>
                  <a:lnTo>
                    <a:pt x="10485109" y="1723513"/>
                  </a:lnTo>
                  <a:lnTo>
                    <a:pt x="10502766" y="1724237"/>
                  </a:lnTo>
                  <a:lnTo>
                    <a:pt x="10509192" y="1724477"/>
                  </a:lnTo>
                  <a:lnTo>
                    <a:pt x="10509911" y="1724502"/>
                  </a:lnTo>
                  <a:lnTo>
                    <a:pt x="11981298" y="172450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37" name="pl937"/>
            <p:cNvSpPr/>
            <p:nvPr/>
          </p:nvSpPr>
          <p:spPr>
            <a:xfrm>
              <a:off x="4799595" y="5184095"/>
              <a:ext cx="11981298" cy="2092287"/>
            </a:xfrm>
            <a:custGeom>
              <a:avLst/>
              <a:pathLst>
                <a:path w="11981298" h="2092287">
                  <a:moveTo>
                    <a:pt x="11981298" y="1724502"/>
                  </a:moveTo>
                  <a:lnTo>
                    <a:pt x="10509911" y="1724502"/>
                  </a:lnTo>
                  <a:lnTo>
                    <a:pt x="10508709" y="1724460"/>
                  </a:lnTo>
                  <a:lnTo>
                    <a:pt x="10500816" y="1724161"/>
                  </a:lnTo>
                  <a:lnTo>
                    <a:pt x="10480954" y="1723333"/>
                  </a:lnTo>
                  <a:lnTo>
                    <a:pt x="10445526" y="1721705"/>
                  </a:lnTo>
                  <a:lnTo>
                    <a:pt x="10392886" y="1719024"/>
                  </a:lnTo>
                  <a:lnTo>
                    <a:pt x="10323465" y="1715091"/>
                  </a:lnTo>
                  <a:lnTo>
                    <a:pt x="10239569" y="1709769"/>
                  </a:lnTo>
                  <a:lnTo>
                    <a:pt x="10144847" y="1702996"/>
                  </a:lnTo>
                  <a:lnTo>
                    <a:pt x="10043574" y="1694766"/>
                  </a:lnTo>
                  <a:lnTo>
                    <a:pt x="9939940" y="1685105"/>
                  </a:lnTo>
                  <a:lnTo>
                    <a:pt x="9837530" y="1674044"/>
                  </a:lnTo>
                  <a:lnTo>
                    <a:pt x="9739048" y="1661594"/>
                  </a:lnTo>
                  <a:lnTo>
                    <a:pt x="9646270" y="1647726"/>
                  </a:lnTo>
                  <a:lnTo>
                    <a:pt x="9560137" y="1632362"/>
                  </a:lnTo>
                  <a:lnTo>
                    <a:pt x="9480931" y="1615374"/>
                  </a:lnTo>
                  <a:lnTo>
                    <a:pt x="9408456" y="1596576"/>
                  </a:lnTo>
                  <a:lnTo>
                    <a:pt x="9342196" y="1575737"/>
                  </a:lnTo>
                  <a:lnTo>
                    <a:pt x="9281444" y="1552584"/>
                  </a:lnTo>
                  <a:lnTo>
                    <a:pt x="9225401" y="1526820"/>
                  </a:lnTo>
                  <a:lnTo>
                    <a:pt x="9173237" y="1498150"/>
                  </a:lnTo>
                  <a:lnTo>
                    <a:pt x="9124149" y="1466333"/>
                  </a:lnTo>
                  <a:lnTo>
                    <a:pt x="9084767" y="1437085"/>
                  </a:lnTo>
                  <a:lnTo>
                    <a:pt x="9039940" y="1399623"/>
                  </a:lnTo>
                  <a:lnTo>
                    <a:pt x="8996392" y="1358882"/>
                  </a:lnTo>
                  <a:lnTo>
                    <a:pt x="8953708" y="1314799"/>
                  </a:lnTo>
                  <a:lnTo>
                    <a:pt x="8911567" y="1267394"/>
                  </a:lnTo>
                  <a:lnTo>
                    <a:pt x="8869731" y="1216774"/>
                  </a:lnTo>
                  <a:lnTo>
                    <a:pt x="8828026" y="1163143"/>
                  </a:lnTo>
                  <a:lnTo>
                    <a:pt x="8786339" y="1106802"/>
                  </a:lnTo>
                  <a:lnTo>
                    <a:pt x="8744602" y="1048151"/>
                  </a:lnTo>
                  <a:lnTo>
                    <a:pt x="8702791" y="987677"/>
                  </a:lnTo>
                  <a:lnTo>
                    <a:pt x="8660913" y="925938"/>
                  </a:lnTo>
                  <a:lnTo>
                    <a:pt x="8618995" y="863546"/>
                  </a:lnTo>
                  <a:lnTo>
                    <a:pt x="8577076" y="801140"/>
                  </a:lnTo>
                  <a:lnTo>
                    <a:pt x="8535196" y="739362"/>
                  </a:lnTo>
                  <a:lnTo>
                    <a:pt x="8493382" y="678823"/>
                  </a:lnTo>
                  <a:lnTo>
                    <a:pt x="8451643" y="620086"/>
                  </a:lnTo>
                  <a:lnTo>
                    <a:pt x="8409954" y="563642"/>
                  </a:lnTo>
                  <a:lnTo>
                    <a:pt x="8368252" y="509891"/>
                  </a:lnTo>
                  <a:lnTo>
                    <a:pt x="8326424" y="459142"/>
                  </a:lnTo>
                  <a:lnTo>
                    <a:pt x="8284300" y="411601"/>
                  </a:lnTo>
                  <a:lnTo>
                    <a:pt x="8241644" y="367380"/>
                  </a:lnTo>
                  <a:lnTo>
                    <a:pt x="8198139" y="326500"/>
                  </a:lnTo>
                  <a:lnTo>
                    <a:pt x="8153376" y="288905"/>
                  </a:lnTo>
                  <a:lnTo>
                    <a:pt x="8151487" y="287417"/>
                  </a:lnTo>
                  <a:lnTo>
                    <a:pt x="8104420" y="252856"/>
                  </a:lnTo>
                  <a:lnTo>
                    <a:pt x="8054892" y="221555"/>
                  </a:lnTo>
                  <a:lnTo>
                    <a:pt x="8002161" y="193369"/>
                  </a:lnTo>
                  <a:lnTo>
                    <a:pt x="7945420" y="168043"/>
                  </a:lnTo>
                  <a:lnTo>
                    <a:pt x="7883839" y="145280"/>
                  </a:lnTo>
                  <a:lnTo>
                    <a:pt x="7816627" y="124785"/>
                  </a:lnTo>
                  <a:lnTo>
                    <a:pt x="7743103" y="106292"/>
                  </a:lnTo>
                  <a:lnTo>
                    <a:pt x="7662791" y="89574"/>
                  </a:lnTo>
                  <a:lnTo>
                    <a:pt x="7575560" y="74458"/>
                  </a:lnTo>
                  <a:lnTo>
                    <a:pt x="7481785" y="60820"/>
                  </a:lnTo>
                  <a:lnTo>
                    <a:pt x="7382532" y="48593"/>
                  </a:lnTo>
                  <a:lnTo>
                    <a:pt x="7279719" y="37755"/>
                  </a:lnTo>
                  <a:lnTo>
                    <a:pt x="7176202" y="28321"/>
                  </a:lnTo>
                  <a:lnTo>
                    <a:pt x="7075686" y="20322"/>
                  </a:lnTo>
                  <a:lnTo>
                    <a:pt x="6982418" y="13784"/>
                  </a:lnTo>
                  <a:lnTo>
                    <a:pt x="6900620" y="8690"/>
                  </a:lnTo>
                  <a:lnTo>
                    <a:pt x="6833775" y="4968"/>
                  </a:lnTo>
                  <a:lnTo>
                    <a:pt x="6783916" y="2472"/>
                  </a:lnTo>
                  <a:lnTo>
                    <a:pt x="6751144" y="989"/>
                  </a:lnTo>
                  <a:lnTo>
                    <a:pt x="6733487" y="265"/>
                  </a:lnTo>
                  <a:lnTo>
                    <a:pt x="6727061" y="24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769" y="50"/>
                  </a:lnTo>
                  <a:lnTo>
                    <a:pt x="5245980" y="408"/>
                  </a:lnTo>
                  <a:lnTo>
                    <a:pt x="5226369" y="1398"/>
                  </a:lnTo>
                  <a:lnTo>
                    <a:pt x="5191369" y="3347"/>
                  </a:lnTo>
                  <a:lnTo>
                    <a:pt x="5139323" y="6555"/>
                  </a:lnTo>
                  <a:lnTo>
                    <a:pt x="5070616" y="11266"/>
                  </a:lnTo>
                  <a:lnTo>
                    <a:pt x="4987480" y="17641"/>
                  </a:lnTo>
                  <a:lnTo>
                    <a:pt x="4893488" y="25761"/>
                  </a:lnTo>
                  <a:lnTo>
                    <a:pt x="4792848" y="35633"/>
                  </a:lnTo>
                  <a:lnTo>
                    <a:pt x="4689707" y="47227"/>
                  </a:lnTo>
                  <a:lnTo>
                    <a:pt x="4587636" y="60505"/>
                  </a:lnTo>
                  <a:lnTo>
                    <a:pt x="4489346" y="75454"/>
                  </a:lnTo>
                  <a:lnTo>
                    <a:pt x="4396634" y="92104"/>
                  </a:lnTo>
                  <a:lnTo>
                    <a:pt x="4310473" y="110543"/>
                  </a:lnTo>
                  <a:lnTo>
                    <a:pt x="4231174" y="130925"/>
                  </a:lnTo>
                  <a:lnTo>
                    <a:pt x="4158570" y="153464"/>
                  </a:lnTo>
                  <a:lnTo>
                    <a:pt x="4092169" y="178436"/>
                  </a:lnTo>
                  <a:lnTo>
                    <a:pt x="4031286" y="206163"/>
                  </a:lnTo>
                  <a:lnTo>
                    <a:pt x="3975135" y="236999"/>
                  </a:lnTo>
                  <a:lnTo>
                    <a:pt x="3922899" y="271299"/>
                  </a:lnTo>
                  <a:lnTo>
                    <a:pt x="3873782" y="309361"/>
                  </a:lnTo>
                  <a:lnTo>
                    <a:pt x="3829811" y="348714"/>
                  </a:lnTo>
                  <a:lnTo>
                    <a:pt x="3787664" y="391295"/>
                  </a:lnTo>
                  <a:lnTo>
                    <a:pt x="3746668" y="437381"/>
                  </a:lnTo>
                  <a:lnTo>
                    <a:pt x="3706474" y="487042"/>
                  </a:lnTo>
                  <a:lnTo>
                    <a:pt x="3666804" y="540270"/>
                  </a:lnTo>
                  <a:lnTo>
                    <a:pt x="3627448" y="596978"/>
                  </a:lnTo>
                  <a:lnTo>
                    <a:pt x="3588247" y="656988"/>
                  </a:lnTo>
                  <a:lnTo>
                    <a:pt x="3549093" y="720029"/>
                  </a:lnTo>
                  <a:lnTo>
                    <a:pt x="3509915" y="785738"/>
                  </a:lnTo>
                  <a:lnTo>
                    <a:pt x="3470678" y="853664"/>
                  </a:lnTo>
                  <a:lnTo>
                    <a:pt x="3431376" y="923279"/>
                  </a:lnTo>
                  <a:lnTo>
                    <a:pt x="3392021" y="993997"/>
                  </a:lnTo>
                  <a:lnTo>
                    <a:pt x="3352642" y="1065187"/>
                  </a:lnTo>
                  <a:lnTo>
                    <a:pt x="3313272" y="1136205"/>
                  </a:lnTo>
                  <a:lnTo>
                    <a:pt x="3273942" y="1206409"/>
                  </a:lnTo>
                  <a:lnTo>
                    <a:pt x="3234674" y="1275191"/>
                  </a:lnTo>
                  <a:lnTo>
                    <a:pt x="3195471" y="1341992"/>
                  </a:lnTo>
                  <a:lnTo>
                    <a:pt x="3156312" y="1406325"/>
                  </a:lnTo>
                  <a:lnTo>
                    <a:pt x="3117145" y="1467785"/>
                  </a:lnTo>
                  <a:lnTo>
                    <a:pt x="3077878" y="1526057"/>
                  </a:lnTo>
                  <a:lnTo>
                    <a:pt x="3038377" y="1580920"/>
                  </a:lnTo>
                  <a:lnTo>
                    <a:pt x="2998456" y="1632246"/>
                  </a:lnTo>
                  <a:lnTo>
                    <a:pt x="2957872" y="1679991"/>
                  </a:lnTo>
                  <a:lnTo>
                    <a:pt x="2916310" y="1724190"/>
                  </a:lnTo>
                  <a:lnTo>
                    <a:pt x="2896531" y="1743572"/>
                  </a:lnTo>
                  <a:lnTo>
                    <a:pt x="2849684" y="1785322"/>
                  </a:lnTo>
                  <a:lnTo>
                    <a:pt x="2800401" y="1823152"/>
                  </a:lnTo>
                  <a:lnTo>
                    <a:pt x="2747952" y="1857234"/>
                  </a:lnTo>
                  <a:lnTo>
                    <a:pt x="2691540" y="1887873"/>
                  </a:lnTo>
                  <a:lnTo>
                    <a:pt x="2630347" y="1915425"/>
                  </a:lnTo>
                  <a:lnTo>
                    <a:pt x="2563592" y="1940242"/>
                  </a:lnTo>
                  <a:lnTo>
                    <a:pt x="2490597" y="1962644"/>
                  </a:lnTo>
                  <a:lnTo>
                    <a:pt x="2410887" y="1982904"/>
                  </a:lnTo>
                  <a:lnTo>
                    <a:pt x="2324318" y="2001233"/>
                  </a:lnTo>
                  <a:lnTo>
                    <a:pt x="2231236" y="2017778"/>
                  </a:lnTo>
                  <a:lnTo>
                    <a:pt x="2132659" y="2032626"/>
                  </a:lnTo>
                  <a:lnTo>
                    <a:pt x="2030438" y="2045804"/>
                  </a:lnTo>
                  <a:lnTo>
                    <a:pt x="1927339" y="2057296"/>
                  </a:lnTo>
                  <a:lnTo>
                    <a:pt x="1826977" y="2067063"/>
                  </a:lnTo>
                  <a:lnTo>
                    <a:pt x="1733522" y="2075077"/>
                  </a:lnTo>
                  <a:lnTo>
                    <a:pt x="1651162" y="2081350"/>
                  </a:lnTo>
                  <a:lnTo>
                    <a:pt x="1583409" y="2085964"/>
                  </a:lnTo>
                  <a:lnTo>
                    <a:pt x="1532396" y="2089089"/>
                  </a:lnTo>
                  <a:lnTo>
                    <a:pt x="1498387" y="2090972"/>
                  </a:lnTo>
                  <a:lnTo>
                    <a:pt x="1479605" y="2091915"/>
                  </a:lnTo>
                  <a:lnTo>
                    <a:pt x="1472375" y="2092245"/>
                  </a:lnTo>
                  <a:lnTo>
                    <a:pt x="1471387" y="2092287"/>
                  </a:lnTo>
                  <a:lnTo>
                    <a:pt x="0" y="209228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38" name="pg938"/>
            <p:cNvSpPr/>
            <p:nvPr/>
          </p:nvSpPr>
          <p:spPr>
            <a:xfrm>
              <a:off x="4799595" y="5216787"/>
              <a:ext cx="11981298" cy="2280266"/>
            </a:xfrm>
            <a:custGeom>
              <a:avLst/>
              <a:pathLst>
                <a:path w="11981298" h="2280266">
                  <a:moveTo>
                    <a:pt x="0" y="2075941"/>
                  </a:moveTo>
                  <a:lnTo>
                    <a:pt x="1471387" y="2075941"/>
                  </a:lnTo>
                  <a:lnTo>
                    <a:pt x="1472574" y="2075891"/>
                  </a:lnTo>
                  <a:lnTo>
                    <a:pt x="1480371" y="2075537"/>
                  </a:lnTo>
                  <a:lnTo>
                    <a:pt x="1499999" y="2074557"/>
                  </a:lnTo>
                  <a:lnTo>
                    <a:pt x="1535031" y="2072630"/>
                  </a:lnTo>
                  <a:lnTo>
                    <a:pt x="1587119" y="2069456"/>
                  </a:lnTo>
                  <a:lnTo>
                    <a:pt x="1655878" y="2064796"/>
                  </a:lnTo>
                  <a:lnTo>
                    <a:pt x="1739068" y="2058489"/>
                  </a:lnTo>
                  <a:lnTo>
                    <a:pt x="1833112" y="2050458"/>
                  </a:lnTo>
                  <a:lnTo>
                    <a:pt x="1933798" y="2040694"/>
                  </a:lnTo>
                  <a:lnTo>
                    <a:pt x="2036975" y="2029227"/>
                  </a:lnTo>
                  <a:lnTo>
                    <a:pt x="2139071" y="2016094"/>
                  </a:lnTo>
                  <a:lnTo>
                    <a:pt x="2237375" y="2001309"/>
                  </a:lnTo>
                  <a:lnTo>
                    <a:pt x="2330091" y="1984842"/>
                  </a:lnTo>
                  <a:lnTo>
                    <a:pt x="2416251" y="1966605"/>
                  </a:lnTo>
                  <a:lnTo>
                    <a:pt x="2495543" y="1946445"/>
                  </a:lnTo>
                  <a:lnTo>
                    <a:pt x="2568138" y="1924151"/>
                  </a:lnTo>
                  <a:lnTo>
                    <a:pt x="2634528" y="1899450"/>
                  </a:lnTo>
                  <a:lnTo>
                    <a:pt x="2695402" y="1872022"/>
                  </a:lnTo>
                  <a:lnTo>
                    <a:pt x="2751545" y="1841517"/>
                  </a:lnTo>
                  <a:lnTo>
                    <a:pt x="2803776" y="1807586"/>
                  </a:lnTo>
                  <a:lnTo>
                    <a:pt x="2852891" y="1769931"/>
                  </a:lnTo>
                  <a:lnTo>
                    <a:pt x="2896531" y="1731313"/>
                  </a:lnTo>
                  <a:lnTo>
                    <a:pt x="2938847" y="1689053"/>
                  </a:lnTo>
                  <a:lnTo>
                    <a:pt x="2980003" y="1643300"/>
                  </a:lnTo>
                  <a:lnTo>
                    <a:pt x="3020355" y="1593986"/>
                  </a:lnTo>
                  <a:lnTo>
                    <a:pt x="3060180" y="1541118"/>
                  </a:lnTo>
                  <a:lnTo>
                    <a:pt x="3099692" y="1484785"/>
                  </a:lnTo>
                  <a:lnTo>
                    <a:pt x="3139050" y="1425167"/>
                  </a:lnTo>
                  <a:lnTo>
                    <a:pt x="3178363" y="1362536"/>
                  </a:lnTo>
                  <a:lnTo>
                    <a:pt x="3217702" y="1297260"/>
                  </a:lnTo>
                  <a:lnTo>
                    <a:pt x="3257101" y="1229790"/>
                  </a:lnTo>
                  <a:lnTo>
                    <a:pt x="3296565" y="1160657"/>
                  </a:lnTo>
                  <a:lnTo>
                    <a:pt x="3336082" y="1090452"/>
                  </a:lnTo>
                  <a:lnTo>
                    <a:pt x="3375621" y="1019803"/>
                  </a:lnTo>
                  <a:lnTo>
                    <a:pt x="3415150" y="949359"/>
                  </a:lnTo>
                  <a:lnTo>
                    <a:pt x="3454636" y="879758"/>
                  </a:lnTo>
                  <a:lnTo>
                    <a:pt x="3494060" y="811607"/>
                  </a:lnTo>
                  <a:lnTo>
                    <a:pt x="3533418" y="745461"/>
                  </a:lnTo>
                  <a:lnTo>
                    <a:pt x="3572735" y="681803"/>
                  </a:lnTo>
                  <a:lnTo>
                    <a:pt x="3612066" y="621033"/>
                  </a:lnTo>
                  <a:lnTo>
                    <a:pt x="3651505" y="563457"/>
                  </a:lnTo>
                  <a:lnTo>
                    <a:pt x="3691192" y="509291"/>
                  </a:lnTo>
                  <a:lnTo>
                    <a:pt x="3731320" y="458656"/>
                  </a:lnTo>
                  <a:lnTo>
                    <a:pt x="3772142" y="411589"/>
                  </a:lnTo>
                  <a:lnTo>
                    <a:pt x="3813981" y="368048"/>
                  </a:lnTo>
                  <a:lnTo>
                    <a:pt x="3829811" y="352801"/>
                  </a:lnTo>
                  <a:lnTo>
                    <a:pt x="3876673" y="311527"/>
                  </a:lnTo>
                  <a:lnTo>
                    <a:pt x="3925974" y="274130"/>
                  </a:lnTo>
                  <a:lnTo>
                    <a:pt x="3978443" y="240440"/>
                  </a:lnTo>
                  <a:lnTo>
                    <a:pt x="4034879" y="210153"/>
                  </a:lnTo>
                  <a:lnTo>
                    <a:pt x="4096100" y="182920"/>
                  </a:lnTo>
                  <a:lnTo>
                    <a:pt x="4162888" y="158390"/>
                  </a:lnTo>
                  <a:lnTo>
                    <a:pt x="4235921" y="136247"/>
                  </a:lnTo>
                  <a:lnTo>
                    <a:pt x="4315674" y="116223"/>
                  </a:lnTo>
                  <a:lnTo>
                    <a:pt x="4402291" y="98109"/>
                  </a:lnTo>
                  <a:lnTo>
                    <a:pt x="4495423" y="81757"/>
                  </a:lnTo>
                  <a:lnTo>
                    <a:pt x="4594048" y="67084"/>
                  </a:lnTo>
                  <a:lnTo>
                    <a:pt x="4696312" y="54063"/>
                  </a:lnTo>
                  <a:lnTo>
                    <a:pt x="4799442" y="42709"/>
                  </a:lnTo>
                  <a:lnTo>
                    <a:pt x="4899815" y="33060"/>
                  </a:lnTo>
                  <a:lnTo>
                    <a:pt x="4993258" y="25146"/>
                  </a:lnTo>
                  <a:lnTo>
                    <a:pt x="5075578" y="18954"/>
                  </a:lnTo>
                  <a:lnTo>
                    <a:pt x="5143267" y="14400"/>
                  </a:lnTo>
                  <a:lnTo>
                    <a:pt x="5194197" y="11318"/>
                  </a:lnTo>
                  <a:lnTo>
                    <a:pt x="5228117" y="9464"/>
                  </a:lnTo>
                  <a:lnTo>
                    <a:pt x="5246817" y="8537"/>
                  </a:lnTo>
                  <a:lnTo>
                    <a:pt x="5253988" y="8213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520" y="8227"/>
                  </a:lnTo>
                  <a:lnTo>
                    <a:pt x="6735253" y="8613"/>
                  </a:lnTo>
                  <a:lnTo>
                    <a:pt x="6754726" y="9680"/>
                  </a:lnTo>
                  <a:lnTo>
                    <a:pt x="6789493" y="11780"/>
                  </a:lnTo>
                  <a:lnTo>
                    <a:pt x="6841214" y="15238"/>
                  </a:lnTo>
                  <a:lnTo>
                    <a:pt x="6909530" y="20317"/>
                  </a:lnTo>
                  <a:lnTo>
                    <a:pt x="6992248" y="27192"/>
                  </a:lnTo>
                  <a:lnTo>
                    <a:pt x="7085838" y="35951"/>
                  </a:lnTo>
                  <a:lnTo>
                    <a:pt x="7186129" y="46605"/>
                  </a:lnTo>
                  <a:lnTo>
                    <a:pt x="7288996" y="59119"/>
                  </a:lnTo>
                  <a:lnTo>
                    <a:pt x="7390878" y="73455"/>
                  </a:lnTo>
                  <a:lnTo>
                    <a:pt x="7489059" y="89594"/>
                  </a:lnTo>
                  <a:lnTo>
                    <a:pt x="7581732" y="107570"/>
                  </a:lnTo>
                  <a:lnTo>
                    <a:pt x="7667907" y="127476"/>
                  </a:lnTo>
                  <a:lnTo>
                    <a:pt x="7747255" y="149473"/>
                  </a:lnTo>
                  <a:lnTo>
                    <a:pt x="7819929" y="173792"/>
                  </a:lnTo>
                  <a:lnTo>
                    <a:pt x="7886407" y="200725"/>
                  </a:lnTo>
                  <a:lnTo>
                    <a:pt x="7947363" y="230620"/>
                  </a:lnTo>
                  <a:lnTo>
                    <a:pt x="8003574" y="263856"/>
                  </a:lnTo>
                  <a:lnTo>
                    <a:pt x="8055852" y="300817"/>
                  </a:lnTo>
                  <a:lnTo>
                    <a:pt x="8104987" y="341830"/>
                  </a:lnTo>
                  <a:lnTo>
                    <a:pt x="8151487" y="386855"/>
                  </a:lnTo>
                  <a:lnTo>
                    <a:pt x="8192440" y="431712"/>
                  </a:lnTo>
                  <a:lnTo>
                    <a:pt x="8232296" y="480158"/>
                  </a:lnTo>
                  <a:lnTo>
                    <a:pt x="8271380" y="532263"/>
                  </a:lnTo>
                  <a:lnTo>
                    <a:pt x="8309949" y="588027"/>
                  </a:lnTo>
                  <a:lnTo>
                    <a:pt x="8348203" y="647371"/>
                  </a:lnTo>
                  <a:lnTo>
                    <a:pt x="8386291" y="710130"/>
                  </a:lnTo>
                  <a:lnTo>
                    <a:pt x="8424321" y="776049"/>
                  </a:lnTo>
                  <a:lnTo>
                    <a:pt x="8462363" y="844784"/>
                  </a:lnTo>
                  <a:lnTo>
                    <a:pt x="8500456" y="915903"/>
                  </a:lnTo>
                  <a:lnTo>
                    <a:pt x="8538611" y="988900"/>
                  </a:lnTo>
                  <a:lnTo>
                    <a:pt x="8576821" y="1063205"/>
                  </a:lnTo>
                  <a:lnTo>
                    <a:pt x="8615063" y="1138202"/>
                  </a:lnTo>
                  <a:lnTo>
                    <a:pt x="8653308" y="1213250"/>
                  </a:lnTo>
                  <a:lnTo>
                    <a:pt x="8691525" y="1287708"/>
                  </a:lnTo>
                  <a:lnTo>
                    <a:pt x="8729690" y="1360955"/>
                  </a:lnTo>
                  <a:lnTo>
                    <a:pt x="8767792" y="1432411"/>
                  </a:lnTo>
                  <a:lnTo>
                    <a:pt x="8805841" y="1501559"/>
                  </a:lnTo>
                  <a:lnTo>
                    <a:pt x="8843869" y="1567954"/>
                  </a:lnTo>
                  <a:lnTo>
                    <a:pt x="8881941" y="1631239"/>
                  </a:lnTo>
                  <a:lnTo>
                    <a:pt x="8920160" y="1691143"/>
                  </a:lnTo>
                  <a:lnTo>
                    <a:pt x="8958666" y="1747488"/>
                  </a:lnTo>
                  <a:lnTo>
                    <a:pt x="8997652" y="1800181"/>
                  </a:lnTo>
                  <a:lnTo>
                    <a:pt x="9037365" y="1849210"/>
                  </a:lnTo>
                  <a:lnTo>
                    <a:pt x="9078117" y="1894635"/>
                  </a:lnTo>
                  <a:lnTo>
                    <a:pt x="9084767" y="1901584"/>
                  </a:lnTo>
                  <a:lnTo>
                    <a:pt x="9131493" y="1946812"/>
                  </a:lnTo>
                  <a:lnTo>
                    <a:pt x="9180641" y="1987806"/>
                  </a:lnTo>
                  <a:lnTo>
                    <a:pt x="9232936" y="2024748"/>
                  </a:lnTo>
                  <a:lnTo>
                    <a:pt x="9289167" y="2057968"/>
                  </a:lnTo>
                  <a:lnTo>
                    <a:pt x="9350148" y="2087848"/>
                  </a:lnTo>
                  <a:lnTo>
                    <a:pt x="9416653" y="2114768"/>
                  </a:lnTo>
                  <a:lnTo>
                    <a:pt x="9489358" y="2139075"/>
                  </a:lnTo>
                  <a:lnTo>
                    <a:pt x="9568739" y="2161062"/>
                  </a:lnTo>
                  <a:lnTo>
                    <a:pt x="9654946" y="2180958"/>
                  </a:lnTo>
                  <a:lnTo>
                    <a:pt x="9747647" y="2198925"/>
                  </a:lnTo>
                  <a:lnTo>
                    <a:pt x="9845851" y="2215056"/>
                  </a:lnTo>
                  <a:lnTo>
                    <a:pt x="9947745" y="2229383"/>
                  </a:lnTo>
                  <a:lnTo>
                    <a:pt x="10050609" y="2241889"/>
                  </a:lnTo>
                  <a:lnTo>
                    <a:pt x="10150878" y="2252533"/>
                  </a:lnTo>
                  <a:lnTo>
                    <a:pt x="10244426" y="2261283"/>
                  </a:lnTo>
                  <a:lnTo>
                    <a:pt x="10327083" y="2268150"/>
                  </a:lnTo>
                  <a:lnTo>
                    <a:pt x="10395325" y="2273220"/>
                  </a:lnTo>
                  <a:lnTo>
                    <a:pt x="10446964" y="2276671"/>
                  </a:lnTo>
                  <a:lnTo>
                    <a:pt x="10481653" y="2278766"/>
                  </a:lnTo>
                  <a:lnTo>
                    <a:pt x="10501061" y="2279829"/>
                  </a:lnTo>
                  <a:lnTo>
                    <a:pt x="10508750" y="2280213"/>
                  </a:lnTo>
                  <a:lnTo>
                    <a:pt x="10509911" y="2280266"/>
                  </a:lnTo>
                  <a:lnTo>
                    <a:pt x="11981298" y="2280266"/>
                  </a:lnTo>
                  <a:lnTo>
                    <a:pt x="11981298" y="2272093"/>
                  </a:lnTo>
                  <a:lnTo>
                    <a:pt x="10509911" y="2272093"/>
                  </a:lnTo>
                  <a:lnTo>
                    <a:pt x="10508733" y="2272039"/>
                  </a:lnTo>
                  <a:lnTo>
                    <a:pt x="10501000" y="2271653"/>
                  </a:lnTo>
                  <a:lnTo>
                    <a:pt x="10481527" y="2270586"/>
                  </a:lnTo>
                  <a:lnTo>
                    <a:pt x="10446760" y="2268485"/>
                  </a:lnTo>
                  <a:lnTo>
                    <a:pt x="10395040" y="2265027"/>
                  </a:lnTo>
                  <a:lnTo>
                    <a:pt x="10326723" y="2259949"/>
                  </a:lnTo>
                  <a:lnTo>
                    <a:pt x="10244005" y="2253073"/>
                  </a:lnTo>
                  <a:lnTo>
                    <a:pt x="10150416" y="2244314"/>
                  </a:lnTo>
                  <a:lnTo>
                    <a:pt x="10050125" y="2233661"/>
                  </a:lnTo>
                  <a:lnTo>
                    <a:pt x="9947258" y="2221146"/>
                  </a:lnTo>
                  <a:lnTo>
                    <a:pt x="9845375" y="2206811"/>
                  </a:lnTo>
                  <a:lnTo>
                    <a:pt x="9747194" y="2190671"/>
                  </a:lnTo>
                  <a:lnTo>
                    <a:pt x="9654521" y="2172695"/>
                  </a:lnTo>
                  <a:lnTo>
                    <a:pt x="9568346" y="2152789"/>
                  </a:lnTo>
                  <a:lnTo>
                    <a:pt x="9488998" y="2130792"/>
                  </a:lnTo>
                  <a:lnTo>
                    <a:pt x="9416324" y="2106474"/>
                  </a:lnTo>
                  <a:lnTo>
                    <a:pt x="9349846" y="2079540"/>
                  </a:lnTo>
                  <a:lnTo>
                    <a:pt x="9288891" y="2049646"/>
                  </a:lnTo>
                  <a:lnTo>
                    <a:pt x="9232679" y="2016409"/>
                  </a:lnTo>
                  <a:lnTo>
                    <a:pt x="9180402" y="1979448"/>
                  </a:lnTo>
                  <a:lnTo>
                    <a:pt x="9131266" y="1938435"/>
                  </a:lnTo>
                  <a:lnTo>
                    <a:pt x="9084767" y="1893411"/>
                  </a:lnTo>
                  <a:lnTo>
                    <a:pt x="9043813" y="1848553"/>
                  </a:lnTo>
                  <a:lnTo>
                    <a:pt x="9003957" y="1800107"/>
                  </a:lnTo>
                  <a:lnTo>
                    <a:pt x="8964873" y="1748003"/>
                  </a:lnTo>
                  <a:lnTo>
                    <a:pt x="8926304" y="1692239"/>
                  </a:lnTo>
                  <a:lnTo>
                    <a:pt x="8888050" y="1632895"/>
                  </a:lnTo>
                  <a:lnTo>
                    <a:pt x="8849962" y="1570136"/>
                  </a:lnTo>
                  <a:lnTo>
                    <a:pt x="8811932" y="1504217"/>
                  </a:lnTo>
                  <a:lnTo>
                    <a:pt x="8773890" y="1435482"/>
                  </a:lnTo>
                  <a:lnTo>
                    <a:pt x="8735797" y="1364362"/>
                  </a:lnTo>
                  <a:lnTo>
                    <a:pt x="8697642" y="1291365"/>
                  </a:lnTo>
                  <a:lnTo>
                    <a:pt x="8659432" y="1217060"/>
                  </a:lnTo>
                  <a:lnTo>
                    <a:pt x="8621190" y="1142064"/>
                  </a:lnTo>
                  <a:lnTo>
                    <a:pt x="8582945" y="1067015"/>
                  </a:lnTo>
                  <a:lnTo>
                    <a:pt x="8544729" y="992557"/>
                  </a:lnTo>
                  <a:lnTo>
                    <a:pt x="8506563" y="919311"/>
                  </a:lnTo>
                  <a:lnTo>
                    <a:pt x="8468461" y="847855"/>
                  </a:lnTo>
                  <a:lnTo>
                    <a:pt x="8430413" y="778707"/>
                  </a:lnTo>
                  <a:lnTo>
                    <a:pt x="8392384" y="712311"/>
                  </a:lnTo>
                  <a:lnTo>
                    <a:pt x="8354312" y="649027"/>
                  </a:lnTo>
                  <a:lnTo>
                    <a:pt x="8316094" y="589122"/>
                  </a:lnTo>
                  <a:lnTo>
                    <a:pt x="8277587" y="532777"/>
                  </a:lnTo>
                  <a:lnTo>
                    <a:pt x="8238601" y="480084"/>
                  </a:lnTo>
                  <a:lnTo>
                    <a:pt x="8198888" y="431056"/>
                  </a:lnTo>
                  <a:lnTo>
                    <a:pt x="8158136" y="385631"/>
                  </a:lnTo>
                  <a:lnTo>
                    <a:pt x="8151487" y="378682"/>
                  </a:lnTo>
                  <a:lnTo>
                    <a:pt x="8104761" y="333453"/>
                  </a:lnTo>
                  <a:lnTo>
                    <a:pt x="8055612" y="292460"/>
                  </a:lnTo>
                  <a:lnTo>
                    <a:pt x="8003318" y="255517"/>
                  </a:lnTo>
                  <a:lnTo>
                    <a:pt x="7947086" y="222298"/>
                  </a:lnTo>
                  <a:lnTo>
                    <a:pt x="7886106" y="192418"/>
                  </a:lnTo>
                  <a:lnTo>
                    <a:pt x="7819600" y="165498"/>
                  </a:lnTo>
                  <a:lnTo>
                    <a:pt x="7746895" y="141191"/>
                  </a:lnTo>
                  <a:lnTo>
                    <a:pt x="7667515" y="119204"/>
                  </a:lnTo>
                  <a:lnTo>
                    <a:pt x="7581308" y="99308"/>
                  </a:lnTo>
                  <a:lnTo>
                    <a:pt x="7488606" y="81341"/>
                  </a:lnTo>
                  <a:lnTo>
                    <a:pt x="7390402" y="65209"/>
                  </a:lnTo>
                  <a:lnTo>
                    <a:pt x="7288508" y="50883"/>
                  </a:lnTo>
                  <a:lnTo>
                    <a:pt x="7185644" y="38377"/>
                  </a:lnTo>
                  <a:lnTo>
                    <a:pt x="7085375" y="27732"/>
                  </a:lnTo>
                  <a:lnTo>
                    <a:pt x="6991827" y="18982"/>
                  </a:lnTo>
                  <a:lnTo>
                    <a:pt x="6909170" y="12115"/>
                  </a:lnTo>
                  <a:lnTo>
                    <a:pt x="6840928" y="7045"/>
                  </a:lnTo>
                  <a:lnTo>
                    <a:pt x="6789289" y="3594"/>
                  </a:lnTo>
                  <a:lnTo>
                    <a:pt x="6754600" y="1500"/>
                  </a:lnTo>
                  <a:lnTo>
                    <a:pt x="6735192" y="437"/>
                  </a:lnTo>
                  <a:lnTo>
                    <a:pt x="6727503" y="53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768" y="49"/>
                  </a:lnTo>
                  <a:lnTo>
                    <a:pt x="5245971" y="404"/>
                  </a:lnTo>
                  <a:lnTo>
                    <a:pt x="5226343" y="1383"/>
                  </a:lnTo>
                  <a:lnTo>
                    <a:pt x="5191311" y="3311"/>
                  </a:lnTo>
                  <a:lnTo>
                    <a:pt x="5139223" y="6485"/>
                  </a:lnTo>
                  <a:lnTo>
                    <a:pt x="5070465" y="11144"/>
                  </a:lnTo>
                  <a:lnTo>
                    <a:pt x="4987274" y="17451"/>
                  </a:lnTo>
                  <a:lnTo>
                    <a:pt x="4893230" y="25482"/>
                  </a:lnTo>
                  <a:lnTo>
                    <a:pt x="4792544" y="35247"/>
                  </a:lnTo>
                  <a:lnTo>
                    <a:pt x="4689367" y="46714"/>
                  </a:lnTo>
                  <a:lnTo>
                    <a:pt x="4587271" y="59847"/>
                  </a:lnTo>
                  <a:lnTo>
                    <a:pt x="4488968" y="74631"/>
                  </a:lnTo>
                  <a:lnTo>
                    <a:pt x="4396251" y="91098"/>
                  </a:lnTo>
                  <a:lnTo>
                    <a:pt x="4310091" y="109336"/>
                  </a:lnTo>
                  <a:lnTo>
                    <a:pt x="4230799" y="129495"/>
                  </a:lnTo>
                  <a:lnTo>
                    <a:pt x="4158204" y="151790"/>
                  </a:lnTo>
                  <a:lnTo>
                    <a:pt x="4091814" y="176491"/>
                  </a:lnTo>
                  <a:lnTo>
                    <a:pt x="4030940" y="203918"/>
                  </a:lnTo>
                  <a:lnTo>
                    <a:pt x="3974797" y="234423"/>
                  </a:lnTo>
                  <a:lnTo>
                    <a:pt x="3922566" y="268355"/>
                  </a:lnTo>
                  <a:lnTo>
                    <a:pt x="3873451" y="306009"/>
                  </a:lnTo>
                  <a:lnTo>
                    <a:pt x="3829811" y="344628"/>
                  </a:lnTo>
                  <a:lnTo>
                    <a:pt x="3787495" y="386888"/>
                  </a:lnTo>
                  <a:lnTo>
                    <a:pt x="3746339" y="432641"/>
                  </a:lnTo>
                  <a:lnTo>
                    <a:pt x="3705987" y="481954"/>
                  </a:lnTo>
                  <a:lnTo>
                    <a:pt x="3666162" y="534822"/>
                  </a:lnTo>
                  <a:lnTo>
                    <a:pt x="3626650" y="591155"/>
                  </a:lnTo>
                  <a:lnTo>
                    <a:pt x="3587292" y="650774"/>
                  </a:lnTo>
                  <a:lnTo>
                    <a:pt x="3547979" y="713404"/>
                  </a:lnTo>
                  <a:lnTo>
                    <a:pt x="3508640" y="778681"/>
                  </a:lnTo>
                  <a:lnTo>
                    <a:pt x="3469242" y="846151"/>
                  </a:lnTo>
                  <a:lnTo>
                    <a:pt x="3429777" y="915283"/>
                  </a:lnTo>
                  <a:lnTo>
                    <a:pt x="3390260" y="985489"/>
                  </a:lnTo>
                  <a:lnTo>
                    <a:pt x="3350721" y="1056137"/>
                  </a:lnTo>
                  <a:lnTo>
                    <a:pt x="3311192" y="1126582"/>
                  </a:lnTo>
                  <a:lnTo>
                    <a:pt x="3271706" y="1196183"/>
                  </a:lnTo>
                  <a:lnTo>
                    <a:pt x="3232282" y="1264334"/>
                  </a:lnTo>
                  <a:lnTo>
                    <a:pt x="3192924" y="1330479"/>
                  </a:lnTo>
                  <a:lnTo>
                    <a:pt x="3153607" y="1394137"/>
                  </a:lnTo>
                  <a:lnTo>
                    <a:pt x="3114276" y="1454908"/>
                  </a:lnTo>
                  <a:lnTo>
                    <a:pt x="3074837" y="1512483"/>
                  </a:lnTo>
                  <a:lnTo>
                    <a:pt x="3035150" y="1566649"/>
                  </a:lnTo>
                  <a:lnTo>
                    <a:pt x="2995022" y="1617284"/>
                  </a:lnTo>
                  <a:lnTo>
                    <a:pt x="2954201" y="1664351"/>
                  </a:lnTo>
                  <a:lnTo>
                    <a:pt x="2912361" y="1707893"/>
                  </a:lnTo>
                  <a:lnTo>
                    <a:pt x="2896531" y="1723140"/>
                  </a:lnTo>
                  <a:lnTo>
                    <a:pt x="2849669" y="1764413"/>
                  </a:lnTo>
                  <a:lnTo>
                    <a:pt x="2800368" y="1801810"/>
                  </a:lnTo>
                  <a:lnTo>
                    <a:pt x="2747899" y="1835501"/>
                  </a:lnTo>
                  <a:lnTo>
                    <a:pt x="2691463" y="1865788"/>
                  </a:lnTo>
                  <a:lnTo>
                    <a:pt x="2630242" y="1893021"/>
                  </a:lnTo>
                  <a:lnTo>
                    <a:pt x="2563454" y="1917551"/>
                  </a:lnTo>
                  <a:lnTo>
                    <a:pt x="2490421" y="1939693"/>
                  </a:lnTo>
                  <a:lnTo>
                    <a:pt x="2410668" y="1959717"/>
                  </a:lnTo>
                  <a:lnTo>
                    <a:pt x="2324051" y="1977832"/>
                  </a:lnTo>
                  <a:lnTo>
                    <a:pt x="2230919" y="1994183"/>
                  </a:lnTo>
                  <a:lnTo>
                    <a:pt x="2132294" y="2008856"/>
                  </a:lnTo>
                  <a:lnTo>
                    <a:pt x="2030030" y="2021878"/>
                  </a:lnTo>
                  <a:lnTo>
                    <a:pt x="1926900" y="2033232"/>
                  </a:lnTo>
                  <a:lnTo>
                    <a:pt x="1826527" y="2042880"/>
                  </a:lnTo>
                  <a:lnTo>
                    <a:pt x="1733084" y="2050794"/>
                  </a:lnTo>
                  <a:lnTo>
                    <a:pt x="1650764" y="2056987"/>
                  </a:lnTo>
                  <a:lnTo>
                    <a:pt x="1583075" y="2061541"/>
                  </a:lnTo>
                  <a:lnTo>
                    <a:pt x="1532146" y="2064622"/>
                  </a:lnTo>
                  <a:lnTo>
                    <a:pt x="1498225" y="2066477"/>
                  </a:lnTo>
                  <a:lnTo>
                    <a:pt x="1479525" y="2067404"/>
                  </a:lnTo>
                  <a:lnTo>
                    <a:pt x="1472354" y="2067728"/>
                  </a:lnTo>
                  <a:lnTo>
                    <a:pt x="1471387" y="2067768"/>
                  </a:lnTo>
                  <a:lnTo>
                    <a:pt x="0" y="2067768"/>
                  </a:lnTo>
                  <a:close/>
                </a:path>
              </a:pathLst>
            </a:custGeom>
            <a:solidFill>
              <a:srgbClr val="F28E5B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939" name="pl939"/>
            <p:cNvSpPr/>
            <p:nvPr/>
          </p:nvSpPr>
          <p:spPr>
            <a:xfrm>
              <a:off x="4799595" y="5224960"/>
              <a:ext cx="11981298" cy="2272093"/>
            </a:xfrm>
            <a:custGeom>
              <a:avLst/>
              <a:pathLst>
                <a:path w="11981298" h="2272093">
                  <a:moveTo>
                    <a:pt x="0" y="2067768"/>
                  </a:moveTo>
                  <a:lnTo>
                    <a:pt x="1471387" y="2067768"/>
                  </a:lnTo>
                  <a:lnTo>
                    <a:pt x="1472574" y="2067718"/>
                  </a:lnTo>
                  <a:lnTo>
                    <a:pt x="1480371" y="2067364"/>
                  </a:lnTo>
                  <a:lnTo>
                    <a:pt x="1499999" y="2066384"/>
                  </a:lnTo>
                  <a:lnTo>
                    <a:pt x="1535031" y="2064457"/>
                  </a:lnTo>
                  <a:lnTo>
                    <a:pt x="1587119" y="2061283"/>
                  </a:lnTo>
                  <a:lnTo>
                    <a:pt x="1655878" y="2056623"/>
                  </a:lnTo>
                  <a:lnTo>
                    <a:pt x="1739068" y="2050316"/>
                  </a:lnTo>
                  <a:lnTo>
                    <a:pt x="1833112" y="2042285"/>
                  </a:lnTo>
                  <a:lnTo>
                    <a:pt x="1933798" y="2032521"/>
                  </a:lnTo>
                  <a:lnTo>
                    <a:pt x="2036975" y="2021054"/>
                  </a:lnTo>
                  <a:lnTo>
                    <a:pt x="2139071" y="2007921"/>
                  </a:lnTo>
                  <a:lnTo>
                    <a:pt x="2237375" y="1993136"/>
                  </a:lnTo>
                  <a:lnTo>
                    <a:pt x="2330091" y="1976669"/>
                  </a:lnTo>
                  <a:lnTo>
                    <a:pt x="2416251" y="1958432"/>
                  </a:lnTo>
                  <a:lnTo>
                    <a:pt x="2495543" y="1938272"/>
                  </a:lnTo>
                  <a:lnTo>
                    <a:pt x="2568138" y="1915978"/>
                  </a:lnTo>
                  <a:lnTo>
                    <a:pt x="2634528" y="1891277"/>
                  </a:lnTo>
                  <a:lnTo>
                    <a:pt x="2695402" y="1863849"/>
                  </a:lnTo>
                  <a:lnTo>
                    <a:pt x="2751545" y="1833344"/>
                  </a:lnTo>
                  <a:lnTo>
                    <a:pt x="2803776" y="1799413"/>
                  </a:lnTo>
                  <a:lnTo>
                    <a:pt x="2852891" y="1761758"/>
                  </a:lnTo>
                  <a:lnTo>
                    <a:pt x="2896531" y="1723140"/>
                  </a:lnTo>
                  <a:lnTo>
                    <a:pt x="2938847" y="1680880"/>
                  </a:lnTo>
                  <a:lnTo>
                    <a:pt x="2980003" y="1635127"/>
                  </a:lnTo>
                  <a:lnTo>
                    <a:pt x="3020355" y="1585813"/>
                  </a:lnTo>
                  <a:lnTo>
                    <a:pt x="3060180" y="1532945"/>
                  </a:lnTo>
                  <a:lnTo>
                    <a:pt x="3099692" y="1476612"/>
                  </a:lnTo>
                  <a:lnTo>
                    <a:pt x="3139050" y="1416994"/>
                  </a:lnTo>
                  <a:lnTo>
                    <a:pt x="3178363" y="1354363"/>
                  </a:lnTo>
                  <a:lnTo>
                    <a:pt x="3217702" y="1289087"/>
                  </a:lnTo>
                  <a:lnTo>
                    <a:pt x="3257101" y="1221617"/>
                  </a:lnTo>
                  <a:lnTo>
                    <a:pt x="3296565" y="1152484"/>
                  </a:lnTo>
                  <a:lnTo>
                    <a:pt x="3336082" y="1082279"/>
                  </a:lnTo>
                  <a:lnTo>
                    <a:pt x="3375621" y="1011630"/>
                  </a:lnTo>
                  <a:lnTo>
                    <a:pt x="3415150" y="941186"/>
                  </a:lnTo>
                  <a:lnTo>
                    <a:pt x="3454636" y="871585"/>
                  </a:lnTo>
                  <a:lnTo>
                    <a:pt x="3494060" y="803434"/>
                  </a:lnTo>
                  <a:lnTo>
                    <a:pt x="3533418" y="737288"/>
                  </a:lnTo>
                  <a:lnTo>
                    <a:pt x="3572735" y="673630"/>
                  </a:lnTo>
                  <a:lnTo>
                    <a:pt x="3612066" y="612860"/>
                  </a:lnTo>
                  <a:lnTo>
                    <a:pt x="3651505" y="555284"/>
                  </a:lnTo>
                  <a:lnTo>
                    <a:pt x="3691192" y="501118"/>
                  </a:lnTo>
                  <a:lnTo>
                    <a:pt x="3731320" y="450483"/>
                  </a:lnTo>
                  <a:lnTo>
                    <a:pt x="3772142" y="403416"/>
                  </a:lnTo>
                  <a:lnTo>
                    <a:pt x="3813981" y="359875"/>
                  </a:lnTo>
                  <a:lnTo>
                    <a:pt x="3829811" y="344628"/>
                  </a:lnTo>
                  <a:lnTo>
                    <a:pt x="3876673" y="303354"/>
                  </a:lnTo>
                  <a:lnTo>
                    <a:pt x="3925974" y="265957"/>
                  </a:lnTo>
                  <a:lnTo>
                    <a:pt x="3978443" y="232267"/>
                  </a:lnTo>
                  <a:lnTo>
                    <a:pt x="4034879" y="201980"/>
                  </a:lnTo>
                  <a:lnTo>
                    <a:pt x="4096100" y="174747"/>
                  </a:lnTo>
                  <a:lnTo>
                    <a:pt x="4162888" y="150217"/>
                  </a:lnTo>
                  <a:lnTo>
                    <a:pt x="4235921" y="128074"/>
                  </a:lnTo>
                  <a:lnTo>
                    <a:pt x="4315674" y="108050"/>
                  </a:lnTo>
                  <a:lnTo>
                    <a:pt x="4402291" y="89936"/>
                  </a:lnTo>
                  <a:lnTo>
                    <a:pt x="4495423" y="73584"/>
                  </a:lnTo>
                  <a:lnTo>
                    <a:pt x="4594048" y="58911"/>
                  </a:lnTo>
                  <a:lnTo>
                    <a:pt x="4696312" y="45890"/>
                  </a:lnTo>
                  <a:lnTo>
                    <a:pt x="4799442" y="34536"/>
                  </a:lnTo>
                  <a:lnTo>
                    <a:pt x="4899815" y="24887"/>
                  </a:lnTo>
                  <a:lnTo>
                    <a:pt x="4993258" y="16973"/>
                  </a:lnTo>
                  <a:lnTo>
                    <a:pt x="5075578" y="10781"/>
                  </a:lnTo>
                  <a:lnTo>
                    <a:pt x="5143267" y="6227"/>
                  </a:lnTo>
                  <a:lnTo>
                    <a:pt x="5194197" y="3145"/>
                  </a:lnTo>
                  <a:lnTo>
                    <a:pt x="5228117" y="1291"/>
                  </a:lnTo>
                  <a:lnTo>
                    <a:pt x="5246817" y="364"/>
                  </a:lnTo>
                  <a:lnTo>
                    <a:pt x="5253988" y="40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520" y="54"/>
                  </a:lnTo>
                  <a:lnTo>
                    <a:pt x="6735253" y="440"/>
                  </a:lnTo>
                  <a:lnTo>
                    <a:pt x="6754726" y="1507"/>
                  </a:lnTo>
                  <a:lnTo>
                    <a:pt x="6789493" y="3607"/>
                  </a:lnTo>
                  <a:lnTo>
                    <a:pt x="6841214" y="7065"/>
                  </a:lnTo>
                  <a:lnTo>
                    <a:pt x="6909530" y="12144"/>
                  </a:lnTo>
                  <a:lnTo>
                    <a:pt x="6992248" y="19019"/>
                  </a:lnTo>
                  <a:lnTo>
                    <a:pt x="7085838" y="27778"/>
                  </a:lnTo>
                  <a:lnTo>
                    <a:pt x="7186129" y="38432"/>
                  </a:lnTo>
                  <a:lnTo>
                    <a:pt x="7288996" y="50946"/>
                  </a:lnTo>
                  <a:lnTo>
                    <a:pt x="7390878" y="65282"/>
                  </a:lnTo>
                  <a:lnTo>
                    <a:pt x="7489059" y="81421"/>
                  </a:lnTo>
                  <a:lnTo>
                    <a:pt x="7581732" y="99397"/>
                  </a:lnTo>
                  <a:lnTo>
                    <a:pt x="7667907" y="119303"/>
                  </a:lnTo>
                  <a:lnTo>
                    <a:pt x="7747255" y="141300"/>
                  </a:lnTo>
                  <a:lnTo>
                    <a:pt x="7819929" y="165619"/>
                  </a:lnTo>
                  <a:lnTo>
                    <a:pt x="7886407" y="192552"/>
                  </a:lnTo>
                  <a:lnTo>
                    <a:pt x="7947363" y="222447"/>
                  </a:lnTo>
                  <a:lnTo>
                    <a:pt x="8003574" y="255683"/>
                  </a:lnTo>
                  <a:lnTo>
                    <a:pt x="8055852" y="292644"/>
                  </a:lnTo>
                  <a:lnTo>
                    <a:pt x="8104987" y="333657"/>
                  </a:lnTo>
                  <a:lnTo>
                    <a:pt x="8151487" y="378682"/>
                  </a:lnTo>
                  <a:lnTo>
                    <a:pt x="8192440" y="423539"/>
                  </a:lnTo>
                  <a:lnTo>
                    <a:pt x="8232296" y="471985"/>
                  </a:lnTo>
                  <a:lnTo>
                    <a:pt x="8271380" y="524090"/>
                  </a:lnTo>
                  <a:lnTo>
                    <a:pt x="8309949" y="579854"/>
                  </a:lnTo>
                  <a:lnTo>
                    <a:pt x="8348203" y="639198"/>
                  </a:lnTo>
                  <a:lnTo>
                    <a:pt x="8386291" y="701957"/>
                  </a:lnTo>
                  <a:lnTo>
                    <a:pt x="8424321" y="767876"/>
                  </a:lnTo>
                  <a:lnTo>
                    <a:pt x="8462363" y="836611"/>
                  </a:lnTo>
                  <a:lnTo>
                    <a:pt x="8500456" y="907730"/>
                  </a:lnTo>
                  <a:lnTo>
                    <a:pt x="8538611" y="980728"/>
                  </a:lnTo>
                  <a:lnTo>
                    <a:pt x="8576821" y="1055032"/>
                  </a:lnTo>
                  <a:lnTo>
                    <a:pt x="8615063" y="1130029"/>
                  </a:lnTo>
                  <a:lnTo>
                    <a:pt x="8653308" y="1205077"/>
                  </a:lnTo>
                  <a:lnTo>
                    <a:pt x="8691525" y="1279535"/>
                  </a:lnTo>
                  <a:lnTo>
                    <a:pt x="8729690" y="1352782"/>
                  </a:lnTo>
                  <a:lnTo>
                    <a:pt x="8767792" y="1424238"/>
                  </a:lnTo>
                  <a:lnTo>
                    <a:pt x="8805841" y="1493386"/>
                  </a:lnTo>
                  <a:lnTo>
                    <a:pt x="8843869" y="1559781"/>
                  </a:lnTo>
                  <a:lnTo>
                    <a:pt x="8881941" y="1623066"/>
                  </a:lnTo>
                  <a:lnTo>
                    <a:pt x="8920160" y="1682970"/>
                  </a:lnTo>
                  <a:lnTo>
                    <a:pt x="8958666" y="1739315"/>
                  </a:lnTo>
                  <a:lnTo>
                    <a:pt x="8997652" y="1792008"/>
                  </a:lnTo>
                  <a:lnTo>
                    <a:pt x="9037365" y="1841037"/>
                  </a:lnTo>
                  <a:lnTo>
                    <a:pt x="9078117" y="1886462"/>
                  </a:lnTo>
                  <a:lnTo>
                    <a:pt x="9084767" y="1893411"/>
                  </a:lnTo>
                  <a:lnTo>
                    <a:pt x="9131493" y="1938639"/>
                  </a:lnTo>
                  <a:lnTo>
                    <a:pt x="9180641" y="1979633"/>
                  </a:lnTo>
                  <a:lnTo>
                    <a:pt x="9232936" y="2016575"/>
                  </a:lnTo>
                  <a:lnTo>
                    <a:pt x="9289167" y="2049795"/>
                  </a:lnTo>
                  <a:lnTo>
                    <a:pt x="9350148" y="2079675"/>
                  </a:lnTo>
                  <a:lnTo>
                    <a:pt x="9416653" y="2106595"/>
                  </a:lnTo>
                  <a:lnTo>
                    <a:pt x="9489358" y="2130902"/>
                  </a:lnTo>
                  <a:lnTo>
                    <a:pt x="9568739" y="2152889"/>
                  </a:lnTo>
                  <a:lnTo>
                    <a:pt x="9654946" y="2172785"/>
                  </a:lnTo>
                  <a:lnTo>
                    <a:pt x="9747647" y="2190752"/>
                  </a:lnTo>
                  <a:lnTo>
                    <a:pt x="9845851" y="2206883"/>
                  </a:lnTo>
                  <a:lnTo>
                    <a:pt x="9947745" y="2221210"/>
                  </a:lnTo>
                  <a:lnTo>
                    <a:pt x="10050609" y="2233716"/>
                  </a:lnTo>
                  <a:lnTo>
                    <a:pt x="10150878" y="2244360"/>
                  </a:lnTo>
                  <a:lnTo>
                    <a:pt x="10244426" y="2253110"/>
                  </a:lnTo>
                  <a:lnTo>
                    <a:pt x="10327083" y="2259977"/>
                  </a:lnTo>
                  <a:lnTo>
                    <a:pt x="10395325" y="2265047"/>
                  </a:lnTo>
                  <a:lnTo>
                    <a:pt x="10446964" y="2268498"/>
                  </a:lnTo>
                  <a:lnTo>
                    <a:pt x="10481653" y="2270593"/>
                  </a:lnTo>
                  <a:lnTo>
                    <a:pt x="10501061" y="2271656"/>
                  </a:lnTo>
                  <a:lnTo>
                    <a:pt x="10508750" y="2272040"/>
                  </a:lnTo>
                  <a:lnTo>
                    <a:pt x="10509911" y="2272093"/>
                  </a:lnTo>
                  <a:lnTo>
                    <a:pt x="11981298" y="227209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40" name="pl940"/>
            <p:cNvSpPr/>
            <p:nvPr/>
          </p:nvSpPr>
          <p:spPr>
            <a:xfrm>
              <a:off x="4799595" y="5216787"/>
              <a:ext cx="11981298" cy="2272093"/>
            </a:xfrm>
            <a:custGeom>
              <a:avLst/>
              <a:pathLst>
                <a:path w="11981298" h="2272093">
                  <a:moveTo>
                    <a:pt x="11981298" y="2272093"/>
                  </a:moveTo>
                  <a:lnTo>
                    <a:pt x="10509911" y="2272093"/>
                  </a:lnTo>
                  <a:lnTo>
                    <a:pt x="10508733" y="2272039"/>
                  </a:lnTo>
                  <a:lnTo>
                    <a:pt x="10501000" y="2271653"/>
                  </a:lnTo>
                  <a:lnTo>
                    <a:pt x="10481527" y="2270586"/>
                  </a:lnTo>
                  <a:lnTo>
                    <a:pt x="10446760" y="2268485"/>
                  </a:lnTo>
                  <a:lnTo>
                    <a:pt x="10395040" y="2265027"/>
                  </a:lnTo>
                  <a:lnTo>
                    <a:pt x="10326723" y="2259949"/>
                  </a:lnTo>
                  <a:lnTo>
                    <a:pt x="10244005" y="2253073"/>
                  </a:lnTo>
                  <a:lnTo>
                    <a:pt x="10150416" y="2244314"/>
                  </a:lnTo>
                  <a:lnTo>
                    <a:pt x="10050125" y="2233661"/>
                  </a:lnTo>
                  <a:lnTo>
                    <a:pt x="9947258" y="2221146"/>
                  </a:lnTo>
                  <a:lnTo>
                    <a:pt x="9845375" y="2206811"/>
                  </a:lnTo>
                  <a:lnTo>
                    <a:pt x="9747194" y="2190671"/>
                  </a:lnTo>
                  <a:lnTo>
                    <a:pt x="9654521" y="2172695"/>
                  </a:lnTo>
                  <a:lnTo>
                    <a:pt x="9568346" y="2152789"/>
                  </a:lnTo>
                  <a:lnTo>
                    <a:pt x="9488998" y="2130792"/>
                  </a:lnTo>
                  <a:lnTo>
                    <a:pt x="9416324" y="2106474"/>
                  </a:lnTo>
                  <a:lnTo>
                    <a:pt x="9349846" y="2079540"/>
                  </a:lnTo>
                  <a:lnTo>
                    <a:pt x="9288891" y="2049646"/>
                  </a:lnTo>
                  <a:lnTo>
                    <a:pt x="9232679" y="2016409"/>
                  </a:lnTo>
                  <a:lnTo>
                    <a:pt x="9180402" y="1979448"/>
                  </a:lnTo>
                  <a:lnTo>
                    <a:pt x="9131266" y="1938435"/>
                  </a:lnTo>
                  <a:lnTo>
                    <a:pt x="9084767" y="1893411"/>
                  </a:lnTo>
                  <a:lnTo>
                    <a:pt x="9043813" y="1848553"/>
                  </a:lnTo>
                  <a:lnTo>
                    <a:pt x="9003957" y="1800107"/>
                  </a:lnTo>
                  <a:lnTo>
                    <a:pt x="8964873" y="1748003"/>
                  </a:lnTo>
                  <a:lnTo>
                    <a:pt x="8926304" y="1692239"/>
                  </a:lnTo>
                  <a:lnTo>
                    <a:pt x="8888050" y="1632895"/>
                  </a:lnTo>
                  <a:lnTo>
                    <a:pt x="8849962" y="1570136"/>
                  </a:lnTo>
                  <a:lnTo>
                    <a:pt x="8811932" y="1504217"/>
                  </a:lnTo>
                  <a:lnTo>
                    <a:pt x="8773890" y="1435482"/>
                  </a:lnTo>
                  <a:lnTo>
                    <a:pt x="8735797" y="1364362"/>
                  </a:lnTo>
                  <a:lnTo>
                    <a:pt x="8697642" y="1291365"/>
                  </a:lnTo>
                  <a:lnTo>
                    <a:pt x="8659432" y="1217060"/>
                  </a:lnTo>
                  <a:lnTo>
                    <a:pt x="8621190" y="1142064"/>
                  </a:lnTo>
                  <a:lnTo>
                    <a:pt x="8582945" y="1067015"/>
                  </a:lnTo>
                  <a:lnTo>
                    <a:pt x="8544729" y="992557"/>
                  </a:lnTo>
                  <a:lnTo>
                    <a:pt x="8506563" y="919311"/>
                  </a:lnTo>
                  <a:lnTo>
                    <a:pt x="8468461" y="847855"/>
                  </a:lnTo>
                  <a:lnTo>
                    <a:pt x="8430413" y="778707"/>
                  </a:lnTo>
                  <a:lnTo>
                    <a:pt x="8392384" y="712311"/>
                  </a:lnTo>
                  <a:lnTo>
                    <a:pt x="8354312" y="649027"/>
                  </a:lnTo>
                  <a:lnTo>
                    <a:pt x="8316094" y="589122"/>
                  </a:lnTo>
                  <a:lnTo>
                    <a:pt x="8277587" y="532777"/>
                  </a:lnTo>
                  <a:lnTo>
                    <a:pt x="8238601" y="480084"/>
                  </a:lnTo>
                  <a:lnTo>
                    <a:pt x="8198888" y="431056"/>
                  </a:lnTo>
                  <a:lnTo>
                    <a:pt x="8158136" y="385631"/>
                  </a:lnTo>
                  <a:lnTo>
                    <a:pt x="8151487" y="378682"/>
                  </a:lnTo>
                  <a:lnTo>
                    <a:pt x="8104761" y="333453"/>
                  </a:lnTo>
                  <a:lnTo>
                    <a:pt x="8055612" y="292460"/>
                  </a:lnTo>
                  <a:lnTo>
                    <a:pt x="8003318" y="255517"/>
                  </a:lnTo>
                  <a:lnTo>
                    <a:pt x="7947086" y="222298"/>
                  </a:lnTo>
                  <a:lnTo>
                    <a:pt x="7886106" y="192418"/>
                  </a:lnTo>
                  <a:lnTo>
                    <a:pt x="7819600" y="165498"/>
                  </a:lnTo>
                  <a:lnTo>
                    <a:pt x="7746895" y="141191"/>
                  </a:lnTo>
                  <a:lnTo>
                    <a:pt x="7667515" y="119204"/>
                  </a:lnTo>
                  <a:lnTo>
                    <a:pt x="7581308" y="99308"/>
                  </a:lnTo>
                  <a:lnTo>
                    <a:pt x="7488606" y="81341"/>
                  </a:lnTo>
                  <a:lnTo>
                    <a:pt x="7390402" y="65209"/>
                  </a:lnTo>
                  <a:lnTo>
                    <a:pt x="7288508" y="50883"/>
                  </a:lnTo>
                  <a:lnTo>
                    <a:pt x="7185644" y="38377"/>
                  </a:lnTo>
                  <a:lnTo>
                    <a:pt x="7085375" y="27732"/>
                  </a:lnTo>
                  <a:lnTo>
                    <a:pt x="6991827" y="18982"/>
                  </a:lnTo>
                  <a:lnTo>
                    <a:pt x="6909170" y="12115"/>
                  </a:lnTo>
                  <a:lnTo>
                    <a:pt x="6840928" y="7045"/>
                  </a:lnTo>
                  <a:lnTo>
                    <a:pt x="6789289" y="3594"/>
                  </a:lnTo>
                  <a:lnTo>
                    <a:pt x="6754600" y="1500"/>
                  </a:lnTo>
                  <a:lnTo>
                    <a:pt x="6735192" y="437"/>
                  </a:lnTo>
                  <a:lnTo>
                    <a:pt x="6727503" y="53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768" y="49"/>
                  </a:lnTo>
                  <a:lnTo>
                    <a:pt x="5245971" y="404"/>
                  </a:lnTo>
                  <a:lnTo>
                    <a:pt x="5226343" y="1383"/>
                  </a:lnTo>
                  <a:lnTo>
                    <a:pt x="5191311" y="3311"/>
                  </a:lnTo>
                  <a:lnTo>
                    <a:pt x="5139223" y="6485"/>
                  </a:lnTo>
                  <a:lnTo>
                    <a:pt x="5070465" y="11144"/>
                  </a:lnTo>
                  <a:lnTo>
                    <a:pt x="4987274" y="17451"/>
                  </a:lnTo>
                  <a:lnTo>
                    <a:pt x="4893230" y="25482"/>
                  </a:lnTo>
                  <a:lnTo>
                    <a:pt x="4792544" y="35247"/>
                  </a:lnTo>
                  <a:lnTo>
                    <a:pt x="4689367" y="46714"/>
                  </a:lnTo>
                  <a:lnTo>
                    <a:pt x="4587271" y="59847"/>
                  </a:lnTo>
                  <a:lnTo>
                    <a:pt x="4488968" y="74631"/>
                  </a:lnTo>
                  <a:lnTo>
                    <a:pt x="4396251" y="91098"/>
                  </a:lnTo>
                  <a:lnTo>
                    <a:pt x="4310091" y="109336"/>
                  </a:lnTo>
                  <a:lnTo>
                    <a:pt x="4230799" y="129495"/>
                  </a:lnTo>
                  <a:lnTo>
                    <a:pt x="4158204" y="151790"/>
                  </a:lnTo>
                  <a:lnTo>
                    <a:pt x="4091814" y="176491"/>
                  </a:lnTo>
                  <a:lnTo>
                    <a:pt x="4030940" y="203918"/>
                  </a:lnTo>
                  <a:lnTo>
                    <a:pt x="3974797" y="234423"/>
                  </a:lnTo>
                  <a:lnTo>
                    <a:pt x="3922566" y="268355"/>
                  </a:lnTo>
                  <a:lnTo>
                    <a:pt x="3873451" y="306009"/>
                  </a:lnTo>
                  <a:lnTo>
                    <a:pt x="3829811" y="344628"/>
                  </a:lnTo>
                  <a:lnTo>
                    <a:pt x="3787495" y="386888"/>
                  </a:lnTo>
                  <a:lnTo>
                    <a:pt x="3746339" y="432641"/>
                  </a:lnTo>
                  <a:lnTo>
                    <a:pt x="3705987" y="481954"/>
                  </a:lnTo>
                  <a:lnTo>
                    <a:pt x="3666162" y="534822"/>
                  </a:lnTo>
                  <a:lnTo>
                    <a:pt x="3626650" y="591155"/>
                  </a:lnTo>
                  <a:lnTo>
                    <a:pt x="3587292" y="650774"/>
                  </a:lnTo>
                  <a:lnTo>
                    <a:pt x="3547979" y="713404"/>
                  </a:lnTo>
                  <a:lnTo>
                    <a:pt x="3508640" y="778681"/>
                  </a:lnTo>
                  <a:lnTo>
                    <a:pt x="3469242" y="846151"/>
                  </a:lnTo>
                  <a:lnTo>
                    <a:pt x="3429777" y="915283"/>
                  </a:lnTo>
                  <a:lnTo>
                    <a:pt x="3390260" y="985489"/>
                  </a:lnTo>
                  <a:lnTo>
                    <a:pt x="3350721" y="1056137"/>
                  </a:lnTo>
                  <a:lnTo>
                    <a:pt x="3311192" y="1126582"/>
                  </a:lnTo>
                  <a:lnTo>
                    <a:pt x="3271706" y="1196183"/>
                  </a:lnTo>
                  <a:lnTo>
                    <a:pt x="3232282" y="1264334"/>
                  </a:lnTo>
                  <a:lnTo>
                    <a:pt x="3192924" y="1330479"/>
                  </a:lnTo>
                  <a:lnTo>
                    <a:pt x="3153607" y="1394137"/>
                  </a:lnTo>
                  <a:lnTo>
                    <a:pt x="3114276" y="1454908"/>
                  </a:lnTo>
                  <a:lnTo>
                    <a:pt x="3074837" y="1512483"/>
                  </a:lnTo>
                  <a:lnTo>
                    <a:pt x="3035150" y="1566649"/>
                  </a:lnTo>
                  <a:lnTo>
                    <a:pt x="2995022" y="1617284"/>
                  </a:lnTo>
                  <a:lnTo>
                    <a:pt x="2954201" y="1664351"/>
                  </a:lnTo>
                  <a:lnTo>
                    <a:pt x="2912361" y="1707893"/>
                  </a:lnTo>
                  <a:lnTo>
                    <a:pt x="2896531" y="1723140"/>
                  </a:lnTo>
                  <a:lnTo>
                    <a:pt x="2849669" y="1764413"/>
                  </a:lnTo>
                  <a:lnTo>
                    <a:pt x="2800368" y="1801810"/>
                  </a:lnTo>
                  <a:lnTo>
                    <a:pt x="2747899" y="1835501"/>
                  </a:lnTo>
                  <a:lnTo>
                    <a:pt x="2691463" y="1865788"/>
                  </a:lnTo>
                  <a:lnTo>
                    <a:pt x="2630242" y="1893021"/>
                  </a:lnTo>
                  <a:lnTo>
                    <a:pt x="2563454" y="1917551"/>
                  </a:lnTo>
                  <a:lnTo>
                    <a:pt x="2490421" y="1939693"/>
                  </a:lnTo>
                  <a:lnTo>
                    <a:pt x="2410668" y="1959717"/>
                  </a:lnTo>
                  <a:lnTo>
                    <a:pt x="2324051" y="1977832"/>
                  </a:lnTo>
                  <a:lnTo>
                    <a:pt x="2230919" y="1994183"/>
                  </a:lnTo>
                  <a:lnTo>
                    <a:pt x="2132294" y="2008856"/>
                  </a:lnTo>
                  <a:lnTo>
                    <a:pt x="2030030" y="2021878"/>
                  </a:lnTo>
                  <a:lnTo>
                    <a:pt x="1926900" y="2033232"/>
                  </a:lnTo>
                  <a:lnTo>
                    <a:pt x="1826527" y="2042880"/>
                  </a:lnTo>
                  <a:lnTo>
                    <a:pt x="1733084" y="2050794"/>
                  </a:lnTo>
                  <a:lnTo>
                    <a:pt x="1650764" y="2056987"/>
                  </a:lnTo>
                  <a:lnTo>
                    <a:pt x="1583075" y="2061541"/>
                  </a:lnTo>
                  <a:lnTo>
                    <a:pt x="1532146" y="2064622"/>
                  </a:lnTo>
                  <a:lnTo>
                    <a:pt x="1498225" y="2066477"/>
                  </a:lnTo>
                  <a:lnTo>
                    <a:pt x="1479525" y="2067404"/>
                  </a:lnTo>
                  <a:lnTo>
                    <a:pt x="1472354" y="2067728"/>
                  </a:lnTo>
                  <a:lnTo>
                    <a:pt x="1471387" y="2067768"/>
                  </a:lnTo>
                  <a:lnTo>
                    <a:pt x="0" y="206776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41" name="pg941"/>
            <p:cNvSpPr/>
            <p:nvPr/>
          </p:nvSpPr>
          <p:spPr>
            <a:xfrm>
              <a:off x="4799595" y="5249479"/>
              <a:ext cx="11981298" cy="2786992"/>
            </a:xfrm>
            <a:custGeom>
              <a:avLst/>
              <a:pathLst>
                <a:path w="11981298" h="2786992">
                  <a:moveTo>
                    <a:pt x="0" y="2051422"/>
                  </a:moveTo>
                  <a:lnTo>
                    <a:pt x="1471387" y="2051422"/>
                  </a:lnTo>
                  <a:lnTo>
                    <a:pt x="1472575" y="2051373"/>
                  </a:lnTo>
                  <a:lnTo>
                    <a:pt x="1480379" y="2051022"/>
                  </a:lnTo>
                  <a:lnTo>
                    <a:pt x="1500026" y="2050054"/>
                  </a:lnTo>
                  <a:lnTo>
                    <a:pt x="1535087" y="2048147"/>
                  </a:lnTo>
                  <a:lnTo>
                    <a:pt x="1587218" y="2045007"/>
                  </a:lnTo>
                  <a:lnTo>
                    <a:pt x="1656027" y="2040399"/>
                  </a:lnTo>
                  <a:lnTo>
                    <a:pt x="1739272" y="2034161"/>
                  </a:lnTo>
                  <a:lnTo>
                    <a:pt x="1833368" y="2026218"/>
                  </a:lnTo>
                  <a:lnTo>
                    <a:pt x="1934099" y="2016562"/>
                  </a:lnTo>
                  <a:lnTo>
                    <a:pt x="2037311" y="2005222"/>
                  </a:lnTo>
                  <a:lnTo>
                    <a:pt x="2139431" y="1992235"/>
                  </a:lnTo>
                  <a:lnTo>
                    <a:pt x="2237749" y="1977615"/>
                  </a:lnTo>
                  <a:lnTo>
                    <a:pt x="2330471" y="1961331"/>
                  </a:lnTo>
                  <a:lnTo>
                    <a:pt x="2416628" y="1943296"/>
                  </a:lnTo>
                  <a:lnTo>
                    <a:pt x="2495913" y="1923360"/>
                  </a:lnTo>
                  <a:lnTo>
                    <a:pt x="2568499" y="1901311"/>
                  </a:lnTo>
                  <a:lnTo>
                    <a:pt x="2634880" y="1876881"/>
                  </a:lnTo>
                  <a:lnTo>
                    <a:pt x="2695744" y="1849754"/>
                  </a:lnTo>
                  <a:lnTo>
                    <a:pt x="2751880" y="1819581"/>
                  </a:lnTo>
                  <a:lnTo>
                    <a:pt x="2804106" y="1786019"/>
                  </a:lnTo>
                  <a:lnTo>
                    <a:pt x="2853218" y="1748773"/>
                  </a:lnTo>
                  <a:lnTo>
                    <a:pt x="2896531" y="1710880"/>
                  </a:lnTo>
                  <a:lnTo>
                    <a:pt x="2939017" y="1668944"/>
                  </a:lnTo>
                  <a:lnTo>
                    <a:pt x="2980336" y="1623528"/>
                  </a:lnTo>
                  <a:lnTo>
                    <a:pt x="3020845" y="1574563"/>
                  </a:lnTo>
                  <a:lnTo>
                    <a:pt x="3060827" y="1522059"/>
                  </a:lnTo>
                  <a:lnTo>
                    <a:pt x="3100497" y="1466105"/>
                  </a:lnTo>
                  <a:lnTo>
                    <a:pt x="3140013" y="1406883"/>
                  </a:lnTo>
                  <a:lnTo>
                    <a:pt x="3179487" y="1344668"/>
                  </a:lnTo>
                  <a:lnTo>
                    <a:pt x="3218988" y="1279828"/>
                  </a:lnTo>
                  <a:lnTo>
                    <a:pt x="3258550" y="1212820"/>
                  </a:lnTo>
                  <a:lnTo>
                    <a:pt x="3298178" y="1144176"/>
                  </a:lnTo>
                  <a:lnTo>
                    <a:pt x="3337857" y="1074488"/>
                  </a:lnTo>
                  <a:lnTo>
                    <a:pt x="3377558" y="1004388"/>
                  </a:lnTo>
                  <a:lnTo>
                    <a:pt x="3417247" y="934522"/>
                  </a:lnTo>
                  <a:lnTo>
                    <a:pt x="3456891" y="865529"/>
                  </a:lnTo>
                  <a:lnTo>
                    <a:pt x="3496472" y="798015"/>
                  </a:lnTo>
                  <a:lnTo>
                    <a:pt x="3535987" y="732530"/>
                  </a:lnTo>
                  <a:lnTo>
                    <a:pt x="3575463" y="669552"/>
                  </a:lnTo>
                  <a:lnTo>
                    <a:pt x="3614959" y="609474"/>
                  </a:lnTo>
                  <a:lnTo>
                    <a:pt x="3654572" y="552599"/>
                  </a:lnTo>
                  <a:lnTo>
                    <a:pt x="3694449" y="499132"/>
                  </a:lnTo>
                  <a:lnTo>
                    <a:pt x="3734789" y="449189"/>
                  </a:lnTo>
                  <a:lnTo>
                    <a:pt x="3775852" y="402800"/>
                  </a:lnTo>
                  <a:lnTo>
                    <a:pt x="3817976" y="359916"/>
                  </a:lnTo>
                  <a:lnTo>
                    <a:pt x="3829811" y="348714"/>
                  </a:lnTo>
                  <a:lnTo>
                    <a:pt x="3876689" y="307918"/>
                  </a:lnTo>
                  <a:lnTo>
                    <a:pt x="3926007" y="270954"/>
                  </a:lnTo>
                  <a:lnTo>
                    <a:pt x="3978496" y="237655"/>
                  </a:lnTo>
                  <a:lnTo>
                    <a:pt x="4034956" y="207721"/>
                  </a:lnTo>
                  <a:lnTo>
                    <a:pt x="4096204" y="180806"/>
                  </a:lnTo>
                  <a:lnTo>
                    <a:pt x="4163025" y="156564"/>
                  </a:lnTo>
                  <a:lnTo>
                    <a:pt x="4236095" y="134681"/>
                  </a:lnTo>
                  <a:lnTo>
                    <a:pt x="4315891" y="114893"/>
                  </a:lnTo>
                  <a:lnTo>
                    <a:pt x="4402555" y="96993"/>
                  </a:lnTo>
                  <a:lnTo>
                    <a:pt x="4495736" y="80835"/>
                  </a:lnTo>
                  <a:lnTo>
                    <a:pt x="4594410" y="66337"/>
                  </a:lnTo>
                  <a:lnTo>
                    <a:pt x="4696716" y="53471"/>
                  </a:lnTo>
                  <a:lnTo>
                    <a:pt x="4799876" y="42255"/>
                  </a:lnTo>
                  <a:lnTo>
                    <a:pt x="4900260" y="32726"/>
                  </a:lnTo>
                  <a:lnTo>
                    <a:pt x="4993691" y="24911"/>
                  </a:lnTo>
                  <a:lnTo>
                    <a:pt x="5075972" y="18798"/>
                  </a:lnTo>
                  <a:lnTo>
                    <a:pt x="5143596" y="14305"/>
                  </a:lnTo>
                  <a:lnTo>
                    <a:pt x="5194444" y="11267"/>
                  </a:lnTo>
                  <a:lnTo>
                    <a:pt x="5228277" y="9441"/>
                  </a:lnTo>
                  <a:lnTo>
                    <a:pt x="5246896" y="8529"/>
                  </a:lnTo>
                  <a:lnTo>
                    <a:pt x="5254009" y="8211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492" y="8237"/>
                  </a:lnTo>
                  <a:lnTo>
                    <a:pt x="6735048" y="8698"/>
                  </a:lnTo>
                  <a:lnTo>
                    <a:pt x="6754090" y="9971"/>
                  </a:lnTo>
                  <a:lnTo>
                    <a:pt x="6788120" y="12479"/>
                  </a:lnTo>
                  <a:lnTo>
                    <a:pt x="6838814" y="16608"/>
                  </a:lnTo>
                  <a:lnTo>
                    <a:pt x="6905893" y="22677"/>
                  </a:lnTo>
                  <a:lnTo>
                    <a:pt x="6987285" y="30902"/>
                  </a:lnTo>
                  <a:lnTo>
                    <a:pt x="7079593" y="41390"/>
                  </a:lnTo>
                  <a:lnTo>
                    <a:pt x="7178765" y="54160"/>
                  </a:lnTo>
                  <a:lnTo>
                    <a:pt x="7280749" y="69173"/>
                  </a:lnTo>
                  <a:lnTo>
                    <a:pt x="7382015" y="86380"/>
                  </a:lnTo>
                  <a:lnTo>
                    <a:pt x="7479838" y="105759"/>
                  </a:lnTo>
                  <a:lnTo>
                    <a:pt x="7572373" y="127341"/>
                  </a:lnTo>
                  <a:lnTo>
                    <a:pt x="7658581" y="151230"/>
                  </a:lnTo>
                  <a:lnTo>
                    <a:pt x="7738079" y="177610"/>
                  </a:lnTo>
                  <a:lnTo>
                    <a:pt x="7810973" y="206746"/>
                  </a:lnTo>
                  <a:lnTo>
                    <a:pt x="7877695" y="238980"/>
                  </a:lnTo>
                  <a:lnTo>
                    <a:pt x="7938885" y="274717"/>
                  </a:lnTo>
                  <a:lnTo>
                    <a:pt x="7995292" y="314410"/>
                  </a:lnTo>
                  <a:lnTo>
                    <a:pt x="8047707" y="358516"/>
                  </a:lnTo>
                  <a:lnTo>
                    <a:pt x="8096909" y="407445"/>
                  </a:lnTo>
                  <a:lnTo>
                    <a:pt x="8143617" y="461454"/>
                  </a:lnTo>
                  <a:lnTo>
                    <a:pt x="8151487" y="471309"/>
                  </a:lnTo>
                  <a:lnTo>
                    <a:pt x="8189456" y="521969"/>
                  </a:lnTo>
                  <a:lnTo>
                    <a:pt x="8226462" y="576385"/>
                  </a:lnTo>
                  <a:lnTo>
                    <a:pt x="8262770" y="634634"/>
                  </a:lnTo>
                  <a:lnTo>
                    <a:pt x="8298592" y="696730"/>
                  </a:lnTo>
                  <a:lnTo>
                    <a:pt x="8334098" y="762615"/>
                  </a:lnTo>
                  <a:lnTo>
                    <a:pt x="8369420" y="832158"/>
                  </a:lnTo>
                  <a:lnTo>
                    <a:pt x="8404655" y="905148"/>
                  </a:lnTo>
                  <a:lnTo>
                    <a:pt x="8439874" y="981291"/>
                  </a:lnTo>
                  <a:lnTo>
                    <a:pt x="8475120" y="1060214"/>
                  </a:lnTo>
                  <a:lnTo>
                    <a:pt x="8510415" y="1141470"/>
                  </a:lnTo>
                  <a:lnTo>
                    <a:pt x="8545764" y="1224545"/>
                  </a:lnTo>
                  <a:lnTo>
                    <a:pt x="8581157" y="1308875"/>
                  </a:lnTo>
                  <a:lnTo>
                    <a:pt x="8616575" y="1393856"/>
                  </a:lnTo>
                  <a:lnTo>
                    <a:pt x="8651995" y="1478863"/>
                  </a:lnTo>
                  <a:lnTo>
                    <a:pt x="8687391" y="1563275"/>
                  </a:lnTo>
                  <a:lnTo>
                    <a:pt x="8722744" y="1646484"/>
                  </a:lnTo>
                  <a:lnTo>
                    <a:pt x="8758044" y="1727920"/>
                  </a:lnTo>
                  <a:lnTo>
                    <a:pt x="8793294" y="1807066"/>
                  </a:lnTo>
                  <a:lnTo>
                    <a:pt x="8828514" y="1883469"/>
                  </a:lnTo>
                  <a:lnTo>
                    <a:pt x="8863745" y="1956747"/>
                  </a:lnTo>
                  <a:lnTo>
                    <a:pt x="8899056" y="2026602"/>
                  </a:lnTo>
                  <a:lnTo>
                    <a:pt x="8934541" y="2092814"/>
                  </a:lnTo>
                  <a:lnTo>
                    <a:pt x="8970330" y="2155245"/>
                  </a:lnTo>
                  <a:lnTo>
                    <a:pt x="9006587" y="2213831"/>
                  </a:lnTo>
                  <a:lnTo>
                    <a:pt x="9043522" y="2268581"/>
                  </a:lnTo>
                  <a:lnTo>
                    <a:pt x="9081395" y="2319566"/>
                  </a:lnTo>
                  <a:lnTo>
                    <a:pt x="9084767" y="2323855"/>
                  </a:lnTo>
                  <a:lnTo>
                    <a:pt x="9131110" y="2378749"/>
                  </a:lnTo>
                  <a:lnTo>
                    <a:pt x="9179831" y="2428544"/>
                  </a:lnTo>
                  <a:lnTo>
                    <a:pt x="9231636" y="2473457"/>
                  </a:lnTo>
                  <a:lnTo>
                    <a:pt x="9287296" y="2513881"/>
                  </a:lnTo>
                  <a:lnTo>
                    <a:pt x="9347604" y="2550269"/>
                  </a:lnTo>
                  <a:lnTo>
                    <a:pt x="9413320" y="2583078"/>
                  </a:lnTo>
                  <a:lnTo>
                    <a:pt x="9485108" y="2612723"/>
                  </a:lnTo>
                  <a:lnTo>
                    <a:pt x="9563446" y="2639558"/>
                  </a:lnTo>
                  <a:lnTo>
                    <a:pt x="9648506" y="2663862"/>
                  </a:lnTo>
                  <a:lnTo>
                    <a:pt x="9740000" y="2685833"/>
                  </a:lnTo>
                  <a:lnTo>
                    <a:pt x="9837016" y="2705589"/>
                  </a:lnTo>
                  <a:lnTo>
                    <a:pt x="9937858" y="2723173"/>
                  </a:lnTo>
                  <a:lnTo>
                    <a:pt x="10039950" y="2738568"/>
                  </a:lnTo>
                  <a:lnTo>
                    <a:pt x="10139888" y="2751729"/>
                  </a:lnTo>
                  <a:lnTo>
                    <a:pt x="10233681" y="2762612"/>
                  </a:lnTo>
                  <a:lnTo>
                    <a:pt x="10317230" y="2771223"/>
                  </a:lnTo>
                  <a:lnTo>
                    <a:pt x="10386977" y="2777653"/>
                  </a:lnTo>
                  <a:lnTo>
                    <a:pt x="10440578" y="2782098"/>
                  </a:lnTo>
                  <a:lnTo>
                    <a:pt x="10477423" y="2784859"/>
                  </a:lnTo>
                  <a:lnTo>
                    <a:pt x="10498854" y="2786316"/>
                  </a:lnTo>
                  <a:lnTo>
                    <a:pt x="10508073" y="2786887"/>
                  </a:lnTo>
                  <a:lnTo>
                    <a:pt x="10509911" y="2786992"/>
                  </a:lnTo>
                  <a:lnTo>
                    <a:pt x="11981298" y="2786992"/>
                  </a:lnTo>
                  <a:lnTo>
                    <a:pt x="11981298" y="2778819"/>
                  </a:lnTo>
                  <a:lnTo>
                    <a:pt x="10509911" y="2778819"/>
                  </a:lnTo>
                  <a:lnTo>
                    <a:pt x="10508761" y="2778754"/>
                  </a:lnTo>
                  <a:lnTo>
                    <a:pt x="10501205" y="2778294"/>
                  </a:lnTo>
                  <a:lnTo>
                    <a:pt x="10482164" y="2777020"/>
                  </a:lnTo>
                  <a:lnTo>
                    <a:pt x="10448134" y="2774513"/>
                  </a:lnTo>
                  <a:lnTo>
                    <a:pt x="10397439" y="2770383"/>
                  </a:lnTo>
                  <a:lnTo>
                    <a:pt x="10330360" y="2764314"/>
                  </a:lnTo>
                  <a:lnTo>
                    <a:pt x="10248969" y="2756089"/>
                  </a:lnTo>
                  <a:lnTo>
                    <a:pt x="10156660" y="2745601"/>
                  </a:lnTo>
                  <a:lnTo>
                    <a:pt x="10057489" y="2732832"/>
                  </a:lnTo>
                  <a:lnTo>
                    <a:pt x="9955504" y="2717819"/>
                  </a:lnTo>
                  <a:lnTo>
                    <a:pt x="9854238" y="2700611"/>
                  </a:lnTo>
                  <a:lnTo>
                    <a:pt x="9756415" y="2681232"/>
                  </a:lnTo>
                  <a:lnTo>
                    <a:pt x="9663880" y="2659650"/>
                  </a:lnTo>
                  <a:lnTo>
                    <a:pt x="9577673" y="2635761"/>
                  </a:lnTo>
                  <a:lnTo>
                    <a:pt x="9498174" y="2609382"/>
                  </a:lnTo>
                  <a:lnTo>
                    <a:pt x="9425281" y="2580246"/>
                  </a:lnTo>
                  <a:lnTo>
                    <a:pt x="9358558" y="2548012"/>
                  </a:lnTo>
                  <a:lnTo>
                    <a:pt x="9297368" y="2512274"/>
                  </a:lnTo>
                  <a:lnTo>
                    <a:pt x="9240961" y="2472582"/>
                  </a:lnTo>
                  <a:lnTo>
                    <a:pt x="9188546" y="2428475"/>
                  </a:lnTo>
                  <a:lnTo>
                    <a:pt x="9139344" y="2379546"/>
                  </a:lnTo>
                  <a:lnTo>
                    <a:pt x="9092636" y="2325538"/>
                  </a:lnTo>
                  <a:lnTo>
                    <a:pt x="9084767" y="2315682"/>
                  </a:lnTo>
                  <a:lnTo>
                    <a:pt x="9046797" y="2265022"/>
                  </a:lnTo>
                  <a:lnTo>
                    <a:pt x="9009791" y="2210606"/>
                  </a:lnTo>
                  <a:lnTo>
                    <a:pt x="8973484" y="2152357"/>
                  </a:lnTo>
                  <a:lnTo>
                    <a:pt x="8937662" y="2090262"/>
                  </a:lnTo>
                  <a:lnTo>
                    <a:pt x="8902155" y="2024376"/>
                  </a:lnTo>
                  <a:lnTo>
                    <a:pt x="8866834" y="1954833"/>
                  </a:lnTo>
                  <a:lnTo>
                    <a:pt x="8831598" y="1881843"/>
                  </a:lnTo>
                  <a:lnTo>
                    <a:pt x="8796379" y="1805701"/>
                  </a:lnTo>
                  <a:lnTo>
                    <a:pt x="8761133" y="1726778"/>
                  </a:lnTo>
                  <a:lnTo>
                    <a:pt x="8725838" y="1645522"/>
                  </a:lnTo>
                  <a:lnTo>
                    <a:pt x="8690489" y="1562446"/>
                  </a:lnTo>
                  <a:lnTo>
                    <a:pt x="8655096" y="1478116"/>
                  </a:lnTo>
                  <a:lnTo>
                    <a:pt x="8619678" y="1393136"/>
                  </a:lnTo>
                  <a:lnTo>
                    <a:pt x="8584259" y="1308128"/>
                  </a:lnTo>
                  <a:lnTo>
                    <a:pt x="8548863" y="1223717"/>
                  </a:lnTo>
                  <a:lnTo>
                    <a:pt x="8513509" y="1140508"/>
                  </a:lnTo>
                  <a:lnTo>
                    <a:pt x="8478209" y="1059071"/>
                  </a:lnTo>
                  <a:lnTo>
                    <a:pt x="8442959" y="979925"/>
                  </a:lnTo>
                  <a:lnTo>
                    <a:pt x="8407740" y="903523"/>
                  </a:lnTo>
                  <a:lnTo>
                    <a:pt x="8372508" y="830244"/>
                  </a:lnTo>
                  <a:lnTo>
                    <a:pt x="8337197" y="760389"/>
                  </a:lnTo>
                  <a:lnTo>
                    <a:pt x="8301712" y="694177"/>
                  </a:lnTo>
                  <a:lnTo>
                    <a:pt x="8265924" y="631747"/>
                  </a:lnTo>
                  <a:lnTo>
                    <a:pt x="8229667" y="573160"/>
                  </a:lnTo>
                  <a:lnTo>
                    <a:pt x="8192731" y="518410"/>
                  </a:lnTo>
                  <a:lnTo>
                    <a:pt x="8154858" y="467426"/>
                  </a:lnTo>
                  <a:lnTo>
                    <a:pt x="8151487" y="463136"/>
                  </a:lnTo>
                  <a:lnTo>
                    <a:pt x="8105144" y="408243"/>
                  </a:lnTo>
                  <a:lnTo>
                    <a:pt x="8056422" y="358448"/>
                  </a:lnTo>
                  <a:lnTo>
                    <a:pt x="8004617" y="313534"/>
                  </a:lnTo>
                  <a:lnTo>
                    <a:pt x="7948957" y="273111"/>
                  </a:lnTo>
                  <a:lnTo>
                    <a:pt x="7888649" y="236722"/>
                  </a:lnTo>
                  <a:lnTo>
                    <a:pt x="7822934" y="203914"/>
                  </a:lnTo>
                  <a:lnTo>
                    <a:pt x="7751145" y="174268"/>
                  </a:lnTo>
                  <a:lnTo>
                    <a:pt x="7672807" y="147433"/>
                  </a:lnTo>
                  <a:lnTo>
                    <a:pt x="7587748" y="123129"/>
                  </a:lnTo>
                  <a:lnTo>
                    <a:pt x="7496253" y="101158"/>
                  </a:lnTo>
                  <a:lnTo>
                    <a:pt x="7399237" y="81402"/>
                  </a:lnTo>
                  <a:lnTo>
                    <a:pt x="7298396" y="63819"/>
                  </a:lnTo>
                  <a:lnTo>
                    <a:pt x="7196303" y="48423"/>
                  </a:lnTo>
                  <a:lnTo>
                    <a:pt x="7096365" y="35263"/>
                  </a:lnTo>
                  <a:lnTo>
                    <a:pt x="7002572" y="24379"/>
                  </a:lnTo>
                  <a:lnTo>
                    <a:pt x="6919023" y="15768"/>
                  </a:lnTo>
                  <a:lnTo>
                    <a:pt x="6849277" y="9338"/>
                  </a:lnTo>
                  <a:lnTo>
                    <a:pt x="6795675" y="4893"/>
                  </a:lnTo>
                  <a:lnTo>
                    <a:pt x="6758830" y="2132"/>
                  </a:lnTo>
                  <a:lnTo>
                    <a:pt x="6737400" y="675"/>
                  </a:lnTo>
                  <a:lnTo>
                    <a:pt x="6728180" y="104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767" y="49"/>
                  </a:lnTo>
                  <a:lnTo>
                    <a:pt x="5245963" y="399"/>
                  </a:lnTo>
                  <a:lnTo>
                    <a:pt x="5226316" y="1368"/>
                  </a:lnTo>
                  <a:lnTo>
                    <a:pt x="5191255" y="3275"/>
                  </a:lnTo>
                  <a:lnTo>
                    <a:pt x="5139124" y="6414"/>
                  </a:lnTo>
                  <a:lnTo>
                    <a:pt x="5070315" y="11023"/>
                  </a:lnTo>
                  <a:lnTo>
                    <a:pt x="4987070" y="17260"/>
                  </a:lnTo>
                  <a:lnTo>
                    <a:pt x="4892974" y="25203"/>
                  </a:lnTo>
                  <a:lnTo>
                    <a:pt x="4792243" y="34860"/>
                  </a:lnTo>
                  <a:lnTo>
                    <a:pt x="4689031" y="46200"/>
                  </a:lnTo>
                  <a:lnTo>
                    <a:pt x="4586911" y="59186"/>
                  </a:lnTo>
                  <a:lnTo>
                    <a:pt x="4488593" y="73807"/>
                  </a:lnTo>
                  <a:lnTo>
                    <a:pt x="4395871" y="90091"/>
                  </a:lnTo>
                  <a:lnTo>
                    <a:pt x="4309714" y="108126"/>
                  </a:lnTo>
                  <a:lnTo>
                    <a:pt x="4230429" y="128062"/>
                  </a:lnTo>
                  <a:lnTo>
                    <a:pt x="4157843" y="150110"/>
                  </a:lnTo>
                  <a:lnTo>
                    <a:pt x="4091462" y="174540"/>
                  </a:lnTo>
                  <a:lnTo>
                    <a:pt x="4030598" y="201668"/>
                  </a:lnTo>
                  <a:lnTo>
                    <a:pt x="3974463" y="231840"/>
                  </a:lnTo>
                  <a:lnTo>
                    <a:pt x="3922237" y="265403"/>
                  </a:lnTo>
                  <a:lnTo>
                    <a:pt x="3873124" y="302649"/>
                  </a:lnTo>
                  <a:lnTo>
                    <a:pt x="3829811" y="340541"/>
                  </a:lnTo>
                  <a:lnTo>
                    <a:pt x="3787325" y="382477"/>
                  </a:lnTo>
                  <a:lnTo>
                    <a:pt x="3746006" y="427894"/>
                  </a:lnTo>
                  <a:lnTo>
                    <a:pt x="3705497" y="476858"/>
                  </a:lnTo>
                  <a:lnTo>
                    <a:pt x="3665515" y="529363"/>
                  </a:lnTo>
                  <a:lnTo>
                    <a:pt x="3625845" y="585317"/>
                  </a:lnTo>
                  <a:lnTo>
                    <a:pt x="3586329" y="644539"/>
                  </a:lnTo>
                  <a:lnTo>
                    <a:pt x="3546855" y="706754"/>
                  </a:lnTo>
                  <a:lnTo>
                    <a:pt x="3507354" y="771594"/>
                  </a:lnTo>
                  <a:lnTo>
                    <a:pt x="3467793" y="838602"/>
                  </a:lnTo>
                  <a:lnTo>
                    <a:pt x="3428164" y="907246"/>
                  </a:lnTo>
                  <a:lnTo>
                    <a:pt x="3388485" y="976934"/>
                  </a:lnTo>
                  <a:lnTo>
                    <a:pt x="3348784" y="1047034"/>
                  </a:lnTo>
                  <a:lnTo>
                    <a:pt x="3309095" y="1116900"/>
                  </a:lnTo>
                  <a:lnTo>
                    <a:pt x="3269451" y="1185892"/>
                  </a:lnTo>
                  <a:lnTo>
                    <a:pt x="3229870" y="1253406"/>
                  </a:lnTo>
                  <a:lnTo>
                    <a:pt x="3190355" y="1318892"/>
                  </a:lnTo>
                  <a:lnTo>
                    <a:pt x="3150879" y="1381870"/>
                  </a:lnTo>
                  <a:lnTo>
                    <a:pt x="3111383" y="1441947"/>
                  </a:lnTo>
                  <a:lnTo>
                    <a:pt x="3071770" y="1498823"/>
                  </a:lnTo>
                  <a:lnTo>
                    <a:pt x="3031893" y="1552290"/>
                  </a:lnTo>
                  <a:lnTo>
                    <a:pt x="2991553" y="1602232"/>
                  </a:lnTo>
                  <a:lnTo>
                    <a:pt x="2950490" y="1648622"/>
                  </a:lnTo>
                  <a:lnTo>
                    <a:pt x="2908366" y="1691505"/>
                  </a:lnTo>
                  <a:lnTo>
                    <a:pt x="2896531" y="1702707"/>
                  </a:lnTo>
                  <a:lnTo>
                    <a:pt x="2849653" y="1743504"/>
                  </a:lnTo>
                  <a:lnTo>
                    <a:pt x="2800335" y="1780468"/>
                  </a:lnTo>
                  <a:lnTo>
                    <a:pt x="2747846" y="1813767"/>
                  </a:lnTo>
                  <a:lnTo>
                    <a:pt x="2691386" y="1843701"/>
                  </a:lnTo>
                  <a:lnTo>
                    <a:pt x="2630138" y="1870616"/>
                  </a:lnTo>
                  <a:lnTo>
                    <a:pt x="2563317" y="1894858"/>
                  </a:lnTo>
                  <a:lnTo>
                    <a:pt x="2490247" y="1916740"/>
                  </a:lnTo>
                  <a:lnTo>
                    <a:pt x="2410451" y="1936528"/>
                  </a:lnTo>
                  <a:lnTo>
                    <a:pt x="2323787" y="1954429"/>
                  </a:lnTo>
                  <a:lnTo>
                    <a:pt x="2230606" y="1970587"/>
                  </a:lnTo>
                  <a:lnTo>
                    <a:pt x="2131933" y="1985085"/>
                  </a:lnTo>
                  <a:lnTo>
                    <a:pt x="2029626" y="1997950"/>
                  </a:lnTo>
                  <a:lnTo>
                    <a:pt x="1926467" y="2009166"/>
                  </a:lnTo>
                  <a:lnTo>
                    <a:pt x="1826082" y="2018696"/>
                  </a:lnTo>
                  <a:lnTo>
                    <a:pt x="1732651" y="2026511"/>
                  </a:lnTo>
                  <a:lnTo>
                    <a:pt x="1650371" y="2032623"/>
                  </a:lnTo>
                  <a:lnTo>
                    <a:pt x="1582746" y="2037116"/>
                  </a:lnTo>
                  <a:lnTo>
                    <a:pt x="1531898" y="2040155"/>
                  </a:lnTo>
                  <a:lnTo>
                    <a:pt x="1498066" y="2041981"/>
                  </a:lnTo>
                  <a:lnTo>
                    <a:pt x="1479446" y="2042893"/>
                  </a:lnTo>
                  <a:lnTo>
                    <a:pt x="1472333" y="2043210"/>
                  </a:lnTo>
                  <a:lnTo>
                    <a:pt x="1471387" y="2043249"/>
                  </a:lnTo>
                  <a:lnTo>
                    <a:pt x="0" y="2043249"/>
                  </a:lnTo>
                  <a:close/>
                </a:path>
              </a:pathLst>
            </a:custGeom>
            <a:solidFill>
              <a:srgbClr val="F28E5B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942" name="pl942"/>
            <p:cNvSpPr/>
            <p:nvPr/>
          </p:nvSpPr>
          <p:spPr>
            <a:xfrm>
              <a:off x="4799595" y="5257652"/>
              <a:ext cx="11981298" cy="2778819"/>
            </a:xfrm>
            <a:custGeom>
              <a:avLst/>
              <a:pathLst>
                <a:path w="11981298" h="2778819">
                  <a:moveTo>
                    <a:pt x="0" y="2043249"/>
                  </a:moveTo>
                  <a:lnTo>
                    <a:pt x="1471387" y="2043249"/>
                  </a:lnTo>
                  <a:lnTo>
                    <a:pt x="1472575" y="2043200"/>
                  </a:lnTo>
                  <a:lnTo>
                    <a:pt x="1480379" y="2042849"/>
                  </a:lnTo>
                  <a:lnTo>
                    <a:pt x="1500026" y="2041881"/>
                  </a:lnTo>
                  <a:lnTo>
                    <a:pt x="1535087" y="2039974"/>
                  </a:lnTo>
                  <a:lnTo>
                    <a:pt x="1587218" y="2036834"/>
                  </a:lnTo>
                  <a:lnTo>
                    <a:pt x="1656027" y="2032226"/>
                  </a:lnTo>
                  <a:lnTo>
                    <a:pt x="1739272" y="2025988"/>
                  </a:lnTo>
                  <a:lnTo>
                    <a:pt x="1833368" y="2018045"/>
                  </a:lnTo>
                  <a:lnTo>
                    <a:pt x="1934099" y="2008389"/>
                  </a:lnTo>
                  <a:lnTo>
                    <a:pt x="2037311" y="1997049"/>
                  </a:lnTo>
                  <a:lnTo>
                    <a:pt x="2139431" y="1984062"/>
                  </a:lnTo>
                  <a:lnTo>
                    <a:pt x="2237749" y="1969442"/>
                  </a:lnTo>
                  <a:lnTo>
                    <a:pt x="2330471" y="1953158"/>
                  </a:lnTo>
                  <a:lnTo>
                    <a:pt x="2416628" y="1935123"/>
                  </a:lnTo>
                  <a:lnTo>
                    <a:pt x="2495913" y="1915187"/>
                  </a:lnTo>
                  <a:lnTo>
                    <a:pt x="2568499" y="1893138"/>
                  </a:lnTo>
                  <a:lnTo>
                    <a:pt x="2634880" y="1868708"/>
                  </a:lnTo>
                  <a:lnTo>
                    <a:pt x="2695744" y="1841581"/>
                  </a:lnTo>
                  <a:lnTo>
                    <a:pt x="2751880" y="1811408"/>
                  </a:lnTo>
                  <a:lnTo>
                    <a:pt x="2804106" y="1777846"/>
                  </a:lnTo>
                  <a:lnTo>
                    <a:pt x="2853218" y="1740600"/>
                  </a:lnTo>
                  <a:lnTo>
                    <a:pt x="2896531" y="1702707"/>
                  </a:lnTo>
                  <a:lnTo>
                    <a:pt x="2939017" y="1660771"/>
                  </a:lnTo>
                  <a:lnTo>
                    <a:pt x="2980336" y="1615355"/>
                  </a:lnTo>
                  <a:lnTo>
                    <a:pt x="3020845" y="1566390"/>
                  </a:lnTo>
                  <a:lnTo>
                    <a:pt x="3060827" y="1513886"/>
                  </a:lnTo>
                  <a:lnTo>
                    <a:pt x="3100497" y="1457932"/>
                  </a:lnTo>
                  <a:lnTo>
                    <a:pt x="3140013" y="1398710"/>
                  </a:lnTo>
                  <a:lnTo>
                    <a:pt x="3179487" y="1336495"/>
                  </a:lnTo>
                  <a:lnTo>
                    <a:pt x="3218988" y="1271655"/>
                  </a:lnTo>
                  <a:lnTo>
                    <a:pt x="3258550" y="1204647"/>
                  </a:lnTo>
                  <a:lnTo>
                    <a:pt x="3298178" y="1136003"/>
                  </a:lnTo>
                  <a:lnTo>
                    <a:pt x="3337857" y="1066315"/>
                  </a:lnTo>
                  <a:lnTo>
                    <a:pt x="3377558" y="996215"/>
                  </a:lnTo>
                  <a:lnTo>
                    <a:pt x="3417247" y="926349"/>
                  </a:lnTo>
                  <a:lnTo>
                    <a:pt x="3456891" y="857356"/>
                  </a:lnTo>
                  <a:lnTo>
                    <a:pt x="3496472" y="789842"/>
                  </a:lnTo>
                  <a:lnTo>
                    <a:pt x="3535987" y="724357"/>
                  </a:lnTo>
                  <a:lnTo>
                    <a:pt x="3575463" y="661379"/>
                  </a:lnTo>
                  <a:lnTo>
                    <a:pt x="3614959" y="601301"/>
                  </a:lnTo>
                  <a:lnTo>
                    <a:pt x="3654572" y="544426"/>
                  </a:lnTo>
                  <a:lnTo>
                    <a:pt x="3694449" y="490959"/>
                  </a:lnTo>
                  <a:lnTo>
                    <a:pt x="3734789" y="441016"/>
                  </a:lnTo>
                  <a:lnTo>
                    <a:pt x="3775852" y="394627"/>
                  </a:lnTo>
                  <a:lnTo>
                    <a:pt x="3817976" y="351743"/>
                  </a:lnTo>
                  <a:lnTo>
                    <a:pt x="3829811" y="340541"/>
                  </a:lnTo>
                  <a:lnTo>
                    <a:pt x="3876689" y="299745"/>
                  </a:lnTo>
                  <a:lnTo>
                    <a:pt x="3926007" y="262781"/>
                  </a:lnTo>
                  <a:lnTo>
                    <a:pt x="3978496" y="229482"/>
                  </a:lnTo>
                  <a:lnTo>
                    <a:pt x="4034956" y="199548"/>
                  </a:lnTo>
                  <a:lnTo>
                    <a:pt x="4096204" y="172633"/>
                  </a:lnTo>
                  <a:lnTo>
                    <a:pt x="4163025" y="148391"/>
                  </a:lnTo>
                  <a:lnTo>
                    <a:pt x="4236095" y="126508"/>
                  </a:lnTo>
                  <a:lnTo>
                    <a:pt x="4315891" y="106720"/>
                  </a:lnTo>
                  <a:lnTo>
                    <a:pt x="4402555" y="88820"/>
                  </a:lnTo>
                  <a:lnTo>
                    <a:pt x="4495736" y="72662"/>
                  </a:lnTo>
                  <a:lnTo>
                    <a:pt x="4594410" y="58164"/>
                  </a:lnTo>
                  <a:lnTo>
                    <a:pt x="4696716" y="45298"/>
                  </a:lnTo>
                  <a:lnTo>
                    <a:pt x="4799876" y="34082"/>
                  </a:lnTo>
                  <a:lnTo>
                    <a:pt x="4900260" y="24553"/>
                  </a:lnTo>
                  <a:lnTo>
                    <a:pt x="4993691" y="16738"/>
                  </a:lnTo>
                  <a:lnTo>
                    <a:pt x="5075972" y="10625"/>
                  </a:lnTo>
                  <a:lnTo>
                    <a:pt x="5143596" y="6132"/>
                  </a:lnTo>
                  <a:lnTo>
                    <a:pt x="5194444" y="3094"/>
                  </a:lnTo>
                  <a:lnTo>
                    <a:pt x="5228277" y="1268"/>
                  </a:lnTo>
                  <a:lnTo>
                    <a:pt x="5246896" y="356"/>
                  </a:lnTo>
                  <a:lnTo>
                    <a:pt x="5254009" y="38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492" y="64"/>
                  </a:lnTo>
                  <a:lnTo>
                    <a:pt x="6735048" y="525"/>
                  </a:lnTo>
                  <a:lnTo>
                    <a:pt x="6754090" y="1798"/>
                  </a:lnTo>
                  <a:lnTo>
                    <a:pt x="6788120" y="4306"/>
                  </a:lnTo>
                  <a:lnTo>
                    <a:pt x="6838814" y="8435"/>
                  </a:lnTo>
                  <a:lnTo>
                    <a:pt x="6905893" y="14504"/>
                  </a:lnTo>
                  <a:lnTo>
                    <a:pt x="6987285" y="22729"/>
                  </a:lnTo>
                  <a:lnTo>
                    <a:pt x="7079593" y="33217"/>
                  </a:lnTo>
                  <a:lnTo>
                    <a:pt x="7178765" y="45987"/>
                  </a:lnTo>
                  <a:lnTo>
                    <a:pt x="7280749" y="61000"/>
                  </a:lnTo>
                  <a:lnTo>
                    <a:pt x="7382015" y="78207"/>
                  </a:lnTo>
                  <a:lnTo>
                    <a:pt x="7479838" y="97586"/>
                  </a:lnTo>
                  <a:lnTo>
                    <a:pt x="7572373" y="119168"/>
                  </a:lnTo>
                  <a:lnTo>
                    <a:pt x="7658581" y="143057"/>
                  </a:lnTo>
                  <a:lnTo>
                    <a:pt x="7738079" y="169437"/>
                  </a:lnTo>
                  <a:lnTo>
                    <a:pt x="7810973" y="198573"/>
                  </a:lnTo>
                  <a:lnTo>
                    <a:pt x="7877695" y="230807"/>
                  </a:lnTo>
                  <a:lnTo>
                    <a:pt x="7938885" y="266544"/>
                  </a:lnTo>
                  <a:lnTo>
                    <a:pt x="7995292" y="306237"/>
                  </a:lnTo>
                  <a:lnTo>
                    <a:pt x="8047707" y="350343"/>
                  </a:lnTo>
                  <a:lnTo>
                    <a:pt x="8096909" y="399272"/>
                  </a:lnTo>
                  <a:lnTo>
                    <a:pt x="8143617" y="453281"/>
                  </a:lnTo>
                  <a:lnTo>
                    <a:pt x="8151487" y="463136"/>
                  </a:lnTo>
                  <a:lnTo>
                    <a:pt x="8189456" y="513796"/>
                  </a:lnTo>
                  <a:lnTo>
                    <a:pt x="8226462" y="568212"/>
                  </a:lnTo>
                  <a:lnTo>
                    <a:pt x="8262770" y="626461"/>
                  </a:lnTo>
                  <a:lnTo>
                    <a:pt x="8298592" y="688557"/>
                  </a:lnTo>
                  <a:lnTo>
                    <a:pt x="8334098" y="754442"/>
                  </a:lnTo>
                  <a:lnTo>
                    <a:pt x="8369420" y="823985"/>
                  </a:lnTo>
                  <a:lnTo>
                    <a:pt x="8404655" y="896975"/>
                  </a:lnTo>
                  <a:lnTo>
                    <a:pt x="8439874" y="973118"/>
                  </a:lnTo>
                  <a:lnTo>
                    <a:pt x="8475120" y="1052041"/>
                  </a:lnTo>
                  <a:lnTo>
                    <a:pt x="8510415" y="1133297"/>
                  </a:lnTo>
                  <a:lnTo>
                    <a:pt x="8545764" y="1216372"/>
                  </a:lnTo>
                  <a:lnTo>
                    <a:pt x="8581157" y="1300702"/>
                  </a:lnTo>
                  <a:lnTo>
                    <a:pt x="8616575" y="1385683"/>
                  </a:lnTo>
                  <a:lnTo>
                    <a:pt x="8651995" y="1470690"/>
                  </a:lnTo>
                  <a:lnTo>
                    <a:pt x="8687391" y="1555102"/>
                  </a:lnTo>
                  <a:lnTo>
                    <a:pt x="8722744" y="1638311"/>
                  </a:lnTo>
                  <a:lnTo>
                    <a:pt x="8758044" y="1719747"/>
                  </a:lnTo>
                  <a:lnTo>
                    <a:pt x="8793294" y="1798893"/>
                  </a:lnTo>
                  <a:lnTo>
                    <a:pt x="8828514" y="1875296"/>
                  </a:lnTo>
                  <a:lnTo>
                    <a:pt x="8863745" y="1948574"/>
                  </a:lnTo>
                  <a:lnTo>
                    <a:pt x="8899056" y="2018429"/>
                  </a:lnTo>
                  <a:lnTo>
                    <a:pt x="8934541" y="2084641"/>
                  </a:lnTo>
                  <a:lnTo>
                    <a:pt x="8970330" y="2147072"/>
                  </a:lnTo>
                  <a:lnTo>
                    <a:pt x="9006587" y="2205658"/>
                  </a:lnTo>
                  <a:lnTo>
                    <a:pt x="9043522" y="2260408"/>
                  </a:lnTo>
                  <a:lnTo>
                    <a:pt x="9081395" y="2311393"/>
                  </a:lnTo>
                  <a:lnTo>
                    <a:pt x="9084767" y="2315682"/>
                  </a:lnTo>
                  <a:lnTo>
                    <a:pt x="9131110" y="2370576"/>
                  </a:lnTo>
                  <a:lnTo>
                    <a:pt x="9179831" y="2420371"/>
                  </a:lnTo>
                  <a:lnTo>
                    <a:pt x="9231636" y="2465284"/>
                  </a:lnTo>
                  <a:lnTo>
                    <a:pt x="9287296" y="2505708"/>
                  </a:lnTo>
                  <a:lnTo>
                    <a:pt x="9347604" y="2542096"/>
                  </a:lnTo>
                  <a:lnTo>
                    <a:pt x="9413320" y="2574905"/>
                  </a:lnTo>
                  <a:lnTo>
                    <a:pt x="9485108" y="2604550"/>
                  </a:lnTo>
                  <a:lnTo>
                    <a:pt x="9563446" y="2631385"/>
                  </a:lnTo>
                  <a:lnTo>
                    <a:pt x="9648506" y="2655689"/>
                  </a:lnTo>
                  <a:lnTo>
                    <a:pt x="9740000" y="2677660"/>
                  </a:lnTo>
                  <a:lnTo>
                    <a:pt x="9837016" y="2697416"/>
                  </a:lnTo>
                  <a:lnTo>
                    <a:pt x="9937858" y="2715000"/>
                  </a:lnTo>
                  <a:lnTo>
                    <a:pt x="10039950" y="2730395"/>
                  </a:lnTo>
                  <a:lnTo>
                    <a:pt x="10139888" y="2743556"/>
                  </a:lnTo>
                  <a:lnTo>
                    <a:pt x="10233681" y="2754439"/>
                  </a:lnTo>
                  <a:lnTo>
                    <a:pt x="10317230" y="2763050"/>
                  </a:lnTo>
                  <a:lnTo>
                    <a:pt x="10386977" y="2769480"/>
                  </a:lnTo>
                  <a:lnTo>
                    <a:pt x="10440578" y="2773925"/>
                  </a:lnTo>
                  <a:lnTo>
                    <a:pt x="10477423" y="2776686"/>
                  </a:lnTo>
                  <a:lnTo>
                    <a:pt x="10498854" y="2778143"/>
                  </a:lnTo>
                  <a:lnTo>
                    <a:pt x="10508073" y="2778714"/>
                  </a:lnTo>
                  <a:lnTo>
                    <a:pt x="10509904" y="2778819"/>
                  </a:lnTo>
                  <a:lnTo>
                    <a:pt x="10509911" y="2778819"/>
                  </a:lnTo>
                  <a:lnTo>
                    <a:pt x="11981298" y="277881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43" name="pl943"/>
            <p:cNvSpPr/>
            <p:nvPr/>
          </p:nvSpPr>
          <p:spPr>
            <a:xfrm>
              <a:off x="4799595" y="5249479"/>
              <a:ext cx="11981298" cy="2778819"/>
            </a:xfrm>
            <a:custGeom>
              <a:avLst/>
              <a:pathLst>
                <a:path w="11981298" h="2778819">
                  <a:moveTo>
                    <a:pt x="11981298" y="2778819"/>
                  </a:moveTo>
                  <a:lnTo>
                    <a:pt x="10509911" y="2778819"/>
                  </a:lnTo>
                  <a:lnTo>
                    <a:pt x="10508761" y="2778754"/>
                  </a:lnTo>
                  <a:lnTo>
                    <a:pt x="10501205" y="2778294"/>
                  </a:lnTo>
                  <a:lnTo>
                    <a:pt x="10482164" y="2777020"/>
                  </a:lnTo>
                  <a:lnTo>
                    <a:pt x="10448134" y="2774513"/>
                  </a:lnTo>
                  <a:lnTo>
                    <a:pt x="10397439" y="2770383"/>
                  </a:lnTo>
                  <a:lnTo>
                    <a:pt x="10330360" y="2764314"/>
                  </a:lnTo>
                  <a:lnTo>
                    <a:pt x="10248969" y="2756089"/>
                  </a:lnTo>
                  <a:lnTo>
                    <a:pt x="10156660" y="2745601"/>
                  </a:lnTo>
                  <a:lnTo>
                    <a:pt x="10057489" y="2732832"/>
                  </a:lnTo>
                  <a:lnTo>
                    <a:pt x="9955504" y="2717819"/>
                  </a:lnTo>
                  <a:lnTo>
                    <a:pt x="9854238" y="2700611"/>
                  </a:lnTo>
                  <a:lnTo>
                    <a:pt x="9756415" y="2681232"/>
                  </a:lnTo>
                  <a:lnTo>
                    <a:pt x="9663880" y="2659650"/>
                  </a:lnTo>
                  <a:lnTo>
                    <a:pt x="9577673" y="2635761"/>
                  </a:lnTo>
                  <a:lnTo>
                    <a:pt x="9498174" y="2609382"/>
                  </a:lnTo>
                  <a:lnTo>
                    <a:pt x="9425281" y="2580246"/>
                  </a:lnTo>
                  <a:lnTo>
                    <a:pt x="9358558" y="2548012"/>
                  </a:lnTo>
                  <a:lnTo>
                    <a:pt x="9297368" y="2512274"/>
                  </a:lnTo>
                  <a:lnTo>
                    <a:pt x="9240961" y="2472582"/>
                  </a:lnTo>
                  <a:lnTo>
                    <a:pt x="9188546" y="2428475"/>
                  </a:lnTo>
                  <a:lnTo>
                    <a:pt x="9139344" y="2379546"/>
                  </a:lnTo>
                  <a:lnTo>
                    <a:pt x="9092636" y="2325538"/>
                  </a:lnTo>
                  <a:lnTo>
                    <a:pt x="9084767" y="2315682"/>
                  </a:lnTo>
                  <a:lnTo>
                    <a:pt x="9046797" y="2265022"/>
                  </a:lnTo>
                  <a:lnTo>
                    <a:pt x="9009791" y="2210606"/>
                  </a:lnTo>
                  <a:lnTo>
                    <a:pt x="8973484" y="2152357"/>
                  </a:lnTo>
                  <a:lnTo>
                    <a:pt x="8937662" y="2090262"/>
                  </a:lnTo>
                  <a:lnTo>
                    <a:pt x="8902155" y="2024376"/>
                  </a:lnTo>
                  <a:lnTo>
                    <a:pt x="8866834" y="1954833"/>
                  </a:lnTo>
                  <a:lnTo>
                    <a:pt x="8831598" y="1881843"/>
                  </a:lnTo>
                  <a:lnTo>
                    <a:pt x="8796379" y="1805701"/>
                  </a:lnTo>
                  <a:lnTo>
                    <a:pt x="8761133" y="1726778"/>
                  </a:lnTo>
                  <a:lnTo>
                    <a:pt x="8725838" y="1645522"/>
                  </a:lnTo>
                  <a:lnTo>
                    <a:pt x="8690489" y="1562446"/>
                  </a:lnTo>
                  <a:lnTo>
                    <a:pt x="8655096" y="1478116"/>
                  </a:lnTo>
                  <a:lnTo>
                    <a:pt x="8619678" y="1393136"/>
                  </a:lnTo>
                  <a:lnTo>
                    <a:pt x="8584259" y="1308128"/>
                  </a:lnTo>
                  <a:lnTo>
                    <a:pt x="8548863" y="1223717"/>
                  </a:lnTo>
                  <a:lnTo>
                    <a:pt x="8513509" y="1140508"/>
                  </a:lnTo>
                  <a:lnTo>
                    <a:pt x="8478209" y="1059071"/>
                  </a:lnTo>
                  <a:lnTo>
                    <a:pt x="8442959" y="979925"/>
                  </a:lnTo>
                  <a:lnTo>
                    <a:pt x="8407740" y="903523"/>
                  </a:lnTo>
                  <a:lnTo>
                    <a:pt x="8372508" y="830244"/>
                  </a:lnTo>
                  <a:lnTo>
                    <a:pt x="8337197" y="760389"/>
                  </a:lnTo>
                  <a:lnTo>
                    <a:pt x="8301712" y="694177"/>
                  </a:lnTo>
                  <a:lnTo>
                    <a:pt x="8265924" y="631747"/>
                  </a:lnTo>
                  <a:lnTo>
                    <a:pt x="8229667" y="573160"/>
                  </a:lnTo>
                  <a:lnTo>
                    <a:pt x="8192731" y="518410"/>
                  </a:lnTo>
                  <a:lnTo>
                    <a:pt x="8154858" y="467426"/>
                  </a:lnTo>
                  <a:lnTo>
                    <a:pt x="8151487" y="463136"/>
                  </a:lnTo>
                  <a:lnTo>
                    <a:pt x="8105144" y="408243"/>
                  </a:lnTo>
                  <a:lnTo>
                    <a:pt x="8056422" y="358448"/>
                  </a:lnTo>
                  <a:lnTo>
                    <a:pt x="8004617" y="313534"/>
                  </a:lnTo>
                  <a:lnTo>
                    <a:pt x="7948957" y="273111"/>
                  </a:lnTo>
                  <a:lnTo>
                    <a:pt x="7888649" y="236722"/>
                  </a:lnTo>
                  <a:lnTo>
                    <a:pt x="7822934" y="203914"/>
                  </a:lnTo>
                  <a:lnTo>
                    <a:pt x="7751145" y="174268"/>
                  </a:lnTo>
                  <a:lnTo>
                    <a:pt x="7672807" y="147433"/>
                  </a:lnTo>
                  <a:lnTo>
                    <a:pt x="7587748" y="123129"/>
                  </a:lnTo>
                  <a:lnTo>
                    <a:pt x="7496253" y="101158"/>
                  </a:lnTo>
                  <a:lnTo>
                    <a:pt x="7399237" y="81402"/>
                  </a:lnTo>
                  <a:lnTo>
                    <a:pt x="7298396" y="63819"/>
                  </a:lnTo>
                  <a:lnTo>
                    <a:pt x="7196303" y="48423"/>
                  </a:lnTo>
                  <a:lnTo>
                    <a:pt x="7096365" y="35263"/>
                  </a:lnTo>
                  <a:lnTo>
                    <a:pt x="7002572" y="24379"/>
                  </a:lnTo>
                  <a:lnTo>
                    <a:pt x="6919023" y="15768"/>
                  </a:lnTo>
                  <a:lnTo>
                    <a:pt x="6849277" y="9338"/>
                  </a:lnTo>
                  <a:lnTo>
                    <a:pt x="6795675" y="4893"/>
                  </a:lnTo>
                  <a:lnTo>
                    <a:pt x="6758830" y="2132"/>
                  </a:lnTo>
                  <a:lnTo>
                    <a:pt x="6737400" y="675"/>
                  </a:lnTo>
                  <a:lnTo>
                    <a:pt x="6728180" y="104"/>
                  </a:lnTo>
                  <a:lnTo>
                    <a:pt x="6726349" y="0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767" y="49"/>
                  </a:lnTo>
                  <a:lnTo>
                    <a:pt x="5245963" y="399"/>
                  </a:lnTo>
                  <a:lnTo>
                    <a:pt x="5226316" y="1368"/>
                  </a:lnTo>
                  <a:lnTo>
                    <a:pt x="5191255" y="3275"/>
                  </a:lnTo>
                  <a:lnTo>
                    <a:pt x="5139124" y="6414"/>
                  </a:lnTo>
                  <a:lnTo>
                    <a:pt x="5070315" y="11023"/>
                  </a:lnTo>
                  <a:lnTo>
                    <a:pt x="4987070" y="17260"/>
                  </a:lnTo>
                  <a:lnTo>
                    <a:pt x="4892974" y="25203"/>
                  </a:lnTo>
                  <a:lnTo>
                    <a:pt x="4792243" y="34860"/>
                  </a:lnTo>
                  <a:lnTo>
                    <a:pt x="4689031" y="46200"/>
                  </a:lnTo>
                  <a:lnTo>
                    <a:pt x="4586911" y="59186"/>
                  </a:lnTo>
                  <a:lnTo>
                    <a:pt x="4488593" y="73807"/>
                  </a:lnTo>
                  <a:lnTo>
                    <a:pt x="4395871" y="90091"/>
                  </a:lnTo>
                  <a:lnTo>
                    <a:pt x="4309714" y="108126"/>
                  </a:lnTo>
                  <a:lnTo>
                    <a:pt x="4230429" y="128062"/>
                  </a:lnTo>
                  <a:lnTo>
                    <a:pt x="4157843" y="150110"/>
                  </a:lnTo>
                  <a:lnTo>
                    <a:pt x="4091462" y="174540"/>
                  </a:lnTo>
                  <a:lnTo>
                    <a:pt x="4030598" y="201668"/>
                  </a:lnTo>
                  <a:lnTo>
                    <a:pt x="3974463" y="231840"/>
                  </a:lnTo>
                  <a:lnTo>
                    <a:pt x="3922237" y="265403"/>
                  </a:lnTo>
                  <a:lnTo>
                    <a:pt x="3873124" y="302649"/>
                  </a:lnTo>
                  <a:lnTo>
                    <a:pt x="3829811" y="340541"/>
                  </a:lnTo>
                  <a:lnTo>
                    <a:pt x="3787325" y="382477"/>
                  </a:lnTo>
                  <a:lnTo>
                    <a:pt x="3746006" y="427894"/>
                  </a:lnTo>
                  <a:lnTo>
                    <a:pt x="3705497" y="476858"/>
                  </a:lnTo>
                  <a:lnTo>
                    <a:pt x="3665515" y="529363"/>
                  </a:lnTo>
                  <a:lnTo>
                    <a:pt x="3625845" y="585317"/>
                  </a:lnTo>
                  <a:lnTo>
                    <a:pt x="3586329" y="644539"/>
                  </a:lnTo>
                  <a:lnTo>
                    <a:pt x="3546855" y="706754"/>
                  </a:lnTo>
                  <a:lnTo>
                    <a:pt x="3507354" y="771594"/>
                  </a:lnTo>
                  <a:lnTo>
                    <a:pt x="3467793" y="838602"/>
                  </a:lnTo>
                  <a:lnTo>
                    <a:pt x="3428164" y="907246"/>
                  </a:lnTo>
                  <a:lnTo>
                    <a:pt x="3388485" y="976934"/>
                  </a:lnTo>
                  <a:lnTo>
                    <a:pt x="3348784" y="1047034"/>
                  </a:lnTo>
                  <a:lnTo>
                    <a:pt x="3309095" y="1116900"/>
                  </a:lnTo>
                  <a:lnTo>
                    <a:pt x="3269451" y="1185892"/>
                  </a:lnTo>
                  <a:lnTo>
                    <a:pt x="3229870" y="1253406"/>
                  </a:lnTo>
                  <a:lnTo>
                    <a:pt x="3190355" y="1318892"/>
                  </a:lnTo>
                  <a:lnTo>
                    <a:pt x="3150879" y="1381870"/>
                  </a:lnTo>
                  <a:lnTo>
                    <a:pt x="3111383" y="1441947"/>
                  </a:lnTo>
                  <a:lnTo>
                    <a:pt x="3071770" y="1498823"/>
                  </a:lnTo>
                  <a:lnTo>
                    <a:pt x="3031893" y="1552290"/>
                  </a:lnTo>
                  <a:lnTo>
                    <a:pt x="2991553" y="1602232"/>
                  </a:lnTo>
                  <a:lnTo>
                    <a:pt x="2950490" y="1648622"/>
                  </a:lnTo>
                  <a:lnTo>
                    <a:pt x="2908366" y="1691505"/>
                  </a:lnTo>
                  <a:lnTo>
                    <a:pt x="2896531" y="1702707"/>
                  </a:lnTo>
                  <a:lnTo>
                    <a:pt x="2849653" y="1743504"/>
                  </a:lnTo>
                  <a:lnTo>
                    <a:pt x="2800335" y="1780468"/>
                  </a:lnTo>
                  <a:lnTo>
                    <a:pt x="2747846" y="1813767"/>
                  </a:lnTo>
                  <a:lnTo>
                    <a:pt x="2691386" y="1843701"/>
                  </a:lnTo>
                  <a:lnTo>
                    <a:pt x="2630138" y="1870616"/>
                  </a:lnTo>
                  <a:lnTo>
                    <a:pt x="2563317" y="1894858"/>
                  </a:lnTo>
                  <a:lnTo>
                    <a:pt x="2490247" y="1916740"/>
                  </a:lnTo>
                  <a:lnTo>
                    <a:pt x="2410451" y="1936528"/>
                  </a:lnTo>
                  <a:lnTo>
                    <a:pt x="2323787" y="1954429"/>
                  </a:lnTo>
                  <a:lnTo>
                    <a:pt x="2230606" y="1970587"/>
                  </a:lnTo>
                  <a:lnTo>
                    <a:pt x="2131933" y="1985085"/>
                  </a:lnTo>
                  <a:lnTo>
                    <a:pt x="2029626" y="1997950"/>
                  </a:lnTo>
                  <a:lnTo>
                    <a:pt x="1926467" y="2009166"/>
                  </a:lnTo>
                  <a:lnTo>
                    <a:pt x="1826082" y="2018696"/>
                  </a:lnTo>
                  <a:lnTo>
                    <a:pt x="1732651" y="2026511"/>
                  </a:lnTo>
                  <a:lnTo>
                    <a:pt x="1650371" y="2032623"/>
                  </a:lnTo>
                  <a:lnTo>
                    <a:pt x="1582746" y="2037116"/>
                  </a:lnTo>
                  <a:lnTo>
                    <a:pt x="1531898" y="2040155"/>
                  </a:lnTo>
                  <a:lnTo>
                    <a:pt x="1498066" y="2041981"/>
                  </a:lnTo>
                  <a:lnTo>
                    <a:pt x="1479446" y="2042893"/>
                  </a:lnTo>
                  <a:lnTo>
                    <a:pt x="1472333" y="2043210"/>
                  </a:lnTo>
                  <a:lnTo>
                    <a:pt x="1471387" y="2043249"/>
                  </a:lnTo>
                  <a:lnTo>
                    <a:pt x="0" y="204324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44" name="pg944"/>
            <p:cNvSpPr/>
            <p:nvPr/>
          </p:nvSpPr>
          <p:spPr>
            <a:xfrm>
              <a:off x="4799595" y="5470150"/>
              <a:ext cx="11981298" cy="5426870"/>
            </a:xfrm>
            <a:custGeom>
              <a:avLst/>
              <a:pathLst>
                <a:path w="11981298" h="5426870">
                  <a:moveTo>
                    <a:pt x="0" y="1847097"/>
                  </a:moveTo>
                  <a:lnTo>
                    <a:pt x="1471387" y="1847097"/>
                  </a:lnTo>
                  <a:lnTo>
                    <a:pt x="1472585" y="1847053"/>
                  </a:lnTo>
                  <a:lnTo>
                    <a:pt x="1480449" y="1846736"/>
                  </a:lnTo>
                  <a:lnTo>
                    <a:pt x="1500243" y="1845861"/>
                  </a:lnTo>
                  <a:lnTo>
                    <a:pt x="1535555" y="1844138"/>
                  </a:lnTo>
                  <a:lnTo>
                    <a:pt x="1588033" y="1841303"/>
                  </a:lnTo>
                  <a:lnTo>
                    <a:pt x="1657260" y="1837142"/>
                  </a:lnTo>
                  <a:lnTo>
                    <a:pt x="1740950" y="1831512"/>
                  </a:lnTo>
                  <a:lnTo>
                    <a:pt x="1835474" y="1824345"/>
                  </a:lnTo>
                  <a:lnTo>
                    <a:pt x="1936576" y="1815635"/>
                  </a:lnTo>
                  <a:lnTo>
                    <a:pt x="2040077" y="1805409"/>
                  </a:lnTo>
                  <a:lnTo>
                    <a:pt x="2142396" y="1793700"/>
                  </a:lnTo>
                  <a:lnTo>
                    <a:pt x="2240826" y="1780520"/>
                  </a:lnTo>
                  <a:lnTo>
                    <a:pt x="2333587" y="1765839"/>
                  </a:lnTo>
                  <a:lnTo>
                    <a:pt x="2419728" y="1749577"/>
                  </a:lnTo>
                  <a:lnTo>
                    <a:pt x="2498959" y="1731597"/>
                  </a:lnTo>
                  <a:lnTo>
                    <a:pt x="2571469" y="1711705"/>
                  </a:lnTo>
                  <a:lnTo>
                    <a:pt x="2637768" y="1689656"/>
                  </a:lnTo>
                  <a:lnTo>
                    <a:pt x="2698555" y="1665163"/>
                  </a:lnTo>
                  <a:lnTo>
                    <a:pt x="2754627" y="1637912"/>
                  </a:lnTo>
                  <a:lnTo>
                    <a:pt x="2806811" y="1607592"/>
                  </a:lnTo>
                  <a:lnTo>
                    <a:pt x="2855906" y="1573943"/>
                  </a:lnTo>
                  <a:lnTo>
                    <a:pt x="2896531" y="1541972"/>
                  </a:lnTo>
                  <a:lnTo>
                    <a:pt x="2940551" y="1502960"/>
                  </a:lnTo>
                  <a:lnTo>
                    <a:pt x="2983331" y="1460594"/>
                  </a:lnTo>
                  <a:lnTo>
                    <a:pt x="3025266" y="1414810"/>
                  </a:lnTo>
                  <a:lnTo>
                    <a:pt x="3066663" y="1365623"/>
                  </a:lnTo>
                  <a:lnTo>
                    <a:pt x="3107752" y="1313134"/>
                  </a:lnTo>
                  <a:lnTo>
                    <a:pt x="3148701" y="1257542"/>
                  </a:lnTo>
                  <a:lnTo>
                    <a:pt x="3189625" y="1199138"/>
                  </a:lnTo>
                  <a:lnTo>
                    <a:pt x="3230590" y="1138312"/>
                  </a:lnTo>
                  <a:lnTo>
                    <a:pt x="3271625" y="1075543"/>
                  </a:lnTo>
                  <a:lnTo>
                    <a:pt x="3312727" y="1011381"/>
                  </a:lnTo>
                  <a:lnTo>
                    <a:pt x="3353875" y="946434"/>
                  </a:lnTo>
                  <a:lnTo>
                    <a:pt x="3395031" y="881340"/>
                  </a:lnTo>
                  <a:lnTo>
                    <a:pt x="3436158" y="816746"/>
                  </a:lnTo>
                  <a:lnTo>
                    <a:pt x="3477225" y="753276"/>
                  </a:lnTo>
                  <a:lnTo>
                    <a:pt x="3518220" y="691508"/>
                  </a:lnTo>
                  <a:lnTo>
                    <a:pt x="3559157" y="631957"/>
                  </a:lnTo>
                  <a:lnTo>
                    <a:pt x="3600083" y="575052"/>
                  </a:lnTo>
                  <a:lnTo>
                    <a:pt x="3641092" y="521131"/>
                  </a:lnTo>
                  <a:lnTo>
                    <a:pt x="3682325" y="470435"/>
                  </a:lnTo>
                  <a:lnTo>
                    <a:pt x="3723983" y="423106"/>
                  </a:lnTo>
                  <a:lnTo>
                    <a:pt x="3766339" y="379200"/>
                  </a:lnTo>
                  <a:lnTo>
                    <a:pt x="3809743" y="338685"/>
                  </a:lnTo>
                  <a:lnTo>
                    <a:pt x="3829811" y="321471"/>
                  </a:lnTo>
                  <a:lnTo>
                    <a:pt x="3876818" y="284824"/>
                  </a:lnTo>
                  <a:lnTo>
                    <a:pt x="3926280" y="251629"/>
                  </a:lnTo>
                  <a:lnTo>
                    <a:pt x="3978934" y="221734"/>
                  </a:lnTo>
                  <a:lnTo>
                    <a:pt x="4035586" y="194869"/>
                  </a:lnTo>
                  <a:lnTo>
                    <a:pt x="4097061" y="170719"/>
                  </a:lnTo>
                  <a:lnTo>
                    <a:pt x="4164149" y="148973"/>
                  </a:lnTo>
                  <a:lnTo>
                    <a:pt x="4237530" y="129348"/>
                  </a:lnTo>
                  <a:lnTo>
                    <a:pt x="4317678" y="111606"/>
                  </a:lnTo>
                  <a:lnTo>
                    <a:pt x="4404729" y="95561"/>
                  </a:lnTo>
                  <a:lnTo>
                    <a:pt x="4498316" y="81083"/>
                  </a:lnTo>
                  <a:lnTo>
                    <a:pt x="4597386" y="68100"/>
                  </a:lnTo>
                  <a:lnTo>
                    <a:pt x="4700038" y="56587"/>
                  </a:lnTo>
                  <a:lnTo>
                    <a:pt x="4803444" y="46561"/>
                  </a:lnTo>
                  <a:lnTo>
                    <a:pt x="4903919" y="38055"/>
                  </a:lnTo>
                  <a:lnTo>
                    <a:pt x="4997241" y="31094"/>
                  </a:lnTo>
                  <a:lnTo>
                    <a:pt x="5079194" y="25664"/>
                  </a:lnTo>
                  <a:lnTo>
                    <a:pt x="5146287" y="21689"/>
                  </a:lnTo>
                  <a:lnTo>
                    <a:pt x="5196461" y="19016"/>
                  </a:lnTo>
                  <a:lnTo>
                    <a:pt x="5229569" y="17423"/>
                  </a:lnTo>
                  <a:lnTo>
                    <a:pt x="5247529" y="16639"/>
                  </a:lnTo>
                  <a:lnTo>
                    <a:pt x="5254169" y="16374"/>
                  </a:lnTo>
                  <a:lnTo>
                    <a:pt x="5254955" y="16345"/>
                  </a:lnTo>
                  <a:lnTo>
                    <a:pt x="6726343" y="16345"/>
                  </a:lnTo>
                  <a:lnTo>
                    <a:pt x="6727197" y="16438"/>
                  </a:lnTo>
                  <a:lnTo>
                    <a:pt x="6732846" y="17099"/>
                  </a:lnTo>
                  <a:lnTo>
                    <a:pt x="6747203" y="18925"/>
                  </a:lnTo>
                  <a:lnTo>
                    <a:pt x="6773157" y="22524"/>
                  </a:lnTo>
                  <a:lnTo>
                    <a:pt x="6812421" y="28481"/>
                  </a:lnTo>
                  <a:lnTo>
                    <a:pt x="6865412" y="37303"/>
                  </a:lnTo>
                  <a:lnTo>
                    <a:pt x="6931261" y="49383"/>
                  </a:lnTo>
                  <a:lnTo>
                    <a:pt x="7008005" y="64972"/>
                  </a:lnTo>
                  <a:lnTo>
                    <a:pt x="7092935" y="84183"/>
                  </a:lnTo>
                  <a:lnTo>
                    <a:pt x="7183006" y="107022"/>
                  </a:lnTo>
                  <a:lnTo>
                    <a:pt x="7275238" y="133430"/>
                  </a:lnTo>
                  <a:lnTo>
                    <a:pt x="7367014" y="163334"/>
                  </a:lnTo>
                  <a:lnTo>
                    <a:pt x="7456250" y="196694"/>
                  </a:lnTo>
                  <a:lnTo>
                    <a:pt x="7541458" y="233537"/>
                  </a:lnTo>
                  <a:lnTo>
                    <a:pt x="7621708" y="273980"/>
                  </a:lnTo>
                  <a:lnTo>
                    <a:pt x="7696545" y="318242"/>
                  </a:lnTo>
                  <a:lnTo>
                    <a:pt x="7765890" y="366649"/>
                  </a:lnTo>
                  <a:lnTo>
                    <a:pt x="7829938" y="419629"/>
                  </a:lnTo>
                  <a:lnTo>
                    <a:pt x="7889069" y="477708"/>
                  </a:lnTo>
                  <a:lnTo>
                    <a:pt x="7943782" y="541488"/>
                  </a:lnTo>
                  <a:lnTo>
                    <a:pt x="7994637" y="611626"/>
                  </a:lnTo>
                  <a:lnTo>
                    <a:pt x="8042221" y="688782"/>
                  </a:lnTo>
                  <a:lnTo>
                    <a:pt x="8087112" y="773556"/>
                  </a:lnTo>
                  <a:lnTo>
                    <a:pt x="8129851" y="866369"/>
                  </a:lnTo>
                  <a:lnTo>
                    <a:pt x="8151487" y="918100"/>
                  </a:lnTo>
                  <a:lnTo>
                    <a:pt x="8179921" y="991015"/>
                  </a:lnTo>
                  <a:lnTo>
                    <a:pt x="8207777" y="1067974"/>
                  </a:lnTo>
                  <a:lnTo>
                    <a:pt x="8235175" y="1149056"/>
                  </a:lnTo>
                  <a:lnTo>
                    <a:pt x="8262216" y="1234305"/>
                  </a:lnTo>
                  <a:lnTo>
                    <a:pt x="8288986" y="1323726"/>
                  </a:lnTo>
                  <a:lnTo>
                    <a:pt x="8315557" y="1417284"/>
                  </a:lnTo>
                  <a:lnTo>
                    <a:pt x="8341991" y="1514895"/>
                  </a:lnTo>
                  <a:lnTo>
                    <a:pt x="8368336" y="1616432"/>
                  </a:lnTo>
                  <a:lnTo>
                    <a:pt x="8394632" y="1721716"/>
                  </a:lnTo>
                  <a:lnTo>
                    <a:pt x="8420911" y="1830521"/>
                  </a:lnTo>
                  <a:lnTo>
                    <a:pt x="8447193" y="1942571"/>
                  </a:lnTo>
                  <a:lnTo>
                    <a:pt x="8473495" y="2057543"/>
                  </a:lnTo>
                  <a:lnTo>
                    <a:pt x="8499824" y="2175071"/>
                  </a:lnTo>
                  <a:lnTo>
                    <a:pt x="8526183" y="2294747"/>
                  </a:lnTo>
                  <a:lnTo>
                    <a:pt x="8552571" y="2416130"/>
                  </a:lnTo>
                  <a:lnTo>
                    <a:pt x="8578981" y="2538752"/>
                  </a:lnTo>
                  <a:lnTo>
                    <a:pt x="8605407" y="2662120"/>
                  </a:lnTo>
                  <a:lnTo>
                    <a:pt x="8631838" y="2785732"/>
                  </a:lnTo>
                  <a:lnTo>
                    <a:pt x="8658263" y="2909081"/>
                  </a:lnTo>
                  <a:lnTo>
                    <a:pt x="8684673" y="3031665"/>
                  </a:lnTo>
                  <a:lnTo>
                    <a:pt x="8711060" y="3152993"/>
                  </a:lnTo>
                  <a:lnTo>
                    <a:pt x="8737418" y="3272596"/>
                  </a:lnTo>
                  <a:lnTo>
                    <a:pt x="8763746" y="3390035"/>
                  </a:lnTo>
                  <a:lnTo>
                    <a:pt x="8790046" y="3504904"/>
                  </a:lnTo>
                  <a:lnTo>
                    <a:pt x="8816328" y="3616838"/>
                  </a:lnTo>
                  <a:lnTo>
                    <a:pt x="8842607" y="3725515"/>
                  </a:lnTo>
                  <a:lnTo>
                    <a:pt x="8868905" y="3830663"/>
                  </a:lnTo>
                  <a:lnTo>
                    <a:pt x="8895252" y="3932055"/>
                  </a:lnTo>
                  <a:lnTo>
                    <a:pt x="8921690" y="4029516"/>
                  </a:lnTo>
                  <a:lnTo>
                    <a:pt x="8948268" y="4122920"/>
                  </a:lnTo>
                  <a:lnTo>
                    <a:pt x="8975046" y="4212185"/>
                  </a:lnTo>
                  <a:lnTo>
                    <a:pt x="9002099" y="4297277"/>
                  </a:lnTo>
                  <a:lnTo>
                    <a:pt x="9029512" y="4378204"/>
                  </a:lnTo>
                  <a:lnTo>
                    <a:pt x="9057388" y="4455009"/>
                  </a:lnTo>
                  <a:lnTo>
                    <a:pt x="9084767" y="4525116"/>
                  </a:lnTo>
                  <a:lnTo>
                    <a:pt x="9126577" y="4622188"/>
                  </a:lnTo>
                  <a:lnTo>
                    <a:pt x="9170279" y="4711127"/>
                  </a:lnTo>
                  <a:lnTo>
                    <a:pt x="9216385" y="4792197"/>
                  </a:lnTo>
                  <a:lnTo>
                    <a:pt x="9265458" y="4865920"/>
                  </a:lnTo>
                  <a:lnTo>
                    <a:pt x="9318083" y="4932938"/>
                  </a:lnTo>
                  <a:lnTo>
                    <a:pt x="9374839" y="4993916"/>
                  </a:lnTo>
                  <a:lnTo>
                    <a:pt x="9436262" y="5049490"/>
                  </a:lnTo>
                  <a:lnTo>
                    <a:pt x="9502801" y="5100226"/>
                  </a:lnTo>
                  <a:lnTo>
                    <a:pt x="9574760" y="5146606"/>
                  </a:lnTo>
                  <a:lnTo>
                    <a:pt x="9652212" y="5189010"/>
                  </a:lnTo>
                  <a:lnTo>
                    <a:pt x="9734913" y="5227713"/>
                  </a:lnTo>
                  <a:lnTo>
                    <a:pt x="9822194" y="5262884"/>
                  </a:lnTo>
                  <a:lnTo>
                    <a:pt x="9912865" y="5294595"/>
                  </a:lnTo>
                  <a:lnTo>
                    <a:pt x="10005154" y="5322837"/>
                  </a:lnTo>
                  <a:lnTo>
                    <a:pt x="10096709" y="5347550"/>
                  </a:lnTo>
                  <a:lnTo>
                    <a:pt x="10184708" y="5368661"/>
                  </a:lnTo>
                  <a:lnTo>
                    <a:pt x="10266098" y="5386136"/>
                  </a:lnTo>
                  <a:lnTo>
                    <a:pt x="10337941" y="5400027"/>
                  </a:lnTo>
                  <a:lnTo>
                    <a:pt x="10397833" y="5410511"/>
                  </a:lnTo>
                  <a:lnTo>
                    <a:pt x="10444301" y="5417908"/>
                  </a:lnTo>
                  <a:lnTo>
                    <a:pt x="10477076" y="5422670"/>
                  </a:lnTo>
                  <a:lnTo>
                    <a:pt x="10497201" y="5425347"/>
                  </a:lnTo>
                  <a:lnTo>
                    <a:pt x="10506973" y="5426540"/>
                  </a:lnTo>
                  <a:lnTo>
                    <a:pt x="10509911" y="5426870"/>
                  </a:lnTo>
                  <a:lnTo>
                    <a:pt x="11981298" y="5426870"/>
                  </a:lnTo>
                  <a:lnTo>
                    <a:pt x="11981298" y="5410524"/>
                  </a:lnTo>
                  <a:lnTo>
                    <a:pt x="10509911" y="5410524"/>
                  </a:lnTo>
                  <a:lnTo>
                    <a:pt x="10509056" y="5410432"/>
                  </a:lnTo>
                  <a:lnTo>
                    <a:pt x="10503407" y="5409771"/>
                  </a:lnTo>
                  <a:lnTo>
                    <a:pt x="10489050" y="5407945"/>
                  </a:lnTo>
                  <a:lnTo>
                    <a:pt x="10463097" y="5404346"/>
                  </a:lnTo>
                  <a:lnTo>
                    <a:pt x="10423832" y="5398389"/>
                  </a:lnTo>
                  <a:lnTo>
                    <a:pt x="10370841" y="5389567"/>
                  </a:lnTo>
                  <a:lnTo>
                    <a:pt x="10304992" y="5377487"/>
                  </a:lnTo>
                  <a:lnTo>
                    <a:pt x="10228248" y="5361898"/>
                  </a:lnTo>
                  <a:lnTo>
                    <a:pt x="10143319" y="5342687"/>
                  </a:lnTo>
                  <a:lnTo>
                    <a:pt x="10053247" y="5319848"/>
                  </a:lnTo>
                  <a:lnTo>
                    <a:pt x="9961015" y="5293440"/>
                  </a:lnTo>
                  <a:lnTo>
                    <a:pt x="9869240" y="5263536"/>
                  </a:lnTo>
                  <a:lnTo>
                    <a:pt x="9780003" y="5230176"/>
                  </a:lnTo>
                  <a:lnTo>
                    <a:pt x="9694795" y="5193333"/>
                  </a:lnTo>
                  <a:lnTo>
                    <a:pt x="9614545" y="5152890"/>
                  </a:lnTo>
                  <a:lnTo>
                    <a:pt x="9539708" y="5108628"/>
                  </a:lnTo>
                  <a:lnTo>
                    <a:pt x="9470363" y="5060221"/>
                  </a:lnTo>
                  <a:lnTo>
                    <a:pt x="9406315" y="5007241"/>
                  </a:lnTo>
                  <a:lnTo>
                    <a:pt x="9347184" y="4949162"/>
                  </a:lnTo>
                  <a:lnTo>
                    <a:pt x="9292472" y="4885381"/>
                  </a:lnTo>
                  <a:lnTo>
                    <a:pt x="9241616" y="4815244"/>
                  </a:lnTo>
                  <a:lnTo>
                    <a:pt x="9194032" y="4738088"/>
                  </a:lnTo>
                  <a:lnTo>
                    <a:pt x="9149142" y="4653313"/>
                  </a:lnTo>
                  <a:lnTo>
                    <a:pt x="9106403" y="4560501"/>
                  </a:lnTo>
                  <a:lnTo>
                    <a:pt x="9084767" y="4508770"/>
                  </a:lnTo>
                  <a:lnTo>
                    <a:pt x="9056332" y="4435855"/>
                  </a:lnTo>
                  <a:lnTo>
                    <a:pt x="9028476" y="4358896"/>
                  </a:lnTo>
                  <a:lnTo>
                    <a:pt x="9001078" y="4277814"/>
                  </a:lnTo>
                  <a:lnTo>
                    <a:pt x="8974037" y="4192565"/>
                  </a:lnTo>
                  <a:lnTo>
                    <a:pt x="8947268" y="4103144"/>
                  </a:lnTo>
                  <a:lnTo>
                    <a:pt x="8920696" y="4009586"/>
                  </a:lnTo>
                  <a:lnTo>
                    <a:pt x="8894263" y="3911975"/>
                  </a:lnTo>
                  <a:lnTo>
                    <a:pt x="8867917" y="3810438"/>
                  </a:lnTo>
                  <a:lnTo>
                    <a:pt x="8841621" y="3705154"/>
                  </a:lnTo>
                  <a:lnTo>
                    <a:pt x="8815342" y="3596349"/>
                  </a:lnTo>
                  <a:lnTo>
                    <a:pt x="8789060" y="3484299"/>
                  </a:lnTo>
                  <a:lnTo>
                    <a:pt x="8762759" y="3369327"/>
                  </a:lnTo>
                  <a:lnTo>
                    <a:pt x="8736430" y="3251799"/>
                  </a:lnTo>
                  <a:lnTo>
                    <a:pt x="8710070" y="3132123"/>
                  </a:lnTo>
                  <a:lnTo>
                    <a:pt x="8683683" y="3010739"/>
                  </a:lnTo>
                  <a:lnTo>
                    <a:pt x="8657272" y="2888118"/>
                  </a:lnTo>
                  <a:lnTo>
                    <a:pt x="8630846" y="2764750"/>
                  </a:lnTo>
                  <a:lnTo>
                    <a:pt x="8604416" y="2641138"/>
                  </a:lnTo>
                  <a:lnTo>
                    <a:pt x="8577990" y="2517788"/>
                  </a:lnTo>
                  <a:lnTo>
                    <a:pt x="8551580" y="2395205"/>
                  </a:lnTo>
                  <a:lnTo>
                    <a:pt x="8525193" y="2273877"/>
                  </a:lnTo>
                  <a:lnTo>
                    <a:pt x="8498835" y="2154274"/>
                  </a:lnTo>
                  <a:lnTo>
                    <a:pt x="8472507" y="2036835"/>
                  </a:lnTo>
                  <a:lnTo>
                    <a:pt x="8446207" y="1921966"/>
                  </a:lnTo>
                  <a:lnTo>
                    <a:pt x="8419925" y="1810032"/>
                  </a:lnTo>
                  <a:lnTo>
                    <a:pt x="8393646" y="1701355"/>
                  </a:lnTo>
                  <a:lnTo>
                    <a:pt x="8367349" y="1596207"/>
                  </a:lnTo>
                  <a:lnTo>
                    <a:pt x="8341001" y="1494815"/>
                  </a:lnTo>
                  <a:lnTo>
                    <a:pt x="8314563" y="1397354"/>
                  </a:lnTo>
                  <a:lnTo>
                    <a:pt x="8287985" y="1303950"/>
                  </a:lnTo>
                  <a:lnTo>
                    <a:pt x="8261207" y="1214685"/>
                  </a:lnTo>
                  <a:lnTo>
                    <a:pt x="8234154" y="1129592"/>
                  </a:lnTo>
                  <a:lnTo>
                    <a:pt x="8206741" y="1048666"/>
                  </a:lnTo>
                  <a:lnTo>
                    <a:pt x="8178865" y="971861"/>
                  </a:lnTo>
                  <a:lnTo>
                    <a:pt x="8151487" y="901754"/>
                  </a:lnTo>
                  <a:lnTo>
                    <a:pt x="8109677" y="804681"/>
                  </a:lnTo>
                  <a:lnTo>
                    <a:pt x="8065974" y="715743"/>
                  </a:lnTo>
                  <a:lnTo>
                    <a:pt x="8019868" y="634673"/>
                  </a:lnTo>
                  <a:lnTo>
                    <a:pt x="7970795" y="560950"/>
                  </a:lnTo>
                  <a:lnTo>
                    <a:pt x="7918170" y="493932"/>
                  </a:lnTo>
                  <a:lnTo>
                    <a:pt x="7861414" y="432953"/>
                  </a:lnTo>
                  <a:lnTo>
                    <a:pt x="7799992" y="377380"/>
                  </a:lnTo>
                  <a:lnTo>
                    <a:pt x="7733452" y="326644"/>
                  </a:lnTo>
                  <a:lnTo>
                    <a:pt x="7661493" y="280264"/>
                  </a:lnTo>
                  <a:lnTo>
                    <a:pt x="7584041" y="237860"/>
                  </a:lnTo>
                  <a:lnTo>
                    <a:pt x="7501340" y="199157"/>
                  </a:lnTo>
                  <a:lnTo>
                    <a:pt x="7414059" y="163986"/>
                  </a:lnTo>
                  <a:lnTo>
                    <a:pt x="7323388" y="132275"/>
                  </a:lnTo>
                  <a:lnTo>
                    <a:pt x="7231099" y="104032"/>
                  </a:lnTo>
                  <a:lnTo>
                    <a:pt x="7139544" y="79320"/>
                  </a:lnTo>
                  <a:lnTo>
                    <a:pt x="7051545" y="58208"/>
                  </a:lnTo>
                  <a:lnTo>
                    <a:pt x="6970155" y="40734"/>
                  </a:lnTo>
                  <a:lnTo>
                    <a:pt x="6898312" y="26843"/>
                  </a:lnTo>
                  <a:lnTo>
                    <a:pt x="6838420" y="16359"/>
                  </a:lnTo>
                  <a:lnTo>
                    <a:pt x="6791952" y="8962"/>
                  </a:lnTo>
                  <a:lnTo>
                    <a:pt x="6759178" y="4200"/>
                  </a:lnTo>
                  <a:lnTo>
                    <a:pt x="6739052" y="1523"/>
                  </a:lnTo>
                  <a:lnTo>
                    <a:pt x="6729280" y="330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757" y="44"/>
                  </a:lnTo>
                  <a:lnTo>
                    <a:pt x="5245893" y="361"/>
                  </a:lnTo>
                  <a:lnTo>
                    <a:pt x="5226099" y="1236"/>
                  </a:lnTo>
                  <a:lnTo>
                    <a:pt x="5190787" y="2958"/>
                  </a:lnTo>
                  <a:lnTo>
                    <a:pt x="5138309" y="5793"/>
                  </a:lnTo>
                  <a:lnTo>
                    <a:pt x="5069082" y="9955"/>
                  </a:lnTo>
                  <a:lnTo>
                    <a:pt x="4985392" y="15585"/>
                  </a:lnTo>
                  <a:lnTo>
                    <a:pt x="4890868" y="22751"/>
                  </a:lnTo>
                  <a:lnTo>
                    <a:pt x="4789766" y="31462"/>
                  </a:lnTo>
                  <a:lnTo>
                    <a:pt x="4686266" y="41688"/>
                  </a:lnTo>
                  <a:lnTo>
                    <a:pt x="4583947" y="53396"/>
                  </a:lnTo>
                  <a:lnTo>
                    <a:pt x="4485516" y="66577"/>
                  </a:lnTo>
                  <a:lnTo>
                    <a:pt x="4392755" y="81257"/>
                  </a:lnTo>
                  <a:lnTo>
                    <a:pt x="4306614" y="97519"/>
                  </a:lnTo>
                  <a:lnTo>
                    <a:pt x="4227383" y="115500"/>
                  </a:lnTo>
                  <a:lnTo>
                    <a:pt x="4154873" y="135392"/>
                  </a:lnTo>
                  <a:lnTo>
                    <a:pt x="4088574" y="157441"/>
                  </a:lnTo>
                  <a:lnTo>
                    <a:pt x="4027788" y="181934"/>
                  </a:lnTo>
                  <a:lnTo>
                    <a:pt x="3971715" y="209184"/>
                  </a:lnTo>
                  <a:lnTo>
                    <a:pt x="3919531" y="239504"/>
                  </a:lnTo>
                  <a:lnTo>
                    <a:pt x="3870437" y="273154"/>
                  </a:lnTo>
                  <a:lnTo>
                    <a:pt x="3829811" y="305125"/>
                  </a:lnTo>
                  <a:lnTo>
                    <a:pt x="3785791" y="344137"/>
                  </a:lnTo>
                  <a:lnTo>
                    <a:pt x="3743011" y="386503"/>
                  </a:lnTo>
                  <a:lnTo>
                    <a:pt x="3701076" y="432287"/>
                  </a:lnTo>
                  <a:lnTo>
                    <a:pt x="3659679" y="481474"/>
                  </a:lnTo>
                  <a:lnTo>
                    <a:pt x="3618590" y="533962"/>
                  </a:lnTo>
                  <a:lnTo>
                    <a:pt x="3577641" y="589555"/>
                  </a:lnTo>
                  <a:lnTo>
                    <a:pt x="3536718" y="647959"/>
                  </a:lnTo>
                  <a:lnTo>
                    <a:pt x="3495753" y="708784"/>
                  </a:lnTo>
                  <a:lnTo>
                    <a:pt x="3454718" y="771554"/>
                  </a:lnTo>
                  <a:lnTo>
                    <a:pt x="3413615" y="835716"/>
                  </a:lnTo>
                  <a:lnTo>
                    <a:pt x="3372467" y="900663"/>
                  </a:lnTo>
                  <a:lnTo>
                    <a:pt x="3331311" y="965756"/>
                  </a:lnTo>
                  <a:lnTo>
                    <a:pt x="3290184" y="1030350"/>
                  </a:lnTo>
                  <a:lnTo>
                    <a:pt x="3249117" y="1093821"/>
                  </a:lnTo>
                  <a:lnTo>
                    <a:pt x="3208122" y="1155589"/>
                  </a:lnTo>
                  <a:lnTo>
                    <a:pt x="3167185" y="1215140"/>
                  </a:lnTo>
                  <a:lnTo>
                    <a:pt x="3126259" y="1272045"/>
                  </a:lnTo>
                  <a:lnTo>
                    <a:pt x="3085250" y="1325966"/>
                  </a:lnTo>
                  <a:lnTo>
                    <a:pt x="3044018" y="1376662"/>
                  </a:lnTo>
                  <a:lnTo>
                    <a:pt x="3002359" y="1423990"/>
                  </a:lnTo>
                  <a:lnTo>
                    <a:pt x="2960003" y="1467897"/>
                  </a:lnTo>
                  <a:lnTo>
                    <a:pt x="2916599" y="1508412"/>
                  </a:lnTo>
                  <a:lnTo>
                    <a:pt x="2896531" y="1525626"/>
                  </a:lnTo>
                  <a:lnTo>
                    <a:pt x="2849524" y="1562273"/>
                  </a:lnTo>
                  <a:lnTo>
                    <a:pt x="2800062" y="1595468"/>
                  </a:lnTo>
                  <a:lnTo>
                    <a:pt x="2747409" y="1625363"/>
                  </a:lnTo>
                  <a:lnTo>
                    <a:pt x="2690756" y="1652228"/>
                  </a:lnTo>
                  <a:lnTo>
                    <a:pt x="2629281" y="1676378"/>
                  </a:lnTo>
                  <a:lnTo>
                    <a:pt x="2562193" y="1698124"/>
                  </a:lnTo>
                  <a:lnTo>
                    <a:pt x="2488812" y="1717749"/>
                  </a:lnTo>
                  <a:lnTo>
                    <a:pt x="2408664" y="1735491"/>
                  </a:lnTo>
                  <a:lnTo>
                    <a:pt x="2321613" y="1751536"/>
                  </a:lnTo>
                  <a:lnTo>
                    <a:pt x="2228026" y="1766013"/>
                  </a:lnTo>
                  <a:lnTo>
                    <a:pt x="2128956" y="1778997"/>
                  </a:lnTo>
                  <a:lnTo>
                    <a:pt x="2026304" y="1790510"/>
                  </a:lnTo>
                  <a:lnTo>
                    <a:pt x="1922899" y="1800536"/>
                  </a:lnTo>
                  <a:lnTo>
                    <a:pt x="1822423" y="1809042"/>
                  </a:lnTo>
                  <a:lnTo>
                    <a:pt x="1729101" y="1816003"/>
                  </a:lnTo>
                  <a:lnTo>
                    <a:pt x="1647149" y="1821432"/>
                  </a:lnTo>
                  <a:lnTo>
                    <a:pt x="1580055" y="1825407"/>
                  </a:lnTo>
                  <a:lnTo>
                    <a:pt x="1529881" y="1828080"/>
                  </a:lnTo>
                  <a:lnTo>
                    <a:pt x="1496774" y="1829674"/>
                  </a:lnTo>
                  <a:lnTo>
                    <a:pt x="1478813" y="1830458"/>
                  </a:lnTo>
                  <a:lnTo>
                    <a:pt x="1472173" y="1830722"/>
                  </a:lnTo>
                  <a:lnTo>
                    <a:pt x="1471387" y="1830751"/>
                  </a:lnTo>
                  <a:lnTo>
                    <a:pt x="0" y="1830751"/>
                  </a:lnTo>
                  <a:close/>
                </a:path>
              </a:pathLst>
            </a:custGeom>
            <a:solidFill>
              <a:srgbClr val="F28E5B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945" name="pl945"/>
            <p:cNvSpPr/>
            <p:nvPr/>
          </p:nvSpPr>
          <p:spPr>
            <a:xfrm>
              <a:off x="4799595" y="5486496"/>
              <a:ext cx="11981298" cy="5410524"/>
            </a:xfrm>
            <a:custGeom>
              <a:avLst/>
              <a:pathLst>
                <a:path w="11981298" h="5410524">
                  <a:moveTo>
                    <a:pt x="0" y="1830751"/>
                  </a:moveTo>
                  <a:lnTo>
                    <a:pt x="1471387" y="1830751"/>
                  </a:lnTo>
                  <a:lnTo>
                    <a:pt x="1472585" y="1830707"/>
                  </a:lnTo>
                  <a:lnTo>
                    <a:pt x="1480449" y="1830390"/>
                  </a:lnTo>
                  <a:lnTo>
                    <a:pt x="1500243" y="1829515"/>
                  </a:lnTo>
                  <a:lnTo>
                    <a:pt x="1535555" y="1827792"/>
                  </a:lnTo>
                  <a:lnTo>
                    <a:pt x="1588033" y="1824957"/>
                  </a:lnTo>
                  <a:lnTo>
                    <a:pt x="1657260" y="1820796"/>
                  </a:lnTo>
                  <a:lnTo>
                    <a:pt x="1740950" y="1815166"/>
                  </a:lnTo>
                  <a:lnTo>
                    <a:pt x="1835474" y="1807999"/>
                  </a:lnTo>
                  <a:lnTo>
                    <a:pt x="1936576" y="1799289"/>
                  </a:lnTo>
                  <a:lnTo>
                    <a:pt x="2040077" y="1789063"/>
                  </a:lnTo>
                  <a:lnTo>
                    <a:pt x="2142396" y="1777354"/>
                  </a:lnTo>
                  <a:lnTo>
                    <a:pt x="2240826" y="1764174"/>
                  </a:lnTo>
                  <a:lnTo>
                    <a:pt x="2333587" y="1749493"/>
                  </a:lnTo>
                  <a:lnTo>
                    <a:pt x="2419728" y="1733231"/>
                  </a:lnTo>
                  <a:lnTo>
                    <a:pt x="2498959" y="1715251"/>
                  </a:lnTo>
                  <a:lnTo>
                    <a:pt x="2571469" y="1695359"/>
                  </a:lnTo>
                  <a:lnTo>
                    <a:pt x="2637768" y="1673310"/>
                  </a:lnTo>
                  <a:lnTo>
                    <a:pt x="2698555" y="1648817"/>
                  </a:lnTo>
                  <a:lnTo>
                    <a:pt x="2754627" y="1621566"/>
                  </a:lnTo>
                  <a:lnTo>
                    <a:pt x="2806811" y="1591246"/>
                  </a:lnTo>
                  <a:lnTo>
                    <a:pt x="2855906" y="1557597"/>
                  </a:lnTo>
                  <a:lnTo>
                    <a:pt x="2896531" y="1525626"/>
                  </a:lnTo>
                  <a:lnTo>
                    <a:pt x="2940551" y="1486614"/>
                  </a:lnTo>
                  <a:lnTo>
                    <a:pt x="2983331" y="1444248"/>
                  </a:lnTo>
                  <a:lnTo>
                    <a:pt x="3025266" y="1398464"/>
                  </a:lnTo>
                  <a:lnTo>
                    <a:pt x="3066663" y="1349277"/>
                  </a:lnTo>
                  <a:lnTo>
                    <a:pt x="3107752" y="1296788"/>
                  </a:lnTo>
                  <a:lnTo>
                    <a:pt x="3148701" y="1241196"/>
                  </a:lnTo>
                  <a:lnTo>
                    <a:pt x="3189625" y="1182792"/>
                  </a:lnTo>
                  <a:lnTo>
                    <a:pt x="3230590" y="1121966"/>
                  </a:lnTo>
                  <a:lnTo>
                    <a:pt x="3271625" y="1059197"/>
                  </a:lnTo>
                  <a:lnTo>
                    <a:pt x="3312727" y="995035"/>
                  </a:lnTo>
                  <a:lnTo>
                    <a:pt x="3353875" y="930088"/>
                  </a:lnTo>
                  <a:lnTo>
                    <a:pt x="3395031" y="864994"/>
                  </a:lnTo>
                  <a:lnTo>
                    <a:pt x="3436158" y="800400"/>
                  </a:lnTo>
                  <a:lnTo>
                    <a:pt x="3477225" y="736930"/>
                  </a:lnTo>
                  <a:lnTo>
                    <a:pt x="3518220" y="675162"/>
                  </a:lnTo>
                  <a:lnTo>
                    <a:pt x="3559157" y="615611"/>
                  </a:lnTo>
                  <a:lnTo>
                    <a:pt x="3600083" y="558706"/>
                  </a:lnTo>
                  <a:lnTo>
                    <a:pt x="3641092" y="504785"/>
                  </a:lnTo>
                  <a:lnTo>
                    <a:pt x="3682325" y="454089"/>
                  </a:lnTo>
                  <a:lnTo>
                    <a:pt x="3723983" y="406760"/>
                  </a:lnTo>
                  <a:lnTo>
                    <a:pt x="3766339" y="362854"/>
                  </a:lnTo>
                  <a:lnTo>
                    <a:pt x="3809743" y="322339"/>
                  </a:lnTo>
                  <a:lnTo>
                    <a:pt x="3829811" y="305125"/>
                  </a:lnTo>
                  <a:lnTo>
                    <a:pt x="3876818" y="268478"/>
                  </a:lnTo>
                  <a:lnTo>
                    <a:pt x="3926280" y="235283"/>
                  </a:lnTo>
                  <a:lnTo>
                    <a:pt x="3978934" y="205388"/>
                  </a:lnTo>
                  <a:lnTo>
                    <a:pt x="4035586" y="178523"/>
                  </a:lnTo>
                  <a:lnTo>
                    <a:pt x="4097061" y="154373"/>
                  </a:lnTo>
                  <a:lnTo>
                    <a:pt x="4164149" y="132627"/>
                  </a:lnTo>
                  <a:lnTo>
                    <a:pt x="4237530" y="113002"/>
                  </a:lnTo>
                  <a:lnTo>
                    <a:pt x="4317678" y="95260"/>
                  </a:lnTo>
                  <a:lnTo>
                    <a:pt x="4404729" y="79215"/>
                  </a:lnTo>
                  <a:lnTo>
                    <a:pt x="4498316" y="64737"/>
                  </a:lnTo>
                  <a:lnTo>
                    <a:pt x="4597386" y="51754"/>
                  </a:lnTo>
                  <a:lnTo>
                    <a:pt x="4700038" y="40241"/>
                  </a:lnTo>
                  <a:lnTo>
                    <a:pt x="4803444" y="30215"/>
                  </a:lnTo>
                  <a:lnTo>
                    <a:pt x="4903919" y="21709"/>
                  </a:lnTo>
                  <a:lnTo>
                    <a:pt x="4997241" y="14748"/>
                  </a:lnTo>
                  <a:lnTo>
                    <a:pt x="5079194" y="9318"/>
                  </a:lnTo>
                  <a:lnTo>
                    <a:pt x="5146287" y="5343"/>
                  </a:lnTo>
                  <a:lnTo>
                    <a:pt x="5196461" y="2670"/>
                  </a:lnTo>
                  <a:lnTo>
                    <a:pt x="5229569" y="1077"/>
                  </a:lnTo>
                  <a:lnTo>
                    <a:pt x="5247529" y="293"/>
                  </a:lnTo>
                  <a:lnTo>
                    <a:pt x="5254169" y="28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197" y="92"/>
                  </a:lnTo>
                  <a:lnTo>
                    <a:pt x="6732846" y="753"/>
                  </a:lnTo>
                  <a:lnTo>
                    <a:pt x="6747203" y="2579"/>
                  </a:lnTo>
                  <a:lnTo>
                    <a:pt x="6773157" y="6178"/>
                  </a:lnTo>
                  <a:lnTo>
                    <a:pt x="6812421" y="12135"/>
                  </a:lnTo>
                  <a:lnTo>
                    <a:pt x="6865412" y="20957"/>
                  </a:lnTo>
                  <a:lnTo>
                    <a:pt x="6931261" y="33037"/>
                  </a:lnTo>
                  <a:lnTo>
                    <a:pt x="7008005" y="48626"/>
                  </a:lnTo>
                  <a:lnTo>
                    <a:pt x="7092935" y="67837"/>
                  </a:lnTo>
                  <a:lnTo>
                    <a:pt x="7183006" y="90676"/>
                  </a:lnTo>
                  <a:lnTo>
                    <a:pt x="7275238" y="117084"/>
                  </a:lnTo>
                  <a:lnTo>
                    <a:pt x="7367014" y="146988"/>
                  </a:lnTo>
                  <a:lnTo>
                    <a:pt x="7456250" y="180348"/>
                  </a:lnTo>
                  <a:lnTo>
                    <a:pt x="7541458" y="217191"/>
                  </a:lnTo>
                  <a:lnTo>
                    <a:pt x="7621708" y="257634"/>
                  </a:lnTo>
                  <a:lnTo>
                    <a:pt x="7696545" y="301896"/>
                  </a:lnTo>
                  <a:lnTo>
                    <a:pt x="7765890" y="350303"/>
                  </a:lnTo>
                  <a:lnTo>
                    <a:pt x="7829938" y="403283"/>
                  </a:lnTo>
                  <a:lnTo>
                    <a:pt x="7889069" y="461362"/>
                  </a:lnTo>
                  <a:lnTo>
                    <a:pt x="7943782" y="525142"/>
                  </a:lnTo>
                  <a:lnTo>
                    <a:pt x="7994637" y="595280"/>
                  </a:lnTo>
                  <a:lnTo>
                    <a:pt x="8042221" y="672436"/>
                  </a:lnTo>
                  <a:lnTo>
                    <a:pt x="8087112" y="757210"/>
                  </a:lnTo>
                  <a:lnTo>
                    <a:pt x="8129851" y="850023"/>
                  </a:lnTo>
                  <a:lnTo>
                    <a:pt x="8151487" y="901754"/>
                  </a:lnTo>
                  <a:lnTo>
                    <a:pt x="8179921" y="974669"/>
                  </a:lnTo>
                  <a:lnTo>
                    <a:pt x="8207777" y="1051628"/>
                  </a:lnTo>
                  <a:lnTo>
                    <a:pt x="8235175" y="1132710"/>
                  </a:lnTo>
                  <a:lnTo>
                    <a:pt x="8262216" y="1217959"/>
                  </a:lnTo>
                  <a:lnTo>
                    <a:pt x="8288986" y="1307380"/>
                  </a:lnTo>
                  <a:lnTo>
                    <a:pt x="8315557" y="1400938"/>
                  </a:lnTo>
                  <a:lnTo>
                    <a:pt x="8341991" y="1498549"/>
                  </a:lnTo>
                  <a:lnTo>
                    <a:pt x="8368336" y="1600086"/>
                  </a:lnTo>
                  <a:lnTo>
                    <a:pt x="8394632" y="1705370"/>
                  </a:lnTo>
                  <a:lnTo>
                    <a:pt x="8420911" y="1814175"/>
                  </a:lnTo>
                  <a:lnTo>
                    <a:pt x="8447193" y="1926225"/>
                  </a:lnTo>
                  <a:lnTo>
                    <a:pt x="8473495" y="2041197"/>
                  </a:lnTo>
                  <a:lnTo>
                    <a:pt x="8499824" y="2158725"/>
                  </a:lnTo>
                  <a:lnTo>
                    <a:pt x="8526183" y="2278401"/>
                  </a:lnTo>
                  <a:lnTo>
                    <a:pt x="8552571" y="2399784"/>
                  </a:lnTo>
                  <a:lnTo>
                    <a:pt x="8578981" y="2522406"/>
                  </a:lnTo>
                  <a:lnTo>
                    <a:pt x="8605407" y="2645774"/>
                  </a:lnTo>
                  <a:lnTo>
                    <a:pt x="8631838" y="2769386"/>
                  </a:lnTo>
                  <a:lnTo>
                    <a:pt x="8658263" y="2892735"/>
                  </a:lnTo>
                  <a:lnTo>
                    <a:pt x="8684673" y="3015319"/>
                  </a:lnTo>
                  <a:lnTo>
                    <a:pt x="8711060" y="3136647"/>
                  </a:lnTo>
                  <a:lnTo>
                    <a:pt x="8737418" y="3256250"/>
                  </a:lnTo>
                  <a:lnTo>
                    <a:pt x="8763746" y="3373689"/>
                  </a:lnTo>
                  <a:lnTo>
                    <a:pt x="8790046" y="3488558"/>
                  </a:lnTo>
                  <a:lnTo>
                    <a:pt x="8816328" y="3600492"/>
                  </a:lnTo>
                  <a:lnTo>
                    <a:pt x="8842607" y="3709169"/>
                  </a:lnTo>
                  <a:lnTo>
                    <a:pt x="8868905" y="3814317"/>
                  </a:lnTo>
                  <a:lnTo>
                    <a:pt x="8895252" y="3915709"/>
                  </a:lnTo>
                  <a:lnTo>
                    <a:pt x="8921690" y="4013170"/>
                  </a:lnTo>
                  <a:lnTo>
                    <a:pt x="8948268" y="4106574"/>
                  </a:lnTo>
                  <a:lnTo>
                    <a:pt x="8975046" y="4195839"/>
                  </a:lnTo>
                  <a:lnTo>
                    <a:pt x="9002099" y="4280931"/>
                  </a:lnTo>
                  <a:lnTo>
                    <a:pt x="9029512" y="4361858"/>
                  </a:lnTo>
                  <a:lnTo>
                    <a:pt x="9057388" y="4438663"/>
                  </a:lnTo>
                  <a:lnTo>
                    <a:pt x="9084767" y="4508770"/>
                  </a:lnTo>
                  <a:lnTo>
                    <a:pt x="9126577" y="4605842"/>
                  </a:lnTo>
                  <a:lnTo>
                    <a:pt x="9170279" y="4694781"/>
                  </a:lnTo>
                  <a:lnTo>
                    <a:pt x="9216385" y="4775851"/>
                  </a:lnTo>
                  <a:lnTo>
                    <a:pt x="9265458" y="4849574"/>
                  </a:lnTo>
                  <a:lnTo>
                    <a:pt x="9318083" y="4916592"/>
                  </a:lnTo>
                  <a:lnTo>
                    <a:pt x="9374839" y="4977570"/>
                  </a:lnTo>
                  <a:lnTo>
                    <a:pt x="9436262" y="5033144"/>
                  </a:lnTo>
                  <a:lnTo>
                    <a:pt x="9502801" y="5083880"/>
                  </a:lnTo>
                  <a:lnTo>
                    <a:pt x="9574760" y="5130260"/>
                  </a:lnTo>
                  <a:lnTo>
                    <a:pt x="9652212" y="5172664"/>
                  </a:lnTo>
                  <a:lnTo>
                    <a:pt x="9734913" y="5211367"/>
                  </a:lnTo>
                  <a:lnTo>
                    <a:pt x="9822194" y="5246538"/>
                  </a:lnTo>
                  <a:lnTo>
                    <a:pt x="9912865" y="5278249"/>
                  </a:lnTo>
                  <a:lnTo>
                    <a:pt x="10005154" y="5306492"/>
                  </a:lnTo>
                  <a:lnTo>
                    <a:pt x="10096709" y="5331204"/>
                  </a:lnTo>
                  <a:lnTo>
                    <a:pt x="10184708" y="5352315"/>
                  </a:lnTo>
                  <a:lnTo>
                    <a:pt x="10266098" y="5369790"/>
                  </a:lnTo>
                  <a:lnTo>
                    <a:pt x="10337941" y="5383681"/>
                  </a:lnTo>
                  <a:lnTo>
                    <a:pt x="10397833" y="5394165"/>
                  </a:lnTo>
                  <a:lnTo>
                    <a:pt x="10444301" y="5401562"/>
                  </a:lnTo>
                  <a:lnTo>
                    <a:pt x="10477076" y="5406324"/>
                  </a:lnTo>
                  <a:lnTo>
                    <a:pt x="10497201" y="5409001"/>
                  </a:lnTo>
                  <a:lnTo>
                    <a:pt x="10506973" y="5410194"/>
                  </a:lnTo>
                  <a:lnTo>
                    <a:pt x="10509786" y="5410511"/>
                  </a:lnTo>
                  <a:lnTo>
                    <a:pt x="10509911" y="5410524"/>
                  </a:lnTo>
                  <a:lnTo>
                    <a:pt x="11981298" y="541052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46" name="pl946"/>
            <p:cNvSpPr/>
            <p:nvPr/>
          </p:nvSpPr>
          <p:spPr>
            <a:xfrm>
              <a:off x="4799595" y="5470150"/>
              <a:ext cx="11981298" cy="5410524"/>
            </a:xfrm>
            <a:custGeom>
              <a:avLst/>
              <a:pathLst>
                <a:path w="11981298" h="5410524">
                  <a:moveTo>
                    <a:pt x="11981298" y="5410524"/>
                  </a:moveTo>
                  <a:lnTo>
                    <a:pt x="10509911" y="5410524"/>
                  </a:lnTo>
                  <a:lnTo>
                    <a:pt x="10509056" y="5410432"/>
                  </a:lnTo>
                  <a:lnTo>
                    <a:pt x="10503407" y="5409771"/>
                  </a:lnTo>
                  <a:lnTo>
                    <a:pt x="10489050" y="5407945"/>
                  </a:lnTo>
                  <a:lnTo>
                    <a:pt x="10463097" y="5404346"/>
                  </a:lnTo>
                  <a:lnTo>
                    <a:pt x="10423832" y="5398389"/>
                  </a:lnTo>
                  <a:lnTo>
                    <a:pt x="10370841" y="5389567"/>
                  </a:lnTo>
                  <a:lnTo>
                    <a:pt x="10304992" y="5377487"/>
                  </a:lnTo>
                  <a:lnTo>
                    <a:pt x="10228248" y="5361898"/>
                  </a:lnTo>
                  <a:lnTo>
                    <a:pt x="10143319" y="5342687"/>
                  </a:lnTo>
                  <a:lnTo>
                    <a:pt x="10053247" y="5319848"/>
                  </a:lnTo>
                  <a:lnTo>
                    <a:pt x="9961015" y="5293440"/>
                  </a:lnTo>
                  <a:lnTo>
                    <a:pt x="9869240" y="5263536"/>
                  </a:lnTo>
                  <a:lnTo>
                    <a:pt x="9780003" y="5230176"/>
                  </a:lnTo>
                  <a:lnTo>
                    <a:pt x="9694795" y="5193333"/>
                  </a:lnTo>
                  <a:lnTo>
                    <a:pt x="9614545" y="5152890"/>
                  </a:lnTo>
                  <a:lnTo>
                    <a:pt x="9539708" y="5108628"/>
                  </a:lnTo>
                  <a:lnTo>
                    <a:pt x="9470363" y="5060221"/>
                  </a:lnTo>
                  <a:lnTo>
                    <a:pt x="9406315" y="5007241"/>
                  </a:lnTo>
                  <a:lnTo>
                    <a:pt x="9347184" y="4949162"/>
                  </a:lnTo>
                  <a:lnTo>
                    <a:pt x="9292472" y="4885381"/>
                  </a:lnTo>
                  <a:lnTo>
                    <a:pt x="9241616" y="4815244"/>
                  </a:lnTo>
                  <a:lnTo>
                    <a:pt x="9194032" y="4738088"/>
                  </a:lnTo>
                  <a:lnTo>
                    <a:pt x="9149142" y="4653313"/>
                  </a:lnTo>
                  <a:lnTo>
                    <a:pt x="9106403" y="4560501"/>
                  </a:lnTo>
                  <a:lnTo>
                    <a:pt x="9084767" y="4508770"/>
                  </a:lnTo>
                  <a:lnTo>
                    <a:pt x="9056332" y="4435855"/>
                  </a:lnTo>
                  <a:lnTo>
                    <a:pt x="9028476" y="4358896"/>
                  </a:lnTo>
                  <a:lnTo>
                    <a:pt x="9001078" y="4277814"/>
                  </a:lnTo>
                  <a:lnTo>
                    <a:pt x="8974037" y="4192565"/>
                  </a:lnTo>
                  <a:lnTo>
                    <a:pt x="8947268" y="4103144"/>
                  </a:lnTo>
                  <a:lnTo>
                    <a:pt x="8920696" y="4009586"/>
                  </a:lnTo>
                  <a:lnTo>
                    <a:pt x="8894263" y="3911975"/>
                  </a:lnTo>
                  <a:lnTo>
                    <a:pt x="8867917" y="3810438"/>
                  </a:lnTo>
                  <a:lnTo>
                    <a:pt x="8841621" y="3705154"/>
                  </a:lnTo>
                  <a:lnTo>
                    <a:pt x="8815342" y="3596349"/>
                  </a:lnTo>
                  <a:lnTo>
                    <a:pt x="8789060" y="3484299"/>
                  </a:lnTo>
                  <a:lnTo>
                    <a:pt x="8762759" y="3369327"/>
                  </a:lnTo>
                  <a:lnTo>
                    <a:pt x="8736430" y="3251799"/>
                  </a:lnTo>
                  <a:lnTo>
                    <a:pt x="8710070" y="3132123"/>
                  </a:lnTo>
                  <a:lnTo>
                    <a:pt x="8683683" y="3010739"/>
                  </a:lnTo>
                  <a:lnTo>
                    <a:pt x="8657272" y="2888118"/>
                  </a:lnTo>
                  <a:lnTo>
                    <a:pt x="8630846" y="2764750"/>
                  </a:lnTo>
                  <a:lnTo>
                    <a:pt x="8604416" y="2641138"/>
                  </a:lnTo>
                  <a:lnTo>
                    <a:pt x="8577990" y="2517788"/>
                  </a:lnTo>
                  <a:lnTo>
                    <a:pt x="8551580" y="2395205"/>
                  </a:lnTo>
                  <a:lnTo>
                    <a:pt x="8525193" y="2273877"/>
                  </a:lnTo>
                  <a:lnTo>
                    <a:pt x="8498835" y="2154274"/>
                  </a:lnTo>
                  <a:lnTo>
                    <a:pt x="8472507" y="2036835"/>
                  </a:lnTo>
                  <a:lnTo>
                    <a:pt x="8446207" y="1921966"/>
                  </a:lnTo>
                  <a:lnTo>
                    <a:pt x="8419925" y="1810032"/>
                  </a:lnTo>
                  <a:lnTo>
                    <a:pt x="8393646" y="1701355"/>
                  </a:lnTo>
                  <a:lnTo>
                    <a:pt x="8367349" y="1596207"/>
                  </a:lnTo>
                  <a:lnTo>
                    <a:pt x="8341001" y="1494815"/>
                  </a:lnTo>
                  <a:lnTo>
                    <a:pt x="8314563" y="1397354"/>
                  </a:lnTo>
                  <a:lnTo>
                    <a:pt x="8287985" y="1303950"/>
                  </a:lnTo>
                  <a:lnTo>
                    <a:pt x="8261207" y="1214685"/>
                  </a:lnTo>
                  <a:lnTo>
                    <a:pt x="8234154" y="1129592"/>
                  </a:lnTo>
                  <a:lnTo>
                    <a:pt x="8206741" y="1048666"/>
                  </a:lnTo>
                  <a:lnTo>
                    <a:pt x="8178865" y="971861"/>
                  </a:lnTo>
                  <a:lnTo>
                    <a:pt x="8151487" y="901754"/>
                  </a:lnTo>
                  <a:lnTo>
                    <a:pt x="8109677" y="804681"/>
                  </a:lnTo>
                  <a:lnTo>
                    <a:pt x="8065974" y="715743"/>
                  </a:lnTo>
                  <a:lnTo>
                    <a:pt x="8019868" y="634673"/>
                  </a:lnTo>
                  <a:lnTo>
                    <a:pt x="7970795" y="560950"/>
                  </a:lnTo>
                  <a:lnTo>
                    <a:pt x="7918170" y="493932"/>
                  </a:lnTo>
                  <a:lnTo>
                    <a:pt x="7861414" y="432953"/>
                  </a:lnTo>
                  <a:lnTo>
                    <a:pt x="7799992" y="377380"/>
                  </a:lnTo>
                  <a:lnTo>
                    <a:pt x="7733452" y="326644"/>
                  </a:lnTo>
                  <a:lnTo>
                    <a:pt x="7661493" y="280264"/>
                  </a:lnTo>
                  <a:lnTo>
                    <a:pt x="7584041" y="237860"/>
                  </a:lnTo>
                  <a:lnTo>
                    <a:pt x="7501340" y="199157"/>
                  </a:lnTo>
                  <a:lnTo>
                    <a:pt x="7414059" y="163986"/>
                  </a:lnTo>
                  <a:lnTo>
                    <a:pt x="7323388" y="132275"/>
                  </a:lnTo>
                  <a:lnTo>
                    <a:pt x="7231099" y="104032"/>
                  </a:lnTo>
                  <a:lnTo>
                    <a:pt x="7139544" y="79320"/>
                  </a:lnTo>
                  <a:lnTo>
                    <a:pt x="7051545" y="58208"/>
                  </a:lnTo>
                  <a:lnTo>
                    <a:pt x="6970155" y="40734"/>
                  </a:lnTo>
                  <a:lnTo>
                    <a:pt x="6898312" y="26843"/>
                  </a:lnTo>
                  <a:lnTo>
                    <a:pt x="6838420" y="16359"/>
                  </a:lnTo>
                  <a:lnTo>
                    <a:pt x="6791952" y="8962"/>
                  </a:lnTo>
                  <a:lnTo>
                    <a:pt x="6759178" y="4200"/>
                  </a:lnTo>
                  <a:lnTo>
                    <a:pt x="6739052" y="1523"/>
                  </a:lnTo>
                  <a:lnTo>
                    <a:pt x="6729280" y="330"/>
                  </a:lnTo>
                  <a:lnTo>
                    <a:pt x="6726467" y="13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757" y="44"/>
                  </a:lnTo>
                  <a:lnTo>
                    <a:pt x="5245893" y="361"/>
                  </a:lnTo>
                  <a:lnTo>
                    <a:pt x="5226099" y="1236"/>
                  </a:lnTo>
                  <a:lnTo>
                    <a:pt x="5190787" y="2958"/>
                  </a:lnTo>
                  <a:lnTo>
                    <a:pt x="5138309" y="5793"/>
                  </a:lnTo>
                  <a:lnTo>
                    <a:pt x="5069082" y="9955"/>
                  </a:lnTo>
                  <a:lnTo>
                    <a:pt x="4985392" y="15585"/>
                  </a:lnTo>
                  <a:lnTo>
                    <a:pt x="4890868" y="22751"/>
                  </a:lnTo>
                  <a:lnTo>
                    <a:pt x="4789766" y="31462"/>
                  </a:lnTo>
                  <a:lnTo>
                    <a:pt x="4686266" y="41688"/>
                  </a:lnTo>
                  <a:lnTo>
                    <a:pt x="4583947" y="53396"/>
                  </a:lnTo>
                  <a:lnTo>
                    <a:pt x="4485516" y="66577"/>
                  </a:lnTo>
                  <a:lnTo>
                    <a:pt x="4392755" y="81257"/>
                  </a:lnTo>
                  <a:lnTo>
                    <a:pt x="4306614" y="97519"/>
                  </a:lnTo>
                  <a:lnTo>
                    <a:pt x="4227383" y="115500"/>
                  </a:lnTo>
                  <a:lnTo>
                    <a:pt x="4154873" y="135392"/>
                  </a:lnTo>
                  <a:lnTo>
                    <a:pt x="4088574" y="157441"/>
                  </a:lnTo>
                  <a:lnTo>
                    <a:pt x="4027788" y="181934"/>
                  </a:lnTo>
                  <a:lnTo>
                    <a:pt x="3971715" y="209184"/>
                  </a:lnTo>
                  <a:lnTo>
                    <a:pt x="3919531" y="239504"/>
                  </a:lnTo>
                  <a:lnTo>
                    <a:pt x="3870437" y="273154"/>
                  </a:lnTo>
                  <a:lnTo>
                    <a:pt x="3829811" y="305125"/>
                  </a:lnTo>
                  <a:lnTo>
                    <a:pt x="3785791" y="344137"/>
                  </a:lnTo>
                  <a:lnTo>
                    <a:pt x="3743011" y="386503"/>
                  </a:lnTo>
                  <a:lnTo>
                    <a:pt x="3701076" y="432287"/>
                  </a:lnTo>
                  <a:lnTo>
                    <a:pt x="3659679" y="481474"/>
                  </a:lnTo>
                  <a:lnTo>
                    <a:pt x="3618590" y="533962"/>
                  </a:lnTo>
                  <a:lnTo>
                    <a:pt x="3577641" y="589555"/>
                  </a:lnTo>
                  <a:lnTo>
                    <a:pt x="3536718" y="647959"/>
                  </a:lnTo>
                  <a:lnTo>
                    <a:pt x="3495753" y="708784"/>
                  </a:lnTo>
                  <a:lnTo>
                    <a:pt x="3454718" y="771554"/>
                  </a:lnTo>
                  <a:lnTo>
                    <a:pt x="3413615" y="835716"/>
                  </a:lnTo>
                  <a:lnTo>
                    <a:pt x="3372467" y="900663"/>
                  </a:lnTo>
                  <a:lnTo>
                    <a:pt x="3331311" y="965756"/>
                  </a:lnTo>
                  <a:lnTo>
                    <a:pt x="3290184" y="1030350"/>
                  </a:lnTo>
                  <a:lnTo>
                    <a:pt x="3249117" y="1093821"/>
                  </a:lnTo>
                  <a:lnTo>
                    <a:pt x="3208122" y="1155589"/>
                  </a:lnTo>
                  <a:lnTo>
                    <a:pt x="3167185" y="1215140"/>
                  </a:lnTo>
                  <a:lnTo>
                    <a:pt x="3126259" y="1272045"/>
                  </a:lnTo>
                  <a:lnTo>
                    <a:pt x="3085250" y="1325966"/>
                  </a:lnTo>
                  <a:lnTo>
                    <a:pt x="3044018" y="1376662"/>
                  </a:lnTo>
                  <a:lnTo>
                    <a:pt x="3002359" y="1423990"/>
                  </a:lnTo>
                  <a:lnTo>
                    <a:pt x="2960003" y="1467897"/>
                  </a:lnTo>
                  <a:lnTo>
                    <a:pt x="2916599" y="1508412"/>
                  </a:lnTo>
                  <a:lnTo>
                    <a:pt x="2896531" y="1525626"/>
                  </a:lnTo>
                  <a:lnTo>
                    <a:pt x="2849524" y="1562273"/>
                  </a:lnTo>
                  <a:lnTo>
                    <a:pt x="2800062" y="1595468"/>
                  </a:lnTo>
                  <a:lnTo>
                    <a:pt x="2747409" y="1625363"/>
                  </a:lnTo>
                  <a:lnTo>
                    <a:pt x="2690756" y="1652228"/>
                  </a:lnTo>
                  <a:lnTo>
                    <a:pt x="2629281" y="1676378"/>
                  </a:lnTo>
                  <a:lnTo>
                    <a:pt x="2562193" y="1698124"/>
                  </a:lnTo>
                  <a:lnTo>
                    <a:pt x="2488812" y="1717749"/>
                  </a:lnTo>
                  <a:lnTo>
                    <a:pt x="2408664" y="1735491"/>
                  </a:lnTo>
                  <a:lnTo>
                    <a:pt x="2321613" y="1751536"/>
                  </a:lnTo>
                  <a:lnTo>
                    <a:pt x="2228026" y="1766013"/>
                  </a:lnTo>
                  <a:lnTo>
                    <a:pt x="2128956" y="1778997"/>
                  </a:lnTo>
                  <a:lnTo>
                    <a:pt x="2026304" y="1790510"/>
                  </a:lnTo>
                  <a:lnTo>
                    <a:pt x="1922899" y="1800536"/>
                  </a:lnTo>
                  <a:lnTo>
                    <a:pt x="1822423" y="1809042"/>
                  </a:lnTo>
                  <a:lnTo>
                    <a:pt x="1729101" y="1816003"/>
                  </a:lnTo>
                  <a:lnTo>
                    <a:pt x="1647149" y="1821432"/>
                  </a:lnTo>
                  <a:lnTo>
                    <a:pt x="1580055" y="1825407"/>
                  </a:lnTo>
                  <a:lnTo>
                    <a:pt x="1529881" y="1828080"/>
                  </a:lnTo>
                  <a:lnTo>
                    <a:pt x="1496774" y="1829674"/>
                  </a:lnTo>
                  <a:lnTo>
                    <a:pt x="1478813" y="1830458"/>
                  </a:lnTo>
                  <a:lnTo>
                    <a:pt x="1472173" y="1830722"/>
                  </a:lnTo>
                  <a:lnTo>
                    <a:pt x="1471387" y="1830751"/>
                  </a:lnTo>
                  <a:lnTo>
                    <a:pt x="0" y="183075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47" name="pg947"/>
            <p:cNvSpPr/>
            <p:nvPr/>
          </p:nvSpPr>
          <p:spPr>
            <a:xfrm>
              <a:off x="4799595" y="3892761"/>
              <a:ext cx="11981298" cy="4895625"/>
            </a:xfrm>
            <a:custGeom>
              <a:avLst/>
              <a:pathLst>
                <a:path w="11981298" h="4895625">
                  <a:moveTo>
                    <a:pt x="0" y="3972077"/>
                  </a:moveTo>
                  <a:lnTo>
                    <a:pt x="1471387" y="3972077"/>
                  </a:lnTo>
                  <a:lnTo>
                    <a:pt x="1472614" y="3972100"/>
                  </a:lnTo>
                  <a:lnTo>
                    <a:pt x="1480669" y="3972263"/>
                  </a:lnTo>
                  <a:lnTo>
                    <a:pt x="1500926" y="3972716"/>
                  </a:lnTo>
                  <a:lnTo>
                    <a:pt x="1537025" y="3973607"/>
                  </a:lnTo>
                  <a:lnTo>
                    <a:pt x="1590595" y="3975073"/>
                  </a:lnTo>
                  <a:lnTo>
                    <a:pt x="1661130" y="3977223"/>
                  </a:lnTo>
                  <a:lnTo>
                    <a:pt x="1746210" y="3980128"/>
                  </a:lnTo>
                  <a:lnTo>
                    <a:pt x="1842063" y="3983823"/>
                  </a:lnTo>
                  <a:lnTo>
                    <a:pt x="1944310" y="3988309"/>
                  </a:lnTo>
                  <a:lnTo>
                    <a:pt x="2048699" y="3993571"/>
                  </a:lnTo>
                  <a:lnTo>
                    <a:pt x="2151621" y="3999592"/>
                  </a:lnTo>
                  <a:lnTo>
                    <a:pt x="2250386" y="4006369"/>
                  </a:lnTo>
                  <a:lnTo>
                    <a:pt x="2343256" y="4013918"/>
                  </a:lnTo>
                  <a:lnTo>
                    <a:pt x="2429335" y="4022285"/>
                  </a:lnTo>
                  <a:lnTo>
                    <a:pt x="2508390" y="4031543"/>
                  </a:lnTo>
                  <a:lnTo>
                    <a:pt x="2580662" y="4041796"/>
                  </a:lnTo>
                  <a:lnTo>
                    <a:pt x="2646704" y="4053173"/>
                  </a:lnTo>
                  <a:lnTo>
                    <a:pt x="2707253" y="4065827"/>
                  </a:lnTo>
                  <a:lnTo>
                    <a:pt x="2763134" y="4079920"/>
                  </a:lnTo>
                  <a:lnTo>
                    <a:pt x="2815194" y="4095610"/>
                  </a:lnTo>
                  <a:lnTo>
                    <a:pt x="2864242" y="4113025"/>
                  </a:lnTo>
                  <a:lnTo>
                    <a:pt x="2896531" y="4126001"/>
                  </a:lnTo>
                  <a:lnTo>
                    <a:pt x="2947996" y="4149241"/>
                  </a:lnTo>
                  <a:lnTo>
                    <a:pt x="2997856" y="4174816"/>
                  </a:lnTo>
                  <a:lnTo>
                    <a:pt x="3046709" y="4202760"/>
                  </a:lnTo>
                  <a:lnTo>
                    <a:pt x="3094995" y="4233034"/>
                  </a:lnTo>
                  <a:lnTo>
                    <a:pt x="3143023" y="4265507"/>
                  </a:lnTo>
                  <a:lnTo>
                    <a:pt x="3190997" y="4299959"/>
                  </a:lnTo>
                  <a:lnTo>
                    <a:pt x="3239027" y="4336077"/>
                  </a:lnTo>
                  <a:lnTo>
                    <a:pt x="3287155" y="4373467"/>
                  </a:lnTo>
                  <a:lnTo>
                    <a:pt x="3335366" y="4411666"/>
                  </a:lnTo>
                  <a:lnTo>
                    <a:pt x="3383613" y="4450166"/>
                  </a:lnTo>
                  <a:lnTo>
                    <a:pt x="3431833" y="4488445"/>
                  </a:lnTo>
                  <a:lnTo>
                    <a:pt x="3479975" y="4525989"/>
                  </a:lnTo>
                  <a:lnTo>
                    <a:pt x="3528020" y="4562329"/>
                  </a:lnTo>
                  <a:lnTo>
                    <a:pt x="3575997" y="4597058"/>
                  </a:lnTo>
                  <a:lnTo>
                    <a:pt x="3624006" y="4629850"/>
                  </a:lnTo>
                  <a:lnTo>
                    <a:pt x="3672235" y="4660469"/>
                  </a:lnTo>
                  <a:lnTo>
                    <a:pt x="3720977" y="4688775"/>
                  </a:lnTo>
                  <a:lnTo>
                    <a:pt x="3770649" y="4714710"/>
                  </a:lnTo>
                  <a:lnTo>
                    <a:pt x="3821823" y="4738301"/>
                  </a:lnTo>
                  <a:lnTo>
                    <a:pt x="3829811" y="4741701"/>
                  </a:lnTo>
                  <a:lnTo>
                    <a:pt x="3877219" y="4760335"/>
                  </a:lnTo>
                  <a:lnTo>
                    <a:pt x="3927130" y="4777198"/>
                  </a:lnTo>
                  <a:lnTo>
                    <a:pt x="3980299" y="4792371"/>
                  </a:lnTo>
                  <a:lnTo>
                    <a:pt x="4037554" y="4805995"/>
                  </a:lnTo>
                  <a:lnTo>
                    <a:pt x="4099741" y="4818230"/>
                  </a:lnTo>
                  <a:lnTo>
                    <a:pt x="4167666" y="4829240"/>
                  </a:lnTo>
                  <a:lnTo>
                    <a:pt x="4242020" y="4839167"/>
                  </a:lnTo>
                  <a:lnTo>
                    <a:pt x="4323272" y="4848136"/>
                  </a:lnTo>
                  <a:lnTo>
                    <a:pt x="4411535" y="4856239"/>
                  </a:lnTo>
                  <a:lnTo>
                    <a:pt x="4506389" y="4863542"/>
                  </a:lnTo>
                  <a:lnTo>
                    <a:pt x="4606690" y="4870081"/>
                  </a:lnTo>
                  <a:lnTo>
                    <a:pt x="4710408" y="4875865"/>
                  </a:lnTo>
                  <a:lnTo>
                    <a:pt x="4814551" y="4880886"/>
                  </a:lnTo>
                  <a:lnTo>
                    <a:pt x="4915268" y="4885124"/>
                  </a:lnTo>
                  <a:lnTo>
                    <a:pt x="5008197" y="4888570"/>
                  </a:lnTo>
                  <a:lnTo>
                    <a:pt x="5089068" y="4891233"/>
                  </a:lnTo>
                  <a:lnTo>
                    <a:pt x="5154456" y="4893159"/>
                  </a:lnTo>
                  <a:lnTo>
                    <a:pt x="5202496" y="4894431"/>
                  </a:lnTo>
                  <a:lnTo>
                    <a:pt x="5233347" y="4895168"/>
                  </a:lnTo>
                  <a:lnTo>
                    <a:pt x="5249294" y="4895514"/>
                  </a:lnTo>
                  <a:lnTo>
                    <a:pt x="5254552" y="4895618"/>
                  </a:lnTo>
                  <a:lnTo>
                    <a:pt x="5254955" y="4895625"/>
                  </a:lnTo>
                  <a:lnTo>
                    <a:pt x="6726343" y="4895625"/>
                  </a:lnTo>
                  <a:lnTo>
                    <a:pt x="6727230" y="4895538"/>
                  </a:lnTo>
                  <a:lnTo>
                    <a:pt x="6733095" y="4894917"/>
                  </a:lnTo>
                  <a:lnTo>
                    <a:pt x="6747985" y="4893202"/>
                  </a:lnTo>
                  <a:lnTo>
                    <a:pt x="6774866" y="4889820"/>
                  </a:lnTo>
                  <a:lnTo>
                    <a:pt x="6815461" y="4884227"/>
                  </a:lnTo>
                  <a:lnTo>
                    <a:pt x="6870120" y="4875950"/>
                  </a:lnTo>
                  <a:lnTo>
                    <a:pt x="6937851" y="4864630"/>
                  </a:lnTo>
                  <a:lnTo>
                    <a:pt x="7016534" y="4850043"/>
                  </a:lnTo>
                  <a:lnTo>
                    <a:pt x="7103299" y="4832094"/>
                  </a:lnTo>
                  <a:lnTo>
                    <a:pt x="7194971" y="4810786"/>
                  </a:lnTo>
                  <a:lnTo>
                    <a:pt x="7288486" y="4786178"/>
                  </a:lnTo>
                  <a:lnTo>
                    <a:pt x="7381190" y="4758337"/>
                  </a:lnTo>
                  <a:lnTo>
                    <a:pt x="7471011" y="4727294"/>
                  </a:lnTo>
                  <a:lnTo>
                    <a:pt x="7556498" y="4693009"/>
                  </a:lnTo>
                  <a:lnTo>
                    <a:pt x="7636779" y="4655357"/>
                  </a:lnTo>
                  <a:lnTo>
                    <a:pt x="7711464" y="4614113"/>
                  </a:lnTo>
                  <a:lnTo>
                    <a:pt x="7780535" y="4568951"/>
                  </a:lnTo>
                  <a:lnTo>
                    <a:pt x="7844242" y="4519448"/>
                  </a:lnTo>
                  <a:lnTo>
                    <a:pt x="7903016" y="4465093"/>
                  </a:lnTo>
                  <a:lnTo>
                    <a:pt x="7957393" y="4405306"/>
                  </a:lnTo>
                  <a:lnTo>
                    <a:pt x="8007968" y="4339464"/>
                  </a:lnTo>
                  <a:lnTo>
                    <a:pt x="8055351" y="4266953"/>
                  </a:lnTo>
                  <a:lnTo>
                    <a:pt x="8100133" y="4187247"/>
                  </a:lnTo>
                  <a:lnTo>
                    <a:pt x="8142862" y="4100026"/>
                  </a:lnTo>
                  <a:lnTo>
                    <a:pt x="8151487" y="4081050"/>
                  </a:lnTo>
                  <a:lnTo>
                    <a:pt x="8181283" y="4011900"/>
                  </a:lnTo>
                  <a:lnTo>
                    <a:pt x="8210451" y="3938730"/>
                  </a:lnTo>
                  <a:lnTo>
                    <a:pt x="8239127" y="3861461"/>
                  </a:lnTo>
                  <a:lnTo>
                    <a:pt x="8267424" y="3780050"/>
                  </a:lnTo>
                  <a:lnTo>
                    <a:pt x="8295440" y="3694500"/>
                  </a:lnTo>
                  <a:lnTo>
                    <a:pt x="8323255" y="3604860"/>
                  </a:lnTo>
                  <a:lnTo>
                    <a:pt x="8350936" y="3511226"/>
                  </a:lnTo>
                  <a:lnTo>
                    <a:pt x="8378535" y="3413749"/>
                  </a:lnTo>
                  <a:lnTo>
                    <a:pt x="8406095" y="3312634"/>
                  </a:lnTo>
                  <a:lnTo>
                    <a:pt x="8433646" y="3208135"/>
                  </a:lnTo>
                  <a:lnTo>
                    <a:pt x="8461211" y="3100565"/>
                  </a:lnTo>
                  <a:lnTo>
                    <a:pt x="8488803" y="2990282"/>
                  </a:lnTo>
                  <a:lnTo>
                    <a:pt x="8516427" y="2877692"/>
                  </a:lnTo>
                  <a:lnTo>
                    <a:pt x="8544083" y="2763241"/>
                  </a:lnTo>
                  <a:lnTo>
                    <a:pt x="8571768" y="2647409"/>
                  </a:lnTo>
                  <a:lnTo>
                    <a:pt x="8599471" y="2530701"/>
                  </a:lnTo>
                  <a:lnTo>
                    <a:pt x="8627182" y="2413638"/>
                  </a:lnTo>
                  <a:lnTo>
                    <a:pt x="8654890" y="2296747"/>
                  </a:lnTo>
                  <a:lnTo>
                    <a:pt x="8682582" y="2180553"/>
                  </a:lnTo>
                  <a:lnTo>
                    <a:pt x="8710249" y="2065568"/>
                  </a:lnTo>
                  <a:lnTo>
                    <a:pt x="8737885" y="1952281"/>
                  </a:lnTo>
                  <a:lnTo>
                    <a:pt x="8765487" y="1841151"/>
                  </a:lnTo>
                  <a:lnTo>
                    <a:pt x="8793060" y="1732597"/>
                  </a:lnTo>
                  <a:lnTo>
                    <a:pt x="8820614" y="1626997"/>
                  </a:lnTo>
                  <a:lnTo>
                    <a:pt x="8848168" y="1524678"/>
                  </a:lnTo>
                  <a:lnTo>
                    <a:pt x="8875750" y="1425915"/>
                  </a:lnTo>
                  <a:lnTo>
                    <a:pt x="8903397" y="1330930"/>
                  </a:lnTo>
                  <a:lnTo>
                    <a:pt x="8931158" y="1239892"/>
                  </a:lnTo>
                  <a:lnTo>
                    <a:pt x="8959096" y="1152918"/>
                  </a:lnTo>
                  <a:lnTo>
                    <a:pt x="8987286" y="1070071"/>
                  </a:lnTo>
                  <a:lnTo>
                    <a:pt x="9015818" y="991369"/>
                  </a:lnTo>
                  <a:lnTo>
                    <a:pt x="9044802" y="916786"/>
                  </a:lnTo>
                  <a:lnTo>
                    <a:pt x="9074364" y="846255"/>
                  </a:lnTo>
                  <a:lnTo>
                    <a:pt x="9084767" y="822748"/>
                  </a:lnTo>
                  <a:lnTo>
                    <a:pt x="9127133" y="733966"/>
                  </a:lnTo>
                  <a:lnTo>
                    <a:pt x="9171448" y="652722"/>
                  </a:lnTo>
                  <a:lnTo>
                    <a:pt x="9218245" y="578762"/>
                  </a:lnTo>
                  <a:lnTo>
                    <a:pt x="9268110" y="511589"/>
                  </a:lnTo>
                  <a:lnTo>
                    <a:pt x="9321652" y="450602"/>
                  </a:lnTo>
                  <a:lnTo>
                    <a:pt x="9379470" y="395173"/>
                  </a:lnTo>
                  <a:lnTo>
                    <a:pt x="9442118" y="344712"/>
                  </a:lnTo>
                  <a:lnTo>
                    <a:pt x="9510052" y="298690"/>
                  </a:lnTo>
                  <a:lnTo>
                    <a:pt x="9583567" y="256666"/>
                  </a:lnTo>
                  <a:lnTo>
                    <a:pt x="9662708" y="218293"/>
                  </a:lnTo>
                  <a:lnTo>
                    <a:pt x="9747173" y="183325"/>
                  </a:lnTo>
                  <a:lnTo>
                    <a:pt x="9836197" y="151617"/>
                  </a:lnTo>
                  <a:lnTo>
                    <a:pt x="9928454" y="123113"/>
                  </a:lnTo>
                  <a:lnTo>
                    <a:pt x="10022001" y="97832"/>
                  </a:lnTo>
                  <a:lnTo>
                    <a:pt x="10114296" y="75836"/>
                  </a:lnTo>
                  <a:lnTo>
                    <a:pt x="10202338" y="57189"/>
                  </a:lnTo>
                  <a:lnTo>
                    <a:pt x="10282944" y="41911"/>
                  </a:lnTo>
                  <a:lnTo>
                    <a:pt x="10353145" y="29930"/>
                  </a:lnTo>
                  <a:lnTo>
                    <a:pt x="10410630" y="21049"/>
                  </a:lnTo>
                  <a:lnTo>
                    <a:pt x="10454150" y="14936"/>
                  </a:lnTo>
                  <a:lnTo>
                    <a:pt x="10483769" y="11140"/>
                  </a:lnTo>
                  <a:lnTo>
                    <a:pt x="10500934" y="9127"/>
                  </a:lnTo>
                  <a:lnTo>
                    <a:pt x="10508367" y="8326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9023" y="87"/>
                  </a:lnTo>
                  <a:lnTo>
                    <a:pt x="10503158" y="708"/>
                  </a:lnTo>
                  <a:lnTo>
                    <a:pt x="10488268" y="2423"/>
                  </a:lnTo>
                  <a:lnTo>
                    <a:pt x="10461387" y="5805"/>
                  </a:lnTo>
                  <a:lnTo>
                    <a:pt x="10420792" y="11398"/>
                  </a:lnTo>
                  <a:lnTo>
                    <a:pt x="10366133" y="19675"/>
                  </a:lnTo>
                  <a:lnTo>
                    <a:pt x="10298402" y="30995"/>
                  </a:lnTo>
                  <a:lnTo>
                    <a:pt x="10219719" y="45582"/>
                  </a:lnTo>
                  <a:lnTo>
                    <a:pt x="10132954" y="63531"/>
                  </a:lnTo>
                  <a:lnTo>
                    <a:pt x="10041282" y="84839"/>
                  </a:lnTo>
                  <a:lnTo>
                    <a:pt x="9947767" y="109447"/>
                  </a:lnTo>
                  <a:lnTo>
                    <a:pt x="9855063" y="137288"/>
                  </a:lnTo>
                  <a:lnTo>
                    <a:pt x="9765242" y="168331"/>
                  </a:lnTo>
                  <a:lnTo>
                    <a:pt x="9679755" y="202616"/>
                  </a:lnTo>
                  <a:lnTo>
                    <a:pt x="9599474" y="240268"/>
                  </a:lnTo>
                  <a:lnTo>
                    <a:pt x="9524789" y="281512"/>
                  </a:lnTo>
                  <a:lnTo>
                    <a:pt x="9455719" y="326674"/>
                  </a:lnTo>
                  <a:lnTo>
                    <a:pt x="9392011" y="376177"/>
                  </a:lnTo>
                  <a:lnTo>
                    <a:pt x="9333237" y="430532"/>
                  </a:lnTo>
                  <a:lnTo>
                    <a:pt x="9278860" y="490319"/>
                  </a:lnTo>
                  <a:lnTo>
                    <a:pt x="9228285" y="556161"/>
                  </a:lnTo>
                  <a:lnTo>
                    <a:pt x="9180903" y="628672"/>
                  </a:lnTo>
                  <a:lnTo>
                    <a:pt x="9136120" y="708378"/>
                  </a:lnTo>
                  <a:lnTo>
                    <a:pt x="9093391" y="795599"/>
                  </a:lnTo>
                  <a:lnTo>
                    <a:pt x="9084767" y="814575"/>
                  </a:lnTo>
                  <a:lnTo>
                    <a:pt x="9054970" y="883725"/>
                  </a:lnTo>
                  <a:lnTo>
                    <a:pt x="9025802" y="956895"/>
                  </a:lnTo>
                  <a:lnTo>
                    <a:pt x="8997127" y="1034164"/>
                  </a:lnTo>
                  <a:lnTo>
                    <a:pt x="8968829" y="1115575"/>
                  </a:lnTo>
                  <a:lnTo>
                    <a:pt x="8940813" y="1201125"/>
                  </a:lnTo>
                  <a:lnTo>
                    <a:pt x="8912998" y="1290765"/>
                  </a:lnTo>
                  <a:lnTo>
                    <a:pt x="8885318" y="1384399"/>
                  </a:lnTo>
                  <a:lnTo>
                    <a:pt x="8857718" y="1481876"/>
                  </a:lnTo>
                  <a:lnTo>
                    <a:pt x="8830158" y="1582991"/>
                  </a:lnTo>
                  <a:lnTo>
                    <a:pt x="8802607" y="1687490"/>
                  </a:lnTo>
                  <a:lnTo>
                    <a:pt x="8775042" y="1795060"/>
                  </a:lnTo>
                  <a:lnTo>
                    <a:pt x="8747451" y="1905343"/>
                  </a:lnTo>
                  <a:lnTo>
                    <a:pt x="8719827" y="2017933"/>
                  </a:lnTo>
                  <a:lnTo>
                    <a:pt x="8692170" y="2132384"/>
                  </a:lnTo>
                  <a:lnTo>
                    <a:pt x="8664485" y="2248216"/>
                  </a:lnTo>
                  <a:lnTo>
                    <a:pt x="8636782" y="2364924"/>
                  </a:lnTo>
                  <a:lnTo>
                    <a:pt x="8609071" y="2481987"/>
                  </a:lnTo>
                  <a:lnTo>
                    <a:pt x="8581363" y="2598878"/>
                  </a:lnTo>
                  <a:lnTo>
                    <a:pt x="8553671" y="2715072"/>
                  </a:lnTo>
                  <a:lnTo>
                    <a:pt x="8526004" y="2830057"/>
                  </a:lnTo>
                  <a:lnTo>
                    <a:pt x="8498368" y="2943344"/>
                  </a:lnTo>
                  <a:lnTo>
                    <a:pt x="8470766" y="3054474"/>
                  </a:lnTo>
                  <a:lnTo>
                    <a:pt x="8443193" y="3163028"/>
                  </a:lnTo>
                  <a:lnTo>
                    <a:pt x="8415639" y="3268628"/>
                  </a:lnTo>
                  <a:lnTo>
                    <a:pt x="8388085" y="3370947"/>
                  </a:lnTo>
                  <a:lnTo>
                    <a:pt x="8360504" y="3469710"/>
                  </a:lnTo>
                  <a:lnTo>
                    <a:pt x="8332857" y="3564695"/>
                  </a:lnTo>
                  <a:lnTo>
                    <a:pt x="8305095" y="3655733"/>
                  </a:lnTo>
                  <a:lnTo>
                    <a:pt x="8277157" y="3742707"/>
                  </a:lnTo>
                  <a:lnTo>
                    <a:pt x="8248967" y="3825554"/>
                  </a:lnTo>
                  <a:lnTo>
                    <a:pt x="8220435" y="3904256"/>
                  </a:lnTo>
                  <a:lnTo>
                    <a:pt x="8191452" y="3978839"/>
                  </a:lnTo>
                  <a:lnTo>
                    <a:pt x="8161890" y="4049370"/>
                  </a:lnTo>
                  <a:lnTo>
                    <a:pt x="8151487" y="4072877"/>
                  </a:lnTo>
                  <a:lnTo>
                    <a:pt x="8109120" y="4161659"/>
                  </a:lnTo>
                  <a:lnTo>
                    <a:pt x="8064805" y="4242903"/>
                  </a:lnTo>
                  <a:lnTo>
                    <a:pt x="8018008" y="4316863"/>
                  </a:lnTo>
                  <a:lnTo>
                    <a:pt x="7968143" y="4384036"/>
                  </a:lnTo>
                  <a:lnTo>
                    <a:pt x="7914601" y="4445023"/>
                  </a:lnTo>
                  <a:lnTo>
                    <a:pt x="7856783" y="4500452"/>
                  </a:lnTo>
                  <a:lnTo>
                    <a:pt x="7794136" y="4550913"/>
                  </a:lnTo>
                  <a:lnTo>
                    <a:pt x="7726201" y="4596935"/>
                  </a:lnTo>
                  <a:lnTo>
                    <a:pt x="7652687" y="4638959"/>
                  </a:lnTo>
                  <a:lnTo>
                    <a:pt x="7573545" y="4677332"/>
                  </a:lnTo>
                  <a:lnTo>
                    <a:pt x="7489080" y="4712300"/>
                  </a:lnTo>
                  <a:lnTo>
                    <a:pt x="7400057" y="4744008"/>
                  </a:lnTo>
                  <a:lnTo>
                    <a:pt x="7307799" y="4772512"/>
                  </a:lnTo>
                  <a:lnTo>
                    <a:pt x="7214252" y="4797793"/>
                  </a:lnTo>
                  <a:lnTo>
                    <a:pt x="7121957" y="4819789"/>
                  </a:lnTo>
                  <a:lnTo>
                    <a:pt x="7033915" y="4838436"/>
                  </a:lnTo>
                  <a:lnTo>
                    <a:pt x="6953309" y="4853714"/>
                  </a:lnTo>
                  <a:lnTo>
                    <a:pt x="6883109" y="4865695"/>
                  </a:lnTo>
                  <a:lnTo>
                    <a:pt x="6825623" y="4874576"/>
                  </a:lnTo>
                  <a:lnTo>
                    <a:pt x="6782104" y="4880689"/>
                  </a:lnTo>
                  <a:lnTo>
                    <a:pt x="6752484" y="4884485"/>
                  </a:lnTo>
                  <a:lnTo>
                    <a:pt x="6735319" y="4886498"/>
                  </a:lnTo>
                  <a:lnTo>
                    <a:pt x="6727886" y="4887299"/>
                  </a:lnTo>
                  <a:lnTo>
                    <a:pt x="6726343" y="4887452"/>
                  </a:lnTo>
                  <a:lnTo>
                    <a:pt x="5254955" y="4887452"/>
                  </a:lnTo>
                  <a:lnTo>
                    <a:pt x="5253728" y="4887430"/>
                  </a:lnTo>
                  <a:lnTo>
                    <a:pt x="5245673" y="4887266"/>
                  </a:lnTo>
                  <a:lnTo>
                    <a:pt x="5225416" y="4886813"/>
                  </a:lnTo>
                  <a:lnTo>
                    <a:pt x="5189317" y="4885922"/>
                  </a:lnTo>
                  <a:lnTo>
                    <a:pt x="5135747" y="4884456"/>
                  </a:lnTo>
                  <a:lnTo>
                    <a:pt x="5065212" y="4882306"/>
                  </a:lnTo>
                  <a:lnTo>
                    <a:pt x="4980132" y="4879401"/>
                  </a:lnTo>
                  <a:lnTo>
                    <a:pt x="4884280" y="4875706"/>
                  </a:lnTo>
                  <a:lnTo>
                    <a:pt x="4782032" y="4871220"/>
                  </a:lnTo>
                  <a:lnTo>
                    <a:pt x="4677643" y="4865958"/>
                  </a:lnTo>
                  <a:lnTo>
                    <a:pt x="4574721" y="4859937"/>
                  </a:lnTo>
                  <a:lnTo>
                    <a:pt x="4475956" y="4853160"/>
                  </a:lnTo>
                  <a:lnTo>
                    <a:pt x="4383086" y="4845611"/>
                  </a:lnTo>
                  <a:lnTo>
                    <a:pt x="4297007" y="4837244"/>
                  </a:lnTo>
                  <a:lnTo>
                    <a:pt x="4217952" y="4827986"/>
                  </a:lnTo>
                  <a:lnTo>
                    <a:pt x="4145681" y="4817733"/>
                  </a:lnTo>
                  <a:lnTo>
                    <a:pt x="4079638" y="4806356"/>
                  </a:lnTo>
                  <a:lnTo>
                    <a:pt x="4019089" y="4793702"/>
                  </a:lnTo>
                  <a:lnTo>
                    <a:pt x="3963208" y="4779610"/>
                  </a:lnTo>
                  <a:lnTo>
                    <a:pt x="3911148" y="4763919"/>
                  </a:lnTo>
                  <a:lnTo>
                    <a:pt x="3862100" y="4746504"/>
                  </a:lnTo>
                  <a:lnTo>
                    <a:pt x="3829811" y="4733528"/>
                  </a:lnTo>
                  <a:lnTo>
                    <a:pt x="3778346" y="4710288"/>
                  </a:lnTo>
                  <a:lnTo>
                    <a:pt x="3728486" y="4684714"/>
                  </a:lnTo>
                  <a:lnTo>
                    <a:pt x="3679633" y="4656769"/>
                  </a:lnTo>
                  <a:lnTo>
                    <a:pt x="3631347" y="4626495"/>
                  </a:lnTo>
                  <a:lnTo>
                    <a:pt x="3583319" y="4594022"/>
                  </a:lnTo>
                  <a:lnTo>
                    <a:pt x="3535345" y="4559570"/>
                  </a:lnTo>
                  <a:lnTo>
                    <a:pt x="3487315" y="4523452"/>
                  </a:lnTo>
                  <a:lnTo>
                    <a:pt x="3439187" y="4486062"/>
                  </a:lnTo>
                  <a:lnTo>
                    <a:pt x="3390976" y="4447863"/>
                  </a:lnTo>
                  <a:lnTo>
                    <a:pt x="3342730" y="4409363"/>
                  </a:lnTo>
                  <a:lnTo>
                    <a:pt x="3294509" y="4371085"/>
                  </a:lnTo>
                  <a:lnTo>
                    <a:pt x="3246367" y="4333540"/>
                  </a:lnTo>
                  <a:lnTo>
                    <a:pt x="3198322" y="4297200"/>
                  </a:lnTo>
                  <a:lnTo>
                    <a:pt x="3150346" y="4262471"/>
                  </a:lnTo>
                  <a:lnTo>
                    <a:pt x="3102336" y="4229679"/>
                  </a:lnTo>
                  <a:lnTo>
                    <a:pt x="3054107" y="4199060"/>
                  </a:lnTo>
                  <a:lnTo>
                    <a:pt x="3005365" y="4170755"/>
                  </a:lnTo>
                  <a:lnTo>
                    <a:pt x="2955693" y="4144819"/>
                  </a:lnTo>
                  <a:lnTo>
                    <a:pt x="2904519" y="4121228"/>
                  </a:lnTo>
                  <a:lnTo>
                    <a:pt x="2896531" y="4117828"/>
                  </a:lnTo>
                  <a:lnTo>
                    <a:pt x="2849123" y="4099195"/>
                  </a:lnTo>
                  <a:lnTo>
                    <a:pt x="2799213" y="4082331"/>
                  </a:lnTo>
                  <a:lnTo>
                    <a:pt x="2746043" y="4067158"/>
                  </a:lnTo>
                  <a:lnTo>
                    <a:pt x="2688788" y="4053535"/>
                  </a:lnTo>
                  <a:lnTo>
                    <a:pt x="2626601" y="4041299"/>
                  </a:lnTo>
                  <a:lnTo>
                    <a:pt x="2558676" y="4030290"/>
                  </a:lnTo>
                  <a:lnTo>
                    <a:pt x="2484323" y="4020362"/>
                  </a:lnTo>
                  <a:lnTo>
                    <a:pt x="2403070" y="4011393"/>
                  </a:lnTo>
                  <a:lnTo>
                    <a:pt x="2314807" y="4003290"/>
                  </a:lnTo>
                  <a:lnTo>
                    <a:pt x="2219953" y="3995987"/>
                  </a:lnTo>
                  <a:lnTo>
                    <a:pt x="2119652" y="3989448"/>
                  </a:lnTo>
                  <a:lnTo>
                    <a:pt x="2015934" y="3983664"/>
                  </a:lnTo>
                  <a:lnTo>
                    <a:pt x="1911791" y="3978643"/>
                  </a:lnTo>
                  <a:lnTo>
                    <a:pt x="1811074" y="3974405"/>
                  </a:lnTo>
                  <a:lnTo>
                    <a:pt x="1718145" y="3970959"/>
                  </a:lnTo>
                  <a:lnTo>
                    <a:pt x="1637274" y="3968296"/>
                  </a:lnTo>
                  <a:lnTo>
                    <a:pt x="1571886" y="3966371"/>
                  </a:lnTo>
                  <a:lnTo>
                    <a:pt x="1523846" y="3965099"/>
                  </a:lnTo>
                  <a:lnTo>
                    <a:pt x="1492995" y="3964361"/>
                  </a:lnTo>
                  <a:lnTo>
                    <a:pt x="1477048" y="3964015"/>
                  </a:lnTo>
                  <a:lnTo>
                    <a:pt x="1471790" y="3963911"/>
                  </a:lnTo>
                  <a:lnTo>
                    <a:pt x="1471387" y="3963904"/>
                  </a:lnTo>
                  <a:lnTo>
                    <a:pt x="0" y="3963904"/>
                  </a:lnTo>
                  <a:close/>
                </a:path>
              </a:pathLst>
            </a:custGeom>
            <a:solidFill>
              <a:srgbClr val="F28E5B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948" name="pl948"/>
            <p:cNvSpPr/>
            <p:nvPr/>
          </p:nvSpPr>
          <p:spPr>
            <a:xfrm>
              <a:off x="4799595" y="3900934"/>
              <a:ext cx="11981298" cy="4887452"/>
            </a:xfrm>
            <a:custGeom>
              <a:avLst/>
              <a:pathLst>
                <a:path w="11981298" h="4887452">
                  <a:moveTo>
                    <a:pt x="0" y="3963904"/>
                  </a:moveTo>
                  <a:lnTo>
                    <a:pt x="1471387" y="3963904"/>
                  </a:lnTo>
                  <a:lnTo>
                    <a:pt x="1472614" y="3963927"/>
                  </a:lnTo>
                  <a:lnTo>
                    <a:pt x="1480669" y="3964090"/>
                  </a:lnTo>
                  <a:lnTo>
                    <a:pt x="1500926" y="3964543"/>
                  </a:lnTo>
                  <a:lnTo>
                    <a:pt x="1537025" y="3965434"/>
                  </a:lnTo>
                  <a:lnTo>
                    <a:pt x="1590595" y="3966900"/>
                  </a:lnTo>
                  <a:lnTo>
                    <a:pt x="1661130" y="3969050"/>
                  </a:lnTo>
                  <a:lnTo>
                    <a:pt x="1746210" y="3971955"/>
                  </a:lnTo>
                  <a:lnTo>
                    <a:pt x="1842063" y="3975650"/>
                  </a:lnTo>
                  <a:lnTo>
                    <a:pt x="1944310" y="3980136"/>
                  </a:lnTo>
                  <a:lnTo>
                    <a:pt x="2048699" y="3985398"/>
                  </a:lnTo>
                  <a:lnTo>
                    <a:pt x="2151621" y="3991419"/>
                  </a:lnTo>
                  <a:lnTo>
                    <a:pt x="2250386" y="3998196"/>
                  </a:lnTo>
                  <a:lnTo>
                    <a:pt x="2343256" y="4005745"/>
                  </a:lnTo>
                  <a:lnTo>
                    <a:pt x="2429335" y="4014112"/>
                  </a:lnTo>
                  <a:lnTo>
                    <a:pt x="2508390" y="4023370"/>
                  </a:lnTo>
                  <a:lnTo>
                    <a:pt x="2580662" y="4033623"/>
                  </a:lnTo>
                  <a:lnTo>
                    <a:pt x="2646704" y="4045000"/>
                  </a:lnTo>
                  <a:lnTo>
                    <a:pt x="2707253" y="4057654"/>
                  </a:lnTo>
                  <a:lnTo>
                    <a:pt x="2763134" y="4071747"/>
                  </a:lnTo>
                  <a:lnTo>
                    <a:pt x="2815194" y="4087437"/>
                  </a:lnTo>
                  <a:lnTo>
                    <a:pt x="2864242" y="4104852"/>
                  </a:lnTo>
                  <a:lnTo>
                    <a:pt x="2896531" y="4117828"/>
                  </a:lnTo>
                  <a:lnTo>
                    <a:pt x="2947996" y="4141068"/>
                  </a:lnTo>
                  <a:lnTo>
                    <a:pt x="2997856" y="4166643"/>
                  </a:lnTo>
                  <a:lnTo>
                    <a:pt x="3046709" y="4194587"/>
                  </a:lnTo>
                  <a:lnTo>
                    <a:pt x="3094995" y="4224861"/>
                  </a:lnTo>
                  <a:lnTo>
                    <a:pt x="3143023" y="4257334"/>
                  </a:lnTo>
                  <a:lnTo>
                    <a:pt x="3190997" y="4291786"/>
                  </a:lnTo>
                  <a:lnTo>
                    <a:pt x="3239027" y="4327904"/>
                  </a:lnTo>
                  <a:lnTo>
                    <a:pt x="3287155" y="4365294"/>
                  </a:lnTo>
                  <a:lnTo>
                    <a:pt x="3335366" y="4403493"/>
                  </a:lnTo>
                  <a:lnTo>
                    <a:pt x="3383613" y="4441993"/>
                  </a:lnTo>
                  <a:lnTo>
                    <a:pt x="3431833" y="4480272"/>
                  </a:lnTo>
                  <a:lnTo>
                    <a:pt x="3479975" y="4517816"/>
                  </a:lnTo>
                  <a:lnTo>
                    <a:pt x="3528020" y="4554156"/>
                  </a:lnTo>
                  <a:lnTo>
                    <a:pt x="3575997" y="4588885"/>
                  </a:lnTo>
                  <a:lnTo>
                    <a:pt x="3624006" y="4621677"/>
                  </a:lnTo>
                  <a:lnTo>
                    <a:pt x="3672235" y="4652296"/>
                  </a:lnTo>
                  <a:lnTo>
                    <a:pt x="3720977" y="4680602"/>
                  </a:lnTo>
                  <a:lnTo>
                    <a:pt x="3770649" y="4706537"/>
                  </a:lnTo>
                  <a:lnTo>
                    <a:pt x="3821823" y="4730128"/>
                  </a:lnTo>
                  <a:lnTo>
                    <a:pt x="3829811" y="4733528"/>
                  </a:lnTo>
                  <a:lnTo>
                    <a:pt x="3877219" y="4752162"/>
                  </a:lnTo>
                  <a:lnTo>
                    <a:pt x="3927130" y="4769025"/>
                  </a:lnTo>
                  <a:lnTo>
                    <a:pt x="3980299" y="4784198"/>
                  </a:lnTo>
                  <a:lnTo>
                    <a:pt x="4037554" y="4797822"/>
                  </a:lnTo>
                  <a:lnTo>
                    <a:pt x="4099741" y="4810057"/>
                  </a:lnTo>
                  <a:lnTo>
                    <a:pt x="4167666" y="4821067"/>
                  </a:lnTo>
                  <a:lnTo>
                    <a:pt x="4242020" y="4830994"/>
                  </a:lnTo>
                  <a:lnTo>
                    <a:pt x="4323272" y="4839963"/>
                  </a:lnTo>
                  <a:lnTo>
                    <a:pt x="4411535" y="4848066"/>
                  </a:lnTo>
                  <a:lnTo>
                    <a:pt x="4506389" y="4855369"/>
                  </a:lnTo>
                  <a:lnTo>
                    <a:pt x="4606690" y="4861908"/>
                  </a:lnTo>
                  <a:lnTo>
                    <a:pt x="4710408" y="4867692"/>
                  </a:lnTo>
                  <a:lnTo>
                    <a:pt x="4814551" y="4872713"/>
                  </a:lnTo>
                  <a:lnTo>
                    <a:pt x="4915268" y="4876951"/>
                  </a:lnTo>
                  <a:lnTo>
                    <a:pt x="5008197" y="4880397"/>
                  </a:lnTo>
                  <a:lnTo>
                    <a:pt x="5089068" y="4883060"/>
                  </a:lnTo>
                  <a:lnTo>
                    <a:pt x="5154456" y="4884986"/>
                  </a:lnTo>
                  <a:lnTo>
                    <a:pt x="5202496" y="4886258"/>
                  </a:lnTo>
                  <a:lnTo>
                    <a:pt x="5233347" y="4886995"/>
                  </a:lnTo>
                  <a:lnTo>
                    <a:pt x="5249294" y="4887341"/>
                  </a:lnTo>
                  <a:lnTo>
                    <a:pt x="5254552" y="4887445"/>
                  </a:lnTo>
                  <a:lnTo>
                    <a:pt x="5254955" y="4887452"/>
                  </a:lnTo>
                  <a:lnTo>
                    <a:pt x="6726343" y="4887452"/>
                  </a:lnTo>
                  <a:lnTo>
                    <a:pt x="6727230" y="4887365"/>
                  </a:lnTo>
                  <a:lnTo>
                    <a:pt x="6733095" y="4886744"/>
                  </a:lnTo>
                  <a:lnTo>
                    <a:pt x="6747985" y="4885029"/>
                  </a:lnTo>
                  <a:lnTo>
                    <a:pt x="6774866" y="4881647"/>
                  </a:lnTo>
                  <a:lnTo>
                    <a:pt x="6815461" y="4876054"/>
                  </a:lnTo>
                  <a:lnTo>
                    <a:pt x="6870120" y="4867777"/>
                  </a:lnTo>
                  <a:lnTo>
                    <a:pt x="6937851" y="4856457"/>
                  </a:lnTo>
                  <a:lnTo>
                    <a:pt x="7016534" y="4841870"/>
                  </a:lnTo>
                  <a:lnTo>
                    <a:pt x="7103299" y="4823921"/>
                  </a:lnTo>
                  <a:lnTo>
                    <a:pt x="7194971" y="4802613"/>
                  </a:lnTo>
                  <a:lnTo>
                    <a:pt x="7288486" y="4778005"/>
                  </a:lnTo>
                  <a:lnTo>
                    <a:pt x="7381190" y="4750164"/>
                  </a:lnTo>
                  <a:lnTo>
                    <a:pt x="7471011" y="4719121"/>
                  </a:lnTo>
                  <a:lnTo>
                    <a:pt x="7556498" y="4684836"/>
                  </a:lnTo>
                  <a:lnTo>
                    <a:pt x="7636779" y="4647184"/>
                  </a:lnTo>
                  <a:lnTo>
                    <a:pt x="7711464" y="4605940"/>
                  </a:lnTo>
                  <a:lnTo>
                    <a:pt x="7780535" y="4560778"/>
                  </a:lnTo>
                  <a:lnTo>
                    <a:pt x="7844242" y="4511275"/>
                  </a:lnTo>
                  <a:lnTo>
                    <a:pt x="7903016" y="4456920"/>
                  </a:lnTo>
                  <a:lnTo>
                    <a:pt x="7957393" y="4397133"/>
                  </a:lnTo>
                  <a:lnTo>
                    <a:pt x="8007968" y="4331291"/>
                  </a:lnTo>
                  <a:lnTo>
                    <a:pt x="8055351" y="4258780"/>
                  </a:lnTo>
                  <a:lnTo>
                    <a:pt x="8100133" y="4179074"/>
                  </a:lnTo>
                  <a:lnTo>
                    <a:pt x="8142862" y="4091853"/>
                  </a:lnTo>
                  <a:lnTo>
                    <a:pt x="8151487" y="4072877"/>
                  </a:lnTo>
                  <a:lnTo>
                    <a:pt x="8181283" y="4003727"/>
                  </a:lnTo>
                  <a:lnTo>
                    <a:pt x="8210451" y="3930557"/>
                  </a:lnTo>
                  <a:lnTo>
                    <a:pt x="8239127" y="3853288"/>
                  </a:lnTo>
                  <a:lnTo>
                    <a:pt x="8267424" y="3771877"/>
                  </a:lnTo>
                  <a:lnTo>
                    <a:pt x="8295440" y="3686327"/>
                  </a:lnTo>
                  <a:lnTo>
                    <a:pt x="8323255" y="3596687"/>
                  </a:lnTo>
                  <a:lnTo>
                    <a:pt x="8350936" y="3503053"/>
                  </a:lnTo>
                  <a:lnTo>
                    <a:pt x="8378535" y="3405576"/>
                  </a:lnTo>
                  <a:lnTo>
                    <a:pt x="8406095" y="3304461"/>
                  </a:lnTo>
                  <a:lnTo>
                    <a:pt x="8433646" y="3199962"/>
                  </a:lnTo>
                  <a:lnTo>
                    <a:pt x="8461211" y="3092392"/>
                  </a:lnTo>
                  <a:lnTo>
                    <a:pt x="8488803" y="2982109"/>
                  </a:lnTo>
                  <a:lnTo>
                    <a:pt x="8516427" y="2869519"/>
                  </a:lnTo>
                  <a:lnTo>
                    <a:pt x="8544083" y="2755068"/>
                  </a:lnTo>
                  <a:lnTo>
                    <a:pt x="8571768" y="2639236"/>
                  </a:lnTo>
                  <a:lnTo>
                    <a:pt x="8599471" y="2522528"/>
                  </a:lnTo>
                  <a:lnTo>
                    <a:pt x="8627182" y="2405465"/>
                  </a:lnTo>
                  <a:lnTo>
                    <a:pt x="8654890" y="2288574"/>
                  </a:lnTo>
                  <a:lnTo>
                    <a:pt x="8682582" y="2172380"/>
                  </a:lnTo>
                  <a:lnTo>
                    <a:pt x="8710249" y="2057395"/>
                  </a:lnTo>
                  <a:lnTo>
                    <a:pt x="8737885" y="1944108"/>
                  </a:lnTo>
                  <a:lnTo>
                    <a:pt x="8765487" y="1832978"/>
                  </a:lnTo>
                  <a:lnTo>
                    <a:pt x="8793060" y="1724424"/>
                  </a:lnTo>
                  <a:lnTo>
                    <a:pt x="8820614" y="1618824"/>
                  </a:lnTo>
                  <a:lnTo>
                    <a:pt x="8848168" y="1516505"/>
                  </a:lnTo>
                  <a:lnTo>
                    <a:pt x="8875750" y="1417742"/>
                  </a:lnTo>
                  <a:lnTo>
                    <a:pt x="8903397" y="1322757"/>
                  </a:lnTo>
                  <a:lnTo>
                    <a:pt x="8931158" y="1231719"/>
                  </a:lnTo>
                  <a:lnTo>
                    <a:pt x="8959096" y="1144745"/>
                  </a:lnTo>
                  <a:lnTo>
                    <a:pt x="8987286" y="1061898"/>
                  </a:lnTo>
                  <a:lnTo>
                    <a:pt x="9015818" y="983196"/>
                  </a:lnTo>
                  <a:lnTo>
                    <a:pt x="9044802" y="908613"/>
                  </a:lnTo>
                  <a:lnTo>
                    <a:pt x="9074364" y="838082"/>
                  </a:lnTo>
                  <a:lnTo>
                    <a:pt x="9084767" y="814575"/>
                  </a:lnTo>
                  <a:lnTo>
                    <a:pt x="9127133" y="725793"/>
                  </a:lnTo>
                  <a:lnTo>
                    <a:pt x="9171448" y="644549"/>
                  </a:lnTo>
                  <a:lnTo>
                    <a:pt x="9218245" y="570589"/>
                  </a:lnTo>
                  <a:lnTo>
                    <a:pt x="9268110" y="503416"/>
                  </a:lnTo>
                  <a:lnTo>
                    <a:pt x="9321652" y="442429"/>
                  </a:lnTo>
                  <a:lnTo>
                    <a:pt x="9379470" y="387000"/>
                  </a:lnTo>
                  <a:lnTo>
                    <a:pt x="9442118" y="336539"/>
                  </a:lnTo>
                  <a:lnTo>
                    <a:pt x="9510052" y="290517"/>
                  </a:lnTo>
                  <a:lnTo>
                    <a:pt x="9583567" y="248493"/>
                  </a:lnTo>
                  <a:lnTo>
                    <a:pt x="9662708" y="210120"/>
                  </a:lnTo>
                  <a:lnTo>
                    <a:pt x="9747173" y="175152"/>
                  </a:lnTo>
                  <a:lnTo>
                    <a:pt x="9836197" y="143444"/>
                  </a:lnTo>
                  <a:lnTo>
                    <a:pt x="9928454" y="114940"/>
                  </a:lnTo>
                  <a:lnTo>
                    <a:pt x="10022001" y="89659"/>
                  </a:lnTo>
                  <a:lnTo>
                    <a:pt x="10114296" y="67663"/>
                  </a:lnTo>
                  <a:lnTo>
                    <a:pt x="10202338" y="49016"/>
                  </a:lnTo>
                  <a:lnTo>
                    <a:pt x="10282944" y="33738"/>
                  </a:lnTo>
                  <a:lnTo>
                    <a:pt x="10353145" y="21757"/>
                  </a:lnTo>
                  <a:lnTo>
                    <a:pt x="10410630" y="12876"/>
                  </a:lnTo>
                  <a:lnTo>
                    <a:pt x="10454150" y="6763"/>
                  </a:lnTo>
                  <a:lnTo>
                    <a:pt x="10483769" y="2967"/>
                  </a:lnTo>
                  <a:lnTo>
                    <a:pt x="10500934" y="954"/>
                  </a:lnTo>
                  <a:lnTo>
                    <a:pt x="10508367" y="153"/>
                  </a:lnTo>
                  <a:lnTo>
                    <a:pt x="10509902" y="0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49" name="pl949"/>
            <p:cNvSpPr/>
            <p:nvPr/>
          </p:nvSpPr>
          <p:spPr>
            <a:xfrm>
              <a:off x="4799595" y="3892761"/>
              <a:ext cx="11981298" cy="4887452"/>
            </a:xfrm>
            <a:custGeom>
              <a:avLst/>
              <a:pathLst>
                <a:path w="11981298" h="4887452">
                  <a:moveTo>
                    <a:pt x="11981298" y="0"/>
                  </a:moveTo>
                  <a:lnTo>
                    <a:pt x="10509911" y="0"/>
                  </a:lnTo>
                  <a:lnTo>
                    <a:pt x="10509023" y="87"/>
                  </a:lnTo>
                  <a:lnTo>
                    <a:pt x="10503158" y="708"/>
                  </a:lnTo>
                  <a:lnTo>
                    <a:pt x="10488268" y="2423"/>
                  </a:lnTo>
                  <a:lnTo>
                    <a:pt x="10461387" y="5805"/>
                  </a:lnTo>
                  <a:lnTo>
                    <a:pt x="10420792" y="11398"/>
                  </a:lnTo>
                  <a:lnTo>
                    <a:pt x="10366133" y="19675"/>
                  </a:lnTo>
                  <a:lnTo>
                    <a:pt x="10298402" y="30995"/>
                  </a:lnTo>
                  <a:lnTo>
                    <a:pt x="10219719" y="45582"/>
                  </a:lnTo>
                  <a:lnTo>
                    <a:pt x="10132954" y="63531"/>
                  </a:lnTo>
                  <a:lnTo>
                    <a:pt x="10041282" y="84839"/>
                  </a:lnTo>
                  <a:lnTo>
                    <a:pt x="9947767" y="109447"/>
                  </a:lnTo>
                  <a:lnTo>
                    <a:pt x="9855063" y="137288"/>
                  </a:lnTo>
                  <a:lnTo>
                    <a:pt x="9765242" y="168331"/>
                  </a:lnTo>
                  <a:lnTo>
                    <a:pt x="9679755" y="202616"/>
                  </a:lnTo>
                  <a:lnTo>
                    <a:pt x="9599474" y="240268"/>
                  </a:lnTo>
                  <a:lnTo>
                    <a:pt x="9524789" y="281512"/>
                  </a:lnTo>
                  <a:lnTo>
                    <a:pt x="9455719" y="326674"/>
                  </a:lnTo>
                  <a:lnTo>
                    <a:pt x="9392011" y="376177"/>
                  </a:lnTo>
                  <a:lnTo>
                    <a:pt x="9333237" y="430532"/>
                  </a:lnTo>
                  <a:lnTo>
                    <a:pt x="9278860" y="490319"/>
                  </a:lnTo>
                  <a:lnTo>
                    <a:pt x="9228285" y="556161"/>
                  </a:lnTo>
                  <a:lnTo>
                    <a:pt x="9180903" y="628672"/>
                  </a:lnTo>
                  <a:lnTo>
                    <a:pt x="9136120" y="708378"/>
                  </a:lnTo>
                  <a:lnTo>
                    <a:pt x="9093391" y="795599"/>
                  </a:lnTo>
                  <a:lnTo>
                    <a:pt x="9084767" y="814575"/>
                  </a:lnTo>
                  <a:lnTo>
                    <a:pt x="9054970" y="883725"/>
                  </a:lnTo>
                  <a:lnTo>
                    <a:pt x="9025802" y="956895"/>
                  </a:lnTo>
                  <a:lnTo>
                    <a:pt x="8997127" y="1034164"/>
                  </a:lnTo>
                  <a:lnTo>
                    <a:pt x="8968829" y="1115575"/>
                  </a:lnTo>
                  <a:lnTo>
                    <a:pt x="8940813" y="1201125"/>
                  </a:lnTo>
                  <a:lnTo>
                    <a:pt x="8912998" y="1290765"/>
                  </a:lnTo>
                  <a:lnTo>
                    <a:pt x="8885318" y="1384399"/>
                  </a:lnTo>
                  <a:lnTo>
                    <a:pt x="8857718" y="1481876"/>
                  </a:lnTo>
                  <a:lnTo>
                    <a:pt x="8830158" y="1582991"/>
                  </a:lnTo>
                  <a:lnTo>
                    <a:pt x="8802607" y="1687490"/>
                  </a:lnTo>
                  <a:lnTo>
                    <a:pt x="8775042" y="1795060"/>
                  </a:lnTo>
                  <a:lnTo>
                    <a:pt x="8747451" y="1905343"/>
                  </a:lnTo>
                  <a:lnTo>
                    <a:pt x="8719827" y="2017933"/>
                  </a:lnTo>
                  <a:lnTo>
                    <a:pt x="8692170" y="2132384"/>
                  </a:lnTo>
                  <a:lnTo>
                    <a:pt x="8664485" y="2248216"/>
                  </a:lnTo>
                  <a:lnTo>
                    <a:pt x="8636782" y="2364924"/>
                  </a:lnTo>
                  <a:lnTo>
                    <a:pt x="8609071" y="2481987"/>
                  </a:lnTo>
                  <a:lnTo>
                    <a:pt x="8581363" y="2598878"/>
                  </a:lnTo>
                  <a:lnTo>
                    <a:pt x="8553671" y="2715072"/>
                  </a:lnTo>
                  <a:lnTo>
                    <a:pt x="8526004" y="2830057"/>
                  </a:lnTo>
                  <a:lnTo>
                    <a:pt x="8498368" y="2943344"/>
                  </a:lnTo>
                  <a:lnTo>
                    <a:pt x="8470766" y="3054474"/>
                  </a:lnTo>
                  <a:lnTo>
                    <a:pt x="8443193" y="3163028"/>
                  </a:lnTo>
                  <a:lnTo>
                    <a:pt x="8415639" y="3268628"/>
                  </a:lnTo>
                  <a:lnTo>
                    <a:pt x="8388085" y="3370947"/>
                  </a:lnTo>
                  <a:lnTo>
                    <a:pt x="8360504" y="3469710"/>
                  </a:lnTo>
                  <a:lnTo>
                    <a:pt x="8332857" y="3564695"/>
                  </a:lnTo>
                  <a:lnTo>
                    <a:pt x="8305095" y="3655733"/>
                  </a:lnTo>
                  <a:lnTo>
                    <a:pt x="8277157" y="3742707"/>
                  </a:lnTo>
                  <a:lnTo>
                    <a:pt x="8248967" y="3825554"/>
                  </a:lnTo>
                  <a:lnTo>
                    <a:pt x="8220435" y="3904256"/>
                  </a:lnTo>
                  <a:lnTo>
                    <a:pt x="8191452" y="3978839"/>
                  </a:lnTo>
                  <a:lnTo>
                    <a:pt x="8161890" y="4049370"/>
                  </a:lnTo>
                  <a:lnTo>
                    <a:pt x="8151487" y="4072877"/>
                  </a:lnTo>
                  <a:lnTo>
                    <a:pt x="8109120" y="4161659"/>
                  </a:lnTo>
                  <a:lnTo>
                    <a:pt x="8064805" y="4242903"/>
                  </a:lnTo>
                  <a:lnTo>
                    <a:pt x="8018008" y="4316863"/>
                  </a:lnTo>
                  <a:lnTo>
                    <a:pt x="7968143" y="4384036"/>
                  </a:lnTo>
                  <a:lnTo>
                    <a:pt x="7914601" y="4445023"/>
                  </a:lnTo>
                  <a:lnTo>
                    <a:pt x="7856783" y="4500452"/>
                  </a:lnTo>
                  <a:lnTo>
                    <a:pt x="7794136" y="4550913"/>
                  </a:lnTo>
                  <a:lnTo>
                    <a:pt x="7726201" y="4596935"/>
                  </a:lnTo>
                  <a:lnTo>
                    <a:pt x="7652687" y="4638959"/>
                  </a:lnTo>
                  <a:lnTo>
                    <a:pt x="7573545" y="4677332"/>
                  </a:lnTo>
                  <a:lnTo>
                    <a:pt x="7489080" y="4712300"/>
                  </a:lnTo>
                  <a:lnTo>
                    <a:pt x="7400057" y="4744008"/>
                  </a:lnTo>
                  <a:lnTo>
                    <a:pt x="7307799" y="4772512"/>
                  </a:lnTo>
                  <a:lnTo>
                    <a:pt x="7214252" y="4797793"/>
                  </a:lnTo>
                  <a:lnTo>
                    <a:pt x="7121957" y="4819789"/>
                  </a:lnTo>
                  <a:lnTo>
                    <a:pt x="7033915" y="4838436"/>
                  </a:lnTo>
                  <a:lnTo>
                    <a:pt x="6953309" y="4853714"/>
                  </a:lnTo>
                  <a:lnTo>
                    <a:pt x="6883109" y="4865695"/>
                  </a:lnTo>
                  <a:lnTo>
                    <a:pt x="6825623" y="4874576"/>
                  </a:lnTo>
                  <a:lnTo>
                    <a:pt x="6782104" y="4880689"/>
                  </a:lnTo>
                  <a:lnTo>
                    <a:pt x="6752484" y="4884485"/>
                  </a:lnTo>
                  <a:lnTo>
                    <a:pt x="6735319" y="4886498"/>
                  </a:lnTo>
                  <a:lnTo>
                    <a:pt x="6727886" y="4887299"/>
                  </a:lnTo>
                  <a:lnTo>
                    <a:pt x="6726351" y="4887452"/>
                  </a:lnTo>
                  <a:lnTo>
                    <a:pt x="6726343" y="4887452"/>
                  </a:lnTo>
                  <a:lnTo>
                    <a:pt x="5254955" y="4887452"/>
                  </a:lnTo>
                  <a:lnTo>
                    <a:pt x="5253728" y="4887430"/>
                  </a:lnTo>
                  <a:lnTo>
                    <a:pt x="5245673" y="4887266"/>
                  </a:lnTo>
                  <a:lnTo>
                    <a:pt x="5225416" y="4886813"/>
                  </a:lnTo>
                  <a:lnTo>
                    <a:pt x="5189317" y="4885922"/>
                  </a:lnTo>
                  <a:lnTo>
                    <a:pt x="5135747" y="4884456"/>
                  </a:lnTo>
                  <a:lnTo>
                    <a:pt x="5065212" y="4882306"/>
                  </a:lnTo>
                  <a:lnTo>
                    <a:pt x="4980132" y="4879401"/>
                  </a:lnTo>
                  <a:lnTo>
                    <a:pt x="4884280" y="4875706"/>
                  </a:lnTo>
                  <a:lnTo>
                    <a:pt x="4782032" y="4871220"/>
                  </a:lnTo>
                  <a:lnTo>
                    <a:pt x="4677643" y="4865958"/>
                  </a:lnTo>
                  <a:lnTo>
                    <a:pt x="4574721" y="4859937"/>
                  </a:lnTo>
                  <a:lnTo>
                    <a:pt x="4475956" y="4853160"/>
                  </a:lnTo>
                  <a:lnTo>
                    <a:pt x="4383086" y="4845611"/>
                  </a:lnTo>
                  <a:lnTo>
                    <a:pt x="4297007" y="4837244"/>
                  </a:lnTo>
                  <a:lnTo>
                    <a:pt x="4217952" y="4827986"/>
                  </a:lnTo>
                  <a:lnTo>
                    <a:pt x="4145681" y="4817733"/>
                  </a:lnTo>
                  <a:lnTo>
                    <a:pt x="4079638" y="4806356"/>
                  </a:lnTo>
                  <a:lnTo>
                    <a:pt x="4019089" y="4793702"/>
                  </a:lnTo>
                  <a:lnTo>
                    <a:pt x="3963208" y="4779610"/>
                  </a:lnTo>
                  <a:lnTo>
                    <a:pt x="3911148" y="4763919"/>
                  </a:lnTo>
                  <a:lnTo>
                    <a:pt x="3862100" y="4746504"/>
                  </a:lnTo>
                  <a:lnTo>
                    <a:pt x="3829811" y="4733528"/>
                  </a:lnTo>
                  <a:lnTo>
                    <a:pt x="3778346" y="4710288"/>
                  </a:lnTo>
                  <a:lnTo>
                    <a:pt x="3728486" y="4684714"/>
                  </a:lnTo>
                  <a:lnTo>
                    <a:pt x="3679633" y="4656769"/>
                  </a:lnTo>
                  <a:lnTo>
                    <a:pt x="3631347" y="4626495"/>
                  </a:lnTo>
                  <a:lnTo>
                    <a:pt x="3583319" y="4594022"/>
                  </a:lnTo>
                  <a:lnTo>
                    <a:pt x="3535345" y="4559570"/>
                  </a:lnTo>
                  <a:lnTo>
                    <a:pt x="3487315" y="4523452"/>
                  </a:lnTo>
                  <a:lnTo>
                    <a:pt x="3439187" y="4486062"/>
                  </a:lnTo>
                  <a:lnTo>
                    <a:pt x="3390976" y="4447863"/>
                  </a:lnTo>
                  <a:lnTo>
                    <a:pt x="3342730" y="4409363"/>
                  </a:lnTo>
                  <a:lnTo>
                    <a:pt x="3294509" y="4371085"/>
                  </a:lnTo>
                  <a:lnTo>
                    <a:pt x="3246367" y="4333540"/>
                  </a:lnTo>
                  <a:lnTo>
                    <a:pt x="3198322" y="4297200"/>
                  </a:lnTo>
                  <a:lnTo>
                    <a:pt x="3150346" y="4262471"/>
                  </a:lnTo>
                  <a:lnTo>
                    <a:pt x="3102336" y="4229679"/>
                  </a:lnTo>
                  <a:lnTo>
                    <a:pt x="3054107" y="4199060"/>
                  </a:lnTo>
                  <a:lnTo>
                    <a:pt x="3005365" y="4170755"/>
                  </a:lnTo>
                  <a:lnTo>
                    <a:pt x="2955693" y="4144819"/>
                  </a:lnTo>
                  <a:lnTo>
                    <a:pt x="2904519" y="4121228"/>
                  </a:lnTo>
                  <a:lnTo>
                    <a:pt x="2896531" y="4117828"/>
                  </a:lnTo>
                  <a:lnTo>
                    <a:pt x="2849123" y="4099195"/>
                  </a:lnTo>
                  <a:lnTo>
                    <a:pt x="2799213" y="4082331"/>
                  </a:lnTo>
                  <a:lnTo>
                    <a:pt x="2746043" y="4067158"/>
                  </a:lnTo>
                  <a:lnTo>
                    <a:pt x="2688788" y="4053535"/>
                  </a:lnTo>
                  <a:lnTo>
                    <a:pt x="2626601" y="4041299"/>
                  </a:lnTo>
                  <a:lnTo>
                    <a:pt x="2558676" y="4030290"/>
                  </a:lnTo>
                  <a:lnTo>
                    <a:pt x="2484323" y="4020362"/>
                  </a:lnTo>
                  <a:lnTo>
                    <a:pt x="2403070" y="4011393"/>
                  </a:lnTo>
                  <a:lnTo>
                    <a:pt x="2314807" y="4003290"/>
                  </a:lnTo>
                  <a:lnTo>
                    <a:pt x="2219953" y="3995987"/>
                  </a:lnTo>
                  <a:lnTo>
                    <a:pt x="2119652" y="3989448"/>
                  </a:lnTo>
                  <a:lnTo>
                    <a:pt x="2015934" y="3983664"/>
                  </a:lnTo>
                  <a:lnTo>
                    <a:pt x="1911791" y="3978643"/>
                  </a:lnTo>
                  <a:lnTo>
                    <a:pt x="1811074" y="3974405"/>
                  </a:lnTo>
                  <a:lnTo>
                    <a:pt x="1718145" y="3970959"/>
                  </a:lnTo>
                  <a:lnTo>
                    <a:pt x="1637274" y="3968296"/>
                  </a:lnTo>
                  <a:lnTo>
                    <a:pt x="1571886" y="3966371"/>
                  </a:lnTo>
                  <a:lnTo>
                    <a:pt x="1523846" y="3965099"/>
                  </a:lnTo>
                  <a:lnTo>
                    <a:pt x="1492995" y="3964361"/>
                  </a:lnTo>
                  <a:lnTo>
                    <a:pt x="1477048" y="3964015"/>
                  </a:lnTo>
                  <a:lnTo>
                    <a:pt x="1471790" y="3963911"/>
                  </a:lnTo>
                  <a:lnTo>
                    <a:pt x="1471387" y="3963904"/>
                  </a:lnTo>
                  <a:lnTo>
                    <a:pt x="0" y="396390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50" name="pg950"/>
            <p:cNvSpPr/>
            <p:nvPr/>
          </p:nvSpPr>
          <p:spPr>
            <a:xfrm>
              <a:off x="4799595" y="7864838"/>
              <a:ext cx="11981298" cy="1266814"/>
            </a:xfrm>
            <a:custGeom>
              <a:avLst/>
              <a:pathLst>
                <a:path w="11981298" h="1266814">
                  <a:moveTo>
                    <a:pt x="0" y="8172"/>
                  </a:moveTo>
                  <a:lnTo>
                    <a:pt x="1471387" y="8172"/>
                  </a:lnTo>
                  <a:lnTo>
                    <a:pt x="1472609" y="8200"/>
                  </a:lnTo>
                  <a:lnTo>
                    <a:pt x="1480633" y="8398"/>
                  </a:lnTo>
                  <a:lnTo>
                    <a:pt x="1500814" y="8945"/>
                  </a:lnTo>
                  <a:lnTo>
                    <a:pt x="1536784" y="10021"/>
                  </a:lnTo>
                  <a:lnTo>
                    <a:pt x="1590175" y="11790"/>
                  </a:lnTo>
                  <a:lnTo>
                    <a:pt x="1660496" y="14387"/>
                  </a:lnTo>
                  <a:lnTo>
                    <a:pt x="1745349" y="17897"/>
                  </a:lnTo>
                  <a:lnTo>
                    <a:pt x="1840985" y="22360"/>
                  </a:lnTo>
                  <a:lnTo>
                    <a:pt x="1943047" y="27781"/>
                  </a:lnTo>
                  <a:lnTo>
                    <a:pt x="2047292" y="34140"/>
                  </a:lnTo>
                  <a:lnTo>
                    <a:pt x="2150118" y="41417"/>
                  </a:lnTo>
                  <a:lnTo>
                    <a:pt x="2248830" y="49608"/>
                  </a:lnTo>
                  <a:lnTo>
                    <a:pt x="2341684" y="58732"/>
                  </a:lnTo>
                  <a:lnTo>
                    <a:pt x="2427774" y="68843"/>
                  </a:lnTo>
                  <a:lnTo>
                    <a:pt x="2506858" y="80030"/>
                  </a:lnTo>
                  <a:lnTo>
                    <a:pt x="2579169" y="92417"/>
                  </a:lnTo>
                  <a:lnTo>
                    <a:pt x="2645253" y="106160"/>
                  </a:lnTo>
                  <a:lnTo>
                    <a:pt x="2705840" y="121442"/>
                  </a:lnTo>
                  <a:lnTo>
                    <a:pt x="2761752" y="138459"/>
                  </a:lnTo>
                  <a:lnTo>
                    <a:pt x="2813831" y="157403"/>
                  </a:lnTo>
                  <a:lnTo>
                    <a:pt x="2862886" y="178429"/>
                  </a:lnTo>
                  <a:lnTo>
                    <a:pt x="2896531" y="194789"/>
                  </a:lnTo>
                  <a:lnTo>
                    <a:pt x="2946340" y="221997"/>
                  </a:lnTo>
                  <a:lnTo>
                    <a:pt x="2994626" y="251852"/>
                  </a:lnTo>
                  <a:lnTo>
                    <a:pt x="3041940" y="284395"/>
                  </a:lnTo>
                  <a:lnTo>
                    <a:pt x="3088689" y="319589"/>
                  </a:lnTo>
                  <a:lnTo>
                    <a:pt x="3135166" y="357304"/>
                  </a:lnTo>
                  <a:lnTo>
                    <a:pt x="3181567" y="397312"/>
                  </a:lnTo>
                  <a:lnTo>
                    <a:pt x="3228007" y="439288"/>
                  </a:lnTo>
                  <a:lnTo>
                    <a:pt x="3274535" y="482817"/>
                  </a:lnTo>
                  <a:lnTo>
                    <a:pt x="3321148" y="527407"/>
                  </a:lnTo>
                  <a:lnTo>
                    <a:pt x="3367810" y="572513"/>
                  </a:lnTo>
                  <a:lnTo>
                    <a:pt x="3414466" y="617562"/>
                  </a:lnTo>
                  <a:lnTo>
                    <a:pt x="3461064" y="661983"/>
                  </a:lnTo>
                  <a:lnTo>
                    <a:pt x="3507574" y="705240"/>
                  </a:lnTo>
                  <a:lnTo>
                    <a:pt x="3554000" y="746856"/>
                  </a:lnTo>
                  <a:lnTo>
                    <a:pt x="3600405" y="786431"/>
                  </a:lnTo>
                  <a:lnTo>
                    <a:pt x="3646917" y="823659"/>
                  </a:lnTo>
                  <a:lnTo>
                    <a:pt x="3693751" y="858333"/>
                  </a:lnTo>
                  <a:lnTo>
                    <a:pt x="3741222" y="890343"/>
                  </a:lnTo>
                  <a:lnTo>
                    <a:pt x="3789763" y="919665"/>
                  </a:lnTo>
                  <a:lnTo>
                    <a:pt x="3829811" y="941256"/>
                  </a:lnTo>
                  <a:lnTo>
                    <a:pt x="3877154" y="963819"/>
                  </a:lnTo>
                  <a:lnTo>
                    <a:pt x="3926991" y="984241"/>
                  </a:lnTo>
                  <a:lnTo>
                    <a:pt x="3980076" y="1002618"/>
                  </a:lnTo>
                  <a:lnTo>
                    <a:pt x="4037233" y="1019121"/>
                  </a:lnTo>
                  <a:lnTo>
                    <a:pt x="4099303" y="1033945"/>
                  </a:lnTo>
                  <a:lnTo>
                    <a:pt x="4167091" y="1047285"/>
                  </a:lnTo>
                  <a:lnTo>
                    <a:pt x="4241285" y="1059316"/>
                  </a:lnTo>
                  <a:lnTo>
                    <a:pt x="4322357" y="1070186"/>
                  </a:lnTo>
                  <a:lnTo>
                    <a:pt x="4410422" y="1080008"/>
                  </a:lnTo>
                  <a:lnTo>
                    <a:pt x="4505069" y="1088863"/>
                  </a:lnTo>
                  <a:lnTo>
                    <a:pt x="4605169" y="1096792"/>
                  </a:lnTo>
                  <a:lnTo>
                    <a:pt x="4708715" y="1103810"/>
                  </a:lnTo>
                  <a:lnTo>
                    <a:pt x="4812741" y="1109904"/>
                  </a:lnTo>
                  <a:lnTo>
                    <a:pt x="4913423" y="1115054"/>
                  </a:lnTo>
                  <a:lnTo>
                    <a:pt x="5006421" y="1119244"/>
                  </a:lnTo>
                  <a:lnTo>
                    <a:pt x="5087475" y="1122488"/>
                  </a:lnTo>
                  <a:lnTo>
                    <a:pt x="5153146" y="1124838"/>
                  </a:lnTo>
                  <a:lnTo>
                    <a:pt x="5201537" y="1126395"/>
                  </a:lnTo>
                  <a:lnTo>
                    <a:pt x="5232756" y="1127303"/>
                  </a:lnTo>
                  <a:lnTo>
                    <a:pt x="5249027" y="1127732"/>
                  </a:lnTo>
                  <a:lnTo>
                    <a:pt x="5254500" y="1127863"/>
                  </a:lnTo>
                  <a:lnTo>
                    <a:pt x="5254955" y="1127873"/>
                  </a:lnTo>
                  <a:lnTo>
                    <a:pt x="6726343" y="1127873"/>
                  </a:lnTo>
                  <a:lnTo>
                    <a:pt x="6727580" y="1127877"/>
                  </a:lnTo>
                  <a:lnTo>
                    <a:pt x="6735701" y="1127902"/>
                  </a:lnTo>
                  <a:lnTo>
                    <a:pt x="6756118" y="1127970"/>
                  </a:lnTo>
                  <a:lnTo>
                    <a:pt x="6792490" y="1128106"/>
                  </a:lnTo>
                  <a:lnTo>
                    <a:pt x="6846436" y="1128328"/>
                  </a:lnTo>
                  <a:lnTo>
                    <a:pt x="6917421" y="1128654"/>
                  </a:lnTo>
                  <a:lnTo>
                    <a:pt x="7002979" y="1129094"/>
                  </a:lnTo>
                  <a:lnTo>
                    <a:pt x="7099285" y="1129654"/>
                  </a:lnTo>
                  <a:lnTo>
                    <a:pt x="7201922" y="1130334"/>
                  </a:lnTo>
                  <a:lnTo>
                    <a:pt x="7306610" y="1131131"/>
                  </a:lnTo>
                  <a:lnTo>
                    <a:pt x="7409734" y="1132043"/>
                  </a:lnTo>
                  <a:lnTo>
                    <a:pt x="7508608" y="1133069"/>
                  </a:lnTo>
                  <a:lnTo>
                    <a:pt x="7601511" y="1134212"/>
                  </a:lnTo>
                  <a:lnTo>
                    <a:pt x="7687565" y="1135479"/>
                  </a:lnTo>
                  <a:lnTo>
                    <a:pt x="7766557" y="1136882"/>
                  </a:lnTo>
                  <a:lnTo>
                    <a:pt x="7838745" y="1138436"/>
                  </a:lnTo>
                  <a:lnTo>
                    <a:pt x="7904700" y="1140161"/>
                  </a:lnTo>
                  <a:lnTo>
                    <a:pt x="7965168" y="1142080"/>
                  </a:lnTo>
                  <a:lnTo>
                    <a:pt x="8020986" y="1144218"/>
                  </a:lnTo>
                  <a:lnTo>
                    <a:pt x="8073006" y="1146600"/>
                  </a:lnTo>
                  <a:lnTo>
                    <a:pt x="8122041" y="1149242"/>
                  </a:lnTo>
                  <a:lnTo>
                    <a:pt x="8151487" y="1151030"/>
                  </a:lnTo>
                  <a:lnTo>
                    <a:pt x="8207588" y="1154865"/>
                  </a:lnTo>
                  <a:lnTo>
                    <a:pt x="8261847" y="1159119"/>
                  </a:lnTo>
                  <a:lnTo>
                    <a:pt x="8315012" y="1163799"/>
                  </a:lnTo>
                  <a:lnTo>
                    <a:pt x="8367615" y="1168890"/>
                  </a:lnTo>
                  <a:lnTo>
                    <a:pt x="8420010" y="1174364"/>
                  </a:lnTo>
                  <a:lnTo>
                    <a:pt x="8472413" y="1180168"/>
                  </a:lnTo>
                  <a:lnTo>
                    <a:pt x="8524918" y="1186234"/>
                  </a:lnTo>
                  <a:lnTo>
                    <a:pt x="8577533" y="1192475"/>
                  </a:lnTo>
                  <a:lnTo>
                    <a:pt x="8630208" y="1198795"/>
                  </a:lnTo>
                  <a:lnTo>
                    <a:pt x="8682864" y="1205091"/>
                  </a:lnTo>
                  <a:lnTo>
                    <a:pt x="8735432" y="1211263"/>
                  </a:lnTo>
                  <a:lnTo>
                    <a:pt x="8787885" y="1217219"/>
                  </a:lnTo>
                  <a:lnTo>
                    <a:pt x="8840266" y="1222879"/>
                  </a:lnTo>
                  <a:lnTo>
                    <a:pt x="8892722" y="1228182"/>
                  </a:lnTo>
                  <a:lnTo>
                    <a:pt x="8945528" y="1233087"/>
                  </a:lnTo>
                  <a:lnTo>
                    <a:pt x="8999117" y="1237572"/>
                  </a:lnTo>
                  <a:lnTo>
                    <a:pt x="9054113" y="1241633"/>
                  </a:lnTo>
                  <a:lnTo>
                    <a:pt x="9084767" y="1243657"/>
                  </a:lnTo>
                  <a:lnTo>
                    <a:pt x="9132312" y="1246468"/>
                  </a:lnTo>
                  <a:lnTo>
                    <a:pt x="9182377" y="1249011"/>
                  </a:lnTo>
                  <a:lnTo>
                    <a:pt x="9235723" y="1251299"/>
                  </a:lnTo>
                  <a:lnTo>
                    <a:pt x="9293186" y="1253352"/>
                  </a:lnTo>
                  <a:lnTo>
                    <a:pt x="9355619" y="1255195"/>
                  </a:lnTo>
                  <a:lnTo>
                    <a:pt x="9423832" y="1256854"/>
                  </a:lnTo>
                  <a:lnTo>
                    <a:pt x="9498521" y="1258349"/>
                  </a:lnTo>
                  <a:lnTo>
                    <a:pt x="9580154" y="1259699"/>
                  </a:lnTo>
                  <a:lnTo>
                    <a:pt x="9668834" y="1260918"/>
                  </a:lnTo>
                  <a:lnTo>
                    <a:pt x="9764123" y="1262017"/>
                  </a:lnTo>
                  <a:lnTo>
                    <a:pt x="9864844" y="1263000"/>
                  </a:lnTo>
                  <a:lnTo>
                    <a:pt x="9968922" y="1263869"/>
                  </a:lnTo>
                  <a:lnTo>
                    <a:pt x="10073309" y="1264622"/>
                  </a:lnTo>
                  <a:lnTo>
                    <a:pt x="10174093" y="1265257"/>
                  </a:lnTo>
                  <a:lnTo>
                    <a:pt x="10266869" y="1265772"/>
                  </a:lnTo>
                  <a:lnTo>
                    <a:pt x="10347349" y="1266169"/>
                  </a:lnTo>
                  <a:lnTo>
                    <a:pt x="10412134" y="1266454"/>
                  </a:lnTo>
                  <a:lnTo>
                    <a:pt x="10459433" y="1266642"/>
                  </a:lnTo>
                  <a:lnTo>
                    <a:pt x="10489513" y="1266750"/>
                  </a:lnTo>
                  <a:lnTo>
                    <a:pt x="10504786" y="1266799"/>
                  </a:lnTo>
                  <a:lnTo>
                    <a:pt x="10509602" y="1266813"/>
                  </a:lnTo>
                  <a:lnTo>
                    <a:pt x="10509911" y="1266814"/>
                  </a:lnTo>
                  <a:lnTo>
                    <a:pt x="11981298" y="1266814"/>
                  </a:lnTo>
                  <a:lnTo>
                    <a:pt x="11981298" y="1258641"/>
                  </a:lnTo>
                  <a:lnTo>
                    <a:pt x="10509911" y="1258641"/>
                  </a:lnTo>
                  <a:lnTo>
                    <a:pt x="10508673" y="1258638"/>
                  </a:lnTo>
                  <a:lnTo>
                    <a:pt x="10500553" y="1258613"/>
                  </a:lnTo>
                  <a:lnTo>
                    <a:pt x="10480135" y="1258544"/>
                  </a:lnTo>
                  <a:lnTo>
                    <a:pt x="10443763" y="1258409"/>
                  </a:lnTo>
                  <a:lnTo>
                    <a:pt x="10389817" y="1258187"/>
                  </a:lnTo>
                  <a:lnTo>
                    <a:pt x="10318832" y="1257861"/>
                  </a:lnTo>
                  <a:lnTo>
                    <a:pt x="10233274" y="1257420"/>
                  </a:lnTo>
                  <a:lnTo>
                    <a:pt x="10136968" y="1256860"/>
                  </a:lnTo>
                  <a:lnTo>
                    <a:pt x="10034331" y="1256180"/>
                  </a:lnTo>
                  <a:lnTo>
                    <a:pt x="9929643" y="1255383"/>
                  </a:lnTo>
                  <a:lnTo>
                    <a:pt x="9826520" y="1254472"/>
                  </a:lnTo>
                  <a:lnTo>
                    <a:pt x="9727645" y="1253445"/>
                  </a:lnTo>
                  <a:lnTo>
                    <a:pt x="9634742" y="1252302"/>
                  </a:lnTo>
                  <a:lnTo>
                    <a:pt x="9548688" y="1251035"/>
                  </a:lnTo>
                  <a:lnTo>
                    <a:pt x="9469697" y="1249633"/>
                  </a:lnTo>
                  <a:lnTo>
                    <a:pt x="9397508" y="1248079"/>
                  </a:lnTo>
                  <a:lnTo>
                    <a:pt x="9331553" y="1246354"/>
                  </a:lnTo>
                  <a:lnTo>
                    <a:pt x="9271085" y="1244434"/>
                  </a:lnTo>
                  <a:lnTo>
                    <a:pt x="9215267" y="1242296"/>
                  </a:lnTo>
                  <a:lnTo>
                    <a:pt x="9163247" y="1239915"/>
                  </a:lnTo>
                  <a:lnTo>
                    <a:pt x="9114212" y="1237272"/>
                  </a:lnTo>
                  <a:lnTo>
                    <a:pt x="9084767" y="1235484"/>
                  </a:lnTo>
                  <a:lnTo>
                    <a:pt x="9028665" y="1231650"/>
                  </a:lnTo>
                  <a:lnTo>
                    <a:pt x="8974406" y="1227395"/>
                  </a:lnTo>
                  <a:lnTo>
                    <a:pt x="8921241" y="1222716"/>
                  </a:lnTo>
                  <a:lnTo>
                    <a:pt x="8868639" y="1217624"/>
                  </a:lnTo>
                  <a:lnTo>
                    <a:pt x="8816243" y="1212151"/>
                  </a:lnTo>
                  <a:lnTo>
                    <a:pt x="8763841" y="1206347"/>
                  </a:lnTo>
                  <a:lnTo>
                    <a:pt x="8711335" y="1200281"/>
                  </a:lnTo>
                  <a:lnTo>
                    <a:pt x="8658720" y="1194040"/>
                  </a:lnTo>
                  <a:lnTo>
                    <a:pt x="8606045" y="1187720"/>
                  </a:lnTo>
                  <a:lnTo>
                    <a:pt x="8553389" y="1181423"/>
                  </a:lnTo>
                  <a:lnTo>
                    <a:pt x="8500821" y="1175251"/>
                  </a:lnTo>
                  <a:lnTo>
                    <a:pt x="8448369" y="1169296"/>
                  </a:lnTo>
                  <a:lnTo>
                    <a:pt x="8395988" y="1163636"/>
                  </a:lnTo>
                  <a:lnTo>
                    <a:pt x="8343532" y="1158332"/>
                  </a:lnTo>
                  <a:lnTo>
                    <a:pt x="8290725" y="1153427"/>
                  </a:lnTo>
                  <a:lnTo>
                    <a:pt x="8237136" y="1148942"/>
                  </a:lnTo>
                  <a:lnTo>
                    <a:pt x="8182140" y="1144882"/>
                  </a:lnTo>
                  <a:lnTo>
                    <a:pt x="8151487" y="1142857"/>
                  </a:lnTo>
                  <a:lnTo>
                    <a:pt x="8103941" y="1140046"/>
                  </a:lnTo>
                  <a:lnTo>
                    <a:pt x="8053876" y="1137503"/>
                  </a:lnTo>
                  <a:lnTo>
                    <a:pt x="8000530" y="1135216"/>
                  </a:lnTo>
                  <a:lnTo>
                    <a:pt x="7943067" y="1133163"/>
                  </a:lnTo>
                  <a:lnTo>
                    <a:pt x="7880635" y="1131319"/>
                  </a:lnTo>
                  <a:lnTo>
                    <a:pt x="7812421" y="1129661"/>
                  </a:lnTo>
                  <a:lnTo>
                    <a:pt x="7737732" y="1128166"/>
                  </a:lnTo>
                  <a:lnTo>
                    <a:pt x="7656099" y="1126816"/>
                  </a:lnTo>
                  <a:lnTo>
                    <a:pt x="7567419" y="1125596"/>
                  </a:lnTo>
                  <a:lnTo>
                    <a:pt x="7472131" y="1124497"/>
                  </a:lnTo>
                  <a:lnTo>
                    <a:pt x="7371409" y="1123514"/>
                  </a:lnTo>
                  <a:lnTo>
                    <a:pt x="7267331" y="1122645"/>
                  </a:lnTo>
                  <a:lnTo>
                    <a:pt x="7162945" y="1121892"/>
                  </a:lnTo>
                  <a:lnTo>
                    <a:pt x="7062160" y="1121257"/>
                  </a:lnTo>
                  <a:lnTo>
                    <a:pt x="6969384" y="1120742"/>
                  </a:lnTo>
                  <a:lnTo>
                    <a:pt x="6888905" y="1120346"/>
                  </a:lnTo>
                  <a:lnTo>
                    <a:pt x="6824119" y="1120060"/>
                  </a:lnTo>
                  <a:lnTo>
                    <a:pt x="6776820" y="1119873"/>
                  </a:lnTo>
                  <a:lnTo>
                    <a:pt x="6746741" y="1119765"/>
                  </a:lnTo>
                  <a:lnTo>
                    <a:pt x="6731467" y="1119715"/>
                  </a:lnTo>
                  <a:lnTo>
                    <a:pt x="6726651" y="1119701"/>
                  </a:lnTo>
                  <a:lnTo>
                    <a:pt x="6726343" y="1119700"/>
                  </a:lnTo>
                  <a:lnTo>
                    <a:pt x="5254955" y="1119700"/>
                  </a:lnTo>
                  <a:lnTo>
                    <a:pt x="5253733" y="1119673"/>
                  </a:lnTo>
                  <a:lnTo>
                    <a:pt x="5245709" y="1119475"/>
                  </a:lnTo>
                  <a:lnTo>
                    <a:pt x="5225528" y="1118928"/>
                  </a:lnTo>
                  <a:lnTo>
                    <a:pt x="5189558" y="1117852"/>
                  </a:lnTo>
                  <a:lnTo>
                    <a:pt x="5136167" y="1116082"/>
                  </a:lnTo>
                  <a:lnTo>
                    <a:pt x="5065846" y="1113486"/>
                  </a:lnTo>
                  <a:lnTo>
                    <a:pt x="4980993" y="1109976"/>
                  </a:lnTo>
                  <a:lnTo>
                    <a:pt x="4885357" y="1105512"/>
                  </a:lnTo>
                  <a:lnTo>
                    <a:pt x="4783295" y="1100092"/>
                  </a:lnTo>
                  <a:lnTo>
                    <a:pt x="4679050" y="1093733"/>
                  </a:lnTo>
                  <a:lnTo>
                    <a:pt x="4576224" y="1086455"/>
                  </a:lnTo>
                  <a:lnTo>
                    <a:pt x="4477512" y="1078265"/>
                  </a:lnTo>
                  <a:lnTo>
                    <a:pt x="4384659" y="1069141"/>
                  </a:lnTo>
                  <a:lnTo>
                    <a:pt x="4298568" y="1059030"/>
                  </a:lnTo>
                  <a:lnTo>
                    <a:pt x="4219484" y="1047843"/>
                  </a:lnTo>
                  <a:lnTo>
                    <a:pt x="4147173" y="1035456"/>
                  </a:lnTo>
                  <a:lnTo>
                    <a:pt x="4081089" y="1021713"/>
                  </a:lnTo>
                  <a:lnTo>
                    <a:pt x="4020502" y="1006431"/>
                  </a:lnTo>
                  <a:lnTo>
                    <a:pt x="3964590" y="989414"/>
                  </a:lnTo>
                  <a:lnTo>
                    <a:pt x="3912511" y="970470"/>
                  </a:lnTo>
                  <a:lnTo>
                    <a:pt x="3863456" y="949444"/>
                  </a:lnTo>
                  <a:lnTo>
                    <a:pt x="3829811" y="933083"/>
                  </a:lnTo>
                  <a:lnTo>
                    <a:pt x="3780002" y="905875"/>
                  </a:lnTo>
                  <a:lnTo>
                    <a:pt x="3731716" y="876021"/>
                  </a:lnTo>
                  <a:lnTo>
                    <a:pt x="3684402" y="843478"/>
                  </a:lnTo>
                  <a:lnTo>
                    <a:pt x="3637653" y="808284"/>
                  </a:lnTo>
                  <a:lnTo>
                    <a:pt x="3591176" y="770569"/>
                  </a:lnTo>
                  <a:lnTo>
                    <a:pt x="3544776" y="730561"/>
                  </a:lnTo>
                  <a:lnTo>
                    <a:pt x="3498336" y="688585"/>
                  </a:lnTo>
                  <a:lnTo>
                    <a:pt x="3451807" y="645056"/>
                  </a:lnTo>
                  <a:lnTo>
                    <a:pt x="3405194" y="600465"/>
                  </a:lnTo>
                  <a:lnTo>
                    <a:pt x="3358532" y="555360"/>
                  </a:lnTo>
                  <a:lnTo>
                    <a:pt x="3311876" y="510311"/>
                  </a:lnTo>
                  <a:lnTo>
                    <a:pt x="3265278" y="465890"/>
                  </a:lnTo>
                  <a:lnTo>
                    <a:pt x="3218768" y="422632"/>
                  </a:lnTo>
                  <a:lnTo>
                    <a:pt x="3172342" y="381017"/>
                  </a:lnTo>
                  <a:lnTo>
                    <a:pt x="3125938" y="341442"/>
                  </a:lnTo>
                  <a:lnTo>
                    <a:pt x="3079425" y="304214"/>
                  </a:lnTo>
                  <a:lnTo>
                    <a:pt x="3032591" y="269539"/>
                  </a:lnTo>
                  <a:lnTo>
                    <a:pt x="2985120" y="237530"/>
                  </a:lnTo>
                  <a:lnTo>
                    <a:pt x="2936580" y="208208"/>
                  </a:lnTo>
                  <a:lnTo>
                    <a:pt x="2896531" y="186616"/>
                  </a:lnTo>
                  <a:lnTo>
                    <a:pt x="2849188" y="164054"/>
                  </a:lnTo>
                  <a:lnTo>
                    <a:pt x="2799351" y="143632"/>
                  </a:lnTo>
                  <a:lnTo>
                    <a:pt x="2746266" y="125254"/>
                  </a:lnTo>
                  <a:lnTo>
                    <a:pt x="2689110" y="108752"/>
                  </a:lnTo>
                  <a:lnTo>
                    <a:pt x="2627039" y="93927"/>
                  </a:lnTo>
                  <a:lnTo>
                    <a:pt x="2559251" y="80588"/>
                  </a:lnTo>
                  <a:lnTo>
                    <a:pt x="2485057" y="68557"/>
                  </a:lnTo>
                  <a:lnTo>
                    <a:pt x="2403985" y="57687"/>
                  </a:lnTo>
                  <a:lnTo>
                    <a:pt x="2315920" y="47865"/>
                  </a:lnTo>
                  <a:lnTo>
                    <a:pt x="2221274" y="39010"/>
                  </a:lnTo>
                  <a:lnTo>
                    <a:pt x="2121173" y="31080"/>
                  </a:lnTo>
                  <a:lnTo>
                    <a:pt x="2017627" y="24063"/>
                  </a:lnTo>
                  <a:lnTo>
                    <a:pt x="1913601" y="17969"/>
                  </a:lnTo>
                  <a:lnTo>
                    <a:pt x="1812919" y="12819"/>
                  </a:lnTo>
                  <a:lnTo>
                    <a:pt x="1719921" y="8629"/>
                  </a:lnTo>
                  <a:lnTo>
                    <a:pt x="1638867" y="5385"/>
                  </a:lnTo>
                  <a:lnTo>
                    <a:pt x="1573196" y="3035"/>
                  </a:lnTo>
                  <a:lnTo>
                    <a:pt x="1524805" y="1477"/>
                  </a:lnTo>
                  <a:lnTo>
                    <a:pt x="1493586" y="570"/>
                  </a:lnTo>
                  <a:lnTo>
                    <a:pt x="1477315" y="141"/>
                  </a:lnTo>
                  <a:lnTo>
                    <a:pt x="1471842" y="10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28E5B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951" name="pl951"/>
            <p:cNvSpPr/>
            <p:nvPr/>
          </p:nvSpPr>
          <p:spPr>
            <a:xfrm>
              <a:off x="4799595" y="7873011"/>
              <a:ext cx="11981298" cy="1258641"/>
            </a:xfrm>
            <a:custGeom>
              <a:avLst/>
              <a:pathLst>
                <a:path w="11981298" h="1258641">
                  <a:moveTo>
                    <a:pt x="0" y="0"/>
                  </a:moveTo>
                  <a:lnTo>
                    <a:pt x="1471387" y="0"/>
                  </a:lnTo>
                  <a:lnTo>
                    <a:pt x="1472609" y="27"/>
                  </a:lnTo>
                  <a:lnTo>
                    <a:pt x="1480633" y="225"/>
                  </a:lnTo>
                  <a:lnTo>
                    <a:pt x="1500814" y="772"/>
                  </a:lnTo>
                  <a:lnTo>
                    <a:pt x="1536784" y="1848"/>
                  </a:lnTo>
                  <a:lnTo>
                    <a:pt x="1590175" y="3617"/>
                  </a:lnTo>
                  <a:lnTo>
                    <a:pt x="1660496" y="6214"/>
                  </a:lnTo>
                  <a:lnTo>
                    <a:pt x="1745349" y="9724"/>
                  </a:lnTo>
                  <a:lnTo>
                    <a:pt x="1840985" y="14187"/>
                  </a:lnTo>
                  <a:lnTo>
                    <a:pt x="1943047" y="19608"/>
                  </a:lnTo>
                  <a:lnTo>
                    <a:pt x="2047292" y="25967"/>
                  </a:lnTo>
                  <a:lnTo>
                    <a:pt x="2150118" y="33244"/>
                  </a:lnTo>
                  <a:lnTo>
                    <a:pt x="2248830" y="41435"/>
                  </a:lnTo>
                  <a:lnTo>
                    <a:pt x="2341684" y="50559"/>
                  </a:lnTo>
                  <a:lnTo>
                    <a:pt x="2427774" y="60670"/>
                  </a:lnTo>
                  <a:lnTo>
                    <a:pt x="2506858" y="71857"/>
                  </a:lnTo>
                  <a:lnTo>
                    <a:pt x="2579169" y="84244"/>
                  </a:lnTo>
                  <a:lnTo>
                    <a:pt x="2645253" y="97987"/>
                  </a:lnTo>
                  <a:lnTo>
                    <a:pt x="2705840" y="113269"/>
                  </a:lnTo>
                  <a:lnTo>
                    <a:pt x="2761752" y="130286"/>
                  </a:lnTo>
                  <a:lnTo>
                    <a:pt x="2813831" y="149230"/>
                  </a:lnTo>
                  <a:lnTo>
                    <a:pt x="2862886" y="170256"/>
                  </a:lnTo>
                  <a:lnTo>
                    <a:pt x="2896531" y="186616"/>
                  </a:lnTo>
                  <a:lnTo>
                    <a:pt x="2946340" y="213824"/>
                  </a:lnTo>
                  <a:lnTo>
                    <a:pt x="2994626" y="243679"/>
                  </a:lnTo>
                  <a:lnTo>
                    <a:pt x="3041940" y="276222"/>
                  </a:lnTo>
                  <a:lnTo>
                    <a:pt x="3088689" y="311416"/>
                  </a:lnTo>
                  <a:lnTo>
                    <a:pt x="3135166" y="349131"/>
                  </a:lnTo>
                  <a:lnTo>
                    <a:pt x="3181567" y="389139"/>
                  </a:lnTo>
                  <a:lnTo>
                    <a:pt x="3228007" y="431115"/>
                  </a:lnTo>
                  <a:lnTo>
                    <a:pt x="3274535" y="474644"/>
                  </a:lnTo>
                  <a:lnTo>
                    <a:pt x="3321148" y="519234"/>
                  </a:lnTo>
                  <a:lnTo>
                    <a:pt x="3367810" y="564340"/>
                  </a:lnTo>
                  <a:lnTo>
                    <a:pt x="3414466" y="609389"/>
                  </a:lnTo>
                  <a:lnTo>
                    <a:pt x="3461064" y="653810"/>
                  </a:lnTo>
                  <a:lnTo>
                    <a:pt x="3507574" y="697067"/>
                  </a:lnTo>
                  <a:lnTo>
                    <a:pt x="3554000" y="738683"/>
                  </a:lnTo>
                  <a:lnTo>
                    <a:pt x="3600405" y="778258"/>
                  </a:lnTo>
                  <a:lnTo>
                    <a:pt x="3646917" y="815486"/>
                  </a:lnTo>
                  <a:lnTo>
                    <a:pt x="3693751" y="850160"/>
                  </a:lnTo>
                  <a:lnTo>
                    <a:pt x="3741222" y="882170"/>
                  </a:lnTo>
                  <a:lnTo>
                    <a:pt x="3789763" y="911492"/>
                  </a:lnTo>
                  <a:lnTo>
                    <a:pt x="3829811" y="933083"/>
                  </a:lnTo>
                  <a:lnTo>
                    <a:pt x="3877154" y="955646"/>
                  </a:lnTo>
                  <a:lnTo>
                    <a:pt x="3926991" y="976068"/>
                  </a:lnTo>
                  <a:lnTo>
                    <a:pt x="3980076" y="994445"/>
                  </a:lnTo>
                  <a:lnTo>
                    <a:pt x="4037233" y="1010948"/>
                  </a:lnTo>
                  <a:lnTo>
                    <a:pt x="4099303" y="1025772"/>
                  </a:lnTo>
                  <a:lnTo>
                    <a:pt x="4167091" y="1039112"/>
                  </a:lnTo>
                  <a:lnTo>
                    <a:pt x="4241285" y="1051143"/>
                  </a:lnTo>
                  <a:lnTo>
                    <a:pt x="4322357" y="1062013"/>
                  </a:lnTo>
                  <a:lnTo>
                    <a:pt x="4410422" y="1071835"/>
                  </a:lnTo>
                  <a:lnTo>
                    <a:pt x="4505069" y="1080690"/>
                  </a:lnTo>
                  <a:lnTo>
                    <a:pt x="4605169" y="1088619"/>
                  </a:lnTo>
                  <a:lnTo>
                    <a:pt x="4708715" y="1095637"/>
                  </a:lnTo>
                  <a:lnTo>
                    <a:pt x="4812741" y="1101731"/>
                  </a:lnTo>
                  <a:lnTo>
                    <a:pt x="4913423" y="1106881"/>
                  </a:lnTo>
                  <a:lnTo>
                    <a:pt x="5006421" y="1111071"/>
                  </a:lnTo>
                  <a:lnTo>
                    <a:pt x="5087475" y="1114315"/>
                  </a:lnTo>
                  <a:lnTo>
                    <a:pt x="5153146" y="1116665"/>
                  </a:lnTo>
                  <a:lnTo>
                    <a:pt x="5201537" y="1118222"/>
                  </a:lnTo>
                  <a:lnTo>
                    <a:pt x="5232756" y="1119130"/>
                  </a:lnTo>
                  <a:lnTo>
                    <a:pt x="5249027" y="1119559"/>
                  </a:lnTo>
                  <a:lnTo>
                    <a:pt x="5254500" y="1119690"/>
                  </a:lnTo>
                  <a:lnTo>
                    <a:pt x="5254955" y="1119700"/>
                  </a:lnTo>
                  <a:lnTo>
                    <a:pt x="6726343" y="1119700"/>
                  </a:lnTo>
                  <a:lnTo>
                    <a:pt x="6727580" y="1119704"/>
                  </a:lnTo>
                  <a:lnTo>
                    <a:pt x="6735701" y="1119729"/>
                  </a:lnTo>
                  <a:lnTo>
                    <a:pt x="6756118" y="1119797"/>
                  </a:lnTo>
                  <a:lnTo>
                    <a:pt x="6792490" y="1119933"/>
                  </a:lnTo>
                  <a:lnTo>
                    <a:pt x="6846436" y="1120155"/>
                  </a:lnTo>
                  <a:lnTo>
                    <a:pt x="6917421" y="1120481"/>
                  </a:lnTo>
                  <a:lnTo>
                    <a:pt x="7002979" y="1120921"/>
                  </a:lnTo>
                  <a:lnTo>
                    <a:pt x="7099285" y="1121481"/>
                  </a:lnTo>
                  <a:lnTo>
                    <a:pt x="7201922" y="1122161"/>
                  </a:lnTo>
                  <a:lnTo>
                    <a:pt x="7306610" y="1122958"/>
                  </a:lnTo>
                  <a:lnTo>
                    <a:pt x="7409734" y="1123870"/>
                  </a:lnTo>
                  <a:lnTo>
                    <a:pt x="7508608" y="1124896"/>
                  </a:lnTo>
                  <a:lnTo>
                    <a:pt x="7601511" y="1126039"/>
                  </a:lnTo>
                  <a:lnTo>
                    <a:pt x="7687565" y="1127306"/>
                  </a:lnTo>
                  <a:lnTo>
                    <a:pt x="7766557" y="1128709"/>
                  </a:lnTo>
                  <a:lnTo>
                    <a:pt x="7838745" y="1130263"/>
                  </a:lnTo>
                  <a:lnTo>
                    <a:pt x="7904700" y="1131988"/>
                  </a:lnTo>
                  <a:lnTo>
                    <a:pt x="7965168" y="1133907"/>
                  </a:lnTo>
                  <a:lnTo>
                    <a:pt x="8020986" y="1136045"/>
                  </a:lnTo>
                  <a:lnTo>
                    <a:pt x="8073006" y="1138427"/>
                  </a:lnTo>
                  <a:lnTo>
                    <a:pt x="8122041" y="1141069"/>
                  </a:lnTo>
                  <a:lnTo>
                    <a:pt x="8151487" y="1142857"/>
                  </a:lnTo>
                  <a:lnTo>
                    <a:pt x="8207588" y="1146692"/>
                  </a:lnTo>
                  <a:lnTo>
                    <a:pt x="8261847" y="1150946"/>
                  </a:lnTo>
                  <a:lnTo>
                    <a:pt x="8315012" y="1155626"/>
                  </a:lnTo>
                  <a:lnTo>
                    <a:pt x="8367615" y="1160717"/>
                  </a:lnTo>
                  <a:lnTo>
                    <a:pt x="8420010" y="1166191"/>
                  </a:lnTo>
                  <a:lnTo>
                    <a:pt x="8472413" y="1171995"/>
                  </a:lnTo>
                  <a:lnTo>
                    <a:pt x="8524918" y="1178061"/>
                  </a:lnTo>
                  <a:lnTo>
                    <a:pt x="8577533" y="1184302"/>
                  </a:lnTo>
                  <a:lnTo>
                    <a:pt x="8630208" y="1190622"/>
                  </a:lnTo>
                  <a:lnTo>
                    <a:pt x="8682864" y="1196918"/>
                  </a:lnTo>
                  <a:lnTo>
                    <a:pt x="8735432" y="1203090"/>
                  </a:lnTo>
                  <a:lnTo>
                    <a:pt x="8787885" y="1209046"/>
                  </a:lnTo>
                  <a:lnTo>
                    <a:pt x="8840266" y="1214706"/>
                  </a:lnTo>
                  <a:lnTo>
                    <a:pt x="8892722" y="1220009"/>
                  </a:lnTo>
                  <a:lnTo>
                    <a:pt x="8945528" y="1224914"/>
                  </a:lnTo>
                  <a:lnTo>
                    <a:pt x="8999117" y="1229399"/>
                  </a:lnTo>
                  <a:lnTo>
                    <a:pt x="9054113" y="1233460"/>
                  </a:lnTo>
                  <a:lnTo>
                    <a:pt x="9084767" y="1235484"/>
                  </a:lnTo>
                  <a:lnTo>
                    <a:pt x="9132312" y="1238295"/>
                  </a:lnTo>
                  <a:lnTo>
                    <a:pt x="9182377" y="1240838"/>
                  </a:lnTo>
                  <a:lnTo>
                    <a:pt x="9235723" y="1243126"/>
                  </a:lnTo>
                  <a:lnTo>
                    <a:pt x="9293186" y="1245179"/>
                  </a:lnTo>
                  <a:lnTo>
                    <a:pt x="9355619" y="1247022"/>
                  </a:lnTo>
                  <a:lnTo>
                    <a:pt x="9423832" y="1248681"/>
                  </a:lnTo>
                  <a:lnTo>
                    <a:pt x="9498521" y="1250176"/>
                  </a:lnTo>
                  <a:lnTo>
                    <a:pt x="9580154" y="1251526"/>
                  </a:lnTo>
                  <a:lnTo>
                    <a:pt x="9668834" y="1252745"/>
                  </a:lnTo>
                  <a:lnTo>
                    <a:pt x="9764123" y="1253844"/>
                  </a:lnTo>
                  <a:lnTo>
                    <a:pt x="9864844" y="1254827"/>
                  </a:lnTo>
                  <a:lnTo>
                    <a:pt x="9968922" y="1255696"/>
                  </a:lnTo>
                  <a:lnTo>
                    <a:pt x="10073309" y="1256449"/>
                  </a:lnTo>
                  <a:lnTo>
                    <a:pt x="10174093" y="1257084"/>
                  </a:lnTo>
                  <a:lnTo>
                    <a:pt x="10266869" y="1257599"/>
                  </a:lnTo>
                  <a:lnTo>
                    <a:pt x="10347349" y="1257996"/>
                  </a:lnTo>
                  <a:lnTo>
                    <a:pt x="10412134" y="1258281"/>
                  </a:lnTo>
                  <a:lnTo>
                    <a:pt x="10459433" y="1258469"/>
                  </a:lnTo>
                  <a:lnTo>
                    <a:pt x="10489513" y="1258577"/>
                  </a:lnTo>
                  <a:lnTo>
                    <a:pt x="10504786" y="1258626"/>
                  </a:lnTo>
                  <a:lnTo>
                    <a:pt x="10509602" y="1258640"/>
                  </a:lnTo>
                  <a:lnTo>
                    <a:pt x="10509911" y="1258641"/>
                  </a:lnTo>
                  <a:lnTo>
                    <a:pt x="11981298" y="125864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52" name="pl952"/>
            <p:cNvSpPr/>
            <p:nvPr/>
          </p:nvSpPr>
          <p:spPr>
            <a:xfrm>
              <a:off x="4799595" y="7864838"/>
              <a:ext cx="11981298" cy="1258641"/>
            </a:xfrm>
            <a:custGeom>
              <a:avLst/>
              <a:pathLst>
                <a:path w="11981298" h="1258641">
                  <a:moveTo>
                    <a:pt x="11981298" y="1258641"/>
                  </a:moveTo>
                  <a:lnTo>
                    <a:pt x="10509911" y="1258641"/>
                  </a:lnTo>
                  <a:lnTo>
                    <a:pt x="10508673" y="1258638"/>
                  </a:lnTo>
                  <a:lnTo>
                    <a:pt x="10500553" y="1258613"/>
                  </a:lnTo>
                  <a:lnTo>
                    <a:pt x="10480135" y="1258544"/>
                  </a:lnTo>
                  <a:lnTo>
                    <a:pt x="10443763" y="1258409"/>
                  </a:lnTo>
                  <a:lnTo>
                    <a:pt x="10389817" y="1258187"/>
                  </a:lnTo>
                  <a:lnTo>
                    <a:pt x="10318832" y="1257861"/>
                  </a:lnTo>
                  <a:lnTo>
                    <a:pt x="10233274" y="1257420"/>
                  </a:lnTo>
                  <a:lnTo>
                    <a:pt x="10136968" y="1256860"/>
                  </a:lnTo>
                  <a:lnTo>
                    <a:pt x="10034331" y="1256180"/>
                  </a:lnTo>
                  <a:lnTo>
                    <a:pt x="9929643" y="1255383"/>
                  </a:lnTo>
                  <a:lnTo>
                    <a:pt x="9826520" y="1254472"/>
                  </a:lnTo>
                  <a:lnTo>
                    <a:pt x="9727645" y="1253445"/>
                  </a:lnTo>
                  <a:lnTo>
                    <a:pt x="9634742" y="1252302"/>
                  </a:lnTo>
                  <a:lnTo>
                    <a:pt x="9548688" y="1251035"/>
                  </a:lnTo>
                  <a:lnTo>
                    <a:pt x="9469697" y="1249633"/>
                  </a:lnTo>
                  <a:lnTo>
                    <a:pt x="9397508" y="1248079"/>
                  </a:lnTo>
                  <a:lnTo>
                    <a:pt x="9331553" y="1246354"/>
                  </a:lnTo>
                  <a:lnTo>
                    <a:pt x="9271085" y="1244434"/>
                  </a:lnTo>
                  <a:lnTo>
                    <a:pt x="9215267" y="1242296"/>
                  </a:lnTo>
                  <a:lnTo>
                    <a:pt x="9163247" y="1239915"/>
                  </a:lnTo>
                  <a:lnTo>
                    <a:pt x="9114212" y="1237272"/>
                  </a:lnTo>
                  <a:lnTo>
                    <a:pt x="9084767" y="1235484"/>
                  </a:lnTo>
                  <a:lnTo>
                    <a:pt x="9028665" y="1231650"/>
                  </a:lnTo>
                  <a:lnTo>
                    <a:pt x="8974406" y="1227395"/>
                  </a:lnTo>
                  <a:lnTo>
                    <a:pt x="8921241" y="1222716"/>
                  </a:lnTo>
                  <a:lnTo>
                    <a:pt x="8868639" y="1217624"/>
                  </a:lnTo>
                  <a:lnTo>
                    <a:pt x="8816243" y="1212151"/>
                  </a:lnTo>
                  <a:lnTo>
                    <a:pt x="8763841" y="1206347"/>
                  </a:lnTo>
                  <a:lnTo>
                    <a:pt x="8711335" y="1200281"/>
                  </a:lnTo>
                  <a:lnTo>
                    <a:pt x="8658720" y="1194040"/>
                  </a:lnTo>
                  <a:lnTo>
                    <a:pt x="8606045" y="1187720"/>
                  </a:lnTo>
                  <a:lnTo>
                    <a:pt x="8553389" y="1181423"/>
                  </a:lnTo>
                  <a:lnTo>
                    <a:pt x="8500821" y="1175251"/>
                  </a:lnTo>
                  <a:lnTo>
                    <a:pt x="8448369" y="1169296"/>
                  </a:lnTo>
                  <a:lnTo>
                    <a:pt x="8395988" y="1163636"/>
                  </a:lnTo>
                  <a:lnTo>
                    <a:pt x="8343532" y="1158332"/>
                  </a:lnTo>
                  <a:lnTo>
                    <a:pt x="8290725" y="1153427"/>
                  </a:lnTo>
                  <a:lnTo>
                    <a:pt x="8237136" y="1148942"/>
                  </a:lnTo>
                  <a:lnTo>
                    <a:pt x="8182140" y="1144882"/>
                  </a:lnTo>
                  <a:lnTo>
                    <a:pt x="8151487" y="1142857"/>
                  </a:lnTo>
                  <a:lnTo>
                    <a:pt x="8103941" y="1140046"/>
                  </a:lnTo>
                  <a:lnTo>
                    <a:pt x="8053876" y="1137503"/>
                  </a:lnTo>
                  <a:lnTo>
                    <a:pt x="8000530" y="1135216"/>
                  </a:lnTo>
                  <a:lnTo>
                    <a:pt x="7943067" y="1133163"/>
                  </a:lnTo>
                  <a:lnTo>
                    <a:pt x="7880635" y="1131319"/>
                  </a:lnTo>
                  <a:lnTo>
                    <a:pt x="7812421" y="1129661"/>
                  </a:lnTo>
                  <a:lnTo>
                    <a:pt x="7737732" y="1128166"/>
                  </a:lnTo>
                  <a:lnTo>
                    <a:pt x="7656099" y="1126816"/>
                  </a:lnTo>
                  <a:lnTo>
                    <a:pt x="7567419" y="1125596"/>
                  </a:lnTo>
                  <a:lnTo>
                    <a:pt x="7472131" y="1124497"/>
                  </a:lnTo>
                  <a:lnTo>
                    <a:pt x="7371409" y="1123514"/>
                  </a:lnTo>
                  <a:lnTo>
                    <a:pt x="7267331" y="1122645"/>
                  </a:lnTo>
                  <a:lnTo>
                    <a:pt x="7162945" y="1121892"/>
                  </a:lnTo>
                  <a:lnTo>
                    <a:pt x="7062160" y="1121257"/>
                  </a:lnTo>
                  <a:lnTo>
                    <a:pt x="6969384" y="1120742"/>
                  </a:lnTo>
                  <a:lnTo>
                    <a:pt x="6888905" y="1120346"/>
                  </a:lnTo>
                  <a:lnTo>
                    <a:pt x="6824119" y="1120060"/>
                  </a:lnTo>
                  <a:lnTo>
                    <a:pt x="6776820" y="1119873"/>
                  </a:lnTo>
                  <a:lnTo>
                    <a:pt x="6746741" y="1119765"/>
                  </a:lnTo>
                  <a:lnTo>
                    <a:pt x="6731467" y="1119715"/>
                  </a:lnTo>
                  <a:lnTo>
                    <a:pt x="6726651" y="1119701"/>
                  </a:lnTo>
                  <a:lnTo>
                    <a:pt x="6726343" y="1119700"/>
                  </a:lnTo>
                  <a:lnTo>
                    <a:pt x="5254955" y="1119700"/>
                  </a:lnTo>
                  <a:lnTo>
                    <a:pt x="5253733" y="1119673"/>
                  </a:lnTo>
                  <a:lnTo>
                    <a:pt x="5245709" y="1119475"/>
                  </a:lnTo>
                  <a:lnTo>
                    <a:pt x="5225528" y="1118928"/>
                  </a:lnTo>
                  <a:lnTo>
                    <a:pt x="5189558" y="1117852"/>
                  </a:lnTo>
                  <a:lnTo>
                    <a:pt x="5136167" y="1116082"/>
                  </a:lnTo>
                  <a:lnTo>
                    <a:pt x="5065846" y="1113486"/>
                  </a:lnTo>
                  <a:lnTo>
                    <a:pt x="4980993" y="1109976"/>
                  </a:lnTo>
                  <a:lnTo>
                    <a:pt x="4885357" y="1105512"/>
                  </a:lnTo>
                  <a:lnTo>
                    <a:pt x="4783295" y="1100092"/>
                  </a:lnTo>
                  <a:lnTo>
                    <a:pt x="4679050" y="1093733"/>
                  </a:lnTo>
                  <a:lnTo>
                    <a:pt x="4576224" y="1086455"/>
                  </a:lnTo>
                  <a:lnTo>
                    <a:pt x="4477512" y="1078265"/>
                  </a:lnTo>
                  <a:lnTo>
                    <a:pt x="4384659" y="1069141"/>
                  </a:lnTo>
                  <a:lnTo>
                    <a:pt x="4298568" y="1059030"/>
                  </a:lnTo>
                  <a:lnTo>
                    <a:pt x="4219484" y="1047843"/>
                  </a:lnTo>
                  <a:lnTo>
                    <a:pt x="4147173" y="1035456"/>
                  </a:lnTo>
                  <a:lnTo>
                    <a:pt x="4081089" y="1021713"/>
                  </a:lnTo>
                  <a:lnTo>
                    <a:pt x="4020502" y="1006431"/>
                  </a:lnTo>
                  <a:lnTo>
                    <a:pt x="3964590" y="989414"/>
                  </a:lnTo>
                  <a:lnTo>
                    <a:pt x="3912511" y="970470"/>
                  </a:lnTo>
                  <a:lnTo>
                    <a:pt x="3863456" y="949444"/>
                  </a:lnTo>
                  <a:lnTo>
                    <a:pt x="3829811" y="933083"/>
                  </a:lnTo>
                  <a:lnTo>
                    <a:pt x="3780002" y="905875"/>
                  </a:lnTo>
                  <a:lnTo>
                    <a:pt x="3731716" y="876021"/>
                  </a:lnTo>
                  <a:lnTo>
                    <a:pt x="3684402" y="843478"/>
                  </a:lnTo>
                  <a:lnTo>
                    <a:pt x="3637653" y="808284"/>
                  </a:lnTo>
                  <a:lnTo>
                    <a:pt x="3591176" y="770569"/>
                  </a:lnTo>
                  <a:lnTo>
                    <a:pt x="3544776" y="730561"/>
                  </a:lnTo>
                  <a:lnTo>
                    <a:pt x="3498336" y="688585"/>
                  </a:lnTo>
                  <a:lnTo>
                    <a:pt x="3451807" y="645056"/>
                  </a:lnTo>
                  <a:lnTo>
                    <a:pt x="3405194" y="600465"/>
                  </a:lnTo>
                  <a:lnTo>
                    <a:pt x="3358532" y="555360"/>
                  </a:lnTo>
                  <a:lnTo>
                    <a:pt x="3311876" y="510311"/>
                  </a:lnTo>
                  <a:lnTo>
                    <a:pt x="3265278" y="465890"/>
                  </a:lnTo>
                  <a:lnTo>
                    <a:pt x="3218768" y="422632"/>
                  </a:lnTo>
                  <a:lnTo>
                    <a:pt x="3172342" y="381017"/>
                  </a:lnTo>
                  <a:lnTo>
                    <a:pt x="3125938" y="341442"/>
                  </a:lnTo>
                  <a:lnTo>
                    <a:pt x="3079425" y="304214"/>
                  </a:lnTo>
                  <a:lnTo>
                    <a:pt x="3032591" y="269539"/>
                  </a:lnTo>
                  <a:lnTo>
                    <a:pt x="2985120" y="237530"/>
                  </a:lnTo>
                  <a:lnTo>
                    <a:pt x="2936580" y="208208"/>
                  </a:lnTo>
                  <a:lnTo>
                    <a:pt x="2896531" y="186616"/>
                  </a:lnTo>
                  <a:lnTo>
                    <a:pt x="2849188" y="164054"/>
                  </a:lnTo>
                  <a:lnTo>
                    <a:pt x="2799351" y="143632"/>
                  </a:lnTo>
                  <a:lnTo>
                    <a:pt x="2746266" y="125254"/>
                  </a:lnTo>
                  <a:lnTo>
                    <a:pt x="2689110" y="108752"/>
                  </a:lnTo>
                  <a:lnTo>
                    <a:pt x="2627039" y="93927"/>
                  </a:lnTo>
                  <a:lnTo>
                    <a:pt x="2559251" y="80588"/>
                  </a:lnTo>
                  <a:lnTo>
                    <a:pt x="2485057" y="68557"/>
                  </a:lnTo>
                  <a:lnTo>
                    <a:pt x="2403985" y="57687"/>
                  </a:lnTo>
                  <a:lnTo>
                    <a:pt x="2315920" y="47865"/>
                  </a:lnTo>
                  <a:lnTo>
                    <a:pt x="2221274" y="39010"/>
                  </a:lnTo>
                  <a:lnTo>
                    <a:pt x="2121173" y="31080"/>
                  </a:lnTo>
                  <a:lnTo>
                    <a:pt x="2017627" y="24063"/>
                  </a:lnTo>
                  <a:lnTo>
                    <a:pt x="1913601" y="17969"/>
                  </a:lnTo>
                  <a:lnTo>
                    <a:pt x="1812919" y="12819"/>
                  </a:lnTo>
                  <a:lnTo>
                    <a:pt x="1719921" y="8629"/>
                  </a:lnTo>
                  <a:lnTo>
                    <a:pt x="1638867" y="5385"/>
                  </a:lnTo>
                  <a:lnTo>
                    <a:pt x="1573196" y="3035"/>
                  </a:lnTo>
                  <a:lnTo>
                    <a:pt x="1524805" y="1477"/>
                  </a:lnTo>
                  <a:lnTo>
                    <a:pt x="1493586" y="570"/>
                  </a:lnTo>
                  <a:lnTo>
                    <a:pt x="1477315" y="141"/>
                  </a:lnTo>
                  <a:lnTo>
                    <a:pt x="1471842" y="10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53" name="pg953"/>
            <p:cNvSpPr/>
            <p:nvPr/>
          </p:nvSpPr>
          <p:spPr>
            <a:xfrm>
              <a:off x="4799595" y="7873011"/>
              <a:ext cx="11981298" cy="2558148"/>
            </a:xfrm>
            <a:custGeom>
              <a:avLst/>
              <a:pathLst>
                <a:path w="11981298" h="2558148">
                  <a:moveTo>
                    <a:pt x="0" y="8172"/>
                  </a:moveTo>
                  <a:lnTo>
                    <a:pt x="1471387" y="8172"/>
                  </a:lnTo>
                  <a:lnTo>
                    <a:pt x="1472609" y="8200"/>
                  </a:lnTo>
                  <a:lnTo>
                    <a:pt x="1480631" y="8400"/>
                  </a:lnTo>
                  <a:lnTo>
                    <a:pt x="1500809" y="8950"/>
                  </a:lnTo>
                  <a:lnTo>
                    <a:pt x="1536773" y="10034"/>
                  </a:lnTo>
                  <a:lnTo>
                    <a:pt x="1590156" y="11816"/>
                  </a:lnTo>
                  <a:lnTo>
                    <a:pt x="1660467" y="14431"/>
                  </a:lnTo>
                  <a:lnTo>
                    <a:pt x="1745310" y="17966"/>
                  </a:lnTo>
                  <a:lnTo>
                    <a:pt x="1840936" y="22461"/>
                  </a:lnTo>
                  <a:lnTo>
                    <a:pt x="1942989" y="27921"/>
                  </a:lnTo>
                  <a:lnTo>
                    <a:pt x="2047228" y="34325"/>
                  </a:lnTo>
                  <a:lnTo>
                    <a:pt x="2150049" y="41655"/>
                  </a:lnTo>
                  <a:lnTo>
                    <a:pt x="2248759" y="49904"/>
                  </a:lnTo>
                  <a:lnTo>
                    <a:pt x="2341612" y="59093"/>
                  </a:lnTo>
                  <a:lnTo>
                    <a:pt x="2427702" y="69276"/>
                  </a:lnTo>
                  <a:lnTo>
                    <a:pt x="2506788" y="80543"/>
                  </a:lnTo>
                  <a:lnTo>
                    <a:pt x="2579100" y="93019"/>
                  </a:lnTo>
                  <a:lnTo>
                    <a:pt x="2645186" y="106860"/>
                  </a:lnTo>
                  <a:lnTo>
                    <a:pt x="2705776" y="122250"/>
                  </a:lnTo>
                  <a:lnTo>
                    <a:pt x="2761689" y="139388"/>
                  </a:lnTo>
                  <a:lnTo>
                    <a:pt x="2813769" y="158467"/>
                  </a:lnTo>
                  <a:lnTo>
                    <a:pt x="2862824" y="179643"/>
                  </a:lnTo>
                  <a:lnTo>
                    <a:pt x="2896531" y="196151"/>
                  </a:lnTo>
                  <a:lnTo>
                    <a:pt x="2946270" y="223517"/>
                  </a:lnTo>
                  <a:lnTo>
                    <a:pt x="2994491" y="253541"/>
                  </a:lnTo>
                  <a:lnTo>
                    <a:pt x="3041740" y="286266"/>
                  </a:lnTo>
                  <a:lnTo>
                    <a:pt x="3088424" y="321653"/>
                  </a:lnTo>
                  <a:lnTo>
                    <a:pt x="3134835" y="359573"/>
                  </a:lnTo>
                  <a:lnTo>
                    <a:pt x="3181170" y="399799"/>
                  </a:lnTo>
                  <a:lnTo>
                    <a:pt x="3227543" y="442005"/>
                  </a:lnTo>
                  <a:lnTo>
                    <a:pt x="3274004" y="485775"/>
                  </a:lnTo>
                  <a:lnTo>
                    <a:pt x="3320550" y="530617"/>
                  </a:lnTo>
                  <a:lnTo>
                    <a:pt x="3367145" y="575984"/>
                  </a:lnTo>
                  <a:lnTo>
                    <a:pt x="3413735" y="621302"/>
                  </a:lnTo>
                  <a:lnTo>
                    <a:pt x="3460269" y="665999"/>
                  </a:lnTo>
                  <a:lnTo>
                    <a:pt x="3506714" y="709536"/>
                  </a:lnTo>
                  <a:lnTo>
                    <a:pt x="3553075" y="751431"/>
                  </a:lnTo>
                  <a:lnTo>
                    <a:pt x="3599413" y="791284"/>
                  </a:lnTo>
                  <a:lnTo>
                    <a:pt x="3645855" y="828785"/>
                  </a:lnTo>
                  <a:lnTo>
                    <a:pt x="3692612" y="863725"/>
                  </a:lnTo>
                  <a:lnTo>
                    <a:pt x="3739994" y="895989"/>
                  </a:lnTo>
                  <a:lnTo>
                    <a:pt x="3788430" y="925555"/>
                  </a:lnTo>
                  <a:lnTo>
                    <a:pt x="3829811" y="948067"/>
                  </a:lnTo>
                  <a:lnTo>
                    <a:pt x="3877151" y="970793"/>
                  </a:lnTo>
                  <a:lnTo>
                    <a:pt x="3926984" y="991363"/>
                  </a:lnTo>
                  <a:lnTo>
                    <a:pt x="3980066" y="1009874"/>
                  </a:lnTo>
                  <a:lnTo>
                    <a:pt x="4037218" y="1026496"/>
                  </a:lnTo>
                  <a:lnTo>
                    <a:pt x="4099283" y="1041428"/>
                  </a:lnTo>
                  <a:lnTo>
                    <a:pt x="4167065" y="1054865"/>
                  </a:lnTo>
                  <a:lnTo>
                    <a:pt x="4241252" y="1066983"/>
                  </a:lnTo>
                  <a:lnTo>
                    <a:pt x="4322315" y="1077932"/>
                  </a:lnTo>
                  <a:lnTo>
                    <a:pt x="4410371" y="1087827"/>
                  </a:lnTo>
                  <a:lnTo>
                    <a:pt x="4505008" y="1096746"/>
                  </a:lnTo>
                  <a:lnTo>
                    <a:pt x="4605100" y="1104733"/>
                  </a:lnTo>
                  <a:lnTo>
                    <a:pt x="4708638" y="1111802"/>
                  </a:lnTo>
                  <a:lnTo>
                    <a:pt x="4812658" y="1117941"/>
                  </a:lnTo>
                  <a:lnTo>
                    <a:pt x="4913338" y="1123129"/>
                  </a:lnTo>
                  <a:lnTo>
                    <a:pt x="5006340" y="1127351"/>
                  </a:lnTo>
                  <a:lnTo>
                    <a:pt x="5087402" y="1130619"/>
                  </a:lnTo>
                  <a:lnTo>
                    <a:pt x="5153086" y="1132987"/>
                  </a:lnTo>
                  <a:lnTo>
                    <a:pt x="5201493" y="1134556"/>
                  </a:lnTo>
                  <a:lnTo>
                    <a:pt x="5232729" y="1135471"/>
                  </a:lnTo>
                  <a:lnTo>
                    <a:pt x="5249014" y="1135903"/>
                  </a:lnTo>
                  <a:lnTo>
                    <a:pt x="5254498" y="1136036"/>
                  </a:lnTo>
                  <a:lnTo>
                    <a:pt x="5254955" y="1136046"/>
                  </a:lnTo>
                  <a:lnTo>
                    <a:pt x="6726343" y="1136046"/>
                  </a:lnTo>
                  <a:lnTo>
                    <a:pt x="6727556" y="1136081"/>
                  </a:lnTo>
                  <a:lnTo>
                    <a:pt x="6735520" y="1136330"/>
                  </a:lnTo>
                  <a:lnTo>
                    <a:pt x="6755557" y="1137019"/>
                  </a:lnTo>
                  <a:lnTo>
                    <a:pt x="6791283" y="1138375"/>
                  </a:lnTo>
                  <a:lnTo>
                    <a:pt x="6844334" y="1140606"/>
                  </a:lnTo>
                  <a:lnTo>
                    <a:pt x="6914250" y="1143879"/>
                  </a:lnTo>
                  <a:lnTo>
                    <a:pt x="6998672" y="1148306"/>
                  </a:lnTo>
                  <a:lnTo>
                    <a:pt x="7093897" y="1153937"/>
                  </a:lnTo>
                  <a:lnTo>
                    <a:pt x="7195604" y="1160778"/>
                  </a:lnTo>
                  <a:lnTo>
                    <a:pt x="7299576" y="1168805"/>
                  </a:lnTo>
                  <a:lnTo>
                    <a:pt x="7402216" y="1177993"/>
                  </a:lnTo>
                  <a:lnTo>
                    <a:pt x="7500825" y="1188334"/>
                  </a:lnTo>
                  <a:lnTo>
                    <a:pt x="7593646" y="1199854"/>
                  </a:lnTo>
                  <a:lnTo>
                    <a:pt x="7679757" y="1212618"/>
                  </a:lnTo>
                  <a:lnTo>
                    <a:pt x="7758896" y="1226736"/>
                  </a:lnTo>
                  <a:lnTo>
                    <a:pt x="7831281" y="1242364"/>
                  </a:lnTo>
                  <a:lnTo>
                    <a:pt x="7897445" y="1259697"/>
                  </a:lnTo>
                  <a:lnTo>
                    <a:pt x="7958106" y="1278963"/>
                  </a:lnTo>
                  <a:lnTo>
                    <a:pt x="8014076" y="1300410"/>
                  </a:lnTo>
                  <a:lnTo>
                    <a:pt x="8066193" y="1324281"/>
                  </a:lnTo>
                  <a:lnTo>
                    <a:pt x="8115262" y="1350775"/>
                  </a:lnTo>
                  <a:lnTo>
                    <a:pt x="8151487" y="1373063"/>
                  </a:lnTo>
                  <a:lnTo>
                    <a:pt x="8198738" y="1405733"/>
                  </a:lnTo>
                  <a:lnTo>
                    <a:pt x="8244594" y="1441418"/>
                  </a:lnTo>
                  <a:lnTo>
                    <a:pt x="8289532" y="1480171"/>
                  </a:lnTo>
                  <a:lnTo>
                    <a:pt x="8333914" y="1521963"/>
                  </a:lnTo>
                  <a:lnTo>
                    <a:pt x="8378004" y="1566671"/>
                  </a:lnTo>
                  <a:lnTo>
                    <a:pt x="8421988" y="1614075"/>
                  </a:lnTo>
                  <a:lnTo>
                    <a:pt x="8465983" y="1663854"/>
                  </a:lnTo>
                  <a:lnTo>
                    <a:pt x="8510048" y="1715589"/>
                  </a:lnTo>
                  <a:lnTo>
                    <a:pt x="8554195" y="1768780"/>
                  </a:lnTo>
                  <a:lnTo>
                    <a:pt x="8598404" y="1822857"/>
                  </a:lnTo>
                  <a:lnTo>
                    <a:pt x="8642634" y="1877212"/>
                  </a:lnTo>
                  <a:lnTo>
                    <a:pt x="8686838" y="1931222"/>
                  </a:lnTo>
                  <a:lnTo>
                    <a:pt x="8730977" y="1984281"/>
                  </a:lnTo>
                  <a:lnTo>
                    <a:pt x="8775032" y="2035828"/>
                  </a:lnTo>
                  <a:lnTo>
                    <a:pt x="8819022" y="2085368"/>
                  </a:lnTo>
                  <a:lnTo>
                    <a:pt x="8863011" y="2132495"/>
                  </a:lnTo>
                  <a:lnTo>
                    <a:pt x="8907123" y="2176896"/>
                  </a:lnTo>
                  <a:lnTo>
                    <a:pt x="8951550" y="2218363"/>
                  </a:lnTo>
                  <a:lnTo>
                    <a:pt x="8996568" y="2256784"/>
                  </a:lnTo>
                  <a:lnTo>
                    <a:pt x="9042550" y="2292139"/>
                  </a:lnTo>
                  <a:lnTo>
                    <a:pt x="9084767" y="2321131"/>
                  </a:lnTo>
                  <a:lnTo>
                    <a:pt x="9131985" y="2349717"/>
                  </a:lnTo>
                  <a:lnTo>
                    <a:pt x="9181683" y="2375598"/>
                  </a:lnTo>
                  <a:lnTo>
                    <a:pt x="9234608" y="2398895"/>
                  </a:lnTo>
                  <a:lnTo>
                    <a:pt x="9291578" y="2419821"/>
                  </a:lnTo>
                  <a:lnTo>
                    <a:pt x="9353427" y="2438623"/>
                  </a:lnTo>
                  <a:lnTo>
                    <a:pt x="9420955" y="2455547"/>
                  </a:lnTo>
                  <a:lnTo>
                    <a:pt x="9494848" y="2470814"/>
                  </a:lnTo>
                  <a:lnTo>
                    <a:pt x="9575577" y="2484611"/>
                  </a:lnTo>
                  <a:lnTo>
                    <a:pt x="9663266" y="2497082"/>
                  </a:lnTo>
                  <a:lnTo>
                    <a:pt x="9757520" y="2508328"/>
                  </a:lnTo>
                  <a:lnTo>
                    <a:pt x="9857239" y="2518405"/>
                  </a:lnTo>
                  <a:lnTo>
                    <a:pt x="9960456" y="2527329"/>
                  </a:lnTo>
                  <a:lnTo>
                    <a:pt x="10064255" y="2535087"/>
                  </a:lnTo>
                  <a:lnTo>
                    <a:pt x="10164866" y="2541652"/>
                  </a:lnTo>
                  <a:lnTo>
                    <a:pt x="10257991" y="2547006"/>
                  </a:lnTo>
                  <a:lnTo>
                    <a:pt x="10339385" y="2551162"/>
                  </a:lnTo>
                  <a:lnTo>
                    <a:pt x="10405589" y="2554185"/>
                  </a:lnTo>
                  <a:lnTo>
                    <a:pt x="10454644" y="2556199"/>
                  </a:lnTo>
                  <a:lnTo>
                    <a:pt x="10486562" y="2557383"/>
                  </a:lnTo>
                  <a:lnTo>
                    <a:pt x="10503453" y="2557951"/>
                  </a:lnTo>
                  <a:lnTo>
                    <a:pt x="10509347" y="2558132"/>
                  </a:lnTo>
                  <a:lnTo>
                    <a:pt x="10509911" y="2558148"/>
                  </a:lnTo>
                  <a:lnTo>
                    <a:pt x="11981298" y="2558148"/>
                  </a:lnTo>
                  <a:lnTo>
                    <a:pt x="11981298" y="2549975"/>
                  </a:lnTo>
                  <a:lnTo>
                    <a:pt x="10509911" y="2549975"/>
                  </a:lnTo>
                  <a:lnTo>
                    <a:pt x="10508697" y="2549940"/>
                  </a:lnTo>
                  <a:lnTo>
                    <a:pt x="10500733" y="2549691"/>
                  </a:lnTo>
                  <a:lnTo>
                    <a:pt x="10480696" y="2549002"/>
                  </a:lnTo>
                  <a:lnTo>
                    <a:pt x="10444971" y="2547646"/>
                  </a:lnTo>
                  <a:lnTo>
                    <a:pt x="10391919" y="2545415"/>
                  </a:lnTo>
                  <a:lnTo>
                    <a:pt x="10322003" y="2542142"/>
                  </a:lnTo>
                  <a:lnTo>
                    <a:pt x="10237581" y="2537715"/>
                  </a:lnTo>
                  <a:lnTo>
                    <a:pt x="10142356" y="2532084"/>
                  </a:lnTo>
                  <a:lnTo>
                    <a:pt x="10040649" y="2525244"/>
                  </a:lnTo>
                  <a:lnTo>
                    <a:pt x="9936678" y="2517217"/>
                  </a:lnTo>
                  <a:lnTo>
                    <a:pt x="9834038" y="2508029"/>
                  </a:lnTo>
                  <a:lnTo>
                    <a:pt x="9735428" y="2497687"/>
                  </a:lnTo>
                  <a:lnTo>
                    <a:pt x="9642607" y="2486167"/>
                  </a:lnTo>
                  <a:lnTo>
                    <a:pt x="9556497" y="2473404"/>
                  </a:lnTo>
                  <a:lnTo>
                    <a:pt x="9477357" y="2459285"/>
                  </a:lnTo>
                  <a:lnTo>
                    <a:pt x="9404972" y="2443657"/>
                  </a:lnTo>
                  <a:lnTo>
                    <a:pt x="9338809" y="2426324"/>
                  </a:lnTo>
                  <a:lnTo>
                    <a:pt x="9278148" y="2407058"/>
                  </a:lnTo>
                  <a:lnTo>
                    <a:pt x="9222177" y="2385611"/>
                  </a:lnTo>
                  <a:lnTo>
                    <a:pt x="9170060" y="2361740"/>
                  </a:lnTo>
                  <a:lnTo>
                    <a:pt x="9120992" y="2335246"/>
                  </a:lnTo>
                  <a:lnTo>
                    <a:pt x="9084767" y="2312958"/>
                  </a:lnTo>
                  <a:lnTo>
                    <a:pt x="9037515" y="2280288"/>
                  </a:lnTo>
                  <a:lnTo>
                    <a:pt x="8991659" y="2244603"/>
                  </a:lnTo>
                  <a:lnTo>
                    <a:pt x="8946721" y="2205850"/>
                  </a:lnTo>
                  <a:lnTo>
                    <a:pt x="8902340" y="2164058"/>
                  </a:lnTo>
                  <a:lnTo>
                    <a:pt x="8858249" y="2119350"/>
                  </a:lnTo>
                  <a:lnTo>
                    <a:pt x="8814265" y="2071946"/>
                  </a:lnTo>
                  <a:lnTo>
                    <a:pt x="8770270" y="2022167"/>
                  </a:lnTo>
                  <a:lnTo>
                    <a:pt x="8726206" y="1970432"/>
                  </a:lnTo>
                  <a:lnTo>
                    <a:pt x="8682059" y="1917241"/>
                  </a:lnTo>
                  <a:lnTo>
                    <a:pt x="8637850" y="1863164"/>
                  </a:lnTo>
                  <a:lnTo>
                    <a:pt x="8593619" y="1808809"/>
                  </a:lnTo>
                  <a:lnTo>
                    <a:pt x="8549415" y="1754799"/>
                  </a:lnTo>
                  <a:lnTo>
                    <a:pt x="8505277" y="1701740"/>
                  </a:lnTo>
                  <a:lnTo>
                    <a:pt x="8461221" y="1650193"/>
                  </a:lnTo>
                  <a:lnTo>
                    <a:pt x="8417231" y="1600653"/>
                  </a:lnTo>
                  <a:lnTo>
                    <a:pt x="8373242" y="1553527"/>
                  </a:lnTo>
                  <a:lnTo>
                    <a:pt x="8329130" y="1509125"/>
                  </a:lnTo>
                  <a:lnTo>
                    <a:pt x="8284703" y="1467658"/>
                  </a:lnTo>
                  <a:lnTo>
                    <a:pt x="8239685" y="1429237"/>
                  </a:lnTo>
                  <a:lnTo>
                    <a:pt x="8193704" y="1393882"/>
                  </a:lnTo>
                  <a:lnTo>
                    <a:pt x="8151487" y="1364890"/>
                  </a:lnTo>
                  <a:lnTo>
                    <a:pt x="8104268" y="1336304"/>
                  </a:lnTo>
                  <a:lnTo>
                    <a:pt x="8054570" y="1310423"/>
                  </a:lnTo>
                  <a:lnTo>
                    <a:pt x="8001645" y="1287126"/>
                  </a:lnTo>
                  <a:lnTo>
                    <a:pt x="7944676" y="1266200"/>
                  </a:lnTo>
                  <a:lnTo>
                    <a:pt x="7882826" y="1247398"/>
                  </a:lnTo>
                  <a:lnTo>
                    <a:pt x="7815298" y="1230474"/>
                  </a:lnTo>
                  <a:lnTo>
                    <a:pt x="7741406" y="1215207"/>
                  </a:lnTo>
                  <a:lnTo>
                    <a:pt x="7660677" y="1201411"/>
                  </a:lnTo>
                  <a:lnTo>
                    <a:pt x="7572988" y="1188939"/>
                  </a:lnTo>
                  <a:lnTo>
                    <a:pt x="7478734" y="1177694"/>
                  </a:lnTo>
                  <a:lnTo>
                    <a:pt x="7379014" y="1167617"/>
                  </a:lnTo>
                  <a:lnTo>
                    <a:pt x="7275797" y="1158693"/>
                  </a:lnTo>
                  <a:lnTo>
                    <a:pt x="7171998" y="1150934"/>
                  </a:lnTo>
                  <a:lnTo>
                    <a:pt x="7071387" y="1144369"/>
                  </a:lnTo>
                  <a:lnTo>
                    <a:pt x="6978262" y="1139015"/>
                  </a:lnTo>
                  <a:lnTo>
                    <a:pt x="6896868" y="1134859"/>
                  </a:lnTo>
                  <a:lnTo>
                    <a:pt x="6830664" y="1131836"/>
                  </a:lnTo>
                  <a:lnTo>
                    <a:pt x="6781609" y="1129822"/>
                  </a:lnTo>
                  <a:lnTo>
                    <a:pt x="6749691" y="1128638"/>
                  </a:lnTo>
                  <a:lnTo>
                    <a:pt x="6732801" y="1128070"/>
                  </a:lnTo>
                  <a:lnTo>
                    <a:pt x="6726906" y="1127889"/>
                  </a:lnTo>
                  <a:lnTo>
                    <a:pt x="6726343" y="1127873"/>
                  </a:lnTo>
                  <a:lnTo>
                    <a:pt x="5254955" y="1127873"/>
                  </a:lnTo>
                  <a:lnTo>
                    <a:pt x="5253733" y="1127845"/>
                  </a:lnTo>
                  <a:lnTo>
                    <a:pt x="5245711" y="1127646"/>
                  </a:lnTo>
                  <a:lnTo>
                    <a:pt x="5225534" y="1127096"/>
                  </a:lnTo>
                  <a:lnTo>
                    <a:pt x="5189569" y="1126012"/>
                  </a:lnTo>
                  <a:lnTo>
                    <a:pt x="5136186" y="1124230"/>
                  </a:lnTo>
                  <a:lnTo>
                    <a:pt x="5065875" y="1121615"/>
                  </a:lnTo>
                  <a:lnTo>
                    <a:pt x="4981032" y="1118080"/>
                  </a:lnTo>
                  <a:lnTo>
                    <a:pt x="4885406" y="1113584"/>
                  </a:lnTo>
                  <a:lnTo>
                    <a:pt x="4783353" y="1108125"/>
                  </a:lnTo>
                  <a:lnTo>
                    <a:pt x="4679114" y="1101721"/>
                  </a:lnTo>
                  <a:lnTo>
                    <a:pt x="4576293" y="1094391"/>
                  </a:lnTo>
                  <a:lnTo>
                    <a:pt x="4477583" y="1086142"/>
                  </a:lnTo>
                  <a:lnTo>
                    <a:pt x="4384730" y="1076953"/>
                  </a:lnTo>
                  <a:lnTo>
                    <a:pt x="4298640" y="1066769"/>
                  </a:lnTo>
                  <a:lnTo>
                    <a:pt x="4219554" y="1055502"/>
                  </a:lnTo>
                  <a:lnTo>
                    <a:pt x="4147242" y="1043027"/>
                  </a:lnTo>
                  <a:lnTo>
                    <a:pt x="4081156" y="1029186"/>
                  </a:lnTo>
                  <a:lnTo>
                    <a:pt x="4020566" y="1013795"/>
                  </a:lnTo>
                  <a:lnTo>
                    <a:pt x="3964653" y="996657"/>
                  </a:lnTo>
                  <a:lnTo>
                    <a:pt x="3912573" y="977579"/>
                  </a:lnTo>
                  <a:lnTo>
                    <a:pt x="3863518" y="956403"/>
                  </a:lnTo>
                  <a:lnTo>
                    <a:pt x="3829811" y="939894"/>
                  </a:lnTo>
                  <a:lnTo>
                    <a:pt x="3780072" y="912528"/>
                  </a:lnTo>
                  <a:lnTo>
                    <a:pt x="3731852" y="882505"/>
                  </a:lnTo>
                  <a:lnTo>
                    <a:pt x="3684603" y="849780"/>
                  </a:lnTo>
                  <a:lnTo>
                    <a:pt x="3637918" y="814393"/>
                  </a:lnTo>
                  <a:lnTo>
                    <a:pt x="3591507" y="776473"/>
                  </a:lnTo>
                  <a:lnTo>
                    <a:pt x="3545172" y="736247"/>
                  </a:lnTo>
                  <a:lnTo>
                    <a:pt x="3498799" y="694041"/>
                  </a:lnTo>
                  <a:lnTo>
                    <a:pt x="3452338" y="650271"/>
                  </a:lnTo>
                  <a:lnTo>
                    <a:pt x="3405792" y="605429"/>
                  </a:lnTo>
                  <a:lnTo>
                    <a:pt x="3359197" y="560061"/>
                  </a:lnTo>
                  <a:lnTo>
                    <a:pt x="3312607" y="514743"/>
                  </a:lnTo>
                  <a:lnTo>
                    <a:pt x="3266073" y="470047"/>
                  </a:lnTo>
                  <a:lnTo>
                    <a:pt x="3219629" y="426510"/>
                  </a:lnTo>
                  <a:lnTo>
                    <a:pt x="3173267" y="384615"/>
                  </a:lnTo>
                  <a:lnTo>
                    <a:pt x="3126929" y="344762"/>
                  </a:lnTo>
                  <a:lnTo>
                    <a:pt x="3080488" y="307261"/>
                  </a:lnTo>
                  <a:lnTo>
                    <a:pt x="3033731" y="272321"/>
                  </a:lnTo>
                  <a:lnTo>
                    <a:pt x="2986348" y="240056"/>
                  </a:lnTo>
                  <a:lnTo>
                    <a:pt x="2937912" y="210491"/>
                  </a:lnTo>
                  <a:lnTo>
                    <a:pt x="2896531" y="187978"/>
                  </a:lnTo>
                  <a:lnTo>
                    <a:pt x="2849191" y="165253"/>
                  </a:lnTo>
                  <a:lnTo>
                    <a:pt x="2799358" y="144683"/>
                  </a:lnTo>
                  <a:lnTo>
                    <a:pt x="2746276" y="126172"/>
                  </a:lnTo>
                  <a:lnTo>
                    <a:pt x="2689124" y="109549"/>
                  </a:lnTo>
                  <a:lnTo>
                    <a:pt x="2627059" y="94617"/>
                  </a:lnTo>
                  <a:lnTo>
                    <a:pt x="2559277" y="81181"/>
                  </a:lnTo>
                  <a:lnTo>
                    <a:pt x="2485091" y="69062"/>
                  </a:lnTo>
                  <a:lnTo>
                    <a:pt x="2404027" y="58113"/>
                  </a:lnTo>
                  <a:lnTo>
                    <a:pt x="2315971" y="48219"/>
                  </a:lnTo>
                  <a:lnTo>
                    <a:pt x="2221334" y="39300"/>
                  </a:lnTo>
                  <a:lnTo>
                    <a:pt x="2121242" y="31312"/>
                  </a:lnTo>
                  <a:lnTo>
                    <a:pt x="2017704" y="24243"/>
                  </a:lnTo>
                  <a:lnTo>
                    <a:pt x="1913684" y="18104"/>
                  </a:lnTo>
                  <a:lnTo>
                    <a:pt x="1813004" y="12917"/>
                  </a:lnTo>
                  <a:lnTo>
                    <a:pt x="1720002" y="8695"/>
                  </a:lnTo>
                  <a:lnTo>
                    <a:pt x="1638940" y="5427"/>
                  </a:lnTo>
                  <a:lnTo>
                    <a:pt x="1573256" y="3059"/>
                  </a:lnTo>
                  <a:lnTo>
                    <a:pt x="1524849" y="1490"/>
                  </a:lnTo>
                  <a:lnTo>
                    <a:pt x="1493613" y="575"/>
                  </a:lnTo>
                  <a:lnTo>
                    <a:pt x="1477328" y="142"/>
                  </a:lnTo>
                  <a:lnTo>
                    <a:pt x="1471844" y="10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28E5B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954" name="pl954"/>
            <p:cNvSpPr/>
            <p:nvPr/>
          </p:nvSpPr>
          <p:spPr>
            <a:xfrm>
              <a:off x="4799595" y="7881184"/>
              <a:ext cx="11981298" cy="2549975"/>
            </a:xfrm>
            <a:custGeom>
              <a:avLst/>
              <a:pathLst>
                <a:path w="11981298" h="2549975">
                  <a:moveTo>
                    <a:pt x="0" y="0"/>
                  </a:moveTo>
                  <a:lnTo>
                    <a:pt x="1471387" y="0"/>
                  </a:lnTo>
                  <a:lnTo>
                    <a:pt x="1472609" y="27"/>
                  </a:lnTo>
                  <a:lnTo>
                    <a:pt x="1480631" y="227"/>
                  </a:lnTo>
                  <a:lnTo>
                    <a:pt x="1500809" y="777"/>
                  </a:lnTo>
                  <a:lnTo>
                    <a:pt x="1536773" y="1861"/>
                  </a:lnTo>
                  <a:lnTo>
                    <a:pt x="1590156" y="3643"/>
                  </a:lnTo>
                  <a:lnTo>
                    <a:pt x="1660467" y="6258"/>
                  </a:lnTo>
                  <a:lnTo>
                    <a:pt x="1745310" y="9793"/>
                  </a:lnTo>
                  <a:lnTo>
                    <a:pt x="1840936" y="14288"/>
                  </a:lnTo>
                  <a:lnTo>
                    <a:pt x="1942989" y="19748"/>
                  </a:lnTo>
                  <a:lnTo>
                    <a:pt x="2047228" y="26152"/>
                  </a:lnTo>
                  <a:lnTo>
                    <a:pt x="2150049" y="33482"/>
                  </a:lnTo>
                  <a:lnTo>
                    <a:pt x="2248759" y="41731"/>
                  </a:lnTo>
                  <a:lnTo>
                    <a:pt x="2341612" y="50920"/>
                  </a:lnTo>
                  <a:lnTo>
                    <a:pt x="2427702" y="61103"/>
                  </a:lnTo>
                  <a:lnTo>
                    <a:pt x="2506788" y="72370"/>
                  </a:lnTo>
                  <a:lnTo>
                    <a:pt x="2579100" y="84846"/>
                  </a:lnTo>
                  <a:lnTo>
                    <a:pt x="2645186" y="98687"/>
                  </a:lnTo>
                  <a:lnTo>
                    <a:pt x="2705776" y="114077"/>
                  </a:lnTo>
                  <a:lnTo>
                    <a:pt x="2761689" y="131215"/>
                  </a:lnTo>
                  <a:lnTo>
                    <a:pt x="2813769" y="150294"/>
                  </a:lnTo>
                  <a:lnTo>
                    <a:pt x="2862824" y="171470"/>
                  </a:lnTo>
                  <a:lnTo>
                    <a:pt x="2896531" y="187978"/>
                  </a:lnTo>
                  <a:lnTo>
                    <a:pt x="2946270" y="215344"/>
                  </a:lnTo>
                  <a:lnTo>
                    <a:pt x="2994491" y="245368"/>
                  </a:lnTo>
                  <a:lnTo>
                    <a:pt x="3041740" y="278093"/>
                  </a:lnTo>
                  <a:lnTo>
                    <a:pt x="3088424" y="313480"/>
                  </a:lnTo>
                  <a:lnTo>
                    <a:pt x="3134835" y="351400"/>
                  </a:lnTo>
                  <a:lnTo>
                    <a:pt x="3181170" y="391626"/>
                  </a:lnTo>
                  <a:lnTo>
                    <a:pt x="3227543" y="433832"/>
                  </a:lnTo>
                  <a:lnTo>
                    <a:pt x="3274004" y="477602"/>
                  </a:lnTo>
                  <a:lnTo>
                    <a:pt x="3320550" y="522444"/>
                  </a:lnTo>
                  <a:lnTo>
                    <a:pt x="3367145" y="567811"/>
                  </a:lnTo>
                  <a:lnTo>
                    <a:pt x="3413735" y="613129"/>
                  </a:lnTo>
                  <a:lnTo>
                    <a:pt x="3460269" y="657826"/>
                  </a:lnTo>
                  <a:lnTo>
                    <a:pt x="3506714" y="701363"/>
                  </a:lnTo>
                  <a:lnTo>
                    <a:pt x="3553075" y="743258"/>
                  </a:lnTo>
                  <a:lnTo>
                    <a:pt x="3599413" y="783111"/>
                  </a:lnTo>
                  <a:lnTo>
                    <a:pt x="3645855" y="820612"/>
                  </a:lnTo>
                  <a:lnTo>
                    <a:pt x="3692612" y="855552"/>
                  </a:lnTo>
                  <a:lnTo>
                    <a:pt x="3739994" y="887816"/>
                  </a:lnTo>
                  <a:lnTo>
                    <a:pt x="3788430" y="917382"/>
                  </a:lnTo>
                  <a:lnTo>
                    <a:pt x="3829811" y="939894"/>
                  </a:lnTo>
                  <a:lnTo>
                    <a:pt x="3877151" y="962620"/>
                  </a:lnTo>
                  <a:lnTo>
                    <a:pt x="3926984" y="983190"/>
                  </a:lnTo>
                  <a:lnTo>
                    <a:pt x="3980066" y="1001701"/>
                  </a:lnTo>
                  <a:lnTo>
                    <a:pt x="4037218" y="1018323"/>
                  </a:lnTo>
                  <a:lnTo>
                    <a:pt x="4099283" y="1033255"/>
                  </a:lnTo>
                  <a:lnTo>
                    <a:pt x="4167065" y="1046692"/>
                  </a:lnTo>
                  <a:lnTo>
                    <a:pt x="4241252" y="1058810"/>
                  </a:lnTo>
                  <a:lnTo>
                    <a:pt x="4322315" y="1069759"/>
                  </a:lnTo>
                  <a:lnTo>
                    <a:pt x="4410371" y="1079654"/>
                  </a:lnTo>
                  <a:lnTo>
                    <a:pt x="4505008" y="1088573"/>
                  </a:lnTo>
                  <a:lnTo>
                    <a:pt x="4605100" y="1096560"/>
                  </a:lnTo>
                  <a:lnTo>
                    <a:pt x="4708638" y="1103629"/>
                  </a:lnTo>
                  <a:lnTo>
                    <a:pt x="4812658" y="1109768"/>
                  </a:lnTo>
                  <a:lnTo>
                    <a:pt x="4913338" y="1114956"/>
                  </a:lnTo>
                  <a:lnTo>
                    <a:pt x="5006340" y="1119178"/>
                  </a:lnTo>
                  <a:lnTo>
                    <a:pt x="5087402" y="1122446"/>
                  </a:lnTo>
                  <a:lnTo>
                    <a:pt x="5153086" y="1124814"/>
                  </a:lnTo>
                  <a:lnTo>
                    <a:pt x="5201493" y="1126383"/>
                  </a:lnTo>
                  <a:lnTo>
                    <a:pt x="5232729" y="1127298"/>
                  </a:lnTo>
                  <a:lnTo>
                    <a:pt x="5249014" y="1127730"/>
                  </a:lnTo>
                  <a:lnTo>
                    <a:pt x="5254498" y="1127863"/>
                  </a:lnTo>
                  <a:lnTo>
                    <a:pt x="5254955" y="1127873"/>
                  </a:lnTo>
                  <a:lnTo>
                    <a:pt x="6726343" y="1127873"/>
                  </a:lnTo>
                  <a:lnTo>
                    <a:pt x="6727556" y="1127908"/>
                  </a:lnTo>
                  <a:lnTo>
                    <a:pt x="6735520" y="1128157"/>
                  </a:lnTo>
                  <a:lnTo>
                    <a:pt x="6755557" y="1128846"/>
                  </a:lnTo>
                  <a:lnTo>
                    <a:pt x="6791283" y="1130202"/>
                  </a:lnTo>
                  <a:lnTo>
                    <a:pt x="6844334" y="1132433"/>
                  </a:lnTo>
                  <a:lnTo>
                    <a:pt x="6914250" y="1135706"/>
                  </a:lnTo>
                  <a:lnTo>
                    <a:pt x="6998672" y="1140133"/>
                  </a:lnTo>
                  <a:lnTo>
                    <a:pt x="7093897" y="1145764"/>
                  </a:lnTo>
                  <a:lnTo>
                    <a:pt x="7195604" y="1152605"/>
                  </a:lnTo>
                  <a:lnTo>
                    <a:pt x="7299576" y="1160632"/>
                  </a:lnTo>
                  <a:lnTo>
                    <a:pt x="7402216" y="1169820"/>
                  </a:lnTo>
                  <a:lnTo>
                    <a:pt x="7500825" y="1180161"/>
                  </a:lnTo>
                  <a:lnTo>
                    <a:pt x="7593646" y="1191681"/>
                  </a:lnTo>
                  <a:lnTo>
                    <a:pt x="7679757" y="1204445"/>
                  </a:lnTo>
                  <a:lnTo>
                    <a:pt x="7758896" y="1218563"/>
                  </a:lnTo>
                  <a:lnTo>
                    <a:pt x="7831281" y="1234191"/>
                  </a:lnTo>
                  <a:lnTo>
                    <a:pt x="7897445" y="1251524"/>
                  </a:lnTo>
                  <a:lnTo>
                    <a:pt x="7958106" y="1270790"/>
                  </a:lnTo>
                  <a:lnTo>
                    <a:pt x="8014076" y="1292237"/>
                  </a:lnTo>
                  <a:lnTo>
                    <a:pt x="8066193" y="1316108"/>
                  </a:lnTo>
                  <a:lnTo>
                    <a:pt x="8115262" y="1342602"/>
                  </a:lnTo>
                  <a:lnTo>
                    <a:pt x="8151487" y="1364890"/>
                  </a:lnTo>
                  <a:lnTo>
                    <a:pt x="8198738" y="1397560"/>
                  </a:lnTo>
                  <a:lnTo>
                    <a:pt x="8244594" y="1433245"/>
                  </a:lnTo>
                  <a:lnTo>
                    <a:pt x="8289532" y="1471998"/>
                  </a:lnTo>
                  <a:lnTo>
                    <a:pt x="8333914" y="1513790"/>
                  </a:lnTo>
                  <a:lnTo>
                    <a:pt x="8378004" y="1558498"/>
                  </a:lnTo>
                  <a:lnTo>
                    <a:pt x="8421988" y="1605902"/>
                  </a:lnTo>
                  <a:lnTo>
                    <a:pt x="8465983" y="1655681"/>
                  </a:lnTo>
                  <a:lnTo>
                    <a:pt x="8510048" y="1707416"/>
                  </a:lnTo>
                  <a:lnTo>
                    <a:pt x="8554195" y="1760607"/>
                  </a:lnTo>
                  <a:lnTo>
                    <a:pt x="8598404" y="1814684"/>
                  </a:lnTo>
                  <a:lnTo>
                    <a:pt x="8642634" y="1869039"/>
                  </a:lnTo>
                  <a:lnTo>
                    <a:pt x="8686838" y="1923049"/>
                  </a:lnTo>
                  <a:lnTo>
                    <a:pt x="8730977" y="1976108"/>
                  </a:lnTo>
                  <a:lnTo>
                    <a:pt x="8775032" y="2027655"/>
                  </a:lnTo>
                  <a:lnTo>
                    <a:pt x="8819022" y="2077195"/>
                  </a:lnTo>
                  <a:lnTo>
                    <a:pt x="8863011" y="2124322"/>
                  </a:lnTo>
                  <a:lnTo>
                    <a:pt x="8907123" y="2168723"/>
                  </a:lnTo>
                  <a:lnTo>
                    <a:pt x="8951550" y="2210190"/>
                  </a:lnTo>
                  <a:lnTo>
                    <a:pt x="8996568" y="2248611"/>
                  </a:lnTo>
                  <a:lnTo>
                    <a:pt x="9042550" y="2283966"/>
                  </a:lnTo>
                  <a:lnTo>
                    <a:pt x="9084767" y="2312958"/>
                  </a:lnTo>
                  <a:lnTo>
                    <a:pt x="9131985" y="2341544"/>
                  </a:lnTo>
                  <a:lnTo>
                    <a:pt x="9181683" y="2367425"/>
                  </a:lnTo>
                  <a:lnTo>
                    <a:pt x="9234608" y="2390722"/>
                  </a:lnTo>
                  <a:lnTo>
                    <a:pt x="9291578" y="2411648"/>
                  </a:lnTo>
                  <a:lnTo>
                    <a:pt x="9353427" y="2430450"/>
                  </a:lnTo>
                  <a:lnTo>
                    <a:pt x="9420955" y="2447374"/>
                  </a:lnTo>
                  <a:lnTo>
                    <a:pt x="9494848" y="2462641"/>
                  </a:lnTo>
                  <a:lnTo>
                    <a:pt x="9575577" y="2476438"/>
                  </a:lnTo>
                  <a:lnTo>
                    <a:pt x="9663266" y="2488909"/>
                  </a:lnTo>
                  <a:lnTo>
                    <a:pt x="9757520" y="2500155"/>
                  </a:lnTo>
                  <a:lnTo>
                    <a:pt x="9857239" y="2510232"/>
                  </a:lnTo>
                  <a:lnTo>
                    <a:pt x="9960456" y="2519156"/>
                  </a:lnTo>
                  <a:lnTo>
                    <a:pt x="10064255" y="2526914"/>
                  </a:lnTo>
                  <a:lnTo>
                    <a:pt x="10164866" y="2533479"/>
                  </a:lnTo>
                  <a:lnTo>
                    <a:pt x="10257991" y="2538833"/>
                  </a:lnTo>
                  <a:lnTo>
                    <a:pt x="10339385" y="2542989"/>
                  </a:lnTo>
                  <a:lnTo>
                    <a:pt x="10405589" y="2546012"/>
                  </a:lnTo>
                  <a:lnTo>
                    <a:pt x="10454644" y="2548026"/>
                  </a:lnTo>
                  <a:lnTo>
                    <a:pt x="10486562" y="2549210"/>
                  </a:lnTo>
                  <a:lnTo>
                    <a:pt x="10503453" y="2549778"/>
                  </a:lnTo>
                  <a:lnTo>
                    <a:pt x="10509347" y="2549959"/>
                  </a:lnTo>
                  <a:lnTo>
                    <a:pt x="10509911" y="2549975"/>
                  </a:lnTo>
                  <a:lnTo>
                    <a:pt x="11981298" y="254997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55" name="pl955"/>
            <p:cNvSpPr/>
            <p:nvPr/>
          </p:nvSpPr>
          <p:spPr>
            <a:xfrm>
              <a:off x="4799595" y="7873011"/>
              <a:ext cx="11981298" cy="2549975"/>
            </a:xfrm>
            <a:custGeom>
              <a:avLst/>
              <a:pathLst>
                <a:path w="11981298" h="2549975">
                  <a:moveTo>
                    <a:pt x="11981298" y="2549975"/>
                  </a:moveTo>
                  <a:lnTo>
                    <a:pt x="10509911" y="2549975"/>
                  </a:lnTo>
                  <a:lnTo>
                    <a:pt x="10508697" y="2549940"/>
                  </a:lnTo>
                  <a:lnTo>
                    <a:pt x="10500733" y="2549691"/>
                  </a:lnTo>
                  <a:lnTo>
                    <a:pt x="10480696" y="2549002"/>
                  </a:lnTo>
                  <a:lnTo>
                    <a:pt x="10444971" y="2547646"/>
                  </a:lnTo>
                  <a:lnTo>
                    <a:pt x="10391919" y="2545415"/>
                  </a:lnTo>
                  <a:lnTo>
                    <a:pt x="10322003" y="2542142"/>
                  </a:lnTo>
                  <a:lnTo>
                    <a:pt x="10237581" y="2537715"/>
                  </a:lnTo>
                  <a:lnTo>
                    <a:pt x="10142356" y="2532084"/>
                  </a:lnTo>
                  <a:lnTo>
                    <a:pt x="10040649" y="2525244"/>
                  </a:lnTo>
                  <a:lnTo>
                    <a:pt x="9936678" y="2517217"/>
                  </a:lnTo>
                  <a:lnTo>
                    <a:pt x="9834038" y="2508029"/>
                  </a:lnTo>
                  <a:lnTo>
                    <a:pt x="9735428" y="2497687"/>
                  </a:lnTo>
                  <a:lnTo>
                    <a:pt x="9642607" y="2486167"/>
                  </a:lnTo>
                  <a:lnTo>
                    <a:pt x="9556497" y="2473404"/>
                  </a:lnTo>
                  <a:lnTo>
                    <a:pt x="9477357" y="2459285"/>
                  </a:lnTo>
                  <a:lnTo>
                    <a:pt x="9404972" y="2443657"/>
                  </a:lnTo>
                  <a:lnTo>
                    <a:pt x="9338809" y="2426324"/>
                  </a:lnTo>
                  <a:lnTo>
                    <a:pt x="9278148" y="2407058"/>
                  </a:lnTo>
                  <a:lnTo>
                    <a:pt x="9222177" y="2385611"/>
                  </a:lnTo>
                  <a:lnTo>
                    <a:pt x="9170060" y="2361740"/>
                  </a:lnTo>
                  <a:lnTo>
                    <a:pt x="9120992" y="2335246"/>
                  </a:lnTo>
                  <a:lnTo>
                    <a:pt x="9084767" y="2312958"/>
                  </a:lnTo>
                  <a:lnTo>
                    <a:pt x="9037515" y="2280288"/>
                  </a:lnTo>
                  <a:lnTo>
                    <a:pt x="8991659" y="2244603"/>
                  </a:lnTo>
                  <a:lnTo>
                    <a:pt x="8946721" y="2205850"/>
                  </a:lnTo>
                  <a:lnTo>
                    <a:pt x="8902340" y="2164058"/>
                  </a:lnTo>
                  <a:lnTo>
                    <a:pt x="8858249" y="2119350"/>
                  </a:lnTo>
                  <a:lnTo>
                    <a:pt x="8814265" y="2071946"/>
                  </a:lnTo>
                  <a:lnTo>
                    <a:pt x="8770270" y="2022167"/>
                  </a:lnTo>
                  <a:lnTo>
                    <a:pt x="8726206" y="1970432"/>
                  </a:lnTo>
                  <a:lnTo>
                    <a:pt x="8682059" y="1917241"/>
                  </a:lnTo>
                  <a:lnTo>
                    <a:pt x="8637850" y="1863164"/>
                  </a:lnTo>
                  <a:lnTo>
                    <a:pt x="8593619" y="1808809"/>
                  </a:lnTo>
                  <a:lnTo>
                    <a:pt x="8549415" y="1754799"/>
                  </a:lnTo>
                  <a:lnTo>
                    <a:pt x="8505277" y="1701740"/>
                  </a:lnTo>
                  <a:lnTo>
                    <a:pt x="8461221" y="1650193"/>
                  </a:lnTo>
                  <a:lnTo>
                    <a:pt x="8417231" y="1600653"/>
                  </a:lnTo>
                  <a:lnTo>
                    <a:pt x="8373242" y="1553527"/>
                  </a:lnTo>
                  <a:lnTo>
                    <a:pt x="8329130" y="1509125"/>
                  </a:lnTo>
                  <a:lnTo>
                    <a:pt x="8284703" y="1467658"/>
                  </a:lnTo>
                  <a:lnTo>
                    <a:pt x="8239685" y="1429237"/>
                  </a:lnTo>
                  <a:lnTo>
                    <a:pt x="8193704" y="1393882"/>
                  </a:lnTo>
                  <a:lnTo>
                    <a:pt x="8151487" y="1364890"/>
                  </a:lnTo>
                  <a:lnTo>
                    <a:pt x="8104268" y="1336304"/>
                  </a:lnTo>
                  <a:lnTo>
                    <a:pt x="8054570" y="1310423"/>
                  </a:lnTo>
                  <a:lnTo>
                    <a:pt x="8001645" y="1287126"/>
                  </a:lnTo>
                  <a:lnTo>
                    <a:pt x="7944676" y="1266200"/>
                  </a:lnTo>
                  <a:lnTo>
                    <a:pt x="7882826" y="1247398"/>
                  </a:lnTo>
                  <a:lnTo>
                    <a:pt x="7815298" y="1230474"/>
                  </a:lnTo>
                  <a:lnTo>
                    <a:pt x="7741406" y="1215207"/>
                  </a:lnTo>
                  <a:lnTo>
                    <a:pt x="7660677" y="1201411"/>
                  </a:lnTo>
                  <a:lnTo>
                    <a:pt x="7572988" y="1188939"/>
                  </a:lnTo>
                  <a:lnTo>
                    <a:pt x="7478734" y="1177694"/>
                  </a:lnTo>
                  <a:lnTo>
                    <a:pt x="7379014" y="1167617"/>
                  </a:lnTo>
                  <a:lnTo>
                    <a:pt x="7275797" y="1158693"/>
                  </a:lnTo>
                  <a:lnTo>
                    <a:pt x="7171998" y="1150934"/>
                  </a:lnTo>
                  <a:lnTo>
                    <a:pt x="7071387" y="1144369"/>
                  </a:lnTo>
                  <a:lnTo>
                    <a:pt x="6978262" y="1139015"/>
                  </a:lnTo>
                  <a:lnTo>
                    <a:pt x="6896868" y="1134859"/>
                  </a:lnTo>
                  <a:lnTo>
                    <a:pt x="6830664" y="1131836"/>
                  </a:lnTo>
                  <a:lnTo>
                    <a:pt x="6781609" y="1129822"/>
                  </a:lnTo>
                  <a:lnTo>
                    <a:pt x="6749691" y="1128638"/>
                  </a:lnTo>
                  <a:lnTo>
                    <a:pt x="6732801" y="1128070"/>
                  </a:lnTo>
                  <a:lnTo>
                    <a:pt x="6726906" y="1127889"/>
                  </a:lnTo>
                  <a:lnTo>
                    <a:pt x="6726343" y="1127873"/>
                  </a:lnTo>
                  <a:lnTo>
                    <a:pt x="5254955" y="1127873"/>
                  </a:lnTo>
                  <a:lnTo>
                    <a:pt x="5253733" y="1127845"/>
                  </a:lnTo>
                  <a:lnTo>
                    <a:pt x="5245711" y="1127646"/>
                  </a:lnTo>
                  <a:lnTo>
                    <a:pt x="5225534" y="1127096"/>
                  </a:lnTo>
                  <a:lnTo>
                    <a:pt x="5189569" y="1126012"/>
                  </a:lnTo>
                  <a:lnTo>
                    <a:pt x="5136186" y="1124230"/>
                  </a:lnTo>
                  <a:lnTo>
                    <a:pt x="5065875" y="1121615"/>
                  </a:lnTo>
                  <a:lnTo>
                    <a:pt x="4981032" y="1118080"/>
                  </a:lnTo>
                  <a:lnTo>
                    <a:pt x="4885406" y="1113584"/>
                  </a:lnTo>
                  <a:lnTo>
                    <a:pt x="4783353" y="1108125"/>
                  </a:lnTo>
                  <a:lnTo>
                    <a:pt x="4679114" y="1101721"/>
                  </a:lnTo>
                  <a:lnTo>
                    <a:pt x="4576293" y="1094391"/>
                  </a:lnTo>
                  <a:lnTo>
                    <a:pt x="4477583" y="1086142"/>
                  </a:lnTo>
                  <a:lnTo>
                    <a:pt x="4384730" y="1076953"/>
                  </a:lnTo>
                  <a:lnTo>
                    <a:pt x="4298640" y="1066769"/>
                  </a:lnTo>
                  <a:lnTo>
                    <a:pt x="4219554" y="1055502"/>
                  </a:lnTo>
                  <a:lnTo>
                    <a:pt x="4147242" y="1043027"/>
                  </a:lnTo>
                  <a:lnTo>
                    <a:pt x="4081156" y="1029186"/>
                  </a:lnTo>
                  <a:lnTo>
                    <a:pt x="4020566" y="1013795"/>
                  </a:lnTo>
                  <a:lnTo>
                    <a:pt x="3964653" y="996657"/>
                  </a:lnTo>
                  <a:lnTo>
                    <a:pt x="3912573" y="977579"/>
                  </a:lnTo>
                  <a:lnTo>
                    <a:pt x="3863518" y="956403"/>
                  </a:lnTo>
                  <a:lnTo>
                    <a:pt x="3829811" y="939894"/>
                  </a:lnTo>
                  <a:lnTo>
                    <a:pt x="3780072" y="912528"/>
                  </a:lnTo>
                  <a:lnTo>
                    <a:pt x="3731852" y="882505"/>
                  </a:lnTo>
                  <a:lnTo>
                    <a:pt x="3684603" y="849780"/>
                  </a:lnTo>
                  <a:lnTo>
                    <a:pt x="3637918" y="814393"/>
                  </a:lnTo>
                  <a:lnTo>
                    <a:pt x="3591507" y="776473"/>
                  </a:lnTo>
                  <a:lnTo>
                    <a:pt x="3545172" y="736247"/>
                  </a:lnTo>
                  <a:lnTo>
                    <a:pt x="3498799" y="694041"/>
                  </a:lnTo>
                  <a:lnTo>
                    <a:pt x="3452338" y="650271"/>
                  </a:lnTo>
                  <a:lnTo>
                    <a:pt x="3405792" y="605429"/>
                  </a:lnTo>
                  <a:lnTo>
                    <a:pt x="3359197" y="560061"/>
                  </a:lnTo>
                  <a:lnTo>
                    <a:pt x="3312607" y="514743"/>
                  </a:lnTo>
                  <a:lnTo>
                    <a:pt x="3266073" y="470047"/>
                  </a:lnTo>
                  <a:lnTo>
                    <a:pt x="3219629" y="426510"/>
                  </a:lnTo>
                  <a:lnTo>
                    <a:pt x="3173267" y="384615"/>
                  </a:lnTo>
                  <a:lnTo>
                    <a:pt x="3126929" y="344762"/>
                  </a:lnTo>
                  <a:lnTo>
                    <a:pt x="3080488" y="307261"/>
                  </a:lnTo>
                  <a:lnTo>
                    <a:pt x="3033731" y="272321"/>
                  </a:lnTo>
                  <a:lnTo>
                    <a:pt x="2986348" y="240056"/>
                  </a:lnTo>
                  <a:lnTo>
                    <a:pt x="2937912" y="210491"/>
                  </a:lnTo>
                  <a:lnTo>
                    <a:pt x="2896531" y="187978"/>
                  </a:lnTo>
                  <a:lnTo>
                    <a:pt x="2849191" y="165253"/>
                  </a:lnTo>
                  <a:lnTo>
                    <a:pt x="2799358" y="144683"/>
                  </a:lnTo>
                  <a:lnTo>
                    <a:pt x="2746276" y="126172"/>
                  </a:lnTo>
                  <a:lnTo>
                    <a:pt x="2689124" y="109549"/>
                  </a:lnTo>
                  <a:lnTo>
                    <a:pt x="2627059" y="94617"/>
                  </a:lnTo>
                  <a:lnTo>
                    <a:pt x="2559277" y="81181"/>
                  </a:lnTo>
                  <a:lnTo>
                    <a:pt x="2485091" y="69062"/>
                  </a:lnTo>
                  <a:lnTo>
                    <a:pt x="2404027" y="58113"/>
                  </a:lnTo>
                  <a:lnTo>
                    <a:pt x="2315971" y="48219"/>
                  </a:lnTo>
                  <a:lnTo>
                    <a:pt x="2221334" y="39300"/>
                  </a:lnTo>
                  <a:lnTo>
                    <a:pt x="2121242" y="31312"/>
                  </a:lnTo>
                  <a:lnTo>
                    <a:pt x="2017704" y="24243"/>
                  </a:lnTo>
                  <a:lnTo>
                    <a:pt x="1913684" y="18104"/>
                  </a:lnTo>
                  <a:lnTo>
                    <a:pt x="1813004" y="12917"/>
                  </a:lnTo>
                  <a:lnTo>
                    <a:pt x="1720002" y="8695"/>
                  </a:lnTo>
                  <a:lnTo>
                    <a:pt x="1638940" y="5427"/>
                  </a:lnTo>
                  <a:lnTo>
                    <a:pt x="1573256" y="3059"/>
                  </a:lnTo>
                  <a:lnTo>
                    <a:pt x="1524849" y="1490"/>
                  </a:lnTo>
                  <a:lnTo>
                    <a:pt x="1493613" y="575"/>
                  </a:lnTo>
                  <a:lnTo>
                    <a:pt x="1477328" y="142"/>
                  </a:lnTo>
                  <a:lnTo>
                    <a:pt x="1471844" y="10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56" name="pg956"/>
            <p:cNvSpPr/>
            <p:nvPr/>
          </p:nvSpPr>
          <p:spPr>
            <a:xfrm>
              <a:off x="4799595" y="4301411"/>
              <a:ext cx="11981298" cy="5279756"/>
            </a:xfrm>
            <a:custGeom>
              <a:avLst/>
              <a:pathLst>
                <a:path w="11981298" h="5279756">
                  <a:moveTo>
                    <a:pt x="0" y="3636984"/>
                  </a:moveTo>
                  <a:lnTo>
                    <a:pt x="1471387" y="3636984"/>
                  </a:lnTo>
                  <a:lnTo>
                    <a:pt x="1472592" y="3637024"/>
                  </a:lnTo>
                  <a:lnTo>
                    <a:pt x="1480505" y="3637310"/>
                  </a:lnTo>
                  <a:lnTo>
                    <a:pt x="1500418" y="3638100"/>
                  </a:lnTo>
                  <a:lnTo>
                    <a:pt x="1535931" y="3639656"/>
                  </a:lnTo>
                  <a:lnTo>
                    <a:pt x="1588689" y="3642216"/>
                  </a:lnTo>
                  <a:lnTo>
                    <a:pt x="1658252" y="3645973"/>
                  </a:lnTo>
                  <a:lnTo>
                    <a:pt x="1742300" y="3651055"/>
                  </a:lnTo>
                  <a:lnTo>
                    <a:pt x="1837166" y="3657522"/>
                  </a:lnTo>
                  <a:lnTo>
                    <a:pt x="1938565" y="3665380"/>
                  </a:lnTo>
                  <a:lnTo>
                    <a:pt x="2042296" y="3674603"/>
                  </a:lnTo>
                  <a:lnTo>
                    <a:pt x="2144773" y="3685162"/>
                  </a:lnTo>
                  <a:lnTo>
                    <a:pt x="2243292" y="3697047"/>
                  </a:lnTo>
                  <a:lnTo>
                    <a:pt x="2336083" y="3710286"/>
                  </a:lnTo>
                  <a:lnTo>
                    <a:pt x="2422209" y="3724952"/>
                  </a:lnTo>
                  <a:lnTo>
                    <a:pt x="2501396" y="3741172"/>
                  </a:lnTo>
                  <a:lnTo>
                    <a:pt x="2573845" y="3759120"/>
                  </a:lnTo>
                  <a:lnTo>
                    <a:pt x="2640078" y="3779021"/>
                  </a:lnTo>
                  <a:lnTo>
                    <a:pt x="2700803" y="3801134"/>
                  </a:lnTo>
                  <a:lnTo>
                    <a:pt x="2756825" y="3825744"/>
                  </a:lnTo>
                  <a:lnTo>
                    <a:pt x="2808976" y="3853130"/>
                  </a:lnTo>
                  <a:lnTo>
                    <a:pt x="2858057" y="3883524"/>
                  </a:lnTo>
                  <a:lnTo>
                    <a:pt x="2896531" y="3910779"/>
                  </a:lnTo>
                  <a:lnTo>
                    <a:pt x="2941995" y="3947004"/>
                  </a:lnTo>
                  <a:lnTo>
                    <a:pt x="2986150" y="3986445"/>
                  </a:lnTo>
                  <a:lnTo>
                    <a:pt x="3029426" y="4029162"/>
                  </a:lnTo>
                  <a:lnTo>
                    <a:pt x="3072155" y="4075133"/>
                  </a:lnTo>
                  <a:lnTo>
                    <a:pt x="3114583" y="4124247"/>
                  </a:lnTo>
                  <a:lnTo>
                    <a:pt x="3156886" y="4176295"/>
                  </a:lnTo>
                  <a:lnTo>
                    <a:pt x="3199179" y="4230968"/>
                  </a:lnTo>
                  <a:lnTo>
                    <a:pt x="3241526" y="4287862"/>
                  </a:lnTo>
                  <a:lnTo>
                    <a:pt x="3283950" y="4346483"/>
                  </a:lnTo>
                  <a:lnTo>
                    <a:pt x="3326441" y="4406267"/>
                  </a:lnTo>
                  <a:lnTo>
                    <a:pt x="3368968" y="4466603"/>
                  </a:lnTo>
                  <a:lnTo>
                    <a:pt x="3411489" y="4526851"/>
                  </a:lnTo>
                  <a:lnTo>
                    <a:pt x="3453964" y="4586377"/>
                  </a:lnTo>
                  <a:lnTo>
                    <a:pt x="3496367" y="4644581"/>
                  </a:lnTo>
                  <a:lnTo>
                    <a:pt x="3538696" y="4700914"/>
                  </a:lnTo>
                  <a:lnTo>
                    <a:pt x="3580983" y="4754908"/>
                  </a:lnTo>
                  <a:lnTo>
                    <a:pt x="3623306" y="4806182"/>
                  </a:lnTo>
                  <a:lnTo>
                    <a:pt x="3665795" y="4854456"/>
                  </a:lnTo>
                  <a:lnTo>
                    <a:pt x="3708646" y="4899548"/>
                  </a:lnTo>
                  <a:lnTo>
                    <a:pt x="3752126" y="4941370"/>
                  </a:lnTo>
                  <a:lnTo>
                    <a:pt x="3796590" y="4979926"/>
                  </a:lnTo>
                  <a:lnTo>
                    <a:pt x="3829811" y="5005961"/>
                  </a:lnTo>
                  <a:lnTo>
                    <a:pt x="3876921" y="5038912"/>
                  </a:lnTo>
                  <a:lnTo>
                    <a:pt x="3926498" y="5068753"/>
                  </a:lnTo>
                  <a:lnTo>
                    <a:pt x="3979285" y="5095620"/>
                  </a:lnTo>
                  <a:lnTo>
                    <a:pt x="4036092" y="5119760"/>
                  </a:lnTo>
                  <a:lnTo>
                    <a:pt x="4097750" y="5141454"/>
                  </a:lnTo>
                  <a:lnTo>
                    <a:pt x="4165052" y="5160985"/>
                  </a:lnTo>
                  <a:lnTo>
                    <a:pt x="4238683" y="5178608"/>
                  </a:lnTo>
                  <a:lnTo>
                    <a:pt x="4319114" y="5194537"/>
                  </a:lnTo>
                  <a:lnTo>
                    <a:pt x="4406477" y="5208939"/>
                  </a:lnTo>
                  <a:lnTo>
                    <a:pt x="4500389" y="5221930"/>
                  </a:lnTo>
                  <a:lnTo>
                    <a:pt x="4599777" y="5233575"/>
                  </a:lnTo>
                  <a:lnTo>
                    <a:pt x="4702706" y="5243896"/>
                  </a:lnTo>
                  <a:lnTo>
                    <a:pt x="4806305" y="5252875"/>
                  </a:lnTo>
                  <a:lnTo>
                    <a:pt x="4906849" y="5260484"/>
                  </a:lnTo>
                  <a:lnTo>
                    <a:pt x="5000078" y="5266701"/>
                  </a:lnTo>
                  <a:lnTo>
                    <a:pt x="5081760" y="5271538"/>
                  </a:lnTo>
                  <a:lnTo>
                    <a:pt x="5148422" y="5275068"/>
                  </a:lnTo>
                  <a:lnTo>
                    <a:pt x="5198051" y="5277432"/>
                  </a:lnTo>
                  <a:lnTo>
                    <a:pt x="5230577" y="5278831"/>
                  </a:lnTo>
                  <a:lnTo>
                    <a:pt x="5248013" y="5279511"/>
                  </a:lnTo>
                  <a:lnTo>
                    <a:pt x="5254284" y="5279734"/>
                  </a:lnTo>
                  <a:lnTo>
                    <a:pt x="5254955" y="5279756"/>
                  </a:lnTo>
                  <a:lnTo>
                    <a:pt x="6726343" y="5279756"/>
                  </a:lnTo>
                  <a:lnTo>
                    <a:pt x="6727206" y="5279665"/>
                  </a:lnTo>
                  <a:lnTo>
                    <a:pt x="6732917" y="5279015"/>
                  </a:lnTo>
                  <a:lnTo>
                    <a:pt x="6747424" y="5277219"/>
                  </a:lnTo>
                  <a:lnTo>
                    <a:pt x="6773640" y="5273678"/>
                  </a:lnTo>
                  <a:lnTo>
                    <a:pt x="6813281" y="5267818"/>
                  </a:lnTo>
                  <a:lnTo>
                    <a:pt x="6866745" y="5259142"/>
                  </a:lnTo>
                  <a:lnTo>
                    <a:pt x="6933128" y="5247267"/>
                  </a:lnTo>
                  <a:lnTo>
                    <a:pt x="7010425" y="5231948"/>
                  </a:lnTo>
                  <a:lnTo>
                    <a:pt x="7095879" y="5213078"/>
                  </a:lnTo>
                  <a:lnTo>
                    <a:pt x="7186409" y="5190653"/>
                  </a:lnTo>
                  <a:lnTo>
                    <a:pt x="7279011" y="5164734"/>
                  </a:lnTo>
                  <a:lnTo>
                    <a:pt x="7371057" y="5135390"/>
                  </a:lnTo>
                  <a:lnTo>
                    <a:pt x="7460465" y="5102660"/>
                  </a:lnTo>
                  <a:lnTo>
                    <a:pt x="7545758" y="5066513"/>
                  </a:lnTo>
                  <a:lnTo>
                    <a:pt x="7626020" y="5026829"/>
                  </a:lnTo>
                  <a:lnTo>
                    <a:pt x="7700817" y="4983387"/>
                  </a:lnTo>
                  <a:lnTo>
                    <a:pt x="7770086" y="4935861"/>
                  </a:lnTo>
                  <a:lnTo>
                    <a:pt x="7834038" y="4883823"/>
                  </a:lnTo>
                  <a:lnTo>
                    <a:pt x="7893067" y="4826751"/>
                  </a:lnTo>
                  <a:lnTo>
                    <a:pt x="7947683" y="4764046"/>
                  </a:lnTo>
                  <a:lnTo>
                    <a:pt x="7998457" y="4695064"/>
                  </a:lnTo>
                  <a:lnTo>
                    <a:pt x="8045981" y="4619152"/>
                  </a:lnTo>
                  <a:lnTo>
                    <a:pt x="8090838" y="4535733"/>
                  </a:lnTo>
                  <a:lnTo>
                    <a:pt x="8133571" y="4444415"/>
                  </a:lnTo>
                  <a:lnTo>
                    <a:pt x="8151487" y="4402521"/>
                  </a:lnTo>
                  <a:lnTo>
                    <a:pt x="8180286" y="4330642"/>
                  </a:lnTo>
                  <a:lnTo>
                    <a:pt x="8208494" y="4254726"/>
                  </a:lnTo>
                  <a:lnTo>
                    <a:pt x="8236234" y="4174692"/>
                  </a:lnTo>
                  <a:lnTo>
                    <a:pt x="8263612" y="4090497"/>
                  </a:lnTo>
                  <a:lnTo>
                    <a:pt x="8290715" y="4002139"/>
                  </a:lnTo>
                  <a:lnTo>
                    <a:pt x="8317620" y="3909656"/>
                  </a:lnTo>
                  <a:lnTo>
                    <a:pt x="8344387" y="3813134"/>
                  </a:lnTo>
                  <a:lnTo>
                    <a:pt x="8371068" y="3712708"/>
                  </a:lnTo>
                  <a:lnTo>
                    <a:pt x="8397703" y="3608563"/>
                  </a:lnTo>
                  <a:lnTo>
                    <a:pt x="8424321" y="3500933"/>
                  </a:lnTo>
                  <a:lnTo>
                    <a:pt x="8450947" y="3390104"/>
                  </a:lnTo>
                  <a:lnTo>
                    <a:pt x="8477593" y="3276406"/>
                  </a:lnTo>
                  <a:lnTo>
                    <a:pt x="8504269" y="3160219"/>
                  </a:lnTo>
                  <a:lnTo>
                    <a:pt x="8530976" y="3041959"/>
                  </a:lnTo>
                  <a:lnTo>
                    <a:pt x="8557711" y="2922078"/>
                  </a:lnTo>
                  <a:lnTo>
                    <a:pt x="8584468" y="2801056"/>
                  </a:lnTo>
                  <a:lnTo>
                    <a:pt x="8611239" y="2679391"/>
                  </a:lnTo>
                  <a:lnTo>
                    <a:pt x="8638012" y="2557595"/>
                  </a:lnTo>
                  <a:lnTo>
                    <a:pt x="8664778" y="2436179"/>
                  </a:lnTo>
                  <a:lnTo>
                    <a:pt x="8691525" y="2315650"/>
                  </a:lnTo>
                  <a:lnTo>
                    <a:pt x="8718247" y="2196497"/>
                  </a:lnTo>
                  <a:lnTo>
                    <a:pt x="8744939" y="2079189"/>
                  </a:lnTo>
                  <a:lnTo>
                    <a:pt x="8771600" y="1964161"/>
                  </a:lnTo>
                  <a:lnTo>
                    <a:pt x="8798235" y="1851811"/>
                  </a:lnTo>
                  <a:lnTo>
                    <a:pt x="8824855" y="1742496"/>
                  </a:lnTo>
                  <a:lnTo>
                    <a:pt x="8851478" y="1636526"/>
                  </a:lnTo>
                  <a:lnTo>
                    <a:pt x="8878130" y="1534160"/>
                  </a:lnTo>
                  <a:lnTo>
                    <a:pt x="8904848" y="1435610"/>
                  </a:lnTo>
                  <a:lnTo>
                    <a:pt x="8931675" y="1341035"/>
                  </a:lnTo>
                  <a:lnTo>
                    <a:pt x="8958667" y="1250547"/>
                  </a:lnTo>
                  <a:lnTo>
                    <a:pt x="8985894" y="1164208"/>
                  </a:lnTo>
                  <a:lnTo>
                    <a:pt x="9013435" y="1082036"/>
                  </a:lnTo>
                  <a:lnTo>
                    <a:pt x="9041388" y="1004009"/>
                  </a:lnTo>
                  <a:lnTo>
                    <a:pt x="9069867" y="930065"/>
                  </a:lnTo>
                  <a:lnTo>
                    <a:pt x="9084767" y="893581"/>
                  </a:lnTo>
                  <a:lnTo>
                    <a:pt x="9126735" y="798812"/>
                  </a:lnTo>
                  <a:lnTo>
                    <a:pt x="9170612" y="712014"/>
                  </a:lnTo>
                  <a:lnTo>
                    <a:pt x="9216914" y="632925"/>
                  </a:lnTo>
                  <a:lnTo>
                    <a:pt x="9266212" y="561029"/>
                  </a:lnTo>
                  <a:lnTo>
                    <a:pt x="9319098" y="495695"/>
                  </a:lnTo>
                  <a:lnTo>
                    <a:pt x="9376154" y="436268"/>
                  </a:lnTo>
                  <a:lnTo>
                    <a:pt x="9437925" y="382125"/>
                  </a:lnTo>
                  <a:lnTo>
                    <a:pt x="9504860" y="332709"/>
                  </a:lnTo>
                  <a:lnTo>
                    <a:pt x="9577259" y="287550"/>
                  </a:lnTo>
                  <a:lnTo>
                    <a:pt x="9655191" y="246277"/>
                  </a:lnTo>
                  <a:lnTo>
                    <a:pt x="9738394" y="208624"/>
                  </a:lnTo>
                  <a:lnTo>
                    <a:pt x="9826172" y="174427"/>
                  </a:lnTo>
                  <a:lnTo>
                    <a:pt x="9917299" y="143620"/>
                  </a:lnTo>
                  <a:lnTo>
                    <a:pt x="10009954" y="116215"/>
                  </a:lnTo>
                  <a:lnTo>
                    <a:pt x="10101731" y="92272"/>
                  </a:lnTo>
                  <a:lnTo>
                    <a:pt x="10189758" y="71863"/>
                  </a:lnTo>
                  <a:lnTo>
                    <a:pt x="10270944" y="55017"/>
                  </a:lnTo>
                  <a:lnTo>
                    <a:pt x="10342338" y="41677"/>
                  </a:lnTo>
                  <a:lnTo>
                    <a:pt x="10401562" y="31658"/>
                  </a:lnTo>
                  <a:lnTo>
                    <a:pt x="10447200" y="24638"/>
                  </a:lnTo>
                  <a:lnTo>
                    <a:pt x="10479077" y="20163"/>
                  </a:lnTo>
                  <a:lnTo>
                    <a:pt x="10498348" y="17687"/>
                  </a:lnTo>
                  <a:lnTo>
                    <a:pt x="10507430" y="16615"/>
                  </a:lnTo>
                  <a:lnTo>
                    <a:pt x="10509911" y="16345"/>
                  </a:lnTo>
                  <a:lnTo>
                    <a:pt x="11981298" y="16345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9047" y="91"/>
                  </a:lnTo>
                  <a:lnTo>
                    <a:pt x="10503336" y="741"/>
                  </a:lnTo>
                  <a:lnTo>
                    <a:pt x="10488829" y="2537"/>
                  </a:lnTo>
                  <a:lnTo>
                    <a:pt x="10462614" y="6078"/>
                  </a:lnTo>
                  <a:lnTo>
                    <a:pt x="10422973" y="11937"/>
                  </a:lnTo>
                  <a:lnTo>
                    <a:pt x="10369509" y="20614"/>
                  </a:lnTo>
                  <a:lnTo>
                    <a:pt x="10303125" y="32489"/>
                  </a:lnTo>
                  <a:lnTo>
                    <a:pt x="10225829" y="47808"/>
                  </a:lnTo>
                  <a:lnTo>
                    <a:pt x="10140375" y="66678"/>
                  </a:lnTo>
                  <a:lnTo>
                    <a:pt x="10049844" y="89103"/>
                  </a:lnTo>
                  <a:lnTo>
                    <a:pt x="9957242" y="115022"/>
                  </a:lnTo>
                  <a:lnTo>
                    <a:pt x="9865197" y="144366"/>
                  </a:lnTo>
                  <a:lnTo>
                    <a:pt x="9775788" y="177096"/>
                  </a:lnTo>
                  <a:lnTo>
                    <a:pt x="9690496" y="213243"/>
                  </a:lnTo>
                  <a:lnTo>
                    <a:pt x="9610233" y="252927"/>
                  </a:lnTo>
                  <a:lnTo>
                    <a:pt x="9535436" y="296369"/>
                  </a:lnTo>
                  <a:lnTo>
                    <a:pt x="9466167" y="343894"/>
                  </a:lnTo>
                  <a:lnTo>
                    <a:pt x="9402215" y="395933"/>
                  </a:lnTo>
                  <a:lnTo>
                    <a:pt x="9343186" y="453005"/>
                  </a:lnTo>
                  <a:lnTo>
                    <a:pt x="9288570" y="515710"/>
                  </a:lnTo>
                  <a:lnTo>
                    <a:pt x="9237796" y="584692"/>
                  </a:lnTo>
                  <a:lnTo>
                    <a:pt x="9190272" y="660604"/>
                  </a:lnTo>
                  <a:lnTo>
                    <a:pt x="9145415" y="744022"/>
                  </a:lnTo>
                  <a:lnTo>
                    <a:pt x="9102682" y="835341"/>
                  </a:lnTo>
                  <a:lnTo>
                    <a:pt x="9084767" y="877235"/>
                  </a:lnTo>
                  <a:lnTo>
                    <a:pt x="9055967" y="949114"/>
                  </a:lnTo>
                  <a:lnTo>
                    <a:pt x="9027759" y="1025030"/>
                  </a:lnTo>
                  <a:lnTo>
                    <a:pt x="9000019" y="1105064"/>
                  </a:lnTo>
                  <a:lnTo>
                    <a:pt x="8972641" y="1189259"/>
                  </a:lnTo>
                  <a:lnTo>
                    <a:pt x="8945538" y="1277617"/>
                  </a:lnTo>
                  <a:lnTo>
                    <a:pt x="8918633" y="1370100"/>
                  </a:lnTo>
                  <a:lnTo>
                    <a:pt x="8891866" y="1466622"/>
                  </a:lnTo>
                  <a:lnTo>
                    <a:pt x="8865185" y="1567048"/>
                  </a:lnTo>
                  <a:lnTo>
                    <a:pt x="8838551" y="1671193"/>
                  </a:lnTo>
                  <a:lnTo>
                    <a:pt x="8811932" y="1778822"/>
                  </a:lnTo>
                  <a:lnTo>
                    <a:pt x="8785306" y="1889652"/>
                  </a:lnTo>
                  <a:lnTo>
                    <a:pt x="8758660" y="2003350"/>
                  </a:lnTo>
                  <a:lnTo>
                    <a:pt x="8731984" y="2119537"/>
                  </a:lnTo>
                  <a:lnTo>
                    <a:pt x="8705277" y="2237797"/>
                  </a:lnTo>
                  <a:lnTo>
                    <a:pt x="8678542" y="2357678"/>
                  </a:lnTo>
                  <a:lnTo>
                    <a:pt x="8651785" y="2478700"/>
                  </a:lnTo>
                  <a:lnTo>
                    <a:pt x="8625014" y="2600365"/>
                  </a:lnTo>
                  <a:lnTo>
                    <a:pt x="8598241" y="2722161"/>
                  </a:lnTo>
                  <a:lnTo>
                    <a:pt x="8571476" y="2843577"/>
                  </a:lnTo>
                  <a:lnTo>
                    <a:pt x="8544728" y="2964106"/>
                  </a:lnTo>
                  <a:lnTo>
                    <a:pt x="8518006" y="3083259"/>
                  </a:lnTo>
                  <a:lnTo>
                    <a:pt x="8491314" y="3200567"/>
                  </a:lnTo>
                  <a:lnTo>
                    <a:pt x="8464653" y="3315595"/>
                  </a:lnTo>
                  <a:lnTo>
                    <a:pt x="8438018" y="3427945"/>
                  </a:lnTo>
                  <a:lnTo>
                    <a:pt x="8411398" y="3537260"/>
                  </a:lnTo>
                  <a:lnTo>
                    <a:pt x="8384775" y="3643230"/>
                  </a:lnTo>
                  <a:lnTo>
                    <a:pt x="8358123" y="3745596"/>
                  </a:lnTo>
                  <a:lnTo>
                    <a:pt x="8331406" y="3844146"/>
                  </a:lnTo>
                  <a:lnTo>
                    <a:pt x="8304579" y="3938720"/>
                  </a:lnTo>
                  <a:lnTo>
                    <a:pt x="8277586" y="4029209"/>
                  </a:lnTo>
                  <a:lnTo>
                    <a:pt x="8250360" y="4115548"/>
                  </a:lnTo>
                  <a:lnTo>
                    <a:pt x="8222818" y="4197720"/>
                  </a:lnTo>
                  <a:lnTo>
                    <a:pt x="8194865" y="4275747"/>
                  </a:lnTo>
                  <a:lnTo>
                    <a:pt x="8166386" y="4349691"/>
                  </a:lnTo>
                  <a:lnTo>
                    <a:pt x="8151487" y="4386175"/>
                  </a:lnTo>
                  <a:lnTo>
                    <a:pt x="8109518" y="4480944"/>
                  </a:lnTo>
                  <a:lnTo>
                    <a:pt x="8065642" y="4567742"/>
                  </a:lnTo>
                  <a:lnTo>
                    <a:pt x="8019339" y="4646831"/>
                  </a:lnTo>
                  <a:lnTo>
                    <a:pt x="7970041" y="4718727"/>
                  </a:lnTo>
                  <a:lnTo>
                    <a:pt x="7917156" y="4784061"/>
                  </a:lnTo>
                  <a:lnTo>
                    <a:pt x="7860099" y="4843488"/>
                  </a:lnTo>
                  <a:lnTo>
                    <a:pt x="7798329" y="4897631"/>
                  </a:lnTo>
                  <a:lnTo>
                    <a:pt x="7731394" y="4947047"/>
                  </a:lnTo>
                  <a:lnTo>
                    <a:pt x="7658994" y="4992206"/>
                  </a:lnTo>
                  <a:lnTo>
                    <a:pt x="7581062" y="5033478"/>
                  </a:lnTo>
                  <a:lnTo>
                    <a:pt x="7497859" y="5071132"/>
                  </a:lnTo>
                  <a:lnTo>
                    <a:pt x="7410081" y="5105329"/>
                  </a:lnTo>
                  <a:lnTo>
                    <a:pt x="7318954" y="5136136"/>
                  </a:lnTo>
                  <a:lnTo>
                    <a:pt x="7226299" y="5163541"/>
                  </a:lnTo>
                  <a:lnTo>
                    <a:pt x="7134522" y="5187483"/>
                  </a:lnTo>
                  <a:lnTo>
                    <a:pt x="7046495" y="5207893"/>
                  </a:lnTo>
                  <a:lnTo>
                    <a:pt x="6965310" y="5224739"/>
                  </a:lnTo>
                  <a:lnTo>
                    <a:pt x="6893915" y="5238079"/>
                  </a:lnTo>
                  <a:lnTo>
                    <a:pt x="6834691" y="5248098"/>
                  </a:lnTo>
                  <a:lnTo>
                    <a:pt x="6789053" y="5255118"/>
                  </a:lnTo>
                  <a:lnTo>
                    <a:pt x="6757176" y="5259593"/>
                  </a:lnTo>
                  <a:lnTo>
                    <a:pt x="6737905" y="5262069"/>
                  </a:lnTo>
                  <a:lnTo>
                    <a:pt x="6728824" y="5263141"/>
                  </a:lnTo>
                  <a:lnTo>
                    <a:pt x="6726343" y="5263410"/>
                  </a:lnTo>
                  <a:lnTo>
                    <a:pt x="5254955" y="5263410"/>
                  </a:lnTo>
                  <a:lnTo>
                    <a:pt x="5253750" y="5263370"/>
                  </a:lnTo>
                  <a:lnTo>
                    <a:pt x="5245837" y="5263084"/>
                  </a:lnTo>
                  <a:lnTo>
                    <a:pt x="5225925" y="5262294"/>
                  </a:lnTo>
                  <a:lnTo>
                    <a:pt x="5190411" y="5260738"/>
                  </a:lnTo>
                  <a:lnTo>
                    <a:pt x="5137653" y="5258178"/>
                  </a:lnTo>
                  <a:lnTo>
                    <a:pt x="5068090" y="5254421"/>
                  </a:lnTo>
                  <a:lnTo>
                    <a:pt x="4984042" y="5249339"/>
                  </a:lnTo>
                  <a:lnTo>
                    <a:pt x="4889176" y="5242872"/>
                  </a:lnTo>
                  <a:lnTo>
                    <a:pt x="4787777" y="5235014"/>
                  </a:lnTo>
                  <a:lnTo>
                    <a:pt x="4684046" y="5225791"/>
                  </a:lnTo>
                  <a:lnTo>
                    <a:pt x="4581569" y="5215232"/>
                  </a:lnTo>
                  <a:lnTo>
                    <a:pt x="4483051" y="5203347"/>
                  </a:lnTo>
                  <a:lnTo>
                    <a:pt x="4390260" y="5190109"/>
                  </a:lnTo>
                  <a:lnTo>
                    <a:pt x="4304133" y="5175442"/>
                  </a:lnTo>
                  <a:lnTo>
                    <a:pt x="4224946" y="5159223"/>
                  </a:lnTo>
                  <a:lnTo>
                    <a:pt x="4152497" y="5141274"/>
                  </a:lnTo>
                  <a:lnTo>
                    <a:pt x="4086264" y="5121373"/>
                  </a:lnTo>
                  <a:lnTo>
                    <a:pt x="4025539" y="5099260"/>
                  </a:lnTo>
                  <a:lnTo>
                    <a:pt x="3969517" y="5074651"/>
                  </a:lnTo>
                  <a:lnTo>
                    <a:pt x="3917366" y="5047264"/>
                  </a:lnTo>
                  <a:lnTo>
                    <a:pt x="3868285" y="5016870"/>
                  </a:lnTo>
                  <a:lnTo>
                    <a:pt x="3829811" y="4989615"/>
                  </a:lnTo>
                  <a:lnTo>
                    <a:pt x="3784347" y="4953390"/>
                  </a:lnTo>
                  <a:lnTo>
                    <a:pt x="3740193" y="4913949"/>
                  </a:lnTo>
                  <a:lnTo>
                    <a:pt x="3696916" y="4871232"/>
                  </a:lnTo>
                  <a:lnTo>
                    <a:pt x="3654187" y="4825261"/>
                  </a:lnTo>
                  <a:lnTo>
                    <a:pt x="3611759" y="4776147"/>
                  </a:lnTo>
                  <a:lnTo>
                    <a:pt x="3569456" y="4724099"/>
                  </a:lnTo>
                  <a:lnTo>
                    <a:pt x="3527163" y="4669426"/>
                  </a:lnTo>
                  <a:lnTo>
                    <a:pt x="3484816" y="4612533"/>
                  </a:lnTo>
                  <a:lnTo>
                    <a:pt x="3442392" y="4553912"/>
                  </a:lnTo>
                  <a:lnTo>
                    <a:pt x="3399901" y="4494127"/>
                  </a:lnTo>
                  <a:lnTo>
                    <a:pt x="3357374" y="4433791"/>
                  </a:lnTo>
                  <a:lnTo>
                    <a:pt x="3314853" y="4373544"/>
                  </a:lnTo>
                  <a:lnTo>
                    <a:pt x="3272378" y="4314017"/>
                  </a:lnTo>
                  <a:lnTo>
                    <a:pt x="3229975" y="4255813"/>
                  </a:lnTo>
                  <a:lnTo>
                    <a:pt x="3187646" y="4199480"/>
                  </a:lnTo>
                  <a:lnTo>
                    <a:pt x="3145359" y="4145486"/>
                  </a:lnTo>
                  <a:lnTo>
                    <a:pt x="3103036" y="4094212"/>
                  </a:lnTo>
                  <a:lnTo>
                    <a:pt x="3060547" y="4045938"/>
                  </a:lnTo>
                  <a:lnTo>
                    <a:pt x="3017696" y="4000847"/>
                  </a:lnTo>
                  <a:lnTo>
                    <a:pt x="2974216" y="3959024"/>
                  </a:lnTo>
                  <a:lnTo>
                    <a:pt x="2929752" y="3920469"/>
                  </a:lnTo>
                  <a:lnTo>
                    <a:pt x="2896531" y="3894433"/>
                  </a:lnTo>
                  <a:lnTo>
                    <a:pt x="2849421" y="3861482"/>
                  </a:lnTo>
                  <a:lnTo>
                    <a:pt x="2799844" y="3831641"/>
                  </a:lnTo>
                  <a:lnTo>
                    <a:pt x="2747057" y="3804774"/>
                  </a:lnTo>
                  <a:lnTo>
                    <a:pt x="2690250" y="3780634"/>
                  </a:lnTo>
                  <a:lnTo>
                    <a:pt x="2628592" y="3758940"/>
                  </a:lnTo>
                  <a:lnTo>
                    <a:pt x="2561290" y="3739409"/>
                  </a:lnTo>
                  <a:lnTo>
                    <a:pt x="2487659" y="3721786"/>
                  </a:lnTo>
                  <a:lnTo>
                    <a:pt x="2407228" y="3705858"/>
                  </a:lnTo>
                  <a:lnTo>
                    <a:pt x="2319865" y="3691456"/>
                  </a:lnTo>
                  <a:lnTo>
                    <a:pt x="2225953" y="3678465"/>
                  </a:lnTo>
                  <a:lnTo>
                    <a:pt x="2126565" y="3666819"/>
                  </a:lnTo>
                  <a:lnTo>
                    <a:pt x="2023636" y="3656499"/>
                  </a:lnTo>
                  <a:lnTo>
                    <a:pt x="1920037" y="3647519"/>
                  </a:lnTo>
                  <a:lnTo>
                    <a:pt x="1819493" y="3639910"/>
                  </a:lnTo>
                  <a:lnTo>
                    <a:pt x="1726264" y="3633694"/>
                  </a:lnTo>
                  <a:lnTo>
                    <a:pt x="1644582" y="3628856"/>
                  </a:lnTo>
                  <a:lnTo>
                    <a:pt x="1577920" y="3625326"/>
                  </a:lnTo>
                  <a:lnTo>
                    <a:pt x="1528291" y="3622962"/>
                  </a:lnTo>
                  <a:lnTo>
                    <a:pt x="1495765" y="3621563"/>
                  </a:lnTo>
                  <a:lnTo>
                    <a:pt x="1478330" y="3620883"/>
                  </a:lnTo>
                  <a:lnTo>
                    <a:pt x="1472059" y="3620660"/>
                  </a:lnTo>
                  <a:lnTo>
                    <a:pt x="1471387" y="3620638"/>
                  </a:lnTo>
                  <a:lnTo>
                    <a:pt x="0" y="3620638"/>
                  </a:lnTo>
                  <a:close/>
                </a:path>
              </a:pathLst>
            </a:custGeom>
            <a:solidFill>
              <a:srgbClr val="F28E5B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957" name="pl957"/>
            <p:cNvSpPr/>
            <p:nvPr/>
          </p:nvSpPr>
          <p:spPr>
            <a:xfrm>
              <a:off x="4799595" y="4317757"/>
              <a:ext cx="11981298" cy="5263410"/>
            </a:xfrm>
            <a:custGeom>
              <a:avLst/>
              <a:pathLst>
                <a:path w="11981298" h="5263410">
                  <a:moveTo>
                    <a:pt x="0" y="3620638"/>
                  </a:moveTo>
                  <a:lnTo>
                    <a:pt x="1471387" y="3620638"/>
                  </a:lnTo>
                  <a:lnTo>
                    <a:pt x="1472592" y="3620678"/>
                  </a:lnTo>
                  <a:lnTo>
                    <a:pt x="1480505" y="3620964"/>
                  </a:lnTo>
                  <a:lnTo>
                    <a:pt x="1500418" y="3621754"/>
                  </a:lnTo>
                  <a:lnTo>
                    <a:pt x="1535931" y="3623310"/>
                  </a:lnTo>
                  <a:lnTo>
                    <a:pt x="1588689" y="3625870"/>
                  </a:lnTo>
                  <a:lnTo>
                    <a:pt x="1658252" y="3629627"/>
                  </a:lnTo>
                  <a:lnTo>
                    <a:pt x="1742300" y="3634709"/>
                  </a:lnTo>
                  <a:lnTo>
                    <a:pt x="1837166" y="3641176"/>
                  </a:lnTo>
                  <a:lnTo>
                    <a:pt x="1938565" y="3649034"/>
                  </a:lnTo>
                  <a:lnTo>
                    <a:pt x="2042296" y="3658257"/>
                  </a:lnTo>
                  <a:lnTo>
                    <a:pt x="2144773" y="3668816"/>
                  </a:lnTo>
                  <a:lnTo>
                    <a:pt x="2243292" y="3680701"/>
                  </a:lnTo>
                  <a:lnTo>
                    <a:pt x="2336083" y="3693940"/>
                  </a:lnTo>
                  <a:lnTo>
                    <a:pt x="2422209" y="3708606"/>
                  </a:lnTo>
                  <a:lnTo>
                    <a:pt x="2501396" y="3724826"/>
                  </a:lnTo>
                  <a:lnTo>
                    <a:pt x="2573845" y="3742774"/>
                  </a:lnTo>
                  <a:lnTo>
                    <a:pt x="2640078" y="3762675"/>
                  </a:lnTo>
                  <a:lnTo>
                    <a:pt x="2700803" y="3784788"/>
                  </a:lnTo>
                  <a:lnTo>
                    <a:pt x="2756825" y="3809398"/>
                  </a:lnTo>
                  <a:lnTo>
                    <a:pt x="2808976" y="3836784"/>
                  </a:lnTo>
                  <a:lnTo>
                    <a:pt x="2858057" y="3867178"/>
                  </a:lnTo>
                  <a:lnTo>
                    <a:pt x="2896531" y="3894433"/>
                  </a:lnTo>
                  <a:lnTo>
                    <a:pt x="2941995" y="3930658"/>
                  </a:lnTo>
                  <a:lnTo>
                    <a:pt x="2986150" y="3970099"/>
                  </a:lnTo>
                  <a:lnTo>
                    <a:pt x="3029426" y="4012816"/>
                  </a:lnTo>
                  <a:lnTo>
                    <a:pt x="3072155" y="4058787"/>
                  </a:lnTo>
                  <a:lnTo>
                    <a:pt x="3114583" y="4107901"/>
                  </a:lnTo>
                  <a:lnTo>
                    <a:pt x="3156886" y="4159949"/>
                  </a:lnTo>
                  <a:lnTo>
                    <a:pt x="3199179" y="4214622"/>
                  </a:lnTo>
                  <a:lnTo>
                    <a:pt x="3241526" y="4271516"/>
                  </a:lnTo>
                  <a:lnTo>
                    <a:pt x="3283950" y="4330137"/>
                  </a:lnTo>
                  <a:lnTo>
                    <a:pt x="3326441" y="4389921"/>
                  </a:lnTo>
                  <a:lnTo>
                    <a:pt x="3368968" y="4450257"/>
                  </a:lnTo>
                  <a:lnTo>
                    <a:pt x="3411489" y="4510505"/>
                  </a:lnTo>
                  <a:lnTo>
                    <a:pt x="3453964" y="4570031"/>
                  </a:lnTo>
                  <a:lnTo>
                    <a:pt x="3496367" y="4628235"/>
                  </a:lnTo>
                  <a:lnTo>
                    <a:pt x="3538696" y="4684568"/>
                  </a:lnTo>
                  <a:lnTo>
                    <a:pt x="3580983" y="4738562"/>
                  </a:lnTo>
                  <a:lnTo>
                    <a:pt x="3623306" y="4789836"/>
                  </a:lnTo>
                  <a:lnTo>
                    <a:pt x="3665795" y="4838110"/>
                  </a:lnTo>
                  <a:lnTo>
                    <a:pt x="3708646" y="4883202"/>
                  </a:lnTo>
                  <a:lnTo>
                    <a:pt x="3752126" y="4925024"/>
                  </a:lnTo>
                  <a:lnTo>
                    <a:pt x="3796590" y="4963580"/>
                  </a:lnTo>
                  <a:lnTo>
                    <a:pt x="3829811" y="4989615"/>
                  </a:lnTo>
                  <a:lnTo>
                    <a:pt x="3876921" y="5022566"/>
                  </a:lnTo>
                  <a:lnTo>
                    <a:pt x="3926498" y="5052407"/>
                  </a:lnTo>
                  <a:lnTo>
                    <a:pt x="3979285" y="5079274"/>
                  </a:lnTo>
                  <a:lnTo>
                    <a:pt x="4036092" y="5103414"/>
                  </a:lnTo>
                  <a:lnTo>
                    <a:pt x="4097750" y="5125108"/>
                  </a:lnTo>
                  <a:lnTo>
                    <a:pt x="4165052" y="5144639"/>
                  </a:lnTo>
                  <a:lnTo>
                    <a:pt x="4238683" y="5162262"/>
                  </a:lnTo>
                  <a:lnTo>
                    <a:pt x="4319114" y="5178191"/>
                  </a:lnTo>
                  <a:lnTo>
                    <a:pt x="4406477" y="5192593"/>
                  </a:lnTo>
                  <a:lnTo>
                    <a:pt x="4500389" y="5205584"/>
                  </a:lnTo>
                  <a:lnTo>
                    <a:pt x="4599777" y="5217229"/>
                  </a:lnTo>
                  <a:lnTo>
                    <a:pt x="4702706" y="5227550"/>
                  </a:lnTo>
                  <a:lnTo>
                    <a:pt x="4806305" y="5236529"/>
                  </a:lnTo>
                  <a:lnTo>
                    <a:pt x="4906849" y="5244138"/>
                  </a:lnTo>
                  <a:lnTo>
                    <a:pt x="5000078" y="5250355"/>
                  </a:lnTo>
                  <a:lnTo>
                    <a:pt x="5081760" y="5255192"/>
                  </a:lnTo>
                  <a:lnTo>
                    <a:pt x="5148422" y="5258722"/>
                  </a:lnTo>
                  <a:lnTo>
                    <a:pt x="5198051" y="5261086"/>
                  </a:lnTo>
                  <a:lnTo>
                    <a:pt x="5230577" y="5262485"/>
                  </a:lnTo>
                  <a:lnTo>
                    <a:pt x="5248013" y="5263165"/>
                  </a:lnTo>
                  <a:lnTo>
                    <a:pt x="5254284" y="5263388"/>
                  </a:lnTo>
                  <a:lnTo>
                    <a:pt x="5254955" y="5263410"/>
                  </a:lnTo>
                  <a:lnTo>
                    <a:pt x="6726343" y="5263410"/>
                  </a:lnTo>
                  <a:lnTo>
                    <a:pt x="6727206" y="5263319"/>
                  </a:lnTo>
                  <a:lnTo>
                    <a:pt x="6732917" y="5262669"/>
                  </a:lnTo>
                  <a:lnTo>
                    <a:pt x="6747424" y="5260873"/>
                  </a:lnTo>
                  <a:lnTo>
                    <a:pt x="6773640" y="5257332"/>
                  </a:lnTo>
                  <a:lnTo>
                    <a:pt x="6813281" y="5251472"/>
                  </a:lnTo>
                  <a:lnTo>
                    <a:pt x="6866745" y="5242796"/>
                  </a:lnTo>
                  <a:lnTo>
                    <a:pt x="6933128" y="5230921"/>
                  </a:lnTo>
                  <a:lnTo>
                    <a:pt x="7010425" y="5215602"/>
                  </a:lnTo>
                  <a:lnTo>
                    <a:pt x="7095879" y="5196732"/>
                  </a:lnTo>
                  <a:lnTo>
                    <a:pt x="7186409" y="5174307"/>
                  </a:lnTo>
                  <a:lnTo>
                    <a:pt x="7279011" y="5148388"/>
                  </a:lnTo>
                  <a:lnTo>
                    <a:pt x="7371057" y="5119044"/>
                  </a:lnTo>
                  <a:lnTo>
                    <a:pt x="7460465" y="5086314"/>
                  </a:lnTo>
                  <a:lnTo>
                    <a:pt x="7545758" y="5050167"/>
                  </a:lnTo>
                  <a:lnTo>
                    <a:pt x="7626020" y="5010483"/>
                  </a:lnTo>
                  <a:lnTo>
                    <a:pt x="7700817" y="4967041"/>
                  </a:lnTo>
                  <a:lnTo>
                    <a:pt x="7770086" y="4919515"/>
                  </a:lnTo>
                  <a:lnTo>
                    <a:pt x="7834038" y="4867477"/>
                  </a:lnTo>
                  <a:lnTo>
                    <a:pt x="7893067" y="4810405"/>
                  </a:lnTo>
                  <a:lnTo>
                    <a:pt x="7947683" y="4747700"/>
                  </a:lnTo>
                  <a:lnTo>
                    <a:pt x="7998457" y="4678718"/>
                  </a:lnTo>
                  <a:lnTo>
                    <a:pt x="8045981" y="4602806"/>
                  </a:lnTo>
                  <a:lnTo>
                    <a:pt x="8090838" y="4519387"/>
                  </a:lnTo>
                  <a:lnTo>
                    <a:pt x="8133571" y="4428069"/>
                  </a:lnTo>
                  <a:lnTo>
                    <a:pt x="8151487" y="4386175"/>
                  </a:lnTo>
                  <a:lnTo>
                    <a:pt x="8180286" y="4314296"/>
                  </a:lnTo>
                  <a:lnTo>
                    <a:pt x="8208494" y="4238380"/>
                  </a:lnTo>
                  <a:lnTo>
                    <a:pt x="8236234" y="4158346"/>
                  </a:lnTo>
                  <a:lnTo>
                    <a:pt x="8263612" y="4074151"/>
                  </a:lnTo>
                  <a:lnTo>
                    <a:pt x="8290715" y="3985793"/>
                  </a:lnTo>
                  <a:lnTo>
                    <a:pt x="8317620" y="3893310"/>
                  </a:lnTo>
                  <a:lnTo>
                    <a:pt x="8344387" y="3796788"/>
                  </a:lnTo>
                  <a:lnTo>
                    <a:pt x="8371068" y="3696362"/>
                  </a:lnTo>
                  <a:lnTo>
                    <a:pt x="8397703" y="3592217"/>
                  </a:lnTo>
                  <a:lnTo>
                    <a:pt x="8424321" y="3484587"/>
                  </a:lnTo>
                  <a:lnTo>
                    <a:pt x="8450947" y="3373758"/>
                  </a:lnTo>
                  <a:lnTo>
                    <a:pt x="8477593" y="3260060"/>
                  </a:lnTo>
                  <a:lnTo>
                    <a:pt x="8504269" y="3143873"/>
                  </a:lnTo>
                  <a:lnTo>
                    <a:pt x="8530976" y="3025613"/>
                  </a:lnTo>
                  <a:lnTo>
                    <a:pt x="8557711" y="2905732"/>
                  </a:lnTo>
                  <a:lnTo>
                    <a:pt x="8584468" y="2784710"/>
                  </a:lnTo>
                  <a:lnTo>
                    <a:pt x="8611239" y="2663045"/>
                  </a:lnTo>
                  <a:lnTo>
                    <a:pt x="8638012" y="2541249"/>
                  </a:lnTo>
                  <a:lnTo>
                    <a:pt x="8664778" y="2419833"/>
                  </a:lnTo>
                  <a:lnTo>
                    <a:pt x="8691525" y="2299304"/>
                  </a:lnTo>
                  <a:lnTo>
                    <a:pt x="8718247" y="2180151"/>
                  </a:lnTo>
                  <a:lnTo>
                    <a:pt x="8744939" y="2062843"/>
                  </a:lnTo>
                  <a:lnTo>
                    <a:pt x="8771600" y="1947815"/>
                  </a:lnTo>
                  <a:lnTo>
                    <a:pt x="8798235" y="1835465"/>
                  </a:lnTo>
                  <a:lnTo>
                    <a:pt x="8824855" y="1726150"/>
                  </a:lnTo>
                  <a:lnTo>
                    <a:pt x="8851478" y="1620180"/>
                  </a:lnTo>
                  <a:lnTo>
                    <a:pt x="8878130" y="1517814"/>
                  </a:lnTo>
                  <a:lnTo>
                    <a:pt x="8904848" y="1419264"/>
                  </a:lnTo>
                  <a:lnTo>
                    <a:pt x="8931675" y="1324689"/>
                  </a:lnTo>
                  <a:lnTo>
                    <a:pt x="8958667" y="1234201"/>
                  </a:lnTo>
                  <a:lnTo>
                    <a:pt x="8985894" y="1147862"/>
                  </a:lnTo>
                  <a:lnTo>
                    <a:pt x="9013435" y="1065690"/>
                  </a:lnTo>
                  <a:lnTo>
                    <a:pt x="9041388" y="987663"/>
                  </a:lnTo>
                  <a:lnTo>
                    <a:pt x="9069867" y="913719"/>
                  </a:lnTo>
                  <a:lnTo>
                    <a:pt x="9084767" y="877235"/>
                  </a:lnTo>
                  <a:lnTo>
                    <a:pt x="9126735" y="782466"/>
                  </a:lnTo>
                  <a:lnTo>
                    <a:pt x="9170612" y="695668"/>
                  </a:lnTo>
                  <a:lnTo>
                    <a:pt x="9216914" y="616579"/>
                  </a:lnTo>
                  <a:lnTo>
                    <a:pt x="9266212" y="544683"/>
                  </a:lnTo>
                  <a:lnTo>
                    <a:pt x="9319098" y="479349"/>
                  </a:lnTo>
                  <a:lnTo>
                    <a:pt x="9376154" y="419922"/>
                  </a:lnTo>
                  <a:lnTo>
                    <a:pt x="9437925" y="365779"/>
                  </a:lnTo>
                  <a:lnTo>
                    <a:pt x="9504860" y="316363"/>
                  </a:lnTo>
                  <a:lnTo>
                    <a:pt x="9577259" y="271204"/>
                  </a:lnTo>
                  <a:lnTo>
                    <a:pt x="9655191" y="229931"/>
                  </a:lnTo>
                  <a:lnTo>
                    <a:pt x="9738394" y="192278"/>
                  </a:lnTo>
                  <a:lnTo>
                    <a:pt x="9826172" y="158081"/>
                  </a:lnTo>
                  <a:lnTo>
                    <a:pt x="9917299" y="127274"/>
                  </a:lnTo>
                  <a:lnTo>
                    <a:pt x="10009954" y="99869"/>
                  </a:lnTo>
                  <a:lnTo>
                    <a:pt x="10101731" y="75926"/>
                  </a:lnTo>
                  <a:lnTo>
                    <a:pt x="10189758" y="55517"/>
                  </a:lnTo>
                  <a:lnTo>
                    <a:pt x="10270944" y="38671"/>
                  </a:lnTo>
                  <a:lnTo>
                    <a:pt x="10342338" y="25331"/>
                  </a:lnTo>
                  <a:lnTo>
                    <a:pt x="10401562" y="15312"/>
                  </a:lnTo>
                  <a:lnTo>
                    <a:pt x="10447200" y="8292"/>
                  </a:lnTo>
                  <a:lnTo>
                    <a:pt x="10479077" y="3817"/>
                  </a:lnTo>
                  <a:lnTo>
                    <a:pt x="10498348" y="1341"/>
                  </a:lnTo>
                  <a:lnTo>
                    <a:pt x="10507430" y="269"/>
                  </a:lnTo>
                  <a:lnTo>
                    <a:pt x="10509839" y="7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58" name="pl958"/>
            <p:cNvSpPr/>
            <p:nvPr/>
          </p:nvSpPr>
          <p:spPr>
            <a:xfrm>
              <a:off x="4799595" y="4301411"/>
              <a:ext cx="11981298" cy="5263410"/>
            </a:xfrm>
            <a:custGeom>
              <a:avLst/>
              <a:pathLst>
                <a:path w="11981298" h="5263410">
                  <a:moveTo>
                    <a:pt x="11981298" y="0"/>
                  </a:moveTo>
                  <a:lnTo>
                    <a:pt x="10509911" y="0"/>
                  </a:lnTo>
                  <a:lnTo>
                    <a:pt x="10509047" y="91"/>
                  </a:lnTo>
                  <a:lnTo>
                    <a:pt x="10503336" y="741"/>
                  </a:lnTo>
                  <a:lnTo>
                    <a:pt x="10488829" y="2537"/>
                  </a:lnTo>
                  <a:lnTo>
                    <a:pt x="10462614" y="6078"/>
                  </a:lnTo>
                  <a:lnTo>
                    <a:pt x="10422973" y="11937"/>
                  </a:lnTo>
                  <a:lnTo>
                    <a:pt x="10369509" y="20614"/>
                  </a:lnTo>
                  <a:lnTo>
                    <a:pt x="10303125" y="32489"/>
                  </a:lnTo>
                  <a:lnTo>
                    <a:pt x="10225829" y="47808"/>
                  </a:lnTo>
                  <a:lnTo>
                    <a:pt x="10140375" y="66678"/>
                  </a:lnTo>
                  <a:lnTo>
                    <a:pt x="10049844" y="89103"/>
                  </a:lnTo>
                  <a:lnTo>
                    <a:pt x="9957242" y="115022"/>
                  </a:lnTo>
                  <a:lnTo>
                    <a:pt x="9865197" y="144366"/>
                  </a:lnTo>
                  <a:lnTo>
                    <a:pt x="9775788" y="177096"/>
                  </a:lnTo>
                  <a:lnTo>
                    <a:pt x="9690496" y="213243"/>
                  </a:lnTo>
                  <a:lnTo>
                    <a:pt x="9610233" y="252927"/>
                  </a:lnTo>
                  <a:lnTo>
                    <a:pt x="9535436" y="296369"/>
                  </a:lnTo>
                  <a:lnTo>
                    <a:pt x="9466167" y="343894"/>
                  </a:lnTo>
                  <a:lnTo>
                    <a:pt x="9402215" y="395933"/>
                  </a:lnTo>
                  <a:lnTo>
                    <a:pt x="9343186" y="453005"/>
                  </a:lnTo>
                  <a:lnTo>
                    <a:pt x="9288570" y="515710"/>
                  </a:lnTo>
                  <a:lnTo>
                    <a:pt x="9237796" y="584692"/>
                  </a:lnTo>
                  <a:lnTo>
                    <a:pt x="9190272" y="660604"/>
                  </a:lnTo>
                  <a:lnTo>
                    <a:pt x="9145415" y="744022"/>
                  </a:lnTo>
                  <a:lnTo>
                    <a:pt x="9102682" y="835341"/>
                  </a:lnTo>
                  <a:lnTo>
                    <a:pt x="9084767" y="877235"/>
                  </a:lnTo>
                  <a:lnTo>
                    <a:pt x="9055967" y="949114"/>
                  </a:lnTo>
                  <a:lnTo>
                    <a:pt x="9027759" y="1025030"/>
                  </a:lnTo>
                  <a:lnTo>
                    <a:pt x="9000019" y="1105064"/>
                  </a:lnTo>
                  <a:lnTo>
                    <a:pt x="8972641" y="1189259"/>
                  </a:lnTo>
                  <a:lnTo>
                    <a:pt x="8945538" y="1277617"/>
                  </a:lnTo>
                  <a:lnTo>
                    <a:pt x="8918633" y="1370100"/>
                  </a:lnTo>
                  <a:lnTo>
                    <a:pt x="8891866" y="1466622"/>
                  </a:lnTo>
                  <a:lnTo>
                    <a:pt x="8865185" y="1567048"/>
                  </a:lnTo>
                  <a:lnTo>
                    <a:pt x="8838551" y="1671193"/>
                  </a:lnTo>
                  <a:lnTo>
                    <a:pt x="8811932" y="1778822"/>
                  </a:lnTo>
                  <a:lnTo>
                    <a:pt x="8785306" y="1889652"/>
                  </a:lnTo>
                  <a:lnTo>
                    <a:pt x="8758660" y="2003350"/>
                  </a:lnTo>
                  <a:lnTo>
                    <a:pt x="8731984" y="2119537"/>
                  </a:lnTo>
                  <a:lnTo>
                    <a:pt x="8705277" y="2237797"/>
                  </a:lnTo>
                  <a:lnTo>
                    <a:pt x="8678542" y="2357678"/>
                  </a:lnTo>
                  <a:lnTo>
                    <a:pt x="8651785" y="2478700"/>
                  </a:lnTo>
                  <a:lnTo>
                    <a:pt x="8625014" y="2600365"/>
                  </a:lnTo>
                  <a:lnTo>
                    <a:pt x="8598241" y="2722161"/>
                  </a:lnTo>
                  <a:lnTo>
                    <a:pt x="8571476" y="2843577"/>
                  </a:lnTo>
                  <a:lnTo>
                    <a:pt x="8544728" y="2964106"/>
                  </a:lnTo>
                  <a:lnTo>
                    <a:pt x="8518006" y="3083259"/>
                  </a:lnTo>
                  <a:lnTo>
                    <a:pt x="8491314" y="3200567"/>
                  </a:lnTo>
                  <a:lnTo>
                    <a:pt x="8464653" y="3315595"/>
                  </a:lnTo>
                  <a:lnTo>
                    <a:pt x="8438018" y="3427945"/>
                  </a:lnTo>
                  <a:lnTo>
                    <a:pt x="8411398" y="3537260"/>
                  </a:lnTo>
                  <a:lnTo>
                    <a:pt x="8384775" y="3643230"/>
                  </a:lnTo>
                  <a:lnTo>
                    <a:pt x="8358123" y="3745596"/>
                  </a:lnTo>
                  <a:lnTo>
                    <a:pt x="8331406" y="3844146"/>
                  </a:lnTo>
                  <a:lnTo>
                    <a:pt x="8304579" y="3938720"/>
                  </a:lnTo>
                  <a:lnTo>
                    <a:pt x="8277586" y="4029209"/>
                  </a:lnTo>
                  <a:lnTo>
                    <a:pt x="8250360" y="4115548"/>
                  </a:lnTo>
                  <a:lnTo>
                    <a:pt x="8222818" y="4197720"/>
                  </a:lnTo>
                  <a:lnTo>
                    <a:pt x="8194865" y="4275747"/>
                  </a:lnTo>
                  <a:lnTo>
                    <a:pt x="8166386" y="4349691"/>
                  </a:lnTo>
                  <a:lnTo>
                    <a:pt x="8151487" y="4386175"/>
                  </a:lnTo>
                  <a:lnTo>
                    <a:pt x="8109518" y="4480944"/>
                  </a:lnTo>
                  <a:lnTo>
                    <a:pt x="8065642" y="4567742"/>
                  </a:lnTo>
                  <a:lnTo>
                    <a:pt x="8019339" y="4646831"/>
                  </a:lnTo>
                  <a:lnTo>
                    <a:pt x="7970041" y="4718727"/>
                  </a:lnTo>
                  <a:lnTo>
                    <a:pt x="7917156" y="4784061"/>
                  </a:lnTo>
                  <a:lnTo>
                    <a:pt x="7860099" y="4843488"/>
                  </a:lnTo>
                  <a:lnTo>
                    <a:pt x="7798329" y="4897631"/>
                  </a:lnTo>
                  <a:lnTo>
                    <a:pt x="7731394" y="4947047"/>
                  </a:lnTo>
                  <a:lnTo>
                    <a:pt x="7658994" y="4992206"/>
                  </a:lnTo>
                  <a:lnTo>
                    <a:pt x="7581062" y="5033478"/>
                  </a:lnTo>
                  <a:lnTo>
                    <a:pt x="7497859" y="5071132"/>
                  </a:lnTo>
                  <a:lnTo>
                    <a:pt x="7410081" y="5105329"/>
                  </a:lnTo>
                  <a:lnTo>
                    <a:pt x="7318954" y="5136136"/>
                  </a:lnTo>
                  <a:lnTo>
                    <a:pt x="7226299" y="5163541"/>
                  </a:lnTo>
                  <a:lnTo>
                    <a:pt x="7134522" y="5187483"/>
                  </a:lnTo>
                  <a:lnTo>
                    <a:pt x="7046495" y="5207893"/>
                  </a:lnTo>
                  <a:lnTo>
                    <a:pt x="6965310" y="5224739"/>
                  </a:lnTo>
                  <a:lnTo>
                    <a:pt x="6893915" y="5238079"/>
                  </a:lnTo>
                  <a:lnTo>
                    <a:pt x="6834691" y="5248098"/>
                  </a:lnTo>
                  <a:lnTo>
                    <a:pt x="6789053" y="5255118"/>
                  </a:lnTo>
                  <a:lnTo>
                    <a:pt x="6757176" y="5259593"/>
                  </a:lnTo>
                  <a:lnTo>
                    <a:pt x="6737905" y="5262069"/>
                  </a:lnTo>
                  <a:lnTo>
                    <a:pt x="6728824" y="5263141"/>
                  </a:lnTo>
                  <a:lnTo>
                    <a:pt x="6726414" y="5263403"/>
                  </a:lnTo>
                  <a:lnTo>
                    <a:pt x="6726343" y="5263410"/>
                  </a:lnTo>
                  <a:lnTo>
                    <a:pt x="5254955" y="5263410"/>
                  </a:lnTo>
                  <a:lnTo>
                    <a:pt x="5253750" y="5263370"/>
                  </a:lnTo>
                  <a:lnTo>
                    <a:pt x="5245837" y="5263084"/>
                  </a:lnTo>
                  <a:lnTo>
                    <a:pt x="5225925" y="5262294"/>
                  </a:lnTo>
                  <a:lnTo>
                    <a:pt x="5190411" y="5260738"/>
                  </a:lnTo>
                  <a:lnTo>
                    <a:pt x="5137653" y="5258178"/>
                  </a:lnTo>
                  <a:lnTo>
                    <a:pt x="5068090" y="5254421"/>
                  </a:lnTo>
                  <a:lnTo>
                    <a:pt x="4984042" y="5249339"/>
                  </a:lnTo>
                  <a:lnTo>
                    <a:pt x="4889176" y="5242872"/>
                  </a:lnTo>
                  <a:lnTo>
                    <a:pt x="4787777" y="5235014"/>
                  </a:lnTo>
                  <a:lnTo>
                    <a:pt x="4684046" y="5225791"/>
                  </a:lnTo>
                  <a:lnTo>
                    <a:pt x="4581569" y="5215232"/>
                  </a:lnTo>
                  <a:lnTo>
                    <a:pt x="4483051" y="5203347"/>
                  </a:lnTo>
                  <a:lnTo>
                    <a:pt x="4390260" y="5190109"/>
                  </a:lnTo>
                  <a:lnTo>
                    <a:pt x="4304133" y="5175442"/>
                  </a:lnTo>
                  <a:lnTo>
                    <a:pt x="4224946" y="5159223"/>
                  </a:lnTo>
                  <a:lnTo>
                    <a:pt x="4152497" y="5141274"/>
                  </a:lnTo>
                  <a:lnTo>
                    <a:pt x="4086264" y="5121373"/>
                  </a:lnTo>
                  <a:lnTo>
                    <a:pt x="4025539" y="5099260"/>
                  </a:lnTo>
                  <a:lnTo>
                    <a:pt x="3969517" y="5074651"/>
                  </a:lnTo>
                  <a:lnTo>
                    <a:pt x="3917366" y="5047264"/>
                  </a:lnTo>
                  <a:lnTo>
                    <a:pt x="3868285" y="5016870"/>
                  </a:lnTo>
                  <a:lnTo>
                    <a:pt x="3829811" y="4989615"/>
                  </a:lnTo>
                  <a:lnTo>
                    <a:pt x="3784347" y="4953390"/>
                  </a:lnTo>
                  <a:lnTo>
                    <a:pt x="3740193" y="4913949"/>
                  </a:lnTo>
                  <a:lnTo>
                    <a:pt x="3696916" y="4871232"/>
                  </a:lnTo>
                  <a:lnTo>
                    <a:pt x="3654187" y="4825261"/>
                  </a:lnTo>
                  <a:lnTo>
                    <a:pt x="3611759" y="4776147"/>
                  </a:lnTo>
                  <a:lnTo>
                    <a:pt x="3569456" y="4724099"/>
                  </a:lnTo>
                  <a:lnTo>
                    <a:pt x="3527163" y="4669426"/>
                  </a:lnTo>
                  <a:lnTo>
                    <a:pt x="3484816" y="4612533"/>
                  </a:lnTo>
                  <a:lnTo>
                    <a:pt x="3442392" y="4553912"/>
                  </a:lnTo>
                  <a:lnTo>
                    <a:pt x="3399901" y="4494127"/>
                  </a:lnTo>
                  <a:lnTo>
                    <a:pt x="3357374" y="4433791"/>
                  </a:lnTo>
                  <a:lnTo>
                    <a:pt x="3314853" y="4373544"/>
                  </a:lnTo>
                  <a:lnTo>
                    <a:pt x="3272378" y="4314017"/>
                  </a:lnTo>
                  <a:lnTo>
                    <a:pt x="3229975" y="4255813"/>
                  </a:lnTo>
                  <a:lnTo>
                    <a:pt x="3187646" y="4199480"/>
                  </a:lnTo>
                  <a:lnTo>
                    <a:pt x="3145359" y="4145486"/>
                  </a:lnTo>
                  <a:lnTo>
                    <a:pt x="3103036" y="4094212"/>
                  </a:lnTo>
                  <a:lnTo>
                    <a:pt x="3060547" y="4045938"/>
                  </a:lnTo>
                  <a:lnTo>
                    <a:pt x="3017696" y="4000847"/>
                  </a:lnTo>
                  <a:lnTo>
                    <a:pt x="2974216" y="3959024"/>
                  </a:lnTo>
                  <a:lnTo>
                    <a:pt x="2929752" y="3920469"/>
                  </a:lnTo>
                  <a:lnTo>
                    <a:pt x="2896531" y="3894433"/>
                  </a:lnTo>
                  <a:lnTo>
                    <a:pt x="2849421" y="3861482"/>
                  </a:lnTo>
                  <a:lnTo>
                    <a:pt x="2799844" y="3831641"/>
                  </a:lnTo>
                  <a:lnTo>
                    <a:pt x="2747057" y="3804774"/>
                  </a:lnTo>
                  <a:lnTo>
                    <a:pt x="2690250" y="3780634"/>
                  </a:lnTo>
                  <a:lnTo>
                    <a:pt x="2628592" y="3758940"/>
                  </a:lnTo>
                  <a:lnTo>
                    <a:pt x="2561290" y="3739409"/>
                  </a:lnTo>
                  <a:lnTo>
                    <a:pt x="2487659" y="3721786"/>
                  </a:lnTo>
                  <a:lnTo>
                    <a:pt x="2407228" y="3705858"/>
                  </a:lnTo>
                  <a:lnTo>
                    <a:pt x="2319865" y="3691456"/>
                  </a:lnTo>
                  <a:lnTo>
                    <a:pt x="2225953" y="3678465"/>
                  </a:lnTo>
                  <a:lnTo>
                    <a:pt x="2126565" y="3666819"/>
                  </a:lnTo>
                  <a:lnTo>
                    <a:pt x="2023636" y="3656499"/>
                  </a:lnTo>
                  <a:lnTo>
                    <a:pt x="1920037" y="3647519"/>
                  </a:lnTo>
                  <a:lnTo>
                    <a:pt x="1819493" y="3639910"/>
                  </a:lnTo>
                  <a:lnTo>
                    <a:pt x="1726264" y="3633694"/>
                  </a:lnTo>
                  <a:lnTo>
                    <a:pt x="1644582" y="3628856"/>
                  </a:lnTo>
                  <a:lnTo>
                    <a:pt x="1577920" y="3625326"/>
                  </a:lnTo>
                  <a:lnTo>
                    <a:pt x="1528291" y="3622962"/>
                  </a:lnTo>
                  <a:lnTo>
                    <a:pt x="1495765" y="3621563"/>
                  </a:lnTo>
                  <a:lnTo>
                    <a:pt x="1478330" y="3620883"/>
                  </a:lnTo>
                  <a:lnTo>
                    <a:pt x="1472059" y="3620660"/>
                  </a:lnTo>
                  <a:lnTo>
                    <a:pt x="1471387" y="3620638"/>
                  </a:lnTo>
                  <a:lnTo>
                    <a:pt x="0" y="362063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59" name="pg959"/>
            <p:cNvSpPr/>
            <p:nvPr/>
          </p:nvSpPr>
          <p:spPr>
            <a:xfrm>
              <a:off x="4799595" y="4587466"/>
              <a:ext cx="11981298" cy="5018220"/>
            </a:xfrm>
            <a:custGeom>
              <a:avLst/>
              <a:pathLst>
                <a:path w="11981298" h="5018220">
                  <a:moveTo>
                    <a:pt x="0" y="3367275"/>
                  </a:moveTo>
                  <a:lnTo>
                    <a:pt x="1471387" y="3367275"/>
                  </a:lnTo>
                  <a:lnTo>
                    <a:pt x="1472592" y="3367315"/>
                  </a:lnTo>
                  <a:lnTo>
                    <a:pt x="1480503" y="3367602"/>
                  </a:lnTo>
                  <a:lnTo>
                    <a:pt x="1500410" y="3368397"/>
                  </a:lnTo>
                  <a:lnTo>
                    <a:pt x="1535916" y="3369960"/>
                  </a:lnTo>
                  <a:lnTo>
                    <a:pt x="1588662" y="3372532"/>
                  </a:lnTo>
                  <a:lnTo>
                    <a:pt x="1658211" y="3376307"/>
                  </a:lnTo>
                  <a:lnTo>
                    <a:pt x="1742244" y="3381412"/>
                  </a:lnTo>
                  <a:lnTo>
                    <a:pt x="1837096" y="3387910"/>
                  </a:lnTo>
                  <a:lnTo>
                    <a:pt x="1938482" y="3395805"/>
                  </a:lnTo>
                  <a:lnTo>
                    <a:pt x="2042204" y="3405072"/>
                  </a:lnTo>
                  <a:lnTo>
                    <a:pt x="2144674" y="3415682"/>
                  </a:lnTo>
                  <a:lnTo>
                    <a:pt x="2243189" y="3427623"/>
                  </a:lnTo>
                  <a:lnTo>
                    <a:pt x="2335979" y="3440925"/>
                  </a:lnTo>
                  <a:lnTo>
                    <a:pt x="2422106" y="3455661"/>
                  </a:lnTo>
                  <a:lnTo>
                    <a:pt x="2501295" y="3471958"/>
                  </a:lnTo>
                  <a:lnTo>
                    <a:pt x="2573747" y="3489992"/>
                  </a:lnTo>
                  <a:lnTo>
                    <a:pt x="2639982" y="3509987"/>
                  </a:lnTo>
                  <a:lnTo>
                    <a:pt x="2700710" y="3532204"/>
                  </a:lnTo>
                  <a:lnTo>
                    <a:pt x="2756734" y="3556930"/>
                  </a:lnTo>
                  <a:lnTo>
                    <a:pt x="2808886" y="3584445"/>
                  </a:lnTo>
                  <a:lnTo>
                    <a:pt x="2857968" y="3614982"/>
                  </a:lnTo>
                  <a:lnTo>
                    <a:pt x="2896531" y="3642432"/>
                  </a:lnTo>
                  <a:lnTo>
                    <a:pt x="2941930" y="3678783"/>
                  </a:lnTo>
                  <a:lnTo>
                    <a:pt x="2986024" y="3718356"/>
                  </a:lnTo>
                  <a:lnTo>
                    <a:pt x="3029241" y="3761212"/>
                  </a:lnTo>
                  <a:lnTo>
                    <a:pt x="3071910" y="3807329"/>
                  </a:lnTo>
                  <a:lnTo>
                    <a:pt x="3114278" y="3856597"/>
                  </a:lnTo>
                  <a:lnTo>
                    <a:pt x="3156521" y="3908806"/>
                  </a:lnTo>
                  <a:lnTo>
                    <a:pt x="3198752" y="3963649"/>
                  </a:lnTo>
                  <a:lnTo>
                    <a:pt x="3241038" y="4020721"/>
                  </a:lnTo>
                  <a:lnTo>
                    <a:pt x="3283400" y="4079531"/>
                  </a:lnTo>
                  <a:lnTo>
                    <a:pt x="3325829" y="4139515"/>
                  </a:lnTo>
                  <a:lnTo>
                    <a:pt x="3368294" y="4200060"/>
                  </a:lnTo>
                  <a:lnTo>
                    <a:pt x="3410755" y="4260527"/>
                  </a:lnTo>
                  <a:lnTo>
                    <a:pt x="3453170" y="4320283"/>
                  </a:lnTo>
                  <a:lnTo>
                    <a:pt x="3495513" y="4378723"/>
                  </a:lnTo>
                  <a:lnTo>
                    <a:pt x="3537782" y="4435299"/>
                  </a:lnTo>
                  <a:lnTo>
                    <a:pt x="3580009" y="4489540"/>
                  </a:lnTo>
                  <a:lnTo>
                    <a:pt x="3622269" y="4541064"/>
                  </a:lnTo>
                  <a:lnTo>
                    <a:pt x="3664691" y="4589587"/>
                  </a:lnTo>
                  <a:lnTo>
                    <a:pt x="3707467" y="4634924"/>
                  </a:lnTo>
                  <a:lnTo>
                    <a:pt x="3750862" y="4676987"/>
                  </a:lnTo>
                  <a:lnTo>
                    <a:pt x="3795227" y="4715774"/>
                  </a:lnTo>
                  <a:lnTo>
                    <a:pt x="3829811" y="4743063"/>
                  </a:lnTo>
                  <a:lnTo>
                    <a:pt x="3876917" y="4776175"/>
                  </a:lnTo>
                  <a:lnTo>
                    <a:pt x="3926489" y="4806162"/>
                  </a:lnTo>
                  <a:lnTo>
                    <a:pt x="3979270" y="4833162"/>
                  </a:lnTo>
                  <a:lnTo>
                    <a:pt x="4036071" y="4857420"/>
                  </a:lnTo>
                  <a:lnTo>
                    <a:pt x="4097721" y="4879221"/>
                  </a:lnTo>
                  <a:lnTo>
                    <a:pt x="4165015" y="4898849"/>
                  </a:lnTo>
                  <a:lnTo>
                    <a:pt x="4238635" y="4916558"/>
                  </a:lnTo>
                  <a:lnTo>
                    <a:pt x="4319055" y="4932566"/>
                  </a:lnTo>
                  <a:lnTo>
                    <a:pt x="4406404" y="4947039"/>
                  </a:lnTo>
                  <a:lnTo>
                    <a:pt x="4500303" y="4960095"/>
                  </a:lnTo>
                  <a:lnTo>
                    <a:pt x="4599678" y="4971799"/>
                  </a:lnTo>
                  <a:lnTo>
                    <a:pt x="4702596" y="4982171"/>
                  </a:lnTo>
                  <a:lnTo>
                    <a:pt x="4806187" y="4991196"/>
                  </a:lnTo>
                  <a:lnTo>
                    <a:pt x="4906728" y="4998844"/>
                  </a:lnTo>
                  <a:lnTo>
                    <a:pt x="4999960" y="5005092"/>
                  </a:lnTo>
                  <a:lnTo>
                    <a:pt x="5081654" y="5009955"/>
                  </a:lnTo>
                  <a:lnTo>
                    <a:pt x="5148334" y="5013504"/>
                  </a:lnTo>
                  <a:lnTo>
                    <a:pt x="5197986" y="5015881"/>
                  </a:lnTo>
                  <a:lnTo>
                    <a:pt x="5230536" y="5017289"/>
                  </a:lnTo>
                  <a:lnTo>
                    <a:pt x="5247993" y="5017973"/>
                  </a:lnTo>
                  <a:lnTo>
                    <a:pt x="5254279" y="5018198"/>
                  </a:lnTo>
                  <a:lnTo>
                    <a:pt x="5254955" y="5018220"/>
                  </a:lnTo>
                  <a:lnTo>
                    <a:pt x="6726343" y="5018220"/>
                  </a:lnTo>
                  <a:lnTo>
                    <a:pt x="6727223" y="5018132"/>
                  </a:lnTo>
                  <a:lnTo>
                    <a:pt x="6733041" y="5017502"/>
                  </a:lnTo>
                  <a:lnTo>
                    <a:pt x="6747815" y="5015761"/>
                  </a:lnTo>
                  <a:lnTo>
                    <a:pt x="6774495" y="5012329"/>
                  </a:lnTo>
                  <a:lnTo>
                    <a:pt x="6814800" y="5006652"/>
                  </a:lnTo>
                  <a:lnTo>
                    <a:pt x="6869098" y="4998250"/>
                  </a:lnTo>
                  <a:lnTo>
                    <a:pt x="6936422" y="4986756"/>
                  </a:lnTo>
                  <a:lnTo>
                    <a:pt x="7014688" y="4971940"/>
                  </a:lnTo>
                  <a:lnTo>
                    <a:pt x="7101058" y="4953702"/>
                  </a:lnTo>
                  <a:lnTo>
                    <a:pt x="7192388" y="4932046"/>
                  </a:lnTo>
                  <a:lnTo>
                    <a:pt x="7285630" y="4907029"/>
                  </a:lnTo>
                  <a:lnTo>
                    <a:pt x="7378139" y="4878720"/>
                  </a:lnTo>
                  <a:lnTo>
                    <a:pt x="7467838" y="4847151"/>
                  </a:lnTo>
                  <a:lnTo>
                    <a:pt x="7553269" y="4812287"/>
                  </a:lnTo>
                  <a:lnTo>
                    <a:pt x="7633547" y="4774002"/>
                  </a:lnTo>
                  <a:lnTo>
                    <a:pt x="7708267" y="4732074"/>
                  </a:lnTo>
                  <a:lnTo>
                    <a:pt x="7777398" y="4686175"/>
                  </a:lnTo>
                  <a:lnTo>
                    <a:pt x="7841180" y="4635881"/>
                  </a:lnTo>
                  <a:lnTo>
                    <a:pt x="7900031" y="4580676"/>
                  </a:lnTo>
                  <a:lnTo>
                    <a:pt x="7954480" y="4519975"/>
                  </a:lnTo>
                  <a:lnTo>
                    <a:pt x="8005114" y="4453148"/>
                  </a:lnTo>
                  <a:lnTo>
                    <a:pt x="8052537" y="4379568"/>
                  </a:lnTo>
                  <a:lnTo>
                    <a:pt x="8097341" y="4298693"/>
                  </a:lnTo>
                  <a:lnTo>
                    <a:pt x="8140070" y="4210182"/>
                  </a:lnTo>
                  <a:lnTo>
                    <a:pt x="8151487" y="4184575"/>
                  </a:lnTo>
                  <a:lnTo>
                    <a:pt x="8180969" y="4114581"/>
                  </a:lnTo>
                  <a:lnTo>
                    <a:pt x="8209835" y="4040562"/>
                  </a:lnTo>
                  <a:lnTo>
                    <a:pt x="8238217" y="3962437"/>
                  </a:lnTo>
                  <a:lnTo>
                    <a:pt x="8266224" y="3880165"/>
                  </a:lnTo>
                  <a:lnTo>
                    <a:pt x="8293953" y="3793746"/>
                  </a:lnTo>
                  <a:lnTo>
                    <a:pt x="8321482" y="3703224"/>
                  </a:lnTo>
                  <a:lnTo>
                    <a:pt x="8348875" y="3608695"/>
                  </a:lnTo>
                  <a:lnTo>
                    <a:pt x="8376185" y="3510303"/>
                  </a:lnTo>
                  <a:lnTo>
                    <a:pt x="8403453" y="3408246"/>
                  </a:lnTo>
                  <a:lnTo>
                    <a:pt x="8430710" y="3302774"/>
                  </a:lnTo>
                  <a:lnTo>
                    <a:pt x="8457979" y="3194189"/>
                  </a:lnTo>
                  <a:lnTo>
                    <a:pt x="8485273" y="3082842"/>
                  </a:lnTo>
                  <a:lnTo>
                    <a:pt x="8512598" y="2969129"/>
                  </a:lnTo>
                  <a:lnTo>
                    <a:pt x="8539956" y="2853488"/>
                  </a:lnTo>
                  <a:lnTo>
                    <a:pt x="8567342" y="2736390"/>
                  </a:lnTo>
                  <a:lnTo>
                    <a:pt x="8594747" y="2618332"/>
                  </a:lnTo>
                  <a:lnTo>
                    <a:pt x="8622163" y="2499829"/>
                  </a:lnTo>
                  <a:lnTo>
                    <a:pt x="8649577" y="2381402"/>
                  </a:lnTo>
                  <a:lnTo>
                    <a:pt x="8676978" y="2263574"/>
                  </a:lnTo>
                  <a:lnTo>
                    <a:pt x="8704356" y="2146855"/>
                  </a:lnTo>
                  <a:lnTo>
                    <a:pt x="8731704" y="2031734"/>
                  </a:lnTo>
                  <a:lnTo>
                    <a:pt x="8759020" y="1918674"/>
                  </a:lnTo>
                  <a:lnTo>
                    <a:pt x="8786305" y="1808101"/>
                  </a:lnTo>
                  <a:lnTo>
                    <a:pt x="8813569" y="1700398"/>
                  </a:lnTo>
                  <a:lnTo>
                    <a:pt x="8840827" y="1595902"/>
                  </a:lnTo>
                  <a:lnTo>
                    <a:pt x="8868104" y="1494901"/>
                  </a:lnTo>
                  <a:lnTo>
                    <a:pt x="8895434" y="1397628"/>
                  </a:lnTo>
                  <a:lnTo>
                    <a:pt x="8922861" y="1304266"/>
                  </a:lnTo>
                  <a:lnTo>
                    <a:pt x="8950441" y="1214945"/>
                  </a:lnTo>
                  <a:lnTo>
                    <a:pt x="8978243" y="1129744"/>
                  </a:lnTo>
                  <a:lnTo>
                    <a:pt x="9006350" y="1048695"/>
                  </a:lnTo>
                  <a:lnTo>
                    <a:pt x="9034861" y="971786"/>
                  </a:lnTo>
                  <a:lnTo>
                    <a:pt x="9063894" y="898962"/>
                  </a:lnTo>
                  <a:lnTo>
                    <a:pt x="9084767" y="849991"/>
                  </a:lnTo>
                  <a:lnTo>
                    <a:pt x="9127013" y="759372"/>
                  </a:lnTo>
                  <a:lnTo>
                    <a:pt x="9171196" y="676425"/>
                  </a:lnTo>
                  <a:lnTo>
                    <a:pt x="9217844" y="600894"/>
                  </a:lnTo>
                  <a:lnTo>
                    <a:pt x="9267538" y="532275"/>
                  </a:lnTo>
                  <a:lnTo>
                    <a:pt x="9320881" y="469958"/>
                  </a:lnTo>
                  <a:lnTo>
                    <a:pt x="9378469" y="413308"/>
                  </a:lnTo>
                  <a:lnTo>
                    <a:pt x="9440851" y="361722"/>
                  </a:lnTo>
                  <a:lnTo>
                    <a:pt x="9508483" y="314664"/>
                  </a:lnTo>
                  <a:lnTo>
                    <a:pt x="9581661" y="271684"/>
                  </a:lnTo>
                  <a:lnTo>
                    <a:pt x="9660437" y="232427"/>
                  </a:lnTo>
                  <a:lnTo>
                    <a:pt x="9744521" y="196642"/>
                  </a:lnTo>
                  <a:lnTo>
                    <a:pt x="9833170" y="164176"/>
                  </a:lnTo>
                  <a:lnTo>
                    <a:pt x="9925089" y="134973"/>
                  </a:lnTo>
                  <a:lnTo>
                    <a:pt x="10018371" y="109048"/>
                  </a:lnTo>
                  <a:lnTo>
                    <a:pt x="10110516" y="86463"/>
                  </a:lnTo>
                  <a:lnTo>
                    <a:pt x="10198562" y="67284"/>
                  </a:lnTo>
                  <a:lnTo>
                    <a:pt x="10279353" y="51535"/>
                  </a:lnTo>
                  <a:lnTo>
                    <a:pt x="10349923" y="39147"/>
                  </a:lnTo>
                  <a:lnTo>
                    <a:pt x="10407941" y="29928"/>
                  </a:lnTo>
                  <a:lnTo>
                    <a:pt x="10452105" y="23548"/>
                  </a:lnTo>
                  <a:lnTo>
                    <a:pt x="10482405" y="19553"/>
                  </a:lnTo>
                  <a:lnTo>
                    <a:pt x="10500198" y="17406"/>
                  </a:lnTo>
                  <a:lnTo>
                    <a:pt x="10508114" y="16529"/>
                  </a:lnTo>
                  <a:lnTo>
                    <a:pt x="10509911" y="16345"/>
                  </a:lnTo>
                  <a:lnTo>
                    <a:pt x="11981298" y="16345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9030" y="88"/>
                  </a:lnTo>
                  <a:lnTo>
                    <a:pt x="10503212" y="718"/>
                  </a:lnTo>
                  <a:lnTo>
                    <a:pt x="10488438" y="2459"/>
                  </a:lnTo>
                  <a:lnTo>
                    <a:pt x="10461759" y="5891"/>
                  </a:lnTo>
                  <a:lnTo>
                    <a:pt x="10421453" y="11568"/>
                  </a:lnTo>
                  <a:lnTo>
                    <a:pt x="10367155" y="19970"/>
                  </a:lnTo>
                  <a:lnTo>
                    <a:pt x="10299831" y="31464"/>
                  </a:lnTo>
                  <a:lnTo>
                    <a:pt x="10221566" y="46280"/>
                  </a:lnTo>
                  <a:lnTo>
                    <a:pt x="10135195" y="64518"/>
                  </a:lnTo>
                  <a:lnTo>
                    <a:pt x="10043865" y="86174"/>
                  </a:lnTo>
                  <a:lnTo>
                    <a:pt x="9950623" y="111191"/>
                  </a:lnTo>
                  <a:lnTo>
                    <a:pt x="9858114" y="139500"/>
                  </a:lnTo>
                  <a:lnTo>
                    <a:pt x="9768415" y="171069"/>
                  </a:lnTo>
                  <a:lnTo>
                    <a:pt x="9682984" y="205933"/>
                  </a:lnTo>
                  <a:lnTo>
                    <a:pt x="9602706" y="244218"/>
                  </a:lnTo>
                  <a:lnTo>
                    <a:pt x="9527986" y="286146"/>
                  </a:lnTo>
                  <a:lnTo>
                    <a:pt x="9458855" y="332045"/>
                  </a:lnTo>
                  <a:lnTo>
                    <a:pt x="9395073" y="382339"/>
                  </a:lnTo>
                  <a:lnTo>
                    <a:pt x="9336222" y="437544"/>
                  </a:lnTo>
                  <a:lnTo>
                    <a:pt x="9281773" y="498245"/>
                  </a:lnTo>
                  <a:lnTo>
                    <a:pt x="9231139" y="565072"/>
                  </a:lnTo>
                  <a:lnTo>
                    <a:pt x="9183716" y="638652"/>
                  </a:lnTo>
                  <a:lnTo>
                    <a:pt x="9138913" y="719527"/>
                  </a:lnTo>
                  <a:lnTo>
                    <a:pt x="9096184" y="808038"/>
                  </a:lnTo>
                  <a:lnTo>
                    <a:pt x="9084767" y="833645"/>
                  </a:lnTo>
                  <a:lnTo>
                    <a:pt x="9055284" y="903639"/>
                  </a:lnTo>
                  <a:lnTo>
                    <a:pt x="9026418" y="977658"/>
                  </a:lnTo>
                  <a:lnTo>
                    <a:pt x="8998037" y="1055782"/>
                  </a:lnTo>
                  <a:lnTo>
                    <a:pt x="8970029" y="1138055"/>
                  </a:lnTo>
                  <a:lnTo>
                    <a:pt x="8942300" y="1224474"/>
                  </a:lnTo>
                  <a:lnTo>
                    <a:pt x="8914772" y="1314996"/>
                  </a:lnTo>
                  <a:lnTo>
                    <a:pt x="8887379" y="1409525"/>
                  </a:lnTo>
                  <a:lnTo>
                    <a:pt x="8860069" y="1507917"/>
                  </a:lnTo>
                  <a:lnTo>
                    <a:pt x="8832800" y="1609974"/>
                  </a:lnTo>
                  <a:lnTo>
                    <a:pt x="8805543" y="1715446"/>
                  </a:lnTo>
                  <a:lnTo>
                    <a:pt x="8778274" y="1824031"/>
                  </a:lnTo>
                  <a:lnTo>
                    <a:pt x="8750980" y="1935378"/>
                  </a:lnTo>
                  <a:lnTo>
                    <a:pt x="8723655" y="2049091"/>
                  </a:lnTo>
                  <a:lnTo>
                    <a:pt x="8696297" y="2164732"/>
                  </a:lnTo>
                  <a:lnTo>
                    <a:pt x="8668911" y="2281830"/>
                  </a:lnTo>
                  <a:lnTo>
                    <a:pt x="8641506" y="2399888"/>
                  </a:lnTo>
                  <a:lnTo>
                    <a:pt x="8614090" y="2518391"/>
                  </a:lnTo>
                  <a:lnTo>
                    <a:pt x="8586676" y="2636818"/>
                  </a:lnTo>
                  <a:lnTo>
                    <a:pt x="8559276" y="2754646"/>
                  </a:lnTo>
                  <a:lnTo>
                    <a:pt x="8531898" y="2871365"/>
                  </a:lnTo>
                  <a:lnTo>
                    <a:pt x="8504549" y="2986486"/>
                  </a:lnTo>
                  <a:lnTo>
                    <a:pt x="8477233" y="3099546"/>
                  </a:lnTo>
                  <a:lnTo>
                    <a:pt x="8449948" y="3210119"/>
                  </a:lnTo>
                  <a:lnTo>
                    <a:pt x="8422684" y="3317822"/>
                  </a:lnTo>
                  <a:lnTo>
                    <a:pt x="8395426" y="3422318"/>
                  </a:lnTo>
                  <a:lnTo>
                    <a:pt x="8368149" y="3523319"/>
                  </a:lnTo>
                  <a:lnTo>
                    <a:pt x="8340820" y="3620592"/>
                  </a:lnTo>
                  <a:lnTo>
                    <a:pt x="8313393" y="3713954"/>
                  </a:lnTo>
                  <a:lnTo>
                    <a:pt x="8285813" y="3803275"/>
                  </a:lnTo>
                  <a:lnTo>
                    <a:pt x="8258010" y="3888476"/>
                  </a:lnTo>
                  <a:lnTo>
                    <a:pt x="8229903" y="3969525"/>
                  </a:lnTo>
                  <a:lnTo>
                    <a:pt x="8201392" y="4046434"/>
                  </a:lnTo>
                  <a:lnTo>
                    <a:pt x="8172359" y="4119258"/>
                  </a:lnTo>
                  <a:lnTo>
                    <a:pt x="8151487" y="4168229"/>
                  </a:lnTo>
                  <a:lnTo>
                    <a:pt x="8109240" y="4258848"/>
                  </a:lnTo>
                  <a:lnTo>
                    <a:pt x="8065057" y="4341795"/>
                  </a:lnTo>
                  <a:lnTo>
                    <a:pt x="8018409" y="4417326"/>
                  </a:lnTo>
                  <a:lnTo>
                    <a:pt x="7968716" y="4485944"/>
                  </a:lnTo>
                  <a:lnTo>
                    <a:pt x="7915372" y="4548262"/>
                  </a:lnTo>
                  <a:lnTo>
                    <a:pt x="7857784" y="4604912"/>
                  </a:lnTo>
                  <a:lnTo>
                    <a:pt x="7795402" y="4656498"/>
                  </a:lnTo>
                  <a:lnTo>
                    <a:pt x="7727770" y="4703556"/>
                  </a:lnTo>
                  <a:lnTo>
                    <a:pt x="7654592" y="4746536"/>
                  </a:lnTo>
                  <a:lnTo>
                    <a:pt x="7575816" y="4785793"/>
                  </a:lnTo>
                  <a:lnTo>
                    <a:pt x="7491732" y="4821578"/>
                  </a:lnTo>
                  <a:lnTo>
                    <a:pt x="7403083" y="4854044"/>
                  </a:lnTo>
                  <a:lnTo>
                    <a:pt x="7311164" y="4883247"/>
                  </a:lnTo>
                  <a:lnTo>
                    <a:pt x="7217882" y="4909172"/>
                  </a:lnTo>
                  <a:lnTo>
                    <a:pt x="7125737" y="4931757"/>
                  </a:lnTo>
                  <a:lnTo>
                    <a:pt x="7037691" y="4950936"/>
                  </a:lnTo>
                  <a:lnTo>
                    <a:pt x="6956901" y="4966685"/>
                  </a:lnTo>
                  <a:lnTo>
                    <a:pt x="6886330" y="4979073"/>
                  </a:lnTo>
                  <a:lnTo>
                    <a:pt x="6828312" y="4988292"/>
                  </a:lnTo>
                  <a:lnTo>
                    <a:pt x="6784148" y="4994672"/>
                  </a:lnTo>
                  <a:lnTo>
                    <a:pt x="6753848" y="4998667"/>
                  </a:lnTo>
                  <a:lnTo>
                    <a:pt x="6736055" y="5000814"/>
                  </a:lnTo>
                  <a:lnTo>
                    <a:pt x="6728139" y="5001691"/>
                  </a:lnTo>
                  <a:lnTo>
                    <a:pt x="6726343" y="5001874"/>
                  </a:lnTo>
                  <a:lnTo>
                    <a:pt x="5254955" y="5001874"/>
                  </a:lnTo>
                  <a:lnTo>
                    <a:pt x="5253750" y="5001834"/>
                  </a:lnTo>
                  <a:lnTo>
                    <a:pt x="5245839" y="5001547"/>
                  </a:lnTo>
                  <a:lnTo>
                    <a:pt x="5225932" y="5000753"/>
                  </a:lnTo>
                  <a:lnTo>
                    <a:pt x="5190426" y="4999190"/>
                  </a:lnTo>
                  <a:lnTo>
                    <a:pt x="5137680" y="4996618"/>
                  </a:lnTo>
                  <a:lnTo>
                    <a:pt x="5068131" y="4992843"/>
                  </a:lnTo>
                  <a:lnTo>
                    <a:pt x="4984098" y="4987737"/>
                  </a:lnTo>
                  <a:lnTo>
                    <a:pt x="4889246" y="4981239"/>
                  </a:lnTo>
                  <a:lnTo>
                    <a:pt x="4787860" y="4973344"/>
                  </a:lnTo>
                  <a:lnTo>
                    <a:pt x="4684138" y="4964077"/>
                  </a:lnTo>
                  <a:lnTo>
                    <a:pt x="4581668" y="4953468"/>
                  </a:lnTo>
                  <a:lnTo>
                    <a:pt x="4483153" y="4941526"/>
                  </a:lnTo>
                  <a:lnTo>
                    <a:pt x="4390363" y="4928224"/>
                  </a:lnTo>
                  <a:lnTo>
                    <a:pt x="4304236" y="4913488"/>
                  </a:lnTo>
                  <a:lnTo>
                    <a:pt x="4225047" y="4897191"/>
                  </a:lnTo>
                  <a:lnTo>
                    <a:pt x="4152595" y="4879157"/>
                  </a:lnTo>
                  <a:lnTo>
                    <a:pt x="4086360" y="4859163"/>
                  </a:lnTo>
                  <a:lnTo>
                    <a:pt x="4025632" y="4836945"/>
                  </a:lnTo>
                  <a:lnTo>
                    <a:pt x="3969608" y="4812219"/>
                  </a:lnTo>
                  <a:lnTo>
                    <a:pt x="3917456" y="4784704"/>
                  </a:lnTo>
                  <a:lnTo>
                    <a:pt x="3868374" y="4754167"/>
                  </a:lnTo>
                  <a:lnTo>
                    <a:pt x="3829811" y="4726717"/>
                  </a:lnTo>
                  <a:lnTo>
                    <a:pt x="3784412" y="4690367"/>
                  </a:lnTo>
                  <a:lnTo>
                    <a:pt x="3740318" y="4650793"/>
                  </a:lnTo>
                  <a:lnTo>
                    <a:pt x="3697101" y="4607937"/>
                  </a:lnTo>
                  <a:lnTo>
                    <a:pt x="3654432" y="4561820"/>
                  </a:lnTo>
                  <a:lnTo>
                    <a:pt x="3612064" y="4512553"/>
                  </a:lnTo>
                  <a:lnTo>
                    <a:pt x="3569822" y="4460343"/>
                  </a:lnTo>
                  <a:lnTo>
                    <a:pt x="3527590" y="4405500"/>
                  </a:lnTo>
                  <a:lnTo>
                    <a:pt x="3485304" y="4348428"/>
                  </a:lnTo>
                  <a:lnTo>
                    <a:pt x="3442942" y="4289618"/>
                  </a:lnTo>
                  <a:lnTo>
                    <a:pt x="3400513" y="4229634"/>
                  </a:lnTo>
                  <a:lnTo>
                    <a:pt x="3358048" y="4169089"/>
                  </a:lnTo>
                  <a:lnTo>
                    <a:pt x="3315588" y="4108622"/>
                  </a:lnTo>
                  <a:lnTo>
                    <a:pt x="3273172" y="4048866"/>
                  </a:lnTo>
                  <a:lnTo>
                    <a:pt x="3230829" y="3990427"/>
                  </a:lnTo>
                  <a:lnTo>
                    <a:pt x="3188560" y="3933850"/>
                  </a:lnTo>
                  <a:lnTo>
                    <a:pt x="3146333" y="3879609"/>
                  </a:lnTo>
                  <a:lnTo>
                    <a:pt x="3104073" y="3828085"/>
                  </a:lnTo>
                  <a:lnTo>
                    <a:pt x="3061651" y="3779562"/>
                  </a:lnTo>
                  <a:lnTo>
                    <a:pt x="3018875" y="3734225"/>
                  </a:lnTo>
                  <a:lnTo>
                    <a:pt x="2975480" y="3692163"/>
                  </a:lnTo>
                  <a:lnTo>
                    <a:pt x="2931115" y="3653375"/>
                  </a:lnTo>
                  <a:lnTo>
                    <a:pt x="2896531" y="3626086"/>
                  </a:lnTo>
                  <a:lnTo>
                    <a:pt x="2849425" y="3592974"/>
                  </a:lnTo>
                  <a:lnTo>
                    <a:pt x="2799853" y="3562987"/>
                  </a:lnTo>
                  <a:lnTo>
                    <a:pt x="2747072" y="3535988"/>
                  </a:lnTo>
                  <a:lnTo>
                    <a:pt x="2690271" y="3511730"/>
                  </a:lnTo>
                  <a:lnTo>
                    <a:pt x="2628621" y="3489928"/>
                  </a:lnTo>
                  <a:lnTo>
                    <a:pt x="2561327" y="3470301"/>
                  </a:lnTo>
                  <a:lnTo>
                    <a:pt x="2487707" y="3452591"/>
                  </a:lnTo>
                  <a:lnTo>
                    <a:pt x="2407287" y="3436583"/>
                  </a:lnTo>
                  <a:lnTo>
                    <a:pt x="2319938" y="3422110"/>
                  </a:lnTo>
                  <a:lnTo>
                    <a:pt x="2226039" y="3409054"/>
                  </a:lnTo>
                  <a:lnTo>
                    <a:pt x="2126664" y="3397350"/>
                  </a:lnTo>
                  <a:lnTo>
                    <a:pt x="2023747" y="3386978"/>
                  </a:lnTo>
                  <a:lnTo>
                    <a:pt x="1920155" y="3377953"/>
                  </a:lnTo>
                  <a:lnTo>
                    <a:pt x="1819614" y="3370305"/>
                  </a:lnTo>
                  <a:lnTo>
                    <a:pt x="1726382" y="3364057"/>
                  </a:lnTo>
                  <a:lnTo>
                    <a:pt x="1644688" y="3359194"/>
                  </a:lnTo>
                  <a:lnTo>
                    <a:pt x="1578008" y="3355645"/>
                  </a:lnTo>
                  <a:lnTo>
                    <a:pt x="1528356" y="3353268"/>
                  </a:lnTo>
                  <a:lnTo>
                    <a:pt x="1495806" y="3351860"/>
                  </a:lnTo>
                  <a:lnTo>
                    <a:pt x="1478349" y="3351176"/>
                  </a:lnTo>
                  <a:lnTo>
                    <a:pt x="1472063" y="3350951"/>
                  </a:lnTo>
                  <a:lnTo>
                    <a:pt x="1471387" y="3350929"/>
                  </a:lnTo>
                  <a:lnTo>
                    <a:pt x="0" y="3350929"/>
                  </a:lnTo>
                  <a:close/>
                </a:path>
              </a:pathLst>
            </a:custGeom>
            <a:solidFill>
              <a:srgbClr val="F28E5B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960" name="pl960"/>
            <p:cNvSpPr/>
            <p:nvPr/>
          </p:nvSpPr>
          <p:spPr>
            <a:xfrm>
              <a:off x="4799595" y="4603812"/>
              <a:ext cx="11981298" cy="5001874"/>
            </a:xfrm>
            <a:custGeom>
              <a:avLst/>
              <a:pathLst>
                <a:path w="11981298" h="5001874">
                  <a:moveTo>
                    <a:pt x="0" y="3350929"/>
                  </a:moveTo>
                  <a:lnTo>
                    <a:pt x="1471387" y="3350929"/>
                  </a:lnTo>
                  <a:lnTo>
                    <a:pt x="1472592" y="3350969"/>
                  </a:lnTo>
                  <a:lnTo>
                    <a:pt x="1480503" y="3351256"/>
                  </a:lnTo>
                  <a:lnTo>
                    <a:pt x="1500410" y="3352051"/>
                  </a:lnTo>
                  <a:lnTo>
                    <a:pt x="1535916" y="3353614"/>
                  </a:lnTo>
                  <a:lnTo>
                    <a:pt x="1588662" y="3356186"/>
                  </a:lnTo>
                  <a:lnTo>
                    <a:pt x="1658211" y="3359961"/>
                  </a:lnTo>
                  <a:lnTo>
                    <a:pt x="1742244" y="3365066"/>
                  </a:lnTo>
                  <a:lnTo>
                    <a:pt x="1837096" y="3371564"/>
                  </a:lnTo>
                  <a:lnTo>
                    <a:pt x="1938482" y="3379459"/>
                  </a:lnTo>
                  <a:lnTo>
                    <a:pt x="2042204" y="3388726"/>
                  </a:lnTo>
                  <a:lnTo>
                    <a:pt x="2144674" y="3399336"/>
                  </a:lnTo>
                  <a:lnTo>
                    <a:pt x="2243189" y="3411277"/>
                  </a:lnTo>
                  <a:lnTo>
                    <a:pt x="2335979" y="3424579"/>
                  </a:lnTo>
                  <a:lnTo>
                    <a:pt x="2422106" y="3439315"/>
                  </a:lnTo>
                  <a:lnTo>
                    <a:pt x="2501295" y="3455612"/>
                  </a:lnTo>
                  <a:lnTo>
                    <a:pt x="2573747" y="3473646"/>
                  </a:lnTo>
                  <a:lnTo>
                    <a:pt x="2639982" y="3493641"/>
                  </a:lnTo>
                  <a:lnTo>
                    <a:pt x="2700710" y="3515858"/>
                  </a:lnTo>
                  <a:lnTo>
                    <a:pt x="2756734" y="3540584"/>
                  </a:lnTo>
                  <a:lnTo>
                    <a:pt x="2808886" y="3568099"/>
                  </a:lnTo>
                  <a:lnTo>
                    <a:pt x="2857968" y="3598636"/>
                  </a:lnTo>
                  <a:lnTo>
                    <a:pt x="2896531" y="3626086"/>
                  </a:lnTo>
                  <a:lnTo>
                    <a:pt x="2941930" y="3662437"/>
                  </a:lnTo>
                  <a:lnTo>
                    <a:pt x="2986024" y="3702010"/>
                  </a:lnTo>
                  <a:lnTo>
                    <a:pt x="3029241" y="3744866"/>
                  </a:lnTo>
                  <a:lnTo>
                    <a:pt x="3071910" y="3790983"/>
                  </a:lnTo>
                  <a:lnTo>
                    <a:pt x="3114278" y="3840251"/>
                  </a:lnTo>
                  <a:lnTo>
                    <a:pt x="3156521" y="3892460"/>
                  </a:lnTo>
                  <a:lnTo>
                    <a:pt x="3198752" y="3947303"/>
                  </a:lnTo>
                  <a:lnTo>
                    <a:pt x="3241038" y="4004375"/>
                  </a:lnTo>
                  <a:lnTo>
                    <a:pt x="3283400" y="4063185"/>
                  </a:lnTo>
                  <a:lnTo>
                    <a:pt x="3325829" y="4123169"/>
                  </a:lnTo>
                  <a:lnTo>
                    <a:pt x="3368294" y="4183714"/>
                  </a:lnTo>
                  <a:lnTo>
                    <a:pt x="3410755" y="4244181"/>
                  </a:lnTo>
                  <a:lnTo>
                    <a:pt x="3453170" y="4303937"/>
                  </a:lnTo>
                  <a:lnTo>
                    <a:pt x="3495513" y="4362377"/>
                  </a:lnTo>
                  <a:lnTo>
                    <a:pt x="3537782" y="4418953"/>
                  </a:lnTo>
                  <a:lnTo>
                    <a:pt x="3580009" y="4473194"/>
                  </a:lnTo>
                  <a:lnTo>
                    <a:pt x="3622269" y="4524718"/>
                  </a:lnTo>
                  <a:lnTo>
                    <a:pt x="3664691" y="4573241"/>
                  </a:lnTo>
                  <a:lnTo>
                    <a:pt x="3707467" y="4618578"/>
                  </a:lnTo>
                  <a:lnTo>
                    <a:pt x="3750862" y="4660641"/>
                  </a:lnTo>
                  <a:lnTo>
                    <a:pt x="3795227" y="4699428"/>
                  </a:lnTo>
                  <a:lnTo>
                    <a:pt x="3829811" y="4726717"/>
                  </a:lnTo>
                  <a:lnTo>
                    <a:pt x="3876917" y="4759829"/>
                  </a:lnTo>
                  <a:lnTo>
                    <a:pt x="3926489" y="4789816"/>
                  </a:lnTo>
                  <a:lnTo>
                    <a:pt x="3979270" y="4816816"/>
                  </a:lnTo>
                  <a:lnTo>
                    <a:pt x="4036071" y="4841074"/>
                  </a:lnTo>
                  <a:lnTo>
                    <a:pt x="4097721" y="4862875"/>
                  </a:lnTo>
                  <a:lnTo>
                    <a:pt x="4165015" y="4882503"/>
                  </a:lnTo>
                  <a:lnTo>
                    <a:pt x="4238635" y="4900212"/>
                  </a:lnTo>
                  <a:lnTo>
                    <a:pt x="4319055" y="4916220"/>
                  </a:lnTo>
                  <a:lnTo>
                    <a:pt x="4406404" y="4930693"/>
                  </a:lnTo>
                  <a:lnTo>
                    <a:pt x="4500303" y="4943749"/>
                  </a:lnTo>
                  <a:lnTo>
                    <a:pt x="4599678" y="4955453"/>
                  </a:lnTo>
                  <a:lnTo>
                    <a:pt x="4702596" y="4965825"/>
                  </a:lnTo>
                  <a:lnTo>
                    <a:pt x="4806187" y="4974850"/>
                  </a:lnTo>
                  <a:lnTo>
                    <a:pt x="4906728" y="4982498"/>
                  </a:lnTo>
                  <a:lnTo>
                    <a:pt x="4999960" y="4988746"/>
                  </a:lnTo>
                  <a:lnTo>
                    <a:pt x="5081654" y="4993609"/>
                  </a:lnTo>
                  <a:lnTo>
                    <a:pt x="5148334" y="4997158"/>
                  </a:lnTo>
                  <a:lnTo>
                    <a:pt x="5197986" y="4999535"/>
                  </a:lnTo>
                  <a:lnTo>
                    <a:pt x="5230536" y="5000943"/>
                  </a:lnTo>
                  <a:lnTo>
                    <a:pt x="5247993" y="5001627"/>
                  </a:lnTo>
                  <a:lnTo>
                    <a:pt x="5254279" y="5001852"/>
                  </a:lnTo>
                  <a:lnTo>
                    <a:pt x="5254955" y="5001874"/>
                  </a:lnTo>
                  <a:lnTo>
                    <a:pt x="6726343" y="5001874"/>
                  </a:lnTo>
                  <a:lnTo>
                    <a:pt x="6727223" y="5001786"/>
                  </a:lnTo>
                  <a:lnTo>
                    <a:pt x="6733041" y="5001156"/>
                  </a:lnTo>
                  <a:lnTo>
                    <a:pt x="6747815" y="4999415"/>
                  </a:lnTo>
                  <a:lnTo>
                    <a:pt x="6774495" y="4995983"/>
                  </a:lnTo>
                  <a:lnTo>
                    <a:pt x="6814800" y="4990306"/>
                  </a:lnTo>
                  <a:lnTo>
                    <a:pt x="6869098" y="4981904"/>
                  </a:lnTo>
                  <a:lnTo>
                    <a:pt x="6936422" y="4970410"/>
                  </a:lnTo>
                  <a:lnTo>
                    <a:pt x="7014688" y="4955594"/>
                  </a:lnTo>
                  <a:lnTo>
                    <a:pt x="7101058" y="4937356"/>
                  </a:lnTo>
                  <a:lnTo>
                    <a:pt x="7192388" y="4915700"/>
                  </a:lnTo>
                  <a:lnTo>
                    <a:pt x="7285630" y="4890683"/>
                  </a:lnTo>
                  <a:lnTo>
                    <a:pt x="7378139" y="4862374"/>
                  </a:lnTo>
                  <a:lnTo>
                    <a:pt x="7467838" y="4830805"/>
                  </a:lnTo>
                  <a:lnTo>
                    <a:pt x="7553269" y="4795941"/>
                  </a:lnTo>
                  <a:lnTo>
                    <a:pt x="7633547" y="4757656"/>
                  </a:lnTo>
                  <a:lnTo>
                    <a:pt x="7708267" y="4715728"/>
                  </a:lnTo>
                  <a:lnTo>
                    <a:pt x="7777398" y="4669829"/>
                  </a:lnTo>
                  <a:lnTo>
                    <a:pt x="7841180" y="4619535"/>
                  </a:lnTo>
                  <a:lnTo>
                    <a:pt x="7900031" y="4564330"/>
                  </a:lnTo>
                  <a:lnTo>
                    <a:pt x="7954480" y="4503629"/>
                  </a:lnTo>
                  <a:lnTo>
                    <a:pt x="8005114" y="4436802"/>
                  </a:lnTo>
                  <a:lnTo>
                    <a:pt x="8052537" y="4363222"/>
                  </a:lnTo>
                  <a:lnTo>
                    <a:pt x="8097341" y="4282347"/>
                  </a:lnTo>
                  <a:lnTo>
                    <a:pt x="8140070" y="4193836"/>
                  </a:lnTo>
                  <a:lnTo>
                    <a:pt x="8151487" y="4168229"/>
                  </a:lnTo>
                  <a:lnTo>
                    <a:pt x="8180969" y="4098235"/>
                  </a:lnTo>
                  <a:lnTo>
                    <a:pt x="8209835" y="4024216"/>
                  </a:lnTo>
                  <a:lnTo>
                    <a:pt x="8238217" y="3946091"/>
                  </a:lnTo>
                  <a:lnTo>
                    <a:pt x="8266224" y="3863819"/>
                  </a:lnTo>
                  <a:lnTo>
                    <a:pt x="8293953" y="3777400"/>
                  </a:lnTo>
                  <a:lnTo>
                    <a:pt x="8321482" y="3686878"/>
                  </a:lnTo>
                  <a:lnTo>
                    <a:pt x="8348875" y="3592349"/>
                  </a:lnTo>
                  <a:lnTo>
                    <a:pt x="8376185" y="3493957"/>
                  </a:lnTo>
                  <a:lnTo>
                    <a:pt x="8403453" y="3391900"/>
                  </a:lnTo>
                  <a:lnTo>
                    <a:pt x="8430710" y="3286428"/>
                  </a:lnTo>
                  <a:lnTo>
                    <a:pt x="8457979" y="3177843"/>
                  </a:lnTo>
                  <a:lnTo>
                    <a:pt x="8485273" y="3066496"/>
                  </a:lnTo>
                  <a:lnTo>
                    <a:pt x="8512598" y="2952783"/>
                  </a:lnTo>
                  <a:lnTo>
                    <a:pt x="8539956" y="2837142"/>
                  </a:lnTo>
                  <a:lnTo>
                    <a:pt x="8567342" y="2720044"/>
                  </a:lnTo>
                  <a:lnTo>
                    <a:pt x="8594747" y="2601986"/>
                  </a:lnTo>
                  <a:lnTo>
                    <a:pt x="8622163" y="2483483"/>
                  </a:lnTo>
                  <a:lnTo>
                    <a:pt x="8649577" y="2365056"/>
                  </a:lnTo>
                  <a:lnTo>
                    <a:pt x="8676978" y="2247228"/>
                  </a:lnTo>
                  <a:lnTo>
                    <a:pt x="8704356" y="2130509"/>
                  </a:lnTo>
                  <a:lnTo>
                    <a:pt x="8731704" y="2015388"/>
                  </a:lnTo>
                  <a:lnTo>
                    <a:pt x="8759020" y="1902328"/>
                  </a:lnTo>
                  <a:lnTo>
                    <a:pt x="8786305" y="1791755"/>
                  </a:lnTo>
                  <a:lnTo>
                    <a:pt x="8813569" y="1684052"/>
                  </a:lnTo>
                  <a:lnTo>
                    <a:pt x="8840827" y="1579556"/>
                  </a:lnTo>
                  <a:lnTo>
                    <a:pt x="8868104" y="1478555"/>
                  </a:lnTo>
                  <a:lnTo>
                    <a:pt x="8895434" y="1381282"/>
                  </a:lnTo>
                  <a:lnTo>
                    <a:pt x="8922861" y="1287920"/>
                  </a:lnTo>
                  <a:lnTo>
                    <a:pt x="8950441" y="1198599"/>
                  </a:lnTo>
                  <a:lnTo>
                    <a:pt x="8978243" y="1113398"/>
                  </a:lnTo>
                  <a:lnTo>
                    <a:pt x="9006350" y="1032349"/>
                  </a:lnTo>
                  <a:lnTo>
                    <a:pt x="9034861" y="955440"/>
                  </a:lnTo>
                  <a:lnTo>
                    <a:pt x="9063894" y="882616"/>
                  </a:lnTo>
                  <a:lnTo>
                    <a:pt x="9084767" y="833645"/>
                  </a:lnTo>
                  <a:lnTo>
                    <a:pt x="9127013" y="743026"/>
                  </a:lnTo>
                  <a:lnTo>
                    <a:pt x="9171196" y="660079"/>
                  </a:lnTo>
                  <a:lnTo>
                    <a:pt x="9217844" y="584548"/>
                  </a:lnTo>
                  <a:lnTo>
                    <a:pt x="9267538" y="515929"/>
                  </a:lnTo>
                  <a:lnTo>
                    <a:pt x="9320881" y="453612"/>
                  </a:lnTo>
                  <a:lnTo>
                    <a:pt x="9378469" y="396962"/>
                  </a:lnTo>
                  <a:lnTo>
                    <a:pt x="9440851" y="345376"/>
                  </a:lnTo>
                  <a:lnTo>
                    <a:pt x="9508483" y="298318"/>
                  </a:lnTo>
                  <a:lnTo>
                    <a:pt x="9581661" y="255338"/>
                  </a:lnTo>
                  <a:lnTo>
                    <a:pt x="9660437" y="216081"/>
                  </a:lnTo>
                  <a:lnTo>
                    <a:pt x="9744521" y="180296"/>
                  </a:lnTo>
                  <a:lnTo>
                    <a:pt x="9833170" y="147830"/>
                  </a:lnTo>
                  <a:lnTo>
                    <a:pt x="9925089" y="118627"/>
                  </a:lnTo>
                  <a:lnTo>
                    <a:pt x="10018371" y="92702"/>
                  </a:lnTo>
                  <a:lnTo>
                    <a:pt x="10110516" y="70117"/>
                  </a:lnTo>
                  <a:lnTo>
                    <a:pt x="10198562" y="50938"/>
                  </a:lnTo>
                  <a:lnTo>
                    <a:pt x="10279353" y="35189"/>
                  </a:lnTo>
                  <a:lnTo>
                    <a:pt x="10349923" y="22801"/>
                  </a:lnTo>
                  <a:lnTo>
                    <a:pt x="10407941" y="13582"/>
                  </a:lnTo>
                  <a:lnTo>
                    <a:pt x="10452105" y="7202"/>
                  </a:lnTo>
                  <a:lnTo>
                    <a:pt x="10482405" y="3207"/>
                  </a:lnTo>
                  <a:lnTo>
                    <a:pt x="10500198" y="1060"/>
                  </a:lnTo>
                  <a:lnTo>
                    <a:pt x="10508114" y="183"/>
                  </a:lnTo>
                  <a:lnTo>
                    <a:pt x="10509892" y="1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61" name="pl961"/>
            <p:cNvSpPr/>
            <p:nvPr/>
          </p:nvSpPr>
          <p:spPr>
            <a:xfrm>
              <a:off x="4799595" y="4587466"/>
              <a:ext cx="11981298" cy="5001874"/>
            </a:xfrm>
            <a:custGeom>
              <a:avLst/>
              <a:pathLst>
                <a:path w="11981298" h="5001874">
                  <a:moveTo>
                    <a:pt x="11981298" y="0"/>
                  </a:moveTo>
                  <a:lnTo>
                    <a:pt x="10509911" y="0"/>
                  </a:lnTo>
                  <a:lnTo>
                    <a:pt x="10509030" y="88"/>
                  </a:lnTo>
                  <a:lnTo>
                    <a:pt x="10503212" y="718"/>
                  </a:lnTo>
                  <a:lnTo>
                    <a:pt x="10488438" y="2459"/>
                  </a:lnTo>
                  <a:lnTo>
                    <a:pt x="10461759" y="5891"/>
                  </a:lnTo>
                  <a:lnTo>
                    <a:pt x="10421453" y="11568"/>
                  </a:lnTo>
                  <a:lnTo>
                    <a:pt x="10367155" y="19970"/>
                  </a:lnTo>
                  <a:lnTo>
                    <a:pt x="10299831" y="31464"/>
                  </a:lnTo>
                  <a:lnTo>
                    <a:pt x="10221566" y="46280"/>
                  </a:lnTo>
                  <a:lnTo>
                    <a:pt x="10135195" y="64518"/>
                  </a:lnTo>
                  <a:lnTo>
                    <a:pt x="10043865" y="86174"/>
                  </a:lnTo>
                  <a:lnTo>
                    <a:pt x="9950623" y="111191"/>
                  </a:lnTo>
                  <a:lnTo>
                    <a:pt x="9858114" y="139500"/>
                  </a:lnTo>
                  <a:lnTo>
                    <a:pt x="9768415" y="171069"/>
                  </a:lnTo>
                  <a:lnTo>
                    <a:pt x="9682984" y="205933"/>
                  </a:lnTo>
                  <a:lnTo>
                    <a:pt x="9602706" y="244218"/>
                  </a:lnTo>
                  <a:lnTo>
                    <a:pt x="9527986" y="286146"/>
                  </a:lnTo>
                  <a:lnTo>
                    <a:pt x="9458855" y="332045"/>
                  </a:lnTo>
                  <a:lnTo>
                    <a:pt x="9395073" y="382339"/>
                  </a:lnTo>
                  <a:lnTo>
                    <a:pt x="9336222" y="437544"/>
                  </a:lnTo>
                  <a:lnTo>
                    <a:pt x="9281773" y="498245"/>
                  </a:lnTo>
                  <a:lnTo>
                    <a:pt x="9231139" y="565072"/>
                  </a:lnTo>
                  <a:lnTo>
                    <a:pt x="9183716" y="638652"/>
                  </a:lnTo>
                  <a:lnTo>
                    <a:pt x="9138913" y="719527"/>
                  </a:lnTo>
                  <a:lnTo>
                    <a:pt x="9096184" y="808038"/>
                  </a:lnTo>
                  <a:lnTo>
                    <a:pt x="9084767" y="833645"/>
                  </a:lnTo>
                  <a:lnTo>
                    <a:pt x="9055284" y="903639"/>
                  </a:lnTo>
                  <a:lnTo>
                    <a:pt x="9026418" y="977658"/>
                  </a:lnTo>
                  <a:lnTo>
                    <a:pt x="8998037" y="1055782"/>
                  </a:lnTo>
                  <a:lnTo>
                    <a:pt x="8970029" y="1138055"/>
                  </a:lnTo>
                  <a:lnTo>
                    <a:pt x="8942300" y="1224474"/>
                  </a:lnTo>
                  <a:lnTo>
                    <a:pt x="8914772" y="1314996"/>
                  </a:lnTo>
                  <a:lnTo>
                    <a:pt x="8887379" y="1409525"/>
                  </a:lnTo>
                  <a:lnTo>
                    <a:pt x="8860069" y="1507917"/>
                  </a:lnTo>
                  <a:lnTo>
                    <a:pt x="8832800" y="1609974"/>
                  </a:lnTo>
                  <a:lnTo>
                    <a:pt x="8805543" y="1715446"/>
                  </a:lnTo>
                  <a:lnTo>
                    <a:pt x="8778274" y="1824031"/>
                  </a:lnTo>
                  <a:lnTo>
                    <a:pt x="8750980" y="1935378"/>
                  </a:lnTo>
                  <a:lnTo>
                    <a:pt x="8723655" y="2049091"/>
                  </a:lnTo>
                  <a:lnTo>
                    <a:pt x="8696297" y="2164732"/>
                  </a:lnTo>
                  <a:lnTo>
                    <a:pt x="8668911" y="2281830"/>
                  </a:lnTo>
                  <a:lnTo>
                    <a:pt x="8641506" y="2399888"/>
                  </a:lnTo>
                  <a:lnTo>
                    <a:pt x="8614090" y="2518391"/>
                  </a:lnTo>
                  <a:lnTo>
                    <a:pt x="8586676" y="2636818"/>
                  </a:lnTo>
                  <a:lnTo>
                    <a:pt x="8559276" y="2754646"/>
                  </a:lnTo>
                  <a:lnTo>
                    <a:pt x="8531898" y="2871365"/>
                  </a:lnTo>
                  <a:lnTo>
                    <a:pt x="8504549" y="2986486"/>
                  </a:lnTo>
                  <a:lnTo>
                    <a:pt x="8477233" y="3099546"/>
                  </a:lnTo>
                  <a:lnTo>
                    <a:pt x="8449948" y="3210119"/>
                  </a:lnTo>
                  <a:lnTo>
                    <a:pt x="8422684" y="3317822"/>
                  </a:lnTo>
                  <a:lnTo>
                    <a:pt x="8395426" y="3422318"/>
                  </a:lnTo>
                  <a:lnTo>
                    <a:pt x="8368149" y="3523319"/>
                  </a:lnTo>
                  <a:lnTo>
                    <a:pt x="8340820" y="3620592"/>
                  </a:lnTo>
                  <a:lnTo>
                    <a:pt x="8313393" y="3713954"/>
                  </a:lnTo>
                  <a:lnTo>
                    <a:pt x="8285813" y="3803275"/>
                  </a:lnTo>
                  <a:lnTo>
                    <a:pt x="8258010" y="3888476"/>
                  </a:lnTo>
                  <a:lnTo>
                    <a:pt x="8229903" y="3969525"/>
                  </a:lnTo>
                  <a:lnTo>
                    <a:pt x="8201392" y="4046434"/>
                  </a:lnTo>
                  <a:lnTo>
                    <a:pt x="8172359" y="4119258"/>
                  </a:lnTo>
                  <a:lnTo>
                    <a:pt x="8151487" y="4168229"/>
                  </a:lnTo>
                  <a:lnTo>
                    <a:pt x="8109240" y="4258848"/>
                  </a:lnTo>
                  <a:lnTo>
                    <a:pt x="8065057" y="4341795"/>
                  </a:lnTo>
                  <a:lnTo>
                    <a:pt x="8018409" y="4417326"/>
                  </a:lnTo>
                  <a:lnTo>
                    <a:pt x="7968716" y="4485944"/>
                  </a:lnTo>
                  <a:lnTo>
                    <a:pt x="7915372" y="4548262"/>
                  </a:lnTo>
                  <a:lnTo>
                    <a:pt x="7857784" y="4604912"/>
                  </a:lnTo>
                  <a:lnTo>
                    <a:pt x="7795402" y="4656498"/>
                  </a:lnTo>
                  <a:lnTo>
                    <a:pt x="7727770" y="4703556"/>
                  </a:lnTo>
                  <a:lnTo>
                    <a:pt x="7654592" y="4746536"/>
                  </a:lnTo>
                  <a:lnTo>
                    <a:pt x="7575816" y="4785793"/>
                  </a:lnTo>
                  <a:lnTo>
                    <a:pt x="7491732" y="4821578"/>
                  </a:lnTo>
                  <a:lnTo>
                    <a:pt x="7403083" y="4854044"/>
                  </a:lnTo>
                  <a:lnTo>
                    <a:pt x="7311164" y="4883247"/>
                  </a:lnTo>
                  <a:lnTo>
                    <a:pt x="7217882" y="4909172"/>
                  </a:lnTo>
                  <a:lnTo>
                    <a:pt x="7125737" y="4931757"/>
                  </a:lnTo>
                  <a:lnTo>
                    <a:pt x="7037691" y="4950936"/>
                  </a:lnTo>
                  <a:lnTo>
                    <a:pt x="6956901" y="4966685"/>
                  </a:lnTo>
                  <a:lnTo>
                    <a:pt x="6886330" y="4979073"/>
                  </a:lnTo>
                  <a:lnTo>
                    <a:pt x="6828312" y="4988292"/>
                  </a:lnTo>
                  <a:lnTo>
                    <a:pt x="6784148" y="4994672"/>
                  </a:lnTo>
                  <a:lnTo>
                    <a:pt x="6753848" y="4998667"/>
                  </a:lnTo>
                  <a:lnTo>
                    <a:pt x="6736055" y="5000814"/>
                  </a:lnTo>
                  <a:lnTo>
                    <a:pt x="6728139" y="5001691"/>
                  </a:lnTo>
                  <a:lnTo>
                    <a:pt x="6726361" y="5001873"/>
                  </a:lnTo>
                  <a:lnTo>
                    <a:pt x="6726343" y="5001874"/>
                  </a:lnTo>
                  <a:lnTo>
                    <a:pt x="5254955" y="5001874"/>
                  </a:lnTo>
                  <a:lnTo>
                    <a:pt x="5253750" y="5001834"/>
                  </a:lnTo>
                  <a:lnTo>
                    <a:pt x="5245839" y="5001547"/>
                  </a:lnTo>
                  <a:lnTo>
                    <a:pt x="5225932" y="5000753"/>
                  </a:lnTo>
                  <a:lnTo>
                    <a:pt x="5190426" y="4999190"/>
                  </a:lnTo>
                  <a:lnTo>
                    <a:pt x="5137680" y="4996618"/>
                  </a:lnTo>
                  <a:lnTo>
                    <a:pt x="5068131" y="4992843"/>
                  </a:lnTo>
                  <a:lnTo>
                    <a:pt x="4984098" y="4987737"/>
                  </a:lnTo>
                  <a:lnTo>
                    <a:pt x="4889246" y="4981239"/>
                  </a:lnTo>
                  <a:lnTo>
                    <a:pt x="4787860" y="4973344"/>
                  </a:lnTo>
                  <a:lnTo>
                    <a:pt x="4684138" y="4964077"/>
                  </a:lnTo>
                  <a:lnTo>
                    <a:pt x="4581668" y="4953468"/>
                  </a:lnTo>
                  <a:lnTo>
                    <a:pt x="4483153" y="4941526"/>
                  </a:lnTo>
                  <a:lnTo>
                    <a:pt x="4390363" y="4928224"/>
                  </a:lnTo>
                  <a:lnTo>
                    <a:pt x="4304236" y="4913488"/>
                  </a:lnTo>
                  <a:lnTo>
                    <a:pt x="4225047" y="4897191"/>
                  </a:lnTo>
                  <a:lnTo>
                    <a:pt x="4152595" y="4879157"/>
                  </a:lnTo>
                  <a:lnTo>
                    <a:pt x="4086360" y="4859163"/>
                  </a:lnTo>
                  <a:lnTo>
                    <a:pt x="4025632" y="4836945"/>
                  </a:lnTo>
                  <a:lnTo>
                    <a:pt x="3969608" y="4812219"/>
                  </a:lnTo>
                  <a:lnTo>
                    <a:pt x="3917456" y="4784704"/>
                  </a:lnTo>
                  <a:lnTo>
                    <a:pt x="3868374" y="4754167"/>
                  </a:lnTo>
                  <a:lnTo>
                    <a:pt x="3829811" y="4726717"/>
                  </a:lnTo>
                  <a:lnTo>
                    <a:pt x="3784412" y="4690367"/>
                  </a:lnTo>
                  <a:lnTo>
                    <a:pt x="3740318" y="4650793"/>
                  </a:lnTo>
                  <a:lnTo>
                    <a:pt x="3697101" y="4607937"/>
                  </a:lnTo>
                  <a:lnTo>
                    <a:pt x="3654432" y="4561820"/>
                  </a:lnTo>
                  <a:lnTo>
                    <a:pt x="3612064" y="4512553"/>
                  </a:lnTo>
                  <a:lnTo>
                    <a:pt x="3569822" y="4460343"/>
                  </a:lnTo>
                  <a:lnTo>
                    <a:pt x="3527590" y="4405500"/>
                  </a:lnTo>
                  <a:lnTo>
                    <a:pt x="3485304" y="4348428"/>
                  </a:lnTo>
                  <a:lnTo>
                    <a:pt x="3442942" y="4289618"/>
                  </a:lnTo>
                  <a:lnTo>
                    <a:pt x="3400513" y="4229634"/>
                  </a:lnTo>
                  <a:lnTo>
                    <a:pt x="3358048" y="4169089"/>
                  </a:lnTo>
                  <a:lnTo>
                    <a:pt x="3315588" y="4108622"/>
                  </a:lnTo>
                  <a:lnTo>
                    <a:pt x="3273172" y="4048866"/>
                  </a:lnTo>
                  <a:lnTo>
                    <a:pt x="3230829" y="3990427"/>
                  </a:lnTo>
                  <a:lnTo>
                    <a:pt x="3188560" y="3933850"/>
                  </a:lnTo>
                  <a:lnTo>
                    <a:pt x="3146333" y="3879609"/>
                  </a:lnTo>
                  <a:lnTo>
                    <a:pt x="3104073" y="3828085"/>
                  </a:lnTo>
                  <a:lnTo>
                    <a:pt x="3061651" y="3779562"/>
                  </a:lnTo>
                  <a:lnTo>
                    <a:pt x="3018875" y="3734225"/>
                  </a:lnTo>
                  <a:lnTo>
                    <a:pt x="2975480" y="3692163"/>
                  </a:lnTo>
                  <a:lnTo>
                    <a:pt x="2931115" y="3653375"/>
                  </a:lnTo>
                  <a:lnTo>
                    <a:pt x="2896531" y="3626086"/>
                  </a:lnTo>
                  <a:lnTo>
                    <a:pt x="2849425" y="3592974"/>
                  </a:lnTo>
                  <a:lnTo>
                    <a:pt x="2799853" y="3562987"/>
                  </a:lnTo>
                  <a:lnTo>
                    <a:pt x="2747072" y="3535988"/>
                  </a:lnTo>
                  <a:lnTo>
                    <a:pt x="2690271" y="3511730"/>
                  </a:lnTo>
                  <a:lnTo>
                    <a:pt x="2628621" y="3489928"/>
                  </a:lnTo>
                  <a:lnTo>
                    <a:pt x="2561327" y="3470301"/>
                  </a:lnTo>
                  <a:lnTo>
                    <a:pt x="2487707" y="3452591"/>
                  </a:lnTo>
                  <a:lnTo>
                    <a:pt x="2407287" y="3436583"/>
                  </a:lnTo>
                  <a:lnTo>
                    <a:pt x="2319938" y="3422110"/>
                  </a:lnTo>
                  <a:lnTo>
                    <a:pt x="2226039" y="3409054"/>
                  </a:lnTo>
                  <a:lnTo>
                    <a:pt x="2126664" y="3397350"/>
                  </a:lnTo>
                  <a:lnTo>
                    <a:pt x="2023747" y="3386978"/>
                  </a:lnTo>
                  <a:lnTo>
                    <a:pt x="1920155" y="3377953"/>
                  </a:lnTo>
                  <a:lnTo>
                    <a:pt x="1819614" y="3370305"/>
                  </a:lnTo>
                  <a:lnTo>
                    <a:pt x="1726382" y="3364057"/>
                  </a:lnTo>
                  <a:lnTo>
                    <a:pt x="1644688" y="3359194"/>
                  </a:lnTo>
                  <a:lnTo>
                    <a:pt x="1578008" y="3355645"/>
                  </a:lnTo>
                  <a:lnTo>
                    <a:pt x="1528356" y="3353268"/>
                  </a:lnTo>
                  <a:lnTo>
                    <a:pt x="1495806" y="3351860"/>
                  </a:lnTo>
                  <a:lnTo>
                    <a:pt x="1478349" y="3351176"/>
                  </a:lnTo>
                  <a:lnTo>
                    <a:pt x="1472063" y="3350951"/>
                  </a:lnTo>
                  <a:lnTo>
                    <a:pt x="1471387" y="3350929"/>
                  </a:lnTo>
                  <a:lnTo>
                    <a:pt x="0" y="335092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62" name="pg962"/>
            <p:cNvSpPr/>
            <p:nvPr/>
          </p:nvSpPr>
          <p:spPr>
            <a:xfrm>
              <a:off x="4799595" y="4865348"/>
              <a:ext cx="11981298" cy="4764858"/>
            </a:xfrm>
            <a:custGeom>
              <a:avLst/>
              <a:pathLst>
                <a:path w="11981298" h="4764858">
                  <a:moveTo>
                    <a:pt x="0" y="3097566"/>
                  </a:moveTo>
                  <a:lnTo>
                    <a:pt x="1471387" y="3097566"/>
                  </a:lnTo>
                  <a:lnTo>
                    <a:pt x="1472591" y="3097607"/>
                  </a:lnTo>
                  <a:lnTo>
                    <a:pt x="1480498" y="3097897"/>
                  </a:lnTo>
                  <a:lnTo>
                    <a:pt x="1500396" y="3098698"/>
                  </a:lnTo>
                  <a:lnTo>
                    <a:pt x="1535884" y="3100276"/>
                  </a:lnTo>
                  <a:lnTo>
                    <a:pt x="1588607" y="3102872"/>
                  </a:lnTo>
                  <a:lnTo>
                    <a:pt x="1658128" y="3106682"/>
                  </a:lnTo>
                  <a:lnTo>
                    <a:pt x="1742131" y="3111836"/>
                  </a:lnTo>
                  <a:lnTo>
                    <a:pt x="1836955" y="3118395"/>
                  </a:lnTo>
                  <a:lnTo>
                    <a:pt x="1938316" y="3126365"/>
                  </a:lnTo>
                  <a:lnTo>
                    <a:pt x="2042019" y="3135720"/>
                  </a:lnTo>
                  <a:lnTo>
                    <a:pt x="2144476" y="3146430"/>
                  </a:lnTo>
                  <a:lnTo>
                    <a:pt x="2242984" y="3158485"/>
                  </a:lnTo>
                  <a:lnTo>
                    <a:pt x="2335771" y="3171913"/>
                  </a:lnTo>
                  <a:lnTo>
                    <a:pt x="2421900" y="3186789"/>
                  </a:lnTo>
                  <a:lnTo>
                    <a:pt x="2501092" y="3203239"/>
                  </a:lnTo>
                  <a:lnTo>
                    <a:pt x="2573549" y="3221443"/>
                  </a:lnTo>
                  <a:lnTo>
                    <a:pt x="2639790" y="3241626"/>
                  </a:lnTo>
                  <a:lnTo>
                    <a:pt x="2700523" y="3264052"/>
                  </a:lnTo>
                  <a:lnTo>
                    <a:pt x="2756551" y="3289009"/>
                  </a:lnTo>
                  <a:lnTo>
                    <a:pt x="2808706" y="3316782"/>
                  </a:lnTo>
                  <a:lnTo>
                    <a:pt x="2857789" y="3347604"/>
                  </a:lnTo>
                  <a:lnTo>
                    <a:pt x="2896531" y="3375448"/>
                  </a:lnTo>
                  <a:lnTo>
                    <a:pt x="2941802" y="3412048"/>
                  </a:lnTo>
                  <a:lnTo>
                    <a:pt x="2985773" y="3451884"/>
                  </a:lnTo>
                  <a:lnTo>
                    <a:pt x="3028871" y="3495016"/>
                  </a:lnTo>
                  <a:lnTo>
                    <a:pt x="3071422" y="3541423"/>
                  </a:lnTo>
                  <a:lnTo>
                    <a:pt x="3113671" y="3590996"/>
                  </a:lnTo>
                  <a:lnTo>
                    <a:pt x="3155793" y="3643526"/>
                  </a:lnTo>
                  <a:lnTo>
                    <a:pt x="3197903" y="3698707"/>
                  </a:lnTo>
                  <a:lnTo>
                    <a:pt x="3240065" y="3756136"/>
                  </a:lnTo>
                  <a:lnTo>
                    <a:pt x="3282304" y="3815321"/>
                  </a:lnTo>
                  <a:lnTo>
                    <a:pt x="3324609" y="3875701"/>
                  </a:lnTo>
                  <a:lnTo>
                    <a:pt x="3366952" y="3936662"/>
                  </a:lnTo>
                  <a:lnTo>
                    <a:pt x="3409291" y="3997565"/>
                  </a:lnTo>
                  <a:lnTo>
                    <a:pt x="3451587" y="4057776"/>
                  </a:lnTo>
                  <a:lnTo>
                    <a:pt x="3493811" y="4116687"/>
                  </a:lnTo>
                  <a:lnTo>
                    <a:pt x="3535962" y="4173748"/>
                  </a:lnTo>
                  <a:lnTo>
                    <a:pt x="3578068" y="4228482"/>
                  </a:lnTo>
                  <a:lnTo>
                    <a:pt x="3620202" y="4280504"/>
                  </a:lnTo>
                  <a:lnTo>
                    <a:pt x="3662490" y="4329524"/>
                  </a:lnTo>
                  <a:lnTo>
                    <a:pt x="3705119" y="4375351"/>
                  </a:lnTo>
                  <a:lnTo>
                    <a:pt x="3748346" y="4417894"/>
                  </a:lnTo>
                  <a:lnTo>
                    <a:pt x="3792515" y="4457146"/>
                  </a:lnTo>
                  <a:lnTo>
                    <a:pt x="3829811" y="4486976"/>
                  </a:lnTo>
                  <a:lnTo>
                    <a:pt x="3876908" y="4520410"/>
                  </a:lnTo>
                  <a:lnTo>
                    <a:pt x="3926471" y="4550689"/>
                  </a:lnTo>
                  <a:lnTo>
                    <a:pt x="3979241" y="4577953"/>
                  </a:lnTo>
                  <a:lnTo>
                    <a:pt x="4036028" y="4602448"/>
                  </a:lnTo>
                  <a:lnTo>
                    <a:pt x="4097664" y="4624463"/>
                  </a:lnTo>
                  <a:lnTo>
                    <a:pt x="4164940" y="4644284"/>
                  </a:lnTo>
                  <a:lnTo>
                    <a:pt x="4238539" y="4662168"/>
                  </a:lnTo>
                  <a:lnTo>
                    <a:pt x="4318935" y="4678333"/>
                  </a:lnTo>
                  <a:lnTo>
                    <a:pt x="4406258" y="4692949"/>
                  </a:lnTo>
                  <a:lnTo>
                    <a:pt x="4500130" y="4706134"/>
                  </a:lnTo>
                  <a:lnTo>
                    <a:pt x="4599478" y="4717954"/>
                  </a:lnTo>
                  <a:lnTo>
                    <a:pt x="4702373" y="4728430"/>
                  </a:lnTo>
                  <a:lnTo>
                    <a:pt x="4805948" y="4737546"/>
                  </a:lnTo>
                  <a:lnTo>
                    <a:pt x="4906484" y="4745272"/>
                  </a:lnTo>
                  <a:lnTo>
                    <a:pt x="4999724" y="4751584"/>
                  </a:lnTo>
                  <a:lnTo>
                    <a:pt x="5081441" y="4756498"/>
                  </a:lnTo>
                  <a:lnTo>
                    <a:pt x="5148157" y="4760086"/>
                  </a:lnTo>
                  <a:lnTo>
                    <a:pt x="5197854" y="4762489"/>
                  </a:lnTo>
                  <a:lnTo>
                    <a:pt x="5230453" y="4763913"/>
                  </a:lnTo>
                  <a:lnTo>
                    <a:pt x="5247953" y="4764607"/>
                  </a:lnTo>
                  <a:lnTo>
                    <a:pt x="5254270" y="4764835"/>
                  </a:lnTo>
                  <a:lnTo>
                    <a:pt x="5254955" y="4764858"/>
                  </a:lnTo>
                  <a:lnTo>
                    <a:pt x="6726343" y="4764858"/>
                  </a:lnTo>
                  <a:lnTo>
                    <a:pt x="6727238" y="4764772"/>
                  </a:lnTo>
                  <a:lnTo>
                    <a:pt x="6733157" y="4764162"/>
                  </a:lnTo>
                  <a:lnTo>
                    <a:pt x="6748179" y="4762476"/>
                  </a:lnTo>
                  <a:lnTo>
                    <a:pt x="6775289" y="4759154"/>
                  </a:lnTo>
                  <a:lnTo>
                    <a:pt x="6816211" y="4753659"/>
                  </a:lnTo>
                  <a:lnTo>
                    <a:pt x="6871281" y="4745529"/>
                  </a:lnTo>
                  <a:lnTo>
                    <a:pt x="6939473" y="4734414"/>
                  </a:lnTo>
                  <a:lnTo>
                    <a:pt x="7018628" y="4720096"/>
                  </a:lnTo>
                  <a:lnTo>
                    <a:pt x="7105838" y="4702484"/>
                  </a:lnTo>
                  <a:lnTo>
                    <a:pt x="7197896" y="4681584"/>
                  </a:lnTo>
                  <a:lnTo>
                    <a:pt x="7291716" y="4657455"/>
                  </a:lnTo>
                  <a:lnTo>
                    <a:pt x="7384639" y="4630160"/>
                  </a:lnTo>
                  <a:lnTo>
                    <a:pt x="7474594" y="4599729"/>
                  </a:lnTo>
                  <a:lnTo>
                    <a:pt x="7560143" y="4566120"/>
                  </a:lnTo>
                  <a:lnTo>
                    <a:pt x="7640425" y="4529206"/>
                  </a:lnTo>
                  <a:lnTo>
                    <a:pt x="7715068" y="4488762"/>
                  </a:lnTo>
                  <a:lnTo>
                    <a:pt x="7784069" y="4444461"/>
                  </a:lnTo>
                  <a:lnTo>
                    <a:pt x="7847692" y="4395885"/>
                  </a:lnTo>
                  <a:lnTo>
                    <a:pt x="7906379" y="4342526"/>
                  </a:lnTo>
                  <a:lnTo>
                    <a:pt x="7960676" y="4283811"/>
                  </a:lnTo>
                  <a:lnTo>
                    <a:pt x="8011186" y="4219127"/>
                  </a:lnTo>
                  <a:lnTo>
                    <a:pt x="8058522" y="4147875"/>
                  </a:lnTo>
                  <a:lnTo>
                    <a:pt x="8103283" y="4069546"/>
                  </a:lnTo>
                  <a:lnTo>
                    <a:pt x="8146014" y="3983848"/>
                  </a:lnTo>
                  <a:lnTo>
                    <a:pt x="8151487" y="3972077"/>
                  </a:lnTo>
                  <a:lnTo>
                    <a:pt x="8181654" y="3903905"/>
                  </a:lnTo>
                  <a:lnTo>
                    <a:pt x="8211179" y="3831721"/>
                  </a:lnTo>
                  <a:lnTo>
                    <a:pt x="8240201" y="3755445"/>
                  </a:lnTo>
                  <a:lnTo>
                    <a:pt x="8268840" y="3675035"/>
                  </a:lnTo>
                  <a:lnTo>
                    <a:pt x="8297195" y="3590497"/>
                  </a:lnTo>
                  <a:lnTo>
                    <a:pt x="8325349" y="3501881"/>
                  </a:lnTo>
                  <a:lnTo>
                    <a:pt x="8353370" y="3409290"/>
                  </a:lnTo>
                  <a:lnTo>
                    <a:pt x="8381311" y="3312879"/>
                  </a:lnTo>
                  <a:lnTo>
                    <a:pt x="8409215" y="3212861"/>
                  </a:lnTo>
                  <a:lnTo>
                    <a:pt x="8437114" y="3109501"/>
                  </a:lnTo>
                  <a:lnTo>
                    <a:pt x="8465029" y="3003117"/>
                  </a:lnTo>
                  <a:lnTo>
                    <a:pt x="8492972" y="2894079"/>
                  </a:lnTo>
                  <a:lnTo>
                    <a:pt x="8520949" y="2782805"/>
                  </a:lnTo>
                  <a:lnTo>
                    <a:pt x="8548959" y="2669750"/>
                  </a:lnTo>
                  <a:lnTo>
                    <a:pt x="8576996" y="2555403"/>
                  </a:lnTo>
                  <a:lnTo>
                    <a:pt x="8605051" y="2440280"/>
                  </a:lnTo>
                  <a:lnTo>
                    <a:pt x="8633111" y="2324908"/>
                  </a:lnTo>
                  <a:lnTo>
                    <a:pt x="8661164" y="2209821"/>
                  </a:lnTo>
                  <a:lnTo>
                    <a:pt x="8689200" y="2095546"/>
                  </a:lnTo>
                  <a:lnTo>
                    <a:pt x="8717208" y="1982597"/>
                  </a:lnTo>
                  <a:lnTo>
                    <a:pt x="8745182" y="1871460"/>
                  </a:lnTo>
                  <a:lnTo>
                    <a:pt x="8773124" y="1762591"/>
                  </a:lnTo>
                  <a:lnTo>
                    <a:pt x="8801037" y="1656401"/>
                  </a:lnTo>
                  <a:lnTo>
                    <a:pt x="8828935" y="1553258"/>
                  </a:lnTo>
                  <a:lnTo>
                    <a:pt x="8856841" y="1453478"/>
                  </a:lnTo>
                  <a:lnTo>
                    <a:pt x="8884786" y="1357321"/>
                  </a:lnTo>
                  <a:lnTo>
                    <a:pt x="8912814" y="1264996"/>
                  </a:lnTo>
                  <a:lnTo>
                    <a:pt x="8940979" y="1176655"/>
                  </a:lnTo>
                  <a:lnTo>
                    <a:pt x="8969350" y="1092396"/>
                  </a:lnTo>
                  <a:lnTo>
                    <a:pt x="8998012" y="1012268"/>
                  </a:lnTo>
                  <a:lnTo>
                    <a:pt x="9027065" y="936271"/>
                  </a:lnTo>
                  <a:lnTo>
                    <a:pt x="9056629" y="864363"/>
                  </a:lnTo>
                  <a:lnTo>
                    <a:pt x="9084767" y="800953"/>
                  </a:lnTo>
                  <a:lnTo>
                    <a:pt x="9127269" y="714287"/>
                  </a:lnTo>
                  <a:lnTo>
                    <a:pt x="9171734" y="635002"/>
                  </a:lnTo>
                  <a:lnTo>
                    <a:pt x="9218700" y="562849"/>
                  </a:lnTo>
                  <a:lnTo>
                    <a:pt x="9268759" y="497338"/>
                  </a:lnTo>
                  <a:lnTo>
                    <a:pt x="9322525" y="437877"/>
                  </a:lnTo>
                  <a:lnTo>
                    <a:pt x="9380604" y="383850"/>
                  </a:lnTo>
                  <a:lnTo>
                    <a:pt x="9443553" y="334678"/>
                  </a:lnTo>
                  <a:lnTo>
                    <a:pt x="9511830" y="289843"/>
                  </a:lnTo>
                  <a:lnTo>
                    <a:pt x="9585727" y="248914"/>
                  </a:lnTo>
                  <a:lnTo>
                    <a:pt x="9665283" y="211553"/>
                  </a:lnTo>
                  <a:lnTo>
                    <a:pt x="9750179" y="177520"/>
                  </a:lnTo>
                  <a:lnTo>
                    <a:pt x="9839626" y="146677"/>
                  </a:lnTo>
                  <a:lnTo>
                    <a:pt x="9932264" y="118971"/>
                  </a:lnTo>
                  <a:lnTo>
                    <a:pt x="10026107" y="94424"/>
                  </a:lnTo>
                  <a:lnTo>
                    <a:pt x="10118565" y="73097"/>
                  </a:lnTo>
                  <a:lnTo>
                    <a:pt x="10206593" y="55053"/>
                  </a:lnTo>
                  <a:lnTo>
                    <a:pt x="10286980" y="40306"/>
                  </a:lnTo>
                  <a:lnTo>
                    <a:pt x="10356751" y="28781"/>
                  </a:lnTo>
                  <a:lnTo>
                    <a:pt x="10413625" y="20277"/>
                  </a:lnTo>
                  <a:lnTo>
                    <a:pt x="10456411" y="14462"/>
                  </a:lnTo>
                  <a:lnTo>
                    <a:pt x="10485262" y="10884"/>
                  </a:lnTo>
                  <a:lnTo>
                    <a:pt x="10501722" y="9016"/>
                  </a:lnTo>
                  <a:lnTo>
                    <a:pt x="10508623" y="8297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9015" y="85"/>
                  </a:lnTo>
                  <a:lnTo>
                    <a:pt x="10503096" y="695"/>
                  </a:lnTo>
                  <a:lnTo>
                    <a:pt x="10488074" y="2381"/>
                  </a:lnTo>
                  <a:lnTo>
                    <a:pt x="10460964" y="5703"/>
                  </a:lnTo>
                  <a:lnTo>
                    <a:pt x="10420042" y="11198"/>
                  </a:lnTo>
                  <a:lnTo>
                    <a:pt x="10364972" y="19328"/>
                  </a:lnTo>
                  <a:lnTo>
                    <a:pt x="10296780" y="30443"/>
                  </a:lnTo>
                  <a:lnTo>
                    <a:pt x="10217625" y="44761"/>
                  </a:lnTo>
                  <a:lnTo>
                    <a:pt x="10130415" y="62373"/>
                  </a:lnTo>
                  <a:lnTo>
                    <a:pt x="10038357" y="83273"/>
                  </a:lnTo>
                  <a:lnTo>
                    <a:pt x="9944537" y="107402"/>
                  </a:lnTo>
                  <a:lnTo>
                    <a:pt x="9851614" y="134697"/>
                  </a:lnTo>
                  <a:lnTo>
                    <a:pt x="9761659" y="165128"/>
                  </a:lnTo>
                  <a:lnTo>
                    <a:pt x="9676111" y="198737"/>
                  </a:lnTo>
                  <a:lnTo>
                    <a:pt x="9595828" y="235651"/>
                  </a:lnTo>
                  <a:lnTo>
                    <a:pt x="9521185" y="276095"/>
                  </a:lnTo>
                  <a:lnTo>
                    <a:pt x="9452184" y="320396"/>
                  </a:lnTo>
                  <a:lnTo>
                    <a:pt x="9388561" y="368972"/>
                  </a:lnTo>
                  <a:lnTo>
                    <a:pt x="9329874" y="422331"/>
                  </a:lnTo>
                  <a:lnTo>
                    <a:pt x="9275577" y="481046"/>
                  </a:lnTo>
                  <a:lnTo>
                    <a:pt x="9225068" y="545730"/>
                  </a:lnTo>
                  <a:lnTo>
                    <a:pt x="9177731" y="616982"/>
                  </a:lnTo>
                  <a:lnTo>
                    <a:pt x="9132971" y="695311"/>
                  </a:lnTo>
                  <a:lnTo>
                    <a:pt x="9090239" y="781009"/>
                  </a:lnTo>
                  <a:lnTo>
                    <a:pt x="9084767" y="792780"/>
                  </a:lnTo>
                  <a:lnTo>
                    <a:pt x="9054599" y="860952"/>
                  </a:lnTo>
                  <a:lnTo>
                    <a:pt x="9025075" y="933136"/>
                  </a:lnTo>
                  <a:lnTo>
                    <a:pt x="8996052" y="1009412"/>
                  </a:lnTo>
                  <a:lnTo>
                    <a:pt x="8967413" y="1089822"/>
                  </a:lnTo>
                  <a:lnTo>
                    <a:pt x="8939058" y="1174360"/>
                  </a:lnTo>
                  <a:lnTo>
                    <a:pt x="8910904" y="1262976"/>
                  </a:lnTo>
                  <a:lnTo>
                    <a:pt x="8882884" y="1355568"/>
                  </a:lnTo>
                  <a:lnTo>
                    <a:pt x="8854942" y="1451978"/>
                  </a:lnTo>
                  <a:lnTo>
                    <a:pt x="8827038" y="1551996"/>
                  </a:lnTo>
                  <a:lnTo>
                    <a:pt x="8799139" y="1655356"/>
                  </a:lnTo>
                  <a:lnTo>
                    <a:pt x="8771225" y="1761741"/>
                  </a:lnTo>
                  <a:lnTo>
                    <a:pt x="8743281" y="1870778"/>
                  </a:lnTo>
                  <a:lnTo>
                    <a:pt x="8715304" y="1982052"/>
                  </a:lnTo>
                  <a:lnTo>
                    <a:pt x="8687294" y="2095107"/>
                  </a:lnTo>
                  <a:lnTo>
                    <a:pt x="8659257" y="2209454"/>
                  </a:lnTo>
                  <a:lnTo>
                    <a:pt x="8631203" y="2324577"/>
                  </a:lnTo>
                  <a:lnTo>
                    <a:pt x="8603143" y="2439949"/>
                  </a:lnTo>
                  <a:lnTo>
                    <a:pt x="8575089" y="2555036"/>
                  </a:lnTo>
                  <a:lnTo>
                    <a:pt x="8547054" y="2669311"/>
                  </a:lnTo>
                  <a:lnTo>
                    <a:pt x="8519046" y="2782260"/>
                  </a:lnTo>
                  <a:lnTo>
                    <a:pt x="8491071" y="2893397"/>
                  </a:lnTo>
                  <a:lnTo>
                    <a:pt x="8463130" y="3002266"/>
                  </a:lnTo>
                  <a:lnTo>
                    <a:pt x="8435217" y="3108456"/>
                  </a:lnTo>
                  <a:lnTo>
                    <a:pt x="8407318" y="3211599"/>
                  </a:lnTo>
                  <a:lnTo>
                    <a:pt x="8379412" y="3311379"/>
                  </a:lnTo>
                  <a:lnTo>
                    <a:pt x="8351467" y="3407536"/>
                  </a:lnTo>
                  <a:lnTo>
                    <a:pt x="8323440" y="3499861"/>
                  </a:lnTo>
                  <a:lnTo>
                    <a:pt x="8295274" y="3588202"/>
                  </a:lnTo>
                  <a:lnTo>
                    <a:pt x="8266903" y="3672461"/>
                  </a:lnTo>
                  <a:lnTo>
                    <a:pt x="8238241" y="3752589"/>
                  </a:lnTo>
                  <a:lnTo>
                    <a:pt x="8209188" y="3828586"/>
                  </a:lnTo>
                  <a:lnTo>
                    <a:pt x="8179625" y="3900494"/>
                  </a:lnTo>
                  <a:lnTo>
                    <a:pt x="8151487" y="3963904"/>
                  </a:lnTo>
                  <a:lnTo>
                    <a:pt x="8108984" y="4050570"/>
                  </a:lnTo>
                  <a:lnTo>
                    <a:pt x="8064519" y="4129855"/>
                  </a:lnTo>
                  <a:lnTo>
                    <a:pt x="8017553" y="4202008"/>
                  </a:lnTo>
                  <a:lnTo>
                    <a:pt x="7967494" y="4267519"/>
                  </a:lnTo>
                  <a:lnTo>
                    <a:pt x="7913728" y="4326981"/>
                  </a:lnTo>
                  <a:lnTo>
                    <a:pt x="7855649" y="4381007"/>
                  </a:lnTo>
                  <a:lnTo>
                    <a:pt x="7792700" y="4430179"/>
                  </a:lnTo>
                  <a:lnTo>
                    <a:pt x="7724423" y="4475014"/>
                  </a:lnTo>
                  <a:lnTo>
                    <a:pt x="7650526" y="4515943"/>
                  </a:lnTo>
                  <a:lnTo>
                    <a:pt x="7570970" y="4553304"/>
                  </a:lnTo>
                  <a:lnTo>
                    <a:pt x="7486074" y="4587337"/>
                  </a:lnTo>
                  <a:lnTo>
                    <a:pt x="7396627" y="4618180"/>
                  </a:lnTo>
                  <a:lnTo>
                    <a:pt x="7303989" y="4645886"/>
                  </a:lnTo>
                  <a:lnTo>
                    <a:pt x="7210146" y="4670433"/>
                  </a:lnTo>
                  <a:lnTo>
                    <a:pt x="7117689" y="4691760"/>
                  </a:lnTo>
                  <a:lnTo>
                    <a:pt x="7029660" y="4709805"/>
                  </a:lnTo>
                  <a:lnTo>
                    <a:pt x="6949274" y="4724551"/>
                  </a:lnTo>
                  <a:lnTo>
                    <a:pt x="6879502" y="4736076"/>
                  </a:lnTo>
                  <a:lnTo>
                    <a:pt x="6822628" y="4744580"/>
                  </a:lnTo>
                  <a:lnTo>
                    <a:pt x="6779842" y="4750395"/>
                  </a:lnTo>
                  <a:lnTo>
                    <a:pt x="6750991" y="4753973"/>
                  </a:lnTo>
                  <a:lnTo>
                    <a:pt x="6734531" y="4755841"/>
                  </a:lnTo>
                  <a:lnTo>
                    <a:pt x="6727630" y="4756560"/>
                  </a:lnTo>
                  <a:lnTo>
                    <a:pt x="6726343" y="4756685"/>
                  </a:lnTo>
                  <a:lnTo>
                    <a:pt x="5254955" y="4756685"/>
                  </a:lnTo>
                  <a:lnTo>
                    <a:pt x="5253751" y="4756644"/>
                  </a:lnTo>
                  <a:lnTo>
                    <a:pt x="5245844" y="4756354"/>
                  </a:lnTo>
                  <a:lnTo>
                    <a:pt x="5225946" y="4755552"/>
                  </a:lnTo>
                  <a:lnTo>
                    <a:pt x="5190458" y="4753975"/>
                  </a:lnTo>
                  <a:lnTo>
                    <a:pt x="5137735" y="4751378"/>
                  </a:lnTo>
                  <a:lnTo>
                    <a:pt x="5068214" y="4747568"/>
                  </a:lnTo>
                  <a:lnTo>
                    <a:pt x="4984211" y="4742414"/>
                  </a:lnTo>
                  <a:lnTo>
                    <a:pt x="4889387" y="4735855"/>
                  </a:lnTo>
                  <a:lnTo>
                    <a:pt x="4788026" y="4727885"/>
                  </a:lnTo>
                  <a:lnTo>
                    <a:pt x="4684323" y="4718531"/>
                  </a:lnTo>
                  <a:lnTo>
                    <a:pt x="4581866" y="4707821"/>
                  </a:lnTo>
                  <a:lnTo>
                    <a:pt x="4483358" y="4695766"/>
                  </a:lnTo>
                  <a:lnTo>
                    <a:pt x="4390571" y="4682338"/>
                  </a:lnTo>
                  <a:lnTo>
                    <a:pt x="4304442" y="4667462"/>
                  </a:lnTo>
                  <a:lnTo>
                    <a:pt x="4225250" y="4651011"/>
                  </a:lnTo>
                  <a:lnTo>
                    <a:pt x="4152793" y="4632807"/>
                  </a:lnTo>
                  <a:lnTo>
                    <a:pt x="4086552" y="4612624"/>
                  </a:lnTo>
                  <a:lnTo>
                    <a:pt x="4025820" y="4590198"/>
                  </a:lnTo>
                  <a:lnTo>
                    <a:pt x="3969791" y="4565241"/>
                  </a:lnTo>
                  <a:lnTo>
                    <a:pt x="3917636" y="4537469"/>
                  </a:lnTo>
                  <a:lnTo>
                    <a:pt x="3868553" y="4506646"/>
                  </a:lnTo>
                  <a:lnTo>
                    <a:pt x="3829811" y="4478803"/>
                  </a:lnTo>
                  <a:lnTo>
                    <a:pt x="3784540" y="4442203"/>
                  </a:lnTo>
                  <a:lnTo>
                    <a:pt x="3740569" y="4402366"/>
                  </a:lnTo>
                  <a:lnTo>
                    <a:pt x="3697471" y="4359234"/>
                  </a:lnTo>
                  <a:lnTo>
                    <a:pt x="3654920" y="4312827"/>
                  </a:lnTo>
                  <a:lnTo>
                    <a:pt x="3612671" y="4263255"/>
                  </a:lnTo>
                  <a:lnTo>
                    <a:pt x="3570549" y="4210724"/>
                  </a:lnTo>
                  <a:lnTo>
                    <a:pt x="3528440" y="4155543"/>
                  </a:lnTo>
                  <a:lnTo>
                    <a:pt x="3486277" y="4098115"/>
                  </a:lnTo>
                  <a:lnTo>
                    <a:pt x="3444038" y="4038929"/>
                  </a:lnTo>
                  <a:lnTo>
                    <a:pt x="3401733" y="3978549"/>
                  </a:lnTo>
                  <a:lnTo>
                    <a:pt x="3359390" y="3917589"/>
                  </a:lnTo>
                  <a:lnTo>
                    <a:pt x="3317051" y="3856685"/>
                  </a:lnTo>
                  <a:lnTo>
                    <a:pt x="3274756" y="3796475"/>
                  </a:lnTo>
                  <a:lnTo>
                    <a:pt x="3232531" y="3737563"/>
                  </a:lnTo>
                  <a:lnTo>
                    <a:pt x="3190380" y="3680503"/>
                  </a:lnTo>
                  <a:lnTo>
                    <a:pt x="3148274" y="3625768"/>
                  </a:lnTo>
                  <a:lnTo>
                    <a:pt x="3106140" y="3573746"/>
                  </a:lnTo>
                  <a:lnTo>
                    <a:pt x="3063852" y="3524727"/>
                  </a:lnTo>
                  <a:lnTo>
                    <a:pt x="3021223" y="3478899"/>
                  </a:lnTo>
                  <a:lnTo>
                    <a:pt x="2977996" y="3436356"/>
                  </a:lnTo>
                  <a:lnTo>
                    <a:pt x="2933827" y="3397105"/>
                  </a:lnTo>
                  <a:lnTo>
                    <a:pt x="2896531" y="3367275"/>
                  </a:lnTo>
                  <a:lnTo>
                    <a:pt x="2849434" y="3333840"/>
                  </a:lnTo>
                  <a:lnTo>
                    <a:pt x="2799871" y="3303561"/>
                  </a:lnTo>
                  <a:lnTo>
                    <a:pt x="2747101" y="3276298"/>
                  </a:lnTo>
                  <a:lnTo>
                    <a:pt x="2690314" y="3251802"/>
                  </a:lnTo>
                  <a:lnTo>
                    <a:pt x="2628678" y="3229787"/>
                  </a:lnTo>
                  <a:lnTo>
                    <a:pt x="2561403" y="3209967"/>
                  </a:lnTo>
                  <a:lnTo>
                    <a:pt x="2487803" y="3192083"/>
                  </a:lnTo>
                  <a:lnTo>
                    <a:pt x="2407407" y="3175917"/>
                  </a:lnTo>
                  <a:lnTo>
                    <a:pt x="2320084" y="3161301"/>
                  </a:lnTo>
                  <a:lnTo>
                    <a:pt x="2226212" y="3148116"/>
                  </a:lnTo>
                  <a:lnTo>
                    <a:pt x="2126864" y="3136296"/>
                  </a:lnTo>
                  <a:lnTo>
                    <a:pt x="2023969" y="3125820"/>
                  </a:lnTo>
                  <a:lnTo>
                    <a:pt x="1920394" y="3116704"/>
                  </a:lnTo>
                  <a:lnTo>
                    <a:pt x="1819858" y="3108979"/>
                  </a:lnTo>
                  <a:lnTo>
                    <a:pt x="1726618" y="3102666"/>
                  </a:lnTo>
                  <a:lnTo>
                    <a:pt x="1644901" y="3097752"/>
                  </a:lnTo>
                  <a:lnTo>
                    <a:pt x="1578185" y="3094165"/>
                  </a:lnTo>
                  <a:lnTo>
                    <a:pt x="1528488" y="3091761"/>
                  </a:lnTo>
                  <a:lnTo>
                    <a:pt x="1495890" y="3090337"/>
                  </a:lnTo>
                  <a:lnTo>
                    <a:pt x="1478389" y="3089644"/>
                  </a:lnTo>
                  <a:lnTo>
                    <a:pt x="1472072" y="3089416"/>
                  </a:lnTo>
                  <a:lnTo>
                    <a:pt x="1471387" y="3089393"/>
                  </a:lnTo>
                  <a:lnTo>
                    <a:pt x="0" y="3089393"/>
                  </a:lnTo>
                  <a:close/>
                </a:path>
              </a:pathLst>
            </a:custGeom>
            <a:solidFill>
              <a:srgbClr val="F28E5B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963" name="pl963"/>
            <p:cNvSpPr/>
            <p:nvPr/>
          </p:nvSpPr>
          <p:spPr>
            <a:xfrm>
              <a:off x="4799595" y="4873521"/>
              <a:ext cx="11981298" cy="4756685"/>
            </a:xfrm>
            <a:custGeom>
              <a:avLst/>
              <a:pathLst>
                <a:path w="11981298" h="4756685">
                  <a:moveTo>
                    <a:pt x="0" y="3089393"/>
                  </a:moveTo>
                  <a:lnTo>
                    <a:pt x="1471387" y="3089393"/>
                  </a:lnTo>
                  <a:lnTo>
                    <a:pt x="1472591" y="3089434"/>
                  </a:lnTo>
                  <a:lnTo>
                    <a:pt x="1480498" y="3089724"/>
                  </a:lnTo>
                  <a:lnTo>
                    <a:pt x="1500396" y="3090525"/>
                  </a:lnTo>
                  <a:lnTo>
                    <a:pt x="1535884" y="3092103"/>
                  </a:lnTo>
                  <a:lnTo>
                    <a:pt x="1588607" y="3094699"/>
                  </a:lnTo>
                  <a:lnTo>
                    <a:pt x="1658128" y="3098509"/>
                  </a:lnTo>
                  <a:lnTo>
                    <a:pt x="1742131" y="3103663"/>
                  </a:lnTo>
                  <a:lnTo>
                    <a:pt x="1836955" y="3110222"/>
                  </a:lnTo>
                  <a:lnTo>
                    <a:pt x="1938316" y="3118192"/>
                  </a:lnTo>
                  <a:lnTo>
                    <a:pt x="2042019" y="3127547"/>
                  </a:lnTo>
                  <a:lnTo>
                    <a:pt x="2144476" y="3138257"/>
                  </a:lnTo>
                  <a:lnTo>
                    <a:pt x="2242984" y="3150312"/>
                  </a:lnTo>
                  <a:lnTo>
                    <a:pt x="2335771" y="3163740"/>
                  </a:lnTo>
                  <a:lnTo>
                    <a:pt x="2421900" y="3178616"/>
                  </a:lnTo>
                  <a:lnTo>
                    <a:pt x="2501092" y="3195066"/>
                  </a:lnTo>
                  <a:lnTo>
                    <a:pt x="2573549" y="3213270"/>
                  </a:lnTo>
                  <a:lnTo>
                    <a:pt x="2639790" y="3233453"/>
                  </a:lnTo>
                  <a:lnTo>
                    <a:pt x="2700523" y="3255879"/>
                  </a:lnTo>
                  <a:lnTo>
                    <a:pt x="2756551" y="3280836"/>
                  </a:lnTo>
                  <a:lnTo>
                    <a:pt x="2808706" y="3308609"/>
                  </a:lnTo>
                  <a:lnTo>
                    <a:pt x="2857789" y="3339431"/>
                  </a:lnTo>
                  <a:lnTo>
                    <a:pt x="2896531" y="3367275"/>
                  </a:lnTo>
                  <a:lnTo>
                    <a:pt x="2941802" y="3403875"/>
                  </a:lnTo>
                  <a:lnTo>
                    <a:pt x="2985773" y="3443711"/>
                  </a:lnTo>
                  <a:lnTo>
                    <a:pt x="3028871" y="3486843"/>
                  </a:lnTo>
                  <a:lnTo>
                    <a:pt x="3071422" y="3533250"/>
                  </a:lnTo>
                  <a:lnTo>
                    <a:pt x="3113671" y="3582823"/>
                  </a:lnTo>
                  <a:lnTo>
                    <a:pt x="3155793" y="3635353"/>
                  </a:lnTo>
                  <a:lnTo>
                    <a:pt x="3197903" y="3690534"/>
                  </a:lnTo>
                  <a:lnTo>
                    <a:pt x="3240065" y="3747963"/>
                  </a:lnTo>
                  <a:lnTo>
                    <a:pt x="3282304" y="3807148"/>
                  </a:lnTo>
                  <a:lnTo>
                    <a:pt x="3324609" y="3867528"/>
                  </a:lnTo>
                  <a:lnTo>
                    <a:pt x="3366952" y="3928489"/>
                  </a:lnTo>
                  <a:lnTo>
                    <a:pt x="3409291" y="3989392"/>
                  </a:lnTo>
                  <a:lnTo>
                    <a:pt x="3451587" y="4049603"/>
                  </a:lnTo>
                  <a:lnTo>
                    <a:pt x="3493811" y="4108514"/>
                  </a:lnTo>
                  <a:lnTo>
                    <a:pt x="3535962" y="4165575"/>
                  </a:lnTo>
                  <a:lnTo>
                    <a:pt x="3578068" y="4220309"/>
                  </a:lnTo>
                  <a:lnTo>
                    <a:pt x="3620202" y="4272331"/>
                  </a:lnTo>
                  <a:lnTo>
                    <a:pt x="3662490" y="4321351"/>
                  </a:lnTo>
                  <a:lnTo>
                    <a:pt x="3705119" y="4367178"/>
                  </a:lnTo>
                  <a:lnTo>
                    <a:pt x="3748346" y="4409721"/>
                  </a:lnTo>
                  <a:lnTo>
                    <a:pt x="3792515" y="4448973"/>
                  </a:lnTo>
                  <a:lnTo>
                    <a:pt x="3829811" y="4478803"/>
                  </a:lnTo>
                  <a:lnTo>
                    <a:pt x="3876908" y="4512237"/>
                  </a:lnTo>
                  <a:lnTo>
                    <a:pt x="3926471" y="4542516"/>
                  </a:lnTo>
                  <a:lnTo>
                    <a:pt x="3979241" y="4569780"/>
                  </a:lnTo>
                  <a:lnTo>
                    <a:pt x="4036028" y="4594275"/>
                  </a:lnTo>
                  <a:lnTo>
                    <a:pt x="4097664" y="4616290"/>
                  </a:lnTo>
                  <a:lnTo>
                    <a:pt x="4164940" y="4636111"/>
                  </a:lnTo>
                  <a:lnTo>
                    <a:pt x="4238539" y="4653995"/>
                  </a:lnTo>
                  <a:lnTo>
                    <a:pt x="4318935" y="4670160"/>
                  </a:lnTo>
                  <a:lnTo>
                    <a:pt x="4406258" y="4684776"/>
                  </a:lnTo>
                  <a:lnTo>
                    <a:pt x="4500130" y="4697961"/>
                  </a:lnTo>
                  <a:lnTo>
                    <a:pt x="4599478" y="4709781"/>
                  </a:lnTo>
                  <a:lnTo>
                    <a:pt x="4702373" y="4720257"/>
                  </a:lnTo>
                  <a:lnTo>
                    <a:pt x="4805948" y="4729373"/>
                  </a:lnTo>
                  <a:lnTo>
                    <a:pt x="4906484" y="4737099"/>
                  </a:lnTo>
                  <a:lnTo>
                    <a:pt x="4999724" y="4743411"/>
                  </a:lnTo>
                  <a:lnTo>
                    <a:pt x="5081441" y="4748325"/>
                  </a:lnTo>
                  <a:lnTo>
                    <a:pt x="5148157" y="4751913"/>
                  </a:lnTo>
                  <a:lnTo>
                    <a:pt x="5197854" y="4754316"/>
                  </a:lnTo>
                  <a:lnTo>
                    <a:pt x="5230453" y="4755740"/>
                  </a:lnTo>
                  <a:lnTo>
                    <a:pt x="5247953" y="4756434"/>
                  </a:lnTo>
                  <a:lnTo>
                    <a:pt x="5254270" y="4756662"/>
                  </a:lnTo>
                  <a:lnTo>
                    <a:pt x="5254955" y="4756685"/>
                  </a:lnTo>
                  <a:lnTo>
                    <a:pt x="6726343" y="4756685"/>
                  </a:lnTo>
                  <a:lnTo>
                    <a:pt x="6727238" y="4756599"/>
                  </a:lnTo>
                  <a:lnTo>
                    <a:pt x="6733157" y="4755989"/>
                  </a:lnTo>
                  <a:lnTo>
                    <a:pt x="6748179" y="4754303"/>
                  </a:lnTo>
                  <a:lnTo>
                    <a:pt x="6775289" y="4750981"/>
                  </a:lnTo>
                  <a:lnTo>
                    <a:pt x="6816211" y="4745486"/>
                  </a:lnTo>
                  <a:lnTo>
                    <a:pt x="6871281" y="4737356"/>
                  </a:lnTo>
                  <a:lnTo>
                    <a:pt x="6939473" y="4726241"/>
                  </a:lnTo>
                  <a:lnTo>
                    <a:pt x="7018628" y="4711923"/>
                  </a:lnTo>
                  <a:lnTo>
                    <a:pt x="7105838" y="4694311"/>
                  </a:lnTo>
                  <a:lnTo>
                    <a:pt x="7197896" y="4673411"/>
                  </a:lnTo>
                  <a:lnTo>
                    <a:pt x="7291716" y="4649282"/>
                  </a:lnTo>
                  <a:lnTo>
                    <a:pt x="7384639" y="4621987"/>
                  </a:lnTo>
                  <a:lnTo>
                    <a:pt x="7474594" y="4591556"/>
                  </a:lnTo>
                  <a:lnTo>
                    <a:pt x="7560143" y="4557947"/>
                  </a:lnTo>
                  <a:lnTo>
                    <a:pt x="7640425" y="4521033"/>
                  </a:lnTo>
                  <a:lnTo>
                    <a:pt x="7715068" y="4480589"/>
                  </a:lnTo>
                  <a:lnTo>
                    <a:pt x="7784069" y="4436288"/>
                  </a:lnTo>
                  <a:lnTo>
                    <a:pt x="7847692" y="4387712"/>
                  </a:lnTo>
                  <a:lnTo>
                    <a:pt x="7906379" y="4334353"/>
                  </a:lnTo>
                  <a:lnTo>
                    <a:pt x="7960676" y="4275638"/>
                  </a:lnTo>
                  <a:lnTo>
                    <a:pt x="8011186" y="4210954"/>
                  </a:lnTo>
                  <a:lnTo>
                    <a:pt x="8058522" y="4139702"/>
                  </a:lnTo>
                  <a:lnTo>
                    <a:pt x="8103283" y="4061373"/>
                  </a:lnTo>
                  <a:lnTo>
                    <a:pt x="8146014" y="3975675"/>
                  </a:lnTo>
                  <a:lnTo>
                    <a:pt x="8151487" y="3963904"/>
                  </a:lnTo>
                  <a:lnTo>
                    <a:pt x="8181654" y="3895732"/>
                  </a:lnTo>
                  <a:lnTo>
                    <a:pt x="8211179" y="3823548"/>
                  </a:lnTo>
                  <a:lnTo>
                    <a:pt x="8240201" y="3747272"/>
                  </a:lnTo>
                  <a:lnTo>
                    <a:pt x="8268840" y="3666862"/>
                  </a:lnTo>
                  <a:lnTo>
                    <a:pt x="8297195" y="3582324"/>
                  </a:lnTo>
                  <a:lnTo>
                    <a:pt x="8325349" y="3493708"/>
                  </a:lnTo>
                  <a:lnTo>
                    <a:pt x="8353370" y="3401117"/>
                  </a:lnTo>
                  <a:lnTo>
                    <a:pt x="8381311" y="3304706"/>
                  </a:lnTo>
                  <a:lnTo>
                    <a:pt x="8409215" y="3204688"/>
                  </a:lnTo>
                  <a:lnTo>
                    <a:pt x="8437114" y="3101328"/>
                  </a:lnTo>
                  <a:lnTo>
                    <a:pt x="8465029" y="2994944"/>
                  </a:lnTo>
                  <a:lnTo>
                    <a:pt x="8492972" y="2885906"/>
                  </a:lnTo>
                  <a:lnTo>
                    <a:pt x="8520949" y="2774632"/>
                  </a:lnTo>
                  <a:lnTo>
                    <a:pt x="8548959" y="2661577"/>
                  </a:lnTo>
                  <a:lnTo>
                    <a:pt x="8576996" y="2547230"/>
                  </a:lnTo>
                  <a:lnTo>
                    <a:pt x="8605051" y="2432107"/>
                  </a:lnTo>
                  <a:lnTo>
                    <a:pt x="8633111" y="2316735"/>
                  </a:lnTo>
                  <a:lnTo>
                    <a:pt x="8661164" y="2201648"/>
                  </a:lnTo>
                  <a:lnTo>
                    <a:pt x="8689200" y="2087373"/>
                  </a:lnTo>
                  <a:lnTo>
                    <a:pt x="8717208" y="1974424"/>
                  </a:lnTo>
                  <a:lnTo>
                    <a:pt x="8745182" y="1863287"/>
                  </a:lnTo>
                  <a:lnTo>
                    <a:pt x="8773124" y="1754418"/>
                  </a:lnTo>
                  <a:lnTo>
                    <a:pt x="8801037" y="1648228"/>
                  </a:lnTo>
                  <a:lnTo>
                    <a:pt x="8828935" y="1545085"/>
                  </a:lnTo>
                  <a:lnTo>
                    <a:pt x="8856841" y="1445305"/>
                  </a:lnTo>
                  <a:lnTo>
                    <a:pt x="8884786" y="1349148"/>
                  </a:lnTo>
                  <a:lnTo>
                    <a:pt x="8912814" y="1256823"/>
                  </a:lnTo>
                  <a:lnTo>
                    <a:pt x="8940979" y="1168482"/>
                  </a:lnTo>
                  <a:lnTo>
                    <a:pt x="8969350" y="1084223"/>
                  </a:lnTo>
                  <a:lnTo>
                    <a:pt x="8998012" y="1004095"/>
                  </a:lnTo>
                  <a:lnTo>
                    <a:pt x="9027065" y="928098"/>
                  </a:lnTo>
                  <a:lnTo>
                    <a:pt x="9056629" y="856190"/>
                  </a:lnTo>
                  <a:lnTo>
                    <a:pt x="9084767" y="792780"/>
                  </a:lnTo>
                  <a:lnTo>
                    <a:pt x="9127269" y="706114"/>
                  </a:lnTo>
                  <a:lnTo>
                    <a:pt x="9171734" y="626829"/>
                  </a:lnTo>
                  <a:lnTo>
                    <a:pt x="9218700" y="554676"/>
                  </a:lnTo>
                  <a:lnTo>
                    <a:pt x="9268759" y="489165"/>
                  </a:lnTo>
                  <a:lnTo>
                    <a:pt x="9322525" y="429704"/>
                  </a:lnTo>
                  <a:lnTo>
                    <a:pt x="9380604" y="375677"/>
                  </a:lnTo>
                  <a:lnTo>
                    <a:pt x="9443553" y="326505"/>
                  </a:lnTo>
                  <a:lnTo>
                    <a:pt x="9511830" y="281670"/>
                  </a:lnTo>
                  <a:lnTo>
                    <a:pt x="9585727" y="240741"/>
                  </a:lnTo>
                  <a:lnTo>
                    <a:pt x="9665283" y="203380"/>
                  </a:lnTo>
                  <a:lnTo>
                    <a:pt x="9750179" y="169347"/>
                  </a:lnTo>
                  <a:lnTo>
                    <a:pt x="9839626" y="138504"/>
                  </a:lnTo>
                  <a:lnTo>
                    <a:pt x="9932264" y="110798"/>
                  </a:lnTo>
                  <a:lnTo>
                    <a:pt x="10026107" y="86251"/>
                  </a:lnTo>
                  <a:lnTo>
                    <a:pt x="10118565" y="64924"/>
                  </a:lnTo>
                  <a:lnTo>
                    <a:pt x="10206593" y="46880"/>
                  </a:lnTo>
                  <a:lnTo>
                    <a:pt x="10286980" y="32133"/>
                  </a:lnTo>
                  <a:lnTo>
                    <a:pt x="10356751" y="20608"/>
                  </a:lnTo>
                  <a:lnTo>
                    <a:pt x="10413625" y="12104"/>
                  </a:lnTo>
                  <a:lnTo>
                    <a:pt x="10456411" y="6289"/>
                  </a:lnTo>
                  <a:lnTo>
                    <a:pt x="10485262" y="2711"/>
                  </a:lnTo>
                  <a:lnTo>
                    <a:pt x="10501722" y="843"/>
                  </a:lnTo>
                  <a:lnTo>
                    <a:pt x="10508623" y="124"/>
                  </a:lnTo>
                  <a:lnTo>
                    <a:pt x="10509909" y="0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64" name="pl964"/>
            <p:cNvSpPr/>
            <p:nvPr/>
          </p:nvSpPr>
          <p:spPr>
            <a:xfrm>
              <a:off x="4799595" y="4865348"/>
              <a:ext cx="11981298" cy="4756685"/>
            </a:xfrm>
            <a:custGeom>
              <a:avLst/>
              <a:pathLst>
                <a:path w="11981298" h="4756685">
                  <a:moveTo>
                    <a:pt x="11981298" y="0"/>
                  </a:moveTo>
                  <a:lnTo>
                    <a:pt x="10509911" y="0"/>
                  </a:lnTo>
                  <a:lnTo>
                    <a:pt x="10509015" y="85"/>
                  </a:lnTo>
                  <a:lnTo>
                    <a:pt x="10503096" y="695"/>
                  </a:lnTo>
                  <a:lnTo>
                    <a:pt x="10488074" y="2381"/>
                  </a:lnTo>
                  <a:lnTo>
                    <a:pt x="10460964" y="5703"/>
                  </a:lnTo>
                  <a:lnTo>
                    <a:pt x="10420042" y="11198"/>
                  </a:lnTo>
                  <a:lnTo>
                    <a:pt x="10364972" y="19328"/>
                  </a:lnTo>
                  <a:lnTo>
                    <a:pt x="10296780" y="30443"/>
                  </a:lnTo>
                  <a:lnTo>
                    <a:pt x="10217625" y="44761"/>
                  </a:lnTo>
                  <a:lnTo>
                    <a:pt x="10130415" y="62373"/>
                  </a:lnTo>
                  <a:lnTo>
                    <a:pt x="10038357" y="83273"/>
                  </a:lnTo>
                  <a:lnTo>
                    <a:pt x="9944537" y="107402"/>
                  </a:lnTo>
                  <a:lnTo>
                    <a:pt x="9851614" y="134697"/>
                  </a:lnTo>
                  <a:lnTo>
                    <a:pt x="9761659" y="165128"/>
                  </a:lnTo>
                  <a:lnTo>
                    <a:pt x="9676111" y="198737"/>
                  </a:lnTo>
                  <a:lnTo>
                    <a:pt x="9595828" y="235651"/>
                  </a:lnTo>
                  <a:lnTo>
                    <a:pt x="9521185" y="276095"/>
                  </a:lnTo>
                  <a:lnTo>
                    <a:pt x="9452184" y="320396"/>
                  </a:lnTo>
                  <a:lnTo>
                    <a:pt x="9388561" y="368972"/>
                  </a:lnTo>
                  <a:lnTo>
                    <a:pt x="9329874" y="422331"/>
                  </a:lnTo>
                  <a:lnTo>
                    <a:pt x="9275577" y="481046"/>
                  </a:lnTo>
                  <a:lnTo>
                    <a:pt x="9225068" y="545730"/>
                  </a:lnTo>
                  <a:lnTo>
                    <a:pt x="9177731" y="616982"/>
                  </a:lnTo>
                  <a:lnTo>
                    <a:pt x="9132971" y="695311"/>
                  </a:lnTo>
                  <a:lnTo>
                    <a:pt x="9090239" y="781009"/>
                  </a:lnTo>
                  <a:lnTo>
                    <a:pt x="9084767" y="792780"/>
                  </a:lnTo>
                  <a:lnTo>
                    <a:pt x="9054599" y="860952"/>
                  </a:lnTo>
                  <a:lnTo>
                    <a:pt x="9025075" y="933136"/>
                  </a:lnTo>
                  <a:lnTo>
                    <a:pt x="8996052" y="1009412"/>
                  </a:lnTo>
                  <a:lnTo>
                    <a:pt x="8967413" y="1089822"/>
                  </a:lnTo>
                  <a:lnTo>
                    <a:pt x="8939058" y="1174360"/>
                  </a:lnTo>
                  <a:lnTo>
                    <a:pt x="8910904" y="1262976"/>
                  </a:lnTo>
                  <a:lnTo>
                    <a:pt x="8882884" y="1355568"/>
                  </a:lnTo>
                  <a:lnTo>
                    <a:pt x="8854942" y="1451978"/>
                  </a:lnTo>
                  <a:lnTo>
                    <a:pt x="8827038" y="1551996"/>
                  </a:lnTo>
                  <a:lnTo>
                    <a:pt x="8799139" y="1655356"/>
                  </a:lnTo>
                  <a:lnTo>
                    <a:pt x="8771225" y="1761741"/>
                  </a:lnTo>
                  <a:lnTo>
                    <a:pt x="8743281" y="1870778"/>
                  </a:lnTo>
                  <a:lnTo>
                    <a:pt x="8715304" y="1982052"/>
                  </a:lnTo>
                  <a:lnTo>
                    <a:pt x="8687294" y="2095107"/>
                  </a:lnTo>
                  <a:lnTo>
                    <a:pt x="8659257" y="2209454"/>
                  </a:lnTo>
                  <a:lnTo>
                    <a:pt x="8631203" y="2324577"/>
                  </a:lnTo>
                  <a:lnTo>
                    <a:pt x="8603143" y="2439949"/>
                  </a:lnTo>
                  <a:lnTo>
                    <a:pt x="8575089" y="2555036"/>
                  </a:lnTo>
                  <a:lnTo>
                    <a:pt x="8547054" y="2669311"/>
                  </a:lnTo>
                  <a:lnTo>
                    <a:pt x="8519046" y="2782260"/>
                  </a:lnTo>
                  <a:lnTo>
                    <a:pt x="8491071" y="2893397"/>
                  </a:lnTo>
                  <a:lnTo>
                    <a:pt x="8463130" y="3002266"/>
                  </a:lnTo>
                  <a:lnTo>
                    <a:pt x="8435217" y="3108456"/>
                  </a:lnTo>
                  <a:lnTo>
                    <a:pt x="8407318" y="3211599"/>
                  </a:lnTo>
                  <a:lnTo>
                    <a:pt x="8379412" y="3311379"/>
                  </a:lnTo>
                  <a:lnTo>
                    <a:pt x="8351467" y="3407536"/>
                  </a:lnTo>
                  <a:lnTo>
                    <a:pt x="8323440" y="3499861"/>
                  </a:lnTo>
                  <a:lnTo>
                    <a:pt x="8295274" y="3588202"/>
                  </a:lnTo>
                  <a:lnTo>
                    <a:pt x="8266903" y="3672461"/>
                  </a:lnTo>
                  <a:lnTo>
                    <a:pt x="8238241" y="3752589"/>
                  </a:lnTo>
                  <a:lnTo>
                    <a:pt x="8209188" y="3828586"/>
                  </a:lnTo>
                  <a:lnTo>
                    <a:pt x="8179625" y="3900494"/>
                  </a:lnTo>
                  <a:lnTo>
                    <a:pt x="8151487" y="3963904"/>
                  </a:lnTo>
                  <a:lnTo>
                    <a:pt x="8108984" y="4050570"/>
                  </a:lnTo>
                  <a:lnTo>
                    <a:pt x="8064519" y="4129855"/>
                  </a:lnTo>
                  <a:lnTo>
                    <a:pt x="8017553" y="4202008"/>
                  </a:lnTo>
                  <a:lnTo>
                    <a:pt x="7967494" y="4267519"/>
                  </a:lnTo>
                  <a:lnTo>
                    <a:pt x="7913728" y="4326981"/>
                  </a:lnTo>
                  <a:lnTo>
                    <a:pt x="7855649" y="4381007"/>
                  </a:lnTo>
                  <a:lnTo>
                    <a:pt x="7792700" y="4430179"/>
                  </a:lnTo>
                  <a:lnTo>
                    <a:pt x="7724423" y="4475014"/>
                  </a:lnTo>
                  <a:lnTo>
                    <a:pt x="7650526" y="4515943"/>
                  </a:lnTo>
                  <a:lnTo>
                    <a:pt x="7570970" y="4553304"/>
                  </a:lnTo>
                  <a:lnTo>
                    <a:pt x="7486074" y="4587337"/>
                  </a:lnTo>
                  <a:lnTo>
                    <a:pt x="7396627" y="4618180"/>
                  </a:lnTo>
                  <a:lnTo>
                    <a:pt x="7303989" y="4645886"/>
                  </a:lnTo>
                  <a:lnTo>
                    <a:pt x="7210146" y="4670433"/>
                  </a:lnTo>
                  <a:lnTo>
                    <a:pt x="7117689" y="4691760"/>
                  </a:lnTo>
                  <a:lnTo>
                    <a:pt x="7029660" y="4709805"/>
                  </a:lnTo>
                  <a:lnTo>
                    <a:pt x="6949274" y="4724551"/>
                  </a:lnTo>
                  <a:lnTo>
                    <a:pt x="6879502" y="4736076"/>
                  </a:lnTo>
                  <a:lnTo>
                    <a:pt x="6822628" y="4744580"/>
                  </a:lnTo>
                  <a:lnTo>
                    <a:pt x="6779842" y="4750395"/>
                  </a:lnTo>
                  <a:lnTo>
                    <a:pt x="6750991" y="4753973"/>
                  </a:lnTo>
                  <a:lnTo>
                    <a:pt x="6734531" y="4755841"/>
                  </a:lnTo>
                  <a:lnTo>
                    <a:pt x="6727630" y="4756560"/>
                  </a:lnTo>
                  <a:lnTo>
                    <a:pt x="6726345" y="4756684"/>
                  </a:lnTo>
                  <a:lnTo>
                    <a:pt x="6726343" y="4756685"/>
                  </a:lnTo>
                  <a:lnTo>
                    <a:pt x="5254955" y="4756685"/>
                  </a:lnTo>
                  <a:lnTo>
                    <a:pt x="5253751" y="4756644"/>
                  </a:lnTo>
                  <a:lnTo>
                    <a:pt x="5245844" y="4756354"/>
                  </a:lnTo>
                  <a:lnTo>
                    <a:pt x="5225946" y="4755552"/>
                  </a:lnTo>
                  <a:lnTo>
                    <a:pt x="5190458" y="4753975"/>
                  </a:lnTo>
                  <a:lnTo>
                    <a:pt x="5137735" y="4751378"/>
                  </a:lnTo>
                  <a:lnTo>
                    <a:pt x="5068214" y="4747568"/>
                  </a:lnTo>
                  <a:lnTo>
                    <a:pt x="4984211" y="4742414"/>
                  </a:lnTo>
                  <a:lnTo>
                    <a:pt x="4889387" y="4735855"/>
                  </a:lnTo>
                  <a:lnTo>
                    <a:pt x="4788026" y="4727885"/>
                  </a:lnTo>
                  <a:lnTo>
                    <a:pt x="4684323" y="4718531"/>
                  </a:lnTo>
                  <a:lnTo>
                    <a:pt x="4581866" y="4707821"/>
                  </a:lnTo>
                  <a:lnTo>
                    <a:pt x="4483358" y="4695766"/>
                  </a:lnTo>
                  <a:lnTo>
                    <a:pt x="4390571" y="4682338"/>
                  </a:lnTo>
                  <a:lnTo>
                    <a:pt x="4304442" y="4667462"/>
                  </a:lnTo>
                  <a:lnTo>
                    <a:pt x="4225250" y="4651011"/>
                  </a:lnTo>
                  <a:lnTo>
                    <a:pt x="4152793" y="4632807"/>
                  </a:lnTo>
                  <a:lnTo>
                    <a:pt x="4086552" y="4612624"/>
                  </a:lnTo>
                  <a:lnTo>
                    <a:pt x="4025820" y="4590198"/>
                  </a:lnTo>
                  <a:lnTo>
                    <a:pt x="3969791" y="4565241"/>
                  </a:lnTo>
                  <a:lnTo>
                    <a:pt x="3917636" y="4537469"/>
                  </a:lnTo>
                  <a:lnTo>
                    <a:pt x="3868553" y="4506646"/>
                  </a:lnTo>
                  <a:lnTo>
                    <a:pt x="3829811" y="4478803"/>
                  </a:lnTo>
                  <a:lnTo>
                    <a:pt x="3784540" y="4442203"/>
                  </a:lnTo>
                  <a:lnTo>
                    <a:pt x="3740569" y="4402366"/>
                  </a:lnTo>
                  <a:lnTo>
                    <a:pt x="3697471" y="4359234"/>
                  </a:lnTo>
                  <a:lnTo>
                    <a:pt x="3654920" y="4312827"/>
                  </a:lnTo>
                  <a:lnTo>
                    <a:pt x="3612671" y="4263255"/>
                  </a:lnTo>
                  <a:lnTo>
                    <a:pt x="3570549" y="4210724"/>
                  </a:lnTo>
                  <a:lnTo>
                    <a:pt x="3528440" y="4155543"/>
                  </a:lnTo>
                  <a:lnTo>
                    <a:pt x="3486277" y="4098115"/>
                  </a:lnTo>
                  <a:lnTo>
                    <a:pt x="3444038" y="4038929"/>
                  </a:lnTo>
                  <a:lnTo>
                    <a:pt x="3401733" y="3978549"/>
                  </a:lnTo>
                  <a:lnTo>
                    <a:pt x="3359390" y="3917589"/>
                  </a:lnTo>
                  <a:lnTo>
                    <a:pt x="3317051" y="3856685"/>
                  </a:lnTo>
                  <a:lnTo>
                    <a:pt x="3274756" y="3796475"/>
                  </a:lnTo>
                  <a:lnTo>
                    <a:pt x="3232531" y="3737563"/>
                  </a:lnTo>
                  <a:lnTo>
                    <a:pt x="3190380" y="3680503"/>
                  </a:lnTo>
                  <a:lnTo>
                    <a:pt x="3148274" y="3625768"/>
                  </a:lnTo>
                  <a:lnTo>
                    <a:pt x="3106140" y="3573746"/>
                  </a:lnTo>
                  <a:lnTo>
                    <a:pt x="3063852" y="3524727"/>
                  </a:lnTo>
                  <a:lnTo>
                    <a:pt x="3021223" y="3478899"/>
                  </a:lnTo>
                  <a:lnTo>
                    <a:pt x="2977996" y="3436356"/>
                  </a:lnTo>
                  <a:lnTo>
                    <a:pt x="2933827" y="3397105"/>
                  </a:lnTo>
                  <a:lnTo>
                    <a:pt x="2896531" y="3367275"/>
                  </a:lnTo>
                  <a:lnTo>
                    <a:pt x="2849434" y="3333840"/>
                  </a:lnTo>
                  <a:lnTo>
                    <a:pt x="2799871" y="3303561"/>
                  </a:lnTo>
                  <a:lnTo>
                    <a:pt x="2747101" y="3276298"/>
                  </a:lnTo>
                  <a:lnTo>
                    <a:pt x="2690314" y="3251802"/>
                  </a:lnTo>
                  <a:lnTo>
                    <a:pt x="2628678" y="3229787"/>
                  </a:lnTo>
                  <a:lnTo>
                    <a:pt x="2561403" y="3209967"/>
                  </a:lnTo>
                  <a:lnTo>
                    <a:pt x="2487803" y="3192083"/>
                  </a:lnTo>
                  <a:lnTo>
                    <a:pt x="2407407" y="3175917"/>
                  </a:lnTo>
                  <a:lnTo>
                    <a:pt x="2320084" y="3161301"/>
                  </a:lnTo>
                  <a:lnTo>
                    <a:pt x="2226212" y="3148116"/>
                  </a:lnTo>
                  <a:lnTo>
                    <a:pt x="2126864" y="3136296"/>
                  </a:lnTo>
                  <a:lnTo>
                    <a:pt x="2023969" y="3125820"/>
                  </a:lnTo>
                  <a:lnTo>
                    <a:pt x="1920394" y="3116704"/>
                  </a:lnTo>
                  <a:lnTo>
                    <a:pt x="1819858" y="3108979"/>
                  </a:lnTo>
                  <a:lnTo>
                    <a:pt x="1726618" y="3102666"/>
                  </a:lnTo>
                  <a:lnTo>
                    <a:pt x="1644901" y="3097752"/>
                  </a:lnTo>
                  <a:lnTo>
                    <a:pt x="1578185" y="3094165"/>
                  </a:lnTo>
                  <a:lnTo>
                    <a:pt x="1528488" y="3091761"/>
                  </a:lnTo>
                  <a:lnTo>
                    <a:pt x="1495890" y="3090337"/>
                  </a:lnTo>
                  <a:lnTo>
                    <a:pt x="1478389" y="3089644"/>
                  </a:lnTo>
                  <a:lnTo>
                    <a:pt x="1472072" y="3089416"/>
                  </a:lnTo>
                  <a:lnTo>
                    <a:pt x="1471387" y="3089393"/>
                  </a:lnTo>
                  <a:lnTo>
                    <a:pt x="0" y="308939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65" name="pg965"/>
            <p:cNvSpPr/>
            <p:nvPr/>
          </p:nvSpPr>
          <p:spPr>
            <a:xfrm>
              <a:off x="4799595" y="7962914"/>
              <a:ext cx="11981298" cy="1724502"/>
            </a:xfrm>
            <a:custGeom>
              <a:avLst/>
              <a:pathLst>
                <a:path w="11981298" h="1724502">
                  <a:moveTo>
                    <a:pt x="0" y="8172"/>
                  </a:moveTo>
                  <a:lnTo>
                    <a:pt x="1471387" y="8172"/>
                  </a:lnTo>
                  <a:lnTo>
                    <a:pt x="1472589" y="8214"/>
                  </a:lnTo>
                  <a:lnTo>
                    <a:pt x="1480484" y="8512"/>
                  </a:lnTo>
                  <a:lnTo>
                    <a:pt x="1500351" y="9336"/>
                  </a:lnTo>
                  <a:lnTo>
                    <a:pt x="1535788" y="10957"/>
                  </a:lnTo>
                  <a:lnTo>
                    <a:pt x="1588440" y="13626"/>
                  </a:lnTo>
                  <a:lnTo>
                    <a:pt x="1657875" y="17542"/>
                  </a:lnTo>
                  <a:lnTo>
                    <a:pt x="1741787" y="22840"/>
                  </a:lnTo>
                  <a:lnTo>
                    <a:pt x="1836524" y="29582"/>
                  </a:lnTo>
                  <a:lnTo>
                    <a:pt x="1937810" y="37775"/>
                  </a:lnTo>
                  <a:lnTo>
                    <a:pt x="2041454" y="47392"/>
                  </a:lnTo>
                  <a:lnTo>
                    <a:pt x="2143870" y="58403"/>
                  </a:lnTo>
                  <a:lnTo>
                    <a:pt x="2242356" y="70797"/>
                  </a:lnTo>
                  <a:lnTo>
                    <a:pt x="2335136" y="84603"/>
                  </a:lnTo>
                  <a:lnTo>
                    <a:pt x="2421268" y="99896"/>
                  </a:lnTo>
                  <a:lnTo>
                    <a:pt x="2500471" y="116808"/>
                  </a:lnTo>
                  <a:lnTo>
                    <a:pt x="2572944" y="135521"/>
                  </a:lnTo>
                  <a:lnTo>
                    <a:pt x="2639202" y="156267"/>
                  </a:lnTo>
                  <a:lnTo>
                    <a:pt x="2699950" y="179316"/>
                  </a:lnTo>
                  <a:lnTo>
                    <a:pt x="2755991" y="204966"/>
                  </a:lnTo>
                  <a:lnTo>
                    <a:pt x="2808154" y="233507"/>
                  </a:lnTo>
                  <a:lnTo>
                    <a:pt x="2857241" y="265183"/>
                  </a:lnTo>
                  <a:lnTo>
                    <a:pt x="2896531" y="294227"/>
                  </a:lnTo>
                  <a:lnTo>
                    <a:pt x="2941420" y="331567"/>
                  </a:lnTo>
                  <a:lnTo>
                    <a:pt x="2985029" y="372181"/>
                  </a:lnTo>
                  <a:lnTo>
                    <a:pt x="3027772" y="416129"/>
                  </a:lnTo>
                  <a:lnTo>
                    <a:pt x="3069970" y="463393"/>
                  </a:lnTo>
                  <a:lnTo>
                    <a:pt x="3111865" y="513865"/>
                  </a:lnTo>
                  <a:lnTo>
                    <a:pt x="3153629" y="567342"/>
                  </a:lnTo>
                  <a:lnTo>
                    <a:pt x="3195377" y="623519"/>
                  </a:lnTo>
                  <a:lnTo>
                    <a:pt x="3237174" y="681997"/>
                  </a:lnTo>
                  <a:lnTo>
                    <a:pt x="3279045" y="742290"/>
                  </a:lnTo>
                  <a:lnTo>
                    <a:pt x="3320984" y="803837"/>
                  </a:lnTo>
                  <a:lnTo>
                    <a:pt x="3362962" y="866027"/>
                  </a:lnTo>
                  <a:lnTo>
                    <a:pt x="3404941" y="928220"/>
                  </a:lnTo>
                  <a:lnTo>
                    <a:pt x="3446880" y="989777"/>
                  </a:lnTo>
                  <a:lnTo>
                    <a:pt x="3488752" y="1050085"/>
                  </a:lnTo>
                  <a:lnTo>
                    <a:pt x="3530550" y="1108585"/>
                  </a:lnTo>
                  <a:lnTo>
                    <a:pt x="3572298" y="1164787"/>
                  </a:lnTo>
                  <a:lnTo>
                    <a:pt x="3614061" y="1218291"/>
                  </a:lnTo>
                  <a:lnTo>
                    <a:pt x="3655954" y="1268795"/>
                  </a:lnTo>
                  <a:lnTo>
                    <a:pt x="3698148" y="1316092"/>
                  </a:lnTo>
                  <a:lnTo>
                    <a:pt x="3740884" y="1360073"/>
                  </a:lnTo>
                  <a:lnTo>
                    <a:pt x="3784482" y="1400720"/>
                  </a:lnTo>
                  <a:lnTo>
                    <a:pt x="3829356" y="1438091"/>
                  </a:lnTo>
                  <a:lnTo>
                    <a:pt x="3829811" y="1438447"/>
                  </a:lnTo>
                  <a:lnTo>
                    <a:pt x="3876882" y="1472847"/>
                  </a:lnTo>
                  <a:lnTo>
                    <a:pt x="3926415" y="1504002"/>
                  </a:lnTo>
                  <a:lnTo>
                    <a:pt x="3979151" y="1532056"/>
                  </a:lnTo>
                  <a:lnTo>
                    <a:pt x="4035900" y="1557264"/>
                  </a:lnTo>
                  <a:lnTo>
                    <a:pt x="4097488" y="1579920"/>
                  </a:lnTo>
                  <a:lnTo>
                    <a:pt x="4164709" y="1600319"/>
                  </a:lnTo>
                  <a:lnTo>
                    <a:pt x="4238245" y="1618725"/>
                  </a:lnTo>
                  <a:lnTo>
                    <a:pt x="4318569" y="1635364"/>
                  </a:lnTo>
                  <a:lnTo>
                    <a:pt x="4405813" y="1650409"/>
                  </a:lnTo>
                  <a:lnTo>
                    <a:pt x="4499602" y="1663981"/>
                  </a:lnTo>
                  <a:lnTo>
                    <a:pt x="4598869" y="1676151"/>
                  </a:lnTo>
                  <a:lnTo>
                    <a:pt x="4701693" y="1686937"/>
                  </a:lnTo>
                  <a:lnTo>
                    <a:pt x="4805219" y="1696326"/>
                  </a:lnTo>
                  <a:lnTo>
                    <a:pt x="4905738" y="1704285"/>
                  </a:lnTo>
                  <a:lnTo>
                    <a:pt x="4999002" y="1710791"/>
                  </a:lnTo>
                  <a:lnTo>
                    <a:pt x="5080788" y="1715859"/>
                  </a:lnTo>
                  <a:lnTo>
                    <a:pt x="5147614" y="1719562"/>
                  </a:lnTo>
                  <a:lnTo>
                    <a:pt x="5197450" y="1722045"/>
                  </a:lnTo>
                  <a:lnTo>
                    <a:pt x="5230197" y="1723519"/>
                  </a:lnTo>
                  <a:lnTo>
                    <a:pt x="5247831" y="1724239"/>
                  </a:lnTo>
                  <a:lnTo>
                    <a:pt x="5254241" y="1724478"/>
                  </a:lnTo>
                  <a:lnTo>
                    <a:pt x="5254955" y="1724502"/>
                  </a:lnTo>
                  <a:lnTo>
                    <a:pt x="6726343" y="1724502"/>
                  </a:lnTo>
                  <a:lnTo>
                    <a:pt x="6727552" y="1724465"/>
                  </a:lnTo>
                  <a:lnTo>
                    <a:pt x="6735492" y="1724198"/>
                  </a:lnTo>
                  <a:lnTo>
                    <a:pt x="6755471" y="1723460"/>
                  </a:lnTo>
                  <a:lnTo>
                    <a:pt x="6791098" y="1722007"/>
                  </a:lnTo>
                  <a:lnTo>
                    <a:pt x="6844014" y="1719617"/>
                  </a:lnTo>
                  <a:lnTo>
                    <a:pt x="6913765" y="1716109"/>
                  </a:lnTo>
                  <a:lnTo>
                    <a:pt x="6998013" y="1711366"/>
                  </a:lnTo>
                  <a:lnTo>
                    <a:pt x="7093071" y="1705330"/>
                  </a:lnTo>
                  <a:lnTo>
                    <a:pt x="7194635" y="1697998"/>
                  </a:lnTo>
                  <a:lnTo>
                    <a:pt x="7298495" y="1689393"/>
                  </a:lnTo>
                  <a:lnTo>
                    <a:pt x="7401060" y="1679542"/>
                  </a:lnTo>
                  <a:lnTo>
                    <a:pt x="7499627" y="1668454"/>
                  </a:lnTo>
                  <a:lnTo>
                    <a:pt x="7592434" y="1656104"/>
                  </a:lnTo>
                  <a:lnTo>
                    <a:pt x="7678552" y="1642420"/>
                  </a:lnTo>
                  <a:lnTo>
                    <a:pt x="7757714" y="1627285"/>
                  </a:lnTo>
                  <a:lnTo>
                    <a:pt x="7830129" y="1610535"/>
                  </a:lnTo>
                  <a:lnTo>
                    <a:pt x="7896325" y="1591960"/>
                  </a:lnTo>
                  <a:lnTo>
                    <a:pt x="7957015" y="1571316"/>
                  </a:lnTo>
                  <a:lnTo>
                    <a:pt x="8013010" y="1548339"/>
                  </a:lnTo>
                  <a:lnTo>
                    <a:pt x="8065142" y="1522766"/>
                  </a:lnTo>
                  <a:lnTo>
                    <a:pt x="8114217" y="1494383"/>
                  </a:lnTo>
                  <a:lnTo>
                    <a:pt x="8151487" y="1469777"/>
                  </a:lnTo>
                  <a:lnTo>
                    <a:pt x="8197866" y="1435354"/>
                  </a:lnTo>
                  <a:lnTo>
                    <a:pt x="8242892" y="1397814"/>
                  </a:lnTo>
                  <a:lnTo>
                    <a:pt x="8287020" y="1357099"/>
                  </a:lnTo>
                  <a:lnTo>
                    <a:pt x="8330595" y="1313235"/>
                  </a:lnTo>
                  <a:lnTo>
                    <a:pt x="8373874" y="1266340"/>
                  </a:lnTo>
                  <a:lnTo>
                    <a:pt x="8417037" y="1216629"/>
                  </a:lnTo>
                  <a:lnTo>
                    <a:pt x="8460201" y="1164419"/>
                  </a:lnTo>
                  <a:lnTo>
                    <a:pt x="8503427" y="1110121"/>
                  </a:lnTo>
                  <a:lnTo>
                    <a:pt x="8546733" y="1054234"/>
                  </a:lnTo>
                  <a:lnTo>
                    <a:pt x="8590104" y="997327"/>
                  </a:lnTo>
                  <a:lnTo>
                    <a:pt x="8633504" y="940012"/>
                  </a:lnTo>
                  <a:lnTo>
                    <a:pt x="8676888" y="882922"/>
                  </a:lnTo>
                  <a:lnTo>
                    <a:pt x="8720216" y="826677"/>
                  </a:lnTo>
                  <a:lnTo>
                    <a:pt x="8763466" y="771861"/>
                  </a:lnTo>
                  <a:lnTo>
                    <a:pt x="8806643" y="718995"/>
                  </a:lnTo>
                  <a:lnTo>
                    <a:pt x="8849797" y="668519"/>
                  </a:lnTo>
                  <a:lnTo>
                    <a:pt x="8893027" y="620777"/>
                  </a:lnTo>
                  <a:lnTo>
                    <a:pt x="8936493" y="576014"/>
                  </a:lnTo>
                  <a:lnTo>
                    <a:pt x="8980428" y="534375"/>
                  </a:lnTo>
                  <a:lnTo>
                    <a:pt x="9025151" y="495912"/>
                  </a:lnTo>
                  <a:lnTo>
                    <a:pt x="9071081" y="460591"/>
                  </a:lnTo>
                  <a:lnTo>
                    <a:pt x="9084767" y="450877"/>
                  </a:lnTo>
                  <a:lnTo>
                    <a:pt x="9131934" y="420185"/>
                  </a:lnTo>
                  <a:lnTo>
                    <a:pt x="9181576" y="392395"/>
                  </a:lnTo>
                  <a:lnTo>
                    <a:pt x="9234437" y="367377"/>
                  </a:lnTo>
                  <a:lnTo>
                    <a:pt x="9291331" y="344902"/>
                  </a:lnTo>
                  <a:lnTo>
                    <a:pt x="9353092" y="324706"/>
                  </a:lnTo>
                  <a:lnTo>
                    <a:pt x="9420515" y="306526"/>
                  </a:lnTo>
                  <a:lnTo>
                    <a:pt x="9494285" y="290124"/>
                  </a:lnTo>
                  <a:lnTo>
                    <a:pt x="9574876" y="275300"/>
                  </a:lnTo>
                  <a:lnTo>
                    <a:pt x="9662413" y="261899"/>
                  </a:lnTo>
                  <a:lnTo>
                    <a:pt x="9756508" y="249813"/>
                  </a:lnTo>
                  <a:lnTo>
                    <a:pt x="9856074" y="238981"/>
                  </a:lnTo>
                  <a:lnTo>
                    <a:pt x="9959157" y="229385"/>
                  </a:lnTo>
                  <a:lnTo>
                    <a:pt x="10062864" y="221040"/>
                  </a:lnTo>
                  <a:lnTo>
                    <a:pt x="10163444" y="213973"/>
                  </a:lnTo>
                  <a:lnTo>
                    <a:pt x="10256618" y="208206"/>
                  </a:lnTo>
                  <a:lnTo>
                    <a:pt x="10338146" y="203723"/>
                  </a:lnTo>
                  <a:lnTo>
                    <a:pt x="10404564" y="200458"/>
                  </a:lnTo>
                  <a:lnTo>
                    <a:pt x="10453886" y="198277"/>
                  </a:lnTo>
                  <a:lnTo>
                    <a:pt x="10486087" y="196991"/>
                  </a:lnTo>
                  <a:lnTo>
                    <a:pt x="10503230" y="196370"/>
                  </a:lnTo>
                  <a:lnTo>
                    <a:pt x="10509298" y="196170"/>
                  </a:lnTo>
                  <a:lnTo>
                    <a:pt x="10509911" y="196151"/>
                  </a:lnTo>
                  <a:lnTo>
                    <a:pt x="11981298" y="196151"/>
                  </a:lnTo>
                  <a:lnTo>
                    <a:pt x="11981298" y="187978"/>
                  </a:lnTo>
                  <a:lnTo>
                    <a:pt x="10509911" y="187978"/>
                  </a:lnTo>
                  <a:lnTo>
                    <a:pt x="10508701" y="188016"/>
                  </a:lnTo>
                  <a:lnTo>
                    <a:pt x="10500761" y="188283"/>
                  </a:lnTo>
                  <a:lnTo>
                    <a:pt x="10480782" y="189021"/>
                  </a:lnTo>
                  <a:lnTo>
                    <a:pt x="10445155" y="190474"/>
                  </a:lnTo>
                  <a:lnTo>
                    <a:pt x="10392240" y="192864"/>
                  </a:lnTo>
                  <a:lnTo>
                    <a:pt x="10322488" y="196371"/>
                  </a:lnTo>
                  <a:lnTo>
                    <a:pt x="10238240" y="201115"/>
                  </a:lnTo>
                  <a:lnTo>
                    <a:pt x="10143182" y="207150"/>
                  </a:lnTo>
                  <a:lnTo>
                    <a:pt x="10041618" y="214483"/>
                  </a:lnTo>
                  <a:lnTo>
                    <a:pt x="9937758" y="223088"/>
                  </a:lnTo>
                  <a:lnTo>
                    <a:pt x="9835194" y="232939"/>
                  </a:lnTo>
                  <a:lnTo>
                    <a:pt x="9736626" y="244026"/>
                  </a:lnTo>
                  <a:lnTo>
                    <a:pt x="9643819" y="256377"/>
                  </a:lnTo>
                  <a:lnTo>
                    <a:pt x="9557701" y="270061"/>
                  </a:lnTo>
                  <a:lnTo>
                    <a:pt x="9478539" y="285195"/>
                  </a:lnTo>
                  <a:lnTo>
                    <a:pt x="9406124" y="301946"/>
                  </a:lnTo>
                  <a:lnTo>
                    <a:pt x="9339929" y="320521"/>
                  </a:lnTo>
                  <a:lnTo>
                    <a:pt x="9279238" y="341164"/>
                  </a:lnTo>
                  <a:lnTo>
                    <a:pt x="9223243" y="364142"/>
                  </a:lnTo>
                  <a:lnTo>
                    <a:pt x="9171111" y="389715"/>
                  </a:lnTo>
                  <a:lnTo>
                    <a:pt x="9122036" y="418097"/>
                  </a:lnTo>
                  <a:lnTo>
                    <a:pt x="9084767" y="442704"/>
                  </a:lnTo>
                  <a:lnTo>
                    <a:pt x="9038387" y="477126"/>
                  </a:lnTo>
                  <a:lnTo>
                    <a:pt x="8993361" y="514667"/>
                  </a:lnTo>
                  <a:lnTo>
                    <a:pt x="8949233" y="555382"/>
                  </a:lnTo>
                  <a:lnTo>
                    <a:pt x="8905658" y="599245"/>
                  </a:lnTo>
                  <a:lnTo>
                    <a:pt x="8862379" y="646140"/>
                  </a:lnTo>
                  <a:lnTo>
                    <a:pt x="8819216" y="695851"/>
                  </a:lnTo>
                  <a:lnTo>
                    <a:pt x="8776053" y="748062"/>
                  </a:lnTo>
                  <a:lnTo>
                    <a:pt x="8732826" y="802360"/>
                  </a:lnTo>
                  <a:lnTo>
                    <a:pt x="8689520" y="858246"/>
                  </a:lnTo>
                  <a:lnTo>
                    <a:pt x="8646149" y="915153"/>
                  </a:lnTo>
                  <a:lnTo>
                    <a:pt x="8602749" y="972468"/>
                  </a:lnTo>
                  <a:lnTo>
                    <a:pt x="8559365" y="1029559"/>
                  </a:lnTo>
                  <a:lnTo>
                    <a:pt x="8516037" y="1085804"/>
                  </a:lnTo>
                  <a:lnTo>
                    <a:pt x="8472788" y="1140620"/>
                  </a:lnTo>
                  <a:lnTo>
                    <a:pt x="8429610" y="1193485"/>
                  </a:lnTo>
                  <a:lnTo>
                    <a:pt x="8386456" y="1243961"/>
                  </a:lnTo>
                  <a:lnTo>
                    <a:pt x="8343226" y="1291704"/>
                  </a:lnTo>
                  <a:lnTo>
                    <a:pt x="8299761" y="1336467"/>
                  </a:lnTo>
                  <a:lnTo>
                    <a:pt x="8255826" y="1378106"/>
                  </a:lnTo>
                  <a:lnTo>
                    <a:pt x="8211103" y="1416569"/>
                  </a:lnTo>
                  <a:lnTo>
                    <a:pt x="8165172" y="1451890"/>
                  </a:lnTo>
                  <a:lnTo>
                    <a:pt x="8151487" y="1461604"/>
                  </a:lnTo>
                  <a:lnTo>
                    <a:pt x="8104319" y="1492295"/>
                  </a:lnTo>
                  <a:lnTo>
                    <a:pt x="8054677" y="1520086"/>
                  </a:lnTo>
                  <a:lnTo>
                    <a:pt x="8001816" y="1545104"/>
                  </a:lnTo>
                  <a:lnTo>
                    <a:pt x="7944922" y="1567579"/>
                  </a:lnTo>
                  <a:lnTo>
                    <a:pt x="7883162" y="1587775"/>
                  </a:lnTo>
                  <a:lnTo>
                    <a:pt x="7815738" y="1605955"/>
                  </a:lnTo>
                  <a:lnTo>
                    <a:pt x="7741968" y="1622357"/>
                  </a:lnTo>
                  <a:lnTo>
                    <a:pt x="7661377" y="1637180"/>
                  </a:lnTo>
                  <a:lnTo>
                    <a:pt x="7573840" y="1650581"/>
                  </a:lnTo>
                  <a:lnTo>
                    <a:pt x="7479745" y="1662667"/>
                  </a:lnTo>
                  <a:lnTo>
                    <a:pt x="7380180" y="1673499"/>
                  </a:lnTo>
                  <a:lnTo>
                    <a:pt x="7277096" y="1683095"/>
                  </a:lnTo>
                  <a:lnTo>
                    <a:pt x="7173390" y="1691441"/>
                  </a:lnTo>
                  <a:lnTo>
                    <a:pt x="7072809" y="1698507"/>
                  </a:lnTo>
                  <a:lnTo>
                    <a:pt x="6979636" y="1704275"/>
                  </a:lnTo>
                  <a:lnTo>
                    <a:pt x="6898107" y="1708757"/>
                  </a:lnTo>
                  <a:lnTo>
                    <a:pt x="6831689" y="1712023"/>
                  </a:lnTo>
                  <a:lnTo>
                    <a:pt x="6782367" y="1714203"/>
                  </a:lnTo>
                  <a:lnTo>
                    <a:pt x="6750166" y="1715489"/>
                  </a:lnTo>
                  <a:lnTo>
                    <a:pt x="6733023" y="1716110"/>
                  </a:lnTo>
                  <a:lnTo>
                    <a:pt x="6726955" y="1716310"/>
                  </a:lnTo>
                  <a:lnTo>
                    <a:pt x="6726343" y="1716329"/>
                  </a:lnTo>
                  <a:lnTo>
                    <a:pt x="5254955" y="1716329"/>
                  </a:lnTo>
                  <a:lnTo>
                    <a:pt x="5253753" y="1716287"/>
                  </a:lnTo>
                  <a:lnTo>
                    <a:pt x="5245858" y="1715989"/>
                  </a:lnTo>
                  <a:lnTo>
                    <a:pt x="5225991" y="1715165"/>
                  </a:lnTo>
                  <a:lnTo>
                    <a:pt x="5190554" y="1713544"/>
                  </a:lnTo>
                  <a:lnTo>
                    <a:pt x="5137902" y="1710876"/>
                  </a:lnTo>
                  <a:lnTo>
                    <a:pt x="5068467" y="1706960"/>
                  </a:lnTo>
                  <a:lnTo>
                    <a:pt x="4984555" y="1701662"/>
                  </a:lnTo>
                  <a:lnTo>
                    <a:pt x="4889819" y="1694920"/>
                  </a:lnTo>
                  <a:lnTo>
                    <a:pt x="4788533" y="1686727"/>
                  </a:lnTo>
                  <a:lnTo>
                    <a:pt x="4684889" y="1677109"/>
                  </a:lnTo>
                  <a:lnTo>
                    <a:pt x="4582472" y="1666099"/>
                  </a:lnTo>
                  <a:lnTo>
                    <a:pt x="4483986" y="1653704"/>
                  </a:lnTo>
                  <a:lnTo>
                    <a:pt x="4391206" y="1639899"/>
                  </a:lnTo>
                  <a:lnTo>
                    <a:pt x="4305074" y="1624605"/>
                  </a:lnTo>
                  <a:lnTo>
                    <a:pt x="4225871" y="1607693"/>
                  </a:lnTo>
                  <a:lnTo>
                    <a:pt x="4153398" y="1588980"/>
                  </a:lnTo>
                  <a:lnTo>
                    <a:pt x="4087141" y="1568235"/>
                  </a:lnTo>
                  <a:lnTo>
                    <a:pt x="4026392" y="1545185"/>
                  </a:lnTo>
                  <a:lnTo>
                    <a:pt x="3970351" y="1519536"/>
                  </a:lnTo>
                  <a:lnTo>
                    <a:pt x="3918188" y="1490995"/>
                  </a:lnTo>
                  <a:lnTo>
                    <a:pt x="3869101" y="1459319"/>
                  </a:lnTo>
                  <a:lnTo>
                    <a:pt x="3829811" y="1430274"/>
                  </a:lnTo>
                  <a:lnTo>
                    <a:pt x="3784922" y="1392935"/>
                  </a:lnTo>
                  <a:lnTo>
                    <a:pt x="3741314" y="1352321"/>
                  </a:lnTo>
                  <a:lnTo>
                    <a:pt x="3698570" y="1308373"/>
                  </a:lnTo>
                  <a:lnTo>
                    <a:pt x="3656372" y="1261108"/>
                  </a:lnTo>
                  <a:lnTo>
                    <a:pt x="3614477" y="1210636"/>
                  </a:lnTo>
                  <a:lnTo>
                    <a:pt x="3572713" y="1157160"/>
                  </a:lnTo>
                  <a:lnTo>
                    <a:pt x="3530965" y="1100983"/>
                  </a:lnTo>
                  <a:lnTo>
                    <a:pt x="3489168" y="1042505"/>
                  </a:lnTo>
                  <a:lnTo>
                    <a:pt x="3447297" y="982212"/>
                  </a:lnTo>
                  <a:lnTo>
                    <a:pt x="3405358" y="920664"/>
                  </a:lnTo>
                  <a:lnTo>
                    <a:pt x="3363380" y="858474"/>
                  </a:lnTo>
                  <a:lnTo>
                    <a:pt x="3321401" y="796281"/>
                  </a:lnTo>
                  <a:lnTo>
                    <a:pt x="3279462" y="734724"/>
                  </a:lnTo>
                  <a:lnTo>
                    <a:pt x="3237590" y="674416"/>
                  </a:lnTo>
                  <a:lnTo>
                    <a:pt x="3195792" y="615917"/>
                  </a:lnTo>
                  <a:lnTo>
                    <a:pt x="3154044" y="559715"/>
                  </a:lnTo>
                  <a:lnTo>
                    <a:pt x="3112281" y="506210"/>
                  </a:lnTo>
                  <a:lnTo>
                    <a:pt x="3070389" y="455707"/>
                  </a:lnTo>
                  <a:lnTo>
                    <a:pt x="3028194" y="408410"/>
                  </a:lnTo>
                  <a:lnTo>
                    <a:pt x="2985458" y="364429"/>
                  </a:lnTo>
                  <a:lnTo>
                    <a:pt x="2941860" y="323782"/>
                  </a:lnTo>
                  <a:lnTo>
                    <a:pt x="2896986" y="286410"/>
                  </a:lnTo>
                  <a:lnTo>
                    <a:pt x="2896531" y="286054"/>
                  </a:lnTo>
                  <a:lnTo>
                    <a:pt x="2849460" y="251654"/>
                  </a:lnTo>
                  <a:lnTo>
                    <a:pt x="2799927" y="220499"/>
                  </a:lnTo>
                  <a:lnTo>
                    <a:pt x="2747191" y="192445"/>
                  </a:lnTo>
                  <a:lnTo>
                    <a:pt x="2690443" y="167238"/>
                  </a:lnTo>
                  <a:lnTo>
                    <a:pt x="2628854" y="144582"/>
                  </a:lnTo>
                  <a:lnTo>
                    <a:pt x="2561633" y="124183"/>
                  </a:lnTo>
                  <a:lnTo>
                    <a:pt x="2488097" y="105777"/>
                  </a:lnTo>
                  <a:lnTo>
                    <a:pt x="2407773" y="89138"/>
                  </a:lnTo>
                  <a:lnTo>
                    <a:pt x="2320529" y="74093"/>
                  </a:lnTo>
                  <a:lnTo>
                    <a:pt x="2226740" y="60520"/>
                  </a:lnTo>
                  <a:lnTo>
                    <a:pt x="2127473" y="48351"/>
                  </a:lnTo>
                  <a:lnTo>
                    <a:pt x="2024649" y="37565"/>
                  </a:lnTo>
                  <a:lnTo>
                    <a:pt x="1921123" y="28176"/>
                  </a:lnTo>
                  <a:lnTo>
                    <a:pt x="1820605" y="20217"/>
                  </a:lnTo>
                  <a:lnTo>
                    <a:pt x="1727340" y="13710"/>
                  </a:lnTo>
                  <a:lnTo>
                    <a:pt x="1645554" y="8643"/>
                  </a:lnTo>
                  <a:lnTo>
                    <a:pt x="1578728" y="4940"/>
                  </a:lnTo>
                  <a:lnTo>
                    <a:pt x="1528892" y="2457"/>
                  </a:lnTo>
                  <a:lnTo>
                    <a:pt x="1496145" y="982"/>
                  </a:lnTo>
                  <a:lnTo>
                    <a:pt x="1478511" y="263"/>
                  </a:lnTo>
                  <a:lnTo>
                    <a:pt x="1472101" y="24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28E5B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966" name="pl966"/>
            <p:cNvSpPr/>
            <p:nvPr/>
          </p:nvSpPr>
          <p:spPr>
            <a:xfrm>
              <a:off x="4799595" y="7971087"/>
              <a:ext cx="11981298" cy="1716329"/>
            </a:xfrm>
            <a:custGeom>
              <a:avLst/>
              <a:pathLst>
                <a:path w="11981298" h="1716329">
                  <a:moveTo>
                    <a:pt x="0" y="0"/>
                  </a:moveTo>
                  <a:lnTo>
                    <a:pt x="1471387" y="0"/>
                  </a:lnTo>
                  <a:lnTo>
                    <a:pt x="1472589" y="41"/>
                  </a:lnTo>
                  <a:lnTo>
                    <a:pt x="1480484" y="339"/>
                  </a:lnTo>
                  <a:lnTo>
                    <a:pt x="1500351" y="1163"/>
                  </a:lnTo>
                  <a:lnTo>
                    <a:pt x="1535788" y="2784"/>
                  </a:lnTo>
                  <a:lnTo>
                    <a:pt x="1588440" y="5453"/>
                  </a:lnTo>
                  <a:lnTo>
                    <a:pt x="1657875" y="9369"/>
                  </a:lnTo>
                  <a:lnTo>
                    <a:pt x="1741787" y="14667"/>
                  </a:lnTo>
                  <a:lnTo>
                    <a:pt x="1836524" y="21409"/>
                  </a:lnTo>
                  <a:lnTo>
                    <a:pt x="1937810" y="29602"/>
                  </a:lnTo>
                  <a:lnTo>
                    <a:pt x="2041454" y="39219"/>
                  </a:lnTo>
                  <a:lnTo>
                    <a:pt x="2143870" y="50230"/>
                  </a:lnTo>
                  <a:lnTo>
                    <a:pt x="2242356" y="62624"/>
                  </a:lnTo>
                  <a:lnTo>
                    <a:pt x="2335136" y="76430"/>
                  </a:lnTo>
                  <a:lnTo>
                    <a:pt x="2421268" y="91723"/>
                  </a:lnTo>
                  <a:lnTo>
                    <a:pt x="2500471" y="108635"/>
                  </a:lnTo>
                  <a:lnTo>
                    <a:pt x="2572944" y="127348"/>
                  </a:lnTo>
                  <a:lnTo>
                    <a:pt x="2639202" y="148094"/>
                  </a:lnTo>
                  <a:lnTo>
                    <a:pt x="2699950" y="171143"/>
                  </a:lnTo>
                  <a:lnTo>
                    <a:pt x="2755991" y="196793"/>
                  </a:lnTo>
                  <a:lnTo>
                    <a:pt x="2808154" y="225334"/>
                  </a:lnTo>
                  <a:lnTo>
                    <a:pt x="2857241" y="257010"/>
                  </a:lnTo>
                  <a:lnTo>
                    <a:pt x="2896531" y="286054"/>
                  </a:lnTo>
                  <a:lnTo>
                    <a:pt x="2941420" y="323394"/>
                  </a:lnTo>
                  <a:lnTo>
                    <a:pt x="2985029" y="364008"/>
                  </a:lnTo>
                  <a:lnTo>
                    <a:pt x="3027772" y="407956"/>
                  </a:lnTo>
                  <a:lnTo>
                    <a:pt x="3069970" y="455220"/>
                  </a:lnTo>
                  <a:lnTo>
                    <a:pt x="3111865" y="505692"/>
                  </a:lnTo>
                  <a:lnTo>
                    <a:pt x="3153629" y="559169"/>
                  </a:lnTo>
                  <a:lnTo>
                    <a:pt x="3195377" y="615346"/>
                  </a:lnTo>
                  <a:lnTo>
                    <a:pt x="3237174" y="673824"/>
                  </a:lnTo>
                  <a:lnTo>
                    <a:pt x="3279045" y="734117"/>
                  </a:lnTo>
                  <a:lnTo>
                    <a:pt x="3320984" y="795664"/>
                  </a:lnTo>
                  <a:lnTo>
                    <a:pt x="3362962" y="857854"/>
                  </a:lnTo>
                  <a:lnTo>
                    <a:pt x="3404941" y="920047"/>
                  </a:lnTo>
                  <a:lnTo>
                    <a:pt x="3446880" y="981604"/>
                  </a:lnTo>
                  <a:lnTo>
                    <a:pt x="3488752" y="1041912"/>
                  </a:lnTo>
                  <a:lnTo>
                    <a:pt x="3530550" y="1100412"/>
                  </a:lnTo>
                  <a:lnTo>
                    <a:pt x="3572298" y="1156614"/>
                  </a:lnTo>
                  <a:lnTo>
                    <a:pt x="3614061" y="1210118"/>
                  </a:lnTo>
                  <a:lnTo>
                    <a:pt x="3655954" y="1260622"/>
                  </a:lnTo>
                  <a:lnTo>
                    <a:pt x="3698148" y="1307919"/>
                  </a:lnTo>
                  <a:lnTo>
                    <a:pt x="3740884" y="1351900"/>
                  </a:lnTo>
                  <a:lnTo>
                    <a:pt x="3784482" y="1392547"/>
                  </a:lnTo>
                  <a:lnTo>
                    <a:pt x="3829356" y="1429918"/>
                  </a:lnTo>
                  <a:lnTo>
                    <a:pt x="3829811" y="1430274"/>
                  </a:lnTo>
                  <a:lnTo>
                    <a:pt x="3876882" y="1464674"/>
                  </a:lnTo>
                  <a:lnTo>
                    <a:pt x="3926415" y="1495829"/>
                  </a:lnTo>
                  <a:lnTo>
                    <a:pt x="3979151" y="1523883"/>
                  </a:lnTo>
                  <a:lnTo>
                    <a:pt x="4035900" y="1549091"/>
                  </a:lnTo>
                  <a:lnTo>
                    <a:pt x="4097488" y="1571747"/>
                  </a:lnTo>
                  <a:lnTo>
                    <a:pt x="4164709" y="1592146"/>
                  </a:lnTo>
                  <a:lnTo>
                    <a:pt x="4238245" y="1610552"/>
                  </a:lnTo>
                  <a:lnTo>
                    <a:pt x="4318569" y="1627191"/>
                  </a:lnTo>
                  <a:lnTo>
                    <a:pt x="4405813" y="1642236"/>
                  </a:lnTo>
                  <a:lnTo>
                    <a:pt x="4499602" y="1655808"/>
                  </a:lnTo>
                  <a:lnTo>
                    <a:pt x="4598869" y="1667978"/>
                  </a:lnTo>
                  <a:lnTo>
                    <a:pt x="4701693" y="1678764"/>
                  </a:lnTo>
                  <a:lnTo>
                    <a:pt x="4805219" y="1688153"/>
                  </a:lnTo>
                  <a:lnTo>
                    <a:pt x="4905738" y="1696112"/>
                  </a:lnTo>
                  <a:lnTo>
                    <a:pt x="4999002" y="1702618"/>
                  </a:lnTo>
                  <a:lnTo>
                    <a:pt x="5080788" y="1707686"/>
                  </a:lnTo>
                  <a:lnTo>
                    <a:pt x="5147614" y="1711389"/>
                  </a:lnTo>
                  <a:lnTo>
                    <a:pt x="5197450" y="1713872"/>
                  </a:lnTo>
                  <a:lnTo>
                    <a:pt x="5230197" y="1715346"/>
                  </a:lnTo>
                  <a:lnTo>
                    <a:pt x="5247831" y="1716066"/>
                  </a:lnTo>
                  <a:lnTo>
                    <a:pt x="5254241" y="1716305"/>
                  </a:lnTo>
                  <a:lnTo>
                    <a:pt x="5254955" y="1716329"/>
                  </a:lnTo>
                  <a:lnTo>
                    <a:pt x="6726343" y="1716329"/>
                  </a:lnTo>
                  <a:lnTo>
                    <a:pt x="6727552" y="1716292"/>
                  </a:lnTo>
                  <a:lnTo>
                    <a:pt x="6735492" y="1716025"/>
                  </a:lnTo>
                  <a:lnTo>
                    <a:pt x="6755471" y="1715287"/>
                  </a:lnTo>
                  <a:lnTo>
                    <a:pt x="6791098" y="1713834"/>
                  </a:lnTo>
                  <a:lnTo>
                    <a:pt x="6844014" y="1711444"/>
                  </a:lnTo>
                  <a:lnTo>
                    <a:pt x="6913765" y="1707936"/>
                  </a:lnTo>
                  <a:lnTo>
                    <a:pt x="6998013" y="1703193"/>
                  </a:lnTo>
                  <a:lnTo>
                    <a:pt x="7093071" y="1697157"/>
                  </a:lnTo>
                  <a:lnTo>
                    <a:pt x="7194635" y="1689825"/>
                  </a:lnTo>
                  <a:lnTo>
                    <a:pt x="7298495" y="1681220"/>
                  </a:lnTo>
                  <a:lnTo>
                    <a:pt x="7401060" y="1671369"/>
                  </a:lnTo>
                  <a:lnTo>
                    <a:pt x="7499627" y="1660281"/>
                  </a:lnTo>
                  <a:lnTo>
                    <a:pt x="7592434" y="1647931"/>
                  </a:lnTo>
                  <a:lnTo>
                    <a:pt x="7678552" y="1634247"/>
                  </a:lnTo>
                  <a:lnTo>
                    <a:pt x="7757714" y="1619112"/>
                  </a:lnTo>
                  <a:lnTo>
                    <a:pt x="7830129" y="1602362"/>
                  </a:lnTo>
                  <a:lnTo>
                    <a:pt x="7896325" y="1583787"/>
                  </a:lnTo>
                  <a:lnTo>
                    <a:pt x="7957015" y="1563143"/>
                  </a:lnTo>
                  <a:lnTo>
                    <a:pt x="8013010" y="1540166"/>
                  </a:lnTo>
                  <a:lnTo>
                    <a:pt x="8065142" y="1514593"/>
                  </a:lnTo>
                  <a:lnTo>
                    <a:pt x="8114217" y="1486210"/>
                  </a:lnTo>
                  <a:lnTo>
                    <a:pt x="8151487" y="1461604"/>
                  </a:lnTo>
                  <a:lnTo>
                    <a:pt x="8197866" y="1427181"/>
                  </a:lnTo>
                  <a:lnTo>
                    <a:pt x="8242892" y="1389641"/>
                  </a:lnTo>
                  <a:lnTo>
                    <a:pt x="8287020" y="1348926"/>
                  </a:lnTo>
                  <a:lnTo>
                    <a:pt x="8330595" y="1305062"/>
                  </a:lnTo>
                  <a:lnTo>
                    <a:pt x="8373874" y="1258167"/>
                  </a:lnTo>
                  <a:lnTo>
                    <a:pt x="8417037" y="1208456"/>
                  </a:lnTo>
                  <a:lnTo>
                    <a:pt x="8460201" y="1156246"/>
                  </a:lnTo>
                  <a:lnTo>
                    <a:pt x="8503427" y="1101948"/>
                  </a:lnTo>
                  <a:lnTo>
                    <a:pt x="8546733" y="1046061"/>
                  </a:lnTo>
                  <a:lnTo>
                    <a:pt x="8590104" y="989154"/>
                  </a:lnTo>
                  <a:lnTo>
                    <a:pt x="8633504" y="931839"/>
                  </a:lnTo>
                  <a:lnTo>
                    <a:pt x="8676888" y="874749"/>
                  </a:lnTo>
                  <a:lnTo>
                    <a:pt x="8720216" y="818504"/>
                  </a:lnTo>
                  <a:lnTo>
                    <a:pt x="8763466" y="763688"/>
                  </a:lnTo>
                  <a:lnTo>
                    <a:pt x="8806643" y="710822"/>
                  </a:lnTo>
                  <a:lnTo>
                    <a:pt x="8849797" y="660346"/>
                  </a:lnTo>
                  <a:lnTo>
                    <a:pt x="8893027" y="612604"/>
                  </a:lnTo>
                  <a:lnTo>
                    <a:pt x="8936493" y="567841"/>
                  </a:lnTo>
                  <a:lnTo>
                    <a:pt x="8980428" y="526202"/>
                  </a:lnTo>
                  <a:lnTo>
                    <a:pt x="9025151" y="487739"/>
                  </a:lnTo>
                  <a:lnTo>
                    <a:pt x="9071081" y="452418"/>
                  </a:lnTo>
                  <a:lnTo>
                    <a:pt x="9084767" y="442704"/>
                  </a:lnTo>
                  <a:lnTo>
                    <a:pt x="9131934" y="412012"/>
                  </a:lnTo>
                  <a:lnTo>
                    <a:pt x="9181576" y="384222"/>
                  </a:lnTo>
                  <a:lnTo>
                    <a:pt x="9234437" y="359204"/>
                  </a:lnTo>
                  <a:lnTo>
                    <a:pt x="9291331" y="336729"/>
                  </a:lnTo>
                  <a:lnTo>
                    <a:pt x="9353092" y="316533"/>
                  </a:lnTo>
                  <a:lnTo>
                    <a:pt x="9420515" y="298353"/>
                  </a:lnTo>
                  <a:lnTo>
                    <a:pt x="9494285" y="281951"/>
                  </a:lnTo>
                  <a:lnTo>
                    <a:pt x="9574876" y="267127"/>
                  </a:lnTo>
                  <a:lnTo>
                    <a:pt x="9662413" y="253726"/>
                  </a:lnTo>
                  <a:lnTo>
                    <a:pt x="9756508" y="241640"/>
                  </a:lnTo>
                  <a:lnTo>
                    <a:pt x="9856074" y="230808"/>
                  </a:lnTo>
                  <a:lnTo>
                    <a:pt x="9959157" y="221212"/>
                  </a:lnTo>
                  <a:lnTo>
                    <a:pt x="10062864" y="212867"/>
                  </a:lnTo>
                  <a:lnTo>
                    <a:pt x="10163444" y="205800"/>
                  </a:lnTo>
                  <a:lnTo>
                    <a:pt x="10256618" y="200033"/>
                  </a:lnTo>
                  <a:lnTo>
                    <a:pt x="10338146" y="195550"/>
                  </a:lnTo>
                  <a:lnTo>
                    <a:pt x="10404564" y="192285"/>
                  </a:lnTo>
                  <a:lnTo>
                    <a:pt x="10453886" y="190104"/>
                  </a:lnTo>
                  <a:lnTo>
                    <a:pt x="10486087" y="188818"/>
                  </a:lnTo>
                  <a:lnTo>
                    <a:pt x="10503230" y="188197"/>
                  </a:lnTo>
                  <a:lnTo>
                    <a:pt x="10509298" y="187997"/>
                  </a:lnTo>
                  <a:lnTo>
                    <a:pt x="10509911" y="187978"/>
                  </a:lnTo>
                  <a:lnTo>
                    <a:pt x="11981298" y="18797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67" name="pl967"/>
            <p:cNvSpPr/>
            <p:nvPr/>
          </p:nvSpPr>
          <p:spPr>
            <a:xfrm>
              <a:off x="4799595" y="7962914"/>
              <a:ext cx="11981298" cy="1716329"/>
            </a:xfrm>
            <a:custGeom>
              <a:avLst/>
              <a:pathLst>
                <a:path w="11981298" h="1716329">
                  <a:moveTo>
                    <a:pt x="11981298" y="187978"/>
                  </a:moveTo>
                  <a:lnTo>
                    <a:pt x="10509911" y="187978"/>
                  </a:lnTo>
                  <a:lnTo>
                    <a:pt x="10508701" y="188016"/>
                  </a:lnTo>
                  <a:lnTo>
                    <a:pt x="10500761" y="188283"/>
                  </a:lnTo>
                  <a:lnTo>
                    <a:pt x="10480782" y="189021"/>
                  </a:lnTo>
                  <a:lnTo>
                    <a:pt x="10445155" y="190474"/>
                  </a:lnTo>
                  <a:lnTo>
                    <a:pt x="10392240" y="192864"/>
                  </a:lnTo>
                  <a:lnTo>
                    <a:pt x="10322488" y="196371"/>
                  </a:lnTo>
                  <a:lnTo>
                    <a:pt x="10238240" y="201115"/>
                  </a:lnTo>
                  <a:lnTo>
                    <a:pt x="10143182" y="207150"/>
                  </a:lnTo>
                  <a:lnTo>
                    <a:pt x="10041618" y="214483"/>
                  </a:lnTo>
                  <a:lnTo>
                    <a:pt x="9937758" y="223088"/>
                  </a:lnTo>
                  <a:lnTo>
                    <a:pt x="9835194" y="232939"/>
                  </a:lnTo>
                  <a:lnTo>
                    <a:pt x="9736626" y="244026"/>
                  </a:lnTo>
                  <a:lnTo>
                    <a:pt x="9643819" y="256377"/>
                  </a:lnTo>
                  <a:lnTo>
                    <a:pt x="9557701" y="270061"/>
                  </a:lnTo>
                  <a:lnTo>
                    <a:pt x="9478539" y="285195"/>
                  </a:lnTo>
                  <a:lnTo>
                    <a:pt x="9406124" y="301946"/>
                  </a:lnTo>
                  <a:lnTo>
                    <a:pt x="9339929" y="320521"/>
                  </a:lnTo>
                  <a:lnTo>
                    <a:pt x="9279238" y="341164"/>
                  </a:lnTo>
                  <a:lnTo>
                    <a:pt x="9223243" y="364142"/>
                  </a:lnTo>
                  <a:lnTo>
                    <a:pt x="9171111" y="389715"/>
                  </a:lnTo>
                  <a:lnTo>
                    <a:pt x="9122036" y="418097"/>
                  </a:lnTo>
                  <a:lnTo>
                    <a:pt x="9084767" y="442704"/>
                  </a:lnTo>
                  <a:lnTo>
                    <a:pt x="9038387" y="477126"/>
                  </a:lnTo>
                  <a:lnTo>
                    <a:pt x="8993361" y="514667"/>
                  </a:lnTo>
                  <a:lnTo>
                    <a:pt x="8949233" y="555382"/>
                  </a:lnTo>
                  <a:lnTo>
                    <a:pt x="8905658" y="599245"/>
                  </a:lnTo>
                  <a:lnTo>
                    <a:pt x="8862379" y="646140"/>
                  </a:lnTo>
                  <a:lnTo>
                    <a:pt x="8819216" y="695851"/>
                  </a:lnTo>
                  <a:lnTo>
                    <a:pt x="8776053" y="748062"/>
                  </a:lnTo>
                  <a:lnTo>
                    <a:pt x="8732826" y="802360"/>
                  </a:lnTo>
                  <a:lnTo>
                    <a:pt x="8689520" y="858246"/>
                  </a:lnTo>
                  <a:lnTo>
                    <a:pt x="8646149" y="915153"/>
                  </a:lnTo>
                  <a:lnTo>
                    <a:pt x="8602749" y="972468"/>
                  </a:lnTo>
                  <a:lnTo>
                    <a:pt x="8559365" y="1029559"/>
                  </a:lnTo>
                  <a:lnTo>
                    <a:pt x="8516037" y="1085804"/>
                  </a:lnTo>
                  <a:lnTo>
                    <a:pt x="8472788" y="1140620"/>
                  </a:lnTo>
                  <a:lnTo>
                    <a:pt x="8429610" y="1193485"/>
                  </a:lnTo>
                  <a:lnTo>
                    <a:pt x="8386456" y="1243961"/>
                  </a:lnTo>
                  <a:lnTo>
                    <a:pt x="8343226" y="1291704"/>
                  </a:lnTo>
                  <a:lnTo>
                    <a:pt x="8299761" y="1336467"/>
                  </a:lnTo>
                  <a:lnTo>
                    <a:pt x="8255826" y="1378106"/>
                  </a:lnTo>
                  <a:lnTo>
                    <a:pt x="8211103" y="1416569"/>
                  </a:lnTo>
                  <a:lnTo>
                    <a:pt x="8165172" y="1451890"/>
                  </a:lnTo>
                  <a:lnTo>
                    <a:pt x="8151487" y="1461604"/>
                  </a:lnTo>
                  <a:lnTo>
                    <a:pt x="8104319" y="1492295"/>
                  </a:lnTo>
                  <a:lnTo>
                    <a:pt x="8054677" y="1520086"/>
                  </a:lnTo>
                  <a:lnTo>
                    <a:pt x="8001816" y="1545104"/>
                  </a:lnTo>
                  <a:lnTo>
                    <a:pt x="7944922" y="1567579"/>
                  </a:lnTo>
                  <a:lnTo>
                    <a:pt x="7883162" y="1587775"/>
                  </a:lnTo>
                  <a:lnTo>
                    <a:pt x="7815738" y="1605955"/>
                  </a:lnTo>
                  <a:lnTo>
                    <a:pt x="7741968" y="1622357"/>
                  </a:lnTo>
                  <a:lnTo>
                    <a:pt x="7661377" y="1637180"/>
                  </a:lnTo>
                  <a:lnTo>
                    <a:pt x="7573840" y="1650581"/>
                  </a:lnTo>
                  <a:lnTo>
                    <a:pt x="7479745" y="1662667"/>
                  </a:lnTo>
                  <a:lnTo>
                    <a:pt x="7380180" y="1673499"/>
                  </a:lnTo>
                  <a:lnTo>
                    <a:pt x="7277096" y="1683095"/>
                  </a:lnTo>
                  <a:lnTo>
                    <a:pt x="7173390" y="1691441"/>
                  </a:lnTo>
                  <a:lnTo>
                    <a:pt x="7072809" y="1698507"/>
                  </a:lnTo>
                  <a:lnTo>
                    <a:pt x="6979636" y="1704275"/>
                  </a:lnTo>
                  <a:lnTo>
                    <a:pt x="6898107" y="1708757"/>
                  </a:lnTo>
                  <a:lnTo>
                    <a:pt x="6831689" y="1712023"/>
                  </a:lnTo>
                  <a:lnTo>
                    <a:pt x="6782367" y="1714203"/>
                  </a:lnTo>
                  <a:lnTo>
                    <a:pt x="6750166" y="1715489"/>
                  </a:lnTo>
                  <a:lnTo>
                    <a:pt x="6733023" y="1716110"/>
                  </a:lnTo>
                  <a:lnTo>
                    <a:pt x="6726955" y="1716310"/>
                  </a:lnTo>
                  <a:lnTo>
                    <a:pt x="6726343" y="1716329"/>
                  </a:lnTo>
                  <a:lnTo>
                    <a:pt x="5254955" y="1716329"/>
                  </a:lnTo>
                  <a:lnTo>
                    <a:pt x="5253753" y="1716287"/>
                  </a:lnTo>
                  <a:lnTo>
                    <a:pt x="5245858" y="1715989"/>
                  </a:lnTo>
                  <a:lnTo>
                    <a:pt x="5225991" y="1715165"/>
                  </a:lnTo>
                  <a:lnTo>
                    <a:pt x="5190554" y="1713544"/>
                  </a:lnTo>
                  <a:lnTo>
                    <a:pt x="5137902" y="1710876"/>
                  </a:lnTo>
                  <a:lnTo>
                    <a:pt x="5068467" y="1706960"/>
                  </a:lnTo>
                  <a:lnTo>
                    <a:pt x="4984555" y="1701662"/>
                  </a:lnTo>
                  <a:lnTo>
                    <a:pt x="4889819" y="1694920"/>
                  </a:lnTo>
                  <a:lnTo>
                    <a:pt x="4788533" y="1686727"/>
                  </a:lnTo>
                  <a:lnTo>
                    <a:pt x="4684889" y="1677109"/>
                  </a:lnTo>
                  <a:lnTo>
                    <a:pt x="4582472" y="1666099"/>
                  </a:lnTo>
                  <a:lnTo>
                    <a:pt x="4483986" y="1653704"/>
                  </a:lnTo>
                  <a:lnTo>
                    <a:pt x="4391206" y="1639899"/>
                  </a:lnTo>
                  <a:lnTo>
                    <a:pt x="4305074" y="1624605"/>
                  </a:lnTo>
                  <a:lnTo>
                    <a:pt x="4225871" y="1607693"/>
                  </a:lnTo>
                  <a:lnTo>
                    <a:pt x="4153398" y="1588980"/>
                  </a:lnTo>
                  <a:lnTo>
                    <a:pt x="4087141" y="1568235"/>
                  </a:lnTo>
                  <a:lnTo>
                    <a:pt x="4026392" y="1545185"/>
                  </a:lnTo>
                  <a:lnTo>
                    <a:pt x="3970351" y="1519536"/>
                  </a:lnTo>
                  <a:lnTo>
                    <a:pt x="3918188" y="1490995"/>
                  </a:lnTo>
                  <a:lnTo>
                    <a:pt x="3869101" y="1459319"/>
                  </a:lnTo>
                  <a:lnTo>
                    <a:pt x="3829811" y="1430274"/>
                  </a:lnTo>
                  <a:lnTo>
                    <a:pt x="3784922" y="1392935"/>
                  </a:lnTo>
                  <a:lnTo>
                    <a:pt x="3741314" y="1352321"/>
                  </a:lnTo>
                  <a:lnTo>
                    <a:pt x="3698570" y="1308373"/>
                  </a:lnTo>
                  <a:lnTo>
                    <a:pt x="3656372" y="1261108"/>
                  </a:lnTo>
                  <a:lnTo>
                    <a:pt x="3614477" y="1210636"/>
                  </a:lnTo>
                  <a:lnTo>
                    <a:pt x="3572713" y="1157160"/>
                  </a:lnTo>
                  <a:lnTo>
                    <a:pt x="3530965" y="1100983"/>
                  </a:lnTo>
                  <a:lnTo>
                    <a:pt x="3489168" y="1042505"/>
                  </a:lnTo>
                  <a:lnTo>
                    <a:pt x="3447297" y="982212"/>
                  </a:lnTo>
                  <a:lnTo>
                    <a:pt x="3405358" y="920664"/>
                  </a:lnTo>
                  <a:lnTo>
                    <a:pt x="3363380" y="858474"/>
                  </a:lnTo>
                  <a:lnTo>
                    <a:pt x="3321401" y="796281"/>
                  </a:lnTo>
                  <a:lnTo>
                    <a:pt x="3279462" y="734724"/>
                  </a:lnTo>
                  <a:lnTo>
                    <a:pt x="3237590" y="674416"/>
                  </a:lnTo>
                  <a:lnTo>
                    <a:pt x="3195792" y="615917"/>
                  </a:lnTo>
                  <a:lnTo>
                    <a:pt x="3154044" y="559715"/>
                  </a:lnTo>
                  <a:lnTo>
                    <a:pt x="3112281" y="506210"/>
                  </a:lnTo>
                  <a:lnTo>
                    <a:pt x="3070389" y="455707"/>
                  </a:lnTo>
                  <a:lnTo>
                    <a:pt x="3028194" y="408410"/>
                  </a:lnTo>
                  <a:lnTo>
                    <a:pt x="2985458" y="364429"/>
                  </a:lnTo>
                  <a:lnTo>
                    <a:pt x="2941860" y="323782"/>
                  </a:lnTo>
                  <a:lnTo>
                    <a:pt x="2896986" y="286410"/>
                  </a:lnTo>
                  <a:lnTo>
                    <a:pt x="2896531" y="286054"/>
                  </a:lnTo>
                  <a:lnTo>
                    <a:pt x="2849460" y="251654"/>
                  </a:lnTo>
                  <a:lnTo>
                    <a:pt x="2799927" y="220499"/>
                  </a:lnTo>
                  <a:lnTo>
                    <a:pt x="2747191" y="192445"/>
                  </a:lnTo>
                  <a:lnTo>
                    <a:pt x="2690443" y="167238"/>
                  </a:lnTo>
                  <a:lnTo>
                    <a:pt x="2628854" y="144582"/>
                  </a:lnTo>
                  <a:lnTo>
                    <a:pt x="2561633" y="124183"/>
                  </a:lnTo>
                  <a:lnTo>
                    <a:pt x="2488097" y="105777"/>
                  </a:lnTo>
                  <a:lnTo>
                    <a:pt x="2407773" y="89138"/>
                  </a:lnTo>
                  <a:lnTo>
                    <a:pt x="2320529" y="74093"/>
                  </a:lnTo>
                  <a:lnTo>
                    <a:pt x="2226740" y="60520"/>
                  </a:lnTo>
                  <a:lnTo>
                    <a:pt x="2127473" y="48351"/>
                  </a:lnTo>
                  <a:lnTo>
                    <a:pt x="2024649" y="37565"/>
                  </a:lnTo>
                  <a:lnTo>
                    <a:pt x="1921123" y="28176"/>
                  </a:lnTo>
                  <a:lnTo>
                    <a:pt x="1820605" y="20217"/>
                  </a:lnTo>
                  <a:lnTo>
                    <a:pt x="1727340" y="13710"/>
                  </a:lnTo>
                  <a:lnTo>
                    <a:pt x="1645554" y="8643"/>
                  </a:lnTo>
                  <a:lnTo>
                    <a:pt x="1578728" y="4940"/>
                  </a:lnTo>
                  <a:lnTo>
                    <a:pt x="1528892" y="2457"/>
                  </a:lnTo>
                  <a:lnTo>
                    <a:pt x="1496145" y="982"/>
                  </a:lnTo>
                  <a:lnTo>
                    <a:pt x="1478511" y="263"/>
                  </a:lnTo>
                  <a:lnTo>
                    <a:pt x="1472101" y="24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68" name="pg968"/>
            <p:cNvSpPr/>
            <p:nvPr/>
          </p:nvSpPr>
          <p:spPr>
            <a:xfrm>
              <a:off x="4799595" y="7971087"/>
              <a:ext cx="11981298" cy="1789886"/>
            </a:xfrm>
            <a:custGeom>
              <a:avLst/>
              <a:pathLst>
                <a:path w="11981298" h="1789886">
                  <a:moveTo>
                    <a:pt x="0" y="8172"/>
                  </a:moveTo>
                  <a:lnTo>
                    <a:pt x="1471387" y="8172"/>
                  </a:lnTo>
                  <a:lnTo>
                    <a:pt x="1472588" y="8215"/>
                  </a:lnTo>
                  <a:lnTo>
                    <a:pt x="1480472" y="8520"/>
                  </a:lnTo>
                  <a:lnTo>
                    <a:pt x="1500313" y="9362"/>
                  </a:lnTo>
                  <a:lnTo>
                    <a:pt x="1535706" y="11020"/>
                  </a:lnTo>
                  <a:lnTo>
                    <a:pt x="1588297" y="13748"/>
                  </a:lnTo>
                  <a:lnTo>
                    <a:pt x="1657660" y="17752"/>
                  </a:lnTo>
                  <a:lnTo>
                    <a:pt x="1741494" y="23169"/>
                  </a:lnTo>
                  <a:lnTo>
                    <a:pt x="1836156" y="30063"/>
                  </a:lnTo>
                  <a:lnTo>
                    <a:pt x="1937377" y="38441"/>
                  </a:lnTo>
                  <a:lnTo>
                    <a:pt x="2040971" y="48277"/>
                  </a:lnTo>
                  <a:lnTo>
                    <a:pt x="2143354" y="59538"/>
                  </a:lnTo>
                  <a:lnTo>
                    <a:pt x="2241820" y="72213"/>
                  </a:lnTo>
                  <a:lnTo>
                    <a:pt x="2334593" y="86332"/>
                  </a:lnTo>
                  <a:lnTo>
                    <a:pt x="2420728" y="101973"/>
                  </a:lnTo>
                  <a:lnTo>
                    <a:pt x="2499942" y="119268"/>
                  </a:lnTo>
                  <a:lnTo>
                    <a:pt x="2572427" y="138403"/>
                  </a:lnTo>
                  <a:lnTo>
                    <a:pt x="2638699" y="159616"/>
                  </a:lnTo>
                  <a:lnTo>
                    <a:pt x="2699461" y="183183"/>
                  </a:lnTo>
                  <a:lnTo>
                    <a:pt x="2755513" y="209406"/>
                  </a:lnTo>
                  <a:lnTo>
                    <a:pt x="2807684" y="238585"/>
                  </a:lnTo>
                  <a:lnTo>
                    <a:pt x="2856773" y="270969"/>
                  </a:lnTo>
                  <a:lnTo>
                    <a:pt x="2896531" y="301038"/>
                  </a:lnTo>
                  <a:lnTo>
                    <a:pt x="2941107" y="338984"/>
                  </a:lnTo>
                  <a:lnTo>
                    <a:pt x="2984416" y="380233"/>
                  </a:lnTo>
                  <a:lnTo>
                    <a:pt x="3026867" y="424847"/>
                  </a:lnTo>
                  <a:lnTo>
                    <a:pt x="3068776" y="472810"/>
                  </a:lnTo>
                  <a:lnTo>
                    <a:pt x="3110380" y="524016"/>
                  </a:lnTo>
                  <a:lnTo>
                    <a:pt x="3151849" y="578262"/>
                  </a:lnTo>
                  <a:lnTo>
                    <a:pt x="3193299" y="635249"/>
                  </a:lnTo>
                  <a:lnTo>
                    <a:pt x="3234796" y="694582"/>
                  </a:lnTo>
                  <a:lnTo>
                    <a:pt x="3276365" y="755776"/>
                  </a:lnTo>
                  <a:lnTo>
                    <a:pt x="3318002" y="818275"/>
                  </a:lnTo>
                  <a:lnTo>
                    <a:pt x="3359680" y="881467"/>
                  </a:lnTo>
                  <a:lnTo>
                    <a:pt x="3401362" y="944713"/>
                  </a:lnTo>
                  <a:lnTo>
                    <a:pt x="3443008" y="1007371"/>
                  </a:lnTo>
                  <a:lnTo>
                    <a:pt x="3484590" y="1068825"/>
                  </a:lnTo>
                  <a:lnTo>
                    <a:pt x="3526098" y="1128505"/>
                  </a:lnTo>
                  <a:lnTo>
                    <a:pt x="3567552" y="1185915"/>
                  </a:lnTo>
                  <a:lnTo>
                    <a:pt x="3609012" y="1240644"/>
                  </a:lnTo>
                  <a:lnTo>
                    <a:pt x="3650583" y="1292376"/>
                  </a:lnTo>
                  <a:lnTo>
                    <a:pt x="3692426" y="1340892"/>
                  </a:lnTo>
                  <a:lnTo>
                    <a:pt x="3734767" y="1386070"/>
                  </a:lnTo>
                  <a:lnTo>
                    <a:pt x="3777907" y="1427881"/>
                  </a:lnTo>
                  <a:lnTo>
                    <a:pt x="3822237" y="1466372"/>
                  </a:lnTo>
                  <a:lnTo>
                    <a:pt x="3829811" y="1472501"/>
                  </a:lnTo>
                  <a:lnTo>
                    <a:pt x="3876859" y="1507705"/>
                  </a:lnTo>
                  <a:lnTo>
                    <a:pt x="3926368" y="1539589"/>
                  </a:lnTo>
                  <a:lnTo>
                    <a:pt x="3979075" y="1568301"/>
                  </a:lnTo>
                  <a:lnTo>
                    <a:pt x="4035790" y="1594101"/>
                  </a:lnTo>
                  <a:lnTo>
                    <a:pt x="4097339" y="1617291"/>
                  </a:lnTo>
                  <a:lnTo>
                    <a:pt x="4164513" y="1638171"/>
                  </a:lnTo>
                  <a:lnTo>
                    <a:pt x="4237994" y="1657013"/>
                  </a:lnTo>
                  <a:lnTo>
                    <a:pt x="4318256" y="1674046"/>
                  </a:lnTo>
                  <a:lnTo>
                    <a:pt x="4405433" y="1689448"/>
                  </a:lnTo>
                  <a:lnTo>
                    <a:pt x="4499151" y="1703344"/>
                  </a:lnTo>
                  <a:lnTo>
                    <a:pt x="4598349" y="1715804"/>
                  </a:lnTo>
                  <a:lnTo>
                    <a:pt x="4701113" y="1726850"/>
                  </a:lnTo>
                  <a:lnTo>
                    <a:pt x="4804597" y="1736466"/>
                  </a:lnTo>
                  <a:lnTo>
                    <a:pt x="4905101" y="1744620"/>
                  </a:lnTo>
                  <a:lnTo>
                    <a:pt x="4998385" y="1751288"/>
                  </a:lnTo>
                  <a:lnTo>
                    <a:pt x="5080230" y="1756485"/>
                  </a:lnTo>
                  <a:lnTo>
                    <a:pt x="5147150" y="1760284"/>
                  </a:lnTo>
                  <a:lnTo>
                    <a:pt x="5197105" y="1762835"/>
                  </a:lnTo>
                  <a:lnTo>
                    <a:pt x="5229978" y="1764351"/>
                  </a:lnTo>
                  <a:lnTo>
                    <a:pt x="5247726" y="1765094"/>
                  </a:lnTo>
                  <a:lnTo>
                    <a:pt x="5254216" y="1765341"/>
                  </a:lnTo>
                  <a:lnTo>
                    <a:pt x="5254955" y="1765367"/>
                  </a:lnTo>
                  <a:lnTo>
                    <a:pt x="6726343" y="1765367"/>
                  </a:lnTo>
                  <a:lnTo>
                    <a:pt x="6727580" y="1765368"/>
                  </a:lnTo>
                  <a:lnTo>
                    <a:pt x="6735702" y="1765372"/>
                  </a:lnTo>
                  <a:lnTo>
                    <a:pt x="6756123" y="1765384"/>
                  </a:lnTo>
                  <a:lnTo>
                    <a:pt x="6792501" y="1765408"/>
                  </a:lnTo>
                  <a:lnTo>
                    <a:pt x="6846456" y="1765447"/>
                  </a:lnTo>
                  <a:lnTo>
                    <a:pt x="6917452" y="1765505"/>
                  </a:lnTo>
                  <a:lnTo>
                    <a:pt x="7003020" y="1765583"/>
                  </a:lnTo>
                  <a:lnTo>
                    <a:pt x="7099336" y="1765682"/>
                  </a:lnTo>
                  <a:lnTo>
                    <a:pt x="7201982" y="1765801"/>
                  </a:lnTo>
                  <a:lnTo>
                    <a:pt x="7306677" y="1765942"/>
                  </a:lnTo>
                  <a:lnTo>
                    <a:pt x="7409805" y="1766103"/>
                  </a:lnTo>
                  <a:lnTo>
                    <a:pt x="7508682" y="1766284"/>
                  </a:lnTo>
                  <a:lnTo>
                    <a:pt x="7601585" y="1766486"/>
                  </a:lnTo>
                  <a:lnTo>
                    <a:pt x="7687639" y="1766710"/>
                  </a:lnTo>
                  <a:lnTo>
                    <a:pt x="7766629" y="1766957"/>
                  </a:lnTo>
                  <a:lnTo>
                    <a:pt x="7838816" y="1767231"/>
                  </a:lnTo>
                  <a:lnTo>
                    <a:pt x="7904768" y="1767536"/>
                  </a:lnTo>
                  <a:lnTo>
                    <a:pt x="7965235" y="1767875"/>
                  </a:lnTo>
                  <a:lnTo>
                    <a:pt x="8021052" y="1768252"/>
                  </a:lnTo>
                  <a:lnTo>
                    <a:pt x="8073070" y="1768672"/>
                  </a:lnTo>
                  <a:lnTo>
                    <a:pt x="8122106" y="1769139"/>
                  </a:lnTo>
                  <a:lnTo>
                    <a:pt x="8151487" y="1769454"/>
                  </a:lnTo>
                  <a:lnTo>
                    <a:pt x="8207719" y="1770132"/>
                  </a:lnTo>
                  <a:lnTo>
                    <a:pt x="8262102" y="1770885"/>
                  </a:lnTo>
                  <a:lnTo>
                    <a:pt x="8315389" y="1771713"/>
                  </a:lnTo>
                  <a:lnTo>
                    <a:pt x="8368113" y="1772614"/>
                  </a:lnTo>
                  <a:lnTo>
                    <a:pt x="8420633" y="1773583"/>
                  </a:lnTo>
                  <a:lnTo>
                    <a:pt x="8473161" y="1774611"/>
                  </a:lnTo>
                  <a:lnTo>
                    <a:pt x="8525792" y="1775684"/>
                  </a:lnTo>
                  <a:lnTo>
                    <a:pt x="8578534" y="1776789"/>
                  </a:lnTo>
                  <a:lnTo>
                    <a:pt x="8631335" y="1777907"/>
                  </a:lnTo>
                  <a:lnTo>
                    <a:pt x="8684115" y="1779020"/>
                  </a:lnTo>
                  <a:lnTo>
                    <a:pt x="8736805" y="1780111"/>
                  </a:lnTo>
                  <a:lnTo>
                    <a:pt x="8789379" y="1781163"/>
                  </a:lnTo>
                  <a:lnTo>
                    <a:pt x="8841884" y="1782163"/>
                  </a:lnTo>
                  <a:lnTo>
                    <a:pt x="8894471" y="1783099"/>
                  </a:lnTo>
                  <a:lnTo>
                    <a:pt x="8947422" y="1783964"/>
                  </a:lnTo>
                  <a:lnTo>
                    <a:pt x="9001178" y="1784754"/>
                  </a:lnTo>
                  <a:lnTo>
                    <a:pt x="9056376" y="1785470"/>
                  </a:lnTo>
                  <a:lnTo>
                    <a:pt x="9084767" y="1785800"/>
                  </a:lnTo>
                  <a:lnTo>
                    <a:pt x="9132316" y="1786296"/>
                  </a:lnTo>
                  <a:lnTo>
                    <a:pt x="9182384" y="1786745"/>
                  </a:lnTo>
                  <a:lnTo>
                    <a:pt x="9235734" y="1787148"/>
                  </a:lnTo>
                  <a:lnTo>
                    <a:pt x="9293202" y="1787511"/>
                  </a:lnTo>
                  <a:lnTo>
                    <a:pt x="9355640" y="1787836"/>
                  </a:lnTo>
                  <a:lnTo>
                    <a:pt x="9423860" y="1788128"/>
                  </a:lnTo>
                  <a:lnTo>
                    <a:pt x="9498556" y="1788392"/>
                  </a:lnTo>
                  <a:lnTo>
                    <a:pt x="9580197" y="1788631"/>
                  </a:lnTo>
                  <a:lnTo>
                    <a:pt x="9668887" y="1788846"/>
                  </a:lnTo>
                  <a:lnTo>
                    <a:pt x="9764186" y="1789040"/>
                  </a:lnTo>
                  <a:lnTo>
                    <a:pt x="9864917" y="1789213"/>
                  </a:lnTo>
                  <a:lnTo>
                    <a:pt x="9969003" y="1789367"/>
                  </a:lnTo>
                  <a:lnTo>
                    <a:pt x="10073395" y="1789499"/>
                  </a:lnTo>
                  <a:lnTo>
                    <a:pt x="10174181" y="1789611"/>
                  </a:lnTo>
                  <a:lnTo>
                    <a:pt x="10266952" y="1789702"/>
                  </a:lnTo>
                  <a:lnTo>
                    <a:pt x="10347423" y="1789772"/>
                  </a:lnTo>
                  <a:lnTo>
                    <a:pt x="10412195" y="1789823"/>
                  </a:lnTo>
                  <a:lnTo>
                    <a:pt x="10459477" y="1789856"/>
                  </a:lnTo>
                  <a:lnTo>
                    <a:pt x="10489540" y="1789875"/>
                  </a:lnTo>
                  <a:lnTo>
                    <a:pt x="10504798" y="1789883"/>
                  </a:lnTo>
                  <a:lnTo>
                    <a:pt x="10509604" y="1789886"/>
                  </a:lnTo>
                  <a:lnTo>
                    <a:pt x="10509911" y="1789886"/>
                  </a:lnTo>
                  <a:lnTo>
                    <a:pt x="11981298" y="1789886"/>
                  </a:lnTo>
                  <a:lnTo>
                    <a:pt x="11981298" y="1781713"/>
                  </a:lnTo>
                  <a:lnTo>
                    <a:pt x="10509911" y="1781713"/>
                  </a:lnTo>
                  <a:lnTo>
                    <a:pt x="10508673" y="1781713"/>
                  </a:lnTo>
                  <a:lnTo>
                    <a:pt x="10500551" y="1781708"/>
                  </a:lnTo>
                  <a:lnTo>
                    <a:pt x="10480130" y="1781696"/>
                  </a:lnTo>
                  <a:lnTo>
                    <a:pt x="10443752" y="1781672"/>
                  </a:lnTo>
                  <a:lnTo>
                    <a:pt x="10389797" y="1781633"/>
                  </a:lnTo>
                  <a:lnTo>
                    <a:pt x="10318801" y="1781575"/>
                  </a:lnTo>
                  <a:lnTo>
                    <a:pt x="10233233" y="1781498"/>
                  </a:lnTo>
                  <a:lnTo>
                    <a:pt x="10136917" y="1781399"/>
                  </a:lnTo>
                  <a:lnTo>
                    <a:pt x="10034271" y="1781279"/>
                  </a:lnTo>
                  <a:lnTo>
                    <a:pt x="9929577" y="1781138"/>
                  </a:lnTo>
                  <a:lnTo>
                    <a:pt x="9826448" y="1780977"/>
                  </a:lnTo>
                  <a:lnTo>
                    <a:pt x="9727571" y="1780796"/>
                  </a:lnTo>
                  <a:lnTo>
                    <a:pt x="9634668" y="1780594"/>
                  </a:lnTo>
                  <a:lnTo>
                    <a:pt x="9548614" y="1780371"/>
                  </a:lnTo>
                  <a:lnTo>
                    <a:pt x="9469624" y="1780123"/>
                  </a:lnTo>
                  <a:lnTo>
                    <a:pt x="9397437" y="1779849"/>
                  </a:lnTo>
                  <a:lnTo>
                    <a:pt x="9331485" y="1779544"/>
                  </a:lnTo>
                  <a:lnTo>
                    <a:pt x="9271018" y="1779206"/>
                  </a:lnTo>
                  <a:lnTo>
                    <a:pt x="9215202" y="1778828"/>
                  </a:lnTo>
                  <a:lnTo>
                    <a:pt x="9163183" y="1778408"/>
                  </a:lnTo>
                  <a:lnTo>
                    <a:pt x="9114148" y="1777941"/>
                  </a:lnTo>
                  <a:lnTo>
                    <a:pt x="9084767" y="1777627"/>
                  </a:lnTo>
                  <a:lnTo>
                    <a:pt x="9028534" y="1776948"/>
                  </a:lnTo>
                  <a:lnTo>
                    <a:pt x="8974151" y="1776195"/>
                  </a:lnTo>
                  <a:lnTo>
                    <a:pt x="8920864" y="1775367"/>
                  </a:lnTo>
                  <a:lnTo>
                    <a:pt x="8868140" y="1774466"/>
                  </a:lnTo>
                  <a:lnTo>
                    <a:pt x="8815620" y="1773497"/>
                  </a:lnTo>
                  <a:lnTo>
                    <a:pt x="8763093" y="1772470"/>
                  </a:lnTo>
                  <a:lnTo>
                    <a:pt x="8710461" y="1771396"/>
                  </a:lnTo>
                  <a:lnTo>
                    <a:pt x="8657719" y="1770292"/>
                  </a:lnTo>
                  <a:lnTo>
                    <a:pt x="8604919" y="1769174"/>
                  </a:lnTo>
                  <a:lnTo>
                    <a:pt x="8552139" y="1768060"/>
                  </a:lnTo>
                  <a:lnTo>
                    <a:pt x="8499448" y="1766969"/>
                  </a:lnTo>
                  <a:lnTo>
                    <a:pt x="8446874" y="1765917"/>
                  </a:lnTo>
                  <a:lnTo>
                    <a:pt x="8394369" y="1764918"/>
                  </a:lnTo>
                  <a:lnTo>
                    <a:pt x="8341782" y="1763982"/>
                  </a:lnTo>
                  <a:lnTo>
                    <a:pt x="8288831" y="1763116"/>
                  </a:lnTo>
                  <a:lnTo>
                    <a:pt x="8235075" y="1762326"/>
                  </a:lnTo>
                  <a:lnTo>
                    <a:pt x="8179877" y="1761611"/>
                  </a:lnTo>
                  <a:lnTo>
                    <a:pt x="8151487" y="1761281"/>
                  </a:lnTo>
                  <a:lnTo>
                    <a:pt x="8103938" y="1760785"/>
                  </a:lnTo>
                  <a:lnTo>
                    <a:pt x="8053870" y="1760336"/>
                  </a:lnTo>
                  <a:lnTo>
                    <a:pt x="8000519" y="1759932"/>
                  </a:lnTo>
                  <a:lnTo>
                    <a:pt x="7943052" y="1759570"/>
                  </a:lnTo>
                  <a:lnTo>
                    <a:pt x="7880614" y="1759244"/>
                  </a:lnTo>
                  <a:lnTo>
                    <a:pt x="7812394" y="1758952"/>
                  </a:lnTo>
                  <a:lnTo>
                    <a:pt x="7737698" y="1758688"/>
                  </a:lnTo>
                  <a:lnTo>
                    <a:pt x="7656056" y="1758450"/>
                  </a:lnTo>
                  <a:lnTo>
                    <a:pt x="7567366" y="1758234"/>
                  </a:lnTo>
                  <a:lnTo>
                    <a:pt x="7472068" y="1758041"/>
                  </a:lnTo>
                  <a:lnTo>
                    <a:pt x="7371337" y="1757867"/>
                  </a:lnTo>
                  <a:lnTo>
                    <a:pt x="7267250" y="1757714"/>
                  </a:lnTo>
                  <a:lnTo>
                    <a:pt x="7162859" y="1757581"/>
                  </a:lnTo>
                  <a:lnTo>
                    <a:pt x="7062073" y="1757469"/>
                  </a:lnTo>
                  <a:lnTo>
                    <a:pt x="6969301" y="1757378"/>
                  </a:lnTo>
                  <a:lnTo>
                    <a:pt x="6888830" y="1757308"/>
                  </a:lnTo>
                  <a:lnTo>
                    <a:pt x="6824058" y="1757258"/>
                  </a:lnTo>
                  <a:lnTo>
                    <a:pt x="6776776" y="1757225"/>
                  </a:lnTo>
                  <a:lnTo>
                    <a:pt x="6746714" y="1757206"/>
                  </a:lnTo>
                  <a:lnTo>
                    <a:pt x="6731455" y="1757197"/>
                  </a:lnTo>
                  <a:lnTo>
                    <a:pt x="6726649" y="1757194"/>
                  </a:lnTo>
                  <a:lnTo>
                    <a:pt x="6726343" y="1757194"/>
                  </a:lnTo>
                  <a:lnTo>
                    <a:pt x="5254955" y="1757194"/>
                  </a:lnTo>
                  <a:lnTo>
                    <a:pt x="5253754" y="1757151"/>
                  </a:lnTo>
                  <a:lnTo>
                    <a:pt x="5245870" y="1756847"/>
                  </a:lnTo>
                  <a:lnTo>
                    <a:pt x="5226029" y="1756004"/>
                  </a:lnTo>
                  <a:lnTo>
                    <a:pt x="5190636" y="1754347"/>
                  </a:lnTo>
                  <a:lnTo>
                    <a:pt x="5138045" y="1751619"/>
                  </a:lnTo>
                  <a:lnTo>
                    <a:pt x="5068683" y="1747615"/>
                  </a:lnTo>
                  <a:lnTo>
                    <a:pt x="4984848" y="1742198"/>
                  </a:lnTo>
                  <a:lnTo>
                    <a:pt x="4890187" y="1735304"/>
                  </a:lnTo>
                  <a:lnTo>
                    <a:pt x="4788965" y="1726925"/>
                  </a:lnTo>
                  <a:lnTo>
                    <a:pt x="4685371" y="1717090"/>
                  </a:lnTo>
                  <a:lnTo>
                    <a:pt x="4582988" y="1705829"/>
                  </a:lnTo>
                  <a:lnTo>
                    <a:pt x="4484522" y="1693153"/>
                  </a:lnTo>
                  <a:lnTo>
                    <a:pt x="4391749" y="1679034"/>
                  </a:lnTo>
                  <a:lnTo>
                    <a:pt x="4305614" y="1663394"/>
                  </a:lnTo>
                  <a:lnTo>
                    <a:pt x="4226401" y="1646099"/>
                  </a:lnTo>
                  <a:lnTo>
                    <a:pt x="4153915" y="1626963"/>
                  </a:lnTo>
                  <a:lnTo>
                    <a:pt x="4087643" y="1605751"/>
                  </a:lnTo>
                  <a:lnTo>
                    <a:pt x="4026881" y="1582184"/>
                  </a:lnTo>
                  <a:lnTo>
                    <a:pt x="3970829" y="1555960"/>
                  </a:lnTo>
                  <a:lnTo>
                    <a:pt x="3918658" y="1526781"/>
                  </a:lnTo>
                  <a:lnTo>
                    <a:pt x="3869569" y="1494398"/>
                  </a:lnTo>
                  <a:lnTo>
                    <a:pt x="3829811" y="1464328"/>
                  </a:lnTo>
                  <a:lnTo>
                    <a:pt x="3785236" y="1426383"/>
                  </a:lnTo>
                  <a:lnTo>
                    <a:pt x="3741926" y="1385134"/>
                  </a:lnTo>
                  <a:lnTo>
                    <a:pt x="3699475" y="1340519"/>
                  </a:lnTo>
                  <a:lnTo>
                    <a:pt x="3657566" y="1292556"/>
                  </a:lnTo>
                  <a:lnTo>
                    <a:pt x="3615962" y="1241351"/>
                  </a:lnTo>
                  <a:lnTo>
                    <a:pt x="3574493" y="1187105"/>
                  </a:lnTo>
                  <a:lnTo>
                    <a:pt x="3533043" y="1130117"/>
                  </a:lnTo>
                  <a:lnTo>
                    <a:pt x="3491546" y="1070784"/>
                  </a:lnTo>
                  <a:lnTo>
                    <a:pt x="3449977" y="1009590"/>
                  </a:lnTo>
                  <a:lnTo>
                    <a:pt x="3408340" y="947092"/>
                  </a:lnTo>
                  <a:lnTo>
                    <a:pt x="3366662" y="883900"/>
                  </a:lnTo>
                  <a:lnTo>
                    <a:pt x="3324980" y="820654"/>
                  </a:lnTo>
                  <a:lnTo>
                    <a:pt x="3283334" y="757995"/>
                  </a:lnTo>
                  <a:lnTo>
                    <a:pt x="3241752" y="696542"/>
                  </a:lnTo>
                  <a:lnTo>
                    <a:pt x="3200244" y="636862"/>
                  </a:lnTo>
                  <a:lnTo>
                    <a:pt x="3158790" y="579451"/>
                  </a:lnTo>
                  <a:lnTo>
                    <a:pt x="3117330" y="524722"/>
                  </a:lnTo>
                  <a:lnTo>
                    <a:pt x="3075759" y="472991"/>
                  </a:lnTo>
                  <a:lnTo>
                    <a:pt x="3033916" y="424475"/>
                  </a:lnTo>
                  <a:lnTo>
                    <a:pt x="2991575" y="379296"/>
                  </a:lnTo>
                  <a:lnTo>
                    <a:pt x="2948436" y="337486"/>
                  </a:lnTo>
                  <a:lnTo>
                    <a:pt x="2904105" y="298995"/>
                  </a:lnTo>
                  <a:lnTo>
                    <a:pt x="2896531" y="292865"/>
                  </a:lnTo>
                  <a:lnTo>
                    <a:pt x="2849483" y="257662"/>
                  </a:lnTo>
                  <a:lnTo>
                    <a:pt x="2799974" y="225777"/>
                  </a:lnTo>
                  <a:lnTo>
                    <a:pt x="2747267" y="197065"/>
                  </a:lnTo>
                  <a:lnTo>
                    <a:pt x="2690553" y="171265"/>
                  </a:lnTo>
                  <a:lnTo>
                    <a:pt x="2629004" y="148075"/>
                  </a:lnTo>
                  <a:lnTo>
                    <a:pt x="2561829" y="127195"/>
                  </a:lnTo>
                  <a:lnTo>
                    <a:pt x="2488348" y="108353"/>
                  </a:lnTo>
                  <a:lnTo>
                    <a:pt x="2408086" y="91321"/>
                  </a:lnTo>
                  <a:lnTo>
                    <a:pt x="2320909" y="75918"/>
                  </a:lnTo>
                  <a:lnTo>
                    <a:pt x="2227191" y="62023"/>
                  </a:lnTo>
                  <a:lnTo>
                    <a:pt x="2127993" y="49563"/>
                  </a:lnTo>
                  <a:lnTo>
                    <a:pt x="2025229" y="38517"/>
                  </a:lnTo>
                  <a:lnTo>
                    <a:pt x="1921745" y="28901"/>
                  </a:lnTo>
                  <a:lnTo>
                    <a:pt x="1821242" y="20747"/>
                  </a:lnTo>
                  <a:lnTo>
                    <a:pt x="1727957" y="14078"/>
                  </a:lnTo>
                  <a:lnTo>
                    <a:pt x="1646112" y="8882"/>
                  </a:lnTo>
                  <a:lnTo>
                    <a:pt x="1579192" y="5082"/>
                  </a:lnTo>
                  <a:lnTo>
                    <a:pt x="1529237" y="2532"/>
                  </a:lnTo>
                  <a:lnTo>
                    <a:pt x="1496364" y="1015"/>
                  </a:lnTo>
                  <a:lnTo>
                    <a:pt x="1478616" y="273"/>
                  </a:lnTo>
                  <a:lnTo>
                    <a:pt x="1472126" y="25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28E5B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969" name="pl969"/>
            <p:cNvSpPr/>
            <p:nvPr/>
          </p:nvSpPr>
          <p:spPr>
            <a:xfrm>
              <a:off x="4799595" y="7979260"/>
              <a:ext cx="11981298" cy="1781713"/>
            </a:xfrm>
            <a:custGeom>
              <a:avLst/>
              <a:pathLst>
                <a:path w="11981298" h="1781713">
                  <a:moveTo>
                    <a:pt x="0" y="0"/>
                  </a:moveTo>
                  <a:lnTo>
                    <a:pt x="1471387" y="0"/>
                  </a:lnTo>
                  <a:lnTo>
                    <a:pt x="1472588" y="42"/>
                  </a:lnTo>
                  <a:lnTo>
                    <a:pt x="1480472" y="347"/>
                  </a:lnTo>
                  <a:lnTo>
                    <a:pt x="1500313" y="1189"/>
                  </a:lnTo>
                  <a:lnTo>
                    <a:pt x="1535706" y="2847"/>
                  </a:lnTo>
                  <a:lnTo>
                    <a:pt x="1588297" y="5575"/>
                  </a:lnTo>
                  <a:lnTo>
                    <a:pt x="1657660" y="9579"/>
                  </a:lnTo>
                  <a:lnTo>
                    <a:pt x="1741494" y="14996"/>
                  </a:lnTo>
                  <a:lnTo>
                    <a:pt x="1836156" y="21890"/>
                  </a:lnTo>
                  <a:lnTo>
                    <a:pt x="1937377" y="30268"/>
                  </a:lnTo>
                  <a:lnTo>
                    <a:pt x="2040971" y="40104"/>
                  </a:lnTo>
                  <a:lnTo>
                    <a:pt x="2143354" y="51365"/>
                  </a:lnTo>
                  <a:lnTo>
                    <a:pt x="2241820" y="64040"/>
                  </a:lnTo>
                  <a:lnTo>
                    <a:pt x="2334593" y="78159"/>
                  </a:lnTo>
                  <a:lnTo>
                    <a:pt x="2420728" y="93800"/>
                  </a:lnTo>
                  <a:lnTo>
                    <a:pt x="2499942" y="111095"/>
                  </a:lnTo>
                  <a:lnTo>
                    <a:pt x="2572427" y="130230"/>
                  </a:lnTo>
                  <a:lnTo>
                    <a:pt x="2638699" y="151443"/>
                  </a:lnTo>
                  <a:lnTo>
                    <a:pt x="2699461" y="175010"/>
                  </a:lnTo>
                  <a:lnTo>
                    <a:pt x="2755513" y="201233"/>
                  </a:lnTo>
                  <a:lnTo>
                    <a:pt x="2807684" y="230412"/>
                  </a:lnTo>
                  <a:lnTo>
                    <a:pt x="2856773" y="262796"/>
                  </a:lnTo>
                  <a:lnTo>
                    <a:pt x="2896531" y="292865"/>
                  </a:lnTo>
                  <a:lnTo>
                    <a:pt x="2941107" y="330811"/>
                  </a:lnTo>
                  <a:lnTo>
                    <a:pt x="2984416" y="372060"/>
                  </a:lnTo>
                  <a:lnTo>
                    <a:pt x="3026867" y="416674"/>
                  </a:lnTo>
                  <a:lnTo>
                    <a:pt x="3068776" y="464637"/>
                  </a:lnTo>
                  <a:lnTo>
                    <a:pt x="3110380" y="515843"/>
                  </a:lnTo>
                  <a:lnTo>
                    <a:pt x="3151849" y="570089"/>
                  </a:lnTo>
                  <a:lnTo>
                    <a:pt x="3193299" y="627076"/>
                  </a:lnTo>
                  <a:lnTo>
                    <a:pt x="3234796" y="686409"/>
                  </a:lnTo>
                  <a:lnTo>
                    <a:pt x="3276365" y="747603"/>
                  </a:lnTo>
                  <a:lnTo>
                    <a:pt x="3318002" y="810102"/>
                  </a:lnTo>
                  <a:lnTo>
                    <a:pt x="3359680" y="873294"/>
                  </a:lnTo>
                  <a:lnTo>
                    <a:pt x="3401362" y="936540"/>
                  </a:lnTo>
                  <a:lnTo>
                    <a:pt x="3443008" y="999198"/>
                  </a:lnTo>
                  <a:lnTo>
                    <a:pt x="3484590" y="1060652"/>
                  </a:lnTo>
                  <a:lnTo>
                    <a:pt x="3526098" y="1120332"/>
                  </a:lnTo>
                  <a:lnTo>
                    <a:pt x="3567552" y="1177742"/>
                  </a:lnTo>
                  <a:lnTo>
                    <a:pt x="3609012" y="1232471"/>
                  </a:lnTo>
                  <a:lnTo>
                    <a:pt x="3650583" y="1284203"/>
                  </a:lnTo>
                  <a:lnTo>
                    <a:pt x="3692426" y="1332719"/>
                  </a:lnTo>
                  <a:lnTo>
                    <a:pt x="3734767" y="1377897"/>
                  </a:lnTo>
                  <a:lnTo>
                    <a:pt x="3777907" y="1419708"/>
                  </a:lnTo>
                  <a:lnTo>
                    <a:pt x="3822237" y="1458199"/>
                  </a:lnTo>
                  <a:lnTo>
                    <a:pt x="3829811" y="1464328"/>
                  </a:lnTo>
                  <a:lnTo>
                    <a:pt x="3876859" y="1499532"/>
                  </a:lnTo>
                  <a:lnTo>
                    <a:pt x="3926368" y="1531416"/>
                  </a:lnTo>
                  <a:lnTo>
                    <a:pt x="3979075" y="1560128"/>
                  </a:lnTo>
                  <a:lnTo>
                    <a:pt x="4035790" y="1585928"/>
                  </a:lnTo>
                  <a:lnTo>
                    <a:pt x="4097339" y="1609118"/>
                  </a:lnTo>
                  <a:lnTo>
                    <a:pt x="4164513" y="1629998"/>
                  </a:lnTo>
                  <a:lnTo>
                    <a:pt x="4237994" y="1648840"/>
                  </a:lnTo>
                  <a:lnTo>
                    <a:pt x="4318256" y="1665873"/>
                  </a:lnTo>
                  <a:lnTo>
                    <a:pt x="4405433" y="1681275"/>
                  </a:lnTo>
                  <a:lnTo>
                    <a:pt x="4499151" y="1695171"/>
                  </a:lnTo>
                  <a:lnTo>
                    <a:pt x="4598349" y="1707631"/>
                  </a:lnTo>
                  <a:lnTo>
                    <a:pt x="4701113" y="1718677"/>
                  </a:lnTo>
                  <a:lnTo>
                    <a:pt x="4804597" y="1728293"/>
                  </a:lnTo>
                  <a:lnTo>
                    <a:pt x="4905101" y="1736447"/>
                  </a:lnTo>
                  <a:lnTo>
                    <a:pt x="4998385" y="1743115"/>
                  </a:lnTo>
                  <a:lnTo>
                    <a:pt x="5080230" y="1748312"/>
                  </a:lnTo>
                  <a:lnTo>
                    <a:pt x="5147150" y="1752111"/>
                  </a:lnTo>
                  <a:lnTo>
                    <a:pt x="5197105" y="1754662"/>
                  </a:lnTo>
                  <a:lnTo>
                    <a:pt x="5229978" y="1756178"/>
                  </a:lnTo>
                  <a:lnTo>
                    <a:pt x="5247726" y="1756921"/>
                  </a:lnTo>
                  <a:lnTo>
                    <a:pt x="5254216" y="1757168"/>
                  </a:lnTo>
                  <a:lnTo>
                    <a:pt x="5254955" y="1757194"/>
                  </a:lnTo>
                  <a:lnTo>
                    <a:pt x="6726343" y="1757194"/>
                  </a:lnTo>
                  <a:lnTo>
                    <a:pt x="6727580" y="1757195"/>
                  </a:lnTo>
                  <a:lnTo>
                    <a:pt x="6735702" y="1757199"/>
                  </a:lnTo>
                  <a:lnTo>
                    <a:pt x="6756123" y="1757211"/>
                  </a:lnTo>
                  <a:lnTo>
                    <a:pt x="6792501" y="1757235"/>
                  </a:lnTo>
                  <a:lnTo>
                    <a:pt x="6846456" y="1757274"/>
                  </a:lnTo>
                  <a:lnTo>
                    <a:pt x="6917452" y="1757332"/>
                  </a:lnTo>
                  <a:lnTo>
                    <a:pt x="7003020" y="1757410"/>
                  </a:lnTo>
                  <a:lnTo>
                    <a:pt x="7099336" y="1757509"/>
                  </a:lnTo>
                  <a:lnTo>
                    <a:pt x="7201982" y="1757628"/>
                  </a:lnTo>
                  <a:lnTo>
                    <a:pt x="7306677" y="1757769"/>
                  </a:lnTo>
                  <a:lnTo>
                    <a:pt x="7409805" y="1757930"/>
                  </a:lnTo>
                  <a:lnTo>
                    <a:pt x="7508682" y="1758111"/>
                  </a:lnTo>
                  <a:lnTo>
                    <a:pt x="7601585" y="1758313"/>
                  </a:lnTo>
                  <a:lnTo>
                    <a:pt x="7687639" y="1758537"/>
                  </a:lnTo>
                  <a:lnTo>
                    <a:pt x="7766629" y="1758784"/>
                  </a:lnTo>
                  <a:lnTo>
                    <a:pt x="7838816" y="1759058"/>
                  </a:lnTo>
                  <a:lnTo>
                    <a:pt x="7904768" y="1759363"/>
                  </a:lnTo>
                  <a:lnTo>
                    <a:pt x="7965235" y="1759702"/>
                  </a:lnTo>
                  <a:lnTo>
                    <a:pt x="8021052" y="1760079"/>
                  </a:lnTo>
                  <a:lnTo>
                    <a:pt x="8073070" y="1760499"/>
                  </a:lnTo>
                  <a:lnTo>
                    <a:pt x="8122106" y="1760966"/>
                  </a:lnTo>
                  <a:lnTo>
                    <a:pt x="8151487" y="1761281"/>
                  </a:lnTo>
                  <a:lnTo>
                    <a:pt x="8207719" y="1761959"/>
                  </a:lnTo>
                  <a:lnTo>
                    <a:pt x="8262102" y="1762712"/>
                  </a:lnTo>
                  <a:lnTo>
                    <a:pt x="8315389" y="1763540"/>
                  </a:lnTo>
                  <a:lnTo>
                    <a:pt x="8368113" y="1764441"/>
                  </a:lnTo>
                  <a:lnTo>
                    <a:pt x="8420633" y="1765410"/>
                  </a:lnTo>
                  <a:lnTo>
                    <a:pt x="8473161" y="1766438"/>
                  </a:lnTo>
                  <a:lnTo>
                    <a:pt x="8525792" y="1767511"/>
                  </a:lnTo>
                  <a:lnTo>
                    <a:pt x="8578534" y="1768616"/>
                  </a:lnTo>
                  <a:lnTo>
                    <a:pt x="8631335" y="1769734"/>
                  </a:lnTo>
                  <a:lnTo>
                    <a:pt x="8684115" y="1770847"/>
                  </a:lnTo>
                  <a:lnTo>
                    <a:pt x="8736805" y="1771938"/>
                  </a:lnTo>
                  <a:lnTo>
                    <a:pt x="8789379" y="1772990"/>
                  </a:lnTo>
                  <a:lnTo>
                    <a:pt x="8841884" y="1773990"/>
                  </a:lnTo>
                  <a:lnTo>
                    <a:pt x="8894471" y="1774926"/>
                  </a:lnTo>
                  <a:lnTo>
                    <a:pt x="8947422" y="1775791"/>
                  </a:lnTo>
                  <a:lnTo>
                    <a:pt x="9001178" y="1776581"/>
                  </a:lnTo>
                  <a:lnTo>
                    <a:pt x="9056376" y="1777297"/>
                  </a:lnTo>
                  <a:lnTo>
                    <a:pt x="9084767" y="1777627"/>
                  </a:lnTo>
                  <a:lnTo>
                    <a:pt x="9132316" y="1778123"/>
                  </a:lnTo>
                  <a:lnTo>
                    <a:pt x="9182384" y="1778572"/>
                  </a:lnTo>
                  <a:lnTo>
                    <a:pt x="9235734" y="1778975"/>
                  </a:lnTo>
                  <a:lnTo>
                    <a:pt x="9293202" y="1779338"/>
                  </a:lnTo>
                  <a:lnTo>
                    <a:pt x="9355640" y="1779663"/>
                  </a:lnTo>
                  <a:lnTo>
                    <a:pt x="9423860" y="1779955"/>
                  </a:lnTo>
                  <a:lnTo>
                    <a:pt x="9498556" y="1780219"/>
                  </a:lnTo>
                  <a:lnTo>
                    <a:pt x="9580197" y="1780458"/>
                  </a:lnTo>
                  <a:lnTo>
                    <a:pt x="9668887" y="1780673"/>
                  </a:lnTo>
                  <a:lnTo>
                    <a:pt x="9764186" y="1780867"/>
                  </a:lnTo>
                  <a:lnTo>
                    <a:pt x="9864917" y="1781040"/>
                  </a:lnTo>
                  <a:lnTo>
                    <a:pt x="9969003" y="1781194"/>
                  </a:lnTo>
                  <a:lnTo>
                    <a:pt x="10073395" y="1781326"/>
                  </a:lnTo>
                  <a:lnTo>
                    <a:pt x="10174181" y="1781438"/>
                  </a:lnTo>
                  <a:lnTo>
                    <a:pt x="10266952" y="1781529"/>
                  </a:lnTo>
                  <a:lnTo>
                    <a:pt x="10347423" y="1781599"/>
                  </a:lnTo>
                  <a:lnTo>
                    <a:pt x="10412195" y="1781650"/>
                  </a:lnTo>
                  <a:lnTo>
                    <a:pt x="10459477" y="1781683"/>
                  </a:lnTo>
                  <a:lnTo>
                    <a:pt x="10489540" y="1781702"/>
                  </a:lnTo>
                  <a:lnTo>
                    <a:pt x="10504798" y="1781710"/>
                  </a:lnTo>
                  <a:lnTo>
                    <a:pt x="10509604" y="1781713"/>
                  </a:lnTo>
                  <a:lnTo>
                    <a:pt x="10509911" y="1781713"/>
                  </a:lnTo>
                  <a:lnTo>
                    <a:pt x="11981298" y="178171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70" name="pl970"/>
            <p:cNvSpPr/>
            <p:nvPr/>
          </p:nvSpPr>
          <p:spPr>
            <a:xfrm>
              <a:off x="4799595" y="7971087"/>
              <a:ext cx="11981298" cy="1781713"/>
            </a:xfrm>
            <a:custGeom>
              <a:avLst/>
              <a:pathLst>
                <a:path w="11981298" h="1781713">
                  <a:moveTo>
                    <a:pt x="11981298" y="1781713"/>
                  </a:moveTo>
                  <a:lnTo>
                    <a:pt x="10509911" y="1781713"/>
                  </a:lnTo>
                  <a:lnTo>
                    <a:pt x="10508673" y="1781713"/>
                  </a:lnTo>
                  <a:lnTo>
                    <a:pt x="10500551" y="1781708"/>
                  </a:lnTo>
                  <a:lnTo>
                    <a:pt x="10480130" y="1781696"/>
                  </a:lnTo>
                  <a:lnTo>
                    <a:pt x="10443752" y="1781672"/>
                  </a:lnTo>
                  <a:lnTo>
                    <a:pt x="10389797" y="1781633"/>
                  </a:lnTo>
                  <a:lnTo>
                    <a:pt x="10318801" y="1781575"/>
                  </a:lnTo>
                  <a:lnTo>
                    <a:pt x="10233233" y="1781498"/>
                  </a:lnTo>
                  <a:lnTo>
                    <a:pt x="10136917" y="1781399"/>
                  </a:lnTo>
                  <a:lnTo>
                    <a:pt x="10034271" y="1781279"/>
                  </a:lnTo>
                  <a:lnTo>
                    <a:pt x="9929577" y="1781138"/>
                  </a:lnTo>
                  <a:lnTo>
                    <a:pt x="9826448" y="1780977"/>
                  </a:lnTo>
                  <a:lnTo>
                    <a:pt x="9727571" y="1780796"/>
                  </a:lnTo>
                  <a:lnTo>
                    <a:pt x="9634668" y="1780594"/>
                  </a:lnTo>
                  <a:lnTo>
                    <a:pt x="9548614" y="1780371"/>
                  </a:lnTo>
                  <a:lnTo>
                    <a:pt x="9469624" y="1780123"/>
                  </a:lnTo>
                  <a:lnTo>
                    <a:pt x="9397437" y="1779849"/>
                  </a:lnTo>
                  <a:lnTo>
                    <a:pt x="9331485" y="1779544"/>
                  </a:lnTo>
                  <a:lnTo>
                    <a:pt x="9271018" y="1779206"/>
                  </a:lnTo>
                  <a:lnTo>
                    <a:pt x="9215202" y="1778828"/>
                  </a:lnTo>
                  <a:lnTo>
                    <a:pt x="9163183" y="1778408"/>
                  </a:lnTo>
                  <a:lnTo>
                    <a:pt x="9114148" y="1777941"/>
                  </a:lnTo>
                  <a:lnTo>
                    <a:pt x="9084767" y="1777627"/>
                  </a:lnTo>
                  <a:lnTo>
                    <a:pt x="9028534" y="1776948"/>
                  </a:lnTo>
                  <a:lnTo>
                    <a:pt x="8974151" y="1776195"/>
                  </a:lnTo>
                  <a:lnTo>
                    <a:pt x="8920864" y="1775367"/>
                  </a:lnTo>
                  <a:lnTo>
                    <a:pt x="8868140" y="1774466"/>
                  </a:lnTo>
                  <a:lnTo>
                    <a:pt x="8815620" y="1773497"/>
                  </a:lnTo>
                  <a:lnTo>
                    <a:pt x="8763093" y="1772470"/>
                  </a:lnTo>
                  <a:lnTo>
                    <a:pt x="8710461" y="1771396"/>
                  </a:lnTo>
                  <a:lnTo>
                    <a:pt x="8657719" y="1770292"/>
                  </a:lnTo>
                  <a:lnTo>
                    <a:pt x="8604919" y="1769174"/>
                  </a:lnTo>
                  <a:lnTo>
                    <a:pt x="8552139" y="1768060"/>
                  </a:lnTo>
                  <a:lnTo>
                    <a:pt x="8499448" y="1766969"/>
                  </a:lnTo>
                  <a:lnTo>
                    <a:pt x="8446874" y="1765917"/>
                  </a:lnTo>
                  <a:lnTo>
                    <a:pt x="8394369" y="1764918"/>
                  </a:lnTo>
                  <a:lnTo>
                    <a:pt x="8341782" y="1763982"/>
                  </a:lnTo>
                  <a:lnTo>
                    <a:pt x="8288831" y="1763116"/>
                  </a:lnTo>
                  <a:lnTo>
                    <a:pt x="8235075" y="1762326"/>
                  </a:lnTo>
                  <a:lnTo>
                    <a:pt x="8179877" y="1761611"/>
                  </a:lnTo>
                  <a:lnTo>
                    <a:pt x="8151487" y="1761281"/>
                  </a:lnTo>
                  <a:lnTo>
                    <a:pt x="8103938" y="1760785"/>
                  </a:lnTo>
                  <a:lnTo>
                    <a:pt x="8053870" y="1760336"/>
                  </a:lnTo>
                  <a:lnTo>
                    <a:pt x="8000519" y="1759932"/>
                  </a:lnTo>
                  <a:lnTo>
                    <a:pt x="7943052" y="1759570"/>
                  </a:lnTo>
                  <a:lnTo>
                    <a:pt x="7880614" y="1759244"/>
                  </a:lnTo>
                  <a:lnTo>
                    <a:pt x="7812394" y="1758952"/>
                  </a:lnTo>
                  <a:lnTo>
                    <a:pt x="7737698" y="1758688"/>
                  </a:lnTo>
                  <a:lnTo>
                    <a:pt x="7656056" y="1758450"/>
                  </a:lnTo>
                  <a:lnTo>
                    <a:pt x="7567366" y="1758234"/>
                  </a:lnTo>
                  <a:lnTo>
                    <a:pt x="7472068" y="1758041"/>
                  </a:lnTo>
                  <a:lnTo>
                    <a:pt x="7371337" y="1757867"/>
                  </a:lnTo>
                  <a:lnTo>
                    <a:pt x="7267250" y="1757714"/>
                  </a:lnTo>
                  <a:lnTo>
                    <a:pt x="7162859" y="1757581"/>
                  </a:lnTo>
                  <a:lnTo>
                    <a:pt x="7062073" y="1757469"/>
                  </a:lnTo>
                  <a:lnTo>
                    <a:pt x="6969301" y="1757378"/>
                  </a:lnTo>
                  <a:lnTo>
                    <a:pt x="6888830" y="1757308"/>
                  </a:lnTo>
                  <a:lnTo>
                    <a:pt x="6824058" y="1757258"/>
                  </a:lnTo>
                  <a:lnTo>
                    <a:pt x="6776776" y="1757225"/>
                  </a:lnTo>
                  <a:lnTo>
                    <a:pt x="6746714" y="1757206"/>
                  </a:lnTo>
                  <a:lnTo>
                    <a:pt x="6731455" y="1757197"/>
                  </a:lnTo>
                  <a:lnTo>
                    <a:pt x="6726649" y="1757194"/>
                  </a:lnTo>
                  <a:lnTo>
                    <a:pt x="6726343" y="1757194"/>
                  </a:lnTo>
                  <a:lnTo>
                    <a:pt x="5254955" y="1757194"/>
                  </a:lnTo>
                  <a:lnTo>
                    <a:pt x="5253754" y="1757151"/>
                  </a:lnTo>
                  <a:lnTo>
                    <a:pt x="5245870" y="1756847"/>
                  </a:lnTo>
                  <a:lnTo>
                    <a:pt x="5226029" y="1756004"/>
                  </a:lnTo>
                  <a:lnTo>
                    <a:pt x="5190636" y="1754347"/>
                  </a:lnTo>
                  <a:lnTo>
                    <a:pt x="5138045" y="1751619"/>
                  </a:lnTo>
                  <a:lnTo>
                    <a:pt x="5068683" y="1747615"/>
                  </a:lnTo>
                  <a:lnTo>
                    <a:pt x="4984848" y="1742198"/>
                  </a:lnTo>
                  <a:lnTo>
                    <a:pt x="4890187" y="1735304"/>
                  </a:lnTo>
                  <a:lnTo>
                    <a:pt x="4788965" y="1726925"/>
                  </a:lnTo>
                  <a:lnTo>
                    <a:pt x="4685371" y="1717090"/>
                  </a:lnTo>
                  <a:lnTo>
                    <a:pt x="4582988" y="1705829"/>
                  </a:lnTo>
                  <a:lnTo>
                    <a:pt x="4484522" y="1693153"/>
                  </a:lnTo>
                  <a:lnTo>
                    <a:pt x="4391749" y="1679034"/>
                  </a:lnTo>
                  <a:lnTo>
                    <a:pt x="4305614" y="1663394"/>
                  </a:lnTo>
                  <a:lnTo>
                    <a:pt x="4226401" y="1646099"/>
                  </a:lnTo>
                  <a:lnTo>
                    <a:pt x="4153915" y="1626963"/>
                  </a:lnTo>
                  <a:lnTo>
                    <a:pt x="4087643" y="1605751"/>
                  </a:lnTo>
                  <a:lnTo>
                    <a:pt x="4026881" y="1582184"/>
                  </a:lnTo>
                  <a:lnTo>
                    <a:pt x="3970829" y="1555960"/>
                  </a:lnTo>
                  <a:lnTo>
                    <a:pt x="3918658" y="1526781"/>
                  </a:lnTo>
                  <a:lnTo>
                    <a:pt x="3869569" y="1494398"/>
                  </a:lnTo>
                  <a:lnTo>
                    <a:pt x="3829811" y="1464328"/>
                  </a:lnTo>
                  <a:lnTo>
                    <a:pt x="3785236" y="1426383"/>
                  </a:lnTo>
                  <a:lnTo>
                    <a:pt x="3741926" y="1385134"/>
                  </a:lnTo>
                  <a:lnTo>
                    <a:pt x="3699475" y="1340519"/>
                  </a:lnTo>
                  <a:lnTo>
                    <a:pt x="3657566" y="1292556"/>
                  </a:lnTo>
                  <a:lnTo>
                    <a:pt x="3615962" y="1241351"/>
                  </a:lnTo>
                  <a:lnTo>
                    <a:pt x="3574493" y="1187105"/>
                  </a:lnTo>
                  <a:lnTo>
                    <a:pt x="3533043" y="1130117"/>
                  </a:lnTo>
                  <a:lnTo>
                    <a:pt x="3491546" y="1070784"/>
                  </a:lnTo>
                  <a:lnTo>
                    <a:pt x="3449977" y="1009590"/>
                  </a:lnTo>
                  <a:lnTo>
                    <a:pt x="3408340" y="947092"/>
                  </a:lnTo>
                  <a:lnTo>
                    <a:pt x="3366662" y="883900"/>
                  </a:lnTo>
                  <a:lnTo>
                    <a:pt x="3324980" y="820654"/>
                  </a:lnTo>
                  <a:lnTo>
                    <a:pt x="3283334" y="757995"/>
                  </a:lnTo>
                  <a:lnTo>
                    <a:pt x="3241752" y="696542"/>
                  </a:lnTo>
                  <a:lnTo>
                    <a:pt x="3200244" y="636862"/>
                  </a:lnTo>
                  <a:lnTo>
                    <a:pt x="3158790" y="579451"/>
                  </a:lnTo>
                  <a:lnTo>
                    <a:pt x="3117330" y="524722"/>
                  </a:lnTo>
                  <a:lnTo>
                    <a:pt x="3075759" y="472991"/>
                  </a:lnTo>
                  <a:lnTo>
                    <a:pt x="3033916" y="424475"/>
                  </a:lnTo>
                  <a:lnTo>
                    <a:pt x="2991575" y="379296"/>
                  </a:lnTo>
                  <a:lnTo>
                    <a:pt x="2948436" y="337486"/>
                  </a:lnTo>
                  <a:lnTo>
                    <a:pt x="2904105" y="298995"/>
                  </a:lnTo>
                  <a:lnTo>
                    <a:pt x="2896531" y="292865"/>
                  </a:lnTo>
                  <a:lnTo>
                    <a:pt x="2849483" y="257662"/>
                  </a:lnTo>
                  <a:lnTo>
                    <a:pt x="2799974" y="225777"/>
                  </a:lnTo>
                  <a:lnTo>
                    <a:pt x="2747267" y="197065"/>
                  </a:lnTo>
                  <a:lnTo>
                    <a:pt x="2690553" y="171265"/>
                  </a:lnTo>
                  <a:lnTo>
                    <a:pt x="2629004" y="148075"/>
                  </a:lnTo>
                  <a:lnTo>
                    <a:pt x="2561829" y="127195"/>
                  </a:lnTo>
                  <a:lnTo>
                    <a:pt x="2488348" y="108353"/>
                  </a:lnTo>
                  <a:lnTo>
                    <a:pt x="2408086" y="91321"/>
                  </a:lnTo>
                  <a:lnTo>
                    <a:pt x="2320909" y="75918"/>
                  </a:lnTo>
                  <a:lnTo>
                    <a:pt x="2227191" y="62023"/>
                  </a:lnTo>
                  <a:lnTo>
                    <a:pt x="2127993" y="49563"/>
                  </a:lnTo>
                  <a:lnTo>
                    <a:pt x="2025229" y="38517"/>
                  </a:lnTo>
                  <a:lnTo>
                    <a:pt x="1921745" y="28901"/>
                  </a:lnTo>
                  <a:lnTo>
                    <a:pt x="1821242" y="20747"/>
                  </a:lnTo>
                  <a:lnTo>
                    <a:pt x="1727957" y="14078"/>
                  </a:lnTo>
                  <a:lnTo>
                    <a:pt x="1646112" y="8882"/>
                  </a:lnTo>
                  <a:lnTo>
                    <a:pt x="1579192" y="5082"/>
                  </a:lnTo>
                  <a:lnTo>
                    <a:pt x="1529237" y="2532"/>
                  </a:lnTo>
                  <a:lnTo>
                    <a:pt x="1496364" y="1015"/>
                  </a:lnTo>
                  <a:lnTo>
                    <a:pt x="1478616" y="273"/>
                  </a:lnTo>
                  <a:lnTo>
                    <a:pt x="1472126" y="25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71" name="pg971"/>
            <p:cNvSpPr/>
            <p:nvPr/>
          </p:nvSpPr>
          <p:spPr>
            <a:xfrm>
              <a:off x="4799595" y="3149018"/>
              <a:ext cx="11981298" cy="4560533"/>
            </a:xfrm>
            <a:custGeom>
              <a:avLst/>
              <a:pathLst>
                <a:path w="11981298" h="4560533">
                  <a:moveTo>
                    <a:pt x="0" y="4462457"/>
                  </a:moveTo>
                  <a:lnTo>
                    <a:pt x="1471387" y="4462457"/>
                  </a:lnTo>
                  <a:lnTo>
                    <a:pt x="1472625" y="4462459"/>
                  </a:lnTo>
                  <a:lnTo>
                    <a:pt x="1480746" y="4462477"/>
                  </a:lnTo>
                  <a:lnTo>
                    <a:pt x="1501165" y="4462525"/>
                  </a:lnTo>
                  <a:lnTo>
                    <a:pt x="1537540" y="4462621"/>
                  </a:lnTo>
                  <a:lnTo>
                    <a:pt x="1591491" y="4462778"/>
                  </a:lnTo>
                  <a:lnTo>
                    <a:pt x="1662482" y="4463008"/>
                  </a:lnTo>
                  <a:lnTo>
                    <a:pt x="1748045" y="4463319"/>
                  </a:lnTo>
                  <a:lnTo>
                    <a:pt x="1844356" y="4463714"/>
                  </a:lnTo>
                  <a:lnTo>
                    <a:pt x="1946998" y="4464194"/>
                  </a:lnTo>
                  <a:lnTo>
                    <a:pt x="2051689" y="4464756"/>
                  </a:lnTo>
                  <a:lnTo>
                    <a:pt x="2154815" y="4465400"/>
                  </a:lnTo>
                  <a:lnTo>
                    <a:pt x="2253691" y="4466124"/>
                  </a:lnTo>
                  <a:lnTo>
                    <a:pt x="2346594" y="4466931"/>
                  </a:lnTo>
                  <a:lnTo>
                    <a:pt x="2432648" y="4467826"/>
                  </a:lnTo>
                  <a:lnTo>
                    <a:pt x="2511639" y="4468816"/>
                  </a:lnTo>
                  <a:lnTo>
                    <a:pt x="2583826" y="4469913"/>
                  </a:lnTo>
                  <a:lnTo>
                    <a:pt x="2649780" y="4471131"/>
                  </a:lnTo>
                  <a:lnTo>
                    <a:pt x="2710247" y="4472486"/>
                  </a:lnTo>
                  <a:lnTo>
                    <a:pt x="2766065" y="4473995"/>
                  </a:lnTo>
                  <a:lnTo>
                    <a:pt x="2818084" y="4475676"/>
                  </a:lnTo>
                  <a:lnTo>
                    <a:pt x="2867119" y="4477542"/>
                  </a:lnTo>
                  <a:lnTo>
                    <a:pt x="2896531" y="4478803"/>
                  </a:lnTo>
                  <a:lnTo>
                    <a:pt x="2952700" y="4481513"/>
                  </a:lnTo>
                  <a:lnTo>
                    <a:pt x="3007023" y="4484520"/>
                  </a:lnTo>
                  <a:lnTo>
                    <a:pt x="3060251" y="4487828"/>
                  </a:lnTo>
                  <a:lnTo>
                    <a:pt x="3112917" y="4491428"/>
                  </a:lnTo>
                  <a:lnTo>
                    <a:pt x="3165376" y="4495298"/>
                  </a:lnTo>
                  <a:lnTo>
                    <a:pt x="3217843" y="4499401"/>
                  </a:lnTo>
                  <a:lnTo>
                    <a:pt x="3270414" y="4503689"/>
                  </a:lnTo>
                  <a:lnTo>
                    <a:pt x="3323095" y="4508101"/>
                  </a:lnTo>
                  <a:lnTo>
                    <a:pt x="3375834" y="4512568"/>
                  </a:lnTo>
                  <a:lnTo>
                    <a:pt x="3428554" y="4517017"/>
                  </a:lnTo>
                  <a:lnTo>
                    <a:pt x="3481186" y="4521378"/>
                  </a:lnTo>
                  <a:lnTo>
                    <a:pt x="3533701" y="4525584"/>
                  </a:lnTo>
                  <a:lnTo>
                    <a:pt x="3586146" y="4529581"/>
                  </a:lnTo>
                  <a:lnTo>
                    <a:pt x="3638669" y="4533325"/>
                  </a:lnTo>
                  <a:lnTo>
                    <a:pt x="3691550" y="4536786"/>
                  </a:lnTo>
                  <a:lnTo>
                    <a:pt x="3745225" y="4539950"/>
                  </a:lnTo>
                  <a:lnTo>
                    <a:pt x="3800326" y="4542814"/>
                  </a:lnTo>
                  <a:lnTo>
                    <a:pt x="3829811" y="4544187"/>
                  </a:lnTo>
                  <a:lnTo>
                    <a:pt x="3877359" y="4546171"/>
                  </a:lnTo>
                  <a:lnTo>
                    <a:pt x="3927425" y="4547966"/>
                  </a:lnTo>
                  <a:lnTo>
                    <a:pt x="3980773" y="4549581"/>
                  </a:lnTo>
                  <a:lnTo>
                    <a:pt x="4038239" y="4551030"/>
                  </a:lnTo>
                  <a:lnTo>
                    <a:pt x="4100674" y="4552331"/>
                  </a:lnTo>
                  <a:lnTo>
                    <a:pt x="4168891" y="4553502"/>
                  </a:lnTo>
                  <a:lnTo>
                    <a:pt x="4243583" y="4554557"/>
                  </a:lnTo>
                  <a:lnTo>
                    <a:pt x="4325221" y="4555510"/>
                  </a:lnTo>
                  <a:lnTo>
                    <a:pt x="4413906" y="4556371"/>
                  </a:lnTo>
                  <a:lnTo>
                    <a:pt x="4509200" y="4557147"/>
                  </a:lnTo>
                  <a:lnTo>
                    <a:pt x="4609926" y="4557841"/>
                  </a:lnTo>
                  <a:lnTo>
                    <a:pt x="4714009" y="4558454"/>
                  </a:lnTo>
                  <a:lnTo>
                    <a:pt x="4818398" y="4558986"/>
                  </a:lnTo>
                  <a:lnTo>
                    <a:pt x="4919183" y="4559434"/>
                  </a:lnTo>
                  <a:lnTo>
                    <a:pt x="5011957" y="4559797"/>
                  </a:lnTo>
                  <a:lnTo>
                    <a:pt x="5092432" y="4560077"/>
                  </a:lnTo>
                  <a:lnTo>
                    <a:pt x="5157210" y="4560279"/>
                  </a:lnTo>
                  <a:lnTo>
                    <a:pt x="5204501" y="4560411"/>
                  </a:lnTo>
                  <a:lnTo>
                    <a:pt x="5234571" y="4560487"/>
                  </a:lnTo>
                  <a:lnTo>
                    <a:pt x="5249837" y="4560522"/>
                  </a:lnTo>
                  <a:lnTo>
                    <a:pt x="5254648" y="4560532"/>
                  </a:lnTo>
                  <a:lnTo>
                    <a:pt x="5254955" y="4560533"/>
                  </a:lnTo>
                  <a:lnTo>
                    <a:pt x="6726343" y="4560533"/>
                  </a:lnTo>
                  <a:lnTo>
                    <a:pt x="6727251" y="4560449"/>
                  </a:lnTo>
                  <a:lnTo>
                    <a:pt x="6733253" y="4559857"/>
                  </a:lnTo>
                  <a:lnTo>
                    <a:pt x="6748479" y="4558220"/>
                  </a:lnTo>
                  <a:lnTo>
                    <a:pt x="6775944" y="4554994"/>
                  </a:lnTo>
                  <a:lnTo>
                    <a:pt x="6817374" y="4549659"/>
                  </a:lnTo>
                  <a:lnTo>
                    <a:pt x="6873077" y="4541768"/>
                  </a:lnTo>
                  <a:lnTo>
                    <a:pt x="6941980" y="4530985"/>
                  </a:lnTo>
                  <a:lnTo>
                    <a:pt x="7021862" y="4517103"/>
                  </a:lnTo>
                  <a:lnTo>
                    <a:pt x="7109754" y="4500036"/>
                  </a:lnTo>
                  <a:lnTo>
                    <a:pt x="7202401" y="4479793"/>
                  </a:lnTo>
                  <a:lnTo>
                    <a:pt x="7296686" y="4456434"/>
                  </a:lnTo>
                  <a:lnTo>
                    <a:pt x="7389940" y="4430019"/>
                  </a:lnTo>
                  <a:lnTo>
                    <a:pt x="7480096" y="4400572"/>
                  </a:lnTo>
                  <a:lnTo>
                    <a:pt x="7565732" y="4368050"/>
                  </a:lnTo>
                  <a:lnTo>
                    <a:pt x="7646013" y="4332322"/>
                  </a:lnTo>
                  <a:lnTo>
                    <a:pt x="7720588" y="4293163"/>
                  </a:lnTo>
                  <a:lnTo>
                    <a:pt x="7789479" y="4250250"/>
                  </a:lnTo>
                  <a:lnTo>
                    <a:pt x="7852972" y="4203168"/>
                  </a:lnTo>
                  <a:lnTo>
                    <a:pt x="7911525" y="4151419"/>
                  </a:lnTo>
                  <a:lnTo>
                    <a:pt x="7965700" y="4094440"/>
                  </a:lnTo>
                  <a:lnTo>
                    <a:pt x="8016111" y="4031638"/>
                  </a:lnTo>
                  <a:lnTo>
                    <a:pt x="8063380" y="3962432"/>
                  </a:lnTo>
                  <a:lnTo>
                    <a:pt x="8108110" y="3886346"/>
                  </a:lnTo>
                  <a:lnTo>
                    <a:pt x="8150848" y="3803128"/>
                  </a:lnTo>
                  <a:lnTo>
                    <a:pt x="8151487" y="3801806"/>
                  </a:lnTo>
                  <a:lnTo>
                    <a:pt x="8182260" y="3735196"/>
                  </a:lnTo>
                  <a:lnTo>
                    <a:pt x="8212368" y="3664587"/>
                  </a:lnTo>
                  <a:lnTo>
                    <a:pt x="8241958" y="3589898"/>
                  </a:lnTo>
                  <a:lnTo>
                    <a:pt x="8271156" y="3511090"/>
                  </a:lnTo>
                  <a:lnTo>
                    <a:pt x="8300066" y="3428171"/>
                  </a:lnTo>
                  <a:lnTo>
                    <a:pt x="8328774" y="3341197"/>
                  </a:lnTo>
                  <a:lnTo>
                    <a:pt x="8357350" y="3250279"/>
                  </a:lnTo>
                  <a:lnTo>
                    <a:pt x="8385852" y="3155582"/>
                  </a:lnTo>
                  <a:lnTo>
                    <a:pt x="8414321" y="3057330"/>
                  </a:lnTo>
                  <a:lnTo>
                    <a:pt x="8442788" y="2955802"/>
                  </a:lnTo>
                  <a:lnTo>
                    <a:pt x="8471276" y="2851333"/>
                  </a:lnTo>
                  <a:lnTo>
                    <a:pt x="8499796" y="2744310"/>
                  </a:lnTo>
                  <a:lnTo>
                    <a:pt x="8528350" y="2635165"/>
                  </a:lnTo>
                  <a:lnTo>
                    <a:pt x="8556938" y="2524372"/>
                  </a:lnTo>
                  <a:lnTo>
                    <a:pt x="8585552" y="2412436"/>
                  </a:lnTo>
                  <a:lnTo>
                    <a:pt x="8614180" y="2299886"/>
                  </a:lnTo>
                  <a:lnTo>
                    <a:pt x="8642810" y="2187260"/>
                  </a:lnTo>
                  <a:lnTo>
                    <a:pt x="8671428" y="2075102"/>
                  </a:lnTo>
                  <a:lnTo>
                    <a:pt x="8700024" y="1963942"/>
                  </a:lnTo>
                  <a:lnTo>
                    <a:pt x="8728589" y="1854294"/>
                  </a:lnTo>
                  <a:lnTo>
                    <a:pt x="8757118" y="1746641"/>
                  </a:lnTo>
                  <a:lnTo>
                    <a:pt x="8785613" y="1641426"/>
                  </a:lnTo>
                  <a:lnTo>
                    <a:pt x="8814085" y="1539052"/>
                  </a:lnTo>
                  <a:lnTo>
                    <a:pt x="8842551" y="1439866"/>
                  </a:lnTo>
                  <a:lnTo>
                    <a:pt x="8871040" y="1344165"/>
                  </a:lnTo>
                  <a:lnTo>
                    <a:pt x="8899590" y="1252186"/>
                  </a:lnTo>
                  <a:lnTo>
                    <a:pt x="8928256" y="1164111"/>
                  </a:lnTo>
                  <a:lnTo>
                    <a:pt x="8957102" y="1080066"/>
                  </a:lnTo>
                  <a:lnTo>
                    <a:pt x="8986211" y="1000122"/>
                  </a:lnTo>
                  <a:lnTo>
                    <a:pt x="9015681" y="924300"/>
                  </a:lnTo>
                  <a:lnTo>
                    <a:pt x="9045633" y="852572"/>
                  </a:lnTo>
                  <a:lnTo>
                    <a:pt x="9076206" y="784870"/>
                  </a:lnTo>
                  <a:lnTo>
                    <a:pt x="9084767" y="766899"/>
                  </a:lnTo>
                  <a:lnTo>
                    <a:pt x="9127478" y="683573"/>
                  </a:lnTo>
                  <a:lnTo>
                    <a:pt x="9172174" y="607379"/>
                  </a:lnTo>
                  <a:lnTo>
                    <a:pt x="9219400" y="538072"/>
                  </a:lnTo>
                  <a:lnTo>
                    <a:pt x="9269759" y="475176"/>
                  </a:lnTo>
                  <a:lnTo>
                    <a:pt x="9323872" y="418114"/>
                  </a:lnTo>
                  <a:lnTo>
                    <a:pt x="9382354" y="366289"/>
                  </a:lnTo>
                  <a:lnTo>
                    <a:pt x="9445768" y="319140"/>
                  </a:lnTo>
                  <a:lnTo>
                    <a:pt x="9514574" y="276167"/>
                  </a:lnTo>
                  <a:lnTo>
                    <a:pt x="9589062" y="236953"/>
                  </a:lnTo>
                  <a:lnTo>
                    <a:pt x="9669257" y="201175"/>
                  </a:lnTo>
                  <a:lnTo>
                    <a:pt x="9754816" y="168605"/>
                  </a:lnTo>
                  <a:lnTo>
                    <a:pt x="9844913" y="139112"/>
                  </a:lnTo>
                  <a:lnTo>
                    <a:pt x="9938133" y="112651"/>
                  </a:lnTo>
                  <a:lnTo>
                    <a:pt x="10032421" y="89244"/>
                  </a:lnTo>
                  <a:lnTo>
                    <a:pt x="10125116" y="68954"/>
                  </a:lnTo>
                  <a:lnTo>
                    <a:pt x="10213104" y="51838"/>
                  </a:lnTo>
                  <a:lnTo>
                    <a:pt x="10293132" y="37908"/>
                  </a:lnTo>
                  <a:lnTo>
                    <a:pt x="10362222" y="27079"/>
                  </a:lnTo>
                  <a:lnTo>
                    <a:pt x="10418137" y="19146"/>
                  </a:lnTo>
                  <a:lnTo>
                    <a:pt x="10459785" y="13776"/>
                  </a:lnTo>
                  <a:lnTo>
                    <a:pt x="10487454" y="10521"/>
                  </a:lnTo>
                  <a:lnTo>
                    <a:pt x="10502847" y="8864"/>
                  </a:lnTo>
                  <a:lnTo>
                    <a:pt x="10508961" y="8260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9002" y="83"/>
                  </a:lnTo>
                  <a:lnTo>
                    <a:pt x="10503000" y="675"/>
                  </a:lnTo>
                  <a:lnTo>
                    <a:pt x="10487774" y="2312"/>
                  </a:lnTo>
                  <a:lnTo>
                    <a:pt x="10460309" y="5538"/>
                  </a:lnTo>
                  <a:lnTo>
                    <a:pt x="10418880" y="10873"/>
                  </a:lnTo>
                  <a:lnTo>
                    <a:pt x="10363177" y="18764"/>
                  </a:lnTo>
                  <a:lnTo>
                    <a:pt x="10294274" y="29547"/>
                  </a:lnTo>
                  <a:lnTo>
                    <a:pt x="10214391" y="43429"/>
                  </a:lnTo>
                  <a:lnTo>
                    <a:pt x="10126499" y="60496"/>
                  </a:lnTo>
                  <a:lnTo>
                    <a:pt x="10033853" y="80739"/>
                  </a:lnTo>
                  <a:lnTo>
                    <a:pt x="9939567" y="104098"/>
                  </a:lnTo>
                  <a:lnTo>
                    <a:pt x="9846314" y="130513"/>
                  </a:lnTo>
                  <a:lnTo>
                    <a:pt x="9756158" y="159960"/>
                  </a:lnTo>
                  <a:lnTo>
                    <a:pt x="9670521" y="192482"/>
                  </a:lnTo>
                  <a:lnTo>
                    <a:pt x="9590241" y="228210"/>
                  </a:lnTo>
                  <a:lnTo>
                    <a:pt x="9515665" y="267369"/>
                  </a:lnTo>
                  <a:lnTo>
                    <a:pt x="9446774" y="310282"/>
                  </a:lnTo>
                  <a:lnTo>
                    <a:pt x="9383281" y="357364"/>
                  </a:lnTo>
                  <a:lnTo>
                    <a:pt x="9324728" y="409113"/>
                  </a:lnTo>
                  <a:lnTo>
                    <a:pt x="9270553" y="466092"/>
                  </a:lnTo>
                  <a:lnTo>
                    <a:pt x="9220142" y="528894"/>
                  </a:lnTo>
                  <a:lnTo>
                    <a:pt x="9172873" y="598100"/>
                  </a:lnTo>
                  <a:lnTo>
                    <a:pt x="9128143" y="674186"/>
                  </a:lnTo>
                  <a:lnTo>
                    <a:pt x="9085405" y="757404"/>
                  </a:lnTo>
                  <a:lnTo>
                    <a:pt x="9084767" y="758726"/>
                  </a:lnTo>
                  <a:lnTo>
                    <a:pt x="9053993" y="825336"/>
                  </a:lnTo>
                  <a:lnTo>
                    <a:pt x="9023885" y="895945"/>
                  </a:lnTo>
                  <a:lnTo>
                    <a:pt x="8994295" y="970634"/>
                  </a:lnTo>
                  <a:lnTo>
                    <a:pt x="8965097" y="1049442"/>
                  </a:lnTo>
                  <a:lnTo>
                    <a:pt x="8936188" y="1132361"/>
                  </a:lnTo>
                  <a:lnTo>
                    <a:pt x="8907480" y="1219335"/>
                  </a:lnTo>
                  <a:lnTo>
                    <a:pt x="8878903" y="1310253"/>
                  </a:lnTo>
                  <a:lnTo>
                    <a:pt x="8850402" y="1404950"/>
                  </a:lnTo>
                  <a:lnTo>
                    <a:pt x="8821933" y="1503202"/>
                  </a:lnTo>
                  <a:lnTo>
                    <a:pt x="8793465" y="1604730"/>
                  </a:lnTo>
                  <a:lnTo>
                    <a:pt x="8764977" y="1709199"/>
                  </a:lnTo>
                  <a:lnTo>
                    <a:pt x="8736458" y="1816222"/>
                  </a:lnTo>
                  <a:lnTo>
                    <a:pt x="8707903" y="1925367"/>
                  </a:lnTo>
                  <a:lnTo>
                    <a:pt x="8679315" y="2036160"/>
                  </a:lnTo>
                  <a:lnTo>
                    <a:pt x="8650701" y="2148096"/>
                  </a:lnTo>
                  <a:lnTo>
                    <a:pt x="8622073" y="2260646"/>
                  </a:lnTo>
                  <a:lnTo>
                    <a:pt x="8593444" y="2373272"/>
                  </a:lnTo>
                  <a:lnTo>
                    <a:pt x="8564825" y="2485430"/>
                  </a:lnTo>
                  <a:lnTo>
                    <a:pt x="8536229" y="2596590"/>
                  </a:lnTo>
                  <a:lnTo>
                    <a:pt x="8507664" y="2706238"/>
                  </a:lnTo>
                  <a:lnTo>
                    <a:pt x="8479135" y="2813892"/>
                  </a:lnTo>
                  <a:lnTo>
                    <a:pt x="8450640" y="2919106"/>
                  </a:lnTo>
                  <a:lnTo>
                    <a:pt x="8422168" y="3021480"/>
                  </a:lnTo>
                  <a:lnTo>
                    <a:pt x="8393702" y="3120666"/>
                  </a:lnTo>
                  <a:lnTo>
                    <a:pt x="8365214" y="3216367"/>
                  </a:lnTo>
                  <a:lnTo>
                    <a:pt x="8336663" y="3308346"/>
                  </a:lnTo>
                  <a:lnTo>
                    <a:pt x="8307997" y="3396421"/>
                  </a:lnTo>
                  <a:lnTo>
                    <a:pt x="8279151" y="3480466"/>
                  </a:lnTo>
                  <a:lnTo>
                    <a:pt x="8250042" y="3560410"/>
                  </a:lnTo>
                  <a:lnTo>
                    <a:pt x="8220572" y="3636233"/>
                  </a:lnTo>
                  <a:lnTo>
                    <a:pt x="8190620" y="3707960"/>
                  </a:lnTo>
                  <a:lnTo>
                    <a:pt x="8160047" y="3775662"/>
                  </a:lnTo>
                  <a:lnTo>
                    <a:pt x="8151487" y="3793633"/>
                  </a:lnTo>
                  <a:lnTo>
                    <a:pt x="8108775" y="3876959"/>
                  </a:lnTo>
                  <a:lnTo>
                    <a:pt x="8064079" y="3953153"/>
                  </a:lnTo>
                  <a:lnTo>
                    <a:pt x="8016853" y="4022460"/>
                  </a:lnTo>
                  <a:lnTo>
                    <a:pt x="7966495" y="4085356"/>
                  </a:lnTo>
                  <a:lnTo>
                    <a:pt x="7912381" y="4142419"/>
                  </a:lnTo>
                  <a:lnTo>
                    <a:pt x="7853899" y="4194243"/>
                  </a:lnTo>
                  <a:lnTo>
                    <a:pt x="7790486" y="4241392"/>
                  </a:lnTo>
                  <a:lnTo>
                    <a:pt x="7721679" y="4284365"/>
                  </a:lnTo>
                  <a:lnTo>
                    <a:pt x="7647192" y="4323579"/>
                  </a:lnTo>
                  <a:lnTo>
                    <a:pt x="7566996" y="4359357"/>
                  </a:lnTo>
                  <a:lnTo>
                    <a:pt x="7481437" y="4391927"/>
                  </a:lnTo>
                  <a:lnTo>
                    <a:pt x="7391340" y="4421420"/>
                  </a:lnTo>
                  <a:lnTo>
                    <a:pt x="7298120" y="4447881"/>
                  </a:lnTo>
                  <a:lnTo>
                    <a:pt x="7203832" y="4471288"/>
                  </a:lnTo>
                  <a:lnTo>
                    <a:pt x="7111138" y="4491578"/>
                  </a:lnTo>
                  <a:lnTo>
                    <a:pt x="7023149" y="4508694"/>
                  </a:lnTo>
                  <a:lnTo>
                    <a:pt x="6943121" y="4522624"/>
                  </a:lnTo>
                  <a:lnTo>
                    <a:pt x="6874031" y="4533453"/>
                  </a:lnTo>
                  <a:lnTo>
                    <a:pt x="6818116" y="4541386"/>
                  </a:lnTo>
                  <a:lnTo>
                    <a:pt x="6776468" y="4546756"/>
                  </a:lnTo>
                  <a:lnTo>
                    <a:pt x="6748799" y="4550011"/>
                  </a:lnTo>
                  <a:lnTo>
                    <a:pt x="6733406" y="4551668"/>
                  </a:lnTo>
                  <a:lnTo>
                    <a:pt x="6727293" y="4552272"/>
                  </a:lnTo>
                  <a:lnTo>
                    <a:pt x="6726343" y="4552360"/>
                  </a:lnTo>
                  <a:lnTo>
                    <a:pt x="5254955" y="4552360"/>
                  </a:lnTo>
                  <a:lnTo>
                    <a:pt x="5253717" y="4552357"/>
                  </a:lnTo>
                  <a:lnTo>
                    <a:pt x="5245596" y="4552340"/>
                  </a:lnTo>
                  <a:lnTo>
                    <a:pt x="5225177" y="4552291"/>
                  </a:lnTo>
                  <a:lnTo>
                    <a:pt x="5188802" y="4552196"/>
                  </a:lnTo>
                  <a:lnTo>
                    <a:pt x="5134851" y="4552039"/>
                  </a:lnTo>
                  <a:lnTo>
                    <a:pt x="5063861" y="4551808"/>
                  </a:lnTo>
                  <a:lnTo>
                    <a:pt x="4978298" y="4551497"/>
                  </a:lnTo>
                  <a:lnTo>
                    <a:pt x="4881986" y="4551102"/>
                  </a:lnTo>
                  <a:lnTo>
                    <a:pt x="4779344" y="4550622"/>
                  </a:lnTo>
                  <a:lnTo>
                    <a:pt x="4674653" y="4550060"/>
                  </a:lnTo>
                  <a:lnTo>
                    <a:pt x="4571527" y="4549416"/>
                  </a:lnTo>
                  <a:lnTo>
                    <a:pt x="4472651" y="4548692"/>
                  </a:lnTo>
                  <a:lnTo>
                    <a:pt x="4379748" y="4547885"/>
                  </a:lnTo>
                  <a:lnTo>
                    <a:pt x="4293694" y="4546990"/>
                  </a:lnTo>
                  <a:lnTo>
                    <a:pt x="4214704" y="4546000"/>
                  </a:lnTo>
                  <a:lnTo>
                    <a:pt x="4142516" y="4544903"/>
                  </a:lnTo>
                  <a:lnTo>
                    <a:pt x="4076562" y="4543685"/>
                  </a:lnTo>
                  <a:lnTo>
                    <a:pt x="4016095" y="4542330"/>
                  </a:lnTo>
                  <a:lnTo>
                    <a:pt x="3960277" y="4540821"/>
                  </a:lnTo>
                  <a:lnTo>
                    <a:pt x="3908258" y="4539140"/>
                  </a:lnTo>
                  <a:lnTo>
                    <a:pt x="3859223" y="4537274"/>
                  </a:lnTo>
                  <a:lnTo>
                    <a:pt x="3829811" y="4536014"/>
                  </a:lnTo>
                  <a:lnTo>
                    <a:pt x="3773642" y="4533303"/>
                  </a:lnTo>
                  <a:lnTo>
                    <a:pt x="3719319" y="4530296"/>
                  </a:lnTo>
                  <a:lnTo>
                    <a:pt x="3666091" y="4526988"/>
                  </a:lnTo>
                  <a:lnTo>
                    <a:pt x="3613426" y="4523388"/>
                  </a:lnTo>
                  <a:lnTo>
                    <a:pt x="3560966" y="4519518"/>
                  </a:lnTo>
                  <a:lnTo>
                    <a:pt x="3508499" y="4515415"/>
                  </a:lnTo>
                  <a:lnTo>
                    <a:pt x="3455928" y="4511127"/>
                  </a:lnTo>
                  <a:lnTo>
                    <a:pt x="3403247" y="4506715"/>
                  </a:lnTo>
                  <a:lnTo>
                    <a:pt x="3350508" y="4502248"/>
                  </a:lnTo>
                  <a:lnTo>
                    <a:pt x="3297788" y="4497799"/>
                  </a:lnTo>
                  <a:lnTo>
                    <a:pt x="3245156" y="4493438"/>
                  </a:lnTo>
                  <a:lnTo>
                    <a:pt x="3192641" y="4489232"/>
                  </a:lnTo>
                  <a:lnTo>
                    <a:pt x="3140196" y="4485235"/>
                  </a:lnTo>
                  <a:lnTo>
                    <a:pt x="3087673" y="4481491"/>
                  </a:lnTo>
                  <a:lnTo>
                    <a:pt x="3034792" y="4478030"/>
                  </a:lnTo>
                  <a:lnTo>
                    <a:pt x="2981117" y="4474866"/>
                  </a:lnTo>
                  <a:lnTo>
                    <a:pt x="2926016" y="4472002"/>
                  </a:lnTo>
                  <a:lnTo>
                    <a:pt x="2896531" y="4470630"/>
                  </a:lnTo>
                  <a:lnTo>
                    <a:pt x="2848984" y="4468645"/>
                  </a:lnTo>
                  <a:lnTo>
                    <a:pt x="2798917" y="4466850"/>
                  </a:lnTo>
                  <a:lnTo>
                    <a:pt x="2745569" y="4465235"/>
                  </a:lnTo>
                  <a:lnTo>
                    <a:pt x="2688103" y="4463786"/>
                  </a:lnTo>
                  <a:lnTo>
                    <a:pt x="2625668" y="4462485"/>
                  </a:lnTo>
                  <a:lnTo>
                    <a:pt x="2557451" y="4461314"/>
                  </a:lnTo>
                  <a:lnTo>
                    <a:pt x="2482759" y="4460259"/>
                  </a:lnTo>
                  <a:lnTo>
                    <a:pt x="2401121" y="4459306"/>
                  </a:lnTo>
                  <a:lnTo>
                    <a:pt x="2312436" y="4458445"/>
                  </a:lnTo>
                  <a:lnTo>
                    <a:pt x="2217142" y="4457670"/>
                  </a:lnTo>
                  <a:lnTo>
                    <a:pt x="2116416" y="4456976"/>
                  </a:lnTo>
                  <a:lnTo>
                    <a:pt x="2012334" y="4456362"/>
                  </a:lnTo>
                  <a:lnTo>
                    <a:pt x="1907945" y="4455831"/>
                  </a:lnTo>
                  <a:lnTo>
                    <a:pt x="1807159" y="4455382"/>
                  </a:lnTo>
                  <a:lnTo>
                    <a:pt x="1714386" y="4455019"/>
                  </a:lnTo>
                  <a:lnTo>
                    <a:pt x="1633910" y="4454739"/>
                  </a:lnTo>
                  <a:lnTo>
                    <a:pt x="1569132" y="4454537"/>
                  </a:lnTo>
                  <a:lnTo>
                    <a:pt x="1521842" y="4454405"/>
                  </a:lnTo>
                  <a:lnTo>
                    <a:pt x="1491771" y="4454329"/>
                  </a:lnTo>
                  <a:lnTo>
                    <a:pt x="1476506" y="4454294"/>
                  </a:lnTo>
                  <a:lnTo>
                    <a:pt x="1471694" y="4454284"/>
                  </a:lnTo>
                  <a:lnTo>
                    <a:pt x="1471387" y="4454284"/>
                  </a:lnTo>
                  <a:lnTo>
                    <a:pt x="0" y="4454284"/>
                  </a:lnTo>
                  <a:close/>
                </a:path>
              </a:pathLst>
            </a:custGeom>
            <a:solidFill>
              <a:srgbClr val="F28E5B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972" name="pl972"/>
            <p:cNvSpPr/>
            <p:nvPr/>
          </p:nvSpPr>
          <p:spPr>
            <a:xfrm>
              <a:off x="4799595" y="3157191"/>
              <a:ext cx="11981298" cy="4552360"/>
            </a:xfrm>
            <a:custGeom>
              <a:avLst/>
              <a:pathLst>
                <a:path w="11981298" h="4552360">
                  <a:moveTo>
                    <a:pt x="0" y="4454284"/>
                  </a:moveTo>
                  <a:lnTo>
                    <a:pt x="1471387" y="4454284"/>
                  </a:lnTo>
                  <a:lnTo>
                    <a:pt x="1472625" y="4454286"/>
                  </a:lnTo>
                  <a:lnTo>
                    <a:pt x="1480746" y="4454304"/>
                  </a:lnTo>
                  <a:lnTo>
                    <a:pt x="1501165" y="4454352"/>
                  </a:lnTo>
                  <a:lnTo>
                    <a:pt x="1537540" y="4454448"/>
                  </a:lnTo>
                  <a:lnTo>
                    <a:pt x="1591491" y="4454605"/>
                  </a:lnTo>
                  <a:lnTo>
                    <a:pt x="1662482" y="4454835"/>
                  </a:lnTo>
                  <a:lnTo>
                    <a:pt x="1748045" y="4455146"/>
                  </a:lnTo>
                  <a:lnTo>
                    <a:pt x="1844356" y="4455541"/>
                  </a:lnTo>
                  <a:lnTo>
                    <a:pt x="1946998" y="4456021"/>
                  </a:lnTo>
                  <a:lnTo>
                    <a:pt x="2051689" y="4456583"/>
                  </a:lnTo>
                  <a:lnTo>
                    <a:pt x="2154815" y="4457227"/>
                  </a:lnTo>
                  <a:lnTo>
                    <a:pt x="2253691" y="4457951"/>
                  </a:lnTo>
                  <a:lnTo>
                    <a:pt x="2346594" y="4458758"/>
                  </a:lnTo>
                  <a:lnTo>
                    <a:pt x="2432648" y="4459653"/>
                  </a:lnTo>
                  <a:lnTo>
                    <a:pt x="2511639" y="4460643"/>
                  </a:lnTo>
                  <a:lnTo>
                    <a:pt x="2583826" y="4461740"/>
                  </a:lnTo>
                  <a:lnTo>
                    <a:pt x="2649780" y="4462958"/>
                  </a:lnTo>
                  <a:lnTo>
                    <a:pt x="2710247" y="4464313"/>
                  </a:lnTo>
                  <a:lnTo>
                    <a:pt x="2766065" y="4465822"/>
                  </a:lnTo>
                  <a:lnTo>
                    <a:pt x="2818084" y="4467503"/>
                  </a:lnTo>
                  <a:lnTo>
                    <a:pt x="2867119" y="4469369"/>
                  </a:lnTo>
                  <a:lnTo>
                    <a:pt x="2896531" y="4470630"/>
                  </a:lnTo>
                  <a:lnTo>
                    <a:pt x="2952700" y="4473340"/>
                  </a:lnTo>
                  <a:lnTo>
                    <a:pt x="3007023" y="4476347"/>
                  </a:lnTo>
                  <a:lnTo>
                    <a:pt x="3060251" y="4479655"/>
                  </a:lnTo>
                  <a:lnTo>
                    <a:pt x="3112917" y="4483255"/>
                  </a:lnTo>
                  <a:lnTo>
                    <a:pt x="3165376" y="4487125"/>
                  </a:lnTo>
                  <a:lnTo>
                    <a:pt x="3217843" y="4491228"/>
                  </a:lnTo>
                  <a:lnTo>
                    <a:pt x="3270414" y="4495516"/>
                  </a:lnTo>
                  <a:lnTo>
                    <a:pt x="3323095" y="4499928"/>
                  </a:lnTo>
                  <a:lnTo>
                    <a:pt x="3375834" y="4504395"/>
                  </a:lnTo>
                  <a:lnTo>
                    <a:pt x="3428554" y="4508844"/>
                  </a:lnTo>
                  <a:lnTo>
                    <a:pt x="3481186" y="4513205"/>
                  </a:lnTo>
                  <a:lnTo>
                    <a:pt x="3533701" y="4517411"/>
                  </a:lnTo>
                  <a:lnTo>
                    <a:pt x="3586146" y="4521408"/>
                  </a:lnTo>
                  <a:lnTo>
                    <a:pt x="3638669" y="4525152"/>
                  </a:lnTo>
                  <a:lnTo>
                    <a:pt x="3691550" y="4528613"/>
                  </a:lnTo>
                  <a:lnTo>
                    <a:pt x="3745225" y="4531777"/>
                  </a:lnTo>
                  <a:lnTo>
                    <a:pt x="3800326" y="4534641"/>
                  </a:lnTo>
                  <a:lnTo>
                    <a:pt x="3829811" y="4536014"/>
                  </a:lnTo>
                  <a:lnTo>
                    <a:pt x="3877359" y="4537998"/>
                  </a:lnTo>
                  <a:lnTo>
                    <a:pt x="3927425" y="4539793"/>
                  </a:lnTo>
                  <a:lnTo>
                    <a:pt x="3980773" y="4541408"/>
                  </a:lnTo>
                  <a:lnTo>
                    <a:pt x="4038239" y="4542857"/>
                  </a:lnTo>
                  <a:lnTo>
                    <a:pt x="4100674" y="4544158"/>
                  </a:lnTo>
                  <a:lnTo>
                    <a:pt x="4168891" y="4545329"/>
                  </a:lnTo>
                  <a:lnTo>
                    <a:pt x="4243583" y="4546384"/>
                  </a:lnTo>
                  <a:lnTo>
                    <a:pt x="4325221" y="4547337"/>
                  </a:lnTo>
                  <a:lnTo>
                    <a:pt x="4413906" y="4548198"/>
                  </a:lnTo>
                  <a:lnTo>
                    <a:pt x="4509200" y="4548974"/>
                  </a:lnTo>
                  <a:lnTo>
                    <a:pt x="4609926" y="4549668"/>
                  </a:lnTo>
                  <a:lnTo>
                    <a:pt x="4714009" y="4550281"/>
                  </a:lnTo>
                  <a:lnTo>
                    <a:pt x="4818398" y="4550813"/>
                  </a:lnTo>
                  <a:lnTo>
                    <a:pt x="4919183" y="4551261"/>
                  </a:lnTo>
                  <a:lnTo>
                    <a:pt x="5011957" y="4551624"/>
                  </a:lnTo>
                  <a:lnTo>
                    <a:pt x="5092432" y="4551904"/>
                  </a:lnTo>
                  <a:lnTo>
                    <a:pt x="5157210" y="4552106"/>
                  </a:lnTo>
                  <a:lnTo>
                    <a:pt x="5204501" y="4552238"/>
                  </a:lnTo>
                  <a:lnTo>
                    <a:pt x="5234571" y="4552314"/>
                  </a:lnTo>
                  <a:lnTo>
                    <a:pt x="5249837" y="4552349"/>
                  </a:lnTo>
                  <a:lnTo>
                    <a:pt x="5254648" y="4552359"/>
                  </a:lnTo>
                  <a:lnTo>
                    <a:pt x="5254955" y="4552360"/>
                  </a:lnTo>
                  <a:lnTo>
                    <a:pt x="6726343" y="4552360"/>
                  </a:lnTo>
                  <a:lnTo>
                    <a:pt x="6727251" y="4552276"/>
                  </a:lnTo>
                  <a:lnTo>
                    <a:pt x="6733253" y="4551684"/>
                  </a:lnTo>
                  <a:lnTo>
                    <a:pt x="6748479" y="4550047"/>
                  </a:lnTo>
                  <a:lnTo>
                    <a:pt x="6775944" y="4546821"/>
                  </a:lnTo>
                  <a:lnTo>
                    <a:pt x="6817374" y="4541486"/>
                  </a:lnTo>
                  <a:lnTo>
                    <a:pt x="6873077" y="4533595"/>
                  </a:lnTo>
                  <a:lnTo>
                    <a:pt x="6941980" y="4522812"/>
                  </a:lnTo>
                  <a:lnTo>
                    <a:pt x="7021862" y="4508930"/>
                  </a:lnTo>
                  <a:lnTo>
                    <a:pt x="7109754" y="4491863"/>
                  </a:lnTo>
                  <a:lnTo>
                    <a:pt x="7202401" y="4471620"/>
                  </a:lnTo>
                  <a:lnTo>
                    <a:pt x="7296686" y="4448261"/>
                  </a:lnTo>
                  <a:lnTo>
                    <a:pt x="7389940" y="4421846"/>
                  </a:lnTo>
                  <a:lnTo>
                    <a:pt x="7480096" y="4392399"/>
                  </a:lnTo>
                  <a:lnTo>
                    <a:pt x="7565732" y="4359877"/>
                  </a:lnTo>
                  <a:lnTo>
                    <a:pt x="7646013" y="4324149"/>
                  </a:lnTo>
                  <a:lnTo>
                    <a:pt x="7720588" y="4284990"/>
                  </a:lnTo>
                  <a:lnTo>
                    <a:pt x="7789479" y="4242077"/>
                  </a:lnTo>
                  <a:lnTo>
                    <a:pt x="7852972" y="4194995"/>
                  </a:lnTo>
                  <a:lnTo>
                    <a:pt x="7911525" y="4143246"/>
                  </a:lnTo>
                  <a:lnTo>
                    <a:pt x="7965700" y="4086267"/>
                  </a:lnTo>
                  <a:lnTo>
                    <a:pt x="8016111" y="4023465"/>
                  </a:lnTo>
                  <a:lnTo>
                    <a:pt x="8063380" y="3954259"/>
                  </a:lnTo>
                  <a:lnTo>
                    <a:pt x="8108110" y="3878173"/>
                  </a:lnTo>
                  <a:lnTo>
                    <a:pt x="8150848" y="3794955"/>
                  </a:lnTo>
                  <a:lnTo>
                    <a:pt x="8151487" y="3793633"/>
                  </a:lnTo>
                  <a:lnTo>
                    <a:pt x="8182260" y="3727023"/>
                  </a:lnTo>
                  <a:lnTo>
                    <a:pt x="8212368" y="3656414"/>
                  </a:lnTo>
                  <a:lnTo>
                    <a:pt x="8241958" y="3581725"/>
                  </a:lnTo>
                  <a:lnTo>
                    <a:pt x="8271156" y="3502917"/>
                  </a:lnTo>
                  <a:lnTo>
                    <a:pt x="8300066" y="3419998"/>
                  </a:lnTo>
                  <a:lnTo>
                    <a:pt x="8328774" y="3333024"/>
                  </a:lnTo>
                  <a:lnTo>
                    <a:pt x="8357350" y="3242106"/>
                  </a:lnTo>
                  <a:lnTo>
                    <a:pt x="8385852" y="3147409"/>
                  </a:lnTo>
                  <a:lnTo>
                    <a:pt x="8414321" y="3049157"/>
                  </a:lnTo>
                  <a:lnTo>
                    <a:pt x="8442788" y="2947629"/>
                  </a:lnTo>
                  <a:lnTo>
                    <a:pt x="8471276" y="2843160"/>
                  </a:lnTo>
                  <a:lnTo>
                    <a:pt x="8499796" y="2736137"/>
                  </a:lnTo>
                  <a:lnTo>
                    <a:pt x="8528350" y="2626992"/>
                  </a:lnTo>
                  <a:lnTo>
                    <a:pt x="8556938" y="2516199"/>
                  </a:lnTo>
                  <a:lnTo>
                    <a:pt x="8585552" y="2404263"/>
                  </a:lnTo>
                  <a:lnTo>
                    <a:pt x="8614180" y="2291713"/>
                  </a:lnTo>
                  <a:lnTo>
                    <a:pt x="8642810" y="2179087"/>
                  </a:lnTo>
                  <a:lnTo>
                    <a:pt x="8671428" y="2066929"/>
                  </a:lnTo>
                  <a:lnTo>
                    <a:pt x="8700024" y="1955769"/>
                  </a:lnTo>
                  <a:lnTo>
                    <a:pt x="8728589" y="1846121"/>
                  </a:lnTo>
                  <a:lnTo>
                    <a:pt x="8757118" y="1738468"/>
                  </a:lnTo>
                  <a:lnTo>
                    <a:pt x="8785613" y="1633253"/>
                  </a:lnTo>
                  <a:lnTo>
                    <a:pt x="8814085" y="1530879"/>
                  </a:lnTo>
                  <a:lnTo>
                    <a:pt x="8842551" y="1431693"/>
                  </a:lnTo>
                  <a:lnTo>
                    <a:pt x="8871040" y="1335992"/>
                  </a:lnTo>
                  <a:lnTo>
                    <a:pt x="8899590" y="1244013"/>
                  </a:lnTo>
                  <a:lnTo>
                    <a:pt x="8928256" y="1155938"/>
                  </a:lnTo>
                  <a:lnTo>
                    <a:pt x="8957102" y="1071893"/>
                  </a:lnTo>
                  <a:lnTo>
                    <a:pt x="8986211" y="991949"/>
                  </a:lnTo>
                  <a:lnTo>
                    <a:pt x="9015681" y="916127"/>
                  </a:lnTo>
                  <a:lnTo>
                    <a:pt x="9045633" y="844399"/>
                  </a:lnTo>
                  <a:lnTo>
                    <a:pt x="9076206" y="776697"/>
                  </a:lnTo>
                  <a:lnTo>
                    <a:pt x="9084767" y="758726"/>
                  </a:lnTo>
                  <a:lnTo>
                    <a:pt x="9127478" y="675400"/>
                  </a:lnTo>
                  <a:lnTo>
                    <a:pt x="9172174" y="599206"/>
                  </a:lnTo>
                  <a:lnTo>
                    <a:pt x="9219400" y="529899"/>
                  </a:lnTo>
                  <a:lnTo>
                    <a:pt x="9269759" y="467003"/>
                  </a:lnTo>
                  <a:lnTo>
                    <a:pt x="9323872" y="409941"/>
                  </a:lnTo>
                  <a:lnTo>
                    <a:pt x="9382354" y="358116"/>
                  </a:lnTo>
                  <a:lnTo>
                    <a:pt x="9445768" y="310967"/>
                  </a:lnTo>
                  <a:lnTo>
                    <a:pt x="9514574" y="267994"/>
                  </a:lnTo>
                  <a:lnTo>
                    <a:pt x="9589062" y="228780"/>
                  </a:lnTo>
                  <a:lnTo>
                    <a:pt x="9669257" y="193002"/>
                  </a:lnTo>
                  <a:lnTo>
                    <a:pt x="9754816" y="160432"/>
                  </a:lnTo>
                  <a:lnTo>
                    <a:pt x="9844913" y="130939"/>
                  </a:lnTo>
                  <a:lnTo>
                    <a:pt x="9938133" y="104478"/>
                  </a:lnTo>
                  <a:lnTo>
                    <a:pt x="10032421" y="81071"/>
                  </a:lnTo>
                  <a:lnTo>
                    <a:pt x="10125116" y="60781"/>
                  </a:lnTo>
                  <a:lnTo>
                    <a:pt x="10213104" y="43665"/>
                  </a:lnTo>
                  <a:lnTo>
                    <a:pt x="10293132" y="29735"/>
                  </a:lnTo>
                  <a:lnTo>
                    <a:pt x="10362222" y="18906"/>
                  </a:lnTo>
                  <a:lnTo>
                    <a:pt x="10418137" y="10973"/>
                  </a:lnTo>
                  <a:lnTo>
                    <a:pt x="10459785" y="5603"/>
                  </a:lnTo>
                  <a:lnTo>
                    <a:pt x="10487454" y="2348"/>
                  </a:lnTo>
                  <a:lnTo>
                    <a:pt x="10502847" y="691"/>
                  </a:lnTo>
                  <a:lnTo>
                    <a:pt x="10508961" y="87"/>
                  </a:lnTo>
                  <a:lnTo>
                    <a:pt x="10509911" y="0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73" name="pl973"/>
            <p:cNvSpPr/>
            <p:nvPr/>
          </p:nvSpPr>
          <p:spPr>
            <a:xfrm>
              <a:off x="4799595" y="3149018"/>
              <a:ext cx="11981298" cy="4552360"/>
            </a:xfrm>
            <a:custGeom>
              <a:avLst/>
              <a:pathLst>
                <a:path w="11981298" h="4552360">
                  <a:moveTo>
                    <a:pt x="11981298" y="0"/>
                  </a:moveTo>
                  <a:lnTo>
                    <a:pt x="10509911" y="0"/>
                  </a:lnTo>
                  <a:lnTo>
                    <a:pt x="10509002" y="83"/>
                  </a:lnTo>
                  <a:lnTo>
                    <a:pt x="10503000" y="675"/>
                  </a:lnTo>
                  <a:lnTo>
                    <a:pt x="10487774" y="2312"/>
                  </a:lnTo>
                  <a:lnTo>
                    <a:pt x="10460309" y="5538"/>
                  </a:lnTo>
                  <a:lnTo>
                    <a:pt x="10418880" y="10873"/>
                  </a:lnTo>
                  <a:lnTo>
                    <a:pt x="10363177" y="18764"/>
                  </a:lnTo>
                  <a:lnTo>
                    <a:pt x="10294274" y="29547"/>
                  </a:lnTo>
                  <a:lnTo>
                    <a:pt x="10214391" y="43429"/>
                  </a:lnTo>
                  <a:lnTo>
                    <a:pt x="10126499" y="60496"/>
                  </a:lnTo>
                  <a:lnTo>
                    <a:pt x="10033853" y="80739"/>
                  </a:lnTo>
                  <a:lnTo>
                    <a:pt x="9939567" y="104098"/>
                  </a:lnTo>
                  <a:lnTo>
                    <a:pt x="9846314" y="130513"/>
                  </a:lnTo>
                  <a:lnTo>
                    <a:pt x="9756158" y="159960"/>
                  </a:lnTo>
                  <a:lnTo>
                    <a:pt x="9670521" y="192482"/>
                  </a:lnTo>
                  <a:lnTo>
                    <a:pt x="9590241" y="228210"/>
                  </a:lnTo>
                  <a:lnTo>
                    <a:pt x="9515665" y="267369"/>
                  </a:lnTo>
                  <a:lnTo>
                    <a:pt x="9446774" y="310282"/>
                  </a:lnTo>
                  <a:lnTo>
                    <a:pt x="9383281" y="357364"/>
                  </a:lnTo>
                  <a:lnTo>
                    <a:pt x="9324728" y="409113"/>
                  </a:lnTo>
                  <a:lnTo>
                    <a:pt x="9270553" y="466092"/>
                  </a:lnTo>
                  <a:lnTo>
                    <a:pt x="9220142" y="528894"/>
                  </a:lnTo>
                  <a:lnTo>
                    <a:pt x="9172873" y="598100"/>
                  </a:lnTo>
                  <a:lnTo>
                    <a:pt x="9128143" y="674186"/>
                  </a:lnTo>
                  <a:lnTo>
                    <a:pt x="9085405" y="757404"/>
                  </a:lnTo>
                  <a:lnTo>
                    <a:pt x="9084767" y="758726"/>
                  </a:lnTo>
                  <a:lnTo>
                    <a:pt x="9053993" y="825336"/>
                  </a:lnTo>
                  <a:lnTo>
                    <a:pt x="9023885" y="895945"/>
                  </a:lnTo>
                  <a:lnTo>
                    <a:pt x="8994295" y="970634"/>
                  </a:lnTo>
                  <a:lnTo>
                    <a:pt x="8965097" y="1049442"/>
                  </a:lnTo>
                  <a:lnTo>
                    <a:pt x="8936188" y="1132361"/>
                  </a:lnTo>
                  <a:lnTo>
                    <a:pt x="8907480" y="1219335"/>
                  </a:lnTo>
                  <a:lnTo>
                    <a:pt x="8878903" y="1310253"/>
                  </a:lnTo>
                  <a:lnTo>
                    <a:pt x="8850402" y="1404950"/>
                  </a:lnTo>
                  <a:lnTo>
                    <a:pt x="8821933" y="1503202"/>
                  </a:lnTo>
                  <a:lnTo>
                    <a:pt x="8793465" y="1604730"/>
                  </a:lnTo>
                  <a:lnTo>
                    <a:pt x="8764977" y="1709199"/>
                  </a:lnTo>
                  <a:lnTo>
                    <a:pt x="8736458" y="1816222"/>
                  </a:lnTo>
                  <a:lnTo>
                    <a:pt x="8707903" y="1925367"/>
                  </a:lnTo>
                  <a:lnTo>
                    <a:pt x="8679315" y="2036160"/>
                  </a:lnTo>
                  <a:lnTo>
                    <a:pt x="8650701" y="2148096"/>
                  </a:lnTo>
                  <a:lnTo>
                    <a:pt x="8622073" y="2260646"/>
                  </a:lnTo>
                  <a:lnTo>
                    <a:pt x="8593444" y="2373272"/>
                  </a:lnTo>
                  <a:lnTo>
                    <a:pt x="8564825" y="2485430"/>
                  </a:lnTo>
                  <a:lnTo>
                    <a:pt x="8536229" y="2596590"/>
                  </a:lnTo>
                  <a:lnTo>
                    <a:pt x="8507664" y="2706238"/>
                  </a:lnTo>
                  <a:lnTo>
                    <a:pt x="8479135" y="2813892"/>
                  </a:lnTo>
                  <a:lnTo>
                    <a:pt x="8450640" y="2919106"/>
                  </a:lnTo>
                  <a:lnTo>
                    <a:pt x="8422168" y="3021480"/>
                  </a:lnTo>
                  <a:lnTo>
                    <a:pt x="8393702" y="3120666"/>
                  </a:lnTo>
                  <a:lnTo>
                    <a:pt x="8365214" y="3216367"/>
                  </a:lnTo>
                  <a:lnTo>
                    <a:pt x="8336663" y="3308346"/>
                  </a:lnTo>
                  <a:lnTo>
                    <a:pt x="8307997" y="3396421"/>
                  </a:lnTo>
                  <a:lnTo>
                    <a:pt x="8279151" y="3480466"/>
                  </a:lnTo>
                  <a:lnTo>
                    <a:pt x="8250042" y="3560410"/>
                  </a:lnTo>
                  <a:lnTo>
                    <a:pt x="8220572" y="3636233"/>
                  </a:lnTo>
                  <a:lnTo>
                    <a:pt x="8190620" y="3707960"/>
                  </a:lnTo>
                  <a:lnTo>
                    <a:pt x="8160047" y="3775662"/>
                  </a:lnTo>
                  <a:lnTo>
                    <a:pt x="8151487" y="3793633"/>
                  </a:lnTo>
                  <a:lnTo>
                    <a:pt x="8108775" y="3876959"/>
                  </a:lnTo>
                  <a:lnTo>
                    <a:pt x="8064079" y="3953153"/>
                  </a:lnTo>
                  <a:lnTo>
                    <a:pt x="8016853" y="4022460"/>
                  </a:lnTo>
                  <a:lnTo>
                    <a:pt x="7966495" y="4085356"/>
                  </a:lnTo>
                  <a:lnTo>
                    <a:pt x="7912381" y="4142419"/>
                  </a:lnTo>
                  <a:lnTo>
                    <a:pt x="7853899" y="4194243"/>
                  </a:lnTo>
                  <a:lnTo>
                    <a:pt x="7790486" y="4241392"/>
                  </a:lnTo>
                  <a:lnTo>
                    <a:pt x="7721679" y="4284365"/>
                  </a:lnTo>
                  <a:lnTo>
                    <a:pt x="7647192" y="4323579"/>
                  </a:lnTo>
                  <a:lnTo>
                    <a:pt x="7566996" y="4359357"/>
                  </a:lnTo>
                  <a:lnTo>
                    <a:pt x="7481437" y="4391927"/>
                  </a:lnTo>
                  <a:lnTo>
                    <a:pt x="7391340" y="4421420"/>
                  </a:lnTo>
                  <a:lnTo>
                    <a:pt x="7298120" y="4447881"/>
                  </a:lnTo>
                  <a:lnTo>
                    <a:pt x="7203832" y="4471288"/>
                  </a:lnTo>
                  <a:lnTo>
                    <a:pt x="7111138" y="4491578"/>
                  </a:lnTo>
                  <a:lnTo>
                    <a:pt x="7023149" y="4508694"/>
                  </a:lnTo>
                  <a:lnTo>
                    <a:pt x="6943121" y="4522624"/>
                  </a:lnTo>
                  <a:lnTo>
                    <a:pt x="6874031" y="4533453"/>
                  </a:lnTo>
                  <a:lnTo>
                    <a:pt x="6818116" y="4541386"/>
                  </a:lnTo>
                  <a:lnTo>
                    <a:pt x="6776468" y="4546756"/>
                  </a:lnTo>
                  <a:lnTo>
                    <a:pt x="6748799" y="4550011"/>
                  </a:lnTo>
                  <a:lnTo>
                    <a:pt x="6733406" y="4551668"/>
                  </a:lnTo>
                  <a:lnTo>
                    <a:pt x="6727293" y="4552272"/>
                  </a:lnTo>
                  <a:lnTo>
                    <a:pt x="6726343" y="4552360"/>
                  </a:lnTo>
                  <a:lnTo>
                    <a:pt x="6726343" y="4552360"/>
                  </a:lnTo>
                  <a:lnTo>
                    <a:pt x="5254955" y="4552360"/>
                  </a:lnTo>
                  <a:lnTo>
                    <a:pt x="5253717" y="4552357"/>
                  </a:lnTo>
                  <a:lnTo>
                    <a:pt x="5245596" y="4552340"/>
                  </a:lnTo>
                  <a:lnTo>
                    <a:pt x="5225177" y="4552291"/>
                  </a:lnTo>
                  <a:lnTo>
                    <a:pt x="5188802" y="4552196"/>
                  </a:lnTo>
                  <a:lnTo>
                    <a:pt x="5134851" y="4552039"/>
                  </a:lnTo>
                  <a:lnTo>
                    <a:pt x="5063861" y="4551808"/>
                  </a:lnTo>
                  <a:lnTo>
                    <a:pt x="4978298" y="4551497"/>
                  </a:lnTo>
                  <a:lnTo>
                    <a:pt x="4881986" y="4551102"/>
                  </a:lnTo>
                  <a:lnTo>
                    <a:pt x="4779344" y="4550622"/>
                  </a:lnTo>
                  <a:lnTo>
                    <a:pt x="4674653" y="4550060"/>
                  </a:lnTo>
                  <a:lnTo>
                    <a:pt x="4571527" y="4549416"/>
                  </a:lnTo>
                  <a:lnTo>
                    <a:pt x="4472651" y="4548692"/>
                  </a:lnTo>
                  <a:lnTo>
                    <a:pt x="4379748" y="4547885"/>
                  </a:lnTo>
                  <a:lnTo>
                    <a:pt x="4293694" y="4546990"/>
                  </a:lnTo>
                  <a:lnTo>
                    <a:pt x="4214704" y="4546000"/>
                  </a:lnTo>
                  <a:lnTo>
                    <a:pt x="4142516" y="4544903"/>
                  </a:lnTo>
                  <a:lnTo>
                    <a:pt x="4076562" y="4543685"/>
                  </a:lnTo>
                  <a:lnTo>
                    <a:pt x="4016095" y="4542330"/>
                  </a:lnTo>
                  <a:lnTo>
                    <a:pt x="3960277" y="4540821"/>
                  </a:lnTo>
                  <a:lnTo>
                    <a:pt x="3908258" y="4539140"/>
                  </a:lnTo>
                  <a:lnTo>
                    <a:pt x="3859223" y="4537274"/>
                  </a:lnTo>
                  <a:lnTo>
                    <a:pt x="3829811" y="4536014"/>
                  </a:lnTo>
                  <a:lnTo>
                    <a:pt x="3773642" y="4533303"/>
                  </a:lnTo>
                  <a:lnTo>
                    <a:pt x="3719319" y="4530296"/>
                  </a:lnTo>
                  <a:lnTo>
                    <a:pt x="3666091" y="4526988"/>
                  </a:lnTo>
                  <a:lnTo>
                    <a:pt x="3613426" y="4523388"/>
                  </a:lnTo>
                  <a:lnTo>
                    <a:pt x="3560966" y="4519518"/>
                  </a:lnTo>
                  <a:lnTo>
                    <a:pt x="3508499" y="4515415"/>
                  </a:lnTo>
                  <a:lnTo>
                    <a:pt x="3455928" y="4511127"/>
                  </a:lnTo>
                  <a:lnTo>
                    <a:pt x="3403247" y="4506715"/>
                  </a:lnTo>
                  <a:lnTo>
                    <a:pt x="3350508" y="4502248"/>
                  </a:lnTo>
                  <a:lnTo>
                    <a:pt x="3297788" y="4497799"/>
                  </a:lnTo>
                  <a:lnTo>
                    <a:pt x="3245156" y="4493438"/>
                  </a:lnTo>
                  <a:lnTo>
                    <a:pt x="3192641" y="4489232"/>
                  </a:lnTo>
                  <a:lnTo>
                    <a:pt x="3140196" y="4485235"/>
                  </a:lnTo>
                  <a:lnTo>
                    <a:pt x="3087673" y="4481491"/>
                  </a:lnTo>
                  <a:lnTo>
                    <a:pt x="3034792" y="4478030"/>
                  </a:lnTo>
                  <a:lnTo>
                    <a:pt x="2981117" y="4474866"/>
                  </a:lnTo>
                  <a:lnTo>
                    <a:pt x="2926016" y="4472002"/>
                  </a:lnTo>
                  <a:lnTo>
                    <a:pt x="2896531" y="4470630"/>
                  </a:lnTo>
                  <a:lnTo>
                    <a:pt x="2848984" y="4468645"/>
                  </a:lnTo>
                  <a:lnTo>
                    <a:pt x="2798917" y="4466850"/>
                  </a:lnTo>
                  <a:lnTo>
                    <a:pt x="2745569" y="4465235"/>
                  </a:lnTo>
                  <a:lnTo>
                    <a:pt x="2688103" y="4463786"/>
                  </a:lnTo>
                  <a:lnTo>
                    <a:pt x="2625668" y="4462485"/>
                  </a:lnTo>
                  <a:lnTo>
                    <a:pt x="2557451" y="4461314"/>
                  </a:lnTo>
                  <a:lnTo>
                    <a:pt x="2482759" y="4460259"/>
                  </a:lnTo>
                  <a:lnTo>
                    <a:pt x="2401121" y="4459306"/>
                  </a:lnTo>
                  <a:lnTo>
                    <a:pt x="2312436" y="4458445"/>
                  </a:lnTo>
                  <a:lnTo>
                    <a:pt x="2217142" y="4457670"/>
                  </a:lnTo>
                  <a:lnTo>
                    <a:pt x="2116416" y="4456976"/>
                  </a:lnTo>
                  <a:lnTo>
                    <a:pt x="2012334" y="4456362"/>
                  </a:lnTo>
                  <a:lnTo>
                    <a:pt x="1907945" y="4455831"/>
                  </a:lnTo>
                  <a:lnTo>
                    <a:pt x="1807159" y="4455382"/>
                  </a:lnTo>
                  <a:lnTo>
                    <a:pt x="1714386" y="4455019"/>
                  </a:lnTo>
                  <a:lnTo>
                    <a:pt x="1633910" y="4454739"/>
                  </a:lnTo>
                  <a:lnTo>
                    <a:pt x="1569132" y="4454537"/>
                  </a:lnTo>
                  <a:lnTo>
                    <a:pt x="1521842" y="4454405"/>
                  </a:lnTo>
                  <a:lnTo>
                    <a:pt x="1491771" y="4454329"/>
                  </a:lnTo>
                  <a:lnTo>
                    <a:pt x="1476506" y="4454294"/>
                  </a:lnTo>
                  <a:lnTo>
                    <a:pt x="1471694" y="4454284"/>
                  </a:lnTo>
                  <a:lnTo>
                    <a:pt x="1471387" y="4454284"/>
                  </a:lnTo>
                  <a:lnTo>
                    <a:pt x="0" y="445428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74" name="pg974"/>
            <p:cNvSpPr/>
            <p:nvPr/>
          </p:nvSpPr>
          <p:spPr>
            <a:xfrm>
              <a:off x="4799595" y="5519188"/>
              <a:ext cx="11981298" cy="2231228"/>
            </a:xfrm>
            <a:custGeom>
              <a:avLst/>
              <a:pathLst>
                <a:path w="11981298" h="2231228">
                  <a:moveTo>
                    <a:pt x="0" y="2100460"/>
                  </a:moveTo>
                  <a:lnTo>
                    <a:pt x="1471387" y="2100460"/>
                  </a:lnTo>
                  <a:lnTo>
                    <a:pt x="1472625" y="2100463"/>
                  </a:lnTo>
                  <a:lnTo>
                    <a:pt x="1480745" y="2100487"/>
                  </a:lnTo>
                  <a:lnTo>
                    <a:pt x="1501163" y="2100551"/>
                  </a:lnTo>
                  <a:lnTo>
                    <a:pt x="1537536" y="2100679"/>
                  </a:lnTo>
                  <a:lnTo>
                    <a:pt x="1591483" y="2100888"/>
                  </a:lnTo>
                  <a:lnTo>
                    <a:pt x="1662469" y="2101195"/>
                  </a:lnTo>
                  <a:lnTo>
                    <a:pt x="1748028" y="2101609"/>
                  </a:lnTo>
                  <a:lnTo>
                    <a:pt x="1844335" y="2102137"/>
                  </a:lnTo>
                  <a:lnTo>
                    <a:pt x="1946974" y="2102776"/>
                  </a:lnTo>
                  <a:lnTo>
                    <a:pt x="2051662" y="2103526"/>
                  </a:lnTo>
                  <a:lnTo>
                    <a:pt x="2154787" y="2104385"/>
                  </a:lnTo>
                  <a:lnTo>
                    <a:pt x="2253661" y="2105350"/>
                  </a:lnTo>
                  <a:lnTo>
                    <a:pt x="2346564" y="2106426"/>
                  </a:lnTo>
                  <a:lnTo>
                    <a:pt x="2432618" y="2107619"/>
                  </a:lnTo>
                  <a:lnTo>
                    <a:pt x="2511610" y="2108939"/>
                  </a:lnTo>
                  <a:lnTo>
                    <a:pt x="2583798" y="2110402"/>
                  </a:lnTo>
                  <a:lnTo>
                    <a:pt x="2649752" y="2112025"/>
                  </a:lnTo>
                  <a:lnTo>
                    <a:pt x="2710221" y="2113831"/>
                  </a:lnTo>
                  <a:lnTo>
                    <a:pt x="2766039" y="2115844"/>
                  </a:lnTo>
                  <a:lnTo>
                    <a:pt x="2818058" y="2118085"/>
                  </a:lnTo>
                  <a:lnTo>
                    <a:pt x="2867093" y="2120573"/>
                  </a:lnTo>
                  <a:lnTo>
                    <a:pt x="2896531" y="2122255"/>
                  </a:lnTo>
                  <a:lnTo>
                    <a:pt x="2952648" y="2125865"/>
                  </a:lnTo>
                  <a:lnTo>
                    <a:pt x="3006922" y="2129871"/>
                  </a:lnTo>
                  <a:lnTo>
                    <a:pt x="3060101" y="2134276"/>
                  </a:lnTo>
                  <a:lnTo>
                    <a:pt x="3112718" y="2139070"/>
                  </a:lnTo>
                  <a:lnTo>
                    <a:pt x="3165128" y="2144223"/>
                  </a:lnTo>
                  <a:lnTo>
                    <a:pt x="3217545" y="2149688"/>
                  </a:lnTo>
                  <a:lnTo>
                    <a:pt x="3270065" y="2155399"/>
                  </a:lnTo>
                  <a:lnTo>
                    <a:pt x="3322695" y="2161275"/>
                  </a:lnTo>
                  <a:lnTo>
                    <a:pt x="3375384" y="2167225"/>
                  </a:lnTo>
                  <a:lnTo>
                    <a:pt x="3428055" y="2173152"/>
                  </a:lnTo>
                  <a:lnTo>
                    <a:pt x="3480638" y="2178962"/>
                  </a:lnTo>
                  <a:lnTo>
                    <a:pt x="3533104" y="2184568"/>
                  </a:lnTo>
                  <a:lnTo>
                    <a:pt x="3585500" y="2189896"/>
                  </a:lnTo>
                  <a:lnTo>
                    <a:pt x="3637971" y="2194887"/>
                  </a:lnTo>
                  <a:lnTo>
                    <a:pt x="3690794" y="2199504"/>
                  </a:lnTo>
                  <a:lnTo>
                    <a:pt x="3744403" y="2203724"/>
                  </a:lnTo>
                  <a:lnTo>
                    <a:pt x="3799423" y="2207545"/>
                  </a:lnTo>
                  <a:lnTo>
                    <a:pt x="3829811" y="2209433"/>
                  </a:lnTo>
                  <a:lnTo>
                    <a:pt x="3877357" y="2212079"/>
                  </a:lnTo>
                  <a:lnTo>
                    <a:pt x="3927422" y="2214472"/>
                  </a:lnTo>
                  <a:lnTo>
                    <a:pt x="3980769" y="2216625"/>
                  </a:lnTo>
                  <a:lnTo>
                    <a:pt x="4038233" y="2218558"/>
                  </a:lnTo>
                  <a:lnTo>
                    <a:pt x="4100666" y="2220293"/>
                  </a:lnTo>
                  <a:lnTo>
                    <a:pt x="4168880" y="2221853"/>
                  </a:lnTo>
                  <a:lnTo>
                    <a:pt x="4243569" y="2223261"/>
                  </a:lnTo>
                  <a:lnTo>
                    <a:pt x="4325203" y="2224531"/>
                  </a:lnTo>
                  <a:lnTo>
                    <a:pt x="4413885" y="2225679"/>
                  </a:lnTo>
                  <a:lnTo>
                    <a:pt x="4509175" y="2226713"/>
                  </a:lnTo>
                  <a:lnTo>
                    <a:pt x="4609897" y="2227638"/>
                  </a:lnTo>
                  <a:lnTo>
                    <a:pt x="4713976" y="2228456"/>
                  </a:lnTo>
                  <a:lnTo>
                    <a:pt x="4818363" y="2229165"/>
                  </a:lnTo>
                  <a:lnTo>
                    <a:pt x="4919148" y="2229763"/>
                  </a:lnTo>
                  <a:lnTo>
                    <a:pt x="5011923" y="2230247"/>
                  </a:lnTo>
                  <a:lnTo>
                    <a:pt x="5092402" y="2230621"/>
                  </a:lnTo>
                  <a:lnTo>
                    <a:pt x="5157186" y="2230889"/>
                  </a:lnTo>
                  <a:lnTo>
                    <a:pt x="5204483" y="2231066"/>
                  </a:lnTo>
                  <a:lnTo>
                    <a:pt x="5234560" y="2231167"/>
                  </a:lnTo>
                  <a:lnTo>
                    <a:pt x="5249832" y="2231214"/>
                  </a:lnTo>
                  <a:lnTo>
                    <a:pt x="5254647" y="2231227"/>
                  </a:lnTo>
                  <a:lnTo>
                    <a:pt x="5254955" y="2231228"/>
                  </a:lnTo>
                  <a:lnTo>
                    <a:pt x="6726343" y="2231228"/>
                  </a:lnTo>
                  <a:lnTo>
                    <a:pt x="6727522" y="2231175"/>
                  </a:lnTo>
                  <a:lnTo>
                    <a:pt x="6735271" y="2230796"/>
                  </a:lnTo>
                  <a:lnTo>
                    <a:pt x="6754783" y="2229750"/>
                  </a:lnTo>
                  <a:lnTo>
                    <a:pt x="6789615" y="2227691"/>
                  </a:lnTo>
                  <a:lnTo>
                    <a:pt x="6841426" y="2224300"/>
                  </a:lnTo>
                  <a:lnTo>
                    <a:pt x="6909852" y="2219321"/>
                  </a:lnTo>
                  <a:lnTo>
                    <a:pt x="6992687" y="2212581"/>
                  </a:lnTo>
                  <a:lnTo>
                    <a:pt x="7086389" y="2203995"/>
                  </a:lnTo>
                  <a:lnTo>
                    <a:pt x="7186778" y="2193553"/>
                  </a:lnTo>
                  <a:lnTo>
                    <a:pt x="7289721" y="2181288"/>
                  </a:lnTo>
                  <a:lnTo>
                    <a:pt x="7391657" y="2167239"/>
                  </a:lnTo>
                  <a:lnTo>
                    <a:pt x="7489869" y="2151422"/>
                  </a:lnTo>
                  <a:lnTo>
                    <a:pt x="7582552" y="2133806"/>
                  </a:lnTo>
                  <a:lnTo>
                    <a:pt x="7668724" y="2114297"/>
                  </a:lnTo>
                  <a:lnTo>
                    <a:pt x="7748058" y="2092738"/>
                  </a:lnTo>
                  <a:lnTo>
                    <a:pt x="7820713" y="2068901"/>
                  </a:lnTo>
                  <a:lnTo>
                    <a:pt x="7887169" y="2042498"/>
                  </a:lnTo>
                  <a:lnTo>
                    <a:pt x="7948104" y="2013190"/>
                  </a:lnTo>
                  <a:lnTo>
                    <a:pt x="8004299" y="1980603"/>
                  </a:lnTo>
                  <a:lnTo>
                    <a:pt x="8056565" y="1944362"/>
                  </a:lnTo>
                  <a:lnTo>
                    <a:pt x="8105695" y="1904146"/>
                  </a:lnTo>
                  <a:lnTo>
                    <a:pt x="8151487" y="1860719"/>
                  </a:lnTo>
                  <a:lnTo>
                    <a:pt x="8192758" y="1816469"/>
                  </a:lnTo>
                  <a:lnTo>
                    <a:pt x="8232918" y="1768653"/>
                  </a:lnTo>
                  <a:lnTo>
                    <a:pt x="8272298" y="1717199"/>
                  </a:lnTo>
                  <a:lnTo>
                    <a:pt x="8311161" y="1662109"/>
                  </a:lnTo>
                  <a:lnTo>
                    <a:pt x="8349708" y="1603465"/>
                  </a:lnTo>
                  <a:lnTo>
                    <a:pt x="8388092" y="1541435"/>
                  </a:lnTo>
                  <a:lnTo>
                    <a:pt x="8426422" y="1476278"/>
                  </a:lnTo>
                  <a:lnTo>
                    <a:pt x="8464766" y="1408345"/>
                  </a:lnTo>
                  <a:lnTo>
                    <a:pt x="8503164" y="1338071"/>
                  </a:lnTo>
                  <a:lnTo>
                    <a:pt x="8541625" y="1265969"/>
                  </a:lnTo>
                  <a:lnTo>
                    <a:pt x="8580140" y="1192615"/>
                  </a:lnTo>
                  <a:lnTo>
                    <a:pt x="8618685" y="1118627"/>
                  </a:lnTo>
                  <a:lnTo>
                    <a:pt x="8657230" y="1044649"/>
                  </a:lnTo>
                  <a:lnTo>
                    <a:pt x="8695744" y="971322"/>
                  </a:lnTo>
                  <a:lnTo>
                    <a:pt x="8734203" y="899266"/>
                  </a:lnTo>
                  <a:lnTo>
                    <a:pt x="8772598" y="829053"/>
                  </a:lnTo>
                  <a:lnTo>
                    <a:pt x="8810942" y="761194"/>
                  </a:lnTo>
                  <a:lnTo>
                    <a:pt x="8849272" y="696123"/>
                  </a:lnTo>
                  <a:lnTo>
                    <a:pt x="8887659" y="634188"/>
                  </a:lnTo>
                  <a:lnTo>
                    <a:pt x="8926213" y="575645"/>
                  </a:lnTo>
                  <a:lnTo>
                    <a:pt x="8965088" y="520660"/>
                  </a:lnTo>
                  <a:lnTo>
                    <a:pt x="9004486" y="469312"/>
                  </a:lnTo>
                  <a:lnTo>
                    <a:pt x="9044673" y="421600"/>
                  </a:lnTo>
                  <a:lnTo>
                    <a:pt x="9084767" y="378682"/>
                  </a:lnTo>
                  <a:lnTo>
                    <a:pt x="9131526" y="334400"/>
                  </a:lnTo>
                  <a:lnTo>
                    <a:pt x="9180713" y="294267"/>
                  </a:lnTo>
                  <a:lnTo>
                    <a:pt x="9233050" y="258103"/>
                  </a:lnTo>
                  <a:lnTo>
                    <a:pt x="9289332" y="225586"/>
                  </a:lnTo>
                  <a:lnTo>
                    <a:pt x="9350372" y="196340"/>
                  </a:lnTo>
                  <a:lnTo>
                    <a:pt x="9416948" y="169993"/>
                  </a:lnTo>
                  <a:lnTo>
                    <a:pt x="9489734" y="146205"/>
                  </a:lnTo>
                  <a:lnTo>
                    <a:pt x="9569206" y="124689"/>
                  </a:lnTo>
                  <a:lnTo>
                    <a:pt x="9655514" y="105220"/>
                  </a:lnTo>
                  <a:lnTo>
                    <a:pt x="9748322" y="87641"/>
                  </a:lnTo>
                  <a:lnTo>
                    <a:pt x="9846630" y="71859"/>
                  </a:lnTo>
                  <a:lnTo>
                    <a:pt x="9948616" y="57846"/>
                  </a:lnTo>
                  <a:lnTo>
                    <a:pt x="10051546" y="45618"/>
                  </a:lnTo>
                  <a:lnTo>
                    <a:pt x="10151842" y="35213"/>
                  </a:lnTo>
                  <a:lnTo>
                    <a:pt x="10245364" y="26665"/>
                  </a:lnTo>
                  <a:lnTo>
                    <a:pt x="10327939" y="19961"/>
                  </a:lnTo>
                  <a:lnTo>
                    <a:pt x="10396045" y="15017"/>
                  </a:lnTo>
                  <a:lnTo>
                    <a:pt x="10447510" y="11656"/>
                  </a:lnTo>
                  <a:lnTo>
                    <a:pt x="10482008" y="9620"/>
                  </a:lnTo>
                  <a:lnTo>
                    <a:pt x="10501241" y="8591"/>
                  </a:lnTo>
                  <a:lnTo>
                    <a:pt x="10508800" y="8222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8731" y="53"/>
                  </a:lnTo>
                  <a:lnTo>
                    <a:pt x="10500982" y="431"/>
                  </a:lnTo>
                  <a:lnTo>
                    <a:pt x="10481471" y="1477"/>
                  </a:lnTo>
                  <a:lnTo>
                    <a:pt x="10446638" y="3537"/>
                  </a:lnTo>
                  <a:lnTo>
                    <a:pt x="10394827" y="6927"/>
                  </a:lnTo>
                  <a:lnTo>
                    <a:pt x="10326401" y="11906"/>
                  </a:lnTo>
                  <a:lnTo>
                    <a:pt x="10243567" y="18647"/>
                  </a:lnTo>
                  <a:lnTo>
                    <a:pt x="10149864" y="27232"/>
                  </a:lnTo>
                  <a:lnTo>
                    <a:pt x="10049476" y="37674"/>
                  </a:lnTo>
                  <a:lnTo>
                    <a:pt x="9946532" y="49939"/>
                  </a:lnTo>
                  <a:lnTo>
                    <a:pt x="9844597" y="63988"/>
                  </a:lnTo>
                  <a:lnTo>
                    <a:pt x="9746384" y="79805"/>
                  </a:lnTo>
                  <a:lnTo>
                    <a:pt x="9653701" y="97422"/>
                  </a:lnTo>
                  <a:lnTo>
                    <a:pt x="9567530" y="116930"/>
                  </a:lnTo>
                  <a:lnTo>
                    <a:pt x="9488195" y="138490"/>
                  </a:lnTo>
                  <a:lnTo>
                    <a:pt x="9415541" y="162327"/>
                  </a:lnTo>
                  <a:lnTo>
                    <a:pt x="9349084" y="188729"/>
                  </a:lnTo>
                  <a:lnTo>
                    <a:pt x="9288149" y="218037"/>
                  </a:lnTo>
                  <a:lnTo>
                    <a:pt x="9231955" y="250625"/>
                  </a:lnTo>
                  <a:lnTo>
                    <a:pt x="9179689" y="286866"/>
                  </a:lnTo>
                  <a:lnTo>
                    <a:pt x="9130558" y="327081"/>
                  </a:lnTo>
                  <a:lnTo>
                    <a:pt x="9084767" y="370509"/>
                  </a:lnTo>
                  <a:lnTo>
                    <a:pt x="9043495" y="414758"/>
                  </a:lnTo>
                  <a:lnTo>
                    <a:pt x="9003335" y="462575"/>
                  </a:lnTo>
                  <a:lnTo>
                    <a:pt x="8963955" y="514029"/>
                  </a:lnTo>
                  <a:lnTo>
                    <a:pt x="8925093" y="569119"/>
                  </a:lnTo>
                  <a:lnTo>
                    <a:pt x="8886545" y="627763"/>
                  </a:lnTo>
                  <a:lnTo>
                    <a:pt x="8848161" y="689793"/>
                  </a:lnTo>
                  <a:lnTo>
                    <a:pt x="8809832" y="754949"/>
                  </a:lnTo>
                  <a:lnTo>
                    <a:pt x="8771487" y="822883"/>
                  </a:lnTo>
                  <a:lnTo>
                    <a:pt x="8733090" y="893157"/>
                  </a:lnTo>
                  <a:lnTo>
                    <a:pt x="8694629" y="965259"/>
                  </a:lnTo>
                  <a:lnTo>
                    <a:pt x="8656114" y="1038613"/>
                  </a:lnTo>
                  <a:lnTo>
                    <a:pt x="8617568" y="1112600"/>
                  </a:lnTo>
                  <a:lnTo>
                    <a:pt x="8579023" y="1186578"/>
                  </a:lnTo>
                  <a:lnTo>
                    <a:pt x="8540510" y="1259905"/>
                  </a:lnTo>
                  <a:lnTo>
                    <a:pt x="8502050" y="1331962"/>
                  </a:lnTo>
                  <a:lnTo>
                    <a:pt x="8463655" y="1402175"/>
                  </a:lnTo>
                  <a:lnTo>
                    <a:pt x="8425311" y="1470034"/>
                  </a:lnTo>
                  <a:lnTo>
                    <a:pt x="8386981" y="1535104"/>
                  </a:lnTo>
                  <a:lnTo>
                    <a:pt x="8348594" y="1597039"/>
                  </a:lnTo>
                  <a:lnTo>
                    <a:pt x="8310040" y="1655582"/>
                  </a:lnTo>
                  <a:lnTo>
                    <a:pt x="8271166" y="1710567"/>
                  </a:lnTo>
                  <a:lnTo>
                    <a:pt x="8231767" y="1761916"/>
                  </a:lnTo>
                  <a:lnTo>
                    <a:pt x="8191580" y="1809628"/>
                  </a:lnTo>
                  <a:lnTo>
                    <a:pt x="8151487" y="1852546"/>
                  </a:lnTo>
                  <a:lnTo>
                    <a:pt x="8104727" y="1896828"/>
                  </a:lnTo>
                  <a:lnTo>
                    <a:pt x="8055541" y="1936961"/>
                  </a:lnTo>
                  <a:lnTo>
                    <a:pt x="8003203" y="1973124"/>
                  </a:lnTo>
                  <a:lnTo>
                    <a:pt x="7946921" y="2005642"/>
                  </a:lnTo>
                  <a:lnTo>
                    <a:pt x="7885881" y="2034887"/>
                  </a:lnTo>
                  <a:lnTo>
                    <a:pt x="7819306" y="2061235"/>
                  </a:lnTo>
                  <a:lnTo>
                    <a:pt x="7746520" y="2085023"/>
                  </a:lnTo>
                  <a:lnTo>
                    <a:pt x="7667047" y="2106539"/>
                  </a:lnTo>
                  <a:lnTo>
                    <a:pt x="7580739" y="2126008"/>
                  </a:lnTo>
                  <a:lnTo>
                    <a:pt x="7487931" y="2143587"/>
                  </a:lnTo>
                  <a:lnTo>
                    <a:pt x="7389623" y="2159368"/>
                  </a:lnTo>
                  <a:lnTo>
                    <a:pt x="7287637" y="2173381"/>
                  </a:lnTo>
                  <a:lnTo>
                    <a:pt x="7184707" y="2185610"/>
                  </a:lnTo>
                  <a:lnTo>
                    <a:pt x="7084412" y="2196014"/>
                  </a:lnTo>
                  <a:lnTo>
                    <a:pt x="6990889" y="2204562"/>
                  </a:lnTo>
                  <a:lnTo>
                    <a:pt x="6908314" y="2211266"/>
                  </a:lnTo>
                  <a:lnTo>
                    <a:pt x="6840208" y="2216211"/>
                  </a:lnTo>
                  <a:lnTo>
                    <a:pt x="6788744" y="2219572"/>
                  </a:lnTo>
                  <a:lnTo>
                    <a:pt x="6754245" y="2221607"/>
                  </a:lnTo>
                  <a:lnTo>
                    <a:pt x="6735012" y="2222637"/>
                  </a:lnTo>
                  <a:lnTo>
                    <a:pt x="6727453" y="2223005"/>
                  </a:lnTo>
                  <a:lnTo>
                    <a:pt x="6726343" y="2223055"/>
                  </a:lnTo>
                  <a:lnTo>
                    <a:pt x="5254955" y="2223055"/>
                  </a:lnTo>
                  <a:lnTo>
                    <a:pt x="5253717" y="2223052"/>
                  </a:lnTo>
                  <a:lnTo>
                    <a:pt x="5245597" y="2223028"/>
                  </a:lnTo>
                  <a:lnTo>
                    <a:pt x="5225179" y="2222964"/>
                  </a:lnTo>
                  <a:lnTo>
                    <a:pt x="5188807" y="2222836"/>
                  </a:lnTo>
                  <a:lnTo>
                    <a:pt x="5134859" y="2222627"/>
                  </a:lnTo>
                  <a:lnTo>
                    <a:pt x="5063873" y="2222320"/>
                  </a:lnTo>
                  <a:lnTo>
                    <a:pt x="4978314" y="2221906"/>
                  </a:lnTo>
                  <a:lnTo>
                    <a:pt x="4882007" y="2221379"/>
                  </a:lnTo>
                  <a:lnTo>
                    <a:pt x="4779368" y="2220739"/>
                  </a:lnTo>
                  <a:lnTo>
                    <a:pt x="4674680" y="2219989"/>
                  </a:lnTo>
                  <a:lnTo>
                    <a:pt x="4571556" y="2219131"/>
                  </a:lnTo>
                  <a:lnTo>
                    <a:pt x="4472681" y="2218165"/>
                  </a:lnTo>
                  <a:lnTo>
                    <a:pt x="4379778" y="2217089"/>
                  </a:lnTo>
                  <a:lnTo>
                    <a:pt x="4293724" y="2215896"/>
                  </a:lnTo>
                  <a:lnTo>
                    <a:pt x="4214733" y="2214576"/>
                  </a:lnTo>
                  <a:lnTo>
                    <a:pt x="4142544" y="2213114"/>
                  </a:lnTo>
                  <a:lnTo>
                    <a:pt x="4076590" y="2211490"/>
                  </a:lnTo>
                  <a:lnTo>
                    <a:pt x="4016121" y="2209684"/>
                  </a:lnTo>
                  <a:lnTo>
                    <a:pt x="3960304" y="2207671"/>
                  </a:lnTo>
                  <a:lnTo>
                    <a:pt x="3908284" y="2205430"/>
                  </a:lnTo>
                  <a:lnTo>
                    <a:pt x="3859249" y="2202942"/>
                  </a:lnTo>
                  <a:lnTo>
                    <a:pt x="3829811" y="2201260"/>
                  </a:lnTo>
                  <a:lnTo>
                    <a:pt x="3773694" y="2197650"/>
                  </a:lnTo>
                  <a:lnTo>
                    <a:pt x="3719420" y="2193645"/>
                  </a:lnTo>
                  <a:lnTo>
                    <a:pt x="3666241" y="2189239"/>
                  </a:lnTo>
                  <a:lnTo>
                    <a:pt x="3613625" y="2184445"/>
                  </a:lnTo>
                  <a:lnTo>
                    <a:pt x="3561214" y="2179292"/>
                  </a:lnTo>
                  <a:lnTo>
                    <a:pt x="3508797" y="2173827"/>
                  </a:lnTo>
                  <a:lnTo>
                    <a:pt x="3456277" y="2168116"/>
                  </a:lnTo>
                  <a:lnTo>
                    <a:pt x="3403647" y="2162240"/>
                  </a:lnTo>
                  <a:lnTo>
                    <a:pt x="3350958" y="2156290"/>
                  </a:lnTo>
                  <a:lnTo>
                    <a:pt x="3298287" y="2150363"/>
                  </a:lnTo>
                  <a:lnTo>
                    <a:pt x="3245704" y="2144553"/>
                  </a:lnTo>
                  <a:lnTo>
                    <a:pt x="3193238" y="2138947"/>
                  </a:lnTo>
                  <a:lnTo>
                    <a:pt x="3140842" y="2133619"/>
                  </a:lnTo>
                  <a:lnTo>
                    <a:pt x="3088371" y="2128628"/>
                  </a:lnTo>
                  <a:lnTo>
                    <a:pt x="3035548" y="2124011"/>
                  </a:lnTo>
                  <a:lnTo>
                    <a:pt x="2981939" y="2119791"/>
                  </a:lnTo>
                  <a:lnTo>
                    <a:pt x="2926919" y="2115970"/>
                  </a:lnTo>
                  <a:lnTo>
                    <a:pt x="2896531" y="2114082"/>
                  </a:lnTo>
                  <a:lnTo>
                    <a:pt x="2848985" y="2111436"/>
                  </a:lnTo>
                  <a:lnTo>
                    <a:pt x="2798920" y="2109043"/>
                  </a:lnTo>
                  <a:lnTo>
                    <a:pt x="2745573" y="2106890"/>
                  </a:lnTo>
                  <a:lnTo>
                    <a:pt x="2688110" y="2104957"/>
                  </a:lnTo>
                  <a:lnTo>
                    <a:pt x="2625677" y="2103222"/>
                  </a:lnTo>
                  <a:lnTo>
                    <a:pt x="2557462" y="2101662"/>
                  </a:lnTo>
                  <a:lnTo>
                    <a:pt x="2482773" y="2100255"/>
                  </a:lnTo>
                  <a:lnTo>
                    <a:pt x="2401139" y="2098984"/>
                  </a:lnTo>
                  <a:lnTo>
                    <a:pt x="2312457" y="2097836"/>
                  </a:lnTo>
                  <a:lnTo>
                    <a:pt x="2217168" y="2096802"/>
                  </a:lnTo>
                  <a:lnTo>
                    <a:pt x="2116445" y="2095877"/>
                  </a:lnTo>
                  <a:lnTo>
                    <a:pt x="2012366" y="2095059"/>
                  </a:lnTo>
                  <a:lnTo>
                    <a:pt x="1907979" y="2094350"/>
                  </a:lnTo>
                  <a:lnTo>
                    <a:pt x="1807194" y="2093752"/>
                  </a:lnTo>
                  <a:lnTo>
                    <a:pt x="1714419" y="2093268"/>
                  </a:lnTo>
                  <a:lnTo>
                    <a:pt x="1633940" y="2092894"/>
                  </a:lnTo>
                  <a:lnTo>
                    <a:pt x="1569156" y="2092626"/>
                  </a:lnTo>
                  <a:lnTo>
                    <a:pt x="1521859" y="2092449"/>
                  </a:lnTo>
                  <a:lnTo>
                    <a:pt x="1491782" y="2092348"/>
                  </a:lnTo>
                  <a:lnTo>
                    <a:pt x="1476510" y="2092301"/>
                  </a:lnTo>
                  <a:lnTo>
                    <a:pt x="1471695" y="2092288"/>
                  </a:lnTo>
                  <a:lnTo>
                    <a:pt x="1471387" y="2092287"/>
                  </a:lnTo>
                  <a:lnTo>
                    <a:pt x="0" y="2092287"/>
                  </a:lnTo>
                  <a:close/>
                </a:path>
              </a:pathLst>
            </a:custGeom>
            <a:solidFill>
              <a:srgbClr val="F28E5B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975" name="pl975"/>
            <p:cNvSpPr/>
            <p:nvPr/>
          </p:nvSpPr>
          <p:spPr>
            <a:xfrm>
              <a:off x="4799595" y="5527361"/>
              <a:ext cx="11981298" cy="2223055"/>
            </a:xfrm>
            <a:custGeom>
              <a:avLst/>
              <a:pathLst>
                <a:path w="11981298" h="2223055">
                  <a:moveTo>
                    <a:pt x="0" y="2092287"/>
                  </a:moveTo>
                  <a:lnTo>
                    <a:pt x="1471387" y="2092287"/>
                  </a:lnTo>
                  <a:lnTo>
                    <a:pt x="1472625" y="2092290"/>
                  </a:lnTo>
                  <a:lnTo>
                    <a:pt x="1480745" y="2092314"/>
                  </a:lnTo>
                  <a:lnTo>
                    <a:pt x="1501163" y="2092378"/>
                  </a:lnTo>
                  <a:lnTo>
                    <a:pt x="1537536" y="2092506"/>
                  </a:lnTo>
                  <a:lnTo>
                    <a:pt x="1591483" y="2092715"/>
                  </a:lnTo>
                  <a:lnTo>
                    <a:pt x="1662469" y="2093022"/>
                  </a:lnTo>
                  <a:lnTo>
                    <a:pt x="1748028" y="2093436"/>
                  </a:lnTo>
                  <a:lnTo>
                    <a:pt x="1844335" y="2093964"/>
                  </a:lnTo>
                  <a:lnTo>
                    <a:pt x="1946974" y="2094603"/>
                  </a:lnTo>
                  <a:lnTo>
                    <a:pt x="2051662" y="2095353"/>
                  </a:lnTo>
                  <a:lnTo>
                    <a:pt x="2154787" y="2096212"/>
                  </a:lnTo>
                  <a:lnTo>
                    <a:pt x="2253661" y="2097177"/>
                  </a:lnTo>
                  <a:lnTo>
                    <a:pt x="2346564" y="2098253"/>
                  </a:lnTo>
                  <a:lnTo>
                    <a:pt x="2432618" y="2099446"/>
                  </a:lnTo>
                  <a:lnTo>
                    <a:pt x="2511610" y="2100766"/>
                  </a:lnTo>
                  <a:lnTo>
                    <a:pt x="2583798" y="2102229"/>
                  </a:lnTo>
                  <a:lnTo>
                    <a:pt x="2649752" y="2103852"/>
                  </a:lnTo>
                  <a:lnTo>
                    <a:pt x="2710221" y="2105658"/>
                  </a:lnTo>
                  <a:lnTo>
                    <a:pt x="2766039" y="2107671"/>
                  </a:lnTo>
                  <a:lnTo>
                    <a:pt x="2818058" y="2109912"/>
                  </a:lnTo>
                  <a:lnTo>
                    <a:pt x="2867093" y="2112400"/>
                  </a:lnTo>
                  <a:lnTo>
                    <a:pt x="2896531" y="2114082"/>
                  </a:lnTo>
                  <a:lnTo>
                    <a:pt x="2952648" y="2117692"/>
                  </a:lnTo>
                  <a:lnTo>
                    <a:pt x="3006922" y="2121698"/>
                  </a:lnTo>
                  <a:lnTo>
                    <a:pt x="3060101" y="2126103"/>
                  </a:lnTo>
                  <a:lnTo>
                    <a:pt x="3112718" y="2130897"/>
                  </a:lnTo>
                  <a:lnTo>
                    <a:pt x="3165128" y="2136050"/>
                  </a:lnTo>
                  <a:lnTo>
                    <a:pt x="3217545" y="2141515"/>
                  </a:lnTo>
                  <a:lnTo>
                    <a:pt x="3270065" y="2147226"/>
                  </a:lnTo>
                  <a:lnTo>
                    <a:pt x="3322695" y="2153102"/>
                  </a:lnTo>
                  <a:lnTo>
                    <a:pt x="3375384" y="2159052"/>
                  </a:lnTo>
                  <a:lnTo>
                    <a:pt x="3428055" y="2164979"/>
                  </a:lnTo>
                  <a:lnTo>
                    <a:pt x="3480638" y="2170789"/>
                  </a:lnTo>
                  <a:lnTo>
                    <a:pt x="3533104" y="2176395"/>
                  </a:lnTo>
                  <a:lnTo>
                    <a:pt x="3585500" y="2181723"/>
                  </a:lnTo>
                  <a:lnTo>
                    <a:pt x="3637971" y="2186714"/>
                  </a:lnTo>
                  <a:lnTo>
                    <a:pt x="3690794" y="2191331"/>
                  </a:lnTo>
                  <a:lnTo>
                    <a:pt x="3744403" y="2195551"/>
                  </a:lnTo>
                  <a:lnTo>
                    <a:pt x="3799423" y="2199372"/>
                  </a:lnTo>
                  <a:lnTo>
                    <a:pt x="3829811" y="2201260"/>
                  </a:lnTo>
                  <a:lnTo>
                    <a:pt x="3877357" y="2203906"/>
                  </a:lnTo>
                  <a:lnTo>
                    <a:pt x="3927422" y="2206299"/>
                  </a:lnTo>
                  <a:lnTo>
                    <a:pt x="3980769" y="2208452"/>
                  </a:lnTo>
                  <a:lnTo>
                    <a:pt x="4038233" y="2210385"/>
                  </a:lnTo>
                  <a:lnTo>
                    <a:pt x="4100666" y="2212120"/>
                  </a:lnTo>
                  <a:lnTo>
                    <a:pt x="4168880" y="2213680"/>
                  </a:lnTo>
                  <a:lnTo>
                    <a:pt x="4243569" y="2215088"/>
                  </a:lnTo>
                  <a:lnTo>
                    <a:pt x="4325203" y="2216358"/>
                  </a:lnTo>
                  <a:lnTo>
                    <a:pt x="4413885" y="2217506"/>
                  </a:lnTo>
                  <a:lnTo>
                    <a:pt x="4509175" y="2218540"/>
                  </a:lnTo>
                  <a:lnTo>
                    <a:pt x="4609897" y="2219465"/>
                  </a:lnTo>
                  <a:lnTo>
                    <a:pt x="4713976" y="2220283"/>
                  </a:lnTo>
                  <a:lnTo>
                    <a:pt x="4818363" y="2220992"/>
                  </a:lnTo>
                  <a:lnTo>
                    <a:pt x="4919148" y="2221590"/>
                  </a:lnTo>
                  <a:lnTo>
                    <a:pt x="5011923" y="2222074"/>
                  </a:lnTo>
                  <a:lnTo>
                    <a:pt x="5092402" y="2222448"/>
                  </a:lnTo>
                  <a:lnTo>
                    <a:pt x="5157186" y="2222716"/>
                  </a:lnTo>
                  <a:lnTo>
                    <a:pt x="5204483" y="2222893"/>
                  </a:lnTo>
                  <a:lnTo>
                    <a:pt x="5234560" y="2222994"/>
                  </a:lnTo>
                  <a:lnTo>
                    <a:pt x="5249832" y="2223041"/>
                  </a:lnTo>
                  <a:lnTo>
                    <a:pt x="5254647" y="2223054"/>
                  </a:lnTo>
                  <a:lnTo>
                    <a:pt x="5254955" y="2223055"/>
                  </a:lnTo>
                  <a:lnTo>
                    <a:pt x="6726343" y="2223055"/>
                  </a:lnTo>
                  <a:lnTo>
                    <a:pt x="6727522" y="2223002"/>
                  </a:lnTo>
                  <a:lnTo>
                    <a:pt x="6735271" y="2222623"/>
                  </a:lnTo>
                  <a:lnTo>
                    <a:pt x="6754783" y="2221577"/>
                  </a:lnTo>
                  <a:lnTo>
                    <a:pt x="6789615" y="2219518"/>
                  </a:lnTo>
                  <a:lnTo>
                    <a:pt x="6841426" y="2216127"/>
                  </a:lnTo>
                  <a:lnTo>
                    <a:pt x="6909852" y="2211148"/>
                  </a:lnTo>
                  <a:lnTo>
                    <a:pt x="6992687" y="2204408"/>
                  </a:lnTo>
                  <a:lnTo>
                    <a:pt x="7086389" y="2195822"/>
                  </a:lnTo>
                  <a:lnTo>
                    <a:pt x="7186778" y="2185380"/>
                  </a:lnTo>
                  <a:lnTo>
                    <a:pt x="7289721" y="2173115"/>
                  </a:lnTo>
                  <a:lnTo>
                    <a:pt x="7391657" y="2159066"/>
                  </a:lnTo>
                  <a:lnTo>
                    <a:pt x="7489869" y="2143249"/>
                  </a:lnTo>
                  <a:lnTo>
                    <a:pt x="7582552" y="2125633"/>
                  </a:lnTo>
                  <a:lnTo>
                    <a:pt x="7668724" y="2106124"/>
                  </a:lnTo>
                  <a:lnTo>
                    <a:pt x="7748058" y="2084565"/>
                  </a:lnTo>
                  <a:lnTo>
                    <a:pt x="7820713" y="2060728"/>
                  </a:lnTo>
                  <a:lnTo>
                    <a:pt x="7887169" y="2034325"/>
                  </a:lnTo>
                  <a:lnTo>
                    <a:pt x="7948104" y="2005017"/>
                  </a:lnTo>
                  <a:lnTo>
                    <a:pt x="8004299" y="1972430"/>
                  </a:lnTo>
                  <a:lnTo>
                    <a:pt x="8056565" y="1936189"/>
                  </a:lnTo>
                  <a:lnTo>
                    <a:pt x="8105695" y="1895973"/>
                  </a:lnTo>
                  <a:lnTo>
                    <a:pt x="8151487" y="1852546"/>
                  </a:lnTo>
                  <a:lnTo>
                    <a:pt x="8192758" y="1808296"/>
                  </a:lnTo>
                  <a:lnTo>
                    <a:pt x="8232918" y="1760480"/>
                  </a:lnTo>
                  <a:lnTo>
                    <a:pt x="8272298" y="1709026"/>
                  </a:lnTo>
                  <a:lnTo>
                    <a:pt x="8311161" y="1653936"/>
                  </a:lnTo>
                  <a:lnTo>
                    <a:pt x="8349708" y="1595292"/>
                  </a:lnTo>
                  <a:lnTo>
                    <a:pt x="8388092" y="1533262"/>
                  </a:lnTo>
                  <a:lnTo>
                    <a:pt x="8426422" y="1468105"/>
                  </a:lnTo>
                  <a:lnTo>
                    <a:pt x="8464766" y="1400172"/>
                  </a:lnTo>
                  <a:lnTo>
                    <a:pt x="8503164" y="1329898"/>
                  </a:lnTo>
                  <a:lnTo>
                    <a:pt x="8541625" y="1257796"/>
                  </a:lnTo>
                  <a:lnTo>
                    <a:pt x="8580140" y="1184442"/>
                  </a:lnTo>
                  <a:lnTo>
                    <a:pt x="8618685" y="1110454"/>
                  </a:lnTo>
                  <a:lnTo>
                    <a:pt x="8657230" y="1036476"/>
                  </a:lnTo>
                  <a:lnTo>
                    <a:pt x="8695744" y="963149"/>
                  </a:lnTo>
                  <a:lnTo>
                    <a:pt x="8734203" y="891093"/>
                  </a:lnTo>
                  <a:lnTo>
                    <a:pt x="8772598" y="820880"/>
                  </a:lnTo>
                  <a:lnTo>
                    <a:pt x="8810942" y="753021"/>
                  </a:lnTo>
                  <a:lnTo>
                    <a:pt x="8849272" y="687950"/>
                  </a:lnTo>
                  <a:lnTo>
                    <a:pt x="8887659" y="626015"/>
                  </a:lnTo>
                  <a:lnTo>
                    <a:pt x="8926213" y="567472"/>
                  </a:lnTo>
                  <a:lnTo>
                    <a:pt x="8965088" y="512487"/>
                  </a:lnTo>
                  <a:lnTo>
                    <a:pt x="9004486" y="461139"/>
                  </a:lnTo>
                  <a:lnTo>
                    <a:pt x="9044673" y="413427"/>
                  </a:lnTo>
                  <a:lnTo>
                    <a:pt x="9084767" y="370509"/>
                  </a:lnTo>
                  <a:lnTo>
                    <a:pt x="9131526" y="326227"/>
                  </a:lnTo>
                  <a:lnTo>
                    <a:pt x="9180713" y="286094"/>
                  </a:lnTo>
                  <a:lnTo>
                    <a:pt x="9233050" y="249930"/>
                  </a:lnTo>
                  <a:lnTo>
                    <a:pt x="9289332" y="217413"/>
                  </a:lnTo>
                  <a:lnTo>
                    <a:pt x="9350372" y="188167"/>
                  </a:lnTo>
                  <a:lnTo>
                    <a:pt x="9416948" y="161820"/>
                  </a:lnTo>
                  <a:lnTo>
                    <a:pt x="9489734" y="138032"/>
                  </a:lnTo>
                  <a:lnTo>
                    <a:pt x="9569206" y="116516"/>
                  </a:lnTo>
                  <a:lnTo>
                    <a:pt x="9655514" y="97047"/>
                  </a:lnTo>
                  <a:lnTo>
                    <a:pt x="9748322" y="79468"/>
                  </a:lnTo>
                  <a:lnTo>
                    <a:pt x="9846630" y="63686"/>
                  </a:lnTo>
                  <a:lnTo>
                    <a:pt x="9948616" y="49673"/>
                  </a:lnTo>
                  <a:lnTo>
                    <a:pt x="10051546" y="37445"/>
                  </a:lnTo>
                  <a:lnTo>
                    <a:pt x="10151842" y="27040"/>
                  </a:lnTo>
                  <a:lnTo>
                    <a:pt x="10245364" y="18492"/>
                  </a:lnTo>
                  <a:lnTo>
                    <a:pt x="10327939" y="11788"/>
                  </a:lnTo>
                  <a:lnTo>
                    <a:pt x="10396045" y="6844"/>
                  </a:lnTo>
                  <a:lnTo>
                    <a:pt x="10447510" y="3483"/>
                  </a:lnTo>
                  <a:lnTo>
                    <a:pt x="10482008" y="1447"/>
                  </a:lnTo>
                  <a:lnTo>
                    <a:pt x="10501241" y="418"/>
                  </a:lnTo>
                  <a:lnTo>
                    <a:pt x="10508800" y="49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76" name="pl976"/>
            <p:cNvSpPr/>
            <p:nvPr/>
          </p:nvSpPr>
          <p:spPr>
            <a:xfrm>
              <a:off x="4799595" y="5519188"/>
              <a:ext cx="11981298" cy="2223055"/>
            </a:xfrm>
            <a:custGeom>
              <a:avLst/>
              <a:pathLst>
                <a:path w="11981298" h="2223055">
                  <a:moveTo>
                    <a:pt x="11981298" y="0"/>
                  </a:moveTo>
                  <a:lnTo>
                    <a:pt x="10509911" y="0"/>
                  </a:lnTo>
                  <a:lnTo>
                    <a:pt x="10508731" y="53"/>
                  </a:lnTo>
                  <a:lnTo>
                    <a:pt x="10500982" y="431"/>
                  </a:lnTo>
                  <a:lnTo>
                    <a:pt x="10481471" y="1477"/>
                  </a:lnTo>
                  <a:lnTo>
                    <a:pt x="10446638" y="3537"/>
                  </a:lnTo>
                  <a:lnTo>
                    <a:pt x="10394827" y="6927"/>
                  </a:lnTo>
                  <a:lnTo>
                    <a:pt x="10326401" y="11906"/>
                  </a:lnTo>
                  <a:lnTo>
                    <a:pt x="10243567" y="18647"/>
                  </a:lnTo>
                  <a:lnTo>
                    <a:pt x="10149864" y="27232"/>
                  </a:lnTo>
                  <a:lnTo>
                    <a:pt x="10049476" y="37674"/>
                  </a:lnTo>
                  <a:lnTo>
                    <a:pt x="9946532" y="49939"/>
                  </a:lnTo>
                  <a:lnTo>
                    <a:pt x="9844597" y="63988"/>
                  </a:lnTo>
                  <a:lnTo>
                    <a:pt x="9746384" y="79805"/>
                  </a:lnTo>
                  <a:lnTo>
                    <a:pt x="9653701" y="97422"/>
                  </a:lnTo>
                  <a:lnTo>
                    <a:pt x="9567530" y="116930"/>
                  </a:lnTo>
                  <a:lnTo>
                    <a:pt x="9488195" y="138490"/>
                  </a:lnTo>
                  <a:lnTo>
                    <a:pt x="9415541" y="162327"/>
                  </a:lnTo>
                  <a:lnTo>
                    <a:pt x="9349084" y="188729"/>
                  </a:lnTo>
                  <a:lnTo>
                    <a:pt x="9288149" y="218037"/>
                  </a:lnTo>
                  <a:lnTo>
                    <a:pt x="9231955" y="250625"/>
                  </a:lnTo>
                  <a:lnTo>
                    <a:pt x="9179689" y="286866"/>
                  </a:lnTo>
                  <a:lnTo>
                    <a:pt x="9130558" y="327081"/>
                  </a:lnTo>
                  <a:lnTo>
                    <a:pt x="9084767" y="370509"/>
                  </a:lnTo>
                  <a:lnTo>
                    <a:pt x="9043495" y="414758"/>
                  </a:lnTo>
                  <a:lnTo>
                    <a:pt x="9003335" y="462575"/>
                  </a:lnTo>
                  <a:lnTo>
                    <a:pt x="8963955" y="514029"/>
                  </a:lnTo>
                  <a:lnTo>
                    <a:pt x="8925093" y="569119"/>
                  </a:lnTo>
                  <a:lnTo>
                    <a:pt x="8886545" y="627763"/>
                  </a:lnTo>
                  <a:lnTo>
                    <a:pt x="8848161" y="689793"/>
                  </a:lnTo>
                  <a:lnTo>
                    <a:pt x="8809832" y="754949"/>
                  </a:lnTo>
                  <a:lnTo>
                    <a:pt x="8771487" y="822883"/>
                  </a:lnTo>
                  <a:lnTo>
                    <a:pt x="8733090" y="893157"/>
                  </a:lnTo>
                  <a:lnTo>
                    <a:pt x="8694629" y="965259"/>
                  </a:lnTo>
                  <a:lnTo>
                    <a:pt x="8656114" y="1038613"/>
                  </a:lnTo>
                  <a:lnTo>
                    <a:pt x="8617568" y="1112600"/>
                  </a:lnTo>
                  <a:lnTo>
                    <a:pt x="8579023" y="1186578"/>
                  </a:lnTo>
                  <a:lnTo>
                    <a:pt x="8540510" y="1259905"/>
                  </a:lnTo>
                  <a:lnTo>
                    <a:pt x="8502050" y="1331962"/>
                  </a:lnTo>
                  <a:lnTo>
                    <a:pt x="8463655" y="1402175"/>
                  </a:lnTo>
                  <a:lnTo>
                    <a:pt x="8425311" y="1470034"/>
                  </a:lnTo>
                  <a:lnTo>
                    <a:pt x="8386981" y="1535104"/>
                  </a:lnTo>
                  <a:lnTo>
                    <a:pt x="8348594" y="1597039"/>
                  </a:lnTo>
                  <a:lnTo>
                    <a:pt x="8310040" y="1655582"/>
                  </a:lnTo>
                  <a:lnTo>
                    <a:pt x="8271166" y="1710567"/>
                  </a:lnTo>
                  <a:lnTo>
                    <a:pt x="8231767" y="1761916"/>
                  </a:lnTo>
                  <a:lnTo>
                    <a:pt x="8191580" y="1809628"/>
                  </a:lnTo>
                  <a:lnTo>
                    <a:pt x="8151487" y="1852546"/>
                  </a:lnTo>
                  <a:lnTo>
                    <a:pt x="8104727" y="1896828"/>
                  </a:lnTo>
                  <a:lnTo>
                    <a:pt x="8055541" y="1936961"/>
                  </a:lnTo>
                  <a:lnTo>
                    <a:pt x="8003203" y="1973124"/>
                  </a:lnTo>
                  <a:lnTo>
                    <a:pt x="7946921" y="2005642"/>
                  </a:lnTo>
                  <a:lnTo>
                    <a:pt x="7885881" y="2034887"/>
                  </a:lnTo>
                  <a:lnTo>
                    <a:pt x="7819306" y="2061235"/>
                  </a:lnTo>
                  <a:lnTo>
                    <a:pt x="7746520" y="2085023"/>
                  </a:lnTo>
                  <a:lnTo>
                    <a:pt x="7667047" y="2106539"/>
                  </a:lnTo>
                  <a:lnTo>
                    <a:pt x="7580739" y="2126008"/>
                  </a:lnTo>
                  <a:lnTo>
                    <a:pt x="7487931" y="2143587"/>
                  </a:lnTo>
                  <a:lnTo>
                    <a:pt x="7389623" y="2159368"/>
                  </a:lnTo>
                  <a:lnTo>
                    <a:pt x="7287637" y="2173381"/>
                  </a:lnTo>
                  <a:lnTo>
                    <a:pt x="7184707" y="2185610"/>
                  </a:lnTo>
                  <a:lnTo>
                    <a:pt x="7084412" y="2196014"/>
                  </a:lnTo>
                  <a:lnTo>
                    <a:pt x="6990889" y="2204562"/>
                  </a:lnTo>
                  <a:lnTo>
                    <a:pt x="6908314" y="2211266"/>
                  </a:lnTo>
                  <a:lnTo>
                    <a:pt x="6840208" y="2216211"/>
                  </a:lnTo>
                  <a:lnTo>
                    <a:pt x="6788744" y="2219572"/>
                  </a:lnTo>
                  <a:lnTo>
                    <a:pt x="6754245" y="2221607"/>
                  </a:lnTo>
                  <a:lnTo>
                    <a:pt x="6735012" y="2222637"/>
                  </a:lnTo>
                  <a:lnTo>
                    <a:pt x="6727453" y="2223005"/>
                  </a:lnTo>
                  <a:lnTo>
                    <a:pt x="6726343" y="2223055"/>
                  </a:lnTo>
                  <a:lnTo>
                    <a:pt x="5254955" y="2223055"/>
                  </a:lnTo>
                  <a:lnTo>
                    <a:pt x="5253717" y="2223052"/>
                  </a:lnTo>
                  <a:lnTo>
                    <a:pt x="5245597" y="2223028"/>
                  </a:lnTo>
                  <a:lnTo>
                    <a:pt x="5225179" y="2222964"/>
                  </a:lnTo>
                  <a:lnTo>
                    <a:pt x="5188807" y="2222836"/>
                  </a:lnTo>
                  <a:lnTo>
                    <a:pt x="5134859" y="2222627"/>
                  </a:lnTo>
                  <a:lnTo>
                    <a:pt x="5063873" y="2222320"/>
                  </a:lnTo>
                  <a:lnTo>
                    <a:pt x="4978314" y="2221906"/>
                  </a:lnTo>
                  <a:lnTo>
                    <a:pt x="4882007" y="2221379"/>
                  </a:lnTo>
                  <a:lnTo>
                    <a:pt x="4779368" y="2220739"/>
                  </a:lnTo>
                  <a:lnTo>
                    <a:pt x="4674680" y="2219989"/>
                  </a:lnTo>
                  <a:lnTo>
                    <a:pt x="4571556" y="2219131"/>
                  </a:lnTo>
                  <a:lnTo>
                    <a:pt x="4472681" y="2218165"/>
                  </a:lnTo>
                  <a:lnTo>
                    <a:pt x="4379778" y="2217089"/>
                  </a:lnTo>
                  <a:lnTo>
                    <a:pt x="4293724" y="2215896"/>
                  </a:lnTo>
                  <a:lnTo>
                    <a:pt x="4214733" y="2214576"/>
                  </a:lnTo>
                  <a:lnTo>
                    <a:pt x="4142544" y="2213114"/>
                  </a:lnTo>
                  <a:lnTo>
                    <a:pt x="4076590" y="2211490"/>
                  </a:lnTo>
                  <a:lnTo>
                    <a:pt x="4016121" y="2209684"/>
                  </a:lnTo>
                  <a:lnTo>
                    <a:pt x="3960304" y="2207671"/>
                  </a:lnTo>
                  <a:lnTo>
                    <a:pt x="3908284" y="2205430"/>
                  </a:lnTo>
                  <a:lnTo>
                    <a:pt x="3859249" y="2202942"/>
                  </a:lnTo>
                  <a:lnTo>
                    <a:pt x="3829811" y="2201260"/>
                  </a:lnTo>
                  <a:lnTo>
                    <a:pt x="3773694" y="2197650"/>
                  </a:lnTo>
                  <a:lnTo>
                    <a:pt x="3719420" y="2193645"/>
                  </a:lnTo>
                  <a:lnTo>
                    <a:pt x="3666241" y="2189239"/>
                  </a:lnTo>
                  <a:lnTo>
                    <a:pt x="3613625" y="2184445"/>
                  </a:lnTo>
                  <a:lnTo>
                    <a:pt x="3561214" y="2179292"/>
                  </a:lnTo>
                  <a:lnTo>
                    <a:pt x="3508797" y="2173827"/>
                  </a:lnTo>
                  <a:lnTo>
                    <a:pt x="3456277" y="2168116"/>
                  </a:lnTo>
                  <a:lnTo>
                    <a:pt x="3403647" y="2162240"/>
                  </a:lnTo>
                  <a:lnTo>
                    <a:pt x="3350958" y="2156290"/>
                  </a:lnTo>
                  <a:lnTo>
                    <a:pt x="3298287" y="2150363"/>
                  </a:lnTo>
                  <a:lnTo>
                    <a:pt x="3245704" y="2144553"/>
                  </a:lnTo>
                  <a:lnTo>
                    <a:pt x="3193238" y="2138947"/>
                  </a:lnTo>
                  <a:lnTo>
                    <a:pt x="3140842" y="2133619"/>
                  </a:lnTo>
                  <a:lnTo>
                    <a:pt x="3088371" y="2128628"/>
                  </a:lnTo>
                  <a:lnTo>
                    <a:pt x="3035548" y="2124011"/>
                  </a:lnTo>
                  <a:lnTo>
                    <a:pt x="2981939" y="2119791"/>
                  </a:lnTo>
                  <a:lnTo>
                    <a:pt x="2926919" y="2115970"/>
                  </a:lnTo>
                  <a:lnTo>
                    <a:pt x="2896531" y="2114082"/>
                  </a:lnTo>
                  <a:lnTo>
                    <a:pt x="2848985" y="2111436"/>
                  </a:lnTo>
                  <a:lnTo>
                    <a:pt x="2798920" y="2109043"/>
                  </a:lnTo>
                  <a:lnTo>
                    <a:pt x="2745573" y="2106890"/>
                  </a:lnTo>
                  <a:lnTo>
                    <a:pt x="2688110" y="2104957"/>
                  </a:lnTo>
                  <a:lnTo>
                    <a:pt x="2625677" y="2103222"/>
                  </a:lnTo>
                  <a:lnTo>
                    <a:pt x="2557462" y="2101662"/>
                  </a:lnTo>
                  <a:lnTo>
                    <a:pt x="2482773" y="2100255"/>
                  </a:lnTo>
                  <a:lnTo>
                    <a:pt x="2401139" y="2098984"/>
                  </a:lnTo>
                  <a:lnTo>
                    <a:pt x="2312457" y="2097836"/>
                  </a:lnTo>
                  <a:lnTo>
                    <a:pt x="2217168" y="2096802"/>
                  </a:lnTo>
                  <a:lnTo>
                    <a:pt x="2116445" y="2095877"/>
                  </a:lnTo>
                  <a:lnTo>
                    <a:pt x="2012366" y="2095059"/>
                  </a:lnTo>
                  <a:lnTo>
                    <a:pt x="1907979" y="2094350"/>
                  </a:lnTo>
                  <a:lnTo>
                    <a:pt x="1807194" y="2093752"/>
                  </a:lnTo>
                  <a:lnTo>
                    <a:pt x="1714419" y="2093268"/>
                  </a:lnTo>
                  <a:lnTo>
                    <a:pt x="1633940" y="2092894"/>
                  </a:lnTo>
                  <a:lnTo>
                    <a:pt x="1569156" y="2092626"/>
                  </a:lnTo>
                  <a:lnTo>
                    <a:pt x="1521859" y="2092449"/>
                  </a:lnTo>
                  <a:lnTo>
                    <a:pt x="1491782" y="2092348"/>
                  </a:lnTo>
                  <a:lnTo>
                    <a:pt x="1476510" y="2092301"/>
                  </a:lnTo>
                  <a:lnTo>
                    <a:pt x="1471695" y="2092288"/>
                  </a:lnTo>
                  <a:lnTo>
                    <a:pt x="1471387" y="2092287"/>
                  </a:lnTo>
                  <a:lnTo>
                    <a:pt x="0" y="209228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77" name="pg977"/>
            <p:cNvSpPr/>
            <p:nvPr/>
          </p:nvSpPr>
          <p:spPr>
            <a:xfrm>
              <a:off x="4799595" y="7603302"/>
              <a:ext cx="11981298" cy="196151"/>
            </a:xfrm>
            <a:custGeom>
              <a:avLst/>
              <a:pathLst>
                <a:path w="11981298" h="196151">
                  <a:moveTo>
                    <a:pt x="0" y="49037"/>
                  </a:moveTo>
                  <a:lnTo>
                    <a:pt x="1471387" y="49037"/>
                  </a:lnTo>
                  <a:lnTo>
                    <a:pt x="1472625" y="49041"/>
                  </a:lnTo>
                  <a:lnTo>
                    <a:pt x="1480745" y="49067"/>
                  </a:lnTo>
                  <a:lnTo>
                    <a:pt x="1501162" y="49140"/>
                  </a:lnTo>
                  <a:lnTo>
                    <a:pt x="1537533" y="49283"/>
                  </a:lnTo>
                  <a:lnTo>
                    <a:pt x="1591478" y="49519"/>
                  </a:lnTo>
                  <a:lnTo>
                    <a:pt x="1662462" y="49864"/>
                  </a:lnTo>
                  <a:lnTo>
                    <a:pt x="1748018" y="50331"/>
                  </a:lnTo>
                  <a:lnTo>
                    <a:pt x="1844323" y="50923"/>
                  </a:lnTo>
                  <a:lnTo>
                    <a:pt x="1946959" y="51643"/>
                  </a:lnTo>
                  <a:lnTo>
                    <a:pt x="2051646" y="52487"/>
                  </a:lnTo>
                  <a:lnTo>
                    <a:pt x="2154769" y="53452"/>
                  </a:lnTo>
                  <a:lnTo>
                    <a:pt x="2253644" y="54539"/>
                  </a:lnTo>
                  <a:lnTo>
                    <a:pt x="2346546" y="55749"/>
                  </a:lnTo>
                  <a:lnTo>
                    <a:pt x="2432600" y="57091"/>
                  </a:lnTo>
                  <a:lnTo>
                    <a:pt x="2511592" y="58576"/>
                  </a:lnTo>
                  <a:lnTo>
                    <a:pt x="2583781" y="60221"/>
                  </a:lnTo>
                  <a:lnTo>
                    <a:pt x="2649736" y="62048"/>
                  </a:lnTo>
                  <a:lnTo>
                    <a:pt x="2710205" y="64080"/>
                  </a:lnTo>
                  <a:lnTo>
                    <a:pt x="2766023" y="66344"/>
                  </a:lnTo>
                  <a:lnTo>
                    <a:pt x="2818042" y="68865"/>
                  </a:lnTo>
                  <a:lnTo>
                    <a:pt x="2867078" y="71663"/>
                  </a:lnTo>
                  <a:lnTo>
                    <a:pt x="2896531" y="73556"/>
                  </a:lnTo>
                  <a:lnTo>
                    <a:pt x="2952617" y="77616"/>
                  </a:lnTo>
                  <a:lnTo>
                    <a:pt x="3006860" y="82119"/>
                  </a:lnTo>
                  <a:lnTo>
                    <a:pt x="3060010" y="87071"/>
                  </a:lnTo>
                  <a:lnTo>
                    <a:pt x="3112597" y="92461"/>
                  </a:lnTo>
                  <a:lnTo>
                    <a:pt x="3164978" y="98254"/>
                  </a:lnTo>
                  <a:lnTo>
                    <a:pt x="3217364" y="104397"/>
                  </a:lnTo>
                  <a:lnTo>
                    <a:pt x="3269854" y="110817"/>
                  </a:lnTo>
                  <a:lnTo>
                    <a:pt x="3322453" y="117423"/>
                  </a:lnTo>
                  <a:lnTo>
                    <a:pt x="3375112" y="124113"/>
                  </a:lnTo>
                  <a:lnTo>
                    <a:pt x="3427753" y="130778"/>
                  </a:lnTo>
                  <a:lnTo>
                    <a:pt x="3480306" y="137312"/>
                  </a:lnTo>
                  <a:lnTo>
                    <a:pt x="3532744" y="143617"/>
                  </a:lnTo>
                  <a:lnTo>
                    <a:pt x="3585109" y="149609"/>
                  </a:lnTo>
                  <a:lnTo>
                    <a:pt x="3637549" y="155225"/>
                  </a:lnTo>
                  <a:lnTo>
                    <a:pt x="3690337" y="160419"/>
                  </a:lnTo>
                  <a:lnTo>
                    <a:pt x="3743906" y="165168"/>
                  </a:lnTo>
                  <a:lnTo>
                    <a:pt x="3798877" y="169468"/>
                  </a:lnTo>
                  <a:lnTo>
                    <a:pt x="3829811" y="171632"/>
                  </a:lnTo>
                  <a:lnTo>
                    <a:pt x="3877357" y="174609"/>
                  </a:lnTo>
                  <a:lnTo>
                    <a:pt x="3927421" y="177301"/>
                  </a:lnTo>
                  <a:lnTo>
                    <a:pt x="3980766" y="179723"/>
                  </a:lnTo>
                  <a:lnTo>
                    <a:pt x="4038229" y="181897"/>
                  </a:lnTo>
                  <a:lnTo>
                    <a:pt x="4100660" y="183849"/>
                  </a:lnTo>
                  <a:lnTo>
                    <a:pt x="4168873" y="185605"/>
                  </a:lnTo>
                  <a:lnTo>
                    <a:pt x="4243561" y="187188"/>
                  </a:lnTo>
                  <a:lnTo>
                    <a:pt x="4325193" y="188617"/>
                  </a:lnTo>
                  <a:lnTo>
                    <a:pt x="4413872" y="189909"/>
                  </a:lnTo>
                  <a:lnTo>
                    <a:pt x="4509159" y="191072"/>
                  </a:lnTo>
                  <a:lnTo>
                    <a:pt x="4609880" y="192113"/>
                  </a:lnTo>
                  <a:lnTo>
                    <a:pt x="4713957" y="193033"/>
                  </a:lnTo>
                  <a:lnTo>
                    <a:pt x="4818342" y="193831"/>
                  </a:lnTo>
                  <a:lnTo>
                    <a:pt x="4919127" y="194503"/>
                  </a:lnTo>
                  <a:lnTo>
                    <a:pt x="5011903" y="195048"/>
                  </a:lnTo>
                  <a:lnTo>
                    <a:pt x="5092384" y="195468"/>
                  </a:lnTo>
                  <a:lnTo>
                    <a:pt x="5157171" y="195770"/>
                  </a:lnTo>
                  <a:lnTo>
                    <a:pt x="5204472" y="195969"/>
                  </a:lnTo>
                  <a:lnTo>
                    <a:pt x="5234554" y="196083"/>
                  </a:lnTo>
                  <a:lnTo>
                    <a:pt x="5249829" y="196135"/>
                  </a:lnTo>
                  <a:lnTo>
                    <a:pt x="5254647" y="196151"/>
                  </a:lnTo>
                  <a:lnTo>
                    <a:pt x="5254955" y="196151"/>
                  </a:lnTo>
                  <a:lnTo>
                    <a:pt x="6726343" y="196151"/>
                  </a:lnTo>
                  <a:lnTo>
                    <a:pt x="6727580" y="196147"/>
                  </a:lnTo>
                  <a:lnTo>
                    <a:pt x="6735700" y="196118"/>
                  </a:lnTo>
                  <a:lnTo>
                    <a:pt x="6756116" y="196037"/>
                  </a:lnTo>
                  <a:lnTo>
                    <a:pt x="6792485" y="195878"/>
                  </a:lnTo>
                  <a:lnTo>
                    <a:pt x="6846428" y="195617"/>
                  </a:lnTo>
                  <a:lnTo>
                    <a:pt x="6917410" y="195233"/>
                  </a:lnTo>
                  <a:lnTo>
                    <a:pt x="7002963" y="194715"/>
                  </a:lnTo>
                  <a:lnTo>
                    <a:pt x="7099265" y="194056"/>
                  </a:lnTo>
                  <a:lnTo>
                    <a:pt x="7201898" y="193257"/>
                  </a:lnTo>
                  <a:lnTo>
                    <a:pt x="7306583" y="192319"/>
                  </a:lnTo>
                  <a:lnTo>
                    <a:pt x="7409705" y="191246"/>
                  </a:lnTo>
                  <a:lnTo>
                    <a:pt x="7508579" y="190039"/>
                  </a:lnTo>
                  <a:lnTo>
                    <a:pt x="7601481" y="188694"/>
                  </a:lnTo>
                  <a:lnTo>
                    <a:pt x="7687536" y="187204"/>
                  </a:lnTo>
                  <a:lnTo>
                    <a:pt x="7766528" y="185554"/>
                  </a:lnTo>
                  <a:lnTo>
                    <a:pt x="7838717" y="183726"/>
                  </a:lnTo>
                  <a:lnTo>
                    <a:pt x="7904673" y="181696"/>
                  </a:lnTo>
                  <a:lnTo>
                    <a:pt x="7965142" y="179439"/>
                  </a:lnTo>
                  <a:lnTo>
                    <a:pt x="8020960" y="176923"/>
                  </a:lnTo>
                  <a:lnTo>
                    <a:pt x="8072980" y="174122"/>
                  </a:lnTo>
                  <a:lnTo>
                    <a:pt x="8122016" y="171013"/>
                  </a:lnTo>
                  <a:lnTo>
                    <a:pt x="8151487" y="168908"/>
                  </a:lnTo>
                  <a:lnTo>
                    <a:pt x="8207537" y="164401"/>
                  </a:lnTo>
                  <a:lnTo>
                    <a:pt x="8261747" y="159401"/>
                  </a:lnTo>
                  <a:lnTo>
                    <a:pt x="8314864" y="153903"/>
                  </a:lnTo>
                  <a:lnTo>
                    <a:pt x="8367419" y="147919"/>
                  </a:lnTo>
                  <a:lnTo>
                    <a:pt x="8419766" y="141488"/>
                  </a:lnTo>
                  <a:lnTo>
                    <a:pt x="8472119" y="134668"/>
                  </a:lnTo>
                  <a:lnTo>
                    <a:pt x="8524574" y="127540"/>
                  </a:lnTo>
                  <a:lnTo>
                    <a:pt x="8577140" y="120205"/>
                  </a:lnTo>
                  <a:lnTo>
                    <a:pt x="8629765" y="112777"/>
                  </a:lnTo>
                  <a:lnTo>
                    <a:pt x="8682372" y="105376"/>
                  </a:lnTo>
                  <a:lnTo>
                    <a:pt x="8734893" y="98119"/>
                  </a:lnTo>
                  <a:lnTo>
                    <a:pt x="8787297" y="91116"/>
                  </a:lnTo>
                  <a:lnTo>
                    <a:pt x="8839629" y="84459"/>
                  </a:lnTo>
                  <a:lnTo>
                    <a:pt x="8892034" y="78220"/>
                  </a:lnTo>
                  <a:lnTo>
                    <a:pt x="8944784" y="72448"/>
                  </a:lnTo>
                  <a:lnTo>
                    <a:pt x="8998307" y="67169"/>
                  </a:lnTo>
                  <a:lnTo>
                    <a:pt x="9053224" y="62389"/>
                  </a:lnTo>
                  <a:lnTo>
                    <a:pt x="9084767" y="59935"/>
                  </a:lnTo>
                  <a:lnTo>
                    <a:pt x="9132311" y="56628"/>
                  </a:lnTo>
                  <a:lnTo>
                    <a:pt x="9182374" y="53636"/>
                  </a:lnTo>
                  <a:lnTo>
                    <a:pt x="9235719" y="50945"/>
                  </a:lnTo>
                  <a:lnTo>
                    <a:pt x="9293180" y="48530"/>
                  </a:lnTo>
                  <a:lnTo>
                    <a:pt x="9355610" y="46361"/>
                  </a:lnTo>
                  <a:lnTo>
                    <a:pt x="9423821" y="44410"/>
                  </a:lnTo>
                  <a:lnTo>
                    <a:pt x="9498507" y="42651"/>
                  </a:lnTo>
                  <a:lnTo>
                    <a:pt x="9580136" y="41063"/>
                  </a:lnTo>
                  <a:lnTo>
                    <a:pt x="9668813" y="39628"/>
                  </a:lnTo>
                  <a:lnTo>
                    <a:pt x="9764098" y="38336"/>
                  </a:lnTo>
                  <a:lnTo>
                    <a:pt x="9864816" y="37179"/>
                  </a:lnTo>
                  <a:lnTo>
                    <a:pt x="9968891" y="36157"/>
                  </a:lnTo>
                  <a:lnTo>
                    <a:pt x="10073275" y="35270"/>
                  </a:lnTo>
                  <a:lnTo>
                    <a:pt x="10174059" y="34523"/>
                  </a:lnTo>
                  <a:lnTo>
                    <a:pt x="10266836" y="33918"/>
                  </a:lnTo>
                  <a:lnTo>
                    <a:pt x="10347319" y="33451"/>
                  </a:lnTo>
                  <a:lnTo>
                    <a:pt x="10412110" y="33115"/>
                  </a:lnTo>
                  <a:lnTo>
                    <a:pt x="10459416" y="32894"/>
                  </a:lnTo>
                  <a:lnTo>
                    <a:pt x="10489502" y="32768"/>
                  </a:lnTo>
                  <a:lnTo>
                    <a:pt x="10504781" y="32709"/>
                  </a:lnTo>
                  <a:lnTo>
                    <a:pt x="10509602" y="32692"/>
                  </a:lnTo>
                  <a:lnTo>
                    <a:pt x="10509911" y="32691"/>
                  </a:lnTo>
                  <a:lnTo>
                    <a:pt x="11981298" y="32691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8673" y="4"/>
                  </a:lnTo>
                  <a:lnTo>
                    <a:pt x="10500553" y="33"/>
                  </a:lnTo>
                  <a:lnTo>
                    <a:pt x="10480137" y="114"/>
                  </a:lnTo>
                  <a:lnTo>
                    <a:pt x="10443768" y="273"/>
                  </a:lnTo>
                  <a:lnTo>
                    <a:pt x="10389825" y="534"/>
                  </a:lnTo>
                  <a:lnTo>
                    <a:pt x="10318844" y="918"/>
                  </a:lnTo>
                  <a:lnTo>
                    <a:pt x="10233291" y="1436"/>
                  </a:lnTo>
                  <a:lnTo>
                    <a:pt x="10136989" y="2095"/>
                  </a:lnTo>
                  <a:lnTo>
                    <a:pt x="10034355" y="2894"/>
                  </a:lnTo>
                  <a:lnTo>
                    <a:pt x="9929670" y="3832"/>
                  </a:lnTo>
                  <a:lnTo>
                    <a:pt x="9826548" y="4905"/>
                  </a:lnTo>
                  <a:lnTo>
                    <a:pt x="9727674" y="6112"/>
                  </a:lnTo>
                  <a:lnTo>
                    <a:pt x="9634772" y="7457"/>
                  </a:lnTo>
                  <a:lnTo>
                    <a:pt x="9548718" y="8947"/>
                  </a:lnTo>
                  <a:lnTo>
                    <a:pt x="9469725" y="10597"/>
                  </a:lnTo>
                  <a:lnTo>
                    <a:pt x="9397536" y="12425"/>
                  </a:lnTo>
                  <a:lnTo>
                    <a:pt x="9331581" y="14455"/>
                  </a:lnTo>
                  <a:lnTo>
                    <a:pt x="9271111" y="16712"/>
                  </a:lnTo>
                  <a:lnTo>
                    <a:pt x="9215293" y="19228"/>
                  </a:lnTo>
                  <a:lnTo>
                    <a:pt x="9163273" y="22029"/>
                  </a:lnTo>
                  <a:lnTo>
                    <a:pt x="9114237" y="25138"/>
                  </a:lnTo>
                  <a:lnTo>
                    <a:pt x="9084767" y="27243"/>
                  </a:lnTo>
                  <a:lnTo>
                    <a:pt x="9028716" y="31750"/>
                  </a:lnTo>
                  <a:lnTo>
                    <a:pt x="8974506" y="36750"/>
                  </a:lnTo>
                  <a:lnTo>
                    <a:pt x="8921389" y="42248"/>
                  </a:lnTo>
                  <a:lnTo>
                    <a:pt x="8868835" y="48232"/>
                  </a:lnTo>
                  <a:lnTo>
                    <a:pt x="8816487" y="54663"/>
                  </a:lnTo>
                  <a:lnTo>
                    <a:pt x="8764135" y="61483"/>
                  </a:lnTo>
                  <a:lnTo>
                    <a:pt x="8711679" y="68611"/>
                  </a:lnTo>
                  <a:lnTo>
                    <a:pt x="8659114" y="75946"/>
                  </a:lnTo>
                  <a:lnTo>
                    <a:pt x="8606488" y="83374"/>
                  </a:lnTo>
                  <a:lnTo>
                    <a:pt x="8553881" y="90775"/>
                  </a:lnTo>
                  <a:lnTo>
                    <a:pt x="8501361" y="98032"/>
                  </a:lnTo>
                  <a:lnTo>
                    <a:pt x="8448956" y="105035"/>
                  </a:lnTo>
                  <a:lnTo>
                    <a:pt x="8396624" y="111692"/>
                  </a:lnTo>
                  <a:lnTo>
                    <a:pt x="8344219" y="117931"/>
                  </a:lnTo>
                  <a:lnTo>
                    <a:pt x="8291470" y="123703"/>
                  </a:lnTo>
                  <a:lnTo>
                    <a:pt x="8237946" y="128982"/>
                  </a:lnTo>
                  <a:lnTo>
                    <a:pt x="8183029" y="133762"/>
                  </a:lnTo>
                  <a:lnTo>
                    <a:pt x="8151487" y="136216"/>
                  </a:lnTo>
                  <a:lnTo>
                    <a:pt x="8103942" y="139523"/>
                  </a:lnTo>
                  <a:lnTo>
                    <a:pt x="8053879" y="142515"/>
                  </a:lnTo>
                  <a:lnTo>
                    <a:pt x="8000534" y="145206"/>
                  </a:lnTo>
                  <a:lnTo>
                    <a:pt x="7943073" y="147621"/>
                  </a:lnTo>
                  <a:lnTo>
                    <a:pt x="7880643" y="149790"/>
                  </a:lnTo>
                  <a:lnTo>
                    <a:pt x="7812432" y="151741"/>
                  </a:lnTo>
                  <a:lnTo>
                    <a:pt x="7737746" y="153500"/>
                  </a:lnTo>
                  <a:lnTo>
                    <a:pt x="7656117" y="155088"/>
                  </a:lnTo>
                  <a:lnTo>
                    <a:pt x="7567440" y="156523"/>
                  </a:lnTo>
                  <a:lnTo>
                    <a:pt x="7472155" y="157815"/>
                  </a:lnTo>
                  <a:lnTo>
                    <a:pt x="7371438" y="158972"/>
                  </a:lnTo>
                  <a:lnTo>
                    <a:pt x="7267363" y="159994"/>
                  </a:lnTo>
                  <a:lnTo>
                    <a:pt x="7162979" y="160881"/>
                  </a:lnTo>
                  <a:lnTo>
                    <a:pt x="7062195" y="161628"/>
                  </a:lnTo>
                  <a:lnTo>
                    <a:pt x="6969418" y="162233"/>
                  </a:lnTo>
                  <a:lnTo>
                    <a:pt x="6888934" y="162700"/>
                  </a:lnTo>
                  <a:lnTo>
                    <a:pt x="6824143" y="163036"/>
                  </a:lnTo>
                  <a:lnTo>
                    <a:pt x="6776838" y="163257"/>
                  </a:lnTo>
                  <a:lnTo>
                    <a:pt x="6746751" y="163383"/>
                  </a:lnTo>
                  <a:lnTo>
                    <a:pt x="6731472" y="163442"/>
                  </a:lnTo>
                  <a:lnTo>
                    <a:pt x="6726652" y="163458"/>
                  </a:lnTo>
                  <a:lnTo>
                    <a:pt x="6726343" y="163459"/>
                  </a:lnTo>
                  <a:lnTo>
                    <a:pt x="5254955" y="163459"/>
                  </a:lnTo>
                  <a:lnTo>
                    <a:pt x="5253718" y="163456"/>
                  </a:lnTo>
                  <a:lnTo>
                    <a:pt x="5245597" y="163429"/>
                  </a:lnTo>
                  <a:lnTo>
                    <a:pt x="5225180" y="163357"/>
                  </a:lnTo>
                  <a:lnTo>
                    <a:pt x="5188809" y="163214"/>
                  </a:lnTo>
                  <a:lnTo>
                    <a:pt x="5134864" y="162978"/>
                  </a:lnTo>
                  <a:lnTo>
                    <a:pt x="5063880" y="162633"/>
                  </a:lnTo>
                  <a:lnTo>
                    <a:pt x="4978324" y="162166"/>
                  </a:lnTo>
                  <a:lnTo>
                    <a:pt x="4882019" y="161574"/>
                  </a:lnTo>
                  <a:lnTo>
                    <a:pt x="4779383" y="160854"/>
                  </a:lnTo>
                  <a:lnTo>
                    <a:pt x="4674696" y="160010"/>
                  </a:lnTo>
                  <a:lnTo>
                    <a:pt x="4571573" y="159045"/>
                  </a:lnTo>
                  <a:lnTo>
                    <a:pt x="4472699" y="157958"/>
                  </a:lnTo>
                  <a:lnTo>
                    <a:pt x="4379796" y="156748"/>
                  </a:lnTo>
                  <a:lnTo>
                    <a:pt x="4293742" y="155406"/>
                  </a:lnTo>
                  <a:lnTo>
                    <a:pt x="4214750" y="153921"/>
                  </a:lnTo>
                  <a:lnTo>
                    <a:pt x="4142561" y="152276"/>
                  </a:lnTo>
                  <a:lnTo>
                    <a:pt x="4076607" y="150449"/>
                  </a:lnTo>
                  <a:lnTo>
                    <a:pt x="4016138" y="148417"/>
                  </a:lnTo>
                  <a:lnTo>
                    <a:pt x="3960319" y="146153"/>
                  </a:lnTo>
                  <a:lnTo>
                    <a:pt x="3908300" y="143632"/>
                  </a:lnTo>
                  <a:lnTo>
                    <a:pt x="3859264" y="140834"/>
                  </a:lnTo>
                  <a:lnTo>
                    <a:pt x="3829811" y="138940"/>
                  </a:lnTo>
                  <a:lnTo>
                    <a:pt x="3773726" y="134881"/>
                  </a:lnTo>
                  <a:lnTo>
                    <a:pt x="3719482" y="130378"/>
                  </a:lnTo>
                  <a:lnTo>
                    <a:pt x="3666332" y="125425"/>
                  </a:lnTo>
                  <a:lnTo>
                    <a:pt x="3613745" y="120036"/>
                  </a:lnTo>
                  <a:lnTo>
                    <a:pt x="3561364" y="114243"/>
                  </a:lnTo>
                  <a:lnTo>
                    <a:pt x="3508978" y="108100"/>
                  </a:lnTo>
                  <a:lnTo>
                    <a:pt x="3456489" y="101680"/>
                  </a:lnTo>
                  <a:lnTo>
                    <a:pt x="3403889" y="95074"/>
                  </a:lnTo>
                  <a:lnTo>
                    <a:pt x="3351230" y="88384"/>
                  </a:lnTo>
                  <a:lnTo>
                    <a:pt x="3298589" y="81719"/>
                  </a:lnTo>
                  <a:lnTo>
                    <a:pt x="3246036" y="75185"/>
                  </a:lnTo>
                  <a:lnTo>
                    <a:pt x="3193599" y="68880"/>
                  </a:lnTo>
                  <a:lnTo>
                    <a:pt x="3141233" y="62888"/>
                  </a:lnTo>
                  <a:lnTo>
                    <a:pt x="3088793" y="57272"/>
                  </a:lnTo>
                  <a:lnTo>
                    <a:pt x="3036005" y="52078"/>
                  </a:lnTo>
                  <a:lnTo>
                    <a:pt x="2982437" y="47329"/>
                  </a:lnTo>
                  <a:lnTo>
                    <a:pt x="2927465" y="43029"/>
                  </a:lnTo>
                  <a:lnTo>
                    <a:pt x="2896531" y="40864"/>
                  </a:lnTo>
                  <a:lnTo>
                    <a:pt x="2848986" y="37888"/>
                  </a:lnTo>
                  <a:lnTo>
                    <a:pt x="2798922" y="35196"/>
                  </a:lnTo>
                  <a:lnTo>
                    <a:pt x="2745576" y="32774"/>
                  </a:lnTo>
                  <a:lnTo>
                    <a:pt x="2688113" y="30600"/>
                  </a:lnTo>
                  <a:lnTo>
                    <a:pt x="2625682" y="28648"/>
                  </a:lnTo>
                  <a:lnTo>
                    <a:pt x="2557469" y="26892"/>
                  </a:lnTo>
                  <a:lnTo>
                    <a:pt x="2482781" y="25309"/>
                  </a:lnTo>
                  <a:lnTo>
                    <a:pt x="2401149" y="23880"/>
                  </a:lnTo>
                  <a:lnTo>
                    <a:pt x="2312470" y="22588"/>
                  </a:lnTo>
                  <a:lnTo>
                    <a:pt x="2217183" y="21425"/>
                  </a:lnTo>
                  <a:lnTo>
                    <a:pt x="2116463" y="20384"/>
                  </a:lnTo>
                  <a:lnTo>
                    <a:pt x="2012385" y="19464"/>
                  </a:lnTo>
                  <a:lnTo>
                    <a:pt x="1908000" y="18666"/>
                  </a:lnTo>
                  <a:lnTo>
                    <a:pt x="1807215" y="17994"/>
                  </a:lnTo>
                  <a:lnTo>
                    <a:pt x="1714439" y="17449"/>
                  </a:lnTo>
                  <a:lnTo>
                    <a:pt x="1633959" y="17029"/>
                  </a:lnTo>
                  <a:lnTo>
                    <a:pt x="1569171" y="16726"/>
                  </a:lnTo>
                  <a:lnTo>
                    <a:pt x="1521870" y="16528"/>
                  </a:lnTo>
                  <a:lnTo>
                    <a:pt x="1491788" y="16414"/>
                  </a:lnTo>
                  <a:lnTo>
                    <a:pt x="1476513" y="16361"/>
                  </a:lnTo>
                  <a:lnTo>
                    <a:pt x="1471696" y="16346"/>
                  </a:lnTo>
                  <a:lnTo>
                    <a:pt x="1471387" y="16345"/>
                  </a:lnTo>
                  <a:lnTo>
                    <a:pt x="0" y="16345"/>
                  </a:lnTo>
                  <a:close/>
                </a:path>
              </a:pathLst>
            </a:custGeom>
            <a:solidFill>
              <a:srgbClr val="F28E5B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978" name="pl978"/>
            <p:cNvSpPr/>
            <p:nvPr/>
          </p:nvSpPr>
          <p:spPr>
            <a:xfrm>
              <a:off x="4799595" y="7635994"/>
              <a:ext cx="11981298" cy="163459"/>
            </a:xfrm>
            <a:custGeom>
              <a:avLst/>
              <a:pathLst>
                <a:path w="11981298" h="163459">
                  <a:moveTo>
                    <a:pt x="0" y="16345"/>
                  </a:moveTo>
                  <a:lnTo>
                    <a:pt x="1471387" y="16345"/>
                  </a:lnTo>
                  <a:lnTo>
                    <a:pt x="1472625" y="16349"/>
                  </a:lnTo>
                  <a:lnTo>
                    <a:pt x="1480745" y="16376"/>
                  </a:lnTo>
                  <a:lnTo>
                    <a:pt x="1501162" y="16448"/>
                  </a:lnTo>
                  <a:lnTo>
                    <a:pt x="1537533" y="16591"/>
                  </a:lnTo>
                  <a:lnTo>
                    <a:pt x="1591478" y="16827"/>
                  </a:lnTo>
                  <a:lnTo>
                    <a:pt x="1662462" y="17172"/>
                  </a:lnTo>
                  <a:lnTo>
                    <a:pt x="1748018" y="17639"/>
                  </a:lnTo>
                  <a:lnTo>
                    <a:pt x="1844323" y="18231"/>
                  </a:lnTo>
                  <a:lnTo>
                    <a:pt x="1946959" y="18951"/>
                  </a:lnTo>
                  <a:lnTo>
                    <a:pt x="2051646" y="19795"/>
                  </a:lnTo>
                  <a:lnTo>
                    <a:pt x="2154769" y="20760"/>
                  </a:lnTo>
                  <a:lnTo>
                    <a:pt x="2253644" y="21847"/>
                  </a:lnTo>
                  <a:lnTo>
                    <a:pt x="2346546" y="23057"/>
                  </a:lnTo>
                  <a:lnTo>
                    <a:pt x="2432600" y="24399"/>
                  </a:lnTo>
                  <a:lnTo>
                    <a:pt x="2511592" y="25884"/>
                  </a:lnTo>
                  <a:lnTo>
                    <a:pt x="2583781" y="27529"/>
                  </a:lnTo>
                  <a:lnTo>
                    <a:pt x="2649736" y="29356"/>
                  </a:lnTo>
                  <a:lnTo>
                    <a:pt x="2710205" y="31388"/>
                  </a:lnTo>
                  <a:lnTo>
                    <a:pt x="2766023" y="33652"/>
                  </a:lnTo>
                  <a:lnTo>
                    <a:pt x="2818042" y="36173"/>
                  </a:lnTo>
                  <a:lnTo>
                    <a:pt x="2867078" y="38971"/>
                  </a:lnTo>
                  <a:lnTo>
                    <a:pt x="2896531" y="40864"/>
                  </a:lnTo>
                  <a:lnTo>
                    <a:pt x="2952617" y="44924"/>
                  </a:lnTo>
                  <a:lnTo>
                    <a:pt x="3006860" y="49427"/>
                  </a:lnTo>
                  <a:lnTo>
                    <a:pt x="3060010" y="54379"/>
                  </a:lnTo>
                  <a:lnTo>
                    <a:pt x="3112597" y="59769"/>
                  </a:lnTo>
                  <a:lnTo>
                    <a:pt x="3164978" y="65562"/>
                  </a:lnTo>
                  <a:lnTo>
                    <a:pt x="3217364" y="71705"/>
                  </a:lnTo>
                  <a:lnTo>
                    <a:pt x="3269854" y="78125"/>
                  </a:lnTo>
                  <a:lnTo>
                    <a:pt x="3322453" y="84731"/>
                  </a:lnTo>
                  <a:lnTo>
                    <a:pt x="3375112" y="91421"/>
                  </a:lnTo>
                  <a:lnTo>
                    <a:pt x="3427753" y="98086"/>
                  </a:lnTo>
                  <a:lnTo>
                    <a:pt x="3480306" y="104620"/>
                  </a:lnTo>
                  <a:lnTo>
                    <a:pt x="3532744" y="110925"/>
                  </a:lnTo>
                  <a:lnTo>
                    <a:pt x="3585109" y="116917"/>
                  </a:lnTo>
                  <a:lnTo>
                    <a:pt x="3637549" y="122533"/>
                  </a:lnTo>
                  <a:lnTo>
                    <a:pt x="3690337" y="127727"/>
                  </a:lnTo>
                  <a:lnTo>
                    <a:pt x="3743906" y="132476"/>
                  </a:lnTo>
                  <a:lnTo>
                    <a:pt x="3798877" y="136776"/>
                  </a:lnTo>
                  <a:lnTo>
                    <a:pt x="3829811" y="138940"/>
                  </a:lnTo>
                  <a:lnTo>
                    <a:pt x="3877357" y="141917"/>
                  </a:lnTo>
                  <a:lnTo>
                    <a:pt x="3927421" y="144609"/>
                  </a:lnTo>
                  <a:lnTo>
                    <a:pt x="3980766" y="147031"/>
                  </a:lnTo>
                  <a:lnTo>
                    <a:pt x="4038229" y="149205"/>
                  </a:lnTo>
                  <a:lnTo>
                    <a:pt x="4100660" y="151157"/>
                  </a:lnTo>
                  <a:lnTo>
                    <a:pt x="4168873" y="152913"/>
                  </a:lnTo>
                  <a:lnTo>
                    <a:pt x="4243561" y="154496"/>
                  </a:lnTo>
                  <a:lnTo>
                    <a:pt x="4325193" y="155925"/>
                  </a:lnTo>
                  <a:lnTo>
                    <a:pt x="4413872" y="157217"/>
                  </a:lnTo>
                  <a:lnTo>
                    <a:pt x="4509159" y="158380"/>
                  </a:lnTo>
                  <a:lnTo>
                    <a:pt x="4609880" y="159421"/>
                  </a:lnTo>
                  <a:lnTo>
                    <a:pt x="4713957" y="160341"/>
                  </a:lnTo>
                  <a:lnTo>
                    <a:pt x="4818342" y="161139"/>
                  </a:lnTo>
                  <a:lnTo>
                    <a:pt x="4919127" y="161811"/>
                  </a:lnTo>
                  <a:lnTo>
                    <a:pt x="5011903" y="162356"/>
                  </a:lnTo>
                  <a:lnTo>
                    <a:pt x="5092384" y="162776"/>
                  </a:lnTo>
                  <a:lnTo>
                    <a:pt x="5157171" y="163078"/>
                  </a:lnTo>
                  <a:lnTo>
                    <a:pt x="5204472" y="163277"/>
                  </a:lnTo>
                  <a:lnTo>
                    <a:pt x="5234554" y="163391"/>
                  </a:lnTo>
                  <a:lnTo>
                    <a:pt x="5249829" y="163443"/>
                  </a:lnTo>
                  <a:lnTo>
                    <a:pt x="5254647" y="163459"/>
                  </a:lnTo>
                  <a:lnTo>
                    <a:pt x="5254955" y="163459"/>
                  </a:lnTo>
                  <a:lnTo>
                    <a:pt x="6726343" y="163459"/>
                  </a:lnTo>
                  <a:lnTo>
                    <a:pt x="6727580" y="163455"/>
                  </a:lnTo>
                  <a:lnTo>
                    <a:pt x="6735700" y="163426"/>
                  </a:lnTo>
                  <a:lnTo>
                    <a:pt x="6756116" y="163345"/>
                  </a:lnTo>
                  <a:lnTo>
                    <a:pt x="6792485" y="163186"/>
                  </a:lnTo>
                  <a:lnTo>
                    <a:pt x="6846428" y="162925"/>
                  </a:lnTo>
                  <a:lnTo>
                    <a:pt x="6917410" y="162541"/>
                  </a:lnTo>
                  <a:lnTo>
                    <a:pt x="7002963" y="162023"/>
                  </a:lnTo>
                  <a:lnTo>
                    <a:pt x="7099265" y="161364"/>
                  </a:lnTo>
                  <a:lnTo>
                    <a:pt x="7201898" y="160565"/>
                  </a:lnTo>
                  <a:lnTo>
                    <a:pt x="7306583" y="159627"/>
                  </a:lnTo>
                  <a:lnTo>
                    <a:pt x="7409705" y="158554"/>
                  </a:lnTo>
                  <a:lnTo>
                    <a:pt x="7508579" y="157347"/>
                  </a:lnTo>
                  <a:lnTo>
                    <a:pt x="7601481" y="156002"/>
                  </a:lnTo>
                  <a:lnTo>
                    <a:pt x="7687536" y="154512"/>
                  </a:lnTo>
                  <a:lnTo>
                    <a:pt x="7766528" y="152862"/>
                  </a:lnTo>
                  <a:lnTo>
                    <a:pt x="7838717" y="151034"/>
                  </a:lnTo>
                  <a:lnTo>
                    <a:pt x="7904673" y="149004"/>
                  </a:lnTo>
                  <a:lnTo>
                    <a:pt x="7965142" y="146747"/>
                  </a:lnTo>
                  <a:lnTo>
                    <a:pt x="8020960" y="144231"/>
                  </a:lnTo>
                  <a:lnTo>
                    <a:pt x="8072980" y="141430"/>
                  </a:lnTo>
                  <a:lnTo>
                    <a:pt x="8122016" y="138321"/>
                  </a:lnTo>
                  <a:lnTo>
                    <a:pt x="8151487" y="136216"/>
                  </a:lnTo>
                  <a:lnTo>
                    <a:pt x="8207537" y="131709"/>
                  </a:lnTo>
                  <a:lnTo>
                    <a:pt x="8261747" y="126709"/>
                  </a:lnTo>
                  <a:lnTo>
                    <a:pt x="8314864" y="121211"/>
                  </a:lnTo>
                  <a:lnTo>
                    <a:pt x="8367419" y="115227"/>
                  </a:lnTo>
                  <a:lnTo>
                    <a:pt x="8419766" y="108796"/>
                  </a:lnTo>
                  <a:lnTo>
                    <a:pt x="8472119" y="101976"/>
                  </a:lnTo>
                  <a:lnTo>
                    <a:pt x="8524574" y="94848"/>
                  </a:lnTo>
                  <a:lnTo>
                    <a:pt x="8577140" y="87513"/>
                  </a:lnTo>
                  <a:lnTo>
                    <a:pt x="8629765" y="80085"/>
                  </a:lnTo>
                  <a:lnTo>
                    <a:pt x="8682372" y="72684"/>
                  </a:lnTo>
                  <a:lnTo>
                    <a:pt x="8734893" y="65427"/>
                  </a:lnTo>
                  <a:lnTo>
                    <a:pt x="8787297" y="58424"/>
                  </a:lnTo>
                  <a:lnTo>
                    <a:pt x="8839629" y="51767"/>
                  </a:lnTo>
                  <a:lnTo>
                    <a:pt x="8892034" y="45528"/>
                  </a:lnTo>
                  <a:lnTo>
                    <a:pt x="8944784" y="39756"/>
                  </a:lnTo>
                  <a:lnTo>
                    <a:pt x="8998307" y="34477"/>
                  </a:lnTo>
                  <a:lnTo>
                    <a:pt x="9053224" y="29697"/>
                  </a:lnTo>
                  <a:lnTo>
                    <a:pt x="9084767" y="27243"/>
                  </a:lnTo>
                  <a:lnTo>
                    <a:pt x="9132311" y="23936"/>
                  </a:lnTo>
                  <a:lnTo>
                    <a:pt x="9182374" y="20944"/>
                  </a:lnTo>
                  <a:lnTo>
                    <a:pt x="9235719" y="18253"/>
                  </a:lnTo>
                  <a:lnTo>
                    <a:pt x="9293180" y="15838"/>
                  </a:lnTo>
                  <a:lnTo>
                    <a:pt x="9355610" y="13669"/>
                  </a:lnTo>
                  <a:lnTo>
                    <a:pt x="9423821" y="11718"/>
                  </a:lnTo>
                  <a:lnTo>
                    <a:pt x="9498507" y="9959"/>
                  </a:lnTo>
                  <a:lnTo>
                    <a:pt x="9580136" y="8371"/>
                  </a:lnTo>
                  <a:lnTo>
                    <a:pt x="9668813" y="6936"/>
                  </a:lnTo>
                  <a:lnTo>
                    <a:pt x="9764098" y="5644"/>
                  </a:lnTo>
                  <a:lnTo>
                    <a:pt x="9864816" y="4487"/>
                  </a:lnTo>
                  <a:lnTo>
                    <a:pt x="9968891" y="3465"/>
                  </a:lnTo>
                  <a:lnTo>
                    <a:pt x="10073275" y="2578"/>
                  </a:lnTo>
                  <a:lnTo>
                    <a:pt x="10174059" y="1831"/>
                  </a:lnTo>
                  <a:lnTo>
                    <a:pt x="10266836" y="1226"/>
                  </a:lnTo>
                  <a:lnTo>
                    <a:pt x="10347319" y="759"/>
                  </a:lnTo>
                  <a:lnTo>
                    <a:pt x="10412110" y="423"/>
                  </a:lnTo>
                  <a:lnTo>
                    <a:pt x="10459416" y="202"/>
                  </a:lnTo>
                  <a:lnTo>
                    <a:pt x="10489502" y="76"/>
                  </a:lnTo>
                  <a:lnTo>
                    <a:pt x="10504781" y="17"/>
                  </a:lnTo>
                  <a:lnTo>
                    <a:pt x="10509602" y="0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79" name="pl979"/>
            <p:cNvSpPr/>
            <p:nvPr/>
          </p:nvSpPr>
          <p:spPr>
            <a:xfrm>
              <a:off x="4799595" y="7603302"/>
              <a:ext cx="11981298" cy="163459"/>
            </a:xfrm>
            <a:custGeom>
              <a:avLst/>
              <a:pathLst>
                <a:path w="11981298" h="163459">
                  <a:moveTo>
                    <a:pt x="11981298" y="0"/>
                  </a:moveTo>
                  <a:lnTo>
                    <a:pt x="10509911" y="0"/>
                  </a:lnTo>
                  <a:lnTo>
                    <a:pt x="10508673" y="4"/>
                  </a:lnTo>
                  <a:lnTo>
                    <a:pt x="10500553" y="33"/>
                  </a:lnTo>
                  <a:lnTo>
                    <a:pt x="10480137" y="114"/>
                  </a:lnTo>
                  <a:lnTo>
                    <a:pt x="10443768" y="273"/>
                  </a:lnTo>
                  <a:lnTo>
                    <a:pt x="10389825" y="534"/>
                  </a:lnTo>
                  <a:lnTo>
                    <a:pt x="10318844" y="918"/>
                  </a:lnTo>
                  <a:lnTo>
                    <a:pt x="10233291" y="1436"/>
                  </a:lnTo>
                  <a:lnTo>
                    <a:pt x="10136989" y="2095"/>
                  </a:lnTo>
                  <a:lnTo>
                    <a:pt x="10034355" y="2894"/>
                  </a:lnTo>
                  <a:lnTo>
                    <a:pt x="9929670" y="3832"/>
                  </a:lnTo>
                  <a:lnTo>
                    <a:pt x="9826548" y="4905"/>
                  </a:lnTo>
                  <a:lnTo>
                    <a:pt x="9727674" y="6112"/>
                  </a:lnTo>
                  <a:lnTo>
                    <a:pt x="9634772" y="7457"/>
                  </a:lnTo>
                  <a:lnTo>
                    <a:pt x="9548718" y="8947"/>
                  </a:lnTo>
                  <a:lnTo>
                    <a:pt x="9469725" y="10597"/>
                  </a:lnTo>
                  <a:lnTo>
                    <a:pt x="9397536" y="12425"/>
                  </a:lnTo>
                  <a:lnTo>
                    <a:pt x="9331581" y="14455"/>
                  </a:lnTo>
                  <a:lnTo>
                    <a:pt x="9271111" y="16712"/>
                  </a:lnTo>
                  <a:lnTo>
                    <a:pt x="9215293" y="19228"/>
                  </a:lnTo>
                  <a:lnTo>
                    <a:pt x="9163273" y="22029"/>
                  </a:lnTo>
                  <a:lnTo>
                    <a:pt x="9114237" y="25138"/>
                  </a:lnTo>
                  <a:lnTo>
                    <a:pt x="9084767" y="27243"/>
                  </a:lnTo>
                  <a:lnTo>
                    <a:pt x="9028716" y="31750"/>
                  </a:lnTo>
                  <a:lnTo>
                    <a:pt x="8974506" y="36750"/>
                  </a:lnTo>
                  <a:lnTo>
                    <a:pt x="8921389" y="42248"/>
                  </a:lnTo>
                  <a:lnTo>
                    <a:pt x="8868835" y="48232"/>
                  </a:lnTo>
                  <a:lnTo>
                    <a:pt x="8816487" y="54663"/>
                  </a:lnTo>
                  <a:lnTo>
                    <a:pt x="8764135" y="61483"/>
                  </a:lnTo>
                  <a:lnTo>
                    <a:pt x="8711679" y="68611"/>
                  </a:lnTo>
                  <a:lnTo>
                    <a:pt x="8659114" y="75946"/>
                  </a:lnTo>
                  <a:lnTo>
                    <a:pt x="8606488" y="83374"/>
                  </a:lnTo>
                  <a:lnTo>
                    <a:pt x="8553881" y="90775"/>
                  </a:lnTo>
                  <a:lnTo>
                    <a:pt x="8501361" y="98032"/>
                  </a:lnTo>
                  <a:lnTo>
                    <a:pt x="8448956" y="105035"/>
                  </a:lnTo>
                  <a:lnTo>
                    <a:pt x="8396624" y="111692"/>
                  </a:lnTo>
                  <a:lnTo>
                    <a:pt x="8344219" y="117931"/>
                  </a:lnTo>
                  <a:lnTo>
                    <a:pt x="8291470" y="123703"/>
                  </a:lnTo>
                  <a:lnTo>
                    <a:pt x="8237946" y="128982"/>
                  </a:lnTo>
                  <a:lnTo>
                    <a:pt x="8183029" y="133762"/>
                  </a:lnTo>
                  <a:lnTo>
                    <a:pt x="8151487" y="136216"/>
                  </a:lnTo>
                  <a:lnTo>
                    <a:pt x="8103942" y="139523"/>
                  </a:lnTo>
                  <a:lnTo>
                    <a:pt x="8053879" y="142515"/>
                  </a:lnTo>
                  <a:lnTo>
                    <a:pt x="8000534" y="145206"/>
                  </a:lnTo>
                  <a:lnTo>
                    <a:pt x="7943073" y="147621"/>
                  </a:lnTo>
                  <a:lnTo>
                    <a:pt x="7880643" y="149790"/>
                  </a:lnTo>
                  <a:lnTo>
                    <a:pt x="7812432" y="151741"/>
                  </a:lnTo>
                  <a:lnTo>
                    <a:pt x="7737746" y="153500"/>
                  </a:lnTo>
                  <a:lnTo>
                    <a:pt x="7656117" y="155088"/>
                  </a:lnTo>
                  <a:lnTo>
                    <a:pt x="7567440" y="156523"/>
                  </a:lnTo>
                  <a:lnTo>
                    <a:pt x="7472155" y="157815"/>
                  </a:lnTo>
                  <a:lnTo>
                    <a:pt x="7371438" y="158972"/>
                  </a:lnTo>
                  <a:lnTo>
                    <a:pt x="7267363" y="159994"/>
                  </a:lnTo>
                  <a:lnTo>
                    <a:pt x="7162979" y="160881"/>
                  </a:lnTo>
                  <a:lnTo>
                    <a:pt x="7062195" y="161628"/>
                  </a:lnTo>
                  <a:lnTo>
                    <a:pt x="6969418" y="162233"/>
                  </a:lnTo>
                  <a:lnTo>
                    <a:pt x="6888934" y="162700"/>
                  </a:lnTo>
                  <a:lnTo>
                    <a:pt x="6824143" y="163036"/>
                  </a:lnTo>
                  <a:lnTo>
                    <a:pt x="6776838" y="163257"/>
                  </a:lnTo>
                  <a:lnTo>
                    <a:pt x="6746751" y="163383"/>
                  </a:lnTo>
                  <a:lnTo>
                    <a:pt x="6731472" y="163442"/>
                  </a:lnTo>
                  <a:lnTo>
                    <a:pt x="6726652" y="163458"/>
                  </a:lnTo>
                  <a:lnTo>
                    <a:pt x="6726343" y="163459"/>
                  </a:lnTo>
                  <a:lnTo>
                    <a:pt x="5254955" y="163459"/>
                  </a:lnTo>
                  <a:lnTo>
                    <a:pt x="5253718" y="163456"/>
                  </a:lnTo>
                  <a:lnTo>
                    <a:pt x="5245597" y="163429"/>
                  </a:lnTo>
                  <a:lnTo>
                    <a:pt x="5225180" y="163357"/>
                  </a:lnTo>
                  <a:lnTo>
                    <a:pt x="5188809" y="163214"/>
                  </a:lnTo>
                  <a:lnTo>
                    <a:pt x="5134864" y="162978"/>
                  </a:lnTo>
                  <a:lnTo>
                    <a:pt x="5063880" y="162633"/>
                  </a:lnTo>
                  <a:lnTo>
                    <a:pt x="4978324" y="162166"/>
                  </a:lnTo>
                  <a:lnTo>
                    <a:pt x="4882019" y="161574"/>
                  </a:lnTo>
                  <a:lnTo>
                    <a:pt x="4779383" y="160854"/>
                  </a:lnTo>
                  <a:lnTo>
                    <a:pt x="4674696" y="160010"/>
                  </a:lnTo>
                  <a:lnTo>
                    <a:pt x="4571573" y="159045"/>
                  </a:lnTo>
                  <a:lnTo>
                    <a:pt x="4472699" y="157958"/>
                  </a:lnTo>
                  <a:lnTo>
                    <a:pt x="4379796" y="156748"/>
                  </a:lnTo>
                  <a:lnTo>
                    <a:pt x="4293742" y="155406"/>
                  </a:lnTo>
                  <a:lnTo>
                    <a:pt x="4214750" y="153921"/>
                  </a:lnTo>
                  <a:lnTo>
                    <a:pt x="4142561" y="152276"/>
                  </a:lnTo>
                  <a:lnTo>
                    <a:pt x="4076607" y="150449"/>
                  </a:lnTo>
                  <a:lnTo>
                    <a:pt x="4016138" y="148417"/>
                  </a:lnTo>
                  <a:lnTo>
                    <a:pt x="3960319" y="146153"/>
                  </a:lnTo>
                  <a:lnTo>
                    <a:pt x="3908300" y="143632"/>
                  </a:lnTo>
                  <a:lnTo>
                    <a:pt x="3859264" y="140834"/>
                  </a:lnTo>
                  <a:lnTo>
                    <a:pt x="3829811" y="138940"/>
                  </a:lnTo>
                  <a:lnTo>
                    <a:pt x="3773726" y="134881"/>
                  </a:lnTo>
                  <a:lnTo>
                    <a:pt x="3719482" y="130378"/>
                  </a:lnTo>
                  <a:lnTo>
                    <a:pt x="3666332" y="125425"/>
                  </a:lnTo>
                  <a:lnTo>
                    <a:pt x="3613745" y="120036"/>
                  </a:lnTo>
                  <a:lnTo>
                    <a:pt x="3561364" y="114243"/>
                  </a:lnTo>
                  <a:lnTo>
                    <a:pt x="3508978" y="108100"/>
                  </a:lnTo>
                  <a:lnTo>
                    <a:pt x="3456489" y="101680"/>
                  </a:lnTo>
                  <a:lnTo>
                    <a:pt x="3403889" y="95074"/>
                  </a:lnTo>
                  <a:lnTo>
                    <a:pt x="3351230" y="88384"/>
                  </a:lnTo>
                  <a:lnTo>
                    <a:pt x="3298589" y="81719"/>
                  </a:lnTo>
                  <a:lnTo>
                    <a:pt x="3246036" y="75185"/>
                  </a:lnTo>
                  <a:lnTo>
                    <a:pt x="3193599" y="68880"/>
                  </a:lnTo>
                  <a:lnTo>
                    <a:pt x="3141233" y="62888"/>
                  </a:lnTo>
                  <a:lnTo>
                    <a:pt x="3088793" y="57272"/>
                  </a:lnTo>
                  <a:lnTo>
                    <a:pt x="3036005" y="52078"/>
                  </a:lnTo>
                  <a:lnTo>
                    <a:pt x="2982437" y="47329"/>
                  </a:lnTo>
                  <a:lnTo>
                    <a:pt x="2927465" y="43029"/>
                  </a:lnTo>
                  <a:lnTo>
                    <a:pt x="2896531" y="40864"/>
                  </a:lnTo>
                  <a:lnTo>
                    <a:pt x="2848986" y="37888"/>
                  </a:lnTo>
                  <a:lnTo>
                    <a:pt x="2798922" y="35196"/>
                  </a:lnTo>
                  <a:lnTo>
                    <a:pt x="2745576" y="32774"/>
                  </a:lnTo>
                  <a:lnTo>
                    <a:pt x="2688113" y="30600"/>
                  </a:lnTo>
                  <a:lnTo>
                    <a:pt x="2625682" y="28648"/>
                  </a:lnTo>
                  <a:lnTo>
                    <a:pt x="2557469" y="26892"/>
                  </a:lnTo>
                  <a:lnTo>
                    <a:pt x="2482781" y="25309"/>
                  </a:lnTo>
                  <a:lnTo>
                    <a:pt x="2401149" y="23880"/>
                  </a:lnTo>
                  <a:lnTo>
                    <a:pt x="2312470" y="22588"/>
                  </a:lnTo>
                  <a:lnTo>
                    <a:pt x="2217183" y="21425"/>
                  </a:lnTo>
                  <a:lnTo>
                    <a:pt x="2116463" y="20384"/>
                  </a:lnTo>
                  <a:lnTo>
                    <a:pt x="2012385" y="19464"/>
                  </a:lnTo>
                  <a:lnTo>
                    <a:pt x="1908000" y="18666"/>
                  </a:lnTo>
                  <a:lnTo>
                    <a:pt x="1807215" y="17994"/>
                  </a:lnTo>
                  <a:lnTo>
                    <a:pt x="1714439" y="17449"/>
                  </a:lnTo>
                  <a:lnTo>
                    <a:pt x="1633959" y="17029"/>
                  </a:lnTo>
                  <a:lnTo>
                    <a:pt x="1569171" y="16726"/>
                  </a:lnTo>
                  <a:lnTo>
                    <a:pt x="1521870" y="16528"/>
                  </a:lnTo>
                  <a:lnTo>
                    <a:pt x="1491788" y="16414"/>
                  </a:lnTo>
                  <a:lnTo>
                    <a:pt x="1476513" y="16361"/>
                  </a:lnTo>
                  <a:lnTo>
                    <a:pt x="1471696" y="16346"/>
                  </a:lnTo>
                  <a:lnTo>
                    <a:pt x="1471387" y="16345"/>
                  </a:lnTo>
                  <a:lnTo>
                    <a:pt x="0" y="1634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80" name="pg980"/>
            <p:cNvSpPr/>
            <p:nvPr/>
          </p:nvSpPr>
          <p:spPr>
            <a:xfrm>
              <a:off x="4799595" y="7652340"/>
              <a:ext cx="11981298" cy="2729781"/>
            </a:xfrm>
            <a:custGeom>
              <a:avLst/>
              <a:pathLst>
                <a:path w="11981298" h="2729781">
                  <a:moveTo>
                    <a:pt x="0" y="8172"/>
                  </a:moveTo>
                  <a:lnTo>
                    <a:pt x="1471387" y="8172"/>
                  </a:lnTo>
                  <a:lnTo>
                    <a:pt x="1472624" y="8179"/>
                  </a:lnTo>
                  <a:lnTo>
                    <a:pt x="1480741" y="8226"/>
                  </a:lnTo>
                  <a:lnTo>
                    <a:pt x="1501148" y="8355"/>
                  </a:lnTo>
                  <a:lnTo>
                    <a:pt x="1537504" y="8609"/>
                  </a:lnTo>
                  <a:lnTo>
                    <a:pt x="1591428" y="9028"/>
                  </a:lnTo>
                  <a:lnTo>
                    <a:pt x="1662387" y="9641"/>
                  </a:lnTo>
                  <a:lnTo>
                    <a:pt x="1747916" y="10470"/>
                  </a:lnTo>
                  <a:lnTo>
                    <a:pt x="1844195" y="11524"/>
                  </a:lnTo>
                  <a:lnTo>
                    <a:pt x="1946809" y="12803"/>
                  </a:lnTo>
                  <a:lnTo>
                    <a:pt x="2051479" y="14302"/>
                  </a:lnTo>
                  <a:lnTo>
                    <a:pt x="2154591" y="16018"/>
                  </a:lnTo>
                  <a:lnTo>
                    <a:pt x="2253459" y="17949"/>
                  </a:lnTo>
                  <a:lnTo>
                    <a:pt x="2346360" y="20100"/>
                  </a:lnTo>
                  <a:lnTo>
                    <a:pt x="2432416" y="22484"/>
                  </a:lnTo>
                  <a:lnTo>
                    <a:pt x="2511411" y="25123"/>
                  </a:lnTo>
                  <a:lnTo>
                    <a:pt x="2583605" y="28047"/>
                  </a:lnTo>
                  <a:lnTo>
                    <a:pt x="2649564" y="31292"/>
                  </a:lnTo>
                  <a:lnTo>
                    <a:pt x="2710038" y="34903"/>
                  </a:lnTo>
                  <a:lnTo>
                    <a:pt x="2765859" y="38926"/>
                  </a:lnTo>
                  <a:lnTo>
                    <a:pt x="2817881" y="43406"/>
                  </a:lnTo>
                  <a:lnTo>
                    <a:pt x="2866917" y="48378"/>
                  </a:lnTo>
                  <a:lnTo>
                    <a:pt x="2896531" y="51762"/>
                  </a:lnTo>
                  <a:lnTo>
                    <a:pt x="2952297" y="58934"/>
                  </a:lnTo>
                  <a:lnTo>
                    <a:pt x="3006237" y="66886"/>
                  </a:lnTo>
                  <a:lnTo>
                    <a:pt x="3059089" y="75628"/>
                  </a:lnTo>
                  <a:lnTo>
                    <a:pt x="3111378" y="85138"/>
                  </a:lnTo>
                  <a:lnTo>
                    <a:pt x="3163456" y="95359"/>
                  </a:lnTo>
                  <a:lnTo>
                    <a:pt x="3215535" y="106200"/>
                  </a:lnTo>
                  <a:lnTo>
                    <a:pt x="3267715" y="117531"/>
                  </a:lnTo>
                  <a:lnTo>
                    <a:pt x="3320005" y="129196"/>
                  </a:lnTo>
                  <a:lnTo>
                    <a:pt x="3372357" y="141017"/>
                  </a:lnTo>
                  <a:lnTo>
                    <a:pt x="3424694" y="152805"/>
                  </a:lnTo>
                  <a:lnTo>
                    <a:pt x="3476949" y="164372"/>
                  </a:lnTo>
                  <a:lnTo>
                    <a:pt x="3529088" y="175548"/>
                  </a:lnTo>
                  <a:lnTo>
                    <a:pt x="3581151" y="186184"/>
                  </a:lnTo>
                  <a:lnTo>
                    <a:pt x="3633272" y="196164"/>
                  </a:lnTo>
                  <a:lnTo>
                    <a:pt x="3685710" y="205409"/>
                  </a:lnTo>
                  <a:lnTo>
                    <a:pt x="3738874" y="213875"/>
                  </a:lnTo>
                  <a:lnTo>
                    <a:pt x="3793359" y="221551"/>
                  </a:lnTo>
                  <a:lnTo>
                    <a:pt x="3829811" y="226119"/>
                  </a:lnTo>
                  <a:lnTo>
                    <a:pt x="3877349" y="231409"/>
                  </a:lnTo>
                  <a:lnTo>
                    <a:pt x="3927404" y="236196"/>
                  </a:lnTo>
                  <a:lnTo>
                    <a:pt x="3980740" y="240501"/>
                  </a:lnTo>
                  <a:lnTo>
                    <a:pt x="4038191" y="244365"/>
                  </a:lnTo>
                  <a:lnTo>
                    <a:pt x="4100608" y="247835"/>
                  </a:lnTo>
                  <a:lnTo>
                    <a:pt x="4168805" y="250956"/>
                  </a:lnTo>
                  <a:lnTo>
                    <a:pt x="4243473" y="253770"/>
                  </a:lnTo>
                  <a:lnTo>
                    <a:pt x="4325084" y="256311"/>
                  </a:lnTo>
                  <a:lnTo>
                    <a:pt x="4413740" y="258607"/>
                  </a:lnTo>
                  <a:lnTo>
                    <a:pt x="4509002" y="260675"/>
                  </a:lnTo>
                  <a:lnTo>
                    <a:pt x="4609699" y="262526"/>
                  </a:lnTo>
                  <a:lnTo>
                    <a:pt x="4713756" y="264162"/>
                  </a:lnTo>
                  <a:lnTo>
                    <a:pt x="4818128" y="265580"/>
                  </a:lnTo>
                  <a:lnTo>
                    <a:pt x="4918909" y="266775"/>
                  </a:lnTo>
                  <a:lnTo>
                    <a:pt x="5011693" y="267745"/>
                  </a:lnTo>
                  <a:lnTo>
                    <a:pt x="5092197" y="268492"/>
                  </a:lnTo>
                  <a:lnTo>
                    <a:pt x="5157018" y="269030"/>
                  </a:lnTo>
                  <a:lnTo>
                    <a:pt x="5204361" y="269383"/>
                  </a:lnTo>
                  <a:lnTo>
                    <a:pt x="5234487" y="269586"/>
                  </a:lnTo>
                  <a:lnTo>
                    <a:pt x="5249800" y="269680"/>
                  </a:lnTo>
                  <a:lnTo>
                    <a:pt x="5254642" y="269707"/>
                  </a:lnTo>
                  <a:lnTo>
                    <a:pt x="5254955" y="269708"/>
                  </a:lnTo>
                  <a:lnTo>
                    <a:pt x="6726343" y="269708"/>
                  </a:lnTo>
                  <a:lnTo>
                    <a:pt x="6727510" y="269767"/>
                  </a:lnTo>
                  <a:lnTo>
                    <a:pt x="6735180" y="270181"/>
                  </a:lnTo>
                  <a:lnTo>
                    <a:pt x="6754501" y="271326"/>
                  </a:lnTo>
                  <a:lnTo>
                    <a:pt x="6789007" y="273581"/>
                  </a:lnTo>
                  <a:lnTo>
                    <a:pt x="6840366" y="277294"/>
                  </a:lnTo>
                  <a:lnTo>
                    <a:pt x="6908246" y="282748"/>
                  </a:lnTo>
                  <a:lnTo>
                    <a:pt x="6990496" y="290135"/>
                  </a:lnTo>
                  <a:lnTo>
                    <a:pt x="7083636" y="299549"/>
                  </a:lnTo>
                  <a:lnTo>
                    <a:pt x="7183534" y="311002"/>
                  </a:lnTo>
                  <a:lnTo>
                    <a:pt x="7286092" y="324461"/>
                  </a:lnTo>
                  <a:lnTo>
                    <a:pt x="7387760" y="339881"/>
                  </a:lnTo>
                  <a:lnTo>
                    <a:pt x="7485818" y="357243"/>
                  </a:lnTo>
                  <a:lnTo>
                    <a:pt x="7578444" y="376580"/>
                  </a:lnTo>
                  <a:lnTo>
                    <a:pt x="7664633" y="397990"/>
                  </a:lnTo>
                  <a:lnTo>
                    <a:pt x="7744035" y="421643"/>
                  </a:lnTo>
                  <a:lnTo>
                    <a:pt x="7816787" y="447783"/>
                  </a:lnTo>
                  <a:lnTo>
                    <a:pt x="7883351" y="476723"/>
                  </a:lnTo>
                  <a:lnTo>
                    <a:pt x="7944389" y="508832"/>
                  </a:lnTo>
                  <a:lnTo>
                    <a:pt x="8000668" y="544518"/>
                  </a:lnTo>
                  <a:lnTo>
                    <a:pt x="8052993" y="584193"/>
                  </a:lnTo>
                  <a:lnTo>
                    <a:pt x="8102150" y="628214"/>
                  </a:lnTo>
                  <a:lnTo>
                    <a:pt x="8148862" y="676789"/>
                  </a:lnTo>
                  <a:lnTo>
                    <a:pt x="8151487" y="679721"/>
                  </a:lnTo>
                  <a:lnTo>
                    <a:pt x="8191270" y="726827"/>
                  </a:lnTo>
                  <a:lnTo>
                    <a:pt x="8230008" y="777594"/>
                  </a:lnTo>
                  <a:lnTo>
                    <a:pt x="8268004" y="832094"/>
                  </a:lnTo>
                  <a:lnTo>
                    <a:pt x="8305496" y="890333"/>
                  </a:lnTo>
                  <a:lnTo>
                    <a:pt x="8342670" y="952241"/>
                  </a:lnTo>
                  <a:lnTo>
                    <a:pt x="8379672" y="1017665"/>
                  </a:lnTo>
                  <a:lnTo>
                    <a:pt x="8416603" y="1086368"/>
                  </a:lnTo>
                  <a:lnTo>
                    <a:pt x="8453536" y="1158025"/>
                  </a:lnTo>
                  <a:lnTo>
                    <a:pt x="8490510" y="1232225"/>
                  </a:lnTo>
                  <a:lnTo>
                    <a:pt x="8527542" y="1308485"/>
                  </a:lnTo>
                  <a:lnTo>
                    <a:pt x="8564630" y="1386255"/>
                  </a:lnTo>
                  <a:lnTo>
                    <a:pt x="8601756" y="1464935"/>
                  </a:lnTo>
                  <a:lnTo>
                    <a:pt x="8638894" y="1543896"/>
                  </a:lnTo>
                  <a:lnTo>
                    <a:pt x="8676017" y="1622501"/>
                  </a:lnTo>
                  <a:lnTo>
                    <a:pt x="8713099" y="1700122"/>
                  </a:lnTo>
                  <a:lnTo>
                    <a:pt x="8750124" y="1776166"/>
                  </a:lnTo>
                  <a:lnTo>
                    <a:pt x="8787092" y="1850090"/>
                  </a:lnTo>
                  <a:lnTo>
                    <a:pt x="8824021" y="1921416"/>
                  </a:lnTo>
                  <a:lnTo>
                    <a:pt x="8860957" y="1989746"/>
                  </a:lnTo>
                  <a:lnTo>
                    <a:pt x="8897972" y="2054765"/>
                  </a:lnTo>
                  <a:lnTo>
                    <a:pt x="8935177" y="2116245"/>
                  </a:lnTo>
                  <a:lnTo>
                    <a:pt x="8972717" y="2174044"/>
                  </a:lnTo>
                  <a:lnTo>
                    <a:pt x="9010787" y="2228100"/>
                  </a:lnTo>
                  <a:lnTo>
                    <a:pt x="9049632" y="2278428"/>
                  </a:lnTo>
                  <a:lnTo>
                    <a:pt x="9084767" y="2319769"/>
                  </a:lnTo>
                  <a:lnTo>
                    <a:pt x="9131358" y="2368608"/>
                  </a:lnTo>
                  <a:lnTo>
                    <a:pt x="9180356" y="2412887"/>
                  </a:lnTo>
                  <a:lnTo>
                    <a:pt x="9232478" y="2452802"/>
                  </a:lnTo>
                  <a:lnTo>
                    <a:pt x="9288508" y="2488706"/>
                  </a:lnTo>
                  <a:lnTo>
                    <a:pt x="9349251" y="2521010"/>
                  </a:lnTo>
                  <a:lnTo>
                    <a:pt x="9415478" y="2550122"/>
                  </a:lnTo>
                  <a:lnTo>
                    <a:pt x="9487859" y="2576414"/>
                  </a:lnTo>
                  <a:lnTo>
                    <a:pt x="9566872" y="2600203"/>
                  </a:lnTo>
                  <a:lnTo>
                    <a:pt x="9652674" y="2621736"/>
                  </a:lnTo>
                  <a:lnTo>
                    <a:pt x="9744950" y="2641189"/>
                  </a:lnTo>
                  <a:lnTo>
                    <a:pt x="9842737" y="2658663"/>
                  </a:lnTo>
                  <a:lnTo>
                    <a:pt x="9944262" y="2674195"/>
                  </a:lnTo>
                  <a:lnTo>
                    <a:pt x="10046859" y="2687767"/>
                  </a:lnTo>
                  <a:lnTo>
                    <a:pt x="10147018" y="2699337"/>
                  </a:lnTo>
                  <a:lnTo>
                    <a:pt x="10240660" y="2708868"/>
                  </a:lnTo>
                  <a:lnTo>
                    <a:pt x="10323640" y="2716370"/>
                  </a:lnTo>
                  <a:lnTo>
                    <a:pt x="10392420" y="2721931"/>
                  </a:lnTo>
                  <a:lnTo>
                    <a:pt x="10444756" y="2725737"/>
                  </a:lnTo>
                  <a:lnTo>
                    <a:pt x="10480205" y="2728067"/>
                  </a:lnTo>
                  <a:lnTo>
                    <a:pt x="10500320" y="2729266"/>
                  </a:lnTo>
                  <a:lnTo>
                    <a:pt x="10508534" y="2729712"/>
                  </a:lnTo>
                  <a:lnTo>
                    <a:pt x="10509911" y="2729781"/>
                  </a:lnTo>
                  <a:lnTo>
                    <a:pt x="11981298" y="2729781"/>
                  </a:lnTo>
                  <a:lnTo>
                    <a:pt x="11981298" y="2721608"/>
                  </a:lnTo>
                  <a:lnTo>
                    <a:pt x="10509911" y="2721608"/>
                  </a:lnTo>
                  <a:lnTo>
                    <a:pt x="10508743" y="2721550"/>
                  </a:lnTo>
                  <a:lnTo>
                    <a:pt x="10501073" y="2721135"/>
                  </a:lnTo>
                  <a:lnTo>
                    <a:pt x="10481752" y="2719990"/>
                  </a:lnTo>
                  <a:lnTo>
                    <a:pt x="10447246" y="2717735"/>
                  </a:lnTo>
                  <a:lnTo>
                    <a:pt x="10395888" y="2714022"/>
                  </a:lnTo>
                  <a:lnTo>
                    <a:pt x="10328008" y="2708568"/>
                  </a:lnTo>
                  <a:lnTo>
                    <a:pt x="10245757" y="2701181"/>
                  </a:lnTo>
                  <a:lnTo>
                    <a:pt x="10152618" y="2691767"/>
                  </a:lnTo>
                  <a:lnTo>
                    <a:pt x="10052719" y="2680314"/>
                  </a:lnTo>
                  <a:lnTo>
                    <a:pt x="9950161" y="2666856"/>
                  </a:lnTo>
                  <a:lnTo>
                    <a:pt x="9848493" y="2651436"/>
                  </a:lnTo>
                  <a:lnTo>
                    <a:pt x="9750435" y="2634073"/>
                  </a:lnTo>
                  <a:lnTo>
                    <a:pt x="9657809" y="2614736"/>
                  </a:lnTo>
                  <a:lnTo>
                    <a:pt x="9571621" y="2593327"/>
                  </a:lnTo>
                  <a:lnTo>
                    <a:pt x="9492218" y="2569674"/>
                  </a:lnTo>
                  <a:lnTo>
                    <a:pt x="9419466" y="2543533"/>
                  </a:lnTo>
                  <a:lnTo>
                    <a:pt x="9352902" y="2514593"/>
                  </a:lnTo>
                  <a:lnTo>
                    <a:pt x="9291864" y="2482484"/>
                  </a:lnTo>
                  <a:lnTo>
                    <a:pt x="9235585" y="2446798"/>
                  </a:lnTo>
                  <a:lnTo>
                    <a:pt x="9183260" y="2407123"/>
                  </a:lnTo>
                  <a:lnTo>
                    <a:pt x="9134103" y="2363103"/>
                  </a:lnTo>
                  <a:lnTo>
                    <a:pt x="9087391" y="2314527"/>
                  </a:lnTo>
                  <a:lnTo>
                    <a:pt x="9084767" y="2311596"/>
                  </a:lnTo>
                  <a:lnTo>
                    <a:pt x="9044984" y="2264489"/>
                  </a:lnTo>
                  <a:lnTo>
                    <a:pt x="9006245" y="2213723"/>
                  </a:lnTo>
                  <a:lnTo>
                    <a:pt x="8968249" y="2159223"/>
                  </a:lnTo>
                  <a:lnTo>
                    <a:pt x="8930758" y="2100984"/>
                  </a:lnTo>
                  <a:lnTo>
                    <a:pt x="8893583" y="2039076"/>
                  </a:lnTo>
                  <a:lnTo>
                    <a:pt x="8856582" y="1973651"/>
                  </a:lnTo>
                  <a:lnTo>
                    <a:pt x="8819650" y="1904948"/>
                  </a:lnTo>
                  <a:lnTo>
                    <a:pt x="8782718" y="1833292"/>
                  </a:lnTo>
                  <a:lnTo>
                    <a:pt x="8745744" y="1759091"/>
                  </a:lnTo>
                  <a:lnTo>
                    <a:pt x="8708711" y="1682831"/>
                  </a:lnTo>
                  <a:lnTo>
                    <a:pt x="8671624" y="1605062"/>
                  </a:lnTo>
                  <a:lnTo>
                    <a:pt x="8634498" y="1526382"/>
                  </a:lnTo>
                  <a:lnTo>
                    <a:pt x="8597359" y="1447420"/>
                  </a:lnTo>
                  <a:lnTo>
                    <a:pt x="8560237" y="1368815"/>
                  </a:lnTo>
                  <a:lnTo>
                    <a:pt x="8523155" y="1291194"/>
                  </a:lnTo>
                  <a:lnTo>
                    <a:pt x="8486129" y="1215150"/>
                  </a:lnTo>
                  <a:lnTo>
                    <a:pt x="8449162" y="1141227"/>
                  </a:lnTo>
                  <a:lnTo>
                    <a:pt x="8412232" y="1069900"/>
                  </a:lnTo>
                  <a:lnTo>
                    <a:pt x="8375296" y="1001570"/>
                  </a:lnTo>
                  <a:lnTo>
                    <a:pt x="8338281" y="936551"/>
                  </a:lnTo>
                  <a:lnTo>
                    <a:pt x="8301077" y="875071"/>
                  </a:lnTo>
                  <a:lnTo>
                    <a:pt x="8263536" y="817273"/>
                  </a:lnTo>
                  <a:lnTo>
                    <a:pt x="8225466" y="763216"/>
                  </a:lnTo>
                  <a:lnTo>
                    <a:pt x="8186621" y="712888"/>
                  </a:lnTo>
                  <a:lnTo>
                    <a:pt x="8151487" y="671548"/>
                  </a:lnTo>
                  <a:lnTo>
                    <a:pt x="8104895" y="622709"/>
                  </a:lnTo>
                  <a:lnTo>
                    <a:pt x="8055897" y="578430"/>
                  </a:lnTo>
                  <a:lnTo>
                    <a:pt x="8003776" y="538514"/>
                  </a:lnTo>
                  <a:lnTo>
                    <a:pt x="7947745" y="502610"/>
                  </a:lnTo>
                  <a:lnTo>
                    <a:pt x="7887002" y="470306"/>
                  </a:lnTo>
                  <a:lnTo>
                    <a:pt x="7820775" y="441195"/>
                  </a:lnTo>
                  <a:lnTo>
                    <a:pt x="7748394" y="414902"/>
                  </a:lnTo>
                  <a:lnTo>
                    <a:pt x="7669381" y="391114"/>
                  </a:lnTo>
                  <a:lnTo>
                    <a:pt x="7583579" y="369580"/>
                  </a:lnTo>
                  <a:lnTo>
                    <a:pt x="7491303" y="350127"/>
                  </a:lnTo>
                  <a:lnTo>
                    <a:pt x="7393517" y="332653"/>
                  </a:lnTo>
                  <a:lnTo>
                    <a:pt x="7291991" y="317121"/>
                  </a:lnTo>
                  <a:lnTo>
                    <a:pt x="7189395" y="303549"/>
                  </a:lnTo>
                  <a:lnTo>
                    <a:pt x="7089236" y="291979"/>
                  </a:lnTo>
                  <a:lnTo>
                    <a:pt x="6995593" y="282448"/>
                  </a:lnTo>
                  <a:lnTo>
                    <a:pt x="6912613" y="274946"/>
                  </a:lnTo>
                  <a:lnTo>
                    <a:pt x="6843833" y="269385"/>
                  </a:lnTo>
                  <a:lnTo>
                    <a:pt x="6791497" y="265579"/>
                  </a:lnTo>
                  <a:lnTo>
                    <a:pt x="6756048" y="263249"/>
                  </a:lnTo>
                  <a:lnTo>
                    <a:pt x="6735934" y="262050"/>
                  </a:lnTo>
                  <a:lnTo>
                    <a:pt x="6727719" y="261604"/>
                  </a:lnTo>
                  <a:lnTo>
                    <a:pt x="6726343" y="261535"/>
                  </a:lnTo>
                  <a:lnTo>
                    <a:pt x="5254955" y="261535"/>
                  </a:lnTo>
                  <a:lnTo>
                    <a:pt x="5253718" y="261529"/>
                  </a:lnTo>
                  <a:lnTo>
                    <a:pt x="5245601" y="261482"/>
                  </a:lnTo>
                  <a:lnTo>
                    <a:pt x="5225194" y="261353"/>
                  </a:lnTo>
                  <a:lnTo>
                    <a:pt x="5188838" y="261099"/>
                  </a:lnTo>
                  <a:lnTo>
                    <a:pt x="5134914" y="260680"/>
                  </a:lnTo>
                  <a:lnTo>
                    <a:pt x="5063956" y="260067"/>
                  </a:lnTo>
                  <a:lnTo>
                    <a:pt x="4978426" y="259238"/>
                  </a:lnTo>
                  <a:lnTo>
                    <a:pt x="4882147" y="258184"/>
                  </a:lnTo>
                  <a:lnTo>
                    <a:pt x="4779533" y="256905"/>
                  </a:lnTo>
                  <a:lnTo>
                    <a:pt x="4674863" y="255406"/>
                  </a:lnTo>
                  <a:lnTo>
                    <a:pt x="4571751" y="253690"/>
                  </a:lnTo>
                  <a:lnTo>
                    <a:pt x="4472883" y="251759"/>
                  </a:lnTo>
                  <a:lnTo>
                    <a:pt x="4379982" y="249608"/>
                  </a:lnTo>
                  <a:lnTo>
                    <a:pt x="4293927" y="247224"/>
                  </a:lnTo>
                  <a:lnTo>
                    <a:pt x="4214931" y="244585"/>
                  </a:lnTo>
                  <a:lnTo>
                    <a:pt x="4142737" y="241661"/>
                  </a:lnTo>
                  <a:lnTo>
                    <a:pt x="4076778" y="238416"/>
                  </a:lnTo>
                  <a:lnTo>
                    <a:pt x="4016304" y="234805"/>
                  </a:lnTo>
                  <a:lnTo>
                    <a:pt x="3960483" y="230782"/>
                  </a:lnTo>
                  <a:lnTo>
                    <a:pt x="3908461" y="226302"/>
                  </a:lnTo>
                  <a:lnTo>
                    <a:pt x="3859425" y="221329"/>
                  </a:lnTo>
                  <a:lnTo>
                    <a:pt x="3829811" y="217946"/>
                  </a:lnTo>
                  <a:lnTo>
                    <a:pt x="3774046" y="210774"/>
                  </a:lnTo>
                  <a:lnTo>
                    <a:pt x="3720105" y="202822"/>
                  </a:lnTo>
                  <a:lnTo>
                    <a:pt x="3667253" y="194080"/>
                  </a:lnTo>
                  <a:lnTo>
                    <a:pt x="3614965" y="184570"/>
                  </a:lnTo>
                  <a:lnTo>
                    <a:pt x="3562887" y="174348"/>
                  </a:lnTo>
                  <a:lnTo>
                    <a:pt x="3510807" y="163508"/>
                  </a:lnTo>
                  <a:lnTo>
                    <a:pt x="3458627" y="152177"/>
                  </a:lnTo>
                  <a:lnTo>
                    <a:pt x="3406337" y="140512"/>
                  </a:lnTo>
                  <a:lnTo>
                    <a:pt x="3353986" y="128691"/>
                  </a:lnTo>
                  <a:lnTo>
                    <a:pt x="3301648" y="116903"/>
                  </a:lnTo>
                  <a:lnTo>
                    <a:pt x="3249393" y="105336"/>
                  </a:lnTo>
                  <a:lnTo>
                    <a:pt x="3197254" y="94160"/>
                  </a:lnTo>
                  <a:lnTo>
                    <a:pt x="3145191" y="83524"/>
                  </a:lnTo>
                  <a:lnTo>
                    <a:pt x="3093070" y="73544"/>
                  </a:lnTo>
                  <a:lnTo>
                    <a:pt x="3040632" y="64299"/>
                  </a:lnTo>
                  <a:lnTo>
                    <a:pt x="2987468" y="55833"/>
                  </a:lnTo>
                  <a:lnTo>
                    <a:pt x="2932983" y="48157"/>
                  </a:lnTo>
                  <a:lnTo>
                    <a:pt x="2896531" y="43589"/>
                  </a:lnTo>
                  <a:lnTo>
                    <a:pt x="2848993" y="38299"/>
                  </a:lnTo>
                  <a:lnTo>
                    <a:pt x="2798938" y="33512"/>
                  </a:lnTo>
                  <a:lnTo>
                    <a:pt x="2745602" y="29207"/>
                  </a:lnTo>
                  <a:lnTo>
                    <a:pt x="2688151" y="25343"/>
                  </a:lnTo>
                  <a:lnTo>
                    <a:pt x="2625734" y="21873"/>
                  </a:lnTo>
                  <a:lnTo>
                    <a:pt x="2557537" y="18752"/>
                  </a:lnTo>
                  <a:lnTo>
                    <a:pt x="2482869" y="15938"/>
                  </a:lnTo>
                  <a:lnTo>
                    <a:pt x="2401258" y="13396"/>
                  </a:lnTo>
                  <a:lnTo>
                    <a:pt x="2312602" y="11101"/>
                  </a:lnTo>
                  <a:lnTo>
                    <a:pt x="2217340" y="9033"/>
                  </a:lnTo>
                  <a:lnTo>
                    <a:pt x="2116643" y="7182"/>
                  </a:lnTo>
                  <a:lnTo>
                    <a:pt x="2012586" y="5546"/>
                  </a:lnTo>
                  <a:lnTo>
                    <a:pt x="1908214" y="4128"/>
                  </a:lnTo>
                  <a:lnTo>
                    <a:pt x="1807434" y="2933"/>
                  </a:lnTo>
                  <a:lnTo>
                    <a:pt x="1714649" y="1963"/>
                  </a:lnTo>
                  <a:lnTo>
                    <a:pt x="1634145" y="1216"/>
                  </a:lnTo>
                  <a:lnTo>
                    <a:pt x="1569324" y="678"/>
                  </a:lnTo>
                  <a:lnTo>
                    <a:pt x="1521981" y="325"/>
                  </a:lnTo>
                  <a:lnTo>
                    <a:pt x="1491856" y="122"/>
                  </a:lnTo>
                  <a:lnTo>
                    <a:pt x="1476542" y="28"/>
                  </a:lnTo>
                  <a:lnTo>
                    <a:pt x="1471700" y="1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28E5B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981" name="pl981"/>
            <p:cNvSpPr/>
            <p:nvPr/>
          </p:nvSpPr>
          <p:spPr>
            <a:xfrm>
              <a:off x="4799595" y="7660513"/>
              <a:ext cx="11981298" cy="2721608"/>
            </a:xfrm>
            <a:custGeom>
              <a:avLst/>
              <a:pathLst>
                <a:path w="11981298" h="2721608">
                  <a:moveTo>
                    <a:pt x="0" y="0"/>
                  </a:moveTo>
                  <a:lnTo>
                    <a:pt x="1471387" y="0"/>
                  </a:lnTo>
                  <a:lnTo>
                    <a:pt x="1472624" y="6"/>
                  </a:lnTo>
                  <a:lnTo>
                    <a:pt x="1480741" y="53"/>
                  </a:lnTo>
                  <a:lnTo>
                    <a:pt x="1501148" y="182"/>
                  </a:lnTo>
                  <a:lnTo>
                    <a:pt x="1537504" y="436"/>
                  </a:lnTo>
                  <a:lnTo>
                    <a:pt x="1591428" y="855"/>
                  </a:lnTo>
                  <a:lnTo>
                    <a:pt x="1662387" y="1468"/>
                  </a:lnTo>
                  <a:lnTo>
                    <a:pt x="1747916" y="2297"/>
                  </a:lnTo>
                  <a:lnTo>
                    <a:pt x="1844195" y="3351"/>
                  </a:lnTo>
                  <a:lnTo>
                    <a:pt x="1946809" y="4630"/>
                  </a:lnTo>
                  <a:lnTo>
                    <a:pt x="2051479" y="6129"/>
                  </a:lnTo>
                  <a:lnTo>
                    <a:pt x="2154591" y="7845"/>
                  </a:lnTo>
                  <a:lnTo>
                    <a:pt x="2253459" y="9776"/>
                  </a:lnTo>
                  <a:lnTo>
                    <a:pt x="2346360" y="11927"/>
                  </a:lnTo>
                  <a:lnTo>
                    <a:pt x="2432416" y="14311"/>
                  </a:lnTo>
                  <a:lnTo>
                    <a:pt x="2511411" y="16950"/>
                  </a:lnTo>
                  <a:lnTo>
                    <a:pt x="2583605" y="19874"/>
                  </a:lnTo>
                  <a:lnTo>
                    <a:pt x="2649564" y="23119"/>
                  </a:lnTo>
                  <a:lnTo>
                    <a:pt x="2710038" y="26730"/>
                  </a:lnTo>
                  <a:lnTo>
                    <a:pt x="2765859" y="30753"/>
                  </a:lnTo>
                  <a:lnTo>
                    <a:pt x="2817881" y="35233"/>
                  </a:lnTo>
                  <a:lnTo>
                    <a:pt x="2866917" y="40205"/>
                  </a:lnTo>
                  <a:lnTo>
                    <a:pt x="2896531" y="43589"/>
                  </a:lnTo>
                  <a:lnTo>
                    <a:pt x="2952297" y="50761"/>
                  </a:lnTo>
                  <a:lnTo>
                    <a:pt x="3006237" y="58713"/>
                  </a:lnTo>
                  <a:lnTo>
                    <a:pt x="3059089" y="67455"/>
                  </a:lnTo>
                  <a:lnTo>
                    <a:pt x="3111378" y="76965"/>
                  </a:lnTo>
                  <a:lnTo>
                    <a:pt x="3163456" y="87186"/>
                  </a:lnTo>
                  <a:lnTo>
                    <a:pt x="3215535" y="98027"/>
                  </a:lnTo>
                  <a:lnTo>
                    <a:pt x="3267715" y="109358"/>
                  </a:lnTo>
                  <a:lnTo>
                    <a:pt x="3320005" y="121023"/>
                  </a:lnTo>
                  <a:lnTo>
                    <a:pt x="3372357" y="132844"/>
                  </a:lnTo>
                  <a:lnTo>
                    <a:pt x="3424694" y="144632"/>
                  </a:lnTo>
                  <a:lnTo>
                    <a:pt x="3476949" y="156199"/>
                  </a:lnTo>
                  <a:lnTo>
                    <a:pt x="3529088" y="167375"/>
                  </a:lnTo>
                  <a:lnTo>
                    <a:pt x="3581151" y="178011"/>
                  </a:lnTo>
                  <a:lnTo>
                    <a:pt x="3633272" y="187991"/>
                  </a:lnTo>
                  <a:lnTo>
                    <a:pt x="3685710" y="197236"/>
                  </a:lnTo>
                  <a:lnTo>
                    <a:pt x="3738874" y="205702"/>
                  </a:lnTo>
                  <a:lnTo>
                    <a:pt x="3793359" y="213378"/>
                  </a:lnTo>
                  <a:lnTo>
                    <a:pt x="3829811" y="217946"/>
                  </a:lnTo>
                  <a:lnTo>
                    <a:pt x="3877349" y="223236"/>
                  </a:lnTo>
                  <a:lnTo>
                    <a:pt x="3927404" y="228023"/>
                  </a:lnTo>
                  <a:lnTo>
                    <a:pt x="3980740" y="232328"/>
                  </a:lnTo>
                  <a:lnTo>
                    <a:pt x="4038191" y="236192"/>
                  </a:lnTo>
                  <a:lnTo>
                    <a:pt x="4100608" y="239662"/>
                  </a:lnTo>
                  <a:lnTo>
                    <a:pt x="4168805" y="242783"/>
                  </a:lnTo>
                  <a:lnTo>
                    <a:pt x="4243473" y="245597"/>
                  </a:lnTo>
                  <a:lnTo>
                    <a:pt x="4325084" y="248139"/>
                  </a:lnTo>
                  <a:lnTo>
                    <a:pt x="4413740" y="250434"/>
                  </a:lnTo>
                  <a:lnTo>
                    <a:pt x="4509002" y="252502"/>
                  </a:lnTo>
                  <a:lnTo>
                    <a:pt x="4609699" y="254353"/>
                  </a:lnTo>
                  <a:lnTo>
                    <a:pt x="4713756" y="255989"/>
                  </a:lnTo>
                  <a:lnTo>
                    <a:pt x="4818128" y="257407"/>
                  </a:lnTo>
                  <a:lnTo>
                    <a:pt x="4918909" y="258602"/>
                  </a:lnTo>
                  <a:lnTo>
                    <a:pt x="5011693" y="259572"/>
                  </a:lnTo>
                  <a:lnTo>
                    <a:pt x="5092197" y="260319"/>
                  </a:lnTo>
                  <a:lnTo>
                    <a:pt x="5157018" y="260857"/>
                  </a:lnTo>
                  <a:lnTo>
                    <a:pt x="5204361" y="261210"/>
                  </a:lnTo>
                  <a:lnTo>
                    <a:pt x="5234487" y="261413"/>
                  </a:lnTo>
                  <a:lnTo>
                    <a:pt x="5249800" y="261507"/>
                  </a:lnTo>
                  <a:lnTo>
                    <a:pt x="5254642" y="261534"/>
                  </a:lnTo>
                  <a:lnTo>
                    <a:pt x="5254955" y="261535"/>
                  </a:lnTo>
                  <a:lnTo>
                    <a:pt x="6726343" y="261535"/>
                  </a:lnTo>
                  <a:lnTo>
                    <a:pt x="6727510" y="261594"/>
                  </a:lnTo>
                  <a:lnTo>
                    <a:pt x="6735180" y="262008"/>
                  </a:lnTo>
                  <a:lnTo>
                    <a:pt x="6754501" y="263153"/>
                  </a:lnTo>
                  <a:lnTo>
                    <a:pt x="6789007" y="265408"/>
                  </a:lnTo>
                  <a:lnTo>
                    <a:pt x="6840366" y="269121"/>
                  </a:lnTo>
                  <a:lnTo>
                    <a:pt x="6908246" y="274575"/>
                  </a:lnTo>
                  <a:lnTo>
                    <a:pt x="6990496" y="281962"/>
                  </a:lnTo>
                  <a:lnTo>
                    <a:pt x="7083636" y="291376"/>
                  </a:lnTo>
                  <a:lnTo>
                    <a:pt x="7183534" y="302829"/>
                  </a:lnTo>
                  <a:lnTo>
                    <a:pt x="7286092" y="316288"/>
                  </a:lnTo>
                  <a:lnTo>
                    <a:pt x="7387760" y="331708"/>
                  </a:lnTo>
                  <a:lnTo>
                    <a:pt x="7485818" y="349070"/>
                  </a:lnTo>
                  <a:lnTo>
                    <a:pt x="7578444" y="368407"/>
                  </a:lnTo>
                  <a:lnTo>
                    <a:pt x="7664633" y="389817"/>
                  </a:lnTo>
                  <a:lnTo>
                    <a:pt x="7744035" y="413470"/>
                  </a:lnTo>
                  <a:lnTo>
                    <a:pt x="7816787" y="439610"/>
                  </a:lnTo>
                  <a:lnTo>
                    <a:pt x="7883351" y="468550"/>
                  </a:lnTo>
                  <a:lnTo>
                    <a:pt x="7944389" y="500659"/>
                  </a:lnTo>
                  <a:lnTo>
                    <a:pt x="8000668" y="536345"/>
                  </a:lnTo>
                  <a:lnTo>
                    <a:pt x="8052993" y="576020"/>
                  </a:lnTo>
                  <a:lnTo>
                    <a:pt x="8102150" y="620041"/>
                  </a:lnTo>
                  <a:lnTo>
                    <a:pt x="8148862" y="668616"/>
                  </a:lnTo>
                  <a:lnTo>
                    <a:pt x="8151487" y="671548"/>
                  </a:lnTo>
                  <a:lnTo>
                    <a:pt x="8191270" y="718654"/>
                  </a:lnTo>
                  <a:lnTo>
                    <a:pt x="8230008" y="769421"/>
                  </a:lnTo>
                  <a:lnTo>
                    <a:pt x="8268004" y="823921"/>
                  </a:lnTo>
                  <a:lnTo>
                    <a:pt x="8305496" y="882160"/>
                  </a:lnTo>
                  <a:lnTo>
                    <a:pt x="8342670" y="944068"/>
                  </a:lnTo>
                  <a:lnTo>
                    <a:pt x="8379672" y="1009492"/>
                  </a:lnTo>
                  <a:lnTo>
                    <a:pt x="8416603" y="1078195"/>
                  </a:lnTo>
                  <a:lnTo>
                    <a:pt x="8453536" y="1149852"/>
                  </a:lnTo>
                  <a:lnTo>
                    <a:pt x="8490510" y="1224052"/>
                  </a:lnTo>
                  <a:lnTo>
                    <a:pt x="8527542" y="1300312"/>
                  </a:lnTo>
                  <a:lnTo>
                    <a:pt x="8564630" y="1378082"/>
                  </a:lnTo>
                  <a:lnTo>
                    <a:pt x="8601756" y="1456762"/>
                  </a:lnTo>
                  <a:lnTo>
                    <a:pt x="8638894" y="1535723"/>
                  </a:lnTo>
                  <a:lnTo>
                    <a:pt x="8676017" y="1614328"/>
                  </a:lnTo>
                  <a:lnTo>
                    <a:pt x="8713099" y="1691949"/>
                  </a:lnTo>
                  <a:lnTo>
                    <a:pt x="8750124" y="1767993"/>
                  </a:lnTo>
                  <a:lnTo>
                    <a:pt x="8787092" y="1841917"/>
                  </a:lnTo>
                  <a:lnTo>
                    <a:pt x="8824021" y="1913243"/>
                  </a:lnTo>
                  <a:lnTo>
                    <a:pt x="8860957" y="1981573"/>
                  </a:lnTo>
                  <a:lnTo>
                    <a:pt x="8897972" y="2046592"/>
                  </a:lnTo>
                  <a:lnTo>
                    <a:pt x="8935177" y="2108072"/>
                  </a:lnTo>
                  <a:lnTo>
                    <a:pt x="8972717" y="2165871"/>
                  </a:lnTo>
                  <a:lnTo>
                    <a:pt x="9010787" y="2219927"/>
                  </a:lnTo>
                  <a:lnTo>
                    <a:pt x="9049632" y="2270255"/>
                  </a:lnTo>
                  <a:lnTo>
                    <a:pt x="9084767" y="2311596"/>
                  </a:lnTo>
                  <a:lnTo>
                    <a:pt x="9131358" y="2360435"/>
                  </a:lnTo>
                  <a:lnTo>
                    <a:pt x="9180356" y="2404714"/>
                  </a:lnTo>
                  <a:lnTo>
                    <a:pt x="9232478" y="2444629"/>
                  </a:lnTo>
                  <a:lnTo>
                    <a:pt x="9288508" y="2480533"/>
                  </a:lnTo>
                  <a:lnTo>
                    <a:pt x="9349251" y="2512837"/>
                  </a:lnTo>
                  <a:lnTo>
                    <a:pt x="9415478" y="2541949"/>
                  </a:lnTo>
                  <a:lnTo>
                    <a:pt x="9487859" y="2568241"/>
                  </a:lnTo>
                  <a:lnTo>
                    <a:pt x="9566872" y="2592030"/>
                  </a:lnTo>
                  <a:lnTo>
                    <a:pt x="9652674" y="2613563"/>
                  </a:lnTo>
                  <a:lnTo>
                    <a:pt x="9744950" y="2633016"/>
                  </a:lnTo>
                  <a:lnTo>
                    <a:pt x="9842737" y="2650490"/>
                  </a:lnTo>
                  <a:lnTo>
                    <a:pt x="9944262" y="2666022"/>
                  </a:lnTo>
                  <a:lnTo>
                    <a:pt x="10046859" y="2679594"/>
                  </a:lnTo>
                  <a:lnTo>
                    <a:pt x="10147018" y="2691164"/>
                  </a:lnTo>
                  <a:lnTo>
                    <a:pt x="10240660" y="2700695"/>
                  </a:lnTo>
                  <a:lnTo>
                    <a:pt x="10323640" y="2708197"/>
                  </a:lnTo>
                  <a:lnTo>
                    <a:pt x="10392420" y="2713758"/>
                  </a:lnTo>
                  <a:lnTo>
                    <a:pt x="10444756" y="2717564"/>
                  </a:lnTo>
                  <a:lnTo>
                    <a:pt x="10480205" y="2719894"/>
                  </a:lnTo>
                  <a:lnTo>
                    <a:pt x="10500320" y="2721093"/>
                  </a:lnTo>
                  <a:lnTo>
                    <a:pt x="10508534" y="2721539"/>
                  </a:lnTo>
                  <a:lnTo>
                    <a:pt x="10509910" y="2721608"/>
                  </a:lnTo>
                  <a:lnTo>
                    <a:pt x="10509911" y="2721608"/>
                  </a:lnTo>
                  <a:lnTo>
                    <a:pt x="11981298" y="272160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82" name="pl982"/>
            <p:cNvSpPr/>
            <p:nvPr/>
          </p:nvSpPr>
          <p:spPr>
            <a:xfrm>
              <a:off x="4799595" y="7652340"/>
              <a:ext cx="11981298" cy="2721608"/>
            </a:xfrm>
            <a:custGeom>
              <a:avLst/>
              <a:pathLst>
                <a:path w="11981298" h="2721608">
                  <a:moveTo>
                    <a:pt x="11981298" y="2721608"/>
                  </a:moveTo>
                  <a:lnTo>
                    <a:pt x="10509911" y="2721608"/>
                  </a:lnTo>
                  <a:lnTo>
                    <a:pt x="10508743" y="2721550"/>
                  </a:lnTo>
                  <a:lnTo>
                    <a:pt x="10501073" y="2721135"/>
                  </a:lnTo>
                  <a:lnTo>
                    <a:pt x="10481752" y="2719990"/>
                  </a:lnTo>
                  <a:lnTo>
                    <a:pt x="10447246" y="2717735"/>
                  </a:lnTo>
                  <a:lnTo>
                    <a:pt x="10395888" y="2714022"/>
                  </a:lnTo>
                  <a:lnTo>
                    <a:pt x="10328008" y="2708568"/>
                  </a:lnTo>
                  <a:lnTo>
                    <a:pt x="10245757" y="2701181"/>
                  </a:lnTo>
                  <a:lnTo>
                    <a:pt x="10152618" y="2691767"/>
                  </a:lnTo>
                  <a:lnTo>
                    <a:pt x="10052719" y="2680314"/>
                  </a:lnTo>
                  <a:lnTo>
                    <a:pt x="9950161" y="2666856"/>
                  </a:lnTo>
                  <a:lnTo>
                    <a:pt x="9848493" y="2651436"/>
                  </a:lnTo>
                  <a:lnTo>
                    <a:pt x="9750435" y="2634073"/>
                  </a:lnTo>
                  <a:lnTo>
                    <a:pt x="9657809" y="2614736"/>
                  </a:lnTo>
                  <a:lnTo>
                    <a:pt x="9571621" y="2593327"/>
                  </a:lnTo>
                  <a:lnTo>
                    <a:pt x="9492218" y="2569674"/>
                  </a:lnTo>
                  <a:lnTo>
                    <a:pt x="9419466" y="2543533"/>
                  </a:lnTo>
                  <a:lnTo>
                    <a:pt x="9352902" y="2514593"/>
                  </a:lnTo>
                  <a:lnTo>
                    <a:pt x="9291864" y="2482484"/>
                  </a:lnTo>
                  <a:lnTo>
                    <a:pt x="9235585" y="2446798"/>
                  </a:lnTo>
                  <a:lnTo>
                    <a:pt x="9183260" y="2407123"/>
                  </a:lnTo>
                  <a:lnTo>
                    <a:pt x="9134103" y="2363103"/>
                  </a:lnTo>
                  <a:lnTo>
                    <a:pt x="9087391" y="2314527"/>
                  </a:lnTo>
                  <a:lnTo>
                    <a:pt x="9084767" y="2311596"/>
                  </a:lnTo>
                  <a:lnTo>
                    <a:pt x="9044984" y="2264489"/>
                  </a:lnTo>
                  <a:lnTo>
                    <a:pt x="9006245" y="2213723"/>
                  </a:lnTo>
                  <a:lnTo>
                    <a:pt x="8968249" y="2159223"/>
                  </a:lnTo>
                  <a:lnTo>
                    <a:pt x="8930758" y="2100984"/>
                  </a:lnTo>
                  <a:lnTo>
                    <a:pt x="8893583" y="2039076"/>
                  </a:lnTo>
                  <a:lnTo>
                    <a:pt x="8856582" y="1973651"/>
                  </a:lnTo>
                  <a:lnTo>
                    <a:pt x="8819650" y="1904948"/>
                  </a:lnTo>
                  <a:lnTo>
                    <a:pt x="8782718" y="1833292"/>
                  </a:lnTo>
                  <a:lnTo>
                    <a:pt x="8745744" y="1759091"/>
                  </a:lnTo>
                  <a:lnTo>
                    <a:pt x="8708711" y="1682831"/>
                  </a:lnTo>
                  <a:lnTo>
                    <a:pt x="8671624" y="1605062"/>
                  </a:lnTo>
                  <a:lnTo>
                    <a:pt x="8634498" y="1526382"/>
                  </a:lnTo>
                  <a:lnTo>
                    <a:pt x="8597359" y="1447420"/>
                  </a:lnTo>
                  <a:lnTo>
                    <a:pt x="8560237" y="1368815"/>
                  </a:lnTo>
                  <a:lnTo>
                    <a:pt x="8523155" y="1291194"/>
                  </a:lnTo>
                  <a:lnTo>
                    <a:pt x="8486129" y="1215150"/>
                  </a:lnTo>
                  <a:lnTo>
                    <a:pt x="8449162" y="1141227"/>
                  </a:lnTo>
                  <a:lnTo>
                    <a:pt x="8412232" y="1069900"/>
                  </a:lnTo>
                  <a:lnTo>
                    <a:pt x="8375296" y="1001570"/>
                  </a:lnTo>
                  <a:lnTo>
                    <a:pt x="8338281" y="936551"/>
                  </a:lnTo>
                  <a:lnTo>
                    <a:pt x="8301077" y="875071"/>
                  </a:lnTo>
                  <a:lnTo>
                    <a:pt x="8263536" y="817273"/>
                  </a:lnTo>
                  <a:lnTo>
                    <a:pt x="8225466" y="763216"/>
                  </a:lnTo>
                  <a:lnTo>
                    <a:pt x="8186621" y="712888"/>
                  </a:lnTo>
                  <a:lnTo>
                    <a:pt x="8151487" y="671548"/>
                  </a:lnTo>
                  <a:lnTo>
                    <a:pt x="8104895" y="622709"/>
                  </a:lnTo>
                  <a:lnTo>
                    <a:pt x="8055897" y="578430"/>
                  </a:lnTo>
                  <a:lnTo>
                    <a:pt x="8003776" y="538514"/>
                  </a:lnTo>
                  <a:lnTo>
                    <a:pt x="7947745" y="502610"/>
                  </a:lnTo>
                  <a:lnTo>
                    <a:pt x="7887002" y="470306"/>
                  </a:lnTo>
                  <a:lnTo>
                    <a:pt x="7820775" y="441195"/>
                  </a:lnTo>
                  <a:lnTo>
                    <a:pt x="7748394" y="414902"/>
                  </a:lnTo>
                  <a:lnTo>
                    <a:pt x="7669381" y="391114"/>
                  </a:lnTo>
                  <a:lnTo>
                    <a:pt x="7583579" y="369580"/>
                  </a:lnTo>
                  <a:lnTo>
                    <a:pt x="7491303" y="350127"/>
                  </a:lnTo>
                  <a:lnTo>
                    <a:pt x="7393517" y="332653"/>
                  </a:lnTo>
                  <a:lnTo>
                    <a:pt x="7291991" y="317121"/>
                  </a:lnTo>
                  <a:lnTo>
                    <a:pt x="7189395" y="303549"/>
                  </a:lnTo>
                  <a:lnTo>
                    <a:pt x="7089236" y="291979"/>
                  </a:lnTo>
                  <a:lnTo>
                    <a:pt x="6995593" y="282448"/>
                  </a:lnTo>
                  <a:lnTo>
                    <a:pt x="6912613" y="274946"/>
                  </a:lnTo>
                  <a:lnTo>
                    <a:pt x="6843833" y="269385"/>
                  </a:lnTo>
                  <a:lnTo>
                    <a:pt x="6791497" y="265579"/>
                  </a:lnTo>
                  <a:lnTo>
                    <a:pt x="6756048" y="263249"/>
                  </a:lnTo>
                  <a:lnTo>
                    <a:pt x="6735934" y="262050"/>
                  </a:lnTo>
                  <a:lnTo>
                    <a:pt x="6727719" y="261604"/>
                  </a:lnTo>
                  <a:lnTo>
                    <a:pt x="6726343" y="261535"/>
                  </a:lnTo>
                  <a:lnTo>
                    <a:pt x="6726343" y="261535"/>
                  </a:lnTo>
                  <a:lnTo>
                    <a:pt x="5254955" y="261535"/>
                  </a:lnTo>
                  <a:lnTo>
                    <a:pt x="5253718" y="261529"/>
                  </a:lnTo>
                  <a:lnTo>
                    <a:pt x="5245601" y="261482"/>
                  </a:lnTo>
                  <a:lnTo>
                    <a:pt x="5225194" y="261353"/>
                  </a:lnTo>
                  <a:lnTo>
                    <a:pt x="5188838" y="261099"/>
                  </a:lnTo>
                  <a:lnTo>
                    <a:pt x="5134914" y="260680"/>
                  </a:lnTo>
                  <a:lnTo>
                    <a:pt x="5063956" y="260067"/>
                  </a:lnTo>
                  <a:lnTo>
                    <a:pt x="4978426" y="259238"/>
                  </a:lnTo>
                  <a:lnTo>
                    <a:pt x="4882147" y="258184"/>
                  </a:lnTo>
                  <a:lnTo>
                    <a:pt x="4779533" y="256905"/>
                  </a:lnTo>
                  <a:lnTo>
                    <a:pt x="4674863" y="255406"/>
                  </a:lnTo>
                  <a:lnTo>
                    <a:pt x="4571751" y="253690"/>
                  </a:lnTo>
                  <a:lnTo>
                    <a:pt x="4472883" y="251759"/>
                  </a:lnTo>
                  <a:lnTo>
                    <a:pt x="4379982" y="249608"/>
                  </a:lnTo>
                  <a:lnTo>
                    <a:pt x="4293927" y="247224"/>
                  </a:lnTo>
                  <a:lnTo>
                    <a:pt x="4214931" y="244585"/>
                  </a:lnTo>
                  <a:lnTo>
                    <a:pt x="4142737" y="241661"/>
                  </a:lnTo>
                  <a:lnTo>
                    <a:pt x="4076778" y="238416"/>
                  </a:lnTo>
                  <a:lnTo>
                    <a:pt x="4016304" y="234805"/>
                  </a:lnTo>
                  <a:lnTo>
                    <a:pt x="3960483" y="230782"/>
                  </a:lnTo>
                  <a:lnTo>
                    <a:pt x="3908461" y="226302"/>
                  </a:lnTo>
                  <a:lnTo>
                    <a:pt x="3859425" y="221329"/>
                  </a:lnTo>
                  <a:lnTo>
                    <a:pt x="3829811" y="217946"/>
                  </a:lnTo>
                  <a:lnTo>
                    <a:pt x="3774046" y="210774"/>
                  </a:lnTo>
                  <a:lnTo>
                    <a:pt x="3720105" y="202822"/>
                  </a:lnTo>
                  <a:lnTo>
                    <a:pt x="3667253" y="194080"/>
                  </a:lnTo>
                  <a:lnTo>
                    <a:pt x="3614965" y="184570"/>
                  </a:lnTo>
                  <a:lnTo>
                    <a:pt x="3562887" y="174348"/>
                  </a:lnTo>
                  <a:lnTo>
                    <a:pt x="3510807" y="163508"/>
                  </a:lnTo>
                  <a:lnTo>
                    <a:pt x="3458627" y="152177"/>
                  </a:lnTo>
                  <a:lnTo>
                    <a:pt x="3406337" y="140512"/>
                  </a:lnTo>
                  <a:lnTo>
                    <a:pt x="3353986" y="128691"/>
                  </a:lnTo>
                  <a:lnTo>
                    <a:pt x="3301648" y="116903"/>
                  </a:lnTo>
                  <a:lnTo>
                    <a:pt x="3249393" y="105336"/>
                  </a:lnTo>
                  <a:lnTo>
                    <a:pt x="3197254" y="94160"/>
                  </a:lnTo>
                  <a:lnTo>
                    <a:pt x="3145191" y="83524"/>
                  </a:lnTo>
                  <a:lnTo>
                    <a:pt x="3093070" y="73544"/>
                  </a:lnTo>
                  <a:lnTo>
                    <a:pt x="3040632" y="64299"/>
                  </a:lnTo>
                  <a:lnTo>
                    <a:pt x="2987468" y="55833"/>
                  </a:lnTo>
                  <a:lnTo>
                    <a:pt x="2932983" y="48157"/>
                  </a:lnTo>
                  <a:lnTo>
                    <a:pt x="2896531" y="43589"/>
                  </a:lnTo>
                  <a:lnTo>
                    <a:pt x="2848993" y="38299"/>
                  </a:lnTo>
                  <a:lnTo>
                    <a:pt x="2798938" y="33512"/>
                  </a:lnTo>
                  <a:lnTo>
                    <a:pt x="2745602" y="29207"/>
                  </a:lnTo>
                  <a:lnTo>
                    <a:pt x="2688151" y="25343"/>
                  </a:lnTo>
                  <a:lnTo>
                    <a:pt x="2625734" y="21873"/>
                  </a:lnTo>
                  <a:lnTo>
                    <a:pt x="2557537" y="18752"/>
                  </a:lnTo>
                  <a:lnTo>
                    <a:pt x="2482869" y="15938"/>
                  </a:lnTo>
                  <a:lnTo>
                    <a:pt x="2401258" y="13396"/>
                  </a:lnTo>
                  <a:lnTo>
                    <a:pt x="2312602" y="11101"/>
                  </a:lnTo>
                  <a:lnTo>
                    <a:pt x="2217340" y="9033"/>
                  </a:lnTo>
                  <a:lnTo>
                    <a:pt x="2116643" y="7182"/>
                  </a:lnTo>
                  <a:lnTo>
                    <a:pt x="2012586" y="5546"/>
                  </a:lnTo>
                  <a:lnTo>
                    <a:pt x="1908214" y="4128"/>
                  </a:lnTo>
                  <a:lnTo>
                    <a:pt x="1807434" y="2933"/>
                  </a:lnTo>
                  <a:lnTo>
                    <a:pt x="1714649" y="1963"/>
                  </a:lnTo>
                  <a:lnTo>
                    <a:pt x="1634145" y="1216"/>
                  </a:lnTo>
                  <a:lnTo>
                    <a:pt x="1569324" y="678"/>
                  </a:lnTo>
                  <a:lnTo>
                    <a:pt x="1521981" y="325"/>
                  </a:lnTo>
                  <a:lnTo>
                    <a:pt x="1491856" y="122"/>
                  </a:lnTo>
                  <a:lnTo>
                    <a:pt x="1476542" y="28"/>
                  </a:lnTo>
                  <a:lnTo>
                    <a:pt x="1471700" y="1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83" name="pg983"/>
            <p:cNvSpPr/>
            <p:nvPr/>
          </p:nvSpPr>
          <p:spPr>
            <a:xfrm>
              <a:off x="4799595" y="4628331"/>
              <a:ext cx="11981298" cy="5582157"/>
            </a:xfrm>
            <a:custGeom>
              <a:avLst/>
              <a:pathLst>
                <a:path w="11981298" h="5582157">
                  <a:moveTo>
                    <a:pt x="0" y="3416313"/>
                  </a:moveTo>
                  <a:lnTo>
                    <a:pt x="1471387" y="3416313"/>
                  </a:lnTo>
                  <a:lnTo>
                    <a:pt x="1472569" y="3416365"/>
                  </a:lnTo>
                  <a:lnTo>
                    <a:pt x="1480336" y="3416734"/>
                  </a:lnTo>
                  <a:lnTo>
                    <a:pt x="1499892" y="3417756"/>
                  </a:lnTo>
                  <a:lnTo>
                    <a:pt x="1534799" y="3419767"/>
                  </a:lnTo>
                  <a:lnTo>
                    <a:pt x="1586714" y="3423078"/>
                  </a:lnTo>
                  <a:lnTo>
                    <a:pt x="1655265" y="3427941"/>
                  </a:lnTo>
                  <a:lnTo>
                    <a:pt x="1738233" y="3434522"/>
                  </a:lnTo>
                  <a:lnTo>
                    <a:pt x="1832064" y="3442905"/>
                  </a:lnTo>
                  <a:lnTo>
                    <a:pt x="1932564" y="3453098"/>
                  </a:lnTo>
                  <a:lnTo>
                    <a:pt x="2035595" y="3465071"/>
                  </a:lnTo>
                  <a:lnTo>
                    <a:pt x="2137591" y="3478784"/>
                  </a:lnTo>
                  <a:lnTo>
                    <a:pt x="2235838" y="3494222"/>
                  </a:lnTo>
                  <a:lnTo>
                    <a:pt x="2328534" y="3511417"/>
                  </a:lnTo>
                  <a:lnTo>
                    <a:pt x="2414701" y="3530460"/>
                  </a:lnTo>
                  <a:lnTo>
                    <a:pt x="2494020" y="3551506"/>
                  </a:lnTo>
                  <a:lnTo>
                    <a:pt x="2566652" y="3574778"/>
                  </a:lnTo>
                  <a:lnTo>
                    <a:pt x="2633084" y="3600557"/>
                  </a:lnTo>
                  <a:lnTo>
                    <a:pt x="2693996" y="3629176"/>
                  </a:lnTo>
                  <a:lnTo>
                    <a:pt x="2750171" y="3661001"/>
                  </a:lnTo>
                  <a:lnTo>
                    <a:pt x="2802424" y="3696397"/>
                  </a:lnTo>
                  <a:lnTo>
                    <a:pt x="2851548" y="3735675"/>
                  </a:lnTo>
                  <a:lnTo>
                    <a:pt x="2896531" y="3777287"/>
                  </a:lnTo>
                  <a:lnTo>
                    <a:pt x="2938181" y="3820815"/>
                  </a:lnTo>
                  <a:lnTo>
                    <a:pt x="2978702" y="3867884"/>
                  </a:lnTo>
                  <a:lnTo>
                    <a:pt x="3018434" y="3918564"/>
                  </a:lnTo>
                  <a:lnTo>
                    <a:pt x="3057645" y="3972852"/>
                  </a:lnTo>
                  <a:lnTo>
                    <a:pt x="3096541" y="4030661"/>
                  </a:lnTo>
                  <a:lnTo>
                    <a:pt x="3135278" y="4091822"/>
                  </a:lnTo>
                  <a:lnTo>
                    <a:pt x="3173963" y="4156068"/>
                  </a:lnTo>
                  <a:lnTo>
                    <a:pt x="3212668" y="4223044"/>
                  </a:lnTo>
                  <a:lnTo>
                    <a:pt x="3251427" y="4292308"/>
                  </a:lnTo>
                  <a:lnTo>
                    <a:pt x="3290252" y="4363340"/>
                  </a:lnTo>
                  <a:lnTo>
                    <a:pt x="3329130" y="4435560"/>
                  </a:lnTo>
                  <a:lnTo>
                    <a:pt x="3368035" y="4508343"/>
                  </a:lnTo>
                  <a:lnTo>
                    <a:pt x="3406937" y="4581045"/>
                  </a:lnTo>
                  <a:lnTo>
                    <a:pt x="3445803" y="4653025"/>
                  </a:lnTo>
                  <a:lnTo>
                    <a:pt x="3484612" y="4723668"/>
                  </a:lnTo>
                  <a:lnTo>
                    <a:pt x="3523356" y="4792405"/>
                  </a:lnTo>
                  <a:lnTo>
                    <a:pt x="3562051" y="4858737"/>
                  </a:lnTo>
                  <a:lnTo>
                    <a:pt x="3600741" y="4922242"/>
                  </a:lnTo>
                  <a:lnTo>
                    <a:pt x="3639506" y="4982585"/>
                  </a:lnTo>
                  <a:lnTo>
                    <a:pt x="3678465" y="5039527"/>
                  </a:lnTo>
                  <a:lnTo>
                    <a:pt x="3717785" y="5092917"/>
                  </a:lnTo>
                  <a:lnTo>
                    <a:pt x="3757686" y="5142691"/>
                  </a:lnTo>
                  <a:lnTo>
                    <a:pt x="3798454" y="5188866"/>
                  </a:lnTo>
                  <a:lnTo>
                    <a:pt x="3829811" y="5221183"/>
                  </a:lnTo>
                  <a:lnTo>
                    <a:pt x="3876609" y="5264359"/>
                  </a:lnTo>
                  <a:lnTo>
                    <a:pt x="3925839" y="5303486"/>
                  </a:lnTo>
                  <a:lnTo>
                    <a:pt x="3978226" y="5338740"/>
                  </a:lnTo>
                  <a:lnTo>
                    <a:pt x="4034566" y="5370436"/>
                  </a:lnTo>
                  <a:lnTo>
                    <a:pt x="4095673" y="5398941"/>
                  </a:lnTo>
                  <a:lnTo>
                    <a:pt x="4162328" y="5424619"/>
                  </a:lnTo>
                  <a:lnTo>
                    <a:pt x="4235207" y="5447801"/>
                  </a:lnTo>
                  <a:lnTo>
                    <a:pt x="4314785" y="5468768"/>
                  </a:lnTo>
                  <a:lnTo>
                    <a:pt x="4401209" y="5487738"/>
                  </a:lnTo>
                  <a:lnTo>
                    <a:pt x="4494138" y="5504865"/>
                  </a:lnTo>
                  <a:lnTo>
                    <a:pt x="4592566" y="5520238"/>
                  </a:lnTo>
                  <a:lnTo>
                    <a:pt x="4694656" y="5533886"/>
                  </a:lnTo>
                  <a:lnTo>
                    <a:pt x="4797662" y="5545791"/>
                  </a:lnTo>
                  <a:lnTo>
                    <a:pt x="4897987" y="5555917"/>
                  </a:lnTo>
                  <a:lnTo>
                    <a:pt x="4991480" y="5564230"/>
                  </a:lnTo>
                  <a:lnTo>
                    <a:pt x="5073960" y="5570745"/>
                  </a:lnTo>
                  <a:lnTo>
                    <a:pt x="5141910" y="5575544"/>
                  </a:lnTo>
                  <a:lnTo>
                    <a:pt x="5193174" y="5578801"/>
                  </a:lnTo>
                  <a:lnTo>
                    <a:pt x="5227455" y="5580769"/>
                  </a:lnTo>
                  <a:lnTo>
                    <a:pt x="5246488" y="5581760"/>
                  </a:lnTo>
                  <a:lnTo>
                    <a:pt x="5253900" y="5582111"/>
                  </a:lnTo>
                  <a:lnTo>
                    <a:pt x="5254955" y="5582157"/>
                  </a:lnTo>
                  <a:lnTo>
                    <a:pt x="6726343" y="5582157"/>
                  </a:lnTo>
                  <a:lnTo>
                    <a:pt x="6727187" y="5582063"/>
                  </a:lnTo>
                  <a:lnTo>
                    <a:pt x="6732772" y="5581391"/>
                  </a:lnTo>
                  <a:lnTo>
                    <a:pt x="6746970" y="5579536"/>
                  </a:lnTo>
                  <a:lnTo>
                    <a:pt x="6772646" y="5575877"/>
                  </a:lnTo>
                  <a:lnTo>
                    <a:pt x="6811512" y="5569822"/>
                  </a:lnTo>
                  <a:lnTo>
                    <a:pt x="6864001" y="5560851"/>
                  </a:lnTo>
                  <a:lnTo>
                    <a:pt x="6929282" y="5548563"/>
                  </a:lnTo>
                  <a:lnTo>
                    <a:pt x="7005438" y="5532699"/>
                  </a:lnTo>
                  <a:lnTo>
                    <a:pt x="7089808" y="5513140"/>
                  </a:lnTo>
                  <a:lnTo>
                    <a:pt x="7179387" y="5489877"/>
                  </a:lnTo>
                  <a:lnTo>
                    <a:pt x="7271221" y="5462969"/>
                  </a:lnTo>
                  <a:lnTo>
                    <a:pt x="7362705" y="5432489"/>
                  </a:lnTo>
                  <a:lnTo>
                    <a:pt x="7451754" y="5398482"/>
                  </a:lnTo>
                  <a:lnTo>
                    <a:pt x="7536868" y="5360924"/>
                  </a:lnTo>
                  <a:lnTo>
                    <a:pt x="7617100" y="5319701"/>
                  </a:lnTo>
                  <a:lnTo>
                    <a:pt x="7691977" y="5274597"/>
                  </a:lnTo>
                  <a:lnTo>
                    <a:pt x="7761401" y="5225287"/>
                  </a:lnTo>
                  <a:lnTo>
                    <a:pt x="7825550" y="5171342"/>
                  </a:lnTo>
                  <a:lnTo>
                    <a:pt x="7884790" y="5112235"/>
                  </a:lnTo>
                  <a:lnTo>
                    <a:pt x="7939606" y="5047357"/>
                  </a:lnTo>
                  <a:lnTo>
                    <a:pt x="7990550" y="4976045"/>
                  </a:lnTo>
                  <a:lnTo>
                    <a:pt x="8038200" y="4897624"/>
                  </a:lnTo>
                  <a:lnTo>
                    <a:pt x="8083128" y="4811477"/>
                  </a:lnTo>
                  <a:lnTo>
                    <a:pt x="8125876" y="4717153"/>
                  </a:lnTo>
                  <a:lnTo>
                    <a:pt x="8151487" y="4654522"/>
                  </a:lnTo>
                  <a:lnTo>
                    <a:pt x="8179550" y="4580531"/>
                  </a:lnTo>
                  <a:lnTo>
                    <a:pt x="8207049" y="4502490"/>
                  </a:lnTo>
                  <a:lnTo>
                    <a:pt x="8234098" y="4420321"/>
                  </a:lnTo>
                  <a:lnTo>
                    <a:pt x="8260796" y="4333978"/>
                  </a:lnTo>
                  <a:lnTo>
                    <a:pt x="8287226" y="4243455"/>
                  </a:lnTo>
                  <a:lnTo>
                    <a:pt x="8313459" y="4148784"/>
                  </a:lnTo>
                  <a:lnTo>
                    <a:pt x="8339553" y="4050045"/>
                  </a:lnTo>
                  <a:lnTo>
                    <a:pt x="8365558" y="3947359"/>
                  </a:lnTo>
                  <a:lnTo>
                    <a:pt x="8391511" y="3840899"/>
                  </a:lnTo>
                  <a:lnTo>
                    <a:pt x="8417443" y="3730881"/>
                  </a:lnTo>
                  <a:lnTo>
                    <a:pt x="8443377" y="3617574"/>
                  </a:lnTo>
                  <a:lnTo>
                    <a:pt x="8469328" y="3501290"/>
                  </a:lnTo>
                  <a:lnTo>
                    <a:pt x="8495305" y="3382384"/>
                  </a:lnTo>
                  <a:lnTo>
                    <a:pt x="8521311" y="3261254"/>
                  </a:lnTo>
                  <a:lnTo>
                    <a:pt x="8547345" y="3138329"/>
                  </a:lnTo>
                  <a:lnTo>
                    <a:pt x="8573404" y="3014070"/>
                  </a:lnTo>
                  <a:lnTo>
                    <a:pt x="8599478" y="2888957"/>
                  </a:lnTo>
                  <a:lnTo>
                    <a:pt x="8625560" y="2763486"/>
                  </a:lnTo>
                  <a:lnTo>
                    <a:pt x="8651639" y="2638157"/>
                  </a:lnTo>
                  <a:lnTo>
                    <a:pt x="8677705" y="2513471"/>
                  </a:lnTo>
                  <a:lnTo>
                    <a:pt x="8703750" y="2389915"/>
                  </a:lnTo>
                  <a:lnTo>
                    <a:pt x="8729769" y="2267958"/>
                  </a:lnTo>
                  <a:lnTo>
                    <a:pt x="8755758" y="2148045"/>
                  </a:lnTo>
                  <a:lnTo>
                    <a:pt x="8781720" y="2030587"/>
                  </a:lnTo>
                  <a:lnTo>
                    <a:pt x="8807659" y="1915959"/>
                  </a:lnTo>
                  <a:lnTo>
                    <a:pt x="8833590" y="1804492"/>
                  </a:lnTo>
                  <a:lnTo>
                    <a:pt x="8859531" y="1696472"/>
                  </a:lnTo>
                  <a:lnTo>
                    <a:pt x="8885509" y="1592139"/>
                  </a:lnTo>
                  <a:lnTo>
                    <a:pt x="8911559" y="1491685"/>
                  </a:lnTo>
                  <a:lnTo>
                    <a:pt x="8937726" y="1395253"/>
                  </a:lnTo>
                  <a:lnTo>
                    <a:pt x="8964063" y="1302940"/>
                  </a:lnTo>
                  <a:lnTo>
                    <a:pt x="8990637" y="1214798"/>
                  </a:lnTo>
                  <a:lnTo>
                    <a:pt x="9017524" y="1130837"/>
                  </a:lnTo>
                  <a:lnTo>
                    <a:pt x="9044817" y="1051029"/>
                  </a:lnTo>
                  <a:lnTo>
                    <a:pt x="9072622" y="975308"/>
                  </a:lnTo>
                  <a:lnTo>
                    <a:pt x="9084767" y="943981"/>
                  </a:lnTo>
                  <a:lnTo>
                    <a:pt x="9126408" y="844501"/>
                  </a:lnTo>
                  <a:lnTo>
                    <a:pt x="9169925" y="753322"/>
                  </a:lnTo>
                  <a:lnTo>
                    <a:pt x="9215822" y="670178"/>
                  </a:lnTo>
                  <a:lnTo>
                    <a:pt x="9264657" y="594539"/>
                  </a:lnTo>
                  <a:lnTo>
                    <a:pt x="9317005" y="525754"/>
                  </a:lnTo>
                  <a:lnTo>
                    <a:pt x="9373441" y="463146"/>
                  </a:lnTo>
                  <a:lnTo>
                    <a:pt x="9434496" y="406069"/>
                  </a:lnTo>
                  <a:lnTo>
                    <a:pt x="9500616" y="353944"/>
                  </a:lnTo>
                  <a:lnTo>
                    <a:pt x="9572106" y="306278"/>
                  </a:lnTo>
                  <a:lnTo>
                    <a:pt x="9649049" y="262683"/>
                  </a:lnTo>
                  <a:lnTo>
                    <a:pt x="9731216" y="222873"/>
                  </a:lnTo>
                  <a:lnTo>
                    <a:pt x="9817967" y="186674"/>
                  </a:lnTo>
                  <a:lnTo>
                    <a:pt x="9908150" y="154006"/>
                  </a:lnTo>
                  <a:lnTo>
                    <a:pt x="10000044" y="124877"/>
                  </a:lnTo>
                  <a:lnTo>
                    <a:pt x="10091352" y="99346"/>
                  </a:lnTo>
                  <a:lnTo>
                    <a:pt x="10179308" y="77487"/>
                  </a:lnTo>
                  <a:lnTo>
                    <a:pt x="10260899" y="59340"/>
                  </a:lnTo>
                  <a:lnTo>
                    <a:pt x="10333202" y="44857"/>
                  </a:lnTo>
                  <a:lnTo>
                    <a:pt x="10393791" y="33869"/>
                  </a:lnTo>
                  <a:lnTo>
                    <a:pt x="10441132" y="26061"/>
                  </a:lnTo>
                  <a:lnTo>
                    <a:pt x="10474860" y="20983"/>
                  </a:lnTo>
                  <a:lnTo>
                    <a:pt x="10495903" y="18083"/>
                  </a:lnTo>
                  <a:lnTo>
                    <a:pt x="10506431" y="16750"/>
                  </a:lnTo>
                  <a:lnTo>
                    <a:pt x="10509706" y="16368"/>
                  </a:lnTo>
                  <a:lnTo>
                    <a:pt x="10509911" y="16345"/>
                  </a:lnTo>
                  <a:lnTo>
                    <a:pt x="11981298" y="16345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9066" y="94"/>
                  </a:lnTo>
                  <a:lnTo>
                    <a:pt x="10503481" y="766"/>
                  </a:lnTo>
                  <a:lnTo>
                    <a:pt x="10489284" y="2621"/>
                  </a:lnTo>
                  <a:lnTo>
                    <a:pt x="10463608" y="6280"/>
                  </a:lnTo>
                  <a:lnTo>
                    <a:pt x="10424742" y="12335"/>
                  </a:lnTo>
                  <a:lnTo>
                    <a:pt x="10372252" y="21306"/>
                  </a:lnTo>
                  <a:lnTo>
                    <a:pt x="10306971" y="33594"/>
                  </a:lnTo>
                  <a:lnTo>
                    <a:pt x="10230815" y="49458"/>
                  </a:lnTo>
                  <a:lnTo>
                    <a:pt x="10146445" y="69017"/>
                  </a:lnTo>
                  <a:lnTo>
                    <a:pt x="10056866" y="92280"/>
                  </a:lnTo>
                  <a:lnTo>
                    <a:pt x="9965032" y="119188"/>
                  </a:lnTo>
                  <a:lnTo>
                    <a:pt x="9873548" y="149668"/>
                  </a:lnTo>
                  <a:lnTo>
                    <a:pt x="9784499" y="183675"/>
                  </a:lnTo>
                  <a:lnTo>
                    <a:pt x="9699385" y="221233"/>
                  </a:lnTo>
                  <a:lnTo>
                    <a:pt x="9619154" y="262456"/>
                  </a:lnTo>
                  <a:lnTo>
                    <a:pt x="9544277" y="307560"/>
                  </a:lnTo>
                  <a:lnTo>
                    <a:pt x="9474852" y="356870"/>
                  </a:lnTo>
                  <a:lnTo>
                    <a:pt x="9410703" y="410815"/>
                  </a:lnTo>
                  <a:lnTo>
                    <a:pt x="9351464" y="469922"/>
                  </a:lnTo>
                  <a:lnTo>
                    <a:pt x="9296648" y="534800"/>
                  </a:lnTo>
                  <a:lnTo>
                    <a:pt x="9245704" y="606112"/>
                  </a:lnTo>
                  <a:lnTo>
                    <a:pt x="9198054" y="684533"/>
                  </a:lnTo>
                  <a:lnTo>
                    <a:pt x="9153125" y="770680"/>
                  </a:lnTo>
                  <a:lnTo>
                    <a:pt x="9110377" y="865004"/>
                  </a:lnTo>
                  <a:lnTo>
                    <a:pt x="9084767" y="927635"/>
                  </a:lnTo>
                  <a:lnTo>
                    <a:pt x="9056703" y="1001626"/>
                  </a:lnTo>
                  <a:lnTo>
                    <a:pt x="9029205" y="1079667"/>
                  </a:lnTo>
                  <a:lnTo>
                    <a:pt x="9002155" y="1161836"/>
                  </a:lnTo>
                  <a:lnTo>
                    <a:pt x="8975457" y="1248179"/>
                  </a:lnTo>
                  <a:lnTo>
                    <a:pt x="8949027" y="1338702"/>
                  </a:lnTo>
                  <a:lnTo>
                    <a:pt x="8922794" y="1433372"/>
                  </a:lnTo>
                  <a:lnTo>
                    <a:pt x="8896700" y="1532112"/>
                  </a:lnTo>
                  <a:lnTo>
                    <a:pt x="8870696" y="1634797"/>
                  </a:lnTo>
                  <a:lnTo>
                    <a:pt x="8844742" y="1741258"/>
                  </a:lnTo>
                  <a:lnTo>
                    <a:pt x="8818810" y="1851275"/>
                  </a:lnTo>
                  <a:lnTo>
                    <a:pt x="8792876" y="1964583"/>
                  </a:lnTo>
                  <a:lnTo>
                    <a:pt x="8766925" y="2080867"/>
                  </a:lnTo>
                  <a:lnTo>
                    <a:pt x="8740949" y="2199773"/>
                  </a:lnTo>
                  <a:lnTo>
                    <a:pt x="8714942" y="2320903"/>
                  </a:lnTo>
                  <a:lnTo>
                    <a:pt x="8688908" y="2443828"/>
                  </a:lnTo>
                  <a:lnTo>
                    <a:pt x="8662850" y="2568087"/>
                  </a:lnTo>
                  <a:lnTo>
                    <a:pt x="8636775" y="2693200"/>
                  </a:lnTo>
                  <a:lnTo>
                    <a:pt x="8610693" y="2818671"/>
                  </a:lnTo>
                  <a:lnTo>
                    <a:pt x="8584615" y="2943999"/>
                  </a:lnTo>
                  <a:lnTo>
                    <a:pt x="8558548" y="3068686"/>
                  </a:lnTo>
                  <a:lnTo>
                    <a:pt x="8532503" y="3192242"/>
                  </a:lnTo>
                  <a:lnTo>
                    <a:pt x="8506484" y="3314199"/>
                  </a:lnTo>
                  <a:lnTo>
                    <a:pt x="8480495" y="3434112"/>
                  </a:lnTo>
                  <a:lnTo>
                    <a:pt x="8454534" y="3551569"/>
                  </a:lnTo>
                  <a:lnTo>
                    <a:pt x="8428594" y="3666198"/>
                  </a:lnTo>
                  <a:lnTo>
                    <a:pt x="8402663" y="3777665"/>
                  </a:lnTo>
                  <a:lnTo>
                    <a:pt x="8376722" y="3885685"/>
                  </a:lnTo>
                  <a:lnTo>
                    <a:pt x="8350744" y="3990017"/>
                  </a:lnTo>
                  <a:lnTo>
                    <a:pt x="8324694" y="4090472"/>
                  </a:lnTo>
                  <a:lnTo>
                    <a:pt x="8298527" y="4186904"/>
                  </a:lnTo>
                  <a:lnTo>
                    <a:pt x="8272190" y="4279217"/>
                  </a:lnTo>
                  <a:lnTo>
                    <a:pt x="8245617" y="4367359"/>
                  </a:lnTo>
                  <a:lnTo>
                    <a:pt x="8218729" y="4451320"/>
                  </a:lnTo>
                  <a:lnTo>
                    <a:pt x="8191437" y="4531128"/>
                  </a:lnTo>
                  <a:lnTo>
                    <a:pt x="8163631" y="4606849"/>
                  </a:lnTo>
                  <a:lnTo>
                    <a:pt x="8151487" y="4638176"/>
                  </a:lnTo>
                  <a:lnTo>
                    <a:pt x="8109845" y="4737656"/>
                  </a:lnTo>
                  <a:lnTo>
                    <a:pt x="8066328" y="4828835"/>
                  </a:lnTo>
                  <a:lnTo>
                    <a:pt x="8020431" y="4911979"/>
                  </a:lnTo>
                  <a:lnTo>
                    <a:pt x="7971597" y="4987618"/>
                  </a:lnTo>
                  <a:lnTo>
                    <a:pt x="7919248" y="5056403"/>
                  </a:lnTo>
                  <a:lnTo>
                    <a:pt x="7862812" y="5119011"/>
                  </a:lnTo>
                  <a:lnTo>
                    <a:pt x="7801758" y="5176088"/>
                  </a:lnTo>
                  <a:lnTo>
                    <a:pt x="7735637" y="5228213"/>
                  </a:lnTo>
                  <a:lnTo>
                    <a:pt x="7664147" y="5275878"/>
                  </a:lnTo>
                  <a:lnTo>
                    <a:pt x="7587204" y="5319474"/>
                  </a:lnTo>
                  <a:lnTo>
                    <a:pt x="7505037" y="5359284"/>
                  </a:lnTo>
                  <a:lnTo>
                    <a:pt x="7418286" y="5395483"/>
                  </a:lnTo>
                  <a:lnTo>
                    <a:pt x="7328103" y="5428151"/>
                  </a:lnTo>
                  <a:lnTo>
                    <a:pt x="7236210" y="5457280"/>
                  </a:lnTo>
                  <a:lnTo>
                    <a:pt x="7144902" y="5482810"/>
                  </a:lnTo>
                  <a:lnTo>
                    <a:pt x="7056945" y="5504669"/>
                  </a:lnTo>
                  <a:lnTo>
                    <a:pt x="6975354" y="5522817"/>
                  </a:lnTo>
                  <a:lnTo>
                    <a:pt x="6903052" y="5537300"/>
                  </a:lnTo>
                  <a:lnTo>
                    <a:pt x="6842462" y="5548288"/>
                  </a:lnTo>
                  <a:lnTo>
                    <a:pt x="6795122" y="5556096"/>
                  </a:lnTo>
                  <a:lnTo>
                    <a:pt x="6761393" y="5561174"/>
                  </a:lnTo>
                  <a:lnTo>
                    <a:pt x="6740350" y="5564074"/>
                  </a:lnTo>
                  <a:lnTo>
                    <a:pt x="6729823" y="5565407"/>
                  </a:lnTo>
                  <a:lnTo>
                    <a:pt x="6726547" y="5565789"/>
                  </a:lnTo>
                  <a:lnTo>
                    <a:pt x="6726343" y="5565811"/>
                  </a:lnTo>
                  <a:lnTo>
                    <a:pt x="5254955" y="5565811"/>
                  </a:lnTo>
                  <a:lnTo>
                    <a:pt x="5253773" y="5565760"/>
                  </a:lnTo>
                  <a:lnTo>
                    <a:pt x="5246006" y="5565390"/>
                  </a:lnTo>
                  <a:lnTo>
                    <a:pt x="5226450" y="5564368"/>
                  </a:lnTo>
                  <a:lnTo>
                    <a:pt x="5191544" y="5562357"/>
                  </a:lnTo>
                  <a:lnTo>
                    <a:pt x="5139628" y="5559046"/>
                  </a:lnTo>
                  <a:lnTo>
                    <a:pt x="5071077" y="5554184"/>
                  </a:lnTo>
                  <a:lnTo>
                    <a:pt x="4988109" y="5547602"/>
                  </a:lnTo>
                  <a:lnTo>
                    <a:pt x="4894279" y="5539219"/>
                  </a:lnTo>
                  <a:lnTo>
                    <a:pt x="4793778" y="5529026"/>
                  </a:lnTo>
                  <a:lnTo>
                    <a:pt x="4690747" y="5517053"/>
                  </a:lnTo>
                  <a:lnTo>
                    <a:pt x="4588751" y="5503340"/>
                  </a:lnTo>
                  <a:lnTo>
                    <a:pt x="4490504" y="5487902"/>
                  </a:lnTo>
                  <a:lnTo>
                    <a:pt x="4397808" y="5470707"/>
                  </a:lnTo>
                  <a:lnTo>
                    <a:pt x="4311641" y="5451664"/>
                  </a:lnTo>
                  <a:lnTo>
                    <a:pt x="4232322" y="5430618"/>
                  </a:lnTo>
                  <a:lnTo>
                    <a:pt x="4159690" y="5407347"/>
                  </a:lnTo>
                  <a:lnTo>
                    <a:pt x="4093258" y="5381567"/>
                  </a:lnTo>
                  <a:lnTo>
                    <a:pt x="4032346" y="5352948"/>
                  </a:lnTo>
                  <a:lnTo>
                    <a:pt x="3976171" y="5321123"/>
                  </a:lnTo>
                  <a:lnTo>
                    <a:pt x="3923918" y="5285728"/>
                  </a:lnTo>
                  <a:lnTo>
                    <a:pt x="3874794" y="5246449"/>
                  </a:lnTo>
                  <a:lnTo>
                    <a:pt x="3829811" y="5204837"/>
                  </a:lnTo>
                  <a:lnTo>
                    <a:pt x="3788161" y="5161309"/>
                  </a:lnTo>
                  <a:lnTo>
                    <a:pt x="3747641" y="5114240"/>
                  </a:lnTo>
                  <a:lnTo>
                    <a:pt x="3707908" y="5063560"/>
                  </a:lnTo>
                  <a:lnTo>
                    <a:pt x="3668697" y="5009273"/>
                  </a:lnTo>
                  <a:lnTo>
                    <a:pt x="3629801" y="4951463"/>
                  </a:lnTo>
                  <a:lnTo>
                    <a:pt x="3591064" y="4890302"/>
                  </a:lnTo>
                  <a:lnTo>
                    <a:pt x="3552379" y="4826056"/>
                  </a:lnTo>
                  <a:lnTo>
                    <a:pt x="3513674" y="4759080"/>
                  </a:lnTo>
                  <a:lnTo>
                    <a:pt x="3474915" y="4689816"/>
                  </a:lnTo>
                  <a:lnTo>
                    <a:pt x="3436090" y="4618784"/>
                  </a:lnTo>
                  <a:lnTo>
                    <a:pt x="3397212" y="4546564"/>
                  </a:lnTo>
                  <a:lnTo>
                    <a:pt x="3358307" y="4473781"/>
                  </a:lnTo>
                  <a:lnTo>
                    <a:pt x="3319405" y="4401079"/>
                  </a:lnTo>
                  <a:lnTo>
                    <a:pt x="3280539" y="4329099"/>
                  </a:lnTo>
                  <a:lnTo>
                    <a:pt x="3241730" y="4258457"/>
                  </a:lnTo>
                  <a:lnTo>
                    <a:pt x="3202986" y="4189719"/>
                  </a:lnTo>
                  <a:lnTo>
                    <a:pt x="3164291" y="4123387"/>
                  </a:lnTo>
                  <a:lnTo>
                    <a:pt x="3125601" y="4059883"/>
                  </a:lnTo>
                  <a:lnTo>
                    <a:pt x="3086836" y="3999539"/>
                  </a:lnTo>
                  <a:lnTo>
                    <a:pt x="3047877" y="3942597"/>
                  </a:lnTo>
                  <a:lnTo>
                    <a:pt x="3008558" y="3889207"/>
                  </a:lnTo>
                  <a:lnTo>
                    <a:pt x="2968656" y="3839433"/>
                  </a:lnTo>
                  <a:lnTo>
                    <a:pt x="2927888" y="3793258"/>
                  </a:lnTo>
                  <a:lnTo>
                    <a:pt x="2896531" y="3760941"/>
                  </a:lnTo>
                  <a:lnTo>
                    <a:pt x="2849733" y="3717765"/>
                  </a:lnTo>
                  <a:lnTo>
                    <a:pt x="2800503" y="3678639"/>
                  </a:lnTo>
                  <a:lnTo>
                    <a:pt x="2748117" y="3643385"/>
                  </a:lnTo>
                  <a:lnTo>
                    <a:pt x="2691777" y="3611688"/>
                  </a:lnTo>
                  <a:lnTo>
                    <a:pt x="2630669" y="3583183"/>
                  </a:lnTo>
                  <a:lnTo>
                    <a:pt x="2564014" y="3557505"/>
                  </a:lnTo>
                  <a:lnTo>
                    <a:pt x="2491135" y="3534323"/>
                  </a:lnTo>
                  <a:lnTo>
                    <a:pt x="2411557" y="3513356"/>
                  </a:lnTo>
                  <a:lnTo>
                    <a:pt x="2325133" y="3494386"/>
                  </a:lnTo>
                  <a:lnTo>
                    <a:pt x="2232204" y="3477259"/>
                  </a:lnTo>
                  <a:lnTo>
                    <a:pt x="2133776" y="3461886"/>
                  </a:lnTo>
                  <a:lnTo>
                    <a:pt x="2031686" y="3448239"/>
                  </a:lnTo>
                  <a:lnTo>
                    <a:pt x="1928681" y="3436333"/>
                  </a:lnTo>
                  <a:lnTo>
                    <a:pt x="1828355" y="3426208"/>
                  </a:lnTo>
                  <a:lnTo>
                    <a:pt x="1734862" y="3417894"/>
                  </a:lnTo>
                  <a:lnTo>
                    <a:pt x="1652382" y="3411380"/>
                  </a:lnTo>
                  <a:lnTo>
                    <a:pt x="1584432" y="3406580"/>
                  </a:lnTo>
                  <a:lnTo>
                    <a:pt x="1533168" y="3403323"/>
                  </a:lnTo>
                  <a:lnTo>
                    <a:pt x="1498887" y="3401355"/>
                  </a:lnTo>
                  <a:lnTo>
                    <a:pt x="1479855" y="3400365"/>
                  </a:lnTo>
                  <a:lnTo>
                    <a:pt x="1472442" y="3400013"/>
                  </a:lnTo>
                  <a:lnTo>
                    <a:pt x="1471387" y="3399967"/>
                  </a:lnTo>
                  <a:lnTo>
                    <a:pt x="0" y="3399967"/>
                  </a:lnTo>
                  <a:close/>
                </a:path>
              </a:pathLst>
            </a:custGeom>
            <a:solidFill>
              <a:srgbClr val="F28E5B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984" name="pl984"/>
            <p:cNvSpPr/>
            <p:nvPr/>
          </p:nvSpPr>
          <p:spPr>
            <a:xfrm>
              <a:off x="4799595" y="4644677"/>
              <a:ext cx="11981298" cy="5565811"/>
            </a:xfrm>
            <a:custGeom>
              <a:avLst/>
              <a:pathLst>
                <a:path w="11981298" h="5565811">
                  <a:moveTo>
                    <a:pt x="0" y="3399967"/>
                  </a:moveTo>
                  <a:lnTo>
                    <a:pt x="1471387" y="3399967"/>
                  </a:lnTo>
                  <a:lnTo>
                    <a:pt x="1472569" y="3400019"/>
                  </a:lnTo>
                  <a:lnTo>
                    <a:pt x="1480336" y="3400388"/>
                  </a:lnTo>
                  <a:lnTo>
                    <a:pt x="1499892" y="3401410"/>
                  </a:lnTo>
                  <a:lnTo>
                    <a:pt x="1534799" y="3403421"/>
                  </a:lnTo>
                  <a:lnTo>
                    <a:pt x="1586714" y="3406732"/>
                  </a:lnTo>
                  <a:lnTo>
                    <a:pt x="1655265" y="3411595"/>
                  </a:lnTo>
                  <a:lnTo>
                    <a:pt x="1738233" y="3418176"/>
                  </a:lnTo>
                  <a:lnTo>
                    <a:pt x="1832064" y="3426559"/>
                  </a:lnTo>
                  <a:lnTo>
                    <a:pt x="1932564" y="3436752"/>
                  </a:lnTo>
                  <a:lnTo>
                    <a:pt x="2035595" y="3448725"/>
                  </a:lnTo>
                  <a:lnTo>
                    <a:pt x="2137591" y="3462438"/>
                  </a:lnTo>
                  <a:lnTo>
                    <a:pt x="2235838" y="3477876"/>
                  </a:lnTo>
                  <a:lnTo>
                    <a:pt x="2328534" y="3495071"/>
                  </a:lnTo>
                  <a:lnTo>
                    <a:pt x="2414701" y="3514114"/>
                  </a:lnTo>
                  <a:lnTo>
                    <a:pt x="2494020" y="3535160"/>
                  </a:lnTo>
                  <a:lnTo>
                    <a:pt x="2566652" y="3558432"/>
                  </a:lnTo>
                  <a:lnTo>
                    <a:pt x="2633084" y="3584211"/>
                  </a:lnTo>
                  <a:lnTo>
                    <a:pt x="2693996" y="3612830"/>
                  </a:lnTo>
                  <a:lnTo>
                    <a:pt x="2750171" y="3644655"/>
                  </a:lnTo>
                  <a:lnTo>
                    <a:pt x="2802424" y="3680051"/>
                  </a:lnTo>
                  <a:lnTo>
                    <a:pt x="2851548" y="3719329"/>
                  </a:lnTo>
                  <a:lnTo>
                    <a:pt x="2896531" y="3760941"/>
                  </a:lnTo>
                  <a:lnTo>
                    <a:pt x="2938181" y="3804469"/>
                  </a:lnTo>
                  <a:lnTo>
                    <a:pt x="2978702" y="3851538"/>
                  </a:lnTo>
                  <a:lnTo>
                    <a:pt x="3018434" y="3902218"/>
                  </a:lnTo>
                  <a:lnTo>
                    <a:pt x="3057645" y="3956506"/>
                  </a:lnTo>
                  <a:lnTo>
                    <a:pt x="3096541" y="4014315"/>
                  </a:lnTo>
                  <a:lnTo>
                    <a:pt x="3135278" y="4075476"/>
                  </a:lnTo>
                  <a:lnTo>
                    <a:pt x="3173963" y="4139722"/>
                  </a:lnTo>
                  <a:lnTo>
                    <a:pt x="3212668" y="4206698"/>
                  </a:lnTo>
                  <a:lnTo>
                    <a:pt x="3251427" y="4275962"/>
                  </a:lnTo>
                  <a:lnTo>
                    <a:pt x="3290252" y="4346994"/>
                  </a:lnTo>
                  <a:lnTo>
                    <a:pt x="3329130" y="4419214"/>
                  </a:lnTo>
                  <a:lnTo>
                    <a:pt x="3368035" y="4491997"/>
                  </a:lnTo>
                  <a:lnTo>
                    <a:pt x="3406937" y="4564699"/>
                  </a:lnTo>
                  <a:lnTo>
                    <a:pt x="3445803" y="4636679"/>
                  </a:lnTo>
                  <a:lnTo>
                    <a:pt x="3484612" y="4707322"/>
                  </a:lnTo>
                  <a:lnTo>
                    <a:pt x="3523356" y="4776059"/>
                  </a:lnTo>
                  <a:lnTo>
                    <a:pt x="3562051" y="4842391"/>
                  </a:lnTo>
                  <a:lnTo>
                    <a:pt x="3600741" y="4905896"/>
                  </a:lnTo>
                  <a:lnTo>
                    <a:pt x="3639506" y="4966239"/>
                  </a:lnTo>
                  <a:lnTo>
                    <a:pt x="3678465" y="5023181"/>
                  </a:lnTo>
                  <a:lnTo>
                    <a:pt x="3717785" y="5076571"/>
                  </a:lnTo>
                  <a:lnTo>
                    <a:pt x="3757686" y="5126345"/>
                  </a:lnTo>
                  <a:lnTo>
                    <a:pt x="3798454" y="5172520"/>
                  </a:lnTo>
                  <a:lnTo>
                    <a:pt x="3829811" y="5204837"/>
                  </a:lnTo>
                  <a:lnTo>
                    <a:pt x="3876609" y="5248013"/>
                  </a:lnTo>
                  <a:lnTo>
                    <a:pt x="3925839" y="5287140"/>
                  </a:lnTo>
                  <a:lnTo>
                    <a:pt x="3978226" y="5322394"/>
                  </a:lnTo>
                  <a:lnTo>
                    <a:pt x="4034566" y="5354090"/>
                  </a:lnTo>
                  <a:lnTo>
                    <a:pt x="4095673" y="5382595"/>
                  </a:lnTo>
                  <a:lnTo>
                    <a:pt x="4162328" y="5408273"/>
                  </a:lnTo>
                  <a:lnTo>
                    <a:pt x="4235207" y="5431455"/>
                  </a:lnTo>
                  <a:lnTo>
                    <a:pt x="4314785" y="5452422"/>
                  </a:lnTo>
                  <a:lnTo>
                    <a:pt x="4401209" y="5471392"/>
                  </a:lnTo>
                  <a:lnTo>
                    <a:pt x="4494138" y="5488519"/>
                  </a:lnTo>
                  <a:lnTo>
                    <a:pt x="4592566" y="5503892"/>
                  </a:lnTo>
                  <a:lnTo>
                    <a:pt x="4694656" y="5517540"/>
                  </a:lnTo>
                  <a:lnTo>
                    <a:pt x="4797662" y="5529445"/>
                  </a:lnTo>
                  <a:lnTo>
                    <a:pt x="4897987" y="5539571"/>
                  </a:lnTo>
                  <a:lnTo>
                    <a:pt x="4991480" y="5547884"/>
                  </a:lnTo>
                  <a:lnTo>
                    <a:pt x="5073960" y="5554399"/>
                  </a:lnTo>
                  <a:lnTo>
                    <a:pt x="5141910" y="5559198"/>
                  </a:lnTo>
                  <a:lnTo>
                    <a:pt x="5193174" y="5562455"/>
                  </a:lnTo>
                  <a:lnTo>
                    <a:pt x="5227455" y="5564423"/>
                  </a:lnTo>
                  <a:lnTo>
                    <a:pt x="5246488" y="5565414"/>
                  </a:lnTo>
                  <a:lnTo>
                    <a:pt x="5253900" y="5565765"/>
                  </a:lnTo>
                  <a:lnTo>
                    <a:pt x="5254955" y="5565811"/>
                  </a:lnTo>
                  <a:lnTo>
                    <a:pt x="6726343" y="5565811"/>
                  </a:lnTo>
                  <a:lnTo>
                    <a:pt x="6727187" y="5565717"/>
                  </a:lnTo>
                  <a:lnTo>
                    <a:pt x="6732772" y="5565045"/>
                  </a:lnTo>
                  <a:lnTo>
                    <a:pt x="6746970" y="5563190"/>
                  </a:lnTo>
                  <a:lnTo>
                    <a:pt x="6772646" y="5559531"/>
                  </a:lnTo>
                  <a:lnTo>
                    <a:pt x="6811512" y="5553476"/>
                  </a:lnTo>
                  <a:lnTo>
                    <a:pt x="6864001" y="5544505"/>
                  </a:lnTo>
                  <a:lnTo>
                    <a:pt x="6929282" y="5532217"/>
                  </a:lnTo>
                  <a:lnTo>
                    <a:pt x="7005438" y="5516353"/>
                  </a:lnTo>
                  <a:lnTo>
                    <a:pt x="7089808" y="5496794"/>
                  </a:lnTo>
                  <a:lnTo>
                    <a:pt x="7179387" y="5473531"/>
                  </a:lnTo>
                  <a:lnTo>
                    <a:pt x="7271221" y="5446623"/>
                  </a:lnTo>
                  <a:lnTo>
                    <a:pt x="7362705" y="5416143"/>
                  </a:lnTo>
                  <a:lnTo>
                    <a:pt x="7451754" y="5382136"/>
                  </a:lnTo>
                  <a:lnTo>
                    <a:pt x="7536868" y="5344578"/>
                  </a:lnTo>
                  <a:lnTo>
                    <a:pt x="7617100" y="5303355"/>
                  </a:lnTo>
                  <a:lnTo>
                    <a:pt x="7691977" y="5258251"/>
                  </a:lnTo>
                  <a:lnTo>
                    <a:pt x="7761401" y="5208941"/>
                  </a:lnTo>
                  <a:lnTo>
                    <a:pt x="7825550" y="5154996"/>
                  </a:lnTo>
                  <a:lnTo>
                    <a:pt x="7884790" y="5095889"/>
                  </a:lnTo>
                  <a:lnTo>
                    <a:pt x="7939606" y="5031011"/>
                  </a:lnTo>
                  <a:lnTo>
                    <a:pt x="7990550" y="4959699"/>
                  </a:lnTo>
                  <a:lnTo>
                    <a:pt x="8038200" y="4881278"/>
                  </a:lnTo>
                  <a:lnTo>
                    <a:pt x="8083128" y="4795131"/>
                  </a:lnTo>
                  <a:lnTo>
                    <a:pt x="8125876" y="4700807"/>
                  </a:lnTo>
                  <a:lnTo>
                    <a:pt x="8151487" y="4638176"/>
                  </a:lnTo>
                  <a:lnTo>
                    <a:pt x="8179550" y="4564185"/>
                  </a:lnTo>
                  <a:lnTo>
                    <a:pt x="8207049" y="4486144"/>
                  </a:lnTo>
                  <a:lnTo>
                    <a:pt x="8234098" y="4403975"/>
                  </a:lnTo>
                  <a:lnTo>
                    <a:pt x="8260796" y="4317632"/>
                  </a:lnTo>
                  <a:lnTo>
                    <a:pt x="8287226" y="4227109"/>
                  </a:lnTo>
                  <a:lnTo>
                    <a:pt x="8313459" y="4132438"/>
                  </a:lnTo>
                  <a:lnTo>
                    <a:pt x="8339553" y="4033699"/>
                  </a:lnTo>
                  <a:lnTo>
                    <a:pt x="8365558" y="3931013"/>
                  </a:lnTo>
                  <a:lnTo>
                    <a:pt x="8391511" y="3824553"/>
                  </a:lnTo>
                  <a:lnTo>
                    <a:pt x="8417443" y="3714535"/>
                  </a:lnTo>
                  <a:lnTo>
                    <a:pt x="8443377" y="3601228"/>
                  </a:lnTo>
                  <a:lnTo>
                    <a:pt x="8469328" y="3484944"/>
                  </a:lnTo>
                  <a:lnTo>
                    <a:pt x="8495305" y="3366038"/>
                  </a:lnTo>
                  <a:lnTo>
                    <a:pt x="8521311" y="3244908"/>
                  </a:lnTo>
                  <a:lnTo>
                    <a:pt x="8547345" y="3121983"/>
                  </a:lnTo>
                  <a:lnTo>
                    <a:pt x="8573404" y="2997724"/>
                  </a:lnTo>
                  <a:lnTo>
                    <a:pt x="8599478" y="2872611"/>
                  </a:lnTo>
                  <a:lnTo>
                    <a:pt x="8625560" y="2747140"/>
                  </a:lnTo>
                  <a:lnTo>
                    <a:pt x="8651639" y="2621811"/>
                  </a:lnTo>
                  <a:lnTo>
                    <a:pt x="8677705" y="2497125"/>
                  </a:lnTo>
                  <a:lnTo>
                    <a:pt x="8703750" y="2373569"/>
                  </a:lnTo>
                  <a:lnTo>
                    <a:pt x="8729769" y="2251612"/>
                  </a:lnTo>
                  <a:lnTo>
                    <a:pt x="8755758" y="2131699"/>
                  </a:lnTo>
                  <a:lnTo>
                    <a:pt x="8781720" y="2014241"/>
                  </a:lnTo>
                  <a:lnTo>
                    <a:pt x="8807659" y="1899613"/>
                  </a:lnTo>
                  <a:lnTo>
                    <a:pt x="8833590" y="1788146"/>
                  </a:lnTo>
                  <a:lnTo>
                    <a:pt x="8859531" y="1680126"/>
                  </a:lnTo>
                  <a:lnTo>
                    <a:pt x="8885509" y="1575793"/>
                  </a:lnTo>
                  <a:lnTo>
                    <a:pt x="8911559" y="1475339"/>
                  </a:lnTo>
                  <a:lnTo>
                    <a:pt x="8937726" y="1378907"/>
                  </a:lnTo>
                  <a:lnTo>
                    <a:pt x="8964063" y="1286594"/>
                  </a:lnTo>
                  <a:lnTo>
                    <a:pt x="8990637" y="1198452"/>
                  </a:lnTo>
                  <a:lnTo>
                    <a:pt x="9017524" y="1114491"/>
                  </a:lnTo>
                  <a:lnTo>
                    <a:pt x="9044817" y="1034683"/>
                  </a:lnTo>
                  <a:lnTo>
                    <a:pt x="9072622" y="958962"/>
                  </a:lnTo>
                  <a:lnTo>
                    <a:pt x="9084767" y="927635"/>
                  </a:lnTo>
                  <a:lnTo>
                    <a:pt x="9126408" y="828155"/>
                  </a:lnTo>
                  <a:lnTo>
                    <a:pt x="9169925" y="736976"/>
                  </a:lnTo>
                  <a:lnTo>
                    <a:pt x="9215822" y="653832"/>
                  </a:lnTo>
                  <a:lnTo>
                    <a:pt x="9264657" y="578193"/>
                  </a:lnTo>
                  <a:lnTo>
                    <a:pt x="9317005" y="509408"/>
                  </a:lnTo>
                  <a:lnTo>
                    <a:pt x="9373441" y="446800"/>
                  </a:lnTo>
                  <a:lnTo>
                    <a:pt x="9434496" y="389723"/>
                  </a:lnTo>
                  <a:lnTo>
                    <a:pt x="9500616" y="337598"/>
                  </a:lnTo>
                  <a:lnTo>
                    <a:pt x="9572106" y="289932"/>
                  </a:lnTo>
                  <a:lnTo>
                    <a:pt x="9649049" y="246337"/>
                  </a:lnTo>
                  <a:lnTo>
                    <a:pt x="9731216" y="206527"/>
                  </a:lnTo>
                  <a:lnTo>
                    <a:pt x="9817967" y="170328"/>
                  </a:lnTo>
                  <a:lnTo>
                    <a:pt x="9908150" y="137660"/>
                  </a:lnTo>
                  <a:lnTo>
                    <a:pt x="10000044" y="108531"/>
                  </a:lnTo>
                  <a:lnTo>
                    <a:pt x="10091352" y="83000"/>
                  </a:lnTo>
                  <a:lnTo>
                    <a:pt x="10179308" y="61141"/>
                  </a:lnTo>
                  <a:lnTo>
                    <a:pt x="10260899" y="42994"/>
                  </a:lnTo>
                  <a:lnTo>
                    <a:pt x="10333202" y="28511"/>
                  </a:lnTo>
                  <a:lnTo>
                    <a:pt x="10393791" y="17523"/>
                  </a:lnTo>
                  <a:lnTo>
                    <a:pt x="10441132" y="9715"/>
                  </a:lnTo>
                  <a:lnTo>
                    <a:pt x="10474860" y="4637"/>
                  </a:lnTo>
                  <a:lnTo>
                    <a:pt x="10495903" y="1737"/>
                  </a:lnTo>
                  <a:lnTo>
                    <a:pt x="10506431" y="404"/>
                  </a:lnTo>
                  <a:lnTo>
                    <a:pt x="10509706" y="22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85" name="pl985"/>
            <p:cNvSpPr/>
            <p:nvPr/>
          </p:nvSpPr>
          <p:spPr>
            <a:xfrm>
              <a:off x="4799595" y="4628331"/>
              <a:ext cx="11981298" cy="5565811"/>
            </a:xfrm>
            <a:custGeom>
              <a:avLst/>
              <a:pathLst>
                <a:path w="11981298" h="5565811">
                  <a:moveTo>
                    <a:pt x="11981298" y="0"/>
                  </a:moveTo>
                  <a:lnTo>
                    <a:pt x="10509911" y="0"/>
                  </a:lnTo>
                  <a:lnTo>
                    <a:pt x="10509066" y="94"/>
                  </a:lnTo>
                  <a:lnTo>
                    <a:pt x="10503481" y="766"/>
                  </a:lnTo>
                  <a:lnTo>
                    <a:pt x="10489284" y="2621"/>
                  </a:lnTo>
                  <a:lnTo>
                    <a:pt x="10463608" y="6280"/>
                  </a:lnTo>
                  <a:lnTo>
                    <a:pt x="10424742" y="12335"/>
                  </a:lnTo>
                  <a:lnTo>
                    <a:pt x="10372252" y="21306"/>
                  </a:lnTo>
                  <a:lnTo>
                    <a:pt x="10306971" y="33594"/>
                  </a:lnTo>
                  <a:lnTo>
                    <a:pt x="10230815" y="49458"/>
                  </a:lnTo>
                  <a:lnTo>
                    <a:pt x="10146445" y="69017"/>
                  </a:lnTo>
                  <a:lnTo>
                    <a:pt x="10056866" y="92280"/>
                  </a:lnTo>
                  <a:lnTo>
                    <a:pt x="9965032" y="119188"/>
                  </a:lnTo>
                  <a:lnTo>
                    <a:pt x="9873548" y="149668"/>
                  </a:lnTo>
                  <a:lnTo>
                    <a:pt x="9784499" y="183675"/>
                  </a:lnTo>
                  <a:lnTo>
                    <a:pt x="9699385" y="221233"/>
                  </a:lnTo>
                  <a:lnTo>
                    <a:pt x="9619154" y="262456"/>
                  </a:lnTo>
                  <a:lnTo>
                    <a:pt x="9544277" y="307560"/>
                  </a:lnTo>
                  <a:lnTo>
                    <a:pt x="9474852" y="356870"/>
                  </a:lnTo>
                  <a:lnTo>
                    <a:pt x="9410703" y="410815"/>
                  </a:lnTo>
                  <a:lnTo>
                    <a:pt x="9351464" y="469922"/>
                  </a:lnTo>
                  <a:lnTo>
                    <a:pt x="9296648" y="534800"/>
                  </a:lnTo>
                  <a:lnTo>
                    <a:pt x="9245704" y="606112"/>
                  </a:lnTo>
                  <a:lnTo>
                    <a:pt x="9198054" y="684533"/>
                  </a:lnTo>
                  <a:lnTo>
                    <a:pt x="9153125" y="770680"/>
                  </a:lnTo>
                  <a:lnTo>
                    <a:pt x="9110377" y="865004"/>
                  </a:lnTo>
                  <a:lnTo>
                    <a:pt x="9084767" y="927635"/>
                  </a:lnTo>
                  <a:lnTo>
                    <a:pt x="9056703" y="1001626"/>
                  </a:lnTo>
                  <a:lnTo>
                    <a:pt x="9029205" y="1079667"/>
                  </a:lnTo>
                  <a:lnTo>
                    <a:pt x="9002155" y="1161836"/>
                  </a:lnTo>
                  <a:lnTo>
                    <a:pt x="8975457" y="1248179"/>
                  </a:lnTo>
                  <a:lnTo>
                    <a:pt x="8949027" y="1338702"/>
                  </a:lnTo>
                  <a:lnTo>
                    <a:pt x="8922794" y="1433372"/>
                  </a:lnTo>
                  <a:lnTo>
                    <a:pt x="8896700" y="1532112"/>
                  </a:lnTo>
                  <a:lnTo>
                    <a:pt x="8870696" y="1634797"/>
                  </a:lnTo>
                  <a:lnTo>
                    <a:pt x="8844742" y="1741258"/>
                  </a:lnTo>
                  <a:lnTo>
                    <a:pt x="8818810" y="1851275"/>
                  </a:lnTo>
                  <a:lnTo>
                    <a:pt x="8792876" y="1964583"/>
                  </a:lnTo>
                  <a:lnTo>
                    <a:pt x="8766925" y="2080867"/>
                  </a:lnTo>
                  <a:lnTo>
                    <a:pt x="8740949" y="2199773"/>
                  </a:lnTo>
                  <a:lnTo>
                    <a:pt x="8714942" y="2320903"/>
                  </a:lnTo>
                  <a:lnTo>
                    <a:pt x="8688908" y="2443828"/>
                  </a:lnTo>
                  <a:lnTo>
                    <a:pt x="8662850" y="2568087"/>
                  </a:lnTo>
                  <a:lnTo>
                    <a:pt x="8636775" y="2693200"/>
                  </a:lnTo>
                  <a:lnTo>
                    <a:pt x="8610693" y="2818671"/>
                  </a:lnTo>
                  <a:lnTo>
                    <a:pt x="8584615" y="2943999"/>
                  </a:lnTo>
                  <a:lnTo>
                    <a:pt x="8558548" y="3068686"/>
                  </a:lnTo>
                  <a:lnTo>
                    <a:pt x="8532503" y="3192242"/>
                  </a:lnTo>
                  <a:lnTo>
                    <a:pt x="8506484" y="3314199"/>
                  </a:lnTo>
                  <a:lnTo>
                    <a:pt x="8480495" y="3434112"/>
                  </a:lnTo>
                  <a:lnTo>
                    <a:pt x="8454534" y="3551569"/>
                  </a:lnTo>
                  <a:lnTo>
                    <a:pt x="8428594" y="3666198"/>
                  </a:lnTo>
                  <a:lnTo>
                    <a:pt x="8402663" y="3777665"/>
                  </a:lnTo>
                  <a:lnTo>
                    <a:pt x="8376722" y="3885685"/>
                  </a:lnTo>
                  <a:lnTo>
                    <a:pt x="8350744" y="3990017"/>
                  </a:lnTo>
                  <a:lnTo>
                    <a:pt x="8324694" y="4090472"/>
                  </a:lnTo>
                  <a:lnTo>
                    <a:pt x="8298527" y="4186904"/>
                  </a:lnTo>
                  <a:lnTo>
                    <a:pt x="8272190" y="4279217"/>
                  </a:lnTo>
                  <a:lnTo>
                    <a:pt x="8245617" y="4367359"/>
                  </a:lnTo>
                  <a:lnTo>
                    <a:pt x="8218729" y="4451320"/>
                  </a:lnTo>
                  <a:lnTo>
                    <a:pt x="8191437" y="4531128"/>
                  </a:lnTo>
                  <a:lnTo>
                    <a:pt x="8163631" y="4606849"/>
                  </a:lnTo>
                  <a:lnTo>
                    <a:pt x="8151487" y="4638176"/>
                  </a:lnTo>
                  <a:lnTo>
                    <a:pt x="8109845" y="4737656"/>
                  </a:lnTo>
                  <a:lnTo>
                    <a:pt x="8066328" y="4828835"/>
                  </a:lnTo>
                  <a:lnTo>
                    <a:pt x="8020431" y="4911979"/>
                  </a:lnTo>
                  <a:lnTo>
                    <a:pt x="7971597" y="4987618"/>
                  </a:lnTo>
                  <a:lnTo>
                    <a:pt x="7919248" y="5056403"/>
                  </a:lnTo>
                  <a:lnTo>
                    <a:pt x="7862812" y="5119011"/>
                  </a:lnTo>
                  <a:lnTo>
                    <a:pt x="7801758" y="5176088"/>
                  </a:lnTo>
                  <a:lnTo>
                    <a:pt x="7735637" y="5228213"/>
                  </a:lnTo>
                  <a:lnTo>
                    <a:pt x="7664147" y="5275878"/>
                  </a:lnTo>
                  <a:lnTo>
                    <a:pt x="7587204" y="5319474"/>
                  </a:lnTo>
                  <a:lnTo>
                    <a:pt x="7505037" y="5359284"/>
                  </a:lnTo>
                  <a:lnTo>
                    <a:pt x="7418286" y="5395483"/>
                  </a:lnTo>
                  <a:lnTo>
                    <a:pt x="7328103" y="5428151"/>
                  </a:lnTo>
                  <a:lnTo>
                    <a:pt x="7236210" y="5457280"/>
                  </a:lnTo>
                  <a:lnTo>
                    <a:pt x="7144902" y="5482810"/>
                  </a:lnTo>
                  <a:lnTo>
                    <a:pt x="7056945" y="5504669"/>
                  </a:lnTo>
                  <a:lnTo>
                    <a:pt x="6975354" y="5522817"/>
                  </a:lnTo>
                  <a:lnTo>
                    <a:pt x="6903052" y="5537300"/>
                  </a:lnTo>
                  <a:lnTo>
                    <a:pt x="6842462" y="5548288"/>
                  </a:lnTo>
                  <a:lnTo>
                    <a:pt x="6795122" y="5556096"/>
                  </a:lnTo>
                  <a:lnTo>
                    <a:pt x="6761393" y="5561174"/>
                  </a:lnTo>
                  <a:lnTo>
                    <a:pt x="6740350" y="5564074"/>
                  </a:lnTo>
                  <a:lnTo>
                    <a:pt x="6729823" y="5565407"/>
                  </a:lnTo>
                  <a:lnTo>
                    <a:pt x="6726547" y="5565789"/>
                  </a:lnTo>
                  <a:lnTo>
                    <a:pt x="6726343" y="5565811"/>
                  </a:lnTo>
                  <a:lnTo>
                    <a:pt x="5254955" y="5565811"/>
                  </a:lnTo>
                  <a:lnTo>
                    <a:pt x="5253773" y="5565760"/>
                  </a:lnTo>
                  <a:lnTo>
                    <a:pt x="5246006" y="5565390"/>
                  </a:lnTo>
                  <a:lnTo>
                    <a:pt x="5226450" y="5564368"/>
                  </a:lnTo>
                  <a:lnTo>
                    <a:pt x="5191544" y="5562357"/>
                  </a:lnTo>
                  <a:lnTo>
                    <a:pt x="5139628" y="5559046"/>
                  </a:lnTo>
                  <a:lnTo>
                    <a:pt x="5071077" y="5554184"/>
                  </a:lnTo>
                  <a:lnTo>
                    <a:pt x="4988109" y="5547602"/>
                  </a:lnTo>
                  <a:lnTo>
                    <a:pt x="4894279" y="5539219"/>
                  </a:lnTo>
                  <a:lnTo>
                    <a:pt x="4793778" y="5529026"/>
                  </a:lnTo>
                  <a:lnTo>
                    <a:pt x="4690747" y="5517053"/>
                  </a:lnTo>
                  <a:lnTo>
                    <a:pt x="4588751" y="5503340"/>
                  </a:lnTo>
                  <a:lnTo>
                    <a:pt x="4490504" y="5487902"/>
                  </a:lnTo>
                  <a:lnTo>
                    <a:pt x="4397808" y="5470707"/>
                  </a:lnTo>
                  <a:lnTo>
                    <a:pt x="4311641" y="5451664"/>
                  </a:lnTo>
                  <a:lnTo>
                    <a:pt x="4232322" y="5430618"/>
                  </a:lnTo>
                  <a:lnTo>
                    <a:pt x="4159690" y="5407347"/>
                  </a:lnTo>
                  <a:lnTo>
                    <a:pt x="4093258" y="5381567"/>
                  </a:lnTo>
                  <a:lnTo>
                    <a:pt x="4032346" y="5352948"/>
                  </a:lnTo>
                  <a:lnTo>
                    <a:pt x="3976171" y="5321123"/>
                  </a:lnTo>
                  <a:lnTo>
                    <a:pt x="3923918" y="5285728"/>
                  </a:lnTo>
                  <a:lnTo>
                    <a:pt x="3874794" y="5246449"/>
                  </a:lnTo>
                  <a:lnTo>
                    <a:pt x="3829811" y="5204837"/>
                  </a:lnTo>
                  <a:lnTo>
                    <a:pt x="3788161" y="5161309"/>
                  </a:lnTo>
                  <a:lnTo>
                    <a:pt x="3747641" y="5114240"/>
                  </a:lnTo>
                  <a:lnTo>
                    <a:pt x="3707908" y="5063560"/>
                  </a:lnTo>
                  <a:lnTo>
                    <a:pt x="3668697" y="5009273"/>
                  </a:lnTo>
                  <a:lnTo>
                    <a:pt x="3629801" y="4951463"/>
                  </a:lnTo>
                  <a:lnTo>
                    <a:pt x="3591064" y="4890302"/>
                  </a:lnTo>
                  <a:lnTo>
                    <a:pt x="3552379" y="4826056"/>
                  </a:lnTo>
                  <a:lnTo>
                    <a:pt x="3513674" y="4759080"/>
                  </a:lnTo>
                  <a:lnTo>
                    <a:pt x="3474915" y="4689816"/>
                  </a:lnTo>
                  <a:lnTo>
                    <a:pt x="3436090" y="4618784"/>
                  </a:lnTo>
                  <a:lnTo>
                    <a:pt x="3397212" y="4546564"/>
                  </a:lnTo>
                  <a:lnTo>
                    <a:pt x="3358307" y="4473781"/>
                  </a:lnTo>
                  <a:lnTo>
                    <a:pt x="3319405" y="4401079"/>
                  </a:lnTo>
                  <a:lnTo>
                    <a:pt x="3280539" y="4329099"/>
                  </a:lnTo>
                  <a:lnTo>
                    <a:pt x="3241730" y="4258457"/>
                  </a:lnTo>
                  <a:lnTo>
                    <a:pt x="3202986" y="4189719"/>
                  </a:lnTo>
                  <a:lnTo>
                    <a:pt x="3164291" y="4123387"/>
                  </a:lnTo>
                  <a:lnTo>
                    <a:pt x="3125601" y="4059883"/>
                  </a:lnTo>
                  <a:lnTo>
                    <a:pt x="3086836" y="3999539"/>
                  </a:lnTo>
                  <a:lnTo>
                    <a:pt x="3047877" y="3942597"/>
                  </a:lnTo>
                  <a:lnTo>
                    <a:pt x="3008558" y="3889207"/>
                  </a:lnTo>
                  <a:lnTo>
                    <a:pt x="2968656" y="3839433"/>
                  </a:lnTo>
                  <a:lnTo>
                    <a:pt x="2927888" y="3793258"/>
                  </a:lnTo>
                  <a:lnTo>
                    <a:pt x="2896531" y="3760941"/>
                  </a:lnTo>
                  <a:lnTo>
                    <a:pt x="2849733" y="3717765"/>
                  </a:lnTo>
                  <a:lnTo>
                    <a:pt x="2800503" y="3678639"/>
                  </a:lnTo>
                  <a:lnTo>
                    <a:pt x="2748117" y="3643385"/>
                  </a:lnTo>
                  <a:lnTo>
                    <a:pt x="2691777" y="3611688"/>
                  </a:lnTo>
                  <a:lnTo>
                    <a:pt x="2630669" y="3583183"/>
                  </a:lnTo>
                  <a:lnTo>
                    <a:pt x="2564014" y="3557505"/>
                  </a:lnTo>
                  <a:lnTo>
                    <a:pt x="2491135" y="3534323"/>
                  </a:lnTo>
                  <a:lnTo>
                    <a:pt x="2411557" y="3513356"/>
                  </a:lnTo>
                  <a:lnTo>
                    <a:pt x="2325133" y="3494386"/>
                  </a:lnTo>
                  <a:lnTo>
                    <a:pt x="2232204" y="3477259"/>
                  </a:lnTo>
                  <a:lnTo>
                    <a:pt x="2133776" y="3461886"/>
                  </a:lnTo>
                  <a:lnTo>
                    <a:pt x="2031686" y="3448239"/>
                  </a:lnTo>
                  <a:lnTo>
                    <a:pt x="1928681" y="3436333"/>
                  </a:lnTo>
                  <a:lnTo>
                    <a:pt x="1828355" y="3426208"/>
                  </a:lnTo>
                  <a:lnTo>
                    <a:pt x="1734862" y="3417894"/>
                  </a:lnTo>
                  <a:lnTo>
                    <a:pt x="1652382" y="3411380"/>
                  </a:lnTo>
                  <a:lnTo>
                    <a:pt x="1584432" y="3406580"/>
                  </a:lnTo>
                  <a:lnTo>
                    <a:pt x="1533168" y="3403323"/>
                  </a:lnTo>
                  <a:lnTo>
                    <a:pt x="1498887" y="3401355"/>
                  </a:lnTo>
                  <a:lnTo>
                    <a:pt x="1479855" y="3400365"/>
                  </a:lnTo>
                  <a:lnTo>
                    <a:pt x="1472442" y="3400013"/>
                  </a:lnTo>
                  <a:lnTo>
                    <a:pt x="1471387" y="3399967"/>
                  </a:lnTo>
                  <a:lnTo>
                    <a:pt x="0" y="339996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86" name="pg986"/>
            <p:cNvSpPr/>
            <p:nvPr/>
          </p:nvSpPr>
          <p:spPr>
            <a:xfrm>
              <a:off x="4799595" y="7840319"/>
              <a:ext cx="11981298" cy="2427380"/>
            </a:xfrm>
            <a:custGeom>
              <a:avLst/>
              <a:pathLst>
                <a:path w="11981298" h="2427380">
                  <a:moveTo>
                    <a:pt x="0" y="212497"/>
                  </a:moveTo>
                  <a:lnTo>
                    <a:pt x="1471387" y="212497"/>
                  </a:lnTo>
                  <a:lnTo>
                    <a:pt x="1472567" y="212550"/>
                  </a:lnTo>
                  <a:lnTo>
                    <a:pt x="1480318" y="212928"/>
                  </a:lnTo>
                  <a:lnTo>
                    <a:pt x="1499836" y="213970"/>
                  </a:lnTo>
                  <a:lnTo>
                    <a:pt x="1534679" y="216023"/>
                  </a:lnTo>
                  <a:lnTo>
                    <a:pt x="1586506" y="219402"/>
                  </a:lnTo>
                  <a:lnTo>
                    <a:pt x="1654949" y="224364"/>
                  </a:lnTo>
                  <a:lnTo>
                    <a:pt x="1737803" y="231082"/>
                  </a:lnTo>
                  <a:lnTo>
                    <a:pt x="1831524" y="239639"/>
                  </a:lnTo>
                  <a:lnTo>
                    <a:pt x="1931929" y="250045"/>
                  </a:lnTo>
                  <a:lnTo>
                    <a:pt x="2034885" y="262269"/>
                  </a:lnTo>
                  <a:lnTo>
                    <a:pt x="2136829" y="276270"/>
                  </a:lnTo>
                  <a:lnTo>
                    <a:pt x="2235047" y="292033"/>
                  </a:lnTo>
                  <a:lnTo>
                    <a:pt x="2327732" y="309590"/>
                  </a:lnTo>
                  <a:lnTo>
                    <a:pt x="2413903" y="329032"/>
                  </a:lnTo>
                  <a:lnTo>
                    <a:pt x="2493235" y="350518"/>
                  </a:lnTo>
                  <a:lnTo>
                    <a:pt x="2565886" y="374274"/>
                  </a:lnTo>
                  <a:lnTo>
                    <a:pt x="2632339" y="400588"/>
                  </a:lnTo>
                  <a:lnTo>
                    <a:pt x="2693271" y="429798"/>
                  </a:lnTo>
                  <a:lnTo>
                    <a:pt x="2749463" y="462277"/>
                  </a:lnTo>
                  <a:lnTo>
                    <a:pt x="2801727" y="498398"/>
                  </a:lnTo>
                  <a:lnTo>
                    <a:pt x="2850856" y="538480"/>
                  </a:lnTo>
                  <a:lnTo>
                    <a:pt x="2896531" y="581645"/>
                  </a:lnTo>
                  <a:lnTo>
                    <a:pt x="2937856" y="625792"/>
                  </a:lnTo>
                  <a:lnTo>
                    <a:pt x="2978067" y="673503"/>
                  </a:lnTo>
                  <a:lnTo>
                    <a:pt x="3017497" y="724847"/>
                  </a:lnTo>
                  <a:lnTo>
                    <a:pt x="3056409" y="779823"/>
                  </a:lnTo>
                  <a:lnTo>
                    <a:pt x="3095006" y="838349"/>
                  </a:lnTo>
                  <a:lnTo>
                    <a:pt x="3133440" y="900256"/>
                  </a:lnTo>
                  <a:lnTo>
                    <a:pt x="3171820" y="965284"/>
                  </a:lnTo>
                  <a:lnTo>
                    <a:pt x="3210215" y="1033082"/>
                  </a:lnTo>
                  <a:lnTo>
                    <a:pt x="3248664" y="1103214"/>
                  </a:lnTo>
                  <a:lnTo>
                    <a:pt x="3287176" y="1175164"/>
                  </a:lnTo>
                  <a:lnTo>
                    <a:pt x="3325743" y="1248358"/>
                  </a:lnTo>
                  <a:lnTo>
                    <a:pt x="3364339" y="1322176"/>
                  </a:lnTo>
                  <a:lnTo>
                    <a:pt x="3402935" y="1395973"/>
                  </a:lnTo>
                  <a:lnTo>
                    <a:pt x="3441498" y="1469109"/>
                  </a:lnTo>
                  <a:lnTo>
                    <a:pt x="3480007" y="1540966"/>
                  </a:lnTo>
                  <a:lnTo>
                    <a:pt x="3518452" y="1610970"/>
                  </a:lnTo>
                  <a:lnTo>
                    <a:pt x="3556845" y="1678612"/>
                  </a:lnTo>
                  <a:lnTo>
                    <a:pt x="3595226" y="1743460"/>
                  </a:lnTo>
                  <a:lnTo>
                    <a:pt x="3633667" y="1805169"/>
                  </a:lnTo>
                  <a:lnTo>
                    <a:pt x="3672278" y="1863484"/>
                  </a:lnTo>
                  <a:lnTo>
                    <a:pt x="3711214" y="1918242"/>
                  </a:lnTo>
                  <a:lnTo>
                    <a:pt x="3750684" y="1969365"/>
                  </a:lnTo>
                  <a:lnTo>
                    <a:pt x="3790952" y="2016858"/>
                  </a:lnTo>
                  <a:lnTo>
                    <a:pt x="3829811" y="2058233"/>
                  </a:lnTo>
                  <a:lnTo>
                    <a:pt x="3876576" y="2102357"/>
                  </a:lnTo>
                  <a:lnTo>
                    <a:pt x="3925769" y="2142346"/>
                  </a:lnTo>
                  <a:lnTo>
                    <a:pt x="3978113" y="2178380"/>
                  </a:lnTo>
                  <a:lnTo>
                    <a:pt x="4034404" y="2210780"/>
                  </a:lnTo>
                  <a:lnTo>
                    <a:pt x="4095453" y="2239920"/>
                  </a:lnTo>
                  <a:lnTo>
                    <a:pt x="4162040" y="2266172"/>
                  </a:lnTo>
                  <a:lnTo>
                    <a:pt x="4234840" y="2289873"/>
                  </a:lnTo>
                  <a:lnTo>
                    <a:pt x="4314327" y="2311311"/>
                  </a:lnTo>
                  <a:lnTo>
                    <a:pt x="4400652" y="2330709"/>
                  </a:lnTo>
                  <a:lnTo>
                    <a:pt x="4493478" y="2348223"/>
                  </a:lnTo>
                  <a:lnTo>
                    <a:pt x="4591803" y="2363946"/>
                  </a:lnTo>
                  <a:lnTo>
                    <a:pt x="4693804" y="2377907"/>
                  </a:lnTo>
                  <a:lnTo>
                    <a:pt x="4796745" y="2390090"/>
                  </a:lnTo>
                  <a:lnTo>
                    <a:pt x="4897045" y="2400454"/>
                  </a:lnTo>
                  <a:lnTo>
                    <a:pt x="4990563" y="2408969"/>
                  </a:lnTo>
                  <a:lnTo>
                    <a:pt x="5073124" y="2415645"/>
                  </a:lnTo>
                  <a:lnTo>
                    <a:pt x="5141208" y="2420569"/>
                  </a:lnTo>
                  <a:lnTo>
                    <a:pt x="5192644" y="2423915"/>
                  </a:lnTo>
                  <a:lnTo>
                    <a:pt x="5227111" y="2425941"/>
                  </a:lnTo>
                  <a:lnTo>
                    <a:pt x="5246315" y="2426965"/>
                  </a:lnTo>
                  <a:lnTo>
                    <a:pt x="5253853" y="2427331"/>
                  </a:lnTo>
                  <a:lnTo>
                    <a:pt x="5254955" y="2427380"/>
                  </a:lnTo>
                  <a:lnTo>
                    <a:pt x="6726343" y="2427380"/>
                  </a:lnTo>
                  <a:lnTo>
                    <a:pt x="6727512" y="2427323"/>
                  </a:lnTo>
                  <a:lnTo>
                    <a:pt x="6735196" y="2426914"/>
                  </a:lnTo>
                  <a:lnTo>
                    <a:pt x="6754551" y="2425786"/>
                  </a:lnTo>
                  <a:lnTo>
                    <a:pt x="6789115" y="2423564"/>
                  </a:lnTo>
                  <a:lnTo>
                    <a:pt x="6840554" y="2419906"/>
                  </a:lnTo>
                  <a:lnTo>
                    <a:pt x="6908532" y="2414533"/>
                  </a:lnTo>
                  <a:lnTo>
                    <a:pt x="6990886" y="2407256"/>
                  </a:lnTo>
                  <a:lnTo>
                    <a:pt x="7084126" y="2397983"/>
                  </a:lnTo>
                  <a:lnTo>
                    <a:pt x="7184112" y="2386703"/>
                  </a:lnTo>
                  <a:lnTo>
                    <a:pt x="7286740" y="2373448"/>
                  </a:lnTo>
                  <a:lnTo>
                    <a:pt x="7388456" y="2358262"/>
                  </a:lnTo>
                  <a:lnTo>
                    <a:pt x="7486541" y="2341163"/>
                  </a:lnTo>
                  <a:lnTo>
                    <a:pt x="7579178" y="2322120"/>
                  </a:lnTo>
                  <a:lnTo>
                    <a:pt x="7665363" y="2301034"/>
                  </a:lnTo>
                  <a:lnTo>
                    <a:pt x="7744754" y="2277738"/>
                  </a:lnTo>
                  <a:lnTo>
                    <a:pt x="7817488" y="2251990"/>
                  </a:lnTo>
                  <a:lnTo>
                    <a:pt x="7884033" y="2223483"/>
                  </a:lnTo>
                  <a:lnTo>
                    <a:pt x="7945053" y="2191850"/>
                  </a:lnTo>
                  <a:lnTo>
                    <a:pt x="8001317" y="2156691"/>
                  </a:lnTo>
                  <a:lnTo>
                    <a:pt x="8053631" y="2117601"/>
                  </a:lnTo>
                  <a:lnTo>
                    <a:pt x="8102784" y="2074227"/>
                  </a:lnTo>
                  <a:lnTo>
                    <a:pt x="8149496" y="2026367"/>
                  </a:lnTo>
                  <a:lnTo>
                    <a:pt x="8151487" y="2024179"/>
                  </a:lnTo>
                  <a:lnTo>
                    <a:pt x="8191517" y="1977551"/>
                  </a:lnTo>
                  <a:lnTo>
                    <a:pt x="8230493" y="1927277"/>
                  </a:lnTo>
                  <a:lnTo>
                    <a:pt x="8268719" y="1873285"/>
                  </a:lnTo>
                  <a:lnTo>
                    <a:pt x="8306439" y="1815570"/>
                  </a:lnTo>
                  <a:lnTo>
                    <a:pt x="8343842" y="1754204"/>
                  </a:lnTo>
                  <a:lnTo>
                    <a:pt x="8381073" y="1689343"/>
                  </a:lnTo>
                  <a:lnTo>
                    <a:pt x="8418237" y="1621227"/>
                  </a:lnTo>
                  <a:lnTo>
                    <a:pt x="8455404" y="1550187"/>
                  </a:lnTo>
                  <a:lnTo>
                    <a:pt x="8492615" y="1476635"/>
                  </a:lnTo>
                  <a:lnTo>
                    <a:pt x="8529885" y="1401063"/>
                  </a:lnTo>
                  <a:lnTo>
                    <a:pt x="8567210" y="1324023"/>
                  </a:lnTo>
                  <a:lnTo>
                    <a:pt x="8604572" y="1246120"/>
                  </a:lnTo>
                  <a:lnTo>
                    <a:pt x="8641945" y="1167985"/>
                  </a:lnTo>
                  <a:lnTo>
                    <a:pt x="8679300" y="1090257"/>
                  </a:lnTo>
                  <a:lnTo>
                    <a:pt x="8716611" y="1013562"/>
                  </a:lnTo>
                  <a:lnTo>
                    <a:pt x="8753865" y="938492"/>
                  </a:lnTo>
                  <a:lnTo>
                    <a:pt x="8791061" y="865584"/>
                  </a:lnTo>
                  <a:lnTo>
                    <a:pt x="8828222" y="795310"/>
                  </a:lnTo>
                  <a:lnTo>
                    <a:pt x="8865396" y="728059"/>
                  </a:lnTo>
                  <a:lnTo>
                    <a:pt x="8902662" y="664137"/>
                  </a:lnTo>
                  <a:lnTo>
                    <a:pt x="8940136" y="603762"/>
                  </a:lnTo>
                  <a:lnTo>
                    <a:pt x="8977974" y="547066"/>
                  </a:lnTo>
                  <a:lnTo>
                    <a:pt x="9016379" y="494099"/>
                  </a:lnTo>
                  <a:lnTo>
                    <a:pt x="9055611" y="444836"/>
                  </a:lnTo>
                  <a:lnTo>
                    <a:pt x="9084767" y="411374"/>
                  </a:lnTo>
                  <a:lnTo>
                    <a:pt x="9131388" y="363317"/>
                  </a:lnTo>
                  <a:lnTo>
                    <a:pt x="9180419" y="319751"/>
                  </a:lnTo>
                  <a:lnTo>
                    <a:pt x="9232580" y="280480"/>
                  </a:lnTo>
                  <a:lnTo>
                    <a:pt x="9288655" y="245158"/>
                  </a:lnTo>
                  <a:lnTo>
                    <a:pt x="9349451" y="213381"/>
                  </a:lnTo>
                  <a:lnTo>
                    <a:pt x="9415740" y="184745"/>
                  </a:lnTo>
                  <a:lnTo>
                    <a:pt x="9488193" y="158883"/>
                  </a:lnTo>
                  <a:lnTo>
                    <a:pt x="9567288" y="135486"/>
                  </a:lnTo>
                  <a:lnTo>
                    <a:pt x="9653180" y="114308"/>
                  </a:lnTo>
                  <a:lnTo>
                    <a:pt x="9745551" y="95178"/>
                  </a:lnTo>
                  <a:lnTo>
                    <a:pt x="9843431" y="77996"/>
                  </a:lnTo>
                  <a:lnTo>
                    <a:pt x="9945038" y="62727"/>
                  </a:lnTo>
                  <a:lnTo>
                    <a:pt x="10047695" y="49387"/>
                  </a:lnTo>
                  <a:lnTo>
                    <a:pt x="10147879" y="38019"/>
                  </a:lnTo>
                  <a:lnTo>
                    <a:pt x="10241501" y="28659"/>
                  </a:lnTo>
                  <a:lnTo>
                    <a:pt x="10324410" y="21296"/>
                  </a:lnTo>
                  <a:lnTo>
                    <a:pt x="10393071" y="15843"/>
                  </a:lnTo>
                  <a:lnTo>
                    <a:pt x="10445252" y="12115"/>
                  </a:lnTo>
                  <a:lnTo>
                    <a:pt x="10480532" y="9838"/>
                  </a:lnTo>
                  <a:lnTo>
                    <a:pt x="10500488" y="8670"/>
                  </a:lnTo>
                  <a:lnTo>
                    <a:pt x="10508585" y="8238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8741" y="57"/>
                  </a:lnTo>
                  <a:lnTo>
                    <a:pt x="10501057" y="465"/>
                  </a:lnTo>
                  <a:lnTo>
                    <a:pt x="10481702" y="1594"/>
                  </a:lnTo>
                  <a:lnTo>
                    <a:pt x="10447138" y="3815"/>
                  </a:lnTo>
                  <a:lnTo>
                    <a:pt x="10395699" y="7473"/>
                  </a:lnTo>
                  <a:lnTo>
                    <a:pt x="10327722" y="12847"/>
                  </a:lnTo>
                  <a:lnTo>
                    <a:pt x="10245367" y="20124"/>
                  </a:lnTo>
                  <a:lnTo>
                    <a:pt x="10152127" y="29396"/>
                  </a:lnTo>
                  <a:lnTo>
                    <a:pt x="10052141" y="40677"/>
                  </a:lnTo>
                  <a:lnTo>
                    <a:pt x="9949514" y="53932"/>
                  </a:lnTo>
                  <a:lnTo>
                    <a:pt x="9847798" y="69118"/>
                  </a:lnTo>
                  <a:lnTo>
                    <a:pt x="9749712" y="86216"/>
                  </a:lnTo>
                  <a:lnTo>
                    <a:pt x="9657075" y="105260"/>
                  </a:lnTo>
                  <a:lnTo>
                    <a:pt x="9570890" y="126345"/>
                  </a:lnTo>
                  <a:lnTo>
                    <a:pt x="9491500" y="149641"/>
                  </a:lnTo>
                  <a:lnTo>
                    <a:pt x="9418765" y="175389"/>
                  </a:lnTo>
                  <a:lnTo>
                    <a:pt x="9352220" y="203897"/>
                  </a:lnTo>
                  <a:lnTo>
                    <a:pt x="9291200" y="235529"/>
                  </a:lnTo>
                  <a:lnTo>
                    <a:pt x="9234936" y="270688"/>
                  </a:lnTo>
                  <a:lnTo>
                    <a:pt x="9182622" y="309779"/>
                  </a:lnTo>
                  <a:lnTo>
                    <a:pt x="9133470" y="353152"/>
                  </a:lnTo>
                  <a:lnTo>
                    <a:pt x="9086757" y="401013"/>
                  </a:lnTo>
                  <a:lnTo>
                    <a:pt x="9084767" y="403201"/>
                  </a:lnTo>
                  <a:lnTo>
                    <a:pt x="9044736" y="449829"/>
                  </a:lnTo>
                  <a:lnTo>
                    <a:pt x="9005760" y="500103"/>
                  </a:lnTo>
                  <a:lnTo>
                    <a:pt x="8967534" y="554095"/>
                  </a:lnTo>
                  <a:lnTo>
                    <a:pt x="8929815" y="611810"/>
                  </a:lnTo>
                  <a:lnTo>
                    <a:pt x="8892411" y="673175"/>
                  </a:lnTo>
                  <a:lnTo>
                    <a:pt x="8855180" y="738037"/>
                  </a:lnTo>
                  <a:lnTo>
                    <a:pt x="8818016" y="806152"/>
                  </a:lnTo>
                  <a:lnTo>
                    <a:pt x="8780849" y="877193"/>
                  </a:lnTo>
                  <a:lnTo>
                    <a:pt x="8743639" y="950744"/>
                  </a:lnTo>
                  <a:lnTo>
                    <a:pt x="8706369" y="1026317"/>
                  </a:lnTo>
                  <a:lnTo>
                    <a:pt x="8669043" y="1103356"/>
                  </a:lnTo>
                  <a:lnTo>
                    <a:pt x="8631681" y="1181259"/>
                  </a:lnTo>
                  <a:lnTo>
                    <a:pt x="8594308" y="1259395"/>
                  </a:lnTo>
                  <a:lnTo>
                    <a:pt x="8556953" y="1337123"/>
                  </a:lnTo>
                  <a:lnTo>
                    <a:pt x="8519642" y="1413817"/>
                  </a:lnTo>
                  <a:lnTo>
                    <a:pt x="8482388" y="1488888"/>
                  </a:lnTo>
                  <a:lnTo>
                    <a:pt x="8445192" y="1561795"/>
                  </a:lnTo>
                  <a:lnTo>
                    <a:pt x="8408031" y="1632070"/>
                  </a:lnTo>
                  <a:lnTo>
                    <a:pt x="8370857" y="1699321"/>
                  </a:lnTo>
                  <a:lnTo>
                    <a:pt x="8333591" y="1763243"/>
                  </a:lnTo>
                  <a:lnTo>
                    <a:pt x="8296117" y="1823617"/>
                  </a:lnTo>
                  <a:lnTo>
                    <a:pt x="8258279" y="1880314"/>
                  </a:lnTo>
                  <a:lnTo>
                    <a:pt x="8219874" y="1933281"/>
                  </a:lnTo>
                  <a:lnTo>
                    <a:pt x="8180642" y="1982543"/>
                  </a:lnTo>
                  <a:lnTo>
                    <a:pt x="8151487" y="2016006"/>
                  </a:lnTo>
                  <a:lnTo>
                    <a:pt x="8104865" y="2064062"/>
                  </a:lnTo>
                  <a:lnTo>
                    <a:pt x="8055834" y="2107629"/>
                  </a:lnTo>
                  <a:lnTo>
                    <a:pt x="8003673" y="2146900"/>
                  </a:lnTo>
                  <a:lnTo>
                    <a:pt x="7947598" y="2182221"/>
                  </a:lnTo>
                  <a:lnTo>
                    <a:pt x="7886803" y="2213999"/>
                  </a:lnTo>
                  <a:lnTo>
                    <a:pt x="7820514" y="2242635"/>
                  </a:lnTo>
                  <a:lnTo>
                    <a:pt x="7748060" y="2268496"/>
                  </a:lnTo>
                  <a:lnTo>
                    <a:pt x="7668966" y="2291893"/>
                  </a:lnTo>
                  <a:lnTo>
                    <a:pt x="7583073" y="2313071"/>
                  </a:lnTo>
                  <a:lnTo>
                    <a:pt x="7490702" y="2332201"/>
                  </a:lnTo>
                  <a:lnTo>
                    <a:pt x="7392823" y="2349383"/>
                  </a:lnTo>
                  <a:lnTo>
                    <a:pt x="7291215" y="2364653"/>
                  </a:lnTo>
                  <a:lnTo>
                    <a:pt x="7188558" y="2377993"/>
                  </a:lnTo>
                  <a:lnTo>
                    <a:pt x="7088374" y="2389360"/>
                  </a:lnTo>
                  <a:lnTo>
                    <a:pt x="6994752" y="2398721"/>
                  </a:lnTo>
                  <a:lnTo>
                    <a:pt x="6911843" y="2406083"/>
                  </a:lnTo>
                  <a:lnTo>
                    <a:pt x="6843182" y="2411536"/>
                  </a:lnTo>
                  <a:lnTo>
                    <a:pt x="6791001" y="2415264"/>
                  </a:lnTo>
                  <a:lnTo>
                    <a:pt x="6755721" y="2417541"/>
                  </a:lnTo>
                  <a:lnTo>
                    <a:pt x="6735765" y="2418710"/>
                  </a:lnTo>
                  <a:lnTo>
                    <a:pt x="6727669" y="2419142"/>
                  </a:lnTo>
                  <a:lnTo>
                    <a:pt x="6726343" y="2419207"/>
                  </a:lnTo>
                  <a:lnTo>
                    <a:pt x="5254955" y="2419207"/>
                  </a:lnTo>
                  <a:lnTo>
                    <a:pt x="5253775" y="2419154"/>
                  </a:lnTo>
                  <a:lnTo>
                    <a:pt x="5246024" y="2418777"/>
                  </a:lnTo>
                  <a:lnTo>
                    <a:pt x="5226506" y="2417734"/>
                  </a:lnTo>
                  <a:lnTo>
                    <a:pt x="5191663" y="2415682"/>
                  </a:lnTo>
                  <a:lnTo>
                    <a:pt x="5139836" y="2412302"/>
                  </a:lnTo>
                  <a:lnTo>
                    <a:pt x="5071393" y="2407340"/>
                  </a:lnTo>
                  <a:lnTo>
                    <a:pt x="4988539" y="2400622"/>
                  </a:lnTo>
                  <a:lnTo>
                    <a:pt x="4894818" y="2392065"/>
                  </a:lnTo>
                  <a:lnTo>
                    <a:pt x="4794413" y="2381659"/>
                  </a:lnTo>
                  <a:lnTo>
                    <a:pt x="4691457" y="2369436"/>
                  </a:lnTo>
                  <a:lnTo>
                    <a:pt x="4589513" y="2355434"/>
                  </a:lnTo>
                  <a:lnTo>
                    <a:pt x="4491296" y="2339671"/>
                  </a:lnTo>
                  <a:lnTo>
                    <a:pt x="4398610" y="2322115"/>
                  </a:lnTo>
                  <a:lnTo>
                    <a:pt x="4312439" y="2302673"/>
                  </a:lnTo>
                  <a:lnTo>
                    <a:pt x="4233107" y="2281186"/>
                  </a:lnTo>
                  <a:lnTo>
                    <a:pt x="4160456" y="2257430"/>
                  </a:lnTo>
                  <a:lnTo>
                    <a:pt x="4094003" y="2231116"/>
                  </a:lnTo>
                  <a:lnTo>
                    <a:pt x="4033071" y="2201907"/>
                  </a:lnTo>
                  <a:lnTo>
                    <a:pt x="3976880" y="2169428"/>
                  </a:lnTo>
                  <a:lnTo>
                    <a:pt x="3924615" y="2133307"/>
                  </a:lnTo>
                  <a:lnTo>
                    <a:pt x="3875486" y="2093225"/>
                  </a:lnTo>
                  <a:lnTo>
                    <a:pt x="3829811" y="2050060"/>
                  </a:lnTo>
                  <a:lnTo>
                    <a:pt x="3788486" y="2005913"/>
                  </a:lnTo>
                  <a:lnTo>
                    <a:pt x="3748275" y="1958202"/>
                  </a:lnTo>
                  <a:lnTo>
                    <a:pt x="3708845" y="1906857"/>
                  </a:lnTo>
                  <a:lnTo>
                    <a:pt x="3669933" y="1851881"/>
                  </a:lnTo>
                  <a:lnTo>
                    <a:pt x="3631336" y="1793355"/>
                  </a:lnTo>
                  <a:lnTo>
                    <a:pt x="3592902" y="1731448"/>
                  </a:lnTo>
                  <a:lnTo>
                    <a:pt x="3554522" y="1666420"/>
                  </a:lnTo>
                  <a:lnTo>
                    <a:pt x="3516127" y="1598622"/>
                  </a:lnTo>
                  <a:lnTo>
                    <a:pt x="3477678" y="1528491"/>
                  </a:lnTo>
                  <a:lnTo>
                    <a:pt x="3439166" y="1456540"/>
                  </a:lnTo>
                  <a:lnTo>
                    <a:pt x="3400599" y="1383346"/>
                  </a:lnTo>
                  <a:lnTo>
                    <a:pt x="3362003" y="1309529"/>
                  </a:lnTo>
                  <a:lnTo>
                    <a:pt x="3323407" y="1235731"/>
                  </a:lnTo>
                  <a:lnTo>
                    <a:pt x="3284844" y="1162595"/>
                  </a:lnTo>
                  <a:lnTo>
                    <a:pt x="3246335" y="1090739"/>
                  </a:lnTo>
                  <a:lnTo>
                    <a:pt x="3207890" y="1020735"/>
                  </a:lnTo>
                  <a:lnTo>
                    <a:pt x="3169497" y="953093"/>
                  </a:lnTo>
                  <a:lnTo>
                    <a:pt x="3131116" y="888245"/>
                  </a:lnTo>
                  <a:lnTo>
                    <a:pt x="3092676" y="826536"/>
                  </a:lnTo>
                  <a:lnTo>
                    <a:pt x="3054064" y="768221"/>
                  </a:lnTo>
                  <a:lnTo>
                    <a:pt x="3015128" y="713463"/>
                  </a:lnTo>
                  <a:lnTo>
                    <a:pt x="2975658" y="662339"/>
                  </a:lnTo>
                  <a:lnTo>
                    <a:pt x="2935390" y="614847"/>
                  </a:lnTo>
                  <a:lnTo>
                    <a:pt x="2896531" y="573472"/>
                  </a:lnTo>
                  <a:lnTo>
                    <a:pt x="2849766" y="529347"/>
                  </a:lnTo>
                  <a:lnTo>
                    <a:pt x="2800573" y="489358"/>
                  </a:lnTo>
                  <a:lnTo>
                    <a:pt x="2748229" y="453324"/>
                  </a:lnTo>
                  <a:lnTo>
                    <a:pt x="2691938" y="420924"/>
                  </a:lnTo>
                  <a:lnTo>
                    <a:pt x="2630889" y="391784"/>
                  </a:lnTo>
                  <a:lnTo>
                    <a:pt x="2564302" y="365533"/>
                  </a:lnTo>
                  <a:lnTo>
                    <a:pt x="2491502" y="341831"/>
                  </a:lnTo>
                  <a:lnTo>
                    <a:pt x="2412015" y="320393"/>
                  </a:lnTo>
                  <a:lnTo>
                    <a:pt x="2325690" y="300996"/>
                  </a:lnTo>
                  <a:lnTo>
                    <a:pt x="2232864" y="283481"/>
                  </a:lnTo>
                  <a:lnTo>
                    <a:pt x="2134539" y="267758"/>
                  </a:lnTo>
                  <a:lnTo>
                    <a:pt x="2032538" y="253797"/>
                  </a:lnTo>
                  <a:lnTo>
                    <a:pt x="1929597" y="241615"/>
                  </a:lnTo>
                  <a:lnTo>
                    <a:pt x="1829297" y="231250"/>
                  </a:lnTo>
                  <a:lnTo>
                    <a:pt x="1735779" y="222736"/>
                  </a:lnTo>
                  <a:lnTo>
                    <a:pt x="1653218" y="216059"/>
                  </a:lnTo>
                  <a:lnTo>
                    <a:pt x="1585134" y="211135"/>
                  </a:lnTo>
                  <a:lnTo>
                    <a:pt x="1533699" y="207789"/>
                  </a:lnTo>
                  <a:lnTo>
                    <a:pt x="1499231" y="205764"/>
                  </a:lnTo>
                  <a:lnTo>
                    <a:pt x="1480028" y="204740"/>
                  </a:lnTo>
                  <a:lnTo>
                    <a:pt x="1472490" y="204374"/>
                  </a:lnTo>
                  <a:lnTo>
                    <a:pt x="1471387" y="204324"/>
                  </a:lnTo>
                  <a:lnTo>
                    <a:pt x="0" y="204324"/>
                  </a:lnTo>
                  <a:close/>
                </a:path>
              </a:pathLst>
            </a:custGeom>
            <a:solidFill>
              <a:srgbClr val="F28E5B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987" name="pl987"/>
            <p:cNvSpPr/>
            <p:nvPr/>
          </p:nvSpPr>
          <p:spPr>
            <a:xfrm>
              <a:off x="4799595" y="7848492"/>
              <a:ext cx="11981298" cy="2419207"/>
            </a:xfrm>
            <a:custGeom>
              <a:avLst/>
              <a:pathLst>
                <a:path w="11981298" h="2419207">
                  <a:moveTo>
                    <a:pt x="0" y="204324"/>
                  </a:moveTo>
                  <a:lnTo>
                    <a:pt x="1471387" y="204324"/>
                  </a:lnTo>
                  <a:lnTo>
                    <a:pt x="1472567" y="204377"/>
                  </a:lnTo>
                  <a:lnTo>
                    <a:pt x="1480318" y="204755"/>
                  </a:lnTo>
                  <a:lnTo>
                    <a:pt x="1499836" y="205797"/>
                  </a:lnTo>
                  <a:lnTo>
                    <a:pt x="1534679" y="207850"/>
                  </a:lnTo>
                  <a:lnTo>
                    <a:pt x="1586506" y="211229"/>
                  </a:lnTo>
                  <a:lnTo>
                    <a:pt x="1654949" y="216191"/>
                  </a:lnTo>
                  <a:lnTo>
                    <a:pt x="1737803" y="222909"/>
                  </a:lnTo>
                  <a:lnTo>
                    <a:pt x="1831524" y="231466"/>
                  </a:lnTo>
                  <a:lnTo>
                    <a:pt x="1931929" y="241872"/>
                  </a:lnTo>
                  <a:lnTo>
                    <a:pt x="2034885" y="254096"/>
                  </a:lnTo>
                  <a:lnTo>
                    <a:pt x="2136829" y="268097"/>
                  </a:lnTo>
                  <a:lnTo>
                    <a:pt x="2235047" y="283860"/>
                  </a:lnTo>
                  <a:lnTo>
                    <a:pt x="2327732" y="301417"/>
                  </a:lnTo>
                  <a:lnTo>
                    <a:pt x="2413903" y="320859"/>
                  </a:lnTo>
                  <a:lnTo>
                    <a:pt x="2493235" y="342345"/>
                  </a:lnTo>
                  <a:lnTo>
                    <a:pt x="2565886" y="366101"/>
                  </a:lnTo>
                  <a:lnTo>
                    <a:pt x="2632339" y="392415"/>
                  </a:lnTo>
                  <a:lnTo>
                    <a:pt x="2693271" y="421625"/>
                  </a:lnTo>
                  <a:lnTo>
                    <a:pt x="2749463" y="454104"/>
                  </a:lnTo>
                  <a:lnTo>
                    <a:pt x="2801727" y="490225"/>
                  </a:lnTo>
                  <a:lnTo>
                    <a:pt x="2850856" y="530307"/>
                  </a:lnTo>
                  <a:lnTo>
                    <a:pt x="2896531" y="573472"/>
                  </a:lnTo>
                  <a:lnTo>
                    <a:pt x="2937856" y="617619"/>
                  </a:lnTo>
                  <a:lnTo>
                    <a:pt x="2978067" y="665330"/>
                  </a:lnTo>
                  <a:lnTo>
                    <a:pt x="3017497" y="716674"/>
                  </a:lnTo>
                  <a:lnTo>
                    <a:pt x="3056409" y="771650"/>
                  </a:lnTo>
                  <a:lnTo>
                    <a:pt x="3095006" y="830176"/>
                  </a:lnTo>
                  <a:lnTo>
                    <a:pt x="3133440" y="892083"/>
                  </a:lnTo>
                  <a:lnTo>
                    <a:pt x="3171820" y="957111"/>
                  </a:lnTo>
                  <a:lnTo>
                    <a:pt x="3210215" y="1024909"/>
                  </a:lnTo>
                  <a:lnTo>
                    <a:pt x="3248664" y="1095041"/>
                  </a:lnTo>
                  <a:lnTo>
                    <a:pt x="3287176" y="1166991"/>
                  </a:lnTo>
                  <a:lnTo>
                    <a:pt x="3325743" y="1240185"/>
                  </a:lnTo>
                  <a:lnTo>
                    <a:pt x="3364339" y="1314003"/>
                  </a:lnTo>
                  <a:lnTo>
                    <a:pt x="3402935" y="1387800"/>
                  </a:lnTo>
                  <a:lnTo>
                    <a:pt x="3441498" y="1460936"/>
                  </a:lnTo>
                  <a:lnTo>
                    <a:pt x="3480007" y="1532793"/>
                  </a:lnTo>
                  <a:lnTo>
                    <a:pt x="3518452" y="1602797"/>
                  </a:lnTo>
                  <a:lnTo>
                    <a:pt x="3556845" y="1670439"/>
                  </a:lnTo>
                  <a:lnTo>
                    <a:pt x="3595226" y="1735287"/>
                  </a:lnTo>
                  <a:lnTo>
                    <a:pt x="3633667" y="1796996"/>
                  </a:lnTo>
                  <a:lnTo>
                    <a:pt x="3672278" y="1855311"/>
                  </a:lnTo>
                  <a:lnTo>
                    <a:pt x="3711214" y="1910069"/>
                  </a:lnTo>
                  <a:lnTo>
                    <a:pt x="3750684" y="1961192"/>
                  </a:lnTo>
                  <a:lnTo>
                    <a:pt x="3790952" y="2008685"/>
                  </a:lnTo>
                  <a:lnTo>
                    <a:pt x="3829811" y="2050060"/>
                  </a:lnTo>
                  <a:lnTo>
                    <a:pt x="3876576" y="2094184"/>
                  </a:lnTo>
                  <a:lnTo>
                    <a:pt x="3925769" y="2134173"/>
                  </a:lnTo>
                  <a:lnTo>
                    <a:pt x="3978113" y="2170207"/>
                  </a:lnTo>
                  <a:lnTo>
                    <a:pt x="4034404" y="2202607"/>
                  </a:lnTo>
                  <a:lnTo>
                    <a:pt x="4095453" y="2231747"/>
                  </a:lnTo>
                  <a:lnTo>
                    <a:pt x="4162040" y="2257999"/>
                  </a:lnTo>
                  <a:lnTo>
                    <a:pt x="4234840" y="2281700"/>
                  </a:lnTo>
                  <a:lnTo>
                    <a:pt x="4314327" y="2303138"/>
                  </a:lnTo>
                  <a:lnTo>
                    <a:pt x="4400652" y="2322536"/>
                  </a:lnTo>
                  <a:lnTo>
                    <a:pt x="4493478" y="2340050"/>
                  </a:lnTo>
                  <a:lnTo>
                    <a:pt x="4591803" y="2355773"/>
                  </a:lnTo>
                  <a:lnTo>
                    <a:pt x="4693804" y="2369734"/>
                  </a:lnTo>
                  <a:lnTo>
                    <a:pt x="4796745" y="2381917"/>
                  </a:lnTo>
                  <a:lnTo>
                    <a:pt x="4897045" y="2392281"/>
                  </a:lnTo>
                  <a:lnTo>
                    <a:pt x="4990563" y="2400796"/>
                  </a:lnTo>
                  <a:lnTo>
                    <a:pt x="5073124" y="2407472"/>
                  </a:lnTo>
                  <a:lnTo>
                    <a:pt x="5141208" y="2412396"/>
                  </a:lnTo>
                  <a:lnTo>
                    <a:pt x="5192644" y="2415742"/>
                  </a:lnTo>
                  <a:lnTo>
                    <a:pt x="5227111" y="2417768"/>
                  </a:lnTo>
                  <a:lnTo>
                    <a:pt x="5246315" y="2418792"/>
                  </a:lnTo>
                  <a:lnTo>
                    <a:pt x="5253853" y="2419158"/>
                  </a:lnTo>
                  <a:lnTo>
                    <a:pt x="5254955" y="2419207"/>
                  </a:lnTo>
                  <a:lnTo>
                    <a:pt x="6726343" y="2419207"/>
                  </a:lnTo>
                  <a:lnTo>
                    <a:pt x="6727512" y="2419150"/>
                  </a:lnTo>
                  <a:lnTo>
                    <a:pt x="6735196" y="2418741"/>
                  </a:lnTo>
                  <a:lnTo>
                    <a:pt x="6754551" y="2417613"/>
                  </a:lnTo>
                  <a:lnTo>
                    <a:pt x="6789115" y="2415391"/>
                  </a:lnTo>
                  <a:lnTo>
                    <a:pt x="6840554" y="2411733"/>
                  </a:lnTo>
                  <a:lnTo>
                    <a:pt x="6908532" y="2406360"/>
                  </a:lnTo>
                  <a:lnTo>
                    <a:pt x="6990886" y="2399083"/>
                  </a:lnTo>
                  <a:lnTo>
                    <a:pt x="7084126" y="2389810"/>
                  </a:lnTo>
                  <a:lnTo>
                    <a:pt x="7184112" y="2378530"/>
                  </a:lnTo>
                  <a:lnTo>
                    <a:pt x="7286740" y="2365275"/>
                  </a:lnTo>
                  <a:lnTo>
                    <a:pt x="7388456" y="2350089"/>
                  </a:lnTo>
                  <a:lnTo>
                    <a:pt x="7486541" y="2332990"/>
                  </a:lnTo>
                  <a:lnTo>
                    <a:pt x="7579178" y="2313947"/>
                  </a:lnTo>
                  <a:lnTo>
                    <a:pt x="7665363" y="2292861"/>
                  </a:lnTo>
                  <a:lnTo>
                    <a:pt x="7744754" y="2269565"/>
                  </a:lnTo>
                  <a:lnTo>
                    <a:pt x="7817488" y="2243817"/>
                  </a:lnTo>
                  <a:lnTo>
                    <a:pt x="7884033" y="2215310"/>
                  </a:lnTo>
                  <a:lnTo>
                    <a:pt x="7945053" y="2183677"/>
                  </a:lnTo>
                  <a:lnTo>
                    <a:pt x="8001317" y="2148518"/>
                  </a:lnTo>
                  <a:lnTo>
                    <a:pt x="8053631" y="2109428"/>
                  </a:lnTo>
                  <a:lnTo>
                    <a:pt x="8102784" y="2066054"/>
                  </a:lnTo>
                  <a:lnTo>
                    <a:pt x="8149496" y="2018194"/>
                  </a:lnTo>
                  <a:lnTo>
                    <a:pt x="8151487" y="2016006"/>
                  </a:lnTo>
                  <a:lnTo>
                    <a:pt x="8191517" y="1969378"/>
                  </a:lnTo>
                  <a:lnTo>
                    <a:pt x="8230493" y="1919104"/>
                  </a:lnTo>
                  <a:lnTo>
                    <a:pt x="8268719" y="1865112"/>
                  </a:lnTo>
                  <a:lnTo>
                    <a:pt x="8306439" y="1807397"/>
                  </a:lnTo>
                  <a:lnTo>
                    <a:pt x="8343842" y="1746031"/>
                  </a:lnTo>
                  <a:lnTo>
                    <a:pt x="8381073" y="1681170"/>
                  </a:lnTo>
                  <a:lnTo>
                    <a:pt x="8418237" y="1613054"/>
                  </a:lnTo>
                  <a:lnTo>
                    <a:pt x="8455404" y="1542014"/>
                  </a:lnTo>
                  <a:lnTo>
                    <a:pt x="8492615" y="1468462"/>
                  </a:lnTo>
                  <a:lnTo>
                    <a:pt x="8529885" y="1392890"/>
                  </a:lnTo>
                  <a:lnTo>
                    <a:pt x="8567210" y="1315850"/>
                  </a:lnTo>
                  <a:lnTo>
                    <a:pt x="8604572" y="1237947"/>
                  </a:lnTo>
                  <a:lnTo>
                    <a:pt x="8641945" y="1159812"/>
                  </a:lnTo>
                  <a:lnTo>
                    <a:pt x="8679300" y="1082084"/>
                  </a:lnTo>
                  <a:lnTo>
                    <a:pt x="8716611" y="1005389"/>
                  </a:lnTo>
                  <a:lnTo>
                    <a:pt x="8753865" y="930319"/>
                  </a:lnTo>
                  <a:lnTo>
                    <a:pt x="8791061" y="857411"/>
                  </a:lnTo>
                  <a:lnTo>
                    <a:pt x="8828222" y="787137"/>
                  </a:lnTo>
                  <a:lnTo>
                    <a:pt x="8865396" y="719886"/>
                  </a:lnTo>
                  <a:lnTo>
                    <a:pt x="8902662" y="655964"/>
                  </a:lnTo>
                  <a:lnTo>
                    <a:pt x="8940136" y="595589"/>
                  </a:lnTo>
                  <a:lnTo>
                    <a:pt x="8977974" y="538893"/>
                  </a:lnTo>
                  <a:lnTo>
                    <a:pt x="9016379" y="485926"/>
                  </a:lnTo>
                  <a:lnTo>
                    <a:pt x="9055611" y="436663"/>
                  </a:lnTo>
                  <a:lnTo>
                    <a:pt x="9084767" y="403201"/>
                  </a:lnTo>
                  <a:lnTo>
                    <a:pt x="9131388" y="355144"/>
                  </a:lnTo>
                  <a:lnTo>
                    <a:pt x="9180419" y="311578"/>
                  </a:lnTo>
                  <a:lnTo>
                    <a:pt x="9232580" y="272307"/>
                  </a:lnTo>
                  <a:lnTo>
                    <a:pt x="9288655" y="236985"/>
                  </a:lnTo>
                  <a:lnTo>
                    <a:pt x="9349451" y="205208"/>
                  </a:lnTo>
                  <a:lnTo>
                    <a:pt x="9415740" y="176572"/>
                  </a:lnTo>
                  <a:lnTo>
                    <a:pt x="9488193" y="150710"/>
                  </a:lnTo>
                  <a:lnTo>
                    <a:pt x="9567288" y="127313"/>
                  </a:lnTo>
                  <a:lnTo>
                    <a:pt x="9653180" y="106135"/>
                  </a:lnTo>
                  <a:lnTo>
                    <a:pt x="9745551" y="87005"/>
                  </a:lnTo>
                  <a:lnTo>
                    <a:pt x="9843431" y="69823"/>
                  </a:lnTo>
                  <a:lnTo>
                    <a:pt x="9945038" y="54554"/>
                  </a:lnTo>
                  <a:lnTo>
                    <a:pt x="10047695" y="41214"/>
                  </a:lnTo>
                  <a:lnTo>
                    <a:pt x="10147879" y="29846"/>
                  </a:lnTo>
                  <a:lnTo>
                    <a:pt x="10241501" y="20486"/>
                  </a:lnTo>
                  <a:lnTo>
                    <a:pt x="10324410" y="13123"/>
                  </a:lnTo>
                  <a:lnTo>
                    <a:pt x="10393071" y="7670"/>
                  </a:lnTo>
                  <a:lnTo>
                    <a:pt x="10445252" y="3942"/>
                  </a:lnTo>
                  <a:lnTo>
                    <a:pt x="10480532" y="1665"/>
                  </a:lnTo>
                  <a:lnTo>
                    <a:pt x="10500488" y="497"/>
                  </a:lnTo>
                  <a:lnTo>
                    <a:pt x="10508585" y="65"/>
                  </a:lnTo>
                  <a:lnTo>
                    <a:pt x="10509911" y="0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88" name="pl988"/>
            <p:cNvSpPr/>
            <p:nvPr/>
          </p:nvSpPr>
          <p:spPr>
            <a:xfrm>
              <a:off x="4799595" y="7840319"/>
              <a:ext cx="11981298" cy="2419207"/>
            </a:xfrm>
            <a:custGeom>
              <a:avLst/>
              <a:pathLst>
                <a:path w="11981298" h="2419207">
                  <a:moveTo>
                    <a:pt x="11981298" y="0"/>
                  </a:moveTo>
                  <a:lnTo>
                    <a:pt x="10509911" y="0"/>
                  </a:lnTo>
                  <a:lnTo>
                    <a:pt x="10508741" y="57"/>
                  </a:lnTo>
                  <a:lnTo>
                    <a:pt x="10501057" y="465"/>
                  </a:lnTo>
                  <a:lnTo>
                    <a:pt x="10481702" y="1594"/>
                  </a:lnTo>
                  <a:lnTo>
                    <a:pt x="10447138" y="3815"/>
                  </a:lnTo>
                  <a:lnTo>
                    <a:pt x="10395699" y="7473"/>
                  </a:lnTo>
                  <a:lnTo>
                    <a:pt x="10327722" y="12847"/>
                  </a:lnTo>
                  <a:lnTo>
                    <a:pt x="10245367" y="20124"/>
                  </a:lnTo>
                  <a:lnTo>
                    <a:pt x="10152127" y="29396"/>
                  </a:lnTo>
                  <a:lnTo>
                    <a:pt x="10052141" y="40677"/>
                  </a:lnTo>
                  <a:lnTo>
                    <a:pt x="9949514" y="53932"/>
                  </a:lnTo>
                  <a:lnTo>
                    <a:pt x="9847798" y="69118"/>
                  </a:lnTo>
                  <a:lnTo>
                    <a:pt x="9749712" y="86216"/>
                  </a:lnTo>
                  <a:lnTo>
                    <a:pt x="9657075" y="105260"/>
                  </a:lnTo>
                  <a:lnTo>
                    <a:pt x="9570890" y="126345"/>
                  </a:lnTo>
                  <a:lnTo>
                    <a:pt x="9491500" y="149641"/>
                  </a:lnTo>
                  <a:lnTo>
                    <a:pt x="9418765" y="175389"/>
                  </a:lnTo>
                  <a:lnTo>
                    <a:pt x="9352220" y="203897"/>
                  </a:lnTo>
                  <a:lnTo>
                    <a:pt x="9291200" y="235529"/>
                  </a:lnTo>
                  <a:lnTo>
                    <a:pt x="9234936" y="270688"/>
                  </a:lnTo>
                  <a:lnTo>
                    <a:pt x="9182622" y="309779"/>
                  </a:lnTo>
                  <a:lnTo>
                    <a:pt x="9133470" y="353152"/>
                  </a:lnTo>
                  <a:lnTo>
                    <a:pt x="9086757" y="401013"/>
                  </a:lnTo>
                  <a:lnTo>
                    <a:pt x="9084767" y="403201"/>
                  </a:lnTo>
                  <a:lnTo>
                    <a:pt x="9044736" y="449829"/>
                  </a:lnTo>
                  <a:lnTo>
                    <a:pt x="9005760" y="500103"/>
                  </a:lnTo>
                  <a:lnTo>
                    <a:pt x="8967534" y="554095"/>
                  </a:lnTo>
                  <a:lnTo>
                    <a:pt x="8929815" y="611810"/>
                  </a:lnTo>
                  <a:lnTo>
                    <a:pt x="8892411" y="673175"/>
                  </a:lnTo>
                  <a:lnTo>
                    <a:pt x="8855180" y="738037"/>
                  </a:lnTo>
                  <a:lnTo>
                    <a:pt x="8818016" y="806152"/>
                  </a:lnTo>
                  <a:lnTo>
                    <a:pt x="8780849" y="877193"/>
                  </a:lnTo>
                  <a:lnTo>
                    <a:pt x="8743639" y="950744"/>
                  </a:lnTo>
                  <a:lnTo>
                    <a:pt x="8706369" y="1026317"/>
                  </a:lnTo>
                  <a:lnTo>
                    <a:pt x="8669043" y="1103356"/>
                  </a:lnTo>
                  <a:lnTo>
                    <a:pt x="8631681" y="1181259"/>
                  </a:lnTo>
                  <a:lnTo>
                    <a:pt x="8594308" y="1259395"/>
                  </a:lnTo>
                  <a:lnTo>
                    <a:pt x="8556953" y="1337123"/>
                  </a:lnTo>
                  <a:lnTo>
                    <a:pt x="8519642" y="1413817"/>
                  </a:lnTo>
                  <a:lnTo>
                    <a:pt x="8482388" y="1488888"/>
                  </a:lnTo>
                  <a:lnTo>
                    <a:pt x="8445192" y="1561795"/>
                  </a:lnTo>
                  <a:lnTo>
                    <a:pt x="8408031" y="1632070"/>
                  </a:lnTo>
                  <a:lnTo>
                    <a:pt x="8370857" y="1699321"/>
                  </a:lnTo>
                  <a:lnTo>
                    <a:pt x="8333591" y="1763243"/>
                  </a:lnTo>
                  <a:lnTo>
                    <a:pt x="8296117" y="1823617"/>
                  </a:lnTo>
                  <a:lnTo>
                    <a:pt x="8258279" y="1880314"/>
                  </a:lnTo>
                  <a:lnTo>
                    <a:pt x="8219874" y="1933281"/>
                  </a:lnTo>
                  <a:lnTo>
                    <a:pt x="8180642" y="1982543"/>
                  </a:lnTo>
                  <a:lnTo>
                    <a:pt x="8151487" y="2016006"/>
                  </a:lnTo>
                  <a:lnTo>
                    <a:pt x="8104865" y="2064062"/>
                  </a:lnTo>
                  <a:lnTo>
                    <a:pt x="8055834" y="2107629"/>
                  </a:lnTo>
                  <a:lnTo>
                    <a:pt x="8003673" y="2146900"/>
                  </a:lnTo>
                  <a:lnTo>
                    <a:pt x="7947598" y="2182221"/>
                  </a:lnTo>
                  <a:lnTo>
                    <a:pt x="7886803" y="2213999"/>
                  </a:lnTo>
                  <a:lnTo>
                    <a:pt x="7820514" y="2242635"/>
                  </a:lnTo>
                  <a:lnTo>
                    <a:pt x="7748060" y="2268496"/>
                  </a:lnTo>
                  <a:lnTo>
                    <a:pt x="7668966" y="2291893"/>
                  </a:lnTo>
                  <a:lnTo>
                    <a:pt x="7583073" y="2313071"/>
                  </a:lnTo>
                  <a:lnTo>
                    <a:pt x="7490702" y="2332201"/>
                  </a:lnTo>
                  <a:lnTo>
                    <a:pt x="7392823" y="2349383"/>
                  </a:lnTo>
                  <a:lnTo>
                    <a:pt x="7291215" y="2364653"/>
                  </a:lnTo>
                  <a:lnTo>
                    <a:pt x="7188558" y="2377993"/>
                  </a:lnTo>
                  <a:lnTo>
                    <a:pt x="7088374" y="2389360"/>
                  </a:lnTo>
                  <a:lnTo>
                    <a:pt x="6994752" y="2398721"/>
                  </a:lnTo>
                  <a:lnTo>
                    <a:pt x="6911843" y="2406083"/>
                  </a:lnTo>
                  <a:lnTo>
                    <a:pt x="6843182" y="2411536"/>
                  </a:lnTo>
                  <a:lnTo>
                    <a:pt x="6791001" y="2415264"/>
                  </a:lnTo>
                  <a:lnTo>
                    <a:pt x="6755721" y="2417541"/>
                  </a:lnTo>
                  <a:lnTo>
                    <a:pt x="6735765" y="2418710"/>
                  </a:lnTo>
                  <a:lnTo>
                    <a:pt x="6727669" y="2419142"/>
                  </a:lnTo>
                  <a:lnTo>
                    <a:pt x="6726343" y="2419207"/>
                  </a:lnTo>
                  <a:lnTo>
                    <a:pt x="6726343" y="2419207"/>
                  </a:lnTo>
                  <a:lnTo>
                    <a:pt x="5254955" y="2419207"/>
                  </a:lnTo>
                  <a:lnTo>
                    <a:pt x="5253775" y="2419154"/>
                  </a:lnTo>
                  <a:lnTo>
                    <a:pt x="5246024" y="2418777"/>
                  </a:lnTo>
                  <a:lnTo>
                    <a:pt x="5226506" y="2417734"/>
                  </a:lnTo>
                  <a:lnTo>
                    <a:pt x="5191663" y="2415682"/>
                  </a:lnTo>
                  <a:lnTo>
                    <a:pt x="5139836" y="2412302"/>
                  </a:lnTo>
                  <a:lnTo>
                    <a:pt x="5071393" y="2407340"/>
                  </a:lnTo>
                  <a:lnTo>
                    <a:pt x="4988539" y="2400622"/>
                  </a:lnTo>
                  <a:lnTo>
                    <a:pt x="4894818" y="2392065"/>
                  </a:lnTo>
                  <a:lnTo>
                    <a:pt x="4794413" y="2381659"/>
                  </a:lnTo>
                  <a:lnTo>
                    <a:pt x="4691457" y="2369436"/>
                  </a:lnTo>
                  <a:lnTo>
                    <a:pt x="4589513" y="2355434"/>
                  </a:lnTo>
                  <a:lnTo>
                    <a:pt x="4491296" y="2339671"/>
                  </a:lnTo>
                  <a:lnTo>
                    <a:pt x="4398610" y="2322115"/>
                  </a:lnTo>
                  <a:lnTo>
                    <a:pt x="4312439" y="2302673"/>
                  </a:lnTo>
                  <a:lnTo>
                    <a:pt x="4233107" y="2281186"/>
                  </a:lnTo>
                  <a:lnTo>
                    <a:pt x="4160456" y="2257430"/>
                  </a:lnTo>
                  <a:lnTo>
                    <a:pt x="4094003" y="2231116"/>
                  </a:lnTo>
                  <a:lnTo>
                    <a:pt x="4033071" y="2201907"/>
                  </a:lnTo>
                  <a:lnTo>
                    <a:pt x="3976880" y="2169428"/>
                  </a:lnTo>
                  <a:lnTo>
                    <a:pt x="3924615" y="2133307"/>
                  </a:lnTo>
                  <a:lnTo>
                    <a:pt x="3875486" y="2093225"/>
                  </a:lnTo>
                  <a:lnTo>
                    <a:pt x="3829811" y="2050060"/>
                  </a:lnTo>
                  <a:lnTo>
                    <a:pt x="3788486" y="2005913"/>
                  </a:lnTo>
                  <a:lnTo>
                    <a:pt x="3748275" y="1958202"/>
                  </a:lnTo>
                  <a:lnTo>
                    <a:pt x="3708845" y="1906857"/>
                  </a:lnTo>
                  <a:lnTo>
                    <a:pt x="3669933" y="1851881"/>
                  </a:lnTo>
                  <a:lnTo>
                    <a:pt x="3631336" y="1793355"/>
                  </a:lnTo>
                  <a:lnTo>
                    <a:pt x="3592902" y="1731448"/>
                  </a:lnTo>
                  <a:lnTo>
                    <a:pt x="3554522" y="1666420"/>
                  </a:lnTo>
                  <a:lnTo>
                    <a:pt x="3516127" y="1598622"/>
                  </a:lnTo>
                  <a:lnTo>
                    <a:pt x="3477678" y="1528491"/>
                  </a:lnTo>
                  <a:lnTo>
                    <a:pt x="3439166" y="1456540"/>
                  </a:lnTo>
                  <a:lnTo>
                    <a:pt x="3400599" y="1383346"/>
                  </a:lnTo>
                  <a:lnTo>
                    <a:pt x="3362003" y="1309529"/>
                  </a:lnTo>
                  <a:lnTo>
                    <a:pt x="3323407" y="1235731"/>
                  </a:lnTo>
                  <a:lnTo>
                    <a:pt x="3284844" y="1162595"/>
                  </a:lnTo>
                  <a:lnTo>
                    <a:pt x="3246335" y="1090739"/>
                  </a:lnTo>
                  <a:lnTo>
                    <a:pt x="3207890" y="1020735"/>
                  </a:lnTo>
                  <a:lnTo>
                    <a:pt x="3169497" y="953093"/>
                  </a:lnTo>
                  <a:lnTo>
                    <a:pt x="3131116" y="888245"/>
                  </a:lnTo>
                  <a:lnTo>
                    <a:pt x="3092676" y="826536"/>
                  </a:lnTo>
                  <a:lnTo>
                    <a:pt x="3054064" y="768221"/>
                  </a:lnTo>
                  <a:lnTo>
                    <a:pt x="3015128" y="713463"/>
                  </a:lnTo>
                  <a:lnTo>
                    <a:pt x="2975658" y="662339"/>
                  </a:lnTo>
                  <a:lnTo>
                    <a:pt x="2935390" y="614847"/>
                  </a:lnTo>
                  <a:lnTo>
                    <a:pt x="2896531" y="573472"/>
                  </a:lnTo>
                  <a:lnTo>
                    <a:pt x="2849766" y="529347"/>
                  </a:lnTo>
                  <a:lnTo>
                    <a:pt x="2800573" y="489358"/>
                  </a:lnTo>
                  <a:lnTo>
                    <a:pt x="2748229" y="453324"/>
                  </a:lnTo>
                  <a:lnTo>
                    <a:pt x="2691938" y="420924"/>
                  </a:lnTo>
                  <a:lnTo>
                    <a:pt x="2630889" y="391784"/>
                  </a:lnTo>
                  <a:lnTo>
                    <a:pt x="2564302" y="365533"/>
                  </a:lnTo>
                  <a:lnTo>
                    <a:pt x="2491502" y="341831"/>
                  </a:lnTo>
                  <a:lnTo>
                    <a:pt x="2412015" y="320393"/>
                  </a:lnTo>
                  <a:lnTo>
                    <a:pt x="2325690" y="300996"/>
                  </a:lnTo>
                  <a:lnTo>
                    <a:pt x="2232864" y="283481"/>
                  </a:lnTo>
                  <a:lnTo>
                    <a:pt x="2134539" y="267758"/>
                  </a:lnTo>
                  <a:lnTo>
                    <a:pt x="2032538" y="253797"/>
                  </a:lnTo>
                  <a:lnTo>
                    <a:pt x="1929597" y="241615"/>
                  </a:lnTo>
                  <a:lnTo>
                    <a:pt x="1829297" y="231250"/>
                  </a:lnTo>
                  <a:lnTo>
                    <a:pt x="1735779" y="222736"/>
                  </a:lnTo>
                  <a:lnTo>
                    <a:pt x="1653218" y="216059"/>
                  </a:lnTo>
                  <a:lnTo>
                    <a:pt x="1585134" y="211135"/>
                  </a:lnTo>
                  <a:lnTo>
                    <a:pt x="1533699" y="207789"/>
                  </a:lnTo>
                  <a:lnTo>
                    <a:pt x="1499231" y="205764"/>
                  </a:lnTo>
                  <a:lnTo>
                    <a:pt x="1480028" y="204740"/>
                  </a:lnTo>
                  <a:lnTo>
                    <a:pt x="1472490" y="204374"/>
                  </a:lnTo>
                  <a:lnTo>
                    <a:pt x="1471387" y="204324"/>
                  </a:lnTo>
                  <a:lnTo>
                    <a:pt x="0" y="20432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89" name="pg989"/>
            <p:cNvSpPr/>
            <p:nvPr/>
          </p:nvSpPr>
          <p:spPr>
            <a:xfrm>
              <a:off x="4799595" y="8052817"/>
              <a:ext cx="11981298" cy="2460072"/>
            </a:xfrm>
            <a:custGeom>
              <a:avLst/>
              <a:pathLst>
                <a:path w="11981298" h="2460072">
                  <a:moveTo>
                    <a:pt x="0" y="8172"/>
                  </a:moveTo>
                  <a:lnTo>
                    <a:pt x="1471387" y="8172"/>
                  </a:lnTo>
                  <a:lnTo>
                    <a:pt x="1472563" y="8227"/>
                  </a:lnTo>
                  <a:lnTo>
                    <a:pt x="1480288" y="8617"/>
                  </a:lnTo>
                  <a:lnTo>
                    <a:pt x="1499742" y="9694"/>
                  </a:lnTo>
                  <a:lnTo>
                    <a:pt x="1534476" y="11815"/>
                  </a:lnTo>
                  <a:lnTo>
                    <a:pt x="1586150" y="15307"/>
                  </a:lnTo>
                  <a:lnTo>
                    <a:pt x="1654412" y="20435"/>
                  </a:lnTo>
                  <a:lnTo>
                    <a:pt x="1737070" y="27378"/>
                  </a:lnTo>
                  <a:lnTo>
                    <a:pt x="1830603" y="36223"/>
                  </a:lnTo>
                  <a:lnTo>
                    <a:pt x="1930844" y="46982"/>
                  </a:lnTo>
                  <a:lnTo>
                    <a:pt x="2033672" y="59620"/>
                  </a:lnTo>
                  <a:lnTo>
                    <a:pt x="2135527" y="74098"/>
                  </a:lnTo>
                  <a:lnTo>
                    <a:pt x="2233694" y="90399"/>
                  </a:lnTo>
                  <a:lnTo>
                    <a:pt x="2326360" y="108554"/>
                  </a:lnTo>
                  <a:lnTo>
                    <a:pt x="2412537" y="128658"/>
                  </a:lnTo>
                  <a:lnTo>
                    <a:pt x="2491892" y="150873"/>
                  </a:lnTo>
                  <a:lnTo>
                    <a:pt x="2564576" y="175431"/>
                  </a:lnTo>
                  <a:lnTo>
                    <a:pt x="2631065" y="202629"/>
                  </a:lnTo>
                  <a:lnTo>
                    <a:pt x="2692031" y="232815"/>
                  </a:lnTo>
                  <a:lnTo>
                    <a:pt x="2748251" y="266375"/>
                  </a:lnTo>
                  <a:lnTo>
                    <a:pt x="2800534" y="303694"/>
                  </a:lnTo>
                  <a:lnTo>
                    <a:pt x="2849673" y="345104"/>
                  </a:lnTo>
                  <a:lnTo>
                    <a:pt x="2896388" y="390792"/>
                  </a:lnTo>
                  <a:lnTo>
                    <a:pt x="2896531" y="390941"/>
                  </a:lnTo>
                  <a:lnTo>
                    <a:pt x="2937327" y="436099"/>
                  </a:lnTo>
                  <a:lnTo>
                    <a:pt x="2977033" y="484856"/>
                  </a:lnTo>
                  <a:lnTo>
                    <a:pt x="3015971" y="537282"/>
                  </a:lnTo>
                  <a:lnTo>
                    <a:pt x="3054396" y="593378"/>
                  </a:lnTo>
                  <a:lnTo>
                    <a:pt x="3092505" y="653067"/>
                  </a:lnTo>
                  <a:lnTo>
                    <a:pt x="3130447" y="716185"/>
                  </a:lnTo>
                  <a:lnTo>
                    <a:pt x="3168329" y="782480"/>
                  </a:lnTo>
                  <a:lnTo>
                    <a:pt x="3206222" y="851609"/>
                  </a:lnTo>
                  <a:lnTo>
                    <a:pt x="3244164" y="923144"/>
                  </a:lnTo>
                  <a:lnTo>
                    <a:pt x="3282169" y="996582"/>
                  </a:lnTo>
                  <a:lnTo>
                    <a:pt x="3320228" y="1071355"/>
                  </a:lnTo>
                  <a:lnTo>
                    <a:pt x="3358320" y="1146848"/>
                  </a:lnTo>
                  <a:lnTo>
                    <a:pt x="3396417" y="1222424"/>
                  </a:lnTo>
                  <a:lnTo>
                    <a:pt x="3434487" y="1297439"/>
                  </a:lnTo>
                  <a:lnTo>
                    <a:pt x="3472507" y="1371273"/>
                  </a:lnTo>
                  <a:lnTo>
                    <a:pt x="3510465" y="1443344"/>
                  </a:lnTo>
                  <a:lnTo>
                    <a:pt x="3548368" y="1513129"/>
                  </a:lnTo>
                  <a:lnTo>
                    <a:pt x="3586247" y="1580181"/>
                  </a:lnTo>
                  <a:lnTo>
                    <a:pt x="3624166" y="1644136"/>
                  </a:lnTo>
                  <a:lnTo>
                    <a:pt x="3662220" y="1704717"/>
                  </a:lnTo>
                  <a:lnTo>
                    <a:pt x="3700547" y="1761739"/>
                  </a:lnTo>
                  <a:lnTo>
                    <a:pt x="3739333" y="1815102"/>
                  </a:lnTo>
                  <a:lnTo>
                    <a:pt x="3778815" y="1864789"/>
                  </a:lnTo>
                  <a:lnTo>
                    <a:pt x="3819299" y="1910853"/>
                  </a:lnTo>
                  <a:lnTo>
                    <a:pt x="3829811" y="1922016"/>
                  </a:lnTo>
                  <a:lnTo>
                    <a:pt x="3876520" y="1967717"/>
                  </a:lnTo>
                  <a:lnTo>
                    <a:pt x="3925650" y="2009141"/>
                  </a:lnTo>
                  <a:lnTo>
                    <a:pt x="3977922" y="2046472"/>
                  </a:lnTo>
                  <a:lnTo>
                    <a:pt x="4034128" y="2080043"/>
                  </a:lnTo>
                  <a:lnTo>
                    <a:pt x="4095078" y="2110239"/>
                  </a:lnTo>
                  <a:lnTo>
                    <a:pt x="4161549" y="2137445"/>
                  </a:lnTo>
                  <a:lnTo>
                    <a:pt x="4234213" y="2162012"/>
                  </a:lnTo>
                  <a:lnTo>
                    <a:pt x="4313546" y="2184234"/>
                  </a:lnTo>
                  <a:lnTo>
                    <a:pt x="4399702" y="2204344"/>
                  </a:lnTo>
                  <a:lnTo>
                    <a:pt x="4492349" y="2222505"/>
                  </a:lnTo>
                  <a:lnTo>
                    <a:pt x="4590501" y="2238811"/>
                  </a:lnTo>
                  <a:lnTo>
                    <a:pt x="4692348" y="2253295"/>
                  </a:lnTo>
                  <a:lnTo>
                    <a:pt x="4795178" y="2265939"/>
                  </a:lnTo>
                  <a:lnTo>
                    <a:pt x="4895434" y="2276704"/>
                  </a:lnTo>
                  <a:lnTo>
                    <a:pt x="4988994" y="2285555"/>
                  </a:lnTo>
                  <a:lnTo>
                    <a:pt x="5071693" y="2292504"/>
                  </a:lnTo>
                  <a:lnTo>
                    <a:pt x="5140003" y="2297637"/>
                  </a:lnTo>
                  <a:lnTo>
                    <a:pt x="5191731" y="2301134"/>
                  </a:lnTo>
                  <a:lnTo>
                    <a:pt x="5226517" y="2303258"/>
                  </a:lnTo>
                  <a:lnTo>
                    <a:pt x="5246014" y="2304338"/>
                  </a:lnTo>
                  <a:lnTo>
                    <a:pt x="5253768" y="2304730"/>
                  </a:lnTo>
                  <a:lnTo>
                    <a:pt x="5254955" y="2304785"/>
                  </a:lnTo>
                  <a:lnTo>
                    <a:pt x="6726343" y="2304785"/>
                  </a:lnTo>
                  <a:lnTo>
                    <a:pt x="6727580" y="2304789"/>
                  </a:lnTo>
                  <a:lnTo>
                    <a:pt x="6735700" y="2304817"/>
                  </a:lnTo>
                  <a:lnTo>
                    <a:pt x="6756117" y="2304893"/>
                  </a:lnTo>
                  <a:lnTo>
                    <a:pt x="6792487" y="2305045"/>
                  </a:lnTo>
                  <a:lnTo>
                    <a:pt x="6846431" y="2305293"/>
                  </a:lnTo>
                  <a:lnTo>
                    <a:pt x="6917414" y="2305657"/>
                  </a:lnTo>
                  <a:lnTo>
                    <a:pt x="7002968" y="2306150"/>
                  </a:lnTo>
                  <a:lnTo>
                    <a:pt x="7099272" y="2306776"/>
                  </a:lnTo>
                  <a:lnTo>
                    <a:pt x="7201907" y="2307535"/>
                  </a:lnTo>
                  <a:lnTo>
                    <a:pt x="7306593" y="2308426"/>
                  </a:lnTo>
                  <a:lnTo>
                    <a:pt x="7409715" y="2309445"/>
                  </a:lnTo>
                  <a:lnTo>
                    <a:pt x="7508589" y="2310592"/>
                  </a:lnTo>
                  <a:lnTo>
                    <a:pt x="7601492" y="2311869"/>
                  </a:lnTo>
                  <a:lnTo>
                    <a:pt x="7687546" y="2313286"/>
                  </a:lnTo>
                  <a:lnTo>
                    <a:pt x="7766538" y="2314853"/>
                  </a:lnTo>
                  <a:lnTo>
                    <a:pt x="7838727" y="2316590"/>
                  </a:lnTo>
                  <a:lnTo>
                    <a:pt x="7904682" y="2318518"/>
                  </a:lnTo>
                  <a:lnTo>
                    <a:pt x="7965151" y="2320663"/>
                  </a:lnTo>
                  <a:lnTo>
                    <a:pt x="8020970" y="2323052"/>
                  </a:lnTo>
                  <a:lnTo>
                    <a:pt x="8072989" y="2325713"/>
                  </a:lnTo>
                  <a:lnTo>
                    <a:pt x="8122025" y="2328667"/>
                  </a:lnTo>
                  <a:lnTo>
                    <a:pt x="8151487" y="2330666"/>
                  </a:lnTo>
                  <a:lnTo>
                    <a:pt x="8207555" y="2334949"/>
                  </a:lnTo>
                  <a:lnTo>
                    <a:pt x="8261782" y="2339701"/>
                  </a:lnTo>
                  <a:lnTo>
                    <a:pt x="8314916" y="2344927"/>
                  </a:lnTo>
                  <a:lnTo>
                    <a:pt x="8367487" y="2350613"/>
                  </a:lnTo>
                  <a:lnTo>
                    <a:pt x="8419852" y="2356726"/>
                  </a:lnTo>
                  <a:lnTo>
                    <a:pt x="8472222" y="2363208"/>
                  </a:lnTo>
                  <a:lnTo>
                    <a:pt x="8524695" y="2369982"/>
                  </a:lnTo>
                  <a:lnTo>
                    <a:pt x="8577278" y="2376953"/>
                  </a:lnTo>
                  <a:lnTo>
                    <a:pt x="8629920" y="2384012"/>
                  </a:lnTo>
                  <a:lnTo>
                    <a:pt x="8682545" y="2391045"/>
                  </a:lnTo>
                  <a:lnTo>
                    <a:pt x="8735082" y="2397940"/>
                  </a:lnTo>
                  <a:lnTo>
                    <a:pt x="8787503" y="2404594"/>
                  </a:lnTo>
                  <a:lnTo>
                    <a:pt x="8839852" y="2410919"/>
                  </a:lnTo>
                  <a:lnTo>
                    <a:pt x="8892275" y="2416847"/>
                  </a:lnTo>
                  <a:lnTo>
                    <a:pt x="8945045" y="2422330"/>
                  </a:lnTo>
                  <a:lnTo>
                    <a:pt x="8998591" y="2427343"/>
                  </a:lnTo>
                  <a:lnTo>
                    <a:pt x="9053536" y="2431884"/>
                  </a:lnTo>
                  <a:lnTo>
                    <a:pt x="9084767" y="2434191"/>
                  </a:lnTo>
                  <a:lnTo>
                    <a:pt x="9132312" y="2437332"/>
                  </a:lnTo>
                  <a:lnTo>
                    <a:pt x="9182375" y="2440175"/>
                  </a:lnTo>
                  <a:lnTo>
                    <a:pt x="9235721" y="2442731"/>
                  </a:lnTo>
                  <a:lnTo>
                    <a:pt x="9293182" y="2445026"/>
                  </a:lnTo>
                  <a:lnTo>
                    <a:pt x="9355613" y="2447086"/>
                  </a:lnTo>
                  <a:lnTo>
                    <a:pt x="9423825" y="2448939"/>
                  </a:lnTo>
                  <a:lnTo>
                    <a:pt x="9498512" y="2450610"/>
                  </a:lnTo>
                  <a:lnTo>
                    <a:pt x="9580143" y="2452119"/>
                  </a:lnTo>
                  <a:lnTo>
                    <a:pt x="9668821" y="2453482"/>
                  </a:lnTo>
                  <a:lnTo>
                    <a:pt x="9764107" y="2454710"/>
                  </a:lnTo>
                  <a:lnTo>
                    <a:pt x="9864826" y="2455809"/>
                  </a:lnTo>
                  <a:lnTo>
                    <a:pt x="9968902" y="2456780"/>
                  </a:lnTo>
                  <a:lnTo>
                    <a:pt x="10073287" y="2457622"/>
                  </a:lnTo>
                  <a:lnTo>
                    <a:pt x="10174071" y="2458332"/>
                  </a:lnTo>
                  <a:lnTo>
                    <a:pt x="10266847" y="2458907"/>
                  </a:lnTo>
                  <a:lnTo>
                    <a:pt x="10347329" y="2459351"/>
                  </a:lnTo>
                  <a:lnTo>
                    <a:pt x="10412118" y="2459670"/>
                  </a:lnTo>
                  <a:lnTo>
                    <a:pt x="10459422" y="2459879"/>
                  </a:lnTo>
                  <a:lnTo>
                    <a:pt x="10489506" y="2460000"/>
                  </a:lnTo>
                  <a:lnTo>
                    <a:pt x="10504783" y="2460055"/>
                  </a:lnTo>
                  <a:lnTo>
                    <a:pt x="10509602" y="2460071"/>
                  </a:lnTo>
                  <a:lnTo>
                    <a:pt x="10509911" y="2460072"/>
                  </a:lnTo>
                  <a:lnTo>
                    <a:pt x="11981298" y="2460072"/>
                  </a:lnTo>
                  <a:lnTo>
                    <a:pt x="11981298" y="2451899"/>
                  </a:lnTo>
                  <a:lnTo>
                    <a:pt x="10509911" y="2451899"/>
                  </a:lnTo>
                  <a:lnTo>
                    <a:pt x="10508673" y="2451895"/>
                  </a:lnTo>
                  <a:lnTo>
                    <a:pt x="10500553" y="2451867"/>
                  </a:lnTo>
                  <a:lnTo>
                    <a:pt x="10480137" y="2451791"/>
                  </a:lnTo>
                  <a:lnTo>
                    <a:pt x="10443766" y="2451639"/>
                  </a:lnTo>
                  <a:lnTo>
                    <a:pt x="10389822" y="2451391"/>
                  </a:lnTo>
                  <a:lnTo>
                    <a:pt x="10318840" y="2451027"/>
                  </a:lnTo>
                  <a:lnTo>
                    <a:pt x="10233285" y="2450534"/>
                  </a:lnTo>
                  <a:lnTo>
                    <a:pt x="10136981" y="2449908"/>
                  </a:lnTo>
                  <a:lnTo>
                    <a:pt x="10034347" y="2449149"/>
                  </a:lnTo>
                  <a:lnTo>
                    <a:pt x="9929660" y="2448258"/>
                  </a:lnTo>
                  <a:lnTo>
                    <a:pt x="9826538" y="2447239"/>
                  </a:lnTo>
                  <a:lnTo>
                    <a:pt x="9727664" y="2446092"/>
                  </a:lnTo>
                  <a:lnTo>
                    <a:pt x="9634761" y="2444815"/>
                  </a:lnTo>
                  <a:lnTo>
                    <a:pt x="9548707" y="2443398"/>
                  </a:lnTo>
                  <a:lnTo>
                    <a:pt x="9469715" y="2441831"/>
                  </a:lnTo>
                  <a:lnTo>
                    <a:pt x="9397526" y="2440094"/>
                  </a:lnTo>
                  <a:lnTo>
                    <a:pt x="9331571" y="2438166"/>
                  </a:lnTo>
                  <a:lnTo>
                    <a:pt x="9271102" y="2436021"/>
                  </a:lnTo>
                  <a:lnTo>
                    <a:pt x="9215284" y="2433632"/>
                  </a:lnTo>
                  <a:lnTo>
                    <a:pt x="9163264" y="2430971"/>
                  </a:lnTo>
                  <a:lnTo>
                    <a:pt x="9114228" y="2428017"/>
                  </a:lnTo>
                  <a:lnTo>
                    <a:pt x="9084767" y="2426018"/>
                  </a:lnTo>
                  <a:lnTo>
                    <a:pt x="9028698" y="2421735"/>
                  </a:lnTo>
                  <a:lnTo>
                    <a:pt x="8974471" y="2416983"/>
                  </a:lnTo>
                  <a:lnTo>
                    <a:pt x="8921337" y="2411757"/>
                  </a:lnTo>
                  <a:lnTo>
                    <a:pt x="8868766" y="2406071"/>
                  </a:lnTo>
                  <a:lnTo>
                    <a:pt x="8816402" y="2399958"/>
                  </a:lnTo>
                  <a:lnTo>
                    <a:pt x="8764031" y="2393476"/>
                  </a:lnTo>
                  <a:lnTo>
                    <a:pt x="8711559" y="2386702"/>
                  </a:lnTo>
                  <a:lnTo>
                    <a:pt x="8658976" y="2379731"/>
                  </a:lnTo>
                  <a:lnTo>
                    <a:pt x="8606333" y="2372672"/>
                  </a:lnTo>
                  <a:lnTo>
                    <a:pt x="8553708" y="2365639"/>
                  </a:lnTo>
                  <a:lnTo>
                    <a:pt x="8501171" y="2358744"/>
                  </a:lnTo>
                  <a:lnTo>
                    <a:pt x="8448750" y="2352090"/>
                  </a:lnTo>
                  <a:lnTo>
                    <a:pt x="8396401" y="2345765"/>
                  </a:lnTo>
                  <a:lnTo>
                    <a:pt x="8343978" y="2339837"/>
                  </a:lnTo>
                  <a:lnTo>
                    <a:pt x="8291209" y="2334354"/>
                  </a:lnTo>
                  <a:lnTo>
                    <a:pt x="8237662" y="2329341"/>
                  </a:lnTo>
                  <a:lnTo>
                    <a:pt x="8182717" y="2324801"/>
                  </a:lnTo>
                  <a:lnTo>
                    <a:pt x="8151487" y="2322493"/>
                  </a:lnTo>
                  <a:lnTo>
                    <a:pt x="8103942" y="2319352"/>
                  </a:lnTo>
                  <a:lnTo>
                    <a:pt x="8053878" y="2316509"/>
                  </a:lnTo>
                  <a:lnTo>
                    <a:pt x="8000533" y="2313953"/>
                  </a:lnTo>
                  <a:lnTo>
                    <a:pt x="7943071" y="2311658"/>
                  </a:lnTo>
                  <a:lnTo>
                    <a:pt x="7880640" y="2309598"/>
                  </a:lnTo>
                  <a:lnTo>
                    <a:pt x="7812428" y="2307745"/>
                  </a:lnTo>
                  <a:lnTo>
                    <a:pt x="7737741" y="2306074"/>
                  </a:lnTo>
                  <a:lnTo>
                    <a:pt x="7656111" y="2304565"/>
                  </a:lnTo>
                  <a:lnTo>
                    <a:pt x="7567433" y="2303202"/>
                  </a:lnTo>
                  <a:lnTo>
                    <a:pt x="7472147" y="2301974"/>
                  </a:lnTo>
                  <a:lnTo>
                    <a:pt x="7371428" y="2300875"/>
                  </a:lnTo>
                  <a:lnTo>
                    <a:pt x="7267351" y="2299904"/>
                  </a:lnTo>
                  <a:lnTo>
                    <a:pt x="7162967" y="2299062"/>
                  </a:lnTo>
                  <a:lnTo>
                    <a:pt x="7062182" y="2298352"/>
                  </a:lnTo>
                  <a:lnTo>
                    <a:pt x="6969406" y="2297777"/>
                  </a:lnTo>
                  <a:lnTo>
                    <a:pt x="6888924" y="2297333"/>
                  </a:lnTo>
                  <a:lnTo>
                    <a:pt x="6824135" y="2297014"/>
                  </a:lnTo>
                  <a:lnTo>
                    <a:pt x="6776831" y="2296805"/>
                  </a:lnTo>
                  <a:lnTo>
                    <a:pt x="6746747" y="2296684"/>
                  </a:lnTo>
                  <a:lnTo>
                    <a:pt x="6731470" y="2296629"/>
                  </a:lnTo>
                  <a:lnTo>
                    <a:pt x="6726651" y="2296613"/>
                  </a:lnTo>
                  <a:lnTo>
                    <a:pt x="6726343" y="2296612"/>
                  </a:lnTo>
                  <a:lnTo>
                    <a:pt x="5254955" y="2296612"/>
                  </a:lnTo>
                  <a:lnTo>
                    <a:pt x="5253779" y="2296557"/>
                  </a:lnTo>
                  <a:lnTo>
                    <a:pt x="5246054" y="2296168"/>
                  </a:lnTo>
                  <a:lnTo>
                    <a:pt x="5226600" y="2295090"/>
                  </a:lnTo>
                  <a:lnTo>
                    <a:pt x="5191866" y="2292969"/>
                  </a:lnTo>
                  <a:lnTo>
                    <a:pt x="5140192" y="2289478"/>
                  </a:lnTo>
                  <a:lnTo>
                    <a:pt x="5071930" y="2284350"/>
                  </a:lnTo>
                  <a:lnTo>
                    <a:pt x="4989272" y="2277407"/>
                  </a:lnTo>
                  <a:lnTo>
                    <a:pt x="4895739" y="2268561"/>
                  </a:lnTo>
                  <a:lnTo>
                    <a:pt x="4795498" y="2257803"/>
                  </a:lnTo>
                  <a:lnTo>
                    <a:pt x="4692670" y="2245164"/>
                  </a:lnTo>
                  <a:lnTo>
                    <a:pt x="4590815" y="2230686"/>
                  </a:lnTo>
                  <a:lnTo>
                    <a:pt x="4492649" y="2214385"/>
                  </a:lnTo>
                  <a:lnTo>
                    <a:pt x="4399982" y="2196230"/>
                  </a:lnTo>
                  <a:lnTo>
                    <a:pt x="4313805" y="2176127"/>
                  </a:lnTo>
                  <a:lnTo>
                    <a:pt x="4234450" y="2153912"/>
                  </a:lnTo>
                  <a:lnTo>
                    <a:pt x="4161766" y="2129353"/>
                  </a:lnTo>
                  <a:lnTo>
                    <a:pt x="4095277" y="2102156"/>
                  </a:lnTo>
                  <a:lnTo>
                    <a:pt x="4034311" y="2071969"/>
                  </a:lnTo>
                  <a:lnTo>
                    <a:pt x="3978091" y="2038409"/>
                  </a:lnTo>
                  <a:lnTo>
                    <a:pt x="3925808" y="2001091"/>
                  </a:lnTo>
                  <a:lnTo>
                    <a:pt x="3876670" y="1959681"/>
                  </a:lnTo>
                  <a:lnTo>
                    <a:pt x="3829954" y="1913993"/>
                  </a:lnTo>
                  <a:lnTo>
                    <a:pt x="3829811" y="1913843"/>
                  </a:lnTo>
                  <a:lnTo>
                    <a:pt x="3789015" y="1868685"/>
                  </a:lnTo>
                  <a:lnTo>
                    <a:pt x="3749309" y="1819929"/>
                  </a:lnTo>
                  <a:lnTo>
                    <a:pt x="3710371" y="1767503"/>
                  </a:lnTo>
                  <a:lnTo>
                    <a:pt x="3671946" y="1711406"/>
                  </a:lnTo>
                  <a:lnTo>
                    <a:pt x="3633838" y="1651717"/>
                  </a:lnTo>
                  <a:lnTo>
                    <a:pt x="3595895" y="1588599"/>
                  </a:lnTo>
                  <a:lnTo>
                    <a:pt x="3558013" y="1522305"/>
                  </a:lnTo>
                  <a:lnTo>
                    <a:pt x="3520120" y="1453176"/>
                  </a:lnTo>
                  <a:lnTo>
                    <a:pt x="3482178" y="1381640"/>
                  </a:lnTo>
                  <a:lnTo>
                    <a:pt x="3444173" y="1308202"/>
                  </a:lnTo>
                  <a:lnTo>
                    <a:pt x="3406114" y="1233430"/>
                  </a:lnTo>
                  <a:lnTo>
                    <a:pt x="3368022" y="1157936"/>
                  </a:lnTo>
                  <a:lnTo>
                    <a:pt x="3329925" y="1082361"/>
                  </a:lnTo>
                  <a:lnTo>
                    <a:pt x="3291855" y="1007345"/>
                  </a:lnTo>
                  <a:lnTo>
                    <a:pt x="3253835" y="933512"/>
                  </a:lnTo>
                  <a:lnTo>
                    <a:pt x="3215878" y="861441"/>
                  </a:lnTo>
                  <a:lnTo>
                    <a:pt x="3177975" y="791655"/>
                  </a:lnTo>
                  <a:lnTo>
                    <a:pt x="3140095" y="724603"/>
                  </a:lnTo>
                  <a:lnTo>
                    <a:pt x="3102176" y="660649"/>
                  </a:lnTo>
                  <a:lnTo>
                    <a:pt x="3064123" y="600068"/>
                  </a:lnTo>
                  <a:lnTo>
                    <a:pt x="3025795" y="543046"/>
                  </a:lnTo>
                  <a:lnTo>
                    <a:pt x="2987010" y="489682"/>
                  </a:lnTo>
                  <a:lnTo>
                    <a:pt x="2947527" y="439996"/>
                  </a:lnTo>
                  <a:lnTo>
                    <a:pt x="2907043" y="393932"/>
                  </a:lnTo>
                  <a:lnTo>
                    <a:pt x="2896531" y="382768"/>
                  </a:lnTo>
                  <a:lnTo>
                    <a:pt x="2849822" y="337067"/>
                  </a:lnTo>
                  <a:lnTo>
                    <a:pt x="2800693" y="295644"/>
                  </a:lnTo>
                  <a:lnTo>
                    <a:pt x="2748420" y="258313"/>
                  </a:lnTo>
                  <a:lnTo>
                    <a:pt x="2692214" y="224742"/>
                  </a:lnTo>
                  <a:lnTo>
                    <a:pt x="2631264" y="194546"/>
                  </a:lnTo>
                  <a:lnTo>
                    <a:pt x="2564793" y="167339"/>
                  </a:lnTo>
                  <a:lnTo>
                    <a:pt x="2492129" y="142773"/>
                  </a:lnTo>
                  <a:lnTo>
                    <a:pt x="2412796" y="120551"/>
                  </a:lnTo>
                  <a:lnTo>
                    <a:pt x="2326640" y="100441"/>
                  </a:lnTo>
                  <a:lnTo>
                    <a:pt x="2233993" y="82280"/>
                  </a:lnTo>
                  <a:lnTo>
                    <a:pt x="2135841" y="65974"/>
                  </a:lnTo>
                  <a:lnTo>
                    <a:pt x="2033994" y="51490"/>
                  </a:lnTo>
                  <a:lnTo>
                    <a:pt x="1931164" y="38845"/>
                  </a:lnTo>
                  <a:lnTo>
                    <a:pt x="1830908" y="28081"/>
                  </a:lnTo>
                  <a:lnTo>
                    <a:pt x="1737348" y="19230"/>
                  </a:lnTo>
                  <a:lnTo>
                    <a:pt x="1654649" y="12281"/>
                  </a:lnTo>
                  <a:lnTo>
                    <a:pt x="1586339" y="7147"/>
                  </a:lnTo>
                  <a:lnTo>
                    <a:pt x="1534611" y="3651"/>
                  </a:lnTo>
                  <a:lnTo>
                    <a:pt x="1499825" y="1526"/>
                  </a:lnTo>
                  <a:lnTo>
                    <a:pt x="1480328" y="446"/>
                  </a:lnTo>
                  <a:lnTo>
                    <a:pt x="1472574" y="55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28E5B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990" name="pl990"/>
            <p:cNvSpPr/>
            <p:nvPr/>
          </p:nvSpPr>
          <p:spPr>
            <a:xfrm>
              <a:off x="4799595" y="8060990"/>
              <a:ext cx="11981298" cy="2451899"/>
            </a:xfrm>
            <a:custGeom>
              <a:avLst/>
              <a:pathLst>
                <a:path w="11981298" h="2451899">
                  <a:moveTo>
                    <a:pt x="0" y="0"/>
                  </a:moveTo>
                  <a:lnTo>
                    <a:pt x="1471387" y="0"/>
                  </a:lnTo>
                  <a:lnTo>
                    <a:pt x="1472563" y="54"/>
                  </a:lnTo>
                  <a:lnTo>
                    <a:pt x="1480288" y="444"/>
                  </a:lnTo>
                  <a:lnTo>
                    <a:pt x="1499742" y="1521"/>
                  </a:lnTo>
                  <a:lnTo>
                    <a:pt x="1534476" y="3642"/>
                  </a:lnTo>
                  <a:lnTo>
                    <a:pt x="1586150" y="7134"/>
                  </a:lnTo>
                  <a:lnTo>
                    <a:pt x="1654412" y="12262"/>
                  </a:lnTo>
                  <a:lnTo>
                    <a:pt x="1737070" y="19205"/>
                  </a:lnTo>
                  <a:lnTo>
                    <a:pt x="1830603" y="28050"/>
                  </a:lnTo>
                  <a:lnTo>
                    <a:pt x="1930844" y="38809"/>
                  </a:lnTo>
                  <a:lnTo>
                    <a:pt x="2033672" y="51447"/>
                  </a:lnTo>
                  <a:lnTo>
                    <a:pt x="2135527" y="65925"/>
                  </a:lnTo>
                  <a:lnTo>
                    <a:pt x="2233694" y="82226"/>
                  </a:lnTo>
                  <a:lnTo>
                    <a:pt x="2326360" y="100381"/>
                  </a:lnTo>
                  <a:lnTo>
                    <a:pt x="2412537" y="120485"/>
                  </a:lnTo>
                  <a:lnTo>
                    <a:pt x="2491892" y="142700"/>
                  </a:lnTo>
                  <a:lnTo>
                    <a:pt x="2564576" y="167258"/>
                  </a:lnTo>
                  <a:lnTo>
                    <a:pt x="2631065" y="194456"/>
                  </a:lnTo>
                  <a:lnTo>
                    <a:pt x="2692031" y="224642"/>
                  </a:lnTo>
                  <a:lnTo>
                    <a:pt x="2748251" y="258202"/>
                  </a:lnTo>
                  <a:lnTo>
                    <a:pt x="2800534" y="295521"/>
                  </a:lnTo>
                  <a:lnTo>
                    <a:pt x="2849673" y="336931"/>
                  </a:lnTo>
                  <a:lnTo>
                    <a:pt x="2896388" y="382619"/>
                  </a:lnTo>
                  <a:lnTo>
                    <a:pt x="2896531" y="382768"/>
                  </a:lnTo>
                  <a:lnTo>
                    <a:pt x="2937327" y="427926"/>
                  </a:lnTo>
                  <a:lnTo>
                    <a:pt x="2977033" y="476683"/>
                  </a:lnTo>
                  <a:lnTo>
                    <a:pt x="3015971" y="529109"/>
                  </a:lnTo>
                  <a:lnTo>
                    <a:pt x="3054396" y="585205"/>
                  </a:lnTo>
                  <a:lnTo>
                    <a:pt x="3092505" y="644894"/>
                  </a:lnTo>
                  <a:lnTo>
                    <a:pt x="3130447" y="708012"/>
                  </a:lnTo>
                  <a:lnTo>
                    <a:pt x="3168329" y="774307"/>
                  </a:lnTo>
                  <a:lnTo>
                    <a:pt x="3206222" y="843436"/>
                  </a:lnTo>
                  <a:lnTo>
                    <a:pt x="3244164" y="914971"/>
                  </a:lnTo>
                  <a:lnTo>
                    <a:pt x="3282169" y="988409"/>
                  </a:lnTo>
                  <a:lnTo>
                    <a:pt x="3320228" y="1063182"/>
                  </a:lnTo>
                  <a:lnTo>
                    <a:pt x="3358320" y="1138675"/>
                  </a:lnTo>
                  <a:lnTo>
                    <a:pt x="3396417" y="1214251"/>
                  </a:lnTo>
                  <a:lnTo>
                    <a:pt x="3434487" y="1289266"/>
                  </a:lnTo>
                  <a:lnTo>
                    <a:pt x="3472507" y="1363100"/>
                  </a:lnTo>
                  <a:lnTo>
                    <a:pt x="3510465" y="1435171"/>
                  </a:lnTo>
                  <a:lnTo>
                    <a:pt x="3548368" y="1504956"/>
                  </a:lnTo>
                  <a:lnTo>
                    <a:pt x="3586247" y="1572008"/>
                  </a:lnTo>
                  <a:lnTo>
                    <a:pt x="3624166" y="1635963"/>
                  </a:lnTo>
                  <a:lnTo>
                    <a:pt x="3662220" y="1696544"/>
                  </a:lnTo>
                  <a:lnTo>
                    <a:pt x="3700547" y="1753566"/>
                  </a:lnTo>
                  <a:lnTo>
                    <a:pt x="3739333" y="1806929"/>
                  </a:lnTo>
                  <a:lnTo>
                    <a:pt x="3778815" y="1856616"/>
                  </a:lnTo>
                  <a:lnTo>
                    <a:pt x="3819299" y="1902680"/>
                  </a:lnTo>
                  <a:lnTo>
                    <a:pt x="3829811" y="1913843"/>
                  </a:lnTo>
                  <a:lnTo>
                    <a:pt x="3876520" y="1959544"/>
                  </a:lnTo>
                  <a:lnTo>
                    <a:pt x="3925650" y="2000968"/>
                  </a:lnTo>
                  <a:lnTo>
                    <a:pt x="3977922" y="2038299"/>
                  </a:lnTo>
                  <a:lnTo>
                    <a:pt x="4034128" y="2071870"/>
                  </a:lnTo>
                  <a:lnTo>
                    <a:pt x="4095078" y="2102066"/>
                  </a:lnTo>
                  <a:lnTo>
                    <a:pt x="4161549" y="2129272"/>
                  </a:lnTo>
                  <a:lnTo>
                    <a:pt x="4234213" y="2153839"/>
                  </a:lnTo>
                  <a:lnTo>
                    <a:pt x="4313546" y="2176061"/>
                  </a:lnTo>
                  <a:lnTo>
                    <a:pt x="4399702" y="2196171"/>
                  </a:lnTo>
                  <a:lnTo>
                    <a:pt x="4492349" y="2214332"/>
                  </a:lnTo>
                  <a:lnTo>
                    <a:pt x="4590501" y="2230638"/>
                  </a:lnTo>
                  <a:lnTo>
                    <a:pt x="4692348" y="2245122"/>
                  </a:lnTo>
                  <a:lnTo>
                    <a:pt x="4795178" y="2257766"/>
                  </a:lnTo>
                  <a:lnTo>
                    <a:pt x="4895434" y="2268531"/>
                  </a:lnTo>
                  <a:lnTo>
                    <a:pt x="4988994" y="2277382"/>
                  </a:lnTo>
                  <a:lnTo>
                    <a:pt x="5071693" y="2284331"/>
                  </a:lnTo>
                  <a:lnTo>
                    <a:pt x="5140003" y="2289464"/>
                  </a:lnTo>
                  <a:lnTo>
                    <a:pt x="5191731" y="2292961"/>
                  </a:lnTo>
                  <a:lnTo>
                    <a:pt x="5226517" y="2295085"/>
                  </a:lnTo>
                  <a:lnTo>
                    <a:pt x="5246014" y="2296165"/>
                  </a:lnTo>
                  <a:lnTo>
                    <a:pt x="5253768" y="2296557"/>
                  </a:lnTo>
                  <a:lnTo>
                    <a:pt x="5254955" y="2296612"/>
                  </a:lnTo>
                  <a:lnTo>
                    <a:pt x="5254955" y="2296612"/>
                  </a:lnTo>
                  <a:lnTo>
                    <a:pt x="6726343" y="2296612"/>
                  </a:lnTo>
                  <a:lnTo>
                    <a:pt x="6727580" y="2296616"/>
                  </a:lnTo>
                  <a:lnTo>
                    <a:pt x="6735700" y="2296644"/>
                  </a:lnTo>
                  <a:lnTo>
                    <a:pt x="6756117" y="2296720"/>
                  </a:lnTo>
                  <a:lnTo>
                    <a:pt x="6792487" y="2296872"/>
                  </a:lnTo>
                  <a:lnTo>
                    <a:pt x="6846431" y="2297120"/>
                  </a:lnTo>
                  <a:lnTo>
                    <a:pt x="6917414" y="2297484"/>
                  </a:lnTo>
                  <a:lnTo>
                    <a:pt x="7002968" y="2297977"/>
                  </a:lnTo>
                  <a:lnTo>
                    <a:pt x="7099272" y="2298603"/>
                  </a:lnTo>
                  <a:lnTo>
                    <a:pt x="7201907" y="2299362"/>
                  </a:lnTo>
                  <a:lnTo>
                    <a:pt x="7306593" y="2300253"/>
                  </a:lnTo>
                  <a:lnTo>
                    <a:pt x="7409715" y="2301272"/>
                  </a:lnTo>
                  <a:lnTo>
                    <a:pt x="7508589" y="2302419"/>
                  </a:lnTo>
                  <a:lnTo>
                    <a:pt x="7601492" y="2303696"/>
                  </a:lnTo>
                  <a:lnTo>
                    <a:pt x="7687546" y="2305113"/>
                  </a:lnTo>
                  <a:lnTo>
                    <a:pt x="7766538" y="2306680"/>
                  </a:lnTo>
                  <a:lnTo>
                    <a:pt x="7838727" y="2308417"/>
                  </a:lnTo>
                  <a:lnTo>
                    <a:pt x="7904682" y="2310345"/>
                  </a:lnTo>
                  <a:lnTo>
                    <a:pt x="7965151" y="2312490"/>
                  </a:lnTo>
                  <a:lnTo>
                    <a:pt x="8020970" y="2314879"/>
                  </a:lnTo>
                  <a:lnTo>
                    <a:pt x="8072989" y="2317540"/>
                  </a:lnTo>
                  <a:lnTo>
                    <a:pt x="8122025" y="2320494"/>
                  </a:lnTo>
                  <a:lnTo>
                    <a:pt x="8151487" y="2322493"/>
                  </a:lnTo>
                  <a:lnTo>
                    <a:pt x="8207555" y="2326776"/>
                  </a:lnTo>
                  <a:lnTo>
                    <a:pt x="8261782" y="2331528"/>
                  </a:lnTo>
                  <a:lnTo>
                    <a:pt x="8314916" y="2336754"/>
                  </a:lnTo>
                  <a:lnTo>
                    <a:pt x="8367487" y="2342440"/>
                  </a:lnTo>
                  <a:lnTo>
                    <a:pt x="8419852" y="2348553"/>
                  </a:lnTo>
                  <a:lnTo>
                    <a:pt x="8472222" y="2355035"/>
                  </a:lnTo>
                  <a:lnTo>
                    <a:pt x="8524695" y="2361809"/>
                  </a:lnTo>
                  <a:lnTo>
                    <a:pt x="8577278" y="2368780"/>
                  </a:lnTo>
                  <a:lnTo>
                    <a:pt x="8629920" y="2375839"/>
                  </a:lnTo>
                  <a:lnTo>
                    <a:pt x="8682545" y="2382872"/>
                  </a:lnTo>
                  <a:lnTo>
                    <a:pt x="8735082" y="2389767"/>
                  </a:lnTo>
                  <a:lnTo>
                    <a:pt x="8787503" y="2396421"/>
                  </a:lnTo>
                  <a:lnTo>
                    <a:pt x="8839852" y="2402746"/>
                  </a:lnTo>
                  <a:lnTo>
                    <a:pt x="8892275" y="2408674"/>
                  </a:lnTo>
                  <a:lnTo>
                    <a:pt x="8945045" y="2414157"/>
                  </a:lnTo>
                  <a:lnTo>
                    <a:pt x="8998591" y="2419170"/>
                  </a:lnTo>
                  <a:lnTo>
                    <a:pt x="9053536" y="2423711"/>
                  </a:lnTo>
                  <a:lnTo>
                    <a:pt x="9084767" y="2426018"/>
                  </a:lnTo>
                  <a:lnTo>
                    <a:pt x="9132312" y="2429159"/>
                  </a:lnTo>
                  <a:lnTo>
                    <a:pt x="9182375" y="2432002"/>
                  </a:lnTo>
                  <a:lnTo>
                    <a:pt x="9235721" y="2434558"/>
                  </a:lnTo>
                  <a:lnTo>
                    <a:pt x="9293182" y="2436853"/>
                  </a:lnTo>
                  <a:lnTo>
                    <a:pt x="9355613" y="2438913"/>
                  </a:lnTo>
                  <a:lnTo>
                    <a:pt x="9423825" y="2440766"/>
                  </a:lnTo>
                  <a:lnTo>
                    <a:pt x="9498512" y="2442437"/>
                  </a:lnTo>
                  <a:lnTo>
                    <a:pt x="9580143" y="2443946"/>
                  </a:lnTo>
                  <a:lnTo>
                    <a:pt x="9668821" y="2445309"/>
                  </a:lnTo>
                  <a:lnTo>
                    <a:pt x="9764107" y="2446537"/>
                  </a:lnTo>
                  <a:lnTo>
                    <a:pt x="9864826" y="2447636"/>
                  </a:lnTo>
                  <a:lnTo>
                    <a:pt x="9968902" y="2448607"/>
                  </a:lnTo>
                  <a:lnTo>
                    <a:pt x="10073287" y="2449449"/>
                  </a:lnTo>
                  <a:lnTo>
                    <a:pt x="10174071" y="2450159"/>
                  </a:lnTo>
                  <a:lnTo>
                    <a:pt x="10266847" y="2450734"/>
                  </a:lnTo>
                  <a:lnTo>
                    <a:pt x="10347329" y="2451178"/>
                  </a:lnTo>
                  <a:lnTo>
                    <a:pt x="10412118" y="2451497"/>
                  </a:lnTo>
                  <a:lnTo>
                    <a:pt x="10459422" y="2451706"/>
                  </a:lnTo>
                  <a:lnTo>
                    <a:pt x="10489506" y="2451827"/>
                  </a:lnTo>
                  <a:lnTo>
                    <a:pt x="10504783" y="2451882"/>
                  </a:lnTo>
                  <a:lnTo>
                    <a:pt x="10509602" y="2451898"/>
                  </a:lnTo>
                  <a:lnTo>
                    <a:pt x="10509911" y="2451899"/>
                  </a:lnTo>
                  <a:lnTo>
                    <a:pt x="11981298" y="245189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91" name="pl991"/>
            <p:cNvSpPr/>
            <p:nvPr/>
          </p:nvSpPr>
          <p:spPr>
            <a:xfrm>
              <a:off x="4799595" y="8052817"/>
              <a:ext cx="11981298" cy="2451899"/>
            </a:xfrm>
            <a:custGeom>
              <a:avLst/>
              <a:pathLst>
                <a:path w="11981298" h="2451899">
                  <a:moveTo>
                    <a:pt x="11981298" y="2451899"/>
                  </a:moveTo>
                  <a:lnTo>
                    <a:pt x="10509911" y="2451899"/>
                  </a:lnTo>
                  <a:lnTo>
                    <a:pt x="10508673" y="2451895"/>
                  </a:lnTo>
                  <a:lnTo>
                    <a:pt x="10500553" y="2451867"/>
                  </a:lnTo>
                  <a:lnTo>
                    <a:pt x="10480137" y="2451791"/>
                  </a:lnTo>
                  <a:lnTo>
                    <a:pt x="10443766" y="2451639"/>
                  </a:lnTo>
                  <a:lnTo>
                    <a:pt x="10389822" y="2451391"/>
                  </a:lnTo>
                  <a:lnTo>
                    <a:pt x="10318840" y="2451027"/>
                  </a:lnTo>
                  <a:lnTo>
                    <a:pt x="10233285" y="2450534"/>
                  </a:lnTo>
                  <a:lnTo>
                    <a:pt x="10136981" y="2449908"/>
                  </a:lnTo>
                  <a:lnTo>
                    <a:pt x="10034347" y="2449149"/>
                  </a:lnTo>
                  <a:lnTo>
                    <a:pt x="9929660" y="2448258"/>
                  </a:lnTo>
                  <a:lnTo>
                    <a:pt x="9826538" y="2447239"/>
                  </a:lnTo>
                  <a:lnTo>
                    <a:pt x="9727664" y="2446092"/>
                  </a:lnTo>
                  <a:lnTo>
                    <a:pt x="9634761" y="2444815"/>
                  </a:lnTo>
                  <a:lnTo>
                    <a:pt x="9548707" y="2443398"/>
                  </a:lnTo>
                  <a:lnTo>
                    <a:pt x="9469715" y="2441831"/>
                  </a:lnTo>
                  <a:lnTo>
                    <a:pt x="9397526" y="2440094"/>
                  </a:lnTo>
                  <a:lnTo>
                    <a:pt x="9331571" y="2438166"/>
                  </a:lnTo>
                  <a:lnTo>
                    <a:pt x="9271102" y="2436021"/>
                  </a:lnTo>
                  <a:lnTo>
                    <a:pt x="9215284" y="2433632"/>
                  </a:lnTo>
                  <a:lnTo>
                    <a:pt x="9163264" y="2430971"/>
                  </a:lnTo>
                  <a:lnTo>
                    <a:pt x="9114228" y="2428017"/>
                  </a:lnTo>
                  <a:lnTo>
                    <a:pt x="9084767" y="2426018"/>
                  </a:lnTo>
                  <a:lnTo>
                    <a:pt x="9028698" y="2421735"/>
                  </a:lnTo>
                  <a:lnTo>
                    <a:pt x="8974471" y="2416983"/>
                  </a:lnTo>
                  <a:lnTo>
                    <a:pt x="8921337" y="2411757"/>
                  </a:lnTo>
                  <a:lnTo>
                    <a:pt x="8868766" y="2406071"/>
                  </a:lnTo>
                  <a:lnTo>
                    <a:pt x="8816402" y="2399958"/>
                  </a:lnTo>
                  <a:lnTo>
                    <a:pt x="8764031" y="2393476"/>
                  </a:lnTo>
                  <a:lnTo>
                    <a:pt x="8711559" y="2386702"/>
                  </a:lnTo>
                  <a:lnTo>
                    <a:pt x="8658976" y="2379731"/>
                  </a:lnTo>
                  <a:lnTo>
                    <a:pt x="8606333" y="2372672"/>
                  </a:lnTo>
                  <a:lnTo>
                    <a:pt x="8553708" y="2365639"/>
                  </a:lnTo>
                  <a:lnTo>
                    <a:pt x="8501171" y="2358744"/>
                  </a:lnTo>
                  <a:lnTo>
                    <a:pt x="8448750" y="2352090"/>
                  </a:lnTo>
                  <a:lnTo>
                    <a:pt x="8396401" y="2345765"/>
                  </a:lnTo>
                  <a:lnTo>
                    <a:pt x="8343978" y="2339837"/>
                  </a:lnTo>
                  <a:lnTo>
                    <a:pt x="8291209" y="2334354"/>
                  </a:lnTo>
                  <a:lnTo>
                    <a:pt x="8237662" y="2329341"/>
                  </a:lnTo>
                  <a:lnTo>
                    <a:pt x="8182717" y="2324801"/>
                  </a:lnTo>
                  <a:lnTo>
                    <a:pt x="8151487" y="2322493"/>
                  </a:lnTo>
                  <a:lnTo>
                    <a:pt x="8103942" y="2319352"/>
                  </a:lnTo>
                  <a:lnTo>
                    <a:pt x="8053878" y="2316509"/>
                  </a:lnTo>
                  <a:lnTo>
                    <a:pt x="8000533" y="2313953"/>
                  </a:lnTo>
                  <a:lnTo>
                    <a:pt x="7943071" y="2311658"/>
                  </a:lnTo>
                  <a:lnTo>
                    <a:pt x="7880640" y="2309598"/>
                  </a:lnTo>
                  <a:lnTo>
                    <a:pt x="7812428" y="2307745"/>
                  </a:lnTo>
                  <a:lnTo>
                    <a:pt x="7737741" y="2306074"/>
                  </a:lnTo>
                  <a:lnTo>
                    <a:pt x="7656111" y="2304565"/>
                  </a:lnTo>
                  <a:lnTo>
                    <a:pt x="7567433" y="2303202"/>
                  </a:lnTo>
                  <a:lnTo>
                    <a:pt x="7472147" y="2301974"/>
                  </a:lnTo>
                  <a:lnTo>
                    <a:pt x="7371428" y="2300875"/>
                  </a:lnTo>
                  <a:lnTo>
                    <a:pt x="7267351" y="2299904"/>
                  </a:lnTo>
                  <a:lnTo>
                    <a:pt x="7162967" y="2299062"/>
                  </a:lnTo>
                  <a:lnTo>
                    <a:pt x="7062182" y="2298352"/>
                  </a:lnTo>
                  <a:lnTo>
                    <a:pt x="6969406" y="2297777"/>
                  </a:lnTo>
                  <a:lnTo>
                    <a:pt x="6888924" y="2297333"/>
                  </a:lnTo>
                  <a:lnTo>
                    <a:pt x="6824135" y="2297014"/>
                  </a:lnTo>
                  <a:lnTo>
                    <a:pt x="6776831" y="2296805"/>
                  </a:lnTo>
                  <a:lnTo>
                    <a:pt x="6746747" y="2296684"/>
                  </a:lnTo>
                  <a:lnTo>
                    <a:pt x="6731470" y="2296629"/>
                  </a:lnTo>
                  <a:lnTo>
                    <a:pt x="6726651" y="2296613"/>
                  </a:lnTo>
                  <a:lnTo>
                    <a:pt x="6726343" y="2296612"/>
                  </a:lnTo>
                  <a:lnTo>
                    <a:pt x="5254955" y="2296612"/>
                  </a:lnTo>
                  <a:lnTo>
                    <a:pt x="5253779" y="2296557"/>
                  </a:lnTo>
                  <a:lnTo>
                    <a:pt x="5246054" y="2296168"/>
                  </a:lnTo>
                  <a:lnTo>
                    <a:pt x="5226600" y="2295090"/>
                  </a:lnTo>
                  <a:lnTo>
                    <a:pt x="5191866" y="2292969"/>
                  </a:lnTo>
                  <a:lnTo>
                    <a:pt x="5140192" y="2289478"/>
                  </a:lnTo>
                  <a:lnTo>
                    <a:pt x="5071930" y="2284350"/>
                  </a:lnTo>
                  <a:lnTo>
                    <a:pt x="4989272" y="2277407"/>
                  </a:lnTo>
                  <a:lnTo>
                    <a:pt x="4895739" y="2268561"/>
                  </a:lnTo>
                  <a:lnTo>
                    <a:pt x="4795498" y="2257803"/>
                  </a:lnTo>
                  <a:lnTo>
                    <a:pt x="4692670" y="2245164"/>
                  </a:lnTo>
                  <a:lnTo>
                    <a:pt x="4590815" y="2230686"/>
                  </a:lnTo>
                  <a:lnTo>
                    <a:pt x="4492649" y="2214385"/>
                  </a:lnTo>
                  <a:lnTo>
                    <a:pt x="4399982" y="2196230"/>
                  </a:lnTo>
                  <a:lnTo>
                    <a:pt x="4313805" y="2176127"/>
                  </a:lnTo>
                  <a:lnTo>
                    <a:pt x="4234450" y="2153912"/>
                  </a:lnTo>
                  <a:lnTo>
                    <a:pt x="4161766" y="2129353"/>
                  </a:lnTo>
                  <a:lnTo>
                    <a:pt x="4095277" y="2102156"/>
                  </a:lnTo>
                  <a:lnTo>
                    <a:pt x="4034311" y="2071969"/>
                  </a:lnTo>
                  <a:lnTo>
                    <a:pt x="3978091" y="2038409"/>
                  </a:lnTo>
                  <a:lnTo>
                    <a:pt x="3925808" y="2001091"/>
                  </a:lnTo>
                  <a:lnTo>
                    <a:pt x="3876670" y="1959681"/>
                  </a:lnTo>
                  <a:lnTo>
                    <a:pt x="3829954" y="1913993"/>
                  </a:lnTo>
                  <a:lnTo>
                    <a:pt x="3829811" y="1913843"/>
                  </a:lnTo>
                  <a:lnTo>
                    <a:pt x="3789015" y="1868685"/>
                  </a:lnTo>
                  <a:lnTo>
                    <a:pt x="3749309" y="1819929"/>
                  </a:lnTo>
                  <a:lnTo>
                    <a:pt x="3710371" y="1767503"/>
                  </a:lnTo>
                  <a:lnTo>
                    <a:pt x="3671946" y="1711406"/>
                  </a:lnTo>
                  <a:lnTo>
                    <a:pt x="3633838" y="1651717"/>
                  </a:lnTo>
                  <a:lnTo>
                    <a:pt x="3595895" y="1588599"/>
                  </a:lnTo>
                  <a:lnTo>
                    <a:pt x="3558013" y="1522305"/>
                  </a:lnTo>
                  <a:lnTo>
                    <a:pt x="3520120" y="1453176"/>
                  </a:lnTo>
                  <a:lnTo>
                    <a:pt x="3482178" y="1381640"/>
                  </a:lnTo>
                  <a:lnTo>
                    <a:pt x="3444173" y="1308202"/>
                  </a:lnTo>
                  <a:lnTo>
                    <a:pt x="3406114" y="1233430"/>
                  </a:lnTo>
                  <a:lnTo>
                    <a:pt x="3368022" y="1157936"/>
                  </a:lnTo>
                  <a:lnTo>
                    <a:pt x="3329925" y="1082361"/>
                  </a:lnTo>
                  <a:lnTo>
                    <a:pt x="3291855" y="1007345"/>
                  </a:lnTo>
                  <a:lnTo>
                    <a:pt x="3253835" y="933512"/>
                  </a:lnTo>
                  <a:lnTo>
                    <a:pt x="3215878" y="861441"/>
                  </a:lnTo>
                  <a:lnTo>
                    <a:pt x="3177975" y="791655"/>
                  </a:lnTo>
                  <a:lnTo>
                    <a:pt x="3140095" y="724603"/>
                  </a:lnTo>
                  <a:lnTo>
                    <a:pt x="3102176" y="660649"/>
                  </a:lnTo>
                  <a:lnTo>
                    <a:pt x="3064123" y="600068"/>
                  </a:lnTo>
                  <a:lnTo>
                    <a:pt x="3025795" y="543046"/>
                  </a:lnTo>
                  <a:lnTo>
                    <a:pt x="2987010" y="489682"/>
                  </a:lnTo>
                  <a:lnTo>
                    <a:pt x="2947527" y="439996"/>
                  </a:lnTo>
                  <a:lnTo>
                    <a:pt x="2907043" y="393932"/>
                  </a:lnTo>
                  <a:lnTo>
                    <a:pt x="2896531" y="382768"/>
                  </a:lnTo>
                  <a:lnTo>
                    <a:pt x="2849822" y="337067"/>
                  </a:lnTo>
                  <a:lnTo>
                    <a:pt x="2800693" y="295644"/>
                  </a:lnTo>
                  <a:lnTo>
                    <a:pt x="2748420" y="258313"/>
                  </a:lnTo>
                  <a:lnTo>
                    <a:pt x="2692214" y="224742"/>
                  </a:lnTo>
                  <a:lnTo>
                    <a:pt x="2631264" y="194546"/>
                  </a:lnTo>
                  <a:lnTo>
                    <a:pt x="2564793" y="167339"/>
                  </a:lnTo>
                  <a:lnTo>
                    <a:pt x="2492129" y="142773"/>
                  </a:lnTo>
                  <a:lnTo>
                    <a:pt x="2412796" y="120551"/>
                  </a:lnTo>
                  <a:lnTo>
                    <a:pt x="2326640" y="100441"/>
                  </a:lnTo>
                  <a:lnTo>
                    <a:pt x="2233993" y="82280"/>
                  </a:lnTo>
                  <a:lnTo>
                    <a:pt x="2135841" y="65974"/>
                  </a:lnTo>
                  <a:lnTo>
                    <a:pt x="2033994" y="51490"/>
                  </a:lnTo>
                  <a:lnTo>
                    <a:pt x="1931164" y="38845"/>
                  </a:lnTo>
                  <a:lnTo>
                    <a:pt x="1830908" y="28081"/>
                  </a:lnTo>
                  <a:lnTo>
                    <a:pt x="1737348" y="19230"/>
                  </a:lnTo>
                  <a:lnTo>
                    <a:pt x="1654649" y="12281"/>
                  </a:lnTo>
                  <a:lnTo>
                    <a:pt x="1586339" y="7147"/>
                  </a:lnTo>
                  <a:lnTo>
                    <a:pt x="1534611" y="3651"/>
                  </a:lnTo>
                  <a:lnTo>
                    <a:pt x="1499825" y="1526"/>
                  </a:lnTo>
                  <a:lnTo>
                    <a:pt x="1480328" y="446"/>
                  </a:lnTo>
                  <a:lnTo>
                    <a:pt x="1472574" y="55"/>
                  </a:lnTo>
                  <a:lnTo>
                    <a:pt x="1471387" y="0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92" name="pg992"/>
            <p:cNvSpPr/>
            <p:nvPr/>
          </p:nvSpPr>
          <p:spPr>
            <a:xfrm>
              <a:off x="4799595" y="7734070"/>
              <a:ext cx="11981298" cy="1471139"/>
            </a:xfrm>
            <a:custGeom>
              <a:avLst/>
              <a:pathLst>
                <a:path w="11981298" h="1471139">
                  <a:moveTo>
                    <a:pt x="0" y="155286"/>
                  </a:moveTo>
                  <a:lnTo>
                    <a:pt x="1471387" y="155286"/>
                  </a:lnTo>
                  <a:lnTo>
                    <a:pt x="1472604" y="155319"/>
                  </a:lnTo>
                  <a:lnTo>
                    <a:pt x="1480590" y="155550"/>
                  </a:lnTo>
                  <a:lnTo>
                    <a:pt x="1500681" y="156190"/>
                  </a:lnTo>
                  <a:lnTo>
                    <a:pt x="1536499" y="157448"/>
                  </a:lnTo>
                  <a:lnTo>
                    <a:pt x="1589679" y="159518"/>
                  </a:lnTo>
                  <a:lnTo>
                    <a:pt x="1659747" y="162555"/>
                  </a:lnTo>
                  <a:lnTo>
                    <a:pt x="1744332" y="166662"/>
                  </a:lnTo>
                  <a:lnTo>
                    <a:pt x="1839711" y="171886"/>
                  </a:lnTo>
                  <a:lnTo>
                    <a:pt x="1941553" y="178230"/>
                  </a:lnTo>
                  <a:lnTo>
                    <a:pt x="2045627" y="185675"/>
                  </a:lnTo>
                  <a:lnTo>
                    <a:pt x="2148338" y="194195"/>
                  </a:lnTo>
                  <a:lnTo>
                    <a:pt x="2246986" y="203786"/>
                  </a:lnTo>
                  <a:lnTo>
                    <a:pt x="2339820" y="214468"/>
                  </a:lnTo>
                  <a:lnTo>
                    <a:pt x="2425923" y="226306"/>
                  </a:lnTo>
                  <a:lnTo>
                    <a:pt x="2505041" y="239401"/>
                  </a:lnTo>
                  <a:lnTo>
                    <a:pt x="2577399" y="253897"/>
                  </a:lnTo>
                  <a:lnTo>
                    <a:pt x="2643532" y="269978"/>
                  </a:lnTo>
                  <a:lnTo>
                    <a:pt x="2704165" y="287854"/>
                  </a:lnTo>
                  <a:lnTo>
                    <a:pt x="2760114" y="307756"/>
                  </a:lnTo>
                  <a:lnTo>
                    <a:pt x="2812216" y="329910"/>
                  </a:lnTo>
                  <a:lnTo>
                    <a:pt x="2861279" y="354498"/>
                  </a:lnTo>
                  <a:lnTo>
                    <a:pt x="2896531" y="374595"/>
                  </a:lnTo>
                  <a:lnTo>
                    <a:pt x="2944672" y="405430"/>
                  </a:lnTo>
                  <a:lnTo>
                    <a:pt x="2991374" y="439164"/>
                  </a:lnTo>
                  <a:lnTo>
                    <a:pt x="3037138" y="475847"/>
                  </a:lnTo>
                  <a:lnTo>
                    <a:pt x="3082342" y="515445"/>
                  </a:lnTo>
                  <a:lnTo>
                    <a:pt x="3127261" y="557833"/>
                  </a:lnTo>
                  <a:lnTo>
                    <a:pt x="3172084" y="602787"/>
                  </a:lnTo>
                  <a:lnTo>
                    <a:pt x="3216928" y="649980"/>
                  </a:lnTo>
                  <a:lnTo>
                    <a:pt x="3261849" y="698994"/>
                  </a:lnTo>
                  <a:lnTo>
                    <a:pt x="3306853" y="749325"/>
                  </a:lnTo>
                  <a:lnTo>
                    <a:pt x="3351916" y="800411"/>
                  </a:lnTo>
                  <a:lnTo>
                    <a:pt x="3396992" y="851648"/>
                  </a:lnTo>
                  <a:lnTo>
                    <a:pt x="3442030" y="902429"/>
                  </a:lnTo>
                  <a:lnTo>
                    <a:pt x="3486994" y="952168"/>
                  </a:lnTo>
                  <a:lnTo>
                    <a:pt x="3531872" y="1000329"/>
                  </a:lnTo>
                  <a:lnTo>
                    <a:pt x="3576695" y="1046448"/>
                  </a:lnTo>
                  <a:lnTo>
                    <a:pt x="3621548" y="1090151"/>
                  </a:lnTo>
                  <a:lnTo>
                    <a:pt x="3666581" y="1131165"/>
                  </a:lnTo>
                  <a:lnTo>
                    <a:pt x="3712025" y="1169313"/>
                  </a:lnTo>
                  <a:lnTo>
                    <a:pt x="3758204" y="1204518"/>
                  </a:lnTo>
                  <a:lnTo>
                    <a:pt x="3805555" y="1236789"/>
                  </a:lnTo>
                  <a:lnTo>
                    <a:pt x="3829811" y="1251830"/>
                  </a:lnTo>
                  <a:lnTo>
                    <a:pt x="3877076" y="1278305"/>
                  </a:lnTo>
                  <a:lnTo>
                    <a:pt x="3926827" y="1302272"/>
                  </a:lnTo>
                  <a:lnTo>
                    <a:pt x="3979812" y="1323844"/>
                  </a:lnTo>
                  <a:lnTo>
                    <a:pt x="4036852" y="1343218"/>
                  </a:lnTo>
                  <a:lnTo>
                    <a:pt x="4098785" y="1360625"/>
                  </a:lnTo>
                  <a:lnTo>
                    <a:pt x="4166411" y="1376290"/>
                  </a:lnTo>
                  <a:lnTo>
                    <a:pt x="4240417" y="1390421"/>
                  </a:lnTo>
                  <a:lnTo>
                    <a:pt x="4321275" y="1403190"/>
                  </a:lnTo>
                  <a:lnTo>
                    <a:pt x="4409106" y="1414731"/>
                  </a:lnTo>
                  <a:lnTo>
                    <a:pt x="4503508" y="1425137"/>
                  </a:lnTo>
                  <a:lnTo>
                    <a:pt x="4603371" y="1434459"/>
                  </a:lnTo>
                  <a:lnTo>
                    <a:pt x="4706712" y="1442712"/>
                  </a:lnTo>
                  <a:lnTo>
                    <a:pt x="4810597" y="1449885"/>
                  </a:lnTo>
                  <a:lnTo>
                    <a:pt x="4911236" y="1455951"/>
                  </a:lnTo>
                  <a:lnTo>
                    <a:pt x="5004314" y="1460893"/>
                  </a:lnTo>
                  <a:lnTo>
                    <a:pt x="5085580" y="1464726"/>
                  </a:lnTo>
                  <a:lnTo>
                    <a:pt x="5151585" y="1467510"/>
                  </a:lnTo>
                  <a:lnTo>
                    <a:pt x="5200390" y="1469361"/>
                  </a:lnTo>
                  <a:lnTo>
                    <a:pt x="5232044" y="1470446"/>
                  </a:lnTo>
                  <a:lnTo>
                    <a:pt x="5248700" y="1470963"/>
                  </a:lnTo>
                  <a:lnTo>
                    <a:pt x="5254434" y="1471126"/>
                  </a:lnTo>
                  <a:lnTo>
                    <a:pt x="5254955" y="1471139"/>
                  </a:lnTo>
                  <a:lnTo>
                    <a:pt x="6726343" y="1471139"/>
                  </a:lnTo>
                  <a:lnTo>
                    <a:pt x="6727554" y="1471103"/>
                  </a:lnTo>
                  <a:lnTo>
                    <a:pt x="6735510" y="1470847"/>
                  </a:lnTo>
                  <a:lnTo>
                    <a:pt x="6755525" y="1470139"/>
                  </a:lnTo>
                  <a:lnTo>
                    <a:pt x="6791213" y="1468746"/>
                  </a:lnTo>
                  <a:lnTo>
                    <a:pt x="6844214" y="1466454"/>
                  </a:lnTo>
                  <a:lnTo>
                    <a:pt x="6914067" y="1463090"/>
                  </a:lnTo>
                  <a:lnTo>
                    <a:pt x="6998424" y="1458541"/>
                  </a:lnTo>
                  <a:lnTo>
                    <a:pt x="7093586" y="1452754"/>
                  </a:lnTo>
                  <a:lnTo>
                    <a:pt x="7195239" y="1445724"/>
                  </a:lnTo>
                  <a:lnTo>
                    <a:pt x="7299169" y="1437474"/>
                  </a:lnTo>
                  <a:lnTo>
                    <a:pt x="7401780" y="1428031"/>
                  </a:lnTo>
                  <a:lnTo>
                    <a:pt x="7500374" y="1417402"/>
                  </a:lnTo>
                  <a:lnTo>
                    <a:pt x="7593190" y="1405562"/>
                  </a:lnTo>
                  <a:lnTo>
                    <a:pt x="7679303" y="1392443"/>
                  </a:lnTo>
                  <a:lnTo>
                    <a:pt x="7758451" y="1377933"/>
                  </a:lnTo>
                  <a:lnTo>
                    <a:pt x="7830847" y="1361872"/>
                  </a:lnTo>
                  <a:lnTo>
                    <a:pt x="7897023" y="1344060"/>
                  </a:lnTo>
                  <a:lnTo>
                    <a:pt x="7957695" y="1324263"/>
                  </a:lnTo>
                  <a:lnTo>
                    <a:pt x="8013675" y="1302226"/>
                  </a:lnTo>
                  <a:lnTo>
                    <a:pt x="8065797" y="1277698"/>
                  </a:lnTo>
                  <a:lnTo>
                    <a:pt x="8114868" y="1250476"/>
                  </a:lnTo>
                  <a:lnTo>
                    <a:pt x="8151487" y="1227311"/>
                  </a:lnTo>
                  <a:lnTo>
                    <a:pt x="8198400" y="1193958"/>
                  </a:lnTo>
                  <a:lnTo>
                    <a:pt x="8243935" y="1157548"/>
                  </a:lnTo>
                  <a:lnTo>
                    <a:pt x="8288560" y="1118028"/>
                  </a:lnTo>
                  <a:lnTo>
                    <a:pt x="8332629" y="1075426"/>
                  </a:lnTo>
                  <a:lnTo>
                    <a:pt x="8376404" y="1029862"/>
                  </a:lnTo>
                  <a:lnTo>
                    <a:pt x="8420071" y="981554"/>
                  </a:lnTo>
                  <a:lnTo>
                    <a:pt x="8463744" y="930822"/>
                  </a:lnTo>
                  <a:lnTo>
                    <a:pt x="8507483" y="878083"/>
                  </a:lnTo>
                  <a:lnTo>
                    <a:pt x="8551305" y="823837"/>
                  </a:lnTo>
                  <a:lnTo>
                    <a:pt x="8595189" y="768653"/>
                  </a:lnTo>
                  <a:lnTo>
                    <a:pt x="8639098" y="713141"/>
                  </a:lnTo>
                  <a:lnTo>
                    <a:pt x="8682985" y="657929"/>
                  </a:lnTo>
                  <a:lnTo>
                    <a:pt x="8726810" y="603629"/>
                  </a:lnTo>
                  <a:lnTo>
                    <a:pt x="8770553" y="550811"/>
                  </a:lnTo>
                  <a:lnTo>
                    <a:pt x="8814228" y="499980"/>
                  </a:lnTo>
                  <a:lnTo>
                    <a:pt x="8857893" y="451556"/>
                  </a:lnTo>
                  <a:lnTo>
                    <a:pt x="8901660" y="405863"/>
                  </a:lnTo>
                  <a:lnTo>
                    <a:pt x="8945711" y="363125"/>
                  </a:lnTo>
                  <a:lnTo>
                    <a:pt x="8990304" y="323466"/>
                  </a:lnTo>
                  <a:lnTo>
                    <a:pt x="9035789" y="286918"/>
                  </a:lnTo>
                  <a:lnTo>
                    <a:pt x="9082629" y="253430"/>
                  </a:lnTo>
                  <a:lnTo>
                    <a:pt x="9084767" y="252000"/>
                  </a:lnTo>
                  <a:lnTo>
                    <a:pt x="9131966" y="222604"/>
                  </a:lnTo>
                  <a:lnTo>
                    <a:pt x="9181643" y="195988"/>
                  </a:lnTo>
                  <a:lnTo>
                    <a:pt x="9234544" y="172029"/>
                  </a:lnTo>
                  <a:lnTo>
                    <a:pt x="9291485" y="150506"/>
                  </a:lnTo>
                  <a:lnTo>
                    <a:pt x="9353301" y="131168"/>
                  </a:lnTo>
                  <a:lnTo>
                    <a:pt x="9420789" y="113761"/>
                  </a:lnTo>
                  <a:lnTo>
                    <a:pt x="9494636" y="98057"/>
                  </a:lnTo>
                  <a:lnTo>
                    <a:pt x="9575313" y="83865"/>
                  </a:lnTo>
                  <a:lnTo>
                    <a:pt x="9662944" y="71036"/>
                  </a:lnTo>
                  <a:lnTo>
                    <a:pt x="9757138" y="59467"/>
                  </a:lnTo>
                  <a:lnTo>
                    <a:pt x="9856800" y="49100"/>
                  </a:lnTo>
                  <a:lnTo>
                    <a:pt x="9959967" y="39918"/>
                  </a:lnTo>
                  <a:lnTo>
                    <a:pt x="10063731" y="31934"/>
                  </a:lnTo>
                  <a:lnTo>
                    <a:pt x="10164331" y="25176"/>
                  </a:lnTo>
                  <a:lnTo>
                    <a:pt x="10257474" y="19663"/>
                  </a:lnTo>
                  <a:lnTo>
                    <a:pt x="10338919" y="15382"/>
                  </a:lnTo>
                  <a:lnTo>
                    <a:pt x="10405204" y="12266"/>
                  </a:lnTo>
                  <a:lnTo>
                    <a:pt x="10454359" y="10189"/>
                  </a:lnTo>
                  <a:lnTo>
                    <a:pt x="10486384" y="8966"/>
                  </a:lnTo>
                  <a:lnTo>
                    <a:pt x="10503369" y="8378"/>
                  </a:lnTo>
                  <a:lnTo>
                    <a:pt x="10509329" y="8189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8699" y="35"/>
                  </a:lnTo>
                  <a:lnTo>
                    <a:pt x="10500744" y="292"/>
                  </a:lnTo>
                  <a:lnTo>
                    <a:pt x="10480729" y="999"/>
                  </a:lnTo>
                  <a:lnTo>
                    <a:pt x="10445040" y="2393"/>
                  </a:lnTo>
                  <a:lnTo>
                    <a:pt x="10392040" y="4685"/>
                  </a:lnTo>
                  <a:lnTo>
                    <a:pt x="10322186" y="8049"/>
                  </a:lnTo>
                  <a:lnTo>
                    <a:pt x="10237829" y="12597"/>
                  </a:lnTo>
                  <a:lnTo>
                    <a:pt x="10142667" y="18384"/>
                  </a:lnTo>
                  <a:lnTo>
                    <a:pt x="10041014" y="25415"/>
                  </a:lnTo>
                  <a:lnTo>
                    <a:pt x="9937085" y="33664"/>
                  </a:lnTo>
                  <a:lnTo>
                    <a:pt x="9834473" y="43108"/>
                  </a:lnTo>
                  <a:lnTo>
                    <a:pt x="9735879" y="53737"/>
                  </a:lnTo>
                  <a:lnTo>
                    <a:pt x="9643063" y="65577"/>
                  </a:lnTo>
                  <a:lnTo>
                    <a:pt x="9556950" y="78695"/>
                  </a:lnTo>
                  <a:lnTo>
                    <a:pt x="9477802" y="93206"/>
                  </a:lnTo>
                  <a:lnTo>
                    <a:pt x="9405406" y="109266"/>
                  </a:lnTo>
                  <a:lnTo>
                    <a:pt x="9339230" y="127078"/>
                  </a:lnTo>
                  <a:lnTo>
                    <a:pt x="9278558" y="146876"/>
                  </a:lnTo>
                  <a:lnTo>
                    <a:pt x="9222579" y="168913"/>
                  </a:lnTo>
                  <a:lnTo>
                    <a:pt x="9170456" y="193441"/>
                  </a:lnTo>
                  <a:lnTo>
                    <a:pt x="9121385" y="220663"/>
                  </a:lnTo>
                  <a:lnTo>
                    <a:pt x="9084767" y="243827"/>
                  </a:lnTo>
                  <a:lnTo>
                    <a:pt x="9037853" y="277181"/>
                  </a:lnTo>
                  <a:lnTo>
                    <a:pt x="8992318" y="313591"/>
                  </a:lnTo>
                  <a:lnTo>
                    <a:pt x="8947694" y="353110"/>
                  </a:lnTo>
                  <a:lnTo>
                    <a:pt x="8903625" y="395713"/>
                  </a:lnTo>
                  <a:lnTo>
                    <a:pt x="8859849" y="441277"/>
                  </a:lnTo>
                  <a:lnTo>
                    <a:pt x="8816183" y="489585"/>
                  </a:lnTo>
                  <a:lnTo>
                    <a:pt x="8772510" y="540316"/>
                  </a:lnTo>
                  <a:lnTo>
                    <a:pt x="8728770" y="593056"/>
                  </a:lnTo>
                  <a:lnTo>
                    <a:pt x="8684949" y="647301"/>
                  </a:lnTo>
                  <a:lnTo>
                    <a:pt x="8641064" y="702486"/>
                  </a:lnTo>
                  <a:lnTo>
                    <a:pt x="8597155" y="757997"/>
                  </a:lnTo>
                  <a:lnTo>
                    <a:pt x="8553268" y="813210"/>
                  </a:lnTo>
                  <a:lnTo>
                    <a:pt x="8509443" y="867510"/>
                  </a:lnTo>
                  <a:lnTo>
                    <a:pt x="8465700" y="920328"/>
                  </a:lnTo>
                  <a:lnTo>
                    <a:pt x="8422025" y="971159"/>
                  </a:lnTo>
                  <a:lnTo>
                    <a:pt x="8378361" y="1019583"/>
                  </a:lnTo>
                  <a:lnTo>
                    <a:pt x="8334593" y="1065275"/>
                  </a:lnTo>
                  <a:lnTo>
                    <a:pt x="8290542" y="1108013"/>
                  </a:lnTo>
                  <a:lnTo>
                    <a:pt x="8245949" y="1147673"/>
                  </a:lnTo>
                  <a:lnTo>
                    <a:pt x="8200464" y="1184221"/>
                  </a:lnTo>
                  <a:lnTo>
                    <a:pt x="8153624" y="1217709"/>
                  </a:lnTo>
                  <a:lnTo>
                    <a:pt x="8151487" y="1219138"/>
                  </a:lnTo>
                  <a:lnTo>
                    <a:pt x="8104287" y="1248535"/>
                  </a:lnTo>
                  <a:lnTo>
                    <a:pt x="8054610" y="1275151"/>
                  </a:lnTo>
                  <a:lnTo>
                    <a:pt x="8001710" y="1299110"/>
                  </a:lnTo>
                  <a:lnTo>
                    <a:pt x="7944769" y="1320632"/>
                  </a:lnTo>
                  <a:lnTo>
                    <a:pt x="7882952" y="1339971"/>
                  </a:lnTo>
                  <a:lnTo>
                    <a:pt x="7815464" y="1357378"/>
                  </a:lnTo>
                  <a:lnTo>
                    <a:pt x="7741617" y="1373082"/>
                  </a:lnTo>
                  <a:lnTo>
                    <a:pt x="7660941" y="1387273"/>
                  </a:lnTo>
                  <a:lnTo>
                    <a:pt x="7573309" y="1400102"/>
                  </a:lnTo>
                  <a:lnTo>
                    <a:pt x="7479115" y="1411671"/>
                  </a:lnTo>
                  <a:lnTo>
                    <a:pt x="7379453" y="1422039"/>
                  </a:lnTo>
                  <a:lnTo>
                    <a:pt x="7276287" y="1431221"/>
                  </a:lnTo>
                  <a:lnTo>
                    <a:pt x="7172522" y="1439205"/>
                  </a:lnTo>
                  <a:lnTo>
                    <a:pt x="7071923" y="1445963"/>
                  </a:lnTo>
                  <a:lnTo>
                    <a:pt x="6978779" y="1451475"/>
                  </a:lnTo>
                  <a:lnTo>
                    <a:pt x="6897334" y="1455756"/>
                  </a:lnTo>
                  <a:lnTo>
                    <a:pt x="6831049" y="1458872"/>
                  </a:lnTo>
                  <a:lnTo>
                    <a:pt x="6781894" y="1460950"/>
                  </a:lnTo>
                  <a:lnTo>
                    <a:pt x="6749870" y="1462173"/>
                  </a:lnTo>
                  <a:lnTo>
                    <a:pt x="6732884" y="1462761"/>
                  </a:lnTo>
                  <a:lnTo>
                    <a:pt x="6726924" y="1462949"/>
                  </a:lnTo>
                  <a:lnTo>
                    <a:pt x="6726343" y="1462966"/>
                  </a:lnTo>
                  <a:lnTo>
                    <a:pt x="5254955" y="1462966"/>
                  </a:lnTo>
                  <a:lnTo>
                    <a:pt x="5253738" y="1462934"/>
                  </a:lnTo>
                  <a:lnTo>
                    <a:pt x="5245752" y="1462702"/>
                  </a:lnTo>
                  <a:lnTo>
                    <a:pt x="5225661" y="1462063"/>
                  </a:lnTo>
                  <a:lnTo>
                    <a:pt x="5189843" y="1460805"/>
                  </a:lnTo>
                  <a:lnTo>
                    <a:pt x="5136664" y="1458735"/>
                  </a:lnTo>
                  <a:lnTo>
                    <a:pt x="5066595" y="1455698"/>
                  </a:lnTo>
                  <a:lnTo>
                    <a:pt x="4982010" y="1451591"/>
                  </a:lnTo>
                  <a:lnTo>
                    <a:pt x="4886631" y="1446367"/>
                  </a:lnTo>
                  <a:lnTo>
                    <a:pt x="4784789" y="1440022"/>
                  </a:lnTo>
                  <a:lnTo>
                    <a:pt x="4680715" y="1432578"/>
                  </a:lnTo>
                  <a:lnTo>
                    <a:pt x="4578005" y="1424057"/>
                  </a:lnTo>
                  <a:lnTo>
                    <a:pt x="4479356" y="1414467"/>
                  </a:lnTo>
                  <a:lnTo>
                    <a:pt x="4386522" y="1403784"/>
                  </a:lnTo>
                  <a:lnTo>
                    <a:pt x="4300420" y="1391947"/>
                  </a:lnTo>
                  <a:lnTo>
                    <a:pt x="4221301" y="1378852"/>
                  </a:lnTo>
                  <a:lnTo>
                    <a:pt x="4148944" y="1364355"/>
                  </a:lnTo>
                  <a:lnTo>
                    <a:pt x="4082810" y="1348275"/>
                  </a:lnTo>
                  <a:lnTo>
                    <a:pt x="4022177" y="1330399"/>
                  </a:lnTo>
                  <a:lnTo>
                    <a:pt x="3966228" y="1310496"/>
                  </a:lnTo>
                  <a:lnTo>
                    <a:pt x="3914126" y="1288343"/>
                  </a:lnTo>
                  <a:lnTo>
                    <a:pt x="3865063" y="1263755"/>
                  </a:lnTo>
                  <a:lnTo>
                    <a:pt x="3829811" y="1243657"/>
                  </a:lnTo>
                  <a:lnTo>
                    <a:pt x="3781670" y="1212822"/>
                  </a:lnTo>
                  <a:lnTo>
                    <a:pt x="3734968" y="1179088"/>
                  </a:lnTo>
                  <a:lnTo>
                    <a:pt x="3689204" y="1142406"/>
                  </a:lnTo>
                  <a:lnTo>
                    <a:pt x="3644000" y="1102808"/>
                  </a:lnTo>
                  <a:lnTo>
                    <a:pt x="3599081" y="1060420"/>
                  </a:lnTo>
                  <a:lnTo>
                    <a:pt x="3554258" y="1015466"/>
                  </a:lnTo>
                  <a:lnTo>
                    <a:pt x="3509414" y="968273"/>
                  </a:lnTo>
                  <a:lnTo>
                    <a:pt x="3464494" y="919259"/>
                  </a:lnTo>
                  <a:lnTo>
                    <a:pt x="3419489" y="868927"/>
                  </a:lnTo>
                  <a:lnTo>
                    <a:pt x="3374426" y="817842"/>
                  </a:lnTo>
                  <a:lnTo>
                    <a:pt x="3329351" y="766605"/>
                  </a:lnTo>
                  <a:lnTo>
                    <a:pt x="3284312" y="715823"/>
                  </a:lnTo>
                  <a:lnTo>
                    <a:pt x="3239348" y="666084"/>
                  </a:lnTo>
                  <a:lnTo>
                    <a:pt x="3194470" y="617924"/>
                  </a:lnTo>
                  <a:lnTo>
                    <a:pt x="3149647" y="571805"/>
                  </a:lnTo>
                  <a:lnTo>
                    <a:pt x="3104794" y="528101"/>
                  </a:lnTo>
                  <a:lnTo>
                    <a:pt x="3059761" y="487088"/>
                  </a:lnTo>
                  <a:lnTo>
                    <a:pt x="3014317" y="448940"/>
                  </a:lnTo>
                  <a:lnTo>
                    <a:pt x="2968138" y="413735"/>
                  </a:lnTo>
                  <a:lnTo>
                    <a:pt x="2920787" y="381463"/>
                  </a:lnTo>
                  <a:lnTo>
                    <a:pt x="2896531" y="366422"/>
                  </a:lnTo>
                  <a:lnTo>
                    <a:pt x="2849266" y="339948"/>
                  </a:lnTo>
                  <a:lnTo>
                    <a:pt x="2799515" y="315981"/>
                  </a:lnTo>
                  <a:lnTo>
                    <a:pt x="2746530" y="294409"/>
                  </a:lnTo>
                  <a:lnTo>
                    <a:pt x="2689490" y="275035"/>
                  </a:lnTo>
                  <a:lnTo>
                    <a:pt x="2627557" y="257628"/>
                  </a:lnTo>
                  <a:lnTo>
                    <a:pt x="2559931" y="241962"/>
                  </a:lnTo>
                  <a:lnTo>
                    <a:pt x="2485925" y="227831"/>
                  </a:lnTo>
                  <a:lnTo>
                    <a:pt x="2405067" y="215063"/>
                  </a:lnTo>
                  <a:lnTo>
                    <a:pt x="2317236" y="203522"/>
                  </a:lnTo>
                  <a:lnTo>
                    <a:pt x="2222834" y="193116"/>
                  </a:lnTo>
                  <a:lnTo>
                    <a:pt x="2122971" y="183794"/>
                  </a:lnTo>
                  <a:lnTo>
                    <a:pt x="2019630" y="175540"/>
                  </a:lnTo>
                  <a:lnTo>
                    <a:pt x="1915745" y="168368"/>
                  </a:lnTo>
                  <a:lnTo>
                    <a:pt x="1815107" y="162302"/>
                  </a:lnTo>
                  <a:lnTo>
                    <a:pt x="1722028" y="157359"/>
                  </a:lnTo>
                  <a:lnTo>
                    <a:pt x="1640762" y="153526"/>
                  </a:lnTo>
                  <a:lnTo>
                    <a:pt x="1574757" y="150742"/>
                  </a:lnTo>
                  <a:lnTo>
                    <a:pt x="1525952" y="148891"/>
                  </a:lnTo>
                  <a:lnTo>
                    <a:pt x="1494298" y="147807"/>
                  </a:lnTo>
                  <a:lnTo>
                    <a:pt x="1477642" y="147289"/>
                  </a:lnTo>
                  <a:lnTo>
                    <a:pt x="1471908" y="147127"/>
                  </a:lnTo>
                  <a:lnTo>
                    <a:pt x="1471387" y="147113"/>
                  </a:lnTo>
                  <a:lnTo>
                    <a:pt x="0" y="147113"/>
                  </a:lnTo>
                  <a:close/>
                </a:path>
              </a:pathLst>
            </a:custGeom>
            <a:solidFill>
              <a:srgbClr val="F28E5B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993" name="pl993"/>
            <p:cNvSpPr/>
            <p:nvPr/>
          </p:nvSpPr>
          <p:spPr>
            <a:xfrm>
              <a:off x="4799595" y="7742243"/>
              <a:ext cx="11981298" cy="1462966"/>
            </a:xfrm>
            <a:custGeom>
              <a:avLst/>
              <a:pathLst>
                <a:path w="11981298" h="1462966">
                  <a:moveTo>
                    <a:pt x="0" y="147113"/>
                  </a:moveTo>
                  <a:lnTo>
                    <a:pt x="1471387" y="147113"/>
                  </a:lnTo>
                  <a:lnTo>
                    <a:pt x="1472604" y="147146"/>
                  </a:lnTo>
                  <a:lnTo>
                    <a:pt x="1480590" y="147377"/>
                  </a:lnTo>
                  <a:lnTo>
                    <a:pt x="1500681" y="148017"/>
                  </a:lnTo>
                  <a:lnTo>
                    <a:pt x="1536499" y="149275"/>
                  </a:lnTo>
                  <a:lnTo>
                    <a:pt x="1589679" y="151345"/>
                  </a:lnTo>
                  <a:lnTo>
                    <a:pt x="1659747" y="154382"/>
                  </a:lnTo>
                  <a:lnTo>
                    <a:pt x="1744332" y="158489"/>
                  </a:lnTo>
                  <a:lnTo>
                    <a:pt x="1839711" y="163713"/>
                  </a:lnTo>
                  <a:lnTo>
                    <a:pt x="1941553" y="170057"/>
                  </a:lnTo>
                  <a:lnTo>
                    <a:pt x="2045627" y="177502"/>
                  </a:lnTo>
                  <a:lnTo>
                    <a:pt x="2148338" y="186022"/>
                  </a:lnTo>
                  <a:lnTo>
                    <a:pt x="2246986" y="195613"/>
                  </a:lnTo>
                  <a:lnTo>
                    <a:pt x="2339820" y="206295"/>
                  </a:lnTo>
                  <a:lnTo>
                    <a:pt x="2425923" y="218133"/>
                  </a:lnTo>
                  <a:lnTo>
                    <a:pt x="2505041" y="231228"/>
                  </a:lnTo>
                  <a:lnTo>
                    <a:pt x="2577399" y="245724"/>
                  </a:lnTo>
                  <a:lnTo>
                    <a:pt x="2643532" y="261805"/>
                  </a:lnTo>
                  <a:lnTo>
                    <a:pt x="2704165" y="279681"/>
                  </a:lnTo>
                  <a:lnTo>
                    <a:pt x="2760114" y="299583"/>
                  </a:lnTo>
                  <a:lnTo>
                    <a:pt x="2812216" y="321737"/>
                  </a:lnTo>
                  <a:lnTo>
                    <a:pt x="2861279" y="346325"/>
                  </a:lnTo>
                  <a:lnTo>
                    <a:pt x="2896531" y="366422"/>
                  </a:lnTo>
                  <a:lnTo>
                    <a:pt x="2944672" y="397257"/>
                  </a:lnTo>
                  <a:lnTo>
                    <a:pt x="2991374" y="430991"/>
                  </a:lnTo>
                  <a:lnTo>
                    <a:pt x="3037138" y="467674"/>
                  </a:lnTo>
                  <a:lnTo>
                    <a:pt x="3082342" y="507272"/>
                  </a:lnTo>
                  <a:lnTo>
                    <a:pt x="3127261" y="549660"/>
                  </a:lnTo>
                  <a:lnTo>
                    <a:pt x="3172084" y="594614"/>
                  </a:lnTo>
                  <a:lnTo>
                    <a:pt x="3216928" y="641807"/>
                  </a:lnTo>
                  <a:lnTo>
                    <a:pt x="3261849" y="690821"/>
                  </a:lnTo>
                  <a:lnTo>
                    <a:pt x="3306853" y="741152"/>
                  </a:lnTo>
                  <a:lnTo>
                    <a:pt x="3351916" y="792238"/>
                  </a:lnTo>
                  <a:lnTo>
                    <a:pt x="3396992" y="843475"/>
                  </a:lnTo>
                  <a:lnTo>
                    <a:pt x="3442030" y="894256"/>
                  </a:lnTo>
                  <a:lnTo>
                    <a:pt x="3486994" y="943995"/>
                  </a:lnTo>
                  <a:lnTo>
                    <a:pt x="3531872" y="992156"/>
                  </a:lnTo>
                  <a:lnTo>
                    <a:pt x="3576695" y="1038275"/>
                  </a:lnTo>
                  <a:lnTo>
                    <a:pt x="3621548" y="1081978"/>
                  </a:lnTo>
                  <a:lnTo>
                    <a:pt x="3666581" y="1122992"/>
                  </a:lnTo>
                  <a:lnTo>
                    <a:pt x="3712025" y="1161140"/>
                  </a:lnTo>
                  <a:lnTo>
                    <a:pt x="3758204" y="1196345"/>
                  </a:lnTo>
                  <a:lnTo>
                    <a:pt x="3805555" y="1228616"/>
                  </a:lnTo>
                  <a:lnTo>
                    <a:pt x="3829811" y="1243657"/>
                  </a:lnTo>
                  <a:lnTo>
                    <a:pt x="3877076" y="1270132"/>
                  </a:lnTo>
                  <a:lnTo>
                    <a:pt x="3926827" y="1294099"/>
                  </a:lnTo>
                  <a:lnTo>
                    <a:pt x="3979812" y="1315671"/>
                  </a:lnTo>
                  <a:lnTo>
                    <a:pt x="4036852" y="1335045"/>
                  </a:lnTo>
                  <a:lnTo>
                    <a:pt x="4098785" y="1352452"/>
                  </a:lnTo>
                  <a:lnTo>
                    <a:pt x="4166411" y="1368117"/>
                  </a:lnTo>
                  <a:lnTo>
                    <a:pt x="4240417" y="1382248"/>
                  </a:lnTo>
                  <a:lnTo>
                    <a:pt x="4321275" y="1395017"/>
                  </a:lnTo>
                  <a:lnTo>
                    <a:pt x="4409106" y="1406558"/>
                  </a:lnTo>
                  <a:lnTo>
                    <a:pt x="4503508" y="1416964"/>
                  </a:lnTo>
                  <a:lnTo>
                    <a:pt x="4603371" y="1426286"/>
                  </a:lnTo>
                  <a:lnTo>
                    <a:pt x="4706712" y="1434539"/>
                  </a:lnTo>
                  <a:lnTo>
                    <a:pt x="4810597" y="1441712"/>
                  </a:lnTo>
                  <a:lnTo>
                    <a:pt x="4911236" y="1447778"/>
                  </a:lnTo>
                  <a:lnTo>
                    <a:pt x="5004314" y="1452720"/>
                  </a:lnTo>
                  <a:lnTo>
                    <a:pt x="5085580" y="1456553"/>
                  </a:lnTo>
                  <a:lnTo>
                    <a:pt x="5151585" y="1459337"/>
                  </a:lnTo>
                  <a:lnTo>
                    <a:pt x="5200390" y="1461188"/>
                  </a:lnTo>
                  <a:lnTo>
                    <a:pt x="5232044" y="1462273"/>
                  </a:lnTo>
                  <a:lnTo>
                    <a:pt x="5248700" y="1462790"/>
                  </a:lnTo>
                  <a:lnTo>
                    <a:pt x="5254434" y="1462953"/>
                  </a:lnTo>
                  <a:lnTo>
                    <a:pt x="5254955" y="1462966"/>
                  </a:lnTo>
                  <a:lnTo>
                    <a:pt x="6726343" y="1462966"/>
                  </a:lnTo>
                  <a:lnTo>
                    <a:pt x="6727554" y="1462930"/>
                  </a:lnTo>
                  <a:lnTo>
                    <a:pt x="6735510" y="1462674"/>
                  </a:lnTo>
                  <a:lnTo>
                    <a:pt x="6755525" y="1461966"/>
                  </a:lnTo>
                  <a:lnTo>
                    <a:pt x="6791213" y="1460573"/>
                  </a:lnTo>
                  <a:lnTo>
                    <a:pt x="6844214" y="1458281"/>
                  </a:lnTo>
                  <a:lnTo>
                    <a:pt x="6914067" y="1454917"/>
                  </a:lnTo>
                  <a:lnTo>
                    <a:pt x="6998424" y="1450368"/>
                  </a:lnTo>
                  <a:lnTo>
                    <a:pt x="7093586" y="1444581"/>
                  </a:lnTo>
                  <a:lnTo>
                    <a:pt x="7195239" y="1437551"/>
                  </a:lnTo>
                  <a:lnTo>
                    <a:pt x="7299169" y="1429301"/>
                  </a:lnTo>
                  <a:lnTo>
                    <a:pt x="7401780" y="1419858"/>
                  </a:lnTo>
                  <a:lnTo>
                    <a:pt x="7500374" y="1409229"/>
                  </a:lnTo>
                  <a:lnTo>
                    <a:pt x="7593190" y="1397389"/>
                  </a:lnTo>
                  <a:lnTo>
                    <a:pt x="7679303" y="1384270"/>
                  </a:lnTo>
                  <a:lnTo>
                    <a:pt x="7758451" y="1369760"/>
                  </a:lnTo>
                  <a:lnTo>
                    <a:pt x="7830847" y="1353699"/>
                  </a:lnTo>
                  <a:lnTo>
                    <a:pt x="7897023" y="1335887"/>
                  </a:lnTo>
                  <a:lnTo>
                    <a:pt x="7957695" y="1316090"/>
                  </a:lnTo>
                  <a:lnTo>
                    <a:pt x="8013675" y="1294053"/>
                  </a:lnTo>
                  <a:lnTo>
                    <a:pt x="8065797" y="1269525"/>
                  </a:lnTo>
                  <a:lnTo>
                    <a:pt x="8114868" y="1242303"/>
                  </a:lnTo>
                  <a:lnTo>
                    <a:pt x="8151487" y="1219138"/>
                  </a:lnTo>
                  <a:lnTo>
                    <a:pt x="8198400" y="1185785"/>
                  </a:lnTo>
                  <a:lnTo>
                    <a:pt x="8243935" y="1149375"/>
                  </a:lnTo>
                  <a:lnTo>
                    <a:pt x="8288560" y="1109855"/>
                  </a:lnTo>
                  <a:lnTo>
                    <a:pt x="8332629" y="1067253"/>
                  </a:lnTo>
                  <a:lnTo>
                    <a:pt x="8376404" y="1021689"/>
                  </a:lnTo>
                  <a:lnTo>
                    <a:pt x="8420071" y="973381"/>
                  </a:lnTo>
                  <a:lnTo>
                    <a:pt x="8463744" y="922649"/>
                  </a:lnTo>
                  <a:lnTo>
                    <a:pt x="8507483" y="869910"/>
                  </a:lnTo>
                  <a:lnTo>
                    <a:pt x="8551305" y="815664"/>
                  </a:lnTo>
                  <a:lnTo>
                    <a:pt x="8595189" y="760480"/>
                  </a:lnTo>
                  <a:lnTo>
                    <a:pt x="8639098" y="704968"/>
                  </a:lnTo>
                  <a:lnTo>
                    <a:pt x="8682985" y="649756"/>
                  </a:lnTo>
                  <a:lnTo>
                    <a:pt x="8726810" y="595456"/>
                  </a:lnTo>
                  <a:lnTo>
                    <a:pt x="8770553" y="542638"/>
                  </a:lnTo>
                  <a:lnTo>
                    <a:pt x="8814228" y="491807"/>
                  </a:lnTo>
                  <a:lnTo>
                    <a:pt x="8857893" y="443383"/>
                  </a:lnTo>
                  <a:lnTo>
                    <a:pt x="8901660" y="397690"/>
                  </a:lnTo>
                  <a:lnTo>
                    <a:pt x="8945711" y="354952"/>
                  </a:lnTo>
                  <a:lnTo>
                    <a:pt x="8990304" y="315293"/>
                  </a:lnTo>
                  <a:lnTo>
                    <a:pt x="9035789" y="278745"/>
                  </a:lnTo>
                  <a:lnTo>
                    <a:pt x="9082629" y="245257"/>
                  </a:lnTo>
                  <a:lnTo>
                    <a:pt x="9084767" y="243827"/>
                  </a:lnTo>
                  <a:lnTo>
                    <a:pt x="9131966" y="214431"/>
                  </a:lnTo>
                  <a:lnTo>
                    <a:pt x="9181643" y="187815"/>
                  </a:lnTo>
                  <a:lnTo>
                    <a:pt x="9234544" y="163856"/>
                  </a:lnTo>
                  <a:lnTo>
                    <a:pt x="9291485" y="142333"/>
                  </a:lnTo>
                  <a:lnTo>
                    <a:pt x="9353301" y="122995"/>
                  </a:lnTo>
                  <a:lnTo>
                    <a:pt x="9420789" y="105588"/>
                  </a:lnTo>
                  <a:lnTo>
                    <a:pt x="9494636" y="89884"/>
                  </a:lnTo>
                  <a:lnTo>
                    <a:pt x="9575313" y="75692"/>
                  </a:lnTo>
                  <a:lnTo>
                    <a:pt x="9662944" y="62863"/>
                  </a:lnTo>
                  <a:lnTo>
                    <a:pt x="9757138" y="51294"/>
                  </a:lnTo>
                  <a:lnTo>
                    <a:pt x="9856800" y="40927"/>
                  </a:lnTo>
                  <a:lnTo>
                    <a:pt x="9959967" y="31745"/>
                  </a:lnTo>
                  <a:lnTo>
                    <a:pt x="10063731" y="23761"/>
                  </a:lnTo>
                  <a:lnTo>
                    <a:pt x="10164331" y="17003"/>
                  </a:lnTo>
                  <a:lnTo>
                    <a:pt x="10257474" y="11490"/>
                  </a:lnTo>
                  <a:lnTo>
                    <a:pt x="10338919" y="7209"/>
                  </a:lnTo>
                  <a:lnTo>
                    <a:pt x="10405204" y="4093"/>
                  </a:lnTo>
                  <a:lnTo>
                    <a:pt x="10454359" y="2016"/>
                  </a:lnTo>
                  <a:lnTo>
                    <a:pt x="10486384" y="793"/>
                  </a:lnTo>
                  <a:lnTo>
                    <a:pt x="10503369" y="205"/>
                  </a:lnTo>
                  <a:lnTo>
                    <a:pt x="10509329" y="16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94" name="pl994"/>
            <p:cNvSpPr/>
            <p:nvPr/>
          </p:nvSpPr>
          <p:spPr>
            <a:xfrm>
              <a:off x="4799595" y="7734070"/>
              <a:ext cx="11981298" cy="1462966"/>
            </a:xfrm>
            <a:custGeom>
              <a:avLst/>
              <a:pathLst>
                <a:path w="11981298" h="1462966">
                  <a:moveTo>
                    <a:pt x="11981298" y="0"/>
                  </a:moveTo>
                  <a:lnTo>
                    <a:pt x="10509911" y="0"/>
                  </a:lnTo>
                  <a:lnTo>
                    <a:pt x="10508699" y="35"/>
                  </a:lnTo>
                  <a:lnTo>
                    <a:pt x="10500744" y="292"/>
                  </a:lnTo>
                  <a:lnTo>
                    <a:pt x="10480729" y="999"/>
                  </a:lnTo>
                  <a:lnTo>
                    <a:pt x="10445040" y="2393"/>
                  </a:lnTo>
                  <a:lnTo>
                    <a:pt x="10392040" y="4685"/>
                  </a:lnTo>
                  <a:lnTo>
                    <a:pt x="10322186" y="8049"/>
                  </a:lnTo>
                  <a:lnTo>
                    <a:pt x="10237829" y="12597"/>
                  </a:lnTo>
                  <a:lnTo>
                    <a:pt x="10142667" y="18384"/>
                  </a:lnTo>
                  <a:lnTo>
                    <a:pt x="10041014" y="25415"/>
                  </a:lnTo>
                  <a:lnTo>
                    <a:pt x="9937085" y="33664"/>
                  </a:lnTo>
                  <a:lnTo>
                    <a:pt x="9834473" y="43108"/>
                  </a:lnTo>
                  <a:lnTo>
                    <a:pt x="9735879" y="53737"/>
                  </a:lnTo>
                  <a:lnTo>
                    <a:pt x="9643063" y="65577"/>
                  </a:lnTo>
                  <a:lnTo>
                    <a:pt x="9556950" y="78695"/>
                  </a:lnTo>
                  <a:lnTo>
                    <a:pt x="9477802" y="93206"/>
                  </a:lnTo>
                  <a:lnTo>
                    <a:pt x="9405406" y="109266"/>
                  </a:lnTo>
                  <a:lnTo>
                    <a:pt x="9339230" y="127078"/>
                  </a:lnTo>
                  <a:lnTo>
                    <a:pt x="9278558" y="146876"/>
                  </a:lnTo>
                  <a:lnTo>
                    <a:pt x="9222579" y="168913"/>
                  </a:lnTo>
                  <a:lnTo>
                    <a:pt x="9170456" y="193441"/>
                  </a:lnTo>
                  <a:lnTo>
                    <a:pt x="9121385" y="220663"/>
                  </a:lnTo>
                  <a:lnTo>
                    <a:pt x="9084767" y="243827"/>
                  </a:lnTo>
                  <a:lnTo>
                    <a:pt x="9037853" y="277181"/>
                  </a:lnTo>
                  <a:lnTo>
                    <a:pt x="8992318" y="313591"/>
                  </a:lnTo>
                  <a:lnTo>
                    <a:pt x="8947694" y="353110"/>
                  </a:lnTo>
                  <a:lnTo>
                    <a:pt x="8903625" y="395713"/>
                  </a:lnTo>
                  <a:lnTo>
                    <a:pt x="8859849" y="441277"/>
                  </a:lnTo>
                  <a:lnTo>
                    <a:pt x="8816183" y="489585"/>
                  </a:lnTo>
                  <a:lnTo>
                    <a:pt x="8772510" y="540316"/>
                  </a:lnTo>
                  <a:lnTo>
                    <a:pt x="8728770" y="593056"/>
                  </a:lnTo>
                  <a:lnTo>
                    <a:pt x="8684949" y="647301"/>
                  </a:lnTo>
                  <a:lnTo>
                    <a:pt x="8641064" y="702486"/>
                  </a:lnTo>
                  <a:lnTo>
                    <a:pt x="8597155" y="757997"/>
                  </a:lnTo>
                  <a:lnTo>
                    <a:pt x="8553268" y="813210"/>
                  </a:lnTo>
                  <a:lnTo>
                    <a:pt x="8509443" y="867510"/>
                  </a:lnTo>
                  <a:lnTo>
                    <a:pt x="8465700" y="920328"/>
                  </a:lnTo>
                  <a:lnTo>
                    <a:pt x="8422025" y="971159"/>
                  </a:lnTo>
                  <a:lnTo>
                    <a:pt x="8378361" y="1019583"/>
                  </a:lnTo>
                  <a:lnTo>
                    <a:pt x="8334593" y="1065275"/>
                  </a:lnTo>
                  <a:lnTo>
                    <a:pt x="8290542" y="1108013"/>
                  </a:lnTo>
                  <a:lnTo>
                    <a:pt x="8245949" y="1147673"/>
                  </a:lnTo>
                  <a:lnTo>
                    <a:pt x="8200464" y="1184221"/>
                  </a:lnTo>
                  <a:lnTo>
                    <a:pt x="8153624" y="1217709"/>
                  </a:lnTo>
                  <a:lnTo>
                    <a:pt x="8151487" y="1219138"/>
                  </a:lnTo>
                  <a:lnTo>
                    <a:pt x="8104287" y="1248535"/>
                  </a:lnTo>
                  <a:lnTo>
                    <a:pt x="8054610" y="1275151"/>
                  </a:lnTo>
                  <a:lnTo>
                    <a:pt x="8001710" y="1299110"/>
                  </a:lnTo>
                  <a:lnTo>
                    <a:pt x="7944769" y="1320632"/>
                  </a:lnTo>
                  <a:lnTo>
                    <a:pt x="7882952" y="1339971"/>
                  </a:lnTo>
                  <a:lnTo>
                    <a:pt x="7815464" y="1357378"/>
                  </a:lnTo>
                  <a:lnTo>
                    <a:pt x="7741617" y="1373082"/>
                  </a:lnTo>
                  <a:lnTo>
                    <a:pt x="7660941" y="1387273"/>
                  </a:lnTo>
                  <a:lnTo>
                    <a:pt x="7573309" y="1400102"/>
                  </a:lnTo>
                  <a:lnTo>
                    <a:pt x="7479115" y="1411671"/>
                  </a:lnTo>
                  <a:lnTo>
                    <a:pt x="7379453" y="1422039"/>
                  </a:lnTo>
                  <a:lnTo>
                    <a:pt x="7276287" y="1431221"/>
                  </a:lnTo>
                  <a:lnTo>
                    <a:pt x="7172522" y="1439205"/>
                  </a:lnTo>
                  <a:lnTo>
                    <a:pt x="7071923" y="1445963"/>
                  </a:lnTo>
                  <a:lnTo>
                    <a:pt x="6978779" y="1451475"/>
                  </a:lnTo>
                  <a:lnTo>
                    <a:pt x="6897334" y="1455756"/>
                  </a:lnTo>
                  <a:lnTo>
                    <a:pt x="6831049" y="1458872"/>
                  </a:lnTo>
                  <a:lnTo>
                    <a:pt x="6781894" y="1460950"/>
                  </a:lnTo>
                  <a:lnTo>
                    <a:pt x="6749870" y="1462173"/>
                  </a:lnTo>
                  <a:lnTo>
                    <a:pt x="6732884" y="1462761"/>
                  </a:lnTo>
                  <a:lnTo>
                    <a:pt x="6726924" y="1462949"/>
                  </a:lnTo>
                  <a:lnTo>
                    <a:pt x="6726343" y="1462966"/>
                  </a:lnTo>
                  <a:lnTo>
                    <a:pt x="5254955" y="1462966"/>
                  </a:lnTo>
                  <a:lnTo>
                    <a:pt x="5253738" y="1462934"/>
                  </a:lnTo>
                  <a:lnTo>
                    <a:pt x="5245752" y="1462702"/>
                  </a:lnTo>
                  <a:lnTo>
                    <a:pt x="5225661" y="1462063"/>
                  </a:lnTo>
                  <a:lnTo>
                    <a:pt x="5189843" y="1460805"/>
                  </a:lnTo>
                  <a:lnTo>
                    <a:pt x="5136664" y="1458735"/>
                  </a:lnTo>
                  <a:lnTo>
                    <a:pt x="5066595" y="1455698"/>
                  </a:lnTo>
                  <a:lnTo>
                    <a:pt x="4982010" y="1451591"/>
                  </a:lnTo>
                  <a:lnTo>
                    <a:pt x="4886631" y="1446367"/>
                  </a:lnTo>
                  <a:lnTo>
                    <a:pt x="4784789" y="1440022"/>
                  </a:lnTo>
                  <a:lnTo>
                    <a:pt x="4680715" y="1432578"/>
                  </a:lnTo>
                  <a:lnTo>
                    <a:pt x="4578005" y="1424057"/>
                  </a:lnTo>
                  <a:lnTo>
                    <a:pt x="4479356" y="1414467"/>
                  </a:lnTo>
                  <a:lnTo>
                    <a:pt x="4386522" y="1403784"/>
                  </a:lnTo>
                  <a:lnTo>
                    <a:pt x="4300420" y="1391947"/>
                  </a:lnTo>
                  <a:lnTo>
                    <a:pt x="4221301" y="1378852"/>
                  </a:lnTo>
                  <a:lnTo>
                    <a:pt x="4148944" y="1364355"/>
                  </a:lnTo>
                  <a:lnTo>
                    <a:pt x="4082810" y="1348275"/>
                  </a:lnTo>
                  <a:lnTo>
                    <a:pt x="4022177" y="1330399"/>
                  </a:lnTo>
                  <a:lnTo>
                    <a:pt x="3966228" y="1310496"/>
                  </a:lnTo>
                  <a:lnTo>
                    <a:pt x="3914126" y="1288343"/>
                  </a:lnTo>
                  <a:lnTo>
                    <a:pt x="3865063" y="1263755"/>
                  </a:lnTo>
                  <a:lnTo>
                    <a:pt x="3829811" y="1243657"/>
                  </a:lnTo>
                  <a:lnTo>
                    <a:pt x="3781670" y="1212822"/>
                  </a:lnTo>
                  <a:lnTo>
                    <a:pt x="3734968" y="1179088"/>
                  </a:lnTo>
                  <a:lnTo>
                    <a:pt x="3689204" y="1142406"/>
                  </a:lnTo>
                  <a:lnTo>
                    <a:pt x="3644000" y="1102808"/>
                  </a:lnTo>
                  <a:lnTo>
                    <a:pt x="3599081" y="1060420"/>
                  </a:lnTo>
                  <a:lnTo>
                    <a:pt x="3554258" y="1015466"/>
                  </a:lnTo>
                  <a:lnTo>
                    <a:pt x="3509414" y="968273"/>
                  </a:lnTo>
                  <a:lnTo>
                    <a:pt x="3464494" y="919259"/>
                  </a:lnTo>
                  <a:lnTo>
                    <a:pt x="3419489" y="868927"/>
                  </a:lnTo>
                  <a:lnTo>
                    <a:pt x="3374426" y="817842"/>
                  </a:lnTo>
                  <a:lnTo>
                    <a:pt x="3329351" y="766605"/>
                  </a:lnTo>
                  <a:lnTo>
                    <a:pt x="3284312" y="715823"/>
                  </a:lnTo>
                  <a:lnTo>
                    <a:pt x="3239348" y="666084"/>
                  </a:lnTo>
                  <a:lnTo>
                    <a:pt x="3194470" y="617924"/>
                  </a:lnTo>
                  <a:lnTo>
                    <a:pt x="3149647" y="571805"/>
                  </a:lnTo>
                  <a:lnTo>
                    <a:pt x="3104794" y="528101"/>
                  </a:lnTo>
                  <a:lnTo>
                    <a:pt x="3059761" y="487088"/>
                  </a:lnTo>
                  <a:lnTo>
                    <a:pt x="3014317" y="448940"/>
                  </a:lnTo>
                  <a:lnTo>
                    <a:pt x="2968138" y="413735"/>
                  </a:lnTo>
                  <a:lnTo>
                    <a:pt x="2920787" y="381463"/>
                  </a:lnTo>
                  <a:lnTo>
                    <a:pt x="2896531" y="366422"/>
                  </a:lnTo>
                  <a:lnTo>
                    <a:pt x="2849266" y="339948"/>
                  </a:lnTo>
                  <a:lnTo>
                    <a:pt x="2799515" y="315981"/>
                  </a:lnTo>
                  <a:lnTo>
                    <a:pt x="2746530" y="294409"/>
                  </a:lnTo>
                  <a:lnTo>
                    <a:pt x="2689490" y="275035"/>
                  </a:lnTo>
                  <a:lnTo>
                    <a:pt x="2627557" y="257628"/>
                  </a:lnTo>
                  <a:lnTo>
                    <a:pt x="2559931" y="241962"/>
                  </a:lnTo>
                  <a:lnTo>
                    <a:pt x="2485925" y="227831"/>
                  </a:lnTo>
                  <a:lnTo>
                    <a:pt x="2405067" y="215063"/>
                  </a:lnTo>
                  <a:lnTo>
                    <a:pt x="2317236" y="203522"/>
                  </a:lnTo>
                  <a:lnTo>
                    <a:pt x="2222834" y="193116"/>
                  </a:lnTo>
                  <a:lnTo>
                    <a:pt x="2122971" y="183794"/>
                  </a:lnTo>
                  <a:lnTo>
                    <a:pt x="2019630" y="175540"/>
                  </a:lnTo>
                  <a:lnTo>
                    <a:pt x="1915745" y="168368"/>
                  </a:lnTo>
                  <a:lnTo>
                    <a:pt x="1815107" y="162302"/>
                  </a:lnTo>
                  <a:lnTo>
                    <a:pt x="1722028" y="157359"/>
                  </a:lnTo>
                  <a:lnTo>
                    <a:pt x="1640762" y="153526"/>
                  </a:lnTo>
                  <a:lnTo>
                    <a:pt x="1574757" y="150742"/>
                  </a:lnTo>
                  <a:lnTo>
                    <a:pt x="1525952" y="148891"/>
                  </a:lnTo>
                  <a:lnTo>
                    <a:pt x="1494298" y="147807"/>
                  </a:lnTo>
                  <a:lnTo>
                    <a:pt x="1477642" y="147289"/>
                  </a:lnTo>
                  <a:lnTo>
                    <a:pt x="1471908" y="147127"/>
                  </a:lnTo>
                  <a:lnTo>
                    <a:pt x="1471387" y="147113"/>
                  </a:lnTo>
                  <a:lnTo>
                    <a:pt x="0" y="14711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95" name="pg995"/>
            <p:cNvSpPr/>
            <p:nvPr/>
          </p:nvSpPr>
          <p:spPr>
            <a:xfrm>
              <a:off x="4799595" y="3492284"/>
              <a:ext cx="11981298" cy="3653330"/>
            </a:xfrm>
            <a:custGeom>
              <a:avLst/>
              <a:pathLst>
                <a:path w="11981298" h="3653330">
                  <a:moveTo>
                    <a:pt x="0" y="3653330"/>
                  </a:moveTo>
                  <a:lnTo>
                    <a:pt x="1471387" y="3653330"/>
                  </a:lnTo>
                  <a:lnTo>
                    <a:pt x="1472530" y="3653263"/>
                  </a:lnTo>
                  <a:lnTo>
                    <a:pt x="1480046" y="3652787"/>
                  </a:lnTo>
                  <a:lnTo>
                    <a:pt x="1498989" y="3651473"/>
                  </a:lnTo>
                  <a:lnTo>
                    <a:pt x="1532851" y="3648884"/>
                  </a:lnTo>
                  <a:lnTo>
                    <a:pt x="1583312" y="3644620"/>
                  </a:lnTo>
                  <a:lnTo>
                    <a:pt x="1650108" y="3638352"/>
                  </a:lnTo>
                  <a:lnTo>
                    <a:pt x="1731195" y="3629857"/>
                  </a:lnTo>
                  <a:lnTo>
                    <a:pt x="1823209" y="3619020"/>
                  </a:lnTo>
                  <a:lnTo>
                    <a:pt x="1922122" y="3605825"/>
                  </a:lnTo>
                  <a:lnTo>
                    <a:pt x="2023901" y="3590307"/>
                  </a:lnTo>
                  <a:lnTo>
                    <a:pt x="2125023" y="3572518"/>
                  </a:lnTo>
                  <a:lnTo>
                    <a:pt x="2222761" y="3552484"/>
                  </a:lnTo>
                  <a:lnTo>
                    <a:pt x="2315261" y="3530172"/>
                  </a:lnTo>
                  <a:lnTo>
                    <a:pt x="2401474" y="3505477"/>
                  </a:lnTo>
                  <a:lnTo>
                    <a:pt x="2481005" y="3478212"/>
                  </a:lnTo>
                  <a:lnTo>
                    <a:pt x="2553948" y="3448105"/>
                  </a:lnTo>
                  <a:lnTo>
                    <a:pt x="2620726" y="3414805"/>
                  </a:lnTo>
                  <a:lnTo>
                    <a:pt x="2681970" y="3377894"/>
                  </a:lnTo>
                  <a:lnTo>
                    <a:pt x="2738424" y="3336909"/>
                  </a:lnTo>
                  <a:lnTo>
                    <a:pt x="2790872" y="3291374"/>
                  </a:lnTo>
                  <a:lnTo>
                    <a:pt x="2840090" y="3240864"/>
                  </a:lnTo>
                  <a:lnTo>
                    <a:pt x="2886798" y="3185106"/>
                  </a:lnTo>
                  <a:lnTo>
                    <a:pt x="2896531" y="3172485"/>
                  </a:lnTo>
                  <a:lnTo>
                    <a:pt x="2933940" y="3120704"/>
                  </a:lnTo>
                  <a:lnTo>
                    <a:pt x="2970411" y="3065139"/>
                  </a:lnTo>
                  <a:lnTo>
                    <a:pt x="3006196" y="3005715"/>
                  </a:lnTo>
                  <a:lnTo>
                    <a:pt x="3041503" y="2942416"/>
                  </a:lnTo>
                  <a:lnTo>
                    <a:pt x="3076494" y="2875292"/>
                  </a:lnTo>
                  <a:lnTo>
                    <a:pt x="3111298" y="2804471"/>
                  </a:lnTo>
                  <a:lnTo>
                    <a:pt x="3146011" y="2730154"/>
                  </a:lnTo>
                  <a:lnTo>
                    <a:pt x="3180702" y="2652627"/>
                  </a:lnTo>
                  <a:lnTo>
                    <a:pt x="3215416" y="2572250"/>
                  </a:lnTo>
                  <a:lnTo>
                    <a:pt x="3250175" y="2489457"/>
                  </a:lnTo>
                  <a:lnTo>
                    <a:pt x="3284987" y="2404750"/>
                  </a:lnTo>
                  <a:lnTo>
                    <a:pt x="3319845" y="2318683"/>
                  </a:lnTo>
                  <a:lnTo>
                    <a:pt x="3354730" y="2231849"/>
                  </a:lnTo>
                  <a:lnTo>
                    <a:pt x="3389621" y="2144864"/>
                  </a:lnTo>
                  <a:lnTo>
                    <a:pt x="3424494" y="2058350"/>
                  </a:lnTo>
                  <a:lnTo>
                    <a:pt x="3459330" y="1972913"/>
                  </a:lnTo>
                  <a:lnTo>
                    <a:pt x="3494115" y="1889128"/>
                  </a:lnTo>
                  <a:lnTo>
                    <a:pt x="3528849" y="1807524"/>
                  </a:lnTo>
                  <a:lnTo>
                    <a:pt x="3563547" y="1728567"/>
                  </a:lnTo>
                  <a:lnTo>
                    <a:pt x="3598242" y="1652657"/>
                  </a:lnTo>
                  <a:lnTo>
                    <a:pt x="3632992" y="1580115"/>
                  </a:lnTo>
                  <a:lnTo>
                    <a:pt x="3667879" y="1511181"/>
                  </a:lnTo>
                  <a:lnTo>
                    <a:pt x="3703014" y="1446021"/>
                  </a:lnTo>
                  <a:lnTo>
                    <a:pt x="3738545" y="1384719"/>
                  </a:lnTo>
                  <a:lnTo>
                    <a:pt x="3774656" y="1327294"/>
                  </a:lnTo>
                  <a:lnTo>
                    <a:pt x="3811575" y="1273695"/>
                  </a:lnTo>
                  <a:lnTo>
                    <a:pt x="3829811" y="1249106"/>
                  </a:lnTo>
                  <a:lnTo>
                    <a:pt x="3876066" y="1192215"/>
                  </a:lnTo>
                  <a:lnTo>
                    <a:pt x="3924690" y="1140597"/>
                  </a:lnTo>
                  <a:lnTo>
                    <a:pt x="3976383" y="1094030"/>
                  </a:lnTo>
                  <a:lnTo>
                    <a:pt x="4031912" y="1052110"/>
                  </a:lnTo>
                  <a:lnTo>
                    <a:pt x="4092066" y="1014368"/>
                  </a:lnTo>
                  <a:lnTo>
                    <a:pt x="4157601" y="980332"/>
                  </a:lnTo>
                  <a:lnTo>
                    <a:pt x="4229180" y="949573"/>
                  </a:lnTo>
                  <a:lnTo>
                    <a:pt x="4307280" y="921725"/>
                  </a:lnTo>
                  <a:lnTo>
                    <a:pt x="4392078" y="896499"/>
                  </a:lnTo>
                  <a:lnTo>
                    <a:pt x="4483295" y="873689"/>
                  </a:lnTo>
                  <a:lnTo>
                    <a:pt x="4580039" y="853172"/>
                  </a:lnTo>
                  <a:lnTo>
                    <a:pt x="4680636" y="834902"/>
                  </a:lnTo>
                  <a:lnTo>
                    <a:pt x="4782546" y="818894"/>
                  </a:lnTo>
                  <a:lnTo>
                    <a:pt x="4882401" y="805197"/>
                  </a:lnTo>
                  <a:lnTo>
                    <a:pt x="4976240" y="793855"/>
                  </a:lnTo>
                  <a:lnTo>
                    <a:pt x="5059982" y="784864"/>
                  </a:lnTo>
                  <a:lnTo>
                    <a:pt x="5130063" y="778135"/>
                  </a:lnTo>
                  <a:lnTo>
                    <a:pt x="5184107" y="773466"/>
                  </a:lnTo>
                  <a:lnTo>
                    <a:pt x="5221446" y="770551"/>
                  </a:lnTo>
                  <a:lnTo>
                    <a:pt x="5243347" y="769000"/>
                  </a:lnTo>
                  <a:lnTo>
                    <a:pt x="5252933" y="768381"/>
                  </a:lnTo>
                  <a:lnTo>
                    <a:pt x="5254955" y="768261"/>
                  </a:lnTo>
                  <a:lnTo>
                    <a:pt x="6726343" y="768261"/>
                  </a:lnTo>
                  <a:lnTo>
                    <a:pt x="6727573" y="768242"/>
                  </a:lnTo>
                  <a:lnTo>
                    <a:pt x="6735649" y="768107"/>
                  </a:lnTo>
                  <a:lnTo>
                    <a:pt x="6755959" y="767733"/>
                  </a:lnTo>
                  <a:lnTo>
                    <a:pt x="6792148" y="766998"/>
                  </a:lnTo>
                  <a:lnTo>
                    <a:pt x="6845841" y="765789"/>
                  </a:lnTo>
                  <a:lnTo>
                    <a:pt x="6916524" y="764015"/>
                  </a:lnTo>
                  <a:lnTo>
                    <a:pt x="7001761" y="761617"/>
                  </a:lnTo>
                  <a:lnTo>
                    <a:pt x="7097763" y="758569"/>
                  </a:lnTo>
                  <a:lnTo>
                    <a:pt x="7200139" y="754868"/>
                  </a:lnTo>
                  <a:lnTo>
                    <a:pt x="7304626" y="750528"/>
                  </a:lnTo>
                  <a:lnTo>
                    <a:pt x="7407614" y="745562"/>
                  </a:lnTo>
                  <a:lnTo>
                    <a:pt x="7506416" y="739972"/>
                  </a:lnTo>
                  <a:lnTo>
                    <a:pt x="7599297" y="733746"/>
                  </a:lnTo>
                  <a:lnTo>
                    <a:pt x="7685368" y="726845"/>
                  </a:lnTo>
                  <a:lnTo>
                    <a:pt x="7764402" y="719208"/>
                  </a:lnTo>
                  <a:lnTo>
                    <a:pt x="7836646" y="710749"/>
                  </a:lnTo>
                  <a:lnTo>
                    <a:pt x="7902660" y="701362"/>
                  </a:lnTo>
                  <a:lnTo>
                    <a:pt x="7963182" y="690920"/>
                  </a:lnTo>
                  <a:lnTo>
                    <a:pt x="8019043" y="679289"/>
                  </a:lnTo>
                  <a:lnTo>
                    <a:pt x="8071089" y="666338"/>
                  </a:lnTo>
                  <a:lnTo>
                    <a:pt x="8120133" y="651964"/>
                  </a:lnTo>
                  <a:lnTo>
                    <a:pt x="8151487" y="641580"/>
                  </a:lnTo>
                  <a:lnTo>
                    <a:pt x="8204269" y="621929"/>
                  </a:lnTo>
                  <a:lnTo>
                    <a:pt x="8255380" y="600254"/>
                  </a:lnTo>
                  <a:lnTo>
                    <a:pt x="8305458" y="576526"/>
                  </a:lnTo>
                  <a:lnTo>
                    <a:pt x="8354968" y="550786"/>
                  </a:lnTo>
                  <a:lnTo>
                    <a:pt x="8404234" y="523156"/>
                  </a:lnTo>
                  <a:lnTo>
                    <a:pt x="8453461" y="493844"/>
                  </a:lnTo>
                  <a:lnTo>
                    <a:pt x="8502760" y="463136"/>
                  </a:lnTo>
                  <a:lnTo>
                    <a:pt x="8552162" y="431397"/>
                  </a:lnTo>
                  <a:lnTo>
                    <a:pt x="8601644" y="399046"/>
                  </a:lnTo>
                  <a:lnTo>
                    <a:pt x="8651147" y="366539"/>
                  </a:lnTo>
                  <a:lnTo>
                    <a:pt x="8700607" y="334343"/>
                  </a:lnTo>
                  <a:lnTo>
                    <a:pt x="8749975" y="302904"/>
                  </a:lnTo>
                  <a:lnTo>
                    <a:pt x="8799243" y="272626"/>
                  </a:lnTo>
                  <a:lnTo>
                    <a:pt x="8848467" y="243847"/>
                  </a:lnTo>
                  <a:lnTo>
                    <a:pt x="8897786" y="216830"/>
                  </a:lnTo>
                  <a:lnTo>
                    <a:pt x="8947443" y="191753"/>
                  </a:lnTo>
                  <a:lnTo>
                    <a:pt x="8997807" y="168710"/>
                  </a:lnTo>
                  <a:lnTo>
                    <a:pt x="9049395" y="147717"/>
                  </a:lnTo>
                  <a:lnTo>
                    <a:pt x="9084767" y="134854"/>
                  </a:lnTo>
                  <a:lnTo>
                    <a:pt x="9132220" y="119505"/>
                  </a:lnTo>
                  <a:lnTo>
                    <a:pt x="9182181" y="105615"/>
                  </a:lnTo>
                  <a:lnTo>
                    <a:pt x="9235408" y="93118"/>
                  </a:lnTo>
                  <a:lnTo>
                    <a:pt x="9292732" y="81900"/>
                  </a:lnTo>
                  <a:lnTo>
                    <a:pt x="9355000" y="71825"/>
                  </a:lnTo>
                  <a:lnTo>
                    <a:pt x="9423019" y="62761"/>
                  </a:lnTo>
                  <a:lnTo>
                    <a:pt x="9497483" y="54587"/>
                  </a:lnTo>
                  <a:lnTo>
                    <a:pt x="9578860" y="47205"/>
                  </a:lnTo>
                  <a:lnTo>
                    <a:pt x="9667260" y="40535"/>
                  </a:lnTo>
                  <a:lnTo>
                    <a:pt x="9762257" y="34524"/>
                  </a:lnTo>
                  <a:lnTo>
                    <a:pt x="9862696" y="29144"/>
                  </a:lnTo>
                  <a:lnTo>
                    <a:pt x="9966533" y="24386"/>
                  </a:lnTo>
                  <a:lnTo>
                    <a:pt x="10070756" y="20257"/>
                  </a:lnTo>
                  <a:lnTo>
                    <a:pt x="10171496" y="16774"/>
                  </a:lnTo>
                  <a:lnTo>
                    <a:pt x="10264376" y="13944"/>
                  </a:lnTo>
                  <a:lnTo>
                    <a:pt x="10345120" y="11759"/>
                  </a:lnTo>
                  <a:lnTo>
                    <a:pt x="10410311" y="10182"/>
                  </a:lnTo>
                  <a:lnTo>
                    <a:pt x="10458108" y="9142"/>
                  </a:lnTo>
                  <a:lnTo>
                    <a:pt x="10488705" y="8541"/>
                  </a:lnTo>
                  <a:lnTo>
                    <a:pt x="10504430" y="8261"/>
                  </a:lnTo>
                  <a:lnTo>
                    <a:pt x="10509540" y="8178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8680" y="18"/>
                  </a:lnTo>
                  <a:lnTo>
                    <a:pt x="10500604" y="154"/>
                  </a:lnTo>
                  <a:lnTo>
                    <a:pt x="10480294" y="527"/>
                  </a:lnTo>
                  <a:lnTo>
                    <a:pt x="10444105" y="1263"/>
                  </a:lnTo>
                  <a:lnTo>
                    <a:pt x="10390412" y="2472"/>
                  </a:lnTo>
                  <a:lnTo>
                    <a:pt x="10319729" y="4246"/>
                  </a:lnTo>
                  <a:lnTo>
                    <a:pt x="10234492" y="6644"/>
                  </a:lnTo>
                  <a:lnTo>
                    <a:pt x="10138491" y="9692"/>
                  </a:lnTo>
                  <a:lnTo>
                    <a:pt x="10036115" y="13393"/>
                  </a:lnTo>
                  <a:lnTo>
                    <a:pt x="9931628" y="17733"/>
                  </a:lnTo>
                  <a:lnTo>
                    <a:pt x="9828639" y="22699"/>
                  </a:lnTo>
                  <a:lnTo>
                    <a:pt x="9729837" y="28288"/>
                  </a:lnTo>
                  <a:lnTo>
                    <a:pt x="9636956" y="34515"/>
                  </a:lnTo>
                  <a:lnTo>
                    <a:pt x="9550885" y="41416"/>
                  </a:lnTo>
                  <a:lnTo>
                    <a:pt x="9471851" y="49053"/>
                  </a:lnTo>
                  <a:lnTo>
                    <a:pt x="9399607" y="57511"/>
                  </a:lnTo>
                  <a:lnTo>
                    <a:pt x="9333594" y="66899"/>
                  </a:lnTo>
                  <a:lnTo>
                    <a:pt x="9273071" y="77341"/>
                  </a:lnTo>
                  <a:lnTo>
                    <a:pt x="9217211" y="88972"/>
                  </a:lnTo>
                  <a:lnTo>
                    <a:pt x="9165164" y="101923"/>
                  </a:lnTo>
                  <a:lnTo>
                    <a:pt x="9116121" y="116297"/>
                  </a:lnTo>
                  <a:lnTo>
                    <a:pt x="9084767" y="126681"/>
                  </a:lnTo>
                  <a:lnTo>
                    <a:pt x="9031984" y="146332"/>
                  </a:lnTo>
                  <a:lnTo>
                    <a:pt x="8980873" y="168007"/>
                  </a:lnTo>
                  <a:lnTo>
                    <a:pt x="8930795" y="191735"/>
                  </a:lnTo>
                  <a:lnTo>
                    <a:pt x="8881285" y="217475"/>
                  </a:lnTo>
                  <a:lnTo>
                    <a:pt x="8832020" y="245105"/>
                  </a:lnTo>
                  <a:lnTo>
                    <a:pt x="8782792" y="274417"/>
                  </a:lnTo>
                  <a:lnTo>
                    <a:pt x="8733493" y="305125"/>
                  </a:lnTo>
                  <a:lnTo>
                    <a:pt x="8684091" y="336864"/>
                  </a:lnTo>
                  <a:lnTo>
                    <a:pt x="8634610" y="369215"/>
                  </a:lnTo>
                  <a:lnTo>
                    <a:pt x="8585106" y="401721"/>
                  </a:lnTo>
                  <a:lnTo>
                    <a:pt x="8535646" y="433918"/>
                  </a:lnTo>
                  <a:lnTo>
                    <a:pt x="8486278" y="465357"/>
                  </a:lnTo>
                  <a:lnTo>
                    <a:pt x="8437010" y="495635"/>
                  </a:lnTo>
                  <a:lnTo>
                    <a:pt x="8387786" y="524414"/>
                  </a:lnTo>
                  <a:lnTo>
                    <a:pt x="8338467" y="551430"/>
                  </a:lnTo>
                  <a:lnTo>
                    <a:pt x="8288810" y="576508"/>
                  </a:lnTo>
                  <a:lnTo>
                    <a:pt x="8238446" y="599551"/>
                  </a:lnTo>
                  <a:lnTo>
                    <a:pt x="8186858" y="620544"/>
                  </a:lnTo>
                  <a:lnTo>
                    <a:pt x="8151487" y="633407"/>
                  </a:lnTo>
                  <a:lnTo>
                    <a:pt x="8104033" y="648756"/>
                  </a:lnTo>
                  <a:lnTo>
                    <a:pt x="8054072" y="662646"/>
                  </a:lnTo>
                  <a:lnTo>
                    <a:pt x="8000845" y="675142"/>
                  </a:lnTo>
                  <a:lnTo>
                    <a:pt x="7943521" y="686361"/>
                  </a:lnTo>
                  <a:lnTo>
                    <a:pt x="7881254" y="696436"/>
                  </a:lnTo>
                  <a:lnTo>
                    <a:pt x="7813234" y="705500"/>
                  </a:lnTo>
                  <a:lnTo>
                    <a:pt x="7738771" y="713673"/>
                  </a:lnTo>
                  <a:lnTo>
                    <a:pt x="7657393" y="721056"/>
                  </a:lnTo>
                  <a:lnTo>
                    <a:pt x="7568993" y="727726"/>
                  </a:lnTo>
                  <a:lnTo>
                    <a:pt x="7473996" y="733737"/>
                  </a:lnTo>
                  <a:lnTo>
                    <a:pt x="7373557" y="739117"/>
                  </a:lnTo>
                  <a:lnTo>
                    <a:pt x="7269720" y="743875"/>
                  </a:lnTo>
                  <a:lnTo>
                    <a:pt x="7165497" y="748004"/>
                  </a:lnTo>
                  <a:lnTo>
                    <a:pt x="7064757" y="751487"/>
                  </a:lnTo>
                  <a:lnTo>
                    <a:pt x="6971877" y="754317"/>
                  </a:lnTo>
                  <a:lnTo>
                    <a:pt x="6891134" y="756501"/>
                  </a:lnTo>
                  <a:lnTo>
                    <a:pt x="6825943" y="758079"/>
                  </a:lnTo>
                  <a:lnTo>
                    <a:pt x="6778146" y="759118"/>
                  </a:lnTo>
                  <a:lnTo>
                    <a:pt x="6747548" y="759720"/>
                  </a:lnTo>
                  <a:lnTo>
                    <a:pt x="6731823" y="760000"/>
                  </a:lnTo>
                  <a:lnTo>
                    <a:pt x="6726713" y="760083"/>
                  </a:lnTo>
                  <a:lnTo>
                    <a:pt x="6726343" y="760088"/>
                  </a:lnTo>
                  <a:lnTo>
                    <a:pt x="5254955" y="760088"/>
                  </a:lnTo>
                  <a:lnTo>
                    <a:pt x="5253812" y="760155"/>
                  </a:lnTo>
                  <a:lnTo>
                    <a:pt x="5246296" y="760631"/>
                  </a:lnTo>
                  <a:lnTo>
                    <a:pt x="5227353" y="761946"/>
                  </a:lnTo>
                  <a:lnTo>
                    <a:pt x="5193491" y="764534"/>
                  </a:lnTo>
                  <a:lnTo>
                    <a:pt x="5143030" y="768798"/>
                  </a:lnTo>
                  <a:lnTo>
                    <a:pt x="5076234" y="775066"/>
                  </a:lnTo>
                  <a:lnTo>
                    <a:pt x="4995147" y="783562"/>
                  </a:lnTo>
                  <a:lnTo>
                    <a:pt x="4903133" y="794398"/>
                  </a:lnTo>
                  <a:lnTo>
                    <a:pt x="4804220" y="807594"/>
                  </a:lnTo>
                  <a:lnTo>
                    <a:pt x="4702441" y="823111"/>
                  </a:lnTo>
                  <a:lnTo>
                    <a:pt x="4601319" y="840900"/>
                  </a:lnTo>
                  <a:lnTo>
                    <a:pt x="4503582" y="860934"/>
                  </a:lnTo>
                  <a:lnTo>
                    <a:pt x="4411082" y="883246"/>
                  </a:lnTo>
                  <a:lnTo>
                    <a:pt x="4324868" y="907941"/>
                  </a:lnTo>
                  <a:lnTo>
                    <a:pt x="4245337" y="935206"/>
                  </a:lnTo>
                  <a:lnTo>
                    <a:pt x="4172394" y="965313"/>
                  </a:lnTo>
                  <a:lnTo>
                    <a:pt x="4105616" y="998613"/>
                  </a:lnTo>
                  <a:lnTo>
                    <a:pt x="4044372" y="1035524"/>
                  </a:lnTo>
                  <a:lnTo>
                    <a:pt x="3987918" y="1076509"/>
                  </a:lnTo>
                  <a:lnTo>
                    <a:pt x="3935470" y="1122044"/>
                  </a:lnTo>
                  <a:lnTo>
                    <a:pt x="3886252" y="1172554"/>
                  </a:lnTo>
                  <a:lnTo>
                    <a:pt x="3839544" y="1228312"/>
                  </a:lnTo>
                  <a:lnTo>
                    <a:pt x="3829811" y="1240933"/>
                  </a:lnTo>
                  <a:lnTo>
                    <a:pt x="3792402" y="1292715"/>
                  </a:lnTo>
                  <a:lnTo>
                    <a:pt x="3755932" y="1348279"/>
                  </a:lnTo>
                  <a:lnTo>
                    <a:pt x="3720146" y="1407703"/>
                  </a:lnTo>
                  <a:lnTo>
                    <a:pt x="3684840" y="1471003"/>
                  </a:lnTo>
                  <a:lnTo>
                    <a:pt x="3649848" y="1538126"/>
                  </a:lnTo>
                  <a:lnTo>
                    <a:pt x="3615044" y="1608948"/>
                  </a:lnTo>
                  <a:lnTo>
                    <a:pt x="3580331" y="1683264"/>
                  </a:lnTo>
                  <a:lnTo>
                    <a:pt x="3545640" y="1760791"/>
                  </a:lnTo>
                  <a:lnTo>
                    <a:pt x="3510927" y="1841169"/>
                  </a:lnTo>
                  <a:lnTo>
                    <a:pt x="3476167" y="1923961"/>
                  </a:lnTo>
                  <a:lnTo>
                    <a:pt x="3441355" y="2008668"/>
                  </a:lnTo>
                  <a:lnTo>
                    <a:pt x="3406498" y="2094735"/>
                  </a:lnTo>
                  <a:lnTo>
                    <a:pt x="3371612" y="2181569"/>
                  </a:lnTo>
                  <a:lnTo>
                    <a:pt x="3336721" y="2268554"/>
                  </a:lnTo>
                  <a:lnTo>
                    <a:pt x="3301848" y="2355068"/>
                  </a:lnTo>
                  <a:lnTo>
                    <a:pt x="3267013" y="2440505"/>
                  </a:lnTo>
                  <a:lnTo>
                    <a:pt x="3232227" y="2524290"/>
                  </a:lnTo>
                  <a:lnTo>
                    <a:pt x="3197493" y="2605894"/>
                  </a:lnTo>
                  <a:lnTo>
                    <a:pt x="3162795" y="2684851"/>
                  </a:lnTo>
                  <a:lnTo>
                    <a:pt x="3128100" y="2760761"/>
                  </a:lnTo>
                  <a:lnTo>
                    <a:pt x="3093350" y="2833303"/>
                  </a:lnTo>
                  <a:lnTo>
                    <a:pt x="3058464" y="2902237"/>
                  </a:lnTo>
                  <a:lnTo>
                    <a:pt x="3023328" y="2967397"/>
                  </a:lnTo>
                  <a:lnTo>
                    <a:pt x="2987797" y="3028699"/>
                  </a:lnTo>
                  <a:lnTo>
                    <a:pt x="2951687" y="3086125"/>
                  </a:lnTo>
                  <a:lnTo>
                    <a:pt x="2914767" y="3139723"/>
                  </a:lnTo>
                  <a:lnTo>
                    <a:pt x="2896531" y="3164312"/>
                  </a:lnTo>
                  <a:lnTo>
                    <a:pt x="2850276" y="3221203"/>
                  </a:lnTo>
                  <a:lnTo>
                    <a:pt x="2801652" y="3272821"/>
                  </a:lnTo>
                  <a:lnTo>
                    <a:pt x="2749960" y="3319388"/>
                  </a:lnTo>
                  <a:lnTo>
                    <a:pt x="2694430" y="3361308"/>
                  </a:lnTo>
                  <a:lnTo>
                    <a:pt x="2634276" y="3399050"/>
                  </a:lnTo>
                  <a:lnTo>
                    <a:pt x="2568741" y="3433086"/>
                  </a:lnTo>
                  <a:lnTo>
                    <a:pt x="2497162" y="3463845"/>
                  </a:lnTo>
                  <a:lnTo>
                    <a:pt x="2419062" y="3491693"/>
                  </a:lnTo>
                  <a:lnTo>
                    <a:pt x="2334265" y="3516919"/>
                  </a:lnTo>
                  <a:lnTo>
                    <a:pt x="2243047" y="3539729"/>
                  </a:lnTo>
                  <a:lnTo>
                    <a:pt x="2146304" y="3560246"/>
                  </a:lnTo>
                  <a:lnTo>
                    <a:pt x="2045706" y="3578516"/>
                  </a:lnTo>
                  <a:lnTo>
                    <a:pt x="1943796" y="3594524"/>
                  </a:lnTo>
                  <a:lnTo>
                    <a:pt x="1843941" y="3608221"/>
                  </a:lnTo>
                  <a:lnTo>
                    <a:pt x="1750103" y="3619563"/>
                  </a:lnTo>
                  <a:lnTo>
                    <a:pt x="1666360" y="3628554"/>
                  </a:lnTo>
                  <a:lnTo>
                    <a:pt x="1596280" y="3635283"/>
                  </a:lnTo>
                  <a:lnTo>
                    <a:pt x="1542235" y="3639952"/>
                  </a:lnTo>
                  <a:lnTo>
                    <a:pt x="1504896" y="3642867"/>
                  </a:lnTo>
                  <a:lnTo>
                    <a:pt x="1482995" y="3644418"/>
                  </a:lnTo>
                  <a:lnTo>
                    <a:pt x="1473409" y="3645037"/>
                  </a:lnTo>
                  <a:lnTo>
                    <a:pt x="1471387" y="3645157"/>
                  </a:lnTo>
                  <a:lnTo>
                    <a:pt x="0" y="3645157"/>
                  </a:lnTo>
                  <a:close/>
                </a:path>
              </a:pathLst>
            </a:custGeom>
            <a:solidFill>
              <a:srgbClr val="F28E5B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996" name="pl996"/>
            <p:cNvSpPr/>
            <p:nvPr/>
          </p:nvSpPr>
          <p:spPr>
            <a:xfrm>
              <a:off x="4799595" y="3500457"/>
              <a:ext cx="11981298" cy="3645157"/>
            </a:xfrm>
            <a:custGeom>
              <a:avLst/>
              <a:pathLst>
                <a:path w="11981298" h="3645157">
                  <a:moveTo>
                    <a:pt x="0" y="3645157"/>
                  </a:moveTo>
                  <a:lnTo>
                    <a:pt x="1471387" y="3645157"/>
                  </a:lnTo>
                  <a:lnTo>
                    <a:pt x="1472530" y="3645090"/>
                  </a:lnTo>
                  <a:lnTo>
                    <a:pt x="1480046" y="3644614"/>
                  </a:lnTo>
                  <a:lnTo>
                    <a:pt x="1498989" y="3643300"/>
                  </a:lnTo>
                  <a:lnTo>
                    <a:pt x="1532851" y="3640711"/>
                  </a:lnTo>
                  <a:lnTo>
                    <a:pt x="1583312" y="3636447"/>
                  </a:lnTo>
                  <a:lnTo>
                    <a:pt x="1650108" y="3630179"/>
                  </a:lnTo>
                  <a:lnTo>
                    <a:pt x="1731195" y="3621684"/>
                  </a:lnTo>
                  <a:lnTo>
                    <a:pt x="1823209" y="3610847"/>
                  </a:lnTo>
                  <a:lnTo>
                    <a:pt x="1922122" y="3597652"/>
                  </a:lnTo>
                  <a:lnTo>
                    <a:pt x="2023901" y="3582134"/>
                  </a:lnTo>
                  <a:lnTo>
                    <a:pt x="2125023" y="3564345"/>
                  </a:lnTo>
                  <a:lnTo>
                    <a:pt x="2222761" y="3544311"/>
                  </a:lnTo>
                  <a:lnTo>
                    <a:pt x="2315261" y="3521999"/>
                  </a:lnTo>
                  <a:lnTo>
                    <a:pt x="2401474" y="3497304"/>
                  </a:lnTo>
                  <a:lnTo>
                    <a:pt x="2481005" y="3470039"/>
                  </a:lnTo>
                  <a:lnTo>
                    <a:pt x="2553948" y="3439932"/>
                  </a:lnTo>
                  <a:lnTo>
                    <a:pt x="2620726" y="3406632"/>
                  </a:lnTo>
                  <a:lnTo>
                    <a:pt x="2681970" y="3369721"/>
                  </a:lnTo>
                  <a:lnTo>
                    <a:pt x="2738424" y="3328736"/>
                  </a:lnTo>
                  <a:lnTo>
                    <a:pt x="2790872" y="3283201"/>
                  </a:lnTo>
                  <a:lnTo>
                    <a:pt x="2840090" y="3232691"/>
                  </a:lnTo>
                  <a:lnTo>
                    <a:pt x="2886798" y="3176933"/>
                  </a:lnTo>
                  <a:lnTo>
                    <a:pt x="2896531" y="3164312"/>
                  </a:lnTo>
                  <a:lnTo>
                    <a:pt x="2933940" y="3112531"/>
                  </a:lnTo>
                  <a:lnTo>
                    <a:pt x="2970411" y="3056966"/>
                  </a:lnTo>
                  <a:lnTo>
                    <a:pt x="3006196" y="2997542"/>
                  </a:lnTo>
                  <a:lnTo>
                    <a:pt x="3041503" y="2934243"/>
                  </a:lnTo>
                  <a:lnTo>
                    <a:pt x="3076494" y="2867119"/>
                  </a:lnTo>
                  <a:lnTo>
                    <a:pt x="3111298" y="2796298"/>
                  </a:lnTo>
                  <a:lnTo>
                    <a:pt x="3146011" y="2721981"/>
                  </a:lnTo>
                  <a:lnTo>
                    <a:pt x="3180702" y="2644454"/>
                  </a:lnTo>
                  <a:lnTo>
                    <a:pt x="3215416" y="2564077"/>
                  </a:lnTo>
                  <a:lnTo>
                    <a:pt x="3250175" y="2481284"/>
                  </a:lnTo>
                  <a:lnTo>
                    <a:pt x="3284987" y="2396577"/>
                  </a:lnTo>
                  <a:lnTo>
                    <a:pt x="3319845" y="2310510"/>
                  </a:lnTo>
                  <a:lnTo>
                    <a:pt x="3354730" y="2223676"/>
                  </a:lnTo>
                  <a:lnTo>
                    <a:pt x="3389621" y="2136691"/>
                  </a:lnTo>
                  <a:lnTo>
                    <a:pt x="3424494" y="2050177"/>
                  </a:lnTo>
                  <a:lnTo>
                    <a:pt x="3459330" y="1964740"/>
                  </a:lnTo>
                  <a:lnTo>
                    <a:pt x="3494115" y="1880955"/>
                  </a:lnTo>
                  <a:lnTo>
                    <a:pt x="3528849" y="1799351"/>
                  </a:lnTo>
                  <a:lnTo>
                    <a:pt x="3563547" y="1720394"/>
                  </a:lnTo>
                  <a:lnTo>
                    <a:pt x="3598242" y="1644484"/>
                  </a:lnTo>
                  <a:lnTo>
                    <a:pt x="3632992" y="1571942"/>
                  </a:lnTo>
                  <a:lnTo>
                    <a:pt x="3667879" y="1503008"/>
                  </a:lnTo>
                  <a:lnTo>
                    <a:pt x="3703014" y="1437848"/>
                  </a:lnTo>
                  <a:lnTo>
                    <a:pt x="3738545" y="1376546"/>
                  </a:lnTo>
                  <a:lnTo>
                    <a:pt x="3774656" y="1319121"/>
                  </a:lnTo>
                  <a:lnTo>
                    <a:pt x="3811575" y="1265522"/>
                  </a:lnTo>
                  <a:lnTo>
                    <a:pt x="3829811" y="1240933"/>
                  </a:lnTo>
                  <a:lnTo>
                    <a:pt x="3876066" y="1184042"/>
                  </a:lnTo>
                  <a:lnTo>
                    <a:pt x="3924690" y="1132424"/>
                  </a:lnTo>
                  <a:lnTo>
                    <a:pt x="3976383" y="1085857"/>
                  </a:lnTo>
                  <a:lnTo>
                    <a:pt x="4031912" y="1043937"/>
                  </a:lnTo>
                  <a:lnTo>
                    <a:pt x="4092066" y="1006195"/>
                  </a:lnTo>
                  <a:lnTo>
                    <a:pt x="4157601" y="972159"/>
                  </a:lnTo>
                  <a:lnTo>
                    <a:pt x="4229180" y="941400"/>
                  </a:lnTo>
                  <a:lnTo>
                    <a:pt x="4307280" y="913552"/>
                  </a:lnTo>
                  <a:lnTo>
                    <a:pt x="4392078" y="888326"/>
                  </a:lnTo>
                  <a:lnTo>
                    <a:pt x="4483295" y="865516"/>
                  </a:lnTo>
                  <a:lnTo>
                    <a:pt x="4580039" y="844999"/>
                  </a:lnTo>
                  <a:lnTo>
                    <a:pt x="4680636" y="826729"/>
                  </a:lnTo>
                  <a:lnTo>
                    <a:pt x="4782546" y="810721"/>
                  </a:lnTo>
                  <a:lnTo>
                    <a:pt x="4882401" y="797024"/>
                  </a:lnTo>
                  <a:lnTo>
                    <a:pt x="4976240" y="785682"/>
                  </a:lnTo>
                  <a:lnTo>
                    <a:pt x="5059982" y="776691"/>
                  </a:lnTo>
                  <a:lnTo>
                    <a:pt x="5130063" y="769962"/>
                  </a:lnTo>
                  <a:lnTo>
                    <a:pt x="5184107" y="765293"/>
                  </a:lnTo>
                  <a:lnTo>
                    <a:pt x="5221446" y="762378"/>
                  </a:lnTo>
                  <a:lnTo>
                    <a:pt x="5243347" y="760827"/>
                  </a:lnTo>
                  <a:lnTo>
                    <a:pt x="5252933" y="760208"/>
                  </a:lnTo>
                  <a:lnTo>
                    <a:pt x="5254943" y="760089"/>
                  </a:lnTo>
                  <a:lnTo>
                    <a:pt x="5254955" y="760088"/>
                  </a:lnTo>
                  <a:lnTo>
                    <a:pt x="6726343" y="760088"/>
                  </a:lnTo>
                  <a:lnTo>
                    <a:pt x="6727573" y="760069"/>
                  </a:lnTo>
                  <a:lnTo>
                    <a:pt x="6735649" y="759934"/>
                  </a:lnTo>
                  <a:lnTo>
                    <a:pt x="6755959" y="759560"/>
                  </a:lnTo>
                  <a:lnTo>
                    <a:pt x="6792148" y="758825"/>
                  </a:lnTo>
                  <a:lnTo>
                    <a:pt x="6845841" y="757616"/>
                  </a:lnTo>
                  <a:lnTo>
                    <a:pt x="6916524" y="755842"/>
                  </a:lnTo>
                  <a:lnTo>
                    <a:pt x="7001761" y="753444"/>
                  </a:lnTo>
                  <a:lnTo>
                    <a:pt x="7097763" y="750396"/>
                  </a:lnTo>
                  <a:lnTo>
                    <a:pt x="7200139" y="746695"/>
                  </a:lnTo>
                  <a:lnTo>
                    <a:pt x="7304626" y="742355"/>
                  </a:lnTo>
                  <a:lnTo>
                    <a:pt x="7407614" y="737389"/>
                  </a:lnTo>
                  <a:lnTo>
                    <a:pt x="7506416" y="731799"/>
                  </a:lnTo>
                  <a:lnTo>
                    <a:pt x="7599297" y="725573"/>
                  </a:lnTo>
                  <a:lnTo>
                    <a:pt x="7685368" y="718672"/>
                  </a:lnTo>
                  <a:lnTo>
                    <a:pt x="7764402" y="711035"/>
                  </a:lnTo>
                  <a:lnTo>
                    <a:pt x="7836646" y="702576"/>
                  </a:lnTo>
                  <a:lnTo>
                    <a:pt x="7902660" y="693189"/>
                  </a:lnTo>
                  <a:lnTo>
                    <a:pt x="7963182" y="682747"/>
                  </a:lnTo>
                  <a:lnTo>
                    <a:pt x="8019043" y="671116"/>
                  </a:lnTo>
                  <a:lnTo>
                    <a:pt x="8071089" y="658165"/>
                  </a:lnTo>
                  <a:lnTo>
                    <a:pt x="8120133" y="643791"/>
                  </a:lnTo>
                  <a:lnTo>
                    <a:pt x="8151487" y="633407"/>
                  </a:lnTo>
                  <a:lnTo>
                    <a:pt x="8204269" y="613756"/>
                  </a:lnTo>
                  <a:lnTo>
                    <a:pt x="8255380" y="592081"/>
                  </a:lnTo>
                  <a:lnTo>
                    <a:pt x="8305458" y="568353"/>
                  </a:lnTo>
                  <a:lnTo>
                    <a:pt x="8354968" y="542613"/>
                  </a:lnTo>
                  <a:lnTo>
                    <a:pt x="8404234" y="514983"/>
                  </a:lnTo>
                  <a:lnTo>
                    <a:pt x="8453461" y="485671"/>
                  </a:lnTo>
                  <a:lnTo>
                    <a:pt x="8502760" y="454963"/>
                  </a:lnTo>
                  <a:lnTo>
                    <a:pt x="8552162" y="423224"/>
                  </a:lnTo>
                  <a:lnTo>
                    <a:pt x="8601644" y="390873"/>
                  </a:lnTo>
                  <a:lnTo>
                    <a:pt x="8651147" y="358366"/>
                  </a:lnTo>
                  <a:lnTo>
                    <a:pt x="8700607" y="326170"/>
                  </a:lnTo>
                  <a:lnTo>
                    <a:pt x="8749975" y="294731"/>
                  </a:lnTo>
                  <a:lnTo>
                    <a:pt x="8799243" y="264453"/>
                  </a:lnTo>
                  <a:lnTo>
                    <a:pt x="8848467" y="235674"/>
                  </a:lnTo>
                  <a:lnTo>
                    <a:pt x="8897786" y="208657"/>
                  </a:lnTo>
                  <a:lnTo>
                    <a:pt x="8947443" y="183580"/>
                  </a:lnTo>
                  <a:lnTo>
                    <a:pt x="8997807" y="160537"/>
                  </a:lnTo>
                  <a:lnTo>
                    <a:pt x="9049395" y="139544"/>
                  </a:lnTo>
                  <a:lnTo>
                    <a:pt x="9084767" y="126681"/>
                  </a:lnTo>
                  <a:lnTo>
                    <a:pt x="9132220" y="111332"/>
                  </a:lnTo>
                  <a:lnTo>
                    <a:pt x="9182181" y="97442"/>
                  </a:lnTo>
                  <a:lnTo>
                    <a:pt x="9235408" y="84945"/>
                  </a:lnTo>
                  <a:lnTo>
                    <a:pt x="9292732" y="73727"/>
                  </a:lnTo>
                  <a:lnTo>
                    <a:pt x="9355000" y="63652"/>
                  </a:lnTo>
                  <a:lnTo>
                    <a:pt x="9423019" y="54588"/>
                  </a:lnTo>
                  <a:lnTo>
                    <a:pt x="9497483" y="46414"/>
                  </a:lnTo>
                  <a:lnTo>
                    <a:pt x="9578860" y="39032"/>
                  </a:lnTo>
                  <a:lnTo>
                    <a:pt x="9667260" y="32362"/>
                  </a:lnTo>
                  <a:lnTo>
                    <a:pt x="9762257" y="26351"/>
                  </a:lnTo>
                  <a:lnTo>
                    <a:pt x="9862696" y="20971"/>
                  </a:lnTo>
                  <a:lnTo>
                    <a:pt x="9966533" y="16213"/>
                  </a:lnTo>
                  <a:lnTo>
                    <a:pt x="10070756" y="12084"/>
                  </a:lnTo>
                  <a:lnTo>
                    <a:pt x="10171496" y="8601"/>
                  </a:lnTo>
                  <a:lnTo>
                    <a:pt x="10264376" y="5771"/>
                  </a:lnTo>
                  <a:lnTo>
                    <a:pt x="10345120" y="3586"/>
                  </a:lnTo>
                  <a:lnTo>
                    <a:pt x="10410311" y="2009"/>
                  </a:lnTo>
                  <a:lnTo>
                    <a:pt x="10458108" y="969"/>
                  </a:lnTo>
                  <a:lnTo>
                    <a:pt x="10488705" y="368"/>
                  </a:lnTo>
                  <a:lnTo>
                    <a:pt x="10504430" y="88"/>
                  </a:lnTo>
                  <a:lnTo>
                    <a:pt x="10509540" y="5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97" name="pl997"/>
            <p:cNvSpPr/>
            <p:nvPr/>
          </p:nvSpPr>
          <p:spPr>
            <a:xfrm>
              <a:off x="4799595" y="3492284"/>
              <a:ext cx="11981298" cy="3645157"/>
            </a:xfrm>
            <a:custGeom>
              <a:avLst/>
              <a:pathLst>
                <a:path w="11981298" h="3645157">
                  <a:moveTo>
                    <a:pt x="11981298" y="0"/>
                  </a:moveTo>
                  <a:lnTo>
                    <a:pt x="10509911" y="0"/>
                  </a:lnTo>
                  <a:lnTo>
                    <a:pt x="10508680" y="18"/>
                  </a:lnTo>
                  <a:lnTo>
                    <a:pt x="10500604" y="154"/>
                  </a:lnTo>
                  <a:lnTo>
                    <a:pt x="10480294" y="527"/>
                  </a:lnTo>
                  <a:lnTo>
                    <a:pt x="10444105" y="1263"/>
                  </a:lnTo>
                  <a:lnTo>
                    <a:pt x="10390412" y="2472"/>
                  </a:lnTo>
                  <a:lnTo>
                    <a:pt x="10319729" y="4246"/>
                  </a:lnTo>
                  <a:lnTo>
                    <a:pt x="10234492" y="6644"/>
                  </a:lnTo>
                  <a:lnTo>
                    <a:pt x="10138491" y="9692"/>
                  </a:lnTo>
                  <a:lnTo>
                    <a:pt x="10036115" y="13393"/>
                  </a:lnTo>
                  <a:lnTo>
                    <a:pt x="9931628" y="17733"/>
                  </a:lnTo>
                  <a:lnTo>
                    <a:pt x="9828639" y="22699"/>
                  </a:lnTo>
                  <a:lnTo>
                    <a:pt x="9729837" y="28288"/>
                  </a:lnTo>
                  <a:lnTo>
                    <a:pt x="9636956" y="34515"/>
                  </a:lnTo>
                  <a:lnTo>
                    <a:pt x="9550885" y="41416"/>
                  </a:lnTo>
                  <a:lnTo>
                    <a:pt x="9471851" y="49053"/>
                  </a:lnTo>
                  <a:lnTo>
                    <a:pt x="9399607" y="57511"/>
                  </a:lnTo>
                  <a:lnTo>
                    <a:pt x="9333594" y="66899"/>
                  </a:lnTo>
                  <a:lnTo>
                    <a:pt x="9273071" y="77341"/>
                  </a:lnTo>
                  <a:lnTo>
                    <a:pt x="9217211" y="88972"/>
                  </a:lnTo>
                  <a:lnTo>
                    <a:pt x="9165164" y="101923"/>
                  </a:lnTo>
                  <a:lnTo>
                    <a:pt x="9116121" y="116297"/>
                  </a:lnTo>
                  <a:lnTo>
                    <a:pt x="9084767" y="126681"/>
                  </a:lnTo>
                  <a:lnTo>
                    <a:pt x="9031984" y="146332"/>
                  </a:lnTo>
                  <a:lnTo>
                    <a:pt x="8980873" y="168007"/>
                  </a:lnTo>
                  <a:lnTo>
                    <a:pt x="8930795" y="191735"/>
                  </a:lnTo>
                  <a:lnTo>
                    <a:pt x="8881285" y="217475"/>
                  </a:lnTo>
                  <a:lnTo>
                    <a:pt x="8832020" y="245105"/>
                  </a:lnTo>
                  <a:lnTo>
                    <a:pt x="8782792" y="274417"/>
                  </a:lnTo>
                  <a:lnTo>
                    <a:pt x="8733493" y="305125"/>
                  </a:lnTo>
                  <a:lnTo>
                    <a:pt x="8684091" y="336864"/>
                  </a:lnTo>
                  <a:lnTo>
                    <a:pt x="8634610" y="369215"/>
                  </a:lnTo>
                  <a:lnTo>
                    <a:pt x="8585106" y="401721"/>
                  </a:lnTo>
                  <a:lnTo>
                    <a:pt x="8535646" y="433918"/>
                  </a:lnTo>
                  <a:lnTo>
                    <a:pt x="8486278" y="465357"/>
                  </a:lnTo>
                  <a:lnTo>
                    <a:pt x="8437010" y="495635"/>
                  </a:lnTo>
                  <a:lnTo>
                    <a:pt x="8387786" y="524414"/>
                  </a:lnTo>
                  <a:lnTo>
                    <a:pt x="8338467" y="551430"/>
                  </a:lnTo>
                  <a:lnTo>
                    <a:pt x="8288810" y="576508"/>
                  </a:lnTo>
                  <a:lnTo>
                    <a:pt x="8238446" y="599551"/>
                  </a:lnTo>
                  <a:lnTo>
                    <a:pt x="8186858" y="620544"/>
                  </a:lnTo>
                  <a:lnTo>
                    <a:pt x="8151487" y="633407"/>
                  </a:lnTo>
                  <a:lnTo>
                    <a:pt x="8104033" y="648756"/>
                  </a:lnTo>
                  <a:lnTo>
                    <a:pt x="8054072" y="662646"/>
                  </a:lnTo>
                  <a:lnTo>
                    <a:pt x="8000845" y="675142"/>
                  </a:lnTo>
                  <a:lnTo>
                    <a:pt x="7943521" y="686361"/>
                  </a:lnTo>
                  <a:lnTo>
                    <a:pt x="7881254" y="696436"/>
                  </a:lnTo>
                  <a:lnTo>
                    <a:pt x="7813234" y="705500"/>
                  </a:lnTo>
                  <a:lnTo>
                    <a:pt x="7738771" y="713673"/>
                  </a:lnTo>
                  <a:lnTo>
                    <a:pt x="7657393" y="721056"/>
                  </a:lnTo>
                  <a:lnTo>
                    <a:pt x="7568993" y="727726"/>
                  </a:lnTo>
                  <a:lnTo>
                    <a:pt x="7473996" y="733737"/>
                  </a:lnTo>
                  <a:lnTo>
                    <a:pt x="7373557" y="739117"/>
                  </a:lnTo>
                  <a:lnTo>
                    <a:pt x="7269720" y="743875"/>
                  </a:lnTo>
                  <a:lnTo>
                    <a:pt x="7165497" y="748004"/>
                  </a:lnTo>
                  <a:lnTo>
                    <a:pt x="7064757" y="751487"/>
                  </a:lnTo>
                  <a:lnTo>
                    <a:pt x="6971877" y="754317"/>
                  </a:lnTo>
                  <a:lnTo>
                    <a:pt x="6891134" y="756501"/>
                  </a:lnTo>
                  <a:lnTo>
                    <a:pt x="6825943" y="758079"/>
                  </a:lnTo>
                  <a:lnTo>
                    <a:pt x="6778146" y="759118"/>
                  </a:lnTo>
                  <a:lnTo>
                    <a:pt x="6747548" y="759720"/>
                  </a:lnTo>
                  <a:lnTo>
                    <a:pt x="6731823" y="760000"/>
                  </a:lnTo>
                  <a:lnTo>
                    <a:pt x="6726713" y="760083"/>
                  </a:lnTo>
                  <a:lnTo>
                    <a:pt x="6726343" y="760088"/>
                  </a:lnTo>
                  <a:lnTo>
                    <a:pt x="5254955" y="760088"/>
                  </a:lnTo>
                  <a:lnTo>
                    <a:pt x="5253812" y="760155"/>
                  </a:lnTo>
                  <a:lnTo>
                    <a:pt x="5246296" y="760631"/>
                  </a:lnTo>
                  <a:lnTo>
                    <a:pt x="5227353" y="761946"/>
                  </a:lnTo>
                  <a:lnTo>
                    <a:pt x="5193491" y="764534"/>
                  </a:lnTo>
                  <a:lnTo>
                    <a:pt x="5143030" y="768798"/>
                  </a:lnTo>
                  <a:lnTo>
                    <a:pt x="5076234" y="775066"/>
                  </a:lnTo>
                  <a:lnTo>
                    <a:pt x="4995147" y="783562"/>
                  </a:lnTo>
                  <a:lnTo>
                    <a:pt x="4903133" y="794398"/>
                  </a:lnTo>
                  <a:lnTo>
                    <a:pt x="4804220" y="807594"/>
                  </a:lnTo>
                  <a:lnTo>
                    <a:pt x="4702441" y="823111"/>
                  </a:lnTo>
                  <a:lnTo>
                    <a:pt x="4601319" y="840900"/>
                  </a:lnTo>
                  <a:lnTo>
                    <a:pt x="4503582" y="860934"/>
                  </a:lnTo>
                  <a:lnTo>
                    <a:pt x="4411082" y="883246"/>
                  </a:lnTo>
                  <a:lnTo>
                    <a:pt x="4324868" y="907941"/>
                  </a:lnTo>
                  <a:lnTo>
                    <a:pt x="4245337" y="935206"/>
                  </a:lnTo>
                  <a:lnTo>
                    <a:pt x="4172394" y="965313"/>
                  </a:lnTo>
                  <a:lnTo>
                    <a:pt x="4105616" y="998613"/>
                  </a:lnTo>
                  <a:lnTo>
                    <a:pt x="4044372" y="1035524"/>
                  </a:lnTo>
                  <a:lnTo>
                    <a:pt x="3987918" y="1076509"/>
                  </a:lnTo>
                  <a:lnTo>
                    <a:pt x="3935470" y="1122044"/>
                  </a:lnTo>
                  <a:lnTo>
                    <a:pt x="3886252" y="1172554"/>
                  </a:lnTo>
                  <a:lnTo>
                    <a:pt x="3839544" y="1228312"/>
                  </a:lnTo>
                  <a:lnTo>
                    <a:pt x="3829811" y="1240933"/>
                  </a:lnTo>
                  <a:lnTo>
                    <a:pt x="3792402" y="1292715"/>
                  </a:lnTo>
                  <a:lnTo>
                    <a:pt x="3755932" y="1348279"/>
                  </a:lnTo>
                  <a:lnTo>
                    <a:pt x="3720146" y="1407703"/>
                  </a:lnTo>
                  <a:lnTo>
                    <a:pt x="3684840" y="1471003"/>
                  </a:lnTo>
                  <a:lnTo>
                    <a:pt x="3649848" y="1538126"/>
                  </a:lnTo>
                  <a:lnTo>
                    <a:pt x="3615044" y="1608948"/>
                  </a:lnTo>
                  <a:lnTo>
                    <a:pt x="3580331" y="1683264"/>
                  </a:lnTo>
                  <a:lnTo>
                    <a:pt x="3545640" y="1760791"/>
                  </a:lnTo>
                  <a:lnTo>
                    <a:pt x="3510927" y="1841169"/>
                  </a:lnTo>
                  <a:lnTo>
                    <a:pt x="3476167" y="1923961"/>
                  </a:lnTo>
                  <a:lnTo>
                    <a:pt x="3441355" y="2008668"/>
                  </a:lnTo>
                  <a:lnTo>
                    <a:pt x="3406498" y="2094735"/>
                  </a:lnTo>
                  <a:lnTo>
                    <a:pt x="3371612" y="2181569"/>
                  </a:lnTo>
                  <a:lnTo>
                    <a:pt x="3336721" y="2268554"/>
                  </a:lnTo>
                  <a:lnTo>
                    <a:pt x="3301848" y="2355068"/>
                  </a:lnTo>
                  <a:lnTo>
                    <a:pt x="3267013" y="2440505"/>
                  </a:lnTo>
                  <a:lnTo>
                    <a:pt x="3232227" y="2524290"/>
                  </a:lnTo>
                  <a:lnTo>
                    <a:pt x="3197493" y="2605894"/>
                  </a:lnTo>
                  <a:lnTo>
                    <a:pt x="3162795" y="2684851"/>
                  </a:lnTo>
                  <a:lnTo>
                    <a:pt x="3128100" y="2760761"/>
                  </a:lnTo>
                  <a:lnTo>
                    <a:pt x="3093350" y="2833303"/>
                  </a:lnTo>
                  <a:lnTo>
                    <a:pt x="3058464" y="2902237"/>
                  </a:lnTo>
                  <a:lnTo>
                    <a:pt x="3023328" y="2967397"/>
                  </a:lnTo>
                  <a:lnTo>
                    <a:pt x="2987797" y="3028699"/>
                  </a:lnTo>
                  <a:lnTo>
                    <a:pt x="2951687" y="3086125"/>
                  </a:lnTo>
                  <a:lnTo>
                    <a:pt x="2914767" y="3139723"/>
                  </a:lnTo>
                  <a:lnTo>
                    <a:pt x="2896531" y="3164312"/>
                  </a:lnTo>
                  <a:lnTo>
                    <a:pt x="2850276" y="3221203"/>
                  </a:lnTo>
                  <a:lnTo>
                    <a:pt x="2801652" y="3272821"/>
                  </a:lnTo>
                  <a:lnTo>
                    <a:pt x="2749960" y="3319388"/>
                  </a:lnTo>
                  <a:lnTo>
                    <a:pt x="2694430" y="3361308"/>
                  </a:lnTo>
                  <a:lnTo>
                    <a:pt x="2634276" y="3399050"/>
                  </a:lnTo>
                  <a:lnTo>
                    <a:pt x="2568741" y="3433086"/>
                  </a:lnTo>
                  <a:lnTo>
                    <a:pt x="2497162" y="3463845"/>
                  </a:lnTo>
                  <a:lnTo>
                    <a:pt x="2419062" y="3491693"/>
                  </a:lnTo>
                  <a:lnTo>
                    <a:pt x="2334265" y="3516919"/>
                  </a:lnTo>
                  <a:lnTo>
                    <a:pt x="2243047" y="3539729"/>
                  </a:lnTo>
                  <a:lnTo>
                    <a:pt x="2146304" y="3560246"/>
                  </a:lnTo>
                  <a:lnTo>
                    <a:pt x="2045706" y="3578516"/>
                  </a:lnTo>
                  <a:lnTo>
                    <a:pt x="1943796" y="3594524"/>
                  </a:lnTo>
                  <a:lnTo>
                    <a:pt x="1843941" y="3608221"/>
                  </a:lnTo>
                  <a:lnTo>
                    <a:pt x="1750103" y="3619563"/>
                  </a:lnTo>
                  <a:lnTo>
                    <a:pt x="1666360" y="3628554"/>
                  </a:lnTo>
                  <a:lnTo>
                    <a:pt x="1596280" y="3635283"/>
                  </a:lnTo>
                  <a:lnTo>
                    <a:pt x="1542235" y="3639952"/>
                  </a:lnTo>
                  <a:lnTo>
                    <a:pt x="1504896" y="3642867"/>
                  </a:lnTo>
                  <a:lnTo>
                    <a:pt x="1482995" y="3644418"/>
                  </a:lnTo>
                  <a:lnTo>
                    <a:pt x="1473409" y="3645037"/>
                  </a:lnTo>
                  <a:lnTo>
                    <a:pt x="1471399" y="3645156"/>
                  </a:lnTo>
                  <a:lnTo>
                    <a:pt x="1471387" y="3645157"/>
                  </a:lnTo>
                  <a:lnTo>
                    <a:pt x="0" y="364515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998" name="pg998"/>
            <p:cNvSpPr/>
            <p:nvPr/>
          </p:nvSpPr>
          <p:spPr>
            <a:xfrm>
              <a:off x="4799595" y="4325930"/>
              <a:ext cx="11981298" cy="2827857"/>
            </a:xfrm>
            <a:custGeom>
              <a:avLst/>
              <a:pathLst>
                <a:path w="11981298" h="2827857">
                  <a:moveTo>
                    <a:pt x="0" y="2827857"/>
                  </a:moveTo>
                  <a:lnTo>
                    <a:pt x="1471387" y="2827857"/>
                  </a:lnTo>
                  <a:lnTo>
                    <a:pt x="1472534" y="2827791"/>
                  </a:lnTo>
                  <a:lnTo>
                    <a:pt x="1480075" y="2827325"/>
                  </a:lnTo>
                  <a:lnTo>
                    <a:pt x="1499079" y="2826035"/>
                  </a:lnTo>
                  <a:lnTo>
                    <a:pt x="1533045" y="2823497"/>
                  </a:lnTo>
                  <a:lnTo>
                    <a:pt x="1583650" y="2819315"/>
                  </a:lnTo>
                  <a:lnTo>
                    <a:pt x="1650621" y="2813169"/>
                  </a:lnTo>
                  <a:lnTo>
                    <a:pt x="1731897" y="2804840"/>
                  </a:lnTo>
                  <a:lnTo>
                    <a:pt x="1824093" y="2794217"/>
                  </a:lnTo>
                  <a:lnTo>
                    <a:pt x="1923166" y="2781283"/>
                  </a:lnTo>
                  <a:lnTo>
                    <a:pt x="2025072" y="2766075"/>
                  </a:lnTo>
                  <a:lnTo>
                    <a:pt x="2126283" y="2748643"/>
                  </a:lnTo>
                  <a:lnTo>
                    <a:pt x="2224074" y="2729011"/>
                  </a:lnTo>
                  <a:lnTo>
                    <a:pt x="2316595" y="2707147"/>
                  </a:lnTo>
                  <a:lnTo>
                    <a:pt x="2402805" y="2682947"/>
                  </a:lnTo>
                  <a:lnTo>
                    <a:pt x="2482317" y="2656226"/>
                  </a:lnTo>
                  <a:lnTo>
                    <a:pt x="2555229" y="2626714"/>
                  </a:lnTo>
                  <a:lnTo>
                    <a:pt x="2621972" y="2594069"/>
                  </a:lnTo>
                  <a:lnTo>
                    <a:pt x="2683183" y="2557878"/>
                  </a:lnTo>
                  <a:lnTo>
                    <a:pt x="2739608" y="2517685"/>
                  </a:lnTo>
                  <a:lnTo>
                    <a:pt x="2792035" y="2473026"/>
                  </a:lnTo>
                  <a:lnTo>
                    <a:pt x="2841243" y="2423486"/>
                  </a:lnTo>
                  <a:lnTo>
                    <a:pt x="2887952" y="2368801"/>
                  </a:lnTo>
                  <a:lnTo>
                    <a:pt x="2896531" y="2357910"/>
                  </a:lnTo>
                  <a:lnTo>
                    <a:pt x="2934283" y="2306815"/>
                  </a:lnTo>
                  <a:lnTo>
                    <a:pt x="2971080" y="2251953"/>
                  </a:lnTo>
                  <a:lnTo>
                    <a:pt x="3007185" y="2193248"/>
                  </a:lnTo>
                  <a:lnTo>
                    <a:pt x="3042806" y="2130685"/>
                  </a:lnTo>
                  <a:lnTo>
                    <a:pt x="3078112" y="2064319"/>
                  </a:lnTo>
                  <a:lnTo>
                    <a:pt x="3113232" y="1994279"/>
                  </a:lnTo>
                  <a:lnTo>
                    <a:pt x="3148264" y="1920774"/>
                  </a:lnTo>
                  <a:lnTo>
                    <a:pt x="3183278" y="1844092"/>
                  </a:lnTo>
                  <a:lnTo>
                    <a:pt x="3218316" y="1764603"/>
                  </a:lnTo>
                  <a:lnTo>
                    <a:pt x="3253403" y="1682750"/>
                  </a:lnTo>
                  <a:lnTo>
                    <a:pt x="3288543" y="1599039"/>
                  </a:lnTo>
                  <a:lnTo>
                    <a:pt x="3323728" y="1514033"/>
                  </a:lnTo>
                  <a:lnTo>
                    <a:pt x="3358939" y="1428331"/>
                  </a:lnTo>
                  <a:lnTo>
                    <a:pt x="3394153" y="1342555"/>
                  </a:lnTo>
                  <a:lnTo>
                    <a:pt x="3429345" y="1257326"/>
                  </a:lnTo>
                  <a:lnTo>
                    <a:pt x="3464497" y="1173251"/>
                  </a:lnTo>
                  <a:lnTo>
                    <a:pt x="3499597" y="1090902"/>
                  </a:lnTo>
                  <a:lnTo>
                    <a:pt x="3534646" y="1010802"/>
                  </a:lnTo>
                  <a:lnTo>
                    <a:pt x="3569663" y="933409"/>
                  </a:lnTo>
                  <a:lnTo>
                    <a:pt x="3604685" y="859111"/>
                  </a:lnTo>
                  <a:lnTo>
                    <a:pt x="3639776" y="788216"/>
                  </a:lnTo>
                  <a:lnTo>
                    <a:pt x="3675027" y="720952"/>
                  </a:lnTo>
                  <a:lnTo>
                    <a:pt x="3710559" y="657467"/>
                  </a:lnTo>
                  <a:lnTo>
                    <a:pt x="3746530" y="597834"/>
                  </a:lnTo>
                  <a:lnTo>
                    <a:pt x="3783139" y="542053"/>
                  </a:lnTo>
                  <a:lnTo>
                    <a:pt x="3820634" y="490063"/>
                  </a:lnTo>
                  <a:lnTo>
                    <a:pt x="3829811" y="478120"/>
                  </a:lnTo>
                  <a:lnTo>
                    <a:pt x="3876121" y="422457"/>
                  </a:lnTo>
                  <a:lnTo>
                    <a:pt x="3924805" y="371960"/>
                  </a:lnTo>
                  <a:lnTo>
                    <a:pt x="3976567" y="326409"/>
                  </a:lnTo>
                  <a:lnTo>
                    <a:pt x="4032177" y="285410"/>
                  </a:lnTo>
                  <a:lnTo>
                    <a:pt x="4092426" y="248500"/>
                  </a:lnTo>
                  <a:lnTo>
                    <a:pt x="4158073" y="215219"/>
                  </a:lnTo>
                  <a:lnTo>
                    <a:pt x="4229782" y="185146"/>
                  </a:lnTo>
                  <a:lnTo>
                    <a:pt x="4308029" y="157921"/>
                  </a:lnTo>
                  <a:lnTo>
                    <a:pt x="4392988" y="133262"/>
                  </a:lnTo>
                  <a:lnTo>
                    <a:pt x="4484377" y="110968"/>
                  </a:lnTo>
                  <a:lnTo>
                    <a:pt x="4581290" y="90920"/>
                  </a:lnTo>
                  <a:lnTo>
                    <a:pt x="4682038" y="73072"/>
                  </a:lnTo>
                  <a:lnTo>
                    <a:pt x="4784061" y="57442"/>
                  </a:lnTo>
                  <a:lnTo>
                    <a:pt x="4883968" y="44075"/>
                  </a:lnTo>
                  <a:lnTo>
                    <a:pt x="4977779" y="33016"/>
                  </a:lnTo>
                  <a:lnTo>
                    <a:pt x="5061402" y="24259"/>
                  </a:lnTo>
                  <a:lnTo>
                    <a:pt x="5131276" y="17715"/>
                  </a:lnTo>
                  <a:lnTo>
                    <a:pt x="5185047" y="13184"/>
                  </a:lnTo>
                  <a:lnTo>
                    <a:pt x="5222081" y="10364"/>
                  </a:lnTo>
                  <a:lnTo>
                    <a:pt x="5243690" y="8872"/>
                  </a:lnTo>
                  <a:lnTo>
                    <a:pt x="5253049" y="8283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580" y="8175"/>
                  </a:lnTo>
                  <a:lnTo>
                    <a:pt x="6735701" y="8196"/>
                  </a:lnTo>
                  <a:lnTo>
                    <a:pt x="6756120" y="8252"/>
                  </a:lnTo>
                  <a:lnTo>
                    <a:pt x="6792494" y="8364"/>
                  </a:lnTo>
                  <a:lnTo>
                    <a:pt x="6846443" y="8547"/>
                  </a:lnTo>
                  <a:lnTo>
                    <a:pt x="6917432" y="8815"/>
                  </a:lnTo>
                  <a:lnTo>
                    <a:pt x="7002993" y="9178"/>
                  </a:lnTo>
                  <a:lnTo>
                    <a:pt x="7099302" y="9639"/>
                  </a:lnTo>
                  <a:lnTo>
                    <a:pt x="7201942" y="10199"/>
                  </a:lnTo>
                  <a:lnTo>
                    <a:pt x="7306632" y="10856"/>
                  </a:lnTo>
                  <a:lnTo>
                    <a:pt x="7409757" y="11607"/>
                  </a:lnTo>
                  <a:lnTo>
                    <a:pt x="7508633" y="12452"/>
                  </a:lnTo>
                  <a:lnTo>
                    <a:pt x="7601536" y="13393"/>
                  </a:lnTo>
                  <a:lnTo>
                    <a:pt x="7687589" y="14437"/>
                  </a:lnTo>
                  <a:lnTo>
                    <a:pt x="7766581" y="15592"/>
                  </a:lnTo>
                  <a:lnTo>
                    <a:pt x="7838769" y="16872"/>
                  </a:lnTo>
                  <a:lnTo>
                    <a:pt x="7904723" y="18292"/>
                  </a:lnTo>
                  <a:lnTo>
                    <a:pt x="7965191" y="19873"/>
                  </a:lnTo>
                  <a:lnTo>
                    <a:pt x="8021008" y="21634"/>
                  </a:lnTo>
                  <a:lnTo>
                    <a:pt x="8073027" y="23595"/>
                  </a:lnTo>
                  <a:lnTo>
                    <a:pt x="8122063" y="25772"/>
                  </a:lnTo>
                  <a:lnTo>
                    <a:pt x="8151487" y="27243"/>
                  </a:lnTo>
                  <a:lnTo>
                    <a:pt x="8207632" y="30404"/>
                  </a:lnTo>
                  <a:lnTo>
                    <a:pt x="8261932" y="33910"/>
                  </a:lnTo>
                  <a:lnTo>
                    <a:pt x="8315137" y="37768"/>
                  </a:lnTo>
                  <a:lnTo>
                    <a:pt x="8367780" y="41965"/>
                  </a:lnTo>
                  <a:lnTo>
                    <a:pt x="8420216" y="46477"/>
                  </a:lnTo>
                  <a:lnTo>
                    <a:pt x="8472660" y="51262"/>
                  </a:lnTo>
                  <a:lnTo>
                    <a:pt x="8525207" y="56262"/>
                  </a:lnTo>
                  <a:lnTo>
                    <a:pt x="8577864" y="61406"/>
                  </a:lnTo>
                  <a:lnTo>
                    <a:pt x="8630581" y="66615"/>
                  </a:lnTo>
                  <a:lnTo>
                    <a:pt x="8683278" y="71804"/>
                  </a:lnTo>
                  <a:lnTo>
                    <a:pt x="8735887" y="76890"/>
                  </a:lnTo>
                  <a:lnTo>
                    <a:pt x="8788379" y="81796"/>
                  </a:lnTo>
                  <a:lnTo>
                    <a:pt x="8840801" y="86459"/>
                  </a:lnTo>
                  <a:lnTo>
                    <a:pt x="8893300" y="90826"/>
                  </a:lnTo>
                  <a:lnTo>
                    <a:pt x="8946154" y="94865"/>
                  </a:lnTo>
                  <a:lnTo>
                    <a:pt x="8999799" y="98557"/>
                  </a:lnTo>
                  <a:lnTo>
                    <a:pt x="9054861" y="101899"/>
                  </a:lnTo>
                  <a:lnTo>
                    <a:pt x="9084767" y="103524"/>
                  </a:lnTo>
                  <a:lnTo>
                    <a:pt x="9132314" y="105839"/>
                  </a:lnTo>
                  <a:lnTo>
                    <a:pt x="9182379" y="107933"/>
                  </a:lnTo>
                  <a:lnTo>
                    <a:pt x="9235727" y="109817"/>
                  </a:lnTo>
                  <a:lnTo>
                    <a:pt x="9293191" y="111508"/>
                  </a:lnTo>
                  <a:lnTo>
                    <a:pt x="9355626" y="113026"/>
                  </a:lnTo>
                  <a:lnTo>
                    <a:pt x="9423841" y="114392"/>
                  </a:lnTo>
                  <a:lnTo>
                    <a:pt x="9498532" y="115623"/>
                  </a:lnTo>
                  <a:lnTo>
                    <a:pt x="9580168" y="116735"/>
                  </a:lnTo>
                  <a:lnTo>
                    <a:pt x="9668852" y="117739"/>
                  </a:lnTo>
                  <a:lnTo>
                    <a:pt x="9764144" y="118644"/>
                  </a:lnTo>
                  <a:lnTo>
                    <a:pt x="9864868" y="119454"/>
                  </a:lnTo>
                  <a:lnTo>
                    <a:pt x="9968949" y="120169"/>
                  </a:lnTo>
                  <a:lnTo>
                    <a:pt x="10073337" y="120790"/>
                  </a:lnTo>
                  <a:lnTo>
                    <a:pt x="10174122" y="121312"/>
                  </a:lnTo>
                  <a:lnTo>
                    <a:pt x="10266897" y="121736"/>
                  </a:lnTo>
                  <a:lnTo>
                    <a:pt x="10347373" y="122063"/>
                  </a:lnTo>
                  <a:lnTo>
                    <a:pt x="10412154" y="122298"/>
                  </a:lnTo>
                  <a:lnTo>
                    <a:pt x="10459448" y="122453"/>
                  </a:lnTo>
                  <a:lnTo>
                    <a:pt x="10489522" y="122541"/>
                  </a:lnTo>
                  <a:lnTo>
                    <a:pt x="10504790" y="122582"/>
                  </a:lnTo>
                  <a:lnTo>
                    <a:pt x="10509603" y="122594"/>
                  </a:lnTo>
                  <a:lnTo>
                    <a:pt x="10509911" y="122594"/>
                  </a:lnTo>
                  <a:lnTo>
                    <a:pt x="11981298" y="122594"/>
                  </a:lnTo>
                  <a:lnTo>
                    <a:pt x="11981298" y="114421"/>
                  </a:lnTo>
                  <a:lnTo>
                    <a:pt x="10509911" y="114421"/>
                  </a:lnTo>
                  <a:lnTo>
                    <a:pt x="10508673" y="114419"/>
                  </a:lnTo>
                  <a:lnTo>
                    <a:pt x="10500552" y="114398"/>
                  </a:lnTo>
                  <a:lnTo>
                    <a:pt x="10480133" y="114342"/>
                  </a:lnTo>
                  <a:lnTo>
                    <a:pt x="10443760" y="114230"/>
                  </a:lnTo>
                  <a:lnTo>
                    <a:pt x="10389810" y="114047"/>
                  </a:lnTo>
                  <a:lnTo>
                    <a:pt x="10318822" y="113779"/>
                  </a:lnTo>
                  <a:lnTo>
                    <a:pt x="10233261" y="113416"/>
                  </a:lnTo>
                  <a:lnTo>
                    <a:pt x="10136951" y="112955"/>
                  </a:lnTo>
                  <a:lnTo>
                    <a:pt x="10034311" y="112395"/>
                  </a:lnTo>
                  <a:lnTo>
                    <a:pt x="9929621" y="111738"/>
                  </a:lnTo>
                  <a:lnTo>
                    <a:pt x="9826496" y="110987"/>
                  </a:lnTo>
                  <a:lnTo>
                    <a:pt x="9727620" y="110142"/>
                  </a:lnTo>
                  <a:lnTo>
                    <a:pt x="9634718" y="109201"/>
                  </a:lnTo>
                  <a:lnTo>
                    <a:pt x="9548664" y="108157"/>
                  </a:lnTo>
                  <a:lnTo>
                    <a:pt x="9469673" y="107002"/>
                  </a:lnTo>
                  <a:lnTo>
                    <a:pt x="9397484" y="105722"/>
                  </a:lnTo>
                  <a:lnTo>
                    <a:pt x="9331531" y="104302"/>
                  </a:lnTo>
                  <a:lnTo>
                    <a:pt x="9271063" y="102721"/>
                  </a:lnTo>
                  <a:lnTo>
                    <a:pt x="9215245" y="100960"/>
                  </a:lnTo>
                  <a:lnTo>
                    <a:pt x="9163226" y="98999"/>
                  </a:lnTo>
                  <a:lnTo>
                    <a:pt x="9114191" y="96822"/>
                  </a:lnTo>
                  <a:lnTo>
                    <a:pt x="9084767" y="95351"/>
                  </a:lnTo>
                  <a:lnTo>
                    <a:pt x="9028622" y="92190"/>
                  </a:lnTo>
                  <a:lnTo>
                    <a:pt x="8974322" y="88684"/>
                  </a:lnTo>
                  <a:lnTo>
                    <a:pt x="8921116" y="84826"/>
                  </a:lnTo>
                  <a:lnTo>
                    <a:pt x="8868474" y="80629"/>
                  </a:lnTo>
                  <a:lnTo>
                    <a:pt x="8816037" y="76117"/>
                  </a:lnTo>
                  <a:lnTo>
                    <a:pt x="8763593" y="71332"/>
                  </a:lnTo>
                  <a:lnTo>
                    <a:pt x="8711046" y="66332"/>
                  </a:lnTo>
                  <a:lnTo>
                    <a:pt x="8658389" y="61188"/>
                  </a:lnTo>
                  <a:lnTo>
                    <a:pt x="8605673" y="55979"/>
                  </a:lnTo>
                  <a:lnTo>
                    <a:pt x="8552975" y="50790"/>
                  </a:lnTo>
                  <a:lnTo>
                    <a:pt x="8500367" y="45704"/>
                  </a:lnTo>
                  <a:lnTo>
                    <a:pt x="8447874" y="40798"/>
                  </a:lnTo>
                  <a:lnTo>
                    <a:pt x="8395452" y="36135"/>
                  </a:lnTo>
                  <a:lnTo>
                    <a:pt x="8342953" y="31768"/>
                  </a:lnTo>
                  <a:lnTo>
                    <a:pt x="8290099" y="27729"/>
                  </a:lnTo>
                  <a:lnTo>
                    <a:pt x="8236455" y="24037"/>
                  </a:lnTo>
                  <a:lnTo>
                    <a:pt x="8181392" y="20695"/>
                  </a:lnTo>
                  <a:lnTo>
                    <a:pt x="8151487" y="19070"/>
                  </a:lnTo>
                  <a:lnTo>
                    <a:pt x="8103940" y="16755"/>
                  </a:lnTo>
                  <a:lnTo>
                    <a:pt x="8053874" y="14661"/>
                  </a:lnTo>
                  <a:lnTo>
                    <a:pt x="8000526" y="12777"/>
                  </a:lnTo>
                  <a:lnTo>
                    <a:pt x="7943062" y="11086"/>
                  </a:lnTo>
                  <a:lnTo>
                    <a:pt x="7880628" y="9568"/>
                  </a:lnTo>
                  <a:lnTo>
                    <a:pt x="7812412" y="8202"/>
                  </a:lnTo>
                  <a:lnTo>
                    <a:pt x="7737721" y="6971"/>
                  </a:lnTo>
                  <a:lnTo>
                    <a:pt x="7656085" y="5859"/>
                  </a:lnTo>
                  <a:lnTo>
                    <a:pt x="7567401" y="4855"/>
                  </a:lnTo>
                  <a:lnTo>
                    <a:pt x="7472110" y="3950"/>
                  </a:lnTo>
                  <a:lnTo>
                    <a:pt x="7371385" y="3140"/>
                  </a:lnTo>
                  <a:lnTo>
                    <a:pt x="7267304" y="2425"/>
                  </a:lnTo>
                  <a:lnTo>
                    <a:pt x="7162916" y="1804"/>
                  </a:lnTo>
                  <a:lnTo>
                    <a:pt x="7062131" y="1282"/>
                  </a:lnTo>
                  <a:lnTo>
                    <a:pt x="6969357" y="858"/>
                  </a:lnTo>
                  <a:lnTo>
                    <a:pt x="6888880" y="531"/>
                  </a:lnTo>
                  <a:lnTo>
                    <a:pt x="6824099" y="296"/>
                  </a:lnTo>
                  <a:lnTo>
                    <a:pt x="6776805" y="141"/>
                  </a:lnTo>
                  <a:lnTo>
                    <a:pt x="6746732" y="53"/>
                  </a:lnTo>
                  <a:lnTo>
                    <a:pt x="6731463" y="12"/>
                  </a:lnTo>
                  <a:lnTo>
                    <a:pt x="6726650" y="0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808" y="65"/>
                  </a:lnTo>
                  <a:lnTo>
                    <a:pt x="5246267" y="531"/>
                  </a:lnTo>
                  <a:lnTo>
                    <a:pt x="5227263" y="1821"/>
                  </a:lnTo>
                  <a:lnTo>
                    <a:pt x="5193297" y="4359"/>
                  </a:lnTo>
                  <a:lnTo>
                    <a:pt x="5142692" y="8541"/>
                  </a:lnTo>
                  <a:lnTo>
                    <a:pt x="5075721" y="14687"/>
                  </a:lnTo>
                  <a:lnTo>
                    <a:pt x="4994446" y="23017"/>
                  </a:lnTo>
                  <a:lnTo>
                    <a:pt x="4902249" y="33639"/>
                  </a:lnTo>
                  <a:lnTo>
                    <a:pt x="4803176" y="46573"/>
                  </a:lnTo>
                  <a:lnTo>
                    <a:pt x="4701270" y="61781"/>
                  </a:lnTo>
                  <a:lnTo>
                    <a:pt x="4600059" y="79213"/>
                  </a:lnTo>
                  <a:lnTo>
                    <a:pt x="4502268" y="98845"/>
                  </a:lnTo>
                  <a:lnTo>
                    <a:pt x="4409747" y="120709"/>
                  </a:lnTo>
                  <a:lnTo>
                    <a:pt x="4323537" y="144909"/>
                  </a:lnTo>
                  <a:lnTo>
                    <a:pt x="4244025" y="171631"/>
                  </a:lnTo>
                  <a:lnTo>
                    <a:pt x="4171113" y="201142"/>
                  </a:lnTo>
                  <a:lnTo>
                    <a:pt x="4104370" y="233788"/>
                  </a:lnTo>
                  <a:lnTo>
                    <a:pt x="4043159" y="269979"/>
                  </a:lnTo>
                  <a:lnTo>
                    <a:pt x="3986734" y="310171"/>
                  </a:lnTo>
                  <a:lnTo>
                    <a:pt x="3934307" y="354830"/>
                  </a:lnTo>
                  <a:lnTo>
                    <a:pt x="3885099" y="404370"/>
                  </a:lnTo>
                  <a:lnTo>
                    <a:pt x="3838391" y="459055"/>
                  </a:lnTo>
                  <a:lnTo>
                    <a:pt x="3829811" y="469947"/>
                  </a:lnTo>
                  <a:lnTo>
                    <a:pt x="3792060" y="521042"/>
                  </a:lnTo>
                  <a:lnTo>
                    <a:pt x="3755262" y="575903"/>
                  </a:lnTo>
                  <a:lnTo>
                    <a:pt x="3719157" y="634608"/>
                  </a:lnTo>
                  <a:lnTo>
                    <a:pt x="3683536" y="697171"/>
                  </a:lnTo>
                  <a:lnTo>
                    <a:pt x="3648230" y="763537"/>
                  </a:lnTo>
                  <a:lnTo>
                    <a:pt x="3613110" y="833577"/>
                  </a:lnTo>
                  <a:lnTo>
                    <a:pt x="3578078" y="907083"/>
                  </a:lnTo>
                  <a:lnTo>
                    <a:pt x="3543064" y="983764"/>
                  </a:lnTo>
                  <a:lnTo>
                    <a:pt x="3508026" y="1063253"/>
                  </a:lnTo>
                  <a:lnTo>
                    <a:pt x="3472939" y="1145107"/>
                  </a:lnTo>
                  <a:lnTo>
                    <a:pt x="3437799" y="1228817"/>
                  </a:lnTo>
                  <a:lnTo>
                    <a:pt x="3402614" y="1313823"/>
                  </a:lnTo>
                  <a:lnTo>
                    <a:pt x="3367403" y="1399525"/>
                  </a:lnTo>
                  <a:lnTo>
                    <a:pt x="3332189" y="1485302"/>
                  </a:lnTo>
                  <a:lnTo>
                    <a:pt x="3296997" y="1570531"/>
                  </a:lnTo>
                  <a:lnTo>
                    <a:pt x="3261845" y="1654606"/>
                  </a:lnTo>
                  <a:lnTo>
                    <a:pt x="3226745" y="1736955"/>
                  </a:lnTo>
                  <a:lnTo>
                    <a:pt x="3191696" y="1817055"/>
                  </a:lnTo>
                  <a:lnTo>
                    <a:pt x="3156679" y="1894448"/>
                  </a:lnTo>
                  <a:lnTo>
                    <a:pt x="3121657" y="1968746"/>
                  </a:lnTo>
                  <a:lnTo>
                    <a:pt x="3086566" y="2039641"/>
                  </a:lnTo>
                  <a:lnTo>
                    <a:pt x="3051315" y="2106905"/>
                  </a:lnTo>
                  <a:lnTo>
                    <a:pt x="3015783" y="2170389"/>
                  </a:lnTo>
                  <a:lnTo>
                    <a:pt x="2979813" y="2230023"/>
                  </a:lnTo>
                  <a:lnTo>
                    <a:pt x="2943203" y="2285803"/>
                  </a:lnTo>
                  <a:lnTo>
                    <a:pt x="2905708" y="2337794"/>
                  </a:lnTo>
                  <a:lnTo>
                    <a:pt x="2896531" y="2349737"/>
                  </a:lnTo>
                  <a:lnTo>
                    <a:pt x="2850222" y="2405399"/>
                  </a:lnTo>
                  <a:lnTo>
                    <a:pt x="2801537" y="2455896"/>
                  </a:lnTo>
                  <a:lnTo>
                    <a:pt x="2749775" y="2501447"/>
                  </a:lnTo>
                  <a:lnTo>
                    <a:pt x="2694165" y="2542446"/>
                  </a:lnTo>
                  <a:lnTo>
                    <a:pt x="2633916" y="2579356"/>
                  </a:lnTo>
                  <a:lnTo>
                    <a:pt x="2568269" y="2612637"/>
                  </a:lnTo>
                  <a:lnTo>
                    <a:pt x="2496561" y="2642711"/>
                  </a:lnTo>
                  <a:lnTo>
                    <a:pt x="2418313" y="2669936"/>
                  </a:lnTo>
                  <a:lnTo>
                    <a:pt x="2333354" y="2694594"/>
                  </a:lnTo>
                  <a:lnTo>
                    <a:pt x="2241965" y="2716888"/>
                  </a:lnTo>
                  <a:lnTo>
                    <a:pt x="2145052" y="2736937"/>
                  </a:lnTo>
                  <a:lnTo>
                    <a:pt x="2044304" y="2754784"/>
                  </a:lnTo>
                  <a:lnTo>
                    <a:pt x="1942281" y="2770415"/>
                  </a:lnTo>
                  <a:lnTo>
                    <a:pt x="1842374" y="2783781"/>
                  </a:lnTo>
                  <a:lnTo>
                    <a:pt x="1748563" y="2794841"/>
                  </a:lnTo>
                  <a:lnTo>
                    <a:pt x="1664940" y="2803597"/>
                  </a:lnTo>
                  <a:lnTo>
                    <a:pt x="1595066" y="2810142"/>
                  </a:lnTo>
                  <a:lnTo>
                    <a:pt x="1541295" y="2814672"/>
                  </a:lnTo>
                  <a:lnTo>
                    <a:pt x="1504261" y="2817492"/>
                  </a:lnTo>
                  <a:lnTo>
                    <a:pt x="1482652" y="2818985"/>
                  </a:lnTo>
                  <a:lnTo>
                    <a:pt x="1473293" y="2819574"/>
                  </a:lnTo>
                  <a:lnTo>
                    <a:pt x="1471387" y="2819684"/>
                  </a:lnTo>
                  <a:lnTo>
                    <a:pt x="0" y="2819684"/>
                  </a:lnTo>
                  <a:close/>
                </a:path>
              </a:pathLst>
            </a:custGeom>
            <a:solidFill>
              <a:srgbClr val="F28E5B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999" name="pl999"/>
            <p:cNvSpPr/>
            <p:nvPr/>
          </p:nvSpPr>
          <p:spPr>
            <a:xfrm>
              <a:off x="4799595" y="4334103"/>
              <a:ext cx="11981298" cy="2819684"/>
            </a:xfrm>
            <a:custGeom>
              <a:avLst/>
              <a:pathLst>
                <a:path w="11981298" h="2819684">
                  <a:moveTo>
                    <a:pt x="0" y="2819684"/>
                  </a:moveTo>
                  <a:lnTo>
                    <a:pt x="1471387" y="2819684"/>
                  </a:lnTo>
                  <a:lnTo>
                    <a:pt x="1472534" y="2819618"/>
                  </a:lnTo>
                  <a:lnTo>
                    <a:pt x="1480075" y="2819152"/>
                  </a:lnTo>
                  <a:lnTo>
                    <a:pt x="1499079" y="2817862"/>
                  </a:lnTo>
                  <a:lnTo>
                    <a:pt x="1533045" y="2815324"/>
                  </a:lnTo>
                  <a:lnTo>
                    <a:pt x="1583650" y="2811142"/>
                  </a:lnTo>
                  <a:lnTo>
                    <a:pt x="1650621" y="2804996"/>
                  </a:lnTo>
                  <a:lnTo>
                    <a:pt x="1731897" y="2796667"/>
                  </a:lnTo>
                  <a:lnTo>
                    <a:pt x="1824093" y="2786044"/>
                  </a:lnTo>
                  <a:lnTo>
                    <a:pt x="1923166" y="2773110"/>
                  </a:lnTo>
                  <a:lnTo>
                    <a:pt x="2025072" y="2757902"/>
                  </a:lnTo>
                  <a:lnTo>
                    <a:pt x="2126283" y="2740470"/>
                  </a:lnTo>
                  <a:lnTo>
                    <a:pt x="2224074" y="2720838"/>
                  </a:lnTo>
                  <a:lnTo>
                    <a:pt x="2316595" y="2698974"/>
                  </a:lnTo>
                  <a:lnTo>
                    <a:pt x="2402805" y="2674774"/>
                  </a:lnTo>
                  <a:lnTo>
                    <a:pt x="2482317" y="2648053"/>
                  </a:lnTo>
                  <a:lnTo>
                    <a:pt x="2555229" y="2618541"/>
                  </a:lnTo>
                  <a:lnTo>
                    <a:pt x="2621972" y="2585896"/>
                  </a:lnTo>
                  <a:lnTo>
                    <a:pt x="2683183" y="2549705"/>
                  </a:lnTo>
                  <a:lnTo>
                    <a:pt x="2739608" y="2509512"/>
                  </a:lnTo>
                  <a:lnTo>
                    <a:pt x="2792035" y="2464853"/>
                  </a:lnTo>
                  <a:lnTo>
                    <a:pt x="2841243" y="2415313"/>
                  </a:lnTo>
                  <a:lnTo>
                    <a:pt x="2887952" y="2360628"/>
                  </a:lnTo>
                  <a:lnTo>
                    <a:pt x="2896531" y="2349737"/>
                  </a:lnTo>
                  <a:lnTo>
                    <a:pt x="2934283" y="2298642"/>
                  </a:lnTo>
                  <a:lnTo>
                    <a:pt x="2971080" y="2243780"/>
                  </a:lnTo>
                  <a:lnTo>
                    <a:pt x="3007185" y="2185075"/>
                  </a:lnTo>
                  <a:lnTo>
                    <a:pt x="3042806" y="2122512"/>
                  </a:lnTo>
                  <a:lnTo>
                    <a:pt x="3078112" y="2056146"/>
                  </a:lnTo>
                  <a:lnTo>
                    <a:pt x="3113232" y="1986106"/>
                  </a:lnTo>
                  <a:lnTo>
                    <a:pt x="3148264" y="1912601"/>
                  </a:lnTo>
                  <a:lnTo>
                    <a:pt x="3183278" y="1835919"/>
                  </a:lnTo>
                  <a:lnTo>
                    <a:pt x="3218316" y="1756430"/>
                  </a:lnTo>
                  <a:lnTo>
                    <a:pt x="3253403" y="1674577"/>
                  </a:lnTo>
                  <a:lnTo>
                    <a:pt x="3288543" y="1590866"/>
                  </a:lnTo>
                  <a:lnTo>
                    <a:pt x="3323728" y="1505860"/>
                  </a:lnTo>
                  <a:lnTo>
                    <a:pt x="3358939" y="1420158"/>
                  </a:lnTo>
                  <a:lnTo>
                    <a:pt x="3394153" y="1334382"/>
                  </a:lnTo>
                  <a:lnTo>
                    <a:pt x="3429345" y="1249153"/>
                  </a:lnTo>
                  <a:lnTo>
                    <a:pt x="3464497" y="1165078"/>
                  </a:lnTo>
                  <a:lnTo>
                    <a:pt x="3499597" y="1082729"/>
                  </a:lnTo>
                  <a:lnTo>
                    <a:pt x="3534646" y="1002629"/>
                  </a:lnTo>
                  <a:lnTo>
                    <a:pt x="3569663" y="925236"/>
                  </a:lnTo>
                  <a:lnTo>
                    <a:pt x="3604685" y="850938"/>
                  </a:lnTo>
                  <a:lnTo>
                    <a:pt x="3639776" y="780043"/>
                  </a:lnTo>
                  <a:lnTo>
                    <a:pt x="3675027" y="712779"/>
                  </a:lnTo>
                  <a:lnTo>
                    <a:pt x="3710559" y="649294"/>
                  </a:lnTo>
                  <a:lnTo>
                    <a:pt x="3746530" y="589661"/>
                  </a:lnTo>
                  <a:lnTo>
                    <a:pt x="3783139" y="533880"/>
                  </a:lnTo>
                  <a:lnTo>
                    <a:pt x="3820634" y="481890"/>
                  </a:lnTo>
                  <a:lnTo>
                    <a:pt x="3829811" y="469947"/>
                  </a:lnTo>
                  <a:lnTo>
                    <a:pt x="3876121" y="414284"/>
                  </a:lnTo>
                  <a:lnTo>
                    <a:pt x="3924805" y="363787"/>
                  </a:lnTo>
                  <a:lnTo>
                    <a:pt x="3976567" y="318236"/>
                  </a:lnTo>
                  <a:lnTo>
                    <a:pt x="4032177" y="277237"/>
                  </a:lnTo>
                  <a:lnTo>
                    <a:pt x="4092426" y="240327"/>
                  </a:lnTo>
                  <a:lnTo>
                    <a:pt x="4158073" y="207046"/>
                  </a:lnTo>
                  <a:lnTo>
                    <a:pt x="4229782" y="176973"/>
                  </a:lnTo>
                  <a:lnTo>
                    <a:pt x="4308029" y="149748"/>
                  </a:lnTo>
                  <a:lnTo>
                    <a:pt x="4392988" y="125089"/>
                  </a:lnTo>
                  <a:lnTo>
                    <a:pt x="4484377" y="102795"/>
                  </a:lnTo>
                  <a:lnTo>
                    <a:pt x="4581290" y="82747"/>
                  </a:lnTo>
                  <a:lnTo>
                    <a:pt x="4682038" y="64899"/>
                  </a:lnTo>
                  <a:lnTo>
                    <a:pt x="4784061" y="49269"/>
                  </a:lnTo>
                  <a:lnTo>
                    <a:pt x="4883968" y="35902"/>
                  </a:lnTo>
                  <a:lnTo>
                    <a:pt x="4977779" y="24843"/>
                  </a:lnTo>
                  <a:lnTo>
                    <a:pt x="5061402" y="16086"/>
                  </a:lnTo>
                  <a:lnTo>
                    <a:pt x="5131276" y="9542"/>
                  </a:lnTo>
                  <a:lnTo>
                    <a:pt x="5185047" y="5011"/>
                  </a:lnTo>
                  <a:lnTo>
                    <a:pt x="5222081" y="2191"/>
                  </a:lnTo>
                  <a:lnTo>
                    <a:pt x="5243690" y="699"/>
                  </a:lnTo>
                  <a:lnTo>
                    <a:pt x="5253049" y="110"/>
                  </a:lnTo>
                  <a:lnTo>
                    <a:pt x="5254947" y="0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580" y="2"/>
                  </a:lnTo>
                  <a:lnTo>
                    <a:pt x="6735701" y="23"/>
                  </a:lnTo>
                  <a:lnTo>
                    <a:pt x="6756120" y="79"/>
                  </a:lnTo>
                  <a:lnTo>
                    <a:pt x="6792494" y="191"/>
                  </a:lnTo>
                  <a:lnTo>
                    <a:pt x="6846443" y="374"/>
                  </a:lnTo>
                  <a:lnTo>
                    <a:pt x="6917432" y="642"/>
                  </a:lnTo>
                  <a:lnTo>
                    <a:pt x="7002993" y="1005"/>
                  </a:lnTo>
                  <a:lnTo>
                    <a:pt x="7099302" y="1466"/>
                  </a:lnTo>
                  <a:lnTo>
                    <a:pt x="7201942" y="2026"/>
                  </a:lnTo>
                  <a:lnTo>
                    <a:pt x="7306632" y="2683"/>
                  </a:lnTo>
                  <a:lnTo>
                    <a:pt x="7409757" y="3434"/>
                  </a:lnTo>
                  <a:lnTo>
                    <a:pt x="7508633" y="4279"/>
                  </a:lnTo>
                  <a:lnTo>
                    <a:pt x="7601536" y="5220"/>
                  </a:lnTo>
                  <a:lnTo>
                    <a:pt x="7687589" y="6264"/>
                  </a:lnTo>
                  <a:lnTo>
                    <a:pt x="7766581" y="7419"/>
                  </a:lnTo>
                  <a:lnTo>
                    <a:pt x="7838769" y="8699"/>
                  </a:lnTo>
                  <a:lnTo>
                    <a:pt x="7904723" y="10119"/>
                  </a:lnTo>
                  <a:lnTo>
                    <a:pt x="7965191" y="11700"/>
                  </a:lnTo>
                  <a:lnTo>
                    <a:pt x="8021008" y="13461"/>
                  </a:lnTo>
                  <a:lnTo>
                    <a:pt x="8073027" y="15422"/>
                  </a:lnTo>
                  <a:lnTo>
                    <a:pt x="8122063" y="17599"/>
                  </a:lnTo>
                  <a:lnTo>
                    <a:pt x="8151487" y="19070"/>
                  </a:lnTo>
                  <a:lnTo>
                    <a:pt x="8207632" y="22231"/>
                  </a:lnTo>
                  <a:lnTo>
                    <a:pt x="8261932" y="25737"/>
                  </a:lnTo>
                  <a:lnTo>
                    <a:pt x="8315137" y="29595"/>
                  </a:lnTo>
                  <a:lnTo>
                    <a:pt x="8367780" y="33792"/>
                  </a:lnTo>
                  <a:lnTo>
                    <a:pt x="8420216" y="38304"/>
                  </a:lnTo>
                  <a:lnTo>
                    <a:pt x="8472660" y="43089"/>
                  </a:lnTo>
                  <a:lnTo>
                    <a:pt x="8525207" y="48089"/>
                  </a:lnTo>
                  <a:lnTo>
                    <a:pt x="8577864" y="53233"/>
                  </a:lnTo>
                  <a:lnTo>
                    <a:pt x="8630581" y="58442"/>
                  </a:lnTo>
                  <a:lnTo>
                    <a:pt x="8683278" y="63631"/>
                  </a:lnTo>
                  <a:lnTo>
                    <a:pt x="8735887" y="68717"/>
                  </a:lnTo>
                  <a:lnTo>
                    <a:pt x="8788379" y="73623"/>
                  </a:lnTo>
                  <a:lnTo>
                    <a:pt x="8840801" y="78286"/>
                  </a:lnTo>
                  <a:lnTo>
                    <a:pt x="8893300" y="82653"/>
                  </a:lnTo>
                  <a:lnTo>
                    <a:pt x="8946154" y="86692"/>
                  </a:lnTo>
                  <a:lnTo>
                    <a:pt x="8999799" y="90384"/>
                  </a:lnTo>
                  <a:lnTo>
                    <a:pt x="9054861" y="93726"/>
                  </a:lnTo>
                  <a:lnTo>
                    <a:pt x="9084767" y="95351"/>
                  </a:lnTo>
                  <a:lnTo>
                    <a:pt x="9132314" y="97666"/>
                  </a:lnTo>
                  <a:lnTo>
                    <a:pt x="9182379" y="99760"/>
                  </a:lnTo>
                  <a:lnTo>
                    <a:pt x="9235727" y="101644"/>
                  </a:lnTo>
                  <a:lnTo>
                    <a:pt x="9293191" y="103335"/>
                  </a:lnTo>
                  <a:lnTo>
                    <a:pt x="9355626" y="104853"/>
                  </a:lnTo>
                  <a:lnTo>
                    <a:pt x="9423841" y="106219"/>
                  </a:lnTo>
                  <a:lnTo>
                    <a:pt x="9498532" y="107450"/>
                  </a:lnTo>
                  <a:lnTo>
                    <a:pt x="9580168" y="108562"/>
                  </a:lnTo>
                  <a:lnTo>
                    <a:pt x="9668852" y="109566"/>
                  </a:lnTo>
                  <a:lnTo>
                    <a:pt x="9764144" y="110471"/>
                  </a:lnTo>
                  <a:lnTo>
                    <a:pt x="9864868" y="111281"/>
                  </a:lnTo>
                  <a:lnTo>
                    <a:pt x="9968949" y="111996"/>
                  </a:lnTo>
                  <a:lnTo>
                    <a:pt x="10073337" y="112617"/>
                  </a:lnTo>
                  <a:lnTo>
                    <a:pt x="10174122" y="113139"/>
                  </a:lnTo>
                  <a:lnTo>
                    <a:pt x="10266897" y="113563"/>
                  </a:lnTo>
                  <a:lnTo>
                    <a:pt x="10347373" y="113890"/>
                  </a:lnTo>
                  <a:lnTo>
                    <a:pt x="10412154" y="114125"/>
                  </a:lnTo>
                  <a:lnTo>
                    <a:pt x="10459448" y="114280"/>
                  </a:lnTo>
                  <a:lnTo>
                    <a:pt x="10489522" y="114368"/>
                  </a:lnTo>
                  <a:lnTo>
                    <a:pt x="10504790" y="114409"/>
                  </a:lnTo>
                  <a:lnTo>
                    <a:pt x="10509603" y="114421"/>
                  </a:lnTo>
                  <a:lnTo>
                    <a:pt x="10509911" y="114421"/>
                  </a:lnTo>
                  <a:lnTo>
                    <a:pt x="11981298" y="11442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00" name="pl1000"/>
            <p:cNvSpPr/>
            <p:nvPr/>
          </p:nvSpPr>
          <p:spPr>
            <a:xfrm>
              <a:off x="4799595" y="4325930"/>
              <a:ext cx="11981298" cy="2819684"/>
            </a:xfrm>
            <a:custGeom>
              <a:avLst/>
              <a:pathLst>
                <a:path w="11981298" h="2819684">
                  <a:moveTo>
                    <a:pt x="11981298" y="114421"/>
                  </a:moveTo>
                  <a:lnTo>
                    <a:pt x="10509911" y="114421"/>
                  </a:lnTo>
                  <a:lnTo>
                    <a:pt x="10508673" y="114419"/>
                  </a:lnTo>
                  <a:lnTo>
                    <a:pt x="10500552" y="114398"/>
                  </a:lnTo>
                  <a:lnTo>
                    <a:pt x="10480133" y="114342"/>
                  </a:lnTo>
                  <a:lnTo>
                    <a:pt x="10443760" y="114230"/>
                  </a:lnTo>
                  <a:lnTo>
                    <a:pt x="10389810" y="114047"/>
                  </a:lnTo>
                  <a:lnTo>
                    <a:pt x="10318822" y="113779"/>
                  </a:lnTo>
                  <a:lnTo>
                    <a:pt x="10233261" y="113416"/>
                  </a:lnTo>
                  <a:lnTo>
                    <a:pt x="10136951" y="112955"/>
                  </a:lnTo>
                  <a:lnTo>
                    <a:pt x="10034311" y="112395"/>
                  </a:lnTo>
                  <a:lnTo>
                    <a:pt x="9929621" y="111738"/>
                  </a:lnTo>
                  <a:lnTo>
                    <a:pt x="9826496" y="110987"/>
                  </a:lnTo>
                  <a:lnTo>
                    <a:pt x="9727620" y="110142"/>
                  </a:lnTo>
                  <a:lnTo>
                    <a:pt x="9634718" y="109201"/>
                  </a:lnTo>
                  <a:lnTo>
                    <a:pt x="9548664" y="108157"/>
                  </a:lnTo>
                  <a:lnTo>
                    <a:pt x="9469673" y="107002"/>
                  </a:lnTo>
                  <a:lnTo>
                    <a:pt x="9397484" y="105722"/>
                  </a:lnTo>
                  <a:lnTo>
                    <a:pt x="9331531" y="104302"/>
                  </a:lnTo>
                  <a:lnTo>
                    <a:pt x="9271063" y="102721"/>
                  </a:lnTo>
                  <a:lnTo>
                    <a:pt x="9215245" y="100960"/>
                  </a:lnTo>
                  <a:lnTo>
                    <a:pt x="9163226" y="98999"/>
                  </a:lnTo>
                  <a:lnTo>
                    <a:pt x="9114191" y="96822"/>
                  </a:lnTo>
                  <a:lnTo>
                    <a:pt x="9084767" y="95351"/>
                  </a:lnTo>
                  <a:lnTo>
                    <a:pt x="9028622" y="92190"/>
                  </a:lnTo>
                  <a:lnTo>
                    <a:pt x="8974322" y="88684"/>
                  </a:lnTo>
                  <a:lnTo>
                    <a:pt x="8921116" y="84826"/>
                  </a:lnTo>
                  <a:lnTo>
                    <a:pt x="8868474" y="80629"/>
                  </a:lnTo>
                  <a:lnTo>
                    <a:pt x="8816037" y="76117"/>
                  </a:lnTo>
                  <a:lnTo>
                    <a:pt x="8763593" y="71332"/>
                  </a:lnTo>
                  <a:lnTo>
                    <a:pt x="8711046" y="66332"/>
                  </a:lnTo>
                  <a:lnTo>
                    <a:pt x="8658389" y="61188"/>
                  </a:lnTo>
                  <a:lnTo>
                    <a:pt x="8605673" y="55979"/>
                  </a:lnTo>
                  <a:lnTo>
                    <a:pt x="8552975" y="50790"/>
                  </a:lnTo>
                  <a:lnTo>
                    <a:pt x="8500367" y="45704"/>
                  </a:lnTo>
                  <a:lnTo>
                    <a:pt x="8447874" y="40798"/>
                  </a:lnTo>
                  <a:lnTo>
                    <a:pt x="8395452" y="36135"/>
                  </a:lnTo>
                  <a:lnTo>
                    <a:pt x="8342953" y="31768"/>
                  </a:lnTo>
                  <a:lnTo>
                    <a:pt x="8290099" y="27729"/>
                  </a:lnTo>
                  <a:lnTo>
                    <a:pt x="8236455" y="24037"/>
                  </a:lnTo>
                  <a:lnTo>
                    <a:pt x="8181392" y="20695"/>
                  </a:lnTo>
                  <a:lnTo>
                    <a:pt x="8151487" y="19070"/>
                  </a:lnTo>
                  <a:lnTo>
                    <a:pt x="8103940" y="16755"/>
                  </a:lnTo>
                  <a:lnTo>
                    <a:pt x="8053874" y="14661"/>
                  </a:lnTo>
                  <a:lnTo>
                    <a:pt x="8000526" y="12777"/>
                  </a:lnTo>
                  <a:lnTo>
                    <a:pt x="7943062" y="11086"/>
                  </a:lnTo>
                  <a:lnTo>
                    <a:pt x="7880628" y="9568"/>
                  </a:lnTo>
                  <a:lnTo>
                    <a:pt x="7812412" y="8202"/>
                  </a:lnTo>
                  <a:lnTo>
                    <a:pt x="7737721" y="6971"/>
                  </a:lnTo>
                  <a:lnTo>
                    <a:pt x="7656085" y="5859"/>
                  </a:lnTo>
                  <a:lnTo>
                    <a:pt x="7567401" y="4855"/>
                  </a:lnTo>
                  <a:lnTo>
                    <a:pt x="7472110" y="3950"/>
                  </a:lnTo>
                  <a:lnTo>
                    <a:pt x="7371385" y="3140"/>
                  </a:lnTo>
                  <a:lnTo>
                    <a:pt x="7267304" y="2425"/>
                  </a:lnTo>
                  <a:lnTo>
                    <a:pt x="7162916" y="1804"/>
                  </a:lnTo>
                  <a:lnTo>
                    <a:pt x="7062131" y="1282"/>
                  </a:lnTo>
                  <a:lnTo>
                    <a:pt x="6969357" y="858"/>
                  </a:lnTo>
                  <a:lnTo>
                    <a:pt x="6888880" y="531"/>
                  </a:lnTo>
                  <a:lnTo>
                    <a:pt x="6824099" y="296"/>
                  </a:lnTo>
                  <a:lnTo>
                    <a:pt x="6776805" y="141"/>
                  </a:lnTo>
                  <a:lnTo>
                    <a:pt x="6746732" y="53"/>
                  </a:lnTo>
                  <a:lnTo>
                    <a:pt x="6731463" y="12"/>
                  </a:lnTo>
                  <a:lnTo>
                    <a:pt x="6726650" y="0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808" y="65"/>
                  </a:lnTo>
                  <a:lnTo>
                    <a:pt x="5246267" y="531"/>
                  </a:lnTo>
                  <a:lnTo>
                    <a:pt x="5227263" y="1821"/>
                  </a:lnTo>
                  <a:lnTo>
                    <a:pt x="5193297" y="4359"/>
                  </a:lnTo>
                  <a:lnTo>
                    <a:pt x="5142692" y="8541"/>
                  </a:lnTo>
                  <a:lnTo>
                    <a:pt x="5075721" y="14687"/>
                  </a:lnTo>
                  <a:lnTo>
                    <a:pt x="4994446" y="23017"/>
                  </a:lnTo>
                  <a:lnTo>
                    <a:pt x="4902249" y="33639"/>
                  </a:lnTo>
                  <a:lnTo>
                    <a:pt x="4803176" y="46573"/>
                  </a:lnTo>
                  <a:lnTo>
                    <a:pt x="4701270" y="61781"/>
                  </a:lnTo>
                  <a:lnTo>
                    <a:pt x="4600059" y="79213"/>
                  </a:lnTo>
                  <a:lnTo>
                    <a:pt x="4502268" y="98845"/>
                  </a:lnTo>
                  <a:lnTo>
                    <a:pt x="4409747" y="120709"/>
                  </a:lnTo>
                  <a:lnTo>
                    <a:pt x="4323537" y="144909"/>
                  </a:lnTo>
                  <a:lnTo>
                    <a:pt x="4244025" y="171631"/>
                  </a:lnTo>
                  <a:lnTo>
                    <a:pt x="4171113" y="201142"/>
                  </a:lnTo>
                  <a:lnTo>
                    <a:pt x="4104370" y="233788"/>
                  </a:lnTo>
                  <a:lnTo>
                    <a:pt x="4043159" y="269979"/>
                  </a:lnTo>
                  <a:lnTo>
                    <a:pt x="3986734" y="310171"/>
                  </a:lnTo>
                  <a:lnTo>
                    <a:pt x="3934307" y="354830"/>
                  </a:lnTo>
                  <a:lnTo>
                    <a:pt x="3885099" y="404370"/>
                  </a:lnTo>
                  <a:lnTo>
                    <a:pt x="3838391" y="459055"/>
                  </a:lnTo>
                  <a:lnTo>
                    <a:pt x="3829811" y="469947"/>
                  </a:lnTo>
                  <a:lnTo>
                    <a:pt x="3792060" y="521042"/>
                  </a:lnTo>
                  <a:lnTo>
                    <a:pt x="3755262" y="575903"/>
                  </a:lnTo>
                  <a:lnTo>
                    <a:pt x="3719157" y="634608"/>
                  </a:lnTo>
                  <a:lnTo>
                    <a:pt x="3683536" y="697171"/>
                  </a:lnTo>
                  <a:lnTo>
                    <a:pt x="3648230" y="763537"/>
                  </a:lnTo>
                  <a:lnTo>
                    <a:pt x="3613110" y="833577"/>
                  </a:lnTo>
                  <a:lnTo>
                    <a:pt x="3578078" y="907083"/>
                  </a:lnTo>
                  <a:lnTo>
                    <a:pt x="3543064" y="983764"/>
                  </a:lnTo>
                  <a:lnTo>
                    <a:pt x="3508026" y="1063253"/>
                  </a:lnTo>
                  <a:lnTo>
                    <a:pt x="3472939" y="1145107"/>
                  </a:lnTo>
                  <a:lnTo>
                    <a:pt x="3437799" y="1228817"/>
                  </a:lnTo>
                  <a:lnTo>
                    <a:pt x="3402614" y="1313823"/>
                  </a:lnTo>
                  <a:lnTo>
                    <a:pt x="3367403" y="1399525"/>
                  </a:lnTo>
                  <a:lnTo>
                    <a:pt x="3332189" y="1485302"/>
                  </a:lnTo>
                  <a:lnTo>
                    <a:pt x="3296997" y="1570531"/>
                  </a:lnTo>
                  <a:lnTo>
                    <a:pt x="3261845" y="1654606"/>
                  </a:lnTo>
                  <a:lnTo>
                    <a:pt x="3226745" y="1736955"/>
                  </a:lnTo>
                  <a:lnTo>
                    <a:pt x="3191696" y="1817055"/>
                  </a:lnTo>
                  <a:lnTo>
                    <a:pt x="3156679" y="1894448"/>
                  </a:lnTo>
                  <a:lnTo>
                    <a:pt x="3121657" y="1968746"/>
                  </a:lnTo>
                  <a:lnTo>
                    <a:pt x="3086566" y="2039641"/>
                  </a:lnTo>
                  <a:lnTo>
                    <a:pt x="3051315" y="2106905"/>
                  </a:lnTo>
                  <a:lnTo>
                    <a:pt x="3015783" y="2170389"/>
                  </a:lnTo>
                  <a:lnTo>
                    <a:pt x="2979813" y="2230023"/>
                  </a:lnTo>
                  <a:lnTo>
                    <a:pt x="2943203" y="2285803"/>
                  </a:lnTo>
                  <a:lnTo>
                    <a:pt x="2905708" y="2337794"/>
                  </a:lnTo>
                  <a:lnTo>
                    <a:pt x="2896531" y="2349737"/>
                  </a:lnTo>
                  <a:lnTo>
                    <a:pt x="2850222" y="2405399"/>
                  </a:lnTo>
                  <a:lnTo>
                    <a:pt x="2801537" y="2455896"/>
                  </a:lnTo>
                  <a:lnTo>
                    <a:pt x="2749775" y="2501447"/>
                  </a:lnTo>
                  <a:lnTo>
                    <a:pt x="2694165" y="2542446"/>
                  </a:lnTo>
                  <a:lnTo>
                    <a:pt x="2633916" y="2579356"/>
                  </a:lnTo>
                  <a:lnTo>
                    <a:pt x="2568269" y="2612637"/>
                  </a:lnTo>
                  <a:lnTo>
                    <a:pt x="2496561" y="2642711"/>
                  </a:lnTo>
                  <a:lnTo>
                    <a:pt x="2418313" y="2669936"/>
                  </a:lnTo>
                  <a:lnTo>
                    <a:pt x="2333354" y="2694594"/>
                  </a:lnTo>
                  <a:lnTo>
                    <a:pt x="2241965" y="2716888"/>
                  </a:lnTo>
                  <a:lnTo>
                    <a:pt x="2145052" y="2736937"/>
                  </a:lnTo>
                  <a:lnTo>
                    <a:pt x="2044304" y="2754784"/>
                  </a:lnTo>
                  <a:lnTo>
                    <a:pt x="1942281" y="2770415"/>
                  </a:lnTo>
                  <a:lnTo>
                    <a:pt x="1842374" y="2783781"/>
                  </a:lnTo>
                  <a:lnTo>
                    <a:pt x="1748563" y="2794841"/>
                  </a:lnTo>
                  <a:lnTo>
                    <a:pt x="1664940" y="2803597"/>
                  </a:lnTo>
                  <a:lnTo>
                    <a:pt x="1595066" y="2810142"/>
                  </a:lnTo>
                  <a:lnTo>
                    <a:pt x="1541295" y="2814672"/>
                  </a:lnTo>
                  <a:lnTo>
                    <a:pt x="1504261" y="2817492"/>
                  </a:lnTo>
                  <a:lnTo>
                    <a:pt x="1482652" y="2818985"/>
                  </a:lnTo>
                  <a:lnTo>
                    <a:pt x="1473293" y="2819574"/>
                  </a:lnTo>
                  <a:lnTo>
                    <a:pt x="1471395" y="2819683"/>
                  </a:lnTo>
                  <a:lnTo>
                    <a:pt x="1471387" y="2819684"/>
                  </a:lnTo>
                  <a:lnTo>
                    <a:pt x="0" y="281968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01" name="pg1001"/>
            <p:cNvSpPr/>
            <p:nvPr/>
          </p:nvSpPr>
          <p:spPr>
            <a:xfrm>
              <a:off x="4799595" y="4383141"/>
              <a:ext cx="11981298" cy="2786992"/>
            </a:xfrm>
            <a:custGeom>
              <a:avLst/>
              <a:pathLst>
                <a:path w="11981298" h="2786992">
                  <a:moveTo>
                    <a:pt x="0" y="2786992"/>
                  </a:moveTo>
                  <a:lnTo>
                    <a:pt x="1471387" y="2786992"/>
                  </a:lnTo>
                  <a:lnTo>
                    <a:pt x="1472537" y="2786927"/>
                  </a:lnTo>
                  <a:lnTo>
                    <a:pt x="1480096" y="2786468"/>
                  </a:lnTo>
                  <a:lnTo>
                    <a:pt x="1499145" y="2785198"/>
                  </a:lnTo>
                  <a:lnTo>
                    <a:pt x="1533188" y="2782697"/>
                  </a:lnTo>
                  <a:lnTo>
                    <a:pt x="1583900" y="2778578"/>
                  </a:lnTo>
                  <a:lnTo>
                    <a:pt x="1651001" y="2772524"/>
                  </a:lnTo>
                  <a:lnTo>
                    <a:pt x="1732415" y="2764320"/>
                  </a:lnTo>
                  <a:lnTo>
                    <a:pt x="1824746" y="2753859"/>
                  </a:lnTo>
                  <a:lnTo>
                    <a:pt x="1923937" y="2741123"/>
                  </a:lnTo>
                  <a:lnTo>
                    <a:pt x="2025937" y="2726149"/>
                  </a:lnTo>
                  <a:lnTo>
                    <a:pt x="2127214" y="2708986"/>
                  </a:lnTo>
                  <a:lnTo>
                    <a:pt x="2225043" y="2689658"/>
                  </a:lnTo>
                  <a:lnTo>
                    <a:pt x="2317581" y="2668132"/>
                  </a:lnTo>
                  <a:lnTo>
                    <a:pt x="2403788" y="2644306"/>
                  </a:lnTo>
                  <a:lnTo>
                    <a:pt x="2483284" y="2617995"/>
                  </a:lnTo>
                  <a:lnTo>
                    <a:pt x="2556174" y="2588934"/>
                  </a:lnTo>
                  <a:lnTo>
                    <a:pt x="2622891" y="2556783"/>
                  </a:lnTo>
                  <a:lnTo>
                    <a:pt x="2684077" y="2521136"/>
                  </a:lnTo>
                  <a:lnTo>
                    <a:pt x="2740481" y="2481544"/>
                  </a:lnTo>
                  <a:lnTo>
                    <a:pt x="2792894" y="2437549"/>
                  </a:lnTo>
                  <a:lnTo>
                    <a:pt x="2842094" y="2388742"/>
                  </a:lnTo>
                  <a:lnTo>
                    <a:pt x="2888802" y="2334870"/>
                  </a:lnTo>
                  <a:lnTo>
                    <a:pt x="2896531" y="2325218"/>
                  </a:lnTo>
                  <a:lnTo>
                    <a:pt x="2934545" y="2274645"/>
                  </a:lnTo>
                  <a:lnTo>
                    <a:pt x="2971593" y="2220318"/>
                  </a:lnTo>
                  <a:lnTo>
                    <a:pt x="3007941" y="2162161"/>
                  </a:lnTo>
                  <a:lnTo>
                    <a:pt x="3043804" y="2100160"/>
                  </a:lnTo>
                  <a:lnTo>
                    <a:pt x="3079350" y="2034372"/>
                  </a:lnTo>
                  <a:lnTo>
                    <a:pt x="3114712" y="1964928"/>
                  </a:lnTo>
                  <a:lnTo>
                    <a:pt x="3149989" y="1892043"/>
                  </a:lnTo>
                  <a:lnTo>
                    <a:pt x="3185249" y="1816008"/>
                  </a:lnTo>
                  <a:lnTo>
                    <a:pt x="3220537" y="1737200"/>
                  </a:lnTo>
                  <a:lnTo>
                    <a:pt x="3255875" y="1656064"/>
                  </a:lnTo>
                  <a:lnTo>
                    <a:pt x="3291266" y="1573117"/>
                  </a:lnTo>
                  <a:lnTo>
                    <a:pt x="3326701" y="1488924"/>
                  </a:lnTo>
                  <a:lnTo>
                    <a:pt x="3362161" y="1404089"/>
                  </a:lnTo>
                  <a:lnTo>
                    <a:pt x="3397621" y="1319236"/>
                  </a:lnTo>
                  <a:lnTo>
                    <a:pt x="3433058" y="1234990"/>
                  </a:lnTo>
                  <a:lnTo>
                    <a:pt x="3468452" y="1151955"/>
                  </a:lnTo>
                  <a:lnTo>
                    <a:pt x="3503793" y="1070703"/>
                  </a:lnTo>
                  <a:lnTo>
                    <a:pt x="3539083" y="991749"/>
                  </a:lnTo>
                  <a:lnTo>
                    <a:pt x="3574344" y="915545"/>
                  </a:lnTo>
                  <a:lnTo>
                    <a:pt x="3609618" y="842472"/>
                  </a:lnTo>
                  <a:lnTo>
                    <a:pt x="3644973" y="772826"/>
                  </a:lnTo>
                  <a:lnTo>
                    <a:pt x="3680506" y="706825"/>
                  </a:lnTo>
                  <a:lnTo>
                    <a:pt x="3716347" y="644606"/>
                  </a:lnTo>
                  <a:lnTo>
                    <a:pt x="3752662" y="586229"/>
                  </a:lnTo>
                  <a:lnTo>
                    <a:pt x="3789664" y="531686"/>
                  </a:lnTo>
                  <a:lnTo>
                    <a:pt x="3827614" y="480902"/>
                  </a:lnTo>
                  <a:lnTo>
                    <a:pt x="3829811" y="478120"/>
                  </a:lnTo>
                  <a:lnTo>
                    <a:pt x="3876161" y="423381"/>
                  </a:lnTo>
                  <a:lnTo>
                    <a:pt x="3924890" y="373726"/>
                  </a:lnTo>
                  <a:lnTo>
                    <a:pt x="3976703" y="328940"/>
                  </a:lnTo>
                  <a:lnTo>
                    <a:pt x="4032373" y="288632"/>
                  </a:lnTo>
                  <a:lnTo>
                    <a:pt x="4092692" y="252348"/>
                  </a:lnTo>
                  <a:lnTo>
                    <a:pt x="4158422" y="219634"/>
                  </a:lnTo>
                  <a:lnTo>
                    <a:pt x="4230226" y="190074"/>
                  </a:lnTo>
                  <a:lnTo>
                    <a:pt x="4308582" y="163317"/>
                  </a:lnTo>
                  <a:lnTo>
                    <a:pt x="4393662" y="139084"/>
                  </a:lnTo>
                  <a:lnTo>
                    <a:pt x="4485177" y="117177"/>
                  </a:lnTo>
                  <a:lnTo>
                    <a:pt x="4582214" y="97480"/>
                  </a:lnTo>
                  <a:lnTo>
                    <a:pt x="4683074" y="79949"/>
                  </a:lnTo>
                  <a:lnTo>
                    <a:pt x="4785180" y="64601"/>
                  </a:lnTo>
                  <a:lnTo>
                    <a:pt x="4885124" y="51481"/>
                  </a:lnTo>
                  <a:lnTo>
                    <a:pt x="4978914" y="40633"/>
                  </a:lnTo>
                  <a:lnTo>
                    <a:pt x="5062448" y="32051"/>
                  </a:lnTo>
                  <a:lnTo>
                    <a:pt x="5132169" y="25644"/>
                  </a:lnTo>
                  <a:lnTo>
                    <a:pt x="5185736" y="21216"/>
                  </a:lnTo>
                  <a:lnTo>
                    <a:pt x="5222544" y="18466"/>
                  </a:lnTo>
                  <a:lnTo>
                    <a:pt x="5243939" y="17016"/>
                  </a:lnTo>
                  <a:lnTo>
                    <a:pt x="5253131" y="16449"/>
                  </a:lnTo>
                  <a:lnTo>
                    <a:pt x="5254955" y="16345"/>
                  </a:lnTo>
                  <a:lnTo>
                    <a:pt x="6726343" y="16345"/>
                  </a:lnTo>
                  <a:lnTo>
                    <a:pt x="6727549" y="16385"/>
                  </a:lnTo>
                  <a:lnTo>
                    <a:pt x="6735470" y="16665"/>
                  </a:lnTo>
                  <a:lnTo>
                    <a:pt x="6755402" y="17441"/>
                  </a:lnTo>
                  <a:lnTo>
                    <a:pt x="6790949" y="18967"/>
                  </a:lnTo>
                  <a:lnTo>
                    <a:pt x="6843753" y="21479"/>
                  </a:lnTo>
                  <a:lnTo>
                    <a:pt x="6913371" y="25165"/>
                  </a:lnTo>
                  <a:lnTo>
                    <a:pt x="6997477" y="30151"/>
                  </a:lnTo>
                  <a:lnTo>
                    <a:pt x="7092400" y="36495"/>
                  </a:lnTo>
                  <a:lnTo>
                    <a:pt x="7193847" y="44203"/>
                  </a:lnTo>
                  <a:lnTo>
                    <a:pt x="7297615" y="53250"/>
                  </a:lnTo>
                  <a:lnTo>
                    <a:pt x="7400118" y="63607"/>
                  </a:lnTo>
                  <a:lnTo>
                    <a:pt x="7498651" y="75265"/>
                  </a:lnTo>
                  <a:lnTo>
                    <a:pt x="7591447" y="88251"/>
                  </a:lnTo>
                  <a:lnTo>
                    <a:pt x="7677571" y="102637"/>
                  </a:lnTo>
                  <a:lnTo>
                    <a:pt x="7756750" y="118548"/>
                  </a:lnTo>
                  <a:lnTo>
                    <a:pt x="7829190" y="136155"/>
                  </a:lnTo>
                  <a:lnTo>
                    <a:pt x="7895411" y="155679"/>
                  </a:lnTo>
                  <a:lnTo>
                    <a:pt x="7956126" y="177373"/>
                  </a:lnTo>
                  <a:lnTo>
                    <a:pt x="8012141" y="201519"/>
                  </a:lnTo>
                  <a:lnTo>
                    <a:pt x="8064286" y="228389"/>
                  </a:lnTo>
                  <a:lnTo>
                    <a:pt x="8113365" y="258211"/>
                  </a:lnTo>
                  <a:lnTo>
                    <a:pt x="8151487" y="284692"/>
                  </a:lnTo>
                  <a:lnTo>
                    <a:pt x="8197209" y="320411"/>
                  </a:lnTo>
                  <a:lnTo>
                    <a:pt x="8241611" y="359319"/>
                  </a:lnTo>
                  <a:lnTo>
                    <a:pt x="8285128" y="401475"/>
                  </a:lnTo>
                  <a:lnTo>
                    <a:pt x="8328096" y="446856"/>
                  </a:lnTo>
                  <a:lnTo>
                    <a:pt x="8370764" y="495350"/>
                  </a:lnTo>
                  <a:lnTo>
                    <a:pt x="8413310" y="546745"/>
                  </a:lnTo>
                  <a:lnTo>
                    <a:pt x="8455849" y="600730"/>
                  </a:lnTo>
                  <a:lnTo>
                    <a:pt x="8498445" y="656898"/>
                  </a:lnTo>
                  <a:lnTo>
                    <a:pt x="8541118" y="714755"/>
                  </a:lnTo>
                  <a:lnTo>
                    <a:pt x="8583858" y="773735"/>
                  </a:lnTo>
                  <a:lnTo>
                    <a:pt x="8626632" y="833224"/>
                  </a:lnTo>
                  <a:lnTo>
                    <a:pt x="8669397" y="892587"/>
                  </a:lnTo>
                  <a:lnTo>
                    <a:pt x="8712114" y="951192"/>
                  </a:lnTo>
                  <a:lnTo>
                    <a:pt x="8754756" y="1008441"/>
                  </a:lnTo>
                  <a:lnTo>
                    <a:pt x="8797325" y="1063796"/>
                  </a:lnTo>
                  <a:lnTo>
                    <a:pt x="8839856" y="1116795"/>
                  </a:lnTo>
                  <a:lnTo>
                    <a:pt x="8882433" y="1167067"/>
                  </a:lnTo>
                  <a:lnTo>
                    <a:pt x="8925196" y="1214343"/>
                  </a:lnTo>
                  <a:lnTo>
                    <a:pt x="8968348" y="1258450"/>
                  </a:lnTo>
                  <a:lnTo>
                    <a:pt x="9012172" y="1299313"/>
                  </a:lnTo>
                  <a:lnTo>
                    <a:pt x="9057040" y="1336941"/>
                  </a:lnTo>
                  <a:lnTo>
                    <a:pt x="9084767" y="1358079"/>
                  </a:lnTo>
                  <a:lnTo>
                    <a:pt x="9131894" y="1390386"/>
                  </a:lnTo>
                  <a:lnTo>
                    <a:pt x="9181490" y="1419641"/>
                  </a:lnTo>
                  <a:lnTo>
                    <a:pt x="9234298" y="1445981"/>
                  </a:lnTo>
                  <a:lnTo>
                    <a:pt x="9291130" y="1469645"/>
                  </a:lnTo>
                  <a:lnTo>
                    <a:pt x="9352818" y="1490912"/>
                  </a:lnTo>
                  <a:lnTo>
                    <a:pt x="9420156" y="1510057"/>
                  </a:lnTo>
                  <a:lnTo>
                    <a:pt x="9493828" y="1527331"/>
                  </a:lnTo>
                  <a:lnTo>
                    <a:pt x="9574306" y="1542944"/>
                  </a:lnTo>
                  <a:lnTo>
                    <a:pt x="9661719" y="1557060"/>
                  </a:lnTo>
                  <a:lnTo>
                    <a:pt x="9755685" y="1569793"/>
                  </a:lnTo>
                  <a:lnTo>
                    <a:pt x="9855125" y="1581206"/>
                  </a:lnTo>
                  <a:lnTo>
                    <a:pt x="9958099" y="1591319"/>
                  </a:lnTo>
                  <a:lnTo>
                    <a:pt x="10061730" y="1600117"/>
                  </a:lnTo>
                  <a:lnTo>
                    <a:pt x="10162284" y="1607571"/>
                  </a:lnTo>
                  <a:lnTo>
                    <a:pt x="10255497" y="1613659"/>
                  </a:lnTo>
                  <a:lnTo>
                    <a:pt x="10337135" y="1618394"/>
                  </a:lnTo>
                  <a:lnTo>
                    <a:pt x="10403726" y="1621848"/>
                  </a:lnTo>
                  <a:lnTo>
                    <a:pt x="10453265" y="1624159"/>
                  </a:lnTo>
                  <a:lnTo>
                    <a:pt x="10485696" y="1625526"/>
                  </a:lnTo>
                  <a:lnTo>
                    <a:pt x="10503045" y="1626189"/>
                  </a:lnTo>
                  <a:lnTo>
                    <a:pt x="10509257" y="1626405"/>
                  </a:lnTo>
                  <a:lnTo>
                    <a:pt x="10509911" y="1626426"/>
                  </a:lnTo>
                  <a:lnTo>
                    <a:pt x="11981298" y="1626426"/>
                  </a:lnTo>
                  <a:lnTo>
                    <a:pt x="11981298" y="1610080"/>
                  </a:lnTo>
                  <a:lnTo>
                    <a:pt x="10509911" y="1610080"/>
                  </a:lnTo>
                  <a:lnTo>
                    <a:pt x="10508704" y="1610041"/>
                  </a:lnTo>
                  <a:lnTo>
                    <a:pt x="10500783" y="1609760"/>
                  </a:lnTo>
                  <a:lnTo>
                    <a:pt x="10480851" y="1608985"/>
                  </a:lnTo>
                  <a:lnTo>
                    <a:pt x="10445305" y="1607458"/>
                  </a:lnTo>
                  <a:lnTo>
                    <a:pt x="10392501" y="1604947"/>
                  </a:lnTo>
                  <a:lnTo>
                    <a:pt x="10322882" y="1601261"/>
                  </a:lnTo>
                  <a:lnTo>
                    <a:pt x="10238776" y="1596275"/>
                  </a:lnTo>
                  <a:lnTo>
                    <a:pt x="10143854" y="1589931"/>
                  </a:lnTo>
                  <a:lnTo>
                    <a:pt x="10042407" y="1582223"/>
                  </a:lnTo>
                  <a:lnTo>
                    <a:pt x="9938638" y="1573176"/>
                  </a:lnTo>
                  <a:lnTo>
                    <a:pt x="9836135" y="1562818"/>
                  </a:lnTo>
                  <a:lnTo>
                    <a:pt x="9737602" y="1551160"/>
                  </a:lnTo>
                  <a:lnTo>
                    <a:pt x="9644807" y="1538175"/>
                  </a:lnTo>
                  <a:lnTo>
                    <a:pt x="9558682" y="1523788"/>
                  </a:lnTo>
                  <a:lnTo>
                    <a:pt x="9479503" y="1507878"/>
                  </a:lnTo>
                  <a:lnTo>
                    <a:pt x="9407064" y="1490270"/>
                  </a:lnTo>
                  <a:lnTo>
                    <a:pt x="9340842" y="1470747"/>
                  </a:lnTo>
                  <a:lnTo>
                    <a:pt x="9280127" y="1449052"/>
                  </a:lnTo>
                  <a:lnTo>
                    <a:pt x="9224113" y="1424907"/>
                  </a:lnTo>
                  <a:lnTo>
                    <a:pt x="9171967" y="1398037"/>
                  </a:lnTo>
                  <a:lnTo>
                    <a:pt x="9122888" y="1368215"/>
                  </a:lnTo>
                  <a:lnTo>
                    <a:pt x="9084767" y="1341733"/>
                  </a:lnTo>
                  <a:lnTo>
                    <a:pt x="9039044" y="1306015"/>
                  </a:lnTo>
                  <a:lnTo>
                    <a:pt x="8994643" y="1267107"/>
                  </a:lnTo>
                  <a:lnTo>
                    <a:pt x="8951125" y="1224951"/>
                  </a:lnTo>
                  <a:lnTo>
                    <a:pt x="8908157" y="1179569"/>
                  </a:lnTo>
                  <a:lnTo>
                    <a:pt x="8865489" y="1131076"/>
                  </a:lnTo>
                  <a:lnTo>
                    <a:pt x="8822943" y="1079681"/>
                  </a:lnTo>
                  <a:lnTo>
                    <a:pt x="8780404" y="1025696"/>
                  </a:lnTo>
                  <a:lnTo>
                    <a:pt x="8737808" y="969527"/>
                  </a:lnTo>
                  <a:lnTo>
                    <a:pt x="8695135" y="911671"/>
                  </a:lnTo>
                  <a:lnTo>
                    <a:pt x="8652395" y="852691"/>
                  </a:lnTo>
                  <a:lnTo>
                    <a:pt x="8609621" y="793201"/>
                  </a:lnTo>
                  <a:lnTo>
                    <a:pt x="8566856" y="733839"/>
                  </a:lnTo>
                  <a:lnTo>
                    <a:pt x="8524139" y="675234"/>
                  </a:lnTo>
                  <a:lnTo>
                    <a:pt x="8481497" y="617985"/>
                  </a:lnTo>
                  <a:lnTo>
                    <a:pt x="8438929" y="562630"/>
                  </a:lnTo>
                  <a:lnTo>
                    <a:pt x="8396397" y="509631"/>
                  </a:lnTo>
                  <a:lnTo>
                    <a:pt x="8353820" y="459358"/>
                  </a:lnTo>
                  <a:lnTo>
                    <a:pt x="8311057" y="412083"/>
                  </a:lnTo>
                  <a:lnTo>
                    <a:pt x="8267905" y="367975"/>
                  </a:lnTo>
                  <a:lnTo>
                    <a:pt x="8224081" y="327113"/>
                  </a:lnTo>
                  <a:lnTo>
                    <a:pt x="8179214" y="289484"/>
                  </a:lnTo>
                  <a:lnTo>
                    <a:pt x="8151487" y="268346"/>
                  </a:lnTo>
                  <a:lnTo>
                    <a:pt x="8104360" y="236040"/>
                  </a:lnTo>
                  <a:lnTo>
                    <a:pt x="8054764" y="206785"/>
                  </a:lnTo>
                  <a:lnTo>
                    <a:pt x="8001955" y="180445"/>
                  </a:lnTo>
                  <a:lnTo>
                    <a:pt x="7945123" y="156781"/>
                  </a:lnTo>
                  <a:lnTo>
                    <a:pt x="7883435" y="135514"/>
                  </a:lnTo>
                  <a:lnTo>
                    <a:pt x="7816097" y="116369"/>
                  </a:lnTo>
                  <a:lnTo>
                    <a:pt x="7742426" y="99095"/>
                  </a:lnTo>
                  <a:lnTo>
                    <a:pt x="7661948" y="83482"/>
                  </a:lnTo>
                  <a:lnTo>
                    <a:pt x="7574534" y="69366"/>
                  </a:lnTo>
                  <a:lnTo>
                    <a:pt x="7480568" y="56633"/>
                  </a:lnTo>
                  <a:lnTo>
                    <a:pt x="7381129" y="45220"/>
                  </a:lnTo>
                  <a:lnTo>
                    <a:pt x="7278154" y="35107"/>
                  </a:lnTo>
                  <a:lnTo>
                    <a:pt x="7174524" y="26308"/>
                  </a:lnTo>
                  <a:lnTo>
                    <a:pt x="7073969" y="18855"/>
                  </a:lnTo>
                  <a:lnTo>
                    <a:pt x="6980756" y="12767"/>
                  </a:lnTo>
                  <a:lnTo>
                    <a:pt x="6899118" y="8032"/>
                  </a:lnTo>
                  <a:lnTo>
                    <a:pt x="6832528" y="4577"/>
                  </a:lnTo>
                  <a:lnTo>
                    <a:pt x="6782989" y="2267"/>
                  </a:lnTo>
                  <a:lnTo>
                    <a:pt x="6750558" y="900"/>
                  </a:lnTo>
                  <a:lnTo>
                    <a:pt x="6733208" y="237"/>
                  </a:lnTo>
                  <a:lnTo>
                    <a:pt x="6726996" y="21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805" y="64"/>
                  </a:lnTo>
                  <a:lnTo>
                    <a:pt x="5246246" y="524"/>
                  </a:lnTo>
                  <a:lnTo>
                    <a:pt x="5227197" y="1794"/>
                  </a:lnTo>
                  <a:lnTo>
                    <a:pt x="5193154" y="4295"/>
                  </a:lnTo>
                  <a:lnTo>
                    <a:pt x="5142442" y="8414"/>
                  </a:lnTo>
                  <a:lnTo>
                    <a:pt x="5075341" y="14468"/>
                  </a:lnTo>
                  <a:lnTo>
                    <a:pt x="4993927" y="22672"/>
                  </a:lnTo>
                  <a:lnTo>
                    <a:pt x="4901596" y="33133"/>
                  </a:lnTo>
                  <a:lnTo>
                    <a:pt x="4802405" y="45869"/>
                  </a:lnTo>
                  <a:lnTo>
                    <a:pt x="4700405" y="60843"/>
                  </a:lnTo>
                  <a:lnTo>
                    <a:pt x="4599128" y="78005"/>
                  </a:lnTo>
                  <a:lnTo>
                    <a:pt x="4501299" y="97334"/>
                  </a:lnTo>
                  <a:lnTo>
                    <a:pt x="4408762" y="118859"/>
                  </a:lnTo>
                  <a:lnTo>
                    <a:pt x="4322554" y="142685"/>
                  </a:lnTo>
                  <a:lnTo>
                    <a:pt x="4243058" y="168997"/>
                  </a:lnTo>
                  <a:lnTo>
                    <a:pt x="4170168" y="198057"/>
                  </a:lnTo>
                  <a:lnTo>
                    <a:pt x="4103451" y="230208"/>
                  </a:lnTo>
                  <a:lnTo>
                    <a:pt x="4042265" y="265855"/>
                  </a:lnTo>
                  <a:lnTo>
                    <a:pt x="3985861" y="305447"/>
                  </a:lnTo>
                  <a:lnTo>
                    <a:pt x="3933448" y="349443"/>
                  </a:lnTo>
                  <a:lnTo>
                    <a:pt x="3884248" y="398249"/>
                  </a:lnTo>
                  <a:lnTo>
                    <a:pt x="3837540" y="452122"/>
                  </a:lnTo>
                  <a:lnTo>
                    <a:pt x="3829811" y="461774"/>
                  </a:lnTo>
                  <a:lnTo>
                    <a:pt x="3791798" y="512346"/>
                  </a:lnTo>
                  <a:lnTo>
                    <a:pt x="3754750" y="566673"/>
                  </a:lnTo>
                  <a:lnTo>
                    <a:pt x="3718401" y="624830"/>
                  </a:lnTo>
                  <a:lnTo>
                    <a:pt x="3682539" y="686831"/>
                  </a:lnTo>
                  <a:lnTo>
                    <a:pt x="3646992" y="752620"/>
                  </a:lnTo>
                  <a:lnTo>
                    <a:pt x="3611630" y="822063"/>
                  </a:lnTo>
                  <a:lnTo>
                    <a:pt x="3576353" y="894949"/>
                  </a:lnTo>
                  <a:lnTo>
                    <a:pt x="3541093" y="970983"/>
                  </a:lnTo>
                  <a:lnTo>
                    <a:pt x="3505805" y="1049792"/>
                  </a:lnTo>
                  <a:lnTo>
                    <a:pt x="3470467" y="1130927"/>
                  </a:lnTo>
                  <a:lnTo>
                    <a:pt x="3435076" y="1213875"/>
                  </a:lnTo>
                  <a:lnTo>
                    <a:pt x="3399641" y="1298068"/>
                  </a:lnTo>
                  <a:lnTo>
                    <a:pt x="3364181" y="1382903"/>
                  </a:lnTo>
                  <a:lnTo>
                    <a:pt x="3328721" y="1467755"/>
                  </a:lnTo>
                  <a:lnTo>
                    <a:pt x="3293284" y="1552002"/>
                  </a:lnTo>
                  <a:lnTo>
                    <a:pt x="3257890" y="1635036"/>
                  </a:lnTo>
                  <a:lnTo>
                    <a:pt x="3222549" y="1716289"/>
                  </a:lnTo>
                  <a:lnTo>
                    <a:pt x="3187259" y="1795243"/>
                  </a:lnTo>
                  <a:lnTo>
                    <a:pt x="3151998" y="1871446"/>
                  </a:lnTo>
                  <a:lnTo>
                    <a:pt x="3116724" y="1944520"/>
                  </a:lnTo>
                  <a:lnTo>
                    <a:pt x="3081369" y="2014166"/>
                  </a:lnTo>
                  <a:lnTo>
                    <a:pt x="3045836" y="2080167"/>
                  </a:lnTo>
                  <a:lnTo>
                    <a:pt x="3009996" y="2142386"/>
                  </a:lnTo>
                  <a:lnTo>
                    <a:pt x="2973680" y="2200762"/>
                  </a:lnTo>
                  <a:lnTo>
                    <a:pt x="2936679" y="2255306"/>
                  </a:lnTo>
                  <a:lnTo>
                    <a:pt x="2898728" y="2306089"/>
                  </a:lnTo>
                  <a:lnTo>
                    <a:pt x="2896531" y="2308872"/>
                  </a:lnTo>
                  <a:lnTo>
                    <a:pt x="2850181" y="2363611"/>
                  </a:lnTo>
                  <a:lnTo>
                    <a:pt x="2801453" y="2413265"/>
                  </a:lnTo>
                  <a:lnTo>
                    <a:pt x="2749639" y="2458051"/>
                  </a:lnTo>
                  <a:lnTo>
                    <a:pt x="2693969" y="2498359"/>
                  </a:lnTo>
                  <a:lnTo>
                    <a:pt x="2633650" y="2534643"/>
                  </a:lnTo>
                  <a:lnTo>
                    <a:pt x="2567920" y="2567358"/>
                  </a:lnTo>
                  <a:lnTo>
                    <a:pt x="2496116" y="2596917"/>
                  </a:lnTo>
                  <a:lnTo>
                    <a:pt x="2417760" y="2623674"/>
                  </a:lnTo>
                  <a:lnTo>
                    <a:pt x="2332681" y="2647907"/>
                  </a:lnTo>
                  <a:lnTo>
                    <a:pt x="2241165" y="2669814"/>
                  </a:lnTo>
                  <a:lnTo>
                    <a:pt x="2144128" y="2689511"/>
                  </a:lnTo>
                  <a:lnTo>
                    <a:pt x="2043268" y="2707042"/>
                  </a:lnTo>
                  <a:lnTo>
                    <a:pt x="1941162" y="2722391"/>
                  </a:lnTo>
                  <a:lnTo>
                    <a:pt x="1841218" y="2735510"/>
                  </a:lnTo>
                  <a:lnTo>
                    <a:pt x="1747428" y="2746358"/>
                  </a:lnTo>
                  <a:lnTo>
                    <a:pt x="1663894" y="2754941"/>
                  </a:lnTo>
                  <a:lnTo>
                    <a:pt x="1594173" y="2761347"/>
                  </a:lnTo>
                  <a:lnTo>
                    <a:pt x="1540606" y="2765775"/>
                  </a:lnTo>
                  <a:lnTo>
                    <a:pt x="1503798" y="2768525"/>
                  </a:lnTo>
                  <a:lnTo>
                    <a:pt x="1482403" y="2769975"/>
                  </a:lnTo>
                  <a:lnTo>
                    <a:pt x="1473211" y="2770542"/>
                  </a:lnTo>
                  <a:lnTo>
                    <a:pt x="1471387" y="2770646"/>
                  </a:lnTo>
                  <a:lnTo>
                    <a:pt x="0" y="2770646"/>
                  </a:lnTo>
                  <a:close/>
                </a:path>
              </a:pathLst>
            </a:custGeom>
            <a:solidFill>
              <a:srgbClr val="F28E5B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002" name="pl1002"/>
            <p:cNvSpPr/>
            <p:nvPr/>
          </p:nvSpPr>
          <p:spPr>
            <a:xfrm>
              <a:off x="4799595" y="4399487"/>
              <a:ext cx="11981298" cy="2770646"/>
            </a:xfrm>
            <a:custGeom>
              <a:avLst/>
              <a:pathLst>
                <a:path w="11981298" h="2770646">
                  <a:moveTo>
                    <a:pt x="0" y="2770646"/>
                  </a:moveTo>
                  <a:lnTo>
                    <a:pt x="1471387" y="2770646"/>
                  </a:lnTo>
                  <a:lnTo>
                    <a:pt x="1472537" y="2770581"/>
                  </a:lnTo>
                  <a:lnTo>
                    <a:pt x="1480096" y="2770122"/>
                  </a:lnTo>
                  <a:lnTo>
                    <a:pt x="1499145" y="2768852"/>
                  </a:lnTo>
                  <a:lnTo>
                    <a:pt x="1533188" y="2766351"/>
                  </a:lnTo>
                  <a:lnTo>
                    <a:pt x="1583900" y="2762232"/>
                  </a:lnTo>
                  <a:lnTo>
                    <a:pt x="1651001" y="2756178"/>
                  </a:lnTo>
                  <a:lnTo>
                    <a:pt x="1732415" y="2747974"/>
                  </a:lnTo>
                  <a:lnTo>
                    <a:pt x="1824746" y="2737513"/>
                  </a:lnTo>
                  <a:lnTo>
                    <a:pt x="1923937" y="2724777"/>
                  </a:lnTo>
                  <a:lnTo>
                    <a:pt x="2025937" y="2709803"/>
                  </a:lnTo>
                  <a:lnTo>
                    <a:pt x="2127214" y="2692640"/>
                  </a:lnTo>
                  <a:lnTo>
                    <a:pt x="2225043" y="2673312"/>
                  </a:lnTo>
                  <a:lnTo>
                    <a:pt x="2317581" y="2651786"/>
                  </a:lnTo>
                  <a:lnTo>
                    <a:pt x="2403788" y="2627960"/>
                  </a:lnTo>
                  <a:lnTo>
                    <a:pt x="2483284" y="2601649"/>
                  </a:lnTo>
                  <a:lnTo>
                    <a:pt x="2556174" y="2572588"/>
                  </a:lnTo>
                  <a:lnTo>
                    <a:pt x="2622891" y="2540437"/>
                  </a:lnTo>
                  <a:lnTo>
                    <a:pt x="2684077" y="2504790"/>
                  </a:lnTo>
                  <a:lnTo>
                    <a:pt x="2740481" y="2465198"/>
                  </a:lnTo>
                  <a:lnTo>
                    <a:pt x="2792894" y="2421203"/>
                  </a:lnTo>
                  <a:lnTo>
                    <a:pt x="2842094" y="2372396"/>
                  </a:lnTo>
                  <a:lnTo>
                    <a:pt x="2888802" y="2318524"/>
                  </a:lnTo>
                  <a:lnTo>
                    <a:pt x="2896531" y="2308872"/>
                  </a:lnTo>
                  <a:lnTo>
                    <a:pt x="2934545" y="2258299"/>
                  </a:lnTo>
                  <a:lnTo>
                    <a:pt x="2971593" y="2203972"/>
                  </a:lnTo>
                  <a:lnTo>
                    <a:pt x="3007941" y="2145815"/>
                  </a:lnTo>
                  <a:lnTo>
                    <a:pt x="3043804" y="2083814"/>
                  </a:lnTo>
                  <a:lnTo>
                    <a:pt x="3079350" y="2018026"/>
                  </a:lnTo>
                  <a:lnTo>
                    <a:pt x="3114712" y="1948582"/>
                  </a:lnTo>
                  <a:lnTo>
                    <a:pt x="3149989" y="1875697"/>
                  </a:lnTo>
                  <a:lnTo>
                    <a:pt x="3185249" y="1799662"/>
                  </a:lnTo>
                  <a:lnTo>
                    <a:pt x="3220537" y="1720854"/>
                  </a:lnTo>
                  <a:lnTo>
                    <a:pt x="3255875" y="1639718"/>
                  </a:lnTo>
                  <a:lnTo>
                    <a:pt x="3291266" y="1556771"/>
                  </a:lnTo>
                  <a:lnTo>
                    <a:pt x="3326701" y="1472578"/>
                  </a:lnTo>
                  <a:lnTo>
                    <a:pt x="3362161" y="1387743"/>
                  </a:lnTo>
                  <a:lnTo>
                    <a:pt x="3397621" y="1302890"/>
                  </a:lnTo>
                  <a:lnTo>
                    <a:pt x="3433058" y="1218644"/>
                  </a:lnTo>
                  <a:lnTo>
                    <a:pt x="3468452" y="1135609"/>
                  </a:lnTo>
                  <a:lnTo>
                    <a:pt x="3503793" y="1054357"/>
                  </a:lnTo>
                  <a:lnTo>
                    <a:pt x="3539083" y="975403"/>
                  </a:lnTo>
                  <a:lnTo>
                    <a:pt x="3574344" y="899199"/>
                  </a:lnTo>
                  <a:lnTo>
                    <a:pt x="3609618" y="826126"/>
                  </a:lnTo>
                  <a:lnTo>
                    <a:pt x="3644973" y="756480"/>
                  </a:lnTo>
                  <a:lnTo>
                    <a:pt x="3680506" y="690479"/>
                  </a:lnTo>
                  <a:lnTo>
                    <a:pt x="3716347" y="628260"/>
                  </a:lnTo>
                  <a:lnTo>
                    <a:pt x="3752662" y="569883"/>
                  </a:lnTo>
                  <a:lnTo>
                    <a:pt x="3789664" y="515340"/>
                  </a:lnTo>
                  <a:lnTo>
                    <a:pt x="3827614" y="464556"/>
                  </a:lnTo>
                  <a:lnTo>
                    <a:pt x="3829811" y="461774"/>
                  </a:lnTo>
                  <a:lnTo>
                    <a:pt x="3876161" y="407035"/>
                  </a:lnTo>
                  <a:lnTo>
                    <a:pt x="3924890" y="357380"/>
                  </a:lnTo>
                  <a:lnTo>
                    <a:pt x="3976703" y="312594"/>
                  </a:lnTo>
                  <a:lnTo>
                    <a:pt x="4032373" y="272286"/>
                  </a:lnTo>
                  <a:lnTo>
                    <a:pt x="4092692" y="236002"/>
                  </a:lnTo>
                  <a:lnTo>
                    <a:pt x="4158422" y="203288"/>
                  </a:lnTo>
                  <a:lnTo>
                    <a:pt x="4230226" y="173728"/>
                  </a:lnTo>
                  <a:lnTo>
                    <a:pt x="4308582" y="146971"/>
                  </a:lnTo>
                  <a:lnTo>
                    <a:pt x="4393662" y="122738"/>
                  </a:lnTo>
                  <a:lnTo>
                    <a:pt x="4485177" y="100831"/>
                  </a:lnTo>
                  <a:lnTo>
                    <a:pt x="4582214" y="81134"/>
                  </a:lnTo>
                  <a:lnTo>
                    <a:pt x="4683074" y="63603"/>
                  </a:lnTo>
                  <a:lnTo>
                    <a:pt x="4785180" y="48255"/>
                  </a:lnTo>
                  <a:lnTo>
                    <a:pt x="4885124" y="35135"/>
                  </a:lnTo>
                  <a:lnTo>
                    <a:pt x="4978914" y="24287"/>
                  </a:lnTo>
                  <a:lnTo>
                    <a:pt x="5062448" y="15705"/>
                  </a:lnTo>
                  <a:lnTo>
                    <a:pt x="5132169" y="9298"/>
                  </a:lnTo>
                  <a:lnTo>
                    <a:pt x="5185736" y="4870"/>
                  </a:lnTo>
                  <a:lnTo>
                    <a:pt x="5222544" y="2120"/>
                  </a:lnTo>
                  <a:lnTo>
                    <a:pt x="5243939" y="670"/>
                  </a:lnTo>
                  <a:lnTo>
                    <a:pt x="5253131" y="103"/>
                  </a:lnTo>
                  <a:lnTo>
                    <a:pt x="5254949" y="0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549" y="39"/>
                  </a:lnTo>
                  <a:lnTo>
                    <a:pt x="6735470" y="319"/>
                  </a:lnTo>
                  <a:lnTo>
                    <a:pt x="6755402" y="1095"/>
                  </a:lnTo>
                  <a:lnTo>
                    <a:pt x="6790949" y="2621"/>
                  </a:lnTo>
                  <a:lnTo>
                    <a:pt x="6843753" y="5133"/>
                  </a:lnTo>
                  <a:lnTo>
                    <a:pt x="6913371" y="8819"/>
                  </a:lnTo>
                  <a:lnTo>
                    <a:pt x="6997477" y="13805"/>
                  </a:lnTo>
                  <a:lnTo>
                    <a:pt x="7092400" y="20149"/>
                  </a:lnTo>
                  <a:lnTo>
                    <a:pt x="7193847" y="27857"/>
                  </a:lnTo>
                  <a:lnTo>
                    <a:pt x="7297615" y="36904"/>
                  </a:lnTo>
                  <a:lnTo>
                    <a:pt x="7400118" y="47261"/>
                  </a:lnTo>
                  <a:lnTo>
                    <a:pt x="7498651" y="58919"/>
                  </a:lnTo>
                  <a:lnTo>
                    <a:pt x="7591447" y="71905"/>
                  </a:lnTo>
                  <a:lnTo>
                    <a:pt x="7677571" y="86291"/>
                  </a:lnTo>
                  <a:lnTo>
                    <a:pt x="7756750" y="102202"/>
                  </a:lnTo>
                  <a:lnTo>
                    <a:pt x="7829190" y="119809"/>
                  </a:lnTo>
                  <a:lnTo>
                    <a:pt x="7895411" y="139333"/>
                  </a:lnTo>
                  <a:lnTo>
                    <a:pt x="7956126" y="161027"/>
                  </a:lnTo>
                  <a:lnTo>
                    <a:pt x="8012141" y="185173"/>
                  </a:lnTo>
                  <a:lnTo>
                    <a:pt x="8064286" y="212043"/>
                  </a:lnTo>
                  <a:lnTo>
                    <a:pt x="8113365" y="241865"/>
                  </a:lnTo>
                  <a:lnTo>
                    <a:pt x="8151487" y="268346"/>
                  </a:lnTo>
                  <a:lnTo>
                    <a:pt x="8197209" y="304065"/>
                  </a:lnTo>
                  <a:lnTo>
                    <a:pt x="8241611" y="342973"/>
                  </a:lnTo>
                  <a:lnTo>
                    <a:pt x="8285128" y="385129"/>
                  </a:lnTo>
                  <a:lnTo>
                    <a:pt x="8328096" y="430510"/>
                  </a:lnTo>
                  <a:lnTo>
                    <a:pt x="8370764" y="479004"/>
                  </a:lnTo>
                  <a:lnTo>
                    <a:pt x="8413310" y="530399"/>
                  </a:lnTo>
                  <a:lnTo>
                    <a:pt x="8455849" y="584384"/>
                  </a:lnTo>
                  <a:lnTo>
                    <a:pt x="8498445" y="640552"/>
                  </a:lnTo>
                  <a:lnTo>
                    <a:pt x="8541118" y="698409"/>
                  </a:lnTo>
                  <a:lnTo>
                    <a:pt x="8583858" y="757389"/>
                  </a:lnTo>
                  <a:lnTo>
                    <a:pt x="8626632" y="816878"/>
                  </a:lnTo>
                  <a:lnTo>
                    <a:pt x="8669397" y="876241"/>
                  </a:lnTo>
                  <a:lnTo>
                    <a:pt x="8712114" y="934846"/>
                  </a:lnTo>
                  <a:lnTo>
                    <a:pt x="8754756" y="992095"/>
                  </a:lnTo>
                  <a:lnTo>
                    <a:pt x="8797325" y="1047450"/>
                  </a:lnTo>
                  <a:lnTo>
                    <a:pt x="8839856" y="1100449"/>
                  </a:lnTo>
                  <a:lnTo>
                    <a:pt x="8882433" y="1150721"/>
                  </a:lnTo>
                  <a:lnTo>
                    <a:pt x="8925196" y="1197997"/>
                  </a:lnTo>
                  <a:lnTo>
                    <a:pt x="8968348" y="1242104"/>
                  </a:lnTo>
                  <a:lnTo>
                    <a:pt x="9012172" y="1282967"/>
                  </a:lnTo>
                  <a:lnTo>
                    <a:pt x="9057040" y="1320595"/>
                  </a:lnTo>
                  <a:lnTo>
                    <a:pt x="9084767" y="1341733"/>
                  </a:lnTo>
                  <a:lnTo>
                    <a:pt x="9131894" y="1374040"/>
                  </a:lnTo>
                  <a:lnTo>
                    <a:pt x="9181490" y="1403295"/>
                  </a:lnTo>
                  <a:lnTo>
                    <a:pt x="9234298" y="1429635"/>
                  </a:lnTo>
                  <a:lnTo>
                    <a:pt x="9291130" y="1453299"/>
                  </a:lnTo>
                  <a:lnTo>
                    <a:pt x="9352818" y="1474566"/>
                  </a:lnTo>
                  <a:lnTo>
                    <a:pt x="9420156" y="1493711"/>
                  </a:lnTo>
                  <a:lnTo>
                    <a:pt x="9493828" y="1510985"/>
                  </a:lnTo>
                  <a:lnTo>
                    <a:pt x="9574306" y="1526598"/>
                  </a:lnTo>
                  <a:lnTo>
                    <a:pt x="9661719" y="1540714"/>
                  </a:lnTo>
                  <a:lnTo>
                    <a:pt x="9755685" y="1553447"/>
                  </a:lnTo>
                  <a:lnTo>
                    <a:pt x="9855125" y="1564860"/>
                  </a:lnTo>
                  <a:lnTo>
                    <a:pt x="9958099" y="1574973"/>
                  </a:lnTo>
                  <a:lnTo>
                    <a:pt x="10061730" y="1583771"/>
                  </a:lnTo>
                  <a:lnTo>
                    <a:pt x="10162284" y="1591225"/>
                  </a:lnTo>
                  <a:lnTo>
                    <a:pt x="10255497" y="1597313"/>
                  </a:lnTo>
                  <a:lnTo>
                    <a:pt x="10337135" y="1602048"/>
                  </a:lnTo>
                  <a:lnTo>
                    <a:pt x="10403726" y="1605502"/>
                  </a:lnTo>
                  <a:lnTo>
                    <a:pt x="10453265" y="1607813"/>
                  </a:lnTo>
                  <a:lnTo>
                    <a:pt x="10485696" y="1609180"/>
                  </a:lnTo>
                  <a:lnTo>
                    <a:pt x="10503045" y="1609843"/>
                  </a:lnTo>
                  <a:lnTo>
                    <a:pt x="10509257" y="1610059"/>
                  </a:lnTo>
                  <a:lnTo>
                    <a:pt x="10509911" y="1610080"/>
                  </a:lnTo>
                  <a:lnTo>
                    <a:pt x="11981298" y="161008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03" name="pl1003"/>
            <p:cNvSpPr/>
            <p:nvPr/>
          </p:nvSpPr>
          <p:spPr>
            <a:xfrm>
              <a:off x="4799595" y="4383141"/>
              <a:ext cx="11981298" cy="2770646"/>
            </a:xfrm>
            <a:custGeom>
              <a:avLst/>
              <a:pathLst>
                <a:path w="11981298" h="2770646">
                  <a:moveTo>
                    <a:pt x="11981298" y="1610080"/>
                  </a:moveTo>
                  <a:lnTo>
                    <a:pt x="10509911" y="1610080"/>
                  </a:lnTo>
                  <a:lnTo>
                    <a:pt x="10508704" y="1610041"/>
                  </a:lnTo>
                  <a:lnTo>
                    <a:pt x="10500783" y="1609760"/>
                  </a:lnTo>
                  <a:lnTo>
                    <a:pt x="10480851" y="1608985"/>
                  </a:lnTo>
                  <a:lnTo>
                    <a:pt x="10445305" y="1607458"/>
                  </a:lnTo>
                  <a:lnTo>
                    <a:pt x="10392501" y="1604947"/>
                  </a:lnTo>
                  <a:lnTo>
                    <a:pt x="10322882" y="1601261"/>
                  </a:lnTo>
                  <a:lnTo>
                    <a:pt x="10238776" y="1596275"/>
                  </a:lnTo>
                  <a:lnTo>
                    <a:pt x="10143854" y="1589931"/>
                  </a:lnTo>
                  <a:lnTo>
                    <a:pt x="10042407" y="1582223"/>
                  </a:lnTo>
                  <a:lnTo>
                    <a:pt x="9938638" y="1573176"/>
                  </a:lnTo>
                  <a:lnTo>
                    <a:pt x="9836135" y="1562818"/>
                  </a:lnTo>
                  <a:lnTo>
                    <a:pt x="9737602" y="1551160"/>
                  </a:lnTo>
                  <a:lnTo>
                    <a:pt x="9644807" y="1538175"/>
                  </a:lnTo>
                  <a:lnTo>
                    <a:pt x="9558682" y="1523788"/>
                  </a:lnTo>
                  <a:lnTo>
                    <a:pt x="9479503" y="1507878"/>
                  </a:lnTo>
                  <a:lnTo>
                    <a:pt x="9407064" y="1490270"/>
                  </a:lnTo>
                  <a:lnTo>
                    <a:pt x="9340842" y="1470747"/>
                  </a:lnTo>
                  <a:lnTo>
                    <a:pt x="9280127" y="1449052"/>
                  </a:lnTo>
                  <a:lnTo>
                    <a:pt x="9224113" y="1424907"/>
                  </a:lnTo>
                  <a:lnTo>
                    <a:pt x="9171967" y="1398037"/>
                  </a:lnTo>
                  <a:lnTo>
                    <a:pt x="9122888" y="1368215"/>
                  </a:lnTo>
                  <a:lnTo>
                    <a:pt x="9084767" y="1341733"/>
                  </a:lnTo>
                  <a:lnTo>
                    <a:pt x="9039044" y="1306015"/>
                  </a:lnTo>
                  <a:lnTo>
                    <a:pt x="8994643" y="1267107"/>
                  </a:lnTo>
                  <a:lnTo>
                    <a:pt x="8951125" y="1224951"/>
                  </a:lnTo>
                  <a:lnTo>
                    <a:pt x="8908157" y="1179569"/>
                  </a:lnTo>
                  <a:lnTo>
                    <a:pt x="8865489" y="1131076"/>
                  </a:lnTo>
                  <a:lnTo>
                    <a:pt x="8822943" y="1079681"/>
                  </a:lnTo>
                  <a:lnTo>
                    <a:pt x="8780404" y="1025696"/>
                  </a:lnTo>
                  <a:lnTo>
                    <a:pt x="8737808" y="969527"/>
                  </a:lnTo>
                  <a:lnTo>
                    <a:pt x="8695135" y="911671"/>
                  </a:lnTo>
                  <a:lnTo>
                    <a:pt x="8652395" y="852691"/>
                  </a:lnTo>
                  <a:lnTo>
                    <a:pt x="8609621" y="793201"/>
                  </a:lnTo>
                  <a:lnTo>
                    <a:pt x="8566856" y="733839"/>
                  </a:lnTo>
                  <a:lnTo>
                    <a:pt x="8524139" y="675234"/>
                  </a:lnTo>
                  <a:lnTo>
                    <a:pt x="8481497" y="617985"/>
                  </a:lnTo>
                  <a:lnTo>
                    <a:pt x="8438929" y="562630"/>
                  </a:lnTo>
                  <a:lnTo>
                    <a:pt x="8396397" y="509631"/>
                  </a:lnTo>
                  <a:lnTo>
                    <a:pt x="8353820" y="459358"/>
                  </a:lnTo>
                  <a:lnTo>
                    <a:pt x="8311057" y="412083"/>
                  </a:lnTo>
                  <a:lnTo>
                    <a:pt x="8267905" y="367975"/>
                  </a:lnTo>
                  <a:lnTo>
                    <a:pt x="8224081" y="327113"/>
                  </a:lnTo>
                  <a:lnTo>
                    <a:pt x="8179214" y="289484"/>
                  </a:lnTo>
                  <a:lnTo>
                    <a:pt x="8151487" y="268346"/>
                  </a:lnTo>
                  <a:lnTo>
                    <a:pt x="8104360" y="236040"/>
                  </a:lnTo>
                  <a:lnTo>
                    <a:pt x="8054764" y="206785"/>
                  </a:lnTo>
                  <a:lnTo>
                    <a:pt x="8001955" y="180445"/>
                  </a:lnTo>
                  <a:lnTo>
                    <a:pt x="7945123" y="156781"/>
                  </a:lnTo>
                  <a:lnTo>
                    <a:pt x="7883435" y="135514"/>
                  </a:lnTo>
                  <a:lnTo>
                    <a:pt x="7816097" y="116369"/>
                  </a:lnTo>
                  <a:lnTo>
                    <a:pt x="7742426" y="99095"/>
                  </a:lnTo>
                  <a:lnTo>
                    <a:pt x="7661948" y="83482"/>
                  </a:lnTo>
                  <a:lnTo>
                    <a:pt x="7574534" y="69366"/>
                  </a:lnTo>
                  <a:lnTo>
                    <a:pt x="7480568" y="56633"/>
                  </a:lnTo>
                  <a:lnTo>
                    <a:pt x="7381129" y="45220"/>
                  </a:lnTo>
                  <a:lnTo>
                    <a:pt x="7278154" y="35107"/>
                  </a:lnTo>
                  <a:lnTo>
                    <a:pt x="7174524" y="26308"/>
                  </a:lnTo>
                  <a:lnTo>
                    <a:pt x="7073969" y="18855"/>
                  </a:lnTo>
                  <a:lnTo>
                    <a:pt x="6980756" y="12767"/>
                  </a:lnTo>
                  <a:lnTo>
                    <a:pt x="6899118" y="8032"/>
                  </a:lnTo>
                  <a:lnTo>
                    <a:pt x="6832528" y="4577"/>
                  </a:lnTo>
                  <a:lnTo>
                    <a:pt x="6782989" y="2267"/>
                  </a:lnTo>
                  <a:lnTo>
                    <a:pt x="6750558" y="900"/>
                  </a:lnTo>
                  <a:lnTo>
                    <a:pt x="6733208" y="237"/>
                  </a:lnTo>
                  <a:lnTo>
                    <a:pt x="6726996" y="21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805" y="64"/>
                  </a:lnTo>
                  <a:lnTo>
                    <a:pt x="5246246" y="524"/>
                  </a:lnTo>
                  <a:lnTo>
                    <a:pt x="5227197" y="1794"/>
                  </a:lnTo>
                  <a:lnTo>
                    <a:pt x="5193154" y="4295"/>
                  </a:lnTo>
                  <a:lnTo>
                    <a:pt x="5142442" y="8414"/>
                  </a:lnTo>
                  <a:lnTo>
                    <a:pt x="5075341" y="14468"/>
                  </a:lnTo>
                  <a:lnTo>
                    <a:pt x="4993927" y="22672"/>
                  </a:lnTo>
                  <a:lnTo>
                    <a:pt x="4901596" y="33133"/>
                  </a:lnTo>
                  <a:lnTo>
                    <a:pt x="4802405" y="45869"/>
                  </a:lnTo>
                  <a:lnTo>
                    <a:pt x="4700405" y="60843"/>
                  </a:lnTo>
                  <a:lnTo>
                    <a:pt x="4599128" y="78005"/>
                  </a:lnTo>
                  <a:lnTo>
                    <a:pt x="4501299" y="97334"/>
                  </a:lnTo>
                  <a:lnTo>
                    <a:pt x="4408762" y="118859"/>
                  </a:lnTo>
                  <a:lnTo>
                    <a:pt x="4322554" y="142685"/>
                  </a:lnTo>
                  <a:lnTo>
                    <a:pt x="4243058" y="168997"/>
                  </a:lnTo>
                  <a:lnTo>
                    <a:pt x="4170168" y="198057"/>
                  </a:lnTo>
                  <a:lnTo>
                    <a:pt x="4103451" y="230208"/>
                  </a:lnTo>
                  <a:lnTo>
                    <a:pt x="4042265" y="265855"/>
                  </a:lnTo>
                  <a:lnTo>
                    <a:pt x="3985861" y="305447"/>
                  </a:lnTo>
                  <a:lnTo>
                    <a:pt x="3933448" y="349443"/>
                  </a:lnTo>
                  <a:lnTo>
                    <a:pt x="3884248" y="398249"/>
                  </a:lnTo>
                  <a:lnTo>
                    <a:pt x="3837540" y="452122"/>
                  </a:lnTo>
                  <a:lnTo>
                    <a:pt x="3829811" y="461774"/>
                  </a:lnTo>
                  <a:lnTo>
                    <a:pt x="3791798" y="512346"/>
                  </a:lnTo>
                  <a:lnTo>
                    <a:pt x="3754750" y="566673"/>
                  </a:lnTo>
                  <a:lnTo>
                    <a:pt x="3718401" y="624830"/>
                  </a:lnTo>
                  <a:lnTo>
                    <a:pt x="3682539" y="686831"/>
                  </a:lnTo>
                  <a:lnTo>
                    <a:pt x="3646992" y="752620"/>
                  </a:lnTo>
                  <a:lnTo>
                    <a:pt x="3611630" y="822063"/>
                  </a:lnTo>
                  <a:lnTo>
                    <a:pt x="3576353" y="894949"/>
                  </a:lnTo>
                  <a:lnTo>
                    <a:pt x="3541093" y="970983"/>
                  </a:lnTo>
                  <a:lnTo>
                    <a:pt x="3505805" y="1049792"/>
                  </a:lnTo>
                  <a:lnTo>
                    <a:pt x="3470467" y="1130927"/>
                  </a:lnTo>
                  <a:lnTo>
                    <a:pt x="3435076" y="1213875"/>
                  </a:lnTo>
                  <a:lnTo>
                    <a:pt x="3399641" y="1298068"/>
                  </a:lnTo>
                  <a:lnTo>
                    <a:pt x="3364181" y="1382903"/>
                  </a:lnTo>
                  <a:lnTo>
                    <a:pt x="3328721" y="1467755"/>
                  </a:lnTo>
                  <a:lnTo>
                    <a:pt x="3293284" y="1552002"/>
                  </a:lnTo>
                  <a:lnTo>
                    <a:pt x="3257890" y="1635036"/>
                  </a:lnTo>
                  <a:lnTo>
                    <a:pt x="3222549" y="1716289"/>
                  </a:lnTo>
                  <a:lnTo>
                    <a:pt x="3187259" y="1795243"/>
                  </a:lnTo>
                  <a:lnTo>
                    <a:pt x="3151998" y="1871446"/>
                  </a:lnTo>
                  <a:lnTo>
                    <a:pt x="3116724" y="1944520"/>
                  </a:lnTo>
                  <a:lnTo>
                    <a:pt x="3081369" y="2014166"/>
                  </a:lnTo>
                  <a:lnTo>
                    <a:pt x="3045836" y="2080167"/>
                  </a:lnTo>
                  <a:lnTo>
                    <a:pt x="3009996" y="2142386"/>
                  </a:lnTo>
                  <a:lnTo>
                    <a:pt x="2973680" y="2200762"/>
                  </a:lnTo>
                  <a:lnTo>
                    <a:pt x="2936679" y="2255306"/>
                  </a:lnTo>
                  <a:lnTo>
                    <a:pt x="2898728" y="2306089"/>
                  </a:lnTo>
                  <a:lnTo>
                    <a:pt x="2896531" y="2308872"/>
                  </a:lnTo>
                  <a:lnTo>
                    <a:pt x="2850181" y="2363611"/>
                  </a:lnTo>
                  <a:lnTo>
                    <a:pt x="2801453" y="2413265"/>
                  </a:lnTo>
                  <a:lnTo>
                    <a:pt x="2749639" y="2458051"/>
                  </a:lnTo>
                  <a:lnTo>
                    <a:pt x="2693969" y="2498359"/>
                  </a:lnTo>
                  <a:lnTo>
                    <a:pt x="2633650" y="2534643"/>
                  </a:lnTo>
                  <a:lnTo>
                    <a:pt x="2567920" y="2567358"/>
                  </a:lnTo>
                  <a:lnTo>
                    <a:pt x="2496116" y="2596917"/>
                  </a:lnTo>
                  <a:lnTo>
                    <a:pt x="2417760" y="2623674"/>
                  </a:lnTo>
                  <a:lnTo>
                    <a:pt x="2332681" y="2647907"/>
                  </a:lnTo>
                  <a:lnTo>
                    <a:pt x="2241165" y="2669814"/>
                  </a:lnTo>
                  <a:lnTo>
                    <a:pt x="2144128" y="2689511"/>
                  </a:lnTo>
                  <a:lnTo>
                    <a:pt x="2043268" y="2707042"/>
                  </a:lnTo>
                  <a:lnTo>
                    <a:pt x="1941162" y="2722391"/>
                  </a:lnTo>
                  <a:lnTo>
                    <a:pt x="1841218" y="2735510"/>
                  </a:lnTo>
                  <a:lnTo>
                    <a:pt x="1747428" y="2746358"/>
                  </a:lnTo>
                  <a:lnTo>
                    <a:pt x="1663894" y="2754941"/>
                  </a:lnTo>
                  <a:lnTo>
                    <a:pt x="1594173" y="2761347"/>
                  </a:lnTo>
                  <a:lnTo>
                    <a:pt x="1540606" y="2765775"/>
                  </a:lnTo>
                  <a:lnTo>
                    <a:pt x="1503798" y="2768525"/>
                  </a:lnTo>
                  <a:lnTo>
                    <a:pt x="1482403" y="2769975"/>
                  </a:lnTo>
                  <a:lnTo>
                    <a:pt x="1473211" y="2770542"/>
                  </a:lnTo>
                  <a:lnTo>
                    <a:pt x="1471393" y="2770646"/>
                  </a:lnTo>
                  <a:lnTo>
                    <a:pt x="1471387" y="2770646"/>
                  </a:lnTo>
                  <a:lnTo>
                    <a:pt x="0" y="277064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04" name="pg1004"/>
            <p:cNvSpPr/>
            <p:nvPr/>
          </p:nvSpPr>
          <p:spPr>
            <a:xfrm>
              <a:off x="4799595" y="4432179"/>
              <a:ext cx="11981298" cy="2746127"/>
            </a:xfrm>
            <a:custGeom>
              <a:avLst/>
              <a:pathLst>
                <a:path w="11981298" h="2746127">
                  <a:moveTo>
                    <a:pt x="0" y="2746127"/>
                  </a:moveTo>
                  <a:lnTo>
                    <a:pt x="1471387" y="2746127"/>
                  </a:lnTo>
                  <a:lnTo>
                    <a:pt x="1472539" y="2746063"/>
                  </a:lnTo>
                  <a:lnTo>
                    <a:pt x="1480110" y="2745608"/>
                  </a:lnTo>
                  <a:lnTo>
                    <a:pt x="1499189" y="2744351"/>
                  </a:lnTo>
                  <a:lnTo>
                    <a:pt x="1533282" y="2741875"/>
                  </a:lnTo>
                  <a:lnTo>
                    <a:pt x="1584065" y="2737798"/>
                  </a:lnTo>
                  <a:lnTo>
                    <a:pt x="1651251" y="2731806"/>
                  </a:lnTo>
                  <a:lnTo>
                    <a:pt x="1732757" y="2723686"/>
                  </a:lnTo>
                  <a:lnTo>
                    <a:pt x="1825177" y="2713333"/>
                  </a:lnTo>
                  <a:lnTo>
                    <a:pt x="1924445" y="2700730"/>
                  </a:lnTo>
                  <a:lnTo>
                    <a:pt x="2026507" y="2685913"/>
                  </a:lnTo>
                  <a:lnTo>
                    <a:pt x="2127827" y="2668931"/>
                  </a:lnTo>
                  <a:lnTo>
                    <a:pt x="2225682" y="2649806"/>
                  </a:lnTo>
                  <a:lnTo>
                    <a:pt x="2318230" y="2628507"/>
                  </a:lnTo>
                  <a:lnTo>
                    <a:pt x="2404435" y="2604931"/>
                  </a:lnTo>
                  <a:lnTo>
                    <a:pt x="2483921" y="2578895"/>
                  </a:lnTo>
                  <a:lnTo>
                    <a:pt x="2556796" y="2550136"/>
                  </a:lnTo>
                  <a:lnTo>
                    <a:pt x="2623497" y="2518317"/>
                  </a:lnTo>
                  <a:lnTo>
                    <a:pt x="2684666" y="2483035"/>
                  </a:lnTo>
                  <a:lnTo>
                    <a:pt x="2741056" y="2443846"/>
                  </a:lnTo>
                  <a:lnTo>
                    <a:pt x="2793459" y="2400295"/>
                  </a:lnTo>
                  <a:lnTo>
                    <a:pt x="2842655" y="2351982"/>
                  </a:lnTo>
                  <a:lnTo>
                    <a:pt x="2889363" y="2298655"/>
                  </a:lnTo>
                  <a:lnTo>
                    <a:pt x="2896531" y="2289801"/>
                  </a:lnTo>
                  <a:lnTo>
                    <a:pt x="2934722" y="2239581"/>
                  </a:lnTo>
                  <a:lnTo>
                    <a:pt x="2971939" y="2185614"/>
                  </a:lnTo>
                  <a:lnTo>
                    <a:pt x="3008453" y="2127826"/>
                  </a:lnTo>
                  <a:lnTo>
                    <a:pt x="3044478" y="2066204"/>
                  </a:lnTo>
                  <a:lnTo>
                    <a:pt x="3080188" y="2000806"/>
                  </a:lnTo>
                  <a:lnTo>
                    <a:pt x="3115714" y="1931766"/>
                  </a:lnTo>
                  <a:lnTo>
                    <a:pt x="3151156" y="1859299"/>
                  </a:lnTo>
                  <a:lnTo>
                    <a:pt x="3186583" y="1783702"/>
                  </a:lnTo>
                  <a:lnTo>
                    <a:pt x="3222040" y="1705354"/>
                  </a:lnTo>
                  <a:lnTo>
                    <a:pt x="3257547" y="1624705"/>
                  </a:lnTo>
                  <a:lnTo>
                    <a:pt x="3293108" y="1542274"/>
                  </a:lnTo>
                  <a:lnTo>
                    <a:pt x="3328712" y="1458630"/>
                  </a:lnTo>
                  <a:lnTo>
                    <a:pt x="3364340" y="1374382"/>
                  </a:lnTo>
                  <a:lnTo>
                    <a:pt x="3399968" y="1290154"/>
                  </a:lnTo>
                  <a:lnTo>
                    <a:pt x="3435570" y="1206572"/>
                  </a:lnTo>
                  <a:lnTo>
                    <a:pt x="3471127" y="1124241"/>
                  </a:lnTo>
                  <a:lnTo>
                    <a:pt x="3506631" y="1043728"/>
                  </a:lnTo>
                  <a:lnTo>
                    <a:pt x="3542084" y="965547"/>
                  </a:lnTo>
                  <a:lnTo>
                    <a:pt x="3577511" y="890145"/>
                  </a:lnTo>
                  <a:lnTo>
                    <a:pt x="3612956" y="817895"/>
                  </a:lnTo>
                  <a:lnTo>
                    <a:pt x="3648491" y="749088"/>
                  </a:lnTo>
                  <a:lnTo>
                    <a:pt x="3684217" y="683934"/>
                  </a:lnTo>
                  <a:lnTo>
                    <a:pt x="3720269" y="622563"/>
                  </a:lnTo>
                  <a:lnTo>
                    <a:pt x="3756821" y="565027"/>
                  </a:lnTo>
                  <a:lnTo>
                    <a:pt x="3794094" y="511309"/>
                  </a:lnTo>
                  <a:lnTo>
                    <a:pt x="3829811" y="464498"/>
                  </a:lnTo>
                  <a:lnTo>
                    <a:pt x="3876187" y="410376"/>
                  </a:lnTo>
                  <a:lnTo>
                    <a:pt x="3924946" y="361285"/>
                  </a:lnTo>
                  <a:lnTo>
                    <a:pt x="3976793" y="317008"/>
                  </a:lnTo>
                  <a:lnTo>
                    <a:pt x="4032502" y="277162"/>
                  </a:lnTo>
                  <a:lnTo>
                    <a:pt x="4092868" y="241296"/>
                  </a:lnTo>
                  <a:lnTo>
                    <a:pt x="4158652" y="208959"/>
                  </a:lnTo>
                  <a:lnTo>
                    <a:pt x="4230519" y="179743"/>
                  </a:lnTo>
                  <a:lnTo>
                    <a:pt x="4308947" y="153298"/>
                  </a:lnTo>
                  <a:lnTo>
                    <a:pt x="4394106" y="129348"/>
                  </a:lnTo>
                  <a:lnTo>
                    <a:pt x="4485704" y="107700"/>
                  </a:lnTo>
                  <a:lnTo>
                    <a:pt x="4582824" y="88237"/>
                  </a:lnTo>
                  <a:lnTo>
                    <a:pt x="4683757" y="70917"/>
                  </a:lnTo>
                  <a:lnTo>
                    <a:pt x="4785918" y="55756"/>
                  </a:lnTo>
                  <a:lnTo>
                    <a:pt x="4885886" y="42801"/>
                  </a:lnTo>
                  <a:lnTo>
                    <a:pt x="4979661" y="32093"/>
                  </a:lnTo>
                  <a:lnTo>
                    <a:pt x="5063136" y="23627"/>
                  </a:lnTo>
                  <a:lnTo>
                    <a:pt x="5132755" y="17311"/>
                  </a:lnTo>
                  <a:lnTo>
                    <a:pt x="5186189" y="12951"/>
                  </a:lnTo>
                  <a:lnTo>
                    <a:pt x="5222848" y="10247"/>
                  </a:lnTo>
                  <a:lnTo>
                    <a:pt x="5244102" y="8825"/>
                  </a:lnTo>
                  <a:lnTo>
                    <a:pt x="5253184" y="8272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536" y="8219"/>
                  </a:lnTo>
                  <a:lnTo>
                    <a:pt x="6735373" y="8551"/>
                  </a:lnTo>
                  <a:lnTo>
                    <a:pt x="6755101" y="9470"/>
                  </a:lnTo>
                  <a:lnTo>
                    <a:pt x="6790300" y="11278"/>
                  </a:lnTo>
                  <a:lnTo>
                    <a:pt x="6842622" y="14255"/>
                  </a:lnTo>
                  <a:lnTo>
                    <a:pt x="6911661" y="18624"/>
                  </a:lnTo>
                  <a:lnTo>
                    <a:pt x="6995151" y="24536"/>
                  </a:lnTo>
                  <a:lnTo>
                    <a:pt x="7089482" y="32063"/>
                  </a:lnTo>
                  <a:lnTo>
                    <a:pt x="7190418" y="41212"/>
                  </a:lnTo>
                  <a:lnTo>
                    <a:pt x="7293789" y="51955"/>
                  </a:lnTo>
                  <a:lnTo>
                    <a:pt x="7396019" y="64257"/>
                  </a:lnTo>
                  <a:lnTo>
                    <a:pt x="7494399" y="78105"/>
                  </a:lnTo>
                  <a:lnTo>
                    <a:pt x="7587142" y="93529"/>
                  </a:lnTo>
                  <a:lnTo>
                    <a:pt x="7673291" y="110614"/>
                  </a:lnTo>
                  <a:lnTo>
                    <a:pt x="7752547" y="129502"/>
                  </a:lnTo>
                  <a:lnTo>
                    <a:pt x="7825091" y="150395"/>
                  </a:lnTo>
                  <a:lnTo>
                    <a:pt x="7891427" y="173549"/>
                  </a:lnTo>
                  <a:lnTo>
                    <a:pt x="7952248" y="199265"/>
                  </a:lnTo>
                  <a:lnTo>
                    <a:pt x="8008349" y="227873"/>
                  </a:lnTo>
                  <a:lnTo>
                    <a:pt x="8060551" y="259700"/>
                  </a:lnTo>
                  <a:lnTo>
                    <a:pt x="8109654" y="295020"/>
                  </a:lnTo>
                  <a:lnTo>
                    <a:pt x="8151487" y="329644"/>
                  </a:lnTo>
                  <a:lnTo>
                    <a:pt x="8194786" y="370033"/>
                  </a:lnTo>
                  <a:lnTo>
                    <a:pt x="8236879" y="413838"/>
                  </a:lnTo>
                  <a:lnTo>
                    <a:pt x="8278144" y="461125"/>
                  </a:lnTo>
                  <a:lnTo>
                    <a:pt x="8318875" y="511881"/>
                  </a:lnTo>
                  <a:lnTo>
                    <a:pt x="8359296" y="566011"/>
                  </a:lnTo>
                  <a:lnTo>
                    <a:pt x="8399571" y="623325"/>
                  </a:lnTo>
                  <a:lnTo>
                    <a:pt x="8439812" y="683537"/>
                  </a:lnTo>
                  <a:lnTo>
                    <a:pt x="8480088" y="746267"/>
                  </a:lnTo>
                  <a:lnTo>
                    <a:pt x="8520430" y="811048"/>
                  </a:lnTo>
                  <a:lnTo>
                    <a:pt x="8560840" y="877336"/>
                  </a:lnTo>
                  <a:lnTo>
                    <a:pt x="8601297" y="944530"/>
                  </a:lnTo>
                  <a:lnTo>
                    <a:pt x="8641770" y="1011993"/>
                  </a:lnTo>
                  <a:lnTo>
                    <a:pt x="8682221" y="1079078"/>
                  </a:lnTo>
                  <a:lnTo>
                    <a:pt x="8722620" y="1145153"/>
                  </a:lnTo>
                  <a:lnTo>
                    <a:pt x="8762950" y="1209625"/>
                  </a:lnTo>
                  <a:lnTo>
                    <a:pt x="8803217" y="1271962"/>
                  </a:lnTo>
                  <a:lnTo>
                    <a:pt x="8843459" y="1331710"/>
                  </a:lnTo>
                  <a:lnTo>
                    <a:pt x="8883749" y="1388505"/>
                  </a:lnTo>
                  <a:lnTo>
                    <a:pt x="8924209" y="1442077"/>
                  </a:lnTo>
                  <a:lnTo>
                    <a:pt x="8965013" y="1492254"/>
                  </a:lnTo>
                  <a:lnTo>
                    <a:pt x="9006395" y="1538953"/>
                  </a:lnTo>
                  <a:lnTo>
                    <a:pt x="9048662" y="1582176"/>
                  </a:lnTo>
                  <a:lnTo>
                    <a:pt x="9084767" y="1615529"/>
                  </a:lnTo>
                  <a:lnTo>
                    <a:pt x="9131715" y="1654095"/>
                  </a:lnTo>
                  <a:lnTo>
                    <a:pt x="9181113" y="1689032"/>
                  </a:lnTo>
                  <a:lnTo>
                    <a:pt x="9233693" y="1720501"/>
                  </a:lnTo>
                  <a:lnTo>
                    <a:pt x="9290258" y="1748784"/>
                  </a:lnTo>
                  <a:lnTo>
                    <a:pt x="9351631" y="1774212"/>
                  </a:lnTo>
                  <a:lnTo>
                    <a:pt x="9418599" y="1797111"/>
                  </a:lnTo>
                  <a:lnTo>
                    <a:pt x="9491840" y="1817778"/>
                  </a:lnTo>
                  <a:lnTo>
                    <a:pt x="9571830" y="1836465"/>
                  </a:lnTo>
                  <a:lnTo>
                    <a:pt x="9658707" y="1853367"/>
                  </a:lnTo>
                  <a:lnTo>
                    <a:pt x="9752111" y="1868620"/>
                  </a:lnTo>
                  <a:lnTo>
                    <a:pt x="9851003" y="1882303"/>
                  </a:lnTo>
                  <a:lnTo>
                    <a:pt x="9953500" y="1894439"/>
                  </a:lnTo>
                  <a:lnTo>
                    <a:pt x="10056795" y="1905014"/>
                  </a:lnTo>
                  <a:lnTo>
                    <a:pt x="10157231" y="1913991"/>
                  </a:lnTo>
                  <a:lnTo>
                    <a:pt x="10250603" y="1921344"/>
                  </a:lnTo>
                  <a:lnTo>
                    <a:pt x="10332704" y="1927087"/>
                  </a:lnTo>
                  <a:lnTo>
                    <a:pt x="10400037" y="1931299"/>
                  </a:lnTo>
                  <a:lnTo>
                    <a:pt x="10450515" y="1934138"/>
                  </a:lnTo>
                  <a:lnTo>
                    <a:pt x="10483948" y="1935838"/>
                  </a:lnTo>
                  <a:lnTo>
                    <a:pt x="10502204" y="1936679"/>
                  </a:lnTo>
                  <a:lnTo>
                    <a:pt x="10509055" y="1936967"/>
                  </a:lnTo>
                  <a:lnTo>
                    <a:pt x="10509911" y="1937000"/>
                  </a:lnTo>
                  <a:lnTo>
                    <a:pt x="11981298" y="1937000"/>
                  </a:lnTo>
                  <a:lnTo>
                    <a:pt x="11981298" y="1928827"/>
                  </a:lnTo>
                  <a:lnTo>
                    <a:pt x="10509911" y="1928827"/>
                  </a:lnTo>
                  <a:lnTo>
                    <a:pt x="10508717" y="1928780"/>
                  </a:lnTo>
                  <a:lnTo>
                    <a:pt x="10500880" y="1928448"/>
                  </a:lnTo>
                  <a:lnTo>
                    <a:pt x="10481153" y="1927529"/>
                  </a:lnTo>
                  <a:lnTo>
                    <a:pt x="10445953" y="1925721"/>
                  </a:lnTo>
                  <a:lnTo>
                    <a:pt x="10393632" y="1922745"/>
                  </a:lnTo>
                  <a:lnTo>
                    <a:pt x="10324592" y="1918376"/>
                  </a:lnTo>
                  <a:lnTo>
                    <a:pt x="10241103" y="1912464"/>
                  </a:lnTo>
                  <a:lnTo>
                    <a:pt x="10146771" y="1904937"/>
                  </a:lnTo>
                  <a:lnTo>
                    <a:pt x="10045836" y="1895787"/>
                  </a:lnTo>
                  <a:lnTo>
                    <a:pt x="9942464" y="1885045"/>
                  </a:lnTo>
                  <a:lnTo>
                    <a:pt x="9840234" y="1872743"/>
                  </a:lnTo>
                  <a:lnTo>
                    <a:pt x="9741854" y="1858895"/>
                  </a:lnTo>
                  <a:lnTo>
                    <a:pt x="9649111" y="1843470"/>
                  </a:lnTo>
                  <a:lnTo>
                    <a:pt x="9562962" y="1826386"/>
                  </a:lnTo>
                  <a:lnTo>
                    <a:pt x="9483707" y="1807498"/>
                  </a:lnTo>
                  <a:lnTo>
                    <a:pt x="9411162" y="1786605"/>
                  </a:lnTo>
                  <a:lnTo>
                    <a:pt x="9344827" y="1763451"/>
                  </a:lnTo>
                  <a:lnTo>
                    <a:pt x="9284005" y="1737734"/>
                  </a:lnTo>
                  <a:lnTo>
                    <a:pt x="9227905" y="1709126"/>
                  </a:lnTo>
                  <a:lnTo>
                    <a:pt x="9175702" y="1677300"/>
                  </a:lnTo>
                  <a:lnTo>
                    <a:pt x="9126599" y="1641979"/>
                  </a:lnTo>
                  <a:lnTo>
                    <a:pt x="9084767" y="1607356"/>
                  </a:lnTo>
                  <a:lnTo>
                    <a:pt x="9041468" y="1566966"/>
                  </a:lnTo>
                  <a:lnTo>
                    <a:pt x="8999375" y="1523161"/>
                  </a:lnTo>
                  <a:lnTo>
                    <a:pt x="8958110" y="1475875"/>
                  </a:lnTo>
                  <a:lnTo>
                    <a:pt x="8917378" y="1425118"/>
                  </a:lnTo>
                  <a:lnTo>
                    <a:pt x="8876957" y="1370988"/>
                  </a:lnTo>
                  <a:lnTo>
                    <a:pt x="8836682" y="1313675"/>
                  </a:lnTo>
                  <a:lnTo>
                    <a:pt x="8796441" y="1253463"/>
                  </a:lnTo>
                  <a:lnTo>
                    <a:pt x="8756165" y="1190732"/>
                  </a:lnTo>
                  <a:lnTo>
                    <a:pt x="8715823" y="1125952"/>
                  </a:lnTo>
                  <a:lnTo>
                    <a:pt x="8675413" y="1059664"/>
                  </a:lnTo>
                  <a:lnTo>
                    <a:pt x="8634956" y="992470"/>
                  </a:lnTo>
                  <a:lnTo>
                    <a:pt x="8594483" y="925007"/>
                  </a:lnTo>
                  <a:lnTo>
                    <a:pt x="8554032" y="857922"/>
                  </a:lnTo>
                  <a:lnTo>
                    <a:pt x="8513633" y="791847"/>
                  </a:lnTo>
                  <a:lnTo>
                    <a:pt x="8473303" y="727375"/>
                  </a:lnTo>
                  <a:lnTo>
                    <a:pt x="8433036" y="665038"/>
                  </a:lnTo>
                  <a:lnTo>
                    <a:pt x="8392795" y="605290"/>
                  </a:lnTo>
                  <a:lnTo>
                    <a:pt x="8352504" y="548495"/>
                  </a:lnTo>
                  <a:lnTo>
                    <a:pt x="8312044" y="494923"/>
                  </a:lnTo>
                  <a:lnTo>
                    <a:pt x="8271240" y="444746"/>
                  </a:lnTo>
                  <a:lnTo>
                    <a:pt x="8229858" y="398047"/>
                  </a:lnTo>
                  <a:lnTo>
                    <a:pt x="8187591" y="354823"/>
                  </a:lnTo>
                  <a:lnTo>
                    <a:pt x="8151487" y="321471"/>
                  </a:lnTo>
                  <a:lnTo>
                    <a:pt x="8104538" y="282905"/>
                  </a:lnTo>
                  <a:lnTo>
                    <a:pt x="8055140" y="247967"/>
                  </a:lnTo>
                  <a:lnTo>
                    <a:pt x="8002561" y="216499"/>
                  </a:lnTo>
                  <a:lnTo>
                    <a:pt x="7945995" y="188215"/>
                  </a:lnTo>
                  <a:lnTo>
                    <a:pt x="7884622" y="162788"/>
                  </a:lnTo>
                  <a:lnTo>
                    <a:pt x="7817654" y="139889"/>
                  </a:lnTo>
                  <a:lnTo>
                    <a:pt x="7744413" y="119221"/>
                  </a:lnTo>
                  <a:lnTo>
                    <a:pt x="7664423" y="100534"/>
                  </a:lnTo>
                  <a:lnTo>
                    <a:pt x="7577547" y="83633"/>
                  </a:lnTo>
                  <a:lnTo>
                    <a:pt x="7484142" y="68379"/>
                  </a:lnTo>
                  <a:lnTo>
                    <a:pt x="7385250" y="54697"/>
                  </a:lnTo>
                  <a:lnTo>
                    <a:pt x="7282753" y="42561"/>
                  </a:lnTo>
                  <a:lnTo>
                    <a:pt x="7179458" y="31986"/>
                  </a:lnTo>
                  <a:lnTo>
                    <a:pt x="7079022" y="23009"/>
                  </a:lnTo>
                  <a:lnTo>
                    <a:pt x="6985651" y="15656"/>
                  </a:lnTo>
                  <a:lnTo>
                    <a:pt x="6903549" y="9913"/>
                  </a:lnTo>
                  <a:lnTo>
                    <a:pt x="6836216" y="5701"/>
                  </a:lnTo>
                  <a:lnTo>
                    <a:pt x="6785738" y="2861"/>
                  </a:lnTo>
                  <a:lnTo>
                    <a:pt x="6752305" y="1162"/>
                  </a:lnTo>
                  <a:lnTo>
                    <a:pt x="6734049" y="320"/>
                  </a:lnTo>
                  <a:lnTo>
                    <a:pt x="6727198" y="33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803" y="63"/>
                  </a:lnTo>
                  <a:lnTo>
                    <a:pt x="5246232" y="518"/>
                  </a:lnTo>
                  <a:lnTo>
                    <a:pt x="5227153" y="1776"/>
                  </a:lnTo>
                  <a:lnTo>
                    <a:pt x="5193060" y="4251"/>
                  </a:lnTo>
                  <a:lnTo>
                    <a:pt x="5142277" y="8329"/>
                  </a:lnTo>
                  <a:lnTo>
                    <a:pt x="5075091" y="14321"/>
                  </a:lnTo>
                  <a:lnTo>
                    <a:pt x="4993585" y="22440"/>
                  </a:lnTo>
                  <a:lnTo>
                    <a:pt x="4901165" y="32793"/>
                  </a:lnTo>
                  <a:lnTo>
                    <a:pt x="4801897" y="45396"/>
                  </a:lnTo>
                  <a:lnTo>
                    <a:pt x="4699835" y="60214"/>
                  </a:lnTo>
                  <a:lnTo>
                    <a:pt x="4598515" y="77196"/>
                  </a:lnTo>
                  <a:lnTo>
                    <a:pt x="4500660" y="96320"/>
                  </a:lnTo>
                  <a:lnTo>
                    <a:pt x="4408113" y="117619"/>
                  </a:lnTo>
                  <a:lnTo>
                    <a:pt x="4321907" y="141195"/>
                  </a:lnTo>
                  <a:lnTo>
                    <a:pt x="4242421" y="167231"/>
                  </a:lnTo>
                  <a:lnTo>
                    <a:pt x="4169546" y="195990"/>
                  </a:lnTo>
                  <a:lnTo>
                    <a:pt x="4102845" y="227809"/>
                  </a:lnTo>
                  <a:lnTo>
                    <a:pt x="4041676" y="263091"/>
                  </a:lnTo>
                  <a:lnTo>
                    <a:pt x="3985286" y="302280"/>
                  </a:lnTo>
                  <a:lnTo>
                    <a:pt x="3932883" y="345831"/>
                  </a:lnTo>
                  <a:lnTo>
                    <a:pt x="3883687" y="394145"/>
                  </a:lnTo>
                  <a:lnTo>
                    <a:pt x="3836979" y="447472"/>
                  </a:lnTo>
                  <a:lnTo>
                    <a:pt x="3829811" y="456325"/>
                  </a:lnTo>
                  <a:lnTo>
                    <a:pt x="3791620" y="506546"/>
                  </a:lnTo>
                  <a:lnTo>
                    <a:pt x="3754403" y="560512"/>
                  </a:lnTo>
                  <a:lnTo>
                    <a:pt x="3717890" y="618300"/>
                  </a:lnTo>
                  <a:lnTo>
                    <a:pt x="3681864" y="679922"/>
                  </a:lnTo>
                  <a:lnTo>
                    <a:pt x="3646154" y="745320"/>
                  </a:lnTo>
                  <a:lnTo>
                    <a:pt x="3610628" y="814361"/>
                  </a:lnTo>
                  <a:lnTo>
                    <a:pt x="3575186" y="886827"/>
                  </a:lnTo>
                  <a:lnTo>
                    <a:pt x="3539759" y="962424"/>
                  </a:lnTo>
                  <a:lnTo>
                    <a:pt x="3504302" y="1040773"/>
                  </a:lnTo>
                  <a:lnTo>
                    <a:pt x="3468796" y="1121422"/>
                  </a:lnTo>
                  <a:lnTo>
                    <a:pt x="3433235" y="1203853"/>
                  </a:lnTo>
                  <a:lnTo>
                    <a:pt x="3397630" y="1287496"/>
                  </a:lnTo>
                  <a:lnTo>
                    <a:pt x="3362002" y="1371744"/>
                  </a:lnTo>
                  <a:lnTo>
                    <a:pt x="3326374" y="1455972"/>
                  </a:lnTo>
                  <a:lnTo>
                    <a:pt x="3290772" y="1539554"/>
                  </a:lnTo>
                  <a:lnTo>
                    <a:pt x="3255215" y="1621885"/>
                  </a:lnTo>
                  <a:lnTo>
                    <a:pt x="3219711" y="1702398"/>
                  </a:lnTo>
                  <a:lnTo>
                    <a:pt x="3184258" y="1780580"/>
                  </a:lnTo>
                  <a:lnTo>
                    <a:pt x="3148831" y="1855982"/>
                  </a:lnTo>
                  <a:lnTo>
                    <a:pt x="3113386" y="1928232"/>
                  </a:lnTo>
                  <a:lnTo>
                    <a:pt x="3077851" y="1997039"/>
                  </a:lnTo>
                  <a:lnTo>
                    <a:pt x="3042125" y="2062192"/>
                  </a:lnTo>
                  <a:lnTo>
                    <a:pt x="3006073" y="2123564"/>
                  </a:lnTo>
                  <a:lnTo>
                    <a:pt x="2969521" y="2181100"/>
                  </a:lnTo>
                  <a:lnTo>
                    <a:pt x="2932248" y="2234817"/>
                  </a:lnTo>
                  <a:lnTo>
                    <a:pt x="2896531" y="2281628"/>
                  </a:lnTo>
                  <a:lnTo>
                    <a:pt x="2850155" y="2335750"/>
                  </a:lnTo>
                  <a:lnTo>
                    <a:pt x="2801397" y="2384842"/>
                  </a:lnTo>
                  <a:lnTo>
                    <a:pt x="2749549" y="2429118"/>
                  </a:lnTo>
                  <a:lnTo>
                    <a:pt x="2693840" y="2468964"/>
                  </a:lnTo>
                  <a:lnTo>
                    <a:pt x="2633474" y="2504831"/>
                  </a:lnTo>
                  <a:lnTo>
                    <a:pt x="2567690" y="2537167"/>
                  </a:lnTo>
                  <a:lnTo>
                    <a:pt x="2495823" y="2566384"/>
                  </a:lnTo>
                  <a:lnTo>
                    <a:pt x="2417395" y="2592829"/>
                  </a:lnTo>
                  <a:lnTo>
                    <a:pt x="2332237" y="2616778"/>
                  </a:lnTo>
                  <a:lnTo>
                    <a:pt x="2240638" y="2638426"/>
                  </a:lnTo>
                  <a:lnTo>
                    <a:pt x="2143518" y="2657889"/>
                  </a:lnTo>
                  <a:lnTo>
                    <a:pt x="2042585" y="2675209"/>
                  </a:lnTo>
                  <a:lnTo>
                    <a:pt x="1940425" y="2690370"/>
                  </a:lnTo>
                  <a:lnTo>
                    <a:pt x="1840456" y="2703325"/>
                  </a:lnTo>
                  <a:lnTo>
                    <a:pt x="1746681" y="2714033"/>
                  </a:lnTo>
                  <a:lnTo>
                    <a:pt x="1663206" y="2722500"/>
                  </a:lnTo>
                  <a:lnTo>
                    <a:pt x="1593587" y="2728815"/>
                  </a:lnTo>
                  <a:lnTo>
                    <a:pt x="1540153" y="2733176"/>
                  </a:lnTo>
                  <a:lnTo>
                    <a:pt x="1503494" y="2735879"/>
                  </a:lnTo>
                  <a:lnTo>
                    <a:pt x="1482241" y="2737301"/>
                  </a:lnTo>
                  <a:lnTo>
                    <a:pt x="1473158" y="2737855"/>
                  </a:lnTo>
                  <a:lnTo>
                    <a:pt x="1471387" y="2737954"/>
                  </a:lnTo>
                  <a:lnTo>
                    <a:pt x="0" y="2737954"/>
                  </a:lnTo>
                  <a:close/>
                </a:path>
              </a:pathLst>
            </a:custGeom>
            <a:solidFill>
              <a:srgbClr val="F28E5B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005" name="pl1005"/>
            <p:cNvSpPr/>
            <p:nvPr/>
          </p:nvSpPr>
          <p:spPr>
            <a:xfrm>
              <a:off x="4799595" y="4440352"/>
              <a:ext cx="11981298" cy="2737954"/>
            </a:xfrm>
            <a:custGeom>
              <a:avLst/>
              <a:pathLst>
                <a:path w="11981298" h="2737954">
                  <a:moveTo>
                    <a:pt x="0" y="2737954"/>
                  </a:moveTo>
                  <a:lnTo>
                    <a:pt x="1471387" y="2737954"/>
                  </a:lnTo>
                  <a:lnTo>
                    <a:pt x="1472539" y="2737890"/>
                  </a:lnTo>
                  <a:lnTo>
                    <a:pt x="1480110" y="2737435"/>
                  </a:lnTo>
                  <a:lnTo>
                    <a:pt x="1499189" y="2736178"/>
                  </a:lnTo>
                  <a:lnTo>
                    <a:pt x="1533282" y="2733702"/>
                  </a:lnTo>
                  <a:lnTo>
                    <a:pt x="1584065" y="2729625"/>
                  </a:lnTo>
                  <a:lnTo>
                    <a:pt x="1651251" y="2723633"/>
                  </a:lnTo>
                  <a:lnTo>
                    <a:pt x="1732757" y="2715513"/>
                  </a:lnTo>
                  <a:lnTo>
                    <a:pt x="1825177" y="2705160"/>
                  </a:lnTo>
                  <a:lnTo>
                    <a:pt x="1924445" y="2692557"/>
                  </a:lnTo>
                  <a:lnTo>
                    <a:pt x="2026507" y="2677740"/>
                  </a:lnTo>
                  <a:lnTo>
                    <a:pt x="2127827" y="2660758"/>
                  </a:lnTo>
                  <a:lnTo>
                    <a:pt x="2225682" y="2641633"/>
                  </a:lnTo>
                  <a:lnTo>
                    <a:pt x="2318230" y="2620334"/>
                  </a:lnTo>
                  <a:lnTo>
                    <a:pt x="2404435" y="2596758"/>
                  </a:lnTo>
                  <a:lnTo>
                    <a:pt x="2483921" y="2570722"/>
                  </a:lnTo>
                  <a:lnTo>
                    <a:pt x="2556796" y="2541963"/>
                  </a:lnTo>
                  <a:lnTo>
                    <a:pt x="2623497" y="2510144"/>
                  </a:lnTo>
                  <a:lnTo>
                    <a:pt x="2684666" y="2474862"/>
                  </a:lnTo>
                  <a:lnTo>
                    <a:pt x="2741056" y="2435673"/>
                  </a:lnTo>
                  <a:lnTo>
                    <a:pt x="2793459" y="2392122"/>
                  </a:lnTo>
                  <a:lnTo>
                    <a:pt x="2842655" y="2343809"/>
                  </a:lnTo>
                  <a:lnTo>
                    <a:pt x="2889363" y="2290482"/>
                  </a:lnTo>
                  <a:lnTo>
                    <a:pt x="2896531" y="2281628"/>
                  </a:lnTo>
                  <a:lnTo>
                    <a:pt x="2934722" y="2231408"/>
                  </a:lnTo>
                  <a:lnTo>
                    <a:pt x="2971939" y="2177441"/>
                  </a:lnTo>
                  <a:lnTo>
                    <a:pt x="3008453" y="2119653"/>
                  </a:lnTo>
                  <a:lnTo>
                    <a:pt x="3044478" y="2058031"/>
                  </a:lnTo>
                  <a:lnTo>
                    <a:pt x="3080188" y="1992633"/>
                  </a:lnTo>
                  <a:lnTo>
                    <a:pt x="3115714" y="1923593"/>
                  </a:lnTo>
                  <a:lnTo>
                    <a:pt x="3151156" y="1851126"/>
                  </a:lnTo>
                  <a:lnTo>
                    <a:pt x="3186583" y="1775529"/>
                  </a:lnTo>
                  <a:lnTo>
                    <a:pt x="3222040" y="1697181"/>
                  </a:lnTo>
                  <a:lnTo>
                    <a:pt x="3257547" y="1616532"/>
                  </a:lnTo>
                  <a:lnTo>
                    <a:pt x="3293108" y="1534101"/>
                  </a:lnTo>
                  <a:lnTo>
                    <a:pt x="3328712" y="1450457"/>
                  </a:lnTo>
                  <a:lnTo>
                    <a:pt x="3364340" y="1366209"/>
                  </a:lnTo>
                  <a:lnTo>
                    <a:pt x="3399968" y="1281981"/>
                  </a:lnTo>
                  <a:lnTo>
                    <a:pt x="3435570" y="1198399"/>
                  </a:lnTo>
                  <a:lnTo>
                    <a:pt x="3471127" y="1116068"/>
                  </a:lnTo>
                  <a:lnTo>
                    <a:pt x="3506631" y="1035555"/>
                  </a:lnTo>
                  <a:lnTo>
                    <a:pt x="3542084" y="957374"/>
                  </a:lnTo>
                  <a:lnTo>
                    <a:pt x="3577511" y="881972"/>
                  </a:lnTo>
                  <a:lnTo>
                    <a:pt x="3612956" y="809722"/>
                  </a:lnTo>
                  <a:lnTo>
                    <a:pt x="3648491" y="740915"/>
                  </a:lnTo>
                  <a:lnTo>
                    <a:pt x="3684217" y="675761"/>
                  </a:lnTo>
                  <a:lnTo>
                    <a:pt x="3720269" y="614390"/>
                  </a:lnTo>
                  <a:lnTo>
                    <a:pt x="3756821" y="556854"/>
                  </a:lnTo>
                  <a:lnTo>
                    <a:pt x="3794094" y="503136"/>
                  </a:lnTo>
                  <a:lnTo>
                    <a:pt x="3829811" y="456325"/>
                  </a:lnTo>
                  <a:lnTo>
                    <a:pt x="3876187" y="402203"/>
                  </a:lnTo>
                  <a:lnTo>
                    <a:pt x="3924946" y="353112"/>
                  </a:lnTo>
                  <a:lnTo>
                    <a:pt x="3976793" y="308835"/>
                  </a:lnTo>
                  <a:lnTo>
                    <a:pt x="4032502" y="268989"/>
                  </a:lnTo>
                  <a:lnTo>
                    <a:pt x="4092868" y="233123"/>
                  </a:lnTo>
                  <a:lnTo>
                    <a:pt x="4158652" y="200786"/>
                  </a:lnTo>
                  <a:lnTo>
                    <a:pt x="4230519" y="171570"/>
                  </a:lnTo>
                  <a:lnTo>
                    <a:pt x="4308947" y="145125"/>
                  </a:lnTo>
                  <a:lnTo>
                    <a:pt x="4394106" y="121175"/>
                  </a:lnTo>
                  <a:lnTo>
                    <a:pt x="4485704" y="99527"/>
                  </a:lnTo>
                  <a:lnTo>
                    <a:pt x="4582824" y="80064"/>
                  </a:lnTo>
                  <a:lnTo>
                    <a:pt x="4683757" y="62744"/>
                  </a:lnTo>
                  <a:lnTo>
                    <a:pt x="4785918" y="47583"/>
                  </a:lnTo>
                  <a:lnTo>
                    <a:pt x="4885886" y="34628"/>
                  </a:lnTo>
                  <a:lnTo>
                    <a:pt x="4979661" y="23920"/>
                  </a:lnTo>
                  <a:lnTo>
                    <a:pt x="5063136" y="15454"/>
                  </a:lnTo>
                  <a:lnTo>
                    <a:pt x="5132755" y="9138"/>
                  </a:lnTo>
                  <a:lnTo>
                    <a:pt x="5186189" y="4778"/>
                  </a:lnTo>
                  <a:lnTo>
                    <a:pt x="5222848" y="2074"/>
                  </a:lnTo>
                  <a:lnTo>
                    <a:pt x="5244102" y="652"/>
                  </a:lnTo>
                  <a:lnTo>
                    <a:pt x="5253184" y="99"/>
                  </a:lnTo>
                  <a:lnTo>
                    <a:pt x="5254950" y="0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536" y="46"/>
                  </a:lnTo>
                  <a:lnTo>
                    <a:pt x="6735373" y="378"/>
                  </a:lnTo>
                  <a:lnTo>
                    <a:pt x="6755101" y="1297"/>
                  </a:lnTo>
                  <a:lnTo>
                    <a:pt x="6790300" y="3105"/>
                  </a:lnTo>
                  <a:lnTo>
                    <a:pt x="6842622" y="6082"/>
                  </a:lnTo>
                  <a:lnTo>
                    <a:pt x="6911661" y="10451"/>
                  </a:lnTo>
                  <a:lnTo>
                    <a:pt x="6995151" y="16363"/>
                  </a:lnTo>
                  <a:lnTo>
                    <a:pt x="7089482" y="23890"/>
                  </a:lnTo>
                  <a:lnTo>
                    <a:pt x="7190418" y="33039"/>
                  </a:lnTo>
                  <a:lnTo>
                    <a:pt x="7293789" y="43782"/>
                  </a:lnTo>
                  <a:lnTo>
                    <a:pt x="7396019" y="56084"/>
                  </a:lnTo>
                  <a:lnTo>
                    <a:pt x="7494399" y="69932"/>
                  </a:lnTo>
                  <a:lnTo>
                    <a:pt x="7587142" y="85356"/>
                  </a:lnTo>
                  <a:lnTo>
                    <a:pt x="7673291" y="102441"/>
                  </a:lnTo>
                  <a:lnTo>
                    <a:pt x="7752547" y="121329"/>
                  </a:lnTo>
                  <a:lnTo>
                    <a:pt x="7825091" y="142222"/>
                  </a:lnTo>
                  <a:lnTo>
                    <a:pt x="7891427" y="165376"/>
                  </a:lnTo>
                  <a:lnTo>
                    <a:pt x="7952248" y="191092"/>
                  </a:lnTo>
                  <a:lnTo>
                    <a:pt x="8008349" y="219700"/>
                  </a:lnTo>
                  <a:lnTo>
                    <a:pt x="8060551" y="251527"/>
                  </a:lnTo>
                  <a:lnTo>
                    <a:pt x="8109654" y="286847"/>
                  </a:lnTo>
                  <a:lnTo>
                    <a:pt x="8151487" y="321471"/>
                  </a:lnTo>
                  <a:lnTo>
                    <a:pt x="8194786" y="361860"/>
                  </a:lnTo>
                  <a:lnTo>
                    <a:pt x="8236879" y="405665"/>
                  </a:lnTo>
                  <a:lnTo>
                    <a:pt x="8278144" y="452952"/>
                  </a:lnTo>
                  <a:lnTo>
                    <a:pt x="8318875" y="503708"/>
                  </a:lnTo>
                  <a:lnTo>
                    <a:pt x="8359296" y="557838"/>
                  </a:lnTo>
                  <a:lnTo>
                    <a:pt x="8399571" y="615152"/>
                  </a:lnTo>
                  <a:lnTo>
                    <a:pt x="8439812" y="675364"/>
                  </a:lnTo>
                  <a:lnTo>
                    <a:pt x="8480088" y="738094"/>
                  </a:lnTo>
                  <a:lnTo>
                    <a:pt x="8520430" y="802875"/>
                  </a:lnTo>
                  <a:lnTo>
                    <a:pt x="8560840" y="869163"/>
                  </a:lnTo>
                  <a:lnTo>
                    <a:pt x="8601297" y="936357"/>
                  </a:lnTo>
                  <a:lnTo>
                    <a:pt x="8641770" y="1003820"/>
                  </a:lnTo>
                  <a:lnTo>
                    <a:pt x="8682221" y="1070905"/>
                  </a:lnTo>
                  <a:lnTo>
                    <a:pt x="8722620" y="1136980"/>
                  </a:lnTo>
                  <a:lnTo>
                    <a:pt x="8762950" y="1201452"/>
                  </a:lnTo>
                  <a:lnTo>
                    <a:pt x="8803217" y="1263789"/>
                  </a:lnTo>
                  <a:lnTo>
                    <a:pt x="8843459" y="1323537"/>
                  </a:lnTo>
                  <a:lnTo>
                    <a:pt x="8883749" y="1380332"/>
                  </a:lnTo>
                  <a:lnTo>
                    <a:pt x="8924209" y="1433904"/>
                  </a:lnTo>
                  <a:lnTo>
                    <a:pt x="8965013" y="1484081"/>
                  </a:lnTo>
                  <a:lnTo>
                    <a:pt x="9006395" y="1530780"/>
                  </a:lnTo>
                  <a:lnTo>
                    <a:pt x="9048662" y="1574003"/>
                  </a:lnTo>
                  <a:lnTo>
                    <a:pt x="9084767" y="1607356"/>
                  </a:lnTo>
                  <a:lnTo>
                    <a:pt x="9131715" y="1645922"/>
                  </a:lnTo>
                  <a:lnTo>
                    <a:pt x="9181113" y="1680859"/>
                  </a:lnTo>
                  <a:lnTo>
                    <a:pt x="9233693" y="1712328"/>
                  </a:lnTo>
                  <a:lnTo>
                    <a:pt x="9290258" y="1740611"/>
                  </a:lnTo>
                  <a:lnTo>
                    <a:pt x="9351631" y="1766039"/>
                  </a:lnTo>
                  <a:lnTo>
                    <a:pt x="9418599" y="1788938"/>
                  </a:lnTo>
                  <a:lnTo>
                    <a:pt x="9491840" y="1809605"/>
                  </a:lnTo>
                  <a:lnTo>
                    <a:pt x="9571830" y="1828292"/>
                  </a:lnTo>
                  <a:lnTo>
                    <a:pt x="9658707" y="1845194"/>
                  </a:lnTo>
                  <a:lnTo>
                    <a:pt x="9752111" y="1860447"/>
                  </a:lnTo>
                  <a:lnTo>
                    <a:pt x="9851003" y="1874130"/>
                  </a:lnTo>
                  <a:lnTo>
                    <a:pt x="9953500" y="1886266"/>
                  </a:lnTo>
                  <a:lnTo>
                    <a:pt x="10056795" y="1896841"/>
                  </a:lnTo>
                  <a:lnTo>
                    <a:pt x="10157231" y="1905818"/>
                  </a:lnTo>
                  <a:lnTo>
                    <a:pt x="10250603" y="1913171"/>
                  </a:lnTo>
                  <a:lnTo>
                    <a:pt x="10332704" y="1918914"/>
                  </a:lnTo>
                  <a:lnTo>
                    <a:pt x="10400037" y="1923126"/>
                  </a:lnTo>
                  <a:lnTo>
                    <a:pt x="10450515" y="1925965"/>
                  </a:lnTo>
                  <a:lnTo>
                    <a:pt x="10483948" y="1927665"/>
                  </a:lnTo>
                  <a:lnTo>
                    <a:pt x="10502204" y="1928506"/>
                  </a:lnTo>
                  <a:lnTo>
                    <a:pt x="10509055" y="1928794"/>
                  </a:lnTo>
                  <a:lnTo>
                    <a:pt x="10509911" y="1928827"/>
                  </a:lnTo>
                  <a:lnTo>
                    <a:pt x="11981298" y="192882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06" name="pl1006"/>
            <p:cNvSpPr/>
            <p:nvPr/>
          </p:nvSpPr>
          <p:spPr>
            <a:xfrm>
              <a:off x="4799595" y="4432179"/>
              <a:ext cx="11981298" cy="2737954"/>
            </a:xfrm>
            <a:custGeom>
              <a:avLst/>
              <a:pathLst>
                <a:path w="11981298" h="2737954">
                  <a:moveTo>
                    <a:pt x="11981298" y="1928827"/>
                  </a:moveTo>
                  <a:lnTo>
                    <a:pt x="10509911" y="1928827"/>
                  </a:lnTo>
                  <a:lnTo>
                    <a:pt x="10508717" y="1928780"/>
                  </a:lnTo>
                  <a:lnTo>
                    <a:pt x="10500880" y="1928448"/>
                  </a:lnTo>
                  <a:lnTo>
                    <a:pt x="10481153" y="1927529"/>
                  </a:lnTo>
                  <a:lnTo>
                    <a:pt x="10445953" y="1925721"/>
                  </a:lnTo>
                  <a:lnTo>
                    <a:pt x="10393632" y="1922745"/>
                  </a:lnTo>
                  <a:lnTo>
                    <a:pt x="10324592" y="1918376"/>
                  </a:lnTo>
                  <a:lnTo>
                    <a:pt x="10241103" y="1912464"/>
                  </a:lnTo>
                  <a:lnTo>
                    <a:pt x="10146771" y="1904937"/>
                  </a:lnTo>
                  <a:lnTo>
                    <a:pt x="10045836" y="1895787"/>
                  </a:lnTo>
                  <a:lnTo>
                    <a:pt x="9942464" y="1885045"/>
                  </a:lnTo>
                  <a:lnTo>
                    <a:pt x="9840234" y="1872743"/>
                  </a:lnTo>
                  <a:lnTo>
                    <a:pt x="9741854" y="1858895"/>
                  </a:lnTo>
                  <a:lnTo>
                    <a:pt x="9649111" y="1843470"/>
                  </a:lnTo>
                  <a:lnTo>
                    <a:pt x="9562962" y="1826386"/>
                  </a:lnTo>
                  <a:lnTo>
                    <a:pt x="9483707" y="1807498"/>
                  </a:lnTo>
                  <a:lnTo>
                    <a:pt x="9411162" y="1786605"/>
                  </a:lnTo>
                  <a:lnTo>
                    <a:pt x="9344827" y="1763451"/>
                  </a:lnTo>
                  <a:lnTo>
                    <a:pt x="9284005" y="1737734"/>
                  </a:lnTo>
                  <a:lnTo>
                    <a:pt x="9227905" y="1709126"/>
                  </a:lnTo>
                  <a:lnTo>
                    <a:pt x="9175702" y="1677300"/>
                  </a:lnTo>
                  <a:lnTo>
                    <a:pt x="9126599" y="1641979"/>
                  </a:lnTo>
                  <a:lnTo>
                    <a:pt x="9084767" y="1607356"/>
                  </a:lnTo>
                  <a:lnTo>
                    <a:pt x="9041468" y="1566966"/>
                  </a:lnTo>
                  <a:lnTo>
                    <a:pt x="8999375" y="1523161"/>
                  </a:lnTo>
                  <a:lnTo>
                    <a:pt x="8958110" y="1475875"/>
                  </a:lnTo>
                  <a:lnTo>
                    <a:pt x="8917378" y="1425118"/>
                  </a:lnTo>
                  <a:lnTo>
                    <a:pt x="8876957" y="1370988"/>
                  </a:lnTo>
                  <a:lnTo>
                    <a:pt x="8836682" y="1313675"/>
                  </a:lnTo>
                  <a:lnTo>
                    <a:pt x="8796441" y="1253463"/>
                  </a:lnTo>
                  <a:lnTo>
                    <a:pt x="8756165" y="1190732"/>
                  </a:lnTo>
                  <a:lnTo>
                    <a:pt x="8715823" y="1125952"/>
                  </a:lnTo>
                  <a:lnTo>
                    <a:pt x="8675413" y="1059664"/>
                  </a:lnTo>
                  <a:lnTo>
                    <a:pt x="8634956" y="992470"/>
                  </a:lnTo>
                  <a:lnTo>
                    <a:pt x="8594483" y="925007"/>
                  </a:lnTo>
                  <a:lnTo>
                    <a:pt x="8554032" y="857922"/>
                  </a:lnTo>
                  <a:lnTo>
                    <a:pt x="8513633" y="791847"/>
                  </a:lnTo>
                  <a:lnTo>
                    <a:pt x="8473303" y="727375"/>
                  </a:lnTo>
                  <a:lnTo>
                    <a:pt x="8433036" y="665038"/>
                  </a:lnTo>
                  <a:lnTo>
                    <a:pt x="8392795" y="605290"/>
                  </a:lnTo>
                  <a:lnTo>
                    <a:pt x="8352504" y="548495"/>
                  </a:lnTo>
                  <a:lnTo>
                    <a:pt x="8312044" y="494923"/>
                  </a:lnTo>
                  <a:lnTo>
                    <a:pt x="8271240" y="444746"/>
                  </a:lnTo>
                  <a:lnTo>
                    <a:pt x="8229858" y="398047"/>
                  </a:lnTo>
                  <a:lnTo>
                    <a:pt x="8187591" y="354823"/>
                  </a:lnTo>
                  <a:lnTo>
                    <a:pt x="8151487" y="321471"/>
                  </a:lnTo>
                  <a:lnTo>
                    <a:pt x="8104538" y="282905"/>
                  </a:lnTo>
                  <a:lnTo>
                    <a:pt x="8055140" y="247967"/>
                  </a:lnTo>
                  <a:lnTo>
                    <a:pt x="8002561" y="216499"/>
                  </a:lnTo>
                  <a:lnTo>
                    <a:pt x="7945995" y="188215"/>
                  </a:lnTo>
                  <a:lnTo>
                    <a:pt x="7884622" y="162788"/>
                  </a:lnTo>
                  <a:lnTo>
                    <a:pt x="7817654" y="139889"/>
                  </a:lnTo>
                  <a:lnTo>
                    <a:pt x="7744413" y="119221"/>
                  </a:lnTo>
                  <a:lnTo>
                    <a:pt x="7664423" y="100534"/>
                  </a:lnTo>
                  <a:lnTo>
                    <a:pt x="7577547" y="83633"/>
                  </a:lnTo>
                  <a:lnTo>
                    <a:pt x="7484142" y="68379"/>
                  </a:lnTo>
                  <a:lnTo>
                    <a:pt x="7385250" y="54697"/>
                  </a:lnTo>
                  <a:lnTo>
                    <a:pt x="7282753" y="42561"/>
                  </a:lnTo>
                  <a:lnTo>
                    <a:pt x="7179458" y="31986"/>
                  </a:lnTo>
                  <a:lnTo>
                    <a:pt x="7079022" y="23009"/>
                  </a:lnTo>
                  <a:lnTo>
                    <a:pt x="6985651" y="15656"/>
                  </a:lnTo>
                  <a:lnTo>
                    <a:pt x="6903549" y="9913"/>
                  </a:lnTo>
                  <a:lnTo>
                    <a:pt x="6836216" y="5701"/>
                  </a:lnTo>
                  <a:lnTo>
                    <a:pt x="6785738" y="2861"/>
                  </a:lnTo>
                  <a:lnTo>
                    <a:pt x="6752305" y="1162"/>
                  </a:lnTo>
                  <a:lnTo>
                    <a:pt x="6734049" y="320"/>
                  </a:lnTo>
                  <a:lnTo>
                    <a:pt x="6727198" y="33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803" y="63"/>
                  </a:lnTo>
                  <a:lnTo>
                    <a:pt x="5246232" y="518"/>
                  </a:lnTo>
                  <a:lnTo>
                    <a:pt x="5227153" y="1776"/>
                  </a:lnTo>
                  <a:lnTo>
                    <a:pt x="5193060" y="4251"/>
                  </a:lnTo>
                  <a:lnTo>
                    <a:pt x="5142277" y="8329"/>
                  </a:lnTo>
                  <a:lnTo>
                    <a:pt x="5075091" y="14321"/>
                  </a:lnTo>
                  <a:lnTo>
                    <a:pt x="4993585" y="22440"/>
                  </a:lnTo>
                  <a:lnTo>
                    <a:pt x="4901165" y="32793"/>
                  </a:lnTo>
                  <a:lnTo>
                    <a:pt x="4801897" y="45396"/>
                  </a:lnTo>
                  <a:lnTo>
                    <a:pt x="4699835" y="60214"/>
                  </a:lnTo>
                  <a:lnTo>
                    <a:pt x="4598515" y="77196"/>
                  </a:lnTo>
                  <a:lnTo>
                    <a:pt x="4500660" y="96320"/>
                  </a:lnTo>
                  <a:lnTo>
                    <a:pt x="4408113" y="117619"/>
                  </a:lnTo>
                  <a:lnTo>
                    <a:pt x="4321907" y="141195"/>
                  </a:lnTo>
                  <a:lnTo>
                    <a:pt x="4242421" y="167231"/>
                  </a:lnTo>
                  <a:lnTo>
                    <a:pt x="4169546" y="195990"/>
                  </a:lnTo>
                  <a:lnTo>
                    <a:pt x="4102845" y="227809"/>
                  </a:lnTo>
                  <a:lnTo>
                    <a:pt x="4041676" y="263091"/>
                  </a:lnTo>
                  <a:lnTo>
                    <a:pt x="3985286" y="302280"/>
                  </a:lnTo>
                  <a:lnTo>
                    <a:pt x="3932883" y="345831"/>
                  </a:lnTo>
                  <a:lnTo>
                    <a:pt x="3883687" y="394145"/>
                  </a:lnTo>
                  <a:lnTo>
                    <a:pt x="3836979" y="447472"/>
                  </a:lnTo>
                  <a:lnTo>
                    <a:pt x="3829811" y="456325"/>
                  </a:lnTo>
                  <a:lnTo>
                    <a:pt x="3791620" y="506546"/>
                  </a:lnTo>
                  <a:lnTo>
                    <a:pt x="3754403" y="560512"/>
                  </a:lnTo>
                  <a:lnTo>
                    <a:pt x="3717890" y="618300"/>
                  </a:lnTo>
                  <a:lnTo>
                    <a:pt x="3681864" y="679922"/>
                  </a:lnTo>
                  <a:lnTo>
                    <a:pt x="3646154" y="745320"/>
                  </a:lnTo>
                  <a:lnTo>
                    <a:pt x="3610628" y="814361"/>
                  </a:lnTo>
                  <a:lnTo>
                    <a:pt x="3575186" y="886827"/>
                  </a:lnTo>
                  <a:lnTo>
                    <a:pt x="3539759" y="962424"/>
                  </a:lnTo>
                  <a:lnTo>
                    <a:pt x="3504302" y="1040773"/>
                  </a:lnTo>
                  <a:lnTo>
                    <a:pt x="3468796" y="1121422"/>
                  </a:lnTo>
                  <a:lnTo>
                    <a:pt x="3433235" y="1203853"/>
                  </a:lnTo>
                  <a:lnTo>
                    <a:pt x="3397630" y="1287496"/>
                  </a:lnTo>
                  <a:lnTo>
                    <a:pt x="3362002" y="1371744"/>
                  </a:lnTo>
                  <a:lnTo>
                    <a:pt x="3326374" y="1455972"/>
                  </a:lnTo>
                  <a:lnTo>
                    <a:pt x="3290772" y="1539554"/>
                  </a:lnTo>
                  <a:lnTo>
                    <a:pt x="3255215" y="1621885"/>
                  </a:lnTo>
                  <a:lnTo>
                    <a:pt x="3219711" y="1702398"/>
                  </a:lnTo>
                  <a:lnTo>
                    <a:pt x="3184258" y="1780580"/>
                  </a:lnTo>
                  <a:lnTo>
                    <a:pt x="3148831" y="1855982"/>
                  </a:lnTo>
                  <a:lnTo>
                    <a:pt x="3113386" y="1928232"/>
                  </a:lnTo>
                  <a:lnTo>
                    <a:pt x="3077851" y="1997039"/>
                  </a:lnTo>
                  <a:lnTo>
                    <a:pt x="3042125" y="2062192"/>
                  </a:lnTo>
                  <a:lnTo>
                    <a:pt x="3006073" y="2123564"/>
                  </a:lnTo>
                  <a:lnTo>
                    <a:pt x="2969521" y="2181100"/>
                  </a:lnTo>
                  <a:lnTo>
                    <a:pt x="2932248" y="2234817"/>
                  </a:lnTo>
                  <a:lnTo>
                    <a:pt x="2896531" y="2281628"/>
                  </a:lnTo>
                  <a:lnTo>
                    <a:pt x="2850155" y="2335750"/>
                  </a:lnTo>
                  <a:lnTo>
                    <a:pt x="2801397" y="2384842"/>
                  </a:lnTo>
                  <a:lnTo>
                    <a:pt x="2749549" y="2429118"/>
                  </a:lnTo>
                  <a:lnTo>
                    <a:pt x="2693840" y="2468964"/>
                  </a:lnTo>
                  <a:lnTo>
                    <a:pt x="2633474" y="2504831"/>
                  </a:lnTo>
                  <a:lnTo>
                    <a:pt x="2567690" y="2537167"/>
                  </a:lnTo>
                  <a:lnTo>
                    <a:pt x="2495823" y="2566384"/>
                  </a:lnTo>
                  <a:lnTo>
                    <a:pt x="2417395" y="2592829"/>
                  </a:lnTo>
                  <a:lnTo>
                    <a:pt x="2332237" y="2616778"/>
                  </a:lnTo>
                  <a:lnTo>
                    <a:pt x="2240638" y="2638426"/>
                  </a:lnTo>
                  <a:lnTo>
                    <a:pt x="2143518" y="2657889"/>
                  </a:lnTo>
                  <a:lnTo>
                    <a:pt x="2042585" y="2675209"/>
                  </a:lnTo>
                  <a:lnTo>
                    <a:pt x="1940425" y="2690370"/>
                  </a:lnTo>
                  <a:lnTo>
                    <a:pt x="1840456" y="2703325"/>
                  </a:lnTo>
                  <a:lnTo>
                    <a:pt x="1746681" y="2714033"/>
                  </a:lnTo>
                  <a:lnTo>
                    <a:pt x="1663206" y="2722500"/>
                  </a:lnTo>
                  <a:lnTo>
                    <a:pt x="1593587" y="2728815"/>
                  </a:lnTo>
                  <a:lnTo>
                    <a:pt x="1540153" y="2733176"/>
                  </a:lnTo>
                  <a:lnTo>
                    <a:pt x="1503494" y="2735879"/>
                  </a:lnTo>
                  <a:lnTo>
                    <a:pt x="1482241" y="2737301"/>
                  </a:lnTo>
                  <a:lnTo>
                    <a:pt x="1473158" y="2737855"/>
                  </a:lnTo>
                  <a:lnTo>
                    <a:pt x="1471392" y="2737954"/>
                  </a:lnTo>
                  <a:lnTo>
                    <a:pt x="1471387" y="2737954"/>
                  </a:lnTo>
                  <a:lnTo>
                    <a:pt x="0" y="273795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07" name="pg1007"/>
            <p:cNvSpPr/>
            <p:nvPr/>
          </p:nvSpPr>
          <p:spPr>
            <a:xfrm>
              <a:off x="4799595" y="4489390"/>
              <a:ext cx="11981298" cy="2697089"/>
            </a:xfrm>
            <a:custGeom>
              <a:avLst/>
              <a:pathLst>
                <a:path w="11981298" h="2697089">
                  <a:moveTo>
                    <a:pt x="0" y="2697089"/>
                  </a:moveTo>
                  <a:lnTo>
                    <a:pt x="1471387" y="2697089"/>
                  </a:lnTo>
                  <a:lnTo>
                    <a:pt x="1472542" y="2697026"/>
                  </a:lnTo>
                  <a:lnTo>
                    <a:pt x="1480131" y="2696578"/>
                  </a:lnTo>
                  <a:lnTo>
                    <a:pt x="1499254" y="2695340"/>
                  </a:lnTo>
                  <a:lnTo>
                    <a:pt x="1533422" y="2692903"/>
                  </a:lnTo>
                  <a:lnTo>
                    <a:pt x="1584310" y="2688889"/>
                  </a:lnTo>
                  <a:lnTo>
                    <a:pt x="1651622" y="2682990"/>
                  </a:lnTo>
                  <a:lnTo>
                    <a:pt x="1733264" y="2674998"/>
                  </a:lnTo>
                  <a:lnTo>
                    <a:pt x="1825816" y="2664808"/>
                  </a:lnTo>
                  <a:lnTo>
                    <a:pt x="1925200" y="2652405"/>
                  </a:lnTo>
                  <a:lnTo>
                    <a:pt x="2027352" y="2637824"/>
                  </a:lnTo>
                  <a:lnTo>
                    <a:pt x="2128737" y="2621114"/>
                  </a:lnTo>
                  <a:lnTo>
                    <a:pt x="2226629" y="2602296"/>
                  </a:lnTo>
                  <a:lnTo>
                    <a:pt x="2319191" y="2581339"/>
                  </a:lnTo>
                  <a:lnTo>
                    <a:pt x="2405394" y="2558140"/>
                  </a:lnTo>
                  <a:lnTo>
                    <a:pt x="2484865" y="2532519"/>
                  </a:lnTo>
                  <a:lnTo>
                    <a:pt x="2557717" y="2504216"/>
                  </a:lnTo>
                  <a:lnTo>
                    <a:pt x="2624393" y="2472897"/>
                  </a:lnTo>
                  <a:lnTo>
                    <a:pt x="2685539" y="2438166"/>
                  </a:lnTo>
                  <a:lnTo>
                    <a:pt x="2741909" y="2399584"/>
                  </a:lnTo>
                  <a:lnTo>
                    <a:pt x="2794297" y="2356706"/>
                  </a:lnTo>
                  <a:lnTo>
                    <a:pt x="2843485" y="2309136"/>
                  </a:lnTo>
                  <a:lnTo>
                    <a:pt x="2890194" y="2256632"/>
                  </a:lnTo>
                  <a:lnTo>
                    <a:pt x="2896531" y="2248936"/>
                  </a:lnTo>
                  <a:lnTo>
                    <a:pt x="2934991" y="2199249"/>
                  </a:lnTo>
                  <a:lnTo>
                    <a:pt x="2972467" y="2145829"/>
                  </a:lnTo>
                  <a:lnTo>
                    <a:pt x="3009231" y="2088602"/>
                  </a:lnTo>
                  <a:lnTo>
                    <a:pt x="3045505" y="2027555"/>
                  </a:lnTo>
                  <a:lnTo>
                    <a:pt x="3081462" y="1962750"/>
                  </a:lnTo>
                  <a:lnTo>
                    <a:pt x="3117238" y="1894323"/>
                  </a:lnTo>
                  <a:lnTo>
                    <a:pt x="3152932" y="1822493"/>
                  </a:lnTo>
                  <a:lnTo>
                    <a:pt x="3188614" y="1747562"/>
                  </a:lnTo>
                  <a:lnTo>
                    <a:pt x="3224327" y="1669914"/>
                  </a:lnTo>
                  <a:lnTo>
                    <a:pt x="3260092" y="1590006"/>
                  </a:lnTo>
                  <a:lnTo>
                    <a:pt x="3295911" y="1508361"/>
                  </a:lnTo>
                  <a:lnTo>
                    <a:pt x="3331774" y="1425556"/>
                  </a:lnTo>
                  <a:lnTo>
                    <a:pt x="3367658" y="1342200"/>
                  </a:lnTo>
                  <a:lnTo>
                    <a:pt x="3403539" y="1258924"/>
                  </a:lnTo>
                  <a:lnTo>
                    <a:pt x="3439392" y="1176353"/>
                  </a:lnTo>
                  <a:lnTo>
                    <a:pt x="3475199" y="1095090"/>
                  </a:lnTo>
                  <a:lnTo>
                    <a:pt x="3510950" y="1015700"/>
                  </a:lnTo>
                  <a:lnTo>
                    <a:pt x="3546652" y="938691"/>
                  </a:lnTo>
                  <a:lnTo>
                    <a:pt x="3582332" y="864503"/>
                  </a:lnTo>
                  <a:lnTo>
                    <a:pt x="3618039" y="793499"/>
                  </a:lnTo>
                  <a:lnTo>
                    <a:pt x="3653849" y="725961"/>
                  </a:lnTo>
                  <a:lnTo>
                    <a:pt x="3689872" y="662085"/>
                  </a:lnTo>
                  <a:lnTo>
                    <a:pt x="3726250" y="601991"/>
                  </a:lnTo>
                  <a:lnTo>
                    <a:pt x="3763170" y="545720"/>
                  </a:lnTo>
                  <a:lnTo>
                    <a:pt x="3800863" y="493243"/>
                  </a:lnTo>
                  <a:lnTo>
                    <a:pt x="3829811" y="456325"/>
                  </a:lnTo>
                  <a:lnTo>
                    <a:pt x="3876226" y="403131"/>
                  </a:lnTo>
                  <a:lnTo>
                    <a:pt x="3925029" y="354884"/>
                  </a:lnTo>
                  <a:lnTo>
                    <a:pt x="3976926" y="311375"/>
                  </a:lnTo>
                  <a:lnTo>
                    <a:pt x="4032694" y="272222"/>
                  </a:lnTo>
                  <a:lnTo>
                    <a:pt x="4093128" y="236982"/>
                  </a:lnTo>
                  <a:lnTo>
                    <a:pt x="4158993" y="205213"/>
                  </a:lnTo>
                  <a:lnTo>
                    <a:pt x="4230954" y="176512"/>
                  </a:lnTo>
                  <a:lnTo>
                    <a:pt x="4309488" y="150535"/>
                  </a:lnTo>
                  <a:lnTo>
                    <a:pt x="4394764" y="127012"/>
                  </a:lnTo>
                  <a:lnTo>
                    <a:pt x="4486487" y="105751"/>
                  </a:lnTo>
                  <a:lnTo>
                    <a:pt x="4583728" y="86639"/>
                  </a:lnTo>
                  <a:lnTo>
                    <a:pt x="4684770" y="69635"/>
                  </a:lnTo>
                  <a:lnTo>
                    <a:pt x="4787011" y="54756"/>
                  </a:lnTo>
                  <a:lnTo>
                    <a:pt x="4887016" y="42047"/>
                  </a:lnTo>
                  <a:lnTo>
                    <a:pt x="4980768" y="31548"/>
                  </a:lnTo>
                  <a:lnTo>
                    <a:pt x="5064155" y="23254"/>
                  </a:lnTo>
                  <a:lnTo>
                    <a:pt x="5133622" y="17074"/>
                  </a:lnTo>
                  <a:lnTo>
                    <a:pt x="5186856" y="12815"/>
                  </a:lnTo>
                  <a:lnTo>
                    <a:pt x="5223295" y="10179"/>
                  </a:lnTo>
                  <a:lnTo>
                    <a:pt x="5244339" y="8799"/>
                  </a:lnTo>
                  <a:lnTo>
                    <a:pt x="5253261" y="8266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513" y="8229"/>
                  </a:lnTo>
                  <a:lnTo>
                    <a:pt x="6735206" y="8634"/>
                  </a:lnTo>
                  <a:lnTo>
                    <a:pt x="6754581" y="9752"/>
                  </a:lnTo>
                  <a:lnTo>
                    <a:pt x="6789180" y="11954"/>
                  </a:lnTo>
                  <a:lnTo>
                    <a:pt x="6840666" y="15579"/>
                  </a:lnTo>
                  <a:lnTo>
                    <a:pt x="6908701" y="20903"/>
                  </a:lnTo>
                  <a:lnTo>
                    <a:pt x="6991118" y="28114"/>
                  </a:lnTo>
                  <a:lnTo>
                    <a:pt x="7084417" y="37302"/>
                  </a:lnTo>
                  <a:lnTo>
                    <a:pt x="7184455" y="48479"/>
                  </a:lnTo>
                  <a:lnTo>
                    <a:pt x="7287124" y="61611"/>
                  </a:lnTo>
                  <a:lnTo>
                    <a:pt x="7388868" y="76656"/>
                  </a:lnTo>
                  <a:lnTo>
                    <a:pt x="7486970" y="93596"/>
                  </a:lnTo>
                  <a:lnTo>
                    <a:pt x="7579613" y="112463"/>
                  </a:lnTo>
                  <a:lnTo>
                    <a:pt x="7665797" y="133353"/>
                  </a:lnTo>
                  <a:lnTo>
                    <a:pt x="7745180" y="156434"/>
                  </a:lnTo>
                  <a:lnTo>
                    <a:pt x="7817905" y="181945"/>
                  </a:lnTo>
                  <a:lnTo>
                    <a:pt x="7884438" y="210192"/>
                  </a:lnTo>
                  <a:lnTo>
                    <a:pt x="7945447" y="241537"/>
                  </a:lnTo>
                  <a:lnTo>
                    <a:pt x="8001702" y="276378"/>
                  </a:lnTo>
                  <a:lnTo>
                    <a:pt x="8054010" y="315117"/>
                  </a:lnTo>
                  <a:lnTo>
                    <a:pt x="8103159" y="358101"/>
                  </a:lnTo>
                  <a:lnTo>
                    <a:pt x="8149872" y="405530"/>
                  </a:lnTo>
                  <a:lnTo>
                    <a:pt x="8151487" y="407287"/>
                  </a:lnTo>
                  <a:lnTo>
                    <a:pt x="8191668" y="453626"/>
                  </a:lnTo>
                  <a:lnTo>
                    <a:pt x="8230787" y="503601"/>
                  </a:lnTo>
                  <a:lnTo>
                    <a:pt x="8269153" y="557285"/>
                  </a:lnTo>
                  <a:lnTo>
                    <a:pt x="8307011" y="614681"/>
                  </a:lnTo>
                  <a:lnTo>
                    <a:pt x="8344553" y="675718"/>
                  </a:lnTo>
                  <a:lnTo>
                    <a:pt x="8381924" y="740237"/>
                  </a:lnTo>
                  <a:lnTo>
                    <a:pt x="8419229" y="807996"/>
                  </a:lnTo>
                  <a:lnTo>
                    <a:pt x="8456538" y="878662"/>
                  </a:lnTo>
                  <a:lnTo>
                    <a:pt x="8493893" y="951818"/>
                  </a:lnTo>
                  <a:lnTo>
                    <a:pt x="8531307" y="1026973"/>
                  </a:lnTo>
                  <a:lnTo>
                    <a:pt x="8568777" y="1103568"/>
                  </a:lnTo>
                  <a:lnTo>
                    <a:pt x="8606282" y="1180999"/>
                  </a:lnTo>
                  <a:lnTo>
                    <a:pt x="8643798" y="1258632"/>
                  </a:lnTo>
                  <a:lnTo>
                    <a:pt x="8681293" y="1335828"/>
                  </a:lnTo>
                  <a:lnTo>
                    <a:pt x="8718744" y="1411960"/>
                  </a:lnTo>
                  <a:lnTo>
                    <a:pt x="8756136" y="1486440"/>
                  </a:lnTo>
                  <a:lnTo>
                    <a:pt x="8793471" y="1558732"/>
                  </a:lnTo>
                  <a:lnTo>
                    <a:pt x="8830772" y="1628370"/>
                  </a:lnTo>
                  <a:lnTo>
                    <a:pt x="8868092" y="1694969"/>
                  </a:lnTo>
                  <a:lnTo>
                    <a:pt x="8905511" y="1758228"/>
                  </a:lnTo>
                  <a:lnTo>
                    <a:pt x="8943150" y="1817937"/>
                  </a:lnTo>
                  <a:lnTo>
                    <a:pt x="8981171" y="1873970"/>
                  </a:lnTo>
                  <a:lnTo>
                    <a:pt x="9019783" y="1926282"/>
                  </a:lnTo>
                  <a:lnTo>
                    <a:pt x="9059253" y="1974905"/>
                  </a:lnTo>
                  <a:lnTo>
                    <a:pt x="9084767" y="2003746"/>
                  </a:lnTo>
                  <a:lnTo>
                    <a:pt x="9131406" y="2051333"/>
                  </a:lnTo>
                  <a:lnTo>
                    <a:pt x="9180457" y="2094471"/>
                  </a:lnTo>
                  <a:lnTo>
                    <a:pt x="9232640" y="2133355"/>
                  </a:lnTo>
                  <a:lnTo>
                    <a:pt x="9288742" y="2168327"/>
                  </a:lnTo>
                  <a:lnTo>
                    <a:pt x="9349569" y="2199789"/>
                  </a:lnTo>
                  <a:lnTo>
                    <a:pt x="9415895" y="2228139"/>
                  </a:lnTo>
                  <a:lnTo>
                    <a:pt x="9488391" y="2253741"/>
                  </a:lnTo>
                  <a:lnTo>
                    <a:pt x="9567535" y="2276904"/>
                  </a:lnTo>
                  <a:lnTo>
                    <a:pt x="9653480" y="2297868"/>
                  </a:lnTo>
                  <a:lnTo>
                    <a:pt x="9745908" y="2316804"/>
                  </a:lnTo>
                  <a:lnTo>
                    <a:pt x="9843843" y="2333811"/>
                  </a:lnTo>
                  <a:lnTo>
                    <a:pt x="9945499" y="2348923"/>
                  </a:lnTo>
                  <a:lnTo>
                    <a:pt x="10048191" y="2362124"/>
                  </a:lnTo>
                  <a:lnTo>
                    <a:pt x="10148390" y="2373371"/>
                  </a:lnTo>
                  <a:lnTo>
                    <a:pt x="10242000" y="2382629"/>
                  </a:lnTo>
                  <a:lnTo>
                    <a:pt x="10324867" y="2389908"/>
                  </a:lnTo>
                  <a:lnTo>
                    <a:pt x="10393457" y="2395297"/>
                  </a:lnTo>
                  <a:lnTo>
                    <a:pt x="10445546" y="2398978"/>
                  </a:lnTo>
                  <a:lnTo>
                    <a:pt x="10480725" y="2401224"/>
                  </a:lnTo>
                  <a:lnTo>
                    <a:pt x="10500587" y="2402374"/>
                  </a:lnTo>
                  <a:lnTo>
                    <a:pt x="10508614" y="2402798"/>
                  </a:lnTo>
                  <a:lnTo>
                    <a:pt x="10509911" y="2402861"/>
                  </a:lnTo>
                  <a:lnTo>
                    <a:pt x="11981298" y="2402861"/>
                  </a:lnTo>
                  <a:lnTo>
                    <a:pt x="11981298" y="2394688"/>
                  </a:lnTo>
                  <a:lnTo>
                    <a:pt x="10509911" y="2394688"/>
                  </a:lnTo>
                  <a:lnTo>
                    <a:pt x="10508740" y="2394631"/>
                  </a:lnTo>
                  <a:lnTo>
                    <a:pt x="10501047" y="2394227"/>
                  </a:lnTo>
                  <a:lnTo>
                    <a:pt x="10481672" y="2393108"/>
                  </a:lnTo>
                  <a:lnTo>
                    <a:pt x="10447074" y="2390907"/>
                  </a:lnTo>
                  <a:lnTo>
                    <a:pt x="10395587" y="2387282"/>
                  </a:lnTo>
                  <a:lnTo>
                    <a:pt x="10327552" y="2381957"/>
                  </a:lnTo>
                  <a:lnTo>
                    <a:pt x="10245135" y="2374746"/>
                  </a:lnTo>
                  <a:lnTo>
                    <a:pt x="10151836" y="2365559"/>
                  </a:lnTo>
                  <a:lnTo>
                    <a:pt x="10051798" y="2354382"/>
                  </a:lnTo>
                  <a:lnTo>
                    <a:pt x="9949129" y="2341250"/>
                  </a:lnTo>
                  <a:lnTo>
                    <a:pt x="9847385" y="2326205"/>
                  </a:lnTo>
                  <a:lnTo>
                    <a:pt x="9749283" y="2309265"/>
                  </a:lnTo>
                  <a:lnTo>
                    <a:pt x="9656640" y="2290398"/>
                  </a:lnTo>
                  <a:lnTo>
                    <a:pt x="9570456" y="2269508"/>
                  </a:lnTo>
                  <a:lnTo>
                    <a:pt x="9491073" y="2246427"/>
                  </a:lnTo>
                  <a:lnTo>
                    <a:pt x="9418349" y="2220916"/>
                  </a:lnTo>
                  <a:lnTo>
                    <a:pt x="9351815" y="2192668"/>
                  </a:lnTo>
                  <a:lnTo>
                    <a:pt x="9290807" y="2161323"/>
                  </a:lnTo>
                  <a:lnTo>
                    <a:pt x="9234552" y="2126482"/>
                  </a:lnTo>
                  <a:lnTo>
                    <a:pt x="9182244" y="2087743"/>
                  </a:lnTo>
                  <a:lnTo>
                    <a:pt x="9133094" y="2044760"/>
                  </a:lnTo>
                  <a:lnTo>
                    <a:pt x="9086381" y="1997331"/>
                  </a:lnTo>
                  <a:lnTo>
                    <a:pt x="9084767" y="1995573"/>
                  </a:lnTo>
                  <a:lnTo>
                    <a:pt x="9044585" y="1949235"/>
                  </a:lnTo>
                  <a:lnTo>
                    <a:pt x="9005466" y="1899260"/>
                  </a:lnTo>
                  <a:lnTo>
                    <a:pt x="8967100" y="1845576"/>
                  </a:lnTo>
                  <a:lnTo>
                    <a:pt x="8929242" y="1788179"/>
                  </a:lnTo>
                  <a:lnTo>
                    <a:pt x="8891700" y="1727143"/>
                  </a:lnTo>
                  <a:lnTo>
                    <a:pt x="8854330" y="1662623"/>
                  </a:lnTo>
                  <a:lnTo>
                    <a:pt x="8817025" y="1594865"/>
                  </a:lnTo>
                  <a:lnTo>
                    <a:pt x="8779715" y="1524199"/>
                  </a:lnTo>
                  <a:lnTo>
                    <a:pt x="8742361" y="1451042"/>
                  </a:lnTo>
                  <a:lnTo>
                    <a:pt x="8704946" y="1375888"/>
                  </a:lnTo>
                  <a:lnTo>
                    <a:pt x="8667477" y="1299293"/>
                  </a:lnTo>
                  <a:lnTo>
                    <a:pt x="8629971" y="1221862"/>
                  </a:lnTo>
                  <a:lnTo>
                    <a:pt x="8592456" y="1144228"/>
                  </a:lnTo>
                  <a:lnTo>
                    <a:pt x="8554960" y="1067033"/>
                  </a:lnTo>
                  <a:lnTo>
                    <a:pt x="8517509" y="990900"/>
                  </a:lnTo>
                  <a:lnTo>
                    <a:pt x="8480118" y="916421"/>
                  </a:lnTo>
                  <a:lnTo>
                    <a:pt x="8442783" y="844128"/>
                  </a:lnTo>
                  <a:lnTo>
                    <a:pt x="8405481" y="774490"/>
                  </a:lnTo>
                  <a:lnTo>
                    <a:pt x="8368162" y="707891"/>
                  </a:lnTo>
                  <a:lnTo>
                    <a:pt x="8330742" y="644632"/>
                  </a:lnTo>
                  <a:lnTo>
                    <a:pt x="8293103" y="584923"/>
                  </a:lnTo>
                  <a:lnTo>
                    <a:pt x="8255082" y="528891"/>
                  </a:lnTo>
                  <a:lnTo>
                    <a:pt x="8216471" y="476578"/>
                  </a:lnTo>
                  <a:lnTo>
                    <a:pt x="8177000" y="427955"/>
                  </a:lnTo>
                  <a:lnTo>
                    <a:pt x="8151487" y="399114"/>
                  </a:lnTo>
                  <a:lnTo>
                    <a:pt x="8104848" y="351528"/>
                  </a:lnTo>
                  <a:lnTo>
                    <a:pt x="8055796" y="308389"/>
                  </a:lnTo>
                  <a:lnTo>
                    <a:pt x="8003613" y="269506"/>
                  </a:lnTo>
                  <a:lnTo>
                    <a:pt x="7947511" y="234534"/>
                  </a:lnTo>
                  <a:lnTo>
                    <a:pt x="7886684" y="203072"/>
                  </a:lnTo>
                  <a:lnTo>
                    <a:pt x="7820358" y="174722"/>
                  </a:lnTo>
                  <a:lnTo>
                    <a:pt x="7747862" y="149119"/>
                  </a:lnTo>
                  <a:lnTo>
                    <a:pt x="7668719" y="125957"/>
                  </a:lnTo>
                  <a:lnTo>
                    <a:pt x="7582773" y="104993"/>
                  </a:lnTo>
                  <a:lnTo>
                    <a:pt x="7490346" y="86056"/>
                  </a:lnTo>
                  <a:lnTo>
                    <a:pt x="7392411" y="69049"/>
                  </a:lnTo>
                  <a:lnTo>
                    <a:pt x="7290754" y="53937"/>
                  </a:lnTo>
                  <a:lnTo>
                    <a:pt x="7188062" y="40737"/>
                  </a:lnTo>
                  <a:lnTo>
                    <a:pt x="7087863" y="29490"/>
                  </a:lnTo>
                  <a:lnTo>
                    <a:pt x="6994253" y="20232"/>
                  </a:lnTo>
                  <a:lnTo>
                    <a:pt x="6911387" y="12952"/>
                  </a:lnTo>
                  <a:lnTo>
                    <a:pt x="6842797" y="7564"/>
                  </a:lnTo>
                  <a:lnTo>
                    <a:pt x="6790708" y="3883"/>
                  </a:lnTo>
                  <a:lnTo>
                    <a:pt x="6755529" y="1637"/>
                  </a:lnTo>
                  <a:lnTo>
                    <a:pt x="6735666" y="486"/>
                  </a:lnTo>
                  <a:lnTo>
                    <a:pt x="6727640" y="63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800" y="62"/>
                  </a:lnTo>
                  <a:lnTo>
                    <a:pt x="5246211" y="510"/>
                  </a:lnTo>
                  <a:lnTo>
                    <a:pt x="5227089" y="1748"/>
                  </a:lnTo>
                  <a:lnTo>
                    <a:pt x="5192920" y="4185"/>
                  </a:lnTo>
                  <a:lnTo>
                    <a:pt x="5142032" y="8200"/>
                  </a:lnTo>
                  <a:lnTo>
                    <a:pt x="5074720" y="14098"/>
                  </a:lnTo>
                  <a:lnTo>
                    <a:pt x="4993078" y="22091"/>
                  </a:lnTo>
                  <a:lnTo>
                    <a:pt x="4900527" y="32280"/>
                  </a:lnTo>
                  <a:lnTo>
                    <a:pt x="4801143" y="44684"/>
                  </a:lnTo>
                  <a:lnTo>
                    <a:pt x="4698990" y="59264"/>
                  </a:lnTo>
                  <a:lnTo>
                    <a:pt x="4597605" y="75974"/>
                  </a:lnTo>
                  <a:lnTo>
                    <a:pt x="4499713" y="94792"/>
                  </a:lnTo>
                  <a:lnTo>
                    <a:pt x="4407151" y="115749"/>
                  </a:lnTo>
                  <a:lnTo>
                    <a:pt x="4320948" y="138948"/>
                  </a:lnTo>
                  <a:lnTo>
                    <a:pt x="4241477" y="164569"/>
                  </a:lnTo>
                  <a:lnTo>
                    <a:pt x="4168625" y="192873"/>
                  </a:lnTo>
                  <a:lnTo>
                    <a:pt x="4101949" y="224192"/>
                  </a:lnTo>
                  <a:lnTo>
                    <a:pt x="4040803" y="258923"/>
                  </a:lnTo>
                  <a:lnTo>
                    <a:pt x="3984434" y="297504"/>
                  </a:lnTo>
                  <a:lnTo>
                    <a:pt x="3932045" y="340383"/>
                  </a:lnTo>
                  <a:lnTo>
                    <a:pt x="3882857" y="387952"/>
                  </a:lnTo>
                  <a:lnTo>
                    <a:pt x="3836148" y="440456"/>
                  </a:lnTo>
                  <a:lnTo>
                    <a:pt x="3829811" y="448152"/>
                  </a:lnTo>
                  <a:lnTo>
                    <a:pt x="3791351" y="497840"/>
                  </a:lnTo>
                  <a:lnTo>
                    <a:pt x="3753876" y="551260"/>
                  </a:lnTo>
                  <a:lnTo>
                    <a:pt x="3717111" y="608487"/>
                  </a:lnTo>
                  <a:lnTo>
                    <a:pt x="3680837" y="669533"/>
                  </a:lnTo>
                  <a:lnTo>
                    <a:pt x="3644880" y="734339"/>
                  </a:lnTo>
                  <a:lnTo>
                    <a:pt x="3609104" y="802766"/>
                  </a:lnTo>
                  <a:lnTo>
                    <a:pt x="3573410" y="874596"/>
                  </a:lnTo>
                  <a:lnTo>
                    <a:pt x="3537728" y="949526"/>
                  </a:lnTo>
                  <a:lnTo>
                    <a:pt x="3502015" y="1027175"/>
                  </a:lnTo>
                  <a:lnTo>
                    <a:pt x="3466250" y="1107083"/>
                  </a:lnTo>
                  <a:lnTo>
                    <a:pt x="3430431" y="1188727"/>
                  </a:lnTo>
                  <a:lnTo>
                    <a:pt x="3394569" y="1271533"/>
                  </a:lnTo>
                  <a:lnTo>
                    <a:pt x="3358684" y="1354888"/>
                  </a:lnTo>
                  <a:lnTo>
                    <a:pt x="3322803" y="1438164"/>
                  </a:lnTo>
                  <a:lnTo>
                    <a:pt x="3286950" y="1520736"/>
                  </a:lnTo>
                  <a:lnTo>
                    <a:pt x="3251143" y="1601998"/>
                  </a:lnTo>
                  <a:lnTo>
                    <a:pt x="3215392" y="1681388"/>
                  </a:lnTo>
                  <a:lnTo>
                    <a:pt x="3179690" y="1758397"/>
                  </a:lnTo>
                  <a:lnTo>
                    <a:pt x="3144010" y="1832585"/>
                  </a:lnTo>
                  <a:lnTo>
                    <a:pt x="3108303" y="1903589"/>
                  </a:lnTo>
                  <a:lnTo>
                    <a:pt x="3072493" y="1971128"/>
                  </a:lnTo>
                  <a:lnTo>
                    <a:pt x="3036470" y="2035003"/>
                  </a:lnTo>
                  <a:lnTo>
                    <a:pt x="3000092" y="2095097"/>
                  </a:lnTo>
                  <a:lnTo>
                    <a:pt x="2963172" y="2151369"/>
                  </a:lnTo>
                  <a:lnTo>
                    <a:pt x="2925479" y="2203846"/>
                  </a:lnTo>
                  <a:lnTo>
                    <a:pt x="2896531" y="2240763"/>
                  </a:lnTo>
                  <a:lnTo>
                    <a:pt x="2850116" y="2293958"/>
                  </a:lnTo>
                  <a:lnTo>
                    <a:pt x="2801314" y="2342204"/>
                  </a:lnTo>
                  <a:lnTo>
                    <a:pt x="2749416" y="2385714"/>
                  </a:lnTo>
                  <a:lnTo>
                    <a:pt x="2693648" y="2424867"/>
                  </a:lnTo>
                  <a:lnTo>
                    <a:pt x="2633214" y="2460106"/>
                  </a:lnTo>
                  <a:lnTo>
                    <a:pt x="2567349" y="2491875"/>
                  </a:lnTo>
                  <a:lnTo>
                    <a:pt x="2495388" y="2520576"/>
                  </a:lnTo>
                  <a:lnTo>
                    <a:pt x="2416854" y="2546554"/>
                  </a:lnTo>
                  <a:lnTo>
                    <a:pt x="2331578" y="2570077"/>
                  </a:lnTo>
                  <a:lnTo>
                    <a:pt x="2239855" y="2591338"/>
                  </a:lnTo>
                  <a:lnTo>
                    <a:pt x="2142614" y="2610450"/>
                  </a:lnTo>
                  <a:lnTo>
                    <a:pt x="2041572" y="2627453"/>
                  </a:lnTo>
                  <a:lnTo>
                    <a:pt x="1939331" y="2642333"/>
                  </a:lnTo>
                  <a:lnTo>
                    <a:pt x="1839326" y="2655042"/>
                  </a:lnTo>
                  <a:lnTo>
                    <a:pt x="1745574" y="2665540"/>
                  </a:lnTo>
                  <a:lnTo>
                    <a:pt x="1662188" y="2673834"/>
                  </a:lnTo>
                  <a:lnTo>
                    <a:pt x="1592720" y="2680014"/>
                  </a:lnTo>
                  <a:lnTo>
                    <a:pt x="1539486" y="2684274"/>
                  </a:lnTo>
                  <a:lnTo>
                    <a:pt x="1503047" y="2686909"/>
                  </a:lnTo>
                  <a:lnTo>
                    <a:pt x="1482003" y="2688290"/>
                  </a:lnTo>
                  <a:lnTo>
                    <a:pt x="1473081" y="2688823"/>
                  </a:lnTo>
                  <a:lnTo>
                    <a:pt x="1471387" y="2688916"/>
                  </a:lnTo>
                  <a:lnTo>
                    <a:pt x="0" y="2688916"/>
                  </a:lnTo>
                  <a:close/>
                </a:path>
              </a:pathLst>
            </a:custGeom>
            <a:solidFill>
              <a:srgbClr val="F28E5B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008" name="pl1008"/>
            <p:cNvSpPr/>
            <p:nvPr/>
          </p:nvSpPr>
          <p:spPr>
            <a:xfrm>
              <a:off x="4799595" y="4497563"/>
              <a:ext cx="11981298" cy="2688916"/>
            </a:xfrm>
            <a:custGeom>
              <a:avLst/>
              <a:pathLst>
                <a:path w="11981298" h="2688916">
                  <a:moveTo>
                    <a:pt x="0" y="2688916"/>
                  </a:moveTo>
                  <a:lnTo>
                    <a:pt x="1471387" y="2688916"/>
                  </a:lnTo>
                  <a:lnTo>
                    <a:pt x="1472542" y="2688853"/>
                  </a:lnTo>
                  <a:lnTo>
                    <a:pt x="1480131" y="2688405"/>
                  </a:lnTo>
                  <a:lnTo>
                    <a:pt x="1499254" y="2687167"/>
                  </a:lnTo>
                  <a:lnTo>
                    <a:pt x="1533422" y="2684730"/>
                  </a:lnTo>
                  <a:lnTo>
                    <a:pt x="1584310" y="2680716"/>
                  </a:lnTo>
                  <a:lnTo>
                    <a:pt x="1651622" y="2674817"/>
                  </a:lnTo>
                  <a:lnTo>
                    <a:pt x="1733264" y="2666825"/>
                  </a:lnTo>
                  <a:lnTo>
                    <a:pt x="1825816" y="2656635"/>
                  </a:lnTo>
                  <a:lnTo>
                    <a:pt x="1925200" y="2644232"/>
                  </a:lnTo>
                  <a:lnTo>
                    <a:pt x="2027352" y="2629651"/>
                  </a:lnTo>
                  <a:lnTo>
                    <a:pt x="2128737" y="2612941"/>
                  </a:lnTo>
                  <a:lnTo>
                    <a:pt x="2226629" y="2594123"/>
                  </a:lnTo>
                  <a:lnTo>
                    <a:pt x="2319191" y="2573166"/>
                  </a:lnTo>
                  <a:lnTo>
                    <a:pt x="2405394" y="2549967"/>
                  </a:lnTo>
                  <a:lnTo>
                    <a:pt x="2484865" y="2524346"/>
                  </a:lnTo>
                  <a:lnTo>
                    <a:pt x="2557717" y="2496043"/>
                  </a:lnTo>
                  <a:lnTo>
                    <a:pt x="2624393" y="2464724"/>
                  </a:lnTo>
                  <a:lnTo>
                    <a:pt x="2685539" y="2429993"/>
                  </a:lnTo>
                  <a:lnTo>
                    <a:pt x="2741909" y="2391411"/>
                  </a:lnTo>
                  <a:lnTo>
                    <a:pt x="2794297" y="2348533"/>
                  </a:lnTo>
                  <a:lnTo>
                    <a:pt x="2843485" y="2300963"/>
                  </a:lnTo>
                  <a:lnTo>
                    <a:pt x="2890194" y="2248459"/>
                  </a:lnTo>
                  <a:lnTo>
                    <a:pt x="2896531" y="2240763"/>
                  </a:lnTo>
                  <a:lnTo>
                    <a:pt x="2934991" y="2191076"/>
                  </a:lnTo>
                  <a:lnTo>
                    <a:pt x="2972467" y="2137656"/>
                  </a:lnTo>
                  <a:lnTo>
                    <a:pt x="3009231" y="2080429"/>
                  </a:lnTo>
                  <a:lnTo>
                    <a:pt x="3045505" y="2019382"/>
                  </a:lnTo>
                  <a:lnTo>
                    <a:pt x="3081462" y="1954577"/>
                  </a:lnTo>
                  <a:lnTo>
                    <a:pt x="3117238" y="1886150"/>
                  </a:lnTo>
                  <a:lnTo>
                    <a:pt x="3152932" y="1814320"/>
                  </a:lnTo>
                  <a:lnTo>
                    <a:pt x="3188614" y="1739389"/>
                  </a:lnTo>
                  <a:lnTo>
                    <a:pt x="3224327" y="1661741"/>
                  </a:lnTo>
                  <a:lnTo>
                    <a:pt x="3260092" y="1581833"/>
                  </a:lnTo>
                  <a:lnTo>
                    <a:pt x="3295911" y="1500188"/>
                  </a:lnTo>
                  <a:lnTo>
                    <a:pt x="3331774" y="1417383"/>
                  </a:lnTo>
                  <a:lnTo>
                    <a:pt x="3367658" y="1334027"/>
                  </a:lnTo>
                  <a:lnTo>
                    <a:pt x="3403539" y="1250751"/>
                  </a:lnTo>
                  <a:lnTo>
                    <a:pt x="3439392" y="1168180"/>
                  </a:lnTo>
                  <a:lnTo>
                    <a:pt x="3475199" y="1086917"/>
                  </a:lnTo>
                  <a:lnTo>
                    <a:pt x="3510950" y="1007527"/>
                  </a:lnTo>
                  <a:lnTo>
                    <a:pt x="3546652" y="930518"/>
                  </a:lnTo>
                  <a:lnTo>
                    <a:pt x="3582332" y="856330"/>
                  </a:lnTo>
                  <a:lnTo>
                    <a:pt x="3618039" y="785326"/>
                  </a:lnTo>
                  <a:lnTo>
                    <a:pt x="3653849" y="717788"/>
                  </a:lnTo>
                  <a:lnTo>
                    <a:pt x="3689872" y="653912"/>
                  </a:lnTo>
                  <a:lnTo>
                    <a:pt x="3726250" y="593818"/>
                  </a:lnTo>
                  <a:lnTo>
                    <a:pt x="3763170" y="537547"/>
                  </a:lnTo>
                  <a:lnTo>
                    <a:pt x="3800863" y="485070"/>
                  </a:lnTo>
                  <a:lnTo>
                    <a:pt x="3829811" y="448152"/>
                  </a:lnTo>
                  <a:lnTo>
                    <a:pt x="3876226" y="394958"/>
                  </a:lnTo>
                  <a:lnTo>
                    <a:pt x="3925029" y="346711"/>
                  </a:lnTo>
                  <a:lnTo>
                    <a:pt x="3976926" y="303202"/>
                  </a:lnTo>
                  <a:lnTo>
                    <a:pt x="4032694" y="264049"/>
                  </a:lnTo>
                  <a:lnTo>
                    <a:pt x="4093128" y="228809"/>
                  </a:lnTo>
                  <a:lnTo>
                    <a:pt x="4158993" y="197040"/>
                  </a:lnTo>
                  <a:lnTo>
                    <a:pt x="4230954" y="168339"/>
                  </a:lnTo>
                  <a:lnTo>
                    <a:pt x="4309488" y="142362"/>
                  </a:lnTo>
                  <a:lnTo>
                    <a:pt x="4394764" y="118839"/>
                  </a:lnTo>
                  <a:lnTo>
                    <a:pt x="4486487" y="97578"/>
                  </a:lnTo>
                  <a:lnTo>
                    <a:pt x="4583728" y="78466"/>
                  </a:lnTo>
                  <a:lnTo>
                    <a:pt x="4684770" y="61462"/>
                  </a:lnTo>
                  <a:lnTo>
                    <a:pt x="4787011" y="46583"/>
                  </a:lnTo>
                  <a:lnTo>
                    <a:pt x="4887016" y="33874"/>
                  </a:lnTo>
                  <a:lnTo>
                    <a:pt x="4980768" y="23375"/>
                  </a:lnTo>
                  <a:lnTo>
                    <a:pt x="5064155" y="15081"/>
                  </a:lnTo>
                  <a:lnTo>
                    <a:pt x="5133622" y="8901"/>
                  </a:lnTo>
                  <a:lnTo>
                    <a:pt x="5186856" y="4642"/>
                  </a:lnTo>
                  <a:lnTo>
                    <a:pt x="5223295" y="2006"/>
                  </a:lnTo>
                  <a:lnTo>
                    <a:pt x="5244339" y="626"/>
                  </a:lnTo>
                  <a:lnTo>
                    <a:pt x="5253261" y="93"/>
                  </a:lnTo>
                  <a:lnTo>
                    <a:pt x="5254952" y="0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513" y="56"/>
                  </a:lnTo>
                  <a:lnTo>
                    <a:pt x="6735206" y="461"/>
                  </a:lnTo>
                  <a:lnTo>
                    <a:pt x="6754581" y="1579"/>
                  </a:lnTo>
                  <a:lnTo>
                    <a:pt x="6789180" y="3781"/>
                  </a:lnTo>
                  <a:lnTo>
                    <a:pt x="6840666" y="7406"/>
                  </a:lnTo>
                  <a:lnTo>
                    <a:pt x="6908701" y="12730"/>
                  </a:lnTo>
                  <a:lnTo>
                    <a:pt x="6991118" y="19941"/>
                  </a:lnTo>
                  <a:lnTo>
                    <a:pt x="7084417" y="29129"/>
                  </a:lnTo>
                  <a:lnTo>
                    <a:pt x="7184455" y="40306"/>
                  </a:lnTo>
                  <a:lnTo>
                    <a:pt x="7287124" y="53438"/>
                  </a:lnTo>
                  <a:lnTo>
                    <a:pt x="7388868" y="68483"/>
                  </a:lnTo>
                  <a:lnTo>
                    <a:pt x="7486970" y="85423"/>
                  </a:lnTo>
                  <a:lnTo>
                    <a:pt x="7579613" y="104290"/>
                  </a:lnTo>
                  <a:lnTo>
                    <a:pt x="7665797" y="125180"/>
                  </a:lnTo>
                  <a:lnTo>
                    <a:pt x="7745180" y="148261"/>
                  </a:lnTo>
                  <a:lnTo>
                    <a:pt x="7817905" y="173772"/>
                  </a:lnTo>
                  <a:lnTo>
                    <a:pt x="7884438" y="202019"/>
                  </a:lnTo>
                  <a:lnTo>
                    <a:pt x="7945447" y="233364"/>
                  </a:lnTo>
                  <a:lnTo>
                    <a:pt x="8001702" y="268205"/>
                  </a:lnTo>
                  <a:lnTo>
                    <a:pt x="8054010" y="306944"/>
                  </a:lnTo>
                  <a:lnTo>
                    <a:pt x="8103159" y="349928"/>
                  </a:lnTo>
                  <a:lnTo>
                    <a:pt x="8149872" y="397357"/>
                  </a:lnTo>
                  <a:lnTo>
                    <a:pt x="8151487" y="399114"/>
                  </a:lnTo>
                  <a:lnTo>
                    <a:pt x="8191668" y="445453"/>
                  </a:lnTo>
                  <a:lnTo>
                    <a:pt x="8230787" y="495428"/>
                  </a:lnTo>
                  <a:lnTo>
                    <a:pt x="8269153" y="549112"/>
                  </a:lnTo>
                  <a:lnTo>
                    <a:pt x="8307011" y="606508"/>
                  </a:lnTo>
                  <a:lnTo>
                    <a:pt x="8344553" y="667545"/>
                  </a:lnTo>
                  <a:lnTo>
                    <a:pt x="8381924" y="732064"/>
                  </a:lnTo>
                  <a:lnTo>
                    <a:pt x="8419229" y="799823"/>
                  </a:lnTo>
                  <a:lnTo>
                    <a:pt x="8456538" y="870489"/>
                  </a:lnTo>
                  <a:lnTo>
                    <a:pt x="8493893" y="943645"/>
                  </a:lnTo>
                  <a:lnTo>
                    <a:pt x="8531307" y="1018800"/>
                  </a:lnTo>
                  <a:lnTo>
                    <a:pt x="8568777" y="1095395"/>
                  </a:lnTo>
                  <a:lnTo>
                    <a:pt x="8606282" y="1172826"/>
                  </a:lnTo>
                  <a:lnTo>
                    <a:pt x="8643798" y="1250459"/>
                  </a:lnTo>
                  <a:lnTo>
                    <a:pt x="8681293" y="1327655"/>
                  </a:lnTo>
                  <a:lnTo>
                    <a:pt x="8718744" y="1403787"/>
                  </a:lnTo>
                  <a:lnTo>
                    <a:pt x="8756136" y="1478267"/>
                  </a:lnTo>
                  <a:lnTo>
                    <a:pt x="8793471" y="1550559"/>
                  </a:lnTo>
                  <a:lnTo>
                    <a:pt x="8830772" y="1620197"/>
                  </a:lnTo>
                  <a:lnTo>
                    <a:pt x="8868092" y="1686796"/>
                  </a:lnTo>
                  <a:lnTo>
                    <a:pt x="8905511" y="1750055"/>
                  </a:lnTo>
                  <a:lnTo>
                    <a:pt x="8943150" y="1809764"/>
                  </a:lnTo>
                  <a:lnTo>
                    <a:pt x="8981171" y="1865797"/>
                  </a:lnTo>
                  <a:lnTo>
                    <a:pt x="9019783" y="1918109"/>
                  </a:lnTo>
                  <a:lnTo>
                    <a:pt x="9059253" y="1966732"/>
                  </a:lnTo>
                  <a:lnTo>
                    <a:pt x="9084767" y="1995573"/>
                  </a:lnTo>
                  <a:lnTo>
                    <a:pt x="9131406" y="2043160"/>
                  </a:lnTo>
                  <a:lnTo>
                    <a:pt x="9180457" y="2086298"/>
                  </a:lnTo>
                  <a:lnTo>
                    <a:pt x="9232640" y="2125182"/>
                  </a:lnTo>
                  <a:lnTo>
                    <a:pt x="9288742" y="2160154"/>
                  </a:lnTo>
                  <a:lnTo>
                    <a:pt x="9349569" y="2191616"/>
                  </a:lnTo>
                  <a:lnTo>
                    <a:pt x="9415895" y="2219966"/>
                  </a:lnTo>
                  <a:lnTo>
                    <a:pt x="9488391" y="2245568"/>
                  </a:lnTo>
                  <a:lnTo>
                    <a:pt x="9567535" y="2268731"/>
                  </a:lnTo>
                  <a:lnTo>
                    <a:pt x="9653480" y="2289695"/>
                  </a:lnTo>
                  <a:lnTo>
                    <a:pt x="9745908" y="2308631"/>
                  </a:lnTo>
                  <a:lnTo>
                    <a:pt x="9843843" y="2325638"/>
                  </a:lnTo>
                  <a:lnTo>
                    <a:pt x="9945499" y="2340750"/>
                  </a:lnTo>
                  <a:lnTo>
                    <a:pt x="10048191" y="2353951"/>
                  </a:lnTo>
                  <a:lnTo>
                    <a:pt x="10148390" y="2365198"/>
                  </a:lnTo>
                  <a:lnTo>
                    <a:pt x="10242000" y="2374456"/>
                  </a:lnTo>
                  <a:lnTo>
                    <a:pt x="10324867" y="2381735"/>
                  </a:lnTo>
                  <a:lnTo>
                    <a:pt x="10393457" y="2387124"/>
                  </a:lnTo>
                  <a:lnTo>
                    <a:pt x="10445546" y="2390805"/>
                  </a:lnTo>
                  <a:lnTo>
                    <a:pt x="10480725" y="2393051"/>
                  </a:lnTo>
                  <a:lnTo>
                    <a:pt x="10500587" y="2394201"/>
                  </a:lnTo>
                  <a:lnTo>
                    <a:pt x="10508614" y="2394625"/>
                  </a:lnTo>
                  <a:lnTo>
                    <a:pt x="10509911" y="2394688"/>
                  </a:lnTo>
                  <a:lnTo>
                    <a:pt x="10509911" y="2394688"/>
                  </a:lnTo>
                  <a:lnTo>
                    <a:pt x="11981298" y="239468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09" name="pl1009"/>
            <p:cNvSpPr/>
            <p:nvPr/>
          </p:nvSpPr>
          <p:spPr>
            <a:xfrm>
              <a:off x="4799595" y="4489390"/>
              <a:ext cx="11981298" cy="2688916"/>
            </a:xfrm>
            <a:custGeom>
              <a:avLst/>
              <a:pathLst>
                <a:path w="11981298" h="2688916">
                  <a:moveTo>
                    <a:pt x="11981298" y="2394688"/>
                  </a:moveTo>
                  <a:lnTo>
                    <a:pt x="10509911" y="2394688"/>
                  </a:lnTo>
                  <a:lnTo>
                    <a:pt x="10508740" y="2394631"/>
                  </a:lnTo>
                  <a:lnTo>
                    <a:pt x="10501047" y="2394227"/>
                  </a:lnTo>
                  <a:lnTo>
                    <a:pt x="10481672" y="2393108"/>
                  </a:lnTo>
                  <a:lnTo>
                    <a:pt x="10447074" y="2390907"/>
                  </a:lnTo>
                  <a:lnTo>
                    <a:pt x="10395587" y="2387282"/>
                  </a:lnTo>
                  <a:lnTo>
                    <a:pt x="10327552" y="2381957"/>
                  </a:lnTo>
                  <a:lnTo>
                    <a:pt x="10245135" y="2374746"/>
                  </a:lnTo>
                  <a:lnTo>
                    <a:pt x="10151836" y="2365559"/>
                  </a:lnTo>
                  <a:lnTo>
                    <a:pt x="10051798" y="2354382"/>
                  </a:lnTo>
                  <a:lnTo>
                    <a:pt x="9949129" y="2341250"/>
                  </a:lnTo>
                  <a:lnTo>
                    <a:pt x="9847385" y="2326205"/>
                  </a:lnTo>
                  <a:lnTo>
                    <a:pt x="9749283" y="2309265"/>
                  </a:lnTo>
                  <a:lnTo>
                    <a:pt x="9656640" y="2290398"/>
                  </a:lnTo>
                  <a:lnTo>
                    <a:pt x="9570456" y="2269508"/>
                  </a:lnTo>
                  <a:lnTo>
                    <a:pt x="9491073" y="2246427"/>
                  </a:lnTo>
                  <a:lnTo>
                    <a:pt x="9418349" y="2220916"/>
                  </a:lnTo>
                  <a:lnTo>
                    <a:pt x="9351815" y="2192668"/>
                  </a:lnTo>
                  <a:lnTo>
                    <a:pt x="9290807" y="2161323"/>
                  </a:lnTo>
                  <a:lnTo>
                    <a:pt x="9234552" y="2126482"/>
                  </a:lnTo>
                  <a:lnTo>
                    <a:pt x="9182244" y="2087743"/>
                  </a:lnTo>
                  <a:lnTo>
                    <a:pt x="9133094" y="2044760"/>
                  </a:lnTo>
                  <a:lnTo>
                    <a:pt x="9086381" y="1997331"/>
                  </a:lnTo>
                  <a:lnTo>
                    <a:pt x="9084767" y="1995573"/>
                  </a:lnTo>
                  <a:lnTo>
                    <a:pt x="9044585" y="1949235"/>
                  </a:lnTo>
                  <a:lnTo>
                    <a:pt x="9005466" y="1899260"/>
                  </a:lnTo>
                  <a:lnTo>
                    <a:pt x="8967100" y="1845576"/>
                  </a:lnTo>
                  <a:lnTo>
                    <a:pt x="8929242" y="1788179"/>
                  </a:lnTo>
                  <a:lnTo>
                    <a:pt x="8891700" y="1727143"/>
                  </a:lnTo>
                  <a:lnTo>
                    <a:pt x="8854330" y="1662623"/>
                  </a:lnTo>
                  <a:lnTo>
                    <a:pt x="8817025" y="1594865"/>
                  </a:lnTo>
                  <a:lnTo>
                    <a:pt x="8779715" y="1524199"/>
                  </a:lnTo>
                  <a:lnTo>
                    <a:pt x="8742361" y="1451042"/>
                  </a:lnTo>
                  <a:lnTo>
                    <a:pt x="8704946" y="1375888"/>
                  </a:lnTo>
                  <a:lnTo>
                    <a:pt x="8667477" y="1299293"/>
                  </a:lnTo>
                  <a:lnTo>
                    <a:pt x="8629971" y="1221862"/>
                  </a:lnTo>
                  <a:lnTo>
                    <a:pt x="8592456" y="1144228"/>
                  </a:lnTo>
                  <a:lnTo>
                    <a:pt x="8554960" y="1067033"/>
                  </a:lnTo>
                  <a:lnTo>
                    <a:pt x="8517509" y="990900"/>
                  </a:lnTo>
                  <a:lnTo>
                    <a:pt x="8480118" y="916421"/>
                  </a:lnTo>
                  <a:lnTo>
                    <a:pt x="8442783" y="844128"/>
                  </a:lnTo>
                  <a:lnTo>
                    <a:pt x="8405481" y="774490"/>
                  </a:lnTo>
                  <a:lnTo>
                    <a:pt x="8368162" y="707891"/>
                  </a:lnTo>
                  <a:lnTo>
                    <a:pt x="8330742" y="644632"/>
                  </a:lnTo>
                  <a:lnTo>
                    <a:pt x="8293103" y="584923"/>
                  </a:lnTo>
                  <a:lnTo>
                    <a:pt x="8255082" y="528891"/>
                  </a:lnTo>
                  <a:lnTo>
                    <a:pt x="8216471" y="476578"/>
                  </a:lnTo>
                  <a:lnTo>
                    <a:pt x="8177000" y="427955"/>
                  </a:lnTo>
                  <a:lnTo>
                    <a:pt x="8151487" y="399114"/>
                  </a:lnTo>
                  <a:lnTo>
                    <a:pt x="8104848" y="351528"/>
                  </a:lnTo>
                  <a:lnTo>
                    <a:pt x="8055796" y="308389"/>
                  </a:lnTo>
                  <a:lnTo>
                    <a:pt x="8003613" y="269506"/>
                  </a:lnTo>
                  <a:lnTo>
                    <a:pt x="7947511" y="234534"/>
                  </a:lnTo>
                  <a:lnTo>
                    <a:pt x="7886684" y="203072"/>
                  </a:lnTo>
                  <a:lnTo>
                    <a:pt x="7820358" y="174722"/>
                  </a:lnTo>
                  <a:lnTo>
                    <a:pt x="7747862" y="149119"/>
                  </a:lnTo>
                  <a:lnTo>
                    <a:pt x="7668719" y="125957"/>
                  </a:lnTo>
                  <a:lnTo>
                    <a:pt x="7582773" y="104993"/>
                  </a:lnTo>
                  <a:lnTo>
                    <a:pt x="7490346" y="86056"/>
                  </a:lnTo>
                  <a:lnTo>
                    <a:pt x="7392411" y="69049"/>
                  </a:lnTo>
                  <a:lnTo>
                    <a:pt x="7290754" y="53937"/>
                  </a:lnTo>
                  <a:lnTo>
                    <a:pt x="7188062" y="40737"/>
                  </a:lnTo>
                  <a:lnTo>
                    <a:pt x="7087863" y="29490"/>
                  </a:lnTo>
                  <a:lnTo>
                    <a:pt x="6994253" y="20232"/>
                  </a:lnTo>
                  <a:lnTo>
                    <a:pt x="6911387" y="12952"/>
                  </a:lnTo>
                  <a:lnTo>
                    <a:pt x="6842797" y="7564"/>
                  </a:lnTo>
                  <a:lnTo>
                    <a:pt x="6790708" y="3883"/>
                  </a:lnTo>
                  <a:lnTo>
                    <a:pt x="6755529" y="1637"/>
                  </a:lnTo>
                  <a:lnTo>
                    <a:pt x="6735666" y="486"/>
                  </a:lnTo>
                  <a:lnTo>
                    <a:pt x="6727640" y="63"/>
                  </a:lnTo>
                  <a:lnTo>
                    <a:pt x="6726343" y="0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800" y="62"/>
                  </a:lnTo>
                  <a:lnTo>
                    <a:pt x="5246211" y="510"/>
                  </a:lnTo>
                  <a:lnTo>
                    <a:pt x="5227089" y="1748"/>
                  </a:lnTo>
                  <a:lnTo>
                    <a:pt x="5192920" y="4185"/>
                  </a:lnTo>
                  <a:lnTo>
                    <a:pt x="5142032" y="8200"/>
                  </a:lnTo>
                  <a:lnTo>
                    <a:pt x="5074720" y="14098"/>
                  </a:lnTo>
                  <a:lnTo>
                    <a:pt x="4993078" y="22091"/>
                  </a:lnTo>
                  <a:lnTo>
                    <a:pt x="4900527" y="32280"/>
                  </a:lnTo>
                  <a:lnTo>
                    <a:pt x="4801143" y="44684"/>
                  </a:lnTo>
                  <a:lnTo>
                    <a:pt x="4698990" y="59264"/>
                  </a:lnTo>
                  <a:lnTo>
                    <a:pt x="4597605" y="75974"/>
                  </a:lnTo>
                  <a:lnTo>
                    <a:pt x="4499713" y="94792"/>
                  </a:lnTo>
                  <a:lnTo>
                    <a:pt x="4407151" y="115749"/>
                  </a:lnTo>
                  <a:lnTo>
                    <a:pt x="4320948" y="138948"/>
                  </a:lnTo>
                  <a:lnTo>
                    <a:pt x="4241477" y="164569"/>
                  </a:lnTo>
                  <a:lnTo>
                    <a:pt x="4168625" y="192873"/>
                  </a:lnTo>
                  <a:lnTo>
                    <a:pt x="4101949" y="224192"/>
                  </a:lnTo>
                  <a:lnTo>
                    <a:pt x="4040803" y="258923"/>
                  </a:lnTo>
                  <a:lnTo>
                    <a:pt x="3984434" y="297504"/>
                  </a:lnTo>
                  <a:lnTo>
                    <a:pt x="3932045" y="340383"/>
                  </a:lnTo>
                  <a:lnTo>
                    <a:pt x="3882857" y="387952"/>
                  </a:lnTo>
                  <a:lnTo>
                    <a:pt x="3836148" y="440456"/>
                  </a:lnTo>
                  <a:lnTo>
                    <a:pt x="3829811" y="448152"/>
                  </a:lnTo>
                  <a:lnTo>
                    <a:pt x="3791351" y="497840"/>
                  </a:lnTo>
                  <a:lnTo>
                    <a:pt x="3753876" y="551260"/>
                  </a:lnTo>
                  <a:lnTo>
                    <a:pt x="3717111" y="608487"/>
                  </a:lnTo>
                  <a:lnTo>
                    <a:pt x="3680837" y="669533"/>
                  </a:lnTo>
                  <a:lnTo>
                    <a:pt x="3644880" y="734339"/>
                  </a:lnTo>
                  <a:lnTo>
                    <a:pt x="3609104" y="802766"/>
                  </a:lnTo>
                  <a:lnTo>
                    <a:pt x="3573410" y="874596"/>
                  </a:lnTo>
                  <a:lnTo>
                    <a:pt x="3537728" y="949526"/>
                  </a:lnTo>
                  <a:lnTo>
                    <a:pt x="3502015" y="1027175"/>
                  </a:lnTo>
                  <a:lnTo>
                    <a:pt x="3466250" y="1107083"/>
                  </a:lnTo>
                  <a:lnTo>
                    <a:pt x="3430431" y="1188727"/>
                  </a:lnTo>
                  <a:lnTo>
                    <a:pt x="3394569" y="1271533"/>
                  </a:lnTo>
                  <a:lnTo>
                    <a:pt x="3358684" y="1354888"/>
                  </a:lnTo>
                  <a:lnTo>
                    <a:pt x="3322803" y="1438164"/>
                  </a:lnTo>
                  <a:lnTo>
                    <a:pt x="3286950" y="1520736"/>
                  </a:lnTo>
                  <a:lnTo>
                    <a:pt x="3251143" y="1601998"/>
                  </a:lnTo>
                  <a:lnTo>
                    <a:pt x="3215392" y="1681388"/>
                  </a:lnTo>
                  <a:lnTo>
                    <a:pt x="3179690" y="1758397"/>
                  </a:lnTo>
                  <a:lnTo>
                    <a:pt x="3144010" y="1832585"/>
                  </a:lnTo>
                  <a:lnTo>
                    <a:pt x="3108303" y="1903589"/>
                  </a:lnTo>
                  <a:lnTo>
                    <a:pt x="3072493" y="1971128"/>
                  </a:lnTo>
                  <a:lnTo>
                    <a:pt x="3036470" y="2035003"/>
                  </a:lnTo>
                  <a:lnTo>
                    <a:pt x="3000092" y="2095097"/>
                  </a:lnTo>
                  <a:lnTo>
                    <a:pt x="2963172" y="2151369"/>
                  </a:lnTo>
                  <a:lnTo>
                    <a:pt x="2925479" y="2203846"/>
                  </a:lnTo>
                  <a:lnTo>
                    <a:pt x="2896531" y="2240763"/>
                  </a:lnTo>
                  <a:lnTo>
                    <a:pt x="2850116" y="2293958"/>
                  </a:lnTo>
                  <a:lnTo>
                    <a:pt x="2801314" y="2342204"/>
                  </a:lnTo>
                  <a:lnTo>
                    <a:pt x="2749416" y="2385714"/>
                  </a:lnTo>
                  <a:lnTo>
                    <a:pt x="2693648" y="2424867"/>
                  </a:lnTo>
                  <a:lnTo>
                    <a:pt x="2633214" y="2460106"/>
                  </a:lnTo>
                  <a:lnTo>
                    <a:pt x="2567349" y="2491875"/>
                  </a:lnTo>
                  <a:lnTo>
                    <a:pt x="2495388" y="2520576"/>
                  </a:lnTo>
                  <a:lnTo>
                    <a:pt x="2416854" y="2546554"/>
                  </a:lnTo>
                  <a:lnTo>
                    <a:pt x="2331578" y="2570077"/>
                  </a:lnTo>
                  <a:lnTo>
                    <a:pt x="2239855" y="2591338"/>
                  </a:lnTo>
                  <a:lnTo>
                    <a:pt x="2142614" y="2610450"/>
                  </a:lnTo>
                  <a:lnTo>
                    <a:pt x="2041572" y="2627453"/>
                  </a:lnTo>
                  <a:lnTo>
                    <a:pt x="1939331" y="2642333"/>
                  </a:lnTo>
                  <a:lnTo>
                    <a:pt x="1839326" y="2655042"/>
                  </a:lnTo>
                  <a:lnTo>
                    <a:pt x="1745574" y="2665540"/>
                  </a:lnTo>
                  <a:lnTo>
                    <a:pt x="1662188" y="2673834"/>
                  </a:lnTo>
                  <a:lnTo>
                    <a:pt x="1592720" y="2680014"/>
                  </a:lnTo>
                  <a:lnTo>
                    <a:pt x="1539486" y="2684274"/>
                  </a:lnTo>
                  <a:lnTo>
                    <a:pt x="1503047" y="2686909"/>
                  </a:lnTo>
                  <a:lnTo>
                    <a:pt x="1482003" y="2688290"/>
                  </a:lnTo>
                  <a:lnTo>
                    <a:pt x="1473081" y="2688823"/>
                  </a:lnTo>
                  <a:lnTo>
                    <a:pt x="1471390" y="2688916"/>
                  </a:lnTo>
                  <a:lnTo>
                    <a:pt x="1471387" y="2688916"/>
                  </a:lnTo>
                  <a:lnTo>
                    <a:pt x="0" y="268891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10" name="pg1010"/>
            <p:cNvSpPr/>
            <p:nvPr/>
          </p:nvSpPr>
          <p:spPr>
            <a:xfrm>
              <a:off x="4799595" y="4513909"/>
              <a:ext cx="11981298" cy="2909587"/>
            </a:xfrm>
            <a:custGeom>
              <a:avLst/>
              <a:pathLst>
                <a:path w="11981298" h="2909587">
                  <a:moveTo>
                    <a:pt x="0" y="2680743"/>
                  </a:moveTo>
                  <a:lnTo>
                    <a:pt x="1471387" y="2680743"/>
                  </a:lnTo>
                  <a:lnTo>
                    <a:pt x="1472543" y="2680680"/>
                  </a:lnTo>
                  <a:lnTo>
                    <a:pt x="1480138" y="2680235"/>
                  </a:lnTo>
                  <a:lnTo>
                    <a:pt x="1499275" y="2679003"/>
                  </a:lnTo>
                  <a:lnTo>
                    <a:pt x="1533469" y="2676579"/>
                  </a:lnTo>
                  <a:lnTo>
                    <a:pt x="1584391" y="2672586"/>
                  </a:lnTo>
                  <a:lnTo>
                    <a:pt x="1651745" y="2666719"/>
                  </a:lnTo>
                  <a:lnTo>
                    <a:pt x="1733432" y="2658769"/>
                  </a:lnTo>
                  <a:lnTo>
                    <a:pt x="1826027" y="2648634"/>
                  </a:lnTo>
                  <a:lnTo>
                    <a:pt x="1925449" y="2636297"/>
                  </a:lnTo>
                  <a:lnTo>
                    <a:pt x="2027631" y="2621796"/>
                  </a:lnTo>
                  <a:lnTo>
                    <a:pt x="2129037" y="2605177"/>
                  </a:lnTo>
                  <a:lnTo>
                    <a:pt x="2226942" y="2586462"/>
                  </a:lnTo>
                  <a:lnTo>
                    <a:pt x="2319509" y="2565619"/>
                  </a:lnTo>
                  <a:lnTo>
                    <a:pt x="2405710" y="2542547"/>
                  </a:lnTo>
                  <a:lnTo>
                    <a:pt x="2485177" y="2517064"/>
                  </a:lnTo>
                  <a:lnTo>
                    <a:pt x="2558022" y="2488913"/>
                  </a:lnTo>
                  <a:lnTo>
                    <a:pt x="2624689" y="2457762"/>
                  </a:lnTo>
                  <a:lnTo>
                    <a:pt x="2685827" y="2423215"/>
                  </a:lnTo>
                  <a:lnTo>
                    <a:pt x="2742190" y="2384837"/>
                  </a:lnTo>
                  <a:lnTo>
                    <a:pt x="2794573" y="2342184"/>
                  </a:lnTo>
                  <a:lnTo>
                    <a:pt x="2843759" y="2294863"/>
                  </a:lnTo>
                  <a:lnTo>
                    <a:pt x="2890468" y="2242636"/>
                  </a:lnTo>
                  <a:lnTo>
                    <a:pt x="2896531" y="2235315"/>
                  </a:lnTo>
                  <a:lnTo>
                    <a:pt x="2935082" y="2185806"/>
                  </a:lnTo>
                  <a:lnTo>
                    <a:pt x="2972644" y="2132570"/>
                  </a:lnTo>
                  <a:lnTo>
                    <a:pt x="3009494" y="2075531"/>
                  </a:lnTo>
                  <a:lnTo>
                    <a:pt x="3045851" y="2014679"/>
                  </a:lnTo>
                  <a:lnTo>
                    <a:pt x="3081892" y="1950073"/>
                  </a:lnTo>
                  <a:lnTo>
                    <a:pt x="3117752" y="1881853"/>
                  </a:lnTo>
                  <a:lnTo>
                    <a:pt x="3153531" y="1810238"/>
                  </a:lnTo>
                  <a:lnTo>
                    <a:pt x="3189299" y="1735532"/>
                  </a:lnTo>
                  <a:lnTo>
                    <a:pt x="3225098" y="1658120"/>
                  </a:lnTo>
                  <a:lnTo>
                    <a:pt x="3260950" y="1578461"/>
                  </a:lnTo>
                  <a:lnTo>
                    <a:pt x="3296857" y="1497082"/>
                  </a:lnTo>
                  <a:lnTo>
                    <a:pt x="3332806" y="1414560"/>
                  </a:lnTo>
                  <a:lnTo>
                    <a:pt x="3368777" y="1331506"/>
                  </a:lnTo>
                  <a:lnTo>
                    <a:pt x="3404743" y="1248550"/>
                  </a:lnTo>
                  <a:lnTo>
                    <a:pt x="3440681" y="1166320"/>
                  </a:lnTo>
                  <a:lnTo>
                    <a:pt x="3476572" y="1085417"/>
                  </a:lnTo>
                  <a:lnTo>
                    <a:pt x="3512406" y="1006405"/>
                  </a:lnTo>
                  <a:lnTo>
                    <a:pt x="3548193" y="929791"/>
                  </a:lnTo>
                  <a:lnTo>
                    <a:pt x="3583958" y="856011"/>
                  </a:lnTo>
                  <a:lnTo>
                    <a:pt x="3619753" y="785425"/>
                  </a:lnTo>
                  <a:lnTo>
                    <a:pt x="3655657" y="718311"/>
                  </a:lnTo>
                  <a:lnTo>
                    <a:pt x="3691781" y="654864"/>
                  </a:lnTo>
                  <a:lnTo>
                    <a:pt x="3728271" y="595197"/>
                  </a:lnTo>
                  <a:lnTo>
                    <a:pt x="3765316" y="539348"/>
                  </a:lnTo>
                  <a:lnTo>
                    <a:pt x="3803154" y="487285"/>
                  </a:lnTo>
                  <a:lnTo>
                    <a:pt x="3829811" y="453601"/>
                  </a:lnTo>
                  <a:lnTo>
                    <a:pt x="3876239" y="400716"/>
                  </a:lnTo>
                  <a:lnTo>
                    <a:pt x="3925056" y="352752"/>
                  </a:lnTo>
                  <a:lnTo>
                    <a:pt x="3976970" y="309498"/>
                  </a:lnTo>
                  <a:lnTo>
                    <a:pt x="4032757" y="270576"/>
                  </a:lnTo>
                  <a:lnTo>
                    <a:pt x="4093214" y="235546"/>
                  </a:lnTo>
                  <a:lnTo>
                    <a:pt x="4159106" y="203967"/>
                  </a:lnTo>
                  <a:lnTo>
                    <a:pt x="4231098" y="175437"/>
                  </a:lnTo>
                  <a:lnTo>
                    <a:pt x="4309667" y="149616"/>
                  </a:lnTo>
                  <a:lnTo>
                    <a:pt x="4394982" y="126235"/>
                  </a:lnTo>
                  <a:lnTo>
                    <a:pt x="4486745" y="105103"/>
                  </a:lnTo>
                  <a:lnTo>
                    <a:pt x="4584027" y="86108"/>
                  </a:lnTo>
                  <a:lnTo>
                    <a:pt x="4685104" y="69210"/>
                  </a:lnTo>
                  <a:lnTo>
                    <a:pt x="4787372" y="54424"/>
                  </a:lnTo>
                  <a:lnTo>
                    <a:pt x="4887388" y="41797"/>
                  </a:lnTo>
                  <a:lnTo>
                    <a:pt x="4981133" y="31368"/>
                  </a:lnTo>
                  <a:lnTo>
                    <a:pt x="5064490" y="23131"/>
                  </a:lnTo>
                  <a:lnTo>
                    <a:pt x="5133908" y="16996"/>
                  </a:lnTo>
                  <a:lnTo>
                    <a:pt x="5187076" y="12770"/>
                  </a:lnTo>
                  <a:lnTo>
                    <a:pt x="5223442" y="10157"/>
                  </a:lnTo>
                  <a:lnTo>
                    <a:pt x="5244417" y="8790"/>
                  </a:lnTo>
                  <a:lnTo>
                    <a:pt x="5253286" y="8264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485" y="8240"/>
                  </a:lnTo>
                  <a:lnTo>
                    <a:pt x="6734994" y="8717"/>
                  </a:lnTo>
                  <a:lnTo>
                    <a:pt x="6753922" y="10039"/>
                  </a:lnTo>
                  <a:lnTo>
                    <a:pt x="6787758" y="12639"/>
                  </a:lnTo>
                  <a:lnTo>
                    <a:pt x="6838182" y="16924"/>
                  </a:lnTo>
                  <a:lnTo>
                    <a:pt x="6904934" y="23222"/>
                  </a:lnTo>
                  <a:lnTo>
                    <a:pt x="6985974" y="31759"/>
                  </a:lnTo>
                  <a:lnTo>
                    <a:pt x="7077942" y="42648"/>
                  </a:lnTo>
                  <a:lnTo>
                    <a:pt x="7176814" y="55909"/>
                  </a:lnTo>
                  <a:lnTo>
                    <a:pt x="7278561" y="71504"/>
                  </a:lnTo>
                  <a:lnTo>
                    <a:pt x="7379660" y="89381"/>
                  </a:lnTo>
                  <a:lnTo>
                    <a:pt x="7477384" y="109516"/>
                  </a:lnTo>
                  <a:lnTo>
                    <a:pt x="7569879" y="131939"/>
                  </a:lnTo>
                  <a:lnTo>
                    <a:pt x="7656092" y="156757"/>
                  </a:lnTo>
                  <a:lnTo>
                    <a:pt x="7735629" y="184157"/>
                  </a:lnTo>
                  <a:lnTo>
                    <a:pt x="7808580" y="214413"/>
                  </a:lnTo>
                  <a:lnTo>
                    <a:pt x="7875366" y="247875"/>
                  </a:lnTo>
                  <a:lnTo>
                    <a:pt x="7936619" y="284964"/>
                  </a:lnTo>
                  <a:lnTo>
                    <a:pt x="7993080" y="326147"/>
                  </a:lnTo>
                  <a:lnTo>
                    <a:pt x="8045533" y="371899"/>
                  </a:lnTo>
                  <a:lnTo>
                    <a:pt x="8094754" y="422649"/>
                  </a:lnTo>
                  <a:lnTo>
                    <a:pt x="8141462" y="478674"/>
                  </a:lnTo>
                  <a:lnTo>
                    <a:pt x="8151487" y="491742"/>
                  </a:lnTo>
                  <a:lnTo>
                    <a:pt x="8188811" y="543693"/>
                  </a:lnTo>
                  <a:lnTo>
                    <a:pt x="8225201" y="599431"/>
                  </a:lnTo>
                  <a:lnTo>
                    <a:pt x="8260908" y="659033"/>
                  </a:lnTo>
                  <a:lnTo>
                    <a:pt x="8296137" y="722515"/>
                  </a:lnTo>
                  <a:lnTo>
                    <a:pt x="8331051" y="789825"/>
                  </a:lnTo>
                  <a:lnTo>
                    <a:pt x="8365777" y="860840"/>
                  </a:lnTo>
                  <a:lnTo>
                    <a:pt x="8400411" y="935356"/>
                  </a:lnTo>
                  <a:lnTo>
                    <a:pt x="8435023" y="1013092"/>
                  </a:lnTo>
                  <a:lnTo>
                    <a:pt x="8469656" y="1093688"/>
                  </a:lnTo>
                  <a:lnTo>
                    <a:pt x="8504335" y="1176712"/>
                  </a:lnTo>
                  <a:lnTo>
                    <a:pt x="8539067" y="1261665"/>
                  </a:lnTo>
                  <a:lnTo>
                    <a:pt x="8573843" y="1347993"/>
                  </a:lnTo>
                  <a:lnTo>
                    <a:pt x="8608648" y="1435106"/>
                  </a:lnTo>
                  <a:lnTo>
                    <a:pt x="8643460" y="1522388"/>
                  </a:lnTo>
                  <a:lnTo>
                    <a:pt x="8678254" y="1609219"/>
                  </a:lnTo>
                  <a:lnTo>
                    <a:pt x="8713012" y="1694993"/>
                  </a:lnTo>
                  <a:lnTo>
                    <a:pt x="8747719" y="1779132"/>
                  </a:lnTo>
                  <a:lnTo>
                    <a:pt x="8782376" y="1861109"/>
                  </a:lnTo>
                  <a:lnTo>
                    <a:pt x="8816995" y="1940452"/>
                  </a:lnTo>
                  <a:lnTo>
                    <a:pt x="8851611" y="2016761"/>
                  </a:lnTo>
                  <a:lnTo>
                    <a:pt x="8886277" y="2089712"/>
                  </a:lnTo>
                  <a:lnTo>
                    <a:pt x="8921074" y="2159060"/>
                  </a:lnTo>
                  <a:lnTo>
                    <a:pt x="8956114" y="2224638"/>
                  </a:lnTo>
                  <a:lnTo>
                    <a:pt x="8991538" y="2286355"/>
                  </a:lnTo>
                  <a:lnTo>
                    <a:pt x="9027528" y="2344191"/>
                  </a:lnTo>
                  <a:lnTo>
                    <a:pt x="9064309" y="2398191"/>
                  </a:lnTo>
                  <a:lnTo>
                    <a:pt x="9084767" y="2426018"/>
                  </a:lnTo>
                  <a:lnTo>
                    <a:pt x="9131008" y="2483216"/>
                  </a:lnTo>
                  <a:lnTo>
                    <a:pt x="9179616" y="2535113"/>
                  </a:lnTo>
                  <a:lnTo>
                    <a:pt x="9231292" y="2581934"/>
                  </a:lnTo>
                  <a:lnTo>
                    <a:pt x="9286801" y="2624084"/>
                  </a:lnTo>
                  <a:lnTo>
                    <a:pt x="9346931" y="2662034"/>
                  </a:lnTo>
                  <a:lnTo>
                    <a:pt x="9412438" y="2696258"/>
                  </a:lnTo>
                  <a:lnTo>
                    <a:pt x="9483984" y="2727188"/>
                  </a:lnTo>
                  <a:lnTo>
                    <a:pt x="9562047" y="2755192"/>
                  </a:lnTo>
                  <a:lnTo>
                    <a:pt x="9646803" y="2780559"/>
                  </a:lnTo>
                  <a:lnTo>
                    <a:pt x="9737978" y="2803499"/>
                  </a:lnTo>
                  <a:lnTo>
                    <a:pt x="9834678" y="2824133"/>
                  </a:lnTo>
                  <a:lnTo>
                    <a:pt x="9935237" y="2842508"/>
                  </a:lnTo>
                  <a:lnTo>
                    <a:pt x="10037119" y="2858611"/>
                  </a:lnTo>
                  <a:lnTo>
                    <a:pt x="10136960" y="2872390"/>
                  </a:lnTo>
                  <a:lnTo>
                    <a:pt x="10230806" y="2883804"/>
                  </a:lnTo>
                  <a:lnTo>
                    <a:pt x="10314578" y="2892853"/>
                  </a:lnTo>
                  <a:lnTo>
                    <a:pt x="10384710" y="2899630"/>
                  </a:lnTo>
                  <a:lnTo>
                    <a:pt x="10438824" y="2904333"/>
                  </a:lnTo>
                  <a:lnTo>
                    <a:pt x="10476240" y="2907272"/>
                  </a:lnTo>
                  <a:lnTo>
                    <a:pt x="10498215" y="2908838"/>
                  </a:lnTo>
                  <a:lnTo>
                    <a:pt x="10507859" y="2909465"/>
                  </a:lnTo>
                  <a:lnTo>
                    <a:pt x="10509911" y="2909587"/>
                  </a:lnTo>
                  <a:lnTo>
                    <a:pt x="11981298" y="2909587"/>
                  </a:lnTo>
                  <a:lnTo>
                    <a:pt x="11981298" y="2901414"/>
                  </a:lnTo>
                  <a:lnTo>
                    <a:pt x="10509911" y="2901414"/>
                  </a:lnTo>
                  <a:lnTo>
                    <a:pt x="10508768" y="2901347"/>
                  </a:lnTo>
                  <a:lnTo>
                    <a:pt x="10501259" y="2900869"/>
                  </a:lnTo>
                  <a:lnTo>
                    <a:pt x="10482331" y="2899548"/>
                  </a:lnTo>
                  <a:lnTo>
                    <a:pt x="10448495" y="2896947"/>
                  </a:lnTo>
                  <a:lnTo>
                    <a:pt x="10398071" y="2892662"/>
                  </a:lnTo>
                  <a:lnTo>
                    <a:pt x="10331319" y="2886364"/>
                  </a:lnTo>
                  <a:lnTo>
                    <a:pt x="10250279" y="2877827"/>
                  </a:lnTo>
                  <a:lnTo>
                    <a:pt x="10158311" y="2866938"/>
                  </a:lnTo>
                  <a:lnTo>
                    <a:pt x="10059440" y="2853677"/>
                  </a:lnTo>
                  <a:lnTo>
                    <a:pt x="9957693" y="2838083"/>
                  </a:lnTo>
                  <a:lnTo>
                    <a:pt x="9856593" y="2820205"/>
                  </a:lnTo>
                  <a:lnTo>
                    <a:pt x="9758869" y="2800071"/>
                  </a:lnTo>
                  <a:lnTo>
                    <a:pt x="9666375" y="2777647"/>
                  </a:lnTo>
                  <a:lnTo>
                    <a:pt x="9580161" y="2752830"/>
                  </a:lnTo>
                  <a:lnTo>
                    <a:pt x="9500624" y="2725429"/>
                  </a:lnTo>
                  <a:lnTo>
                    <a:pt x="9427673" y="2695174"/>
                  </a:lnTo>
                  <a:lnTo>
                    <a:pt x="9360887" y="2661711"/>
                  </a:lnTo>
                  <a:lnTo>
                    <a:pt x="9299634" y="2624622"/>
                  </a:lnTo>
                  <a:lnTo>
                    <a:pt x="9243174" y="2583440"/>
                  </a:lnTo>
                  <a:lnTo>
                    <a:pt x="9190720" y="2537687"/>
                  </a:lnTo>
                  <a:lnTo>
                    <a:pt x="9141499" y="2486937"/>
                  </a:lnTo>
                  <a:lnTo>
                    <a:pt x="9094791" y="2430913"/>
                  </a:lnTo>
                  <a:lnTo>
                    <a:pt x="9084767" y="2417845"/>
                  </a:lnTo>
                  <a:lnTo>
                    <a:pt x="9047442" y="2365893"/>
                  </a:lnTo>
                  <a:lnTo>
                    <a:pt x="9011052" y="2310155"/>
                  </a:lnTo>
                  <a:lnTo>
                    <a:pt x="8975345" y="2250553"/>
                  </a:lnTo>
                  <a:lnTo>
                    <a:pt x="8940116" y="2187072"/>
                  </a:lnTo>
                  <a:lnTo>
                    <a:pt x="8905203" y="2119761"/>
                  </a:lnTo>
                  <a:lnTo>
                    <a:pt x="8870477" y="2048747"/>
                  </a:lnTo>
                  <a:lnTo>
                    <a:pt x="8835842" y="1974231"/>
                  </a:lnTo>
                  <a:lnTo>
                    <a:pt x="8801230" y="1896495"/>
                  </a:lnTo>
                  <a:lnTo>
                    <a:pt x="8766597" y="1815898"/>
                  </a:lnTo>
                  <a:lnTo>
                    <a:pt x="8731918" y="1732874"/>
                  </a:lnTo>
                  <a:lnTo>
                    <a:pt x="8697186" y="1647922"/>
                  </a:lnTo>
                  <a:lnTo>
                    <a:pt x="8662410" y="1561593"/>
                  </a:lnTo>
                  <a:lnTo>
                    <a:pt x="8627605" y="1474480"/>
                  </a:lnTo>
                  <a:lnTo>
                    <a:pt x="8592794" y="1387198"/>
                  </a:lnTo>
                  <a:lnTo>
                    <a:pt x="8557999" y="1300367"/>
                  </a:lnTo>
                  <a:lnTo>
                    <a:pt x="8523242" y="1214594"/>
                  </a:lnTo>
                  <a:lnTo>
                    <a:pt x="8488534" y="1130454"/>
                  </a:lnTo>
                  <a:lnTo>
                    <a:pt x="8453877" y="1048478"/>
                  </a:lnTo>
                  <a:lnTo>
                    <a:pt x="8419258" y="969135"/>
                  </a:lnTo>
                  <a:lnTo>
                    <a:pt x="8384643" y="892825"/>
                  </a:lnTo>
                  <a:lnTo>
                    <a:pt x="8349977" y="819874"/>
                  </a:lnTo>
                  <a:lnTo>
                    <a:pt x="8315179" y="750526"/>
                  </a:lnTo>
                  <a:lnTo>
                    <a:pt x="8280139" y="684949"/>
                  </a:lnTo>
                  <a:lnTo>
                    <a:pt x="8244715" y="623232"/>
                  </a:lnTo>
                  <a:lnTo>
                    <a:pt x="8208725" y="565396"/>
                  </a:lnTo>
                  <a:lnTo>
                    <a:pt x="8171945" y="511395"/>
                  </a:lnTo>
                  <a:lnTo>
                    <a:pt x="8151487" y="483569"/>
                  </a:lnTo>
                  <a:lnTo>
                    <a:pt x="8105245" y="426371"/>
                  </a:lnTo>
                  <a:lnTo>
                    <a:pt x="8056637" y="374473"/>
                  </a:lnTo>
                  <a:lnTo>
                    <a:pt x="8004962" y="327652"/>
                  </a:lnTo>
                  <a:lnTo>
                    <a:pt x="7949453" y="285503"/>
                  </a:lnTo>
                  <a:lnTo>
                    <a:pt x="7889323" y="247552"/>
                  </a:lnTo>
                  <a:lnTo>
                    <a:pt x="7823815" y="213328"/>
                  </a:lnTo>
                  <a:lnTo>
                    <a:pt x="7752269" y="182398"/>
                  </a:lnTo>
                  <a:lnTo>
                    <a:pt x="7674206" y="154395"/>
                  </a:lnTo>
                  <a:lnTo>
                    <a:pt x="7589450" y="129027"/>
                  </a:lnTo>
                  <a:lnTo>
                    <a:pt x="7498276" y="106088"/>
                  </a:lnTo>
                  <a:lnTo>
                    <a:pt x="7401575" y="85454"/>
                  </a:lnTo>
                  <a:lnTo>
                    <a:pt x="7301016" y="67078"/>
                  </a:lnTo>
                  <a:lnTo>
                    <a:pt x="7199134" y="50976"/>
                  </a:lnTo>
                  <a:lnTo>
                    <a:pt x="7099293" y="37196"/>
                  </a:lnTo>
                  <a:lnTo>
                    <a:pt x="7005448" y="25783"/>
                  </a:lnTo>
                  <a:lnTo>
                    <a:pt x="6921676" y="16733"/>
                  </a:lnTo>
                  <a:lnTo>
                    <a:pt x="6851543" y="9957"/>
                  </a:lnTo>
                  <a:lnTo>
                    <a:pt x="6797429" y="5253"/>
                  </a:lnTo>
                  <a:lnTo>
                    <a:pt x="6760013" y="2314"/>
                  </a:lnTo>
                  <a:lnTo>
                    <a:pt x="6738038" y="748"/>
                  </a:lnTo>
                  <a:lnTo>
                    <a:pt x="6728395" y="122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799" y="62"/>
                  </a:lnTo>
                  <a:lnTo>
                    <a:pt x="5246204" y="508"/>
                  </a:lnTo>
                  <a:lnTo>
                    <a:pt x="5227067" y="1739"/>
                  </a:lnTo>
                  <a:lnTo>
                    <a:pt x="5192874" y="4163"/>
                  </a:lnTo>
                  <a:lnTo>
                    <a:pt x="5141951" y="8156"/>
                  </a:lnTo>
                  <a:lnTo>
                    <a:pt x="5074597" y="14024"/>
                  </a:lnTo>
                  <a:lnTo>
                    <a:pt x="4992910" y="21974"/>
                  </a:lnTo>
                  <a:lnTo>
                    <a:pt x="4900316" y="32109"/>
                  </a:lnTo>
                  <a:lnTo>
                    <a:pt x="4800894" y="44445"/>
                  </a:lnTo>
                  <a:lnTo>
                    <a:pt x="4698711" y="58947"/>
                  </a:lnTo>
                  <a:lnTo>
                    <a:pt x="4597305" y="75566"/>
                  </a:lnTo>
                  <a:lnTo>
                    <a:pt x="4499400" y="94281"/>
                  </a:lnTo>
                  <a:lnTo>
                    <a:pt x="4406833" y="115123"/>
                  </a:lnTo>
                  <a:lnTo>
                    <a:pt x="4320632" y="138196"/>
                  </a:lnTo>
                  <a:lnTo>
                    <a:pt x="4241166" y="163679"/>
                  </a:lnTo>
                  <a:lnTo>
                    <a:pt x="4168321" y="191829"/>
                  </a:lnTo>
                  <a:lnTo>
                    <a:pt x="4101653" y="222981"/>
                  </a:lnTo>
                  <a:lnTo>
                    <a:pt x="4040515" y="257527"/>
                  </a:lnTo>
                  <a:lnTo>
                    <a:pt x="3984152" y="295905"/>
                  </a:lnTo>
                  <a:lnTo>
                    <a:pt x="3931769" y="338559"/>
                  </a:lnTo>
                  <a:lnTo>
                    <a:pt x="3882583" y="385879"/>
                  </a:lnTo>
                  <a:lnTo>
                    <a:pt x="3835874" y="438107"/>
                  </a:lnTo>
                  <a:lnTo>
                    <a:pt x="3829811" y="445428"/>
                  </a:lnTo>
                  <a:lnTo>
                    <a:pt x="3791260" y="494936"/>
                  </a:lnTo>
                  <a:lnTo>
                    <a:pt x="3753698" y="548172"/>
                  </a:lnTo>
                  <a:lnTo>
                    <a:pt x="3716849" y="605211"/>
                  </a:lnTo>
                  <a:lnTo>
                    <a:pt x="3680491" y="666063"/>
                  </a:lnTo>
                  <a:lnTo>
                    <a:pt x="3644450" y="730669"/>
                  </a:lnTo>
                  <a:lnTo>
                    <a:pt x="3608590" y="798890"/>
                  </a:lnTo>
                  <a:lnTo>
                    <a:pt x="3572811" y="870505"/>
                  </a:lnTo>
                  <a:lnTo>
                    <a:pt x="3537044" y="945211"/>
                  </a:lnTo>
                  <a:lnTo>
                    <a:pt x="3501244" y="1022623"/>
                  </a:lnTo>
                  <a:lnTo>
                    <a:pt x="3465392" y="1102281"/>
                  </a:lnTo>
                  <a:lnTo>
                    <a:pt x="3429485" y="1183660"/>
                  </a:lnTo>
                  <a:lnTo>
                    <a:pt x="3393536" y="1266183"/>
                  </a:lnTo>
                  <a:lnTo>
                    <a:pt x="3357565" y="1349237"/>
                  </a:lnTo>
                  <a:lnTo>
                    <a:pt x="3321599" y="1432192"/>
                  </a:lnTo>
                  <a:lnTo>
                    <a:pt x="3285661" y="1514423"/>
                  </a:lnTo>
                  <a:lnTo>
                    <a:pt x="3249770" y="1595325"/>
                  </a:lnTo>
                  <a:lnTo>
                    <a:pt x="3213936" y="1674337"/>
                  </a:lnTo>
                  <a:lnTo>
                    <a:pt x="3178149" y="1750952"/>
                  </a:lnTo>
                  <a:lnTo>
                    <a:pt x="3142384" y="1824732"/>
                  </a:lnTo>
                  <a:lnTo>
                    <a:pt x="3106589" y="1895318"/>
                  </a:lnTo>
                  <a:lnTo>
                    <a:pt x="3070685" y="1962431"/>
                  </a:lnTo>
                  <a:lnTo>
                    <a:pt x="3034561" y="2025878"/>
                  </a:lnTo>
                  <a:lnTo>
                    <a:pt x="2998071" y="2085545"/>
                  </a:lnTo>
                  <a:lnTo>
                    <a:pt x="2961026" y="2141394"/>
                  </a:lnTo>
                  <a:lnTo>
                    <a:pt x="2923188" y="2193458"/>
                  </a:lnTo>
                  <a:lnTo>
                    <a:pt x="2896531" y="2227142"/>
                  </a:lnTo>
                  <a:lnTo>
                    <a:pt x="2850103" y="2280026"/>
                  </a:lnTo>
                  <a:lnTo>
                    <a:pt x="2801286" y="2327991"/>
                  </a:lnTo>
                  <a:lnTo>
                    <a:pt x="2749372" y="2371245"/>
                  </a:lnTo>
                  <a:lnTo>
                    <a:pt x="2693585" y="2410166"/>
                  </a:lnTo>
                  <a:lnTo>
                    <a:pt x="2633128" y="2445197"/>
                  </a:lnTo>
                  <a:lnTo>
                    <a:pt x="2567236" y="2476776"/>
                  </a:lnTo>
                  <a:lnTo>
                    <a:pt x="2495245" y="2505305"/>
                  </a:lnTo>
                  <a:lnTo>
                    <a:pt x="2416675" y="2531127"/>
                  </a:lnTo>
                  <a:lnTo>
                    <a:pt x="2331360" y="2554508"/>
                  </a:lnTo>
                  <a:lnTo>
                    <a:pt x="2239597" y="2575640"/>
                  </a:lnTo>
                  <a:lnTo>
                    <a:pt x="2142315" y="2594635"/>
                  </a:lnTo>
                  <a:lnTo>
                    <a:pt x="2041238" y="2611533"/>
                  </a:lnTo>
                  <a:lnTo>
                    <a:pt x="1938970" y="2626319"/>
                  </a:lnTo>
                  <a:lnTo>
                    <a:pt x="1838954" y="2638946"/>
                  </a:lnTo>
                  <a:lnTo>
                    <a:pt x="1745209" y="2649374"/>
                  </a:lnTo>
                  <a:lnTo>
                    <a:pt x="1661852" y="2657611"/>
                  </a:lnTo>
                  <a:lnTo>
                    <a:pt x="1592434" y="2663746"/>
                  </a:lnTo>
                  <a:lnTo>
                    <a:pt x="1539266" y="2667973"/>
                  </a:lnTo>
                  <a:lnTo>
                    <a:pt x="1502900" y="2670585"/>
                  </a:lnTo>
                  <a:lnTo>
                    <a:pt x="1481925" y="2671952"/>
                  </a:lnTo>
                  <a:lnTo>
                    <a:pt x="1473056" y="2672479"/>
                  </a:lnTo>
                  <a:lnTo>
                    <a:pt x="1471387" y="2672570"/>
                  </a:lnTo>
                  <a:lnTo>
                    <a:pt x="0" y="2672570"/>
                  </a:lnTo>
                  <a:close/>
                </a:path>
              </a:pathLst>
            </a:custGeom>
            <a:solidFill>
              <a:srgbClr val="F28E5B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011" name="pl1011"/>
            <p:cNvSpPr/>
            <p:nvPr/>
          </p:nvSpPr>
          <p:spPr>
            <a:xfrm>
              <a:off x="4799595" y="4522082"/>
              <a:ext cx="11981298" cy="2901414"/>
            </a:xfrm>
            <a:custGeom>
              <a:avLst/>
              <a:pathLst>
                <a:path w="11981298" h="2901414">
                  <a:moveTo>
                    <a:pt x="0" y="2672570"/>
                  </a:moveTo>
                  <a:lnTo>
                    <a:pt x="1471387" y="2672570"/>
                  </a:lnTo>
                  <a:lnTo>
                    <a:pt x="1472543" y="2672507"/>
                  </a:lnTo>
                  <a:lnTo>
                    <a:pt x="1480138" y="2672062"/>
                  </a:lnTo>
                  <a:lnTo>
                    <a:pt x="1499275" y="2670830"/>
                  </a:lnTo>
                  <a:lnTo>
                    <a:pt x="1533469" y="2668406"/>
                  </a:lnTo>
                  <a:lnTo>
                    <a:pt x="1584391" y="2664413"/>
                  </a:lnTo>
                  <a:lnTo>
                    <a:pt x="1651745" y="2658546"/>
                  </a:lnTo>
                  <a:lnTo>
                    <a:pt x="1733432" y="2650596"/>
                  </a:lnTo>
                  <a:lnTo>
                    <a:pt x="1826027" y="2640461"/>
                  </a:lnTo>
                  <a:lnTo>
                    <a:pt x="1925449" y="2628124"/>
                  </a:lnTo>
                  <a:lnTo>
                    <a:pt x="2027631" y="2613623"/>
                  </a:lnTo>
                  <a:lnTo>
                    <a:pt x="2129037" y="2597004"/>
                  </a:lnTo>
                  <a:lnTo>
                    <a:pt x="2226942" y="2578289"/>
                  </a:lnTo>
                  <a:lnTo>
                    <a:pt x="2319509" y="2557446"/>
                  </a:lnTo>
                  <a:lnTo>
                    <a:pt x="2405710" y="2534374"/>
                  </a:lnTo>
                  <a:lnTo>
                    <a:pt x="2485177" y="2508891"/>
                  </a:lnTo>
                  <a:lnTo>
                    <a:pt x="2558022" y="2480740"/>
                  </a:lnTo>
                  <a:lnTo>
                    <a:pt x="2624689" y="2449589"/>
                  </a:lnTo>
                  <a:lnTo>
                    <a:pt x="2685827" y="2415042"/>
                  </a:lnTo>
                  <a:lnTo>
                    <a:pt x="2742190" y="2376664"/>
                  </a:lnTo>
                  <a:lnTo>
                    <a:pt x="2794573" y="2334011"/>
                  </a:lnTo>
                  <a:lnTo>
                    <a:pt x="2843759" y="2286690"/>
                  </a:lnTo>
                  <a:lnTo>
                    <a:pt x="2890468" y="2234463"/>
                  </a:lnTo>
                  <a:lnTo>
                    <a:pt x="2896531" y="2227142"/>
                  </a:lnTo>
                  <a:lnTo>
                    <a:pt x="2935082" y="2177633"/>
                  </a:lnTo>
                  <a:lnTo>
                    <a:pt x="2972644" y="2124397"/>
                  </a:lnTo>
                  <a:lnTo>
                    <a:pt x="3009494" y="2067358"/>
                  </a:lnTo>
                  <a:lnTo>
                    <a:pt x="3045851" y="2006506"/>
                  </a:lnTo>
                  <a:lnTo>
                    <a:pt x="3081892" y="1941900"/>
                  </a:lnTo>
                  <a:lnTo>
                    <a:pt x="3117752" y="1873680"/>
                  </a:lnTo>
                  <a:lnTo>
                    <a:pt x="3153531" y="1802065"/>
                  </a:lnTo>
                  <a:lnTo>
                    <a:pt x="3189299" y="1727359"/>
                  </a:lnTo>
                  <a:lnTo>
                    <a:pt x="3225098" y="1649947"/>
                  </a:lnTo>
                  <a:lnTo>
                    <a:pt x="3260950" y="1570288"/>
                  </a:lnTo>
                  <a:lnTo>
                    <a:pt x="3296857" y="1488909"/>
                  </a:lnTo>
                  <a:lnTo>
                    <a:pt x="3332806" y="1406387"/>
                  </a:lnTo>
                  <a:lnTo>
                    <a:pt x="3368777" y="1323333"/>
                  </a:lnTo>
                  <a:lnTo>
                    <a:pt x="3404743" y="1240377"/>
                  </a:lnTo>
                  <a:lnTo>
                    <a:pt x="3440681" y="1158147"/>
                  </a:lnTo>
                  <a:lnTo>
                    <a:pt x="3476572" y="1077244"/>
                  </a:lnTo>
                  <a:lnTo>
                    <a:pt x="3512406" y="998232"/>
                  </a:lnTo>
                  <a:lnTo>
                    <a:pt x="3548193" y="921618"/>
                  </a:lnTo>
                  <a:lnTo>
                    <a:pt x="3583958" y="847838"/>
                  </a:lnTo>
                  <a:lnTo>
                    <a:pt x="3619753" y="777252"/>
                  </a:lnTo>
                  <a:lnTo>
                    <a:pt x="3655657" y="710138"/>
                  </a:lnTo>
                  <a:lnTo>
                    <a:pt x="3691781" y="646691"/>
                  </a:lnTo>
                  <a:lnTo>
                    <a:pt x="3728271" y="587024"/>
                  </a:lnTo>
                  <a:lnTo>
                    <a:pt x="3765316" y="531175"/>
                  </a:lnTo>
                  <a:lnTo>
                    <a:pt x="3803154" y="479112"/>
                  </a:lnTo>
                  <a:lnTo>
                    <a:pt x="3829811" y="445428"/>
                  </a:lnTo>
                  <a:lnTo>
                    <a:pt x="3876239" y="392543"/>
                  </a:lnTo>
                  <a:lnTo>
                    <a:pt x="3925056" y="344579"/>
                  </a:lnTo>
                  <a:lnTo>
                    <a:pt x="3976970" y="301325"/>
                  </a:lnTo>
                  <a:lnTo>
                    <a:pt x="4032757" y="262403"/>
                  </a:lnTo>
                  <a:lnTo>
                    <a:pt x="4093214" y="227373"/>
                  </a:lnTo>
                  <a:lnTo>
                    <a:pt x="4159106" y="195794"/>
                  </a:lnTo>
                  <a:lnTo>
                    <a:pt x="4231098" y="167264"/>
                  </a:lnTo>
                  <a:lnTo>
                    <a:pt x="4309667" y="141443"/>
                  </a:lnTo>
                  <a:lnTo>
                    <a:pt x="4394982" y="118062"/>
                  </a:lnTo>
                  <a:lnTo>
                    <a:pt x="4486745" y="96930"/>
                  </a:lnTo>
                  <a:lnTo>
                    <a:pt x="4584027" y="77935"/>
                  </a:lnTo>
                  <a:lnTo>
                    <a:pt x="4685104" y="61037"/>
                  </a:lnTo>
                  <a:lnTo>
                    <a:pt x="4787372" y="46251"/>
                  </a:lnTo>
                  <a:lnTo>
                    <a:pt x="4887388" y="33624"/>
                  </a:lnTo>
                  <a:lnTo>
                    <a:pt x="4981133" y="23195"/>
                  </a:lnTo>
                  <a:lnTo>
                    <a:pt x="5064490" y="14958"/>
                  </a:lnTo>
                  <a:lnTo>
                    <a:pt x="5133908" y="8823"/>
                  </a:lnTo>
                  <a:lnTo>
                    <a:pt x="5187076" y="4597"/>
                  </a:lnTo>
                  <a:lnTo>
                    <a:pt x="5223442" y="1984"/>
                  </a:lnTo>
                  <a:lnTo>
                    <a:pt x="5244417" y="617"/>
                  </a:lnTo>
                  <a:lnTo>
                    <a:pt x="5253286" y="91"/>
                  </a:lnTo>
                  <a:lnTo>
                    <a:pt x="5254952" y="0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485" y="67"/>
                  </a:lnTo>
                  <a:lnTo>
                    <a:pt x="6734994" y="544"/>
                  </a:lnTo>
                  <a:lnTo>
                    <a:pt x="6753922" y="1866"/>
                  </a:lnTo>
                  <a:lnTo>
                    <a:pt x="6787758" y="4466"/>
                  </a:lnTo>
                  <a:lnTo>
                    <a:pt x="6838182" y="8751"/>
                  </a:lnTo>
                  <a:lnTo>
                    <a:pt x="6904934" y="15049"/>
                  </a:lnTo>
                  <a:lnTo>
                    <a:pt x="6985974" y="23586"/>
                  </a:lnTo>
                  <a:lnTo>
                    <a:pt x="7077942" y="34475"/>
                  </a:lnTo>
                  <a:lnTo>
                    <a:pt x="7176814" y="47736"/>
                  </a:lnTo>
                  <a:lnTo>
                    <a:pt x="7278561" y="63331"/>
                  </a:lnTo>
                  <a:lnTo>
                    <a:pt x="7379660" y="81208"/>
                  </a:lnTo>
                  <a:lnTo>
                    <a:pt x="7477384" y="101343"/>
                  </a:lnTo>
                  <a:lnTo>
                    <a:pt x="7569879" y="123766"/>
                  </a:lnTo>
                  <a:lnTo>
                    <a:pt x="7656092" y="148584"/>
                  </a:lnTo>
                  <a:lnTo>
                    <a:pt x="7735629" y="175984"/>
                  </a:lnTo>
                  <a:lnTo>
                    <a:pt x="7808580" y="206240"/>
                  </a:lnTo>
                  <a:lnTo>
                    <a:pt x="7875366" y="239702"/>
                  </a:lnTo>
                  <a:lnTo>
                    <a:pt x="7936619" y="276791"/>
                  </a:lnTo>
                  <a:lnTo>
                    <a:pt x="7993080" y="317974"/>
                  </a:lnTo>
                  <a:lnTo>
                    <a:pt x="8045533" y="363726"/>
                  </a:lnTo>
                  <a:lnTo>
                    <a:pt x="8094754" y="414476"/>
                  </a:lnTo>
                  <a:lnTo>
                    <a:pt x="8141462" y="470501"/>
                  </a:lnTo>
                  <a:lnTo>
                    <a:pt x="8151487" y="483569"/>
                  </a:lnTo>
                  <a:lnTo>
                    <a:pt x="8188811" y="535520"/>
                  </a:lnTo>
                  <a:lnTo>
                    <a:pt x="8225201" y="591258"/>
                  </a:lnTo>
                  <a:lnTo>
                    <a:pt x="8260908" y="650860"/>
                  </a:lnTo>
                  <a:lnTo>
                    <a:pt x="8296137" y="714342"/>
                  </a:lnTo>
                  <a:lnTo>
                    <a:pt x="8331051" y="781652"/>
                  </a:lnTo>
                  <a:lnTo>
                    <a:pt x="8365777" y="852667"/>
                  </a:lnTo>
                  <a:lnTo>
                    <a:pt x="8400411" y="927183"/>
                  </a:lnTo>
                  <a:lnTo>
                    <a:pt x="8435023" y="1004919"/>
                  </a:lnTo>
                  <a:lnTo>
                    <a:pt x="8469656" y="1085515"/>
                  </a:lnTo>
                  <a:lnTo>
                    <a:pt x="8504335" y="1168539"/>
                  </a:lnTo>
                  <a:lnTo>
                    <a:pt x="8539067" y="1253492"/>
                  </a:lnTo>
                  <a:lnTo>
                    <a:pt x="8573843" y="1339820"/>
                  </a:lnTo>
                  <a:lnTo>
                    <a:pt x="8608648" y="1426933"/>
                  </a:lnTo>
                  <a:lnTo>
                    <a:pt x="8643460" y="1514215"/>
                  </a:lnTo>
                  <a:lnTo>
                    <a:pt x="8678254" y="1601046"/>
                  </a:lnTo>
                  <a:lnTo>
                    <a:pt x="8713012" y="1686820"/>
                  </a:lnTo>
                  <a:lnTo>
                    <a:pt x="8747719" y="1770959"/>
                  </a:lnTo>
                  <a:lnTo>
                    <a:pt x="8782376" y="1852936"/>
                  </a:lnTo>
                  <a:lnTo>
                    <a:pt x="8816995" y="1932279"/>
                  </a:lnTo>
                  <a:lnTo>
                    <a:pt x="8851611" y="2008588"/>
                  </a:lnTo>
                  <a:lnTo>
                    <a:pt x="8886277" y="2081539"/>
                  </a:lnTo>
                  <a:lnTo>
                    <a:pt x="8921074" y="2150887"/>
                  </a:lnTo>
                  <a:lnTo>
                    <a:pt x="8956114" y="2216465"/>
                  </a:lnTo>
                  <a:lnTo>
                    <a:pt x="8991538" y="2278182"/>
                  </a:lnTo>
                  <a:lnTo>
                    <a:pt x="9027528" y="2336018"/>
                  </a:lnTo>
                  <a:lnTo>
                    <a:pt x="9064309" y="2390018"/>
                  </a:lnTo>
                  <a:lnTo>
                    <a:pt x="9084767" y="2417845"/>
                  </a:lnTo>
                  <a:lnTo>
                    <a:pt x="9131008" y="2475043"/>
                  </a:lnTo>
                  <a:lnTo>
                    <a:pt x="9179616" y="2526940"/>
                  </a:lnTo>
                  <a:lnTo>
                    <a:pt x="9231292" y="2573761"/>
                  </a:lnTo>
                  <a:lnTo>
                    <a:pt x="9286801" y="2615911"/>
                  </a:lnTo>
                  <a:lnTo>
                    <a:pt x="9346931" y="2653861"/>
                  </a:lnTo>
                  <a:lnTo>
                    <a:pt x="9412438" y="2688085"/>
                  </a:lnTo>
                  <a:lnTo>
                    <a:pt x="9483984" y="2719015"/>
                  </a:lnTo>
                  <a:lnTo>
                    <a:pt x="9562047" y="2747019"/>
                  </a:lnTo>
                  <a:lnTo>
                    <a:pt x="9646803" y="2772386"/>
                  </a:lnTo>
                  <a:lnTo>
                    <a:pt x="9737978" y="2795326"/>
                  </a:lnTo>
                  <a:lnTo>
                    <a:pt x="9834678" y="2815960"/>
                  </a:lnTo>
                  <a:lnTo>
                    <a:pt x="9935237" y="2834335"/>
                  </a:lnTo>
                  <a:lnTo>
                    <a:pt x="10037119" y="2850438"/>
                  </a:lnTo>
                  <a:lnTo>
                    <a:pt x="10136960" y="2864217"/>
                  </a:lnTo>
                  <a:lnTo>
                    <a:pt x="10230806" y="2875631"/>
                  </a:lnTo>
                  <a:lnTo>
                    <a:pt x="10314578" y="2884680"/>
                  </a:lnTo>
                  <a:lnTo>
                    <a:pt x="10384710" y="2891457"/>
                  </a:lnTo>
                  <a:lnTo>
                    <a:pt x="10438824" y="2896160"/>
                  </a:lnTo>
                  <a:lnTo>
                    <a:pt x="10476240" y="2899099"/>
                  </a:lnTo>
                  <a:lnTo>
                    <a:pt x="10498215" y="2900665"/>
                  </a:lnTo>
                  <a:lnTo>
                    <a:pt x="10507859" y="2901292"/>
                  </a:lnTo>
                  <a:lnTo>
                    <a:pt x="10509898" y="2901413"/>
                  </a:lnTo>
                  <a:lnTo>
                    <a:pt x="10509911" y="2901414"/>
                  </a:lnTo>
                  <a:lnTo>
                    <a:pt x="11981298" y="290141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12" name="pl1012"/>
            <p:cNvSpPr/>
            <p:nvPr/>
          </p:nvSpPr>
          <p:spPr>
            <a:xfrm>
              <a:off x="4799595" y="4513909"/>
              <a:ext cx="11981298" cy="2901414"/>
            </a:xfrm>
            <a:custGeom>
              <a:avLst/>
              <a:pathLst>
                <a:path w="11981298" h="2901414">
                  <a:moveTo>
                    <a:pt x="11981298" y="2901414"/>
                  </a:moveTo>
                  <a:lnTo>
                    <a:pt x="10509911" y="2901414"/>
                  </a:lnTo>
                  <a:lnTo>
                    <a:pt x="10508768" y="2901347"/>
                  </a:lnTo>
                  <a:lnTo>
                    <a:pt x="10501259" y="2900869"/>
                  </a:lnTo>
                  <a:lnTo>
                    <a:pt x="10482331" y="2899548"/>
                  </a:lnTo>
                  <a:lnTo>
                    <a:pt x="10448495" y="2896947"/>
                  </a:lnTo>
                  <a:lnTo>
                    <a:pt x="10398071" y="2892662"/>
                  </a:lnTo>
                  <a:lnTo>
                    <a:pt x="10331319" y="2886364"/>
                  </a:lnTo>
                  <a:lnTo>
                    <a:pt x="10250279" y="2877827"/>
                  </a:lnTo>
                  <a:lnTo>
                    <a:pt x="10158311" y="2866938"/>
                  </a:lnTo>
                  <a:lnTo>
                    <a:pt x="10059440" y="2853677"/>
                  </a:lnTo>
                  <a:lnTo>
                    <a:pt x="9957693" y="2838083"/>
                  </a:lnTo>
                  <a:lnTo>
                    <a:pt x="9856593" y="2820205"/>
                  </a:lnTo>
                  <a:lnTo>
                    <a:pt x="9758869" y="2800071"/>
                  </a:lnTo>
                  <a:lnTo>
                    <a:pt x="9666375" y="2777647"/>
                  </a:lnTo>
                  <a:lnTo>
                    <a:pt x="9580161" y="2752830"/>
                  </a:lnTo>
                  <a:lnTo>
                    <a:pt x="9500624" y="2725429"/>
                  </a:lnTo>
                  <a:lnTo>
                    <a:pt x="9427673" y="2695174"/>
                  </a:lnTo>
                  <a:lnTo>
                    <a:pt x="9360887" y="2661711"/>
                  </a:lnTo>
                  <a:lnTo>
                    <a:pt x="9299634" y="2624622"/>
                  </a:lnTo>
                  <a:lnTo>
                    <a:pt x="9243174" y="2583440"/>
                  </a:lnTo>
                  <a:lnTo>
                    <a:pt x="9190720" y="2537687"/>
                  </a:lnTo>
                  <a:lnTo>
                    <a:pt x="9141499" y="2486937"/>
                  </a:lnTo>
                  <a:lnTo>
                    <a:pt x="9094791" y="2430913"/>
                  </a:lnTo>
                  <a:lnTo>
                    <a:pt x="9084767" y="2417845"/>
                  </a:lnTo>
                  <a:lnTo>
                    <a:pt x="9047442" y="2365893"/>
                  </a:lnTo>
                  <a:lnTo>
                    <a:pt x="9011052" y="2310155"/>
                  </a:lnTo>
                  <a:lnTo>
                    <a:pt x="8975345" y="2250553"/>
                  </a:lnTo>
                  <a:lnTo>
                    <a:pt x="8940116" y="2187072"/>
                  </a:lnTo>
                  <a:lnTo>
                    <a:pt x="8905203" y="2119761"/>
                  </a:lnTo>
                  <a:lnTo>
                    <a:pt x="8870477" y="2048747"/>
                  </a:lnTo>
                  <a:lnTo>
                    <a:pt x="8835842" y="1974231"/>
                  </a:lnTo>
                  <a:lnTo>
                    <a:pt x="8801230" y="1896495"/>
                  </a:lnTo>
                  <a:lnTo>
                    <a:pt x="8766597" y="1815898"/>
                  </a:lnTo>
                  <a:lnTo>
                    <a:pt x="8731918" y="1732874"/>
                  </a:lnTo>
                  <a:lnTo>
                    <a:pt x="8697186" y="1647922"/>
                  </a:lnTo>
                  <a:lnTo>
                    <a:pt x="8662410" y="1561593"/>
                  </a:lnTo>
                  <a:lnTo>
                    <a:pt x="8627605" y="1474480"/>
                  </a:lnTo>
                  <a:lnTo>
                    <a:pt x="8592794" y="1387198"/>
                  </a:lnTo>
                  <a:lnTo>
                    <a:pt x="8557999" y="1300367"/>
                  </a:lnTo>
                  <a:lnTo>
                    <a:pt x="8523242" y="1214594"/>
                  </a:lnTo>
                  <a:lnTo>
                    <a:pt x="8488534" y="1130454"/>
                  </a:lnTo>
                  <a:lnTo>
                    <a:pt x="8453877" y="1048478"/>
                  </a:lnTo>
                  <a:lnTo>
                    <a:pt x="8419258" y="969135"/>
                  </a:lnTo>
                  <a:lnTo>
                    <a:pt x="8384643" y="892825"/>
                  </a:lnTo>
                  <a:lnTo>
                    <a:pt x="8349977" y="819874"/>
                  </a:lnTo>
                  <a:lnTo>
                    <a:pt x="8315179" y="750526"/>
                  </a:lnTo>
                  <a:lnTo>
                    <a:pt x="8280139" y="684949"/>
                  </a:lnTo>
                  <a:lnTo>
                    <a:pt x="8244715" y="623232"/>
                  </a:lnTo>
                  <a:lnTo>
                    <a:pt x="8208725" y="565396"/>
                  </a:lnTo>
                  <a:lnTo>
                    <a:pt x="8171945" y="511395"/>
                  </a:lnTo>
                  <a:lnTo>
                    <a:pt x="8151487" y="483569"/>
                  </a:lnTo>
                  <a:lnTo>
                    <a:pt x="8105245" y="426371"/>
                  </a:lnTo>
                  <a:lnTo>
                    <a:pt x="8056637" y="374473"/>
                  </a:lnTo>
                  <a:lnTo>
                    <a:pt x="8004962" y="327652"/>
                  </a:lnTo>
                  <a:lnTo>
                    <a:pt x="7949453" y="285503"/>
                  </a:lnTo>
                  <a:lnTo>
                    <a:pt x="7889323" y="247552"/>
                  </a:lnTo>
                  <a:lnTo>
                    <a:pt x="7823815" y="213328"/>
                  </a:lnTo>
                  <a:lnTo>
                    <a:pt x="7752269" y="182398"/>
                  </a:lnTo>
                  <a:lnTo>
                    <a:pt x="7674206" y="154395"/>
                  </a:lnTo>
                  <a:lnTo>
                    <a:pt x="7589450" y="129027"/>
                  </a:lnTo>
                  <a:lnTo>
                    <a:pt x="7498276" y="106088"/>
                  </a:lnTo>
                  <a:lnTo>
                    <a:pt x="7401575" y="85454"/>
                  </a:lnTo>
                  <a:lnTo>
                    <a:pt x="7301016" y="67078"/>
                  </a:lnTo>
                  <a:lnTo>
                    <a:pt x="7199134" y="50976"/>
                  </a:lnTo>
                  <a:lnTo>
                    <a:pt x="7099293" y="37196"/>
                  </a:lnTo>
                  <a:lnTo>
                    <a:pt x="7005448" y="25783"/>
                  </a:lnTo>
                  <a:lnTo>
                    <a:pt x="6921676" y="16733"/>
                  </a:lnTo>
                  <a:lnTo>
                    <a:pt x="6851543" y="9957"/>
                  </a:lnTo>
                  <a:lnTo>
                    <a:pt x="6797429" y="5253"/>
                  </a:lnTo>
                  <a:lnTo>
                    <a:pt x="6760013" y="2314"/>
                  </a:lnTo>
                  <a:lnTo>
                    <a:pt x="6738038" y="748"/>
                  </a:lnTo>
                  <a:lnTo>
                    <a:pt x="6728395" y="122"/>
                  </a:lnTo>
                  <a:lnTo>
                    <a:pt x="6726355" y="0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799" y="62"/>
                  </a:lnTo>
                  <a:lnTo>
                    <a:pt x="5246204" y="508"/>
                  </a:lnTo>
                  <a:lnTo>
                    <a:pt x="5227067" y="1739"/>
                  </a:lnTo>
                  <a:lnTo>
                    <a:pt x="5192874" y="4163"/>
                  </a:lnTo>
                  <a:lnTo>
                    <a:pt x="5141951" y="8156"/>
                  </a:lnTo>
                  <a:lnTo>
                    <a:pt x="5074597" y="14024"/>
                  </a:lnTo>
                  <a:lnTo>
                    <a:pt x="4992910" y="21974"/>
                  </a:lnTo>
                  <a:lnTo>
                    <a:pt x="4900316" y="32109"/>
                  </a:lnTo>
                  <a:lnTo>
                    <a:pt x="4800894" y="44445"/>
                  </a:lnTo>
                  <a:lnTo>
                    <a:pt x="4698711" y="58947"/>
                  </a:lnTo>
                  <a:lnTo>
                    <a:pt x="4597305" y="75566"/>
                  </a:lnTo>
                  <a:lnTo>
                    <a:pt x="4499400" y="94281"/>
                  </a:lnTo>
                  <a:lnTo>
                    <a:pt x="4406833" y="115123"/>
                  </a:lnTo>
                  <a:lnTo>
                    <a:pt x="4320632" y="138196"/>
                  </a:lnTo>
                  <a:lnTo>
                    <a:pt x="4241166" y="163679"/>
                  </a:lnTo>
                  <a:lnTo>
                    <a:pt x="4168321" y="191829"/>
                  </a:lnTo>
                  <a:lnTo>
                    <a:pt x="4101653" y="222981"/>
                  </a:lnTo>
                  <a:lnTo>
                    <a:pt x="4040515" y="257527"/>
                  </a:lnTo>
                  <a:lnTo>
                    <a:pt x="3984152" y="295905"/>
                  </a:lnTo>
                  <a:lnTo>
                    <a:pt x="3931769" y="338559"/>
                  </a:lnTo>
                  <a:lnTo>
                    <a:pt x="3882583" y="385879"/>
                  </a:lnTo>
                  <a:lnTo>
                    <a:pt x="3835874" y="438107"/>
                  </a:lnTo>
                  <a:lnTo>
                    <a:pt x="3829811" y="445428"/>
                  </a:lnTo>
                  <a:lnTo>
                    <a:pt x="3791260" y="494936"/>
                  </a:lnTo>
                  <a:lnTo>
                    <a:pt x="3753698" y="548172"/>
                  </a:lnTo>
                  <a:lnTo>
                    <a:pt x="3716849" y="605211"/>
                  </a:lnTo>
                  <a:lnTo>
                    <a:pt x="3680491" y="666063"/>
                  </a:lnTo>
                  <a:lnTo>
                    <a:pt x="3644450" y="730669"/>
                  </a:lnTo>
                  <a:lnTo>
                    <a:pt x="3608590" y="798890"/>
                  </a:lnTo>
                  <a:lnTo>
                    <a:pt x="3572811" y="870505"/>
                  </a:lnTo>
                  <a:lnTo>
                    <a:pt x="3537044" y="945211"/>
                  </a:lnTo>
                  <a:lnTo>
                    <a:pt x="3501244" y="1022623"/>
                  </a:lnTo>
                  <a:lnTo>
                    <a:pt x="3465392" y="1102281"/>
                  </a:lnTo>
                  <a:lnTo>
                    <a:pt x="3429485" y="1183660"/>
                  </a:lnTo>
                  <a:lnTo>
                    <a:pt x="3393536" y="1266183"/>
                  </a:lnTo>
                  <a:lnTo>
                    <a:pt x="3357565" y="1349237"/>
                  </a:lnTo>
                  <a:lnTo>
                    <a:pt x="3321599" y="1432192"/>
                  </a:lnTo>
                  <a:lnTo>
                    <a:pt x="3285661" y="1514423"/>
                  </a:lnTo>
                  <a:lnTo>
                    <a:pt x="3249770" y="1595325"/>
                  </a:lnTo>
                  <a:lnTo>
                    <a:pt x="3213936" y="1674337"/>
                  </a:lnTo>
                  <a:lnTo>
                    <a:pt x="3178149" y="1750952"/>
                  </a:lnTo>
                  <a:lnTo>
                    <a:pt x="3142384" y="1824732"/>
                  </a:lnTo>
                  <a:lnTo>
                    <a:pt x="3106589" y="1895318"/>
                  </a:lnTo>
                  <a:lnTo>
                    <a:pt x="3070685" y="1962431"/>
                  </a:lnTo>
                  <a:lnTo>
                    <a:pt x="3034561" y="2025878"/>
                  </a:lnTo>
                  <a:lnTo>
                    <a:pt x="2998071" y="2085545"/>
                  </a:lnTo>
                  <a:lnTo>
                    <a:pt x="2961026" y="2141394"/>
                  </a:lnTo>
                  <a:lnTo>
                    <a:pt x="2923188" y="2193458"/>
                  </a:lnTo>
                  <a:lnTo>
                    <a:pt x="2896531" y="2227142"/>
                  </a:lnTo>
                  <a:lnTo>
                    <a:pt x="2850103" y="2280026"/>
                  </a:lnTo>
                  <a:lnTo>
                    <a:pt x="2801286" y="2327991"/>
                  </a:lnTo>
                  <a:lnTo>
                    <a:pt x="2749372" y="2371245"/>
                  </a:lnTo>
                  <a:lnTo>
                    <a:pt x="2693585" y="2410166"/>
                  </a:lnTo>
                  <a:lnTo>
                    <a:pt x="2633128" y="2445197"/>
                  </a:lnTo>
                  <a:lnTo>
                    <a:pt x="2567236" y="2476776"/>
                  </a:lnTo>
                  <a:lnTo>
                    <a:pt x="2495245" y="2505305"/>
                  </a:lnTo>
                  <a:lnTo>
                    <a:pt x="2416675" y="2531127"/>
                  </a:lnTo>
                  <a:lnTo>
                    <a:pt x="2331360" y="2554508"/>
                  </a:lnTo>
                  <a:lnTo>
                    <a:pt x="2239597" y="2575640"/>
                  </a:lnTo>
                  <a:lnTo>
                    <a:pt x="2142315" y="2594635"/>
                  </a:lnTo>
                  <a:lnTo>
                    <a:pt x="2041238" y="2611533"/>
                  </a:lnTo>
                  <a:lnTo>
                    <a:pt x="1938970" y="2626319"/>
                  </a:lnTo>
                  <a:lnTo>
                    <a:pt x="1838954" y="2638946"/>
                  </a:lnTo>
                  <a:lnTo>
                    <a:pt x="1745209" y="2649374"/>
                  </a:lnTo>
                  <a:lnTo>
                    <a:pt x="1661852" y="2657611"/>
                  </a:lnTo>
                  <a:lnTo>
                    <a:pt x="1592434" y="2663746"/>
                  </a:lnTo>
                  <a:lnTo>
                    <a:pt x="1539266" y="2667973"/>
                  </a:lnTo>
                  <a:lnTo>
                    <a:pt x="1502900" y="2670585"/>
                  </a:lnTo>
                  <a:lnTo>
                    <a:pt x="1481925" y="2671952"/>
                  </a:lnTo>
                  <a:lnTo>
                    <a:pt x="1473056" y="2672479"/>
                  </a:lnTo>
                  <a:lnTo>
                    <a:pt x="1471390" y="2672570"/>
                  </a:lnTo>
                  <a:lnTo>
                    <a:pt x="1471387" y="2672570"/>
                  </a:lnTo>
                  <a:lnTo>
                    <a:pt x="0" y="267257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13" name="pg1013"/>
            <p:cNvSpPr/>
            <p:nvPr/>
          </p:nvSpPr>
          <p:spPr>
            <a:xfrm>
              <a:off x="4799595" y="4546601"/>
              <a:ext cx="11981298" cy="3408140"/>
            </a:xfrm>
            <a:custGeom>
              <a:avLst/>
              <a:pathLst>
                <a:path w="11981298" h="3408140">
                  <a:moveTo>
                    <a:pt x="0" y="2664397"/>
                  </a:moveTo>
                  <a:lnTo>
                    <a:pt x="1471387" y="2664397"/>
                  </a:lnTo>
                  <a:lnTo>
                    <a:pt x="1472544" y="2664335"/>
                  </a:lnTo>
                  <a:lnTo>
                    <a:pt x="1480148" y="2663893"/>
                  </a:lnTo>
                  <a:lnTo>
                    <a:pt x="1499307" y="2662671"/>
                  </a:lnTo>
                  <a:lnTo>
                    <a:pt x="1533538" y="2660266"/>
                  </a:lnTo>
                  <a:lnTo>
                    <a:pt x="1584512" y="2656305"/>
                  </a:lnTo>
                  <a:lnTo>
                    <a:pt x="1651928" y="2650485"/>
                  </a:lnTo>
                  <a:lnTo>
                    <a:pt x="1733682" y="2642599"/>
                  </a:lnTo>
                  <a:lnTo>
                    <a:pt x="1826341" y="2632546"/>
                  </a:lnTo>
                  <a:lnTo>
                    <a:pt x="1925820" y="2620310"/>
                  </a:lnTo>
                  <a:lnTo>
                    <a:pt x="2028048" y="2605928"/>
                  </a:lnTo>
                  <a:lnTo>
                    <a:pt x="2129485" y="2589446"/>
                  </a:lnTo>
                  <a:lnTo>
                    <a:pt x="2227408" y="2570885"/>
                  </a:lnTo>
                  <a:lnTo>
                    <a:pt x="2319982" y="2550214"/>
                  </a:lnTo>
                  <a:lnTo>
                    <a:pt x="2406182" y="2527332"/>
                  </a:lnTo>
                  <a:lnTo>
                    <a:pt x="2485641" y="2502058"/>
                  </a:lnTo>
                  <a:lnTo>
                    <a:pt x="2558475" y="2474136"/>
                  </a:lnTo>
                  <a:lnTo>
                    <a:pt x="2625130" y="2443237"/>
                  </a:lnTo>
                  <a:lnTo>
                    <a:pt x="2686256" y="2408968"/>
                  </a:lnTo>
                  <a:lnTo>
                    <a:pt x="2742609" y="2370896"/>
                  </a:lnTo>
                  <a:lnTo>
                    <a:pt x="2794985" y="2328581"/>
                  </a:lnTo>
                  <a:lnTo>
                    <a:pt x="2844168" y="2281636"/>
                  </a:lnTo>
                  <a:lnTo>
                    <a:pt x="2890877" y="2229824"/>
                  </a:lnTo>
                  <a:lnTo>
                    <a:pt x="2896531" y="2223055"/>
                  </a:lnTo>
                  <a:lnTo>
                    <a:pt x="2935220" y="2173817"/>
                  </a:lnTo>
                  <a:lnTo>
                    <a:pt x="2972913" y="2120858"/>
                  </a:lnTo>
                  <a:lnTo>
                    <a:pt x="3009890" y="2064104"/>
                  </a:lnTo>
                  <a:lnTo>
                    <a:pt x="3046374" y="2003544"/>
                  </a:lnTo>
                  <a:lnTo>
                    <a:pt x="3082542" y="1939240"/>
                  </a:lnTo>
                  <a:lnTo>
                    <a:pt x="3118529" y="1871331"/>
                  </a:lnTo>
                  <a:lnTo>
                    <a:pt x="3154436" y="1800041"/>
                  </a:lnTo>
                  <a:lnTo>
                    <a:pt x="3190333" y="1725675"/>
                  </a:lnTo>
                  <a:lnTo>
                    <a:pt x="3226264" y="1648620"/>
                  </a:lnTo>
                  <a:lnTo>
                    <a:pt x="3262248" y="1569339"/>
                  </a:lnTo>
                  <a:lnTo>
                    <a:pt x="3298286" y="1488361"/>
                  </a:lnTo>
                  <a:lnTo>
                    <a:pt x="3334366" y="1406266"/>
                  </a:lnTo>
                  <a:lnTo>
                    <a:pt x="3370468" y="1323668"/>
                  </a:lnTo>
                  <a:lnTo>
                    <a:pt x="3406563" y="1241197"/>
                  </a:lnTo>
                  <a:lnTo>
                    <a:pt x="3442629" y="1159481"/>
                  </a:lnTo>
                  <a:lnTo>
                    <a:pt x="3478646" y="1079122"/>
                  </a:lnTo>
                  <a:lnTo>
                    <a:pt x="3514607" y="1000681"/>
                  </a:lnTo>
                  <a:lnTo>
                    <a:pt x="3550521" y="924661"/>
                  </a:lnTo>
                  <a:lnTo>
                    <a:pt x="3586415" y="851496"/>
                  </a:lnTo>
                  <a:lnTo>
                    <a:pt x="3622345" y="781541"/>
                  </a:lnTo>
                  <a:lnTo>
                    <a:pt x="3658391" y="715067"/>
                  </a:lnTo>
                  <a:lnTo>
                    <a:pt x="3694668" y="652264"/>
                  </a:lnTo>
                  <a:lnTo>
                    <a:pt x="3731327" y="593239"/>
                  </a:lnTo>
                  <a:lnTo>
                    <a:pt x="3768564" y="538024"/>
                  </a:lnTo>
                  <a:lnTo>
                    <a:pt x="3806623" y="486582"/>
                  </a:lnTo>
                  <a:lnTo>
                    <a:pt x="3829811" y="457687"/>
                  </a:lnTo>
                  <a:lnTo>
                    <a:pt x="3876259" y="405267"/>
                  </a:lnTo>
                  <a:lnTo>
                    <a:pt x="3925097" y="357727"/>
                  </a:lnTo>
                  <a:lnTo>
                    <a:pt x="3977035" y="314857"/>
                  </a:lnTo>
                  <a:lnTo>
                    <a:pt x="4032852" y="276282"/>
                  </a:lnTo>
                  <a:lnTo>
                    <a:pt x="4093343" y="241566"/>
                  </a:lnTo>
                  <a:lnTo>
                    <a:pt x="4159274" y="210271"/>
                  </a:lnTo>
                  <a:lnTo>
                    <a:pt x="4231312" y="181999"/>
                  </a:lnTo>
                  <a:lnTo>
                    <a:pt x="4309934" y="156412"/>
                  </a:lnTo>
                  <a:lnTo>
                    <a:pt x="4395306" y="133244"/>
                  </a:lnTo>
                  <a:lnTo>
                    <a:pt x="4487130" y="112306"/>
                  </a:lnTo>
                  <a:lnTo>
                    <a:pt x="4584472" y="93486"/>
                  </a:lnTo>
                  <a:lnTo>
                    <a:pt x="4685603" y="76746"/>
                  </a:lnTo>
                  <a:lnTo>
                    <a:pt x="4787910" y="62101"/>
                  </a:lnTo>
                  <a:lnTo>
                    <a:pt x="4887944" y="49596"/>
                  </a:lnTo>
                  <a:lnTo>
                    <a:pt x="4981677" y="39272"/>
                  </a:lnTo>
                  <a:lnTo>
                    <a:pt x="5064990" y="31121"/>
                  </a:lnTo>
                  <a:lnTo>
                    <a:pt x="5134333" y="25053"/>
                  </a:lnTo>
                  <a:lnTo>
                    <a:pt x="5187403" y="20876"/>
                  </a:lnTo>
                  <a:lnTo>
                    <a:pt x="5223660" y="18297"/>
                  </a:lnTo>
                  <a:lnTo>
                    <a:pt x="5244533" y="16950"/>
                  </a:lnTo>
                  <a:lnTo>
                    <a:pt x="5253323" y="16434"/>
                  </a:lnTo>
                  <a:lnTo>
                    <a:pt x="5254955" y="16345"/>
                  </a:lnTo>
                  <a:lnTo>
                    <a:pt x="6726343" y="16345"/>
                  </a:lnTo>
                  <a:lnTo>
                    <a:pt x="6727454" y="16422"/>
                  </a:lnTo>
                  <a:lnTo>
                    <a:pt x="6734765" y="16965"/>
                  </a:lnTo>
                  <a:lnTo>
                    <a:pt x="6753208" y="18466"/>
                  </a:lnTo>
                  <a:lnTo>
                    <a:pt x="6786216" y="21423"/>
                  </a:lnTo>
                  <a:lnTo>
                    <a:pt x="6835482" y="26295"/>
                  </a:lnTo>
                  <a:lnTo>
                    <a:pt x="6900832" y="33463"/>
                  </a:lnTo>
                  <a:lnTo>
                    <a:pt x="6980358" y="43190"/>
                  </a:lnTo>
                  <a:lnTo>
                    <a:pt x="7070853" y="55611"/>
                  </a:lnTo>
                  <a:lnTo>
                    <a:pt x="7168424" y="70756"/>
                  </a:lnTo>
                  <a:lnTo>
                    <a:pt x="7269133" y="88583"/>
                  </a:lnTo>
                  <a:lnTo>
                    <a:pt x="7369494" y="109034"/>
                  </a:lnTo>
                  <a:lnTo>
                    <a:pt x="7466774" y="132076"/>
                  </a:lnTo>
                  <a:lnTo>
                    <a:pt x="7559081" y="157736"/>
                  </a:lnTo>
                  <a:lnTo>
                    <a:pt x="7645307" y="186123"/>
                  </a:lnTo>
                  <a:lnTo>
                    <a:pt x="7724999" y="217441"/>
                  </a:lnTo>
                  <a:lnTo>
                    <a:pt x="7798191" y="251986"/>
                  </a:lnTo>
                  <a:lnTo>
                    <a:pt x="7865255" y="290146"/>
                  </a:lnTo>
                  <a:lnTo>
                    <a:pt x="7926780" y="332388"/>
                  </a:lnTo>
                  <a:lnTo>
                    <a:pt x="7983475" y="379234"/>
                  </a:lnTo>
                  <a:lnTo>
                    <a:pt x="8036101" y="431231"/>
                  </a:lnTo>
                  <a:lnTo>
                    <a:pt x="8085416" y="488881"/>
                  </a:lnTo>
                  <a:lnTo>
                    <a:pt x="8132135" y="552543"/>
                  </a:lnTo>
                  <a:lnTo>
                    <a:pt x="8151487" y="581645"/>
                  </a:lnTo>
                  <a:lnTo>
                    <a:pt x="8186490" y="638420"/>
                  </a:lnTo>
                  <a:lnTo>
                    <a:pt x="8220657" y="699076"/>
                  </a:lnTo>
                  <a:lnTo>
                    <a:pt x="8254200" y="763692"/>
                  </a:lnTo>
                  <a:lnTo>
                    <a:pt x="8287293" y="832292"/>
                  </a:lnTo>
                  <a:lnTo>
                    <a:pt x="8320076" y="904842"/>
                  </a:lnTo>
                  <a:lnTo>
                    <a:pt x="8352663" y="981243"/>
                  </a:lnTo>
                  <a:lnTo>
                    <a:pt x="8385141" y="1061328"/>
                  </a:lnTo>
                  <a:lnTo>
                    <a:pt x="8417575" y="1144855"/>
                  </a:lnTo>
                  <a:lnTo>
                    <a:pt x="8450011" y="1231515"/>
                  </a:lnTo>
                  <a:lnTo>
                    <a:pt x="8482478" y="1320927"/>
                  </a:lnTo>
                  <a:lnTo>
                    <a:pt x="8514988" y="1412650"/>
                  </a:lnTo>
                  <a:lnTo>
                    <a:pt x="8547544" y="1506184"/>
                  </a:lnTo>
                  <a:lnTo>
                    <a:pt x="8580136" y="1600985"/>
                  </a:lnTo>
                  <a:lnTo>
                    <a:pt x="8612751" y="1696479"/>
                  </a:lnTo>
                  <a:lnTo>
                    <a:pt x="8645368" y="1792071"/>
                  </a:lnTo>
                  <a:lnTo>
                    <a:pt x="8677970" y="1887165"/>
                  </a:lnTo>
                  <a:lnTo>
                    <a:pt x="8710539" y="1981179"/>
                  </a:lnTo>
                  <a:lnTo>
                    <a:pt x="8743064" y="2073556"/>
                  </a:lnTo>
                  <a:lnTo>
                    <a:pt x="8775545" y="2163782"/>
                  </a:lnTo>
                  <a:lnTo>
                    <a:pt x="8807989" y="2251394"/>
                  </a:lnTo>
                  <a:lnTo>
                    <a:pt x="8840419" y="2335992"/>
                  </a:lnTo>
                  <a:lnTo>
                    <a:pt x="8872876" y="2417241"/>
                  </a:lnTo>
                  <a:lnTo>
                    <a:pt x="8905419" y="2494878"/>
                  </a:lnTo>
                  <a:lnTo>
                    <a:pt x="8938126" y="2568713"/>
                  </a:lnTo>
                  <a:lnTo>
                    <a:pt x="8971102" y="2638622"/>
                  </a:lnTo>
                  <a:lnTo>
                    <a:pt x="9004480" y="2704550"/>
                  </a:lnTo>
                  <a:lnTo>
                    <a:pt x="9038420" y="2766505"/>
                  </a:lnTo>
                  <a:lnTo>
                    <a:pt x="9073121" y="2824548"/>
                  </a:lnTo>
                  <a:lnTo>
                    <a:pt x="9084767" y="2842841"/>
                  </a:lnTo>
                  <a:lnTo>
                    <a:pt x="9130571" y="2909116"/>
                  </a:lnTo>
                  <a:lnTo>
                    <a:pt x="9178692" y="2969308"/>
                  </a:lnTo>
                  <a:lnTo>
                    <a:pt x="9229810" y="3023667"/>
                  </a:lnTo>
                  <a:lnTo>
                    <a:pt x="9284671" y="3072651"/>
                  </a:lnTo>
                  <a:lnTo>
                    <a:pt x="9344038" y="3116796"/>
                  </a:lnTo>
                  <a:lnTo>
                    <a:pt x="9408652" y="3156641"/>
                  </a:lnTo>
                  <a:lnTo>
                    <a:pt x="9479161" y="3192681"/>
                  </a:lnTo>
                  <a:lnTo>
                    <a:pt x="9556044" y="3225337"/>
                  </a:lnTo>
                  <a:lnTo>
                    <a:pt x="9639499" y="3254948"/>
                  </a:lnTo>
                  <a:lnTo>
                    <a:pt x="9729298" y="3281757"/>
                  </a:lnTo>
                  <a:lnTo>
                    <a:pt x="9824634" y="3305911"/>
                  </a:lnTo>
                  <a:lnTo>
                    <a:pt x="9923962" y="3327471"/>
                  </a:lnTo>
                  <a:lnTo>
                    <a:pt x="10024909" y="3346428"/>
                  </a:lnTo>
                  <a:lnTo>
                    <a:pt x="10124288" y="3362727"/>
                  </a:lnTo>
                  <a:lnTo>
                    <a:pt x="10218304" y="3376315"/>
                  </a:lnTo>
                  <a:lnTo>
                    <a:pt x="10302970" y="3387184"/>
                  </a:lnTo>
                  <a:lnTo>
                    <a:pt x="10374707" y="3395423"/>
                  </a:lnTo>
                  <a:lnTo>
                    <a:pt x="10430982" y="3401237"/>
                  </a:lnTo>
                  <a:lnTo>
                    <a:pt x="10470847" y="3404961"/>
                  </a:lnTo>
                  <a:lnTo>
                    <a:pt x="10495197" y="3407025"/>
                  </a:lnTo>
                  <a:lnTo>
                    <a:pt x="10506749" y="3407916"/>
                  </a:lnTo>
                  <a:lnTo>
                    <a:pt x="10509911" y="3408140"/>
                  </a:lnTo>
                  <a:lnTo>
                    <a:pt x="11981298" y="3408140"/>
                  </a:lnTo>
                  <a:lnTo>
                    <a:pt x="11981298" y="3391794"/>
                  </a:lnTo>
                  <a:lnTo>
                    <a:pt x="10509911" y="3391794"/>
                  </a:lnTo>
                  <a:lnTo>
                    <a:pt x="10508799" y="3391718"/>
                  </a:lnTo>
                  <a:lnTo>
                    <a:pt x="10501488" y="3391174"/>
                  </a:lnTo>
                  <a:lnTo>
                    <a:pt x="10483045" y="3389673"/>
                  </a:lnTo>
                  <a:lnTo>
                    <a:pt x="10450037" y="3386717"/>
                  </a:lnTo>
                  <a:lnTo>
                    <a:pt x="10400771" y="3381844"/>
                  </a:lnTo>
                  <a:lnTo>
                    <a:pt x="10335422" y="3374676"/>
                  </a:lnTo>
                  <a:lnTo>
                    <a:pt x="10255895" y="3364949"/>
                  </a:lnTo>
                  <a:lnTo>
                    <a:pt x="10165400" y="3352528"/>
                  </a:lnTo>
                  <a:lnTo>
                    <a:pt x="10067829" y="3337384"/>
                  </a:lnTo>
                  <a:lnTo>
                    <a:pt x="9967120" y="3319557"/>
                  </a:lnTo>
                  <a:lnTo>
                    <a:pt x="9866759" y="3299106"/>
                  </a:lnTo>
                  <a:lnTo>
                    <a:pt x="9769479" y="3276064"/>
                  </a:lnTo>
                  <a:lnTo>
                    <a:pt x="9677173" y="3250404"/>
                  </a:lnTo>
                  <a:lnTo>
                    <a:pt x="9590946" y="3222016"/>
                  </a:lnTo>
                  <a:lnTo>
                    <a:pt x="9511254" y="3190698"/>
                  </a:lnTo>
                  <a:lnTo>
                    <a:pt x="9438062" y="3156153"/>
                  </a:lnTo>
                  <a:lnTo>
                    <a:pt x="9370999" y="3117993"/>
                  </a:lnTo>
                  <a:lnTo>
                    <a:pt x="9309474" y="3075752"/>
                  </a:lnTo>
                  <a:lnTo>
                    <a:pt x="9252778" y="3028905"/>
                  </a:lnTo>
                  <a:lnTo>
                    <a:pt x="9200152" y="2976908"/>
                  </a:lnTo>
                  <a:lnTo>
                    <a:pt x="9150837" y="2919258"/>
                  </a:lnTo>
                  <a:lnTo>
                    <a:pt x="9104119" y="2855596"/>
                  </a:lnTo>
                  <a:lnTo>
                    <a:pt x="9084767" y="2826495"/>
                  </a:lnTo>
                  <a:lnTo>
                    <a:pt x="9049763" y="2769719"/>
                  </a:lnTo>
                  <a:lnTo>
                    <a:pt x="9015596" y="2709063"/>
                  </a:lnTo>
                  <a:lnTo>
                    <a:pt x="8982053" y="2644448"/>
                  </a:lnTo>
                  <a:lnTo>
                    <a:pt x="8948960" y="2575848"/>
                  </a:lnTo>
                  <a:lnTo>
                    <a:pt x="8916177" y="2503297"/>
                  </a:lnTo>
                  <a:lnTo>
                    <a:pt x="8883590" y="2426896"/>
                  </a:lnTo>
                  <a:lnTo>
                    <a:pt x="8851112" y="2346812"/>
                  </a:lnTo>
                  <a:lnTo>
                    <a:pt x="8818678" y="2263284"/>
                  </a:lnTo>
                  <a:lnTo>
                    <a:pt x="8786242" y="2176625"/>
                  </a:lnTo>
                  <a:lnTo>
                    <a:pt x="8753776" y="2087212"/>
                  </a:lnTo>
                  <a:lnTo>
                    <a:pt x="8721265" y="1995490"/>
                  </a:lnTo>
                  <a:lnTo>
                    <a:pt x="8688709" y="1901956"/>
                  </a:lnTo>
                  <a:lnTo>
                    <a:pt x="8656117" y="1807154"/>
                  </a:lnTo>
                  <a:lnTo>
                    <a:pt x="8623503" y="1711660"/>
                  </a:lnTo>
                  <a:lnTo>
                    <a:pt x="8590885" y="1616068"/>
                  </a:lnTo>
                  <a:lnTo>
                    <a:pt x="8558284" y="1520974"/>
                  </a:lnTo>
                  <a:lnTo>
                    <a:pt x="8525715" y="1426960"/>
                  </a:lnTo>
                  <a:lnTo>
                    <a:pt x="8493189" y="1334583"/>
                  </a:lnTo>
                  <a:lnTo>
                    <a:pt x="8460709" y="1244357"/>
                  </a:lnTo>
                  <a:lnTo>
                    <a:pt x="8428265" y="1156745"/>
                  </a:lnTo>
                  <a:lnTo>
                    <a:pt x="8395834" y="1072147"/>
                  </a:lnTo>
                  <a:lnTo>
                    <a:pt x="8363377" y="990898"/>
                  </a:lnTo>
                  <a:lnTo>
                    <a:pt x="8330835" y="913261"/>
                  </a:lnTo>
                  <a:lnTo>
                    <a:pt x="8298127" y="839427"/>
                  </a:lnTo>
                  <a:lnTo>
                    <a:pt x="8265151" y="769518"/>
                  </a:lnTo>
                  <a:lnTo>
                    <a:pt x="8231774" y="703589"/>
                  </a:lnTo>
                  <a:lnTo>
                    <a:pt x="8197834" y="641634"/>
                  </a:lnTo>
                  <a:lnTo>
                    <a:pt x="8163132" y="583591"/>
                  </a:lnTo>
                  <a:lnTo>
                    <a:pt x="8151487" y="565299"/>
                  </a:lnTo>
                  <a:lnTo>
                    <a:pt x="8105683" y="499023"/>
                  </a:lnTo>
                  <a:lnTo>
                    <a:pt x="8057561" y="438831"/>
                  </a:lnTo>
                  <a:lnTo>
                    <a:pt x="8006443" y="384472"/>
                  </a:lnTo>
                  <a:lnTo>
                    <a:pt x="7951583" y="335488"/>
                  </a:lnTo>
                  <a:lnTo>
                    <a:pt x="7892215" y="291343"/>
                  </a:lnTo>
                  <a:lnTo>
                    <a:pt x="7827602" y="251498"/>
                  </a:lnTo>
                  <a:lnTo>
                    <a:pt x="7757093" y="215459"/>
                  </a:lnTo>
                  <a:lnTo>
                    <a:pt x="7680209" y="182802"/>
                  </a:lnTo>
                  <a:lnTo>
                    <a:pt x="7596754" y="153191"/>
                  </a:lnTo>
                  <a:lnTo>
                    <a:pt x="7506955" y="126383"/>
                  </a:lnTo>
                  <a:lnTo>
                    <a:pt x="7411620" y="102229"/>
                  </a:lnTo>
                  <a:lnTo>
                    <a:pt x="7312291" y="80668"/>
                  </a:lnTo>
                  <a:lnTo>
                    <a:pt x="7211344" y="61712"/>
                  </a:lnTo>
                  <a:lnTo>
                    <a:pt x="7111965" y="45412"/>
                  </a:lnTo>
                  <a:lnTo>
                    <a:pt x="7017950" y="31825"/>
                  </a:lnTo>
                  <a:lnTo>
                    <a:pt x="6933283" y="20955"/>
                  </a:lnTo>
                  <a:lnTo>
                    <a:pt x="6861547" y="12717"/>
                  </a:lnTo>
                  <a:lnTo>
                    <a:pt x="6805271" y="6902"/>
                  </a:lnTo>
                  <a:lnTo>
                    <a:pt x="6765406" y="3179"/>
                  </a:lnTo>
                  <a:lnTo>
                    <a:pt x="6741056" y="1115"/>
                  </a:lnTo>
                  <a:lnTo>
                    <a:pt x="6729504" y="223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798" y="61"/>
                  </a:lnTo>
                  <a:lnTo>
                    <a:pt x="5246194" y="504"/>
                  </a:lnTo>
                  <a:lnTo>
                    <a:pt x="5227035" y="1725"/>
                  </a:lnTo>
                  <a:lnTo>
                    <a:pt x="5192804" y="4130"/>
                  </a:lnTo>
                  <a:lnTo>
                    <a:pt x="5141831" y="8091"/>
                  </a:lnTo>
                  <a:lnTo>
                    <a:pt x="5074414" y="13912"/>
                  </a:lnTo>
                  <a:lnTo>
                    <a:pt x="4992660" y="21797"/>
                  </a:lnTo>
                  <a:lnTo>
                    <a:pt x="4900001" y="31850"/>
                  </a:lnTo>
                  <a:lnTo>
                    <a:pt x="4800522" y="44086"/>
                  </a:lnTo>
                  <a:lnTo>
                    <a:pt x="4698295" y="58468"/>
                  </a:lnTo>
                  <a:lnTo>
                    <a:pt x="4596858" y="74951"/>
                  </a:lnTo>
                  <a:lnTo>
                    <a:pt x="4498934" y="93511"/>
                  </a:lnTo>
                  <a:lnTo>
                    <a:pt x="4406360" y="114182"/>
                  </a:lnTo>
                  <a:lnTo>
                    <a:pt x="4320160" y="137065"/>
                  </a:lnTo>
                  <a:lnTo>
                    <a:pt x="4240701" y="162339"/>
                  </a:lnTo>
                  <a:lnTo>
                    <a:pt x="4167867" y="190260"/>
                  </a:lnTo>
                  <a:lnTo>
                    <a:pt x="4101212" y="221160"/>
                  </a:lnTo>
                  <a:lnTo>
                    <a:pt x="4040086" y="255429"/>
                  </a:lnTo>
                  <a:lnTo>
                    <a:pt x="3983733" y="293500"/>
                  </a:lnTo>
                  <a:lnTo>
                    <a:pt x="3931357" y="335815"/>
                  </a:lnTo>
                  <a:lnTo>
                    <a:pt x="3882174" y="382760"/>
                  </a:lnTo>
                  <a:lnTo>
                    <a:pt x="3835465" y="434573"/>
                  </a:lnTo>
                  <a:lnTo>
                    <a:pt x="3829811" y="441341"/>
                  </a:lnTo>
                  <a:lnTo>
                    <a:pt x="3791122" y="490580"/>
                  </a:lnTo>
                  <a:lnTo>
                    <a:pt x="3753429" y="543538"/>
                  </a:lnTo>
                  <a:lnTo>
                    <a:pt x="3716452" y="600292"/>
                  </a:lnTo>
                  <a:lnTo>
                    <a:pt x="3679968" y="660852"/>
                  </a:lnTo>
                  <a:lnTo>
                    <a:pt x="3643800" y="725157"/>
                  </a:lnTo>
                  <a:lnTo>
                    <a:pt x="3607813" y="793065"/>
                  </a:lnTo>
                  <a:lnTo>
                    <a:pt x="3571906" y="864356"/>
                  </a:lnTo>
                  <a:lnTo>
                    <a:pt x="3536009" y="938722"/>
                  </a:lnTo>
                  <a:lnTo>
                    <a:pt x="3500078" y="1015777"/>
                  </a:lnTo>
                  <a:lnTo>
                    <a:pt x="3464095" y="1095057"/>
                  </a:lnTo>
                  <a:lnTo>
                    <a:pt x="3428056" y="1176035"/>
                  </a:lnTo>
                  <a:lnTo>
                    <a:pt x="3391976" y="1258130"/>
                  </a:lnTo>
                  <a:lnTo>
                    <a:pt x="3355875" y="1340729"/>
                  </a:lnTo>
                  <a:lnTo>
                    <a:pt x="3319779" y="1423199"/>
                  </a:lnTo>
                  <a:lnTo>
                    <a:pt x="3283713" y="1504915"/>
                  </a:lnTo>
                  <a:lnTo>
                    <a:pt x="3247696" y="1585274"/>
                  </a:lnTo>
                  <a:lnTo>
                    <a:pt x="3211735" y="1663715"/>
                  </a:lnTo>
                  <a:lnTo>
                    <a:pt x="3175821" y="1739735"/>
                  </a:lnTo>
                  <a:lnTo>
                    <a:pt x="3139927" y="1812900"/>
                  </a:lnTo>
                  <a:lnTo>
                    <a:pt x="3103997" y="1882856"/>
                  </a:lnTo>
                  <a:lnTo>
                    <a:pt x="3067951" y="1949330"/>
                  </a:lnTo>
                  <a:lnTo>
                    <a:pt x="3031674" y="2012133"/>
                  </a:lnTo>
                  <a:lnTo>
                    <a:pt x="2995015" y="2071158"/>
                  </a:lnTo>
                  <a:lnTo>
                    <a:pt x="2957778" y="2126372"/>
                  </a:lnTo>
                  <a:lnTo>
                    <a:pt x="2919719" y="2177815"/>
                  </a:lnTo>
                  <a:lnTo>
                    <a:pt x="2896531" y="2206709"/>
                  </a:lnTo>
                  <a:lnTo>
                    <a:pt x="2850083" y="2259129"/>
                  </a:lnTo>
                  <a:lnTo>
                    <a:pt x="2801245" y="2306670"/>
                  </a:lnTo>
                  <a:lnTo>
                    <a:pt x="2749307" y="2349540"/>
                  </a:lnTo>
                  <a:lnTo>
                    <a:pt x="2693491" y="2388114"/>
                  </a:lnTo>
                  <a:lnTo>
                    <a:pt x="2633000" y="2422831"/>
                  </a:lnTo>
                  <a:lnTo>
                    <a:pt x="2567068" y="2454126"/>
                  </a:lnTo>
                  <a:lnTo>
                    <a:pt x="2495030" y="2482398"/>
                  </a:lnTo>
                  <a:lnTo>
                    <a:pt x="2416408" y="2507984"/>
                  </a:lnTo>
                  <a:lnTo>
                    <a:pt x="2331036" y="2531153"/>
                  </a:lnTo>
                  <a:lnTo>
                    <a:pt x="2239212" y="2552091"/>
                  </a:lnTo>
                  <a:lnTo>
                    <a:pt x="2141870" y="2570910"/>
                  </a:lnTo>
                  <a:lnTo>
                    <a:pt x="2040739" y="2587650"/>
                  </a:lnTo>
                  <a:lnTo>
                    <a:pt x="1938432" y="2602296"/>
                  </a:lnTo>
                  <a:lnTo>
                    <a:pt x="1838398" y="2614800"/>
                  </a:lnTo>
                  <a:lnTo>
                    <a:pt x="1744665" y="2625125"/>
                  </a:lnTo>
                  <a:lnTo>
                    <a:pt x="1661352" y="2633276"/>
                  </a:lnTo>
                  <a:lnTo>
                    <a:pt x="1592009" y="2639343"/>
                  </a:lnTo>
                  <a:lnTo>
                    <a:pt x="1538939" y="2643520"/>
                  </a:lnTo>
                  <a:lnTo>
                    <a:pt x="1502682" y="2646099"/>
                  </a:lnTo>
                  <a:lnTo>
                    <a:pt x="1481809" y="2647446"/>
                  </a:lnTo>
                  <a:lnTo>
                    <a:pt x="1473019" y="2647963"/>
                  </a:lnTo>
                  <a:lnTo>
                    <a:pt x="1471387" y="2648051"/>
                  </a:lnTo>
                  <a:lnTo>
                    <a:pt x="0" y="2648051"/>
                  </a:lnTo>
                  <a:close/>
                </a:path>
              </a:pathLst>
            </a:custGeom>
            <a:solidFill>
              <a:srgbClr val="F28E5B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014" name="pl1014"/>
            <p:cNvSpPr/>
            <p:nvPr/>
          </p:nvSpPr>
          <p:spPr>
            <a:xfrm>
              <a:off x="4799595" y="4562947"/>
              <a:ext cx="11981298" cy="3391794"/>
            </a:xfrm>
            <a:custGeom>
              <a:avLst/>
              <a:pathLst>
                <a:path w="11981298" h="3391794">
                  <a:moveTo>
                    <a:pt x="0" y="2648051"/>
                  </a:moveTo>
                  <a:lnTo>
                    <a:pt x="1471387" y="2648051"/>
                  </a:lnTo>
                  <a:lnTo>
                    <a:pt x="1472544" y="2647989"/>
                  </a:lnTo>
                  <a:lnTo>
                    <a:pt x="1480148" y="2647547"/>
                  </a:lnTo>
                  <a:lnTo>
                    <a:pt x="1499307" y="2646325"/>
                  </a:lnTo>
                  <a:lnTo>
                    <a:pt x="1533538" y="2643920"/>
                  </a:lnTo>
                  <a:lnTo>
                    <a:pt x="1584512" y="2639959"/>
                  </a:lnTo>
                  <a:lnTo>
                    <a:pt x="1651928" y="2634139"/>
                  </a:lnTo>
                  <a:lnTo>
                    <a:pt x="1733682" y="2626253"/>
                  </a:lnTo>
                  <a:lnTo>
                    <a:pt x="1826341" y="2616200"/>
                  </a:lnTo>
                  <a:lnTo>
                    <a:pt x="1925820" y="2603964"/>
                  </a:lnTo>
                  <a:lnTo>
                    <a:pt x="2028048" y="2589582"/>
                  </a:lnTo>
                  <a:lnTo>
                    <a:pt x="2129485" y="2573100"/>
                  </a:lnTo>
                  <a:lnTo>
                    <a:pt x="2227408" y="2554539"/>
                  </a:lnTo>
                  <a:lnTo>
                    <a:pt x="2319982" y="2533868"/>
                  </a:lnTo>
                  <a:lnTo>
                    <a:pt x="2406182" y="2510986"/>
                  </a:lnTo>
                  <a:lnTo>
                    <a:pt x="2485641" y="2485712"/>
                  </a:lnTo>
                  <a:lnTo>
                    <a:pt x="2558475" y="2457790"/>
                  </a:lnTo>
                  <a:lnTo>
                    <a:pt x="2625130" y="2426891"/>
                  </a:lnTo>
                  <a:lnTo>
                    <a:pt x="2686256" y="2392622"/>
                  </a:lnTo>
                  <a:lnTo>
                    <a:pt x="2742609" y="2354550"/>
                  </a:lnTo>
                  <a:lnTo>
                    <a:pt x="2794985" y="2312235"/>
                  </a:lnTo>
                  <a:lnTo>
                    <a:pt x="2844168" y="2265290"/>
                  </a:lnTo>
                  <a:lnTo>
                    <a:pt x="2890877" y="2213478"/>
                  </a:lnTo>
                  <a:lnTo>
                    <a:pt x="2896531" y="2206709"/>
                  </a:lnTo>
                  <a:lnTo>
                    <a:pt x="2935220" y="2157471"/>
                  </a:lnTo>
                  <a:lnTo>
                    <a:pt x="2972913" y="2104512"/>
                  </a:lnTo>
                  <a:lnTo>
                    <a:pt x="3009890" y="2047758"/>
                  </a:lnTo>
                  <a:lnTo>
                    <a:pt x="3046374" y="1987198"/>
                  </a:lnTo>
                  <a:lnTo>
                    <a:pt x="3082542" y="1922894"/>
                  </a:lnTo>
                  <a:lnTo>
                    <a:pt x="3118529" y="1854985"/>
                  </a:lnTo>
                  <a:lnTo>
                    <a:pt x="3154436" y="1783695"/>
                  </a:lnTo>
                  <a:lnTo>
                    <a:pt x="3190333" y="1709329"/>
                  </a:lnTo>
                  <a:lnTo>
                    <a:pt x="3226264" y="1632274"/>
                  </a:lnTo>
                  <a:lnTo>
                    <a:pt x="3262248" y="1552993"/>
                  </a:lnTo>
                  <a:lnTo>
                    <a:pt x="3298286" y="1472015"/>
                  </a:lnTo>
                  <a:lnTo>
                    <a:pt x="3334366" y="1389920"/>
                  </a:lnTo>
                  <a:lnTo>
                    <a:pt x="3370468" y="1307322"/>
                  </a:lnTo>
                  <a:lnTo>
                    <a:pt x="3406563" y="1224851"/>
                  </a:lnTo>
                  <a:lnTo>
                    <a:pt x="3442629" y="1143135"/>
                  </a:lnTo>
                  <a:lnTo>
                    <a:pt x="3478646" y="1062776"/>
                  </a:lnTo>
                  <a:lnTo>
                    <a:pt x="3514607" y="984335"/>
                  </a:lnTo>
                  <a:lnTo>
                    <a:pt x="3550521" y="908315"/>
                  </a:lnTo>
                  <a:lnTo>
                    <a:pt x="3586415" y="835150"/>
                  </a:lnTo>
                  <a:lnTo>
                    <a:pt x="3622345" y="765195"/>
                  </a:lnTo>
                  <a:lnTo>
                    <a:pt x="3658391" y="698721"/>
                  </a:lnTo>
                  <a:lnTo>
                    <a:pt x="3694668" y="635918"/>
                  </a:lnTo>
                  <a:lnTo>
                    <a:pt x="3731327" y="576893"/>
                  </a:lnTo>
                  <a:lnTo>
                    <a:pt x="3768564" y="521678"/>
                  </a:lnTo>
                  <a:lnTo>
                    <a:pt x="3806623" y="470236"/>
                  </a:lnTo>
                  <a:lnTo>
                    <a:pt x="3829811" y="441341"/>
                  </a:lnTo>
                  <a:lnTo>
                    <a:pt x="3876259" y="388921"/>
                  </a:lnTo>
                  <a:lnTo>
                    <a:pt x="3925097" y="341381"/>
                  </a:lnTo>
                  <a:lnTo>
                    <a:pt x="3977035" y="298511"/>
                  </a:lnTo>
                  <a:lnTo>
                    <a:pt x="4032852" y="259936"/>
                  </a:lnTo>
                  <a:lnTo>
                    <a:pt x="4093343" y="225220"/>
                  </a:lnTo>
                  <a:lnTo>
                    <a:pt x="4159274" y="193925"/>
                  </a:lnTo>
                  <a:lnTo>
                    <a:pt x="4231312" y="165653"/>
                  </a:lnTo>
                  <a:lnTo>
                    <a:pt x="4309934" y="140066"/>
                  </a:lnTo>
                  <a:lnTo>
                    <a:pt x="4395306" y="116898"/>
                  </a:lnTo>
                  <a:lnTo>
                    <a:pt x="4487130" y="95960"/>
                  </a:lnTo>
                  <a:lnTo>
                    <a:pt x="4584472" y="77140"/>
                  </a:lnTo>
                  <a:lnTo>
                    <a:pt x="4685603" y="60400"/>
                  </a:lnTo>
                  <a:lnTo>
                    <a:pt x="4787910" y="45755"/>
                  </a:lnTo>
                  <a:lnTo>
                    <a:pt x="4887944" y="33250"/>
                  </a:lnTo>
                  <a:lnTo>
                    <a:pt x="4981677" y="22926"/>
                  </a:lnTo>
                  <a:lnTo>
                    <a:pt x="5064990" y="14775"/>
                  </a:lnTo>
                  <a:lnTo>
                    <a:pt x="5134333" y="8707"/>
                  </a:lnTo>
                  <a:lnTo>
                    <a:pt x="5187403" y="4530"/>
                  </a:lnTo>
                  <a:lnTo>
                    <a:pt x="5223660" y="1951"/>
                  </a:lnTo>
                  <a:lnTo>
                    <a:pt x="5244533" y="604"/>
                  </a:lnTo>
                  <a:lnTo>
                    <a:pt x="5253323" y="88"/>
                  </a:lnTo>
                  <a:lnTo>
                    <a:pt x="5254953" y="0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454" y="76"/>
                  </a:lnTo>
                  <a:lnTo>
                    <a:pt x="6734765" y="619"/>
                  </a:lnTo>
                  <a:lnTo>
                    <a:pt x="6753208" y="2120"/>
                  </a:lnTo>
                  <a:lnTo>
                    <a:pt x="6786216" y="5077"/>
                  </a:lnTo>
                  <a:lnTo>
                    <a:pt x="6835482" y="9949"/>
                  </a:lnTo>
                  <a:lnTo>
                    <a:pt x="6900832" y="17117"/>
                  </a:lnTo>
                  <a:lnTo>
                    <a:pt x="6980358" y="26844"/>
                  </a:lnTo>
                  <a:lnTo>
                    <a:pt x="7070853" y="39265"/>
                  </a:lnTo>
                  <a:lnTo>
                    <a:pt x="7168424" y="54410"/>
                  </a:lnTo>
                  <a:lnTo>
                    <a:pt x="7269133" y="72237"/>
                  </a:lnTo>
                  <a:lnTo>
                    <a:pt x="7369494" y="92688"/>
                  </a:lnTo>
                  <a:lnTo>
                    <a:pt x="7466774" y="115730"/>
                  </a:lnTo>
                  <a:lnTo>
                    <a:pt x="7559081" y="141390"/>
                  </a:lnTo>
                  <a:lnTo>
                    <a:pt x="7645307" y="169777"/>
                  </a:lnTo>
                  <a:lnTo>
                    <a:pt x="7724999" y="201095"/>
                  </a:lnTo>
                  <a:lnTo>
                    <a:pt x="7798191" y="235640"/>
                  </a:lnTo>
                  <a:lnTo>
                    <a:pt x="7865255" y="273800"/>
                  </a:lnTo>
                  <a:lnTo>
                    <a:pt x="7926780" y="316042"/>
                  </a:lnTo>
                  <a:lnTo>
                    <a:pt x="7983475" y="362888"/>
                  </a:lnTo>
                  <a:lnTo>
                    <a:pt x="8036101" y="414885"/>
                  </a:lnTo>
                  <a:lnTo>
                    <a:pt x="8085416" y="472535"/>
                  </a:lnTo>
                  <a:lnTo>
                    <a:pt x="8132135" y="536197"/>
                  </a:lnTo>
                  <a:lnTo>
                    <a:pt x="8151487" y="565299"/>
                  </a:lnTo>
                  <a:lnTo>
                    <a:pt x="8186490" y="622074"/>
                  </a:lnTo>
                  <a:lnTo>
                    <a:pt x="8220657" y="682730"/>
                  </a:lnTo>
                  <a:lnTo>
                    <a:pt x="8254200" y="747346"/>
                  </a:lnTo>
                  <a:lnTo>
                    <a:pt x="8287293" y="815946"/>
                  </a:lnTo>
                  <a:lnTo>
                    <a:pt x="8320076" y="888496"/>
                  </a:lnTo>
                  <a:lnTo>
                    <a:pt x="8352663" y="964897"/>
                  </a:lnTo>
                  <a:lnTo>
                    <a:pt x="8385141" y="1044982"/>
                  </a:lnTo>
                  <a:lnTo>
                    <a:pt x="8417575" y="1128509"/>
                  </a:lnTo>
                  <a:lnTo>
                    <a:pt x="8450011" y="1215169"/>
                  </a:lnTo>
                  <a:lnTo>
                    <a:pt x="8482478" y="1304581"/>
                  </a:lnTo>
                  <a:lnTo>
                    <a:pt x="8514988" y="1396304"/>
                  </a:lnTo>
                  <a:lnTo>
                    <a:pt x="8547544" y="1489838"/>
                  </a:lnTo>
                  <a:lnTo>
                    <a:pt x="8580136" y="1584639"/>
                  </a:lnTo>
                  <a:lnTo>
                    <a:pt x="8612751" y="1680133"/>
                  </a:lnTo>
                  <a:lnTo>
                    <a:pt x="8645368" y="1775725"/>
                  </a:lnTo>
                  <a:lnTo>
                    <a:pt x="8677970" y="1870819"/>
                  </a:lnTo>
                  <a:lnTo>
                    <a:pt x="8710539" y="1964833"/>
                  </a:lnTo>
                  <a:lnTo>
                    <a:pt x="8743064" y="2057210"/>
                  </a:lnTo>
                  <a:lnTo>
                    <a:pt x="8775545" y="2147436"/>
                  </a:lnTo>
                  <a:lnTo>
                    <a:pt x="8807989" y="2235048"/>
                  </a:lnTo>
                  <a:lnTo>
                    <a:pt x="8840419" y="2319646"/>
                  </a:lnTo>
                  <a:lnTo>
                    <a:pt x="8872876" y="2400895"/>
                  </a:lnTo>
                  <a:lnTo>
                    <a:pt x="8905419" y="2478532"/>
                  </a:lnTo>
                  <a:lnTo>
                    <a:pt x="8938126" y="2552367"/>
                  </a:lnTo>
                  <a:lnTo>
                    <a:pt x="8971102" y="2622276"/>
                  </a:lnTo>
                  <a:lnTo>
                    <a:pt x="9004480" y="2688204"/>
                  </a:lnTo>
                  <a:lnTo>
                    <a:pt x="9038420" y="2750159"/>
                  </a:lnTo>
                  <a:lnTo>
                    <a:pt x="9073121" y="2808202"/>
                  </a:lnTo>
                  <a:lnTo>
                    <a:pt x="9084767" y="2826495"/>
                  </a:lnTo>
                  <a:lnTo>
                    <a:pt x="9130571" y="2892770"/>
                  </a:lnTo>
                  <a:lnTo>
                    <a:pt x="9178692" y="2952962"/>
                  </a:lnTo>
                  <a:lnTo>
                    <a:pt x="9229810" y="3007321"/>
                  </a:lnTo>
                  <a:lnTo>
                    <a:pt x="9284671" y="3056305"/>
                  </a:lnTo>
                  <a:lnTo>
                    <a:pt x="9344038" y="3100450"/>
                  </a:lnTo>
                  <a:lnTo>
                    <a:pt x="9408652" y="3140295"/>
                  </a:lnTo>
                  <a:lnTo>
                    <a:pt x="9479161" y="3176335"/>
                  </a:lnTo>
                  <a:lnTo>
                    <a:pt x="9556044" y="3208991"/>
                  </a:lnTo>
                  <a:lnTo>
                    <a:pt x="9639499" y="3238602"/>
                  </a:lnTo>
                  <a:lnTo>
                    <a:pt x="9729298" y="3265411"/>
                  </a:lnTo>
                  <a:lnTo>
                    <a:pt x="9824634" y="3289565"/>
                  </a:lnTo>
                  <a:lnTo>
                    <a:pt x="9923962" y="3311125"/>
                  </a:lnTo>
                  <a:lnTo>
                    <a:pt x="10024909" y="3330082"/>
                  </a:lnTo>
                  <a:lnTo>
                    <a:pt x="10124288" y="3346381"/>
                  </a:lnTo>
                  <a:lnTo>
                    <a:pt x="10218304" y="3359969"/>
                  </a:lnTo>
                  <a:lnTo>
                    <a:pt x="10302970" y="3370838"/>
                  </a:lnTo>
                  <a:lnTo>
                    <a:pt x="10374707" y="3379077"/>
                  </a:lnTo>
                  <a:lnTo>
                    <a:pt x="10430982" y="3384891"/>
                  </a:lnTo>
                  <a:lnTo>
                    <a:pt x="10470847" y="3388615"/>
                  </a:lnTo>
                  <a:lnTo>
                    <a:pt x="10495197" y="3390679"/>
                  </a:lnTo>
                  <a:lnTo>
                    <a:pt x="10506749" y="3391570"/>
                  </a:lnTo>
                  <a:lnTo>
                    <a:pt x="10509821" y="3391788"/>
                  </a:lnTo>
                  <a:lnTo>
                    <a:pt x="10509911" y="3391794"/>
                  </a:lnTo>
                  <a:lnTo>
                    <a:pt x="11981298" y="339179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15" name="pl1015"/>
            <p:cNvSpPr/>
            <p:nvPr/>
          </p:nvSpPr>
          <p:spPr>
            <a:xfrm>
              <a:off x="4799595" y="4546601"/>
              <a:ext cx="11981298" cy="3391794"/>
            </a:xfrm>
            <a:custGeom>
              <a:avLst/>
              <a:pathLst>
                <a:path w="11981298" h="3391794">
                  <a:moveTo>
                    <a:pt x="11981298" y="3391794"/>
                  </a:moveTo>
                  <a:lnTo>
                    <a:pt x="10509911" y="3391794"/>
                  </a:lnTo>
                  <a:lnTo>
                    <a:pt x="10508799" y="3391718"/>
                  </a:lnTo>
                  <a:lnTo>
                    <a:pt x="10501488" y="3391174"/>
                  </a:lnTo>
                  <a:lnTo>
                    <a:pt x="10483045" y="3389673"/>
                  </a:lnTo>
                  <a:lnTo>
                    <a:pt x="10450037" y="3386717"/>
                  </a:lnTo>
                  <a:lnTo>
                    <a:pt x="10400771" y="3381844"/>
                  </a:lnTo>
                  <a:lnTo>
                    <a:pt x="10335422" y="3374676"/>
                  </a:lnTo>
                  <a:lnTo>
                    <a:pt x="10255895" y="3364949"/>
                  </a:lnTo>
                  <a:lnTo>
                    <a:pt x="10165400" y="3352528"/>
                  </a:lnTo>
                  <a:lnTo>
                    <a:pt x="10067829" y="3337384"/>
                  </a:lnTo>
                  <a:lnTo>
                    <a:pt x="9967120" y="3319557"/>
                  </a:lnTo>
                  <a:lnTo>
                    <a:pt x="9866759" y="3299106"/>
                  </a:lnTo>
                  <a:lnTo>
                    <a:pt x="9769479" y="3276064"/>
                  </a:lnTo>
                  <a:lnTo>
                    <a:pt x="9677173" y="3250404"/>
                  </a:lnTo>
                  <a:lnTo>
                    <a:pt x="9590946" y="3222016"/>
                  </a:lnTo>
                  <a:lnTo>
                    <a:pt x="9511254" y="3190698"/>
                  </a:lnTo>
                  <a:lnTo>
                    <a:pt x="9438062" y="3156153"/>
                  </a:lnTo>
                  <a:lnTo>
                    <a:pt x="9370999" y="3117993"/>
                  </a:lnTo>
                  <a:lnTo>
                    <a:pt x="9309474" y="3075752"/>
                  </a:lnTo>
                  <a:lnTo>
                    <a:pt x="9252778" y="3028905"/>
                  </a:lnTo>
                  <a:lnTo>
                    <a:pt x="9200152" y="2976908"/>
                  </a:lnTo>
                  <a:lnTo>
                    <a:pt x="9150837" y="2919258"/>
                  </a:lnTo>
                  <a:lnTo>
                    <a:pt x="9104119" y="2855596"/>
                  </a:lnTo>
                  <a:lnTo>
                    <a:pt x="9084767" y="2826495"/>
                  </a:lnTo>
                  <a:lnTo>
                    <a:pt x="9049763" y="2769719"/>
                  </a:lnTo>
                  <a:lnTo>
                    <a:pt x="9015596" y="2709063"/>
                  </a:lnTo>
                  <a:lnTo>
                    <a:pt x="8982053" y="2644448"/>
                  </a:lnTo>
                  <a:lnTo>
                    <a:pt x="8948960" y="2575848"/>
                  </a:lnTo>
                  <a:lnTo>
                    <a:pt x="8916177" y="2503297"/>
                  </a:lnTo>
                  <a:lnTo>
                    <a:pt x="8883590" y="2426896"/>
                  </a:lnTo>
                  <a:lnTo>
                    <a:pt x="8851112" y="2346812"/>
                  </a:lnTo>
                  <a:lnTo>
                    <a:pt x="8818678" y="2263284"/>
                  </a:lnTo>
                  <a:lnTo>
                    <a:pt x="8786242" y="2176625"/>
                  </a:lnTo>
                  <a:lnTo>
                    <a:pt x="8753776" y="2087212"/>
                  </a:lnTo>
                  <a:lnTo>
                    <a:pt x="8721265" y="1995490"/>
                  </a:lnTo>
                  <a:lnTo>
                    <a:pt x="8688709" y="1901956"/>
                  </a:lnTo>
                  <a:lnTo>
                    <a:pt x="8656117" y="1807154"/>
                  </a:lnTo>
                  <a:lnTo>
                    <a:pt x="8623503" y="1711660"/>
                  </a:lnTo>
                  <a:lnTo>
                    <a:pt x="8590885" y="1616068"/>
                  </a:lnTo>
                  <a:lnTo>
                    <a:pt x="8558284" y="1520974"/>
                  </a:lnTo>
                  <a:lnTo>
                    <a:pt x="8525715" y="1426960"/>
                  </a:lnTo>
                  <a:lnTo>
                    <a:pt x="8493189" y="1334583"/>
                  </a:lnTo>
                  <a:lnTo>
                    <a:pt x="8460709" y="1244357"/>
                  </a:lnTo>
                  <a:lnTo>
                    <a:pt x="8428265" y="1156745"/>
                  </a:lnTo>
                  <a:lnTo>
                    <a:pt x="8395834" y="1072147"/>
                  </a:lnTo>
                  <a:lnTo>
                    <a:pt x="8363377" y="990898"/>
                  </a:lnTo>
                  <a:lnTo>
                    <a:pt x="8330835" y="913261"/>
                  </a:lnTo>
                  <a:lnTo>
                    <a:pt x="8298127" y="839427"/>
                  </a:lnTo>
                  <a:lnTo>
                    <a:pt x="8265151" y="769518"/>
                  </a:lnTo>
                  <a:lnTo>
                    <a:pt x="8231774" y="703589"/>
                  </a:lnTo>
                  <a:lnTo>
                    <a:pt x="8197834" y="641634"/>
                  </a:lnTo>
                  <a:lnTo>
                    <a:pt x="8163132" y="583591"/>
                  </a:lnTo>
                  <a:lnTo>
                    <a:pt x="8151487" y="565299"/>
                  </a:lnTo>
                  <a:lnTo>
                    <a:pt x="8105683" y="499023"/>
                  </a:lnTo>
                  <a:lnTo>
                    <a:pt x="8057561" y="438831"/>
                  </a:lnTo>
                  <a:lnTo>
                    <a:pt x="8006443" y="384472"/>
                  </a:lnTo>
                  <a:lnTo>
                    <a:pt x="7951583" y="335488"/>
                  </a:lnTo>
                  <a:lnTo>
                    <a:pt x="7892215" y="291343"/>
                  </a:lnTo>
                  <a:lnTo>
                    <a:pt x="7827602" y="251498"/>
                  </a:lnTo>
                  <a:lnTo>
                    <a:pt x="7757093" y="215459"/>
                  </a:lnTo>
                  <a:lnTo>
                    <a:pt x="7680209" y="182802"/>
                  </a:lnTo>
                  <a:lnTo>
                    <a:pt x="7596754" y="153191"/>
                  </a:lnTo>
                  <a:lnTo>
                    <a:pt x="7506955" y="126383"/>
                  </a:lnTo>
                  <a:lnTo>
                    <a:pt x="7411620" y="102229"/>
                  </a:lnTo>
                  <a:lnTo>
                    <a:pt x="7312291" y="80668"/>
                  </a:lnTo>
                  <a:lnTo>
                    <a:pt x="7211344" y="61712"/>
                  </a:lnTo>
                  <a:lnTo>
                    <a:pt x="7111965" y="45412"/>
                  </a:lnTo>
                  <a:lnTo>
                    <a:pt x="7017950" y="31825"/>
                  </a:lnTo>
                  <a:lnTo>
                    <a:pt x="6933283" y="20955"/>
                  </a:lnTo>
                  <a:lnTo>
                    <a:pt x="6861547" y="12717"/>
                  </a:lnTo>
                  <a:lnTo>
                    <a:pt x="6805271" y="6902"/>
                  </a:lnTo>
                  <a:lnTo>
                    <a:pt x="6765406" y="3179"/>
                  </a:lnTo>
                  <a:lnTo>
                    <a:pt x="6741056" y="1115"/>
                  </a:lnTo>
                  <a:lnTo>
                    <a:pt x="6729504" y="223"/>
                  </a:lnTo>
                  <a:lnTo>
                    <a:pt x="6726432" y="5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798" y="61"/>
                  </a:lnTo>
                  <a:lnTo>
                    <a:pt x="5246194" y="504"/>
                  </a:lnTo>
                  <a:lnTo>
                    <a:pt x="5227035" y="1725"/>
                  </a:lnTo>
                  <a:lnTo>
                    <a:pt x="5192804" y="4130"/>
                  </a:lnTo>
                  <a:lnTo>
                    <a:pt x="5141831" y="8091"/>
                  </a:lnTo>
                  <a:lnTo>
                    <a:pt x="5074414" y="13912"/>
                  </a:lnTo>
                  <a:lnTo>
                    <a:pt x="4992660" y="21797"/>
                  </a:lnTo>
                  <a:lnTo>
                    <a:pt x="4900001" y="31850"/>
                  </a:lnTo>
                  <a:lnTo>
                    <a:pt x="4800522" y="44086"/>
                  </a:lnTo>
                  <a:lnTo>
                    <a:pt x="4698295" y="58468"/>
                  </a:lnTo>
                  <a:lnTo>
                    <a:pt x="4596858" y="74951"/>
                  </a:lnTo>
                  <a:lnTo>
                    <a:pt x="4498934" y="93511"/>
                  </a:lnTo>
                  <a:lnTo>
                    <a:pt x="4406360" y="114182"/>
                  </a:lnTo>
                  <a:lnTo>
                    <a:pt x="4320160" y="137065"/>
                  </a:lnTo>
                  <a:lnTo>
                    <a:pt x="4240701" y="162339"/>
                  </a:lnTo>
                  <a:lnTo>
                    <a:pt x="4167867" y="190260"/>
                  </a:lnTo>
                  <a:lnTo>
                    <a:pt x="4101212" y="221160"/>
                  </a:lnTo>
                  <a:lnTo>
                    <a:pt x="4040086" y="255429"/>
                  </a:lnTo>
                  <a:lnTo>
                    <a:pt x="3983733" y="293500"/>
                  </a:lnTo>
                  <a:lnTo>
                    <a:pt x="3931357" y="335815"/>
                  </a:lnTo>
                  <a:lnTo>
                    <a:pt x="3882174" y="382760"/>
                  </a:lnTo>
                  <a:lnTo>
                    <a:pt x="3835465" y="434573"/>
                  </a:lnTo>
                  <a:lnTo>
                    <a:pt x="3829811" y="441341"/>
                  </a:lnTo>
                  <a:lnTo>
                    <a:pt x="3791122" y="490580"/>
                  </a:lnTo>
                  <a:lnTo>
                    <a:pt x="3753429" y="543538"/>
                  </a:lnTo>
                  <a:lnTo>
                    <a:pt x="3716452" y="600292"/>
                  </a:lnTo>
                  <a:lnTo>
                    <a:pt x="3679968" y="660852"/>
                  </a:lnTo>
                  <a:lnTo>
                    <a:pt x="3643800" y="725157"/>
                  </a:lnTo>
                  <a:lnTo>
                    <a:pt x="3607813" y="793065"/>
                  </a:lnTo>
                  <a:lnTo>
                    <a:pt x="3571906" y="864356"/>
                  </a:lnTo>
                  <a:lnTo>
                    <a:pt x="3536009" y="938722"/>
                  </a:lnTo>
                  <a:lnTo>
                    <a:pt x="3500078" y="1015777"/>
                  </a:lnTo>
                  <a:lnTo>
                    <a:pt x="3464095" y="1095057"/>
                  </a:lnTo>
                  <a:lnTo>
                    <a:pt x="3428056" y="1176035"/>
                  </a:lnTo>
                  <a:lnTo>
                    <a:pt x="3391976" y="1258130"/>
                  </a:lnTo>
                  <a:lnTo>
                    <a:pt x="3355875" y="1340729"/>
                  </a:lnTo>
                  <a:lnTo>
                    <a:pt x="3319779" y="1423199"/>
                  </a:lnTo>
                  <a:lnTo>
                    <a:pt x="3283713" y="1504915"/>
                  </a:lnTo>
                  <a:lnTo>
                    <a:pt x="3247696" y="1585274"/>
                  </a:lnTo>
                  <a:lnTo>
                    <a:pt x="3211735" y="1663715"/>
                  </a:lnTo>
                  <a:lnTo>
                    <a:pt x="3175821" y="1739735"/>
                  </a:lnTo>
                  <a:lnTo>
                    <a:pt x="3139927" y="1812900"/>
                  </a:lnTo>
                  <a:lnTo>
                    <a:pt x="3103997" y="1882856"/>
                  </a:lnTo>
                  <a:lnTo>
                    <a:pt x="3067951" y="1949330"/>
                  </a:lnTo>
                  <a:lnTo>
                    <a:pt x="3031674" y="2012133"/>
                  </a:lnTo>
                  <a:lnTo>
                    <a:pt x="2995015" y="2071158"/>
                  </a:lnTo>
                  <a:lnTo>
                    <a:pt x="2957778" y="2126372"/>
                  </a:lnTo>
                  <a:lnTo>
                    <a:pt x="2919719" y="2177815"/>
                  </a:lnTo>
                  <a:lnTo>
                    <a:pt x="2896531" y="2206709"/>
                  </a:lnTo>
                  <a:lnTo>
                    <a:pt x="2850083" y="2259129"/>
                  </a:lnTo>
                  <a:lnTo>
                    <a:pt x="2801245" y="2306670"/>
                  </a:lnTo>
                  <a:lnTo>
                    <a:pt x="2749307" y="2349540"/>
                  </a:lnTo>
                  <a:lnTo>
                    <a:pt x="2693491" y="2388114"/>
                  </a:lnTo>
                  <a:lnTo>
                    <a:pt x="2633000" y="2422831"/>
                  </a:lnTo>
                  <a:lnTo>
                    <a:pt x="2567068" y="2454126"/>
                  </a:lnTo>
                  <a:lnTo>
                    <a:pt x="2495030" y="2482398"/>
                  </a:lnTo>
                  <a:lnTo>
                    <a:pt x="2416408" y="2507984"/>
                  </a:lnTo>
                  <a:lnTo>
                    <a:pt x="2331036" y="2531153"/>
                  </a:lnTo>
                  <a:lnTo>
                    <a:pt x="2239212" y="2552091"/>
                  </a:lnTo>
                  <a:lnTo>
                    <a:pt x="2141870" y="2570910"/>
                  </a:lnTo>
                  <a:lnTo>
                    <a:pt x="2040739" y="2587650"/>
                  </a:lnTo>
                  <a:lnTo>
                    <a:pt x="1938432" y="2602296"/>
                  </a:lnTo>
                  <a:lnTo>
                    <a:pt x="1838398" y="2614800"/>
                  </a:lnTo>
                  <a:lnTo>
                    <a:pt x="1744665" y="2625125"/>
                  </a:lnTo>
                  <a:lnTo>
                    <a:pt x="1661352" y="2633276"/>
                  </a:lnTo>
                  <a:lnTo>
                    <a:pt x="1592009" y="2639343"/>
                  </a:lnTo>
                  <a:lnTo>
                    <a:pt x="1538939" y="2643520"/>
                  </a:lnTo>
                  <a:lnTo>
                    <a:pt x="1502682" y="2646099"/>
                  </a:lnTo>
                  <a:lnTo>
                    <a:pt x="1481809" y="2647446"/>
                  </a:lnTo>
                  <a:lnTo>
                    <a:pt x="1473019" y="2647963"/>
                  </a:lnTo>
                  <a:lnTo>
                    <a:pt x="1471389" y="2648051"/>
                  </a:lnTo>
                  <a:lnTo>
                    <a:pt x="1471387" y="2648051"/>
                  </a:lnTo>
                  <a:lnTo>
                    <a:pt x="0" y="264805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16" name="pg1016"/>
            <p:cNvSpPr/>
            <p:nvPr/>
          </p:nvSpPr>
          <p:spPr>
            <a:xfrm>
              <a:off x="4799595" y="4579293"/>
              <a:ext cx="11981298" cy="3743233"/>
            </a:xfrm>
            <a:custGeom>
              <a:avLst/>
              <a:pathLst>
                <a:path w="11981298" h="3743233">
                  <a:moveTo>
                    <a:pt x="0" y="2648051"/>
                  </a:moveTo>
                  <a:lnTo>
                    <a:pt x="1471387" y="2648051"/>
                  </a:lnTo>
                  <a:lnTo>
                    <a:pt x="1472545" y="2647989"/>
                  </a:lnTo>
                  <a:lnTo>
                    <a:pt x="1480155" y="2647550"/>
                  </a:lnTo>
                  <a:lnTo>
                    <a:pt x="1499328" y="2646334"/>
                  </a:lnTo>
                  <a:lnTo>
                    <a:pt x="1533583" y="2643942"/>
                  </a:lnTo>
                  <a:lnTo>
                    <a:pt x="1584592" y="2640002"/>
                  </a:lnTo>
                  <a:lnTo>
                    <a:pt x="1652050" y="2634213"/>
                  </a:lnTo>
                  <a:lnTo>
                    <a:pt x="1733848" y="2626371"/>
                  </a:lnTo>
                  <a:lnTo>
                    <a:pt x="1826550" y="2616373"/>
                  </a:lnTo>
                  <a:lnTo>
                    <a:pt x="1926066" y="2604204"/>
                  </a:lnTo>
                  <a:lnTo>
                    <a:pt x="2028323" y="2589902"/>
                  </a:lnTo>
                  <a:lnTo>
                    <a:pt x="2129781" y="2573511"/>
                  </a:lnTo>
                  <a:lnTo>
                    <a:pt x="2227716" y="2555053"/>
                  </a:lnTo>
                  <a:lnTo>
                    <a:pt x="2320295" y="2534498"/>
                  </a:lnTo>
                  <a:lnTo>
                    <a:pt x="2406495" y="2511742"/>
                  </a:lnTo>
                  <a:lnTo>
                    <a:pt x="2485948" y="2486607"/>
                  </a:lnTo>
                  <a:lnTo>
                    <a:pt x="2558775" y="2458839"/>
                  </a:lnTo>
                  <a:lnTo>
                    <a:pt x="2625422" y="2428108"/>
                  </a:lnTo>
                  <a:lnTo>
                    <a:pt x="2686540" y="2394025"/>
                  </a:lnTo>
                  <a:lnTo>
                    <a:pt x="2742886" y="2356158"/>
                  </a:lnTo>
                  <a:lnTo>
                    <a:pt x="2795258" y="2314070"/>
                  </a:lnTo>
                  <a:lnTo>
                    <a:pt x="2844438" y="2267375"/>
                  </a:lnTo>
                  <a:lnTo>
                    <a:pt x="2891148" y="2215841"/>
                  </a:lnTo>
                  <a:lnTo>
                    <a:pt x="2896531" y="2209433"/>
                  </a:lnTo>
                  <a:lnTo>
                    <a:pt x="2935312" y="2160376"/>
                  </a:lnTo>
                  <a:lnTo>
                    <a:pt x="2973094" y="2107604"/>
                  </a:lnTo>
                  <a:lnTo>
                    <a:pt x="3010157" y="2051040"/>
                  </a:lnTo>
                  <a:lnTo>
                    <a:pt x="3046726" y="1990677"/>
                  </a:lnTo>
                  <a:lnTo>
                    <a:pt x="3082978" y="1926575"/>
                  </a:lnTo>
                  <a:lnTo>
                    <a:pt x="3119050" y="1858876"/>
                  </a:lnTo>
                  <a:lnTo>
                    <a:pt x="3155044" y="1787803"/>
                  </a:lnTo>
                  <a:lnTo>
                    <a:pt x="3191028" y="1713665"/>
                  </a:lnTo>
                  <a:lnTo>
                    <a:pt x="3227047" y="1636850"/>
                  </a:lnTo>
                  <a:lnTo>
                    <a:pt x="3263119" y="1557824"/>
                  </a:lnTo>
                  <a:lnTo>
                    <a:pt x="3299246" y="1477115"/>
                  </a:lnTo>
                  <a:lnTo>
                    <a:pt x="3335414" y="1395307"/>
                  </a:lnTo>
                  <a:lnTo>
                    <a:pt x="3371603" y="1313015"/>
                  </a:lnTo>
                  <a:lnTo>
                    <a:pt x="3407786" y="1230870"/>
                  </a:lnTo>
                  <a:lnTo>
                    <a:pt x="3443937" y="1149499"/>
                  </a:lnTo>
                  <a:lnTo>
                    <a:pt x="3480039" y="1069505"/>
                  </a:lnTo>
                  <a:lnTo>
                    <a:pt x="3516085" y="991447"/>
                  </a:lnTo>
                  <a:lnTo>
                    <a:pt x="3552084" y="915826"/>
                  </a:lnTo>
                  <a:lnTo>
                    <a:pt x="3588066" y="843073"/>
                  </a:lnTo>
                  <a:lnTo>
                    <a:pt x="3624086" y="773539"/>
                  </a:lnTo>
                  <a:lnTo>
                    <a:pt x="3660227" y="707493"/>
                  </a:lnTo>
                  <a:lnTo>
                    <a:pt x="3696608" y="645121"/>
                  </a:lnTo>
                  <a:lnTo>
                    <a:pt x="3733382" y="586525"/>
                  </a:lnTo>
                  <a:lnTo>
                    <a:pt x="3770749" y="531733"/>
                  </a:lnTo>
                  <a:lnTo>
                    <a:pt x="3808957" y="480705"/>
                  </a:lnTo>
                  <a:lnTo>
                    <a:pt x="3829811" y="454963"/>
                  </a:lnTo>
                  <a:lnTo>
                    <a:pt x="3876272" y="402853"/>
                  </a:lnTo>
                  <a:lnTo>
                    <a:pt x="3925124" y="355595"/>
                  </a:lnTo>
                  <a:lnTo>
                    <a:pt x="3977079" y="312981"/>
                  </a:lnTo>
                  <a:lnTo>
                    <a:pt x="4032914" y="274639"/>
                  </a:lnTo>
                  <a:lnTo>
                    <a:pt x="4093428" y="240131"/>
                  </a:lnTo>
                  <a:lnTo>
                    <a:pt x="4159385" y="209026"/>
                  </a:lnTo>
                  <a:lnTo>
                    <a:pt x="4231454" y="180926"/>
                  </a:lnTo>
                  <a:lnTo>
                    <a:pt x="4310111" y="155495"/>
                  </a:lnTo>
                  <a:lnTo>
                    <a:pt x="4395522" y="132469"/>
                  </a:lnTo>
                  <a:lnTo>
                    <a:pt x="4487386" y="111660"/>
                  </a:lnTo>
                  <a:lnTo>
                    <a:pt x="4584767" y="92958"/>
                  </a:lnTo>
                  <a:lnTo>
                    <a:pt x="4685933" y="76323"/>
                  </a:lnTo>
                  <a:lnTo>
                    <a:pt x="4788266" y="61771"/>
                  </a:lnTo>
                  <a:lnTo>
                    <a:pt x="4888312" y="49348"/>
                  </a:lnTo>
                  <a:lnTo>
                    <a:pt x="4982038" y="39093"/>
                  </a:lnTo>
                  <a:lnTo>
                    <a:pt x="5065322" y="30999"/>
                  </a:lnTo>
                  <a:lnTo>
                    <a:pt x="5134614" y="24976"/>
                  </a:lnTo>
                  <a:lnTo>
                    <a:pt x="5187619" y="20832"/>
                  </a:lnTo>
                  <a:lnTo>
                    <a:pt x="5223804" y="18276"/>
                  </a:lnTo>
                  <a:lnTo>
                    <a:pt x="5244609" y="16942"/>
                  </a:lnTo>
                  <a:lnTo>
                    <a:pt x="5253347" y="16432"/>
                  </a:lnTo>
                  <a:lnTo>
                    <a:pt x="5254955" y="16345"/>
                  </a:lnTo>
                  <a:lnTo>
                    <a:pt x="6726343" y="16345"/>
                  </a:lnTo>
                  <a:lnTo>
                    <a:pt x="6727432" y="16427"/>
                  </a:lnTo>
                  <a:lnTo>
                    <a:pt x="6734598" y="17012"/>
                  </a:lnTo>
                  <a:lnTo>
                    <a:pt x="6752686" y="18627"/>
                  </a:lnTo>
                  <a:lnTo>
                    <a:pt x="6785086" y="21808"/>
                  </a:lnTo>
                  <a:lnTo>
                    <a:pt x="6833501" y="27053"/>
                  </a:lnTo>
                  <a:lnTo>
                    <a:pt x="6897815" y="34773"/>
                  </a:lnTo>
                  <a:lnTo>
                    <a:pt x="6976220" y="45257"/>
                  </a:lnTo>
                  <a:lnTo>
                    <a:pt x="7065617" y="58656"/>
                  </a:lnTo>
                  <a:lnTo>
                    <a:pt x="7162212" y="75007"/>
                  </a:lnTo>
                  <a:lnTo>
                    <a:pt x="7262133" y="94269"/>
                  </a:lnTo>
                  <a:lnTo>
                    <a:pt x="7361928" y="116379"/>
                  </a:lnTo>
                  <a:lnTo>
                    <a:pt x="7458858" y="141296"/>
                  </a:lnTo>
                  <a:lnTo>
                    <a:pt x="7551008" y="169045"/>
                  </a:lnTo>
                  <a:lnTo>
                    <a:pt x="7637230" y="199735"/>
                  </a:lnTo>
                  <a:lnTo>
                    <a:pt x="7717027" y="233575"/>
                  </a:lnTo>
                  <a:lnTo>
                    <a:pt x="7790391" y="270873"/>
                  </a:lnTo>
                  <a:lnTo>
                    <a:pt x="7857659" y="312037"/>
                  </a:lnTo>
                  <a:lnTo>
                    <a:pt x="7919389" y="357561"/>
                  </a:lnTo>
                  <a:lnTo>
                    <a:pt x="7976264" y="408002"/>
                  </a:lnTo>
                  <a:lnTo>
                    <a:pt x="8029026" y="463947"/>
                  </a:lnTo>
                  <a:lnTo>
                    <a:pt x="8078421" y="525948"/>
                  </a:lnTo>
                  <a:lnTo>
                    <a:pt x="8125158" y="594424"/>
                  </a:lnTo>
                  <a:lnTo>
                    <a:pt x="8151487" y="637493"/>
                  </a:lnTo>
                  <a:lnTo>
                    <a:pt x="8185109" y="697305"/>
                  </a:lnTo>
                  <a:lnTo>
                    <a:pt x="8217952" y="761041"/>
                  </a:lnTo>
                  <a:lnTo>
                    <a:pt x="8250206" y="828784"/>
                  </a:lnTo>
                  <a:lnTo>
                    <a:pt x="8282028" y="900562"/>
                  </a:lnTo>
                  <a:lnTo>
                    <a:pt x="8313546" y="976351"/>
                  </a:lnTo>
                  <a:lnTo>
                    <a:pt x="8344863" y="1056067"/>
                  </a:lnTo>
                  <a:lnTo>
                    <a:pt x="8376063" y="1139560"/>
                  </a:lnTo>
                  <a:lnTo>
                    <a:pt x="8407209" y="1226616"/>
                  </a:lnTo>
                  <a:lnTo>
                    <a:pt x="8438344" y="1316952"/>
                  </a:lnTo>
                  <a:lnTo>
                    <a:pt x="8469500" y="1410223"/>
                  </a:lnTo>
                  <a:lnTo>
                    <a:pt x="8500693" y="1506021"/>
                  </a:lnTo>
                  <a:lnTo>
                    <a:pt x="8531928" y="1603881"/>
                  </a:lnTo>
                  <a:lnTo>
                    <a:pt x="8563202" y="1703294"/>
                  </a:lnTo>
                  <a:lnTo>
                    <a:pt x="8594504" y="1803715"/>
                  </a:lnTo>
                  <a:lnTo>
                    <a:pt x="8625819" y="1904572"/>
                  </a:lnTo>
                  <a:lnTo>
                    <a:pt x="8657129" y="2005288"/>
                  </a:lnTo>
                  <a:lnTo>
                    <a:pt x="8688419" y="2105283"/>
                  </a:lnTo>
                  <a:lnTo>
                    <a:pt x="8719675" y="2204000"/>
                  </a:lnTo>
                  <a:lnTo>
                    <a:pt x="8750890" y="2300908"/>
                  </a:lnTo>
                  <a:lnTo>
                    <a:pt x="8782063" y="2395518"/>
                  </a:lnTo>
                  <a:lnTo>
                    <a:pt x="8813206" y="2487395"/>
                  </a:lnTo>
                  <a:lnTo>
                    <a:pt x="8844342" y="2576159"/>
                  </a:lnTo>
                  <a:lnTo>
                    <a:pt x="8875507" y="2661496"/>
                  </a:lnTo>
                  <a:lnTo>
                    <a:pt x="8906756" y="2743156"/>
                  </a:lnTo>
                  <a:lnTo>
                    <a:pt x="8938160" y="2820957"/>
                  </a:lnTo>
                  <a:lnTo>
                    <a:pt x="8969813" y="2894783"/>
                  </a:lnTo>
                  <a:lnTo>
                    <a:pt x="9001829" y="2964578"/>
                  </a:lnTo>
                  <a:lnTo>
                    <a:pt x="9034351" y="3030345"/>
                  </a:lnTo>
                  <a:lnTo>
                    <a:pt x="9067551" y="3092141"/>
                  </a:lnTo>
                  <a:lnTo>
                    <a:pt x="9084767" y="3122085"/>
                  </a:lnTo>
                  <a:lnTo>
                    <a:pt x="9130246" y="3194427"/>
                  </a:lnTo>
                  <a:lnTo>
                    <a:pt x="9178007" y="3260175"/>
                  </a:lnTo>
                  <a:lnTo>
                    <a:pt x="9228713" y="3319597"/>
                  </a:lnTo>
                  <a:lnTo>
                    <a:pt x="9283094" y="3373183"/>
                  </a:lnTo>
                  <a:lnTo>
                    <a:pt x="9341899" y="3421509"/>
                  </a:lnTo>
                  <a:lnTo>
                    <a:pt x="9405853" y="3465155"/>
                  </a:lnTo>
                  <a:lnTo>
                    <a:pt x="9475598" y="3504657"/>
                  </a:lnTo>
                  <a:lnTo>
                    <a:pt x="9551613" y="3540473"/>
                  </a:lnTo>
                  <a:lnTo>
                    <a:pt x="9634107" y="3572971"/>
                  </a:lnTo>
                  <a:lnTo>
                    <a:pt x="9722888" y="3602419"/>
                  </a:lnTo>
                  <a:lnTo>
                    <a:pt x="9817206" y="3628983"/>
                  </a:lnTo>
                  <a:lnTo>
                    <a:pt x="9915607" y="3652734"/>
                  </a:lnTo>
                  <a:lnTo>
                    <a:pt x="10015832" y="3673667"/>
                  </a:lnTo>
                  <a:lnTo>
                    <a:pt x="10114823" y="3691726"/>
                  </a:lnTo>
                  <a:lnTo>
                    <a:pt x="10208905" y="3706852"/>
                  </a:lnTo>
                  <a:lnTo>
                    <a:pt x="10294167" y="3719029"/>
                  </a:lnTo>
                  <a:lnTo>
                    <a:pt x="10367027" y="3728337"/>
                  </a:lnTo>
                  <a:lnTo>
                    <a:pt x="10424860" y="3734986"/>
                  </a:lnTo>
                  <a:lnTo>
                    <a:pt x="10466526" y="3739316"/>
                  </a:lnTo>
                  <a:lnTo>
                    <a:pt x="10492667" y="3741782"/>
                  </a:lnTo>
                  <a:lnTo>
                    <a:pt x="10505714" y="3742904"/>
                  </a:lnTo>
                  <a:lnTo>
                    <a:pt x="10509688" y="3743216"/>
                  </a:lnTo>
                  <a:lnTo>
                    <a:pt x="10509911" y="3743233"/>
                  </a:lnTo>
                  <a:lnTo>
                    <a:pt x="11981298" y="3743233"/>
                  </a:lnTo>
                  <a:lnTo>
                    <a:pt x="11981298" y="3726887"/>
                  </a:lnTo>
                  <a:lnTo>
                    <a:pt x="10509911" y="3726887"/>
                  </a:lnTo>
                  <a:lnTo>
                    <a:pt x="10508822" y="3726805"/>
                  </a:lnTo>
                  <a:lnTo>
                    <a:pt x="10501656" y="3726220"/>
                  </a:lnTo>
                  <a:lnTo>
                    <a:pt x="10483567" y="3724605"/>
                  </a:lnTo>
                  <a:lnTo>
                    <a:pt x="10451167" y="3721424"/>
                  </a:lnTo>
                  <a:lnTo>
                    <a:pt x="10402752" y="3716180"/>
                  </a:lnTo>
                  <a:lnTo>
                    <a:pt x="10338438" y="3708459"/>
                  </a:lnTo>
                  <a:lnTo>
                    <a:pt x="10260033" y="3697976"/>
                  </a:lnTo>
                  <a:lnTo>
                    <a:pt x="10170637" y="3684576"/>
                  </a:lnTo>
                  <a:lnTo>
                    <a:pt x="10074042" y="3668225"/>
                  </a:lnTo>
                  <a:lnTo>
                    <a:pt x="9974120" y="3648963"/>
                  </a:lnTo>
                  <a:lnTo>
                    <a:pt x="9874326" y="3626854"/>
                  </a:lnTo>
                  <a:lnTo>
                    <a:pt x="9777395" y="3601936"/>
                  </a:lnTo>
                  <a:lnTo>
                    <a:pt x="9685246" y="3574187"/>
                  </a:lnTo>
                  <a:lnTo>
                    <a:pt x="9599023" y="3543497"/>
                  </a:lnTo>
                  <a:lnTo>
                    <a:pt x="9519226" y="3509658"/>
                  </a:lnTo>
                  <a:lnTo>
                    <a:pt x="9445862" y="3472359"/>
                  </a:lnTo>
                  <a:lnTo>
                    <a:pt x="9378594" y="3431195"/>
                  </a:lnTo>
                  <a:lnTo>
                    <a:pt x="9316865" y="3385671"/>
                  </a:lnTo>
                  <a:lnTo>
                    <a:pt x="9259990" y="3335230"/>
                  </a:lnTo>
                  <a:lnTo>
                    <a:pt x="9207227" y="3279286"/>
                  </a:lnTo>
                  <a:lnTo>
                    <a:pt x="9157832" y="3217284"/>
                  </a:lnTo>
                  <a:lnTo>
                    <a:pt x="9111095" y="3148808"/>
                  </a:lnTo>
                  <a:lnTo>
                    <a:pt x="9084767" y="3105739"/>
                  </a:lnTo>
                  <a:lnTo>
                    <a:pt x="9051144" y="3045928"/>
                  </a:lnTo>
                  <a:lnTo>
                    <a:pt x="9018301" y="2982191"/>
                  </a:lnTo>
                  <a:lnTo>
                    <a:pt x="8986047" y="2914448"/>
                  </a:lnTo>
                  <a:lnTo>
                    <a:pt x="8954225" y="2842670"/>
                  </a:lnTo>
                  <a:lnTo>
                    <a:pt x="8922708" y="2766881"/>
                  </a:lnTo>
                  <a:lnTo>
                    <a:pt x="8891390" y="2687165"/>
                  </a:lnTo>
                  <a:lnTo>
                    <a:pt x="8860190" y="2603672"/>
                  </a:lnTo>
                  <a:lnTo>
                    <a:pt x="8829045" y="2516617"/>
                  </a:lnTo>
                  <a:lnTo>
                    <a:pt x="8797909" y="2426280"/>
                  </a:lnTo>
                  <a:lnTo>
                    <a:pt x="8766753" y="2333009"/>
                  </a:lnTo>
                  <a:lnTo>
                    <a:pt x="8735560" y="2237212"/>
                  </a:lnTo>
                  <a:lnTo>
                    <a:pt x="8704325" y="2139351"/>
                  </a:lnTo>
                  <a:lnTo>
                    <a:pt x="8673051" y="2039938"/>
                  </a:lnTo>
                  <a:lnTo>
                    <a:pt x="8641749" y="1939518"/>
                  </a:lnTo>
                  <a:lnTo>
                    <a:pt x="8610434" y="1838660"/>
                  </a:lnTo>
                  <a:lnTo>
                    <a:pt x="8579124" y="1737945"/>
                  </a:lnTo>
                  <a:lnTo>
                    <a:pt x="8547834" y="1637949"/>
                  </a:lnTo>
                  <a:lnTo>
                    <a:pt x="8516578" y="1539232"/>
                  </a:lnTo>
                  <a:lnTo>
                    <a:pt x="8485364" y="1442325"/>
                  </a:lnTo>
                  <a:lnTo>
                    <a:pt x="8454190" y="1347714"/>
                  </a:lnTo>
                  <a:lnTo>
                    <a:pt x="8423047" y="1255837"/>
                  </a:lnTo>
                  <a:lnTo>
                    <a:pt x="8391912" y="1167073"/>
                  </a:lnTo>
                  <a:lnTo>
                    <a:pt x="8360746" y="1081736"/>
                  </a:lnTo>
                  <a:lnTo>
                    <a:pt x="8329497" y="1000076"/>
                  </a:lnTo>
                  <a:lnTo>
                    <a:pt x="8298093" y="922275"/>
                  </a:lnTo>
                  <a:lnTo>
                    <a:pt x="8266440" y="848450"/>
                  </a:lnTo>
                  <a:lnTo>
                    <a:pt x="8234424" y="778654"/>
                  </a:lnTo>
                  <a:lnTo>
                    <a:pt x="8201902" y="712887"/>
                  </a:lnTo>
                  <a:lnTo>
                    <a:pt x="8168702" y="651091"/>
                  </a:lnTo>
                  <a:lnTo>
                    <a:pt x="8151487" y="621147"/>
                  </a:lnTo>
                  <a:lnTo>
                    <a:pt x="8106007" y="548805"/>
                  </a:lnTo>
                  <a:lnTo>
                    <a:pt x="8058247" y="483057"/>
                  </a:lnTo>
                  <a:lnTo>
                    <a:pt x="8007540" y="423635"/>
                  </a:lnTo>
                  <a:lnTo>
                    <a:pt x="7953160" y="370049"/>
                  </a:lnTo>
                  <a:lnTo>
                    <a:pt x="7894354" y="321724"/>
                  </a:lnTo>
                  <a:lnTo>
                    <a:pt x="7830400" y="278077"/>
                  </a:lnTo>
                  <a:lnTo>
                    <a:pt x="7760655" y="238575"/>
                  </a:lnTo>
                  <a:lnTo>
                    <a:pt x="7684640" y="202759"/>
                  </a:lnTo>
                  <a:lnTo>
                    <a:pt x="7602146" y="170261"/>
                  </a:lnTo>
                  <a:lnTo>
                    <a:pt x="7513366" y="140814"/>
                  </a:lnTo>
                  <a:lnTo>
                    <a:pt x="7419047" y="114250"/>
                  </a:lnTo>
                  <a:lnTo>
                    <a:pt x="7320646" y="90498"/>
                  </a:lnTo>
                  <a:lnTo>
                    <a:pt x="7220421" y="69565"/>
                  </a:lnTo>
                  <a:lnTo>
                    <a:pt x="7121430" y="51506"/>
                  </a:lnTo>
                  <a:lnTo>
                    <a:pt x="7027349" y="36380"/>
                  </a:lnTo>
                  <a:lnTo>
                    <a:pt x="6942087" y="24203"/>
                  </a:lnTo>
                  <a:lnTo>
                    <a:pt x="6869226" y="14895"/>
                  </a:lnTo>
                  <a:lnTo>
                    <a:pt x="6811393" y="8247"/>
                  </a:lnTo>
                  <a:lnTo>
                    <a:pt x="6769727" y="3916"/>
                  </a:lnTo>
                  <a:lnTo>
                    <a:pt x="6743586" y="1450"/>
                  </a:lnTo>
                  <a:lnTo>
                    <a:pt x="6730539" y="329"/>
                  </a:lnTo>
                  <a:lnTo>
                    <a:pt x="6726565" y="16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797" y="61"/>
                  </a:lnTo>
                  <a:lnTo>
                    <a:pt x="5246187" y="501"/>
                  </a:lnTo>
                  <a:lnTo>
                    <a:pt x="5227014" y="1716"/>
                  </a:lnTo>
                  <a:lnTo>
                    <a:pt x="5192759" y="4108"/>
                  </a:lnTo>
                  <a:lnTo>
                    <a:pt x="5141751" y="8048"/>
                  </a:lnTo>
                  <a:lnTo>
                    <a:pt x="5074293" y="13837"/>
                  </a:lnTo>
                  <a:lnTo>
                    <a:pt x="4992495" y="21680"/>
                  </a:lnTo>
                  <a:lnTo>
                    <a:pt x="4899792" y="31678"/>
                  </a:lnTo>
                  <a:lnTo>
                    <a:pt x="4800276" y="43846"/>
                  </a:lnTo>
                  <a:lnTo>
                    <a:pt x="4698019" y="58149"/>
                  </a:lnTo>
                  <a:lnTo>
                    <a:pt x="4596561" y="74540"/>
                  </a:lnTo>
                  <a:lnTo>
                    <a:pt x="4498626" y="92997"/>
                  </a:lnTo>
                  <a:lnTo>
                    <a:pt x="4406047" y="113553"/>
                  </a:lnTo>
                  <a:lnTo>
                    <a:pt x="4319847" y="136309"/>
                  </a:lnTo>
                  <a:lnTo>
                    <a:pt x="4240394" y="161443"/>
                  </a:lnTo>
                  <a:lnTo>
                    <a:pt x="4167567" y="189212"/>
                  </a:lnTo>
                  <a:lnTo>
                    <a:pt x="4100920" y="219943"/>
                  </a:lnTo>
                  <a:lnTo>
                    <a:pt x="4039802" y="254026"/>
                  </a:lnTo>
                  <a:lnTo>
                    <a:pt x="3983456" y="291893"/>
                  </a:lnTo>
                  <a:lnTo>
                    <a:pt x="3931084" y="333981"/>
                  </a:lnTo>
                  <a:lnTo>
                    <a:pt x="3881904" y="380675"/>
                  </a:lnTo>
                  <a:lnTo>
                    <a:pt x="3835194" y="432210"/>
                  </a:lnTo>
                  <a:lnTo>
                    <a:pt x="3829811" y="438617"/>
                  </a:lnTo>
                  <a:lnTo>
                    <a:pt x="3791030" y="487674"/>
                  </a:lnTo>
                  <a:lnTo>
                    <a:pt x="3753248" y="540447"/>
                  </a:lnTo>
                  <a:lnTo>
                    <a:pt x="3716186" y="597010"/>
                  </a:lnTo>
                  <a:lnTo>
                    <a:pt x="3679617" y="657374"/>
                  </a:lnTo>
                  <a:lnTo>
                    <a:pt x="3643364" y="721476"/>
                  </a:lnTo>
                  <a:lnTo>
                    <a:pt x="3607292" y="789175"/>
                  </a:lnTo>
                  <a:lnTo>
                    <a:pt x="3571298" y="860247"/>
                  </a:lnTo>
                  <a:lnTo>
                    <a:pt x="3535314" y="934386"/>
                  </a:lnTo>
                  <a:lnTo>
                    <a:pt x="3499295" y="1011200"/>
                  </a:lnTo>
                  <a:lnTo>
                    <a:pt x="3463223" y="1090227"/>
                  </a:lnTo>
                  <a:lnTo>
                    <a:pt x="3427096" y="1170935"/>
                  </a:lnTo>
                  <a:lnTo>
                    <a:pt x="3390928" y="1252743"/>
                  </a:lnTo>
                  <a:lnTo>
                    <a:pt x="3354739" y="1335036"/>
                  </a:lnTo>
                  <a:lnTo>
                    <a:pt x="3318557" y="1417180"/>
                  </a:lnTo>
                  <a:lnTo>
                    <a:pt x="3282405" y="1498551"/>
                  </a:lnTo>
                  <a:lnTo>
                    <a:pt x="3246303" y="1578545"/>
                  </a:lnTo>
                  <a:lnTo>
                    <a:pt x="3210257" y="1656603"/>
                  </a:lnTo>
                  <a:lnTo>
                    <a:pt x="3174258" y="1732224"/>
                  </a:lnTo>
                  <a:lnTo>
                    <a:pt x="3138276" y="1804978"/>
                  </a:lnTo>
                  <a:lnTo>
                    <a:pt x="3102257" y="1874511"/>
                  </a:lnTo>
                  <a:lnTo>
                    <a:pt x="3066115" y="1940557"/>
                  </a:lnTo>
                  <a:lnTo>
                    <a:pt x="3029734" y="2002930"/>
                  </a:lnTo>
                  <a:lnTo>
                    <a:pt x="2992960" y="2061526"/>
                  </a:lnTo>
                  <a:lnTo>
                    <a:pt x="2955593" y="2116317"/>
                  </a:lnTo>
                  <a:lnTo>
                    <a:pt x="2917385" y="2167345"/>
                  </a:lnTo>
                  <a:lnTo>
                    <a:pt x="2896531" y="2193087"/>
                  </a:lnTo>
                  <a:lnTo>
                    <a:pt x="2850071" y="2245197"/>
                  </a:lnTo>
                  <a:lnTo>
                    <a:pt x="2801218" y="2292455"/>
                  </a:lnTo>
                  <a:lnTo>
                    <a:pt x="2749263" y="2335069"/>
                  </a:lnTo>
                  <a:lnTo>
                    <a:pt x="2693428" y="2373412"/>
                  </a:lnTo>
                  <a:lnTo>
                    <a:pt x="2632915" y="2407919"/>
                  </a:lnTo>
                  <a:lnTo>
                    <a:pt x="2566957" y="2439025"/>
                  </a:lnTo>
                  <a:lnTo>
                    <a:pt x="2494888" y="2467124"/>
                  </a:lnTo>
                  <a:lnTo>
                    <a:pt x="2416231" y="2492555"/>
                  </a:lnTo>
                  <a:lnTo>
                    <a:pt x="2330821" y="2515581"/>
                  </a:lnTo>
                  <a:lnTo>
                    <a:pt x="2238956" y="2536390"/>
                  </a:lnTo>
                  <a:lnTo>
                    <a:pt x="2141575" y="2555093"/>
                  </a:lnTo>
                  <a:lnTo>
                    <a:pt x="2040409" y="2571728"/>
                  </a:lnTo>
                  <a:lnTo>
                    <a:pt x="1938076" y="2586279"/>
                  </a:lnTo>
                  <a:lnTo>
                    <a:pt x="1838030" y="2598702"/>
                  </a:lnTo>
                  <a:lnTo>
                    <a:pt x="1744305" y="2608957"/>
                  </a:lnTo>
                  <a:lnTo>
                    <a:pt x="1661021" y="2617051"/>
                  </a:lnTo>
                  <a:lnTo>
                    <a:pt x="1591728" y="2623074"/>
                  </a:lnTo>
                  <a:lnTo>
                    <a:pt x="1538723" y="2627218"/>
                  </a:lnTo>
                  <a:lnTo>
                    <a:pt x="1502538" y="2629775"/>
                  </a:lnTo>
                  <a:lnTo>
                    <a:pt x="1481733" y="2631108"/>
                  </a:lnTo>
                  <a:lnTo>
                    <a:pt x="1472995" y="2631619"/>
                  </a:lnTo>
                  <a:lnTo>
                    <a:pt x="1471387" y="2631705"/>
                  </a:lnTo>
                  <a:lnTo>
                    <a:pt x="0" y="2631705"/>
                  </a:lnTo>
                  <a:close/>
                </a:path>
              </a:pathLst>
            </a:custGeom>
            <a:solidFill>
              <a:srgbClr val="F28E5B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017" name="pl1017"/>
            <p:cNvSpPr/>
            <p:nvPr/>
          </p:nvSpPr>
          <p:spPr>
            <a:xfrm>
              <a:off x="4799595" y="4595639"/>
              <a:ext cx="11981298" cy="3726887"/>
            </a:xfrm>
            <a:custGeom>
              <a:avLst/>
              <a:pathLst>
                <a:path w="11981298" h="3726887">
                  <a:moveTo>
                    <a:pt x="0" y="2631705"/>
                  </a:moveTo>
                  <a:lnTo>
                    <a:pt x="1471387" y="2631705"/>
                  </a:lnTo>
                  <a:lnTo>
                    <a:pt x="1472545" y="2631643"/>
                  </a:lnTo>
                  <a:lnTo>
                    <a:pt x="1480155" y="2631204"/>
                  </a:lnTo>
                  <a:lnTo>
                    <a:pt x="1499328" y="2629988"/>
                  </a:lnTo>
                  <a:lnTo>
                    <a:pt x="1533583" y="2627596"/>
                  </a:lnTo>
                  <a:lnTo>
                    <a:pt x="1584592" y="2623656"/>
                  </a:lnTo>
                  <a:lnTo>
                    <a:pt x="1652050" y="2617867"/>
                  </a:lnTo>
                  <a:lnTo>
                    <a:pt x="1733848" y="2610025"/>
                  </a:lnTo>
                  <a:lnTo>
                    <a:pt x="1826550" y="2600027"/>
                  </a:lnTo>
                  <a:lnTo>
                    <a:pt x="1926066" y="2587858"/>
                  </a:lnTo>
                  <a:lnTo>
                    <a:pt x="2028323" y="2573556"/>
                  </a:lnTo>
                  <a:lnTo>
                    <a:pt x="2129781" y="2557165"/>
                  </a:lnTo>
                  <a:lnTo>
                    <a:pt x="2227716" y="2538707"/>
                  </a:lnTo>
                  <a:lnTo>
                    <a:pt x="2320295" y="2518152"/>
                  </a:lnTo>
                  <a:lnTo>
                    <a:pt x="2406495" y="2495396"/>
                  </a:lnTo>
                  <a:lnTo>
                    <a:pt x="2485948" y="2470261"/>
                  </a:lnTo>
                  <a:lnTo>
                    <a:pt x="2558775" y="2442493"/>
                  </a:lnTo>
                  <a:lnTo>
                    <a:pt x="2625422" y="2411762"/>
                  </a:lnTo>
                  <a:lnTo>
                    <a:pt x="2686540" y="2377679"/>
                  </a:lnTo>
                  <a:lnTo>
                    <a:pt x="2742886" y="2339812"/>
                  </a:lnTo>
                  <a:lnTo>
                    <a:pt x="2795258" y="2297724"/>
                  </a:lnTo>
                  <a:lnTo>
                    <a:pt x="2844438" y="2251029"/>
                  </a:lnTo>
                  <a:lnTo>
                    <a:pt x="2891148" y="2199495"/>
                  </a:lnTo>
                  <a:lnTo>
                    <a:pt x="2896531" y="2193087"/>
                  </a:lnTo>
                  <a:lnTo>
                    <a:pt x="2935312" y="2144030"/>
                  </a:lnTo>
                  <a:lnTo>
                    <a:pt x="2973094" y="2091258"/>
                  </a:lnTo>
                  <a:lnTo>
                    <a:pt x="3010157" y="2034694"/>
                  </a:lnTo>
                  <a:lnTo>
                    <a:pt x="3046726" y="1974331"/>
                  </a:lnTo>
                  <a:lnTo>
                    <a:pt x="3082978" y="1910229"/>
                  </a:lnTo>
                  <a:lnTo>
                    <a:pt x="3119050" y="1842530"/>
                  </a:lnTo>
                  <a:lnTo>
                    <a:pt x="3155044" y="1771457"/>
                  </a:lnTo>
                  <a:lnTo>
                    <a:pt x="3191028" y="1697319"/>
                  </a:lnTo>
                  <a:lnTo>
                    <a:pt x="3227047" y="1620504"/>
                  </a:lnTo>
                  <a:lnTo>
                    <a:pt x="3263119" y="1541478"/>
                  </a:lnTo>
                  <a:lnTo>
                    <a:pt x="3299246" y="1460769"/>
                  </a:lnTo>
                  <a:lnTo>
                    <a:pt x="3335414" y="1378961"/>
                  </a:lnTo>
                  <a:lnTo>
                    <a:pt x="3371603" y="1296669"/>
                  </a:lnTo>
                  <a:lnTo>
                    <a:pt x="3407786" y="1214524"/>
                  </a:lnTo>
                  <a:lnTo>
                    <a:pt x="3443937" y="1133153"/>
                  </a:lnTo>
                  <a:lnTo>
                    <a:pt x="3480039" y="1053159"/>
                  </a:lnTo>
                  <a:lnTo>
                    <a:pt x="3516085" y="975101"/>
                  </a:lnTo>
                  <a:lnTo>
                    <a:pt x="3552084" y="899480"/>
                  </a:lnTo>
                  <a:lnTo>
                    <a:pt x="3588066" y="826727"/>
                  </a:lnTo>
                  <a:lnTo>
                    <a:pt x="3624086" y="757193"/>
                  </a:lnTo>
                  <a:lnTo>
                    <a:pt x="3660227" y="691147"/>
                  </a:lnTo>
                  <a:lnTo>
                    <a:pt x="3696608" y="628775"/>
                  </a:lnTo>
                  <a:lnTo>
                    <a:pt x="3733382" y="570179"/>
                  </a:lnTo>
                  <a:lnTo>
                    <a:pt x="3770749" y="515387"/>
                  </a:lnTo>
                  <a:lnTo>
                    <a:pt x="3808957" y="464359"/>
                  </a:lnTo>
                  <a:lnTo>
                    <a:pt x="3829811" y="438617"/>
                  </a:lnTo>
                  <a:lnTo>
                    <a:pt x="3876272" y="386507"/>
                  </a:lnTo>
                  <a:lnTo>
                    <a:pt x="3925124" y="339249"/>
                  </a:lnTo>
                  <a:lnTo>
                    <a:pt x="3977079" y="296635"/>
                  </a:lnTo>
                  <a:lnTo>
                    <a:pt x="4032914" y="258293"/>
                  </a:lnTo>
                  <a:lnTo>
                    <a:pt x="4093428" y="223785"/>
                  </a:lnTo>
                  <a:lnTo>
                    <a:pt x="4159385" y="192680"/>
                  </a:lnTo>
                  <a:lnTo>
                    <a:pt x="4231454" y="164580"/>
                  </a:lnTo>
                  <a:lnTo>
                    <a:pt x="4310111" y="139149"/>
                  </a:lnTo>
                  <a:lnTo>
                    <a:pt x="4395522" y="116123"/>
                  </a:lnTo>
                  <a:lnTo>
                    <a:pt x="4487386" y="95314"/>
                  </a:lnTo>
                  <a:lnTo>
                    <a:pt x="4584767" y="76612"/>
                  </a:lnTo>
                  <a:lnTo>
                    <a:pt x="4685933" y="59977"/>
                  </a:lnTo>
                  <a:lnTo>
                    <a:pt x="4788266" y="45425"/>
                  </a:lnTo>
                  <a:lnTo>
                    <a:pt x="4888312" y="33002"/>
                  </a:lnTo>
                  <a:lnTo>
                    <a:pt x="4982038" y="22747"/>
                  </a:lnTo>
                  <a:lnTo>
                    <a:pt x="5065322" y="14653"/>
                  </a:lnTo>
                  <a:lnTo>
                    <a:pt x="5134614" y="8630"/>
                  </a:lnTo>
                  <a:lnTo>
                    <a:pt x="5187619" y="4486"/>
                  </a:lnTo>
                  <a:lnTo>
                    <a:pt x="5223804" y="1930"/>
                  </a:lnTo>
                  <a:lnTo>
                    <a:pt x="5244609" y="596"/>
                  </a:lnTo>
                  <a:lnTo>
                    <a:pt x="5253347" y="86"/>
                  </a:lnTo>
                  <a:lnTo>
                    <a:pt x="5254953" y="0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432" y="81"/>
                  </a:lnTo>
                  <a:lnTo>
                    <a:pt x="6734598" y="666"/>
                  </a:lnTo>
                  <a:lnTo>
                    <a:pt x="6752686" y="2281"/>
                  </a:lnTo>
                  <a:lnTo>
                    <a:pt x="6785086" y="5462"/>
                  </a:lnTo>
                  <a:lnTo>
                    <a:pt x="6833501" y="10707"/>
                  </a:lnTo>
                  <a:lnTo>
                    <a:pt x="6897815" y="18427"/>
                  </a:lnTo>
                  <a:lnTo>
                    <a:pt x="6976220" y="28911"/>
                  </a:lnTo>
                  <a:lnTo>
                    <a:pt x="7065617" y="42310"/>
                  </a:lnTo>
                  <a:lnTo>
                    <a:pt x="7162212" y="58661"/>
                  </a:lnTo>
                  <a:lnTo>
                    <a:pt x="7262133" y="77923"/>
                  </a:lnTo>
                  <a:lnTo>
                    <a:pt x="7361928" y="100033"/>
                  </a:lnTo>
                  <a:lnTo>
                    <a:pt x="7458858" y="124950"/>
                  </a:lnTo>
                  <a:lnTo>
                    <a:pt x="7551008" y="152699"/>
                  </a:lnTo>
                  <a:lnTo>
                    <a:pt x="7637230" y="183389"/>
                  </a:lnTo>
                  <a:lnTo>
                    <a:pt x="7717027" y="217229"/>
                  </a:lnTo>
                  <a:lnTo>
                    <a:pt x="7790391" y="254527"/>
                  </a:lnTo>
                  <a:lnTo>
                    <a:pt x="7857659" y="295691"/>
                  </a:lnTo>
                  <a:lnTo>
                    <a:pt x="7919389" y="341215"/>
                  </a:lnTo>
                  <a:lnTo>
                    <a:pt x="7976264" y="391656"/>
                  </a:lnTo>
                  <a:lnTo>
                    <a:pt x="8029026" y="447601"/>
                  </a:lnTo>
                  <a:lnTo>
                    <a:pt x="8078421" y="509602"/>
                  </a:lnTo>
                  <a:lnTo>
                    <a:pt x="8125158" y="578078"/>
                  </a:lnTo>
                  <a:lnTo>
                    <a:pt x="8151487" y="621147"/>
                  </a:lnTo>
                  <a:lnTo>
                    <a:pt x="8185109" y="680959"/>
                  </a:lnTo>
                  <a:lnTo>
                    <a:pt x="8217952" y="744695"/>
                  </a:lnTo>
                  <a:lnTo>
                    <a:pt x="8250206" y="812438"/>
                  </a:lnTo>
                  <a:lnTo>
                    <a:pt x="8282028" y="884216"/>
                  </a:lnTo>
                  <a:lnTo>
                    <a:pt x="8313546" y="960005"/>
                  </a:lnTo>
                  <a:lnTo>
                    <a:pt x="8344863" y="1039721"/>
                  </a:lnTo>
                  <a:lnTo>
                    <a:pt x="8376063" y="1123214"/>
                  </a:lnTo>
                  <a:lnTo>
                    <a:pt x="8407209" y="1210270"/>
                  </a:lnTo>
                  <a:lnTo>
                    <a:pt x="8438344" y="1300606"/>
                  </a:lnTo>
                  <a:lnTo>
                    <a:pt x="8469500" y="1393877"/>
                  </a:lnTo>
                  <a:lnTo>
                    <a:pt x="8500693" y="1489675"/>
                  </a:lnTo>
                  <a:lnTo>
                    <a:pt x="8531928" y="1587535"/>
                  </a:lnTo>
                  <a:lnTo>
                    <a:pt x="8563202" y="1686948"/>
                  </a:lnTo>
                  <a:lnTo>
                    <a:pt x="8594504" y="1787369"/>
                  </a:lnTo>
                  <a:lnTo>
                    <a:pt x="8625819" y="1888226"/>
                  </a:lnTo>
                  <a:lnTo>
                    <a:pt x="8657129" y="1988942"/>
                  </a:lnTo>
                  <a:lnTo>
                    <a:pt x="8688419" y="2088937"/>
                  </a:lnTo>
                  <a:lnTo>
                    <a:pt x="8719675" y="2187654"/>
                  </a:lnTo>
                  <a:lnTo>
                    <a:pt x="8750890" y="2284562"/>
                  </a:lnTo>
                  <a:lnTo>
                    <a:pt x="8782063" y="2379172"/>
                  </a:lnTo>
                  <a:lnTo>
                    <a:pt x="8813206" y="2471049"/>
                  </a:lnTo>
                  <a:lnTo>
                    <a:pt x="8844342" y="2559813"/>
                  </a:lnTo>
                  <a:lnTo>
                    <a:pt x="8875507" y="2645150"/>
                  </a:lnTo>
                  <a:lnTo>
                    <a:pt x="8906756" y="2726810"/>
                  </a:lnTo>
                  <a:lnTo>
                    <a:pt x="8938160" y="2804611"/>
                  </a:lnTo>
                  <a:lnTo>
                    <a:pt x="8969813" y="2878437"/>
                  </a:lnTo>
                  <a:lnTo>
                    <a:pt x="9001829" y="2948232"/>
                  </a:lnTo>
                  <a:lnTo>
                    <a:pt x="9034351" y="3013999"/>
                  </a:lnTo>
                  <a:lnTo>
                    <a:pt x="9067551" y="3075795"/>
                  </a:lnTo>
                  <a:lnTo>
                    <a:pt x="9084767" y="3105739"/>
                  </a:lnTo>
                  <a:lnTo>
                    <a:pt x="9130246" y="3178081"/>
                  </a:lnTo>
                  <a:lnTo>
                    <a:pt x="9178007" y="3243829"/>
                  </a:lnTo>
                  <a:lnTo>
                    <a:pt x="9228713" y="3303251"/>
                  </a:lnTo>
                  <a:lnTo>
                    <a:pt x="9283094" y="3356837"/>
                  </a:lnTo>
                  <a:lnTo>
                    <a:pt x="9341899" y="3405163"/>
                  </a:lnTo>
                  <a:lnTo>
                    <a:pt x="9405853" y="3448809"/>
                  </a:lnTo>
                  <a:lnTo>
                    <a:pt x="9475598" y="3488311"/>
                  </a:lnTo>
                  <a:lnTo>
                    <a:pt x="9551613" y="3524127"/>
                  </a:lnTo>
                  <a:lnTo>
                    <a:pt x="9634107" y="3556625"/>
                  </a:lnTo>
                  <a:lnTo>
                    <a:pt x="9722888" y="3586073"/>
                  </a:lnTo>
                  <a:lnTo>
                    <a:pt x="9817206" y="3612637"/>
                  </a:lnTo>
                  <a:lnTo>
                    <a:pt x="9915607" y="3636388"/>
                  </a:lnTo>
                  <a:lnTo>
                    <a:pt x="10015832" y="3657321"/>
                  </a:lnTo>
                  <a:lnTo>
                    <a:pt x="10114823" y="3675380"/>
                  </a:lnTo>
                  <a:lnTo>
                    <a:pt x="10208905" y="3690506"/>
                  </a:lnTo>
                  <a:lnTo>
                    <a:pt x="10294167" y="3702683"/>
                  </a:lnTo>
                  <a:lnTo>
                    <a:pt x="10367027" y="3711991"/>
                  </a:lnTo>
                  <a:lnTo>
                    <a:pt x="10424860" y="3718640"/>
                  </a:lnTo>
                  <a:lnTo>
                    <a:pt x="10466526" y="3722970"/>
                  </a:lnTo>
                  <a:lnTo>
                    <a:pt x="10492667" y="3725436"/>
                  </a:lnTo>
                  <a:lnTo>
                    <a:pt x="10505714" y="3726558"/>
                  </a:lnTo>
                  <a:lnTo>
                    <a:pt x="10509688" y="3726870"/>
                  </a:lnTo>
                  <a:lnTo>
                    <a:pt x="10509911" y="3726887"/>
                  </a:lnTo>
                  <a:lnTo>
                    <a:pt x="11981298" y="372688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18" name="pl1018"/>
            <p:cNvSpPr/>
            <p:nvPr/>
          </p:nvSpPr>
          <p:spPr>
            <a:xfrm>
              <a:off x="4799595" y="4579293"/>
              <a:ext cx="11981298" cy="3726887"/>
            </a:xfrm>
            <a:custGeom>
              <a:avLst/>
              <a:pathLst>
                <a:path w="11981298" h="3726887">
                  <a:moveTo>
                    <a:pt x="11981298" y="3726887"/>
                  </a:moveTo>
                  <a:lnTo>
                    <a:pt x="10509911" y="3726887"/>
                  </a:lnTo>
                  <a:lnTo>
                    <a:pt x="10508822" y="3726805"/>
                  </a:lnTo>
                  <a:lnTo>
                    <a:pt x="10501656" y="3726220"/>
                  </a:lnTo>
                  <a:lnTo>
                    <a:pt x="10483567" y="3724605"/>
                  </a:lnTo>
                  <a:lnTo>
                    <a:pt x="10451167" y="3721424"/>
                  </a:lnTo>
                  <a:lnTo>
                    <a:pt x="10402752" y="3716180"/>
                  </a:lnTo>
                  <a:lnTo>
                    <a:pt x="10338438" y="3708459"/>
                  </a:lnTo>
                  <a:lnTo>
                    <a:pt x="10260033" y="3697976"/>
                  </a:lnTo>
                  <a:lnTo>
                    <a:pt x="10170637" y="3684576"/>
                  </a:lnTo>
                  <a:lnTo>
                    <a:pt x="10074042" y="3668225"/>
                  </a:lnTo>
                  <a:lnTo>
                    <a:pt x="9974120" y="3648963"/>
                  </a:lnTo>
                  <a:lnTo>
                    <a:pt x="9874326" y="3626854"/>
                  </a:lnTo>
                  <a:lnTo>
                    <a:pt x="9777395" y="3601936"/>
                  </a:lnTo>
                  <a:lnTo>
                    <a:pt x="9685246" y="3574187"/>
                  </a:lnTo>
                  <a:lnTo>
                    <a:pt x="9599023" y="3543497"/>
                  </a:lnTo>
                  <a:lnTo>
                    <a:pt x="9519226" y="3509658"/>
                  </a:lnTo>
                  <a:lnTo>
                    <a:pt x="9445862" y="3472359"/>
                  </a:lnTo>
                  <a:lnTo>
                    <a:pt x="9378594" y="3431195"/>
                  </a:lnTo>
                  <a:lnTo>
                    <a:pt x="9316865" y="3385671"/>
                  </a:lnTo>
                  <a:lnTo>
                    <a:pt x="9259990" y="3335230"/>
                  </a:lnTo>
                  <a:lnTo>
                    <a:pt x="9207227" y="3279286"/>
                  </a:lnTo>
                  <a:lnTo>
                    <a:pt x="9157832" y="3217284"/>
                  </a:lnTo>
                  <a:lnTo>
                    <a:pt x="9111095" y="3148808"/>
                  </a:lnTo>
                  <a:lnTo>
                    <a:pt x="9084767" y="3105739"/>
                  </a:lnTo>
                  <a:lnTo>
                    <a:pt x="9051144" y="3045928"/>
                  </a:lnTo>
                  <a:lnTo>
                    <a:pt x="9018301" y="2982191"/>
                  </a:lnTo>
                  <a:lnTo>
                    <a:pt x="8986047" y="2914448"/>
                  </a:lnTo>
                  <a:lnTo>
                    <a:pt x="8954225" y="2842670"/>
                  </a:lnTo>
                  <a:lnTo>
                    <a:pt x="8922708" y="2766881"/>
                  </a:lnTo>
                  <a:lnTo>
                    <a:pt x="8891390" y="2687165"/>
                  </a:lnTo>
                  <a:lnTo>
                    <a:pt x="8860190" y="2603672"/>
                  </a:lnTo>
                  <a:lnTo>
                    <a:pt x="8829045" y="2516617"/>
                  </a:lnTo>
                  <a:lnTo>
                    <a:pt x="8797909" y="2426280"/>
                  </a:lnTo>
                  <a:lnTo>
                    <a:pt x="8766753" y="2333009"/>
                  </a:lnTo>
                  <a:lnTo>
                    <a:pt x="8735560" y="2237212"/>
                  </a:lnTo>
                  <a:lnTo>
                    <a:pt x="8704325" y="2139351"/>
                  </a:lnTo>
                  <a:lnTo>
                    <a:pt x="8673051" y="2039938"/>
                  </a:lnTo>
                  <a:lnTo>
                    <a:pt x="8641749" y="1939518"/>
                  </a:lnTo>
                  <a:lnTo>
                    <a:pt x="8610434" y="1838660"/>
                  </a:lnTo>
                  <a:lnTo>
                    <a:pt x="8579124" y="1737945"/>
                  </a:lnTo>
                  <a:lnTo>
                    <a:pt x="8547834" y="1637949"/>
                  </a:lnTo>
                  <a:lnTo>
                    <a:pt x="8516578" y="1539232"/>
                  </a:lnTo>
                  <a:lnTo>
                    <a:pt x="8485364" y="1442325"/>
                  </a:lnTo>
                  <a:lnTo>
                    <a:pt x="8454190" y="1347714"/>
                  </a:lnTo>
                  <a:lnTo>
                    <a:pt x="8423047" y="1255837"/>
                  </a:lnTo>
                  <a:lnTo>
                    <a:pt x="8391912" y="1167073"/>
                  </a:lnTo>
                  <a:lnTo>
                    <a:pt x="8360746" y="1081736"/>
                  </a:lnTo>
                  <a:lnTo>
                    <a:pt x="8329497" y="1000076"/>
                  </a:lnTo>
                  <a:lnTo>
                    <a:pt x="8298093" y="922275"/>
                  </a:lnTo>
                  <a:lnTo>
                    <a:pt x="8266440" y="848450"/>
                  </a:lnTo>
                  <a:lnTo>
                    <a:pt x="8234424" y="778654"/>
                  </a:lnTo>
                  <a:lnTo>
                    <a:pt x="8201902" y="712887"/>
                  </a:lnTo>
                  <a:lnTo>
                    <a:pt x="8168702" y="651091"/>
                  </a:lnTo>
                  <a:lnTo>
                    <a:pt x="8151487" y="621147"/>
                  </a:lnTo>
                  <a:lnTo>
                    <a:pt x="8106007" y="548805"/>
                  </a:lnTo>
                  <a:lnTo>
                    <a:pt x="8058247" y="483057"/>
                  </a:lnTo>
                  <a:lnTo>
                    <a:pt x="8007540" y="423635"/>
                  </a:lnTo>
                  <a:lnTo>
                    <a:pt x="7953160" y="370049"/>
                  </a:lnTo>
                  <a:lnTo>
                    <a:pt x="7894354" y="321724"/>
                  </a:lnTo>
                  <a:lnTo>
                    <a:pt x="7830400" y="278077"/>
                  </a:lnTo>
                  <a:lnTo>
                    <a:pt x="7760655" y="238575"/>
                  </a:lnTo>
                  <a:lnTo>
                    <a:pt x="7684640" y="202759"/>
                  </a:lnTo>
                  <a:lnTo>
                    <a:pt x="7602146" y="170261"/>
                  </a:lnTo>
                  <a:lnTo>
                    <a:pt x="7513366" y="140814"/>
                  </a:lnTo>
                  <a:lnTo>
                    <a:pt x="7419047" y="114250"/>
                  </a:lnTo>
                  <a:lnTo>
                    <a:pt x="7320646" y="90498"/>
                  </a:lnTo>
                  <a:lnTo>
                    <a:pt x="7220421" y="69565"/>
                  </a:lnTo>
                  <a:lnTo>
                    <a:pt x="7121430" y="51506"/>
                  </a:lnTo>
                  <a:lnTo>
                    <a:pt x="7027349" y="36380"/>
                  </a:lnTo>
                  <a:lnTo>
                    <a:pt x="6942087" y="24203"/>
                  </a:lnTo>
                  <a:lnTo>
                    <a:pt x="6869226" y="14895"/>
                  </a:lnTo>
                  <a:lnTo>
                    <a:pt x="6811393" y="8247"/>
                  </a:lnTo>
                  <a:lnTo>
                    <a:pt x="6769727" y="3916"/>
                  </a:lnTo>
                  <a:lnTo>
                    <a:pt x="6743586" y="1450"/>
                  </a:lnTo>
                  <a:lnTo>
                    <a:pt x="6730539" y="329"/>
                  </a:lnTo>
                  <a:lnTo>
                    <a:pt x="6726565" y="16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797" y="61"/>
                  </a:lnTo>
                  <a:lnTo>
                    <a:pt x="5246187" y="501"/>
                  </a:lnTo>
                  <a:lnTo>
                    <a:pt x="5227014" y="1716"/>
                  </a:lnTo>
                  <a:lnTo>
                    <a:pt x="5192759" y="4108"/>
                  </a:lnTo>
                  <a:lnTo>
                    <a:pt x="5141751" y="8048"/>
                  </a:lnTo>
                  <a:lnTo>
                    <a:pt x="5074293" y="13837"/>
                  </a:lnTo>
                  <a:lnTo>
                    <a:pt x="4992495" y="21680"/>
                  </a:lnTo>
                  <a:lnTo>
                    <a:pt x="4899792" y="31678"/>
                  </a:lnTo>
                  <a:lnTo>
                    <a:pt x="4800276" y="43846"/>
                  </a:lnTo>
                  <a:lnTo>
                    <a:pt x="4698019" y="58149"/>
                  </a:lnTo>
                  <a:lnTo>
                    <a:pt x="4596561" y="74540"/>
                  </a:lnTo>
                  <a:lnTo>
                    <a:pt x="4498626" y="92997"/>
                  </a:lnTo>
                  <a:lnTo>
                    <a:pt x="4406047" y="113553"/>
                  </a:lnTo>
                  <a:lnTo>
                    <a:pt x="4319847" y="136309"/>
                  </a:lnTo>
                  <a:lnTo>
                    <a:pt x="4240394" y="161443"/>
                  </a:lnTo>
                  <a:lnTo>
                    <a:pt x="4167567" y="189212"/>
                  </a:lnTo>
                  <a:lnTo>
                    <a:pt x="4100920" y="219943"/>
                  </a:lnTo>
                  <a:lnTo>
                    <a:pt x="4039802" y="254026"/>
                  </a:lnTo>
                  <a:lnTo>
                    <a:pt x="3983456" y="291893"/>
                  </a:lnTo>
                  <a:lnTo>
                    <a:pt x="3931084" y="333981"/>
                  </a:lnTo>
                  <a:lnTo>
                    <a:pt x="3881904" y="380675"/>
                  </a:lnTo>
                  <a:lnTo>
                    <a:pt x="3835194" y="432210"/>
                  </a:lnTo>
                  <a:lnTo>
                    <a:pt x="3829811" y="438617"/>
                  </a:lnTo>
                  <a:lnTo>
                    <a:pt x="3791030" y="487674"/>
                  </a:lnTo>
                  <a:lnTo>
                    <a:pt x="3753248" y="540447"/>
                  </a:lnTo>
                  <a:lnTo>
                    <a:pt x="3716186" y="597010"/>
                  </a:lnTo>
                  <a:lnTo>
                    <a:pt x="3679617" y="657374"/>
                  </a:lnTo>
                  <a:lnTo>
                    <a:pt x="3643364" y="721476"/>
                  </a:lnTo>
                  <a:lnTo>
                    <a:pt x="3607292" y="789175"/>
                  </a:lnTo>
                  <a:lnTo>
                    <a:pt x="3571298" y="860247"/>
                  </a:lnTo>
                  <a:lnTo>
                    <a:pt x="3535314" y="934386"/>
                  </a:lnTo>
                  <a:lnTo>
                    <a:pt x="3499295" y="1011200"/>
                  </a:lnTo>
                  <a:lnTo>
                    <a:pt x="3463223" y="1090227"/>
                  </a:lnTo>
                  <a:lnTo>
                    <a:pt x="3427096" y="1170935"/>
                  </a:lnTo>
                  <a:lnTo>
                    <a:pt x="3390928" y="1252743"/>
                  </a:lnTo>
                  <a:lnTo>
                    <a:pt x="3354739" y="1335036"/>
                  </a:lnTo>
                  <a:lnTo>
                    <a:pt x="3318557" y="1417180"/>
                  </a:lnTo>
                  <a:lnTo>
                    <a:pt x="3282405" y="1498551"/>
                  </a:lnTo>
                  <a:lnTo>
                    <a:pt x="3246303" y="1578545"/>
                  </a:lnTo>
                  <a:lnTo>
                    <a:pt x="3210257" y="1656603"/>
                  </a:lnTo>
                  <a:lnTo>
                    <a:pt x="3174258" y="1732224"/>
                  </a:lnTo>
                  <a:lnTo>
                    <a:pt x="3138276" y="1804978"/>
                  </a:lnTo>
                  <a:lnTo>
                    <a:pt x="3102257" y="1874511"/>
                  </a:lnTo>
                  <a:lnTo>
                    <a:pt x="3066115" y="1940557"/>
                  </a:lnTo>
                  <a:lnTo>
                    <a:pt x="3029734" y="2002930"/>
                  </a:lnTo>
                  <a:lnTo>
                    <a:pt x="2992960" y="2061526"/>
                  </a:lnTo>
                  <a:lnTo>
                    <a:pt x="2955593" y="2116317"/>
                  </a:lnTo>
                  <a:lnTo>
                    <a:pt x="2917385" y="2167345"/>
                  </a:lnTo>
                  <a:lnTo>
                    <a:pt x="2896531" y="2193087"/>
                  </a:lnTo>
                  <a:lnTo>
                    <a:pt x="2850071" y="2245197"/>
                  </a:lnTo>
                  <a:lnTo>
                    <a:pt x="2801218" y="2292455"/>
                  </a:lnTo>
                  <a:lnTo>
                    <a:pt x="2749263" y="2335069"/>
                  </a:lnTo>
                  <a:lnTo>
                    <a:pt x="2693428" y="2373412"/>
                  </a:lnTo>
                  <a:lnTo>
                    <a:pt x="2632915" y="2407919"/>
                  </a:lnTo>
                  <a:lnTo>
                    <a:pt x="2566957" y="2439025"/>
                  </a:lnTo>
                  <a:lnTo>
                    <a:pt x="2494888" y="2467124"/>
                  </a:lnTo>
                  <a:lnTo>
                    <a:pt x="2416231" y="2492555"/>
                  </a:lnTo>
                  <a:lnTo>
                    <a:pt x="2330821" y="2515581"/>
                  </a:lnTo>
                  <a:lnTo>
                    <a:pt x="2238956" y="2536390"/>
                  </a:lnTo>
                  <a:lnTo>
                    <a:pt x="2141575" y="2555093"/>
                  </a:lnTo>
                  <a:lnTo>
                    <a:pt x="2040409" y="2571728"/>
                  </a:lnTo>
                  <a:lnTo>
                    <a:pt x="1938076" y="2586279"/>
                  </a:lnTo>
                  <a:lnTo>
                    <a:pt x="1838030" y="2598702"/>
                  </a:lnTo>
                  <a:lnTo>
                    <a:pt x="1744305" y="2608957"/>
                  </a:lnTo>
                  <a:lnTo>
                    <a:pt x="1661021" y="2617051"/>
                  </a:lnTo>
                  <a:lnTo>
                    <a:pt x="1591728" y="2623074"/>
                  </a:lnTo>
                  <a:lnTo>
                    <a:pt x="1538723" y="2627218"/>
                  </a:lnTo>
                  <a:lnTo>
                    <a:pt x="1502538" y="2629775"/>
                  </a:lnTo>
                  <a:lnTo>
                    <a:pt x="1481733" y="2631108"/>
                  </a:lnTo>
                  <a:lnTo>
                    <a:pt x="1472995" y="2631619"/>
                  </a:lnTo>
                  <a:lnTo>
                    <a:pt x="1471389" y="2631705"/>
                  </a:lnTo>
                  <a:lnTo>
                    <a:pt x="1471387" y="2631705"/>
                  </a:lnTo>
                  <a:lnTo>
                    <a:pt x="0" y="263170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19" name="pg1019"/>
            <p:cNvSpPr/>
            <p:nvPr/>
          </p:nvSpPr>
          <p:spPr>
            <a:xfrm>
              <a:off x="4799595" y="7104749"/>
              <a:ext cx="11981298" cy="2263920"/>
            </a:xfrm>
            <a:custGeom>
              <a:avLst/>
              <a:pathLst>
                <a:path w="11981298" h="2263920">
                  <a:moveTo>
                    <a:pt x="0" y="792780"/>
                  </a:moveTo>
                  <a:lnTo>
                    <a:pt x="1471387" y="792780"/>
                  </a:lnTo>
                  <a:lnTo>
                    <a:pt x="1472599" y="792816"/>
                  </a:lnTo>
                  <a:lnTo>
                    <a:pt x="1480552" y="793074"/>
                  </a:lnTo>
                  <a:lnTo>
                    <a:pt x="1500563" y="793786"/>
                  </a:lnTo>
                  <a:lnTo>
                    <a:pt x="1536244" y="795186"/>
                  </a:lnTo>
                  <a:lnTo>
                    <a:pt x="1589233" y="797491"/>
                  </a:lnTo>
                  <a:lnTo>
                    <a:pt x="1659074" y="800872"/>
                  </a:lnTo>
                  <a:lnTo>
                    <a:pt x="1743418" y="805446"/>
                  </a:lnTo>
                  <a:lnTo>
                    <a:pt x="1838567" y="811264"/>
                  </a:lnTo>
                  <a:lnTo>
                    <a:pt x="1940210" y="818332"/>
                  </a:lnTo>
                  <a:lnTo>
                    <a:pt x="2044130" y="826626"/>
                  </a:lnTo>
                  <a:lnTo>
                    <a:pt x="2146736" y="836121"/>
                  </a:lnTo>
                  <a:lnTo>
                    <a:pt x="2245327" y="846807"/>
                  </a:lnTo>
                  <a:lnTo>
                    <a:pt x="2338142" y="858711"/>
                  </a:lnTo>
                  <a:lnTo>
                    <a:pt x="2424255" y="871900"/>
                  </a:lnTo>
                  <a:lnTo>
                    <a:pt x="2503405" y="886489"/>
                  </a:lnTo>
                  <a:lnTo>
                    <a:pt x="2575804" y="902636"/>
                  </a:lnTo>
                  <a:lnTo>
                    <a:pt x="2641982" y="920543"/>
                  </a:lnTo>
                  <a:lnTo>
                    <a:pt x="2702656" y="940447"/>
                  </a:lnTo>
                  <a:lnTo>
                    <a:pt x="2758638" y="962602"/>
                  </a:lnTo>
                  <a:lnTo>
                    <a:pt x="2810761" y="987261"/>
                  </a:lnTo>
                  <a:lnTo>
                    <a:pt x="2859833" y="1014629"/>
                  </a:lnTo>
                  <a:lnTo>
                    <a:pt x="2896531" y="1037970"/>
                  </a:lnTo>
                  <a:lnTo>
                    <a:pt x="2943378" y="1071459"/>
                  </a:lnTo>
                  <a:lnTo>
                    <a:pt x="2988849" y="1108012"/>
                  </a:lnTo>
                  <a:lnTo>
                    <a:pt x="3033410" y="1147684"/>
                  </a:lnTo>
                  <a:lnTo>
                    <a:pt x="3077417" y="1190446"/>
                  </a:lnTo>
                  <a:lnTo>
                    <a:pt x="3121131" y="1236179"/>
                  </a:lnTo>
                  <a:lnTo>
                    <a:pt x="3164734" y="1284665"/>
                  </a:lnTo>
                  <a:lnTo>
                    <a:pt x="3208342" y="1335584"/>
                  </a:lnTo>
                  <a:lnTo>
                    <a:pt x="3252017" y="1388522"/>
                  </a:lnTo>
                  <a:lnTo>
                    <a:pt x="3295774" y="1442976"/>
                  </a:lnTo>
                  <a:lnTo>
                    <a:pt x="3339594" y="1498379"/>
                  </a:lnTo>
                  <a:lnTo>
                    <a:pt x="3383439" y="1554119"/>
                  </a:lnTo>
                  <a:lnTo>
                    <a:pt x="3427263" y="1609569"/>
                  </a:lnTo>
                  <a:lnTo>
                    <a:pt x="3471025" y="1664115"/>
                  </a:lnTo>
                  <a:lnTo>
                    <a:pt x="3514706" y="1717185"/>
                  </a:lnTo>
                  <a:lnTo>
                    <a:pt x="3558319" y="1768273"/>
                  </a:lnTo>
                  <a:lnTo>
                    <a:pt x="3601919" y="1816955"/>
                  </a:lnTo>
                  <a:lnTo>
                    <a:pt x="3645618" y="1862905"/>
                  </a:lnTo>
                  <a:lnTo>
                    <a:pt x="3689595" y="1905896"/>
                  </a:lnTo>
                  <a:lnTo>
                    <a:pt x="3734104" y="1945803"/>
                  </a:lnTo>
                  <a:lnTo>
                    <a:pt x="3779491" y="1982591"/>
                  </a:lnTo>
                  <a:lnTo>
                    <a:pt x="3826215" y="2016307"/>
                  </a:lnTo>
                  <a:lnTo>
                    <a:pt x="3829811" y="2018730"/>
                  </a:lnTo>
                  <a:lnTo>
                    <a:pt x="3877006" y="2048288"/>
                  </a:lnTo>
                  <a:lnTo>
                    <a:pt x="3926679" y="2075051"/>
                  </a:lnTo>
                  <a:lnTo>
                    <a:pt x="3979575" y="2099143"/>
                  </a:lnTo>
                  <a:lnTo>
                    <a:pt x="4036510" y="2120784"/>
                  </a:lnTo>
                  <a:lnTo>
                    <a:pt x="4098320" y="2140230"/>
                  </a:lnTo>
                  <a:lnTo>
                    <a:pt x="4165800" y="2157734"/>
                  </a:lnTo>
                  <a:lnTo>
                    <a:pt x="4239637" y="2173525"/>
                  </a:lnTo>
                  <a:lnTo>
                    <a:pt x="4320303" y="2187796"/>
                  </a:lnTo>
                  <a:lnTo>
                    <a:pt x="4407923" y="2200696"/>
                  </a:lnTo>
                  <a:lnTo>
                    <a:pt x="4502106" y="2212330"/>
                  </a:lnTo>
                  <a:lnTo>
                    <a:pt x="4601755" y="2222755"/>
                  </a:lnTo>
                  <a:lnTo>
                    <a:pt x="4704912" y="2231989"/>
                  </a:lnTo>
                  <a:lnTo>
                    <a:pt x="4808669" y="2240018"/>
                  </a:lnTo>
                  <a:lnTo>
                    <a:pt x="4909266" y="2246815"/>
                  </a:lnTo>
                  <a:lnTo>
                    <a:pt x="5002413" y="2252359"/>
                  </a:lnTo>
                  <a:lnTo>
                    <a:pt x="5083869" y="2256665"/>
                  </a:lnTo>
                  <a:lnTo>
                    <a:pt x="5150170" y="2259800"/>
                  </a:lnTo>
                  <a:lnTo>
                    <a:pt x="5199346" y="2261890"/>
                  </a:lnTo>
                  <a:lnTo>
                    <a:pt x="5231392" y="2263121"/>
                  </a:lnTo>
                  <a:lnTo>
                    <a:pt x="5248397" y="2263713"/>
                  </a:lnTo>
                  <a:lnTo>
                    <a:pt x="5254370" y="2263903"/>
                  </a:lnTo>
                  <a:lnTo>
                    <a:pt x="5254955" y="2263920"/>
                  </a:lnTo>
                  <a:lnTo>
                    <a:pt x="6726343" y="2263920"/>
                  </a:lnTo>
                  <a:lnTo>
                    <a:pt x="6727521" y="2263866"/>
                  </a:lnTo>
                  <a:lnTo>
                    <a:pt x="6735259" y="2263483"/>
                  </a:lnTo>
                  <a:lnTo>
                    <a:pt x="6754745" y="2262423"/>
                  </a:lnTo>
                  <a:lnTo>
                    <a:pt x="6789534" y="2260336"/>
                  </a:lnTo>
                  <a:lnTo>
                    <a:pt x="6841285" y="2256900"/>
                  </a:lnTo>
                  <a:lnTo>
                    <a:pt x="6909638" y="2251855"/>
                  </a:lnTo>
                  <a:lnTo>
                    <a:pt x="6992395" y="2245024"/>
                  </a:lnTo>
                  <a:lnTo>
                    <a:pt x="7086022" y="2236323"/>
                  </a:lnTo>
                  <a:lnTo>
                    <a:pt x="7186346" y="2225740"/>
                  </a:lnTo>
                  <a:lnTo>
                    <a:pt x="7289239" y="2213308"/>
                  </a:lnTo>
                  <a:lnTo>
                    <a:pt x="7391139" y="2199068"/>
                  </a:lnTo>
                  <a:lnTo>
                    <a:pt x="7489331" y="2183036"/>
                  </a:lnTo>
                  <a:lnTo>
                    <a:pt x="7582007" y="2165180"/>
                  </a:lnTo>
                  <a:lnTo>
                    <a:pt x="7668181" y="2145406"/>
                  </a:lnTo>
                  <a:lnTo>
                    <a:pt x="7747524" y="2123554"/>
                  </a:lnTo>
                  <a:lnTo>
                    <a:pt x="7820192" y="2099396"/>
                  </a:lnTo>
                  <a:lnTo>
                    <a:pt x="7886663" y="2072639"/>
                  </a:lnTo>
                  <a:lnTo>
                    <a:pt x="7947612" y="2042940"/>
                  </a:lnTo>
                  <a:lnTo>
                    <a:pt x="8003817" y="2009919"/>
                  </a:lnTo>
                  <a:lnTo>
                    <a:pt x="8056091" y="1973198"/>
                  </a:lnTo>
                  <a:lnTo>
                    <a:pt x="8105225" y="1932450"/>
                  </a:lnTo>
                  <a:lnTo>
                    <a:pt x="8151487" y="1887962"/>
                  </a:lnTo>
                  <a:lnTo>
                    <a:pt x="8192545" y="1843306"/>
                  </a:lnTo>
                  <a:lnTo>
                    <a:pt x="8232502" y="1795069"/>
                  </a:lnTo>
                  <a:lnTo>
                    <a:pt x="8271684" y="1743180"/>
                  </a:lnTo>
                  <a:lnTo>
                    <a:pt x="8310351" y="1687639"/>
                  </a:lnTo>
                  <a:lnTo>
                    <a:pt x="8348702" y="1628527"/>
                  </a:lnTo>
                  <a:lnTo>
                    <a:pt x="8386888" y="1566009"/>
                  </a:lnTo>
                  <a:lnTo>
                    <a:pt x="8425017" y="1500343"/>
                  </a:lnTo>
                  <a:lnTo>
                    <a:pt x="8463160" y="1431873"/>
                  </a:lnTo>
                  <a:lnTo>
                    <a:pt x="8501353" y="1361034"/>
                  </a:lnTo>
                  <a:lnTo>
                    <a:pt x="8539610" y="1288333"/>
                  </a:lnTo>
                  <a:lnTo>
                    <a:pt x="8577921" y="1214342"/>
                  </a:lnTo>
                  <a:lnTo>
                    <a:pt x="8616263" y="1139680"/>
                  </a:lnTo>
                  <a:lnTo>
                    <a:pt x="8654608" y="1064986"/>
                  </a:lnTo>
                  <a:lnTo>
                    <a:pt x="8692923" y="990903"/>
                  </a:lnTo>
                  <a:lnTo>
                    <a:pt x="8731185" y="918050"/>
                  </a:lnTo>
                  <a:lnTo>
                    <a:pt x="8769385" y="847006"/>
                  </a:lnTo>
                  <a:lnTo>
                    <a:pt x="8807531" y="778286"/>
                  </a:lnTo>
                  <a:lnTo>
                    <a:pt x="8845659" y="712331"/>
                  </a:lnTo>
                  <a:lnTo>
                    <a:pt x="8883836" y="649494"/>
                  </a:lnTo>
                  <a:lnTo>
                    <a:pt x="8922165" y="590043"/>
                  </a:lnTo>
                  <a:lnTo>
                    <a:pt x="8960793" y="534150"/>
                  </a:lnTo>
                  <a:lnTo>
                    <a:pt x="8999915" y="481905"/>
                  </a:lnTo>
                  <a:lnTo>
                    <a:pt x="9039783" y="433315"/>
                  </a:lnTo>
                  <a:lnTo>
                    <a:pt x="9080718" y="388316"/>
                  </a:lnTo>
                  <a:lnTo>
                    <a:pt x="9084767" y="384130"/>
                  </a:lnTo>
                  <a:lnTo>
                    <a:pt x="9131504" y="339217"/>
                  </a:lnTo>
                  <a:lnTo>
                    <a:pt x="9180665" y="298510"/>
                  </a:lnTo>
                  <a:lnTo>
                    <a:pt x="9232974" y="261827"/>
                  </a:lnTo>
                  <a:lnTo>
                    <a:pt x="9289223" y="228842"/>
                  </a:lnTo>
                  <a:lnTo>
                    <a:pt x="9350223" y="199173"/>
                  </a:lnTo>
                  <a:lnTo>
                    <a:pt x="9416752" y="172444"/>
                  </a:lnTo>
                  <a:lnTo>
                    <a:pt x="9489484" y="148310"/>
                  </a:lnTo>
                  <a:lnTo>
                    <a:pt x="9568895" y="126480"/>
                  </a:lnTo>
                  <a:lnTo>
                    <a:pt x="9655136" y="106726"/>
                  </a:lnTo>
                  <a:lnTo>
                    <a:pt x="9747873" y="88888"/>
                  </a:lnTo>
                  <a:lnTo>
                    <a:pt x="9846112" y="72874"/>
                  </a:lnTo>
                  <a:lnTo>
                    <a:pt x="9948037" y="58652"/>
                  </a:lnTo>
                  <a:lnTo>
                    <a:pt x="10050923" y="46238"/>
                  </a:lnTo>
                  <a:lnTo>
                    <a:pt x="10151201" y="35674"/>
                  </a:lnTo>
                  <a:lnTo>
                    <a:pt x="10244741" y="26991"/>
                  </a:lnTo>
                  <a:lnTo>
                    <a:pt x="10327370" y="20179"/>
                  </a:lnTo>
                  <a:lnTo>
                    <a:pt x="10395567" y="15151"/>
                  </a:lnTo>
                  <a:lnTo>
                    <a:pt x="10447147" y="11730"/>
                  </a:lnTo>
                  <a:lnTo>
                    <a:pt x="10481773" y="9655"/>
                  </a:lnTo>
                  <a:lnTo>
                    <a:pt x="10501122" y="8603"/>
                  </a:lnTo>
                  <a:lnTo>
                    <a:pt x="10508767" y="8225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8733" y="53"/>
                  </a:lnTo>
                  <a:lnTo>
                    <a:pt x="10500994" y="437"/>
                  </a:lnTo>
                  <a:lnTo>
                    <a:pt x="10481508" y="1497"/>
                  </a:lnTo>
                  <a:lnTo>
                    <a:pt x="10446719" y="3584"/>
                  </a:lnTo>
                  <a:lnTo>
                    <a:pt x="10394968" y="7019"/>
                  </a:lnTo>
                  <a:lnTo>
                    <a:pt x="10326615" y="12065"/>
                  </a:lnTo>
                  <a:lnTo>
                    <a:pt x="10243858" y="18895"/>
                  </a:lnTo>
                  <a:lnTo>
                    <a:pt x="10150231" y="27597"/>
                  </a:lnTo>
                  <a:lnTo>
                    <a:pt x="10049907" y="38180"/>
                  </a:lnTo>
                  <a:lnTo>
                    <a:pt x="9947014" y="50611"/>
                  </a:lnTo>
                  <a:lnTo>
                    <a:pt x="9845114" y="64851"/>
                  </a:lnTo>
                  <a:lnTo>
                    <a:pt x="9746922" y="80884"/>
                  </a:lnTo>
                  <a:lnTo>
                    <a:pt x="9654246" y="98740"/>
                  </a:lnTo>
                  <a:lnTo>
                    <a:pt x="9568072" y="118514"/>
                  </a:lnTo>
                  <a:lnTo>
                    <a:pt x="9488729" y="140365"/>
                  </a:lnTo>
                  <a:lnTo>
                    <a:pt x="9416061" y="164523"/>
                  </a:lnTo>
                  <a:lnTo>
                    <a:pt x="9349591" y="191280"/>
                  </a:lnTo>
                  <a:lnTo>
                    <a:pt x="9288642" y="220980"/>
                  </a:lnTo>
                  <a:lnTo>
                    <a:pt x="9232436" y="254000"/>
                  </a:lnTo>
                  <a:lnTo>
                    <a:pt x="9180162" y="290722"/>
                  </a:lnTo>
                  <a:lnTo>
                    <a:pt x="9131029" y="331470"/>
                  </a:lnTo>
                  <a:lnTo>
                    <a:pt x="9084767" y="375957"/>
                  </a:lnTo>
                  <a:lnTo>
                    <a:pt x="9043708" y="420613"/>
                  </a:lnTo>
                  <a:lnTo>
                    <a:pt x="9003751" y="468851"/>
                  </a:lnTo>
                  <a:lnTo>
                    <a:pt x="8964569" y="520740"/>
                  </a:lnTo>
                  <a:lnTo>
                    <a:pt x="8925903" y="576280"/>
                  </a:lnTo>
                  <a:lnTo>
                    <a:pt x="8887552" y="635393"/>
                  </a:lnTo>
                  <a:lnTo>
                    <a:pt x="8849365" y="697910"/>
                  </a:lnTo>
                  <a:lnTo>
                    <a:pt x="8811236" y="763577"/>
                  </a:lnTo>
                  <a:lnTo>
                    <a:pt x="8773094" y="832046"/>
                  </a:lnTo>
                  <a:lnTo>
                    <a:pt x="8734900" y="902886"/>
                  </a:lnTo>
                  <a:lnTo>
                    <a:pt x="8696643" y="975587"/>
                  </a:lnTo>
                  <a:lnTo>
                    <a:pt x="8658332" y="1049577"/>
                  </a:lnTo>
                  <a:lnTo>
                    <a:pt x="8619990" y="1124240"/>
                  </a:lnTo>
                  <a:lnTo>
                    <a:pt x="8581646" y="1198934"/>
                  </a:lnTo>
                  <a:lnTo>
                    <a:pt x="8543330" y="1273017"/>
                  </a:lnTo>
                  <a:lnTo>
                    <a:pt x="8505068" y="1345869"/>
                  </a:lnTo>
                  <a:lnTo>
                    <a:pt x="8466868" y="1416913"/>
                  </a:lnTo>
                  <a:lnTo>
                    <a:pt x="8428722" y="1485633"/>
                  </a:lnTo>
                  <a:lnTo>
                    <a:pt x="8390594" y="1551589"/>
                  </a:lnTo>
                  <a:lnTo>
                    <a:pt x="8352417" y="1614425"/>
                  </a:lnTo>
                  <a:lnTo>
                    <a:pt x="8314088" y="1673877"/>
                  </a:lnTo>
                  <a:lnTo>
                    <a:pt x="8275460" y="1729770"/>
                  </a:lnTo>
                  <a:lnTo>
                    <a:pt x="8236339" y="1782015"/>
                  </a:lnTo>
                  <a:lnTo>
                    <a:pt x="8196470" y="1830605"/>
                  </a:lnTo>
                  <a:lnTo>
                    <a:pt x="8155535" y="1875604"/>
                  </a:lnTo>
                  <a:lnTo>
                    <a:pt x="8151487" y="1879789"/>
                  </a:lnTo>
                  <a:lnTo>
                    <a:pt x="8104749" y="1924702"/>
                  </a:lnTo>
                  <a:lnTo>
                    <a:pt x="8055588" y="1965409"/>
                  </a:lnTo>
                  <a:lnTo>
                    <a:pt x="8003279" y="2002092"/>
                  </a:lnTo>
                  <a:lnTo>
                    <a:pt x="7947030" y="2035078"/>
                  </a:lnTo>
                  <a:lnTo>
                    <a:pt x="7886030" y="2064746"/>
                  </a:lnTo>
                  <a:lnTo>
                    <a:pt x="7819501" y="2091475"/>
                  </a:lnTo>
                  <a:lnTo>
                    <a:pt x="7746769" y="2115609"/>
                  </a:lnTo>
                  <a:lnTo>
                    <a:pt x="7667358" y="2137439"/>
                  </a:lnTo>
                  <a:lnTo>
                    <a:pt x="7581117" y="2157193"/>
                  </a:lnTo>
                  <a:lnTo>
                    <a:pt x="7488380" y="2175031"/>
                  </a:lnTo>
                  <a:lnTo>
                    <a:pt x="7390141" y="2191046"/>
                  </a:lnTo>
                  <a:lnTo>
                    <a:pt x="7288216" y="2205268"/>
                  </a:lnTo>
                  <a:lnTo>
                    <a:pt x="7185330" y="2217681"/>
                  </a:lnTo>
                  <a:lnTo>
                    <a:pt x="7085052" y="2228245"/>
                  </a:lnTo>
                  <a:lnTo>
                    <a:pt x="6991512" y="2236928"/>
                  </a:lnTo>
                  <a:lnTo>
                    <a:pt x="6908883" y="2243741"/>
                  </a:lnTo>
                  <a:lnTo>
                    <a:pt x="6840687" y="2248769"/>
                  </a:lnTo>
                  <a:lnTo>
                    <a:pt x="6789106" y="2252190"/>
                  </a:lnTo>
                  <a:lnTo>
                    <a:pt x="6754481" y="2254265"/>
                  </a:lnTo>
                  <a:lnTo>
                    <a:pt x="6735131" y="2255316"/>
                  </a:lnTo>
                  <a:lnTo>
                    <a:pt x="6727486" y="2255695"/>
                  </a:lnTo>
                  <a:lnTo>
                    <a:pt x="6726343" y="2255747"/>
                  </a:lnTo>
                  <a:lnTo>
                    <a:pt x="5254955" y="2255747"/>
                  </a:lnTo>
                  <a:lnTo>
                    <a:pt x="5253744" y="2255711"/>
                  </a:lnTo>
                  <a:lnTo>
                    <a:pt x="5245790" y="2255453"/>
                  </a:lnTo>
                  <a:lnTo>
                    <a:pt x="5225780" y="2254742"/>
                  </a:lnTo>
                  <a:lnTo>
                    <a:pt x="5190099" y="2253341"/>
                  </a:lnTo>
                  <a:lnTo>
                    <a:pt x="5137109" y="2251037"/>
                  </a:lnTo>
                  <a:lnTo>
                    <a:pt x="5067268" y="2247655"/>
                  </a:lnTo>
                  <a:lnTo>
                    <a:pt x="4982924" y="2243082"/>
                  </a:lnTo>
                  <a:lnTo>
                    <a:pt x="4887775" y="2237263"/>
                  </a:lnTo>
                  <a:lnTo>
                    <a:pt x="4786132" y="2230196"/>
                  </a:lnTo>
                  <a:lnTo>
                    <a:pt x="4682212" y="2221901"/>
                  </a:lnTo>
                  <a:lnTo>
                    <a:pt x="4579606" y="2212407"/>
                  </a:lnTo>
                  <a:lnTo>
                    <a:pt x="4481015" y="2201720"/>
                  </a:lnTo>
                  <a:lnTo>
                    <a:pt x="4388200" y="2189816"/>
                  </a:lnTo>
                  <a:lnTo>
                    <a:pt x="4302087" y="2176627"/>
                  </a:lnTo>
                  <a:lnTo>
                    <a:pt x="4222937" y="2162039"/>
                  </a:lnTo>
                  <a:lnTo>
                    <a:pt x="4150538" y="2145891"/>
                  </a:lnTo>
                  <a:lnTo>
                    <a:pt x="4084360" y="2127984"/>
                  </a:lnTo>
                  <a:lnTo>
                    <a:pt x="4023686" y="2108081"/>
                  </a:lnTo>
                  <a:lnTo>
                    <a:pt x="3967705" y="2085925"/>
                  </a:lnTo>
                  <a:lnTo>
                    <a:pt x="3915581" y="2061267"/>
                  </a:lnTo>
                  <a:lnTo>
                    <a:pt x="3866509" y="2033899"/>
                  </a:lnTo>
                  <a:lnTo>
                    <a:pt x="3829811" y="2010557"/>
                  </a:lnTo>
                  <a:lnTo>
                    <a:pt x="3782964" y="1977068"/>
                  </a:lnTo>
                  <a:lnTo>
                    <a:pt x="3737494" y="1940515"/>
                  </a:lnTo>
                  <a:lnTo>
                    <a:pt x="3692932" y="1900844"/>
                  </a:lnTo>
                  <a:lnTo>
                    <a:pt x="3648925" y="1858082"/>
                  </a:lnTo>
                  <a:lnTo>
                    <a:pt x="3605211" y="1812348"/>
                  </a:lnTo>
                  <a:lnTo>
                    <a:pt x="3561609" y="1763862"/>
                  </a:lnTo>
                  <a:lnTo>
                    <a:pt x="3518000" y="1712943"/>
                  </a:lnTo>
                  <a:lnTo>
                    <a:pt x="3474325" y="1660006"/>
                  </a:lnTo>
                  <a:lnTo>
                    <a:pt x="3430568" y="1605552"/>
                  </a:lnTo>
                  <a:lnTo>
                    <a:pt x="3386748" y="1550149"/>
                  </a:lnTo>
                  <a:lnTo>
                    <a:pt x="3342903" y="1494409"/>
                  </a:lnTo>
                  <a:lnTo>
                    <a:pt x="3299079" y="1438958"/>
                  </a:lnTo>
                  <a:lnTo>
                    <a:pt x="3255317" y="1384412"/>
                  </a:lnTo>
                  <a:lnTo>
                    <a:pt x="3211636" y="1331342"/>
                  </a:lnTo>
                  <a:lnTo>
                    <a:pt x="3168024" y="1280255"/>
                  </a:lnTo>
                  <a:lnTo>
                    <a:pt x="3124423" y="1231573"/>
                  </a:lnTo>
                  <a:lnTo>
                    <a:pt x="3080724" y="1185623"/>
                  </a:lnTo>
                  <a:lnTo>
                    <a:pt x="3036747" y="1142631"/>
                  </a:lnTo>
                  <a:lnTo>
                    <a:pt x="2992238" y="1102724"/>
                  </a:lnTo>
                  <a:lnTo>
                    <a:pt x="2946851" y="1065937"/>
                  </a:lnTo>
                  <a:lnTo>
                    <a:pt x="2900127" y="1032220"/>
                  </a:lnTo>
                  <a:lnTo>
                    <a:pt x="2896531" y="1029797"/>
                  </a:lnTo>
                  <a:lnTo>
                    <a:pt x="2849336" y="1000239"/>
                  </a:lnTo>
                  <a:lnTo>
                    <a:pt x="2799663" y="973476"/>
                  </a:lnTo>
                  <a:lnTo>
                    <a:pt x="2746767" y="949384"/>
                  </a:lnTo>
                  <a:lnTo>
                    <a:pt x="2689832" y="927743"/>
                  </a:lnTo>
                  <a:lnTo>
                    <a:pt x="2628022" y="908297"/>
                  </a:lnTo>
                  <a:lnTo>
                    <a:pt x="2560542" y="890793"/>
                  </a:lnTo>
                  <a:lnTo>
                    <a:pt x="2486705" y="875002"/>
                  </a:lnTo>
                  <a:lnTo>
                    <a:pt x="2406039" y="860732"/>
                  </a:lnTo>
                  <a:lnTo>
                    <a:pt x="2318419" y="847831"/>
                  </a:lnTo>
                  <a:lnTo>
                    <a:pt x="2224237" y="836198"/>
                  </a:lnTo>
                  <a:lnTo>
                    <a:pt x="2124587" y="825772"/>
                  </a:lnTo>
                  <a:lnTo>
                    <a:pt x="2021430" y="816538"/>
                  </a:lnTo>
                  <a:lnTo>
                    <a:pt x="1917673" y="808509"/>
                  </a:lnTo>
                  <a:lnTo>
                    <a:pt x="1817076" y="801713"/>
                  </a:lnTo>
                  <a:lnTo>
                    <a:pt x="1723929" y="796168"/>
                  </a:lnTo>
                  <a:lnTo>
                    <a:pt x="1642474" y="791862"/>
                  </a:lnTo>
                  <a:lnTo>
                    <a:pt x="1576172" y="788728"/>
                  </a:lnTo>
                  <a:lnTo>
                    <a:pt x="1526996" y="786637"/>
                  </a:lnTo>
                  <a:lnTo>
                    <a:pt x="1494950" y="785406"/>
                  </a:lnTo>
                  <a:lnTo>
                    <a:pt x="1477945" y="784814"/>
                  </a:lnTo>
                  <a:lnTo>
                    <a:pt x="1471973" y="784625"/>
                  </a:lnTo>
                  <a:lnTo>
                    <a:pt x="1471387" y="784607"/>
                  </a:lnTo>
                  <a:lnTo>
                    <a:pt x="0" y="784607"/>
                  </a:lnTo>
                  <a:close/>
                </a:path>
              </a:pathLst>
            </a:custGeom>
            <a:solidFill>
              <a:srgbClr val="F28E5B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020" name="pl1020"/>
            <p:cNvSpPr/>
            <p:nvPr/>
          </p:nvSpPr>
          <p:spPr>
            <a:xfrm>
              <a:off x="4799595" y="7112922"/>
              <a:ext cx="11981298" cy="2255747"/>
            </a:xfrm>
            <a:custGeom>
              <a:avLst/>
              <a:pathLst>
                <a:path w="11981298" h="2255747">
                  <a:moveTo>
                    <a:pt x="0" y="784607"/>
                  </a:moveTo>
                  <a:lnTo>
                    <a:pt x="1471387" y="784607"/>
                  </a:lnTo>
                  <a:lnTo>
                    <a:pt x="1472599" y="784643"/>
                  </a:lnTo>
                  <a:lnTo>
                    <a:pt x="1480552" y="784901"/>
                  </a:lnTo>
                  <a:lnTo>
                    <a:pt x="1500563" y="785613"/>
                  </a:lnTo>
                  <a:lnTo>
                    <a:pt x="1536244" y="787013"/>
                  </a:lnTo>
                  <a:lnTo>
                    <a:pt x="1589233" y="789318"/>
                  </a:lnTo>
                  <a:lnTo>
                    <a:pt x="1659074" y="792699"/>
                  </a:lnTo>
                  <a:lnTo>
                    <a:pt x="1743418" y="797273"/>
                  </a:lnTo>
                  <a:lnTo>
                    <a:pt x="1838567" y="803091"/>
                  </a:lnTo>
                  <a:lnTo>
                    <a:pt x="1940210" y="810159"/>
                  </a:lnTo>
                  <a:lnTo>
                    <a:pt x="2044130" y="818453"/>
                  </a:lnTo>
                  <a:lnTo>
                    <a:pt x="2146736" y="827948"/>
                  </a:lnTo>
                  <a:lnTo>
                    <a:pt x="2245327" y="838634"/>
                  </a:lnTo>
                  <a:lnTo>
                    <a:pt x="2338142" y="850538"/>
                  </a:lnTo>
                  <a:lnTo>
                    <a:pt x="2424255" y="863727"/>
                  </a:lnTo>
                  <a:lnTo>
                    <a:pt x="2503405" y="878316"/>
                  </a:lnTo>
                  <a:lnTo>
                    <a:pt x="2575804" y="894463"/>
                  </a:lnTo>
                  <a:lnTo>
                    <a:pt x="2641982" y="912370"/>
                  </a:lnTo>
                  <a:lnTo>
                    <a:pt x="2702656" y="932274"/>
                  </a:lnTo>
                  <a:lnTo>
                    <a:pt x="2758638" y="954429"/>
                  </a:lnTo>
                  <a:lnTo>
                    <a:pt x="2810761" y="979088"/>
                  </a:lnTo>
                  <a:lnTo>
                    <a:pt x="2859833" y="1006456"/>
                  </a:lnTo>
                  <a:lnTo>
                    <a:pt x="2896531" y="1029797"/>
                  </a:lnTo>
                  <a:lnTo>
                    <a:pt x="2943378" y="1063286"/>
                  </a:lnTo>
                  <a:lnTo>
                    <a:pt x="2988849" y="1099839"/>
                  </a:lnTo>
                  <a:lnTo>
                    <a:pt x="3033410" y="1139511"/>
                  </a:lnTo>
                  <a:lnTo>
                    <a:pt x="3077417" y="1182273"/>
                  </a:lnTo>
                  <a:lnTo>
                    <a:pt x="3121131" y="1228006"/>
                  </a:lnTo>
                  <a:lnTo>
                    <a:pt x="3164734" y="1276492"/>
                  </a:lnTo>
                  <a:lnTo>
                    <a:pt x="3208342" y="1327411"/>
                  </a:lnTo>
                  <a:lnTo>
                    <a:pt x="3252017" y="1380349"/>
                  </a:lnTo>
                  <a:lnTo>
                    <a:pt x="3295774" y="1434803"/>
                  </a:lnTo>
                  <a:lnTo>
                    <a:pt x="3339594" y="1490206"/>
                  </a:lnTo>
                  <a:lnTo>
                    <a:pt x="3383439" y="1545946"/>
                  </a:lnTo>
                  <a:lnTo>
                    <a:pt x="3427263" y="1601396"/>
                  </a:lnTo>
                  <a:lnTo>
                    <a:pt x="3471025" y="1655942"/>
                  </a:lnTo>
                  <a:lnTo>
                    <a:pt x="3514706" y="1709012"/>
                  </a:lnTo>
                  <a:lnTo>
                    <a:pt x="3558319" y="1760100"/>
                  </a:lnTo>
                  <a:lnTo>
                    <a:pt x="3601919" y="1808782"/>
                  </a:lnTo>
                  <a:lnTo>
                    <a:pt x="3645618" y="1854732"/>
                  </a:lnTo>
                  <a:lnTo>
                    <a:pt x="3689595" y="1897723"/>
                  </a:lnTo>
                  <a:lnTo>
                    <a:pt x="3734104" y="1937630"/>
                  </a:lnTo>
                  <a:lnTo>
                    <a:pt x="3779491" y="1974418"/>
                  </a:lnTo>
                  <a:lnTo>
                    <a:pt x="3826215" y="2008134"/>
                  </a:lnTo>
                  <a:lnTo>
                    <a:pt x="3829811" y="2010557"/>
                  </a:lnTo>
                  <a:lnTo>
                    <a:pt x="3877006" y="2040115"/>
                  </a:lnTo>
                  <a:lnTo>
                    <a:pt x="3926679" y="2066878"/>
                  </a:lnTo>
                  <a:lnTo>
                    <a:pt x="3979575" y="2090970"/>
                  </a:lnTo>
                  <a:lnTo>
                    <a:pt x="4036510" y="2112611"/>
                  </a:lnTo>
                  <a:lnTo>
                    <a:pt x="4098320" y="2132057"/>
                  </a:lnTo>
                  <a:lnTo>
                    <a:pt x="4165800" y="2149561"/>
                  </a:lnTo>
                  <a:lnTo>
                    <a:pt x="4239637" y="2165352"/>
                  </a:lnTo>
                  <a:lnTo>
                    <a:pt x="4320303" y="2179623"/>
                  </a:lnTo>
                  <a:lnTo>
                    <a:pt x="4407923" y="2192523"/>
                  </a:lnTo>
                  <a:lnTo>
                    <a:pt x="4502106" y="2204157"/>
                  </a:lnTo>
                  <a:lnTo>
                    <a:pt x="4601755" y="2214582"/>
                  </a:lnTo>
                  <a:lnTo>
                    <a:pt x="4704912" y="2223816"/>
                  </a:lnTo>
                  <a:lnTo>
                    <a:pt x="4808669" y="2231845"/>
                  </a:lnTo>
                  <a:lnTo>
                    <a:pt x="4909266" y="2238642"/>
                  </a:lnTo>
                  <a:lnTo>
                    <a:pt x="5002413" y="2244186"/>
                  </a:lnTo>
                  <a:lnTo>
                    <a:pt x="5083869" y="2248492"/>
                  </a:lnTo>
                  <a:lnTo>
                    <a:pt x="5150170" y="2251627"/>
                  </a:lnTo>
                  <a:lnTo>
                    <a:pt x="5199346" y="2253717"/>
                  </a:lnTo>
                  <a:lnTo>
                    <a:pt x="5231392" y="2254948"/>
                  </a:lnTo>
                  <a:lnTo>
                    <a:pt x="5248397" y="2255540"/>
                  </a:lnTo>
                  <a:lnTo>
                    <a:pt x="5254370" y="2255730"/>
                  </a:lnTo>
                  <a:lnTo>
                    <a:pt x="5254955" y="2255747"/>
                  </a:lnTo>
                  <a:lnTo>
                    <a:pt x="6726343" y="2255747"/>
                  </a:lnTo>
                  <a:lnTo>
                    <a:pt x="6727521" y="2255693"/>
                  </a:lnTo>
                  <a:lnTo>
                    <a:pt x="6735259" y="2255310"/>
                  </a:lnTo>
                  <a:lnTo>
                    <a:pt x="6754745" y="2254250"/>
                  </a:lnTo>
                  <a:lnTo>
                    <a:pt x="6789534" y="2252163"/>
                  </a:lnTo>
                  <a:lnTo>
                    <a:pt x="6841285" y="2248727"/>
                  </a:lnTo>
                  <a:lnTo>
                    <a:pt x="6909638" y="2243682"/>
                  </a:lnTo>
                  <a:lnTo>
                    <a:pt x="6992395" y="2236851"/>
                  </a:lnTo>
                  <a:lnTo>
                    <a:pt x="7086022" y="2228150"/>
                  </a:lnTo>
                  <a:lnTo>
                    <a:pt x="7186346" y="2217567"/>
                  </a:lnTo>
                  <a:lnTo>
                    <a:pt x="7289239" y="2205135"/>
                  </a:lnTo>
                  <a:lnTo>
                    <a:pt x="7391139" y="2190895"/>
                  </a:lnTo>
                  <a:lnTo>
                    <a:pt x="7489331" y="2174863"/>
                  </a:lnTo>
                  <a:lnTo>
                    <a:pt x="7582007" y="2157007"/>
                  </a:lnTo>
                  <a:lnTo>
                    <a:pt x="7668181" y="2137233"/>
                  </a:lnTo>
                  <a:lnTo>
                    <a:pt x="7747524" y="2115381"/>
                  </a:lnTo>
                  <a:lnTo>
                    <a:pt x="7820192" y="2091223"/>
                  </a:lnTo>
                  <a:lnTo>
                    <a:pt x="7886663" y="2064466"/>
                  </a:lnTo>
                  <a:lnTo>
                    <a:pt x="7947612" y="2034767"/>
                  </a:lnTo>
                  <a:lnTo>
                    <a:pt x="8003817" y="2001746"/>
                  </a:lnTo>
                  <a:lnTo>
                    <a:pt x="8056091" y="1965025"/>
                  </a:lnTo>
                  <a:lnTo>
                    <a:pt x="8105225" y="1924277"/>
                  </a:lnTo>
                  <a:lnTo>
                    <a:pt x="8151487" y="1879789"/>
                  </a:lnTo>
                  <a:lnTo>
                    <a:pt x="8192545" y="1835133"/>
                  </a:lnTo>
                  <a:lnTo>
                    <a:pt x="8232502" y="1786896"/>
                  </a:lnTo>
                  <a:lnTo>
                    <a:pt x="8271684" y="1735007"/>
                  </a:lnTo>
                  <a:lnTo>
                    <a:pt x="8310351" y="1679466"/>
                  </a:lnTo>
                  <a:lnTo>
                    <a:pt x="8348702" y="1620354"/>
                  </a:lnTo>
                  <a:lnTo>
                    <a:pt x="8386888" y="1557836"/>
                  </a:lnTo>
                  <a:lnTo>
                    <a:pt x="8425017" y="1492170"/>
                  </a:lnTo>
                  <a:lnTo>
                    <a:pt x="8463160" y="1423700"/>
                  </a:lnTo>
                  <a:lnTo>
                    <a:pt x="8501353" y="1352861"/>
                  </a:lnTo>
                  <a:lnTo>
                    <a:pt x="8539610" y="1280160"/>
                  </a:lnTo>
                  <a:lnTo>
                    <a:pt x="8577921" y="1206169"/>
                  </a:lnTo>
                  <a:lnTo>
                    <a:pt x="8616263" y="1131507"/>
                  </a:lnTo>
                  <a:lnTo>
                    <a:pt x="8654608" y="1056813"/>
                  </a:lnTo>
                  <a:lnTo>
                    <a:pt x="8692923" y="982730"/>
                  </a:lnTo>
                  <a:lnTo>
                    <a:pt x="8731185" y="909877"/>
                  </a:lnTo>
                  <a:lnTo>
                    <a:pt x="8769385" y="838833"/>
                  </a:lnTo>
                  <a:lnTo>
                    <a:pt x="8807531" y="770113"/>
                  </a:lnTo>
                  <a:lnTo>
                    <a:pt x="8845659" y="704158"/>
                  </a:lnTo>
                  <a:lnTo>
                    <a:pt x="8883836" y="641321"/>
                  </a:lnTo>
                  <a:lnTo>
                    <a:pt x="8922165" y="581870"/>
                  </a:lnTo>
                  <a:lnTo>
                    <a:pt x="8960793" y="525977"/>
                  </a:lnTo>
                  <a:lnTo>
                    <a:pt x="8999915" y="473732"/>
                  </a:lnTo>
                  <a:lnTo>
                    <a:pt x="9039783" y="425142"/>
                  </a:lnTo>
                  <a:lnTo>
                    <a:pt x="9080718" y="380143"/>
                  </a:lnTo>
                  <a:lnTo>
                    <a:pt x="9084767" y="375957"/>
                  </a:lnTo>
                  <a:lnTo>
                    <a:pt x="9131504" y="331044"/>
                  </a:lnTo>
                  <a:lnTo>
                    <a:pt x="9180665" y="290337"/>
                  </a:lnTo>
                  <a:lnTo>
                    <a:pt x="9232974" y="253654"/>
                  </a:lnTo>
                  <a:lnTo>
                    <a:pt x="9289223" y="220669"/>
                  </a:lnTo>
                  <a:lnTo>
                    <a:pt x="9350223" y="191000"/>
                  </a:lnTo>
                  <a:lnTo>
                    <a:pt x="9416752" y="164271"/>
                  </a:lnTo>
                  <a:lnTo>
                    <a:pt x="9489484" y="140137"/>
                  </a:lnTo>
                  <a:lnTo>
                    <a:pt x="9568895" y="118307"/>
                  </a:lnTo>
                  <a:lnTo>
                    <a:pt x="9655136" y="98553"/>
                  </a:lnTo>
                  <a:lnTo>
                    <a:pt x="9747873" y="80715"/>
                  </a:lnTo>
                  <a:lnTo>
                    <a:pt x="9846112" y="64701"/>
                  </a:lnTo>
                  <a:lnTo>
                    <a:pt x="9948037" y="50479"/>
                  </a:lnTo>
                  <a:lnTo>
                    <a:pt x="10050923" y="38065"/>
                  </a:lnTo>
                  <a:lnTo>
                    <a:pt x="10151201" y="27501"/>
                  </a:lnTo>
                  <a:lnTo>
                    <a:pt x="10244741" y="18818"/>
                  </a:lnTo>
                  <a:lnTo>
                    <a:pt x="10327370" y="12006"/>
                  </a:lnTo>
                  <a:lnTo>
                    <a:pt x="10395567" y="6978"/>
                  </a:lnTo>
                  <a:lnTo>
                    <a:pt x="10447147" y="3557"/>
                  </a:lnTo>
                  <a:lnTo>
                    <a:pt x="10481773" y="1482"/>
                  </a:lnTo>
                  <a:lnTo>
                    <a:pt x="10501122" y="430"/>
                  </a:lnTo>
                  <a:lnTo>
                    <a:pt x="10508767" y="52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21" name="pl1021"/>
            <p:cNvSpPr/>
            <p:nvPr/>
          </p:nvSpPr>
          <p:spPr>
            <a:xfrm>
              <a:off x="4799595" y="7104749"/>
              <a:ext cx="11981298" cy="2255747"/>
            </a:xfrm>
            <a:custGeom>
              <a:avLst/>
              <a:pathLst>
                <a:path w="11981298" h="2255747">
                  <a:moveTo>
                    <a:pt x="11981298" y="0"/>
                  </a:moveTo>
                  <a:lnTo>
                    <a:pt x="10509911" y="0"/>
                  </a:lnTo>
                  <a:lnTo>
                    <a:pt x="10508733" y="53"/>
                  </a:lnTo>
                  <a:lnTo>
                    <a:pt x="10500994" y="437"/>
                  </a:lnTo>
                  <a:lnTo>
                    <a:pt x="10481508" y="1497"/>
                  </a:lnTo>
                  <a:lnTo>
                    <a:pt x="10446719" y="3584"/>
                  </a:lnTo>
                  <a:lnTo>
                    <a:pt x="10394968" y="7019"/>
                  </a:lnTo>
                  <a:lnTo>
                    <a:pt x="10326615" y="12065"/>
                  </a:lnTo>
                  <a:lnTo>
                    <a:pt x="10243858" y="18895"/>
                  </a:lnTo>
                  <a:lnTo>
                    <a:pt x="10150231" y="27597"/>
                  </a:lnTo>
                  <a:lnTo>
                    <a:pt x="10049907" y="38180"/>
                  </a:lnTo>
                  <a:lnTo>
                    <a:pt x="9947014" y="50611"/>
                  </a:lnTo>
                  <a:lnTo>
                    <a:pt x="9845114" y="64851"/>
                  </a:lnTo>
                  <a:lnTo>
                    <a:pt x="9746922" y="80884"/>
                  </a:lnTo>
                  <a:lnTo>
                    <a:pt x="9654246" y="98740"/>
                  </a:lnTo>
                  <a:lnTo>
                    <a:pt x="9568072" y="118514"/>
                  </a:lnTo>
                  <a:lnTo>
                    <a:pt x="9488729" y="140365"/>
                  </a:lnTo>
                  <a:lnTo>
                    <a:pt x="9416061" y="164523"/>
                  </a:lnTo>
                  <a:lnTo>
                    <a:pt x="9349591" y="191280"/>
                  </a:lnTo>
                  <a:lnTo>
                    <a:pt x="9288642" y="220980"/>
                  </a:lnTo>
                  <a:lnTo>
                    <a:pt x="9232436" y="254000"/>
                  </a:lnTo>
                  <a:lnTo>
                    <a:pt x="9180162" y="290722"/>
                  </a:lnTo>
                  <a:lnTo>
                    <a:pt x="9131029" y="331470"/>
                  </a:lnTo>
                  <a:lnTo>
                    <a:pt x="9084767" y="375957"/>
                  </a:lnTo>
                  <a:lnTo>
                    <a:pt x="9043708" y="420613"/>
                  </a:lnTo>
                  <a:lnTo>
                    <a:pt x="9003751" y="468851"/>
                  </a:lnTo>
                  <a:lnTo>
                    <a:pt x="8964569" y="520740"/>
                  </a:lnTo>
                  <a:lnTo>
                    <a:pt x="8925903" y="576280"/>
                  </a:lnTo>
                  <a:lnTo>
                    <a:pt x="8887552" y="635393"/>
                  </a:lnTo>
                  <a:lnTo>
                    <a:pt x="8849365" y="697910"/>
                  </a:lnTo>
                  <a:lnTo>
                    <a:pt x="8811236" y="763577"/>
                  </a:lnTo>
                  <a:lnTo>
                    <a:pt x="8773094" y="832046"/>
                  </a:lnTo>
                  <a:lnTo>
                    <a:pt x="8734900" y="902886"/>
                  </a:lnTo>
                  <a:lnTo>
                    <a:pt x="8696643" y="975587"/>
                  </a:lnTo>
                  <a:lnTo>
                    <a:pt x="8658332" y="1049577"/>
                  </a:lnTo>
                  <a:lnTo>
                    <a:pt x="8619990" y="1124240"/>
                  </a:lnTo>
                  <a:lnTo>
                    <a:pt x="8581646" y="1198934"/>
                  </a:lnTo>
                  <a:lnTo>
                    <a:pt x="8543330" y="1273017"/>
                  </a:lnTo>
                  <a:lnTo>
                    <a:pt x="8505068" y="1345869"/>
                  </a:lnTo>
                  <a:lnTo>
                    <a:pt x="8466868" y="1416913"/>
                  </a:lnTo>
                  <a:lnTo>
                    <a:pt x="8428722" y="1485633"/>
                  </a:lnTo>
                  <a:lnTo>
                    <a:pt x="8390594" y="1551589"/>
                  </a:lnTo>
                  <a:lnTo>
                    <a:pt x="8352417" y="1614425"/>
                  </a:lnTo>
                  <a:lnTo>
                    <a:pt x="8314088" y="1673877"/>
                  </a:lnTo>
                  <a:lnTo>
                    <a:pt x="8275460" y="1729770"/>
                  </a:lnTo>
                  <a:lnTo>
                    <a:pt x="8236339" y="1782015"/>
                  </a:lnTo>
                  <a:lnTo>
                    <a:pt x="8196470" y="1830605"/>
                  </a:lnTo>
                  <a:lnTo>
                    <a:pt x="8155535" y="1875604"/>
                  </a:lnTo>
                  <a:lnTo>
                    <a:pt x="8151487" y="1879789"/>
                  </a:lnTo>
                  <a:lnTo>
                    <a:pt x="8104749" y="1924702"/>
                  </a:lnTo>
                  <a:lnTo>
                    <a:pt x="8055588" y="1965409"/>
                  </a:lnTo>
                  <a:lnTo>
                    <a:pt x="8003279" y="2002092"/>
                  </a:lnTo>
                  <a:lnTo>
                    <a:pt x="7947030" y="2035078"/>
                  </a:lnTo>
                  <a:lnTo>
                    <a:pt x="7886030" y="2064746"/>
                  </a:lnTo>
                  <a:lnTo>
                    <a:pt x="7819501" y="2091475"/>
                  </a:lnTo>
                  <a:lnTo>
                    <a:pt x="7746769" y="2115609"/>
                  </a:lnTo>
                  <a:lnTo>
                    <a:pt x="7667358" y="2137439"/>
                  </a:lnTo>
                  <a:lnTo>
                    <a:pt x="7581117" y="2157193"/>
                  </a:lnTo>
                  <a:lnTo>
                    <a:pt x="7488380" y="2175031"/>
                  </a:lnTo>
                  <a:lnTo>
                    <a:pt x="7390141" y="2191046"/>
                  </a:lnTo>
                  <a:lnTo>
                    <a:pt x="7288216" y="2205268"/>
                  </a:lnTo>
                  <a:lnTo>
                    <a:pt x="7185330" y="2217681"/>
                  </a:lnTo>
                  <a:lnTo>
                    <a:pt x="7085052" y="2228245"/>
                  </a:lnTo>
                  <a:lnTo>
                    <a:pt x="6991512" y="2236928"/>
                  </a:lnTo>
                  <a:lnTo>
                    <a:pt x="6908883" y="2243741"/>
                  </a:lnTo>
                  <a:lnTo>
                    <a:pt x="6840687" y="2248769"/>
                  </a:lnTo>
                  <a:lnTo>
                    <a:pt x="6789106" y="2252190"/>
                  </a:lnTo>
                  <a:lnTo>
                    <a:pt x="6754481" y="2254265"/>
                  </a:lnTo>
                  <a:lnTo>
                    <a:pt x="6735131" y="2255316"/>
                  </a:lnTo>
                  <a:lnTo>
                    <a:pt x="6727486" y="2255695"/>
                  </a:lnTo>
                  <a:lnTo>
                    <a:pt x="6726343" y="2255747"/>
                  </a:lnTo>
                  <a:lnTo>
                    <a:pt x="5254955" y="2255747"/>
                  </a:lnTo>
                  <a:lnTo>
                    <a:pt x="5253744" y="2255711"/>
                  </a:lnTo>
                  <a:lnTo>
                    <a:pt x="5245790" y="2255453"/>
                  </a:lnTo>
                  <a:lnTo>
                    <a:pt x="5225780" y="2254742"/>
                  </a:lnTo>
                  <a:lnTo>
                    <a:pt x="5190099" y="2253341"/>
                  </a:lnTo>
                  <a:lnTo>
                    <a:pt x="5137109" y="2251037"/>
                  </a:lnTo>
                  <a:lnTo>
                    <a:pt x="5067268" y="2247655"/>
                  </a:lnTo>
                  <a:lnTo>
                    <a:pt x="4982924" y="2243082"/>
                  </a:lnTo>
                  <a:lnTo>
                    <a:pt x="4887775" y="2237263"/>
                  </a:lnTo>
                  <a:lnTo>
                    <a:pt x="4786132" y="2230196"/>
                  </a:lnTo>
                  <a:lnTo>
                    <a:pt x="4682212" y="2221901"/>
                  </a:lnTo>
                  <a:lnTo>
                    <a:pt x="4579606" y="2212407"/>
                  </a:lnTo>
                  <a:lnTo>
                    <a:pt x="4481015" y="2201720"/>
                  </a:lnTo>
                  <a:lnTo>
                    <a:pt x="4388200" y="2189816"/>
                  </a:lnTo>
                  <a:lnTo>
                    <a:pt x="4302087" y="2176627"/>
                  </a:lnTo>
                  <a:lnTo>
                    <a:pt x="4222937" y="2162039"/>
                  </a:lnTo>
                  <a:lnTo>
                    <a:pt x="4150538" y="2145891"/>
                  </a:lnTo>
                  <a:lnTo>
                    <a:pt x="4084360" y="2127984"/>
                  </a:lnTo>
                  <a:lnTo>
                    <a:pt x="4023686" y="2108081"/>
                  </a:lnTo>
                  <a:lnTo>
                    <a:pt x="3967705" y="2085925"/>
                  </a:lnTo>
                  <a:lnTo>
                    <a:pt x="3915581" y="2061267"/>
                  </a:lnTo>
                  <a:lnTo>
                    <a:pt x="3866509" y="2033899"/>
                  </a:lnTo>
                  <a:lnTo>
                    <a:pt x="3829811" y="2010557"/>
                  </a:lnTo>
                  <a:lnTo>
                    <a:pt x="3782964" y="1977068"/>
                  </a:lnTo>
                  <a:lnTo>
                    <a:pt x="3737494" y="1940515"/>
                  </a:lnTo>
                  <a:lnTo>
                    <a:pt x="3692932" y="1900844"/>
                  </a:lnTo>
                  <a:lnTo>
                    <a:pt x="3648925" y="1858082"/>
                  </a:lnTo>
                  <a:lnTo>
                    <a:pt x="3605211" y="1812348"/>
                  </a:lnTo>
                  <a:lnTo>
                    <a:pt x="3561609" y="1763862"/>
                  </a:lnTo>
                  <a:lnTo>
                    <a:pt x="3518000" y="1712943"/>
                  </a:lnTo>
                  <a:lnTo>
                    <a:pt x="3474325" y="1660006"/>
                  </a:lnTo>
                  <a:lnTo>
                    <a:pt x="3430568" y="1605552"/>
                  </a:lnTo>
                  <a:lnTo>
                    <a:pt x="3386748" y="1550149"/>
                  </a:lnTo>
                  <a:lnTo>
                    <a:pt x="3342903" y="1494409"/>
                  </a:lnTo>
                  <a:lnTo>
                    <a:pt x="3299079" y="1438958"/>
                  </a:lnTo>
                  <a:lnTo>
                    <a:pt x="3255317" y="1384412"/>
                  </a:lnTo>
                  <a:lnTo>
                    <a:pt x="3211636" y="1331342"/>
                  </a:lnTo>
                  <a:lnTo>
                    <a:pt x="3168024" y="1280255"/>
                  </a:lnTo>
                  <a:lnTo>
                    <a:pt x="3124423" y="1231573"/>
                  </a:lnTo>
                  <a:lnTo>
                    <a:pt x="3080724" y="1185623"/>
                  </a:lnTo>
                  <a:lnTo>
                    <a:pt x="3036747" y="1142631"/>
                  </a:lnTo>
                  <a:lnTo>
                    <a:pt x="2992238" y="1102724"/>
                  </a:lnTo>
                  <a:lnTo>
                    <a:pt x="2946851" y="1065937"/>
                  </a:lnTo>
                  <a:lnTo>
                    <a:pt x="2900127" y="1032220"/>
                  </a:lnTo>
                  <a:lnTo>
                    <a:pt x="2896531" y="1029797"/>
                  </a:lnTo>
                  <a:lnTo>
                    <a:pt x="2849336" y="1000239"/>
                  </a:lnTo>
                  <a:lnTo>
                    <a:pt x="2799663" y="973476"/>
                  </a:lnTo>
                  <a:lnTo>
                    <a:pt x="2746767" y="949384"/>
                  </a:lnTo>
                  <a:lnTo>
                    <a:pt x="2689832" y="927743"/>
                  </a:lnTo>
                  <a:lnTo>
                    <a:pt x="2628022" y="908297"/>
                  </a:lnTo>
                  <a:lnTo>
                    <a:pt x="2560542" y="890793"/>
                  </a:lnTo>
                  <a:lnTo>
                    <a:pt x="2486705" y="875002"/>
                  </a:lnTo>
                  <a:lnTo>
                    <a:pt x="2406039" y="860732"/>
                  </a:lnTo>
                  <a:lnTo>
                    <a:pt x="2318419" y="847831"/>
                  </a:lnTo>
                  <a:lnTo>
                    <a:pt x="2224237" y="836198"/>
                  </a:lnTo>
                  <a:lnTo>
                    <a:pt x="2124587" y="825772"/>
                  </a:lnTo>
                  <a:lnTo>
                    <a:pt x="2021430" y="816538"/>
                  </a:lnTo>
                  <a:lnTo>
                    <a:pt x="1917673" y="808509"/>
                  </a:lnTo>
                  <a:lnTo>
                    <a:pt x="1817076" y="801713"/>
                  </a:lnTo>
                  <a:lnTo>
                    <a:pt x="1723929" y="796168"/>
                  </a:lnTo>
                  <a:lnTo>
                    <a:pt x="1642474" y="791862"/>
                  </a:lnTo>
                  <a:lnTo>
                    <a:pt x="1576172" y="788728"/>
                  </a:lnTo>
                  <a:lnTo>
                    <a:pt x="1526996" y="786637"/>
                  </a:lnTo>
                  <a:lnTo>
                    <a:pt x="1494950" y="785406"/>
                  </a:lnTo>
                  <a:lnTo>
                    <a:pt x="1477945" y="784814"/>
                  </a:lnTo>
                  <a:lnTo>
                    <a:pt x="1471973" y="784625"/>
                  </a:lnTo>
                  <a:lnTo>
                    <a:pt x="1471387" y="784607"/>
                  </a:lnTo>
                  <a:lnTo>
                    <a:pt x="0" y="78460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22" name="pg1022"/>
            <p:cNvSpPr/>
            <p:nvPr/>
          </p:nvSpPr>
          <p:spPr>
            <a:xfrm>
              <a:off x="4799595" y="7758589"/>
              <a:ext cx="11981298" cy="1626426"/>
            </a:xfrm>
            <a:custGeom>
              <a:avLst/>
              <a:pathLst>
                <a:path w="11981298" h="1626426">
                  <a:moveTo>
                    <a:pt x="0" y="155286"/>
                  </a:moveTo>
                  <a:lnTo>
                    <a:pt x="1471387" y="155286"/>
                  </a:lnTo>
                  <a:lnTo>
                    <a:pt x="1472599" y="155323"/>
                  </a:lnTo>
                  <a:lnTo>
                    <a:pt x="1480552" y="155580"/>
                  </a:lnTo>
                  <a:lnTo>
                    <a:pt x="1500563" y="156292"/>
                  </a:lnTo>
                  <a:lnTo>
                    <a:pt x="1536244" y="157692"/>
                  </a:lnTo>
                  <a:lnTo>
                    <a:pt x="1589233" y="159997"/>
                  </a:lnTo>
                  <a:lnTo>
                    <a:pt x="1659074" y="163379"/>
                  </a:lnTo>
                  <a:lnTo>
                    <a:pt x="1743418" y="167952"/>
                  </a:lnTo>
                  <a:lnTo>
                    <a:pt x="1838567" y="173770"/>
                  </a:lnTo>
                  <a:lnTo>
                    <a:pt x="1940210" y="180838"/>
                  </a:lnTo>
                  <a:lnTo>
                    <a:pt x="2044130" y="189132"/>
                  </a:lnTo>
                  <a:lnTo>
                    <a:pt x="2146736" y="198627"/>
                  </a:lnTo>
                  <a:lnTo>
                    <a:pt x="2245327" y="209313"/>
                  </a:lnTo>
                  <a:lnTo>
                    <a:pt x="2338142" y="221217"/>
                  </a:lnTo>
                  <a:lnTo>
                    <a:pt x="2424255" y="234407"/>
                  </a:lnTo>
                  <a:lnTo>
                    <a:pt x="2503405" y="248995"/>
                  </a:lnTo>
                  <a:lnTo>
                    <a:pt x="2575804" y="265142"/>
                  </a:lnTo>
                  <a:lnTo>
                    <a:pt x="2641982" y="283050"/>
                  </a:lnTo>
                  <a:lnTo>
                    <a:pt x="2702656" y="302953"/>
                  </a:lnTo>
                  <a:lnTo>
                    <a:pt x="2758638" y="325108"/>
                  </a:lnTo>
                  <a:lnTo>
                    <a:pt x="2810761" y="349767"/>
                  </a:lnTo>
                  <a:lnTo>
                    <a:pt x="2859833" y="377135"/>
                  </a:lnTo>
                  <a:lnTo>
                    <a:pt x="2896531" y="400476"/>
                  </a:lnTo>
                  <a:lnTo>
                    <a:pt x="2943378" y="433965"/>
                  </a:lnTo>
                  <a:lnTo>
                    <a:pt x="2988849" y="470518"/>
                  </a:lnTo>
                  <a:lnTo>
                    <a:pt x="3033410" y="510190"/>
                  </a:lnTo>
                  <a:lnTo>
                    <a:pt x="3077417" y="552952"/>
                  </a:lnTo>
                  <a:lnTo>
                    <a:pt x="3121131" y="598685"/>
                  </a:lnTo>
                  <a:lnTo>
                    <a:pt x="3164734" y="647171"/>
                  </a:lnTo>
                  <a:lnTo>
                    <a:pt x="3208342" y="698091"/>
                  </a:lnTo>
                  <a:lnTo>
                    <a:pt x="3252017" y="751028"/>
                  </a:lnTo>
                  <a:lnTo>
                    <a:pt x="3295774" y="805482"/>
                  </a:lnTo>
                  <a:lnTo>
                    <a:pt x="3339594" y="860885"/>
                  </a:lnTo>
                  <a:lnTo>
                    <a:pt x="3383439" y="916625"/>
                  </a:lnTo>
                  <a:lnTo>
                    <a:pt x="3427263" y="972075"/>
                  </a:lnTo>
                  <a:lnTo>
                    <a:pt x="3471025" y="1026621"/>
                  </a:lnTo>
                  <a:lnTo>
                    <a:pt x="3514706" y="1079691"/>
                  </a:lnTo>
                  <a:lnTo>
                    <a:pt x="3558319" y="1130779"/>
                  </a:lnTo>
                  <a:lnTo>
                    <a:pt x="3601919" y="1179461"/>
                  </a:lnTo>
                  <a:lnTo>
                    <a:pt x="3645618" y="1225411"/>
                  </a:lnTo>
                  <a:lnTo>
                    <a:pt x="3689595" y="1268403"/>
                  </a:lnTo>
                  <a:lnTo>
                    <a:pt x="3734104" y="1308309"/>
                  </a:lnTo>
                  <a:lnTo>
                    <a:pt x="3779491" y="1345097"/>
                  </a:lnTo>
                  <a:lnTo>
                    <a:pt x="3826215" y="1378813"/>
                  </a:lnTo>
                  <a:lnTo>
                    <a:pt x="3829811" y="1381236"/>
                  </a:lnTo>
                  <a:lnTo>
                    <a:pt x="3877006" y="1410795"/>
                  </a:lnTo>
                  <a:lnTo>
                    <a:pt x="3926679" y="1437557"/>
                  </a:lnTo>
                  <a:lnTo>
                    <a:pt x="3979575" y="1461649"/>
                  </a:lnTo>
                  <a:lnTo>
                    <a:pt x="4036510" y="1483291"/>
                  </a:lnTo>
                  <a:lnTo>
                    <a:pt x="4098320" y="1502737"/>
                  </a:lnTo>
                  <a:lnTo>
                    <a:pt x="4165800" y="1520240"/>
                  </a:lnTo>
                  <a:lnTo>
                    <a:pt x="4239637" y="1536031"/>
                  </a:lnTo>
                  <a:lnTo>
                    <a:pt x="4320303" y="1550302"/>
                  </a:lnTo>
                  <a:lnTo>
                    <a:pt x="4407923" y="1563202"/>
                  </a:lnTo>
                  <a:lnTo>
                    <a:pt x="4502106" y="1574836"/>
                  </a:lnTo>
                  <a:lnTo>
                    <a:pt x="4601755" y="1585261"/>
                  </a:lnTo>
                  <a:lnTo>
                    <a:pt x="4704912" y="1594495"/>
                  </a:lnTo>
                  <a:lnTo>
                    <a:pt x="4808669" y="1602524"/>
                  </a:lnTo>
                  <a:lnTo>
                    <a:pt x="4909266" y="1609321"/>
                  </a:lnTo>
                  <a:lnTo>
                    <a:pt x="5002413" y="1614865"/>
                  </a:lnTo>
                  <a:lnTo>
                    <a:pt x="5083869" y="1619171"/>
                  </a:lnTo>
                  <a:lnTo>
                    <a:pt x="5150170" y="1622306"/>
                  </a:lnTo>
                  <a:lnTo>
                    <a:pt x="5199346" y="1624396"/>
                  </a:lnTo>
                  <a:lnTo>
                    <a:pt x="5231392" y="1625627"/>
                  </a:lnTo>
                  <a:lnTo>
                    <a:pt x="5248397" y="1626219"/>
                  </a:lnTo>
                  <a:lnTo>
                    <a:pt x="5254370" y="1626409"/>
                  </a:lnTo>
                  <a:lnTo>
                    <a:pt x="5254955" y="1626426"/>
                  </a:lnTo>
                  <a:lnTo>
                    <a:pt x="6726343" y="1626426"/>
                  </a:lnTo>
                  <a:lnTo>
                    <a:pt x="6727549" y="1626387"/>
                  </a:lnTo>
                  <a:lnTo>
                    <a:pt x="6735470" y="1626106"/>
                  </a:lnTo>
                  <a:lnTo>
                    <a:pt x="6755402" y="1625331"/>
                  </a:lnTo>
                  <a:lnTo>
                    <a:pt x="6790949" y="1623804"/>
                  </a:lnTo>
                  <a:lnTo>
                    <a:pt x="6843753" y="1621293"/>
                  </a:lnTo>
                  <a:lnTo>
                    <a:pt x="6913371" y="1617607"/>
                  </a:lnTo>
                  <a:lnTo>
                    <a:pt x="6997477" y="1612621"/>
                  </a:lnTo>
                  <a:lnTo>
                    <a:pt x="7092400" y="1606277"/>
                  </a:lnTo>
                  <a:lnTo>
                    <a:pt x="7193847" y="1598569"/>
                  </a:lnTo>
                  <a:lnTo>
                    <a:pt x="7297615" y="1589522"/>
                  </a:lnTo>
                  <a:lnTo>
                    <a:pt x="7400118" y="1579164"/>
                  </a:lnTo>
                  <a:lnTo>
                    <a:pt x="7498651" y="1567506"/>
                  </a:lnTo>
                  <a:lnTo>
                    <a:pt x="7591447" y="1554521"/>
                  </a:lnTo>
                  <a:lnTo>
                    <a:pt x="7677571" y="1540134"/>
                  </a:lnTo>
                  <a:lnTo>
                    <a:pt x="7756750" y="1524224"/>
                  </a:lnTo>
                  <a:lnTo>
                    <a:pt x="7829190" y="1506616"/>
                  </a:lnTo>
                  <a:lnTo>
                    <a:pt x="7895411" y="1487093"/>
                  </a:lnTo>
                  <a:lnTo>
                    <a:pt x="7956126" y="1465398"/>
                  </a:lnTo>
                  <a:lnTo>
                    <a:pt x="8012141" y="1441253"/>
                  </a:lnTo>
                  <a:lnTo>
                    <a:pt x="8064286" y="1414383"/>
                  </a:lnTo>
                  <a:lnTo>
                    <a:pt x="8113365" y="1384561"/>
                  </a:lnTo>
                  <a:lnTo>
                    <a:pt x="8151487" y="1358079"/>
                  </a:lnTo>
                  <a:lnTo>
                    <a:pt x="8197209" y="1322361"/>
                  </a:lnTo>
                  <a:lnTo>
                    <a:pt x="8241611" y="1283453"/>
                  </a:lnTo>
                  <a:lnTo>
                    <a:pt x="8285128" y="1241297"/>
                  </a:lnTo>
                  <a:lnTo>
                    <a:pt x="8328096" y="1195915"/>
                  </a:lnTo>
                  <a:lnTo>
                    <a:pt x="8370764" y="1147422"/>
                  </a:lnTo>
                  <a:lnTo>
                    <a:pt x="8413310" y="1096027"/>
                  </a:lnTo>
                  <a:lnTo>
                    <a:pt x="8455849" y="1042042"/>
                  </a:lnTo>
                  <a:lnTo>
                    <a:pt x="8498445" y="985873"/>
                  </a:lnTo>
                  <a:lnTo>
                    <a:pt x="8541118" y="928017"/>
                  </a:lnTo>
                  <a:lnTo>
                    <a:pt x="8583858" y="869037"/>
                  </a:lnTo>
                  <a:lnTo>
                    <a:pt x="8626632" y="809547"/>
                  </a:lnTo>
                  <a:lnTo>
                    <a:pt x="8669397" y="750185"/>
                  </a:lnTo>
                  <a:lnTo>
                    <a:pt x="8712114" y="691580"/>
                  </a:lnTo>
                  <a:lnTo>
                    <a:pt x="8754756" y="634331"/>
                  </a:lnTo>
                  <a:lnTo>
                    <a:pt x="8797325" y="578976"/>
                  </a:lnTo>
                  <a:lnTo>
                    <a:pt x="8839856" y="525977"/>
                  </a:lnTo>
                  <a:lnTo>
                    <a:pt x="8882433" y="475704"/>
                  </a:lnTo>
                  <a:lnTo>
                    <a:pt x="8925196" y="428429"/>
                  </a:lnTo>
                  <a:lnTo>
                    <a:pt x="8968348" y="384321"/>
                  </a:lnTo>
                  <a:lnTo>
                    <a:pt x="9012172" y="343459"/>
                  </a:lnTo>
                  <a:lnTo>
                    <a:pt x="9057040" y="305830"/>
                  </a:lnTo>
                  <a:lnTo>
                    <a:pt x="9084767" y="284692"/>
                  </a:lnTo>
                  <a:lnTo>
                    <a:pt x="9131894" y="252386"/>
                  </a:lnTo>
                  <a:lnTo>
                    <a:pt x="9181490" y="223131"/>
                  </a:lnTo>
                  <a:lnTo>
                    <a:pt x="9234298" y="196791"/>
                  </a:lnTo>
                  <a:lnTo>
                    <a:pt x="9291130" y="173127"/>
                  </a:lnTo>
                  <a:lnTo>
                    <a:pt x="9352818" y="151860"/>
                  </a:lnTo>
                  <a:lnTo>
                    <a:pt x="9420156" y="132715"/>
                  </a:lnTo>
                  <a:lnTo>
                    <a:pt x="9493828" y="115441"/>
                  </a:lnTo>
                  <a:lnTo>
                    <a:pt x="9574306" y="99828"/>
                  </a:lnTo>
                  <a:lnTo>
                    <a:pt x="9661719" y="85712"/>
                  </a:lnTo>
                  <a:lnTo>
                    <a:pt x="9755685" y="72979"/>
                  </a:lnTo>
                  <a:lnTo>
                    <a:pt x="9855125" y="61566"/>
                  </a:lnTo>
                  <a:lnTo>
                    <a:pt x="9958099" y="51453"/>
                  </a:lnTo>
                  <a:lnTo>
                    <a:pt x="10061730" y="42654"/>
                  </a:lnTo>
                  <a:lnTo>
                    <a:pt x="10162284" y="35201"/>
                  </a:lnTo>
                  <a:lnTo>
                    <a:pt x="10255497" y="29113"/>
                  </a:lnTo>
                  <a:lnTo>
                    <a:pt x="10337135" y="24378"/>
                  </a:lnTo>
                  <a:lnTo>
                    <a:pt x="10403726" y="20923"/>
                  </a:lnTo>
                  <a:lnTo>
                    <a:pt x="10453265" y="18613"/>
                  </a:lnTo>
                  <a:lnTo>
                    <a:pt x="10485696" y="17246"/>
                  </a:lnTo>
                  <a:lnTo>
                    <a:pt x="10503045" y="16583"/>
                  </a:lnTo>
                  <a:lnTo>
                    <a:pt x="10509257" y="16367"/>
                  </a:lnTo>
                  <a:lnTo>
                    <a:pt x="10509911" y="16345"/>
                  </a:lnTo>
                  <a:lnTo>
                    <a:pt x="11981298" y="16345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8704" y="39"/>
                  </a:lnTo>
                  <a:lnTo>
                    <a:pt x="10500783" y="319"/>
                  </a:lnTo>
                  <a:lnTo>
                    <a:pt x="10480851" y="1095"/>
                  </a:lnTo>
                  <a:lnTo>
                    <a:pt x="10445305" y="2621"/>
                  </a:lnTo>
                  <a:lnTo>
                    <a:pt x="10392501" y="5133"/>
                  </a:lnTo>
                  <a:lnTo>
                    <a:pt x="10322882" y="8819"/>
                  </a:lnTo>
                  <a:lnTo>
                    <a:pt x="10238776" y="13805"/>
                  </a:lnTo>
                  <a:lnTo>
                    <a:pt x="10143854" y="20149"/>
                  </a:lnTo>
                  <a:lnTo>
                    <a:pt x="10042407" y="27857"/>
                  </a:lnTo>
                  <a:lnTo>
                    <a:pt x="9938638" y="36904"/>
                  </a:lnTo>
                  <a:lnTo>
                    <a:pt x="9836135" y="47261"/>
                  </a:lnTo>
                  <a:lnTo>
                    <a:pt x="9737602" y="58919"/>
                  </a:lnTo>
                  <a:lnTo>
                    <a:pt x="9644807" y="71905"/>
                  </a:lnTo>
                  <a:lnTo>
                    <a:pt x="9558682" y="86291"/>
                  </a:lnTo>
                  <a:lnTo>
                    <a:pt x="9479503" y="102202"/>
                  </a:lnTo>
                  <a:lnTo>
                    <a:pt x="9407064" y="119809"/>
                  </a:lnTo>
                  <a:lnTo>
                    <a:pt x="9340842" y="139333"/>
                  </a:lnTo>
                  <a:lnTo>
                    <a:pt x="9280127" y="161027"/>
                  </a:lnTo>
                  <a:lnTo>
                    <a:pt x="9224113" y="185173"/>
                  </a:lnTo>
                  <a:lnTo>
                    <a:pt x="9171967" y="212043"/>
                  </a:lnTo>
                  <a:lnTo>
                    <a:pt x="9122888" y="241865"/>
                  </a:lnTo>
                  <a:lnTo>
                    <a:pt x="9084767" y="268346"/>
                  </a:lnTo>
                  <a:lnTo>
                    <a:pt x="9039044" y="304065"/>
                  </a:lnTo>
                  <a:lnTo>
                    <a:pt x="8994643" y="342973"/>
                  </a:lnTo>
                  <a:lnTo>
                    <a:pt x="8951125" y="385129"/>
                  </a:lnTo>
                  <a:lnTo>
                    <a:pt x="8908157" y="430510"/>
                  </a:lnTo>
                  <a:lnTo>
                    <a:pt x="8865489" y="479004"/>
                  </a:lnTo>
                  <a:lnTo>
                    <a:pt x="8822943" y="530399"/>
                  </a:lnTo>
                  <a:lnTo>
                    <a:pt x="8780404" y="584384"/>
                  </a:lnTo>
                  <a:lnTo>
                    <a:pt x="8737808" y="640552"/>
                  </a:lnTo>
                  <a:lnTo>
                    <a:pt x="8695135" y="698409"/>
                  </a:lnTo>
                  <a:lnTo>
                    <a:pt x="8652395" y="757389"/>
                  </a:lnTo>
                  <a:lnTo>
                    <a:pt x="8609621" y="816878"/>
                  </a:lnTo>
                  <a:lnTo>
                    <a:pt x="8566856" y="876241"/>
                  </a:lnTo>
                  <a:lnTo>
                    <a:pt x="8524139" y="934846"/>
                  </a:lnTo>
                  <a:lnTo>
                    <a:pt x="8481497" y="992095"/>
                  </a:lnTo>
                  <a:lnTo>
                    <a:pt x="8438929" y="1047450"/>
                  </a:lnTo>
                  <a:lnTo>
                    <a:pt x="8396397" y="1100449"/>
                  </a:lnTo>
                  <a:lnTo>
                    <a:pt x="8353820" y="1150721"/>
                  </a:lnTo>
                  <a:lnTo>
                    <a:pt x="8311057" y="1197997"/>
                  </a:lnTo>
                  <a:lnTo>
                    <a:pt x="8267905" y="1242104"/>
                  </a:lnTo>
                  <a:lnTo>
                    <a:pt x="8224081" y="1282967"/>
                  </a:lnTo>
                  <a:lnTo>
                    <a:pt x="8179214" y="1320595"/>
                  </a:lnTo>
                  <a:lnTo>
                    <a:pt x="8151487" y="1341733"/>
                  </a:lnTo>
                  <a:lnTo>
                    <a:pt x="8104360" y="1374040"/>
                  </a:lnTo>
                  <a:lnTo>
                    <a:pt x="8054764" y="1403295"/>
                  </a:lnTo>
                  <a:lnTo>
                    <a:pt x="8001955" y="1429635"/>
                  </a:lnTo>
                  <a:lnTo>
                    <a:pt x="7945123" y="1453299"/>
                  </a:lnTo>
                  <a:lnTo>
                    <a:pt x="7883435" y="1474566"/>
                  </a:lnTo>
                  <a:lnTo>
                    <a:pt x="7816097" y="1493711"/>
                  </a:lnTo>
                  <a:lnTo>
                    <a:pt x="7742426" y="1510985"/>
                  </a:lnTo>
                  <a:lnTo>
                    <a:pt x="7661948" y="1526598"/>
                  </a:lnTo>
                  <a:lnTo>
                    <a:pt x="7574534" y="1540714"/>
                  </a:lnTo>
                  <a:lnTo>
                    <a:pt x="7480568" y="1553447"/>
                  </a:lnTo>
                  <a:lnTo>
                    <a:pt x="7381129" y="1564860"/>
                  </a:lnTo>
                  <a:lnTo>
                    <a:pt x="7278154" y="1574973"/>
                  </a:lnTo>
                  <a:lnTo>
                    <a:pt x="7174524" y="1583771"/>
                  </a:lnTo>
                  <a:lnTo>
                    <a:pt x="7073969" y="1591225"/>
                  </a:lnTo>
                  <a:lnTo>
                    <a:pt x="6980756" y="1597313"/>
                  </a:lnTo>
                  <a:lnTo>
                    <a:pt x="6899118" y="1602048"/>
                  </a:lnTo>
                  <a:lnTo>
                    <a:pt x="6832528" y="1605502"/>
                  </a:lnTo>
                  <a:lnTo>
                    <a:pt x="6782989" y="1607813"/>
                  </a:lnTo>
                  <a:lnTo>
                    <a:pt x="6750558" y="1609180"/>
                  </a:lnTo>
                  <a:lnTo>
                    <a:pt x="6733208" y="1609843"/>
                  </a:lnTo>
                  <a:lnTo>
                    <a:pt x="6726996" y="1610059"/>
                  </a:lnTo>
                  <a:lnTo>
                    <a:pt x="6726343" y="1610080"/>
                  </a:lnTo>
                  <a:lnTo>
                    <a:pt x="5254955" y="1610080"/>
                  </a:lnTo>
                  <a:lnTo>
                    <a:pt x="5253744" y="1610044"/>
                  </a:lnTo>
                  <a:lnTo>
                    <a:pt x="5245790" y="1609787"/>
                  </a:lnTo>
                  <a:lnTo>
                    <a:pt x="5225780" y="1609075"/>
                  </a:lnTo>
                  <a:lnTo>
                    <a:pt x="5190099" y="1607674"/>
                  </a:lnTo>
                  <a:lnTo>
                    <a:pt x="5137109" y="1605370"/>
                  </a:lnTo>
                  <a:lnTo>
                    <a:pt x="5067268" y="1601988"/>
                  </a:lnTo>
                  <a:lnTo>
                    <a:pt x="4982924" y="1597415"/>
                  </a:lnTo>
                  <a:lnTo>
                    <a:pt x="4887775" y="1591597"/>
                  </a:lnTo>
                  <a:lnTo>
                    <a:pt x="4786132" y="1584529"/>
                  </a:lnTo>
                  <a:lnTo>
                    <a:pt x="4682212" y="1576234"/>
                  </a:lnTo>
                  <a:lnTo>
                    <a:pt x="4579606" y="1566740"/>
                  </a:lnTo>
                  <a:lnTo>
                    <a:pt x="4481015" y="1556053"/>
                  </a:lnTo>
                  <a:lnTo>
                    <a:pt x="4388200" y="1544149"/>
                  </a:lnTo>
                  <a:lnTo>
                    <a:pt x="4302087" y="1530960"/>
                  </a:lnTo>
                  <a:lnTo>
                    <a:pt x="4222937" y="1516372"/>
                  </a:lnTo>
                  <a:lnTo>
                    <a:pt x="4150538" y="1500224"/>
                  </a:lnTo>
                  <a:lnTo>
                    <a:pt x="4084360" y="1482317"/>
                  </a:lnTo>
                  <a:lnTo>
                    <a:pt x="4023686" y="1462414"/>
                  </a:lnTo>
                  <a:lnTo>
                    <a:pt x="3967705" y="1440258"/>
                  </a:lnTo>
                  <a:lnTo>
                    <a:pt x="3915581" y="1415600"/>
                  </a:lnTo>
                  <a:lnTo>
                    <a:pt x="3866509" y="1388232"/>
                  </a:lnTo>
                  <a:lnTo>
                    <a:pt x="3829811" y="1364890"/>
                  </a:lnTo>
                  <a:lnTo>
                    <a:pt x="3782964" y="1331401"/>
                  </a:lnTo>
                  <a:lnTo>
                    <a:pt x="3737494" y="1294848"/>
                  </a:lnTo>
                  <a:lnTo>
                    <a:pt x="3692932" y="1255177"/>
                  </a:lnTo>
                  <a:lnTo>
                    <a:pt x="3648925" y="1212415"/>
                  </a:lnTo>
                  <a:lnTo>
                    <a:pt x="3605211" y="1166682"/>
                  </a:lnTo>
                  <a:lnTo>
                    <a:pt x="3561609" y="1118196"/>
                  </a:lnTo>
                  <a:lnTo>
                    <a:pt x="3518000" y="1067276"/>
                  </a:lnTo>
                  <a:lnTo>
                    <a:pt x="3474325" y="1014339"/>
                  </a:lnTo>
                  <a:lnTo>
                    <a:pt x="3430568" y="959885"/>
                  </a:lnTo>
                  <a:lnTo>
                    <a:pt x="3386748" y="904482"/>
                  </a:lnTo>
                  <a:lnTo>
                    <a:pt x="3342903" y="848742"/>
                  </a:lnTo>
                  <a:lnTo>
                    <a:pt x="3299079" y="793292"/>
                  </a:lnTo>
                  <a:lnTo>
                    <a:pt x="3255317" y="738745"/>
                  </a:lnTo>
                  <a:lnTo>
                    <a:pt x="3211636" y="685675"/>
                  </a:lnTo>
                  <a:lnTo>
                    <a:pt x="3168024" y="634588"/>
                  </a:lnTo>
                  <a:lnTo>
                    <a:pt x="3124423" y="585906"/>
                  </a:lnTo>
                  <a:lnTo>
                    <a:pt x="3080724" y="539956"/>
                  </a:lnTo>
                  <a:lnTo>
                    <a:pt x="3036747" y="496964"/>
                  </a:lnTo>
                  <a:lnTo>
                    <a:pt x="2992238" y="457057"/>
                  </a:lnTo>
                  <a:lnTo>
                    <a:pt x="2946851" y="420270"/>
                  </a:lnTo>
                  <a:lnTo>
                    <a:pt x="2900127" y="386553"/>
                  </a:lnTo>
                  <a:lnTo>
                    <a:pt x="2896531" y="384130"/>
                  </a:lnTo>
                  <a:lnTo>
                    <a:pt x="2849336" y="354572"/>
                  </a:lnTo>
                  <a:lnTo>
                    <a:pt x="2799663" y="327809"/>
                  </a:lnTo>
                  <a:lnTo>
                    <a:pt x="2746767" y="303717"/>
                  </a:lnTo>
                  <a:lnTo>
                    <a:pt x="2689832" y="282076"/>
                  </a:lnTo>
                  <a:lnTo>
                    <a:pt x="2628022" y="262630"/>
                  </a:lnTo>
                  <a:lnTo>
                    <a:pt x="2560542" y="245126"/>
                  </a:lnTo>
                  <a:lnTo>
                    <a:pt x="2486705" y="229335"/>
                  </a:lnTo>
                  <a:lnTo>
                    <a:pt x="2406039" y="215065"/>
                  </a:lnTo>
                  <a:lnTo>
                    <a:pt x="2318419" y="202164"/>
                  </a:lnTo>
                  <a:lnTo>
                    <a:pt x="2224237" y="190531"/>
                  </a:lnTo>
                  <a:lnTo>
                    <a:pt x="2124587" y="180105"/>
                  </a:lnTo>
                  <a:lnTo>
                    <a:pt x="2021430" y="170871"/>
                  </a:lnTo>
                  <a:lnTo>
                    <a:pt x="1917673" y="162842"/>
                  </a:lnTo>
                  <a:lnTo>
                    <a:pt x="1817076" y="156046"/>
                  </a:lnTo>
                  <a:lnTo>
                    <a:pt x="1723929" y="150501"/>
                  </a:lnTo>
                  <a:lnTo>
                    <a:pt x="1642474" y="146195"/>
                  </a:lnTo>
                  <a:lnTo>
                    <a:pt x="1576172" y="143061"/>
                  </a:lnTo>
                  <a:lnTo>
                    <a:pt x="1526996" y="140970"/>
                  </a:lnTo>
                  <a:lnTo>
                    <a:pt x="1494950" y="139739"/>
                  </a:lnTo>
                  <a:lnTo>
                    <a:pt x="1477945" y="139147"/>
                  </a:lnTo>
                  <a:lnTo>
                    <a:pt x="1471973" y="138958"/>
                  </a:lnTo>
                  <a:lnTo>
                    <a:pt x="1471387" y="138940"/>
                  </a:lnTo>
                  <a:lnTo>
                    <a:pt x="0" y="138940"/>
                  </a:lnTo>
                  <a:close/>
                </a:path>
              </a:pathLst>
            </a:custGeom>
            <a:solidFill>
              <a:srgbClr val="F28E5B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023" name="pl1023"/>
            <p:cNvSpPr/>
            <p:nvPr/>
          </p:nvSpPr>
          <p:spPr>
            <a:xfrm>
              <a:off x="4799595" y="7774935"/>
              <a:ext cx="11981298" cy="1610080"/>
            </a:xfrm>
            <a:custGeom>
              <a:avLst/>
              <a:pathLst>
                <a:path w="11981298" h="1610080">
                  <a:moveTo>
                    <a:pt x="0" y="138940"/>
                  </a:moveTo>
                  <a:lnTo>
                    <a:pt x="1471387" y="138940"/>
                  </a:lnTo>
                  <a:lnTo>
                    <a:pt x="1472599" y="138977"/>
                  </a:lnTo>
                  <a:lnTo>
                    <a:pt x="1480552" y="139234"/>
                  </a:lnTo>
                  <a:lnTo>
                    <a:pt x="1500563" y="139946"/>
                  </a:lnTo>
                  <a:lnTo>
                    <a:pt x="1536244" y="141346"/>
                  </a:lnTo>
                  <a:lnTo>
                    <a:pt x="1589233" y="143651"/>
                  </a:lnTo>
                  <a:lnTo>
                    <a:pt x="1659074" y="147033"/>
                  </a:lnTo>
                  <a:lnTo>
                    <a:pt x="1743418" y="151606"/>
                  </a:lnTo>
                  <a:lnTo>
                    <a:pt x="1838567" y="157424"/>
                  </a:lnTo>
                  <a:lnTo>
                    <a:pt x="1940210" y="164492"/>
                  </a:lnTo>
                  <a:lnTo>
                    <a:pt x="2044130" y="172786"/>
                  </a:lnTo>
                  <a:lnTo>
                    <a:pt x="2146736" y="182281"/>
                  </a:lnTo>
                  <a:lnTo>
                    <a:pt x="2245327" y="192967"/>
                  </a:lnTo>
                  <a:lnTo>
                    <a:pt x="2338142" y="204871"/>
                  </a:lnTo>
                  <a:lnTo>
                    <a:pt x="2424255" y="218061"/>
                  </a:lnTo>
                  <a:lnTo>
                    <a:pt x="2503405" y="232649"/>
                  </a:lnTo>
                  <a:lnTo>
                    <a:pt x="2575804" y="248796"/>
                  </a:lnTo>
                  <a:lnTo>
                    <a:pt x="2641982" y="266704"/>
                  </a:lnTo>
                  <a:lnTo>
                    <a:pt x="2702656" y="286607"/>
                  </a:lnTo>
                  <a:lnTo>
                    <a:pt x="2758638" y="308762"/>
                  </a:lnTo>
                  <a:lnTo>
                    <a:pt x="2810761" y="333421"/>
                  </a:lnTo>
                  <a:lnTo>
                    <a:pt x="2859833" y="360789"/>
                  </a:lnTo>
                  <a:lnTo>
                    <a:pt x="2896531" y="384130"/>
                  </a:lnTo>
                  <a:lnTo>
                    <a:pt x="2943378" y="417619"/>
                  </a:lnTo>
                  <a:lnTo>
                    <a:pt x="2988849" y="454172"/>
                  </a:lnTo>
                  <a:lnTo>
                    <a:pt x="3033410" y="493844"/>
                  </a:lnTo>
                  <a:lnTo>
                    <a:pt x="3077417" y="536606"/>
                  </a:lnTo>
                  <a:lnTo>
                    <a:pt x="3121131" y="582339"/>
                  </a:lnTo>
                  <a:lnTo>
                    <a:pt x="3164734" y="630825"/>
                  </a:lnTo>
                  <a:lnTo>
                    <a:pt x="3208342" y="681745"/>
                  </a:lnTo>
                  <a:lnTo>
                    <a:pt x="3252017" y="734682"/>
                  </a:lnTo>
                  <a:lnTo>
                    <a:pt x="3295774" y="789136"/>
                  </a:lnTo>
                  <a:lnTo>
                    <a:pt x="3339594" y="844539"/>
                  </a:lnTo>
                  <a:lnTo>
                    <a:pt x="3383439" y="900279"/>
                  </a:lnTo>
                  <a:lnTo>
                    <a:pt x="3427263" y="955729"/>
                  </a:lnTo>
                  <a:lnTo>
                    <a:pt x="3471025" y="1010275"/>
                  </a:lnTo>
                  <a:lnTo>
                    <a:pt x="3514706" y="1063345"/>
                  </a:lnTo>
                  <a:lnTo>
                    <a:pt x="3558319" y="1114433"/>
                  </a:lnTo>
                  <a:lnTo>
                    <a:pt x="3601919" y="1163115"/>
                  </a:lnTo>
                  <a:lnTo>
                    <a:pt x="3645618" y="1209065"/>
                  </a:lnTo>
                  <a:lnTo>
                    <a:pt x="3689595" y="1252057"/>
                  </a:lnTo>
                  <a:lnTo>
                    <a:pt x="3734104" y="1291963"/>
                  </a:lnTo>
                  <a:lnTo>
                    <a:pt x="3779491" y="1328751"/>
                  </a:lnTo>
                  <a:lnTo>
                    <a:pt x="3826215" y="1362467"/>
                  </a:lnTo>
                  <a:lnTo>
                    <a:pt x="3829811" y="1364890"/>
                  </a:lnTo>
                  <a:lnTo>
                    <a:pt x="3877006" y="1394449"/>
                  </a:lnTo>
                  <a:lnTo>
                    <a:pt x="3926679" y="1421211"/>
                  </a:lnTo>
                  <a:lnTo>
                    <a:pt x="3979575" y="1445303"/>
                  </a:lnTo>
                  <a:lnTo>
                    <a:pt x="4036510" y="1466945"/>
                  </a:lnTo>
                  <a:lnTo>
                    <a:pt x="4098320" y="1486391"/>
                  </a:lnTo>
                  <a:lnTo>
                    <a:pt x="4165800" y="1503894"/>
                  </a:lnTo>
                  <a:lnTo>
                    <a:pt x="4239637" y="1519685"/>
                  </a:lnTo>
                  <a:lnTo>
                    <a:pt x="4320303" y="1533956"/>
                  </a:lnTo>
                  <a:lnTo>
                    <a:pt x="4407923" y="1546856"/>
                  </a:lnTo>
                  <a:lnTo>
                    <a:pt x="4502106" y="1558490"/>
                  </a:lnTo>
                  <a:lnTo>
                    <a:pt x="4601755" y="1568915"/>
                  </a:lnTo>
                  <a:lnTo>
                    <a:pt x="4704912" y="1578149"/>
                  </a:lnTo>
                  <a:lnTo>
                    <a:pt x="4808669" y="1586178"/>
                  </a:lnTo>
                  <a:lnTo>
                    <a:pt x="4909266" y="1592975"/>
                  </a:lnTo>
                  <a:lnTo>
                    <a:pt x="5002413" y="1598519"/>
                  </a:lnTo>
                  <a:lnTo>
                    <a:pt x="5083869" y="1602825"/>
                  </a:lnTo>
                  <a:lnTo>
                    <a:pt x="5150170" y="1605960"/>
                  </a:lnTo>
                  <a:lnTo>
                    <a:pt x="5199346" y="1608050"/>
                  </a:lnTo>
                  <a:lnTo>
                    <a:pt x="5231392" y="1609281"/>
                  </a:lnTo>
                  <a:lnTo>
                    <a:pt x="5248397" y="1609873"/>
                  </a:lnTo>
                  <a:lnTo>
                    <a:pt x="5254370" y="1610063"/>
                  </a:lnTo>
                  <a:lnTo>
                    <a:pt x="5254955" y="1610080"/>
                  </a:lnTo>
                  <a:lnTo>
                    <a:pt x="6726343" y="1610080"/>
                  </a:lnTo>
                  <a:lnTo>
                    <a:pt x="6727549" y="1610041"/>
                  </a:lnTo>
                  <a:lnTo>
                    <a:pt x="6735470" y="1609760"/>
                  </a:lnTo>
                  <a:lnTo>
                    <a:pt x="6755402" y="1608985"/>
                  </a:lnTo>
                  <a:lnTo>
                    <a:pt x="6790949" y="1607458"/>
                  </a:lnTo>
                  <a:lnTo>
                    <a:pt x="6843753" y="1604947"/>
                  </a:lnTo>
                  <a:lnTo>
                    <a:pt x="6913371" y="1601261"/>
                  </a:lnTo>
                  <a:lnTo>
                    <a:pt x="6997477" y="1596275"/>
                  </a:lnTo>
                  <a:lnTo>
                    <a:pt x="7092400" y="1589931"/>
                  </a:lnTo>
                  <a:lnTo>
                    <a:pt x="7193847" y="1582223"/>
                  </a:lnTo>
                  <a:lnTo>
                    <a:pt x="7297615" y="1573176"/>
                  </a:lnTo>
                  <a:lnTo>
                    <a:pt x="7400118" y="1562818"/>
                  </a:lnTo>
                  <a:lnTo>
                    <a:pt x="7498651" y="1551160"/>
                  </a:lnTo>
                  <a:lnTo>
                    <a:pt x="7591447" y="1538175"/>
                  </a:lnTo>
                  <a:lnTo>
                    <a:pt x="7677571" y="1523788"/>
                  </a:lnTo>
                  <a:lnTo>
                    <a:pt x="7756750" y="1507878"/>
                  </a:lnTo>
                  <a:lnTo>
                    <a:pt x="7829190" y="1490270"/>
                  </a:lnTo>
                  <a:lnTo>
                    <a:pt x="7895411" y="1470747"/>
                  </a:lnTo>
                  <a:lnTo>
                    <a:pt x="7956126" y="1449052"/>
                  </a:lnTo>
                  <a:lnTo>
                    <a:pt x="8012141" y="1424907"/>
                  </a:lnTo>
                  <a:lnTo>
                    <a:pt x="8064286" y="1398037"/>
                  </a:lnTo>
                  <a:lnTo>
                    <a:pt x="8113365" y="1368215"/>
                  </a:lnTo>
                  <a:lnTo>
                    <a:pt x="8151487" y="1341733"/>
                  </a:lnTo>
                  <a:lnTo>
                    <a:pt x="8197209" y="1306015"/>
                  </a:lnTo>
                  <a:lnTo>
                    <a:pt x="8241611" y="1267107"/>
                  </a:lnTo>
                  <a:lnTo>
                    <a:pt x="8285128" y="1224951"/>
                  </a:lnTo>
                  <a:lnTo>
                    <a:pt x="8328096" y="1179569"/>
                  </a:lnTo>
                  <a:lnTo>
                    <a:pt x="8370764" y="1131076"/>
                  </a:lnTo>
                  <a:lnTo>
                    <a:pt x="8413310" y="1079681"/>
                  </a:lnTo>
                  <a:lnTo>
                    <a:pt x="8455849" y="1025696"/>
                  </a:lnTo>
                  <a:lnTo>
                    <a:pt x="8498445" y="969527"/>
                  </a:lnTo>
                  <a:lnTo>
                    <a:pt x="8541118" y="911671"/>
                  </a:lnTo>
                  <a:lnTo>
                    <a:pt x="8583858" y="852691"/>
                  </a:lnTo>
                  <a:lnTo>
                    <a:pt x="8626632" y="793201"/>
                  </a:lnTo>
                  <a:lnTo>
                    <a:pt x="8669397" y="733839"/>
                  </a:lnTo>
                  <a:lnTo>
                    <a:pt x="8712114" y="675234"/>
                  </a:lnTo>
                  <a:lnTo>
                    <a:pt x="8754756" y="617985"/>
                  </a:lnTo>
                  <a:lnTo>
                    <a:pt x="8797325" y="562630"/>
                  </a:lnTo>
                  <a:lnTo>
                    <a:pt x="8839856" y="509631"/>
                  </a:lnTo>
                  <a:lnTo>
                    <a:pt x="8882433" y="459358"/>
                  </a:lnTo>
                  <a:lnTo>
                    <a:pt x="8925196" y="412083"/>
                  </a:lnTo>
                  <a:lnTo>
                    <a:pt x="8968348" y="367975"/>
                  </a:lnTo>
                  <a:lnTo>
                    <a:pt x="9012172" y="327113"/>
                  </a:lnTo>
                  <a:lnTo>
                    <a:pt x="9057040" y="289484"/>
                  </a:lnTo>
                  <a:lnTo>
                    <a:pt x="9084767" y="268346"/>
                  </a:lnTo>
                  <a:lnTo>
                    <a:pt x="9131894" y="236040"/>
                  </a:lnTo>
                  <a:lnTo>
                    <a:pt x="9181490" y="206785"/>
                  </a:lnTo>
                  <a:lnTo>
                    <a:pt x="9234298" y="180445"/>
                  </a:lnTo>
                  <a:lnTo>
                    <a:pt x="9291130" y="156781"/>
                  </a:lnTo>
                  <a:lnTo>
                    <a:pt x="9352818" y="135514"/>
                  </a:lnTo>
                  <a:lnTo>
                    <a:pt x="9420156" y="116369"/>
                  </a:lnTo>
                  <a:lnTo>
                    <a:pt x="9493828" y="99095"/>
                  </a:lnTo>
                  <a:lnTo>
                    <a:pt x="9574306" y="83482"/>
                  </a:lnTo>
                  <a:lnTo>
                    <a:pt x="9661719" y="69366"/>
                  </a:lnTo>
                  <a:lnTo>
                    <a:pt x="9755685" y="56633"/>
                  </a:lnTo>
                  <a:lnTo>
                    <a:pt x="9855125" y="45220"/>
                  </a:lnTo>
                  <a:lnTo>
                    <a:pt x="9958099" y="35107"/>
                  </a:lnTo>
                  <a:lnTo>
                    <a:pt x="10061730" y="26308"/>
                  </a:lnTo>
                  <a:lnTo>
                    <a:pt x="10162284" y="18855"/>
                  </a:lnTo>
                  <a:lnTo>
                    <a:pt x="10255497" y="12767"/>
                  </a:lnTo>
                  <a:lnTo>
                    <a:pt x="10337135" y="8032"/>
                  </a:lnTo>
                  <a:lnTo>
                    <a:pt x="10403726" y="4577"/>
                  </a:lnTo>
                  <a:lnTo>
                    <a:pt x="10453265" y="2267"/>
                  </a:lnTo>
                  <a:lnTo>
                    <a:pt x="10485696" y="900"/>
                  </a:lnTo>
                  <a:lnTo>
                    <a:pt x="10503045" y="237"/>
                  </a:lnTo>
                  <a:lnTo>
                    <a:pt x="10509257" y="21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24" name="pl1024"/>
            <p:cNvSpPr/>
            <p:nvPr/>
          </p:nvSpPr>
          <p:spPr>
            <a:xfrm>
              <a:off x="4799595" y="7758589"/>
              <a:ext cx="11981298" cy="1610080"/>
            </a:xfrm>
            <a:custGeom>
              <a:avLst/>
              <a:pathLst>
                <a:path w="11981298" h="1610080">
                  <a:moveTo>
                    <a:pt x="11981298" y="0"/>
                  </a:moveTo>
                  <a:lnTo>
                    <a:pt x="10509911" y="0"/>
                  </a:lnTo>
                  <a:lnTo>
                    <a:pt x="10508704" y="39"/>
                  </a:lnTo>
                  <a:lnTo>
                    <a:pt x="10500783" y="319"/>
                  </a:lnTo>
                  <a:lnTo>
                    <a:pt x="10480851" y="1095"/>
                  </a:lnTo>
                  <a:lnTo>
                    <a:pt x="10445305" y="2621"/>
                  </a:lnTo>
                  <a:lnTo>
                    <a:pt x="10392501" y="5133"/>
                  </a:lnTo>
                  <a:lnTo>
                    <a:pt x="10322882" y="8819"/>
                  </a:lnTo>
                  <a:lnTo>
                    <a:pt x="10238776" y="13805"/>
                  </a:lnTo>
                  <a:lnTo>
                    <a:pt x="10143854" y="20149"/>
                  </a:lnTo>
                  <a:lnTo>
                    <a:pt x="10042407" y="27857"/>
                  </a:lnTo>
                  <a:lnTo>
                    <a:pt x="9938638" y="36904"/>
                  </a:lnTo>
                  <a:lnTo>
                    <a:pt x="9836135" y="47261"/>
                  </a:lnTo>
                  <a:lnTo>
                    <a:pt x="9737602" y="58919"/>
                  </a:lnTo>
                  <a:lnTo>
                    <a:pt x="9644807" y="71905"/>
                  </a:lnTo>
                  <a:lnTo>
                    <a:pt x="9558682" y="86291"/>
                  </a:lnTo>
                  <a:lnTo>
                    <a:pt x="9479503" y="102202"/>
                  </a:lnTo>
                  <a:lnTo>
                    <a:pt x="9407064" y="119809"/>
                  </a:lnTo>
                  <a:lnTo>
                    <a:pt x="9340842" y="139333"/>
                  </a:lnTo>
                  <a:lnTo>
                    <a:pt x="9280127" y="161027"/>
                  </a:lnTo>
                  <a:lnTo>
                    <a:pt x="9224113" y="185173"/>
                  </a:lnTo>
                  <a:lnTo>
                    <a:pt x="9171967" y="212043"/>
                  </a:lnTo>
                  <a:lnTo>
                    <a:pt x="9122888" y="241865"/>
                  </a:lnTo>
                  <a:lnTo>
                    <a:pt x="9084767" y="268346"/>
                  </a:lnTo>
                  <a:lnTo>
                    <a:pt x="9039044" y="304065"/>
                  </a:lnTo>
                  <a:lnTo>
                    <a:pt x="8994643" y="342973"/>
                  </a:lnTo>
                  <a:lnTo>
                    <a:pt x="8951125" y="385129"/>
                  </a:lnTo>
                  <a:lnTo>
                    <a:pt x="8908157" y="430510"/>
                  </a:lnTo>
                  <a:lnTo>
                    <a:pt x="8865489" y="479004"/>
                  </a:lnTo>
                  <a:lnTo>
                    <a:pt x="8822943" y="530399"/>
                  </a:lnTo>
                  <a:lnTo>
                    <a:pt x="8780404" y="584384"/>
                  </a:lnTo>
                  <a:lnTo>
                    <a:pt x="8737808" y="640552"/>
                  </a:lnTo>
                  <a:lnTo>
                    <a:pt x="8695135" y="698409"/>
                  </a:lnTo>
                  <a:lnTo>
                    <a:pt x="8652395" y="757389"/>
                  </a:lnTo>
                  <a:lnTo>
                    <a:pt x="8609621" y="816878"/>
                  </a:lnTo>
                  <a:lnTo>
                    <a:pt x="8566856" y="876241"/>
                  </a:lnTo>
                  <a:lnTo>
                    <a:pt x="8524139" y="934846"/>
                  </a:lnTo>
                  <a:lnTo>
                    <a:pt x="8481497" y="992095"/>
                  </a:lnTo>
                  <a:lnTo>
                    <a:pt x="8438929" y="1047450"/>
                  </a:lnTo>
                  <a:lnTo>
                    <a:pt x="8396397" y="1100449"/>
                  </a:lnTo>
                  <a:lnTo>
                    <a:pt x="8353820" y="1150721"/>
                  </a:lnTo>
                  <a:lnTo>
                    <a:pt x="8311057" y="1197997"/>
                  </a:lnTo>
                  <a:lnTo>
                    <a:pt x="8267905" y="1242104"/>
                  </a:lnTo>
                  <a:lnTo>
                    <a:pt x="8224081" y="1282967"/>
                  </a:lnTo>
                  <a:lnTo>
                    <a:pt x="8179214" y="1320595"/>
                  </a:lnTo>
                  <a:lnTo>
                    <a:pt x="8151487" y="1341733"/>
                  </a:lnTo>
                  <a:lnTo>
                    <a:pt x="8104360" y="1374040"/>
                  </a:lnTo>
                  <a:lnTo>
                    <a:pt x="8054764" y="1403295"/>
                  </a:lnTo>
                  <a:lnTo>
                    <a:pt x="8001955" y="1429635"/>
                  </a:lnTo>
                  <a:lnTo>
                    <a:pt x="7945123" y="1453299"/>
                  </a:lnTo>
                  <a:lnTo>
                    <a:pt x="7883435" y="1474566"/>
                  </a:lnTo>
                  <a:lnTo>
                    <a:pt x="7816097" y="1493711"/>
                  </a:lnTo>
                  <a:lnTo>
                    <a:pt x="7742426" y="1510985"/>
                  </a:lnTo>
                  <a:lnTo>
                    <a:pt x="7661948" y="1526598"/>
                  </a:lnTo>
                  <a:lnTo>
                    <a:pt x="7574534" y="1540714"/>
                  </a:lnTo>
                  <a:lnTo>
                    <a:pt x="7480568" y="1553447"/>
                  </a:lnTo>
                  <a:lnTo>
                    <a:pt x="7381129" y="1564860"/>
                  </a:lnTo>
                  <a:lnTo>
                    <a:pt x="7278154" y="1574973"/>
                  </a:lnTo>
                  <a:lnTo>
                    <a:pt x="7174524" y="1583771"/>
                  </a:lnTo>
                  <a:lnTo>
                    <a:pt x="7073969" y="1591225"/>
                  </a:lnTo>
                  <a:lnTo>
                    <a:pt x="6980756" y="1597313"/>
                  </a:lnTo>
                  <a:lnTo>
                    <a:pt x="6899118" y="1602048"/>
                  </a:lnTo>
                  <a:lnTo>
                    <a:pt x="6832528" y="1605502"/>
                  </a:lnTo>
                  <a:lnTo>
                    <a:pt x="6782989" y="1607813"/>
                  </a:lnTo>
                  <a:lnTo>
                    <a:pt x="6750558" y="1609180"/>
                  </a:lnTo>
                  <a:lnTo>
                    <a:pt x="6733208" y="1609843"/>
                  </a:lnTo>
                  <a:lnTo>
                    <a:pt x="6726996" y="1610059"/>
                  </a:lnTo>
                  <a:lnTo>
                    <a:pt x="6726343" y="1610080"/>
                  </a:lnTo>
                  <a:lnTo>
                    <a:pt x="5254955" y="1610080"/>
                  </a:lnTo>
                  <a:lnTo>
                    <a:pt x="5253744" y="1610044"/>
                  </a:lnTo>
                  <a:lnTo>
                    <a:pt x="5245790" y="1609787"/>
                  </a:lnTo>
                  <a:lnTo>
                    <a:pt x="5225780" y="1609075"/>
                  </a:lnTo>
                  <a:lnTo>
                    <a:pt x="5190099" y="1607674"/>
                  </a:lnTo>
                  <a:lnTo>
                    <a:pt x="5137109" y="1605370"/>
                  </a:lnTo>
                  <a:lnTo>
                    <a:pt x="5067268" y="1601988"/>
                  </a:lnTo>
                  <a:lnTo>
                    <a:pt x="4982924" y="1597415"/>
                  </a:lnTo>
                  <a:lnTo>
                    <a:pt x="4887775" y="1591597"/>
                  </a:lnTo>
                  <a:lnTo>
                    <a:pt x="4786132" y="1584529"/>
                  </a:lnTo>
                  <a:lnTo>
                    <a:pt x="4682212" y="1576234"/>
                  </a:lnTo>
                  <a:lnTo>
                    <a:pt x="4579606" y="1566740"/>
                  </a:lnTo>
                  <a:lnTo>
                    <a:pt x="4481015" y="1556053"/>
                  </a:lnTo>
                  <a:lnTo>
                    <a:pt x="4388200" y="1544149"/>
                  </a:lnTo>
                  <a:lnTo>
                    <a:pt x="4302087" y="1530960"/>
                  </a:lnTo>
                  <a:lnTo>
                    <a:pt x="4222937" y="1516372"/>
                  </a:lnTo>
                  <a:lnTo>
                    <a:pt x="4150538" y="1500224"/>
                  </a:lnTo>
                  <a:lnTo>
                    <a:pt x="4084360" y="1482317"/>
                  </a:lnTo>
                  <a:lnTo>
                    <a:pt x="4023686" y="1462414"/>
                  </a:lnTo>
                  <a:lnTo>
                    <a:pt x="3967705" y="1440258"/>
                  </a:lnTo>
                  <a:lnTo>
                    <a:pt x="3915581" y="1415600"/>
                  </a:lnTo>
                  <a:lnTo>
                    <a:pt x="3866509" y="1388232"/>
                  </a:lnTo>
                  <a:lnTo>
                    <a:pt x="3829811" y="1364890"/>
                  </a:lnTo>
                  <a:lnTo>
                    <a:pt x="3782964" y="1331401"/>
                  </a:lnTo>
                  <a:lnTo>
                    <a:pt x="3737494" y="1294848"/>
                  </a:lnTo>
                  <a:lnTo>
                    <a:pt x="3692932" y="1255177"/>
                  </a:lnTo>
                  <a:lnTo>
                    <a:pt x="3648925" y="1212415"/>
                  </a:lnTo>
                  <a:lnTo>
                    <a:pt x="3605211" y="1166682"/>
                  </a:lnTo>
                  <a:lnTo>
                    <a:pt x="3561609" y="1118196"/>
                  </a:lnTo>
                  <a:lnTo>
                    <a:pt x="3518000" y="1067276"/>
                  </a:lnTo>
                  <a:lnTo>
                    <a:pt x="3474325" y="1014339"/>
                  </a:lnTo>
                  <a:lnTo>
                    <a:pt x="3430568" y="959885"/>
                  </a:lnTo>
                  <a:lnTo>
                    <a:pt x="3386748" y="904482"/>
                  </a:lnTo>
                  <a:lnTo>
                    <a:pt x="3342903" y="848742"/>
                  </a:lnTo>
                  <a:lnTo>
                    <a:pt x="3299079" y="793292"/>
                  </a:lnTo>
                  <a:lnTo>
                    <a:pt x="3255317" y="738745"/>
                  </a:lnTo>
                  <a:lnTo>
                    <a:pt x="3211636" y="685675"/>
                  </a:lnTo>
                  <a:lnTo>
                    <a:pt x="3168024" y="634588"/>
                  </a:lnTo>
                  <a:lnTo>
                    <a:pt x="3124423" y="585906"/>
                  </a:lnTo>
                  <a:lnTo>
                    <a:pt x="3080724" y="539956"/>
                  </a:lnTo>
                  <a:lnTo>
                    <a:pt x="3036747" y="496964"/>
                  </a:lnTo>
                  <a:lnTo>
                    <a:pt x="2992238" y="457057"/>
                  </a:lnTo>
                  <a:lnTo>
                    <a:pt x="2946851" y="420270"/>
                  </a:lnTo>
                  <a:lnTo>
                    <a:pt x="2900127" y="386553"/>
                  </a:lnTo>
                  <a:lnTo>
                    <a:pt x="2896531" y="384130"/>
                  </a:lnTo>
                  <a:lnTo>
                    <a:pt x="2849336" y="354572"/>
                  </a:lnTo>
                  <a:lnTo>
                    <a:pt x="2799663" y="327809"/>
                  </a:lnTo>
                  <a:lnTo>
                    <a:pt x="2746767" y="303717"/>
                  </a:lnTo>
                  <a:lnTo>
                    <a:pt x="2689832" y="282076"/>
                  </a:lnTo>
                  <a:lnTo>
                    <a:pt x="2628022" y="262630"/>
                  </a:lnTo>
                  <a:lnTo>
                    <a:pt x="2560542" y="245126"/>
                  </a:lnTo>
                  <a:lnTo>
                    <a:pt x="2486705" y="229335"/>
                  </a:lnTo>
                  <a:lnTo>
                    <a:pt x="2406039" y="215065"/>
                  </a:lnTo>
                  <a:lnTo>
                    <a:pt x="2318419" y="202164"/>
                  </a:lnTo>
                  <a:lnTo>
                    <a:pt x="2224237" y="190531"/>
                  </a:lnTo>
                  <a:lnTo>
                    <a:pt x="2124587" y="180105"/>
                  </a:lnTo>
                  <a:lnTo>
                    <a:pt x="2021430" y="170871"/>
                  </a:lnTo>
                  <a:lnTo>
                    <a:pt x="1917673" y="162842"/>
                  </a:lnTo>
                  <a:lnTo>
                    <a:pt x="1817076" y="156046"/>
                  </a:lnTo>
                  <a:lnTo>
                    <a:pt x="1723929" y="150501"/>
                  </a:lnTo>
                  <a:lnTo>
                    <a:pt x="1642474" y="146195"/>
                  </a:lnTo>
                  <a:lnTo>
                    <a:pt x="1576172" y="143061"/>
                  </a:lnTo>
                  <a:lnTo>
                    <a:pt x="1526996" y="140970"/>
                  </a:lnTo>
                  <a:lnTo>
                    <a:pt x="1494950" y="139739"/>
                  </a:lnTo>
                  <a:lnTo>
                    <a:pt x="1477945" y="139147"/>
                  </a:lnTo>
                  <a:lnTo>
                    <a:pt x="1471973" y="138958"/>
                  </a:lnTo>
                  <a:lnTo>
                    <a:pt x="1471387" y="138940"/>
                  </a:lnTo>
                  <a:lnTo>
                    <a:pt x="0" y="13894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25" name="pg1025"/>
            <p:cNvSpPr/>
            <p:nvPr/>
          </p:nvSpPr>
          <p:spPr>
            <a:xfrm>
              <a:off x="4799595" y="7913876"/>
              <a:ext cx="11981298" cy="1487485"/>
            </a:xfrm>
            <a:custGeom>
              <a:avLst/>
              <a:pathLst>
                <a:path w="11981298" h="1487485">
                  <a:moveTo>
                    <a:pt x="0" y="8172"/>
                  </a:moveTo>
                  <a:lnTo>
                    <a:pt x="1471387" y="8172"/>
                  </a:lnTo>
                  <a:lnTo>
                    <a:pt x="1472598" y="8209"/>
                  </a:lnTo>
                  <a:lnTo>
                    <a:pt x="1480550" y="8468"/>
                  </a:lnTo>
                  <a:lnTo>
                    <a:pt x="1500556" y="9183"/>
                  </a:lnTo>
                  <a:lnTo>
                    <a:pt x="1536229" y="10591"/>
                  </a:lnTo>
                  <a:lnTo>
                    <a:pt x="1589209" y="12908"/>
                  </a:lnTo>
                  <a:lnTo>
                    <a:pt x="1659037" y="16308"/>
                  </a:lnTo>
                  <a:lnTo>
                    <a:pt x="1743367" y="20905"/>
                  </a:lnTo>
                  <a:lnTo>
                    <a:pt x="1838504" y="26755"/>
                  </a:lnTo>
                  <a:lnTo>
                    <a:pt x="1940135" y="33860"/>
                  </a:lnTo>
                  <a:lnTo>
                    <a:pt x="2044047" y="42199"/>
                  </a:lnTo>
                  <a:lnTo>
                    <a:pt x="2146647" y="51745"/>
                  </a:lnTo>
                  <a:lnTo>
                    <a:pt x="2245235" y="62489"/>
                  </a:lnTo>
                  <a:lnTo>
                    <a:pt x="2338048" y="74457"/>
                  </a:lnTo>
                  <a:lnTo>
                    <a:pt x="2424163" y="87717"/>
                  </a:lnTo>
                  <a:lnTo>
                    <a:pt x="2503314" y="102383"/>
                  </a:lnTo>
                  <a:lnTo>
                    <a:pt x="2575715" y="118617"/>
                  </a:lnTo>
                  <a:lnTo>
                    <a:pt x="2641895" y="136620"/>
                  </a:lnTo>
                  <a:lnTo>
                    <a:pt x="2702572" y="156629"/>
                  </a:lnTo>
                  <a:lnTo>
                    <a:pt x="2758556" y="178902"/>
                  </a:lnTo>
                  <a:lnTo>
                    <a:pt x="2810681" y="203692"/>
                  </a:lnTo>
                  <a:lnTo>
                    <a:pt x="2859752" y="231205"/>
                  </a:lnTo>
                  <a:lnTo>
                    <a:pt x="2896531" y="254725"/>
                  </a:lnTo>
                  <a:lnTo>
                    <a:pt x="2943311" y="288348"/>
                  </a:lnTo>
                  <a:lnTo>
                    <a:pt x="2988718" y="325044"/>
                  </a:lnTo>
                  <a:lnTo>
                    <a:pt x="3033217" y="364866"/>
                  </a:lnTo>
                  <a:lnTo>
                    <a:pt x="3077162" y="407788"/>
                  </a:lnTo>
                  <a:lnTo>
                    <a:pt x="3120813" y="453689"/>
                  </a:lnTo>
                  <a:lnTo>
                    <a:pt x="3164353" y="502353"/>
                  </a:lnTo>
                  <a:lnTo>
                    <a:pt x="3207897" y="553459"/>
                  </a:lnTo>
                  <a:lnTo>
                    <a:pt x="3251508" y="606593"/>
                  </a:lnTo>
                  <a:lnTo>
                    <a:pt x="3295200" y="661255"/>
                  </a:lnTo>
                  <a:lnTo>
                    <a:pt x="3338956" y="716875"/>
                  </a:lnTo>
                  <a:lnTo>
                    <a:pt x="3382737" y="772843"/>
                  </a:lnTo>
                  <a:lnTo>
                    <a:pt x="3426497" y="828530"/>
                  </a:lnTo>
                  <a:lnTo>
                    <a:pt x="3470197" y="883322"/>
                  </a:lnTo>
                  <a:lnTo>
                    <a:pt x="3513816" y="936643"/>
                  </a:lnTo>
                  <a:lnTo>
                    <a:pt x="3557366" y="987986"/>
                  </a:lnTo>
                  <a:lnTo>
                    <a:pt x="3600902" y="1036926"/>
                  </a:lnTo>
                  <a:lnTo>
                    <a:pt x="3644534" y="1083133"/>
                  </a:lnTo>
                  <a:lnTo>
                    <a:pt x="3688436" y="1126378"/>
                  </a:lnTo>
                  <a:lnTo>
                    <a:pt x="3732862" y="1166533"/>
                  </a:lnTo>
                  <a:lnTo>
                    <a:pt x="3778153" y="1203559"/>
                  </a:lnTo>
                  <a:lnTo>
                    <a:pt x="3824761" y="1237504"/>
                  </a:lnTo>
                  <a:lnTo>
                    <a:pt x="3829811" y="1240933"/>
                  </a:lnTo>
                  <a:lnTo>
                    <a:pt x="3877003" y="1270653"/>
                  </a:lnTo>
                  <a:lnTo>
                    <a:pt x="3926671" y="1297563"/>
                  </a:lnTo>
                  <a:lnTo>
                    <a:pt x="3979562" y="1321787"/>
                  </a:lnTo>
                  <a:lnTo>
                    <a:pt x="4036491" y="1343548"/>
                  </a:lnTo>
                  <a:lnTo>
                    <a:pt x="4098294" y="1363101"/>
                  </a:lnTo>
                  <a:lnTo>
                    <a:pt x="4165766" y="1380701"/>
                  </a:lnTo>
                  <a:lnTo>
                    <a:pt x="4239594" y="1396580"/>
                  </a:lnTo>
                  <a:lnTo>
                    <a:pt x="4320249" y="1410929"/>
                  </a:lnTo>
                  <a:lnTo>
                    <a:pt x="4407858" y="1423901"/>
                  </a:lnTo>
                  <a:lnTo>
                    <a:pt x="4502028" y="1435600"/>
                  </a:lnTo>
                  <a:lnTo>
                    <a:pt x="4601666" y="1446083"/>
                  </a:lnTo>
                  <a:lnTo>
                    <a:pt x="4704812" y="1455369"/>
                  </a:lnTo>
                  <a:lnTo>
                    <a:pt x="4808562" y="1463443"/>
                  </a:lnTo>
                  <a:lnTo>
                    <a:pt x="4909157" y="1470278"/>
                  </a:lnTo>
                  <a:lnTo>
                    <a:pt x="5002308" y="1475854"/>
                  </a:lnTo>
                  <a:lnTo>
                    <a:pt x="5083773" y="1480185"/>
                  </a:lnTo>
                  <a:lnTo>
                    <a:pt x="5150091" y="1483338"/>
                  </a:lnTo>
                  <a:lnTo>
                    <a:pt x="5199288" y="1485442"/>
                  </a:lnTo>
                  <a:lnTo>
                    <a:pt x="5231355" y="1486680"/>
                  </a:lnTo>
                  <a:lnTo>
                    <a:pt x="5248380" y="1487277"/>
                  </a:lnTo>
                  <a:lnTo>
                    <a:pt x="5254366" y="1487468"/>
                  </a:lnTo>
                  <a:lnTo>
                    <a:pt x="5254955" y="1487485"/>
                  </a:lnTo>
                  <a:lnTo>
                    <a:pt x="6726343" y="1487485"/>
                  </a:lnTo>
                  <a:lnTo>
                    <a:pt x="6727573" y="1487466"/>
                  </a:lnTo>
                  <a:lnTo>
                    <a:pt x="6735651" y="1487333"/>
                  </a:lnTo>
                  <a:lnTo>
                    <a:pt x="6755963" y="1486963"/>
                  </a:lnTo>
                  <a:lnTo>
                    <a:pt x="6792155" y="1486235"/>
                  </a:lnTo>
                  <a:lnTo>
                    <a:pt x="6845854" y="1485039"/>
                  </a:lnTo>
                  <a:lnTo>
                    <a:pt x="6916544" y="1483284"/>
                  </a:lnTo>
                  <a:lnTo>
                    <a:pt x="7001788" y="1480911"/>
                  </a:lnTo>
                  <a:lnTo>
                    <a:pt x="7097796" y="1477896"/>
                  </a:lnTo>
                  <a:lnTo>
                    <a:pt x="7200178" y="1474235"/>
                  </a:lnTo>
                  <a:lnTo>
                    <a:pt x="7304669" y="1469941"/>
                  </a:lnTo>
                  <a:lnTo>
                    <a:pt x="7407661" y="1465027"/>
                  </a:lnTo>
                  <a:lnTo>
                    <a:pt x="7506464" y="1459498"/>
                  </a:lnTo>
                  <a:lnTo>
                    <a:pt x="7599346" y="1453337"/>
                  </a:lnTo>
                  <a:lnTo>
                    <a:pt x="7685416" y="1446510"/>
                  </a:lnTo>
                  <a:lnTo>
                    <a:pt x="7764449" y="1438954"/>
                  </a:lnTo>
                  <a:lnTo>
                    <a:pt x="7836693" y="1430586"/>
                  </a:lnTo>
                  <a:lnTo>
                    <a:pt x="7902705" y="1421298"/>
                  </a:lnTo>
                  <a:lnTo>
                    <a:pt x="7963226" y="1410967"/>
                  </a:lnTo>
                  <a:lnTo>
                    <a:pt x="8019086" y="1399460"/>
                  </a:lnTo>
                  <a:lnTo>
                    <a:pt x="8071131" y="1386647"/>
                  </a:lnTo>
                  <a:lnTo>
                    <a:pt x="8120175" y="1372425"/>
                  </a:lnTo>
                  <a:lnTo>
                    <a:pt x="8151487" y="1362166"/>
                  </a:lnTo>
                  <a:lnTo>
                    <a:pt x="8204333" y="1342702"/>
                  </a:lnTo>
                  <a:lnTo>
                    <a:pt x="8255503" y="1321230"/>
                  </a:lnTo>
                  <a:lnTo>
                    <a:pt x="8305640" y="1297721"/>
                  </a:lnTo>
                  <a:lnTo>
                    <a:pt x="8355209" y="1272219"/>
                  </a:lnTo>
                  <a:lnTo>
                    <a:pt x="8404534" y="1244843"/>
                  </a:lnTo>
                  <a:lnTo>
                    <a:pt x="8453822" y="1215800"/>
                  </a:lnTo>
                  <a:lnTo>
                    <a:pt x="8503182" y="1185376"/>
                  </a:lnTo>
                  <a:lnTo>
                    <a:pt x="8552646" y="1153932"/>
                  </a:lnTo>
                  <a:lnTo>
                    <a:pt x="8602188" y="1121886"/>
                  </a:lnTo>
                  <a:lnTo>
                    <a:pt x="8651751" y="1089691"/>
                  </a:lnTo>
                  <a:lnTo>
                    <a:pt x="8701271" y="1057809"/>
                  </a:lnTo>
                  <a:lnTo>
                    <a:pt x="8750698" y="1026684"/>
                  </a:lnTo>
                  <a:lnTo>
                    <a:pt x="8800025" y="996715"/>
                  </a:lnTo>
                  <a:lnTo>
                    <a:pt x="8849309" y="968238"/>
                  </a:lnTo>
                  <a:lnTo>
                    <a:pt x="8898692" y="941512"/>
                  </a:lnTo>
                  <a:lnTo>
                    <a:pt x="8948419" y="916711"/>
                  </a:lnTo>
                  <a:lnTo>
                    <a:pt x="8998863" y="893929"/>
                  </a:lnTo>
                  <a:lnTo>
                    <a:pt x="9050548" y="873180"/>
                  </a:lnTo>
                  <a:lnTo>
                    <a:pt x="9084767" y="860889"/>
                  </a:lnTo>
                  <a:lnTo>
                    <a:pt x="9132222" y="845704"/>
                  </a:lnTo>
                  <a:lnTo>
                    <a:pt x="9182185" y="831963"/>
                  </a:lnTo>
                  <a:lnTo>
                    <a:pt x="9235415" y="819600"/>
                  </a:lnTo>
                  <a:lnTo>
                    <a:pt x="9292742" y="808502"/>
                  </a:lnTo>
                  <a:lnTo>
                    <a:pt x="9355013" y="798535"/>
                  </a:lnTo>
                  <a:lnTo>
                    <a:pt x="9423037" y="789568"/>
                  </a:lnTo>
                  <a:lnTo>
                    <a:pt x="9497505" y="781483"/>
                  </a:lnTo>
                  <a:lnTo>
                    <a:pt x="9578888" y="774180"/>
                  </a:lnTo>
                  <a:lnTo>
                    <a:pt x="9667295" y="767581"/>
                  </a:lnTo>
                  <a:lnTo>
                    <a:pt x="9762298" y="761635"/>
                  </a:lnTo>
                  <a:lnTo>
                    <a:pt x="9862743" y="756313"/>
                  </a:lnTo>
                  <a:lnTo>
                    <a:pt x="9966586" y="751606"/>
                  </a:lnTo>
                  <a:lnTo>
                    <a:pt x="10070813" y="747522"/>
                  </a:lnTo>
                  <a:lnTo>
                    <a:pt x="10171554" y="744076"/>
                  </a:lnTo>
                  <a:lnTo>
                    <a:pt x="10264431" y="741277"/>
                  </a:lnTo>
                  <a:lnTo>
                    <a:pt x="10345169" y="739117"/>
                  </a:lnTo>
                  <a:lnTo>
                    <a:pt x="10410351" y="737557"/>
                  </a:lnTo>
                  <a:lnTo>
                    <a:pt x="10458137" y="736528"/>
                  </a:lnTo>
                  <a:lnTo>
                    <a:pt x="10488723" y="735934"/>
                  </a:lnTo>
                  <a:lnTo>
                    <a:pt x="10504438" y="735657"/>
                  </a:lnTo>
                  <a:lnTo>
                    <a:pt x="10509542" y="735575"/>
                  </a:lnTo>
                  <a:lnTo>
                    <a:pt x="10509911" y="735569"/>
                  </a:lnTo>
                  <a:lnTo>
                    <a:pt x="11981298" y="735569"/>
                  </a:lnTo>
                  <a:lnTo>
                    <a:pt x="11981298" y="727396"/>
                  </a:lnTo>
                  <a:lnTo>
                    <a:pt x="10509911" y="727396"/>
                  </a:lnTo>
                  <a:lnTo>
                    <a:pt x="10508680" y="727415"/>
                  </a:lnTo>
                  <a:lnTo>
                    <a:pt x="10500603" y="727549"/>
                  </a:lnTo>
                  <a:lnTo>
                    <a:pt x="10480291" y="727919"/>
                  </a:lnTo>
                  <a:lnTo>
                    <a:pt x="10444098" y="728646"/>
                  </a:lnTo>
                  <a:lnTo>
                    <a:pt x="10390399" y="729843"/>
                  </a:lnTo>
                  <a:lnTo>
                    <a:pt x="10319709" y="731598"/>
                  </a:lnTo>
                  <a:lnTo>
                    <a:pt x="10234465" y="733970"/>
                  </a:lnTo>
                  <a:lnTo>
                    <a:pt x="10138457" y="736986"/>
                  </a:lnTo>
                  <a:lnTo>
                    <a:pt x="10036075" y="740647"/>
                  </a:lnTo>
                  <a:lnTo>
                    <a:pt x="9931584" y="744941"/>
                  </a:lnTo>
                  <a:lnTo>
                    <a:pt x="9828592" y="749854"/>
                  </a:lnTo>
                  <a:lnTo>
                    <a:pt x="9729789" y="755384"/>
                  </a:lnTo>
                  <a:lnTo>
                    <a:pt x="9636908" y="761544"/>
                  </a:lnTo>
                  <a:lnTo>
                    <a:pt x="9550837" y="768371"/>
                  </a:lnTo>
                  <a:lnTo>
                    <a:pt x="9471804" y="775927"/>
                  </a:lnTo>
                  <a:lnTo>
                    <a:pt x="9399561" y="784296"/>
                  </a:lnTo>
                  <a:lnTo>
                    <a:pt x="9333549" y="793584"/>
                  </a:lnTo>
                  <a:lnTo>
                    <a:pt x="9273027" y="803915"/>
                  </a:lnTo>
                  <a:lnTo>
                    <a:pt x="9217168" y="815422"/>
                  </a:lnTo>
                  <a:lnTo>
                    <a:pt x="9165122" y="828235"/>
                  </a:lnTo>
                  <a:lnTo>
                    <a:pt x="9116078" y="842456"/>
                  </a:lnTo>
                  <a:lnTo>
                    <a:pt x="9084767" y="852716"/>
                  </a:lnTo>
                  <a:lnTo>
                    <a:pt x="9031921" y="872180"/>
                  </a:lnTo>
                  <a:lnTo>
                    <a:pt x="8980750" y="893652"/>
                  </a:lnTo>
                  <a:lnTo>
                    <a:pt x="8930613" y="917160"/>
                  </a:lnTo>
                  <a:lnTo>
                    <a:pt x="8881044" y="942663"/>
                  </a:lnTo>
                  <a:lnTo>
                    <a:pt x="8831719" y="970038"/>
                  </a:lnTo>
                  <a:lnTo>
                    <a:pt x="8782431" y="999081"/>
                  </a:lnTo>
                  <a:lnTo>
                    <a:pt x="8733071" y="1029505"/>
                  </a:lnTo>
                  <a:lnTo>
                    <a:pt x="8683608" y="1060949"/>
                  </a:lnTo>
                  <a:lnTo>
                    <a:pt x="8634065" y="1092995"/>
                  </a:lnTo>
                  <a:lnTo>
                    <a:pt x="8584502" y="1125190"/>
                  </a:lnTo>
                  <a:lnTo>
                    <a:pt x="8534982" y="1157072"/>
                  </a:lnTo>
                  <a:lnTo>
                    <a:pt x="8485555" y="1188198"/>
                  </a:lnTo>
                  <a:lnTo>
                    <a:pt x="8436228" y="1218167"/>
                  </a:lnTo>
                  <a:lnTo>
                    <a:pt x="8386944" y="1246644"/>
                  </a:lnTo>
                  <a:lnTo>
                    <a:pt x="8337562" y="1273370"/>
                  </a:lnTo>
                  <a:lnTo>
                    <a:pt x="8287834" y="1298171"/>
                  </a:lnTo>
                  <a:lnTo>
                    <a:pt x="8237390" y="1320953"/>
                  </a:lnTo>
                  <a:lnTo>
                    <a:pt x="8185705" y="1341702"/>
                  </a:lnTo>
                  <a:lnTo>
                    <a:pt x="8151487" y="1353993"/>
                  </a:lnTo>
                  <a:lnTo>
                    <a:pt x="8104031" y="1369178"/>
                  </a:lnTo>
                  <a:lnTo>
                    <a:pt x="8054068" y="1382919"/>
                  </a:lnTo>
                  <a:lnTo>
                    <a:pt x="8000838" y="1395281"/>
                  </a:lnTo>
                  <a:lnTo>
                    <a:pt x="7943511" y="1406379"/>
                  </a:lnTo>
                  <a:lnTo>
                    <a:pt x="7881240" y="1416346"/>
                  </a:lnTo>
                  <a:lnTo>
                    <a:pt x="7813216" y="1425313"/>
                  </a:lnTo>
                  <a:lnTo>
                    <a:pt x="7738748" y="1433399"/>
                  </a:lnTo>
                  <a:lnTo>
                    <a:pt x="7657365" y="1440702"/>
                  </a:lnTo>
                  <a:lnTo>
                    <a:pt x="7568958" y="1447300"/>
                  </a:lnTo>
                  <a:lnTo>
                    <a:pt x="7473955" y="1453246"/>
                  </a:lnTo>
                  <a:lnTo>
                    <a:pt x="7373510" y="1458569"/>
                  </a:lnTo>
                  <a:lnTo>
                    <a:pt x="7269668" y="1463276"/>
                  </a:lnTo>
                  <a:lnTo>
                    <a:pt x="7165441" y="1467359"/>
                  </a:lnTo>
                  <a:lnTo>
                    <a:pt x="7064700" y="1470805"/>
                  </a:lnTo>
                  <a:lnTo>
                    <a:pt x="6971822" y="1473604"/>
                  </a:lnTo>
                  <a:lnTo>
                    <a:pt x="6891084" y="1475765"/>
                  </a:lnTo>
                  <a:lnTo>
                    <a:pt x="6825902" y="1477325"/>
                  </a:lnTo>
                  <a:lnTo>
                    <a:pt x="6778116" y="1478353"/>
                  </a:lnTo>
                  <a:lnTo>
                    <a:pt x="6747530" y="1478948"/>
                  </a:lnTo>
                  <a:lnTo>
                    <a:pt x="6731815" y="1479225"/>
                  </a:lnTo>
                  <a:lnTo>
                    <a:pt x="6726711" y="1479307"/>
                  </a:lnTo>
                  <a:lnTo>
                    <a:pt x="6726343" y="1479312"/>
                  </a:lnTo>
                  <a:lnTo>
                    <a:pt x="5254955" y="1479312"/>
                  </a:lnTo>
                  <a:lnTo>
                    <a:pt x="5253744" y="1479276"/>
                  </a:lnTo>
                  <a:lnTo>
                    <a:pt x="5245792" y="1479017"/>
                  </a:lnTo>
                  <a:lnTo>
                    <a:pt x="5225786" y="1478302"/>
                  </a:lnTo>
                  <a:lnTo>
                    <a:pt x="5190113" y="1476894"/>
                  </a:lnTo>
                  <a:lnTo>
                    <a:pt x="5137133" y="1474577"/>
                  </a:lnTo>
                  <a:lnTo>
                    <a:pt x="5067305" y="1471177"/>
                  </a:lnTo>
                  <a:lnTo>
                    <a:pt x="4982975" y="1466580"/>
                  </a:lnTo>
                  <a:lnTo>
                    <a:pt x="4887839" y="1460730"/>
                  </a:lnTo>
                  <a:lnTo>
                    <a:pt x="4786207" y="1453624"/>
                  </a:lnTo>
                  <a:lnTo>
                    <a:pt x="4682295" y="1445285"/>
                  </a:lnTo>
                  <a:lnTo>
                    <a:pt x="4579695" y="1435740"/>
                  </a:lnTo>
                  <a:lnTo>
                    <a:pt x="4481108" y="1424996"/>
                  </a:lnTo>
                  <a:lnTo>
                    <a:pt x="4388294" y="1413028"/>
                  </a:lnTo>
                  <a:lnTo>
                    <a:pt x="4302179" y="1399768"/>
                  </a:lnTo>
                  <a:lnTo>
                    <a:pt x="4223028" y="1385102"/>
                  </a:lnTo>
                  <a:lnTo>
                    <a:pt x="4150627" y="1368868"/>
                  </a:lnTo>
                  <a:lnTo>
                    <a:pt x="4084447" y="1350865"/>
                  </a:lnTo>
                  <a:lnTo>
                    <a:pt x="4023770" y="1330856"/>
                  </a:lnTo>
                  <a:lnTo>
                    <a:pt x="3967787" y="1308583"/>
                  </a:lnTo>
                  <a:lnTo>
                    <a:pt x="3915662" y="1283793"/>
                  </a:lnTo>
                  <a:lnTo>
                    <a:pt x="3866590" y="1256280"/>
                  </a:lnTo>
                  <a:lnTo>
                    <a:pt x="3829811" y="1232760"/>
                  </a:lnTo>
                  <a:lnTo>
                    <a:pt x="3783032" y="1199136"/>
                  </a:lnTo>
                  <a:lnTo>
                    <a:pt x="3737624" y="1162441"/>
                  </a:lnTo>
                  <a:lnTo>
                    <a:pt x="3693125" y="1122618"/>
                  </a:lnTo>
                  <a:lnTo>
                    <a:pt x="3649180" y="1079697"/>
                  </a:lnTo>
                  <a:lnTo>
                    <a:pt x="3605529" y="1033795"/>
                  </a:lnTo>
                  <a:lnTo>
                    <a:pt x="3561990" y="985132"/>
                  </a:lnTo>
                  <a:lnTo>
                    <a:pt x="3518445" y="934026"/>
                  </a:lnTo>
                  <a:lnTo>
                    <a:pt x="3474834" y="880891"/>
                  </a:lnTo>
                  <a:lnTo>
                    <a:pt x="3431142" y="826230"/>
                  </a:lnTo>
                  <a:lnTo>
                    <a:pt x="3387386" y="770609"/>
                  </a:lnTo>
                  <a:lnTo>
                    <a:pt x="3343605" y="714641"/>
                  </a:lnTo>
                  <a:lnTo>
                    <a:pt x="3299845" y="658954"/>
                  </a:lnTo>
                  <a:lnTo>
                    <a:pt x="3256145" y="604163"/>
                  </a:lnTo>
                  <a:lnTo>
                    <a:pt x="3212526" y="550841"/>
                  </a:lnTo>
                  <a:lnTo>
                    <a:pt x="3168976" y="499498"/>
                  </a:lnTo>
                  <a:lnTo>
                    <a:pt x="3125440" y="450559"/>
                  </a:lnTo>
                  <a:lnTo>
                    <a:pt x="3081808" y="404352"/>
                  </a:lnTo>
                  <a:lnTo>
                    <a:pt x="3037906" y="361106"/>
                  </a:lnTo>
                  <a:lnTo>
                    <a:pt x="2993480" y="320952"/>
                  </a:lnTo>
                  <a:lnTo>
                    <a:pt x="2948189" y="283925"/>
                  </a:lnTo>
                  <a:lnTo>
                    <a:pt x="2901582" y="249980"/>
                  </a:lnTo>
                  <a:lnTo>
                    <a:pt x="2896531" y="246552"/>
                  </a:lnTo>
                  <a:lnTo>
                    <a:pt x="2849340" y="216831"/>
                  </a:lnTo>
                  <a:lnTo>
                    <a:pt x="2799671" y="189922"/>
                  </a:lnTo>
                  <a:lnTo>
                    <a:pt x="2746780" y="165697"/>
                  </a:lnTo>
                  <a:lnTo>
                    <a:pt x="2689851" y="143937"/>
                  </a:lnTo>
                  <a:lnTo>
                    <a:pt x="2628048" y="124384"/>
                  </a:lnTo>
                  <a:lnTo>
                    <a:pt x="2560576" y="106783"/>
                  </a:lnTo>
                  <a:lnTo>
                    <a:pt x="2486748" y="90905"/>
                  </a:lnTo>
                  <a:lnTo>
                    <a:pt x="2406093" y="76555"/>
                  </a:lnTo>
                  <a:lnTo>
                    <a:pt x="2318484" y="63584"/>
                  </a:lnTo>
                  <a:lnTo>
                    <a:pt x="2224314" y="51885"/>
                  </a:lnTo>
                  <a:lnTo>
                    <a:pt x="2124677" y="41402"/>
                  </a:lnTo>
                  <a:lnTo>
                    <a:pt x="2021530" y="32116"/>
                  </a:lnTo>
                  <a:lnTo>
                    <a:pt x="1917780" y="24042"/>
                  </a:lnTo>
                  <a:lnTo>
                    <a:pt x="1817185" y="17207"/>
                  </a:lnTo>
                  <a:lnTo>
                    <a:pt x="1724034" y="11631"/>
                  </a:lnTo>
                  <a:lnTo>
                    <a:pt x="1642569" y="7299"/>
                  </a:lnTo>
                  <a:lnTo>
                    <a:pt x="1576251" y="4146"/>
                  </a:lnTo>
                  <a:lnTo>
                    <a:pt x="1527055" y="2043"/>
                  </a:lnTo>
                  <a:lnTo>
                    <a:pt x="1494987" y="804"/>
                  </a:lnTo>
                  <a:lnTo>
                    <a:pt x="1477962" y="208"/>
                  </a:lnTo>
                  <a:lnTo>
                    <a:pt x="1471976" y="17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28E5B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026" name="pl1026"/>
            <p:cNvSpPr/>
            <p:nvPr/>
          </p:nvSpPr>
          <p:spPr>
            <a:xfrm>
              <a:off x="4799595" y="7922049"/>
              <a:ext cx="11981298" cy="1479312"/>
            </a:xfrm>
            <a:custGeom>
              <a:avLst/>
              <a:pathLst>
                <a:path w="11981298" h="1479312">
                  <a:moveTo>
                    <a:pt x="0" y="0"/>
                  </a:moveTo>
                  <a:lnTo>
                    <a:pt x="1471387" y="0"/>
                  </a:lnTo>
                  <a:lnTo>
                    <a:pt x="1472598" y="36"/>
                  </a:lnTo>
                  <a:lnTo>
                    <a:pt x="1480550" y="295"/>
                  </a:lnTo>
                  <a:lnTo>
                    <a:pt x="1500556" y="1010"/>
                  </a:lnTo>
                  <a:lnTo>
                    <a:pt x="1536229" y="2418"/>
                  </a:lnTo>
                  <a:lnTo>
                    <a:pt x="1589209" y="4735"/>
                  </a:lnTo>
                  <a:lnTo>
                    <a:pt x="1659037" y="8135"/>
                  </a:lnTo>
                  <a:lnTo>
                    <a:pt x="1743367" y="12732"/>
                  </a:lnTo>
                  <a:lnTo>
                    <a:pt x="1838504" y="18582"/>
                  </a:lnTo>
                  <a:lnTo>
                    <a:pt x="1940135" y="25687"/>
                  </a:lnTo>
                  <a:lnTo>
                    <a:pt x="2044047" y="34026"/>
                  </a:lnTo>
                  <a:lnTo>
                    <a:pt x="2146647" y="43572"/>
                  </a:lnTo>
                  <a:lnTo>
                    <a:pt x="2245235" y="54316"/>
                  </a:lnTo>
                  <a:lnTo>
                    <a:pt x="2338048" y="66284"/>
                  </a:lnTo>
                  <a:lnTo>
                    <a:pt x="2424163" y="79544"/>
                  </a:lnTo>
                  <a:lnTo>
                    <a:pt x="2503314" y="94210"/>
                  </a:lnTo>
                  <a:lnTo>
                    <a:pt x="2575715" y="110444"/>
                  </a:lnTo>
                  <a:lnTo>
                    <a:pt x="2641895" y="128447"/>
                  </a:lnTo>
                  <a:lnTo>
                    <a:pt x="2702572" y="148456"/>
                  </a:lnTo>
                  <a:lnTo>
                    <a:pt x="2758556" y="170729"/>
                  </a:lnTo>
                  <a:lnTo>
                    <a:pt x="2810681" y="195519"/>
                  </a:lnTo>
                  <a:lnTo>
                    <a:pt x="2859752" y="223032"/>
                  </a:lnTo>
                  <a:lnTo>
                    <a:pt x="2896531" y="246552"/>
                  </a:lnTo>
                  <a:lnTo>
                    <a:pt x="2943311" y="280175"/>
                  </a:lnTo>
                  <a:lnTo>
                    <a:pt x="2988718" y="316871"/>
                  </a:lnTo>
                  <a:lnTo>
                    <a:pt x="3033217" y="356693"/>
                  </a:lnTo>
                  <a:lnTo>
                    <a:pt x="3077162" y="399615"/>
                  </a:lnTo>
                  <a:lnTo>
                    <a:pt x="3120813" y="445516"/>
                  </a:lnTo>
                  <a:lnTo>
                    <a:pt x="3164353" y="494180"/>
                  </a:lnTo>
                  <a:lnTo>
                    <a:pt x="3207897" y="545286"/>
                  </a:lnTo>
                  <a:lnTo>
                    <a:pt x="3251508" y="598420"/>
                  </a:lnTo>
                  <a:lnTo>
                    <a:pt x="3295200" y="653082"/>
                  </a:lnTo>
                  <a:lnTo>
                    <a:pt x="3338956" y="708702"/>
                  </a:lnTo>
                  <a:lnTo>
                    <a:pt x="3382737" y="764670"/>
                  </a:lnTo>
                  <a:lnTo>
                    <a:pt x="3426497" y="820357"/>
                  </a:lnTo>
                  <a:lnTo>
                    <a:pt x="3470197" y="875149"/>
                  </a:lnTo>
                  <a:lnTo>
                    <a:pt x="3513816" y="928470"/>
                  </a:lnTo>
                  <a:lnTo>
                    <a:pt x="3557366" y="979813"/>
                  </a:lnTo>
                  <a:lnTo>
                    <a:pt x="3600902" y="1028753"/>
                  </a:lnTo>
                  <a:lnTo>
                    <a:pt x="3644534" y="1074960"/>
                  </a:lnTo>
                  <a:lnTo>
                    <a:pt x="3688436" y="1118205"/>
                  </a:lnTo>
                  <a:lnTo>
                    <a:pt x="3732862" y="1158360"/>
                  </a:lnTo>
                  <a:lnTo>
                    <a:pt x="3778153" y="1195386"/>
                  </a:lnTo>
                  <a:lnTo>
                    <a:pt x="3824761" y="1229331"/>
                  </a:lnTo>
                  <a:lnTo>
                    <a:pt x="3829811" y="1232760"/>
                  </a:lnTo>
                  <a:lnTo>
                    <a:pt x="3877003" y="1262480"/>
                  </a:lnTo>
                  <a:lnTo>
                    <a:pt x="3926671" y="1289390"/>
                  </a:lnTo>
                  <a:lnTo>
                    <a:pt x="3979562" y="1313614"/>
                  </a:lnTo>
                  <a:lnTo>
                    <a:pt x="4036491" y="1335375"/>
                  </a:lnTo>
                  <a:lnTo>
                    <a:pt x="4098294" y="1354928"/>
                  </a:lnTo>
                  <a:lnTo>
                    <a:pt x="4165766" y="1372528"/>
                  </a:lnTo>
                  <a:lnTo>
                    <a:pt x="4239594" y="1388407"/>
                  </a:lnTo>
                  <a:lnTo>
                    <a:pt x="4320249" y="1402756"/>
                  </a:lnTo>
                  <a:lnTo>
                    <a:pt x="4407858" y="1415728"/>
                  </a:lnTo>
                  <a:lnTo>
                    <a:pt x="4502028" y="1427427"/>
                  </a:lnTo>
                  <a:lnTo>
                    <a:pt x="4601666" y="1437910"/>
                  </a:lnTo>
                  <a:lnTo>
                    <a:pt x="4704812" y="1447196"/>
                  </a:lnTo>
                  <a:lnTo>
                    <a:pt x="4808562" y="1455270"/>
                  </a:lnTo>
                  <a:lnTo>
                    <a:pt x="4909157" y="1462105"/>
                  </a:lnTo>
                  <a:lnTo>
                    <a:pt x="5002308" y="1467681"/>
                  </a:lnTo>
                  <a:lnTo>
                    <a:pt x="5083773" y="1472012"/>
                  </a:lnTo>
                  <a:lnTo>
                    <a:pt x="5150091" y="1475165"/>
                  </a:lnTo>
                  <a:lnTo>
                    <a:pt x="5199288" y="1477269"/>
                  </a:lnTo>
                  <a:lnTo>
                    <a:pt x="5231355" y="1478507"/>
                  </a:lnTo>
                  <a:lnTo>
                    <a:pt x="5248380" y="1479104"/>
                  </a:lnTo>
                  <a:lnTo>
                    <a:pt x="5254366" y="1479295"/>
                  </a:lnTo>
                  <a:lnTo>
                    <a:pt x="5254955" y="1479312"/>
                  </a:lnTo>
                  <a:lnTo>
                    <a:pt x="6726343" y="1479312"/>
                  </a:lnTo>
                  <a:lnTo>
                    <a:pt x="6727573" y="1479293"/>
                  </a:lnTo>
                  <a:lnTo>
                    <a:pt x="6735651" y="1479160"/>
                  </a:lnTo>
                  <a:lnTo>
                    <a:pt x="6755963" y="1478790"/>
                  </a:lnTo>
                  <a:lnTo>
                    <a:pt x="6792155" y="1478062"/>
                  </a:lnTo>
                  <a:lnTo>
                    <a:pt x="6845854" y="1476866"/>
                  </a:lnTo>
                  <a:lnTo>
                    <a:pt x="6916544" y="1475111"/>
                  </a:lnTo>
                  <a:lnTo>
                    <a:pt x="7001788" y="1472738"/>
                  </a:lnTo>
                  <a:lnTo>
                    <a:pt x="7097796" y="1469723"/>
                  </a:lnTo>
                  <a:lnTo>
                    <a:pt x="7200178" y="1466062"/>
                  </a:lnTo>
                  <a:lnTo>
                    <a:pt x="7304669" y="1461768"/>
                  </a:lnTo>
                  <a:lnTo>
                    <a:pt x="7407661" y="1456854"/>
                  </a:lnTo>
                  <a:lnTo>
                    <a:pt x="7506464" y="1451325"/>
                  </a:lnTo>
                  <a:lnTo>
                    <a:pt x="7599346" y="1445164"/>
                  </a:lnTo>
                  <a:lnTo>
                    <a:pt x="7685416" y="1438337"/>
                  </a:lnTo>
                  <a:lnTo>
                    <a:pt x="7764449" y="1430781"/>
                  </a:lnTo>
                  <a:lnTo>
                    <a:pt x="7836693" y="1422413"/>
                  </a:lnTo>
                  <a:lnTo>
                    <a:pt x="7902705" y="1413125"/>
                  </a:lnTo>
                  <a:lnTo>
                    <a:pt x="7963226" y="1402794"/>
                  </a:lnTo>
                  <a:lnTo>
                    <a:pt x="8019086" y="1391287"/>
                  </a:lnTo>
                  <a:lnTo>
                    <a:pt x="8071131" y="1378474"/>
                  </a:lnTo>
                  <a:lnTo>
                    <a:pt x="8120175" y="1364252"/>
                  </a:lnTo>
                  <a:lnTo>
                    <a:pt x="8151487" y="1353993"/>
                  </a:lnTo>
                  <a:lnTo>
                    <a:pt x="8204333" y="1334529"/>
                  </a:lnTo>
                  <a:lnTo>
                    <a:pt x="8255503" y="1313057"/>
                  </a:lnTo>
                  <a:lnTo>
                    <a:pt x="8305640" y="1289548"/>
                  </a:lnTo>
                  <a:lnTo>
                    <a:pt x="8355209" y="1264046"/>
                  </a:lnTo>
                  <a:lnTo>
                    <a:pt x="8404534" y="1236670"/>
                  </a:lnTo>
                  <a:lnTo>
                    <a:pt x="8453822" y="1207627"/>
                  </a:lnTo>
                  <a:lnTo>
                    <a:pt x="8503182" y="1177203"/>
                  </a:lnTo>
                  <a:lnTo>
                    <a:pt x="8552646" y="1145759"/>
                  </a:lnTo>
                  <a:lnTo>
                    <a:pt x="8602188" y="1113713"/>
                  </a:lnTo>
                  <a:lnTo>
                    <a:pt x="8651751" y="1081518"/>
                  </a:lnTo>
                  <a:lnTo>
                    <a:pt x="8701271" y="1049636"/>
                  </a:lnTo>
                  <a:lnTo>
                    <a:pt x="8750698" y="1018511"/>
                  </a:lnTo>
                  <a:lnTo>
                    <a:pt x="8800025" y="988542"/>
                  </a:lnTo>
                  <a:lnTo>
                    <a:pt x="8849309" y="960065"/>
                  </a:lnTo>
                  <a:lnTo>
                    <a:pt x="8898692" y="933339"/>
                  </a:lnTo>
                  <a:lnTo>
                    <a:pt x="8948419" y="908538"/>
                  </a:lnTo>
                  <a:lnTo>
                    <a:pt x="8998863" y="885756"/>
                  </a:lnTo>
                  <a:lnTo>
                    <a:pt x="9050548" y="865007"/>
                  </a:lnTo>
                  <a:lnTo>
                    <a:pt x="9084767" y="852716"/>
                  </a:lnTo>
                  <a:lnTo>
                    <a:pt x="9132222" y="837531"/>
                  </a:lnTo>
                  <a:lnTo>
                    <a:pt x="9182185" y="823790"/>
                  </a:lnTo>
                  <a:lnTo>
                    <a:pt x="9235415" y="811427"/>
                  </a:lnTo>
                  <a:lnTo>
                    <a:pt x="9292742" y="800329"/>
                  </a:lnTo>
                  <a:lnTo>
                    <a:pt x="9355013" y="790362"/>
                  </a:lnTo>
                  <a:lnTo>
                    <a:pt x="9423037" y="781395"/>
                  </a:lnTo>
                  <a:lnTo>
                    <a:pt x="9497505" y="773310"/>
                  </a:lnTo>
                  <a:lnTo>
                    <a:pt x="9578888" y="766007"/>
                  </a:lnTo>
                  <a:lnTo>
                    <a:pt x="9667295" y="759408"/>
                  </a:lnTo>
                  <a:lnTo>
                    <a:pt x="9762298" y="753462"/>
                  </a:lnTo>
                  <a:lnTo>
                    <a:pt x="9862743" y="748140"/>
                  </a:lnTo>
                  <a:lnTo>
                    <a:pt x="9966586" y="743433"/>
                  </a:lnTo>
                  <a:lnTo>
                    <a:pt x="10070813" y="739349"/>
                  </a:lnTo>
                  <a:lnTo>
                    <a:pt x="10171554" y="735903"/>
                  </a:lnTo>
                  <a:lnTo>
                    <a:pt x="10264431" y="733104"/>
                  </a:lnTo>
                  <a:lnTo>
                    <a:pt x="10345169" y="730944"/>
                  </a:lnTo>
                  <a:lnTo>
                    <a:pt x="10410351" y="729384"/>
                  </a:lnTo>
                  <a:lnTo>
                    <a:pt x="10458137" y="728355"/>
                  </a:lnTo>
                  <a:lnTo>
                    <a:pt x="10488723" y="727761"/>
                  </a:lnTo>
                  <a:lnTo>
                    <a:pt x="10504438" y="727484"/>
                  </a:lnTo>
                  <a:lnTo>
                    <a:pt x="10509542" y="727402"/>
                  </a:lnTo>
                  <a:lnTo>
                    <a:pt x="10509911" y="727396"/>
                  </a:lnTo>
                  <a:lnTo>
                    <a:pt x="11981298" y="72739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27" name="pl1027"/>
            <p:cNvSpPr/>
            <p:nvPr/>
          </p:nvSpPr>
          <p:spPr>
            <a:xfrm>
              <a:off x="4799595" y="7913876"/>
              <a:ext cx="11981298" cy="1479312"/>
            </a:xfrm>
            <a:custGeom>
              <a:avLst/>
              <a:pathLst>
                <a:path w="11981298" h="1479312">
                  <a:moveTo>
                    <a:pt x="11981298" y="727396"/>
                  </a:moveTo>
                  <a:lnTo>
                    <a:pt x="10509911" y="727396"/>
                  </a:lnTo>
                  <a:lnTo>
                    <a:pt x="10508680" y="727415"/>
                  </a:lnTo>
                  <a:lnTo>
                    <a:pt x="10500603" y="727549"/>
                  </a:lnTo>
                  <a:lnTo>
                    <a:pt x="10480291" y="727919"/>
                  </a:lnTo>
                  <a:lnTo>
                    <a:pt x="10444098" y="728646"/>
                  </a:lnTo>
                  <a:lnTo>
                    <a:pt x="10390399" y="729843"/>
                  </a:lnTo>
                  <a:lnTo>
                    <a:pt x="10319709" y="731598"/>
                  </a:lnTo>
                  <a:lnTo>
                    <a:pt x="10234465" y="733970"/>
                  </a:lnTo>
                  <a:lnTo>
                    <a:pt x="10138457" y="736986"/>
                  </a:lnTo>
                  <a:lnTo>
                    <a:pt x="10036075" y="740647"/>
                  </a:lnTo>
                  <a:lnTo>
                    <a:pt x="9931584" y="744941"/>
                  </a:lnTo>
                  <a:lnTo>
                    <a:pt x="9828592" y="749854"/>
                  </a:lnTo>
                  <a:lnTo>
                    <a:pt x="9729789" y="755384"/>
                  </a:lnTo>
                  <a:lnTo>
                    <a:pt x="9636908" y="761544"/>
                  </a:lnTo>
                  <a:lnTo>
                    <a:pt x="9550837" y="768371"/>
                  </a:lnTo>
                  <a:lnTo>
                    <a:pt x="9471804" y="775927"/>
                  </a:lnTo>
                  <a:lnTo>
                    <a:pt x="9399561" y="784296"/>
                  </a:lnTo>
                  <a:lnTo>
                    <a:pt x="9333549" y="793584"/>
                  </a:lnTo>
                  <a:lnTo>
                    <a:pt x="9273027" y="803915"/>
                  </a:lnTo>
                  <a:lnTo>
                    <a:pt x="9217168" y="815422"/>
                  </a:lnTo>
                  <a:lnTo>
                    <a:pt x="9165122" y="828235"/>
                  </a:lnTo>
                  <a:lnTo>
                    <a:pt x="9116078" y="842456"/>
                  </a:lnTo>
                  <a:lnTo>
                    <a:pt x="9084767" y="852716"/>
                  </a:lnTo>
                  <a:lnTo>
                    <a:pt x="9031921" y="872180"/>
                  </a:lnTo>
                  <a:lnTo>
                    <a:pt x="8980750" y="893652"/>
                  </a:lnTo>
                  <a:lnTo>
                    <a:pt x="8930613" y="917160"/>
                  </a:lnTo>
                  <a:lnTo>
                    <a:pt x="8881044" y="942663"/>
                  </a:lnTo>
                  <a:lnTo>
                    <a:pt x="8831719" y="970038"/>
                  </a:lnTo>
                  <a:lnTo>
                    <a:pt x="8782431" y="999081"/>
                  </a:lnTo>
                  <a:lnTo>
                    <a:pt x="8733071" y="1029505"/>
                  </a:lnTo>
                  <a:lnTo>
                    <a:pt x="8683608" y="1060949"/>
                  </a:lnTo>
                  <a:lnTo>
                    <a:pt x="8634065" y="1092995"/>
                  </a:lnTo>
                  <a:lnTo>
                    <a:pt x="8584502" y="1125190"/>
                  </a:lnTo>
                  <a:lnTo>
                    <a:pt x="8534982" y="1157072"/>
                  </a:lnTo>
                  <a:lnTo>
                    <a:pt x="8485555" y="1188198"/>
                  </a:lnTo>
                  <a:lnTo>
                    <a:pt x="8436228" y="1218167"/>
                  </a:lnTo>
                  <a:lnTo>
                    <a:pt x="8386944" y="1246644"/>
                  </a:lnTo>
                  <a:lnTo>
                    <a:pt x="8337562" y="1273370"/>
                  </a:lnTo>
                  <a:lnTo>
                    <a:pt x="8287834" y="1298171"/>
                  </a:lnTo>
                  <a:lnTo>
                    <a:pt x="8237390" y="1320953"/>
                  </a:lnTo>
                  <a:lnTo>
                    <a:pt x="8185705" y="1341702"/>
                  </a:lnTo>
                  <a:lnTo>
                    <a:pt x="8151487" y="1353993"/>
                  </a:lnTo>
                  <a:lnTo>
                    <a:pt x="8104031" y="1369178"/>
                  </a:lnTo>
                  <a:lnTo>
                    <a:pt x="8054068" y="1382919"/>
                  </a:lnTo>
                  <a:lnTo>
                    <a:pt x="8000838" y="1395281"/>
                  </a:lnTo>
                  <a:lnTo>
                    <a:pt x="7943511" y="1406379"/>
                  </a:lnTo>
                  <a:lnTo>
                    <a:pt x="7881240" y="1416346"/>
                  </a:lnTo>
                  <a:lnTo>
                    <a:pt x="7813216" y="1425313"/>
                  </a:lnTo>
                  <a:lnTo>
                    <a:pt x="7738748" y="1433399"/>
                  </a:lnTo>
                  <a:lnTo>
                    <a:pt x="7657365" y="1440702"/>
                  </a:lnTo>
                  <a:lnTo>
                    <a:pt x="7568958" y="1447300"/>
                  </a:lnTo>
                  <a:lnTo>
                    <a:pt x="7473955" y="1453246"/>
                  </a:lnTo>
                  <a:lnTo>
                    <a:pt x="7373510" y="1458569"/>
                  </a:lnTo>
                  <a:lnTo>
                    <a:pt x="7269668" y="1463276"/>
                  </a:lnTo>
                  <a:lnTo>
                    <a:pt x="7165441" y="1467359"/>
                  </a:lnTo>
                  <a:lnTo>
                    <a:pt x="7064700" y="1470805"/>
                  </a:lnTo>
                  <a:lnTo>
                    <a:pt x="6971822" y="1473604"/>
                  </a:lnTo>
                  <a:lnTo>
                    <a:pt x="6891084" y="1475765"/>
                  </a:lnTo>
                  <a:lnTo>
                    <a:pt x="6825902" y="1477325"/>
                  </a:lnTo>
                  <a:lnTo>
                    <a:pt x="6778116" y="1478353"/>
                  </a:lnTo>
                  <a:lnTo>
                    <a:pt x="6747530" y="1478948"/>
                  </a:lnTo>
                  <a:lnTo>
                    <a:pt x="6731815" y="1479225"/>
                  </a:lnTo>
                  <a:lnTo>
                    <a:pt x="6726711" y="1479307"/>
                  </a:lnTo>
                  <a:lnTo>
                    <a:pt x="6726343" y="1479312"/>
                  </a:lnTo>
                  <a:lnTo>
                    <a:pt x="5254955" y="1479312"/>
                  </a:lnTo>
                  <a:lnTo>
                    <a:pt x="5253744" y="1479276"/>
                  </a:lnTo>
                  <a:lnTo>
                    <a:pt x="5245792" y="1479017"/>
                  </a:lnTo>
                  <a:lnTo>
                    <a:pt x="5225786" y="1478302"/>
                  </a:lnTo>
                  <a:lnTo>
                    <a:pt x="5190113" y="1476894"/>
                  </a:lnTo>
                  <a:lnTo>
                    <a:pt x="5137133" y="1474577"/>
                  </a:lnTo>
                  <a:lnTo>
                    <a:pt x="5067305" y="1471177"/>
                  </a:lnTo>
                  <a:lnTo>
                    <a:pt x="4982975" y="1466580"/>
                  </a:lnTo>
                  <a:lnTo>
                    <a:pt x="4887839" y="1460730"/>
                  </a:lnTo>
                  <a:lnTo>
                    <a:pt x="4786207" y="1453624"/>
                  </a:lnTo>
                  <a:lnTo>
                    <a:pt x="4682295" y="1445285"/>
                  </a:lnTo>
                  <a:lnTo>
                    <a:pt x="4579695" y="1435740"/>
                  </a:lnTo>
                  <a:lnTo>
                    <a:pt x="4481108" y="1424996"/>
                  </a:lnTo>
                  <a:lnTo>
                    <a:pt x="4388294" y="1413028"/>
                  </a:lnTo>
                  <a:lnTo>
                    <a:pt x="4302179" y="1399768"/>
                  </a:lnTo>
                  <a:lnTo>
                    <a:pt x="4223028" y="1385102"/>
                  </a:lnTo>
                  <a:lnTo>
                    <a:pt x="4150627" y="1368868"/>
                  </a:lnTo>
                  <a:lnTo>
                    <a:pt x="4084447" y="1350865"/>
                  </a:lnTo>
                  <a:lnTo>
                    <a:pt x="4023770" y="1330856"/>
                  </a:lnTo>
                  <a:lnTo>
                    <a:pt x="3967787" y="1308583"/>
                  </a:lnTo>
                  <a:lnTo>
                    <a:pt x="3915662" y="1283793"/>
                  </a:lnTo>
                  <a:lnTo>
                    <a:pt x="3866590" y="1256280"/>
                  </a:lnTo>
                  <a:lnTo>
                    <a:pt x="3829811" y="1232760"/>
                  </a:lnTo>
                  <a:lnTo>
                    <a:pt x="3783032" y="1199136"/>
                  </a:lnTo>
                  <a:lnTo>
                    <a:pt x="3737624" y="1162441"/>
                  </a:lnTo>
                  <a:lnTo>
                    <a:pt x="3693125" y="1122618"/>
                  </a:lnTo>
                  <a:lnTo>
                    <a:pt x="3649180" y="1079697"/>
                  </a:lnTo>
                  <a:lnTo>
                    <a:pt x="3605529" y="1033795"/>
                  </a:lnTo>
                  <a:lnTo>
                    <a:pt x="3561990" y="985132"/>
                  </a:lnTo>
                  <a:lnTo>
                    <a:pt x="3518445" y="934026"/>
                  </a:lnTo>
                  <a:lnTo>
                    <a:pt x="3474834" y="880891"/>
                  </a:lnTo>
                  <a:lnTo>
                    <a:pt x="3431142" y="826230"/>
                  </a:lnTo>
                  <a:lnTo>
                    <a:pt x="3387386" y="770609"/>
                  </a:lnTo>
                  <a:lnTo>
                    <a:pt x="3343605" y="714641"/>
                  </a:lnTo>
                  <a:lnTo>
                    <a:pt x="3299845" y="658954"/>
                  </a:lnTo>
                  <a:lnTo>
                    <a:pt x="3256145" y="604163"/>
                  </a:lnTo>
                  <a:lnTo>
                    <a:pt x="3212526" y="550841"/>
                  </a:lnTo>
                  <a:lnTo>
                    <a:pt x="3168976" y="499498"/>
                  </a:lnTo>
                  <a:lnTo>
                    <a:pt x="3125440" y="450559"/>
                  </a:lnTo>
                  <a:lnTo>
                    <a:pt x="3081808" y="404352"/>
                  </a:lnTo>
                  <a:lnTo>
                    <a:pt x="3037906" y="361106"/>
                  </a:lnTo>
                  <a:lnTo>
                    <a:pt x="2993480" y="320952"/>
                  </a:lnTo>
                  <a:lnTo>
                    <a:pt x="2948189" y="283925"/>
                  </a:lnTo>
                  <a:lnTo>
                    <a:pt x="2901582" y="249980"/>
                  </a:lnTo>
                  <a:lnTo>
                    <a:pt x="2896531" y="246552"/>
                  </a:lnTo>
                  <a:lnTo>
                    <a:pt x="2849340" y="216831"/>
                  </a:lnTo>
                  <a:lnTo>
                    <a:pt x="2799671" y="189922"/>
                  </a:lnTo>
                  <a:lnTo>
                    <a:pt x="2746780" y="165697"/>
                  </a:lnTo>
                  <a:lnTo>
                    <a:pt x="2689851" y="143937"/>
                  </a:lnTo>
                  <a:lnTo>
                    <a:pt x="2628048" y="124384"/>
                  </a:lnTo>
                  <a:lnTo>
                    <a:pt x="2560576" y="106783"/>
                  </a:lnTo>
                  <a:lnTo>
                    <a:pt x="2486748" y="90905"/>
                  </a:lnTo>
                  <a:lnTo>
                    <a:pt x="2406093" y="76555"/>
                  </a:lnTo>
                  <a:lnTo>
                    <a:pt x="2318484" y="63584"/>
                  </a:lnTo>
                  <a:lnTo>
                    <a:pt x="2224314" y="51885"/>
                  </a:lnTo>
                  <a:lnTo>
                    <a:pt x="2124677" y="41402"/>
                  </a:lnTo>
                  <a:lnTo>
                    <a:pt x="2021530" y="32116"/>
                  </a:lnTo>
                  <a:lnTo>
                    <a:pt x="1917780" y="24042"/>
                  </a:lnTo>
                  <a:lnTo>
                    <a:pt x="1817185" y="17207"/>
                  </a:lnTo>
                  <a:lnTo>
                    <a:pt x="1724034" y="11631"/>
                  </a:lnTo>
                  <a:lnTo>
                    <a:pt x="1642569" y="7299"/>
                  </a:lnTo>
                  <a:lnTo>
                    <a:pt x="1576251" y="4146"/>
                  </a:lnTo>
                  <a:lnTo>
                    <a:pt x="1527055" y="2043"/>
                  </a:lnTo>
                  <a:lnTo>
                    <a:pt x="1494987" y="804"/>
                  </a:lnTo>
                  <a:lnTo>
                    <a:pt x="1477962" y="208"/>
                  </a:lnTo>
                  <a:lnTo>
                    <a:pt x="1471976" y="17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28" name="pg1028"/>
            <p:cNvSpPr/>
            <p:nvPr/>
          </p:nvSpPr>
          <p:spPr>
            <a:xfrm>
              <a:off x="4799595" y="5184095"/>
              <a:ext cx="11981298" cy="4871106"/>
            </a:xfrm>
            <a:custGeom>
              <a:avLst/>
              <a:pathLst>
                <a:path w="11981298" h="4871106">
                  <a:moveTo>
                    <a:pt x="0" y="2836030"/>
                  </a:moveTo>
                  <a:lnTo>
                    <a:pt x="1471387" y="2836030"/>
                  </a:lnTo>
                  <a:lnTo>
                    <a:pt x="1472576" y="2836079"/>
                  </a:lnTo>
                  <a:lnTo>
                    <a:pt x="1480382" y="2836428"/>
                  </a:lnTo>
                  <a:lnTo>
                    <a:pt x="1500034" y="2837393"/>
                  </a:lnTo>
                  <a:lnTo>
                    <a:pt x="1535106" y="2839293"/>
                  </a:lnTo>
                  <a:lnTo>
                    <a:pt x="1587250" y="2842421"/>
                  </a:lnTo>
                  <a:lnTo>
                    <a:pt x="1656077" y="2847013"/>
                  </a:lnTo>
                  <a:lnTo>
                    <a:pt x="1739339" y="2853227"/>
                  </a:lnTo>
                  <a:lnTo>
                    <a:pt x="1833452" y="2861140"/>
                  </a:lnTo>
                  <a:lnTo>
                    <a:pt x="1934199" y="2870761"/>
                  </a:lnTo>
                  <a:lnTo>
                    <a:pt x="2037422" y="2882058"/>
                  </a:lnTo>
                  <a:lnTo>
                    <a:pt x="2139550" y="2894996"/>
                  </a:lnTo>
                  <a:lnTo>
                    <a:pt x="2237873" y="2909562"/>
                  </a:lnTo>
                  <a:lnTo>
                    <a:pt x="2330596" y="2925785"/>
                  </a:lnTo>
                  <a:lnTo>
                    <a:pt x="2416753" y="2943752"/>
                  </a:lnTo>
                  <a:lnTo>
                    <a:pt x="2496036" y="2963614"/>
                  </a:lnTo>
                  <a:lnTo>
                    <a:pt x="2568619" y="2985580"/>
                  </a:lnTo>
                  <a:lnTo>
                    <a:pt x="2634996" y="3009919"/>
                  </a:lnTo>
                  <a:lnTo>
                    <a:pt x="2695857" y="3036947"/>
                  </a:lnTo>
                  <a:lnTo>
                    <a:pt x="2751990" y="3067008"/>
                  </a:lnTo>
                  <a:lnTo>
                    <a:pt x="2804215" y="3100448"/>
                  </a:lnTo>
                  <a:lnTo>
                    <a:pt x="2853326" y="3137557"/>
                  </a:lnTo>
                  <a:lnTo>
                    <a:pt x="2896531" y="3175209"/>
                  </a:lnTo>
                  <a:lnTo>
                    <a:pt x="2939074" y="3217037"/>
                  </a:lnTo>
                  <a:lnTo>
                    <a:pt x="2980447" y="3262341"/>
                  </a:lnTo>
                  <a:lnTo>
                    <a:pt x="3021010" y="3311188"/>
                  </a:lnTo>
                  <a:lnTo>
                    <a:pt x="3061044" y="3363570"/>
                  </a:lnTo>
                  <a:lnTo>
                    <a:pt x="3100767" y="3419397"/>
                  </a:lnTo>
                  <a:lnTo>
                    <a:pt x="3140336" y="3478486"/>
                  </a:lnTo>
                  <a:lnTo>
                    <a:pt x="3179864" y="3540562"/>
                  </a:lnTo>
                  <a:lnTo>
                    <a:pt x="3219419" y="3605255"/>
                  </a:lnTo>
                  <a:lnTo>
                    <a:pt x="3259035" y="3672108"/>
                  </a:lnTo>
                  <a:lnTo>
                    <a:pt x="3298718" y="3740587"/>
                  </a:lnTo>
                  <a:lnTo>
                    <a:pt x="3338452" y="3810102"/>
                  </a:lnTo>
                  <a:lnTo>
                    <a:pt x="3378208" y="3880018"/>
                  </a:lnTo>
                  <a:lnTo>
                    <a:pt x="3417950" y="3949689"/>
                  </a:lnTo>
                  <a:lnTo>
                    <a:pt x="3457647" y="4018478"/>
                  </a:lnTo>
                  <a:lnTo>
                    <a:pt x="3497280" y="4085779"/>
                  </a:lnTo>
                  <a:lnTo>
                    <a:pt x="3536849" y="4151043"/>
                  </a:lnTo>
                  <a:lnTo>
                    <a:pt x="3576378" y="4213793"/>
                  </a:lnTo>
                  <a:lnTo>
                    <a:pt x="3615929" y="4273639"/>
                  </a:lnTo>
                  <a:lnTo>
                    <a:pt x="3655601" y="4330281"/>
                  </a:lnTo>
                  <a:lnTo>
                    <a:pt x="3695542" y="4383514"/>
                  </a:lnTo>
                  <a:lnTo>
                    <a:pt x="3735953" y="4433226"/>
                  </a:lnTo>
                  <a:lnTo>
                    <a:pt x="3777098" y="4479389"/>
                  </a:lnTo>
                  <a:lnTo>
                    <a:pt x="3819318" y="4522053"/>
                  </a:lnTo>
                  <a:lnTo>
                    <a:pt x="3829811" y="4531927"/>
                  </a:lnTo>
                  <a:lnTo>
                    <a:pt x="3876694" y="4572564"/>
                  </a:lnTo>
                  <a:lnTo>
                    <a:pt x="3926018" y="4609384"/>
                  </a:lnTo>
                  <a:lnTo>
                    <a:pt x="3978514" y="4642553"/>
                  </a:lnTo>
                  <a:lnTo>
                    <a:pt x="4034981" y="4672368"/>
                  </a:lnTo>
                  <a:lnTo>
                    <a:pt x="4096239" y="4699177"/>
                  </a:lnTo>
                  <a:lnTo>
                    <a:pt x="4163070" y="4723324"/>
                  </a:lnTo>
                  <a:lnTo>
                    <a:pt x="4236153" y="4745119"/>
                  </a:lnTo>
                  <a:lnTo>
                    <a:pt x="4315963" y="4764829"/>
                  </a:lnTo>
                  <a:lnTo>
                    <a:pt x="4402642" y="4782658"/>
                  </a:lnTo>
                  <a:lnTo>
                    <a:pt x="4495840" y="4798751"/>
                  </a:lnTo>
                  <a:lnTo>
                    <a:pt x="4594529" y="4813191"/>
                  </a:lnTo>
                  <a:lnTo>
                    <a:pt x="4696850" y="4826004"/>
                  </a:lnTo>
                  <a:lnTo>
                    <a:pt x="4800019" y="4837174"/>
                  </a:lnTo>
                  <a:lnTo>
                    <a:pt x="4900408" y="4846665"/>
                  </a:lnTo>
                  <a:lnTo>
                    <a:pt x="4993834" y="4854446"/>
                  </a:lnTo>
                  <a:lnTo>
                    <a:pt x="5076102" y="4860532"/>
                  </a:lnTo>
                  <a:lnTo>
                    <a:pt x="5143705" y="4865005"/>
                  </a:lnTo>
                  <a:lnTo>
                    <a:pt x="5194526" y="4868029"/>
                  </a:lnTo>
                  <a:lnTo>
                    <a:pt x="5228329" y="4869846"/>
                  </a:lnTo>
                  <a:lnTo>
                    <a:pt x="5246923" y="4870753"/>
                  </a:lnTo>
                  <a:lnTo>
                    <a:pt x="5254016" y="4871068"/>
                  </a:lnTo>
                  <a:lnTo>
                    <a:pt x="5254955" y="4871106"/>
                  </a:lnTo>
                  <a:lnTo>
                    <a:pt x="6726343" y="4871106"/>
                  </a:lnTo>
                  <a:lnTo>
                    <a:pt x="6727232" y="4871020"/>
                  </a:lnTo>
                  <a:lnTo>
                    <a:pt x="6733107" y="4870401"/>
                  </a:lnTo>
                  <a:lnTo>
                    <a:pt x="6748022" y="4868691"/>
                  </a:lnTo>
                  <a:lnTo>
                    <a:pt x="6774946" y="4865320"/>
                  </a:lnTo>
                  <a:lnTo>
                    <a:pt x="6815602" y="4859745"/>
                  </a:lnTo>
                  <a:lnTo>
                    <a:pt x="6870338" y="4851495"/>
                  </a:lnTo>
                  <a:lnTo>
                    <a:pt x="6938156" y="4840213"/>
                  </a:lnTo>
                  <a:lnTo>
                    <a:pt x="7016928" y="4825676"/>
                  </a:lnTo>
                  <a:lnTo>
                    <a:pt x="7103777" y="4807789"/>
                  </a:lnTo>
                  <a:lnTo>
                    <a:pt x="7195522" y="4786557"/>
                  </a:lnTo>
                  <a:lnTo>
                    <a:pt x="7289094" y="4762038"/>
                  </a:lnTo>
                  <a:lnTo>
                    <a:pt x="7381840" y="4734299"/>
                  </a:lnTo>
                  <a:lnTo>
                    <a:pt x="7471686" y="4703369"/>
                  </a:lnTo>
                  <a:lnTo>
                    <a:pt x="7557185" y="4669210"/>
                  </a:lnTo>
                  <a:lnTo>
                    <a:pt x="7637467" y="4631695"/>
                  </a:lnTo>
                  <a:lnTo>
                    <a:pt x="7712144" y="4590599"/>
                  </a:lnTo>
                  <a:lnTo>
                    <a:pt x="7781201" y="4545598"/>
                  </a:lnTo>
                  <a:lnTo>
                    <a:pt x="7844893" y="4496267"/>
                  </a:lnTo>
                  <a:lnTo>
                    <a:pt x="7903650" y="4442097"/>
                  </a:lnTo>
                  <a:lnTo>
                    <a:pt x="7958013" y="4382508"/>
                  </a:lnTo>
                  <a:lnTo>
                    <a:pt x="8008575" y="4316880"/>
                  </a:lnTo>
                  <a:lnTo>
                    <a:pt x="8055949" y="4244603"/>
                  </a:lnTo>
                  <a:lnTo>
                    <a:pt x="8100727" y="4165151"/>
                  </a:lnTo>
                  <a:lnTo>
                    <a:pt x="8143457" y="4078212"/>
                  </a:lnTo>
                  <a:lnTo>
                    <a:pt x="8151487" y="4060617"/>
                  </a:lnTo>
                  <a:lnTo>
                    <a:pt x="8181352" y="3991650"/>
                  </a:lnTo>
                  <a:lnTo>
                    <a:pt x="8210586" y="3918663"/>
                  </a:lnTo>
                  <a:lnTo>
                    <a:pt x="8239325" y="3841579"/>
                  </a:lnTo>
                  <a:lnTo>
                    <a:pt x="8267686" y="3760355"/>
                  </a:lnTo>
                  <a:lnTo>
                    <a:pt x="8295764" y="3674993"/>
                  </a:lnTo>
                  <a:lnTo>
                    <a:pt x="8323642" y="3585543"/>
                  </a:lnTo>
                  <a:lnTo>
                    <a:pt x="8351386" y="3492103"/>
                  </a:lnTo>
                  <a:lnTo>
                    <a:pt x="8379048" y="3394825"/>
                  </a:lnTo>
                  <a:lnTo>
                    <a:pt x="8406672" y="3293913"/>
                  </a:lnTo>
                  <a:lnTo>
                    <a:pt x="8434287" y="3189626"/>
                  </a:lnTo>
                  <a:lnTo>
                    <a:pt x="8461917" y="3082276"/>
                  </a:lnTo>
                  <a:lnTo>
                    <a:pt x="8489573" y="2972224"/>
                  </a:lnTo>
                  <a:lnTo>
                    <a:pt x="8517262" y="2859878"/>
                  </a:lnTo>
                  <a:lnTo>
                    <a:pt x="8544985" y="2745686"/>
                  </a:lnTo>
                  <a:lnTo>
                    <a:pt x="8572734" y="2630130"/>
                  </a:lnTo>
                  <a:lnTo>
                    <a:pt x="8600502" y="2513715"/>
                  </a:lnTo>
                  <a:lnTo>
                    <a:pt x="8628278" y="2396965"/>
                  </a:lnTo>
                  <a:lnTo>
                    <a:pt x="8656050" y="2280408"/>
                  </a:lnTo>
                  <a:lnTo>
                    <a:pt x="8683805" y="2164570"/>
                  </a:lnTo>
                  <a:lnTo>
                    <a:pt x="8711535" y="2049962"/>
                  </a:lnTo>
                  <a:lnTo>
                    <a:pt x="8739234" y="1937074"/>
                  </a:lnTo>
                  <a:lnTo>
                    <a:pt x="8766899" y="1826363"/>
                  </a:lnTo>
                  <a:lnTo>
                    <a:pt x="8794534" y="1718248"/>
                  </a:lnTo>
                  <a:lnTo>
                    <a:pt x="8822152" y="1613104"/>
                  </a:lnTo>
                  <a:lnTo>
                    <a:pt x="8849771" y="1511257"/>
                  </a:lnTo>
                  <a:lnTo>
                    <a:pt x="8877419" y="1412979"/>
                  </a:lnTo>
                  <a:lnTo>
                    <a:pt x="8905136" y="1318489"/>
                  </a:lnTo>
                  <a:lnTo>
                    <a:pt x="8932972" y="1227954"/>
                  </a:lnTo>
                  <a:lnTo>
                    <a:pt x="8960989" y="1141485"/>
                  </a:lnTo>
                  <a:lnTo>
                    <a:pt x="8989265" y="1059146"/>
                  </a:lnTo>
                  <a:lnTo>
                    <a:pt x="9017892" y="980950"/>
                  </a:lnTo>
                  <a:lnTo>
                    <a:pt x="9046980" y="906867"/>
                  </a:lnTo>
                  <a:lnTo>
                    <a:pt x="9076661" y="836828"/>
                  </a:lnTo>
                  <a:lnTo>
                    <a:pt x="9084767" y="818661"/>
                  </a:lnTo>
                  <a:lnTo>
                    <a:pt x="9127159" y="730274"/>
                  </a:lnTo>
                  <a:lnTo>
                    <a:pt x="9171502" y="649397"/>
                  </a:lnTo>
                  <a:lnTo>
                    <a:pt x="9218331" y="575775"/>
                  </a:lnTo>
                  <a:lnTo>
                    <a:pt x="9268232" y="508913"/>
                  </a:lnTo>
                  <a:lnTo>
                    <a:pt x="9321816" y="448211"/>
                  </a:lnTo>
                  <a:lnTo>
                    <a:pt x="9379683" y="393045"/>
                  </a:lnTo>
                  <a:lnTo>
                    <a:pt x="9442388" y="342825"/>
                  </a:lnTo>
                  <a:lnTo>
                    <a:pt x="9510386" y="297026"/>
                  </a:lnTo>
                  <a:lnTo>
                    <a:pt x="9583973" y="255207"/>
                  </a:lnTo>
                  <a:lnTo>
                    <a:pt x="9663193" y="217023"/>
                  </a:lnTo>
                  <a:lnTo>
                    <a:pt x="9747739" y="182231"/>
                  </a:lnTo>
                  <a:lnTo>
                    <a:pt x="9836842" y="150685"/>
                  </a:lnTo>
                  <a:lnTo>
                    <a:pt x="9929171" y="122331"/>
                  </a:lnTo>
                  <a:lnTo>
                    <a:pt x="10022775" y="97188"/>
                  </a:lnTo>
                  <a:lnTo>
                    <a:pt x="10115101" y="75317"/>
                  </a:lnTo>
                  <a:lnTo>
                    <a:pt x="10203141" y="56784"/>
                  </a:lnTo>
                  <a:lnTo>
                    <a:pt x="10283706" y="41606"/>
                  </a:lnTo>
                  <a:lnTo>
                    <a:pt x="10353827" y="29711"/>
                  </a:lnTo>
                  <a:lnTo>
                    <a:pt x="10411198" y="20901"/>
                  </a:lnTo>
                  <a:lnTo>
                    <a:pt x="10454580" y="14845"/>
                  </a:lnTo>
                  <a:lnTo>
                    <a:pt x="10484055" y="11090"/>
                  </a:lnTo>
                  <a:lnTo>
                    <a:pt x="10501086" y="9105"/>
                  </a:lnTo>
                  <a:lnTo>
                    <a:pt x="10508417" y="8320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9021" y="86"/>
                  </a:lnTo>
                  <a:lnTo>
                    <a:pt x="10503146" y="705"/>
                  </a:lnTo>
                  <a:lnTo>
                    <a:pt x="10488232" y="2415"/>
                  </a:lnTo>
                  <a:lnTo>
                    <a:pt x="10461307" y="5786"/>
                  </a:lnTo>
                  <a:lnTo>
                    <a:pt x="10420651" y="11361"/>
                  </a:lnTo>
                  <a:lnTo>
                    <a:pt x="10365915" y="19611"/>
                  </a:lnTo>
                  <a:lnTo>
                    <a:pt x="10298097" y="30893"/>
                  </a:lnTo>
                  <a:lnTo>
                    <a:pt x="10219325" y="45430"/>
                  </a:lnTo>
                  <a:lnTo>
                    <a:pt x="10132476" y="63317"/>
                  </a:lnTo>
                  <a:lnTo>
                    <a:pt x="10040731" y="84549"/>
                  </a:lnTo>
                  <a:lnTo>
                    <a:pt x="9947159" y="109068"/>
                  </a:lnTo>
                  <a:lnTo>
                    <a:pt x="9854413" y="136807"/>
                  </a:lnTo>
                  <a:lnTo>
                    <a:pt x="9764567" y="167737"/>
                  </a:lnTo>
                  <a:lnTo>
                    <a:pt x="9679068" y="201896"/>
                  </a:lnTo>
                  <a:lnTo>
                    <a:pt x="9598786" y="239411"/>
                  </a:lnTo>
                  <a:lnTo>
                    <a:pt x="9524110" y="280507"/>
                  </a:lnTo>
                  <a:lnTo>
                    <a:pt x="9455052" y="325508"/>
                  </a:lnTo>
                  <a:lnTo>
                    <a:pt x="9391360" y="374839"/>
                  </a:lnTo>
                  <a:lnTo>
                    <a:pt x="9332603" y="429009"/>
                  </a:lnTo>
                  <a:lnTo>
                    <a:pt x="9278240" y="488598"/>
                  </a:lnTo>
                  <a:lnTo>
                    <a:pt x="9227678" y="554226"/>
                  </a:lnTo>
                  <a:lnTo>
                    <a:pt x="9180304" y="626503"/>
                  </a:lnTo>
                  <a:lnTo>
                    <a:pt x="9135526" y="705955"/>
                  </a:lnTo>
                  <a:lnTo>
                    <a:pt x="9092797" y="792894"/>
                  </a:lnTo>
                  <a:lnTo>
                    <a:pt x="9084767" y="810489"/>
                  </a:lnTo>
                  <a:lnTo>
                    <a:pt x="9054901" y="879456"/>
                  </a:lnTo>
                  <a:lnTo>
                    <a:pt x="9025667" y="952443"/>
                  </a:lnTo>
                  <a:lnTo>
                    <a:pt x="8996928" y="1029527"/>
                  </a:lnTo>
                  <a:lnTo>
                    <a:pt x="8968567" y="1110751"/>
                  </a:lnTo>
                  <a:lnTo>
                    <a:pt x="8940489" y="1196113"/>
                  </a:lnTo>
                  <a:lnTo>
                    <a:pt x="8912611" y="1285563"/>
                  </a:lnTo>
                  <a:lnTo>
                    <a:pt x="8884868" y="1379003"/>
                  </a:lnTo>
                  <a:lnTo>
                    <a:pt x="8857205" y="1476281"/>
                  </a:lnTo>
                  <a:lnTo>
                    <a:pt x="8829582" y="1577193"/>
                  </a:lnTo>
                  <a:lnTo>
                    <a:pt x="8801966" y="1681480"/>
                  </a:lnTo>
                  <a:lnTo>
                    <a:pt x="8774337" y="1788830"/>
                  </a:lnTo>
                  <a:lnTo>
                    <a:pt x="8746680" y="1898882"/>
                  </a:lnTo>
                  <a:lnTo>
                    <a:pt x="8718991" y="2011228"/>
                  </a:lnTo>
                  <a:lnTo>
                    <a:pt x="8691269" y="2125420"/>
                  </a:lnTo>
                  <a:lnTo>
                    <a:pt x="8663519" y="2240976"/>
                  </a:lnTo>
                  <a:lnTo>
                    <a:pt x="8635751" y="2357391"/>
                  </a:lnTo>
                  <a:lnTo>
                    <a:pt x="8607975" y="2474141"/>
                  </a:lnTo>
                  <a:lnTo>
                    <a:pt x="8580204" y="2590698"/>
                  </a:lnTo>
                  <a:lnTo>
                    <a:pt x="8552448" y="2706536"/>
                  </a:lnTo>
                  <a:lnTo>
                    <a:pt x="8524718" y="2821144"/>
                  </a:lnTo>
                  <a:lnTo>
                    <a:pt x="8497020" y="2934032"/>
                  </a:lnTo>
                  <a:lnTo>
                    <a:pt x="8469355" y="3044743"/>
                  </a:lnTo>
                  <a:lnTo>
                    <a:pt x="8441719" y="3152858"/>
                  </a:lnTo>
                  <a:lnTo>
                    <a:pt x="8414101" y="3258002"/>
                  </a:lnTo>
                  <a:lnTo>
                    <a:pt x="8386483" y="3359849"/>
                  </a:lnTo>
                  <a:lnTo>
                    <a:pt x="8358834" y="3458127"/>
                  </a:lnTo>
                  <a:lnTo>
                    <a:pt x="8331117" y="3552617"/>
                  </a:lnTo>
                  <a:lnTo>
                    <a:pt x="8303282" y="3643152"/>
                  </a:lnTo>
                  <a:lnTo>
                    <a:pt x="8275264" y="3729621"/>
                  </a:lnTo>
                  <a:lnTo>
                    <a:pt x="8246989" y="3811960"/>
                  </a:lnTo>
                  <a:lnTo>
                    <a:pt x="8218362" y="3890156"/>
                  </a:lnTo>
                  <a:lnTo>
                    <a:pt x="8189273" y="3964239"/>
                  </a:lnTo>
                  <a:lnTo>
                    <a:pt x="8159593" y="4034278"/>
                  </a:lnTo>
                  <a:lnTo>
                    <a:pt x="8151487" y="4052445"/>
                  </a:lnTo>
                  <a:lnTo>
                    <a:pt x="8109094" y="4140832"/>
                  </a:lnTo>
                  <a:lnTo>
                    <a:pt x="8064751" y="4221709"/>
                  </a:lnTo>
                  <a:lnTo>
                    <a:pt x="8017922" y="4295331"/>
                  </a:lnTo>
                  <a:lnTo>
                    <a:pt x="7968021" y="4362193"/>
                  </a:lnTo>
                  <a:lnTo>
                    <a:pt x="7914437" y="4422895"/>
                  </a:lnTo>
                  <a:lnTo>
                    <a:pt x="7856570" y="4478061"/>
                  </a:lnTo>
                  <a:lnTo>
                    <a:pt x="7793866" y="4528281"/>
                  </a:lnTo>
                  <a:lnTo>
                    <a:pt x="7725867" y="4574080"/>
                  </a:lnTo>
                  <a:lnTo>
                    <a:pt x="7652280" y="4615899"/>
                  </a:lnTo>
                  <a:lnTo>
                    <a:pt x="7573060" y="4654083"/>
                  </a:lnTo>
                  <a:lnTo>
                    <a:pt x="7488514" y="4688875"/>
                  </a:lnTo>
                  <a:lnTo>
                    <a:pt x="7399411" y="4720421"/>
                  </a:lnTo>
                  <a:lnTo>
                    <a:pt x="7307082" y="4748775"/>
                  </a:lnTo>
                  <a:lnTo>
                    <a:pt x="7213479" y="4773918"/>
                  </a:lnTo>
                  <a:lnTo>
                    <a:pt x="7121153" y="4795789"/>
                  </a:lnTo>
                  <a:lnTo>
                    <a:pt x="7033113" y="4814322"/>
                  </a:lnTo>
                  <a:lnTo>
                    <a:pt x="6952547" y="4829500"/>
                  </a:lnTo>
                  <a:lnTo>
                    <a:pt x="6882426" y="4841395"/>
                  </a:lnTo>
                  <a:lnTo>
                    <a:pt x="6825055" y="4850205"/>
                  </a:lnTo>
                  <a:lnTo>
                    <a:pt x="6781673" y="4856261"/>
                  </a:lnTo>
                  <a:lnTo>
                    <a:pt x="6752199" y="4860016"/>
                  </a:lnTo>
                  <a:lnTo>
                    <a:pt x="6735167" y="4862001"/>
                  </a:lnTo>
                  <a:lnTo>
                    <a:pt x="6727836" y="4862786"/>
                  </a:lnTo>
                  <a:lnTo>
                    <a:pt x="6726343" y="4862934"/>
                  </a:lnTo>
                  <a:lnTo>
                    <a:pt x="5254955" y="4862934"/>
                  </a:lnTo>
                  <a:lnTo>
                    <a:pt x="5253766" y="4862885"/>
                  </a:lnTo>
                  <a:lnTo>
                    <a:pt x="5245960" y="4862535"/>
                  </a:lnTo>
                  <a:lnTo>
                    <a:pt x="5226308" y="4861570"/>
                  </a:lnTo>
                  <a:lnTo>
                    <a:pt x="5191236" y="4859670"/>
                  </a:lnTo>
                  <a:lnTo>
                    <a:pt x="5139092" y="4856543"/>
                  </a:lnTo>
                  <a:lnTo>
                    <a:pt x="5070265" y="4851951"/>
                  </a:lnTo>
                  <a:lnTo>
                    <a:pt x="4987003" y="4845736"/>
                  </a:lnTo>
                  <a:lnTo>
                    <a:pt x="4892890" y="4837823"/>
                  </a:lnTo>
                  <a:lnTo>
                    <a:pt x="4792143" y="4828203"/>
                  </a:lnTo>
                  <a:lnTo>
                    <a:pt x="4688920" y="4816905"/>
                  </a:lnTo>
                  <a:lnTo>
                    <a:pt x="4586792" y="4803967"/>
                  </a:lnTo>
                  <a:lnTo>
                    <a:pt x="4488469" y="4789402"/>
                  </a:lnTo>
                  <a:lnTo>
                    <a:pt x="4395746" y="4773179"/>
                  </a:lnTo>
                  <a:lnTo>
                    <a:pt x="4309589" y="4755211"/>
                  </a:lnTo>
                  <a:lnTo>
                    <a:pt x="4230306" y="4735349"/>
                  </a:lnTo>
                  <a:lnTo>
                    <a:pt x="4157723" y="4713383"/>
                  </a:lnTo>
                  <a:lnTo>
                    <a:pt x="4091346" y="4689044"/>
                  </a:lnTo>
                  <a:lnTo>
                    <a:pt x="4030485" y="4662017"/>
                  </a:lnTo>
                  <a:lnTo>
                    <a:pt x="3974352" y="4631955"/>
                  </a:lnTo>
                  <a:lnTo>
                    <a:pt x="3922128" y="4598516"/>
                  </a:lnTo>
                  <a:lnTo>
                    <a:pt x="3873016" y="4561407"/>
                  </a:lnTo>
                  <a:lnTo>
                    <a:pt x="3829811" y="4523754"/>
                  </a:lnTo>
                  <a:lnTo>
                    <a:pt x="3787268" y="4481926"/>
                  </a:lnTo>
                  <a:lnTo>
                    <a:pt x="3745895" y="4436622"/>
                  </a:lnTo>
                  <a:lnTo>
                    <a:pt x="3705332" y="4387776"/>
                  </a:lnTo>
                  <a:lnTo>
                    <a:pt x="3665298" y="4335393"/>
                  </a:lnTo>
                  <a:lnTo>
                    <a:pt x="3625576" y="4279566"/>
                  </a:lnTo>
                  <a:lnTo>
                    <a:pt x="3586006" y="4220477"/>
                  </a:lnTo>
                  <a:lnTo>
                    <a:pt x="3546478" y="4158402"/>
                  </a:lnTo>
                  <a:lnTo>
                    <a:pt x="3506923" y="4093709"/>
                  </a:lnTo>
                  <a:lnTo>
                    <a:pt x="3467307" y="4026856"/>
                  </a:lnTo>
                  <a:lnTo>
                    <a:pt x="3427624" y="3958376"/>
                  </a:lnTo>
                  <a:lnTo>
                    <a:pt x="3387890" y="3888862"/>
                  </a:lnTo>
                  <a:lnTo>
                    <a:pt x="3348135" y="3818945"/>
                  </a:lnTo>
                  <a:lnTo>
                    <a:pt x="3308392" y="3749274"/>
                  </a:lnTo>
                  <a:lnTo>
                    <a:pt x="3268695" y="3680486"/>
                  </a:lnTo>
                  <a:lnTo>
                    <a:pt x="3229062" y="3613185"/>
                  </a:lnTo>
                  <a:lnTo>
                    <a:pt x="3189493" y="3547921"/>
                  </a:lnTo>
                  <a:lnTo>
                    <a:pt x="3149964" y="3485170"/>
                  </a:lnTo>
                  <a:lnTo>
                    <a:pt x="3110413" y="3425324"/>
                  </a:lnTo>
                  <a:lnTo>
                    <a:pt x="3070741" y="3368683"/>
                  </a:lnTo>
                  <a:lnTo>
                    <a:pt x="3030800" y="3315450"/>
                  </a:lnTo>
                  <a:lnTo>
                    <a:pt x="2990389" y="3265738"/>
                  </a:lnTo>
                  <a:lnTo>
                    <a:pt x="2949244" y="3219575"/>
                  </a:lnTo>
                  <a:lnTo>
                    <a:pt x="2907024" y="3176910"/>
                  </a:lnTo>
                  <a:lnTo>
                    <a:pt x="2896531" y="3167036"/>
                  </a:lnTo>
                  <a:lnTo>
                    <a:pt x="2849648" y="3126399"/>
                  </a:lnTo>
                  <a:lnTo>
                    <a:pt x="2800324" y="3089580"/>
                  </a:lnTo>
                  <a:lnTo>
                    <a:pt x="2747828" y="3056411"/>
                  </a:lnTo>
                  <a:lnTo>
                    <a:pt x="2691361" y="3026595"/>
                  </a:lnTo>
                  <a:lnTo>
                    <a:pt x="2630104" y="2999786"/>
                  </a:lnTo>
                  <a:lnTo>
                    <a:pt x="2563272" y="2975640"/>
                  </a:lnTo>
                  <a:lnTo>
                    <a:pt x="2490189" y="2953844"/>
                  </a:lnTo>
                  <a:lnTo>
                    <a:pt x="2410379" y="2934135"/>
                  </a:lnTo>
                  <a:lnTo>
                    <a:pt x="2323700" y="2916305"/>
                  </a:lnTo>
                  <a:lnTo>
                    <a:pt x="2230502" y="2900212"/>
                  </a:lnTo>
                  <a:lnTo>
                    <a:pt x="2131813" y="2885772"/>
                  </a:lnTo>
                  <a:lnTo>
                    <a:pt x="2029492" y="2872959"/>
                  </a:lnTo>
                  <a:lnTo>
                    <a:pt x="1926323" y="2861789"/>
                  </a:lnTo>
                  <a:lnTo>
                    <a:pt x="1825934" y="2852299"/>
                  </a:lnTo>
                  <a:lnTo>
                    <a:pt x="1732508" y="2844517"/>
                  </a:lnTo>
                  <a:lnTo>
                    <a:pt x="1650240" y="2838431"/>
                  </a:lnTo>
                  <a:lnTo>
                    <a:pt x="1582637" y="2833958"/>
                  </a:lnTo>
                  <a:lnTo>
                    <a:pt x="1531816" y="2830934"/>
                  </a:lnTo>
                  <a:lnTo>
                    <a:pt x="1498013" y="2829117"/>
                  </a:lnTo>
                  <a:lnTo>
                    <a:pt x="1479420" y="2828211"/>
                  </a:lnTo>
                  <a:lnTo>
                    <a:pt x="1472326" y="2827895"/>
                  </a:lnTo>
                  <a:lnTo>
                    <a:pt x="1471387" y="2827857"/>
                  </a:lnTo>
                  <a:lnTo>
                    <a:pt x="0" y="2827857"/>
                  </a:lnTo>
                  <a:close/>
                </a:path>
              </a:pathLst>
            </a:custGeom>
            <a:solidFill>
              <a:srgbClr val="F28E5B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029" name="pl1029"/>
            <p:cNvSpPr/>
            <p:nvPr/>
          </p:nvSpPr>
          <p:spPr>
            <a:xfrm>
              <a:off x="4799595" y="5192268"/>
              <a:ext cx="11981298" cy="4862934"/>
            </a:xfrm>
            <a:custGeom>
              <a:avLst/>
              <a:pathLst>
                <a:path w="11981298" h="4862934">
                  <a:moveTo>
                    <a:pt x="0" y="2827857"/>
                  </a:moveTo>
                  <a:lnTo>
                    <a:pt x="1471387" y="2827857"/>
                  </a:lnTo>
                  <a:lnTo>
                    <a:pt x="1472576" y="2827906"/>
                  </a:lnTo>
                  <a:lnTo>
                    <a:pt x="1480382" y="2828255"/>
                  </a:lnTo>
                  <a:lnTo>
                    <a:pt x="1500034" y="2829220"/>
                  </a:lnTo>
                  <a:lnTo>
                    <a:pt x="1535106" y="2831120"/>
                  </a:lnTo>
                  <a:lnTo>
                    <a:pt x="1587250" y="2834248"/>
                  </a:lnTo>
                  <a:lnTo>
                    <a:pt x="1656077" y="2838840"/>
                  </a:lnTo>
                  <a:lnTo>
                    <a:pt x="1739339" y="2845054"/>
                  </a:lnTo>
                  <a:lnTo>
                    <a:pt x="1833452" y="2852967"/>
                  </a:lnTo>
                  <a:lnTo>
                    <a:pt x="1934199" y="2862588"/>
                  </a:lnTo>
                  <a:lnTo>
                    <a:pt x="2037422" y="2873885"/>
                  </a:lnTo>
                  <a:lnTo>
                    <a:pt x="2139550" y="2886823"/>
                  </a:lnTo>
                  <a:lnTo>
                    <a:pt x="2237873" y="2901389"/>
                  </a:lnTo>
                  <a:lnTo>
                    <a:pt x="2330596" y="2917612"/>
                  </a:lnTo>
                  <a:lnTo>
                    <a:pt x="2416753" y="2935579"/>
                  </a:lnTo>
                  <a:lnTo>
                    <a:pt x="2496036" y="2955441"/>
                  </a:lnTo>
                  <a:lnTo>
                    <a:pt x="2568619" y="2977407"/>
                  </a:lnTo>
                  <a:lnTo>
                    <a:pt x="2634996" y="3001746"/>
                  </a:lnTo>
                  <a:lnTo>
                    <a:pt x="2695857" y="3028774"/>
                  </a:lnTo>
                  <a:lnTo>
                    <a:pt x="2751990" y="3058835"/>
                  </a:lnTo>
                  <a:lnTo>
                    <a:pt x="2804215" y="3092275"/>
                  </a:lnTo>
                  <a:lnTo>
                    <a:pt x="2853326" y="3129384"/>
                  </a:lnTo>
                  <a:lnTo>
                    <a:pt x="2896531" y="3167036"/>
                  </a:lnTo>
                  <a:lnTo>
                    <a:pt x="2939074" y="3208864"/>
                  </a:lnTo>
                  <a:lnTo>
                    <a:pt x="2980447" y="3254168"/>
                  </a:lnTo>
                  <a:lnTo>
                    <a:pt x="3021010" y="3303015"/>
                  </a:lnTo>
                  <a:lnTo>
                    <a:pt x="3061044" y="3355397"/>
                  </a:lnTo>
                  <a:lnTo>
                    <a:pt x="3100767" y="3411224"/>
                  </a:lnTo>
                  <a:lnTo>
                    <a:pt x="3140336" y="3470313"/>
                  </a:lnTo>
                  <a:lnTo>
                    <a:pt x="3179864" y="3532389"/>
                  </a:lnTo>
                  <a:lnTo>
                    <a:pt x="3219419" y="3597082"/>
                  </a:lnTo>
                  <a:lnTo>
                    <a:pt x="3259035" y="3663935"/>
                  </a:lnTo>
                  <a:lnTo>
                    <a:pt x="3298718" y="3732414"/>
                  </a:lnTo>
                  <a:lnTo>
                    <a:pt x="3338452" y="3801929"/>
                  </a:lnTo>
                  <a:lnTo>
                    <a:pt x="3378208" y="3871845"/>
                  </a:lnTo>
                  <a:lnTo>
                    <a:pt x="3417950" y="3941516"/>
                  </a:lnTo>
                  <a:lnTo>
                    <a:pt x="3457647" y="4010305"/>
                  </a:lnTo>
                  <a:lnTo>
                    <a:pt x="3497280" y="4077606"/>
                  </a:lnTo>
                  <a:lnTo>
                    <a:pt x="3536849" y="4142870"/>
                  </a:lnTo>
                  <a:lnTo>
                    <a:pt x="3576378" y="4205620"/>
                  </a:lnTo>
                  <a:lnTo>
                    <a:pt x="3615929" y="4265466"/>
                  </a:lnTo>
                  <a:lnTo>
                    <a:pt x="3655601" y="4322108"/>
                  </a:lnTo>
                  <a:lnTo>
                    <a:pt x="3695542" y="4375341"/>
                  </a:lnTo>
                  <a:lnTo>
                    <a:pt x="3735953" y="4425053"/>
                  </a:lnTo>
                  <a:lnTo>
                    <a:pt x="3777098" y="4471216"/>
                  </a:lnTo>
                  <a:lnTo>
                    <a:pt x="3819318" y="4513880"/>
                  </a:lnTo>
                  <a:lnTo>
                    <a:pt x="3829811" y="4523754"/>
                  </a:lnTo>
                  <a:lnTo>
                    <a:pt x="3876694" y="4564391"/>
                  </a:lnTo>
                  <a:lnTo>
                    <a:pt x="3926018" y="4601211"/>
                  </a:lnTo>
                  <a:lnTo>
                    <a:pt x="3978514" y="4634380"/>
                  </a:lnTo>
                  <a:lnTo>
                    <a:pt x="4034981" y="4664195"/>
                  </a:lnTo>
                  <a:lnTo>
                    <a:pt x="4096239" y="4691004"/>
                  </a:lnTo>
                  <a:lnTo>
                    <a:pt x="4163070" y="4715151"/>
                  </a:lnTo>
                  <a:lnTo>
                    <a:pt x="4236153" y="4736946"/>
                  </a:lnTo>
                  <a:lnTo>
                    <a:pt x="4315963" y="4756656"/>
                  </a:lnTo>
                  <a:lnTo>
                    <a:pt x="4402642" y="4774485"/>
                  </a:lnTo>
                  <a:lnTo>
                    <a:pt x="4495840" y="4790578"/>
                  </a:lnTo>
                  <a:lnTo>
                    <a:pt x="4594529" y="4805018"/>
                  </a:lnTo>
                  <a:lnTo>
                    <a:pt x="4696850" y="4817831"/>
                  </a:lnTo>
                  <a:lnTo>
                    <a:pt x="4800019" y="4829001"/>
                  </a:lnTo>
                  <a:lnTo>
                    <a:pt x="4900408" y="4838492"/>
                  </a:lnTo>
                  <a:lnTo>
                    <a:pt x="4993834" y="4846273"/>
                  </a:lnTo>
                  <a:lnTo>
                    <a:pt x="5076102" y="4852359"/>
                  </a:lnTo>
                  <a:lnTo>
                    <a:pt x="5143705" y="4856832"/>
                  </a:lnTo>
                  <a:lnTo>
                    <a:pt x="5194526" y="4859856"/>
                  </a:lnTo>
                  <a:lnTo>
                    <a:pt x="5228329" y="4861673"/>
                  </a:lnTo>
                  <a:lnTo>
                    <a:pt x="5246923" y="4862580"/>
                  </a:lnTo>
                  <a:lnTo>
                    <a:pt x="5254016" y="4862895"/>
                  </a:lnTo>
                  <a:lnTo>
                    <a:pt x="5254955" y="4862934"/>
                  </a:lnTo>
                  <a:lnTo>
                    <a:pt x="6726343" y="4862934"/>
                  </a:lnTo>
                  <a:lnTo>
                    <a:pt x="6727232" y="4862847"/>
                  </a:lnTo>
                  <a:lnTo>
                    <a:pt x="6733107" y="4862228"/>
                  </a:lnTo>
                  <a:lnTo>
                    <a:pt x="6748022" y="4860518"/>
                  </a:lnTo>
                  <a:lnTo>
                    <a:pt x="6774946" y="4857147"/>
                  </a:lnTo>
                  <a:lnTo>
                    <a:pt x="6815602" y="4851572"/>
                  </a:lnTo>
                  <a:lnTo>
                    <a:pt x="6870338" y="4843322"/>
                  </a:lnTo>
                  <a:lnTo>
                    <a:pt x="6938156" y="4832040"/>
                  </a:lnTo>
                  <a:lnTo>
                    <a:pt x="7016928" y="4817503"/>
                  </a:lnTo>
                  <a:lnTo>
                    <a:pt x="7103777" y="4799616"/>
                  </a:lnTo>
                  <a:lnTo>
                    <a:pt x="7195522" y="4778384"/>
                  </a:lnTo>
                  <a:lnTo>
                    <a:pt x="7289094" y="4753865"/>
                  </a:lnTo>
                  <a:lnTo>
                    <a:pt x="7381840" y="4726126"/>
                  </a:lnTo>
                  <a:lnTo>
                    <a:pt x="7471686" y="4695196"/>
                  </a:lnTo>
                  <a:lnTo>
                    <a:pt x="7557185" y="4661037"/>
                  </a:lnTo>
                  <a:lnTo>
                    <a:pt x="7637467" y="4623522"/>
                  </a:lnTo>
                  <a:lnTo>
                    <a:pt x="7712144" y="4582426"/>
                  </a:lnTo>
                  <a:lnTo>
                    <a:pt x="7781201" y="4537425"/>
                  </a:lnTo>
                  <a:lnTo>
                    <a:pt x="7844893" y="4488094"/>
                  </a:lnTo>
                  <a:lnTo>
                    <a:pt x="7903650" y="4433924"/>
                  </a:lnTo>
                  <a:lnTo>
                    <a:pt x="7958013" y="4374335"/>
                  </a:lnTo>
                  <a:lnTo>
                    <a:pt x="8008575" y="4308707"/>
                  </a:lnTo>
                  <a:lnTo>
                    <a:pt x="8055949" y="4236430"/>
                  </a:lnTo>
                  <a:lnTo>
                    <a:pt x="8100727" y="4156978"/>
                  </a:lnTo>
                  <a:lnTo>
                    <a:pt x="8143457" y="4070039"/>
                  </a:lnTo>
                  <a:lnTo>
                    <a:pt x="8151487" y="4052445"/>
                  </a:lnTo>
                  <a:lnTo>
                    <a:pt x="8181352" y="3983477"/>
                  </a:lnTo>
                  <a:lnTo>
                    <a:pt x="8210586" y="3910490"/>
                  </a:lnTo>
                  <a:lnTo>
                    <a:pt x="8239325" y="3833406"/>
                  </a:lnTo>
                  <a:lnTo>
                    <a:pt x="8267686" y="3752182"/>
                  </a:lnTo>
                  <a:lnTo>
                    <a:pt x="8295764" y="3666820"/>
                  </a:lnTo>
                  <a:lnTo>
                    <a:pt x="8323642" y="3577370"/>
                  </a:lnTo>
                  <a:lnTo>
                    <a:pt x="8351386" y="3483930"/>
                  </a:lnTo>
                  <a:lnTo>
                    <a:pt x="8379048" y="3386652"/>
                  </a:lnTo>
                  <a:lnTo>
                    <a:pt x="8406672" y="3285740"/>
                  </a:lnTo>
                  <a:lnTo>
                    <a:pt x="8434287" y="3181453"/>
                  </a:lnTo>
                  <a:lnTo>
                    <a:pt x="8461917" y="3074103"/>
                  </a:lnTo>
                  <a:lnTo>
                    <a:pt x="8489573" y="2964051"/>
                  </a:lnTo>
                  <a:lnTo>
                    <a:pt x="8517262" y="2851705"/>
                  </a:lnTo>
                  <a:lnTo>
                    <a:pt x="8544985" y="2737513"/>
                  </a:lnTo>
                  <a:lnTo>
                    <a:pt x="8572734" y="2621957"/>
                  </a:lnTo>
                  <a:lnTo>
                    <a:pt x="8600502" y="2505542"/>
                  </a:lnTo>
                  <a:lnTo>
                    <a:pt x="8628278" y="2388792"/>
                  </a:lnTo>
                  <a:lnTo>
                    <a:pt x="8656050" y="2272235"/>
                  </a:lnTo>
                  <a:lnTo>
                    <a:pt x="8683805" y="2156397"/>
                  </a:lnTo>
                  <a:lnTo>
                    <a:pt x="8711535" y="2041789"/>
                  </a:lnTo>
                  <a:lnTo>
                    <a:pt x="8739234" y="1928901"/>
                  </a:lnTo>
                  <a:lnTo>
                    <a:pt x="8766899" y="1818190"/>
                  </a:lnTo>
                  <a:lnTo>
                    <a:pt x="8794534" y="1710075"/>
                  </a:lnTo>
                  <a:lnTo>
                    <a:pt x="8822152" y="1604931"/>
                  </a:lnTo>
                  <a:lnTo>
                    <a:pt x="8849771" y="1503084"/>
                  </a:lnTo>
                  <a:lnTo>
                    <a:pt x="8877419" y="1404806"/>
                  </a:lnTo>
                  <a:lnTo>
                    <a:pt x="8905136" y="1310316"/>
                  </a:lnTo>
                  <a:lnTo>
                    <a:pt x="8932972" y="1219781"/>
                  </a:lnTo>
                  <a:lnTo>
                    <a:pt x="8960989" y="1133312"/>
                  </a:lnTo>
                  <a:lnTo>
                    <a:pt x="8989265" y="1050973"/>
                  </a:lnTo>
                  <a:lnTo>
                    <a:pt x="9017892" y="972777"/>
                  </a:lnTo>
                  <a:lnTo>
                    <a:pt x="9046980" y="898694"/>
                  </a:lnTo>
                  <a:lnTo>
                    <a:pt x="9076661" y="828655"/>
                  </a:lnTo>
                  <a:lnTo>
                    <a:pt x="9084767" y="810489"/>
                  </a:lnTo>
                  <a:lnTo>
                    <a:pt x="9127159" y="722101"/>
                  </a:lnTo>
                  <a:lnTo>
                    <a:pt x="9171502" y="641224"/>
                  </a:lnTo>
                  <a:lnTo>
                    <a:pt x="9218331" y="567602"/>
                  </a:lnTo>
                  <a:lnTo>
                    <a:pt x="9268232" y="500740"/>
                  </a:lnTo>
                  <a:lnTo>
                    <a:pt x="9321816" y="440038"/>
                  </a:lnTo>
                  <a:lnTo>
                    <a:pt x="9379683" y="384872"/>
                  </a:lnTo>
                  <a:lnTo>
                    <a:pt x="9442388" y="334652"/>
                  </a:lnTo>
                  <a:lnTo>
                    <a:pt x="9510386" y="288853"/>
                  </a:lnTo>
                  <a:lnTo>
                    <a:pt x="9583973" y="247034"/>
                  </a:lnTo>
                  <a:lnTo>
                    <a:pt x="9663193" y="208850"/>
                  </a:lnTo>
                  <a:lnTo>
                    <a:pt x="9747739" y="174058"/>
                  </a:lnTo>
                  <a:lnTo>
                    <a:pt x="9836842" y="142512"/>
                  </a:lnTo>
                  <a:lnTo>
                    <a:pt x="9929171" y="114158"/>
                  </a:lnTo>
                  <a:lnTo>
                    <a:pt x="10022775" y="89015"/>
                  </a:lnTo>
                  <a:lnTo>
                    <a:pt x="10115101" y="67144"/>
                  </a:lnTo>
                  <a:lnTo>
                    <a:pt x="10203141" y="48611"/>
                  </a:lnTo>
                  <a:lnTo>
                    <a:pt x="10283706" y="33433"/>
                  </a:lnTo>
                  <a:lnTo>
                    <a:pt x="10353827" y="21538"/>
                  </a:lnTo>
                  <a:lnTo>
                    <a:pt x="10411198" y="12728"/>
                  </a:lnTo>
                  <a:lnTo>
                    <a:pt x="10454580" y="6672"/>
                  </a:lnTo>
                  <a:lnTo>
                    <a:pt x="10484055" y="2917"/>
                  </a:lnTo>
                  <a:lnTo>
                    <a:pt x="10501086" y="932"/>
                  </a:lnTo>
                  <a:lnTo>
                    <a:pt x="10508417" y="147"/>
                  </a:lnTo>
                  <a:lnTo>
                    <a:pt x="10509904" y="0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30" name="pl1030"/>
            <p:cNvSpPr/>
            <p:nvPr/>
          </p:nvSpPr>
          <p:spPr>
            <a:xfrm>
              <a:off x="4799595" y="5184095"/>
              <a:ext cx="11981298" cy="4862934"/>
            </a:xfrm>
            <a:custGeom>
              <a:avLst/>
              <a:pathLst>
                <a:path w="11981298" h="4862934">
                  <a:moveTo>
                    <a:pt x="11981298" y="0"/>
                  </a:moveTo>
                  <a:lnTo>
                    <a:pt x="10509911" y="0"/>
                  </a:lnTo>
                  <a:lnTo>
                    <a:pt x="10509021" y="86"/>
                  </a:lnTo>
                  <a:lnTo>
                    <a:pt x="10503146" y="705"/>
                  </a:lnTo>
                  <a:lnTo>
                    <a:pt x="10488232" y="2415"/>
                  </a:lnTo>
                  <a:lnTo>
                    <a:pt x="10461307" y="5786"/>
                  </a:lnTo>
                  <a:lnTo>
                    <a:pt x="10420651" y="11361"/>
                  </a:lnTo>
                  <a:lnTo>
                    <a:pt x="10365915" y="19611"/>
                  </a:lnTo>
                  <a:lnTo>
                    <a:pt x="10298097" y="30893"/>
                  </a:lnTo>
                  <a:lnTo>
                    <a:pt x="10219325" y="45430"/>
                  </a:lnTo>
                  <a:lnTo>
                    <a:pt x="10132476" y="63317"/>
                  </a:lnTo>
                  <a:lnTo>
                    <a:pt x="10040731" y="84549"/>
                  </a:lnTo>
                  <a:lnTo>
                    <a:pt x="9947159" y="109068"/>
                  </a:lnTo>
                  <a:lnTo>
                    <a:pt x="9854413" y="136807"/>
                  </a:lnTo>
                  <a:lnTo>
                    <a:pt x="9764567" y="167737"/>
                  </a:lnTo>
                  <a:lnTo>
                    <a:pt x="9679068" y="201896"/>
                  </a:lnTo>
                  <a:lnTo>
                    <a:pt x="9598786" y="239411"/>
                  </a:lnTo>
                  <a:lnTo>
                    <a:pt x="9524110" y="280507"/>
                  </a:lnTo>
                  <a:lnTo>
                    <a:pt x="9455052" y="325508"/>
                  </a:lnTo>
                  <a:lnTo>
                    <a:pt x="9391360" y="374839"/>
                  </a:lnTo>
                  <a:lnTo>
                    <a:pt x="9332603" y="429009"/>
                  </a:lnTo>
                  <a:lnTo>
                    <a:pt x="9278240" y="488598"/>
                  </a:lnTo>
                  <a:lnTo>
                    <a:pt x="9227678" y="554226"/>
                  </a:lnTo>
                  <a:lnTo>
                    <a:pt x="9180304" y="626503"/>
                  </a:lnTo>
                  <a:lnTo>
                    <a:pt x="9135526" y="705955"/>
                  </a:lnTo>
                  <a:lnTo>
                    <a:pt x="9092797" y="792894"/>
                  </a:lnTo>
                  <a:lnTo>
                    <a:pt x="9084767" y="810489"/>
                  </a:lnTo>
                  <a:lnTo>
                    <a:pt x="9054901" y="879456"/>
                  </a:lnTo>
                  <a:lnTo>
                    <a:pt x="9025667" y="952443"/>
                  </a:lnTo>
                  <a:lnTo>
                    <a:pt x="8996928" y="1029527"/>
                  </a:lnTo>
                  <a:lnTo>
                    <a:pt x="8968567" y="1110751"/>
                  </a:lnTo>
                  <a:lnTo>
                    <a:pt x="8940489" y="1196113"/>
                  </a:lnTo>
                  <a:lnTo>
                    <a:pt x="8912611" y="1285563"/>
                  </a:lnTo>
                  <a:lnTo>
                    <a:pt x="8884868" y="1379003"/>
                  </a:lnTo>
                  <a:lnTo>
                    <a:pt x="8857205" y="1476281"/>
                  </a:lnTo>
                  <a:lnTo>
                    <a:pt x="8829582" y="1577193"/>
                  </a:lnTo>
                  <a:lnTo>
                    <a:pt x="8801966" y="1681480"/>
                  </a:lnTo>
                  <a:lnTo>
                    <a:pt x="8774337" y="1788830"/>
                  </a:lnTo>
                  <a:lnTo>
                    <a:pt x="8746680" y="1898882"/>
                  </a:lnTo>
                  <a:lnTo>
                    <a:pt x="8718991" y="2011228"/>
                  </a:lnTo>
                  <a:lnTo>
                    <a:pt x="8691269" y="2125420"/>
                  </a:lnTo>
                  <a:lnTo>
                    <a:pt x="8663519" y="2240976"/>
                  </a:lnTo>
                  <a:lnTo>
                    <a:pt x="8635751" y="2357391"/>
                  </a:lnTo>
                  <a:lnTo>
                    <a:pt x="8607975" y="2474141"/>
                  </a:lnTo>
                  <a:lnTo>
                    <a:pt x="8580204" y="2590698"/>
                  </a:lnTo>
                  <a:lnTo>
                    <a:pt x="8552448" y="2706536"/>
                  </a:lnTo>
                  <a:lnTo>
                    <a:pt x="8524718" y="2821144"/>
                  </a:lnTo>
                  <a:lnTo>
                    <a:pt x="8497020" y="2934032"/>
                  </a:lnTo>
                  <a:lnTo>
                    <a:pt x="8469355" y="3044743"/>
                  </a:lnTo>
                  <a:lnTo>
                    <a:pt x="8441719" y="3152858"/>
                  </a:lnTo>
                  <a:lnTo>
                    <a:pt x="8414101" y="3258002"/>
                  </a:lnTo>
                  <a:lnTo>
                    <a:pt x="8386483" y="3359849"/>
                  </a:lnTo>
                  <a:lnTo>
                    <a:pt x="8358834" y="3458127"/>
                  </a:lnTo>
                  <a:lnTo>
                    <a:pt x="8331117" y="3552617"/>
                  </a:lnTo>
                  <a:lnTo>
                    <a:pt x="8303282" y="3643152"/>
                  </a:lnTo>
                  <a:lnTo>
                    <a:pt x="8275264" y="3729621"/>
                  </a:lnTo>
                  <a:lnTo>
                    <a:pt x="8246989" y="3811960"/>
                  </a:lnTo>
                  <a:lnTo>
                    <a:pt x="8218362" y="3890156"/>
                  </a:lnTo>
                  <a:lnTo>
                    <a:pt x="8189273" y="3964239"/>
                  </a:lnTo>
                  <a:lnTo>
                    <a:pt x="8159593" y="4034278"/>
                  </a:lnTo>
                  <a:lnTo>
                    <a:pt x="8151487" y="4052445"/>
                  </a:lnTo>
                  <a:lnTo>
                    <a:pt x="8109094" y="4140832"/>
                  </a:lnTo>
                  <a:lnTo>
                    <a:pt x="8064751" y="4221709"/>
                  </a:lnTo>
                  <a:lnTo>
                    <a:pt x="8017922" y="4295331"/>
                  </a:lnTo>
                  <a:lnTo>
                    <a:pt x="7968021" y="4362193"/>
                  </a:lnTo>
                  <a:lnTo>
                    <a:pt x="7914437" y="4422895"/>
                  </a:lnTo>
                  <a:lnTo>
                    <a:pt x="7856570" y="4478061"/>
                  </a:lnTo>
                  <a:lnTo>
                    <a:pt x="7793866" y="4528281"/>
                  </a:lnTo>
                  <a:lnTo>
                    <a:pt x="7725867" y="4574080"/>
                  </a:lnTo>
                  <a:lnTo>
                    <a:pt x="7652280" y="4615899"/>
                  </a:lnTo>
                  <a:lnTo>
                    <a:pt x="7573060" y="4654083"/>
                  </a:lnTo>
                  <a:lnTo>
                    <a:pt x="7488514" y="4688875"/>
                  </a:lnTo>
                  <a:lnTo>
                    <a:pt x="7399411" y="4720421"/>
                  </a:lnTo>
                  <a:lnTo>
                    <a:pt x="7307082" y="4748775"/>
                  </a:lnTo>
                  <a:lnTo>
                    <a:pt x="7213479" y="4773918"/>
                  </a:lnTo>
                  <a:lnTo>
                    <a:pt x="7121153" y="4795789"/>
                  </a:lnTo>
                  <a:lnTo>
                    <a:pt x="7033113" y="4814322"/>
                  </a:lnTo>
                  <a:lnTo>
                    <a:pt x="6952547" y="4829500"/>
                  </a:lnTo>
                  <a:lnTo>
                    <a:pt x="6882426" y="4841395"/>
                  </a:lnTo>
                  <a:lnTo>
                    <a:pt x="6825055" y="4850205"/>
                  </a:lnTo>
                  <a:lnTo>
                    <a:pt x="6781673" y="4856261"/>
                  </a:lnTo>
                  <a:lnTo>
                    <a:pt x="6752199" y="4860016"/>
                  </a:lnTo>
                  <a:lnTo>
                    <a:pt x="6735167" y="4862001"/>
                  </a:lnTo>
                  <a:lnTo>
                    <a:pt x="6727836" y="4862786"/>
                  </a:lnTo>
                  <a:lnTo>
                    <a:pt x="6726349" y="4862933"/>
                  </a:lnTo>
                  <a:lnTo>
                    <a:pt x="6726343" y="4862934"/>
                  </a:lnTo>
                  <a:lnTo>
                    <a:pt x="5254955" y="4862934"/>
                  </a:lnTo>
                  <a:lnTo>
                    <a:pt x="5253766" y="4862885"/>
                  </a:lnTo>
                  <a:lnTo>
                    <a:pt x="5245960" y="4862535"/>
                  </a:lnTo>
                  <a:lnTo>
                    <a:pt x="5226308" y="4861570"/>
                  </a:lnTo>
                  <a:lnTo>
                    <a:pt x="5191236" y="4859670"/>
                  </a:lnTo>
                  <a:lnTo>
                    <a:pt x="5139092" y="4856543"/>
                  </a:lnTo>
                  <a:lnTo>
                    <a:pt x="5070265" y="4851951"/>
                  </a:lnTo>
                  <a:lnTo>
                    <a:pt x="4987003" y="4845736"/>
                  </a:lnTo>
                  <a:lnTo>
                    <a:pt x="4892890" y="4837823"/>
                  </a:lnTo>
                  <a:lnTo>
                    <a:pt x="4792143" y="4828203"/>
                  </a:lnTo>
                  <a:lnTo>
                    <a:pt x="4688920" y="4816905"/>
                  </a:lnTo>
                  <a:lnTo>
                    <a:pt x="4586792" y="4803967"/>
                  </a:lnTo>
                  <a:lnTo>
                    <a:pt x="4488469" y="4789402"/>
                  </a:lnTo>
                  <a:lnTo>
                    <a:pt x="4395746" y="4773179"/>
                  </a:lnTo>
                  <a:lnTo>
                    <a:pt x="4309589" y="4755211"/>
                  </a:lnTo>
                  <a:lnTo>
                    <a:pt x="4230306" y="4735349"/>
                  </a:lnTo>
                  <a:lnTo>
                    <a:pt x="4157723" y="4713383"/>
                  </a:lnTo>
                  <a:lnTo>
                    <a:pt x="4091346" y="4689044"/>
                  </a:lnTo>
                  <a:lnTo>
                    <a:pt x="4030485" y="4662017"/>
                  </a:lnTo>
                  <a:lnTo>
                    <a:pt x="3974352" y="4631955"/>
                  </a:lnTo>
                  <a:lnTo>
                    <a:pt x="3922128" y="4598516"/>
                  </a:lnTo>
                  <a:lnTo>
                    <a:pt x="3873016" y="4561407"/>
                  </a:lnTo>
                  <a:lnTo>
                    <a:pt x="3829811" y="4523754"/>
                  </a:lnTo>
                  <a:lnTo>
                    <a:pt x="3787268" y="4481926"/>
                  </a:lnTo>
                  <a:lnTo>
                    <a:pt x="3745895" y="4436622"/>
                  </a:lnTo>
                  <a:lnTo>
                    <a:pt x="3705332" y="4387776"/>
                  </a:lnTo>
                  <a:lnTo>
                    <a:pt x="3665298" y="4335393"/>
                  </a:lnTo>
                  <a:lnTo>
                    <a:pt x="3625576" y="4279566"/>
                  </a:lnTo>
                  <a:lnTo>
                    <a:pt x="3586006" y="4220477"/>
                  </a:lnTo>
                  <a:lnTo>
                    <a:pt x="3546478" y="4158402"/>
                  </a:lnTo>
                  <a:lnTo>
                    <a:pt x="3506923" y="4093709"/>
                  </a:lnTo>
                  <a:lnTo>
                    <a:pt x="3467307" y="4026856"/>
                  </a:lnTo>
                  <a:lnTo>
                    <a:pt x="3427624" y="3958376"/>
                  </a:lnTo>
                  <a:lnTo>
                    <a:pt x="3387890" y="3888862"/>
                  </a:lnTo>
                  <a:lnTo>
                    <a:pt x="3348135" y="3818945"/>
                  </a:lnTo>
                  <a:lnTo>
                    <a:pt x="3308392" y="3749274"/>
                  </a:lnTo>
                  <a:lnTo>
                    <a:pt x="3268695" y="3680486"/>
                  </a:lnTo>
                  <a:lnTo>
                    <a:pt x="3229062" y="3613185"/>
                  </a:lnTo>
                  <a:lnTo>
                    <a:pt x="3189493" y="3547921"/>
                  </a:lnTo>
                  <a:lnTo>
                    <a:pt x="3149964" y="3485170"/>
                  </a:lnTo>
                  <a:lnTo>
                    <a:pt x="3110413" y="3425324"/>
                  </a:lnTo>
                  <a:lnTo>
                    <a:pt x="3070741" y="3368683"/>
                  </a:lnTo>
                  <a:lnTo>
                    <a:pt x="3030800" y="3315450"/>
                  </a:lnTo>
                  <a:lnTo>
                    <a:pt x="2990389" y="3265738"/>
                  </a:lnTo>
                  <a:lnTo>
                    <a:pt x="2949244" y="3219575"/>
                  </a:lnTo>
                  <a:lnTo>
                    <a:pt x="2907024" y="3176910"/>
                  </a:lnTo>
                  <a:lnTo>
                    <a:pt x="2896531" y="3167036"/>
                  </a:lnTo>
                  <a:lnTo>
                    <a:pt x="2849648" y="3126399"/>
                  </a:lnTo>
                  <a:lnTo>
                    <a:pt x="2800324" y="3089580"/>
                  </a:lnTo>
                  <a:lnTo>
                    <a:pt x="2747828" y="3056411"/>
                  </a:lnTo>
                  <a:lnTo>
                    <a:pt x="2691361" y="3026595"/>
                  </a:lnTo>
                  <a:lnTo>
                    <a:pt x="2630104" y="2999786"/>
                  </a:lnTo>
                  <a:lnTo>
                    <a:pt x="2563272" y="2975640"/>
                  </a:lnTo>
                  <a:lnTo>
                    <a:pt x="2490189" y="2953844"/>
                  </a:lnTo>
                  <a:lnTo>
                    <a:pt x="2410379" y="2934135"/>
                  </a:lnTo>
                  <a:lnTo>
                    <a:pt x="2323700" y="2916305"/>
                  </a:lnTo>
                  <a:lnTo>
                    <a:pt x="2230502" y="2900212"/>
                  </a:lnTo>
                  <a:lnTo>
                    <a:pt x="2131813" y="2885772"/>
                  </a:lnTo>
                  <a:lnTo>
                    <a:pt x="2029492" y="2872959"/>
                  </a:lnTo>
                  <a:lnTo>
                    <a:pt x="1926323" y="2861789"/>
                  </a:lnTo>
                  <a:lnTo>
                    <a:pt x="1825934" y="2852299"/>
                  </a:lnTo>
                  <a:lnTo>
                    <a:pt x="1732508" y="2844517"/>
                  </a:lnTo>
                  <a:lnTo>
                    <a:pt x="1650240" y="2838431"/>
                  </a:lnTo>
                  <a:lnTo>
                    <a:pt x="1582637" y="2833958"/>
                  </a:lnTo>
                  <a:lnTo>
                    <a:pt x="1531816" y="2830934"/>
                  </a:lnTo>
                  <a:lnTo>
                    <a:pt x="1498013" y="2829117"/>
                  </a:lnTo>
                  <a:lnTo>
                    <a:pt x="1479420" y="2828211"/>
                  </a:lnTo>
                  <a:lnTo>
                    <a:pt x="1472326" y="2827895"/>
                  </a:lnTo>
                  <a:lnTo>
                    <a:pt x="1471387" y="2827857"/>
                  </a:lnTo>
                  <a:lnTo>
                    <a:pt x="0" y="282785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31" name="pg1031"/>
            <p:cNvSpPr/>
            <p:nvPr/>
          </p:nvSpPr>
          <p:spPr>
            <a:xfrm>
              <a:off x="4799595" y="7210998"/>
              <a:ext cx="11981298" cy="2934106"/>
            </a:xfrm>
            <a:custGeom>
              <a:avLst/>
              <a:pathLst>
                <a:path w="11981298" h="2934106">
                  <a:moveTo>
                    <a:pt x="0" y="817299"/>
                  </a:moveTo>
                  <a:lnTo>
                    <a:pt x="1471387" y="817299"/>
                  </a:lnTo>
                  <a:lnTo>
                    <a:pt x="1472572" y="817350"/>
                  </a:lnTo>
                  <a:lnTo>
                    <a:pt x="1480354" y="817712"/>
                  </a:lnTo>
                  <a:lnTo>
                    <a:pt x="1499946" y="818713"/>
                  </a:lnTo>
                  <a:lnTo>
                    <a:pt x="1534916" y="820683"/>
                  </a:lnTo>
                  <a:lnTo>
                    <a:pt x="1586918" y="823925"/>
                  </a:lnTo>
                  <a:lnTo>
                    <a:pt x="1655574" y="828686"/>
                  </a:lnTo>
                  <a:lnTo>
                    <a:pt x="1738654" y="835131"/>
                  </a:lnTo>
                  <a:lnTo>
                    <a:pt x="1832593" y="843338"/>
                  </a:lnTo>
                  <a:lnTo>
                    <a:pt x="1933187" y="853318"/>
                  </a:lnTo>
                  <a:lnTo>
                    <a:pt x="2036292" y="865038"/>
                  </a:lnTo>
                  <a:lnTo>
                    <a:pt x="2138338" y="878462"/>
                  </a:lnTo>
                  <a:lnTo>
                    <a:pt x="2236614" y="893574"/>
                  </a:lnTo>
                  <a:lnTo>
                    <a:pt x="2329321" y="910406"/>
                  </a:lnTo>
                  <a:lnTo>
                    <a:pt x="2415484" y="929047"/>
                  </a:lnTo>
                  <a:lnTo>
                    <a:pt x="2494789" y="949651"/>
                  </a:lnTo>
                  <a:lnTo>
                    <a:pt x="2567403" y="972435"/>
                  </a:lnTo>
                  <a:lnTo>
                    <a:pt x="2633813" y="997677"/>
                  </a:lnTo>
                  <a:lnTo>
                    <a:pt x="2694706" y="1025702"/>
                  </a:lnTo>
                  <a:lnTo>
                    <a:pt x="2750865" y="1056869"/>
                  </a:lnTo>
                  <a:lnTo>
                    <a:pt x="2803107" y="1091535"/>
                  </a:lnTo>
                  <a:lnTo>
                    <a:pt x="2852227" y="1130004"/>
                  </a:lnTo>
                  <a:lnTo>
                    <a:pt x="2896531" y="1170100"/>
                  </a:lnTo>
                  <a:lnTo>
                    <a:pt x="2938511" y="1213000"/>
                  </a:lnTo>
                  <a:lnTo>
                    <a:pt x="2979347" y="1259417"/>
                  </a:lnTo>
                  <a:lnTo>
                    <a:pt x="3019386" y="1309420"/>
                  </a:lnTo>
                  <a:lnTo>
                    <a:pt x="3058902" y="1363004"/>
                  </a:lnTo>
                  <a:lnTo>
                    <a:pt x="3098103" y="1420084"/>
                  </a:lnTo>
                  <a:lnTo>
                    <a:pt x="3137148" y="1480481"/>
                  </a:lnTo>
                  <a:lnTo>
                    <a:pt x="3176144" y="1543928"/>
                  </a:lnTo>
                  <a:lnTo>
                    <a:pt x="3215163" y="1610064"/>
                  </a:lnTo>
                  <a:lnTo>
                    <a:pt x="3254240" y="1678441"/>
                  </a:lnTo>
                  <a:lnTo>
                    <a:pt x="3293381" y="1748534"/>
                  </a:lnTo>
                  <a:lnTo>
                    <a:pt x="3332576" y="1819758"/>
                  </a:lnTo>
                  <a:lnTo>
                    <a:pt x="3371796" y="1891485"/>
                  </a:lnTo>
                  <a:lnTo>
                    <a:pt x="3411008" y="1963070"/>
                  </a:lnTo>
                  <a:lnTo>
                    <a:pt x="3450182" y="2033872"/>
                  </a:lnTo>
                  <a:lnTo>
                    <a:pt x="3489296" y="2103279"/>
                  </a:lnTo>
                  <a:lnTo>
                    <a:pt x="3528344" y="2170731"/>
                  </a:lnTo>
                  <a:lnTo>
                    <a:pt x="3567347" y="2235735"/>
                  </a:lnTo>
                  <a:lnTo>
                    <a:pt x="3606354" y="2297880"/>
                  </a:lnTo>
                  <a:lnTo>
                    <a:pt x="3645451" y="2356846"/>
                  </a:lnTo>
                  <a:lnTo>
                    <a:pt x="3684769" y="2412404"/>
                  </a:lnTo>
                  <a:lnTo>
                    <a:pt x="3724485" y="2464419"/>
                  </a:lnTo>
                  <a:lnTo>
                    <a:pt x="3764837" y="2512841"/>
                  </a:lnTo>
                  <a:lnTo>
                    <a:pt x="3806128" y="2557699"/>
                  </a:lnTo>
                  <a:lnTo>
                    <a:pt x="3829811" y="2581305"/>
                  </a:lnTo>
                  <a:lnTo>
                    <a:pt x="3876642" y="2623530"/>
                  </a:lnTo>
                  <a:lnTo>
                    <a:pt x="3925907" y="2661793"/>
                  </a:lnTo>
                  <a:lnTo>
                    <a:pt x="3978336" y="2696266"/>
                  </a:lnTo>
                  <a:lnTo>
                    <a:pt x="4034724" y="2727258"/>
                  </a:lnTo>
                  <a:lnTo>
                    <a:pt x="4095889" y="2755127"/>
                  </a:lnTo>
                  <a:lnTo>
                    <a:pt x="4162611" y="2780231"/>
                  </a:lnTo>
                  <a:lnTo>
                    <a:pt x="4235568" y="2802894"/>
                  </a:lnTo>
                  <a:lnTo>
                    <a:pt x="4315234" y="2823389"/>
                  </a:lnTo>
                  <a:lnTo>
                    <a:pt x="4401755" y="2841932"/>
                  </a:lnTo>
                  <a:lnTo>
                    <a:pt x="4494787" y="2858671"/>
                  </a:lnTo>
                  <a:lnTo>
                    <a:pt x="4593314" y="2873694"/>
                  </a:lnTo>
                  <a:lnTo>
                    <a:pt x="4695492" y="2887028"/>
                  </a:lnTo>
                  <a:lnTo>
                    <a:pt x="4798561" y="2898658"/>
                  </a:lnTo>
                  <a:lnTo>
                    <a:pt x="4898910" y="2908544"/>
                  </a:lnTo>
                  <a:lnTo>
                    <a:pt x="4992379" y="2916658"/>
                  </a:lnTo>
                  <a:lnTo>
                    <a:pt x="5074778" y="2923011"/>
                  </a:lnTo>
                  <a:lnTo>
                    <a:pt x="5142596" y="2927687"/>
                  </a:lnTo>
                  <a:lnTo>
                    <a:pt x="5193692" y="2930856"/>
                  </a:lnTo>
                  <a:lnTo>
                    <a:pt x="5227791" y="2932766"/>
                  </a:lnTo>
                  <a:lnTo>
                    <a:pt x="5246655" y="2933725"/>
                  </a:lnTo>
                  <a:lnTo>
                    <a:pt x="5253945" y="2934063"/>
                  </a:lnTo>
                  <a:lnTo>
                    <a:pt x="5254955" y="2934106"/>
                  </a:lnTo>
                  <a:lnTo>
                    <a:pt x="6726343" y="2934106"/>
                  </a:lnTo>
                  <a:lnTo>
                    <a:pt x="6727484" y="2934038"/>
                  </a:lnTo>
                  <a:lnTo>
                    <a:pt x="6734983" y="2933557"/>
                  </a:lnTo>
                  <a:lnTo>
                    <a:pt x="6753888" y="2932227"/>
                  </a:lnTo>
                  <a:lnTo>
                    <a:pt x="6787685" y="2929607"/>
                  </a:lnTo>
                  <a:lnTo>
                    <a:pt x="6838053" y="2925292"/>
                  </a:lnTo>
                  <a:lnTo>
                    <a:pt x="6904739" y="2918949"/>
                  </a:lnTo>
                  <a:lnTo>
                    <a:pt x="6985707" y="2910350"/>
                  </a:lnTo>
                  <a:lnTo>
                    <a:pt x="7077605" y="2899381"/>
                  </a:lnTo>
                  <a:lnTo>
                    <a:pt x="7176416" y="2886023"/>
                  </a:lnTo>
                  <a:lnTo>
                    <a:pt x="7278115" y="2870313"/>
                  </a:lnTo>
                  <a:lnTo>
                    <a:pt x="7379180" y="2852303"/>
                  </a:lnTo>
                  <a:lnTo>
                    <a:pt x="7476883" y="2832019"/>
                  </a:lnTo>
                  <a:lnTo>
                    <a:pt x="7569370" y="2809429"/>
                  </a:lnTo>
                  <a:lnTo>
                    <a:pt x="7655584" y="2784427"/>
                  </a:lnTo>
                  <a:lnTo>
                    <a:pt x="7735129" y="2756825"/>
                  </a:lnTo>
                  <a:lnTo>
                    <a:pt x="7808091" y="2726347"/>
                  </a:lnTo>
                  <a:lnTo>
                    <a:pt x="7874891" y="2692641"/>
                  </a:lnTo>
                  <a:lnTo>
                    <a:pt x="7936156" y="2655285"/>
                  </a:lnTo>
                  <a:lnTo>
                    <a:pt x="7992628" y="2613808"/>
                  </a:lnTo>
                  <a:lnTo>
                    <a:pt x="8045089" y="2567731"/>
                  </a:lnTo>
                  <a:lnTo>
                    <a:pt x="8094314" y="2516621"/>
                  </a:lnTo>
                  <a:lnTo>
                    <a:pt x="8141023" y="2460198"/>
                  </a:lnTo>
                  <a:lnTo>
                    <a:pt x="8151487" y="2446450"/>
                  </a:lnTo>
                  <a:lnTo>
                    <a:pt x="8188686" y="2394245"/>
                  </a:lnTo>
                  <a:lnTo>
                    <a:pt x="8224955" y="2338247"/>
                  </a:lnTo>
                  <a:lnTo>
                    <a:pt x="8260545" y="2278380"/>
                  </a:lnTo>
                  <a:lnTo>
                    <a:pt x="8295658" y="2214627"/>
                  </a:lnTo>
                  <a:lnTo>
                    <a:pt x="8330457" y="2147038"/>
                  </a:lnTo>
                  <a:lnTo>
                    <a:pt x="8365067" y="2075736"/>
                  </a:lnTo>
                  <a:lnTo>
                    <a:pt x="8399584" y="2000921"/>
                  </a:lnTo>
                  <a:lnTo>
                    <a:pt x="8434078" y="1922875"/>
                  </a:lnTo>
                  <a:lnTo>
                    <a:pt x="8468592" y="1841952"/>
                  </a:lnTo>
                  <a:lnTo>
                    <a:pt x="8503151" y="1758584"/>
                  </a:lnTo>
                  <a:lnTo>
                    <a:pt x="8537762" y="1673266"/>
                  </a:lnTo>
                  <a:lnTo>
                    <a:pt x="8572418" y="1586547"/>
                  </a:lnTo>
                  <a:lnTo>
                    <a:pt x="8607104" y="1499019"/>
                  </a:lnTo>
                  <a:lnTo>
                    <a:pt x="8641797" y="1411294"/>
                  </a:lnTo>
                  <a:lnTo>
                    <a:pt x="8676474" y="1323991"/>
                  </a:lnTo>
                  <a:lnTo>
                    <a:pt x="8711115" y="1237716"/>
                  </a:lnTo>
                  <a:lnTo>
                    <a:pt x="8745707" y="1153048"/>
                  </a:lnTo>
                  <a:lnTo>
                    <a:pt x="8780248" y="1070517"/>
                  </a:lnTo>
                  <a:lnTo>
                    <a:pt x="8814751" y="990597"/>
                  </a:lnTo>
                  <a:lnTo>
                    <a:pt x="8849247" y="913691"/>
                  </a:lnTo>
                  <a:lnTo>
                    <a:pt x="8883789" y="840129"/>
                  </a:lnTo>
                  <a:lnTo>
                    <a:pt x="8918455" y="770162"/>
                  </a:lnTo>
                  <a:lnTo>
                    <a:pt x="8953352" y="703960"/>
                  </a:lnTo>
                  <a:lnTo>
                    <a:pt x="8988618" y="641622"/>
                  </a:lnTo>
                  <a:lnTo>
                    <a:pt x="9024430" y="583171"/>
                  </a:lnTo>
                  <a:lnTo>
                    <a:pt x="9061006" y="528567"/>
                  </a:lnTo>
                  <a:lnTo>
                    <a:pt x="9084767" y="495828"/>
                  </a:lnTo>
                  <a:lnTo>
                    <a:pt x="9130987" y="438171"/>
                  </a:lnTo>
                  <a:lnTo>
                    <a:pt x="9179572" y="385855"/>
                  </a:lnTo>
                  <a:lnTo>
                    <a:pt x="9231221" y="338653"/>
                  </a:lnTo>
                  <a:lnTo>
                    <a:pt x="9286700" y="296159"/>
                  </a:lnTo>
                  <a:lnTo>
                    <a:pt x="9346793" y="257897"/>
                  </a:lnTo>
                  <a:lnTo>
                    <a:pt x="9412258" y="223390"/>
                  </a:lnTo>
                  <a:lnTo>
                    <a:pt x="9483755" y="192204"/>
                  </a:lnTo>
                  <a:lnTo>
                    <a:pt x="9561762" y="163967"/>
                  </a:lnTo>
                  <a:lnTo>
                    <a:pt x="9646456" y="138386"/>
                  </a:lnTo>
                  <a:lnTo>
                    <a:pt x="9737566" y="115253"/>
                  </a:lnTo>
                  <a:lnTo>
                    <a:pt x="9834202" y="94443"/>
                  </a:lnTo>
                  <a:lnTo>
                    <a:pt x="9934703" y="75909"/>
                  </a:lnTo>
                  <a:lnTo>
                    <a:pt x="10036542" y="59665"/>
                  </a:lnTo>
                  <a:lnTo>
                    <a:pt x="10136362" y="45761"/>
                  </a:lnTo>
                  <a:lnTo>
                    <a:pt x="10230218" y="34241"/>
                  </a:lnTo>
                  <a:lnTo>
                    <a:pt x="10314035" y="25103"/>
                  </a:lnTo>
                  <a:lnTo>
                    <a:pt x="10384246" y="18257"/>
                  </a:lnTo>
                  <a:lnTo>
                    <a:pt x="10438463" y="13501"/>
                  </a:lnTo>
                  <a:lnTo>
                    <a:pt x="10475996" y="10525"/>
                  </a:lnTo>
                  <a:lnTo>
                    <a:pt x="10498082" y="8936"/>
                  </a:lnTo>
                  <a:lnTo>
                    <a:pt x="10507813" y="8299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8770" y="67"/>
                  </a:lnTo>
                  <a:lnTo>
                    <a:pt x="10501270" y="548"/>
                  </a:lnTo>
                  <a:lnTo>
                    <a:pt x="10482365" y="1879"/>
                  </a:lnTo>
                  <a:lnTo>
                    <a:pt x="10448568" y="4498"/>
                  </a:lnTo>
                  <a:lnTo>
                    <a:pt x="10398200" y="8813"/>
                  </a:lnTo>
                  <a:lnTo>
                    <a:pt x="10331514" y="15157"/>
                  </a:lnTo>
                  <a:lnTo>
                    <a:pt x="10250546" y="23755"/>
                  </a:lnTo>
                  <a:lnTo>
                    <a:pt x="10158648" y="34724"/>
                  </a:lnTo>
                  <a:lnTo>
                    <a:pt x="10059837" y="48082"/>
                  </a:lnTo>
                  <a:lnTo>
                    <a:pt x="9958139" y="63792"/>
                  </a:lnTo>
                  <a:lnTo>
                    <a:pt x="9857074" y="81802"/>
                  </a:lnTo>
                  <a:lnTo>
                    <a:pt x="9759370" y="102087"/>
                  </a:lnTo>
                  <a:lnTo>
                    <a:pt x="9666884" y="124677"/>
                  </a:lnTo>
                  <a:lnTo>
                    <a:pt x="9580669" y="149678"/>
                  </a:lnTo>
                  <a:lnTo>
                    <a:pt x="9501124" y="177281"/>
                  </a:lnTo>
                  <a:lnTo>
                    <a:pt x="9428162" y="207758"/>
                  </a:lnTo>
                  <a:lnTo>
                    <a:pt x="9361362" y="241464"/>
                  </a:lnTo>
                  <a:lnTo>
                    <a:pt x="9300097" y="278820"/>
                  </a:lnTo>
                  <a:lnTo>
                    <a:pt x="9243625" y="320297"/>
                  </a:lnTo>
                  <a:lnTo>
                    <a:pt x="9191164" y="366375"/>
                  </a:lnTo>
                  <a:lnTo>
                    <a:pt x="9141939" y="417485"/>
                  </a:lnTo>
                  <a:lnTo>
                    <a:pt x="9095231" y="473907"/>
                  </a:lnTo>
                  <a:lnTo>
                    <a:pt x="9084767" y="487655"/>
                  </a:lnTo>
                  <a:lnTo>
                    <a:pt x="9047567" y="539860"/>
                  </a:lnTo>
                  <a:lnTo>
                    <a:pt x="9011298" y="595858"/>
                  </a:lnTo>
                  <a:lnTo>
                    <a:pt x="8975708" y="655725"/>
                  </a:lnTo>
                  <a:lnTo>
                    <a:pt x="8940595" y="719478"/>
                  </a:lnTo>
                  <a:lnTo>
                    <a:pt x="8905796" y="787068"/>
                  </a:lnTo>
                  <a:lnTo>
                    <a:pt x="8871186" y="858370"/>
                  </a:lnTo>
                  <a:lnTo>
                    <a:pt x="8836669" y="933184"/>
                  </a:lnTo>
                  <a:lnTo>
                    <a:pt x="8802175" y="1011231"/>
                  </a:lnTo>
                  <a:lnTo>
                    <a:pt x="8767661" y="1092154"/>
                  </a:lnTo>
                  <a:lnTo>
                    <a:pt x="8733102" y="1175522"/>
                  </a:lnTo>
                  <a:lnTo>
                    <a:pt x="8698491" y="1260840"/>
                  </a:lnTo>
                  <a:lnTo>
                    <a:pt x="8663835" y="1347558"/>
                  </a:lnTo>
                  <a:lnTo>
                    <a:pt x="8629149" y="1435086"/>
                  </a:lnTo>
                  <a:lnTo>
                    <a:pt x="8594457" y="1522812"/>
                  </a:lnTo>
                  <a:lnTo>
                    <a:pt x="8559779" y="1610115"/>
                  </a:lnTo>
                  <a:lnTo>
                    <a:pt x="8525138" y="1696389"/>
                  </a:lnTo>
                  <a:lnTo>
                    <a:pt x="8490546" y="1781057"/>
                  </a:lnTo>
                  <a:lnTo>
                    <a:pt x="8456005" y="1863588"/>
                  </a:lnTo>
                  <a:lnTo>
                    <a:pt x="8421502" y="1943509"/>
                  </a:lnTo>
                  <a:lnTo>
                    <a:pt x="8387006" y="2020414"/>
                  </a:lnTo>
                  <a:lnTo>
                    <a:pt x="8352464" y="2093976"/>
                  </a:lnTo>
                  <a:lnTo>
                    <a:pt x="8317798" y="2163944"/>
                  </a:lnTo>
                  <a:lnTo>
                    <a:pt x="8282901" y="2230145"/>
                  </a:lnTo>
                  <a:lnTo>
                    <a:pt x="8247635" y="2292484"/>
                  </a:lnTo>
                  <a:lnTo>
                    <a:pt x="8211823" y="2350935"/>
                  </a:lnTo>
                  <a:lnTo>
                    <a:pt x="8175247" y="2405538"/>
                  </a:lnTo>
                  <a:lnTo>
                    <a:pt x="8151487" y="2438277"/>
                  </a:lnTo>
                  <a:lnTo>
                    <a:pt x="8105266" y="2495935"/>
                  </a:lnTo>
                  <a:lnTo>
                    <a:pt x="8056681" y="2548251"/>
                  </a:lnTo>
                  <a:lnTo>
                    <a:pt x="8005032" y="2595452"/>
                  </a:lnTo>
                  <a:lnTo>
                    <a:pt x="7949553" y="2637946"/>
                  </a:lnTo>
                  <a:lnTo>
                    <a:pt x="7889460" y="2676208"/>
                  </a:lnTo>
                  <a:lnTo>
                    <a:pt x="7823995" y="2710715"/>
                  </a:lnTo>
                  <a:lnTo>
                    <a:pt x="7752498" y="2741902"/>
                  </a:lnTo>
                  <a:lnTo>
                    <a:pt x="7674491" y="2770139"/>
                  </a:lnTo>
                  <a:lnTo>
                    <a:pt x="7589797" y="2795719"/>
                  </a:lnTo>
                  <a:lnTo>
                    <a:pt x="7498687" y="2818852"/>
                  </a:lnTo>
                  <a:lnTo>
                    <a:pt x="7402052" y="2839662"/>
                  </a:lnTo>
                  <a:lnTo>
                    <a:pt x="7301550" y="2858196"/>
                  </a:lnTo>
                  <a:lnTo>
                    <a:pt x="7199712" y="2874440"/>
                  </a:lnTo>
                  <a:lnTo>
                    <a:pt x="7099891" y="2888344"/>
                  </a:lnTo>
                  <a:lnTo>
                    <a:pt x="7006035" y="2899864"/>
                  </a:lnTo>
                  <a:lnTo>
                    <a:pt x="6922218" y="2909002"/>
                  </a:lnTo>
                  <a:lnTo>
                    <a:pt x="6852007" y="2915849"/>
                  </a:lnTo>
                  <a:lnTo>
                    <a:pt x="6797790" y="2920605"/>
                  </a:lnTo>
                  <a:lnTo>
                    <a:pt x="6760257" y="2923580"/>
                  </a:lnTo>
                  <a:lnTo>
                    <a:pt x="6738171" y="2925169"/>
                  </a:lnTo>
                  <a:lnTo>
                    <a:pt x="6728440" y="2925807"/>
                  </a:lnTo>
                  <a:lnTo>
                    <a:pt x="6726343" y="2925933"/>
                  </a:lnTo>
                  <a:lnTo>
                    <a:pt x="5254955" y="2925933"/>
                  </a:lnTo>
                  <a:lnTo>
                    <a:pt x="5253770" y="2925882"/>
                  </a:lnTo>
                  <a:lnTo>
                    <a:pt x="5245988" y="2925520"/>
                  </a:lnTo>
                  <a:lnTo>
                    <a:pt x="5226396" y="2924519"/>
                  </a:lnTo>
                  <a:lnTo>
                    <a:pt x="5191426" y="2922550"/>
                  </a:lnTo>
                  <a:lnTo>
                    <a:pt x="5139424" y="2919307"/>
                  </a:lnTo>
                  <a:lnTo>
                    <a:pt x="5070768" y="2914546"/>
                  </a:lnTo>
                  <a:lnTo>
                    <a:pt x="4987688" y="2908101"/>
                  </a:lnTo>
                  <a:lnTo>
                    <a:pt x="4893749" y="2899894"/>
                  </a:lnTo>
                  <a:lnTo>
                    <a:pt x="4793155" y="2889914"/>
                  </a:lnTo>
                  <a:lnTo>
                    <a:pt x="4690050" y="2878194"/>
                  </a:lnTo>
                  <a:lnTo>
                    <a:pt x="4588004" y="2864770"/>
                  </a:lnTo>
                  <a:lnTo>
                    <a:pt x="4489728" y="2849658"/>
                  </a:lnTo>
                  <a:lnTo>
                    <a:pt x="4397021" y="2832826"/>
                  </a:lnTo>
                  <a:lnTo>
                    <a:pt x="4310858" y="2814185"/>
                  </a:lnTo>
                  <a:lnTo>
                    <a:pt x="4231553" y="2793581"/>
                  </a:lnTo>
                  <a:lnTo>
                    <a:pt x="4158940" y="2770797"/>
                  </a:lnTo>
                  <a:lnTo>
                    <a:pt x="4092529" y="2745556"/>
                  </a:lnTo>
                  <a:lnTo>
                    <a:pt x="4031636" y="2717530"/>
                  </a:lnTo>
                  <a:lnTo>
                    <a:pt x="3975477" y="2686364"/>
                  </a:lnTo>
                  <a:lnTo>
                    <a:pt x="3923235" y="2651698"/>
                  </a:lnTo>
                  <a:lnTo>
                    <a:pt x="3874116" y="2613229"/>
                  </a:lnTo>
                  <a:lnTo>
                    <a:pt x="3829811" y="2573132"/>
                  </a:lnTo>
                  <a:lnTo>
                    <a:pt x="3787831" y="2530233"/>
                  </a:lnTo>
                  <a:lnTo>
                    <a:pt x="3746995" y="2483816"/>
                  </a:lnTo>
                  <a:lnTo>
                    <a:pt x="3706956" y="2433812"/>
                  </a:lnTo>
                  <a:lnTo>
                    <a:pt x="3667440" y="2380228"/>
                  </a:lnTo>
                  <a:lnTo>
                    <a:pt x="3628239" y="2323149"/>
                  </a:lnTo>
                  <a:lnTo>
                    <a:pt x="3589194" y="2262751"/>
                  </a:lnTo>
                  <a:lnTo>
                    <a:pt x="3550198" y="2199304"/>
                  </a:lnTo>
                  <a:lnTo>
                    <a:pt x="3511179" y="2133168"/>
                  </a:lnTo>
                  <a:lnTo>
                    <a:pt x="3472103" y="2064791"/>
                  </a:lnTo>
                  <a:lnTo>
                    <a:pt x="3432961" y="1994698"/>
                  </a:lnTo>
                  <a:lnTo>
                    <a:pt x="3393766" y="1923474"/>
                  </a:lnTo>
                  <a:lnTo>
                    <a:pt x="3354546" y="1851747"/>
                  </a:lnTo>
                  <a:lnTo>
                    <a:pt x="3315334" y="1780162"/>
                  </a:lnTo>
                  <a:lnTo>
                    <a:pt x="3276160" y="1709360"/>
                  </a:lnTo>
                  <a:lnTo>
                    <a:pt x="3237046" y="1639953"/>
                  </a:lnTo>
                  <a:lnTo>
                    <a:pt x="3197998" y="1572501"/>
                  </a:lnTo>
                  <a:lnTo>
                    <a:pt x="3158995" y="1507498"/>
                  </a:lnTo>
                  <a:lnTo>
                    <a:pt x="3119988" y="1445352"/>
                  </a:lnTo>
                  <a:lnTo>
                    <a:pt x="3080891" y="1386387"/>
                  </a:lnTo>
                  <a:lnTo>
                    <a:pt x="3041573" y="1330828"/>
                  </a:lnTo>
                  <a:lnTo>
                    <a:pt x="3001857" y="1278813"/>
                  </a:lnTo>
                  <a:lnTo>
                    <a:pt x="2961505" y="1230391"/>
                  </a:lnTo>
                  <a:lnTo>
                    <a:pt x="2920214" y="1185533"/>
                  </a:lnTo>
                  <a:lnTo>
                    <a:pt x="2896531" y="1161927"/>
                  </a:lnTo>
                  <a:lnTo>
                    <a:pt x="2849700" y="1119702"/>
                  </a:lnTo>
                  <a:lnTo>
                    <a:pt x="2800435" y="1081440"/>
                  </a:lnTo>
                  <a:lnTo>
                    <a:pt x="2748007" y="1046967"/>
                  </a:lnTo>
                  <a:lnTo>
                    <a:pt x="2691618" y="1015975"/>
                  </a:lnTo>
                  <a:lnTo>
                    <a:pt x="2630453" y="988105"/>
                  </a:lnTo>
                  <a:lnTo>
                    <a:pt x="2563731" y="963001"/>
                  </a:lnTo>
                  <a:lnTo>
                    <a:pt x="2490774" y="940338"/>
                  </a:lnTo>
                  <a:lnTo>
                    <a:pt x="2411108" y="919843"/>
                  </a:lnTo>
                  <a:lnTo>
                    <a:pt x="2324587" y="901301"/>
                  </a:lnTo>
                  <a:lnTo>
                    <a:pt x="2231555" y="884561"/>
                  </a:lnTo>
                  <a:lnTo>
                    <a:pt x="2133028" y="869538"/>
                  </a:lnTo>
                  <a:lnTo>
                    <a:pt x="2030850" y="856204"/>
                  </a:lnTo>
                  <a:lnTo>
                    <a:pt x="1927782" y="844574"/>
                  </a:lnTo>
                  <a:lnTo>
                    <a:pt x="1827432" y="834688"/>
                  </a:lnTo>
                  <a:lnTo>
                    <a:pt x="1733964" y="826574"/>
                  </a:lnTo>
                  <a:lnTo>
                    <a:pt x="1651564" y="820221"/>
                  </a:lnTo>
                  <a:lnTo>
                    <a:pt x="1583746" y="815545"/>
                  </a:lnTo>
                  <a:lnTo>
                    <a:pt x="1532651" y="812376"/>
                  </a:lnTo>
                  <a:lnTo>
                    <a:pt x="1498552" y="810466"/>
                  </a:lnTo>
                  <a:lnTo>
                    <a:pt x="1479687" y="809507"/>
                  </a:lnTo>
                  <a:lnTo>
                    <a:pt x="1472397" y="809169"/>
                  </a:lnTo>
                  <a:lnTo>
                    <a:pt x="1471387" y="809126"/>
                  </a:lnTo>
                  <a:lnTo>
                    <a:pt x="0" y="809126"/>
                  </a:lnTo>
                  <a:close/>
                </a:path>
              </a:pathLst>
            </a:custGeom>
            <a:solidFill>
              <a:srgbClr val="F28E5B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032" name="pl1032"/>
            <p:cNvSpPr/>
            <p:nvPr/>
          </p:nvSpPr>
          <p:spPr>
            <a:xfrm>
              <a:off x="4799595" y="7219171"/>
              <a:ext cx="11981298" cy="2925933"/>
            </a:xfrm>
            <a:custGeom>
              <a:avLst/>
              <a:pathLst>
                <a:path w="11981298" h="2925933">
                  <a:moveTo>
                    <a:pt x="0" y="809126"/>
                  </a:moveTo>
                  <a:lnTo>
                    <a:pt x="1471387" y="809126"/>
                  </a:lnTo>
                  <a:lnTo>
                    <a:pt x="1472572" y="809177"/>
                  </a:lnTo>
                  <a:lnTo>
                    <a:pt x="1480354" y="809539"/>
                  </a:lnTo>
                  <a:lnTo>
                    <a:pt x="1499946" y="810540"/>
                  </a:lnTo>
                  <a:lnTo>
                    <a:pt x="1534916" y="812510"/>
                  </a:lnTo>
                  <a:lnTo>
                    <a:pt x="1586918" y="815752"/>
                  </a:lnTo>
                  <a:lnTo>
                    <a:pt x="1655574" y="820513"/>
                  </a:lnTo>
                  <a:lnTo>
                    <a:pt x="1738654" y="826958"/>
                  </a:lnTo>
                  <a:lnTo>
                    <a:pt x="1832593" y="835165"/>
                  </a:lnTo>
                  <a:lnTo>
                    <a:pt x="1933187" y="845145"/>
                  </a:lnTo>
                  <a:lnTo>
                    <a:pt x="2036292" y="856865"/>
                  </a:lnTo>
                  <a:lnTo>
                    <a:pt x="2138338" y="870289"/>
                  </a:lnTo>
                  <a:lnTo>
                    <a:pt x="2236614" y="885401"/>
                  </a:lnTo>
                  <a:lnTo>
                    <a:pt x="2329321" y="902233"/>
                  </a:lnTo>
                  <a:lnTo>
                    <a:pt x="2415484" y="920874"/>
                  </a:lnTo>
                  <a:lnTo>
                    <a:pt x="2494789" y="941478"/>
                  </a:lnTo>
                  <a:lnTo>
                    <a:pt x="2567403" y="964262"/>
                  </a:lnTo>
                  <a:lnTo>
                    <a:pt x="2633813" y="989504"/>
                  </a:lnTo>
                  <a:lnTo>
                    <a:pt x="2694706" y="1017529"/>
                  </a:lnTo>
                  <a:lnTo>
                    <a:pt x="2750865" y="1048696"/>
                  </a:lnTo>
                  <a:lnTo>
                    <a:pt x="2803107" y="1083362"/>
                  </a:lnTo>
                  <a:lnTo>
                    <a:pt x="2852227" y="1121831"/>
                  </a:lnTo>
                  <a:lnTo>
                    <a:pt x="2896531" y="1161927"/>
                  </a:lnTo>
                  <a:lnTo>
                    <a:pt x="2938511" y="1204827"/>
                  </a:lnTo>
                  <a:lnTo>
                    <a:pt x="2979347" y="1251244"/>
                  </a:lnTo>
                  <a:lnTo>
                    <a:pt x="3019386" y="1301247"/>
                  </a:lnTo>
                  <a:lnTo>
                    <a:pt x="3058902" y="1354831"/>
                  </a:lnTo>
                  <a:lnTo>
                    <a:pt x="3098103" y="1411911"/>
                  </a:lnTo>
                  <a:lnTo>
                    <a:pt x="3137148" y="1472308"/>
                  </a:lnTo>
                  <a:lnTo>
                    <a:pt x="3176144" y="1535755"/>
                  </a:lnTo>
                  <a:lnTo>
                    <a:pt x="3215163" y="1601892"/>
                  </a:lnTo>
                  <a:lnTo>
                    <a:pt x="3254240" y="1670268"/>
                  </a:lnTo>
                  <a:lnTo>
                    <a:pt x="3293381" y="1740361"/>
                  </a:lnTo>
                  <a:lnTo>
                    <a:pt x="3332576" y="1811585"/>
                  </a:lnTo>
                  <a:lnTo>
                    <a:pt x="3371796" y="1883312"/>
                  </a:lnTo>
                  <a:lnTo>
                    <a:pt x="3411008" y="1954897"/>
                  </a:lnTo>
                  <a:lnTo>
                    <a:pt x="3450182" y="2025699"/>
                  </a:lnTo>
                  <a:lnTo>
                    <a:pt x="3489296" y="2095106"/>
                  </a:lnTo>
                  <a:lnTo>
                    <a:pt x="3528344" y="2162558"/>
                  </a:lnTo>
                  <a:lnTo>
                    <a:pt x="3567347" y="2227562"/>
                  </a:lnTo>
                  <a:lnTo>
                    <a:pt x="3606354" y="2289707"/>
                  </a:lnTo>
                  <a:lnTo>
                    <a:pt x="3645451" y="2348673"/>
                  </a:lnTo>
                  <a:lnTo>
                    <a:pt x="3684769" y="2404231"/>
                  </a:lnTo>
                  <a:lnTo>
                    <a:pt x="3724485" y="2456246"/>
                  </a:lnTo>
                  <a:lnTo>
                    <a:pt x="3764837" y="2504668"/>
                  </a:lnTo>
                  <a:lnTo>
                    <a:pt x="3806128" y="2549526"/>
                  </a:lnTo>
                  <a:lnTo>
                    <a:pt x="3829811" y="2573132"/>
                  </a:lnTo>
                  <a:lnTo>
                    <a:pt x="3876642" y="2615357"/>
                  </a:lnTo>
                  <a:lnTo>
                    <a:pt x="3925907" y="2653620"/>
                  </a:lnTo>
                  <a:lnTo>
                    <a:pt x="3978336" y="2688093"/>
                  </a:lnTo>
                  <a:lnTo>
                    <a:pt x="4034724" y="2719085"/>
                  </a:lnTo>
                  <a:lnTo>
                    <a:pt x="4095889" y="2746954"/>
                  </a:lnTo>
                  <a:lnTo>
                    <a:pt x="4162611" y="2772058"/>
                  </a:lnTo>
                  <a:lnTo>
                    <a:pt x="4235568" y="2794721"/>
                  </a:lnTo>
                  <a:lnTo>
                    <a:pt x="4315234" y="2815216"/>
                  </a:lnTo>
                  <a:lnTo>
                    <a:pt x="4401755" y="2833759"/>
                  </a:lnTo>
                  <a:lnTo>
                    <a:pt x="4494787" y="2850498"/>
                  </a:lnTo>
                  <a:lnTo>
                    <a:pt x="4593314" y="2865521"/>
                  </a:lnTo>
                  <a:lnTo>
                    <a:pt x="4695492" y="2878855"/>
                  </a:lnTo>
                  <a:lnTo>
                    <a:pt x="4798561" y="2890485"/>
                  </a:lnTo>
                  <a:lnTo>
                    <a:pt x="4898910" y="2900371"/>
                  </a:lnTo>
                  <a:lnTo>
                    <a:pt x="4992379" y="2908485"/>
                  </a:lnTo>
                  <a:lnTo>
                    <a:pt x="5074778" y="2914838"/>
                  </a:lnTo>
                  <a:lnTo>
                    <a:pt x="5142596" y="2919514"/>
                  </a:lnTo>
                  <a:lnTo>
                    <a:pt x="5193692" y="2922683"/>
                  </a:lnTo>
                  <a:lnTo>
                    <a:pt x="5227791" y="2924593"/>
                  </a:lnTo>
                  <a:lnTo>
                    <a:pt x="5246655" y="2925552"/>
                  </a:lnTo>
                  <a:lnTo>
                    <a:pt x="5253945" y="2925890"/>
                  </a:lnTo>
                  <a:lnTo>
                    <a:pt x="5254955" y="2925933"/>
                  </a:lnTo>
                  <a:lnTo>
                    <a:pt x="6726343" y="2925933"/>
                  </a:lnTo>
                  <a:lnTo>
                    <a:pt x="6727484" y="2925865"/>
                  </a:lnTo>
                  <a:lnTo>
                    <a:pt x="6734983" y="2925384"/>
                  </a:lnTo>
                  <a:lnTo>
                    <a:pt x="6753888" y="2924054"/>
                  </a:lnTo>
                  <a:lnTo>
                    <a:pt x="6787685" y="2921434"/>
                  </a:lnTo>
                  <a:lnTo>
                    <a:pt x="6838053" y="2917119"/>
                  </a:lnTo>
                  <a:lnTo>
                    <a:pt x="6904739" y="2910776"/>
                  </a:lnTo>
                  <a:lnTo>
                    <a:pt x="6985707" y="2902177"/>
                  </a:lnTo>
                  <a:lnTo>
                    <a:pt x="7077605" y="2891208"/>
                  </a:lnTo>
                  <a:lnTo>
                    <a:pt x="7176416" y="2877850"/>
                  </a:lnTo>
                  <a:lnTo>
                    <a:pt x="7278115" y="2862140"/>
                  </a:lnTo>
                  <a:lnTo>
                    <a:pt x="7379180" y="2844130"/>
                  </a:lnTo>
                  <a:lnTo>
                    <a:pt x="7476883" y="2823846"/>
                  </a:lnTo>
                  <a:lnTo>
                    <a:pt x="7569370" y="2801256"/>
                  </a:lnTo>
                  <a:lnTo>
                    <a:pt x="7655584" y="2776254"/>
                  </a:lnTo>
                  <a:lnTo>
                    <a:pt x="7735129" y="2748652"/>
                  </a:lnTo>
                  <a:lnTo>
                    <a:pt x="7808091" y="2718174"/>
                  </a:lnTo>
                  <a:lnTo>
                    <a:pt x="7874891" y="2684468"/>
                  </a:lnTo>
                  <a:lnTo>
                    <a:pt x="7936156" y="2647112"/>
                  </a:lnTo>
                  <a:lnTo>
                    <a:pt x="7992628" y="2605635"/>
                  </a:lnTo>
                  <a:lnTo>
                    <a:pt x="8045089" y="2559558"/>
                  </a:lnTo>
                  <a:lnTo>
                    <a:pt x="8094314" y="2508448"/>
                  </a:lnTo>
                  <a:lnTo>
                    <a:pt x="8141023" y="2452025"/>
                  </a:lnTo>
                  <a:lnTo>
                    <a:pt x="8151487" y="2438277"/>
                  </a:lnTo>
                  <a:lnTo>
                    <a:pt x="8188686" y="2386072"/>
                  </a:lnTo>
                  <a:lnTo>
                    <a:pt x="8224955" y="2330074"/>
                  </a:lnTo>
                  <a:lnTo>
                    <a:pt x="8260545" y="2270207"/>
                  </a:lnTo>
                  <a:lnTo>
                    <a:pt x="8295658" y="2206454"/>
                  </a:lnTo>
                  <a:lnTo>
                    <a:pt x="8330457" y="2138865"/>
                  </a:lnTo>
                  <a:lnTo>
                    <a:pt x="8365067" y="2067563"/>
                  </a:lnTo>
                  <a:lnTo>
                    <a:pt x="8399584" y="1992748"/>
                  </a:lnTo>
                  <a:lnTo>
                    <a:pt x="8434078" y="1914702"/>
                  </a:lnTo>
                  <a:lnTo>
                    <a:pt x="8468592" y="1833779"/>
                  </a:lnTo>
                  <a:lnTo>
                    <a:pt x="8503151" y="1750411"/>
                  </a:lnTo>
                  <a:lnTo>
                    <a:pt x="8537762" y="1665093"/>
                  </a:lnTo>
                  <a:lnTo>
                    <a:pt x="8572418" y="1578374"/>
                  </a:lnTo>
                  <a:lnTo>
                    <a:pt x="8607104" y="1490846"/>
                  </a:lnTo>
                  <a:lnTo>
                    <a:pt x="8641797" y="1403121"/>
                  </a:lnTo>
                  <a:lnTo>
                    <a:pt x="8676474" y="1315818"/>
                  </a:lnTo>
                  <a:lnTo>
                    <a:pt x="8711115" y="1229543"/>
                  </a:lnTo>
                  <a:lnTo>
                    <a:pt x="8745707" y="1144875"/>
                  </a:lnTo>
                  <a:lnTo>
                    <a:pt x="8780248" y="1062344"/>
                  </a:lnTo>
                  <a:lnTo>
                    <a:pt x="8814751" y="982424"/>
                  </a:lnTo>
                  <a:lnTo>
                    <a:pt x="8849247" y="905518"/>
                  </a:lnTo>
                  <a:lnTo>
                    <a:pt x="8883789" y="831956"/>
                  </a:lnTo>
                  <a:lnTo>
                    <a:pt x="8918455" y="761989"/>
                  </a:lnTo>
                  <a:lnTo>
                    <a:pt x="8953352" y="695787"/>
                  </a:lnTo>
                  <a:lnTo>
                    <a:pt x="8988618" y="633449"/>
                  </a:lnTo>
                  <a:lnTo>
                    <a:pt x="9024430" y="574998"/>
                  </a:lnTo>
                  <a:lnTo>
                    <a:pt x="9061006" y="520394"/>
                  </a:lnTo>
                  <a:lnTo>
                    <a:pt x="9084767" y="487655"/>
                  </a:lnTo>
                  <a:lnTo>
                    <a:pt x="9130987" y="429998"/>
                  </a:lnTo>
                  <a:lnTo>
                    <a:pt x="9179572" y="377682"/>
                  </a:lnTo>
                  <a:lnTo>
                    <a:pt x="9231221" y="330480"/>
                  </a:lnTo>
                  <a:lnTo>
                    <a:pt x="9286700" y="287986"/>
                  </a:lnTo>
                  <a:lnTo>
                    <a:pt x="9346793" y="249724"/>
                  </a:lnTo>
                  <a:lnTo>
                    <a:pt x="9412258" y="215217"/>
                  </a:lnTo>
                  <a:lnTo>
                    <a:pt x="9483755" y="184031"/>
                  </a:lnTo>
                  <a:lnTo>
                    <a:pt x="9561762" y="155794"/>
                  </a:lnTo>
                  <a:lnTo>
                    <a:pt x="9646456" y="130213"/>
                  </a:lnTo>
                  <a:lnTo>
                    <a:pt x="9737566" y="107080"/>
                  </a:lnTo>
                  <a:lnTo>
                    <a:pt x="9834202" y="86270"/>
                  </a:lnTo>
                  <a:lnTo>
                    <a:pt x="9934703" y="67736"/>
                  </a:lnTo>
                  <a:lnTo>
                    <a:pt x="10036542" y="51492"/>
                  </a:lnTo>
                  <a:lnTo>
                    <a:pt x="10136362" y="37588"/>
                  </a:lnTo>
                  <a:lnTo>
                    <a:pt x="10230218" y="26068"/>
                  </a:lnTo>
                  <a:lnTo>
                    <a:pt x="10314035" y="16930"/>
                  </a:lnTo>
                  <a:lnTo>
                    <a:pt x="10384246" y="10084"/>
                  </a:lnTo>
                  <a:lnTo>
                    <a:pt x="10438463" y="5328"/>
                  </a:lnTo>
                  <a:lnTo>
                    <a:pt x="10475996" y="2352"/>
                  </a:lnTo>
                  <a:lnTo>
                    <a:pt x="10498082" y="763"/>
                  </a:lnTo>
                  <a:lnTo>
                    <a:pt x="10507813" y="126"/>
                  </a:lnTo>
                  <a:lnTo>
                    <a:pt x="10509896" y="0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33" name="pl1033"/>
            <p:cNvSpPr/>
            <p:nvPr/>
          </p:nvSpPr>
          <p:spPr>
            <a:xfrm>
              <a:off x="4799595" y="7210998"/>
              <a:ext cx="11981298" cy="2925933"/>
            </a:xfrm>
            <a:custGeom>
              <a:avLst/>
              <a:pathLst>
                <a:path w="11981298" h="2925933">
                  <a:moveTo>
                    <a:pt x="11981298" y="0"/>
                  </a:moveTo>
                  <a:lnTo>
                    <a:pt x="10509911" y="0"/>
                  </a:lnTo>
                  <a:lnTo>
                    <a:pt x="10508770" y="67"/>
                  </a:lnTo>
                  <a:lnTo>
                    <a:pt x="10501270" y="548"/>
                  </a:lnTo>
                  <a:lnTo>
                    <a:pt x="10482365" y="1879"/>
                  </a:lnTo>
                  <a:lnTo>
                    <a:pt x="10448568" y="4498"/>
                  </a:lnTo>
                  <a:lnTo>
                    <a:pt x="10398200" y="8813"/>
                  </a:lnTo>
                  <a:lnTo>
                    <a:pt x="10331514" y="15157"/>
                  </a:lnTo>
                  <a:lnTo>
                    <a:pt x="10250546" y="23755"/>
                  </a:lnTo>
                  <a:lnTo>
                    <a:pt x="10158648" y="34724"/>
                  </a:lnTo>
                  <a:lnTo>
                    <a:pt x="10059837" y="48082"/>
                  </a:lnTo>
                  <a:lnTo>
                    <a:pt x="9958139" y="63792"/>
                  </a:lnTo>
                  <a:lnTo>
                    <a:pt x="9857074" y="81802"/>
                  </a:lnTo>
                  <a:lnTo>
                    <a:pt x="9759370" y="102087"/>
                  </a:lnTo>
                  <a:lnTo>
                    <a:pt x="9666884" y="124677"/>
                  </a:lnTo>
                  <a:lnTo>
                    <a:pt x="9580669" y="149678"/>
                  </a:lnTo>
                  <a:lnTo>
                    <a:pt x="9501124" y="177281"/>
                  </a:lnTo>
                  <a:lnTo>
                    <a:pt x="9428162" y="207758"/>
                  </a:lnTo>
                  <a:lnTo>
                    <a:pt x="9361362" y="241464"/>
                  </a:lnTo>
                  <a:lnTo>
                    <a:pt x="9300097" y="278820"/>
                  </a:lnTo>
                  <a:lnTo>
                    <a:pt x="9243625" y="320297"/>
                  </a:lnTo>
                  <a:lnTo>
                    <a:pt x="9191164" y="366375"/>
                  </a:lnTo>
                  <a:lnTo>
                    <a:pt x="9141939" y="417485"/>
                  </a:lnTo>
                  <a:lnTo>
                    <a:pt x="9095231" y="473907"/>
                  </a:lnTo>
                  <a:lnTo>
                    <a:pt x="9084767" y="487655"/>
                  </a:lnTo>
                  <a:lnTo>
                    <a:pt x="9047567" y="539860"/>
                  </a:lnTo>
                  <a:lnTo>
                    <a:pt x="9011298" y="595858"/>
                  </a:lnTo>
                  <a:lnTo>
                    <a:pt x="8975708" y="655725"/>
                  </a:lnTo>
                  <a:lnTo>
                    <a:pt x="8940595" y="719478"/>
                  </a:lnTo>
                  <a:lnTo>
                    <a:pt x="8905796" y="787068"/>
                  </a:lnTo>
                  <a:lnTo>
                    <a:pt x="8871186" y="858370"/>
                  </a:lnTo>
                  <a:lnTo>
                    <a:pt x="8836669" y="933184"/>
                  </a:lnTo>
                  <a:lnTo>
                    <a:pt x="8802175" y="1011231"/>
                  </a:lnTo>
                  <a:lnTo>
                    <a:pt x="8767661" y="1092154"/>
                  </a:lnTo>
                  <a:lnTo>
                    <a:pt x="8733102" y="1175522"/>
                  </a:lnTo>
                  <a:lnTo>
                    <a:pt x="8698491" y="1260840"/>
                  </a:lnTo>
                  <a:lnTo>
                    <a:pt x="8663835" y="1347558"/>
                  </a:lnTo>
                  <a:lnTo>
                    <a:pt x="8629149" y="1435086"/>
                  </a:lnTo>
                  <a:lnTo>
                    <a:pt x="8594457" y="1522812"/>
                  </a:lnTo>
                  <a:lnTo>
                    <a:pt x="8559779" y="1610115"/>
                  </a:lnTo>
                  <a:lnTo>
                    <a:pt x="8525138" y="1696389"/>
                  </a:lnTo>
                  <a:lnTo>
                    <a:pt x="8490546" y="1781057"/>
                  </a:lnTo>
                  <a:lnTo>
                    <a:pt x="8456005" y="1863588"/>
                  </a:lnTo>
                  <a:lnTo>
                    <a:pt x="8421502" y="1943509"/>
                  </a:lnTo>
                  <a:lnTo>
                    <a:pt x="8387006" y="2020414"/>
                  </a:lnTo>
                  <a:lnTo>
                    <a:pt x="8352464" y="2093976"/>
                  </a:lnTo>
                  <a:lnTo>
                    <a:pt x="8317798" y="2163944"/>
                  </a:lnTo>
                  <a:lnTo>
                    <a:pt x="8282901" y="2230145"/>
                  </a:lnTo>
                  <a:lnTo>
                    <a:pt x="8247635" y="2292484"/>
                  </a:lnTo>
                  <a:lnTo>
                    <a:pt x="8211823" y="2350935"/>
                  </a:lnTo>
                  <a:lnTo>
                    <a:pt x="8175247" y="2405538"/>
                  </a:lnTo>
                  <a:lnTo>
                    <a:pt x="8151487" y="2438277"/>
                  </a:lnTo>
                  <a:lnTo>
                    <a:pt x="8105266" y="2495935"/>
                  </a:lnTo>
                  <a:lnTo>
                    <a:pt x="8056681" y="2548251"/>
                  </a:lnTo>
                  <a:lnTo>
                    <a:pt x="8005032" y="2595452"/>
                  </a:lnTo>
                  <a:lnTo>
                    <a:pt x="7949553" y="2637946"/>
                  </a:lnTo>
                  <a:lnTo>
                    <a:pt x="7889460" y="2676208"/>
                  </a:lnTo>
                  <a:lnTo>
                    <a:pt x="7823995" y="2710715"/>
                  </a:lnTo>
                  <a:lnTo>
                    <a:pt x="7752498" y="2741902"/>
                  </a:lnTo>
                  <a:lnTo>
                    <a:pt x="7674491" y="2770139"/>
                  </a:lnTo>
                  <a:lnTo>
                    <a:pt x="7589797" y="2795719"/>
                  </a:lnTo>
                  <a:lnTo>
                    <a:pt x="7498687" y="2818852"/>
                  </a:lnTo>
                  <a:lnTo>
                    <a:pt x="7402052" y="2839662"/>
                  </a:lnTo>
                  <a:lnTo>
                    <a:pt x="7301550" y="2858196"/>
                  </a:lnTo>
                  <a:lnTo>
                    <a:pt x="7199712" y="2874440"/>
                  </a:lnTo>
                  <a:lnTo>
                    <a:pt x="7099891" y="2888344"/>
                  </a:lnTo>
                  <a:lnTo>
                    <a:pt x="7006035" y="2899864"/>
                  </a:lnTo>
                  <a:lnTo>
                    <a:pt x="6922218" y="2909002"/>
                  </a:lnTo>
                  <a:lnTo>
                    <a:pt x="6852007" y="2915849"/>
                  </a:lnTo>
                  <a:lnTo>
                    <a:pt x="6797790" y="2920605"/>
                  </a:lnTo>
                  <a:lnTo>
                    <a:pt x="6760257" y="2923580"/>
                  </a:lnTo>
                  <a:lnTo>
                    <a:pt x="6738171" y="2925169"/>
                  </a:lnTo>
                  <a:lnTo>
                    <a:pt x="6728440" y="2925807"/>
                  </a:lnTo>
                  <a:lnTo>
                    <a:pt x="6726357" y="2925932"/>
                  </a:lnTo>
                  <a:lnTo>
                    <a:pt x="6726343" y="2925933"/>
                  </a:lnTo>
                  <a:lnTo>
                    <a:pt x="5254955" y="2925933"/>
                  </a:lnTo>
                  <a:lnTo>
                    <a:pt x="5253770" y="2925882"/>
                  </a:lnTo>
                  <a:lnTo>
                    <a:pt x="5245988" y="2925520"/>
                  </a:lnTo>
                  <a:lnTo>
                    <a:pt x="5226396" y="2924519"/>
                  </a:lnTo>
                  <a:lnTo>
                    <a:pt x="5191426" y="2922550"/>
                  </a:lnTo>
                  <a:lnTo>
                    <a:pt x="5139424" y="2919307"/>
                  </a:lnTo>
                  <a:lnTo>
                    <a:pt x="5070768" y="2914546"/>
                  </a:lnTo>
                  <a:lnTo>
                    <a:pt x="4987688" y="2908101"/>
                  </a:lnTo>
                  <a:lnTo>
                    <a:pt x="4893749" y="2899894"/>
                  </a:lnTo>
                  <a:lnTo>
                    <a:pt x="4793155" y="2889914"/>
                  </a:lnTo>
                  <a:lnTo>
                    <a:pt x="4690050" y="2878194"/>
                  </a:lnTo>
                  <a:lnTo>
                    <a:pt x="4588004" y="2864770"/>
                  </a:lnTo>
                  <a:lnTo>
                    <a:pt x="4489728" y="2849658"/>
                  </a:lnTo>
                  <a:lnTo>
                    <a:pt x="4397021" y="2832826"/>
                  </a:lnTo>
                  <a:lnTo>
                    <a:pt x="4310858" y="2814185"/>
                  </a:lnTo>
                  <a:lnTo>
                    <a:pt x="4231553" y="2793581"/>
                  </a:lnTo>
                  <a:lnTo>
                    <a:pt x="4158940" y="2770797"/>
                  </a:lnTo>
                  <a:lnTo>
                    <a:pt x="4092529" y="2745556"/>
                  </a:lnTo>
                  <a:lnTo>
                    <a:pt x="4031636" y="2717530"/>
                  </a:lnTo>
                  <a:lnTo>
                    <a:pt x="3975477" y="2686364"/>
                  </a:lnTo>
                  <a:lnTo>
                    <a:pt x="3923235" y="2651698"/>
                  </a:lnTo>
                  <a:lnTo>
                    <a:pt x="3874116" y="2613229"/>
                  </a:lnTo>
                  <a:lnTo>
                    <a:pt x="3829811" y="2573132"/>
                  </a:lnTo>
                  <a:lnTo>
                    <a:pt x="3787831" y="2530233"/>
                  </a:lnTo>
                  <a:lnTo>
                    <a:pt x="3746995" y="2483816"/>
                  </a:lnTo>
                  <a:lnTo>
                    <a:pt x="3706956" y="2433812"/>
                  </a:lnTo>
                  <a:lnTo>
                    <a:pt x="3667440" y="2380228"/>
                  </a:lnTo>
                  <a:lnTo>
                    <a:pt x="3628239" y="2323149"/>
                  </a:lnTo>
                  <a:lnTo>
                    <a:pt x="3589194" y="2262751"/>
                  </a:lnTo>
                  <a:lnTo>
                    <a:pt x="3550198" y="2199304"/>
                  </a:lnTo>
                  <a:lnTo>
                    <a:pt x="3511179" y="2133168"/>
                  </a:lnTo>
                  <a:lnTo>
                    <a:pt x="3472103" y="2064791"/>
                  </a:lnTo>
                  <a:lnTo>
                    <a:pt x="3432961" y="1994698"/>
                  </a:lnTo>
                  <a:lnTo>
                    <a:pt x="3393766" y="1923474"/>
                  </a:lnTo>
                  <a:lnTo>
                    <a:pt x="3354546" y="1851747"/>
                  </a:lnTo>
                  <a:lnTo>
                    <a:pt x="3315334" y="1780162"/>
                  </a:lnTo>
                  <a:lnTo>
                    <a:pt x="3276160" y="1709360"/>
                  </a:lnTo>
                  <a:lnTo>
                    <a:pt x="3237046" y="1639953"/>
                  </a:lnTo>
                  <a:lnTo>
                    <a:pt x="3197998" y="1572501"/>
                  </a:lnTo>
                  <a:lnTo>
                    <a:pt x="3158995" y="1507498"/>
                  </a:lnTo>
                  <a:lnTo>
                    <a:pt x="3119988" y="1445352"/>
                  </a:lnTo>
                  <a:lnTo>
                    <a:pt x="3080891" y="1386387"/>
                  </a:lnTo>
                  <a:lnTo>
                    <a:pt x="3041573" y="1330828"/>
                  </a:lnTo>
                  <a:lnTo>
                    <a:pt x="3001857" y="1278813"/>
                  </a:lnTo>
                  <a:lnTo>
                    <a:pt x="2961505" y="1230391"/>
                  </a:lnTo>
                  <a:lnTo>
                    <a:pt x="2920214" y="1185533"/>
                  </a:lnTo>
                  <a:lnTo>
                    <a:pt x="2896531" y="1161927"/>
                  </a:lnTo>
                  <a:lnTo>
                    <a:pt x="2849700" y="1119702"/>
                  </a:lnTo>
                  <a:lnTo>
                    <a:pt x="2800435" y="1081440"/>
                  </a:lnTo>
                  <a:lnTo>
                    <a:pt x="2748007" y="1046967"/>
                  </a:lnTo>
                  <a:lnTo>
                    <a:pt x="2691618" y="1015975"/>
                  </a:lnTo>
                  <a:lnTo>
                    <a:pt x="2630453" y="988105"/>
                  </a:lnTo>
                  <a:lnTo>
                    <a:pt x="2563731" y="963001"/>
                  </a:lnTo>
                  <a:lnTo>
                    <a:pt x="2490774" y="940338"/>
                  </a:lnTo>
                  <a:lnTo>
                    <a:pt x="2411108" y="919843"/>
                  </a:lnTo>
                  <a:lnTo>
                    <a:pt x="2324587" y="901301"/>
                  </a:lnTo>
                  <a:lnTo>
                    <a:pt x="2231555" y="884561"/>
                  </a:lnTo>
                  <a:lnTo>
                    <a:pt x="2133028" y="869538"/>
                  </a:lnTo>
                  <a:lnTo>
                    <a:pt x="2030850" y="856204"/>
                  </a:lnTo>
                  <a:lnTo>
                    <a:pt x="1927782" y="844574"/>
                  </a:lnTo>
                  <a:lnTo>
                    <a:pt x="1827432" y="834688"/>
                  </a:lnTo>
                  <a:lnTo>
                    <a:pt x="1733964" y="826574"/>
                  </a:lnTo>
                  <a:lnTo>
                    <a:pt x="1651564" y="820221"/>
                  </a:lnTo>
                  <a:lnTo>
                    <a:pt x="1583746" y="815545"/>
                  </a:lnTo>
                  <a:lnTo>
                    <a:pt x="1532651" y="812376"/>
                  </a:lnTo>
                  <a:lnTo>
                    <a:pt x="1498552" y="810466"/>
                  </a:lnTo>
                  <a:lnTo>
                    <a:pt x="1479687" y="809507"/>
                  </a:lnTo>
                  <a:lnTo>
                    <a:pt x="1472397" y="809169"/>
                  </a:lnTo>
                  <a:lnTo>
                    <a:pt x="1471387" y="809126"/>
                  </a:lnTo>
                  <a:lnTo>
                    <a:pt x="0" y="80912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34" name="pg1034"/>
            <p:cNvSpPr/>
            <p:nvPr/>
          </p:nvSpPr>
          <p:spPr>
            <a:xfrm>
              <a:off x="4799595" y="8142720"/>
              <a:ext cx="11981298" cy="3064874"/>
            </a:xfrm>
            <a:custGeom>
              <a:avLst/>
              <a:pathLst>
                <a:path w="11981298" h="3064874">
                  <a:moveTo>
                    <a:pt x="0" y="8172"/>
                  </a:moveTo>
                  <a:lnTo>
                    <a:pt x="1471387" y="8172"/>
                  </a:lnTo>
                  <a:lnTo>
                    <a:pt x="1472520" y="8243"/>
                  </a:lnTo>
                  <a:lnTo>
                    <a:pt x="1479969" y="8742"/>
                  </a:lnTo>
                  <a:lnTo>
                    <a:pt x="1498748" y="10122"/>
                  </a:lnTo>
                  <a:lnTo>
                    <a:pt x="1532330" y="12838"/>
                  </a:lnTo>
                  <a:lnTo>
                    <a:pt x="1582400" y="17315"/>
                  </a:lnTo>
                  <a:lnTo>
                    <a:pt x="1648724" y="23896"/>
                  </a:lnTo>
                  <a:lnTo>
                    <a:pt x="1729302" y="32820"/>
                  </a:lnTo>
                  <a:lnTo>
                    <a:pt x="1820822" y="44207"/>
                  </a:lnTo>
                  <a:lnTo>
                    <a:pt x="1919300" y="58079"/>
                  </a:lnTo>
                  <a:lnTo>
                    <a:pt x="2020733" y="74397"/>
                  </a:lnTo>
                  <a:lnTo>
                    <a:pt x="2121611" y="93108"/>
                  </a:lnTo>
                  <a:lnTo>
                    <a:pt x="2219202" y="114184"/>
                  </a:lnTo>
                  <a:lnTo>
                    <a:pt x="2311642" y="137655"/>
                  </a:lnTo>
                  <a:lnTo>
                    <a:pt x="2397863" y="163628"/>
                  </a:lnTo>
                  <a:lnTo>
                    <a:pt x="2477448" y="192298"/>
                  </a:lnTo>
                  <a:lnTo>
                    <a:pt x="2550473" y="223945"/>
                  </a:lnTo>
                  <a:lnTo>
                    <a:pt x="2617344" y="258933"/>
                  </a:lnTo>
                  <a:lnTo>
                    <a:pt x="2678680" y="297698"/>
                  </a:lnTo>
                  <a:lnTo>
                    <a:pt x="2735211" y="340725"/>
                  </a:lnTo>
                  <a:lnTo>
                    <a:pt x="2787715" y="388514"/>
                  </a:lnTo>
                  <a:lnTo>
                    <a:pt x="2836964" y="441517"/>
                  </a:lnTo>
                  <a:lnTo>
                    <a:pt x="2883673" y="500035"/>
                  </a:lnTo>
                  <a:lnTo>
                    <a:pt x="2896531" y="517623"/>
                  </a:lnTo>
                  <a:lnTo>
                    <a:pt x="2933078" y="571158"/>
                  </a:lnTo>
                  <a:lnTo>
                    <a:pt x="2968724" y="628513"/>
                  </a:lnTo>
                  <a:lnTo>
                    <a:pt x="3003706" y="689767"/>
                  </a:lnTo>
                  <a:lnTo>
                    <a:pt x="3038219" y="754939"/>
                  </a:lnTo>
                  <a:lnTo>
                    <a:pt x="3072418" y="823983"/>
                  </a:lnTo>
                  <a:lnTo>
                    <a:pt x="3106427" y="896784"/>
                  </a:lnTo>
                  <a:lnTo>
                    <a:pt x="3140337" y="973150"/>
                  </a:lnTo>
                  <a:lnTo>
                    <a:pt x="3174218" y="1052814"/>
                  </a:lnTo>
                  <a:lnTo>
                    <a:pt x="3208114" y="1135432"/>
                  </a:lnTo>
                  <a:lnTo>
                    <a:pt x="3242050" y="1220590"/>
                  </a:lnTo>
                  <a:lnTo>
                    <a:pt x="3276037" y="1307806"/>
                  </a:lnTo>
                  <a:lnTo>
                    <a:pt x="3310069" y="1396545"/>
                  </a:lnTo>
                  <a:lnTo>
                    <a:pt x="3344133" y="1486230"/>
                  </a:lnTo>
                  <a:lnTo>
                    <a:pt x="3378210" y="1576258"/>
                  </a:lnTo>
                  <a:lnTo>
                    <a:pt x="3412277" y="1666015"/>
                  </a:lnTo>
                  <a:lnTo>
                    <a:pt x="3446314" y="1754895"/>
                  </a:lnTo>
                  <a:lnTo>
                    <a:pt x="3480306" y="1842319"/>
                  </a:lnTo>
                  <a:lnTo>
                    <a:pt x="3514249" y="1927744"/>
                  </a:lnTo>
                  <a:lnTo>
                    <a:pt x="3548148" y="2010683"/>
                  </a:lnTo>
                  <a:lnTo>
                    <a:pt x="3582029" y="2090713"/>
                  </a:lnTo>
                  <a:lnTo>
                    <a:pt x="3615933" y="2167481"/>
                  </a:lnTo>
                  <a:lnTo>
                    <a:pt x="3649925" y="2240711"/>
                  </a:lnTo>
                  <a:lnTo>
                    <a:pt x="3684096" y="2310204"/>
                  </a:lnTo>
                  <a:lnTo>
                    <a:pt x="3718565" y="2375834"/>
                  </a:lnTo>
                  <a:lnTo>
                    <a:pt x="3753483" y="2437548"/>
                  </a:lnTo>
                  <a:lnTo>
                    <a:pt x="3789039" y="2495358"/>
                  </a:lnTo>
                  <a:lnTo>
                    <a:pt x="3825467" y="2549335"/>
                  </a:lnTo>
                  <a:lnTo>
                    <a:pt x="3829811" y="2555424"/>
                  </a:lnTo>
                  <a:lnTo>
                    <a:pt x="3875919" y="2615521"/>
                  </a:lnTo>
                  <a:lnTo>
                    <a:pt x="3924379" y="2670065"/>
                  </a:lnTo>
                  <a:lnTo>
                    <a:pt x="3975884" y="2719289"/>
                  </a:lnTo>
                  <a:lnTo>
                    <a:pt x="4031195" y="2763615"/>
                  </a:lnTo>
                  <a:lnTo>
                    <a:pt x="4091092" y="2803537"/>
                  </a:lnTo>
                  <a:lnTo>
                    <a:pt x="4156327" y="2839548"/>
                  </a:lnTo>
                  <a:lnTo>
                    <a:pt x="4227556" y="2872101"/>
                  </a:lnTo>
                  <a:lnTo>
                    <a:pt x="4305259" y="2901582"/>
                  </a:lnTo>
                  <a:lnTo>
                    <a:pt x="4389617" y="2928295"/>
                  </a:lnTo>
                  <a:lnTo>
                    <a:pt x="4480372" y="2952461"/>
                  </a:lnTo>
                  <a:lnTo>
                    <a:pt x="4576658" y="2974208"/>
                  </a:lnTo>
                  <a:lnTo>
                    <a:pt x="4676844" y="2993590"/>
                  </a:lnTo>
                  <a:lnTo>
                    <a:pt x="4778446" y="3010591"/>
                  </a:lnTo>
                  <a:lnTo>
                    <a:pt x="4878153" y="3025161"/>
                  </a:lnTo>
                  <a:lnTo>
                    <a:pt x="4972061" y="3037253"/>
                  </a:lnTo>
                  <a:lnTo>
                    <a:pt x="5056117" y="3046868"/>
                  </a:lnTo>
                  <a:lnTo>
                    <a:pt x="5126749" y="3054094"/>
                  </a:lnTo>
                  <a:lnTo>
                    <a:pt x="5181528" y="3059135"/>
                  </a:lnTo>
                  <a:lnTo>
                    <a:pt x="5219693" y="3062310"/>
                  </a:lnTo>
                  <a:lnTo>
                    <a:pt x="5242386" y="3064023"/>
                  </a:lnTo>
                  <a:lnTo>
                    <a:pt x="5252598" y="3064725"/>
                  </a:lnTo>
                  <a:lnTo>
                    <a:pt x="5254955" y="3064874"/>
                  </a:lnTo>
                  <a:lnTo>
                    <a:pt x="6726343" y="3064874"/>
                  </a:lnTo>
                  <a:lnTo>
                    <a:pt x="6727479" y="3064805"/>
                  </a:lnTo>
                  <a:lnTo>
                    <a:pt x="6734950" y="3064313"/>
                  </a:lnTo>
                  <a:lnTo>
                    <a:pt x="6753785" y="3062955"/>
                  </a:lnTo>
                  <a:lnTo>
                    <a:pt x="6787462" y="3060281"/>
                  </a:lnTo>
                  <a:lnTo>
                    <a:pt x="6837663" y="3055874"/>
                  </a:lnTo>
                  <a:lnTo>
                    <a:pt x="6904147" y="3049397"/>
                  </a:lnTo>
                  <a:lnTo>
                    <a:pt x="6984897" y="3040614"/>
                  </a:lnTo>
                  <a:lnTo>
                    <a:pt x="7076584" y="3029409"/>
                  </a:lnTo>
                  <a:lnTo>
                    <a:pt x="7175209" y="3015761"/>
                  </a:lnTo>
                  <a:lnTo>
                    <a:pt x="7276759" y="2999707"/>
                  </a:lnTo>
                  <a:lnTo>
                    <a:pt x="7377720" y="2981302"/>
                  </a:lnTo>
                  <a:lnTo>
                    <a:pt x="7475361" y="2960570"/>
                  </a:lnTo>
                  <a:lnTo>
                    <a:pt x="7567822" y="2937483"/>
                  </a:lnTo>
                  <a:lnTo>
                    <a:pt x="7654040" y="2911933"/>
                  </a:lnTo>
                  <a:lnTo>
                    <a:pt x="7733608" y="2883728"/>
                  </a:lnTo>
                  <a:lnTo>
                    <a:pt x="7806605" y="2852590"/>
                  </a:lnTo>
                  <a:lnTo>
                    <a:pt x="7873445" y="2818160"/>
                  </a:lnTo>
                  <a:lnTo>
                    <a:pt x="7934749" y="2780007"/>
                  </a:lnTo>
                  <a:lnTo>
                    <a:pt x="7991254" y="2737654"/>
                  </a:lnTo>
                  <a:lnTo>
                    <a:pt x="8043739" y="2690609"/>
                  </a:lnTo>
                  <a:lnTo>
                    <a:pt x="8092977" y="2638429"/>
                  </a:lnTo>
                  <a:lnTo>
                    <a:pt x="8139686" y="2580822"/>
                  </a:lnTo>
                  <a:lnTo>
                    <a:pt x="8151487" y="2564959"/>
                  </a:lnTo>
                  <a:lnTo>
                    <a:pt x="8188315" y="2512001"/>
                  </a:lnTo>
                  <a:lnTo>
                    <a:pt x="8224230" y="2455234"/>
                  </a:lnTo>
                  <a:lnTo>
                    <a:pt x="8259475" y="2394581"/>
                  </a:lnTo>
                  <a:lnTo>
                    <a:pt x="8294247" y="2330024"/>
                  </a:lnTo>
                  <a:lnTo>
                    <a:pt x="8328705" y="2261609"/>
                  </a:lnTo>
                  <a:lnTo>
                    <a:pt x="8362974" y="2189457"/>
                  </a:lnTo>
                  <a:lnTo>
                    <a:pt x="8397146" y="2113763"/>
                  </a:lnTo>
                  <a:lnTo>
                    <a:pt x="8431291" y="2034798"/>
                  </a:lnTo>
                  <a:lnTo>
                    <a:pt x="8465454" y="1952913"/>
                  </a:lnTo>
                  <a:lnTo>
                    <a:pt x="8499659" y="1868528"/>
                  </a:lnTo>
                  <a:lnTo>
                    <a:pt x="8533916" y="1782132"/>
                  </a:lnTo>
                  <a:lnTo>
                    <a:pt x="8568217" y="1694266"/>
                  </a:lnTo>
                  <a:lnTo>
                    <a:pt x="8602550" y="1605512"/>
                  </a:lnTo>
                  <a:lnTo>
                    <a:pt x="8636893" y="1516479"/>
                  </a:lnTo>
                  <a:lnTo>
                    <a:pt x="8671224" y="1427783"/>
                  </a:lnTo>
                  <a:lnTo>
                    <a:pt x="8705522" y="1340029"/>
                  </a:lnTo>
                  <a:lnTo>
                    <a:pt x="8739773" y="1253798"/>
                  </a:lnTo>
                  <a:lnTo>
                    <a:pt x="8773974" y="1169626"/>
                  </a:lnTo>
                  <a:lnTo>
                    <a:pt x="8808134" y="1087995"/>
                  </a:lnTo>
                  <a:lnTo>
                    <a:pt x="8842279" y="1009321"/>
                  </a:lnTo>
                  <a:lnTo>
                    <a:pt x="8876458" y="933945"/>
                  </a:lnTo>
                  <a:lnTo>
                    <a:pt x="8910739" y="862133"/>
                  </a:lnTo>
                  <a:lnTo>
                    <a:pt x="8945220" y="794073"/>
                  </a:lnTo>
                  <a:lnTo>
                    <a:pt x="8980029" y="729877"/>
                  </a:lnTo>
                  <a:lnTo>
                    <a:pt x="9015328" y="669587"/>
                  </a:lnTo>
                  <a:lnTo>
                    <a:pt x="9051316" y="613178"/>
                  </a:lnTo>
                  <a:lnTo>
                    <a:pt x="9084767" y="565299"/>
                  </a:lnTo>
                  <a:lnTo>
                    <a:pt x="9130924" y="506267"/>
                  </a:lnTo>
                  <a:lnTo>
                    <a:pt x="9179440" y="452696"/>
                  </a:lnTo>
                  <a:lnTo>
                    <a:pt x="9231008" y="404355"/>
                  </a:lnTo>
                  <a:lnTo>
                    <a:pt x="9286393" y="360830"/>
                  </a:lnTo>
                  <a:lnTo>
                    <a:pt x="9346377" y="321633"/>
                  </a:lnTo>
                  <a:lnTo>
                    <a:pt x="9411713" y="286280"/>
                  </a:lnTo>
                  <a:lnTo>
                    <a:pt x="9483060" y="254324"/>
                  </a:lnTo>
                  <a:lnTo>
                    <a:pt x="9560897" y="225387"/>
                  </a:lnTo>
                  <a:lnTo>
                    <a:pt x="9645404" y="199169"/>
                  </a:lnTo>
                  <a:lnTo>
                    <a:pt x="9736315" y="175456"/>
                  </a:lnTo>
                  <a:lnTo>
                    <a:pt x="9832755" y="154118"/>
                  </a:lnTo>
                  <a:lnTo>
                    <a:pt x="9933081" y="135108"/>
                  </a:lnTo>
                  <a:lnTo>
                    <a:pt x="10034788" y="118439"/>
                  </a:lnTo>
                  <a:lnTo>
                    <a:pt x="10134546" y="104160"/>
                  </a:lnTo>
                  <a:lnTo>
                    <a:pt x="10228431" y="92319"/>
                  </a:lnTo>
                  <a:lnTo>
                    <a:pt x="10312382" y="82914"/>
                  </a:lnTo>
                  <a:lnTo>
                    <a:pt x="10382829" y="75855"/>
                  </a:lnTo>
                  <a:lnTo>
                    <a:pt x="10437361" y="70940"/>
                  </a:lnTo>
                  <a:lnTo>
                    <a:pt x="10475247" y="67853"/>
                  </a:lnTo>
                  <a:lnTo>
                    <a:pt x="10497672" y="66195"/>
                  </a:lnTo>
                  <a:lnTo>
                    <a:pt x="10507670" y="65522"/>
                  </a:lnTo>
                  <a:lnTo>
                    <a:pt x="10509911" y="65383"/>
                  </a:lnTo>
                  <a:lnTo>
                    <a:pt x="11981298" y="65383"/>
                  </a:lnTo>
                  <a:lnTo>
                    <a:pt x="11981298" y="57210"/>
                  </a:lnTo>
                  <a:lnTo>
                    <a:pt x="10509911" y="57210"/>
                  </a:lnTo>
                  <a:lnTo>
                    <a:pt x="10508774" y="57279"/>
                  </a:lnTo>
                  <a:lnTo>
                    <a:pt x="10501303" y="57771"/>
                  </a:lnTo>
                  <a:lnTo>
                    <a:pt x="10482468" y="59129"/>
                  </a:lnTo>
                  <a:lnTo>
                    <a:pt x="10448791" y="61804"/>
                  </a:lnTo>
                  <a:lnTo>
                    <a:pt x="10398590" y="66210"/>
                  </a:lnTo>
                  <a:lnTo>
                    <a:pt x="10332106" y="72688"/>
                  </a:lnTo>
                  <a:lnTo>
                    <a:pt x="10251356" y="81470"/>
                  </a:lnTo>
                  <a:lnTo>
                    <a:pt x="10159669" y="92675"/>
                  </a:lnTo>
                  <a:lnTo>
                    <a:pt x="10061044" y="106324"/>
                  </a:lnTo>
                  <a:lnTo>
                    <a:pt x="9959494" y="122377"/>
                  </a:lnTo>
                  <a:lnTo>
                    <a:pt x="9858533" y="140783"/>
                  </a:lnTo>
                  <a:lnTo>
                    <a:pt x="9760892" y="161514"/>
                  </a:lnTo>
                  <a:lnTo>
                    <a:pt x="9668431" y="184601"/>
                  </a:lnTo>
                  <a:lnTo>
                    <a:pt x="9582213" y="210151"/>
                  </a:lnTo>
                  <a:lnTo>
                    <a:pt x="9502645" y="238356"/>
                  </a:lnTo>
                  <a:lnTo>
                    <a:pt x="9429648" y="269494"/>
                  </a:lnTo>
                  <a:lnTo>
                    <a:pt x="9362808" y="303925"/>
                  </a:lnTo>
                  <a:lnTo>
                    <a:pt x="9301504" y="342077"/>
                  </a:lnTo>
                  <a:lnTo>
                    <a:pt x="9244999" y="384430"/>
                  </a:lnTo>
                  <a:lnTo>
                    <a:pt x="9192514" y="431475"/>
                  </a:lnTo>
                  <a:lnTo>
                    <a:pt x="9143276" y="483655"/>
                  </a:lnTo>
                  <a:lnTo>
                    <a:pt x="9096567" y="541262"/>
                  </a:lnTo>
                  <a:lnTo>
                    <a:pt x="9084767" y="557126"/>
                  </a:lnTo>
                  <a:lnTo>
                    <a:pt x="9047938" y="610084"/>
                  </a:lnTo>
                  <a:lnTo>
                    <a:pt x="9012023" y="666850"/>
                  </a:lnTo>
                  <a:lnTo>
                    <a:pt x="8976778" y="727503"/>
                  </a:lnTo>
                  <a:lnTo>
                    <a:pt x="8942006" y="792061"/>
                  </a:lnTo>
                  <a:lnTo>
                    <a:pt x="8907548" y="860475"/>
                  </a:lnTo>
                  <a:lnTo>
                    <a:pt x="8873280" y="932627"/>
                  </a:lnTo>
                  <a:lnTo>
                    <a:pt x="8839107" y="1008322"/>
                  </a:lnTo>
                  <a:lnTo>
                    <a:pt x="8804962" y="1087286"/>
                  </a:lnTo>
                  <a:lnTo>
                    <a:pt x="8770799" y="1169172"/>
                  </a:lnTo>
                  <a:lnTo>
                    <a:pt x="8736594" y="1253556"/>
                  </a:lnTo>
                  <a:lnTo>
                    <a:pt x="8702338" y="1339952"/>
                  </a:lnTo>
                  <a:lnTo>
                    <a:pt x="8668036" y="1427818"/>
                  </a:lnTo>
                  <a:lnTo>
                    <a:pt x="8633703" y="1516572"/>
                  </a:lnTo>
                  <a:lnTo>
                    <a:pt x="8599360" y="1605605"/>
                  </a:lnTo>
                  <a:lnTo>
                    <a:pt x="8565029" y="1694302"/>
                  </a:lnTo>
                  <a:lnTo>
                    <a:pt x="8530731" y="1782055"/>
                  </a:lnTo>
                  <a:lnTo>
                    <a:pt x="8496480" y="1868287"/>
                  </a:lnTo>
                  <a:lnTo>
                    <a:pt x="8462279" y="1952458"/>
                  </a:lnTo>
                  <a:lnTo>
                    <a:pt x="8428119" y="2034089"/>
                  </a:lnTo>
                  <a:lnTo>
                    <a:pt x="8393974" y="2112764"/>
                  </a:lnTo>
                  <a:lnTo>
                    <a:pt x="8359796" y="2188140"/>
                  </a:lnTo>
                  <a:lnTo>
                    <a:pt x="8325514" y="2259951"/>
                  </a:lnTo>
                  <a:lnTo>
                    <a:pt x="8291033" y="2328011"/>
                  </a:lnTo>
                  <a:lnTo>
                    <a:pt x="8256224" y="2392207"/>
                  </a:lnTo>
                  <a:lnTo>
                    <a:pt x="8220926" y="2452497"/>
                  </a:lnTo>
                  <a:lnTo>
                    <a:pt x="8184937" y="2508906"/>
                  </a:lnTo>
                  <a:lnTo>
                    <a:pt x="8151487" y="2556786"/>
                  </a:lnTo>
                  <a:lnTo>
                    <a:pt x="8105329" y="2615818"/>
                  </a:lnTo>
                  <a:lnTo>
                    <a:pt x="8056814" y="2669389"/>
                  </a:lnTo>
                  <a:lnTo>
                    <a:pt x="8005245" y="2717729"/>
                  </a:lnTo>
                  <a:lnTo>
                    <a:pt x="7949860" y="2761255"/>
                  </a:lnTo>
                  <a:lnTo>
                    <a:pt x="7889876" y="2800451"/>
                  </a:lnTo>
                  <a:lnTo>
                    <a:pt x="7824540" y="2835805"/>
                  </a:lnTo>
                  <a:lnTo>
                    <a:pt x="7753193" y="2867760"/>
                  </a:lnTo>
                  <a:lnTo>
                    <a:pt x="7675356" y="2896697"/>
                  </a:lnTo>
                  <a:lnTo>
                    <a:pt x="7590849" y="2922915"/>
                  </a:lnTo>
                  <a:lnTo>
                    <a:pt x="7499938" y="2946628"/>
                  </a:lnTo>
                  <a:lnTo>
                    <a:pt x="7403498" y="2967966"/>
                  </a:lnTo>
                  <a:lnTo>
                    <a:pt x="7303172" y="2986977"/>
                  </a:lnTo>
                  <a:lnTo>
                    <a:pt x="7201465" y="3003646"/>
                  </a:lnTo>
                  <a:lnTo>
                    <a:pt x="7101707" y="3017924"/>
                  </a:lnTo>
                  <a:lnTo>
                    <a:pt x="7007822" y="3029765"/>
                  </a:lnTo>
                  <a:lnTo>
                    <a:pt x="6923871" y="3039170"/>
                  </a:lnTo>
                  <a:lnTo>
                    <a:pt x="6853424" y="3046229"/>
                  </a:lnTo>
                  <a:lnTo>
                    <a:pt x="6798892" y="3051145"/>
                  </a:lnTo>
                  <a:lnTo>
                    <a:pt x="6761006" y="3054231"/>
                  </a:lnTo>
                  <a:lnTo>
                    <a:pt x="6738581" y="3055889"/>
                  </a:lnTo>
                  <a:lnTo>
                    <a:pt x="6728583" y="3056562"/>
                  </a:lnTo>
                  <a:lnTo>
                    <a:pt x="6726343" y="3056701"/>
                  </a:lnTo>
                  <a:lnTo>
                    <a:pt x="5254955" y="3056701"/>
                  </a:lnTo>
                  <a:lnTo>
                    <a:pt x="5253822" y="3056631"/>
                  </a:lnTo>
                  <a:lnTo>
                    <a:pt x="5246374" y="3056132"/>
                  </a:lnTo>
                  <a:lnTo>
                    <a:pt x="5227594" y="3054752"/>
                  </a:lnTo>
                  <a:lnTo>
                    <a:pt x="5194012" y="3052035"/>
                  </a:lnTo>
                  <a:lnTo>
                    <a:pt x="5143942" y="3047559"/>
                  </a:lnTo>
                  <a:lnTo>
                    <a:pt x="5077618" y="3040977"/>
                  </a:lnTo>
                  <a:lnTo>
                    <a:pt x="4997040" y="3032053"/>
                  </a:lnTo>
                  <a:lnTo>
                    <a:pt x="4905520" y="3020666"/>
                  </a:lnTo>
                  <a:lnTo>
                    <a:pt x="4807042" y="3006794"/>
                  </a:lnTo>
                  <a:lnTo>
                    <a:pt x="4705609" y="2990476"/>
                  </a:lnTo>
                  <a:lnTo>
                    <a:pt x="4604731" y="2971765"/>
                  </a:lnTo>
                  <a:lnTo>
                    <a:pt x="4507140" y="2950689"/>
                  </a:lnTo>
                  <a:lnTo>
                    <a:pt x="4414700" y="2927219"/>
                  </a:lnTo>
                  <a:lnTo>
                    <a:pt x="4328480" y="2901245"/>
                  </a:lnTo>
                  <a:lnTo>
                    <a:pt x="4248894" y="2872576"/>
                  </a:lnTo>
                  <a:lnTo>
                    <a:pt x="4175869" y="2840929"/>
                  </a:lnTo>
                  <a:lnTo>
                    <a:pt x="4108998" y="2805941"/>
                  </a:lnTo>
                  <a:lnTo>
                    <a:pt x="4047662" y="2767175"/>
                  </a:lnTo>
                  <a:lnTo>
                    <a:pt x="3991131" y="2724148"/>
                  </a:lnTo>
                  <a:lnTo>
                    <a:pt x="3938627" y="2676359"/>
                  </a:lnTo>
                  <a:lnTo>
                    <a:pt x="3889379" y="2623356"/>
                  </a:lnTo>
                  <a:lnTo>
                    <a:pt x="3842669" y="2564839"/>
                  </a:lnTo>
                  <a:lnTo>
                    <a:pt x="3829811" y="2547251"/>
                  </a:lnTo>
                  <a:lnTo>
                    <a:pt x="3793264" y="2493716"/>
                  </a:lnTo>
                  <a:lnTo>
                    <a:pt x="3757619" y="2436360"/>
                  </a:lnTo>
                  <a:lnTo>
                    <a:pt x="3722636" y="2375106"/>
                  </a:lnTo>
                  <a:lnTo>
                    <a:pt x="3688123" y="2309934"/>
                  </a:lnTo>
                  <a:lnTo>
                    <a:pt x="3653924" y="2240890"/>
                  </a:lnTo>
                  <a:lnTo>
                    <a:pt x="3619915" y="2168089"/>
                  </a:lnTo>
                  <a:lnTo>
                    <a:pt x="3586005" y="2091723"/>
                  </a:lnTo>
                  <a:lnTo>
                    <a:pt x="3552124" y="2012060"/>
                  </a:lnTo>
                  <a:lnTo>
                    <a:pt x="3518229" y="1929441"/>
                  </a:lnTo>
                  <a:lnTo>
                    <a:pt x="3484292" y="1844284"/>
                  </a:lnTo>
                  <a:lnTo>
                    <a:pt x="3450305" y="1757068"/>
                  </a:lnTo>
                  <a:lnTo>
                    <a:pt x="3416273" y="1668329"/>
                  </a:lnTo>
                  <a:lnTo>
                    <a:pt x="3382209" y="1578643"/>
                  </a:lnTo>
                  <a:lnTo>
                    <a:pt x="3348132" y="1488616"/>
                  </a:lnTo>
                  <a:lnTo>
                    <a:pt x="3314065" y="1398859"/>
                  </a:lnTo>
                  <a:lnTo>
                    <a:pt x="3280028" y="1309978"/>
                  </a:lnTo>
                  <a:lnTo>
                    <a:pt x="3246036" y="1222555"/>
                  </a:lnTo>
                  <a:lnTo>
                    <a:pt x="3212094" y="1137130"/>
                  </a:lnTo>
                  <a:lnTo>
                    <a:pt x="3178194" y="1054190"/>
                  </a:lnTo>
                  <a:lnTo>
                    <a:pt x="3144314" y="974161"/>
                  </a:lnTo>
                  <a:lnTo>
                    <a:pt x="3110410" y="897392"/>
                  </a:lnTo>
                  <a:lnTo>
                    <a:pt x="3076417" y="824162"/>
                  </a:lnTo>
                  <a:lnTo>
                    <a:pt x="3042246" y="754669"/>
                  </a:lnTo>
                  <a:lnTo>
                    <a:pt x="3007777" y="689039"/>
                  </a:lnTo>
                  <a:lnTo>
                    <a:pt x="2972859" y="627326"/>
                  </a:lnTo>
                  <a:lnTo>
                    <a:pt x="2937303" y="569516"/>
                  </a:lnTo>
                  <a:lnTo>
                    <a:pt x="2900875" y="515538"/>
                  </a:lnTo>
                  <a:lnTo>
                    <a:pt x="2896531" y="509450"/>
                  </a:lnTo>
                  <a:lnTo>
                    <a:pt x="2850423" y="449352"/>
                  </a:lnTo>
                  <a:lnTo>
                    <a:pt x="2801963" y="394808"/>
                  </a:lnTo>
                  <a:lnTo>
                    <a:pt x="2750458" y="345584"/>
                  </a:lnTo>
                  <a:lnTo>
                    <a:pt x="2695147" y="301258"/>
                  </a:lnTo>
                  <a:lnTo>
                    <a:pt x="2635250" y="261337"/>
                  </a:lnTo>
                  <a:lnTo>
                    <a:pt x="2570016" y="225325"/>
                  </a:lnTo>
                  <a:lnTo>
                    <a:pt x="2498786" y="192772"/>
                  </a:lnTo>
                  <a:lnTo>
                    <a:pt x="2421084" y="163292"/>
                  </a:lnTo>
                  <a:lnTo>
                    <a:pt x="2336725" y="136578"/>
                  </a:lnTo>
                  <a:lnTo>
                    <a:pt x="2245970" y="112413"/>
                  </a:lnTo>
                  <a:lnTo>
                    <a:pt x="2149685" y="90665"/>
                  </a:lnTo>
                  <a:lnTo>
                    <a:pt x="2049498" y="71284"/>
                  </a:lnTo>
                  <a:lnTo>
                    <a:pt x="1947896" y="54283"/>
                  </a:lnTo>
                  <a:lnTo>
                    <a:pt x="1848189" y="39712"/>
                  </a:lnTo>
                  <a:lnTo>
                    <a:pt x="1754281" y="27620"/>
                  </a:lnTo>
                  <a:lnTo>
                    <a:pt x="1670226" y="18006"/>
                  </a:lnTo>
                  <a:lnTo>
                    <a:pt x="1599593" y="10780"/>
                  </a:lnTo>
                  <a:lnTo>
                    <a:pt x="1544814" y="5738"/>
                  </a:lnTo>
                  <a:lnTo>
                    <a:pt x="1506649" y="2563"/>
                  </a:lnTo>
                  <a:lnTo>
                    <a:pt x="1483956" y="850"/>
                  </a:lnTo>
                  <a:lnTo>
                    <a:pt x="1473744" y="148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28E5B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035" name="pl1035"/>
            <p:cNvSpPr/>
            <p:nvPr/>
          </p:nvSpPr>
          <p:spPr>
            <a:xfrm>
              <a:off x="4799595" y="8150893"/>
              <a:ext cx="11981298" cy="3056701"/>
            </a:xfrm>
            <a:custGeom>
              <a:avLst/>
              <a:pathLst>
                <a:path w="11981298" h="3056701">
                  <a:moveTo>
                    <a:pt x="0" y="0"/>
                  </a:moveTo>
                  <a:lnTo>
                    <a:pt x="1471387" y="0"/>
                  </a:lnTo>
                  <a:lnTo>
                    <a:pt x="1472520" y="70"/>
                  </a:lnTo>
                  <a:lnTo>
                    <a:pt x="1479969" y="569"/>
                  </a:lnTo>
                  <a:lnTo>
                    <a:pt x="1498748" y="1949"/>
                  </a:lnTo>
                  <a:lnTo>
                    <a:pt x="1532330" y="4665"/>
                  </a:lnTo>
                  <a:lnTo>
                    <a:pt x="1582400" y="9142"/>
                  </a:lnTo>
                  <a:lnTo>
                    <a:pt x="1648724" y="15723"/>
                  </a:lnTo>
                  <a:lnTo>
                    <a:pt x="1729302" y="24647"/>
                  </a:lnTo>
                  <a:lnTo>
                    <a:pt x="1820822" y="36034"/>
                  </a:lnTo>
                  <a:lnTo>
                    <a:pt x="1919300" y="49906"/>
                  </a:lnTo>
                  <a:lnTo>
                    <a:pt x="2020733" y="66224"/>
                  </a:lnTo>
                  <a:lnTo>
                    <a:pt x="2121611" y="84935"/>
                  </a:lnTo>
                  <a:lnTo>
                    <a:pt x="2219202" y="106011"/>
                  </a:lnTo>
                  <a:lnTo>
                    <a:pt x="2311642" y="129482"/>
                  </a:lnTo>
                  <a:lnTo>
                    <a:pt x="2397863" y="155455"/>
                  </a:lnTo>
                  <a:lnTo>
                    <a:pt x="2477448" y="184125"/>
                  </a:lnTo>
                  <a:lnTo>
                    <a:pt x="2550473" y="215772"/>
                  </a:lnTo>
                  <a:lnTo>
                    <a:pt x="2617344" y="250760"/>
                  </a:lnTo>
                  <a:lnTo>
                    <a:pt x="2678680" y="289525"/>
                  </a:lnTo>
                  <a:lnTo>
                    <a:pt x="2735211" y="332552"/>
                  </a:lnTo>
                  <a:lnTo>
                    <a:pt x="2787715" y="380341"/>
                  </a:lnTo>
                  <a:lnTo>
                    <a:pt x="2836964" y="433344"/>
                  </a:lnTo>
                  <a:lnTo>
                    <a:pt x="2883673" y="491862"/>
                  </a:lnTo>
                  <a:lnTo>
                    <a:pt x="2896531" y="509450"/>
                  </a:lnTo>
                  <a:lnTo>
                    <a:pt x="2933078" y="562985"/>
                  </a:lnTo>
                  <a:lnTo>
                    <a:pt x="2968724" y="620340"/>
                  </a:lnTo>
                  <a:lnTo>
                    <a:pt x="3003706" y="681594"/>
                  </a:lnTo>
                  <a:lnTo>
                    <a:pt x="3038219" y="746766"/>
                  </a:lnTo>
                  <a:lnTo>
                    <a:pt x="3072418" y="815810"/>
                  </a:lnTo>
                  <a:lnTo>
                    <a:pt x="3106427" y="888611"/>
                  </a:lnTo>
                  <a:lnTo>
                    <a:pt x="3140337" y="964977"/>
                  </a:lnTo>
                  <a:lnTo>
                    <a:pt x="3174218" y="1044641"/>
                  </a:lnTo>
                  <a:lnTo>
                    <a:pt x="3208114" y="1127259"/>
                  </a:lnTo>
                  <a:lnTo>
                    <a:pt x="3242050" y="1212417"/>
                  </a:lnTo>
                  <a:lnTo>
                    <a:pt x="3276037" y="1299633"/>
                  </a:lnTo>
                  <a:lnTo>
                    <a:pt x="3310069" y="1388372"/>
                  </a:lnTo>
                  <a:lnTo>
                    <a:pt x="3344133" y="1478057"/>
                  </a:lnTo>
                  <a:lnTo>
                    <a:pt x="3378210" y="1568085"/>
                  </a:lnTo>
                  <a:lnTo>
                    <a:pt x="3412277" y="1657842"/>
                  </a:lnTo>
                  <a:lnTo>
                    <a:pt x="3446314" y="1746722"/>
                  </a:lnTo>
                  <a:lnTo>
                    <a:pt x="3480306" y="1834146"/>
                  </a:lnTo>
                  <a:lnTo>
                    <a:pt x="3514249" y="1919571"/>
                  </a:lnTo>
                  <a:lnTo>
                    <a:pt x="3548148" y="2002510"/>
                  </a:lnTo>
                  <a:lnTo>
                    <a:pt x="3582029" y="2082540"/>
                  </a:lnTo>
                  <a:lnTo>
                    <a:pt x="3615933" y="2159308"/>
                  </a:lnTo>
                  <a:lnTo>
                    <a:pt x="3649925" y="2232538"/>
                  </a:lnTo>
                  <a:lnTo>
                    <a:pt x="3684096" y="2302031"/>
                  </a:lnTo>
                  <a:lnTo>
                    <a:pt x="3718565" y="2367661"/>
                  </a:lnTo>
                  <a:lnTo>
                    <a:pt x="3753483" y="2429375"/>
                  </a:lnTo>
                  <a:lnTo>
                    <a:pt x="3789039" y="2487185"/>
                  </a:lnTo>
                  <a:lnTo>
                    <a:pt x="3825467" y="2541162"/>
                  </a:lnTo>
                  <a:lnTo>
                    <a:pt x="3829811" y="2547251"/>
                  </a:lnTo>
                  <a:lnTo>
                    <a:pt x="3875919" y="2607348"/>
                  </a:lnTo>
                  <a:lnTo>
                    <a:pt x="3924379" y="2661892"/>
                  </a:lnTo>
                  <a:lnTo>
                    <a:pt x="3975884" y="2711116"/>
                  </a:lnTo>
                  <a:lnTo>
                    <a:pt x="4031195" y="2755442"/>
                  </a:lnTo>
                  <a:lnTo>
                    <a:pt x="4091092" y="2795364"/>
                  </a:lnTo>
                  <a:lnTo>
                    <a:pt x="4156327" y="2831375"/>
                  </a:lnTo>
                  <a:lnTo>
                    <a:pt x="4227556" y="2863928"/>
                  </a:lnTo>
                  <a:lnTo>
                    <a:pt x="4305259" y="2893409"/>
                  </a:lnTo>
                  <a:lnTo>
                    <a:pt x="4389617" y="2920122"/>
                  </a:lnTo>
                  <a:lnTo>
                    <a:pt x="4480372" y="2944288"/>
                  </a:lnTo>
                  <a:lnTo>
                    <a:pt x="4576658" y="2966035"/>
                  </a:lnTo>
                  <a:lnTo>
                    <a:pt x="4676844" y="2985417"/>
                  </a:lnTo>
                  <a:lnTo>
                    <a:pt x="4778446" y="3002418"/>
                  </a:lnTo>
                  <a:lnTo>
                    <a:pt x="4878153" y="3016988"/>
                  </a:lnTo>
                  <a:lnTo>
                    <a:pt x="4972061" y="3029080"/>
                  </a:lnTo>
                  <a:lnTo>
                    <a:pt x="5056117" y="3038695"/>
                  </a:lnTo>
                  <a:lnTo>
                    <a:pt x="5126749" y="3045921"/>
                  </a:lnTo>
                  <a:lnTo>
                    <a:pt x="5181528" y="3050962"/>
                  </a:lnTo>
                  <a:lnTo>
                    <a:pt x="5219693" y="3054137"/>
                  </a:lnTo>
                  <a:lnTo>
                    <a:pt x="5242386" y="3055850"/>
                  </a:lnTo>
                  <a:lnTo>
                    <a:pt x="5252598" y="3056552"/>
                  </a:lnTo>
                  <a:lnTo>
                    <a:pt x="5254928" y="3056699"/>
                  </a:lnTo>
                  <a:lnTo>
                    <a:pt x="5254955" y="3056701"/>
                  </a:lnTo>
                  <a:lnTo>
                    <a:pt x="6726343" y="3056701"/>
                  </a:lnTo>
                  <a:lnTo>
                    <a:pt x="6727479" y="3056632"/>
                  </a:lnTo>
                  <a:lnTo>
                    <a:pt x="6734950" y="3056140"/>
                  </a:lnTo>
                  <a:lnTo>
                    <a:pt x="6753785" y="3054782"/>
                  </a:lnTo>
                  <a:lnTo>
                    <a:pt x="6787462" y="3052108"/>
                  </a:lnTo>
                  <a:lnTo>
                    <a:pt x="6837663" y="3047701"/>
                  </a:lnTo>
                  <a:lnTo>
                    <a:pt x="6904147" y="3041224"/>
                  </a:lnTo>
                  <a:lnTo>
                    <a:pt x="6984897" y="3032441"/>
                  </a:lnTo>
                  <a:lnTo>
                    <a:pt x="7076584" y="3021236"/>
                  </a:lnTo>
                  <a:lnTo>
                    <a:pt x="7175209" y="3007588"/>
                  </a:lnTo>
                  <a:lnTo>
                    <a:pt x="7276759" y="2991534"/>
                  </a:lnTo>
                  <a:lnTo>
                    <a:pt x="7377720" y="2973129"/>
                  </a:lnTo>
                  <a:lnTo>
                    <a:pt x="7475361" y="2952397"/>
                  </a:lnTo>
                  <a:lnTo>
                    <a:pt x="7567822" y="2929310"/>
                  </a:lnTo>
                  <a:lnTo>
                    <a:pt x="7654040" y="2903760"/>
                  </a:lnTo>
                  <a:lnTo>
                    <a:pt x="7733608" y="2875555"/>
                  </a:lnTo>
                  <a:lnTo>
                    <a:pt x="7806605" y="2844417"/>
                  </a:lnTo>
                  <a:lnTo>
                    <a:pt x="7873445" y="2809987"/>
                  </a:lnTo>
                  <a:lnTo>
                    <a:pt x="7934749" y="2771834"/>
                  </a:lnTo>
                  <a:lnTo>
                    <a:pt x="7991254" y="2729481"/>
                  </a:lnTo>
                  <a:lnTo>
                    <a:pt x="8043739" y="2682436"/>
                  </a:lnTo>
                  <a:lnTo>
                    <a:pt x="8092977" y="2630256"/>
                  </a:lnTo>
                  <a:lnTo>
                    <a:pt x="8139686" y="2572649"/>
                  </a:lnTo>
                  <a:lnTo>
                    <a:pt x="8151487" y="2556786"/>
                  </a:lnTo>
                  <a:lnTo>
                    <a:pt x="8188315" y="2503828"/>
                  </a:lnTo>
                  <a:lnTo>
                    <a:pt x="8224230" y="2447061"/>
                  </a:lnTo>
                  <a:lnTo>
                    <a:pt x="8259475" y="2386408"/>
                  </a:lnTo>
                  <a:lnTo>
                    <a:pt x="8294247" y="2321851"/>
                  </a:lnTo>
                  <a:lnTo>
                    <a:pt x="8328705" y="2253436"/>
                  </a:lnTo>
                  <a:lnTo>
                    <a:pt x="8362974" y="2181284"/>
                  </a:lnTo>
                  <a:lnTo>
                    <a:pt x="8397146" y="2105590"/>
                  </a:lnTo>
                  <a:lnTo>
                    <a:pt x="8431291" y="2026625"/>
                  </a:lnTo>
                  <a:lnTo>
                    <a:pt x="8465454" y="1944740"/>
                  </a:lnTo>
                  <a:lnTo>
                    <a:pt x="8499659" y="1860355"/>
                  </a:lnTo>
                  <a:lnTo>
                    <a:pt x="8533916" y="1773959"/>
                  </a:lnTo>
                  <a:lnTo>
                    <a:pt x="8568217" y="1686093"/>
                  </a:lnTo>
                  <a:lnTo>
                    <a:pt x="8602550" y="1597339"/>
                  </a:lnTo>
                  <a:lnTo>
                    <a:pt x="8636893" y="1508306"/>
                  </a:lnTo>
                  <a:lnTo>
                    <a:pt x="8671224" y="1419610"/>
                  </a:lnTo>
                  <a:lnTo>
                    <a:pt x="8705522" y="1331856"/>
                  </a:lnTo>
                  <a:lnTo>
                    <a:pt x="8739773" y="1245625"/>
                  </a:lnTo>
                  <a:lnTo>
                    <a:pt x="8773974" y="1161453"/>
                  </a:lnTo>
                  <a:lnTo>
                    <a:pt x="8808134" y="1079822"/>
                  </a:lnTo>
                  <a:lnTo>
                    <a:pt x="8842279" y="1001148"/>
                  </a:lnTo>
                  <a:lnTo>
                    <a:pt x="8876458" y="925772"/>
                  </a:lnTo>
                  <a:lnTo>
                    <a:pt x="8910739" y="853960"/>
                  </a:lnTo>
                  <a:lnTo>
                    <a:pt x="8945220" y="785900"/>
                  </a:lnTo>
                  <a:lnTo>
                    <a:pt x="8980029" y="721704"/>
                  </a:lnTo>
                  <a:lnTo>
                    <a:pt x="9015328" y="661414"/>
                  </a:lnTo>
                  <a:lnTo>
                    <a:pt x="9051316" y="605005"/>
                  </a:lnTo>
                  <a:lnTo>
                    <a:pt x="9084767" y="557126"/>
                  </a:lnTo>
                  <a:lnTo>
                    <a:pt x="9130924" y="498094"/>
                  </a:lnTo>
                  <a:lnTo>
                    <a:pt x="9179440" y="444523"/>
                  </a:lnTo>
                  <a:lnTo>
                    <a:pt x="9231008" y="396182"/>
                  </a:lnTo>
                  <a:lnTo>
                    <a:pt x="9286393" y="352657"/>
                  </a:lnTo>
                  <a:lnTo>
                    <a:pt x="9346377" y="313460"/>
                  </a:lnTo>
                  <a:lnTo>
                    <a:pt x="9411713" y="278107"/>
                  </a:lnTo>
                  <a:lnTo>
                    <a:pt x="9483060" y="246151"/>
                  </a:lnTo>
                  <a:lnTo>
                    <a:pt x="9560897" y="217214"/>
                  </a:lnTo>
                  <a:lnTo>
                    <a:pt x="9645404" y="190996"/>
                  </a:lnTo>
                  <a:lnTo>
                    <a:pt x="9736315" y="167283"/>
                  </a:lnTo>
                  <a:lnTo>
                    <a:pt x="9832755" y="145945"/>
                  </a:lnTo>
                  <a:lnTo>
                    <a:pt x="9933081" y="126935"/>
                  </a:lnTo>
                  <a:lnTo>
                    <a:pt x="10034788" y="110266"/>
                  </a:lnTo>
                  <a:lnTo>
                    <a:pt x="10134546" y="95987"/>
                  </a:lnTo>
                  <a:lnTo>
                    <a:pt x="10228431" y="84146"/>
                  </a:lnTo>
                  <a:lnTo>
                    <a:pt x="10312382" y="74741"/>
                  </a:lnTo>
                  <a:lnTo>
                    <a:pt x="10382829" y="67682"/>
                  </a:lnTo>
                  <a:lnTo>
                    <a:pt x="10437361" y="62767"/>
                  </a:lnTo>
                  <a:lnTo>
                    <a:pt x="10475247" y="59680"/>
                  </a:lnTo>
                  <a:lnTo>
                    <a:pt x="10497672" y="58022"/>
                  </a:lnTo>
                  <a:lnTo>
                    <a:pt x="10507670" y="57349"/>
                  </a:lnTo>
                  <a:lnTo>
                    <a:pt x="10509890" y="57212"/>
                  </a:lnTo>
                  <a:lnTo>
                    <a:pt x="10509911" y="57210"/>
                  </a:lnTo>
                  <a:lnTo>
                    <a:pt x="11981298" y="5721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36" name="pl1036"/>
            <p:cNvSpPr/>
            <p:nvPr/>
          </p:nvSpPr>
          <p:spPr>
            <a:xfrm>
              <a:off x="4799595" y="8142720"/>
              <a:ext cx="11981298" cy="3056701"/>
            </a:xfrm>
            <a:custGeom>
              <a:avLst/>
              <a:pathLst>
                <a:path w="11981298" h="3056701">
                  <a:moveTo>
                    <a:pt x="11981298" y="57210"/>
                  </a:moveTo>
                  <a:lnTo>
                    <a:pt x="10509911" y="57210"/>
                  </a:lnTo>
                  <a:lnTo>
                    <a:pt x="10508774" y="57279"/>
                  </a:lnTo>
                  <a:lnTo>
                    <a:pt x="10501303" y="57771"/>
                  </a:lnTo>
                  <a:lnTo>
                    <a:pt x="10482468" y="59129"/>
                  </a:lnTo>
                  <a:lnTo>
                    <a:pt x="10448791" y="61804"/>
                  </a:lnTo>
                  <a:lnTo>
                    <a:pt x="10398590" y="66210"/>
                  </a:lnTo>
                  <a:lnTo>
                    <a:pt x="10332106" y="72688"/>
                  </a:lnTo>
                  <a:lnTo>
                    <a:pt x="10251356" y="81470"/>
                  </a:lnTo>
                  <a:lnTo>
                    <a:pt x="10159669" y="92675"/>
                  </a:lnTo>
                  <a:lnTo>
                    <a:pt x="10061044" y="106324"/>
                  </a:lnTo>
                  <a:lnTo>
                    <a:pt x="9959494" y="122377"/>
                  </a:lnTo>
                  <a:lnTo>
                    <a:pt x="9858533" y="140783"/>
                  </a:lnTo>
                  <a:lnTo>
                    <a:pt x="9760892" y="161514"/>
                  </a:lnTo>
                  <a:lnTo>
                    <a:pt x="9668431" y="184601"/>
                  </a:lnTo>
                  <a:lnTo>
                    <a:pt x="9582213" y="210151"/>
                  </a:lnTo>
                  <a:lnTo>
                    <a:pt x="9502645" y="238356"/>
                  </a:lnTo>
                  <a:lnTo>
                    <a:pt x="9429648" y="269494"/>
                  </a:lnTo>
                  <a:lnTo>
                    <a:pt x="9362808" y="303925"/>
                  </a:lnTo>
                  <a:lnTo>
                    <a:pt x="9301504" y="342077"/>
                  </a:lnTo>
                  <a:lnTo>
                    <a:pt x="9244999" y="384430"/>
                  </a:lnTo>
                  <a:lnTo>
                    <a:pt x="9192514" y="431475"/>
                  </a:lnTo>
                  <a:lnTo>
                    <a:pt x="9143276" y="483655"/>
                  </a:lnTo>
                  <a:lnTo>
                    <a:pt x="9096567" y="541262"/>
                  </a:lnTo>
                  <a:lnTo>
                    <a:pt x="9084767" y="557126"/>
                  </a:lnTo>
                  <a:lnTo>
                    <a:pt x="9047938" y="610084"/>
                  </a:lnTo>
                  <a:lnTo>
                    <a:pt x="9012023" y="666850"/>
                  </a:lnTo>
                  <a:lnTo>
                    <a:pt x="8976778" y="727503"/>
                  </a:lnTo>
                  <a:lnTo>
                    <a:pt x="8942006" y="792061"/>
                  </a:lnTo>
                  <a:lnTo>
                    <a:pt x="8907548" y="860475"/>
                  </a:lnTo>
                  <a:lnTo>
                    <a:pt x="8873280" y="932627"/>
                  </a:lnTo>
                  <a:lnTo>
                    <a:pt x="8839107" y="1008322"/>
                  </a:lnTo>
                  <a:lnTo>
                    <a:pt x="8804962" y="1087286"/>
                  </a:lnTo>
                  <a:lnTo>
                    <a:pt x="8770799" y="1169172"/>
                  </a:lnTo>
                  <a:lnTo>
                    <a:pt x="8736594" y="1253556"/>
                  </a:lnTo>
                  <a:lnTo>
                    <a:pt x="8702338" y="1339952"/>
                  </a:lnTo>
                  <a:lnTo>
                    <a:pt x="8668036" y="1427818"/>
                  </a:lnTo>
                  <a:lnTo>
                    <a:pt x="8633703" y="1516572"/>
                  </a:lnTo>
                  <a:lnTo>
                    <a:pt x="8599360" y="1605605"/>
                  </a:lnTo>
                  <a:lnTo>
                    <a:pt x="8565029" y="1694302"/>
                  </a:lnTo>
                  <a:lnTo>
                    <a:pt x="8530731" y="1782055"/>
                  </a:lnTo>
                  <a:lnTo>
                    <a:pt x="8496480" y="1868287"/>
                  </a:lnTo>
                  <a:lnTo>
                    <a:pt x="8462279" y="1952458"/>
                  </a:lnTo>
                  <a:lnTo>
                    <a:pt x="8428119" y="2034089"/>
                  </a:lnTo>
                  <a:lnTo>
                    <a:pt x="8393974" y="2112764"/>
                  </a:lnTo>
                  <a:lnTo>
                    <a:pt x="8359796" y="2188140"/>
                  </a:lnTo>
                  <a:lnTo>
                    <a:pt x="8325514" y="2259951"/>
                  </a:lnTo>
                  <a:lnTo>
                    <a:pt x="8291033" y="2328011"/>
                  </a:lnTo>
                  <a:lnTo>
                    <a:pt x="8256224" y="2392207"/>
                  </a:lnTo>
                  <a:lnTo>
                    <a:pt x="8220926" y="2452497"/>
                  </a:lnTo>
                  <a:lnTo>
                    <a:pt x="8184937" y="2508906"/>
                  </a:lnTo>
                  <a:lnTo>
                    <a:pt x="8151487" y="2556786"/>
                  </a:lnTo>
                  <a:lnTo>
                    <a:pt x="8105329" y="2615818"/>
                  </a:lnTo>
                  <a:lnTo>
                    <a:pt x="8056814" y="2669389"/>
                  </a:lnTo>
                  <a:lnTo>
                    <a:pt x="8005245" y="2717729"/>
                  </a:lnTo>
                  <a:lnTo>
                    <a:pt x="7949860" y="2761255"/>
                  </a:lnTo>
                  <a:lnTo>
                    <a:pt x="7889876" y="2800451"/>
                  </a:lnTo>
                  <a:lnTo>
                    <a:pt x="7824540" y="2835805"/>
                  </a:lnTo>
                  <a:lnTo>
                    <a:pt x="7753193" y="2867760"/>
                  </a:lnTo>
                  <a:lnTo>
                    <a:pt x="7675356" y="2896697"/>
                  </a:lnTo>
                  <a:lnTo>
                    <a:pt x="7590849" y="2922915"/>
                  </a:lnTo>
                  <a:lnTo>
                    <a:pt x="7499938" y="2946628"/>
                  </a:lnTo>
                  <a:lnTo>
                    <a:pt x="7403498" y="2967966"/>
                  </a:lnTo>
                  <a:lnTo>
                    <a:pt x="7303172" y="2986977"/>
                  </a:lnTo>
                  <a:lnTo>
                    <a:pt x="7201465" y="3003646"/>
                  </a:lnTo>
                  <a:lnTo>
                    <a:pt x="7101707" y="3017924"/>
                  </a:lnTo>
                  <a:lnTo>
                    <a:pt x="7007822" y="3029765"/>
                  </a:lnTo>
                  <a:lnTo>
                    <a:pt x="6923871" y="3039170"/>
                  </a:lnTo>
                  <a:lnTo>
                    <a:pt x="6853424" y="3046229"/>
                  </a:lnTo>
                  <a:lnTo>
                    <a:pt x="6798892" y="3051145"/>
                  </a:lnTo>
                  <a:lnTo>
                    <a:pt x="6761006" y="3054231"/>
                  </a:lnTo>
                  <a:lnTo>
                    <a:pt x="6738581" y="3055889"/>
                  </a:lnTo>
                  <a:lnTo>
                    <a:pt x="6728583" y="3056562"/>
                  </a:lnTo>
                  <a:lnTo>
                    <a:pt x="6726363" y="3056700"/>
                  </a:lnTo>
                  <a:lnTo>
                    <a:pt x="6726343" y="3056701"/>
                  </a:lnTo>
                  <a:lnTo>
                    <a:pt x="5254955" y="3056701"/>
                  </a:lnTo>
                  <a:lnTo>
                    <a:pt x="5253822" y="3056631"/>
                  </a:lnTo>
                  <a:lnTo>
                    <a:pt x="5246374" y="3056132"/>
                  </a:lnTo>
                  <a:lnTo>
                    <a:pt x="5227594" y="3054752"/>
                  </a:lnTo>
                  <a:lnTo>
                    <a:pt x="5194012" y="3052035"/>
                  </a:lnTo>
                  <a:lnTo>
                    <a:pt x="5143942" y="3047559"/>
                  </a:lnTo>
                  <a:lnTo>
                    <a:pt x="5077618" y="3040977"/>
                  </a:lnTo>
                  <a:lnTo>
                    <a:pt x="4997040" y="3032053"/>
                  </a:lnTo>
                  <a:lnTo>
                    <a:pt x="4905520" y="3020666"/>
                  </a:lnTo>
                  <a:lnTo>
                    <a:pt x="4807042" y="3006794"/>
                  </a:lnTo>
                  <a:lnTo>
                    <a:pt x="4705609" y="2990476"/>
                  </a:lnTo>
                  <a:lnTo>
                    <a:pt x="4604731" y="2971765"/>
                  </a:lnTo>
                  <a:lnTo>
                    <a:pt x="4507140" y="2950689"/>
                  </a:lnTo>
                  <a:lnTo>
                    <a:pt x="4414700" y="2927219"/>
                  </a:lnTo>
                  <a:lnTo>
                    <a:pt x="4328480" y="2901245"/>
                  </a:lnTo>
                  <a:lnTo>
                    <a:pt x="4248894" y="2872576"/>
                  </a:lnTo>
                  <a:lnTo>
                    <a:pt x="4175869" y="2840929"/>
                  </a:lnTo>
                  <a:lnTo>
                    <a:pt x="4108998" y="2805941"/>
                  </a:lnTo>
                  <a:lnTo>
                    <a:pt x="4047662" y="2767175"/>
                  </a:lnTo>
                  <a:lnTo>
                    <a:pt x="3991131" y="2724148"/>
                  </a:lnTo>
                  <a:lnTo>
                    <a:pt x="3938627" y="2676359"/>
                  </a:lnTo>
                  <a:lnTo>
                    <a:pt x="3889379" y="2623356"/>
                  </a:lnTo>
                  <a:lnTo>
                    <a:pt x="3842669" y="2564839"/>
                  </a:lnTo>
                  <a:lnTo>
                    <a:pt x="3829811" y="2547251"/>
                  </a:lnTo>
                  <a:lnTo>
                    <a:pt x="3793264" y="2493716"/>
                  </a:lnTo>
                  <a:lnTo>
                    <a:pt x="3757619" y="2436360"/>
                  </a:lnTo>
                  <a:lnTo>
                    <a:pt x="3722636" y="2375106"/>
                  </a:lnTo>
                  <a:lnTo>
                    <a:pt x="3688123" y="2309934"/>
                  </a:lnTo>
                  <a:lnTo>
                    <a:pt x="3653924" y="2240890"/>
                  </a:lnTo>
                  <a:lnTo>
                    <a:pt x="3619915" y="2168089"/>
                  </a:lnTo>
                  <a:lnTo>
                    <a:pt x="3586005" y="2091723"/>
                  </a:lnTo>
                  <a:lnTo>
                    <a:pt x="3552124" y="2012060"/>
                  </a:lnTo>
                  <a:lnTo>
                    <a:pt x="3518229" y="1929441"/>
                  </a:lnTo>
                  <a:lnTo>
                    <a:pt x="3484292" y="1844284"/>
                  </a:lnTo>
                  <a:lnTo>
                    <a:pt x="3450305" y="1757068"/>
                  </a:lnTo>
                  <a:lnTo>
                    <a:pt x="3416273" y="1668329"/>
                  </a:lnTo>
                  <a:lnTo>
                    <a:pt x="3382209" y="1578643"/>
                  </a:lnTo>
                  <a:lnTo>
                    <a:pt x="3348132" y="1488616"/>
                  </a:lnTo>
                  <a:lnTo>
                    <a:pt x="3314065" y="1398859"/>
                  </a:lnTo>
                  <a:lnTo>
                    <a:pt x="3280028" y="1309978"/>
                  </a:lnTo>
                  <a:lnTo>
                    <a:pt x="3246036" y="1222555"/>
                  </a:lnTo>
                  <a:lnTo>
                    <a:pt x="3212094" y="1137130"/>
                  </a:lnTo>
                  <a:lnTo>
                    <a:pt x="3178194" y="1054190"/>
                  </a:lnTo>
                  <a:lnTo>
                    <a:pt x="3144314" y="974161"/>
                  </a:lnTo>
                  <a:lnTo>
                    <a:pt x="3110410" y="897392"/>
                  </a:lnTo>
                  <a:lnTo>
                    <a:pt x="3076417" y="824162"/>
                  </a:lnTo>
                  <a:lnTo>
                    <a:pt x="3042246" y="754669"/>
                  </a:lnTo>
                  <a:lnTo>
                    <a:pt x="3007777" y="689039"/>
                  </a:lnTo>
                  <a:lnTo>
                    <a:pt x="2972859" y="627326"/>
                  </a:lnTo>
                  <a:lnTo>
                    <a:pt x="2937303" y="569516"/>
                  </a:lnTo>
                  <a:lnTo>
                    <a:pt x="2900875" y="515538"/>
                  </a:lnTo>
                  <a:lnTo>
                    <a:pt x="2896531" y="509450"/>
                  </a:lnTo>
                  <a:lnTo>
                    <a:pt x="2850423" y="449352"/>
                  </a:lnTo>
                  <a:lnTo>
                    <a:pt x="2801963" y="394808"/>
                  </a:lnTo>
                  <a:lnTo>
                    <a:pt x="2750458" y="345584"/>
                  </a:lnTo>
                  <a:lnTo>
                    <a:pt x="2695147" y="301258"/>
                  </a:lnTo>
                  <a:lnTo>
                    <a:pt x="2635250" y="261337"/>
                  </a:lnTo>
                  <a:lnTo>
                    <a:pt x="2570016" y="225325"/>
                  </a:lnTo>
                  <a:lnTo>
                    <a:pt x="2498786" y="192772"/>
                  </a:lnTo>
                  <a:lnTo>
                    <a:pt x="2421084" y="163292"/>
                  </a:lnTo>
                  <a:lnTo>
                    <a:pt x="2336725" y="136578"/>
                  </a:lnTo>
                  <a:lnTo>
                    <a:pt x="2245970" y="112413"/>
                  </a:lnTo>
                  <a:lnTo>
                    <a:pt x="2149685" y="90665"/>
                  </a:lnTo>
                  <a:lnTo>
                    <a:pt x="2049498" y="71284"/>
                  </a:lnTo>
                  <a:lnTo>
                    <a:pt x="1947896" y="54283"/>
                  </a:lnTo>
                  <a:lnTo>
                    <a:pt x="1848189" y="39712"/>
                  </a:lnTo>
                  <a:lnTo>
                    <a:pt x="1754281" y="27620"/>
                  </a:lnTo>
                  <a:lnTo>
                    <a:pt x="1670226" y="18006"/>
                  </a:lnTo>
                  <a:lnTo>
                    <a:pt x="1599593" y="10780"/>
                  </a:lnTo>
                  <a:lnTo>
                    <a:pt x="1544814" y="5738"/>
                  </a:lnTo>
                  <a:lnTo>
                    <a:pt x="1506649" y="2563"/>
                  </a:lnTo>
                  <a:lnTo>
                    <a:pt x="1483956" y="850"/>
                  </a:lnTo>
                  <a:lnTo>
                    <a:pt x="1473744" y="148"/>
                  </a:lnTo>
                  <a:lnTo>
                    <a:pt x="1471414" y="1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37" name="pg1037"/>
            <p:cNvSpPr/>
            <p:nvPr/>
          </p:nvSpPr>
          <p:spPr>
            <a:xfrm>
              <a:off x="4799595" y="4799964"/>
              <a:ext cx="11981298" cy="3228334"/>
            </a:xfrm>
            <a:custGeom>
              <a:avLst/>
              <a:pathLst>
                <a:path w="11981298" h="3228334">
                  <a:moveTo>
                    <a:pt x="0" y="2876895"/>
                  </a:moveTo>
                  <a:lnTo>
                    <a:pt x="1471387" y="2876895"/>
                  </a:lnTo>
                  <a:lnTo>
                    <a:pt x="1472623" y="2876904"/>
                  </a:lnTo>
                  <a:lnTo>
                    <a:pt x="1480736" y="2876967"/>
                  </a:lnTo>
                  <a:lnTo>
                    <a:pt x="1501133" y="2877140"/>
                  </a:lnTo>
                  <a:lnTo>
                    <a:pt x="1537470" y="2877482"/>
                  </a:lnTo>
                  <a:lnTo>
                    <a:pt x="1591369" y="2878044"/>
                  </a:lnTo>
                  <a:lnTo>
                    <a:pt x="1662298" y="2878867"/>
                  </a:lnTo>
                  <a:lnTo>
                    <a:pt x="1747795" y="2879981"/>
                  </a:lnTo>
                  <a:lnTo>
                    <a:pt x="1844044" y="2881396"/>
                  </a:lnTo>
                  <a:lnTo>
                    <a:pt x="1946632" y="2883113"/>
                  </a:lnTo>
                  <a:lnTo>
                    <a:pt x="2051283" y="2885128"/>
                  </a:lnTo>
                  <a:lnTo>
                    <a:pt x="2154381" y="2887432"/>
                  </a:lnTo>
                  <a:lnTo>
                    <a:pt x="2253242" y="2890025"/>
                  </a:lnTo>
                  <a:lnTo>
                    <a:pt x="2346141" y="2892915"/>
                  </a:lnTo>
                  <a:lnTo>
                    <a:pt x="2432198" y="2896117"/>
                  </a:lnTo>
                  <a:lnTo>
                    <a:pt x="2511198" y="2899662"/>
                  </a:lnTo>
                  <a:lnTo>
                    <a:pt x="2583397" y="2903588"/>
                  </a:lnTo>
                  <a:lnTo>
                    <a:pt x="2649362" y="2907948"/>
                  </a:lnTo>
                  <a:lnTo>
                    <a:pt x="2709841" y="2912797"/>
                  </a:lnTo>
                  <a:lnTo>
                    <a:pt x="2765667" y="2918200"/>
                  </a:lnTo>
                  <a:lnTo>
                    <a:pt x="2817692" y="2924216"/>
                  </a:lnTo>
                  <a:lnTo>
                    <a:pt x="2866729" y="2930894"/>
                  </a:lnTo>
                  <a:lnTo>
                    <a:pt x="2896531" y="2935468"/>
                  </a:lnTo>
                  <a:lnTo>
                    <a:pt x="2951931" y="2945038"/>
                  </a:lnTo>
                  <a:lnTo>
                    <a:pt x="3005525" y="2955642"/>
                  </a:lnTo>
                  <a:lnTo>
                    <a:pt x="3058037" y="2967293"/>
                  </a:lnTo>
                  <a:lnTo>
                    <a:pt x="3109984" y="2979963"/>
                  </a:lnTo>
                  <a:lnTo>
                    <a:pt x="3161717" y="2993579"/>
                  </a:lnTo>
                  <a:lnTo>
                    <a:pt x="3213446" y="3008021"/>
                  </a:lnTo>
                  <a:lnTo>
                    <a:pt x="3265273" y="3023122"/>
                  </a:lnTo>
                  <a:lnTo>
                    <a:pt x="3317208" y="3038676"/>
                  </a:lnTo>
                  <a:lnTo>
                    <a:pt x="3369209" y="3054449"/>
                  </a:lnTo>
                  <a:lnTo>
                    <a:pt x="3421200" y="3070193"/>
                  </a:lnTo>
                  <a:lnTo>
                    <a:pt x="3473113" y="3085662"/>
                  </a:lnTo>
                  <a:lnTo>
                    <a:pt x="3524913" y="3100626"/>
                  </a:lnTo>
                  <a:lnTo>
                    <a:pt x="3576630" y="3114890"/>
                  </a:lnTo>
                  <a:lnTo>
                    <a:pt x="3628389" y="3128295"/>
                  </a:lnTo>
                  <a:lnTo>
                    <a:pt x="3680431" y="3140734"/>
                  </a:lnTo>
                  <a:lnTo>
                    <a:pt x="3733141" y="3152143"/>
                  </a:lnTo>
                  <a:lnTo>
                    <a:pt x="3787081" y="3162504"/>
                  </a:lnTo>
                  <a:lnTo>
                    <a:pt x="3829811" y="3169761"/>
                  </a:lnTo>
                  <a:lnTo>
                    <a:pt x="3877340" y="3176868"/>
                  </a:lnTo>
                  <a:lnTo>
                    <a:pt x="3927385" y="3183299"/>
                  </a:lnTo>
                  <a:lnTo>
                    <a:pt x="3980709" y="3189083"/>
                  </a:lnTo>
                  <a:lnTo>
                    <a:pt x="4038146" y="3194275"/>
                  </a:lnTo>
                  <a:lnTo>
                    <a:pt x="4100547" y="3198937"/>
                  </a:lnTo>
                  <a:lnTo>
                    <a:pt x="4168724" y="3203131"/>
                  </a:lnTo>
                  <a:lnTo>
                    <a:pt x="4243371" y="3206912"/>
                  </a:lnTo>
                  <a:lnTo>
                    <a:pt x="4324956" y="3210327"/>
                  </a:lnTo>
                  <a:lnTo>
                    <a:pt x="4413584" y="3213411"/>
                  </a:lnTo>
                  <a:lnTo>
                    <a:pt x="4508817" y="3216190"/>
                  </a:lnTo>
                  <a:lnTo>
                    <a:pt x="4609486" y="3218677"/>
                  </a:lnTo>
                  <a:lnTo>
                    <a:pt x="4713519" y="3220876"/>
                  </a:lnTo>
                  <a:lnTo>
                    <a:pt x="4817875" y="3222782"/>
                  </a:lnTo>
                  <a:lnTo>
                    <a:pt x="4918652" y="3224388"/>
                  </a:lnTo>
                  <a:lnTo>
                    <a:pt x="5011447" y="3225692"/>
                  </a:lnTo>
                  <a:lnTo>
                    <a:pt x="5091977" y="3226697"/>
                  </a:lnTo>
                  <a:lnTo>
                    <a:pt x="5156838" y="3227420"/>
                  </a:lnTo>
                  <a:lnTo>
                    <a:pt x="5204231" y="3227896"/>
                  </a:lnTo>
                  <a:lnTo>
                    <a:pt x="5234407" y="3228169"/>
                  </a:lnTo>
                  <a:lnTo>
                    <a:pt x="5249765" y="3228295"/>
                  </a:lnTo>
                  <a:lnTo>
                    <a:pt x="5254636" y="3228332"/>
                  </a:lnTo>
                  <a:lnTo>
                    <a:pt x="5254955" y="3228334"/>
                  </a:lnTo>
                  <a:lnTo>
                    <a:pt x="6726343" y="3228334"/>
                  </a:lnTo>
                  <a:lnTo>
                    <a:pt x="6727466" y="3228261"/>
                  </a:lnTo>
                  <a:lnTo>
                    <a:pt x="6734852" y="3227741"/>
                  </a:lnTo>
                  <a:lnTo>
                    <a:pt x="6753478" y="3226304"/>
                  </a:lnTo>
                  <a:lnTo>
                    <a:pt x="6786798" y="3223474"/>
                  </a:lnTo>
                  <a:lnTo>
                    <a:pt x="6836502" y="3218811"/>
                  </a:lnTo>
                  <a:lnTo>
                    <a:pt x="6902382" y="3211954"/>
                  </a:lnTo>
                  <a:lnTo>
                    <a:pt x="6982482" y="3202652"/>
                  </a:lnTo>
                  <a:lnTo>
                    <a:pt x="7073537" y="3190779"/>
                  </a:lnTo>
                  <a:lnTo>
                    <a:pt x="7171604" y="3176309"/>
                  </a:lnTo>
                  <a:lnTo>
                    <a:pt x="7272709" y="3159283"/>
                  </a:lnTo>
                  <a:lnTo>
                    <a:pt x="7373354" y="3139756"/>
                  </a:lnTo>
                  <a:lnTo>
                    <a:pt x="7470806" y="3117758"/>
                  </a:lnTo>
                  <a:lnTo>
                    <a:pt x="7563187" y="3093260"/>
                  </a:lnTo>
                  <a:lnTo>
                    <a:pt x="7649411" y="3066154"/>
                  </a:lnTo>
                  <a:lnTo>
                    <a:pt x="7729046" y="3036242"/>
                  </a:lnTo>
                  <a:lnTo>
                    <a:pt x="7802147" y="3003234"/>
                  </a:lnTo>
                  <a:lnTo>
                    <a:pt x="7869106" y="2966755"/>
                  </a:lnTo>
                  <a:lnTo>
                    <a:pt x="7930527" y="2926355"/>
                  </a:lnTo>
                  <a:lnTo>
                    <a:pt x="7987133" y="2881530"/>
                  </a:lnTo>
                  <a:lnTo>
                    <a:pt x="8039692" y="2831759"/>
                  </a:lnTo>
                  <a:lnTo>
                    <a:pt x="8088969" y="2776566"/>
                  </a:lnTo>
                  <a:lnTo>
                    <a:pt x="8135682" y="2715624"/>
                  </a:lnTo>
                  <a:lnTo>
                    <a:pt x="8151487" y="2693002"/>
                  </a:lnTo>
                  <a:lnTo>
                    <a:pt x="8187297" y="2637937"/>
                  </a:lnTo>
                  <a:lnTo>
                    <a:pt x="8222236" y="2579022"/>
                  </a:lnTo>
                  <a:lnTo>
                    <a:pt x="8256531" y="2516178"/>
                  </a:lnTo>
                  <a:lnTo>
                    <a:pt x="8290366" y="2449383"/>
                  </a:lnTo>
                  <a:lnTo>
                    <a:pt x="8323889" y="2378677"/>
                  </a:lnTo>
                  <a:lnTo>
                    <a:pt x="8357218" y="2304168"/>
                  </a:lnTo>
                  <a:lnTo>
                    <a:pt x="8390444" y="2226036"/>
                  </a:lnTo>
                  <a:lnTo>
                    <a:pt x="8423633" y="2144535"/>
                  </a:lnTo>
                  <a:lnTo>
                    <a:pt x="8456831" y="2059993"/>
                  </a:lnTo>
                  <a:lnTo>
                    <a:pt x="8490065" y="1972808"/>
                  </a:lnTo>
                  <a:lnTo>
                    <a:pt x="8523346" y="1883444"/>
                  </a:lnTo>
                  <a:lnTo>
                    <a:pt x="8556673" y="1792419"/>
                  </a:lnTo>
                  <a:lnTo>
                    <a:pt x="8590035" y="1700293"/>
                  </a:lnTo>
                  <a:lnTo>
                    <a:pt x="8623414" y="1607659"/>
                  </a:lnTo>
                  <a:lnTo>
                    <a:pt x="8656789" y="1515120"/>
                  </a:lnTo>
                  <a:lnTo>
                    <a:pt x="8690142" y="1423280"/>
                  </a:lnTo>
                  <a:lnTo>
                    <a:pt x="8723455" y="1332722"/>
                  </a:lnTo>
                  <a:lnTo>
                    <a:pt x="8756721" y="1243995"/>
                  </a:lnTo>
                  <a:lnTo>
                    <a:pt x="8789942" y="1157600"/>
                  </a:lnTo>
                  <a:lnTo>
                    <a:pt x="8823133" y="1073982"/>
                  </a:lnTo>
                  <a:lnTo>
                    <a:pt x="8856328" y="993516"/>
                  </a:lnTo>
                  <a:lnTo>
                    <a:pt x="8889578" y="916507"/>
                  </a:lnTo>
                  <a:lnTo>
                    <a:pt x="8922957" y="843187"/>
                  </a:lnTo>
                  <a:lnTo>
                    <a:pt x="8956565" y="773711"/>
                  </a:lnTo>
                  <a:lnTo>
                    <a:pt x="8990528" y="708166"/>
                  </a:lnTo>
                  <a:lnTo>
                    <a:pt x="9025005" y="646572"/>
                  </a:lnTo>
                  <a:lnTo>
                    <a:pt x="9060194" y="588888"/>
                  </a:lnTo>
                  <a:lnTo>
                    <a:pt x="9084767" y="551677"/>
                  </a:lnTo>
                  <a:lnTo>
                    <a:pt x="9130737" y="488703"/>
                  </a:lnTo>
                  <a:lnTo>
                    <a:pt x="9179042" y="431531"/>
                  </a:lnTo>
                  <a:lnTo>
                    <a:pt x="9230372" y="379918"/>
                  </a:lnTo>
                  <a:lnTo>
                    <a:pt x="9285478" y="333427"/>
                  </a:lnTo>
                  <a:lnTo>
                    <a:pt x="9345134" y="291543"/>
                  </a:lnTo>
                  <a:lnTo>
                    <a:pt x="9410085" y="253751"/>
                  </a:lnTo>
                  <a:lnTo>
                    <a:pt x="9480987" y="219579"/>
                  </a:lnTo>
                  <a:lnTo>
                    <a:pt x="9558317" y="188625"/>
                  </a:lnTo>
                  <a:lnTo>
                    <a:pt x="9642264" y="160567"/>
                  </a:lnTo>
                  <a:lnTo>
                    <a:pt x="9732585" y="135177"/>
                  </a:lnTo>
                  <a:lnTo>
                    <a:pt x="9828438" y="112315"/>
                  </a:lnTo>
                  <a:lnTo>
                    <a:pt x="9928236" y="91925"/>
                  </a:lnTo>
                  <a:lnTo>
                    <a:pt x="10029543" y="74020"/>
                  </a:lnTo>
                  <a:lnTo>
                    <a:pt x="10129106" y="58653"/>
                  </a:lnTo>
                  <a:lnTo>
                    <a:pt x="10223068" y="45873"/>
                  </a:lnTo>
                  <a:lnTo>
                    <a:pt x="10307407" y="35683"/>
                  </a:lnTo>
                  <a:lnTo>
                    <a:pt x="10378548" y="27995"/>
                  </a:lnTo>
                  <a:lnTo>
                    <a:pt x="10434012" y="22602"/>
                  </a:lnTo>
                  <a:lnTo>
                    <a:pt x="10472950" y="19180"/>
                  </a:lnTo>
                  <a:lnTo>
                    <a:pt x="10496393" y="17311"/>
                  </a:lnTo>
                  <a:lnTo>
                    <a:pt x="10507207" y="16525"/>
                  </a:lnTo>
                  <a:lnTo>
                    <a:pt x="10509911" y="16345"/>
                  </a:lnTo>
                  <a:lnTo>
                    <a:pt x="11981298" y="16345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8787" y="72"/>
                  </a:lnTo>
                  <a:lnTo>
                    <a:pt x="10501402" y="592"/>
                  </a:lnTo>
                  <a:lnTo>
                    <a:pt x="10482775" y="2030"/>
                  </a:lnTo>
                  <a:lnTo>
                    <a:pt x="10449455" y="4859"/>
                  </a:lnTo>
                  <a:lnTo>
                    <a:pt x="10399751" y="9522"/>
                  </a:lnTo>
                  <a:lnTo>
                    <a:pt x="10333871" y="16380"/>
                  </a:lnTo>
                  <a:lnTo>
                    <a:pt x="10253771" y="25681"/>
                  </a:lnTo>
                  <a:lnTo>
                    <a:pt x="10162716" y="37555"/>
                  </a:lnTo>
                  <a:lnTo>
                    <a:pt x="10064649" y="52024"/>
                  </a:lnTo>
                  <a:lnTo>
                    <a:pt x="9963544" y="69051"/>
                  </a:lnTo>
                  <a:lnTo>
                    <a:pt x="9862899" y="88578"/>
                  </a:lnTo>
                  <a:lnTo>
                    <a:pt x="9765447" y="110576"/>
                  </a:lnTo>
                  <a:lnTo>
                    <a:pt x="9673066" y="135073"/>
                  </a:lnTo>
                  <a:lnTo>
                    <a:pt x="9586842" y="162179"/>
                  </a:lnTo>
                  <a:lnTo>
                    <a:pt x="9507207" y="192091"/>
                  </a:lnTo>
                  <a:lnTo>
                    <a:pt x="9434106" y="225099"/>
                  </a:lnTo>
                  <a:lnTo>
                    <a:pt x="9367147" y="261578"/>
                  </a:lnTo>
                  <a:lnTo>
                    <a:pt x="9305726" y="301978"/>
                  </a:lnTo>
                  <a:lnTo>
                    <a:pt x="9249121" y="346803"/>
                  </a:lnTo>
                  <a:lnTo>
                    <a:pt x="9196562" y="396574"/>
                  </a:lnTo>
                  <a:lnTo>
                    <a:pt x="9147284" y="451767"/>
                  </a:lnTo>
                  <a:lnTo>
                    <a:pt x="9100571" y="512709"/>
                  </a:lnTo>
                  <a:lnTo>
                    <a:pt x="9084767" y="535331"/>
                  </a:lnTo>
                  <a:lnTo>
                    <a:pt x="9048957" y="590396"/>
                  </a:lnTo>
                  <a:lnTo>
                    <a:pt x="9014017" y="649311"/>
                  </a:lnTo>
                  <a:lnTo>
                    <a:pt x="8979722" y="712155"/>
                  </a:lnTo>
                  <a:lnTo>
                    <a:pt x="8945887" y="778950"/>
                  </a:lnTo>
                  <a:lnTo>
                    <a:pt x="8912364" y="849656"/>
                  </a:lnTo>
                  <a:lnTo>
                    <a:pt x="8879035" y="924165"/>
                  </a:lnTo>
                  <a:lnTo>
                    <a:pt x="8845810" y="1002298"/>
                  </a:lnTo>
                  <a:lnTo>
                    <a:pt x="8812621" y="1083799"/>
                  </a:lnTo>
                  <a:lnTo>
                    <a:pt x="8779423" y="1168340"/>
                  </a:lnTo>
                  <a:lnTo>
                    <a:pt x="8746189" y="1255525"/>
                  </a:lnTo>
                  <a:lnTo>
                    <a:pt x="8712907" y="1344889"/>
                  </a:lnTo>
                  <a:lnTo>
                    <a:pt x="8679580" y="1435915"/>
                  </a:lnTo>
                  <a:lnTo>
                    <a:pt x="8646219" y="1528040"/>
                  </a:lnTo>
                  <a:lnTo>
                    <a:pt x="8612840" y="1620675"/>
                  </a:lnTo>
                  <a:lnTo>
                    <a:pt x="8579464" y="1713213"/>
                  </a:lnTo>
                  <a:lnTo>
                    <a:pt x="8546112" y="1805053"/>
                  </a:lnTo>
                  <a:lnTo>
                    <a:pt x="8512798" y="1895611"/>
                  </a:lnTo>
                  <a:lnTo>
                    <a:pt x="8479532" y="1984339"/>
                  </a:lnTo>
                  <a:lnTo>
                    <a:pt x="8446312" y="2070733"/>
                  </a:lnTo>
                  <a:lnTo>
                    <a:pt x="8413120" y="2154352"/>
                  </a:lnTo>
                  <a:lnTo>
                    <a:pt x="8379926" y="2234817"/>
                  </a:lnTo>
                  <a:lnTo>
                    <a:pt x="8346676" y="2311826"/>
                  </a:lnTo>
                  <a:lnTo>
                    <a:pt x="8313296" y="2385147"/>
                  </a:lnTo>
                  <a:lnTo>
                    <a:pt x="8279689" y="2454622"/>
                  </a:lnTo>
                  <a:lnTo>
                    <a:pt x="8245726" y="2520167"/>
                  </a:lnTo>
                  <a:lnTo>
                    <a:pt x="8211248" y="2581761"/>
                  </a:lnTo>
                  <a:lnTo>
                    <a:pt x="8176059" y="2639446"/>
                  </a:lnTo>
                  <a:lnTo>
                    <a:pt x="8151487" y="2676656"/>
                  </a:lnTo>
                  <a:lnTo>
                    <a:pt x="8105517" y="2739630"/>
                  </a:lnTo>
                  <a:lnTo>
                    <a:pt x="8057211" y="2796803"/>
                  </a:lnTo>
                  <a:lnTo>
                    <a:pt x="8005881" y="2848415"/>
                  </a:lnTo>
                  <a:lnTo>
                    <a:pt x="7950775" y="2894907"/>
                  </a:lnTo>
                  <a:lnTo>
                    <a:pt x="7891119" y="2936791"/>
                  </a:lnTo>
                  <a:lnTo>
                    <a:pt x="7826168" y="2974583"/>
                  </a:lnTo>
                  <a:lnTo>
                    <a:pt x="7755266" y="3008754"/>
                  </a:lnTo>
                  <a:lnTo>
                    <a:pt x="7677936" y="3039709"/>
                  </a:lnTo>
                  <a:lnTo>
                    <a:pt x="7593989" y="3067766"/>
                  </a:lnTo>
                  <a:lnTo>
                    <a:pt x="7503669" y="3093156"/>
                  </a:lnTo>
                  <a:lnTo>
                    <a:pt x="7407815" y="3116019"/>
                  </a:lnTo>
                  <a:lnTo>
                    <a:pt x="7308017" y="3136409"/>
                  </a:lnTo>
                  <a:lnTo>
                    <a:pt x="7206710" y="3154313"/>
                  </a:lnTo>
                  <a:lnTo>
                    <a:pt x="7107148" y="3169681"/>
                  </a:lnTo>
                  <a:lnTo>
                    <a:pt x="7013186" y="3182461"/>
                  </a:lnTo>
                  <a:lnTo>
                    <a:pt x="6928846" y="3192650"/>
                  </a:lnTo>
                  <a:lnTo>
                    <a:pt x="6857706" y="3200338"/>
                  </a:lnTo>
                  <a:lnTo>
                    <a:pt x="6802242" y="3205731"/>
                  </a:lnTo>
                  <a:lnTo>
                    <a:pt x="6763303" y="3209153"/>
                  </a:lnTo>
                  <a:lnTo>
                    <a:pt x="6739860" y="3211022"/>
                  </a:lnTo>
                  <a:lnTo>
                    <a:pt x="6729046" y="3211808"/>
                  </a:lnTo>
                  <a:lnTo>
                    <a:pt x="6726343" y="3211988"/>
                  </a:lnTo>
                  <a:lnTo>
                    <a:pt x="5254955" y="3211988"/>
                  </a:lnTo>
                  <a:lnTo>
                    <a:pt x="5253719" y="3211979"/>
                  </a:lnTo>
                  <a:lnTo>
                    <a:pt x="5245607" y="3211916"/>
                  </a:lnTo>
                  <a:lnTo>
                    <a:pt x="5225209" y="3211743"/>
                  </a:lnTo>
                  <a:lnTo>
                    <a:pt x="5188872" y="3211401"/>
                  </a:lnTo>
                  <a:lnTo>
                    <a:pt x="5134973" y="3210839"/>
                  </a:lnTo>
                  <a:lnTo>
                    <a:pt x="5064044" y="3210015"/>
                  </a:lnTo>
                  <a:lnTo>
                    <a:pt x="4978547" y="3208902"/>
                  </a:lnTo>
                  <a:lnTo>
                    <a:pt x="4882298" y="3207487"/>
                  </a:lnTo>
                  <a:lnTo>
                    <a:pt x="4779710" y="3205769"/>
                  </a:lnTo>
                  <a:lnTo>
                    <a:pt x="4675059" y="3203755"/>
                  </a:lnTo>
                  <a:lnTo>
                    <a:pt x="4571961" y="3201451"/>
                  </a:lnTo>
                  <a:lnTo>
                    <a:pt x="4473100" y="3198857"/>
                  </a:lnTo>
                  <a:lnTo>
                    <a:pt x="4380201" y="3195968"/>
                  </a:lnTo>
                  <a:lnTo>
                    <a:pt x="4294144" y="3192766"/>
                  </a:lnTo>
                  <a:lnTo>
                    <a:pt x="4215144" y="3189221"/>
                  </a:lnTo>
                  <a:lnTo>
                    <a:pt x="4142945" y="3185294"/>
                  </a:lnTo>
                  <a:lnTo>
                    <a:pt x="4076980" y="3180935"/>
                  </a:lnTo>
                  <a:lnTo>
                    <a:pt x="4016501" y="3176086"/>
                  </a:lnTo>
                  <a:lnTo>
                    <a:pt x="3960675" y="3170683"/>
                  </a:lnTo>
                  <a:lnTo>
                    <a:pt x="3908651" y="3164666"/>
                  </a:lnTo>
                  <a:lnTo>
                    <a:pt x="3859614" y="3157989"/>
                  </a:lnTo>
                  <a:lnTo>
                    <a:pt x="3829811" y="3153415"/>
                  </a:lnTo>
                  <a:lnTo>
                    <a:pt x="3774411" y="3143845"/>
                  </a:lnTo>
                  <a:lnTo>
                    <a:pt x="3720817" y="3133241"/>
                  </a:lnTo>
                  <a:lnTo>
                    <a:pt x="3668305" y="3121590"/>
                  </a:lnTo>
                  <a:lnTo>
                    <a:pt x="3616358" y="3108920"/>
                  </a:lnTo>
                  <a:lnTo>
                    <a:pt x="3564625" y="3095303"/>
                  </a:lnTo>
                  <a:lnTo>
                    <a:pt x="3512896" y="3080862"/>
                  </a:lnTo>
                  <a:lnTo>
                    <a:pt x="3461070" y="3065761"/>
                  </a:lnTo>
                  <a:lnTo>
                    <a:pt x="3409134" y="3050207"/>
                  </a:lnTo>
                  <a:lnTo>
                    <a:pt x="3357133" y="3034434"/>
                  </a:lnTo>
                  <a:lnTo>
                    <a:pt x="3305142" y="3018690"/>
                  </a:lnTo>
                  <a:lnTo>
                    <a:pt x="3253229" y="3003221"/>
                  </a:lnTo>
                  <a:lnTo>
                    <a:pt x="3201429" y="2988256"/>
                  </a:lnTo>
                  <a:lnTo>
                    <a:pt x="3149712" y="2973993"/>
                  </a:lnTo>
                  <a:lnTo>
                    <a:pt x="3097953" y="2960587"/>
                  </a:lnTo>
                  <a:lnTo>
                    <a:pt x="3045911" y="2948149"/>
                  </a:lnTo>
                  <a:lnTo>
                    <a:pt x="2993201" y="2936740"/>
                  </a:lnTo>
                  <a:lnTo>
                    <a:pt x="2939261" y="2926379"/>
                  </a:lnTo>
                  <a:lnTo>
                    <a:pt x="2896531" y="2919122"/>
                  </a:lnTo>
                  <a:lnTo>
                    <a:pt x="2849003" y="2912015"/>
                  </a:lnTo>
                  <a:lnTo>
                    <a:pt x="2798957" y="2905584"/>
                  </a:lnTo>
                  <a:lnTo>
                    <a:pt x="2745633" y="2899800"/>
                  </a:lnTo>
                  <a:lnTo>
                    <a:pt x="2688196" y="2894608"/>
                  </a:lnTo>
                  <a:lnTo>
                    <a:pt x="2625795" y="2889945"/>
                  </a:lnTo>
                  <a:lnTo>
                    <a:pt x="2557618" y="2885752"/>
                  </a:lnTo>
                  <a:lnTo>
                    <a:pt x="2482971" y="2881971"/>
                  </a:lnTo>
                  <a:lnTo>
                    <a:pt x="2401386" y="2878556"/>
                  </a:lnTo>
                  <a:lnTo>
                    <a:pt x="2312758" y="2875471"/>
                  </a:lnTo>
                  <a:lnTo>
                    <a:pt x="2217525" y="2872692"/>
                  </a:lnTo>
                  <a:lnTo>
                    <a:pt x="2116856" y="2870205"/>
                  </a:lnTo>
                  <a:lnTo>
                    <a:pt x="2012823" y="2868007"/>
                  </a:lnTo>
                  <a:lnTo>
                    <a:pt x="1908467" y="2866101"/>
                  </a:lnTo>
                  <a:lnTo>
                    <a:pt x="1807690" y="2864494"/>
                  </a:lnTo>
                  <a:lnTo>
                    <a:pt x="1714895" y="2863191"/>
                  </a:lnTo>
                  <a:lnTo>
                    <a:pt x="1634366" y="2862186"/>
                  </a:lnTo>
                  <a:lnTo>
                    <a:pt x="1569504" y="2861463"/>
                  </a:lnTo>
                  <a:lnTo>
                    <a:pt x="1522111" y="2860987"/>
                  </a:lnTo>
                  <a:lnTo>
                    <a:pt x="1491935" y="2860714"/>
                  </a:lnTo>
                  <a:lnTo>
                    <a:pt x="1476577" y="2860588"/>
                  </a:lnTo>
                  <a:lnTo>
                    <a:pt x="1471706" y="2860551"/>
                  </a:lnTo>
                  <a:lnTo>
                    <a:pt x="1471387" y="2860549"/>
                  </a:lnTo>
                  <a:lnTo>
                    <a:pt x="0" y="2860549"/>
                  </a:lnTo>
                  <a:close/>
                </a:path>
              </a:pathLst>
            </a:custGeom>
            <a:solidFill>
              <a:srgbClr val="F28E5B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038" name="pl1038"/>
            <p:cNvSpPr/>
            <p:nvPr/>
          </p:nvSpPr>
          <p:spPr>
            <a:xfrm>
              <a:off x="4799595" y="4816310"/>
              <a:ext cx="11981298" cy="3211988"/>
            </a:xfrm>
            <a:custGeom>
              <a:avLst/>
              <a:pathLst>
                <a:path w="11981298" h="3211988">
                  <a:moveTo>
                    <a:pt x="0" y="2860549"/>
                  </a:moveTo>
                  <a:lnTo>
                    <a:pt x="1471387" y="2860549"/>
                  </a:lnTo>
                  <a:lnTo>
                    <a:pt x="1472623" y="2860558"/>
                  </a:lnTo>
                  <a:lnTo>
                    <a:pt x="1480736" y="2860621"/>
                  </a:lnTo>
                  <a:lnTo>
                    <a:pt x="1501133" y="2860794"/>
                  </a:lnTo>
                  <a:lnTo>
                    <a:pt x="1537470" y="2861136"/>
                  </a:lnTo>
                  <a:lnTo>
                    <a:pt x="1591369" y="2861698"/>
                  </a:lnTo>
                  <a:lnTo>
                    <a:pt x="1662298" y="2862521"/>
                  </a:lnTo>
                  <a:lnTo>
                    <a:pt x="1747795" y="2863635"/>
                  </a:lnTo>
                  <a:lnTo>
                    <a:pt x="1844044" y="2865050"/>
                  </a:lnTo>
                  <a:lnTo>
                    <a:pt x="1946632" y="2866767"/>
                  </a:lnTo>
                  <a:lnTo>
                    <a:pt x="2051283" y="2868782"/>
                  </a:lnTo>
                  <a:lnTo>
                    <a:pt x="2154381" y="2871086"/>
                  </a:lnTo>
                  <a:lnTo>
                    <a:pt x="2253242" y="2873679"/>
                  </a:lnTo>
                  <a:lnTo>
                    <a:pt x="2346141" y="2876569"/>
                  </a:lnTo>
                  <a:lnTo>
                    <a:pt x="2432198" y="2879771"/>
                  </a:lnTo>
                  <a:lnTo>
                    <a:pt x="2511198" y="2883316"/>
                  </a:lnTo>
                  <a:lnTo>
                    <a:pt x="2583397" y="2887243"/>
                  </a:lnTo>
                  <a:lnTo>
                    <a:pt x="2649362" y="2891602"/>
                  </a:lnTo>
                  <a:lnTo>
                    <a:pt x="2709841" y="2896451"/>
                  </a:lnTo>
                  <a:lnTo>
                    <a:pt x="2765667" y="2901854"/>
                  </a:lnTo>
                  <a:lnTo>
                    <a:pt x="2817692" y="2907870"/>
                  </a:lnTo>
                  <a:lnTo>
                    <a:pt x="2866729" y="2914548"/>
                  </a:lnTo>
                  <a:lnTo>
                    <a:pt x="2896531" y="2919122"/>
                  </a:lnTo>
                  <a:lnTo>
                    <a:pt x="2951931" y="2928692"/>
                  </a:lnTo>
                  <a:lnTo>
                    <a:pt x="3005525" y="2939296"/>
                  </a:lnTo>
                  <a:lnTo>
                    <a:pt x="3058037" y="2950947"/>
                  </a:lnTo>
                  <a:lnTo>
                    <a:pt x="3109984" y="2963617"/>
                  </a:lnTo>
                  <a:lnTo>
                    <a:pt x="3161717" y="2977233"/>
                  </a:lnTo>
                  <a:lnTo>
                    <a:pt x="3213446" y="2991675"/>
                  </a:lnTo>
                  <a:lnTo>
                    <a:pt x="3265273" y="3006776"/>
                  </a:lnTo>
                  <a:lnTo>
                    <a:pt x="3317208" y="3022330"/>
                  </a:lnTo>
                  <a:lnTo>
                    <a:pt x="3369209" y="3038103"/>
                  </a:lnTo>
                  <a:lnTo>
                    <a:pt x="3421200" y="3053847"/>
                  </a:lnTo>
                  <a:lnTo>
                    <a:pt x="3473113" y="3069316"/>
                  </a:lnTo>
                  <a:lnTo>
                    <a:pt x="3524913" y="3084280"/>
                  </a:lnTo>
                  <a:lnTo>
                    <a:pt x="3576630" y="3098544"/>
                  </a:lnTo>
                  <a:lnTo>
                    <a:pt x="3628389" y="3111949"/>
                  </a:lnTo>
                  <a:lnTo>
                    <a:pt x="3680431" y="3124388"/>
                  </a:lnTo>
                  <a:lnTo>
                    <a:pt x="3733141" y="3135797"/>
                  </a:lnTo>
                  <a:lnTo>
                    <a:pt x="3787081" y="3146158"/>
                  </a:lnTo>
                  <a:lnTo>
                    <a:pt x="3829811" y="3153415"/>
                  </a:lnTo>
                  <a:lnTo>
                    <a:pt x="3877340" y="3160522"/>
                  </a:lnTo>
                  <a:lnTo>
                    <a:pt x="3927385" y="3166953"/>
                  </a:lnTo>
                  <a:lnTo>
                    <a:pt x="3980709" y="3172737"/>
                  </a:lnTo>
                  <a:lnTo>
                    <a:pt x="4038146" y="3177929"/>
                  </a:lnTo>
                  <a:lnTo>
                    <a:pt x="4100547" y="3182591"/>
                  </a:lnTo>
                  <a:lnTo>
                    <a:pt x="4168724" y="3186785"/>
                  </a:lnTo>
                  <a:lnTo>
                    <a:pt x="4243371" y="3190566"/>
                  </a:lnTo>
                  <a:lnTo>
                    <a:pt x="4324956" y="3193981"/>
                  </a:lnTo>
                  <a:lnTo>
                    <a:pt x="4413584" y="3197065"/>
                  </a:lnTo>
                  <a:lnTo>
                    <a:pt x="4508817" y="3199844"/>
                  </a:lnTo>
                  <a:lnTo>
                    <a:pt x="4609486" y="3202331"/>
                  </a:lnTo>
                  <a:lnTo>
                    <a:pt x="4713519" y="3204530"/>
                  </a:lnTo>
                  <a:lnTo>
                    <a:pt x="4817875" y="3206436"/>
                  </a:lnTo>
                  <a:lnTo>
                    <a:pt x="4918652" y="3208042"/>
                  </a:lnTo>
                  <a:lnTo>
                    <a:pt x="5011447" y="3209346"/>
                  </a:lnTo>
                  <a:lnTo>
                    <a:pt x="5091977" y="3210351"/>
                  </a:lnTo>
                  <a:lnTo>
                    <a:pt x="5156838" y="3211074"/>
                  </a:lnTo>
                  <a:lnTo>
                    <a:pt x="5204231" y="3211550"/>
                  </a:lnTo>
                  <a:lnTo>
                    <a:pt x="5234407" y="3211823"/>
                  </a:lnTo>
                  <a:lnTo>
                    <a:pt x="5249765" y="3211949"/>
                  </a:lnTo>
                  <a:lnTo>
                    <a:pt x="5254636" y="3211986"/>
                  </a:lnTo>
                  <a:lnTo>
                    <a:pt x="5254955" y="3211988"/>
                  </a:lnTo>
                  <a:lnTo>
                    <a:pt x="6726343" y="3211988"/>
                  </a:lnTo>
                  <a:lnTo>
                    <a:pt x="6727466" y="3211915"/>
                  </a:lnTo>
                  <a:lnTo>
                    <a:pt x="6734852" y="3211395"/>
                  </a:lnTo>
                  <a:lnTo>
                    <a:pt x="6753478" y="3209958"/>
                  </a:lnTo>
                  <a:lnTo>
                    <a:pt x="6786798" y="3207128"/>
                  </a:lnTo>
                  <a:lnTo>
                    <a:pt x="6836502" y="3202465"/>
                  </a:lnTo>
                  <a:lnTo>
                    <a:pt x="6902382" y="3195608"/>
                  </a:lnTo>
                  <a:lnTo>
                    <a:pt x="6982482" y="3186306"/>
                  </a:lnTo>
                  <a:lnTo>
                    <a:pt x="7073537" y="3174433"/>
                  </a:lnTo>
                  <a:lnTo>
                    <a:pt x="7171604" y="3159963"/>
                  </a:lnTo>
                  <a:lnTo>
                    <a:pt x="7272709" y="3142937"/>
                  </a:lnTo>
                  <a:lnTo>
                    <a:pt x="7373354" y="3123410"/>
                  </a:lnTo>
                  <a:lnTo>
                    <a:pt x="7470806" y="3101412"/>
                  </a:lnTo>
                  <a:lnTo>
                    <a:pt x="7563187" y="3076914"/>
                  </a:lnTo>
                  <a:lnTo>
                    <a:pt x="7649411" y="3049808"/>
                  </a:lnTo>
                  <a:lnTo>
                    <a:pt x="7729046" y="3019896"/>
                  </a:lnTo>
                  <a:lnTo>
                    <a:pt x="7802147" y="2986888"/>
                  </a:lnTo>
                  <a:lnTo>
                    <a:pt x="7869106" y="2950409"/>
                  </a:lnTo>
                  <a:lnTo>
                    <a:pt x="7930527" y="2910009"/>
                  </a:lnTo>
                  <a:lnTo>
                    <a:pt x="7987133" y="2865184"/>
                  </a:lnTo>
                  <a:lnTo>
                    <a:pt x="8039692" y="2815413"/>
                  </a:lnTo>
                  <a:lnTo>
                    <a:pt x="8088969" y="2760220"/>
                  </a:lnTo>
                  <a:lnTo>
                    <a:pt x="8135682" y="2699278"/>
                  </a:lnTo>
                  <a:lnTo>
                    <a:pt x="8151487" y="2676656"/>
                  </a:lnTo>
                  <a:lnTo>
                    <a:pt x="8187297" y="2621591"/>
                  </a:lnTo>
                  <a:lnTo>
                    <a:pt x="8222236" y="2562676"/>
                  </a:lnTo>
                  <a:lnTo>
                    <a:pt x="8256531" y="2499832"/>
                  </a:lnTo>
                  <a:lnTo>
                    <a:pt x="8290366" y="2433037"/>
                  </a:lnTo>
                  <a:lnTo>
                    <a:pt x="8323889" y="2362331"/>
                  </a:lnTo>
                  <a:lnTo>
                    <a:pt x="8357218" y="2287822"/>
                  </a:lnTo>
                  <a:lnTo>
                    <a:pt x="8390444" y="2209690"/>
                  </a:lnTo>
                  <a:lnTo>
                    <a:pt x="8423633" y="2128189"/>
                  </a:lnTo>
                  <a:lnTo>
                    <a:pt x="8456831" y="2043647"/>
                  </a:lnTo>
                  <a:lnTo>
                    <a:pt x="8490065" y="1956462"/>
                  </a:lnTo>
                  <a:lnTo>
                    <a:pt x="8523346" y="1867098"/>
                  </a:lnTo>
                  <a:lnTo>
                    <a:pt x="8556673" y="1776073"/>
                  </a:lnTo>
                  <a:lnTo>
                    <a:pt x="8590035" y="1683947"/>
                  </a:lnTo>
                  <a:lnTo>
                    <a:pt x="8623414" y="1591313"/>
                  </a:lnTo>
                  <a:lnTo>
                    <a:pt x="8656789" y="1498774"/>
                  </a:lnTo>
                  <a:lnTo>
                    <a:pt x="8690142" y="1406934"/>
                  </a:lnTo>
                  <a:lnTo>
                    <a:pt x="8723455" y="1316376"/>
                  </a:lnTo>
                  <a:lnTo>
                    <a:pt x="8756721" y="1227649"/>
                  </a:lnTo>
                  <a:lnTo>
                    <a:pt x="8789942" y="1141254"/>
                  </a:lnTo>
                  <a:lnTo>
                    <a:pt x="8823133" y="1057636"/>
                  </a:lnTo>
                  <a:lnTo>
                    <a:pt x="8856328" y="977170"/>
                  </a:lnTo>
                  <a:lnTo>
                    <a:pt x="8889578" y="900161"/>
                  </a:lnTo>
                  <a:lnTo>
                    <a:pt x="8922957" y="826841"/>
                  </a:lnTo>
                  <a:lnTo>
                    <a:pt x="8956565" y="757365"/>
                  </a:lnTo>
                  <a:lnTo>
                    <a:pt x="8990528" y="691820"/>
                  </a:lnTo>
                  <a:lnTo>
                    <a:pt x="9025005" y="630226"/>
                  </a:lnTo>
                  <a:lnTo>
                    <a:pt x="9060194" y="572542"/>
                  </a:lnTo>
                  <a:lnTo>
                    <a:pt x="9084767" y="535331"/>
                  </a:lnTo>
                  <a:lnTo>
                    <a:pt x="9130737" y="472357"/>
                  </a:lnTo>
                  <a:lnTo>
                    <a:pt x="9179042" y="415185"/>
                  </a:lnTo>
                  <a:lnTo>
                    <a:pt x="9230372" y="363572"/>
                  </a:lnTo>
                  <a:lnTo>
                    <a:pt x="9285478" y="317081"/>
                  </a:lnTo>
                  <a:lnTo>
                    <a:pt x="9345134" y="275197"/>
                  </a:lnTo>
                  <a:lnTo>
                    <a:pt x="9410085" y="237405"/>
                  </a:lnTo>
                  <a:lnTo>
                    <a:pt x="9480987" y="203233"/>
                  </a:lnTo>
                  <a:lnTo>
                    <a:pt x="9558317" y="172279"/>
                  </a:lnTo>
                  <a:lnTo>
                    <a:pt x="9642264" y="144221"/>
                  </a:lnTo>
                  <a:lnTo>
                    <a:pt x="9732585" y="118831"/>
                  </a:lnTo>
                  <a:lnTo>
                    <a:pt x="9828438" y="95969"/>
                  </a:lnTo>
                  <a:lnTo>
                    <a:pt x="9928236" y="75579"/>
                  </a:lnTo>
                  <a:lnTo>
                    <a:pt x="10029543" y="57674"/>
                  </a:lnTo>
                  <a:lnTo>
                    <a:pt x="10129106" y="42307"/>
                  </a:lnTo>
                  <a:lnTo>
                    <a:pt x="10223068" y="29527"/>
                  </a:lnTo>
                  <a:lnTo>
                    <a:pt x="10307407" y="19337"/>
                  </a:lnTo>
                  <a:lnTo>
                    <a:pt x="10378548" y="11649"/>
                  </a:lnTo>
                  <a:lnTo>
                    <a:pt x="10434012" y="6257"/>
                  </a:lnTo>
                  <a:lnTo>
                    <a:pt x="10472950" y="2834"/>
                  </a:lnTo>
                  <a:lnTo>
                    <a:pt x="10496393" y="965"/>
                  </a:lnTo>
                  <a:lnTo>
                    <a:pt x="10507207" y="179"/>
                  </a:lnTo>
                  <a:lnTo>
                    <a:pt x="10509861" y="3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39" name="pl1039"/>
            <p:cNvSpPr/>
            <p:nvPr/>
          </p:nvSpPr>
          <p:spPr>
            <a:xfrm>
              <a:off x="4799595" y="4799964"/>
              <a:ext cx="11981298" cy="3211988"/>
            </a:xfrm>
            <a:custGeom>
              <a:avLst/>
              <a:pathLst>
                <a:path w="11981298" h="3211988">
                  <a:moveTo>
                    <a:pt x="11981298" y="0"/>
                  </a:moveTo>
                  <a:lnTo>
                    <a:pt x="10509911" y="0"/>
                  </a:lnTo>
                  <a:lnTo>
                    <a:pt x="10508787" y="72"/>
                  </a:lnTo>
                  <a:lnTo>
                    <a:pt x="10501402" y="592"/>
                  </a:lnTo>
                  <a:lnTo>
                    <a:pt x="10482775" y="2030"/>
                  </a:lnTo>
                  <a:lnTo>
                    <a:pt x="10449455" y="4859"/>
                  </a:lnTo>
                  <a:lnTo>
                    <a:pt x="10399751" y="9522"/>
                  </a:lnTo>
                  <a:lnTo>
                    <a:pt x="10333871" y="16380"/>
                  </a:lnTo>
                  <a:lnTo>
                    <a:pt x="10253771" y="25681"/>
                  </a:lnTo>
                  <a:lnTo>
                    <a:pt x="10162716" y="37555"/>
                  </a:lnTo>
                  <a:lnTo>
                    <a:pt x="10064649" y="52024"/>
                  </a:lnTo>
                  <a:lnTo>
                    <a:pt x="9963544" y="69051"/>
                  </a:lnTo>
                  <a:lnTo>
                    <a:pt x="9862899" y="88578"/>
                  </a:lnTo>
                  <a:lnTo>
                    <a:pt x="9765447" y="110576"/>
                  </a:lnTo>
                  <a:lnTo>
                    <a:pt x="9673066" y="135073"/>
                  </a:lnTo>
                  <a:lnTo>
                    <a:pt x="9586842" y="162179"/>
                  </a:lnTo>
                  <a:lnTo>
                    <a:pt x="9507207" y="192091"/>
                  </a:lnTo>
                  <a:lnTo>
                    <a:pt x="9434106" y="225099"/>
                  </a:lnTo>
                  <a:lnTo>
                    <a:pt x="9367147" y="261578"/>
                  </a:lnTo>
                  <a:lnTo>
                    <a:pt x="9305726" y="301978"/>
                  </a:lnTo>
                  <a:lnTo>
                    <a:pt x="9249121" y="346803"/>
                  </a:lnTo>
                  <a:lnTo>
                    <a:pt x="9196562" y="396574"/>
                  </a:lnTo>
                  <a:lnTo>
                    <a:pt x="9147284" y="451767"/>
                  </a:lnTo>
                  <a:lnTo>
                    <a:pt x="9100571" y="512709"/>
                  </a:lnTo>
                  <a:lnTo>
                    <a:pt x="9084767" y="535331"/>
                  </a:lnTo>
                  <a:lnTo>
                    <a:pt x="9048957" y="590396"/>
                  </a:lnTo>
                  <a:lnTo>
                    <a:pt x="9014017" y="649311"/>
                  </a:lnTo>
                  <a:lnTo>
                    <a:pt x="8979722" y="712155"/>
                  </a:lnTo>
                  <a:lnTo>
                    <a:pt x="8945887" y="778950"/>
                  </a:lnTo>
                  <a:lnTo>
                    <a:pt x="8912364" y="849656"/>
                  </a:lnTo>
                  <a:lnTo>
                    <a:pt x="8879035" y="924165"/>
                  </a:lnTo>
                  <a:lnTo>
                    <a:pt x="8845810" y="1002298"/>
                  </a:lnTo>
                  <a:lnTo>
                    <a:pt x="8812621" y="1083799"/>
                  </a:lnTo>
                  <a:lnTo>
                    <a:pt x="8779423" y="1168340"/>
                  </a:lnTo>
                  <a:lnTo>
                    <a:pt x="8746189" y="1255525"/>
                  </a:lnTo>
                  <a:lnTo>
                    <a:pt x="8712907" y="1344889"/>
                  </a:lnTo>
                  <a:lnTo>
                    <a:pt x="8679580" y="1435915"/>
                  </a:lnTo>
                  <a:lnTo>
                    <a:pt x="8646219" y="1528040"/>
                  </a:lnTo>
                  <a:lnTo>
                    <a:pt x="8612840" y="1620675"/>
                  </a:lnTo>
                  <a:lnTo>
                    <a:pt x="8579464" y="1713213"/>
                  </a:lnTo>
                  <a:lnTo>
                    <a:pt x="8546112" y="1805053"/>
                  </a:lnTo>
                  <a:lnTo>
                    <a:pt x="8512798" y="1895611"/>
                  </a:lnTo>
                  <a:lnTo>
                    <a:pt x="8479532" y="1984339"/>
                  </a:lnTo>
                  <a:lnTo>
                    <a:pt x="8446312" y="2070733"/>
                  </a:lnTo>
                  <a:lnTo>
                    <a:pt x="8413120" y="2154352"/>
                  </a:lnTo>
                  <a:lnTo>
                    <a:pt x="8379926" y="2234817"/>
                  </a:lnTo>
                  <a:lnTo>
                    <a:pt x="8346676" y="2311826"/>
                  </a:lnTo>
                  <a:lnTo>
                    <a:pt x="8313296" y="2385147"/>
                  </a:lnTo>
                  <a:lnTo>
                    <a:pt x="8279689" y="2454622"/>
                  </a:lnTo>
                  <a:lnTo>
                    <a:pt x="8245726" y="2520167"/>
                  </a:lnTo>
                  <a:lnTo>
                    <a:pt x="8211248" y="2581761"/>
                  </a:lnTo>
                  <a:lnTo>
                    <a:pt x="8176059" y="2639446"/>
                  </a:lnTo>
                  <a:lnTo>
                    <a:pt x="8151487" y="2676656"/>
                  </a:lnTo>
                  <a:lnTo>
                    <a:pt x="8105517" y="2739630"/>
                  </a:lnTo>
                  <a:lnTo>
                    <a:pt x="8057211" y="2796803"/>
                  </a:lnTo>
                  <a:lnTo>
                    <a:pt x="8005881" y="2848415"/>
                  </a:lnTo>
                  <a:lnTo>
                    <a:pt x="7950775" y="2894907"/>
                  </a:lnTo>
                  <a:lnTo>
                    <a:pt x="7891119" y="2936791"/>
                  </a:lnTo>
                  <a:lnTo>
                    <a:pt x="7826168" y="2974583"/>
                  </a:lnTo>
                  <a:lnTo>
                    <a:pt x="7755266" y="3008754"/>
                  </a:lnTo>
                  <a:lnTo>
                    <a:pt x="7677936" y="3039709"/>
                  </a:lnTo>
                  <a:lnTo>
                    <a:pt x="7593989" y="3067766"/>
                  </a:lnTo>
                  <a:lnTo>
                    <a:pt x="7503669" y="3093156"/>
                  </a:lnTo>
                  <a:lnTo>
                    <a:pt x="7407815" y="3116019"/>
                  </a:lnTo>
                  <a:lnTo>
                    <a:pt x="7308017" y="3136409"/>
                  </a:lnTo>
                  <a:lnTo>
                    <a:pt x="7206710" y="3154313"/>
                  </a:lnTo>
                  <a:lnTo>
                    <a:pt x="7107148" y="3169681"/>
                  </a:lnTo>
                  <a:lnTo>
                    <a:pt x="7013186" y="3182461"/>
                  </a:lnTo>
                  <a:lnTo>
                    <a:pt x="6928846" y="3192650"/>
                  </a:lnTo>
                  <a:lnTo>
                    <a:pt x="6857706" y="3200338"/>
                  </a:lnTo>
                  <a:lnTo>
                    <a:pt x="6802242" y="3205731"/>
                  </a:lnTo>
                  <a:lnTo>
                    <a:pt x="6763303" y="3209153"/>
                  </a:lnTo>
                  <a:lnTo>
                    <a:pt x="6739860" y="3211022"/>
                  </a:lnTo>
                  <a:lnTo>
                    <a:pt x="6729046" y="3211808"/>
                  </a:lnTo>
                  <a:lnTo>
                    <a:pt x="6726392" y="3211985"/>
                  </a:lnTo>
                  <a:lnTo>
                    <a:pt x="6726343" y="3211988"/>
                  </a:lnTo>
                  <a:lnTo>
                    <a:pt x="5254955" y="3211988"/>
                  </a:lnTo>
                  <a:lnTo>
                    <a:pt x="5253719" y="3211979"/>
                  </a:lnTo>
                  <a:lnTo>
                    <a:pt x="5245607" y="3211916"/>
                  </a:lnTo>
                  <a:lnTo>
                    <a:pt x="5225209" y="3211743"/>
                  </a:lnTo>
                  <a:lnTo>
                    <a:pt x="5188872" y="3211401"/>
                  </a:lnTo>
                  <a:lnTo>
                    <a:pt x="5134973" y="3210839"/>
                  </a:lnTo>
                  <a:lnTo>
                    <a:pt x="5064044" y="3210015"/>
                  </a:lnTo>
                  <a:lnTo>
                    <a:pt x="4978547" y="3208902"/>
                  </a:lnTo>
                  <a:lnTo>
                    <a:pt x="4882298" y="3207487"/>
                  </a:lnTo>
                  <a:lnTo>
                    <a:pt x="4779710" y="3205769"/>
                  </a:lnTo>
                  <a:lnTo>
                    <a:pt x="4675059" y="3203755"/>
                  </a:lnTo>
                  <a:lnTo>
                    <a:pt x="4571961" y="3201451"/>
                  </a:lnTo>
                  <a:lnTo>
                    <a:pt x="4473100" y="3198857"/>
                  </a:lnTo>
                  <a:lnTo>
                    <a:pt x="4380201" y="3195968"/>
                  </a:lnTo>
                  <a:lnTo>
                    <a:pt x="4294144" y="3192766"/>
                  </a:lnTo>
                  <a:lnTo>
                    <a:pt x="4215144" y="3189221"/>
                  </a:lnTo>
                  <a:lnTo>
                    <a:pt x="4142945" y="3185294"/>
                  </a:lnTo>
                  <a:lnTo>
                    <a:pt x="4076980" y="3180935"/>
                  </a:lnTo>
                  <a:lnTo>
                    <a:pt x="4016501" y="3176086"/>
                  </a:lnTo>
                  <a:lnTo>
                    <a:pt x="3960675" y="3170683"/>
                  </a:lnTo>
                  <a:lnTo>
                    <a:pt x="3908651" y="3164666"/>
                  </a:lnTo>
                  <a:lnTo>
                    <a:pt x="3859614" y="3157989"/>
                  </a:lnTo>
                  <a:lnTo>
                    <a:pt x="3829811" y="3153415"/>
                  </a:lnTo>
                  <a:lnTo>
                    <a:pt x="3774411" y="3143845"/>
                  </a:lnTo>
                  <a:lnTo>
                    <a:pt x="3720817" y="3133241"/>
                  </a:lnTo>
                  <a:lnTo>
                    <a:pt x="3668305" y="3121590"/>
                  </a:lnTo>
                  <a:lnTo>
                    <a:pt x="3616358" y="3108920"/>
                  </a:lnTo>
                  <a:lnTo>
                    <a:pt x="3564625" y="3095303"/>
                  </a:lnTo>
                  <a:lnTo>
                    <a:pt x="3512896" y="3080862"/>
                  </a:lnTo>
                  <a:lnTo>
                    <a:pt x="3461070" y="3065761"/>
                  </a:lnTo>
                  <a:lnTo>
                    <a:pt x="3409134" y="3050207"/>
                  </a:lnTo>
                  <a:lnTo>
                    <a:pt x="3357133" y="3034434"/>
                  </a:lnTo>
                  <a:lnTo>
                    <a:pt x="3305142" y="3018690"/>
                  </a:lnTo>
                  <a:lnTo>
                    <a:pt x="3253229" y="3003221"/>
                  </a:lnTo>
                  <a:lnTo>
                    <a:pt x="3201429" y="2988256"/>
                  </a:lnTo>
                  <a:lnTo>
                    <a:pt x="3149712" y="2973993"/>
                  </a:lnTo>
                  <a:lnTo>
                    <a:pt x="3097953" y="2960587"/>
                  </a:lnTo>
                  <a:lnTo>
                    <a:pt x="3045911" y="2948149"/>
                  </a:lnTo>
                  <a:lnTo>
                    <a:pt x="2993201" y="2936740"/>
                  </a:lnTo>
                  <a:lnTo>
                    <a:pt x="2939261" y="2926379"/>
                  </a:lnTo>
                  <a:lnTo>
                    <a:pt x="2896531" y="2919122"/>
                  </a:lnTo>
                  <a:lnTo>
                    <a:pt x="2849003" y="2912015"/>
                  </a:lnTo>
                  <a:lnTo>
                    <a:pt x="2798957" y="2905584"/>
                  </a:lnTo>
                  <a:lnTo>
                    <a:pt x="2745633" y="2899800"/>
                  </a:lnTo>
                  <a:lnTo>
                    <a:pt x="2688196" y="2894608"/>
                  </a:lnTo>
                  <a:lnTo>
                    <a:pt x="2625795" y="2889945"/>
                  </a:lnTo>
                  <a:lnTo>
                    <a:pt x="2557618" y="2885752"/>
                  </a:lnTo>
                  <a:lnTo>
                    <a:pt x="2482971" y="2881971"/>
                  </a:lnTo>
                  <a:lnTo>
                    <a:pt x="2401386" y="2878556"/>
                  </a:lnTo>
                  <a:lnTo>
                    <a:pt x="2312758" y="2875471"/>
                  </a:lnTo>
                  <a:lnTo>
                    <a:pt x="2217525" y="2872692"/>
                  </a:lnTo>
                  <a:lnTo>
                    <a:pt x="2116856" y="2870205"/>
                  </a:lnTo>
                  <a:lnTo>
                    <a:pt x="2012823" y="2868007"/>
                  </a:lnTo>
                  <a:lnTo>
                    <a:pt x="1908467" y="2866101"/>
                  </a:lnTo>
                  <a:lnTo>
                    <a:pt x="1807690" y="2864494"/>
                  </a:lnTo>
                  <a:lnTo>
                    <a:pt x="1714895" y="2863191"/>
                  </a:lnTo>
                  <a:lnTo>
                    <a:pt x="1634366" y="2862186"/>
                  </a:lnTo>
                  <a:lnTo>
                    <a:pt x="1569504" y="2861463"/>
                  </a:lnTo>
                  <a:lnTo>
                    <a:pt x="1522111" y="2860987"/>
                  </a:lnTo>
                  <a:lnTo>
                    <a:pt x="1491935" y="2860714"/>
                  </a:lnTo>
                  <a:lnTo>
                    <a:pt x="1476577" y="2860588"/>
                  </a:lnTo>
                  <a:lnTo>
                    <a:pt x="1471706" y="2860551"/>
                  </a:lnTo>
                  <a:lnTo>
                    <a:pt x="1471387" y="2860549"/>
                  </a:lnTo>
                  <a:lnTo>
                    <a:pt x="0" y="286054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40" name="pg1040"/>
            <p:cNvSpPr/>
            <p:nvPr/>
          </p:nvSpPr>
          <p:spPr>
            <a:xfrm>
              <a:off x="4799595" y="5527361"/>
              <a:ext cx="11981298" cy="2517283"/>
            </a:xfrm>
            <a:custGeom>
              <a:avLst/>
              <a:pathLst>
                <a:path w="11981298" h="2517283">
                  <a:moveTo>
                    <a:pt x="0" y="2157671"/>
                  </a:moveTo>
                  <a:lnTo>
                    <a:pt x="1471387" y="2157671"/>
                  </a:lnTo>
                  <a:lnTo>
                    <a:pt x="1472623" y="2157680"/>
                  </a:lnTo>
                  <a:lnTo>
                    <a:pt x="1480735" y="2157744"/>
                  </a:lnTo>
                  <a:lnTo>
                    <a:pt x="1501131" y="2157922"/>
                  </a:lnTo>
                  <a:lnTo>
                    <a:pt x="1537467" y="2158271"/>
                  </a:lnTo>
                  <a:lnTo>
                    <a:pt x="1591363" y="2158846"/>
                  </a:lnTo>
                  <a:lnTo>
                    <a:pt x="1662288" y="2159689"/>
                  </a:lnTo>
                  <a:lnTo>
                    <a:pt x="1747782" y="2160828"/>
                  </a:lnTo>
                  <a:lnTo>
                    <a:pt x="1844028" y="2162276"/>
                  </a:lnTo>
                  <a:lnTo>
                    <a:pt x="1946614" y="2164034"/>
                  </a:lnTo>
                  <a:lnTo>
                    <a:pt x="2051262" y="2166095"/>
                  </a:lnTo>
                  <a:lnTo>
                    <a:pt x="2154359" y="2168453"/>
                  </a:lnTo>
                  <a:lnTo>
                    <a:pt x="2253219" y="2171106"/>
                  </a:lnTo>
                  <a:lnTo>
                    <a:pt x="2346118" y="2174063"/>
                  </a:lnTo>
                  <a:lnTo>
                    <a:pt x="2432175" y="2177339"/>
                  </a:lnTo>
                  <a:lnTo>
                    <a:pt x="2511175" y="2180966"/>
                  </a:lnTo>
                  <a:lnTo>
                    <a:pt x="2583375" y="2184984"/>
                  </a:lnTo>
                  <a:lnTo>
                    <a:pt x="2649341" y="2189444"/>
                  </a:lnTo>
                  <a:lnTo>
                    <a:pt x="2709820" y="2194406"/>
                  </a:lnTo>
                  <a:lnTo>
                    <a:pt x="2765647" y="2199934"/>
                  </a:lnTo>
                  <a:lnTo>
                    <a:pt x="2817672" y="2206090"/>
                  </a:lnTo>
                  <a:lnTo>
                    <a:pt x="2866709" y="2212923"/>
                  </a:lnTo>
                  <a:lnTo>
                    <a:pt x="2896531" y="2217606"/>
                  </a:lnTo>
                  <a:lnTo>
                    <a:pt x="2951893" y="2227391"/>
                  </a:lnTo>
                  <a:lnTo>
                    <a:pt x="3005451" y="2238233"/>
                  </a:lnTo>
                  <a:lnTo>
                    <a:pt x="3057928" y="2250145"/>
                  </a:lnTo>
                  <a:lnTo>
                    <a:pt x="3109840" y="2263099"/>
                  </a:lnTo>
                  <a:lnTo>
                    <a:pt x="3161537" y="2277019"/>
                  </a:lnTo>
                  <a:lnTo>
                    <a:pt x="3213230" y="2291783"/>
                  </a:lnTo>
                  <a:lnTo>
                    <a:pt x="3265020" y="2307222"/>
                  </a:lnTo>
                  <a:lnTo>
                    <a:pt x="3316919" y="2323125"/>
                  </a:lnTo>
                  <a:lnTo>
                    <a:pt x="3368883" y="2339253"/>
                  </a:lnTo>
                  <a:lnTo>
                    <a:pt x="3420839" y="2355353"/>
                  </a:lnTo>
                  <a:lnTo>
                    <a:pt x="3472716" y="2371173"/>
                  </a:lnTo>
                  <a:lnTo>
                    <a:pt x="3524481" y="2386480"/>
                  </a:lnTo>
                  <a:lnTo>
                    <a:pt x="3576162" y="2401072"/>
                  </a:lnTo>
                  <a:lnTo>
                    <a:pt x="3627884" y="2414789"/>
                  </a:lnTo>
                  <a:lnTo>
                    <a:pt x="3679885" y="2427518"/>
                  </a:lnTo>
                  <a:lnTo>
                    <a:pt x="3732549" y="2439196"/>
                  </a:lnTo>
                  <a:lnTo>
                    <a:pt x="3786433" y="2449803"/>
                  </a:lnTo>
                  <a:lnTo>
                    <a:pt x="3829811" y="2457348"/>
                  </a:lnTo>
                  <a:lnTo>
                    <a:pt x="3877339" y="2464620"/>
                  </a:lnTo>
                  <a:lnTo>
                    <a:pt x="3927383" y="2471200"/>
                  </a:lnTo>
                  <a:lnTo>
                    <a:pt x="3980705" y="2477119"/>
                  </a:lnTo>
                  <a:lnTo>
                    <a:pt x="4038141" y="2482432"/>
                  </a:lnTo>
                  <a:lnTo>
                    <a:pt x="4100541" y="2487202"/>
                  </a:lnTo>
                  <a:lnTo>
                    <a:pt x="4168716" y="2491494"/>
                  </a:lnTo>
                  <a:lnTo>
                    <a:pt x="4243360" y="2495362"/>
                  </a:lnTo>
                  <a:lnTo>
                    <a:pt x="4324942" y="2498857"/>
                  </a:lnTo>
                  <a:lnTo>
                    <a:pt x="4413567" y="2502013"/>
                  </a:lnTo>
                  <a:lnTo>
                    <a:pt x="4508798" y="2504857"/>
                  </a:lnTo>
                  <a:lnTo>
                    <a:pt x="4609464" y="2507401"/>
                  </a:lnTo>
                  <a:lnTo>
                    <a:pt x="4713494" y="2509651"/>
                  </a:lnTo>
                  <a:lnTo>
                    <a:pt x="4817849" y="2511601"/>
                  </a:lnTo>
                  <a:lnTo>
                    <a:pt x="4918625" y="2513245"/>
                  </a:lnTo>
                  <a:lnTo>
                    <a:pt x="5011421" y="2514579"/>
                  </a:lnTo>
                  <a:lnTo>
                    <a:pt x="5091953" y="2515607"/>
                  </a:lnTo>
                  <a:lnTo>
                    <a:pt x="5156819" y="2516348"/>
                  </a:lnTo>
                  <a:lnTo>
                    <a:pt x="5204217" y="2516834"/>
                  </a:lnTo>
                  <a:lnTo>
                    <a:pt x="5234399" y="2517114"/>
                  </a:lnTo>
                  <a:lnTo>
                    <a:pt x="5249761" y="2517243"/>
                  </a:lnTo>
                  <a:lnTo>
                    <a:pt x="5254635" y="2517281"/>
                  </a:lnTo>
                  <a:lnTo>
                    <a:pt x="5254955" y="2517283"/>
                  </a:lnTo>
                  <a:lnTo>
                    <a:pt x="6726343" y="2517283"/>
                  </a:lnTo>
                  <a:lnTo>
                    <a:pt x="6727507" y="2517224"/>
                  </a:lnTo>
                  <a:lnTo>
                    <a:pt x="6735161" y="2516802"/>
                  </a:lnTo>
                  <a:lnTo>
                    <a:pt x="6754440" y="2515637"/>
                  </a:lnTo>
                  <a:lnTo>
                    <a:pt x="6788876" y="2513342"/>
                  </a:lnTo>
                  <a:lnTo>
                    <a:pt x="6840136" y="2509564"/>
                  </a:lnTo>
                  <a:lnTo>
                    <a:pt x="6907898" y="2504013"/>
                  </a:lnTo>
                  <a:lnTo>
                    <a:pt x="6990021" y="2496495"/>
                  </a:lnTo>
                  <a:lnTo>
                    <a:pt x="7083038" y="2486913"/>
                  </a:lnTo>
                  <a:lnTo>
                    <a:pt x="7182830" y="2475254"/>
                  </a:lnTo>
                  <a:lnTo>
                    <a:pt x="7285304" y="2461552"/>
                  </a:lnTo>
                  <a:lnTo>
                    <a:pt x="7386913" y="2445853"/>
                  </a:lnTo>
                  <a:lnTo>
                    <a:pt x="7484937" y="2428176"/>
                  </a:lnTo>
                  <a:lnTo>
                    <a:pt x="7577550" y="2408488"/>
                  </a:lnTo>
                  <a:lnTo>
                    <a:pt x="7663742" y="2386691"/>
                  </a:lnTo>
                  <a:lnTo>
                    <a:pt x="7743159" y="2362612"/>
                  </a:lnTo>
                  <a:lnTo>
                    <a:pt x="7815932" y="2336003"/>
                  </a:lnTo>
                  <a:lnTo>
                    <a:pt x="7882519" y="2306547"/>
                  </a:lnTo>
                  <a:lnTo>
                    <a:pt x="7943579" y="2273869"/>
                  </a:lnTo>
                  <a:lnTo>
                    <a:pt x="7999877" y="2237554"/>
                  </a:lnTo>
                  <a:lnTo>
                    <a:pt x="8052215" y="2197184"/>
                  </a:lnTo>
                  <a:lnTo>
                    <a:pt x="8101379" y="2152392"/>
                  </a:lnTo>
                  <a:lnTo>
                    <a:pt x="8148090" y="2102963"/>
                  </a:lnTo>
                  <a:lnTo>
                    <a:pt x="8151487" y="2099098"/>
                  </a:lnTo>
                  <a:lnTo>
                    <a:pt x="8190977" y="2051425"/>
                  </a:lnTo>
                  <a:lnTo>
                    <a:pt x="8229436" y="2000075"/>
                  </a:lnTo>
                  <a:lnTo>
                    <a:pt x="8267160" y="1944974"/>
                  </a:lnTo>
                  <a:lnTo>
                    <a:pt x="8304382" y="1886115"/>
                  </a:lnTo>
                  <a:lnTo>
                    <a:pt x="8341287" y="1823567"/>
                  </a:lnTo>
                  <a:lnTo>
                    <a:pt x="8378017" y="1757478"/>
                  </a:lnTo>
                  <a:lnTo>
                    <a:pt x="8414675" y="1688082"/>
                  </a:lnTo>
                  <a:lnTo>
                    <a:pt x="8451330" y="1615700"/>
                  </a:lnTo>
                  <a:lnTo>
                    <a:pt x="8488025" y="1540734"/>
                  </a:lnTo>
                  <a:lnTo>
                    <a:pt x="8524776" y="1463664"/>
                  </a:lnTo>
                  <a:lnTo>
                    <a:pt x="8561584" y="1385035"/>
                  </a:lnTo>
                  <a:lnTo>
                    <a:pt x="8598430" y="1305439"/>
                  </a:lnTo>
                  <a:lnTo>
                    <a:pt x="8635291" y="1225503"/>
                  </a:lnTo>
                  <a:lnTo>
                    <a:pt x="8672140" y="1145864"/>
                  </a:lnTo>
                  <a:lnTo>
                    <a:pt x="8708950" y="1067149"/>
                  </a:lnTo>
                  <a:lnTo>
                    <a:pt x="8745706" y="989953"/>
                  </a:lnTo>
                  <a:lnTo>
                    <a:pt x="8782405" y="914827"/>
                  </a:lnTo>
                  <a:lnTo>
                    <a:pt x="8819062" y="842253"/>
                  </a:lnTo>
                  <a:lnTo>
                    <a:pt x="8855717" y="772641"/>
                  </a:lnTo>
                  <a:lnTo>
                    <a:pt x="8892439" y="706317"/>
                  </a:lnTo>
                  <a:lnTo>
                    <a:pt x="8929328" y="643520"/>
                  </a:lnTo>
                  <a:lnTo>
                    <a:pt x="8966523" y="584405"/>
                  </a:lnTo>
                  <a:lnTo>
                    <a:pt x="9004205" y="529045"/>
                  </a:lnTo>
                  <a:lnTo>
                    <a:pt x="9042605" y="477439"/>
                  </a:lnTo>
                  <a:lnTo>
                    <a:pt x="9082014" y="429517"/>
                  </a:lnTo>
                  <a:lnTo>
                    <a:pt x="9084767" y="426358"/>
                  </a:lnTo>
                  <a:lnTo>
                    <a:pt x="9131321" y="376582"/>
                  </a:lnTo>
                  <a:lnTo>
                    <a:pt x="9180278" y="331450"/>
                  </a:lnTo>
                  <a:lnTo>
                    <a:pt x="9232353" y="290761"/>
                  </a:lnTo>
                  <a:lnTo>
                    <a:pt x="9288329" y="254159"/>
                  </a:lnTo>
                  <a:lnTo>
                    <a:pt x="9349008" y="221225"/>
                  </a:lnTo>
                  <a:lnTo>
                    <a:pt x="9415159" y="191543"/>
                  </a:lnTo>
                  <a:lnTo>
                    <a:pt x="9487453" y="164734"/>
                  </a:lnTo>
                  <a:lnTo>
                    <a:pt x="9566366" y="140475"/>
                  </a:lnTo>
                  <a:lnTo>
                    <a:pt x="9652058" y="118515"/>
                  </a:lnTo>
                  <a:lnTo>
                    <a:pt x="9744219" y="98675"/>
                  </a:lnTo>
                  <a:lnTo>
                    <a:pt x="9841892" y="80850"/>
                  </a:lnTo>
                  <a:lnTo>
                    <a:pt x="9943317" y="65003"/>
                  </a:lnTo>
                  <a:lnTo>
                    <a:pt x="10045840" y="51152"/>
                  </a:lnTo>
                  <a:lnTo>
                    <a:pt x="10145968" y="39339"/>
                  </a:lnTo>
                  <a:lnTo>
                    <a:pt x="10239634" y="29602"/>
                  </a:lnTo>
                  <a:lnTo>
                    <a:pt x="10322701" y="21932"/>
                  </a:lnTo>
                  <a:lnTo>
                    <a:pt x="10391625" y="16241"/>
                  </a:lnTo>
                  <a:lnTo>
                    <a:pt x="10444149" y="12339"/>
                  </a:lnTo>
                  <a:lnTo>
                    <a:pt x="10479804" y="9946"/>
                  </a:lnTo>
                  <a:lnTo>
                    <a:pt x="10500112" y="8710"/>
                  </a:lnTo>
                  <a:lnTo>
                    <a:pt x="10508472" y="8246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8746" y="59"/>
                  </a:lnTo>
                  <a:lnTo>
                    <a:pt x="10501092" y="480"/>
                  </a:lnTo>
                  <a:lnTo>
                    <a:pt x="10481813" y="1646"/>
                  </a:lnTo>
                  <a:lnTo>
                    <a:pt x="10447377" y="3940"/>
                  </a:lnTo>
                  <a:lnTo>
                    <a:pt x="10396117" y="7719"/>
                  </a:lnTo>
                  <a:lnTo>
                    <a:pt x="10328356" y="13269"/>
                  </a:lnTo>
                  <a:lnTo>
                    <a:pt x="10246232" y="20788"/>
                  </a:lnTo>
                  <a:lnTo>
                    <a:pt x="10153215" y="30369"/>
                  </a:lnTo>
                  <a:lnTo>
                    <a:pt x="10053423" y="42029"/>
                  </a:lnTo>
                  <a:lnTo>
                    <a:pt x="9950949" y="55730"/>
                  </a:lnTo>
                  <a:lnTo>
                    <a:pt x="9849340" y="71429"/>
                  </a:lnTo>
                  <a:lnTo>
                    <a:pt x="9751316" y="89107"/>
                  </a:lnTo>
                  <a:lnTo>
                    <a:pt x="9658703" y="108794"/>
                  </a:lnTo>
                  <a:lnTo>
                    <a:pt x="9572511" y="130591"/>
                  </a:lnTo>
                  <a:lnTo>
                    <a:pt x="9493095" y="154671"/>
                  </a:lnTo>
                  <a:lnTo>
                    <a:pt x="9420322" y="181280"/>
                  </a:lnTo>
                  <a:lnTo>
                    <a:pt x="9353734" y="210736"/>
                  </a:lnTo>
                  <a:lnTo>
                    <a:pt x="9292674" y="243413"/>
                  </a:lnTo>
                  <a:lnTo>
                    <a:pt x="9236376" y="279728"/>
                  </a:lnTo>
                  <a:lnTo>
                    <a:pt x="9184038" y="320098"/>
                  </a:lnTo>
                  <a:lnTo>
                    <a:pt x="9134874" y="364890"/>
                  </a:lnTo>
                  <a:lnTo>
                    <a:pt x="9088163" y="414319"/>
                  </a:lnTo>
                  <a:lnTo>
                    <a:pt x="9084767" y="418185"/>
                  </a:lnTo>
                  <a:lnTo>
                    <a:pt x="9045276" y="465858"/>
                  </a:lnTo>
                  <a:lnTo>
                    <a:pt x="9006817" y="517208"/>
                  </a:lnTo>
                  <a:lnTo>
                    <a:pt x="8969094" y="572309"/>
                  </a:lnTo>
                  <a:lnTo>
                    <a:pt x="8931871" y="631167"/>
                  </a:lnTo>
                  <a:lnTo>
                    <a:pt x="8894966" y="693715"/>
                  </a:lnTo>
                  <a:lnTo>
                    <a:pt x="8858236" y="759804"/>
                  </a:lnTo>
                  <a:lnTo>
                    <a:pt x="8821579" y="829200"/>
                  </a:lnTo>
                  <a:lnTo>
                    <a:pt x="8784923" y="901582"/>
                  </a:lnTo>
                  <a:lnTo>
                    <a:pt x="8748229" y="976548"/>
                  </a:lnTo>
                  <a:lnTo>
                    <a:pt x="8711477" y="1053618"/>
                  </a:lnTo>
                  <a:lnTo>
                    <a:pt x="8674670" y="1132248"/>
                  </a:lnTo>
                  <a:lnTo>
                    <a:pt x="8637823" y="1211843"/>
                  </a:lnTo>
                  <a:lnTo>
                    <a:pt x="8600962" y="1291779"/>
                  </a:lnTo>
                  <a:lnTo>
                    <a:pt x="8564113" y="1371418"/>
                  </a:lnTo>
                  <a:lnTo>
                    <a:pt x="8527303" y="1450134"/>
                  </a:lnTo>
                  <a:lnTo>
                    <a:pt x="8490547" y="1527329"/>
                  </a:lnTo>
                  <a:lnTo>
                    <a:pt x="8453849" y="1602456"/>
                  </a:lnTo>
                  <a:lnTo>
                    <a:pt x="8417192" y="1675029"/>
                  </a:lnTo>
                  <a:lnTo>
                    <a:pt x="8380536" y="1744641"/>
                  </a:lnTo>
                  <a:lnTo>
                    <a:pt x="8343814" y="1810966"/>
                  </a:lnTo>
                  <a:lnTo>
                    <a:pt x="8306925" y="1873763"/>
                  </a:lnTo>
                  <a:lnTo>
                    <a:pt x="8269730" y="1932878"/>
                  </a:lnTo>
                  <a:lnTo>
                    <a:pt x="8232048" y="1988237"/>
                  </a:lnTo>
                  <a:lnTo>
                    <a:pt x="8193648" y="2039843"/>
                  </a:lnTo>
                  <a:lnTo>
                    <a:pt x="8154239" y="2087766"/>
                  </a:lnTo>
                  <a:lnTo>
                    <a:pt x="8151487" y="2090925"/>
                  </a:lnTo>
                  <a:lnTo>
                    <a:pt x="8104932" y="2140701"/>
                  </a:lnTo>
                  <a:lnTo>
                    <a:pt x="8055975" y="2185833"/>
                  </a:lnTo>
                  <a:lnTo>
                    <a:pt x="8003900" y="2226521"/>
                  </a:lnTo>
                  <a:lnTo>
                    <a:pt x="7947924" y="2263123"/>
                  </a:lnTo>
                  <a:lnTo>
                    <a:pt x="7887246" y="2296057"/>
                  </a:lnTo>
                  <a:lnTo>
                    <a:pt x="7821094" y="2325739"/>
                  </a:lnTo>
                  <a:lnTo>
                    <a:pt x="7748801" y="2352549"/>
                  </a:lnTo>
                  <a:lnTo>
                    <a:pt x="7669888" y="2376807"/>
                  </a:lnTo>
                  <a:lnTo>
                    <a:pt x="7584195" y="2398767"/>
                  </a:lnTo>
                  <a:lnTo>
                    <a:pt x="7492035" y="2418607"/>
                  </a:lnTo>
                  <a:lnTo>
                    <a:pt x="7394361" y="2436433"/>
                  </a:lnTo>
                  <a:lnTo>
                    <a:pt x="7292936" y="2452279"/>
                  </a:lnTo>
                  <a:lnTo>
                    <a:pt x="7190413" y="2466131"/>
                  </a:lnTo>
                  <a:lnTo>
                    <a:pt x="7090286" y="2477944"/>
                  </a:lnTo>
                  <a:lnTo>
                    <a:pt x="6996619" y="2487680"/>
                  </a:lnTo>
                  <a:lnTo>
                    <a:pt x="6913553" y="2495350"/>
                  </a:lnTo>
                  <a:lnTo>
                    <a:pt x="6844628" y="2501042"/>
                  </a:lnTo>
                  <a:lnTo>
                    <a:pt x="6792104" y="2504943"/>
                  </a:lnTo>
                  <a:lnTo>
                    <a:pt x="6756449" y="2507336"/>
                  </a:lnTo>
                  <a:lnTo>
                    <a:pt x="6736142" y="2508573"/>
                  </a:lnTo>
                  <a:lnTo>
                    <a:pt x="6727781" y="2509037"/>
                  </a:lnTo>
                  <a:lnTo>
                    <a:pt x="6726343" y="2509110"/>
                  </a:lnTo>
                  <a:lnTo>
                    <a:pt x="5254955" y="2509110"/>
                  </a:lnTo>
                  <a:lnTo>
                    <a:pt x="5253719" y="2509101"/>
                  </a:lnTo>
                  <a:lnTo>
                    <a:pt x="5245607" y="2509037"/>
                  </a:lnTo>
                  <a:lnTo>
                    <a:pt x="5225211" y="2508859"/>
                  </a:lnTo>
                  <a:lnTo>
                    <a:pt x="5188876" y="2508510"/>
                  </a:lnTo>
                  <a:lnTo>
                    <a:pt x="5134979" y="2507935"/>
                  </a:lnTo>
                  <a:lnTo>
                    <a:pt x="5064054" y="2507092"/>
                  </a:lnTo>
                  <a:lnTo>
                    <a:pt x="4978560" y="2505953"/>
                  </a:lnTo>
                  <a:lnTo>
                    <a:pt x="4882314" y="2504505"/>
                  </a:lnTo>
                  <a:lnTo>
                    <a:pt x="4779728" y="2502747"/>
                  </a:lnTo>
                  <a:lnTo>
                    <a:pt x="4675080" y="2500686"/>
                  </a:lnTo>
                  <a:lnTo>
                    <a:pt x="4571983" y="2498328"/>
                  </a:lnTo>
                  <a:lnTo>
                    <a:pt x="4473123" y="2495675"/>
                  </a:lnTo>
                  <a:lnTo>
                    <a:pt x="4380224" y="2492719"/>
                  </a:lnTo>
                  <a:lnTo>
                    <a:pt x="4294167" y="2489442"/>
                  </a:lnTo>
                  <a:lnTo>
                    <a:pt x="4215167" y="2485815"/>
                  </a:lnTo>
                  <a:lnTo>
                    <a:pt x="4142967" y="2481797"/>
                  </a:lnTo>
                  <a:lnTo>
                    <a:pt x="4077001" y="2477337"/>
                  </a:lnTo>
                  <a:lnTo>
                    <a:pt x="4016522" y="2472375"/>
                  </a:lnTo>
                  <a:lnTo>
                    <a:pt x="3960695" y="2466847"/>
                  </a:lnTo>
                  <a:lnTo>
                    <a:pt x="3908671" y="2460691"/>
                  </a:lnTo>
                  <a:lnTo>
                    <a:pt x="3859634" y="2453858"/>
                  </a:lnTo>
                  <a:lnTo>
                    <a:pt x="3829811" y="2449175"/>
                  </a:lnTo>
                  <a:lnTo>
                    <a:pt x="3774449" y="2439390"/>
                  </a:lnTo>
                  <a:lnTo>
                    <a:pt x="3720891" y="2428548"/>
                  </a:lnTo>
                  <a:lnTo>
                    <a:pt x="3668414" y="2416636"/>
                  </a:lnTo>
                  <a:lnTo>
                    <a:pt x="3616502" y="2403682"/>
                  </a:lnTo>
                  <a:lnTo>
                    <a:pt x="3564805" y="2389762"/>
                  </a:lnTo>
                  <a:lnTo>
                    <a:pt x="3513112" y="2374998"/>
                  </a:lnTo>
                  <a:lnTo>
                    <a:pt x="3461322" y="2359559"/>
                  </a:lnTo>
                  <a:lnTo>
                    <a:pt x="3409423" y="2343656"/>
                  </a:lnTo>
                  <a:lnTo>
                    <a:pt x="3357459" y="2327528"/>
                  </a:lnTo>
                  <a:lnTo>
                    <a:pt x="3305504" y="2311428"/>
                  </a:lnTo>
                  <a:lnTo>
                    <a:pt x="3253626" y="2295608"/>
                  </a:lnTo>
                  <a:lnTo>
                    <a:pt x="3201862" y="2280301"/>
                  </a:lnTo>
                  <a:lnTo>
                    <a:pt x="3150180" y="2265709"/>
                  </a:lnTo>
                  <a:lnTo>
                    <a:pt x="3098458" y="2251992"/>
                  </a:lnTo>
                  <a:lnTo>
                    <a:pt x="3046457" y="2239263"/>
                  </a:lnTo>
                  <a:lnTo>
                    <a:pt x="2993793" y="2227585"/>
                  </a:lnTo>
                  <a:lnTo>
                    <a:pt x="2939909" y="2216978"/>
                  </a:lnTo>
                  <a:lnTo>
                    <a:pt x="2896531" y="2209433"/>
                  </a:lnTo>
                  <a:lnTo>
                    <a:pt x="2849003" y="2202161"/>
                  </a:lnTo>
                  <a:lnTo>
                    <a:pt x="2798959" y="2195581"/>
                  </a:lnTo>
                  <a:lnTo>
                    <a:pt x="2745637" y="2189662"/>
                  </a:lnTo>
                  <a:lnTo>
                    <a:pt x="2688201" y="2184349"/>
                  </a:lnTo>
                  <a:lnTo>
                    <a:pt x="2625801" y="2179579"/>
                  </a:lnTo>
                  <a:lnTo>
                    <a:pt x="2557626" y="2175287"/>
                  </a:lnTo>
                  <a:lnTo>
                    <a:pt x="2482982" y="2171419"/>
                  </a:lnTo>
                  <a:lnTo>
                    <a:pt x="2401400" y="2167924"/>
                  </a:lnTo>
                  <a:lnTo>
                    <a:pt x="2312775" y="2164768"/>
                  </a:lnTo>
                  <a:lnTo>
                    <a:pt x="2217544" y="2161924"/>
                  </a:lnTo>
                  <a:lnTo>
                    <a:pt x="2116878" y="2159380"/>
                  </a:lnTo>
                  <a:lnTo>
                    <a:pt x="2012848" y="2157130"/>
                  </a:lnTo>
                  <a:lnTo>
                    <a:pt x="1908494" y="2155180"/>
                  </a:lnTo>
                  <a:lnTo>
                    <a:pt x="1807718" y="2153536"/>
                  </a:lnTo>
                  <a:lnTo>
                    <a:pt x="1714921" y="2152202"/>
                  </a:lnTo>
                  <a:lnTo>
                    <a:pt x="1634389" y="2151174"/>
                  </a:lnTo>
                  <a:lnTo>
                    <a:pt x="1569523" y="2150433"/>
                  </a:lnTo>
                  <a:lnTo>
                    <a:pt x="1522125" y="2149947"/>
                  </a:lnTo>
                  <a:lnTo>
                    <a:pt x="1491943" y="2149667"/>
                  </a:lnTo>
                  <a:lnTo>
                    <a:pt x="1476581" y="2149538"/>
                  </a:lnTo>
                  <a:lnTo>
                    <a:pt x="1471707" y="2149500"/>
                  </a:lnTo>
                  <a:lnTo>
                    <a:pt x="1471387" y="2149498"/>
                  </a:lnTo>
                  <a:lnTo>
                    <a:pt x="0" y="2149498"/>
                  </a:lnTo>
                  <a:close/>
                </a:path>
              </a:pathLst>
            </a:custGeom>
            <a:solidFill>
              <a:srgbClr val="F28E5B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041" name="pl1041"/>
            <p:cNvSpPr/>
            <p:nvPr/>
          </p:nvSpPr>
          <p:spPr>
            <a:xfrm>
              <a:off x="4799595" y="5535534"/>
              <a:ext cx="11981298" cy="2509110"/>
            </a:xfrm>
            <a:custGeom>
              <a:avLst/>
              <a:pathLst>
                <a:path w="11981298" h="2509110">
                  <a:moveTo>
                    <a:pt x="0" y="2149498"/>
                  </a:moveTo>
                  <a:lnTo>
                    <a:pt x="1471387" y="2149498"/>
                  </a:lnTo>
                  <a:lnTo>
                    <a:pt x="1472623" y="2149507"/>
                  </a:lnTo>
                  <a:lnTo>
                    <a:pt x="1480735" y="2149571"/>
                  </a:lnTo>
                  <a:lnTo>
                    <a:pt x="1501131" y="2149749"/>
                  </a:lnTo>
                  <a:lnTo>
                    <a:pt x="1537467" y="2150098"/>
                  </a:lnTo>
                  <a:lnTo>
                    <a:pt x="1591363" y="2150673"/>
                  </a:lnTo>
                  <a:lnTo>
                    <a:pt x="1662288" y="2151516"/>
                  </a:lnTo>
                  <a:lnTo>
                    <a:pt x="1747782" y="2152655"/>
                  </a:lnTo>
                  <a:lnTo>
                    <a:pt x="1844028" y="2154103"/>
                  </a:lnTo>
                  <a:lnTo>
                    <a:pt x="1946614" y="2155861"/>
                  </a:lnTo>
                  <a:lnTo>
                    <a:pt x="2051262" y="2157922"/>
                  </a:lnTo>
                  <a:lnTo>
                    <a:pt x="2154359" y="2160280"/>
                  </a:lnTo>
                  <a:lnTo>
                    <a:pt x="2253219" y="2162933"/>
                  </a:lnTo>
                  <a:lnTo>
                    <a:pt x="2346118" y="2165890"/>
                  </a:lnTo>
                  <a:lnTo>
                    <a:pt x="2432175" y="2169166"/>
                  </a:lnTo>
                  <a:lnTo>
                    <a:pt x="2511175" y="2172793"/>
                  </a:lnTo>
                  <a:lnTo>
                    <a:pt x="2583375" y="2176811"/>
                  </a:lnTo>
                  <a:lnTo>
                    <a:pt x="2649341" y="2181271"/>
                  </a:lnTo>
                  <a:lnTo>
                    <a:pt x="2709820" y="2186233"/>
                  </a:lnTo>
                  <a:lnTo>
                    <a:pt x="2765647" y="2191761"/>
                  </a:lnTo>
                  <a:lnTo>
                    <a:pt x="2817672" y="2197917"/>
                  </a:lnTo>
                  <a:lnTo>
                    <a:pt x="2866709" y="2204750"/>
                  </a:lnTo>
                  <a:lnTo>
                    <a:pt x="2896531" y="2209433"/>
                  </a:lnTo>
                  <a:lnTo>
                    <a:pt x="2951893" y="2219218"/>
                  </a:lnTo>
                  <a:lnTo>
                    <a:pt x="3005451" y="2230060"/>
                  </a:lnTo>
                  <a:lnTo>
                    <a:pt x="3057928" y="2241972"/>
                  </a:lnTo>
                  <a:lnTo>
                    <a:pt x="3109840" y="2254926"/>
                  </a:lnTo>
                  <a:lnTo>
                    <a:pt x="3161537" y="2268846"/>
                  </a:lnTo>
                  <a:lnTo>
                    <a:pt x="3213230" y="2283610"/>
                  </a:lnTo>
                  <a:lnTo>
                    <a:pt x="3265020" y="2299049"/>
                  </a:lnTo>
                  <a:lnTo>
                    <a:pt x="3316919" y="2314952"/>
                  </a:lnTo>
                  <a:lnTo>
                    <a:pt x="3368883" y="2331080"/>
                  </a:lnTo>
                  <a:lnTo>
                    <a:pt x="3420839" y="2347180"/>
                  </a:lnTo>
                  <a:lnTo>
                    <a:pt x="3472716" y="2363000"/>
                  </a:lnTo>
                  <a:lnTo>
                    <a:pt x="3524481" y="2378307"/>
                  </a:lnTo>
                  <a:lnTo>
                    <a:pt x="3576162" y="2392899"/>
                  </a:lnTo>
                  <a:lnTo>
                    <a:pt x="3627884" y="2406616"/>
                  </a:lnTo>
                  <a:lnTo>
                    <a:pt x="3679885" y="2419345"/>
                  </a:lnTo>
                  <a:lnTo>
                    <a:pt x="3732549" y="2431023"/>
                  </a:lnTo>
                  <a:lnTo>
                    <a:pt x="3786433" y="2441630"/>
                  </a:lnTo>
                  <a:lnTo>
                    <a:pt x="3829811" y="2449175"/>
                  </a:lnTo>
                  <a:lnTo>
                    <a:pt x="3877339" y="2456447"/>
                  </a:lnTo>
                  <a:lnTo>
                    <a:pt x="3927383" y="2463027"/>
                  </a:lnTo>
                  <a:lnTo>
                    <a:pt x="3980705" y="2468946"/>
                  </a:lnTo>
                  <a:lnTo>
                    <a:pt x="4038141" y="2474259"/>
                  </a:lnTo>
                  <a:lnTo>
                    <a:pt x="4100541" y="2479029"/>
                  </a:lnTo>
                  <a:lnTo>
                    <a:pt x="4168716" y="2483321"/>
                  </a:lnTo>
                  <a:lnTo>
                    <a:pt x="4243360" y="2487189"/>
                  </a:lnTo>
                  <a:lnTo>
                    <a:pt x="4324942" y="2490684"/>
                  </a:lnTo>
                  <a:lnTo>
                    <a:pt x="4413567" y="2493840"/>
                  </a:lnTo>
                  <a:lnTo>
                    <a:pt x="4508798" y="2496684"/>
                  </a:lnTo>
                  <a:lnTo>
                    <a:pt x="4609464" y="2499228"/>
                  </a:lnTo>
                  <a:lnTo>
                    <a:pt x="4713494" y="2501478"/>
                  </a:lnTo>
                  <a:lnTo>
                    <a:pt x="4817849" y="2503428"/>
                  </a:lnTo>
                  <a:lnTo>
                    <a:pt x="4918625" y="2505072"/>
                  </a:lnTo>
                  <a:lnTo>
                    <a:pt x="5011421" y="2506406"/>
                  </a:lnTo>
                  <a:lnTo>
                    <a:pt x="5091953" y="2507434"/>
                  </a:lnTo>
                  <a:lnTo>
                    <a:pt x="5156819" y="2508175"/>
                  </a:lnTo>
                  <a:lnTo>
                    <a:pt x="5204217" y="2508661"/>
                  </a:lnTo>
                  <a:lnTo>
                    <a:pt x="5234399" y="2508941"/>
                  </a:lnTo>
                  <a:lnTo>
                    <a:pt x="5249761" y="2509070"/>
                  </a:lnTo>
                  <a:lnTo>
                    <a:pt x="5254635" y="2509108"/>
                  </a:lnTo>
                  <a:lnTo>
                    <a:pt x="5254955" y="2509110"/>
                  </a:lnTo>
                  <a:lnTo>
                    <a:pt x="6726343" y="2509110"/>
                  </a:lnTo>
                  <a:lnTo>
                    <a:pt x="6727507" y="2509051"/>
                  </a:lnTo>
                  <a:lnTo>
                    <a:pt x="6735161" y="2508629"/>
                  </a:lnTo>
                  <a:lnTo>
                    <a:pt x="6754440" y="2507464"/>
                  </a:lnTo>
                  <a:lnTo>
                    <a:pt x="6788876" y="2505169"/>
                  </a:lnTo>
                  <a:lnTo>
                    <a:pt x="6840136" y="2501391"/>
                  </a:lnTo>
                  <a:lnTo>
                    <a:pt x="6907898" y="2495840"/>
                  </a:lnTo>
                  <a:lnTo>
                    <a:pt x="6990021" y="2488322"/>
                  </a:lnTo>
                  <a:lnTo>
                    <a:pt x="7083038" y="2478740"/>
                  </a:lnTo>
                  <a:lnTo>
                    <a:pt x="7182830" y="2467081"/>
                  </a:lnTo>
                  <a:lnTo>
                    <a:pt x="7285304" y="2453379"/>
                  </a:lnTo>
                  <a:lnTo>
                    <a:pt x="7386913" y="2437680"/>
                  </a:lnTo>
                  <a:lnTo>
                    <a:pt x="7484937" y="2420003"/>
                  </a:lnTo>
                  <a:lnTo>
                    <a:pt x="7577550" y="2400315"/>
                  </a:lnTo>
                  <a:lnTo>
                    <a:pt x="7663742" y="2378518"/>
                  </a:lnTo>
                  <a:lnTo>
                    <a:pt x="7743159" y="2354439"/>
                  </a:lnTo>
                  <a:lnTo>
                    <a:pt x="7815932" y="2327830"/>
                  </a:lnTo>
                  <a:lnTo>
                    <a:pt x="7882519" y="2298374"/>
                  </a:lnTo>
                  <a:lnTo>
                    <a:pt x="7943579" y="2265696"/>
                  </a:lnTo>
                  <a:lnTo>
                    <a:pt x="7999877" y="2229381"/>
                  </a:lnTo>
                  <a:lnTo>
                    <a:pt x="8052215" y="2189011"/>
                  </a:lnTo>
                  <a:lnTo>
                    <a:pt x="8101379" y="2144219"/>
                  </a:lnTo>
                  <a:lnTo>
                    <a:pt x="8148090" y="2094790"/>
                  </a:lnTo>
                  <a:lnTo>
                    <a:pt x="8151487" y="2090925"/>
                  </a:lnTo>
                  <a:lnTo>
                    <a:pt x="8190977" y="2043252"/>
                  </a:lnTo>
                  <a:lnTo>
                    <a:pt x="8229436" y="1991902"/>
                  </a:lnTo>
                  <a:lnTo>
                    <a:pt x="8267160" y="1936801"/>
                  </a:lnTo>
                  <a:lnTo>
                    <a:pt x="8304382" y="1877942"/>
                  </a:lnTo>
                  <a:lnTo>
                    <a:pt x="8341287" y="1815394"/>
                  </a:lnTo>
                  <a:lnTo>
                    <a:pt x="8378017" y="1749305"/>
                  </a:lnTo>
                  <a:lnTo>
                    <a:pt x="8414675" y="1679909"/>
                  </a:lnTo>
                  <a:lnTo>
                    <a:pt x="8451330" y="1607527"/>
                  </a:lnTo>
                  <a:lnTo>
                    <a:pt x="8488025" y="1532561"/>
                  </a:lnTo>
                  <a:lnTo>
                    <a:pt x="8524776" y="1455491"/>
                  </a:lnTo>
                  <a:lnTo>
                    <a:pt x="8561584" y="1376862"/>
                  </a:lnTo>
                  <a:lnTo>
                    <a:pt x="8598430" y="1297266"/>
                  </a:lnTo>
                  <a:lnTo>
                    <a:pt x="8635291" y="1217330"/>
                  </a:lnTo>
                  <a:lnTo>
                    <a:pt x="8672140" y="1137691"/>
                  </a:lnTo>
                  <a:lnTo>
                    <a:pt x="8708950" y="1058976"/>
                  </a:lnTo>
                  <a:lnTo>
                    <a:pt x="8745706" y="981780"/>
                  </a:lnTo>
                  <a:lnTo>
                    <a:pt x="8782405" y="906654"/>
                  </a:lnTo>
                  <a:lnTo>
                    <a:pt x="8819062" y="834080"/>
                  </a:lnTo>
                  <a:lnTo>
                    <a:pt x="8855717" y="764468"/>
                  </a:lnTo>
                  <a:lnTo>
                    <a:pt x="8892439" y="698144"/>
                  </a:lnTo>
                  <a:lnTo>
                    <a:pt x="8929328" y="635347"/>
                  </a:lnTo>
                  <a:lnTo>
                    <a:pt x="8966523" y="576232"/>
                  </a:lnTo>
                  <a:lnTo>
                    <a:pt x="9004205" y="520872"/>
                  </a:lnTo>
                  <a:lnTo>
                    <a:pt x="9042605" y="469266"/>
                  </a:lnTo>
                  <a:lnTo>
                    <a:pt x="9082014" y="421344"/>
                  </a:lnTo>
                  <a:lnTo>
                    <a:pt x="9084767" y="418185"/>
                  </a:lnTo>
                  <a:lnTo>
                    <a:pt x="9131321" y="368409"/>
                  </a:lnTo>
                  <a:lnTo>
                    <a:pt x="9180278" y="323277"/>
                  </a:lnTo>
                  <a:lnTo>
                    <a:pt x="9232353" y="282588"/>
                  </a:lnTo>
                  <a:lnTo>
                    <a:pt x="9288329" y="245986"/>
                  </a:lnTo>
                  <a:lnTo>
                    <a:pt x="9349008" y="213052"/>
                  </a:lnTo>
                  <a:lnTo>
                    <a:pt x="9415159" y="183370"/>
                  </a:lnTo>
                  <a:lnTo>
                    <a:pt x="9487453" y="156561"/>
                  </a:lnTo>
                  <a:lnTo>
                    <a:pt x="9566366" y="132302"/>
                  </a:lnTo>
                  <a:lnTo>
                    <a:pt x="9652058" y="110342"/>
                  </a:lnTo>
                  <a:lnTo>
                    <a:pt x="9744219" y="90502"/>
                  </a:lnTo>
                  <a:lnTo>
                    <a:pt x="9841892" y="72677"/>
                  </a:lnTo>
                  <a:lnTo>
                    <a:pt x="9943317" y="56830"/>
                  </a:lnTo>
                  <a:lnTo>
                    <a:pt x="10045840" y="42979"/>
                  </a:lnTo>
                  <a:lnTo>
                    <a:pt x="10145968" y="31166"/>
                  </a:lnTo>
                  <a:lnTo>
                    <a:pt x="10239634" y="21429"/>
                  </a:lnTo>
                  <a:lnTo>
                    <a:pt x="10322701" y="13759"/>
                  </a:lnTo>
                  <a:lnTo>
                    <a:pt x="10391625" y="8068"/>
                  </a:lnTo>
                  <a:lnTo>
                    <a:pt x="10444149" y="4166"/>
                  </a:lnTo>
                  <a:lnTo>
                    <a:pt x="10479804" y="1773"/>
                  </a:lnTo>
                  <a:lnTo>
                    <a:pt x="10500112" y="537"/>
                  </a:lnTo>
                  <a:lnTo>
                    <a:pt x="10508472" y="73"/>
                  </a:lnTo>
                  <a:lnTo>
                    <a:pt x="10509910" y="0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42" name="pl1042"/>
            <p:cNvSpPr/>
            <p:nvPr/>
          </p:nvSpPr>
          <p:spPr>
            <a:xfrm>
              <a:off x="4799595" y="5527361"/>
              <a:ext cx="11981298" cy="2509110"/>
            </a:xfrm>
            <a:custGeom>
              <a:avLst/>
              <a:pathLst>
                <a:path w="11981298" h="2509110">
                  <a:moveTo>
                    <a:pt x="11981298" y="0"/>
                  </a:moveTo>
                  <a:lnTo>
                    <a:pt x="10509911" y="0"/>
                  </a:lnTo>
                  <a:lnTo>
                    <a:pt x="10508746" y="59"/>
                  </a:lnTo>
                  <a:lnTo>
                    <a:pt x="10501092" y="480"/>
                  </a:lnTo>
                  <a:lnTo>
                    <a:pt x="10481813" y="1646"/>
                  </a:lnTo>
                  <a:lnTo>
                    <a:pt x="10447377" y="3940"/>
                  </a:lnTo>
                  <a:lnTo>
                    <a:pt x="10396117" y="7719"/>
                  </a:lnTo>
                  <a:lnTo>
                    <a:pt x="10328356" y="13269"/>
                  </a:lnTo>
                  <a:lnTo>
                    <a:pt x="10246232" y="20788"/>
                  </a:lnTo>
                  <a:lnTo>
                    <a:pt x="10153215" y="30369"/>
                  </a:lnTo>
                  <a:lnTo>
                    <a:pt x="10053423" y="42029"/>
                  </a:lnTo>
                  <a:lnTo>
                    <a:pt x="9950949" y="55730"/>
                  </a:lnTo>
                  <a:lnTo>
                    <a:pt x="9849340" y="71429"/>
                  </a:lnTo>
                  <a:lnTo>
                    <a:pt x="9751316" y="89107"/>
                  </a:lnTo>
                  <a:lnTo>
                    <a:pt x="9658703" y="108794"/>
                  </a:lnTo>
                  <a:lnTo>
                    <a:pt x="9572511" y="130591"/>
                  </a:lnTo>
                  <a:lnTo>
                    <a:pt x="9493095" y="154671"/>
                  </a:lnTo>
                  <a:lnTo>
                    <a:pt x="9420322" y="181280"/>
                  </a:lnTo>
                  <a:lnTo>
                    <a:pt x="9353734" y="210736"/>
                  </a:lnTo>
                  <a:lnTo>
                    <a:pt x="9292674" y="243413"/>
                  </a:lnTo>
                  <a:lnTo>
                    <a:pt x="9236376" y="279728"/>
                  </a:lnTo>
                  <a:lnTo>
                    <a:pt x="9184038" y="320098"/>
                  </a:lnTo>
                  <a:lnTo>
                    <a:pt x="9134874" y="364890"/>
                  </a:lnTo>
                  <a:lnTo>
                    <a:pt x="9088163" y="414319"/>
                  </a:lnTo>
                  <a:lnTo>
                    <a:pt x="9084767" y="418185"/>
                  </a:lnTo>
                  <a:lnTo>
                    <a:pt x="9045276" y="465858"/>
                  </a:lnTo>
                  <a:lnTo>
                    <a:pt x="9006817" y="517208"/>
                  </a:lnTo>
                  <a:lnTo>
                    <a:pt x="8969094" y="572309"/>
                  </a:lnTo>
                  <a:lnTo>
                    <a:pt x="8931871" y="631167"/>
                  </a:lnTo>
                  <a:lnTo>
                    <a:pt x="8894966" y="693715"/>
                  </a:lnTo>
                  <a:lnTo>
                    <a:pt x="8858236" y="759804"/>
                  </a:lnTo>
                  <a:lnTo>
                    <a:pt x="8821579" y="829200"/>
                  </a:lnTo>
                  <a:lnTo>
                    <a:pt x="8784923" y="901582"/>
                  </a:lnTo>
                  <a:lnTo>
                    <a:pt x="8748229" y="976548"/>
                  </a:lnTo>
                  <a:lnTo>
                    <a:pt x="8711477" y="1053618"/>
                  </a:lnTo>
                  <a:lnTo>
                    <a:pt x="8674670" y="1132248"/>
                  </a:lnTo>
                  <a:lnTo>
                    <a:pt x="8637823" y="1211843"/>
                  </a:lnTo>
                  <a:lnTo>
                    <a:pt x="8600962" y="1291779"/>
                  </a:lnTo>
                  <a:lnTo>
                    <a:pt x="8564113" y="1371418"/>
                  </a:lnTo>
                  <a:lnTo>
                    <a:pt x="8527303" y="1450134"/>
                  </a:lnTo>
                  <a:lnTo>
                    <a:pt x="8490547" y="1527329"/>
                  </a:lnTo>
                  <a:lnTo>
                    <a:pt x="8453849" y="1602456"/>
                  </a:lnTo>
                  <a:lnTo>
                    <a:pt x="8417192" y="1675029"/>
                  </a:lnTo>
                  <a:lnTo>
                    <a:pt x="8380536" y="1744641"/>
                  </a:lnTo>
                  <a:lnTo>
                    <a:pt x="8343814" y="1810966"/>
                  </a:lnTo>
                  <a:lnTo>
                    <a:pt x="8306925" y="1873763"/>
                  </a:lnTo>
                  <a:lnTo>
                    <a:pt x="8269730" y="1932878"/>
                  </a:lnTo>
                  <a:lnTo>
                    <a:pt x="8232048" y="1988237"/>
                  </a:lnTo>
                  <a:lnTo>
                    <a:pt x="8193648" y="2039843"/>
                  </a:lnTo>
                  <a:lnTo>
                    <a:pt x="8154239" y="2087766"/>
                  </a:lnTo>
                  <a:lnTo>
                    <a:pt x="8151487" y="2090925"/>
                  </a:lnTo>
                  <a:lnTo>
                    <a:pt x="8104932" y="2140701"/>
                  </a:lnTo>
                  <a:lnTo>
                    <a:pt x="8055975" y="2185833"/>
                  </a:lnTo>
                  <a:lnTo>
                    <a:pt x="8003900" y="2226521"/>
                  </a:lnTo>
                  <a:lnTo>
                    <a:pt x="7947924" y="2263123"/>
                  </a:lnTo>
                  <a:lnTo>
                    <a:pt x="7887246" y="2296057"/>
                  </a:lnTo>
                  <a:lnTo>
                    <a:pt x="7821094" y="2325739"/>
                  </a:lnTo>
                  <a:lnTo>
                    <a:pt x="7748801" y="2352549"/>
                  </a:lnTo>
                  <a:lnTo>
                    <a:pt x="7669888" y="2376807"/>
                  </a:lnTo>
                  <a:lnTo>
                    <a:pt x="7584195" y="2398767"/>
                  </a:lnTo>
                  <a:lnTo>
                    <a:pt x="7492035" y="2418607"/>
                  </a:lnTo>
                  <a:lnTo>
                    <a:pt x="7394361" y="2436433"/>
                  </a:lnTo>
                  <a:lnTo>
                    <a:pt x="7292936" y="2452279"/>
                  </a:lnTo>
                  <a:lnTo>
                    <a:pt x="7190413" y="2466131"/>
                  </a:lnTo>
                  <a:lnTo>
                    <a:pt x="7090286" y="2477944"/>
                  </a:lnTo>
                  <a:lnTo>
                    <a:pt x="6996619" y="2487680"/>
                  </a:lnTo>
                  <a:lnTo>
                    <a:pt x="6913553" y="2495350"/>
                  </a:lnTo>
                  <a:lnTo>
                    <a:pt x="6844628" y="2501042"/>
                  </a:lnTo>
                  <a:lnTo>
                    <a:pt x="6792104" y="2504943"/>
                  </a:lnTo>
                  <a:lnTo>
                    <a:pt x="6756449" y="2507336"/>
                  </a:lnTo>
                  <a:lnTo>
                    <a:pt x="6736142" y="2508573"/>
                  </a:lnTo>
                  <a:lnTo>
                    <a:pt x="6727781" y="2509037"/>
                  </a:lnTo>
                  <a:lnTo>
                    <a:pt x="6726343" y="2509110"/>
                  </a:lnTo>
                  <a:lnTo>
                    <a:pt x="6726343" y="2509110"/>
                  </a:lnTo>
                  <a:lnTo>
                    <a:pt x="5254955" y="2509110"/>
                  </a:lnTo>
                  <a:lnTo>
                    <a:pt x="5253719" y="2509101"/>
                  </a:lnTo>
                  <a:lnTo>
                    <a:pt x="5245607" y="2509037"/>
                  </a:lnTo>
                  <a:lnTo>
                    <a:pt x="5225211" y="2508859"/>
                  </a:lnTo>
                  <a:lnTo>
                    <a:pt x="5188876" y="2508510"/>
                  </a:lnTo>
                  <a:lnTo>
                    <a:pt x="5134979" y="2507935"/>
                  </a:lnTo>
                  <a:lnTo>
                    <a:pt x="5064054" y="2507092"/>
                  </a:lnTo>
                  <a:lnTo>
                    <a:pt x="4978560" y="2505953"/>
                  </a:lnTo>
                  <a:lnTo>
                    <a:pt x="4882314" y="2504505"/>
                  </a:lnTo>
                  <a:lnTo>
                    <a:pt x="4779728" y="2502747"/>
                  </a:lnTo>
                  <a:lnTo>
                    <a:pt x="4675080" y="2500686"/>
                  </a:lnTo>
                  <a:lnTo>
                    <a:pt x="4571983" y="2498328"/>
                  </a:lnTo>
                  <a:lnTo>
                    <a:pt x="4473123" y="2495675"/>
                  </a:lnTo>
                  <a:lnTo>
                    <a:pt x="4380224" y="2492719"/>
                  </a:lnTo>
                  <a:lnTo>
                    <a:pt x="4294167" y="2489442"/>
                  </a:lnTo>
                  <a:lnTo>
                    <a:pt x="4215167" y="2485815"/>
                  </a:lnTo>
                  <a:lnTo>
                    <a:pt x="4142967" y="2481797"/>
                  </a:lnTo>
                  <a:lnTo>
                    <a:pt x="4077001" y="2477337"/>
                  </a:lnTo>
                  <a:lnTo>
                    <a:pt x="4016522" y="2472375"/>
                  </a:lnTo>
                  <a:lnTo>
                    <a:pt x="3960695" y="2466847"/>
                  </a:lnTo>
                  <a:lnTo>
                    <a:pt x="3908671" y="2460691"/>
                  </a:lnTo>
                  <a:lnTo>
                    <a:pt x="3859634" y="2453858"/>
                  </a:lnTo>
                  <a:lnTo>
                    <a:pt x="3829811" y="2449175"/>
                  </a:lnTo>
                  <a:lnTo>
                    <a:pt x="3774449" y="2439390"/>
                  </a:lnTo>
                  <a:lnTo>
                    <a:pt x="3720891" y="2428548"/>
                  </a:lnTo>
                  <a:lnTo>
                    <a:pt x="3668414" y="2416636"/>
                  </a:lnTo>
                  <a:lnTo>
                    <a:pt x="3616502" y="2403682"/>
                  </a:lnTo>
                  <a:lnTo>
                    <a:pt x="3564805" y="2389762"/>
                  </a:lnTo>
                  <a:lnTo>
                    <a:pt x="3513112" y="2374998"/>
                  </a:lnTo>
                  <a:lnTo>
                    <a:pt x="3461322" y="2359559"/>
                  </a:lnTo>
                  <a:lnTo>
                    <a:pt x="3409423" y="2343656"/>
                  </a:lnTo>
                  <a:lnTo>
                    <a:pt x="3357459" y="2327528"/>
                  </a:lnTo>
                  <a:lnTo>
                    <a:pt x="3305504" y="2311428"/>
                  </a:lnTo>
                  <a:lnTo>
                    <a:pt x="3253626" y="2295608"/>
                  </a:lnTo>
                  <a:lnTo>
                    <a:pt x="3201862" y="2280301"/>
                  </a:lnTo>
                  <a:lnTo>
                    <a:pt x="3150180" y="2265709"/>
                  </a:lnTo>
                  <a:lnTo>
                    <a:pt x="3098458" y="2251992"/>
                  </a:lnTo>
                  <a:lnTo>
                    <a:pt x="3046457" y="2239263"/>
                  </a:lnTo>
                  <a:lnTo>
                    <a:pt x="2993793" y="2227585"/>
                  </a:lnTo>
                  <a:lnTo>
                    <a:pt x="2939909" y="2216978"/>
                  </a:lnTo>
                  <a:lnTo>
                    <a:pt x="2896531" y="2209433"/>
                  </a:lnTo>
                  <a:lnTo>
                    <a:pt x="2849003" y="2202161"/>
                  </a:lnTo>
                  <a:lnTo>
                    <a:pt x="2798959" y="2195581"/>
                  </a:lnTo>
                  <a:lnTo>
                    <a:pt x="2745637" y="2189662"/>
                  </a:lnTo>
                  <a:lnTo>
                    <a:pt x="2688201" y="2184349"/>
                  </a:lnTo>
                  <a:lnTo>
                    <a:pt x="2625801" y="2179579"/>
                  </a:lnTo>
                  <a:lnTo>
                    <a:pt x="2557626" y="2175287"/>
                  </a:lnTo>
                  <a:lnTo>
                    <a:pt x="2482982" y="2171419"/>
                  </a:lnTo>
                  <a:lnTo>
                    <a:pt x="2401400" y="2167924"/>
                  </a:lnTo>
                  <a:lnTo>
                    <a:pt x="2312775" y="2164768"/>
                  </a:lnTo>
                  <a:lnTo>
                    <a:pt x="2217544" y="2161924"/>
                  </a:lnTo>
                  <a:lnTo>
                    <a:pt x="2116878" y="2159380"/>
                  </a:lnTo>
                  <a:lnTo>
                    <a:pt x="2012848" y="2157130"/>
                  </a:lnTo>
                  <a:lnTo>
                    <a:pt x="1908494" y="2155180"/>
                  </a:lnTo>
                  <a:lnTo>
                    <a:pt x="1807718" y="2153536"/>
                  </a:lnTo>
                  <a:lnTo>
                    <a:pt x="1714921" y="2152202"/>
                  </a:lnTo>
                  <a:lnTo>
                    <a:pt x="1634389" y="2151174"/>
                  </a:lnTo>
                  <a:lnTo>
                    <a:pt x="1569523" y="2150433"/>
                  </a:lnTo>
                  <a:lnTo>
                    <a:pt x="1522125" y="2149947"/>
                  </a:lnTo>
                  <a:lnTo>
                    <a:pt x="1491943" y="2149667"/>
                  </a:lnTo>
                  <a:lnTo>
                    <a:pt x="1476581" y="2149538"/>
                  </a:lnTo>
                  <a:lnTo>
                    <a:pt x="1471707" y="2149500"/>
                  </a:lnTo>
                  <a:lnTo>
                    <a:pt x="1471387" y="2149498"/>
                  </a:lnTo>
                  <a:lnTo>
                    <a:pt x="0" y="214949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43" name="pg1043"/>
            <p:cNvSpPr/>
            <p:nvPr/>
          </p:nvSpPr>
          <p:spPr>
            <a:xfrm>
              <a:off x="4799595" y="6638888"/>
              <a:ext cx="11981298" cy="1471139"/>
            </a:xfrm>
            <a:custGeom>
              <a:avLst/>
              <a:pathLst>
                <a:path w="11981298" h="1471139">
                  <a:moveTo>
                    <a:pt x="0" y="1062489"/>
                  </a:moveTo>
                  <a:lnTo>
                    <a:pt x="1471387" y="1062489"/>
                  </a:lnTo>
                  <a:lnTo>
                    <a:pt x="1472623" y="1062500"/>
                  </a:lnTo>
                  <a:lnTo>
                    <a:pt x="1480732" y="1062573"/>
                  </a:lnTo>
                  <a:lnTo>
                    <a:pt x="1501120" y="1062774"/>
                  </a:lnTo>
                  <a:lnTo>
                    <a:pt x="1537443" y="1063171"/>
                  </a:lnTo>
                  <a:lnTo>
                    <a:pt x="1591323" y="1063824"/>
                  </a:lnTo>
                  <a:lnTo>
                    <a:pt x="1662228" y="1064782"/>
                  </a:lnTo>
                  <a:lnTo>
                    <a:pt x="1747700" y="1066076"/>
                  </a:lnTo>
                  <a:lnTo>
                    <a:pt x="1843925" y="1067721"/>
                  </a:lnTo>
                  <a:lnTo>
                    <a:pt x="1946493" y="1069717"/>
                  </a:lnTo>
                  <a:lnTo>
                    <a:pt x="2051128" y="1072058"/>
                  </a:lnTo>
                  <a:lnTo>
                    <a:pt x="2154216" y="1074737"/>
                  </a:lnTo>
                  <a:lnTo>
                    <a:pt x="2253071" y="1077752"/>
                  </a:lnTo>
                  <a:lnTo>
                    <a:pt x="2345968" y="1081110"/>
                  </a:lnTo>
                  <a:lnTo>
                    <a:pt x="2432027" y="1084833"/>
                  </a:lnTo>
                  <a:lnTo>
                    <a:pt x="2511030" y="1088953"/>
                  </a:lnTo>
                  <a:lnTo>
                    <a:pt x="2583233" y="1093517"/>
                  </a:lnTo>
                  <a:lnTo>
                    <a:pt x="2649203" y="1098584"/>
                  </a:lnTo>
                  <a:lnTo>
                    <a:pt x="2709686" y="1104220"/>
                  </a:lnTo>
                  <a:lnTo>
                    <a:pt x="2765515" y="1110500"/>
                  </a:lnTo>
                  <a:lnTo>
                    <a:pt x="2817542" y="1117492"/>
                  </a:lnTo>
                  <a:lnTo>
                    <a:pt x="2866580" y="1125253"/>
                  </a:lnTo>
                  <a:lnTo>
                    <a:pt x="2896531" y="1130598"/>
                  </a:lnTo>
                  <a:lnTo>
                    <a:pt x="2951651" y="1141665"/>
                  </a:lnTo>
                  <a:lnTo>
                    <a:pt x="3004979" y="1153922"/>
                  </a:lnTo>
                  <a:lnTo>
                    <a:pt x="3057231" y="1167384"/>
                  </a:lnTo>
                  <a:lnTo>
                    <a:pt x="3108917" y="1182021"/>
                  </a:lnTo>
                  <a:lnTo>
                    <a:pt x="3160385" y="1197748"/>
                  </a:lnTo>
                  <a:lnTo>
                    <a:pt x="3211846" y="1214430"/>
                  </a:lnTo>
                  <a:lnTo>
                    <a:pt x="3263402" y="1231877"/>
                  </a:lnTo>
                  <a:lnTo>
                    <a:pt x="3315066" y="1249854"/>
                  </a:lnTo>
                  <a:lnTo>
                    <a:pt x="3366798" y="1268095"/>
                  </a:lnTo>
                  <a:lnTo>
                    <a:pt x="3418524" y="1286317"/>
                  </a:lnTo>
                  <a:lnTo>
                    <a:pt x="3470174" y="1304235"/>
                  </a:lnTo>
                  <a:lnTo>
                    <a:pt x="3521714" y="1321588"/>
                  </a:lnTo>
                  <a:lnTo>
                    <a:pt x="3573168" y="1338146"/>
                  </a:lnTo>
                  <a:lnTo>
                    <a:pt x="3624651" y="1353728"/>
                  </a:lnTo>
                  <a:lnTo>
                    <a:pt x="3676392" y="1368203"/>
                  </a:lnTo>
                  <a:lnTo>
                    <a:pt x="3728759" y="1381497"/>
                  </a:lnTo>
                  <a:lnTo>
                    <a:pt x="3782291" y="1393586"/>
                  </a:lnTo>
                  <a:lnTo>
                    <a:pt x="3829811" y="1403031"/>
                  </a:lnTo>
                  <a:lnTo>
                    <a:pt x="3877332" y="1411294"/>
                  </a:lnTo>
                  <a:lnTo>
                    <a:pt x="3927369" y="1418771"/>
                  </a:lnTo>
                  <a:lnTo>
                    <a:pt x="3980684" y="1425496"/>
                  </a:lnTo>
                  <a:lnTo>
                    <a:pt x="4038110" y="1431533"/>
                  </a:lnTo>
                  <a:lnTo>
                    <a:pt x="4100499" y="1436953"/>
                  </a:lnTo>
                  <a:lnTo>
                    <a:pt x="4168661" y="1441829"/>
                  </a:lnTo>
                  <a:lnTo>
                    <a:pt x="4243290" y="1446226"/>
                  </a:lnTo>
                  <a:lnTo>
                    <a:pt x="4324855" y="1450196"/>
                  </a:lnTo>
                  <a:lnTo>
                    <a:pt x="4413461" y="1453783"/>
                  </a:lnTo>
                  <a:lnTo>
                    <a:pt x="4508672" y="1457014"/>
                  </a:lnTo>
                  <a:lnTo>
                    <a:pt x="4609318" y="1459906"/>
                  </a:lnTo>
                  <a:lnTo>
                    <a:pt x="4713333" y="1462463"/>
                  </a:lnTo>
                  <a:lnTo>
                    <a:pt x="4817676" y="1464679"/>
                  </a:lnTo>
                  <a:lnTo>
                    <a:pt x="4918449" y="1466548"/>
                  </a:lnTo>
                  <a:lnTo>
                    <a:pt x="5011253" y="1468064"/>
                  </a:lnTo>
                  <a:lnTo>
                    <a:pt x="5091803" y="1469233"/>
                  </a:lnTo>
                  <a:lnTo>
                    <a:pt x="5156696" y="1470075"/>
                  </a:lnTo>
                  <a:lnTo>
                    <a:pt x="5204128" y="1470628"/>
                  </a:lnTo>
                  <a:lnTo>
                    <a:pt x="5234345" y="1470947"/>
                  </a:lnTo>
                  <a:lnTo>
                    <a:pt x="5249737" y="1471094"/>
                  </a:lnTo>
                  <a:lnTo>
                    <a:pt x="5254631" y="1471137"/>
                  </a:lnTo>
                  <a:lnTo>
                    <a:pt x="5254955" y="1471139"/>
                  </a:lnTo>
                  <a:lnTo>
                    <a:pt x="6726343" y="1471139"/>
                  </a:lnTo>
                  <a:lnTo>
                    <a:pt x="6727555" y="1471103"/>
                  </a:lnTo>
                  <a:lnTo>
                    <a:pt x="6735512" y="1470849"/>
                  </a:lnTo>
                  <a:lnTo>
                    <a:pt x="6755531" y="1470145"/>
                  </a:lnTo>
                  <a:lnTo>
                    <a:pt x="6791227" y="1468759"/>
                  </a:lnTo>
                  <a:lnTo>
                    <a:pt x="6844238" y="1466479"/>
                  </a:lnTo>
                  <a:lnTo>
                    <a:pt x="6914104" y="1463133"/>
                  </a:lnTo>
                  <a:lnTo>
                    <a:pt x="6998474" y="1458609"/>
                  </a:lnTo>
                  <a:lnTo>
                    <a:pt x="7093649" y="1452853"/>
                  </a:lnTo>
                  <a:lnTo>
                    <a:pt x="7195313" y="1445861"/>
                  </a:lnTo>
                  <a:lnTo>
                    <a:pt x="7299251" y="1437655"/>
                  </a:lnTo>
                  <a:lnTo>
                    <a:pt x="7401868" y="1428263"/>
                  </a:lnTo>
                  <a:lnTo>
                    <a:pt x="7500465" y="1417691"/>
                  </a:lnTo>
                  <a:lnTo>
                    <a:pt x="7593282" y="1405915"/>
                  </a:lnTo>
                  <a:lnTo>
                    <a:pt x="7679395" y="1392868"/>
                  </a:lnTo>
                  <a:lnTo>
                    <a:pt x="7758541" y="1378436"/>
                  </a:lnTo>
                  <a:lnTo>
                    <a:pt x="7830935" y="1362461"/>
                  </a:lnTo>
                  <a:lnTo>
                    <a:pt x="7897108" y="1344745"/>
                  </a:lnTo>
                  <a:lnTo>
                    <a:pt x="7957778" y="1325054"/>
                  </a:lnTo>
                  <a:lnTo>
                    <a:pt x="8013756" y="1303135"/>
                  </a:lnTo>
                  <a:lnTo>
                    <a:pt x="8065877" y="1278738"/>
                  </a:lnTo>
                  <a:lnTo>
                    <a:pt x="8114948" y="1251661"/>
                  </a:lnTo>
                  <a:lnTo>
                    <a:pt x="8151487" y="1228674"/>
                  </a:lnTo>
                  <a:lnTo>
                    <a:pt x="8198468" y="1195456"/>
                  </a:lnTo>
                  <a:lnTo>
                    <a:pt x="8244067" y="1159190"/>
                  </a:lnTo>
                  <a:lnTo>
                    <a:pt x="8288753" y="1119822"/>
                  </a:lnTo>
                  <a:lnTo>
                    <a:pt x="8332885" y="1077381"/>
                  </a:lnTo>
                  <a:lnTo>
                    <a:pt x="8376723" y="1031986"/>
                  </a:lnTo>
                  <a:lnTo>
                    <a:pt x="8420453" y="983857"/>
                  </a:lnTo>
                  <a:lnTo>
                    <a:pt x="8464190" y="933315"/>
                  </a:lnTo>
                  <a:lnTo>
                    <a:pt x="8507994" y="880774"/>
                  </a:lnTo>
                  <a:lnTo>
                    <a:pt x="8551881" y="826738"/>
                  </a:lnTo>
                  <a:lnTo>
                    <a:pt x="8595830" y="771773"/>
                  </a:lnTo>
                  <a:lnTo>
                    <a:pt x="8639803" y="716491"/>
                  </a:lnTo>
                  <a:lnTo>
                    <a:pt x="8683753" y="661517"/>
                  </a:lnTo>
                  <a:lnTo>
                    <a:pt x="8727641" y="607463"/>
                  </a:lnTo>
                  <a:lnTo>
                    <a:pt x="8771446" y="554898"/>
                  </a:lnTo>
                  <a:lnTo>
                    <a:pt x="8815184" y="504324"/>
                  </a:lnTo>
                  <a:lnTo>
                    <a:pt x="8858913" y="456159"/>
                  </a:lnTo>
                  <a:lnTo>
                    <a:pt x="8902749" y="410724"/>
                  </a:lnTo>
                  <a:lnTo>
                    <a:pt x="8946874" y="368240"/>
                  </a:lnTo>
                  <a:lnTo>
                    <a:pt x="8991551" y="328828"/>
                  </a:lnTo>
                  <a:lnTo>
                    <a:pt x="9037134" y="292519"/>
                  </a:lnTo>
                  <a:lnTo>
                    <a:pt x="9084092" y="259259"/>
                  </a:lnTo>
                  <a:lnTo>
                    <a:pt x="9084767" y="258811"/>
                  </a:lnTo>
                  <a:lnTo>
                    <a:pt x="9131970" y="229577"/>
                  </a:lnTo>
                  <a:lnTo>
                    <a:pt x="9181651" y="203108"/>
                  </a:lnTo>
                  <a:lnTo>
                    <a:pt x="9234557" y="179281"/>
                  </a:lnTo>
                  <a:lnTo>
                    <a:pt x="9291503" y="157878"/>
                  </a:lnTo>
                  <a:lnTo>
                    <a:pt x="9353327" y="138646"/>
                  </a:lnTo>
                  <a:lnTo>
                    <a:pt x="9420823" y="121336"/>
                  </a:lnTo>
                  <a:lnTo>
                    <a:pt x="9494679" y="105720"/>
                  </a:lnTo>
                  <a:lnTo>
                    <a:pt x="9575366" y="91607"/>
                  </a:lnTo>
                  <a:lnTo>
                    <a:pt x="9663009" y="78850"/>
                  </a:lnTo>
                  <a:lnTo>
                    <a:pt x="9757215" y="67345"/>
                  </a:lnTo>
                  <a:lnTo>
                    <a:pt x="9856889" y="57036"/>
                  </a:lnTo>
                  <a:lnTo>
                    <a:pt x="9960066" y="47905"/>
                  </a:lnTo>
                  <a:lnTo>
                    <a:pt x="10063837" y="39967"/>
                  </a:lnTo>
                  <a:lnTo>
                    <a:pt x="10164439" y="33247"/>
                  </a:lnTo>
                  <a:lnTo>
                    <a:pt x="10257579" y="27766"/>
                  </a:lnTo>
                  <a:lnTo>
                    <a:pt x="10339013" y="23510"/>
                  </a:lnTo>
                  <a:lnTo>
                    <a:pt x="10405282" y="20413"/>
                  </a:lnTo>
                  <a:lnTo>
                    <a:pt x="10454417" y="18348"/>
                  </a:lnTo>
                  <a:lnTo>
                    <a:pt x="10486420" y="17133"/>
                  </a:lnTo>
                  <a:lnTo>
                    <a:pt x="10503386" y="16549"/>
                  </a:lnTo>
                  <a:lnTo>
                    <a:pt x="10509332" y="16362"/>
                  </a:lnTo>
                  <a:lnTo>
                    <a:pt x="10509911" y="16345"/>
                  </a:lnTo>
                  <a:lnTo>
                    <a:pt x="11981298" y="16345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8699" y="35"/>
                  </a:lnTo>
                  <a:lnTo>
                    <a:pt x="10500741" y="290"/>
                  </a:lnTo>
                  <a:lnTo>
                    <a:pt x="10480722" y="994"/>
                  </a:lnTo>
                  <a:lnTo>
                    <a:pt x="10445026" y="2380"/>
                  </a:lnTo>
                  <a:lnTo>
                    <a:pt x="10392015" y="4660"/>
                  </a:lnTo>
                  <a:lnTo>
                    <a:pt x="10322149" y="8005"/>
                  </a:lnTo>
                  <a:lnTo>
                    <a:pt x="10237779" y="12530"/>
                  </a:lnTo>
                  <a:lnTo>
                    <a:pt x="10142605" y="18286"/>
                  </a:lnTo>
                  <a:lnTo>
                    <a:pt x="10040940" y="25278"/>
                  </a:lnTo>
                  <a:lnTo>
                    <a:pt x="9937002" y="33483"/>
                  </a:lnTo>
                  <a:lnTo>
                    <a:pt x="9834385" y="42876"/>
                  </a:lnTo>
                  <a:lnTo>
                    <a:pt x="9735788" y="53447"/>
                  </a:lnTo>
                  <a:lnTo>
                    <a:pt x="9642971" y="65223"/>
                  </a:lnTo>
                  <a:lnTo>
                    <a:pt x="9556858" y="78271"/>
                  </a:lnTo>
                  <a:lnTo>
                    <a:pt x="9477712" y="92703"/>
                  </a:lnTo>
                  <a:lnTo>
                    <a:pt x="9405318" y="108677"/>
                  </a:lnTo>
                  <a:lnTo>
                    <a:pt x="9339145" y="126393"/>
                  </a:lnTo>
                  <a:lnTo>
                    <a:pt x="9278475" y="146085"/>
                  </a:lnTo>
                  <a:lnTo>
                    <a:pt x="9222497" y="168004"/>
                  </a:lnTo>
                  <a:lnTo>
                    <a:pt x="9170376" y="192401"/>
                  </a:lnTo>
                  <a:lnTo>
                    <a:pt x="9121306" y="219478"/>
                  </a:lnTo>
                  <a:lnTo>
                    <a:pt x="9084767" y="242465"/>
                  </a:lnTo>
                  <a:lnTo>
                    <a:pt x="9037785" y="275683"/>
                  </a:lnTo>
                  <a:lnTo>
                    <a:pt x="8992187" y="311949"/>
                  </a:lnTo>
                  <a:lnTo>
                    <a:pt x="8947500" y="351317"/>
                  </a:lnTo>
                  <a:lnTo>
                    <a:pt x="8903369" y="393758"/>
                  </a:lnTo>
                  <a:lnTo>
                    <a:pt x="8859530" y="439153"/>
                  </a:lnTo>
                  <a:lnTo>
                    <a:pt x="8815800" y="487281"/>
                  </a:lnTo>
                  <a:lnTo>
                    <a:pt x="8772063" y="537824"/>
                  </a:lnTo>
                  <a:lnTo>
                    <a:pt x="8728259" y="590365"/>
                  </a:lnTo>
                  <a:lnTo>
                    <a:pt x="8684373" y="644401"/>
                  </a:lnTo>
                  <a:lnTo>
                    <a:pt x="8640423" y="699366"/>
                  </a:lnTo>
                  <a:lnTo>
                    <a:pt x="8596450" y="754648"/>
                  </a:lnTo>
                  <a:lnTo>
                    <a:pt x="8552500" y="809622"/>
                  </a:lnTo>
                  <a:lnTo>
                    <a:pt x="8508613" y="863675"/>
                  </a:lnTo>
                  <a:lnTo>
                    <a:pt x="8464807" y="916240"/>
                  </a:lnTo>
                  <a:lnTo>
                    <a:pt x="8421069" y="966815"/>
                  </a:lnTo>
                  <a:lnTo>
                    <a:pt x="8377340" y="1014980"/>
                  </a:lnTo>
                  <a:lnTo>
                    <a:pt x="8333504" y="1060415"/>
                  </a:lnTo>
                  <a:lnTo>
                    <a:pt x="8289379" y="1102899"/>
                  </a:lnTo>
                  <a:lnTo>
                    <a:pt x="8244702" y="1142310"/>
                  </a:lnTo>
                  <a:lnTo>
                    <a:pt x="8199119" y="1178620"/>
                  </a:lnTo>
                  <a:lnTo>
                    <a:pt x="8152161" y="1211880"/>
                  </a:lnTo>
                  <a:lnTo>
                    <a:pt x="8151487" y="1212328"/>
                  </a:lnTo>
                  <a:lnTo>
                    <a:pt x="8104284" y="1241562"/>
                  </a:lnTo>
                  <a:lnTo>
                    <a:pt x="8054602" y="1268031"/>
                  </a:lnTo>
                  <a:lnTo>
                    <a:pt x="8001697" y="1291858"/>
                  </a:lnTo>
                  <a:lnTo>
                    <a:pt x="7944750" y="1313261"/>
                  </a:lnTo>
                  <a:lnTo>
                    <a:pt x="7882927" y="1332492"/>
                  </a:lnTo>
                  <a:lnTo>
                    <a:pt x="7815430" y="1349803"/>
                  </a:lnTo>
                  <a:lnTo>
                    <a:pt x="7741575" y="1365419"/>
                  </a:lnTo>
                  <a:lnTo>
                    <a:pt x="7660887" y="1379532"/>
                  </a:lnTo>
                  <a:lnTo>
                    <a:pt x="7573244" y="1392289"/>
                  </a:lnTo>
                  <a:lnTo>
                    <a:pt x="7479038" y="1403794"/>
                  </a:lnTo>
                  <a:lnTo>
                    <a:pt x="7379365" y="1414103"/>
                  </a:lnTo>
                  <a:lnTo>
                    <a:pt x="7276188" y="1423233"/>
                  </a:lnTo>
                  <a:lnTo>
                    <a:pt x="7172416" y="1431172"/>
                  </a:lnTo>
                  <a:lnTo>
                    <a:pt x="7071814" y="1437891"/>
                  </a:lnTo>
                  <a:lnTo>
                    <a:pt x="6978675" y="1443372"/>
                  </a:lnTo>
                  <a:lnTo>
                    <a:pt x="6897240" y="1447628"/>
                  </a:lnTo>
                  <a:lnTo>
                    <a:pt x="6830971" y="1450726"/>
                  </a:lnTo>
                  <a:lnTo>
                    <a:pt x="6781836" y="1452791"/>
                  </a:lnTo>
                  <a:lnTo>
                    <a:pt x="6749834" y="1454006"/>
                  </a:lnTo>
                  <a:lnTo>
                    <a:pt x="6732867" y="1454590"/>
                  </a:lnTo>
                  <a:lnTo>
                    <a:pt x="6726921" y="1454776"/>
                  </a:lnTo>
                  <a:lnTo>
                    <a:pt x="6726343" y="1454793"/>
                  </a:lnTo>
                  <a:lnTo>
                    <a:pt x="5254955" y="1454793"/>
                  </a:lnTo>
                  <a:lnTo>
                    <a:pt x="5253719" y="1454783"/>
                  </a:lnTo>
                  <a:lnTo>
                    <a:pt x="5245611" y="1454710"/>
                  </a:lnTo>
                  <a:lnTo>
                    <a:pt x="5225222" y="1454508"/>
                  </a:lnTo>
                  <a:lnTo>
                    <a:pt x="5188899" y="1454111"/>
                  </a:lnTo>
                  <a:lnTo>
                    <a:pt x="5135019" y="1453458"/>
                  </a:lnTo>
                  <a:lnTo>
                    <a:pt x="5064115" y="1452501"/>
                  </a:lnTo>
                  <a:lnTo>
                    <a:pt x="4978642" y="1451207"/>
                  </a:lnTo>
                  <a:lnTo>
                    <a:pt x="4882417" y="1449562"/>
                  </a:lnTo>
                  <a:lnTo>
                    <a:pt x="4779849" y="1447565"/>
                  </a:lnTo>
                  <a:lnTo>
                    <a:pt x="4675214" y="1445224"/>
                  </a:lnTo>
                  <a:lnTo>
                    <a:pt x="4572126" y="1442545"/>
                  </a:lnTo>
                  <a:lnTo>
                    <a:pt x="4473271" y="1439531"/>
                  </a:lnTo>
                  <a:lnTo>
                    <a:pt x="4380374" y="1436172"/>
                  </a:lnTo>
                  <a:lnTo>
                    <a:pt x="4294315" y="1432450"/>
                  </a:lnTo>
                  <a:lnTo>
                    <a:pt x="4215312" y="1428330"/>
                  </a:lnTo>
                  <a:lnTo>
                    <a:pt x="4143109" y="1423766"/>
                  </a:lnTo>
                  <a:lnTo>
                    <a:pt x="4077139" y="1418699"/>
                  </a:lnTo>
                  <a:lnTo>
                    <a:pt x="4016656" y="1413062"/>
                  </a:lnTo>
                  <a:lnTo>
                    <a:pt x="3960827" y="1406783"/>
                  </a:lnTo>
                  <a:lnTo>
                    <a:pt x="3908800" y="1399790"/>
                  </a:lnTo>
                  <a:lnTo>
                    <a:pt x="3859763" y="1392029"/>
                  </a:lnTo>
                  <a:lnTo>
                    <a:pt x="3829811" y="1386685"/>
                  </a:lnTo>
                  <a:lnTo>
                    <a:pt x="3774691" y="1375618"/>
                  </a:lnTo>
                  <a:lnTo>
                    <a:pt x="3721363" y="1363361"/>
                  </a:lnTo>
                  <a:lnTo>
                    <a:pt x="3669111" y="1349898"/>
                  </a:lnTo>
                  <a:lnTo>
                    <a:pt x="3617425" y="1335262"/>
                  </a:lnTo>
                  <a:lnTo>
                    <a:pt x="3565957" y="1319534"/>
                  </a:lnTo>
                  <a:lnTo>
                    <a:pt x="3514496" y="1302853"/>
                  </a:lnTo>
                  <a:lnTo>
                    <a:pt x="3462940" y="1285406"/>
                  </a:lnTo>
                  <a:lnTo>
                    <a:pt x="3411276" y="1267428"/>
                  </a:lnTo>
                  <a:lnTo>
                    <a:pt x="3359544" y="1249187"/>
                  </a:lnTo>
                  <a:lnTo>
                    <a:pt x="3307819" y="1230966"/>
                  </a:lnTo>
                  <a:lnTo>
                    <a:pt x="3256168" y="1213047"/>
                  </a:lnTo>
                  <a:lnTo>
                    <a:pt x="3204628" y="1195695"/>
                  </a:lnTo>
                  <a:lnTo>
                    <a:pt x="3153174" y="1179136"/>
                  </a:lnTo>
                  <a:lnTo>
                    <a:pt x="3101691" y="1163555"/>
                  </a:lnTo>
                  <a:lnTo>
                    <a:pt x="3049950" y="1149079"/>
                  </a:lnTo>
                  <a:lnTo>
                    <a:pt x="2997583" y="1135785"/>
                  </a:lnTo>
                  <a:lnTo>
                    <a:pt x="2944052" y="1123696"/>
                  </a:lnTo>
                  <a:lnTo>
                    <a:pt x="2896531" y="1114252"/>
                  </a:lnTo>
                  <a:lnTo>
                    <a:pt x="2849010" y="1105988"/>
                  </a:lnTo>
                  <a:lnTo>
                    <a:pt x="2798973" y="1098512"/>
                  </a:lnTo>
                  <a:lnTo>
                    <a:pt x="2745658" y="1091786"/>
                  </a:lnTo>
                  <a:lnTo>
                    <a:pt x="2688232" y="1085750"/>
                  </a:lnTo>
                  <a:lnTo>
                    <a:pt x="2625843" y="1080329"/>
                  </a:lnTo>
                  <a:lnTo>
                    <a:pt x="2557681" y="1075453"/>
                  </a:lnTo>
                  <a:lnTo>
                    <a:pt x="2483053" y="1071057"/>
                  </a:lnTo>
                  <a:lnTo>
                    <a:pt x="2401487" y="1067086"/>
                  </a:lnTo>
                  <a:lnTo>
                    <a:pt x="2312881" y="1063500"/>
                  </a:lnTo>
                  <a:lnTo>
                    <a:pt x="2217670" y="1060268"/>
                  </a:lnTo>
                  <a:lnTo>
                    <a:pt x="2117024" y="1057376"/>
                  </a:lnTo>
                  <a:lnTo>
                    <a:pt x="2013009" y="1054820"/>
                  </a:lnTo>
                  <a:lnTo>
                    <a:pt x="1908666" y="1052603"/>
                  </a:lnTo>
                  <a:lnTo>
                    <a:pt x="1807893" y="1050734"/>
                  </a:lnTo>
                  <a:lnTo>
                    <a:pt x="1715090" y="1049218"/>
                  </a:lnTo>
                  <a:lnTo>
                    <a:pt x="1634539" y="1048049"/>
                  </a:lnTo>
                  <a:lnTo>
                    <a:pt x="1569646" y="1047207"/>
                  </a:lnTo>
                  <a:lnTo>
                    <a:pt x="1522214" y="1046654"/>
                  </a:lnTo>
                  <a:lnTo>
                    <a:pt x="1491997" y="1046336"/>
                  </a:lnTo>
                  <a:lnTo>
                    <a:pt x="1476605" y="1046189"/>
                  </a:lnTo>
                  <a:lnTo>
                    <a:pt x="1471711" y="1046146"/>
                  </a:lnTo>
                  <a:lnTo>
                    <a:pt x="1471387" y="1046143"/>
                  </a:lnTo>
                  <a:lnTo>
                    <a:pt x="0" y="1046143"/>
                  </a:lnTo>
                  <a:close/>
                </a:path>
              </a:pathLst>
            </a:custGeom>
            <a:solidFill>
              <a:srgbClr val="F28E5B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044" name="pl1044"/>
            <p:cNvSpPr/>
            <p:nvPr/>
          </p:nvSpPr>
          <p:spPr>
            <a:xfrm>
              <a:off x="4799595" y="6655234"/>
              <a:ext cx="11981298" cy="1454793"/>
            </a:xfrm>
            <a:custGeom>
              <a:avLst/>
              <a:pathLst>
                <a:path w="11981298" h="1454793">
                  <a:moveTo>
                    <a:pt x="0" y="1046143"/>
                  </a:moveTo>
                  <a:lnTo>
                    <a:pt x="1471387" y="1046143"/>
                  </a:lnTo>
                  <a:lnTo>
                    <a:pt x="1472623" y="1046154"/>
                  </a:lnTo>
                  <a:lnTo>
                    <a:pt x="1480732" y="1046227"/>
                  </a:lnTo>
                  <a:lnTo>
                    <a:pt x="1501120" y="1046428"/>
                  </a:lnTo>
                  <a:lnTo>
                    <a:pt x="1537443" y="1046825"/>
                  </a:lnTo>
                  <a:lnTo>
                    <a:pt x="1591323" y="1047478"/>
                  </a:lnTo>
                  <a:lnTo>
                    <a:pt x="1662228" y="1048436"/>
                  </a:lnTo>
                  <a:lnTo>
                    <a:pt x="1747700" y="1049730"/>
                  </a:lnTo>
                  <a:lnTo>
                    <a:pt x="1843925" y="1051375"/>
                  </a:lnTo>
                  <a:lnTo>
                    <a:pt x="1946493" y="1053371"/>
                  </a:lnTo>
                  <a:lnTo>
                    <a:pt x="2051128" y="1055712"/>
                  </a:lnTo>
                  <a:lnTo>
                    <a:pt x="2154216" y="1058391"/>
                  </a:lnTo>
                  <a:lnTo>
                    <a:pt x="2253071" y="1061406"/>
                  </a:lnTo>
                  <a:lnTo>
                    <a:pt x="2345968" y="1064764"/>
                  </a:lnTo>
                  <a:lnTo>
                    <a:pt x="2432027" y="1068487"/>
                  </a:lnTo>
                  <a:lnTo>
                    <a:pt x="2511030" y="1072607"/>
                  </a:lnTo>
                  <a:lnTo>
                    <a:pt x="2583233" y="1077171"/>
                  </a:lnTo>
                  <a:lnTo>
                    <a:pt x="2649203" y="1082238"/>
                  </a:lnTo>
                  <a:lnTo>
                    <a:pt x="2709686" y="1087874"/>
                  </a:lnTo>
                  <a:lnTo>
                    <a:pt x="2765515" y="1094154"/>
                  </a:lnTo>
                  <a:lnTo>
                    <a:pt x="2817542" y="1101146"/>
                  </a:lnTo>
                  <a:lnTo>
                    <a:pt x="2866580" y="1108907"/>
                  </a:lnTo>
                  <a:lnTo>
                    <a:pt x="2896531" y="1114252"/>
                  </a:lnTo>
                  <a:lnTo>
                    <a:pt x="2951651" y="1125319"/>
                  </a:lnTo>
                  <a:lnTo>
                    <a:pt x="3004979" y="1137576"/>
                  </a:lnTo>
                  <a:lnTo>
                    <a:pt x="3057231" y="1151038"/>
                  </a:lnTo>
                  <a:lnTo>
                    <a:pt x="3108917" y="1165675"/>
                  </a:lnTo>
                  <a:lnTo>
                    <a:pt x="3160385" y="1181402"/>
                  </a:lnTo>
                  <a:lnTo>
                    <a:pt x="3211846" y="1198084"/>
                  </a:lnTo>
                  <a:lnTo>
                    <a:pt x="3263402" y="1215531"/>
                  </a:lnTo>
                  <a:lnTo>
                    <a:pt x="3315066" y="1233508"/>
                  </a:lnTo>
                  <a:lnTo>
                    <a:pt x="3366798" y="1251749"/>
                  </a:lnTo>
                  <a:lnTo>
                    <a:pt x="3418524" y="1269971"/>
                  </a:lnTo>
                  <a:lnTo>
                    <a:pt x="3470174" y="1287889"/>
                  </a:lnTo>
                  <a:lnTo>
                    <a:pt x="3521714" y="1305242"/>
                  </a:lnTo>
                  <a:lnTo>
                    <a:pt x="3573168" y="1321800"/>
                  </a:lnTo>
                  <a:lnTo>
                    <a:pt x="3624651" y="1337382"/>
                  </a:lnTo>
                  <a:lnTo>
                    <a:pt x="3676392" y="1351857"/>
                  </a:lnTo>
                  <a:lnTo>
                    <a:pt x="3728759" y="1365151"/>
                  </a:lnTo>
                  <a:lnTo>
                    <a:pt x="3782291" y="1377240"/>
                  </a:lnTo>
                  <a:lnTo>
                    <a:pt x="3829811" y="1386685"/>
                  </a:lnTo>
                  <a:lnTo>
                    <a:pt x="3877332" y="1394948"/>
                  </a:lnTo>
                  <a:lnTo>
                    <a:pt x="3927369" y="1402425"/>
                  </a:lnTo>
                  <a:lnTo>
                    <a:pt x="3980684" y="1409150"/>
                  </a:lnTo>
                  <a:lnTo>
                    <a:pt x="4038110" y="1415187"/>
                  </a:lnTo>
                  <a:lnTo>
                    <a:pt x="4100499" y="1420607"/>
                  </a:lnTo>
                  <a:lnTo>
                    <a:pt x="4168661" y="1425483"/>
                  </a:lnTo>
                  <a:lnTo>
                    <a:pt x="4243290" y="1429880"/>
                  </a:lnTo>
                  <a:lnTo>
                    <a:pt x="4324855" y="1433850"/>
                  </a:lnTo>
                  <a:lnTo>
                    <a:pt x="4413461" y="1437437"/>
                  </a:lnTo>
                  <a:lnTo>
                    <a:pt x="4508672" y="1440668"/>
                  </a:lnTo>
                  <a:lnTo>
                    <a:pt x="4609318" y="1443560"/>
                  </a:lnTo>
                  <a:lnTo>
                    <a:pt x="4713333" y="1446117"/>
                  </a:lnTo>
                  <a:lnTo>
                    <a:pt x="4817676" y="1448333"/>
                  </a:lnTo>
                  <a:lnTo>
                    <a:pt x="4918449" y="1450202"/>
                  </a:lnTo>
                  <a:lnTo>
                    <a:pt x="5011253" y="1451718"/>
                  </a:lnTo>
                  <a:lnTo>
                    <a:pt x="5091803" y="1452887"/>
                  </a:lnTo>
                  <a:lnTo>
                    <a:pt x="5156696" y="1453729"/>
                  </a:lnTo>
                  <a:lnTo>
                    <a:pt x="5204128" y="1454282"/>
                  </a:lnTo>
                  <a:lnTo>
                    <a:pt x="5234345" y="1454601"/>
                  </a:lnTo>
                  <a:lnTo>
                    <a:pt x="5249737" y="1454748"/>
                  </a:lnTo>
                  <a:lnTo>
                    <a:pt x="5254631" y="1454791"/>
                  </a:lnTo>
                  <a:lnTo>
                    <a:pt x="5254955" y="1454793"/>
                  </a:lnTo>
                  <a:lnTo>
                    <a:pt x="6726343" y="1454793"/>
                  </a:lnTo>
                  <a:lnTo>
                    <a:pt x="6727555" y="1454757"/>
                  </a:lnTo>
                  <a:lnTo>
                    <a:pt x="6735512" y="1454503"/>
                  </a:lnTo>
                  <a:lnTo>
                    <a:pt x="6755531" y="1453799"/>
                  </a:lnTo>
                  <a:lnTo>
                    <a:pt x="6791227" y="1452413"/>
                  </a:lnTo>
                  <a:lnTo>
                    <a:pt x="6844238" y="1450133"/>
                  </a:lnTo>
                  <a:lnTo>
                    <a:pt x="6914104" y="1446787"/>
                  </a:lnTo>
                  <a:lnTo>
                    <a:pt x="6998474" y="1442263"/>
                  </a:lnTo>
                  <a:lnTo>
                    <a:pt x="7093649" y="1436507"/>
                  </a:lnTo>
                  <a:lnTo>
                    <a:pt x="7195313" y="1429515"/>
                  </a:lnTo>
                  <a:lnTo>
                    <a:pt x="7299251" y="1421309"/>
                  </a:lnTo>
                  <a:lnTo>
                    <a:pt x="7401868" y="1411917"/>
                  </a:lnTo>
                  <a:lnTo>
                    <a:pt x="7500465" y="1401345"/>
                  </a:lnTo>
                  <a:lnTo>
                    <a:pt x="7593282" y="1389569"/>
                  </a:lnTo>
                  <a:lnTo>
                    <a:pt x="7679395" y="1376522"/>
                  </a:lnTo>
                  <a:lnTo>
                    <a:pt x="7758541" y="1362090"/>
                  </a:lnTo>
                  <a:lnTo>
                    <a:pt x="7830935" y="1346115"/>
                  </a:lnTo>
                  <a:lnTo>
                    <a:pt x="7897108" y="1328399"/>
                  </a:lnTo>
                  <a:lnTo>
                    <a:pt x="7957778" y="1308708"/>
                  </a:lnTo>
                  <a:lnTo>
                    <a:pt x="8013756" y="1286789"/>
                  </a:lnTo>
                  <a:lnTo>
                    <a:pt x="8065877" y="1262392"/>
                  </a:lnTo>
                  <a:lnTo>
                    <a:pt x="8114948" y="1235315"/>
                  </a:lnTo>
                  <a:lnTo>
                    <a:pt x="8151487" y="1212328"/>
                  </a:lnTo>
                  <a:lnTo>
                    <a:pt x="8198468" y="1179110"/>
                  </a:lnTo>
                  <a:lnTo>
                    <a:pt x="8244067" y="1142844"/>
                  </a:lnTo>
                  <a:lnTo>
                    <a:pt x="8288753" y="1103476"/>
                  </a:lnTo>
                  <a:lnTo>
                    <a:pt x="8332885" y="1061035"/>
                  </a:lnTo>
                  <a:lnTo>
                    <a:pt x="8376723" y="1015640"/>
                  </a:lnTo>
                  <a:lnTo>
                    <a:pt x="8420453" y="967511"/>
                  </a:lnTo>
                  <a:lnTo>
                    <a:pt x="8464190" y="916969"/>
                  </a:lnTo>
                  <a:lnTo>
                    <a:pt x="8507994" y="864428"/>
                  </a:lnTo>
                  <a:lnTo>
                    <a:pt x="8551881" y="810392"/>
                  </a:lnTo>
                  <a:lnTo>
                    <a:pt x="8595830" y="755427"/>
                  </a:lnTo>
                  <a:lnTo>
                    <a:pt x="8639803" y="700145"/>
                  </a:lnTo>
                  <a:lnTo>
                    <a:pt x="8683753" y="645171"/>
                  </a:lnTo>
                  <a:lnTo>
                    <a:pt x="8727641" y="591117"/>
                  </a:lnTo>
                  <a:lnTo>
                    <a:pt x="8771446" y="538552"/>
                  </a:lnTo>
                  <a:lnTo>
                    <a:pt x="8815184" y="487978"/>
                  </a:lnTo>
                  <a:lnTo>
                    <a:pt x="8858913" y="439813"/>
                  </a:lnTo>
                  <a:lnTo>
                    <a:pt x="8902749" y="394378"/>
                  </a:lnTo>
                  <a:lnTo>
                    <a:pt x="8946874" y="351894"/>
                  </a:lnTo>
                  <a:lnTo>
                    <a:pt x="8991551" y="312482"/>
                  </a:lnTo>
                  <a:lnTo>
                    <a:pt x="9037134" y="276173"/>
                  </a:lnTo>
                  <a:lnTo>
                    <a:pt x="9084092" y="242913"/>
                  </a:lnTo>
                  <a:lnTo>
                    <a:pt x="9084767" y="242465"/>
                  </a:lnTo>
                  <a:lnTo>
                    <a:pt x="9131970" y="213231"/>
                  </a:lnTo>
                  <a:lnTo>
                    <a:pt x="9181651" y="186762"/>
                  </a:lnTo>
                  <a:lnTo>
                    <a:pt x="9234557" y="162935"/>
                  </a:lnTo>
                  <a:lnTo>
                    <a:pt x="9291503" y="141532"/>
                  </a:lnTo>
                  <a:lnTo>
                    <a:pt x="9353327" y="122300"/>
                  </a:lnTo>
                  <a:lnTo>
                    <a:pt x="9420823" y="104990"/>
                  </a:lnTo>
                  <a:lnTo>
                    <a:pt x="9494679" y="89374"/>
                  </a:lnTo>
                  <a:lnTo>
                    <a:pt x="9575366" y="75261"/>
                  </a:lnTo>
                  <a:lnTo>
                    <a:pt x="9663009" y="62504"/>
                  </a:lnTo>
                  <a:lnTo>
                    <a:pt x="9757215" y="50999"/>
                  </a:lnTo>
                  <a:lnTo>
                    <a:pt x="9856889" y="40690"/>
                  </a:lnTo>
                  <a:lnTo>
                    <a:pt x="9960066" y="31559"/>
                  </a:lnTo>
                  <a:lnTo>
                    <a:pt x="10063837" y="23621"/>
                  </a:lnTo>
                  <a:lnTo>
                    <a:pt x="10164439" y="16901"/>
                  </a:lnTo>
                  <a:lnTo>
                    <a:pt x="10257579" y="11420"/>
                  </a:lnTo>
                  <a:lnTo>
                    <a:pt x="10339013" y="7164"/>
                  </a:lnTo>
                  <a:lnTo>
                    <a:pt x="10405282" y="4067"/>
                  </a:lnTo>
                  <a:lnTo>
                    <a:pt x="10454417" y="2002"/>
                  </a:lnTo>
                  <a:lnTo>
                    <a:pt x="10486420" y="787"/>
                  </a:lnTo>
                  <a:lnTo>
                    <a:pt x="10503386" y="203"/>
                  </a:lnTo>
                  <a:lnTo>
                    <a:pt x="10509332" y="16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45" name="pl1045"/>
            <p:cNvSpPr/>
            <p:nvPr/>
          </p:nvSpPr>
          <p:spPr>
            <a:xfrm>
              <a:off x="4799595" y="6638888"/>
              <a:ext cx="11981298" cy="1454793"/>
            </a:xfrm>
            <a:custGeom>
              <a:avLst/>
              <a:pathLst>
                <a:path w="11981298" h="1454793">
                  <a:moveTo>
                    <a:pt x="11981298" y="0"/>
                  </a:moveTo>
                  <a:lnTo>
                    <a:pt x="10509911" y="0"/>
                  </a:lnTo>
                  <a:lnTo>
                    <a:pt x="10508699" y="35"/>
                  </a:lnTo>
                  <a:lnTo>
                    <a:pt x="10500741" y="290"/>
                  </a:lnTo>
                  <a:lnTo>
                    <a:pt x="10480722" y="994"/>
                  </a:lnTo>
                  <a:lnTo>
                    <a:pt x="10445026" y="2380"/>
                  </a:lnTo>
                  <a:lnTo>
                    <a:pt x="10392015" y="4660"/>
                  </a:lnTo>
                  <a:lnTo>
                    <a:pt x="10322149" y="8005"/>
                  </a:lnTo>
                  <a:lnTo>
                    <a:pt x="10237779" y="12530"/>
                  </a:lnTo>
                  <a:lnTo>
                    <a:pt x="10142605" y="18286"/>
                  </a:lnTo>
                  <a:lnTo>
                    <a:pt x="10040940" y="25278"/>
                  </a:lnTo>
                  <a:lnTo>
                    <a:pt x="9937002" y="33483"/>
                  </a:lnTo>
                  <a:lnTo>
                    <a:pt x="9834385" y="42876"/>
                  </a:lnTo>
                  <a:lnTo>
                    <a:pt x="9735788" y="53447"/>
                  </a:lnTo>
                  <a:lnTo>
                    <a:pt x="9642971" y="65223"/>
                  </a:lnTo>
                  <a:lnTo>
                    <a:pt x="9556858" y="78271"/>
                  </a:lnTo>
                  <a:lnTo>
                    <a:pt x="9477712" y="92703"/>
                  </a:lnTo>
                  <a:lnTo>
                    <a:pt x="9405318" y="108677"/>
                  </a:lnTo>
                  <a:lnTo>
                    <a:pt x="9339145" y="126393"/>
                  </a:lnTo>
                  <a:lnTo>
                    <a:pt x="9278475" y="146085"/>
                  </a:lnTo>
                  <a:lnTo>
                    <a:pt x="9222497" y="168004"/>
                  </a:lnTo>
                  <a:lnTo>
                    <a:pt x="9170376" y="192401"/>
                  </a:lnTo>
                  <a:lnTo>
                    <a:pt x="9121306" y="219478"/>
                  </a:lnTo>
                  <a:lnTo>
                    <a:pt x="9084767" y="242465"/>
                  </a:lnTo>
                  <a:lnTo>
                    <a:pt x="9037785" y="275683"/>
                  </a:lnTo>
                  <a:lnTo>
                    <a:pt x="8992187" y="311949"/>
                  </a:lnTo>
                  <a:lnTo>
                    <a:pt x="8947500" y="351317"/>
                  </a:lnTo>
                  <a:lnTo>
                    <a:pt x="8903369" y="393758"/>
                  </a:lnTo>
                  <a:lnTo>
                    <a:pt x="8859530" y="439153"/>
                  </a:lnTo>
                  <a:lnTo>
                    <a:pt x="8815800" y="487281"/>
                  </a:lnTo>
                  <a:lnTo>
                    <a:pt x="8772063" y="537824"/>
                  </a:lnTo>
                  <a:lnTo>
                    <a:pt x="8728259" y="590365"/>
                  </a:lnTo>
                  <a:lnTo>
                    <a:pt x="8684373" y="644401"/>
                  </a:lnTo>
                  <a:lnTo>
                    <a:pt x="8640423" y="699366"/>
                  </a:lnTo>
                  <a:lnTo>
                    <a:pt x="8596450" y="754648"/>
                  </a:lnTo>
                  <a:lnTo>
                    <a:pt x="8552500" y="809622"/>
                  </a:lnTo>
                  <a:lnTo>
                    <a:pt x="8508613" y="863675"/>
                  </a:lnTo>
                  <a:lnTo>
                    <a:pt x="8464807" y="916240"/>
                  </a:lnTo>
                  <a:lnTo>
                    <a:pt x="8421069" y="966815"/>
                  </a:lnTo>
                  <a:lnTo>
                    <a:pt x="8377340" y="1014980"/>
                  </a:lnTo>
                  <a:lnTo>
                    <a:pt x="8333504" y="1060415"/>
                  </a:lnTo>
                  <a:lnTo>
                    <a:pt x="8289379" y="1102899"/>
                  </a:lnTo>
                  <a:lnTo>
                    <a:pt x="8244702" y="1142310"/>
                  </a:lnTo>
                  <a:lnTo>
                    <a:pt x="8199119" y="1178620"/>
                  </a:lnTo>
                  <a:lnTo>
                    <a:pt x="8152161" y="1211880"/>
                  </a:lnTo>
                  <a:lnTo>
                    <a:pt x="8151487" y="1212328"/>
                  </a:lnTo>
                  <a:lnTo>
                    <a:pt x="8104284" y="1241562"/>
                  </a:lnTo>
                  <a:lnTo>
                    <a:pt x="8054602" y="1268031"/>
                  </a:lnTo>
                  <a:lnTo>
                    <a:pt x="8001697" y="1291858"/>
                  </a:lnTo>
                  <a:lnTo>
                    <a:pt x="7944750" y="1313261"/>
                  </a:lnTo>
                  <a:lnTo>
                    <a:pt x="7882927" y="1332492"/>
                  </a:lnTo>
                  <a:lnTo>
                    <a:pt x="7815430" y="1349803"/>
                  </a:lnTo>
                  <a:lnTo>
                    <a:pt x="7741575" y="1365419"/>
                  </a:lnTo>
                  <a:lnTo>
                    <a:pt x="7660887" y="1379532"/>
                  </a:lnTo>
                  <a:lnTo>
                    <a:pt x="7573244" y="1392289"/>
                  </a:lnTo>
                  <a:lnTo>
                    <a:pt x="7479038" y="1403794"/>
                  </a:lnTo>
                  <a:lnTo>
                    <a:pt x="7379365" y="1414103"/>
                  </a:lnTo>
                  <a:lnTo>
                    <a:pt x="7276188" y="1423233"/>
                  </a:lnTo>
                  <a:lnTo>
                    <a:pt x="7172416" y="1431172"/>
                  </a:lnTo>
                  <a:lnTo>
                    <a:pt x="7071814" y="1437891"/>
                  </a:lnTo>
                  <a:lnTo>
                    <a:pt x="6978675" y="1443372"/>
                  </a:lnTo>
                  <a:lnTo>
                    <a:pt x="6897240" y="1447628"/>
                  </a:lnTo>
                  <a:lnTo>
                    <a:pt x="6830971" y="1450726"/>
                  </a:lnTo>
                  <a:lnTo>
                    <a:pt x="6781836" y="1452791"/>
                  </a:lnTo>
                  <a:lnTo>
                    <a:pt x="6749834" y="1454006"/>
                  </a:lnTo>
                  <a:lnTo>
                    <a:pt x="6732867" y="1454590"/>
                  </a:lnTo>
                  <a:lnTo>
                    <a:pt x="6726921" y="1454776"/>
                  </a:lnTo>
                  <a:lnTo>
                    <a:pt x="6726343" y="1454793"/>
                  </a:lnTo>
                  <a:lnTo>
                    <a:pt x="5254955" y="1454793"/>
                  </a:lnTo>
                  <a:lnTo>
                    <a:pt x="5253719" y="1454783"/>
                  </a:lnTo>
                  <a:lnTo>
                    <a:pt x="5245611" y="1454710"/>
                  </a:lnTo>
                  <a:lnTo>
                    <a:pt x="5225222" y="1454508"/>
                  </a:lnTo>
                  <a:lnTo>
                    <a:pt x="5188899" y="1454111"/>
                  </a:lnTo>
                  <a:lnTo>
                    <a:pt x="5135019" y="1453458"/>
                  </a:lnTo>
                  <a:lnTo>
                    <a:pt x="5064115" y="1452501"/>
                  </a:lnTo>
                  <a:lnTo>
                    <a:pt x="4978642" y="1451207"/>
                  </a:lnTo>
                  <a:lnTo>
                    <a:pt x="4882417" y="1449562"/>
                  </a:lnTo>
                  <a:lnTo>
                    <a:pt x="4779849" y="1447565"/>
                  </a:lnTo>
                  <a:lnTo>
                    <a:pt x="4675214" y="1445224"/>
                  </a:lnTo>
                  <a:lnTo>
                    <a:pt x="4572126" y="1442545"/>
                  </a:lnTo>
                  <a:lnTo>
                    <a:pt x="4473271" y="1439531"/>
                  </a:lnTo>
                  <a:lnTo>
                    <a:pt x="4380374" y="1436172"/>
                  </a:lnTo>
                  <a:lnTo>
                    <a:pt x="4294315" y="1432450"/>
                  </a:lnTo>
                  <a:lnTo>
                    <a:pt x="4215312" y="1428330"/>
                  </a:lnTo>
                  <a:lnTo>
                    <a:pt x="4143109" y="1423766"/>
                  </a:lnTo>
                  <a:lnTo>
                    <a:pt x="4077139" y="1418699"/>
                  </a:lnTo>
                  <a:lnTo>
                    <a:pt x="4016656" y="1413062"/>
                  </a:lnTo>
                  <a:lnTo>
                    <a:pt x="3960827" y="1406783"/>
                  </a:lnTo>
                  <a:lnTo>
                    <a:pt x="3908800" y="1399790"/>
                  </a:lnTo>
                  <a:lnTo>
                    <a:pt x="3859763" y="1392029"/>
                  </a:lnTo>
                  <a:lnTo>
                    <a:pt x="3829811" y="1386685"/>
                  </a:lnTo>
                  <a:lnTo>
                    <a:pt x="3774691" y="1375618"/>
                  </a:lnTo>
                  <a:lnTo>
                    <a:pt x="3721363" y="1363361"/>
                  </a:lnTo>
                  <a:lnTo>
                    <a:pt x="3669111" y="1349898"/>
                  </a:lnTo>
                  <a:lnTo>
                    <a:pt x="3617425" y="1335262"/>
                  </a:lnTo>
                  <a:lnTo>
                    <a:pt x="3565957" y="1319534"/>
                  </a:lnTo>
                  <a:lnTo>
                    <a:pt x="3514496" y="1302853"/>
                  </a:lnTo>
                  <a:lnTo>
                    <a:pt x="3462940" y="1285406"/>
                  </a:lnTo>
                  <a:lnTo>
                    <a:pt x="3411276" y="1267428"/>
                  </a:lnTo>
                  <a:lnTo>
                    <a:pt x="3359544" y="1249187"/>
                  </a:lnTo>
                  <a:lnTo>
                    <a:pt x="3307819" y="1230966"/>
                  </a:lnTo>
                  <a:lnTo>
                    <a:pt x="3256168" y="1213047"/>
                  </a:lnTo>
                  <a:lnTo>
                    <a:pt x="3204628" y="1195695"/>
                  </a:lnTo>
                  <a:lnTo>
                    <a:pt x="3153174" y="1179136"/>
                  </a:lnTo>
                  <a:lnTo>
                    <a:pt x="3101691" y="1163555"/>
                  </a:lnTo>
                  <a:lnTo>
                    <a:pt x="3049950" y="1149079"/>
                  </a:lnTo>
                  <a:lnTo>
                    <a:pt x="2997583" y="1135785"/>
                  </a:lnTo>
                  <a:lnTo>
                    <a:pt x="2944052" y="1123696"/>
                  </a:lnTo>
                  <a:lnTo>
                    <a:pt x="2896531" y="1114252"/>
                  </a:lnTo>
                  <a:lnTo>
                    <a:pt x="2849010" y="1105988"/>
                  </a:lnTo>
                  <a:lnTo>
                    <a:pt x="2798973" y="1098512"/>
                  </a:lnTo>
                  <a:lnTo>
                    <a:pt x="2745658" y="1091786"/>
                  </a:lnTo>
                  <a:lnTo>
                    <a:pt x="2688232" y="1085750"/>
                  </a:lnTo>
                  <a:lnTo>
                    <a:pt x="2625843" y="1080329"/>
                  </a:lnTo>
                  <a:lnTo>
                    <a:pt x="2557681" y="1075453"/>
                  </a:lnTo>
                  <a:lnTo>
                    <a:pt x="2483053" y="1071057"/>
                  </a:lnTo>
                  <a:lnTo>
                    <a:pt x="2401487" y="1067086"/>
                  </a:lnTo>
                  <a:lnTo>
                    <a:pt x="2312881" y="1063500"/>
                  </a:lnTo>
                  <a:lnTo>
                    <a:pt x="2217670" y="1060268"/>
                  </a:lnTo>
                  <a:lnTo>
                    <a:pt x="2117024" y="1057376"/>
                  </a:lnTo>
                  <a:lnTo>
                    <a:pt x="2013009" y="1054820"/>
                  </a:lnTo>
                  <a:lnTo>
                    <a:pt x="1908666" y="1052603"/>
                  </a:lnTo>
                  <a:lnTo>
                    <a:pt x="1807893" y="1050734"/>
                  </a:lnTo>
                  <a:lnTo>
                    <a:pt x="1715090" y="1049218"/>
                  </a:lnTo>
                  <a:lnTo>
                    <a:pt x="1634539" y="1048049"/>
                  </a:lnTo>
                  <a:lnTo>
                    <a:pt x="1569646" y="1047207"/>
                  </a:lnTo>
                  <a:lnTo>
                    <a:pt x="1522214" y="1046654"/>
                  </a:lnTo>
                  <a:lnTo>
                    <a:pt x="1491997" y="1046336"/>
                  </a:lnTo>
                  <a:lnTo>
                    <a:pt x="1476605" y="1046189"/>
                  </a:lnTo>
                  <a:lnTo>
                    <a:pt x="1471711" y="1046146"/>
                  </a:lnTo>
                  <a:lnTo>
                    <a:pt x="1471387" y="1046143"/>
                  </a:lnTo>
                  <a:lnTo>
                    <a:pt x="0" y="104614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46" name="pg1046"/>
            <p:cNvSpPr/>
            <p:nvPr/>
          </p:nvSpPr>
          <p:spPr>
            <a:xfrm>
              <a:off x="4799595" y="7701378"/>
              <a:ext cx="11981298" cy="923548"/>
            </a:xfrm>
            <a:custGeom>
              <a:avLst/>
              <a:pathLst>
                <a:path w="11981298" h="923548">
                  <a:moveTo>
                    <a:pt x="0" y="16345"/>
                  </a:moveTo>
                  <a:lnTo>
                    <a:pt x="1471387" y="16345"/>
                  </a:lnTo>
                  <a:lnTo>
                    <a:pt x="1472622" y="16357"/>
                  </a:lnTo>
                  <a:lnTo>
                    <a:pt x="1480728" y="16439"/>
                  </a:lnTo>
                  <a:lnTo>
                    <a:pt x="1501108" y="16665"/>
                  </a:lnTo>
                  <a:lnTo>
                    <a:pt x="1537417" y="17109"/>
                  </a:lnTo>
                  <a:lnTo>
                    <a:pt x="1591277" y="17840"/>
                  </a:lnTo>
                  <a:lnTo>
                    <a:pt x="1662159" y="18912"/>
                  </a:lnTo>
                  <a:lnTo>
                    <a:pt x="1747607" y="20361"/>
                  </a:lnTo>
                  <a:lnTo>
                    <a:pt x="1843809" y="22202"/>
                  </a:lnTo>
                  <a:lnTo>
                    <a:pt x="1946357" y="24438"/>
                  </a:lnTo>
                  <a:lnTo>
                    <a:pt x="2050977" y="27059"/>
                  </a:lnTo>
                  <a:lnTo>
                    <a:pt x="2154054" y="30058"/>
                  </a:lnTo>
                  <a:lnTo>
                    <a:pt x="2252904" y="33433"/>
                  </a:lnTo>
                  <a:lnTo>
                    <a:pt x="2345800" y="37193"/>
                  </a:lnTo>
                  <a:lnTo>
                    <a:pt x="2431859" y="41361"/>
                  </a:lnTo>
                  <a:lnTo>
                    <a:pt x="2510866" y="45974"/>
                  </a:lnTo>
                  <a:lnTo>
                    <a:pt x="2583073" y="51084"/>
                  </a:lnTo>
                  <a:lnTo>
                    <a:pt x="2649048" y="56756"/>
                  </a:lnTo>
                  <a:lnTo>
                    <a:pt x="2709535" y="63067"/>
                  </a:lnTo>
                  <a:lnTo>
                    <a:pt x="2765367" y="70097"/>
                  </a:lnTo>
                  <a:lnTo>
                    <a:pt x="2817396" y="77925"/>
                  </a:lnTo>
                  <a:lnTo>
                    <a:pt x="2866434" y="86614"/>
                  </a:lnTo>
                  <a:lnTo>
                    <a:pt x="2896531" y="92627"/>
                  </a:lnTo>
                  <a:lnTo>
                    <a:pt x="2951384" y="104958"/>
                  </a:lnTo>
                  <a:lnTo>
                    <a:pt x="3004459" y="118608"/>
                  </a:lnTo>
                  <a:lnTo>
                    <a:pt x="3056463" y="133595"/>
                  </a:lnTo>
                  <a:lnTo>
                    <a:pt x="3107900" y="149885"/>
                  </a:lnTo>
                  <a:lnTo>
                    <a:pt x="3159117" y="167388"/>
                  </a:lnTo>
                  <a:lnTo>
                    <a:pt x="3210322" y="185953"/>
                  </a:lnTo>
                  <a:lnTo>
                    <a:pt x="3261620" y="205373"/>
                  </a:lnTo>
                  <a:lnTo>
                    <a:pt x="3313026" y="225392"/>
                  </a:lnTo>
                  <a:lnTo>
                    <a:pt x="3364501" y="245716"/>
                  </a:lnTo>
                  <a:lnTo>
                    <a:pt x="3415973" y="266031"/>
                  </a:lnTo>
                  <a:lnTo>
                    <a:pt x="3467375" y="286026"/>
                  </a:lnTo>
                  <a:lnTo>
                    <a:pt x="3518666" y="305408"/>
                  </a:lnTo>
                  <a:lnTo>
                    <a:pt x="3569869" y="323923"/>
                  </a:lnTo>
                  <a:lnTo>
                    <a:pt x="3621091" y="341366"/>
                  </a:lnTo>
                  <a:lnTo>
                    <a:pt x="3672548" y="357590"/>
                  </a:lnTo>
                  <a:lnTo>
                    <a:pt x="3724593" y="372509"/>
                  </a:lnTo>
                  <a:lnTo>
                    <a:pt x="3777740" y="386090"/>
                  </a:lnTo>
                  <a:lnTo>
                    <a:pt x="3829811" y="397752"/>
                  </a:lnTo>
                  <a:lnTo>
                    <a:pt x="3877325" y="407006"/>
                  </a:lnTo>
                  <a:lnTo>
                    <a:pt x="3927354" y="415378"/>
                  </a:lnTo>
                  <a:lnTo>
                    <a:pt x="3980660" y="422910"/>
                  </a:lnTo>
                  <a:lnTo>
                    <a:pt x="4038076" y="429670"/>
                  </a:lnTo>
                  <a:lnTo>
                    <a:pt x="4100452" y="435741"/>
                  </a:lnTo>
                  <a:lnTo>
                    <a:pt x="4168599" y="441202"/>
                  </a:lnTo>
                  <a:lnTo>
                    <a:pt x="4243210" y="446126"/>
                  </a:lnTo>
                  <a:lnTo>
                    <a:pt x="4324756" y="450572"/>
                  </a:lnTo>
                  <a:lnTo>
                    <a:pt x="4413341" y="454589"/>
                  </a:lnTo>
                  <a:lnTo>
                    <a:pt x="4508529" y="458209"/>
                  </a:lnTo>
                  <a:lnTo>
                    <a:pt x="4609155" y="461448"/>
                  </a:lnTo>
                  <a:lnTo>
                    <a:pt x="4713151" y="464311"/>
                  </a:lnTo>
                  <a:lnTo>
                    <a:pt x="4817481" y="466794"/>
                  </a:lnTo>
                  <a:lnTo>
                    <a:pt x="4918251" y="468887"/>
                  </a:lnTo>
                  <a:lnTo>
                    <a:pt x="5011063" y="470586"/>
                  </a:lnTo>
                  <a:lnTo>
                    <a:pt x="5091633" y="471896"/>
                  </a:lnTo>
                  <a:lnTo>
                    <a:pt x="5156558" y="472840"/>
                  </a:lnTo>
                  <a:lnTo>
                    <a:pt x="5204027" y="473460"/>
                  </a:lnTo>
                  <a:lnTo>
                    <a:pt x="5234283" y="473817"/>
                  </a:lnTo>
                  <a:lnTo>
                    <a:pt x="5249710" y="473982"/>
                  </a:lnTo>
                  <a:lnTo>
                    <a:pt x="5254626" y="474030"/>
                  </a:lnTo>
                  <a:lnTo>
                    <a:pt x="5254955" y="474033"/>
                  </a:lnTo>
                  <a:lnTo>
                    <a:pt x="6726343" y="474033"/>
                  </a:lnTo>
                  <a:lnTo>
                    <a:pt x="6727578" y="474045"/>
                  </a:lnTo>
                  <a:lnTo>
                    <a:pt x="6735684" y="474125"/>
                  </a:lnTo>
                  <a:lnTo>
                    <a:pt x="6756066" y="474347"/>
                  </a:lnTo>
                  <a:lnTo>
                    <a:pt x="6792377" y="474783"/>
                  </a:lnTo>
                  <a:lnTo>
                    <a:pt x="6846241" y="475501"/>
                  </a:lnTo>
                  <a:lnTo>
                    <a:pt x="6917127" y="476554"/>
                  </a:lnTo>
                  <a:lnTo>
                    <a:pt x="7002579" y="477977"/>
                  </a:lnTo>
                  <a:lnTo>
                    <a:pt x="7098785" y="479786"/>
                  </a:lnTo>
                  <a:lnTo>
                    <a:pt x="7201336" y="481981"/>
                  </a:lnTo>
                  <a:lnTo>
                    <a:pt x="7305958" y="484556"/>
                  </a:lnTo>
                  <a:lnTo>
                    <a:pt x="7409038" y="487502"/>
                  </a:lnTo>
                  <a:lnTo>
                    <a:pt x="7507889" y="490817"/>
                  </a:lnTo>
                  <a:lnTo>
                    <a:pt x="7600785" y="494510"/>
                  </a:lnTo>
                  <a:lnTo>
                    <a:pt x="7686844" y="498604"/>
                  </a:lnTo>
                  <a:lnTo>
                    <a:pt x="7765850" y="503135"/>
                  </a:lnTo>
                  <a:lnTo>
                    <a:pt x="7838057" y="508154"/>
                  </a:lnTo>
                  <a:lnTo>
                    <a:pt x="7904031" y="513725"/>
                  </a:lnTo>
                  <a:lnTo>
                    <a:pt x="7964517" y="519923"/>
                  </a:lnTo>
                  <a:lnTo>
                    <a:pt x="8020349" y="526828"/>
                  </a:lnTo>
                  <a:lnTo>
                    <a:pt x="8072377" y="534517"/>
                  </a:lnTo>
                  <a:lnTo>
                    <a:pt x="8121415" y="543051"/>
                  </a:lnTo>
                  <a:lnTo>
                    <a:pt x="8151487" y="548953"/>
                  </a:lnTo>
                  <a:lnTo>
                    <a:pt x="8206386" y="561074"/>
                  </a:lnTo>
                  <a:lnTo>
                    <a:pt x="8259505" y="574494"/>
                  </a:lnTo>
                  <a:lnTo>
                    <a:pt x="8311551" y="589229"/>
                  </a:lnTo>
                  <a:lnTo>
                    <a:pt x="8363032" y="605245"/>
                  </a:lnTo>
                  <a:lnTo>
                    <a:pt x="8414291" y="622454"/>
                  </a:lnTo>
                  <a:lnTo>
                    <a:pt x="8465541" y="640708"/>
                  </a:lnTo>
                  <a:lnTo>
                    <a:pt x="8516883" y="659802"/>
                  </a:lnTo>
                  <a:lnTo>
                    <a:pt x="8568334" y="679483"/>
                  </a:lnTo>
                  <a:lnTo>
                    <a:pt x="8619853" y="699462"/>
                  </a:lnTo>
                  <a:lnTo>
                    <a:pt x="8671370" y="719430"/>
                  </a:lnTo>
                  <a:lnTo>
                    <a:pt x="8722814" y="739081"/>
                  </a:lnTo>
                  <a:lnTo>
                    <a:pt x="8774148" y="758126"/>
                  </a:lnTo>
                  <a:lnTo>
                    <a:pt x="8825395" y="776315"/>
                  </a:lnTo>
                  <a:lnTo>
                    <a:pt x="8876661" y="793448"/>
                  </a:lnTo>
                  <a:lnTo>
                    <a:pt x="8928167" y="809381"/>
                  </a:lnTo>
                  <a:lnTo>
                    <a:pt x="8980268" y="824028"/>
                  </a:lnTo>
                  <a:lnTo>
                    <a:pt x="9033481" y="837360"/>
                  </a:lnTo>
                  <a:lnTo>
                    <a:pt x="9084767" y="848629"/>
                  </a:lnTo>
                  <a:lnTo>
                    <a:pt x="9132282" y="857718"/>
                  </a:lnTo>
                  <a:lnTo>
                    <a:pt x="9182313" y="865941"/>
                  </a:lnTo>
                  <a:lnTo>
                    <a:pt x="9235620" y="873338"/>
                  </a:lnTo>
                  <a:lnTo>
                    <a:pt x="9293037" y="879978"/>
                  </a:lnTo>
                  <a:lnTo>
                    <a:pt x="9355415" y="885940"/>
                  </a:lnTo>
                  <a:lnTo>
                    <a:pt x="9423565" y="891304"/>
                  </a:lnTo>
                  <a:lnTo>
                    <a:pt x="9498180" y="896140"/>
                  </a:lnTo>
                  <a:lnTo>
                    <a:pt x="9579729" y="900507"/>
                  </a:lnTo>
                  <a:lnTo>
                    <a:pt x="9668317" y="904452"/>
                  </a:lnTo>
                  <a:lnTo>
                    <a:pt x="9763510" y="908007"/>
                  </a:lnTo>
                  <a:lnTo>
                    <a:pt x="9864139" y="911188"/>
                  </a:lnTo>
                  <a:lnTo>
                    <a:pt x="9968138" y="914000"/>
                  </a:lnTo>
                  <a:lnTo>
                    <a:pt x="10072471" y="916439"/>
                  </a:lnTo>
                  <a:lnTo>
                    <a:pt x="10173241" y="918495"/>
                  </a:lnTo>
                  <a:lnTo>
                    <a:pt x="10266051" y="920163"/>
                  </a:lnTo>
                  <a:lnTo>
                    <a:pt x="10346618" y="921450"/>
                  </a:lnTo>
                  <a:lnTo>
                    <a:pt x="10411538" y="922376"/>
                  </a:lnTo>
                  <a:lnTo>
                    <a:pt x="10459000" y="922986"/>
                  </a:lnTo>
                  <a:lnTo>
                    <a:pt x="10489250" y="923336"/>
                  </a:lnTo>
                  <a:lnTo>
                    <a:pt x="10504671" y="923498"/>
                  </a:lnTo>
                  <a:lnTo>
                    <a:pt x="10509583" y="923545"/>
                  </a:lnTo>
                  <a:lnTo>
                    <a:pt x="10509911" y="923548"/>
                  </a:lnTo>
                  <a:lnTo>
                    <a:pt x="11981298" y="923548"/>
                  </a:lnTo>
                  <a:lnTo>
                    <a:pt x="11981298" y="907202"/>
                  </a:lnTo>
                  <a:lnTo>
                    <a:pt x="10509911" y="907202"/>
                  </a:lnTo>
                  <a:lnTo>
                    <a:pt x="10508675" y="907191"/>
                  </a:lnTo>
                  <a:lnTo>
                    <a:pt x="10500569" y="907111"/>
                  </a:lnTo>
                  <a:lnTo>
                    <a:pt x="10480187" y="906889"/>
                  </a:lnTo>
                  <a:lnTo>
                    <a:pt x="10443876" y="906452"/>
                  </a:lnTo>
                  <a:lnTo>
                    <a:pt x="10390013" y="905734"/>
                  </a:lnTo>
                  <a:lnTo>
                    <a:pt x="10319127" y="904681"/>
                  </a:lnTo>
                  <a:lnTo>
                    <a:pt x="10233674" y="903258"/>
                  </a:lnTo>
                  <a:lnTo>
                    <a:pt x="10137468" y="901450"/>
                  </a:lnTo>
                  <a:lnTo>
                    <a:pt x="10034917" y="899254"/>
                  </a:lnTo>
                  <a:lnTo>
                    <a:pt x="9930295" y="896680"/>
                  </a:lnTo>
                  <a:lnTo>
                    <a:pt x="9827215" y="893734"/>
                  </a:lnTo>
                  <a:lnTo>
                    <a:pt x="9728364" y="890419"/>
                  </a:lnTo>
                  <a:lnTo>
                    <a:pt x="9635469" y="886726"/>
                  </a:lnTo>
                  <a:lnTo>
                    <a:pt x="9549409" y="882632"/>
                  </a:lnTo>
                  <a:lnTo>
                    <a:pt x="9470404" y="878101"/>
                  </a:lnTo>
                  <a:lnTo>
                    <a:pt x="9398196" y="873082"/>
                  </a:lnTo>
                  <a:lnTo>
                    <a:pt x="9332223" y="867511"/>
                  </a:lnTo>
                  <a:lnTo>
                    <a:pt x="9271736" y="861312"/>
                  </a:lnTo>
                  <a:lnTo>
                    <a:pt x="9215904" y="854408"/>
                  </a:lnTo>
                  <a:lnTo>
                    <a:pt x="9163876" y="846718"/>
                  </a:lnTo>
                  <a:lnTo>
                    <a:pt x="9114838" y="838184"/>
                  </a:lnTo>
                  <a:lnTo>
                    <a:pt x="9084767" y="832283"/>
                  </a:lnTo>
                  <a:lnTo>
                    <a:pt x="9029867" y="820162"/>
                  </a:lnTo>
                  <a:lnTo>
                    <a:pt x="8976748" y="806742"/>
                  </a:lnTo>
                  <a:lnTo>
                    <a:pt x="8924702" y="792007"/>
                  </a:lnTo>
                  <a:lnTo>
                    <a:pt x="8873222" y="775990"/>
                  </a:lnTo>
                  <a:lnTo>
                    <a:pt x="8821962" y="758781"/>
                  </a:lnTo>
                  <a:lnTo>
                    <a:pt x="8770712" y="740528"/>
                  </a:lnTo>
                  <a:lnTo>
                    <a:pt x="8719370" y="721434"/>
                  </a:lnTo>
                  <a:lnTo>
                    <a:pt x="8667919" y="701753"/>
                  </a:lnTo>
                  <a:lnTo>
                    <a:pt x="8616400" y="681774"/>
                  </a:lnTo>
                  <a:lnTo>
                    <a:pt x="8564884" y="661805"/>
                  </a:lnTo>
                  <a:lnTo>
                    <a:pt x="8513439" y="642155"/>
                  </a:lnTo>
                  <a:lnTo>
                    <a:pt x="8462105" y="623110"/>
                  </a:lnTo>
                  <a:lnTo>
                    <a:pt x="8410859" y="604921"/>
                  </a:lnTo>
                  <a:lnTo>
                    <a:pt x="8359592" y="587788"/>
                  </a:lnTo>
                  <a:lnTo>
                    <a:pt x="8308086" y="571855"/>
                  </a:lnTo>
                  <a:lnTo>
                    <a:pt x="8255986" y="557208"/>
                  </a:lnTo>
                  <a:lnTo>
                    <a:pt x="8202772" y="543876"/>
                  </a:lnTo>
                  <a:lnTo>
                    <a:pt x="8151487" y="532607"/>
                  </a:lnTo>
                  <a:lnTo>
                    <a:pt x="8103971" y="523518"/>
                  </a:lnTo>
                  <a:lnTo>
                    <a:pt x="8053941" y="515295"/>
                  </a:lnTo>
                  <a:lnTo>
                    <a:pt x="8000633" y="507897"/>
                  </a:lnTo>
                  <a:lnTo>
                    <a:pt x="7943216" y="501258"/>
                  </a:lnTo>
                  <a:lnTo>
                    <a:pt x="7880838" y="495295"/>
                  </a:lnTo>
                  <a:lnTo>
                    <a:pt x="7812688" y="489932"/>
                  </a:lnTo>
                  <a:lnTo>
                    <a:pt x="7738073" y="485096"/>
                  </a:lnTo>
                  <a:lnTo>
                    <a:pt x="7656524" y="480729"/>
                  </a:lnTo>
                  <a:lnTo>
                    <a:pt x="7567936" y="476783"/>
                  </a:lnTo>
                  <a:lnTo>
                    <a:pt x="7472743" y="473229"/>
                  </a:lnTo>
                  <a:lnTo>
                    <a:pt x="7372114" y="470048"/>
                  </a:lnTo>
                  <a:lnTo>
                    <a:pt x="7268115" y="467235"/>
                  </a:lnTo>
                  <a:lnTo>
                    <a:pt x="7163782" y="464797"/>
                  </a:lnTo>
                  <a:lnTo>
                    <a:pt x="7063012" y="462741"/>
                  </a:lnTo>
                  <a:lnTo>
                    <a:pt x="6970202" y="461072"/>
                  </a:lnTo>
                  <a:lnTo>
                    <a:pt x="6889635" y="459786"/>
                  </a:lnTo>
                  <a:lnTo>
                    <a:pt x="6824716" y="458859"/>
                  </a:lnTo>
                  <a:lnTo>
                    <a:pt x="6777253" y="458250"/>
                  </a:lnTo>
                  <a:lnTo>
                    <a:pt x="6747004" y="457900"/>
                  </a:lnTo>
                  <a:lnTo>
                    <a:pt x="6731582" y="457737"/>
                  </a:lnTo>
                  <a:lnTo>
                    <a:pt x="6726670" y="457690"/>
                  </a:lnTo>
                  <a:lnTo>
                    <a:pt x="6726343" y="457687"/>
                  </a:lnTo>
                  <a:lnTo>
                    <a:pt x="5254955" y="457687"/>
                  </a:lnTo>
                  <a:lnTo>
                    <a:pt x="5253720" y="457676"/>
                  </a:lnTo>
                  <a:lnTo>
                    <a:pt x="5245614" y="457594"/>
                  </a:lnTo>
                  <a:lnTo>
                    <a:pt x="5225234" y="457368"/>
                  </a:lnTo>
                  <a:lnTo>
                    <a:pt x="5188925" y="456924"/>
                  </a:lnTo>
                  <a:lnTo>
                    <a:pt x="5135065" y="456193"/>
                  </a:lnTo>
                  <a:lnTo>
                    <a:pt x="5064183" y="455121"/>
                  </a:lnTo>
                  <a:lnTo>
                    <a:pt x="4978735" y="453672"/>
                  </a:lnTo>
                  <a:lnTo>
                    <a:pt x="4882533" y="451831"/>
                  </a:lnTo>
                  <a:lnTo>
                    <a:pt x="4779985" y="449595"/>
                  </a:lnTo>
                  <a:lnTo>
                    <a:pt x="4675366" y="446974"/>
                  </a:lnTo>
                  <a:lnTo>
                    <a:pt x="4572288" y="443975"/>
                  </a:lnTo>
                  <a:lnTo>
                    <a:pt x="4473438" y="440600"/>
                  </a:lnTo>
                  <a:lnTo>
                    <a:pt x="4380543" y="436840"/>
                  </a:lnTo>
                  <a:lnTo>
                    <a:pt x="4294483" y="432672"/>
                  </a:lnTo>
                  <a:lnTo>
                    <a:pt x="4215477" y="428059"/>
                  </a:lnTo>
                  <a:lnTo>
                    <a:pt x="4143269" y="422949"/>
                  </a:lnTo>
                  <a:lnTo>
                    <a:pt x="4077294" y="417277"/>
                  </a:lnTo>
                  <a:lnTo>
                    <a:pt x="4016807" y="410966"/>
                  </a:lnTo>
                  <a:lnTo>
                    <a:pt x="3960975" y="403936"/>
                  </a:lnTo>
                  <a:lnTo>
                    <a:pt x="3908946" y="396108"/>
                  </a:lnTo>
                  <a:lnTo>
                    <a:pt x="3859908" y="387419"/>
                  </a:lnTo>
                  <a:lnTo>
                    <a:pt x="3829811" y="381406"/>
                  </a:lnTo>
                  <a:lnTo>
                    <a:pt x="3774958" y="369075"/>
                  </a:lnTo>
                  <a:lnTo>
                    <a:pt x="3721883" y="355425"/>
                  </a:lnTo>
                  <a:lnTo>
                    <a:pt x="3669879" y="340438"/>
                  </a:lnTo>
                  <a:lnTo>
                    <a:pt x="3618442" y="324148"/>
                  </a:lnTo>
                  <a:lnTo>
                    <a:pt x="3567226" y="306645"/>
                  </a:lnTo>
                  <a:lnTo>
                    <a:pt x="3516020" y="288080"/>
                  </a:lnTo>
                  <a:lnTo>
                    <a:pt x="3464722" y="268660"/>
                  </a:lnTo>
                  <a:lnTo>
                    <a:pt x="3413316" y="248641"/>
                  </a:lnTo>
                  <a:lnTo>
                    <a:pt x="3361841" y="228317"/>
                  </a:lnTo>
                  <a:lnTo>
                    <a:pt x="3310369" y="208002"/>
                  </a:lnTo>
                  <a:lnTo>
                    <a:pt x="3258967" y="188007"/>
                  </a:lnTo>
                  <a:lnTo>
                    <a:pt x="3207676" y="168625"/>
                  </a:lnTo>
                  <a:lnTo>
                    <a:pt x="3156473" y="150110"/>
                  </a:lnTo>
                  <a:lnTo>
                    <a:pt x="3105251" y="132667"/>
                  </a:lnTo>
                  <a:lnTo>
                    <a:pt x="3053794" y="116443"/>
                  </a:lnTo>
                  <a:lnTo>
                    <a:pt x="3001750" y="101524"/>
                  </a:lnTo>
                  <a:lnTo>
                    <a:pt x="2948602" y="87943"/>
                  </a:lnTo>
                  <a:lnTo>
                    <a:pt x="2896531" y="76281"/>
                  </a:lnTo>
                  <a:lnTo>
                    <a:pt x="2849017" y="67027"/>
                  </a:lnTo>
                  <a:lnTo>
                    <a:pt x="2798988" y="58654"/>
                  </a:lnTo>
                  <a:lnTo>
                    <a:pt x="2745682" y="51123"/>
                  </a:lnTo>
                  <a:lnTo>
                    <a:pt x="2688267" y="44362"/>
                  </a:lnTo>
                  <a:lnTo>
                    <a:pt x="2625891" y="38292"/>
                  </a:lnTo>
                  <a:lnTo>
                    <a:pt x="2557743" y="32831"/>
                  </a:lnTo>
                  <a:lnTo>
                    <a:pt x="2483132" y="27907"/>
                  </a:lnTo>
                  <a:lnTo>
                    <a:pt x="2401586" y="23460"/>
                  </a:lnTo>
                  <a:lnTo>
                    <a:pt x="2313001" y="19443"/>
                  </a:lnTo>
                  <a:lnTo>
                    <a:pt x="2217813" y="15824"/>
                  </a:lnTo>
                  <a:lnTo>
                    <a:pt x="2117187" y="12585"/>
                  </a:lnTo>
                  <a:lnTo>
                    <a:pt x="2013192" y="9722"/>
                  </a:lnTo>
                  <a:lnTo>
                    <a:pt x="1908861" y="7239"/>
                  </a:lnTo>
                  <a:lnTo>
                    <a:pt x="1808091" y="5145"/>
                  </a:lnTo>
                  <a:lnTo>
                    <a:pt x="1715279" y="3447"/>
                  </a:lnTo>
                  <a:lnTo>
                    <a:pt x="1634709" y="2137"/>
                  </a:lnTo>
                  <a:lnTo>
                    <a:pt x="1569784" y="1193"/>
                  </a:lnTo>
                  <a:lnTo>
                    <a:pt x="1522315" y="573"/>
                  </a:lnTo>
                  <a:lnTo>
                    <a:pt x="1492059" y="216"/>
                  </a:lnTo>
                  <a:lnTo>
                    <a:pt x="1476632" y="50"/>
                  </a:lnTo>
                  <a:lnTo>
                    <a:pt x="1471716" y="2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28E5B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047" name="pl1047"/>
            <p:cNvSpPr/>
            <p:nvPr/>
          </p:nvSpPr>
          <p:spPr>
            <a:xfrm>
              <a:off x="4799595" y="7717724"/>
              <a:ext cx="11981298" cy="907202"/>
            </a:xfrm>
            <a:custGeom>
              <a:avLst/>
              <a:pathLst>
                <a:path w="11981298" h="907202">
                  <a:moveTo>
                    <a:pt x="0" y="0"/>
                  </a:moveTo>
                  <a:lnTo>
                    <a:pt x="1471387" y="0"/>
                  </a:lnTo>
                  <a:lnTo>
                    <a:pt x="1472622" y="11"/>
                  </a:lnTo>
                  <a:lnTo>
                    <a:pt x="1480728" y="93"/>
                  </a:lnTo>
                  <a:lnTo>
                    <a:pt x="1501108" y="319"/>
                  </a:lnTo>
                  <a:lnTo>
                    <a:pt x="1537417" y="763"/>
                  </a:lnTo>
                  <a:lnTo>
                    <a:pt x="1591277" y="1494"/>
                  </a:lnTo>
                  <a:lnTo>
                    <a:pt x="1662159" y="2566"/>
                  </a:lnTo>
                  <a:lnTo>
                    <a:pt x="1747607" y="4015"/>
                  </a:lnTo>
                  <a:lnTo>
                    <a:pt x="1843809" y="5856"/>
                  </a:lnTo>
                  <a:lnTo>
                    <a:pt x="1946357" y="8092"/>
                  </a:lnTo>
                  <a:lnTo>
                    <a:pt x="2050977" y="10713"/>
                  </a:lnTo>
                  <a:lnTo>
                    <a:pt x="2154054" y="13712"/>
                  </a:lnTo>
                  <a:lnTo>
                    <a:pt x="2252904" y="17087"/>
                  </a:lnTo>
                  <a:lnTo>
                    <a:pt x="2345800" y="20847"/>
                  </a:lnTo>
                  <a:lnTo>
                    <a:pt x="2431859" y="25015"/>
                  </a:lnTo>
                  <a:lnTo>
                    <a:pt x="2510866" y="29628"/>
                  </a:lnTo>
                  <a:lnTo>
                    <a:pt x="2583073" y="34738"/>
                  </a:lnTo>
                  <a:lnTo>
                    <a:pt x="2649048" y="40410"/>
                  </a:lnTo>
                  <a:lnTo>
                    <a:pt x="2709535" y="46721"/>
                  </a:lnTo>
                  <a:lnTo>
                    <a:pt x="2765367" y="53751"/>
                  </a:lnTo>
                  <a:lnTo>
                    <a:pt x="2817396" y="61579"/>
                  </a:lnTo>
                  <a:lnTo>
                    <a:pt x="2866434" y="70268"/>
                  </a:lnTo>
                  <a:lnTo>
                    <a:pt x="2896531" y="76281"/>
                  </a:lnTo>
                  <a:lnTo>
                    <a:pt x="2951384" y="88612"/>
                  </a:lnTo>
                  <a:lnTo>
                    <a:pt x="3004459" y="102262"/>
                  </a:lnTo>
                  <a:lnTo>
                    <a:pt x="3056463" y="117249"/>
                  </a:lnTo>
                  <a:lnTo>
                    <a:pt x="3107900" y="133539"/>
                  </a:lnTo>
                  <a:lnTo>
                    <a:pt x="3159117" y="151042"/>
                  </a:lnTo>
                  <a:lnTo>
                    <a:pt x="3210322" y="169607"/>
                  </a:lnTo>
                  <a:lnTo>
                    <a:pt x="3261620" y="189027"/>
                  </a:lnTo>
                  <a:lnTo>
                    <a:pt x="3313026" y="209046"/>
                  </a:lnTo>
                  <a:lnTo>
                    <a:pt x="3364501" y="229370"/>
                  </a:lnTo>
                  <a:lnTo>
                    <a:pt x="3415973" y="249685"/>
                  </a:lnTo>
                  <a:lnTo>
                    <a:pt x="3467375" y="269680"/>
                  </a:lnTo>
                  <a:lnTo>
                    <a:pt x="3518666" y="289062"/>
                  </a:lnTo>
                  <a:lnTo>
                    <a:pt x="3569869" y="307577"/>
                  </a:lnTo>
                  <a:lnTo>
                    <a:pt x="3621091" y="325020"/>
                  </a:lnTo>
                  <a:lnTo>
                    <a:pt x="3672548" y="341244"/>
                  </a:lnTo>
                  <a:lnTo>
                    <a:pt x="3724593" y="356163"/>
                  </a:lnTo>
                  <a:lnTo>
                    <a:pt x="3777740" y="369744"/>
                  </a:lnTo>
                  <a:lnTo>
                    <a:pt x="3829811" y="381406"/>
                  </a:lnTo>
                  <a:lnTo>
                    <a:pt x="3877325" y="390660"/>
                  </a:lnTo>
                  <a:lnTo>
                    <a:pt x="3927354" y="399032"/>
                  </a:lnTo>
                  <a:lnTo>
                    <a:pt x="3980660" y="406564"/>
                  </a:lnTo>
                  <a:lnTo>
                    <a:pt x="4038076" y="413324"/>
                  </a:lnTo>
                  <a:lnTo>
                    <a:pt x="4100452" y="419395"/>
                  </a:lnTo>
                  <a:lnTo>
                    <a:pt x="4168599" y="424856"/>
                  </a:lnTo>
                  <a:lnTo>
                    <a:pt x="4243210" y="429780"/>
                  </a:lnTo>
                  <a:lnTo>
                    <a:pt x="4324756" y="434226"/>
                  </a:lnTo>
                  <a:lnTo>
                    <a:pt x="4413341" y="438243"/>
                  </a:lnTo>
                  <a:lnTo>
                    <a:pt x="4508529" y="441863"/>
                  </a:lnTo>
                  <a:lnTo>
                    <a:pt x="4609155" y="445102"/>
                  </a:lnTo>
                  <a:lnTo>
                    <a:pt x="4713151" y="447965"/>
                  </a:lnTo>
                  <a:lnTo>
                    <a:pt x="4817481" y="450448"/>
                  </a:lnTo>
                  <a:lnTo>
                    <a:pt x="4918251" y="452541"/>
                  </a:lnTo>
                  <a:lnTo>
                    <a:pt x="5011063" y="454240"/>
                  </a:lnTo>
                  <a:lnTo>
                    <a:pt x="5091633" y="455550"/>
                  </a:lnTo>
                  <a:lnTo>
                    <a:pt x="5156558" y="456494"/>
                  </a:lnTo>
                  <a:lnTo>
                    <a:pt x="5204027" y="457114"/>
                  </a:lnTo>
                  <a:lnTo>
                    <a:pt x="5234283" y="457471"/>
                  </a:lnTo>
                  <a:lnTo>
                    <a:pt x="5249710" y="457636"/>
                  </a:lnTo>
                  <a:lnTo>
                    <a:pt x="5254626" y="457684"/>
                  </a:lnTo>
                  <a:lnTo>
                    <a:pt x="5254955" y="457687"/>
                  </a:lnTo>
                  <a:lnTo>
                    <a:pt x="6726343" y="457687"/>
                  </a:lnTo>
                  <a:lnTo>
                    <a:pt x="6727578" y="457699"/>
                  </a:lnTo>
                  <a:lnTo>
                    <a:pt x="6735684" y="457779"/>
                  </a:lnTo>
                  <a:lnTo>
                    <a:pt x="6756066" y="458001"/>
                  </a:lnTo>
                  <a:lnTo>
                    <a:pt x="6792377" y="458437"/>
                  </a:lnTo>
                  <a:lnTo>
                    <a:pt x="6846241" y="459155"/>
                  </a:lnTo>
                  <a:lnTo>
                    <a:pt x="6917127" y="460208"/>
                  </a:lnTo>
                  <a:lnTo>
                    <a:pt x="7002579" y="461631"/>
                  </a:lnTo>
                  <a:lnTo>
                    <a:pt x="7098785" y="463440"/>
                  </a:lnTo>
                  <a:lnTo>
                    <a:pt x="7201336" y="465635"/>
                  </a:lnTo>
                  <a:lnTo>
                    <a:pt x="7305958" y="468210"/>
                  </a:lnTo>
                  <a:lnTo>
                    <a:pt x="7409038" y="471156"/>
                  </a:lnTo>
                  <a:lnTo>
                    <a:pt x="7507889" y="474471"/>
                  </a:lnTo>
                  <a:lnTo>
                    <a:pt x="7600785" y="478164"/>
                  </a:lnTo>
                  <a:lnTo>
                    <a:pt x="7686844" y="482258"/>
                  </a:lnTo>
                  <a:lnTo>
                    <a:pt x="7765850" y="486789"/>
                  </a:lnTo>
                  <a:lnTo>
                    <a:pt x="7838057" y="491808"/>
                  </a:lnTo>
                  <a:lnTo>
                    <a:pt x="7904031" y="497379"/>
                  </a:lnTo>
                  <a:lnTo>
                    <a:pt x="7964517" y="503577"/>
                  </a:lnTo>
                  <a:lnTo>
                    <a:pt x="8020349" y="510482"/>
                  </a:lnTo>
                  <a:lnTo>
                    <a:pt x="8072377" y="518171"/>
                  </a:lnTo>
                  <a:lnTo>
                    <a:pt x="8121415" y="526705"/>
                  </a:lnTo>
                  <a:lnTo>
                    <a:pt x="8151487" y="532607"/>
                  </a:lnTo>
                  <a:lnTo>
                    <a:pt x="8206386" y="544728"/>
                  </a:lnTo>
                  <a:lnTo>
                    <a:pt x="8259505" y="558148"/>
                  </a:lnTo>
                  <a:lnTo>
                    <a:pt x="8311551" y="572883"/>
                  </a:lnTo>
                  <a:lnTo>
                    <a:pt x="8363032" y="588899"/>
                  </a:lnTo>
                  <a:lnTo>
                    <a:pt x="8414291" y="606108"/>
                  </a:lnTo>
                  <a:lnTo>
                    <a:pt x="8465541" y="624362"/>
                  </a:lnTo>
                  <a:lnTo>
                    <a:pt x="8516883" y="643456"/>
                  </a:lnTo>
                  <a:lnTo>
                    <a:pt x="8568334" y="663137"/>
                  </a:lnTo>
                  <a:lnTo>
                    <a:pt x="8619853" y="683116"/>
                  </a:lnTo>
                  <a:lnTo>
                    <a:pt x="8671370" y="703084"/>
                  </a:lnTo>
                  <a:lnTo>
                    <a:pt x="8722814" y="722735"/>
                  </a:lnTo>
                  <a:lnTo>
                    <a:pt x="8774148" y="741780"/>
                  </a:lnTo>
                  <a:lnTo>
                    <a:pt x="8825395" y="759969"/>
                  </a:lnTo>
                  <a:lnTo>
                    <a:pt x="8876661" y="777102"/>
                  </a:lnTo>
                  <a:lnTo>
                    <a:pt x="8928167" y="793035"/>
                  </a:lnTo>
                  <a:lnTo>
                    <a:pt x="8980268" y="807682"/>
                  </a:lnTo>
                  <a:lnTo>
                    <a:pt x="9033481" y="821014"/>
                  </a:lnTo>
                  <a:lnTo>
                    <a:pt x="9084767" y="832283"/>
                  </a:lnTo>
                  <a:lnTo>
                    <a:pt x="9132282" y="841372"/>
                  </a:lnTo>
                  <a:lnTo>
                    <a:pt x="9182313" y="849595"/>
                  </a:lnTo>
                  <a:lnTo>
                    <a:pt x="9235620" y="856992"/>
                  </a:lnTo>
                  <a:lnTo>
                    <a:pt x="9293037" y="863632"/>
                  </a:lnTo>
                  <a:lnTo>
                    <a:pt x="9355415" y="869594"/>
                  </a:lnTo>
                  <a:lnTo>
                    <a:pt x="9423565" y="874958"/>
                  </a:lnTo>
                  <a:lnTo>
                    <a:pt x="9498180" y="879794"/>
                  </a:lnTo>
                  <a:lnTo>
                    <a:pt x="9579729" y="884161"/>
                  </a:lnTo>
                  <a:lnTo>
                    <a:pt x="9668317" y="888106"/>
                  </a:lnTo>
                  <a:lnTo>
                    <a:pt x="9763510" y="891661"/>
                  </a:lnTo>
                  <a:lnTo>
                    <a:pt x="9864139" y="894842"/>
                  </a:lnTo>
                  <a:lnTo>
                    <a:pt x="9968138" y="897654"/>
                  </a:lnTo>
                  <a:lnTo>
                    <a:pt x="10072471" y="900093"/>
                  </a:lnTo>
                  <a:lnTo>
                    <a:pt x="10173241" y="902149"/>
                  </a:lnTo>
                  <a:lnTo>
                    <a:pt x="10266051" y="903817"/>
                  </a:lnTo>
                  <a:lnTo>
                    <a:pt x="10346618" y="905104"/>
                  </a:lnTo>
                  <a:lnTo>
                    <a:pt x="10411538" y="906030"/>
                  </a:lnTo>
                  <a:lnTo>
                    <a:pt x="10459000" y="906640"/>
                  </a:lnTo>
                  <a:lnTo>
                    <a:pt x="10489250" y="906990"/>
                  </a:lnTo>
                  <a:lnTo>
                    <a:pt x="10504671" y="907152"/>
                  </a:lnTo>
                  <a:lnTo>
                    <a:pt x="10509583" y="907199"/>
                  </a:lnTo>
                  <a:lnTo>
                    <a:pt x="10509911" y="907202"/>
                  </a:lnTo>
                  <a:lnTo>
                    <a:pt x="11981298" y="90720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48" name="pl1048"/>
            <p:cNvSpPr/>
            <p:nvPr/>
          </p:nvSpPr>
          <p:spPr>
            <a:xfrm>
              <a:off x="4799595" y="7701378"/>
              <a:ext cx="11981298" cy="907202"/>
            </a:xfrm>
            <a:custGeom>
              <a:avLst/>
              <a:pathLst>
                <a:path w="11981298" h="907202">
                  <a:moveTo>
                    <a:pt x="11981298" y="907202"/>
                  </a:moveTo>
                  <a:lnTo>
                    <a:pt x="10509911" y="907202"/>
                  </a:lnTo>
                  <a:lnTo>
                    <a:pt x="10508675" y="907191"/>
                  </a:lnTo>
                  <a:lnTo>
                    <a:pt x="10500569" y="907111"/>
                  </a:lnTo>
                  <a:lnTo>
                    <a:pt x="10480187" y="906889"/>
                  </a:lnTo>
                  <a:lnTo>
                    <a:pt x="10443876" y="906452"/>
                  </a:lnTo>
                  <a:lnTo>
                    <a:pt x="10390013" y="905734"/>
                  </a:lnTo>
                  <a:lnTo>
                    <a:pt x="10319127" y="904681"/>
                  </a:lnTo>
                  <a:lnTo>
                    <a:pt x="10233674" y="903258"/>
                  </a:lnTo>
                  <a:lnTo>
                    <a:pt x="10137468" y="901450"/>
                  </a:lnTo>
                  <a:lnTo>
                    <a:pt x="10034917" y="899254"/>
                  </a:lnTo>
                  <a:lnTo>
                    <a:pt x="9930295" y="896680"/>
                  </a:lnTo>
                  <a:lnTo>
                    <a:pt x="9827215" y="893734"/>
                  </a:lnTo>
                  <a:lnTo>
                    <a:pt x="9728364" y="890419"/>
                  </a:lnTo>
                  <a:lnTo>
                    <a:pt x="9635469" y="886726"/>
                  </a:lnTo>
                  <a:lnTo>
                    <a:pt x="9549409" y="882632"/>
                  </a:lnTo>
                  <a:lnTo>
                    <a:pt x="9470404" y="878101"/>
                  </a:lnTo>
                  <a:lnTo>
                    <a:pt x="9398196" y="873082"/>
                  </a:lnTo>
                  <a:lnTo>
                    <a:pt x="9332223" y="867511"/>
                  </a:lnTo>
                  <a:lnTo>
                    <a:pt x="9271736" y="861312"/>
                  </a:lnTo>
                  <a:lnTo>
                    <a:pt x="9215904" y="854408"/>
                  </a:lnTo>
                  <a:lnTo>
                    <a:pt x="9163876" y="846718"/>
                  </a:lnTo>
                  <a:lnTo>
                    <a:pt x="9114838" y="838184"/>
                  </a:lnTo>
                  <a:lnTo>
                    <a:pt x="9084767" y="832283"/>
                  </a:lnTo>
                  <a:lnTo>
                    <a:pt x="9029867" y="820162"/>
                  </a:lnTo>
                  <a:lnTo>
                    <a:pt x="8976748" y="806742"/>
                  </a:lnTo>
                  <a:lnTo>
                    <a:pt x="8924702" y="792007"/>
                  </a:lnTo>
                  <a:lnTo>
                    <a:pt x="8873222" y="775990"/>
                  </a:lnTo>
                  <a:lnTo>
                    <a:pt x="8821962" y="758781"/>
                  </a:lnTo>
                  <a:lnTo>
                    <a:pt x="8770712" y="740528"/>
                  </a:lnTo>
                  <a:lnTo>
                    <a:pt x="8719370" y="721434"/>
                  </a:lnTo>
                  <a:lnTo>
                    <a:pt x="8667919" y="701753"/>
                  </a:lnTo>
                  <a:lnTo>
                    <a:pt x="8616400" y="681774"/>
                  </a:lnTo>
                  <a:lnTo>
                    <a:pt x="8564884" y="661805"/>
                  </a:lnTo>
                  <a:lnTo>
                    <a:pt x="8513439" y="642155"/>
                  </a:lnTo>
                  <a:lnTo>
                    <a:pt x="8462105" y="623110"/>
                  </a:lnTo>
                  <a:lnTo>
                    <a:pt x="8410859" y="604921"/>
                  </a:lnTo>
                  <a:lnTo>
                    <a:pt x="8359592" y="587788"/>
                  </a:lnTo>
                  <a:lnTo>
                    <a:pt x="8308086" y="571855"/>
                  </a:lnTo>
                  <a:lnTo>
                    <a:pt x="8255986" y="557208"/>
                  </a:lnTo>
                  <a:lnTo>
                    <a:pt x="8202772" y="543876"/>
                  </a:lnTo>
                  <a:lnTo>
                    <a:pt x="8151487" y="532607"/>
                  </a:lnTo>
                  <a:lnTo>
                    <a:pt x="8103971" y="523518"/>
                  </a:lnTo>
                  <a:lnTo>
                    <a:pt x="8053941" y="515295"/>
                  </a:lnTo>
                  <a:lnTo>
                    <a:pt x="8000633" y="507897"/>
                  </a:lnTo>
                  <a:lnTo>
                    <a:pt x="7943216" y="501258"/>
                  </a:lnTo>
                  <a:lnTo>
                    <a:pt x="7880838" y="495295"/>
                  </a:lnTo>
                  <a:lnTo>
                    <a:pt x="7812688" y="489932"/>
                  </a:lnTo>
                  <a:lnTo>
                    <a:pt x="7738073" y="485096"/>
                  </a:lnTo>
                  <a:lnTo>
                    <a:pt x="7656524" y="480729"/>
                  </a:lnTo>
                  <a:lnTo>
                    <a:pt x="7567936" y="476783"/>
                  </a:lnTo>
                  <a:lnTo>
                    <a:pt x="7472743" y="473229"/>
                  </a:lnTo>
                  <a:lnTo>
                    <a:pt x="7372114" y="470048"/>
                  </a:lnTo>
                  <a:lnTo>
                    <a:pt x="7268115" y="467235"/>
                  </a:lnTo>
                  <a:lnTo>
                    <a:pt x="7163782" y="464797"/>
                  </a:lnTo>
                  <a:lnTo>
                    <a:pt x="7063012" y="462741"/>
                  </a:lnTo>
                  <a:lnTo>
                    <a:pt x="6970202" y="461072"/>
                  </a:lnTo>
                  <a:lnTo>
                    <a:pt x="6889635" y="459786"/>
                  </a:lnTo>
                  <a:lnTo>
                    <a:pt x="6824716" y="458859"/>
                  </a:lnTo>
                  <a:lnTo>
                    <a:pt x="6777253" y="458250"/>
                  </a:lnTo>
                  <a:lnTo>
                    <a:pt x="6747004" y="457900"/>
                  </a:lnTo>
                  <a:lnTo>
                    <a:pt x="6731582" y="457737"/>
                  </a:lnTo>
                  <a:lnTo>
                    <a:pt x="6726670" y="457690"/>
                  </a:lnTo>
                  <a:lnTo>
                    <a:pt x="6726343" y="457687"/>
                  </a:lnTo>
                  <a:lnTo>
                    <a:pt x="5254955" y="457687"/>
                  </a:lnTo>
                  <a:lnTo>
                    <a:pt x="5253720" y="457676"/>
                  </a:lnTo>
                  <a:lnTo>
                    <a:pt x="5245614" y="457594"/>
                  </a:lnTo>
                  <a:lnTo>
                    <a:pt x="5225234" y="457368"/>
                  </a:lnTo>
                  <a:lnTo>
                    <a:pt x="5188925" y="456924"/>
                  </a:lnTo>
                  <a:lnTo>
                    <a:pt x="5135065" y="456193"/>
                  </a:lnTo>
                  <a:lnTo>
                    <a:pt x="5064183" y="455121"/>
                  </a:lnTo>
                  <a:lnTo>
                    <a:pt x="4978735" y="453672"/>
                  </a:lnTo>
                  <a:lnTo>
                    <a:pt x="4882533" y="451831"/>
                  </a:lnTo>
                  <a:lnTo>
                    <a:pt x="4779985" y="449595"/>
                  </a:lnTo>
                  <a:lnTo>
                    <a:pt x="4675366" y="446974"/>
                  </a:lnTo>
                  <a:lnTo>
                    <a:pt x="4572288" y="443975"/>
                  </a:lnTo>
                  <a:lnTo>
                    <a:pt x="4473438" y="440600"/>
                  </a:lnTo>
                  <a:lnTo>
                    <a:pt x="4380543" y="436840"/>
                  </a:lnTo>
                  <a:lnTo>
                    <a:pt x="4294483" y="432672"/>
                  </a:lnTo>
                  <a:lnTo>
                    <a:pt x="4215477" y="428059"/>
                  </a:lnTo>
                  <a:lnTo>
                    <a:pt x="4143269" y="422949"/>
                  </a:lnTo>
                  <a:lnTo>
                    <a:pt x="4077294" y="417277"/>
                  </a:lnTo>
                  <a:lnTo>
                    <a:pt x="4016807" y="410966"/>
                  </a:lnTo>
                  <a:lnTo>
                    <a:pt x="3960975" y="403936"/>
                  </a:lnTo>
                  <a:lnTo>
                    <a:pt x="3908946" y="396108"/>
                  </a:lnTo>
                  <a:lnTo>
                    <a:pt x="3859908" y="387419"/>
                  </a:lnTo>
                  <a:lnTo>
                    <a:pt x="3829811" y="381406"/>
                  </a:lnTo>
                  <a:lnTo>
                    <a:pt x="3774958" y="369075"/>
                  </a:lnTo>
                  <a:lnTo>
                    <a:pt x="3721883" y="355425"/>
                  </a:lnTo>
                  <a:lnTo>
                    <a:pt x="3669879" y="340438"/>
                  </a:lnTo>
                  <a:lnTo>
                    <a:pt x="3618442" y="324148"/>
                  </a:lnTo>
                  <a:lnTo>
                    <a:pt x="3567226" y="306645"/>
                  </a:lnTo>
                  <a:lnTo>
                    <a:pt x="3516020" y="288080"/>
                  </a:lnTo>
                  <a:lnTo>
                    <a:pt x="3464722" y="268660"/>
                  </a:lnTo>
                  <a:lnTo>
                    <a:pt x="3413316" y="248641"/>
                  </a:lnTo>
                  <a:lnTo>
                    <a:pt x="3361841" y="228317"/>
                  </a:lnTo>
                  <a:lnTo>
                    <a:pt x="3310369" y="208002"/>
                  </a:lnTo>
                  <a:lnTo>
                    <a:pt x="3258967" y="188007"/>
                  </a:lnTo>
                  <a:lnTo>
                    <a:pt x="3207676" y="168625"/>
                  </a:lnTo>
                  <a:lnTo>
                    <a:pt x="3156473" y="150110"/>
                  </a:lnTo>
                  <a:lnTo>
                    <a:pt x="3105251" y="132667"/>
                  </a:lnTo>
                  <a:lnTo>
                    <a:pt x="3053794" y="116443"/>
                  </a:lnTo>
                  <a:lnTo>
                    <a:pt x="3001750" y="101524"/>
                  </a:lnTo>
                  <a:lnTo>
                    <a:pt x="2948602" y="87943"/>
                  </a:lnTo>
                  <a:lnTo>
                    <a:pt x="2896531" y="76281"/>
                  </a:lnTo>
                  <a:lnTo>
                    <a:pt x="2849017" y="67027"/>
                  </a:lnTo>
                  <a:lnTo>
                    <a:pt x="2798988" y="58654"/>
                  </a:lnTo>
                  <a:lnTo>
                    <a:pt x="2745682" y="51123"/>
                  </a:lnTo>
                  <a:lnTo>
                    <a:pt x="2688267" y="44362"/>
                  </a:lnTo>
                  <a:lnTo>
                    <a:pt x="2625891" y="38292"/>
                  </a:lnTo>
                  <a:lnTo>
                    <a:pt x="2557743" y="32831"/>
                  </a:lnTo>
                  <a:lnTo>
                    <a:pt x="2483132" y="27907"/>
                  </a:lnTo>
                  <a:lnTo>
                    <a:pt x="2401586" y="23460"/>
                  </a:lnTo>
                  <a:lnTo>
                    <a:pt x="2313001" y="19443"/>
                  </a:lnTo>
                  <a:lnTo>
                    <a:pt x="2217813" y="15824"/>
                  </a:lnTo>
                  <a:lnTo>
                    <a:pt x="2117187" y="12585"/>
                  </a:lnTo>
                  <a:lnTo>
                    <a:pt x="2013192" y="9722"/>
                  </a:lnTo>
                  <a:lnTo>
                    <a:pt x="1908861" y="7239"/>
                  </a:lnTo>
                  <a:lnTo>
                    <a:pt x="1808091" y="5145"/>
                  </a:lnTo>
                  <a:lnTo>
                    <a:pt x="1715279" y="3447"/>
                  </a:lnTo>
                  <a:lnTo>
                    <a:pt x="1634709" y="2137"/>
                  </a:lnTo>
                  <a:lnTo>
                    <a:pt x="1569784" y="1193"/>
                  </a:lnTo>
                  <a:lnTo>
                    <a:pt x="1522315" y="573"/>
                  </a:lnTo>
                  <a:lnTo>
                    <a:pt x="1492059" y="216"/>
                  </a:lnTo>
                  <a:lnTo>
                    <a:pt x="1476632" y="50"/>
                  </a:lnTo>
                  <a:lnTo>
                    <a:pt x="1471716" y="2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49" name="pg1049"/>
            <p:cNvSpPr/>
            <p:nvPr/>
          </p:nvSpPr>
          <p:spPr>
            <a:xfrm>
              <a:off x="4799595" y="3590360"/>
              <a:ext cx="11981298" cy="6285035"/>
            </a:xfrm>
            <a:custGeom>
              <a:avLst/>
              <a:pathLst>
                <a:path w="11981298" h="6285035">
                  <a:moveTo>
                    <a:pt x="0" y="4413419"/>
                  </a:moveTo>
                  <a:lnTo>
                    <a:pt x="1471387" y="4413419"/>
                  </a:lnTo>
                  <a:lnTo>
                    <a:pt x="1472583" y="4413464"/>
                  </a:lnTo>
                  <a:lnTo>
                    <a:pt x="1480436" y="4413787"/>
                  </a:lnTo>
                  <a:lnTo>
                    <a:pt x="1500203" y="4414681"/>
                  </a:lnTo>
                  <a:lnTo>
                    <a:pt x="1535468" y="4416439"/>
                  </a:lnTo>
                  <a:lnTo>
                    <a:pt x="1587882" y="4419333"/>
                  </a:lnTo>
                  <a:lnTo>
                    <a:pt x="1657032" y="4423581"/>
                  </a:lnTo>
                  <a:lnTo>
                    <a:pt x="1740640" y="4429329"/>
                  </a:lnTo>
                  <a:lnTo>
                    <a:pt x="1835084" y="4436646"/>
                  </a:lnTo>
                  <a:lnTo>
                    <a:pt x="1936118" y="4445540"/>
                  </a:lnTo>
                  <a:lnTo>
                    <a:pt x="2039566" y="4455982"/>
                  </a:lnTo>
                  <a:lnTo>
                    <a:pt x="2141848" y="4467938"/>
                  </a:lnTo>
                  <a:lnTo>
                    <a:pt x="2240258" y="4481397"/>
                  </a:lnTo>
                  <a:lnTo>
                    <a:pt x="2333012" y="4496389"/>
                  </a:lnTo>
                  <a:lnTo>
                    <a:pt x="2419156" y="4512994"/>
                  </a:lnTo>
                  <a:lnTo>
                    <a:pt x="2498397" y="4531354"/>
                  </a:lnTo>
                  <a:lnTo>
                    <a:pt x="2570921" y="4551664"/>
                  </a:lnTo>
                  <a:lnTo>
                    <a:pt x="2637235" y="4574175"/>
                  </a:lnTo>
                  <a:lnTo>
                    <a:pt x="2698036" y="4599179"/>
                  </a:lnTo>
                  <a:lnTo>
                    <a:pt x="2754120" y="4626997"/>
                  </a:lnTo>
                  <a:lnTo>
                    <a:pt x="2806311" y="4657947"/>
                  </a:lnTo>
                  <a:lnTo>
                    <a:pt x="2855409" y="4692295"/>
                  </a:lnTo>
                  <a:lnTo>
                    <a:pt x="2896531" y="4725355"/>
                  </a:lnTo>
                  <a:lnTo>
                    <a:pt x="2940248" y="4764947"/>
                  </a:lnTo>
                  <a:lnTo>
                    <a:pt x="2982739" y="4807919"/>
                  </a:lnTo>
                  <a:lnTo>
                    <a:pt x="3024393" y="4854337"/>
                  </a:lnTo>
                  <a:lnTo>
                    <a:pt x="3065509" y="4904186"/>
                  </a:lnTo>
                  <a:lnTo>
                    <a:pt x="3106317" y="4957368"/>
                  </a:lnTo>
                  <a:lnTo>
                    <a:pt x="3146983" y="5013688"/>
                  </a:lnTo>
                  <a:lnTo>
                    <a:pt x="3187620" y="5072856"/>
                  </a:lnTo>
                  <a:lnTo>
                    <a:pt x="3228295" y="5134486"/>
                  </a:lnTo>
                  <a:lnTo>
                    <a:pt x="3269038" y="5198106"/>
                  </a:lnTo>
                  <a:lnTo>
                    <a:pt x="3309850" y="5263166"/>
                  </a:lnTo>
                  <a:lnTo>
                    <a:pt x="3350707" y="5329062"/>
                  </a:lnTo>
                  <a:lnTo>
                    <a:pt x="3391576" y="5395155"/>
                  </a:lnTo>
                  <a:lnTo>
                    <a:pt x="3432419" y="5460800"/>
                  </a:lnTo>
                  <a:lnTo>
                    <a:pt x="3473205" y="5525367"/>
                  </a:lnTo>
                  <a:lnTo>
                    <a:pt x="3513921" y="5588272"/>
                  </a:lnTo>
                  <a:lnTo>
                    <a:pt x="3554575" y="5648994"/>
                  </a:lnTo>
                  <a:lnTo>
                    <a:pt x="3595213" y="5707092"/>
                  </a:lnTo>
                  <a:lnTo>
                    <a:pt x="3635918" y="5762217"/>
                  </a:lnTo>
                  <a:lnTo>
                    <a:pt x="3676823" y="5814116"/>
                  </a:lnTo>
                  <a:lnTo>
                    <a:pt x="3718119" y="5862634"/>
                  </a:lnTo>
                  <a:lnTo>
                    <a:pt x="3760059" y="5907705"/>
                  </a:lnTo>
                  <a:lnTo>
                    <a:pt x="3802976" y="5949347"/>
                  </a:lnTo>
                  <a:lnTo>
                    <a:pt x="3829811" y="5973099"/>
                  </a:lnTo>
                  <a:lnTo>
                    <a:pt x="3876794" y="6010546"/>
                  </a:lnTo>
                  <a:lnTo>
                    <a:pt x="3926229" y="6044468"/>
                  </a:lnTo>
                  <a:lnTo>
                    <a:pt x="3978853" y="6075019"/>
                  </a:lnTo>
                  <a:lnTo>
                    <a:pt x="4035469" y="6102476"/>
                  </a:lnTo>
                  <a:lnTo>
                    <a:pt x="4096903" y="6127158"/>
                  </a:lnTo>
                  <a:lnTo>
                    <a:pt x="4163941" y="6149385"/>
                  </a:lnTo>
                  <a:lnTo>
                    <a:pt x="4237264" y="6169444"/>
                  </a:lnTo>
                  <a:lnTo>
                    <a:pt x="4317347" y="6187580"/>
                  </a:lnTo>
                  <a:lnTo>
                    <a:pt x="4404327" y="6203982"/>
                  </a:lnTo>
                  <a:lnTo>
                    <a:pt x="4497839" y="6218783"/>
                  </a:lnTo>
                  <a:lnTo>
                    <a:pt x="4596835" y="6232058"/>
                  </a:lnTo>
                  <a:lnTo>
                    <a:pt x="4699424" y="6243830"/>
                  </a:lnTo>
                  <a:lnTo>
                    <a:pt x="4802784" y="6254085"/>
                  </a:lnTo>
                  <a:lnTo>
                    <a:pt x="4903244" y="6262787"/>
                  </a:lnTo>
                  <a:lnTo>
                    <a:pt x="4996586" y="6269911"/>
                  </a:lnTo>
                  <a:lnTo>
                    <a:pt x="5078600" y="6275470"/>
                  </a:lnTo>
                  <a:lnTo>
                    <a:pt x="5145793" y="6279544"/>
                  </a:lnTo>
                  <a:lnTo>
                    <a:pt x="5196091" y="6282286"/>
                  </a:lnTo>
                  <a:lnTo>
                    <a:pt x="5229333" y="6283923"/>
                  </a:lnTo>
                  <a:lnTo>
                    <a:pt x="5247414" y="6284731"/>
                  </a:lnTo>
                  <a:lnTo>
                    <a:pt x="5254141" y="6285005"/>
                  </a:lnTo>
                  <a:lnTo>
                    <a:pt x="5254955" y="6285035"/>
                  </a:lnTo>
                  <a:lnTo>
                    <a:pt x="6726343" y="6285035"/>
                  </a:lnTo>
                  <a:lnTo>
                    <a:pt x="6727143" y="6284935"/>
                  </a:lnTo>
                  <a:lnTo>
                    <a:pt x="6732441" y="6284220"/>
                  </a:lnTo>
                  <a:lnTo>
                    <a:pt x="6745927" y="6282245"/>
                  </a:lnTo>
                  <a:lnTo>
                    <a:pt x="6770362" y="6278351"/>
                  </a:lnTo>
                  <a:lnTo>
                    <a:pt x="6807439" y="6271902"/>
                  </a:lnTo>
                  <a:lnTo>
                    <a:pt x="6857670" y="6262336"/>
                  </a:lnTo>
                  <a:lnTo>
                    <a:pt x="6920379" y="6249213"/>
                  </a:lnTo>
                  <a:lnTo>
                    <a:pt x="6993858" y="6232237"/>
                  </a:lnTo>
                  <a:lnTo>
                    <a:pt x="7075658" y="6211264"/>
                  </a:lnTo>
                  <a:lnTo>
                    <a:pt x="7162957" y="6186268"/>
                  </a:lnTo>
                  <a:lnTo>
                    <a:pt x="7252927" y="6157305"/>
                  </a:lnTo>
                  <a:lnTo>
                    <a:pt x="7343020" y="6124454"/>
                  </a:lnTo>
                  <a:lnTo>
                    <a:pt x="7431152" y="6087772"/>
                  </a:lnTo>
                  <a:lnTo>
                    <a:pt x="7515778" y="6047253"/>
                  </a:lnTo>
                  <a:lnTo>
                    <a:pt x="7595879" y="6002801"/>
                  </a:lnTo>
                  <a:lnTo>
                    <a:pt x="7670900" y="5954216"/>
                  </a:lnTo>
                  <a:lnTo>
                    <a:pt x="7740658" y="5901182"/>
                  </a:lnTo>
                  <a:lnTo>
                    <a:pt x="7805254" y="5843277"/>
                  </a:lnTo>
                  <a:lnTo>
                    <a:pt x="7864985" y="5779970"/>
                  </a:lnTo>
                  <a:lnTo>
                    <a:pt x="7920280" y="5710639"/>
                  </a:lnTo>
                  <a:lnTo>
                    <a:pt x="7971646" y="5634595"/>
                  </a:lnTo>
                  <a:lnTo>
                    <a:pt x="8019623" y="5551117"/>
                  </a:lnTo>
                  <a:lnTo>
                    <a:pt x="8064758" y="5459510"/>
                  </a:lnTo>
                  <a:lnTo>
                    <a:pt x="8107581" y="5359205"/>
                  </a:lnTo>
                  <a:lnTo>
                    <a:pt x="8148571" y="5249900"/>
                  </a:lnTo>
                  <a:lnTo>
                    <a:pt x="8151487" y="5241616"/>
                  </a:lnTo>
                  <a:lnTo>
                    <a:pt x="8178046" y="5163012"/>
                  </a:lnTo>
                  <a:lnTo>
                    <a:pt x="8204094" y="5080338"/>
                  </a:lnTo>
                  <a:lnTo>
                    <a:pt x="8229730" y="4993516"/>
                  </a:lnTo>
                  <a:lnTo>
                    <a:pt x="8255039" y="4902498"/>
                  </a:lnTo>
                  <a:lnTo>
                    <a:pt x="8280092" y="4807272"/>
                  </a:lnTo>
                  <a:lnTo>
                    <a:pt x="8304954" y="4707859"/>
                  </a:lnTo>
                  <a:lnTo>
                    <a:pt x="8329675" y="4604320"/>
                  </a:lnTo>
                  <a:lnTo>
                    <a:pt x="8354301" y="4496758"/>
                  </a:lnTo>
                  <a:lnTo>
                    <a:pt x="8378867" y="4385316"/>
                  </a:lnTo>
                  <a:lnTo>
                    <a:pt x="8403402" y="4270181"/>
                  </a:lnTo>
                  <a:lnTo>
                    <a:pt x="8427928" y="4151584"/>
                  </a:lnTo>
                  <a:lnTo>
                    <a:pt x="8452462" y="4029797"/>
                  </a:lnTo>
                  <a:lnTo>
                    <a:pt x="8477015" y="3905135"/>
                  </a:lnTo>
                  <a:lnTo>
                    <a:pt x="8501593" y="3777949"/>
                  </a:lnTo>
                  <a:lnTo>
                    <a:pt x="8526196" y="3648626"/>
                  </a:lnTo>
                  <a:lnTo>
                    <a:pt x="8550825" y="3517581"/>
                  </a:lnTo>
                  <a:lnTo>
                    <a:pt x="8575474" y="3385257"/>
                  </a:lnTo>
                  <a:lnTo>
                    <a:pt x="8600138" y="3252113"/>
                  </a:lnTo>
                  <a:lnTo>
                    <a:pt x="8624807" y="3118622"/>
                  </a:lnTo>
                  <a:lnTo>
                    <a:pt x="8649474" y="2985259"/>
                  </a:lnTo>
                  <a:lnTo>
                    <a:pt x="8674130" y="2852501"/>
                  </a:lnTo>
                  <a:lnTo>
                    <a:pt x="8698769" y="2720814"/>
                  </a:lnTo>
                  <a:lnTo>
                    <a:pt x="8723385" y="2590649"/>
                  </a:lnTo>
                  <a:lnTo>
                    <a:pt x="8747975" y="2462433"/>
                  </a:lnTo>
                  <a:lnTo>
                    <a:pt x="8772538" y="2336568"/>
                  </a:lnTo>
                  <a:lnTo>
                    <a:pt x="8797080" y="2213422"/>
                  </a:lnTo>
                  <a:lnTo>
                    <a:pt x="8821608" y="2093326"/>
                  </a:lnTo>
                  <a:lnTo>
                    <a:pt x="8846137" y="1976573"/>
                  </a:lnTo>
                  <a:lnTo>
                    <a:pt x="8870685" y="1863412"/>
                  </a:lnTo>
                  <a:lnTo>
                    <a:pt x="8895280" y="1754051"/>
                  </a:lnTo>
                  <a:lnTo>
                    <a:pt x="8919952" y="1648652"/>
                  </a:lnTo>
                  <a:lnTo>
                    <a:pt x="8944743" y="1547338"/>
                  </a:lnTo>
                  <a:lnTo>
                    <a:pt x="8969702" y="1450187"/>
                  </a:lnTo>
                  <a:lnTo>
                    <a:pt x="8994885" y="1357240"/>
                  </a:lnTo>
                  <a:lnTo>
                    <a:pt x="9020361" y="1268499"/>
                  </a:lnTo>
                  <a:lnTo>
                    <a:pt x="9046209" y="1183931"/>
                  </a:lnTo>
                  <a:lnTo>
                    <a:pt x="9072521" y="1103473"/>
                  </a:lnTo>
                  <a:lnTo>
                    <a:pt x="9084767" y="1067938"/>
                  </a:lnTo>
                  <a:lnTo>
                    <a:pt x="9125641" y="957979"/>
                  </a:lnTo>
                  <a:lnTo>
                    <a:pt x="9168315" y="857027"/>
                  </a:lnTo>
                  <a:lnTo>
                    <a:pt x="9213265" y="764805"/>
                  </a:lnTo>
                  <a:lnTo>
                    <a:pt x="9261018" y="680759"/>
                  </a:lnTo>
                  <a:lnTo>
                    <a:pt x="9312118" y="604200"/>
                  </a:lnTo>
                  <a:lnTo>
                    <a:pt x="9367111" y="534406"/>
                  </a:lnTo>
                  <a:lnTo>
                    <a:pt x="9426505" y="470683"/>
                  </a:lnTo>
                  <a:lnTo>
                    <a:pt x="9490735" y="412405"/>
                  </a:lnTo>
                  <a:lnTo>
                    <a:pt x="9560113" y="359034"/>
                  </a:lnTo>
                  <a:lnTo>
                    <a:pt x="9634753" y="310137"/>
                  </a:lnTo>
                  <a:lnTo>
                    <a:pt x="9714499" y="265393"/>
                  </a:lnTo>
                  <a:lnTo>
                    <a:pt x="9798825" y="224593"/>
                  </a:lnTo>
                  <a:lnTo>
                    <a:pt x="9886748" y="187633"/>
                  </a:lnTo>
                  <a:lnTo>
                    <a:pt x="9976762" y="154503"/>
                  </a:lnTo>
                  <a:lnTo>
                    <a:pt x="10066822" y="125255"/>
                  </a:lnTo>
                  <a:lnTo>
                    <a:pt x="10154409" y="99969"/>
                  </a:lnTo>
                  <a:lnTo>
                    <a:pt x="10236705" y="78703"/>
                  </a:lnTo>
                  <a:lnTo>
                    <a:pt x="10310877" y="61441"/>
                  </a:lnTo>
                  <a:lnTo>
                    <a:pt x="10374436" y="48046"/>
                  </a:lnTo>
                  <a:lnTo>
                    <a:pt x="10425609" y="38235"/>
                  </a:lnTo>
                  <a:lnTo>
                    <a:pt x="10463639" y="31577"/>
                  </a:lnTo>
                  <a:lnTo>
                    <a:pt x="10488948" y="27519"/>
                  </a:lnTo>
                  <a:lnTo>
                    <a:pt x="10503148" y="25427"/>
                  </a:lnTo>
                  <a:lnTo>
                    <a:pt x="10508927" y="24643"/>
                  </a:lnTo>
                  <a:lnTo>
                    <a:pt x="10509911" y="24518"/>
                  </a:lnTo>
                  <a:lnTo>
                    <a:pt x="11981298" y="24518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9110" y="100"/>
                  </a:lnTo>
                  <a:lnTo>
                    <a:pt x="10503812" y="815"/>
                  </a:lnTo>
                  <a:lnTo>
                    <a:pt x="10490326" y="2790"/>
                  </a:lnTo>
                  <a:lnTo>
                    <a:pt x="10465891" y="6684"/>
                  </a:lnTo>
                  <a:lnTo>
                    <a:pt x="10428814" y="13133"/>
                  </a:lnTo>
                  <a:lnTo>
                    <a:pt x="10378583" y="22698"/>
                  </a:lnTo>
                  <a:lnTo>
                    <a:pt x="10315874" y="35822"/>
                  </a:lnTo>
                  <a:lnTo>
                    <a:pt x="10242395" y="52797"/>
                  </a:lnTo>
                  <a:lnTo>
                    <a:pt x="10160595" y="73771"/>
                  </a:lnTo>
                  <a:lnTo>
                    <a:pt x="10073296" y="98766"/>
                  </a:lnTo>
                  <a:lnTo>
                    <a:pt x="9983326" y="127729"/>
                  </a:lnTo>
                  <a:lnTo>
                    <a:pt x="9893233" y="160580"/>
                  </a:lnTo>
                  <a:lnTo>
                    <a:pt x="9805101" y="197262"/>
                  </a:lnTo>
                  <a:lnTo>
                    <a:pt x="9720475" y="237782"/>
                  </a:lnTo>
                  <a:lnTo>
                    <a:pt x="9640374" y="282233"/>
                  </a:lnTo>
                  <a:lnTo>
                    <a:pt x="9565354" y="330819"/>
                  </a:lnTo>
                  <a:lnTo>
                    <a:pt x="9495595" y="383852"/>
                  </a:lnTo>
                  <a:lnTo>
                    <a:pt x="9431000" y="441758"/>
                  </a:lnTo>
                  <a:lnTo>
                    <a:pt x="9371268" y="505065"/>
                  </a:lnTo>
                  <a:lnTo>
                    <a:pt x="9315973" y="574395"/>
                  </a:lnTo>
                  <a:lnTo>
                    <a:pt x="9264608" y="650439"/>
                  </a:lnTo>
                  <a:lnTo>
                    <a:pt x="9216631" y="733918"/>
                  </a:lnTo>
                  <a:lnTo>
                    <a:pt x="9171495" y="825525"/>
                  </a:lnTo>
                  <a:lnTo>
                    <a:pt x="9128672" y="925830"/>
                  </a:lnTo>
                  <a:lnTo>
                    <a:pt x="9087682" y="1035135"/>
                  </a:lnTo>
                  <a:lnTo>
                    <a:pt x="9084767" y="1043419"/>
                  </a:lnTo>
                  <a:lnTo>
                    <a:pt x="9058208" y="1122023"/>
                  </a:lnTo>
                  <a:lnTo>
                    <a:pt x="9032159" y="1204697"/>
                  </a:lnTo>
                  <a:lnTo>
                    <a:pt x="9006523" y="1291519"/>
                  </a:lnTo>
                  <a:lnTo>
                    <a:pt x="8981215" y="1382536"/>
                  </a:lnTo>
                  <a:lnTo>
                    <a:pt x="8956161" y="1477763"/>
                  </a:lnTo>
                  <a:lnTo>
                    <a:pt x="8931300" y="1577176"/>
                  </a:lnTo>
                  <a:lnTo>
                    <a:pt x="8906578" y="1680714"/>
                  </a:lnTo>
                  <a:lnTo>
                    <a:pt x="8881952" y="1788277"/>
                  </a:lnTo>
                  <a:lnTo>
                    <a:pt x="8857387" y="1899719"/>
                  </a:lnTo>
                  <a:lnTo>
                    <a:pt x="8832852" y="2014854"/>
                  </a:lnTo>
                  <a:lnTo>
                    <a:pt x="8808325" y="2133451"/>
                  </a:lnTo>
                  <a:lnTo>
                    <a:pt x="8783791" y="2255238"/>
                  </a:lnTo>
                  <a:lnTo>
                    <a:pt x="8759238" y="2379900"/>
                  </a:lnTo>
                  <a:lnTo>
                    <a:pt x="8734661" y="2507086"/>
                  </a:lnTo>
                  <a:lnTo>
                    <a:pt x="8710057" y="2636409"/>
                  </a:lnTo>
                  <a:lnTo>
                    <a:pt x="8685428" y="2767453"/>
                  </a:lnTo>
                  <a:lnTo>
                    <a:pt x="8660779" y="2899777"/>
                  </a:lnTo>
                  <a:lnTo>
                    <a:pt x="8636116" y="3032921"/>
                  </a:lnTo>
                  <a:lnTo>
                    <a:pt x="8611446" y="3166413"/>
                  </a:lnTo>
                  <a:lnTo>
                    <a:pt x="8586779" y="3299776"/>
                  </a:lnTo>
                  <a:lnTo>
                    <a:pt x="8562123" y="3432533"/>
                  </a:lnTo>
                  <a:lnTo>
                    <a:pt x="8537484" y="3564220"/>
                  </a:lnTo>
                  <a:lnTo>
                    <a:pt x="8512868" y="3694386"/>
                  </a:lnTo>
                  <a:lnTo>
                    <a:pt x="8488279" y="3822602"/>
                  </a:lnTo>
                  <a:lnTo>
                    <a:pt x="8463715" y="3948467"/>
                  </a:lnTo>
                  <a:lnTo>
                    <a:pt x="8439174" y="4071613"/>
                  </a:lnTo>
                  <a:lnTo>
                    <a:pt x="8414645" y="4191708"/>
                  </a:lnTo>
                  <a:lnTo>
                    <a:pt x="8390116" y="4308462"/>
                  </a:lnTo>
                  <a:lnTo>
                    <a:pt x="8365568" y="4421623"/>
                  </a:lnTo>
                  <a:lnTo>
                    <a:pt x="8340974" y="4530984"/>
                  </a:lnTo>
                  <a:lnTo>
                    <a:pt x="8316301" y="4636383"/>
                  </a:lnTo>
                  <a:lnTo>
                    <a:pt x="8291510" y="4737697"/>
                  </a:lnTo>
                  <a:lnTo>
                    <a:pt x="8266552" y="4834847"/>
                  </a:lnTo>
                  <a:lnTo>
                    <a:pt x="8241368" y="4927795"/>
                  </a:lnTo>
                  <a:lnTo>
                    <a:pt x="8215892" y="5016536"/>
                  </a:lnTo>
                  <a:lnTo>
                    <a:pt x="8190044" y="5101103"/>
                  </a:lnTo>
                  <a:lnTo>
                    <a:pt x="8163732" y="5181562"/>
                  </a:lnTo>
                  <a:lnTo>
                    <a:pt x="8151487" y="5217097"/>
                  </a:lnTo>
                  <a:lnTo>
                    <a:pt x="8110613" y="5327056"/>
                  </a:lnTo>
                  <a:lnTo>
                    <a:pt x="8067939" y="5428008"/>
                  </a:lnTo>
                  <a:lnTo>
                    <a:pt x="8022988" y="5520229"/>
                  </a:lnTo>
                  <a:lnTo>
                    <a:pt x="7975236" y="5604276"/>
                  </a:lnTo>
                  <a:lnTo>
                    <a:pt x="7924135" y="5680835"/>
                  </a:lnTo>
                  <a:lnTo>
                    <a:pt x="7869142" y="5750629"/>
                  </a:lnTo>
                  <a:lnTo>
                    <a:pt x="7809749" y="5814351"/>
                  </a:lnTo>
                  <a:lnTo>
                    <a:pt x="7745518" y="5872630"/>
                  </a:lnTo>
                  <a:lnTo>
                    <a:pt x="7676141" y="5926001"/>
                  </a:lnTo>
                  <a:lnTo>
                    <a:pt x="7601500" y="5974898"/>
                  </a:lnTo>
                  <a:lnTo>
                    <a:pt x="7521754" y="6019642"/>
                  </a:lnTo>
                  <a:lnTo>
                    <a:pt x="7437428" y="6060442"/>
                  </a:lnTo>
                  <a:lnTo>
                    <a:pt x="7349505" y="6097401"/>
                  </a:lnTo>
                  <a:lnTo>
                    <a:pt x="7259491" y="6130532"/>
                  </a:lnTo>
                  <a:lnTo>
                    <a:pt x="7169431" y="6159780"/>
                  </a:lnTo>
                  <a:lnTo>
                    <a:pt x="7081844" y="6185065"/>
                  </a:lnTo>
                  <a:lnTo>
                    <a:pt x="6999548" y="6206331"/>
                  </a:lnTo>
                  <a:lnTo>
                    <a:pt x="6925376" y="6223594"/>
                  </a:lnTo>
                  <a:lnTo>
                    <a:pt x="6861817" y="6236989"/>
                  </a:lnTo>
                  <a:lnTo>
                    <a:pt x="6810644" y="6246800"/>
                  </a:lnTo>
                  <a:lnTo>
                    <a:pt x="6772615" y="6253457"/>
                  </a:lnTo>
                  <a:lnTo>
                    <a:pt x="6747305" y="6257516"/>
                  </a:lnTo>
                  <a:lnTo>
                    <a:pt x="6733105" y="6259608"/>
                  </a:lnTo>
                  <a:lnTo>
                    <a:pt x="6727327" y="6260392"/>
                  </a:lnTo>
                  <a:lnTo>
                    <a:pt x="6726343" y="6260516"/>
                  </a:lnTo>
                  <a:lnTo>
                    <a:pt x="5254955" y="6260516"/>
                  </a:lnTo>
                  <a:lnTo>
                    <a:pt x="5253759" y="6260471"/>
                  </a:lnTo>
                  <a:lnTo>
                    <a:pt x="5245906" y="6260148"/>
                  </a:lnTo>
                  <a:lnTo>
                    <a:pt x="5226140" y="6259254"/>
                  </a:lnTo>
                  <a:lnTo>
                    <a:pt x="5190874" y="6257496"/>
                  </a:lnTo>
                  <a:lnTo>
                    <a:pt x="5138460" y="6254602"/>
                  </a:lnTo>
                  <a:lnTo>
                    <a:pt x="5069310" y="6250354"/>
                  </a:lnTo>
                  <a:lnTo>
                    <a:pt x="4985703" y="6244606"/>
                  </a:lnTo>
                  <a:lnTo>
                    <a:pt x="4891258" y="6237288"/>
                  </a:lnTo>
                  <a:lnTo>
                    <a:pt x="4790224" y="6228395"/>
                  </a:lnTo>
                  <a:lnTo>
                    <a:pt x="4686777" y="6217953"/>
                  </a:lnTo>
                  <a:lnTo>
                    <a:pt x="4584494" y="6205997"/>
                  </a:lnTo>
                  <a:lnTo>
                    <a:pt x="4486085" y="6192537"/>
                  </a:lnTo>
                  <a:lnTo>
                    <a:pt x="4393331" y="6177546"/>
                  </a:lnTo>
                  <a:lnTo>
                    <a:pt x="4307186" y="6160940"/>
                  </a:lnTo>
                  <a:lnTo>
                    <a:pt x="4227945" y="6142581"/>
                  </a:lnTo>
                  <a:lnTo>
                    <a:pt x="4155421" y="6122271"/>
                  </a:lnTo>
                  <a:lnTo>
                    <a:pt x="4089107" y="6099760"/>
                  </a:lnTo>
                  <a:lnTo>
                    <a:pt x="4028306" y="6074756"/>
                  </a:lnTo>
                  <a:lnTo>
                    <a:pt x="3972222" y="6046938"/>
                  </a:lnTo>
                  <a:lnTo>
                    <a:pt x="3920031" y="6015988"/>
                  </a:lnTo>
                  <a:lnTo>
                    <a:pt x="3870933" y="5981640"/>
                  </a:lnTo>
                  <a:lnTo>
                    <a:pt x="3829811" y="5948580"/>
                  </a:lnTo>
                  <a:lnTo>
                    <a:pt x="3786094" y="5908988"/>
                  </a:lnTo>
                  <a:lnTo>
                    <a:pt x="3743603" y="5866016"/>
                  </a:lnTo>
                  <a:lnTo>
                    <a:pt x="3701949" y="5819598"/>
                  </a:lnTo>
                  <a:lnTo>
                    <a:pt x="3660833" y="5769749"/>
                  </a:lnTo>
                  <a:lnTo>
                    <a:pt x="3620025" y="5716567"/>
                  </a:lnTo>
                  <a:lnTo>
                    <a:pt x="3579359" y="5660247"/>
                  </a:lnTo>
                  <a:lnTo>
                    <a:pt x="3538723" y="5601079"/>
                  </a:lnTo>
                  <a:lnTo>
                    <a:pt x="3498047" y="5539449"/>
                  </a:lnTo>
                  <a:lnTo>
                    <a:pt x="3457304" y="5475829"/>
                  </a:lnTo>
                  <a:lnTo>
                    <a:pt x="3416493" y="5410769"/>
                  </a:lnTo>
                  <a:lnTo>
                    <a:pt x="3375635" y="5344873"/>
                  </a:lnTo>
                  <a:lnTo>
                    <a:pt x="3334766" y="5278780"/>
                  </a:lnTo>
                  <a:lnTo>
                    <a:pt x="3293923" y="5213135"/>
                  </a:lnTo>
                  <a:lnTo>
                    <a:pt x="3253137" y="5148568"/>
                  </a:lnTo>
                  <a:lnTo>
                    <a:pt x="3212421" y="5085662"/>
                  </a:lnTo>
                  <a:lnTo>
                    <a:pt x="3171767" y="5024941"/>
                  </a:lnTo>
                  <a:lnTo>
                    <a:pt x="3131129" y="4966843"/>
                  </a:lnTo>
                  <a:lnTo>
                    <a:pt x="3090424" y="4911718"/>
                  </a:lnTo>
                  <a:lnTo>
                    <a:pt x="3049519" y="4859819"/>
                  </a:lnTo>
                  <a:lnTo>
                    <a:pt x="3008224" y="4811301"/>
                  </a:lnTo>
                  <a:lnTo>
                    <a:pt x="2966284" y="4766230"/>
                  </a:lnTo>
                  <a:lnTo>
                    <a:pt x="2923366" y="4724588"/>
                  </a:lnTo>
                  <a:lnTo>
                    <a:pt x="2896531" y="4700836"/>
                  </a:lnTo>
                  <a:lnTo>
                    <a:pt x="2849548" y="4663388"/>
                  </a:lnTo>
                  <a:lnTo>
                    <a:pt x="2800113" y="4629467"/>
                  </a:lnTo>
                  <a:lnTo>
                    <a:pt x="2747489" y="4598916"/>
                  </a:lnTo>
                  <a:lnTo>
                    <a:pt x="2690873" y="4571459"/>
                  </a:lnTo>
                  <a:lnTo>
                    <a:pt x="2629439" y="4546776"/>
                  </a:lnTo>
                  <a:lnTo>
                    <a:pt x="2562401" y="4524550"/>
                  </a:lnTo>
                  <a:lnTo>
                    <a:pt x="2489078" y="4504490"/>
                  </a:lnTo>
                  <a:lnTo>
                    <a:pt x="2408995" y="4486355"/>
                  </a:lnTo>
                  <a:lnTo>
                    <a:pt x="2322015" y="4469953"/>
                  </a:lnTo>
                  <a:lnTo>
                    <a:pt x="2228503" y="4455152"/>
                  </a:lnTo>
                  <a:lnTo>
                    <a:pt x="2129507" y="4441877"/>
                  </a:lnTo>
                  <a:lnTo>
                    <a:pt x="2026918" y="4430105"/>
                  </a:lnTo>
                  <a:lnTo>
                    <a:pt x="1923558" y="4419850"/>
                  </a:lnTo>
                  <a:lnTo>
                    <a:pt x="1823098" y="4411148"/>
                  </a:lnTo>
                  <a:lnTo>
                    <a:pt x="1729756" y="4404024"/>
                  </a:lnTo>
                  <a:lnTo>
                    <a:pt x="1647742" y="4398464"/>
                  </a:lnTo>
                  <a:lnTo>
                    <a:pt x="1580549" y="4394391"/>
                  </a:lnTo>
                  <a:lnTo>
                    <a:pt x="1530251" y="4391649"/>
                  </a:lnTo>
                  <a:lnTo>
                    <a:pt x="1497009" y="4390012"/>
                  </a:lnTo>
                  <a:lnTo>
                    <a:pt x="1478928" y="4389204"/>
                  </a:lnTo>
                  <a:lnTo>
                    <a:pt x="1472201" y="4388930"/>
                  </a:lnTo>
                  <a:lnTo>
                    <a:pt x="1471387" y="4388900"/>
                  </a:lnTo>
                  <a:lnTo>
                    <a:pt x="0" y="4388900"/>
                  </a:lnTo>
                  <a:close/>
                </a:path>
              </a:pathLst>
            </a:custGeom>
            <a:solidFill>
              <a:srgbClr val="F28E5B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050" name="pl1050"/>
            <p:cNvSpPr/>
            <p:nvPr/>
          </p:nvSpPr>
          <p:spPr>
            <a:xfrm>
              <a:off x="4799595" y="3614879"/>
              <a:ext cx="11981298" cy="6260516"/>
            </a:xfrm>
            <a:custGeom>
              <a:avLst/>
              <a:pathLst>
                <a:path w="11981298" h="6260516">
                  <a:moveTo>
                    <a:pt x="0" y="4388900"/>
                  </a:moveTo>
                  <a:lnTo>
                    <a:pt x="1471387" y="4388900"/>
                  </a:lnTo>
                  <a:lnTo>
                    <a:pt x="1472583" y="4388945"/>
                  </a:lnTo>
                  <a:lnTo>
                    <a:pt x="1480436" y="4389268"/>
                  </a:lnTo>
                  <a:lnTo>
                    <a:pt x="1500203" y="4390162"/>
                  </a:lnTo>
                  <a:lnTo>
                    <a:pt x="1535468" y="4391920"/>
                  </a:lnTo>
                  <a:lnTo>
                    <a:pt x="1587882" y="4394814"/>
                  </a:lnTo>
                  <a:lnTo>
                    <a:pt x="1657032" y="4399062"/>
                  </a:lnTo>
                  <a:lnTo>
                    <a:pt x="1740640" y="4404810"/>
                  </a:lnTo>
                  <a:lnTo>
                    <a:pt x="1835084" y="4412127"/>
                  </a:lnTo>
                  <a:lnTo>
                    <a:pt x="1936118" y="4421021"/>
                  </a:lnTo>
                  <a:lnTo>
                    <a:pt x="2039566" y="4431463"/>
                  </a:lnTo>
                  <a:lnTo>
                    <a:pt x="2141848" y="4443419"/>
                  </a:lnTo>
                  <a:lnTo>
                    <a:pt x="2240258" y="4456878"/>
                  </a:lnTo>
                  <a:lnTo>
                    <a:pt x="2333012" y="4471870"/>
                  </a:lnTo>
                  <a:lnTo>
                    <a:pt x="2419156" y="4488475"/>
                  </a:lnTo>
                  <a:lnTo>
                    <a:pt x="2498397" y="4506835"/>
                  </a:lnTo>
                  <a:lnTo>
                    <a:pt x="2570921" y="4527145"/>
                  </a:lnTo>
                  <a:lnTo>
                    <a:pt x="2637235" y="4549656"/>
                  </a:lnTo>
                  <a:lnTo>
                    <a:pt x="2698036" y="4574660"/>
                  </a:lnTo>
                  <a:lnTo>
                    <a:pt x="2754120" y="4602478"/>
                  </a:lnTo>
                  <a:lnTo>
                    <a:pt x="2806311" y="4633428"/>
                  </a:lnTo>
                  <a:lnTo>
                    <a:pt x="2855409" y="4667776"/>
                  </a:lnTo>
                  <a:lnTo>
                    <a:pt x="2896531" y="4700836"/>
                  </a:lnTo>
                  <a:lnTo>
                    <a:pt x="2940248" y="4740428"/>
                  </a:lnTo>
                  <a:lnTo>
                    <a:pt x="2982739" y="4783400"/>
                  </a:lnTo>
                  <a:lnTo>
                    <a:pt x="3024393" y="4829818"/>
                  </a:lnTo>
                  <a:lnTo>
                    <a:pt x="3065509" y="4879667"/>
                  </a:lnTo>
                  <a:lnTo>
                    <a:pt x="3106317" y="4932849"/>
                  </a:lnTo>
                  <a:lnTo>
                    <a:pt x="3146983" y="4989169"/>
                  </a:lnTo>
                  <a:lnTo>
                    <a:pt x="3187620" y="5048337"/>
                  </a:lnTo>
                  <a:lnTo>
                    <a:pt x="3228295" y="5109967"/>
                  </a:lnTo>
                  <a:lnTo>
                    <a:pt x="3269038" y="5173587"/>
                  </a:lnTo>
                  <a:lnTo>
                    <a:pt x="3309850" y="5238647"/>
                  </a:lnTo>
                  <a:lnTo>
                    <a:pt x="3350707" y="5304543"/>
                  </a:lnTo>
                  <a:lnTo>
                    <a:pt x="3391576" y="5370636"/>
                  </a:lnTo>
                  <a:lnTo>
                    <a:pt x="3432419" y="5436281"/>
                  </a:lnTo>
                  <a:lnTo>
                    <a:pt x="3473205" y="5500848"/>
                  </a:lnTo>
                  <a:lnTo>
                    <a:pt x="3513921" y="5563753"/>
                  </a:lnTo>
                  <a:lnTo>
                    <a:pt x="3554575" y="5624475"/>
                  </a:lnTo>
                  <a:lnTo>
                    <a:pt x="3595213" y="5682573"/>
                  </a:lnTo>
                  <a:lnTo>
                    <a:pt x="3635918" y="5737698"/>
                  </a:lnTo>
                  <a:lnTo>
                    <a:pt x="3676823" y="5789597"/>
                  </a:lnTo>
                  <a:lnTo>
                    <a:pt x="3718119" y="5838115"/>
                  </a:lnTo>
                  <a:lnTo>
                    <a:pt x="3760059" y="5883186"/>
                  </a:lnTo>
                  <a:lnTo>
                    <a:pt x="3802976" y="5924828"/>
                  </a:lnTo>
                  <a:lnTo>
                    <a:pt x="3829811" y="5948580"/>
                  </a:lnTo>
                  <a:lnTo>
                    <a:pt x="3876794" y="5986027"/>
                  </a:lnTo>
                  <a:lnTo>
                    <a:pt x="3926229" y="6019949"/>
                  </a:lnTo>
                  <a:lnTo>
                    <a:pt x="3978853" y="6050500"/>
                  </a:lnTo>
                  <a:lnTo>
                    <a:pt x="4035469" y="6077957"/>
                  </a:lnTo>
                  <a:lnTo>
                    <a:pt x="4096903" y="6102639"/>
                  </a:lnTo>
                  <a:lnTo>
                    <a:pt x="4163941" y="6124866"/>
                  </a:lnTo>
                  <a:lnTo>
                    <a:pt x="4237264" y="6144925"/>
                  </a:lnTo>
                  <a:lnTo>
                    <a:pt x="4317347" y="6163061"/>
                  </a:lnTo>
                  <a:lnTo>
                    <a:pt x="4404327" y="6179463"/>
                  </a:lnTo>
                  <a:lnTo>
                    <a:pt x="4497839" y="6194264"/>
                  </a:lnTo>
                  <a:lnTo>
                    <a:pt x="4596835" y="6207539"/>
                  </a:lnTo>
                  <a:lnTo>
                    <a:pt x="4699424" y="6219311"/>
                  </a:lnTo>
                  <a:lnTo>
                    <a:pt x="4802784" y="6229566"/>
                  </a:lnTo>
                  <a:lnTo>
                    <a:pt x="4903244" y="6238268"/>
                  </a:lnTo>
                  <a:lnTo>
                    <a:pt x="4996586" y="6245392"/>
                  </a:lnTo>
                  <a:lnTo>
                    <a:pt x="5078600" y="6250951"/>
                  </a:lnTo>
                  <a:lnTo>
                    <a:pt x="5145793" y="6255025"/>
                  </a:lnTo>
                  <a:lnTo>
                    <a:pt x="5196091" y="6257767"/>
                  </a:lnTo>
                  <a:lnTo>
                    <a:pt x="5229333" y="6259404"/>
                  </a:lnTo>
                  <a:lnTo>
                    <a:pt x="5247414" y="6260212"/>
                  </a:lnTo>
                  <a:lnTo>
                    <a:pt x="5254141" y="6260486"/>
                  </a:lnTo>
                  <a:lnTo>
                    <a:pt x="5254955" y="6260516"/>
                  </a:lnTo>
                  <a:lnTo>
                    <a:pt x="6726343" y="6260516"/>
                  </a:lnTo>
                  <a:lnTo>
                    <a:pt x="6727143" y="6260416"/>
                  </a:lnTo>
                  <a:lnTo>
                    <a:pt x="6732441" y="6259701"/>
                  </a:lnTo>
                  <a:lnTo>
                    <a:pt x="6745927" y="6257726"/>
                  </a:lnTo>
                  <a:lnTo>
                    <a:pt x="6770362" y="6253832"/>
                  </a:lnTo>
                  <a:lnTo>
                    <a:pt x="6807439" y="6247383"/>
                  </a:lnTo>
                  <a:lnTo>
                    <a:pt x="6857670" y="6237817"/>
                  </a:lnTo>
                  <a:lnTo>
                    <a:pt x="6920379" y="6224694"/>
                  </a:lnTo>
                  <a:lnTo>
                    <a:pt x="6993858" y="6207718"/>
                  </a:lnTo>
                  <a:lnTo>
                    <a:pt x="7075658" y="6186745"/>
                  </a:lnTo>
                  <a:lnTo>
                    <a:pt x="7162957" y="6161749"/>
                  </a:lnTo>
                  <a:lnTo>
                    <a:pt x="7252927" y="6132786"/>
                  </a:lnTo>
                  <a:lnTo>
                    <a:pt x="7343020" y="6099935"/>
                  </a:lnTo>
                  <a:lnTo>
                    <a:pt x="7431152" y="6063253"/>
                  </a:lnTo>
                  <a:lnTo>
                    <a:pt x="7515778" y="6022734"/>
                  </a:lnTo>
                  <a:lnTo>
                    <a:pt x="7595879" y="5978282"/>
                  </a:lnTo>
                  <a:lnTo>
                    <a:pt x="7670900" y="5929697"/>
                  </a:lnTo>
                  <a:lnTo>
                    <a:pt x="7740658" y="5876663"/>
                  </a:lnTo>
                  <a:lnTo>
                    <a:pt x="7805254" y="5818758"/>
                  </a:lnTo>
                  <a:lnTo>
                    <a:pt x="7864985" y="5755451"/>
                  </a:lnTo>
                  <a:lnTo>
                    <a:pt x="7920280" y="5686120"/>
                  </a:lnTo>
                  <a:lnTo>
                    <a:pt x="7971646" y="5610076"/>
                  </a:lnTo>
                  <a:lnTo>
                    <a:pt x="8019623" y="5526598"/>
                  </a:lnTo>
                  <a:lnTo>
                    <a:pt x="8064758" y="5434991"/>
                  </a:lnTo>
                  <a:lnTo>
                    <a:pt x="8107581" y="5334686"/>
                  </a:lnTo>
                  <a:lnTo>
                    <a:pt x="8148571" y="5225381"/>
                  </a:lnTo>
                  <a:lnTo>
                    <a:pt x="8151487" y="5217097"/>
                  </a:lnTo>
                  <a:lnTo>
                    <a:pt x="8178046" y="5138493"/>
                  </a:lnTo>
                  <a:lnTo>
                    <a:pt x="8204094" y="5055819"/>
                  </a:lnTo>
                  <a:lnTo>
                    <a:pt x="8229730" y="4968997"/>
                  </a:lnTo>
                  <a:lnTo>
                    <a:pt x="8255039" y="4877979"/>
                  </a:lnTo>
                  <a:lnTo>
                    <a:pt x="8280092" y="4782753"/>
                  </a:lnTo>
                  <a:lnTo>
                    <a:pt x="8304954" y="4683340"/>
                  </a:lnTo>
                  <a:lnTo>
                    <a:pt x="8329675" y="4579801"/>
                  </a:lnTo>
                  <a:lnTo>
                    <a:pt x="8354301" y="4472239"/>
                  </a:lnTo>
                  <a:lnTo>
                    <a:pt x="8378867" y="4360797"/>
                  </a:lnTo>
                  <a:lnTo>
                    <a:pt x="8403402" y="4245662"/>
                  </a:lnTo>
                  <a:lnTo>
                    <a:pt x="8427928" y="4127065"/>
                  </a:lnTo>
                  <a:lnTo>
                    <a:pt x="8452462" y="4005278"/>
                  </a:lnTo>
                  <a:lnTo>
                    <a:pt x="8477015" y="3880616"/>
                  </a:lnTo>
                  <a:lnTo>
                    <a:pt x="8501593" y="3753430"/>
                  </a:lnTo>
                  <a:lnTo>
                    <a:pt x="8526196" y="3624107"/>
                  </a:lnTo>
                  <a:lnTo>
                    <a:pt x="8550825" y="3493062"/>
                  </a:lnTo>
                  <a:lnTo>
                    <a:pt x="8575474" y="3360738"/>
                  </a:lnTo>
                  <a:lnTo>
                    <a:pt x="8600138" y="3227594"/>
                  </a:lnTo>
                  <a:lnTo>
                    <a:pt x="8624807" y="3094103"/>
                  </a:lnTo>
                  <a:lnTo>
                    <a:pt x="8649474" y="2960740"/>
                  </a:lnTo>
                  <a:lnTo>
                    <a:pt x="8674130" y="2827982"/>
                  </a:lnTo>
                  <a:lnTo>
                    <a:pt x="8698769" y="2696295"/>
                  </a:lnTo>
                  <a:lnTo>
                    <a:pt x="8723385" y="2566130"/>
                  </a:lnTo>
                  <a:lnTo>
                    <a:pt x="8747975" y="2437914"/>
                  </a:lnTo>
                  <a:lnTo>
                    <a:pt x="8772538" y="2312049"/>
                  </a:lnTo>
                  <a:lnTo>
                    <a:pt x="8797080" y="2188903"/>
                  </a:lnTo>
                  <a:lnTo>
                    <a:pt x="8821608" y="2068807"/>
                  </a:lnTo>
                  <a:lnTo>
                    <a:pt x="8846137" y="1952054"/>
                  </a:lnTo>
                  <a:lnTo>
                    <a:pt x="8870685" y="1838893"/>
                  </a:lnTo>
                  <a:lnTo>
                    <a:pt x="8895280" y="1729532"/>
                  </a:lnTo>
                  <a:lnTo>
                    <a:pt x="8919952" y="1624133"/>
                  </a:lnTo>
                  <a:lnTo>
                    <a:pt x="8944743" y="1522819"/>
                  </a:lnTo>
                  <a:lnTo>
                    <a:pt x="8969702" y="1425668"/>
                  </a:lnTo>
                  <a:lnTo>
                    <a:pt x="8994885" y="1332721"/>
                  </a:lnTo>
                  <a:lnTo>
                    <a:pt x="9020361" y="1243980"/>
                  </a:lnTo>
                  <a:lnTo>
                    <a:pt x="9046209" y="1159412"/>
                  </a:lnTo>
                  <a:lnTo>
                    <a:pt x="9072521" y="1078954"/>
                  </a:lnTo>
                  <a:lnTo>
                    <a:pt x="9084767" y="1043419"/>
                  </a:lnTo>
                  <a:lnTo>
                    <a:pt x="9125641" y="933460"/>
                  </a:lnTo>
                  <a:lnTo>
                    <a:pt x="9168315" y="832508"/>
                  </a:lnTo>
                  <a:lnTo>
                    <a:pt x="9213265" y="740286"/>
                  </a:lnTo>
                  <a:lnTo>
                    <a:pt x="9261018" y="656240"/>
                  </a:lnTo>
                  <a:lnTo>
                    <a:pt x="9312118" y="579681"/>
                  </a:lnTo>
                  <a:lnTo>
                    <a:pt x="9367111" y="509887"/>
                  </a:lnTo>
                  <a:lnTo>
                    <a:pt x="9426505" y="446164"/>
                  </a:lnTo>
                  <a:lnTo>
                    <a:pt x="9490735" y="387886"/>
                  </a:lnTo>
                  <a:lnTo>
                    <a:pt x="9560113" y="334515"/>
                  </a:lnTo>
                  <a:lnTo>
                    <a:pt x="9634753" y="285618"/>
                  </a:lnTo>
                  <a:lnTo>
                    <a:pt x="9714499" y="240874"/>
                  </a:lnTo>
                  <a:lnTo>
                    <a:pt x="9798825" y="200074"/>
                  </a:lnTo>
                  <a:lnTo>
                    <a:pt x="9886748" y="163114"/>
                  </a:lnTo>
                  <a:lnTo>
                    <a:pt x="9976762" y="129984"/>
                  </a:lnTo>
                  <a:lnTo>
                    <a:pt x="10066822" y="100736"/>
                  </a:lnTo>
                  <a:lnTo>
                    <a:pt x="10154409" y="75450"/>
                  </a:lnTo>
                  <a:lnTo>
                    <a:pt x="10236705" y="54184"/>
                  </a:lnTo>
                  <a:lnTo>
                    <a:pt x="10310877" y="36922"/>
                  </a:lnTo>
                  <a:lnTo>
                    <a:pt x="10374436" y="23527"/>
                  </a:lnTo>
                  <a:lnTo>
                    <a:pt x="10425609" y="13716"/>
                  </a:lnTo>
                  <a:lnTo>
                    <a:pt x="10463639" y="7058"/>
                  </a:lnTo>
                  <a:lnTo>
                    <a:pt x="10488948" y="3000"/>
                  </a:lnTo>
                  <a:lnTo>
                    <a:pt x="10503148" y="908"/>
                  </a:lnTo>
                  <a:lnTo>
                    <a:pt x="10508927" y="124"/>
                  </a:lnTo>
                  <a:lnTo>
                    <a:pt x="10509910" y="0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51" name="pl1051"/>
            <p:cNvSpPr/>
            <p:nvPr/>
          </p:nvSpPr>
          <p:spPr>
            <a:xfrm>
              <a:off x="4799595" y="3590360"/>
              <a:ext cx="11981298" cy="6260516"/>
            </a:xfrm>
            <a:custGeom>
              <a:avLst/>
              <a:pathLst>
                <a:path w="11981298" h="6260516">
                  <a:moveTo>
                    <a:pt x="11981298" y="0"/>
                  </a:moveTo>
                  <a:lnTo>
                    <a:pt x="10509911" y="0"/>
                  </a:lnTo>
                  <a:lnTo>
                    <a:pt x="10509110" y="100"/>
                  </a:lnTo>
                  <a:lnTo>
                    <a:pt x="10503812" y="815"/>
                  </a:lnTo>
                  <a:lnTo>
                    <a:pt x="10490326" y="2790"/>
                  </a:lnTo>
                  <a:lnTo>
                    <a:pt x="10465891" y="6684"/>
                  </a:lnTo>
                  <a:lnTo>
                    <a:pt x="10428814" y="13133"/>
                  </a:lnTo>
                  <a:lnTo>
                    <a:pt x="10378583" y="22698"/>
                  </a:lnTo>
                  <a:lnTo>
                    <a:pt x="10315874" y="35822"/>
                  </a:lnTo>
                  <a:lnTo>
                    <a:pt x="10242395" y="52797"/>
                  </a:lnTo>
                  <a:lnTo>
                    <a:pt x="10160595" y="73771"/>
                  </a:lnTo>
                  <a:lnTo>
                    <a:pt x="10073296" y="98766"/>
                  </a:lnTo>
                  <a:lnTo>
                    <a:pt x="9983326" y="127729"/>
                  </a:lnTo>
                  <a:lnTo>
                    <a:pt x="9893233" y="160580"/>
                  </a:lnTo>
                  <a:lnTo>
                    <a:pt x="9805101" y="197262"/>
                  </a:lnTo>
                  <a:lnTo>
                    <a:pt x="9720475" y="237782"/>
                  </a:lnTo>
                  <a:lnTo>
                    <a:pt x="9640374" y="282233"/>
                  </a:lnTo>
                  <a:lnTo>
                    <a:pt x="9565354" y="330819"/>
                  </a:lnTo>
                  <a:lnTo>
                    <a:pt x="9495595" y="383852"/>
                  </a:lnTo>
                  <a:lnTo>
                    <a:pt x="9431000" y="441758"/>
                  </a:lnTo>
                  <a:lnTo>
                    <a:pt x="9371268" y="505065"/>
                  </a:lnTo>
                  <a:lnTo>
                    <a:pt x="9315973" y="574395"/>
                  </a:lnTo>
                  <a:lnTo>
                    <a:pt x="9264608" y="650439"/>
                  </a:lnTo>
                  <a:lnTo>
                    <a:pt x="9216631" y="733918"/>
                  </a:lnTo>
                  <a:lnTo>
                    <a:pt x="9171495" y="825525"/>
                  </a:lnTo>
                  <a:lnTo>
                    <a:pt x="9128672" y="925830"/>
                  </a:lnTo>
                  <a:lnTo>
                    <a:pt x="9087682" y="1035135"/>
                  </a:lnTo>
                  <a:lnTo>
                    <a:pt x="9084767" y="1043419"/>
                  </a:lnTo>
                  <a:lnTo>
                    <a:pt x="9058208" y="1122023"/>
                  </a:lnTo>
                  <a:lnTo>
                    <a:pt x="9032159" y="1204697"/>
                  </a:lnTo>
                  <a:lnTo>
                    <a:pt x="9006523" y="1291519"/>
                  </a:lnTo>
                  <a:lnTo>
                    <a:pt x="8981215" y="1382536"/>
                  </a:lnTo>
                  <a:lnTo>
                    <a:pt x="8956161" y="1477763"/>
                  </a:lnTo>
                  <a:lnTo>
                    <a:pt x="8931300" y="1577176"/>
                  </a:lnTo>
                  <a:lnTo>
                    <a:pt x="8906578" y="1680714"/>
                  </a:lnTo>
                  <a:lnTo>
                    <a:pt x="8881952" y="1788277"/>
                  </a:lnTo>
                  <a:lnTo>
                    <a:pt x="8857387" y="1899719"/>
                  </a:lnTo>
                  <a:lnTo>
                    <a:pt x="8832852" y="2014854"/>
                  </a:lnTo>
                  <a:lnTo>
                    <a:pt x="8808325" y="2133451"/>
                  </a:lnTo>
                  <a:lnTo>
                    <a:pt x="8783791" y="2255238"/>
                  </a:lnTo>
                  <a:lnTo>
                    <a:pt x="8759238" y="2379900"/>
                  </a:lnTo>
                  <a:lnTo>
                    <a:pt x="8734661" y="2507086"/>
                  </a:lnTo>
                  <a:lnTo>
                    <a:pt x="8710057" y="2636409"/>
                  </a:lnTo>
                  <a:lnTo>
                    <a:pt x="8685428" y="2767453"/>
                  </a:lnTo>
                  <a:lnTo>
                    <a:pt x="8660779" y="2899777"/>
                  </a:lnTo>
                  <a:lnTo>
                    <a:pt x="8636116" y="3032921"/>
                  </a:lnTo>
                  <a:lnTo>
                    <a:pt x="8611446" y="3166413"/>
                  </a:lnTo>
                  <a:lnTo>
                    <a:pt x="8586779" y="3299776"/>
                  </a:lnTo>
                  <a:lnTo>
                    <a:pt x="8562123" y="3432533"/>
                  </a:lnTo>
                  <a:lnTo>
                    <a:pt x="8537484" y="3564220"/>
                  </a:lnTo>
                  <a:lnTo>
                    <a:pt x="8512868" y="3694386"/>
                  </a:lnTo>
                  <a:lnTo>
                    <a:pt x="8488279" y="3822602"/>
                  </a:lnTo>
                  <a:lnTo>
                    <a:pt x="8463715" y="3948467"/>
                  </a:lnTo>
                  <a:lnTo>
                    <a:pt x="8439174" y="4071613"/>
                  </a:lnTo>
                  <a:lnTo>
                    <a:pt x="8414645" y="4191708"/>
                  </a:lnTo>
                  <a:lnTo>
                    <a:pt x="8390116" y="4308462"/>
                  </a:lnTo>
                  <a:lnTo>
                    <a:pt x="8365568" y="4421623"/>
                  </a:lnTo>
                  <a:lnTo>
                    <a:pt x="8340974" y="4530984"/>
                  </a:lnTo>
                  <a:lnTo>
                    <a:pt x="8316301" y="4636383"/>
                  </a:lnTo>
                  <a:lnTo>
                    <a:pt x="8291510" y="4737697"/>
                  </a:lnTo>
                  <a:lnTo>
                    <a:pt x="8266552" y="4834847"/>
                  </a:lnTo>
                  <a:lnTo>
                    <a:pt x="8241368" y="4927795"/>
                  </a:lnTo>
                  <a:lnTo>
                    <a:pt x="8215892" y="5016536"/>
                  </a:lnTo>
                  <a:lnTo>
                    <a:pt x="8190044" y="5101103"/>
                  </a:lnTo>
                  <a:lnTo>
                    <a:pt x="8163732" y="5181562"/>
                  </a:lnTo>
                  <a:lnTo>
                    <a:pt x="8151487" y="5217097"/>
                  </a:lnTo>
                  <a:lnTo>
                    <a:pt x="8110613" y="5327056"/>
                  </a:lnTo>
                  <a:lnTo>
                    <a:pt x="8067939" y="5428008"/>
                  </a:lnTo>
                  <a:lnTo>
                    <a:pt x="8022988" y="5520229"/>
                  </a:lnTo>
                  <a:lnTo>
                    <a:pt x="7975236" y="5604276"/>
                  </a:lnTo>
                  <a:lnTo>
                    <a:pt x="7924135" y="5680835"/>
                  </a:lnTo>
                  <a:lnTo>
                    <a:pt x="7869142" y="5750629"/>
                  </a:lnTo>
                  <a:lnTo>
                    <a:pt x="7809749" y="5814351"/>
                  </a:lnTo>
                  <a:lnTo>
                    <a:pt x="7745518" y="5872630"/>
                  </a:lnTo>
                  <a:lnTo>
                    <a:pt x="7676141" y="5926001"/>
                  </a:lnTo>
                  <a:lnTo>
                    <a:pt x="7601500" y="5974898"/>
                  </a:lnTo>
                  <a:lnTo>
                    <a:pt x="7521754" y="6019642"/>
                  </a:lnTo>
                  <a:lnTo>
                    <a:pt x="7437428" y="6060442"/>
                  </a:lnTo>
                  <a:lnTo>
                    <a:pt x="7349505" y="6097401"/>
                  </a:lnTo>
                  <a:lnTo>
                    <a:pt x="7259491" y="6130532"/>
                  </a:lnTo>
                  <a:lnTo>
                    <a:pt x="7169431" y="6159780"/>
                  </a:lnTo>
                  <a:lnTo>
                    <a:pt x="7081844" y="6185065"/>
                  </a:lnTo>
                  <a:lnTo>
                    <a:pt x="6999548" y="6206331"/>
                  </a:lnTo>
                  <a:lnTo>
                    <a:pt x="6925376" y="6223594"/>
                  </a:lnTo>
                  <a:lnTo>
                    <a:pt x="6861817" y="6236989"/>
                  </a:lnTo>
                  <a:lnTo>
                    <a:pt x="6810644" y="6246800"/>
                  </a:lnTo>
                  <a:lnTo>
                    <a:pt x="6772615" y="6253457"/>
                  </a:lnTo>
                  <a:lnTo>
                    <a:pt x="6747305" y="6257516"/>
                  </a:lnTo>
                  <a:lnTo>
                    <a:pt x="6733105" y="6259608"/>
                  </a:lnTo>
                  <a:lnTo>
                    <a:pt x="6727327" y="6260392"/>
                  </a:lnTo>
                  <a:lnTo>
                    <a:pt x="6726343" y="6260516"/>
                  </a:lnTo>
                  <a:lnTo>
                    <a:pt x="6726343" y="6260516"/>
                  </a:lnTo>
                  <a:lnTo>
                    <a:pt x="5254955" y="6260516"/>
                  </a:lnTo>
                  <a:lnTo>
                    <a:pt x="5253759" y="6260471"/>
                  </a:lnTo>
                  <a:lnTo>
                    <a:pt x="5245906" y="6260148"/>
                  </a:lnTo>
                  <a:lnTo>
                    <a:pt x="5226140" y="6259254"/>
                  </a:lnTo>
                  <a:lnTo>
                    <a:pt x="5190874" y="6257496"/>
                  </a:lnTo>
                  <a:lnTo>
                    <a:pt x="5138460" y="6254602"/>
                  </a:lnTo>
                  <a:lnTo>
                    <a:pt x="5069310" y="6250354"/>
                  </a:lnTo>
                  <a:lnTo>
                    <a:pt x="4985703" y="6244606"/>
                  </a:lnTo>
                  <a:lnTo>
                    <a:pt x="4891258" y="6237288"/>
                  </a:lnTo>
                  <a:lnTo>
                    <a:pt x="4790224" y="6228395"/>
                  </a:lnTo>
                  <a:lnTo>
                    <a:pt x="4686777" y="6217953"/>
                  </a:lnTo>
                  <a:lnTo>
                    <a:pt x="4584494" y="6205997"/>
                  </a:lnTo>
                  <a:lnTo>
                    <a:pt x="4486085" y="6192537"/>
                  </a:lnTo>
                  <a:lnTo>
                    <a:pt x="4393331" y="6177546"/>
                  </a:lnTo>
                  <a:lnTo>
                    <a:pt x="4307186" y="6160940"/>
                  </a:lnTo>
                  <a:lnTo>
                    <a:pt x="4227945" y="6142581"/>
                  </a:lnTo>
                  <a:lnTo>
                    <a:pt x="4155421" y="6122271"/>
                  </a:lnTo>
                  <a:lnTo>
                    <a:pt x="4089107" y="6099760"/>
                  </a:lnTo>
                  <a:lnTo>
                    <a:pt x="4028306" y="6074756"/>
                  </a:lnTo>
                  <a:lnTo>
                    <a:pt x="3972222" y="6046938"/>
                  </a:lnTo>
                  <a:lnTo>
                    <a:pt x="3920031" y="6015988"/>
                  </a:lnTo>
                  <a:lnTo>
                    <a:pt x="3870933" y="5981640"/>
                  </a:lnTo>
                  <a:lnTo>
                    <a:pt x="3829811" y="5948580"/>
                  </a:lnTo>
                  <a:lnTo>
                    <a:pt x="3786094" y="5908988"/>
                  </a:lnTo>
                  <a:lnTo>
                    <a:pt x="3743603" y="5866016"/>
                  </a:lnTo>
                  <a:lnTo>
                    <a:pt x="3701949" y="5819598"/>
                  </a:lnTo>
                  <a:lnTo>
                    <a:pt x="3660833" y="5769749"/>
                  </a:lnTo>
                  <a:lnTo>
                    <a:pt x="3620025" y="5716567"/>
                  </a:lnTo>
                  <a:lnTo>
                    <a:pt x="3579359" y="5660247"/>
                  </a:lnTo>
                  <a:lnTo>
                    <a:pt x="3538723" y="5601079"/>
                  </a:lnTo>
                  <a:lnTo>
                    <a:pt x="3498047" y="5539449"/>
                  </a:lnTo>
                  <a:lnTo>
                    <a:pt x="3457304" y="5475829"/>
                  </a:lnTo>
                  <a:lnTo>
                    <a:pt x="3416493" y="5410769"/>
                  </a:lnTo>
                  <a:lnTo>
                    <a:pt x="3375635" y="5344873"/>
                  </a:lnTo>
                  <a:lnTo>
                    <a:pt x="3334766" y="5278780"/>
                  </a:lnTo>
                  <a:lnTo>
                    <a:pt x="3293923" y="5213135"/>
                  </a:lnTo>
                  <a:lnTo>
                    <a:pt x="3253137" y="5148568"/>
                  </a:lnTo>
                  <a:lnTo>
                    <a:pt x="3212421" y="5085662"/>
                  </a:lnTo>
                  <a:lnTo>
                    <a:pt x="3171767" y="5024941"/>
                  </a:lnTo>
                  <a:lnTo>
                    <a:pt x="3131129" y="4966843"/>
                  </a:lnTo>
                  <a:lnTo>
                    <a:pt x="3090424" y="4911718"/>
                  </a:lnTo>
                  <a:lnTo>
                    <a:pt x="3049519" y="4859819"/>
                  </a:lnTo>
                  <a:lnTo>
                    <a:pt x="3008224" y="4811301"/>
                  </a:lnTo>
                  <a:lnTo>
                    <a:pt x="2966284" y="4766230"/>
                  </a:lnTo>
                  <a:lnTo>
                    <a:pt x="2923366" y="4724588"/>
                  </a:lnTo>
                  <a:lnTo>
                    <a:pt x="2896531" y="4700836"/>
                  </a:lnTo>
                  <a:lnTo>
                    <a:pt x="2849548" y="4663388"/>
                  </a:lnTo>
                  <a:lnTo>
                    <a:pt x="2800113" y="4629467"/>
                  </a:lnTo>
                  <a:lnTo>
                    <a:pt x="2747489" y="4598916"/>
                  </a:lnTo>
                  <a:lnTo>
                    <a:pt x="2690873" y="4571459"/>
                  </a:lnTo>
                  <a:lnTo>
                    <a:pt x="2629439" y="4546776"/>
                  </a:lnTo>
                  <a:lnTo>
                    <a:pt x="2562401" y="4524550"/>
                  </a:lnTo>
                  <a:lnTo>
                    <a:pt x="2489078" y="4504490"/>
                  </a:lnTo>
                  <a:lnTo>
                    <a:pt x="2408995" y="4486355"/>
                  </a:lnTo>
                  <a:lnTo>
                    <a:pt x="2322015" y="4469953"/>
                  </a:lnTo>
                  <a:lnTo>
                    <a:pt x="2228503" y="4455152"/>
                  </a:lnTo>
                  <a:lnTo>
                    <a:pt x="2129507" y="4441877"/>
                  </a:lnTo>
                  <a:lnTo>
                    <a:pt x="2026918" y="4430105"/>
                  </a:lnTo>
                  <a:lnTo>
                    <a:pt x="1923558" y="4419850"/>
                  </a:lnTo>
                  <a:lnTo>
                    <a:pt x="1823098" y="4411148"/>
                  </a:lnTo>
                  <a:lnTo>
                    <a:pt x="1729756" y="4404024"/>
                  </a:lnTo>
                  <a:lnTo>
                    <a:pt x="1647742" y="4398464"/>
                  </a:lnTo>
                  <a:lnTo>
                    <a:pt x="1580549" y="4394391"/>
                  </a:lnTo>
                  <a:lnTo>
                    <a:pt x="1530251" y="4391649"/>
                  </a:lnTo>
                  <a:lnTo>
                    <a:pt x="1497009" y="4390012"/>
                  </a:lnTo>
                  <a:lnTo>
                    <a:pt x="1478928" y="4389204"/>
                  </a:lnTo>
                  <a:lnTo>
                    <a:pt x="1472201" y="4388930"/>
                  </a:lnTo>
                  <a:lnTo>
                    <a:pt x="1471387" y="4388900"/>
                  </a:lnTo>
                  <a:lnTo>
                    <a:pt x="0" y="438890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52" name="pg1052"/>
            <p:cNvSpPr/>
            <p:nvPr/>
          </p:nvSpPr>
          <p:spPr>
            <a:xfrm>
              <a:off x="4799595" y="5878800"/>
              <a:ext cx="11981298" cy="4004769"/>
            </a:xfrm>
            <a:custGeom>
              <a:avLst/>
              <a:pathLst>
                <a:path w="11981298" h="4004769">
                  <a:moveTo>
                    <a:pt x="0" y="2133152"/>
                  </a:moveTo>
                  <a:lnTo>
                    <a:pt x="1471387" y="2133152"/>
                  </a:lnTo>
                  <a:lnTo>
                    <a:pt x="1472583" y="2133197"/>
                  </a:lnTo>
                  <a:lnTo>
                    <a:pt x="1480436" y="2133521"/>
                  </a:lnTo>
                  <a:lnTo>
                    <a:pt x="1500203" y="2134414"/>
                  </a:lnTo>
                  <a:lnTo>
                    <a:pt x="1535468" y="2136172"/>
                  </a:lnTo>
                  <a:lnTo>
                    <a:pt x="1587882" y="2139066"/>
                  </a:lnTo>
                  <a:lnTo>
                    <a:pt x="1657032" y="2143315"/>
                  </a:lnTo>
                  <a:lnTo>
                    <a:pt x="1740640" y="2149063"/>
                  </a:lnTo>
                  <a:lnTo>
                    <a:pt x="1835084" y="2156380"/>
                  </a:lnTo>
                  <a:lnTo>
                    <a:pt x="1936118" y="2165274"/>
                  </a:lnTo>
                  <a:lnTo>
                    <a:pt x="2039566" y="2175715"/>
                  </a:lnTo>
                  <a:lnTo>
                    <a:pt x="2141848" y="2187672"/>
                  </a:lnTo>
                  <a:lnTo>
                    <a:pt x="2240258" y="2201131"/>
                  </a:lnTo>
                  <a:lnTo>
                    <a:pt x="2333012" y="2216122"/>
                  </a:lnTo>
                  <a:lnTo>
                    <a:pt x="2419156" y="2232728"/>
                  </a:lnTo>
                  <a:lnTo>
                    <a:pt x="2498397" y="2251087"/>
                  </a:lnTo>
                  <a:lnTo>
                    <a:pt x="2570921" y="2271398"/>
                  </a:lnTo>
                  <a:lnTo>
                    <a:pt x="2637235" y="2293908"/>
                  </a:lnTo>
                  <a:lnTo>
                    <a:pt x="2698036" y="2318913"/>
                  </a:lnTo>
                  <a:lnTo>
                    <a:pt x="2754120" y="2346731"/>
                  </a:lnTo>
                  <a:lnTo>
                    <a:pt x="2806311" y="2377681"/>
                  </a:lnTo>
                  <a:lnTo>
                    <a:pt x="2855409" y="2412028"/>
                  </a:lnTo>
                  <a:lnTo>
                    <a:pt x="2896531" y="2445088"/>
                  </a:lnTo>
                  <a:lnTo>
                    <a:pt x="2940248" y="2484680"/>
                  </a:lnTo>
                  <a:lnTo>
                    <a:pt x="2982739" y="2527653"/>
                  </a:lnTo>
                  <a:lnTo>
                    <a:pt x="3024393" y="2574070"/>
                  </a:lnTo>
                  <a:lnTo>
                    <a:pt x="3065509" y="2623920"/>
                  </a:lnTo>
                  <a:lnTo>
                    <a:pt x="3106317" y="2677101"/>
                  </a:lnTo>
                  <a:lnTo>
                    <a:pt x="3146983" y="2733421"/>
                  </a:lnTo>
                  <a:lnTo>
                    <a:pt x="3187620" y="2792589"/>
                  </a:lnTo>
                  <a:lnTo>
                    <a:pt x="3228295" y="2854220"/>
                  </a:lnTo>
                  <a:lnTo>
                    <a:pt x="3269038" y="2917839"/>
                  </a:lnTo>
                  <a:lnTo>
                    <a:pt x="3309850" y="2982899"/>
                  </a:lnTo>
                  <a:lnTo>
                    <a:pt x="3350707" y="3048795"/>
                  </a:lnTo>
                  <a:lnTo>
                    <a:pt x="3391576" y="3114889"/>
                  </a:lnTo>
                  <a:lnTo>
                    <a:pt x="3432419" y="3180533"/>
                  </a:lnTo>
                  <a:lnTo>
                    <a:pt x="3473205" y="3245101"/>
                  </a:lnTo>
                  <a:lnTo>
                    <a:pt x="3513921" y="3308006"/>
                  </a:lnTo>
                  <a:lnTo>
                    <a:pt x="3554575" y="3368728"/>
                  </a:lnTo>
                  <a:lnTo>
                    <a:pt x="3595213" y="3426825"/>
                  </a:lnTo>
                  <a:lnTo>
                    <a:pt x="3635918" y="3481950"/>
                  </a:lnTo>
                  <a:lnTo>
                    <a:pt x="3676823" y="3533850"/>
                  </a:lnTo>
                  <a:lnTo>
                    <a:pt x="3718119" y="3582367"/>
                  </a:lnTo>
                  <a:lnTo>
                    <a:pt x="3760059" y="3627438"/>
                  </a:lnTo>
                  <a:lnTo>
                    <a:pt x="3802976" y="3669081"/>
                  </a:lnTo>
                  <a:lnTo>
                    <a:pt x="3829811" y="3692833"/>
                  </a:lnTo>
                  <a:lnTo>
                    <a:pt x="3876794" y="3730280"/>
                  </a:lnTo>
                  <a:lnTo>
                    <a:pt x="3926229" y="3764201"/>
                  </a:lnTo>
                  <a:lnTo>
                    <a:pt x="3978853" y="3794753"/>
                  </a:lnTo>
                  <a:lnTo>
                    <a:pt x="4035469" y="3822209"/>
                  </a:lnTo>
                  <a:lnTo>
                    <a:pt x="4096903" y="3846892"/>
                  </a:lnTo>
                  <a:lnTo>
                    <a:pt x="4163941" y="3869118"/>
                  </a:lnTo>
                  <a:lnTo>
                    <a:pt x="4237264" y="3889178"/>
                  </a:lnTo>
                  <a:lnTo>
                    <a:pt x="4317347" y="3907314"/>
                  </a:lnTo>
                  <a:lnTo>
                    <a:pt x="4404327" y="3923716"/>
                  </a:lnTo>
                  <a:lnTo>
                    <a:pt x="4497839" y="3938516"/>
                  </a:lnTo>
                  <a:lnTo>
                    <a:pt x="4596835" y="3951791"/>
                  </a:lnTo>
                  <a:lnTo>
                    <a:pt x="4699424" y="3963564"/>
                  </a:lnTo>
                  <a:lnTo>
                    <a:pt x="4802784" y="3973818"/>
                  </a:lnTo>
                  <a:lnTo>
                    <a:pt x="4903244" y="3982520"/>
                  </a:lnTo>
                  <a:lnTo>
                    <a:pt x="4996586" y="3989644"/>
                  </a:lnTo>
                  <a:lnTo>
                    <a:pt x="5078600" y="3995204"/>
                  </a:lnTo>
                  <a:lnTo>
                    <a:pt x="5145793" y="3999277"/>
                  </a:lnTo>
                  <a:lnTo>
                    <a:pt x="5196091" y="4002019"/>
                  </a:lnTo>
                  <a:lnTo>
                    <a:pt x="5229333" y="4003657"/>
                  </a:lnTo>
                  <a:lnTo>
                    <a:pt x="5247414" y="4004464"/>
                  </a:lnTo>
                  <a:lnTo>
                    <a:pt x="5254141" y="4004738"/>
                  </a:lnTo>
                  <a:lnTo>
                    <a:pt x="5254955" y="4004769"/>
                  </a:lnTo>
                  <a:lnTo>
                    <a:pt x="6726343" y="4004769"/>
                  </a:lnTo>
                  <a:lnTo>
                    <a:pt x="6727285" y="4004693"/>
                  </a:lnTo>
                  <a:lnTo>
                    <a:pt x="6733506" y="4004153"/>
                  </a:lnTo>
                  <a:lnTo>
                    <a:pt x="6749275" y="4002660"/>
                  </a:lnTo>
                  <a:lnTo>
                    <a:pt x="6777679" y="3999719"/>
                  </a:lnTo>
                  <a:lnTo>
                    <a:pt x="6820447" y="3994858"/>
                  </a:lnTo>
                  <a:lnTo>
                    <a:pt x="6877817" y="3987675"/>
                  </a:lnTo>
                  <a:lnTo>
                    <a:pt x="6948582" y="3977871"/>
                  </a:lnTo>
                  <a:lnTo>
                    <a:pt x="7030359" y="3965266"/>
                  </a:lnTo>
                  <a:lnTo>
                    <a:pt x="7120018" y="3949793"/>
                  </a:lnTo>
                  <a:lnTo>
                    <a:pt x="7214178" y="3931467"/>
                  </a:lnTo>
                  <a:lnTo>
                    <a:pt x="7309647" y="3910342"/>
                  </a:lnTo>
                  <a:lnTo>
                    <a:pt x="7403727" y="3886474"/>
                  </a:lnTo>
                  <a:lnTo>
                    <a:pt x="7494374" y="3859875"/>
                  </a:lnTo>
                  <a:lnTo>
                    <a:pt x="7580209" y="3830494"/>
                  </a:lnTo>
                  <a:lnTo>
                    <a:pt x="7660460" y="3798198"/>
                  </a:lnTo>
                  <a:lnTo>
                    <a:pt x="7734840" y="3762766"/>
                  </a:lnTo>
                  <a:lnTo>
                    <a:pt x="7803435" y="3723887"/>
                  </a:lnTo>
                  <a:lnTo>
                    <a:pt x="7866583" y="3681166"/>
                  </a:lnTo>
                  <a:lnTo>
                    <a:pt x="7924789" y="3634134"/>
                  </a:lnTo>
                  <a:lnTo>
                    <a:pt x="7978655" y="3582270"/>
                  </a:lnTo>
                  <a:lnTo>
                    <a:pt x="8028821" y="3525029"/>
                  </a:lnTo>
                  <a:lnTo>
                    <a:pt x="8075932" y="3461900"/>
                  </a:lnTo>
                  <a:lnTo>
                    <a:pt x="8120602" y="3392490"/>
                  </a:lnTo>
                  <a:lnTo>
                    <a:pt x="8151487" y="3338669"/>
                  </a:lnTo>
                  <a:lnTo>
                    <a:pt x="8184100" y="3276541"/>
                  </a:lnTo>
                  <a:lnTo>
                    <a:pt x="8215974" y="3210458"/>
                  </a:lnTo>
                  <a:lnTo>
                    <a:pt x="8247285" y="3140340"/>
                  </a:lnTo>
                  <a:lnTo>
                    <a:pt x="8278177" y="3066153"/>
                  </a:lnTo>
                  <a:lnTo>
                    <a:pt x="8308770" y="2987916"/>
                  </a:lnTo>
                  <a:lnTo>
                    <a:pt x="8339162" y="2905704"/>
                  </a:lnTo>
                  <a:lnTo>
                    <a:pt x="8369431" y="2819650"/>
                  </a:lnTo>
                  <a:lnTo>
                    <a:pt x="8399637" y="2729953"/>
                  </a:lnTo>
                  <a:lnTo>
                    <a:pt x="8429825" y="2636872"/>
                  </a:lnTo>
                  <a:lnTo>
                    <a:pt x="8460025" y="2540731"/>
                  </a:lnTo>
                  <a:lnTo>
                    <a:pt x="8490258" y="2441912"/>
                  </a:lnTo>
                  <a:lnTo>
                    <a:pt x="8520529" y="2340850"/>
                  </a:lnTo>
                  <a:lnTo>
                    <a:pt x="8550839" y="2238030"/>
                  </a:lnTo>
                  <a:lnTo>
                    <a:pt x="8581180" y="2133974"/>
                  </a:lnTo>
                  <a:lnTo>
                    <a:pt x="8611539" y="2029230"/>
                  </a:lnTo>
                  <a:lnTo>
                    <a:pt x="8641902" y="1924363"/>
                  </a:lnTo>
                  <a:lnTo>
                    <a:pt x="8672253" y="1819939"/>
                  </a:lnTo>
                  <a:lnTo>
                    <a:pt x="8702577" y="1716517"/>
                  </a:lnTo>
                  <a:lnTo>
                    <a:pt x="8732866" y="1614631"/>
                  </a:lnTo>
                  <a:lnTo>
                    <a:pt x="8763115" y="1514782"/>
                  </a:lnTo>
                  <a:lnTo>
                    <a:pt x="8793328" y="1417429"/>
                  </a:lnTo>
                  <a:lnTo>
                    <a:pt x="8823518" y="1322977"/>
                  </a:lnTo>
                  <a:lnTo>
                    <a:pt x="8853712" y="1231776"/>
                  </a:lnTo>
                  <a:lnTo>
                    <a:pt x="8883947" y="1144114"/>
                  </a:lnTo>
                  <a:lnTo>
                    <a:pt x="8914277" y="1060214"/>
                  </a:lnTo>
                  <a:lnTo>
                    <a:pt x="8944772" y="980240"/>
                  </a:lnTo>
                  <a:lnTo>
                    <a:pt x="8975521" y="904290"/>
                  </a:lnTo>
                  <a:lnTo>
                    <a:pt x="9006634" y="832408"/>
                  </a:lnTo>
                  <a:lnTo>
                    <a:pt x="9038244" y="764582"/>
                  </a:lnTo>
                  <a:lnTo>
                    <a:pt x="9070513" y="700750"/>
                  </a:lnTo>
                  <a:lnTo>
                    <a:pt x="9084767" y="674272"/>
                  </a:lnTo>
                  <a:lnTo>
                    <a:pt x="9128025" y="600242"/>
                  </a:lnTo>
                  <a:lnTo>
                    <a:pt x="9173323" y="532630"/>
                  </a:lnTo>
                  <a:lnTo>
                    <a:pt x="9221232" y="471207"/>
                  </a:lnTo>
                  <a:lnTo>
                    <a:pt x="9272375" y="415536"/>
                  </a:lnTo>
                  <a:lnTo>
                    <a:pt x="9327399" y="365089"/>
                  </a:lnTo>
                  <a:lnTo>
                    <a:pt x="9386941" y="319322"/>
                  </a:lnTo>
                  <a:lnTo>
                    <a:pt x="9451578" y="277728"/>
                  </a:lnTo>
                  <a:lnTo>
                    <a:pt x="9521777" y="239857"/>
                  </a:lnTo>
                  <a:lnTo>
                    <a:pt x="9597817" y="205336"/>
                  </a:lnTo>
                  <a:lnTo>
                    <a:pt x="9679689" y="173881"/>
                  </a:lnTo>
                  <a:lnTo>
                    <a:pt x="9766983" y="145294"/>
                  </a:lnTo>
                  <a:lnTo>
                    <a:pt x="9858765" y="119466"/>
                  </a:lnTo>
                  <a:lnTo>
                    <a:pt x="9953473" y="96367"/>
                  </a:lnTo>
                  <a:lnTo>
                    <a:pt x="10048871" y="76024"/>
                  </a:lnTo>
                  <a:lnTo>
                    <a:pt x="10142101" y="58497"/>
                  </a:lnTo>
                  <a:lnTo>
                    <a:pt x="10229879" y="43834"/>
                  </a:lnTo>
                  <a:lnTo>
                    <a:pt x="10308847" y="32030"/>
                  </a:lnTo>
                  <a:lnTo>
                    <a:pt x="10376035" y="22988"/>
                  </a:lnTo>
                  <a:lnTo>
                    <a:pt x="10429353" y="16494"/>
                  </a:lnTo>
                  <a:lnTo>
                    <a:pt x="10467984" y="12219"/>
                  </a:lnTo>
                  <a:lnTo>
                    <a:pt x="10492591" y="9735"/>
                  </a:lnTo>
                  <a:lnTo>
                    <a:pt x="10505302" y="8561"/>
                  </a:lnTo>
                  <a:lnTo>
                    <a:pt x="10509556" y="8200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8968" y="75"/>
                  </a:lnTo>
                  <a:lnTo>
                    <a:pt x="10502747" y="616"/>
                  </a:lnTo>
                  <a:lnTo>
                    <a:pt x="10486979" y="2108"/>
                  </a:lnTo>
                  <a:lnTo>
                    <a:pt x="10458574" y="5049"/>
                  </a:lnTo>
                  <a:lnTo>
                    <a:pt x="10415806" y="9910"/>
                  </a:lnTo>
                  <a:lnTo>
                    <a:pt x="10358437" y="17093"/>
                  </a:lnTo>
                  <a:lnTo>
                    <a:pt x="10287671" y="26897"/>
                  </a:lnTo>
                  <a:lnTo>
                    <a:pt x="10205894" y="39502"/>
                  </a:lnTo>
                  <a:lnTo>
                    <a:pt x="10116235" y="54975"/>
                  </a:lnTo>
                  <a:lnTo>
                    <a:pt x="10022075" y="73301"/>
                  </a:lnTo>
                  <a:lnTo>
                    <a:pt x="9926607" y="94426"/>
                  </a:lnTo>
                  <a:lnTo>
                    <a:pt x="9832526" y="118295"/>
                  </a:lnTo>
                  <a:lnTo>
                    <a:pt x="9741880" y="144894"/>
                  </a:lnTo>
                  <a:lnTo>
                    <a:pt x="9656044" y="174274"/>
                  </a:lnTo>
                  <a:lnTo>
                    <a:pt x="9575793" y="206570"/>
                  </a:lnTo>
                  <a:lnTo>
                    <a:pt x="9501413" y="242002"/>
                  </a:lnTo>
                  <a:lnTo>
                    <a:pt x="9432819" y="280881"/>
                  </a:lnTo>
                  <a:lnTo>
                    <a:pt x="9369671" y="323602"/>
                  </a:lnTo>
                  <a:lnTo>
                    <a:pt x="9311464" y="370634"/>
                  </a:lnTo>
                  <a:lnTo>
                    <a:pt x="9257599" y="422498"/>
                  </a:lnTo>
                  <a:lnTo>
                    <a:pt x="9207432" y="479739"/>
                  </a:lnTo>
                  <a:lnTo>
                    <a:pt x="9160321" y="542868"/>
                  </a:lnTo>
                  <a:lnTo>
                    <a:pt x="9115651" y="612278"/>
                  </a:lnTo>
                  <a:lnTo>
                    <a:pt x="9084767" y="666099"/>
                  </a:lnTo>
                  <a:lnTo>
                    <a:pt x="9052154" y="728227"/>
                  </a:lnTo>
                  <a:lnTo>
                    <a:pt x="9020279" y="794310"/>
                  </a:lnTo>
                  <a:lnTo>
                    <a:pt x="8988968" y="864428"/>
                  </a:lnTo>
                  <a:lnTo>
                    <a:pt x="8958076" y="938615"/>
                  </a:lnTo>
                  <a:lnTo>
                    <a:pt x="8927483" y="1016852"/>
                  </a:lnTo>
                  <a:lnTo>
                    <a:pt x="8897091" y="1099065"/>
                  </a:lnTo>
                  <a:lnTo>
                    <a:pt x="8866822" y="1185118"/>
                  </a:lnTo>
                  <a:lnTo>
                    <a:pt x="8836617" y="1274815"/>
                  </a:lnTo>
                  <a:lnTo>
                    <a:pt x="8806429" y="1367896"/>
                  </a:lnTo>
                  <a:lnTo>
                    <a:pt x="8776228" y="1464037"/>
                  </a:lnTo>
                  <a:lnTo>
                    <a:pt x="8745996" y="1562856"/>
                  </a:lnTo>
                  <a:lnTo>
                    <a:pt x="8715724" y="1663918"/>
                  </a:lnTo>
                  <a:lnTo>
                    <a:pt x="8685414" y="1766738"/>
                  </a:lnTo>
                  <a:lnTo>
                    <a:pt x="8655073" y="1870794"/>
                  </a:lnTo>
                  <a:lnTo>
                    <a:pt x="8624714" y="1975538"/>
                  </a:lnTo>
                  <a:lnTo>
                    <a:pt x="8594351" y="2080405"/>
                  </a:lnTo>
                  <a:lnTo>
                    <a:pt x="8564001" y="2184829"/>
                  </a:lnTo>
                  <a:lnTo>
                    <a:pt x="8533676" y="2288251"/>
                  </a:lnTo>
                  <a:lnTo>
                    <a:pt x="8503387" y="2390137"/>
                  </a:lnTo>
                  <a:lnTo>
                    <a:pt x="8473138" y="2489986"/>
                  </a:lnTo>
                  <a:lnTo>
                    <a:pt x="8442925" y="2587340"/>
                  </a:lnTo>
                  <a:lnTo>
                    <a:pt x="8412735" y="2681791"/>
                  </a:lnTo>
                  <a:lnTo>
                    <a:pt x="8382542" y="2772992"/>
                  </a:lnTo>
                  <a:lnTo>
                    <a:pt x="8352307" y="2860655"/>
                  </a:lnTo>
                  <a:lnTo>
                    <a:pt x="8321977" y="2944554"/>
                  </a:lnTo>
                  <a:lnTo>
                    <a:pt x="8291482" y="3024528"/>
                  </a:lnTo>
                  <a:lnTo>
                    <a:pt x="8260733" y="3100478"/>
                  </a:lnTo>
                  <a:lnTo>
                    <a:pt x="8229620" y="3172360"/>
                  </a:lnTo>
                  <a:lnTo>
                    <a:pt x="8198009" y="3240187"/>
                  </a:lnTo>
                  <a:lnTo>
                    <a:pt x="8165740" y="3304018"/>
                  </a:lnTo>
                  <a:lnTo>
                    <a:pt x="8151487" y="3330496"/>
                  </a:lnTo>
                  <a:lnTo>
                    <a:pt x="8108228" y="3404526"/>
                  </a:lnTo>
                  <a:lnTo>
                    <a:pt x="8062930" y="3472138"/>
                  </a:lnTo>
                  <a:lnTo>
                    <a:pt x="8015022" y="3533561"/>
                  </a:lnTo>
                  <a:lnTo>
                    <a:pt x="7963879" y="3589232"/>
                  </a:lnTo>
                  <a:lnTo>
                    <a:pt x="7908854" y="3639680"/>
                  </a:lnTo>
                  <a:lnTo>
                    <a:pt x="7849313" y="3685446"/>
                  </a:lnTo>
                  <a:lnTo>
                    <a:pt x="7784675" y="3727040"/>
                  </a:lnTo>
                  <a:lnTo>
                    <a:pt x="7714476" y="3764911"/>
                  </a:lnTo>
                  <a:lnTo>
                    <a:pt x="7638436" y="3799432"/>
                  </a:lnTo>
                  <a:lnTo>
                    <a:pt x="7556564" y="3830887"/>
                  </a:lnTo>
                  <a:lnTo>
                    <a:pt x="7469270" y="3859475"/>
                  </a:lnTo>
                  <a:lnTo>
                    <a:pt x="7377488" y="3885302"/>
                  </a:lnTo>
                  <a:lnTo>
                    <a:pt x="7282780" y="3908402"/>
                  </a:lnTo>
                  <a:lnTo>
                    <a:pt x="7187382" y="3928744"/>
                  </a:lnTo>
                  <a:lnTo>
                    <a:pt x="7094152" y="3946271"/>
                  </a:lnTo>
                  <a:lnTo>
                    <a:pt x="7006374" y="3960934"/>
                  </a:lnTo>
                  <a:lnTo>
                    <a:pt x="6927406" y="3972738"/>
                  </a:lnTo>
                  <a:lnTo>
                    <a:pt x="6860218" y="3981781"/>
                  </a:lnTo>
                  <a:lnTo>
                    <a:pt x="6806900" y="3988274"/>
                  </a:lnTo>
                  <a:lnTo>
                    <a:pt x="6768269" y="3992550"/>
                  </a:lnTo>
                  <a:lnTo>
                    <a:pt x="6743663" y="3995033"/>
                  </a:lnTo>
                  <a:lnTo>
                    <a:pt x="6730951" y="3996207"/>
                  </a:lnTo>
                  <a:lnTo>
                    <a:pt x="6726697" y="3996568"/>
                  </a:lnTo>
                  <a:lnTo>
                    <a:pt x="6726343" y="3996596"/>
                  </a:lnTo>
                  <a:lnTo>
                    <a:pt x="5254955" y="3996596"/>
                  </a:lnTo>
                  <a:lnTo>
                    <a:pt x="5253759" y="3996550"/>
                  </a:lnTo>
                  <a:lnTo>
                    <a:pt x="5245906" y="3996227"/>
                  </a:lnTo>
                  <a:lnTo>
                    <a:pt x="5226140" y="3995334"/>
                  </a:lnTo>
                  <a:lnTo>
                    <a:pt x="5190874" y="3993575"/>
                  </a:lnTo>
                  <a:lnTo>
                    <a:pt x="5138460" y="3990681"/>
                  </a:lnTo>
                  <a:lnTo>
                    <a:pt x="5069310" y="3986433"/>
                  </a:lnTo>
                  <a:lnTo>
                    <a:pt x="4985703" y="3980685"/>
                  </a:lnTo>
                  <a:lnTo>
                    <a:pt x="4891258" y="3973368"/>
                  </a:lnTo>
                  <a:lnTo>
                    <a:pt x="4790224" y="3964474"/>
                  </a:lnTo>
                  <a:lnTo>
                    <a:pt x="4686777" y="3954032"/>
                  </a:lnTo>
                  <a:lnTo>
                    <a:pt x="4584494" y="3942076"/>
                  </a:lnTo>
                  <a:lnTo>
                    <a:pt x="4486085" y="3928617"/>
                  </a:lnTo>
                  <a:lnTo>
                    <a:pt x="4393331" y="3913626"/>
                  </a:lnTo>
                  <a:lnTo>
                    <a:pt x="4307186" y="3897020"/>
                  </a:lnTo>
                  <a:lnTo>
                    <a:pt x="4227945" y="3878660"/>
                  </a:lnTo>
                  <a:lnTo>
                    <a:pt x="4155421" y="3858350"/>
                  </a:lnTo>
                  <a:lnTo>
                    <a:pt x="4089107" y="3835839"/>
                  </a:lnTo>
                  <a:lnTo>
                    <a:pt x="4028306" y="3810835"/>
                  </a:lnTo>
                  <a:lnTo>
                    <a:pt x="3972222" y="3783017"/>
                  </a:lnTo>
                  <a:lnTo>
                    <a:pt x="3920031" y="3752067"/>
                  </a:lnTo>
                  <a:lnTo>
                    <a:pt x="3870933" y="3717719"/>
                  </a:lnTo>
                  <a:lnTo>
                    <a:pt x="3829811" y="3684660"/>
                  </a:lnTo>
                  <a:lnTo>
                    <a:pt x="3786094" y="3645068"/>
                  </a:lnTo>
                  <a:lnTo>
                    <a:pt x="3743603" y="3602095"/>
                  </a:lnTo>
                  <a:lnTo>
                    <a:pt x="3701949" y="3555677"/>
                  </a:lnTo>
                  <a:lnTo>
                    <a:pt x="3660833" y="3505828"/>
                  </a:lnTo>
                  <a:lnTo>
                    <a:pt x="3620025" y="3452647"/>
                  </a:lnTo>
                  <a:lnTo>
                    <a:pt x="3579359" y="3396327"/>
                  </a:lnTo>
                  <a:lnTo>
                    <a:pt x="3538723" y="3337159"/>
                  </a:lnTo>
                  <a:lnTo>
                    <a:pt x="3498047" y="3275528"/>
                  </a:lnTo>
                  <a:lnTo>
                    <a:pt x="3457304" y="3211909"/>
                  </a:lnTo>
                  <a:lnTo>
                    <a:pt x="3416493" y="3146848"/>
                  </a:lnTo>
                  <a:lnTo>
                    <a:pt x="3375635" y="3080953"/>
                  </a:lnTo>
                  <a:lnTo>
                    <a:pt x="3334766" y="3014859"/>
                  </a:lnTo>
                  <a:lnTo>
                    <a:pt x="3293923" y="2949215"/>
                  </a:lnTo>
                  <a:lnTo>
                    <a:pt x="3253137" y="2884647"/>
                  </a:lnTo>
                  <a:lnTo>
                    <a:pt x="3212421" y="2821742"/>
                  </a:lnTo>
                  <a:lnTo>
                    <a:pt x="3171767" y="2761020"/>
                  </a:lnTo>
                  <a:lnTo>
                    <a:pt x="3131129" y="2702922"/>
                  </a:lnTo>
                  <a:lnTo>
                    <a:pt x="3090424" y="2647798"/>
                  </a:lnTo>
                  <a:lnTo>
                    <a:pt x="3049519" y="2595898"/>
                  </a:lnTo>
                  <a:lnTo>
                    <a:pt x="3008224" y="2547380"/>
                  </a:lnTo>
                  <a:lnTo>
                    <a:pt x="2966284" y="2502310"/>
                  </a:lnTo>
                  <a:lnTo>
                    <a:pt x="2923366" y="2460667"/>
                  </a:lnTo>
                  <a:lnTo>
                    <a:pt x="2896531" y="2436915"/>
                  </a:lnTo>
                  <a:lnTo>
                    <a:pt x="2849548" y="2399468"/>
                  </a:lnTo>
                  <a:lnTo>
                    <a:pt x="2800113" y="2365546"/>
                  </a:lnTo>
                  <a:lnTo>
                    <a:pt x="2747489" y="2334995"/>
                  </a:lnTo>
                  <a:lnTo>
                    <a:pt x="2690873" y="2307539"/>
                  </a:lnTo>
                  <a:lnTo>
                    <a:pt x="2629439" y="2282856"/>
                  </a:lnTo>
                  <a:lnTo>
                    <a:pt x="2562401" y="2260629"/>
                  </a:lnTo>
                  <a:lnTo>
                    <a:pt x="2489078" y="2240570"/>
                  </a:lnTo>
                  <a:lnTo>
                    <a:pt x="2408995" y="2222434"/>
                  </a:lnTo>
                  <a:lnTo>
                    <a:pt x="2322015" y="2206032"/>
                  </a:lnTo>
                  <a:lnTo>
                    <a:pt x="2228503" y="2191231"/>
                  </a:lnTo>
                  <a:lnTo>
                    <a:pt x="2129507" y="2177957"/>
                  </a:lnTo>
                  <a:lnTo>
                    <a:pt x="2026918" y="2166184"/>
                  </a:lnTo>
                  <a:lnTo>
                    <a:pt x="1923558" y="2155929"/>
                  </a:lnTo>
                  <a:lnTo>
                    <a:pt x="1823098" y="2147227"/>
                  </a:lnTo>
                  <a:lnTo>
                    <a:pt x="1729756" y="2140103"/>
                  </a:lnTo>
                  <a:lnTo>
                    <a:pt x="1647742" y="2134544"/>
                  </a:lnTo>
                  <a:lnTo>
                    <a:pt x="1580549" y="2130471"/>
                  </a:lnTo>
                  <a:lnTo>
                    <a:pt x="1530251" y="2127728"/>
                  </a:lnTo>
                  <a:lnTo>
                    <a:pt x="1497009" y="2126091"/>
                  </a:lnTo>
                  <a:lnTo>
                    <a:pt x="1478928" y="2125283"/>
                  </a:lnTo>
                  <a:lnTo>
                    <a:pt x="1472201" y="2125010"/>
                  </a:lnTo>
                  <a:lnTo>
                    <a:pt x="1471387" y="2124979"/>
                  </a:lnTo>
                  <a:lnTo>
                    <a:pt x="0" y="2124979"/>
                  </a:lnTo>
                  <a:close/>
                </a:path>
              </a:pathLst>
            </a:custGeom>
            <a:solidFill>
              <a:srgbClr val="F28E5B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053" name="pl1053"/>
            <p:cNvSpPr/>
            <p:nvPr/>
          </p:nvSpPr>
          <p:spPr>
            <a:xfrm>
              <a:off x="4799595" y="5886973"/>
              <a:ext cx="11981298" cy="3996596"/>
            </a:xfrm>
            <a:custGeom>
              <a:avLst/>
              <a:pathLst>
                <a:path w="11981298" h="3996596">
                  <a:moveTo>
                    <a:pt x="0" y="2124979"/>
                  </a:moveTo>
                  <a:lnTo>
                    <a:pt x="1471387" y="2124979"/>
                  </a:lnTo>
                  <a:lnTo>
                    <a:pt x="1472583" y="2125024"/>
                  </a:lnTo>
                  <a:lnTo>
                    <a:pt x="1480436" y="2125348"/>
                  </a:lnTo>
                  <a:lnTo>
                    <a:pt x="1500203" y="2126241"/>
                  </a:lnTo>
                  <a:lnTo>
                    <a:pt x="1535468" y="2127999"/>
                  </a:lnTo>
                  <a:lnTo>
                    <a:pt x="1587882" y="2130893"/>
                  </a:lnTo>
                  <a:lnTo>
                    <a:pt x="1657032" y="2135142"/>
                  </a:lnTo>
                  <a:lnTo>
                    <a:pt x="1740640" y="2140890"/>
                  </a:lnTo>
                  <a:lnTo>
                    <a:pt x="1835084" y="2148207"/>
                  </a:lnTo>
                  <a:lnTo>
                    <a:pt x="1936118" y="2157101"/>
                  </a:lnTo>
                  <a:lnTo>
                    <a:pt x="2039566" y="2167542"/>
                  </a:lnTo>
                  <a:lnTo>
                    <a:pt x="2141848" y="2179499"/>
                  </a:lnTo>
                  <a:lnTo>
                    <a:pt x="2240258" y="2192958"/>
                  </a:lnTo>
                  <a:lnTo>
                    <a:pt x="2333012" y="2207949"/>
                  </a:lnTo>
                  <a:lnTo>
                    <a:pt x="2419156" y="2224555"/>
                  </a:lnTo>
                  <a:lnTo>
                    <a:pt x="2498397" y="2242914"/>
                  </a:lnTo>
                  <a:lnTo>
                    <a:pt x="2570921" y="2263225"/>
                  </a:lnTo>
                  <a:lnTo>
                    <a:pt x="2637235" y="2285735"/>
                  </a:lnTo>
                  <a:lnTo>
                    <a:pt x="2698036" y="2310740"/>
                  </a:lnTo>
                  <a:lnTo>
                    <a:pt x="2754120" y="2338558"/>
                  </a:lnTo>
                  <a:lnTo>
                    <a:pt x="2806311" y="2369508"/>
                  </a:lnTo>
                  <a:lnTo>
                    <a:pt x="2855409" y="2403855"/>
                  </a:lnTo>
                  <a:lnTo>
                    <a:pt x="2896531" y="2436915"/>
                  </a:lnTo>
                  <a:lnTo>
                    <a:pt x="2940248" y="2476507"/>
                  </a:lnTo>
                  <a:lnTo>
                    <a:pt x="2982739" y="2519480"/>
                  </a:lnTo>
                  <a:lnTo>
                    <a:pt x="3024393" y="2565897"/>
                  </a:lnTo>
                  <a:lnTo>
                    <a:pt x="3065509" y="2615747"/>
                  </a:lnTo>
                  <a:lnTo>
                    <a:pt x="3106317" y="2668928"/>
                  </a:lnTo>
                  <a:lnTo>
                    <a:pt x="3146983" y="2725248"/>
                  </a:lnTo>
                  <a:lnTo>
                    <a:pt x="3187620" y="2784416"/>
                  </a:lnTo>
                  <a:lnTo>
                    <a:pt x="3228295" y="2846047"/>
                  </a:lnTo>
                  <a:lnTo>
                    <a:pt x="3269038" y="2909666"/>
                  </a:lnTo>
                  <a:lnTo>
                    <a:pt x="3309850" y="2974726"/>
                  </a:lnTo>
                  <a:lnTo>
                    <a:pt x="3350707" y="3040622"/>
                  </a:lnTo>
                  <a:lnTo>
                    <a:pt x="3391576" y="3106716"/>
                  </a:lnTo>
                  <a:lnTo>
                    <a:pt x="3432419" y="3172360"/>
                  </a:lnTo>
                  <a:lnTo>
                    <a:pt x="3473205" y="3236928"/>
                  </a:lnTo>
                  <a:lnTo>
                    <a:pt x="3513921" y="3299833"/>
                  </a:lnTo>
                  <a:lnTo>
                    <a:pt x="3554575" y="3360555"/>
                  </a:lnTo>
                  <a:lnTo>
                    <a:pt x="3595213" y="3418652"/>
                  </a:lnTo>
                  <a:lnTo>
                    <a:pt x="3635918" y="3473777"/>
                  </a:lnTo>
                  <a:lnTo>
                    <a:pt x="3676823" y="3525677"/>
                  </a:lnTo>
                  <a:lnTo>
                    <a:pt x="3718119" y="3574194"/>
                  </a:lnTo>
                  <a:lnTo>
                    <a:pt x="3760059" y="3619265"/>
                  </a:lnTo>
                  <a:lnTo>
                    <a:pt x="3802976" y="3660908"/>
                  </a:lnTo>
                  <a:lnTo>
                    <a:pt x="3829811" y="3684660"/>
                  </a:lnTo>
                  <a:lnTo>
                    <a:pt x="3876794" y="3722107"/>
                  </a:lnTo>
                  <a:lnTo>
                    <a:pt x="3926229" y="3756028"/>
                  </a:lnTo>
                  <a:lnTo>
                    <a:pt x="3978853" y="3786580"/>
                  </a:lnTo>
                  <a:lnTo>
                    <a:pt x="4035469" y="3814036"/>
                  </a:lnTo>
                  <a:lnTo>
                    <a:pt x="4096903" y="3838719"/>
                  </a:lnTo>
                  <a:lnTo>
                    <a:pt x="4163941" y="3860945"/>
                  </a:lnTo>
                  <a:lnTo>
                    <a:pt x="4237264" y="3881005"/>
                  </a:lnTo>
                  <a:lnTo>
                    <a:pt x="4317347" y="3899141"/>
                  </a:lnTo>
                  <a:lnTo>
                    <a:pt x="4404327" y="3915543"/>
                  </a:lnTo>
                  <a:lnTo>
                    <a:pt x="4497839" y="3930343"/>
                  </a:lnTo>
                  <a:lnTo>
                    <a:pt x="4596835" y="3943618"/>
                  </a:lnTo>
                  <a:lnTo>
                    <a:pt x="4699424" y="3955391"/>
                  </a:lnTo>
                  <a:lnTo>
                    <a:pt x="4802784" y="3965645"/>
                  </a:lnTo>
                  <a:lnTo>
                    <a:pt x="4903244" y="3974347"/>
                  </a:lnTo>
                  <a:lnTo>
                    <a:pt x="4996586" y="3981471"/>
                  </a:lnTo>
                  <a:lnTo>
                    <a:pt x="5078600" y="3987031"/>
                  </a:lnTo>
                  <a:lnTo>
                    <a:pt x="5145793" y="3991104"/>
                  </a:lnTo>
                  <a:lnTo>
                    <a:pt x="5196091" y="3993846"/>
                  </a:lnTo>
                  <a:lnTo>
                    <a:pt x="5229333" y="3995484"/>
                  </a:lnTo>
                  <a:lnTo>
                    <a:pt x="5247414" y="3996291"/>
                  </a:lnTo>
                  <a:lnTo>
                    <a:pt x="5254141" y="3996565"/>
                  </a:lnTo>
                  <a:lnTo>
                    <a:pt x="5254955" y="3996596"/>
                  </a:lnTo>
                  <a:lnTo>
                    <a:pt x="6726343" y="3996596"/>
                  </a:lnTo>
                  <a:lnTo>
                    <a:pt x="6727285" y="3996520"/>
                  </a:lnTo>
                  <a:lnTo>
                    <a:pt x="6733506" y="3995980"/>
                  </a:lnTo>
                  <a:lnTo>
                    <a:pt x="6749275" y="3994487"/>
                  </a:lnTo>
                  <a:lnTo>
                    <a:pt x="6777679" y="3991546"/>
                  </a:lnTo>
                  <a:lnTo>
                    <a:pt x="6820447" y="3986685"/>
                  </a:lnTo>
                  <a:lnTo>
                    <a:pt x="6877817" y="3979502"/>
                  </a:lnTo>
                  <a:lnTo>
                    <a:pt x="6948582" y="3969698"/>
                  </a:lnTo>
                  <a:lnTo>
                    <a:pt x="7030359" y="3957093"/>
                  </a:lnTo>
                  <a:lnTo>
                    <a:pt x="7120018" y="3941620"/>
                  </a:lnTo>
                  <a:lnTo>
                    <a:pt x="7214178" y="3923294"/>
                  </a:lnTo>
                  <a:lnTo>
                    <a:pt x="7309647" y="3902169"/>
                  </a:lnTo>
                  <a:lnTo>
                    <a:pt x="7403727" y="3878301"/>
                  </a:lnTo>
                  <a:lnTo>
                    <a:pt x="7494374" y="3851702"/>
                  </a:lnTo>
                  <a:lnTo>
                    <a:pt x="7580209" y="3822321"/>
                  </a:lnTo>
                  <a:lnTo>
                    <a:pt x="7660460" y="3790025"/>
                  </a:lnTo>
                  <a:lnTo>
                    <a:pt x="7734840" y="3754593"/>
                  </a:lnTo>
                  <a:lnTo>
                    <a:pt x="7803435" y="3715714"/>
                  </a:lnTo>
                  <a:lnTo>
                    <a:pt x="7866583" y="3672993"/>
                  </a:lnTo>
                  <a:lnTo>
                    <a:pt x="7924789" y="3625961"/>
                  </a:lnTo>
                  <a:lnTo>
                    <a:pt x="7978655" y="3574097"/>
                  </a:lnTo>
                  <a:lnTo>
                    <a:pt x="8028821" y="3516856"/>
                  </a:lnTo>
                  <a:lnTo>
                    <a:pt x="8075932" y="3453727"/>
                  </a:lnTo>
                  <a:lnTo>
                    <a:pt x="8120602" y="3384317"/>
                  </a:lnTo>
                  <a:lnTo>
                    <a:pt x="8151487" y="3330496"/>
                  </a:lnTo>
                  <a:lnTo>
                    <a:pt x="8184100" y="3268368"/>
                  </a:lnTo>
                  <a:lnTo>
                    <a:pt x="8215974" y="3202285"/>
                  </a:lnTo>
                  <a:lnTo>
                    <a:pt x="8247285" y="3132167"/>
                  </a:lnTo>
                  <a:lnTo>
                    <a:pt x="8278177" y="3057980"/>
                  </a:lnTo>
                  <a:lnTo>
                    <a:pt x="8308770" y="2979743"/>
                  </a:lnTo>
                  <a:lnTo>
                    <a:pt x="8339162" y="2897531"/>
                  </a:lnTo>
                  <a:lnTo>
                    <a:pt x="8369431" y="2811477"/>
                  </a:lnTo>
                  <a:lnTo>
                    <a:pt x="8399637" y="2721780"/>
                  </a:lnTo>
                  <a:lnTo>
                    <a:pt x="8429825" y="2628699"/>
                  </a:lnTo>
                  <a:lnTo>
                    <a:pt x="8460025" y="2532558"/>
                  </a:lnTo>
                  <a:lnTo>
                    <a:pt x="8490258" y="2433739"/>
                  </a:lnTo>
                  <a:lnTo>
                    <a:pt x="8520529" y="2332677"/>
                  </a:lnTo>
                  <a:lnTo>
                    <a:pt x="8550839" y="2229857"/>
                  </a:lnTo>
                  <a:lnTo>
                    <a:pt x="8581180" y="2125801"/>
                  </a:lnTo>
                  <a:lnTo>
                    <a:pt x="8611539" y="2021057"/>
                  </a:lnTo>
                  <a:lnTo>
                    <a:pt x="8641902" y="1916190"/>
                  </a:lnTo>
                  <a:lnTo>
                    <a:pt x="8672253" y="1811766"/>
                  </a:lnTo>
                  <a:lnTo>
                    <a:pt x="8702577" y="1708344"/>
                  </a:lnTo>
                  <a:lnTo>
                    <a:pt x="8732866" y="1606458"/>
                  </a:lnTo>
                  <a:lnTo>
                    <a:pt x="8763115" y="1506609"/>
                  </a:lnTo>
                  <a:lnTo>
                    <a:pt x="8793328" y="1409256"/>
                  </a:lnTo>
                  <a:lnTo>
                    <a:pt x="8823518" y="1314804"/>
                  </a:lnTo>
                  <a:lnTo>
                    <a:pt x="8853712" y="1223603"/>
                  </a:lnTo>
                  <a:lnTo>
                    <a:pt x="8883947" y="1135941"/>
                  </a:lnTo>
                  <a:lnTo>
                    <a:pt x="8914277" y="1052041"/>
                  </a:lnTo>
                  <a:lnTo>
                    <a:pt x="8944772" y="972067"/>
                  </a:lnTo>
                  <a:lnTo>
                    <a:pt x="8975521" y="896117"/>
                  </a:lnTo>
                  <a:lnTo>
                    <a:pt x="9006634" y="824235"/>
                  </a:lnTo>
                  <a:lnTo>
                    <a:pt x="9038244" y="756409"/>
                  </a:lnTo>
                  <a:lnTo>
                    <a:pt x="9070513" y="692577"/>
                  </a:lnTo>
                  <a:lnTo>
                    <a:pt x="9084767" y="666099"/>
                  </a:lnTo>
                  <a:lnTo>
                    <a:pt x="9128025" y="592069"/>
                  </a:lnTo>
                  <a:lnTo>
                    <a:pt x="9173323" y="524457"/>
                  </a:lnTo>
                  <a:lnTo>
                    <a:pt x="9221232" y="463034"/>
                  </a:lnTo>
                  <a:lnTo>
                    <a:pt x="9272375" y="407363"/>
                  </a:lnTo>
                  <a:lnTo>
                    <a:pt x="9327399" y="356916"/>
                  </a:lnTo>
                  <a:lnTo>
                    <a:pt x="9386941" y="311149"/>
                  </a:lnTo>
                  <a:lnTo>
                    <a:pt x="9451578" y="269555"/>
                  </a:lnTo>
                  <a:lnTo>
                    <a:pt x="9521777" y="231684"/>
                  </a:lnTo>
                  <a:lnTo>
                    <a:pt x="9597817" y="197163"/>
                  </a:lnTo>
                  <a:lnTo>
                    <a:pt x="9679689" y="165708"/>
                  </a:lnTo>
                  <a:lnTo>
                    <a:pt x="9766983" y="137121"/>
                  </a:lnTo>
                  <a:lnTo>
                    <a:pt x="9858765" y="111293"/>
                  </a:lnTo>
                  <a:lnTo>
                    <a:pt x="9953473" y="88194"/>
                  </a:lnTo>
                  <a:lnTo>
                    <a:pt x="10048871" y="67851"/>
                  </a:lnTo>
                  <a:lnTo>
                    <a:pt x="10142101" y="50324"/>
                  </a:lnTo>
                  <a:lnTo>
                    <a:pt x="10229879" y="35661"/>
                  </a:lnTo>
                  <a:lnTo>
                    <a:pt x="10308847" y="23857"/>
                  </a:lnTo>
                  <a:lnTo>
                    <a:pt x="10376035" y="14815"/>
                  </a:lnTo>
                  <a:lnTo>
                    <a:pt x="10429353" y="8321"/>
                  </a:lnTo>
                  <a:lnTo>
                    <a:pt x="10467984" y="4046"/>
                  </a:lnTo>
                  <a:lnTo>
                    <a:pt x="10492591" y="1562"/>
                  </a:lnTo>
                  <a:lnTo>
                    <a:pt x="10505302" y="388"/>
                  </a:lnTo>
                  <a:lnTo>
                    <a:pt x="10509556" y="27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54" name="pl1054"/>
            <p:cNvSpPr/>
            <p:nvPr/>
          </p:nvSpPr>
          <p:spPr>
            <a:xfrm>
              <a:off x="4799595" y="5878800"/>
              <a:ext cx="11981298" cy="3996596"/>
            </a:xfrm>
            <a:custGeom>
              <a:avLst/>
              <a:pathLst>
                <a:path w="11981298" h="3996596">
                  <a:moveTo>
                    <a:pt x="11981298" y="0"/>
                  </a:moveTo>
                  <a:lnTo>
                    <a:pt x="10509911" y="0"/>
                  </a:lnTo>
                  <a:lnTo>
                    <a:pt x="10508968" y="75"/>
                  </a:lnTo>
                  <a:lnTo>
                    <a:pt x="10502747" y="616"/>
                  </a:lnTo>
                  <a:lnTo>
                    <a:pt x="10486979" y="2108"/>
                  </a:lnTo>
                  <a:lnTo>
                    <a:pt x="10458574" y="5049"/>
                  </a:lnTo>
                  <a:lnTo>
                    <a:pt x="10415806" y="9910"/>
                  </a:lnTo>
                  <a:lnTo>
                    <a:pt x="10358437" y="17093"/>
                  </a:lnTo>
                  <a:lnTo>
                    <a:pt x="10287671" y="26897"/>
                  </a:lnTo>
                  <a:lnTo>
                    <a:pt x="10205894" y="39502"/>
                  </a:lnTo>
                  <a:lnTo>
                    <a:pt x="10116235" y="54975"/>
                  </a:lnTo>
                  <a:lnTo>
                    <a:pt x="10022075" y="73301"/>
                  </a:lnTo>
                  <a:lnTo>
                    <a:pt x="9926607" y="94426"/>
                  </a:lnTo>
                  <a:lnTo>
                    <a:pt x="9832526" y="118295"/>
                  </a:lnTo>
                  <a:lnTo>
                    <a:pt x="9741880" y="144894"/>
                  </a:lnTo>
                  <a:lnTo>
                    <a:pt x="9656044" y="174274"/>
                  </a:lnTo>
                  <a:lnTo>
                    <a:pt x="9575793" y="206570"/>
                  </a:lnTo>
                  <a:lnTo>
                    <a:pt x="9501413" y="242002"/>
                  </a:lnTo>
                  <a:lnTo>
                    <a:pt x="9432819" y="280881"/>
                  </a:lnTo>
                  <a:lnTo>
                    <a:pt x="9369671" y="323602"/>
                  </a:lnTo>
                  <a:lnTo>
                    <a:pt x="9311464" y="370634"/>
                  </a:lnTo>
                  <a:lnTo>
                    <a:pt x="9257599" y="422498"/>
                  </a:lnTo>
                  <a:lnTo>
                    <a:pt x="9207432" y="479739"/>
                  </a:lnTo>
                  <a:lnTo>
                    <a:pt x="9160321" y="542868"/>
                  </a:lnTo>
                  <a:lnTo>
                    <a:pt x="9115651" y="612278"/>
                  </a:lnTo>
                  <a:lnTo>
                    <a:pt x="9084767" y="666099"/>
                  </a:lnTo>
                  <a:lnTo>
                    <a:pt x="9052154" y="728227"/>
                  </a:lnTo>
                  <a:lnTo>
                    <a:pt x="9020279" y="794310"/>
                  </a:lnTo>
                  <a:lnTo>
                    <a:pt x="8988968" y="864428"/>
                  </a:lnTo>
                  <a:lnTo>
                    <a:pt x="8958076" y="938615"/>
                  </a:lnTo>
                  <a:lnTo>
                    <a:pt x="8927483" y="1016852"/>
                  </a:lnTo>
                  <a:lnTo>
                    <a:pt x="8897091" y="1099065"/>
                  </a:lnTo>
                  <a:lnTo>
                    <a:pt x="8866822" y="1185118"/>
                  </a:lnTo>
                  <a:lnTo>
                    <a:pt x="8836617" y="1274815"/>
                  </a:lnTo>
                  <a:lnTo>
                    <a:pt x="8806429" y="1367896"/>
                  </a:lnTo>
                  <a:lnTo>
                    <a:pt x="8776228" y="1464037"/>
                  </a:lnTo>
                  <a:lnTo>
                    <a:pt x="8745996" y="1562856"/>
                  </a:lnTo>
                  <a:lnTo>
                    <a:pt x="8715724" y="1663918"/>
                  </a:lnTo>
                  <a:lnTo>
                    <a:pt x="8685414" y="1766738"/>
                  </a:lnTo>
                  <a:lnTo>
                    <a:pt x="8655073" y="1870794"/>
                  </a:lnTo>
                  <a:lnTo>
                    <a:pt x="8624714" y="1975538"/>
                  </a:lnTo>
                  <a:lnTo>
                    <a:pt x="8594351" y="2080405"/>
                  </a:lnTo>
                  <a:lnTo>
                    <a:pt x="8564001" y="2184829"/>
                  </a:lnTo>
                  <a:lnTo>
                    <a:pt x="8533676" y="2288251"/>
                  </a:lnTo>
                  <a:lnTo>
                    <a:pt x="8503387" y="2390137"/>
                  </a:lnTo>
                  <a:lnTo>
                    <a:pt x="8473138" y="2489986"/>
                  </a:lnTo>
                  <a:lnTo>
                    <a:pt x="8442925" y="2587340"/>
                  </a:lnTo>
                  <a:lnTo>
                    <a:pt x="8412735" y="2681791"/>
                  </a:lnTo>
                  <a:lnTo>
                    <a:pt x="8382542" y="2772992"/>
                  </a:lnTo>
                  <a:lnTo>
                    <a:pt x="8352307" y="2860655"/>
                  </a:lnTo>
                  <a:lnTo>
                    <a:pt x="8321977" y="2944554"/>
                  </a:lnTo>
                  <a:lnTo>
                    <a:pt x="8291482" y="3024528"/>
                  </a:lnTo>
                  <a:lnTo>
                    <a:pt x="8260733" y="3100478"/>
                  </a:lnTo>
                  <a:lnTo>
                    <a:pt x="8229620" y="3172360"/>
                  </a:lnTo>
                  <a:lnTo>
                    <a:pt x="8198009" y="3240187"/>
                  </a:lnTo>
                  <a:lnTo>
                    <a:pt x="8165740" y="3304018"/>
                  </a:lnTo>
                  <a:lnTo>
                    <a:pt x="8151487" y="3330496"/>
                  </a:lnTo>
                  <a:lnTo>
                    <a:pt x="8108228" y="3404526"/>
                  </a:lnTo>
                  <a:lnTo>
                    <a:pt x="8062930" y="3472138"/>
                  </a:lnTo>
                  <a:lnTo>
                    <a:pt x="8015022" y="3533561"/>
                  </a:lnTo>
                  <a:lnTo>
                    <a:pt x="7963879" y="3589232"/>
                  </a:lnTo>
                  <a:lnTo>
                    <a:pt x="7908854" y="3639680"/>
                  </a:lnTo>
                  <a:lnTo>
                    <a:pt x="7849313" y="3685446"/>
                  </a:lnTo>
                  <a:lnTo>
                    <a:pt x="7784675" y="3727040"/>
                  </a:lnTo>
                  <a:lnTo>
                    <a:pt x="7714476" y="3764911"/>
                  </a:lnTo>
                  <a:lnTo>
                    <a:pt x="7638436" y="3799432"/>
                  </a:lnTo>
                  <a:lnTo>
                    <a:pt x="7556564" y="3830887"/>
                  </a:lnTo>
                  <a:lnTo>
                    <a:pt x="7469270" y="3859475"/>
                  </a:lnTo>
                  <a:lnTo>
                    <a:pt x="7377488" y="3885302"/>
                  </a:lnTo>
                  <a:lnTo>
                    <a:pt x="7282780" y="3908402"/>
                  </a:lnTo>
                  <a:lnTo>
                    <a:pt x="7187382" y="3928744"/>
                  </a:lnTo>
                  <a:lnTo>
                    <a:pt x="7094152" y="3946271"/>
                  </a:lnTo>
                  <a:lnTo>
                    <a:pt x="7006374" y="3960934"/>
                  </a:lnTo>
                  <a:lnTo>
                    <a:pt x="6927406" y="3972738"/>
                  </a:lnTo>
                  <a:lnTo>
                    <a:pt x="6860218" y="3981781"/>
                  </a:lnTo>
                  <a:lnTo>
                    <a:pt x="6806900" y="3988274"/>
                  </a:lnTo>
                  <a:lnTo>
                    <a:pt x="6768269" y="3992550"/>
                  </a:lnTo>
                  <a:lnTo>
                    <a:pt x="6743663" y="3995033"/>
                  </a:lnTo>
                  <a:lnTo>
                    <a:pt x="6730951" y="3996207"/>
                  </a:lnTo>
                  <a:lnTo>
                    <a:pt x="6726697" y="3996568"/>
                  </a:lnTo>
                  <a:lnTo>
                    <a:pt x="6726343" y="3996596"/>
                  </a:lnTo>
                  <a:lnTo>
                    <a:pt x="5254955" y="3996596"/>
                  </a:lnTo>
                  <a:lnTo>
                    <a:pt x="5253759" y="3996550"/>
                  </a:lnTo>
                  <a:lnTo>
                    <a:pt x="5245906" y="3996227"/>
                  </a:lnTo>
                  <a:lnTo>
                    <a:pt x="5226140" y="3995334"/>
                  </a:lnTo>
                  <a:lnTo>
                    <a:pt x="5190874" y="3993575"/>
                  </a:lnTo>
                  <a:lnTo>
                    <a:pt x="5138460" y="3990681"/>
                  </a:lnTo>
                  <a:lnTo>
                    <a:pt x="5069310" y="3986433"/>
                  </a:lnTo>
                  <a:lnTo>
                    <a:pt x="4985703" y="3980685"/>
                  </a:lnTo>
                  <a:lnTo>
                    <a:pt x="4891258" y="3973368"/>
                  </a:lnTo>
                  <a:lnTo>
                    <a:pt x="4790224" y="3964474"/>
                  </a:lnTo>
                  <a:lnTo>
                    <a:pt x="4686777" y="3954032"/>
                  </a:lnTo>
                  <a:lnTo>
                    <a:pt x="4584494" y="3942076"/>
                  </a:lnTo>
                  <a:lnTo>
                    <a:pt x="4486085" y="3928617"/>
                  </a:lnTo>
                  <a:lnTo>
                    <a:pt x="4393331" y="3913626"/>
                  </a:lnTo>
                  <a:lnTo>
                    <a:pt x="4307186" y="3897020"/>
                  </a:lnTo>
                  <a:lnTo>
                    <a:pt x="4227945" y="3878660"/>
                  </a:lnTo>
                  <a:lnTo>
                    <a:pt x="4155421" y="3858350"/>
                  </a:lnTo>
                  <a:lnTo>
                    <a:pt x="4089107" y="3835839"/>
                  </a:lnTo>
                  <a:lnTo>
                    <a:pt x="4028306" y="3810835"/>
                  </a:lnTo>
                  <a:lnTo>
                    <a:pt x="3972222" y="3783017"/>
                  </a:lnTo>
                  <a:lnTo>
                    <a:pt x="3920031" y="3752067"/>
                  </a:lnTo>
                  <a:lnTo>
                    <a:pt x="3870933" y="3717719"/>
                  </a:lnTo>
                  <a:lnTo>
                    <a:pt x="3829811" y="3684660"/>
                  </a:lnTo>
                  <a:lnTo>
                    <a:pt x="3786094" y="3645068"/>
                  </a:lnTo>
                  <a:lnTo>
                    <a:pt x="3743603" y="3602095"/>
                  </a:lnTo>
                  <a:lnTo>
                    <a:pt x="3701949" y="3555677"/>
                  </a:lnTo>
                  <a:lnTo>
                    <a:pt x="3660833" y="3505828"/>
                  </a:lnTo>
                  <a:lnTo>
                    <a:pt x="3620025" y="3452647"/>
                  </a:lnTo>
                  <a:lnTo>
                    <a:pt x="3579359" y="3396327"/>
                  </a:lnTo>
                  <a:lnTo>
                    <a:pt x="3538723" y="3337159"/>
                  </a:lnTo>
                  <a:lnTo>
                    <a:pt x="3498047" y="3275528"/>
                  </a:lnTo>
                  <a:lnTo>
                    <a:pt x="3457304" y="3211909"/>
                  </a:lnTo>
                  <a:lnTo>
                    <a:pt x="3416493" y="3146848"/>
                  </a:lnTo>
                  <a:lnTo>
                    <a:pt x="3375635" y="3080953"/>
                  </a:lnTo>
                  <a:lnTo>
                    <a:pt x="3334766" y="3014859"/>
                  </a:lnTo>
                  <a:lnTo>
                    <a:pt x="3293923" y="2949215"/>
                  </a:lnTo>
                  <a:lnTo>
                    <a:pt x="3253137" y="2884647"/>
                  </a:lnTo>
                  <a:lnTo>
                    <a:pt x="3212421" y="2821742"/>
                  </a:lnTo>
                  <a:lnTo>
                    <a:pt x="3171767" y="2761020"/>
                  </a:lnTo>
                  <a:lnTo>
                    <a:pt x="3131129" y="2702922"/>
                  </a:lnTo>
                  <a:lnTo>
                    <a:pt x="3090424" y="2647798"/>
                  </a:lnTo>
                  <a:lnTo>
                    <a:pt x="3049519" y="2595898"/>
                  </a:lnTo>
                  <a:lnTo>
                    <a:pt x="3008224" y="2547380"/>
                  </a:lnTo>
                  <a:lnTo>
                    <a:pt x="2966284" y="2502310"/>
                  </a:lnTo>
                  <a:lnTo>
                    <a:pt x="2923366" y="2460667"/>
                  </a:lnTo>
                  <a:lnTo>
                    <a:pt x="2896531" y="2436915"/>
                  </a:lnTo>
                  <a:lnTo>
                    <a:pt x="2849548" y="2399468"/>
                  </a:lnTo>
                  <a:lnTo>
                    <a:pt x="2800113" y="2365546"/>
                  </a:lnTo>
                  <a:lnTo>
                    <a:pt x="2747489" y="2334995"/>
                  </a:lnTo>
                  <a:lnTo>
                    <a:pt x="2690873" y="2307539"/>
                  </a:lnTo>
                  <a:lnTo>
                    <a:pt x="2629439" y="2282856"/>
                  </a:lnTo>
                  <a:lnTo>
                    <a:pt x="2562401" y="2260629"/>
                  </a:lnTo>
                  <a:lnTo>
                    <a:pt x="2489078" y="2240570"/>
                  </a:lnTo>
                  <a:lnTo>
                    <a:pt x="2408995" y="2222434"/>
                  </a:lnTo>
                  <a:lnTo>
                    <a:pt x="2322015" y="2206032"/>
                  </a:lnTo>
                  <a:lnTo>
                    <a:pt x="2228503" y="2191231"/>
                  </a:lnTo>
                  <a:lnTo>
                    <a:pt x="2129507" y="2177957"/>
                  </a:lnTo>
                  <a:lnTo>
                    <a:pt x="2026918" y="2166184"/>
                  </a:lnTo>
                  <a:lnTo>
                    <a:pt x="1923558" y="2155929"/>
                  </a:lnTo>
                  <a:lnTo>
                    <a:pt x="1823098" y="2147227"/>
                  </a:lnTo>
                  <a:lnTo>
                    <a:pt x="1729756" y="2140103"/>
                  </a:lnTo>
                  <a:lnTo>
                    <a:pt x="1647742" y="2134544"/>
                  </a:lnTo>
                  <a:lnTo>
                    <a:pt x="1580549" y="2130471"/>
                  </a:lnTo>
                  <a:lnTo>
                    <a:pt x="1530251" y="2127728"/>
                  </a:lnTo>
                  <a:lnTo>
                    <a:pt x="1497009" y="2126091"/>
                  </a:lnTo>
                  <a:lnTo>
                    <a:pt x="1478928" y="2125283"/>
                  </a:lnTo>
                  <a:lnTo>
                    <a:pt x="1472201" y="2125010"/>
                  </a:lnTo>
                  <a:lnTo>
                    <a:pt x="1471387" y="2124979"/>
                  </a:lnTo>
                  <a:lnTo>
                    <a:pt x="0" y="212497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55" name="pg1055"/>
            <p:cNvSpPr/>
            <p:nvPr/>
          </p:nvSpPr>
          <p:spPr>
            <a:xfrm>
              <a:off x="4799595" y="2715849"/>
              <a:ext cx="11981298" cy="4176402"/>
            </a:xfrm>
            <a:custGeom>
              <a:avLst/>
              <a:pathLst>
                <a:path w="11981298" h="4176402">
                  <a:moveTo>
                    <a:pt x="0" y="4176402"/>
                  </a:moveTo>
                  <a:lnTo>
                    <a:pt x="1471387" y="4176402"/>
                  </a:lnTo>
                  <a:lnTo>
                    <a:pt x="1472319" y="4176323"/>
                  </a:lnTo>
                  <a:lnTo>
                    <a:pt x="1478474" y="4175766"/>
                  </a:lnTo>
                  <a:lnTo>
                    <a:pt x="1494077" y="4174227"/>
                  </a:lnTo>
                  <a:lnTo>
                    <a:pt x="1522196" y="4171194"/>
                  </a:lnTo>
                  <a:lnTo>
                    <a:pt x="1564559" y="4166181"/>
                  </a:lnTo>
                  <a:lnTo>
                    <a:pt x="1621423" y="4158771"/>
                  </a:lnTo>
                  <a:lnTo>
                    <a:pt x="1691626" y="4148652"/>
                  </a:lnTo>
                  <a:lnTo>
                    <a:pt x="1772832" y="4135638"/>
                  </a:lnTo>
                  <a:lnTo>
                    <a:pt x="1861961" y="4119656"/>
                  </a:lnTo>
                  <a:lnTo>
                    <a:pt x="1955668" y="4100718"/>
                  </a:lnTo>
                  <a:lnTo>
                    <a:pt x="2050784" y="4078881"/>
                  </a:lnTo>
                  <a:lnTo>
                    <a:pt x="2144621" y="4054202"/>
                  </a:lnTo>
                  <a:lnTo>
                    <a:pt x="2235124" y="4026697"/>
                  </a:lnTo>
                  <a:lnTo>
                    <a:pt x="2320905" y="3996317"/>
                  </a:lnTo>
                  <a:lnTo>
                    <a:pt x="2401168" y="3962929"/>
                  </a:lnTo>
                  <a:lnTo>
                    <a:pt x="2475610" y="3926309"/>
                  </a:lnTo>
                  <a:lnTo>
                    <a:pt x="2544295" y="3886144"/>
                  </a:lnTo>
                  <a:lnTo>
                    <a:pt x="2607548" y="3842029"/>
                  </a:lnTo>
                  <a:lnTo>
                    <a:pt x="2665858" y="3793486"/>
                  </a:lnTo>
                  <a:lnTo>
                    <a:pt x="2719816" y="3739981"/>
                  </a:lnTo>
                  <a:lnTo>
                    <a:pt x="2770054" y="3680952"/>
                  </a:lnTo>
                  <a:lnTo>
                    <a:pt x="2817210" y="3615866"/>
                  </a:lnTo>
                  <a:lnTo>
                    <a:pt x="2861895" y="3544304"/>
                  </a:lnTo>
                  <a:lnTo>
                    <a:pt x="2896531" y="3481697"/>
                  </a:lnTo>
                  <a:lnTo>
                    <a:pt x="2928544" y="3418145"/>
                  </a:lnTo>
                  <a:lnTo>
                    <a:pt x="2959842" y="3350623"/>
                  </a:lnTo>
                  <a:lnTo>
                    <a:pt x="2990591" y="3279050"/>
                  </a:lnTo>
                  <a:lnTo>
                    <a:pt x="3020931" y="3203391"/>
                  </a:lnTo>
                  <a:lnTo>
                    <a:pt x="3050974" y="3123660"/>
                  </a:lnTo>
                  <a:lnTo>
                    <a:pt x="3080816" y="3039926"/>
                  </a:lnTo>
                  <a:lnTo>
                    <a:pt x="3110532" y="2952316"/>
                  </a:lnTo>
                  <a:lnTo>
                    <a:pt x="3140180" y="2861017"/>
                  </a:lnTo>
                  <a:lnTo>
                    <a:pt x="3169806" y="2766275"/>
                  </a:lnTo>
                  <a:lnTo>
                    <a:pt x="3199440" y="2668401"/>
                  </a:lnTo>
                  <a:lnTo>
                    <a:pt x="3229102" y="2567761"/>
                  </a:lnTo>
                  <a:lnTo>
                    <a:pt x="3258801" y="2464774"/>
                  </a:lnTo>
                  <a:lnTo>
                    <a:pt x="3288538" y="2359909"/>
                  </a:lnTo>
                  <a:lnTo>
                    <a:pt x="3318307" y="2253672"/>
                  </a:lnTo>
                  <a:lnTo>
                    <a:pt x="3348097" y="2146598"/>
                  </a:lnTo>
                  <a:lnTo>
                    <a:pt x="3377894" y="2039241"/>
                  </a:lnTo>
                  <a:lnTo>
                    <a:pt x="3407684" y="1932161"/>
                  </a:lnTo>
                  <a:lnTo>
                    <a:pt x="3437454" y="1825911"/>
                  </a:lnTo>
                  <a:lnTo>
                    <a:pt x="3467191" y="1721026"/>
                  </a:lnTo>
                  <a:lnTo>
                    <a:pt x="3496890" y="1618015"/>
                  </a:lnTo>
                  <a:lnTo>
                    <a:pt x="3526553" y="1517344"/>
                  </a:lnTo>
                  <a:lnTo>
                    <a:pt x="3556187" y="1419435"/>
                  </a:lnTo>
                  <a:lnTo>
                    <a:pt x="3585813" y="1324655"/>
                  </a:lnTo>
                  <a:lnTo>
                    <a:pt x="3615461" y="1233313"/>
                  </a:lnTo>
                  <a:lnTo>
                    <a:pt x="3645175" y="1145658"/>
                  </a:lnTo>
                  <a:lnTo>
                    <a:pt x="3675015" y="1061878"/>
                  </a:lnTo>
                  <a:lnTo>
                    <a:pt x="3705056" y="982099"/>
                  </a:lnTo>
                  <a:lnTo>
                    <a:pt x="3735391" y="906392"/>
                  </a:lnTo>
                  <a:lnTo>
                    <a:pt x="3766135" y="834771"/>
                  </a:lnTo>
                  <a:lnTo>
                    <a:pt x="3797426" y="767202"/>
                  </a:lnTo>
                  <a:lnTo>
                    <a:pt x="3829429" y="703604"/>
                  </a:lnTo>
                  <a:lnTo>
                    <a:pt x="3829811" y="702877"/>
                  </a:lnTo>
                  <a:lnTo>
                    <a:pt x="3872904" y="625944"/>
                  </a:lnTo>
                  <a:lnTo>
                    <a:pt x="3918021" y="555655"/>
                  </a:lnTo>
                  <a:lnTo>
                    <a:pt x="3965723" y="491775"/>
                  </a:lnTo>
                  <a:lnTo>
                    <a:pt x="4016629" y="433855"/>
                  </a:lnTo>
                  <a:lnTo>
                    <a:pt x="4071378" y="381351"/>
                  </a:lnTo>
                  <a:lnTo>
                    <a:pt x="4130599" y="333704"/>
                  </a:lnTo>
                  <a:lnTo>
                    <a:pt x="4194865" y="290386"/>
                  </a:lnTo>
                  <a:lnTo>
                    <a:pt x="4264643" y="250933"/>
                  </a:lnTo>
                  <a:lnTo>
                    <a:pt x="4340213" y="214959"/>
                  </a:lnTo>
                  <a:lnTo>
                    <a:pt x="4421578" y="182166"/>
                  </a:lnTo>
                  <a:lnTo>
                    <a:pt x="4508349" y="152349"/>
                  </a:lnTo>
                  <a:lnTo>
                    <a:pt x="4599624" y="125390"/>
                  </a:lnTo>
                  <a:lnTo>
                    <a:pt x="4693888" y="101257"/>
                  </a:lnTo>
                  <a:lnTo>
                    <a:pt x="4788960" y="79974"/>
                  </a:lnTo>
                  <a:lnTo>
                    <a:pt x="4882041" y="61603"/>
                  </a:lnTo>
                  <a:lnTo>
                    <a:pt x="4969899" y="46194"/>
                  </a:lnTo>
                  <a:lnTo>
                    <a:pt x="5049205" y="33748"/>
                  </a:lnTo>
                  <a:lnTo>
                    <a:pt x="5116985" y="24171"/>
                  </a:lnTo>
                  <a:lnTo>
                    <a:pt x="5171100" y="17251"/>
                  </a:lnTo>
                  <a:lnTo>
                    <a:pt x="5210648" y="12655"/>
                  </a:lnTo>
                  <a:lnTo>
                    <a:pt x="5236173" y="9949"/>
                  </a:lnTo>
                  <a:lnTo>
                    <a:pt x="5249676" y="8640"/>
                  </a:lnTo>
                  <a:lnTo>
                    <a:pt x="5254460" y="8214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484" y="8240"/>
                  </a:lnTo>
                  <a:lnTo>
                    <a:pt x="6734983" y="8721"/>
                  </a:lnTo>
                  <a:lnTo>
                    <a:pt x="6753888" y="10052"/>
                  </a:lnTo>
                  <a:lnTo>
                    <a:pt x="6787685" y="12671"/>
                  </a:lnTo>
                  <a:lnTo>
                    <a:pt x="6838053" y="16986"/>
                  </a:lnTo>
                  <a:lnTo>
                    <a:pt x="6904739" y="23330"/>
                  </a:lnTo>
                  <a:lnTo>
                    <a:pt x="6985707" y="31928"/>
                  </a:lnTo>
                  <a:lnTo>
                    <a:pt x="7077605" y="42897"/>
                  </a:lnTo>
                  <a:lnTo>
                    <a:pt x="7176416" y="56255"/>
                  </a:lnTo>
                  <a:lnTo>
                    <a:pt x="7278115" y="71965"/>
                  </a:lnTo>
                  <a:lnTo>
                    <a:pt x="7379180" y="89975"/>
                  </a:lnTo>
                  <a:lnTo>
                    <a:pt x="7476883" y="110260"/>
                  </a:lnTo>
                  <a:lnTo>
                    <a:pt x="7569370" y="132850"/>
                  </a:lnTo>
                  <a:lnTo>
                    <a:pt x="7655584" y="157851"/>
                  </a:lnTo>
                  <a:lnTo>
                    <a:pt x="7735129" y="185454"/>
                  </a:lnTo>
                  <a:lnTo>
                    <a:pt x="7808091" y="215931"/>
                  </a:lnTo>
                  <a:lnTo>
                    <a:pt x="7874891" y="249637"/>
                  </a:lnTo>
                  <a:lnTo>
                    <a:pt x="7936156" y="286993"/>
                  </a:lnTo>
                  <a:lnTo>
                    <a:pt x="7992628" y="328470"/>
                  </a:lnTo>
                  <a:lnTo>
                    <a:pt x="8045089" y="374548"/>
                  </a:lnTo>
                  <a:lnTo>
                    <a:pt x="8094314" y="425658"/>
                  </a:lnTo>
                  <a:lnTo>
                    <a:pt x="8141023" y="482080"/>
                  </a:lnTo>
                  <a:lnTo>
                    <a:pt x="8151487" y="495828"/>
                  </a:lnTo>
                  <a:lnTo>
                    <a:pt x="8188686" y="548033"/>
                  </a:lnTo>
                  <a:lnTo>
                    <a:pt x="8224955" y="604031"/>
                  </a:lnTo>
                  <a:lnTo>
                    <a:pt x="8260545" y="663898"/>
                  </a:lnTo>
                  <a:lnTo>
                    <a:pt x="8295658" y="727651"/>
                  </a:lnTo>
                  <a:lnTo>
                    <a:pt x="8330457" y="795241"/>
                  </a:lnTo>
                  <a:lnTo>
                    <a:pt x="8365067" y="866543"/>
                  </a:lnTo>
                  <a:lnTo>
                    <a:pt x="8399584" y="941357"/>
                  </a:lnTo>
                  <a:lnTo>
                    <a:pt x="8434078" y="1019404"/>
                  </a:lnTo>
                  <a:lnTo>
                    <a:pt x="8468592" y="1100327"/>
                  </a:lnTo>
                  <a:lnTo>
                    <a:pt x="8503151" y="1183695"/>
                  </a:lnTo>
                  <a:lnTo>
                    <a:pt x="8537762" y="1269013"/>
                  </a:lnTo>
                  <a:lnTo>
                    <a:pt x="8572418" y="1355731"/>
                  </a:lnTo>
                  <a:lnTo>
                    <a:pt x="8607104" y="1443259"/>
                  </a:lnTo>
                  <a:lnTo>
                    <a:pt x="8641797" y="1530985"/>
                  </a:lnTo>
                  <a:lnTo>
                    <a:pt x="8676474" y="1618288"/>
                  </a:lnTo>
                  <a:lnTo>
                    <a:pt x="8711115" y="1704562"/>
                  </a:lnTo>
                  <a:lnTo>
                    <a:pt x="8745707" y="1789230"/>
                  </a:lnTo>
                  <a:lnTo>
                    <a:pt x="8780248" y="1871761"/>
                  </a:lnTo>
                  <a:lnTo>
                    <a:pt x="8814751" y="1951682"/>
                  </a:lnTo>
                  <a:lnTo>
                    <a:pt x="8849247" y="2028587"/>
                  </a:lnTo>
                  <a:lnTo>
                    <a:pt x="8883789" y="2102149"/>
                  </a:lnTo>
                  <a:lnTo>
                    <a:pt x="8918455" y="2172117"/>
                  </a:lnTo>
                  <a:lnTo>
                    <a:pt x="8953352" y="2238318"/>
                  </a:lnTo>
                  <a:lnTo>
                    <a:pt x="8988618" y="2300657"/>
                  </a:lnTo>
                  <a:lnTo>
                    <a:pt x="9024430" y="2359108"/>
                  </a:lnTo>
                  <a:lnTo>
                    <a:pt x="9061006" y="2413711"/>
                  </a:lnTo>
                  <a:lnTo>
                    <a:pt x="9084767" y="2446450"/>
                  </a:lnTo>
                  <a:lnTo>
                    <a:pt x="9130987" y="2504108"/>
                  </a:lnTo>
                  <a:lnTo>
                    <a:pt x="9179572" y="2556424"/>
                  </a:lnTo>
                  <a:lnTo>
                    <a:pt x="9231221" y="2603625"/>
                  </a:lnTo>
                  <a:lnTo>
                    <a:pt x="9286700" y="2646119"/>
                  </a:lnTo>
                  <a:lnTo>
                    <a:pt x="9346793" y="2684381"/>
                  </a:lnTo>
                  <a:lnTo>
                    <a:pt x="9412258" y="2718888"/>
                  </a:lnTo>
                  <a:lnTo>
                    <a:pt x="9483755" y="2750075"/>
                  </a:lnTo>
                  <a:lnTo>
                    <a:pt x="9561762" y="2778312"/>
                  </a:lnTo>
                  <a:lnTo>
                    <a:pt x="9646456" y="2803892"/>
                  </a:lnTo>
                  <a:lnTo>
                    <a:pt x="9737566" y="2827025"/>
                  </a:lnTo>
                  <a:lnTo>
                    <a:pt x="9834202" y="2847835"/>
                  </a:lnTo>
                  <a:lnTo>
                    <a:pt x="9934703" y="2866369"/>
                  </a:lnTo>
                  <a:lnTo>
                    <a:pt x="10036542" y="2882613"/>
                  </a:lnTo>
                  <a:lnTo>
                    <a:pt x="10136362" y="2896517"/>
                  </a:lnTo>
                  <a:lnTo>
                    <a:pt x="10230218" y="2908037"/>
                  </a:lnTo>
                  <a:lnTo>
                    <a:pt x="10314035" y="2917175"/>
                  </a:lnTo>
                  <a:lnTo>
                    <a:pt x="10384246" y="2924022"/>
                  </a:lnTo>
                  <a:lnTo>
                    <a:pt x="10438463" y="2928778"/>
                  </a:lnTo>
                  <a:lnTo>
                    <a:pt x="10475996" y="2931753"/>
                  </a:lnTo>
                  <a:lnTo>
                    <a:pt x="10498082" y="2933342"/>
                  </a:lnTo>
                  <a:lnTo>
                    <a:pt x="10507813" y="2933980"/>
                  </a:lnTo>
                  <a:lnTo>
                    <a:pt x="10509911" y="2934106"/>
                  </a:lnTo>
                  <a:lnTo>
                    <a:pt x="11981298" y="2934106"/>
                  </a:lnTo>
                  <a:lnTo>
                    <a:pt x="11981298" y="2925933"/>
                  </a:lnTo>
                  <a:lnTo>
                    <a:pt x="10509911" y="2925933"/>
                  </a:lnTo>
                  <a:lnTo>
                    <a:pt x="10508770" y="2925865"/>
                  </a:lnTo>
                  <a:lnTo>
                    <a:pt x="10501270" y="2925384"/>
                  </a:lnTo>
                  <a:lnTo>
                    <a:pt x="10482365" y="2924054"/>
                  </a:lnTo>
                  <a:lnTo>
                    <a:pt x="10448568" y="2921434"/>
                  </a:lnTo>
                  <a:lnTo>
                    <a:pt x="10398200" y="2917119"/>
                  </a:lnTo>
                  <a:lnTo>
                    <a:pt x="10331514" y="2910776"/>
                  </a:lnTo>
                  <a:lnTo>
                    <a:pt x="10250546" y="2902177"/>
                  </a:lnTo>
                  <a:lnTo>
                    <a:pt x="10158648" y="2891208"/>
                  </a:lnTo>
                  <a:lnTo>
                    <a:pt x="10059837" y="2877850"/>
                  </a:lnTo>
                  <a:lnTo>
                    <a:pt x="9958139" y="2862140"/>
                  </a:lnTo>
                  <a:lnTo>
                    <a:pt x="9857074" y="2844130"/>
                  </a:lnTo>
                  <a:lnTo>
                    <a:pt x="9759370" y="2823846"/>
                  </a:lnTo>
                  <a:lnTo>
                    <a:pt x="9666884" y="2801256"/>
                  </a:lnTo>
                  <a:lnTo>
                    <a:pt x="9580669" y="2776254"/>
                  </a:lnTo>
                  <a:lnTo>
                    <a:pt x="9501124" y="2748652"/>
                  </a:lnTo>
                  <a:lnTo>
                    <a:pt x="9428162" y="2718174"/>
                  </a:lnTo>
                  <a:lnTo>
                    <a:pt x="9361362" y="2684468"/>
                  </a:lnTo>
                  <a:lnTo>
                    <a:pt x="9300097" y="2647112"/>
                  </a:lnTo>
                  <a:lnTo>
                    <a:pt x="9243625" y="2605635"/>
                  </a:lnTo>
                  <a:lnTo>
                    <a:pt x="9191164" y="2559558"/>
                  </a:lnTo>
                  <a:lnTo>
                    <a:pt x="9141939" y="2508448"/>
                  </a:lnTo>
                  <a:lnTo>
                    <a:pt x="9095231" y="2452025"/>
                  </a:lnTo>
                  <a:lnTo>
                    <a:pt x="9084767" y="2438277"/>
                  </a:lnTo>
                  <a:lnTo>
                    <a:pt x="9047567" y="2386072"/>
                  </a:lnTo>
                  <a:lnTo>
                    <a:pt x="9011298" y="2330074"/>
                  </a:lnTo>
                  <a:lnTo>
                    <a:pt x="8975708" y="2270207"/>
                  </a:lnTo>
                  <a:lnTo>
                    <a:pt x="8940595" y="2206454"/>
                  </a:lnTo>
                  <a:lnTo>
                    <a:pt x="8905796" y="2138865"/>
                  </a:lnTo>
                  <a:lnTo>
                    <a:pt x="8871186" y="2067563"/>
                  </a:lnTo>
                  <a:lnTo>
                    <a:pt x="8836669" y="1992748"/>
                  </a:lnTo>
                  <a:lnTo>
                    <a:pt x="8802175" y="1914702"/>
                  </a:lnTo>
                  <a:lnTo>
                    <a:pt x="8767661" y="1833779"/>
                  </a:lnTo>
                  <a:lnTo>
                    <a:pt x="8733102" y="1750411"/>
                  </a:lnTo>
                  <a:lnTo>
                    <a:pt x="8698491" y="1665093"/>
                  </a:lnTo>
                  <a:lnTo>
                    <a:pt x="8663835" y="1578374"/>
                  </a:lnTo>
                  <a:lnTo>
                    <a:pt x="8629149" y="1490846"/>
                  </a:lnTo>
                  <a:lnTo>
                    <a:pt x="8594457" y="1403121"/>
                  </a:lnTo>
                  <a:lnTo>
                    <a:pt x="8559779" y="1315818"/>
                  </a:lnTo>
                  <a:lnTo>
                    <a:pt x="8525138" y="1229543"/>
                  </a:lnTo>
                  <a:lnTo>
                    <a:pt x="8490546" y="1144875"/>
                  </a:lnTo>
                  <a:lnTo>
                    <a:pt x="8456005" y="1062344"/>
                  </a:lnTo>
                  <a:lnTo>
                    <a:pt x="8421502" y="982424"/>
                  </a:lnTo>
                  <a:lnTo>
                    <a:pt x="8387006" y="905518"/>
                  </a:lnTo>
                  <a:lnTo>
                    <a:pt x="8352464" y="831956"/>
                  </a:lnTo>
                  <a:lnTo>
                    <a:pt x="8317798" y="761989"/>
                  </a:lnTo>
                  <a:lnTo>
                    <a:pt x="8282901" y="695787"/>
                  </a:lnTo>
                  <a:lnTo>
                    <a:pt x="8247635" y="633449"/>
                  </a:lnTo>
                  <a:lnTo>
                    <a:pt x="8211823" y="574998"/>
                  </a:lnTo>
                  <a:lnTo>
                    <a:pt x="8175247" y="520394"/>
                  </a:lnTo>
                  <a:lnTo>
                    <a:pt x="8151487" y="487655"/>
                  </a:lnTo>
                  <a:lnTo>
                    <a:pt x="8105266" y="429998"/>
                  </a:lnTo>
                  <a:lnTo>
                    <a:pt x="8056681" y="377682"/>
                  </a:lnTo>
                  <a:lnTo>
                    <a:pt x="8005032" y="330480"/>
                  </a:lnTo>
                  <a:lnTo>
                    <a:pt x="7949553" y="287986"/>
                  </a:lnTo>
                  <a:lnTo>
                    <a:pt x="7889460" y="249724"/>
                  </a:lnTo>
                  <a:lnTo>
                    <a:pt x="7823995" y="215217"/>
                  </a:lnTo>
                  <a:lnTo>
                    <a:pt x="7752498" y="184031"/>
                  </a:lnTo>
                  <a:lnTo>
                    <a:pt x="7674491" y="155794"/>
                  </a:lnTo>
                  <a:lnTo>
                    <a:pt x="7589797" y="130213"/>
                  </a:lnTo>
                  <a:lnTo>
                    <a:pt x="7498687" y="107080"/>
                  </a:lnTo>
                  <a:lnTo>
                    <a:pt x="7402052" y="86270"/>
                  </a:lnTo>
                  <a:lnTo>
                    <a:pt x="7301550" y="67736"/>
                  </a:lnTo>
                  <a:lnTo>
                    <a:pt x="7199712" y="51492"/>
                  </a:lnTo>
                  <a:lnTo>
                    <a:pt x="7099891" y="37588"/>
                  </a:lnTo>
                  <a:lnTo>
                    <a:pt x="7006035" y="26068"/>
                  </a:lnTo>
                  <a:lnTo>
                    <a:pt x="6922218" y="16930"/>
                  </a:lnTo>
                  <a:lnTo>
                    <a:pt x="6852007" y="10084"/>
                  </a:lnTo>
                  <a:lnTo>
                    <a:pt x="6797790" y="5328"/>
                  </a:lnTo>
                  <a:lnTo>
                    <a:pt x="6760257" y="2352"/>
                  </a:lnTo>
                  <a:lnTo>
                    <a:pt x="6738171" y="763"/>
                  </a:lnTo>
                  <a:lnTo>
                    <a:pt x="6728440" y="126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023" y="78"/>
                  </a:lnTo>
                  <a:lnTo>
                    <a:pt x="5247868" y="635"/>
                  </a:lnTo>
                  <a:lnTo>
                    <a:pt x="5232265" y="2174"/>
                  </a:lnTo>
                  <a:lnTo>
                    <a:pt x="5204146" y="5207"/>
                  </a:lnTo>
                  <a:lnTo>
                    <a:pt x="5161784" y="10220"/>
                  </a:lnTo>
                  <a:lnTo>
                    <a:pt x="5104919" y="17631"/>
                  </a:lnTo>
                  <a:lnTo>
                    <a:pt x="5034716" y="27749"/>
                  </a:lnTo>
                  <a:lnTo>
                    <a:pt x="4953510" y="40763"/>
                  </a:lnTo>
                  <a:lnTo>
                    <a:pt x="4864382" y="56746"/>
                  </a:lnTo>
                  <a:lnTo>
                    <a:pt x="4770674" y="75683"/>
                  </a:lnTo>
                  <a:lnTo>
                    <a:pt x="4675558" y="97520"/>
                  </a:lnTo>
                  <a:lnTo>
                    <a:pt x="4581722" y="122199"/>
                  </a:lnTo>
                  <a:lnTo>
                    <a:pt x="4491218" y="149704"/>
                  </a:lnTo>
                  <a:lnTo>
                    <a:pt x="4405438" y="180085"/>
                  </a:lnTo>
                  <a:lnTo>
                    <a:pt x="4325174" y="213472"/>
                  </a:lnTo>
                  <a:lnTo>
                    <a:pt x="4250732" y="250092"/>
                  </a:lnTo>
                  <a:lnTo>
                    <a:pt x="4182047" y="290258"/>
                  </a:lnTo>
                  <a:lnTo>
                    <a:pt x="4118794" y="334372"/>
                  </a:lnTo>
                  <a:lnTo>
                    <a:pt x="4060484" y="382915"/>
                  </a:lnTo>
                  <a:lnTo>
                    <a:pt x="4006526" y="436420"/>
                  </a:lnTo>
                  <a:lnTo>
                    <a:pt x="3956288" y="495449"/>
                  </a:lnTo>
                  <a:lnTo>
                    <a:pt x="3909132" y="560535"/>
                  </a:lnTo>
                  <a:lnTo>
                    <a:pt x="3864447" y="632097"/>
                  </a:lnTo>
                  <a:lnTo>
                    <a:pt x="3829811" y="694704"/>
                  </a:lnTo>
                  <a:lnTo>
                    <a:pt x="3797799" y="758256"/>
                  </a:lnTo>
                  <a:lnTo>
                    <a:pt x="3766500" y="825778"/>
                  </a:lnTo>
                  <a:lnTo>
                    <a:pt x="3735751" y="897351"/>
                  </a:lnTo>
                  <a:lnTo>
                    <a:pt x="3705412" y="973010"/>
                  </a:lnTo>
                  <a:lnTo>
                    <a:pt x="3675368" y="1052741"/>
                  </a:lnTo>
                  <a:lnTo>
                    <a:pt x="3645526" y="1136475"/>
                  </a:lnTo>
                  <a:lnTo>
                    <a:pt x="3615811" y="1224085"/>
                  </a:lnTo>
                  <a:lnTo>
                    <a:pt x="3586162" y="1315384"/>
                  </a:lnTo>
                  <a:lnTo>
                    <a:pt x="3556536" y="1410126"/>
                  </a:lnTo>
                  <a:lnTo>
                    <a:pt x="3526902" y="1508000"/>
                  </a:lnTo>
                  <a:lnTo>
                    <a:pt x="3497240" y="1608641"/>
                  </a:lnTo>
                  <a:lnTo>
                    <a:pt x="3467541" y="1711627"/>
                  </a:lnTo>
                  <a:lnTo>
                    <a:pt x="3437804" y="1816492"/>
                  </a:lnTo>
                  <a:lnTo>
                    <a:pt x="3408036" y="1922729"/>
                  </a:lnTo>
                  <a:lnTo>
                    <a:pt x="3378245" y="2029803"/>
                  </a:lnTo>
                  <a:lnTo>
                    <a:pt x="3348448" y="2137160"/>
                  </a:lnTo>
                  <a:lnTo>
                    <a:pt x="3318658" y="2244240"/>
                  </a:lnTo>
                  <a:lnTo>
                    <a:pt x="3288888" y="2350490"/>
                  </a:lnTo>
                  <a:lnTo>
                    <a:pt x="3259151" y="2455375"/>
                  </a:lnTo>
                  <a:lnTo>
                    <a:pt x="3229452" y="2558386"/>
                  </a:lnTo>
                  <a:lnTo>
                    <a:pt x="3199790" y="2659057"/>
                  </a:lnTo>
                  <a:lnTo>
                    <a:pt x="3170155" y="2756966"/>
                  </a:lnTo>
                  <a:lnTo>
                    <a:pt x="3140529" y="2851746"/>
                  </a:lnTo>
                  <a:lnTo>
                    <a:pt x="3110881" y="2943088"/>
                  </a:lnTo>
                  <a:lnTo>
                    <a:pt x="3081167" y="3030743"/>
                  </a:lnTo>
                  <a:lnTo>
                    <a:pt x="3051327" y="3114523"/>
                  </a:lnTo>
                  <a:lnTo>
                    <a:pt x="3021286" y="3194302"/>
                  </a:lnTo>
                  <a:lnTo>
                    <a:pt x="2990951" y="3270009"/>
                  </a:lnTo>
                  <a:lnTo>
                    <a:pt x="2960207" y="3341630"/>
                  </a:lnTo>
                  <a:lnTo>
                    <a:pt x="2928916" y="3409199"/>
                  </a:lnTo>
                  <a:lnTo>
                    <a:pt x="2896913" y="3472797"/>
                  </a:lnTo>
                  <a:lnTo>
                    <a:pt x="2896531" y="3473524"/>
                  </a:lnTo>
                  <a:lnTo>
                    <a:pt x="2853438" y="3550458"/>
                  </a:lnTo>
                  <a:lnTo>
                    <a:pt x="2808321" y="3620747"/>
                  </a:lnTo>
                  <a:lnTo>
                    <a:pt x="2760619" y="3684626"/>
                  </a:lnTo>
                  <a:lnTo>
                    <a:pt x="2709713" y="3742546"/>
                  </a:lnTo>
                  <a:lnTo>
                    <a:pt x="2654964" y="3795050"/>
                  </a:lnTo>
                  <a:lnTo>
                    <a:pt x="2595744" y="3842698"/>
                  </a:lnTo>
                  <a:lnTo>
                    <a:pt x="2531477" y="3886015"/>
                  </a:lnTo>
                  <a:lnTo>
                    <a:pt x="2461699" y="3925468"/>
                  </a:lnTo>
                  <a:lnTo>
                    <a:pt x="2386129" y="3961442"/>
                  </a:lnTo>
                  <a:lnTo>
                    <a:pt x="2304764" y="3994235"/>
                  </a:lnTo>
                  <a:lnTo>
                    <a:pt x="2217993" y="4024053"/>
                  </a:lnTo>
                  <a:lnTo>
                    <a:pt x="2126718" y="4051011"/>
                  </a:lnTo>
                  <a:lnTo>
                    <a:pt x="2032454" y="4075145"/>
                  </a:lnTo>
                  <a:lnTo>
                    <a:pt x="1937382" y="4096427"/>
                  </a:lnTo>
                  <a:lnTo>
                    <a:pt x="1844301" y="4114798"/>
                  </a:lnTo>
                  <a:lnTo>
                    <a:pt x="1756443" y="4130207"/>
                  </a:lnTo>
                  <a:lnTo>
                    <a:pt x="1677137" y="4142653"/>
                  </a:lnTo>
                  <a:lnTo>
                    <a:pt x="1609357" y="4152230"/>
                  </a:lnTo>
                  <a:lnTo>
                    <a:pt x="1555242" y="4159150"/>
                  </a:lnTo>
                  <a:lnTo>
                    <a:pt x="1515695" y="4163747"/>
                  </a:lnTo>
                  <a:lnTo>
                    <a:pt x="1490169" y="4166452"/>
                  </a:lnTo>
                  <a:lnTo>
                    <a:pt x="1476666" y="4167761"/>
                  </a:lnTo>
                  <a:lnTo>
                    <a:pt x="1471882" y="4168188"/>
                  </a:lnTo>
                  <a:lnTo>
                    <a:pt x="1471387" y="4168229"/>
                  </a:lnTo>
                  <a:lnTo>
                    <a:pt x="0" y="4168229"/>
                  </a:lnTo>
                  <a:close/>
                </a:path>
              </a:pathLst>
            </a:custGeom>
            <a:solidFill>
              <a:srgbClr val="F28E5B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056" name="pl1056"/>
            <p:cNvSpPr/>
            <p:nvPr/>
          </p:nvSpPr>
          <p:spPr>
            <a:xfrm>
              <a:off x="4799595" y="2724022"/>
              <a:ext cx="11981298" cy="4168229"/>
            </a:xfrm>
            <a:custGeom>
              <a:avLst/>
              <a:pathLst>
                <a:path w="11981298" h="4168229">
                  <a:moveTo>
                    <a:pt x="0" y="4168229"/>
                  </a:moveTo>
                  <a:lnTo>
                    <a:pt x="1471387" y="4168229"/>
                  </a:lnTo>
                  <a:lnTo>
                    <a:pt x="1472319" y="4168150"/>
                  </a:lnTo>
                  <a:lnTo>
                    <a:pt x="1478474" y="4167593"/>
                  </a:lnTo>
                  <a:lnTo>
                    <a:pt x="1494077" y="4166054"/>
                  </a:lnTo>
                  <a:lnTo>
                    <a:pt x="1522196" y="4163021"/>
                  </a:lnTo>
                  <a:lnTo>
                    <a:pt x="1564559" y="4158008"/>
                  </a:lnTo>
                  <a:lnTo>
                    <a:pt x="1621423" y="4150598"/>
                  </a:lnTo>
                  <a:lnTo>
                    <a:pt x="1691626" y="4140479"/>
                  </a:lnTo>
                  <a:lnTo>
                    <a:pt x="1772832" y="4127465"/>
                  </a:lnTo>
                  <a:lnTo>
                    <a:pt x="1861961" y="4111483"/>
                  </a:lnTo>
                  <a:lnTo>
                    <a:pt x="1955668" y="4092545"/>
                  </a:lnTo>
                  <a:lnTo>
                    <a:pt x="2050784" y="4070708"/>
                  </a:lnTo>
                  <a:lnTo>
                    <a:pt x="2144621" y="4046029"/>
                  </a:lnTo>
                  <a:lnTo>
                    <a:pt x="2235124" y="4018524"/>
                  </a:lnTo>
                  <a:lnTo>
                    <a:pt x="2320905" y="3988144"/>
                  </a:lnTo>
                  <a:lnTo>
                    <a:pt x="2401168" y="3954756"/>
                  </a:lnTo>
                  <a:lnTo>
                    <a:pt x="2475610" y="3918136"/>
                  </a:lnTo>
                  <a:lnTo>
                    <a:pt x="2544295" y="3877971"/>
                  </a:lnTo>
                  <a:lnTo>
                    <a:pt x="2607548" y="3833856"/>
                  </a:lnTo>
                  <a:lnTo>
                    <a:pt x="2665858" y="3785313"/>
                  </a:lnTo>
                  <a:lnTo>
                    <a:pt x="2719816" y="3731808"/>
                  </a:lnTo>
                  <a:lnTo>
                    <a:pt x="2770054" y="3672779"/>
                  </a:lnTo>
                  <a:lnTo>
                    <a:pt x="2817210" y="3607693"/>
                  </a:lnTo>
                  <a:lnTo>
                    <a:pt x="2861895" y="3536131"/>
                  </a:lnTo>
                  <a:lnTo>
                    <a:pt x="2896531" y="3473524"/>
                  </a:lnTo>
                  <a:lnTo>
                    <a:pt x="2928544" y="3409972"/>
                  </a:lnTo>
                  <a:lnTo>
                    <a:pt x="2959842" y="3342450"/>
                  </a:lnTo>
                  <a:lnTo>
                    <a:pt x="2990591" y="3270877"/>
                  </a:lnTo>
                  <a:lnTo>
                    <a:pt x="3020931" y="3195218"/>
                  </a:lnTo>
                  <a:lnTo>
                    <a:pt x="3050974" y="3115487"/>
                  </a:lnTo>
                  <a:lnTo>
                    <a:pt x="3080816" y="3031753"/>
                  </a:lnTo>
                  <a:lnTo>
                    <a:pt x="3110532" y="2944143"/>
                  </a:lnTo>
                  <a:lnTo>
                    <a:pt x="3140180" y="2852844"/>
                  </a:lnTo>
                  <a:lnTo>
                    <a:pt x="3169806" y="2758102"/>
                  </a:lnTo>
                  <a:lnTo>
                    <a:pt x="3199440" y="2660228"/>
                  </a:lnTo>
                  <a:lnTo>
                    <a:pt x="3229102" y="2559588"/>
                  </a:lnTo>
                  <a:lnTo>
                    <a:pt x="3258801" y="2456601"/>
                  </a:lnTo>
                  <a:lnTo>
                    <a:pt x="3288538" y="2351736"/>
                  </a:lnTo>
                  <a:lnTo>
                    <a:pt x="3318307" y="2245499"/>
                  </a:lnTo>
                  <a:lnTo>
                    <a:pt x="3348097" y="2138425"/>
                  </a:lnTo>
                  <a:lnTo>
                    <a:pt x="3377894" y="2031068"/>
                  </a:lnTo>
                  <a:lnTo>
                    <a:pt x="3407684" y="1923988"/>
                  </a:lnTo>
                  <a:lnTo>
                    <a:pt x="3437454" y="1817738"/>
                  </a:lnTo>
                  <a:lnTo>
                    <a:pt x="3467191" y="1712853"/>
                  </a:lnTo>
                  <a:lnTo>
                    <a:pt x="3496890" y="1609842"/>
                  </a:lnTo>
                  <a:lnTo>
                    <a:pt x="3526553" y="1509171"/>
                  </a:lnTo>
                  <a:lnTo>
                    <a:pt x="3556187" y="1411262"/>
                  </a:lnTo>
                  <a:lnTo>
                    <a:pt x="3585813" y="1316482"/>
                  </a:lnTo>
                  <a:lnTo>
                    <a:pt x="3615461" y="1225140"/>
                  </a:lnTo>
                  <a:lnTo>
                    <a:pt x="3645175" y="1137485"/>
                  </a:lnTo>
                  <a:lnTo>
                    <a:pt x="3675015" y="1053705"/>
                  </a:lnTo>
                  <a:lnTo>
                    <a:pt x="3705056" y="973926"/>
                  </a:lnTo>
                  <a:lnTo>
                    <a:pt x="3735391" y="898219"/>
                  </a:lnTo>
                  <a:lnTo>
                    <a:pt x="3766135" y="826598"/>
                  </a:lnTo>
                  <a:lnTo>
                    <a:pt x="3797426" y="759029"/>
                  </a:lnTo>
                  <a:lnTo>
                    <a:pt x="3829429" y="695431"/>
                  </a:lnTo>
                  <a:lnTo>
                    <a:pt x="3829811" y="694704"/>
                  </a:lnTo>
                  <a:lnTo>
                    <a:pt x="3872904" y="617771"/>
                  </a:lnTo>
                  <a:lnTo>
                    <a:pt x="3918021" y="547482"/>
                  </a:lnTo>
                  <a:lnTo>
                    <a:pt x="3965723" y="483602"/>
                  </a:lnTo>
                  <a:lnTo>
                    <a:pt x="4016629" y="425682"/>
                  </a:lnTo>
                  <a:lnTo>
                    <a:pt x="4071378" y="373178"/>
                  </a:lnTo>
                  <a:lnTo>
                    <a:pt x="4130599" y="325531"/>
                  </a:lnTo>
                  <a:lnTo>
                    <a:pt x="4194865" y="282213"/>
                  </a:lnTo>
                  <a:lnTo>
                    <a:pt x="4264643" y="242760"/>
                  </a:lnTo>
                  <a:lnTo>
                    <a:pt x="4340213" y="206786"/>
                  </a:lnTo>
                  <a:lnTo>
                    <a:pt x="4421578" y="173993"/>
                  </a:lnTo>
                  <a:lnTo>
                    <a:pt x="4508349" y="144176"/>
                  </a:lnTo>
                  <a:lnTo>
                    <a:pt x="4599624" y="117217"/>
                  </a:lnTo>
                  <a:lnTo>
                    <a:pt x="4693888" y="93084"/>
                  </a:lnTo>
                  <a:lnTo>
                    <a:pt x="4788960" y="71801"/>
                  </a:lnTo>
                  <a:lnTo>
                    <a:pt x="4882041" y="53430"/>
                  </a:lnTo>
                  <a:lnTo>
                    <a:pt x="4969899" y="38021"/>
                  </a:lnTo>
                  <a:lnTo>
                    <a:pt x="5049205" y="25575"/>
                  </a:lnTo>
                  <a:lnTo>
                    <a:pt x="5116985" y="15998"/>
                  </a:lnTo>
                  <a:lnTo>
                    <a:pt x="5171100" y="9078"/>
                  </a:lnTo>
                  <a:lnTo>
                    <a:pt x="5210648" y="4482"/>
                  </a:lnTo>
                  <a:lnTo>
                    <a:pt x="5236173" y="1776"/>
                  </a:lnTo>
                  <a:lnTo>
                    <a:pt x="5249676" y="467"/>
                  </a:lnTo>
                  <a:lnTo>
                    <a:pt x="5254460" y="41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484" y="67"/>
                  </a:lnTo>
                  <a:lnTo>
                    <a:pt x="6734983" y="548"/>
                  </a:lnTo>
                  <a:lnTo>
                    <a:pt x="6753888" y="1879"/>
                  </a:lnTo>
                  <a:lnTo>
                    <a:pt x="6787685" y="4498"/>
                  </a:lnTo>
                  <a:lnTo>
                    <a:pt x="6838053" y="8813"/>
                  </a:lnTo>
                  <a:lnTo>
                    <a:pt x="6904739" y="15157"/>
                  </a:lnTo>
                  <a:lnTo>
                    <a:pt x="6985707" y="23755"/>
                  </a:lnTo>
                  <a:lnTo>
                    <a:pt x="7077605" y="34724"/>
                  </a:lnTo>
                  <a:lnTo>
                    <a:pt x="7176416" y="48082"/>
                  </a:lnTo>
                  <a:lnTo>
                    <a:pt x="7278115" y="63792"/>
                  </a:lnTo>
                  <a:lnTo>
                    <a:pt x="7379180" y="81802"/>
                  </a:lnTo>
                  <a:lnTo>
                    <a:pt x="7476883" y="102087"/>
                  </a:lnTo>
                  <a:lnTo>
                    <a:pt x="7569370" y="124677"/>
                  </a:lnTo>
                  <a:lnTo>
                    <a:pt x="7655584" y="149678"/>
                  </a:lnTo>
                  <a:lnTo>
                    <a:pt x="7735129" y="177281"/>
                  </a:lnTo>
                  <a:lnTo>
                    <a:pt x="7808091" y="207758"/>
                  </a:lnTo>
                  <a:lnTo>
                    <a:pt x="7874891" y="241464"/>
                  </a:lnTo>
                  <a:lnTo>
                    <a:pt x="7936156" y="278820"/>
                  </a:lnTo>
                  <a:lnTo>
                    <a:pt x="7992628" y="320297"/>
                  </a:lnTo>
                  <a:lnTo>
                    <a:pt x="8045089" y="366375"/>
                  </a:lnTo>
                  <a:lnTo>
                    <a:pt x="8094314" y="417485"/>
                  </a:lnTo>
                  <a:lnTo>
                    <a:pt x="8141023" y="473907"/>
                  </a:lnTo>
                  <a:lnTo>
                    <a:pt x="8151487" y="487655"/>
                  </a:lnTo>
                  <a:lnTo>
                    <a:pt x="8188686" y="539860"/>
                  </a:lnTo>
                  <a:lnTo>
                    <a:pt x="8224955" y="595858"/>
                  </a:lnTo>
                  <a:lnTo>
                    <a:pt x="8260545" y="655725"/>
                  </a:lnTo>
                  <a:lnTo>
                    <a:pt x="8295658" y="719478"/>
                  </a:lnTo>
                  <a:lnTo>
                    <a:pt x="8330457" y="787068"/>
                  </a:lnTo>
                  <a:lnTo>
                    <a:pt x="8365067" y="858370"/>
                  </a:lnTo>
                  <a:lnTo>
                    <a:pt x="8399584" y="933184"/>
                  </a:lnTo>
                  <a:lnTo>
                    <a:pt x="8434078" y="1011231"/>
                  </a:lnTo>
                  <a:lnTo>
                    <a:pt x="8468592" y="1092154"/>
                  </a:lnTo>
                  <a:lnTo>
                    <a:pt x="8503151" y="1175522"/>
                  </a:lnTo>
                  <a:lnTo>
                    <a:pt x="8537762" y="1260840"/>
                  </a:lnTo>
                  <a:lnTo>
                    <a:pt x="8572418" y="1347558"/>
                  </a:lnTo>
                  <a:lnTo>
                    <a:pt x="8607104" y="1435086"/>
                  </a:lnTo>
                  <a:lnTo>
                    <a:pt x="8641797" y="1522812"/>
                  </a:lnTo>
                  <a:lnTo>
                    <a:pt x="8676474" y="1610115"/>
                  </a:lnTo>
                  <a:lnTo>
                    <a:pt x="8711115" y="1696389"/>
                  </a:lnTo>
                  <a:lnTo>
                    <a:pt x="8745707" y="1781057"/>
                  </a:lnTo>
                  <a:lnTo>
                    <a:pt x="8780248" y="1863588"/>
                  </a:lnTo>
                  <a:lnTo>
                    <a:pt x="8814751" y="1943509"/>
                  </a:lnTo>
                  <a:lnTo>
                    <a:pt x="8849247" y="2020414"/>
                  </a:lnTo>
                  <a:lnTo>
                    <a:pt x="8883789" y="2093976"/>
                  </a:lnTo>
                  <a:lnTo>
                    <a:pt x="8918455" y="2163944"/>
                  </a:lnTo>
                  <a:lnTo>
                    <a:pt x="8953352" y="2230145"/>
                  </a:lnTo>
                  <a:lnTo>
                    <a:pt x="8988618" y="2292484"/>
                  </a:lnTo>
                  <a:lnTo>
                    <a:pt x="9024430" y="2350935"/>
                  </a:lnTo>
                  <a:lnTo>
                    <a:pt x="9061006" y="2405538"/>
                  </a:lnTo>
                  <a:lnTo>
                    <a:pt x="9084767" y="2438277"/>
                  </a:lnTo>
                  <a:lnTo>
                    <a:pt x="9130987" y="2495935"/>
                  </a:lnTo>
                  <a:lnTo>
                    <a:pt x="9179572" y="2548251"/>
                  </a:lnTo>
                  <a:lnTo>
                    <a:pt x="9231221" y="2595452"/>
                  </a:lnTo>
                  <a:lnTo>
                    <a:pt x="9286700" y="2637946"/>
                  </a:lnTo>
                  <a:lnTo>
                    <a:pt x="9346793" y="2676208"/>
                  </a:lnTo>
                  <a:lnTo>
                    <a:pt x="9412258" y="2710715"/>
                  </a:lnTo>
                  <a:lnTo>
                    <a:pt x="9483755" y="2741902"/>
                  </a:lnTo>
                  <a:lnTo>
                    <a:pt x="9561762" y="2770139"/>
                  </a:lnTo>
                  <a:lnTo>
                    <a:pt x="9646456" y="2795719"/>
                  </a:lnTo>
                  <a:lnTo>
                    <a:pt x="9737566" y="2818852"/>
                  </a:lnTo>
                  <a:lnTo>
                    <a:pt x="9834202" y="2839662"/>
                  </a:lnTo>
                  <a:lnTo>
                    <a:pt x="9934703" y="2858196"/>
                  </a:lnTo>
                  <a:lnTo>
                    <a:pt x="10036542" y="2874440"/>
                  </a:lnTo>
                  <a:lnTo>
                    <a:pt x="10136362" y="2888344"/>
                  </a:lnTo>
                  <a:lnTo>
                    <a:pt x="10230218" y="2899864"/>
                  </a:lnTo>
                  <a:lnTo>
                    <a:pt x="10314035" y="2909002"/>
                  </a:lnTo>
                  <a:lnTo>
                    <a:pt x="10384246" y="2915849"/>
                  </a:lnTo>
                  <a:lnTo>
                    <a:pt x="10438463" y="2920605"/>
                  </a:lnTo>
                  <a:lnTo>
                    <a:pt x="10475996" y="2923580"/>
                  </a:lnTo>
                  <a:lnTo>
                    <a:pt x="10498082" y="2925169"/>
                  </a:lnTo>
                  <a:lnTo>
                    <a:pt x="10507813" y="2925807"/>
                  </a:lnTo>
                  <a:lnTo>
                    <a:pt x="10509896" y="2925932"/>
                  </a:lnTo>
                  <a:lnTo>
                    <a:pt x="10509911" y="2925933"/>
                  </a:lnTo>
                  <a:lnTo>
                    <a:pt x="11981298" y="292593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57" name="pl1057"/>
            <p:cNvSpPr/>
            <p:nvPr/>
          </p:nvSpPr>
          <p:spPr>
            <a:xfrm>
              <a:off x="4799595" y="2715849"/>
              <a:ext cx="11981298" cy="4168229"/>
            </a:xfrm>
            <a:custGeom>
              <a:avLst/>
              <a:pathLst>
                <a:path w="11981298" h="4168229">
                  <a:moveTo>
                    <a:pt x="11981298" y="2925933"/>
                  </a:moveTo>
                  <a:lnTo>
                    <a:pt x="10509911" y="2925933"/>
                  </a:lnTo>
                  <a:lnTo>
                    <a:pt x="10508770" y="2925865"/>
                  </a:lnTo>
                  <a:lnTo>
                    <a:pt x="10501270" y="2925384"/>
                  </a:lnTo>
                  <a:lnTo>
                    <a:pt x="10482365" y="2924054"/>
                  </a:lnTo>
                  <a:lnTo>
                    <a:pt x="10448568" y="2921434"/>
                  </a:lnTo>
                  <a:lnTo>
                    <a:pt x="10398200" y="2917119"/>
                  </a:lnTo>
                  <a:lnTo>
                    <a:pt x="10331514" y="2910776"/>
                  </a:lnTo>
                  <a:lnTo>
                    <a:pt x="10250546" y="2902177"/>
                  </a:lnTo>
                  <a:lnTo>
                    <a:pt x="10158648" y="2891208"/>
                  </a:lnTo>
                  <a:lnTo>
                    <a:pt x="10059837" y="2877850"/>
                  </a:lnTo>
                  <a:lnTo>
                    <a:pt x="9958139" y="2862140"/>
                  </a:lnTo>
                  <a:lnTo>
                    <a:pt x="9857074" y="2844130"/>
                  </a:lnTo>
                  <a:lnTo>
                    <a:pt x="9759370" y="2823846"/>
                  </a:lnTo>
                  <a:lnTo>
                    <a:pt x="9666884" y="2801256"/>
                  </a:lnTo>
                  <a:lnTo>
                    <a:pt x="9580669" y="2776254"/>
                  </a:lnTo>
                  <a:lnTo>
                    <a:pt x="9501124" y="2748652"/>
                  </a:lnTo>
                  <a:lnTo>
                    <a:pt x="9428162" y="2718174"/>
                  </a:lnTo>
                  <a:lnTo>
                    <a:pt x="9361362" y="2684468"/>
                  </a:lnTo>
                  <a:lnTo>
                    <a:pt x="9300097" y="2647112"/>
                  </a:lnTo>
                  <a:lnTo>
                    <a:pt x="9243625" y="2605635"/>
                  </a:lnTo>
                  <a:lnTo>
                    <a:pt x="9191164" y="2559558"/>
                  </a:lnTo>
                  <a:lnTo>
                    <a:pt x="9141939" y="2508448"/>
                  </a:lnTo>
                  <a:lnTo>
                    <a:pt x="9095231" y="2452025"/>
                  </a:lnTo>
                  <a:lnTo>
                    <a:pt x="9084767" y="2438277"/>
                  </a:lnTo>
                  <a:lnTo>
                    <a:pt x="9047567" y="2386072"/>
                  </a:lnTo>
                  <a:lnTo>
                    <a:pt x="9011298" y="2330074"/>
                  </a:lnTo>
                  <a:lnTo>
                    <a:pt x="8975708" y="2270207"/>
                  </a:lnTo>
                  <a:lnTo>
                    <a:pt x="8940595" y="2206454"/>
                  </a:lnTo>
                  <a:lnTo>
                    <a:pt x="8905796" y="2138865"/>
                  </a:lnTo>
                  <a:lnTo>
                    <a:pt x="8871186" y="2067563"/>
                  </a:lnTo>
                  <a:lnTo>
                    <a:pt x="8836669" y="1992748"/>
                  </a:lnTo>
                  <a:lnTo>
                    <a:pt x="8802175" y="1914702"/>
                  </a:lnTo>
                  <a:lnTo>
                    <a:pt x="8767661" y="1833779"/>
                  </a:lnTo>
                  <a:lnTo>
                    <a:pt x="8733102" y="1750411"/>
                  </a:lnTo>
                  <a:lnTo>
                    <a:pt x="8698491" y="1665093"/>
                  </a:lnTo>
                  <a:lnTo>
                    <a:pt x="8663835" y="1578374"/>
                  </a:lnTo>
                  <a:lnTo>
                    <a:pt x="8629149" y="1490846"/>
                  </a:lnTo>
                  <a:lnTo>
                    <a:pt x="8594457" y="1403121"/>
                  </a:lnTo>
                  <a:lnTo>
                    <a:pt x="8559779" y="1315818"/>
                  </a:lnTo>
                  <a:lnTo>
                    <a:pt x="8525138" y="1229543"/>
                  </a:lnTo>
                  <a:lnTo>
                    <a:pt x="8490546" y="1144875"/>
                  </a:lnTo>
                  <a:lnTo>
                    <a:pt x="8456005" y="1062344"/>
                  </a:lnTo>
                  <a:lnTo>
                    <a:pt x="8421502" y="982424"/>
                  </a:lnTo>
                  <a:lnTo>
                    <a:pt x="8387006" y="905518"/>
                  </a:lnTo>
                  <a:lnTo>
                    <a:pt x="8352464" y="831956"/>
                  </a:lnTo>
                  <a:lnTo>
                    <a:pt x="8317798" y="761989"/>
                  </a:lnTo>
                  <a:lnTo>
                    <a:pt x="8282901" y="695787"/>
                  </a:lnTo>
                  <a:lnTo>
                    <a:pt x="8247635" y="633449"/>
                  </a:lnTo>
                  <a:lnTo>
                    <a:pt x="8211823" y="574998"/>
                  </a:lnTo>
                  <a:lnTo>
                    <a:pt x="8175247" y="520394"/>
                  </a:lnTo>
                  <a:lnTo>
                    <a:pt x="8151487" y="487655"/>
                  </a:lnTo>
                  <a:lnTo>
                    <a:pt x="8105266" y="429998"/>
                  </a:lnTo>
                  <a:lnTo>
                    <a:pt x="8056681" y="377682"/>
                  </a:lnTo>
                  <a:lnTo>
                    <a:pt x="8005032" y="330480"/>
                  </a:lnTo>
                  <a:lnTo>
                    <a:pt x="7949553" y="287986"/>
                  </a:lnTo>
                  <a:lnTo>
                    <a:pt x="7889460" y="249724"/>
                  </a:lnTo>
                  <a:lnTo>
                    <a:pt x="7823995" y="215217"/>
                  </a:lnTo>
                  <a:lnTo>
                    <a:pt x="7752498" y="184031"/>
                  </a:lnTo>
                  <a:lnTo>
                    <a:pt x="7674491" y="155794"/>
                  </a:lnTo>
                  <a:lnTo>
                    <a:pt x="7589797" y="130213"/>
                  </a:lnTo>
                  <a:lnTo>
                    <a:pt x="7498687" y="107080"/>
                  </a:lnTo>
                  <a:lnTo>
                    <a:pt x="7402052" y="86270"/>
                  </a:lnTo>
                  <a:lnTo>
                    <a:pt x="7301550" y="67736"/>
                  </a:lnTo>
                  <a:lnTo>
                    <a:pt x="7199712" y="51492"/>
                  </a:lnTo>
                  <a:lnTo>
                    <a:pt x="7099891" y="37588"/>
                  </a:lnTo>
                  <a:lnTo>
                    <a:pt x="7006035" y="26068"/>
                  </a:lnTo>
                  <a:lnTo>
                    <a:pt x="6922218" y="16930"/>
                  </a:lnTo>
                  <a:lnTo>
                    <a:pt x="6852007" y="10084"/>
                  </a:lnTo>
                  <a:lnTo>
                    <a:pt x="6797790" y="5328"/>
                  </a:lnTo>
                  <a:lnTo>
                    <a:pt x="6760257" y="2352"/>
                  </a:lnTo>
                  <a:lnTo>
                    <a:pt x="6738171" y="763"/>
                  </a:lnTo>
                  <a:lnTo>
                    <a:pt x="6728440" y="126"/>
                  </a:lnTo>
                  <a:lnTo>
                    <a:pt x="6726357" y="0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023" y="78"/>
                  </a:lnTo>
                  <a:lnTo>
                    <a:pt x="5247868" y="635"/>
                  </a:lnTo>
                  <a:lnTo>
                    <a:pt x="5232265" y="2174"/>
                  </a:lnTo>
                  <a:lnTo>
                    <a:pt x="5204146" y="5207"/>
                  </a:lnTo>
                  <a:lnTo>
                    <a:pt x="5161784" y="10220"/>
                  </a:lnTo>
                  <a:lnTo>
                    <a:pt x="5104919" y="17631"/>
                  </a:lnTo>
                  <a:lnTo>
                    <a:pt x="5034716" y="27749"/>
                  </a:lnTo>
                  <a:lnTo>
                    <a:pt x="4953510" y="40763"/>
                  </a:lnTo>
                  <a:lnTo>
                    <a:pt x="4864382" y="56746"/>
                  </a:lnTo>
                  <a:lnTo>
                    <a:pt x="4770674" y="75683"/>
                  </a:lnTo>
                  <a:lnTo>
                    <a:pt x="4675558" y="97520"/>
                  </a:lnTo>
                  <a:lnTo>
                    <a:pt x="4581722" y="122199"/>
                  </a:lnTo>
                  <a:lnTo>
                    <a:pt x="4491218" y="149704"/>
                  </a:lnTo>
                  <a:lnTo>
                    <a:pt x="4405438" y="180085"/>
                  </a:lnTo>
                  <a:lnTo>
                    <a:pt x="4325174" y="213472"/>
                  </a:lnTo>
                  <a:lnTo>
                    <a:pt x="4250732" y="250092"/>
                  </a:lnTo>
                  <a:lnTo>
                    <a:pt x="4182047" y="290258"/>
                  </a:lnTo>
                  <a:lnTo>
                    <a:pt x="4118794" y="334372"/>
                  </a:lnTo>
                  <a:lnTo>
                    <a:pt x="4060484" y="382915"/>
                  </a:lnTo>
                  <a:lnTo>
                    <a:pt x="4006526" y="436420"/>
                  </a:lnTo>
                  <a:lnTo>
                    <a:pt x="3956288" y="495449"/>
                  </a:lnTo>
                  <a:lnTo>
                    <a:pt x="3909132" y="560535"/>
                  </a:lnTo>
                  <a:lnTo>
                    <a:pt x="3864447" y="632097"/>
                  </a:lnTo>
                  <a:lnTo>
                    <a:pt x="3829811" y="694704"/>
                  </a:lnTo>
                  <a:lnTo>
                    <a:pt x="3797799" y="758256"/>
                  </a:lnTo>
                  <a:lnTo>
                    <a:pt x="3766500" y="825778"/>
                  </a:lnTo>
                  <a:lnTo>
                    <a:pt x="3735751" y="897351"/>
                  </a:lnTo>
                  <a:lnTo>
                    <a:pt x="3705412" y="973010"/>
                  </a:lnTo>
                  <a:lnTo>
                    <a:pt x="3675368" y="1052741"/>
                  </a:lnTo>
                  <a:lnTo>
                    <a:pt x="3645526" y="1136475"/>
                  </a:lnTo>
                  <a:lnTo>
                    <a:pt x="3615811" y="1224085"/>
                  </a:lnTo>
                  <a:lnTo>
                    <a:pt x="3586162" y="1315384"/>
                  </a:lnTo>
                  <a:lnTo>
                    <a:pt x="3556536" y="1410126"/>
                  </a:lnTo>
                  <a:lnTo>
                    <a:pt x="3526902" y="1508000"/>
                  </a:lnTo>
                  <a:lnTo>
                    <a:pt x="3497240" y="1608641"/>
                  </a:lnTo>
                  <a:lnTo>
                    <a:pt x="3467541" y="1711627"/>
                  </a:lnTo>
                  <a:lnTo>
                    <a:pt x="3437804" y="1816492"/>
                  </a:lnTo>
                  <a:lnTo>
                    <a:pt x="3408036" y="1922729"/>
                  </a:lnTo>
                  <a:lnTo>
                    <a:pt x="3378245" y="2029803"/>
                  </a:lnTo>
                  <a:lnTo>
                    <a:pt x="3348448" y="2137160"/>
                  </a:lnTo>
                  <a:lnTo>
                    <a:pt x="3318658" y="2244240"/>
                  </a:lnTo>
                  <a:lnTo>
                    <a:pt x="3288888" y="2350490"/>
                  </a:lnTo>
                  <a:lnTo>
                    <a:pt x="3259151" y="2455375"/>
                  </a:lnTo>
                  <a:lnTo>
                    <a:pt x="3229452" y="2558386"/>
                  </a:lnTo>
                  <a:lnTo>
                    <a:pt x="3199790" y="2659057"/>
                  </a:lnTo>
                  <a:lnTo>
                    <a:pt x="3170155" y="2756966"/>
                  </a:lnTo>
                  <a:lnTo>
                    <a:pt x="3140529" y="2851746"/>
                  </a:lnTo>
                  <a:lnTo>
                    <a:pt x="3110881" y="2943088"/>
                  </a:lnTo>
                  <a:lnTo>
                    <a:pt x="3081167" y="3030743"/>
                  </a:lnTo>
                  <a:lnTo>
                    <a:pt x="3051327" y="3114523"/>
                  </a:lnTo>
                  <a:lnTo>
                    <a:pt x="3021286" y="3194302"/>
                  </a:lnTo>
                  <a:lnTo>
                    <a:pt x="2990951" y="3270009"/>
                  </a:lnTo>
                  <a:lnTo>
                    <a:pt x="2960207" y="3341630"/>
                  </a:lnTo>
                  <a:lnTo>
                    <a:pt x="2928916" y="3409199"/>
                  </a:lnTo>
                  <a:lnTo>
                    <a:pt x="2896913" y="3472797"/>
                  </a:lnTo>
                  <a:lnTo>
                    <a:pt x="2896531" y="3473524"/>
                  </a:lnTo>
                  <a:lnTo>
                    <a:pt x="2853438" y="3550458"/>
                  </a:lnTo>
                  <a:lnTo>
                    <a:pt x="2808321" y="3620747"/>
                  </a:lnTo>
                  <a:lnTo>
                    <a:pt x="2760619" y="3684626"/>
                  </a:lnTo>
                  <a:lnTo>
                    <a:pt x="2709713" y="3742546"/>
                  </a:lnTo>
                  <a:lnTo>
                    <a:pt x="2654964" y="3795050"/>
                  </a:lnTo>
                  <a:lnTo>
                    <a:pt x="2595744" y="3842698"/>
                  </a:lnTo>
                  <a:lnTo>
                    <a:pt x="2531477" y="3886015"/>
                  </a:lnTo>
                  <a:lnTo>
                    <a:pt x="2461699" y="3925468"/>
                  </a:lnTo>
                  <a:lnTo>
                    <a:pt x="2386129" y="3961442"/>
                  </a:lnTo>
                  <a:lnTo>
                    <a:pt x="2304764" y="3994235"/>
                  </a:lnTo>
                  <a:lnTo>
                    <a:pt x="2217993" y="4024053"/>
                  </a:lnTo>
                  <a:lnTo>
                    <a:pt x="2126718" y="4051011"/>
                  </a:lnTo>
                  <a:lnTo>
                    <a:pt x="2032454" y="4075145"/>
                  </a:lnTo>
                  <a:lnTo>
                    <a:pt x="1937382" y="4096427"/>
                  </a:lnTo>
                  <a:lnTo>
                    <a:pt x="1844301" y="4114798"/>
                  </a:lnTo>
                  <a:lnTo>
                    <a:pt x="1756443" y="4130207"/>
                  </a:lnTo>
                  <a:lnTo>
                    <a:pt x="1677137" y="4142653"/>
                  </a:lnTo>
                  <a:lnTo>
                    <a:pt x="1609357" y="4152230"/>
                  </a:lnTo>
                  <a:lnTo>
                    <a:pt x="1555242" y="4159150"/>
                  </a:lnTo>
                  <a:lnTo>
                    <a:pt x="1515695" y="4163747"/>
                  </a:lnTo>
                  <a:lnTo>
                    <a:pt x="1490169" y="4166452"/>
                  </a:lnTo>
                  <a:lnTo>
                    <a:pt x="1476666" y="4167761"/>
                  </a:lnTo>
                  <a:lnTo>
                    <a:pt x="1471882" y="4168188"/>
                  </a:lnTo>
                  <a:lnTo>
                    <a:pt x="1471387" y="4168229"/>
                  </a:lnTo>
                  <a:lnTo>
                    <a:pt x="0" y="416822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58" name="pg1058"/>
            <p:cNvSpPr/>
            <p:nvPr/>
          </p:nvSpPr>
          <p:spPr>
            <a:xfrm>
              <a:off x="4799595" y="2854790"/>
              <a:ext cx="11981298" cy="4045634"/>
            </a:xfrm>
            <a:custGeom>
              <a:avLst/>
              <a:pathLst>
                <a:path w="11981298" h="4045634">
                  <a:moveTo>
                    <a:pt x="0" y="4045634"/>
                  </a:moveTo>
                  <a:lnTo>
                    <a:pt x="1471387" y="4045634"/>
                  </a:lnTo>
                  <a:lnTo>
                    <a:pt x="1472327" y="4045557"/>
                  </a:lnTo>
                  <a:lnTo>
                    <a:pt x="1478533" y="4045013"/>
                  </a:lnTo>
                  <a:lnTo>
                    <a:pt x="1494262" y="4043509"/>
                  </a:lnTo>
                  <a:lnTo>
                    <a:pt x="1522599" y="4040546"/>
                  </a:lnTo>
                  <a:lnTo>
                    <a:pt x="1565271" y="4035648"/>
                  </a:lnTo>
                  <a:lnTo>
                    <a:pt x="1622521" y="4028410"/>
                  </a:lnTo>
                  <a:lnTo>
                    <a:pt x="1693154" y="4018530"/>
                  </a:lnTo>
                  <a:lnTo>
                    <a:pt x="1774796" y="4005827"/>
                  </a:lnTo>
                  <a:lnTo>
                    <a:pt x="1864330" y="3990231"/>
                  </a:lnTo>
                  <a:lnTo>
                    <a:pt x="1958383" y="3971758"/>
                  </a:lnTo>
                  <a:lnTo>
                    <a:pt x="2053769" y="3950462"/>
                  </a:lnTo>
                  <a:lnTo>
                    <a:pt x="2147793" y="3926398"/>
                  </a:lnTo>
                  <a:lnTo>
                    <a:pt x="2238406" y="3899581"/>
                  </a:lnTo>
                  <a:lnTo>
                    <a:pt x="2324229" y="3869960"/>
                  </a:lnTo>
                  <a:lnTo>
                    <a:pt x="2404482" y="3837402"/>
                  </a:lnTo>
                  <a:lnTo>
                    <a:pt x="2478878" y="3801684"/>
                  </a:lnTo>
                  <a:lnTo>
                    <a:pt x="2547494" y="3762496"/>
                  </a:lnTo>
                  <a:lnTo>
                    <a:pt x="2610666" y="3719439"/>
                  </a:lnTo>
                  <a:lnTo>
                    <a:pt x="2668898" y="3672043"/>
                  </a:lnTo>
                  <a:lnTo>
                    <a:pt x="2722785" y="3619783"/>
                  </a:lnTo>
                  <a:lnTo>
                    <a:pt x="2772968" y="3562110"/>
                  </a:lnTo>
                  <a:lnTo>
                    <a:pt x="2820089" y="3498509"/>
                  </a:lnTo>
                  <a:lnTo>
                    <a:pt x="2864762" y="3428579"/>
                  </a:lnTo>
                  <a:lnTo>
                    <a:pt x="2896531" y="3372723"/>
                  </a:lnTo>
                  <a:lnTo>
                    <a:pt x="2928998" y="3310253"/>
                  </a:lnTo>
                  <a:lnTo>
                    <a:pt x="2960733" y="3243823"/>
                  </a:lnTo>
                  <a:lnTo>
                    <a:pt x="2991907" y="3173355"/>
                  </a:lnTo>
                  <a:lnTo>
                    <a:pt x="3022665" y="3098814"/>
                  </a:lnTo>
                  <a:lnTo>
                    <a:pt x="3053125" y="3020217"/>
                  </a:lnTo>
                  <a:lnTo>
                    <a:pt x="3083383" y="2937638"/>
                  </a:lnTo>
                  <a:lnTo>
                    <a:pt x="3113518" y="2851209"/>
                  </a:lnTo>
                  <a:lnTo>
                    <a:pt x="3143588" y="2761125"/>
                  </a:lnTo>
                  <a:lnTo>
                    <a:pt x="3173639" y="2667643"/>
                  </a:lnTo>
                  <a:lnTo>
                    <a:pt x="3203703" y="2571083"/>
                  </a:lnTo>
                  <a:lnTo>
                    <a:pt x="3233796" y="2471823"/>
                  </a:lnTo>
                  <a:lnTo>
                    <a:pt x="3263929" y="2370296"/>
                  </a:lnTo>
                  <a:lnTo>
                    <a:pt x="3294100" y="2266981"/>
                  </a:lnTo>
                  <a:lnTo>
                    <a:pt x="3324302" y="2162397"/>
                  </a:lnTo>
                  <a:lnTo>
                    <a:pt x="3354523" y="2057088"/>
                  </a:lnTo>
                  <a:lnTo>
                    <a:pt x="3384748" y="1951618"/>
                  </a:lnTo>
                  <a:lnTo>
                    <a:pt x="3414963" y="1846551"/>
                  </a:lnTo>
                  <a:lnTo>
                    <a:pt x="3445153" y="1742445"/>
                  </a:lnTo>
                  <a:lnTo>
                    <a:pt x="3475308" y="1639833"/>
                  </a:lnTo>
                  <a:lnTo>
                    <a:pt x="3505423" y="1539219"/>
                  </a:lnTo>
                  <a:lnTo>
                    <a:pt x="3535502" y="1441064"/>
                  </a:lnTo>
                  <a:lnTo>
                    <a:pt x="3565557" y="1345778"/>
                  </a:lnTo>
                  <a:lnTo>
                    <a:pt x="3595612" y="1253714"/>
                  </a:lnTo>
                  <a:lnTo>
                    <a:pt x="3625704" y="1165166"/>
                  </a:lnTo>
                  <a:lnTo>
                    <a:pt x="3655883" y="1080364"/>
                  </a:lnTo>
                  <a:lnTo>
                    <a:pt x="3686217" y="999475"/>
                  </a:lnTo>
                  <a:lnTo>
                    <a:pt x="3716791" y="922608"/>
                  </a:lnTo>
                  <a:lnTo>
                    <a:pt x="3747711" y="849810"/>
                  </a:lnTo>
                  <a:lnTo>
                    <a:pt x="3779106" y="781076"/>
                  </a:lnTo>
                  <a:lnTo>
                    <a:pt x="3811131" y="716353"/>
                  </a:lnTo>
                  <a:lnTo>
                    <a:pt x="3829811" y="681083"/>
                  </a:lnTo>
                  <a:lnTo>
                    <a:pt x="3873030" y="606359"/>
                  </a:lnTo>
                  <a:lnTo>
                    <a:pt x="3918286" y="538107"/>
                  </a:lnTo>
                  <a:lnTo>
                    <a:pt x="3966146" y="476098"/>
                  </a:lnTo>
                  <a:lnTo>
                    <a:pt x="4017232" y="419890"/>
                  </a:lnTo>
                  <a:lnTo>
                    <a:pt x="4072192" y="368952"/>
                  </a:lnTo>
                  <a:lnTo>
                    <a:pt x="4131658" y="322737"/>
                  </a:lnTo>
                  <a:lnTo>
                    <a:pt x="4196207" y="280731"/>
                  </a:lnTo>
                  <a:lnTo>
                    <a:pt x="4266307" y="242483"/>
                  </a:lnTo>
                  <a:lnTo>
                    <a:pt x="4342236" y="207616"/>
                  </a:lnTo>
                  <a:lnTo>
                    <a:pt x="4423988" y="175842"/>
                  </a:lnTo>
                  <a:lnTo>
                    <a:pt x="4511159" y="146962"/>
                  </a:lnTo>
                  <a:lnTo>
                    <a:pt x="4602821" y="120865"/>
                  </a:lnTo>
                  <a:lnTo>
                    <a:pt x="4697425" y="97520"/>
                  </a:lnTo>
                  <a:lnTo>
                    <a:pt x="4792746" y="76954"/>
                  </a:lnTo>
                  <a:lnTo>
                    <a:pt x="4885942" y="59227"/>
                  </a:lnTo>
                  <a:lnTo>
                    <a:pt x="4973741" y="44387"/>
                  </a:lnTo>
                  <a:lnTo>
                    <a:pt x="5052790" y="32431"/>
                  </a:lnTo>
                  <a:lnTo>
                    <a:pt x="5120119" y="23263"/>
                  </a:lnTo>
                  <a:lnTo>
                    <a:pt x="5173626" y="16670"/>
                  </a:lnTo>
                  <a:lnTo>
                    <a:pt x="5212474" y="12319"/>
                  </a:lnTo>
                  <a:lnTo>
                    <a:pt x="5237297" y="9784"/>
                  </a:lnTo>
                  <a:lnTo>
                    <a:pt x="5250193" y="8579"/>
                  </a:lnTo>
                  <a:lnTo>
                    <a:pt x="5254570" y="8203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288" y="8248"/>
                  </a:lnTo>
                  <a:lnTo>
                    <a:pt x="6733525" y="8784"/>
                  </a:lnTo>
                  <a:lnTo>
                    <a:pt x="6749332" y="10265"/>
                  </a:lnTo>
                  <a:lnTo>
                    <a:pt x="6777803" y="13184"/>
                  </a:lnTo>
                  <a:lnTo>
                    <a:pt x="6820667" y="18008"/>
                  </a:lnTo>
                  <a:lnTo>
                    <a:pt x="6878155" y="25135"/>
                  </a:lnTo>
                  <a:lnTo>
                    <a:pt x="6949053" y="34863"/>
                  </a:lnTo>
                  <a:lnTo>
                    <a:pt x="7030964" y="47368"/>
                  </a:lnTo>
                  <a:lnTo>
                    <a:pt x="7120747" y="62718"/>
                  </a:lnTo>
                  <a:lnTo>
                    <a:pt x="7215013" y="80896"/>
                  </a:lnTo>
                  <a:lnTo>
                    <a:pt x="7310563" y="101848"/>
                  </a:lnTo>
                  <a:lnTo>
                    <a:pt x="7404700" y="125520"/>
                  </a:lnTo>
                  <a:lnTo>
                    <a:pt x="7495380" y="151900"/>
                  </a:lnTo>
                  <a:lnTo>
                    <a:pt x="7581228" y="181039"/>
                  </a:lnTo>
                  <a:lnTo>
                    <a:pt x="7661475" y="213071"/>
                  </a:lnTo>
                  <a:lnTo>
                    <a:pt x="7735841" y="248215"/>
                  </a:lnTo>
                  <a:lnTo>
                    <a:pt x="7804413" y="286782"/>
                  </a:lnTo>
                  <a:lnTo>
                    <a:pt x="7867537" y="329166"/>
                  </a:lnTo>
                  <a:lnTo>
                    <a:pt x="7925719" y="375831"/>
                  </a:lnTo>
                  <a:lnTo>
                    <a:pt x="7979563" y="427296"/>
                  </a:lnTo>
                  <a:lnTo>
                    <a:pt x="8029713" y="484101"/>
                  </a:lnTo>
                  <a:lnTo>
                    <a:pt x="8076814" y="546753"/>
                  </a:lnTo>
                  <a:lnTo>
                    <a:pt x="8121480" y="615639"/>
                  </a:lnTo>
                  <a:lnTo>
                    <a:pt x="8151487" y="667461"/>
                  </a:lnTo>
                  <a:lnTo>
                    <a:pt x="8184247" y="729245"/>
                  </a:lnTo>
                  <a:lnTo>
                    <a:pt x="8216263" y="794979"/>
                  </a:lnTo>
                  <a:lnTo>
                    <a:pt x="8247712" y="864745"/>
                  </a:lnTo>
                  <a:lnTo>
                    <a:pt x="8278740" y="938574"/>
                  </a:lnTo>
                  <a:lnTo>
                    <a:pt x="8309469" y="1016449"/>
                  </a:lnTo>
                  <a:lnTo>
                    <a:pt x="8339996" y="1098291"/>
                  </a:lnTo>
                  <a:lnTo>
                    <a:pt x="8370400" y="1183966"/>
                  </a:lnTo>
                  <a:lnTo>
                    <a:pt x="8400743" y="1273273"/>
                  </a:lnTo>
                  <a:lnTo>
                    <a:pt x="8431070" y="1365949"/>
                  </a:lnTo>
                  <a:lnTo>
                    <a:pt x="8461410" y="1461667"/>
                  </a:lnTo>
                  <a:lnTo>
                    <a:pt x="8491783" y="1560042"/>
                  </a:lnTo>
                  <a:lnTo>
                    <a:pt x="8522195" y="1660633"/>
                  </a:lnTo>
                  <a:lnTo>
                    <a:pt x="8552646" y="1762952"/>
                  </a:lnTo>
                  <a:lnTo>
                    <a:pt x="8583127" y="1866475"/>
                  </a:lnTo>
                  <a:lnTo>
                    <a:pt x="8613626" y="1970648"/>
                  </a:lnTo>
                  <a:lnTo>
                    <a:pt x="8644128" y="2074906"/>
                  </a:lnTo>
                  <a:lnTo>
                    <a:pt x="8674616" y="2178679"/>
                  </a:lnTo>
                  <a:lnTo>
                    <a:pt x="8705077" y="2281409"/>
                  </a:lnTo>
                  <a:lnTo>
                    <a:pt x="8735501" y="2382563"/>
                  </a:lnTo>
                  <a:lnTo>
                    <a:pt x="8765885" y="2481640"/>
                  </a:lnTo>
                  <a:lnTo>
                    <a:pt x="8796234" y="2578184"/>
                  </a:lnTo>
                  <a:lnTo>
                    <a:pt x="8826562" y="2671795"/>
                  </a:lnTo>
                  <a:lnTo>
                    <a:pt x="8856896" y="2762126"/>
                  </a:lnTo>
                  <a:lnTo>
                    <a:pt x="8887277" y="2848896"/>
                  </a:lnTo>
                  <a:lnTo>
                    <a:pt x="8917760" y="2931887"/>
                  </a:lnTo>
                  <a:lnTo>
                    <a:pt x="8948420" y="3010943"/>
                  </a:lnTo>
                  <a:lnTo>
                    <a:pt x="8979348" y="3085970"/>
                  </a:lnTo>
                  <a:lnTo>
                    <a:pt x="9010659" y="3156933"/>
                  </a:lnTo>
                  <a:lnTo>
                    <a:pt x="9042490" y="3223851"/>
                  </a:lnTo>
                  <a:lnTo>
                    <a:pt x="9075011" y="3286789"/>
                  </a:lnTo>
                  <a:lnTo>
                    <a:pt x="9084767" y="3304615"/>
                  </a:lnTo>
                  <a:lnTo>
                    <a:pt x="9128064" y="3377950"/>
                  </a:lnTo>
                  <a:lnTo>
                    <a:pt x="9173405" y="3444920"/>
                  </a:lnTo>
                  <a:lnTo>
                    <a:pt x="9221362" y="3505755"/>
                  </a:lnTo>
                  <a:lnTo>
                    <a:pt x="9272560" y="3560889"/>
                  </a:lnTo>
                  <a:lnTo>
                    <a:pt x="9327650" y="3610845"/>
                  </a:lnTo>
                  <a:lnTo>
                    <a:pt x="9387266" y="3656162"/>
                  </a:lnTo>
                  <a:lnTo>
                    <a:pt x="9451991" y="3697345"/>
                  </a:lnTo>
                  <a:lnTo>
                    <a:pt x="9522289" y="3734839"/>
                  </a:lnTo>
                  <a:lnTo>
                    <a:pt x="9598440" y="3769013"/>
                  </a:lnTo>
                  <a:lnTo>
                    <a:pt x="9680431" y="3800150"/>
                  </a:lnTo>
                  <a:lnTo>
                    <a:pt x="9767848" y="3828444"/>
                  </a:lnTo>
                  <a:lnTo>
                    <a:pt x="9859748" y="3854003"/>
                  </a:lnTo>
                  <a:lnTo>
                    <a:pt x="9954560" y="3876856"/>
                  </a:lnTo>
                  <a:lnTo>
                    <a:pt x="10050033" y="3896975"/>
                  </a:lnTo>
                  <a:lnTo>
                    <a:pt x="10143296" y="3914302"/>
                  </a:lnTo>
                  <a:lnTo>
                    <a:pt x="10231054" y="3928790"/>
                  </a:lnTo>
                  <a:lnTo>
                    <a:pt x="10309940" y="3940443"/>
                  </a:lnTo>
                  <a:lnTo>
                    <a:pt x="10376987" y="3949360"/>
                  </a:lnTo>
                  <a:lnTo>
                    <a:pt x="10430116" y="3955754"/>
                  </a:lnTo>
                  <a:lnTo>
                    <a:pt x="10468531" y="3959956"/>
                  </a:lnTo>
                  <a:lnTo>
                    <a:pt x="10492923" y="3962389"/>
                  </a:lnTo>
                  <a:lnTo>
                    <a:pt x="10505451" y="3963532"/>
                  </a:lnTo>
                  <a:lnTo>
                    <a:pt x="10509585" y="3963878"/>
                  </a:lnTo>
                  <a:lnTo>
                    <a:pt x="10509911" y="3963904"/>
                  </a:lnTo>
                  <a:lnTo>
                    <a:pt x="11981298" y="3963904"/>
                  </a:lnTo>
                  <a:lnTo>
                    <a:pt x="11981298" y="3955731"/>
                  </a:lnTo>
                  <a:lnTo>
                    <a:pt x="10509911" y="3955731"/>
                  </a:lnTo>
                  <a:lnTo>
                    <a:pt x="10508966" y="3955655"/>
                  </a:lnTo>
                  <a:lnTo>
                    <a:pt x="10502729" y="3955119"/>
                  </a:lnTo>
                  <a:lnTo>
                    <a:pt x="10486922" y="3953638"/>
                  </a:lnTo>
                  <a:lnTo>
                    <a:pt x="10458450" y="3950719"/>
                  </a:lnTo>
                  <a:lnTo>
                    <a:pt x="10415586" y="3945895"/>
                  </a:lnTo>
                  <a:lnTo>
                    <a:pt x="10358098" y="3938768"/>
                  </a:lnTo>
                  <a:lnTo>
                    <a:pt x="10287201" y="3929040"/>
                  </a:lnTo>
                  <a:lnTo>
                    <a:pt x="10205290" y="3916535"/>
                  </a:lnTo>
                  <a:lnTo>
                    <a:pt x="10115506" y="3901185"/>
                  </a:lnTo>
                  <a:lnTo>
                    <a:pt x="10021241" y="3883007"/>
                  </a:lnTo>
                  <a:lnTo>
                    <a:pt x="9925690" y="3862055"/>
                  </a:lnTo>
                  <a:lnTo>
                    <a:pt x="9831553" y="3838383"/>
                  </a:lnTo>
                  <a:lnTo>
                    <a:pt x="9740874" y="3812003"/>
                  </a:lnTo>
                  <a:lnTo>
                    <a:pt x="9655025" y="3782864"/>
                  </a:lnTo>
                  <a:lnTo>
                    <a:pt x="9574779" y="3750833"/>
                  </a:lnTo>
                  <a:lnTo>
                    <a:pt x="9500413" y="3715688"/>
                  </a:lnTo>
                  <a:lnTo>
                    <a:pt x="9431840" y="3677121"/>
                  </a:lnTo>
                  <a:lnTo>
                    <a:pt x="9368717" y="3634738"/>
                  </a:lnTo>
                  <a:lnTo>
                    <a:pt x="9310534" y="3588073"/>
                  </a:lnTo>
                  <a:lnTo>
                    <a:pt x="9256690" y="3536607"/>
                  </a:lnTo>
                  <a:lnTo>
                    <a:pt x="9206541" y="3479802"/>
                  </a:lnTo>
                  <a:lnTo>
                    <a:pt x="9159439" y="3417150"/>
                  </a:lnTo>
                  <a:lnTo>
                    <a:pt x="9114773" y="3348264"/>
                  </a:lnTo>
                  <a:lnTo>
                    <a:pt x="9084767" y="3296442"/>
                  </a:lnTo>
                  <a:lnTo>
                    <a:pt x="9052006" y="3234658"/>
                  </a:lnTo>
                  <a:lnTo>
                    <a:pt x="9019990" y="3168924"/>
                  </a:lnTo>
                  <a:lnTo>
                    <a:pt x="8988541" y="3099158"/>
                  </a:lnTo>
                  <a:lnTo>
                    <a:pt x="8957513" y="3025329"/>
                  </a:lnTo>
                  <a:lnTo>
                    <a:pt x="8926785" y="2947455"/>
                  </a:lnTo>
                  <a:lnTo>
                    <a:pt x="8896257" y="2865612"/>
                  </a:lnTo>
                  <a:lnTo>
                    <a:pt x="8865853" y="2779937"/>
                  </a:lnTo>
                  <a:lnTo>
                    <a:pt x="8835510" y="2690630"/>
                  </a:lnTo>
                  <a:lnTo>
                    <a:pt x="8805183" y="2597954"/>
                  </a:lnTo>
                  <a:lnTo>
                    <a:pt x="8774843" y="2502236"/>
                  </a:lnTo>
                  <a:lnTo>
                    <a:pt x="8744471" y="2403861"/>
                  </a:lnTo>
                  <a:lnTo>
                    <a:pt x="8714058" y="2303270"/>
                  </a:lnTo>
                  <a:lnTo>
                    <a:pt x="8683607" y="2200951"/>
                  </a:lnTo>
                  <a:lnTo>
                    <a:pt x="8653126" y="2097428"/>
                  </a:lnTo>
                  <a:lnTo>
                    <a:pt x="8622627" y="1993255"/>
                  </a:lnTo>
                  <a:lnTo>
                    <a:pt x="8592125" y="1888997"/>
                  </a:lnTo>
                  <a:lnTo>
                    <a:pt x="8561637" y="1785224"/>
                  </a:lnTo>
                  <a:lnTo>
                    <a:pt x="8531176" y="1682494"/>
                  </a:lnTo>
                  <a:lnTo>
                    <a:pt x="8500752" y="1581340"/>
                  </a:lnTo>
                  <a:lnTo>
                    <a:pt x="8470368" y="1482264"/>
                  </a:lnTo>
                  <a:lnTo>
                    <a:pt x="8440020" y="1385719"/>
                  </a:lnTo>
                  <a:lnTo>
                    <a:pt x="8409692" y="1292108"/>
                  </a:lnTo>
                  <a:lnTo>
                    <a:pt x="8379358" y="1201777"/>
                  </a:lnTo>
                  <a:lnTo>
                    <a:pt x="8348977" y="1115007"/>
                  </a:lnTo>
                  <a:lnTo>
                    <a:pt x="8318493" y="1032016"/>
                  </a:lnTo>
                  <a:lnTo>
                    <a:pt x="8287833" y="952961"/>
                  </a:lnTo>
                  <a:lnTo>
                    <a:pt x="8256905" y="877933"/>
                  </a:lnTo>
                  <a:lnTo>
                    <a:pt x="8225595" y="806970"/>
                  </a:lnTo>
                  <a:lnTo>
                    <a:pt x="8193763" y="740052"/>
                  </a:lnTo>
                  <a:lnTo>
                    <a:pt x="8161242" y="677114"/>
                  </a:lnTo>
                  <a:lnTo>
                    <a:pt x="8151487" y="659288"/>
                  </a:lnTo>
                  <a:lnTo>
                    <a:pt x="8108190" y="585954"/>
                  </a:lnTo>
                  <a:lnTo>
                    <a:pt x="8062848" y="518983"/>
                  </a:lnTo>
                  <a:lnTo>
                    <a:pt x="8014892" y="458148"/>
                  </a:lnTo>
                  <a:lnTo>
                    <a:pt x="7963693" y="403014"/>
                  </a:lnTo>
                  <a:lnTo>
                    <a:pt x="7908604" y="353058"/>
                  </a:lnTo>
                  <a:lnTo>
                    <a:pt x="7848987" y="307741"/>
                  </a:lnTo>
                  <a:lnTo>
                    <a:pt x="7784263" y="266559"/>
                  </a:lnTo>
                  <a:lnTo>
                    <a:pt x="7713964" y="229065"/>
                  </a:lnTo>
                  <a:lnTo>
                    <a:pt x="7637813" y="194891"/>
                  </a:lnTo>
                  <a:lnTo>
                    <a:pt x="7555822" y="163754"/>
                  </a:lnTo>
                  <a:lnTo>
                    <a:pt x="7468406" y="135459"/>
                  </a:lnTo>
                  <a:lnTo>
                    <a:pt x="7376505" y="109901"/>
                  </a:lnTo>
                  <a:lnTo>
                    <a:pt x="7281693" y="87047"/>
                  </a:lnTo>
                  <a:lnTo>
                    <a:pt x="7186220" y="66928"/>
                  </a:lnTo>
                  <a:lnTo>
                    <a:pt x="7092957" y="49601"/>
                  </a:lnTo>
                  <a:lnTo>
                    <a:pt x="7005199" y="35113"/>
                  </a:lnTo>
                  <a:lnTo>
                    <a:pt x="6926313" y="23460"/>
                  </a:lnTo>
                  <a:lnTo>
                    <a:pt x="6859266" y="14543"/>
                  </a:lnTo>
                  <a:lnTo>
                    <a:pt x="6806137" y="8149"/>
                  </a:lnTo>
                  <a:lnTo>
                    <a:pt x="6767722" y="3947"/>
                  </a:lnTo>
                  <a:lnTo>
                    <a:pt x="6743330" y="1515"/>
                  </a:lnTo>
                  <a:lnTo>
                    <a:pt x="6730802" y="372"/>
                  </a:lnTo>
                  <a:lnTo>
                    <a:pt x="6726668" y="25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015" y="76"/>
                  </a:lnTo>
                  <a:lnTo>
                    <a:pt x="5247809" y="620"/>
                  </a:lnTo>
                  <a:lnTo>
                    <a:pt x="5232080" y="2124"/>
                  </a:lnTo>
                  <a:lnTo>
                    <a:pt x="5203743" y="5087"/>
                  </a:lnTo>
                  <a:lnTo>
                    <a:pt x="5161071" y="9985"/>
                  </a:lnTo>
                  <a:lnTo>
                    <a:pt x="5103821" y="17223"/>
                  </a:lnTo>
                  <a:lnTo>
                    <a:pt x="5033188" y="27103"/>
                  </a:lnTo>
                  <a:lnTo>
                    <a:pt x="4951546" y="39806"/>
                  </a:lnTo>
                  <a:lnTo>
                    <a:pt x="4862012" y="55402"/>
                  </a:lnTo>
                  <a:lnTo>
                    <a:pt x="4767959" y="73875"/>
                  </a:lnTo>
                  <a:lnTo>
                    <a:pt x="4672573" y="95171"/>
                  </a:lnTo>
                  <a:lnTo>
                    <a:pt x="4578549" y="119235"/>
                  </a:lnTo>
                  <a:lnTo>
                    <a:pt x="4487936" y="146052"/>
                  </a:lnTo>
                  <a:lnTo>
                    <a:pt x="4402113" y="175673"/>
                  </a:lnTo>
                  <a:lnTo>
                    <a:pt x="4321860" y="208231"/>
                  </a:lnTo>
                  <a:lnTo>
                    <a:pt x="4247464" y="243949"/>
                  </a:lnTo>
                  <a:lnTo>
                    <a:pt x="4178848" y="283138"/>
                  </a:lnTo>
                  <a:lnTo>
                    <a:pt x="4115676" y="326195"/>
                  </a:lnTo>
                  <a:lnTo>
                    <a:pt x="4057445" y="373590"/>
                  </a:lnTo>
                  <a:lnTo>
                    <a:pt x="4003558" y="425850"/>
                  </a:lnTo>
                  <a:lnTo>
                    <a:pt x="3953375" y="483523"/>
                  </a:lnTo>
                  <a:lnTo>
                    <a:pt x="3906253" y="547124"/>
                  </a:lnTo>
                  <a:lnTo>
                    <a:pt x="3861580" y="617054"/>
                  </a:lnTo>
                  <a:lnTo>
                    <a:pt x="3829811" y="672910"/>
                  </a:lnTo>
                  <a:lnTo>
                    <a:pt x="3797344" y="735380"/>
                  </a:lnTo>
                  <a:lnTo>
                    <a:pt x="3765609" y="801810"/>
                  </a:lnTo>
                  <a:lnTo>
                    <a:pt x="3734435" y="872278"/>
                  </a:lnTo>
                  <a:lnTo>
                    <a:pt x="3703677" y="946819"/>
                  </a:lnTo>
                  <a:lnTo>
                    <a:pt x="3673217" y="1025416"/>
                  </a:lnTo>
                  <a:lnTo>
                    <a:pt x="3642959" y="1107995"/>
                  </a:lnTo>
                  <a:lnTo>
                    <a:pt x="3612824" y="1194424"/>
                  </a:lnTo>
                  <a:lnTo>
                    <a:pt x="3582754" y="1284508"/>
                  </a:lnTo>
                  <a:lnTo>
                    <a:pt x="3552703" y="1377990"/>
                  </a:lnTo>
                  <a:lnTo>
                    <a:pt x="3522639" y="1474550"/>
                  </a:lnTo>
                  <a:lnTo>
                    <a:pt x="3492546" y="1573810"/>
                  </a:lnTo>
                  <a:lnTo>
                    <a:pt x="3462413" y="1675337"/>
                  </a:lnTo>
                  <a:lnTo>
                    <a:pt x="3432243" y="1778652"/>
                  </a:lnTo>
                  <a:lnTo>
                    <a:pt x="3402041" y="1883236"/>
                  </a:lnTo>
                  <a:lnTo>
                    <a:pt x="3371819" y="1988545"/>
                  </a:lnTo>
                  <a:lnTo>
                    <a:pt x="3341594" y="2094015"/>
                  </a:lnTo>
                  <a:lnTo>
                    <a:pt x="3311379" y="2199082"/>
                  </a:lnTo>
                  <a:lnTo>
                    <a:pt x="3281189" y="2303189"/>
                  </a:lnTo>
                  <a:lnTo>
                    <a:pt x="3251034" y="2405800"/>
                  </a:lnTo>
                  <a:lnTo>
                    <a:pt x="3220919" y="2506414"/>
                  </a:lnTo>
                  <a:lnTo>
                    <a:pt x="3190840" y="2604569"/>
                  </a:lnTo>
                  <a:lnTo>
                    <a:pt x="3160785" y="2699855"/>
                  </a:lnTo>
                  <a:lnTo>
                    <a:pt x="3130730" y="2791919"/>
                  </a:lnTo>
                  <a:lnTo>
                    <a:pt x="3100638" y="2880467"/>
                  </a:lnTo>
                  <a:lnTo>
                    <a:pt x="3070459" y="2965269"/>
                  </a:lnTo>
                  <a:lnTo>
                    <a:pt x="3040125" y="3046158"/>
                  </a:lnTo>
                  <a:lnTo>
                    <a:pt x="3009551" y="3123025"/>
                  </a:lnTo>
                  <a:lnTo>
                    <a:pt x="2978631" y="3195823"/>
                  </a:lnTo>
                  <a:lnTo>
                    <a:pt x="2947236" y="3264557"/>
                  </a:lnTo>
                  <a:lnTo>
                    <a:pt x="2915211" y="3329281"/>
                  </a:lnTo>
                  <a:lnTo>
                    <a:pt x="2896531" y="3364550"/>
                  </a:lnTo>
                  <a:lnTo>
                    <a:pt x="2853312" y="3439275"/>
                  </a:lnTo>
                  <a:lnTo>
                    <a:pt x="2808056" y="3507526"/>
                  </a:lnTo>
                  <a:lnTo>
                    <a:pt x="2760196" y="3569535"/>
                  </a:lnTo>
                  <a:lnTo>
                    <a:pt x="2709110" y="3625743"/>
                  </a:lnTo>
                  <a:lnTo>
                    <a:pt x="2654150" y="3676682"/>
                  </a:lnTo>
                  <a:lnTo>
                    <a:pt x="2594684" y="3722897"/>
                  </a:lnTo>
                  <a:lnTo>
                    <a:pt x="2530135" y="3764902"/>
                  </a:lnTo>
                  <a:lnTo>
                    <a:pt x="2460035" y="3803150"/>
                  </a:lnTo>
                  <a:lnTo>
                    <a:pt x="2384106" y="3838017"/>
                  </a:lnTo>
                  <a:lnTo>
                    <a:pt x="2302354" y="3869791"/>
                  </a:lnTo>
                  <a:lnTo>
                    <a:pt x="2215184" y="3898671"/>
                  </a:lnTo>
                  <a:lnTo>
                    <a:pt x="2123521" y="3924768"/>
                  </a:lnTo>
                  <a:lnTo>
                    <a:pt x="2028917" y="3948113"/>
                  </a:lnTo>
                  <a:lnTo>
                    <a:pt x="1933596" y="3968679"/>
                  </a:lnTo>
                  <a:lnTo>
                    <a:pt x="1840400" y="3986406"/>
                  </a:lnTo>
                  <a:lnTo>
                    <a:pt x="1752601" y="4001246"/>
                  </a:lnTo>
                  <a:lnTo>
                    <a:pt x="1673552" y="4013202"/>
                  </a:lnTo>
                  <a:lnTo>
                    <a:pt x="1606223" y="4022370"/>
                  </a:lnTo>
                  <a:lnTo>
                    <a:pt x="1552716" y="4028964"/>
                  </a:lnTo>
                  <a:lnTo>
                    <a:pt x="1513868" y="4033314"/>
                  </a:lnTo>
                  <a:lnTo>
                    <a:pt x="1489045" y="4035849"/>
                  </a:lnTo>
                  <a:lnTo>
                    <a:pt x="1476149" y="4037054"/>
                  </a:lnTo>
                  <a:lnTo>
                    <a:pt x="1471772" y="4037430"/>
                  </a:lnTo>
                  <a:lnTo>
                    <a:pt x="1471387" y="4037461"/>
                  </a:lnTo>
                  <a:lnTo>
                    <a:pt x="0" y="4037461"/>
                  </a:lnTo>
                  <a:close/>
                </a:path>
              </a:pathLst>
            </a:custGeom>
            <a:solidFill>
              <a:srgbClr val="F28E5B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059" name="pl1059"/>
            <p:cNvSpPr/>
            <p:nvPr/>
          </p:nvSpPr>
          <p:spPr>
            <a:xfrm>
              <a:off x="4799595" y="2862963"/>
              <a:ext cx="11981298" cy="4037461"/>
            </a:xfrm>
            <a:custGeom>
              <a:avLst/>
              <a:pathLst>
                <a:path w="11981298" h="4037461">
                  <a:moveTo>
                    <a:pt x="0" y="4037461"/>
                  </a:moveTo>
                  <a:lnTo>
                    <a:pt x="1471387" y="4037461"/>
                  </a:lnTo>
                  <a:lnTo>
                    <a:pt x="1472327" y="4037384"/>
                  </a:lnTo>
                  <a:lnTo>
                    <a:pt x="1478533" y="4036840"/>
                  </a:lnTo>
                  <a:lnTo>
                    <a:pt x="1494262" y="4035336"/>
                  </a:lnTo>
                  <a:lnTo>
                    <a:pt x="1522599" y="4032373"/>
                  </a:lnTo>
                  <a:lnTo>
                    <a:pt x="1565271" y="4027475"/>
                  </a:lnTo>
                  <a:lnTo>
                    <a:pt x="1622521" y="4020237"/>
                  </a:lnTo>
                  <a:lnTo>
                    <a:pt x="1693154" y="4010357"/>
                  </a:lnTo>
                  <a:lnTo>
                    <a:pt x="1774796" y="3997654"/>
                  </a:lnTo>
                  <a:lnTo>
                    <a:pt x="1864330" y="3982058"/>
                  </a:lnTo>
                  <a:lnTo>
                    <a:pt x="1958383" y="3963585"/>
                  </a:lnTo>
                  <a:lnTo>
                    <a:pt x="2053769" y="3942289"/>
                  </a:lnTo>
                  <a:lnTo>
                    <a:pt x="2147793" y="3918225"/>
                  </a:lnTo>
                  <a:lnTo>
                    <a:pt x="2238406" y="3891408"/>
                  </a:lnTo>
                  <a:lnTo>
                    <a:pt x="2324229" y="3861787"/>
                  </a:lnTo>
                  <a:lnTo>
                    <a:pt x="2404482" y="3829229"/>
                  </a:lnTo>
                  <a:lnTo>
                    <a:pt x="2478878" y="3793511"/>
                  </a:lnTo>
                  <a:lnTo>
                    <a:pt x="2547494" y="3754323"/>
                  </a:lnTo>
                  <a:lnTo>
                    <a:pt x="2610666" y="3711266"/>
                  </a:lnTo>
                  <a:lnTo>
                    <a:pt x="2668898" y="3663870"/>
                  </a:lnTo>
                  <a:lnTo>
                    <a:pt x="2722785" y="3611610"/>
                  </a:lnTo>
                  <a:lnTo>
                    <a:pt x="2772968" y="3553937"/>
                  </a:lnTo>
                  <a:lnTo>
                    <a:pt x="2820089" y="3490336"/>
                  </a:lnTo>
                  <a:lnTo>
                    <a:pt x="2864762" y="3420406"/>
                  </a:lnTo>
                  <a:lnTo>
                    <a:pt x="2896531" y="3364550"/>
                  </a:lnTo>
                  <a:lnTo>
                    <a:pt x="2928998" y="3302080"/>
                  </a:lnTo>
                  <a:lnTo>
                    <a:pt x="2960733" y="3235650"/>
                  </a:lnTo>
                  <a:lnTo>
                    <a:pt x="2991907" y="3165182"/>
                  </a:lnTo>
                  <a:lnTo>
                    <a:pt x="3022665" y="3090641"/>
                  </a:lnTo>
                  <a:lnTo>
                    <a:pt x="3053125" y="3012044"/>
                  </a:lnTo>
                  <a:lnTo>
                    <a:pt x="3083383" y="2929465"/>
                  </a:lnTo>
                  <a:lnTo>
                    <a:pt x="3113518" y="2843036"/>
                  </a:lnTo>
                  <a:lnTo>
                    <a:pt x="3143588" y="2752952"/>
                  </a:lnTo>
                  <a:lnTo>
                    <a:pt x="3173639" y="2659470"/>
                  </a:lnTo>
                  <a:lnTo>
                    <a:pt x="3203703" y="2562910"/>
                  </a:lnTo>
                  <a:lnTo>
                    <a:pt x="3233796" y="2463650"/>
                  </a:lnTo>
                  <a:lnTo>
                    <a:pt x="3263929" y="2362123"/>
                  </a:lnTo>
                  <a:lnTo>
                    <a:pt x="3294100" y="2258808"/>
                  </a:lnTo>
                  <a:lnTo>
                    <a:pt x="3324302" y="2154224"/>
                  </a:lnTo>
                  <a:lnTo>
                    <a:pt x="3354523" y="2048915"/>
                  </a:lnTo>
                  <a:lnTo>
                    <a:pt x="3384748" y="1943445"/>
                  </a:lnTo>
                  <a:lnTo>
                    <a:pt x="3414963" y="1838378"/>
                  </a:lnTo>
                  <a:lnTo>
                    <a:pt x="3445153" y="1734272"/>
                  </a:lnTo>
                  <a:lnTo>
                    <a:pt x="3475308" y="1631660"/>
                  </a:lnTo>
                  <a:lnTo>
                    <a:pt x="3505423" y="1531046"/>
                  </a:lnTo>
                  <a:lnTo>
                    <a:pt x="3535502" y="1432891"/>
                  </a:lnTo>
                  <a:lnTo>
                    <a:pt x="3565557" y="1337605"/>
                  </a:lnTo>
                  <a:lnTo>
                    <a:pt x="3595612" y="1245541"/>
                  </a:lnTo>
                  <a:lnTo>
                    <a:pt x="3625704" y="1156993"/>
                  </a:lnTo>
                  <a:lnTo>
                    <a:pt x="3655883" y="1072191"/>
                  </a:lnTo>
                  <a:lnTo>
                    <a:pt x="3686217" y="991302"/>
                  </a:lnTo>
                  <a:lnTo>
                    <a:pt x="3716791" y="914435"/>
                  </a:lnTo>
                  <a:lnTo>
                    <a:pt x="3747711" y="841637"/>
                  </a:lnTo>
                  <a:lnTo>
                    <a:pt x="3779106" y="772903"/>
                  </a:lnTo>
                  <a:lnTo>
                    <a:pt x="3811131" y="708180"/>
                  </a:lnTo>
                  <a:lnTo>
                    <a:pt x="3829811" y="672910"/>
                  </a:lnTo>
                  <a:lnTo>
                    <a:pt x="3873030" y="598186"/>
                  </a:lnTo>
                  <a:lnTo>
                    <a:pt x="3918286" y="529934"/>
                  </a:lnTo>
                  <a:lnTo>
                    <a:pt x="3966146" y="467925"/>
                  </a:lnTo>
                  <a:lnTo>
                    <a:pt x="4017232" y="411717"/>
                  </a:lnTo>
                  <a:lnTo>
                    <a:pt x="4072192" y="360779"/>
                  </a:lnTo>
                  <a:lnTo>
                    <a:pt x="4131658" y="314564"/>
                  </a:lnTo>
                  <a:lnTo>
                    <a:pt x="4196207" y="272558"/>
                  </a:lnTo>
                  <a:lnTo>
                    <a:pt x="4266307" y="234310"/>
                  </a:lnTo>
                  <a:lnTo>
                    <a:pt x="4342236" y="199443"/>
                  </a:lnTo>
                  <a:lnTo>
                    <a:pt x="4423988" y="167669"/>
                  </a:lnTo>
                  <a:lnTo>
                    <a:pt x="4511159" y="138789"/>
                  </a:lnTo>
                  <a:lnTo>
                    <a:pt x="4602821" y="112692"/>
                  </a:lnTo>
                  <a:lnTo>
                    <a:pt x="4697425" y="89347"/>
                  </a:lnTo>
                  <a:lnTo>
                    <a:pt x="4792746" y="68781"/>
                  </a:lnTo>
                  <a:lnTo>
                    <a:pt x="4885942" y="51054"/>
                  </a:lnTo>
                  <a:lnTo>
                    <a:pt x="4973741" y="36214"/>
                  </a:lnTo>
                  <a:lnTo>
                    <a:pt x="5052790" y="24258"/>
                  </a:lnTo>
                  <a:lnTo>
                    <a:pt x="5120119" y="15090"/>
                  </a:lnTo>
                  <a:lnTo>
                    <a:pt x="5173626" y="8497"/>
                  </a:lnTo>
                  <a:lnTo>
                    <a:pt x="5212474" y="4146"/>
                  </a:lnTo>
                  <a:lnTo>
                    <a:pt x="5237297" y="1611"/>
                  </a:lnTo>
                  <a:lnTo>
                    <a:pt x="5250193" y="406"/>
                  </a:lnTo>
                  <a:lnTo>
                    <a:pt x="5254570" y="30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288" y="75"/>
                  </a:lnTo>
                  <a:lnTo>
                    <a:pt x="6733525" y="611"/>
                  </a:lnTo>
                  <a:lnTo>
                    <a:pt x="6749332" y="2092"/>
                  </a:lnTo>
                  <a:lnTo>
                    <a:pt x="6777803" y="5011"/>
                  </a:lnTo>
                  <a:lnTo>
                    <a:pt x="6820667" y="9835"/>
                  </a:lnTo>
                  <a:lnTo>
                    <a:pt x="6878155" y="16962"/>
                  </a:lnTo>
                  <a:lnTo>
                    <a:pt x="6949053" y="26690"/>
                  </a:lnTo>
                  <a:lnTo>
                    <a:pt x="7030964" y="39195"/>
                  </a:lnTo>
                  <a:lnTo>
                    <a:pt x="7120747" y="54545"/>
                  </a:lnTo>
                  <a:lnTo>
                    <a:pt x="7215013" y="72723"/>
                  </a:lnTo>
                  <a:lnTo>
                    <a:pt x="7310563" y="93675"/>
                  </a:lnTo>
                  <a:lnTo>
                    <a:pt x="7404700" y="117347"/>
                  </a:lnTo>
                  <a:lnTo>
                    <a:pt x="7495380" y="143727"/>
                  </a:lnTo>
                  <a:lnTo>
                    <a:pt x="7581228" y="172866"/>
                  </a:lnTo>
                  <a:lnTo>
                    <a:pt x="7661475" y="204898"/>
                  </a:lnTo>
                  <a:lnTo>
                    <a:pt x="7735841" y="240042"/>
                  </a:lnTo>
                  <a:lnTo>
                    <a:pt x="7804413" y="278609"/>
                  </a:lnTo>
                  <a:lnTo>
                    <a:pt x="7867537" y="320993"/>
                  </a:lnTo>
                  <a:lnTo>
                    <a:pt x="7925719" y="367658"/>
                  </a:lnTo>
                  <a:lnTo>
                    <a:pt x="7979563" y="419123"/>
                  </a:lnTo>
                  <a:lnTo>
                    <a:pt x="8029713" y="475928"/>
                  </a:lnTo>
                  <a:lnTo>
                    <a:pt x="8076814" y="538580"/>
                  </a:lnTo>
                  <a:lnTo>
                    <a:pt x="8121480" y="607466"/>
                  </a:lnTo>
                  <a:lnTo>
                    <a:pt x="8151487" y="659288"/>
                  </a:lnTo>
                  <a:lnTo>
                    <a:pt x="8184247" y="721072"/>
                  </a:lnTo>
                  <a:lnTo>
                    <a:pt x="8216263" y="786806"/>
                  </a:lnTo>
                  <a:lnTo>
                    <a:pt x="8247712" y="856572"/>
                  </a:lnTo>
                  <a:lnTo>
                    <a:pt x="8278740" y="930401"/>
                  </a:lnTo>
                  <a:lnTo>
                    <a:pt x="8309469" y="1008276"/>
                  </a:lnTo>
                  <a:lnTo>
                    <a:pt x="8339996" y="1090118"/>
                  </a:lnTo>
                  <a:lnTo>
                    <a:pt x="8370400" y="1175793"/>
                  </a:lnTo>
                  <a:lnTo>
                    <a:pt x="8400743" y="1265100"/>
                  </a:lnTo>
                  <a:lnTo>
                    <a:pt x="8431070" y="1357776"/>
                  </a:lnTo>
                  <a:lnTo>
                    <a:pt x="8461410" y="1453494"/>
                  </a:lnTo>
                  <a:lnTo>
                    <a:pt x="8491783" y="1551869"/>
                  </a:lnTo>
                  <a:lnTo>
                    <a:pt x="8522195" y="1652460"/>
                  </a:lnTo>
                  <a:lnTo>
                    <a:pt x="8552646" y="1754779"/>
                  </a:lnTo>
                  <a:lnTo>
                    <a:pt x="8583127" y="1858302"/>
                  </a:lnTo>
                  <a:lnTo>
                    <a:pt x="8613626" y="1962475"/>
                  </a:lnTo>
                  <a:lnTo>
                    <a:pt x="8644128" y="2066733"/>
                  </a:lnTo>
                  <a:lnTo>
                    <a:pt x="8674616" y="2170506"/>
                  </a:lnTo>
                  <a:lnTo>
                    <a:pt x="8705077" y="2273236"/>
                  </a:lnTo>
                  <a:lnTo>
                    <a:pt x="8735501" y="2374390"/>
                  </a:lnTo>
                  <a:lnTo>
                    <a:pt x="8765885" y="2473467"/>
                  </a:lnTo>
                  <a:lnTo>
                    <a:pt x="8796234" y="2570011"/>
                  </a:lnTo>
                  <a:lnTo>
                    <a:pt x="8826562" y="2663622"/>
                  </a:lnTo>
                  <a:lnTo>
                    <a:pt x="8856896" y="2753953"/>
                  </a:lnTo>
                  <a:lnTo>
                    <a:pt x="8887277" y="2840723"/>
                  </a:lnTo>
                  <a:lnTo>
                    <a:pt x="8917760" y="2923714"/>
                  </a:lnTo>
                  <a:lnTo>
                    <a:pt x="8948420" y="3002770"/>
                  </a:lnTo>
                  <a:lnTo>
                    <a:pt x="8979348" y="3077797"/>
                  </a:lnTo>
                  <a:lnTo>
                    <a:pt x="9010659" y="3148760"/>
                  </a:lnTo>
                  <a:lnTo>
                    <a:pt x="9042490" y="3215678"/>
                  </a:lnTo>
                  <a:lnTo>
                    <a:pt x="9075011" y="3278616"/>
                  </a:lnTo>
                  <a:lnTo>
                    <a:pt x="9084767" y="3296442"/>
                  </a:lnTo>
                  <a:lnTo>
                    <a:pt x="9128064" y="3369777"/>
                  </a:lnTo>
                  <a:lnTo>
                    <a:pt x="9173405" y="3436747"/>
                  </a:lnTo>
                  <a:lnTo>
                    <a:pt x="9221362" y="3497582"/>
                  </a:lnTo>
                  <a:lnTo>
                    <a:pt x="9272560" y="3552716"/>
                  </a:lnTo>
                  <a:lnTo>
                    <a:pt x="9327650" y="3602672"/>
                  </a:lnTo>
                  <a:lnTo>
                    <a:pt x="9387266" y="3647989"/>
                  </a:lnTo>
                  <a:lnTo>
                    <a:pt x="9451991" y="3689172"/>
                  </a:lnTo>
                  <a:lnTo>
                    <a:pt x="9522289" y="3726666"/>
                  </a:lnTo>
                  <a:lnTo>
                    <a:pt x="9598440" y="3760840"/>
                  </a:lnTo>
                  <a:lnTo>
                    <a:pt x="9680431" y="3791977"/>
                  </a:lnTo>
                  <a:lnTo>
                    <a:pt x="9767848" y="3820271"/>
                  </a:lnTo>
                  <a:lnTo>
                    <a:pt x="9859748" y="3845830"/>
                  </a:lnTo>
                  <a:lnTo>
                    <a:pt x="9954560" y="3868683"/>
                  </a:lnTo>
                  <a:lnTo>
                    <a:pt x="10050033" y="3888802"/>
                  </a:lnTo>
                  <a:lnTo>
                    <a:pt x="10143296" y="3906129"/>
                  </a:lnTo>
                  <a:lnTo>
                    <a:pt x="10231054" y="3920617"/>
                  </a:lnTo>
                  <a:lnTo>
                    <a:pt x="10309940" y="3932270"/>
                  </a:lnTo>
                  <a:lnTo>
                    <a:pt x="10376987" y="3941187"/>
                  </a:lnTo>
                  <a:lnTo>
                    <a:pt x="10430116" y="3947581"/>
                  </a:lnTo>
                  <a:lnTo>
                    <a:pt x="10468531" y="3951783"/>
                  </a:lnTo>
                  <a:lnTo>
                    <a:pt x="10492923" y="3954216"/>
                  </a:lnTo>
                  <a:lnTo>
                    <a:pt x="10505451" y="3955359"/>
                  </a:lnTo>
                  <a:lnTo>
                    <a:pt x="10509585" y="3955705"/>
                  </a:lnTo>
                  <a:lnTo>
                    <a:pt x="10509911" y="3955731"/>
                  </a:lnTo>
                  <a:lnTo>
                    <a:pt x="11981298" y="395573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60" name="pl1060"/>
            <p:cNvSpPr/>
            <p:nvPr/>
          </p:nvSpPr>
          <p:spPr>
            <a:xfrm>
              <a:off x="4799595" y="2854790"/>
              <a:ext cx="11981298" cy="4037461"/>
            </a:xfrm>
            <a:custGeom>
              <a:avLst/>
              <a:pathLst>
                <a:path w="11981298" h="4037461">
                  <a:moveTo>
                    <a:pt x="11981298" y="3955731"/>
                  </a:moveTo>
                  <a:lnTo>
                    <a:pt x="10509911" y="3955731"/>
                  </a:lnTo>
                  <a:lnTo>
                    <a:pt x="10508966" y="3955655"/>
                  </a:lnTo>
                  <a:lnTo>
                    <a:pt x="10502729" y="3955119"/>
                  </a:lnTo>
                  <a:lnTo>
                    <a:pt x="10486922" y="3953638"/>
                  </a:lnTo>
                  <a:lnTo>
                    <a:pt x="10458450" y="3950719"/>
                  </a:lnTo>
                  <a:lnTo>
                    <a:pt x="10415586" y="3945895"/>
                  </a:lnTo>
                  <a:lnTo>
                    <a:pt x="10358098" y="3938768"/>
                  </a:lnTo>
                  <a:lnTo>
                    <a:pt x="10287201" y="3929040"/>
                  </a:lnTo>
                  <a:lnTo>
                    <a:pt x="10205290" y="3916535"/>
                  </a:lnTo>
                  <a:lnTo>
                    <a:pt x="10115506" y="3901185"/>
                  </a:lnTo>
                  <a:lnTo>
                    <a:pt x="10021241" y="3883007"/>
                  </a:lnTo>
                  <a:lnTo>
                    <a:pt x="9925690" y="3862055"/>
                  </a:lnTo>
                  <a:lnTo>
                    <a:pt x="9831553" y="3838383"/>
                  </a:lnTo>
                  <a:lnTo>
                    <a:pt x="9740874" y="3812003"/>
                  </a:lnTo>
                  <a:lnTo>
                    <a:pt x="9655025" y="3782864"/>
                  </a:lnTo>
                  <a:lnTo>
                    <a:pt x="9574779" y="3750833"/>
                  </a:lnTo>
                  <a:lnTo>
                    <a:pt x="9500413" y="3715688"/>
                  </a:lnTo>
                  <a:lnTo>
                    <a:pt x="9431840" y="3677121"/>
                  </a:lnTo>
                  <a:lnTo>
                    <a:pt x="9368717" y="3634738"/>
                  </a:lnTo>
                  <a:lnTo>
                    <a:pt x="9310534" y="3588073"/>
                  </a:lnTo>
                  <a:lnTo>
                    <a:pt x="9256690" y="3536607"/>
                  </a:lnTo>
                  <a:lnTo>
                    <a:pt x="9206541" y="3479802"/>
                  </a:lnTo>
                  <a:lnTo>
                    <a:pt x="9159439" y="3417150"/>
                  </a:lnTo>
                  <a:lnTo>
                    <a:pt x="9114773" y="3348264"/>
                  </a:lnTo>
                  <a:lnTo>
                    <a:pt x="9084767" y="3296442"/>
                  </a:lnTo>
                  <a:lnTo>
                    <a:pt x="9052006" y="3234658"/>
                  </a:lnTo>
                  <a:lnTo>
                    <a:pt x="9019990" y="3168924"/>
                  </a:lnTo>
                  <a:lnTo>
                    <a:pt x="8988541" y="3099158"/>
                  </a:lnTo>
                  <a:lnTo>
                    <a:pt x="8957513" y="3025329"/>
                  </a:lnTo>
                  <a:lnTo>
                    <a:pt x="8926785" y="2947455"/>
                  </a:lnTo>
                  <a:lnTo>
                    <a:pt x="8896257" y="2865612"/>
                  </a:lnTo>
                  <a:lnTo>
                    <a:pt x="8865853" y="2779937"/>
                  </a:lnTo>
                  <a:lnTo>
                    <a:pt x="8835510" y="2690630"/>
                  </a:lnTo>
                  <a:lnTo>
                    <a:pt x="8805183" y="2597954"/>
                  </a:lnTo>
                  <a:lnTo>
                    <a:pt x="8774843" y="2502236"/>
                  </a:lnTo>
                  <a:lnTo>
                    <a:pt x="8744471" y="2403861"/>
                  </a:lnTo>
                  <a:lnTo>
                    <a:pt x="8714058" y="2303270"/>
                  </a:lnTo>
                  <a:lnTo>
                    <a:pt x="8683607" y="2200951"/>
                  </a:lnTo>
                  <a:lnTo>
                    <a:pt x="8653126" y="2097428"/>
                  </a:lnTo>
                  <a:lnTo>
                    <a:pt x="8622627" y="1993255"/>
                  </a:lnTo>
                  <a:lnTo>
                    <a:pt x="8592125" y="1888997"/>
                  </a:lnTo>
                  <a:lnTo>
                    <a:pt x="8561637" y="1785224"/>
                  </a:lnTo>
                  <a:lnTo>
                    <a:pt x="8531176" y="1682494"/>
                  </a:lnTo>
                  <a:lnTo>
                    <a:pt x="8500752" y="1581340"/>
                  </a:lnTo>
                  <a:lnTo>
                    <a:pt x="8470368" y="1482264"/>
                  </a:lnTo>
                  <a:lnTo>
                    <a:pt x="8440020" y="1385719"/>
                  </a:lnTo>
                  <a:lnTo>
                    <a:pt x="8409692" y="1292108"/>
                  </a:lnTo>
                  <a:lnTo>
                    <a:pt x="8379358" y="1201777"/>
                  </a:lnTo>
                  <a:lnTo>
                    <a:pt x="8348977" y="1115007"/>
                  </a:lnTo>
                  <a:lnTo>
                    <a:pt x="8318493" y="1032016"/>
                  </a:lnTo>
                  <a:lnTo>
                    <a:pt x="8287833" y="952961"/>
                  </a:lnTo>
                  <a:lnTo>
                    <a:pt x="8256905" y="877933"/>
                  </a:lnTo>
                  <a:lnTo>
                    <a:pt x="8225595" y="806970"/>
                  </a:lnTo>
                  <a:lnTo>
                    <a:pt x="8193763" y="740052"/>
                  </a:lnTo>
                  <a:lnTo>
                    <a:pt x="8161242" y="677114"/>
                  </a:lnTo>
                  <a:lnTo>
                    <a:pt x="8151487" y="659288"/>
                  </a:lnTo>
                  <a:lnTo>
                    <a:pt x="8108190" y="585954"/>
                  </a:lnTo>
                  <a:lnTo>
                    <a:pt x="8062848" y="518983"/>
                  </a:lnTo>
                  <a:lnTo>
                    <a:pt x="8014892" y="458148"/>
                  </a:lnTo>
                  <a:lnTo>
                    <a:pt x="7963693" y="403014"/>
                  </a:lnTo>
                  <a:lnTo>
                    <a:pt x="7908604" y="353058"/>
                  </a:lnTo>
                  <a:lnTo>
                    <a:pt x="7848987" y="307741"/>
                  </a:lnTo>
                  <a:lnTo>
                    <a:pt x="7784263" y="266559"/>
                  </a:lnTo>
                  <a:lnTo>
                    <a:pt x="7713964" y="229065"/>
                  </a:lnTo>
                  <a:lnTo>
                    <a:pt x="7637813" y="194891"/>
                  </a:lnTo>
                  <a:lnTo>
                    <a:pt x="7555822" y="163754"/>
                  </a:lnTo>
                  <a:lnTo>
                    <a:pt x="7468406" y="135459"/>
                  </a:lnTo>
                  <a:lnTo>
                    <a:pt x="7376505" y="109901"/>
                  </a:lnTo>
                  <a:lnTo>
                    <a:pt x="7281693" y="87047"/>
                  </a:lnTo>
                  <a:lnTo>
                    <a:pt x="7186220" y="66928"/>
                  </a:lnTo>
                  <a:lnTo>
                    <a:pt x="7092957" y="49601"/>
                  </a:lnTo>
                  <a:lnTo>
                    <a:pt x="7005199" y="35113"/>
                  </a:lnTo>
                  <a:lnTo>
                    <a:pt x="6926313" y="23460"/>
                  </a:lnTo>
                  <a:lnTo>
                    <a:pt x="6859266" y="14543"/>
                  </a:lnTo>
                  <a:lnTo>
                    <a:pt x="6806137" y="8149"/>
                  </a:lnTo>
                  <a:lnTo>
                    <a:pt x="6767722" y="3947"/>
                  </a:lnTo>
                  <a:lnTo>
                    <a:pt x="6743330" y="1515"/>
                  </a:lnTo>
                  <a:lnTo>
                    <a:pt x="6730802" y="372"/>
                  </a:lnTo>
                  <a:lnTo>
                    <a:pt x="6726668" y="25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015" y="76"/>
                  </a:lnTo>
                  <a:lnTo>
                    <a:pt x="5247809" y="620"/>
                  </a:lnTo>
                  <a:lnTo>
                    <a:pt x="5232080" y="2124"/>
                  </a:lnTo>
                  <a:lnTo>
                    <a:pt x="5203743" y="5087"/>
                  </a:lnTo>
                  <a:lnTo>
                    <a:pt x="5161071" y="9985"/>
                  </a:lnTo>
                  <a:lnTo>
                    <a:pt x="5103821" y="17223"/>
                  </a:lnTo>
                  <a:lnTo>
                    <a:pt x="5033188" y="27103"/>
                  </a:lnTo>
                  <a:lnTo>
                    <a:pt x="4951546" y="39806"/>
                  </a:lnTo>
                  <a:lnTo>
                    <a:pt x="4862012" y="55402"/>
                  </a:lnTo>
                  <a:lnTo>
                    <a:pt x="4767959" y="73875"/>
                  </a:lnTo>
                  <a:lnTo>
                    <a:pt x="4672573" y="95171"/>
                  </a:lnTo>
                  <a:lnTo>
                    <a:pt x="4578549" y="119235"/>
                  </a:lnTo>
                  <a:lnTo>
                    <a:pt x="4487936" y="146052"/>
                  </a:lnTo>
                  <a:lnTo>
                    <a:pt x="4402113" y="175673"/>
                  </a:lnTo>
                  <a:lnTo>
                    <a:pt x="4321860" y="208231"/>
                  </a:lnTo>
                  <a:lnTo>
                    <a:pt x="4247464" y="243949"/>
                  </a:lnTo>
                  <a:lnTo>
                    <a:pt x="4178848" y="283138"/>
                  </a:lnTo>
                  <a:lnTo>
                    <a:pt x="4115676" y="326195"/>
                  </a:lnTo>
                  <a:lnTo>
                    <a:pt x="4057445" y="373590"/>
                  </a:lnTo>
                  <a:lnTo>
                    <a:pt x="4003558" y="425850"/>
                  </a:lnTo>
                  <a:lnTo>
                    <a:pt x="3953375" y="483523"/>
                  </a:lnTo>
                  <a:lnTo>
                    <a:pt x="3906253" y="547124"/>
                  </a:lnTo>
                  <a:lnTo>
                    <a:pt x="3861580" y="617054"/>
                  </a:lnTo>
                  <a:lnTo>
                    <a:pt x="3829811" y="672910"/>
                  </a:lnTo>
                  <a:lnTo>
                    <a:pt x="3797344" y="735380"/>
                  </a:lnTo>
                  <a:lnTo>
                    <a:pt x="3765609" y="801810"/>
                  </a:lnTo>
                  <a:lnTo>
                    <a:pt x="3734435" y="872278"/>
                  </a:lnTo>
                  <a:lnTo>
                    <a:pt x="3703677" y="946819"/>
                  </a:lnTo>
                  <a:lnTo>
                    <a:pt x="3673217" y="1025416"/>
                  </a:lnTo>
                  <a:lnTo>
                    <a:pt x="3642959" y="1107995"/>
                  </a:lnTo>
                  <a:lnTo>
                    <a:pt x="3612824" y="1194424"/>
                  </a:lnTo>
                  <a:lnTo>
                    <a:pt x="3582754" y="1284508"/>
                  </a:lnTo>
                  <a:lnTo>
                    <a:pt x="3552703" y="1377990"/>
                  </a:lnTo>
                  <a:lnTo>
                    <a:pt x="3522639" y="1474550"/>
                  </a:lnTo>
                  <a:lnTo>
                    <a:pt x="3492546" y="1573810"/>
                  </a:lnTo>
                  <a:lnTo>
                    <a:pt x="3462413" y="1675337"/>
                  </a:lnTo>
                  <a:lnTo>
                    <a:pt x="3432243" y="1778652"/>
                  </a:lnTo>
                  <a:lnTo>
                    <a:pt x="3402041" y="1883236"/>
                  </a:lnTo>
                  <a:lnTo>
                    <a:pt x="3371819" y="1988545"/>
                  </a:lnTo>
                  <a:lnTo>
                    <a:pt x="3341594" y="2094015"/>
                  </a:lnTo>
                  <a:lnTo>
                    <a:pt x="3311379" y="2199082"/>
                  </a:lnTo>
                  <a:lnTo>
                    <a:pt x="3281189" y="2303189"/>
                  </a:lnTo>
                  <a:lnTo>
                    <a:pt x="3251034" y="2405800"/>
                  </a:lnTo>
                  <a:lnTo>
                    <a:pt x="3220919" y="2506414"/>
                  </a:lnTo>
                  <a:lnTo>
                    <a:pt x="3190840" y="2604569"/>
                  </a:lnTo>
                  <a:lnTo>
                    <a:pt x="3160785" y="2699855"/>
                  </a:lnTo>
                  <a:lnTo>
                    <a:pt x="3130730" y="2791919"/>
                  </a:lnTo>
                  <a:lnTo>
                    <a:pt x="3100638" y="2880467"/>
                  </a:lnTo>
                  <a:lnTo>
                    <a:pt x="3070459" y="2965269"/>
                  </a:lnTo>
                  <a:lnTo>
                    <a:pt x="3040125" y="3046158"/>
                  </a:lnTo>
                  <a:lnTo>
                    <a:pt x="3009551" y="3123025"/>
                  </a:lnTo>
                  <a:lnTo>
                    <a:pt x="2978631" y="3195823"/>
                  </a:lnTo>
                  <a:lnTo>
                    <a:pt x="2947236" y="3264557"/>
                  </a:lnTo>
                  <a:lnTo>
                    <a:pt x="2915211" y="3329281"/>
                  </a:lnTo>
                  <a:lnTo>
                    <a:pt x="2896531" y="3364550"/>
                  </a:lnTo>
                  <a:lnTo>
                    <a:pt x="2853312" y="3439275"/>
                  </a:lnTo>
                  <a:lnTo>
                    <a:pt x="2808056" y="3507526"/>
                  </a:lnTo>
                  <a:lnTo>
                    <a:pt x="2760196" y="3569535"/>
                  </a:lnTo>
                  <a:lnTo>
                    <a:pt x="2709110" y="3625743"/>
                  </a:lnTo>
                  <a:lnTo>
                    <a:pt x="2654150" y="3676682"/>
                  </a:lnTo>
                  <a:lnTo>
                    <a:pt x="2594684" y="3722897"/>
                  </a:lnTo>
                  <a:lnTo>
                    <a:pt x="2530135" y="3764902"/>
                  </a:lnTo>
                  <a:lnTo>
                    <a:pt x="2460035" y="3803150"/>
                  </a:lnTo>
                  <a:lnTo>
                    <a:pt x="2384106" y="3838017"/>
                  </a:lnTo>
                  <a:lnTo>
                    <a:pt x="2302354" y="3869791"/>
                  </a:lnTo>
                  <a:lnTo>
                    <a:pt x="2215184" y="3898671"/>
                  </a:lnTo>
                  <a:lnTo>
                    <a:pt x="2123521" y="3924768"/>
                  </a:lnTo>
                  <a:lnTo>
                    <a:pt x="2028917" y="3948113"/>
                  </a:lnTo>
                  <a:lnTo>
                    <a:pt x="1933596" y="3968679"/>
                  </a:lnTo>
                  <a:lnTo>
                    <a:pt x="1840400" y="3986406"/>
                  </a:lnTo>
                  <a:lnTo>
                    <a:pt x="1752601" y="4001246"/>
                  </a:lnTo>
                  <a:lnTo>
                    <a:pt x="1673552" y="4013202"/>
                  </a:lnTo>
                  <a:lnTo>
                    <a:pt x="1606223" y="4022370"/>
                  </a:lnTo>
                  <a:lnTo>
                    <a:pt x="1552716" y="4028964"/>
                  </a:lnTo>
                  <a:lnTo>
                    <a:pt x="1513868" y="4033314"/>
                  </a:lnTo>
                  <a:lnTo>
                    <a:pt x="1489045" y="4035849"/>
                  </a:lnTo>
                  <a:lnTo>
                    <a:pt x="1476149" y="4037054"/>
                  </a:lnTo>
                  <a:lnTo>
                    <a:pt x="1471772" y="4037430"/>
                  </a:lnTo>
                  <a:lnTo>
                    <a:pt x="1471387" y="4037461"/>
                  </a:lnTo>
                  <a:lnTo>
                    <a:pt x="0" y="403746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61" name="pg1061"/>
            <p:cNvSpPr/>
            <p:nvPr/>
          </p:nvSpPr>
          <p:spPr>
            <a:xfrm>
              <a:off x="4799595" y="2920174"/>
              <a:ext cx="11981298" cy="4413419"/>
            </a:xfrm>
            <a:custGeom>
              <a:avLst/>
              <a:pathLst>
                <a:path w="11981298" h="4413419">
                  <a:moveTo>
                    <a:pt x="0" y="3988423"/>
                  </a:moveTo>
                  <a:lnTo>
                    <a:pt x="1471387" y="3988423"/>
                  </a:lnTo>
                  <a:lnTo>
                    <a:pt x="1472331" y="3988347"/>
                  </a:lnTo>
                  <a:lnTo>
                    <a:pt x="1478558" y="3987809"/>
                  </a:lnTo>
                  <a:lnTo>
                    <a:pt x="1494342" y="3986321"/>
                  </a:lnTo>
                  <a:lnTo>
                    <a:pt x="1522773" y="3983388"/>
                  </a:lnTo>
                  <a:lnTo>
                    <a:pt x="1565580" y="3978542"/>
                  </a:lnTo>
                  <a:lnTo>
                    <a:pt x="1622997" y="3971381"/>
                  </a:lnTo>
                  <a:lnTo>
                    <a:pt x="1693815" y="3961608"/>
                  </a:lnTo>
                  <a:lnTo>
                    <a:pt x="1775646" y="3949042"/>
                  </a:lnTo>
                  <a:lnTo>
                    <a:pt x="1865355" y="3933619"/>
                  </a:lnTo>
                  <a:lnTo>
                    <a:pt x="1959557" y="3915352"/>
                  </a:lnTo>
                  <a:lnTo>
                    <a:pt x="2055058" y="3894296"/>
                  </a:lnTo>
                  <a:lnTo>
                    <a:pt x="2149162" y="3870506"/>
                  </a:lnTo>
                  <a:lnTo>
                    <a:pt x="2239821" y="3843994"/>
                  </a:lnTo>
                  <a:lnTo>
                    <a:pt x="2325662" y="3814710"/>
                  </a:lnTo>
                  <a:lnTo>
                    <a:pt x="2405911" y="3782520"/>
                  </a:lnTo>
                  <a:lnTo>
                    <a:pt x="2480286" y="3747203"/>
                  </a:lnTo>
                  <a:lnTo>
                    <a:pt x="2548871" y="3708448"/>
                  </a:lnTo>
                  <a:lnTo>
                    <a:pt x="2612009" y="3665862"/>
                  </a:lnTo>
                  <a:lnTo>
                    <a:pt x="2670206" y="3618976"/>
                  </a:lnTo>
                  <a:lnTo>
                    <a:pt x="2724063" y="3567271"/>
                  </a:lnTo>
                  <a:lnTo>
                    <a:pt x="2774223" y="3510204"/>
                  </a:lnTo>
                  <a:lnTo>
                    <a:pt x="2821330" y="3447266"/>
                  </a:lnTo>
                  <a:lnTo>
                    <a:pt x="2865998" y="3378065"/>
                  </a:lnTo>
                  <a:lnTo>
                    <a:pt x="2896531" y="3325048"/>
                  </a:lnTo>
                  <a:lnTo>
                    <a:pt x="2929203" y="3263057"/>
                  </a:lnTo>
                  <a:lnTo>
                    <a:pt x="2961134" y="3197113"/>
                  </a:lnTo>
                  <a:lnTo>
                    <a:pt x="2992500" y="3127136"/>
                  </a:lnTo>
                  <a:lnTo>
                    <a:pt x="3023446" y="3053091"/>
                  </a:lnTo>
                  <a:lnTo>
                    <a:pt x="3054093" y="2974999"/>
                  </a:lnTo>
                  <a:lnTo>
                    <a:pt x="3084539" y="2892934"/>
                  </a:lnTo>
                  <a:lnTo>
                    <a:pt x="3114862" y="2807032"/>
                  </a:lnTo>
                  <a:lnTo>
                    <a:pt x="3145122" y="2717490"/>
                  </a:lnTo>
                  <a:lnTo>
                    <a:pt x="3175365" y="2624571"/>
                  </a:lnTo>
                  <a:lnTo>
                    <a:pt x="3205622" y="2528599"/>
                  </a:lnTo>
                  <a:lnTo>
                    <a:pt x="3235910" y="2429956"/>
                  </a:lnTo>
                  <a:lnTo>
                    <a:pt x="3266237" y="2329083"/>
                  </a:lnTo>
                  <a:lnTo>
                    <a:pt x="3296604" y="2226462"/>
                  </a:lnTo>
                  <a:lnTo>
                    <a:pt x="3327000" y="2122619"/>
                  </a:lnTo>
                  <a:lnTo>
                    <a:pt x="3357415" y="2018102"/>
                  </a:lnTo>
                  <a:lnTo>
                    <a:pt x="3387834" y="1913478"/>
                  </a:lnTo>
                  <a:lnTo>
                    <a:pt x="3418239" y="1809314"/>
                  </a:lnTo>
                  <a:lnTo>
                    <a:pt x="3448618" y="1706168"/>
                  </a:lnTo>
                  <a:lnTo>
                    <a:pt x="3478961" y="1604574"/>
                  </a:lnTo>
                  <a:lnTo>
                    <a:pt x="3509263" y="1505033"/>
                  </a:lnTo>
                  <a:lnTo>
                    <a:pt x="3539530" y="1408002"/>
                  </a:lnTo>
                  <a:lnTo>
                    <a:pt x="3569775" y="1313886"/>
                  </a:lnTo>
                  <a:lnTo>
                    <a:pt x="3600025" y="1223032"/>
                  </a:lnTo>
                  <a:lnTo>
                    <a:pt x="3630318" y="1135726"/>
                  </a:lnTo>
                  <a:lnTo>
                    <a:pt x="3660709" y="1052189"/>
                  </a:lnTo>
                  <a:lnTo>
                    <a:pt x="3691269" y="972582"/>
                  </a:lnTo>
                  <a:lnTo>
                    <a:pt x="3722090" y="897001"/>
                  </a:lnTo>
                  <a:lnTo>
                    <a:pt x="3753281" y="825486"/>
                  </a:lnTo>
                  <a:lnTo>
                    <a:pt x="3784979" y="758022"/>
                  </a:lnTo>
                  <a:lnTo>
                    <a:pt x="3817348" y="694548"/>
                  </a:lnTo>
                  <a:lnTo>
                    <a:pt x="3829811" y="671548"/>
                  </a:lnTo>
                  <a:lnTo>
                    <a:pt x="3873085" y="597796"/>
                  </a:lnTo>
                  <a:lnTo>
                    <a:pt x="3918401" y="530440"/>
                  </a:lnTo>
                  <a:lnTo>
                    <a:pt x="3966328" y="469252"/>
                  </a:lnTo>
                  <a:lnTo>
                    <a:pt x="4017493" y="413796"/>
                  </a:lnTo>
                  <a:lnTo>
                    <a:pt x="4072544" y="363545"/>
                  </a:lnTo>
                  <a:lnTo>
                    <a:pt x="4132116" y="317958"/>
                  </a:lnTo>
                  <a:lnTo>
                    <a:pt x="4196788" y="276529"/>
                  </a:lnTo>
                  <a:lnTo>
                    <a:pt x="4267027" y="238808"/>
                  </a:lnTo>
                  <a:lnTo>
                    <a:pt x="4343111" y="204426"/>
                  </a:lnTo>
                  <a:lnTo>
                    <a:pt x="4425031" y="173098"/>
                  </a:lnTo>
                  <a:lnTo>
                    <a:pt x="4512374" y="144628"/>
                  </a:lnTo>
                  <a:lnTo>
                    <a:pt x="4604203" y="118908"/>
                  </a:lnTo>
                  <a:lnTo>
                    <a:pt x="4698953" y="95907"/>
                  </a:lnTo>
                  <a:lnTo>
                    <a:pt x="4794381" y="75654"/>
                  </a:lnTo>
                  <a:lnTo>
                    <a:pt x="4887625" y="58207"/>
                  </a:lnTo>
                  <a:lnTo>
                    <a:pt x="4975395" y="43614"/>
                  </a:lnTo>
                  <a:lnTo>
                    <a:pt x="5054330" y="31871"/>
                  </a:lnTo>
                  <a:lnTo>
                    <a:pt x="5121461" y="22879"/>
                  </a:lnTo>
                  <a:lnTo>
                    <a:pt x="5174704" y="16425"/>
                  </a:lnTo>
                  <a:lnTo>
                    <a:pt x="5213248" y="12179"/>
                  </a:lnTo>
                  <a:lnTo>
                    <a:pt x="5237769" y="9716"/>
                  </a:lnTo>
                  <a:lnTo>
                    <a:pt x="5250406" y="8555"/>
                  </a:lnTo>
                  <a:lnTo>
                    <a:pt x="5254612" y="8199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260" y="8254"/>
                  </a:lnTo>
                  <a:lnTo>
                    <a:pt x="6733321" y="8833"/>
                  </a:lnTo>
                  <a:lnTo>
                    <a:pt x="6748693" y="10433"/>
                  </a:lnTo>
                  <a:lnTo>
                    <a:pt x="6776411" y="13588"/>
                  </a:lnTo>
                  <a:lnTo>
                    <a:pt x="6818201" y="18803"/>
                  </a:lnTo>
                  <a:lnTo>
                    <a:pt x="6874354" y="26514"/>
                  </a:lnTo>
                  <a:lnTo>
                    <a:pt x="6943761" y="37049"/>
                  </a:lnTo>
                  <a:lnTo>
                    <a:pt x="7024157" y="50606"/>
                  </a:lnTo>
                  <a:lnTo>
                    <a:pt x="7112530" y="67267"/>
                  </a:lnTo>
                  <a:lnTo>
                    <a:pt x="7205590" y="87021"/>
                  </a:lnTo>
                  <a:lnTo>
                    <a:pt x="7300201" y="109809"/>
                  </a:lnTo>
                  <a:lnTo>
                    <a:pt x="7393683" y="135572"/>
                  </a:lnTo>
                  <a:lnTo>
                    <a:pt x="7483977" y="164289"/>
                  </a:lnTo>
                  <a:lnTo>
                    <a:pt x="7569672" y="196006"/>
                  </a:lnTo>
                  <a:lnTo>
                    <a:pt x="7649948" y="230855"/>
                  </a:lnTo>
                  <a:lnTo>
                    <a:pt x="7724473" y="269060"/>
                  </a:lnTo>
                  <a:lnTo>
                    <a:pt x="7793285" y="310943"/>
                  </a:lnTo>
                  <a:lnTo>
                    <a:pt x="7856685" y="356913"/>
                  </a:lnTo>
                  <a:lnTo>
                    <a:pt x="7915144" y="407462"/>
                  </a:lnTo>
                  <a:lnTo>
                    <a:pt x="7969234" y="463143"/>
                  </a:lnTo>
                  <a:lnTo>
                    <a:pt x="8019577" y="524537"/>
                  </a:lnTo>
                  <a:lnTo>
                    <a:pt x="8066801" y="592207"/>
                  </a:lnTo>
                  <a:lnTo>
                    <a:pt x="8111511" y="666608"/>
                  </a:lnTo>
                  <a:lnTo>
                    <a:pt x="8151487" y="742380"/>
                  </a:lnTo>
                  <a:lnTo>
                    <a:pt x="8182719" y="807838"/>
                  </a:lnTo>
                  <a:lnTo>
                    <a:pt x="8213267" y="877285"/>
                  </a:lnTo>
                  <a:lnTo>
                    <a:pt x="8243286" y="950802"/>
                  </a:lnTo>
                  <a:lnTo>
                    <a:pt x="8272906" y="1028427"/>
                  </a:lnTo>
                  <a:lnTo>
                    <a:pt x="8302236" y="1110149"/>
                  </a:lnTo>
                  <a:lnTo>
                    <a:pt x="8331363" y="1195907"/>
                  </a:lnTo>
                  <a:lnTo>
                    <a:pt x="8360361" y="1285585"/>
                  </a:lnTo>
                  <a:lnTo>
                    <a:pt x="8389286" y="1379009"/>
                  </a:lnTo>
                  <a:lnTo>
                    <a:pt x="8418182" y="1475948"/>
                  </a:lnTo>
                  <a:lnTo>
                    <a:pt x="8447081" y="1576110"/>
                  </a:lnTo>
                  <a:lnTo>
                    <a:pt x="8476003" y="1679151"/>
                  </a:lnTo>
                  <a:lnTo>
                    <a:pt x="8504958" y="1784669"/>
                  </a:lnTo>
                  <a:lnTo>
                    <a:pt x="8533950" y="1892221"/>
                  </a:lnTo>
                  <a:lnTo>
                    <a:pt x="8562975" y="2001318"/>
                  </a:lnTo>
                  <a:lnTo>
                    <a:pt x="8592024" y="2111446"/>
                  </a:lnTo>
                  <a:lnTo>
                    <a:pt x="8621086" y="2222065"/>
                  </a:lnTo>
                  <a:lnTo>
                    <a:pt x="8650145" y="2332628"/>
                  </a:lnTo>
                  <a:lnTo>
                    <a:pt x="8679191" y="2442589"/>
                  </a:lnTo>
                  <a:lnTo>
                    <a:pt x="8708209" y="2551413"/>
                  </a:lnTo>
                  <a:lnTo>
                    <a:pt x="8737194" y="2658588"/>
                  </a:lnTo>
                  <a:lnTo>
                    <a:pt x="8766142" y="2763637"/>
                  </a:lnTo>
                  <a:lnTo>
                    <a:pt x="8795058" y="2866122"/>
                  </a:lnTo>
                  <a:lnTo>
                    <a:pt x="8823954" y="2965655"/>
                  </a:lnTo>
                  <a:lnTo>
                    <a:pt x="8852854" y="3061899"/>
                  </a:lnTo>
                  <a:lnTo>
                    <a:pt x="8881790" y="3154578"/>
                  </a:lnTo>
                  <a:lnTo>
                    <a:pt x="8910809" y="3243470"/>
                  </a:lnTo>
                  <a:lnTo>
                    <a:pt x="8939971" y="3328413"/>
                  </a:lnTo>
                  <a:lnTo>
                    <a:pt x="8969352" y="3409304"/>
                  </a:lnTo>
                  <a:lnTo>
                    <a:pt x="8999044" y="3486091"/>
                  </a:lnTo>
                  <a:lnTo>
                    <a:pt x="9029159" y="3558775"/>
                  </a:lnTo>
                  <a:lnTo>
                    <a:pt x="9059833" y="3627402"/>
                  </a:lnTo>
                  <a:lnTo>
                    <a:pt x="9084767" y="3679211"/>
                  </a:lnTo>
                  <a:lnTo>
                    <a:pt x="9127626" y="3760107"/>
                  </a:lnTo>
                  <a:lnTo>
                    <a:pt x="9172485" y="3834053"/>
                  </a:lnTo>
                  <a:lnTo>
                    <a:pt x="9219896" y="3901293"/>
                  </a:lnTo>
                  <a:lnTo>
                    <a:pt x="9270467" y="3962293"/>
                  </a:lnTo>
                  <a:lnTo>
                    <a:pt x="9324826" y="4017617"/>
                  </a:lnTo>
                  <a:lnTo>
                    <a:pt x="9383594" y="4067847"/>
                  </a:lnTo>
                  <a:lnTo>
                    <a:pt x="9447338" y="4113534"/>
                  </a:lnTo>
                  <a:lnTo>
                    <a:pt x="9516521" y="4155162"/>
                  </a:lnTo>
                  <a:lnTo>
                    <a:pt x="9591427" y="4193137"/>
                  </a:lnTo>
                  <a:lnTo>
                    <a:pt x="9672076" y="4227773"/>
                  </a:lnTo>
                  <a:lnTo>
                    <a:pt x="9758105" y="4259289"/>
                  </a:lnTo>
                  <a:lnTo>
                    <a:pt x="9848660" y="4287811"/>
                  </a:lnTo>
                  <a:lnTo>
                    <a:pt x="9942288" y="4313379"/>
                  </a:lnTo>
                  <a:lnTo>
                    <a:pt x="10036885" y="4335968"/>
                  </a:lnTo>
                  <a:lnTo>
                    <a:pt x="10129736" y="4355519"/>
                  </a:lnTo>
                  <a:lnTo>
                    <a:pt x="10217683" y="4371975"/>
                  </a:lnTo>
                  <a:lnTo>
                    <a:pt x="10297442" y="4385329"/>
                  </a:lnTo>
                  <a:lnTo>
                    <a:pt x="10366033" y="4395670"/>
                  </a:lnTo>
                  <a:lnTo>
                    <a:pt x="10421257" y="4403205"/>
                  </a:lnTo>
                  <a:lnTo>
                    <a:pt x="10462094" y="4408270"/>
                  </a:lnTo>
                  <a:lnTo>
                    <a:pt x="10488929" y="4411305"/>
                  </a:lnTo>
                  <a:lnTo>
                    <a:pt x="10503579" y="4412822"/>
                  </a:lnTo>
                  <a:lnTo>
                    <a:pt x="10509160" y="4413352"/>
                  </a:lnTo>
                  <a:lnTo>
                    <a:pt x="10509911" y="4413419"/>
                  </a:lnTo>
                  <a:lnTo>
                    <a:pt x="11981298" y="4413419"/>
                  </a:lnTo>
                  <a:lnTo>
                    <a:pt x="11981298" y="4405246"/>
                  </a:lnTo>
                  <a:lnTo>
                    <a:pt x="10509911" y="4405246"/>
                  </a:lnTo>
                  <a:lnTo>
                    <a:pt x="10508993" y="4405164"/>
                  </a:lnTo>
                  <a:lnTo>
                    <a:pt x="10502932" y="4404585"/>
                  </a:lnTo>
                  <a:lnTo>
                    <a:pt x="10487560" y="4402985"/>
                  </a:lnTo>
                  <a:lnTo>
                    <a:pt x="10459842" y="4399830"/>
                  </a:lnTo>
                  <a:lnTo>
                    <a:pt x="10418052" y="4394615"/>
                  </a:lnTo>
                  <a:lnTo>
                    <a:pt x="10361899" y="4386904"/>
                  </a:lnTo>
                  <a:lnTo>
                    <a:pt x="10292493" y="4376369"/>
                  </a:lnTo>
                  <a:lnTo>
                    <a:pt x="10212096" y="4362812"/>
                  </a:lnTo>
                  <a:lnTo>
                    <a:pt x="10123723" y="4346151"/>
                  </a:lnTo>
                  <a:lnTo>
                    <a:pt x="10030663" y="4326397"/>
                  </a:lnTo>
                  <a:lnTo>
                    <a:pt x="9936052" y="4303609"/>
                  </a:lnTo>
                  <a:lnTo>
                    <a:pt x="9842570" y="4277846"/>
                  </a:lnTo>
                  <a:lnTo>
                    <a:pt x="9752276" y="4249129"/>
                  </a:lnTo>
                  <a:lnTo>
                    <a:pt x="9666581" y="4217412"/>
                  </a:lnTo>
                  <a:lnTo>
                    <a:pt x="9586305" y="4182563"/>
                  </a:lnTo>
                  <a:lnTo>
                    <a:pt x="9511780" y="4144358"/>
                  </a:lnTo>
                  <a:lnTo>
                    <a:pt x="9442968" y="4102475"/>
                  </a:lnTo>
                  <a:lnTo>
                    <a:pt x="9379568" y="4056505"/>
                  </a:lnTo>
                  <a:lnTo>
                    <a:pt x="9321109" y="4005956"/>
                  </a:lnTo>
                  <a:lnTo>
                    <a:pt x="9267019" y="3950275"/>
                  </a:lnTo>
                  <a:lnTo>
                    <a:pt x="9216677" y="3888881"/>
                  </a:lnTo>
                  <a:lnTo>
                    <a:pt x="9169453" y="3821211"/>
                  </a:lnTo>
                  <a:lnTo>
                    <a:pt x="9124742" y="3746810"/>
                  </a:lnTo>
                  <a:lnTo>
                    <a:pt x="9084767" y="3671038"/>
                  </a:lnTo>
                  <a:lnTo>
                    <a:pt x="9053535" y="3605580"/>
                  </a:lnTo>
                  <a:lnTo>
                    <a:pt x="9022986" y="3536133"/>
                  </a:lnTo>
                  <a:lnTo>
                    <a:pt x="8992967" y="3462616"/>
                  </a:lnTo>
                  <a:lnTo>
                    <a:pt x="8963347" y="3384991"/>
                  </a:lnTo>
                  <a:lnTo>
                    <a:pt x="8934018" y="3303269"/>
                  </a:lnTo>
                  <a:lnTo>
                    <a:pt x="8904890" y="3217511"/>
                  </a:lnTo>
                  <a:lnTo>
                    <a:pt x="8875893" y="3127833"/>
                  </a:lnTo>
                  <a:lnTo>
                    <a:pt x="8846967" y="3034409"/>
                  </a:lnTo>
                  <a:lnTo>
                    <a:pt x="8818071" y="2937470"/>
                  </a:lnTo>
                  <a:lnTo>
                    <a:pt x="8789172" y="2837308"/>
                  </a:lnTo>
                  <a:lnTo>
                    <a:pt x="8760250" y="2734267"/>
                  </a:lnTo>
                  <a:lnTo>
                    <a:pt x="8731295" y="2628749"/>
                  </a:lnTo>
                  <a:lnTo>
                    <a:pt x="8702303" y="2521198"/>
                  </a:lnTo>
                  <a:lnTo>
                    <a:pt x="8673278" y="2412100"/>
                  </a:lnTo>
                  <a:lnTo>
                    <a:pt x="8644229" y="2301973"/>
                  </a:lnTo>
                  <a:lnTo>
                    <a:pt x="8615168" y="2191353"/>
                  </a:lnTo>
                  <a:lnTo>
                    <a:pt x="8586108" y="2080790"/>
                  </a:lnTo>
                  <a:lnTo>
                    <a:pt x="8557063" y="1970829"/>
                  </a:lnTo>
                  <a:lnTo>
                    <a:pt x="8528044" y="1862005"/>
                  </a:lnTo>
                  <a:lnTo>
                    <a:pt x="8499059" y="1754830"/>
                  </a:lnTo>
                  <a:lnTo>
                    <a:pt x="8470111" y="1649781"/>
                  </a:lnTo>
                  <a:lnTo>
                    <a:pt x="8441195" y="1547296"/>
                  </a:lnTo>
                  <a:lnTo>
                    <a:pt x="8412299" y="1447763"/>
                  </a:lnTo>
                  <a:lnTo>
                    <a:pt x="8383400" y="1351519"/>
                  </a:lnTo>
                  <a:lnTo>
                    <a:pt x="8354463" y="1258840"/>
                  </a:lnTo>
                  <a:lnTo>
                    <a:pt x="8325444" y="1169948"/>
                  </a:lnTo>
                  <a:lnTo>
                    <a:pt x="8296282" y="1085005"/>
                  </a:lnTo>
                  <a:lnTo>
                    <a:pt x="8266902" y="1004114"/>
                  </a:lnTo>
                  <a:lnTo>
                    <a:pt x="8237210" y="927327"/>
                  </a:lnTo>
                  <a:lnTo>
                    <a:pt x="8207094" y="854643"/>
                  </a:lnTo>
                  <a:lnTo>
                    <a:pt x="8176420" y="786016"/>
                  </a:lnTo>
                  <a:lnTo>
                    <a:pt x="8151487" y="734207"/>
                  </a:lnTo>
                  <a:lnTo>
                    <a:pt x="8108627" y="653312"/>
                  </a:lnTo>
                  <a:lnTo>
                    <a:pt x="8063768" y="579365"/>
                  </a:lnTo>
                  <a:lnTo>
                    <a:pt x="8016357" y="512125"/>
                  </a:lnTo>
                  <a:lnTo>
                    <a:pt x="7965787" y="451125"/>
                  </a:lnTo>
                  <a:lnTo>
                    <a:pt x="7911427" y="395801"/>
                  </a:lnTo>
                  <a:lnTo>
                    <a:pt x="7852659" y="345571"/>
                  </a:lnTo>
                  <a:lnTo>
                    <a:pt x="7788915" y="299885"/>
                  </a:lnTo>
                  <a:lnTo>
                    <a:pt x="7719733" y="258256"/>
                  </a:lnTo>
                  <a:lnTo>
                    <a:pt x="7644826" y="220281"/>
                  </a:lnTo>
                  <a:lnTo>
                    <a:pt x="7564177" y="185645"/>
                  </a:lnTo>
                  <a:lnTo>
                    <a:pt x="7478148" y="154129"/>
                  </a:lnTo>
                  <a:lnTo>
                    <a:pt x="7387593" y="125607"/>
                  </a:lnTo>
                  <a:lnTo>
                    <a:pt x="7293966" y="100039"/>
                  </a:lnTo>
                  <a:lnTo>
                    <a:pt x="7199368" y="77450"/>
                  </a:lnTo>
                  <a:lnTo>
                    <a:pt x="7106517" y="57899"/>
                  </a:lnTo>
                  <a:lnTo>
                    <a:pt x="7018570" y="41443"/>
                  </a:lnTo>
                  <a:lnTo>
                    <a:pt x="6938812" y="28089"/>
                  </a:lnTo>
                  <a:lnTo>
                    <a:pt x="6870220" y="17748"/>
                  </a:lnTo>
                  <a:lnTo>
                    <a:pt x="6814996" y="10213"/>
                  </a:lnTo>
                  <a:lnTo>
                    <a:pt x="6774159" y="5148"/>
                  </a:lnTo>
                  <a:lnTo>
                    <a:pt x="6747325" y="2113"/>
                  </a:lnTo>
                  <a:lnTo>
                    <a:pt x="6732674" y="596"/>
                  </a:lnTo>
                  <a:lnTo>
                    <a:pt x="6727093" y="66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011" y="75"/>
                  </a:lnTo>
                  <a:lnTo>
                    <a:pt x="5247784" y="614"/>
                  </a:lnTo>
                  <a:lnTo>
                    <a:pt x="5232000" y="2102"/>
                  </a:lnTo>
                  <a:lnTo>
                    <a:pt x="5203569" y="5034"/>
                  </a:lnTo>
                  <a:lnTo>
                    <a:pt x="5160763" y="9880"/>
                  </a:lnTo>
                  <a:lnTo>
                    <a:pt x="5103345" y="17041"/>
                  </a:lnTo>
                  <a:lnTo>
                    <a:pt x="5032527" y="26815"/>
                  </a:lnTo>
                  <a:lnTo>
                    <a:pt x="4950696" y="39380"/>
                  </a:lnTo>
                  <a:lnTo>
                    <a:pt x="4860987" y="54803"/>
                  </a:lnTo>
                  <a:lnTo>
                    <a:pt x="4766785" y="73071"/>
                  </a:lnTo>
                  <a:lnTo>
                    <a:pt x="4671284" y="94126"/>
                  </a:lnTo>
                  <a:lnTo>
                    <a:pt x="4577180" y="117916"/>
                  </a:lnTo>
                  <a:lnTo>
                    <a:pt x="4486521" y="144428"/>
                  </a:lnTo>
                  <a:lnTo>
                    <a:pt x="4400680" y="173712"/>
                  </a:lnTo>
                  <a:lnTo>
                    <a:pt x="4320431" y="205902"/>
                  </a:lnTo>
                  <a:lnTo>
                    <a:pt x="4246056" y="241220"/>
                  </a:lnTo>
                  <a:lnTo>
                    <a:pt x="4177471" y="279974"/>
                  </a:lnTo>
                  <a:lnTo>
                    <a:pt x="4114333" y="322561"/>
                  </a:lnTo>
                  <a:lnTo>
                    <a:pt x="4056136" y="369446"/>
                  </a:lnTo>
                  <a:lnTo>
                    <a:pt x="4002279" y="421151"/>
                  </a:lnTo>
                  <a:lnTo>
                    <a:pt x="3952119" y="478218"/>
                  </a:lnTo>
                  <a:lnTo>
                    <a:pt x="3905012" y="541157"/>
                  </a:lnTo>
                  <a:lnTo>
                    <a:pt x="3860344" y="610357"/>
                  </a:lnTo>
                  <a:lnTo>
                    <a:pt x="3829811" y="663375"/>
                  </a:lnTo>
                  <a:lnTo>
                    <a:pt x="3797139" y="725365"/>
                  </a:lnTo>
                  <a:lnTo>
                    <a:pt x="3765208" y="791309"/>
                  </a:lnTo>
                  <a:lnTo>
                    <a:pt x="3733842" y="861287"/>
                  </a:lnTo>
                  <a:lnTo>
                    <a:pt x="3702896" y="935331"/>
                  </a:lnTo>
                  <a:lnTo>
                    <a:pt x="3672249" y="1013423"/>
                  </a:lnTo>
                  <a:lnTo>
                    <a:pt x="3641803" y="1095488"/>
                  </a:lnTo>
                  <a:lnTo>
                    <a:pt x="3611480" y="1181390"/>
                  </a:lnTo>
                  <a:lnTo>
                    <a:pt x="3581220" y="1270932"/>
                  </a:lnTo>
                  <a:lnTo>
                    <a:pt x="3550977" y="1363851"/>
                  </a:lnTo>
                  <a:lnTo>
                    <a:pt x="3520720" y="1459823"/>
                  </a:lnTo>
                  <a:lnTo>
                    <a:pt x="3490432" y="1558466"/>
                  </a:lnTo>
                  <a:lnTo>
                    <a:pt x="3460105" y="1659340"/>
                  </a:lnTo>
                  <a:lnTo>
                    <a:pt x="3429739" y="1761960"/>
                  </a:lnTo>
                  <a:lnTo>
                    <a:pt x="3399342" y="1865803"/>
                  </a:lnTo>
                  <a:lnTo>
                    <a:pt x="3368927" y="1970320"/>
                  </a:lnTo>
                  <a:lnTo>
                    <a:pt x="3338509" y="2074944"/>
                  </a:lnTo>
                  <a:lnTo>
                    <a:pt x="3308103" y="2179108"/>
                  </a:lnTo>
                  <a:lnTo>
                    <a:pt x="3277724" y="2282254"/>
                  </a:lnTo>
                  <a:lnTo>
                    <a:pt x="3247381" y="2383848"/>
                  </a:lnTo>
                  <a:lnTo>
                    <a:pt x="3217079" y="2483389"/>
                  </a:lnTo>
                  <a:lnTo>
                    <a:pt x="3186812" y="2580420"/>
                  </a:lnTo>
                  <a:lnTo>
                    <a:pt x="3156567" y="2674536"/>
                  </a:lnTo>
                  <a:lnTo>
                    <a:pt x="3126317" y="2765390"/>
                  </a:lnTo>
                  <a:lnTo>
                    <a:pt x="3096024" y="2852697"/>
                  </a:lnTo>
                  <a:lnTo>
                    <a:pt x="3065633" y="2936233"/>
                  </a:lnTo>
                  <a:lnTo>
                    <a:pt x="3035073" y="3015841"/>
                  </a:lnTo>
                  <a:lnTo>
                    <a:pt x="3004253" y="3091422"/>
                  </a:lnTo>
                  <a:lnTo>
                    <a:pt x="2973061" y="3162937"/>
                  </a:lnTo>
                  <a:lnTo>
                    <a:pt x="2941363" y="3230400"/>
                  </a:lnTo>
                  <a:lnTo>
                    <a:pt x="2908994" y="3293874"/>
                  </a:lnTo>
                  <a:lnTo>
                    <a:pt x="2896531" y="3316875"/>
                  </a:lnTo>
                  <a:lnTo>
                    <a:pt x="2853257" y="3390627"/>
                  </a:lnTo>
                  <a:lnTo>
                    <a:pt x="2807942" y="3457982"/>
                  </a:lnTo>
                  <a:lnTo>
                    <a:pt x="2760014" y="3519170"/>
                  </a:lnTo>
                  <a:lnTo>
                    <a:pt x="2708849" y="3574626"/>
                  </a:lnTo>
                  <a:lnTo>
                    <a:pt x="2653798" y="3624877"/>
                  </a:lnTo>
                  <a:lnTo>
                    <a:pt x="2594227" y="3670464"/>
                  </a:lnTo>
                  <a:lnTo>
                    <a:pt x="2529554" y="3711893"/>
                  </a:lnTo>
                  <a:lnTo>
                    <a:pt x="2459315" y="3749614"/>
                  </a:lnTo>
                  <a:lnTo>
                    <a:pt x="2383231" y="3783996"/>
                  </a:lnTo>
                  <a:lnTo>
                    <a:pt x="2301311" y="3815324"/>
                  </a:lnTo>
                  <a:lnTo>
                    <a:pt x="2213968" y="3843794"/>
                  </a:lnTo>
                  <a:lnTo>
                    <a:pt x="2122139" y="3869514"/>
                  </a:lnTo>
                  <a:lnTo>
                    <a:pt x="2027389" y="3892515"/>
                  </a:lnTo>
                  <a:lnTo>
                    <a:pt x="1931961" y="3912768"/>
                  </a:lnTo>
                  <a:lnTo>
                    <a:pt x="1838718" y="3930215"/>
                  </a:lnTo>
                  <a:lnTo>
                    <a:pt x="1750948" y="3944808"/>
                  </a:lnTo>
                  <a:lnTo>
                    <a:pt x="1672012" y="3956552"/>
                  </a:lnTo>
                  <a:lnTo>
                    <a:pt x="1604881" y="3965544"/>
                  </a:lnTo>
                  <a:lnTo>
                    <a:pt x="1551639" y="3971997"/>
                  </a:lnTo>
                  <a:lnTo>
                    <a:pt x="1513094" y="3976243"/>
                  </a:lnTo>
                  <a:lnTo>
                    <a:pt x="1488573" y="3978706"/>
                  </a:lnTo>
                  <a:lnTo>
                    <a:pt x="1475936" y="3979868"/>
                  </a:lnTo>
                  <a:lnTo>
                    <a:pt x="1471730" y="3980223"/>
                  </a:lnTo>
                  <a:lnTo>
                    <a:pt x="1471387" y="3980250"/>
                  </a:lnTo>
                  <a:lnTo>
                    <a:pt x="0" y="3980250"/>
                  </a:lnTo>
                  <a:close/>
                </a:path>
              </a:pathLst>
            </a:custGeom>
            <a:solidFill>
              <a:srgbClr val="F28E5B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062" name="pl1062"/>
            <p:cNvSpPr/>
            <p:nvPr/>
          </p:nvSpPr>
          <p:spPr>
            <a:xfrm>
              <a:off x="4799595" y="2928347"/>
              <a:ext cx="11981298" cy="4405246"/>
            </a:xfrm>
            <a:custGeom>
              <a:avLst/>
              <a:pathLst>
                <a:path w="11981298" h="4405246">
                  <a:moveTo>
                    <a:pt x="0" y="3980250"/>
                  </a:moveTo>
                  <a:lnTo>
                    <a:pt x="1471387" y="3980250"/>
                  </a:lnTo>
                  <a:lnTo>
                    <a:pt x="1472331" y="3980174"/>
                  </a:lnTo>
                  <a:lnTo>
                    <a:pt x="1478558" y="3979636"/>
                  </a:lnTo>
                  <a:lnTo>
                    <a:pt x="1494342" y="3978148"/>
                  </a:lnTo>
                  <a:lnTo>
                    <a:pt x="1522773" y="3975215"/>
                  </a:lnTo>
                  <a:lnTo>
                    <a:pt x="1565580" y="3970369"/>
                  </a:lnTo>
                  <a:lnTo>
                    <a:pt x="1622997" y="3963208"/>
                  </a:lnTo>
                  <a:lnTo>
                    <a:pt x="1693815" y="3953435"/>
                  </a:lnTo>
                  <a:lnTo>
                    <a:pt x="1775646" y="3940869"/>
                  </a:lnTo>
                  <a:lnTo>
                    <a:pt x="1865355" y="3925446"/>
                  </a:lnTo>
                  <a:lnTo>
                    <a:pt x="1959557" y="3907179"/>
                  </a:lnTo>
                  <a:lnTo>
                    <a:pt x="2055058" y="3886123"/>
                  </a:lnTo>
                  <a:lnTo>
                    <a:pt x="2149162" y="3862333"/>
                  </a:lnTo>
                  <a:lnTo>
                    <a:pt x="2239821" y="3835821"/>
                  </a:lnTo>
                  <a:lnTo>
                    <a:pt x="2325662" y="3806537"/>
                  </a:lnTo>
                  <a:lnTo>
                    <a:pt x="2405911" y="3774347"/>
                  </a:lnTo>
                  <a:lnTo>
                    <a:pt x="2480286" y="3739030"/>
                  </a:lnTo>
                  <a:lnTo>
                    <a:pt x="2548871" y="3700275"/>
                  </a:lnTo>
                  <a:lnTo>
                    <a:pt x="2612009" y="3657689"/>
                  </a:lnTo>
                  <a:lnTo>
                    <a:pt x="2670206" y="3610803"/>
                  </a:lnTo>
                  <a:lnTo>
                    <a:pt x="2724063" y="3559098"/>
                  </a:lnTo>
                  <a:lnTo>
                    <a:pt x="2774223" y="3502031"/>
                  </a:lnTo>
                  <a:lnTo>
                    <a:pt x="2821330" y="3439093"/>
                  </a:lnTo>
                  <a:lnTo>
                    <a:pt x="2865998" y="3369892"/>
                  </a:lnTo>
                  <a:lnTo>
                    <a:pt x="2896531" y="3316875"/>
                  </a:lnTo>
                  <a:lnTo>
                    <a:pt x="2929203" y="3254884"/>
                  </a:lnTo>
                  <a:lnTo>
                    <a:pt x="2961134" y="3188940"/>
                  </a:lnTo>
                  <a:lnTo>
                    <a:pt x="2992500" y="3118963"/>
                  </a:lnTo>
                  <a:lnTo>
                    <a:pt x="3023446" y="3044918"/>
                  </a:lnTo>
                  <a:lnTo>
                    <a:pt x="3054093" y="2966826"/>
                  </a:lnTo>
                  <a:lnTo>
                    <a:pt x="3084539" y="2884761"/>
                  </a:lnTo>
                  <a:lnTo>
                    <a:pt x="3114862" y="2798859"/>
                  </a:lnTo>
                  <a:lnTo>
                    <a:pt x="3145122" y="2709317"/>
                  </a:lnTo>
                  <a:lnTo>
                    <a:pt x="3175365" y="2616398"/>
                  </a:lnTo>
                  <a:lnTo>
                    <a:pt x="3205622" y="2520426"/>
                  </a:lnTo>
                  <a:lnTo>
                    <a:pt x="3235910" y="2421783"/>
                  </a:lnTo>
                  <a:lnTo>
                    <a:pt x="3266237" y="2320910"/>
                  </a:lnTo>
                  <a:lnTo>
                    <a:pt x="3296604" y="2218289"/>
                  </a:lnTo>
                  <a:lnTo>
                    <a:pt x="3327000" y="2114446"/>
                  </a:lnTo>
                  <a:lnTo>
                    <a:pt x="3357415" y="2009929"/>
                  </a:lnTo>
                  <a:lnTo>
                    <a:pt x="3387834" y="1905305"/>
                  </a:lnTo>
                  <a:lnTo>
                    <a:pt x="3418239" y="1801141"/>
                  </a:lnTo>
                  <a:lnTo>
                    <a:pt x="3448618" y="1697995"/>
                  </a:lnTo>
                  <a:lnTo>
                    <a:pt x="3478961" y="1596401"/>
                  </a:lnTo>
                  <a:lnTo>
                    <a:pt x="3509263" y="1496860"/>
                  </a:lnTo>
                  <a:lnTo>
                    <a:pt x="3539530" y="1399829"/>
                  </a:lnTo>
                  <a:lnTo>
                    <a:pt x="3569775" y="1305713"/>
                  </a:lnTo>
                  <a:lnTo>
                    <a:pt x="3600025" y="1214859"/>
                  </a:lnTo>
                  <a:lnTo>
                    <a:pt x="3630318" y="1127553"/>
                  </a:lnTo>
                  <a:lnTo>
                    <a:pt x="3660709" y="1044016"/>
                  </a:lnTo>
                  <a:lnTo>
                    <a:pt x="3691269" y="964409"/>
                  </a:lnTo>
                  <a:lnTo>
                    <a:pt x="3722090" y="888828"/>
                  </a:lnTo>
                  <a:lnTo>
                    <a:pt x="3753281" y="817313"/>
                  </a:lnTo>
                  <a:lnTo>
                    <a:pt x="3784979" y="749849"/>
                  </a:lnTo>
                  <a:lnTo>
                    <a:pt x="3817348" y="686375"/>
                  </a:lnTo>
                  <a:lnTo>
                    <a:pt x="3829811" y="663375"/>
                  </a:lnTo>
                  <a:lnTo>
                    <a:pt x="3873085" y="589623"/>
                  </a:lnTo>
                  <a:lnTo>
                    <a:pt x="3918401" y="522267"/>
                  </a:lnTo>
                  <a:lnTo>
                    <a:pt x="3966328" y="461079"/>
                  </a:lnTo>
                  <a:lnTo>
                    <a:pt x="4017493" y="405623"/>
                  </a:lnTo>
                  <a:lnTo>
                    <a:pt x="4072544" y="355372"/>
                  </a:lnTo>
                  <a:lnTo>
                    <a:pt x="4132116" y="309785"/>
                  </a:lnTo>
                  <a:lnTo>
                    <a:pt x="4196788" y="268356"/>
                  </a:lnTo>
                  <a:lnTo>
                    <a:pt x="4267027" y="230635"/>
                  </a:lnTo>
                  <a:lnTo>
                    <a:pt x="4343111" y="196253"/>
                  </a:lnTo>
                  <a:lnTo>
                    <a:pt x="4425031" y="164925"/>
                  </a:lnTo>
                  <a:lnTo>
                    <a:pt x="4512374" y="136455"/>
                  </a:lnTo>
                  <a:lnTo>
                    <a:pt x="4604203" y="110735"/>
                  </a:lnTo>
                  <a:lnTo>
                    <a:pt x="4698953" y="87734"/>
                  </a:lnTo>
                  <a:lnTo>
                    <a:pt x="4794381" y="67481"/>
                  </a:lnTo>
                  <a:lnTo>
                    <a:pt x="4887625" y="50034"/>
                  </a:lnTo>
                  <a:lnTo>
                    <a:pt x="4975395" y="35441"/>
                  </a:lnTo>
                  <a:lnTo>
                    <a:pt x="5054330" y="23698"/>
                  </a:lnTo>
                  <a:lnTo>
                    <a:pt x="5121461" y="14706"/>
                  </a:lnTo>
                  <a:lnTo>
                    <a:pt x="5174704" y="8252"/>
                  </a:lnTo>
                  <a:lnTo>
                    <a:pt x="5213248" y="4006"/>
                  </a:lnTo>
                  <a:lnTo>
                    <a:pt x="5237769" y="1543"/>
                  </a:lnTo>
                  <a:lnTo>
                    <a:pt x="5250406" y="382"/>
                  </a:lnTo>
                  <a:lnTo>
                    <a:pt x="5254612" y="26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260" y="81"/>
                  </a:lnTo>
                  <a:lnTo>
                    <a:pt x="6733321" y="660"/>
                  </a:lnTo>
                  <a:lnTo>
                    <a:pt x="6748693" y="2260"/>
                  </a:lnTo>
                  <a:lnTo>
                    <a:pt x="6776411" y="5415"/>
                  </a:lnTo>
                  <a:lnTo>
                    <a:pt x="6818201" y="10630"/>
                  </a:lnTo>
                  <a:lnTo>
                    <a:pt x="6874354" y="18341"/>
                  </a:lnTo>
                  <a:lnTo>
                    <a:pt x="6943761" y="28876"/>
                  </a:lnTo>
                  <a:lnTo>
                    <a:pt x="7024157" y="42433"/>
                  </a:lnTo>
                  <a:lnTo>
                    <a:pt x="7112530" y="59094"/>
                  </a:lnTo>
                  <a:lnTo>
                    <a:pt x="7205590" y="78848"/>
                  </a:lnTo>
                  <a:lnTo>
                    <a:pt x="7300201" y="101636"/>
                  </a:lnTo>
                  <a:lnTo>
                    <a:pt x="7393683" y="127399"/>
                  </a:lnTo>
                  <a:lnTo>
                    <a:pt x="7483977" y="156116"/>
                  </a:lnTo>
                  <a:lnTo>
                    <a:pt x="7569672" y="187833"/>
                  </a:lnTo>
                  <a:lnTo>
                    <a:pt x="7649948" y="222682"/>
                  </a:lnTo>
                  <a:lnTo>
                    <a:pt x="7724473" y="260887"/>
                  </a:lnTo>
                  <a:lnTo>
                    <a:pt x="7793285" y="302770"/>
                  </a:lnTo>
                  <a:lnTo>
                    <a:pt x="7856685" y="348740"/>
                  </a:lnTo>
                  <a:lnTo>
                    <a:pt x="7915144" y="399289"/>
                  </a:lnTo>
                  <a:lnTo>
                    <a:pt x="7969234" y="454970"/>
                  </a:lnTo>
                  <a:lnTo>
                    <a:pt x="8019577" y="516364"/>
                  </a:lnTo>
                  <a:lnTo>
                    <a:pt x="8066801" y="584034"/>
                  </a:lnTo>
                  <a:lnTo>
                    <a:pt x="8111511" y="658435"/>
                  </a:lnTo>
                  <a:lnTo>
                    <a:pt x="8151487" y="734207"/>
                  </a:lnTo>
                  <a:lnTo>
                    <a:pt x="8182719" y="799665"/>
                  </a:lnTo>
                  <a:lnTo>
                    <a:pt x="8213267" y="869112"/>
                  </a:lnTo>
                  <a:lnTo>
                    <a:pt x="8243286" y="942629"/>
                  </a:lnTo>
                  <a:lnTo>
                    <a:pt x="8272906" y="1020254"/>
                  </a:lnTo>
                  <a:lnTo>
                    <a:pt x="8302236" y="1101976"/>
                  </a:lnTo>
                  <a:lnTo>
                    <a:pt x="8331363" y="1187734"/>
                  </a:lnTo>
                  <a:lnTo>
                    <a:pt x="8360361" y="1277412"/>
                  </a:lnTo>
                  <a:lnTo>
                    <a:pt x="8389286" y="1370836"/>
                  </a:lnTo>
                  <a:lnTo>
                    <a:pt x="8418182" y="1467775"/>
                  </a:lnTo>
                  <a:lnTo>
                    <a:pt x="8447081" y="1567937"/>
                  </a:lnTo>
                  <a:lnTo>
                    <a:pt x="8476003" y="1670978"/>
                  </a:lnTo>
                  <a:lnTo>
                    <a:pt x="8504958" y="1776496"/>
                  </a:lnTo>
                  <a:lnTo>
                    <a:pt x="8533950" y="1884048"/>
                  </a:lnTo>
                  <a:lnTo>
                    <a:pt x="8562975" y="1993145"/>
                  </a:lnTo>
                  <a:lnTo>
                    <a:pt x="8592024" y="2103273"/>
                  </a:lnTo>
                  <a:lnTo>
                    <a:pt x="8621086" y="2213892"/>
                  </a:lnTo>
                  <a:lnTo>
                    <a:pt x="8650145" y="2324455"/>
                  </a:lnTo>
                  <a:lnTo>
                    <a:pt x="8679191" y="2434416"/>
                  </a:lnTo>
                  <a:lnTo>
                    <a:pt x="8708209" y="2543240"/>
                  </a:lnTo>
                  <a:lnTo>
                    <a:pt x="8737194" y="2650415"/>
                  </a:lnTo>
                  <a:lnTo>
                    <a:pt x="8766142" y="2755464"/>
                  </a:lnTo>
                  <a:lnTo>
                    <a:pt x="8795058" y="2857949"/>
                  </a:lnTo>
                  <a:lnTo>
                    <a:pt x="8823954" y="2957482"/>
                  </a:lnTo>
                  <a:lnTo>
                    <a:pt x="8852854" y="3053726"/>
                  </a:lnTo>
                  <a:lnTo>
                    <a:pt x="8881790" y="3146405"/>
                  </a:lnTo>
                  <a:lnTo>
                    <a:pt x="8910809" y="3235297"/>
                  </a:lnTo>
                  <a:lnTo>
                    <a:pt x="8939971" y="3320240"/>
                  </a:lnTo>
                  <a:lnTo>
                    <a:pt x="8969352" y="3401131"/>
                  </a:lnTo>
                  <a:lnTo>
                    <a:pt x="8999044" y="3477918"/>
                  </a:lnTo>
                  <a:lnTo>
                    <a:pt x="9029159" y="3550602"/>
                  </a:lnTo>
                  <a:lnTo>
                    <a:pt x="9059833" y="3619229"/>
                  </a:lnTo>
                  <a:lnTo>
                    <a:pt x="9084767" y="3671038"/>
                  </a:lnTo>
                  <a:lnTo>
                    <a:pt x="9127626" y="3751934"/>
                  </a:lnTo>
                  <a:lnTo>
                    <a:pt x="9172485" y="3825880"/>
                  </a:lnTo>
                  <a:lnTo>
                    <a:pt x="9219896" y="3893120"/>
                  </a:lnTo>
                  <a:lnTo>
                    <a:pt x="9270467" y="3954120"/>
                  </a:lnTo>
                  <a:lnTo>
                    <a:pt x="9324826" y="4009444"/>
                  </a:lnTo>
                  <a:lnTo>
                    <a:pt x="9383594" y="4059674"/>
                  </a:lnTo>
                  <a:lnTo>
                    <a:pt x="9447338" y="4105361"/>
                  </a:lnTo>
                  <a:lnTo>
                    <a:pt x="9516521" y="4146989"/>
                  </a:lnTo>
                  <a:lnTo>
                    <a:pt x="9591427" y="4184964"/>
                  </a:lnTo>
                  <a:lnTo>
                    <a:pt x="9672076" y="4219600"/>
                  </a:lnTo>
                  <a:lnTo>
                    <a:pt x="9758105" y="4251116"/>
                  </a:lnTo>
                  <a:lnTo>
                    <a:pt x="9848660" y="4279638"/>
                  </a:lnTo>
                  <a:lnTo>
                    <a:pt x="9942288" y="4305206"/>
                  </a:lnTo>
                  <a:lnTo>
                    <a:pt x="10036885" y="4327795"/>
                  </a:lnTo>
                  <a:lnTo>
                    <a:pt x="10129736" y="4347346"/>
                  </a:lnTo>
                  <a:lnTo>
                    <a:pt x="10217683" y="4363802"/>
                  </a:lnTo>
                  <a:lnTo>
                    <a:pt x="10297442" y="4377156"/>
                  </a:lnTo>
                  <a:lnTo>
                    <a:pt x="10366033" y="4387497"/>
                  </a:lnTo>
                  <a:lnTo>
                    <a:pt x="10421257" y="4395032"/>
                  </a:lnTo>
                  <a:lnTo>
                    <a:pt x="10462094" y="4400097"/>
                  </a:lnTo>
                  <a:lnTo>
                    <a:pt x="10488929" y="4403132"/>
                  </a:lnTo>
                  <a:lnTo>
                    <a:pt x="10503579" y="4404649"/>
                  </a:lnTo>
                  <a:lnTo>
                    <a:pt x="10509160" y="4405179"/>
                  </a:lnTo>
                  <a:lnTo>
                    <a:pt x="10509911" y="4405246"/>
                  </a:lnTo>
                  <a:lnTo>
                    <a:pt x="11981298" y="440524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63" name="pl1063"/>
            <p:cNvSpPr/>
            <p:nvPr/>
          </p:nvSpPr>
          <p:spPr>
            <a:xfrm>
              <a:off x="4799595" y="2920174"/>
              <a:ext cx="11981298" cy="4405246"/>
            </a:xfrm>
            <a:custGeom>
              <a:avLst/>
              <a:pathLst>
                <a:path w="11981298" h="4405246">
                  <a:moveTo>
                    <a:pt x="11981298" y="4405246"/>
                  </a:moveTo>
                  <a:lnTo>
                    <a:pt x="10509911" y="4405246"/>
                  </a:lnTo>
                  <a:lnTo>
                    <a:pt x="10508993" y="4405164"/>
                  </a:lnTo>
                  <a:lnTo>
                    <a:pt x="10502932" y="4404585"/>
                  </a:lnTo>
                  <a:lnTo>
                    <a:pt x="10487560" y="4402985"/>
                  </a:lnTo>
                  <a:lnTo>
                    <a:pt x="10459842" y="4399830"/>
                  </a:lnTo>
                  <a:lnTo>
                    <a:pt x="10418052" y="4394615"/>
                  </a:lnTo>
                  <a:lnTo>
                    <a:pt x="10361899" y="4386904"/>
                  </a:lnTo>
                  <a:lnTo>
                    <a:pt x="10292493" y="4376369"/>
                  </a:lnTo>
                  <a:lnTo>
                    <a:pt x="10212096" y="4362812"/>
                  </a:lnTo>
                  <a:lnTo>
                    <a:pt x="10123723" y="4346151"/>
                  </a:lnTo>
                  <a:lnTo>
                    <a:pt x="10030663" y="4326397"/>
                  </a:lnTo>
                  <a:lnTo>
                    <a:pt x="9936052" y="4303609"/>
                  </a:lnTo>
                  <a:lnTo>
                    <a:pt x="9842570" y="4277846"/>
                  </a:lnTo>
                  <a:lnTo>
                    <a:pt x="9752276" y="4249129"/>
                  </a:lnTo>
                  <a:lnTo>
                    <a:pt x="9666581" y="4217412"/>
                  </a:lnTo>
                  <a:lnTo>
                    <a:pt x="9586305" y="4182563"/>
                  </a:lnTo>
                  <a:lnTo>
                    <a:pt x="9511780" y="4144358"/>
                  </a:lnTo>
                  <a:lnTo>
                    <a:pt x="9442968" y="4102475"/>
                  </a:lnTo>
                  <a:lnTo>
                    <a:pt x="9379568" y="4056505"/>
                  </a:lnTo>
                  <a:lnTo>
                    <a:pt x="9321109" y="4005956"/>
                  </a:lnTo>
                  <a:lnTo>
                    <a:pt x="9267019" y="3950275"/>
                  </a:lnTo>
                  <a:lnTo>
                    <a:pt x="9216677" y="3888881"/>
                  </a:lnTo>
                  <a:lnTo>
                    <a:pt x="9169453" y="3821211"/>
                  </a:lnTo>
                  <a:lnTo>
                    <a:pt x="9124742" y="3746810"/>
                  </a:lnTo>
                  <a:lnTo>
                    <a:pt x="9084767" y="3671038"/>
                  </a:lnTo>
                  <a:lnTo>
                    <a:pt x="9053535" y="3605580"/>
                  </a:lnTo>
                  <a:lnTo>
                    <a:pt x="9022986" y="3536133"/>
                  </a:lnTo>
                  <a:lnTo>
                    <a:pt x="8992967" y="3462616"/>
                  </a:lnTo>
                  <a:lnTo>
                    <a:pt x="8963347" y="3384991"/>
                  </a:lnTo>
                  <a:lnTo>
                    <a:pt x="8934018" y="3303269"/>
                  </a:lnTo>
                  <a:lnTo>
                    <a:pt x="8904890" y="3217511"/>
                  </a:lnTo>
                  <a:lnTo>
                    <a:pt x="8875893" y="3127833"/>
                  </a:lnTo>
                  <a:lnTo>
                    <a:pt x="8846967" y="3034409"/>
                  </a:lnTo>
                  <a:lnTo>
                    <a:pt x="8818071" y="2937470"/>
                  </a:lnTo>
                  <a:lnTo>
                    <a:pt x="8789172" y="2837308"/>
                  </a:lnTo>
                  <a:lnTo>
                    <a:pt x="8760250" y="2734267"/>
                  </a:lnTo>
                  <a:lnTo>
                    <a:pt x="8731295" y="2628749"/>
                  </a:lnTo>
                  <a:lnTo>
                    <a:pt x="8702303" y="2521198"/>
                  </a:lnTo>
                  <a:lnTo>
                    <a:pt x="8673278" y="2412100"/>
                  </a:lnTo>
                  <a:lnTo>
                    <a:pt x="8644229" y="2301973"/>
                  </a:lnTo>
                  <a:lnTo>
                    <a:pt x="8615168" y="2191353"/>
                  </a:lnTo>
                  <a:lnTo>
                    <a:pt x="8586108" y="2080790"/>
                  </a:lnTo>
                  <a:lnTo>
                    <a:pt x="8557063" y="1970829"/>
                  </a:lnTo>
                  <a:lnTo>
                    <a:pt x="8528044" y="1862005"/>
                  </a:lnTo>
                  <a:lnTo>
                    <a:pt x="8499059" y="1754830"/>
                  </a:lnTo>
                  <a:lnTo>
                    <a:pt x="8470111" y="1649781"/>
                  </a:lnTo>
                  <a:lnTo>
                    <a:pt x="8441195" y="1547296"/>
                  </a:lnTo>
                  <a:lnTo>
                    <a:pt x="8412299" y="1447763"/>
                  </a:lnTo>
                  <a:lnTo>
                    <a:pt x="8383400" y="1351519"/>
                  </a:lnTo>
                  <a:lnTo>
                    <a:pt x="8354463" y="1258840"/>
                  </a:lnTo>
                  <a:lnTo>
                    <a:pt x="8325444" y="1169948"/>
                  </a:lnTo>
                  <a:lnTo>
                    <a:pt x="8296282" y="1085005"/>
                  </a:lnTo>
                  <a:lnTo>
                    <a:pt x="8266902" y="1004114"/>
                  </a:lnTo>
                  <a:lnTo>
                    <a:pt x="8237210" y="927327"/>
                  </a:lnTo>
                  <a:lnTo>
                    <a:pt x="8207094" y="854643"/>
                  </a:lnTo>
                  <a:lnTo>
                    <a:pt x="8176420" y="786016"/>
                  </a:lnTo>
                  <a:lnTo>
                    <a:pt x="8151487" y="734207"/>
                  </a:lnTo>
                  <a:lnTo>
                    <a:pt x="8108627" y="653312"/>
                  </a:lnTo>
                  <a:lnTo>
                    <a:pt x="8063768" y="579365"/>
                  </a:lnTo>
                  <a:lnTo>
                    <a:pt x="8016357" y="512125"/>
                  </a:lnTo>
                  <a:lnTo>
                    <a:pt x="7965787" y="451125"/>
                  </a:lnTo>
                  <a:lnTo>
                    <a:pt x="7911427" y="395801"/>
                  </a:lnTo>
                  <a:lnTo>
                    <a:pt x="7852659" y="345571"/>
                  </a:lnTo>
                  <a:lnTo>
                    <a:pt x="7788915" y="299885"/>
                  </a:lnTo>
                  <a:lnTo>
                    <a:pt x="7719733" y="258256"/>
                  </a:lnTo>
                  <a:lnTo>
                    <a:pt x="7644826" y="220281"/>
                  </a:lnTo>
                  <a:lnTo>
                    <a:pt x="7564177" y="185645"/>
                  </a:lnTo>
                  <a:lnTo>
                    <a:pt x="7478148" y="154129"/>
                  </a:lnTo>
                  <a:lnTo>
                    <a:pt x="7387593" y="125607"/>
                  </a:lnTo>
                  <a:lnTo>
                    <a:pt x="7293966" y="100039"/>
                  </a:lnTo>
                  <a:lnTo>
                    <a:pt x="7199368" y="77450"/>
                  </a:lnTo>
                  <a:lnTo>
                    <a:pt x="7106517" y="57899"/>
                  </a:lnTo>
                  <a:lnTo>
                    <a:pt x="7018570" y="41443"/>
                  </a:lnTo>
                  <a:lnTo>
                    <a:pt x="6938812" y="28089"/>
                  </a:lnTo>
                  <a:lnTo>
                    <a:pt x="6870220" y="17748"/>
                  </a:lnTo>
                  <a:lnTo>
                    <a:pt x="6814996" y="10213"/>
                  </a:lnTo>
                  <a:lnTo>
                    <a:pt x="6774159" y="5148"/>
                  </a:lnTo>
                  <a:lnTo>
                    <a:pt x="6747325" y="2113"/>
                  </a:lnTo>
                  <a:lnTo>
                    <a:pt x="6732674" y="596"/>
                  </a:lnTo>
                  <a:lnTo>
                    <a:pt x="6727093" y="66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011" y="75"/>
                  </a:lnTo>
                  <a:lnTo>
                    <a:pt x="5247784" y="614"/>
                  </a:lnTo>
                  <a:lnTo>
                    <a:pt x="5232000" y="2102"/>
                  </a:lnTo>
                  <a:lnTo>
                    <a:pt x="5203569" y="5034"/>
                  </a:lnTo>
                  <a:lnTo>
                    <a:pt x="5160763" y="9880"/>
                  </a:lnTo>
                  <a:lnTo>
                    <a:pt x="5103345" y="17041"/>
                  </a:lnTo>
                  <a:lnTo>
                    <a:pt x="5032527" y="26815"/>
                  </a:lnTo>
                  <a:lnTo>
                    <a:pt x="4950696" y="39380"/>
                  </a:lnTo>
                  <a:lnTo>
                    <a:pt x="4860987" y="54803"/>
                  </a:lnTo>
                  <a:lnTo>
                    <a:pt x="4766785" y="73071"/>
                  </a:lnTo>
                  <a:lnTo>
                    <a:pt x="4671284" y="94126"/>
                  </a:lnTo>
                  <a:lnTo>
                    <a:pt x="4577180" y="117916"/>
                  </a:lnTo>
                  <a:lnTo>
                    <a:pt x="4486521" y="144428"/>
                  </a:lnTo>
                  <a:lnTo>
                    <a:pt x="4400680" y="173712"/>
                  </a:lnTo>
                  <a:lnTo>
                    <a:pt x="4320431" y="205902"/>
                  </a:lnTo>
                  <a:lnTo>
                    <a:pt x="4246056" y="241220"/>
                  </a:lnTo>
                  <a:lnTo>
                    <a:pt x="4177471" y="279974"/>
                  </a:lnTo>
                  <a:lnTo>
                    <a:pt x="4114333" y="322561"/>
                  </a:lnTo>
                  <a:lnTo>
                    <a:pt x="4056136" y="369446"/>
                  </a:lnTo>
                  <a:lnTo>
                    <a:pt x="4002279" y="421151"/>
                  </a:lnTo>
                  <a:lnTo>
                    <a:pt x="3952119" y="478218"/>
                  </a:lnTo>
                  <a:lnTo>
                    <a:pt x="3905012" y="541157"/>
                  </a:lnTo>
                  <a:lnTo>
                    <a:pt x="3860344" y="610357"/>
                  </a:lnTo>
                  <a:lnTo>
                    <a:pt x="3829811" y="663375"/>
                  </a:lnTo>
                  <a:lnTo>
                    <a:pt x="3797139" y="725365"/>
                  </a:lnTo>
                  <a:lnTo>
                    <a:pt x="3765208" y="791309"/>
                  </a:lnTo>
                  <a:lnTo>
                    <a:pt x="3733842" y="861287"/>
                  </a:lnTo>
                  <a:lnTo>
                    <a:pt x="3702896" y="935331"/>
                  </a:lnTo>
                  <a:lnTo>
                    <a:pt x="3672249" y="1013423"/>
                  </a:lnTo>
                  <a:lnTo>
                    <a:pt x="3641803" y="1095488"/>
                  </a:lnTo>
                  <a:lnTo>
                    <a:pt x="3611480" y="1181390"/>
                  </a:lnTo>
                  <a:lnTo>
                    <a:pt x="3581220" y="1270932"/>
                  </a:lnTo>
                  <a:lnTo>
                    <a:pt x="3550977" y="1363851"/>
                  </a:lnTo>
                  <a:lnTo>
                    <a:pt x="3520720" y="1459823"/>
                  </a:lnTo>
                  <a:lnTo>
                    <a:pt x="3490432" y="1558466"/>
                  </a:lnTo>
                  <a:lnTo>
                    <a:pt x="3460105" y="1659340"/>
                  </a:lnTo>
                  <a:lnTo>
                    <a:pt x="3429739" y="1761960"/>
                  </a:lnTo>
                  <a:lnTo>
                    <a:pt x="3399342" y="1865803"/>
                  </a:lnTo>
                  <a:lnTo>
                    <a:pt x="3368927" y="1970320"/>
                  </a:lnTo>
                  <a:lnTo>
                    <a:pt x="3338509" y="2074944"/>
                  </a:lnTo>
                  <a:lnTo>
                    <a:pt x="3308103" y="2179108"/>
                  </a:lnTo>
                  <a:lnTo>
                    <a:pt x="3277724" y="2282254"/>
                  </a:lnTo>
                  <a:lnTo>
                    <a:pt x="3247381" y="2383848"/>
                  </a:lnTo>
                  <a:lnTo>
                    <a:pt x="3217079" y="2483389"/>
                  </a:lnTo>
                  <a:lnTo>
                    <a:pt x="3186812" y="2580420"/>
                  </a:lnTo>
                  <a:lnTo>
                    <a:pt x="3156567" y="2674536"/>
                  </a:lnTo>
                  <a:lnTo>
                    <a:pt x="3126317" y="2765390"/>
                  </a:lnTo>
                  <a:lnTo>
                    <a:pt x="3096024" y="2852697"/>
                  </a:lnTo>
                  <a:lnTo>
                    <a:pt x="3065633" y="2936233"/>
                  </a:lnTo>
                  <a:lnTo>
                    <a:pt x="3035073" y="3015841"/>
                  </a:lnTo>
                  <a:lnTo>
                    <a:pt x="3004253" y="3091422"/>
                  </a:lnTo>
                  <a:lnTo>
                    <a:pt x="2973061" y="3162937"/>
                  </a:lnTo>
                  <a:lnTo>
                    <a:pt x="2941363" y="3230400"/>
                  </a:lnTo>
                  <a:lnTo>
                    <a:pt x="2908994" y="3293874"/>
                  </a:lnTo>
                  <a:lnTo>
                    <a:pt x="2896531" y="3316875"/>
                  </a:lnTo>
                  <a:lnTo>
                    <a:pt x="2853257" y="3390627"/>
                  </a:lnTo>
                  <a:lnTo>
                    <a:pt x="2807942" y="3457982"/>
                  </a:lnTo>
                  <a:lnTo>
                    <a:pt x="2760014" y="3519170"/>
                  </a:lnTo>
                  <a:lnTo>
                    <a:pt x="2708849" y="3574626"/>
                  </a:lnTo>
                  <a:lnTo>
                    <a:pt x="2653798" y="3624877"/>
                  </a:lnTo>
                  <a:lnTo>
                    <a:pt x="2594227" y="3670464"/>
                  </a:lnTo>
                  <a:lnTo>
                    <a:pt x="2529554" y="3711893"/>
                  </a:lnTo>
                  <a:lnTo>
                    <a:pt x="2459315" y="3749614"/>
                  </a:lnTo>
                  <a:lnTo>
                    <a:pt x="2383231" y="3783996"/>
                  </a:lnTo>
                  <a:lnTo>
                    <a:pt x="2301311" y="3815324"/>
                  </a:lnTo>
                  <a:lnTo>
                    <a:pt x="2213968" y="3843794"/>
                  </a:lnTo>
                  <a:lnTo>
                    <a:pt x="2122139" y="3869514"/>
                  </a:lnTo>
                  <a:lnTo>
                    <a:pt x="2027389" y="3892515"/>
                  </a:lnTo>
                  <a:lnTo>
                    <a:pt x="1931961" y="3912768"/>
                  </a:lnTo>
                  <a:lnTo>
                    <a:pt x="1838718" y="3930215"/>
                  </a:lnTo>
                  <a:lnTo>
                    <a:pt x="1750948" y="3944808"/>
                  </a:lnTo>
                  <a:lnTo>
                    <a:pt x="1672012" y="3956552"/>
                  </a:lnTo>
                  <a:lnTo>
                    <a:pt x="1604881" y="3965544"/>
                  </a:lnTo>
                  <a:lnTo>
                    <a:pt x="1551639" y="3971997"/>
                  </a:lnTo>
                  <a:lnTo>
                    <a:pt x="1513094" y="3976243"/>
                  </a:lnTo>
                  <a:lnTo>
                    <a:pt x="1488573" y="3978706"/>
                  </a:lnTo>
                  <a:lnTo>
                    <a:pt x="1475936" y="3979868"/>
                  </a:lnTo>
                  <a:lnTo>
                    <a:pt x="1471730" y="3980223"/>
                  </a:lnTo>
                  <a:lnTo>
                    <a:pt x="1471387" y="3980250"/>
                  </a:lnTo>
                  <a:lnTo>
                    <a:pt x="0" y="398025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64" name="pg1064"/>
            <p:cNvSpPr/>
            <p:nvPr/>
          </p:nvSpPr>
          <p:spPr>
            <a:xfrm>
              <a:off x="4799595" y="3116326"/>
              <a:ext cx="11981298" cy="7519158"/>
            </a:xfrm>
            <a:custGeom>
              <a:avLst/>
              <a:pathLst>
                <a:path w="11981298" h="7519158">
                  <a:moveTo>
                    <a:pt x="0" y="3816790"/>
                  </a:moveTo>
                  <a:lnTo>
                    <a:pt x="1471387" y="3816790"/>
                  </a:lnTo>
                  <a:lnTo>
                    <a:pt x="1472472" y="3816707"/>
                  </a:lnTo>
                  <a:lnTo>
                    <a:pt x="1479609" y="3816114"/>
                  </a:lnTo>
                  <a:lnTo>
                    <a:pt x="1497626" y="3814478"/>
                  </a:lnTo>
                  <a:lnTo>
                    <a:pt x="1529904" y="3811255"/>
                  </a:lnTo>
                  <a:lnTo>
                    <a:pt x="1578148" y="3805941"/>
                  </a:lnTo>
                  <a:lnTo>
                    <a:pt x="1642254" y="3798117"/>
                  </a:lnTo>
                  <a:lnTo>
                    <a:pt x="1720432" y="3787491"/>
                  </a:lnTo>
                  <a:lnTo>
                    <a:pt x="1809607" y="3773907"/>
                  </a:lnTo>
                  <a:lnTo>
                    <a:pt x="1906004" y="3757329"/>
                  </a:lnTo>
                  <a:lnTo>
                    <a:pt x="2005765" y="3737795"/>
                  </a:lnTo>
                  <a:lnTo>
                    <a:pt x="2105443" y="3715372"/>
                  </a:lnTo>
                  <a:lnTo>
                    <a:pt x="2202301" y="3690099"/>
                  </a:lnTo>
                  <a:lnTo>
                    <a:pt x="2294416" y="3661954"/>
                  </a:lnTo>
                  <a:lnTo>
                    <a:pt x="2380637" y="3630828"/>
                  </a:lnTo>
                  <a:lnTo>
                    <a:pt x="2460454" y="3596512"/>
                  </a:lnTo>
                  <a:lnTo>
                    <a:pt x="2533852" y="3558693"/>
                  </a:lnTo>
                  <a:lnTo>
                    <a:pt x="2601161" y="3516962"/>
                  </a:lnTo>
                  <a:lnTo>
                    <a:pt x="2662932" y="3470821"/>
                  </a:lnTo>
                  <a:lnTo>
                    <a:pt x="2719844" y="3419705"/>
                  </a:lnTo>
                  <a:lnTo>
                    <a:pt x="2772634" y="3363020"/>
                  </a:lnTo>
                  <a:lnTo>
                    <a:pt x="2822047" y="3300204"/>
                  </a:lnTo>
                  <a:lnTo>
                    <a:pt x="2868789" y="3230828"/>
                  </a:lnTo>
                  <a:lnTo>
                    <a:pt x="2896531" y="3184745"/>
                  </a:lnTo>
                  <a:lnTo>
                    <a:pt x="2929901" y="3124362"/>
                  </a:lnTo>
                  <a:lnTo>
                    <a:pt x="2962502" y="3060046"/>
                  </a:lnTo>
                  <a:lnTo>
                    <a:pt x="2994520" y="2991717"/>
                  </a:lnTo>
                  <a:lnTo>
                    <a:pt x="3026109" y="2919344"/>
                  </a:lnTo>
                  <a:lnTo>
                    <a:pt x="3057395" y="2842949"/>
                  </a:lnTo>
                  <a:lnTo>
                    <a:pt x="3088481" y="2762615"/>
                  </a:lnTo>
                  <a:lnTo>
                    <a:pt x="3119448" y="2678488"/>
                  </a:lnTo>
                  <a:lnTo>
                    <a:pt x="3150358" y="2590777"/>
                  </a:lnTo>
                  <a:lnTo>
                    <a:pt x="3181256" y="2499759"/>
                  </a:lnTo>
                  <a:lnTo>
                    <a:pt x="3212173" y="2405774"/>
                  </a:lnTo>
                  <a:lnTo>
                    <a:pt x="3243125" y="2309225"/>
                  </a:lnTo>
                  <a:lnTo>
                    <a:pt x="3274119" y="2210567"/>
                  </a:lnTo>
                  <a:lnTo>
                    <a:pt x="3305152" y="2110305"/>
                  </a:lnTo>
                  <a:lnTo>
                    <a:pt x="3336214" y="2008978"/>
                  </a:lnTo>
                  <a:lnTo>
                    <a:pt x="3367290" y="1907151"/>
                  </a:lnTo>
                  <a:lnTo>
                    <a:pt x="3398363" y="1805401"/>
                  </a:lnTo>
                  <a:lnTo>
                    <a:pt x="3429419" y="1704302"/>
                  </a:lnTo>
                  <a:lnTo>
                    <a:pt x="3460442" y="1604414"/>
                  </a:lnTo>
                  <a:lnTo>
                    <a:pt x="3491425" y="1506268"/>
                  </a:lnTo>
                  <a:lnTo>
                    <a:pt x="3522367" y="1410356"/>
                  </a:lnTo>
                  <a:lnTo>
                    <a:pt x="3553276" y="1317121"/>
                  </a:lnTo>
                  <a:lnTo>
                    <a:pt x="3584174" y="1226949"/>
                  </a:lnTo>
                  <a:lnTo>
                    <a:pt x="3615094" y="1140164"/>
                  </a:lnTo>
                  <a:lnTo>
                    <a:pt x="3646086" y="1057024"/>
                  </a:lnTo>
                  <a:lnTo>
                    <a:pt x="3677216" y="977723"/>
                  </a:lnTo>
                  <a:lnTo>
                    <a:pt x="3708572" y="902388"/>
                  </a:lnTo>
                  <a:lnTo>
                    <a:pt x="3740261" y="831087"/>
                  </a:lnTo>
                  <a:lnTo>
                    <a:pt x="3772417" y="763827"/>
                  </a:lnTo>
                  <a:lnTo>
                    <a:pt x="3805203" y="700563"/>
                  </a:lnTo>
                  <a:lnTo>
                    <a:pt x="3829811" y="656564"/>
                  </a:lnTo>
                  <a:lnTo>
                    <a:pt x="3875225" y="583051"/>
                  </a:lnTo>
                  <a:lnTo>
                    <a:pt x="3922913" y="516230"/>
                  </a:lnTo>
                  <a:lnTo>
                    <a:pt x="3973536" y="455829"/>
                  </a:lnTo>
                  <a:lnTo>
                    <a:pt x="4027820" y="401352"/>
                  </a:lnTo>
                  <a:lnTo>
                    <a:pt x="4086512" y="352216"/>
                  </a:lnTo>
                  <a:lnTo>
                    <a:pt x="4150334" y="307831"/>
                  </a:lnTo>
                  <a:lnTo>
                    <a:pt x="4219926" y="267657"/>
                  </a:lnTo>
                  <a:lnTo>
                    <a:pt x="4295765" y="231227"/>
                  </a:lnTo>
                  <a:lnTo>
                    <a:pt x="4378066" y="198166"/>
                  </a:lnTo>
                  <a:lnTo>
                    <a:pt x="4466641" y="168204"/>
                  </a:lnTo>
                  <a:lnTo>
                    <a:pt x="4560754" y="141170"/>
                  </a:lnTo>
                  <a:lnTo>
                    <a:pt x="4658967" y="116989"/>
                  </a:lnTo>
                  <a:lnTo>
                    <a:pt x="4759043" y="95668"/>
                  </a:lnTo>
                  <a:lnTo>
                    <a:pt x="4857952" y="77262"/>
                  </a:lnTo>
                  <a:lnTo>
                    <a:pt x="4952040" y="61832"/>
                  </a:lnTo>
                  <a:lnTo>
                    <a:pt x="5037415" y="49393"/>
                  </a:lnTo>
                  <a:lnTo>
                    <a:pt x="5110496" y="39869"/>
                  </a:lnTo>
                  <a:lnTo>
                    <a:pt x="5168638" y="33051"/>
                  </a:lnTo>
                  <a:lnTo>
                    <a:pt x="5210665" y="28595"/>
                  </a:lnTo>
                  <a:lnTo>
                    <a:pt x="5237170" y="26044"/>
                  </a:lnTo>
                  <a:lnTo>
                    <a:pt x="5250527" y="24873"/>
                  </a:lnTo>
                  <a:lnTo>
                    <a:pt x="5254696" y="24538"/>
                  </a:lnTo>
                  <a:lnTo>
                    <a:pt x="5254955" y="24518"/>
                  </a:lnTo>
                  <a:lnTo>
                    <a:pt x="6726343" y="24518"/>
                  </a:lnTo>
                  <a:lnTo>
                    <a:pt x="6727067" y="24627"/>
                  </a:lnTo>
                  <a:lnTo>
                    <a:pt x="6731871" y="25400"/>
                  </a:lnTo>
                  <a:lnTo>
                    <a:pt x="6744128" y="27533"/>
                  </a:lnTo>
                  <a:lnTo>
                    <a:pt x="6766409" y="31740"/>
                  </a:lnTo>
                  <a:lnTo>
                    <a:pt x="6800363" y="38716"/>
                  </a:lnTo>
                  <a:lnTo>
                    <a:pt x="6846616" y="49082"/>
                  </a:lnTo>
                  <a:lnTo>
                    <a:pt x="6904747" y="63345"/>
                  </a:lnTo>
                  <a:lnTo>
                    <a:pt x="6973393" y="81857"/>
                  </a:lnTo>
                  <a:lnTo>
                    <a:pt x="7050475" y="104814"/>
                  </a:lnTo>
                  <a:lnTo>
                    <a:pt x="7133503" y="132276"/>
                  </a:lnTo>
                  <a:lnTo>
                    <a:pt x="7219886" y="164203"/>
                  </a:lnTo>
                  <a:lnTo>
                    <a:pt x="7307209" y="200513"/>
                  </a:lnTo>
                  <a:lnTo>
                    <a:pt x="7393416" y="241128"/>
                  </a:lnTo>
                  <a:lnTo>
                    <a:pt x="7476904" y="286022"/>
                  </a:lnTo>
                  <a:lnTo>
                    <a:pt x="7556546" y="335252"/>
                  </a:lnTo>
                  <a:lnTo>
                    <a:pt x="7631646" y="388978"/>
                  </a:lnTo>
                  <a:lnTo>
                    <a:pt x="7701880" y="447478"/>
                  </a:lnTo>
                  <a:lnTo>
                    <a:pt x="7767207" y="511144"/>
                  </a:lnTo>
                  <a:lnTo>
                    <a:pt x="7827801" y="580486"/>
                  </a:lnTo>
                  <a:lnTo>
                    <a:pt x="7883985" y="656117"/>
                  </a:lnTo>
                  <a:lnTo>
                    <a:pt x="7936176" y="738738"/>
                  </a:lnTo>
                  <a:lnTo>
                    <a:pt x="7984843" y="829113"/>
                  </a:lnTo>
                  <a:lnTo>
                    <a:pt x="8030482" y="928021"/>
                  </a:lnTo>
                  <a:lnTo>
                    <a:pt x="8073584" y="1036192"/>
                  </a:lnTo>
                  <a:lnTo>
                    <a:pt x="8114620" y="1154196"/>
                  </a:lnTo>
                  <a:lnTo>
                    <a:pt x="8151487" y="1273625"/>
                  </a:lnTo>
                  <a:lnTo>
                    <a:pt x="8175870" y="1359757"/>
                  </a:lnTo>
                  <a:lnTo>
                    <a:pt x="8199816" y="1449982"/>
                  </a:lnTo>
                  <a:lnTo>
                    <a:pt x="8223402" y="1544374"/>
                  </a:lnTo>
                  <a:lnTo>
                    <a:pt x="8246696" y="1642983"/>
                  </a:lnTo>
                  <a:lnTo>
                    <a:pt x="8269757" y="1745832"/>
                  </a:lnTo>
                  <a:lnTo>
                    <a:pt x="8292636" y="1852913"/>
                  </a:lnTo>
                  <a:lnTo>
                    <a:pt x="8315375" y="1964185"/>
                  </a:lnTo>
                  <a:lnTo>
                    <a:pt x="8338014" y="2079575"/>
                  </a:lnTo>
                  <a:lnTo>
                    <a:pt x="8360583" y="2198975"/>
                  </a:lnTo>
                  <a:lnTo>
                    <a:pt x="8383109" y="2322239"/>
                  </a:lnTo>
                  <a:lnTo>
                    <a:pt x="8405612" y="2449187"/>
                  </a:lnTo>
                  <a:lnTo>
                    <a:pt x="8428110" y="2579599"/>
                  </a:lnTo>
                  <a:lnTo>
                    <a:pt x="8450614" y="2713222"/>
                  </a:lnTo>
                  <a:lnTo>
                    <a:pt x="8473134" y="2849767"/>
                  </a:lnTo>
                  <a:lnTo>
                    <a:pt x="8495673" y="2988914"/>
                  </a:lnTo>
                  <a:lnTo>
                    <a:pt x="8518235" y="3130311"/>
                  </a:lnTo>
                  <a:lnTo>
                    <a:pt x="8540819" y="3273580"/>
                  </a:lnTo>
                  <a:lnTo>
                    <a:pt x="8563421" y="3418321"/>
                  </a:lnTo>
                  <a:lnTo>
                    <a:pt x="8586039" y="3564117"/>
                  </a:lnTo>
                  <a:lnTo>
                    <a:pt x="8608665" y="3710537"/>
                  </a:lnTo>
                  <a:lnTo>
                    <a:pt x="8631294" y="3857141"/>
                  </a:lnTo>
                  <a:lnTo>
                    <a:pt x="8653919" y="4003488"/>
                  </a:lnTo>
                  <a:lnTo>
                    <a:pt x="8676534" y="4149140"/>
                  </a:lnTo>
                  <a:lnTo>
                    <a:pt x="8699134" y="4293669"/>
                  </a:lnTo>
                  <a:lnTo>
                    <a:pt x="8721714" y="4436658"/>
                  </a:lnTo>
                  <a:lnTo>
                    <a:pt x="8744272" y="4577712"/>
                  </a:lnTo>
                  <a:lnTo>
                    <a:pt x="8766809" y="4716455"/>
                  </a:lnTo>
                  <a:lnTo>
                    <a:pt x="8789325" y="4852544"/>
                  </a:lnTo>
                  <a:lnTo>
                    <a:pt x="8811828" y="4985660"/>
                  </a:lnTo>
                  <a:lnTo>
                    <a:pt x="8834325" y="5115521"/>
                  </a:lnTo>
                  <a:lnTo>
                    <a:pt x="8856831" y="5241879"/>
                  </a:lnTo>
                  <a:lnTo>
                    <a:pt x="8879362" y="5364522"/>
                  </a:lnTo>
                  <a:lnTo>
                    <a:pt x="8901941" y="5483274"/>
                  </a:lnTo>
                  <a:lnTo>
                    <a:pt x="8924594" y="5597997"/>
                  </a:lnTo>
                  <a:lnTo>
                    <a:pt x="8947353" y="5708587"/>
                  </a:lnTo>
                  <a:lnTo>
                    <a:pt x="8970258" y="5814976"/>
                  </a:lnTo>
                  <a:lnTo>
                    <a:pt x="8993354" y="5917131"/>
                  </a:lnTo>
                  <a:lnTo>
                    <a:pt x="9016692" y="6015047"/>
                  </a:lnTo>
                  <a:lnTo>
                    <a:pt x="9040332" y="6108753"/>
                  </a:lnTo>
                  <a:lnTo>
                    <a:pt x="9064344" y="6198301"/>
                  </a:lnTo>
                  <a:lnTo>
                    <a:pt x="9084767" y="6270051"/>
                  </a:lnTo>
                  <a:lnTo>
                    <a:pt x="9124255" y="6397484"/>
                  </a:lnTo>
                  <a:lnTo>
                    <a:pt x="9165412" y="6514834"/>
                  </a:lnTo>
                  <a:lnTo>
                    <a:pt x="9208665" y="6622381"/>
                  </a:lnTo>
                  <a:lnTo>
                    <a:pt x="9254486" y="6720710"/>
                  </a:lnTo>
                  <a:lnTo>
                    <a:pt x="9303369" y="6810555"/>
                  </a:lnTo>
                  <a:lnTo>
                    <a:pt x="9355806" y="6892697"/>
                  </a:lnTo>
                  <a:lnTo>
                    <a:pt x="9412266" y="6967897"/>
                  </a:lnTo>
                  <a:lnTo>
                    <a:pt x="9473160" y="7036851"/>
                  </a:lnTo>
                  <a:lnTo>
                    <a:pt x="9538804" y="7100167"/>
                  </a:lnTo>
                  <a:lnTo>
                    <a:pt x="9609358" y="7158344"/>
                  </a:lnTo>
                  <a:lnTo>
                    <a:pt x="9684769" y="7211770"/>
                  </a:lnTo>
                  <a:lnTo>
                    <a:pt x="9764687" y="7260714"/>
                  </a:lnTo>
                  <a:lnTo>
                    <a:pt x="9848392" y="7305328"/>
                  </a:lnTo>
                  <a:lnTo>
                    <a:pt x="9934725" y="7345663"/>
                  </a:lnTo>
                  <a:lnTo>
                    <a:pt x="10022054" y="7381690"/>
                  </a:lnTo>
                  <a:lnTo>
                    <a:pt x="10108296" y="7413329"/>
                  </a:lnTo>
                  <a:lnTo>
                    <a:pt x="10191015" y="7440497"/>
                  </a:lnTo>
                  <a:lnTo>
                    <a:pt x="10267620" y="7463161"/>
                  </a:lnTo>
                  <a:lnTo>
                    <a:pt x="10335637" y="7481388"/>
                  </a:lnTo>
                  <a:lnTo>
                    <a:pt x="10393025" y="7495384"/>
                  </a:lnTo>
                  <a:lnTo>
                    <a:pt x="10438478" y="7505513"/>
                  </a:lnTo>
                  <a:lnTo>
                    <a:pt x="10471641" y="7512288"/>
                  </a:lnTo>
                  <a:lnTo>
                    <a:pt x="10493207" y="7516338"/>
                  </a:lnTo>
                  <a:lnTo>
                    <a:pt x="10504891" y="7518361"/>
                  </a:lnTo>
                  <a:lnTo>
                    <a:pt x="10509317" y="7519069"/>
                  </a:lnTo>
                  <a:lnTo>
                    <a:pt x="10509911" y="7519158"/>
                  </a:lnTo>
                  <a:lnTo>
                    <a:pt x="11981298" y="7519158"/>
                  </a:lnTo>
                  <a:lnTo>
                    <a:pt x="11981298" y="7494639"/>
                  </a:lnTo>
                  <a:lnTo>
                    <a:pt x="10509911" y="7494639"/>
                  </a:lnTo>
                  <a:lnTo>
                    <a:pt x="10509186" y="7494530"/>
                  </a:lnTo>
                  <a:lnTo>
                    <a:pt x="10504383" y="7493758"/>
                  </a:lnTo>
                  <a:lnTo>
                    <a:pt x="10492125" y="7491625"/>
                  </a:lnTo>
                  <a:lnTo>
                    <a:pt x="10469844" y="7487417"/>
                  </a:lnTo>
                  <a:lnTo>
                    <a:pt x="10435890" y="7480442"/>
                  </a:lnTo>
                  <a:lnTo>
                    <a:pt x="10389637" y="7470075"/>
                  </a:lnTo>
                  <a:lnTo>
                    <a:pt x="10331506" y="7455813"/>
                  </a:lnTo>
                  <a:lnTo>
                    <a:pt x="10262860" y="7437301"/>
                  </a:lnTo>
                  <a:lnTo>
                    <a:pt x="10185778" y="7414343"/>
                  </a:lnTo>
                  <a:lnTo>
                    <a:pt x="10102751" y="7386882"/>
                  </a:lnTo>
                  <a:lnTo>
                    <a:pt x="10016367" y="7354954"/>
                  </a:lnTo>
                  <a:lnTo>
                    <a:pt x="9929044" y="7318644"/>
                  </a:lnTo>
                  <a:lnTo>
                    <a:pt x="9842837" y="7278029"/>
                  </a:lnTo>
                  <a:lnTo>
                    <a:pt x="9759349" y="7233135"/>
                  </a:lnTo>
                  <a:lnTo>
                    <a:pt x="9679708" y="7183906"/>
                  </a:lnTo>
                  <a:lnTo>
                    <a:pt x="9604607" y="7130179"/>
                  </a:lnTo>
                  <a:lnTo>
                    <a:pt x="9534373" y="7071680"/>
                  </a:lnTo>
                  <a:lnTo>
                    <a:pt x="9469047" y="7008013"/>
                  </a:lnTo>
                  <a:lnTo>
                    <a:pt x="9408452" y="6938671"/>
                  </a:lnTo>
                  <a:lnTo>
                    <a:pt x="9352268" y="6863041"/>
                  </a:lnTo>
                  <a:lnTo>
                    <a:pt x="9300078" y="6780420"/>
                  </a:lnTo>
                  <a:lnTo>
                    <a:pt x="9251410" y="6690045"/>
                  </a:lnTo>
                  <a:lnTo>
                    <a:pt x="9205771" y="6591136"/>
                  </a:lnTo>
                  <a:lnTo>
                    <a:pt x="9162669" y="6482965"/>
                  </a:lnTo>
                  <a:lnTo>
                    <a:pt x="9121633" y="6364962"/>
                  </a:lnTo>
                  <a:lnTo>
                    <a:pt x="9084767" y="6245532"/>
                  </a:lnTo>
                  <a:lnTo>
                    <a:pt x="9060384" y="6159400"/>
                  </a:lnTo>
                  <a:lnTo>
                    <a:pt x="9036437" y="6069176"/>
                  </a:lnTo>
                  <a:lnTo>
                    <a:pt x="9012851" y="5974784"/>
                  </a:lnTo>
                  <a:lnTo>
                    <a:pt x="8989557" y="5876174"/>
                  </a:lnTo>
                  <a:lnTo>
                    <a:pt x="8966496" y="5773325"/>
                  </a:lnTo>
                  <a:lnTo>
                    <a:pt x="8943618" y="5666245"/>
                  </a:lnTo>
                  <a:lnTo>
                    <a:pt x="8920878" y="5554973"/>
                  </a:lnTo>
                  <a:lnTo>
                    <a:pt x="8898239" y="5439582"/>
                  </a:lnTo>
                  <a:lnTo>
                    <a:pt x="8875670" y="5320183"/>
                  </a:lnTo>
                  <a:lnTo>
                    <a:pt x="8853145" y="5196918"/>
                  </a:lnTo>
                  <a:lnTo>
                    <a:pt x="8830641" y="5069971"/>
                  </a:lnTo>
                  <a:lnTo>
                    <a:pt x="8808143" y="4939559"/>
                  </a:lnTo>
                  <a:lnTo>
                    <a:pt x="8785639" y="4805935"/>
                  </a:lnTo>
                  <a:lnTo>
                    <a:pt x="8763120" y="4669390"/>
                  </a:lnTo>
                  <a:lnTo>
                    <a:pt x="8740580" y="4530243"/>
                  </a:lnTo>
                  <a:lnTo>
                    <a:pt x="8718018" y="4388847"/>
                  </a:lnTo>
                  <a:lnTo>
                    <a:pt x="8695435" y="4245578"/>
                  </a:lnTo>
                  <a:lnTo>
                    <a:pt x="8672832" y="4100836"/>
                  </a:lnTo>
                  <a:lnTo>
                    <a:pt x="8650215" y="3955040"/>
                  </a:lnTo>
                  <a:lnTo>
                    <a:pt x="8627588" y="3808621"/>
                  </a:lnTo>
                  <a:lnTo>
                    <a:pt x="8604959" y="3662017"/>
                  </a:lnTo>
                  <a:lnTo>
                    <a:pt x="8582334" y="3515670"/>
                  </a:lnTo>
                  <a:lnTo>
                    <a:pt x="8559719" y="3370017"/>
                  </a:lnTo>
                  <a:lnTo>
                    <a:pt x="8537119" y="3225489"/>
                  </a:lnTo>
                  <a:lnTo>
                    <a:pt x="8514539" y="3082499"/>
                  </a:lnTo>
                  <a:lnTo>
                    <a:pt x="8491981" y="2941446"/>
                  </a:lnTo>
                  <a:lnTo>
                    <a:pt x="8469445" y="2802702"/>
                  </a:lnTo>
                  <a:lnTo>
                    <a:pt x="8446928" y="2666614"/>
                  </a:lnTo>
                  <a:lnTo>
                    <a:pt x="8424426" y="2533498"/>
                  </a:lnTo>
                  <a:lnTo>
                    <a:pt x="8401928" y="2403636"/>
                  </a:lnTo>
                  <a:lnTo>
                    <a:pt x="8379422" y="2277278"/>
                  </a:lnTo>
                  <a:lnTo>
                    <a:pt x="8356891" y="2154635"/>
                  </a:lnTo>
                  <a:lnTo>
                    <a:pt x="8334312" y="2035883"/>
                  </a:lnTo>
                  <a:lnTo>
                    <a:pt x="8311660" y="1921160"/>
                  </a:lnTo>
                  <a:lnTo>
                    <a:pt x="8288900" y="1810571"/>
                  </a:lnTo>
                  <a:lnTo>
                    <a:pt x="8265995" y="1704181"/>
                  </a:lnTo>
                  <a:lnTo>
                    <a:pt x="8242899" y="1602027"/>
                  </a:lnTo>
                  <a:lnTo>
                    <a:pt x="8219562" y="1504110"/>
                  </a:lnTo>
                  <a:lnTo>
                    <a:pt x="8195921" y="1410405"/>
                  </a:lnTo>
                  <a:lnTo>
                    <a:pt x="8171909" y="1320856"/>
                  </a:lnTo>
                  <a:lnTo>
                    <a:pt x="8151487" y="1249106"/>
                  </a:lnTo>
                  <a:lnTo>
                    <a:pt x="8111998" y="1121673"/>
                  </a:lnTo>
                  <a:lnTo>
                    <a:pt x="8070841" y="1004323"/>
                  </a:lnTo>
                  <a:lnTo>
                    <a:pt x="8027588" y="896776"/>
                  </a:lnTo>
                  <a:lnTo>
                    <a:pt x="7981767" y="798447"/>
                  </a:lnTo>
                  <a:lnTo>
                    <a:pt x="7932884" y="708602"/>
                  </a:lnTo>
                  <a:lnTo>
                    <a:pt x="7880447" y="626460"/>
                  </a:lnTo>
                  <a:lnTo>
                    <a:pt x="7823988" y="551260"/>
                  </a:lnTo>
                  <a:lnTo>
                    <a:pt x="7763093" y="482306"/>
                  </a:lnTo>
                  <a:lnTo>
                    <a:pt x="7697449" y="418991"/>
                  </a:lnTo>
                  <a:lnTo>
                    <a:pt x="7626895" y="360813"/>
                  </a:lnTo>
                  <a:lnTo>
                    <a:pt x="7551484" y="307387"/>
                  </a:lnTo>
                  <a:lnTo>
                    <a:pt x="7471566" y="258444"/>
                  </a:lnTo>
                  <a:lnTo>
                    <a:pt x="7387861" y="213830"/>
                  </a:lnTo>
                  <a:lnTo>
                    <a:pt x="7301528" y="173494"/>
                  </a:lnTo>
                  <a:lnTo>
                    <a:pt x="7214199" y="137467"/>
                  </a:lnTo>
                  <a:lnTo>
                    <a:pt x="7127958" y="105829"/>
                  </a:lnTo>
                  <a:lnTo>
                    <a:pt x="7045239" y="78661"/>
                  </a:lnTo>
                  <a:lnTo>
                    <a:pt x="6968633" y="55996"/>
                  </a:lnTo>
                  <a:lnTo>
                    <a:pt x="6900616" y="37769"/>
                  </a:lnTo>
                  <a:lnTo>
                    <a:pt x="6843228" y="23773"/>
                  </a:lnTo>
                  <a:lnTo>
                    <a:pt x="6797775" y="13644"/>
                  </a:lnTo>
                  <a:lnTo>
                    <a:pt x="6764613" y="6869"/>
                  </a:lnTo>
                  <a:lnTo>
                    <a:pt x="6743046" y="2819"/>
                  </a:lnTo>
                  <a:lnTo>
                    <a:pt x="6731363" y="797"/>
                  </a:lnTo>
                  <a:lnTo>
                    <a:pt x="6726936" y="88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871" y="83"/>
                  </a:lnTo>
                  <a:lnTo>
                    <a:pt x="5246733" y="675"/>
                  </a:lnTo>
                  <a:lnTo>
                    <a:pt x="5228716" y="2311"/>
                  </a:lnTo>
                  <a:lnTo>
                    <a:pt x="5196438" y="5534"/>
                  </a:lnTo>
                  <a:lnTo>
                    <a:pt x="5148194" y="10849"/>
                  </a:lnTo>
                  <a:lnTo>
                    <a:pt x="5084088" y="18672"/>
                  </a:lnTo>
                  <a:lnTo>
                    <a:pt x="5005910" y="29298"/>
                  </a:lnTo>
                  <a:lnTo>
                    <a:pt x="4916735" y="42882"/>
                  </a:lnTo>
                  <a:lnTo>
                    <a:pt x="4820338" y="59461"/>
                  </a:lnTo>
                  <a:lnTo>
                    <a:pt x="4720577" y="78994"/>
                  </a:lnTo>
                  <a:lnTo>
                    <a:pt x="4620899" y="101417"/>
                  </a:lnTo>
                  <a:lnTo>
                    <a:pt x="4524041" y="126690"/>
                  </a:lnTo>
                  <a:lnTo>
                    <a:pt x="4431926" y="154835"/>
                  </a:lnTo>
                  <a:lnTo>
                    <a:pt x="4345706" y="185961"/>
                  </a:lnTo>
                  <a:lnTo>
                    <a:pt x="4265888" y="220278"/>
                  </a:lnTo>
                  <a:lnTo>
                    <a:pt x="4192490" y="258096"/>
                  </a:lnTo>
                  <a:lnTo>
                    <a:pt x="4125181" y="299827"/>
                  </a:lnTo>
                  <a:lnTo>
                    <a:pt x="4063410" y="345968"/>
                  </a:lnTo>
                  <a:lnTo>
                    <a:pt x="4006498" y="397084"/>
                  </a:lnTo>
                  <a:lnTo>
                    <a:pt x="3953708" y="453769"/>
                  </a:lnTo>
                  <a:lnTo>
                    <a:pt x="3904295" y="516585"/>
                  </a:lnTo>
                  <a:lnTo>
                    <a:pt x="3857554" y="585961"/>
                  </a:lnTo>
                  <a:lnTo>
                    <a:pt x="3829811" y="632045"/>
                  </a:lnTo>
                  <a:lnTo>
                    <a:pt x="3796441" y="692427"/>
                  </a:lnTo>
                  <a:lnTo>
                    <a:pt x="3763840" y="756743"/>
                  </a:lnTo>
                  <a:lnTo>
                    <a:pt x="3731822" y="825072"/>
                  </a:lnTo>
                  <a:lnTo>
                    <a:pt x="3700233" y="897446"/>
                  </a:lnTo>
                  <a:lnTo>
                    <a:pt x="3668947" y="973840"/>
                  </a:lnTo>
                  <a:lnTo>
                    <a:pt x="3637861" y="1054174"/>
                  </a:lnTo>
                  <a:lnTo>
                    <a:pt x="3606894" y="1138301"/>
                  </a:lnTo>
                  <a:lnTo>
                    <a:pt x="3575984" y="1226012"/>
                  </a:lnTo>
                  <a:lnTo>
                    <a:pt x="3545086" y="1317031"/>
                  </a:lnTo>
                  <a:lnTo>
                    <a:pt x="3514169" y="1411015"/>
                  </a:lnTo>
                  <a:lnTo>
                    <a:pt x="3483217" y="1507564"/>
                  </a:lnTo>
                  <a:lnTo>
                    <a:pt x="3452223" y="1606222"/>
                  </a:lnTo>
                  <a:lnTo>
                    <a:pt x="3421190" y="1706484"/>
                  </a:lnTo>
                  <a:lnTo>
                    <a:pt x="3390128" y="1807811"/>
                  </a:lnTo>
                  <a:lnTo>
                    <a:pt x="3359052" y="1909638"/>
                  </a:lnTo>
                  <a:lnTo>
                    <a:pt x="3327979" y="2011388"/>
                  </a:lnTo>
                  <a:lnTo>
                    <a:pt x="3296924" y="2112487"/>
                  </a:lnTo>
                  <a:lnTo>
                    <a:pt x="3265900" y="2212375"/>
                  </a:lnTo>
                  <a:lnTo>
                    <a:pt x="3234917" y="2310521"/>
                  </a:lnTo>
                  <a:lnTo>
                    <a:pt x="3203975" y="2406433"/>
                  </a:lnTo>
                  <a:lnTo>
                    <a:pt x="3173066" y="2499668"/>
                  </a:lnTo>
                  <a:lnTo>
                    <a:pt x="3142168" y="2589840"/>
                  </a:lnTo>
                  <a:lnTo>
                    <a:pt x="3111248" y="2676626"/>
                  </a:lnTo>
                  <a:lnTo>
                    <a:pt x="3080257" y="2759765"/>
                  </a:lnTo>
                  <a:lnTo>
                    <a:pt x="3049126" y="2839067"/>
                  </a:lnTo>
                  <a:lnTo>
                    <a:pt x="3017771" y="2914401"/>
                  </a:lnTo>
                  <a:lnTo>
                    <a:pt x="2986081" y="2985702"/>
                  </a:lnTo>
                  <a:lnTo>
                    <a:pt x="2953925" y="3052963"/>
                  </a:lnTo>
                  <a:lnTo>
                    <a:pt x="2921140" y="3116226"/>
                  </a:lnTo>
                  <a:lnTo>
                    <a:pt x="2896531" y="3160226"/>
                  </a:lnTo>
                  <a:lnTo>
                    <a:pt x="2851117" y="3233738"/>
                  </a:lnTo>
                  <a:lnTo>
                    <a:pt x="2803429" y="3300559"/>
                  </a:lnTo>
                  <a:lnTo>
                    <a:pt x="2752806" y="3360960"/>
                  </a:lnTo>
                  <a:lnTo>
                    <a:pt x="2698522" y="3415437"/>
                  </a:lnTo>
                  <a:lnTo>
                    <a:pt x="2639830" y="3464573"/>
                  </a:lnTo>
                  <a:lnTo>
                    <a:pt x="2576008" y="3508958"/>
                  </a:lnTo>
                  <a:lnTo>
                    <a:pt x="2506417" y="3549132"/>
                  </a:lnTo>
                  <a:lnTo>
                    <a:pt x="2430577" y="3585563"/>
                  </a:lnTo>
                  <a:lnTo>
                    <a:pt x="2348276" y="3618623"/>
                  </a:lnTo>
                  <a:lnTo>
                    <a:pt x="2259701" y="3648585"/>
                  </a:lnTo>
                  <a:lnTo>
                    <a:pt x="2165588" y="3675620"/>
                  </a:lnTo>
                  <a:lnTo>
                    <a:pt x="2067375" y="3699800"/>
                  </a:lnTo>
                  <a:lnTo>
                    <a:pt x="1967299" y="3721121"/>
                  </a:lnTo>
                  <a:lnTo>
                    <a:pt x="1868390" y="3739527"/>
                  </a:lnTo>
                  <a:lnTo>
                    <a:pt x="1774302" y="3754958"/>
                  </a:lnTo>
                  <a:lnTo>
                    <a:pt x="1688927" y="3767396"/>
                  </a:lnTo>
                  <a:lnTo>
                    <a:pt x="1615846" y="3776920"/>
                  </a:lnTo>
                  <a:lnTo>
                    <a:pt x="1557705" y="3783738"/>
                  </a:lnTo>
                  <a:lnTo>
                    <a:pt x="1515677" y="3788195"/>
                  </a:lnTo>
                  <a:lnTo>
                    <a:pt x="1489172" y="3790746"/>
                  </a:lnTo>
                  <a:lnTo>
                    <a:pt x="1475815" y="3791917"/>
                  </a:lnTo>
                  <a:lnTo>
                    <a:pt x="1471646" y="3792251"/>
                  </a:lnTo>
                  <a:lnTo>
                    <a:pt x="1471387" y="3792271"/>
                  </a:lnTo>
                  <a:lnTo>
                    <a:pt x="0" y="3792271"/>
                  </a:lnTo>
                  <a:close/>
                </a:path>
              </a:pathLst>
            </a:custGeom>
            <a:solidFill>
              <a:srgbClr val="F28E5B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065" name="pl1065"/>
            <p:cNvSpPr/>
            <p:nvPr/>
          </p:nvSpPr>
          <p:spPr>
            <a:xfrm>
              <a:off x="4799595" y="3140845"/>
              <a:ext cx="11981298" cy="7494639"/>
            </a:xfrm>
            <a:custGeom>
              <a:avLst/>
              <a:pathLst>
                <a:path w="11981298" h="7494639">
                  <a:moveTo>
                    <a:pt x="0" y="3792271"/>
                  </a:moveTo>
                  <a:lnTo>
                    <a:pt x="1471387" y="3792271"/>
                  </a:lnTo>
                  <a:lnTo>
                    <a:pt x="1472472" y="3792188"/>
                  </a:lnTo>
                  <a:lnTo>
                    <a:pt x="1479609" y="3791595"/>
                  </a:lnTo>
                  <a:lnTo>
                    <a:pt x="1497626" y="3789959"/>
                  </a:lnTo>
                  <a:lnTo>
                    <a:pt x="1529904" y="3786736"/>
                  </a:lnTo>
                  <a:lnTo>
                    <a:pt x="1578148" y="3781422"/>
                  </a:lnTo>
                  <a:lnTo>
                    <a:pt x="1642254" y="3773598"/>
                  </a:lnTo>
                  <a:lnTo>
                    <a:pt x="1720432" y="3762972"/>
                  </a:lnTo>
                  <a:lnTo>
                    <a:pt x="1809607" y="3749388"/>
                  </a:lnTo>
                  <a:lnTo>
                    <a:pt x="1906004" y="3732810"/>
                  </a:lnTo>
                  <a:lnTo>
                    <a:pt x="2005765" y="3713276"/>
                  </a:lnTo>
                  <a:lnTo>
                    <a:pt x="2105443" y="3690853"/>
                  </a:lnTo>
                  <a:lnTo>
                    <a:pt x="2202301" y="3665580"/>
                  </a:lnTo>
                  <a:lnTo>
                    <a:pt x="2294416" y="3637435"/>
                  </a:lnTo>
                  <a:lnTo>
                    <a:pt x="2380637" y="3606309"/>
                  </a:lnTo>
                  <a:lnTo>
                    <a:pt x="2460454" y="3571993"/>
                  </a:lnTo>
                  <a:lnTo>
                    <a:pt x="2533852" y="3534174"/>
                  </a:lnTo>
                  <a:lnTo>
                    <a:pt x="2601161" y="3492443"/>
                  </a:lnTo>
                  <a:lnTo>
                    <a:pt x="2662932" y="3446302"/>
                  </a:lnTo>
                  <a:lnTo>
                    <a:pt x="2719844" y="3395186"/>
                  </a:lnTo>
                  <a:lnTo>
                    <a:pt x="2772634" y="3338501"/>
                  </a:lnTo>
                  <a:lnTo>
                    <a:pt x="2822047" y="3275685"/>
                  </a:lnTo>
                  <a:lnTo>
                    <a:pt x="2868789" y="3206309"/>
                  </a:lnTo>
                  <a:lnTo>
                    <a:pt x="2896531" y="3160226"/>
                  </a:lnTo>
                  <a:lnTo>
                    <a:pt x="2929901" y="3099843"/>
                  </a:lnTo>
                  <a:lnTo>
                    <a:pt x="2962502" y="3035527"/>
                  </a:lnTo>
                  <a:lnTo>
                    <a:pt x="2994520" y="2967198"/>
                  </a:lnTo>
                  <a:lnTo>
                    <a:pt x="3026109" y="2894825"/>
                  </a:lnTo>
                  <a:lnTo>
                    <a:pt x="3057395" y="2818430"/>
                  </a:lnTo>
                  <a:lnTo>
                    <a:pt x="3088481" y="2738096"/>
                  </a:lnTo>
                  <a:lnTo>
                    <a:pt x="3119448" y="2653969"/>
                  </a:lnTo>
                  <a:lnTo>
                    <a:pt x="3150358" y="2566258"/>
                  </a:lnTo>
                  <a:lnTo>
                    <a:pt x="3181256" y="2475240"/>
                  </a:lnTo>
                  <a:lnTo>
                    <a:pt x="3212173" y="2381255"/>
                  </a:lnTo>
                  <a:lnTo>
                    <a:pt x="3243125" y="2284706"/>
                  </a:lnTo>
                  <a:lnTo>
                    <a:pt x="3274119" y="2186048"/>
                  </a:lnTo>
                  <a:lnTo>
                    <a:pt x="3305152" y="2085786"/>
                  </a:lnTo>
                  <a:lnTo>
                    <a:pt x="3336214" y="1984459"/>
                  </a:lnTo>
                  <a:lnTo>
                    <a:pt x="3367290" y="1882632"/>
                  </a:lnTo>
                  <a:lnTo>
                    <a:pt x="3398363" y="1780882"/>
                  </a:lnTo>
                  <a:lnTo>
                    <a:pt x="3429419" y="1679783"/>
                  </a:lnTo>
                  <a:lnTo>
                    <a:pt x="3460442" y="1579895"/>
                  </a:lnTo>
                  <a:lnTo>
                    <a:pt x="3491425" y="1481749"/>
                  </a:lnTo>
                  <a:lnTo>
                    <a:pt x="3522367" y="1385837"/>
                  </a:lnTo>
                  <a:lnTo>
                    <a:pt x="3553276" y="1292602"/>
                  </a:lnTo>
                  <a:lnTo>
                    <a:pt x="3584174" y="1202430"/>
                  </a:lnTo>
                  <a:lnTo>
                    <a:pt x="3615094" y="1115645"/>
                  </a:lnTo>
                  <a:lnTo>
                    <a:pt x="3646086" y="1032505"/>
                  </a:lnTo>
                  <a:lnTo>
                    <a:pt x="3677216" y="953204"/>
                  </a:lnTo>
                  <a:lnTo>
                    <a:pt x="3708572" y="877869"/>
                  </a:lnTo>
                  <a:lnTo>
                    <a:pt x="3740261" y="806568"/>
                  </a:lnTo>
                  <a:lnTo>
                    <a:pt x="3772417" y="739308"/>
                  </a:lnTo>
                  <a:lnTo>
                    <a:pt x="3805203" y="676044"/>
                  </a:lnTo>
                  <a:lnTo>
                    <a:pt x="3829811" y="632045"/>
                  </a:lnTo>
                  <a:lnTo>
                    <a:pt x="3875225" y="558532"/>
                  </a:lnTo>
                  <a:lnTo>
                    <a:pt x="3922913" y="491711"/>
                  </a:lnTo>
                  <a:lnTo>
                    <a:pt x="3973536" y="431310"/>
                  </a:lnTo>
                  <a:lnTo>
                    <a:pt x="4027820" y="376833"/>
                  </a:lnTo>
                  <a:lnTo>
                    <a:pt x="4086512" y="327697"/>
                  </a:lnTo>
                  <a:lnTo>
                    <a:pt x="4150334" y="283312"/>
                  </a:lnTo>
                  <a:lnTo>
                    <a:pt x="4219926" y="243138"/>
                  </a:lnTo>
                  <a:lnTo>
                    <a:pt x="4295765" y="206708"/>
                  </a:lnTo>
                  <a:lnTo>
                    <a:pt x="4378066" y="173647"/>
                  </a:lnTo>
                  <a:lnTo>
                    <a:pt x="4466641" y="143685"/>
                  </a:lnTo>
                  <a:lnTo>
                    <a:pt x="4560754" y="116651"/>
                  </a:lnTo>
                  <a:lnTo>
                    <a:pt x="4658967" y="92470"/>
                  </a:lnTo>
                  <a:lnTo>
                    <a:pt x="4759043" y="71149"/>
                  </a:lnTo>
                  <a:lnTo>
                    <a:pt x="4857952" y="52743"/>
                  </a:lnTo>
                  <a:lnTo>
                    <a:pt x="4952040" y="37313"/>
                  </a:lnTo>
                  <a:lnTo>
                    <a:pt x="5037415" y="24874"/>
                  </a:lnTo>
                  <a:lnTo>
                    <a:pt x="5110496" y="15350"/>
                  </a:lnTo>
                  <a:lnTo>
                    <a:pt x="5168638" y="8532"/>
                  </a:lnTo>
                  <a:lnTo>
                    <a:pt x="5210665" y="4076"/>
                  </a:lnTo>
                  <a:lnTo>
                    <a:pt x="5237170" y="1525"/>
                  </a:lnTo>
                  <a:lnTo>
                    <a:pt x="5250527" y="354"/>
                  </a:lnTo>
                  <a:lnTo>
                    <a:pt x="5254696" y="19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067" y="108"/>
                  </a:lnTo>
                  <a:lnTo>
                    <a:pt x="6731871" y="881"/>
                  </a:lnTo>
                  <a:lnTo>
                    <a:pt x="6744128" y="3014"/>
                  </a:lnTo>
                  <a:lnTo>
                    <a:pt x="6766409" y="7221"/>
                  </a:lnTo>
                  <a:lnTo>
                    <a:pt x="6800363" y="14197"/>
                  </a:lnTo>
                  <a:lnTo>
                    <a:pt x="6846616" y="24563"/>
                  </a:lnTo>
                  <a:lnTo>
                    <a:pt x="6904747" y="38826"/>
                  </a:lnTo>
                  <a:lnTo>
                    <a:pt x="6973393" y="57338"/>
                  </a:lnTo>
                  <a:lnTo>
                    <a:pt x="7050475" y="80295"/>
                  </a:lnTo>
                  <a:lnTo>
                    <a:pt x="7133503" y="107757"/>
                  </a:lnTo>
                  <a:lnTo>
                    <a:pt x="7219886" y="139684"/>
                  </a:lnTo>
                  <a:lnTo>
                    <a:pt x="7307209" y="175994"/>
                  </a:lnTo>
                  <a:lnTo>
                    <a:pt x="7393416" y="216609"/>
                  </a:lnTo>
                  <a:lnTo>
                    <a:pt x="7476904" y="261503"/>
                  </a:lnTo>
                  <a:lnTo>
                    <a:pt x="7556546" y="310733"/>
                  </a:lnTo>
                  <a:lnTo>
                    <a:pt x="7631646" y="364459"/>
                  </a:lnTo>
                  <a:lnTo>
                    <a:pt x="7701880" y="422959"/>
                  </a:lnTo>
                  <a:lnTo>
                    <a:pt x="7767207" y="486625"/>
                  </a:lnTo>
                  <a:lnTo>
                    <a:pt x="7827801" y="555967"/>
                  </a:lnTo>
                  <a:lnTo>
                    <a:pt x="7883985" y="631598"/>
                  </a:lnTo>
                  <a:lnTo>
                    <a:pt x="7936176" y="714219"/>
                  </a:lnTo>
                  <a:lnTo>
                    <a:pt x="7984843" y="804594"/>
                  </a:lnTo>
                  <a:lnTo>
                    <a:pt x="8030482" y="903502"/>
                  </a:lnTo>
                  <a:lnTo>
                    <a:pt x="8073584" y="1011673"/>
                  </a:lnTo>
                  <a:lnTo>
                    <a:pt x="8114620" y="1129677"/>
                  </a:lnTo>
                  <a:lnTo>
                    <a:pt x="8151487" y="1249106"/>
                  </a:lnTo>
                  <a:lnTo>
                    <a:pt x="8175870" y="1335238"/>
                  </a:lnTo>
                  <a:lnTo>
                    <a:pt x="8199816" y="1425463"/>
                  </a:lnTo>
                  <a:lnTo>
                    <a:pt x="8223402" y="1519855"/>
                  </a:lnTo>
                  <a:lnTo>
                    <a:pt x="8246696" y="1618464"/>
                  </a:lnTo>
                  <a:lnTo>
                    <a:pt x="8269757" y="1721313"/>
                  </a:lnTo>
                  <a:lnTo>
                    <a:pt x="8292636" y="1828394"/>
                  </a:lnTo>
                  <a:lnTo>
                    <a:pt x="8315375" y="1939666"/>
                  </a:lnTo>
                  <a:lnTo>
                    <a:pt x="8338014" y="2055056"/>
                  </a:lnTo>
                  <a:lnTo>
                    <a:pt x="8360583" y="2174456"/>
                  </a:lnTo>
                  <a:lnTo>
                    <a:pt x="8383109" y="2297720"/>
                  </a:lnTo>
                  <a:lnTo>
                    <a:pt x="8405612" y="2424668"/>
                  </a:lnTo>
                  <a:lnTo>
                    <a:pt x="8428110" y="2555080"/>
                  </a:lnTo>
                  <a:lnTo>
                    <a:pt x="8450614" y="2688703"/>
                  </a:lnTo>
                  <a:lnTo>
                    <a:pt x="8473134" y="2825248"/>
                  </a:lnTo>
                  <a:lnTo>
                    <a:pt x="8495673" y="2964395"/>
                  </a:lnTo>
                  <a:lnTo>
                    <a:pt x="8518235" y="3105792"/>
                  </a:lnTo>
                  <a:lnTo>
                    <a:pt x="8540819" y="3249061"/>
                  </a:lnTo>
                  <a:lnTo>
                    <a:pt x="8563421" y="3393802"/>
                  </a:lnTo>
                  <a:lnTo>
                    <a:pt x="8586039" y="3539598"/>
                  </a:lnTo>
                  <a:lnTo>
                    <a:pt x="8608665" y="3686018"/>
                  </a:lnTo>
                  <a:lnTo>
                    <a:pt x="8631294" y="3832622"/>
                  </a:lnTo>
                  <a:lnTo>
                    <a:pt x="8653919" y="3978969"/>
                  </a:lnTo>
                  <a:lnTo>
                    <a:pt x="8676534" y="4124621"/>
                  </a:lnTo>
                  <a:lnTo>
                    <a:pt x="8699134" y="4269150"/>
                  </a:lnTo>
                  <a:lnTo>
                    <a:pt x="8721714" y="4412139"/>
                  </a:lnTo>
                  <a:lnTo>
                    <a:pt x="8744272" y="4553193"/>
                  </a:lnTo>
                  <a:lnTo>
                    <a:pt x="8766809" y="4691936"/>
                  </a:lnTo>
                  <a:lnTo>
                    <a:pt x="8789325" y="4828025"/>
                  </a:lnTo>
                  <a:lnTo>
                    <a:pt x="8811828" y="4961141"/>
                  </a:lnTo>
                  <a:lnTo>
                    <a:pt x="8834325" y="5091002"/>
                  </a:lnTo>
                  <a:lnTo>
                    <a:pt x="8856831" y="5217360"/>
                  </a:lnTo>
                  <a:lnTo>
                    <a:pt x="8879362" y="5340003"/>
                  </a:lnTo>
                  <a:lnTo>
                    <a:pt x="8901941" y="5458755"/>
                  </a:lnTo>
                  <a:lnTo>
                    <a:pt x="8924594" y="5573478"/>
                  </a:lnTo>
                  <a:lnTo>
                    <a:pt x="8947353" y="5684068"/>
                  </a:lnTo>
                  <a:lnTo>
                    <a:pt x="8970258" y="5790457"/>
                  </a:lnTo>
                  <a:lnTo>
                    <a:pt x="8993354" y="5892612"/>
                  </a:lnTo>
                  <a:lnTo>
                    <a:pt x="9016692" y="5990528"/>
                  </a:lnTo>
                  <a:lnTo>
                    <a:pt x="9040332" y="6084234"/>
                  </a:lnTo>
                  <a:lnTo>
                    <a:pt x="9064344" y="6173782"/>
                  </a:lnTo>
                  <a:lnTo>
                    <a:pt x="9084767" y="6245532"/>
                  </a:lnTo>
                  <a:lnTo>
                    <a:pt x="9124255" y="6372965"/>
                  </a:lnTo>
                  <a:lnTo>
                    <a:pt x="9165412" y="6490315"/>
                  </a:lnTo>
                  <a:lnTo>
                    <a:pt x="9208665" y="6597862"/>
                  </a:lnTo>
                  <a:lnTo>
                    <a:pt x="9254486" y="6696191"/>
                  </a:lnTo>
                  <a:lnTo>
                    <a:pt x="9303369" y="6786036"/>
                  </a:lnTo>
                  <a:lnTo>
                    <a:pt x="9355806" y="6868178"/>
                  </a:lnTo>
                  <a:lnTo>
                    <a:pt x="9412266" y="6943378"/>
                  </a:lnTo>
                  <a:lnTo>
                    <a:pt x="9473160" y="7012332"/>
                  </a:lnTo>
                  <a:lnTo>
                    <a:pt x="9538804" y="7075648"/>
                  </a:lnTo>
                  <a:lnTo>
                    <a:pt x="9609358" y="7133825"/>
                  </a:lnTo>
                  <a:lnTo>
                    <a:pt x="9684769" y="7187251"/>
                  </a:lnTo>
                  <a:lnTo>
                    <a:pt x="9764687" y="7236195"/>
                  </a:lnTo>
                  <a:lnTo>
                    <a:pt x="9848392" y="7280809"/>
                  </a:lnTo>
                  <a:lnTo>
                    <a:pt x="9934725" y="7321144"/>
                  </a:lnTo>
                  <a:lnTo>
                    <a:pt x="10022054" y="7357171"/>
                  </a:lnTo>
                  <a:lnTo>
                    <a:pt x="10108296" y="7388810"/>
                  </a:lnTo>
                  <a:lnTo>
                    <a:pt x="10191015" y="7415978"/>
                  </a:lnTo>
                  <a:lnTo>
                    <a:pt x="10267620" y="7438642"/>
                  </a:lnTo>
                  <a:lnTo>
                    <a:pt x="10335637" y="7456869"/>
                  </a:lnTo>
                  <a:lnTo>
                    <a:pt x="10393025" y="7470865"/>
                  </a:lnTo>
                  <a:lnTo>
                    <a:pt x="10438478" y="7480994"/>
                  </a:lnTo>
                  <a:lnTo>
                    <a:pt x="10471641" y="7487769"/>
                  </a:lnTo>
                  <a:lnTo>
                    <a:pt x="10493207" y="7491819"/>
                  </a:lnTo>
                  <a:lnTo>
                    <a:pt x="10504891" y="7493842"/>
                  </a:lnTo>
                  <a:lnTo>
                    <a:pt x="10509317" y="7494550"/>
                  </a:lnTo>
                  <a:lnTo>
                    <a:pt x="10509911" y="7494639"/>
                  </a:lnTo>
                  <a:lnTo>
                    <a:pt x="11981298" y="749463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66" name="pl1066"/>
            <p:cNvSpPr/>
            <p:nvPr/>
          </p:nvSpPr>
          <p:spPr>
            <a:xfrm>
              <a:off x="4799595" y="3116326"/>
              <a:ext cx="11981298" cy="7494639"/>
            </a:xfrm>
            <a:custGeom>
              <a:avLst/>
              <a:pathLst>
                <a:path w="11981298" h="7494639">
                  <a:moveTo>
                    <a:pt x="11981298" y="7494639"/>
                  </a:moveTo>
                  <a:lnTo>
                    <a:pt x="10509911" y="7494639"/>
                  </a:lnTo>
                  <a:lnTo>
                    <a:pt x="10509186" y="7494530"/>
                  </a:lnTo>
                  <a:lnTo>
                    <a:pt x="10504383" y="7493758"/>
                  </a:lnTo>
                  <a:lnTo>
                    <a:pt x="10492125" y="7491625"/>
                  </a:lnTo>
                  <a:lnTo>
                    <a:pt x="10469844" y="7487417"/>
                  </a:lnTo>
                  <a:lnTo>
                    <a:pt x="10435890" y="7480442"/>
                  </a:lnTo>
                  <a:lnTo>
                    <a:pt x="10389637" y="7470075"/>
                  </a:lnTo>
                  <a:lnTo>
                    <a:pt x="10331506" y="7455813"/>
                  </a:lnTo>
                  <a:lnTo>
                    <a:pt x="10262860" y="7437301"/>
                  </a:lnTo>
                  <a:lnTo>
                    <a:pt x="10185778" y="7414343"/>
                  </a:lnTo>
                  <a:lnTo>
                    <a:pt x="10102751" y="7386882"/>
                  </a:lnTo>
                  <a:lnTo>
                    <a:pt x="10016367" y="7354954"/>
                  </a:lnTo>
                  <a:lnTo>
                    <a:pt x="9929044" y="7318644"/>
                  </a:lnTo>
                  <a:lnTo>
                    <a:pt x="9842837" y="7278029"/>
                  </a:lnTo>
                  <a:lnTo>
                    <a:pt x="9759349" y="7233135"/>
                  </a:lnTo>
                  <a:lnTo>
                    <a:pt x="9679708" y="7183906"/>
                  </a:lnTo>
                  <a:lnTo>
                    <a:pt x="9604607" y="7130179"/>
                  </a:lnTo>
                  <a:lnTo>
                    <a:pt x="9534373" y="7071680"/>
                  </a:lnTo>
                  <a:lnTo>
                    <a:pt x="9469047" y="7008013"/>
                  </a:lnTo>
                  <a:lnTo>
                    <a:pt x="9408452" y="6938671"/>
                  </a:lnTo>
                  <a:lnTo>
                    <a:pt x="9352268" y="6863041"/>
                  </a:lnTo>
                  <a:lnTo>
                    <a:pt x="9300078" y="6780420"/>
                  </a:lnTo>
                  <a:lnTo>
                    <a:pt x="9251410" y="6690045"/>
                  </a:lnTo>
                  <a:lnTo>
                    <a:pt x="9205771" y="6591136"/>
                  </a:lnTo>
                  <a:lnTo>
                    <a:pt x="9162669" y="6482965"/>
                  </a:lnTo>
                  <a:lnTo>
                    <a:pt x="9121633" y="6364962"/>
                  </a:lnTo>
                  <a:lnTo>
                    <a:pt x="9084767" y="6245532"/>
                  </a:lnTo>
                  <a:lnTo>
                    <a:pt x="9060384" y="6159400"/>
                  </a:lnTo>
                  <a:lnTo>
                    <a:pt x="9036437" y="6069176"/>
                  </a:lnTo>
                  <a:lnTo>
                    <a:pt x="9012851" y="5974784"/>
                  </a:lnTo>
                  <a:lnTo>
                    <a:pt x="8989557" y="5876174"/>
                  </a:lnTo>
                  <a:lnTo>
                    <a:pt x="8966496" y="5773325"/>
                  </a:lnTo>
                  <a:lnTo>
                    <a:pt x="8943618" y="5666245"/>
                  </a:lnTo>
                  <a:lnTo>
                    <a:pt x="8920878" y="5554973"/>
                  </a:lnTo>
                  <a:lnTo>
                    <a:pt x="8898239" y="5439582"/>
                  </a:lnTo>
                  <a:lnTo>
                    <a:pt x="8875670" y="5320183"/>
                  </a:lnTo>
                  <a:lnTo>
                    <a:pt x="8853145" y="5196918"/>
                  </a:lnTo>
                  <a:lnTo>
                    <a:pt x="8830641" y="5069971"/>
                  </a:lnTo>
                  <a:lnTo>
                    <a:pt x="8808143" y="4939559"/>
                  </a:lnTo>
                  <a:lnTo>
                    <a:pt x="8785639" y="4805935"/>
                  </a:lnTo>
                  <a:lnTo>
                    <a:pt x="8763120" y="4669390"/>
                  </a:lnTo>
                  <a:lnTo>
                    <a:pt x="8740580" y="4530243"/>
                  </a:lnTo>
                  <a:lnTo>
                    <a:pt x="8718018" y="4388847"/>
                  </a:lnTo>
                  <a:lnTo>
                    <a:pt x="8695435" y="4245578"/>
                  </a:lnTo>
                  <a:lnTo>
                    <a:pt x="8672832" y="4100836"/>
                  </a:lnTo>
                  <a:lnTo>
                    <a:pt x="8650215" y="3955040"/>
                  </a:lnTo>
                  <a:lnTo>
                    <a:pt x="8627588" y="3808621"/>
                  </a:lnTo>
                  <a:lnTo>
                    <a:pt x="8604959" y="3662017"/>
                  </a:lnTo>
                  <a:lnTo>
                    <a:pt x="8582334" y="3515670"/>
                  </a:lnTo>
                  <a:lnTo>
                    <a:pt x="8559719" y="3370017"/>
                  </a:lnTo>
                  <a:lnTo>
                    <a:pt x="8537119" y="3225489"/>
                  </a:lnTo>
                  <a:lnTo>
                    <a:pt x="8514539" y="3082499"/>
                  </a:lnTo>
                  <a:lnTo>
                    <a:pt x="8491981" y="2941446"/>
                  </a:lnTo>
                  <a:lnTo>
                    <a:pt x="8469445" y="2802702"/>
                  </a:lnTo>
                  <a:lnTo>
                    <a:pt x="8446928" y="2666614"/>
                  </a:lnTo>
                  <a:lnTo>
                    <a:pt x="8424426" y="2533498"/>
                  </a:lnTo>
                  <a:lnTo>
                    <a:pt x="8401928" y="2403636"/>
                  </a:lnTo>
                  <a:lnTo>
                    <a:pt x="8379422" y="2277278"/>
                  </a:lnTo>
                  <a:lnTo>
                    <a:pt x="8356891" y="2154635"/>
                  </a:lnTo>
                  <a:lnTo>
                    <a:pt x="8334312" y="2035883"/>
                  </a:lnTo>
                  <a:lnTo>
                    <a:pt x="8311660" y="1921160"/>
                  </a:lnTo>
                  <a:lnTo>
                    <a:pt x="8288900" y="1810571"/>
                  </a:lnTo>
                  <a:lnTo>
                    <a:pt x="8265995" y="1704181"/>
                  </a:lnTo>
                  <a:lnTo>
                    <a:pt x="8242899" y="1602027"/>
                  </a:lnTo>
                  <a:lnTo>
                    <a:pt x="8219562" y="1504110"/>
                  </a:lnTo>
                  <a:lnTo>
                    <a:pt x="8195921" y="1410405"/>
                  </a:lnTo>
                  <a:lnTo>
                    <a:pt x="8171909" y="1320856"/>
                  </a:lnTo>
                  <a:lnTo>
                    <a:pt x="8151487" y="1249106"/>
                  </a:lnTo>
                  <a:lnTo>
                    <a:pt x="8111998" y="1121673"/>
                  </a:lnTo>
                  <a:lnTo>
                    <a:pt x="8070841" y="1004323"/>
                  </a:lnTo>
                  <a:lnTo>
                    <a:pt x="8027588" y="896776"/>
                  </a:lnTo>
                  <a:lnTo>
                    <a:pt x="7981767" y="798447"/>
                  </a:lnTo>
                  <a:lnTo>
                    <a:pt x="7932884" y="708602"/>
                  </a:lnTo>
                  <a:lnTo>
                    <a:pt x="7880447" y="626460"/>
                  </a:lnTo>
                  <a:lnTo>
                    <a:pt x="7823988" y="551260"/>
                  </a:lnTo>
                  <a:lnTo>
                    <a:pt x="7763093" y="482306"/>
                  </a:lnTo>
                  <a:lnTo>
                    <a:pt x="7697449" y="418991"/>
                  </a:lnTo>
                  <a:lnTo>
                    <a:pt x="7626895" y="360813"/>
                  </a:lnTo>
                  <a:lnTo>
                    <a:pt x="7551484" y="307387"/>
                  </a:lnTo>
                  <a:lnTo>
                    <a:pt x="7471566" y="258444"/>
                  </a:lnTo>
                  <a:lnTo>
                    <a:pt x="7387861" y="213830"/>
                  </a:lnTo>
                  <a:lnTo>
                    <a:pt x="7301528" y="173494"/>
                  </a:lnTo>
                  <a:lnTo>
                    <a:pt x="7214199" y="137467"/>
                  </a:lnTo>
                  <a:lnTo>
                    <a:pt x="7127958" y="105829"/>
                  </a:lnTo>
                  <a:lnTo>
                    <a:pt x="7045239" y="78661"/>
                  </a:lnTo>
                  <a:lnTo>
                    <a:pt x="6968633" y="55996"/>
                  </a:lnTo>
                  <a:lnTo>
                    <a:pt x="6900616" y="37769"/>
                  </a:lnTo>
                  <a:lnTo>
                    <a:pt x="6843228" y="23773"/>
                  </a:lnTo>
                  <a:lnTo>
                    <a:pt x="6797775" y="13644"/>
                  </a:lnTo>
                  <a:lnTo>
                    <a:pt x="6764613" y="6869"/>
                  </a:lnTo>
                  <a:lnTo>
                    <a:pt x="6743046" y="2819"/>
                  </a:lnTo>
                  <a:lnTo>
                    <a:pt x="6731363" y="797"/>
                  </a:lnTo>
                  <a:lnTo>
                    <a:pt x="6726936" y="88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871" y="83"/>
                  </a:lnTo>
                  <a:lnTo>
                    <a:pt x="5246733" y="675"/>
                  </a:lnTo>
                  <a:lnTo>
                    <a:pt x="5228716" y="2311"/>
                  </a:lnTo>
                  <a:lnTo>
                    <a:pt x="5196438" y="5534"/>
                  </a:lnTo>
                  <a:lnTo>
                    <a:pt x="5148194" y="10849"/>
                  </a:lnTo>
                  <a:lnTo>
                    <a:pt x="5084088" y="18672"/>
                  </a:lnTo>
                  <a:lnTo>
                    <a:pt x="5005910" y="29298"/>
                  </a:lnTo>
                  <a:lnTo>
                    <a:pt x="4916735" y="42882"/>
                  </a:lnTo>
                  <a:lnTo>
                    <a:pt x="4820338" y="59461"/>
                  </a:lnTo>
                  <a:lnTo>
                    <a:pt x="4720577" y="78994"/>
                  </a:lnTo>
                  <a:lnTo>
                    <a:pt x="4620899" y="101417"/>
                  </a:lnTo>
                  <a:lnTo>
                    <a:pt x="4524041" y="126690"/>
                  </a:lnTo>
                  <a:lnTo>
                    <a:pt x="4431926" y="154835"/>
                  </a:lnTo>
                  <a:lnTo>
                    <a:pt x="4345706" y="185961"/>
                  </a:lnTo>
                  <a:lnTo>
                    <a:pt x="4265888" y="220278"/>
                  </a:lnTo>
                  <a:lnTo>
                    <a:pt x="4192490" y="258096"/>
                  </a:lnTo>
                  <a:lnTo>
                    <a:pt x="4125181" y="299827"/>
                  </a:lnTo>
                  <a:lnTo>
                    <a:pt x="4063410" y="345968"/>
                  </a:lnTo>
                  <a:lnTo>
                    <a:pt x="4006498" y="397084"/>
                  </a:lnTo>
                  <a:lnTo>
                    <a:pt x="3953708" y="453769"/>
                  </a:lnTo>
                  <a:lnTo>
                    <a:pt x="3904295" y="516585"/>
                  </a:lnTo>
                  <a:lnTo>
                    <a:pt x="3857554" y="585961"/>
                  </a:lnTo>
                  <a:lnTo>
                    <a:pt x="3829811" y="632045"/>
                  </a:lnTo>
                  <a:lnTo>
                    <a:pt x="3796441" y="692427"/>
                  </a:lnTo>
                  <a:lnTo>
                    <a:pt x="3763840" y="756743"/>
                  </a:lnTo>
                  <a:lnTo>
                    <a:pt x="3731822" y="825072"/>
                  </a:lnTo>
                  <a:lnTo>
                    <a:pt x="3700233" y="897446"/>
                  </a:lnTo>
                  <a:lnTo>
                    <a:pt x="3668947" y="973840"/>
                  </a:lnTo>
                  <a:lnTo>
                    <a:pt x="3637861" y="1054174"/>
                  </a:lnTo>
                  <a:lnTo>
                    <a:pt x="3606894" y="1138301"/>
                  </a:lnTo>
                  <a:lnTo>
                    <a:pt x="3575984" y="1226012"/>
                  </a:lnTo>
                  <a:lnTo>
                    <a:pt x="3545086" y="1317031"/>
                  </a:lnTo>
                  <a:lnTo>
                    <a:pt x="3514169" y="1411015"/>
                  </a:lnTo>
                  <a:lnTo>
                    <a:pt x="3483217" y="1507564"/>
                  </a:lnTo>
                  <a:lnTo>
                    <a:pt x="3452223" y="1606222"/>
                  </a:lnTo>
                  <a:lnTo>
                    <a:pt x="3421190" y="1706484"/>
                  </a:lnTo>
                  <a:lnTo>
                    <a:pt x="3390128" y="1807811"/>
                  </a:lnTo>
                  <a:lnTo>
                    <a:pt x="3359052" y="1909638"/>
                  </a:lnTo>
                  <a:lnTo>
                    <a:pt x="3327979" y="2011388"/>
                  </a:lnTo>
                  <a:lnTo>
                    <a:pt x="3296924" y="2112487"/>
                  </a:lnTo>
                  <a:lnTo>
                    <a:pt x="3265900" y="2212375"/>
                  </a:lnTo>
                  <a:lnTo>
                    <a:pt x="3234917" y="2310521"/>
                  </a:lnTo>
                  <a:lnTo>
                    <a:pt x="3203975" y="2406433"/>
                  </a:lnTo>
                  <a:lnTo>
                    <a:pt x="3173066" y="2499668"/>
                  </a:lnTo>
                  <a:lnTo>
                    <a:pt x="3142168" y="2589840"/>
                  </a:lnTo>
                  <a:lnTo>
                    <a:pt x="3111248" y="2676626"/>
                  </a:lnTo>
                  <a:lnTo>
                    <a:pt x="3080257" y="2759765"/>
                  </a:lnTo>
                  <a:lnTo>
                    <a:pt x="3049126" y="2839067"/>
                  </a:lnTo>
                  <a:lnTo>
                    <a:pt x="3017771" y="2914401"/>
                  </a:lnTo>
                  <a:lnTo>
                    <a:pt x="2986081" y="2985702"/>
                  </a:lnTo>
                  <a:lnTo>
                    <a:pt x="2953925" y="3052963"/>
                  </a:lnTo>
                  <a:lnTo>
                    <a:pt x="2921140" y="3116226"/>
                  </a:lnTo>
                  <a:lnTo>
                    <a:pt x="2896531" y="3160226"/>
                  </a:lnTo>
                  <a:lnTo>
                    <a:pt x="2851117" y="3233738"/>
                  </a:lnTo>
                  <a:lnTo>
                    <a:pt x="2803429" y="3300559"/>
                  </a:lnTo>
                  <a:lnTo>
                    <a:pt x="2752806" y="3360960"/>
                  </a:lnTo>
                  <a:lnTo>
                    <a:pt x="2698522" y="3415437"/>
                  </a:lnTo>
                  <a:lnTo>
                    <a:pt x="2639830" y="3464573"/>
                  </a:lnTo>
                  <a:lnTo>
                    <a:pt x="2576008" y="3508958"/>
                  </a:lnTo>
                  <a:lnTo>
                    <a:pt x="2506417" y="3549132"/>
                  </a:lnTo>
                  <a:lnTo>
                    <a:pt x="2430577" y="3585563"/>
                  </a:lnTo>
                  <a:lnTo>
                    <a:pt x="2348276" y="3618623"/>
                  </a:lnTo>
                  <a:lnTo>
                    <a:pt x="2259701" y="3648585"/>
                  </a:lnTo>
                  <a:lnTo>
                    <a:pt x="2165588" y="3675620"/>
                  </a:lnTo>
                  <a:lnTo>
                    <a:pt x="2067375" y="3699800"/>
                  </a:lnTo>
                  <a:lnTo>
                    <a:pt x="1967299" y="3721121"/>
                  </a:lnTo>
                  <a:lnTo>
                    <a:pt x="1868390" y="3739527"/>
                  </a:lnTo>
                  <a:lnTo>
                    <a:pt x="1774302" y="3754958"/>
                  </a:lnTo>
                  <a:lnTo>
                    <a:pt x="1688927" y="3767396"/>
                  </a:lnTo>
                  <a:lnTo>
                    <a:pt x="1615846" y="3776920"/>
                  </a:lnTo>
                  <a:lnTo>
                    <a:pt x="1557705" y="3783738"/>
                  </a:lnTo>
                  <a:lnTo>
                    <a:pt x="1515677" y="3788195"/>
                  </a:lnTo>
                  <a:lnTo>
                    <a:pt x="1489172" y="3790746"/>
                  </a:lnTo>
                  <a:lnTo>
                    <a:pt x="1475815" y="3791917"/>
                  </a:lnTo>
                  <a:lnTo>
                    <a:pt x="1471646" y="3792251"/>
                  </a:lnTo>
                  <a:lnTo>
                    <a:pt x="1471387" y="3792271"/>
                  </a:lnTo>
                  <a:lnTo>
                    <a:pt x="0" y="379227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67" name="pg1067"/>
            <p:cNvSpPr/>
            <p:nvPr/>
          </p:nvSpPr>
          <p:spPr>
            <a:xfrm>
              <a:off x="4799595" y="2617773"/>
              <a:ext cx="11981298" cy="5631195"/>
            </a:xfrm>
            <a:custGeom>
              <a:avLst/>
              <a:pathLst>
                <a:path w="11981298" h="5631195">
                  <a:moveTo>
                    <a:pt x="0" y="5108123"/>
                  </a:moveTo>
                  <a:lnTo>
                    <a:pt x="1471387" y="5108123"/>
                  </a:lnTo>
                  <a:lnTo>
                    <a:pt x="1472621" y="5108137"/>
                  </a:lnTo>
                  <a:lnTo>
                    <a:pt x="1480722" y="5108230"/>
                  </a:lnTo>
                  <a:lnTo>
                    <a:pt x="1501090" y="5108488"/>
                  </a:lnTo>
                  <a:lnTo>
                    <a:pt x="1537378" y="5108995"/>
                  </a:lnTo>
                  <a:lnTo>
                    <a:pt x="1591209" y="5109830"/>
                  </a:lnTo>
                  <a:lnTo>
                    <a:pt x="1662056" y="5111055"/>
                  </a:lnTo>
                  <a:lnTo>
                    <a:pt x="1747467" y="5112710"/>
                  </a:lnTo>
                  <a:lnTo>
                    <a:pt x="1843634" y="5114813"/>
                  </a:lnTo>
                  <a:lnTo>
                    <a:pt x="1946152" y="5117366"/>
                  </a:lnTo>
                  <a:lnTo>
                    <a:pt x="2050748" y="5120360"/>
                  </a:lnTo>
                  <a:lnTo>
                    <a:pt x="2153811" y="5123786"/>
                  </a:lnTo>
                  <a:lnTo>
                    <a:pt x="2252652" y="5127642"/>
                  </a:lnTo>
                  <a:lnTo>
                    <a:pt x="2345545" y="5131937"/>
                  </a:lnTo>
                  <a:lnTo>
                    <a:pt x="2431607" y="5136697"/>
                  </a:lnTo>
                  <a:lnTo>
                    <a:pt x="2510618" y="5141966"/>
                  </a:lnTo>
                  <a:lnTo>
                    <a:pt x="2582832" y="5147803"/>
                  </a:lnTo>
                  <a:lnTo>
                    <a:pt x="2648813" y="5154282"/>
                  </a:lnTo>
                  <a:lnTo>
                    <a:pt x="2709307" y="5161489"/>
                  </a:lnTo>
                  <a:lnTo>
                    <a:pt x="2765144" y="5169518"/>
                  </a:lnTo>
                  <a:lnTo>
                    <a:pt x="2817176" y="5178459"/>
                  </a:lnTo>
                  <a:lnTo>
                    <a:pt x="2866215" y="5188382"/>
                  </a:lnTo>
                  <a:lnTo>
                    <a:pt x="2896531" y="5195302"/>
                  </a:lnTo>
                  <a:lnTo>
                    <a:pt x="2950994" y="5209287"/>
                  </a:lnTo>
                  <a:lnTo>
                    <a:pt x="3003698" y="5224758"/>
                  </a:lnTo>
                  <a:lnTo>
                    <a:pt x="3055338" y="5241734"/>
                  </a:lnTo>
                  <a:lnTo>
                    <a:pt x="3106412" y="5260180"/>
                  </a:lnTo>
                  <a:lnTo>
                    <a:pt x="3157259" y="5279995"/>
                  </a:lnTo>
                  <a:lnTo>
                    <a:pt x="3208091" y="5301014"/>
                  </a:lnTo>
                  <a:lnTo>
                    <a:pt x="3259011" y="5323008"/>
                  </a:lnTo>
                  <a:lnTo>
                    <a:pt x="3310039" y="5345693"/>
                  </a:lnTo>
                  <a:lnTo>
                    <a:pt x="3361138" y="5368740"/>
                  </a:lnTo>
                  <a:lnTo>
                    <a:pt x="3412240" y="5391802"/>
                  </a:lnTo>
                  <a:lnTo>
                    <a:pt x="3463276" y="5414527"/>
                  </a:lnTo>
                  <a:lnTo>
                    <a:pt x="3514204" y="5436587"/>
                  </a:lnTo>
                  <a:lnTo>
                    <a:pt x="3565041" y="5457693"/>
                  </a:lnTo>
                  <a:lnTo>
                    <a:pt x="3615881" y="5477611"/>
                  </a:lnTo>
                  <a:lnTo>
                    <a:pt x="3666926" y="5496170"/>
                  </a:lnTo>
                  <a:lnTo>
                    <a:pt x="3718505" y="5513266"/>
                  </a:lnTo>
                  <a:lnTo>
                    <a:pt x="3771102" y="5528856"/>
                  </a:lnTo>
                  <a:lnTo>
                    <a:pt x="3825394" y="5542957"/>
                  </a:lnTo>
                  <a:lnTo>
                    <a:pt x="3829811" y="5544017"/>
                  </a:lnTo>
                  <a:lnTo>
                    <a:pt x="3877315" y="5554590"/>
                  </a:lnTo>
                  <a:lnTo>
                    <a:pt x="3927332" y="5564157"/>
                  </a:lnTo>
                  <a:lnTo>
                    <a:pt x="3980624" y="5572763"/>
                  </a:lnTo>
                  <a:lnTo>
                    <a:pt x="4038023" y="5580488"/>
                  </a:lnTo>
                  <a:lnTo>
                    <a:pt x="4100380" y="5587426"/>
                  </a:lnTo>
                  <a:lnTo>
                    <a:pt x="4168505" y="5593666"/>
                  </a:lnTo>
                  <a:lnTo>
                    <a:pt x="4243091" y="5599293"/>
                  </a:lnTo>
                  <a:lnTo>
                    <a:pt x="4324607" y="5604374"/>
                  </a:lnTo>
                  <a:lnTo>
                    <a:pt x="4413160" y="5608965"/>
                  </a:lnTo>
                  <a:lnTo>
                    <a:pt x="4508315" y="5613101"/>
                  </a:lnTo>
                  <a:lnTo>
                    <a:pt x="4608908" y="5616803"/>
                  </a:lnTo>
                  <a:lnTo>
                    <a:pt x="4712876" y="5620076"/>
                  </a:lnTo>
                  <a:lnTo>
                    <a:pt x="4817188" y="5622914"/>
                  </a:lnTo>
                  <a:lnTo>
                    <a:pt x="4917953" y="5625308"/>
                  </a:lnTo>
                  <a:lnTo>
                    <a:pt x="5010776" y="5627250"/>
                  </a:lnTo>
                  <a:lnTo>
                    <a:pt x="5091377" y="5628748"/>
                  </a:lnTo>
                  <a:lnTo>
                    <a:pt x="5156348" y="5629828"/>
                  </a:lnTo>
                  <a:lnTo>
                    <a:pt x="5203875" y="5630538"/>
                  </a:lnTo>
                  <a:lnTo>
                    <a:pt x="5234191" y="5630947"/>
                  </a:lnTo>
                  <a:lnTo>
                    <a:pt x="5249670" y="5631137"/>
                  </a:lnTo>
                  <a:lnTo>
                    <a:pt x="5254619" y="5631192"/>
                  </a:lnTo>
                  <a:lnTo>
                    <a:pt x="5254955" y="5631195"/>
                  </a:lnTo>
                  <a:lnTo>
                    <a:pt x="6726343" y="5631195"/>
                  </a:lnTo>
                  <a:lnTo>
                    <a:pt x="6727183" y="5631100"/>
                  </a:lnTo>
                  <a:lnTo>
                    <a:pt x="6732745" y="5630425"/>
                  </a:lnTo>
                  <a:lnTo>
                    <a:pt x="6746883" y="5628558"/>
                  </a:lnTo>
                  <a:lnTo>
                    <a:pt x="6772457" y="5624879"/>
                  </a:lnTo>
                  <a:lnTo>
                    <a:pt x="6811176" y="5618788"/>
                  </a:lnTo>
                  <a:lnTo>
                    <a:pt x="6863480" y="5609764"/>
                  </a:lnTo>
                  <a:lnTo>
                    <a:pt x="6928551" y="5597401"/>
                  </a:lnTo>
                  <a:lnTo>
                    <a:pt x="7004490" y="5581439"/>
                  </a:lnTo>
                  <a:lnTo>
                    <a:pt x="7088651" y="5561754"/>
                  </a:lnTo>
                  <a:lnTo>
                    <a:pt x="7178047" y="5538338"/>
                  </a:lnTo>
                  <a:lnTo>
                    <a:pt x="7269734" y="5511250"/>
                  </a:lnTo>
                  <a:lnTo>
                    <a:pt x="7361108" y="5480563"/>
                  </a:lnTo>
                  <a:lnTo>
                    <a:pt x="7450086" y="5446322"/>
                  </a:lnTo>
                  <a:lnTo>
                    <a:pt x="7535164" y="5408505"/>
                  </a:lnTo>
                  <a:lnTo>
                    <a:pt x="7615388" y="5367000"/>
                  </a:lnTo>
                  <a:lnTo>
                    <a:pt x="7690279" y="5321592"/>
                  </a:lnTo>
                  <a:lnTo>
                    <a:pt x="7759732" y="5271956"/>
                  </a:lnTo>
                  <a:lnTo>
                    <a:pt x="7823918" y="5217663"/>
                  </a:lnTo>
                  <a:lnTo>
                    <a:pt x="7883198" y="5158185"/>
                  </a:lnTo>
                  <a:lnTo>
                    <a:pt x="7938053" y="5092913"/>
                  </a:lnTo>
                  <a:lnTo>
                    <a:pt x="7989030" y="5021180"/>
                  </a:lnTo>
                  <a:lnTo>
                    <a:pt x="8036705" y="4942306"/>
                  </a:lnTo>
                  <a:lnTo>
                    <a:pt x="8081648" y="4855667"/>
                  </a:lnTo>
                  <a:lnTo>
                    <a:pt x="8124400" y="4760803"/>
                  </a:lnTo>
                  <a:lnTo>
                    <a:pt x="8151487" y="4694025"/>
                  </a:lnTo>
                  <a:lnTo>
                    <a:pt x="8179417" y="4619642"/>
                  </a:lnTo>
                  <a:lnTo>
                    <a:pt x="8206787" y="4541207"/>
                  </a:lnTo>
                  <a:lnTo>
                    <a:pt x="8233711" y="4458642"/>
                  </a:lnTo>
                  <a:lnTo>
                    <a:pt x="8260286" y="4371901"/>
                  </a:lnTo>
                  <a:lnTo>
                    <a:pt x="8286594" y="4280976"/>
                  </a:lnTo>
                  <a:lnTo>
                    <a:pt x="8312706" y="4185902"/>
                  </a:lnTo>
                  <a:lnTo>
                    <a:pt x="8338678" y="4086752"/>
                  </a:lnTo>
                  <a:lnTo>
                    <a:pt x="8364560" y="3983649"/>
                  </a:lnTo>
                  <a:lnTo>
                    <a:pt x="8390390" y="3876761"/>
                  </a:lnTo>
                  <a:lnTo>
                    <a:pt x="8416199" y="3766304"/>
                  </a:lnTo>
                  <a:lnTo>
                    <a:pt x="8442007" y="3652541"/>
                  </a:lnTo>
                  <a:lnTo>
                    <a:pt x="8467832" y="3535781"/>
                  </a:lnTo>
                  <a:lnTo>
                    <a:pt x="8493683" y="3416378"/>
                  </a:lnTo>
                  <a:lnTo>
                    <a:pt x="8519562" y="3294721"/>
                  </a:lnTo>
                  <a:lnTo>
                    <a:pt x="8545470" y="3171240"/>
                  </a:lnTo>
                  <a:lnTo>
                    <a:pt x="8571402" y="3046389"/>
                  </a:lnTo>
                  <a:lnTo>
                    <a:pt x="8597350" y="2920647"/>
                  </a:lnTo>
                  <a:lnTo>
                    <a:pt x="8623306" y="2794505"/>
                  </a:lnTo>
                  <a:lnTo>
                    <a:pt x="8649260" y="2668463"/>
                  </a:lnTo>
                  <a:lnTo>
                    <a:pt x="8675203" y="2543018"/>
                  </a:lnTo>
                  <a:lnTo>
                    <a:pt x="8701126" y="2418658"/>
                  </a:lnTo>
                  <a:lnTo>
                    <a:pt x="8727023" y="2295851"/>
                  </a:lnTo>
                  <a:lnTo>
                    <a:pt x="8752890" y="2175045"/>
                  </a:lnTo>
                  <a:lnTo>
                    <a:pt x="8778730" y="2056651"/>
                  </a:lnTo>
                  <a:lnTo>
                    <a:pt x="8804547" y="1941048"/>
                  </a:lnTo>
                  <a:lnTo>
                    <a:pt x="8830353" y="1828570"/>
                  </a:lnTo>
                  <a:lnTo>
                    <a:pt x="8856167" y="1719508"/>
                  </a:lnTo>
                  <a:lnTo>
                    <a:pt x="8882014" y="1614107"/>
                  </a:lnTo>
                  <a:lnTo>
                    <a:pt x="8907927" y="1512565"/>
                  </a:lnTo>
                  <a:lnTo>
                    <a:pt x="8933949" y="1415029"/>
                  </a:lnTo>
                  <a:lnTo>
                    <a:pt x="8960131" y="1321604"/>
                  </a:lnTo>
                  <a:lnTo>
                    <a:pt x="8986536" y="1232348"/>
                  </a:lnTo>
                  <a:lnTo>
                    <a:pt x="9013240" y="1147276"/>
                  </a:lnTo>
                  <a:lnTo>
                    <a:pt x="9040330" y="1066367"/>
                  </a:lnTo>
                  <a:lnTo>
                    <a:pt x="9067909" y="989560"/>
                  </a:lnTo>
                  <a:lnTo>
                    <a:pt x="9084767" y="945343"/>
                  </a:lnTo>
                  <a:lnTo>
                    <a:pt x="9126346" y="844982"/>
                  </a:lnTo>
                  <a:lnTo>
                    <a:pt x="9169794" y="752983"/>
                  </a:lnTo>
                  <a:lnTo>
                    <a:pt x="9215614" y="669079"/>
                  </a:lnTo>
                  <a:lnTo>
                    <a:pt x="9264360" y="592737"/>
                  </a:lnTo>
                  <a:lnTo>
                    <a:pt x="9316607" y="523304"/>
                  </a:lnTo>
                  <a:lnTo>
                    <a:pt x="9372924" y="460098"/>
                  </a:lnTo>
                  <a:lnTo>
                    <a:pt x="9433843" y="402469"/>
                  </a:lnTo>
                  <a:lnTo>
                    <a:pt x="9499808" y="349833"/>
                  </a:lnTo>
                  <a:lnTo>
                    <a:pt x="9571125" y="301695"/>
                  </a:lnTo>
                  <a:lnTo>
                    <a:pt x="9647879" y="257661"/>
                  </a:lnTo>
                  <a:lnTo>
                    <a:pt x="9729849" y="217444"/>
                  </a:lnTo>
                  <a:lnTo>
                    <a:pt x="9816403" y="180865"/>
                  </a:lnTo>
                  <a:lnTo>
                    <a:pt x="9906405" y="147845"/>
                  </a:lnTo>
                  <a:lnTo>
                    <a:pt x="9998150" y="118389"/>
                  </a:lnTo>
                  <a:lnTo>
                    <a:pt x="10089364" y="92555"/>
                  </a:lnTo>
                  <a:lnTo>
                    <a:pt x="10177301" y="70419"/>
                  </a:lnTo>
                  <a:lnTo>
                    <a:pt x="10258962" y="52021"/>
                  </a:lnTo>
                  <a:lnTo>
                    <a:pt x="10331431" y="37317"/>
                  </a:lnTo>
                  <a:lnTo>
                    <a:pt x="10392275" y="26140"/>
                  </a:lnTo>
                  <a:lnTo>
                    <a:pt x="10439936" y="18178"/>
                  </a:lnTo>
                  <a:lnTo>
                    <a:pt x="10474017" y="12980"/>
                  </a:lnTo>
                  <a:lnTo>
                    <a:pt x="10495402" y="9994"/>
                  </a:lnTo>
                  <a:lnTo>
                    <a:pt x="10506214" y="8608"/>
                  </a:lnTo>
                  <a:lnTo>
                    <a:pt x="10509669" y="8199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9070" y="94"/>
                  </a:lnTo>
                  <a:lnTo>
                    <a:pt x="10503508" y="770"/>
                  </a:lnTo>
                  <a:lnTo>
                    <a:pt x="10489370" y="2636"/>
                  </a:lnTo>
                  <a:lnTo>
                    <a:pt x="10463796" y="6316"/>
                  </a:lnTo>
                  <a:lnTo>
                    <a:pt x="10425077" y="12407"/>
                  </a:lnTo>
                  <a:lnTo>
                    <a:pt x="10372773" y="21431"/>
                  </a:lnTo>
                  <a:lnTo>
                    <a:pt x="10307702" y="33794"/>
                  </a:lnTo>
                  <a:lnTo>
                    <a:pt x="10231763" y="49756"/>
                  </a:lnTo>
                  <a:lnTo>
                    <a:pt x="10147602" y="69441"/>
                  </a:lnTo>
                  <a:lnTo>
                    <a:pt x="10058206" y="92857"/>
                  </a:lnTo>
                  <a:lnTo>
                    <a:pt x="9966520" y="119945"/>
                  </a:lnTo>
                  <a:lnTo>
                    <a:pt x="9875146" y="150632"/>
                  </a:lnTo>
                  <a:lnTo>
                    <a:pt x="9786167" y="184873"/>
                  </a:lnTo>
                  <a:lnTo>
                    <a:pt x="9701089" y="222690"/>
                  </a:lnTo>
                  <a:lnTo>
                    <a:pt x="9620865" y="264194"/>
                  </a:lnTo>
                  <a:lnTo>
                    <a:pt x="9545974" y="309603"/>
                  </a:lnTo>
                  <a:lnTo>
                    <a:pt x="9476521" y="359238"/>
                  </a:lnTo>
                  <a:lnTo>
                    <a:pt x="9412335" y="413532"/>
                  </a:lnTo>
                  <a:lnTo>
                    <a:pt x="9353055" y="473009"/>
                  </a:lnTo>
                  <a:lnTo>
                    <a:pt x="9298200" y="538282"/>
                  </a:lnTo>
                  <a:lnTo>
                    <a:pt x="9247223" y="610015"/>
                  </a:lnTo>
                  <a:lnTo>
                    <a:pt x="9199548" y="688889"/>
                  </a:lnTo>
                  <a:lnTo>
                    <a:pt x="9154605" y="775527"/>
                  </a:lnTo>
                  <a:lnTo>
                    <a:pt x="9111853" y="870392"/>
                  </a:lnTo>
                  <a:lnTo>
                    <a:pt x="9084767" y="937170"/>
                  </a:lnTo>
                  <a:lnTo>
                    <a:pt x="9056837" y="1011553"/>
                  </a:lnTo>
                  <a:lnTo>
                    <a:pt x="9029466" y="1089988"/>
                  </a:lnTo>
                  <a:lnTo>
                    <a:pt x="9002542" y="1172553"/>
                  </a:lnTo>
                  <a:lnTo>
                    <a:pt x="8975967" y="1259294"/>
                  </a:lnTo>
                  <a:lnTo>
                    <a:pt x="8949659" y="1350218"/>
                  </a:lnTo>
                  <a:lnTo>
                    <a:pt x="8923548" y="1445293"/>
                  </a:lnTo>
                  <a:lnTo>
                    <a:pt x="8897575" y="1544443"/>
                  </a:lnTo>
                  <a:lnTo>
                    <a:pt x="8871693" y="1647546"/>
                  </a:lnTo>
                  <a:lnTo>
                    <a:pt x="8845863" y="1754434"/>
                  </a:lnTo>
                  <a:lnTo>
                    <a:pt x="8820055" y="1864891"/>
                  </a:lnTo>
                  <a:lnTo>
                    <a:pt x="8794246" y="1978654"/>
                  </a:lnTo>
                  <a:lnTo>
                    <a:pt x="8768421" y="2095413"/>
                  </a:lnTo>
                  <a:lnTo>
                    <a:pt x="8742570" y="2214817"/>
                  </a:lnTo>
                  <a:lnTo>
                    <a:pt x="8716691" y="2336473"/>
                  </a:lnTo>
                  <a:lnTo>
                    <a:pt x="8690783" y="2459955"/>
                  </a:lnTo>
                  <a:lnTo>
                    <a:pt x="8664852" y="2584806"/>
                  </a:lnTo>
                  <a:lnTo>
                    <a:pt x="8638903" y="2710548"/>
                  </a:lnTo>
                  <a:lnTo>
                    <a:pt x="8612947" y="2836690"/>
                  </a:lnTo>
                  <a:lnTo>
                    <a:pt x="8586993" y="2962732"/>
                  </a:lnTo>
                  <a:lnTo>
                    <a:pt x="8561050" y="3088177"/>
                  </a:lnTo>
                  <a:lnTo>
                    <a:pt x="8535127" y="3212537"/>
                  </a:lnTo>
                  <a:lnTo>
                    <a:pt x="8509230" y="3335343"/>
                  </a:lnTo>
                  <a:lnTo>
                    <a:pt x="8483363" y="3456150"/>
                  </a:lnTo>
                  <a:lnTo>
                    <a:pt x="8457523" y="3574544"/>
                  </a:lnTo>
                  <a:lnTo>
                    <a:pt x="8431706" y="3690147"/>
                  </a:lnTo>
                  <a:lnTo>
                    <a:pt x="8405900" y="3802625"/>
                  </a:lnTo>
                  <a:lnTo>
                    <a:pt x="8380086" y="3911687"/>
                  </a:lnTo>
                  <a:lnTo>
                    <a:pt x="8354239" y="4017087"/>
                  </a:lnTo>
                  <a:lnTo>
                    <a:pt x="8328326" y="4118630"/>
                  </a:lnTo>
                  <a:lnTo>
                    <a:pt x="8302305" y="4216166"/>
                  </a:lnTo>
                  <a:lnTo>
                    <a:pt x="8276122" y="4309591"/>
                  </a:lnTo>
                  <a:lnTo>
                    <a:pt x="8249717" y="4398847"/>
                  </a:lnTo>
                  <a:lnTo>
                    <a:pt x="8223013" y="4483918"/>
                  </a:lnTo>
                  <a:lnTo>
                    <a:pt x="8195923" y="4564828"/>
                  </a:lnTo>
                  <a:lnTo>
                    <a:pt x="8168344" y="4641634"/>
                  </a:lnTo>
                  <a:lnTo>
                    <a:pt x="8151487" y="4685852"/>
                  </a:lnTo>
                  <a:lnTo>
                    <a:pt x="8109908" y="4786213"/>
                  </a:lnTo>
                  <a:lnTo>
                    <a:pt x="8066460" y="4878212"/>
                  </a:lnTo>
                  <a:lnTo>
                    <a:pt x="8020639" y="4962116"/>
                  </a:lnTo>
                  <a:lnTo>
                    <a:pt x="7971893" y="5038458"/>
                  </a:lnTo>
                  <a:lnTo>
                    <a:pt x="7919647" y="5107891"/>
                  </a:lnTo>
                  <a:lnTo>
                    <a:pt x="7863329" y="5171097"/>
                  </a:lnTo>
                  <a:lnTo>
                    <a:pt x="7802411" y="5228726"/>
                  </a:lnTo>
                  <a:lnTo>
                    <a:pt x="7736445" y="5281362"/>
                  </a:lnTo>
                  <a:lnTo>
                    <a:pt x="7665128" y="5329500"/>
                  </a:lnTo>
                  <a:lnTo>
                    <a:pt x="7588374" y="5373534"/>
                  </a:lnTo>
                  <a:lnTo>
                    <a:pt x="7506404" y="5413751"/>
                  </a:lnTo>
                  <a:lnTo>
                    <a:pt x="7419850" y="5450330"/>
                  </a:lnTo>
                  <a:lnTo>
                    <a:pt x="7329848" y="5483349"/>
                  </a:lnTo>
                  <a:lnTo>
                    <a:pt x="7238103" y="5512806"/>
                  </a:lnTo>
                  <a:lnTo>
                    <a:pt x="7146889" y="5538640"/>
                  </a:lnTo>
                  <a:lnTo>
                    <a:pt x="7058952" y="5560776"/>
                  </a:lnTo>
                  <a:lnTo>
                    <a:pt x="6977291" y="5579174"/>
                  </a:lnTo>
                  <a:lnTo>
                    <a:pt x="6904822" y="5593878"/>
                  </a:lnTo>
                  <a:lnTo>
                    <a:pt x="6843979" y="5605055"/>
                  </a:lnTo>
                  <a:lnTo>
                    <a:pt x="6796317" y="5613017"/>
                  </a:lnTo>
                  <a:lnTo>
                    <a:pt x="6762236" y="5618215"/>
                  </a:lnTo>
                  <a:lnTo>
                    <a:pt x="6740851" y="5621201"/>
                  </a:lnTo>
                  <a:lnTo>
                    <a:pt x="6730039" y="5622587"/>
                  </a:lnTo>
                  <a:lnTo>
                    <a:pt x="6726584" y="5622996"/>
                  </a:lnTo>
                  <a:lnTo>
                    <a:pt x="6726343" y="5623022"/>
                  </a:lnTo>
                  <a:lnTo>
                    <a:pt x="5254955" y="5623022"/>
                  </a:lnTo>
                  <a:lnTo>
                    <a:pt x="5253721" y="5623009"/>
                  </a:lnTo>
                  <a:lnTo>
                    <a:pt x="5245620" y="5622916"/>
                  </a:lnTo>
                  <a:lnTo>
                    <a:pt x="5225252" y="5622658"/>
                  </a:lnTo>
                  <a:lnTo>
                    <a:pt x="5188964" y="5622150"/>
                  </a:lnTo>
                  <a:lnTo>
                    <a:pt x="5135133" y="5621315"/>
                  </a:lnTo>
                  <a:lnTo>
                    <a:pt x="5064286" y="5620091"/>
                  </a:lnTo>
                  <a:lnTo>
                    <a:pt x="4978875" y="5618436"/>
                  </a:lnTo>
                  <a:lnTo>
                    <a:pt x="4882708" y="5616333"/>
                  </a:lnTo>
                  <a:lnTo>
                    <a:pt x="4780190" y="5613780"/>
                  </a:lnTo>
                  <a:lnTo>
                    <a:pt x="4675594" y="5610786"/>
                  </a:lnTo>
                  <a:lnTo>
                    <a:pt x="4572531" y="5607360"/>
                  </a:lnTo>
                  <a:lnTo>
                    <a:pt x="4473690" y="5603504"/>
                  </a:lnTo>
                  <a:lnTo>
                    <a:pt x="4380797" y="5599209"/>
                  </a:lnTo>
                  <a:lnTo>
                    <a:pt x="4294735" y="5594448"/>
                  </a:lnTo>
                  <a:lnTo>
                    <a:pt x="4215724" y="5589179"/>
                  </a:lnTo>
                  <a:lnTo>
                    <a:pt x="4143510" y="5583343"/>
                  </a:lnTo>
                  <a:lnTo>
                    <a:pt x="4077529" y="5576864"/>
                  </a:lnTo>
                  <a:lnTo>
                    <a:pt x="4017035" y="5569657"/>
                  </a:lnTo>
                  <a:lnTo>
                    <a:pt x="3961198" y="5561628"/>
                  </a:lnTo>
                  <a:lnTo>
                    <a:pt x="3909166" y="5552687"/>
                  </a:lnTo>
                  <a:lnTo>
                    <a:pt x="3860127" y="5542764"/>
                  </a:lnTo>
                  <a:lnTo>
                    <a:pt x="3829811" y="5535844"/>
                  </a:lnTo>
                  <a:lnTo>
                    <a:pt x="3775349" y="5521859"/>
                  </a:lnTo>
                  <a:lnTo>
                    <a:pt x="3722644" y="5506388"/>
                  </a:lnTo>
                  <a:lnTo>
                    <a:pt x="3671004" y="5489412"/>
                  </a:lnTo>
                  <a:lnTo>
                    <a:pt x="3619930" y="5470966"/>
                  </a:lnTo>
                  <a:lnTo>
                    <a:pt x="3569083" y="5451151"/>
                  </a:lnTo>
                  <a:lnTo>
                    <a:pt x="3518251" y="5430132"/>
                  </a:lnTo>
                  <a:lnTo>
                    <a:pt x="3467331" y="5408137"/>
                  </a:lnTo>
                  <a:lnTo>
                    <a:pt x="3416303" y="5385453"/>
                  </a:lnTo>
                  <a:lnTo>
                    <a:pt x="3365204" y="5362406"/>
                  </a:lnTo>
                  <a:lnTo>
                    <a:pt x="3314102" y="5339344"/>
                  </a:lnTo>
                  <a:lnTo>
                    <a:pt x="3263067" y="5316619"/>
                  </a:lnTo>
                  <a:lnTo>
                    <a:pt x="3212138" y="5294558"/>
                  </a:lnTo>
                  <a:lnTo>
                    <a:pt x="3161302" y="5273452"/>
                  </a:lnTo>
                  <a:lnTo>
                    <a:pt x="3110461" y="5253535"/>
                  </a:lnTo>
                  <a:lnTo>
                    <a:pt x="3059416" y="5234976"/>
                  </a:lnTo>
                  <a:lnTo>
                    <a:pt x="3007837" y="5217880"/>
                  </a:lnTo>
                  <a:lnTo>
                    <a:pt x="2955240" y="5202289"/>
                  </a:lnTo>
                  <a:lnTo>
                    <a:pt x="2900948" y="5188188"/>
                  </a:lnTo>
                  <a:lnTo>
                    <a:pt x="2896531" y="5187129"/>
                  </a:lnTo>
                  <a:lnTo>
                    <a:pt x="2849027" y="5176556"/>
                  </a:lnTo>
                  <a:lnTo>
                    <a:pt x="2799010" y="5166989"/>
                  </a:lnTo>
                  <a:lnTo>
                    <a:pt x="2745718" y="5158383"/>
                  </a:lnTo>
                  <a:lnTo>
                    <a:pt x="2688319" y="5150657"/>
                  </a:lnTo>
                  <a:lnTo>
                    <a:pt x="2625962" y="5143720"/>
                  </a:lnTo>
                  <a:lnTo>
                    <a:pt x="2557837" y="5137480"/>
                  </a:lnTo>
                  <a:lnTo>
                    <a:pt x="2483251" y="5131853"/>
                  </a:lnTo>
                  <a:lnTo>
                    <a:pt x="2401735" y="5126771"/>
                  </a:lnTo>
                  <a:lnTo>
                    <a:pt x="2313182" y="5122181"/>
                  </a:lnTo>
                  <a:lnTo>
                    <a:pt x="2218027" y="5118044"/>
                  </a:lnTo>
                  <a:lnTo>
                    <a:pt x="2117434" y="5114343"/>
                  </a:lnTo>
                  <a:lnTo>
                    <a:pt x="2013466" y="5111070"/>
                  </a:lnTo>
                  <a:lnTo>
                    <a:pt x="1909154" y="5108232"/>
                  </a:lnTo>
                  <a:lnTo>
                    <a:pt x="1808389" y="5105838"/>
                  </a:lnTo>
                  <a:lnTo>
                    <a:pt x="1715566" y="5103896"/>
                  </a:lnTo>
                  <a:lnTo>
                    <a:pt x="1634965" y="5102398"/>
                  </a:lnTo>
                  <a:lnTo>
                    <a:pt x="1569994" y="5101318"/>
                  </a:lnTo>
                  <a:lnTo>
                    <a:pt x="1522467" y="5100608"/>
                  </a:lnTo>
                  <a:lnTo>
                    <a:pt x="1492151" y="5100199"/>
                  </a:lnTo>
                  <a:lnTo>
                    <a:pt x="1476672" y="5100009"/>
                  </a:lnTo>
                  <a:lnTo>
                    <a:pt x="1471723" y="5099954"/>
                  </a:lnTo>
                  <a:lnTo>
                    <a:pt x="1471387" y="5099950"/>
                  </a:lnTo>
                  <a:lnTo>
                    <a:pt x="0" y="5099950"/>
                  </a:lnTo>
                  <a:close/>
                </a:path>
              </a:pathLst>
            </a:custGeom>
            <a:solidFill>
              <a:srgbClr val="F28E5B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068" name="pl1068"/>
            <p:cNvSpPr/>
            <p:nvPr/>
          </p:nvSpPr>
          <p:spPr>
            <a:xfrm>
              <a:off x="4799595" y="2625946"/>
              <a:ext cx="11981298" cy="5623022"/>
            </a:xfrm>
            <a:custGeom>
              <a:avLst/>
              <a:pathLst>
                <a:path w="11981298" h="5623022">
                  <a:moveTo>
                    <a:pt x="0" y="5099950"/>
                  </a:moveTo>
                  <a:lnTo>
                    <a:pt x="1471387" y="5099950"/>
                  </a:lnTo>
                  <a:lnTo>
                    <a:pt x="1472621" y="5099964"/>
                  </a:lnTo>
                  <a:lnTo>
                    <a:pt x="1480722" y="5100057"/>
                  </a:lnTo>
                  <a:lnTo>
                    <a:pt x="1501090" y="5100315"/>
                  </a:lnTo>
                  <a:lnTo>
                    <a:pt x="1537378" y="5100822"/>
                  </a:lnTo>
                  <a:lnTo>
                    <a:pt x="1591209" y="5101657"/>
                  </a:lnTo>
                  <a:lnTo>
                    <a:pt x="1662056" y="5102882"/>
                  </a:lnTo>
                  <a:lnTo>
                    <a:pt x="1747467" y="5104537"/>
                  </a:lnTo>
                  <a:lnTo>
                    <a:pt x="1843634" y="5106640"/>
                  </a:lnTo>
                  <a:lnTo>
                    <a:pt x="1946152" y="5109193"/>
                  </a:lnTo>
                  <a:lnTo>
                    <a:pt x="2050748" y="5112187"/>
                  </a:lnTo>
                  <a:lnTo>
                    <a:pt x="2153811" y="5115613"/>
                  </a:lnTo>
                  <a:lnTo>
                    <a:pt x="2252652" y="5119469"/>
                  </a:lnTo>
                  <a:lnTo>
                    <a:pt x="2345545" y="5123764"/>
                  </a:lnTo>
                  <a:lnTo>
                    <a:pt x="2431607" y="5128524"/>
                  </a:lnTo>
                  <a:lnTo>
                    <a:pt x="2510618" y="5133793"/>
                  </a:lnTo>
                  <a:lnTo>
                    <a:pt x="2582832" y="5139630"/>
                  </a:lnTo>
                  <a:lnTo>
                    <a:pt x="2648813" y="5146109"/>
                  </a:lnTo>
                  <a:lnTo>
                    <a:pt x="2709307" y="5153316"/>
                  </a:lnTo>
                  <a:lnTo>
                    <a:pt x="2765144" y="5161345"/>
                  </a:lnTo>
                  <a:lnTo>
                    <a:pt x="2817176" y="5170286"/>
                  </a:lnTo>
                  <a:lnTo>
                    <a:pt x="2866215" y="5180209"/>
                  </a:lnTo>
                  <a:lnTo>
                    <a:pt x="2896531" y="5187129"/>
                  </a:lnTo>
                  <a:lnTo>
                    <a:pt x="2950994" y="5201114"/>
                  </a:lnTo>
                  <a:lnTo>
                    <a:pt x="3003698" y="5216585"/>
                  </a:lnTo>
                  <a:lnTo>
                    <a:pt x="3055338" y="5233561"/>
                  </a:lnTo>
                  <a:lnTo>
                    <a:pt x="3106412" y="5252007"/>
                  </a:lnTo>
                  <a:lnTo>
                    <a:pt x="3157259" y="5271822"/>
                  </a:lnTo>
                  <a:lnTo>
                    <a:pt x="3208091" y="5292841"/>
                  </a:lnTo>
                  <a:lnTo>
                    <a:pt x="3259011" y="5314835"/>
                  </a:lnTo>
                  <a:lnTo>
                    <a:pt x="3310039" y="5337520"/>
                  </a:lnTo>
                  <a:lnTo>
                    <a:pt x="3361138" y="5360567"/>
                  </a:lnTo>
                  <a:lnTo>
                    <a:pt x="3412240" y="5383629"/>
                  </a:lnTo>
                  <a:lnTo>
                    <a:pt x="3463276" y="5406354"/>
                  </a:lnTo>
                  <a:lnTo>
                    <a:pt x="3514204" y="5428414"/>
                  </a:lnTo>
                  <a:lnTo>
                    <a:pt x="3565041" y="5449520"/>
                  </a:lnTo>
                  <a:lnTo>
                    <a:pt x="3615881" y="5469438"/>
                  </a:lnTo>
                  <a:lnTo>
                    <a:pt x="3666926" y="5487997"/>
                  </a:lnTo>
                  <a:lnTo>
                    <a:pt x="3718505" y="5505093"/>
                  </a:lnTo>
                  <a:lnTo>
                    <a:pt x="3771102" y="5520683"/>
                  </a:lnTo>
                  <a:lnTo>
                    <a:pt x="3825394" y="5534784"/>
                  </a:lnTo>
                  <a:lnTo>
                    <a:pt x="3829811" y="5535844"/>
                  </a:lnTo>
                  <a:lnTo>
                    <a:pt x="3877315" y="5546417"/>
                  </a:lnTo>
                  <a:lnTo>
                    <a:pt x="3927332" y="5555984"/>
                  </a:lnTo>
                  <a:lnTo>
                    <a:pt x="3980624" y="5564590"/>
                  </a:lnTo>
                  <a:lnTo>
                    <a:pt x="4038023" y="5572315"/>
                  </a:lnTo>
                  <a:lnTo>
                    <a:pt x="4100380" y="5579253"/>
                  </a:lnTo>
                  <a:lnTo>
                    <a:pt x="4168505" y="5585493"/>
                  </a:lnTo>
                  <a:lnTo>
                    <a:pt x="4243091" y="5591120"/>
                  </a:lnTo>
                  <a:lnTo>
                    <a:pt x="4324607" y="5596201"/>
                  </a:lnTo>
                  <a:lnTo>
                    <a:pt x="4413160" y="5600792"/>
                  </a:lnTo>
                  <a:lnTo>
                    <a:pt x="4508315" y="5604928"/>
                  </a:lnTo>
                  <a:lnTo>
                    <a:pt x="4608908" y="5608630"/>
                  </a:lnTo>
                  <a:lnTo>
                    <a:pt x="4712876" y="5611903"/>
                  </a:lnTo>
                  <a:lnTo>
                    <a:pt x="4817188" y="5614741"/>
                  </a:lnTo>
                  <a:lnTo>
                    <a:pt x="4917953" y="5617135"/>
                  </a:lnTo>
                  <a:lnTo>
                    <a:pt x="5010776" y="5619077"/>
                  </a:lnTo>
                  <a:lnTo>
                    <a:pt x="5091377" y="5620575"/>
                  </a:lnTo>
                  <a:lnTo>
                    <a:pt x="5156348" y="5621655"/>
                  </a:lnTo>
                  <a:lnTo>
                    <a:pt x="5203875" y="5622365"/>
                  </a:lnTo>
                  <a:lnTo>
                    <a:pt x="5234191" y="5622774"/>
                  </a:lnTo>
                  <a:lnTo>
                    <a:pt x="5249670" y="5622964"/>
                  </a:lnTo>
                  <a:lnTo>
                    <a:pt x="5254619" y="5623019"/>
                  </a:lnTo>
                  <a:lnTo>
                    <a:pt x="5254955" y="5623022"/>
                  </a:lnTo>
                  <a:lnTo>
                    <a:pt x="6726343" y="5623022"/>
                  </a:lnTo>
                  <a:lnTo>
                    <a:pt x="6727183" y="5622927"/>
                  </a:lnTo>
                  <a:lnTo>
                    <a:pt x="6732745" y="5622252"/>
                  </a:lnTo>
                  <a:lnTo>
                    <a:pt x="6746883" y="5620385"/>
                  </a:lnTo>
                  <a:lnTo>
                    <a:pt x="6772457" y="5616706"/>
                  </a:lnTo>
                  <a:lnTo>
                    <a:pt x="6811176" y="5610615"/>
                  </a:lnTo>
                  <a:lnTo>
                    <a:pt x="6863480" y="5601591"/>
                  </a:lnTo>
                  <a:lnTo>
                    <a:pt x="6928551" y="5589228"/>
                  </a:lnTo>
                  <a:lnTo>
                    <a:pt x="7004490" y="5573266"/>
                  </a:lnTo>
                  <a:lnTo>
                    <a:pt x="7088651" y="5553581"/>
                  </a:lnTo>
                  <a:lnTo>
                    <a:pt x="7178047" y="5530165"/>
                  </a:lnTo>
                  <a:lnTo>
                    <a:pt x="7269734" y="5503077"/>
                  </a:lnTo>
                  <a:lnTo>
                    <a:pt x="7361108" y="5472390"/>
                  </a:lnTo>
                  <a:lnTo>
                    <a:pt x="7450086" y="5438149"/>
                  </a:lnTo>
                  <a:lnTo>
                    <a:pt x="7535164" y="5400332"/>
                  </a:lnTo>
                  <a:lnTo>
                    <a:pt x="7615388" y="5358827"/>
                  </a:lnTo>
                  <a:lnTo>
                    <a:pt x="7690279" y="5313419"/>
                  </a:lnTo>
                  <a:lnTo>
                    <a:pt x="7759732" y="5263783"/>
                  </a:lnTo>
                  <a:lnTo>
                    <a:pt x="7823918" y="5209490"/>
                  </a:lnTo>
                  <a:lnTo>
                    <a:pt x="7883198" y="5150012"/>
                  </a:lnTo>
                  <a:lnTo>
                    <a:pt x="7938053" y="5084740"/>
                  </a:lnTo>
                  <a:lnTo>
                    <a:pt x="7989030" y="5013007"/>
                  </a:lnTo>
                  <a:lnTo>
                    <a:pt x="8036705" y="4934133"/>
                  </a:lnTo>
                  <a:lnTo>
                    <a:pt x="8081648" y="4847494"/>
                  </a:lnTo>
                  <a:lnTo>
                    <a:pt x="8124400" y="4752630"/>
                  </a:lnTo>
                  <a:lnTo>
                    <a:pt x="8151487" y="4685852"/>
                  </a:lnTo>
                  <a:lnTo>
                    <a:pt x="8179417" y="4611469"/>
                  </a:lnTo>
                  <a:lnTo>
                    <a:pt x="8206787" y="4533034"/>
                  </a:lnTo>
                  <a:lnTo>
                    <a:pt x="8233711" y="4450469"/>
                  </a:lnTo>
                  <a:lnTo>
                    <a:pt x="8260286" y="4363728"/>
                  </a:lnTo>
                  <a:lnTo>
                    <a:pt x="8286594" y="4272803"/>
                  </a:lnTo>
                  <a:lnTo>
                    <a:pt x="8312706" y="4177729"/>
                  </a:lnTo>
                  <a:lnTo>
                    <a:pt x="8338678" y="4078579"/>
                  </a:lnTo>
                  <a:lnTo>
                    <a:pt x="8364560" y="3975476"/>
                  </a:lnTo>
                  <a:lnTo>
                    <a:pt x="8390390" y="3868588"/>
                  </a:lnTo>
                  <a:lnTo>
                    <a:pt x="8416199" y="3758131"/>
                  </a:lnTo>
                  <a:lnTo>
                    <a:pt x="8442007" y="3644368"/>
                  </a:lnTo>
                  <a:lnTo>
                    <a:pt x="8467832" y="3527608"/>
                  </a:lnTo>
                  <a:lnTo>
                    <a:pt x="8493683" y="3408205"/>
                  </a:lnTo>
                  <a:lnTo>
                    <a:pt x="8519562" y="3286548"/>
                  </a:lnTo>
                  <a:lnTo>
                    <a:pt x="8545470" y="3163067"/>
                  </a:lnTo>
                  <a:lnTo>
                    <a:pt x="8571402" y="3038216"/>
                  </a:lnTo>
                  <a:lnTo>
                    <a:pt x="8597350" y="2912474"/>
                  </a:lnTo>
                  <a:lnTo>
                    <a:pt x="8623306" y="2786332"/>
                  </a:lnTo>
                  <a:lnTo>
                    <a:pt x="8649260" y="2660290"/>
                  </a:lnTo>
                  <a:lnTo>
                    <a:pt x="8675203" y="2534845"/>
                  </a:lnTo>
                  <a:lnTo>
                    <a:pt x="8701126" y="2410485"/>
                  </a:lnTo>
                  <a:lnTo>
                    <a:pt x="8727023" y="2287678"/>
                  </a:lnTo>
                  <a:lnTo>
                    <a:pt x="8752890" y="2166872"/>
                  </a:lnTo>
                  <a:lnTo>
                    <a:pt x="8778730" y="2048478"/>
                  </a:lnTo>
                  <a:lnTo>
                    <a:pt x="8804547" y="1932875"/>
                  </a:lnTo>
                  <a:lnTo>
                    <a:pt x="8830353" y="1820397"/>
                  </a:lnTo>
                  <a:lnTo>
                    <a:pt x="8856167" y="1711335"/>
                  </a:lnTo>
                  <a:lnTo>
                    <a:pt x="8882014" y="1605934"/>
                  </a:lnTo>
                  <a:lnTo>
                    <a:pt x="8907927" y="1504392"/>
                  </a:lnTo>
                  <a:lnTo>
                    <a:pt x="8933949" y="1406856"/>
                  </a:lnTo>
                  <a:lnTo>
                    <a:pt x="8960131" y="1313431"/>
                  </a:lnTo>
                  <a:lnTo>
                    <a:pt x="8986536" y="1224175"/>
                  </a:lnTo>
                  <a:lnTo>
                    <a:pt x="9013240" y="1139103"/>
                  </a:lnTo>
                  <a:lnTo>
                    <a:pt x="9040330" y="1058194"/>
                  </a:lnTo>
                  <a:lnTo>
                    <a:pt x="9067909" y="981388"/>
                  </a:lnTo>
                  <a:lnTo>
                    <a:pt x="9084767" y="937170"/>
                  </a:lnTo>
                  <a:lnTo>
                    <a:pt x="9126346" y="836809"/>
                  </a:lnTo>
                  <a:lnTo>
                    <a:pt x="9169794" y="744810"/>
                  </a:lnTo>
                  <a:lnTo>
                    <a:pt x="9215614" y="660906"/>
                  </a:lnTo>
                  <a:lnTo>
                    <a:pt x="9264360" y="584564"/>
                  </a:lnTo>
                  <a:lnTo>
                    <a:pt x="9316607" y="515131"/>
                  </a:lnTo>
                  <a:lnTo>
                    <a:pt x="9372924" y="451925"/>
                  </a:lnTo>
                  <a:lnTo>
                    <a:pt x="9433843" y="394296"/>
                  </a:lnTo>
                  <a:lnTo>
                    <a:pt x="9499808" y="341660"/>
                  </a:lnTo>
                  <a:lnTo>
                    <a:pt x="9571125" y="293522"/>
                  </a:lnTo>
                  <a:lnTo>
                    <a:pt x="9647879" y="249488"/>
                  </a:lnTo>
                  <a:lnTo>
                    <a:pt x="9729849" y="209271"/>
                  </a:lnTo>
                  <a:lnTo>
                    <a:pt x="9816403" y="172692"/>
                  </a:lnTo>
                  <a:lnTo>
                    <a:pt x="9906405" y="139672"/>
                  </a:lnTo>
                  <a:lnTo>
                    <a:pt x="9998150" y="110216"/>
                  </a:lnTo>
                  <a:lnTo>
                    <a:pt x="10089364" y="84382"/>
                  </a:lnTo>
                  <a:lnTo>
                    <a:pt x="10177301" y="62246"/>
                  </a:lnTo>
                  <a:lnTo>
                    <a:pt x="10258962" y="43848"/>
                  </a:lnTo>
                  <a:lnTo>
                    <a:pt x="10331431" y="29144"/>
                  </a:lnTo>
                  <a:lnTo>
                    <a:pt x="10392275" y="17967"/>
                  </a:lnTo>
                  <a:lnTo>
                    <a:pt x="10439936" y="10005"/>
                  </a:lnTo>
                  <a:lnTo>
                    <a:pt x="10474017" y="4807"/>
                  </a:lnTo>
                  <a:lnTo>
                    <a:pt x="10495402" y="1821"/>
                  </a:lnTo>
                  <a:lnTo>
                    <a:pt x="10506214" y="435"/>
                  </a:lnTo>
                  <a:lnTo>
                    <a:pt x="10509669" y="26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69" name="pl1069"/>
            <p:cNvSpPr/>
            <p:nvPr/>
          </p:nvSpPr>
          <p:spPr>
            <a:xfrm>
              <a:off x="4799595" y="2617773"/>
              <a:ext cx="11981298" cy="5623022"/>
            </a:xfrm>
            <a:custGeom>
              <a:avLst/>
              <a:pathLst>
                <a:path w="11981298" h="5623022">
                  <a:moveTo>
                    <a:pt x="11981298" y="0"/>
                  </a:moveTo>
                  <a:lnTo>
                    <a:pt x="10509911" y="0"/>
                  </a:lnTo>
                  <a:lnTo>
                    <a:pt x="10509070" y="94"/>
                  </a:lnTo>
                  <a:lnTo>
                    <a:pt x="10503508" y="770"/>
                  </a:lnTo>
                  <a:lnTo>
                    <a:pt x="10489370" y="2636"/>
                  </a:lnTo>
                  <a:lnTo>
                    <a:pt x="10463796" y="6316"/>
                  </a:lnTo>
                  <a:lnTo>
                    <a:pt x="10425077" y="12407"/>
                  </a:lnTo>
                  <a:lnTo>
                    <a:pt x="10372773" y="21431"/>
                  </a:lnTo>
                  <a:lnTo>
                    <a:pt x="10307702" y="33794"/>
                  </a:lnTo>
                  <a:lnTo>
                    <a:pt x="10231763" y="49756"/>
                  </a:lnTo>
                  <a:lnTo>
                    <a:pt x="10147602" y="69441"/>
                  </a:lnTo>
                  <a:lnTo>
                    <a:pt x="10058206" y="92857"/>
                  </a:lnTo>
                  <a:lnTo>
                    <a:pt x="9966520" y="119945"/>
                  </a:lnTo>
                  <a:lnTo>
                    <a:pt x="9875146" y="150632"/>
                  </a:lnTo>
                  <a:lnTo>
                    <a:pt x="9786167" y="184873"/>
                  </a:lnTo>
                  <a:lnTo>
                    <a:pt x="9701089" y="222690"/>
                  </a:lnTo>
                  <a:lnTo>
                    <a:pt x="9620865" y="264194"/>
                  </a:lnTo>
                  <a:lnTo>
                    <a:pt x="9545974" y="309603"/>
                  </a:lnTo>
                  <a:lnTo>
                    <a:pt x="9476521" y="359238"/>
                  </a:lnTo>
                  <a:lnTo>
                    <a:pt x="9412335" y="413532"/>
                  </a:lnTo>
                  <a:lnTo>
                    <a:pt x="9353055" y="473009"/>
                  </a:lnTo>
                  <a:lnTo>
                    <a:pt x="9298200" y="538282"/>
                  </a:lnTo>
                  <a:lnTo>
                    <a:pt x="9247223" y="610015"/>
                  </a:lnTo>
                  <a:lnTo>
                    <a:pt x="9199548" y="688889"/>
                  </a:lnTo>
                  <a:lnTo>
                    <a:pt x="9154605" y="775527"/>
                  </a:lnTo>
                  <a:lnTo>
                    <a:pt x="9111853" y="870392"/>
                  </a:lnTo>
                  <a:lnTo>
                    <a:pt x="9084767" y="937170"/>
                  </a:lnTo>
                  <a:lnTo>
                    <a:pt x="9056837" y="1011553"/>
                  </a:lnTo>
                  <a:lnTo>
                    <a:pt x="9029466" y="1089988"/>
                  </a:lnTo>
                  <a:lnTo>
                    <a:pt x="9002542" y="1172553"/>
                  </a:lnTo>
                  <a:lnTo>
                    <a:pt x="8975967" y="1259294"/>
                  </a:lnTo>
                  <a:lnTo>
                    <a:pt x="8949659" y="1350218"/>
                  </a:lnTo>
                  <a:lnTo>
                    <a:pt x="8923548" y="1445293"/>
                  </a:lnTo>
                  <a:lnTo>
                    <a:pt x="8897575" y="1544443"/>
                  </a:lnTo>
                  <a:lnTo>
                    <a:pt x="8871693" y="1647546"/>
                  </a:lnTo>
                  <a:lnTo>
                    <a:pt x="8845863" y="1754434"/>
                  </a:lnTo>
                  <a:lnTo>
                    <a:pt x="8820055" y="1864891"/>
                  </a:lnTo>
                  <a:lnTo>
                    <a:pt x="8794246" y="1978654"/>
                  </a:lnTo>
                  <a:lnTo>
                    <a:pt x="8768421" y="2095413"/>
                  </a:lnTo>
                  <a:lnTo>
                    <a:pt x="8742570" y="2214817"/>
                  </a:lnTo>
                  <a:lnTo>
                    <a:pt x="8716691" y="2336473"/>
                  </a:lnTo>
                  <a:lnTo>
                    <a:pt x="8690783" y="2459955"/>
                  </a:lnTo>
                  <a:lnTo>
                    <a:pt x="8664852" y="2584806"/>
                  </a:lnTo>
                  <a:lnTo>
                    <a:pt x="8638903" y="2710548"/>
                  </a:lnTo>
                  <a:lnTo>
                    <a:pt x="8612947" y="2836690"/>
                  </a:lnTo>
                  <a:lnTo>
                    <a:pt x="8586993" y="2962732"/>
                  </a:lnTo>
                  <a:lnTo>
                    <a:pt x="8561050" y="3088177"/>
                  </a:lnTo>
                  <a:lnTo>
                    <a:pt x="8535127" y="3212537"/>
                  </a:lnTo>
                  <a:lnTo>
                    <a:pt x="8509230" y="3335343"/>
                  </a:lnTo>
                  <a:lnTo>
                    <a:pt x="8483363" y="3456150"/>
                  </a:lnTo>
                  <a:lnTo>
                    <a:pt x="8457523" y="3574544"/>
                  </a:lnTo>
                  <a:lnTo>
                    <a:pt x="8431706" y="3690147"/>
                  </a:lnTo>
                  <a:lnTo>
                    <a:pt x="8405900" y="3802625"/>
                  </a:lnTo>
                  <a:lnTo>
                    <a:pt x="8380086" y="3911687"/>
                  </a:lnTo>
                  <a:lnTo>
                    <a:pt x="8354239" y="4017087"/>
                  </a:lnTo>
                  <a:lnTo>
                    <a:pt x="8328326" y="4118630"/>
                  </a:lnTo>
                  <a:lnTo>
                    <a:pt x="8302305" y="4216166"/>
                  </a:lnTo>
                  <a:lnTo>
                    <a:pt x="8276122" y="4309591"/>
                  </a:lnTo>
                  <a:lnTo>
                    <a:pt x="8249717" y="4398847"/>
                  </a:lnTo>
                  <a:lnTo>
                    <a:pt x="8223013" y="4483918"/>
                  </a:lnTo>
                  <a:lnTo>
                    <a:pt x="8195923" y="4564828"/>
                  </a:lnTo>
                  <a:lnTo>
                    <a:pt x="8168344" y="4641634"/>
                  </a:lnTo>
                  <a:lnTo>
                    <a:pt x="8151487" y="4685852"/>
                  </a:lnTo>
                  <a:lnTo>
                    <a:pt x="8109908" y="4786213"/>
                  </a:lnTo>
                  <a:lnTo>
                    <a:pt x="8066460" y="4878212"/>
                  </a:lnTo>
                  <a:lnTo>
                    <a:pt x="8020639" y="4962116"/>
                  </a:lnTo>
                  <a:lnTo>
                    <a:pt x="7971893" y="5038458"/>
                  </a:lnTo>
                  <a:lnTo>
                    <a:pt x="7919647" y="5107891"/>
                  </a:lnTo>
                  <a:lnTo>
                    <a:pt x="7863329" y="5171097"/>
                  </a:lnTo>
                  <a:lnTo>
                    <a:pt x="7802411" y="5228726"/>
                  </a:lnTo>
                  <a:lnTo>
                    <a:pt x="7736445" y="5281362"/>
                  </a:lnTo>
                  <a:lnTo>
                    <a:pt x="7665128" y="5329500"/>
                  </a:lnTo>
                  <a:lnTo>
                    <a:pt x="7588374" y="5373534"/>
                  </a:lnTo>
                  <a:lnTo>
                    <a:pt x="7506404" y="5413751"/>
                  </a:lnTo>
                  <a:lnTo>
                    <a:pt x="7419850" y="5450330"/>
                  </a:lnTo>
                  <a:lnTo>
                    <a:pt x="7329848" y="5483349"/>
                  </a:lnTo>
                  <a:lnTo>
                    <a:pt x="7238103" y="5512806"/>
                  </a:lnTo>
                  <a:lnTo>
                    <a:pt x="7146889" y="5538640"/>
                  </a:lnTo>
                  <a:lnTo>
                    <a:pt x="7058952" y="5560776"/>
                  </a:lnTo>
                  <a:lnTo>
                    <a:pt x="6977291" y="5579174"/>
                  </a:lnTo>
                  <a:lnTo>
                    <a:pt x="6904822" y="5593878"/>
                  </a:lnTo>
                  <a:lnTo>
                    <a:pt x="6843979" y="5605055"/>
                  </a:lnTo>
                  <a:lnTo>
                    <a:pt x="6796317" y="5613017"/>
                  </a:lnTo>
                  <a:lnTo>
                    <a:pt x="6762236" y="5618215"/>
                  </a:lnTo>
                  <a:lnTo>
                    <a:pt x="6740851" y="5621201"/>
                  </a:lnTo>
                  <a:lnTo>
                    <a:pt x="6730039" y="5622587"/>
                  </a:lnTo>
                  <a:lnTo>
                    <a:pt x="6726584" y="5622996"/>
                  </a:lnTo>
                  <a:lnTo>
                    <a:pt x="6726343" y="5623022"/>
                  </a:lnTo>
                  <a:lnTo>
                    <a:pt x="5254955" y="5623022"/>
                  </a:lnTo>
                  <a:lnTo>
                    <a:pt x="5253721" y="5623009"/>
                  </a:lnTo>
                  <a:lnTo>
                    <a:pt x="5245620" y="5622916"/>
                  </a:lnTo>
                  <a:lnTo>
                    <a:pt x="5225252" y="5622658"/>
                  </a:lnTo>
                  <a:lnTo>
                    <a:pt x="5188964" y="5622150"/>
                  </a:lnTo>
                  <a:lnTo>
                    <a:pt x="5135133" y="5621315"/>
                  </a:lnTo>
                  <a:lnTo>
                    <a:pt x="5064286" y="5620091"/>
                  </a:lnTo>
                  <a:lnTo>
                    <a:pt x="4978875" y="5618436"/>
                  </a:lnTo>
                  <a:lnTo>
                    <a:pt x="4882708" y="5616333"/>
                  </a:lnTo>
                  <a:lnTo>
                    <a:pt x="4780190" y="5613780"/>
                  </a:lnTo>
                  <a:lnTo>
                    <a:pt x="4675594" y="5610786"/>
                  </a:lnTo>
                  <a:lnTo>
                    <a:pt x="4572531" y="5607360"/>
                  </a:lnTo>
                  <a:lnTo>
                    <a:pt x="4473690" y="5603504"/>
                  </a:lnTo>
                  <a:lnTo>
                    <a:pt x="4380797" y="5599209"/>
                  </a:lnTo>
                  <a:lnTo>
                    <a:pt x="4294735" y="5594448"/>
                  </a:lnTo>
                  <a:lnTo>
                    <a:pt x="4215724" y="5589179"/>
                  </a:lnTo>
                  <a:lnTo>
                    <a:pt x="4143510" y="5583343"/>
                  </a:lnTo>
                  <a:lnTo>
                    <a:pt x="4077529" y="5576864"/>
                  </a:lnTo>
                  <a:lnTo>
                    <a:pt x="4017035" y="5569657"/>
                  </a:lnTo>
                  <a:lnTo>
                    <a:pt x="3961198" y="5561628"/>
                  </a:lnTo>
                  <a:lnTo>
                    <a:pt x="3909166" y="5552687"/>
                  </a:lnTo>
                  <a:lnTo>
                    <a:pt x="3860127" y="5542764"/>
                  </a:lnTo>
                  <a:lnTo>
                    <a:pt x="3829811" y="5535844"/>
                  </a:lnTo>
                  <a:lnTo>
                    <a:pt x="3775349" y="5521859"/>
                  </a:lnTo>
                  <a:lnTo>
                    <a:pt x="3722644" y="5506388"/>
                  </a:lnTo>
                  <a:lnTo>
                    <a:pt x="3671004" y="5489412"/>
                  </a:lnTo>
                  <a:lnTo>
                    <a:pt x="3619930" y="5470966"/>
                  </a:lnTo>
                  <a:lnTo>
                    <a:pt x="3569083" y="5451151"/>
                  </a:lnTo>
                  <a:lnTo>
                    <a:pt x="3518251" y="5430132"/>
                  </a:lnTo>
                  <a:lnTo>
                    <a:pt x="3467331" y="5408137"/>
                  </a:lnTo>
                  <a:lnTo>
                    <a:pt x="3416303" y="5385453"/>
                  </a:lnTo>
                  <a:lnTo>
                    <a:pt x="3365204" y="5362406"/>
                  </a:lnTo>
                  <a:lnTo>
                    <a:pt x="3314102" y="5339344"/>
                  </a:lnTo>
                  <a:lnTo>
                    <a:pt x="3263067" y="5316619"/>
                  </a:lnTo>
                  <a:lnTo>
                    <a:pt x="3212138" y="5294558"/>
                  </a:lnTo>
                  <a:lnTo>
                    <a:pt x="3161302" y="5273452"/>
                  </a:lnTo>
                  <a:lnTo>
                    <a:pt x="3110461" y="5253535"/>
                  </a:lnTo>
                  <a:lnTo>
                    <a:pt x="3059416" y="5234976"/>
                  </a:lnTo>
                  <a:lnTo>
                    <a:pt x="3007837" y="5217880"/>
                  </a:lnTo>
                  <a:lnTo>
                    <a:pt x="2955240" y="5202289"/>
                  </a:lnTo>
                  <a:lnTo>
                    <a:pt x="2900948" y="5188188"/>
                  </a:lnTo>
                  <a:lnTo>
                    <a:pt x="2896531" y="5187129"/>
                  </a:lnTo>
                  <a:lnTo>
                    <a:pt x="2849027" y="5176556"/>
                  </a:lnTo>
                  <a:lnTo>
                    <a:pt x="2799010" y="5166989"/>
                  </a:lnTo>
                  <a:lnTo>
                    <a:pt x="2745718" y="5158383"/>
                  </a:lnTo>
                  <a:lnTo>
                    <a:pt x="2688319" y="5150657"/>
                  </a:lnTo>
                  <a:lnTo>
                    <a:pt x="2625962" y="5143720"/>
                  </a:lnTo>
                  <a:lnTo>
                    <a:pt x="2557837" y="5137480"/>
                  </a:lnTo>
                  <a:lnTo>
                    <a:pt x="2483251" y="5131853"/>
                  </a:lnTo>
                  <a:lnTo>
                    <a:pt x="2401735" y="5126771"/>
                  </a:lnTo>
                  <a:lnTo>
                    <a:pt x="2313182" y="5122181"/>
                  </a:lnTo>
                  <a:lnTo>
                    <a:pt x="2218027" y="5118044"/>
                  </a:lnTo>
                  <a:lnTo>
                    <a:pt x="2117434" y="5114343"/>
                  </a:lnTo>
                  <a:lnTo>
                    <a:pt x="2013466" y="5111070"/>
                  </a:lnTo>
                  <a:lnTo>
                    <a:pt x="1909154" y="5108232"/>
                  </a:lnTo>
                  <a:lnTo>
                    <a:pt x="1808389" y="5105838"/>
                  </a:lnTo>
                  <a:lnTo>
                    <a:pt x="1715566" y="5103896"/>
                  </a:lnTo>
                  <a:lnTo>
                    <a:pt x="1634965" y="5102398"/>
                  </a:lnTo>
                  <a:lnTo>
                    <a:pt x="1569994" y="5101318"/>
                  </a:lnTo>
                  <a:lnTo>
                    <a:pt x="1522467" y="5100608"/>
                  </a:lnTo>
                  <a:lnTo>
                    <a:pt x="1492151" y="5100199"/>
                  </a:lnTo>
                  <a:lnTo>
                    <a:pt x="1476672" y="5100009"/>
                  </a:lnTo>
                  <a:lnTo>
                    <a:pt x="1471723" y="5099954"/>
                  </a:lnTo>
                  <a:lnTo>
                    <a:pt x="1471387" y="5099950"/>
                  </a:lnTo>
                  <a:lnTo>
                    <a:pt x="0" y="509995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70" name="pg1070"/>
            <p:cNvSpPr/>
            <p:nvPr/>
          </p:nvSpPr>
          <p:spPr>
            <a:xfrm>
              <a:off x="4799595" y="4244200"/>
              <a:ext cx="11981298" cy="4111018"/>
            </a:xfrm>
            <a:custGeom>
              <a:avLst/>
              <a:pathLst>
                <a:path w="11981298" h="4111018">
                  <a:moveTo>
                    <a:pt x="0" y="3514389"/>
                  </a:moveTo>
                  <a:lnTo>
                    <a:pt x="1471387" y="3514389"/>
                  </a:lnTo>
                  <a:lnTo>
                    <a:pt x="1472620" y="3514404"/>
                  </a:lnTo>
                  <a:lnTo>
                    <a:pt x="1480714" y="3514510"/>
                  </a:lnTo>
                  <a:lnTo>
                    <a:pt x="1501066" y="3514804"/>
                  </a:lnTo>
                  <a:lnTo>
                    <a:pt x="1537328" y="3515383"/>
                  </a:lnTo>
                  <a:lnTo>
                    <a:pt x="1591121" y="3516334"/>
                  </a:lnTo>
                  <a:lnTo>
                    <a:pt x="1661924" y="3517730"/>
                  </a:lnTo>
                  <a:lnTo>
                    <a:pt x="1747288" y="3519616"/>
                  </a:lnTo>
                  <a:lnTo>
                    <a:pt x="1843410" y="3522013"/>
                  </a:lnTo>
                  <a:lnTo>
                    <a:pt x="1945889" y="3524923"/>
                  </a:lnTo>
                  <a:lnTo>
                    <a:pt x="2050456" y="3528336"/>
                  </a:lnTo>
                  <a:lnTo>
                    <a:pt x="2153498" y="3532241"/>
                  </a:lnTo>
                  <a:lnTo>
                    <a:pt x="2252329" y="3536636"/>
                  </a:lnTo>
                  <a:lnTo>
                    <a:pt x="2345219" y="3541532"/>
                  </a:lnTo>
                  <a:lnTo>
                    <a:pt x="2431283" y="3546958"/>
                  </a:lnTo>
                  <a:lnTo>
                    <a:pt x="2510300" y="3552964"/>
                  </a:lnTo>
                  <a:lnTo>
                    <a:pt x="2582523" y="3559617"/>
                  </a:lnTo>
                  <a:lnTo>
                    <a:pt x="2648513" y="3567001"/>
                  </a:lnTo>
                  <a:lnTo>
                    <a:pt x="2709014" y="3575215"/>
                  </a:lnTo>
                  <a:lnTo>
                    <a:pt x="2764857" y="3584366"/>
                  </a:lnTo>
                  <a:lnTo>
                    <a:pt x="2816893" y="3594555"/>
                  </a:lnTo>
                  <a:lnTo>
                    <a:pt x="2865933" y="3605864"/>
                  </a:lnTo>
                  <a:lnTo>
                    <a:pt x="2896531" y="3613827"/>
                  </a:lnTo>
                  <a:lnTo>
                    <a:pt x="2950512" y="3629627"/>
                  </a:lnTo>
                  <a:lnTo>
                    <a:pt x="3002759" y="3647091"/>
                  </a:lnTo>
                  <a:lnTo>
                    <a:pt x="3053951" y="3666243"/>
                  </a:lnTo>
                  <a:lnTo>
                    <a:pt x="3104576" y="3687041"/>
                  </a:lnTo>
                  <a:lnTo>
                    <a:pt x="3154970" y="3709380"/>
                  </a:lnTo>
                  <a:lnTo>
                    <a:pt x="3205341" y="3733077"/>
                  </a:lnTo>
                  <a:lnTo>
                    <a:pt x="3255795" y="3757882"/>
                  </a:lnTo>
                  <a:lnTo>
                    <a:pt x="3306357" y="3783482"/>
                  </a:lnTo>
                  <a:lnTo>
                    <a:pt x="3356992" y="3809516"/>
                  </a:lnTo>
                  <a:lnTo>
                    <a:pt x="3407636" y="3835598"/>
                  </a:lnTo>
                  <a:lnTo>
                    <a:pt x="3458220" y="3861339"/>
                  </a:lnTo>
                  <a:lnTo>
                    <a:pt x="3508701" y="3886369"/>
                  </a:lnTo>
                  <a:lnTo>
                    <a:pt x="3559087" y="3910362"/>
                  </a:lnTo>
                  <a:lnTo>
                    <a:pt x="3609460" y="3933051"/>
                  </a:lnTo>
                  <a:lnTo>
                    <a:pt x="3660002" y="3954239"/>
                  </a:lnTo>
                  <a:lnTo>
                    <a:pt x="3711017" y="3973798"/>
                  </a:lnTo>
                  <a:lnTo>
                    <a:pt x="3762953" y="3991674"/>
                  </a:lnTo>
                  <a:lnTo>
                    <a:pt x="3816436" y="4007875"/>
                  </a:lnTo>
                  <a:lnTo>
                    <a:pt x="3829811" y="4011580"/>
                  </a:lnTo>
                  <a:lnTo>
                    <a:pt x="3877301" y="4023637"/>
                  </a:lnTo>
                  <a:lnTo>
                    <a:pt x="3927303" y="4034546"/>
                  </a:lnTo>
                  <a:lnTo>
                    <a:pt x="3980578" y="4044361"/>
                  </a:lnTo>
                  <a:lnTo>
                    <a:pt x="4037956" y="4053171"/>
                  </a:lnTo>
                  <a:lnTo>
                    <a:pt x="4100289" y="4061082"/>
                  </a:lnTo>
                  <a:lnTo>
                    <a:pt x="4168386" y="4068199"/>
                  </a:lnTo>
                  <a:lnTo>
                    <a:pt x="4242938" y="4074617"/>
                  </a:lnTo>
                  <a:lnTo>
                    <a:pt x="4324417" y="4080413"/>
                  </a:lnTo>
                  <a:lnTo>
                    <a:pt x="4412928" y="4085649"/>
                  </a:lnTo>
                  <a:lnTo>
                    <a:pt x="4508040" y="4090367"/>
                  </a:lnTo>
                  <a:lnTo>
                    <a:pt x="4608591" y="4094589"/>
                  </a:lnTo>
                  <a:lnTo>
                    <a:pt x="4712524" y="4098323"/>
                  </a:lnTo>
                  <a:lnTo>
                    <a:pt x="4816812" y="4101561"/>
                  </a:lnTo>
                  <a:lnTo>
                    <a:pt x="4917570" y="4104292"/>
                  </a:lnTo>
                  <a:lnTo>
                    <a:pt x="5010409" y="4106509"/>
                  </a:lnTo>
                  <a:lnTo>
                    <a:pt x="5091048" y="4108220"/>
                  </a:lnTo>
                  <a:lnTo>
                    <a:pt x="5156079" y="4109453"/>
                  </a:lnTo>
                  <a:lnTo>
                    <a:pt x="5203679" y="4110265"/>
                  </a:lnTo>
                  <a:lnTo>
                    <a:pt x="5234072" y="4110733"/>
                  </a:lnTo>
                  <a:lnTo>
                    <a:pt x="5249617" y="4110950"/>
                  </a:lnTo>
                  <a:lnTo>
                    <a:pt x="5254610" y="4111014"/>
                  </a:lnTo>
                  <a:lnTo>
                    <a:pt x="5254955" y="4111018"/>
                  </a:lnTo>
                  <a:lnTo>
                    <a:pt x="6726343" y="4111018"/>
                  </a:lnTo>
                  <a:lnTo>
                    <a:pt x="6727280" y="4110941"/>
                  </a:lnTo>
                  <a:lnTo>
                    <a:pt x="6733470" y="4110392"/>
                  </a:lnTo>
                  <a:lnTo>
                    <a:pt x="6749160" y="4108878"/>
                  </a:lnTo>
                  <a:lnTo>
                    <a:pt x="6777429" y="4105892"/>
                  </a:lnTo>
                  <a:lnTo>
                    <a:pt x="6820005" y="4100958"/>
                  </a:lnTo>
                  <a:lnTo>
                    <a:pt x="6877135" y="4093666"/>
                  </a:lnTo>
                  <a:lnTo>
                    <a:pt x="6947634" y="4083711"/>
                  </a:lnTo>
                  <a:lnTo>
                    <a:pt x="7029141" y="4070909"/>
                  </a:lnTo>
                  <a:lnTo>
                    <a:pt x="7118549" y="4055192"/>
                  </a:lnTo>
                  <a:lnTo>
                    <a:pt x="7212495" y="4036572"/>
                  </a:lnTo>
                  <a:lnTo>
                    <a:pt x="7307798" y="4015106"/>
                  </a:lnTo>
                  <a:lnTo>
                    <a:pt x="7401763" y="3990848"/>
                  </a:lnTo>
                  <a:lnTo>
                    <a:pt x="7492343" y="3963815"/>
                  </a:lnTo>
                  <a:lnTo>
                    <a:pt x="7578153" y="3933955"/>
                  </a:lnTo>
                  <a:lnTo>
                    <a:pt x="7658409" y="3901136"/>
                  </a:lnTo>
                  <a:lnTo>
                    <a:pt x="7732819" y="3865134"/>
                  </a:lnTo>
                  <a:lnTo>
                    <a:pt x="7801457" y="3825638"/>
                  </a:lnTo>
                  <a:lnTo>
                    <a:pt x="7864654" y="3782248"/>
                  </a:lnTo>
                  <a:lnTo>
                    <a:pt x="7922910" y="3734491"/>
                  </a:lnTo>
                  <a:lnTo>
                    <a:pt x="7976819" y="3681838"/>
                  </a:lnTo>
                  <a:lnTo>
                    <a:pt x="8027019" y="3623738"/>
                  </a:lnTo>
                  <a:lnTo>
                    <a:pt x="8074152" y="3559668"/>
                  </a:lnTo>
                  <a:lnTo>
                    <a:pt x="8118828" y="3489223"/>
                  </a:lnTo>
                  <a:lnTo>
                    <a:pt x="8151487" y="3431297"/>
                  </a:lnTo>
                  <a:lnTo>
                    <a:pt x="8183810" y="3368486"/>
                  </a:lnTo>
                  <a:lnTo>
                    <a:pt x="8215406" y="3301713"/>
                  </a:lnTo>
                  <a:lnTo>
                    <a:pt x="8246446" y="3230896"/>
                  </a:lnTo>
                  <a:lnTo>
                    <a:pt x="8277072" y="3156003"/>
                  </a:lnTo>
                  <a:lnTo>
                    <a:pt x="8307399" y="3077049"/>
                  </a:lnTo>
                  <a:lnTo>
                    <a:pt x="8337526" y="2994106"/>
                  </a:lnTo>
                  <a:lnTo>
                    <a:pt x="8367527" y="2907305"/>
                  </a:lnTo>
                  <a:lnTo>
                    <a:pt x="8397464" y="2816837"/>
                  </a:lnTo>
                  <a:lnTo>
                    <a:pt x="8427381" y="2722958"/>
                  </a:lnTo>
                  <a:lnTo>
                    <a:pt x="8457308" y="2625983"/>
                  </a:lnTo>
                  <a:lnTo>
                    <a:pt x="8487265" y="2526287"/>
                  </a:lnTo>
                  <a:lnTo>
                    <a:pt x="8517260" y="2424299"/>
                  </a:lnTo>
                  <a:lnTo>
                    <a:pt x="8547293" y="2320494"/>
                  </a:lnTo>
                  <a:lnTo>
                    <a:pt x="8577358" y="2215387"/>
                  </a:lnTo>
                  <a:lnTo>
                    <a:pt x="8607443" y="2109521"/>
                  </a:lnTo>
                  <a:lnTo>
                    <a:pt x="8637533" y="2003454"/>
                  </a:lnTo>
                  <a:lnTo>
                    <a:pt x="8667613" y="1897751"/>
                  </a:lnTo>
                  <a:lnTo>
                    <a:pt x="8697670" y="1792966"/>
                  </a:lnTo>
                  <a:lnTo>
                    <a:pt x="8727693" y="1689637"/>
                  </a:lnTo>
                  <a:lnTo>
                    <a:pt x="8757676" y="1588266"/>
                  </a:lnTo>
                  <a:lnTo>
                    <a:pt x="8787623" y="1489317"/>
                  </a:lnTo>
                  <a:lnTo>
                    <a:pt x="8817545" y="1393203"/>
                  </a:lnTo>
                  <a:lnTo>
                    <a:pt x="8847463" y="1300283"/>
                  </a:lnTo>
                  <a:lnTo>
                    <a:pt x="8877414" y="1210855"/>
                  </a:lnTo>
                  <a:lnTo>
                    <a:pt x="8907445" y="1125155"/>
                  </a:lnTo>
                  <a:lnTo>
                    <a:pt x="8937621" y="1043358"/>
                  </a:lnTo>
                  <a:lnTo>
                    <a:pt x="8968024" y="965576"/>
                  </a:lnTo>
                  <a:lnTo>
                    <a:pt x="8998757" y="891865"/>
                  </a:lnTo>
                  <a:lnTo>
                    <a:pt x="9029942" y="822227"/>
                  </a:lnTo>
                  <a:lnTo>
                    <a:pt x="9061730" y="756612"/>
                  </a:lnTo>
                  <a:lnTo>
                    <a:pt x="9084767" y="712413"/>
                  </a:lnTo>
                  <a:lnTo>
                    <a:pt x="9127947" y="636996"/>
                  </a:lnTo>
                  <a:lnTo>
                    <a:pt x="9173159" y="568107"/>
                  </a:lnTo>
                  <a:lnTo>
                    <a:pt x="9220970" y="505512"/>
                  </a:lnTo>
                  <a:lnTo>
                    <a:pt x="9272000" y="448768"/>
                  </a:lnTo>
                  <a:lnTo>
                    <a:pt x="9326895" y="397339"/>
                  </a:lnTo>
                  <a:lnTo>
                    <a:pt x="9386284" y="350676"/>
                  </a:lnTo>
                  <a:lnTo>
                    <a:pt x="9450746" y="308260"/>
                  </a:lnTo>
                  <a:lnTo>
                    <a:pt x="9520745" y="269635"/>
                  </a:lnTo>
                  <a:lnTo>
                    <a:pt x="9596563" y="234422"/>
                  </a:lnTo>
                  <a:lnTo>
                    <a:pt x="9678195" y="202329"/>
                  </a:lnTo>
                  <a:lnTo>
                    <a:pt x="9765241" y="173156"/>
                  </a:lnTo>
                  <a:lnTo>
                    <a:pt x="9856783" y="146790"/>
                  </a:lnTo>
                  <a:lnTo>
                    <a:pt x="9951281" y="123199"/>
                  </a:lnTo>
                  <a:lnTo>
                    <a:pt x="10046526" y="102410"/>
                  </a:lnTo>
                  <a:lnTo>
                    <a:pt x="10139687" y="84482"/>
                  </a:lnTo>
                  <a:lnTo>
                    <a:pt x="10227505" y="69465"/>
                  </a:lnTo>
                  <a:lnTo>
                    <a:pt x="10306635" y="57356"/>
                  </a:lnTo>
                  <a:lnTo>
                    <a:pt x="10374105" y="48061"/>
                  </a:lnTo>
                  <a:lnTo>
                    <a:pt x="10427802" y="41367"/>
                  </a:lnTo>
                  <a:lnTo>
                    <a:pt x="10466867" y="36941"/>
                  </a:lnTo>
                  <a:lnTo>
                    <a:pt x="10491908" y="34353"/>
                  </a:lnTo>
                  <a:lnTo>
                    <a:pt x="10504992" y="33116"/>
                  </a:lnTo>
                  <a:lnTo>
                    <a:pt x="10509494" y="32725"/>
                  </a:lnTo>
                  <a:lnTo>
                    <a:pt x="10509911" y="32691"/>
                  </a:lnTo>
                  <a:lnTo>
                    <a:pt x="11981298" y="32691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8973" y="76"/>
                  </a:lnTo>
                  <a:lnTo>
                    <a:pt x="10502783" y="625"/>
                  </a:lnTo>
                  <a:lnTo>
                    <a:pt x="10487093" y="2140"/>
                  </a:lnTo>
                  <a:lnTo>
                    <a:pt x="10458824" y="5125"/>
                  </a:lnTo>
                  <a:lnTo>
                    <a:pt x="10416248" y="10059"/>
                  </a:lnTo>
                  <a:lnTo>
                    <a:pt x="10359118" y="17352"/>
                  </a:lnTo>
                  <a:lnTo>
                    <a:pt x="10288619" y="27307"/>
                  </a:lnTo>
                  <a:lnTo>
                    <a:pt x="10207112" y="40108"/>
                  </a:lnTo>
                  <a:lnTo>
                    <a:pt x="10117704" y="55825"/>
                  </a:lnTo>
                  <a:lnTo>
                    <a:pt x="10023758" y="74445"/>
                  </a:lnTo>
                  <a:lnTo>
                    <a:pt x="9928456" y="95911"/>
                  </a:lnTo>
                  <a:lnTo>
                    <a:pt x="9834490" y="120169"/>
                  </a:lnTo>
                  <a:lnTo>
                    <a:pt x="9743911" y="147202"/>
                  </a:lnTo>
                  <a:lnTo>
                    <a:pt x="9658101" y="177062"/>
                  </a:lnTo>
                  <a:lnTo>
                    <a:pt x="9577844" y="209881"/>
                  </a:lnTo>
                  <a:lnTo>
                    <a:pt x="9503434" y="245883"/>
                  </a:lnTo>
                  <a:lnTo>
                    <a:pt x="9434796" y="285379"/>
                  </a:lnTo>
                  <a:lnTo>
                    <a:pt x="9371599" y="328769"/>
                  </a:lnTo>
                  <a:lnTo>
                    <a:pt x="9313343" y="376526"/>
                  </a:lnTo>
                  <a:lnTo>
                    <a:pt x="9259434" y="429179"/>
                  </a:lnTo>
                  <a:lnTo>
                    <a:pt x="9209234" y="487279"/>
                  </a:lnTo>
                  <a:lnTo>
                    <a:pt x="9162102" y="551349"/>
                  </a:lnTo>
                  <a:lnTo>
                    <a:pt x="9117425" y="621794"/>
                  </a:lnTo>
                  <a:lnTo>
                    <a:pt x="9084767" y="679721"/>
                  </a:lnTo>
                  <a:lnTo>
                    <a:pt x="9052443" y="742531"/>
                  </a:lnTo>
                  <a:lnTo>
                    <a:pt x="9020847" y="809305"/>
                  </a:lnTo>
                  <a:lnTo>
                    <a:pt x="8989807" y="880121"/>
                  </a:lnTo>
                  <a:lnTo>
                    <a:pt x="8959182" y="955014"/>
                  </a:lnTo>
                  <a:lnTo>
                    <a:pt x="8928854" y="1033968"/>
                  </a:lnTo>
                  <a:lnTo>
                    <a:pt x="8898727" y="1116911"/>
                  </a:lnTo>
                  <a:lnTo>
                    <a:pt x="8868726" y="1203712"/>
                  </a:lnTo>
                  <a:lnTo>
                    <a:pt x="8838789" y="1294180"/>
                  </a:lnTo>
                  <a:lnTo>
                    <a:pt x="8808873" y="1388059"/>
                  </a:lnTo>
                  <a:lnTo>
                    <a:pt x="8778945" y="1485034"/>
                  </a:lnTo>
                  <a:lnTo>
                    <a:pt x="8748988" y="1584730"/>
                  </a:lnTo>
                  <a:lnTo>
                    <a:pt x="8718993" y="1686718"/>
                  </a:lnTo>
                  <a:lnTo>
                    <a:pt x="8688960" y="1790523"/>
                  </a:lnTo>
                  <a:lnTo>
                    <a:pt x="8658895" y="1895630"/>
                  </a:lnTo>
                  <a:lnTo>
                    <a:pt x="8628811" y="2001496"/>
                  </a:lnTo>
                  <a:lnTo>
                    <a:pt x="8598720" y="2107563"/>
                  </a:lnTo>
                  <a:lnTo>
                    <a:pt x="8568640" y="2213267"/>
                  </a:lnTo>
                  <a:lnTo>
                    <a:pt x="8538583" y="2318051"/>
                  </a:lnTo>
                  <a:lnTo>
                    <a:pt x="8508561" y="2421381"/>
                  </a:lnTo>
                  <a:lnTo>
                    <a:pt x="8478577" y="2522751"/>
                  </a:lnTo>
                  <a:lnTo>
                    <a:pt x="8448630" y="2621701"/>
                  </a:lnTo>
                  <a:lnTo>
                    <a:pt x="8418708" y="2717814"/>
                  </a:lnTo>
                  <a:lnTo>
                    <a:pt x="8388790" y="2810734"/>
                  </a:lnTo>
                  <a:lnTo>
                    <a:pt x="8358839" y="2900162"/>
                  </a:lnTo>
                  <a:lnTo>
                    <a:pt x="8328808" y="2985862"/>
                  </a:lnTo>
                  <a:lnTo>
                    <a:pt x="8298632" y="3067659"/>
                  </a:lnTo>
                  <a:lnTo>
                    <a:pt x="8268229" y="3145441"/>
                  </a:lnTo>
                  <a:lnTo>
                    <a:pt x="8237497" y="3219152"/>
                  </a:lnTo>
                  <a:lnTo>
                    <a:pt x="8206311" y="3288790"/>
                  </a:lnTo>
                  <a:lnTo>
                    <a:pt x="8174523" y="3354405"/>
                  </a:lnTo>
                  <a:lnTo>
                    <a:pt x="8151487" y="3398605"/>
                  </a:lnTo>
                  <a:lnTo>
                    <a:pt x="8108306" y="3474021"/>
                  </a:lnTo>
                  <a:lnTo>
                    <a:pt x="8063094" y="3542911"/>
                  </a:lnTo>
                  <a:lnTo>
                    <a:pt x="8015283" y="3605506"/>
                  </a:lnTo>
                  <a:lnTo>
                    <a:pt x="7964253" y="3662250"/>
                  </a:lnTo>
                  <a:lnTo>
                    <a:pt x="7909359" y="3713678"/>
                  </a:lnTo>
                  <a:lnTo>
                    <a:pt x="7849969" y="3760341"/>
                  </a:lnTo>
                  <a:lnTo>
                    <a:pt x="7785508" y="3802757"/>
                  </a:lnTo>
                  <a:lnTo>
                    <a:pt x="7715508" y="3841382"/>
                  </a:lnTo>
                  <a:lnTo>
                    <a:pt x="7639690" y="3876595"/>
                  </a:lnTo>
                  <a:lnTo>
                    <a:pt x="7558059" y="3908688"/>
                  </a:lnTo>
                  <a:lnTo>
                    <a:pt x="7471012" y="3937861"/>
                  </a:lnTo>
                  <a:lnTo>
                    <a:pt x="7379470" y="3964227"/>
                  </a:lnTo>
                  <a:lnTo>
                    <a:pt x="7284972" y="3987818"/>
                  </a:lnTo>
                  <a:lnTo>
                    <a:pt x="7189727" y="4008607"/>
                  </a:lnTo>
                  <a:lnTo>
                    <a:pt x="7096566" y="4026535"/>
                  </a:lnTo>
                  <a:lnTo>
                    <a:pt x="7008748" y="4041552"/>
                  </a:lnTo>
                  <a:lnTo>
                    <a:pt x="6929618" y="4053661"/>
                  </a:lnTo>
                  <a:lnTo>
                    <a:pt x="6862148" y="4062956"/>
                  </a:lnTo>
                  <a:lnTo>
                    <a:pt x="6808452" y="4069650"/>
                  </a:lnTo>
                  <a:lnTo>
                    <a:pt x="6769386" y="4074077"/>
                  </a:lnTo>
                  <a:lnTo>
                    <a:pt x="6744345" y="4076664"/>
                  </a:lnTo>
                  <a:lnTo>
                    <a:pt x="6731261" y="4077901"/>
                  </a:lnTo>
                  <a:lnTo>
                    <a:pt x="6726760" y="4078292"/>
                  </a:lnTo>
                  <a:lnTo>
                    <a:pt x="6726343" y="4078326"/>
                  </a:lnTo>
                  <a:lnTo>
                    <a:pt x="5254955" y="4078326"/>
                  </a:lnTo>
                  <a:lnTo>
                    <a:pt x="5253722" y="4078311"/>
                  </a:lnTo>
                  <a:lnTo>
                    <a:pt x="5245628" y="4078204"/>
                  </a:lnTo>
                  <a:lnTo>
                    <a:pt x="5225276" y="4077910"/>
                  </a:lnTo>
                  <a:lnTo>
                    <a:pt x="5189015" y="4077332"/>
                  </a:lnTo>
                  <a:lnTo>
                    <a:pt x="5135221" y="4076380"/>
                  </a:lnTo>
                  <a:lnTo>
                    <a:pt x="5064419" y="4074985"/>
                  </a:lnTo>
                  <a:lnTo>
                    <a:pt x="4979055" y="4073099"/>
                  </a:lnTo>
                  <a:lnTo>
                    <a:pt x="4882932" y="4070701"/>
                  </a:lnTo>
                  <a:lnTo>
                    <a:pt x="4780453" y="4067791"/>
                  </a:lnTo>
                  <a:lnTo>
                    <a:pt x="4675886" y="4064378"/>
                  </a:lnTo>
                  <a:lnTo>
                    <a:pt x="4572844" y="4060473"/>
                  </a:lnTo>
                  <a:lnTo>
                    <a:pt x="4474013" y="4056078"/>
                  </a:lnTo>
                  <a:lnTo>
                    <a:pt x="4381124" y="4051183"/>
                  </a:lnTo>
                  <a:lnTo>
                    <a:pt x="4295059" y="4045756"/>
                  </a:lnTo>
                  <a:lnTo>
                    <a:pt x="4216042" y="4039750"/>
                  </a:lnTo>
                  <a:lnTo>
                    <a:pt x="4143819" y="4033097"/>
                  </a:lnTo>
                  <a:lnTo>
                    <a:pt x="4077829" y="4025713"/>
                  </a:lnTo>
                  <a:lnTo>
                    <a:pt x="4017328" y="4017499"/>
                  </a:lnTo>
                  <a:lnTo>
                    <a:pt x="3961485" y="4008349"/>
                  </a:lnTo>
                  <a:lnTo>
                    <a:pt x="3909449" y="3998160"/>
                  </a:lnTo>
                  <a:lnTo>
                    <a:pt x="3860409" y="3986851"/>
                  </a:lnTo>
                  <a:lnTo>
                    <a:pt x="3829811" y="3978888"/>
                  </a:lnTo>
                  <a:lnTo>
                    <a:pt x="3775830" y="3963088"/>
                  </a:lnTo>
                  <a:lnTo>
                    <a:pt x="3723583" y="3945623"/>
                  </a:lnTo>
                  <a:lnTo>
                    <a:pt x="3672391" y="3926472"/>
                  </a:lnTo>
                  <a:lnTo>
                    <a:pt x="3621766" y="3905673"/>
                  </a:lnTo>
                  <a:lnTo>
                    <a:pt x="3571373" y="3883335"/>
                  </a:lnTo>
                  <a:lnTo>
                    <a:pt x="3521001" y="3859637"/>
                  </a:lnTo>
                  <a:lnTo>
                    <a:pt x="3470547" y="3834832"/>
                  </a:lnTo>
                  <a:lnTo>
                    <a:pt x="3419985" y="3809233"/>
                  </a:lnTo>
                  <a:lnTo>
                    <a:pt x="3369350" y="3783198"/>
                  </a:lnTo>
                  <a:lnTo>
                    <a:pt x="3318706" y="3757116"/>
                  </a:lnTo>
                  <a:lnTo>
                    <a:pt x="3268122" y="3731376"/>
                  </a:lnTo>
                  <a:lnTo>
                    <a:pt x="3217641" y="3706346"/>
                  </a:lnTo>
                  <a:lnTo>
                    <a:pt x="3167255" y="3682352"/>
                  </a:lnTo>
                  <a:lnTo>
                    <a:pt x="3116882" y="3659663"/>
                  </a:lnTo>
                  <a:lnTo>
                    <a:pt x="3066340" y="3638476"/>
                  </a:lnTo>
                  <a:lnTo>
                    <a:pt x="3015325" y="3618917"/>
                  </a:lnTo>
                  <a:lnTo>
                    <a:pt x="2963389" y="3601040"/>
                  </a:lnTo>
                  <a:lnTo>
                    <a:pt x="2909906" y="3584839"/>
                  </a:lnTo>
                  <a:lnTo>
                    <a:pt x="2896531" y="3581135"/>
                  </a:lnTo>
                  <a:lnTo>
                    <a:pt x="2849041" y="3569078"/>
                  </a:lnTo>
                  <a:lnTo>
                    <a:pt x="2799039" y="3558168"/>
                  </a:lnTo>
                  <a:lnTo>
                    <a:pt x="2745765" y="3548354"/>
                  </a:lnTo>
                  <a:lnTo>
                    <a:pt x="2688386" y="3539544"/>
                  </a:lnTo>
                  <a:lnTo>
                    <a:pt x="2626053" y="3531632"/>
                  </a:lnTo>
                  <a:lnTo>
                    <a:pt x="2557957" y="3524515"/>
                  </a:lnTo>
                  <a:lnTo>
                    <a:pt x="2483404" y="3518098"/>
                  </a:lnTo>
                  <a:lnTo>
                    <a:pt x="2401926" y="3512302"/>
                  </a:lnTo>
                  <a:lnTo>
                    <a:pt x="2313414" y="3507066"/>
                  </a:lnTo>
                  <a:lnTo>
                    <a:pt x="2218302" y="3502348"/>
                  </a:lnTo>
                  <a:lnTo>
                    <a:pt x="2117751" y="3498125"/>
                  </a:lnTo>
                  <a:lnTo>
                    <a:pt x="2013819" y="3494392"/>
                  </a:lnTo>
                  <a:lnTo>
                    <a:pt x="1909530" y="3491153"/>
                  </a:lnTo>
                  <a:lnTo>
                    <a:pt x="1808772" y="3488422"/>
                  </a:lnTo>
                  <a:lnTo>
                    <a:pt x="1715933" y="3486205"/>
                  </a:lnTo>
                  <a:lnTo>
                    <a:pt x="1635294" y="3484495"/>
                  </a:lnTo>
                  <a:lnTo>
                    <a:pt x="1570263" y="3483261"/>
                  </a:lnTo>
                  <a:lnTo>
                    <a:pt x="1522663" y="3482450"/>
                  </a:lnTo>
                  <a:lnTo>
                    <a:pt x="1492270" y="3481982"/>
                  </a:lnTo>
                  <a:lnTo>
                    <a:pt x="1476725" y="3481764"/>
                  </a:lnTo>
                  <a:lnTo>
                    <a:pt x="1471732" y="3481701"/>
                  </a:lnTo>
                  <a:lnTo>
                    <a:pt x="1471387" y="3481697"/>
                  </a:lnTo>
                  <a:lnTo>
                    <a:pt x="0" y="3481697"/>
                  </a:lnTo>
                  <a:close/>
                </a:path>
              </a:pathLst>
            </a:custGeom>
            <a:solidFill>
              <a:srgbClr val="F28E5B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071" name="pl1071"/>
            <p:cNvSpPr/>
            <p:nvPr/>
          </p:nvSpPr>
          <p:spPr>
            <a:xfrm>
              <a:off x="4799595" y="4276892"/>
              <a:ext cx="11981298" cy="4078326"/>
            </a:xfrm>
            <a:custGeom>
              <a:avLst/>
              <a:pathLst>
                <a:path w="11981298" h="4078326">
                  <a:moveTo>
                    <a:pt x="0" y="3481697"/>
                  </a:moveTo>
                  <a:lnTo>
                    <a:pt x="1471387" y="3481697"/>
                  </a:lnTo>
                  <a:lnTo>
                    <a:pt x="1472620" y="3481712"/>
                  </a:lnTo>
                  <a:lnTo>
                    <a:pt x="1480714" y="3481818"/>
                  </a:lnTo>
                  <a:lnTo>
                    <a:pt x="1501066" y="3482112"/>
                  </a:lnTo>
                  <a:lnTo>
                    <a:pt x="1537328" y="3482691"/>
                  </a:lnTo>
                  <a:lnTo>
                    <a:pt x="1591121" y="3483642"/>
                  </a:lnTo>
                  <a:lnTo>
                    <a:pt x="1661924" y="3485038"/>
                  </a:lnTo>
                  <a:lnTo>
                    <a:pt x="1747288" y="3486924"/>
                  </a:lnTo>
                  <a:lnTo>
                    <a:pt x="1843410" y="3489321"/>
                  </a:lnTo>
                  <a:lnTo>
                    <a:pt x="1945889" y="3492231"/>
                  </a:lnTo>
                  <a:lnTo>
                    <a:pt x="2050456" y="3495644"/>
                  </a:lnTo>
                  <a:lnTo>
                    <a:pt x="2153498" y="3499549"/>
                  </a:lnTo>
                  <a:lnTo>
                    <a:pt x="2252329" y="3503944"/>
                  </a:lnTo>
                  <a:lnTo>
                    <a:pt x="2345219" y="3508840"/>
                  </a:lnTo>
                  <a:lnTo>
                    <a:pt x="2431283" y="3514266"/>
                  </a:lnTo>
                  <a:lnTo>
                    <a:pt x="2510300" y="3520272"/>
                  </a:lnTo>
                  <a:lnTo>
                    <a:pt x="2582523" y="3526925"/>
                  </a:lnTo>
                  <a:lnTo>
                    <a:pt x="2648513" y="3534309"/>
                  </a:lnTo>
                  <a:lnTo>
                    <a:pt x="2709014" y="3542523"/>
                  </a:lnTo>
                  <a:lnTo>
                    <a:pt x="2764857" y="3551674"/>
                  </a:lnTo>
                  <a:lnTo>
                    <a:pt x="2816893" y="3561863"/>
                  </a:lnTo>
                  <a:lnTo>
                    <a:pt x="2865933" y="3573172"/>
                  </a:lnTo>
                  <a:lnTo>
                    <a:pt x="2896531" y="3581135"/>
                  </a:lnTo>
                  <a:lnTo>
                    <a:pt x="2950512" y="3596935"/>
                  </a:lnTo>
                  <a:lnTo>
                    <a:pt x="3002759" y="3614399"/>
                  </a:lnTo>
                  <a:lnTo>
                    <a:pt x="3053951" y="3633551"/>
                  </a:lnTo>
                  <a:lnTo>
                    <a:pt x="3104576" y="3654349"/>
                  </a:lnTo>
                  <a:lnTo>
                    <a:pt x="3154970" y="3676688"/>
                  </a:lnTo>
                  <a:lnTo>
                    <a:pt x="3205341" y="3700385"/>
                  </a:lnTo>
                  <a:lnTo>
                    <a:pt x="3255795" y="3725190"/>
                  </a:lnTo>
                  <a:lnTo>
                    <a:pt x="3306357" y="3750790"/>
                  </a:lnTo>
                  <a:lnTo>
                    <a:pt x="3356992" y="3776824"/>
                  </a:lnTo>
                  <a:lnTo>
                    <a:pt x="3407636" y="3802906"/>
                  </a:lnTo>
                  <a:lnTo>
                    <a:pt x="3458220" y="3828647"/>
                  </a:lnTo>
                  <a:lnTo>
                    <a:pt x="3508701" y="3853677"/>
                  </a:lnTo>
                  <a:lnTo>
                    <a:pt x="3559087" y="3877670"/>
                  </a:lnTo>
                  <a:lnTo>
                    <a:pt x="3609460" y="3900359"/>
                  </a:lnTo>
                  <a:lnTo>
                    <a:pt x="3660002" y="3921547"/>
                  </a:lnTo>
                  <a:lnTo>
                    <a:pt x="3711017" y="3941106"/>
                  </a:lnTo>
                  <a:lnTo>
                    <a:pt x="3762953" y="3958982"/>
                  </a:lnTo>
                  <a:lnTo>
                    <a:pt x="3816436" y="3975183"/>
                  </a:lnTo>
                  <a:lnTo>
                    <a:pt x="3829811" y="3978888"/>
                  </a:lnTo>
                  <a:lnTo>
                    <a:pt x="3877301" y="3990945"/>
                  </a:lnTo>
                  <a:lnTo>
                    <a:pt x="3927303" y="4001854"/>
                  </a:lnTo>
                  <a:lnTo>
                    <a:pt x="3980578" y="4011669"/>
                  </a:lnTo>
                  <a:lnTo>
                    <a:pt x="4037956" y="4020479"/>
                  </a:lnTo>
                  <a:lnTo>
                    <a:pt x="4100289" y="4028390"/>
                  </a:lnTo>
                  <a:lnTo>
                    <a:pt x="4168386" y="4035507"/>
                  </a:lnTo>
                  <a:lnTo>
                    <a:pt x="4242938" y="4041925"/>
                  </a:lnTo>
                  <a:lnTo>
                    <a:pt x="4324417" y="4047721"/>
                  </a:lnTo>
                  <a:lnTo>
                    <a:pt x="4412928" y="4052957"/>
                  </a:lnTo>
                  <a:lnTo>
                    <a:pt x="4508040" y="4057675"/>
                  </a:lnTo>
                  <a:lnTo>
                    <a:pt x="4608591" y="4061897"/>
                  </a:lnTo>
                  <a:lnTo>
                    <a:pt x="4712524" y="4065631"/>
                  </a:lnTo>
                  <a:lnTo>
                    <a:pt x="4816812" y="4068869"/>
                  </a:lnTo>
                  <a:lnTo>
                    <a:pt x="4917570" y="4071600"/>
                  </a:lnTo>
                  <a:lnTo>
                    <a:pt x="5010409" y="4073817"/>
                  </a:lnTo>
                  <a:lnTo>
                    <a:pt x="5091048" y="4075528"/>
                  </a:lnTo>
                  <a:lnTo>
                    <a:pt x="5156079" y="4076761"/>
                  </a:lnTo>
                  <a:lnTo>
                    <a:pt x="5203679" y="4077573"/>
                  </a:lnTo>
                  <a:lnTo>
                    <a:pt x="5234072" y="4078041"/>
                  </a:lnTo>
                  <a:lnTo>
                    <a:pt x="5249617" y="4078258"/>
                  </a:lnTo>
                  <a:lnTo>
                    <a:pt x="5254610" y="4078322"/>
                  </a:lnTo>
                  <a:lnTo>
                    <a:pt x="5254955" y="4078326"/>
                  </a:lnTo>
                  <a:lnTo>
                    <a:pt x="6726343" y="4078326"/>
                  </a:lnTo>
                  <a:lnTo>
                    <a:pt x="6727280" y="4078249"/>
                  </a:lnTo>
                  <a:lnTo>
                    <a:pt x="6733470" y="4077700"/>
                  </a:lnTo>
                  <a:lnTo>
                    <a:pt x="6749160" y="4076186"/>
                  </a:lnTo>
                  <a:lnTo>
                    <a:pt x="6777429" y="4073200"/>
                  </a:lnTo>
                  <a:lnTo>
                    <a:pt x="6820005" y="4068266"/>
                  </a:lnTo>
                  <a:lnTo>
                    <a:pt x="6877135" y="4060974"/>
                  </a:lnTo>
                  <a:lnTo>
                    <a:pt x="6947634" y="4051019"/>
                  </a:lnTo>
                  <a:lnTo>
                    <a:pt x="7029141" y="4038217"/>
                  </a:lnTo>
                  <a:lnTo>
                    <a:pt x="7118549" y="4022500"/>
                  </a:lnTo>
                  <a:lnTo>
                    <a:pt x="7212495" y="4003880"/>
                  </a:lnTo>
                  <a:lnTo>
                    <a:pt x="7307798" y="3982414"/>
                  </a:lnTo>
                  <a:lnTo>
                    <a:pt x="7401763" y="3958156"/>
                  </a:lnTo>
                  <a:lnTo>
                    <a:pt x="7492343" y="3931123"/>
                  </a:lnTo>
                  <a:lnTo>
                    <a:pt x="7578153" y="3901263"/>
                  </a:lnTo>
                  <a:lnTo>
                    <a:pt x="7658409" y="3868444"/>
                  </a:lnTo>
                  <a:lnTo>
                    <a:pt x="7732819" y="3832442"/>
                  </a:lnTo>
                  <a:lnTo>
                    <a:pt x="7801457" y="3792946"/>
                  </a:lnTo>
                  <a:lnTo>
                    <a:pt x="7864654" y="3749556"/>
                  </a:lnTo>
                  <a:lnTo>
                    <a:pt x="7922910" y="3701799"/>
                  </a:lnTo>
                  <a:lnTo>
                    <a:pt x="7976819" y="3649146"/>
                  </a:lnTo>
                  <a:lnTo>
                    <a:pt x="8027019" y="3591046"/>
                  </a:lnTo>
                  <a:lnTo>
                    <a:pt x="8074152" y="3526976"/>
                  </a:lnTo>
                  <a:lnTo>
                    <a:pt x="8118828" y="3456531"/>
                  </a:lnTo>
                  <a:lnTo>
                    <a:pt x="8151487" y="3398605"/>
                  </a:lnTo>
                  <a:lnTo>
                    <a:pt x="8183810" y="3335794"/>
                  </a:lnTo>
                  <a:lnTo>
                    <a:pt x="8215406" y="3269021"/>
                  </a:lnTo>
                  <a:lnTo>
                    <a:pt x="8246446" y="3198205"/>
                  </a:lnTo>
                  <a:lnTo>
                    <a:pt x="8277072" y="3123311"/>
                  </a:lnTo>
                  <a:lnTo>
                    <a:pt x="8307399" y="3044357"/>
                  </a:lnTo>
                  <a:lnTo>
                    <a:pt x="8337526" y="2961414"/>
                  </a:lnTo>
                  <a:lnTo>
                    <a:pt x="8367527" y="2874613"/>
                  </a:lnTo>
                  <a:lnTo>
                    <a:pt x="8397464" y="2784145"/>
                  </a:lnTo>
                  <a:lnTo>
                    <a:pt x="8427381" y="2690266"/>
                  </a:lnTo>
                  <a:lnTo>
                    <a:pt x="8457308" y="2593291"/>
                  </a:lnTo>
                  <a:lnTo>
                    <a:pt x="8487265" y="2493595"/>
                  </a:lnTo>
                  <a:lnTo>
                    <a:pt x="8517260" y="2391607"/>
                  </a:lnTo>
                  <a:lnTo>
                    <a:pt x="8547293" y="2287802"/>
                  </a:lnTo>
                  <a:lnTo>
                    <a:pt x="8577358" y="2182695"/>
                  </a:lnTo>
                  <a:lnTo>
                    <a:pt x="8607443" y="2076829"/>
                  </a:lnTo>
                  <a:lnTo>
                    <a:pt x="8637533" y="1970762"/>
                  </a:lnTo>
                  <a:lnTo>
                    <a:pt x="8667613" y="1865059"/>
                  </a:lnTo>
                  <a:lnTo>
                    <a:pt x="8697670" y="1760274"/>
                  </a:lnTo>
                  <a:lnTo>
                    <a:pt x="8727693" y="1656945"/>
                  </a:lnTo>
                  <a:lnTo>
                    <a:pt x="8757676" y="1555574"/>
                  </a:lnTo>
                  <a:lnTo>
                    <a:pt x="8787623" y="1456625"/>
                  </a:lnTo>
                  <a:lnTo>
                    <a:pt x="8817545" y="1360511"/>
                  </a:lnTo>
                  <a:lnTo>
                    <a:pt x="8847463" y="1267591"/>
                  </a:lnTo>
                  <a:lnTo>
                    <a:pt x="8877414" y="1178163"/>
                  </a:lnTo>
                  <a:lnTo>
                    <a:pt x="8907445" y="1092463"/>
                  </a:lnTo>
                  <a:lnTo>
                    <a:pt x="8937621" y="1010666"/>
                  </a:lnTo>
                  <a:lnTo>
                    <a:pt x="8968024" y="932884"/>
                  </a:lnTo>
                  <a:lnTo>
                    <a:pt x="8998757" y="859173"/>
                  </a:lnTo>
                  <a:lnTo>
                    <a:pt x="9029942" y="789535"/>
                  </a:lnTo>
                  <a:lnTo>
                    <a:pt x="9061730" y="723920"/>
                  </a:lnTo>
                  <a:lnTo>
                    <a:pt x="9084767" y="679721"/>
                  </a:lnTo>
                  <a:lnTo>
                    <a:pt x="9127947" y="604304"/>
                  </a:lnTo>
                  <a:lnTo>
                    <a:pt x="9173159" y="535415"/>
                  </a:lnTo>
                  <a:lnTo>
                    <a:pt x="9220970" y="472820"/>
                  </a:lnTo>
                  <a:lnTo>
                    <a:pt x="9272000" y="416076"/>
                  </a:lnTo>
                  <a:lnTo>
                    <a:pt x="9326895" y="364647"/>
                  </a:lnTo>
                  <a:lnTo>
                    <a:pt x="9386284" y="317984"/>
                  </a:lnTo>
                  <a:lnTo>
                    <a:pt x="9450746" y="275568"/>
                  </a:lnTo>
                  <a:lnTo>
                    <a:pt x="9520745" y="236943"/>
                  </a:lnTo>
                  <a:lnTo>
                    <a:pt x="9596563" y="201730"/>
                  </a:lnTo>
                  <a:lnTo>
                    <a:pt x="9678195" y="169637"/>
                  </a:lnTo>
                  <a:lnTo>
                    <a:pt x="9765241" y="140464"/>
                  </a:lnTo>
                  <a:lnTo>
                    <a:pt x="9856783" y="114098"/>
                  </a:lnTo>
                  <a:lnTo>
                    <a:pt x="9951281" y="90507"/>
                  </a:lnTo>
                  <a:lnTo>
                    <a:pt x="10046526" y="69718"/>
                  </a:lnTo>
                  <a:lnTo>
                    <a:pt x="10139687" y="51790"/>
                  </a:lnTo>
                  <a:lnTo>
                    <a:pt x="10227505" y="36773"/>
                  </a:lnTo>
                  <a:lnTo>
                    <a:pt x="10306635" y="24664"/>
                  </a:lnTo>
                  <a:lnTo>
                    <a:pt x="10374105" y="15369"/>
                  </a:lnTo>
                  <a:lnTo>
                    <a:pt x="10427802" y="8675"/>
                  </a:lnTo>
                  <a:lnTo>
                    <a:pt x="10466867" y="4249"/>
                  </a:lnTo>
                  <a:lnTo>
                    <a:pt x="10491908" y="1661"/>
                  </a:lnTo>
                  <a:lnTo>
                    <a:pt x="10504992" y="424"/>
                  </a:lnTo>
                  <a:lnTo>
                    <a:pt x="10509494" y="33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72" name="pl1072"/>
            <p:cNvSpPr/>
            <p:nvPr/>
          </p:nvSpPr>
          <p:spPr>
            <a:xfrm>
              <a:off x="4799595" y="4244200"/>
              <a:ext cx="11981298" cy="4078326"/>
            </a:xfrm>
            <a:custGeom>
              <a:avLst/>
              <a:pathLst>
                <a:path w="11981298" h="4078326">
                  <a:moveTo>
                    <a:pt x="11981298" y="0"/>
                  </a:moveTo>
                  <a:lnTo>
                    <a:pt x="10509911" y="0"/>
                  </a:lnTo>
                  <a:lnTo>
                    <a:pt x="10508973" y="76"/>
                  </a:lnTo>
                  <a:lnTo>
                    <a:pt x="10502783" y="625"/>
                  </a:lnTo>
                  <a:lnTo>
                    <a:pt x="10487093" y="2140"/>
                  </a:lnTo>
                  <a:lnTo>
                    <a:pt x="10458824" y="5125"/>
                  </a:lnTo>
                  <a:lnTo>
                    <a:pt x="10416248" y="10059"/>
                  </a:lnTo>
                  <a:lnTo>
                    <a:pt x="10359118" y="17352"/>
                  </a:lnTo>
                  <a:lnTo>
                    <a:pt x="10288619" y="27307"/>
                  </a:lnTo>
                  <a:lnTo>
                    <a:pt x="10207112" y="40108"/>
                  </a:lnTo>
                  <a:lnTo>
                    <a:pt x="10117704" y="55825"/>
                  </a:lnTo>
                  <a:lnTo>
                    <a:pt x="10023758" y="74445"/>
                  </a:lnTo>
                  <a:lnTo>
                    <a:pt x="9928456" y="95911"/>
                  </a:lnTo>
                  <a:lnTo>
                    <a:pt x="9834490" y="120169"/>
                  </a:lnTo>
                  <a:lnTo>
                    <a:pt x="9743911" y="147202"/>
                  </a:lnTo>
                  <a:lnTo>
                    <a:pt x="9658101" y="177062"/>
                  </a:lnTo>
                  <a:lnTo>
                    <a:pt x="9577844" y="209881"/>
                  </a:lnTo>
                  <a:lnTo>
                    <a:pt x="9503434" y="245883"/>
                  </a:lnTo>
                  <a:lnTo>
                    <a:pt x="9434796" y="285379"/>
                  </a:lnTo>
                  <a:lnTo>
                    <a:pt x="9371599" y="328769"/>
                  </a:lnTo>
                  <a:lnTo>
                    <a:pt x="9313343" y="376526"/>
                  </a:lnTo>
                  <a:lnTo>
                    <a:pt x="9259434" y="429179"/>
                  </a:lnTo>
                  <a:lnTo>
                    <a:pt x="9209234" y="487279"/>
                  </a:lnTo>
                  <a:lnTo>
                    <a:pt x="9162102" y="551349"/>
                  </a:lnTo>
                  <a:lnTo>
                    <a:pt x="9117425" y="621794"/>
                  </a:lnTo>
                  <a:lnTo>
                    <a:pt x="9084767" y="679721"/>
                  </a:lnTo>
                  <a:lnTo>
                    <a:pt x="9052443" y="742531"/>
                  </a:lnTo>
                  <a:lnTo>
                    <a:pt x="9020847" y="809305"/>
                  </a:lnTo>
                  <a:lnTo>
                    <a:pt x="8989807" y="880121"/>
                  </a:lnTo>
                  <a:lnTo>
                    <a:pt x="8959182" y="955014"/>
                  </a:lnTo>
                  <a:lnTo>
                    <a:pt x="8928854" y="1033968"/>
                  </a:lnTo>
                  <a:lnTo>
                    <a:pt x="8898727" y="1116911"/>
                  </a:lnTo>
                  <a:lnTo>
                    <a:pt x="8868726" y="1203712"/>
                  </a:lnTo>
                  <a:lnTo>
                    <a:pt x="8838789" y="1294180"/>
                  </a:lnTo>
                  <a:lnTo>
                    <a:pt x="8808873" y="1388059"/>
                  </a:lnTo>
                  <a:lnTo>
                    <a:pt x="8778945" y="1485034"/>
                  </a:lnTo>
                  <a:lnTo>
                    <a:pt x="8748988" y="1584730"/>
                  </a:lnTo>
                  <a:lnTo>
                    <a:pt x="8718993" y="1686718"/>
                  </a:lnTo>
                  <a:lnTo>
                    <a:pt x="8688960" y="1790523"/>
                  </a:lnTo>
                  <a:lnTo>
                    <a:pt x="8658895" y="1895630"/>
                  </a:lnTo>
                  <a:lnTo>
                    <a:pt x="8628811" y="2001496"/>
                  </a:lnTo>
                  <a:lnTo>
                    <a:pt x="8598720" y="2107563"/>
                  </a:lnTo>
                  <a:lnTo>
                    <a:pt x="8568640" y="2213267"/>
                  </a:lnTo>
                  <a:lnTo>
                    <a:pt x="8538583" y="2318051"/>
                  </a:lnTo>
                  <a:lnTo>
                    <a:pt x="8508561" y="2421381"/>
                  </a:lnTo>
                  <a:lnTo>
                    <a:pt x="8478577" y="2522751"/>
                  </a:lnTo>
                  <a:lnTo>
                    <a:pt x="8448630" y="2621701"/>
                  </a:lnTo>
                  <a:lnTo>
                    <a:pt x="8418708" y="2717814"/>
                  </a:lnTo>
                  <a:lnTo>
                    <a:pt x="8388790" y="2810734"/>
                  </a:lnTo>
                  <a:lnTo>
                    <a:pt x="8358839" y="2900162"/>
                  </a:lnTo>
                  <a:lnTo>
                    <a:pt x="8328808" y="2985862"/>
                  </a:lnTo>
                  <a:lnTo>
                    <a:pt x="8298632" y="3067659"/>
                  </a:lnTo>
                  <a:lnTo>
                    <a:pt x="8268229" y="3145441"/>
                  </a:lnTo>
                  <a:lnTo>
                    <a:pt x="8237497" y="3219152"/>
                  </a:lnTo>
                  <a:lnTo>
                    <a:pt x="8206311" y="3288790"/>
                  </a:lnTo>
                  <a:lnTo>
                    <a:pt x="8174523" y="3354405"/>
                  </a:lnTo>
                  <a:lnTo>
                    <a:pt x="8151487" y="3398605"/>
                  </a:lnTo>
                  <a:lnTo>
                    <a:pt x="8108306" y="3474021"/>
                  </a:lnTo>
                  <a:lnTo>
                    <a:pt x="8063094" y="3542911"/>
                  </a:lnTo>
                  <a:lnTo>
                    <a:pt x="8015283" y="3605506"/>
                  </a:lnTo>
                  <a:lnTo>
                    <a:pt x="7964253" y="3662250"/>
                  </a:lnTo>
                  <a:lnTo>
                    <a:pt x="7909359" y="3713678"/>
                  </a:lnTo>
                  <a:lnTo>
                    <a:pt x="7849969" y="3760341"/>
                  </a:lnTo>
                  <a:lnTo>
                    <a:pt x="7785508" y="3802757"/>
                  </a:lnTo>
                  <a:lnTo>
                    <a:pt x="7715508" y="3841382"/>
                  </a:lnTo>
                  <a:lnTo>
                    <a:pt x="7639690" y="3876595"/>
                  </a:lnTo>
                  <a:lnTo>
                    <a:pt x="7558059" y="3908688"/>
                  </a:lnTo>
                  <a:lnTo>
                    <a:pt x="7471012" y="3937861"/>
                  </a:lnTo>
                  <a:lnTo>
                    <a:pt x="7379470" y="3964227"/>
                  </a:lnTo>
                  <a:lnTo>
                    <a:pt x="7284972" y="3987818"/>
                  </a:lnTo>
                  <a:lnTo>
                    <a:pt x="7189727" y="4008607"/>
                  </a:lnTo>
                  <a:lnTo>
                    <a:pt x="7096566" y="4026535"/>
                  </a:lnTo>
                  <a:lnTo>
                    <a:pt x="7008748" y="4041552"/>
                  </a:lnTo>
                  <a:lnTo>
                    <a:pt x="6929618" y="4053661"/>
                  </a:lnTo>
                  <a:lnTo>
                    <a:pt x="6862148" y="4062956"/>
                  </a:lnTo>
                  <a:lnTo>
                    <a:pt x="6808452" y="4069650"/>
                  </a:lnTo>
                  <a:lnTo>
                    <a:pt x="6769386" y="4074077"/>
                  </a:lnTo>
                  <a:lnTo>
                    <a:pt x="6744345" y="4076664"/>
                  </a:lnTo>
                  <a:lnTo>
                    <a:pt x="6731261" y="4077901"/>
                  </a:lnTo>
                  <a:lnTo>
                    <a:pt x="6726760" y="4078292"/>
                  </a:lnTo>
                  <a:lnTo>
                    <a:pt x="6726343" y="4078326"/>
                  </a:lnTo>
                  <a:lnTo>
                    <a:pt x="5254955" y="4078326"/>
                  </a:lnTo>
                  <a:lnTo>
                    <a:pt x="5253722" y="4078311"/>
                  </a:lnTo>
                  <a:lnTo>
                    <a:pt x="5245628" y="4078204"/>
                  </a:lnTo>
                  <a:lnTo>
                    <a:pt x="5225276" y="4077910"/>
                  </a:lnTo>
                  <a:lnTo>
                    <a:pt x="5189015" y="4077332"/>
                  </a:lnTo>
                  <a:lnTo>
                    <a:pt x="5135221" y="4076380"/>
                  </a:lnTo>
                  <a:lnTo>
                    <a:pt x="5064419" y="4074985"/>
                  </a:lnTo>
                  <a:lnTo>
                    <a:pt x="4979055" y="4073099"/>
                  </a:lnTo>
                  <a:lnTo>
                    <a:pt x="4882932" y="4070701"/>
                  </a:lnTo>
                  <a:lnTo>
                    <a:pt x="4780453" y="4067791"/>
                  </a:lnTo>
                  <a:lnTo>
                    <a:pt x="4675886" y="4064378"/>
                  </a:lnTo>
                  <a:lnTo>
                    <a:pt x="4572844" y="4060473"/>
                  </a:lnTo>
                  <a:lnTo>
                    <a:pt x="4474013" y="4056078"/>
                  </a:lnTo>
                  <a:lnTo>
                    <a:pt x="4381124" y="4051183"/>
                  </a:lnTo>
                  <a:lnTo>
                    <a:pt x="4295059" y="4045756"/>
                  </a:lnTo>
                  <a:lnTo>
                    <a:pt x="4216042" y="4039750"/>
                  </a:lnTo>
                  <a:lnTo>
                    <a:pt x="4143819" y="4033097"/>
                  </a:lnTo>
                  <a:lnTo>
                    <a:pt x="4077829" y="4025713"/>
                  </a:lnTo>
                  <a:lnTo>
                    <a:pt x="4017328" y="4017499"/>
                  </a:lnTo>
                  <a:lnTo>
                    <a:pt x="3961485" y="4008349"/>
                  </a:lnTo>
                  <a:lnTo>
                    <a:pt x="3909449" y="3998160"/>
                  </a:lnTo>
                  <a:lnTo>
                    <a:pt x="3860409" y="3986851"/>
                  </a:lnTo>
                  <a:lnTo>
                    <a:pt x="3829811" y="3978888"/>
                  </a:lnTo>
                  <a:lnTo>
                    <a:pt x="3775830" y="3963088"/>
                  </a:lnTo>
                  <a:lnTo>
                    <a:pt x="3723583" y="3945623"/>
                  </a:lnTo>
                  <a:lnTo>
                    <a:pt x="3672391" y="3926472"/>
                  </a:lnTo>
                  <a:lnTo>
                    <a:pt x="3621766" y="3905673"/>
                  </a:lnTo>
                  <a:lnTo>
                    <a:pt x="3571373" y="3883335"/>
                  </a:lnTo>
                  <a:lnTo>
                    <a:pt x="3521001" y="3859637"/>
                  </a:lnTo>
                  <a:lnTo>
                    <a:pt x="3470547" y="3834832"/>
                  </a:lnTo>
                  <a:lnTo>
                    <a:pt x="3419985" y="3809233"/>
                  </a:lnTo>
                  <a:lnTo>
                    <a:pt x="3369350" y="3783198"/>
                  </a:lnTo>
                  <a:lnTo>
                    <a:pt x="3318706" y="3757116"/>
                  </a:lnTo>
                  <a:lnTo>
                    <a:pt x="3268122" y="3731376"/>
                  </a:lnTo>
                  <a:lnTo>
                    <a:pt x="3217641" y="3706346"/>
                  </a:lnTo>
                  <a:lnTo>
                    <a:pt x="3167255" y="3682352"/>
                  </a:lnTo>
                  <a:lnTo>
                    <a:pt x="3116882" y="3659663"/>
                  </a:lnTo>
                  <a:lnTo>
                    <a:pt x="3066340" y="3638476"/>
                  </a:lnTo>
                  <a:lnTo>
                    <a:pt x="3015325" y="3618917"/>
                  </a:lnTo>
                  <a:lnTo>
                    <a:pt x="2963389" y="3601040"/>
                  </a:lnTo>
                  <a:lnTo>
                    <a:pt x="2909906" y="3584839"/>
                  </a:lnTo>
                  <a:lnTo>
                    <a:pt x="2896531" y="3581135"/>
                  </a:lnTo>
                  <a:lnTo>
                    <a:pt x="2849041" y="3569078"/>
                  </a:lnTo>
                  <a:lnTo>
                    <a:pt x="2799039" y="3558168"/>
                  </a:lnTo>
                  <a:lnTo>
                    <a:pt x="2745765" y="3548354"/>
                  </a:lnTo>
                  <a:lnTo>
                    <a:pt x="2688386" y="3539544"/>
                  </a:lnTo>
                  <a:lnTo>
                    <a:pt x="2626053" y="3531632"/>
                  </a:lnTo>
                  <a:lnTo>
                    <a:pt x="2557957" y="3524515"/>
                  </a:lnTo>
                  <a:lnTo>
                    <a:pt x="2483404" y="3518098"/>
                  </a:lnTo>
                  <a:lnTo>
                    <a:pt x="2401926" y="3512302"/>
                  </a:lnTo>
                  <a:lnTo>
                    <a:pt x="2313414" y="3507066"/>
                  </a:lnTo>
                  <a:lnTo>
                    <a:pt x="2218302" y="3502348"/>
                  </a:lnTo>
                  <a:lnTo>
                    <a:pt x="2117751" y="3498125"/>
                  </a:lnTo>
                  <a:lnTo>
                    <a:pt x="2013819" y="3494392"/>
                  </a:lnTo>
                  <a:lnTo>
                    <a:pt x="1909530" y="3491153"/>
                  </a:lnTo>
                  <a:lnTo>
                    <a:pt x="1808772" y="3488422"/>
                  </a:lnTo>
                  <a:lnTo>
                    <a:pt x="1715933" y="3486205"/>
                  </a:lnTo>
                  <a:lnTo>
                    <a:pt x="1635294" y="3484495"/>
                  </a:lnTo>
                  <a:lnTo>
                    <a:pt x="1570263" y="3483261"/>
                  </a:lnTo>
                  <a:lnTo>
                    <a:pt x="1522663" y="3482450"/>
                  </a:lnTo>
                  <a:lnTo>
                    <a:pt x="1492270" y="3481982"/>
                  </a:lnTo>
                  <a:lnTo>
                    <a:pt x="1476725" y="3481764"/>
                  </a:lnTo>
                  <a:lnTo>
                    <a:pt x="1471732" y="3481701"/>
                  </a:lnTo>
                  <a:lnTo>
                    <a:pt x="1471387" y="3481697"/>
                  </a:lnTo>
                  <a:lnTo>
                    <a:pt x="0" y="348169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73" name="pg1073"/>
            <p:cNvSpPr/>
            <p:nvPr/>
          </p:nvSpPr>
          <p:spPr>
            <a:xfrm>
              <a:off x="4799595" y="4505736"/>
              <a:ext cx="11981298" cy="3874001"/>
            </a:xfrm>
            <a:custGeom>
              <a:avLst/>
              <a:pathLst>
                <a:path w="11981298" h="3874001">
                  <a:moveTo>
                    <a:pt x="0" y="3261026"/>
                  </a:moveTo>
                  <a:lnTo>
                    <a:pt x="1471387" y="3261026"/>
                  </a:lnTo>
                  <a:lnTo>
                    <a:pt x="1472620" y="3261041"/>
                  </a:lnTo>
                  <a:lnTo>
                    <a:pt x="1480712" y="3261150"/>
                  </a:lnTo>
                  <a:lnTo>
                    <a:pt x="1501061" y="3261452"/>
                  </a:lnTo>
                  <a:lnTo>
                    <a:pt x="1537315" y="3262047"/>
                  </a:lnTo>
                  <a:lnTo>
                    <a:pt x="1591100" y="3263024"/>
                  </a:lnTo>
                  <a:lnTo>
                    <a:pt x="1661892" y="3264458"/>
                  </a:lnTo>
                  <a:lnTo>
                    <a:pt x="1747245" y="3266395"/>
                  </a:lnTo>
                  <a:lnTo>
                    <a:pt x="1843356" y="3268857"/>
                  </a:lnTo>
                  <a:lnTo>
                    <a:pt x="1945826" y="3271847"/>
                  </a:lnTo>
                  <a:lnTo>
                    <a:pt x="2050386" y="3275353"/>
                  </a:lnTo>
                  <a:lnTo>
                    <a:pt x="2153423" y="3279364"/>
                  </a:lnTo>
                  <a:lnTo>
                    <a:pt x="2252251" y="3283879"/>
                  </a:lnTo>
                  <a:lnTo>
                    <a:pt x="2345140" y="3288908"/>
                  </a:lnTo>
                  <a:lnTo>
                    <a:pt x="2431205" y="3294482"/>
                  </a:lnTo>
                  <a:lnTo>
                    <a:pt x="2510224" y="3300652"/>
                  </a:lnTo>
                  <a:lnTo>
                    <a:pt x="2582448" y="3307485"/>
                  </a:lnTo>
                  <a:lnTo>
                    <a:pt x="2648440" y="3315070"/>
                  </a:lnTo>
                  <a:lnTo>
                    <a:pt x="2708944" y="3323508"/>
                  </a:lnTo>
                  <a:lnTo>
                    <a:pt x="2764789" y="3332907"/>
                  </a:lnTo>
                  <a:lnTo>
                    <a:pt x="2816825" y="3343373"/>
                  </a:lnTo>
                  <a:lnTo>
                    <a:pt x="2865866" y="3354990"/>
                  </a:lnTo>
                  <a:lnTo>
                    <a:pt x="2896531" y="3363188"/>
                  </a:lnTo>
                  <a:lnTo>
                    <a:pt x="2950399" y="3379385"/>
                  </a:lnTo>
                  <a:lnTo>
                    <a:pt x="3002540" y="3397284"/>
                  </a:lnTo>
                  <a:lnTo>
                    <a:pt x="3053628" y="3416909"/>
                  </a:lnTo>
                  <a:lnTo>
                    <a:pt x="3104148" y="3438220"/>
                  </a:lnTo>
                  <a:lnTo>
                    <a:pt x="3154435" y="3461108"/>
                  </a:lnTo>
                  <a:lnTo>
                    <a:pt x="3204699" y="3485388"/>
                  </a:lnTo>
                  <a:lnTo>
                    <a:pt x="3255045" y="3510805"/>
                  </a:lnTo>
                  <a:lnTo>
                    <a:pt x="3305497" y="3537040"/>
                  </a:lnTo>
                  <a:lnTo>
                    <a:pt x="3356024" y="3563726"/>
                  </a:lnTo>
                  <a:lnTo>
                    <a:pt x="3406561" y="3590469"/>
                  </a:lnTo>
                  <a:lnTo>
                    <a:pt x="3457040" y="3616871"/>
                  </a:lnTo>
                  <a:lnTo>
                    <a:pt x="3507417" y="3642554"/>
                  </a:lnTo>
                  <a:lnTo>
                    <a:pt x="3557697" y="3667184"/>
                  </a:lnTo>
                  <a:lnTo>
                    <a:pt x="3607961" y="3690487"/>
                  </a:lnTo>
                  <a:lnTo>
                    <a:pt x="3658387" y="3712258"/>
                  </a:lnTo>
                  <a:lnTo>
                    <a:pt x="3709272" y="3732367"/>
                  </a:lnTo>
                  <a:lnTo>
                    <a:pt x="3761056" y="3750755"/>
                  </a:lnTo>
                  <a:lnTo>
                    <a:pt x="3814354" y="3767427"/>
                  </a:lnTo>
                  <a:lnTo>
                    <a:pt x="3829811" y="3771838"/>
                  </a:lnTo>
                  <a:lnTo>
                    <a:pt x="3877298" y="3784225"/>
                  </a:lnTo>
                  <a:lnTo>
                    <a:pt x="3927296" y="3795433"/>
                  </a:lnTo>
                  <a:lnTo>
                    <a:pt x="3980566" y="3805516"/>
                  </a:lnTo>
                  <a:lnTo>
                    <a:pt x="4037940" y="3814567"/>
                  </a:lnTo>
                  <a:lnTo>
                    <a:pt x="4100267" y="3822695"/>
                  </a:lnTo>
                  <a:lnTo>
                    <a:pt x="4168357" y="3830007"/>
                  </a:lnTo>
                  <a:lnTo>
                    <a:pt x="4242901" y="3836599"/>
                  </a:lnTo>
                  <a:lnTo>
                    <a:pt x="4324371" y="3842554"/>
                  </a:lnTo>
                  <a:lnTo>
                    <a:pt x="4412872" y="3847934"/>
                  </a:lnTo>
                  <a:lnTo>
                    <a:pt x="4507974" y="3852781"/>
                  </a:lnTo>
                  <a:lnTo>
                    <a:pt x="4608515" y="3857119"/>
                  </a:lnTo>
                  <a:lnTo>
                    <a:pt x="4712439" y="3860955"/>
                  </a:lnTo>
                  <a:lnTo>
                    <a:pt x="4816722" y="3864282"/>
                  </a:lnTo>
                  <a:lnTo>
                    <a:pt x="4917478" y="3867089"/>
                  </a:lnTo>
                  <a:lnTo>
                    <a:pt x="5010321" y="3869367"/>
                  </a:lnTo>
                  <a:lnTo>
                    <a:pt x="5090970" y="3871125"/>
                  </a:lnTo>
                  <a:lnTo>
                    <a:pt x="5156015" y="3872392"/>
                  </a:lnTo>
                  <a:lnTo>
                    <a:pt x="5203632" y="3873226"/>
                  </a:lnTo>
                  <a:lnTo>
                    <a:pt x="5234043" y="3873708"/>
                  </a:lnTo>
                  <a:lnTo>
                    <a:pt x="5249604" y="3873931"/>
                  </a:lnTo>
                  <a:lnTo>
                    <a:pt x="5254608" y="3873997"/>
                  </a:lnTo>
                  <a:lnTo>
                    <a:pt x="5254955" y="3874001"/>
                  </a:lnTo>
                  <a:lnTo>
                    <a:pt x="6726343" y="3874001"/>
                  </a:lnTo>
                  <a:lnTo>
                    <a:pt x="6727422" y="3873916"/>
                  </a:lnTo>
                  <a:lnTo>
                    <a:pt x="6734526" y="3873316"/>
                  </a:lnTo>
                  <a:lnTo>
                    <a:pt x="6752463" y="3871656"/>
                  </a:lnTo>
                  <a:lnTo>
                    <a:pt x="6784603" y="3868386"/>
                  </a:lnTo>
                  <a:lnTo>
                    <a:pt x="6832653" y="3862994"/>
                  </a:lnTo>
                  <a:lnTo>
                    <a:pt x="6896522" y="3855056"/>
                  </a:lnTo>
                  <a:lnTo>
                    <a:pt x="6974443" y="3844272"/>
                  </a:lnTo>
                  <a:lnTo>
                    <a:pt x="7063365" y="3830483"/>
                  </a:lnTo>
                  <a:lnTo>
                    <a:pt x="7159536" y="3813652"/>
                  </a:lnTo>
                  <a:lnTo>
                    <a:pt x="7259113" y="3793817"/>
                  </a:lnTo>
                  <a:lnTo>
                    <a:pt x="7358658" y="3771044"/>
                  </a:lnTo>
                  <a:lnTo>
                    <a:pt x="7455433" y="3745375"/>
                  </a:lnTo>
                  <a:lnTo>
                    <a:pt x="7547510" y="3716790"/>
                  </a:lnTo>
                  <a:lnTo>
                    <a:pt x="7633726" y="3685179"/>
                  </a:lnTo>
                  <a:lnTo>
                    <a:pt x="7713566" y="3650332"/>
                  </a:lnTo>
                  <a:lnTo>
                    <a:pt x="7787003" y="3611935"/>
                  </a:lnTo>
                  <a:lnTo>
                    <a:pt x="7854359" y="3569574"/>
                  </a:lnTo>
                  <a:lnTo>
                    <a:pt x="7916177" y="3522747"/>
                  </a:lnTo>
                  <a:lnTo>
                    <a:pt x="7973131" y="3470882"/>
                  </a:lnTo>
                  <a:lnTo>
                    <a:pt x="8025954" y="3413377"/>
                  </a:lnTo>
                  <a:lnTo>
                    <a:pt x="8075387" y="3349658"/>
                  </a:lnTo>
                  <a:lnTo>
                    <a:pt x="8122134" y="3279284"/>
                  </a:lnTo>
                  <a:lnTo>
                    <a:pt x="8151487" y="3229696"/>
                  </a:lnTo>
                  <a:lnTo>
                    <a:pt x="8184578" y="3168678"/>
                  </a:lnTo>
                  <a:lnTo>
                    <a:pt x="8216913" y="3103719"/>
                  </a:lnTo>
                  <a:lnTo>
                    <a:pt x="8248671" y="3034738"/>
                  </a:lnTo>
                  <a:lnTo>
                    <a:pt x="8280004" y="2961704"/>
                  </a:lnTo>
                  <a:lnTo>
                    <a:pt x="8311036" y="2884638"/>
                  </a:lnTo>
                  <a:lnTo>
                    <a:pt x="8341867" y="2803619"/>
                  </a:lnTo>
                  <a:lnTo>
                    <a:pt x="8372577" y="2718788"/>
                  </a:lnTo>
                  <a:lnTo>
                    <a:pt x="8403228" y="2630352"/>
                  </a:lnTo>
                  <a:lnTo>
                    <a:pt x="8433865" y="2538580"/>
                  </a:lnTo>
                  <a:lnTo>
                    <a:pt x="8464519" y="2443807"/>
                  </a:lnTo>
                  <a:lnTo>
                    <a:pt x="8495207" y="2346426"/>
                  </a:lnTo>
                  <a:lnTo>
                    <a:pt x="8525935" y="2246889"/>
                  </a:lnTo>
                  <a:lnTo>
                    <a:pt x="8556702" y="2145689"/>
                  </a:lnTo>
                  <a:lnTo>
                    <a:pt x="8587499" y="2043362"/>
                  </a:lnTo>
                  <a:lnTo>
                    <a:pt x="8618312" y="1940466"/>
                  </a:lnTo>
                  <a:lnTo>
                    <a:pt x="8649125" y="1837574"/>
                  </a:lnTo>
                  <a:lnTo>
                    <a:pt x="8679922" y="1735257"/>
                  </a:lnTo>
                  <a:lnTo>
                    <a:pt x="8710688" y="1634075"/>
                  </a:lnTo>
                  <a:lnTo>
                    <a:pt x="8741417" y="1534560"/>
                  </a:lnTo>
                  <a:lnTo>
                    <a:pt x="8772104" y="1437209"/>
                  </a:lnTo>
                  <a:lnTo>
                    <a:pt x="8802757" y="1342469"/>
                  </a:lnTo>
                  <a:lnTo>
                    <a:pt x="8833394" y="1250736"/>
                  </a:lnTo>
                  <a:lnTo>
                    <a:pt x="8864046" y="1162341"/>
                  </a:lnTo>
                  <a:lnTo>
                    <a:pt x="8894757" y="1077556"/>
                  </a:lnTo>
                  <a:lnTo>
                    <a:pt x="8925590" y="996583"/>
                  </a:lnTo>
                  <a:lnTo>
                    <a:pt x="8956624" y="919565"/>
                  </a:lnTo>
                  <a:lnTo>
                    <a:pt x="8987962" y="846580"/>
                  </a:lnTo>
                  <a:lnTo>
                    <a:pt x="9019726" y="777648"/>
                  </a:lnTo>
                  <a:lnTo>
                    <a:pt x="9052068" y="712737"/>
                  </a:lnTo>
                  <a:lnTo>
                    <a:pt x="9084767" y="652477"/>
                  </a:lnTo>
                  <a:lnTo>
                    <a:pt x="9130106" y="577654"/>
                  </a:lnTo>
                  <a:lnTo>
                    <a:pt x="9177711" y="509629"/>
                  </a:lnTo>
                  <a:lnTo>
                    <a:pt x="9228240" y="448130"/>
                  </a:lnTo>
                  <a:lnTo>
                    <a:pt x="9282414" y="392653"/>
                  </a:lnTo>
                  <a:lnTo>
                    <a:pt x="9340978" y="342607"/>
                  </a:lnTo>
                  <a:lnTo>
                    <a:pt x="9404649" y="297395"/>
                  </a:lnTo>
                  <a:lnTo>
                    <a:pt x="9474066" y="256465"/>
                  </a:lnTo>
                  <a:lnTo>
                    <a:pt x="9549707" y="219344"/>
                  </a:lnTo>
                  <a:lnTo>
                    <a:pt x="9631789" y="185652"/>
                  </a:lnTo>
                  <a:lnTo>
                    <a:pt x="9720131" y="155111"/>
                  </a:lnTo>
                  <a:lnTo>
                    <a:pt x="9814009" y="127547"/>
                  </a:lnTo>
                  <a:lnTo>
                    <a:pt x="9912007" y="102884"/>
                  </a:lnTo>
                  <a:lnTo>
                    <a:pt x="10011914" y="81125"/>
                  </a:lnTo>
                  <a:lnTo>
                    <a:pt x="10110726" y="62327"/>
                  </a:lnTo>
                  <a:lnTo>
                    <a:pt x="10204820" y="46552"/>
                  </a:lnTo>
                  <a:lnTo>
                    <a:pt x="10290321" y="33817"/>
                  </a:lnTo>
                  <a:lnTo>
                    <a:pt x="10363649" y="24048"/>
                  </a:lnTo>
                  <a:lnTo>
                    <a:pt x="10422140" y="17035"/>
                  </a:lnTo>
                  <a:lnTo>
                    <a:pt x="10464577" y="12435"/>
                  </a:lnTo>
                  <a:lnTo>
                    <a:pt x="10491497" y="9786"/>
                  </a:lnTo>
                  <a:lnTo>
                    <a:pt x="10505208" y="8557"/>
                  </a:lnTo>
                  <a:lnTo>
                    <a:pt x="10509605" y="8196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8831" y="84"/>
                  </a:lnTo>
                  <a:lnTo>
                    <a:pt x="10501727" y="684"/>
                  </a:lnTo>
                  <a:lnTo>
                    <a:pt x="10483790" y="2345"/>
                  </a:lnTo>
                  <a:lnTo>
                    <a:pt x="10451650" y="5614"/>
                  </a:lnTo>
                  <a:lnTo>
                    <a:pt x="10403601" y="11006"/>
                  </a:lnTo>
                  <a:lnTo>
                    <a:pt x="10339731" y="18945"/>
                  </a:lnTo>
                  <a:lnTo>
                    <a:pt x="10261810" y="29728"/>
                  </a:lnTo>
                  <a:lnTo>
                    <a:pt x="10172889" y="43517"/>
                  </a:lnTo>
                  <a:lnTo>
                    <a:pt x="10076718" y="60349"/>
                  </a:lnTo>
                  <a:lnTo>
                    <a:pt x="9977140" y="80184"/>
                  </a:lnTo>
                  <a:lnTo>
                    <a:pt x="9877595" y="102956"/>
                  </a:lnTo>
                  <a:lnTo>
                    <a:pt x="9780820" y="128625"/>
                  </a:lnTo>
                  <a:lnTo>
                    <a:pt x="9688743" y="157210"/>
                  </a:lnTo>
                  <a:lnTo>
                    <a:pt x="9602527" y="188822"/>
                  </a:lnTo>
                  <a:lnTo>
                    <a:pt x="9522687" y="223669"/>
                  </a:lnTo>
                  <a:lnTo>
                    <a:pt x="9449250" y="262065"/>
                  </a:lnTo>
                  <a:lnTo>
                    <a:pt x="9381895" y="304426"/>
                  </a:lnTo>
                  <a:lnTo>
                    <a:pt x="9320077" y="351253"/>
                  </a:lnTo>
                  <a:lnTo>
                    <a:pt x="9263123" y="403118"/>
                  </a:lnTo>
                  <a:lnTo>
                    <a:pt x="9210299" y="460624"/>
                  </a:lnTo>
                  <a:lnTo>
                    <a:pt x="9160867" y="524342"/>
                  </a:lnTo>
                  <a:lnTo>
                    <a:pt x="9114119" y="594716"/>
                  </a:lnTo>
                  <a:lnTo>
                    <a:pt x="9084767" y="644304"/>
                  </a:lnTo>
                  <a:lnTo>
                    <a:pt x="9051675" y="705322"/>
                  </a:lnTo>
                  <a:lnTo>
                    <a:pt x="9019340" y="770281"/>
                  </a:lnTo>
                  <a:lnTo>
                    <a:pt x="8987582" y="839262"/>
                  </a:lnTo>
                  <a:lnTo>
                    <a:pt x="8956249" y="912296"/>
                  </a:lnTo>
                  <a:lnTo>
                    <a:pt x="8925217" y="989362"/>
                  </a:lnTo>
                  <a:lnTo>
                    <a:pt x="8894386" y="1070381"/>
                  </a:lnTo>
                  <a:lnTo>
                    <a:pt x="8863676" y="1155212"/>
                  </a:lnTo>
                  <a:lnTo>
                    <a:pt x="8833025" y="1243648"/>
                  </a:lnTo>
                  <a:lnTo>
                    <a:pt x="8802388" y="1335420"/>
                  </a:lnTo>
                  <a:lnTo>
                    <a:pt x="8771734" y="1430194"/>
                  </a:lnTo>
                  <a:lnTo>
                    <a:pt x="8741047" y="1527574"/>
                  </a:lnTo>
                  <a:lnTo>
                    <a:pt x="8710318" y="1627112"/>
                  </a:lnTo>
                  <a:lnTo>
                    <a:pt x="8679551" y="1728311"/>
                  </a:lnTo>
                  <a:lnTo>
                    <a:pt x="8648754" y="1830638"/>
                  </a:lnTo>
                  <a:lnTo>
                    <a:pt x="8617941" y="1933534"/>
                  </a:lnTo>
                  <a:lnTo>
                    <a:pt x="8587128" y="2036426"/>
                  </a:lnTo>
                  <a:lnTo>
                    <a:pt x="8556332" y="2138743"/>
                  </a:lnTo>
                  <a:lnTo>
                    <a:pt x="8525565" y="2239925"/>
                  </a:lnTo>
                  <a:lnTo>
                    <a:pt x="8494837" y="2339440"/>
                  </a:lnTo>
                  <a:lnTo>
                    <a:pt x="8464149" y="2436791"/>
                  </a:lnTo>
                  <a:lnTo>
                    <a:pt x="8433496" y="2531531"/>
                  </a:lnTo>
                  <a:lnTo>
                    <a:pt x="8402859" y="2623265"/>
                  </a:lnTo>
                  <a:lnTo>
                    <a:pt x="8372208" y="2711659"/>
                  </a:lnTo>
                  <a:lnTo>
                    <a:pt x="8341496" y="2796445"/>
                  </a:lnTo>
                  <a:lnTo>
                    <a:pt x="8310663" y="2877417"/>
                  </a:lnTo>
                  <a:lnTo>
                    <a:pt x="8279629" y="2954435"/>
                  </a:lnTo>
                  <a:lnTo>
                    <a:pt x="8248291" y="3027420"/>
                  </a:lnTo>
                  <a:lnTo>
                    <a:pt x="8216527" y="3096352"/>
                  </a:lnTo>
                  <a:lnTo>
                    <a:pt x="8184185" y="3161263"/>
                  </a:lnTo>
                  <a:lnTo>
                    <a:pt x="8151487" y="3221523"/>
                  </a:lnTo>
                  <a:lnTo>
                    <a:pt x="8106147" y="3296347"/>
                  </a:lnTo>
                  <a:lnTo>
                    <a:pt x="8058542" y="3364371"/>
                  </a:lnTo>
                  <a:lnTo>
                    <a:pt x="8008013" y="3425870"/>
                  </a:lnTo>
                  <a:lnTo>
                    <a:pt x="7953839" y="3481347"/>
                  </a:lnTo>
                  <a:lnTo>
                    <a:pt x="7895275" y="3531393"/>
                  </a:lnTo>
                  <a:lnTo>
                    <a:pt x="7831604" y="3576606"/>
                  </a:lnTo>
                  <a:lnTo>
                    <a:pt x="7762187" y="3617535"/>
                  </a:lnTo>
                  <a:lnTo>
                    <a:pt x="7686546" y="3654656"/>
                  </a:lnTo>
                  <a:lnTo>
                    <a:pt x="7604465" y="3688348"/>
                  </a:lnTo>
                  <a:lnTo>
                    <a:pt x="7516123" y="3718889"/>
                  </a:lnTo>
                  <a:lnTo>
                    <a:pt x="7422244" y="3746453"/>
                  </a:lnTo>
                  <a:lnTo>
                    <a:pt x="7324246" y="3771117"/>
                  </a:lnTo>
                  <a:lnTo>
                    <a:pt x="7224340" y="3792875"/>
                  </a:lnTo>
                  <a:lnTo>
                    <a:pt x="7125527" y="3811673"/>
                  </a:lnTo>
                  <a:lnTo>
                    <a:pt x="7031433" y="3827449"/>
                  </a:lnTo>
                  <a:lnTo>
                    <a:pt x="6945932" y="3840183"/>
                  </a:lnTo>
                  <a:lnTo>
                    <a:pt x="6872604" y="3849953"/>
                  </a:lnTo>
                  <a:lnTo>
                    <a:pt x="6814114" y="3856965"/>
                  </a:lnTo>
                  <a:lnTo>
                    <a:pt x="6771676" y="3861565"/>
                  </a:lnTo>
                  <a:lnTo>
                    <a:pt x="6744756" y="3864214"/>
                  </a:lnTo>
                  <a:lnTo>
                    <a:pt x="6731045" y="3865444"/>
                  </a:lnTo>
                  <a:lnTo>
                    <a:pt x="6726648" y="3865804"/>
                  </a:lnTo>
                  <a:lnTo>
                    <a:pt x="6726343" y="3865828"/>
                  </a:lnTo>
                  <a:lnTo>
                    <a:pt x="5254955" y="3865828"/>
                  </a:lnTo>
                  <a:lnTo>
                    <a:pt x="5253722" y="3865812"/>
                  </a:lnTo>
                  <a:lnTo>
                    <a:pt x="5245630" y="3865703"/>
                  </a:lnTo>
                  <a:lnTo>
                    <a:pt x="5225281" y="3865401"/>
                  </a:lnTo>
                  <a:lnTo>
                    <a:pt x="5189027" y="3864807"/>
                  </a:lnTo>
                  <a:lnTo>
                    <a:pt x="5135242" y="3863829"/>
                  </a:lnTo>
                  <a:lnTo>
                    <a:pt x="5064450" y="3862396"/>
                  </a:lnTo>
                  <a:lnTo>
                    <a:pt x="4979098" y="3860459"/>
                  </a:lnTo>
                  <a:lnTo>
                    <a:pt x="4882986" y="3857996"/>
                  </a:lnTo>
                  <a:lnTo>
                    <a:pt x="4780516" y="3855007"/>
                  </a:lnTo>
                  <a:lnTo>
                    <a:pt x="4675956" y="3851501"/>
                  </a:lnTo>
                  <a:lnTo>
                    <a:pt x="4572919" y="3847489"/>
                  </a:lnTo>
                  <a:lnTo>
                    <a:pt x="4474091" y="3842975"/>
                  </a:lnTo>
                  <a:lnTo>
                    <a:pt x="4381202" y="3837946"/>
                  </a:lnTo>
                  <a:lnTo>
                    <a:pt x="4295137" y="3832371"/>
                  </a:lnTo>
                  <a:lnTo>
                    <a:pt x="4216118" y="3826202"/>
                  </a:lnTo>
                  <a:lnTo>
                    <a:pt x="4143894" y="3819368"/>
                  </a:lnTo>
                  <a:lnTo>
                    <a:pt x="4077902" y="3811783"/>
                  </a:lnTo>
                  <a:lnTo>
                    <a:pt x="4017399" y="3803345"/>
                  </a:lnTo>
                  <a:lnTo>
                    <a:pt x="3961553" y="3793946"/>
                  </a:lnTo>
                  <a:lnTo>
                    <a:pt x="3909517" y="3783480"/>
                  </a:lnTo>
                  <a:lnTo>
                    <a:pt x="3860476" y="3771864"/>
                  </a:lnTo>
                  <a:lnTo>
                    <a:pt x="3829811" y="3763665"/>
                  </a:lnTo>
                  <a:lnTo>
                    <a:pt x="3775943" y="3747469"/>
                  </a:lnTo>
                  <a:lnTo>
                    <a:pt x="3723802" y="3729569"/>
                  </a:lnTo>
                  <a:lnTo>
                    <a:pt x="3672715" y="3709944"/>
                  </a:lnTo>
                  <a:lnTo>
                    <a:pt x="3622195" y="3688633"/>
                  </a:lnTo>
                  <a:lnTo>
                    <a:pt x="3571907" y="3665746"/>
                  </a:lnTo>
                  <a:lnTo>
                    <a:pt x="3521643" y="3641466"/>
                  </a:lnTo>
                  <a:lnTo>
                    <a:pt x="3471297" y="3616049"/>
                  </a:lnTo>
                  <a:lnTo>
                    <a:pt x="3420845" y="3589814"/>
                  </a:lnTo>
                  <a:lnTo>
                    <a:pt x="3370318" y="3563127"/>
                  </a:lnTo>
                  <a:lnTo>
                    <a:pt x="3319781" y="3536385"/>
                  </a:lnTo>
                  <a:lnTo>
                    <a:pt x="3269302" y="3509983"/>
                  </a:lnTo>
                  <a:lnTo>
                    <a:pt x="3218925" y="3484300"/>
                  </a:lnTo>
                  <a:lnTo>
                    <a:pt x="3168645" y="3459669"/>
                  </a:lnTo>
                  <a:lnTo>
                    <a:pt x="3118381" y="3436366"/>
                  </a:lnTo>
                  <a:lnTo>
                    <a:pt x="3067955" y="3414595"/>
                  </a:lnTo>
                  <a:lnTo>
                    <a:pt x="3017070" y="3394486"/>
                  </a:lnTo>
                  <a:lnTo>
                    <a:pt x="2965286" y="3376099"/>
                  </a:lnTo>
                  <a:lnTo>
                    <a:pt x="2911988" y="3359426"/>
                  </a:lnTo>
                  <a:lnTo>
                    <a:pt x="2896531" y="3355015"/>
                  </a:lnTo>
                  <a:lnTo>
                    <a:pt x="2849044" y="3342629"/>
                  </a:lnTo>
                  <a:lnTo>
                    <a:pt x="2799046" y="3331421"/>
                  </a:lnTo>
                  <a:lnTo>
                    <a:pt x="2745776" y="3321338"/>
                  </a:lnTo>
                  <a:lnTo>
                    <a:pt x="2688402" y="3312287"/>
                  </a:lnTo>
                  <a:lnTo>
                    <a:pt x="2626075" y="3304159"/>
                  </a:lnTo>
                  <a:lnTo>
                    <a:pt x="2557985" y="3296847"/>
                  </a:lnTo>
                  <a:lnTo>
                    <a:pt x="2483441" y="3290254"/>
                  </a:lnTo>
                  <a:lnTo>
                    <a:pt x="2401971" y="3284299"/>
                  </a:lnTo>
                  <a:lnTo>
                    <a:pt x="2313470" y="3278920"/>
                  </a:lnTo>
                  <a:lnTo>
                    <a:pt x="2218368" y="3274073"/>
                  </a:lnTo>
                  <a:lnTo>
                    <a:pt x="2117827" y="3269734"/>
                  </a:lnTo>
                  <a:lnTo>
                    <a:pt x="2013903" y="3265898"/>
                  </a:lnTo>
                  <a:lnTo>
                    <a:pt x="1909621" y="3262571"/>
                  </a:lnTo>
                  <a:lnTo>
                    <a:pt x="1808864" y="3259765"/>
                  </a:lnTo>
                  <a:lnTo>
                    <a:pt x="1716022" y="3257487"/>
                  </a:lnTo>
                  <a:lnTo>
                    <a:pt x="1635373" y="3255729"/>
                  </a:lnTo>
                  <a:lnTo>
                    <a:pt x="1570327" y="3254461"/>
                  </a:lnTo>
                  <a:lnTo>
                    <a:pt x="1522710" y="3253627"/>
                  </a:lnTo>
                  <a:lnTo>
                    <a:pt x="1492299" y="3253146"/>
                  </a:lnTo>
                  <a:lnTo>
                    <a:pt x="1476738" y="3252923"/>
                  </a:lnTo>
                  <a:lnTo>
                    <a:pt x="1471734" y="3252857"/>
                  </a:lnTo>
                  <a:lnTo>
                    <a:pt x="1471387" y="3252853"/>
                  </a:lnTo>
                  <a:lnTo>
                    <a:pt x="0" y="3252853"/>
                  </a:lnTo>
                  <a:close/>
                </a:path>
              </a:pathLst>
            </a:custGeom>
            <a:solidFill>
              <a:srgbClr val="F28E5B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074" name="pl1074"/>
            <p:cNvSpPr/>
            <p:nvPr/>
          </p:nvSpPr>
          <p:spPr>
            <a:xfrm>
              <a:off x="4799595" y="4513909"/>
              <a:ext cx="11981298" cy="3865828"/>
            </a:xfrm>
            <a:custGeom>
              <a:avLst/>
              <a:pathLst>
                <a:path w="11981298" h="3865828">
                  <a:moveTo>
                    <a:pt x="0" y="3252853"/>
                  </a:moveTo>
                  <a:lnTo>
                    <a:pt x="1471387" y="3252853"/>
                  </a:lnTo>
                  <a:lnTo>
                    <a:pt x="1472620" y="3252868"/>
                  </a:lnTo>
                  <a:lnTo>
                    <a:pt x="1480712" y="3252977"/>
                  </a:lnTo>
                  <a:lnTo>
                    <a:pt x="1501061" y="3253279"/>
                  </a:lnTo>
                  <a:lnTo>
                    <a:pt x="1537315" y="3253874"/>
                  </a:lnTo>
                  <a:lnTo>
                    <a:pt x="1591100" y="3254851"/>
                  </a:lnTo>
                  <a:lnTo>
                    <a:pt x="1661892" y="3256285"/>
                  </a:lnTo>
                  <a:lnTo>
                    <a:pt x="1747245" y="3258222"/>
                  </a:lnTo>
                  <a:lnTo>
                    <a:pt x="1843356" y="3260684"/>
                  </a:lnTo>
                  <a:lnTo>
                    <a:pt x="1945826" y="3263674"/>
                  </a:lnTo>
                  <a:lnTo>
                    <a:pt x="2050386" y="3267180"/>
                  </a:lnTo>
                  <a:lnTo>
                    <a:pt x="2153423" y="3271191"/>
                  </a:lnTo>
                  <a:lnTo>
                    <a:pt x="2252251" y="3275706"/>
                  </a:lnTo>
                  <a:lnTo>
                    <a:pt x="2345140" y="3280735"/>
                  </a:lnTo>
                  <a:lnTo>
                    <a:pt x="2431205" y="3286309"/>
                  </a:lnTo>
                  <a:lnTo>
                    <a:pt x="2510224" y="3292479"/>
                  </a:lnTo>
                  <a:lnTo>
                    <a:pt x="2582448" y="3299312"/>
                  </a:lnTo>
                  <a:lnTo>
                    <a:pt x="2648440" y="3306897"/>
                  </a:lnTo>
                  <a:lnTo>
                    <a:pt x="2708944" y="3315335"/>
                  </a:lnTo>
                  <a:lnTo>
                    <a:pt x="2764789" y="3324734"/>
                  </a:lnTo>
                  <a:lnTo>
                    <a:pt x="2816825" y="3335200"/>
                  </a:lnTo>
                  <a:lnTo>
                    <a:pt x="2865866" y="3346817"/>
                  </a:lnTo>
                  <a:lnTo>
                    <a:pt x="2896531" y="3355015"/>
                  </a:lnTo>
                  <a:lnTo>
                    <a:pt x="2950399" y="3371212"/>
                  </a:lnTo>
                  <a:lnTo>
                    <a:pt x="3002540" y="3389111"/>
                  </a:lnTo>
                  <a:lnTo>
                    <a:pt x="3053628" y="3408736"/>
                  </a:lnTo>
                  <a:lnTo>
                    <a:pt x="3104148" y="3430047"/>
                  </a:lnTo>
                  <a:lnTo>
                    <a:pt x="3154435" y="3452935"/>
                  </a:lnTo>
                  <a:lnTo>
                    <a:pt x="3204699" y="3477215"/>
                  </a:lnTo>
                  <a:lnTo>
                    <a:pt x="3255045" y="3502632"/>
                  </a:lnTo>
                  <a:lnTo>
                    <a:pt x="3305497" y="3528867"/>
                  </a:lnTo>
                  <a:lnTo>
                    <a:pt x="3356024" y="3555553"/>
                  </a:lnTo>
                  <a:lnTo>
                    <a:pt x="3406561" y="3582296"/>
                  </a:lnTo>
                  <a:lnTo>
                    <a:pt x="3457040" y="3608698"/>
                  </a:lnTo>
                  <a:lnTo>
                    <a:pt x="3507417" y="3634381"/>
                  </a:lnTo>
                  <a:lnTo>
                    <a:pt x="3557697" y="3659011"/>
                  </a:lnTo>
                  <a:lnTo>
                    <a:pt x="3607961" y="3682314"/>
                  </a:lnTo>
                  <a:lnTo>
                    <a:pt x="3658387" y="3704085"/>
                  </a:lnTo>
                  <a:lnTo>
                    <a:pt x="3709272" y="3724194"/>
                  </a:lnTo>
                  <a:lnTo>
                    <a:pt x="3761056" y="3742582"/>
                  </a:lnTo>
                  <a:lnTo>
                    <a:pt x="3814354" y="3759254"/>
                  </a:lnTo>
                  <a:lnTo>
                    <a:pt x="3829811" y="3763665"/>
                  </a:lnTo>
                  <a:lnTo>
                    <a:pt x="3877298" y="3776052"/>
                  </a:lnTo>
                  <a:lnTo>
                    <a:pt x="3927296" y="3787260"/>
                  </a:lnTo>
                  <a:lnTo>
                    <a:pt x="3980566" y="3797343"/>
                  </a:lnTo>
                  <a:lnTo>
                    <a:pt x="4037940" y="3806394"/>
                  </a:lnTo>
                  <a:lnTo>
                    <a:pt x="4100267" y="3814522"/>
                  </a:lnTo>
                  <a:lnTo>
                    <a:pt x="4168357" y="3821834"/>
                  </a:lnTo>
                  <a:lnTo>
                    <a:pt x="4242901" y="3828426"/>
                  </a:lnTo>
                  <a:lnTo>
                    <a:pt x="4324371" y="3834381"/>
                  </a:lnTo>
                  <a:lnTo>
                    <a:pt x="4412872" y="3839761"/>
                  </a:lnTo>
                  <a:lnTo>
                    <a:pt x="4507974" y="3844608"/>
                  </a:lnTo>
                  <a:lnTo>
                    <a:pt x="4608515" y="3848946"/>
                  </a:lnTo>
                  <a:lnTo>
                    <a:pt x="4712439" y="3852782"/>
                  </a:lnTo>
                  <a:lnTo>
                    <a:pt x="4816722" y="3856109"/>
                  </a:lnTo>
                  <a:lnTo>
                    <a:pt x="4917478" y="3858916"/>
                  </a:lnTo>
                  <a:lnTo>
                    <a:pt x="5010321" y="3861194"/>
                  </a:lnTo>
                  <a:lnTo>
                    <a:pt x="5090970" y="3862952"/>
                  </a:lnTo>
                  <a:lnTo>
                    <a:pt x="5156015" y="3864219"/>
                  </a:lnTo>
                  <a:lnTo>
                    <a:pt x="5203632" y="3865053"/>
                  </a:lnTo>
                  <a:lnTo>
                    <a:pt x="5234043" y="3865535"/>
                  </a:lnTo>
                  <a:lnTo>
                    <a:pt x="5249604" y="3865758"/>
                  </a:lnTo>
                  <a:lnTo>
                    <a:pt x="5254608" y="3865824"/>
                  </a:lnTo>
                  <a:lnTo>
                    <a:pt x="5254955" y="3865828"/>
                  </a:lnTo>
                  <a:lnTo>
                    <a:pt x="6726343" y="3865828"/>
                  </a:lnTo>
                  <a:lnTo>
                    <a:pt x="6727422" y="3865743"/>
                  </a:lnTo>
                  <a:lnTo>
                    <a:pt x="6734526" y="3865143"/>
                  </a:lnTo>
                  <a:lnTo>
                    <a:pt x="6752463" y="3863483"/>
                  </a:lnTo>
                  <a:lnTo>
                    <a:pt x="6784603" y="3860213"/>
                  </a:lnTo>
                  <a:lnTo>
                    <a:pt x="6832653" y="3854821"/>
                  </a:lnTo>
                  <a:lnTo>
                    <a:pt x="6896522" y="3846883"/>
                  </a:lnTo>
                  <a:lnTo>
                    <a:pt x="6974443" y="3836099"/>
                  </a:lnTo>
                  <a:lnTo>
                    <a:pt x="7063365" y="3822310"/>
                  </a:lnTo>
                  <a:lnTo>
                    <a:pt x="7159536" y="3805479"/>
                  </a:lnTo>
                  <a:lnTo>
                    <a:pt x="7259113" y="3785644"/>
                  </a:lnTo>
                  <a:lnTo>
                    <a:pt x="7358658" y="3762871"/>
                  </a:lnTo>
                  <a:lnTo>
                    <a:pt x="7455433" y="3737202"/>
                  </a:lnTo>
                  <a:lnTo>
                    <a:pt x="7547510" y="3708617"/>
                  </a:lnTo>
                  <a:lnTo>
                    <a:pt x="7633726" y="3677006"/>
                  </a:lnTo>
                  <a:lnTo>
                    <a:pt x="7713566" y="3642159"/>
                  </a:lnTo>
                  <a:lnTo>
                    <a:pt x="7787003" y="3603762"/>
                  </a:lnTo>
                  <a:lnTo>
                    <a:pt x="7854359" y="3561401"/>
                  </a:lnTo>
                  <a:lnTo>
                    <a:pt x="7916177" y="3514574"/>
                  </a:lnTo>
                  <a:lnTo>
                    <a:pt x="7973131" y="3462709"/>
                  </a:lnTo>
                  <a:lnTo>
                    <a:pt x="8025954" y="3405204"/>
                  </a:lnTo>
                  <a:lnTo>
                    <a:pt x="8075387" y="3341485"/>
                  </a:lnTo>
                  <a:lnTo>
                    <a:pt x="8122134" y="3271111"/>
                  </a:lnTo>
                  <a:lnTo>
                    <a:pt x="8151487" y="3221523"/>
                  </a:lnTo>
                  <a:lnTo>
                    <a:pt x="8184578" y="3160505"/>
                  </a:lnTo>
                  <a:lnTo>
                    <a:pt x="8216913" y="3095546"/>
                  </a:lnTo>
                  <a:lnTo>
                    <a:pt x="8248671" y="3026565"/>
                  </a:lnTo>
                  <a:lnTo>
                    <a:pt x="8280004" y="2953531"/>
                  </a:lnTo>
                  <a:lnTo>
                    <a:pt x="8311036" y="2876465"/>
                  </a:lnTo>
                  <a:lnTo>
                    <a:pt x="8341867" y="2795446"/>
                  </a:lnTo>
                  <a:lnTo>
                    <a:pt x="8372577" y="2710615"/>
                  </a:lnTo>
                  <a:lnTo>
                    <a:pt x="8403228" y="2622179"/>
                  </a:lnTo>
                  <a:lnTo>
                    <a:pt x="8433865" y="2530407"/>
                  </a:lnTo>
                  <a:lnTo>
                    <a:pt x="8464519" y="2435634"/>
                  </a:lnTo>
                  <a:lnTo>
                    <a:pt x="8495207" y="2338253"/>
                  </a:lnTo>
                  <a:lnTo>
                    <a:pt x="8525935" y="2238716"/>
                  </a:lnTo>
                  <a:lnTo>
                    <a:pt x="8556702" y="2137516"/>
                  </a:lnTo>
                  <a:lnTo>
                    <a:pt x="8587499" y="2035189"/>
                  </a:lnTo>
                  <a:lnTo>
                    <a:pt x="8618312" y="1932293"/>
                  </a:lnTo>
                  <a:lnTo>
                    <a:pt x="8649125" y="1829401"/>
                  </a:lnTo>
                  <a:lnTo>
                    <a:pt x="8679922" y="1727084"/>
                  </a:lnTo>
                  <a:lnTo>
                    <a:pt x="8710688" y="1625902"/>
                  </a:lnTo>
                  <a:lnTo>
                    <a:pt x="8741417" y="1526387"/>
                  </a:lnTo>
                  <a:lnTo>
                    <a:pt x="8772104" y="1429036"/>
                  </a:lnTo>
                  <a:lnTo>
                    <a:pt x="8802757" y="1334296"/>
                  </a:lnTo>
                  <a:lnTo>
                    <a:pt x="8833394" y="1242563"/>
                  </a:lnTo>
                  <a:lnTo>
                    <a:pt x="8864046" y="1154168"/>
                  </a:lnTo>
                  <a:lnTo>
                    <a:pt x="8894757" y="1069383"/>
                  </a:lnTo>
                  <a:lnTo>
                    <a:pt x="8925590" y="988410"/>
                  </a:lnTo>
                  <a:lnTo>
                    <a:pt x="8956624" y="911392"/>
                  </a:lnTo>
                  <a:lnTo>
                    <a:pt x="8987962" y="838407"/>
                  </a:lnTo>
                  <a:lnTo>
                    <a:pt x="9019726" y="769475"/>
                  </a:lnTo>
                  <a:lnTo>
                    <a:pt x="9052068" y="704564"/>
                  </a:lnTo>
                  <a:lnTo>
                    <a:pt x="9084767" y="644304"/>
                  </a:lnTo>
                  <a:lnTo>
                    <a:pt x="9130106" y="569481"/>
                  </a:lnTo>
                  <a:lnTo>
                    <a:pt x="9177711" y="501456"/>
                  </a:lnTo>
                  <a:lnTo>
                    <a:pt x="9228240" y="439957"/>
                  </a:lnTo>
                  <a:lnTo>
                    <a:pt x="9282414" y="384480"/>
                  </a:lnTo>
                  <a:lnTo>
                    <a:pt x="9340978" y="334434"/>
                  </a:lnTo>
                  <a:lnTo>
                    <a:pt x="9404649" y="289222"/>
                  </a:lnTo>
                  <a:lnTo>
                    <a:pt x="9474066" y="248292"/>
                  </a:lnTo>
                  <a:lnTo>
                    <a:pt x="9549707" y="211171"/>
                  </a:lnTo>
                  <a:lnTo>
                    <a:pt x="9631789" y="177479"/>
                  </a:lnTo>
                  <a:lnTo>
                    <a:pt x="9720131" y="146938"/>
                  </a:lnTo>
                  <a:lnTo>
                    <a:pt x="9814009" y="119374"/>
                  </a:lnTo>
                  <a:lnTo>
                    <a:pt x="9912007" y="94711"/>
                  </a:lnTo>
                  <a:lnTo>
                    <a:pt x="10011914" y="72952"/>
                  </a:lnTo>
                  <a:lnTo>
                    <a:pt x="10110726" y="54154"/>
                  </a:lnTo>
                  <a:lnTo>
                    <a:pt x="10204820" y="38379"/>
                  </a:lnTo>
                  <a:lnTo>
                    <a:pt x="10290321" y="25644"/>
                  </a:lnTo>
                  <a:lnTo>
                    <a:pt x="10363649" y="15875"/>
                  </a:lnTo>
                  <a:lnTo>
                    <a:pt x="10422140" y="8862"/>
                  </a:lnTo>
                  <a:lnTo>
                    <a:pt x="10464577" y="4262"/>
                  </a:lnTo>
                  <a:lnTo>
                    <a:pt x="10491497" y="1613"/>
                  </a:lnTo>
                  <a:lnTo>
                    <a:pt x="10505208" y="384"/>
                  </a:lnTo>
                  <a:lnTo>
                    <a:pt x="10509605" y="23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75" name="pl1075"/>
            <p:cNvSpPr/>
            <p:nvPr/>
          </p:nvSpPr>
          <p:spPr>
            <a:xfrm>
              <a:off x="4799595" y="4505736"/>
              <a:ext cx="11981298" cy="3865828"/>
            </a:xfrm>
            <a:custGeom>
              <a:avLst/>
              <a:pathLst>
                <a:path w="11981298" h="3865828">
                  <a:moveTo>
                    <a:pt x="11981298" y="0"/>
                  </a:moveTo>
                  <a:lnTo>
                    <a:pt x="10509911" y="0"/>
                  </a:lnTo>
                  <a:lnTo>
                    <a:pt x="10508831" y="84"/>
                  </a:lnTo>
                  <a:lnTo>
                    <a:pt x="10501727" y="684"/>
                  </a:lnTo>
                  <a:lnTo>
                    <a:pt x="10483790" y="2345"/>
                  </a:lnTo>
                  <a:lnTo>
                    <a:pt x="10451650" y="5614"/>
                  </a:lnTo>
                  <a:lnTo>
                    <a:pt x="10403601" y="11006"/>
                  </a:lnTo>
                  <a:lnTo>
                    <a:pt x="10339731" y="18945"/>
                  </a:lnTo>
                  <a:lnTo>
                    <a:pt x="10261810" y="29728"/>
                  </a:lnTo>
                  <a:lnTo>
                    <a:pt x="10172889" y="43517"/>
                  </a:lnTo>
                  <a:lnTo>
                    <a:pt x="10076718" y="60349"/>
                  </a:lnTo>
                  <a:lnTo>
                    <a:pt x="9977140" y="80184"/>
                  </a:lnTo>
                  <a:lnTo>
                    <a:pt x="9877595" y="102956"/>
                  </a:lnTo>
                  <a:lnTo>
                    <a:pt x="9780820" y="128625"/>
                  </a:lnTo>
                  <a:lnTo>
                    <a:pt x="9688743" y="157210"/>
                  </a:lnTo>
                  <a:lnTo>
                    <a:pt x="9602527" y="188822"/>
                  </a:lnTo>
                  <a:lnTo>
                    <a:pt x="9522687" y="223669"/>
                  </a:lnTo>
                  <a:lnTo>
                    <a:pt x="9449250" y="262065"/>
                  </a:lnTo>
                  <a:lnTo>
                    <a:pt x="9381895" y="304426"/>
                  </a:lnTo>
                  <a:lnTo>
                    <a:pt x="9320077" y="351253"/>
                  </a:lnTo>
                  <a:lnTo>
                    <a:pt x="9263123" y="403118"/>
                  </a:lnTo>
                  <a:lnTo>
                    <a:pt x="9210299" y="460624"/>
                  </a:lnTo>
                  <a:lnTo>
                    <a:pt x="9160867" y="524342"/>
                  </a:lnTo>
                  <a:lnTo>
                    <a:pt x="9114119" y="594716"/>
                  </a:lnTo>
                  <a:lnTo>
                    <a:pt x="9084767" y="644304"/>
                  </a:lnTo>
                  <a:lnTo>
                    <a:pt x="9051675" y="705322"/>
                  </a:lnTo>
                  <a:lnTo>
                    <a:pt x="9019340" y="770281"/>
                  </a:lnTo>
                  <a:lnTo>
                    <a:pt x="8987582" y="839262"/>
                  </a:lnTo>
                  <a:lnTo>
                    <a:pt x="8956249" y="912296"/>
                  </a:lnTo>
                  <a:lnTo>
                    <a:pt x="8925217" y="989362"/>
                  </a:lnTo>
                  <a:lnTo>
                    <a:pt x="8894386" y="1070381"/>
                  </a:lnTo>
                  <a:lnTo>
                    <a:pt x="8863676" y="1155212"/>
                  </a:lnTo>
                  <a:lnTo>
                    <a:pt x="8833025" y="1243648"/>
                  </a:lnTo>
                  <a:lnTo>
                    <a:pt x="8802388" y="1335420"/>
                  </a:lnTo>
                  <a:lnTo>
                    <a:pt x="8771734" y="1430194"/>
                  </a:lnTo>
                  <a:lnTo>
                    <a:pt x="8741047" y="1527574"/>
                  </a:lnTo>
                  <a:lnTo>
                    <a:pt x="8710318" y="1627112"/>
                  </a:lnTo>
                  <a:lnTo>
                    <a:pt x="8679551" y="1728311"/>
                  </a:lnTo>
                  <a:lnTo>
                    <a:pt x="8648754" y="1830638"/>
                  </a:lnTo>
                  <a:lnTo>
                    <a:pt x="8617941" y="1933534"/>
                  </a:lnTo>
                  <a:lnTo>
                    <a:pt x="8587128" y="2036426"/>
                  </a:lnTo>
                  <a:lnTo>
                    <a:pt x="8556332" y="2138743"/>
                  </a:lnTo>
                  <a:lnTo>
                    <a:pt x="8525565" y="2239925"/>
                  </a:lnTo>
                  <a:lnTo>
                    <a:pt x="8494837" y="2339440"/>
                  </a:lnTo>
                  <a:lnTo>
                    <a:pt x="8464149" y="2436791"/>
                  </a:lnTo>
                  <a:lnTo>
                    <a:pt x="8433496" y="2531531"/>
                  </a:lnTo>
                  <a:lnTo>
                    <a:pt x="8402859" y="2623265"/>
                  </a:lnTo>
                  <a:lnTo>
                    <a:pt x="8372208" y="2711659"/>
                  </a:lnTo>
                  <a:lnTo>
                    <a:pt x="8341496" y="2796445"/>
                  </a:lnTo>
                  <a:lnTo>
                    <a:pt x="8310663" y="2877417"/>
                  </a:lnTo>
                  <a:lnTo>
                    <a:pt x="8279629" y="2954435"/>
                  </a:lnTo>
                  <a:lnTo>
                    <a:pt x="8248291" y="3027420"/>
                  </a:lnTo>
                  <a:lnTo>
                    <a:pt x="8216527" y="3096352"/>
                  </a:lnTo>
                  <a:lnTo>
                    <a:pt x="8184185" y="3161263"/>
                  </a:lnTo>
                  <a:lnTo>
                    <a:pt x="8151487" y="3221523"/>
                  </a:lnTo>
                  <a:lnTo>
                    <a:pt x="8106147" y="3296347"/>
                  </a:lnTo>
                  <a:lnTo>
                    <a:pt x="8058542" y="3364371"/>
                  </a:lnTo>
                  <a:lnTo>
                    <a:pt x="8008013" y="3425870"/>
                  </a:lnTo>
                  <a:lnTo>
                    <a:pt x="7953839" y="3481347"/>
                  </a:lnTo>
                  <a:lnTo>
                    <a:pt x="7895275" y="3531393"/>
                  </a:lnTo>
                  <a:lnTo>
                    <a:pt x="7831604" y="3576606"/>
                  </a:lnTo>
                  <a:lnTo>
                    <a:pt x="7762187" y="3617535"/>
                  </a:lnTo>
                  <a:lnTo>
                    <a:pt x="7686546" y="3654656"/>
                  </a:lnTo>
                  <a:lnTo>
                    <a:pt x="7604465" y="3688348"/>
                  </a:lnTo>
                  <a:lnTo>
                    <a:pt x="7516123" y="3718889"/>
                  </a:lnTo>
                  <a:lnTo>
                    <a:pt x="7422244" y="3746453"/>
                  </a:lnTo>
                  <a:lnTo>
                    <a:pt x="7324246" y="3771117"/>
                  </a:lnTo>
                  <a:lnTo>
                    <a:pt x="7224340" y="3792875"/>
                  </a:lnTo>
                  <a:lnTo>
                    <a:pt x="7125527" y="3811673"/>
                  </a:lnTo>
                  <a:lnTo>
                    <a:pt x="7031433" y="3827449"/>
                  </a:lnTo>
                  <a:lnTo>
                    <a:pt x="6945932" y="3840183"/>
                  </a:lnTo>
                  <a:lnTo>
                    <a:pt x="6872604" y="3849953"/>
                  </a:lnTo>
                  <a:lnTo>
                    <a:pt x="6814114" y="3856965"/>
                  </a:lnTo>
                  <a:lnTo>
                    <a:pt x="6771676" y="3861565"/>
                  </a:lnTo>
                  <a:lnTo>
                    <a:pt x="6744756" y="3864214"/>
                  </a:lnTo>
                  <a:lnTo>
                    <a:pt x="6731045" y="3865444"/>
                  </a:lnTo>
                  <a:lnTo>
                    <a:pt x="6726648" y="3865804"/>
                  </a:lnTo>
                  <a:lnTo>
                    <a:pt x="6726343" y="3865828"/>
                  </a:lnTo>
                  <a:lnTo>
                    <a:pt x="5254955" y="3865828"/>
                  </a:lnTo>
                  <a:lnTo>
                    <a:pt x="5253722" y="3865812"/>
                  </a:lnTo>
                  <a:lnTo>
                    <a:pt x="5245630" y="3865703"/>
                  </a:lnTo>
                  <a:lnTo>
                    <a:pt x="5225281" y="3865401"/>
                  </a:lnTo>
                  <a:lnTo>
                    <a:pt x="5189027" y="3864807"/>
                  </a:lnTo>
                  <a:lnTo>
                    <a:pt x="5135242" y="3863829"/>
                  </a:lnTo>
                  <a:lnTo>
                    <a:pt x="5064450" y="3862396"/>
                  </a:lnTo>
                  <a:lnTo>
                    <a:pt x="4979098" y="3860459"/>
                  </a:lnTo>
                  <a:lnTo>
                    <a:pt x="4882986" y="3857996"/>
                  </a:lnTo>
                  <a:lnTo>
                    <a:pt x="4780516" y="3855007"/>
                  </a:lnTo>
                  <a:lnTo>
                    <a:pt x="4675956" y="3851501"/>
                  </a:lnTo>
                  <a:lnTo>
                    <a:pt x="4572919" y="3847489"/>
                  </a:lnTo>
                  <a:lnTo>
                    <a:pt x="4474091" y="3842975"/>
                  </a:lnTo>
                  <a:lnTo>
                    <a:pt x="4381202" y="3837946"/>
                  </a:lnTo>
                  <a:lnTo>
                    <a:pt x="4295137" y="3832371"/>
                  </a:lnTo>
                  <a:lnTo>
                    <a:pt x="4216118" y="3826202"/>
                  </a:lnTo>
                  <a:lnTo>
                    <a:pt x="4143894" y="3819368"/>
                  </a:lnTo>
                  <a:lnTo>
                    <a:pt x="4077902" y="3811783"/>
                  </a:lnTo>
                  <a:lnTo>
                    <a:pt x="4017399" y="3803345"/>
                  </a:lnTo>
                  <a:lnTo>
                    <a:pt x="3961553" y="3793946"/>
                  </a:lnTo>
                  <a:lnTo>
                    <a:pt x="3909517" y="3783480"/>
                  </a:lnTo>
                  <a:lnTo>
                    <a:pt x="3860476" y="3771864"/>
                  </a:lnTo>
                  <a:lnTo>
                    <a:pt x="3829811" y="3763665"/>
                  </a:lnTo>
                  <a:lnTo>
                    <a:pt x="3775943" y="3747469"/>
                  </a:lnTo>
                  <a:lnTo>
                    <a:pt x="3723802" y="3729569"/>
                  </a:lnTo>
                  <a:lnTo>
                    <a:pt x="3672715" y="3709944"/>
                  </a:lnTo>
                  <a:lnTo>
                    <a:pt x="3622195" y="3688633"/>
                  </a:lnTo>
                  <a:lnTo>
                    <a:pt x="3571907" y="3665746"/>
                  </a:lnTo>
                  <a:lnTo>
                    <a:pt x="3521643" y="3641466"/>
                  </a:lnTo>
                  <a:lnTo>
                    <a:pt x="3471297" y="3616049"/>
                  </a:lnTo>
                  <a:lnTo>
                    <a:pt x="3420845" y="3589814"/>
                  </a:lnTo>
                  <a:lnTo>
                    <a:pt x="3370318" y="3563127"/>
                  </a:lnTo>
                  <a:lnTo>
                    <a:pt x="3319781" y="3536385"/>
                  </a:lnTo>
                  <a:lnTo>
                    <a:pt x="3269302" y="3509983"/>
                  </a:lnTo>
                  <a:lnTo>
                    <a:pt x="3218925" y="3484300"/>
                  </a:lnTo>
                  <a:lnTo>
                    <a:pt x="3168645" y="3459669"/>
                  </a:lnTo>
                  <a:lnTo>
                    <a:pt x="3118381" y="3436366"/>
                  </a:lnTo>
                  <a:lnTo>
                    <a:pt x="3067955" y="3414595"/>
                  </a:lnTo>
                  <a:lnTo>
                    <a:pt x="3017070" y="3394486"/>
                  </a:lnTo>
                  <a:lnTo>
                    <a:pt x="2965286" y="3376099"/>
                  </a:lnTo>
                  <a:lnTo>
                    <a:pt x="2911988" y="3359426"/>
                  </a:lnTo>
                  <a:lnTo>
                    <a:pt x="2896531" y="3355015"/>
                  </a:lnTo>
                  <a:lnTo>
                    <a:pt x="2849044" y="3342629"/>
                  </a:lnTo>
                  <a:lnTo>
                    <a:pt x="2799046" y="3331421"/>
                  </a:lnTo>
                  <a:lnTo>
                    <a:pt x="2745776" y="3321338"/>
                  </a:lnTo>
                  <a:lnTo>
                    <a:pt x="2688402" y="3312287"/>
                  </a:lnTo>
                  <a:lnTo>
                    <a:pt x="2626075" y="3304159"/>
                  </a:lnTo>
                  <a:lnTo>
                    <a:pt x="2557985" y="3296847"/>
                  </a:lnTo>
                  <a:lnTo>
                    <a:pt x="2483441" y="3290254"/>
                  </a:lnTo>
                  <a:lnTo>
                    <a:pt x="2401971" y="3284299"/>
                  </a:lnTo>
                  <a:lnTo>
                    <a:pt x="2313470" y="3278920"/>
                  </a:lnTo>
                  <a:lnTo>
                    <a:pt x="2218368" y="3274073"/>
                  </a:lnTo>
                  <a:lnTo>
                    <a:pt x="2117827" y="3269734"/>
                  </a:lnTo>
                  <a:lnTo>
                    <a:pt x="2013903" y="3265898"/>
                  </a:lnTo>
                  <a:lnTo>
                    <a:pt x="1909621" y="3262571"/>
                  </a:lnTo>
                  <a:lnTo>
                    <a:pt x="1808864" y="3259765"/>
                  </a:lnTo>
                  <a:lnTo>
                    <a:pt x="1716022" y="3257487"/>
                  </a:lnTo>
                  <a:lnTo>
                    <a:pt x="1635373" y="3255729"/>
                  </a:lnTo>
                  <a:lnTo>
                    <a:pt x="1570327" y="3254461"/>
                  </a:lnTo>
                  <a:lnTo>
                    <a:pt x="1522710" y="3253627"/>
                  </a:lnTo>
                  <a:lnTo>
                    <a:pt x="1492299" y="3253146"/>
                  </a:lnTo>
                  <a:lnTo>
                    <a:pt x="1476738" y="3252923"/>
                  </a:lnTo>
                  <a:lnTo>
                    <a:pt x="1471734" y="3252857"/>
                  </a:lnTo>
                  <a:lnTo>
                    <a:pt x="1471387" y="3252853"/>
                  </a:lnTo>
                  <a:lnTo>
                    <a:pt x="0" y="325285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76" name="pg1076"/>
            <p:cNvSpPr/>
            <p:nvPr/>
          </p:nvSpPr>
          <p:spPr>
            <a:xfrm>
              <a:off x="4799595" y="4816310"/>
              <a:ext cx="11981298" cy="3571600"/>
            </a:xfrm>
            <a:custGeom>
              <a:avLst/>
              <a:pathLst>
                <a:path w="11981298" h="3571600">
                  <a:moveTo>
                    <a:pt x="0" y="2958625"/>
                  </a:moveTo>
                  <a:lnTo>
                    <a:pt x="1471387" y="2958625"/>
                  </a:lnTo>
                  <a:lnTo>
                    <a:pt x="1472620" y="2958640"/>
                  </a:lnTo>
                  <a:lnTo>
                    <a:pt x="1480712" y="2958749"/>
                  </a:lnTo>
                  <a:lnTo>
                    <a:pt x="1501061" y="2959051"/>
                  </a:lnTo>
                  <a:lnTo>
                    <a:pt x="1537315" y="2959646"/>
                  </a:lnTo>
                  <a:lnTo>
                    <a:pt x="1591100" y="2960623"/>
                  </a:lnTo>
                  <a:lnTo>
                    <a:pt x="1661892" y="2962057"/>
                  </a:lnTo>
                  <a:lnTo>
                    <a:pt x="1747245" y="2963994"/>
                  </a:lnTo>
                  <a:lnTo>
                    <a:pt x="1843356" y="2966457"/>
                  </a:lnTo>
                  <a:lnTo>
                    <a:pt x="1945826" y="2969446"/>
                  </a:lnTo>
                  <a:lnTo>
                    <a:pt x="2050386" y="2972952"/>
                  </a:lnTo>
                  <a:lnTo>
                    <a:pt x="2153423" y="2976963"/>
                  </a:lnTo>
                  <a:lnTo>
                    <a:pt x="2252251" y="2981478"/>
                  </a:lnTo>
                  <a:lnTo>
                    <a:pt x="2345140" y="2986507"/>
                  </a:lnTo>
                  <a:lnTo>
                    <a:pt x="2431205" y="2992081"/>
                  </a:lnTo>
                  <a:lnTo>
                    <a:pt x="2510224" y="2998251"/>
                  </a:lnTo>
                  <a:lnTo>
                    <a:pt x="2582448" y="3005084"/>
                  </a:lnTo>
                  <a:lnTo>
                    <a:pt x="2648440" y="3012670"/>
                  </a:lnTo>
                  <a:lnTo>
                    <a:pt x="2708944" y="3021107"/>
                  </a:lnTo>
                  <a:lnTo>
                    <a:pt x="2764789" y="3030506"/>
                  </a:lnTo>
                  <a:lnTo>
                    <a:pt x="2816825" y="3040972"/>
                  </a:lnTo>
                  <a:lnTo>
                    <a:pt x="2865866" y="3052589"/>
                  </a:lnTo>
                  <a:lnTo>
                    <a:pt x="2896531" y="3060787"/>
                  </a:lnTo>
                  <a:lnTo>
                    <a:pt x="2950399" y="3076984"/>
                  </a:lnTo>
                  <a:lnTo>
                    <a:pt x="3002540" y="3094883"/>
                  </a:lnTo>
                  <a:lnTo>
                    <a:pt x="3053628" y="3114508"/>
                  </a:lnTo>
                  <a:lnTo>
                    <a:pt x="3104148" y="3135819"/>
                  </a:lnTo>
                  <a:lnTo>
                    <a:pt x="3154435" y="3158707"/>
                  </a:lnTo>
                  <a:lnTo>
                    <a:pt x="3204699" y="3182987"/>
                  </a:lnTo>
                  <a:lnTo>
                    <a:pt x="3255045" y="3208404"/>
                  </a:lnTo>
                  <a:lnTo>
                    <a:pt x="3305497" y="3234639"/>
                  </a:lnTo>
                  <a:lnTo>
                    <a:pt x="3356024" y="3261325"/>
                  </a:lnTo>
                  <a:lnTo>
                    <a:pt x="3406561" y="3288068"/>
                  </a:lnTo>
                  <a:lnTo>
                    <a:pt x="3457040" y="3314470"/>
                  </a:lnTo>
                  <a:lnTo>
                    <a:pt x="3507417" y="3340153"/>
                  </a:lnTo>
                  <a:lnTo>
                    <a:pt x="3557697" y="3364783"/>
                  </a:lnTo>
                  <a:lnTo>
                    <a:pt x="3607961" y="3388086"/>
                  </a:lnTo>
                  <a:lnTo>
                    <a:pt x="3658387" y="3409857"/>
                  </a:lnTo>
                  <a:lnTo>
                    <a:pt x="3709272" y="3429966"/>
                  </a:lnTo>
                  <a:lnTo>
                    <a:pt x="3761056" y="3448354"/>
                  </a:lnTo>
                  <a:lnTo>
                    <a:pt x="3814354" y="3465026"/>
                  </a:lnTo>
                  <a:lnTo>
                    <a:pt x="3829811" y="3469437"/>
                  </a:lnTo>
                  <a:lnTo>
                    <a:pt x="3877298" y="3481824"/>
                  </a:lnTo>
                  <a:lnTo>
                    <a:pt x="3927296" y="3493032"/>
                  </a:lnTo>
                  <a:lnTo>
                    <a:pt x="3980566" y="3503115"/>
                  </a:lnTo>
                  <a:lnTo>
                    <a:pt x="4037940" y="3512166"/>
                  </a:lnTo>
                  <a:lnTo>
                    <a:pt x="4100267" y="3520294"/>
                  </a:lnTo>
                  <a:lnTo>
                    <a:pt x="4168357" y="3527606"/>
                  </a:lnTo>
                  <a:lnTo>
                    <a:pt x="4242901" y="3534198"/>
                  </a:lnTo>
                  <a:lnTo>
                    <a:pt x="4324371" y="3540153"/>
                  </a:lnTo>
                  <a:lnTo>
                    <a:pt x="4412872" y="3545533"/>
                  </a:lnTo>
                  <a:lnTo>
                    <a:pt x="4507974" y="3550380"/>
                  </a:lnTo>
                  <a:lnTo>
                    <a:pt x="4608515" y="3554718"/>
                  </a:lnTo>
                  <a:lnTo>
                    <a:pt x="4712439" y="3558554"/>
                  </a:lnTo>
                  <a:lnTo>
                    <a:pt x="4816722" y="3561881"/>
                  </a:lnTo>
                  <a:lnTo>
                    <a:pt x="4917478" y="3564688"/>
                  </a:lnTo>
                  <a:lnTo>
                    <a:pt x="5010321" y="3566966"/>
                  </a:lnTo>
                  <a:lnTo>
                    <a:pt x="5090970" y="3568724"/>
                  </a:lnTo>
                  <a:lnTo>
                    <a:pt x="5156015" y="3569991"/>
                  </a:lnTo>
                  <a:lnTo>
                    <a:pt x="5203632" y="3570825"/>
                  </a:lnTo>
                  <a:lnTo>
                    <a:pt x="5234043" y="3571307"/>
                  </a:lnTo>
                  <a:lnTo>
                    <a:pt x="5249604" y="3571530"/>
                  </a:lnTo>
                  <a:lnTo>
                    <a:pt x="5254608" y="3571596"/>
                  </a:lnTo>
                  <a:lnTo>
                    <a:pt x="5254955" y="3571600"/>
                  </a:lnTo>
                  <a:lnTo>
                    <a:pt x="6726343" y="3571600"/>
                  </a:lnTo>
                  <a:lnTo>
                    <a:pt x="6727443" y="3571521"/>
                  </a:lnTo>
                  <a:lnTo>
                    <a:pt x="6734680" y="3570956"/>
                  </a:lnTo>
                  <a:lnTo>
                    <a:pt x="6752944" y="3569395"/>
                  </a:lnTo>
                  <a:lnTo>
                    <a:pt x="6785644" y="3566322"/>
                  </a:lnTo>
                  <a:lnTo>
                    <a:pt x="6834480" y="3561256"/>
                  </a:lnTo>
                  <a:lnTo>
                    <a:pt x="6899306" y="3553800"/>
                  </a:lnTo>
                  <a:lnTo>
                    <a:pt x="6978266" y="3543680"/>
                  </a:lnTo>
                  <a:lnTo>
                    <a:pt x="7068207" y="3530751"/>
                  </a:lnTo>
                  <a:lnTo>
                    <a:pt x="7165287" y="3514980"/>
                  </a:lnTo>
                  <a:lnTo>
                    <a:pt x="7265600" y="3496409"/>
                  </a:lnTo>
                  <a:lnTo>
                    <a:pt x="7365677" y="3475098"/>
                  </a:lnTo>
                  <a:lnTo>
                    <a:pt x="7462783" y="3451084"/>
                  </a:lnTo>
                  <a:lnTo>
                    <a:pt x="7555012" y="3424341"/>
                  </a:lnTo>
                  <a:lnTo>
                    <a:pt x="7641238" y="3394760"/>
                  </a:lnTo>
                  <a:lnTo>
                    <a:pt x="7720984" y="3362135"/>
                  </a:lnTo>
                  <a:lnTo>
                    <a:pt x="7794263" y="3326161"/>
                  </a:lnTo>
                  <a:lnTo>
                    <a:pt x="7861430" y="3286441"/>
                  </a:lnTo>
                  <a:lnTo>
                    <a:pt x="7923058" y="3242495"/>
                  </a:lnTo>
                  <a:lnTo>
                    <a:pt x="7979844" y="3193779"/>
                  </a:lnTo>
                  <a:lnTo>
                    <a:pt x="8032538" y="3139727"/>
                  </a:lnTo>
                  <a:lnTo>
                    <a:pt x="8081892" y="3079811"/>
                  </a:lnTo>
                  <a:lnTo>
                    <a:pt x="8128619" y="3013642"/>
                  </a:lnTo>
                  <a:lnTo>
                    <a:pt x="8151487" y="2977695"/>
                  </a:lnTo>
                  <a:lnTo>
                    <a:pt x="8185764" y="2919341"/>
                  </a:lnTo>
                  <a:lnTo>
                    <a:pt x="8219235" y="2857083"/>
                  </a:lnTo>
                  <a:lnTo>
                    <a:pt x="8252101" y="2790839"/>
                  </a:lnTo>
                  <a:lnTo>
                    <a:pt x="8284525" y="2720583"/>
                  </a:lnTo>
                  <a:lnTo>
                    <a:pt x="8316643" y="2646344"/>
                  </a:lnTo>
                  <a:lnTo>
                    <a:pt x="8348562" y="2568213"/>
                  </a:lnTo>
                  <a:lnTo>
                    <a:pt x="8380368" y="2486349"/>
                  </a:lnTo>
                  <a:lnTo>
                    <a:pt x="8412123" y="2400977"/>
                  </a:lnTo>
                  <a:lnTo>
                    <a:pt x="8443875" y="2312393"/>
                  </a:lnTo>
                  <a:lnTo>
                    <a:pt x="8475652" y="2220960"/>
                  </a:lnTo>
                  <a:lnTo>
                    <a:pt x="8507469" y="2127102"/>
                  </a:lnTo>
                  <a:lnTo>
                    <a:pt x="8539331" y="2031300"/>
                  </a:lnTo>
                  <a:lnTo>
                    <a:pt x="8571230" y="1934079"/>
                  </a:lnTo>
                  <a:lnTo>
                    <a:pt x="8603155" y="1836001"/>
                  </a:lnTo>
                  <a:lnTo>
                    <a:pt x="8635088" y="1737647"/>
                  </a:lnTo>
                  <a:lnTo>
                    <a:pt x="8667011" y="1639605"/>
                  </a:lnTo>
                  <a:lnTo>
                    <a:pt x="8698909" y="1542457"/>
                  </a:lnTo>
                  <a:lnTo>
                    <a:pt x="8730767" y="1446761"/>
                  </a:lnTo>
                  <a:lnTo>
                    <a:pt x="8762582" y="1353040"/>
                  </a:lnTo>
                  <a:lnTo>
                    <a:pt x="8794357" y="1261773"/>
                  </a:lnTo>
                  <a:lnTo>
                    <a:pt x="8826108" y="1173379"/>
                  </a:lnTo>
                  <a:lnTo>
                    <a:pt x="8857865" y="1088218"/>
                  </a:lnTo>
                  <a:lnTo>
                    <a:pt x="8889675" y="1006580"/>
                  </a:lnTo>
                  <a:lnTo>
                    <a:pt x="8921604" y="928688"/>
                  </a:lnTo>
                  <a:lnTo>
                    <a:pt x="8953738" y="854695"/>
                  </a:lnTo>
                  <a:lnTo>
                    <a:pt x="8986185" y="784689"/>
                  </a:lnTo>
                  <a:lnTo>
                    <a:pt x="9019084" y="718695"/>
                  </a:lnTo>
                  <a:lnTo>
                    <a:pt x="9052599" y="656683"/>
                  </a:lnTo>
                  <a:lnTo>
                    <a:pt x="9084767" y="602077"/>
                  </a:lnTo>
                  <a:lnTo>
                    <a:pt x="9130407" y="532680"/>
                  </a:lnTo>
                  <a:lnTo>
                    <a:pt x="9178346" y="469631"/>
                  </a:lnTo>
                  <a:lnTo>
                    <a:pt x="9229256" y="412669"/>
                  </a:lnTo>
                  <a:lnTo>
                    <a:pt x="9283874" y="361321"/>
                  </a:lnTo>
                  <a:lnTo>
                    <a:pt x="9342958" y="315029"/>
                  </a:lnTo>
                  <a:lnTo>
                    <a:pt x="9407238" y="273233"/>
                  </a:lnTo>
                  <a:lnTo>
                    <a:pt x="9477361" y="235417"/>
                  </a:lnTo>
                  <a:lnTo>
                    <a:pt x="9553805" y="201140"/>
                  </a:lnTo>
                  <a:lnTo>
                    <a:pt x="9636774" y="170049"/>
                  </a:lnTo>
                  <a:lnTo>
                    <a:pt x="9726059" y="141888"/>
                  </a:lnTo>
                  <a:lnTo>
                    <a:pt x="9820881" y="116500"/>
                  </a:lnTo>
                  <a:lnTo>
                    <a:pt x="9919743" y="93818"/>
                  </a:lnTo>
                  <a:lnTo>
                    <a:pt x="10020329" y="73852"/>
                  </a:lnTo>
                  <a:lnTo>
                    <a:pt x="10119517" y="56656"/>
                  </a:lnTo>
                  <a:lnTo>
                    <a:pt x="10213572" y="42286"/>
                  </a:lnTo>
                  <a:lnTo>
                    <a:pt x="10298546" y="30753"/>
                  </a:lnTo>
                  <a:lnTo>
                    <a:pt x="10370857" y="21974"/>
                  </a:lnTo>
                  <a:lnTo>
                    <a:pt x="10427924" y="15740"/>
                  </a:lnTo>
                  <a:lnTo>
                    <a:pt x="10468700" y="11713"/>
                  </a:lnTo>
                  <a:lnTo>
                    <a:pt x="10493952" y="9450"/>
                  </a:lnTo>
                  <a:lnTo>
                    <a:pt x="10506251" y="8446"/>
                  </a:lnTo>
                  <a:lnTo>
                    <a:pt x="10509764" y="8183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8810" y="79"/>
                  </a:lnTo>
                  <a:lnTo>
                    <a:pt x="10501573" y="643"/>
                  </a:lnTo>
                  <a:lnTo>
                    <a:pt x="10483309" y="2204"/>
                  </a:lnTo>
                  <a:lnTo>
                    <a:pt x="10450609" y="5277"/>
                  </a:lnTo>
                  <a:lnTo>
                    <a:pt x="10401773" y="10343"/>
                  </a:lnTo>
                  <a:lnTo>
                    <a:pt x="10336947" y="17799"/>
                  </a:lnTo>
                  <a:lnTo>
                    <a:pt x="10257987" y="27919"/>
                  </a:lnTo>
                  <a:lnTo>
                    <a:pt x="10168046" y="40848"/>
                  </a:lnTo>
                  <a:lnTo>
                    <a:pt x="10070966" y="56619"/>
                  </a:lnTo>
                  <a:lnTo>
                    <a:pt x="9970653" y="75190"/>
                  </a:lnTo>
                  <a:lnTo>
                    <a:pt x="9870576" y="96501"/>
                  </a:lnTo>
                  <a:lnTo>
                    <a:pt x="9773470" y="120515"/>
                  </a:lnTo>
                  <a:lnTo>
                    <a:pt x="9681242" y="147258"/>
                  </a:lnTo>
                  <a:lnTo>
                    <a:pt x="9595015" y="176839"/>
                  </a:lnTo>
                  <a:lnTo>
                    <a:pt x="9515269" y="209464"/>
                  </a:lnTo>
                  <a:lnTo>
                    <a:pt x="9441990" y="245438"/>
                  </a:lnTo>
                  <a:lnTo>
                    <a:pt x="9374823" y="285158"/>
                  </a:lnTo>
                  <a:lnTo>
                    <a:pt x="9313195" y="329105"/>
                  </a:lnTo>
                  <a:lnTo>
                    <a:pt x="9256409" y="377821"/>
                  </a:lnTo>
                  <a:lnTo>
                    <a:pt x="9203716" y="431872"/>
                  </a:lnTo>
                  <a:lnTo>
                    <a:pt x="9154361" y="491788"/>
                  </a:lnTo>
                  <a:lnTo>
                    <a:pt x="9107634" y="557958"/>
                  </a:lnTo>
                  <a:lnTo>
                    <a:pt x="9084767" y="593904"/>
                  </a:lnTo>
                  <a:lnTo>
                    <a:pt x="9050489" y="652258"/>
                  </a:lnTo>
                  <a:lnTo>
                    <a:pt x="9017018" y="714517"/>
                  </a:lnTo>
                  <a:lnTo>
                    <a:pt x="8984152" y="780760"/>
                  </a:lnTo>
                  <a:lnTo>
                    <a:pt x="8951728" y="851016"/>
                  </a:lnTo>
                  <a:lnTo>
                    <a:pt x="8919610" y="925255"/>
                  </a:lnTo>
                  <a:lnTo>
                    <a:pt x="8887691" y="1003386"/>
                  </a:lnTo>
                  <a:lnTo>
                    <a:pt x="8855886" y="1085251"/>
                  </a:lnTo>
                  <a:lnTo>
                    <a:pt x="8824130" y="1170622"/>
                  </a:lnTo>
                  <a:lnTo>
                    <a:pt x="8792378" y="1259206"/>
                  </a:lnTo>
                  <a:lnTo>
                    <a:pt x="8760601" y="1350639"/>
                  </a:lnTo>
                  <a:lnTo>
                    <a:pt x="8728784" y="1444497"/>
                  </a:lnTo>
                  <a:lnTo>
                    <a:pt x="8696923" y="1540299"/>
                  </a:lnTo>
                  <a:lnTo>
                    <a:pt x="8665023" y="1637520"/>
                  </a:lnTo>
                  <a:lnTo>
                    <a:pt x="8633099" y="1735598"/>
                  </a:lnTo>
                  <a:lnTo>
                    <a:pt x="8601165" y="1833953"/>
                  </a:lnTo>
                  <a:lnTo>
                    <a:pt x="8569242" y="1931994"/>
                  </a:lnTo>
                  <a:lnTo>
                    <a:pt x="8537345" y="2029143"/>
                  </a:lnTo>
                  <a:lnTo>
                    <a:pt x="8505486" y="2124839"/>
                  </a:lnTo>
                  <a:lnTo>
                    <a:pt x="8473671" y="2218559"/>
                  </a:lnTo>
                  <a:lnTo>
                    <a:pt x="8441896" y="2309826"/>
                  </a:lnTo>
                  <a:lnTo>
                    <a:pt x="8410146" y="2398220"/>
                  </a:lnTo>
                  <a:lnTo>
                    <a:pt x="8378388" y="2483381"/>
                  </a:lnTo>
                  <a:lnTo>
                    <a:pt x="8346578" y="2565019"/>
                  </a:lnTo>
                  <a:lnTo>
                    <a:pt x="8314649" y="2642911"/>
                  </a:lnTo>
                  <a:lnTo>
                    <a:pt x="8282515" y="2716904"/>
                  </a:lnTo>
                  <a:lnTo>
                    <a:pt x="8250068" y="2786911"/>
                  </a:lnTo>
                  <a:lnTo>
                    <a:pt x="8217170" y="2852904"/>
                  </a:lnTo>
                  <a:lnTo>
                    <a:pt x="8183654" y="2914917"/>
                  </a:lnTo>
                  <a:lnTo>
                    <a:pt x="8151487" y="2969522"/>
                  </a:lnTo>
                  <a:lnTo>
                    <a:pt x="8105846" y="3038919"/>
                  </a:lnTo>
                  <a:lnTo>
                    <a:pt x="8057907" y="3101968"/>
                  </a:lnTo>
                  <a:lnTo>
                    <a:pt x="8006997" y="3158930"/>
                  </a:lnTo>
                  <a:lnTo>
                    <a:pt x="7952379" y="3210278"/>
                  </a:lnTo>
                  <a:lnTo>
                    <a:pt x="7893296" y="3256570"/>
                  </a:lnTo>
                  <a:lnTo>
                    <a:pt x="7829015" y="3298367"/>
                  </a:lnTo>
                  <a:lnTo>
                    <a:pt x="7758893" y="3336183"/>
                  </a:lnTo>
                  <a:lnTo>
                    <a:pt x="7682448" y="3370460"/>
                  </a:lnTo>
                  <a:lnTo>
                    <a:pt x="7599479" y="3401551"/>
                  </a:lnTo>
                  <a:lnTo>
                    <a:pt x="7510194" y="3429711"/>
                  </a:lnTo>
                  <a:lnTo>
                    <a:pt x="7415372" y="3455099"/>
                  </a:lnTo>
                  <a:lnTo>
                    <a:pt x="7316510" y="3477781"/>
                  </a:lnTo>
                  <a:lnTo>
                    <a:pt x="7215924" y="3497747"/>
                  </a:lnTo>
                  <a:lnTo>
                    <a:pt x="7116737" y="3514944"/>
                  </a:lnTo>
                  <a:lnTo>
                    <a:pt x="7022682" y="3529314"/>
                  </a:lnTo>
                  <a:lnTo>
                    <a:pt x="6937707" y="3540847"/>
                  </a:lnTo>
                  <a:lnTo>
                    <a:pt x="6865396" y="3549626"/>
                  </a:lnTo>
                  <a:lnTo>
                    <a:pt x="6808329" y="3555859"/>
                  </a:lnTo>
                  <a:lnTo>
                    <a:pt x="6767553" y="3559886"/>
                  </a:lnTo>
                  <a:lnTo>
                    <a:pt x="6742302" y="3562150"/>
                  </a:lnTo>
                  <a:lnTo>
                    <a:pt x="6730003" y="3563154"/>
                  </a:lnTo>
                  <a:lnTo>
                    <a:pt x="6726489" y="3563417"/>
                  </a:lnTo>
                  <a:lnTo>
                    <a:pt x="6726343" y="3563427"/>
                  </a:lnTo>
                  <a:lnTo>
                    <a:pt x="5254955" y="3563427"/>
                  </a:lnTo>
                  <a:lnTo>
                    <a:pt x="5253722" y="3563411"/>
                  </a:lnTo>
                  <a:lnTo>
                    <a:pt x="5245630" y="3563302"/>
                  </a:lnTo>
                  <a:lnTo>
                    <a:pt x="5225281" y="3563000"/>
                  </a:lnTo>
                  <a:lnTo>
                    <a:pt x="5189027" y="3562406"/>
                  </a:lnTo>
                  <a:lnTo>
                    <a:pt x="5135242" y="3561428"/>
                  </a:lnTo>
                  <a:lnTo>
                    <a:pt x="5064450" y="3559995"/>
                  </a:lnTo>
                  <a:lnTo>
                    <a:pt x="4979098" y="3558058"/>
                  </a:lnTo>
                  <a:lnTo>
                    <a:pt x="4882986" y="3555595"/>
                  </a:lnTo>
                  <a:lnTo>
                    <a:pt x="4780516" y="3552606"/>
                  </a:lnTo>
                  <a:lnTo>
                    <a:pt x="4675956" y="3549100"/>
                  </a:lnTo>
                  <a:lnTo>
                    <a:pt x="4572919" y="3545088"/>
                  </a:lnTo>
                  <a:lnTo>
                    <a:pt x="4474091" y="3540574"/>
                  </a:lnTo>
                  <a:lnTo>
                    <a:pt x="4381202" y="3535545"/>
                  </a:lnTo>
                  <a:lnTo>
                    <a:pt x="4295137" y="3529970"/>
                  </a:lnTo>
                  <a:lnTo>
                    <a:pt x="4216118" y="3523801"/>
                  </a:lnTo>
                  <a:lnTo>
                    <a:pt x="4143894" y="3516967"/>
                  </a:lnTo>
                  <a:lnTo>
                    <a:pt x="4077902" y="3509382"/>
                  </a:lnTo>
                  <a:lnTo>
                    <a:pt x="4017399" y="3500945"/>
                  </a:lnTo>
                  <a:lnTo>
                    <a:pt x="3961553" y="3491545"/>
                  </a:lnTo>
                  <a:lnTo>
                    <a:pt x="3909517" y="3481079"/>
                  </a:lnTo>
                  <a:lnTo>
                    <a:pt x="3860476" y="3469463"/>
                  </a:lnTo>
                  <a:lnTo>
                    <a:pt x="3829811" y="3461264"/>
                  </a:lnTo>
                  <a:lnTo>
                    <a:pt x="3775943" y="3445068"/>
                  </a:lnTo>
                  <a:lnTo>
                    <a:pt x="3723802" y="3427168"/>
                  </a:lnTo>
                  <a:lnTo>
                    <a:pt x="3672715" y="3407543"/>
                  </a:lnTo>
                  <a:lnTo>
                    <a:pt x="3622195" y="3386232"/>
                  </a:lnTo>
                  <a:lnTo>
                    <a:pt x="3571907" y="3363345"/>
                  </a:lnTo>
                  <a:lnTo>
                    <a:pt x="3521643" y="3339065"/>
                  </a:lnTo>
                  <a:lnTo>
                    <a:pt x="3471297" y="3313648"/>
                  </a:lnTo>
                  <a:lnTo>
                    <a:pt x="3420845" y="3287413"/>
                  </a:lnTo>
                  <a:lnTo>
                    <a:pt x="3370318" y="3260727"/>
                  </a:lnTo>
                  <a:lnTo>
                    <a:pt x="3319781" y="3233984"/>
                  </a:lnTo>
                  <a:lnTo>
                    <a:pt x="3269302" y="3207582"/>
                  </a:lnTo>
                  <a:lnTo>
                    <a:pt x="3218925" y="3181899"/>
                  </a:lnTo>
                  <a:lnTo>
                    <a:pt x="3168645" y="3157269"/>
                  </a:lnTo>
                  <a:lnTo>
                    <a:pt x="3118381" y="3133966"/>
                  </a:lnTo>
                  <a:lnTo>
                    <a:pt x="3067955" y="3112194"/>
                  </a:lnTo>
                  <a:lnTo>
                    <a:pt x="3017070" y="3092086"/>
                  </a:lnTo>
                  <a:lnTo>
                    <a:pt x="2965286" y="3073698"/>
                  </a:lnTo>
                  <a:lnTo>
                    <a:pt x="2911988" y="3057026"/>
                  </a:lnTo>
                  <a:lnTo>
                    <a:pt x="2896531" y="3052614"/>
                  </a:lnTo>
                  <a:lnTo>
                    <a:pt x="2849044" y="3040228"/>
                  </a:lnTo>
                  <a:lnTo>
                    <a:pt x="2799046" y="3029020"/>
                  </a:lnTo>
                  <a:lnTo>
                    <a:pt x="2745776" y="3018937"/>
                  </a:lnTo>
                  <a:lnTo>
                    <a:pt x="2688402" y="3009886"/>
                  </a:lnTo>
                  <a:lnTo>
                    <a:pt x="2626075" y="3001758"/>
                  </a:lnTo>
                  <a:lnTo>
                    <a:pt x="2557985" y="2994446"/>
                  </a:lnTo>
                  <a:lnTo>
                    <a:pt x="2483441" y="2987853"/>
                  </a:lnTo>
                  <a:lnTo>
                    <a:pt x="2401971" y="2981898"/>
                  </a:lnTo>
                  <a:lnTo>
                    <a:pt x="2313470" y="2976519"/>
                  </a:lnTo>
                  <a:lnTo>
                    <a:pt x="2218368" y="2971672"/>
                  </a:lnTo>
                  <a:lnTo>
                    <a:pt x="2117827" y="2967333"/>
                  </a:lnTo>
                  <a:lnTo>
                    <a:pt x="2013903" y="2963497"/>
                  </a:lnTo>
                  <a:lnTo>
                    <a:pt x="1909621" y="2960170"/>
                  </a:lnTo>
                  <a:lnTo>
                    <a:pt x="1808864" y="2957364"/>
                  </a:lnTo>
                  <a:lnTo>
                    <a:pt x="1716022" y="2955086"/>
                  </a:lnTo>
                  <a:lnTo>
                    <a:pt x="1635373" y="2953328"/>
                  </a:lnTo>
                  <a:lnTo>
                    <a:pt x="1570327" y="2952061"/>
                  </a:lnTo>
                  <a:lnTo>
                    <a:pt x="1522710" y="2951226"/>
                  </a:lnTo>
                  <a:lnTo>
                    <a:pt x="1492299" y="2950745"/>
                  </a:lnTo>
                  <a:lnTo>
                    <a:pt x="1476738" y="2950522"/>
                  </a:lnTo>
                  <a:lnTo>
                    <a:pt x="1471734" y="2950456"/>
                  </a:lnTo>
                  <a:lnTo>
                    <a:pt x="1471387" y="2950452"/>
                  </a:lnTo>
                  <a:lnTo>
                    <a:pt x="0" y="2950452"/>
                  </a:lnTo>
                  <a:close/>
                </a:path>
              </a:pathLst>
            </a:custGeom>
            <a:solidFill>
              <a:srgbClr val="F28E5B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077" name="pl1077"/>
            <p:cNvSpPr/>
            <p:nvPr/>
          </p:nvSpPr>
          <p:spPr>
            <a:xfrm>
              <a:off x="4799595" y="4824483"/>
              <a:ext cx="11981298" cy="3563427"/>
            </a:xfrm>
            <a:custGeom>
              <a:avLst/>
              <a:pathLst>
                <a:path w="11981298" h="3563427">
                  <a:moveTo>
                    <a:pt x="0" y="2950452"/>
                  </a:moveTo>
                  <a:lnTo>
                    <a:pt x="1471387" y="2950452"/>
                  </a:lnTo>
                  <a:lnTo>
                    <a:pt x="1472620" y="2950467"/>
                  </a:lnTo>
                  <a:lnTo>
                    <a:pt x="1480712" y="2950576"/>
                  </a:lnTo>
                  <a:lnTo>
                    <a:pt x="1501061" y="2950878"/>
                  </a:lnTo>
                  <a:lnTo>
                    <a:pt x="1537315" y="2951473"/>
                  </a:lnTo>
                  <a:lnTo>
                    <a:pt x="1591100" y="2952450"/>
                  </a:lnTo>
                  <a:lnTo>
                    <a:pt x="1661892" y="2953884"/>
                  </a:lnTo>
                  <a:lnTo>
                    <a:pt x="1747245" y="2955821"/>
                  </a:lnTo>
                  <a:lnTo>
                    <a:pt x="1843356" y="2958284"/>
                  </a:lnTo>
                  <a:lnTo>
                    <a:pt x="1945826" y="2961273"/>
                  </a:lnTo>
                  <a:lnTo>
                    <a:pt x="2050386" y="2964779"/>
                  </a:lnTo>
                  <a:lnTo>
                    <a:pt x="2153423" y="2968790"/>
                  </a:lnTo>
                  <a:lnTo>
                    <a:pt x="2252251" y="2973305"/>
                  </a:lnTo>
                  <a:lnTo>
                    <a:pt x="2345140" y="2978334"/>
                  </a:lnTo>
                  <a:lnTo>
                    <a:pt x="2431205" y="2983908"/>
                  </a:lnTo>
                  <a:lnTo>
                    <a:pt x="2510224" y="2990078"/>
                  </a:lnTo>
                  <a:lnTo>
                    <a:pt x="2582448" y="2996911"/>
                  </a:lnTo>
                  <a:lnTo>
                    <a:pt x="2648440" y="3004497"/>
                  </a:lnTo>
                  <a:lnTo>
                    <a:pt x="2708944" y="3012934"/>
                  </a:lnTo>
                  <a:lnTo>
                    <a:pt x="2764789" y="3022333"/>
                  </a:lnTo>
                  <a:lnTo>
                    <a:pt x="2816825" y="3032799"/>
                  </a:lnTo>
                  <a:lnTo>
                    <a:pt x="2865866" y="3044416"/>
                  </a:lnTo>
                  <a:lnTo>
                    <a:pt x="2896531" y="3052614"/>
                  </a:lnTo>
                  <a:lnTo>
                    <a:pt x="2950399" y="3068811"/>
                  </a:lnTo>
                  <a:lnTo>
                    <a:pt x="3002540" y="3086710"/>
                  </a:lnTo>
                  <a:lnTo>
                    <a:pt x="3053628" y="3106335"/>
                  </a:lnTo>
                  <a:lnTo>
                    <a:pt x="3104148" y="3127646"/>
                  </a:lnTo>
                  <a:lnTo>
                    <a:pt x="3154435" y="3150534"/>
                  </a:lnTo>
                  <a:lnTo>
                    <a:pt x="3204699" y="3174814"/>
                  </a:lnTo>
                  <a:lnTo>
                    <a:pt x="3255045" y="3200231"/>
                  </a:lnTo>
                  <a:lnTo>
                    <a:pt x="3305497" y="3226466"/>
                  </a:lnTo>
                  <a:lnTo>
                    <a:pt x="3356024" y="3253152"/>
                  </a:lnTo>
                  <a:lnTo>
                    <a:pt x="3406561" y="3279895"/>
                  </a:lnTo>
                  <a:lnTo>
                    <a:pt x="3457040" y="3306297"/>
                  </a:lnTo>
                  <a:lnTo>
                    <a:pt x="3507417" y="3331980"/>
                  </a:lnTo>
                  <a:lnTo>
                    <a:pt x="3557697" y="3356610"/>
                  </a:lnTo>
                  <a:lnTo>
                    <a:pt x="3607961" y="3379913"/>
                  </a:lnTo>
                  <a:lnTo>
                    <a:pt x="3658387" y="3401684"/>
                  </a:lnTo>
                  <a:lnTo>
                    <a:pt x="3709272" y="3421793"/>
                  </a:lnTo>
                  <a:lnTo>
                    <a:pt x="3761056" y="3440181"/>
                  </a:lnTo>
                  <a:lnTo>
                    <a:pt x="3814354" y="3456853"/>
                  </a:lnTo>
                  <a:lnTo>
                    <a:pt x="3829811" y="3461264"/>
                  </a:lnTo>
                  <a:lnTo>
                    <a:pt x="3877298" y="3473651"/>
                  </a:lnTo>
                  <a:lnTo>
                    <a:pt x="3927296" y="3484859"/>
                  </a:lnTo>
                  <a:lnTo>
                    <a:pt x="3980566" y="3494942"/>
                  </a:lnTo>
                  <a:lnTo>
                    <a:pt x="4037940" y="3503993"/>
                  </a:lnTo>
                  <a:lnTo>
                    <a:pt x="4100267" y="3512121"/>
                  </a:lnTo>
                  <a:lnTo>
                    <a:pt x="4168357" y="3519433"/>
                  </a:lnTo>
                  <a:lnTo>
                    <a:pt x="4242901" y="3526025"/>
                  </a:lnTo>
                  <a:lnTo>
                    <a:pt x="4324371" y="3531980"/>
                  </a:lnTo>
                  <a:lnTo>
                    <a:pt x="4412872" y="3537360"/>
                  </a:lnTo>
                  <a:lnTo>
                    <a:pt x="4507974" y="3542207"/>
                  </a:lnTo>
                  <a:lnTo>
                    <a:pt x="4608515" y="3546545"/>
                  </a:lnTo>
                  <a:lnTo>
                    <a:pt x="4712439" y="3550381"/>
                  </a:lnTo>
                  <a:lnTo>
                    <a:pt x="4816722" y="3553708"/>
                  </a:lnTo>
                  <a:lnTo>
                    <a:pt x="4917478" y="3556515"/>
                  </a:lnTo>
                  <a:lnTo>
                    <a:pt x="5010321" y="3558793"/>
                  </a:lnTo>
                  <a:lnTo>
                    <a:pt x="5090970" y="3560551"/>
                  </a:lnTo>
                  <a:lnTo>
                    <a:pt x="5156015" y="3561818"/>
                  </a:lnTo>
                  <a:lnTo>
                    <a:pt x="5203632" y="3562652"/>
                  </a:lnTo>
                  <a:lnTo>
                    <a:pt x="5234043" y="3563134"/>
                  </a:lnTo>
                  <a:lnTo>
                    <a:pt x="5249604" y="3563357"/>
                  </a:lnTo>
                  <a:lnTo>
                    <a:pt x="5254608" y="3563423"/>
                  </a:lnTo>
                  <a:lnTo>
                    <a:pt x="5254955" y="3563427"/>
                  </a:lnTo>
                  <a:lnTo>
                    <a:pt x="6726343" y="3563427"/>
                  </a:lnTo>
                  <a:lnTo>
                    <a:pt x="6727443" y="3563348"/>
                  </a:lnTo>
                  <a:lnTo>
                    <a:pt x="6734680" y="3562783"/>
                  </a:lnTo>
                  <a:lnTo>
                    <a:pt x="6752944" y="3561222"/>
                  </a:lnTo>
                  <a:lnTo>
                    <a:pt x="6785644" y="3558149"/>
                  </a:lnTo>
                  <a:lnTo>
                    <a:pt x="6834480" y="3553083"/>
                  </a:lnTo>
                  <a:lnTo>
                    <a:pt x="6899306" y="3545627"/>
                  </a:lnTo>
                  <a:lnTo>
                    <a:pt x="6978266" y="3535507"/>
                  </a:lnTo>
                  <a:lnTo>
                    <a:pt x="7068207" y="3522578"/>
                  </a:lnTo>
                  <a:lnTo>
                    <a:pt x="7165287" y="3506807"/>
                  </a:lnTo>
                  <a:lnTo>
                    <a:pt x="7265600" y="3488236"/>
                  </a:lnTo>
                  <a:lnTo>
                    <a:pt x="7365677" y="3466925"/>
                  </a:lnTo>
                  <a:lnTo>
                    <a:pt x="7462783" y="3442911"/>
                  </a:lnTo>
                  <a:lnTo>
                    <a:pt x="7555012" y="3416168"/>
                  </a:lnTo>
                  <a:lnTo>
                    <a:pt x="7641238" y="3386587"/>
                  </a:lnTo>
                  <a:lnTo>
                    <a:pt x="7720984" y="3353962"/>
                  </a:lnTo>
                  <a:lnTo>
                    <a:pt x="7794263" y="3317988"/>
                  </a:lnTo>
                  <a:lnTo>
                    <a:pt x="7861430" y="3278268"/>
                  </a:lnTo>
                  <a:lnTo>
                    <a:pt x="7923058" y="3234322"/>
                  </a:lnTo>
                  <a:lnTo>
                    <a:pt x="7979844" y="3185606"/>
                  </a:lnTo>
                  <a:lnTo>
                    <a:pt x="8032538" y="3131554"/>
                  </a:lnTo>
                  <a:lnTo>
                    <a:pt x="8081892" y="3071638"/>
                  </a:lnTo>
                  <a:lnTo>
                    <a:pt x="8128619" y="3005469"/>
                  </a:lnTo>
                  <a:lnTo>
                    <a:pt x="8151487" y="2969522"/>
                  </a:lnTo>
                  <a:lnTo>
                    <a:pt x="8185764" y="2911168"/>
                  </a:lnTo>
                  <a:lnTo>
                    <a:pt x="8219235" y="2848910"/>
                  </a:lnTo>
                  <a:lnTo>
                    <a:pt x="8252101" y="2782666"/>
                  </a:lnTo>
                  <a:lnTo>
                    <a:pt x="8284525" y="2712410"/>
                  </a:lnTo>
                  <a:lnTo>
                    <a:pt x="8316643" y="2638171"/>
                  </a:lnTo>
                  <a:lnTo>
                    <a:pt x="8348562" y="2560040"/>
                  </a:lnTo>
                  <a:lnTo>
                    <a:pt x="8380368" y="2478176"/>
                  </a:lnTo>
                  <a:lnTo>
                    <a:pt x="8412123" y="2392804"/>
                  </a:lnTo>
                  <a:lnTo>
                    <a:pt x="8443875" y="2304220"/>
                  </a:lnTo>
                  <a:lnTo>
                    <a:pt x="8475652" y="2212787"/>
                  </a:lnTo>
                  <a:lnTo>
                    <a:pt x="8507469" y="2118929"/>
                  </a:lnTo>
                  <a:lnTo>
                    <a:pt x="8539331" y="2023127"/>
                  </a:lnTo>
                  <a:lnTo>
                    <a:pt x="8571230" y="1925906"/>
                  </a:lnTo>
                  <a:lnTo>
                    <a:pt x="8603155" y="1827828"/>
                  </a:lnTo>
                  <a:lnTo>
                    <a:pt x="8635088" y="1729474"/>
                  </a:lnTo>
                  <a:lnTo>
                    <a:pt x="8667011" y="1631432"/>
                  </a:lnTo>
                  <a:lnTo>
                    <a:pt x="8698909" y="1534284"/>
                  </a:lnTo>
                  <a:lnTo>
                    <a:pt x="8730767" y="1438588"/>
                  </a:lnTo>
                  <a:lnTo>
                    <a:pt x="8762582" y="1344867"/>
                  </a:lnTo>
                  <a:lnTo>
                    <a:pt x="8794357" y="1253600"/>
                  </a:lnTo>
                  <a:lnTo>
                    <a:pt x="8826108" y="1165206"/>
                  </a:lnTo>
                  <a:lnTo>
                    <a:pt x="8857865" y="1080045"/>
                  </a:lnTo>
                  <a:lnTo>
                    <a:pt x="8889675" y="998407"/>
                  </a:lnTo>
                  <a:lnTo>
                    <a:pt x="8921604" y="920515"/>
                  </a:lnTo>
                  <a:lnTo>
                    <a:pt x="8953738" y="846522"/>
                  </a:lnTo>
                  <a:lnTo>
                    <a:pt x="8986185" y="776516"/>
                  </a:lnTo>
                  <a:lnTo>
                    <a:pt x="9019084" y="710522"/>
                  </a:lnTo>
                  <a:lnTo>
                    <a:pt x="9052599" y="648510"/>
                  </a:lnTo>
                  <a:lnTo>
                    <a:pt x="9084767" y="593904"/>
                  </a:lnTo>
                  <a:lnTo>
                    <a:pt x="9130407" y="524507"/>
                  </a:lnTo>
                  <a:lnTo>
                    <a:pt x="9178346" y="461458"/>
                  </a:lnTo>
                  <a:lnTo>
                    <a:pt x="9229256" y="404496"/>
                  </a:lnTo>
                  <a:lnTo>
                    <a:pt x="9283874" y="353148"/>
                  </a:lnTo>
                  <a:lnTo>
                    <a:pt x="9342958" y="306856"/>
                  </a:lnTo>
                  <a:lnTo>
                    <a:pt x="9407238" y="265060"/>
                  </a:lnTo>
                  <a:lnTo>
                    <a:pt x="9477361" y="227244"/>
                  </a:lnTo>
                  <a:lnTo>
                    <a:pt x="9553805" y="192967"/>
                  </a:lnTo>
                  <a:lnTo>
                    <a:pt x="9636774" y="161876"/>
                  </a:lnTo>
                  <a:lnTo>
                    <a:pt x="9726059" y="133715"/>
                  </a:lnTo>
                  <a:lnTo>
                    <a:pt x="9820881" y="108327"/>
                  </a:lnTo>
                  <a:lnTo>
                    <a:pt x="9919743" y="85645"/>
                  </a:lnTo>
                  <a:lnTo>
                    <a:pt x="10020329" y="65679"/>
                  </a:lnTo>
                  <a:lnTo>
                    <a:pt x="10119517" y="48483"/>
                  </a:lnTo>
                  <a:lnTo>
                    <a:pt x="10213572" y="34113"/>
                  </a:lnTo>
                  <a:lnTo>
                    <a:pt x="10298546" y="22580"/>
                  </a:lnTo>
                  <a:lnTo>
                    <a:pt x="10370857" y="13801"/>
                  </a:lnTo>
                  <a:lnTo>
                    <a:pt x="10427924" y="7567"/>
                  </a:lnTo>
                  <a:lnTo>
                    <a:pt x="10468700" y="3540"/>
                  </a:lnTo>
                  <a:lnTo>
                    <a:pt x="10493952" y="1277"/>
                  </a:lnTo>
                  <a:lnTo>
                    <a:pt x="10506251" y="273"/>
                  </a:lnTo>
                  <a:lnTo>
                    <a:pt x="10509764" y="10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78" name="pl1078"/>
            <p:cNvSpPr/>
            <p:nvPr/>
          </p:nvSpPr>
          <p:spPr>
            <a:xfrm>
              <a:off x="4799595" y="4816310"/>
              <a:ext cx="11981298" cy="3563427"/>
            </a:xfrm>
            <a:custGeom>
              <a:avLst/>
              <a:pathLst>
                <a:path w="11981298" h="3563427">
                  <a:moveTo>
                    <a:pt x="11981298" y="0"/>
                  </a:moveTo>
                  <a:lnTo>
                    <a:pt x="10509911" y="0"/>
                  </a:lnTo>
                  <a:lnTo>
                    <a:pt x="10508810" y="79"/>
                  </a:lnTo>
                  <a:lnTo>
                    <a:pt x="10501573" y="643"/>
                  </a:lnTo>
                  <a:lnTo>
                    <a:pt x="10483309" y="2204"/>
                  </a:lnTo>
                  <a:lnTo>
                    <a:pt x="10450609" y="5277"/>
                  </a:lnTo>
                  <a:lnTo>
                    <a:pt x="10401773" y="10343"/>
                  </a:lnTo>
                  <a:lnTo>
                    <a:pt x="10336947" y="17799"/>
                  </a:lnTo>
                  <a:lnTo>
                    <a:pt x="10257987" y="27919"/>
                  </a:lnTo>
                  <a:lnTo>
                    <a:pt x="10168046" y="40848"/>
                  </a:lnTo>
                  <a:lnTo>
                    <a:pt x="10070966" y="56619"/>
                  </a:lnTo>
                  <a:lnTo>
                    <a:pt x="9970653" y="75190"/>
                  </a:lnTo>
                  <a:lnTo>
                    <a:pt x="9870576" y="96501"/>
                  </a:lnTo>
                  <a:lnTo>
                    <a:pt x="9773470" y="120515"/>
                  </a:lnTo>
                  <a:lnTo>
                    <a:pt x="9681242" y="147258"/>
                  </a:lnTo>
                  <a:lnTo>
                    <a:pt x="9595015" y="176839"/>
                  </a:lnTo>
                  <a:lnTo>
                    <a:pt x="9515269" y="209464"/>
                  </a:lnTo>
                  <a:lnTo>
                    <a:pt x="9441990" y="245438"/>
                  </a:lnTo>
                  <a:lnTo>
                    <a:pt x="9374823" y="285158"/>
                  </a:lnTo>
                  <a:lnTo>
                    <a:pt x="9313195" y="329105"/>
                  </a:lnTo>
                  <a:lnTo>
                    <a:pt x="9256409" y="377821"/>
                  </a:lnTo>
                  <a:lnTo>
                    <a:pt x="9203716" y="431872"/>
                  </a:lnTo>
                  <a:lnTo>
                    <a:pt x="9154361" y="491788"/>
                  </a:lnTo>
                  <a:lnTo>
                    <a:pt x="9107634" y="557958"/>
                  </a:lnTo>
                  <a:lnTo>
                    <a:pt x="9084767" y="593904"/>
                  </a:lnTo>
                  <a:lnTo>
                    <a:pt x="9050489" y="652258"/>
                  </a:lnTo>
                  <a:lnTo>
                    <a:pt x="9017018" y="714517"/>
                  </a:lnTo>
                  <a:lnTo>
                    <a:pt x="8984152" y="780760"/>
                  </a:lnTo>
                  <a:lnTo>
                    <a:pt x="8951728" y="851016"/>
                  </a:lnTo>
                  <a:lnTo>
                    <a:pt x="8919610" y="925255"/>
                  </a:lnTo>
                  <a:lnTo>
                    <a:pt x="8887691" y="1003386"/>
                  </a:lnTo>
                  <a:lnTo>
                    <a:pt x="8855886" y="1085251"/>
                  </a:lnTo>
                  <a:lnTo>
                    <a:pt x="8824130" y="1170622"/>
                  </a:lnTo>
                  <a:lnTo>
                    <a:pt x="8792378" y="1259206"/>
                  </a:lnTo>
                  <a:lnTo>
                    <a:pt x="8760601" y="1350639"/>
                  </a:lnTo>
                  <a:lnTo>
                    <a:pt x="8728784" y="1444497"/>
                  </a:lnTo>
                  <a:lnTo>
                    <a:pt x="8696923" y="1540299"/>
                  </a:lnTo>
                  <a:lnTo>
                    <a:pt x="8665023" y="1637520"/>
                  </a:lnTo>
                  <a:lnTo>
                    <a:pt x="8633099" y="1735598"/>
                  </a:lnTo>
                  <a:lnTo>
                    <a:pt x="8601165" y="1833953"/>
                  </a:lnTo>
                  <a:lnTo>
                    <a:pt x="8569242" y="1931994"/>
                  </a:lnTo>
                  <a:lnTo>
                    <a:pt x="8537345" y="2029143"/>
                  </a:lnTo>
                  <a:lnTo>
                    <a:pt x="8505486" y="2124839"/>
                  </a:lnTo>
                  <a:lnTo>
                    <a:pt x="8473671" y="2218559"/>
                  </a:lnTo>
                  <a:lnTo>
                    <a:pt x="8441896" y="2309826"/>
                  </a:lnTo>
                  <a:lnTo>
                    <a:pt x="8410146" y="2398220"/>
                  </a:lnTo>
                  <a:lnTo>
                    <a:pt x="8378388" y="2483381"/>
                  </a:lnTo>
                  <a:lnTo>
                    <a:pt x="8346578" y="2565019"/>
                  </a:lnTo>
                  <a:lnTo>
                    <a:pt x="8314649" y="2642911"/>
                  </a:lnTo>
                  <a:lnTo>
                    <a:pt x="8282515" y="2716904"/>
                  </a:lnTo>
                  <a:lnTo>
                    <a:pt x="8250068" y="2786911"/>
                  </a:lnTo>
                  <a:lnTo>
                    <a:pt x="8217170" y="2852904"/>
                  </a:lnTo>
                  <a:lnTo>
                    <a:pt x="8183654" y="2914917"/>
                  </a:lnTo>
                  <a:lnTo>
                    <a:pt x="8151487" y="2969522"/>
                  </a:lnTo>
                  <a:lnTo>
                    <a:pt x="8105846" y="3038919"/>
                  </a:lnTo>
                  <a:lnTo>
                    <a:pt x="8057907" y="3101968"/>
                  </a:lnTo>
                  <a:lnTo>
                    <a:pt x="8006997" y="3158930"/>
                  </a:lnTo>
                  <a:lnTo>
                    <a:pt x="7952379" y="3210278"/>
                  </a:lnTo>
                  <a:lnTo>
                    <a:pt x="7893296" y="3256570"/>
                  </a:lnTo>
                  <a:lnTo>
                    <a:pt x="7829015" y="3298367"/>
                  </a:lnTo>
                  <a:lnTo>
                    <a:pt x="7758893" y="3336183"/>
                  </a:lnTo>
                  <a:lnTo>
                    <a:pt x="7682448" y="3370460"/>
                  </a:lnTo>
                  <a:lnTo>
                    <a:pt x="7599479" y="3401551"/>
                  </a:lnTo>
                  <a:lnTo>
                    <a:pt x="7510194" y="3429711"/>
                  </a:lnTo>
                  <a:lnTo>
                    <a:pt x="7415372" y="3455099"/>
                  </a:lnTo>
                  <a:lnTo>
                    <a:pt x="7316510" y="3477781"/>
                  </a:lnTo>
                  <a:lnTo>
                    <a:pt x="7215924" y="3497747"/>
                  </a:lnTo>
                  <a:lnTo>
                    <a:pt x="7116737" y="3514944"/>
                  </a:lnTo>
                  <a:lnTo>
                    <a:pt x="7022682" y="3529314"/>
                  </a:lnTo>
                  <a:lnTo>
                    <a:pt x="6937707" y="3540847"/>
                  </a:lnTo>
                  <a:lnTo>
                    <a:pt x="6865396" y="3549626"/>
                  </a:lnTo>
                  <a:lnTo>
                    <a:pt x="6808329" y="3555859"/>
                  </a:lnTo>
                  <a:lnTo>
                    <a:pt x="6767553" y="3559886"/>
                  </a:lnTo>
                  <a:lnTo>
                    <a:pt x="6742302" y="3562150"/>
                  </a:lnTo>
                  <a:lnTo>
                    <a:pt x="6730003" y="3563154"/>
                  </a:lnTo>
                  <a:lnTo>
                    <a:pt x="6726489" y="3563417"/>
                  </a:lnTo>
                  <a:lnTo>
                    <a:pt x="6726343" y="3563427"/>
                  </a:lnTo>
                  <a:lnTo>
                    <a:pt x="5254955" y="3563427"/>
                  </a:lnTo>
                  <a:lnTo>
                    <a:pt x="5253722" y="3563411"/>
                  </a:lnTo>
                  <a:lnTo>
                    <a:pt x="5245630" y="3563302"/>
                  </a:lnTo>
                  <a:lnTo>
                    <a:pt x="5225281" y="3563000"/>
                  </a:lnTo>
                  <a:lnTo>
                    <a:pt x="5189027" y="3562406"/>
                  </a:lnTo>
                  <a:lnTo>
                    <a:pt x="5135242" y="3561428"/>
                  </a:lnTo>
                  <a:lnTo>
                    <a:pt x="5064450" y="3559995"/>
                  </a:lnTo>
                  <a:lnTo>
                    <a:pt x="4979098" y="3558058"/>
                  </a:lnTo>
                  <a:lnTo>
                    <a:pt x="4882986" y="3555595"/>
                  </a:lnTo>
                  <a:lnTo>
                    <a:pt x="4780516" y="3552606"/>
                  </a:lnTo>
                  <a:lnTo>
                    <a:pt x="4675956" y="3549100"/>
                  </a:lnTo>
                  <a:lnTo>
                    <a:pt x="4572919" y="3545088"/>
                  </a:lnTo>
                  <a:lnTo>
                    <a:pt x="4474091" y="3540574"/>
                  </a:lnTo>
                  <a:lnTo>
                    <a:pt x="4381202" y="3535545"/>
                  </a:lnTo>
                  <a:lnTo>
                    <a:pt x="4295137" y="3529970"/>
                  </a:lnTo>
                  <a:lnTo>
                    <a:pt x="4216118" y="3523801"/>
                  </a:lnTo>
                  <a:lnTo>
                    <a:pt x="4143894" y="3516967"/>
                  </a:lnTo>
                  <a:lnTo>
                    <a:pt x="4077902" y="3509382"/>
                  </a:lnTo>
                  <a:lnTo>
                    <a:pt x="4017399" y="3500945"/>
                  </a:lnTo>
                  <a:lnTo>
                    <a:pt x="3961553" y="3491545"/>
                  </a:lnTo>
                  <a:lnTo>
                    <a:pt x="3909517" y="3481079"/>
                  </a:lnTo>
                  <a:lnTo>
                    <a:pt x="3860476" y="3469463"/>
                  </a:lnTo>
                  <a:lnTo>
                    <a:pt x="3829811" y="3461264"/>
                  </a:lnTo>
                  <a:lnTo>
                    <a:pt x="3775943" y="3445068"/>
                  </a:lnTo>
                  <a:lnTo>
                    <a:pt x="3723802" y="3427168"/>
                  </a:lnTo>
                  <a:lnTo>
                    <a:pt x="3672715" y="3407543"/>
                  </a:lnTo>
                  <a:lnTo>
                    <a:pt x="3622195" y="3386232"/>
                  </a:lnTo>
                  <a:lnTo>
                    <a:pt x="3571907" y="3363345"/>
                  </a:lnTo>
                  <a:lnTo>
                    <a:pt x="3521643" y="3339065"/>
                  </a:lnTo>
                  <a:lnTo>
                    <a:pt x="3471297" y="3313648"/>
                  </a:lnTo>
                  <a:lnTo>
                    <a:pt x="3420845" y="3287413"/>
                  </a:lnTo>
                  <a:lnTo>
                    <a:pt x="3370318" y="3260727"/>
                  </a:lnTo>
                  <a:lnTo>
                    <a:pt x="3319781" y="3233984"/>
                  </a:lnTo>
                  <a:lnTo>
                    <a:pt x="3269302" y="3207582"/>
                  </a:lnTo>
                  <a:lnTo>
                    <a:pt x="3218925" y="3181899"/>
                  </a:lnTo>
                  <a:lnTo>
                    <a:pt x="3168645" y="3157269"/>
                  </a:lnTo>
                  <a:lnTo>
                    <a:pt x="3118381" y="3133966"/>
                  </a:lnTo>
                  <a:lnTo>
                    <a:pt x="3067955" y="3112194"/>
                  </a:lnTo>
                  <a:lnTo>
                    <a:pt x="3017070" y="3092086"/>
                  </a:lnTo>
                  <a:lnTo>
                    <a:pt x="2965286" y="3073698"/>
                  </a:lnTo>
                  <a:lnTo>
                    <a:pt x="2911988" y="3057026"/>
                  </a:lnTo>
                  <a:lnTo>
                    <a:pt x="2896531" y="3052614"/>
                  </a:lnTo>
                  <a:lnTo>
                    <a:pt x="2849044" y="3040228"/>
                  </a:lnTo>
                  <a:lnTo>
                    <a:pt x="2799046" y="3029020"/>
                  </a:lnTo>
                  <a:lnTo>
                    <a:pt x="2745776" y="3018937"/>
                  </a:lnTo>
                  <a:lnTo>
                    <a:pt x="2688402" y="3009886"/>
                  </a:lnTo>
                  <a:lnTo>
                    <a:pt x="2626075" y="3001758"/>
                  </a:lnTo>
                  <a:lnTo>
                    <a:pt x="2557985" y="2994446"/>
                  </a:lnTo>
                  <a:lnTo>
                    <a:pt x="2483441" y="2987853"/>
                  </a:lnTo>
                  <a:lnTo>
                    <a:pt x="2401971" y="2981898"/>
                  </a:lnTo>
                  <a:lnTo>
                    <a:pt x="2313470" y="2976519"/>
                  </a:lnTo>
                  <a:lnTo>
                    <a:pt x="2218368" y="2971672"/>
                  </a:lnTo>
                  <a:lnTo>
                    <a:pt x="2117827" y="2967333"/>
                  </a:lnTo>
                  <a:lnTo>
                    <a:pt x="2013903" y="2963497"/>
                  </a:lnTo>
                  <a:lnTo>
                    <a:pt x="1909621" y="2960170"/>
                  </a:lnTo>
                  <a:lnTo>
                    <a:pt x="1808864" y="2957364"/>
                  </a:lnTo>
                  <a:lnTo>
                    <a:pt x="1716022" y="2955086"/>
                  </a:lnTo>
                  <a:lnTo>
                    <a:pt x="1635373" y="2953328"/>
                  </a:lnTo>
                  <a:lnTo>
                    <a:pt x="1570327" y="2952061"/>
                  </a:lnTo>
                  <a:lnTo>
                    <a:pt x="1522710" y="2951226"/>
                  </a:lnTo>
                  <a:lnTo>
                    <a:pt x="1492299" y="2950745"/>
                  </a:lnTo>
                  <a:lnTo>
                    <a:pt x="1476738" y="2950522"/>
                  </a:lnTo>
                  <a:lnTo>
                    <a:pt x="1471734" y="2950456"/>
                  </a:lnTo>
                  <a:lnTo>
                    <a:pt x="1471387" y="2950452"/>
                  </a:lnTo>
                  <a:lnTo>
                    <a:pt x="0" y="295045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79" name="pg1079"/>
            <p:cNvSpPr/>
            <p:nvPr/>
          </p:nvSpPr>
          <p:spPr>
            <a:xfrm>
              <a:off x="4799595" y="2944693"/>
              <a:ext cx="11981298" cy="3996596"/>
            </a:xfrm>
            <a:custGeom>
              <a:avLst/>
              <a:pathLst>
                <a:path w="11981298" h="3996596">
                  <a:moveTo>
                    <a:pt x="0" y="3996596"/>
                  </a:moveTo>
                  <a:lnTo>
                    <a:pt x="1471387" y="3996596"/>
                  </a:lnTo>
                  <a:lnTo>
                    <a:pt x="1472475" y="3996513"/>
                  </a:lnTo>
                  <a:lnTo>
                    <a:pt x="1479634" y="3995927"/>
                  </a:lnTo>
                  <a:lnTo>
                    <a:pt x="1497704" y="3994306"/>
                  </a:lnTo>
                  <a:lnTo>
                    <a:pt x="1530074" y="3991115"/>
                  </a:lnTo>
                  <a:lnTo>
                    <a:pt x="1578447" y="3985853"/>
                  </a:lnTo>
                  <a:lnTo>
                    <a:pt x="1642709" y="3978107"/>
                  </a:lnTo>
                  <a:lnTo>
                    <a:pt x="1721057" y="3967587"/>
                  </a:lnTo>
                  <a:lnTo>
                    <a:pt x="1810398" y="3954141"/>
                  </a:lnTo>
                  <a:lnTo>
                    <a:pt x="1906944" y="3937733"/>
                  </a:lnTo>
                  <a:lnTo>
                    <a:pt x="2006826" y="3918403"/>
                  </a:lnTo>
                  <a:lnTo>
                    <a:pt x="2106591" y="3896215"/>
                  </a:lnTo>
                  <a:lnTo>
                    <a:pt x="2203504" y="3871208"/>
                  </a:lnTo>
                  <a:lnTo>
                    <a:pt x="2295645" y="3843360"/>
                  </a:lnTo>
                  <a:lnTo>
                    <a:pt x="2381867" y="3812560"/>
                  </a:lnTo>
                  <a:lnTo>
                    <a:pt x="2461669" y="3778601"/>
                  </a:lnTo>
                  <a:lnTo>
                    <a:pt x="2535042" y="3741172"/>
                  </a:lnTo>
                  <a:lnTo>
                    <a:pt x="2602320" y="3699866"/>
                  </a:lnTo>
                  <a:lnTo>
                    <a:pt x="2664059" y="3654187"/>
                  </a:lnTo>
                  <a:lnTo>
                    <a:pt x="2720944" y="3603577"/>
                  </a:lnTo>
                  <a:lnTo>
                    <a:pt x="2773713" y="3547446"/>
                  </a:lnTo>
                  <a:lnTo>
                    <a:pt x="2823113" y="3485239"/>
                  </a:lnTo>
                  <a:lnTo>
                    <a:pt x="2869851" y="3416537"/>
                  </a:lnTo>
                  <a:lnTo>
                    <a:pt x="2896531" y="3372723"/>
                  </a:lnTo>
                  <a:lnTo>
                    <a:pt x="2930090" y="3312769"/>
                  </a:lnTo>
                  <a:lnTo>
                    <a:pt x="2962872" y="3248887"/>
                  </a:lnTo>
                  <a:lnTo>
                    <a:pt x="2995067" y="3180997"/>
                  </a:lnTo>
                  <a:lnTo>
                    <a:pt x="3026830" y="3109069"/>
                  </a:lnTo>
                  <a:lnTo>
                    <a:pt x="3058289" y="3033128"/>
                  </a:lnTo>
                  <a:lnTo>
                    <a:pt x="3089548" y="2953257"/>
                  </a:lnTo>
                  <a:lnTo>
                    <a:pt x="3120690" y="2869604"/>
                  </a:lnTo>
                  <a:lnTo>
                    <a:pt x="3151776" y="2782384"/>
                  </a:lnTo>
                  <a:lnTo>
                    <a:pt x="3182851" y="2691876"/>
                  </a:lnTo>
                  <a:lnTo>
                    <a:pt x="3213947" y="2598425"/>
                  </a:lnTo>
                  <a:lnTo>
                    <a:pt x="3245079" y="2502439"/>
                  </a:lnTo>
                  <a:lnTo>
                    <a:pt x="3276254" y="2404378"/>
                  </a:lnTo>
                  <a:lnTo>
                    <a:pt x="3307467" y="2304751"/>
                  </a:lnTo>
                  <a:lnTo>
                    <a:pt x="3338708" y="2204102"/>
                  </a:lnTo>
                  <a:lnTo>
                    <a:pt x="3369963" y="2103000"/>
                  </a:lnTo>
                  <a:lnTo>
                    <a:pt x="3401214" y="2002025"/>
                  </a:lnTo>
                  <a:lnTo>
                    <a:pt x="3432445" y="1901751"/>
                  </a:lnTo>
                  <a:lnTo>
                    <a:pt x="3463642" y="1802740"/>
                  </a:lnTo>
                  <a:lnTo>
                    <a:pt x="3494798" y="1705521"/>
                  </a:lnTo>
                  <a:lnTo>
                    <a:pt x="3525913" y="1610583"/>
                  </a:lnTo>
                  <a:lnTo>
                    <a:pt x="3556997" y="1518365"/>
                  </a:lnTo>
                  <a:lnTo>
                    <a:pt x="3588073" y="1429247"/>
                  </a:lnTo>
                  <a:lnTo>
                    <a:pt x="3619176" y="1343546"/>
                  </a:lnTo>
                  <a:lnTo>
                    <a:pt x="3650360" y="1261515"/>
                  </a:lnTo>
                  <a:lnTo>
                    <a:pt x="3681695" y="1183337"/>
                  </a:lnTo>
                  <a:lnTo>
                    <a:pt x="3713272" y="1109134"/>
                  </a:lnTo>
                  <a:lnTo>
                    <a:pt x="3745206" y="1038961"/>
                  </a:lnTo>
                  <a:lnTo>
                    <a:pt x="3777635" y="972820"/>
                  </a:lnTo>
                  <a:lnTo>
                    <a:pt x="3810729" y="910657"/>
                  </a:lnTo>
                  <a:lnTo>
                    <a:pt x="3829811" y="877235"/>
                  </a:lnTo>
                  <a:lnTo>
                    <a:pt x="3875274" y="804600"/>
                  </a:lnTo>
                  <a:lnTo>
                    <a:pt x="3923017" y="738583"/>
                  </a:lnTo>
                  <a:lnTo>
                    <a:pt x="3973702" y="678916"/>
                  </a:lnTo>
                  <a:lnTo>
                    <a:pt x="4028059" y="625107"/>
                  </a:lnTo>
                  <a:lnTo>
                    <a:pt x="4086836" y="576578"/>
                  </a:lnTo>
                  <a:lnTo>
                    <a:pt x="4150757" y="532747"/>
                  </a:lnTo>
                  <a:lnTo>
                    <a:pt x="4220464" y="493077"/>
                  </a:lnTo>
                  <a:lnTo>
                    <a:pt x="4296435" y="457108"/>
                  </a:lnTo>
                  <a:lnTo>
                    <a:pt x="4378881" y="424469"/>
                  </a:lnTo>
                  <a:lnTo>
                    <a:pt x="4467610" y="394893"/>
                  </a:lnTo>
                  <a:lnTo>
                    <a:pt x="4561877" y="368211"/>
                  </a:lnTo>
                  <a:lnTo>
                    <a:pt x="4660232" y="344352"/>
                  </a:lnTo>
                  <a:lnTo>
                    <a:pt x="4760420" y="323323"/>
                  </a:lnTo>
                  <a:lnTo>
                    <a:pt x="4859391" y="305177"/>
                  </a:lnTo>
                  <a:lnTo>
                    <a:pt x="4953474" y="289975"/>
                  </a:lnTo>
                  <a:lnTo>
                    <a:pt x="5038764" y="277733"/>
                  </a:lnTo>
                  <a:lnTo>
                    <a:pt x="5111680" y="268371"/>
                  </a:lnTo>
                  <a:lnTo>
                    <a:pt x="5169590" y="261680"/>
                  </a:lnTo>
                  <a:lnTo>
                    <a:pt x="5211346" y="257318"/>
                  </a:lnTo>
                  <a:lnTo>
                    <a:pt x="5237578" y="254831"/>
                  </a:lnTo>
                  <a:lnTo>
                    <a:pt x="5250702" y="253698"/>
                  </a:lnTo>
                  <a:lnTo>
                    <a:pt x="5254724" y="253379"/>
                  </a:lnTo>
                  <a:lnTo>
                    <a:pt x="5254955" y="253362"/>
                  </a:lnTo>
                  <a:lnTo>
                    <a:pt x="6726343" y="253362"/>
                  </a:lnTo>
                  <a:lnTo>
                    <a:pt x="6727580" y="253356"/>
                  </a:lnTo>
                  <a:lnTo>
                    <a:pt x="6735697" y="253312"/>
                  </a:lnTo>
                  <a:lnTo>
                    <a:pt x="6756106" y="253191"/>
                  </a:lnTo>
                  <a:lnTo>
                    <a:pt x="6792465" y="252953"/>
                  </a:lnTo>
                  <a:lnTo>
                    <a:pt x="6846393" y="252561"/>
                  </a:lnTo>
                  <a:lnTo>
                    <a:pt x="6917356" y="251985"/>
                  </a:lnTo>
                  <a:lnTo>
                    <a:pt x="7002889" y="251208"/>
                  </a:lnTo>
                  <a:lnTo>
                    <a:pt x="7099173" y="250220"/>
                  </a:lnTo>
                  <a:lnTo>
                    <a:pt x="7201791" y="249021"/>
                  </a:lnTo>
                  <a:lnTo>
                    <a:pt x="7306464" y="247615"/>
                  </a:lnTo>
                  <a:lnTo>
                    <a:pt x="7409578" y="246007"/>
                  </a:lnTo>
                  <a:lnTo>
                    <a:pt x="7508447" y="244197"/>
                  </a:lnTo>
                  <a:lnTo>
                    <a:pt x="7601349" y="242180"/>
                  </a:lnTo>
                  <a:lnTo>
                    <a:pt x="7687404" y="239944"/>
                  </a:lnTo>
                  <a:lnTo>
                    <a:pt x="7766399" y="237470"/>
                  </a:lnTo>
                  <a:lnTo>
                    <a:pt x="7838591" y="234729"/>
                  </a:lnTo>
                  <a:lnTo>
                    <a:pt x="7904550" y="231686"/>
                  </a:lnTo>
                  <a:lnTo>
                    <a:pt x="7965023" y="228300"/>
                  </a:lnTo>
                  <a:lnTo>
                    <a:pt x="8020844" y="224529"/>
                  </a:lnTo>
                  <a:lnTo>
                    <a:pt x="8072865" y="220328"/>
                  </a:lnTo>
                  <a:lnTo>
                    <a:pt x="8121901" y="215666"/>
                  </a:lnTo>
                  <a:lnTo>
                    <a:pt x="8151487" y="212497"/>
                  </a:lnTo>
                  <a:lnTo>
                    <a:pt x="8207308" y="205766"/>
                  </a:lnTo>
                  <a:lnTo>
                    <a:pt x="8261302" y="198302"/>
                  </a:lnTo>
                  <a:lnTo>
                    <a:pt x="8314206" y="190097"/>
                  </a:lnTo>
                  <a:lnTo>
                    <a:pt x="8366547" y="181169"/>
                  </a:lnTo>
                  <a:lnTo>
                    <a:pt x="8418678" y="171574"/>
                  </a:lnTo>
                  <a:lnTo>
                    <a:pt x="8470811" y="161398"/>
                  </a:lnTo>
                  <a:lnTo>
                    <a:pt x="8523045" y="150761"/>
                  </a:lnTo>
                  <a:lnTo>
                    <a:pt x="8575389" y="139812"/>
                  </a:lnTo>
                  <a:lnTo>
                    <a:pt x="8627794" y="128718"/>
                  </a:lnTo>
                  <a:lnTo>
                    <a:pt x="8680185" y="117657"/>
                  </a:lnTo>
                  <a:lnTo>
                    <a:pt x="8732492" y="106805"/>
                  </a:lnTo>
                  <a:lnTo>
                    <a:pt x="8784684" y="96322"/>
                  </a:lnTo>
                  <a:lnTo>
                    <a:pt x="8836799" y="86348"/>
                  </a:lnTo>
                  <a:lnTo>
                    <a:pt x="8888976" y="76991"/>
                  </a:lnTo>
                  <a:lnTo>
                    <a:pt x="8941475" y="68325"/>
                  </a:lnTo>
                  <a:lnTo>
                    <a:pt x="8994710" y="60393"/>
                  </a:lnTo>
                  <a:lnTo>
                    <a:pt x="9049279" y="53201"/>
                  </a:lnTo>
                  <a:lnTo>
                    <a:pt x="9084767" y="49037"/>
                  </a:lnTo>
                  <a:lnTo>
                    <a:pt x="9132306" y="44078"/>
                  </a:lnTo>
                  <a:lnTo>
                    <a:pt x="9182363" y="39590"/>
                  </a:lnTo>
                  <a:lnTo>
                    <a:pt x="9235700" y="35554"/>
                  </a:lnTo>
                  <a:lnTo>
                    <a:pt x="9293153" y="31931"/>
                  </a:lnTo>
                  <a:lnTo>
                    <a:pt x="9355573" y="28678"/>
                  </a:lnTo>
                  <a:lnTo>
                    <a:pt x="9423773" y="25752"/>
                  </a:lnTo>
                  <a:lnTo>
                    <a:pt x="9498445" y="23114"/>
                  </a:lnTo>
                  <a:lnTo>
                    <a:pt x="9580059" y="20732"/>
                  </a:lnTo>
                  <a:lnTo>
                    <a:pt x="9668719" y="18580"/>
                  </a:lnTo>
                  <a:lnTo>
                    <a:pt x="9763986" y="16641"/>
                  </a:lnTo>
                  <a:lnTo>
                    <a:pt x="9864686" y="14906"/>
                  </a:lnTo>
                  <a:lnTo>
                    <a:pt x="9968747" y="13372"/>
                  </a:lnTo>
                  <a:lnTo>
                    <a:pt x="10073121" y="12043"/>
                  </a:lnTo>
                  <a:lnTo>
                    <a:pt x="10173903" y="10922"/>
                  </a:lnTo>
                  <a:lnTo>
                    <a:pt x="10266686" y="10013"/>
                  </a:lnTo>
                  <a:lnTo>
                    <a:pt x="10347185" y="9313"/>
                  </a:lnTo>
                  <a:lnTo>
                    <a:pt x="10412001" y="8808"/>
                  </a:lnTo>
                  <a:lnTo>
                    <a:pt x="10459337" y="8477"/>
                  </a:lnTo>
                  <a:lnTo>
                    <a:pt x="10489454" y="8287"/>
                  </a:lnTo>
                  <a:lnTo>
                    <a:pt x="10504760" y="8199"/>
                  </a:lnTo>
                  <a:lnTo>
                    <a:pt x="10509598" y="8174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8674" y="6"/>
                  </a:lnTo>
                  <a:lnTo>
                    <a:pt x="10500556" y="49"/>
                  </a:lnTo>
                  <a:lnTo>
                    <a:pt x="10480147" y="171"/>
                  </a:lnTo>
                  <a:lnTo>
                    <a:pt x="10443789" y="409"/>
                  </a:lnTo>
                  <a:lnTo>
                    <a:pt x="10389861" y="801"/>
                  </a:lnTo>
                  <a:lnTo>
                    <a:pt x="10318898" y="1377"/>
                  </a:lnTo>
                  <a:lnTo>
                    <a:pt x="10233364" y="2154"/>
                  </a:lnTo>
                  <a:lnTo>
                    <a:pt x="10137080" y="3142"/>
                  </a:lnTo>
                  <a:lnTo>
                    <a:pt x="10034462" y="4340"/>
                  </a:lnTo>
                  <a:lnTo>
                    <a:pt x="9929789" y="5746"/>
                  </a:lnTo>
                  <a:lnTo>
                    <a:pt x="9826675" y="7355"/>
                  </a:lnTo>
                  <a:lnTo>
                    <a:pt x="9727806" y="9165"/>
                  </a:lnTo>
                  <a:lnTo>
                    <a:pt x="9634905" y="11182"/>
                  </a:lnTo>
                  <a:lnTo>
                    <a:pt x="9548849" y="13417"/>
                  </a:lnTo>
                  <a:lnTo>
                    <a:pt x="9469855" y="15892"/>
                  </a:lnTo>
                  <a:lnTo>
                    <a:pt x="9397662" y="18633"/>
                  </a:lnTo>
                  <a:lnTo>
                    <a:pt x="9331703" y="21676"/>
                  </a:lnTo>
                  <a:lnTo>
                    <a:pt x="9271230" y="25061"/>
                  </a:lnTo>
                  <a:lnTo>
                    <a:pt x="9215409" y="28833"/>
                  </a:lnTo>
                  <a:lnTo>
                    <a:pt x="9163388" y="33034"/>
                  </a:lnTo>
                  <a:lnTo>
                    <a:pt x="9114352" y="37696"/>
                  </a:lnTo>
                  <a:lnTo>
                    <a:pt x="9084767" y="40864"/>
                  </a:lnTo>
                  <a:lnTo>
                    <a:pt x="9028945" y="47596"/>
                  </a:lnTo>
                  <a:lnTo>
                    <a:pt x="8974952" y="55060"/>
                  </a:lnTo>
                  <a:lnTo>
                    <a:pt x="8922047" y="63265"/>
                  </a:lnTo>
                  <a:lnTo>
                    <a:pt x="8869707" y="72193"/>
                  </a:lnTo>
                  <a:lnTo>
                    <a:pt x="8817576" y="81788"/>
                  </a:lnTo>
                  <a:lnTo>
                    <a:pt x="8765442" y="91964"/>
                  </a:lnTo>
                  <a:lnTo>
                    <a:pt x="8713208" y="102601"/>
                  </a:lnTo>
                  <a:lnTo>
                    <a:pt x="8660864" y="113550"/>
                  </a:lnTo>
                  <a:lnTo>
                    <a:pt x="8608459" y="124644"/>
                  </a:lnTo>
                  <a:lnTo>
                    <a:pt x="8556068" y="135705"/>
                  </a:lnTo>
                  <a:lnTo>
                    <a:pt x="8503761" y="146557"/>
                  </a:lnTo>
                  <a:lnTo>
                    <a:pt x="8451570" y="157040"/>
                  </a:lnTo>
                  <a:lnTo>
                    <a:pt x="8399454" y="167014"/>
                  </a:lnTo>
                  <a:lnTo>
                    <a:pt x="8347277" y="176371"/>
                  </a:lnTo>
                  <a:lnTo>
                    <a:pt x="8294778" y="185037"/>
                  </a:lnTo>
                  <a:lnTo>
                    <a:pt x="8241544" y="192969"/>
                  </a:lnTo>
                  <a:lnTo>
                    <a:pt x="8186975" y="200161"/>
                  </a:lnTo>
                  <a:lnTo>
                    <a:pt x="8151487" y="204324"/>
                  </a:lnTo>
                  <a:lnTo>
                    <a:pt x="8103948" y="209284"/>
                  </a:lnTo>
                  <a:lnTo>
                    <a:pt x="8053891" y="213771"/>
                  </a:lnTo>
                  <a:lnTo>
                    <a:pt x="8000553" y="217808"/>
                  </a:lnTo>
                  <a:lnTo>
                    <a:pt x="7943100" y="221431"/>
                  </a:lnTo>
                  <a:lnTo>
                    <a:pt x="7880680" y="224684"/>
                  </a:lnTo>
                  <a:lnTo>
                    <a:pt x="7812481" y="227610"/>
                  </a:lnTo>
                  <a:lnTo>
                    <a:pt x="7737809" y="230248"/>
                  </a:lnTo>
                  <a:lnTo>
                    <a:pt x="7656194" y="232630"/>
                  </a:lnTo>
                  <a:lnTo>
                    <a:pt x="7567535" y="234782"/>
                  </a:lnTo>
                  <a:lnTo>
                    <a:pt x="7472268" y="236721"/>
                  </a:lnTo>
                  <a:lnTo>
                    <a:pt x="7371567" y="238456"/>
                  </a:lnTo>
                  <a:lnTo>
                    <a:pt x="7267506" y="239990"/>
                  </a:lnTo>
                  <a:lnTo>
                    <a:pt x="7163132" y="241319"/>
                  </a:lnTo>
                  <a:lnTo>
                    <a:pt x="7062350" y="242440"/>
                  </a:lnTo>
                  <a:lnTo>
                    <a:pt x="6969567" y="243349"/>
                  </a:lnTo>
                  <a:lnTo>
                    <a:pt x="6889068" y="244049"/>
                  </a:lnTo>
                  <a:lnTo>
                    <a:pt x="6824252" y="244554"/>
                  </a:lnTo>
                  <a:lnTo>
                    <a:pt x="6776917" y="244885"/>
                  </a:lnTo>
                  <a:lnTo>
                    <a:pt x="6746799" y="245075"/>
                  </a:lnTo>
                  <a:lnTo>
                    <a:pt x="6731493" y="245163"/>
                  </a:lnTo>
                  <a:lnTo>
                    <a:pt x="6726655" y="245188"/>
                  </a:lnTo>
                  <a:lnTo>
                    <a:pt x="6726343" y="245189"/>
                  </a:lnTo>
                  <a:lnTo>
                    <a:pt x="5254955" y="245189"/>
                  </a:lnTo>
                  <a:lnTo>
                    <a:pt x="5253867" y="245272"/>
                  </a:lnTo>
                  <a:lnTo>
                    <a:pt x="5246708" y="245858"/>
                  </a:lnTo>
                  <a:lnTo>
                    <a:pt x="5228638" y="247479"/>
                  </a:lnTo>
                  <a:lnTo>
                    <a:pt x="5196268" y="250670"/>
                  </a:lnTo>
                  <a:lnTo>
                    <a:pt x="5147896" y="255932"/>
                  </a:lnTo>
                  <a:lnTo>
                    <a:pt x="5083633" y="263678"/>
                  </a:lnTo>
                  <a:lnTo>
                    <a:pt x="5005285" y="274198"/>
                  </a:lnTo>
                  <a:lnTo>
                    <a:pt x="4915944" y="287644"/>
                  </a:lnTo>
                  <a:lnTo>
                    <a:pt x="4819398" y="304052"/>
                  </a:lnTo>
                  <a:lnTo>
                    <a:pt x="4719516" y="323382"/>
                  </a:lnTo>
                  <a:lnTo>
                    <a:pt x="4619751" y="345570"/>
                  </a:lnTo>
                  <a:lnTo>
                    <a:pt x="4522838" y="370577"/>
                  </a:lnTo>
                  <a:lnTo>
                    <a:pt x="4430697" y="398426"/>
                  </a:lnTo>
                  <a:lnTo>
                    <a:pt x="4344475" y="429225"/>
                  </a:lnTo>
                  <a:lnTo>
                    <a:pt x="4264673" y="463184"/>
                  </a:lnTo>
                  <a:lnTo>
                    <a:pt x="4191300" y="500613"/>
                  </a:lnTo>
                  <a:lnTo>
                    <a:pt x="4124022" y="541919"/>
                  </a:lnTo>
                  <a:lnTo>
                    <a:pt x="4062283" y="587598"/>
                  </a:lnTo>
                  <a:lnTo>
                    <a:pt x="4005398" y="638209"/>
                  </a:lnTo>
                  <a:lnTo>
                    <a:pt x="3952629" y="694339"/>
                  </a:lnTo>
                  <a:lnTo>
                    <a:pt x="3903229" y="756546"/>
                  </a:lnTo>
                  <a:lnTo>
                    <a:pt x="3856492" y="825248"/>
                  </a:lnTo>
                  <a:lnTo>
                    <a:pt x="3829811" y="869062"/>
                  </a:lnTo>
                  <a:lnTo>
                    <a:pt x="3796252" y="929016"/>
                  </a:lnTo>
                  <a:lnTo>
                    <a:pt x="3763470" y="992898"/>
                  </a:lnTo>
                  <a:lnTo>
                    <a:pt x="3731275" y="1060788"/>
                  </a:lnTo>
                  <a:lnTo>
                    <a:pt x="3699512" y="1132716"/>
                  </a:lnTo>
                  <a:lnTo>
                    <a:pt x="3668053" y="1208657"/>
                  </a:lnTo>
                  <a:lnTo>
                    <a:pt x="3636794" y="1288528"/>
                  </a:lnTo>
                  <a:lnTo>
                    <a:pt x="3605652" y="1372181"/>
                  </a:lnTo>
                  <a:lnTo>
                    <a:pt x="3574567" y="1459401"/>
                  </a:lnTo>
                  <a:lnTo>
                    <a:pt x="3543491" y="1549909"/>
                  </a:lnTo>
                  <a:lnTo>
                    <a:pt x="3512395" y="1643360"/>
                  </a:lnTo>
                  <a:lnTo>
                    <a:pt x="3481263" y="1739346"/>
                  </a:lnTo>
                  <a:lnTo>
                    <a:pt x="3450088" y="1837407"/>
                  </a:lnTo>
                  <a:lnTo>
                    <a:pt x="3418875" y="1937034"/>
                  </a:lnTo>
                  <a:lnTo>
                    <a:pt x="3387634" y="2037683"/>
                  </a:lnTo>
                  <a:lnTo>
                    <a:pt x="3356379" y="2138785"/>
                  </a:lnTo>
                  <a:lnTo>
                    <a:pt x="3325128" y="2239760"/>
                  </a:lnTo>
                  <a:lnTo>
                    <a:pt x="3293898" y="2340034"/>
                  </a:lnTo>
                  <a:lnTo>
                    <a:pt x="3262700" y="2439045"/>
                  </a:lnTo>
                  <a:lnTo>
                    <a:pt x="3231544" y="2536264"/>
                  </a:lnTo>
                  <a:lnTo>
                    <a:pt x="3200429" y="2631202"/>
                  </a:lnTo>
                  <a:lnTo>
                    <a:pt x="3169345" y="2723421"/>
                  </a:lnTo>
                  <a:lnTo>
                    <a:pt x="3138269" y="2812539"/>
                  </a:lnTo>
                  <a:lnTo>
                    <a:pt x="3107166" y="2898239"/>
                  </a:lnTo>
                  <a:lnTo>
                    <a:pt x="3075982" y="2980270"/>
                  </a:lnTo>
                  <a:lnTo>
                    <a:pt x="3044647" y="3058448"/>
                  </a:lnTo>
                  <a:lnTo>
                    <a:pt x="3013070" y="3132652"/>
                  </a:lnTo>
                  <a:lnTo>
                    <a:pt x="2981137" y="3202824"/>
                  </a:lnTo>
                  <a:lnTo>
                    <a:pt x="2948708" y="3268965"/>
                  </a:lnTo>
                  <a:lnTo>
                    <a:pt x="2915613" y="3331128"/>
                  </a:lnTo>
                  <a:lnTo>
                    <a:pt x="2896531" y="3364550"/>
                  </a:lnTo>
                  <a:lnTo>
                    <a:pt x="2851068" y="3437185"/>
                  </a:lnTo>
                  <a:lnTo>
                    <a:pt x="2803325" y="3503202"/>
                  </a:lnTo>
                  <a:lnTo>
                    <a:pt x="2752640" y="3562869"/>
                  </a:lnTo>
                  <a:lnTo>
                    <a:pt x="2698283" y="3616678"/>
                  </a:lnTo>
                  <a:lnTo>
                    <a:pt x="2639506" y="3665207"/>
                  </a:lnTo>
                  <a:lnTo>
                    <a:pt x="2575585" y="3709038"/>
                  </a:lnTo>
                  <a:lnTo>
                    <a:pt x="2505878" y="3748708"/>
                  </a:lnTo>
                  <a:lnTo>
                    <a:pt x="2429907" y="3784677"/>
                  </a:lnTo>
                  <a:lnTo>
                    <a:pt x="2347461" y="3817316"/>
                  </a:lnTo>
                  <a:lnTo>
                    <a:pt x="2258732" y="3846892"/>
                  </a:lnTo>
                  <a:lnTo>
                    <a:pt x="2164465" y="3873574"/>
                  </a:lnTo>
                  <a:lnTo>
                    <a:pt x="2066110" y="3897433"/>
                  </a:lnTo>
                  <a:lnTo>
                    <a:pt x="1965922" y="3918463"/>
                  </a:lnTo>
                  <a:lnTo>
                    <a:pt x="1866951" y="3936609"/>
                  </a:lnTo>
                  <a:lnTo>
                    <a:pt x="1772868" y="3951810"/>
                  </a:lnTo>
                  <a:lnTo>
                    <a:pt x="1687578" y="3964052"/>
                  </a:lnTo>
                  <a:lnTo>
                    <a:pt x="1614662" y="3973414"/>
                  </a:lnTo>
                  <a:lnTo>
                    <a:pt x="1556752" y="3980105"/>
                  </a:lnTo>
                  <a:lnTo>
                    <a:pt x="1514996" y="3984467"/>
                  </a:lnTo>
                  <a:lnTo>
                    <a:pt x="1488764" y="3986954"/>
                  </a:lnTo>
                  <a:lnTo>
                    <a:pt x="1475640" y="3988088"/>
                  </a:lnTo>
                  <a:lnTo>
                    <a:pt x="1471618" y="3988406"/>
                  </a:lnTo>
                  <a:lnTo>
                    <a:pt x="1471387" y="3988423"/>
                  </a:lnTo>
                  <a:lnTo>
                    <a:pt x="0" y="3988423"/>
                  </a:lnTo>
                  <a:close/>
                </a:path>
              </a:pathLst>
            </a:custGeom>
            <a:solidFill>
              <a:srgbClr val="F28E5B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080" name="pl1080"/>
            <p:cNvSpPr/>
            <p:nvPr/>
          </p:nvSpPr>
          <p:spPr>
            <a:xfrm>
              <a:off x="4799595" y="2952866"/>
              <a:ext cx="11981298" cy="3988423"/>
            </a:xfrm>
            <a:custGeom>
              <a:avLst/>
              <a:pathLst>
                <a:path w="11981298" h="3988423">
                  <a:moveTo>
                    <a:pt x="0" y="3988423"/>
                  </a:moveTo>
                  <a:lnTo>
                    <a:pt x="1471387" y="3988423"/>
                  </a:lnTo>
                  <a:lnTo>
                    <a:pt x="1472475" y="3988340"/>
                  </a:lnTo>
                  <a:lnTo>
                    <a:pt x="1479634" y="3987754"/>
                  </a:lnTo>
                  <a:lnTo>
                    <a:pt x="1497704" y="3986133"/>
                  </a:lnTo>
                  <a:lnTo>
                    <a:pt x="1530074" y="3982942"/>
                  </a:lnTo>
                  <a:lnTo>
                    <a:pt x="1578447" y="3977680"/>
                  </a:lnTo>
                  <a:lnTo>
                    <a:pt x="1642709" y="3969934"/>
                  </a:lnTo>
                  <a:lnTo>
                    <a:pt x="1721057" y="3959414"/>
                  </a:lnTo>
                  <a:lnTo>
                    <a:pt x="1810398" y="3945968"/>
                  </a:lnTo>
                  <a:lnTo>
                    <a:pt x="1906944" y="3929560"/>
                  </a:lnTo>
                  <a:lnTo>
                    <a:pt x="2006826" y="3910230"/>
                  </a:lnTo>
                  <a:lnTo>
                    <a:pt x="2106591" y="3888042"/>
                  </a:lnTo>
                  <a:lnTo>
                    <a:pt x="2203504" y="3863035"/>
                  </a:lnTo>
                  <a:lnTo>
                    <a:pt x="2295645" y="3835187"/>
                  </a:lnTo>
                  <a:lnTo>
                    <a:pt x="2381867" y="3804387"/>
                  </a:lnTo>
                  <a:lnTo>
                    <a:pt x="2461669" y="3770428"/>
                  </a:lnTo>
                  <a:lnTo>
                    <a:pt x="2535042" y="3732999"/>
                  </a:lnTo>
                  <a:lnTo>
                    <a:pt x="2602320" y="3691693"/>
                  </a:lnTo>
                  <a:lnTo>
                    <a:pt x="2664059" y="3646014"/>
                  </a:lnTo>
                  <a:lnTo>
                    <a:pt x="2720944" y="3595404"/>
                  </a:lnTo>
                  <a:lnTo>
                    <a:pt x="2773713" y="3539273"/>
                  </a:lnTo>
                  <a:lnTo>
                    <a:pt x="2823113" y="3477066"/>
                  </a:lnTo>
                  <a:lnTo>
                    <a:pt x="2869851" y="3408364"/>
                  </a:lnTo>
                  <a:lnTo>
                    <a:pt x="2896531" y="3364550"/>
                  </a:lnTo>
                  <a:lnTo>
                    <a:pt x="2930090" y="3304596"/>
                  </a:lnTo>
                  <a:lnTo>
                    <a:pt x="2962872" y="3240714"/>
                  </a:lnTo>
                  <a:lnTo>
                    <a:pt x="2995067" y="3172824"/>
                  </a:lnTo>
                  <a:lnTo>
                    <a:pt x="3026830" y="3100896"/>
                  </a:lnTo>
                  <a:lnTo>
                    <a:pt x="3058289" y="3024955"/>
                  </a:lnTo>
                  <a:lnTo>
                    <a:pt x="3089548" y="2945084"/>
                  </a:lnTo>
                  <a:lnTo>
                    <a:pt x="3120690" y="2861431"/>
                  </a:lnTo>
                  <a:lnTo>
                    <a:pt x="3151776" y="2774211"/>
                  </a:lnTo>
                  <a:lnTo>
                    <a:pt x="3182851" y="2683703"/>
                  </a:lnTo>
                  <a:lnTo>
                    <a:pt x="3213947" y="2590252"/>
                  </a:lnTo>
                  <a:lnTo>
                    <a:pt x="3245079" y="2494266"/>
                  </a:lnTo>
                  <a:lnTo>
                    <a:pt x="3276254" y="2396205"/>
                  </a:lnTo>
                  <a:lnTo>
                    <a:pt x="3307467" y="2296578"/>
                  </a:lnTo>
                  <a:lnTo>
                    <a:pt x="3338708" y="2195929"/>
                  </a:lnTo>
                  <a:lnTo>
                    <a:pt x="3369963" y="2094827"/>
                  </a:lnTo>
                  <a:lnTo>
                    <a:pt x="3401214" y="1993852"/>
                  </a:lnTo>
                  <a:lnTo>
                    <a:pt x="3432445" y="1893578"/>
                  </a:lnTo>
                  <a:lnTo>
                    <a:pt x="3463642" y="1794567"/>
                  </a:lnTo>
                  <a:lnTo>
                    <a:pt x="3494798" y="1697348"/>
                  </a:lnTo>
                  <a:lnTo>
                    <a:pt x="3525913" y="1602410"/>
                  </a:lnTo>
                  <a:lnTo>
                    <a:pt x="3556997" y="1510192"/>
                  </a:lnTo>
                  <a:lnTo>
                    <a:pt x="3588073" y="1421074"/>
                  </a:lnTo>
                  <a:lnTo>
                    <a:pt x="3619176" y="1335373"/>
                  </a:lnTo>
                  <a:lnTo>
                    <a:pt x="3650360" y="1253342"/>
                  </a:lnTo>
                  <a:lnTo>
                    <a:pt x="3681695" y="1175164"/>
                  </a:lnTo>
                  <a:lnTo>
                    <a:pt x="3713272" y="1100961"/>
                  </a:lnTo>
                  <a:lnTo>
                    <a:pt x="3745206" y="1030788"/>
                  </a:lnTo>
                  <a:lnTo>
                    <a:pt x="3777635" y="964647"/>
                  </a:lnTo>
                  <a:lnTo>
                    <a:pt x="3810729" y="902484"/>
                  </a:lnTo>
                  <a:lnTo>
                    <a:pt x="3829811" y="869062"/>
                  </a:lnTo>
                  <a:lnTo>
                    <a:pt x="3875274" y="796427"/>
                  </a:lnTo>
                  <a:lnTo>
                    <a:pt x="3923017" y="730410"/>
                  </a:lnTo>
                  <a:lnTo>
                    <a:pt x="3973702" y="670743"/>
                  </a:lnTo>
                  <a:lnTo>
                    <a:pt x="4028059" y="616934"/>
                  </a:lnTo>
                  <a:lnTo>
                    <a:pt x="4086836" y="568405"/>
                  </a:lnTo>
                  <a:lnTo>
                    <a:pt x="4150757" y="524574"/>
                  </a:lnTo>
                  <a:lnTo>
                    <a:pt x="4220464" y="484904"/>
                  </a:lnTo>
                  <a:lnTo>
                    <a:pt x="4296435" y="448935"/>
                  </a:lnTo>
                  <a:lnTo>
                    <a:pt x="4378881" y="416296"/>
                  </a:lnTo>
                  <a:lnTo>
                    <a:pt x="4467610" y="386720"/>
                  </a:lnTo>
                  <a:lnTo>
                    <a:pt x="4561877" y="360038"/>
                  </a:lnTo>
                  <a:lnTo>
                    <a:pt x="4660232" y="336179"/>
                  </a:lnTo>
                  <a:lnTo>
                    <a:pt x="4760420" y="315150"/>
                  </a:lnTo>
                  <a:lnTo>
                    <a:pt x="4859391" y="297004"/>
                  </a:lnTo>
                  <a:lnTo>
                    <a:pt x="4953474" y="281802"/>
                  </a:lnTo>
                  <a:lnTo>
                    <a:pt x="5038764" y="269560"/>
                  </a:lnTo>
                  <a:lnTo>
                    <a:pt x="5111680" y="260198"/>
                  </a:lnTo>
                  <a:lnTo>
                    <a:pt x="5169590" y="253507"/>
                  </a:lnTo>
                  <a:lnTo>
                    <a:pt x="5211346" y="249145"/>
                  </a:lnTo>
                  <a:lnTo>
                    <a:pt x="5237578" y="246658"/>
                  </a:lnTo>
                  <a:lnTo>
                    <a:pt x="5250702" y="245525"/>
                  </a:lnTo>
                  <a:lnTo>
                    <a:pt x="5254724" y="245206"/>
                  </a:lnTo>
                  <a:lnTo>
                    <a:pt x="5254955" y="245189"/>
                  </a:lnTo>
                  <a:lnTo>
                    <a:pt x="6726343" y="245189"/>
                  </a:lnTo>
                  <a:lnTo>
                    <a:pt x="6727580" y="245183"/>
                  </a:lnTo>
                  <a:lnTo>
                    <a:pt x="6735697" y="245139"/>
                  </a:lnTo>
                  <a:lnTo>
                    <a:pt x="6756106" y="245018"/>
                  </a:lnTo>
                  <a:lnTo>
                    <a:pt x="6792465" y="244780"/>
                  </a:lnTo>
                  <a:lnTo>
                    <a:pt x="6846393" y="244388"/>
                  </a:lnTo>
                  <a:lnTo>
                    <a:pt x="6917356" y="243812"/>
                  </a:lnTo>
                  <a:lnTo>
                    <a:pt x="7002889" y="243035"/>
                  </a:lnTo>
                  <a:lnTo>
                    <a:pt x="7099173" y="242047"/>
                  </a:lnTo>
                  <a:lnTo>
                    <a:pt x="7201791" y="240848"/>
                  </a:lnTo>
                  <a:lnTo>
                    <a:pt x="7306464" y="239442"/>
                  </a:lnTo>
                  <a:lnTo>
                    <a:pt x="7409578" y="237834"/>
                  </a:lnTo>
                  <a:lnTo>
                    <a:pt x="7508447" y="236024"/>
                  </a:lnTo>
                  <a:lnTo>
                    <a:pt x="7601349" y="234007"/>
                  </a:lnTo>
                  <a:lnTo>
                    <a:pt x="7687404" y="231771"/>
                  </a:lnTo>
                  <a:lnTo>
                    <a:pt x="7766399" y="229297"/>
                  </a:lnTo>
                  <a:lnTo>
                    <a:pt x="7838591" y="226556"/>
                  </a:lnTo>
                  <a:lnTo>
                    <a:pt x="7904550" y="223513"/>
                  </a:lnTo>
                  <a:lnTo>
                    <a:pt x="7965023" y="220128"/>
                  </a:lnTo>
                  <a:lnTo>
                    <a:pt x="8020844" y="216356"/>
                  </a:lnTo>
                  <a:lnTo>
                    <a:pt x="8072865" y="212155"/>
                  </a:lnTo>
                  <a:lnTo>
                    <a:pt x="8121901" y="207493"/>
                  </a:lnTo>
                  <a:lnTo>
                    <a:pt x="8151487" y="204324"/>
                  </a:lnTo>
                  <a:lnTo>
                    <a:pt x="8207308" y="197593"/>
                  </a:lnTo>
                  <a:lnTo>
                    <a:pt x="8261302" y="190129"/>
                  </a:lnTo>
                  <a:lnTo>
                    <a:pt x="8314206" y="181924"/>
                  </a:lnTo>
                  <a:lnTo>
                    <a:pt x="8366547" y="172996"/>
                  </a:lnTo>
                  <a:lnTo>
                    <a:pt x="8418678" y="163401"/>
                  </a:lnTo>
                  <a:lnTo>
                    <a:pt x="8470811" y="153225"/>
                  </a:lnTo>
                  <a:lnTo>
                    <a:pt x="8523045" y="142588"/>
                  </a:lnTo>
                  <a:lnTo>
                    <a:pt x="8575389" y="131639"/>
                  </a:lnTo>
                  <a:lnTo>
                    <a:pt x="8627794" y="120545"/>
                  </a:lnTo>
                  <a:lnTo>
                    <a:pt x="8680185" y="109484"/>
                  </a:lnTo>
                  <a:lnTo>
                    <a:pt x="8732492" y="98632"/>
                  </a:lnTo>
                  <a:lnTo>
                    <a:pt x="8784684" y="88149"/>
                  </a:lnTo>
                  <a:lnTo>
                    <a:pt x="8836799" y="78175"/>
                  </a:lnTo>
                  <a:lnTo>
                    <a:pt x="8888976" y="68818"/>
                  </a:lnTo>
                  <a:lnTo>
                    <a:pt x="8941475" y="60152"/>
                  </a:lnTo>
                  <a:lnTo>
                    <a:pt x="8994710" y="52220"/>
                  </a:lnTo>
                  <a:lnTo>
                    <a:pt x="9049279" y="45028"/>
                  </a:lnTo>
                  <a:lnTo>
                    <a:pt x="9084767" y="40864"/>
                  </a:lnTo>
                  <a:lnTo>
                    <a:pt x="9132306" y="35905"/>
                  </a:lnTo>
                  <a:lnTo>
                    <a:pt x="9182363" y="31417"/>
                  </a:lnTo>
                  <a:lnTo>
                    <a:pt x="9235700" y="27381"/>
                  </a:lnTo>
                  <a:lnTo>
                    <a:pt x="9293153" y="23758"/>
                  </a:lnTo>
                  <a:lnTo>
                    <a:pt x="9355573" y="20505"/>
                  </a:lnTo>
                  <a:lnTo>
                    <a:pt x="9423773" y="17579"/>
                  </a:lnTo>
                  <a:lnTo>
                    <a:pt x="9498445" y="14941"/>
                  </a:lnTo>
                  <a:lnTo>
                    <a:pt x="9580059" y="12559"/>
                  </a:lnTo>
                  <a:lnTo>
                    <a:pt x="9668719" y="10407"/>
                  </a:lnTo>
                  <a:lnTo>
                    <a:pt x="9763986" y="8468"/>
                  </a:lnTo>
                  <a:lnTo>
                    <a:pt x="9864686" y="6733"/>
                  </a:lnTo>
                  <a:lnTo>
                    <a:pt x="9968747" y="5199"/>
                  </a:lnTo>
                  <a:lnTo>
                    <a:pt x="10073121" y="3870"/>
                  </a:lnTo>
                  <a:lnTo>
                    <a:pt x="10173903" y="2749"/>
                  </a:lnTo>
                  <a:lnTo>
                    <a:pt x="10266686" y="1840"/>
                  </a:lnTo>
                  <a:lnTo>
                    <a:pt x="10347185" y="1140"/>
                  </a:lnTo>
                  <a:lnTo>
                    <a:pt x="10412001" y="635"/>
                  </a:lnTo>
                  <a:lnTo>
                    <a:pt x="10459337" y="304"/>
                  </a:lnTo>
                  <a:lnTo>
                    <a:pt x="10489454" y="114"/>
                  </a:lnTo>
                  <a:lnTo>
                    <a:pt x="10504760" y="26"/>
                  </a:lnTo>
                  <a:lnTo>
                    <a:pt x="10509598" y="1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81" name="pl1081"/>
            <p:cNvSpPr/>
            <p:nvPr/>
          </p:nvSpPr>
          <p:spPr>
            <a:xfrm>
              <a:off x="4799595" y="2944693"/>
              <a:ext cx="11981298" cy="3988423"/>
            </a:xfrm>
            <a:custGeom>
              <a:avLst/>
              <a:pathLst>
                <a:path w="11981298" h="3988423">
                  <a:moveTo>
                    <a:pt x="11981298" y="0"/>
                  </a:moveTo>
                  <a:lnTo>
                    <a:pt x="10509911" y="0"/>
                  </a:lnTo>
                  <a:lnTo>
                    <a:pt x="10508674" y="6"/>
                  </a:lnTo>
                  <a:lnTo>
                    <a:pt x="10500556" y="49"/>
                  </a:lnTo>
                  <a:lnTo>
                    <a:pt x="10480147" y="171"/>
                  </a:lnTo>
                  <a:lnTo>
                    <a:pt x="10443789" y="409"/>
                  </a:lnTo>
                  <a:lnTo>
                    <a:pt x="10389861" y="801"/>
                  </a:lnTo>
                  <a:lnTo>
                    <a:pt x="10318898" y="1377"/>
                  </a:lnTo>
                  <a:lnTo>
                    <a:pt x="10233364" y="2154"/>
                  </a:lnTo>
                  <a:lnTo>
                    <a:pt x="10137080" y="3142"/>
                  </a:lnTo>
                  <a:lnTo>
                    <a:pt x="10034462" y="4340"/>
                  </a:lnTo>
                  <a:lnTo>
                    <a:pt x="9929789" y="5746"/>
                  </a:lnTo>
                  <a:lnTo>
                    <a:pt x="9826675" y="7355"/>
                  </a:lnTo>
                  <a:lnTo>
                    <a:pt x="9727806" y="9165"/>
                  </a:lnTo>
                  <a:lnTo>
                    <a:pt x="9634905" y="11182"/>
                  </a:lnTo>
                  <a:lnTo>
                    <a:pt x="9548849" y="13417"/>
                  </a:lnTo>
                  <a:lnTo>
                    <a:pt x="9469855" y="15892"/>
                  </a:lnTo>
                  <a:lnTo>
                    <a:pt x="9397662" y="18633"/>
                  </a:lnTo>
                  <a:lnTo>
                    <a:pt x="9331703" y="21676"/>
                  </a:lnTo>
                  <a:lnTo>
                    <a:pt x="9271230" y="25061"/>
                  </a:lnTo>
                  <a:lnTo>
                    <a:pt x="9215409" y="28833"/>
                  </a:lnTo>
                  <a:lnTo>
                    <a:pt x="9163388" y="33034"/>
                  </a:lnTo>
                  <a:lnTo>
                    <a:pt x="9114352" y="37696"/>
                  </a:lnTo>
                  <a:lnTo>
                    <a:pt x="9084767" y="40864"/>
                  </a:lnTo>
                  <a:lnTo>
                    <a:pt x="9028945" y="47596"/>
                  </a:lnTo>
                  <a:lnTo>
                    <a:pt x="8974952" y="55060"/>
                  </a:lnTo>
                  <a:lnTo>
                    <a:pt x="8922047" y="63265"/>
                  </a:lnTo>
                  <a:lnTo>
                    <a:pt x="8869707" y="72193"/>
                  </a:lnTo>
                  <a:lnTo>
                    <a:pt x="8817576" y="81788"/>
                  </a:lnTo>
                  <a:lnTo>
                    <a:pt x="8765442" y="91964"/>
                  </a:lnTo>
                  <a:lnTo>
                    <a:pt x="8713208" y="102601"/>
                  </a:lnTo>
                  <a:lnTo>
                    <a:pt x="8660864" y="113550"/>
                  </a:lnTo>
                  <a:lnTo>
                    <a:pt x="8608459" y="124644"/>
                  </a:lnTo>
                  <a:lnTo>
                    <a:pt x="8556068" y="135705"/>
                  </a:lnTo>
                  <a:lnTo>
                    <a:pt x="8503761" y="146557"/>
                  </a:lnTo>
                  <a:lnTo>
                    <a:pt x="8451570" y="157040"/>
                  </a:lnTo>
                  <a:lnTo>
                    <a:pt x="8399454" y="167014"/>
                  </a:lnTo>
                  <a:lnTo>
                    <a:pt x="8347277" y="176371"/>
                  </a:lnTo>
                  <a:lnTo>
                    <a:pt x="8294778" y="185037"/>
                  </a:lnTo>
                  <a:lnTo>
                    <a:pt x="8241544" y="192969"/>
                  </a:lnTo>
                  <a:lnTo>
                    <a:pt x="8186975" y="200161"/>
                  </a:lnTo>
                  <a:lnTo>
                    <a:pt x="8151487" y="204324"/>
                  </a:lnTo>
                  <a:lnTo>
                    <a:pt x="8103948" y="209284"/>
                  </a:lnTo>
                  <a:lnTo>
                    <a:pt x="8053891" y="213771"/>
                  </a:lnTo>
                  <a:lnTo>
                    <a:pt x="8000553" y="217808"/>
                  </a:lnTo>
                  <a:lnTo>
                    <a:pt x="7943100" y="221431"/>
                  </a:lnTo>
                  <a:lnTo>
                    <a:pt x="7880680" y="224684"/>
                  </a:lnTo>
                  <a:lnTo>
                    <a:pt x="7812481" y="227610"/>
                  </a:lnTo>
                  <a:lnTo>
                    <a:pt x="7737809" y="230248"/>
                  </a:lnTo>
                  <a:lnTo>
                    <a:pt x="7656194" y="232630"/>
                  </a:lnTo>
                  <a:lnTo>
                    <a:pt x="7567535" y="234782"/>
                  </a:lnTo>
                  <a:lnTo>
                    <a:pt x="7472268" y="236721"/>
                  </a:lnTo>
                  <a:lnTo>
                    <a:pt x="7371567" y="238456"/>
                  </a:lnTo>
                  <a:lnTo>
                    <a:pt x="7267506" y="239990"/>
                  </a:lnTo>
                  <a:lnTo>
                    <a:pt x="7163132" y="241319"/>
                  </a:lnTo>
                  <a:lnTo>
                    <a:pt x="7062350" y="242440"/>
                  </a:lnTo>
                  <a:lnTo>
                    <a:pt x="6969567" y="243349"/>
                  </a:lnTo>
                  <a:lnTo>
                    <a:pt x="6889068" y="244049"/>
                  </a:lnTo>
                  <a:lnTo>
                    <a:pt x="6824252" y="244554"/>
                  </a:lnTo>
                  <a:lnTo>
                    <a:pt x="6776917" y="244885"/>
                  </a:lnTo>
                  <a:lnTo>
                    <a:pt x="6746799" y="245075"/>
                  </a:lnTo>
                  <a:lnTo>
                    <a:pt x="6731493" y="245163"/>
                  </a:lnTo>
                  <a:lnTo>
                    <a:pt x="6726655" y="245188"/>
                  </a:lnTo>
                  <a:lnTo>
                    <a:pt x="6726343" y="245189"/>
                  </a:lnTo>
                  <a:lnTo>
                    <a:pt x="5254955" y="245189"/>
                  </a:lnTo>
                  <a:lnTo>
                    <a:pt x="5253867" y="245272"/>
                  </a:lnTo>
                  <a:lnTo>
                    <a:pt x="5246708" y="245858"/>
                  </a:lnTo>
                  <a:lnTo>
                    <a:pt x="5228638" y="247479"/>
                  </a:lnTo>
                  <a:lnTo>
                    <a:pt x="5196268" y="250670"/>
                  </a:lnTo>
                  <a:lnTo>
                    <a:pt x="5147896" y="255932"/>
                  </a:lnTo>
                  <a:lnTo>
                    <a:pt x="5083633" y="263678"/>
                  </a:lnTo>
                  <a:lnTo>
                    <a:pt x="5005285" y="274198"/>
                  </a:lnTo>
                  <a:lnTo>
                    <a:pt x="4915944" y="287644"/>
                  </a:lnTo>
                  <a:lnTo>
                    <a:pt x="4819398" y="304052"/>
                  </a:lnTo>
                  <a:lnTo>
                    <a:pt x="4719516" y="323382"/>
                  </a:lnTo>
                  <a:lnTo>
                    <a:pt x="4619751" y="345570"/>
                  </a:lnTo>
                  <a:lnTo>
                    <a:pt x="4522838" y="370577"/>
                  </a:lnTo>
                  <a:lnTo>
                    <a:pt x="4430697" y="398426"/>
                  </a:lnTo>
                  <a:lnTo>
                    <a:pt x="4344475" y="429225"/>
                  </a:lnTo>
                  <a:lnTo>
                    <a:pt x="4264673" y="463184"/>
                  </a:lnTo>
                  <a:lnTo>
                    <a:pt x="4191300" y="500613"/>
                  </a:lnTo>
                  <a:lnTo>
                    <a:pt x="4124022" y="541919"/>
                  </a:lnTo>
                  <a:lnTo>
                    <a:pt x="4062283" y="587598"/>
                  </a:lnTo>
                  <a:lnTo>
                    <a:pt x="4005398" y="638209"/>
                  </a:lnTo>
                  <a:lnTo>
                    <a:pt x="3952629" y="694339"/>
                  </a:lnTo>
                  <a:lnTo>
                    <a:pt x="3903229" y="756546"/>
                  </a:lnTo>
                  <a:lnTo>
                    <a:pt x="3856492" y="825248"/>
                  </a:lnTo>
                  <a:lnTo>
                    <a:pt x="3829811" y="869062"/>
                  </a:lnTo>
                  <a:lnTo>
                    <a:pt x="3796252" y="929016"/>
                  </a:lnTo>
                  <a:lnTo>
                    <a:pt x="3763470" y="992898"/>
                  </a:lnTo>
                  <a:lnTo>
                    <a:pt x="3731275" y="1060788"/>
                  </a:lnTo>
                  <a:lnTo>
                    <a:pt x="3699512" y="1132716"/>
                  </a:lnTo>
                  <a:lnTo>
                    <a:pt x="3668053" y="1208657"/>
                  </a:lnTo>
                  <a:lnTo>
                    <a:pt x="3636794" y="1288528"/>
                  </a:lnTo>
                  <a:lnTo>
                    <a:pt x="3605652" y="1372181"/>
                  </a:lnTo>
                  <a:lnTo>
                    <a:pt x="3574567" y="1459401"/>
                  </a:lnTo>
                  <a:lnTo>
                    <a:pt x="3543491" y="1549909"/>
                  </a:lnTo>
                  <a:lnTo>
                    <a:pt x="3512395" y="1643360"/>
                  </a:lnTo>
                  <a:lnTo>
                    <a:pt x="3481263" y="1739346"/>
                  </a:lnTo>
                  <a:lnTo>
                    <a:pt x="3450088" y="1837407"/>
                  </a:lnTo>
                  <a:lnTo>
                    <a:pt x="3418875" y="1937034"/>
                  </a:lnTo>
                  <a:lnTo>
                    <a:pt x="3387634" y="2037683"/>
                  </a:lnTo>
                  <a:lnTo>
                    <a:pt x="3356379" y="2138785"/>
                  </a:lnTo>
                  <a:lnTo>
                    <a:pt x="3325128" y="2239760"/>
                  </a:lnTo>
                  <a:lnTo>
                    <a:pt x="3293898" y="2340034"/>
                  </a:lnTo>
                  <a:lnTo>
                    <a:pt x="3262700" y="2439045"/>
                  </a:lnTo>
                  <a:lnTo>
                    <a:pt x="3231544" y="2536264"/>
                  </a:lnTo>
                  <a:lnTo>
                    <a:pt x="3200429" y="2631202"/>
                  </a:lnTo>
                  <a:lnTo>
                    <a:pt x="3169345" y="2723421"/>
                  </a:lnTo>
                  <a:lnTo>
                    <a:pt x="3138269" y="2812539"/>
                  </a:lnTo>
                  <a:lnTo>
                    <a:pt x="3107166" y="2898239"/>
                  </a:lnTo>
                  <a:lnTo>
                    <a:pt x="3075982" y="2980270"/>
                  </a:lnTo>
                  <a:lnTo>
                    <a:pt x="3044647" y="3058448"/>
                  </a:lnTo>
                  <a:lnTo>
                    <a:pt x="3013070" y="3132652"/>
                  </a:lnTo>
                  <a:lnTo>
                    <a:pt x="2981137" y="3202824"/>
                  </a:lnTo>
                  <a:lnTo>
                    <a:pt x="2948708" y="3268965"/>
                  </a:lnTo>
                  <a:lnTo>
                    <a:pt x="2915613" y="3331128"/>
                  </a:lnTo>
                  <a:lnTo>
                    <a:pt x="2896531" y="3364550"/>
                  </a:lnTo>
                  <a:lnTo>
                    <a:pt x="2851068" y="3437185"/>
                  </a:lnTo>
                  <a:lnTo>
                    <a:pt x="2803325" y="3503202"/>
                  </a:lnTo>
                  <a:lnTo>
                    <a:pt x="2752640" y="3562869"/>
                  </a:lnTo>
                  <a:lnTo>
                    <a:pt x="2698283" y="3616678"/>
                  </a:lnTo>
                  <a:lnTo>
                    <a:pt x="2639506" y="3665207"/>
                  </a:lnTo>
                  <a:lnTo>
                    <a:pt x="2575585" y="3709038"/>
                  </a:lnTo>
                  <a:lnTo>
                    <a:pt x="2505878" y="3748708"/>
                  </a:lnTo>
                  <a:lnTo>
                    <a:pt x="2429907" y="3784677"/>
                  </a:lnTo>
                  <a:lnTo>
                    <a:pt x="2347461" y="3817316"/>
                  </a:lnTo>
                  <a:lnTo>
                    <a:pt x="2258732" y="3846892"/>
                  </a:lnTo>
                  <a:lnTo>
                    <a:pt x="2164465" y="3873574"/>
                  </a:lnTo>
                  <a:lnTo>
                    <a:pt x="2066110" y="3897433"/>
                  </a:lnTo>
                  <a:lnTo>
                    <a:pt x="1965922" y="3918463"/>
                  </a:lnTo>
                  <a:lnTo>
                    <a:pt x="1866951" y="3936609"/>
                  </a:lnTo>
                  <a:lnTo>
                    <a:pt x="1772868" y="3951810"/>
                  </a:lnTo>
                  <a:lnTo>
                    <a:pt x="1687578" y="3964052"/>
                  </a:lnTo>
                  <a:lnTo>
                    <a:pt x="1614662" y="3973414"/>
                  </a:lnTo>
                  <a:lnTo>
                    <a:pt x="1556752" y="3980105"/>
                  </a:lnTo>
                  <a:lnTo>
                    <a:pt x="1514996" y="3984467"/>
                  </a:lnTo>
                  <a:lnTo>
                    <a:pt x="1488764" y="3986954"/>
                  </a:lnTo>
                  <a:lnTo>
                    <a:pt x="1475640" y="3988088"/>
                  </a:lnTo>
                  <a:lnTo>
                    <a:pt x="1471618" y="3988406"/>
                  </a:lnTo>
                  <a:lnTo>
                    <a:pt x="1471387" y="3988423"/>
                  </a:lnTo>
                  <a:lnTo>
                    <a:pt x="0" y="398842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82" name="pg1082"/>
            <p:cNvSpPr/>
            <p:nvPr/>
          </p:nvSpPr>
          <p:spPr>
            <a:xfrm>
              <a:off x="4799595" y="3230748"/>
              <a:ext cx="11981298" cy="3718714"/>
            </a:xfrm>
            <a:custGeom>
              <a:avLst/>
              <a:pathLst>
                <a:path w="11981298" h="3718714">
                  <a:moveTo>
                    <a:pt x="0" y="3718714"/>
                  </a:moveTo>
                  <a:lnTo>
                    <a:pt x="1471387" y="3718714"/>
                  </a:lnTo>
                  <a:lnTo>
                    <a:pt x="1472477" y="3718632"/>
                  </a:lnTo>
                  <a:lnTo>
                    <a:pt x="1479651" y="3718050"/>
                  </a:lnTo>
                  <a:lnTo>
                    <a:pt x="1497757" y="3716440"/>
                  </a:lnTo>
                  <a:lnTo>
                    <a:pt x="1530187" y="3713269"/>
                  </a:lnTo>
                  <a:lnTo>
                    <a:pt x="1578644" y="3708042"/>
                  </a:lnTo>
                  <a:lnTo>
                    <a:pt x="1643010" y="3700348"/>
                  </a:lnTo>
                  <a:lnTo>
                    <a:pt x="1721471" y="3689900"/>
                  </a:lnTo>
                  <a:lnTo>
                    <a:pt x="1810923" y="3676547"/>
                  </a:lnTo>
                  <a:lnTo>
                    <a:pt x="1907567" y="3660254"/>
                  </a:lnTo>
                  <a:lnTo>
                    <a:pt x="2007529" y="3641060"/>
                  </a:lnTo>
                  <a:lnTo>
                    <a:pt x="2107352" y="3619029"/>
                  </a:lnTo>
                  <a:lnTo>
                    <a:pt x="2204301" y="3594201"/>
                  </a:lnTo>
                  <a:lnTo>
                    <a:pt x="2296458" y="3566551"/>
                  </a:lnTo>
                  <a:lnTo>
                    <a:pt x="2382681" y="3535971"/>
                  </a:lnTo>
                  <a:lnTo>
                    <a:pt x="2462473" y="3502252"/>
                  </a:lnTo>
                  <a:lnTo>
                    <a:pt x="2535829" y="3465085"/>
                  </a:lnTo>
                  <a:lnTo>
                    <a:pt x="2603086" y="3424063"/>
                  </a:lnTo>
                  <a:lnTo>
                    <a:pt x="2664805" y="3378695"/>
                  </a:lnTo>
                  <a:lnTo>
                    <a:pt x="2721671" y="3328424"/>
                  </a:lnTo>
                  <a:lnTo>
                    <a:pt x="2774426" y="3272666"/>
                  </a:lnTo>
                  <a:lnTo>
                    <a:pt x="2823818" y="3210869"/>
                  </a:lnTo>
                  <a:lnTo>
                    <a:pt x="2870553" y="3142620"/>
                  </a:lnTo>
                  <a:lnTo>
                    <a:pt x="2896531" y="3100290"/>
                  </a:lnTo>
                  <a:lnTo>
                    <a:pt x="2930217" y="3040623"/>
                  </a:lnTo>
                  <a:lnTo>
                    <a:pt x="2963122" y="2977032"/>
                  </a:lnTo>
                  <a:lnTo>
                    <a:pt x="2995436" y="2909437"/>
                  </a:lnTo>
                  <a:lnTo>
                    <a:pt x="3027316" y="2837809"/>
                  </a:lnTo>
                  <a:lnTo>
                    <a:pt x="3058893" y="2762172"/>
                  </a:lnTo>
                  <a:lnTo>
                    <a:pt x="3090269" y="2682613"/>
                  </a:lnTo>
                  <a:lnTo>
                    <a:pt x="3121528" y="2599280"/>
                  </a:lnTo>
                  <a:lnTo>
                    <a:pt x="3152733" y="2512389"/>
                  </a:lnTo>
                  <a:lnTo>
                    <a:pt x="3183929" y="2422225"/>
                  </a:lnTo>
                  <a:lnTo>
                    <a:pt x="3215145" y="2329134"/>
                  </a:lnTo>
                  <a:lnTo>
                    <a:pt x="3246399" y="2233527"/>
                  </a:lnTo>
                  <a:lnTo>
                    <a:pt x="3277695" y="2135868"/>
                  </a:lnTo>
                  <a:lnTo>
                    <a:pt x="3309030" y="2036670"/>
                  </a:lnTo>
                  <a:lnTo>
                    <a:pt x="3340393" y="1936478"/>
                  </a:lnTo>
                  <a:lnTo>
                    <a:pt x="3371768" y="1835866"/>
                  </a:lnTo>
                  <a:lnTo>
                    <a:pt x="3403139" y="1735412"/>
                  </a:lnTo>
                  <a:lnTo>
                    <a:pt x="3434488" y="1635695"/>
                  </a:lnTo>
                  <a:lnTo>
                    <a:pt x="3465803" y="1537275"/>
                  </a:lnTo>
                  <a:lnTo>
                    <a:pt x="3497076" y="1440680"/>
                  </a:lnTo>
                  <a:lnTo>
                    <a:pt x="3528308" y="1346398"/>
                  </a:lnTo>
                  <a:lnTo>
                    <a:pt x="3559510" y="1254863"/>
                  </a:lnTo>
                  <a:lnTo>
                    <a:pt x="3590706" y="1166454"/>
                  </a:lnTo>
                  <a:lnTo>
                    <a:pt x="3621934" y="1081483"/>
                  </a:lnTo>
                  <a:lnTo>
                    <a:pt x="3653249" y="1000195"/>
                  </a:lnTo>
                  <a:lnTo>
                    <a:pt x="3684723" y="922771"/>
                  </a:lnTo>
                  <a:lnTo>
                    <a:pt x="3716452" y="849324"/>
                  </a:lnTo>
                  <a:lnTo>
                    <a:pt x="3748552" y="779907"/>
                  </a:lnTo>
                  <a:lnTo>
                    <a:pt x="3781168" y="714514"/>
                  </a:lnTo>
                  <a:lnTo>
                    <a:pt x="3814475" y="653086"/>
                  </a:lnTo>
                  <a:lnTo>
                    <a:pt x="3829811" y="626596"/>
                  </a:lnTo>
                  <a:lnTo>
                    <a:pt x="3875307" y="554547"/>
                  </a:lnTo>
                  <a:lnTo>
                    <a:pt x="3923085" y="489068"/>
                  </a:lnTo>
                  <a:lnTo>
                    <a:pt x="3973812" y="429891"/>
                  </a:lnTo>
                  <a:lnTo>
                    <a:pt x="4028217" y="376529"/>
                  </a:lnTo>
                  <a:lnTo>
                    <a:pt x="4087050" y="328406"/>
                  </a:lnTo>
                  <a:lnTo>
                    <a:pt x="4151038" y="284944"/>
                  </a:lnTo>
                  <a:lnTo>
                    <a:pt x="4220821" y="245611"/>
                  </a:lnTo>
                  <a:lnTo>
                    <a:pt x="4296879" y="209948"/>
                  </a:lnTo>
                  <a:lnTo>
                    <a:pt x="4379421" y="177591"/>
                  </a:lnTo>
                  <a:lnTo>
                    <a:pt x="4468253" y="148272"/>
                  </a:lnTo>
                  <a:lnTo>
                    <a:pt x="4562622" y="121825"/>
                  </a:lnTo>
                  <a:lnTo>
                    <a:pt x="4661070" y="98181"/>
                  </a:lnTo>
                  <a:lnTo>
                    <a:pt x="4761332" y="77345"/>
                  </a:lnTo>
                  <a:lnTo>
                    <a:pt x="4860344" y="59372"/>
                  </a:lnTo>
                  <a:lnTo>
                    <a:pt x="4954423" y="44323"/>
                  </a:lnTo>
                  <a:lnTo>
                    <a:pt x="5039656" y="32211"/>
                  </a:lnTo>
                  <a:lnTo>
                    <a:pt x="5112462" y="22956"/>
                  </a:lnTo>
                  <a:lnTo>
                    <a:pt x="5170218" y="16349"/>
                  </a:lnTo>
                  <a:lnTo>
                    <a:pt x="5211793" y="12050"/>
                  </a:lnTo>
                  <a:lnTo>
                    <a:pt x="5237845" y="9605"/>
                  </a:lnTo>
                  <a:lnTo>
                    <a:pt x="5250815" y="8496"/>
                  </a:lnTo>
                  <a:lnTo>
                    <a:pt x="5254741" y="8188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578" y="8183"/>
                  </a:lnTo>
                  <a:lnTo>
                    <a:pt x="6735688" y="8254"/>
                  </a:lnTo>
                  <a:lnTo>
                    <a:pt x="6756078" y="8452"/>
                  </a:lnTo>
                  <a:lnTo>
                    <a:pt x="6792403" y="8841"/>
                  </a:lnTo>
                  <a:lnTo>
                    <a:pt x="6846285" y="9481"/>
                  </a:lnTo>
                  <a:lnTo>
                    <a:pt x="6917194" y="10419"/>
                  </a:lnTo>
                  <a:lnTo>
                    <a:pt x="7002670" y="11688"/>
                  </a:lnTo>
                  <a:lnTo>
                    <a:pt x="7098899" y="13300"/>
                  </a:lnTo>
                  <a:lnTo>
                    <a:pt x="7201470" y="15256"/>
                  </a:lnTo>
                  <a:lnTo>
                    <a:pt x="7306107" y="17551"/>
                  </a:lnTo>
                  <a:lnTo>
                    <a:pt x="7409197" y="20176"/>
                  </a:lnTo>
                  <a:lnTo>
                    <a:pt x="7508053" y="23130"/>
                  </a:lnTo>
                  <a:lnTo>
                    <a:pt x="7600950" y="26422"/>
                  </a:lnTo>
                  <a:lnTo>
                    <a:pt x="7687008" y="30070"/>
                  </a:lnTo>
                  <a:lnTo>
                    <a:pt x="7766011" y="34108"/>
                  </a:lnTo>
                  <a:lnTo>
                    <a:pt x="7838214" y="38581"/>
                  </a:lnTo>
                  <a:lnTo>
                    <a:pt x="7904183" y="43547"/>
                  </a:lnTo>
                  <a:lnTo>
                    <a:pt x="7964665" y="49071"/>
                  </a:lnTo>
                  <a:lnTo>
                    <a:pt x="8020494" y="55225"/>
                  </a:lnTo>
                  <a:lnTo>
                    <a:pt x="8072520" y="62079"/>
                  </a:lnTo>
                  <a:lnTo>
                    <a:pt x="8121558" y="69685"/>
                  </a:lnTo>
                  <a:lnTo>
                    <a:pt x="8151487" y="74919"/>
                  </a:lnTo>
                  <a:lnTo>
                    <a:pt x="8206649" y="85773"/>
                  </a:lnTo>
                  <a:lnTo>
                    <a:pt x="8260017" y="97796"/>
                  </a:lnTo>
                  <a:lnTo>
                    <a:pt x="8312308" y="111002"/>
                  </a:lnTo>
                  <a:lnTo>
                    <a:pt x="8364033" y="125360"/>
                  </a:lnTo>
                  <a:lnTo>
                    <a:pt x="8415541" y="140788"/>
                  </a:lnTo>
                  <a:lnTo>
                    <a:pt x="8467043" y="157153"/>
                  </a:lnTo>
                  <a:lnTo>
                    <a:pt x="8518639" y="174267"/>
                  </a:lnTo>
                  <a:lnTo>
                    <a:pt x="8570344" y="191901"/>
                  </a:lnTo>
                  <a:lnTo>
                    <a:pt x="8622116" y="209792"/>
                  </a:lnTo>
                  <a:lnTo>
                    <a:pt x="8673882" y="227662"/>
                  </a:lnTo>
                  <a:lnTo>
                    <a:pt x="8725572" y="245232"/>
                  </a:lnTo>
                  <a:lnTo>
                    <a:pt x="8777151" y="262245"/>
                  </a:lnTo>
                  <a:lnTo>
                    <a:pt x="8828644" y="278476"/>
                  </a:lnTo>
                  <a:lnTo>
                    <a:pt x="8880169" y="293747"/>
                  </a:lnTo>
                  <a:lnTo>
                    <a:pt x="8931955" y="307931"/>
                  </a:lnTo>
                  <a:lnTo>
                    <a:pt x="8984374" y="320955"/>
                  </a:lnTo>
                  <a:lnTo>
                    <a:pt x="9037966" y="332796"/>
                  </a:lnTo>
                  <a:lnTo>
                    <a:pt x="9084767" y="341903"/>
                  </a:lnTo>
                  <a:lnTo>
                    <a:pt x="9132289" y="350002"/>
                  </a:lnTo>
                  <a:lnTo>
                    <a:pt x="9182327" y="357329"/>
                  </a:lnTo>
                  <a:lnTo>
                    <a:pt x="9235643" y="363920"/>
                  </a:lnTo>
                  <a:lnTo>
                    <a:pt x="9293071" y="369836"/>
                  </a:lnTo>
                  <a:lnTo>
                    <a:pt x="9355462" y="375148"/>
                  </a:lnTo>
                  <a:lnTo>
                    <a:pt x="9423626" y="379927"/>
                  </a:lnTo>
                  <a:lnTo>
                    <a:pt x="9498257" y="384235"/>
                  </a:lnTo>
                  <a:lnTo>
                    <a:pt x="9579826" y="388126"/>
                  </a:lnTo>
                  <a:lnTo>
                    <a:pt x="9668435" y="391641"/>
                  </a:lnTo>
                  <a:lnTo>
                    <a:pt x="9763649" y="394808"/>
                  </a:lnTo>
                  <a:lnTo>
                    <a:pt x="9864299" y="397642"/>
                  </a:lnTo>
                  <a:lnTo>
                    <a:pt x="9968317" y="400147"/>
                  </a:lnTo>
                  <a:lnTo>
                    <a:pt x="10072662" y="402319"/>
                  </a:lnTo>
                  <a:lnTo>
                    <a:pt x="10173435" y="404151"/>
                  </a:lnTo>
                  <a:lnTo>
                    <a:pt x="10266238" y="405636"/>
                  </a:lnTo>
                  <a:lnTo>
                    <a:pt x="10346785" y="406782"/>
                  </a:lnTo>
                  <a:lnTo>
                    <a:pt x="10411674" y="407607"/>
                  </a:lnTo>
                  <a:lnTo>
                    <a:pt x="10459099" y="408149"/>
                  </a:lnTo>
                  <a:lnTo>
                    <a:pt x="10489310" y="408461"/>
                  </a:lnTo>
                  <a:lnTo>
                    <a:pt x="10504697" y="408605"/>
                  </a:lnTo>
                  <a:lnTo>
                    <a:pt x="10509587" y="408647"/>
                  </a:lnTo>
                  <a:lnTo>
                    <a:pt x="10509911" y="408649"/>
                  </a:lnTo>
                  <a:lnTo>
                    <a:pt x="11981298" y="408649"/>
                  </a:lnTo>
                  <a:lnTo>
                    <a:pt x="11981298" y="400476"/>
                  </a:lnTo>
                  <a:lnTo>
                    <a:pt x="10509911" y="400476"/>
                  </a:lnTo>
                  <a:lnTo>
                    <a:pt x="10508675" y="400466"/>
                  </a:lnTo>
                  <a:lnTo>
                    <a:pt x="10500566" y="400395"/>
                  </a:lnTo>
                  <a:lnTo>
                    <a:pt x="10480176" y="400197"/>
                  </a:lnTo>
                  <a:lnTo>
                    <a:pt x="10443850" y="399808"/>
                  </a:lnTo>
                  <a:lnTo>
                    <a:pt x="10389968" y="399168"/>
                  </a:lnTo>
                  <a:lnTo>
                    <a:pt x="10319059" y="398229"/>
                  </a:lnTo>
                  <a:lnTo>
                    <a:pt x="10233583" y="396961"/>
                  </a:lnTo>
                  <a:lnTo>
                    <a:pt x="10137354" y="395349"/>
                  </a:lnTo>
                  <a:lnTo>
                    <a:pt x="10034783" y="393393"/>
                  </a:lnTo>
                  <a:lnTo>
                    <a:pt x="9930146" y="391098"/>
                  </a:lnTo>
                  <a:lnTo>
                    <a:pt x="9827057" y="388473"/>
                  </a:lnTo>
                  <a:lnTo>
                    <a:pt x="9728200" y="385518"/>
                  </a:lnTo>
                  <a:lnTo>
                    <a:pt x="9635303" y="382227"/>
                  </a:lnTo>
                  <a:lnTo>
                    <a:pt x="9549245" y="378579"/>
                  </a:lnTo>
                  <a:lnTo>
                    <a:pt x="9470242" y="374541"/>
                  </a:lnTo>
                  <a:lnTo>
                    <a:pt x="9398039" y="370068"/>
                  </a:lnTo>
                  <a:lnTo>
                    <a:pt x="9332070" y="365102"/>
                  </a:lnTo>
                  <a:lnTo>
                    <a:pt x="9271588" y="359578"/>
                  </a:lnTo>
                  <a:lnTo>
                    <a:pt x="9215759" y="353424"/>
                  </a:lnTo>
                  <a:lnTo>
                    <a:pt x="9163733" y="346570"/>
                  </a:lnTo>
                  <a:lnTo>
                    <a:pt x="9114695" y="338964"/>
                  </a:lnTo>
                  <a:lnTo>
                    <a:pt x="9084767" y="333730"/>
                  </a:lnTo>
                  <a:lnTo>
                    <a:pt x="9029604" y="322876"/>
                  </a:lnTo>
                  <a:lnTo>
                    <a:pt x="8976236" y="310853"/>
                  </a:lnTo>
                  <a:lnTo>
                    <a:pt x="8923946" y="297647"/>
                  </a:lnTo>
                  <a:lnTo>
                    <a:pt x="8872220" y="283289"/>
                  </a:lnTo>
                  <a:lnTo>
                    <a:pt x="8820712" y="267861"/>
                  </a:lnTo>
                  <a:lnTo>
                    <a:pt x="8769211" y="251496"/>
                  </a:lnTo>
                  <a:lnTo>
                    <a:pt x="8717615" y="234382"/>
                  </a:lnTo>
                  <a:lnTo>
                    <a:pt x="8665909" y="216748"/>
                  </a:lnTo>
                  <a:lnTo>
                    <a:pt x="8614137" y="198857"/>
                  </a:lnTo>
                  <a:lnTo>
                    <a:pt x="8562372" y="180987"/>
                  </a:lnTo>
                  <a:lnTo>
                    <a:pt x="8510681" y="163417"/>
                  </a:lnTo>
                  <a:lnTo>
                    <a:pt x="8459103" y="146404"/>
                  </a:lnTo>
                  <a:lnTo>
                    <a:pt x="8407609" y="130173"/>
                  </a:lnTo>
                  <a:lnTo>
                    <a:pt x="8356085" y="114902"/>
                  </a:lnTo>
                  <a:lnTo>
                    <a:pt x="8304298" y="100718"/>
                  </a:lnTo>
                  <a:lnTo>
                    <a:pt x="8251880" y="87693"/>
                  </a:lnTo>
                  <a:lnTo>
                    <a:pt x="8198287" y="75853"/>
                  </a:lnTo>
                  <a:lnTo>
                    <a:pt x="8151487" y="66746"/>
                  </a:lnTo>
                  <a:lnTo>
                    <a:pt x="8103964" y="58647"/>
                  </a:lnTo>
                  <a:lnTo>
                    <a:pt x="8053926" y="51320"/>
                  </a:lnTo>
                  <a:lnTo>
                    <a:pt x="8000610" y="44729"/>
                  </a:lnTo>
                  <a:lnTo>
                    <a:pt x="7943182" y="38813"/>
                  </a:lnTo>
                  <a:lnTo>
                    <a:pt x="7880792" y="33501"/>
                  </a:lnTo>
                  <a:lnTo>
                    <a:pt x="7812627" y="28722"/>
                  </a:lnTo>
                  <a:lnTo>
                    <a:pt x="7737996" y="24414"/>
                  </a:lnTo>
                  <a:lnTo>
                    <a:pt x="7656428" y="20523"/>
                  </a:lnTo>
                  <a:lnTo>
                    <a:pt x="7567818" y="17008"/>
                  </a:lnTo>
                  <a:lnTo>
                    <a:pt x="7472604" y="13841"/>
                  </a:lnTo>
                  <a:lnTo>
                    <a:pt x="7371954" y="11007"/>
                  </a:lnTo>
                  <a:lnTo>
                    <a:pt x="7267937" y="8502"/>
                  </a:lnTo>
                  <a:lnTo>
                    <a:pt x="7163591" y="6330"/>
                  </a:lnTo>
                  <a:lnTo>
                    <a:pt x="7062818" y="4498"/>
                  </a:lnTo>
                  <a:lnTo>
                    <a:pt x="6970016" y="3012"/>
                  </a:lnTo>
                  <a:lnTo>
                    <a:pt x="6889468" y="1867"/>
                  </a:lnTo>
                  <a:lnTo>
                    <a:pt x="6824580" y="1042"/>
                  </a:lnTo>
                  <a:lnTo>
                    <a:pt x="6777154" y="500"/>
                  </a:lnTo>
                  <a:lnTo>
                    <a:pt x="6746943" y="188"/>
                  </a:lnTo>
                  <a:lnTo>
                    <a:pt x="6731556" y="44"/>
                  </a:lnTo>
                  <a:lnTo>
                    <a:pt x="6726666" y="2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865" y="81"/>
                  </a:lnTo>
                  <a:lnTo>
                    <a:pt x="5246692" y="664"/>
                  </a:lnTo>
                  <a:lnTo>
                    <a:pt x="5228586" y="2274"/>
                  </a:lnTo>
                  <a:lnTo>
                    <a:pt x="5196155" y="5444"/>
                  </a:lnTo>
                  <a:lnTo>
                    <a:pt x="5147698" y="10671"/>
                  </a:lnTo>
                  <a:lnTo>
                    <a:pt x="5083332" y="18365"/>
                  </a:lnTo>
                  <a:lnTo>
                    <a:pt x="5004871" y="28813"/>
                  </a:lnTo>
                  <a:lnTo>
                    <a:pt x="4915419" y="42166"/>
                  </a:lnTo>
                  <a:lnTo>
                    <a:pt x="4818775" y="58459"/>
                  </a:lnTo>
                  <a:lnTo>
                    <a:pt x="4718813" y="77653"/>
                  </a:lnTo>
                  <a:lnTo>
                    <a:pt x="4618990" y="99684"/>
                  </a:lnTo>
                  <a:lnTo>
                    <a:pt x="4522042" y="124512"/>
                  </a:lnTo>
                  <a:lnTo>
                    <a:pt x="4429884" y="152162"/>
                  </a:lnTo>
                  <a:lnTo>
                    <a:pt x="4343661" y="182742"/>
                  </a:lnTo>
                  <a:lnTo>
                    <a:pt x="4263869" y="216461"/>
                  </a:lnTo>
                  <a:lnTo>
                    <a:pt x="4190514" y="253629"/>
                  </a:lnTo>
                  <a:lnTo>
                    <a:pt x="4123256" y="294650"/>
                  </a:lnTo>
                  <a:lnTo>
                    <a:pt x="4061537" y="340018"/>
                  </a:lnTo>
                  <a:lnTo>
                    <a:pt x="4004671" y="390289"/>
                  </a:lnTo>
                  <a:lnTo>
                    <a:pt x="3951916" y="446048"/>
                  </a:lnTo>
                  <a:lnTo>
                    <a:pt x="3902524" y="507844"/>
                  </a:lnTo>
                  <a:lnTo>
                    <a:pt x="3855789" y="576093"/>
                  </a:lnTo>
                  <a:lnTo>
                    <a:pt x="3829811" y="618423"/>
                  </a:lnTo>
                  <a:lnTo>
                    <a:pt x="3796125" y="678090"/>
                  </a:lnTo>
                  <a:lnTo>
                    <a:pt x="3763220" y="741681"/>
                  </a:lnTo>
                  <a:lnTo>
                    <a:pt x="3730906" y="809276"/>
                  </a:lnTo>
                  <a:lnTo>
                    <a:pt x="3699026" y="880904"/>
                  </a:lnTo>
                  <a:lnTo>
                    <a:pt x="3667450" y="956541"/>
                  </a:lnTo>
                  <a:lnTo>
                    <a:pt x="3636073" y="1036101"/>
                  </a:lnTo>
                  <a:lnTo>
                    <a:pt x="3604814" y="1119434"/>
                  </a:lnTo>
                  <a:lnTo>
                    <a:pt x="3573609" y="1206324"/>
                  </a:lnTo>
                  <a:lnTo>
                    <a:pt x="3542414" y="1296488"/>
                  </a:lnTo>
                  <a:lnTo>
                    <a:pt x="3511197" y="1389579"/>
                  </a:lnTo>
                  <a:lnTo>
                    <a:pt x="3479943" y="1485186"/>
                  </a:lnTo>
                  <a:lnTo>
                    <a:pt x="3448647" y="1582845"/>
                  </a:lnTo>
                  <a:lnTo>
                    <a:pt x="3417312" y="1682044"/>
                  </a:lnTo>
                  <a:lnTo>
                    <a:pt x="3385949" y="1782235"/>
                  </a:lnTo>
                  <a:lnTo>
                    <a:pt x="3354574" y="1882848"/>
                  </a:lnTo>
                  <a:lnTo>
                    <a:pt x="3323203" y="1983301"/>
                  </a:lnTo>
                  <a:lnTo>
                    <a:pt x="3291854" y="2083018"/>
                  </a:lnTo>
                  <a:lnTo>
                    <a:pt x="3260539" y="2181438"/>
                  </a:lnTo>
                  <a:lnTo>
                    <a:pt x="3229266" y="2278033"/>
                  </a:lnTo>
                  <a:lnTo>
                    <a:pt x="3198034" y="2372316"/>
                  </a:lnTo>
                  <a:lnTo>
                    <a:pt x="3166832" y="2463850"/>
                  </a:lnTo>
                  <a:lnTo>
                    <a:pt x="3135636" y="2552259"/>
                  </a:lnTo>
                  <a:lnTo>
                    <a:pt x="3104408" y="2637231"/>
                  </a:lnTo>
                  <a:lnTo>
                    <a:pt x="3073094" y="2718518"/>
                  </a:lnTo>
                  <a:lnTo>
                    <a:pt x="3041619" y="2795942"/>
                  </a:lnTo>
                  <a:lnTo>
                    <a:pt x="3009891" y="2869389"/>
                  </a:lnTo>
                  <a:lnTo>
                    <a:pt x="2977790" y="2938806"/>
                  </a:lnTo>
                  <a:lnTo>
                    <a:pt x="2945174" y="3004200"/>
                  </a:lnTo>
                  <a:lnTo>
                    <a:pt x="2911867" y="3065628"/>
                  </a:lnTo>
                  <a:lnTo>
                    <a:pt x="2896531" y="3092117"/>
                  </a:lnTo>
                  <a:lnTo>
                    <a:pt x="2851035" y="3164166"/>
                  </a:lnTo>
                  <a:lnTo>
                    <a:pt x="2803257" y="3229645"/>
                  </a:lnTo>
                  <a:lnTo>
                    <a:pt x="2752530" y="3288822"/>
                  </a:lnTo>
                  <a:lnTo>
                    <a:pt x="2698125" y="3342185"/>
                  </a:lnTo>
                  <a:lnTo>
                    <a:pt x="2639292" y="3390307"/>
                  </a:lnTo>
                  <a:lnTo>
                    <a:pt x="2575304" y="3433769"/>
                  </a:lnTo>
                  <a:lnTo>
                    <a:pt x="2505521" y="3473103"/>
                  </a:lnTo>
                  <a:lnTo>
                    <a:pt x="2429463" y="3508765"/>
                  </a:lnTo>
                  <a:lnTo>
                    <a:pt x="2346921" y="3541123"/>
                  </a:lnTo>
                  <a:lnTo>
                    <a:pt x="2258089" y="3570442"/>
                  </a:lnTo>
                  <a:lnTo>
                    <a:pt x="2163720" y="3596888"/>
                  </a:lnTo>
                  <a:lnTo>
                    <a:pt x="2065272" y="3620532"/>
                  </a:lnTo>
                  <a:lnTo>
                    <a:pt x="1965010" y="3641368"/>
                  </a:lnTo>
                  <a:lnTo>
                    <a:pt x="1865999" y="3659341"/>
                  </a:lnTo>
                  <a:lnTo>
                    <a:pt x="1771919" y="3674391"/>
                  </a:lnTo>
                  <a:lnTo>
                    <a:pt x="1686686" y="3686503"/>
                  </a:lnTo>
                  <a:lnTo>
                    <a:pt x="1613880" y="3695758"/>
                  </a:lnTo>
                  <a:lnTo>
                    <a:pt x="1556125" y="3702364"/>
                  </a:lnTo>
                  <a:lnTo>
                    <a:pt x="1514549" y="3706663"/>
                  </a:lnTo>
                  <a:lnTo>
                    <a:pt x="1488498" y="3709109"/>
                  </a:lnTo>
                  <a:lnTo>
                    <a:pt x="1475527" y="3710218"/>
                  </a:lnTo>
                  <a:lnTo>
                    <a:pt x="1471601" y="3710525"/>
                  </a:lnTo>
                  <a:lnTo>
                    <a:pt x="1471387" y="3710541"/>
                  </a:lnTo>
                  <a:lnTo>
                    <a:pt x="0" y="3710541"/>
                  </a:lnTo>
                  <a:close/>
                </a:path>
              </a:pathLst>
            </a:custGeom>
            <a:solidFill>
              <a:srgbClr val="F28E5B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083" name="pl1083"/>
            <p:cNvSpPr/>
            <p:nvPr/>
          </p:nvSpPr>
          <p:spPr>
            <a:xfrm>
              <a:off x="4799595" y="3238921"/>
              <a:ext cx="11981298" cy="3710541"/>
            </a:xfrm>
            <a:custGeom>
              <a:avLst/>
              <a:pathLst>
                <a:path w="11981298" h="3710541">
                  <a:moveTo>
                    <a:pt x="0" y="3710541"/>
                  </a:moveTo>
                  <a:lnTo>
                    <a:pt x="1471387" y="3710541"/>
                  </a:lnTo>
                  <a:lnTo>
                    <a:pt x="1472477" y="3710459"/>
                  </a:lnTo>
                  <a:lnTo>
                    <a:pt x="1479651" y="3709877"/>
                  </a:lnTo>
                  <a:lnTo>
                    <a:pt x="1497757" y="3708267"/>
                  </a:lnTo>
                  <a:lnTo>
                    <a:pt x="1530187" y="3705096"/>
                  </a:lnTo>
                  <a:lnTo>
                    <a:pt x="1578644" y="3699869"/>
                  </a:lnTo>
                  <a:lnTo>
                    <a:pt x="1643010" y="3692175"/>
                  </a:lnTo>
                  <a:lnTo>
                    <a:pt x="1721471" y="3681727"/>
                  </a:lnTo>
                  <a:lnTo>
                    <a:pt x="1810923" y="3668374"/>
                  </a:lnTo>
                  <a:lnTo>
                    <a:pt x="1907567" y="3652081"/>
                  </a:lnTo>
                  <a:lnTo>
                    <a:pt x="2007529" y="3632887"/>
                  </a:lnTo>
                  <a:lnTo>
                    <a:pt x="2107352" y="3610856"/>
                  </a:lnTo>
                  <a:lnTo>
                    <a:pt x="2204301" y="3586028"/>
                  </a:lnTo>
                  <a:lnTo>
                    <a:pt x="2296458" y="3558378"/>
                  </a:lnTo>
                  <a:lnTo>
                    <a:pt x="2382681" y="3527798"/>
                  </a:lnTo>
                  <a:lnTo>
                    <a:pt x="2462473" y="3494079"/>
                  </a:lnTo>
                  <a:lnTo>
                    <a:pt x="2535829" y="3456912"/>
                  </a:lnTo>
                  <a:lnTo>
                    <a:pt x="2603086" y="3415890"/>
                  </a:lnTo>
                  <a:lnTo>
                    <a:pt x="2664805" y="3370522"/>
                  </a:lnTo>
                  <a:lnTo>
                    <a:pt x="2721671" y="3320251"/>
                  </a:lnTo>
                  <a:lnTo>
                    <a:pt x="2774426" y="3264493"/>
                  </a:lnTo>
                  <a:lnTo>
                    <a:pt x="2823818" y="3202696"/>
                  </a:lnTo>
                  <a:lnTo>
                    <a:pt x="2870553" y="3134447"/>
                  </a:lnTo>
                  <a:lnTo>
                    <a:pt x="2896531" y="3092117"/>
                  </a:lnTo>
                  <a:lnTo>
                    <a:pt x="2930217" y="3032450"/>
                  </a:lnTo>
                  <a:lnTo>
                    <a:pt x="2963122" y="2968859"/>
                  </a:lnTo>
                  <a:lnTo>
                    <a:pt x="2995436" y="2901264"/>
                  </a:lnTo>
                  <a:lnTo>
                    <a:pt x="3027316" y="2829636"/>
                  </a:lnTo>
                  <a:lnTo>
                    <a:pt x="3058893" y="2753999"/>
                  </a:lnTo>
                  <a:lnTo>
                    <a:pt x="3090269" y="2674440"/>
                  </a:lnTo>
                  <a:lnTo>
                    <a:pt x="3121528" y="2591107"/>
                  </a:lnTo>
                  <a:lnTo>
                    <a:pt x="3152733" y="2504216"/>
                  </a:lnTo>
                  <a:lnTo>
                    <a:pt x="3183929" y="2414052"/>
                  </a:lnTo>
                  <a:lnTo>
                    <a:pt x="3215145" y="2320961"/>
                  </a:lnTo>
                  <a:lnTo>
                    <a:pt x="3246399" y="2225354"/>
                  </a:lnTo>
                  <a:lnTo>
                    <a:pt x="3277695" y="2127695"/>
                  </a:lnTo>
                  <a:lnTo>
                    <a:pt x="3309030" y="2028497"/>
                  </a:lnTo>
                  <a:lnTo>
                    <a:pt x="3340393" y="1928305"/>
                  </a:lnTo>
                  <a:lnTo>
                    <a:pt x="3371768" y="1827693"/>
                  </a:lnTo>
                  <a:lnTo>
                    <a:pt x="3403139" y="1727239"/>
                  </a:lnTo>
                  <a:lnTo>
                    <a:pt x="3434488" y="1627522"/>
                  </a:lnTo>
                  <a:lnTo>
                    <a:pt x="3465803" y="1529102"/>
                  </a:lnTo>
                  <a:lnTo>
                    <a:pt x="3497076" y="1432507"/>
                  </a:lnTo>
                  <a:lnTo>
                    <a:pt x="3528308" y="1338225"/>
                  </a:lnTo>
                  <a:lnTo>
                    <a:pt x="3559510" y="1246690"/>
                  </a:lnTo>
                  <a:lnTo>
                    <a:pt x="3590706" y="1158281"/>
                  </a:lnTo>
                  <a:lnTo>
                    <a:pt x="3621934" y="1073310"/>
                  </a:lnTo>
                  <a:lnTo>
                    <a:pt x="3653249" y="992022"/>
                  </a:lnTo>
                  <a:lnTo>
                    <a:pt x="3684723" y="914598"/>
                  </a:lnTo>
                  <a:lnTo>
                    <a:pt x="3716452" y="841151"/>
                  </a:lnTo>
                  <a:lnTo>
                    <a:pt x="3748552" y="771734"/>
                  </a:lnTo>
                  <a:lnTo>
                    <a:pt x="3781168" y="706341"/>
                  </a:lnTo>
                  <a:lnTo>
                    <a:pt x="3814475" y="644913"/>
                  </a:lnTo>
                  <a:lnTo>
                    <a:pt x="3829811" y="618423"/>
                  </a:lnTo>
                  <a:lnTo>
                    <a:pt x="3875307" y="546374"/>
                  </a:lnTo>
                  <a:lnTo>
                    <a:pt x="3923085" y="480895"/>
                  </a:lnTo>
                  <a:lnTo>
                    <a:pt x="3973812" y="421718"/>
                  </a:lnTo>
                  <a:lnTo>
                    <a:pt x="4028217" y="368356"/>
                  </a:lnTo>
                  <a:lnTo>
                    <a:pt x="4087050" y="320233"/>
                  </a:lnTo>
                  <a:lnTo>
                    <a:pt x="4151038" y="276771"/>
                  </a:lnTo>
                  <a:lnTo>
                    <a:pt x="4220821" y="237438"/>
                  </a:lnTo>
                  <a:lnTo>
                    <a:pt x="4296879" y="201775"/>
                  </a:lnTo>
                  <a:lnTo>
                    <a:pt x="4379421" y="169418"/>
                  </a:lnTo>
                  <a:lnTo>
                    <a:pt x="4468253" y="140099"/>
                  </a:lnTo>
                  <a:lnTo>
                    <a:pt x="4562622" y="113652"/>
                  </a:lnTo>
                  <a:lnTo>
                    <a:pt x="4661070" y="90008"/>
                  </a:lnTo>
                  <a:lnTo>
                    <a:pt x="4761332" y="69172"/>
                  </a:lnTo>
                  <a:lnTo>
                    <a:pt x="4860344" y="51199"/>
                  </a:lnTo>
                  <a:lnTo>
                    <a:pt x="4954423" y="36150"/>
                  </a:lnTo>
                  <a:lnTo>
                    <a:pt x="5039656" y="24038"/>
                  </a:lnTo>
                  <a:lnTo>
                    <a:pt x="5112462" y="14783"/>
                  </a:lnTo>
                  <a:lnTo>
                    <a:pt x="5170218" y="8176"/>
                  </a:lnTo>
                  <a:lnTo>
                    <a:pt x="5211793" y="3877"/>
                  </a:lnTo>
                  <a:lnTo>
                    <a:pt x="5237845" y="1432"/>
                  </a:lnTo>
                  <a:lnTo>
                    <a:pt x="5250815" y="323"/>
                  </a:lnTo>
                  <a:lnTo>
                    <a:pt x="5254741" y="15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578" y="10"/>
                  </a:lnTo>
                  <a:lnTo>
                    <a:pt x="6735688" y="81"/>
                  </a:lnTo>
                  <a:lnTo>
                    <a:pt x="6756078" y="279"/>
                  </a:lnTo>
                  <a:lnTo>
                    <a:pt x="6792403" y="668"/>
                  </a:lnTo>
                  <a:lnTo>
                    <a:pt x="6846285" y="1308"/>
                  </a:lnTo>
                  <a:lnTo>
                    <a:pt x="6917194" y="2246"/>
                  </a:lnTo>
                  <a:lnTo>
                    <a:pt x="7002670" y="3515"/>
                  </a:lnTo>
                  <a:lnTo>
                    <a:pt x="7098899" y="5127"/>
                  </a:lnTo>
                  <a:lnTo>
                    <a:pt x="7201470" y="7083"/>
                  </a:lnTo>
                  <a:lnTo>
                    <a:pt x="7306107" y="9378"/>
                  </a:lnTo>
                  <a:lnTo>
                    <a:pt x="7409197" y="12003"/>
                  </a:lnTo>
                  <a:lnTo>
                    <a:pt x="7508053" y="14957"/>
                  </a:lnTo>
                  <a:lnTo>
                    <a:pt x="7600950" y="18249"/>
                  </a:lnTo>
                  <a:lnTo>
                    <a:pt x="7687008" y="21897"/>
                  </a:lnTo>
                  <a:lnTo>
                    <a:pt x="7766011" y="25935"/>
                  </a:lnTo>
                  <a:lnTo>
                    <a:pt x="7838214" y="30408"/>
                  </a:lnTo>
                  <a:lnTo>
                    <a:pt x="7904183" y="35374"/>
                  </a:lnTo>
                  <a:lnTo>
                    <a:pt x="7964665" y="40898"/>
                  </a:lnTo>
                  <a:lnTo>
                    <a:pt x="8020494" y="47052"/>
                  </a:lnTo>
                  <a:lnTo>
                    <a:pt x="8072520" y="53906"/>
                  </a:lnTo>
                  <a:lnTo>
                    <a:pt x="8121558" y="61512"/>
                  </a:lnTo>
                  <a:lnTo>
                    <a:pt x="8151487" y="66746"/>
                  </a:lnTo>
                  <a:lnTo>
                    <a:pt x="8206649" y="77600"/>
                  </a:lnTo>
                  <a:lnTo>
                    <a:pt x="8260017" y="89623"/>
                  </a:lnTo>
                  <a:lnTo>
                    <a:pt x="8312308" y="102829"/>
                  </a:lnTo>
                  <a:lnTo>
                    <a:pt x="8364033" y="117187"/>
                  </a:lnTo>
                  <a:lnTo>
                    <a:pt x="8415541" y="132615"/>
                  </a:lnTo>
                  <a:lnTo>
                    <a:pt x="8467043" y="148980"/>
                  </a:lnTo>
                  <a:lnTo>
                    <a:pt x="8518639" y="166094"/>
                  </a:lnTo>
                  <a:lnTo>
                    <a:pt x="8570344" y="183728"/>
                  </a:lnTo>
                  <a:lnTo>
                    <a:pt x="8622116" y="201619"/>
                  </a:lnTo>
                  <a:lnTo>
                    <a:pt x="8673882" y="219489"/>
                  </a:lnTo>
                  <a:lnTo>
                    <a:pt x="8725572" y="237059"/>
                  </a:lnTo>
                  <a:lnTo>
                    <a:pt x="8777151" y="254072"/>
                  </a:lnTo>
                  <a:lnTo>
                    <a:pt x="8828644" y="270303"/>
                  </a:lnTo>
                  <a:lnTo>
                    <a:pt x="8880169" y="285574"/>
                  </a:lnTo>
                  <a:lnTo>
                    <a:pt x="8931955" y="299758"/>
                  </a:lnTo>
                  <a:lnTo>
                    <a:pt x="8984374" y="312782"/>
                  </a:lnTo>
                  <a:lnTo>
                    <a:pt x="9037966" y="324623"/>
                  </a:lnTo>
                  <a:lnTo>
                    <a:pt x="9084767" y="333730"/>
                  </a:lnTo>
                  <a:lnTo>
                    <a:pt x="9132289" y="341829"/>
                  </a:lnTo>
                  <a:lnTo>
                    <a:pt x="9182327" y="349156"/>
                  </a:lnTo>
                  <a:lnTo>
                    <a:pt x="9235643" y="355747"/>
                  </a:lnTo>
                  <a:lnTo>
                    <a:pt x="9293071" y="361663"/>
                  </a:lnTo>
                  <a:lnTo>
                    <a:pt x="9355462" y="366975"/>
                  </a:lnTo>
                  <a:lnTo>
                    <a:pt x="9423626" y="371754"/>
                  </a:lnTo>
                  <a:lnTo>
                    <a:pt x="9498257" y="376062"/>
                  </a:lnTo>
                  <a:lnTo>
                    <a:pt x="9579826" y="379953"/>
                  </a:lnTo>
                  <a:lnTo>
                    <a:pt x="9668435" y="383468"/>
                  </a:lnTo>
                  <a:lnTo>
                    <a:pt x="9763649" y="386635"/>
                  </a:lnTo>
                  <a:lnTo>
                    <a:pt x="9864299" y="389469"/>
                  </a:lnTo>
                  <a:lnTo>
                    <a:pt x="9968317" y="391974"/>
                  </a:lnTo>
                  <a:lnTo>
                    <a:pt x="10072662" y="394146"/>
                  </a:lnTo>
                  <a:lnTo>
                    <a:pt x="10173435" y="395978"/>
                  </a:lnTo>
                  <a:lnTo>
                    <a:pt x="10266238" y="397463"/>
                  </a:lnTo>
                  <a:lnTo>
                    <a:pt x="10346785" y="398609"/>
                  </a:lnTo>
                  <a:lnTo>
                    <a:pt x="10411674" y="399434"/>
                  </a:lnTo>
                  <a:lnTo>
                    <a:pt x="10459099" y="399976"/>
                  </a:lnTo>
                  <a:lnTo>
                    <a:pt x="10489310" y="400288"/>
                  </a:lnTo>
                  <a:lnTo>
                    <a:pt x="10504697" y="400432"/>
                  </a:lnTo>
                  <a:lnTo>
                    <a:pt x="10509587" y="400474"/>
                  </a:lnTo>
                  <a:lnTo>
                    <a:pt x="10509911" y="400476"/>
                  </a:lnTo>
                  <a:lnTo>
                    <a:pt x="11981298" y="40047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84" name="pl1084"/>
            <p:cNvSpPr/>
            <p:nvPr/>
          </p:nvSpPr>
          <p:spPr>
            <a:xfrm>
              <a:off x="4799595" y="3230748"/>
              <a:ext cx="11981298" cy="3710541"/>
            </a:xfrm>
            <a:custGeom>
              <a:avLst/>
              <a:pathLst>
                <a:path w="11981298" h="3710541">
                  <a:moveTo>
                    <a:pt x="11981298" y="400476"/>
                  </a:moveTo>
                  <a:lnTo>
                    <a:pt x="10509911" y="400476"/>
                  </a:lnTo>
                  <a:lnTo>
                    <a:pt x="10508675" y="400466"/>
                  </a:lnTo>
                  <a:lnTo>
                    <a:pt x="10500566" y="400395"/>
                  </a:lnTo>
                  <a:lnTo>
                    <a:pt x="10480176" y="400197"/>
                  </a:lnTo>
                  <a:lnTo>
                    <a:pt x="10443850" y="399808"/>
                  </a:lnTo>
                  <a:lnTo>
                    <a:pt x="10389968" y="399168"/>
                  </a:lnTo>
                  <a:lnTo>
                    <a:pt x="10319059" y="398229"/>
                  </a:lnTo>
                  <a:lnTo>
                    <a:pt x="10233583" y="396961"/>
                  </a:lnTo>
                  <a:lnTo>
                    <a:pt x="10137354" y="395349"/>
                  </a:lnTo>
                  <a:lnTo>
                    <a:pt x="10034783" y="393393"/>
                  </a:lnTo>
                  <a:lnTo>
                    <a:pt x="9930146" y="391098"/>
                  </a:lnTo>
                  <a:lnTo>
                    <a:pt x="9827057" y="388473"/>
                  </a:lnTo>
                  <a:lnTo>
                    <a:pt x="9728200" y="385518"/>
                  </a:lnTo>
                  <a:lnTo>
                    <a:pt x="9635303" y="382227"/>
                  </a:lnTo>
                  <a:lnTo>
                    <a:pt x="9549245" y="378579"/>
                  </a:lnTo>
                  <a:lnTo>
                    <a:pt x="9470242" y="374541"/>
                  </a:lnTo>
                  <a:lnTo>
                    <a:pt x="9398039" y="370068"/>
                  </a:lnTo>
                  <a:lnTo>
                    <a:pt x="9332070" y="365102"/>
                  </a:lnTo>
                  <a:lnTo>
                    <a:pt x="9271588" y="359578"/>
                  </a:lnTo>
                  <a:lnTo>
                    <a:pt x="9215759" y="353424"/>
                  </a:lnTo>
                  <a:lnTo>
                    <a:pt x="9163733" y="346570"/>
                  </a:lnTo>
                  <a:lnTo>
                    <a:pt x="9114695" y="338964"/>
                  </a:lnTo>
                  <a:lnTo>
                    <a:pt x="9084767" y="333730"/>
                  </a:lnTo>
                  <a:lnTo>
                    <a:pt x="9029604" y="322876"/>
                  </a:lnTo>
                  <a:lnTo>
                    <a:pt x="8976236" y="310853"/>
                  </a:lnTo>
                  <a:lnTo>
                    <a:pt x="8923946" y="297647"/>
                  </a:lnTo>
                  <a:lnTo>
                    <a:pt x="8872220" y="283289"/>
                  </a:lnTo>
                  <a:lnTo>
                    <a:pt x="8820712" y="267861"/>
                  </a:lnTo>
                  <a:lnTo>
                    <a:pt x="8769211" y="251496"/>
                  </a:lnTo>
                  <a:lnTo>
                    <a:pt x="8717615" y="234382"/>
                  </a:lnTo>
                  <a:lnTo>
                    <a:pt x="8665909" y="216748"/>
                  </a:lnTo>
                  <a:lnTo>
                    <a:pt x="8614137" y="198857"/>
                  </a:lnTo>
                  <a:lnTo>
                    <a:pt x="8562372" y="180987"/>
                  </a:lnTo>
                  <a:lnTo>
                    <a:pt x="8510681" y="163417"/>
                  </a:lnTo>
                  <a:lnTo>
                    <a:pt x="8459103" y="146404"/>
                  </a:lnTo>
                  <a:lnTo>
                    <a:pt x="8407609" y="130173"/>
                  </a:lnTo>
                  <a:lnTo>
                    <a:pt x="8356085" y="114902"/>
                  </a:lnTo>
                  <a:lnTo>
                    <a:pt x="8304298" y="100718"/>
                  </a:lnTo>
                  <a:lnTo>
                    <a:pt x="8251880" y="87693"/>
                  </a:lnTo>
                  <a:lnTo>
                    <a:pt x="8198287" y="75853"/>
                  </a:lnTo>
                  <a:lnTo>
                    <a:pt x="8151487" y="66746"/>
                  </a:lnTo>
                  <a:lnTo>
                    <a:pt x="8103964" y="58647"/>
                  </a:lnTo>
                  <a:lnTo>
                    <a:pt x="8053926" y="51320"/>
                  </a:lnTo>
                  <a:lnTo>
                    <a:pt x="8000610" y="44729"/>
                  </a:lnTo>
                  <a:lnTo>
                    <a:pt x="7943182" y="38813"/>
                  </a:lnTo>
                  <a:lnTo>
                    <a:pt x="7880792" y="33501"/>
                  </a:lnTo>
                  <a:lnTo>
                    <a:pt x="7812627" y="28722"/>
                  </a:lnTo>
                  <a:lnTo>
                    <a:pt x="7737996" y="24414"/>
                  </a:lnTo>
                  <a:lnTo>
                    <a:pt x="7656428" y="20523"/>
                  </a:lnTo>
                  <a:lnTo>
                    <a:pt x="7567818" y="17008"/>
                  </a:lnTo>
                  <a:lnTo>
                    <a:pt x="7472604" y="13841"/>
                  </a:lnTo>
                  <a:lnTo>
                    <a:pt x="7371954" y="11007"/>
                  </a:lnTo>
                  <a:lnTo>
                    <a:pt x="7267937" y="8502"/>
                  </a:lnTo>
                  <a:lnTo>
                    <a:pt x="7163591" y="6330"/>
                  </a:lnTo>
                  <a:lnTo>
                    <a:pt x="7062818" y="4498"/>
                  </a:lnTo>
                  <a:lnTo>
                    <a:pt x="6970016" y="3012"/>
                  </a:lnTo>
                  <a:lnTo>
                    <a:pt x="6889468" y="1867"/>
                  </a:lnTo>
                  <a:lnTo>
                    <a:pt x="6824580" y="1042"/>
                  </a:lnTo>
                  <a:lnTo>
                    <a:pt x="6777154" y="500"/>
                  </a:lnTo>
                  <a:lnTo>
                    <a:pt x="6746943" y="188"/>
                  </a:lnTo>
                  <a:lnTo>
                    <a:pt x="6731556" y="44"/>
                  </a:lnTo>
                  <a:lnTo>
                    <a:pt x="6726666" y="2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865" y="81"/>
                  </a:lnTo>
                  <a:lnTo>
                    <a:pt x="5246692" y="664"/>
                  </a:lnTo>
                  <a:lnTo>
                    <a:pt x="5228586" y="2274"/>
                  </a:lnTo>
                  <a:lnTo>
                    <a:pt x="5196155" y="5444"/>
                  </a:lnTo>
                  <a:lnTo>
                    <a:pt x="5147698" y="10671"/>
                  </a:lnTo>
                  <a:lnTo>
                    <a:pt x="5083332" y="18365"/>
                  </a:lnTo>
                  <a:lnTo>
                    <a:pt x="5004871" y="28813"/>
                  </a:lnTo>
                  <a:lnTo>
                    <a:pt x="4915419" y="42166"/>
                  </a:lnTo>
                  <a:lnTo>
                    <a:pt x="4818775" y="58459"/>
                  </a:lnTo>
                  <a:lnTo>
                    <a:pt x="4718813" y="77653"/>
                  </a:lnTo>
                  <a:lnTo>
                    <a:pt x="4618990" y="99684"/>
                  </a:lnTo>
                  <a:lnTo>
                    <a:pt x="4522042" y="124512"/>
                  </a:lnTo>
                  <a:lnTo>
                    <a:pt x="4429884" y="152162"/>
                  </a:lnTo>
                  <a:lnTo>
                    <a:pt x="4343661" y="182742"/>
                  </a:lnTo>
                  <a:lnTo>
                    <a:pt x="4263869" y="216461"/>
                  </a:lnTo>
                  <a:lnTo>
                    <a:pt x="4190514" y="253629"/>
                  </a:lnTo>
                  <a:lnTo>
                    <a:pt x="4123256" y="294650"/>
                  </a:lnTo>
                  <a:lnTo>
                    <a:pt x="4061537" y="340018"/>
                  </a:lnTo>
                  <a:lnTo>
                    <a:pt x="4004671" y="390289"/>
                  </a:lnTo>
                  <a:lnTo>
                    <a:pt x="3951916" y="446048"/>
                  </a:lnTo>
                  <a:lnTo>
                    <a:pt x="3902524" y="507844"/>
                  </a:lnTo>
                  <a:lnTo>
                    <a:pt x="3855789" y="576093"/>
                  </a:lnTo>
                  <a:lnTo>
                    <a:pt x="3829811" y="618423"/>
                  </a:lnTo>
                  <a:lnTo>
                    <a:pt x="3796125" y="678090"/>
                  </a:lnTo>
                  <a:lnTo>
                    <a:pt x="3763220" y="741681"/>
                  </a:lnTo>
                  <a:lnTo>
                    <a:pt x="3730906" y="809276"/>
                  </a:lnTo>
                  <a:lnTo>
                    <a:pt x="3699026" y="880904"/>
                  </a:lnTo>
                  <a:lnTo>
                    <a:pt x="3667450" y="956541"/>
                  </a:lnTo>
                  <a:lnTo>
                    <a:pt x="3636073" y="1036101"/>
                  </a:lnTo>
                  <a:lnTo>
                    <a:pt x="3604814" y="1119434"/>
                  </a:lnTo>
                  <a:lnTo>
                    <a:pt x="3573609" y="1206324"/>
                  </a:lnTo>
                  <a:lnTo>
                    <a:pt x="3542414" y="1296488"/>
                  </a:lnTo>
                  <a:lnTo>
                    <a:pt x="3511197" y="1389579"/>
                  </a:lnTo>
                  <a:lnTo>
                    <a:pt x="3479943" y="1485186"/>
                  </a:lnTo>
                  <a:lnTo>
                    <a:pt x="3448647" y="1582845"/>
                  </a:lnTo>
                  <a:lnTo>
                    <a:pt x="3417312" y="1682044"/>
                  </a:lnTo>
                  <a:lnTo>
                    <a:pt x="3385949" y="1782235"/>
                  </a:lnTo>
                  <a:lnTo>
                    <a:pt x="3354574" y="1882848"/>
                  </a:lnTo>
                  <a:lnTo>
                    <a:pt x="3323203" y="1983301"/>
                  </a:lnTo>
                  <a:lnTo>
                    <a:pt x="3291854" y="2083018"/>
                  </a:lnTo>
                  <a:lnTo>
                    <a:pt x="3260539" y="2181438"/>
                  </a:lnTo>
                  <a:lnTo>
                    <a:pt x="3229266" y="2278033"/>
                  </a:lnTo>
                  <a:lnTo>
                    <a:pt x="3198034" y="2372316"/>
                  </a:lnTo>
                  <a:lnTo>
                    <a:pt x="3166832" y="2463850"/>
                  </a:lnTo>
                  <a:lnTo>
                    <a:pt x="3135636" y="2552259"/>
                  </a:lnTo>
                  <a:lnTo>
                    <a:pt x="3104408" y="2637231"/>
                  </a:lnTo>
                  <a:lnTo>
                    <a:pt x="3073094" y="2718518"/>
                  </a:lnTo>
                  <a:lnTo>
                    <a:pt x="3041619" y="2795942"/>
                  </a:lnTo>
                  <a:lnTo>
                    <a:pt x="3009891" y="2869389"/>
                  </a:lnTo>
                  <a:lnTo>
                    <a:pt x="2977790" y="2938806"/>
                  </a:lnTo>
                  <a:lnTo>
                    <a:pt x="2945174" y="3004200"/>
                  </a:lnTo>
                  <a:lnTo>
                    <a:pt x="2911867" y="3065628"/>
                  </a:lnTo>
                  <a:lnTo>
                    <a:pt x="2896531" y="3092117"/>
                  </a:lnTo>
                  <a:lnTo>
                    <a:pt x="2851035" y="3164166"/>
                  </a:lnTo>
                  <a:lnTo>
                    <a:pt x="2803257" y="3229645"/>
                  </a:lnTo>
                  <a:lnTo>
                    <a:pt x="2752530" y="3288822"/>
                  </a:lnTo>
                  <a:lnTo>
                    <a:pt x="2698125" y="3342185"/>
                  </a:lnTo>
                  <a:lnTo>
                    <a:pt x="2639292" y="3390307"/>
                  </a:lnTo>
                  <a:lnTo>
                    <a:pt x="2575304" y="3433769"/>
                  </a:lnTo>
                  <a:lnTo>
                    <a:pt x="2505521" y="3473103"/>
                  </a:lnTo>
                  <a:lnTo>
                    <a:pt x="2429463" y="3508765"/>
                  </a:lnTo>
                  <a:lnTo>
                    <a:pt x="2346921" y="3541123"/>
                  </a:lnTo>
                  <a:lnTo>
                    <a:pt x="2258089" y="3570442"/>
                  </a:lnTo>
                  <a:lnTo>
                    <a:pt x="2163720" y="3596888"/>
                  </a:lnTo>
                  <a:lnTo>
                    <a:pt x="2065272" y="3620532"/>
                  </a:lnTo>
                  <a:lnTo>
                    <a:pt x="1965010" y="3641368"/>
                  </a:lnTo>
                  <a:lnTo>
                    <a:pt x="1865999" y="3659341"/>
                  </a:lnTo>
                  <a:lnTo>
                    <a:pt x="1771919" y="3674391"/>
                  </a:lnTo>
                  <a:lnTo>
                    <a:pt x="1686686" y="3686503"/>
                  </a:lnTo>
                  <a:lnTo>
                    <a:pt x="1613880" y="3695758"/>
                  </a:lnTo>
                  <a:lnTo>
                    <a:pt x="1556125" y="3702364"/>
                  </a:lnTo>
                  <a:lnTo>
                    <a:pt x="1514549" y="3706663"/>
                  </a:lnTo>
                  <a:lnTo>
                    <a:pt x="1488498" y="3709109"/>
                  </a:lnTo>
                  <a:lnTo>
                    <a:pt x="1475527" y="3710218"/>
                  </a:lnTo>
                  <a:lnTo>
                    <a:pt x="1471601" y="3710525"/>
                  </a:lnTo>
                  <a:lnTo>
                    <a:pt x="1471387" y="3710541"/>
                  </a:lnTo>
                  <a:lnTo>
                    <a:pt x="0" y="371054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85" name="pg1085"/>
            <p:cNvSpPr/>
            <p:nvPr/>
          </p:nvSpPr>
          <p:spPr>
            <a:xfrm>
              <a:off x="4799595" y="3238921"/>
              <a:ext cx="11981298" cy="3718714"/>
            </a:xfrm>
            <a:custGeom>
              <a:avLst/>
              <a:pathLst>
                <a:path w="11981298" h="3718714">
                  <a:moveTo>
                    <a:pt x="0" y="3718714"/>
                  </a:moveTo>
                  <a:lnTo>
                    <a:pt x="1471387" y="3718714"/>
                  </a:lnTo>
                  <a:lnTo>
                    <a:pt x="1472477" y="3718632"/>
                  </a:lnTo>
                  <a:lnTo>
                    <a:pt x="1479651" y="3718050"/>
                  </a:lnTo>
                  <a:lnTo>
                    <a:pt x="1497757" y="3716440"/>
                  </a:lnTo>
                  <a:lnTo>
                    <a:pt x="1530187" y="3713269"/>
                  </a:lnTo>
                  <a:lnTo>
                    <a:pt x="1578644" y="3708042"/>
                  </a:lnTo>
                  <a:lnTo>
                    <a:pt x="1643010" y="3700348"/>
                  </a:lnTo>
                  <a:lnTo>
                    <a:pt x="1721471" y="3689900"/>
                  </a:lnTo>
                  <a:lnTo>
                    <a:pt x="1810923" y="3676547"/>
                  </a:lnTo>
                  <a:lnTo>
                    <a:pt x="1907567" y="3660254"/>
                  </a:lnTo>
                  <a:lnTo>
                    <a:pt x="2007529" y="3641060"/>
                  </a:lnTo>
                  <a:lnTo>
                    <a:pt x="2107352" y="3619029"/>
                  </a:lnTo>
                  <a:lnTo>
                    <a:pt x="2204301" y="3594201"/>
                  </a:lnTo>
                  <a:lnTo>
                    <a:pt x="2296458" y="3566551"/>
                  </a:lnTo>
                  <a:lnTo>
                    <a:pt x="2382681" y="3535971"/>
                  </a:lnTo>
                  <a:lnTo>
                    <a:pt x="2462473" y="3502252"/>
                  </a:lnTo>
                  <a:lnTo>
                    <a:pt x="2535829" y="3465085"/>
                  </a:lnTo>
                  <a:lnTo>
                    <a:pt x="2603086" y="3424063"/>
                  </a:lnTo>
                  <a:lnTo>
                    <a:pt x="2664805" y="3378695"/>
                  </a:lnTo>
                  <a:lnTo>
                    <a:pt x="2721671" y="3328424"/>
                  </a:lnTo>
                  <a:lnTo>
                    <a:pt x="2774426" y="3272666"/>
                  </a:lnTo>
                  <a:lnTo>
                    <a:pt x="2823818" y="3210869"/>
                  </a:lnTo>
                  <a:lnTo>
                    <a:pt x="2870553" y="3142620"/>
                  </a:lnTo>
                  <a:lnTo>
                    <a:pt x="2896531" y="3100290"/>
                  </a:lnTo>
                  <a:lnTo>
                    <a:pt x="2930217" y="3040623"/>
                  </a:lnTo>
                  <a:lnTo>
                    <a:pt x="2963122" y="2977032"/>
                  </a:lnTo>
                  <a:lnTo>
                    <a:pt x="2995436" y="2909437"/>
                  </a:lnTo>
                  <a:lnTo>
                    <a:pt x="3027316" y="2837809"/>
                  </a:lnTo>
                  <a:lnTo>
                    <a:pt x="3058893" y="2762172"/>
                  </a:lnTo>
                  <a:lnTo>
                    <a:pt x="3090269" y="2682613"/>
                  </a:lnTo>
                  <a:lnTo>
                    <a:pt x="3121528" y="2599280"/>
                  </a:lnTo>
                  <a:lnTo>
                    <a:pt x="3152733" y="2512389"/>
                  </a:lnTo>
                  <a:lnTo>
                    <a:pt x="3183929" y="2422225"/>
                  </a:lnTo>
                  <a:lnTo>
                    <a:pt x="3215145" y="2329134"/>
                  </a:lnTo>
                  <a:lnTo>
                    <a:pt x="3246399" y="2233527"/>
                  </a:lnTo>
                  <a:lnTo>
                    <a:pt x="3277695" y="2135868"/>
                  </a:lnTo>
                  <a:lnTo>
                    <a:pt x="3309030" y="2036670"/>
                  </a:lnTo>
                  <a:lnTo>
                    <a:pt x="3340393" y="1936478"/>
                  </a:lnTo>
                  <a:lnTo>
                    <a:pt x="3371768" y="1835866"/>
                  </a:lnTo>
                  <a:lnTo>
                    <a:pt x="3403139" y="1735412"/>
                  </a:lnTo>
                  <a:lnTo>
                    <a:pt x="3434488" y="1635695"/>
                  </a:lnTo>
                  <a:lnTo>
                    <a:pt x="3465803" y="1537275"/>
                  </a:lnTo>
                  <a:lnTo>
                    <a:pt x="3497076" y="1440680"/>
                  </a:lnTo>
                  <a:lnTo>
                    <a:pt x="3528308" y="1346398"/>
                  </a:lnTo>
                  <a:lnTo>
                    <a:pt x="3559510" y="1254863"/>
                  </a:lnTo>
                  <a:lnTo>
                    <a:pt x="3590706" y="1166454"/>
                  </a:lnTo>
                  <a:lnTo>
                    <a:pt x="3621934" y="1081483"/>
                  </a:lnTo>
                  <a:lnTo>
                    <a:pt x="3653249" y="1000195"/>
                  </a:lnTo>
                  <a:lnTo>
                    <a:pt x="3684723" y="922771"/>
                  </a:lnTo>
                  <a:lnTo>
                    <a:pt x="3716452" y="849324"/>
                  </a:lnTo>
                  <a:lnTo>
                    <a:pt x="3748552" y="779907"/>
                  </a:lnTo>
                  <a:lnTo>
                    <a:pt x="3781168" y="714514"/>
                  </a:lnTo>
                  <a:lnTo>
                    <a:pt x="3814475" y="653086"/>
                  </a:lnTo>
                  <a:lnTo>
                    <a:pt x="3829811" y="626596"/>
                  </a:lnTo>
                  <a:lnTo>
                    <a:pt x="3875307" y="554547"/>
                  </a:lnTo>
                  <a:lnTo>
                    <a:pt x="3923085" y="489068"/>
                  </a:lnTo>
                  <a:lnTo>
                    <a:pt x="3973812" y="429891"/>
                  </a:lnTo>
                  <a:lnTo>
                    <a:pt x="4028217" y="376529"/>
                  </a:lnTo>
                  <a:lnTo>
                    <a:pt x="4087050" y="328406"/>
                  </a:lnTo>
                  <a:lnTo>
                    <a:pt x="4151038" y="284944"/>
                  </a:lnTo>
                  <a:lnTo>
                    <a:pt x="4220821" y="245611"/>
                  </a:lnTo>
                  <a:lnTo>
                    <a:pt x="4296879" y="209948"/>
                  </a:lnTo>
                  <a:lnTo>
                    <a:pt x="4379421" y="177591"/>
                  </a:lnTo>
                  <a:lnTo>
                    <a:pt x="4468253" y="148272"/>
                  </a:lnTo>
                  <a:lnTo>
                    <a:pt x="4562622" y="121825"/>
                  </a:lnTo>
                  <a:lnTo>
                    <a:pt x="4661070" y="98181"/>
                  </a:lnTo>
                  <a:lnTo>
                    <a:pt x="4761332" y="77345"/>
                  </a:lnTo>
                  <a:lnTo>
                    <a:pt x="4860344" y="59372"/>
                  </a:lnTo>
                  <a:lnTo>
                    <a:pt x="4954423" y="44323"/>
                  </a:lnTo>
                  <a:lnTo>
                    <a:pt x="5039656" y="32211"/>
                  </a:lnTo>
                  <a:lnTo>
                    <a:pt x="5112462" y="22956"/>
                  </a:lnTo>
                  <a:lnTo>
                    <a:pt x="5170218" y="16349"/>
                  </a:lnTo>
                  <a:lnTo>
                    <a:pt x="5211793" y="12050"/>
                  </a:lnTo>
                  <a:lnTo>
                    <a:pt x="5237845" y="9605"/>
                  </a:lnTo>
                  <a:lnTo>
                    <a:pt x="5250815" y="8496"/>
                  </a:lnTo>
                  <a:lnTo>
                    <a:pt x="5254741" y="8188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577" y="8186"/>
                  </a:lnTo>
                  <a:lnTo>
                    <a:pt x="6735674" y="8286"/>
                  </a:lnTo>
                  <a:lnTo>
                    <a:pt x="6756035" y="8560"/>
                  </a:lnTo>
                  <a:lnTo>
                    <a:pt x="6792312" y="9099"/>
                  </a:lnTo>
                  <a:lnTo>
                    <a:pt x="6846127" y="9986"/>
                  </a:lnTo>
                  <a:lnTo>
                    <a:pt x="6916955" y="11286"/>
                  </a:lnTo>
                  <a:lnTo>
                    <a:pt x="7002346" y="13044"/>
                  </a:lnTo>
                  <a:lnTo>
                    <a:pt x="7098494" y="15278"/>
                  </a:lnTo>
                  <a:lnTo>
                    <a:pt x="7200995" y="17990"/>
                  </a:lnTo>
                  <a:lnTo>
                    <a:pt x="7305579" y="21170"/>
                  </a:lnTo>
                  <a:lnTo>
                    <a:pt x="7408632" y="24809"/>
                  </a:lnTo>
                  <a:lnTo>
                    <a:pt x="7507469" y="28904"/>
                  </a:lnTo>
                  <a:lnTo>
                    <a:pt x="7600361" y="33466"/>
                  </a:lnTo>
                  <a:lnTo>
                    <a:pt x="7686424" y="38523"/>
                  </a:lnTo>
                  <a:lnTo>
                    <a:pt x="7765437" y="44120"/>
                  </a:lnTo>
                  <a:lnTo>
                    <a:pt x="7837655" y="50320"/>
                  </a:lnTo>
                  <a:lnTo>
                    <a:pt x="7903640" y="57201"/>
                  </a:lnTo>
                  <a:lnTo>
                    <a:pt x="7964137" y="64856"/>
                  </a:lnTo>
                  <a:lnTo>
                    <a:pt x="8019977" y="73384"/>
                  </a:lnTo>
                  <a:lnTo>
                    <a:pt x="8072010" y="82880"/>
                  </a:lnTo>
                  <a:lnTo>
                    <a:pt x="8121050" y="93419"/>
                  </a:lnTo>
                  <a:lnTo>
                    <a:pt x="8151487" y="100800"/>
                  </a:lnTo>
                  <a:lnTo>
                    <a:pt x="8205740" y="115597"/>
                  </a:lnTo>
                  <a:lnTo>
                    <a:pt x="8258247" y="131962"/>
                  </a:lnTo>
                  <a:lnTo>
                    <a:pt x="8309692" y="149913"/>
                  </a:lnTo>
                  <a:lnTo>
                    <a:pt x="8360571" y="169414"/>
                  </a:lnTo>
                  <a:lnTo>
                    <a:pt x="8411222" y="190361"/>
                  </a:lnTo>
                  <a:lnTo>
                    <a:pt x="8461854" y="212582"/>
                  </a:lnTo>
                  <a:lnTo>
                    <a:pt x="8512572" y="235837"/>
                  </a:lnTo>
                  <a:lnTo>
                    <a:pt x="8563397" y="259828"/>
                  </a:lnTo>
                  <a:lnTo>
                    <a:pt x="8614295" y="284214"/>
                  </a:lnTo>
                  <a:lnTo>
                    <a:pt x="8665198" y="308627"/>
                  </a:lnTo>
                  <a:lnTo>
                    <a:pt x="8716038" y="332700"/>
                  </a:lnTo>
                  <a:lnTo>
                    <a:pt x="8766773" y="356086"/>
                  </a:lnTo>
                  <a:lnTo>
                    <a:pt x="8817414" y="378479"/>
                  </a:lnTo>
                  <a:lnTo>
                    <a:pt x="8868051" y="399631"/>
                  </a:lnTo>
                  <a:lnTo>
                    <a:pt x="8918877" y="419358"/>
                  </a:lnTo>
                  <a:lnTo>
                    <a:pt x="8970210" y="437547"/>
                  </a:lnTo>
                  <a:lnTo>
                    <a:pt x="9022518" y="454150"/>
                  </a:lnTo>
                  <a:lnTo>
                    <a:pt x="9076456" y="469180"/>
                  </a:lnTo>
                  <a:lnTo>
                    <a:pt x="9084767" y="471309"/>
                  </a:lnTo>
                  <a:lnTo>
                    <a:pt x="9132264" y="482542"/>
                  </a:lnTo>
                  <a:lnTo>
                    <a:pt x="9182275" y="492706"/>
                  </a:lnTo>
                  <a:lnTo>
                    <a:pt x="9235560" y="501849"/>
                  </a:lnTo>
                  <a:lnTo>
                    <a:pt x="9292950" y="510057"/>
                  </a:lnTo>
                  <a:lnTo>
                    <a:pt x="9355297" y="517427"/>
                  </a:lnTo>
                  <a:lnTo>
                    <a:pt x="9423410" y="524057"/>
                  </a:lnTo>
                  <a:lnTo>
                    <a:pt x="9497981" y="530035"/>
                  </a:lnTo>
                  <a:lnTo>
                    <a:pt x="9579481" y="535434"/>
                  </a:lnTo>
                  <a:lnTo>
                    <a:pt x="9668016" y="540312"/>
                  </a:lnTo>
                  <a:lnTo>
                    <a:pt x="9763153" y="544706"/>
                  </a:lnTo>
                  <a:lnTo>
                    <a:pt x="9863728" y="548640"/>
                  </a:lnTo>
                  <a:lnTo>
                    <a:pt x="9967680" y="552117"/>
                  </a:lnTo>
                  <a:lnTo>
                    <a:pt x="10071982" y="555133"/>
                  </a:lnTo>
                  <a:lnTo>
                    <a:pt x="10172744" y="557677"/>
                  </a:lnTo>
                  <a:lnTo>
                    <a:pt x="10265574" y="559741"/>
                  </a:lnTo>
                  <a:lnTo>
                    <a:pt x="10346192" y="561334"/>
                  </a:lnTo>
                  <a:lnTo>
                    <a:pt x="10411189" y="562482"/>
                  </a:lnTo>
                  <a:lnTo>
                    <a:pt x="10458747" y="563237"/>
                  </a:lnTo>
                  <a:lnTo>
                    <a:pt x="10489095" y="563672"/>
                  </a:lnTo>
                  <a:lnTo>
                    <a:pt x="10504603" y="563874"/>
                  </a:lnTo>
                  <a:lnTo>
                    <a:pt x="10509571" y="563933"/>
                  </a:lnTo>
                  <a:lnTo>
                    <a:pt x="10509911" y="563936"/>
                  </a:lnTo>
                  <a:lnTo>
                    <a:pt x="11981298" y="563936"/>
                  </a:lnTo>
                  <a:lnTo>
                    <a:pt x="11981298" y="555763"/>
                  </a:lnTo>
                  <a:lnTo>
                    <a:pt x="10509911" y="555763"/>
                  </a:lnTo>
                  <a:lnTo>
                    <a:pt x="10508677" y="555749"/>
                  </a:lnTo>
                  <a:lnTo>
                    <a:pt x="10500579" y="555650"/>
                  </a:lnTo>
                  <a:lnTo>
                    <a:pt x="10480218" y="555376"/>
                  </a:lnTo>
                  <a:lnTo>
                    <a:pt x="10443941" y="554837"/>
                  </a:lnTo>
                  <a:lnTo>
                    <a:pt x="10390126" y="553950"/>
                  </a:lnTo>
                  <a:lnTo>
                    <a:pt x="10319298" y="552650"/>
                  </a:lnTo>
                  <a:lnTo>
                    <a:pt x="10233907" y="550892"/>
                  </a:lnTo>
                  <a:lnTo>
                    <a:pt x="10137760" y="548658"/>
                  </a:lnTo>
                  <a:lnTo>
                    <a:pt x="10035258" y="545946"/>
                  </a:lnTo>
                  <a:lnTo>
                    <a:pt x="9930675" y="542766"/>
                  </a:lnTo>
                  <a:lnTo>
                    <a:pt x="9827621" y="539127"/>
                  </a:lnTo>
                  <a:lnTo>
                    <a:pt x="9728784" y="535032"/>
                  </a:lnTo>
                  <a:lnTo>
                    <a:pt x="9635892" y="530469"/>
                  </a:lnTo>
                  <a:lnTo>
                    <a:pt x="9549830" y="525413"/>
                  </a:lnTo>
                  <a:lnTo>
                    <a:pt x="9470816" y="519816"/>
                  </a:lnTo>
                  <a:lnTo>
                    <a:pt x="9398598" y="513616"/>
                  </a:lnTo>
                  <a:lnTo>
                    <a:pt x="9332613" y="506735"/>
                  </a:lnTo>
                  <a:lnTo>
                    <a:pt x="9272116" y="499080"/>
                  </a:lnTo>
                  <a:lnTo>
                    <a:pt x="9216276" y="490552"/>
                  </a:lnTo>
                  <a:lnTo>
                    <a:pt x="9164243" y="481056"/>
                  </a:lnTo>
                  <a:lnTo>
                    <a:pt x="9115203" y="470517"/>
                  </a:lnTo>
                  <a:lnTo>
                    <a:pt x="9084767" y="463136"/>
                  </a:lnTo>
                  <a:lnTo>
                    <a:pt x="9030513" y="448339"/>
                  </a:lnTo>
                  <a:lnTo>
                    <a:pt x="8978007" y="431974"/>
                  </a:lnTo>
                  <a:lnTo>
                    <a:pt x="8926561" y="414023"/>
                  </a:lnTo>
                  <a:lnTo>
                    <a:pt x="8875682" y="394522"/>
                  </a:lnTo>
                  <a:lnTo>
                    <a:pt x="8825032" y="373575"/>
                  </a:lnTo>
                  <a:lnTo>
                    <a:pt x="8774399" y="351354"/>
                  </a:lnTo>
                  <a:lnTo>
                    <a:pt x="8723682" y="328099"/>
                  </a:lnTo>
                  <a:lnTo>
                    <a:pt x="8672856" y="304108"/>
                  </a:lnTo>
                  <a:lnTo>
                    <a:pt x="8621958" y="279722"/>
                  </a:lnTo>
                  <a:lnTo>
                    <a:pt x="8571055" y="255309"/>
                  </a:lnTo>
                  <a:lnTo>
                    <a:pt x="8520215" y="231236"/>
                  </a:lnTo>
                  <a:lnTo>
                    <a:pt x="8469480" y="207850"/>
                  </a:lnTo>
                  <a:lnTo>
                    <a:pt x="8418840" y="185456"/>
                  </a:lnTo>
                  <a:lnTo>
                    <a:pt x="8368203" y="164305"/>
                  </a:lnTo>
                  <a:lnTo>
                    <a:pt x="8317376" y="144578"/>
                  </a:lnTo>
                  <a:lnTo>
                    <a:pt x="8266043" y="126389"/>
                  </a:lnTo>
                  <a:lnTo>
                    <a:pt x="8213735" y="109786"/>
                  </a:lnTo>
                  <a:lnTo>
                    <a:pt x="8159797" y="94756"/>
                  </a:lnTo>
                  <a:lnTo>
                    <a:pt x="8151487" y="92627"/>
                  </a:lnTo>
                  <a:lnTo>
                    <a:pt x="8103989" y="81394"/>
                  </a:lnTo>
                  <a:lnTo>
                    <a:pt x="8053978" y="71230"/>
                  </a:lnTo>
                  <a:lnTo>
                    <a:pt x="8000694" y="62087"/>
                  </a:lnTo>
                  <a:lnTo>
                    <a:pt x="7943303" y="53879"/>
                  </a:lnTo>
                  <a:lnTo>
                    <a:pt x="7880956" y="46509"/>
                  </a:lnTo>
                  <a:lnTo>
                    <a:pt x="7812844" y="39879"/>
                  </a:lnTo>
                  <a:lnTo>
                    <a:pt x="7738272" y="33901"/>
                  </a:lnTo>
                  <a:lnTo>
                    <a:pt x="7656772" y="28502"/>
                  </a:lnTo>
                  <a:lnTo>
                    <a:pt x="7568237" y="23624"/>
                  </a:lnTo>
                  <a:lnTo>
                    <a:pt x="7473101" y="19229"/>
                  </a:lnTo>
                  <a:lnTo>
                    <a:pt x="7372526" y="15296"/>
                  </a:lnTo>
                  <a:lnTo>
                    <a:pt x="7268573" y="11819"/>
                  </a:lnTo>
                  <a:lnTo>
                    <a:pt x="7164271" y="8803"/>
                  </a:lnTo>
                  <a:lnTo>
                    <a:pt x="7063509" y="6259"/>
                  </a:lnTo>
                  <a:lnTo>
                    <a:pt x="6970679" y="4195"/>
                  </a:lnTo>
                  <a:lnTo>
                    <a:pt x="6890061" y="2602"/>
                  </a:lnTo>
                  <a:lnTo>
                    <a:pt x="6825065" y="1454"/>
                  </a:lnTo>
                  <a:lnTo>
                    <a:pt x="6777506" y="699"/>
                  </a:lnTo>
                  <a:lnTo>
                    <a:pt x="6747158" y="264"/>
                  </a:lnTo>
                  <a:lnTo>
                    <a:pt x="6731650" y="62"/>
                  </a:lnTo>
                  <a:lnTo>
                    <a:pt x="6726682" y="3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865" y="81"/>
                  </a:lnTo>
                  <a:lnTo>
                    <a:pt x="5246692" y="664"/>
                  </a:lnTo>
                  <a:lnTo>
                    <a:pt x="5228586" y="2274"/>
                  </a:lnTo>
                  <a:lnTo>
                    <a:pt x="5196155" y="5444"/>
                  </a:lnTo>
                  <a:lnTo>
                    <a:pt x="5147698" y="10671"/>
                  </a:lnTo>
                  <a:lnTo>
                    <a:pt x="5083332" y="18365"/>
                  </a:lnTo>
                  <a:lnTo>
                    <a:pt x="5004871" y="28813"/>
                  </a:lnTo>
                  <a:lnTo>
                    <a:pt x="4915419" y="42166"/>
                  </a:lnTo>
                  <a:lnTo>
                    <a:pt x="4818775" y="58459"/>
                  </a:lnTo>
                  <a:lnTo>
                    <a:pt x="4718813" y="77653"/>
                  </a:lnTo>
                  <a:lnTo>
                    <a:pt x="4618990" y="99684"/>
                  </a:lnTo>
                  <a:lnTo>
                    <a:pt x="4522042" y="124512"/>
                  </a:lnTo>
                  <a:lnTo>
                    <a:pt x="4429884" y="152162"/>
                  </a:lnTo>
                  <a:lnTo>
                    <a:pt x="4343661" y="182742"/>
                  </a:lnTo>
                  <a:lnTo>
                    <a:pt x="4263869" y="216461"/>
                  </a:lnTo>
                  <a:lnTo>
                    <a:pt x="4190514" y="253629"/>
                  </a:lnTo>
                  <a:lnTo>
                    <a:pt x="4123256" y="294650"/>
                  </a:lnTo>
                  <a:lnTo>
                    <a:pt x="4061537" y="340018"/>
                  </a:lnTo>
                  <a:lnTo>
                    <a:pt x="4004671" y="390289"/>
                  </a:lnTo>
                  <a:lnTo>
                    <a:pt x="3951916" y="446048"/>
                  </a:lnTo>
                  <a:lnTo>
                    <a:pt x="3902524" y="507844"/>
                  </a:lnTo>
                  <a:lnTo>
                    <a:pt x="3855789" y="576093"/>
                  </a:lnTo>
                  <a:lnTo>
                    <a:pt x="3829811" y="618423"/>
                  </a:lnTo>
                  <a:lnTo>
                    <a:pt x="3796125" y="678090"/>
                  </a:lnTo>
                  <a:lnTo>
                    <a:pt x="3763220" y="741681"/>
                  </a:lnTo>
                  <a:lnTo>
                    <a:pt x="3730906" y="809276"/>
                  </a:lnTo>
                  <a:lnTo>
                    <a:pt x="3699026" y="880904"/>
                  </a:lnTo>
                  <a:lnTo>
                    <a:pt x="3667450" y="956541"/>
                  </a:lnTo>
                  <a:lnTo>
                    <a:pt x="3636073" y="1036101"/>
                  </a:lnTo>
                  <a:lnTo>
                    <a:pt x="3604814" y="1119434"/>
                  </a:lnTo>
                  <a:lnTo>
                    <a:pt x="3573609" y="1206324"/>
                  </a:lnTo>
                  <a:lnTo>
                    <a:pt x="3542414" y="1296488"/>
                  </a:lnTo>
                  <a:lnTo>
                    <a:pt x="3511197" y="1389579"/>
                  </a:lnTo>
                  <a:lnTo>
                    <a:pt x="3479943" y="1485186"/>
                  </a:lnTo>
                  <a:lnTo>
                    <a:pt x="3448647" y="1582845"/>
                  </a:lnTo>
                  <a:lnTo>
                    <a:pt x="3417312" y="1682044"/>
                  </a:lnTo>
                  <a:lnTo>
                    <a:pt x="3385949" y="1782235"/>
                  </a:lnTo>
                  <a:lnTo>
                    <a:pt x="3354574" y="1882848"/>
                  </a:lnTo>
                  <a:lnTo>
                    <a:pt x="3323203" y="1983301"/>
                  </a:lnTo>
                  <a:lnTo>
                    <a:pt x="3291854" y="2083018"/>
                  </a:lnTo>
                  <a:lnTo>
                    <a:pt x="3260539" y="2181438"/>
                  </a:lnTo>
                  <a:lnTo>
                    <a:pt x="3229266" y="2278033"/>
                  </a:lnTo>
                  <a:lnTo>
                    <a:pt x="3198034" y="2372316"/>
                  </a:lnTo>
                  <a:lnTo>
                    <a:pt x="3166832" y="2463850"/>
                  </a:lnTo>
                  <a:lnTo>
                    <a:pt x="3135636" y="2552259"/>
                  </a:lnTo>
                  <a:lnTo>
                    <a:pt x="3104408" y="2637231"/>
                  </a:lnTo>
                  <a:lnTo>
                    <a:pt x="3073094" y="2718518"/>
                  </a:lnTo>
                  <a:lnTo>
                    <a:pt x="3041619" y="2795942"/>
                  </a:lnTo>
                  <a:lnTo>
                    <a:pt x="3009891" y="2869389"/>
                  </a:lnTo>
                  <a:lnTo>
                    <a:pt x="2977790" y="2938806"/>
                  </a:lnTo>
                  <a:lnTo>
                    <a:pt x="2945174" y="3004200"/>
                  </a:lnTo>
                  <a:lnTo>
                    <a:pt x="2911867" y="3065628"/>
                  </a:lnTo>
                  <a:lnTo>
                    <a:pt x="2896531" y="3092117"/>
                  </a:lnTo>
                  <a:lnTo>
                    <a:pt x="2851035" y="3164166"/>
                  </a:lnTo>
                  <a:lnTo>
                    <a:pt x="2803257" y="3229645"/>
                  </a:lnTo>
                  <a:lnTo>
                    <a:pt x="2752530" y="3288822"/>
                  </a:lnTo>
                  <a:lnTo>
                    <a:pt x="2698125" y="3342185"/>
                  </a:lnTo>
                  <a:lnTo>
                    <a:pt x="2639292" y="3390307"/>
                  </a:lnTo>
                  <a:lnTo>
                    <a:pt x="2575304" y="3433769"/>
                  </a:lnTo>
                  <a:lnTo>
                    <a:pt x="2505521" y="3473103"/>
                  </a:lnTo>
                  <a:lnTo>
                    <a:pt x="2429463" y="3508765"/>
                  </a:lnTo>
                  <a:lnTo>
                    <a:pt x="2346921" y="3541123"/>
                  </a:lnTo>
                  <a:lnTo>
                    <a:pt x="2258089" y="3570442"/>
                  </a:lnTo>
                  <a:lnTo>
                    <a:pt x="2163720" y="3596888"/>
                  </a:lnTo>
                  <a:lnTo>
                    <a:pt x="2065272" y="3620532"/>
                  </a:lnTo>
                  <a:lnTo>
                    <a:pt x="1965010" y="3641368"/>
                  </a:lnTo>
                  <a:lnTo>
                    <a:pt x="1865999" y="3659341"/>
                  </a:lnTo>
                  <a:lnTo>
                    <a:pt x="1771919" y="3674391"/>
                  </a:lnTo>
                  <a:lnTo>
                    <a:pt x="1686686" y="3686503"/>
                  </a:lnTo>
                  <a:lnTo>
                    <a:pt x="1613880" y="3695758"/>
                  </a:lnTo>
                  <a:lnTo>
                    <a:pt x="1556125" y="3702364"/>
                  </a:lnTo>
                  <a:lnTo>
                    <a:pt x="1514549" y="3706663"/>
                  </a:lnTo>
                  <a:lnTo>
                    <a:pt x="1488498" y="3709109"/>
                  </a:lnTo>
                  <a:lnTo>
                    <a:pt x="1475527" y="3710218"/>
                  </a:lnTo>
                  <a:lnTo>
                    <a:pt x="1471601" y="3710525"/>
                  </a:lnTo>
                  <a:lnTo>
                    <a:pt x="1471387" y="3710541"/>
                  </a:lnTo>
                  <a:lnTo>
                    <a:pt x="0" y="3710541"/>
                  </a:lnTo>
                  <a:close/>
                </a:path>
              </a:pathLst>
            </a:custGeom>
            <a:solidFill>
              <a:srgbClr val="F28E5B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086" name="pl1086"/>
            <p:cNvSpPr/>
            <p:nvPr/>
          </p:nvSpPr>
          <p:spPr>
            <a:xfrm>
              <a:off x="4799595" y="3247094"/>
              <a:ext cx="11981298" cy="3710541"/>
            </a:xfrm>
            <a:custGeom>
              <a:avLst/>
              <a:pathLst>
                <a:path w="11981298" h="3710541">
                  <a:moveTo>
                    <a:pt x="0" y="3710541"/>
                  </a:moveTo>
                  <a:lnTo>
                    <a:pt x="1471387" y="3710541"/>
                  </a:lnTo>
                  <a:lnTo>
                    <a:pt x="1472477" y="3710459"/>
                  </a:lnTo>
                  <a:lnTo>
                    <a:pt x="1479651" y="3709877"/>
                  </a:lnTo>
                  <a:lnTo>
                    <a:pt x="1497757" y="3708267"/>
                  </a:lnTo>
                  <a:lnTo>
                    <a:pt x="1530187" y="3705096"/>
                  </a:lnTo>
                  <a:lnTo>
                    <a:pt x="1578644" y="3699869"/>
                  </a:lnTo>
                  <a:lnTo>
                    <a:pt x="1643010" y="3692175"/>
                  </a:lnTo>
                  <a:lnTo>
                    <a:pt x="1721471" y="3681727"/>
                  </a:lnTo>
                  <a:lnTo>
                    <a:pt x="1810923" y="3668374"/>
                  </a:lnTo>
                  <a:lnTo>
                    <a:pt x="1907567" y="3652081"/>
                  </a:lnTo>
                  <a:lnTo>
                    <a:pt x="2007529" y="3632887"/>
                  </a:lnTo>
                  <a:lnTo>
                    <a:pt x="2107352" y="3610856"/>
                  </a:lnTo>
                  <a:lnTo>
                    <a:pt x="2204301" y="3586028"/>
                  </a:lnTo>
                  <a:lnTo>
                    <a:pt x="2296458" y="3558378"/>
                  </a:lnTo>
                  <a:lnTo>
                    <a:pt x="2382681" y="3527798"/>
                  </a:lnTo>
                  <a:lnTo>
                    <a:pt x="2462473" y="3494079"/>
                  </a:lnTo>
                  <a:lnTo>
                    <a:pt x="2535829" y="3456912"/>
                  </a:lnTo>
                  <a:lnTo>
                    <a:pt x="2603086" y="3415890"/>
                  </a:lnTo>
                  <a:lnTo>
                    <a:pt x="2664805" y="3370522"/>
                  </a:lnTo>
                  <a:lnTo>
                    <a:pt x="2721671" y="3320251"/>
                  </a:lnTo>
                  <a:lnTo>
                    <a:pt x="2774426" y="3264493"/>
                  </a:lnTo>
                  <a:lnTo>
                    <a:pt x="2823818" y="3202696"/>
                  </a:lnTo>
                  <a:lnTo>
                    <a:pt x="2870553" y="3134447"/>
                  </a:lnTo>
                  <a:lnTo>
                    <a:pt x="2896531" y="3092117"/>
                  </a:lnTo>
                  <a:lnTo>
                    <a:pt x="2930217" y="3032450"/>
                  </a:lnTo>
                  <a:lnTo>
                    <a:pt x="2963122" y="2968859"/>
                  </a:lnTo>
                  <a:lnTo>
                    <a:pt x="2995436" y="2901264"/>
                  </a:lnTo>
                  <a:lnTo>
                    <a:pt x="3027316" y="2829636"/>
                  </a:lnTo>
                  <a:lnTo>
                    <a:pt x="3058893" y="2753999"/>
                  </a:lnTo>
                  <a:lnTo>
                    <a:pt x="3090269" y="2674440"/>
                  </a:lnTo>
                  <a:lnTo>
                    <a:pt x="3121528" y="2591107"/>
                  </a:lnTo>
                  <a:lnTo>
                    <a:pt x="3152733" y="2504216"/>
                  </a:lnTo>
                  <a:lnTo>
                    <a:pt x="3183929" y="2414052"/>
                  </a:lnTo>
                  <a:lnTo>
                    <a:pt x="3215145" y="2320961"/>
                  </a:lnTo>
                  <a:lnTo>
                    <a:pt x="3246399" y="2225354"/>
                  </a:lnTo>
                  <a:lnTo>
                    <a:pt x="3277695" y="2127695"/>
                  </a:lnTo>
                  <a:lnTo>
                    <a:pt x="3309030" y="2028497"/>
                  </a:lnTo>
                  <a:lnTo>
                    <a:pt x="3340393" y="1928305"/>
                  </a:lnTo>
                  <a:lnTo>
                    <a:pt x="3371768" y="1827693"/>
                  </a:lnTo>
                  <a:lnTo>
                    <a:pt x="3403139" y="1727239"/>
                  </a:lnTo>
                  <a:lnTo>
                    <a:pt x="3434488" y="1627522"/>
                  </a:lnTo>
                  <a:lnTo>
                    <a:pt x="3465803" y="1529102"/>
                  </a:lnTo>
                  <a:lnTo>
                    <a:pt x="3497076" y="1432507"/>
                  </a:lnTo>
                  <a:lnTo>
                    <a:pt x="3528308" y="1338225"/>
                  </a:lnTo>
                  <a:lnTo>
                    <a:pt x="3559510" y="1246690"/>
                  </a:lnTo>
                  <a:lnTo>
                    <a:pt x="3590706" y="1158281"/>
                  </a:lnTo>
                  <a:lnTo>
                    <a:pt x="3621934" y="1073310"/>
                  </a:lnTo>
                  <a:lnTo>
                    <a:pt x="3653249" y="992022"/>
                  </a:lnTo>
                  <a:lnTo>
                    <a:pt x="3684723" y="914598"/>
                  </a:lnTo>
                  <a:lnTo>
                    <a:pt x="3716452" y="841151"/>
                  </a:lnTo>
                  <a:lnTo>
                    <a:pt x="3748552" y="771734"/>
                  </a:lnTo>
                  <a:lnTo>
                    <a:pt x="3781168" y="706341"/>
                  </a:lnTo>
                  <a:lnTo>
                    <a:pt x="3814475" y="644913"/>
                  </a:lnTo>
                  <a:lnTo>
                    <a:pt x="3829811" y="618423"/>
                  </a:lnTo>
                  <a:lnTo>
                    <a:pt x="3875307" y="546374"/>
                  </a:lnTo>
                  <a:lnTo>
                    <a:pt x="3923085" y="480895"/>
                  </a:lnTo>
                  <a:lnTo>
                    <a:pt x="3973812" y="421718"/>
                  </a:lnTo>
                  <a:lnTo>
                    <a:pt x="4028217" y="368356"/>
                  </a:lnTo>
                  <a:lnTo>
                    <a:pt x="4087050" y="320233"/>
                  </a:lnTo>
                  <a:lnTo>
                    <a:pt x="4151038" y="276771"/>
                  </a:lnTo>
                  <a:lnTo>
                    <a:pt x="4220821" y="237438"/>
                  </a:lnTo>
                  <a:lnTo>
                    <a:pt x="4296879" y="201775"/>
                  </a:lnTo>
                  <a:lnTo>
                    <a:pt x="4379421" y="169418"/>
                  </a:lnTo>
                  <a:lnTo>
                    <a:pt x="4468253" y="140099"/>
                  </a:lnTo>
                  <a:lnTo>
                    <a:pt x="4562622" y="113652"/>
                  </a:lnTo>
                  <a:lnTo>
                    <a:pt x="4661070" y="90008"/>
                  </a:lnTo>
                  <a:lnTo>
                    <a:pt x="4761332" y="69172"/>
                  </a:lnTo>
                  <a:lnTo>
                    <a:pt x="4860344" y="51199"/>
                  </a:lnTo>
                  <a:lnTo>
                    <a:pt x="4954423" y="36150"/>
                  </a:lnTo>
                  <a:lnTo>
                    <a:pt x="5039656" y="24038"/>
                  </a:lnTo>
                  <a:lnTo>
                    <a:pt x="5112462" y="14783"/>
                  </a:lnTo>
                  <a:lnTo>
                    <a:pt x="5170218" y="8176"/>
                  </a:lnTo>
                  <a:lnTo>
                    <a:pt x="5211793" y="3877"/>
                  </a:lnTo>
                  <a:lnTo>
                    <a:pt x="5237845" y="1432"/>
                  </a:lnTo>
                  <a:lnTo>
                    <a:pt x="5250815" y="323"/>
                  </a:lnTo>
                  <a:lnTo>
                    <a:pt x="5254741" y="15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577" y="13"/>
                  </a:lnTo>
                  <a:lnTo>
                    <a:pt x="6735674" y="113"/>
                  </a:lnTo>
                  <a:lnTo>
                    <a:pt x="6756035" y="387"/>
                  </a:lnTo>
                  <a:lnTo>
                    <a:pt x="6792312" y="926"/>
                  </a:lnTo>
                  <a:lnTo>
                    <a:pt x="6846127" y="1813"/>
                  </a:lnTo>
                  <a:lnTo>
                    <a:pt x="6916955" y="3113"/>
                  </a:lnTo>
                  <a:lnTo>
                    <a:pt x="7002346" y="4871"/>
                  </a:lnTo>
                  <a:lnTo>
                    <a:pt x="7098494" y="7105"/>
                  </a:lnTo>
                  <a:lnTo>
                    <a:pt x="7200995" y="9817"/>
                  </a:lnTo>
                  <a:lnTo>
                    <a:pt x="7305579" y="12997"/>
                  </a:lnTo>
                  <a:lnTo>
                    <a:pt x="7408632" y="16636"/>
                  </a:lnTo>
                  <a:lnTo>
                    <a:pt x="7507469" y="20731"/>
                  </a:lnTo>
                  <a:lnTo>
                    <a:pt x="7600361" y="25293"/>
                  </a:lnTo>
                  <a:lnTo>
                    <a:pt x="7686424" y="30350"/>
                  </a:lnTo>
                  <a:lnTo>
                    <a:pt x="7765437" y="35947"/>
                  </a:lnTo>
                  <a:lnTo>
                    <a:pt x="7837655" y="42147"/>
                  </a:lnTo>
                  <a:lnTo>
                    <a:pt x="7903640" y="49028"/>
                  </a:lnTo>
                  <a:lnTo>
                    <a:pt x="7964137" y="56683"/>
                  </a:lnTo>
                  <a:lnTo>
                    <a:pt x="8019977" y="65211"/>
                  </a:lnTo>
                  <a:lnTo>
                    <a:pt x="8072010" y="74707"/>
                  </a:lnTo>
                  <a:lnTo>
                    <a:pt x="8121050" y="85246"/>
                  </a:lnTo>
                  <a:lnTo>
                    <a:pt x="8151487" y="92627"/>
                  </a:lnTo>
                  <a:lnTo>
                    <a:pt x="8205740" y="107424"/>
                  </a:lnTo>
                  <a:lnTo>
                    <a:pt x="8258247" y="123789"/>
                  </a:lnTo>
                  <a:lnTo>
                    <a:pt x="8309692" y="141740"/>
                  </a:lnTo>
                  <a:lnTo>
                    <a:pt x="8360571" y="161241"/>
                  </a:lnTo>
                  <a:lnTo>
                    <a:pt x="8411222" y="182188"/>
                  </a:lnTo>
                  <a:lnTo>
                    <a:pt x="8461854" y="204409"/>
                  </a:lnTo>
                  <a:lnTo>
                    <a:pt x="8512572" y="227664"/>
                  </a:lnTo>
                  <a:lnTo>
                    <a:pt x="8563397" y="251655"/>
                  </a:lnTo>
                  <a:lnTo>
                    <a:pt x="8614295" y="276041"/>
                  </a:lnTo>
                  <a:lnTo>
                    <a:pt x="8665198" y="300454"/>
                  </a:lnTo>
                  <a:lnTo>
                    <a:pt x="8716038" y="324527"/>
                  </a:lnTo>
                  <a:lnTo>
                    <a:pt x="8766773" y="347913"/>
                  </a:lnTo>
                  <a:lnTo>
                    <a:pt x="8817414" y="370306"/>
                  </a:lnTo>
                  <a:lnTo>
                    <a:pt x="8868051" y="391458"/>
                  </a:lnTo>
                  <a:lnTo>
                    <a:pt x="8918877" y="411185"/>
                  </a:lnTo>
                  <a:lnTo>
                    <a:pt x="8970210" y="429374"/>
                  </a:lnTo>
                  <a:lnTo>
                    <a:pt x="9022518" y="445977"/>
                  </a:lnTo>
                  <a:lnTo>
                    <a:pt x="9076456" y="461007"/>
                  </a:lnTo>
                  <a:lnTo>
                    <a:pt x="9084767" y="463136"/>
                  </a:lnTo>
                  <a:lnTo>
                    <a:pt x="9132264" y="474369"/>
                  </a:lnTo>
                  <a:lnTo>
                    <a:pt x="9182275" y="484533"/>
                  </a:lnTo>
                  <a:lnTo>
                    <a:pt x="9235560" y="493676"/>
                  </a:lnTo>
                  <a:lnTo>
                    <a:pt x="9292950" y="501884"/>
                  </a:lnTo>
                  <a:lnTo>
                    <a:pt x="9355297" y="509254"/>
                  </a:lnTo>
                  <a:lnTo>
                    <a:pt x="9423410" y="515884"/>
                  </a:lnTo>
                  <a:lnTo>
                    <a:pt x="9497981" y="521862"/>
                  </a:lnTo>
                  <a:lnTo>
                    <a:pt x="9579481" y="527261"/>
                  </a:lnTo>
                  <a:lnTo>
                    <a:pt x="9668016" y="532139"/>
                  </a:lnTo>
                  <a:lnTo>
                    <a:pt x="9763153" y="536533"/>
                  </a:lnTo>
                  <a:lnTo>
                    <a:pt x="9863728" y="540467"/>
                  </a:lnTo>
                  <a:lnTo>
                    <a:pt x="9967680" y="543944"/>
                  </a:lnTo>
                  <a:lnTo>
                    <a:pt x="10071982" y="546960"/>
                  </a:lnTo>
                  <a:lnTo>
                    <a:pt x="10172744" y="549504"/>
                  </a:lnTo>
                  <a:lnTo>
                    <a:pt x="10265574" y="551568"/>
                  </a:lnTo>
                  <a:lnTo>
                    <a:pt x="10346192" y="553161"/>
                  </a:lnTo>
                  <a:lnTo>
                    <a:pt x="10411189" y="554309"/>
                  </a:lnTo>
                  <a:lnTo>
                    <a:pt x="10458747" y="555064"/>
                  </a:lnTo>
                  <a:lnTo>
                    <a:pt x="10489095" y="555499"/>
                  </a:lnTo>
                  <a:lnTo>
                    <a:pt x="10504603" y="555701"/>
                  </a:lnTo>
                  <a:lnTo>
                    <a:pt x="10509571" y="555760"/>
                  </a:lnTo>
                  <a:lnTo>
                    <a:pt x="10509911" y="555763"/>
                  </a:lnTo>
                  <a:lnTo>
                    <a:pt x="11981298" y="55576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87" name="pl1087"/>
            <p:cNvSpPr/>
            <p:nvPr/>
          </p:nvSpPr>
          <p:spPr>
            <a:xfrm>
              <a:off x="4799595" y="3238921"/>
              <a:ext cx="11981298" cy="3710541"/>
            </a:xfrm>
            <a:custGeom>
              <a:avLst/>
              <a:pathLst>
                <a:path w="11981298" h="3710541">
                  <a:moveTo>
                    <a:pt x="11981298" y="555763"/>
                  </a:moveTo>
                  <a:lnTo>
                    <a:pt x="10509911" y="555763"/>
                  </a:lnTo>
                  <a:lnTo>
                    <a:pt x="10508677" y="555749"/>
                  </a:lnTo>
                  <a:lnTo>
                    <a:pt x="10500579" y="555650"/>
                  </a:lnTo>
                  <a:lnTo>
                    <a:pt x="10480218" y="555376"/>
                  </a:lnTo>
                  <a:lnTo>
                    <a:pt x="10443941" y="554837"/>
                  </a:lnTo>
                  <a:lnTo>
                    <a:pt x="10390126" y="553950"/>
                  </a:lnTo>
                  <a:lnTo>
                    <a:pt x="10319298" y="552650"/>
                  </a:lnTo>
                  <a:lnTo>
                    <a:pt x="10233907" y="550892"/>
                  </a:lnTo>
                  <a:lnTo>
                    <a:pt x="10137760" y="548658"/>
                  </a:lnTo>
                  <a:lnTo>
                    <a:pt x="10035258" y="545946"/>
                  </a:lnTo>
                  <a:lnTo>
                    <a:pt x="9930675" y="542766"/>
                  </a:lnTo>
                  <a:lnTo>
                    <a:pt x="9827621" y="539127"/>
                  </a:lnTo>
                  <a:lnTo>
                    <a:pt x="9728784" y="535032"/>
                  </a:lnTo>
                  <a:lnTo>
                    <a:pt x="9635892" y="530469"/>
                  </a:lnTo>
                  <a:lnTo>
                    <a:pt x="9549830" y="525413"/>
                  </a:lnTo>
                  <a:lnTo>
                    <a:pt x="9470816" y="519816"/>
                  </a:lnTo>
                  <a:lnTo>
                    <a:pt x="9398598" y="513616"/>
                  </a:lnTo>
                  <a:lnTo>
                    <a:pt x="9332613" y="506735"/>
                  </a:lnTo>
                  <a:lnTo>
                    <a:pt x="9272116" y="499080"/>
                  </a:lnTo>
                  <a:lnTo>
                    <a:pt x="9216276" y="490552"/>
                  </a:lnTo>
                  <a:lnTo>
                    <a:pt x="9164243" y="481056"/>
                  </a:lnTo>
                  <a:lnTo>
                    <a:pt x="9115203" y="470517"/>
                  </a:lnTo>
                  <a:lnTo>
                    <a:pt x="9084767" y="463136"/>
                  </a:lnTo>
                  <a:lnTo>
                    <a:pt x="9030513" y="448339"/>
                  </a:lnTo>
                  <a:lnTo>
                    <a:pt x="8978007" y="431974"/>
                  </a:lnTo>
                  <a:lnTo>
                    <a:pt x="8926561" y="414023"/>
                  </a:lnTo>
                  <a:lnTo>
                    <a:pt x="8875682" y="394522"/>
                  </a:lnTo>
                  <a:lnTo>
                    <a:pt x="8825032" y="373575"/>
                  </a:lnTo>
                  <a:lnTo>
                    <a:pt x="8774399" y="351354"/>
                  </a:lnTo>
                  <a:lnTo>
                    <a:pt x="8723682" y="328099"/>
                  </a:lnTo>
                  <a:lnTo>
                    <a:pt x="8672856" y="304108"/>
                  </a:lnTo>
                  <a:lnTo>
                    <a:pt x="8621958" y="279722"/>
                  </a:lnTo>
                  <a:lnTo>
                    <a:pt x="8571055" y="255309"/>
                  </a:lnTo>
                  <a:lnTo>
                    <a:pt x="8520215" y="231236"/>
                  </a:lnTo>
                  <a:lnTo>
                    <a:pt x="8469480" y="207850"/>
                  </a:lnTo>
                  <a:lnTo>
                    <a:pt x="8418840" y="185456"/>
                  </a:lnTo>
                  <a:lnTo>
                    <a:pt x="8368203" y="164305"/>
                  </a:lnTo>
                  <a:lnTo>
                    <a:pt x="8317376" y="144578"/>
                  </a:lnTo>
                  <a:lnTo>
                    <a:pt x="8266043" y="126389"/>
                  </a:lnTo>
                  <a:lnTo>
                    <a:pt x="8213735" y="109786"/>
                  </a:lnTo>
                  <a:lnTo>
                    <a:pt x="8159797" y="94756"/>
                  </a:lnTo>
                  <a:lnTo>
                    <a:pt x="8151487" y="92627"/>
                  </a:lnTo>
                  <a:lnTo>
                    <a:pt x="8103989" y="81394"/>
                  </a:lnTo>
                  <a:lnTo>
                    <a:pt x="8053978" y="71230"/>
                  </a:lnTo>
                  <a:lnTo>
                    <a:pt x="8000694" y="62087"/>
                  </a:lnTo>
                  <a:lnTo>
                    <a:pt x="7943303" y="53879"/>
                  </a:lnTo>
                  <a:lnTo>
                    <a:pt x="7880956" y="46509"/>
                  </a:lnTo>
                  <a:lnTo>
                    <a:pt x="7812844" y="39879"/>
                  </a:lnTo>
                  <a:lnTo>
                    <a:pt x="7738272" y="33901"/>
                  </a:lnTo>
                  <a:lnTo>
                    <a:pt x="7656772" y="28502"/>
                  </a:lnTo>
                  <a:lnTo>
                    <a:pt x="7568237" y="23624"/>
                  </a:lnTo>
                  <a:lnTo>
                    <a:pt x="7473101" y="19229"/>
                  </a:lnTo>
                  <a:lnTo>
                    <a:pt x="7372526" y="15296"/>
                  </a:lnTo>
                  <a:lnTo>
                    <a:pt x="7268573" y="11819"/>
                  </a:lnTo>
                  <a:lnTo>
                    <a:pt x="7164271" y="8803"/>
                  </a:lnTo>
                  <a:lnTo>
                    <a:pt x="7063509" y="6259"/>
                  </a:lnTo>
                  <a:lnTo>
                    <a:pt x="6970679" y="4195"/>
                  </a:lnTo>
                  <a:lnTo>
                    <a:pt x="6890061" y="2602"/>
                  </a:lnTo>
                  <a:lnTo>
                    <a:pt x="6825065" y="1454"/>
                  </a:lnTo>
                  <a:lnTo>
                    <a:pt x="6777506" y="699"/>
                  </a:lnTo>
                  <a:lnTo>
                    <a:pt x="6747158" y="264"/>
                  </a:lnTo>
                  <a:lnTo>
                    <a:pt x="6731650" y="62"/>
                  </a:lnTo>
                  <a:lnTo>
                    <a:pt x="6726682" y="3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865" y="81"/>
                  </a:lnTo>
                  <a:lnTo>
                    <a:pt x="5246692" y="664"/>
                  </a:lnTo>
                  <a:lnTo>
                    <a:pt x="5228586" y="2274"/>
                  </a:lnTo>
                  <a:lnTo>
                    <a:pt x="5196155" y="5444"/>
                  </a:lnTo>
                  <a:lnTo>
                    <a:pt x="5147698" y="10671"/>
                  </a:lnTo>
                  <a:lnTo>
                    <a:pt x="5083332" y="18365"/>
                  </a:lnTo>
                  <a:lnTo>
                    <a:pt x="5004871" y="28813"/>
                  </a:lnTo>
                  <a:lnTo>
                    <a:pt x="4915419" y="42166"/>
                  </a:lnTo>
                  <a:lnTo>
                    <a:pt x="4818775" y="58459"/>
                  </a:lnTo>
                  <a:lnTo>
                    <a:pt x="4718813" y="77653"/>
                  </a:lnTo>
                  <a:lnTo>
                    <a:pt x="4618990" y="99684"/>
                  </a:lnTo>
                  <a:lnTo>
                    <a:pt x="4522042" y="124512"/>
                  </a:lnTo>
                  <a:lnTo>
                    <a:pt x="4429884" y="152162"/>
                  </a:lnTo>
                  <a:lnTo>
                    <a:pt x="4343661" y="182742"/>
                  </a:lnTo>
                  <a:lnTo>
                    <a:pt x="4263869" y="216461"/>
                  </a:lnTo>
                  <a:lnTo>
                    <a:pt x="4190514" y="253629"/>
                  </a:lnTo>
                  <a:lnTo>
                    <a:pt x="4123256" y="294650"/>
                  </a:lnTo>
                  <a:lnTo>
                    <a:pt x="4061537" y="340018"/>
                  </a:lnTo>
                  <a:lnTo>
                    <a:pt x="4004671" y="390289"/>
                  </a:lnTo>
                  <a:lnTo>
                    <a:pt x="3951916" y="446048"/>
                  </a:lnTo>
                  <a:lnTo>
                    <a:pt x="3902524" y="507844"/>
                  </a:lnTo>
                  <a:lnTo>
                    <a:pt x="3855789" y="576093"/>
                  </a:lnTo>
                  <a:lnTo>
                    <a:pt x="3829811" y="618423"/>
                  </a:lnTo>
                  <a:lnTo>
                    <a:pt x="3796125" y="678090"/>
                  </a:lnTo>
                  <a:lnTo>
                    <a:pt x="3763220" y="741681"/>
                  </a:lnTo>
                  <a:lnTo>
                    <a:pt x="3730906" y="809276"/>
                  </a:lnTo>
                  <a:lnTo>
                    <a:pt x="3699026" y="880904"/>
                  </a:lnTo>
                  <a:lnTo>
                    <a:pt x="3667450" y="956541"/>
                  </a:lnTo>
                  <a:lnTo>
                    <a:pt x="3636073" y="1036101"/>
                  </a:lnTo>
                  <a:lnTo>
                    <a:pt x="3604814" y="1119434"/>
                  </a:lnTo>
                  <a:lnTo>
                    <a:pt x="3573609" y="1206324"/>
                  </a:lnTo>
                  <a:lnTo>
                    <a:pt x="3542414" y="1296488"/>
                  </a:lnTo>
                  <a:lnTo>
                    <a:pt x="3511197" y="1389579"/>
                  </a:lnTo>
                  <a:lnTo>
                    <a:pt x="3479943" y="1485186"/>
                  </a:lnTo>
                  <a:lnTo>
                    <a:pt x="3448647" y="1582845"/>
                  </a:lnTo>
                  <a:lnTo>
                    <a:pt x="3417312" y="1682044"/>
                  </a:lnTo>
                  <a:lnTo>
                    <a:pt x="3385949" y="1782235"/>
                  </a:lnTo>
                  <a:lnTo>
                    <a:pt x="3354574" y="1882848"/>
                  </a:lnTo>
                  <a:lnTo>
                    <a:pt x="3323203" y="1983301"/>
                  </a:lnTo>
                  <a:lnTo>
                    <a:pt x="3291854" y="2083018"/>
                  </a:lnTo>
                  <a:lnTo>
                    <a:pt x="3260539" y="2181438"/>
                  </a:lnTo>
                  <a:lnTo>
                    <a:pt x="3229266" y="2278033"/>
                  </a:lnTo>
                  <a:lnTo>
                    <a:pt x="3198034" y="2372316"/>
                  </a:lnTo>
                  <a:lnTo>
                    <a:pt x="3166832" y="2463850"/>
                  </a:lnTo>
                  <a:lnTo>
                    <a:pt x="3135636" y="2552259"/>
                  </a:lnTo>
                  <a:lnTo>
                    <a:pt x="3104408" y="2637231"/>
                  </a:lnTo>
                  <a:lnTo>
                    <a:pt x="3073094" y="2718518"/>
                  </a:lnTo>
                  <a:lnTo>
                    <a:pt x="3041619" y="2795942"/>
                  </a:lnTo>
                  <a:lnTo>
                    <a:pt x="3009891" y="2869389"/>
                  </a:lnTo>
                  <a:lnTo>
                    <a:pt x="2977790" y="2938806"/>
                  </a:lnTo>
                  <a:lnTo>
                    <a:pt x="2945174" y="3004200"/>
                  </a:lnTo>
                  <a:lnTo>
                    <a:pt x="2911867" y="3065628"/>
                  </a:lnTo>
                  <a:lnTo>
                    <a:pt x="2896531" y="3092117"/>
                  </a:lnTo>
                  <a:lnTo>
                    <a:pt x="2851035" y="3164166"/>
                  </a:lnTo>
                  <a:lnTo>
                    <a:pt x="2803257" y="3229645"/>
                  </a:lnTo>
                  <a:lnTo>
                    <a:pt x="2752530" y="3288822"/>
                  </a:lnTo>
                  <a:lnTo>
                    <a:pt x="2698125" y="3342185"/>
                  </a:lnTo>
                  <a:lnTo>
                    <a:pt x="2639292" y="3390307"/>
                  </a:lnTo>
                  <a:lnTo>
                    <a:pt x="2575304" y="3433769"/>
                  </a:lnTo>
                  <a:lnTo>
                    <a:pt x="2505521" y="3473103"/>
                  </a:lnTo>
                  <a:lnTo>
                    <a:pt x="2429463" y="3508765"/>
                  </a:lnTo>
                  <a:lnTo>
                    <a:pt x="2346921" y="3541123"/>
                  </a:lnTo>
                  <a:lnTo>
                    <a:pt x="2258089" y="3570442"/>
                  </a:lnTo>
                  <a:lnTo>
                    <a:pt x="2163720" y="3596888"/>
                  </a:lnTo>
                  <a:lnTo>
                    <a:pt x="2065272" y="3620532"/>
                  </a:lnTo>
                  <a:lnTo>
                    <a:pt x="1965010" y="3641368"/>
                  </a:lnTo>
                  <a:lnTo>
                    <a:pt x="1865999" y="3659341"/>
                  </a:lnTo>
                  <a:lnTo>
                    <a:pt x="1771919" y="3674391"/>
                  </a:lnTo>
                  <a:lnTo>
                    <a:pt x="1686686" y="3686503"/>
                  </a:lnTo>
                  <a:lnTo>
                    <a:pt x="1613880" y="3695758"/>
                  </a:lnTo>
                  <a:lnTo>
                    <a:pt x="1556125" y="3702364"/>
                  </a:lnTo>
                  <a:lnTo>
                    <a:pt x="1514549" y="3706663"/>
                  </a:lnTo>
                  <a:lnTo>
                    <a:pt x="1488498" y="3709109"/>
                  </a:lnTo>
                  <a:lnTo>
                    <a:pt x="1475527" y="3710218"/>
                  </a:lnTo>
                  <a:lnTo>
                    <a:pt x="1471601" y="3710525"/>
                  </a:lnTo>
                  <a:lnTo>
                    <a:pt x="1471387" y="3710541"/>
                  </a:lnTo>
                  <a:lnTo>
                    <a:pt x="0" y="371054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88" name="pg1088"/>
            <p:cNvSpPr/>
            <p:nvPr/>
          </p:nvSpPr>
          <p:spPr>
            <a:xfrm>
              <a:off x="4799595" y="3255267"/>
              <a:ext cx="11981298" cy="3710541"/>
            </a:xfrm>
            <a:custGeom>
              <a:avLst/>
              <a:pathLst>
                <a:path w="11981298" h="3710541">
                  <a:moveTo>
                    <a:pt x="0" y="3710541"/>
                  </a:moveTo>
                  <a:lnTo>
                    <a:pt x="1471387" y="3710541"/>
                  </a:lnTo>
                  <a:lnTo>
                    <a:pt x="1472478" y="3710459"/>
                  </a:lnTo>
                  <a:lnTo>
                    <a:pt x="1479655" y="3709878"/>
                  </a:lnTo>
                  <a:lnTo>
                    <a:pt x="1497770" y="3708271"/>
                  </a:lnTo>
                  <a:lnTo>
                    <a:pt x="1530215" y="3705106"/>
                  </a:lnTo>
                  <a:lnTo>
                    <a:pt x="1578694" y="3699887"/>
                  </a:lnTo>
                  <a:lnTo>
                    <a:pt x="1643086" y="3692206"/>
                  </a:lnTo>
                  <a:lnTo>
                    <a:pt x="1721574" y="3681776"/>
                  </a:lnTo>
                  <a:lnTo>
                    <a:pt x="1811054" y="3668447"/>
                  </a:lnTo>
                  <a:lnTo>
                    <a:pt x="1907723" y="3652182"/>
                  </a:lnTo>
                  <a:lnTo>
                    <a:pt x="2007704" y="3633022"/>
                  </a:lnTo>
                  <a:lnTo>
                    <a:pt x="2107541" y="3611031"/>
                  </a:lnTo>
                  <a:lnTo>
                    <a:pt x="2204499" y="3586247"/>
                  </a:lnTo>
                  <a:lnTo>
                    <a:pt x="2296660" y="3558648"/>
                  </a:lnTo>
                  <a:lnTo>
                    <a:pt x="2382884" y="3528122"/>
                  </a:lnTo>
                  <a:lnTo>
                    <a:pt x="2462673" y="3494463"/>
                  </a:lnTo>
                  <a:lnTo>
                    <a:pt x="2536024" y="3457362"/>
                  </a:lnTo>
                  <a:lnTo>
                    <a:pt x="2603277" y="3416411"/>
                  </a:lnTo>
                  <a:lnTo>
                    <a:pt x="2664991" y="3371121"/>
                  </a:lnTo>
                  <a:lnTo>
                    <a:pt x="2721852" y="3320936"/>
                  </a:lnTo>
                  <a:lnTo>
                    <a:pt x="2774604" y="3265271"/>
                  </a:lnTo>
                  <a:lnTo>
                    <a:pt x="2823993" y="3203577"/>
                  </a:lnTo>
                  <a:lnTo>
                    <a:pt x="2870728" y="3135442"/>
                  </a:lnTo>
                  <a:lnTo>
                    <a:pt x="2896531" y="3093479"/>
                  </a:lnTo>
                  <a:lnTo>
                    <a:pt x="2930250" y="3033884"/>
                  </a:lnTo>
                  <a:lnTo>
                    <a:pt x="2963185" y="2970366"/>
                  </a:lnTo>
                  <a:lnTo>
                    <a:pt x="2995529" y="2902846"/>
                  </a:lnTo>
                  <a:lnTo>
                    <a:pt x="3027439" y="2831292"/>
                  </a:lnTo>
                  <a:lnTo>
                    <a:pt x="3059044" y="2755732"/>
                  </a:lnTo>
                  <a:lnTo>
                    <a:pt x="3090450" y="2676251"/>
                  </a:lnTo>
                  <a:lnTo>
                    <a:pt x="3121739" y="2592998"/>
                  </a:lnTo>
                  <a:lnTo>
                    <a:pt x="3152974" y="2506191"/>
                  </a:lnTo>
                  <a:lnTo>
                    <a:pt x="3184200" y="2416112"/>
                  </a:lnTo>
                  <a:lnTo>
                    <a:pt x="3215447" y="2323112"/>
                  </a:lnTo>
                  <a:lnTo>
                    <a:pt x="3246731" y="2227600"/>
                  </a:lnTo>
                  <a:lnTo>
                    <a:pt x="3278058" y="2130043"/>
                  </a:lnTo>
                  <a:lnTo>
                    <a:pt x="3309424" y="2030952"/>
                  </a:lnTo>
                  <a:lnTo>
                    <a:pt x="3340817" y="1930876"/>
                  </a:lnTo>
                  <a:lnTo>
                    <a:pt x="3372223" y="1830386"/>
                  </a:lnTo>
                  <a:lnTo>
                    <a:pt x="3403623" y="1730064"/>
                  </a:lnTo>
                  <a:lnTo>
                    <a:pt x="3435002" y="1630487"/>
                  </a:lnTo>
                  <a:lnTo>
                    <a:pt x="3466347" y="1532215"/>
                  </a:lnTo>
                  <a:lnTo>
                    <a:pt x="3497649" y="1435777"/>
                  </a:lnTo>
                  <a:lnTo>
                    <a:pt x="3528911" y="1341659"/>
                  </a:lnTo>
                  <a:lnTo>
                    <a:pt x="3560143" y="1250297"/>
                  </a:lnTo>
                  <a:lnTo>
                    <a:pt x="3591369" y="1162066"/>
                  </a:lnTo>
                  <a:lnTo>
                    <a:pt x="3622628" y="1077277"/>
                  </a:lnTo>
                  <a:lnTo>
                    <a:pt x="3653976" y="996176"/>
                  </a:lnTo>
                  <a:lnTo>
                    <a:pt x="3685485" y="918941"/>
                  </a:lnTo>
                  <a:lnTo>
                    <a:pt x="3717252" y="845684"/>
                  </a:lnTo>
                  <a:lnTo>
                    <a:pt x="3749395" y="776456"/>
                  </a:lnTo>
                  <a:lnTo>
                    <a:pt x="3782058" y="711249"/>
                  </a:lnTo>
                  <a:lnTo>
                    <a:pt x="3815419" y="650005"/>
                  </a:lnTo>
                  <a:lnTo>
                    <a:pt x="3829811" y="625234"/>
                  </a:lnTo>
                  <a:lnTo>
                    <a:pt x="3875315" y="553332"/>
                  </a:lnTo>
                  <a:lnTo>
                    <a:pt x="3923103" y="487987"/>
                  </a:lnTo>
                  <a:lnTo>
                    <a:pt x="3973840" y="428933"/>
                  </a:lnTo>
                  <a:lnTo>
                    <a:pt x="4028256" y="375682"/>
                  </a:lnTo>
                  <a:lnTo>
                    <a:pt x="4087104" y="327661"/>
                  </a:lnTo>
                  <a:lnTo>
                    <a:pt x="4151108" y="284291"/>
                  </a:lnTo>
                  <a:lnTo>
                    <a:pt x="4220910" y="245042"/>
                  </a:lnTo>
                  <a:lnTo>
                    <a:pt x="4296990" y="209456"/>
                  </a:lnTo>
                  <a:lnTo>
                    <a:pt x="4379556" y="177169"/>
                  </a:lnTo>
                  <a:lnTo>
                    <a:pt x="4468413" y="147915"/>
                  </a:lnTo>
                  <a:lnTo>
                    <a:pt x="4562808" y="121527"/>
                  </a:lnTo>
                  <a:lnTo>
                    <a:pt x="4661279" y="97936"/>
                  </a:lnTo>
                  <a:lnTo>
                    <a:pt x="4761559" y="77149"/>
                  </a:lnTo>
                  <a:lnTo>
                    <a:pt x="4860581" y="59219"/>
                  </a:lnTo>
                  <a:lnTo>
                    <a:pt x="4954659" y="44208"/>
                  </a:lnTo>
                  <a:lnTo>
                    <a:pt x="5039878" y="32128"/>
                  </a:lnTo>
                  <a:lnTo>
                    <a:pt x="5112656" y="22900"/>
                  </a:lnTo>
                  <a:lnTo>
                    <a:pt x="5170374" y="16315"/>
                  </a:lnTo>
                  <a:lnTo>
                    <a:pt x="5211905" y="12031"/>
                  </a:lnTo>
                  <a:lnTo>
                    <a:pt x="5237911" y="9596"/>
                  </a:lnTo>
                  <a:lnTo>
                    <a:pt x="5250843" y="8493"/>
                  </a:lnTo>
                  <a:lnTo>
                    <a:pt x="5254746" y="8188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573" y="8191"/>
                  </a:lnTo>
                  <a:lnTo>
                    <a:pt x="6735651" y="8325"/>
                  </a:lnTo>
                  <a:lnTo>
                    <a:pt x="6755963" y="8695"/>
                  </a:lnTo>
                  <a:lnTo>
                    <a:pt x="6792155" y="9422"/>
                  </a:lnTo>
                  <a:lnTo>
                    <a:pt x="6845854" y="10619"/>
                  </a:lnTo>
                  <a:lnTo>
                    <a:pt x="6916544" y="12374"/>
                  </a:lnTo>
                  <a:lnTo>
                    <a:pt x="7001788" y="14746"/>
                  </a:lnTo>
                  <a:lnTo>
                    <a:pt x="7097796" y="17762"/>
                  </a:lnTo>
                  <a:lnTo>
                    <a:pt x="7200178" y="21423"/>
                  </a:lnTo>
                  <a:lnTo>
                    <a:pt x="7304669" y="25717"/>
                  </a:lnTo>
                  <a:lnTo>
                    <a:pt x="7407661" y="30631"/>
                  </a:lnTo>
                  <a:lnTo>
                    <a:pt x="7506464" y="36160"/>
                  </a:lnTo>
                  <a:lnTo>
                    <a:pt x="7599346" y="42320"/>
                  </a:lnTo>
                  <a:lnTo>
                    <a:pt x="7685416" y="49148"/>
                  </a:lnTo>
                  <a:lnTo>
                    <a:pt x="7764449" y="56703"/>
                  </a:lnTo>
                  <a:lnTo>
                    <a:pt x="7836693" y="65072"/>
                  </a:lnTo>
                  <a:lnTo>
                    <a:pt x="7902705" y="74360"/>
                  </a:lnTo>
                  <a:lnTo>
                    <a:pt x="7963226" y="84691"/>
                  </a:lnTo>
                  <a:lnTo>
                    <a:pt x="8019086" y="96198"/>
                  </a:lnTo>
                  <a:lnTo>
                    <a:pt x="8071131" y="109011"/>
                  </a:lnTo>
                  <a:lnTo>
                    <a:pt x="8120175" y="123232"/>
                  </a:lnTo>
                  <a:lnTo>
                    <a:pt x="8151487" y="133492"/>
                  </a:lnTo>
                  <a:lnTo>
                    <a:pt x="8204333" y="152956"/>
                  </a:lnTo>
                  <a:lnTo>
                    <a:pt x="8255503" y="174428"/>
                  </a:lnTo>
                  <a:lnTo>
                    <a:pt x="8305640" y="197936"/>
                  </a:lnTo>
                  <a:lnTo>
                    <a:pt x="8355209" y="223439"/>
                  </a:lnTo>
                  <a:lnTo>
                    <a:pt x="8404534" y="250814"/>
                  </a:lnTo>
                  <a:lnTo>
                    <a:pt x="8453822" y="279858"/>
                  </a:lnTo>
                  <a:lnTo>
                    <a:pt x="8503182" y="310281"/>
                  </a:lnTo>
                  <a:lnTo>
                    <a:pt x="8552646" y="341725"/>
                  </a:lnTo>
                  <a:lnTo>
                    <a:pt x="8602188" y="373772"/>
                  </a:lnTo>
                  <a:lnTo>
                    <a:pt x="8651751" y="405967"/>
                  </a:lnTo>
                  <a:lnTo>
                    <a:pt x="8701271" y="437849"/>
                  </a:lnTo>
                  <a:lnTo>
                    <a:pt x="8750698" y="468974"/>
                  </a:lnTo>
                  <a:lnTo>
                    <a:pt x="8800025" y="498943"/>
                  </a:lnTo>
                  <a:lnTo>
                    <a:pt x="8849309" y="527420"/>
                  </a:lnTo>
                  <a:lnTo>
                    <a:pt x="8898692" y="554146"/>
                  </a:lnTo>
                  <a:lnTo>
                    <a:pt x="8948419" y="578947"/>
                  </a:lnTo>
                  <a:lnTo>
                    <a:pt x="8998863" y="601729"/>
                  </a:lnTo>
                  <a:lnTo>
                    <a:pt x="9050548" y="622478"/>
                  </a:lnTo>
                  <a:lnTo>
                    <a:pt x="9084767" y="634769"/>
                  </a:lnTo>
                  <a:lnTo>
                    <a:pt x="9132222" y="649954"/>
                  </a:lnTo>
                  <a:lnTo>
                    <a:pt x="9182185" y="663695"/>
                  </a:lnTo>
                  <a:lnTo>
                    <a:pt x="9235415" y="676057"/>
                  </a:lnTo>
                  <a:lnTo>
                    <a:pt x="9292742" y="687155"/>
                  </a:lnTo>
                  <a:lnTo>
                    <a:pt x="9355013" y="697122"/>
                  </a:lnTo>
                  <a:lnTo>
                    <a:pt x="9423037" y="706089"/>
                  </a:lnTo>
                  <a:lnTo>
                    <a:pt x="9497505" y="714175"/>
                  </a:lnTo>
                  <a:lnTo>
                    <a:pt x="9578888" y="721478"/>
                  </a:lnTo>
                  <a:lnTo>
                    <a:pt x="9667295" y="728076"/>
                  </a:lnTo>
                  <a:lnTo>
                    <a:pt x="9762298" y="734022"/>
                  </a:lnTo>
                  <a:lnTo>
                    <a:pt x="9862743" y="739345"/>
                  </a:lnTo>
                  <a:lnTo>
                    <a:pt x="9966586" y="744052"/>
                  </a:lnTo>
                  <a:lnTo>
                    <a:pt x="10070813" y="748136"/>
                  </a:lnTo>
                  <a:lnTo>
                    <a:pt x="10171554" y="751581"/>
                  </a:lnTo>
                  <a:lnTo>
                    <a:pt x="10264431" y="754380"/>
                  </a:lnTo>
                  <a:lnTo>
                    <a:pt x="10345169" y="756541"/>
                  </a:lnTo>
                  <a:lnTo>
                    <a:pt x="10410351" y="758101"/>
                  </a:lnTo>
                  <a:lnTo>
                    <a:pt x="10458137" y="759129"/>
                  </a:lnTo>
                  <a:lnTo>
                    <a:pt x="10488723" y="759724"/>
                  </a:lnTo>
                  <a:lnTo>
                    <a:pt x="10504438" y="760001"/>
                  </a:lnTo>
                  <a:lnTo>
                    <a:pt x="10509542" y="760083"/>
                  </a:lnTo>
                  <a:lnTo>
                    <a:pt x="10509911" y="760088"/>
                  </a:lnTo>
                  <a:lnTo>
                    <a:pt x="11981298" y="760088"/>
                  </a:lnTo>
                  <a:lnTo>
                    <a:pt x="11981298" y="751915"/>
                  </a:lnTo>
                  <a:lnTo>
                    <a:pt x="10509911" y="751915"/>
                  </a:lnTo>
                  <a:lnTo>
                    <a:pt x="10508680" y="751897"/>
                  </a:lnTo>
                  <a:lnTo>
                    <a:pt x="10500603" y="751763"/>
                  </a:lnTo>
                  <a:lnTo>
                    <a:pt x="10480291" y="751393"/>
                  </a:lnTo>
                  <a:lnTo>
                    <a:pt x="10444098" y="750666"/>
                  </a:lnTo>
                  <a:lnTo>
                    <a:pt x="10390399" y="749469"/>
                  </a:lnTo>
                  <a:lnTo>
                    <a:pt x="10319709" y="747714"/>
                  </a:lnTo>
                  <a:lnTo>
                    <a:pt x="10234465" y="745342"/>
                  </a:lnTo>
                  <a:lnTo>
                    <a:pt x="10138457" y="742326"/>
                  </a:lnTo>
                  <a:lnTo>
                    <a:pt x="10036075" y="738665"/>
                  </a:lnTo>
                  <a:lnTo>
                    <a:pt x="9931584" y="734371"/>
                  </a:lnTo>
                  <a:lnTo>
                    <a:pt x="9828592" y="729457"/>
                  </a:lnTo>
                  <a:lnTo>
                    <a:pt x="9729789" y="723928"/>
                  </a:lnTo>
                  <a:lnTo>
                    <a:pt x="9636908" y="717768"/>
                  </a:lnTo>
                  <a:lnTo>
                    <a:pt x="9550837" y="710940"/>
                  </a:lnTo>
                  <a:lnTo>
                    <a:pt x="9471804" y="703385"/>
                  </a:lnTo>
                  <a:lnTo>
                    <a:pt x="9399561" y="695016"/>
                  </a:lnTo>
                  <a:lnTo>
                    <a:pt x="9333549" y="685728"/>
                  </a:lnTo>
                  <a:lnTo>
                    <a:pt x="9273027" y="675397"/>
                  </a:lnTo>
                  <a:lnTo>
                    <a:pt x="9217168" y="663890"/>
                  </a:lnTo>
                  <a:lnTo>
                    <a:pt x="9165122" y="651077"/>
                  </a:lnTo>
                  <a:lnTo>
                    <a:pt x="9116078" y="636856"/>
                  </a:lnTo>
                  <a:lnTo>
                    <a:pt x="9084767" y="626596"/>
                  </a:lnTo>
                  <a:lnTo>
                    <a:pt x="9031921" y="607132"/>
                  </a:lnTo>
                  <a:lnTo>
                    <a:pt x="8980750" y="585660"/>
                  </a:lnTo>
                  <a:lnTo>
                    <a:pt x="8930613" y="562152"/>
                  </a:lnTo>
                  <a:lnTo>
                    <a:pt x="8881044" y="536649"/>
                  </a:lnTo>
                  <a:lnTo>
                    <a:pt x="8831719" y="509274"/>
                  </a:lnTo>
                  <a:lnTo>
                    <a:pt x="8782431" y="480230"/>
                  </a:lnTo>
                  <a:lnTo>
                    <a:pt x="8733071" y="449806"/>
                  </a:lnTo>
                  <a:lnTo>
                    <a:pt x="8683608" y="418362"/>
                  </a:lnTo>
                  <a:lnTo>
                    <a:pt x="8634065" y="386316"/>
                  </a:lnTo>
                  <a:lnTo>
                    <a:pt x="8584502" y="354121"/>
                  </a:lnTo>
                  <a:lnTo>
                    <a:pt x="8534982" y="322239"/>
                  </a:lnTo>
                  <a:lnTo>
                    <a:pt x="8485555" y="291114"/>
                  </a:lnTo>
                  <a:lnTo>
                    <a:pt x="8436228" y="261145"/>
                  </a:lnTo>
                  <a:lnTo>
                    <a:pt x="8386944" y="232668"/>
                  </a:lnTo>
                  <a:lnTo>
                    <a:pt x="8337562" y="205942"/>
                  </a:lnTo>
                  <a:lnTo>
                    <a:pt x="8287834" y="181141"/>
                  </a:lnTo>
                  <a:lnTo>
                    <a:pt x="8237390" y="158359"/>
                  </a:lnTo>
                  <a:lnTo>
                    <a:pt x="8185705" y="137610"/>
                  </a:lnTo>
                  <a:lnTo>
                    <a:pt x="8151487" y="125319"/>
                  </a:lnTo>
                  <a:lnTo>
                    <a:pt x="8104031" y="110134"/>
                  </a:lnTo>
                  <a:lnTo>
                    <a:pt x="8054068" y="96393"/>
                  </a:lnTo>
                  <a:lnTo>
                    <a:pt x="8000838" y="84031"/>
                  </a:lnTo>
                  <a:lnTo>
                    <a:pt x="7943511" y="72932"/>
                  </a:lnTo>
                  <a:lnTo>
                    <a:pt x="7881240" y="62965"/>
                  </a:lnTo>
                  <a:lnTo>
                    <a:pt x="7813216" y="53999"/>
                  </a:lnTo>
                  <a:lnTo>
                    <a:pt x="7738748" y="45913"/>
                  </a:lnTo>
                  <a:lnTo>
                    <a:pt x="7657365" y="38610"/>
                  </a:lnTo>
                  <a:lnTo>
                    <a:pt x="7568958" y="32011"/>
                  </a:lnTo>
                  <a:lnTo>
                    <a:pt x="7473955" y="26066"/>
                  </a:lnTo>
                  <a:lnTo>
                    <a:pt x="7373510" y="20743"/>
                  </a:lnTo>
                  <a:lnTo>
                    <a:pt x="7269668" y="16036"/>
                  </a:lnTo>
                  <a:lnTo>
                    <a:pt x="7165441" y="11952"/>
                  </a:lnTo>
                  <a:lnTo>
                    <a:pt x="7064700" y="8506"/>
                  </a:lnTo>
                  <a:lnTo>
                    <a:pt x="6971822" y="5708"/>
                  </a:lnTo>
                  <a:lnTo>
                    <a:pt x="6891084" y="3547"/>
                  </a:lnTo>
                  <a:lnTo>
                    <a:pt x="6825902" y="1987"/>
                  </a:lnTo>
                  <a:lnTo>
                    <a:pt x="6778116" y="958"/>
                  </a:lnTo>
                  <a:lnTo>
                    <a:pt x="6747530" y="364"/>
                  </a:lnTo>
                  <a:lnTo>
                    <a:pt x="6731815" y="87"/>
                  </a:lnTo>
                  <a:lnTo>
                    <a:pt x="6726711" y="5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864" y="81"/>
                  </a:lnTo>
                  <a:lnTo>
                    <a:pt x="5246687" y="663"/>
                  </a:lnTo>
                  <a:lnTo>
                    <a:pt x="5228573" y="2270"/>
                  </a:lnTo>
                  <a:lnTo>
                    <a:pt x="5196127" y="5435"/>
                  </a:lnTo>
                  <a:lnTo>
                    <a:pt x="5147648" y="10653"/>
                  </a:lnTo>
                  <a:lnTo>
                    <a:pt x="5083257" y="18334"/>
                  </a:lnTo>
                  <a:lnTo>
                    <a:pt x="5004768" y="28764"/>
                  </a:lnTo>
                  <a:lnTo>
                    <a:pt x="4915288" y="42094"/>
                  </a:lnTo>
                  <a:lnTo>
                    <a:pt x="4818620" y="58359"/>
                  </a:lnTo>
                  <a:lnTo>
                    <a:pt x="4718638" y="77518"/>
                  </a:lnTo>
                  <a:lnTo>
                    <a:pt x="4618801" y="99509"/>
                  </a:lnTo>
                  <a:lnTo>
                    <a:pt x="4521843" y="124293"/>
                  </a:lnTo>
                  <a:lnTo>
                    <a:pt x="4429682" y="151892"/>
                  </a:lnTo>
                  <a:lnTo>
                    <a:pt x="4343459" y="182418"/>
                  </a:lnTo>
                  <a:lnTo>
                    <a:pt x="4263669" y="216077"/>
                  </a:lnTo>
                  <a:lnTo>
                    <a:pt x="4190318" y="253179"/>
                  </a:lnTo>
                  <a:lnTo>
                    <a:pt x="4123065" y="294129"/>
                  </a:lnTo>
                  <a:lnTo>
                    <a:pt x="4061351" y="339419"/>
                  </a:lnTo>
                  <a:lnTo>
                    <a:pt x="4004490" y="389605"/>
                  </a:lnTo>
                  <a:lnTo>
                    <a:pt x="3951738" y="445269"/>
                  </a:lnTo>
                  <a:lnTo>
                    <a:pt x="3902349" y="506963"/>
                  </a:lnTo>
                  <a:lnTo>
                    <a:pt x="3855614" y="575098"/>
                  </a:lnTo>
                  <a:lnTo>
                    <a:pt x="3829811" y="617061"/>
                  </a:lnTo>
                  <a:lnTo>
                    <a:pt x="3796093" y="676656"/>
                  </a:lnTo>
                  <a:lnTo>
                    <a:pt x="3763157" y="740174"/>
                  </a:lnTo>
                  <a:lnTo>
                    <a:pt x="3730813" y="807695"/>
                  </a:lnTo>
                  <a:lnTo>
                    <a:pt x="3698903" y="879248"/>
                  </a:lnTo>
                  <a:lnTo>
                    <a:pt x="3667298" y="954808"/>
                  </a:lnTo>
                  <a:lnTo>
                    <a:pt x="3635892" y="1034289"/>
                  </a:lnTo>
                  <a:lnTo>
                    <a:pt x="3604603" y="1117542"/>
                  </a:lnTo>
                  <a:lnTo>
                    <a:pt x="3573368" y="1204349"/>
                  </a:lnTo>
                  <a:lnTo>
                    <a:pt x="3542143" y="1294428"/>
                  </a:lnTo>
                  <a:lnTo>
                    <a:pt x="3510896" y="1387428"/>
                  </a:lnTo>
                  <a:lnTo>
                    <a:pt x="3479611" y="1482940"/>
                  </a:lnTo>
                  <a:lnTo>
                    <a:pt x="3448284" y="1580498"/>
                  </a:lnTo>
                  <a:lnTo>
                    <a:pt x="3416918" y="1679588"/>
                  </a:lnTo>
                  <a:lnTo>
                    <a:pt x="3385525" y="1779665"/>
                  </a:lnTo>
                  <a:lnTo>
                    <a:pt x="3354119" y="1880154"/>
                  </a:lnTo>
                  <a:lnTo>
                    <a:pt x="3322719" y="1980476"/>
                  </a:lnTo>
                  <a:lnTo>
                    <a:pt x="3291340" y="2080053"/>
                  </a:lnTo>
                  <a:lnTo>
                    <a:pt x="3259995" y="2178325"/>
                  </a:lnTo>
                  <a:lnTo>
                    <a:pt x="3228693" y="2274763"/>
                  </a:lnTo>
                  <a:lnTo>
                    <a:pt x="3197431" y="2368881"/>
                  </a:lnTo>
                  <a:lnTo>
                    <a:pt x="3166199" y="2460243"/>
                  </a:lnTo>
                  <a:lnTo>
                    <a:pt x="3134973" y="2548475"/>
                  </a:lnTo>
                  <a:lnTo>
                    <a:pt x="3103714" y="2633263"/>
                  </a:lnTo>
                  <a:lnTo>
                    <a:pt x="3072366" y="2714364"/>
                  </a:lnTo>
                  <a:lnTo>
                    <a:pt x="3040857" y="2791599"/>
                  </a:lnTo>
                  <a:lnTo>
                    <a:pt x="3009090" y="2864856"/>
                  </a:lnTo>
                  <a:lnTo>
                    <a:pt x="2976948" y="2934085"/>
                  </a:lnTo>
                  <a:lnTo>
                    <a:pt x="2944284" y="2999291"/>
                  </a:lnTo>
                  <a:lnTo>
                    <a:pt x="2910923" y="3060535"/>
                  </a:lnTo>
                  <a:lnTo>
                    <a:pt x="2896531" y="3085306"/>
                  </a:lnTo>
                  <a:lnTo>
                    <a:pt x="2851027" y="3157208"/>
                  </a:lnTo>
                  <a:lnTo>
                    <a:pt x="2803240" y="3222553"/>
                  </a:lnTo>
                  <a:lnTo>
                    <a:pt x="2752502" y="3281607"/>
                  </a:lnTo>
                  <a:lnTo>
                    <a:pt x="2698086" y="3334858"/>
                  </a:lnTo>
                  <a:lnTo>
                    <a:pt x="2639238" y="3382880"/>
                  </a:lnTo>
                  <a:lnTo>
                    <a:pt x="2575235" y="3426249"/>
                  </a:lnTo>
                  <a:lnTo>
                    <a:pt x="2505432" y="3465498"/>
                  </a:lnTo>
                  <a:lnTo>
                    <a:pt x="2429353" y="3501084"/>
                  </a:lnTo>
                  <a:lnTo>
                    <a:pt x="2346786" y="3533371"/>
                  </a:lnTo>
                  <a:lnTo>
                    <a:pt x="2257929" y="3562626"/>
                  </a:lnTo>
                  <a:lnTo>
                    <a:pt x="2163535" y="3589013"/>
                  </a:lnTo>
                  <a:lnTo>
                    <a:pt x="2065063" y="3612604"/>
                  </a:lnTo>
                  <a:lnTo>
                    <a:pt x="1964783" y="3633392"/>
                  </a:lnTo>
                  <a:lnTo>
                    <a:pt x="1865761" y="3651321"/>
                  </a:lnTo>
                  <a:lnTo>
                    <a:pt x="1771683" y="3666333"/>
                  </a:lnTo>
                  <a:lnTo>
                    <a:pt x="1686464" y="3678412"/>
                  </a:lnTo>
                  <a:lnTo>
                    <a:pt x="1613686" y="3687640"/>
                  </a:lnTo>
                  <a:lnTo>
                    <a:pt x="1555969" y="3694226"/>
                  </a:lnTo>
                  <a:lnTo>
                    <a:pt x="1514438" y="3698510"/>
                  </a:lnTo>
                  <a:lnTo>
                    <a:pt x="1488431" y="3700945"/>
                  </a:lnTo>
                  <a:lnTo>
                    <a:pt x="1475499" y="3702048"/>
                  </a:lnTo>
                  <a:lnTo>
                    <a:pt x="1471596" y="3702353"/>
                  </a:lnTo>
                  <a:lnTo>
                    <a:pt x="1471387" y="3702368"/>
                  </a:lnTo>
                  <a:lnTo>
                    <a:pt x="0" y="3702368"/>
                  </a:lnTo>
                  <a:close/>
                </a:path>
              </a:pathLst>
            </a:custGeom>
            <a:solidFill>
              <a:srgbClr val="F28E5B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089" name="pl1089"/>
            <p:cNvSpPr/>
            <p:nvPr/>
          </p:nvSpPr>
          <p:spPr>
            <a:xfrm>
              <a:off x="4799595" y="3263440"/>
              <a:ext cx="11981298" cy="3702368"/>
            </a:xfrm>
            <a:custGeom>
              <a:avLst/>
              <a:pathLst>
                <a:path w="11981298" h="3702368">
                  <a:moveTo>
                    <a:pt x="0" y="3702368"/>
                  </a:moveTo>
                  <a:lnTo>
                    <a:pt x="1471387" y="3702368"/>
                  </a:lnTo>
                  <a:lnTo>
                    <a:pt x="1472478" y="3702286"/>
                  </a:lnTo>
                  <a:lnTo>
                    <a:pt x="1479655" y="3701705"/>
                  </a:lnTo>
                  <a:lnTo>
                    <a:pt x="1497770" y="3700098"/>
                  </a:lnTo>
                  <a:lnTo>
                    <a:pt x="1530215" y="3696933"/>
                  </a:lnTo>
                  <a:lnTo>
                    <a:pt x="1578694" y="3691714"/>
                  </a:lnTo>
                  <a:lnTo>
                    <a:pt x="1643086" y="3684033"/>
                  </a:lnTo>
                  <a:lnTo>
                    <a:pt x="1721574" y="3673603"/>
                  </a:lnTo>
                  <a:lnTo>
                    <a:pt x="1811054" y="3660274"/>
                  </a:lnTo>
                  <a:lnTo>
                    <a:pt x="1907723" y="3644009"/>
                  </a:lnTo>
                  <a:lnTo>
                    <a:pt x="2007704" y="3624849"/>
                  </a:lnTo>
                  <a:lnTo>
                    <a:pt x="2107541" y="3602858"/>
                  </a:lnTo>
                  <a:lnTo>
                    <a:pt x="2204499" y="3578074"/>
                  </a:lnTo>
                  <a:lnTo>
                    <a:pt x="2296660" y="3550475"/>
                  </a:lnTo>
                  <a:lnTo>
                    <a:pt x="2382884" y="3519949"/>
                  </a:lnTo>
                  <a:lnTo>
                    <a:pt x="2462673" y="3486290"/>
                  </a:lnTo>
                  <a:lnTo>
                    <a:pt x="2536024" y="3449189"/>
                  </a:lnTo>
                  <a:lnTo>
                    <a:pt x="2603277" y="3408238"/>
                  </a:lnTo>
                  <a:lnTo>
                    <a:pt x="2664991" y="3362948"/>
                  </a:lnTo>
                  <a:lnTo>
                    <a:pt x="2721852" y="3312763"/>
                  </a:lnTo>
                  <a:lnTo>
                    <a:pt x="2774604" y="3257098"/>
                  </a:lnTo>
                  <a:lnTo>
                    <a:pt x="2823993" y="3195404"/>
                  </a:lnTo>
                  <a:lnTo>
                    <a:pt x="2870728" y="3127269"/>
                  </a:lnTo>
                  <a:lnTo>
                    <a:pt x="2896531" y="3085306"/>
                  </a:lnTo>
                  <a:lnTo>
                    <a:pt x="2930250" y="3025711"/>
                  </a:lnTo>
                  <a:lnTo>
                    <a:pt x="2963185" y="2962193"/>
                  </a:lnTo>
                  <a:lnTo>
                    <a:pt x="2995529" y="2894673"/>
                  </a:lnTo>
                  <a:lnTo>
                    <a:pt x="3027439" y="2823119"/>
                  </a:lnTo>
                  <a:lnTo>
                    <a:pt x="3059044" y="2747559"/>
                  </a:lnTo>
                  <a:lnTo>
                    <a:pt x="3090450" y="2668078"/>
                  </a:lnTo>
                  <a:lnTo>
                    <a:pt x="3121739" y="2584825"/>
                  </a:lnTo>
                  <a:lnTo>
                    <a:pt x="3152974" y="2498018"/>
                  </a:lnTo>
                  <a:lnTo>
                    <a:pt x="3184200" y="2407939"/>
                  </a:lnTo>
                  <a:lnTo>
                    <a:pt x="3215447" y="2314939"/>
                  </a:lnTo>
                  <a:lnTo>
                    <a:pt x="3246731" y="2219427"/>
                  </a:lnTo>
                  <a:lnTo>
                    <a:pt x="3278058" y="2121870"/>
                  </a:lnTo>
                  <a:lnTo>
                    <a:pt x="3309424" y="2022779"/>
                  </a:lnTo>
                  <a:lnTo>
                    <a:pt x="3340817" y="1922703"/>
                  </a:lnTo>
                  <a:lnTo>
                    <a:pt x="3372223" y="1822213"/>
                  </a:lnTo>
                  <a:lnTo>
                    <a:pt x="3403623" y="1721891"/>
                  </a:lnTo>
                  <a:lnTo>
                    <a:pt x="3435002" y="1622314"/>
                  </a:lnTo>
                  <a:lnTo>
                    <a:pt x="3466347" y="1524042"/>
                  </a:lnTo>
                  <a:lnTo>
                    <a:pt x="3497649" y="1427604"/>
                  </a:lnTo>
                  <a:lnTo>
                    <a:pt x="3528911" y="1333486"/>
                  </a:lnTo>
                  <a:lnTo>
                    <a:pt x="3560143" y="1242124"/>
                  </a:lnTo>
                  <a:lnTo>
                    <a:pt x="3591369" y="1153893"/>
                  </a:lnTo>
                  <a:lnTo>
                    <a:pt x="3622628" y="1069104"/>
                  </a:lnTo>
                  <a:lnTo>
                    <a:pt x="3653976" y="988003"/>
                  </a:lnTo>
                  <a:lnTo>
                    <a:pt x="3685485" y="910768"/>
                  </a:lnTo>
                  <a:lnTo>
                    <a:pt x="3717252" y="837511"/>
                  </a:lnTo>
                  <a:lnTo>
                    <a:pt x="3749395" y="768283"/>
                  </a:lnTo>
                  <a:lnTo>
                    <a:pt x="3782058" y="703076"/>
                  </a:lnTo>
                  <a:lnTo>
                    <a:pt x="3815419" y="641832"/>
                  </a:lnTo>
                  <a:lnTo>
                    <a:pt x="3829811" y="617061"/>
                  </a:lnTo>
                  <a:lnTo>
                    <a:pt x="3875315" y="545159"/>
                  </a:lnTo>
                  <a:lnTo>
                    <a:pt x="3923103" y="479814"/>
                  </a:lnTo>
                  <a:lnTo>
                    <a:pt x="3973840" y="420760"/>
                  </a:lnTo>
                  <a:lnTo>
                    <a:pt x="4028256" y="367509"/>
                  </a:lnTo>
                  <a:lnTo>
                    <a:pt x="4087104" y="319488"/>
                  </a:lnTo>
                  <a:lnTo>
                    <a:pt x="4151108" y="276118"/>
                  </a:lnTo>
                  <a:lnTo>
                    <a:pt x="4220910" y="236869"/>
                  </a:lnTo>
                  <a:lnTo>
                    <a:pt x="4296990" y="201283"/>
                  </a:lnTo>
                  <a:lnTo>
                    <a:pt x="4379556" y="168996"/>
                  </a:lnTo>
                  <a:lnTo>
                    <a:pt x="4468413" y="139742"/>
                  </a:lnTo>
                  <a:lnTo>
                    <a:pt x="4562808" y="113354"/>
                  </a:lnTo>
                  <a:lnTo>
                    <a:pt x="4661279" y="89763"/>
                  </a:lnTo>
                  <a:lnTo>
                    <a:pt x="4761559" y="68976"/>
                  </a:lnTo>
                  <a:lnTo>
                    <a:pt x="4860581" y="51046"/>
                  </a:lnTo>
                  <a:lnTo>
                    <a:pt x="4954659" y="36035"/>
                  </a:lnTo>
                  <a:lnTo>
                    <a:pt x="5039878" y="23955"/>
                  </a:lnTo>
                  <a:lnTo>
                    <a:pt x="5112656" y="14727"/>
                  </a:lnTo>
                  <a:lnTo>
                    <a:pt x="5170374" y="8142"/>
                  </a:lnTo>
                  <a:lnTo>
                    <a:pt x="5211905" y="3858"/>
                  </a:lnTo>
                  <a:lnTo>
                    <a:pt x="5237911" y="1423"/>
                  </a:lnTo>
                  <a:lnTo>
                    <a:pt x="5250843" y="320"/>
                  </a:lnTo>
                  <a:lnTo>
                    <a:pt x="5254746" y="15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573" y="18"/>
                  </a:lnTo>
                  <a:lnTo>
                    <a:pt x="6735651" y="152"/>
                  </a:lnTo>
                  <a:lnTo>
                    <a:pt x="6755963" y="522"/>
                  </a:lnTo>
                  <a:lnTo>
                    <a:pt x="6792155" y="1249"/>
                  </a:lnTo>
                  <a:lnTo>
                    <a:pt x="6845854" y="2446"/>
                  </a:lnTo>
                  <a:lnTo>
                    <a:pt x="6916544" y="4201"/>
                  </a:lnTo>
                  <a:lnTo>
                    <a:pt x="7001788" y="6573"/>
                  </a:lnTo>
                  <a:lnTo>
                    <a:pt x="7097796" y="9589"/>
                  </a:lnTo>
                  <a:lnTo>
                    <a:pt x="7200178" y="13250"/>
                  </a:lnTo>
                  <a:lnTo>
                    <a:pt x="7304669" y="17544"/>
                  </a:lnTo>
                  <a:lnTo>
                    <a:pt x="7407661" y="22458"/>
                  </a:lnTo>
                  <a:lnTo>
                    <a:pt x="7506464" y="27987"/>
                  </a:lnTo>
                  <a:lnTo>
                    <a:pt x="7599346" y="34147"/>
                  </a:lnTo>
                  <a:lnTo>
                    <a:pt x="7685416" y="40975"/>
                  </a:lnTo>
                  <a:lnTo>
                    <a:pt x="7764449" y="48530"/>
                  </a:lnTo>
                  <a:lnTo>
                    <a:pt x="7836693" y="56899"/>
                  </a:lnTo>
                  <a:lnTo>
                    <a:pt x="7902705" y="66187"/>
                  </a:lnTo>
                  <a:lnTo>
                    <a:pt x="7963226" y="76518"/>
                  </a:lnTo>
                  <a:lnTo>
                    <a:pt x="8019086" y="88025"/>
                  </a:lnTo>
                  <a:lnTo>
                    <a:pt x="8071131" y="100838"/>
                  </a:lnTo>
                  <a:lnTo>
                    <a:pt x="8120175" y="115059"/>
                  </a:lnTo>
                  <a:lnTo>
                    <a:pt x="8151487" y="125319"/>
                  </a:lnTo>
                  <a:lnTo>
                    <a:pt x="8204333" y="144783"/>
                  </a:lnTo>
                  <a:lnTo>
                    <a:pt x="8255503" y="166255"/>
                  </a:lnTo>
                  <a:lnTo>
                    <a:pt x="8305640" y="189763"/>
                  </a:lnTo>
                  <a:lnTo>
                    <a:pt x="8355209" y="215266"/>
                  </a:lnTo>
                  <a:lnTo>
                    <a:pt x="8404534" y="242641"/>
                  </a:lnTo>
                  <a:lnTo>
                    <a:pt x="8453822" y="271685"/>
                  </a:lnTo>
                  <a:lnTo>
                    <a:pt x="8503182" y="302108"/>
                  </a:lnTo>
                  <a:lnTo>
                    <a:pt x="8552646" y="333552"/>
                  </a:lnTo>
                  <a:lnTo>
                    <a:pt x="8602188" y="365599"/>
                  </a:lnTo>
                  <a:lnTo>
                    <a:pt x="8651751" y="397794"/>
                  </a:lnTo>
                  <a:lnTo>
                    <a:pt x="8701271" y="429676"/>
                  </a:lnTo>
                  <a:lnTo>
                    <a:pt x="8750698" y="460801"/>
                  </a:lnTo>
                  <a:lnTo>
                    <a:pt x="8800025" y="490770"/>
                  </a:lnTo>
                  <a:lnTo>
                    <a:pt x="8849309" y="519247"/>
                  </a:lnTo>
                  <a:lnTo>
                    <a:pt x="8898692" y="545973"/>
                  </a:lnTo>
                  <a:lnTo>
                    <a:pt x="8948419" y="570774"/>
                  </a:lnTo>
                  <a:lnTo>
                    <a:pt x="8998863" y="593556"/>
                  </a:lnTo>
                  <a:lnTo>
                    <a:pt x="9050548" y="614305"/>
                  </a:lnTo>
                  <a:lnTo>
                    <a:pt x="9084767" y="626596"/>
                  </a:lnTo>
                  <a:lnTo>
                    <a:pt x="9132222" y="641781"/>
                  </a:lnTo>
                  <a:lnTo>
                    <a:pt x="9182185" y="655522"/>
                  </a:lnTo>
                  <a:lnTo>
                    <a:pt x="9235415" y="667884"/>
                  </a:lnTo>
                  <a:lnTo>
                    <a:pt x="9292742" y="678982"/>
                  </a:lnTo>
                  <a:lnTo>
                    <a:pt x="9355013" y="688949"/>
                  </a:lnTo>
                  <a:lnTo>
                    <a:pt x="9423037" y="697916"/>
                  </a:lnTo>
                  <a:lnTo>
                    <a:pt x="9497505" y="706002"/>
                  </a:lnTo>
                  <a:lnTo>
                    <a:pt x="9578888" y="713305"/>
                  </a:lnTo>
                  <a:lnTo>
                    <a:pt x="9667295" y="719903"/>
                  </a:lnTo>
                  <a:lnTo>
                    <a:pt x="9762298" y="725849"/>
                  </a:lnTo>
                  <a:lnTo>
                    <a:pt x="9862743" y="731172"/>
                  </a:lnTo>
                  <a:lnTo>
                    <a:pt x="9966586" y="735879"/>
                  </a:lnTo>
                  <a:lnTo>
                    <a:pt x="10070813" y="739963"/>
                  </a:lnTo>
                  <a:lnTo>
                    <a:pt x="10171554" y="743408"/>
                  </a:lnTo>
                  <a:lnTo>
                    <a:pt x="10264431" y="746207"/>
                  </a:lnTo>
                  <a:lnTo>
                    <a:pt x="10345169" y="748368"/>
                  </a:lnTo>
                  <a:lnTo>
                    <a:pt x="10410351" y="749928"/>
                  </a:lnTo>
                  <a:lnTo>
                    <a:pt x="10458137" y="750956"/>
                  </a:lnTo>
                  <a:lnTo>
                    <a:pt x="10488723" y="751551"/>
                  </a:lnTo>
                  <a:lnTo>
                    <a:pt x="10504438" y="751828"/>
                  </a:lnTo>
                  <a:lnTo>
                    <a:pt x="10509542" y="751910"/>
                  </a:lnTo>
                  <a:lnTo>
                    <a:pt x="10509911" y="751915"/>
                  </a:lnTo>
                  <a:lnTo>
                    <a:pt x="11981298" y="75191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90" name="pl1090"/>
            <p:cNvSpPr/>
            <p:nvPr/>
          </p:nvSpPr>
          <p:spPr>
            <a:xfrm>
              <a:off x="4799595" y="3255267"/>
              <a:ext cx="11981298" cy="3702368"/>
            </a:xfrm>
            <a:custGeom>
              <a:avLst/>
              <a:pathLst>
                <a:path w="11981298" h="3702368">
                  <a:moveTo>
                    <a:pt x="11981298" y="751915"/>
                  </a:moveTo>
                  <a:lnTo>
                    <a:pt x="10509911" y="751915"/>
                  </a:lnTo>
                  <a:lnTo>
                    <a:pt x="10508680" y="751897"/>
                  </a:lnTo>
                  <a:lnTo>
                    <a:pt x="10500603" y="751763"/>
                  </a:lnTo>
                  <a:lnTo>
                    <a:pt x="10480291" y="751393"/>
                  </a:lnTo>
                  <a:lnTo>
                    <a:pt x="10444098" y="750666"/>
                  </a:lnTo>
                  <a:lnTo>
                    <a:pt x="10390399" y="749469"/>
                  </a:lnTo>
                  <a:lnTo>
                    <a:pt x="10319709" y="747714"/>
                  </a:lnTo>
                  <a:lnTo>
                    <a:pt x="10234465" y="745342"/>
                  </a:lnTo>
                  <a:lnTo>
                    <a:pt x="10138457" y="742326"/>
                  </a:lnTo>
                  <a:lnTo>
                    <a:pt x="10036075" y="738665"/>
                  </a:lnTo>
                  <a:lnTo>
                    <a:pt x="9931584" y="734371"/>
                  </a:lnTo>
                  <a:lnTo>
                    <a:pt x="9828592" y="729457"/>
                  </a:lnTo>
                  <a:lnTo>
                    <a:pt x="9729789" y="723928"/>
                  </a:lnTo>
                  <a:lnTo>
                    <a:pt x="9636908" y="717768"/>
                  </a:lnTo>
                  <a:lnTo>
                    <a:pt x="9550837" y="710940"/>
                  </a:lnTo>
                  <a:lnTo>
                    <a:pt x="9471804" y="703385"/>
                  </a:lnTo>
                  <a:lnTo>
                    <a:pt x="9399561" y="695016"/>
                  </a:lnTo>
                  <a:lnTo>
                    <a:pt x="9333549" y="685728"/>
                  </a:lnTo>
                  <a:lnTo>
                    <a:pt x="9273027" y="675397"/>
                  </a:lnTo>
                  <a:lnTo>
                    <a:pt x="9217168" y="663890"/>
                  </a:lnTo>
                  <a:lnTo>
                    <a:pt x="9165122" y="651077"/>
                  </a:lnTo>
                  <a:lnTo>
                    <a:pt x="9116078" y="636856"/>
                  </a:lnTo>
                  <a:lnTo>
                    <a:pt x="9084767" y="626596"/>
                  </a:lnTo>
                  <a:lnTo>
                    <a:pt x="9031921" y="607132"/>
                  </a:lnTo>
                  <a:lnTo>
                    <a:pt x="8980750" y="585660"/>
                  </a:lnTo>
                  <a:lnTo>
                    <a:pt x="8930613" y="562152"/>
                  </a:lnTo>
                  <a:lnTo>
                    <a:pt x="8881044" y="536649"/>
                  </a:lnTo>
                  <a:lnTo>
                    <a:pt x="8831719" y="509274"/>
                  </a:lnTo>
                  <a:lnTo>
                    <a:pt x="8782431" y="480230"/>
                  </a:lnTo>
                  <a:lnTo>
                    <a:pt x="8733071" y="449806"/>
                  </a:lnTo>
                  <a:lnTo>
                    <a:pt x="8683608" y="418362"/>
                  </a:lnTo>
                  <a:lnTo>
                    <a:pt x="8634065" y="386316"/>
                  </a:lnTo>
                  <a:lnTo>
                    <a:pt x="8584502" y="354121"/>
                  </a:lnTo>
                  <a:lnTo>
                    <a:pt x="8534982" y="322239"/>
                  </a:lnTo>
                  <a:lnTo>
                    <a:pt x="8485555" y="291114"/>
                  </a:lnTo>
                  <a:lnTo>
                    <a:pt x="8436228" y="261145"/>
                  </a:lnTo>
                  <a:lnTo>
                    <a:pt x="8386944" y="232668"/>
                  </a:lnTo>
                  <a:lnTo>
                    <a:pt x="8337562" y="205942"/>
                  </a:lnTo>
                  <a:lnTo>
                    <a:pt x="8287834" y="181141"/>
                  </a:lnTo>
                  <a:lnTo>
                    <a:pt x="8237390" y="158359"/>
                  </a:lnTo>
                  <a:lnTo>
                    <a:pt x="8185705" y="137610"/>
                  </a:lnTo>
                  <a:lnTo>
                    <a:pt x="8151487" y="125319"/>
                  </a:lnTo>
                  <a:lnTo>
                    <a:pt x="8104031" y="110134"/>
                  </a:lnTo>
                  <a:lnTo>
                    <a:pt x="8054068" y="96393"/>
                  </a:lnTo>
                  <a:lnTo>
                    <a:pt x="8000838" y="84031"/>
                  </a:lnTo>
                  <a:lnTo>
                    <a:pt x="7943511" y="72932"/>
                  </a:lnTo>
                  <a:lnTo>
                    <a:pt x="7881240" y="62965"/>
                  </a:lnTo>
                  <a:lnTo>
                    <a:pt x="7813216" y="53999"/>
                  </a:lnTo>
                  <a:lnTo>
                    <a:pt x="7738748" y="45913"/>
                  </a:lnTo>
                  <a:lnTo>
                    <a:pt x="7657365" y="38610"/>
                  </a:lnTo>
                  <a:lnTo>
                    <a:pt x="7568958" y="32011"/>
                  </a:lnTo>
                  <a:lnTo>
                    <a:pt x="7473955" y="26066"/>
                  </a:lnTo>
                  <a:lnTo>
                    <a:pt x="7373510" y="20743"/>
                  </a:lnTo>
                  <a:lnTo>
                    <a:pt x="7269668" y="16036"/>
                  </a:lnTo>
                  <a:lnTo>
                    <a:pt x="7165441" y="11952"/>
                  </a:lnTo>
                  <a:lnTo>
                    <a:pt x="7064700" y="8506"/>
                  </a:lnTo>
                  <a:lnTo>
                    <a:pt x="6971822" y="5708"/>
                  </a:lnTo>
                  <a:lnTo>
                    <a:pt x="6891084" y="3547"/>
                  </a:lnTo>
                  <a:lnTo>
                    <a:pt x="6825902" y="1987"/>
                  </a:lnTo>
                  <a:lnTo>
                    <a:pt x="6778116" y="958"/>
                  </a:lnTo>
                  <a:lnTo>
                    <a:pt x="6747530" y="364"/>
                  </a:lnTo>
                  <a:lnTo>
                    <a:pt x="6731815" y="87"/>
                  </a:lnTo>
                  <a:lnTo>
                    <a:pt x="6726711" y="5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864" y="81"/>
                  </a:lnTo>
                  <a:lnTo>
                    <a:pt x="5246687" y="663"/>
                  </a:lnTo>
                  <a:lnTo>
                    <a:pt x="5228573" y="2270"/>
                  </a:lnTo>
                  <a:lnTo>
                    <a:pt x="5196127" y="5435"/>
                  </a:lnTo>
                  <a:lnTo>
                    <a:pt x="5147648" y="10653"/>
                  </a:lnTo>
                  <a:lnTo>
                    <a:pt x="5083257" y="18334"/>
                  </a:lnTo>
                  <a:lnTo>
                    <a:pt x="5004768" y="28764"/>
                  </a:lnTo>
                  <a:lnTo>
                    <a:pt x="4915288" y="42094"/>
                  </a:lnTo>
                  <a:lnTo>
                    <a:pt x="4818620" y="58359"/>
                  </a:lnTo>
                  <a:lnTo>
                    <a:pt x="4718638" y="77518"/>
                  </a:lnTo>
                  <a:lnTo>
                    <a:pt x="4618801" y="99509"/>
                  </a:lnTo>
                  <a:lnTo>
                    <a:pt x="4521843" y="124293"/>
                  </a:lnTo>
                  <a:lnTo>
                    <a:pt x="4429682" y="151892"/>
                  </a:lnTo>
                  <a:lnTo>
                    <a:pt x="4343459" y="182418"/>
                  </a:lnTo>
                  <a:lnTo>
                    <a:pt x="4263669" y="216077"/>
                  </a:lnTo>
                  <a:lnTo>
                    <a:pt x="4190318" y="253179"/>
                  </a:lnTo>
                  <a:lnTo>
                    <a:pt x="4123065" y="294129"/>
                  </a:lnTo>
                  <a:lnTo>
                    <a:pt x="4061351" y="339419"/>
                  </a:lnTo>
                  <a:lnTo>
                    <a:pt x="4004490" y="389605"/>
                  </a:lnTo>
                  <a:lnTo>
                    <a:pt x="3951738" y="445269"/>
                  </a:lnTo>
                  <a:lnTo>
                    <a:pt x="3902349" y="506963"/>
                  </a:lnTo>
                  <a:lnTo>
                    <a:pt x="3855614" y="575098"/>
                  </a:lnTo>
                  <a:lnTo>
                    <a:pt x="3829811" y="617061"/>
                  </a:lnTo>
                  <a:lnTo>
                    <a:pt x="3796093" y="676656"/>
                  </a:lnTo>
                  <a:lnTo>
                    <a:pt x="3763157" y="740174"/>
                  </a:lnTo>
                  <a:lnTo>
                    <a:pt x="3730813" y="807695"/>
                  </a:lnTo>
                  <a:lnTo>
                    <a:pt x="3698903" y="879248"/>
                  </a:lnTo>
                  <a:lnTo>
                    <a:pt x="3667298" y="954808"/>
                  </a:lnTo>
                  <a:lnTo>
                    <a:pt x="3635892" y="1034289"/>
                  </a:lnTo>
                  <a:lnTo>
                    <a:pt x="3604603" y="1117542"/>
                  </a:lnTo>
                  <a:lnTo>
                    <a:pt x="3573368" y="1204349"/>
                  </a:lnTo>
                  <a:lnTo>
                    <a:pt x="3542143" y="1294428"/>
                  </a:lnTo>
                  <a:lnTo>
                    <a:pt x="3510896" y="1387428"/>
                  </a:lnTo>
                  <a:lnTo>
                    <a:pt x="3479611" y="1482940"/>
                  </a:lnTo>
                  <a:lnTo>
                    <a:pt x="3448284" y="1580498"/>
                  </a:lnTo>
                  <a:lnTo>
                    <a:pt x="3416918" y="1679588"/>
                  </a:lnTo>
                  <a:lnTo>
                    <a:pt x="3385525" y="1779665"/>
                  </a:lnTo>
                  <a:lnTo>
                    <a:pt x="3354119" y="1880154"/>
                  </a:lnTo>
                  <a:lnTo>
                    <a:pt x="3322719" y="1980476"/>
                  </a:lnTo>
                  <a:lnTo>
                    <a:pt x="3291340" y="2080053"/>
                  </a:lnTo>
                  <a:lnTo>
                    <a:pt x="3259995" y="2178325"/>
                  </a:lnTo>
                  <a:lnTo>
                    <a:pt x="3228693" y="2274763"/>
                  </a:lnTo>
                  <a:lnTo>
                    <a:pt x="3197431" y="2368881"/>
                  </a:lnTo>
                  <a:lnTo>
                    <a:pt x="3166199" y="2460243"/>
                  </a:lnTo>
                  <a:lnTo>
                    <a:pt x="3134973" y="2548475"/>
                  </a:lnTo>
                  <a:lnTo>
                    <a:pt x="3103714" y="2633263"/>
                  </a:lnTo>
                  <a:lnTo>
                    <a:pt x="3072366" y="2714364"/>
                  </a:lnTo>
                  <a:lnTo>
                    <a:pt x="3040857" y="2791599"/>
                  </a:lnTo>
                  <a:lnTo>
                    <a:pt x="3009090" y="2864856"/>
                  </a:lnTo>
                  <a:lnTo>
                    <a:pt x="2976948" y="2934085"/>
                  </a:lnTo>
                  <a:lnTo>
                    <a:pt x="2944284" y="2999291"/>
                  </a:lnTo>
                  <a:lnTo>
                    <a:pt x="2910923" y="3060535"/>
                  </a:lnTo>
                  <a:lnTo>
                    <a:pt x="2896531" y="3085306"/>
                  </a:lnTo>
                  <a:lnTo>
                    <a:pt x="2851027" y="3157208"/>
                  </a:lnTo>
                  <a:lnTo>
                    <a:pt x="2803240" y="3222553"/>
                  </a:lnTo>
                  <a:lnTo>
                    <a:pt x="2752502" y="3281607"/>
                  </a:lnTo>
                  <a:lnTo>
                    <a:pt x="2698086" y="3334858"/>
                  </a:lnTo>
                  <a:lnTo>
                    <a:pt x="2639238" y="3382880"/>
                  </a:lnTo>
                  <a:lnTo>
                    <a:pt x="2575235" y="3426249"/>
                  </a:lnTo>
                  <a:lnTo>
                    <a:pt x="2505432" y="3465498"/>
                  </a:lnTo>
                  <a:lnTo>
                    <a:pt x="2429353" y="3501084"/>
                  </a:lnTo>
                  <a:lnTo>
                    <a:pt x="2346786" y="3533371"/>
                  </a:lnTo>
                  <a:lnTo>
                    <a:pt x="2257929" y="3562626"/>
                  </a:lnTo>
                  <a:lnTo>
                    <a:pt x="2163535" y="3589013"/>
                  </a:lnTo>
                  <a:lnTo>
                    <a:pt x="2065063" y="3612604"/>
                  </a:lnTo>
                  <a:lnTo>
                    <a:pt x="1964783" y="3633392"/>
                  </a:lnTo>
                  <a:lnTo>
                    <a:pt x="1865761" y="3651321"/>
                  </a:lnTo>
                  <a:lnTo>
                    <a:pt x="1771683" y="3666333"/>
                  </a:lnTo>
                  <a:lnTo>
                    <a:pt x="1686464" y="3678412"/>
                  </a:lnTo>
                  <a:lnTo>
                    <a:pt x="1613686" y="3687640"/>
                  </a:lnTo>
                  <a:lnTo>
                    <a:pt x="1555969" y="3694226"/>
                  </a:lnTo>
                  <a:lnTo>
                    <a:pt x="1514438" y="3698510"/>
                  </a:lnTo>
                  <a:lnTo>
                    <a:pt x="1488431" y="3700945"/>
                  </a:lnTo>
                  <a:lnTo>
                    <a:pt x="1475499" y="3702048"/>
                  </a:lnTo>
                  <a:lnTo>
                    <a:pt x="1471596" y="3702353"/>
                  </a:lnTo>
                  <a:lnTo>
                    <a:pt x="1471387" y="3702368"/>
                  </a:lnTo>
                  <a:lnTo>
                    <a:pt x="0" y="370236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91" name="pg1091"/>
            <p:cNvSpPr/>
            <p:nvPr/>
          </p:nvSpPr>
          <p:spPr>
            <a:xfrm>
              <a:off x="4799595" y="3304305"/>
              <a:ext cx="11981298" cy="3702368"/>
            </a:xfrm>
            <a:custGeom>
              <a:avLst/>
              <a:pathLst>
                <a:path w="11981298" h="3702368">
                  <a:moveTo>
                    <a:pt x="0" y="3702368"/>
                  </a:moveTo>
                  <a:lnTo>
                    <a:pt x="1471387" y="3702368"/>
                  </a:lnTo>
                  <a:lnTo>
                    <a:pt x="1472481" y="3702287"/>
                  </a:lnTo>
                  <a:lnTo>
                    <a:pt x="1479675" y="3701710"/>
                  </a:lnTo>
                  <a:lnTo>
                    <a:pt x="1497834" y="3700117"/>
                  </a:lnTo>
                  <a:lnTo>
                    <a:pt x="1530355" y="3696978"/>
                  </a:lnTo>
                  <a:lnTo>
                    <a:pt x="1578940" y="3691804"/>
                  </a:lnTo>
                  <a:lnTo>
                    <a:pt x="1643460" y="3684189"/>
                  </a:lnTo>
                  <a:lnTo>
                    <a:pt x="1722089" y="3673850"/>
                  </a:lnTo>
                  <a:lnTo>
                    <a:pt x="1811705" y="3660636"/>
                  </a:lnTo>
                  <a:lnTo>
                    <a:pt x="1908496" y="3644516"/>
                  </a:lnTo>
                  <a:lnTo>
                    <a:pt x="2008576" y="3625528"/>
                  </a:lnTo>
                  <a:lnTo>
                    <a:pt x="2108485" y="3603735"/>
                  </a:lnTo>
                  <a:lnTo>
                    <a:pt x="2205487" y="3579176"/>
                  </a:lnTo>
                  <a:lnTo>
                    <a:pt x="2297668" y="3551827"/>
                  </a:lnTo>
                  <a:lnTo>
                    <a:pt x="2383893" y="3521577"/>
                  </a:lnTo>
                  <a:lnTo>
                    <a:pt x="2463669" y="3488220"/>
                  </a:lnTo>
                  <a:lnTo>
                    <a:pt x="2537000" y="3451447"/>
                  </a:lnTo>
                  <a:lnTo>
                    <a:pt x="2604227" y="3410856"/>
                  </a:lnTo>
                  <a:lnTo>
                    <a:pt x="2665915" y="3365958"/>
                  </a:lnTo>
                  <a:lnTo>
                    <a:pt x="2722754" y="3316200"/>
                  </a:lnTo>
                  <a:lnTo>
                    <a:pt x="2775488" y="3261005"/>
                  </a:lnTo>
                  <a:lnTo>
                    <a:pt x="2824867" y="3199829"/>
                  </a:lnTo>
                  <a:lnTo>
                    <a:pt x="2871600" y="3132266"/>
                  </a:lnTo>
                  <a:lnTo>
                    <a:pt x="2896531" y="3092117"/>
                  </a:lnTo>
                  <a:lnTo>
                    <a:pt x="2930411" y="3032884"/>
                  </a:lnTo>
                  <a:lnTo>
                    <a:pt x="2963502" y="2969733"/>
                  </a:lnTo>
                  <a:lnTo>
                    <a:pt x="2995997" y="2902584"/>
                  </a:lnTo>
                  <a:lnTo>
                    <a:pt x="3028056" y="2831409"/>
                  </a:lnTo>
                  <a:lnTo>
                    <a:pt x="3059810" y="2756233"/>
                  </a:lnTo>
                  <a:lnTo>
                    <a:pt x="3091364" y="2677145"/>
                  </a:lnTo>
                  <a:lnTo>
                    <a:pt x="3122802" y="2594296"/>
                  </a:lnTo>
                  <a:lnTo>
                    <a:pt x="3154188" y="2507906"/>
                  </a:lnTo>
                  <a:lnTo>
                    <a:pt x="3185566" y="2418261"/>
                  </a:lnTo>
                  <a:lnTo>
                    <a:pt x="3216966" y="2325716"/>
                  </a:lnTo>
                  <a:lnTo>
                    <a:pt x="3248405" y="2230684"/>
                  </a:lnTo>
                  <a:lnTo>
                    <a:pt x="3279887" y="2133636"/>
                  </a:lnTo>
                  <a:lnTo>
                    <a:pt x="3311407" y="2035087"/>
                  </a:lnTo>
                  <a:lnTo>
                    <a:pt x="3342954" y="1935590"/>
                  </a:lnTo>
                  <a:lnTo>
                    <a:pt x="3374512" y="1835719"/>
                  </a:lnTo>
                  <a:lnTo>
                    <a:pt x="3406064" y="1736059"/>
                  </a:lnTo>
                  <a:lnTo>
                    <a:pt x="3437594" y="1637186"/>
                  </a:lnTo>
                  <a:lnTo>
                    <a:pt x="3469087" y="1539662"/>
                  </a:lnTo>
                  <a:lnTo>
                    <a:pt x="3500538" y="1444013"/>
                  </a:lnTo>
                  <a:lnTo>
                    <a:pt x="3531948" y="1350724"/>
                  </a:lnTo>
                  <a:lnTo>
                    <a:pt x="3563330" y="1260225"/>
                  </a:lnTo>
                  <a:lnTo>
                    <a:pt x="3594709" y="1172888"/>
                  </a:lnTo>
                  <a:lnTo>
                    <a:pt x="3626127" y="1089018"/>
                  </a:lnTo>
                  <a:lnTo>
                    <a:pt x="3657641" y="1008853"/>
                  </a:lnTo>
                  <a:lnTo>
                    <a:pt x="3689329" y="932566"/>
                  </a:lnTo>
                  <a:lnTo>
                    <a:pt x="3721290" y="860260"/>
                  </a:lnTo>
                  <a:lnTo>
                    <a:pt x="3753648" y="791979"/>
                  </a:lnTo>
                  <a:lnTo>
                    <a:pt x="3786553" y="727710"/>
                  </a:lnTo>
                  <a:lnTo>
                    <a:pt x="3820189" y="667386"/>
                  </a:lnTo>
                  <a:lnTo>
                    <a:pt x="3829811" y="651115"/>
                  </a:lnTo>
                  <a:lnTo>
                    <a:pt x="3875355" y="579948"/>
                  </a:lnTo>
                  <a:lnTo>
                    <a:pt x="3923188" y="515277"/>
                  </a:lnTo>
                  <a:lnTo>
                    <a:pt x="3973976" y="456836"/>
                  </a:lnTo>
                  <a:lnTo>
                    <a:pt x="4028453" y="404144"/>
                  </a:lnTo>
                  <a:lnTo>
                    <a:pt x="4087370" y="356630"/>
                  </a:lnTo>
                  <a:lnTo>
                    <a:pt x="4151456" y="313723"/>
                  </a:lnTo>
                  <a:lnTo>
                    <a:pt x="4221353" y="274895"/>
                  </a:lnTo>
                  <a:lnTo>
                    <a:pt x="4297541" y="239694"/>
                  </a:lnTo>
                  <a:lnTo>
                    <a:pt x="4380226" y="207759"/>
                  </a:lnTo>
                  <a:lnTo>
                    <a:pt x="4469210" y="178825"/>
                  </a:lnTo>
                  <a:lnTo>
                    <a:pt x="4563732" y="152732"/>
                  </a:lnTo>
                  <a:lnTo>
                    <a:pt x="4662319" y="129409"/>
                  </a:lnTo>
                  <a:lnTo>
                    <a:pt x="4762691" y="108863"/>
                  </a:lnTo>
                  <a:lnTo>
                    <a:pt x="4861762" y="91150"/>
                  </a:lnTo>
                  <a:lnTo>
                    <a:pt x="4955834" y="76328"/>
                  </a:lnTo>
                  <a:lnTo>
                    <a:pt x="5040982" y="64410"/>
                  </a:lnTo>
                  <a:lnTo>
                    <a:pt x="5113623" y="55315"/>
                  </a:lnTo>
                  <a:lnTo>
                    <a:pt x="5171148" y="48834"/>
                  </a:lnTo>
                  <a:lnTo>
                    <a:pt x="5212455" y="44627"/>
                  </a:lnTo>
                  <a:lnTo>
                    <a:pt x="5238237" y="42243"/>
                  </a:lnTo>
                  <a:lnTo>
                    <a:pt x="5250981" y="41170"/>
                  </a:lnTo>
                  <a:lnTo>
                    <a:pt x="5254766" y="40878"/>
                  </a:lnTo>
                  <a:lnTo>
                    <a:pt x="5254955" y="40864"/>
                  </a:lnTo>
                  <a:lnTo>
                    <a:pt x="6726343" y="40864"/>
                  </a:lnTo>
                  <a:lnTo>
                    <a:pt x="6727550" y="40903"/>
                  </a:lnTo>
                  <a:lnTo>
                    <a:pt x="6735475" y="41181"/>
                  </a:lnTo>
                  <a:lnTo>
                    <a:pt x="6755416" y="41949"/>
                  </a:lnTo>
                  <a:lnTo>
                    <a:pt x="6790979" y="43461"/>
                  </a:lnTo>
                  <a:lnTo>
                    <a:pt x="6843806" y="45949"/>
                  </a:lnTo>
                  <a:lnTo>
                    <a:pt x="6913451" y="49599"/>
                  </a:lnTo>
                  <a:lnTo>
                    <a:pt x="6997586" y="54536"/>
                  </a:lnTo>
                  <a:lnTo>
                    <a:pt x="7092537" y="60819"/>
                  </a:lnTo>
                  <a:lnTo>
                    <a:pt x="7194007" y="68452"/>
                  </a:lnTo>
                  <a:lnTo>
                    <a:pt x="7297795" y="77411"/>
                  </a:lnTo>
                  <a:lnTo>
                    <a:pt x="7400310" y="87667"/>
                  </a:lnTo>
                  <a:lnTo>
                    <a:pt x="7498850" y="99211"/>
                  </a:lnTo>
                  <a:lnTo>
                    <a:pt x="7591648" y="112070"/>
                  </a:lnTo>
                  <a:lnTo>
                    <a:pt x="7677771" y="126317"/>
                  </a:lnTo>
                  <a:lnTo>
                    <a:pt x="7756947" y="142072"/>
                  </a:lnTo>
                  <a:lnTo>
                    <a:pt x="7829381" y="159509"/>
                  </a:lnTo>
                  <a:lnTo>
                    <a:pt x="7895598" y="178843"/>
                  </a:lnTo>
                  <a:lnTo>
                    <a:pt x="7956308" y="200328"/>
                  </a:lnTo>
                  <a:lnTo>
                    <a:pt x="8012318" y="224241"/>
                  </a:lnTo>
                  <a:lnTo>
                    <a:pt x="8064460" y="250852"/>
                  </a:lnTo>
                  <a:lnTo>
                    <a:pt x="8113539" y="280387"/>
                  </a:lnTo>
                  <a:lnTo>
                    <a:pt x="8151487" y="306487"/>
                  </a:lnTo>
                  <a:lnTo>
                    <a:pt x="8197340" y="341950"/>
                  </a:lnTo>
                  <a:lnTo>
                    <a:pt x="8241865" y="380588"/>
                  </a:lnTo>
                  <a:lnTo>
                    <a:pt x="8285503" y="422461"/>
                  </a:lnTo>
                  <a:lnTo>
                    <a:pt x="8328592" y="467544"/>
                  </a:lnTo>
                  <a:lnTo>
                    <a:pt x="8371381" y="515723"/>
                  </a:lnTo>
                  <a:lnTo>
                    <a:pt x="8414049" y="566787"/>
                  </a:lnTo>
                  <a:lnTo>
                    <a:pt x="8456712" y="620424"/>
                  </a:lnTo>
                  <a:lnTo>
                    <a:pt x="8499433" y="676225"/>
                  </a:lnTo>
                  <a:lnTo>
                    <a:pt x="8542232" y="733694"/>
                  </a:lnTo>
                  <a:lnTo>
                    <a:pt x="8585097" y="792267"/>
                  </a:lnTo>
                  <a:lnTo>
                    <a:pt x="8627995" y="851328"/>
                  </a:lnTo>
                  <a:lnTo>
                    <a:pt x="8670883" y="910243"/>
                  </a:lnTo>
                  <a:lnTo>
                    <a:pt x="8713721" y="968382"/>
                  </a:lnTo>
                  <a:lnTo>
                    <a:pt x="8756484" y="1025150"/>
                  </a:lnTo>
                  <a:lnTo>
                    <a:pt x="8799173" y="1080012"/>
                  </a:lnTo>
                  <a:lnTo>
                    <a:pt x="8841828" y="1132510"/>
                  </a:lnTo>
                  <a:lnTo>
                    <a:pt x="8884534" y="1182280"/>
                  </a:lnTo>
                  <a:lnTo>
                    <a:pt x="8927434" y="1229055"/>
                  </a:lnTo>
                  <a:lnTo>
                    <a:pt x="8970740" y="1272669"/>
                  </a:lnTo>
                  <a:lnTo>
                    <a:pt x="9014739" y="1313052"/>
                  </a:lnTo>
                  <a:lnTo>
                    <a:pt x="9059813" y="1350217"/>
                  </a:lnTo>
                  <a:lnTo>
                    <a:pt x="9084767" y="1368977"/>
                  </a:lnTo>
                  <a:lnTo>
                    <a:pt x="9131902" y="1400960"/>
                  </a:lnTo>
                  <a:lnTo>
                    <a:pt x="9181507" y="1429923"/>
                  </a:lnTo>
                  <a:lnTo>
                    <a:pt x="9234326" y="1455999"/>
                  </a:lnTo>
                  <a:lnTo>
                    <a:pt x="9291171" y="1479425"/>
                  </a:lnTo>
                  <a:lnTo>
                    <a:pt x="9352874" y="1500478"/>
                  </a:lnTo>
                  <a:lnTo>
                    <a:pt x="9420229" y="1519430"/>
                  </a:lnTo>
                  <a:lnTo>
                    <a:pt x="9493921" y="1536530"/>
                  </a:lnTo>
                  <a:lnTo>
                    <a:pt x="9574422" y="1551985"/>
                  </a:lnTo>
                  <a:lnTo>
                    <a:pt x="9661860" y="1565958"/>
                  </a:lnTo>
                  <a:lnTo>
                    <a:pt x="9755853" y="1578561"/>
                  </a:lnTo>
                  <a:lnTo>
                    <a:pt x="9855318" y="1589858"/>
                  </a:lnTo>
                  <a:lnTo>
                    <a:pt x="9958315" y="1599868"/>
                  </a:lnTo>
                  <a:lnTo>
                    <a:pt x="10061961" y="1608575"/>
                  </a:lnTo>
                  <a:lnTo>
                    <a:pt x="10162521" y="1615952"/>
                  </a:lnTo>
                  <a:lnTo>
                    <a:pt x="10255726" y="1621975"/>
                  </a:lnTo>
                  <a:lnTo>
                    <a:pt x="10337341" y="1626660"/>
                  </a:lnTo>
                  <a:lnTo>
                    <a:pt x="10403897" y="1630076"/>
                  </a:lnTo>
                  <a:lnTo>
                    <a:pt x="10453392" y="1632361"/>
                  </a:lnTo>
                  <a:lnTo>
                    <a:pt x="10485776" y="1633711"/>
                  </a:lnTo>
                  <a:lnTo>
                    <a:pt x="10503083" y="1634366"/>
                  </a:lnTo>
                  <a:lnTo>
                    <a:pt x="10509265" y="1634579"/>
                  </a:lnTo>
                  <a:lnTo>
                    <a:pt x="10509911" y="1634599"/>
                  </a:lnTo>
                  <a:lnTo>
                    <a:pt x="11981298" y="1634599"/>
                  </a:lnTo>
                  <a:lnTo>
                    <a:pt x="11981298" y="1593734"/>
                  </a:lnTo>
                  <a:lnTo>
                    <a:pt x="10509911" y="1593734"/>
                  </a:lnTo>
                  <a:lnTo>
                    <a:pt x="10508704" y="1593695"/>
                  </a:lnTo>
                  <a:lnTo>
                    <a:pt x="10500779" y="1593417"/>
                  </a:lnTo>
                  <a:lnTo>
                    <a:pt x="10480837" y="1592649"/>
                  </a:lnTo>
                  <a:lnTo>
                    <a:pt x="10445274" y="1591138"/>
                  </a:lnTo>
                  <a:lnTo>
                    <a:pt x="10392447" y="1588650"/>
                  </a:lnTo>
                  <a:lnTo>
                    <a:pt x="10322802" y="1585000"/>
                  </a:lnTo>
                  <a:lnTo>
                    <a:pt x="10238667" y="1580062"/>
                  </a:lnTo>
                  <a:lnTo>
                    <a:pt x="10143717" y="1573780"/>
                  </a:lnTo>
                  <a:lnTo>
                    <a:pt x="10042246" y="1566147"/>
                  </a:lnTo>
                  <a:lnTo>
                    <a:pt x="9938458" y="1557188"/>
                  </a:lnTo>
                  <a:lnTo>
                    <a:pt x="9835943" y="1546931"/>
                  </a:lnTo>
                  <a:lnTo>
                    <a:pt x="9737403" y="1535387"/>
                  </a:lnTo>
                  <a:lnTo>
                    <a:pt x="9644605" y="1522528"/>
                  </a:lnTo>
                  <a:lnTo>
                    <a:pt x="9558482" y="1508282"/>
                  </a:lnTo>
                  <a:lnTo>
                    <a:pt x="9479307" y="1492526"/>
                  </a:lnTo>
                  <a:lnTo>
                    <a:pt x="9406872" y="1475090"/>
                  </a:lnTo>
                  <a:lnTo>
                    <a:pt x="9340656" y="1455756"/>
                  </a:lnTo>
                  <a:lnTo>
                    <a:pt x="9279946" y="1434271"/>
                  </a:lnTo>
                  <a:lnTo>
                    <a:pt x="9223935" y="1410358"/>
                  </a:lnTo>
                  <a:lnTo>
                    <a:pt x="9171793" y="1383746"/>
                  </a:lnTo>
                  <a:lnTo>
                    <a:pt x="9122714" y="1354212"/>
                  </a:lnTo>
                  <a:lnTo>
                    <a:pt x="9084767" y="1328112"/>
                  </a:lnTo>
                  <a:lnTo>
                    <a:pt x="9038914" y="1292649"/>
                  </a:lnTo>
                  <a:lnTo>
                    <a:pt x="8994388" y="1254010"/>
                  </a:lnTo>
                  <a:lnTo>
                    <a:pt x="8950750" y="1212138"/>
                  </a:lnTo>
                  <a:lnTo>
                    <a:pt x="8907661" y="1167055"/>
                  </a:lnTo>
                  <a:lnTo>
                    <a:pt x="8864872" y="1118876"/>
                  </a:lnTo>
                  <a:lnTo>
                    <a:pt x="8822204" y="1067812"/>
                  </a:lnTo>
                  <a:lnTo>
                    <a:pt x="8779541" y="1014175"/>
                  </a:lnTo>
                  <a:lnTo>
                    <a:pt x="8736820" y="958374"/>
                  </a:lnTo>
                  <a:lnTo>
                    <a:pt x="8694021" y="900904"/>
                  </a:lnTo>
                  <a:lnTo>
                    <a:pt x="8651156" y="842332"/>
                  </a:lnTo>
                  <a:lnTo>
                    <a:pt x="8608258" y="783271"/>
                  </a:lnTo>
                  <a:lnTo>
                    <a:pt x="8565370" y="724356"/>
                  </a:lnTo>
                  <a:lnTo>
                    <a:pt x="8522532" y="666217"/>
                  </a:lnTo>
                  <a:lnTo>
                    <a:pt x="8479769" y="609448"/>
                  </a:lnTo>
                  <a:lnTo>
                    <a:pt x="8437080" y="554587"/>
                  </a:lnTo>
                  <a:lnTo>
                    <a:pt x="8394426" y="502088"/>
                  </a:lnTo>
                  <a:lnTo>
                    <a:pt x="8351720" y="452319"/>
                  </a:lnTo>
                  <a:lnTo>
                    <a:pt x="8308819" y="405544"/>
                  </a:lnTo>
                  <a:lnTo>
                    <a:pt x="8265513" y="361929"/>
                  </a:lnTo>
                  <a:lnTo>
                    <a:pt x="8221514" y="321547"/>
                  </a:lnTo>
                  <a:lnTo>
                    <a:pt x="8176440" y="284381"/>
                  </a:lnTo>
                  <a:lnTo>
                    <a:pt x="8151487" y="265622"/>
                  </a:lnTo>
                  <a:lnTo>
                    <a:pt x="8104351" y="233638"/>
                  </a:lnTo>
                  <a:lnTo>
                    <a:pt x="8054746" y="204676"/>
                  </a:lnTo>
                  <a:lnTo>
                    <a:pt x="8001927" y="178600"/>
                  </a:lnTo>
                  <a:lnTo>
                    <a:pt x="7945082" y="155174"/>
                  </a:lnTo>
                  <a:lnTo>
                    <a:pt x="7883379" y="134121"/>
                  </a:lnTo>
                  <a:lnTo>
                    <a:pt x="7816024" y="115169"/>
                  </a:lnTo>
                  <a:lnTo>
                    <a:pt x="7742332" y="98069"/>
                  </a:lnTo>
                  <a:lnTo>
                    <a:pt x="7661831" y="82614"/>
                  </a:lnTo>
                  <a:lnTo>
                    <a:pt x="7574393" y="68641"/>
                  </a:lnTo>
                  <a:lnTo>
                    <a:pt x="7480400" y="56038"/>
                  </a:lnTo>
                  <a:lnTo>
                    <a:pt x="7380935" y="44741"/>
                  </a:lnTo>
                  <a:lnTo>
                    <a:pt x="7277939" y="34731"/>
                  </a:lnTo>
                  <a:lnTo>
                    <a:pt x="7174292" y="26023"/>
                  </a:lnTo>
                  <a:lnTo>
                    <a:pt x="7073732" y="18647"/>
                  </a:lnTo>
                  <a:lnTo>
                    <a:pt x="6980528" y="12624"/>
                  </a:lnTo>
                  <a:lnTo>
                    <a:pt x="6898912" y="7939"/>
                  </a:lnTo>
                  <a:lnTo>
                    <a:pt x="6832356" y="4523"/>
                  </a:lnTo>
                  <a:lnTo>
                    <a:pt x="6782861" y="2238"/>
                  </a:lnTo>
                  <a:lnTo>
                    <a:pt x="6750478" y="888"/>
                  </a:lnTo>
                  <a:lnTo>
                    <a:pt x="6733170" y="233"/>
                  </a:lnTo>
                  <a:lnTo>
                    <a:pt x="6726988" y="20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862" y="80"/>
                  </a:lnTo>
                  <a:lnTo>
                    <a:pt x="5246667" y="657"/>
                  </a:lnTo>
                  <a:lnTo>
                    <a:pt x="5228508" y="2251"/>
                  </a:lnTo>
                  <a:lnTo>
                    <a:pt x="5195987" y="5389"/>
                  </a:lnTo>
                  <a:lnTo>
                    <a:pt x="5147402" y="10563"/>
                  </a:lnTo>
                  <a:lnTo>
                    <a:pt x="5082882" y="18178"/>
                  </a:lnTo>
                  <a:lnTo>
                    <a:pt x="5004253" y="28518"/>
                  </a:lnTo>
                  <a:lnTo>
                    <a:pt x="4914637" y="41731"/>
                  </a:lnTo>
                  <a:lnTo>
                    <a:pt x="4817846" y="57851"/>
                  </a:lnTo>
                  <a:lnTo>
                    <a:pt x="4717766" y="76840"/>
                  </a:lnTo>
                  <a:lnTo>
                    <a:pt x="4617857" y="98632"/>
                  </a:lnTo>
                  <a:lnTo>
                    <a:pt x="4520855" y="123191"/>
                  </a:lnTo>
                  <a:lnTo>
                    <a:pt x="4428674" y="150540"/>
                  </a:lnTo>
                  <a:lnTo>
                    <a:pt x="4342450" y="180790"/>
                  </a:lnTo>
                  <a:lnTo>
                    <a:pt x="4262673" y="214147"/>
                  </a:lnTo>
                  <a:lnTo>
                    <a:pt x="4189343" y="250920"/>
                  </a:lnTo>
                  <a:lnTo>
                    <a:pt x="4122115" y="291511"/>
                  </a:lnTo>
                  <a:lnTo>
                    <a:pt x="4060427" y="336410"/>
                  </a:lnTo>
                  <a:lnTo>
                    <a:pt x="4003588" y="386167"/>
                  </a:lnTo>
                  <a:lnTo>
                    <a:pt x="3950854" y="441362"/>
                  </a:lnTo>
                  <a:lnTo>
                    <a:pt x="3901475" y="502538"/>
                  </a:lnTo>
                  <a:lnTo>
                    <a:pt x="3854743" y="570101"/>
                  </a:lnTo>
                  <a:lnTo>
                    <a:pt x="3829811" y="610250"/>
                  </a:lnTo>
                  <a:lnTo>
                    <a:pt x="3795931" y="669483"/>
                  </a:lnTo>
                  <a:lnTo>
                    <a:pt x="3762840" y="732634"/>
                  </a:lnTo>
                  <a:lnTo>
                    <a:pt x="3730345" y="799783"/>
                  </a:lnTo>
                  <a:lnTo>
                    <a:pt x="3698286" y="870958"/>
                  </a:lnTo>
                  <a:lnTo>
                    <a:pt x="3666532" y="946134"/>
                  </a:lnTo>
                  <a:lnTo>
                    <a:pt x="3634978" y="1025223"/>
                  </a:lnTo>
                  <a:lnTo>
                    <a:pt x="3603540" y="1108072"/>
                  </a:lnTo>
                  <a:lnTo>
                    <a:pt x="3572154" y="1194462"/>
                  </a:lnTo>
                  <a:lnTo>
                    <a:pt x="3540776" y="1284106"/>
                  </a:lnTo>
                  <a:lnTo>
                    <a:pt x="3509376" y="1376651"/>
                  </a:lnTo>
                  <a:lnTo>
                    <a:pt x="3477937" y="1471683"/>
                  </a:lnTo>
                  <a:lnTo>
                    <a:pt x="3446456" y="1568732"/>
                  </a:lnTo>
                  <a:lnTo>
                    <a:pt x="3414935" y="1667280"/>
                  </a:lnTo>
                  <a:lnTo>
                    <a:pt x="3383388" y="1766777"/>
                  </a:lnTo>
                  <a:lnTo>
                    <a:pt x="3351830" y="1866648"/>
                  </a:lnTo>
                  <a:lnTo>
                    <a:pt x="3320278" y="1966309"/>
                  </a:lnTo>
                  <a:lnTo>
                    <a:pt x="3288749" y="2065181"/>
                  </a:lnTo>
                  <a:lnTo>
                    <a:pt x="3257255" y="2162705"/>
                  </a:lnTo>
                  <a:lnTo>
                    <a:pt x="3225804" y="2258354"/>
                  </a:lnTo>
                  <a:lnTo>
                    <a:pt x="3194394" y="2351643"/>
                  </a:lnTo>
                  <a:lnTo>
                    <a:pt x="3163013" y="2442142"/>
                  </a:lnTo>
                  <a:lnTo>
                    <a:pt x="3131633" y="2529479"/>
                  </a:lnTo>
                  <a:lnTo>
                    <a:pt x="3100215" y="2613349"/>
                  </a:lnTo>
                  <a:lnTo>
                    <a:pt x="3068701" y="2693514"/>
                  </a:lnTo>
                  <a:lnTo>
                    <a:pt x="3037013" y="2769802"/>
                  </a:lnTo>
                  <a:lnTo>
                    <a:pt x="3005052" y="2842107"/>
                  </a:lnTo>
                  <a:lnTo>
                    <a:pt x="2972694" y="2910388"/>
                  </a:lnTo>
                  <a:lnTo>
                    <a:pt x="2939789" y="2974657"/>
                  </a:lnTo>
                  <a:lnTo>
                    <a:pt x="2906153" y="3034982"/>
                  </a:lnTo>
                  <a:lnTo>
                    <a:pt x="2896531" y="3051252"/>
                  </a:lnTo>
                  <a:lnTo>
                    <a:pt x="2850987" y="3122419"/>
                  </a:lnTo>
                  <a:lnTo>
                    <a:pt x="2803154" y="3187091"/>
                  </a:lnTo>
                  <a:lnTo>
                    <a:pt x="2752366" y="3245531"/>
                  </a:lnTo>
                  <a:lnTo>
                    <a:pt x="2697889" y="3298223"/>
                  </a:lnTo>
                  <a:lnTo>
                    <a:pt x="2638972" y="3345737"/>
                  </a:lnTo>
                  <a:lnTo>
                    <a:pt x="2574886" y="3388644"/>
                  </a:lnTo>
                  <a:lnTo>
                    <a:pt x="2504989" y="3427472"/>
                  </a:lnTo>
                  <a:lnTo>
                    <a:pt x="2428801" y="3462673"/>
                  </a:lnTo>
                  <a:lnTo>
                    <a:pt x="2346116" y="3494609"/>
                  </a:lnTo>
                  <a:lnTo>
                    <a:pt x="2257132" y="3523542"/>
                  </a:lnTo>
                  <a:lnTo>
                    <a:pt x="2162610" y="3549635"/>
                  </a:lnTo>
                  <a:lnTo>
                    <a:pt x="2064023" y="3572959"/>
                  </a:lnTo>
                  <a:lnTo>
                    <a:pt x="1963652" y="3593504"/>
                  </a:lnTo>
                  <a:lnTo>
                    <a:pt x="1864580" y="3611218"/>
                  </a:lnTo>
                  <a:lnTo>
                    <a:pt x="1770508" y="3626040"/>
                  </a:lnTo>
                  <a:lnTo>
                    <a:pt x="1685360" y="3637957"/>
                  </a:lnTo>
                  <a:lnTo>
                    <a:pt x="1612719" y="3647053"/>
                  </a:lnTo>
                  <a:lnTo>
                    <a:pt x="1555194" y="3653533"/>
                  </a:lnTo>
                  <a:lnTo>
                    <a:pt x="1513887" y="3657741"/>
                  </a:lnTo>
                  <a:lnTo>
                    <a:pt x="1488105" y="3660124"/>
                  </a:lnTo>
                  <a:lnTo>
                    <a:pt x="1475361" y="3661197"/>
                  </a:lnTo>
                  <a:lnTo>
                    <a:pt x="1471576" y="3661489"/>
                  </a:lnTo>
                  <a:lnTo>
                    <a:pt x="1471387" y="3661503"/>
                  </a:lnTo>
                  <a:lnTo>
                    <a:pt x="0" y="3661503"/>
                  </a:lnTo>
                  <a:close/>
                </a:path>
              </a:pathLst>
            </a:custGeom>
            <a:solidFill>
              <a:srgbClr val="F28E5B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092" name="pl1092"/>
            <p:cNvSpPr/>
            <p:nvPr/>
          </p:nvSpPr>
          <p:spPr>
            <a:xfrm>
              <a:off x="4799595" y="3345170"/>
              <a:ext cx="11981298" cy="3661503"/>
            </a:xfrm>
            <a:custGeom>
              <a:avLst/>
              <a:pathLst>
                <a:path w="11981298" h="3661503">
                  <a:moveTo>
                    <a:pt x="0" y="3661503"/>
                  </a:moveTo>
                  <a:lnTo>
                    <a:pt x="1471387" y="3661503"/>
                  </a:lnTo>
                  <a:lnTo>
                    <a:pt x="1472481" y="3661422"/>
                  </a:lnTo>
                  <a:lnTo>
                    <a:pt x="1479675" y="3660845"/>
                  </a:lnTo>
                  <a:lnTo>
                    <a:pt x="1497834" y="3659252"/>
                  </a:lnTo>
                  <a:lnTo>
                    <a:pt x="1530355" y="3656113"/>
                  </a:lnTo>
                  <a:lnTo>
                    <a:pt x="1578940" y="3650939"/>
                  </a:lnTo>
                  <a:lnTo>
                    <a:pt x="1643460" y="3643324"/>
                  </a:lnTo>
                  <a:lnTo>
                    <a:pt x="1722089" y="3632985"/>
                  </a:lnTo>
                  <a:lnTo>
                    <a:pt x="1811705" y="3619771"/>
                  </a:lnTo>
                  <a:lnTo>
                    <a:pt x="1908496" y="3603651"/>
                  </a:lnTo>
                  <a:lnTo>
                    <a:pt x="2008576" y="3584663"/>
                  </a:lnTo>
                  <a:lnTo>
                    <a:pt x="2108485" y="3562870"/>
                  </a:lnTo>
                  <a:lnTo>
                    <a:pt x="2205487" y="3538311"/>
                  </a:lnTo>
                  <a:lnTo>
                    <a:pt x="2297668" y="3510962"/>
                  </a:lnTo>
                  <a:lnTo>
                    <a:pt x="2383893" y="3480712"/>
                  </a:lnTo>
                  <a:lnTo>
                    <a:pt x="2463669" y="3447355"/>
                  </a:lnTo>
                  <a:lnTo>
                    <a:pt x="2537000" y="3410582"/>
                  </a:lnTo>
                  <a:lnTo>
                    <a:pt x="2604227" y="3369991"/>
                  </a:lnTo>
                  <a:lnTo>
                    <a:pt x="2665915" y="3325093"/>
                  </a:lnTo>
                  <a:lnTo>
                    <a:pt x="2722754" y="3275335"/>
                  </a:lnTo>
                  <a:lnTo>
                    <a:pt x="2775488" y="3220140"/>
                  </a:lnTo>
                  <a:lnTo>
                    <a:pt x="2824867" y="3158964"/>
                  </a:lnTo>
                  <a:lnTo>
                    <a:pt x="2871600" y="3091401"/>
                  </a:lnTo>
                  <a:lnTo>
                    <a:pt x="2896531" y="3051252"/>
                  </a:lnTo>
                  <a:lnTo>
                    <a:pt x="2930411" y="2992019"/>
                  </a:lnTo>
                  <a:lnTo>
                    <a:pt x="2963502" y="2928868"/>
                  </a:lnTo>
                  <a:lnTo>
                    <a:pt x="2995997" y="2861719"/>
                  </a:lnTo>
                  <a:lnTo>
                    <a:pt x="3028056" y="2790544"/>
                  </a:lnTo>
                  <a:lnTo>
                    <a:pt x="3059810" y="2715368"/>
                  </a:lnTo>
                  <a:lnTo>
                    <a:pt x="3091364" y="2636280"/>
                  </a:lnTo>
                  <a:lnTo>
                    <a:pt x="3122802" y="2553431"/>
                  </a:lnTo>
                  <a:lnTo>
                    <a:pt x="3154188" y="2467041"/>
                  </a:lnTo>
                  <a:lnTo>
                    <a:pt x="3185566" y="2377396"/>
                  </a:lnTo>
                  <a:lnTo>
                    <a:pt x="3216966" y="2284851"/>
                  </a:lnTo>
                  <a:lnTo>
                    <a:pt x="3248405" y="2189819"/>
                  </a:lnTo>
                  <a:lnTo>
                    <a:pt x="3279887" y="2092771"/>
                  </a:lnTo>
                  <a:lnTo>
                    <a:pt x="3311407" y="1994222"/>
                  </a:lnTo>
                  <a:lnTo>
                    <a:pt x="3342954" y="1894725"/>
                  </a:lnTo>
                  <a:lnTo>
                    <a:pt x="3374512" y="1794854"/>
                  </a:lnTo>
                  <a:lnTo>
                    <a:pt x="3406064" y="1695194"/>
                  </a:lnTo>
                  <a:lnTo>
                    <a:pt x="3437594" y="1596321"/>
                  </a:lnTo>
                  <a:lnTo>
                    <a:pt x="3469087" y="1498797"/>
                  </a:lnTo>
                  <a:lnTo>
                    <a:pt x="3500538" y="1403148"/>
                  </a:lnTo>
                  <a:lnTo>
                    <a:pt x="3531948" y="1309859"/>
                  </a:lnTo>
                  <a:lnTo>
                    <a:pt x="3563330" y="1219360"/>
                  </a:lnTo>
                  <a:lnTo>
                    <a:pt x="3594709" y="1132023"/>
                  </a:lnTo>
                  <a:lnTo>
                    <a:pt x="3626127" y="1048153"/>
                  </a:lnTo>
                  <a:lnTo>
                    <a:pt x="3657641" y="967988"/>
                  </a:lnTo>
                  <a:lnTo>
                    <a:pt x="3689329" y="891701"/>
                  </a:lnTo>
                  <a:lnTo>
                    <a:pt x="3721290" y="819395"/>
                  </a:lnTo>
                  <a:lnTo>
                    <a:pt x="3753648" y="751114"/>
                  </a:lnTo>
                  <a:lnTo>
                    <a:pt x="3786553" y="686845"/>
                  </a:lnTo>
                  <a:lnTo>
                    <a:pt x="3820189" y="626521"/>
                  </a:lnTo>
                  <a:lnTo>
                    <a:pt x="3829811" y="610250"/>
                  </a:lnTo>
                  <a:lnTo>
                    <a:pt x="3875355" y="539083"/>
                  </a:lnTo>
                  <a:lnTo>
                    <a:pt x="3923188" y="474412"/>
                  </a:lnTo>
                  <a:lnTo>
                    <a:pt x="3973976" y="415971"/>
                  </a:lnTo>
                  <a:lnTo>
                    <a:pt x="4028453" y="363279"/>
                  </a:lnTo>
                  <a:lnTo>
                    <a:pt x="4087370" y="315765"/>
                  </a:lnTo>
                  <a:lnTo>
                    <a:pt x="4151456" y="272858"/>
                  </a:lnTo>
                  <a:lnTo>
                    <a:pt x="4221353" y="234030"/>
                  </a:lnTo>
                  <a:lnTo>
                    <a:pt x="4297541" y="198829"/>
                  </a:lnTo>
                  <a:lnTo>
                    <a:pt x="4380226" y="166894"/>
                  </a:lnTo>
                  <a:lnTo>
                    <a:pt x="4469210" y="137960"/>
                  </a:lnTo>
                  <a:lnTo>
                    <a:pt x="4563732" y="111867"/>
                  </a:lnTo>
                  <a:lnTo>
                    <a:pt x="4662319" y="88544"/>
                  </a:lnTo>
                  <a:lnTo>
                    <a:pt x="4762691" y="67998"/>
                  </a:lnTo>
                  <a:lnTo>
                    <a:pt x="4861762" y="50285"/>
                  </a:lnTo>
                  <a:lnTo>
                    <a:pt x="4955834" y="35463"/>
                  </a:lnTo>
                  <a:lnTo>
                    <a:pt x="5040982" y="23545"/>
                  </a:lnTo>
                  <a:lnTo>
                    <a:pt x="5113623" y="14450"/>
                  </a:lnTo>
                  <a:lnTo>
                    <a:pt x="5171148" y="7969"/>
                  </a:lnTo>
                  <a:lnTo>
                    <a:pt x="5212455" y="3762"/>
                  </a:lnTo>
                  <a:lnTo>
                    <a:pt x="5238237" y="1378"/>
                  </a:lnTo>
                  <a:lnTo>
                    <a:pt x="5250981" y="305"/>
                  </a:lnTo>
                  <a:lnTo>
                    <a:pt x="5254766" y="13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550" y="38"/>
                  </a:lnTo>
                  <a:lnTo>
                    <a:pt x="6735475" y="316"/>
                  </a:lnTo>
                  <a:lnTo>
                    <a:pt x="6755416" y="1084"/>
                  </a:lnTo>
                  <a:lnTo>
                    <a:pt x="6790979" y="2596"/>
                  </a:lnTo>
                  <a:lnTo>
                    <a:pt x="6843806" y="5084"/>
                  </a:lnTo>
                  <a:lnTo>
                    <a:pt x="6913451" y="8734"/>
                  </a:lnTo>
                  <a:lnTo>
                    <a:pt x="6997586" y="13671"/>
                  </a:lnTo>
                  <a:lnTo>
                    <a:pt x="7092537" y="19954"/>
                  </a:lnTo>
                  <a:lnTo>
                    <a:pt x="7194007" y="27587"/>
                  </a:lnTo>
                  <a:lnTo>
                    <a:pt x="7297795" y="36546"/>
                  </a:lnTo>
                  <a:lnTo>
                    <a:pt x="7400310" y="46802"/>
                  </a:lnTo>
                  <a:lnTo>
                    <a:pt x="7498850" y="58346"/>
                  </a:lnTo>
                  <a:lnTo>
                    <a:pt x="7591648" y="71205"/>
                  </a:lnTo>
                  <a:lnTo>
                    <a:pt x="7677771" y="85452"/>
                  </a:lnTo>
                  <a:lnTo>
                    <a:pt x="7756947" y="101207"/>
                  </a:lnTo>
                  <a:lnTo>
                    <a:pt x="7829381" y="118644"/>
                  </a:lnTo>
                  <a:lnTo>
                    <a:pt x="7895598" y="137978"/>
                  </a:lnTo>
                  <a:lnTo>
                    <a:pt x="7956308" y="159463"/>
                  </a:lnTo>
                  <a:lnTo>
                    <a:pt x="8012318" y="183376"/>
                  </a:lnTo>
                  <a:lnTo>
                    <a:pt x="8064460" y="209987"/>
                  </a:lnTo>
                  <a:lnTo>
                    <a:pt x="8113539" y="239522"/>
                  </a:lnTo>
                  <a:lnTo>
                    <a:pt x="8151487" y="265622"/>
                  </a:lnTo>
                  <a:lnTo>
                    <a:pt x="8197340" y="301085"/>
                  </a:lnTo>
                  <a:lnTo>
                    <a:pt x="8241865" y="339723"/>
                  </a:lnTo>
                  <a:lnTo>
                    <a:pt x="8285503" y="381596"/>
                  </a:lnTo>
                  <a:lnTo>
                    <a:pt x="8328592" y="426679"/>
                  </a:lnTo>
                  <a:lnTo>
                    <a:pt x="8371381" y="474858"/>
                  </a:lnTo>
                  <a:lnTo>
                    <a:pt x="8414049" y="525922"/>
                  </a:lnTo>
                  <a:lnTo>
                    <a:pt x="8456712" y="579559"/>
                  </a:lnTo>
                  <a:lnTo>
                    <a:pt x="8499433" y="635360"/>
                  </a:lnTo>
                  <a:lnTo>
                    <a:pt x="8542232" y="692829"/>
                  </a:lnTo>
                  <a:lnTo>
                    <a:pt x="8585097" y="751402"/>
                  </a:lnTo>
                  <a:lnTo>
                    <a:pt x="8627995" y="810463"/>
                  </a:lnTo>
                  <a:lnTo>
                    <a:pt x="8670883" y="869378"/>
                  </a:lnTo>
                  <a:lnTo>
                    <a:pt x="8713721" y="927517"/>
                  </a:lnTo>
                  <a:lnTo>
                    <a:pt x="8756484" y="984285"/>
                  </a:lnTo>
                  <a:lnTo>
                    <a:pt x="8799173" y="1039147"/>
                  </a:lnTo>
                  <a:lnTo>
                    <a:pt x="8841828" y="1091645"/>
                  </a:lnTo>
                  <a:lnTo>
                    <a:pt x="8884534" y="1141415"/>
                  </a:lnTo>
                  <a:lnTo>
                    <a:pt x="8927434" y="1188190"/>
                  </a:lnTo>
                  <a:lnTo>
                    <a:pt x="8970740" y="1231804"/>
                  </a:lnTo>
                  <a:lnTo>
                    <a:pt x="9014739" y="1272187"/>
                  </a:lnTo>
                  <a:lnTo>
                    <a:pt x="9059813" y="1309352"/>
                  </a:lnTo>
                  <a:lnTo>
                    <a:pt x="9084767" y="1328112"/>
                  </a:lnTo>
                  <a:lnTo>
                    <a:pt x="9131902" y="1360095"/>
                  </a:lnTo>
                  <a:lnTo>
                    <a:pt x="9181507" y="1389058"/>
                  </a:lnTo>
                  <a:lnTo>
                    <a:pt x="9234326" y="1415134"/>
                  </a:lnTo>
                  <a:lnTo>
                    <a:pt x="9291171" y="1438560"/>
                  </a:lnTo>
                  <a:lnTo>
                    <a:pt x="9352874" y="1459613"/>
                  </a:lnTo>
                  <a:lnTo>
                    <a:pt x="9420229" y="1478565"/>
                  </a:lnTo>
                  <a:lnTo>
                    <a:pt x="9493921" y="1495665"/>
                  </a:lnTo>
                  <a:lnTo>
                    <a:pt x="9574422" y="1511120"/>
                  </a:lnTo>
                  <a:lnTo>
                    <a:pt x="9661860" y="1525093"/>
                  </a:lnTo>
                  <a:lnTo>
                    <a:pt x="9755853" y="1537696"/>
                  </a:lnTo>
                  <a:lnTo>
                    <a:pt x="9855318" y="1548993"/>
                  </a:lnTo>
                  <a:lnTo>
                    <a:pt x="9958315" y="1559003"/>
                  </a:lnTo>
                  <a:lnTo>
                    <a:pt x="10061961" y="1567710"/>
                  </a:lnTo>
                  <a:lnTo>
                    <a:pt x="10162521" y="1575087"/>
                  </a:lnTo>
                  <a:lnTo>
                    <a:pt x="10255726" y="1581110"/>
                  </a:lnTo>
                  <a:lnTo>
                    <a:pt x="10337341" y="1585795"/>
                  </a:lnTo>
                  <a:lnTo>
                    <a:pt x="10403897" y="1589211"/>
                  </a:lnTo>
                  <a:lnTo>
                    <a:pt x="10453392" y="1591496"/>
                  </a:lnTo>
                  <a:lnTo>
                    <a:pt x="10485776" y="1592846"/>
                  </a:lnTo>
                  <a:lnTo>
                    <a:pt x="10503083" y="1593501"/>
                  </a:lnTo>
                  <a:lnTo>
                    <a:pt x="10509265" y="1593714"/>
                  </a:lnTo>
                  <a:lnTo>
                    <a:pt x="10509911" y="1593734"/>
                  </a:lnTo>
                  <a:lnTo>
                    <a:pt x="11981298" y="159373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93" name="pl1093"/>
            <p:cNvSpPr/>
            <p:nvPr/>
          </p:nvSpPr>
          <p:spPr>
            <a:xfrm>
              <a:off x="4799595" y="3304305"/>
              <a:ext cx="11981298" cy="3661503"/>
            </a:xfrm>
            <a:custGeom>
              <a:avLst/>
              <a:pathLst>
                <a:path w="11981298" h="3661503">
                  <a:moveTo>
                    <a:pt x="11981298" y="1593734"/>
                  </a:moveTo>
                  <a:lnTo>
                    <a:pt x="10509911" y="1593734"/>
                  </a:lnTo>
                  <a:lnTo>
                    <a:pt x="10508704" y="1593695"/>
                  </a:lnTo>
                  <a:lnTo>
                    <a:pt x="10500779" y="1593417"/>
                  </a:lnTo>
                  <a:lnTo>
                    <a:pt x="10480837" y="1592649"/>
                  </a:lnTo>
                  <a:lnTo>
                    <a:pt x="10445274" y="1591138"/>
                  </a:lnTo>
                  <a:lnTo>
                    <a:pt x="10392447" y="1588650"/>
                  </a:lnTo>
                  <a:lnTo>
                    <a:pt x="10322802" y="1585000"/>
                  </a:lnTo>
                  <a:lnTo>
                    <a:pt x="10238667" y="1580062"/>
                  </a:lnTo>
                  <a:lnTo>
                    <a:pt x="10143717" y="1573780"/>
                  </a:lnTo>
                  <a:lnTo>
                    <a:pt x="10042246" y="1566147"/>
                  </a:lnTo>
                  <a:lnTo>
                    <a:pt x="9938458" y="1557188"/>
                  </a:lnTo>
                  <a:lnTo>
                    <a:pt x="9835943" y="1546931"/>
                  </a:lnTo>
                  <a:lnTo>
                    <a:pt x="9737403" y="1535387"/>
                  </a:lnTo>
                  <a:lnTo>
                    <a:pt x="9644605" y="1522528"/>
                  </a:lnTo>
                  <a:lnTo>
                    <a:pt x="9558482" y="1508282"/>
                  </a:lnTo>
                  <a:lnTo>
                    <a:pt x="9479307" y="1492526"/>
                  </a:lnTo>
                  <a:lnTo>
                    <a:pt x="9406872" y="1475090"/>
                  </a:lnTo>
                  <a:lnTo>
                    <a:pt x="9340656" y="1455756"/>
                  </a:lnTo>
                  <a:lnTo>
                    <a:pt x="9279946" y="1434271"/>
                  </a:lnTo>
                  <a:lnTo>
                    <a:pt x="9223935" y="1410358"/>
                  </a:lnTo>
                  <a:lnTo>
                    <a:pt x="9171793" y="1383746"/>
                  </a:lnTo>
                  <a:lnTo>
                    <a:pt x="9122714" y="1354212"/>
                  </a:lnTo>
                  <a:lnTo>
                    <a:pt x="9084767" y="1328112"/>
                  </a:lnTo>
                  <a:lnTo>
                    <a:pt x="9038914" y="1292649"/>
                  </a:lnTo>
                  <a:lnTo>
                    <a:pt x="8994388" y="1254010"/>
                  </a:lnTo>
                  <a:lnTo>
                    <a:pt x="8950750" y="1212138"/>
                  </a:lnTo>
                  <a:lnTo>
                    <a:pt x="8907661" y="1167055"/>
                  </a:lnTo>
                  <a:lnTo>
                    <a:pt x="8864872" y="1118876"/>
                  </a:lnTo>
                  <a:lnTo>
                    <a:pt x="8822204" y="1067812"/>
                  </a:lnTo>
                  <a:lnTo>
                    <a:pt x="8779541" y="1014175"/>
                  </a:lnTo>
                  <a:lnTo>
                    <a:pt x="8736820" y="958374"/>
                  </a:lnTo>
                  <a:lnTo>
                    <a:pt x="8694021" y="900904"/>
                  </a:lnTo>
                  <a:lnTo>
                    <a:pt x="8651156" y="842332"/>
                  </a:lnTo>
                  <a:lnTo>
                    <a:pt x="8608258" y="783271"/>
                  </a:lnTo>
                  <a:lnTo>
                    <a:pt x="8565370" y="724356"/>
                  </a:lnTo>
                  <a:lnTo>
                    <a:pt x="8522532" y="666217"/>
                  </a:lnTo>
                  <a:lnTo>
                    <a:pt x="8479769" y="609448"/>
                  </a:lnTo>
                  <a:lnTo>
                    <a:pt x="8437080" y="554587"/>
                  </a:lnTo>
                  <a:lnTo>
                    <a:pt x="8394426" y="502088"/>
                  </a:lnTo>
                  <a:lnTo>
                    <a:pt x="8351720" y="452319"/>
                  </a:lnTo>
                  <a:lnTo>
                    <a:pt x="8308819" y="405544"/>
                  </a:lnTo>
                  <a:lnTo>
                    <a:pt x="8265513" y="361929"/>
                  </a:lnTo>
                  <a:lnTo>
                    <a:pt x="8221514" y="321547"/>
                  </a:lnTo>
                  <a:lnTo>
                    <a:pt x="8176440" y="284381"/>
                  </a:lnTo>
                  <a:lnTo>
                    <a:pt x="8151487" y="265622"/>
                  </a:lnTo>
                  <a:lnTo>
                    <a:pt x="8104351" y="233638"/>
                  </a:lnTo>
                  <a:lnTo>
                    <a:pt x="8054746" y="204676"/>
                  </a:lnTo>
                  <a:lnTo>
                    <a:pt x="8001927" y="178600"/>
                  </a:lnTo>
                  <a:lnTo>
                    <a:pt x="7945082" y="155174"/>
                  </a:lnTo>
                  <a:lnTo>
                    <a:pt x="7883379" y="134121"/>
                  </a:lnTo>
                  <a:lnTo>
                    <a:pt x="7816024" y="115169"/>
                  </a:lnTo>
                  <a:lnTo>
                    <a:pt x="7742332" y="98069"/>
                  </a:lnTo>
                  <a:lnTo>
                    <a:pt x="7661831" y="82614"/>
                  </a:lnTo>
                  <a:lnTo>
                    <a:pt x="7574393" y="68641"/>
                  </a:lnTo>
                  <a:lnTo>
                    <a:pt x="7480400" y="56038"/>
                  </a:lnTo>
                  <a:lnTo>
                    <a:pt x="7380935" y="44741"/>
                  </a:lnTo>
                  <a:lnTo>
                    <a:pt x="7277939" y="34731"/>
                  </a:lnTo>
                  <a:lnTo>
                    <a:pt x="7174292" y="26023"/>
                  </a:lnTo>
                  <a:lnTo>
                    <a:pt x="7073732" y="18647"/>
                  </a:lnTo>
                  <a:lnTo>
                    <a:pt x="6980528" y="12624"/>
                  </a:lnTo>
                  <a:lnTo>
                    <a:pt x="6898912" y="7939"/>
                  </a:lnTo>
                  <a:lnTo>
                    <a:pt x="6832356" y="4523"/>
                  </a:lnTo>
                  <a:lnTo>
                    <a:pt x="6782861" y="2238"/>
                  </a:lnTo>
                  <a:lnTo>
                    <a:pt x="6750478" y="888"/>
                  </a:lnTo>
                  <a:lnTo>
                    <a:pt x="6733170" y="233"/>
                  </a:lnTo>
                  <a:lnTo>
                    <a:pt x="6726988" y="20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862" y="80"/>
                  </a:lnTo>
                  <a:lnTo>
                    <a:pt x="5246667" y="657"/>
                  </a:lnTo>
                  <a:lnTo>
                    <a:pt x="5228508" y="2251"/>
                  </a:lnTo>
                  <a:lnTo>
                    <a:pt x="5195987" y="5389"/>
                  </a:lnTo>
                  <a:lnTo>
                    <a:pt x="5147402" y="10563"/>
                  </a:lnTo>
                  <a:lnTo>
                    <a:pt x="5082882" y="18178"/>
                  </a:lnTo>
                  <a:lnTo>
                    <a:pt x="5004253" y="28518"/>
                  </a:lnTo>
                  <a:lnTo>
                    <a:pt x="4914637" y="41731"/>
                  </a:lnTo>
                  <a:lnTo>
                    <a:pt x="4817846" y="57851"/>
                  </a:lnTo>
                  <a:lnTo>
                    <a:pt x="4717766" y="76840"/>
                  </a:lnTo>
                  <a:lnTo>
                    <a:pt x="4617857" y="98632"/>
                  </a:lnTo>
                  <a:lnTo>
                    <a:pt x="4520855" y="123191"/>
                  </a:lnTo>
                  <a:lnTo>
                    <a:pt x="4428674" y="150540"/>
                  </a:lnTo>
                  <a:lnTo>
                    <a:pt x="4342450" y="180790"/>
                  </a:lnTo>
                  <a:lnTo>
                    <a:pt x="4262673" y="214147"/>
                  </a:lnTo>
                  <a:lnTo>
                    <a:pt x="4189343" y="250920"/>
                  </a:lnTo>
                  <a:lnTo>
                    <a:pt x="4122115" y="291511"/>
                  </a:lnTo>
                  <a:lnTo>
                    <a:pt x="4060427" y="336410"/>
                  </a:lnTo>
                  <a:lnTo>
                    <a:pt x="4003588" y="386167"/>
                  </a:lnTo>
                  <a:lnTo>
                    <a:pt x="3950854" y="441362"/>
                  </a:lnTo>
                  <a:lnTo>
                    <a:pt x="3901475" y="502538"/>
                  </a:lnTo>
                  <a:lnTo>
                    <a:pt x="3854743" y="570101"/>
                  </a:lnTo>
                  <a:lnTo>
                    <a:pt x="3829811" y="610250"/>
                  </a:lnTo>
                  <a:lnTo>
                    <a:pt x="3795931" y="669483"/>
                  </a:lnTo>
                  <a:lnTo>
                    <a:pt x="3762840" y="732634"/>
                  </a:lnTo>
                  <a:lnTo>
                    <a:pt x="3730345" y="799783"/>
                  </a:lnTo>
                  <a:lnTo>
                    <a:pt x="3698286" y="870958"/>
                  </a:lnTo>
                  <a:lnTo>
                    <a:pt x="3666532" y="946134"/>
                  </a:lnTo>
                  <a:lnTo>
                    <a:pt x="3634978" y="1025223"/>
                  </a:lnTo>
                  <a:lnTo>
                    <a:pt x="3603540" y="1108072"/>
                  </a:lnTo>
                  <a:lnTo>
                    <a:pt x="3572154" y="1194462"/>
                  </a:lnTo>
                  <a:lnTo>
                    <a:pt x="3540776" y="1284106"/>
                  </a:lnTo>
                  <a:lnTo>
                    <a:pt x="3509376" y="1376651"/>
                  </a:lnTo>
                  <a:lnTo>
                    <a:pt x="3477937" y="1471683"/>
                  </a:lnTo>
                  <a:lnTo>
                    <a:pt x="3446456" y="1568732"/>
                  </a:lnTo>
                  <a:lnTo>
                    <a:pt x="3414935" y="1667280"/>
                  </a:lnTo>
                  <a:lnTo>
                    <a:pt x="3383388" y="1766777"/>
                  </a:lnTo>
                  <a:lnTo>
                    <a:pt x="3351830" y="1866648"/>
                  </a:lnTo>
                  <a:lnTo>
                    <a:pt x="3320278" y="1966309"/>
                  </a:lnTo>
                  <a:lnTo>
                    <a:pt x="3288749" y="2065181"/>
                  </a:lnTo>
                  <a:lnTo>
                    <a:pt x="3257255" y="2162705"/>
                  </a:lnTo>
                  <a:lnTo>
                    <a:pt x="3225804" y="2258354"/>
                  </a:lnTo>
                  <a:lnTo>
                    <a:pt x="3194394" y="2351643"/>
                  </a:lnTo>
                  <a:lnTo>
                    <a:pt x="3163013" y="2442142"/>
                  </a:lnTo>
                  <a:lnTo>
                    <a:pt x="3131633" y="2529479"/>
                  </a:lnTo>
                  <a:lnTo>
                    <a:pt x="3100215" y="2613349"/>
                  </a:lnTo>
                  <a:lnTo>
                    <a:pt x="3068701" y="2693514"/>
                  </a:lnTo>
                  <a:lnTo>
                    <a:pt x="3037013" y="2769802"/>
                  </a:lnTo>
                  <a:lnTo>
                    <a:pt x="3005052" y="2842107"/>
                  </a:lnTo>
                  <a:lnTo>
                    <a:pt x="2972694" y="2910388"/>
                  </a:lnTo>
                  <a:lnTo>
                    <a:pt x="2939789" y="2974657"/>
                  </a:lnTo>
                  <a:lnTo>
                    <a:pt x="2906153" y="3034982"/>
                  </a:lnTo>
                  <a:lnTo>
                    <a:pt x="2896531" y="3051252"/>
                  </a:lnTo>
                  <a:lnTo>
                    <a:pt x="2850987" y="3122419"/>
                  </a:lnTo>
                  <a:lnTo>
                    <a:pt x="2803154" y="3187091"/>
                  </a:lnTo>
                  <a:lnTo>
                    <a:pt x="2752366" y="3245531"/>
                  </a:lnTo>
                  <a:lnTo>
                    <a:pt x="2697889" y="3298223"/>
                  </a:lnTo>
                  <a:lnTo>
                    <a:pt x="2638972" y="3345737"/>
                  </a:lnTo>
                  <a:lnTo>
                    <a:pt x="2574886" y="3388644"/>
                  </a:lnTo>
                  <a:lnTo>
                    <a:pt x="2504989" y="3427472"/>
                  </a:lnTo>
                  <a:lnTo>
                    <a:pt x="2428801" y="3462673"/>
                  </a:lnTo>
                  <a:lnTo>
                    <a:pt x="2346116" y="3494609"/>
                  </a:lnTo>
                  <a:lnTo>
                    <a:pt x="2257132" y="3523542"/>
                  </a:lnTo>
                  <a:lnTo>
                    <a:pt x="2162610" y="3549635"/>
                  </a:lnTo>
                  <a:lnTo>
                    <a:pt x="2064023" y="3572959"/>
                  </a:lnTo>
                  <a:lnTo>
                    <a:pt x="1963652" y="3593504"/>
                  </a:lnTo>
                  <a:lnTo>
                    <a:pt x="1864580" y="3611218"/>
                  </a:lnTo>
                  <a:lnTo>
                    <a:pt x="1770508" y="3626040"/>
                  </a:lnTo>
                  <a:lnTo>
                    <a:pt x="1685360" y="3637957"/>
                  </a:lnTo>
                  <a:lnTo>
                    <a:pt x="1612719" y="3647053"/>
                  </a:lnTo>
                  <a:lnTo>
                    <a:pt x="1555194" y="3653533"/>
                  </a:lnTo>
                  <a:lnTo>
                    <a:pt x="1513887" y="3657741"/>
                  </a:lnTo>
                  <a:lnTo>
                    <a:pt x="1488105" y="3660124"/>
                  </a:lnTo>
                  <a:lnTo>
                    <a:pt x="1475361" y="3661197"/>
                  </a:lnTo>
                  <a:lnTo>
                    <a:pt x="1471576" y="3661489"/>
                  </a:lnTo>
                  <a:lnTo>
                    <a:pt x="1471387" y="3661503"/>
                  </a:lnTo>
                  <a:lnTo>
                    <a:pt x="0" y="366150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94" name="pg1094"/>
            <p:cNvSpPr/>
            <p:nvPr/>
          </p:nvSpPr>
          <p:spPr>
            <a:xfrm>
              <a:off x="4799595" y="3377862"/>
              <a:ext cx="11981298" cy="3636984"/>
            </a:xfrm>
            <a:custGeom>
              <a:avLst/>
              <a:pathLst>
                <a:path w="11981298" h="3636984">
                  <a:moveTo>
                    <a:pt x="0" y="3636984"/>
                  </a:moveTo>
                  <a:lnTo>
                    <a:pt x="1471387" y="3636984"/>
                  </a:lnTo>
                  <a:lnTo>
                    <a:pt x="1472483" y="3636903"/>
                  </a:lnTo>
                  <a:lnTo>
                    <a:pt x="1479692" y="3636331"/>
                  </a:lnTo>
                  <a:lnTo>
                    <a:pt x="1497886" y="3634748"/>
                  </a:lnTo>
                  <a:lnTo>
                    <a:pt x="1530467" y="3631631"/>
                  </a:lnTo>
                  <a:lnTo>
                    <a:pt x="1579135" y="3626493"/>
                  </a:lnTo>
                  <a:lnTo>
                    <a:pt x="1643758" y="3618931"/>
                  </a:lnTo>
                  <a:lnTo>
                    <a:pt x="1722498" y="3608664"/>
                  </a:lnTo>
                  <a:lnTo>
                    <a:pt x="1812223" y="3595545"/>
                  </a:lnTo>
                  <a:lnTo>
                    <a:pt x="1909111" y="3579540"/>
                  </a:lnTo>
                  <a:lnTo>
                    <a:pt x="2009269" y="3560690"/>
                  </a:lnTo>
                  <a:lnTo>
                    <a:pt x="2109235" y="3539058"/>
                  </a:lnTo>
                  <a:lnTo>
                    <a:pt x="2206272" y="3514679"/>
                  </a:lnTo>
                  <a:lnTo>
                    <a:pt x="2298469" y="3487531"/>
                  </a:lnTo>
                  <a:lnTo>
                    <a:pt x="2384694" y="3457503"/>
                  </a:lnTo>
                  <a:lnTo>
                    <a:pt x="2464461" y="3424389"/>
                  </a:lnTo>
                  <a:lnTo>
                    <a:pt x="2537774" y="3387881"/>
                  </a:lnTo>
                  <a:lnTo>
                    <a:pt x="2604981" y="3347579"/>
                  </a:lnTo>
                  <a:lnTo>
                    <a:pt x="2666649" y="3302996"/>
                  </a:lnTo>
                  <a:lnTo>
                    <a:pt x="2723470" y="3253583"/>
                  </a:lnTo>
                  <a:lnTo>
                    <a:pt x="2776191" y="3198767"/>
                  </a:lnTo>
                  <a:lnTo>
                    <a:pt x="2825562" y="3138008"/>
                  </a:lnTo>
                  <a:lnTo>
                    <a:pt x="2872292" y="3070906"/>
                  </a:lnTo>
                  <a:lnTo>
                    <a:pt x="2896531" y="3032182"/>
                  </a:lnTo>
                  <a:lnTo>
                    <a:pt x="2930542" y="2973240"/>
                  </a:lnTo>
                  <a:lnTo>
                    <a:pt x="2963759" y="2910385"/>
                  </a:lnTo>
                  <a:lnTo>
                    <a:pt x="2996376" y="2843536"/>
                  </a:lnTo>
                  <a:lnTo>
                    <a:pt x="3028555" y="2772665"/>
                  </a:lnTo>
                  <a:lnTo>
                    <a:pt x="3060429" y="2697799"/>
                  </a:lnTo>
                  <a:lnTo>
                    <a:pt x="3092104" y="2619027"/>
                  </a:lnTo>
                  <a:lnTo>
                    <a:pt x="3123663" y="2536504"/>
                  </a:lnTo>
                  <a:lnTo>
                    <a:pt x="3155171" y="2450451"/>
                  </a:lnTo>
                  <a:lnTo>
                    <a:pt x="3186672" y="2361157"/>
                  </a:lnTo>
                  <a:lnTo>
                    <a:pt x="3218196" y="2268979"/>
                  </a:lnTo>
                  <a:lnTo>
                    <a:pt x="3249760" y="2174335"/>
                  </a:lnTo>
                  <a:lnTo>
                    <a:pt x="3281367" y="2077698"/>
                  </a:lnTo>
                  <a:lnTo>
                    <a:pt x="3313012" y="1979588"/>
                  </a:lnTo>
                  <a:lnTo>
                    <a:pt x="3344684" y="1880559"/>
                  </a:lnTo>
                  <a:lnTo>
                    <a:pt x="3376366" y="1781189"/>
                  </a:lnTo>
                  <a:lnTo>
                    <a:pt x="3408040" y="1682063"/>
                  </a:lnTo>
                  <a:lnTo>
                    <a:pt x="3439691" y="1583760"/>
                  </a:lnTo>
                  <a:lnTo>
                    <a:pt x="3471305" y="1486840"/>
                  </a:lnTo>
                  <a:lnTo>
                    <a:pt x="3502876" y="1391829"/>
                  </a:lnTo>
                  <a:lnTo>
                    <a:pt x="3534406" y="1299208"/>
                  </a:lnTo>
                  <a:lnTo>
                    <a:pt x="3565909" y="1209406"/>
                  </a:lnTo>
                  <a:lnTo>
                    <a:pt x="3597413" y="1122789"/>
                  </a:lnTo>
                  <a:lnTo>
                    <a:pt x="3628960" y="1039659"/>
                  </a:lnTo>
                  <a:lnTo>
                    <a:pt x="3660610" y="960248"/>
                  </a:lnTo>
                  <a:lnTo>
                    <a:pt x="3692444" y="884722"/>
                  </a:lnTo>
                  <a:lnTo>
                    <a:pt x="3724564" y="813180"/>
                  </a:lnTo>
                  <a:lnTo>
                    <a:pt x="3757098" y="745660"/>
                  </a:lnTo>
                  <a:lnTo>
                    <a:pt x="3790201" y="682142"/>
                  </a:lnTo>
                  <a:lnTo>
                    <a:pt x="3824064" y="622554"/>
                  </a:lnTo>
                  <a:lnTo>
                    <a:pt x="3829811" y="612974"/>
                  </a:lnTo>
                  <a:lnTo>
                    <a:pt x="3875388" y="542396"/>
                  </a:lnTo>
                  <a:lnTo>
                    <a:pt x="3923256" y="478265"/>
                  </a:lnTo>
                  <a:lnTo>
                    <a:pt x="3974085" y="420317"/>
                  </a:lnTo>
                  <a:lnTo>
                    <a:pt x="4028609" y="368072"/>
                  </a:lnTo>
                  <a:lnTo>
                    <a:pt x="4087582" y="320965"/>
                  </a:lnTo>
                  <a:lnTo>
                    <a:pt x="4151733" y="278428"/>
                  </a:lnTo>
                  <a:lnTo>
                    <a:pt x="4221706" y="239937"/>
                  </a:lnTo>
                  <a:lnTo>
                    <a:pt x="4297979" y="205044"/>
                  </a:lnTo>
                  <a:lnTo>
                    <a:pt x="4380760" y="173389"/>
                  </a:lnTo>
                  <a:lnTo>
                    <a:pt x="4469845" y="144714"/>
                  </a:lnTo>
                  <a:lnTo>
                    <a:pt x="4564467" y="118855"/>
                  </a:lnTo>
                  <a:lnTo>
                    <a:pt x="4663147" y="95746"/>
                  </a:lnTo>
                  <a:lnTo>
                    <a:pt x="4763590" y="75394"/>
                  </a:lnTo>
                  <a:lnTo>
                    <a:pt x="4862701" y="57853"/>
                  </a:lnTo>
                  <a:lnTo>
                    <a:pt x="4956768" y="43182"/>
                  </a:lnTo>
                  <a:lnTo>
                    <a:pt x="5041858" y="31393"/>
                  </a:lnTo>
                  <a:lnTo>
                    <a:pt x="5114389" y="22404"/>
                  </a:lnTo>
                  <a:lnTo>
                    <a:pt x="5171761" y="16006"/>
                  </a:lnTo>
                  <a:lnTo>
                    <a:pt x="5212890" y="11860"/>
                  </a:lnTo>
                  <a:lnTo>
                    <a:pt x="5238494" y="9517"/>
                  </a:lnTo>
                  <a:lnTo>
                    <a:pt x="5251088" y="8467"/>
                  </a:lnTo>
                  <a:lnTo>
                    <a:pt x="5254781" y="8185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537" y="8219"/>
                  </a:lnTo>
                  <a:lnTo>
                    <a:pt x="6735379" y="8548"/>
                  </a:lnTo>
                  <a:lnTo>
                    <a:pt x="6755117" y="9460"/>
                  </a:lnTo>
                  <a:lnTo>
                    <a:pt x="6790336" y="11254"/>
                  </a:lnTo>
                  <a:lnTo>
                    <a:pt x="6842684" y="14207"/>
                  </a:lnTo>
                  <a:lnTo>
                    <a:pt x="6911755" y="18541"/>
                  </a:lnTo>
                  <a:lnTo>
                    <a:pt x="6995279" y="24407"/>
                  </a:lnTo>
                  <a:lnTo>
                    <a:pt x="7089643" y="31874"/>
                  </a:lnTo>
                  <a:lnTo>
                    <a:pt x="7190607" y="40950"/>
                  </a:lnTo>
                  <a:lnTo>
                    <a:pt x="7294000" y="51607"/>
                  </a:lnTo>
                  <a:lnTo>
                    <a:pt x="7396245" y="63811"/>
                  </a:lnTo>
                  <a:lnTo>
                    <a:pt x="7494634" y="77548"/>
                  </a:lnTo>
                  <a:lnTo>
                    <a:pt x="7587380" y="92849"/>
                  </a:lnTo>
                  <a:lnTo>
                    <a:pt x="7673528" y="109797"/>
                  </a:lnTo>
                  <a:lnTo>
                    <a:pt x="7752779" y="128534"/>
                  </a:lnTo>
                  <a:lnTo>
                    <a:pt x="7825318" y="149261"/>
                  </a:lnTo>
                  <a:lnTo>
                    <a:pt x="7891647" y="172231"/>
                  </a:lnTo>
                  <a:lnTo>
                    <a:pt x="7952463" y="197745"/>
                  </a:lnTo>
                  <a:lnTo>
                    <a:pt x="8008558" y="226128"/>
                  </a:lnTo>
                  <a:lnTo>
                    <a:pt x="8060758" y="257704"/>
                  </a:lnTo>
                  <a:lnTo>
                    <a:pt x="8109859" y="292748"/>
                  </a:lnTo>
                  <a:lnTo>
                    <a:pt x="8151487" y="326919"/>
                  </a:lnTo>
                  <a:lnTo>
                    <a:pt x="8194904" y="367083"/>
                  </a:lnTo>
                  <a:lnTo>
                    <a:pt x="8237110" y="410652"/>
                  </a:lnTo>
                  <a:lnTo>
                    <a:pt x="8278486" y="457692"/>
                  </a:lnTo>
                  <a:lnTo>
                    <a:pt x="8319326" y="508192"/>
                  </a:lnTo>
                  <a:lnTo>
                    <a:pt x="8359857" y="562053"/>
                  </a:lnTo>
                  <a:lnTo>
                    <a:pt x="8400243" y="619086"/>
                  </a:lnTo>
                  <a:lnTo>
                    <a:pt x="8440596" y="679003"/>
                  </a:lnTo>
                  <a:lnTo>
                    <a:pt x="8480986" y="741422"/>
                  </a:lnTo>
                  <a:lnTo>
                    <a:pt x="8521442" y="805874"/>
                  </a:lnTo>
                  <a:lnTo>
                    <a:pt x="8561965" y="871815"/>
                  </a:lnTo>
                  <a:lnTo>
                    <a:pt x="8602536" y="938641"/>
                  </a:lnTo>
                  <a:lnTo>
                    <a:pt x="8643121" y="1005717"/>
                  </a:lnTo>
                  <a:lnTo>
                    <a:pt x="8683684" y="1072394"/>
                  </a:lnTo>
                  <a:lnTo>
                    <a:pt x="8724193" y="1138041"/>
                  </a:lnTo>
                  <a:lnTo>
                    <a:pt x="8764632" y="1202069"/>
                  </a:lnTo>
                  <a:lnTo>
                    <a:pt x="8805009" y="1263947"/>
                  </a:lnTo>
                  <a:lnTo>
                    <a:pt x="8845363" y="1323226"/>
                  </a:lnTo>
                  <a:lnTo>
                    <a:pt x="8885770" y="1379545"/>
                  </a:lnTo>
                  <a:lnTo>
                    <a:pt x="8926356" y="1432641"/>
                  </a:lnTo>
                  <a:lnTo>
                    <a:pt x="8967298" y="1482345"/>
                  </a:lnTo>
                  <a:lnTo>
                    <a:pt x="9008837" y="1528579"/>
                  </a:lnTo>
                  <a:lnTo>
                    <a:pt x="9051287" y="1571350"/>
                  </a:lnTo>
                  <a:lnTo>
                    <a:pt x="9084767" y="1601907"/>
                  </a:lnTo>
                  <a:lnTo>
                    <a:pt x="9131725" y="1640154"/>
                  </a:lnTo>
                  <a:lnTo>
                    <a:pt x="9181134" y="1674801"/>
                  </a:lnTo>
                  <a:lnTo>
                    <a:pt x="9233726" y="1706008"/>
                  </a:lnTo>
                  <a:lnTo>
                    <a:pt x="9290306" y="1734055"/>
                  </a:lnTo>
                  <a:lnTo>
                    <a:pt x="9351697" y="1759270"/>
                  </a:lnTo>
                  <a:lnTo>
                    <a:pt x="9418685" y="1781977"/>
                  </a:lnTo>
                  <a:lnTo>
                    <a:pt x="9491950" y="1802471"/>
                  </a:lnTo>
                  <a:lnTo>
                    <a:pt x="9571966" y="1821000"/>
                  </a:lnTo>
                  <a:lnTo>
                    <a:pt x="9658873" y="1837759"/>
                  </a:lnTo>
                  <a:lnTo>
                    <a:pt x="9752308" y="1852883"/>
                  </a:lnTo>
                  <a:lnTo>
                    <a:pt x="9851230" y="1866449"/>
                  </a:lnTo>
                  <a:lnTo>
                    <a:pt x="9953754" y="1878481"/>
                  </a:lnTo>
                  <a:lnTo>
                    <a:pt x="10057068" y="1888964"/>
                  </a:lnTo>
                  <a:lnTo>
                    <a:pt x="10157511" y="1897863"/>
                  </a:lnTo>
                  <a:lnTo>
                    <a:pt x="10250874" y="1905151"/>
                  </a:lnTo>
                  <a:lnTo>
                    <a:pt x="10332950" y="1910841"/>
                  </a:lnTo>
                  <a:lnTo>
                    <a:pt x="10400243" y="1915013"/>
                  </a:lnTo>
                  <a:lnTo>
                    <a:pt x="10450669" y="1917825"/>
                  </a:lnTo>
                  <a:lnTo>
                    <a:pt x="10484047" y="1919506"/>
                  </a:lnTo>
                  <a:lnTo>
                    <a:pt x="10502252" y="1920338"/>
                  </a:lnTo>
                  <a:lnTo>
                    <a:pt x="10509067" y="1920622"/>
                  </a:lnTo>
                  <a:lnTo>
                    <a:pt x="10509911" y="1920654"/>
                  </a:lnTo>
                  <a:lnTo>
                    <a:pt x="11981298" y="1920654"/>
                  </a:lnTo>
                  <a:lnTo>
                    <a:pt x="11981298" y="1912481"/>
                  </a:lnTo>
                  <a:lnTo>
                    <a:pt x="10509911" y="1912481"/>
                  </a:lnTo>
                  <a:lnTo>
                    <a:pt x="10508717" y="1912435"/>
                  </a:lnTo>
                  <a:lnTo>
                    <a:pt x="10500875" y="1912105"/>
                  </a:lnTo>
                  <a:lnTo>
                    <a:pt x="10481136" y="1911194"/>
                  </a:lnTo>
                  <a:lnTo>
                    <a:pt x="10445918" y="1909400"/>
                  </a:lnTo>
                  <a:lnTo>
                    <a:pt x="10393569" y="1906447"/>
                  </a:lnTo>
                  <a:lnTo>
                    <a:pt x="10324498" y="1902112"/>
                  </a:lnTo>
                  <a:lnTo>
                    <a:pt x="10240974" y="1896247"/>
                  </a:lnTo>
                  <a:lnTo>
                    <a:pt x="10146610" y="1888780"/>
                  </a:lnTo>
                  <a:lnTo>
                    <a:pt x="10045646" y="1879703"/>
                  </a:lnTo>
                  <a:lnTo>
                    <a:pt x="9942253" y="1869046"/>
                  </a:lnTo>
                  <a:lnTo>
                    <a:pt x="9840008" y="1856843"/>
                  </a:lnTo>
                  <a:lnTo>
                    <a:pt x="9741620" y="1843106"/>
                  </a:lnTo>
                  <a:lnTo>
                    <a:pt x="9648873" y="1827805"/>
                  </a:lnTo>
                  <a:lnTo>
                    <a:pt x="9562725" y="1810857"/>
                  </a:lnTo>
                  <a:lnTo>
                    <a:pt x="9483474" y="1792120"/>
                  </a:lnTo>
                  <a:lnTo>
                    <a:pt x="9410935" y="1771393"/>
                  </a:lnTo>
                  <a:lnTo>
                    <a:pt x="9344606" y="1748422"/>
                  </a:lnTo>
                  <a:lnTo>
                    <a:pt x="9283791" y="1722909"/>
                  </a:lnTo>
                  <a:lnTo>
                    <a:pt x="9227695" y="1694526"/>
                  </a:lnTo>
                  <a:lnTo>
                    <a:pt x="9175496" y="1662949"/>
                  </a:lnTo>
                  <a:lnTo>
                    <a:pt x="9126394" y="1627906"/>
                  </a:lnTo>
                  <a:lnTo>
                    <a:pt x="9084767" y="1593734"/>
                  </a:lnTo>
                  <a:lnTo>
                    <a:pt x="9041349" y="1553571"/>
                  </a:lnTo>
                  <a:lnTo>
                    <a:pt x="8999143" y="1510002"/>
                  </a:lnTo>
                  <a:lnTo>
                    <a:pt x="8957768" y="1462961"/>
                  </a:lnTo>
                  <a:lnTo>
                    <a:pt x="8916927" y="1412462"/>
                  </a:lnTo>
                  <a:lnTo>
                    <a:pt x="8876396" y="1358600"/>
                  </a:lnTo>
                  <a:lnTo>
                    <a:pt x="8836010" y="1301568"/>
                  </a:lnTo>
                  <a:lnTo>
                    <a:pt x="8795657" y="1241651"/>
                  </a:lnTo>
                  <a:lnTo>
                    <a:pt x="8755268" y="1179232"/>
                  </a:lnTo>
                  <a:lnTo>
                    <a:pt x="8714812" y="1114779"/>
                  </a:lnTo>
                  <a:lnTo>
                    <a:pt x="8674288" y="1048839"/>
                  </a:lnTo>
                  <a:lnTo>
                    <a:pt x="8633717" y="982012"/>
                  </a:lnTo>
                  <a:lnTo>
                    <a:pt x="8593132" y="914937"/>
                  </a:lnTo>
                  <a:lnTo>
                    <a:pt x="8552569" y="848260"/>
                  </a:lnTo>
                  <a:lnTo>
                    <a:pt x="8512060" y="782612"/>
                  </a:lnTo>
                  <a:lnTo>
                    <a:pt x="8471621" y="718585"/>
                  </a:lnTo>
                  <a:lnTo>
                    <a:pt x="8431244" y="656707"/>
                  </a:lnTo>
                  <a:lnTo>
                    <a:pt x="8390890" y="597428"/>
                  </a:lnTo>
                  <a:lnTo>
                    <a:pt x="8350483" y="541108"/>
                  </a:lnTo>
                  <a:lnTo>
                    <a:pt x="8309897" y="488012"/>
                  </a:lnTo>
                  <a:lnTo>
                    <a:pt x="8268955" y="438309"/>
                  </a:lnTo>
                  <a:lnTo>
                    <a:pt x="8227416" y="392075"/>
                  </a:lnTo>
                  <a:lnTo>
                    <a:pt x="8184967" y="349303"/>
                  </a:lnTo>
                  <a:lnTo>
                    <a:pt x="8151487" y="318746"/>
                  </a:lnTo>
                  <a:lnTo>
                    <a:pt x="8104528" y="280500"/>
                  </a:lnTo>
                  <a:lnTo>
                    <a:pt x="8055120" y="245852"/>
                  </a:lnTo>
                  <a:lnTo>
                    <a:pt x="8002527" y="214646"/>
                  </a:lnTo>
                  <a:lnTo>
                    <a:pt x="7945947" y="186599"/>
                  </a:lnTo>
                  <a:lnTo>
                    <a:pt x="7884557" y="161384"/>
                  </a:lnTo>
                  <a:lnTo>
                    <a:pt x="7817569" y="138677"/>
                  </a:lnTo>
                  <a:lnTo>
                    <a:pt x="7744304" y="118183"/>
                  </a:lnTo>
                  <a:lnTo>
                    <a:pt x="7664287" y="99654"/>
                  </a:lnTo>
                  <a:lnTo>
                    <a:pt x="7577381" y="82895"/>
                  </a:lnTo>
                  <a:lnTo>
                    <a:pt x="7483945" y="67771"/>
                  </a:lnTo>
                  <a:lnTo>
                    <a:pt x="7385023" y="54205"/>
                  </a:lnTo>
                  <a:lnTo>
                    <a:pt x="7282499" y="42172"/>
                  </a:lnTo>
                  <a:lnTo>
                    <a:pt x="7179185" y="31689"/>
                  </a:lnTo>
                  <a:lnTo>
                    <a:pt x="7078743" y="22791"/>
                  </a:lnTo>
                  <a:lnTo>
                    <a:pt x="6985380" y="15503"/>
                  </a:lnTo>
                  <a:lnTo>
                    <a:pt x="6903303" y="9813"/>
                  </a:lnTo>
                  <a:lnTo>
                    <a:pt x="6836010" y="5641"/>
                  </a:lnTo>
                  <a:lnTo>
                    <a:pt x="6785585" y="2829"/>
                  </a:lnTo>
                  <a:lnTo>
                    <a:pt x="6752207" y="1147"/>
                  </a:lnTo>
                  <a:lnTo>
                    <a:pt x="6734001" y="316"/>
                  </a:lnTo>
                  <a:lnTo>
                    <a:pt x="6727186" y="32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859" y="80"/>
                  </a:lnTo>
                  <a:lnTo>
                    <a:pt x="5246650" y="652"/>
                  </a:lnTo>
                  <a:lnTo>
                    <a:pt x="5228456" y="2235"/>
                  </a:lnTo>
                  <a:lnTo>
                    <a:pt x="5195875" y="5352"/>
                  </a:lnTo>
                  <a:lnTo>
                    <a:pt x="5147207" y="10490"/>
                  </a:lnTo>
                  <a:lnTo>
                    <a:pt x="5082584" y="18052"/>
                  </a:lnTo>
                  <a:lnTo>
                    <a:pt x="5003844" y="28319"/>
                  </a:lnTo>
                  <a:lnTo>
                    <a:pt x="4914119" y="41439"/>
                  </a:lnTo>
                  <a:lnTo>
                    <a:pt x="4817231" y="57443"/>
                  </a:lnTo>
                  <a:lnTo>
                    <a:pt x="4717073" y="76293"/>
                  </a:lnTo>
                  <a:lnTo>
                    <a:pt x="4617107" y="97926"/>
                  </a:lnTo>
                  <a:lnTo>
                    <a:pt x="4520071" y="122304"/>
                  </a:lnTo>
                  <a:lnTo>
                    <a:pt x="4427873" y="149452"/>
                  </a:lnTo>
                  <a:lnTo>
                    <a:pt x="4341648" y="179480"/>
                  </a:lnTo>
                  <a:lnTo>
                    <a:pt x="4261881" y="212594"/>
                  </a:lnTo>
                  <a:lnTo>
                    <a:pt x="4188568" y="249102"/>
                  </a:lnTo>
                  <a:lnTo>
                    <a:pt x="4121361" y="289404"/>
                  </a:lnTo>
                  <a:lnTo>
                    <a:pt x="4059693" y="333988"/>
                  </a:lnTo>
                  <a:lnTo>
                    <a:pt x="4002872" y="383400"/>
                  </a:lnTo>
                  <a:lnTo>
                    <a:pt x="3950151" y="438216"/>
                  </a:lnTo>
                  <a:lnTo>
                    <a:pt x="3900780" y="498975"/>
                  </a:lnTo>
                  <a:lnTo>
                    <a:pt x="3854050" y="566077"/>
                  </a:lnTo>
                  <a:lnTo>
                    <a:pt x="3829811" y="604801"/>
                  </a:lnTo>
                  <a:lnTo>
                    <a:pt x="3795800" y="663743"/>
                  </a:lnTo>
                  <a:lnTo>
                    <a:pt x="3762584" y="726599"/>
                  </a:lnTo>
                  <a:lnTo>
                    <a:pt x="3729966" y="793447"/>
                  </a:lnTo>
                  <a:lnTo>
                    <a:pt x="3697787" y="864318"/>
                  </a:lnTo>
                  <a:lnTo>
                    <a:pt x="3665913" y="939184"/>
                  </a:lnTo>
                  <a:lnTo>
                    <a:pt x="3634238" y="1017956"/>
                  </a:lnTo>
                  <a:lnTo>
                    <a:pt x="3602679" y="1100479"/>
                  </a:lnTo>
                  <a:lnTo>
                    <a:pt x="3571171" y="1186533"/>
                  </a:lnTo>
                  <a:lnTo>
                    <a:pt x="3539670" y="1275826"/>
                  </a:lnTo>
                  <a:lnTo>
                    <a:pt x="3508146" y="1368004"/>
                  </a:lnTo>
                  <a:lnTo>
                    <a:pt x="3476582" y="1462648"/>
                  </a:lnTo>
                  <a:lnTo>
                    <a:pt x="3444975" y="1559285"/>
                  </a:lnTo>
                  <a:lnTo>
                    <a:pt x="3413330" y="1657395"/>
                  </a:lnTo>
                  <a:lnTo>
                    <a:pt x="3381658" y="1756424"/>
                  </a:lnTo>
                  <a:lnTo>
                    <a:pt x="3349976" y="1855794"/>
                  </a:lnTo>
                  <a:lnTo>
                    <a:pt x="3318302" y="1954920"/>
                  </a:lnTo>
                  <a:lnTo>
                    <a:pt x="3286651" y="2053223"/>
                  </a:lnTo>
                  <a:lnTo>
                    <a:pt x="3255037" y="2150143"/>
                  </a:lnTo>
                  <a:lnTo>
                    <a:pt x="3223466" y="2245155"/>
                  </a:lnTo>
                  <a:lnTo>
                    <a:pt x="3191936" y="2337775"/>
                  </a:lnTo>
                  <a:lnTo>
                    <a:pt x="3160433" y="2427577"/>
                  </a:lnTo>
                  <a:lnTo>
                    <a:pt x="3128929" y="2514194"/>
                  </a:lnTo>
                  <a:lnTo>
                    <a:pt x="3097382" y="2597324"/>
                  </a:lnTo>
                  <a:lnTo>
                    <a:pt x="3065732" y="2676735"/>
                  </a:lnTo>
                  <a:lnTo>
                    <a:pt x="3033898" y="2752261"/>
                  </a:lnTo>
                  <a:lnTo>
                    <a:pt x="3001778" y="2823803"/>
                  </a:lnTo>
                  <a:lnTo>
                    <a:pt x="2969244" y="2891323"/>
                  </a:lnTo>
                  <a:lnTo>
                    <a:pt x="2936141" y="2954842"/>
                  </a:lnTo>
                  <a:lnTo>
                    <a:pt x="2902278" y="3014430"/>
                  </a:lnTo>
                  <a:lnTo>
                    <a:pt x="2896531" y="3024009"/>
                  </a:lnTo>
                  <a:lnTo>
                    <a:pt x="2850955" y="3094587"/>
                  </a:lnTo>
                  <a:lnTo>
                    <a:pt x="2803086" y="3158719"/>
                  </a:lnTo>
                  <a:lnTo>
                    <a:pt x="2752257" y="3216667"/>
                  </a:lnTo>
                  <a:lnTo>
                    <a:pt x="2697733" y="3268911"/>
                  </a:lnTo>
                  <a:lnTo>
                    <a:pt x="2638760" y="3316018"/>
                  </a:lnTo>
                  <a:lnTo>
                    <a:pt x="2574609" y="3358556"/>
                  </a:lnTo>
                  <a:lnTo>
                    <a:pt x="2504637" y="3397047"/>
                  </a:lnTo>
                  <a:lnTo>
                    <a:pt x="2428363" y="3431940"/>
                  </a:lnTo>
                  <a:lnTo>
                    <a:pt x="2345582" y="3463594"/>
                  </a:lnTo>
                  <a:lnTo>
                    <a:pt x="2256498" y="3492269"/>
                  </a:lnTo>
                  <a:lnTo>
                    <a:pt x="2161875" y="3518128"/>
                  </a:lnTo>
                  <a:lnTo>
                    <a:pt x="2063195" y="3541237"/>
                  </a:lnTo>
                  <a:lnTo>
                    <a:pt x="1962752" y="3561589"/>
                  </a:lnTo>
                  <a:lnTo>
                    <a:pt x="1863641" y="3579130"/>
                  </a:lnTo>
                  <a:lnTo>
                    <a:pt x="1769574" y="3593801"/>
                  </a:lnTo>
                  <a:lnTo>
                    <a:pt x="1684484" y="3605590"/>
                  </a:lnTo>
                  <a:lnTo>
                    <a:pt x="1611953" y="3614579"/>
                  </a:lnTo>
                  <a:lnTo>
                    <a:pt x="1554581" y="3620977"/>
                  </a:lnTo>
                  <a:lnTo>
                    <a:pt x="1513452" y="3625124"/>
                  </a:lnTo>
                  <a:lnTo>
                    <a:pt x="1487848" y="3627467"/>
                  </a:lnTo>
                  <a:lnTo>
                    <a:pt x="1475254" y="3628516"/>
                  </a:lnTo>
                  <a:lnTo>
                    <a:pt x="1471561" y="3628798"/>
                  </a:lnTo>
                  <a:lnTo>
                    <a:pt x="1471387" y="3628811"/>
                  </a:lnTo>
                  <a:lnTo>
                    <a:pt x="0" y="3628811"/>
                  </a:lnTo>
                  <a:close/>
                </a:path>
              </a:pathLst>
            </a:custGeom>
            <a:solidFill>
              <a:srgbClr val="F28E5B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095" name="pl1095"/>
            <p:cNvSpPr/>
            <p:nvPr/>
          </p:nvSpPr>
          <p:spPr>
            <a:xfrm>
              <a:off x="4799595" y="3386035"/>
              <a:ext cx="11981298" cy="3628811"/>
            </a:xfrm>
            <a:custGeom>
              <a:avLst/>
              <a:pathLst>
                <a:path w="11981298" h="3628811">
                  <a:moveTo>
                    <a:pt x="0" y="3628811"/>
                  </a:moveTo>
                  <a:lnTo>
                    <a:pt x="1471387" y="3628811"/>
                  </a:lnTo>
                  <a:lnTo>
                    <a:pt x="1472483" y="3628730"/>
                  </a:lnTo>
                  <a:lnTo>
                    <a:pt x="1479692" y="3628158"/>
                  </a:lnTo>
                  <a:lnTo>
                    <a:pt x="1497886" y="3626575"/>
                  </a:lnTo>
                  <a:lnTo>
                    <a:pt x="1530467" y="3623458"/>
                  </a:lnTo>
                  <a:lnTo>
                    <a:pt x="1579135" y="3618320"/>
                  </a:lnTo>
                  <a:lnTo>
                    <a:pt x="1643758" y="3610758"/>
                  </a:lnTo>
                  <a:lnTo>
                    <a:pt x="1722498" y="3600491"/>
                  </a:lnTo>
                  <a:lnTo>
                    <a:pt x="1812223" y="3587372"/>
                  </a:lnTo>
                  <a:lnTo>
                    <a:pt x="1909111" y="3571367"/>
                  </a:lnTo>
                  <a:lnTo>
                    <a:pt x="2009269" y="3552517"/>
                  </a:lnTo>
                  <a:lnTo>
                    <a:pt x="2109235" y="3530885"/>
                  </a:lnTo>
                  <a:lnTo>
                    <a:pt x="2206272" y="3506506"/>
                  </a:lnTo>
                  <a:lnTo>
                    <a:pt x="2298469" y="3479358"/>
                  </a:lnTo>
                  <a:lnTo>
                    <a:pt x="2384694" y="3449330"/>
                  </a:lnTo>
                  <a:lnTo>
                    <a:pt x="2464461" y="3416216"/>
                  </a:lnTo>
                  <a:lnTo>
                    <a:pt x="2537774" y="3379708"/>
                  </a:lnTo>
                  <a:lnTo>
                    <a:pt x="2604981" y="3339406"/>
                  </a:lnTo>
                  <a:lnTo>
                    <a:pt x="2666649" y="3294823"/>
                  </a:lnTo>
                  <a:lnTo>
                    <a:pt x="2723470" y="3245410"/>
                  </a:lnTo>
                  <a:lnTo>
                    <a:pt x="2776191" y="3190594"/>
                  </a:lnTo>
                  <a:lnTo>
                    <a:pt x="2825562" y="3129835"/>
                  </a:lnTo>
                  <a:lnTo>
                    <a:pt x="2872292" y="3062733"/>
                  </a:lnTo>
                  <a:lnTo>
                    <a:pt x="2896531" y="3024009"/>
                  </a:lnTo>
                  <a:lnTo>
                    <a:pt x="2930542" y="2965067"/>
                  </a:lnTo>
                  <a:lnTo>
                    <a:pt x="2963759" y="2902212"/>
                  </a:lnTo>
                  <a:lnTo>
                    <a:pt x="2996376" y="2835363"/>
                  </a:lnTo>
                  <a:lnTo>
                    <a:pt x="3028555" y="2764492"/>
                  </a:lnTo>
                  <a:lnTo>
                    <a:pt x="3060429" y="2689626"/>
                  </a:lnTo>
                  <a:lnTo>
                    <a:pt x="3092104" y="2610854"/>
                  </a:lnTo>
                  <a:lnTo>
                    <a:pt x="3123663" y="2528331"/>
                  </a:lnTo>
                  <a:lnTo>
                    <a:pt x="3155171" y="2442278"/>
                  </a:lnTo>
                  <a:lnTo>
                    <a:pt x="3186672" y="2352984"/>
                  </a:lnTo>
                  <a:lnTo>
                    <a:pt x="3218196" y="2260806"/>
                  </a:lnTo>
                  <a:lnTo>
                    <a:pt x="3249760" y="2166162"/>
                  </a:lnTo>
                  <a:lnTo>
                    <a:pt x="3281367" y="2069525"/>
                  </a:lnTo>
                  <a:lnTo>
                    <a:pt x="3313012" y="1971415"/>
                  </a:lnTo>
                  <a:lnTo>
                    <a:pt x="3344684" y="1872386"/>
                  </a:lnTo>
                  <a:lnTo>
                    <a:pt x="3376366" y="1773016"/>
                  </a:lnTo>
                  <a:lnTo>
                    <a:pt x="3408040" y="1673890"/>
                  </a:lnTo>
                  <a:lnTo>
                    <a:pt x="3439691" y="1575587"/>
                  </a:lnTo>
                  <a:lnTo>
                    <a:pt x="3471305" y="1478667"/>
                  </a:lnTo>
                  <a:lnTo>
                    <a:pt x="3502876" y="1383656"/>
                  </a:lnTo>
                  <a:lnTo>
                    <a:pt x="3534406" y="1291035"/>
                  </a:lnTo>
                  <a:lnTo>
                    <a:pt x="3565909" y="1201233"/>
                  </a:lnTo>
                  <a:lnTo>
                    <a:pt x="3597413" y="1114616"/>
                  </a:lnTo>
                  <a:lnTo>
                    <a:pt x="3628960" y="1031486"/>
                  </a:lnTo>
                  <a:lnTo>
                    <a:pt x="3660610" y="952075"/>
                  </a:lnTo>
                  <a:lnTo>
                    <a:pt x="3692444" y="876549"/>
                  </a:lnTo>
                  <a:lnTo>
                    <a:pt x="3724564" y="805007"/>
                  </a:lnTo>
                  <a:lnTo>
                    <a:pt x="3757098" y="737487"/>
                  </a:lnTo>
                  <a:lnTo>
                    <a:pt x="3790201" y="673969"/>
                  </a:lnTo>
                  <a:lnTo>
                    <a:pt x="3824064" y="614381"/>
                  </a:lnTo>
                  <a:lnTo>
                    <a:pt x="3829811" y="604801"/>
                  </a:lnTo>
                  <a:lnTo>
                    <a:pt x="3875388" y="534223"/>
                  </a:lnTo>
                  <a:lnTo>
                    <a:pt x="3923256" y="470092"/>
                  </a:lnTo>
                  <a:lnTo>
                    <a:pt x="3974085" y="412144"/>
                  </a:lnTo>
                  <a:lnTo>
                    <a:pt x="4028609" y="359899"/>
                  </a:lnTo>
                  <a:lnTo>
                    <a:pt x="4087582" y="312792"/>
                  </a:lnTo>
                  <a:lnTo>
                    <a:pt x="4151733" y="270255"/>
                  </a:lnTo>
                  <a:lnTo>
                    <a:pt x="4221706" y="231764"/>
                  </a:lnTo>
                  <a:lnTo>
                    <a:pt x="4297979" y="196871"/>
                  </a:lnTo>
                  <a:lnTo>
                    <a:pt x="4380760" y="165216"/>
                  </a:lnTo>
                  <a:lnTo>
                    <a:pt x="4469845" y="136541"/>
                  </a:lnTo>
                  <a:lnTo>
                    <a:pt x="4564467" y="110682"/>
                  </a:lnTo>
                  <a:lnTo>
                    <a:pt x="4663147" y="87573"/>
                  </a:lnTo>
                  <a:lnTo>
                    <a:pt x="4763590" y="67221"/>
                  </a:lnTo>
                  <a:lnTo>
                    <a:pt x="4862701" y="49680"/>
                  </a:lnTo>
                  <a:lnTo>
                    <a:pt x="4956768" y="35009"/>
                  </a:lnTo>
                  <a:lnTo>
                    <a:pt x="5041858" y="23220"/>
                  </a:lnTo>
                  <a:lnTo>
                    <a:pt x="5114389" y="14231"/>
                  </a:lnTo>
                  <a:lnTo>
                    <a:pt x="5171761" y="7833"/>
                  </a:lnTo>
                  <a:lnTo>
                    <a:pt x="5212890" y="3687"/>
                  </a:lnTo>
                  <a:lnTo>
                    <a:pt x="5238494" y="1344"/>
                  </a:lnTo>
                  <a:lnTo>
                    <a:pt x="5251088" y="294"/>
                  </a:lnTo>
                  <a:lnTo>
                    <a:pt x="5254781" y="12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537" y="46"/>
                  </a:lnTo>
                  <a:lnTo>
                    <a:pt x="6735379" y="375"/>
                  </a:lnTo>
                  <a:lnTo>
                    <a:pt x="6755117" y="1287"/>
                  </a:lnTo>
                  <a:lnTo>
                    <a:pt x="6790336" y="3081"/>
                  </a:lnTo>
                  <a:lnTo>
                    <a:pt x="6842684" y="6034"/>
                  </a:lnTo>
                  <a:lnTo>
                    <a:pt x="6911755" y="10368"/>
                  </a:lnTo>
                  <a:lnTo>
                    <a:pt x="6995279" y="16234"/>
                  </a:lnTo>
                  <a:lnTo>
                    <a:pt x="7089643" y="23701"/>
                  </a:lnTo>
                  <a:lnTo>
                    <a:pt x="7190607" y="32777"/>
                  </a:lnTo>
                  <a:lnTo>
                    <a:pt x="7294000" y="43434"/>
                  </a:lnTo>
                  <a:lnTo>
                    <a:pt x="7396245" y="55638"/>
                  </a:lnTo>
                  <a:lnTo>
                    <a:pt x="7494634" y="69375"/>
                  </a:lnTo>
                  <a:lnTo>
                    <a:pt x="7587380" y="84676"/>
                  </a:lnTo>
                  <a:lnTo>
                    <a:pt x="7673528" y="101624"/>
                  </a:lnTo>
                  <a:lnTo>
                    <a:pt x="7752779" y="120361"/>
                  </a:lnTo>
                  <a:lnTo>
                    <a:pt x="7825318" y="141088"/>
                  </a:lnTo>
                  <a:lnTo>
                    <a:pt x="7891647" y="164058"/>
                  </a:lnTo>
                  <a:lnTo>
                    <a:pt x="7952463" y="189572"/>
                  </a:lnTo>
                  <a:lnTo>
                    <a:pt x="8008558" y="217955"/>
                  </a:lnTo>
                  <a:lnTo>
                    <a:pt x="8060758" y="249531"/>
                  </a:lnTo>
                  <a:lnTo>
                    <a:pt x="8109859" y="284575"/>
                  </a:lnTo>
                  <a:lnTo>
                    <a:pt x="8151487" y="318746"/>
                  </a:lnTo>
                  <a:lnTo>
                    <a:pt x="8194904" y="358910"/>
                  </a:lnTo>
                  <a:lnTo>
                    <a:pt x="8237110" y="402479"/>
                  </a:lnTo>
                  <a:lnTo>
                    <a:pt x="8278486" y="449519"/>
                  </a:lnTo>
                  <a:lnTo>
                    <a:pt x="8319326" y="500019"/>
                  </a:lnTo>
                  <a:lnTo>
                    <a:pt x="8359857" y="553880"/>
                  </a:lnTo>
                  <a:lnTo>
                    <a:pt x="8400243" y="610913"/>
                  </a:lnTo>
                  <a:lnTo>
                    <a:pt x="8440596" y="670830"/>
                  </a:lnTo>
                  <a:lnTo>
                    <a:pt x="8480986" y="733249"/>
                  </a:lnTo>
                  <a:lnTo>
                    <a:pt x="8521442" y="797701"/>
                  </a:lnTo>
                  <a:lnTo>
                    <a:pt x="8561965" y="863642"/>
                  </a:lnTo>
                  <a:lnTo>
                    <a:pt x="8602536" y="930468"/>
                  </a:lnTo>
                  <a:lnTo>
                    <a:pt x="8643121" y="997544"/>
                  </a:lnTo>
                  <a:lnTo>
                    <a:pt x="8683684" y="1064221"/>
                  </a:lnTo>
                  <a:lnTo>
                    <a:pt x="8724193" y="1129868"/>
                  </a:lnTo>
                  <a:lnTo>
                    <a:pt x="8764632" y="1193896"/>
                  </a:lnTo>
                  <a:lnTo>
                    <a:pt x="8805009" y="1255774"/>
                  </a:lnTo>
                  <a:lnTo>
                    <a:pt x="8845363" y="1315053"/>
                  </a:lnTo>
                  <a:lnTo>
                    <a:pt x="8885770" y="1371372"/>
                  </a:lnTo>
                  <a:lnTo>
                    <a:pt x="8926356" y="1424468"/>
                  </a:lnTo>
                  <a:lnTo>
                    <a:pt x="8967298" y="1474172"/>
                  </a:lnTo>
                  <a:lnTo>
                    <a:pt x="9008837" y="1520406"/>
                  </a:lnTo>
                  <a:lnTo>
                    <a:pt x="9051287" y="1563177"/>
                  </a:lnTo>
                  <a:lnTo>
                    <a:pt x="9084767" y="1593734"/>
                  </a:lnTo>
                  <a:lnTo>
                    <a:pt x="9131725" y="1631981"/>
                  </a:lnTo>
                  <a:lnTo>
                    <a:pt x="9181134" y="1666628"/>
                  </a:lnTo>
                  <a:lnTo>
                    <a:pt x="9233726" y="1697835"/>
                  </a:lnTo>
                  <a:lnTo>
                    <a:pt x="9290306" y="1725882"/>
                  </a:lnTo>
                  <a:lnTo>
                    <a:pt x="9351697" y="1751097"/>
                  </a:lnTo>
                  <a:lnTo>
                    <a:pt x="9418685" y="1773804"/>
                  </a:lnTo>
                  <a:lnTo>
                    <a:pt x="9491950" y="1794298"/>
                  </a:lnTo>
                  <a:lnTo>
                    <a:pt x="9571966" y="1812827"/>
                  </a:lnTo>
                  <a:lnTo>
                    <a:pt x="9658873" y="1829586"/>
                  </a:lnTo>
                  <a:lnTo>
                    <a:pt x="9752308" y="1844710"/>
                  </a:lnTo>
                  <a:lnTo>
                    <a:pt x="9851230" y="1858276"/>
                  </a:lnTo>
                  <a:lnTo>
                    <a:pt x="9953754" y="1870308"/>
                  </a:lnTo>
                  <a:lnTo>
                    <a:pt x="10057068" y="1880791"/>
                  </a:lnTo>
                  <a:lnTo>
                    <a:pt x="10157511" y="1889690"/>
                  </a:lnTo>
                  <a:lnTo>
                    <a:pt x="10250874" y="1896978"/>
                  </a:lnTo>
                  <a:lnTo>
                    <a:pt x="10332950" y="1902668"/>
                  </a:lnTo>
                  <a:lnTo>
                    <a:pt x="10400243" y="1906840"/>
                  </a:lnTo>
                  <a:lnTo>
                    <a:pt x="10450669" y="1909652"/>
                  </a:lnTo>
                  <a:lnTo>
                    <a:pt x="10484047" y="1911333"/>
                  </a:lnTo>
                  <a:lnTo>
                    <a:pt x="10502252" y="1912165"/>
                  </a:lnTo>
                  <a:lnTo>
                    <a:pt x="10509067" y="1912449"/>
                  </a:lnTo>
                  <a:lnTo>
                    <a:pt x="10509911" y="1912481"/>
                  </a:lnTo>
                  <a:lnTo>
                    <a:pt x="11981298" y="191248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96" name="pl1096"/>
            <p:cNvSpPr/>
            <p:nvPr/>
          </p:nvSpPr>
          <p:spPr>
            <a:xfrm>
              <a:off x="4799595" y="3377862"/>
              <a:ext cx="11981298" cy="3628811"/>
            </a:xfrm>
            <a:custGeom>
              <a:avLst/>
              <a:pathLst>
                <a:path w="11981298" h="3628811">
                  <a:moveTo>
                    <a:pt x="11981298" y="1912481"/>
                  </a:moveTo>
                  <a:lnTo>
                    <a:pt x="10509911" y="1912481"/>
                  </a:lnTo>
                  <a:lnTo>
                    <a:pt x="10508717" y="1912435"/>
                  </a:lnTo>
                  <a:lnTo>
                    <a:pt x="10500875" y="1912105"/>
                  </a:lnTo>
                  <a:lnTo>
                    <a:pt x="10481136" y="1911194"/>
                  </a:lnTo>
                  <a:lnTo>
                    <a:pt x="10445918" y="1909400"/>
                  </a:lnTo>
                  <a:lnTo>
                    <a:pt x="10393569" y="1906447"/>
                  </a:lnTo>
                  <a:lnTo>
                    <a:pt x="10324498" y="1902112"/>
                  </a:lnTo>
                  <a:lnTo>
                    <a:pt x="10240974" y="1896247"/>
                  </a:lnTo>
                  <a:lnTo>
                    <a:pt x="10146610" y="1888780"/>
                  </a:lnTo>
                  <a:lnTo>
                    <a:pt x="10045646" y="1879703"/>
                  </a:lnTo>
                  <a:lnTo>
                    <a:pt x="9942253" y="1869046"/>
                  </a:lnTo>
                  <a:lnTo>
                    <a:pt x="9840008" y="1856843"/>
                  </a:lnTo>
                  <a:lnTo>
                    <a:pt x="9741620" y="1843106"/>
                  </a:lnTo>
                  <a:lnTo>
                    <a:pt x="9648873" y="1827805"/>
                  </a:lnTo>
                  <a:lnTo>
                    <a:pt x="9562725" y="1810857"/>
                  </a:lnTo>
                  <a:lnTo>
                    <a:pt x="9483474" y="1792120"/>
                  </a:lnTo>
                  <a:lnTo>
                    <a:pt x="9410935" y="1771393"/>
                  </a:lnTo>
                  <a:lnTo>
                    <a:pt x="9344606" y="1748422"/>
                  </a:lnTo>
                  <a:lnTo>
                    <a:pt x="9283791" y="1722909"/>
                  </a:lnTo>
                  <a:lnTo>
                    <a:pt x="9227695" y="1694526"/>
                  </a:lnTo>
                  <a:lnTo>
                    <a:pt x="9175496" y="1662949"/>
                  </a:lnTo>
                  <a:lnTo>
                    <a:pt x="9126394" y="1627906"/>
                  </a:lnTo>
                  <a:lnTo>
                    <a:pt x="9084767" y="1593734"/>
                  </a:lnTo>
                  <a:lnTo>
                    <a:pt x="9041349" y="1553571"/>
                  </a:lnTo>
                  <a:lnTo>
                    <a:pt x="8999143" y="1510002"/>
                  </a:lnTo>
                  <a:lnTo>
                    <a:pt x="8957768" y="1462961"/>
                  </a:lnTo>
                  <a:lnTo>
                    <a:pt x="8916927" y="1412462"/>
                  </a:lnTo>
                  <a:lnTo>
                    <a:pt x="8876396" y="1358600"/>
                  </a:lnTo>
                  <a:lnTo>
                    <a:pt x="8836010" y="1301568"/>
                  </a:lnTo>
                  <a:lnTo>
                    <a:pt x="8795657" y="1241651"/>
                  </a:lnTo>
                  <a:lnTo>
                    <a:pt x="8755268" y="1179232"/>
                  </a:lnTo>
                  <a:lnTo>
                    <a:pt x="8714812" y="1114779"/>
                  </a:lnTo>
                  <a:lnTo>
                    <a:pt x="8674288" y="1048839"/>
                  </a:lnTo>
                  <a:lnTo>
                    <a:pt x="8633717" y="982012"/>
                  </a:lnTo>
                  <a:lnTo>
                    <a:pt x="8593132" y="914937"/>
                  </a:lnTo>
                  <a:lnTo>
                    <a:pt x="8552569" y="848260"/>
                  </a:lnTo>
                  <a:lnTo>
                    <a:pt x="8512060" y="782612"/>
                  </a:lnTo>
                  <a:lnTo>
                    <a:pt x="8471621" y="718585"/>
                  </a:lnTo>
                  <a:lnTo>
                    <a:pt x="8431244" y="656707"/>
                  </a:lnTo>
                  <a:lnTo>
                    <a:pt x="8390890" y="597428"/>
                  </a:lnTo>
                  <a:lnTo>
                    <a:pt x="8350483" y="541108"/>
                  </a:lnTo>
                  <a:lnTo>
                    <a:pt x="8309897" y="488012"/>
                  </a:lnTo>
                  <a:lnTo>
                    <a:pt x="8268955" y="438309"/>
                  </a:lnTo>
                  <a:lnTo>
                    <a:pt x="8227416" y="392075"/>
                  </a:lnTo>
                  <a:lnTo>
                    <a:pt x="8184967" y="349303"/>
                  </a:lnTo>
                  <a:lnTo>
                    <a:pt x="8151487" y="318746"/>
                  </a:lnTo>
                  <a:lnTo>
                    <a:pt x="8104528" y="280500"/>
                  </a:lnTo>
                  <a:lnTo>
                    <a:pt x="8055120" y="245852"/>
                  </a:lnTo>
                  <a:lnTo>
                    <a:pt x="8002527" y="214646"/>
                  </a:lnTo>
                  <a:lnTo>
                    <a:pt x="7945947" y="186599"/>
                  </a:lnTo>
                  <a:lnTo>
                    <a:pt x="7884557" y="161384"/>
                  </a:lnTo>
                  <a:lnTo>
                    <a:pt x="7817569" y="138677"/>
                  </a:lnTo>
                  <a:lnTo>
                    <a:pt x="7744304" y="118183"/>
                  </a:lnTo>
                  <a:lnTo>
                    <a:pt x="7664287" y="99654"/>
                  </a:lnTo>
                  <a:lnTo>
                    <a:pt x="7577381" y="82895"/>
                  </a:lnTo>
                  <a:lnTo>
                    <a:pt x="7483945" y="67771"/>
                  </a:lnTo>
                  <a:lnTo>
                    <a:pt x="7385023" y="54205"/>
                  </a:lnTo>
                  <a:lnTo>
                    <a:pt x="7282499" y="42172"/>
                  </a:lnTo>
                  <a:lnTo>
                    <a:pt x="7179185" y="31689"/>
                  </a:lnTo>
                  <a:lnTo>
                    <a:pt x="7078743" y="22791"/>
                  </a:lnTo>
                  <a:lnTo>
                    <a:pt x="6985380" y="15503"/>
                  </a:lnTo>
                  <a:lnTo>
                    <a:pt x="6903303" y="9813"/>
                  </a:lnTo>
                  <a:lnTo>
                    <a:pt x="6836010" y="5641"/>
                  </a:lnTo>
                  <a:lnTo>
                    <a:pt x="6785585" y="2829"/>
                  </a:lnTo>
                  <a:lnTo>
                    <a:pt x="6752207" y="1147"/>
                  </a:lnTo>
                  <a:lnTo>
                    <a:pt x="6734001" y="316"/>
                  </a:lnTo>
                  <a:lnTo>
                    <a:pt x="6727186" y="32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859" y="80"/>
                  </a:lnTo>
                  <a:lnTo>
                    <a:pt x="5246650" y="652"/>
                  </a:lnTo>
                  <a:lnTo>
                    <a:pt x="5228456" y="2235"/>
                  </a:lnTo>
                  <a:lnTo>
                    <a:pt x="5195875" y="5352"/>
                  </a:lnTo>
                  <a:lnTo>
                    <a:pt x="5147207" y="10490"/>
                  </a:lnTo>
                  <a:lnTo>
                    <a:pt x="5082584" y="18052"/>
                  </a:lnTo>
                  <a:lnTo>
                    <a:pt x="5003844" y="28319"/>
                  </a:lnTo>
                  <a:lnTo>
                    <a:pt x="4914119" y="41439"/>
                  </a:lnTo>
                  <a:lnTo>
                    <a:pt x="4817231" y="57443"/>
                  </a:lnTo>
                  <a:lnTo>
                    <a:pt x="4717073" y="76293"/>
                  </a:lnTo>
                  <a:lnTo>
                    <a:pt x="4617107" y="97926"/>
                  </a:lnTo>
                  <a:lnTo>
                    <a:pt x="4520071" y="122304"/>
                  </a:lnTo>
                  <a:lnTo>
                    <a:pt x="4427873" y="149452"/>
                  </a:lnTo>
                  <a:lnTo>
                    <a:pt x="4341648" y="179480"/>
                  </a:lnTo>
                  <a:lnTo>
                    <a:pt x="4261881" y="212594"/>
                  </a:lnTo>
                  <a:lnTo>
                    <a:pt x="4188568" y="249102"/>
                  </a:lnTo>
                  <a:lnTo>
                    <a:pt x="4121361" y="289404"/>
                  </a:lnTo>
                  <a:lnTo>
                    <a:pt x="4059693" y="333988"/>
                  </a:lnTo>
                  <a:lnTo>
                    <a:pt x="4002872" y="383400"/>
                  </a:lnTo>
                  <a:lnTo>
                    <a:pt x="3950151" y="438216"/>
                  </a:lnTo>
                  <a:lnTo>
                    <a:pt x="3900780" y="498975"/>
                  </a:lnTo>
                  <a:lnTo>
                    <a:pt x="3854050" y="566077"/>
                  </a:lnTo>
                  <a:lnTo>
                    <a:pt x="3829811" y="604801"/>
                  </a:lnTo>
                  <a:lnTo>
                    <a:pt x="3795800" y="663743"/>
                  </a:lnTo>
                  <a:lnTo>
                    <a:pt x="3762584" y="726599"/>
                  </a:lnTo>
                  <a:lnTo>
                    <a:pt x="3729966" y="793447"/>
                  </a:lnTo>
                  <a:lnTo>
                    <a:pt x="3697787" y="864318"/>
                  </a:lnTo>
                  <a:lnTo>
                    <a:pt x="3665913" y="939184"/>
                  </a:lnTo>
                  <a:lnTo>
                    <a:pt x="3634238" y="1017956"/>
                  </a:lnTo>
                  <a:lnTo>
                    <a:pt x="3602679" y="1100479"/>
                  </a:lnTo>
                  <a:lnTo>
                    <a:pt x="3571171" y="1186533"/>
                  </a:lnTo>
                  <a:lnTo>
                    <a:pt x="3539670" y="1275826"/>
                  </a:lnTo>
                  <a:lnTo>
                    <a:pt x="3508146" y="1368004"/>
                  </a:lnTo>
                  <a:lnTo>
                    <a:pt x="3476582" y="1462648"/>
                  </a:lnTo>
                  <a:lnTo>
                    <a:pt x="3444975" y="1559285"/>
                  </a:lnTo>
                  <a:lnTo>
                    <a:pt x="3413330" y="1657395"/>
                  </a:lnTo>
                  <a:lnTo>
                    <a:pt x="3381658" y="1756424"/>
                  </a:lnTo>
                  <a:lnTo>
                    <a:pt x="3349976" y="1855794"/>
                  </a:lnTo>
                  <a:lnTo>
                    <a:pt x="3318302" y="1954920"/>
                  </a:lnTo>
                  <a:lnTo>
                    <a:pt x="3286651" y="2053223"/>
                  </a:lnTo>
                  <a:lnTo>
                    <a:pt x="3255037" y="2150143"/>
                  </a:lnTo>
                  <a:lnTo>
                    <a:pt x="3223466" y="2245155"/>
                  </a:lnTo>
                  <a:lnTo>
                    <a:pt x="3191936" y="2337775"/>
                  </a:lnTo>
                  <a:lnTo>
                    <a:pt x="3160433" y="2427577"/>
                  </a:lnTo>
                  <a:lnTo>
                    <a:pt x="3128929" y="2514194"/>
                  </a:lnTo>
                  <a:lnTo>
                    <a:pt x="3097382" y="2597324"/>
                  </a:lnTo>
                  <a:lnTo>
                    <a:pt x="3065732" y="2676735"/>
                  </a:lnTo>
                  <a:lnTo>
                    <a:pt x="3033898" y="2752261"/>
                  </a:lnTo>
                  <a:lnTo>
                    <a:pt x="3001778" y="2823803"/>
                  </a:lnTo>
                  <a:lnTo>
                    <a:pt x="2969244" y="2891323"/>
                  </a:lnTo>
                  <a:lnTo>
                    <a:pt x="2936141" y="2954842"/>
                  </a:lnTo>
                  <a:lnTo>
                    <a:pt x="2902278" y="3014430"/>
                  </a:lnTo>
                  <a:lnTo>
                    <a:pt x="2896531" y="3024009"/>
                  </a:lnTo>
                  <a:lnTo>
                    <a:pt x="2850955" y="3094587"/>
                  </a:lnTo>
                  <a:lnTo>
                    <a:pt x="2803086" y="3158719"/>
                  </a:lnTo>
                  <a:lnTo>
                    <a:pt x="2752257" y="3216667"/>
                  </a:lnTo>
                  <a:lnTo>
                    <a:pt x="2697733" y="3268911"/>
                  </a:lnTo>
                  <a:lnTo>
                    <a:pt x="2638760" y="3316018"/>
                  </a:lnTo>
                  <a:lnTo>
                    <a:pt x="2574609" y="3358556"/>
                  </a:lnTo>
                  <a:lnTo>
                    <a:pt x="2504637" y="3397047"/>
                  </a:lnTo>
                  <a:lnTo>
                    <a:pt x="2428363" y="3431940"/>
                  </a:lnTo>
                  <a:lnTo>
                    <a:pt x="2345582" y="3463594"/>
                  </a:lnTo>
                  <a:lnTo>
                    <a:pt x="2256498" y="3492269"/>
                  </a:lnTo>
                  <a:lnTo>
                    <a:pt x="2161875" y="3518128"/>
                  </a:lnTo>
                  <a:lnTo>
                    <a:pt x="2063195" y="3541237"/>
                  </a:lnTo>
                  <a:lnTo>
                    <a:pt x="1962752" y="3561589"/>
                  </a:lnTo>
                  <a:lnTo>
                    <a:pt x="1863641" y="3579130"/>
                  </a:lnTo>
                  <a:lnTo>
                    <a:pt x="1769574" y="3593801"/>
                  </a:lnTo>
                  <a:lnTo>
                    <a:pt x="1684484" y="3605590"/>
                  </a:lnTo>
                  <a:lnTo>
                    <a:pt x="1611953" y="3614579"/>
                  </a:lnTo>
                  <a:lnTo>
                    <a:pt x="1554581" y="3620977"/>
                  </a:lnTo>
                  <a:lnTo>
                    <a:pt x="1513452" y="3625124"/>
                  </a:lnTo>
                  <a:lnTo>
                    <a:pt x="1487848" y="3627467"/>
                  </a:lnTo>
                  <a:lnTo>
                    <a:pt x="1475254" y="3628516"/>
                  </a:lnTo>
                  <a:lnTo>
                    <a:pt x="1471561" y="3628798"/>
                  </a:lnTo>
                  <a:lnTo>
                    <a:pt x="1471387" y="3628811"/>
                  </a:lnTo>
                  <a:lnTo>
                    <a:pt x="0" y="362881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97" name="pg1097"/>
            <p:cNvSpPr/>
            <p:nvPr/>
          </p:nvSpPr>
          <p:spPr>
            <a:xfrm>
              <a:off x="4799595" y="3402381"/>
              <a:ext cx="11981298" cy="3620638"/>
            </a:xfrm>
            <a:custGeom>
              <a:avLst/>
              <a:pathLst>
                <a:path w="11981298" h="3620638">
                  <a:moveTo>
                    <a:pt x="0" y="3620638"/>
                  </a:moveTo>
                  <a:lnTo>
                    <a:pt x="1471387" y="3620638"/>
                  </a:lnTo>
                  <a:lnTo>
                    <a:pt x="1472484" y="3620558"/>
                  </a:lnTo>
                  <a:lnTo>
                    <a:pt x="1479700" y="3619987"/>
                  </a:lnTo>
                  <a:lnTo>
                    <a:pt x="1497912" y="3618410"/>
                  </a:lnTo>
                  <a:lnTo>
                    <a:pt x="1530523" y="3615304"/>
                  </a:lnTo>
                  <a:lnTo>
                    <a:pt x="1579233" y="3610184"/>
                  </a:lnTo>
                  <a:lnTo>
                    <a:pt x="1643907" y="3602648"/>
                  </a:lnTo>
                  <a:lnTo>
                    <a:pt x="1722702" y="3592417"/>
                  </a:lnTo>
                  <a:lnTo>
                    <a:pt x="1812481" y="3579346"/>
                  </a:lnTo>
                  <a:lnTo>
                    <a:pt x="1909417" y="3563399"/>
                  </a:lnTo>
                  <a:lnTo>
                    <a:pt x="2009614" y="3544619"/>
                  </a:lnTo>
                  <a:lnTo>
                    <a:pt x="2109608" y="3523066"/>
                  </a:lnTo>
                  <a:lnTo>
                    <a:pt x="2206662" y="3498779"/>
                  </a:lnTo>
                  <a:lnTo>
                    <a:pt x="2298868" y="3471732"/>
                  </a:lnTo>
                  <a:lnTo>
                    <a:pt x="2385093" y="3441815"/>
                  </a:lnTo>
                  <a:lnTo>
                    <a:pt x="2464855" y="3408822"/>
                  </a:lnTo>
                  <a:lnTo>
                    <a:pt x="2538159" y="3372448"/>
                  </a:lnTo>
                  <a:lnTo>
                    <a:pt x="2605356" y="3332290"/>
                  </a:lnTo>
                  <a:lnTo>
                    <a:pt x="2667014" y="3287866"/>
                  </a:lnTo>
                  <a:lnTo>
                    <a:pt x="2723826" y="3238626"/>
                  </a:lnTo>
                  <a:lnTo>
                    <a:pt x="2776540" y="3184000"/>
                  </a:lnTo>
                  <a:lnTo>
                    <a:pt x="2825907" y="3123451"/>
                  </a:lnTo>
                  <a:lnTo>
                    <a:pt x="2872636" y="3056581"/>
                  </a:lnTo>
                  <a:lnTo>
                    <a:pt x="2896531" y="3018560"/>
                  </a:lnTo>
                  <a:lnTo>
                    <a:pt x="2930608" y="2959765"/>
                  </a:lnTo>
                  <a:lnTo>
                    <a:pt x="2963888" y="2897058"/>
                  </a:lnTo>
                  <a:lnTo>
                    <a:pt x="2996567" y="2830360"/>
                  </a:lnTo>
                  <a:lnTo>
                    <a:pt x="3028807" y="2759642"/>
                  </a:lnTo>
                  <a:lnTo>
                    <a:pt x="3060741" y="2684932"/>
                  </a:lnTo>
                  <a:lnTo>
                    <a:pt x="3092477" y="2606319"/>
                  </a:lnTo>
                  <a:lnTo>
                    <a:pt x="3124097" y="2523960"/>
                  </a:lnTo>
                  <a:lnTo>
                    <a:pt x="3155666" y="2438076"/>
                  </a:lnTo>
                  <a:lnTo>
                    <a:pt x="3187229" y="2348958"/>
                  </a:lnTo>
                  <a:lnTo>
                    <a:pt x="3218816" y="2256965"/>
                  </a:lnTo>
                  <a:lnTo>
                    <a:pt x="3250443" y="2162517"/>
                  </a:lnTo>
                  <a:lnTo>
                    <a:pt x="3282113" y="2066087"/>
                  </a:lnTo>
                  <a:lnTo>
                    <a:pt x="3313821" y="1968198"/>
                  </a:lnTo>
                  <a:lnTo>
                    <a:pt x="3345556" y="1869405"/>
                  </a:lnTo>
                  <a:lnTo>
                    <a:pt x="3377300" y="1770287"/>
                  </a:lnTo>
                  <a:lnTo>
                    <a:pt x="3409036" y="1671430"/>
                  </a:lnTo>
                  <a:lnTo>
                    <a:pt x="3440748" y="1573414"/>
                  </a:lnTo>
                  <a:lnTo>
                    <a:pt x="3472423" y="1476797"/>
                  </a:lnTo>
                  <a:lnTo>
                    <a:pt x="3504054" y="1382107"/>
                  </a:lnTo>
                  <a:lnTo>
                    <a:pt x="3535645" y="1289823"/>
                  </a:lnTo>
                  <a:lnTo>
                    <a:pt x="3567210" y="1200371"/>
                  </a:lnTo>
                  <a:lnTo>
                    <a:pt x="3598776" y="1114116"/>
                  </a:lnTo>
                  <a:lnTo>
                    <a:pt x="3630388" y="1031357"/>
                  </a:lnTo>
                  <a:lnTo>
                    <a:pt x="3662107" y="952324"/>
                  </a:lnTo>
                  <a:lnTo>
                    <a:pt x="3694015" y="877180"/>
                  </a:lnTo>
                  <a:lnTo>
                    <a:pt x="3726216" y="806021"/>
                  </a:lnTo>
                  <a:lnTo>
                    <a:pt x="3758839" y="738882"/>
                  </a:lnTo>
                  <a:lnTo>
                    <a:pt x="3792043" y="675740"/>
                  </a:lnTo>
                  <a:lnTo>
                    <a:pt x="3826022" y="616520"/>
                  </a:lnTo>
                  <a:lnTo>
                    <a:pt x="3829811" y="610250"/>
                  </a:lnTo>
                  <a:lnTo>
                    <a:pt x="3875404" y="539967"/>
                  </a:lnTo>
                  <a:lnTo>
                    <a:pt x="3923290" y="476105"/>
                  </a:lnTo>
                  <a:lnTo>
                    <a:pt x="3974139" y="418404"/>
                  </a:lnTo>
                  <a:lnTo>
                    <a:pt x="4028687" y="366383"/>
                  </a:lnTo>
                  <a:lnTo>
                    <a:pt x="4087687" y="319480"/>
                  </a:lnTo>
                  <a:lnTo>
                    <a:pt x="4151871" y="277127"/>
                  </a:lnTo>
                  <a:lnTo>
                    <a:pt x="4221881" y="238805"/>
                  </a:lnTo>
                  <a:lnTo>
                    <a:pt x="4298198" y="204066"/>
                  </a:lnTo>
                  <a:lnTo>
                    <a:pt x="4381025" y="172553"/>
                  </a:lnTo>
                  <a:lnTo>
                    <a:pt x="4470160" y="144006"/>
                  </a:lnTo>
                  <a:lnTo>
                    <a:pt x="4564833" y="118265"/>
                  </a:lnTo>
                  <a:lnTo>
                    <a:pt x="4663559" y="95263"/>
                  </a:lnTo>
                  <a:lnTo>
                    <a:pt x="4764038" y="75007"/>
                  </a:lnTo>
                  <a:lnTo>
                    <a:pt x="4863168" y="57552"/>
                  </a:lnTo>
                  <a:lnTo>
                    <a:pt x="4957232" y="42957"/>
                  </a:lnTo>
                  <a:lnTo>
                    <a:pt x="5042293" y="31232"/>
                  </a:lnTo>
                  <a:lnTo>
                    <a:pt x="5114769" y="22295"/>
                  </a:lnTo>
                  <a:lnTo>
                    <a:pt x="5172065" y="15939"/>
                  </a:lnTo>
                  <a:lnTo>
                    <a:pt x="5213106" y="11822"/>
                  </a:lnTo>
                  <a:lnTo>
                    <a:pt x="5238621" y="9500"/>
                  </a:lnTo>
                  <a:lnTo>
                    <a:pt x="5251141" y="8461"/>
                  </a:lnTo>
                  <a:lnTo>
                    <a:pt x="5254788" y="8184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520" y="8226"/>
                  </a:lnTo>
                  <a:lnTo>
                    <a:pt x="6735256" y="8611"/>
                  </a:lnTo>
                  <a:lnTo>
                    <a:pt x="6754736" y="9675"/>
                  </a:lnTo>
                  <a:lnTo>
                    <a:pt x="6789513" y="11768"/>
                  </a:lnTo>
                  <a:lnTo>
                    <a:pt x="6841249" y="15215"/>
                  </a:lnTo>
                  <a:lnTo>
                    <a:pt x="6909584" y="20277"/>
                  </a:lnTo>
                  <a:lnTo>
                    <a:pt x="6992322" y="27130"/>
                  </a:lnTo>
                  <a:lnTo>
                    <a:pt x="7085930" y="35861"/>
                  </a:lnTo>
                  <a:lnTo>
                    <a:pt x="7186238" y="46479"/>
                  </a:lnTo>
                  <a:lnTo>
                    <a:pt x="7289118" y="58952"/>
                  </a:lnTo>
                  <a:lnTo>
                    <a:pt x="7391009" y="73239"/>
                  </a:lnTo>
                  <a:lnTo>
                    <a:pt x="7489195" y="89326"/>
                  </a:lnTo>
                  <a:lnTo>
                    <a:pt x="7581870" y="107242"/>
                  </a:lnTo>
                  <a:lnTo>
                    <a:pt x="7668044" y="127081"/>
                  </a:lnTo>
                  <a:lnTo>
                    <a:pt x="7747390" y="149006"/>
                  </a:lnTo>
                  <a:lnTo>
                    <a:pt x="7820061" y="173244"/>
                  </a:lnTo>
                  <a:lnTo>
                    <a:pt x="7886535" y="200089"/>
                  </a:lnTo>
                  <a:lnTo>
                    <a:pt x="7947487" y="229886"/>
                  </a:lnTo>
                  <a:lnTo>
                    <a:pt x="8003696" y="263015"/>
                  </a:lnTo>
                  <a:lnTo>
                    <a:pt x="8055971" y="299856"/>
                  </a:lnTo>
                  <a:lnTo>
                    <a:pt x="8105106" y="340737"/>
                  </a:lnTo>
                  <a:lnTo>
                    <a:pt x="8151487" y="385493"/>
                  </a:lnTo>
                  <a:lnTo>
                    <a:pt x="8192492" y="430249"/>
                  </a:lnTo>
                  <a:lnTo>
                    <a:pt x="8232399" y="478591"/>
                  </a:lnTo>
                  <a:lnTo>
                    <a:pt x="8271532" y="530588"/>
                  </a:lnTo>
                  <a:lnTo>
                    <a:pt x="8310150" y="586241"/>
                  </a:lnTo>
                  <a:lnTo>
                    <a:pt x="8348452" y="645469"/>
                  </a:lnTo>
                  <a:lnTo>
                    <a:pt x="8386589" y="708107"/>
                  </a:lnTo>
                  <a:lnTo>
                    <a:pt x="8424669" y="773901"/>
                  </a:lnTo>
                  <a:lnTo>
                    <a:pt x="8462761" y="842503"/>
                  </a:lnTo>
                  <a:lnTo>
                    <a:pt x="8500904" y="913483"/>
                  </a:lnTo>
                  <a:lnTo>
                    <a:pt x="8539110" y="986332"/>
                  </a:lnTo>
                  <a:lnTo>
                    <a:pt x="8577370" y="1060480"/>
                  </a:lnTo>
                  <a:lnTo>
                    <a:pt x="8615662" y="1135310"/>
                  </a:lnTo>
                  <a:lnTo>
                    <a:pt x="8653957" y="1210181"/>
                  </a:lnTo>
                  <a:lnTo>
                    <a:pt x="8692223" y="1284452"/>
                  </a:lnTo>
                  <a:lnTo>
                    <a:pt x="8730437" y="1357502"/>
                  </a:lnTo>
                  <a:lnTo>
                    <a:pt x="8768587" y="1428752"/>
                  </a:lnTo>
                  <a:lnTo>
                    <a:pt x="8806685" y="1497686"/>
                  </a:lnTo>
                  <a:lnTo>
                    <a:pt x="8844763" y="1563862"/>
                  </a:lnTo>
                  <a:lnTo>
                    <a:pt x="8882887" y="1626923"/>
                  </a:lnTo>
                  <a:lnTo>
                    <a:pt x="8921161" y="1686601"/>
                  </a:lnTo>
                  <a:lnTo>
                    <a:pt x="8959728" y="1742720"/>
                  </a:lnTo>
                  <a:lnTo>
                    <a:pt x="8998782" y="1795189"/>
                  </a:lnTo>
                  <a:lnTo>
                    <a:pt x="9038572" y="1843999"/>
                  </a:lnTo>
                  <a:lnTo>
                    <a:pt x="9079415" y="1889210"/>
                  </a:lnTo>
                  <a:lnTo>
                    <a:pt x="9084767" y="1894773"/>
                  </a:lnTo>
                  <a:lnTo>
                    <a:pt x="9131498" y="1939844"/>
                  </a:lnTo>
                  <a:lnTo>
                    <a:pt x="9180653" y="1980694"/>
                  </a:lnTo>
                  <a:lnTo>
                    <a:pt x="9232955" y="2017507"/>
                  </a:lnTo>
                  <a:lnTo>
                    <a:pt x="9289195" y="2050609"/>
                  </a:lnTo>
                  <a:lnTo>
                    <a:pt x="9350185" y="2080384"/>
                  </a:lnTo>
                  <a:lnTo>
                    <a:pt x="9416703" y="2107208"/>
                  </a:lnTo>
                  <a:lnTo>
                    <a:pt x="9489421" y="2131429"/>
                  </a:lnTo>
                  <a:lnTo>
                    <a:pt x="9568817" y="2153337"/>
                  </a:lnTo>
                  <a:lnTo>
                    <a:pt x="9655041" y="2173162"/>
                  </a:lnTo>
                  <a:lnTo>
                    <a:pt x="9747760" y="2191065"/>
                  </a:lnTo>
                  <a:lnTo>
                    <a:pt x="9845982" y="2207138"/>
                  </a:lnTo>
                  <a:lnTo>
                    <a:pt x="9947891" y="2221412"/>
                  </a:lnTo>
                  <a:lnTo>
                    <a:pt x="10050766" y="2233872"/>
                  </a:lnTo>
                  <a:lnTo>
                    <a:pt x="10151040" y="2244476"/>
                  </a:lnTo>
                  <a:lnTo>
                    <a:pt x="10244584" y="2253192"/>
                  </a:lnTo>
                  <a:lnTo>
                    <a:pt x="10327227" y="2260032"/>
                  </a:lnTo>
                  <a:lnTo>
                    <a:pt x="10395446" y="2265081"/>
                  </a:lnTo>
                  <a:lnTo>
                    <a:pt x="10447056" y="2268517"/>
                  </a:lnTo>
                  <a:lnTo>
                    <a:pt x="10481713" y="2270602"/>
                  </a:lnTo>
                  <a:lnTo>
                    <a:pt x="10501092" y="2271659"/>
                  </a:lnTo>
                  <a:lnTo>
                    <a:pt x="10508758" y="2272040"/>
                  </a:lnTo>
                  <a:lnTo>
                    <a:pt x="10509911" y="2272093"/>
                  </a:lnTo>
                  <a:lnTo>
                    <a:pt x="11981298" y="2272093"/>
                  </a:lnTo>
                  <a:lnTo>
                    <a:pt x="11981298" y="2263920"/>
                  </a:lnTo>
                  <a:lnTo>
                    <a:pt x="10509911" y="2263920"/>
                  </a:lnTo>
                  <a:lnTo>
                    <a:pt x="10508733" y="2263866"/>
                  </a:lnTo>
                  <a:lnTo>
                    <a:pt x="10500997" y="2263481"/>
                  </a:lnTo>
                  <a:lnTo>
                    <a:pt x="10481518" y="2262418"/>
                  </a:lnTo>
                  <a:lnTo>
                    <a:pt x="10446740" y="2260324"/>
                  </a:lnTo>
                  <a:lnTo>
                    <a:pt x="10395004" y="2256877"/>
                  </a:lnTo>
                  <a:lnTo>
                    <a:pt x="10326669" y="2251815"/>
                  </a:lnTo>
                  <a:lnTo>
                    <a:pt x="10243932" y="2244962"/>
                  </a:lnTo>
                  <a:lnTo>
                    <a:pt x="10150323" y="2236232"/>
                  </a:lnTo>
                  <a:lnTo>
                    <a:pt x="10050016" y="2225614"/>
                  </a:lnTo>
                  <a:lnTo>
                    <a:pt x="9947136" y="2213141"/>
                  </a:lnTo>
                  <a:lnTo>
                    <a:pt x="9845245" y="2198853"/>
                  </a:lnTo>
                  <a:lnTo>
                    <a:pt x="9747058" y="2182767"/>
                  </a:lnTo>
                  <a:lnTo>
                    <a:pt x="9654384" y="2164851"/>
                  </a:lnTo>
                  <a:lnTo>
                    <a:pt x="9568209" y="2145011"/>
                  </a:lnTo>
                  <a:lnTo>
                    <a:pt x="9488864" y="2123087"/>
                  </a:lnTo>
                  <a:lnTo>
                    <a:pt x="9416193" y="2098848"/>
                  </a:lnTo>
                  <a:lnTo>
                    <a:pt x="9349718" y="2072003"/>
                  </a:lnTo>
                  <a:lnTo>
                    <a:pt x="9288766" y="2042206"/>
                  </a:lnTo>
                  <a:lnTo>
                    <a:pt x="9232558" y="2009077"/>
                  </a:lnTo>
                  <a:lnTo>
                    <a:pt x="9180282" y="1972236"/>
                  </a:lnTo>
                  <a:lnTo>
                    <a:pt x="9131147" y="1931356"/>
                  </a:lnTo>
                  <a:lnTo>
                    <a:pt x="9084767" y="1886600"/>
                  </a:lnTo>
                  <a:lnTo>
                    <a:pt x="9043761" y="1841843"/>
                  </a:lnTo>
                  <a:lnTo>
                    <a:pt x="9003854" y="1793501"/>
                  </a:lnTo>
                  <a:lnTo>
                    <a:pt x="8964721" y="1741504"/>
                  </a:lnTo>
                  <a:lnTo>
                    <a:pt x="8926104" y="1685852"/>
                  </a:lnTo>
                  <a:lnTo>
                    <a:pt x="8887801" y="1626624"/>
                  </a:lnTo>
                  <a:lnTo>
                    <a:pt x="8849664" y="1563985"/>
                  </a:lnTo>
                  <a:lnTo>
                    <a:pt x="8811585" y="1498192"/>
                  </a:lnTo>
                  <a:lnTo>
                    <a:pt x="8773492" y="1429590"/>
                  </a:lnTo>
                  <a:lnTo>
                    <a:pt x="8735349" y="1358610"/>
                  </a:lnTo>
                  <a:lnTo>
                    <a:pt x="8697143" y="1285760"/>
                  </a:lnTo>
                  <a:lnTo>
                    <a:pt x="8658883" y="1211613"/>
                  </a:lnTo>
                  <a:lnTo>
                    <a:pt x="8620591" y="1136783"/>
                  </a:lnTo>
                  <a:lnTo>
                    <a:pt x="8582296" y="1061911"/>
                  </a:lnTo>
                  <a:lnTo>
                    <a:pt x="8544030" y="987640"/>
                  </a:lnTo>
                  <a:lnTo>
                    <a:pt x="8505817" y="914591"/>
                  </a:lnTo>
                  <a:lnTo>
                    <a:pt x="8467666" y="843340"/>
                  </a:lnTo>
                  <a:lnTo>
                    <a:pt x="8429569" y="774406"/>
                  </a:lnTo>
                  <a:lnTo>
                    <a:pt x="8391491" y="708230"/>
                  </a:lnTo>
                  <a:lnTo>
                    <a:pt x="8353366" y="645170"/>
                  </a:lnTo>
                  <a:lnTo>
                    <a:pt x="8315092" y="585491"/>
                  </a:lnTo>
                  <a:lnTo>
                    <a:pt x="8276525" y="529373"/>
                  </a:lnTo>
                  <a:lnTo>
                    <a:pt x="8237472" y="476903"/>
                  </a:lnTo>
                  <a:lnTo>
                    <a:pt x="8197682" y="428094"/>
                  </a:lnTo>
                  <a:lnTo>
                    <a:pt x="8156838" y="382882"/>
                  </a:lnTo>
                  <a:lnTo>
                    <a:pt x="8151487" y="377320"/>
                  </a:lnTo>
                  <a:lnTo>
                    <a:pt x="8104755" y="332249"/>
                  </a:lnTo>
                  <a:lnTo>
                    <a:pt x="8055600" y="291398"/>
                  </a:lnTo>
                  <a:lnTo>
                    <a:pt x="8003298" y="254586"/>
                  </a:lnTo>
                  <a:lnTo>
                    <a:pt x="7947058" y="221483"/>
                  </a:lnTo>
                  <a:lnTo>
                    <a:pt x="7886068" y="191709"/>
                  </a:lnTo>
                  <a:lnTo>
                    <a:pt x="7819550" y="164884"/>
                  </a:lnTo>
                  <a:lnTo>
                    <a:pt x="7746832" y="140664"/>
                  </a:lnTo>
                  <a:lnTo>
                    <a:pt x="7667436" y="118755"/>
                  </a:lnTo>
                  <a:lnTo>
                    <a:pt x="7581212" y="98930"/>
                  </a:lnTo>
                  <a:lnTo>
                    <a:pt x="7488493" y="81028"/>
                  </a:lnTo>
                  <a:lnTo>
                    <a:pt x="7390271" y="64955"/>
                  </a:lnTo>
                  <a:lnTo>
                    <a:pt x="7288362" y="50681"/>
                  </a:lnTo>
                  <a:lnTo>
                    <a:pt x="7185487" y="38221"/>
                  </a:lnTo>
                  <a:lnTo>
                    <a:pt x="7085213" y="27617"/>
                  </a:lnTo>
                  <a:lnTo>
                    <a:pt x="6991670" y="18900"/>
                  </a:lnTo>
                  <a:lnTo>
                    <a:pt x="6909026" y="12061"/>
                  </a:lnTo>
                  <a:lnTo>
                    <a:pt x="6840807" y="7011"/>
                  </a:lnTo>
                  <a:lnTo>
                    <a:pt x="6789197" y="3575"/>
                  </a:lnTo>
                  <a:lnTo>
                    <a:pt x="6754540" y="1491"/>
                  </a:lnTo>
                  <a:lnTo>
                    <a:pt x="6735162" y="433"/>
                  </a:lnTo>
                  <a:lnTo>
                    <a:pt x="6727495" y="52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858" y="80"/>
                  </a:lnTo>
                  <a:lnTo>
                    <a:pt x="5246642" y="650"/>
                  </a:lnTo>
                  <a:lnTo>
                    <a:pt x="5228430" y="2227"/>
                  </a:lnTo>
                  <a:lnTo>
                    <a:pt x="5195819" y="5333"/>
                  </a:lnTo>
                  <a:lnTo>
                    <a:pt x="5147109" y="10454"/>
                  </a:lnTo>
                  <a:lnTo>
                    <a:pt x="5082435" y="17989"/>
                  </a:lnTo>
                  <a:lnTo>
                    <a:pt x="5003640" y="28220"/>
                  </a:lnTo>
                  <a:lnTo>
                    <a:pt x="4913861" y="41292"/>
                  </a:lnTo>
                  <a:lnTo>
                    <a:pt x="4816925" y="57238"/>
                  </a:lnTo>
                  <a:lnTo>
                    <a:pt x="4716728" y="76019"/>
                  </a:lnTo>
                  <a:lnTo>
                    <a:pt x="4616734" y="97571"/>
                  </a:lnTo>
                  <a:lnTo>
                    <a:pt x="4519680" y="121859"/>
                  </a:lnTo>
                  <a:lnTo>
                    <a:pt x="4427474" y="148906"/>
                  </a:lnTo>
                  <a:lnTo>
                    <a:pt x="4341249" y="178822"/>
                  </a:lnTo>
                  <a:lnTo>
                    <a:pt x="4261487" y="211815"/>
                  </a:lnTo>
                  <a:lnTo>
                    <a:pt x="4188183" y="248189"/>
                  </a:lnTo>
                  <a:lnTo>
                    <a:pt x="4120986" y="288347"/>
                  </a:lnTo>
                  <a:lnTo>
                    <a:pt x="4059328" y="332772"/>
                  </a:lnTo>
                  <a:lnTo>
                    <a:pt x="4002516" y="382011"/>
                  </a:lnTo>
                  <a:lnTo>
                    <a:pt x="3949802" y="436637"/>
                  </a:lnTo>
                  <a:lnTo>
                    <a:pt x="3900435" y="497186"/>
                  </a:lnTo>
                  <a:lnTo>
                    <a:pt x="3853706" y="564056"/>
                  </a:lnTo>
                  <a:lnTo>
                    <a:pt x="3829811" y="602077"/>
                  </a:lnTo>
                  <a:lnTo>
                    <a:pt x="3795734" y="660873"/>
                  </a:lnTo>
                  <a:lnTo>
                    <a:pt x="3762454" y="723579"/>
                  </a:lnTo>
                  <a:lnTo>
                    <a:pt x="3729776" y="790278"/>
                  </a:lnTo>
                  <a:lnTo>
                    <a:pt x="3697535" y="860996"/>
                  </a:lnTo>
                  <a:lnTo>
                    <a:pt x="3665601" y="935706"/>
                  </a:lnTo>
                  <a:lnTo>
                    <a:pt x="3633866" y="1014318"/>
                  </a:lnTo>
                  <a:lnTo>
                    <a:pt x="3602245" y="1096678"/>
                  </a:lnTo>
                  <a:lnTo>
                    <a:pt x="3570676" y="1182562"/>
                  </a:lnTo>
                  <a:lnTo>
                    <a:pt x="3539113" y="1271679"/>
                  </a:lnTo>
                  <a:lnTo>
                    <a:pt x="3507526" y="1363672"/>
                  </a:lnTo>
                  <a:lnTo>
                    <a:pt x="3475899" y="1458121"/>
                  </a:lnTo>
                  <a:lnTo>
                    <a:pt x="3444229" y="1554550"/>
                  </a:lnTo>
                  <a:lnTo>
                    <a:pt x="3412521" y="1652440"/>
                  </a:lnTo>
                  <a:lnTo>
                    <a:pt x="3380786" y="1751232"/>
                  </a:lnTo>
                  <a:lnTo>
                    <a:pt x="3349042" y="1850350"/>
                  </a:lnTo>
                  <a:lnTo>
                    <a:pt x="3317306" y="1949207"/>
                  </a:lnTo>
                  <a:lnTo>
                    <a:pt x="3285594" y="2047224"/>
                  </a:lnTo>
                  <a:lnTo>
                    <a:pt x="3253919" y="2143840"/>
                  </a:lnTo>
                  <a:lnTo>
                    <a:pt x="3222288" y="2238530"/>
                  </a:lnTo>
                  <a:lnTo>
                    <a:pt x="3190697" y="2330815"/>
                  </a:lnTo>
                  <a:lnTo>
                    <a:pt x="3159132" y="2420267"/>
                  </a:lnTo>
                  <a:lnTo>
                    <a:pt x="3127566" y="2506521"/>
                  </a:lnTo>
                  <a:lnTo>
                    <a:pt x="3095954" y="2589280"/>
                  </a:lnTo>
                  <a:lnTo>
                    <a:pt x="3064235" y="2668313"/>
                  </a:lnTo>
                  <a:lnTo>
                    <a:pt x="3032327" y="2743457"/>
                  </a:lnTo>
                  <a:lnTo>
                    <a:pt x="3000127" y="2814616"/>
                  </a:lnTo>
                  <a:lnTo>
                    <a:pt x="2967503" y="2881755"/>
                  </a:lnTo>
                  <a:lnTo>
                    <a:pt x="2934299" y="2944897"/>
                  </a:lnTo>
                  <a:lnTo>
                    <a:pt x="2900320" y="3004117"/>
                  </a:lnTo>
                  <a:lnTo>
                    <a:pt x="2896531" y="3010387"/>
                  </a:lnTo>
                  <a:lnTo>
                    <a:pt x="2850939" y="3080671"/>
                  </a:lnTo>
                  <a:lnTo>
                    <a:pt x="2803053" y="3144532"/>
                  </a:lnTo>
                  <a:lnTo>
                    <a:pt x="2752203" y="3202234"/>
                  </a:lnTo>
                  <a:lnTo>
                    <a:pt x="2697655" y="3254254"/>
                  </a:lnTo>
                  <a:lnTo>
                    <a:pt x="2638655" y="3301158"/>
                  </a:lnTo>
                  <a:lnTo>
                    <a:pt x="2574472" y="3343510"/>
                  </a:lnTo>
                  <a:lnTo>
                    <a:pt x="2504461" y="3381832"/>
                  </a:lnTo>
                  <a:lnTo>
                    <a:pt x="2428145" y="3416571"/>
                  </a:lnTo>
                  <a:lnTo>
                    <a:pt x="2345317" y="3448085"/>
                  </a:lnTo>
                  <a:lnTo>
                    <a:pt x="2256182" y="3476632"/>
                  </a:lnTo>
                  <a:lnTo>
                    <a:pt x="2161509" y="3502372"/>
                  </a:lnTo>
                  <a:lnTo>
                    <a:pt x="2062783" y="3525375"/>
                  </a:lnTo>
                  <a:lnTo>
                    <a:pt x="1962304" y="3545630"/>
                  </a:lnTo>
                  <a:lnTo>
                    <a:pt x="1863174" y="3563085"/>
                  </a:lnTo>
                  <a:lnTo>
                    <a:pt x="1769110" y="3577681"/>
                  </a:lnTo>
                  <a:lnTo>
                    <a:pt x="1684049" y="3589405"/>
                  </a:lnTo>
                  <a:lnTo>
                    <a:pt x="1611573" y="3598342"/>
                  </a:lnTo>
                  <a:lnTo>
                    <a:pt x="1554277" y="3604698"/>
                  </a:lnTo>
                  <a:lnTo>
                    <a:pt x="1513237" y="3608815"/>
                  </a:lnTo>
                  <a:lnTo>
                    <a:pt x="1487721" y="3611138"/>
                  </a:lnTo>
                  <a:lnTo>
                    <a:pt x="1475201" y="3612176"/>
                  </a:lnTo>
                  <a:lnTo>
                    <a:pt x="1471554" y="3612453"/>
                  </a:lnTo>
                  <a:lnTo>
                    <a:pt x="1471387" y="3612465"/>
                  </a:lnTo>
                  <a:lnTo>
                    <a:pt x="0" y="3612465"/>
                  </a:lnTo>
                  <a:close/>
                </a:path>
              </a:pathLst>
            </a:custGeom>
            <a:solidFill>
              <a:srgbClr val="F28E5B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098" name="pl1098"/>
            <p:cNvSpPr/>
            <p:nvPr/>
          </p:nvSpPr>
          <p:spPr>
            <a:xfrm>
              <a:off x="4799595" y="3410554"/>
              <a:ext cx="11981298" cy="3612465"/>
            </a:xfrm>
            <a:custGeom>
              <a:avLst/>
              <a:pathLst>
                <a:path w="11981298" h="3612465">
                  <a:moveTo>
                    <a:pt x="0" y="3612465"/>
                  </a:moveTo>
                  <a:lnTo>
                    <a:pt x="1471387" y="3612465"/>
                  </a:lnTo>
                  <a:lnTo>
                    <a:pt x="1472484" y="3612385"/>
                  </a:lnTo>
                  <a:lnTo>
                    <a:pt x="1479700" y="3611814"/>
                  </a:lnTo>
                  <a:lnTo>
                    <a:pt x="1497912" y="3610237"/>
                  </a:lnTo>
                  <a:lnTo>
                    <a:pt x="1530523" y="3607131"/>
                  </a:lnTo>
                  <a:lnTo>
                    <a:pt x="1579233" y="3602011"/>
                  </a:lnTo>
                  <a:lnTo>
                    <a:pt x="1643907" y="3594475"/>
                  </a:lnTo>
                  <a:lnTo>
                    <a:pt x="1722702" y="3584244"/>
                  </a:lnTo>
                  <a:lnTo>
                    <a:pt x="1812481" y="3571173"/>
                  </a:lnTo>
                  <a:lnTo>
                    <a:pt x="1909417" y="3555226"/>
                  </a:lnTo>
                  <a:lnTo>
                    <a:pt x="2009614" y="3536446"/>
                  </a:lnTo>
                  <a:lnTo>
                    <a:pt x="2109608" y="3514893"/>
                  </a:lnTo>
                  <a:lnTo>
                    <a:pt x="2206662" y="3490606"/>
                  </a:lnTo>
                  <a:lnTo>
                    <a:pt x="2298868" y="3463559"/>
                  </a:lnTo>
                  <a:lnTo>
                    <a:pt x="2385093" y="3433642"/>
                  </a:lnTo>
                  <a:lnTo>
                    <a:pt x="2464855" y="3400649"/>
                  </a:lnTo>
                  <a:lnTo>
                    <a:pt x="2538159" y="3364275"/>
                  </a:lnTo>
                  <a:lnTo>
                    <a:pt x="2605356" y="3324117"/>
                  </a:lnTo>
                  <a:lnTo>
                    <a:pt x="2667014" y="3279693"/>
                  </a:lnTo>
                  <a:lnTo>
                    <a:pt x="2723826" y="3230453"/>
                  </a:lnTo>
                  <a:lnTo>
                    <a:pt x="2776540" y="3175827"/>
                  </a:lnTo>
                  <a:lnTo>
                    <a:pt x="2825907" y="3115278"/>
                  </a:lnTo>
                  <a:lnTo>
                    <a:pt x="2872636" y="3048408"/>
                  </a:lnTo>
                  <a:lnTo>
                    <a:pt x="2896531" y="3010387"/>
                  </a:lnTo>
                  <a:lnTo>
                    <a:pt x="2930608" y="2951592"/>
                  </a:lnTo>
                  <a:lnTo>
                    <a:pt x="2963888" y="2888885"/>
                  </a:lnTo>
                  <a:lnTo>
                    <a:pt x="2996567" y="2822187"/>
                  </a:lnTo>
                  <a:lnTo>
                    <a:pt x="3028807" y="2751469"/>
                  </a:lnTo>
                  <a:lnTo>
                    <a:pt x="3060741" y="2676759"/>
                  </a:lnTo>
                  <a:lnTo>
                    <a:pt x="3092477" y="2598146"/>
                  </a:lnTo>
                  <a:lnTo>
                    <a:pt x="3124097" y="2515787"/>
                  </a:lnTo>
                  <a:lnTo>
                    <a:pt x="3155666" y="2429903"/>
                  </a:lnTo>
                  <a:lnTo>
                    <a:pt x="3187229" y="2340785"/>
                  </a:lnTo>
                  <a:lnTo>
                    <a:pt x="3218816" y="2248792"/>
                  </a:lnTo>
                  <a:lnTo>
                    <a:pt x="3250443" y="2154344"/>
                  </a:lnTo>
                  <a:lnTo>
                    <a:pt x="3282113" y="2057914"/>
                  </a:lnTo>
                  <a:lnTo>
                    <a:pt x="3313821" y="1960025"/>
                  </a:lnTo>
                  <a:lnTo>
                    <a:pt x="3345556" y="1861232"/>
                  </a:lnTo>
                  <a:lnTo>
                    <a:pt x="3377300" y="1762114"/>
                  </a:lnTo>
                  <a:lnTo>
                    <a:pt x="3409036" y="1663257"/>
                  </a:lnTo>
                  <a:lnTo>
                    <a:pt x="3440748" y="1565241"/>
                  </a:lnTo>
                  <a:lnTo>
                    <a:pt x="3472423" y="1468624"/>
                  </a:lnTo>
                  <a:lnTo>
                    <a:pt x="3504054" y="1373934"/>
                  </a:lnTo>
                  <a:lnTo>
                    <a:pt x="3535645" y="1281650"/>
                  </a:lnTo>
                  <a:lnTo>
                    <a:pt x="3567210" y="1192198"/>
                  </a:lnTo>
                  <a:lnTo>
                    <a:pt x="3598776" y="1105943"/>
                  </a:lnTo>
                  <a:lnTo>
                    <a:pt x="3630388" y="1023184"/>
                  </a:lnTo>
                  <a:lnTo>
                    <a:pt x="3662107" y="944151"/>
                  </a:lnTo>
                  <a:lnTo>
                    <a:pt x="3694015" y="869007"/>
                  </a:lnTo>
                  <a:lnTo>
                    <a:pt x="3726216" y="797848"/>
                  </a:lnTo>
                  <a:lnTo>
                    <a:pt x="3758839" y="730709"/>
                  </a:lnTo>
                  <a:lnTo>
                    <a:pt x="3792043" y="667567"/>
                  </a:lnTo>
                  <a:lnTo>
                    <a:pt x="3826022" y="608347"/>
                  </a:lnTo>
                  <a:lnTo>
                    <a:pt x="3829811" y="602077"/>
                  </a:lnTo>
                  <a:lnTo>
                    <a:pt x="3875404" y="531794"/>
                  </a:lnTo>
                  <a:lnTo>
                    <a:pt x="3923290" y="467932"/>
                  </a:lnTo>
                  <a:lnTo>
                    <a:pt x="3974139" y="410231"/>
                  </a:lnTo>
                  <a:lnTo>
                    <a:pt x="4028687" y="358210"/>
                  </a:lnTo>
                  <a:lnTo>
                    <a:pt x="4087687" y="311307"/>
                  </a:lnTo>
                  <a:lnTo>
                    <a:pt x="4151871" y="268954"/>
                  </a:lnTo>
                  <a:lnTo>
                    <a:pt x="4221881" y="230632"/>
                  </a:lnTo>
                  <a:lnTo>
                    <a:pt x="4298198" y="195893"/>
                  </a:lnTo>
                  <a:lnTo>
                    <a:pt x="4381025" y="164380"/>
                  </a:lnTo>
                  <a:lnTo>
                    <a:pt x="4470160" y="135833"/>
                  </a:lnTo>
                  <a:lnTo>
                    <a:pt x="4564833" y="110092"/>
                  </a:lnTo>
                  <a:lnTo>
                    <a:pt x="4663559" y="87090"/>
                  </a:lnTo>
                  <a:lnTo>
                    <a:pt x="4764038" y="66834"/>
                  </a:lnTo>
                  <a:lnTo>
                    <a:pt x="4863168" y="49379"/>
                  </a:lnTo>
                  <a:lnTo>
                    <a:pt x="4957232" y="34784"/>
                  </a:lnTo>
                  <a:lnTo>
                    <a:pt x="5042293" y="23059"/>
                  </a:lnTo>
                  <a:lnTo>
                    <a:pt x="5114769" y="14122"/>
                  </a:lnTo>
                  <a:lnTo>
                    <a:pt x="5172065" y="7766"/>
                  </a:lnTo>
                  <a:lnTo>
                    <a:pt x="5213106" y="3649"/>
                  </a:lnTo>
                  <a:lnTo>
                    <a:pt x="5238621" y="1327"/>
                  </a:lnTo>
                  <a:lnTo>
                    <a:pt x="5251141" y="288"/>
                  </a:lnTo>
                  <a:lnTo>
                    <a:pt x="5254788" y="11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520" y="53"/>
                  </a:lnTo>
                  <a:lnTo>
                    <a:pt x="6735256" y="438"/>
                  </a:lnTo>
                  <a:lnTo>
                    <a:pt x="6754736" y="1502"/>
                  </a:lnTo>
                  <a:lnTo>
                    <a:pt x="6789513" y="3595"/>
                  </a:lnTo>
                  <a:lnTo>
                    <a:pt x="6841249" y="7042"/>
                  </a:lnTo>
                  <a:lnTo>
                    <a:pt x="6909584" y="12104"/>
                  </a:lnTo>
                  <a:lnTo>
                    <a:pt x="6992322" y="18957"/>
                  </a:lnTo>
                  <a:lnTo>
                    <a:pt x="7085930" y="27688"/>
                  </a:lnTo>
                  <a:lnTo>
                    <a:pt x="7186238" y="38306"/>
                  </a:lnTo>
                  <a:lnTo>
                    <a:pt x="7289118" y="50779"/>
                  </a:lnTo>
                  <a:lnTo>
                    <a:pt x="7391009" y="65066"/>
                  </a:lnTo>
                  <a:lnTo>
                    <a:pt x="7489195" y="81153"/>
                  </a:lnTo>
                  <a:lnTo>
                    <a:pt x="7581870" y="99069"/>
                  </a:lnTo>
                  <a:lnTo>
                    <a:pt x="7668044" y="118908"/>
                  </a:lnTo>
                  <a:lnTo>
                    <a:pt x="7747390" y="140833"/>
                  </a:lnTo>
                  <a:lnTo>
                    <a:pt x="7820061" y="165071"/>
                  </a:lnTo>
                  <a:lnTo>
                    <a:pt x="7886535" y="191916"/>
                  </a:lnTo>
                  <a:lnTo>
                    <a:pt x="7947487" y="221713"/>
                  </a:lnTo>
                  <a:lnTo>
                    <a:pt x="8003696" y="254842"/>
                  </a:lnTo>
                  <a:lnTo>
                    <a:pt x="8055971" y="291683"/>
                  </a:lnTo>
                  <a:lnTo>
                    <a:pt x="8105106" y="332564"/>
                  </a:lnTo>
                  <a:lnTo>
                    <a:pt x="8151487" y="377320"/>
                  </a:lnTo>
                  <a:lnTo>
                    <a:pt x="8192492" y="422076"/>
                  </a:lnTo>
                  <a:lnTo>
                    <a:pt x="8232399" y="470418"/>
                  </a:lnTo>
                  <a:lnTo>
                    <a:pt x="8271532" y="522415"/>
                  </a:lnTo>
                  <a:lnTo>
                    <a:pt x="8310150" y="578068"/>
                  </a:lnTo>
                  <a:lnTo>
                    <a:pt x="8348452" y="637296"/>
                  </a:lnTo>
                  <a:lnTo>
                    <a:pt x="8386589" y="699934"/>
                  </a:lnTo>
                  <a:lnTo>
                    <a:pt x="8424669" y="765728"/>
                  </a:lnTo>
                  <a:lnTo>
                    <a:pt x="8462761" y="834330"/>
                  </a:lnTo>
                  <a:lnTo>
                    <a:pt x="8500904" y="905310"/>
                  </a:lnTo>
                  <a:lnTo>
                    <a:pt x="8539110" y="978159"/>
                  </a:lnTo>
                  <a:lnTo>
                    <a:pt x="8577370" y="1052307"/>
                  </a:lnTo>
                  <a:lnTo>
                    <a:pt x="8615662" y="1127137"/>
                  </a:lnTo>
                  <a:lnTo>
                    <a:pt x="8653957" y="1202008"/>
                  </a:lnTo>
                  <a:lnTo>
                    <a:pt x="8692223" y="1276279"/>
                  </a:lnTo>
                  <a:lnTo>
                    <a:pt x="8730437" y="1349329"/>
                  </a:lnTo>
                  <a:lnTo>
                    <a:pt x="8768587" y="1420579"/>
                  </a:lnTo>
                  <a:lnTo>
                    <a:pt x="8806685" y="1489513"/>
                  </a:lnTo>
                  <a:lnTo>
                    <a:pt x="8844763" y="1555689"/>
                  </a:lnTo>
                  <a:lnTo>
                    <a:pt x="8882887" y="1618750"/>
                  </a:lnTo>
                  <a:lnTo>
                    <a:pt x="8921161" y="1678428"/>
                  </a:lnTo>
                  <a:lnTo>
                    <a:pt x="8959728" y="1734547"/>
                  </a:lnTo>
                  <a:lnTo>
                    <a:pt x="8998782" y="1787016"/>
                  </a:lnTo>
                  <a:lnTo>
                    <a:pt x="9038572" y="1835826"/>
                  </a:lnTo>
                  <a:lnTo>
                    <a:pt x="9079415" y="1881037"/>
                  </a:lnTo>
                  <a:lnTo>
                    <a:pt x="9084767" y="1886600"/>
                  </a:lnTo>
                  <a:lnTo>
                    <a:pt x="9131498" y="1931671"/>
                  </a:lnTo>
                  <a:lnTo>
                    <a:pt x="9180653" y="1972521"/>
                  </a:lnTo>
                  <a:lnTo>
                    <a:pt x="9232955" y="2009334"/>
                  </a:lnTo>
                  <a:lnTo>
                    <a:pt x="9289195" y="2042436"/>
                  </a:lnTo>
                  <a:lnTo>
                    <a:pt x="9350185" y="2072211"/>
                  </a:lnTo>
                  <a:lnTo>
                    <a:pt x="9416703" y="2099035"/>
                  </a:lnTo>
                  <a:lnTo>
                    <a:pt x="9489421" y="2123256"/>
                  </a:lnTo>
                  <a:lnTo>
                    <a:pt x="9568817" y="2145164"/>
                  </a:lnTo>
                  <a:lnTo>
                    <a:pt x="9655041" y="2164989"/>
                  </a:lnTo>
                  <a:lnTo>
                    <a:pt x="9747760" y="2182892"/>
                  </a:lnTo>
                  <a:lnTo>
                    <a:pt x="9845982" y="2198965"/>
                  </a:lnTo>
                  <a:lnTo>
                    <a:pt x="9947891" y="2213239"/>
                  </a:lnTo>
                  <a:lnTo>
                    <a:pt x="10050766" y="2225699"/>
                  </a:lnTo>
                  <a:lnTo>
                    <a:pt x="10151040" y="2236303"/>
                  </a:lnTo>
                  <a:lnTo>
                    <a:pt x="10244584" y="2245019"/>
                  </a:lnTo>
                  <a:lnTo>
                    <a:pt x="10327227" y="2251859"/>
                  </a:lnTo>
                  <a:lnTo>
                    <a:pt x="10395446" y="2256908"/>
                  </a:lnTo>
                  <a:lnTo>
                    <a:pt x="10447056" y="2260344"/>
                  </a:lnTo>
                  <a:lnTo>
                    <a:pt x="10481713" y="2262429"/>
                  </a:lnTo>
                  <a:lnTo>
                    <a:pt x="10501092" y="2263486"/>
                  </a:lnTo>
                  <a:lnTo>
                    <a:pt x="10508758" y="2263867"/>
                  </a:lnTo>
                  <a:lnTo>
                    <a:pt x="10509911" y="2263920"/>
                  </a:lnTo>
                  <a:lnTo>
                    <a:pt x="11981298" y="226392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099" name="pl1099"/>
            <p:cNvSpPr/>
            <p:nvPr/>
          </p:nvSpPr>
          <p:spPr>
            <a:xfrm>
              <a:off x="4799595" y="3402381"/>
              <a:ext cx="11981298" cy="3612465"/>
            </a:xfrm>
            <a:custGeom>
              <a:avLst/>
              <a:pathLst>
                <a:path w="11981298" h="3612465">
                  <a:moveTo>
                    <a:pt x="11981298" y="2263920"/>
                  </a:moveTo>
                  <a:lnTo>
                    <a:pt x="10509911" y="2263920"/>
                  </a:lnTo>
                  <a:lnTo>
                    <a:pt x="10508733" y="2263866"/>
                  </a:lnTo>
                  <a:lnTo>
                    <a:pt x="10500997" y="2263481"/>
                  </a:lnTo>
                  <a:lnTo>
                    <a:pt x="10481518" y="2262418"/>
                  </a:lnTo>
                  <a:lnTo>
                    <a:pt x="10446740" y="2260324"/>
                  </a:lnTo>
                  <a:lnTo>
                    <a:pt x="10395004" y="2256877"/>
                  </a:lnTo>
                  <a:lnTo>
                    <a:pt x="10326669" y="2251815"/>
                  </a:lnTo>
                  <a:lnTo>
                    <a:pt x="10243932" y="2244962"/>
                  </a:lnTo>
                  <a:lnTo>
                    <a:pt x="10150323" y="2236232"/>
                  </a:lnTo>
                  <a:lnTo>
                    <a:pt x="10050016" y="2225614"/>
                  </a:lnTo>
                  <a:lnTo>
                    <a:pt x="9947136" y="2213141"/>
                  </a:lnTo>
                  <a:lnTo>
                    <a:pt x="9845245" y="2198853"/>
                  </a:lnTo>
                  <a:lnTo>
                    <a:pt x="9747058" y="2182767"/>
                  </a:lnTo>
                  <a:lnTo>
                    <a:pt x="9654384" y="2164851"/>
                  </a:lnTo>
                  <a:lnTo>
                    <a:pt x="9568209" y="2145011"/>
                  </a:lnTo>
                  <a:lnTo>
                    <a:pt x="9488864" y="2123087"/>
                  </a:lnTo>
                  <a:lnTo>
                    <a:pt x="9416193" y="2098848"/>
                  </a:lnTo>
                  <a:lnTo>
                    <a:pt x="9349718" y="2072003"/>
                  </a:lnTo>
                  <a:lnTo>
                    <a:pt x="9288766" y="2042206"/>
                  </a:lnTo>
                  <a:lnTo>
                    <a:pt x="9232558" y="2009077"/>
                  </a:lnTo>
                  <a:lnTo>
                    <a:pt x="9180282" y="1972236"/>
                  </a:lnTo>
                  <a:lnTo>
                    <a:pt x="9131147" y="1931356"/>
                  </a:lnTo>
                  <a:lnTo>
                    <a:pt x="9084767" y="1886600"/>
                  </a:lnTo>
                  <a:lnTo>
                    <a:pt x="9043761" y="1841843"/>
                  </a:lnTo>
                  <a:lnTo>
                    <a:pt x="9003854" y="1793501"/>
                  </a:lnTo>
                  <a:lnTo>
                    <a:pt x="8964721" y="1741504"/>
                  </a:lnTo>
                  <a:lnTo>
                    <a:pt x="8926104" y="1685852"/>
                  </a:lnTo>
                  <a:lnTo>
                    <a:pt x="8887801" y="1626624"/>
                  </a:lnTo>
                  <a:lnTo>
                    <a:pt x="8849664" y="1563985"/>
                  </a:lnTo>
                  <a:lnTo>
                    <a:pt x="8811585" y="1498192"/>
                  </a:lnTo>
                  <a:lnTo>
                    <a:pt x="8773492" y="1429590"/>
                  </a:lnTo>
                  <a:lnTo>
                    <a:pt x="8735349" y="1358610"/>
                  </a:lnTo>
                  <a:lnTo>
                    <a:pt x="8697143" y="1285760"/>
                  </a:lnTo>
                  <a:lnTo>
                    <a:pt x="8658883" y="1211613"/>
                  </a:lnTo>
                  <a:lnTo>
                    <a:pt x="8620591" y="1136783"/>
                  </a:lnTo>
                  <a:lnTo>
                    <a:pt x="8582296" y="1061911"/>
                  </a:lnTo>
                  <a:lnTo>
                    <a:pt x="8544030" y="987640"/>
                  </a:lnTo>
                  <a:lnTo>
                    <a:pt x="8505817" y="914591"/>
                  </a:lnTo>
                  <a:lnTo>
                    <a:pt x="8467666" y="843340"/>
                  </a:lnTo>
                  <a:lnTo>
                    <a:pt x="8429569" y="774406"/>
                  </a:lnTo>
                  <a:lnTo>
                    <a:pt x="8391491" y="708230"/>
                  </a:lnTo>
                  <a:lnTo>
                    <a:pt x="8353366" y="645170"/>
                  </a:lnTo>
                  <a:lnTo>
                    <a:pt x="8315092" y="585491"/>
                  </a:lnTo>
                  <a:lnTo>
                    <a:pt x="8276525" y="529373"/>
                  </a:lnTo>
                  <a:lnTo>
                    <a:pt x="8237472" y="476903"/>
                  </a:lnTo>
                  <a:lnTo>
                    <a:pt x="8197682" y="428094"/>
                  </a:lnTo>
                  <a:lnTo>
                    <a:pt x="8156838" y="382882"/>
                  </a:lnTo>
                  <a:lnTo>
                    <a:pt x="8151487" y="377320"/>
                  </a:lnTo>
                  <a:lnTo>
                    <a:pt x="8104755" y="332249"/>
                  </a:lnTo>
                  <a:lnTo>
                    <a:pt x="8055600" y="291398"/>
                  </a:lnTo>
                  <a:lnTo>
                    <a:pt x="8003298" y="254586"/>
                  </a:lnTo>
                  <a:lnTo>
                    <a:pt x="7947058" y="221483"/>
                  </a:lnTo>
                  <a:lnTo>
                    <a:pt x="7886068" y="191709"/>
                  </a:lnTo>
                  <a:lnTo>
                    <a:pt x="7819550" y="164884"/>
                  </a:lnTo>
                  <a:lnTo>
                    <a:pt x="7746832" y="140664"/>
                  </a:lnTo>
                  <a:lnTo>
                    <a:pt x="7667436" y="118755"/>
                  </a:lnTo>
                  <a:lnTo>
                    <a:pt x="7581212" y="98930"/>
                  </a:lnTo>
                  <a:lnTo>
                    <a:pt x="7488493" y="81028"/>
                  </a:lnTo>
                  <a:lnTo>
                    <a:pt x="7390271" y="64955"/>
                  </a:lnTo>
                  <a:lnTo>
                    <a:pt x="7288362" y="50681"/>
                  </a:lnTo>
                  <a:lnTo>
                    <a:pt x="7185487" y="38221"/>
                  </a:lnTo>
                  <a:lnTo>
                    <a:pt x="7085213" y="27617"/>
                  </a:lnTo>
                  <a:lnTo>
                    <a:pt x="6991670" y="18900"/>
                  </a:lnTo>
                  <a:lnTo>
                    <a:pt x="6909026" y="12061"/>
                  </a:lnTo>
                  <a:lnTo>
                    <a:pt x="6840807" y="7011"/>
                  </a:lnTo>
                  <a:lnTo>
                    <a:pt x="6789197" y="3575"/>
                  </a:lnTo>
                  <a:lnTo>
                    <a:pt x="6754540" y="1491"/>
                  </a:lnTo>
                  <a:lnTo>
                    <a:pt x="6735162" y="433"/>
                  </a:lnTo>
                  <a:lnTo>
                    <a:pt x="6727495" y="52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858" y="80"/>
                  </a:lnTo>
                  <a:lnTo>
                    <a:pt x="5246642" y="650"/>
                  </a:lnTo>
                  <a:lnTo>
                    <a:pt x="5228430" y="2227"/>
                  </a:lnTo>
                  <a:lnTo>
                    <a:pt x="5195819" y="5333"/>
                  </a:lnTo>
                  <a:lnTo>
                    <a:pt x="5147109" y="10454"/>
                  </a:lnTo>
                  <a:lnTo>
                    <a:pt x="5082435" y="17989"/>
                  </a:lnTo>
                  <a:lnTo>
                    <a:pt x="5003640" y="28220"/>
                  </a:lnTo>
                  <a:lnTo>
                    <a:pt x="4913861" y="41292"/>
                  </a:lnTo>
                  <a:lnTo>
                    <a:pt x="4816925" y="57238"/>
                  </a:lnTo>
                  <a:lnTo>
                    <a:pt x="4716728" y="76019"/>
                  </a:lnTo>
                  <a:lnTo>
                    <a:pt x="4616734" y="97571"/>
                  </a:lnTo>
                  <a:lnTo>
                    <a:pt x="4519680" y="121859"/>
                  </a:lnTo>
                  <a:lnTo>
                    <a:pt x="4427474" y="148906"/>
                  </a:lnTo>
                  <a:lnTo>
                    <a:pt x="4341249" y="178822"/>
                  </a:lnTo>
                  <a:lnTo>
                    <a:pt x="4261487" y="211815"/>
                  </a:lnTo>
                  <a:lnTo>
                    <a:pt x="4188183" y="248189"/>
                  </a:lnTo>
                  <a:lnTo>
                    <a:pt x="4120986" y="288347"/>
                  </a:lnTo>
                  <a:lnTo>
                    <a:pt x="4059328" y="332772"/>
                  </a:lnTo>
                  <a:lnTo>
                    <a:pt x="4002516" y="382011"/>
                  </a:lnTo>
                  <a:lnTo>
                    <a:pt x="3949802" y="436637"/>
                  </a:lnTo>
                  <a:lnTo>
                    <a:pt x="3900435" y="497186"/>
                  </a:lnTo>
                  <a:lnTo>
                    <a:pt x="3853706" y="564056"/>
                  </a:lnTo>
                  <a:lnTo>
                    <a:pt x="3829811" y="602077"/>
                  </a:lnTo>
                  <a:lnTo>
                    <a:pt x="3795734" y="660873"/>
                  </a:lnTo>
                  <a:lnTo>
                    <a:pt x="3762454" y="723579"/>
                  </a:lnTo>
                  <a:lnTo>
                    <a:pt x="3729776" y="790278"/>
                  </a:lnTo>
                  <a:lnTo>
                    <a:pt x="3697535" y="860996"/>
                  </a:lnTo>
                  <a:lnTo>
                    <a:pt x="3665601" y="935706"/>
                  </a:lnTo>
                  <a:lnTo>
                    <a:pt x="3633866" y="1014318"/>
                  </a:lnTo>
                  <a:lnTo>
                    <a:pt x="3602245" y="1096678"/>
                  </a:lnTo>
                  <a:lnTo>
                    <a:pt x="3570676" y="1182562"/>
                  </a:lnTo>
                  <a:lnTo>
                    <a:pt x="3539113" y="1271679"/>
                  </a:lnTo>
                  <a:lnTo>
                    <a:pt x="3507526" y="1363672"/>
                  </a:lnTo>
                  <a:lnTo>
                    <a:pt x="3475899" y="1458121"/>
                  </a:lnTo>
                  <a:lnTo>
                    <a:pt x="3444229" y="1554550"/>
                  </a:lnTo>
                  <a:lnTo>
                    <a:pt x="3412521" y="1652440"/>
                  </a:lnTo>
                  <a:lnTo>
                    <a:pt x="3380786" y="1751232"/>
                  </a:lnTo>
                  <a:lnTo>
                    <a:pt x="3349042" y="1850350"/>
                  </a:lnTo>
                  <a:lnTo>
                    <a:pt x="3317306" y="1949207"/>
                  </a:lnTo>
                  <a:lnTo>
                    <a:pt x="3285594" y="2047224"/>
                  </a:lnTo>
                  <a:lnTo>
                    <a:pt x="3253919" y="2143840"/>
                  </a:lnTo>
                  <a:lnTo>
                    <a:pt x="3222288" y="2238530"/>
                  </a:lnTo>
                  <a:lnTo>
                    <a:pt x="3190697" y="2330815"/>
                  </a:lnTo>
                  <a:lnTo>
                    <a:pt x="3159132" y="2420267"/>
                  </a:lnTo>
                  <a:lnTo>
                    <a:pt x="3127566" y="2506521"/>
                  </a:lnTo>
                  <a:lnTo>
                    <a:pt x="3095954" y="2589280"/>
                  </a:lnTo>
                  <a:lnTo>
                    <a:pt x="3064235" y="2668313"/>
                  </a:lnTo>
                  <a:lnTo>
                    <a:pt x="3032327" y="2743457"/>
                  </a:lnTo>
                  <a:lnTo>
                    <a:pt x="3000127" y="2814616"/>
                  </a:lnTo>
                  <a:lnTo>
                    <a:pt x="2967503" y="2881755"/>
                  </a:lnTo>
                  <a:lnTo>
                    <a:pt x="2934299" y="2944897"/>
                  </a:lnTo>
                  <a:lnTo>
                    <a:pt x="2900320" y="3004117"/>
                  </a:lnTo>
                  <a:lnTo>
                    <a:pt x="2896531" y="3010387"/>
                  </a:lnTo>
                  <a:lnTo>
                    <a:pt x="2850939" y="3080671"/>
                  </a:lnTo>
                  <a:lnTo>
                    <a:pt x="2803053" y="3144532"/>
                  </a:lnTo>
                  <a:lnTo>
                    <a:pt x="2752203" y="3202234"/>
                  </a:lnTo>
                  <a:lnTo>
                    <a:pt x="2697655" y="3254254"/>
                  </a:lnTo>
                  <a:lnTo>
                    <a:pt x="2638655" y="3301158"/>
                  </a:lnTo>
                  <a:lnTo>
                    <a:pt x="2574472" y="3343510"/>
                  </a:lnTo>
                  <a:lnTo>
                    <a:pt x="2504461" y="3381832"/>
                  </a:lnTo>
                  <a:lnTo>
                    <a:pt x="2428145" y="3416571"/>
                  </a:lnTo>
                  <a:lnTo>
                    <a:pt x="2345317" y="3448085"/>
                  </a:lnTo>
                  <a:lnTo>
                    <a:pt x="2256182" y="3476632"/>
                  </a:lnTo>
                  <a:lnTo>
                    <a:pt x="2161509" y="3502372"/>
                  </a:lnTo>
                  <a:lnTo>
                    <a:pt x="2062783" y="3525375"/>
                  </a:lnTo>
                  <a:lnTo>
                    <a:pt x="1962304" y="3545630"/>
                  </a:lnTo>
                  <a:lnTo>
                    <a:pt x="1863174" y="3563085"/>
                  </a:lnTo>
                  <a:lnTo>
                    <a:pt x="1769110" y="3577681"/>
                  </a:lnTo>
                  <a:lnTo>
                    <a:pt x="1684049" y="3589405"/>
                  </a:lnTo>
                  <a:lnTo>
                    <a:pt x="1611573" y="3598342"/>
                  </a:lnTo>
                  <a:lnTo>
                    <a:pt x="1554277" y="3604698"/>
                  </a:lnTo>
                  <a:lnTo>
                    <a:pt x="1513237" y="3608815"/>
                  </a:lnTo>
                  <a:lnTo>
                    <a:pt x="1487721" y="3611138"/>
                  </a:lnTo>
                  <a:lnTo>
                    <a:pt x="1475201" y="3612176"/>
                  </a:lnTo>
                  <a:lnTo>
                    <a:pt x="1471554" y="3612453"/>
                  </a:lnTo>
                  <a:lnTo>
                    <a:pt x="1471387" y="3612465"/>
                  </a:lnTo>
                  <a:lnTo>
                    <a:pt x="0" y="361246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00" name="pg1100"/>
            <p:cNvSpPr/>
            <p:nvPr/>
          </p:nvSpPr>
          <p:spPr>
            <a:xfrm>
              <a:off x="4799595" y="3435073"/>
              <a:ext cx="11981298" cy="3612465"/>
            </a:xfrm>
            <a:custGeom>
              <a:avLst/>
              <a:pathLst>
                <a:path w="11981298" h="3612465">
                  <a:moveTo>
                    <a:pt x="0" y="3612465"/>
                  </a:moveTo>
                  <a:lnTo>
                    <a:pt x="1471387" y="3612465"/>
                  </a:lnTo>
                  <a:lnTo>
                    <a:pt x="1472486" y="3612385"/>
                  </a:lnTo>
                  <a:lnTo>
                    <a:pt x="1479713" y="3611817"/>
                  </a:lnTo>
                  <a:lnTo>
                    <a:pt x="1497950" y="3610249"/>
                  </a:lnTo>
                  <a:lnTo>
                    <a:pt x="1530606" y="3607159"/>
                  </a:lnTo>
                  <a:lnTo>
                    <a:pt x="1579379" y="3602066"/>
                  </a:lnTo>
                  <a:lnTo>
                    <a:pt x="1644129" y="3594570"/>
                  </a:lnTo>
                  <a:lnTo>
                    <a:pt x="1723007" y="3584395"/>
                  </a:lnTo>
                  <a:lnTo>
                    <a:pt x="1812867" y="3571394"/>
                  </a:lnTo>
                  <a:lnTo>
                    <a:pt x="1909875" y="3555535"/>
                  </a:lnTo>
                  <a:lnTo>
                    <a:pt x="2010131" y="3536859"/>
                  </a:lnTo>
                  <a:lnTo>
                    <a:pt x="2110166" y="3515427"/>
                  </a:lnTo>
                  <a:lnTo>
                    <a:pt x="2207246" y="3491276"/>
                  </a:lnTo>
                  <a:lnTo>
                    <a:pt x="2299463" y="3464381"/>
                  </a:lnTo>
                  <a:lnTo>
                    <a:pt x="2385689" y="3434632"/>
                  </a:lnTo>
                  <a:lnTo>
                    <a:pt x="2465443" y="3401822"/>
                  </a:lnTo>
                  <a:lnTo>
                    <a:pt x="2538735" y="3365648"/>
                  </a:lnTo>
                  <a:lnTo>
                    <a:pt x="2605917" y="3325709"/>
                  </a:lnTo>
                  <a:lnTo>
                    <a:pt x="2667560" y="3281522"/>
                  </a:lnTo>
                  <a:lnTo>
                    <a:pt x="2724359" y="3232544"/>
                  </a:lnTo>
                  <a:lnTo>
                    <a:pt x="2777063" y="3178205"/>
                  </a:lnTo>
                  <a:lnTo>
                    <a:pt x="2826423" y="3117971"/>
                  </a:lnTo>
                  <a:lnTo>
                    <a:pt x="2873151" y="3051451"/>
                  </a:lnTo>
                  <a:lnTo>
                    <a:pt x="2896531" y="3014474"/>
                  </a:lnTo>
                  <a:lnTo>
                    <a:pt x="2930708" y="2955899"/>
                  </a:lnTo>
                  <a:lnTo>
                    <a:pt x="2964083" y="2893415"/>
                  </a:lnTo>
                  <a:lnTo>
                    <a:pt x="2996855" y="2826944"/>
                  </a:lnTo>
                  <a:lnTo>
                    <a:pt x="3029187" y="2756456"/>
                  </a:lnTo>
                  <a:lnTo>
                    <a:pt x="3061212" y="2681981"/>
                  </a:lnTo>
                  <a:lnTo>
                    <a:pt x="3093039" y="2603609"/>
                  </a:lnTo>
                  <a:lnTo>
                    <a:pt x="3124752" y="2521496"/>
                  </a:lnTo>
                  <a:lnTo>
                    <a:pt x="3156414" y="2435867"/>
                  </a:lnTo>
                  <a:lnTo>
                    <a:pt x="3188071" y="2347016"/>
                  </a:lnTo>
                  <a:lnTo>
                    <a:pt x="3219753" y="2255302"/>
                  </a:lnTo>
                  <a:lnTo>
                    <a:pt x="3251474" y="2161148"/>
                  </a:lnTo>
                  <a:lnTo>
                    <a:pt x="3283239" y="2065031"/>
                  </a:lnTo>
                  <a:lnTo>
                    <a:pt x="3315043" y="1967474"/>
                  </a:lnTo>
                  <a:lnTo>
                    <a:pt x="3346872" y="1869038"/>
                  </a:lnTo>
                  <a:lnTo>
                    <a:pt x="3378710" y="1770300"/>
                  </a:lnTo>
                  <a:lnTo>
                    <a:pt x="3410540" y="1671849"/>
                  </a:lnTo>
                  <a:lnTo>
                    <a:pt x="3442344" y="1574265"/>
                  </a:lnTo>
                  <a:lnTo>
                    <a:pt x="3474111" y="1478108"/>
                  </a:lnTo>
                  <a:lnTo>
                    <a:pt x="3505833" y="1383901"/>
                  </a:lnTo>
                  <a:lnTo>
                    <a:pt x="3537516" y="1292123"/>
                  </a:lnTo>
                  <a:lnTo>
                    <a:pt x="3569173" y="1203199"/>
                  </a:lnTo>
                  <a:lnTo>
                    <a:pt x="3600834" y="1117490"/>
                  </a:lnTo>
                  <a:lnTo>
                    <a:pt x="3632545" y="1035291"/>
                  </a:lnTo>
                  <a:lnTo>
                    <a:pt x="3664368" y="956827"/>
                  </a:lnTo>
                  <a:lnTo>
                    <a:pt x="3696388" y="882257"/>
                  </a:lnTo>
                  <a:lnTo>
                    <a:pt x="3728711" y="811674"/>
                  </a:lnTo>
                  <a:lnTo>
                    <a:pt x="3761471" y="745107"/>
                  </a:lnTo>
                  <a:lnTo>
                    <a:pt x="3794829" y="682529"/>
                  </a:lnTo>
                  <a:lnTo>
                    <a:pt x="3828985" y="623862"/>
                  </a:lnTo>
                  <a:lnTo>
                    <a:pt x="3829811" y="622510"/>
                  </a:lnTo>
                  <a:lnTo>
                    <a:pt x="3875428" y="552669"/>
                  </a:lnTo>
                  <a:lnTo>
                    <a:pt x="3923340" y="489214"/>
                  </a:lnTo>
                  <a:lnTo>
                    <a:pt x="3974220" y="431882"/>
                  </a:lnTo>
                  <a:lnTo>
                    <a:pt x="4028803" y="380197"/>
                  </a:lnTo>
                  <a:lnTo>
                    <a:pt x="4087845" y="333599"/>
                  </a:lnTo>
                  <a:lnTo>
                    <a:pt x="4152077" y="291525"/>
                  </a:lnTo>
                  <a:lnTo>
                    <a:pt x="4222144" y="253456"/>
                  </a:lnTo>
                  <a:lnTo>
                    <a:pt x="4298524" y="218948"/>
                  </a:lnTo>
                  <a:lnTo>
                    <a:pt x="4381423" y="187645"/>
                  </a:lnTo>
                  <a:lnTo>
                    <a:pt x="4470633" y="159292"/>
                  </a:lnTo>
                  <a:lnTo>
                    <a:pt x="4565380" y="133727"/>
                  </a:lnTo>
                  <a:lnTo>
                    <a:pt x="4664175" y="110885"/>
                  </a:lnTo>
                  <a:lnTo>
                    <a:pt x="4764707" y="90775"/>
                  </a:lnTo>
                  <a:lnTo>
                    <a:pt x="4863866" y="73449"/>
                  </a:lnTo>
                  <a:lnTo>
                    <a:pt x="4957926" y="58966"/>
                  </a:lnTo>
                  <a:lnTo>
                    <a:pt x="5042944" y="47337"/>
                  </a:lnTo>
                  <a:lnTo>
                    <a:pt x="5115337" y="38480"/>
                  </a:lnTo>
                  <a:lnTo>
                    <a:pt x="5172518" y="32185"/>
                  </a:lnTo>
                  <a:lnTo>
                    <a:pt x="5213426" y="28113"/>
                  </a:lnTo>
                  <a:lnTo>
                    <a:pt x="5238810" y="25820"/>
                  </a:lnTo>
                  <a:lnTo>
                    <a:pt x="5251219" y="24799"/>
                  </a:lnTo>
                  <a:lnTo>
                    <a:pt x="5254798" y="24529"/>
                  </a:lnTo>
                  <a:lnTo>
                    <a:pt x="5254955" y="24518"/>
                  </a:lnTo>
                  <a:lnTo>
                    <a:pt x="6726343" y="24518"/>
                  </a:lnTo>
                  <a:lnTo>
                    <a:pt x="6727486" y="24585"/>
                  </a:lnTo>
                  <a:lnTo>
                    <a:pt x="6735005" y="25060"/>
                  </a:lnTo>
                  <a:lnTo>
                    <a:pt x="6753956" y="26371"/>
                  </a:lnTo>
                  <a:lnTo>
                    <a:pt x="6787831" y="28953"/>
                  </a:lnTo>
                  <a:lnTo>
                    <a:pt x="6838310" y="33207"/>
                  </a:lnTo>
                  <a:lnTo>
                    <a:pt x="6905128" y="39460"/>
                  </a:lnTo>
                  <a:lnTo>
                    <a:pt x="6986239" y="47935"/>
                  </a:lnTo>
                  <a:lnTo>
                    <a:pt x="7078276" y="58745"/>
                  </a:lnTo>
                  <a:lnTo>
                    <a:pt x="7177209" y="71908"/>
                  </a:lnTo>
                  <a:lnTo>
                    <a:pt x="7279004" y="87387"/>
                  </a:lnTo>
                  <a:lnTo>
                    <a:pt x="7380137" y="105131"/>
                  </a:lnTo>
                  <a:lnTo>
                    <a:pt x="7477882" y="125116"/>
                  </a:lnTo>
                  <a:lnTo>
                    <a:pt x="7570384" y="147372"/>
                  </a:lnTo>
                  <a:lnTo>
                    <a:pt x="7656597" y="172004"/>
                  </a:lnTo>
                  <a:lnTo>
                    <a:pt x="7736126" y="199202"/>
                  </a:lnTo>
                  <a:lnTo>
                    <a:pt x="7809065" y="229235"/>
                  </a:lnTo>
                  <a:lnTo>
                    <a:pt x="7875839" y="262454"/>
                  </a:lnTo>
                  <a:lnTo>
                    <a:pt x="7937079" y="299275"/>
                  </a:lnTo>
                  <a:lnTo>
                    <a:pt x="7993528" y="340161"/>
                  </a:lnTo>
                  <a:lnTo>
                    <a:pt x="8045974" y="385587"/>
                  </a:lnTo>
                  <a:lnTo>
                    <a:pt x="8095191" y="435976"/>
                  </a:lnTo>
                  <a:lnTo>
                    <a:pt x="8141899" y="491601"/>
                  </a:lnTo>
                  <a:lnTo>
                    <a:pt x="8151487" y="504001"/>
                  </a:lnTo>
                  <a:lnTo>
                    <a:pt x="8188938" y="555697"/>
                  </a:lnTo>
                  <a:lnTo>
                    <a:pt x="8225449" y="611174"/>
                  </a:lnTo>
                  <a:lnTo>
                    <a:pt x="8261274" y="670509"/>
                  </a:lnTo>
                  <a:lnTo>
                    <a:pt x="8296619" y="733718"/>
                  </a:lnTo>
                  <a:lnTo>
                    <a:pt x="8331650" y="800747"/>
                  </a:lnTo>
                  <a:lnTo>
                    <a:pt x="8366493" y="871472"/>
                  </a:lnTo>
                  <a:lnTo>
                    <a:pt x="8401245" y="945688"/>
                  </a:lnTo>
                  <a:lnTo>
                    <a:pt x="8435976" y="1023110"/>
                  </a:lnTo>
                  <a:lnTo>
                    <a:pt x="8470730" y="1103378"/>
                  </a:lnTo>
                  <a:lnTo>
                    <a:pt x="8505530" y="1186054"/>
                  </a:lnTo>
                  <a:lnTo>
                    <a:pt x="8540383" y="1270638"/>
                  </a:lnTo>
                  <a:lnTo>
                    <a:pt x="8575281" y="1356574"/>
                  </a:lnTo>
                  <a:lnTo>
                    <a:pt x="8610206" y="1443268"/>
                  </a:lnTo>
                  <a:lnTo>
                    <a:pt x="8645137" y="1530103"/>
                  </a:lnTo>
                  <a:lnTo>
                    <a:pt x="8680050" y="1616458"/>
                  </a:lnTo>
                  <a:lnTo>
                    <a:pt x="8714925" y="1701726"/>
                  </a:lnTo>
                  <a:lnTo>
                    <a:pt x="8749749" y="1785333"/>
                  </a:lnTo>
                  <a:lnTo>
                    <a:pt x="8784522" y="1866751"/>
                  </a:lnTo>
                  <a:lnTo>
                    <a:pt x="8819259" y="1945513"/>
                  </a:lnTo>
                  <a:lnTo>
                    <a:pt x="8853995" y="2021223"/>
                  </a:lnTo>
                  <a:lnTo>
                    <a:pt x="8888787" y="2093561"/>
                  </a:lnTo>
                  <a:lnTo>
                    <a:pt x="8923718" y="2162287"/>
                  </a:lnTo>
                  <a:lnTo>
                    <a:pt x="8958902" y="2227238"/>
                  </a:lnTo>
                  <a:lnTo>
                    <a:pt x="8994487" y="2288332"/>
                  </a:lnTo>
                  <a:lnTo>
                    <a:pt x="9030658" y="2345552"/>
                  </a:lnTo>
                  <a:lnTo>
                    <a:pt x="9067648" y="2398950"/>
                  </a:lnTo>
                  <a:lnTo>
                    <a:pt x="9084767" y="2421931"/>
                  </a:lnTo>
                  <a:lnTo>
                    <a:pt x="9131029" y="2478669"/>
                  </a:lnTo>
                  <a:lnTo>
                    <a:pt x="9179660" y="2530147"/>
                  </a:lnTo>
                  <a:lnTo>
                    <a:pt x="9231361" y="2576587"/>
                  </a:lnTo>
                  <a:lnTo>
                    <a:pt x="9286901" y="2618392"/>
                  </a:lnTo>
                  <a:lnTo>
                    <a:pt x="9347067" y="2656031"/>
                  </a:lnTo>
                  <a:lnTo>
                    <a:pt x="9412616" y="2689972"/>
                  </a:lnTo>
                  <a:lnTo>
                    <a:pt x="9484212" y="2720645"/>
                  </a:lnTo>
                  <a:lnTo>
                    <a:pt x="9562330" y="2748415"/>
                  </a:lnTo>
                  <a:lnTo>
                    <a:pt x="9647148" y="2773570"/>
                  </a:lnTo>
                  <a:lnTo>
                    <a:pt x="9738387" y="2796316"/>
                  </a:lnTo>
                  <a:lnTo>
                    <a:pt x="9835152" y="2816775"/>
                  </a:lnTo>
                  <a:lnTo>
                    <a:pt x="9935768" y="2834992"/>
                  </a:lnTo>
                  <a:lnTo>
                    <a:pt x="10037693" y="2850952"/>
                  </a:lnTo>
                  <a:lnTo>
                    <a:pt x="10137554" y="2864608"/>
                  </a:lnTo>
                  <a:lnTo>
                    <a:pt x="10231389" y="2875915"/>
                  </a:lnTo>
                  <a:lnTo>
                    <a:pt x="10315116" y="2884876"/>
                  </a:lnTo>
                  <a:lnTo>
                    <a:pt x="10385171" y="2891582"/>
                  </a:lnTo>
                  <a:lnTo>
                    <a:pt x="10439181" y="2896234"/>
                  </a:lnTo>
                  <a:lnTo>
                    <a:pt x="10476482" y="2899137"/>
                  </a:lnTo>
                  <a:lnTo>
                    <a:pt x="10498346" y="2900681"/>
                  </a:lnTo>
                  <a:lnTo>
                    <a:pt x="10507903" y="2901295"/>
                  </a:lnTo>
                  <a:lnTo>
                    <a:pt x="10509911" y="2901414"/>
                  </a:lnTo>
                  <a:lnTo>
                    <a:pt x="11981298" y="2901414"/>
                  </a:lnTo>
                  <a:lnTo>
                    <a:pt x="11981298" y="2876895"/>
                  </a:lnTo>
                  <a:lnTo>
                    <a:pt x="10509911" y="2876895"/>
                  </a:lnTo>
                  <a:lnTo>
                    <a:pt x="10508767" y="2876828"/>
                  </a:lnTo>
                  <a:lnTo>
                    <a:pt x="10501248" y="2876354"/>
                  </a:lnTo>
                  <a:lnTo>
                    <a:pt x="10482297" y="2875042"/>
                  </a:lnTo>
                  <a:lnTo>
                    <a:pt x="10448422" y="2872460"/>
                  </a:lnTo>
                  <a:lnTo>
                    <a:pt x="10397943" y="2868206"/>
                  </a:lnTo>
                  <a:lnTo>
                    <a:pt x="10331125" y="2861953"/>
                  </a:lnTo>
                  <a:lnTo>
                    <a:pt x="10250014" y="2853478"/>
                  </a:lnTo>
                  <a:lnTo>
                    <a:pt x="10157977" y="2842669"/>
                  </a:lnTo>
                  <a:lnTo>
                    <a:pt x="10059044" y="2829506"/>
                  </a:lnTo>
                  <a:lnTo>
                    <a:pt x="9957249" y="2814027"/>
                  </a:lnTo>
                  <a:lnTo>
                    <a:pt x="9856116" y="2796282"/>
                  </a:lnTo>
                  <a:lnTo>
                    <a:pt x="9758372" y="2776298"/>
                  </a:lnTo>
                  <a:lnTo>
                    <a:pt x="9665869" y="2754042"/>
                  </a:lnTo>
                  <a:lnTo>
                    <a:pt x="9579656" y="2729409"/>
                  </a:lnTo>
                  <a:lnTo>
                    <a:pt x="9500127" y="2702211"/>
                  </a:lnTo>
                  <a:lnTo>
                    <a:pt x="9427188" y="2672178"/>
                  </a:lnTo>
                  <a:lnTo>
                    <a:pt x="9360414" y="2638960"/>
                  </a:lnTo>
                  <a:lnTo>
                    <a:pt x="9299175" y="2602139"/>
                  </a:lnTo>
                  <a:lnTo>
                    <a:pt x="9242725" y="2561252"/>
                  </a:lnTo>
                  <a:lnTo>
                    <a:pt x="9190279" y="2515826"/>
                  </a:lnTo>
                  <a:lnTo>
                    <a:pt x="9141062" y="2465437"/>
                  </a:lnTo>
                  <a:lnTo>
                    <a:pt x="9094354" y="2409813"/>
                  </a:lnTo>
                  <a:lnTo>
                    <a:pt x="9084767" y="2397412"/>
                  </a:lnTo>
                  <a:lnTo>
                    <a:pt x="9047315" y="2345716"/>
                  </a:lnTo>
                  <a:lnTo>
                    <a:pt x="9010804" y="2290239"/>
                  </a:lnTo>
                  <a:lnTo>
                    <a:pt x="8974979" y="2230904"/>
                  </a:lnTo>
                  <a:lnTo>
                    <a:pt x="8939634" y="2167696"/>
                  </a:lnTo>
                  <a:lnTo>
                    <a:pt x="8904604" y="2100666"/>
                  </a:lnTo>
                  <a:lnTo>
                    <a:pt x="8869761" y="2029942"/>
                  </a:lnTo>
                  <a:lnTo>
                    <a:pt x="8835008" y="1955726"/>
                  </a:lnTo>
                  <a:lnTo>
                    <a:pt x="8800277" y="1878303"/>
                  </a:lnTo>
                  <a:lnTo>
                    <a:pt x="8765523" y="1798036"/>
                  </a:lnTo>
                  <a:lnTo>
                    <a:pt x="8730723" y="1715359"/>
                  </a:lnTo>
                  <a:lnTo>
                    <a:pt x="8695870" y="1630776"/>
                  </a:lnTo>
                  <a:lnTo>
                    <a:pt x="8660973" y="1544840"/>
                  </a:lnTo>
                  <a:lnTo>
                    <a:pt x="8626047" y="1458146"/>
                  </a:lnTo>
                  <a:lnTo>
                    <a:pt x="8591116" y="1371311"/>
                  </a:lnTo>
                  <a:lnTo>
                    <a:pt x="8556203" y="1284956"/>
                  </a:lnTo>
                  <a:lnTo>
                    <a:pt x="8521329" y="1199687"/>
                  </a:lnTo>
                  <a:lnTo>
                    <a:pt x="8486504" y="1116080"/>
                  </a:lnTo>
                  <a:lnTo>
                    <a:pt x="8451731" y="1034662"/>
                  </a:lnTo>
                  <a:lnTo>
                    <a:pt x="8416994" y="955900"/>
                  </a:lnTo>
                  <a:lnTo>
                    <a:pt x="8382258" y="880190"/>
                  </a:lnTo>
                  <a:lnTo>
                    <a:pt x="8347467" y="807852"/>
                  </a:lnTo>
                  <a:lnTo>
                    <a:pt x="8312535" y="739127"/>
                  </a:lnTo>
                  <a:lnTo>
                    <a:pt x="8277351" y="674175"/>
                  </a:lnTo>
                  <a:lnTo>
                    <a:pt x="8241766" y="613082"/>
                  </a:lnTo>
                  <a:lnTo>
                    <a:pt x="8205595" y="555861"/>
                  </a:lnTo>
                  <a:lnTo>
                    <a:pt x="8168605" y="502464"/>
                  </a:lnTo>
                  <a:lnTo>
                    <a:pt x="8151487" y="479482"/>
                  </a:lnTo>
                  <a:lnTo>
                    <a:pt x="8105225" y="422744"/>
                  </a:lnTo>
                  <a:lnTo>
                    <a:pt x="8056593" y="371266"/>
                  </a:lnTo>
                  <a:lnTo>
                    <a:pt x="8004892" y="324826"/>
                  </a:lnTo>
                  <a:lnTo>
                    <a:pt x="7949352" y="283021"/>
                  </a:lnTo>
                  <a:lnTo>
                    <a:pt x="7889186" y="245383"/>
                  </a:lnTo>
                  <a:lnTo>
                    <a:pt x="7823637" y="211441"/>
                  </a:lnTo>
                  <a:lnTo>
                    <a:pt x="7752042" y="180768"/>
                  </a:lnTo>
                  <a:lnTo>
                    <a:pt x="7673923" y="152998"/>
                  </a:lnTo>
                  <a:lnTo>
                    <a:pt x="7589105" y="127843"/>
                  </a:lnTo>
                  <a:lnTo>
                    <a:pt x="7497866" y="105097"/>
                  </a:lnTo>
                  <a:lnTo>
                    <a:pt x="7401102" y="84639"/>
                  </a:lnTo>
                  <a:lnTo>
                    <a:pt x="7300485" y="66422"/>
                  </a:lnTo>
                  <a:lnTo>
                    <a:pt x="7198560" y="50461"/>
                  </a:lnTo>
                  <a:lnTo>
                    <a:pt x="7098700" y="36806"/>
                  </a:lnTo>
                  <a:lnTo>
                    <a:pt x="7004864" y="25499"/>
                  </a:lnTo>
                  <a:lnTo>
                    <a:pt x="6921137" y="16537"/>
                  </a:lnTo>
                  <a:lnTo>
                    <a:pt x="6851082" y="9831"/>
                  </a:lnTo>
                  <a:lnTo>
                    <a:pt x="6797072" y="5180"/>
                  </a:lnTo>
                  <a:lnTo>
                    <a:pt x="6759771" y="2277"/>
                  </a:lnTo>
                  <a:lnTo>
                    <a:pt x="6737907" y="733"/>
                  </a:lnTo>
                  <a:lnTo>
                    <a:pt x="6728350" y="118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857" y="79"/>
                  </a:lnTo>
                  <a:lnTo>
                    <a:pt x="5246630" y="647"/>
                  </a:lnTo>
                  <a:lnTo>
                    <a:pt x="5228392" y="2216"/>
                  </a:lnTo>
                  <a:lnTo>
                    <a:pt x="5195736" y="5305"/>
                  </a:lnTo>
                  <a:lnTo>
                    <a:pt x="5146963" y="10399"/>
                  </a:lnTo>
                  <a:lnTo>
                    <a:pt x="5082213" y="17894"/>
                  </a:lnTo>
                  <a:lnTo>
                    <a:pt x="5003336" y="28070"/>
                  </a:lnTo>
                  <a:lnTo>
                    <a:pt x="4913475" y="41071"/>
                  </a:lnTo>
                  <a:lnTo>
                    <a:pt x="4816467" y="56929"/>
                  </a:lnTo>
                  <a:lnTo>
                    <a:pt x="4716212" y="75605"/>
                  </a:lnTo>
                  <a:lnTo>
                    <a:pt x="4616176" y="97037"/>
                  </a:lnTo>
                  <a:lnTo>
                    <a:pt x="4519096" y="121188"/>
                  </a:lnTo>
                  <a:lnTo>
                    <a:pt x="4426879" y="148084"/>
                  </a:lnTo>
                  <a:lnTo>
                    <a:pt x="4340653" y="177833"/>
                  </a:lnTo>
                  <a:lnTo>
                    <a:pt x="4260899" y="210642"/>
                  </a:lnTo>
                  <a:lnTo>
                    <a:pt x="4187607" y="246816"/>
                  </a:lnTo>
                  <a:lnTo>
                    <a:pt x="4120425" y="286755"/>
                  </a:lnTo>
                  <a:lnTo>
                    <a:pt x="4058782" y="330942"/>
                  </a:lnTo>
                  <a:lnTo>
                    <a:pt x="4001983" y="379920"/>
                  </a:lnTo>
                  <a:lnTo>
                    <a:pt x="3949280" y="434259"/>
                  </a:lnTo>
                  <a:lnTo>
                    <a:pt x="3899919" y="494493"/>
                  </a:lnTo>
                  <a:lnTo>
                    <a:pt x="3853191" y="561013"/>
                  </a:lnTo>
                  <a:lnTo>
                    <a:pt x="3829811" y="597991"/>
                  </a:lnTo>
                  <a:lnTo>
                    <a:pt x="3795634" y="656566"/>
                  </a:lnTo>
                  <a:lnTo>
                    <a:pt x="3762259" y="719049"/>
                  </a:lnTo>
                  <a:lnTo>
                    <a:pt x="3729487" y="785520"/>
                  </a:lnTo>
                  <a:lnTo>
                    <a:pt x="3697155" y="856008"/>
                  </a:lnTo>
                  <a:lnTo>
                    <a:pt x="3665130" y="930483"/>
                  </a:lnTo>
                  <a:lnTo>
                    <a:pt x="3633303" y="1008855"/>
                  </a:lnTo>
                  <a:lnTo>
                    <a:pt x="3601590" y="1090968"/>
                  </a:lnTo>
                  <a:lnTo>
                    <a:pt x="3569928" y="1176597"/>
                  </a:lnTo>
                  <a:lnTo>
                    <a:pt x="3538271" y="1265448"/>
                  </a:lnTo>
                  <a:lnTo>
                    <a:pt x="3506590" y="1357162"/>
                  </a:lnTo>
                  <a:lnTo>
                    <a:pt x="3474868" y="1451317"/>
                  </a:lnTo>
                  <a:lnTo>
                    <a:pt x="3443103" y="1547434"/>
                  </a:lnTo>
                  <a:lnTo>
                    <a:pt x="3411299" y="1644990"/>
                  </a:lnTo>
                  <a:lnTo>
                    <a:pt x="3379470" y="1743427"/>
                  </a:lnTo>
                  <a:lnTo>
                    <a:pt x="3347632" y="1842164"/>
                  </a:lnTo>
                  <a:lnTo>
                    <a:pt x="3315802" y="1940615"/>
                  </a:lnTo>
                  <a:lnTo>
                    <a:pt x="3283998" y="2038199"/>
                  </a:lnTo>
                  <a:lnTo>
                    <a:pt x="3252231" y="2134357"/>
                  </a:lnTo>
                  <a:lnTo>
                    <a:pt x="3220509" y="2228563"/>
                  </a:lnTo>
                  <a:lnTo>
                    <a:pt x="3188826" y="2320341"/>
                  </a:lnTo>
                  <a:lnTo>
                    <a:pt x="3157169" y="2409265"/>
                  </a:lnTo>
                  <a:lnTo>
                    <a:pt x="3125508" y="2494974"/>
                  </a:lnTo>
                  <a:lnTo>
                    <a:pt x="3093797" y="2577174"/>
                  </a:lnTo>
                  <a:lnTo>
                    <a:pt x="3061974" y="2655637"/>
                  </a:lnTo>
                  <a:lnTo>
                    <a:pt x="3029954" y="2730207"/>
                  </a:lnTo>
                  <a:lnTo>
                    <a:pt x="2997631" y="2800790"/>
                  </a:lnTo>
                  <a:lnTo>
                    <a:pt x="2964871" y="2867357"/>
                  </a:lnTo>
                  <a:lnTo>
                    <a:pt x="2931513" y="2929935"/>
                  </a:lnTo>
                  <a:lnTo>
                    <a:pt x="2897357" y="2988602"/>
                  </a:lnTo>
                  <a:lnTo>
                    <a:pt x="2896531" y="2989955"/>
                  </a:lnTo>
                  <a:lnTo>
                    <a:pt x="2850915" y="3059795"/>
                  </a:lnTo>
                  <a:lnTo>
                    <a:pt x="2803002" y="3123251"/>
                  </a:lnTo>
                  <a:lnTo>
                    <a:pt x="2752122" y="3180583"/>
                  </a:lnTo>
                  <a:lnTo>
                    <a:pt x="2697539" y="3232267"/>
                  </a:lnTo>
                  <a:lnTo>
                    <a:pt x="2638497" y="3278865"/>
                  </a:lnTo>
                  <a:lnTo>
                    <a:pt x="2574265" y="3320939"/>
                  </a:lnTo>
                  <a:lnTo>
                    <a:pt x="2504199" y="3359008"/>
                  </a:lnTo>
                  <a:lnTo>
                    <a:pt x="2427818" y="3393517"/>
                  </a:lnTo>
                  <a:lnTo>
                    <a:pt x="2344919" y="3424819"/>
                  </a:lnTo>
                  <a:lnTo>
                    <a:pt x="2255709" y="3453173"/>
                  </a:lnTo>
                  <a:lnTo>
                    <a:pt x="2160962" y="3478737"/>
                  </a:lnTo>
                  <a:lnTo>
                    <a:pt x="2062168" y="3501579"/>
                  </a:lnTo>
                  <a:lnTo>
                    <a:pt x="1961635" y="3521690"/>
                  </a:lnTo>
                  <a:lnTo>
                    <a:pt x="1862476" y="3539015"/>
                  </a:lnTo>
                  <a:lnTo>
                    <a:pt x="1768416" y="3553498"/>
                  </a:lnTo>
                  <a:lnTo>
                    <a:pt x="1683398" y="3565127"/>
                  </a:lnTo>
                  <a:lnTo>
                    <a:pt x="1611005" y="3573984"/>
                  </a:lnTo>
                  <a:lnTo>
                    <a:pt x="1553824" y="3580279"/>
                  </a:lnTo>
                  <a:lnTo>
                    <a:pt x="1512916" y="3584351"/>
                  </a:lnTo>
                  <a:lnTo>
                    <a:pt x="1487532" y="3586644"/>
                  </a:lnTo>
                  <a:lnTo>
                    <a:pt x="1475124" y="3587665"/>
                  </a:lnTo>
                  <a:lnTo>
                    <a:pt x="1471544" y="3587935"/>
                  </a:lnTo>
                  <a:lnTo>
                    <a:pt x="1471387" y="3587946"/>
                  </a:lnTo>
                  <a:lnTo>
                    <a:pt x="0" y="3587946"/>
                  </a:lnTo>
                  <a:close/>
                </a:path>
              </a:pathLst>
            </a:custGeom>
            <a:solidFill>
              <a:srgbClr val="F28E5B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101" name="pl1101"/>
            <p:cNvSpPr/>
            <p:nvPr/>
          </p:nvSpPr>
          <p:spPr>
            <a:xfrm>
              <a:off x="4799595" y="3459592"/>
              <a:ext cx="11981298" cy="3587946"/>
            </a:xfrm>
            <a:custGeom>
              <a:avLst/>
              <a:pathLst>
                <a:path w="11981298" h="3587946">
                  <a:moveTo>
                    <a:pt x="0" y="3587946"/>
                  </a:moveTo>
                  <a:lnTo>
                    <a:pt x="1471387" y="3587946"/>
                  </a:lnTo>
                  <a:lnTo>
                    <a:pt x="1472486" y="3587866"/>
                  </a:lnTo>
                  <a:lnTo>
                    <a:pt x="1479713" y="3587298"/>
                  </a:lnTo>
                  <a:lnTo>
                    <a:pt x="1497950" y="3585730"/>
                  </a:lnTo>
                  <a:lnTo>
                    <a:pt x="1530606" y="3582640"/>
                  </a:lnTo>
                  <a:lnTo>
                    <a:pt x="1579379" y="3577547"/>
                  </a:lnTo>
                  <a:lnTo>
                    <a:pt x="1644129" y="3570051"/>
                  </a:lnTo>
                  <a:lnTo>
                    <a:pt x="1723007" y="3559876"/>
                  </a:lnTo>
                  <a:lnTo>
                    <a:pt x="1812867" y="3546875"/>
                  </a:lnTo>
                  <a:lnTo>
                    <a:pt x="1909875" y="3531016"/>
                  </a:lnTo>
                  <a:lnTo>
                    <a:pt x="2010131" y="3512340"/>
                  </a:lnTo>
                  <a:lnTo>
                    <a:pt x="2110166" y="3490908"/>
                  </a:lnTo>
                  <a:lnTo>
                    <a:pt x="2207246" y="3466757"/>
                  </a:lnTo>
                  <a:lnTo>
                    <a:pt x="2299463" y="3439862"/>
                  </a:lnTo>
                  <a:lnTo>
                    <a:pt x="2385689" y="3410113"/>
                  </a:lnTo>
                  <a:lnTo>
                    <a:pt x="2465443" y="3377303"/>
                  </a:lnTo>
                  <a:lnTo>
                    <a:pt x="2538735" y="3341129"/>
                  </a:lnTo>
                  <a:lnTo>
                    <a:pt x="2605917" y="3301190"/>
                  </a:lnTo>
                  <a:lnTo>
                    <a:pt x="2667560" y="3257003"/>
                  </a:lnTo>
                  <a:lnTo>
                    <a:pt x="2724359" y="3208025"/>
                  </a:lnTo>
                  <a:lnTo>
                    <a:pt x="2777063" y="3153686"/>
                  </a:lnTo>
                  <a:lnTo>
                    <a:pt x="2826423" y="3093452"/>
                  </a:lnTo>
                  <a:lnTo>
                    <a:pt x="2873151" y="3026932"/>
                  </a:lnTo>
                  <a:lnTo>
                    <a:pt x="2896531" y="2989955"/>
                  </a:lnTo>
                  <a:lnTo>
                    <a:pt x="2930708" y="2931380"/>
                  </a:lnTo>
                  <a:lnTo>
                    <a:pt x="2964083" y="2868896"/>
                  </a:lnTo>
                  <a:lnTo>
                    <a:pt x="2996855" y="2802425"/>
                  </a:lnTo>
                  <a:lnTo>
                    <a:pt x="3029187" y="2731937"/>
                  </a:lnTo>
                  <a:lnTo>
                    <a:pt x="3061212" y="2657462"/>
                  </a:lnTo>
                  <a:lnTo>
                    <a:pt x="3093039" y="2579090"/>
                  </a:lnTo>
                  <a:lnTo>
                    <a:pt x="3124752" y="2496977"/>
                  </a:lnTo>
                  <a:lnTo>
                    <a:pt x="3156414" y="2411348"/>
                  </a:lnTo>
                  <a:lnTo>
                    <a:pt x="3188071" y="2322497"/>
                  </a:lnTo>
                  <a:lnTo>
                    <a:pt x="3219753" y="2230783"/>
                  </a:lnTo>
                  <a:lnTo>
                    <a:pt x="3251474" y="2136629"/>
                  </a:lnTo>
                  <a:lnTo>
                    <a:pt x="3283239" y="2040512"/>
                  </a:lnTo>
                  <a:lnTo>
                    <a:pt x="3315043" y="1942955"/>
                  </a:lnTo>
                  <a:lnTo>
                    <a:pt x="3346872" y="1844519"/>
                  </a:lnTo>
                  <a:lnTo>
                    <a:pt x="3378710" y="1745781"/>
                  </a:lnTo>
                  <a:lnTo>
                    <a:pt x="3410540" y="1647330"/>
                  </a:lnTo>
                  <a:lnTo>
                    <a:pt x="3442344" y="1549746"/>
                  </a:lnTo>
                  <a:lnTo>
                    <a:pt x="3474111" y="1453589"/>
                  </a:lnTo>
                  <a:lnTo>
                    <a:pt x="3505833" y="1359382"/>
                  </a:lnTo>
                  <a:lnTo>
                    <a:pt x="3537516" y="1267604"/>
                  </a:lnTo>
                  <a:lnTo>
                    <a:pt x="3569173" y="1178680"/>
                  </a:lnTo>
                  <a:lnTo>
                    <a:pt x="3600834" y="1092971"/>
                  </a:lnTo>
                  <a:lnTo>
                    <a:pt x="3632545" y="1010772"/>
                  </a:lnTo>
                  <a:lnTo>
                    <a:pt x="3664368" y="932308"/>
                  </a:lnTo>
                  <a:lnTo>
                    <a:pt x="3696388" y="857738"/>
                  </a:lnTo>
                  <a:lnTo>
                    <a:pt x="3728711" y="787155"/>
                  </a:lnTo>
                  <a:lnTo>
                    <a:pt x="3761471" y="720588"/>
                  </a:lnTo>
                  <a:lnTo>
                    <a:pt x="3794829" y="658010"/>
                  </a:lnTo>
                  <a:lnTo>
                    <a:pt x="3828985" y="599343"/>
                  </a:lnTo>
                  <a:lnTo>
                    <a:pt x="3829811" y="597991"/>
                  </a:lnTo>
                  <a:lnTo>
                    <a:pt x="3875428" y="528150"/>
                  </a:lnTo>
                  <a:lnTo>
                    <a:pt x="3923340" y="464695"/>
                  </a:lnTo>
                  <a:lnTo>
                    <a:pt x="3974220" y="407363"/>
                  </a:lnTo>
                  <a:lnTo>
                    <a:pt x="4028803" y="355678"/>
                  </a:lnTo>
                  <a:lnTo>
                    <a:pt x="4087845" y="309080"/>
                  </a:lnTo>
                  <a:lnTo>
                    <a:pt x="4152077" y="267006"/>
                  </a:lnTo>
                  <a:lnTo>
                    <a:pt x="4222144" y="228937"/>
                  </a:lnTo>
                  <a:lnTo>
                    <a:pt x="4298524" y="194429"/>
                  </a:lnTo>
                  <a:lnTo>
                    <a:pt x="4381423" y="163126"/>
                  </a:lnTo>
                  <a:lnTo>
                    <a:pt x="4470633" y="134773"/>
                  </a:lnTo>
                  <a:lnTo>
                    <a:pt x="4565380" y="109208"/>
                  </a:lnTo>
                  <a:lnTo>
                    <a:pt x="4664175" y="86366"/>
                  </a:lnTo>
                  <a:lnTo>
                    <a:pt x="4764707" y="66256"/>
                  </a:lnTo>
                  <a:lnTo>
                    <a:pt x="4863866" y="48930"/>
                  </a:lnTo>
                  <a:lnTo>
                    <a:pt x="4957926" y="34447"/>
                  </a:lnTo>
                  <a:lnTo>
                    <a:pt x="5042944" y="22818"/>
                  </a:lnTo>
                  <a:lnTo>
                    <a:pt x="5115337" y="13961"/>
                  </a:lnTo>
                  <a:lnTo>
                    <a:pt x="5172518" y="7666"/>
                  </a:lnTo>
                  <a:lnTo>
                    <a:pt x="5213426" y="3594"/>
                  </a:lnTo>
                  <a:lnTo>
                    <a:pt x="5238810" y="1301"/>
                  </a:lnTo>
                  <a:lnTo>
                    <a:pt x="5251219" y="280"/>
                  </a:lnTo>
                  <a:lnTo>
                    <a:pt x="5254798" y="10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486" y="66"/>
                  </a:lnTo>
                  <a:lnTo>
                    <a:pt x="6735005" y="541"/>
                  </a:lnTo>
                  <a:lnTo>
                    <a:pt x="6753956" y="1852"/>
                  </a:lnTo>
                  <a:lnTo>
                    <a:pt x="6787831" y="4434"/>
                  </a:lnTo>
                  <a:lnTo>
                    <a:pt x="6838310" y="8688"/>
                  </a:lnTo>
                  <a:lnTo>
                    <a:pt x="6905128" y="14941"/>
                  </a:lnTo>
                  <a:lnTo>
                    <a:pt x="6986239" y="23416"/>
                  </a:lnTo>
                  <a:lnTo>
                    <a:pt x="7078276" y="34226"/>
                  </a:lnTo>
                  <a:lnTo>
                    <a:pt x="7177209" y="47389"/>
                  </a:lnTo>
                  <a:lnTo>
                    <a:pt x="7279004" y="62868"/>
                  </a:lnTo>
                  <a:lnTo>
                    <a:pt x="7380137" y="80612"/>
                  </a:lnTo>
                  <a:lnTo>
                    <a:pt x="7477882" y="100597"/>
                  </a:lnTo>
                  <a:lnTo>
                    <a:pt x="7570384" y="122853"/>
                  </a:lnTo>
                  <a:lnTo>
                    <a:pt x="7656597" y="147485"/>
                  </a:lnTo>
                  <a:lnTo>
                    <a:pt x="7736126" y="174683"/>
                  </a:lnTo>
                  <a:lnTo>
                    <a:pt x="7809065" y="204716"/>
                  </a:lnTo>
                  <a:lnTo>
                    <a:pt x="7875839" y="237935"/>
                  </a:lnTo>
                  <a:lnTo>
                    <a:pt x="7937079" y="274756"/>
                  </a:lnTo>
                  <a:lnTo>
                    <a:pt x="7993528" y="315642"/>
                  </a:lnTo>
                  <a:lnTo>
                    <a:pt x="8045974" y="361068"/>
                  </a:lnTo>
                  <a:lnTo>
                    <a:pt x="8095191" y="411457"/>
                  </a:lnTo>
                  <a:lnTo>
                    <a:pt x="8141899" y="467082"/>
                  </a:lnTo>
                  <a:lnTo>
                    <a:pt x="8151487" y="479482"/>
                  </a:lnTo>
                  <a:lnTo>
                    <a:pt x="8188938" y="531178"/>
                  </a:lnTo>
                  <a:lnTo>
                    <a:pt x="8225449" y="586655"/>
                  </a:lnTo>
                  <a:lnTo>
                    <a:pt x="8261274" y="645990"/>
                  </a:lnTo>
                  <a:lnTo>
                    <a:pt x="8296619" y="709199"/>
                  </a:lnTo>
                  <a:lnTo>
                    <a:pt x="8331650" y="776228"/>
                  </a:lnTo>
                  <a:lnTo>
                    <a:pt x="8366493" y="846953"/>
                  </a:lnTo>
                  <a:lnTo>
                    <a:pt x="8401245" y="921169"/>
                  </a:lnTo>
                  <a:lnTo>
                    <a:pt x="8435976" y="998591"/>
                  </a:lnTo>
                  <a:lnTo>
                    <a:pt x="8470730" y="1078859"/>
                  </a:lnTo>
                  <a:lnTo>
                    <a:pt x="8505530" y="1161535"/>
                  </a:lnTo>
                  <a:lnTo>
                    <a:pt x="8540383" y="1246119"/>
                  </a:lnTo>
                  <a:lnTo>
                    <a:pt x="8575281" y="1332055"/>
                  </a:lnTo>
                  <a:lnTo>
                    <a:pt x="8610206" y="1418749"/>
                  </a:lnTo>
                  <a:lnTo>
                    <a:pt x="8645137" y="1505584"/>
                  </a:lnTo>
                  <a:lnTo>
                    <a:pt x="8680050" y="1591939"/>
                  </a:lnTo>
                  <a:lnTo>
                    <a:pt x="8714925" y="1677207"/>
                  </a:lnTo>
                  <a:lnTo>
                    <a:pt x="8749749" y="1760814"/>
                  </a:lnTo>
                  <a:lnTo>
                    <a:pt x="8784522" y="1842232"/>
                  </a:lnTo>
                  <a:lnTo>
                    <a:pt x="8819259" y="1920994"/>
                  </a:lnTo>
                  <a:lnTo>
                    <a:pt x="8853995" y="1996704"/>
                  </a:lnTo>
                  <a:lnTo>
                    <a:pt x="8888787" y="2069042"/>
                  </a:lnTo>
                  <a:lnTo>
                    <a:pt x="8923718" y="2137768"/>
                  </a:lnTo>
                  <a:lnTo>
                    <a:pt x="8958902" y="2202719"/>
                  </a:lnTo>
                  <a:lnTo>
                    <a:pt x="8994487" y="2263813"/>
                  </a:lnTo>
                  <a:lnTo>
                    <a:pt x="9030658" y="2321033"/>
                  </a:lnTo>
                  <a:lnTo>
                    <a:pt x="9067648" y="2374431"/>
                  </a:lnTo>
                  <a:lnTo>
                    <a:pt x="9084767" y="2397412"/>
                  </a:lnTo>
                  <a:lnTo>
                    <a:pt x="9131029" y="2454150"/>
                  </a:lnTo>
                  <a:lnTo>
                    <a:pt x="9179660" y="2505628"/>
                  </a:lnTo>
                  <a:lnTo>
                    <a:pt x="9231361" y="2552068"/>
                  </a:lnTo>
                  <a:lnTo>
                    <a:pt x="9286901" y="2593873"/>
                  </a:lnTo>
                  <a:lnTo>
                    <a:pt x="9347067" y="2631512"/>
                  </a:lnTo>
                  <a:lnTo>
                    <a:pt x="9412616" y="2665453"/>
                  </a:lnTo>
                  <a:lnTo>
                    <a:pt x="9484212" y="2696126"/>
                  </a:lnTo>
                  <a:lnTo>
                    <a:pt x="9562330" y="2723896"/>
                  </a:lnTo>
                  <a:lnTo>
                    <a:pt x="9647148" y="2749051"/>
                  </a:lnTo>
                  <a:lnTo>
                    <a:pt x="9738387" y="2771797"/>
                  </a:lnTo>
                  <a:lnTo>
                    <a:pt x="9835152" y="2792256"/>
                  </a:lnTo>
                  <a:lnTo>
                    <a:pt x="9935768" y="2810473"/>
                  </a:lnTo>
                  <a:lnTo>
                    <a:pt x="10037693" y="2826433"/>
                  </a:lnTo>
                  <a:lnTo>
                    <a:pt x="10137554" y="2840089"/>
                  </a:lnTo>
                  <a:lnTo>
                    <a:pt x="10231389" y="2851396"/>
                  </a:lnTo>
                  <a:lnTo>
                    <a:pt x="10315116" y="2860357"/>
                  </a:lnTo>
                  <a:lnTo>
                    <a:pt x="10385171" y="2867063"/>
                  </a:lnTo>
                  <a:lnTo>
                    <a:pt x="10439181" y="2871715"/>
                  </a:lnTo>
                  <a:lnTo>
                    <a:pt x="10476482" y="2874618"/>
                  </a:lnTo>
                  <a:lnTo>
                    <a:pt x="10498346" y="2876162"/>
                  </a:lnTo>
                  <a:lnTo>
                    <a:pt x="10507903" y="2876776"/>
                  </a:lnTo>
                  <a:lnTo>
                    <a:pt x="10509899" y="2876894"/>
                  </a:lnTo>
                  <a:lnTo>
                    <a:pt x="10509911" y="2876895"/>
                  </a:lnTo>
                  <a:lnTo>
                    <a:pt x="11981298" y="287689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02" name="pl1102"/>
            <p:cNvSpPr/>
            <p:nvPr/>
          </p:nvSpPr>
          <p:spPr>
            <a:xfrm>
              <a:off x="4799595" y="3435073"/>
              <a:ext cx="11981298" cy="3587946"/>
            </a:xfrm>
            <a:custGeom>
              <a:avLst/>
              <a:pathLst>
                <a:path w="11981298" h="3587946">
                  <a:moveTo>
                    <a:pt x="11981298" y="2876895"/>
                  </a:moveTo>
                  <a:lnTo>
                    <a:pt x="10509911" y="2876895"/>
                  </a:lnTo>
                  <a:lnTo>
                    <a:pt x="10508767" y="2876828"/>
                  </a:lnTo>
                  <a:lnTo>
                    <a:pt x="10501248" y="2876354"/>
                  </a:lnTo>
                  <a:lnTo>
                    <a:pt x="10482297" y="2875042"/>
                  </a:lnTo>
                  <a:lnTo>
                    <a:pt x="10448422" y="2872460"/>
                  </a:lnTo>
                  <a:lnTo>
                    <a:pt x="10397943" y="2868206"/>
                  </a:lnTo>
                  <a:lnTo>
                    <a:pt x="10331125" y="2861953"/>
                  </a:lnTo>
                  <a:lnTo>
                    <a:pt x="10250014" y="2853478"/>
                  </a:lnTo>
                  <a:lnTo>
                    <a:pt x="10157977" y="2842669"/>
                  </a:lnTo>
                  <a:lnTo>
                    <a:pt x="10059044" y="2829506"/>
                  </a:lnTo>
                  <a:lnTo>
                    <a:pt x="9957249" y="2814027"/>
                  </a:lnTo>
                  <a:lnTo>
                    <a:pt x="9856116" y="2796282"/>
                  </a:lnTo>
                  <a:lnTo>
                    <a:pt x="9758372" y="2776298"/>
                  </a:lnTo>
                  <a:lnTo>
                    <a:pt x="9665869" y="2754042"/>
                  </a:lnTo>
                  <a:lnTo>
                    <a:pt x="9579656" y="2729409"/>
                  </a:lnTo>
                  <a:lnTo>
                    <a:pt x="9500127" y="2702211"/>
                  </a:lnTo>
                  <a:lnTo>
                    <a:pt x="9427188" y="2672178"/>
                  </a:lnTo>
                  <a:lnTo>
                    <a:pt x="9360414" y="2638960"/>
                  </a:lnTo>
                  <a:lnTo>
                    <a:pt x="9299175" y="2602139"/>
                  </a:lnTo>
                  <a:lnTo>
                    <a:pt x="9242725" y="2561252"/>
                  </a:lnTo>
                  <a:lnTo>
                    <a:pt x="9190279" y="2515826"/>
                  </a:lnTo>
                  <a:lnTo>
                    <a:pt x="9141062" y="2465437"/>
                  </a:lnTo>
                  <a:lnTo>
                    <a:pt x="9094354" y="2409813"/>
                  </a:lnTo>
                  <a:lnTo>
                    <a:pt x="9084767" y="2397412"/>
                  </a:lnTo>
                  <a:lnTo>
                    <a:pt x="9047315" y="2345716"/>
                  </a:lnTo>
                  <a:lnTo>
                    <a:pt x="9010804" y="2290239"/>
                  </a:lnTo>
                  <a:lnTo>
                    <a:pt x="8974979" y="2230904"/>
                  </a:lnTo>
                  <a:lnTo>
                    <a:pt x="8939634" y="2167696"/>
                  </a:lnTo>
                  <a:lnTo>
                    <a:pt x="8904604" y="2100666"/>
                  </a:lnTo>
                  <a:lnTo>
                    <a:pt x="8869761" y="2029942"/>
                  </a:lnTo>
                  <a:lnTo>
                    <a:pt x="8835008" y="1955726"/>
                  </a:lnTo>
                  <a:lnTo>
                    <a:pt x="8800277" y="1878303"/>
                  </a:lnTo>
                  <a:lnTo>
                    <a:pt x="8765523" y="1798036"/>
                  </a:lnTo>
                  <a:lnTo>
                    <a:pt x="8730723" y="1715359"/>
                  </a:lnTo>
                  <a:lnTo>
                    <a:pt x="8695870" y="1630776"/>
                  </a:lnTo>
                  <a:lnTo>
                    <a:pt x="8660973" y="1544840"/>
                  </a:lnTo>
                  <a:lnTo>
                    <a:pt x="8626047" y="1458146"/>
                  </a:lnTo>
                  <a:lnTo>
                    <a:pt x="8591116" y="1371311"/>
                  </a:lnTo>
                  <a:lnTo>
                    <a:pt x="8556203" y="1284956"/>
                  </a:lnTo>
                  <a:lnTo>
                    <a:pt x="8521329" y="1199687"/>
                  </a:lnTo>
                  <a:lnTo>
                    <a:pt x="8486504" y="1116080"/>
                  </a:lnTo>
                  <a:lnTo>
                    <a:pt x="8451731" y="1034662"/>
                  </a:lnTo>
                  <a:lnTo>
                    <a:pt x="8416994" y="955900"/>
                  </a:lnTo>
                  <a:lnTo>
                    <a:pt x="8382258" y="880190"/>
                  </a:lnTo>
                  <a:lnTo>
                    <a:pt x="8347467" y="807852"/>
                  </a:lnTo>
                  <a:lnTo>
                    <a:pt x="8312535" y="739127"/>
                  </a:lnTo>
                  <a:lnTo>
                    <a:pt x="8277351" y="674175"/>
                  </a:lnTo>
                  <a:lnTo>
                    <a:pt x="8241766" y="613082"/>
                  </a:lnTo>
                  <a:lnTo>
                    <a:pt x="8205595" y="555861"/>
                  </a:lnTo>
                  <a:lnTo>
                    <a:pt x="8168605" y="502464"/>
                  </a:lnTo>
                  <a:lnTo>
                    <a:pt x="8151487" y="479482"/>
                  </a:lnTo>
                  <a:lnTo>
                    <a:pt x="8105225" y="422744"/>
                  </a:lnTo>
                  <a:lnTo>
                    <a:pt x="8056593" y="371266"/>
                  </a:lnTo>
                  <a:lnTo>
                    <a:pt x="8004892" y="324826"/>
                  </a:lnTo>
                  <a:lnTo>
                    <a:pt x="7949352" y="283021"/>
                  </a:lnTo>
                  <a:lnTo>
                    <a:pt x="7889186" y="245383"/>
                  </a:lnTo>
                  <a:lnTo>
                    <a:pt x="7823637" y="211441"/>
                  </a:lnTo>
                  <a:lnTo>
                    <a:pt x="7752042" y="180768"/>
                  </a:lnTo>
                  <a:lnTo>
                    <a:pt x="7673923" y="152998"/>
                  </a:lnTo>
                  <a:lnTo>
                    <a:pt x="7589105" y="127843"/>
                  </a:lnTo>
                  <a:lnTo>
                    <a:pt x="7497866" y="105097"/>
                  </a:lnTo>
                  <a:lnTo>
                    <a:pt x="7401102" y="84639"/>
                  </a:lnTo>
                  <a:lnTo>
                    <a:pt x="7300485" y="66422"/>
                  </a:lnTo>
                  <a:lnTo>
                    <a:pt x="7198560" y="50461"/>
                  </a:lnTo>
                  <a:lnTo>
                    <a:pt x="7098700" y="36806"/>
                  </a:lnTo>
                  <a:lnTo>
                    <a:pt x="7004864" y="25499"/>
                  </a:lnTo>
                  <a:lnTo>
                    <a:pt x="6921137" y="16537"/>
                  </a:lnTo>
                  <a:lnTo>
                    <a:pt x="6851082" y="9831"/>
                  </a:lnTo>
                  <a:lnTo>
                    <a:pt x="6797072" y="5180"/>
                  </a:lnTo>
                  <a:lnTo>
                    <a:pt x="6759771" y="2277"/>
                  </a:lnTo>
                  <a:lnTo>
                    <a:pt x="6737907" y="733"/>
                  </a:lnTo>
                  <a:lnTo>
                    <a:pt x="6728350" y="118"/>
                  </a:lnTo>
                  <a:lnTo>
                    <a:pt x="6726354" y="0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857" y="79"/>
                  </a:lnTo>
                  <a:lnTo>
                    <a:pt x="5246630" y="647"/>
                  </a:lnTo>
                  <a:lnTo>
                    <a:pt x="5228392" y="2216"/>
                  </a:lnTo>
                  <a:lnTo>
                    <a:pt x="5195736" y="5305"/>
                  </a:lnTo>
                  <a:lnTo>
                    <a:pt x="5146963" y="10399"/>
                  </a:lnTo>
                  <a:lnTo>
                    <a:pt x="5082213" y="17894"/>
                  </a:lnTo>
                  <a:lnTo>
                    <a:pt x="5003336" y="28070"/>
                  </a:lnTo>
                  <a:lnTo>
                    <a:pt x="4913475" y="41071"/>
                  </a:lnTo>
                  <a:lnTo>
                    <a:pt x="4816467" y="56929"/>
                  </a:lnTo>
                  <a:lnTo>
                    <a:pt x="4716212" y="75605"/>
                  </a:lnTo>
                  <a:lnTo>
                    <a:pt x="4616176" y="97037"/>
                  </a:lnTo>
                  <a:lnTo>
                    <a:pt x="4519096" y="121188"/>
                  </a:lnTo>
                  <a:lnTo>
                    <a:pt x="4426879" y="148084"/>
                  </a:lnTo>
                  <a:lnTo>
                    <a:pt x="4340653" y="177833"/>
                  </a:lnTo>
                  <a:lnTo>
                    <a:pt x="4260899" y="210642"/>
                  </a:lnTo>
                  <a:lnTo>
                    <a:pt x="4187607" y="246816"/>
                  </a:lnTo>
                  <a:lnTo>
                    <a:pt x="4120425" y="286755"/>
                  </a:lnTo>
                  <a:lnTo>
                    <a:pt x="4058782" y="330942"/>
                  </a:lnTo>
                  <a:lnTo>
                    <a:pt x="4001983" y="379920"/>
                  </a:lnTo>
                  <a:lnTo>
                    <a:pt x="3949280" y="434259"/>
                  </a:lnTo>
                  <a:lnTo>
                    <a:pt x="3899919" y="494493"/>
                  </a:lnTo>
                  <a:lnTo>
                    <a:pt x="3853191" y="561013"/>
                  </a:lnTo>
                  <a:lnTo>
                    <a:pt x="3829811" y="597991"/>
                  </a:lnTo>
                  <a:lnTo>
                    <a:pt x="3795634" y="656566"/>
                  </a:lnTo>
                  <a:lnTo>
                    <a:pt x="3762259" y="719049"/>
                  </a:lnTo>
                  <a:lnTo>
                    <a:pt x="3729487" y="785520"/>
                  </a:lnTo>
                  <a:lnTo>
                    <a:pt x="3697155" y="856008"/>
                  </a:lnTo>
                  <a:lnTo>
                    <a:pt x="3665130" y="930483"/>
                  </a:lnTo>
                  <a:lnTo>
                    <a:pt x="3633303" y="1008855"/>
                  </a:lnTo>
                  <a:lnTo>
                    <a:pt x="3601590" y="1090968"/>
                  </a:lnTo>
                  <a:lnTo>
                    <a:pt x="3569928" y="1176597"/>
                  </a:lnTo>
                  <a:lnTo>
                    <a:pt x="3538271" y="1265448"/>
                  </a:lnTo>
                  <a:lnTo>
                    <a:pt x="3506590" y="1357162"/>
                  </a:lnTo>
                  <a:lnTo>
                    <a:pt x="3474868" y="1451317"/>
                  </a:lnTo>
                  <a:lnTo>
                    <a:pt x="3443103" y="1547434"/>
                  </a:lnTo>
                  <a:lnTo>
                    <a:pt x="3411299" y="1644990"/>
                  </a:lnTo>
                  <a:lnTo>
                    <a:pt x="3379470" y="1743427"/>
                  </a:lnTo>
                  <a:lnTo>
                    <a:pt x="3347632" y="1842164"/>
                  </a:lnTo>
                  <a:lnTo>
                    <a:pt x="3315802" y="1940615"/>
                  </a:lnTo>
                  <a:lnTo>
                    <a:pt x="3283998" y="2038199"/>
                  </a:lnTo>
                  <a:lnTo>
                    <a:pt x="3252231" y="2134357"/>
                  </a:lnTo>
                  <a:lnTo>
                    <a:pt x="3220509" y="2228563"/>
                  </a:lnTo>
                  <a:lnTo>
                    <a:pt x="3188826" y="2320341"/>
                  </a:lnTo>
                  <a:lnTo>
                    <a:pt x="3157169" y="2409265"/>
                  </a:lnTo>
                  <a:lnTo>
                    <a:pt x="3125508" y="2494974"/>
                  </a:lnTo>
                  <a:lnTo>
                    <a:pt x="3093797" y="2577174"/>
                  </a:lnTo>
                  <a:lnTo>
                    <a:pt x="3061974" y="2655637"/>
                  </a:lnTo>
                  <a:lnTo>
                    <a:pt x="3029954" y="2730207"/>
                  </a:lnTo>
                  <a:lnTo>
                    <a:pt x="2997631" y="2800790"/>
                  </a:lnTo>
                  <a:lnTo>
                    <a:pt x="2964871" y="2867357"/>
                  </a:lnTo>
                  <a:lnTo>
                    <a:pt x="2931513" y="2929935"/>
                  </a:lnTo>
                  <a:lnTo>
                    <a:pt x="2897357" y="2988602"/>
                  </a:lnTo>
                  <a:lnTo>
                    <a:pt x="2896531" y="2989955"/>
                  </a:lnTo>
                  <a:lnTo>
                    <a:pt x="2850915" y="3059795"/>
                  </a:lnTo>
                  <a:lnTo>
                    <a:pt x="2803002" y="3123251"/>
                  </a:lnTo>
                  <a:lnTo>
                    <a:pt x="2752122" y="3180583"/>
                  </a:lnTo>
                  <a:lnTo>
                    <a:pt x="2697539" y="3232267"/>
                  </a:lnTo>
                  <a:lnTo>
                    <a:pt x="2638497" y="3278865"/>
                  </a:lnTo>
                  <a:lnTo>
                    <a:pt x="2574265" y="3320939"/>
                  </a:lnTo>
                  <a:lnTo>
                    <a:pt x="2504199" y="3359008"/>
                  </a:lnTo>
                  <a:lnTo>
                    <a:pt x="2427818" y="3393517"/>
                  </a:lnTo>
                  <a:lnTo>
                    <a:pt x="2344919" y="3424819"/>
                  </a:lnTo>
                  <a:lnTo>
                    <a:pt x="2255709" y="3453173"/>
                  </a:lnTo>
                  <a:lnTo>
                    <a:pt x="2160962" y="3478737"/>
                  </a:lnTo>
                  <a:lnTo>
                    <a:pt x="2062168" y="3501579"/>
                  </a:lnTo>
                  <a:lnTo>
                    <a:pt x="1961635" y="3521690"/>
                  </a:lnTo>
                  <a:lnTo>
                    <a:pt x="1862476" y="3539015"/>
                  </a:lnTo>
                  <a:lnTo>
                    <a:pt x="1768416" y="3553498"/>
                  </a:lnTo>
                  <a:lnTo>
                    <a:pt x="1683398" y="3565127"/>
                  </a:lnTo>
                  <a:lnTo>
                    <a:pt x="1611005" y="3573984"/>
                  </a:lnTo>
                  <a:lnTo>
                    <a:pt x="1553824" y="3580279"/>
                  </a:lnTo>
                  <a:lnTo>
                    <a:pt x="1512916" y="3584351"/>
                  </a:lnTo>
                  <a:lnTo>
                    <a:pt x="1487532" y="3586644"/>
                  </a:lnTo>
                  <a:lnTo>
                    <a:pt x="1475124" y="3587665"/>
                  </a:lnTo>
                  <a:lnTo>
                    <a:pt x="1471544" y="3587935"/>
                  </a:lnTo>
                  <a:lnTo>
                    <a:pt x="1471387" y="3587946"/>
                  </a:lnTo>
                  <a:lnTo>
                    <a:pt x="0" y="358794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03" name="pg1103"/>
            <p:cNvSpPr/>
            <p:nvPr/>
          </p:nvSpPr>
          <p:spPr>
            <a:xfrm>
              <a:off x="4799595" y="3524976"/>
              <a:ext cx="11981298" cy="4723993"/>
            </a:xfrm>
            <a:custGeom>
              <a:avLst/>
              <a:pathLst>
                <a:path w="11981298" h="4723993">
                  <a:moveTo>
                    <a:pt x="0" y="3530735"/>
                  </a:moveTo>
                  <a:lnTo>
                    <a:pt x="1471387" y="3530735"/>
                  </a:lnTo>
                  <a:lnTo>
                    <a:pt x="1472490" y="3530656"/>
                  </a:lnTo>
                  <a:lnTo>
                    <a:pt x="1479745" y="3530097"/>
                  </a:lnTo>
                  <a:lnTo>
                    <a:pt x="1498052" y="3528550"/>
                  </a:lnTo>
                  <a:lnTo>
                    <a:pt x="1530826" y="3525504"/>
                  </a:lnTo>
                  <a:lnTo>
                    <a:pt x="1579765" y="3520484"/>
                  </a:lnTo>
                  <a:lnTo>
                    <a:pt x="1644717" y="3513096"/>
                  </a:lnTo>
                  <a:lnTo>
                    <a:pt x="1723814" y="3503068"/>
                  </a:lnTo>
                  <a:lnTo>
                    <a:pt x="1813888" y="3490258"/>
                  </a:lnTo>
                  <a:lnTo>
                    <a:pt x="1911087" y="3474635"/>
                  </a:lnTo>
                  <a:lnTo>
                    <a:pt x="2011496" y="3456239"/>
                  </a:lnTo>
                  <a:lnTo>
                    <a:pt x="2111642" y="3435131"/>
                  </a:lnTo>
                  <a:lnTo>
                    <a:pt x="2208790" y="3411346"/>
                  </a:lnTo>
                  <a:lnTo>
                    <a:pt x="2301038" y="3384859"/>
                  </a:lnTo>
                  <a:lnTo>
                    <a:pt x="2387264" y="3355559"/>
                  </a:lnTo>
                  <a:lnTo>
                    <a:pt x="2466998" y="3323243"/>
                  </a:lnTo>
                  <a:lnTo>
                    <a:pt x="2540256" y="3287606"/>
                  </a:lnTo>
                  <a:lnTo>
                    <a:pt x="2607398" y="3248253"/>
                  </a:lnTo>
                  <a:lnTo>
                    <a:pt x="2669001" y="3204708"/>
                  </a:lnTo>
                  <a:lnTo>
                    <a:pt x="2725765" y="3156431"/>
                  </a:lnTo>
                  <a:lnTo>
                    <a:pt x="2778442" y="3102863"/>
                  </a:lnTo>
                  <a:lnTo>
                    <a:pt x="2827787" y="3043479"/>
                  </a:lnTo>
                  <a:lnTo>
                    <a:pt x="2874512" y="2977899"/>
                  </a:lnTo>
                  <a:lnTo>
                    <a:pt x="2896531" y="2943641"/>
                  </a:lnTo>
                  <a:lnTo>
                    <a:pt x="2930978" y="2885658"/>
                  </a:lnTo>
                  <a:lnTo>
                    <a:pt x="2964611" y="2823776"/>
                  </a:lnTo>
                  <a:lnTo>
                    <a:pt x="2997635" y="2757915"/>
                  </a:lnTo>
                  <a:lnTo>
                    <a:pt x="3030215" y="2688048"/>
                  </a:lnTo>
                  <a:lnTo>
                    <a:pt x="3062488" y="2614205"/>
                  </a:lnTo>
                  <a:lnTo>
                    <a:pt x="3094562" y="2536480"/>
                  </a:lnTo>
                  <a:lnTo>
                    <a:pt x="3126524" y="2455032"/>
                  </a:lnTo>
                  <a:lnTo>
                    <a:pt x="3158438" y="2370092"/>
                  </a:lnTo>
                  <a:lnTo>
                    <a:pt x="3190349" y="2281958"/>
                  </a:lnTo>
                  <a:lnTo>
                    <a:pt x="3222286" y="2190998"/>
                  </a:lnTo>
                  <a:lnTo>
                    <a:pt x="3254265" y="2097639"/>
                  </a:lnTo>
                  <a:lnTo>
                    <a:pt x="3286288" y="2002366"/>
                  </a:lnTo>
                  <a:lnTo>
                    <a:pt x="3318349" y="1905710"/>
                  </a:lnTo>
                  <a:lnTo>
                    <a:pt x="3350435" y="1808235"/>
                  </a:lnTo>
                  <a:lnTo>
                    <a:pt x="3382527" y="1710526"/>
                  </a:lnTo>
                  <a:lnTo>
                    <a:pt x="3414609" y="1613172"/>
                  </a:lnTo>
                  <a:lnTo>
                    <a:pt x="3446663" y="1516756"/>
                  </a:lnTo>
                  <a:lnTo>
                    <a:pt x="3478677" y="1421836"/>
                  </a:lnTo>
                  <a:lnTo>
                    <a:pt x="3510647" y="1328934"/>
                  </a:lnTo>
                  <a:lnTo>
                    <a:pt x="3542577" y="1238523"/>
                  </a:lnTo>
                  <a:lnTo>
                    <a:pt x="3574486" y="1151021"/>
                  </a:lnTo>
                  <a:lnTo>
                    <a:pt x="3606405" y="1066779"/>
                  </a:lnTo>
                  <a:lnTo>
                    <a:pt x="3638385" y="986083"/>
                  </a:lnTo>
                  <a:lnTo>
                    <a:pt x="3670493" y="909147"/>
                  </a:lnTo>
                  <a:lnTo>
                    <a:pt x="3702819" y="836119"/>
                  </a:lnTo>
                  <a:lnTo>
                    <a:pt x="3735479" y="767078"/>
                  </a:lnTo>
                  <a:lnTo>
                    <a:pt x="3768613" y="702042"/>
                  </a:lnTo>
                  <a:lnTo>
                    <a:pt x="3802396" y="640972"/>
                  </a:lnTo>
                  <a:lnTo>
                    <a:pt x="3829811" y="595266"/>
                  </a:lnTo>
                  <a:lnTo>
                    <a:pt x="3875491" y="526610"/>
                  </a:lnTo>
                  <a:lnTo>
                    <a:pt x="3923474" y="464239"/>
                  </a:lnTo>
                  <a:lnTo>
                    <a:pt x="3974434" y="407895"/>
                  </a:lnTo>
                  <a:lnTo>
                    <a:pt x="4029110" y="357108"/>
                  </a:lnTo>
                  <a:lnTo>
                    <a:pt x="4088262" y="311326"/>
                  </a:lnTo>
                  <a:lnTo>
                    <a:pt x="4152623" y="269994"/>
                  </a:lnTo>
                  <a:lnTo>
                    <a:pt x="4222838" y="232600"/>
                  </a:lnTo>
                  <a:lnTo>
                    <a:pt x="4299389" y="198709"/>
                  </a:lnTo>
                  <a:lnTo>
                    <a:pt x="4382475" y="167970"/>
                  </a:lnTo>
                  <a:lnTo>
                    <a:pt x="4471883" y="140131"/>
                  </a:lnTo>
                  <a:lnTo>
                    <a:pt x="4566829" y="115037"/>
                  </a:lnTo>
                  <a:lnTo>
                    <a:pt x="4665804" y="92623"/>
                  </a:lnTo>
                  <a:lnTo>
                    <a:pt x="4766477" y="72897"/>
                  </a:lnTo>
                  <a:lnTo>
                    <a:pt x="4865712" y="55915"/>
                  </a:lnTo>
                  <a:lnTo>
                    <a:pt x="4959759" y="41732"/>
                  </a:lnTo>
                  <a:lnTo>
                    <a:pt x="5044660" y="30358"/>
                  </a:lnTo>
                  <a:lnTo>
                    <a:pt x="5116834" y="21710"/>
                  </a:lnTo>
                  <a:lnTo>
                    <a:pt x="5173712" y="15577"/>
                  </a:lnTo>
                  <a:lnTo>
                    <a:pt x="5214268" y="11624"/>
                  </a:lnTo>
                  <a:lnTo>
                    <a:pt x="5239302" y="9409"/>
                  </a:lnTo>
                  <a:lnTo>
                    <a:pt x="5251420" y="8433"/>
                  </a:lnTo>
                  <a:lnTo>
                    <a:pt x="5254824" y="8182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241" y="8258"/>
                  </a:lnTo>
                  <a:lnTo>
                    <a:pt x="6733176" y="8864"/>
                  </a:lnTo>
                  <a:lnTo>
                    <a:pt x="6748239" y="10540"/>
                  </a:lnTo>
                  <a:lnTo>
                    <a:pt x="6775421" y="13844"/>
                  </a:lnTo>
                  <a:lnTo>
                    <a:pt x="6816445" y="19308"/>
                  </a:lnTo>
                  <a:lnTo>
                    <a:pt x="6871642" y="27390"/>
                  </a:lnTo>
                  <a:lnTo>
                    <a:pt x="6939977" y="38440"/>
                  </a:lnTo>
                  <a:lnTo>
                    <a:pt x="7019279" y="52672"/>
                  </a:lnTo>
                  <a:lnTo>
                    <a:pt x="7106626" y="70177"/>
                  </a:lnTo>
                  <a:lnTo>
                    <a:pt x="7198803" y="90948"/>
                  </a:lnTo>
                  <a:lnTo>
                    <a:pt x="7292718" y="114925"/>
                  </a:lnTo>
                  <a:lnTo>
                    <a:pt x="7385708" y="142046"/>
                  </a:lnTo>
                  <a:lnTo>
                    <a:pt x="7475704" y="172283"/>
                  </a:lnTo>
                  <a:lnTo>
                    <a:pt x="7561271" y="205677"/>
                  </a:lnTo>
                  <a:lnTo>
                    <a:pt x="7641554" y="242357"/>
                  </a:lnTo>
                  <a:lnTo>
                    <a:pt x="7716183" y="282549"/>
                  </a:lnTo>
                  <a:lnTo>
                    <a:pt x="7785162" y="326576"/>
                  </a:lnTo>
                  <a:lnTo>
                    <a:pt x="7848759" y="374858"/>
                  </a:lnTo>
                  <a:lnTo>
                    <a:pt x="7907419" y="427900"/>
                  </a:lnTo>
                  <a:lnTo>
                    <a:pt x="7961691" y="486274"/>
                  </a:lnTo>
                  <a:lnTo>
                    <a:pt x="8012181" y="550588"/>
                  </a:lnTo>
                  <a:lnTo>
                    <a:pt x="8059504" y="621439"/>
                  </a:lnTo>
                  <a:lnTo>
                    <a:pt x="8104257" y="699328"/>
                  </a:lnTo>
                  <a:lnTo>
                    <a:pt x="8146990" y="784540"/>
                  </a:lnTo>
                  <a:lnTo>
                    <a:pt x="8151487" y="794143"/>
                  </a:lnTo>
                  <a:lnTo>
                    <a:pt x="8181772" y="862005"/>
                  </a:lnTo>
                  <a:lnTo>
                    <a:pt x="8211411" y="933877"/>
                  </a:lnTo>
                  <a:lnTo>
                    <a:pt x="8240545" y="1009840"/>
                  </a:lnTo>
                  <a:lnTo>
                    <a:pt x="8269293" y="1089933"/>
                  </a:lnTo>
                  <a:lnTo>
                    <a:pt x="8297757" y="1174151"/>
                  </a:lnTo>
                  <a:lnTo>
                    <a:pt x="8326019" y="1262443"/>
                  </a:lnTo>
                  <a:lnTo>
                    <a:pt x="8354148" y="1354704"/>
                  </a:lnTo>
                  <a:lnTo>
                    <a:pt x="8382199" y="1450776"/>
                  </a:lnTo>
                  <a:lnTo>
                    <a:pt x="8410213" y="1550446"/>
                  </a:lnTo>
                  <a:lnTo>
                    <a:pt x="8438223" y="1653446"/>
                  </a:lnTo>
                  <a:lnTo>
                    <a:pt x="8466250" y="1759453"/>
                  </a:lnTo>
                  <a:lnTo>
                    <a:pt x="8494306" y="1868095"/>
                  </a:lnTo>
                  <a:lnTo>
                    <a:pt x="8522396" y="1978951"/>
                  </a:lnTo>
                  <a:lnTo>
                    <a:pt x="8550519" y="2091561"/>
                  </a:lnTo>
                  <a:lnTo>
                    <a:pt x="8578669" y="2205434"/>
                  </a:lnTo>
                  <a:lnTo>
                    <a:pt x="8606835" y="2320053"/>
                  </a:lnTo>
                  <a:lnTo>
                    <a:pt x="8635007" y="2434886"/>
                  </a:lnTo>
                  <a:lnTo>
                    <a:pt x="8663171" y="2549399"/>
                  </a:lnTo>
                  <a:lnTo>
                    <a:pt x="8691316" y="2663062"/>
                  </a:lnTo>
                  <a:lnTo>
                    <a:pt x="8719433" y="2775363"/>
                  </a:lnTo>
                  <a:lnTo>
                    <a:pt x="8747516" y="2885815"/>
                  </a:lnTo>
                  <a:lnTo>
                    <a:pt x="8775566" y="2993965"/>
                  </a:lnTo>
                  <a:lnTo>
                    <a:pt x="8803588" y="3099404"/>
                  </a:lnTo>
                  <a:lnTo>
                    <a:pt x="8831597" y="3201767"/>
                  </a:lnTo>
                  <a:lnTo>
                    <a:pt x="8859616" y="3300743"/>
                  </a:lnTo>
                  <a:lnTo>
                    <a:pt x="8887678" y="3396074"/>
                  </a:lnTo>
                  <a:lnTo>
                    <a:pt x="8915829" y="3487558"/>
                  </a:lnTo>
                  <a:lnTo>
                    <a:pt x="8944125" y="3575049"/>
                  </a:lnTo>
                  <a:lnTo>
                    <a:pt x="8972638" y="3658451"/>
                  </a:lnTo>
                  <a:lnTo>
                    <a:pt x="9001454" y="3737724"/>
                  </a:lnTo>
                  <a:lnTo>
                    <a:pt x="9030678" y="3812870"/>
                  </a:lnTo>
                  <a:lnTo>
                    <a:pt x="9060433" y="3883939"/>
                  </a:lnTo>
                  <a:lnTo>
                    <a:pt x="9084767" y="3938023"/>
                  </a:lnTo>
                  <a:lnTo>
                    <a:pt x="9127311" y="4024025"/>
                  </a:lnTo>
                  <a:lnTo>
                    <a:pt x="9171823" y="4102693"/>
                  </a:lnTo>
                  <a:lnTo>
                    <a:pt x="9218841" y="4174280"/>
                  </a:lnTo>
                  <a:lnTo>
                    <a:pt x="9268960" y="4239269"/>
                  </a:lnTo>
                  <a:lnTo>
                    <a:pt x="9322797" y="4298253"/>
                  </a:lnTo>
                  <a:lnTo>
                    <a:pt x="9380957" y="4351840"/>
                  </a:lnTo>
                  <a:lnTo>
                    <a:pt x="9443999" y="4400609"/>
                  </a:lnTo>
                  <a:lnTo>
                    <a:pt x="9512382" y="4445071"/>
                  </a:lnTo>
                  <a:lnTo>
                    <a:pt x="9586398" y="4485658"/>
                  </a:lnTo>
                  <a:lnTo>
                    <a:pt x="9666083" y="4522703"/>
                  </a:lnTo>
                  <a:lnTo>
                    <a:pt x="9751113" y="4556443"/>
                  </a:lnTo>
                  <a:lnTo>
                    <a:pt x="9840690" y="4587016"/>
                  </a:lnTo>
                  <a:lnTo>
                    <a:pt x="9933446" y="4614472"/>
                  </a:lnTo>
                  <a:lnTo>
                    <a:pt x="10027380" y="4638791"/>
                  </a:lnTo>
                  <a:lnTo>
                    <a:pt x="10119887" y="4659910"/>
                  </a:lnTo>
                  <a:lnTo>
                    <a:pt x="10207909" y="4677767"/>
                  </a:lnTo>
                  <a:lnTo>
                    <a:pt x="10288225" y="4692349"/>
                  </a:lnTo>
                  <a:lnTo>
                    <a:pt x="10357862" y="4703734"/>
                  </a:lnTo>
                  <a:lnTo>
                    <a:pt x="10414544" y="4712121"/>
                  </a:lnTo>
                  <a:lnTo>
                    <a:pt x="10457102" y="4717846"/>
                  </a:lnTo>
                  <a:lnTo>
                    <a:pt x="10485714" y="4721357"/>
                  </a:lnTo>
                  <a:lnTo>
                    <a:pt x="10501958" y="4723182"/>
                  </a:lnTo>
                  <a:lnTo>
                    <a:pt x="10508697" y="4723877"/>
                  </a:lnTo>
                  <a:lnTo>
                    <a:pt x="10509911" y="4723993"/>
                  </a:lnTo>
                  <a:lnTo>
                    <a:pt x="11981298" y="4723993"/>
                  </a:lnTo>
                  <a:lnTo>
                    <a:pt x="11981298" y="4715820"/>
                  </a:lnTo>
                  <a:lnTo>
                    <a:pt x="10509911" y="4715820"/>
                  </a:lnTo>
                  <a:lnTo>
                    <a:pt x="10509012" y="4715734"/>
                  </a:lnTo>
                  <a:lnTo>
                    <a:pt x="10503077" y="4715128"/>
                  </a:lnTo>
                  <a:lnTo>
                    <a:pt x="10488014" y="4713452"/>
                  </a:lnTo>
                  <a:lnTo>
                    <a:pt x="10460832" y="4710148"/>
                  </a:lnTo>
                  <a:lnTo>
                    <a:pt x="10419808" y="4704685"/>
                  </a:lnTo>
                  <a:lnTo>
                    <a:pt x="10364611" y="4696602"/>
                  </a:lnTo>
                  <a:lnTo>
                    <a:pt x="10296276" y="4685552"/>
                  </a:lnTo>
                  <a:lnTo>
                    <a:pt x="10216974" y="4671320"/>
                  </a:lnTo>
                  <a:lnTo>
                    <a:pt x="10129627" y="4653815"/>
                  </a:lnTo>
                  <a:lnTo>
                    <a:pt x="10037450" y="4633044"/>
                  </a:lnTo>
                  <a:lnTo>
                    <a:pt x="9943535" y="4609067"/>
                  </a:lnTo>
                  <a:lnTo>
                    <a:pt x="9850545" y="4581946"/>
                  </a:lnTo>
                  <a:lnTo>
                    <a:pt x="9760549" y="4551709"/>
                  </a:lnTo>
                  <a:lnTo>
                    <a:pt x="9674982" y="4518315"/>
                  </a:lnTo>
                  <a:lnTo>
                    <a:pt x="9594700" y="4481635"/>
                  </a:lnTo>
                  <a:lnTo>
                    <a:pt x="9520070" y="4441443"/>
                  </a:lnTo>
                  <a:lnTo>
                    <a:pt x="9451091" y="4397416"/>
                  </a:lnTo>
                  <a:lnTo>
                    <a:pt x="9387494" y="4349134"/>
                  </a:lnTo>
                  <a:lnTo>
                    <a:pt x="9328834" y="4296092"/>
                  </a:lnTo>
                  <a:lnTo>
                    <a:pt x="9274562" y="4237718"/>
                  </a:lnTo>
                  <a:lnTo>
                    <a:pt x="9224072" y="4173404"/>
                  </a:lnTo>
                  <a:lnTo>
                    <a:pt x="9176750" y="4102553"/>
                  </a:lnTo>
                  <a:lnTo>
                    <a:pt x="9131996" y="4024664"/>
                  </a:lnTo>
                  <a:lnTo>
                    <a:pt x="9089263" y="3939452"/>
                  </a:lnTo>
                  <a:lnTo>
                    <a:pt x="9084767" y="3929850"/>
                  </a:lnTo>
                  <a:lnTo>
                    <a:pt x="9054481" y="3861987"/>
                  </a:lnTo>
                  <a:lnTo>
                    <a:pt x="9024842" y="3790115"/>
                  </a:lnTo>
                  <a:lnTo>
                    <a:pt x="8995708" y="3714152"/>
                  </a:lnTo>
                  <a:lnTo>
                    <a:pt x="8966960" y="3634059"/>
                  </a:lnTo>
                  <a:lnTo>
                    <a:pt x="8938497" y="3549841"/>
                  </a:lnTo>
                  <a:lnTo>
                    <a:pt x="8910234" y="3461549"/>
                  </a:lnTo>
                  <a:lnTo>
                    <a:pt x="8882105" y="3369288"/>
                  </a:lnTo>
                  <a:lnTo>
                    <a:pt x="8854055" y="3273216"/>
                  </a:lnTo>
                  <a:lnTo>
                    <a:pt x="8826040" y="3173546"/>
                  </a:lnTo>
                  <a:lnTo>
                    <a:pt x="8798030" y="3070546"/>
                  </a:lnTo>
                  <a:lnTo>
                    <a:pt x="8770003" y="2964539"/>
                  </a:lnTo>
                  <a:lnTo>
                    <a:pt x="8741947" y="2855897"/>
                  </a:lnTo>
                  <a:lnTo>
                    <a:pt x="8713857" y="2745041"/>
                  </a:lnTo>
                  <a:lnTo>
                    <a:pt x="8685734" y="2632431"/>
                  </a:lnTo>
                  <a:lnTo>
                    <a:pt x="8657585" y="2518558"/>
                  </a:lnTo>
                  <a:lnTo>
                    <a:pt x="8629418" y="2403939"/>
                  </a:lnTo>
                  <a:lnTo>
                    <a:pt x="8601246" y="2289106"/>
                  </a:lnTo>
                  <a:lnTo>
                    <a:pt x="8573082" y="2174593"/>
                  </a:lnTo>
                  <a:lnTo>
                    <a:pt x="8544937" y="2060930"/>
                  </a:lnTo>
                  <a:lnTo>
                    <a:pt x="8516820" y="1948629"/>
                  </a:lnTo>
                  <a:lnTo>
                    <a:pt x="8488737" y="1838177"/>
                  </a:lnTo>
                  <a:lnTo>
                    <a:pt x="8460688" y="1730027"/>
                  </a:lnTo>
                  <a:lnTo>
                    <a:pt x="8432665" y="1624588"/>
                  </a:lnTo>
                  <a:lnTo>
                    <a:pt x="8404657" y="1522225"/>
                  </a:lnTo>
                  <a:lnTo>
                    <a:pt x="8376637" y="1423249"/>
                  </a:lnTo>
                  <a:lnTo>
                    <a:pt x="8348575" y="1327918"/>
                  </a:lnTo>
                  <a:lnTo>
                    <a:pt x="8320424" y="1236434"/>
                  </a:lnTo>
                  <a:lnTo>
                    <a:pt x="8292128" y="1148943"/>
                  </a:lnTo>
                  <a:lnTo>
                    <a:pt x="8263615" y="1065541"/>
                  </a:lnTo>
                  <a:lnTo>
                    <a:pt x="8234799" y="986268"/>
                  </a:lnTo>
                  <a:lnTo>
                    <a:pt x="8205575" y="911122"/>
                  </a:lnTo>
                  <a:lnTo>
                    <a:pt x="8175820" y="840053"/>
                  </a:lnTo>
                  <a:lnTo>
                    <a:pt x="8151487" y="785970"/>
                  </a:lnTo>
                  <a:lnTo>
                    <a:pt x="8108942" y="699967"/>
                  </a:lnTo>
                  <a:lnTo>
                    <a:pt x="8064430" y="621299"/>
                  </a:lnTo>
                  <a:lnTo>
                    <a:pt x="8017412" y="549712"/>
                  </a:lnTo>
                  <a:lnTo>
                    <a:pt x="7967293" y="484723"/>
                  </a:lnTo>
                  <a:lnTo>
                    <a:pt x="7913457" y="425739"/>
                  </a:lnTo>
                  <a:lnTo>
                    <a:pt x="7855297" y="372152"/>
                  </a:lnTo>
                  <a:lnTo>
                    <a:pt x="7792254" y="323383"/>
                  </a:lnTo>
                  <a:lnTo>
                    <a:pt x="7723871" y="278921"/>
                  </a:lnTo>
                  <a:lnTo>
                    <a:pt x="7649855" y="238334"/>
                  </a:lnTo>
                  <a:lnTo>
                    <a:pt x="7570170" y="201289"/>
                  </a:lnTo>
                  <a:lnTo>
                    <a:pt x="7485141" y="167549"/>
                  </a:lnTo>
                  <a:lnTo>
                    <a:pt x="7395563" y="136976"/>
                  </a:lnTo>
                  <a:lnTo>
                    <a:pt x="7302807" y="109520"/>
                  </a:lnTo>
                  <a:lnTo>
                    <a:pt x="7208873" y="85201"/>
                  </a:lnTo>
                  <a:lnTo>
                    <a:pt x="7116367" y="64082"/>
                  </a:lnTo>
                  <a:lnTo>
                    <a:pt x="7028344" y="46225"/>
                  </a:lnTo>
                  <a:lnTo>
                    <a:pt x="6948028" y="31643"/>
                  </a:lnTo>
                  <a:lnTo>
                    <a:pt x="6878392" y="20258"/>
                  </a:lnTo>
                  <a:lnTo>
                    <a:pt x="6821709" y="11871"/>
                  </a:lnTo>
                  <a:lnTo>
                    <a:pt x="6779151" y="6146"/>
                  </a:lnTo>
                  <a:lnTo>
                    <a:pt x="6750539" y="2635"/>
                  </a:lnTo>
                  <a:lnTo>
                    <a:pt x="6734296" y="810"/>
                  </a:lnTo>
                  <a:lnTo>
                    <a:pt x="6727557" y="115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852" y="78"/>
                  </a:lnTo>
                  <a:lnTo>
                    <a:pt x="5246597" y="638"/>
                  </a:lnTo>
                  <a:lnTo>
                    <a:pt x="5228290" y="2184"/>
                  </a:lnTo>
                  <a:lnTo>
                    <a:pt x="5195516" y="5230"/>
                  </a:lnTo>
                  <a:lnTo>
                    <a:pt x="5146577" y="10251"/>
                  </a:lnTo>
                  <a:lnTo>
                    <a:pt x="5081625" y="17639"/>
                  </a:lnTo>
                  <a:lnTo>
                    <a:pt x="5002528" y="27666"/>
                  </a:lnTo>
                  <a:lnTo>
                    <a:pt x="4912454" y="40476"/>
                  </a:lnTo>
                  <a:lnTo>
                    <a:pt x="4815255" y="56099"/>
                  </a:lnTo>
                  <a:lnTo>
                    <a:pt x="4714846" y="74495"/>
                  </a:lnTo>
                  <a:lnTo>
                    <a:pt x="4614700" y="95603"/>
                  </a:lnTo>
                  <a:lnTo>
                    <a:pt x="4517552" y="119388"/>
                  </a:lnTo>
                  <a:lnTo>
                    <a:pt x="4425304" y="145875"/>
                  </a:lnTo>
                  <a:lnTo>
                    <a:pt x="4339078" y="175175"/>
                  </a:lnTo>
                  <a:lnTo>
                    <a:pt x="4259344" y="207492"/>
                  </a:lnTo>
                  <a:lnTo>
                    <a:pt x="4186086" y="243129"/>
                  </a:lnTo>
                  <a:lnTo>
                    <a:pt x="4118944" y="282481"/>
                  </a:lnTo>
                  <a:lnTo>
                    <a:pt x="4057341" y="326027"/>
                  </a:lnTo>
                  <a:lnTo>
                    <a:pt x="4000577" y="374303"/>
                  </a:lnTo>
                  <a:lnTo>
                    <a:pt x="3947900" y="427871"/>
                  </a:lnTo>
                  <a:lnTo>
                    <a:pt x="3898555" y="487255"/>
                  </a:lnTo>
                  <a:lnTo>
                    <a:pt x="3851831" y="552835"/>
                  </a:lnTo>
                  <a:lnTo>
                    <a:pt x="3829811" y="587093"/>
                  </a:lnTo>
                  <a:lnTo>
                    <a:pt x="3795364" y="645076"/>
                  </a:lnTo>
                  <a:lnTo>
                    <a:pt x="3761731" y="706958"/>
                  </a:lnTo>
                  <a:lnTo>
                    <a:pt x="3728707" y="772819"/>
                  </a:lnTo>
                  <a:lnTo>
                    <a:pt x="3696127" y="842686"/>
                  </a:lnTo>
                  <a:lnTo>
                    <a:pt x="3663855" y="916529"/>
                  </a:lnTo>
                  <a:lnTo>
                    <a:pt x="3631780" y="994255"/>
                  </a:lnTo>
                  <a:lnTo>
                    <a:pt x="3599818" y="1075702"/>
                  </a:lnTo>
                  <a:lnTo>
                    <a:pt x="3567904" y="1160642"/>
                  </a:lnTo>
                  <a:lnTo>
                    <a:pt x="3535993" y="1248776"/>
                  </a:lnTo>
                  <a:lnTo>
                    <a:pt x="3504056" y="1339737"/>
                  </a:lnTo>
                  <a:lnTo>
                    <a:pt x="3472077" y="1433096"/>
                  </a:lnTo>
                  <a:lnTo>
                    <a:pt x="3440054" y="1528368"/>
                  </a:lnTo>
                  <a:lnTo>
                    <a:pt x="3407993" y="1625024"/>
                  </a:lnTo>
                  <a:lnTo>
                    <a:pt x="3375907" y="1722499"/>
                  </a:lnTo>
                  <a:lnTo>
                    <a:pt x="3343815" y="1820209"/>
                  </a:lnTo>
                  <a:lnTo>
                    <a:pt x="3311733" y="1917562"/>
                  </a:lnTo>
                  <a:lnTo>
                    <a:pt x="3279679" y="2013978"/>
                  </a:lnTo>
                  <a:lnTo>
                    <a:pt x="3247665" y="2108898"/>
                  </a:lnTo>
                  <a:lnTo>
                    <a:pt x="3215695" y="2201800"/>
                  </a:lnTo>
                  <a:lnTo>
                    <a:pt x="3183765" y="2292211"/>
                  </a:lnTo>
                  <a:lnTo>
                    <a:pt x="3151856" y="2379714"/>
                  </a:lnTo>
                  <a:lnTo>
                    <a:pt x="3119937" y="2463955"/>
                  </a:lnTo>
                  <a:lnTo>
                    <a:pt x="3087957" y="2544652"/>
                  </a:lnTo>
                  <a:lnTo>
                    <a:pt x="3055849" y="2621587"/>
                  </a:lnTo>
                  <a:lnTo>
                    <a:pt x="3023523" y="2694615"/>
                  </a:lnTo>
                  <a:lnTo>
                    <a:pt x="2990864" y="2763657"/>
                  </a:lnTo>
                  <a:lnTo>
                    <a:pt x="2957729" y="2828693"/>
                  </a:lnTo>
                  <a:lnTo>
                    <a:pt x="2923946" y="2889762"/>
                  </a:lnTo>
                  <a:lnTo>
                    <a:pt x="2896531" y="2935468"/>
                  </a:lnTo>
                  <a:lnTo>
                    <a:pt x="2850851" y="3004125"/>
                  </a:lnTo>
                  <a:lnTo>
                    <a:pt x="2802868" y="3066496"/>
                  </a:lnTo>
                  <a:lnTo>
                    <a:pt x="2751908" y="3122839"/>
                  </a:lnTo>
                  <a:lnTo>
                    <a:pt x="2697232" y="3173626"/>
                  </a:lnTo>
                  <a:lnTo>
                    <a:pt x="2638080" y="3219408"/>
                  </a:lnTo>
                  <a:lnTo>
                    <a:pt x="2573719" y="3260741"/>
                  </a:lnTo>
                  <a:lnTo>
                    <a:pt x="2503504" y="3298134"/>
                  </a:lnTo>
                  <a:lnTo>
                    <a:pt x="2426954" y="3332026"/>
                  </a:lnTo>
                  <a:lnTo>
                    <a:pt x="2343868" y="3362764"/>
                  </a:lnTo>
                  <a:lnTo>
                    <a:pt x="2254459" y="3390603"/>
                  </a:lnTo>
                  <a:lnTo>
                    <a:pt x="2159513" y="3415697"/>
                  </a:lnTo>
                  <a:lnTo>
                    <a:pt x="2060538" y="3438112"/>
                  </a:lnTo>
                  <a:lnTo>
                    <a:pt x="1959865" y="3457837"/>
                  </a:lnTo>
                  <a:lnTo>
                    <a:pt x="1860630" y="3474819"/>
                  </a:lnTo>
                  <a:lnTo>
                    <a:pt x="1766583" y="3489002"/>
                  </a:lnTo>
                  <a:lnTo>
                    <a:pt x="1681682" y="3500376"/>
                  </a:lnTo>
                  <a:lnTo>
                    <a:pt x="1609508" y="3509025"/>
                  </a:lnTo>
                  <a:lnTo>
                    <a:pt x="1552631" y="3515157"/>
                  </a:lnTo>
                  <a:lnTo>
                    <a:pt x="1512074" y="3519110"/>
                  </a:lnTo>
                  <a:lnTo>
                    <a:pt x="1487040" y="3521325"/>
                  </a:lnTo>
                  <a:lnTo>
                    <a:pt x="1474923" y="3522301"/>
                  </a:lnTo>
                  <a:lnTo>
                    <a:pt x="1471518" y="3522553"/>
                  </a:lnTo>
                  <a:lnTo>
                    <a:pt x="1471387" y="3522562"/>
                  </a:lnTo>
                  <a:lnTo>
                    <a:pt x="0" y="3522562"/>
                  </a:lnTo>
                  <a:close/>
                </a:path>
              </a:pathLst>
            </a:custGeom>
            <a:solidFill>
              <a:srgbClr val="F28E5B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104" name="pl1104"/>
            <p:cNvSpPr/>
            <p:nvPr/>
          </p:nvSpPr>
          <p:spPr>
            <a:xfrm>
              <a:off x="4799595" y="3533149"/>
              <a:ext cx="11981298" cy="4715820"/>
            </a:xfrm>
            <a:custGeom>
              <a:avLst/>
              <a:pathLst>
                <a:path w="11981298" h="4715820">
                  <a:moveTo>
                    <a:pt x="0" y="3522562"/>
                  </a:moveTo>
                  <a:lnTo>
                    <a:pt x="1471387" y="3522562"/>
                  </a:lnTo>
                  <a:lnTo>
                    <a:pt x="1472490" y="3522483"/>
                  </a:lnTo>
                  <a:lnTo>
                    <a:pt x="1479745" y="3521924"/>
                  </a:lnTo>
                  <a:lnTo>
                    <a:pt x="1498052" y="3520377"/>
                  </a:lnTo>
                  <a:lnTo>
                    <a:pt x="1530826" y="3517331"/>
                  </a:lnTo>
                  <a:lnTo>
                    <a:pt x="1579765" y="3512311"/>
                  </a:lnTo>
                  <a:lnTo>
                    <a:pt x="1644717" y="3504923"/>
                  </a:lnTo>
                  <a:lnTo>
                    <a:pt x="1723814" y="3494895"/>
                  </a:lnTo>
                  <a:lnTo>
                    <a:pt x="1813888" y="3482085"/>
                  </a:lnTo>
                  <a:lnTo>
                    <a:pt x="1911087" y="3466462"/>
                  </a:lnTo>
                  <a:lnTo>
                    <a:pt x="2011496" y="3448066"/>
                  </a:lnTo>
                  <a:lnTo>
                    <a:pt x="2111642" y="3426958"/>
                  </a:lnTo>
                  <a:lnTo>
                    <a:pt x="2208790" y="3403173"/>
                  </a:lnTo>
                  <a:lnTo>
                    <a:pt x="2301038" y="3376686"/>
                  </a:lnTo>
                  <a:lnTo>
                    <a:pt x="2387264" y="3347386"/>
                  </a:lnTo>
                  <a:lnTo>
                    <a:pt x="2466998" y="3315070"/>
                  </a:lnTo>
                  <a:lnTo>
                    <a:pt x="2540256" y="3279433"/>
                  </a:lnTo>
                  <a:lnTo>
                    <a:pt x="2607398" y="3240080"/>
                  </a:lnTo>
                  <a:lnTo>
                    <a:pt x="2669001" y="3196535"/>
                  </a:lnTo>
                  <a:lnTo>
                    <a:pt x="2725765" y="3148258"/>
                  </a:lnTo>
                  <a:lnTo>
                    <a:pt x="2778442" y="3094690"/>
                  </a:lnTo>
                  <a:lnTo>
                    <a:pt x="2827787" y="3035306"/>
                  </a:lnTo>
                  <a:lnTo>
                    <a:pt x="2874512" y="2969726"/>
                  </a:lnTo>
                  <a:lnTo>
                    <a:pt x="2896531" y="2935468"/>
                  </a:lnTo>
                  <a:lnTo>
                    <a:pt x="2930978" y="2877485"/>
                  </a:lnTo>
                  <a:lnTo>
                    <a:pt x="2964611" y="2815603"/>
                  </a:lnTo>
                  <a:lnTo>
                    <a:pt x="2997635" y="2749742"/>
                  </a:lnTo>
                  <a:lnTo>
                    <a:pt x="3030215" y="2679875"/>
                  </a:lnTo>
                  <a:lnTo>
                    <a:pt x="3062488" y="2606032"/>
                  </a:lnTo>
                  <a:lnTo>
                    <a:pt x="3094562" y="2528307"/>
                  </a:lnTo>
                  <a:lnTo>
                    <a:pt x="3126524" y="2446859"/>
                  </a:lnTo>
                  <a:lnTo>
                    <a:pt x="3158438" y="2361919"/>
                  </a:lnTo>
                  <a:lnTo>
                    <a:pt x="3190349" y="2273785"/>
                  </a:lnTo>
                  <a:lnTo>
                    <a:pt x="3222286" y="2182825"/>
                  </a:lnTo>
                  <a:lnTo>
                    <a:pt x="3254265" y="2089466"/>
                  </a:lnTo>
                  <a:lnTo>
                    <a:pt x="3286288" y="1994193"/>
                  </a:lnTo>
                  <a:lnTo>
                    <a:pt x="3318349" y="1897537"/>
                  </a:lnTo>
                  <a:lnTo>
                    <a:pt x="3350435" y="1800062"/>
                  </a:lnTo>
                  <a:lnTo>
                    <a:pt x="3382527" y="1702353"/>
                  </a:lnTo>
                  <a:lnTo>
                    <a:pt x="3414609" y="1604999"/>
                  </a:lnTo>
                  <a:lnTo>
                    <a:pt x="3446663" y="1508583"/>
                  </a:lnTo>
                  <a:lnTo>
                    <a:pt x="3478677" y="1413663"/>
                  </a:lnTo>
                  <a:lnTo>
                    <a:pt x="3510647" y="1320761"/>
                  </a:lnTo>
                  <a:lnTo>
                    <a:pt x="3542577" y="1230350"/>
                  </a:lnTo>
                  <a:lnTo>
                    <a:pt x="3574486" y="1142848"/>
                  </a:lnTo>
                  <a:lnTo>
                    <a:pt x="3606405" y="1058606"/>
                  </a:lnTo>
                  <a:lnTo>
                    <a:pt x="3638385" y="977910"/>
                  </a:lnTo>
                  <a:lnTo>
                    <a:pt x="3670493" y="900974"/>
                  </a:lnTo>
                  <a:lnTo>
                    <a:pt x="3702819" y="827946"/>
                  </a:lnTo>
                  <a:lnTo>
                    <a:pt x="3735479" y="758905"/>
                  </a:lnTo>
                  <a:lnTo>
                    <a:pt x="3768613" y="693869"/>
                  </a:lnTo>
                  <a:lnTo>
                    <a:pt x="3802396" y="632799"/>
                  </a:lnTo>
                  <a:lnTo>
                    <a:pt x="3829811" y="587093"/>
                  </a:lnTo>
                  <a:lnTo>
                    <a:pt x="3875491" y="518437"/>
                  </a:lnTo>
                  <a:lnTo>
                    <a:pt x="3923474" y="456066"/>
                  </a:lnTo>
                  <a:lnTo>
                    <a:pt x="3974434" y="399722"/>
                  </a:lnTo>
                  <a:lnTo>
                    <a:pt x="4029110" y="348935"/>
                  </a:lnTo>
                  <a:lnTo>
                    <a:pt x="4088262" y="303153"/>
                  </a:lnTo>
                  <a:lnTo>
                    <a:pt x="4152623" y="261821"/>
                  </a:lnTo>
                  <a:lnTo>
                    <a:pt x="4222838" y="224427"/>
                  </a:lnTo>
                  <a:lnTo>
                    <a:pt x="4299389" y="190536"/>
                  </a:lnTo>
                  <a:lnTo>
                    <a:pt x="4382475" y="159797"/>
                  </a:lnTo>
                  <a:lnTo>
                    <a:pt x="4471883" y="131958"/>
                  </a:lnTo>
                  <a:lnTo>
                    <a:pt x="4566829" y="106864"/>
                  </a:lnTo>
                  <a:lnTo>
                    <a:pt x="4665804" y="84450"/>
                  </a:lnTo>
                  <a:lnTo>
                    <a:pt x="4766477" y="64724"/>
                  </a:lnTo>
                  <a:lnTo>
                    <a:pt x="4865712" y="47742"/>
                  </a:lnTo>
                  <a:lnTo>
                    <a:pt x="4959759" y="33559"/>
                  </a:lnTo>
                  <a:lnTo>
                    <a:pt x="5044660" y="22185"/>
                  </a:lnTo>
                  <a:lnTo>
                    <a:pt x="5116834" y="13537"/>
                  </a:lnTo>
                  <a:lnTo>
                    <a:pt x="5173712" y="7404"/>
                  </a:lnTo>
                  <a:lnTo>
                    <a:pt x="5214268" y="3451"/>
                  </a:lnTo>
                  <a:lnTo>
                    <a:pt x="5239302" y="1236"/>
                  </a:lnTo>
                  <a:lnTo>
                    <a:pt x="5251420" y="260"/>
                  </a:lnTo>
                  <a:lnTo>
                    <a:pt x="5254824" y="9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241" y="85"/>
                  </a:lnTo>
                  <a:lnTo>
                    <a:pt x="6733176" y="691"/>
                  </a:lnTo>
                  <a:lnTo>
                    <a:pt x="6748239" y="2367"/>
                  </a:lnTo>
                  <a:lnTo>
                    <a:pt x="6775421" y="5671"/>
                  </a:lnTo>
                  <a:lnTo>
                    <a:pt x="6816445" y="11135"/>
                  </a:lnTo>
                  <a:lnTo>
                    <a:pt x="6871642" y="19217"/>
                  </a:lnTo>
                  <a:lnTo>
                    <a:pt x="6939977" y="30267"/>
                  </a:lnTo>
                  <a:lnTo>
                    <a:pt x="7019279" y="44499"/>
                  </a:lnTo>
                  <a:lnTo>
                    <a:pt x="7106626" y="62004"/>
                  </a:lnTo>
                  <a:lnTo>
                    <a:pt x="7198803" y="82775"/>
                  </a:lnTo>
                  <a:lnTo>
                    <a:pt x="7292718" y="106752"/>
                  </a:lnTo>
                  <a:lnTo>
                    <a:pt x="7385708" y="133873"/>
                  </a:lnTo>
                  <a:lnTo>
                    <a:pt x="7475704" y="164110"/>
                  </a:lnTo>
                  <a:lnTo>
                    <a:pt x="7561271" y="197504"/>
                  </a:lnTo>
                  <a:lnTo>
                    <a:pt x="7641554" y="234184"/>
                  </a:lnTo>
                  <a:lnTo>
                    <a:pt x="7716183" y="274376"/>
                  </a:lnTo>
                  <a:lnTo>
                    <a:pt x="7785162" y="318403"/>
                  </a:lnTo>
                  <a:lnTo>
                    <a:pt x="7848759" y="366685"/>
                  </a:lnTo>
                  <a:lnTo>
                    <a:pt x="7907419" y="419727"/>
                  </a:lnTo>
                  <a:lnTo>
                    <a:pt x="7961691" y="478101"/>
                  </a:lnTo>
                  <a:lnTo>
                    <a:pt x="8012181" y="542415"/>
                  </a:lnTo>
                  <a:lnTo>
                    <a:pt x="8059504" y="613266"/>
                  </a:lnTo>
                  <a:lnTo>
                    <a:pt x="8104257" y="691155"/>
                  </a:lnTo>
                  <a:lnTo>
                    <a:pt x="8146990" y="776367"/>
                  </a:lnTo>
                  <a:lnTo>
                    <a:pt x="8151487" y="785970"/>
                  </a:lnTo>
                  <a:lnTo>
                    <a:pt x="8181772" y="853832"/>
                  </a:lnTo>
                  <a:lnTo>
                    <a:pt x="8211411" y="925704"/>
                  </a:lnTo>
                  <a:lnTo>
                    <a:pt x="8240545" y="1001667"/>
                  </a:lnTo>
                  <a:lnTo>
                    <a:pt x="8269293" y="1081760"/>
                  </a:lnTo>
                  <a:lnTo>
                    <a:pt x="8297757" y="1165978"/>
                  </a:lnTo>
                  <a:lnTo>
                    <a:pt x="8326019" y="1254270"/>
                  </a:lnTo>
                  <a:lnTo>
                    <a:pt x="8354148" y="1346531"/>
                  </a:lnTo>
                  <a:lnTo>
                    <a:pt x="8382199" y="1442603"/>
                  </a:lnTo>
                  <a:lnTo>
                    <a:pt x="8410213" y="1542273"/>
                  </a:lnTo>
                  <a:lnTo>
                    <a:pt x="8438223" y="1645273"/>
                  </a:lnTo>
                  <a:lnTo>
                    <a:pt x="8466250" y="1751280"/>
                  </a:lnTo>
                  <a:lnTo>
                    <a:pt x="8494306" y="1859922"/>
                  </a:lnTo>
                  <a:lnTo>
                    <a:pt x="8522396" y="1970778"/>
                  </a:lnTo>
                  <a:lnTo>
                    <a:pt x="8550519" y="2083388"/>
                  </a:lnTo>
                  <a:lnTo>
                    <a:pt x="8578669" y="2197261"/>
                  </a:lnTo>
                  <a:lnTo>
                    <a:pt x="8606835" y="2311880"/>
                  </a:lnTo>
                  <a:lnTo>
                    <a:pt x="8635007" y="2426713"/>
                  </a:lnTo>
                  <a:lnTo>
                    <a:pt x="8663171" y="2541226"/>
                  </a:lnTo>
                  <a:lnTo>
                    <a:pt x="8691316" y="2654889"/>
                  </a:lnTo>
                  <a:lnTo>
                    <a:pt x="8719433" y="2767190"/>
                  </a:lnTo>
                  <a:lnTo>
                    <a:pt x="8747516" y="2877642"/>
                  </a:lnTo>
                  <a:lnTo>
                    <a:pt x="8775566" y="2985792"/>
                  </a:lnTo>
                  <a:lnTo>
                    <a:pt x="8803588" y="3091231"/>
                  </a:lnTo>
                  <a:lnTo>
                    <a:pt x="8831597" y="3193594"/>
                  </a:lnTo>
                  <a:lnTo>
                    <a:pt x="8859616" y="3292570"/>
                  </a:lnTo>
                  <a:lnTo>
                    <a:pt x="8887678" y="3387901"/>
                  </a:lnTo>
                  <a:lnTo>
                    <a:pt x="8915829" y="3479385"/>
                  </a:lnTo>
                  <a:lnTo>
                    <a:pt x="8944125" y="3566876"/>
                  </a:lnTo>
                  <a:lnTo>
                    <a:pt x="8972638" y="3650278"/>
                  </a:lnTo>
                  <a:lnTo>
                    <a:pt x="9001454" y="3729551"/>
                  </a:lnTo>
                  <a:lnTo>
                    <a:pt x="9030678" y="3804697"/>
                  </a:lnTo>
                  <a:lnTo>
                    <a:pt x="9060433" y="3875766"/>
                  </a:lnTo>
                  <a:lnTo>
                    <a:pt x="9084767" y="3929850"/>
                  </a:lnTo>
                  <a:lnTo>
                    <a:pt x="9127311" y="4015852"/>
                  </a:lnTo>
                  <a:lnTo>
                    <a:pt x="9171823" y="4094520"/>
                  </a:lnTo>
                  <a:lnTo>
                    <a:pt x="9218841" y="4166107"/>
                  </a:lnTo>
                  <a:lnTo>
                    <a:pt x="9268960" y="4231096"/>
                  </a:lnTo>
                  <a:lnTo>
                    <a:pt x="9322797" y="4290080"/>
                  </a:lnTo>
                  <a:lnTo>
                    <a:pt x="9380957" y="4343667"/>
                  </a:lnTo>
                  <a:lnTo>
                    <a:pt x="9443999" y="4392436"/>
                  </a:lnTo>
                  <a:lnTo>
                    <a:pt x="9512382" y="4436898"/>
                  </a:lnTo>
                  <a:lnTo>
                    <a:pt x="9586398" y="4477485"/>
                  </a:lnTo>
                  <a:lnTo>
                    <a:pt x="9666083" y="4514530"/>
                  </a:lnTo>
                  <a:lnTo>
                    <a:pt x="9751113" y="4548270"/>
                  </a:lnTo>
                  <a:lnTo>
                    <a:pt x="9840690" y="4578843"/>
                  </a:lnTo>
                  <a:lnTo>
                    <a:pt x="9933446" y="4606299"/>
                  </a:lnTo>
                  <a:lnTo>
                    <a:pt x="10027380" y="4630618"/>
                  </a:lnTo>
                  <a:lnTo>
                    <a:pt x="10119887" y="4651737"/>
                  </a:lnTo>
                  <a:lnTo>
                    <a:pt x="10207909" y="4669594"/>
                  </a:lnTo>
                  <a:lnTo>
                    <a:pt x="10288225" y="4684176"/>
                  </a:lnTo>
                  <a:lnTo>
                    <a:pt x="10357862" y="4695561"/>
                  </a:lnTo>
                  <a:lnTo>
                    <a:pt x="10414544" y="4703948"/>
                  </a:lnTo>
                  <a:lnTo>
                    <a:pt x="10457102" y="4709673"/>
                  </a:lnTo>
                  <a:lnTo>
                    <a:pt x="10485714" y="4713184"/>
                  </a:lnTo>
                  <a:lnTo>
                    <a:pt x="10501958" y="4715009"/>
                  </a:lnTo>
                  <a:lnTo>
                    <a:pt x="10508697" y="4715704"/>
                  </a:lnTo>
                  <a:lnTo>
                    <a:pt x="10509909" y="4715819"/>
                  </a:lnTo>
                  <a:lnTo>
                    <a:pt x="10509911" y="4715820"/>
                  </a:lnTo>
                  <a:lnTo>
                    <a:pt x="11981298" y="471582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05" name="pl1105"/>
            <p:cNvSpPr/>
            <p:nvPr/>
          </p:nvSpPr>
          <p:spPr>
            <a:xfrm>
              <a:off x="4799595" y="3524976"/>
              <a:ext cx="11981298" cy="4715820"/>
            </a:xfrm>
            <a:custGeom>
              <a:avLst/>
              <a:pathLst>
                <a:path w="11981298" h="4715820">
                  <a:moveTo>
                    <a:pt x="11981298" y="4715820"/>
                  </a:moveTo>
                  <a:lnTo>
                    <a:pt x="10509911" y="4715820"/>
                  </a:lnTo>
                  <a:lnTo>
                    <a:pt x="10509012" y="4715734"/>
                  </a:lnTo>
                  <a:lnTo>
                    <a:pt x="10503077" y="4715128"/>
                  </a:lnTo>
                  <a:lnTo>
                    <a:pt x="10488014" y="4713452"/>
                  </a:lnTo>
                  <a:lnTo>
                    <a:pt x="10460832" y="4710148"/>
                  </a:lnTo>
                  <a:lnTo>
                    <a:pt x="10419808" y="4704685"/>
                  </a:lnTo>
                  <a:lnTo>
                    <a:pt x="10364611" y="4696602"/>
                  </a:lnTo>
                  <a:lnTo>
                    <a:pt x="10296276" y="4685552"/>
                  </a:lnTo>
                  <a:lnTo>
                    <a:pt x="10216974" y="4671320"/>
                  </a:lnTo>
                  <a:lnTo>
                    <a:pt x="10129627" y="4653815"/>
                  </a:lnTo>
                  <a:lnTo>
                    <a:pt x="10037450" y="4633044"/>
                  </a:lnTo>
                  <a:lnTo>
                    <a:pt x="9943535" y="4609067"/>
                  </a:lnTo>
                  <a:lnTo>
                    <a:pt x="9850545" y="4581946"/>
                  </a:lnTo>
                  <a:lnTo>
                    <a:pt x="9760549" y="4551709"/>
                  </a:lnTo>
                  <a:lnTo>
                    <a:pt x="9674982" y="4518315"/>
                  </a:lnTo>
                  <a:lnTo>
                    <a:pt x="9594700" y="4481635"/>
                  </a:lnTo>
                  <a:lnTo>
                    <a:pt x="9520070" y="4441443"/>
                  </a:lnTo>
                  <a:lnTo>
                    <a:pt x="9451091" y="4397416"/>
                  </a:lnTo>
                  <a:lnTo>
                    <a:pt x="9387494" y="4349134"/>
                  </a:lnTo>
                  <a:lnTo>
                    <a:pt x="9328834" y="4296092"/>
                  </a:lnTo>
                  <a:lnTo>
                    <a:pt x="9274562" y="4237718"/>
                  </a:lnTo>
                  <a:lnTo>
                    <a:pt x="9224072" y="4173404"/>
                  </a:lnTo>
                  <a:lnTo>
                    <a:pt x="9176750" y="4102553"/>
                  </a:lnTo>
                  <a:lnTo>
                    <a:pt x="9131996" y="4024664"/>
                  </a:lnTo>
                  <a:lnTo>
                    <a:pt x="9089263" y="3939452"/>
                  </a:lnTo>
                  <a:lnTo>
                    <a:pt x="9084767" y="3929850"/>
                  </a:lnTo>
                  <a:lnTo>
                    <a:pt x="9054481" y="3861987"/>
                  </a:lnTo>
                  <a:lnTo>
                    <a:pt x="9024842" y="3790115"/>
                  </a:lnTo>
                  <a:lnTo>
                    <a:pt x="8995708" y="3714152"/>
                  </a:lnTo>
                  <a:lnTo>
                    <a:pt x="8966960" y="3634059"/>
                  </a:lnTo>
                  <a:lnTo>
                    <a:pt x="8938497" y="3549841"/>
                  </a:lnTo>
                  <a:lnTo>
                    <a:pt x="8910234" y="3461549"/>
                  </a:lnTo>
                  <a:lnTo>
                    <a:pt x="8882105" y="3369288"/>
                  </a:lnTo>
                  <a:lnTo>
                    <a:pt x="8854055" y="3273216"/>
                  </a:lnTo>
                  <a:lnTo>
                    <a:pt x="8826040" y="3173546"/>
                  </a:lnTo>
                  <a:lnTo>
                    <a:pt x="8798030" y="3070546"/>
                  </a:lnTo>
                  <a:lnTo>
                    <a:pt x="8770003" y="2964539"/>
                  </a:lnTo>
                  <a:lnTo>
                    <a:pt x="8741947" y="2855897"/>
                  </a:lnTo>
                  <a:lnTo>
                    <a:pt x="8713857" y="2745041"/>
                  </a:lnTo>
                  <a:lnTo>
                    <a:pt x="8685734" y="2632431"/>
                  </a:lnTo>
                  <a:lnTo>
                    <a:pt x="8657585" y="2518558"/>
                  </a:lnTo>
                  <a:lnTo>
                    <a:pt x="8629418" y="2403939"/>
                  </a:lnTo>
                  <a:lnTo>
                    <a:pt x="8601246" y="2289106"/>
                  </a:lnTo>
                  <a:lnTo>
                    <a:pt x="8573082" y="2174593"/>
                  </a:lnTo>
                  <a:lnTo>
                    <a:pt x="8544937" y="2060930"/>
                  </a:lnTo>
                  <a:lnTo>
                    <a:pt x="8516820" y="1948629"/>
                  </a:lnTo>
                  <a:lnTo>
                    <a:pt x="8488737" y="1838177"/>
                  </a:lnTo>
                  <a:lnTo>
                    <a:pt x="8460688" y="1730027"/>
                  </a:lnTo>
                  <a:lnTo>
                    <a:pt x="8432665" y="1624588"/>
                  </a:lnTo>
                  <a:lnTo>
                    <a:pt x="8404657" y="1522225"/>
                  </a:lnTo>
                  <a:lnTo>
                    <a:pt x="8376637" y="1423249"/>
                  </a:lnTo>
                  <a:lnTo>
                    <a:pt x="8348575" y="1327918"/>
                  </a:lnTo>
                  <a:lnTo>
                    <a:pt x="8320424" y="1236434"/>
                  </a:lnTo>
                  <a:lnTo>
                    <a:pt x="8292128" y="1148943"/>
                  </a:lnTo>
                  <a:lnTo>
                    <a:pt x="8263615" y="1065541"/>
                  </a:lnTo>
                  <a:lnTo>
                    <a:pt x="8234799" y="986268"/>
                  </a:lnTo>
                  <a:lnTo>
                    <a:pt x="8205575" y="911122"/>
                  </a:lnTo>
                  <a:lnTo>
                    <a:pt x="8175820" y="840053"/>
                  </a:lnTo>
                  <a:lnTo>
                    <a:pt x="8151487" y="785970"/>
                  </a:lnTo>
                  <a:lnTo>
                    <a:pt x="8108942" y="699967"/>
                  </a:lnTo>
                  <a:lnTo>
                    <a:pt x="8064430" y="621299"/>
                  </a:lnTo>
                  <a:lnTo>
                    <a:pt x="8017412" y="549712"/>
                  </a:lnTo>
                  <a:lnTo>
                    <a:pt x="7967293" y="484723"/>
                  </a:lnTo>
                  <a:lnTo>
                    <a:pt x="7913457" y="425739"/>
                  </a:lnTo>
                  <a:lnTo>
                    <a:pt x="7855297" y="372152"/>
                  </a:lnTo>
                  <a:lnTo>
                    <a:pt x="7792254" y="323383"/>
                  </a:lnTo>
                  <a:lnTo>
                    <a:pt x="7723871" y="278921"/>
                  </a:lnTo>
                  <a:lnTo>
                    <a:pt x="7649855" y="238334"/>
                  </a:lnTo>
                  <a:lnTo>
                    <a:pt x="7570170" y="201289"/>
                  </a:lnTo>
                  <a:lnTo>
                    <a:pt x="7485141" y="167549"/>
                  </a:lnTo>
                  <a:lnTo>
                    <a:pt x="7395563" y="136976"/>
                  </a:lnTo>
                  <a:lnTo>
                    <a:pt x="7302807" y="109520"/>
                  </a:lnTo>
                  <a:lnTo>
                    <a:pt x="7208873" y="85201"/>
                  </a:lnTo>
                  <a:lnTo>
                    <a:pt x="7116367" y="64082"/>
                  </a:lnTo>
                  <a:lnTo>
                    <a:pt x="7028344" y="46225"/>
                  </a:lnTo>
                  <a:lnTo>
                    <a:pt x="6948028" y="31643"/>
                  </a:lnTo>
                  <a:lnTo>
                    <a:pt x="6878392" y="20258"/>
                  </a:lnTo>
                  <a:lnTo>
                    <a:pt x="6821709" y="11871"/>
                  </a:lnTo>
                  <a:lnTo>
                    <a:pt x="6779151" y="6146"/>
                  </a:lnTo>
                  <a:lnTo>
                    <a:pt x="6750539" y="2635"/>
                  </a:lnTo>
                  <a:lnTo>
                    <a:pt x="6734296" y="810"/>
                  </a:lnTo>
                  <a:lnTo>
                    <a:pt x="6727557" y="115"/>
                  </a:lnTo>
                  <a:lnTo>
                    <a:pt x="6726344" y="0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852" y="78"/>
                  </a:lnTo>
                  <a:lnTo>
                    <a:pt x="5246597" y="638"/>
                  </a:lnTo>
                  <a:lnTo>
                    <a:pt x="5228290" y="2184"/>
                  </a:lnTo>
                  <a:lnTo>
                    <a:pt x="5195516" y="5230"/>
                  </a:lnTo>
                  <a:lnTo>
                    <a:pt x="5146577" y="10251"/>
                  </a:lnTo>
                  <a:lnTo>
                    <a:pt x="5081625" y="17639"/>
                  </a:lnTo>
                  <a:lnTo>
                    <a:pt x="5002528" y="27666"/>
                  </a:lnTo>
                  <a:lnTo>
                    <a:pt x="4912454" y="40476"/>
                  </a:lnTo>
                  <a:lnTo>
                    <a:pt x="4815255" y="56099"/>
                  </a:lnTo>
                  <a:lnTo>
                    <a:pt x="4714846" y="74495"/>
                  </a:lnTo>
                  <a:lnTo>
                    <a:pt x="4614700" y="95603"/>
                  </a:lnTo>
                  <a:lnTo>
                    <a:pt x="4517552" y="119388"/>
                  </a:lnTo>
                  <a:lnTo>
                    <a:pt x="4425304" y="145875"/>
                  </a:lnTo>
                  <a:lnTo>
                    <a:pt x="4339078" y="175175"/>
                  </a:lnTo>
                  <a:lnTo>
                    <a:pt x="4259344" y="207492"/>
                  </a:lnTo>
                  <a:lnTo>
                    <a:pt x="4186086" y="243129"/>
                  </a:lnTo>
                  <a:lnTo>
                    <a:pt x="4118944" y="282481"/>
                  </a:lnTo>
                  <a:lnTo>
                    <a:pt x="4057341" y="326027"/>
                  </a:lnTo>
                  <a:lnTo>
                    <a:pt x="4000577" y="374303"/>
                  </a:lnTo>
                  <a:lnTo>
                    <a:pt x="3947900" y="427871"/>
                  </a:lnTo>
                  <a:lnTo>
                    <a:pt x="3898555" y="487255"/>
                  </a:lnTo>
                  <a:lnTo>
                    <a:pt x="3851831" y="552835"/>
                  </a:lnTo>
                  <a:lnTo>
                    <a:pt x="3829811" y="587093"/>
                  </a:lnTo>
                  <a:lnTo>
                    <a:pt x="3795364" y="645076"/>
                  </a:lnTo>
                  <a:lnTo>
                    <a:pt x="3761731" y="706958"/>
                  </a:lnTo>
                  <a:lnTo>
                    <a:pt x="3728707" y="772819"/>
                  </a:lnTo>
                  <a:lnTo>
                    <a:pt x="3696127" y="842686"/>
                  </a:lnTo>
                  <a:lnTo>
                    <a:pt x="3663855" y="916529"/>
                  </a:lnTo>
                  <a:lnTo>
                    <a:pt x="3631780" y="994255"/>
                  </a:lnTo>
                  <a:lnTo>
                    <a:pt x="3599818" y="1075702"/>
                  </a:lnTo>
                  <a:lnTo>
                    <a:pt x="3567904" y="1160642"/>
                  </a:lnTo>
                  <a:lnTo>
                    <a:pt x="3535993" y="1248776"/>
                  </a:lnTo>
                  <a:lnTo>
                    <a:pt x="3504056" y="1339737"/>
                  </a:lnTo>
                  <a:lnTo>
                    <a:pt x="3472077" y="1433096"/>
                  </a:lnTo>
                  <a:lnTo>
                    <a:pt x="3440054" y="1528368"/>
                  </a:lnTo>
                  <a:lnTo>
                    <a:pt x="3407993" y="1625024"/>
                  </a:lnTo>
                  <a:lnTo>
                    <a:pt x="3375907" y="1722499"/>
                  </a:lnTo>
                  <a:lnTo>
                    <a:pt x="3343815" y="1820209"/>
                  </a:lnTo>
                  <a:lnTo>
                    <a:pt x="3311733" y="1917562"/>
                  </a:lnTo>
                  <a:lnTo>
                    <a:pt x="3279679" y="2013978"/>
                  </a:lnTo>
                  <a:lnTo>
                    <a:pt x="3247665" y="2108898"/>
                  </a:lnTo>
                  <a:lnTo>
                    <a:pt x="3215695" y="2201800"/>
                  </a:lnTo>
                  <a:lnTo>
                    <a:pt x="3183765" y="2292211"/>
                  </a:lnTo>
                  <a:lnTo>
                    <a:pt x="3151856" y="2379714"/>
                  </a:lnTo>
                  <a:lnTo>
                    <a:pt x="3119937" y="2463955"/>
                  </a:lnTo>
                  <a:lnTo>
                    <a:pt x="3087957" y="2544652"/>
                  </a:lnTo>
                  <a:lnTo>
                    <a:pt x="3055849" y="2621587"/>
                  </a:lnTo>
                  <a:lnTo>
                    <a:pt x="3023523" y="2694615"/>
                  </a:lnTo>
                  <a:lnTo>
                    <a:pt x="2990864" y="2763657"/>
                  </a:lnTo>
                  <a:lnTo>
                    <a:pt x="2957729" y="2828693"/>
                  </a:lnTo>
                  <a:lnTo>
                    <a:pt x="2923946" y="2889762"/>
                  </a:lnTo>
                  <a:lnTo>
                    <a:pt x="2896531" y="2935468"/>
                  </a:lnTo>
                  <a:lnTo>
                    <a:pt x="2850851" y="3004125"/>
                  </a:lnTo>
                  <a:lnTo>
                    <a:pt x="2802868" y="3066496"/>
                  </a:lnTo>
                  <a:lnTo>
                    <a:pt x="2751908" y="3122839"/>
                  </a:lnTo>
                  <a:lnTo>
                    <a:pt x="2697232" y="3173626"/>
                  </a:lnTo>
                  <a:lnTo>
                    <a:pt x="2638080" y="3219408"/>
                  </a:lnTo>
                  <a:lnTo>
                    <a:pt x="2573719" y="3260741"/>
                  </a:lnTo>
                  <a:lnTo>
                    <a:pt x="2503504" y="3298134"/>
                  </a:lnTo>
                  <a:lnTo>
                    <a:pt x="2426954" y="3332026"/>
                  </a:lnTo>
                  <a:lnTo>
                    <a:pt x="2343868" y="3362764"/>
                  </a:lnTo>
                  <a:lnTo>
                    <a:pt x="2254459" y="3390603"/>
                  </a:lnTo>
                  <a:lnTo>
                    <a:pt x="2159513" y="3415697"/>
                  </a:lnTo>
                  <a:lnTo>
                    <a:pt x="2060538" y="3438112"/>
                  </a:lnTo>
                  <a:lnTo>
                    <a:pt x="1959865" y="3457837"/>
                  </a:lnTo>
                  <a:lnTo>
                    <a:pt x="1860630" y="3474819"/>
                  </a:lnTo>
                  <a:lnTo>
                    <a:pt x="1766583" y="3489002"/>
                  </a:lnTo>
                  <a:lnTo>
                    <a:pt x="1681682" y="3500376"/>
                  </a:lnTo>
                  <a:lnTo>
                    <a:pt x="1609508" y="3509025"/>
                  </a:lnTo>
                  <a:lnTo>
                    <a:pt x="1552631" y="3515157"/>
                  </a:lnTo>
                  <a:lnTo>
                    <a:pt x="1512074" y="3519110"/>
                  </a:lnTo>
                  <a:lnTo>
                    <a:pt x="1487040" y="3521325"/>
                  </a:lnTo>
                  <a:lnTo>
                    <a:pt x="1474923" y="3522301"/>
                  </a:lnTo>
                  <a:lnTo>
                    <a:pt x="1471518" y="3522553"/>
                  </a:lnTo>
                  <a:lnTo>
                    <a:pt x="1471387" y="3522562"/>
                  </a:lnTo>
                  <a:lnTo>
                    <a:pt x="0" y="352256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06" name="pg1106"/>
            <p:cNvSpPr/>
            <p:nvPr/>
          </p:nvSpPr>
          <p:spPr>
            <a:xfrm>
              <a:off x="4799595" y="3590360"/>
              <a:ext cx="11981298" cy="5655714"/>
            </a:xfrm>
            <a:custGeom>
              <a:avLst/>
              <a:pathLst>
                <a:path w="11981298" h="5655714">
                  <a:moveTo>
                    <a:pt x="0" y="3473524"/>
                  </a:moveTo>
                  <a:lnTo>
                    <a:pt x="1471387" y="3473524"/>
                  </a:lnTo>
                  <a:lnTo>
                    <a:pt x="1472494" y="3473446"/>
                  </a:lnTo>
                  <a:lnTo>
                    <a:pt x="1479774" y="3472894"/>
                  </a:lnTo>
                  <a:lnTo>
                    <a:pt x="1498140" y="3471367"/>
                  </a:lnTo>
                  <a:lnTo>
                    <a:pt x="1531017" y="3468360"/>
                  </a:lnTo>
                  <a:lnTo>
                    <a:pt x="1580100" y="3463404"/>
                  </a:lnTo>
                  <a:lnTo>
                    <a:pt x="1645227" y="3456111"/>
                  </a:lnTo>
                  <a:lnTo>
                    <a:pt x="1724513" y="3446214"/>
                  </a:lnTo>
                  <a:lnTo>
                    <a:pt x="1814773" y="3433573"/>
                  </a:lnTo>
                  <a:lnTo>
                    <a:pt x="1912136" y="3418159"/>
                  </a:lnTo>
                  <a:lnTo>
                    <a:pt x="2012677" y="3400010"/>
                  </a:lnTo>
                  <a:lnTo>
                    <a:pt x="2112918" y="3379188"/>
                  </a:lnTo>
                  <a:lnTo>
                    <a:pt x="2210125" y="3355726"/>
                  </a:lnTo>
                  <a:lnTo>
                    <a:pt x="2302399" y="3329599"/>
                  </a:lnTo>
                  <a:lnTo>
                    <a:pt x="2388626" y="3300697"/>
                  </a:lnTo>
                  <a:lnTo>
                    <a:pt x="2468341" y="3268814"/>
                  </a:lnTo>
                  <a:lnTo>
                    <a:pt x="2541570" y="3233652"/>
                  </a:lnTo>
                  <a:lnTo>
                    <a:pt x="2608677" y="3194818"/>
                  </a:lnTo>
                  <a:lnTo>
                    <a:pt x="2670246" y="3151840"/>
                  </a:lnTo>
                  <a:lnTo>
                    <a:pt x="2726980" y="3104185"/>
                  </a:lnTo>
                  <a:lnTo>
                    <a:pt x="2779634" y="3051299"/>
                  </a:lnTo>
                  <a:lnTo>
                    <a:pt x="2828966" y="2992668"/>
                  </a:lnTo>
                  <a:lnTo>
                    <a:pt x="2875687" y="2927921"/>
                  </a:lnTo>
                  <a:lnTo>
                    <a:pt x="2896531" y="2895965"/>
                  </a:lnTo>
                  <a:lnTo>
                    <a:pt x="2931218" y="2838507"/>
                  </a:lnTo>
                  <a:lnTo>
                    <a:pt x="2965083" y="2777157"/>
                  </a:lnTo>
                  <a:lnTo>
                    <a:pt x="2998331" y="2711837"/>
                  </a:lnTo>
                  <a:lnTo>
                    <a:pt x="3031132" y="2642520"/>
                  </a:lnTo>
                  <a:lnTo>
                    <a:pt x="3063626" y="2569238"/>
                  </a:lnTo>
                  <a:lnTo>
                    <a:pt x="3095922" y="2492086"/>
                  </a:lnTo>
                  <a:lnTo>
                    <a:pt x="3128107" y="2411230"/>
                  </a:lnTo>
                  <a:lnTo>
                    <a:pt x="3160245" y="2326902"/>
                  </a:lnTo>
                  <a:lnTo>
                    <a:pt x="3192383" y="2239406"/>
                  </a:lnTo>
                  <a:lnTo>
                    <a:pt x="3224549" y="2149116"/>
                  </a:lnTo>
                  <a:lnTo>
                    <a:pt x="3256758" y="2056465"/>
                  </a:lnTo>
                  <a:lnTo>
                    <a:pt x="3289011" y="1961945"/>
                  </a:lnTo>
                  <a:lnTo>
                    <a:pt x="3321301" y="1866091"/>
                  </a:lnTo>
                  <a:lnTo>
                    <a:pt x="3353616" y="1769473"/>
                  </a:lnTo>
                  <a:lnTo>
                    <a:pt x="3385935" y="1672680"/>
                  </a:lnTo>
                  <a:lnTo>
                    <a:pt x="3418242" y="1576304"/>
                  </a:lnTo>
                  <a:lnTo>
                    <a:pt x="3450518" y="1480928"/>
                  </a:lnTo>
                  <a:lnTo>
                    <a:pt x="3482754" y="1387109"/>
                  </a:lnTo>
                  <a:lnTo>
                    <a:pt x="3514944" y="1295367"/>
                  </a:lnTo>
                  <a:lnTo>
                    <a:pt x="3547096" y="1206170"/>
                  </a:lnTo>
                  <a:lnTo>
                    <a:pt x="3579230" y="1119928"/>
                  </a:lnTo>
                  <a:lnTo>
                    <a:pt x="3611381" y="1036986"/>
                  </a:lnTo>
                  <a:lnTo>
                    <a:pt x="3643602" y="957619"/>
                  </a:lnTo>
                  <a:lnTo>
                    <a:pt x="3675967" y="882033"/>
                  </a:lnTo>
                  <a:lnTo>
                    <a:pt x="3708572" y="810364"/>
                  </a:lnTo>
                  <a:lnTo>
                    <a:pt x="3741537" y="742680"/>
                  </a:lnTo>
                  <a:lnTo>
                    <a:pt x="3775015" y="678989"/>
                  </a:lnTo>
                  <a:lnTo>
                    <a:pt x="3809188" y="619242"/>
                  </a:lnTo>
                  <a:lnTo>
                    <a:pt x="3829811" y="585731"/>
                  </a:lnTo>
                  <a:lnTo>
                    <a:pt x="3875546" y="518114"/>
                  </a:lnTo>
                  <a:lnTo>
                    <a:pt x="3923589" y="456695"/>
                  </a:lnTo>
                  <a:lnTo>
                    <a:pt x="3974619" y="401218"/>
                  </a:lnTo>
                  <a:lnTo>
                    <a:pt x="4029377" y="351219"/>
                  </a:lnTo>
                  <a:lnTo>
                    <a:pt x="4088624" y="306152"/>
                  </a:lnTo>
                  <a:lnTo>
                    <a:pt x="4153095" y="265470"/>
                  </a:lnTo>
                  <a:lnTo>
                    <a:pt x="4223440" y="228668"/>
                  </a:lnTo>
                  <a:lnTo>
                    <a:pt x="4300137" y="195317"/>
                  </a:lnTo>
                  <a:lnTo>
                    <a:pt x="4383386" y="165071"/>
                  </a:lnTo>
                  <a:lnTo>
                    <a:pt x="4472966" y="137683"/>
                  </a:lnTo>
                  <a:lnTo>
                    <a:pt x="4568084" y="113000"/>
                  </a:lnTo>
                  <a:lnTo>
                    <a:pt x="4667215" y="90960"/>
                  </a:lnTo>
                  <a:lnTo>
                    <a:pt x="4768009" y="71571"/>
                  </a:lnTo>
                  <a:lnTo>
                    <a:pt x="4867308" y="54888"/>
                  </a:lnTo>
                  <a:lnTo>
                    <a:pt x="4961342" y="40967"/>
                  </a:lnTo>
                  <a:lnTo>
                    <a:pt x="5046141" y="29814"/>
                  </a:lnTo>
                  <a:lnTo>
                    <a:pt x="5118123" y="21346"/>
                  </a:lnTo>
                  <a:lnTo>
                    <a:pt x="5174736" y="15354"/>
                  </a:lnTo>
                  <a:lnTo>
                    <a:pt x="5214988" y="11503"/>
                  </a:lnTo>
                  <a:lnTo>
                    <a:pt x="5239720" y="9355"/>
                  </a:lnTo>
                  <a:lnTo>
                    <a:pt x="5251588" y="8416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182" y="8268"/>
                  </a:lnTo>
                  <a:lnTo>
                    <a:pt x="6732733" y="8945"/>
                  </a:lnTo>
                  <a:lnTo>
                    <a:pt x="6746847" y="10816"/>
                  </a:lnTo>
                  <a:lnTo>
                    <a:pt x="6772377" y="14504"/>
                  </a:lnTo>
                  <a:lnTo>
                    <a:pt x="6811032" y="20610"/>
                  </a:lnTo>
                  <a:lnTo>
                    <a:pt x="6863257" y="29657"/>
                  </a:lnTo>
                  <a:lnTo>
                    <a:pt x="6928238" y="42051"/>
                  </a:lnTo>
                  <a:lnTo>
                    <a:pt x="7004083" y="58056"/>
                  </a:lnTo>
                  <a:lnTo>
                    <a:pt x="7088155" y="77794"/>
                  </a:lnTo>
                  <a:lnTo>
                    <a:pt x="7177472" y="101274"/>
                  </a:lnTo>
                  <a:lnTo>
                    <a:pt x="7269095" y="128440"/>
                  </a:lnTo>
                  <a:lnTo>
                    <a:pt x="7360422" y="159215"/>
                  </a:lnTo>
                  <a:lnTo>
                    <a:pt x="7449369" y="193555"/>
                  </a:lnTo>
                  <a:lnTo>
                    <a:pt x="7534431" y="231482"/>
                  </a:lnTo>
                  <a:lnTo>
                    <a:pt x="7614652" y="273106"/>
                  </a:lnTo>
                  <a:lnTo>
                    <a:pt x="7689549" y="318644"/>
                  </a:lnTo>
                  <a:lnTo>
                    <a:pt x="7759015" y="368418"/>
                  </a:lnTo>
                  <a:lnTo>
                    <a:pt x="7823217" y="422859"/>
                  </a:lnTo>
                  <a:lnTo>
                    <a:pt x="7882514" y="482495"/>
                  </a:lnTo>
                  <a:lnTo>
                    <a:pt x="7937385" y="547935"/>
                  </a:lnTo>
                  <a:lnTo>
                    <a:pt x="7988376" y="619847"/>
                  </a:lnTo>
                  <a:lnTo>
                    <a:pt x="8036062" y="698912"/>
                  </a:lnTo>
                  <a:lnTo>
                    <a:pt x="8081012" y="785759"/>
                  </a:lnTo>
                  <a:lnTo>
                    <a:pt x="8123766" y="880852"/>
                  </a:lnTo>
                  <a:lnTo>
                    <a:pt x="8151487" y="949429"/>
                  </a:lnTo>
                  <a:lnTo>
                    <a:pt x="8179360" y="1023980"/>
                  </a:lnTo>
                  <a:lnTo>
                    <a:pt x="8206676" y="1102583"/>
                  </a:lnTo>
                  <a:lnTo>
                    <a:pt x="8233547" y="1185317"/>
                  </a:lnTo>
                  <a:lnTo>
                    <a:pt x="8260070" y="1272228"/>
                  </a:lnTo>
                  <a:lnTo>
                    <a:pt x="8286326" y="1363323"/>
                  </a:lnTo>
                  <a:lnTo>
                    <a:pt x="8312386" y="1458571"/>
                  </a:lnTo>
                  <a:lnTo>
                    <a:pt x="8338307" y="1557895"/>
                  </a:lnTo>
                  <a:lnTo>
                    <a:pt x="8364137" y="1661176"/>
                  </a:lnTo>
                  <a:lnTo>
                    <a:pt x="8389915" y="1768246"/>
                  </a:lnTo>
                  <a:lnTo>
                    <a:pt x="8415670" y="1878891"/>
                  </a:lnTo>
                  <a:lnTo>
                    <a:pt x="8441426" y="1992848"/>
                  </a:lnTo>
                  <a:lnTo>
                    <a:pt x="8467198" y="2109810"/>
                  </a:lnTo>
                  <a:lnTo>
                    <a:pt x="8492995" y="2229426"/>
                  </a:lnTo>
                  <a:lnTo>
                    <a:pt x="8518820" y="2351305"/>
                  </a:lnTo>
                  <a:lnTo>
                    <a:pt x="8544674" y="2475023"/>
                  </a:lnTo>
                  <a:lnTo>
                    <a:pt x="8570552" y="2600126"/>
                  </a:lnTo>
                  <a:lnTo>
                    <a:pt x="8596447" y="2726136"/>
                  </a:lnTo>
                  <a:lnTo>
                    <a:pt x="8622350" y="2852563"/>
                  </a:lnTo>
                  <a:lnTo>
                    <a:pt x="8648251" y="2978908"/>
                  </a:lnTo>
                  <a:lnTo>
                    <a:pt x="8674141" y="3104676"/>
                  </a:lnTo>
                  <a:lnTo>
                    <a:pt x="8700012" y="3229378"/>
                  </a:lnTo>
                  <a:lnTo>
                    <a:pt x="8725857" y="3352546"/>
                  </a:lnTo>
                  <a:lnTo>
                    <a:pt x="8751673" y="3473732"/>
                  </a:lnTo>
                  <a:lnTo>
                    <a:pt x="8777461" y="3592524"/>
                  </a:lnTo>
                  <a:lnTo>
                    <a:pt x="8803226" y="3708543"/>
                  </a:lnTo>
                  <a:lnTo>
                    <a:pt x="8828980" y="3821451"/>
                  </a:lnTo>
                  <a:lnTo>
                    <a:pt x="8854740" y="3930957"/>
                  </a:lnTo>
                  <a:lnTo>
                    <a:pt x="8880531" y="4036813"/>
                  </a:lnTo>
                  <a:lnTo>
                    <a:pt x="8906386" y="4138819"/>
                  </a:lnTo>
                  <a:lnTo>
                    <a:pt x="8932347" y="4236826"/>
                  </a:lnTo>
                  <a:lnTo>
                    <a:pt x="8958463" y="4330725"/>
                  </a:lnTo>
                  <a:lnTo>
                    <a:pt x="8984799" y="4420458"/>
                  </a:lnTo>
                  <a:lnTo>
                    <a:pt x="9011425" y="4506004"/>
                  </a:lnTo>
                  <a:lnTo>
                    <a:pt x="9038430" y="4587384"/>
                  </a:lnTo>
                  <a:lnTo>
                    <a:pt x="9065915" y="4664656"/>
                  </a:lnTo>
                  <a:lnTo>
                    <a:pt x="9084767" y="4714457"/>
                  </a:lnTo>
                  <a:lnTo>
                    <a:pt x="9126319" y="4815195"/>
                  </a:lnTo>
                  <a:lnTo>
                    <a:pt x="9169737" y="4907544"/>
                  </a:lnTo>
                  <a:lnTo>
                    <a:pt x="9215525" y="4991774"/>
                  </a:lnTo>
                  <a:lnTo>
                    <a:pt x="9264232" y="5068416"/>
                  </a:lnTo>
                  <a:lnTo>
                    <a:pt x="9316435" y="5138127"/>
                  </a:lnTo>
                  <a:lnTo>
                    <a:pt x="9372702" y="5201589"/>
                  </a:lnTo>
                  <a:lnTo>
                    <a:pt x="9433562" y="5259454"/>
                  </a:lnTo>
                  <a:lnTo>
                    <a:pt x="9499461" y="5312309"/>
                  </a:lnTo>
                  <a:lnTo>
                    <a:pt x="9570704" y="5360649"/>
                  </a:lnTo>
                  <a:lnTo>
                    <a:pt x="9647378" y="5404871"/>
                  </a:lnTo>
                  <a:lnTo>
                    <a:pt x="9729263" y="5445262"/>
                  </a:lnTo>
                  <a:lnTo>
                    <a:pt x="9815732" y="5482004"/>
                  </a:lnTo>
                  <a:lnTo>
                    <a:pt x="9905656" y="5515175"/>
                  </a:lnTo>
                  <a:lnTo>
                    <a:pt x="9997337" y="5544771"/>
                  </a:lnTo>
                  <a:lnTo>
                    <a:pt x="10088511" y="5570735"/>
                  </a:lnTo>
                  <a:lnTo>
                    <a:pt x="10176439" y="5592990"/>
                  </a:lnTo>
                  <a:lnTo>
                    <a:pt x="10258129" y="5611496"/>
                  </a:lnTo>
                  <a:lnTo>
                    <a:pt x="10330668" y="5626295"/>
                  </a:lnTo>
                  <a:lnTo>
                    <a:pt x="10391620" y="5637553"/>
                  </a:lnTo>
                  <a:lnTo>
                    <a:pt x="10439419" y="5645583"/>
                  </a:lnTo>
                  <a:lnTo>
                    <a:pt x="10473651" y="5650832"/>
                  </a:lnTo>
                  <a:lnTo>
                    <a:pt x="10495184" y="5653856"/>
                  </a:lnTo>
                  <a:lnTo>
                    <a:pt x="10506119" y="5655265"/>
                  </a:lnTo>
                  <a:lnTo>
                    <a:pt x="10509652" y="5655686"/>
                  </a:lnTo>
                  <a:lnTo>
                    <a:pt x="10509911" y="5655714"/>
                  </a:lnTo>
                  <a:lnTo>
                    <a:pt x="11981298" y="5655714"/>
                  </a:lnTo>
                  <a:lnTo>
                    <a:pt x="11981298" y="5647541"/>
                  </a:lnTo>
                  <a:lnTo>
                    <a:pt x="10509911" y="5647541"/>
                  </a:lnTo>
                  <a:lnTo>
                    <a:pt x="10509071" y="5647446"/>
                  </a:lnTo>
                  <a:lnTo>
                    <a:pt x="10503520" y="5646769"/>
                  </a:lnTo>
                  <a:lnTo>
                    <a:pt x="10489407" y="5644898"/>
                  </a:lnTo>
                  <a:lnTo>
                    <a:pt x="10463877" y="5641209"/>
                  </a:lnTo>
                  <a:lnTo>
                    <a:pt x="10425221" y="5635104"/>
                  </a:lnTo>
                  <a:lnTo>
                    <a:pt x="10372996" y="5626057"/>
                  </a:lnTo>
                  <a:lnTo>
                    <a:pt x="10308016" y="5613663"/>
                  </a:lnTo>
                  <a:lnTo>
                    <a:pt x="10232170" y="5597658"/>
                  </a:lnTo>
                  <a:lnTo>
                    <a:pt x="10148098" y="5577920"/>
                  </a:lnTo>
                  <a:lnTo>
                    <a:pt x="10058781" y="5554440"/>
                  </a:lnTo>
                  <a:lnTo>
                    <a:pt x="9967159" y="5527274"/>
                  </a:lnTo>
                  <a:lnTo>
                    <a:pt x="9875832" y="5496499"/>
                  </a:lnTo>
                  <a:lnTo>
                    <a:pt x="9786884" y="5462159"/>
                  </a:lnTo>
                  <a:lnTo>
                    <a:pt x="9701822" y="5424232"/>
                  </a:lnTo>
                  <a:lnTo>
                    <a:pt x="9621601" y="5382608"/>
                  </a:lnTo>
                  <a:lnTo>
                    <a:pt x="9546704" y="5337070"/>
                  </a:lnTo>
                  <a:lnTo>
                    <a:pt x="9477239" y="5287295"/>
                  </a:lnTo>
                  <a:lnTo>
                    <a:pt x="9413036" y="5232854"/>
                  </a:lnTo>
                  <a:lnTo>
                    <a:pt x="9353739" y="5173219"/>
                  </a:lnTo>
                  <a:lnTo>
                    <a:pt x="9298868" y="5107779"/>
                  </a:lnTo>
                  <a:lnTo>
                    <a:pt x="9247877" y="5035867"/>
                  </a:lnTo>
                  <a:lnTo>
                    <a:pt x="9200191" y="4956801"/>
                  </a:lnTo>
                  <a:lnTo>
                    <a:pt x="9155241" y="4869955"/>
                  </a:lnTo>
                  <a:lnTo>
                    <a:pt x="9112488" y="4774862"/>
                  </a:lnTo>
                  <a:lnTo>
                    <a:pt x="9084767" y="4706284"/>
                  </a:lnTo>
                  <a:lnTo>
                    <a:pt x="9056893" y="4631734"/>
                  </a:lnTo>
                  <a:lnTo>
                    <a:pt x="9029577" y="4553131"/>
                  </a:lnTo>
                  <a:lnTo>
                    <a:pt x="9002706" y="4470397"/>
                  </a:lnTo>
                  <a:lnTo>
                    <a:pt x="8976183" y="4383486"/>
                  </a:lnTo>
                  <a:lnTo>
                    <a:pt x="8949927" y="4292391"/>
                  </a:lnTo>
                  <a:lnTo>
                    <a:pt x="8923867" y="4197143"/>
                  </a:lnTo>
                  <a:lnTo>
                    <a:pt x="8897946" y="4097819"/>
                  </a:lnTo>
                  <a:lnTo>
                    <a:pt x="8872116" y="3994538"/>
                  </a:lnTo>
                  <a:lnTo>
                    <a:pt x="8846339" y="3887468"/>
                  </a:lnTo>
                  <a:lnTo>
                    <a:pt x="8820583" y="3776823"/>
                  </a:lnTo>
                  <a:lnTo>
                    <a:pt x="8794827" y="3662866"/>
                  </a:lnTo>
                  <a:lnTo>
                    <a:pt x="8769055" y="3545904"/>
                  </a:lnTo>
                  <a:lnTo>
                    <a:pt x="8743259" y="3426288"/>
                  </a:lnTo>
                  <a:lnTo>
                    <a:pt x="8717433" y="3304408"/>
                  </a:lnTo>
                  <a:lnTo>
                    <a:pt x="8691579" y="3180690"/>
                  </a:lnTo>
                  <a:lnTo>
                    <a:pt x="8665701" y="3055588"/>
                  </a:lnTo>
                  <a:lnTo>
                    <a:pt x="8639806" y="2929578"/>
                  </a:lnTo>
                  <a:lnTo>
                    <a:pt x="8613903" y="2803151"/>
                  </a:lnTo>
                  <a:lnTo>
                    <a:pt x="8588002" y="2676806"/>
                  </a:lnTo>
                  <a:lnTo>
                    <a:pt x="8562112" y="2551038"/>
                  </a:lnTo>
                  <a:lnTo>
                    <a:pt x="8536241" y="2426336"/>
                  </a:lnTo>
                  <a:lnTo>
                    <a:pt x="8510396" y="2303168"/>
                  </a:lnTo>
                  <a:lnTo>
                    <a:pt x="8484580" y="2181981"/>
                  </a:lnTo>
                  <a:lnTo>
                    <a:pt x="8458792" y="2063190"/>
                  </a:lnTo>
                  <a:lnTo>
                    <a:pt x="8433027" y="1947171"/>
                  </a:lnTo>
                  <a:lnTo>
                    <a:pt x="8407273" y="1834263"/>
                  </a:lnTo>
                  <a:lnTo>
                    <a:pt x="8381513" y="1724757"/>
                  </a:lnTo>
                  <a:lnTo>
                    <a:pt x="8355722" y="1618901"/>
                  </a:lnTo>
                  <a:lnTo>
                    <a:pt x="8329867" y="1516894"/>
                  </a:lnTo>
                  <a:lnTo>
                    <a:pt x="8303907" y="1418888"/>
                  </a:lnTo>
                  <a:lnTo>
                    <a:pt x="8277790" y="1324988"/>
                  </a:lnTo>
                  <a:lnTo>
                    <a:pt x="8251455" y="1235256"/>
                  </a:lnTo>
                  <a:lnTo>
                    <a:pt x="8224828" y="1149710"/>
                  </a:lnTo>
                  <a:lnTo>
                    <a:pt x="8197823" y="1068330"/>
                  </a:lnTo>
                  <a:lnTo>
                    <a:pt x="8170339" y="991058"/>
                  </a:lnTo>
                  <a:lnTo>
                    <a:pt x="8151487" y="941256"/>
                  </a:lnTo>
                  <a:lnTo>
                    <a:pt x="8109934" y="840519"/>
                  </a:lnTo>
                  <a:lnTo>
                    <a:pt x="8066516" y="748170"/>
                  </a:lnTo>
                  <a:lnTo>
                    <a:pt x="8020729" y="663940"/>
                  </a:lnTo>
                  <a:lnTo>
                    <a:pt x="7972021" y="587298"/>
                  </a:lnTo>
                  <a:lnTo>
                    <a:pt x="7919818" y="517587"/>
                  </a:lnTo>
                  <a:lnTo>
                    <a:pt x="7863551" y="454125"/>
                  </a:lnTo>
                  <a:lnTo>
                    <a:pt x="7802691" y="396260"/>
                  </a:lnTo>
                  <a:lnTo>
                    <a:pt x="7736792" y="343405"/>
                  </a:lnTo>
                  <a:lnTo>
                    <a:pt x="7665549" y="295065"/>
                  </a:lnTo>
                  <a:lnTo>
                    <a:pt x="7588876" y="250843"/>
                  </a:lnTo>
                  <a:lnTo>
                    <a:pt x="7506990" y="210451"/>
                  </a:lnTo>
                  <a:lnTo>
                    <a:pt x="7420521" y="173710"/>
                  </a:lnTo>
                  <a:lnTo>
                    <a:pt x="7330597" y="140539"/>
                  </a:lnTo>
                  <a:lnTo>
                    <a:pt x="7238916" y="110942"/>
                  </a:lnTo>
                  <a:lnTo>
                    <a:pt x="7147743" y="84979"/>
                  </a:lnTo>
                  <a:lnTo>
                    <a:pt x="7059815" y="62724"/>
                  </a:lnTo>
                  <a:lnTo>
                    <a:pt x="6978124" y="44218"/>
                  </a:lnTo>
                  <a:lnTo>
                    <a:pt x="6905585" y="29419"/>
                  </a:lnTo>
                  <a:lnTo>
                    <a:pt x="6844633" y="18160"/>
                  </a:lnTo>
                  <a:lnTo>
                    <a:pt x="6796834" y="10131"/>
                  </a:lnTo>
                  <a:lnTo>
                    <a:pt x="6762602" y="4882"/>
                  </a:lnTo>
                  <a:lnTo>
                    <a:pt x="6741069" y="1858"/>
                  </a:lnTo>
                  <a:lnTo>
                    <a:pt x="6730134" y="448"/>
                  </a:lnTo>
                  <a:lnTo>
                    <a:pt x="6726601" y="28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848" y="77"/>
                  </a:lnTo>
                  <a:lnTo>
                    <a:pt x="5246569" y="630"/>
                  </a:lnTo>
                  <a:lnTo>
                    <a:pt x="5228202" y="2157"/>
                  </a:lnTo>
                  <a:lnTo>
                    <a:pt x="5195325" y="5163"/>
                  </a:lnTo>
                  <a:lnTo>
                    <a:pt x="5146242" y="10120"/>
                  </a:lnTo>
                  <a:lnTo>
                    <a:pt x="5081115" y="17412"/>
                  </a:lnTo>
                  <a:lnTo>
                    <a:pt x="5001829" y="27309"/>
                  </a:lnTo>
                  <a:lnTo>
                    <a:pt x="4911569" y="39950"/>
                  </a:lnTo>
                  <a:lnTo>
                    <a:pt x="4814206" y="55365"/>
                  </a:lnTo>
                  <a:lnTo>
                    <a:pt x="4713665" y="73513"/>
                  </a:lnTo>
                  <a:lnTo>
                    <a:pt x="4613424" y="94335"/>
                  </a:lnTo>
                  <a:lnTo>
                    <a:pt x="4516217" y="117797"/>
                  </a:lnTo>
                  <a:lnTo>
                    <a:pt x="4423943" y="143924"/>
                  </a:lnTo>
                  <a:lnTo>
                    <a:pt x="4337717" y="172827"/>
                  </a:lnTo>
                  <a:lnTo>
                    <a:pt x="4258001" y="204709"/>
                  </a:lnTo>
                  <a:lnTo>
                    <a:pt x="4184772" y="239871"/>
                  </a:lnTo>
                  <a:lnTo>
                    <a:pt x="4117665" y="278705"/>
                  </a:lnTo>
                  <a:lnTo>
                    <a:pt x="4056096" y="321683"/>
                  </a:lnTo>
                  <a:lnTo>
                    <a:pt x="3999363" y="369338"/>
                  </a:lnTo>
                  <a:lnTo>
                    <a:pt x="3946708" y="422224"/>
                  </a:lnTo>
                  <a:lnTo>
                    <a:pt x="3897376" y="480855"/>
                  </a:lnTo>
                  <a:lnTo>
                    <a:pt x="3850655" y="545602"/>
                  </a:lnTo>
                  <a:lnTo>
                    <a:pt x="3829811" y="577558"/>
                  </a:lnTo>
                  <a:lnTo>
                    <a:pt x="3795124" y="635016"/>
                  </a:lnTo>
                  <a:lnTo>
                    <a:pt x="3761259" y="696366"/>
                  </a:lnTo>
                  <a:lnTo>
                    <a:pt x="3728011" y="761686"/>
                  </a:lnTo>
                  <a:lnTo>
                    <a:pt x="3695210" y="831003"/>
                  </a:lnTo>
                  <a:lnTo>
                    <a:pt x="3662716" y="904286"/>
                  </a:lnTo>
                  <a:lnTo>
                    <a:pt x="3630420" y="981437"/>
                  </a:lnTo>
                  <a:lnTo>
                    <a:pt x="3598236" y="1062294"/>
                  </a:lnTo>
                  <a:lnTo>
                    <a:pt x="3566097" y="1146622"/>
                  </a:lnTo>
                  <a:lnTo>
                    <a:pt x="3533959" y="1234117"/>
                  </a:lnTo>
                  <a:lnTo>
                    <a:pt x="3501793" y="1324407"/>
                  </a:lnTo>
                  <a:lnTo>
                    <a:pt x="3469585" y="1417058"/>
                  </a:lnTo>
                  <a:lnTo>
                    <a:pt x="3437331" y="1511578"/>
                  </a:lnTo>
                  <a:lnTo>
                    <a:pt x="3405041" y="1607432"/>
                  </a:lnTo>
                  <a:lnTo>
                    <a:pt x="3372727" y="1704050"/>
                  </a:lnTo>
                  <a:lnTo>
                    <a:pt x="3340407" y="1800843"/>
                  </a:lnTo>
                  <a:lnTo>
                    <a:pt x="3308100" y="1897219"/>
                  </a:lnTo>
                  <a:lnTo>
                    <a:pt x="3275824" y="1992595"/>
                  </a:lnTo>
                  <a:lnTo>
                    <a:pt x="3243588" y="2086414"/>
                  </a:lnTo>
                  <a:lnTo>
                    <a:pt x="3211398" y="2178156"/>
                  </a:lnTo>
                  <a:lnTo>
                    <a:pt x="3179246" y="2267354"/>
                  </a:lnTo>
                  <a:lnTo>
                    <a:pt x="3147112" y="2353595"/>
                  </a:lnTo>
                  <a:lnTo>
                    <a:pt x="3114961" y="2436537"/>
                  </a:lnTo>
                  <a:lnTo>
                    <a:pt x="3082740" y="2515904"/>
                  </a:lnTo>
                  <a:lnTo>
                    <a:pt x="3050375" y="2591490"/>
                  </a:lnTo>
                  <a:lnTo>
                    <a:pt x="3017771" y="2663160"/>
                  </a:lnTo>
                  <a:lnTo>
                    <a:pt x="2984805" y="2730844"/>
                  </a:lnTo>
                  <a:lnTo>
                    <a:pt x="2951327" y="2794535"/>
                  </a:lnTo>
                  <a:lnTo>
                    <a:pt x="2917154" y="2854281"/>
                  </a:lnTo>
                  <a:lnTo>
                    <a:pt x="2896531" y="2887792"/>
                  </a:lnTo>
                  <a:lnTo>
                    <a:pt x="2850797" y="2955409"/>
                  </a:lnTo>
                  <a:lnTo>
                    <a:pt x="2802753" y="3016828"/>
                  </a:lnTo>
                  <a:lnTo>
                    <a:pt x="2751723" y="3072305"/>
                  </a:lnTo>
                  <a:lnTo>
                    <a:pt x="2696965" y="3122304"/>
                  </a:lnTo>
                  <a:lnTo>
                    <a:pt x="2637719" y="3167371"/>
                  </a:lnTo>
                  <a:lnTo>
                    <a:pt x="2573247" y="3208054"/>
                  </a:lnTo>
                  <a:lnTo>
                    <a:pt x="2502902" y="3244855"/>
                  </a:lnTo>
                  <a:lnTo>
                    <a:pt x="2426205" y="3278207"/>
                  </a:lnTo>
                  <a:lnTo>
                    <a:pt x="2342957" y="3308452"/>
                  </a:lnTo>
                  <a:lnTo>
                    <a:pt x="2253376" y="3335840"/>
                  </a:lnTo>
                  <a:lnTo>
                    <a:pt x="2158258" y="3360523"/>
                  </a:lnTo>
                  <a:lnTo>
                    <a:pt x="2059127" y="3382564"/>
                  </a:lnTo>
                  <a:lnTo>
                    <a:pt x="1958333" y="3401952"/>
                  </a:lnTo>
                  <a:lnTo>
                    <a:pt x="1859034" y="3418635"/>
                  </a:lnTo>
                  <a:lnTo>
                    <a:pt x="1765000" y="3432557"/>
                  </a:lnTo>
                  <a:lnTo>
                    <a:pt x="1680201" y="3443709"/>
                  </a:lnTo>
                  <a:lnTo>
                    <a:pt x="1608219" y="3452177"/>
                  </a:lnTo>
                  <a:lnTo>
                    <a:pt x="1551606" y="3458169"/>
                  </a:lnTo>
                  <a:lnTo>
                    <a:pt x="1511354" y="3462021"/>
                  </a:lnTo>
                  <a:lnTo>
                    <a:pt x="1486622" y="3464169"/>
                  </a:lnTo>
                  <a:lnTo>
                    <a:pt x="1474754" y="3465107"/>
                  </a:lnTo>
                  <a:lnTo>
                    <a:pt x="1471387" y="3465351"/>
                  </a:lnTo>
                  <a:lnTo>
                    <a:pt x="0" y="3465351"/>
                  </a:lnTo>
                  <a:close/>
                </a:path>
              </a:pathLst>
            </a:custGeom>
            <a:solidFill>
              <a:srgbClr val="F28E5B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107" name="pl1107"/>
            <p:cNvSpPr/>
            <p:nvPr/>
          </p:nvSpPr>
          <p:spPr>
            <a:xfrm>
              <a:off x="4799595" y="3598533"/>
              <a:ext cx="11981298" cy="5647541"/>
            </a:xfrm>
            <a:custGeom>
              <a:avLst/>
              <a:pathLst>
                <a:path w="11981298" h="5647541">
                  <a:moveTo>
                    <a:pt x="0" y="3465351"/>
                  </a:moveTo>
                  <a:lnTo>
                    <a:pt x="1471387" y="3465351"/>
                  </a:lnTo>
                  <a:lnTo>
                    <a:pt x="1472494" y="3465273"/>
                  </a:lnTo>
                  <a:lnTo>
                    <a:pt x="1479774" y="3464721"/>
                  </a:lnTo>
                  <a:lnTo>
                    <a:pt x="1498140" y="3463194"/>
                  </a:lnTo>
                  <a:lnTo>
                    <a:pt x="1531017" y="3460187"/>
                  </a:lnTo>
                  <a:lnTo>
                    <a:pt x="1580100" y="3455231"/>
                  </a:lnTo>
                  <a:lnTo>
                    <a:pt x="1645227" y="3447938"/>
                  </a:lnTo>
                  <a:lnTo>
                    <a:pt x="1724513" y="3438041"/>
                  </a:lnTo>
                  <a:lnTo>
                    <a:pt x="1814773" y="3425400"/>
                  </a:lnTo>
                  <a:lnTo>
                    <a:pt x="1912136" y="3409986"/>
                  </a:lnTo>
                  <a:lnTo>
                    <a:pt x="2012677" y="3391837"/>
                  </a:lnTo>
                  <a:lnTo>
                    <a:pt x="2112918" y="3371015"/>
                  </a:lnTo>
                  <a:lnTo>
                    <a:pt x="2210125" y="3347553"/>
                  </a:lnTo>
                  <a:lnTo>
                    <a:pt x="2302399" y="3321426"/>
                  </a:lnTo>
                  <a:lnTo>
                    <a:pt x="2388626" y="3292524"/>
                  </a:lnTo>
                  <a:lnTo>
                    <a:pt x="2468341" y="3260641"/>
                  </a:lnTo>
                  <a:lnTo>
                    <a:pt x="2541570" y="3225479"/>
                  </a:lnTo>
                  <a:lnTo>
                    <a:pt x="2608677" y="3186645"/>
                  </a:lnTo>
                  <a:lnTo>
                    <a:pt x="2670246" y="3143667"/>
                  </a:lnTo>
                  <a:lnTo>
                    <a:pt x="2726980" y="3096012"/>
                  </a:lnTo>
                  <a:lnTo>
                    <a:pt x="2779634" y="3043126"/>
                  </a:lnTo>
                  <a:lnTo>
                    <a:pt x="2828966" y="2984495"/>
                  </a:lnTo>
                  <a:lnTo>
                    <a:pt x="2875687" y="2919748"/>
                  </a:lnTo>
                  <a:lnTo>
                    <a:pt x="2896531" y="2887792"/>
                  </a:lnTo>
                  <a:lnTo>
                    <a:pt x="2931218" y="2830334"/>
                  </a:lnTo>
                  <a:lnTo>
                    <a:pt x="2965083" y="2768984"/>
                  </a:lnTo>
                  <a:lnTo>
                    <a:pt x="2998331" y="2703664"/>
                  </a:lnTo>
                  <a:lnTo>
                    <a:pt x="3031132" y="2634347"/>
                  </a:lnTo>
                  <a:lnTo>
                    <a:pt x="3063626" y="2561065"/>
                  </a:lnTo>
                  <a:lnTo>
                    <a:pt x="3095922" y="2483913"/>
                  </a:lnTo>
                  <a:lnTo>
                    <a:pt x="3128107" y="2403057"/>
                  </a:lnTo>
                  <a:lnTo>
                    <a:pt x="3160245" y="2318729"/>
                  </a:lnTo>
                  <a:lnTo>
                    <a:pt x="3192383" y="2231233"/>
                  </a:lnTo>
                  <a:lnTo>
                    <a:pt x="3224549" y="2140943"/>
                  </a:lnTo>
                  <a:lnTo>
                    <a:pt x="3256758" y="2048292"/>
                  </a:lnTo>
                  <a:lnTo>
                    <a:pt x="3289011" y="1953772"/>
                  </a:lnTo>
                  <a:lnTo>
                    <a:pt x="3321301" y="1857918"/>
                  </a:lnTo>
                  <a:lnTo>
                    <a:pt x="3353616" y="1761300"/>
                  </a:lnTo>
                  <a:lnTo>
                    <a:pt x="3385935" y="1664507"/>
                  </a:lnTo>
                  <a:lnTo>
                    <a:pt x="3418242" y="1568131"/>
                  </a:lnTo>
                  <a:lnTo>
                    <a:pt x="3450518" y="1472755"/>
                  </a:lnTo>
                  <a:lnTo>
                    <a:pt x="3482754" y="1378936"/>
                  </a:lnTo>
                  <a:lnTo>
                    <a:pt x="3514944" y="1287194"/>
                  </a:lnTo>
                  <a:lnTo>
                    <a:pt x="3547096" y="1197997"/>
                  </a:lnTo>
                  <a:lnTo>
                    <a:pt x="3579230" y="1111755"/>
                  </a:lnTo>
                  <a:lnTo>
                    <a:pt x="3611381" y="1028813"/>
                  </a:lnTo>
                  <a:lnTo>
                    <a:pt x="3643602" y="949446"/>
                  </a:lnTo>
                  <a:lnTo>
                    <a:pt x="3675967" y="873860"/>
                  </a:lnTo>
                  <a:lnTo>
                    <a:pt x="3708572" y="802191"/>
                  </a:lnTo>
                  <a:lnTo>
                    <a:pt x="3741537" y="734507"/>
                  </a:lnTo>
                  <a:lnTo>
                    <a:pt x="3775015" y="670816"/>
                  </a:lnTo>
                  <a:lnTo>
                    <a:pt x="3809188" y="611069"/>
                  </a:lnTo>
                  <a:lnTo>
                    <a:pt x="3829811" y="577558"/>
                  </a:lnTo>
                  <a:lnTo>
                    <a:pt x="3875546" y="509941"/>
                  </a:lnTo>
                  <a:lnTo>
                    <a:pt x="3923589" y="448522"/>
                  </a:lnTo>
                  <a:lnTo>
                    <a:pt x="3974619" y="393045"/>
                  </a:lnTo>
                  <a:lnTo>
                    <a:pt x="4029377" y="343046"/>
                  </a:lnTo>
                  <a:lnTo>
                    <a:pt x="4088624" y="297979"/>
                  </a:lnTo>
                  <a:lnTo>
                    <a:pt x="4153095" y="257297"/>
                  </a:lnTo>
                  <a:lnTo>
                    <a:pt x="4223440" y="220495"/>
                  </a:lnTo>
                  <a:lnTo>
                    <a:pt x="4300137" y="187144"/>
                  </a:lnTo>
                  <a:lnTo>
                    <a:pt x="4383386" y="156898"/>
                  </a:lnTo>
                  <a:lnTo>
                    <a:pt x="4472966" y="129510"/>
                  </a:lnTo>
                  <a:lnTo>
                    <a:pt x="4568084" y="104827"/>
                  </a:lnTo>
                  <a:lnTo>
                    <a:pt x="4667215" y="82787"/>
                  </a:lnTo>
                  <a:lnTo>
                    <a:pt x="4768009" y="63398"/>
                  </a:lnTo>
                  <a:lnTo>
                    <a:pt x="4867308" y="46715"/>
                  </a:lnTo>
                  <a:lnTo>
                    <a:pt x="4961342" y="32794"/>
                  </a:lnTo>
                  <a:lnTo>
                    <a:pt x="5046141" y="21641"/>
                  </a:lnTo>
                  <a:lnTo>
                    <a:pt x="5118123" y="13173"/>
                  </a:lnTo>
                  <a:lnTo>
                    <a:pt x="5174736" y="7181"/>
                  </a:lnTo>
                  <a:lnTo>
                    <a:pt x="5214988" y="3330"/>
                  </a:lnTo>
                  <a:lnTo>
                    <a:pt x="5239720" y="1182"/>
                  </a:lnTo>
                  <a:lnTo>
                    <a:pt x="5251588" y="243"/>
                  </a:lnTo>
                  <a:lnTo>
                    <a:pt x="5254843" y="7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182" y="95"/>
                  </a:lnTo>
                  <a:lnTo>
                    <a:pt x="6732733" y="772"/>
                  </a:lnTo>
                  <a:lnTo>
                    <a:pt x="6746847" y="2643"/>
                  </a:lnTo>
                  <a:lnTo>
                    <a:pt x="6772377" y="6332"/>
                  </a:lnTo>
                  <a:lnTo>
                    <a:pt x="6811032" y="12437"/>
                  </a:lnTo>
                  <a:lnTo>
                    <a:pt x="6863257" y="21484"/>
                  </a:lnTo>
                  <a:lnTo>
                    <a:pt x="6928238" y="33878"/>
                  </a:lnTo>
                  <a:lnTo>
                    <a:pt x="7004083" y="49883"/>
                  </a:lnTo>
                  <a:lnTo>
                    <a:pt x="7088155" y="69621"/>
                  </a:lnTo>
                  <a:lnTo>
                    <a:pt x="7177472" y="93101"/>
                  </a:lnTo>
                  <a:lnTo>
                    <a:pt x="7269095" y="120267"/>
                  </a:lnTo>
                  <a:lnTo>
                    <a:pt x="7360422" y="151042"/>
                  </a:lnTo>
                  <a:lnTo>
                    <a:pt x="7449369" y="185382"/>
                  </a:lnTo>
                  <a:lnTo>
                    <a:pt x="7534431" y="223309"/>
                  </a:lnTo>
                  <a:lnTo>
                    <a:pt x="7614652" y="264933"/>
                  </a:lnTo>
                  <a:lnTo>
                    <a:pt x="7689549" y="310471"/>
                  </a:lnTo>
                  <a:lnTo>
                    <a:pt x="7759015" y="360245"/>
                  </a:lnTo>
                  <a:lnTo>
                    <a:pt x="7823217" y="414686"/>
                  </a:lnTo>
                  <a:lnTo>
                    <a:pt x="7882514" y="474322"/>
                  </a:lnTo>
                  <a:lnTo>
                    <a:pt x="7937385" y="539762"/>
                  </a:lnTo>
                  <a:lnTo>
                    <a:pt x="7988376" y="611674"/>
                  </a:lnTo>
                  <a:lnTo>
                    <a:pt x="8036062" y="690739"/>
                  </a:lnTo>
                  <a:lnTo>
                    <a:pt x="8081012" y="777586"/>
                  </a:lnTo>
                  <a:lnTo>
                    <a:pt x="8123766" y="872679"/>
                  </a:lnTo>
                  <a:lnTo>
                    <a:pt x="8151487" y="941256"/>
                  </a:lnTo>
                  <a:lnTo>
                    <a:pt x="8179360" y="1015807"/>
                  </a:lnTo>
                  <a:lnTo>
                    <a:pt x="8206676" y="1094410"/>
                  </a:lnTo>
                  <a:lnTo>
                    <a:pt x="8233547" y="1177144"/>
                  </a:lnTo>
                  <a:lnTo>
                    <a:pt x="8260070" y="1264055"/>
                  </a:lnTo>
                  <a:lnTo>
                    <a:pt x="8286326" y="1355150"/>
                  </a:lnTo>
                  <a:lnTo>
                    <a:pt x="8312386" y="1450398"/>
                  </a:lnTo>
                  <a:lnTo>
                    <a:pt x="8338307" y="1549722"/>
                  </a:lnTo>
                  <a:lnTo>
                    <a:pt x="8364137" y="1653003"/>
                  </a:lnTo>
                  <a:lnTo>
                    <a:pt x="8389915" y="1760073"/>
                  </a:lnTo>
                  <a:lnTo>
                    <a:pt x="8415670" y="1870718"/>
                  </a:lnTo>
                  <a:lnTo>
                    <a:pt x="8441426" y="1984675"/>
                  </a:lnTo>
                  <a:lnTo>
                    <a:pt x="8467198" y="2101637"/>
                  </a:lnTo>
                  <a:lnTo>
                    <a:pt x="8492995" y="2221253"/>
                  </a:lnTo>
                  <a:lnTo>
                    <a:pt x="8518820" y="2343132"/>
                  </a:lnTo>
                  <a:lnTo>
                    <a:pt x="8544674" y="2466850"/>
                  </a:lnTo>
                  <a:lnTo>
                    <a:pt x="8570552" y="2591953"/>
                  </a:lnTo>
                  <a:lnTo>
                    <a:pt x="8596447" y="2717963"/>
                  </a:lnTo>
                  <a:lnTo>
                    <a:pt x="8622350" y="2844390"/>
                  </a:lnTo>
                  <a:lnTo>
                    <a:pt x="8648251" y="2970735"/>
                  </a:lnTo>
                  <a:lnTo>
                    <a:pt x="8674141" y="3096503"/>
                  </a:lnTo>
                  <a:lnTo>
                    <a:pt x="8700012" y="3221205"/>
                  </a:lnTo>
                  <a:lnTo>
                    <a:pt x="8725857" y="3344373"/>
                  </a:lnTo>
                  <a:lnTo>
                    <a:pt x="8751673" y="3465559"/>
                  </a:lnTo>
                  <a:lnTo>
                    <a:pt x="8777461" y="3584351"/>
                  </a:lnTo>
                  <a:lnTo>
                    <a:pt x="8803226" y="3700370"/>
                  </a:lnTo>
                  <a:lnTo>
                    <a:pt x="8828980" y="3813278"/>
                  </a:lnTo>
                  <a:lnTo>
                    <a:pt x="8854740" y="3922784"/>
                  </a:lnTo>
                  <a:lnTo>
                    <a:pt x="8880531" y="4028640"/>
                  </a:lnTo>
                  <a:lnTo>
                    <a:pt x="8906386" y="4130646"/>
                  </a:lnTo>
                  <a:lnTo>
                    <a:pt x="8932347" y="4228653"/>
                  </a:lnTo>
                  <a:lnTo>
                    <a:pt x="8958463" y="4322552"/>
                  </a:lnTo>
                  <a:lnTo>
                    <a:pt x="8984799" y="4412285"/>
                  </a:lnTo>
                  <a:lnTo>
                    <a:pt x="9011425" y="4497831"/>
                  </a:lnTo>
                  <a:lnTo>
                    <a:pt x="9038430" y="4579211"/>
                  </a:lnTo>
                  <a:lnTo>
                    <a:pt x="9065915" y="4656483"/>
                  </a:lnTo>
                  <a:lnTo>
                    <a:pt x="9084767" y="4706284"/>
                  </a:lnTo>
                  <a:lnTo>
                    <a:pt x="9126319" y="4807022"/>
                  </a:lnTo>
                  <a:lnTo>
                    <a:pt x="9169737" y="4899371"/>
                  </a:lnTo>
                  <a:lnTo>
                    <a:pt x="9215525" y="4983601"/>
                  </a:lnTo>
                  <a:lnTo>
                    <a:pt x="9264232" y="5060243"/>
                  </a:lnTo>
                  <a:lnTo>
                    <a:pt x="9316435" y="5129954"/>
                  </a:lnTo>
                  <a:lnTo>
                    <a:pt x="9372702" y="5193416"/>
                  </a:lnTo>
                  <a:lnTo>
                    <a:pt x="9433562" y="5251281"/>
                  </a:lnTo>
                  <a:lnTo>
                    <a:pt x="9499461" y="5304136"/>
                  </a:lnTo>
                  <a:lnTo>
                    <a:pt x="9570704" y="5352476"/>
                  </a:lnTo>
                  <a:lnTo>
                    <a:pt x="9647378" y="5396698"/>
                  </a:lnTo>
                  <a:lnTo>
                    <a:pt x="9729263" y="5437089"/>
                  </a:lnTo>
                  <a:lnTo>
                    <a:pt x="9815732" y="5473831"/>
                  </a:lnTo>
                  <a:lnTo>
                    <a:pt x="9905656" y="5507002"/>
                  </a:lnTo>
                  <a:lnTo>
                    <a:pt x="9997337" y="5536598"/>
                  </a:lnTo>
                  <a:lnTo>
                    <a:pt x="10088511" y="5562562"/>
                  </a:lnTo>
                  <a:lnTo>
                    <a:pt x="10176439" y="5584817"/>
                  </a:lnTo>
                  <a:lnTo>
                    <a:pt x="10258129" y="5603323"/>
                  </a:lnTo>
                  <a:lnTo>
                    <a:pt x="10330668" y="5618122"/>
                  </a:lnTo>
                  <a:lnTo>
                    <a:pt x="10391620" y="5629380"/>
                  </a:lnTo>
                  <a:lnTo>
                    <a:pt x="10439419" y="5637410"/>
                  </a:lnTo>
                  <a:lnTo>
                    <a:pt x="10473651" y="5642659"/>
                  </a:lnTo>
                  <a:lnTo>
                    <a:pt x="10495184" y="5645683"/>
                  </a:lnTo>
                  <a:lnTo>
                    <a:pt x="10506119" y="5647092"/>
                  </a:lnTo>
                  <a:lnTo>
                    <a:pt x="10509652" y="5647513"/>
                  </a:lnTo>
                  <a:lnTo>
                    <a:pt x="10509911" y="5647541"/>
                  </a:lnTo>
                  <a:lnTo>
                    <a:pt x="11981298" y="564754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08" name="pl1108"/>
            <p:cNvSpPr/>
            <p:nvPr/>
          </p:nvSpPr>
          <p:spPr>
            <a:xfrm>
              <a:off x="4799595" y="3590360"/>
              <a:ext cx="11981298" cy="5647541"/>
            </a:xfrm>
            <a:custGeom>
              <a:avLst/>
              <a:pathLst>
                <a:path w="11981298" h="5647541">
                  <a:moveTo>
                    <a:pt x="11981298" y="5647541"/>
                  </a:moveTo>
                  <a:lnTo>
                    <a:pt x="10509911" y="5647541"/>
                  </a:lnTo>
                  <a:lnTo>
                    <a:pt x="10509071" y="5647446"/>
                  </a:lnTo>
                  <a:lnTo>
                    <a:pt x="10503520" y="5646769"/>
                  </a:lnTo>
                  <a:lnTo>
                    <a:pt x="10489407" y="5644898"/>
                  </a:lnTo>
                  <a:lnTo>
                    <a:pt x="10463877" y="5641209"/>
                  </a:lnTo>
                  <a:lnTo>
                    <a:pt x="10425221" y="5635104"/>
                  </a:lnTo>
                  <a:lnTo>
                    <a:pt x="10372996" y="5626057"/>
                  </a:lnTo>
                  <a:lnTo>
                    <a:pt x="10308016" y="5613663"/>
                  </a:lnTo>
                  <a:lnTo>
                    <a:pt x="10232170" y="5597658"/>
                  </a:lnTo>
                  <a:lnTo>
                    <a:pt x="10148098" y="5577920"/>
                  </a:lnTo>
                  <a:lnTo>
                    <a:pt x="10058781" y="5554440"/>
                  </a:lnTo>
                  <a:lnTo>
                    <a:pt x="9967159" y="5527274"/>
                  </a:lnTo>
                  <a:lnTo>
                    <a:pt x="9875832" y="5496499"/>
                  </a:lnTo>
                  <a:lnTo>
                    <a:pt x="9786884" y="5462159"/>
                  </a:lnTo>
                  <a:lnTo>
                    <a:pt x="9701822" y="5424232"/>
                  </a:lnTo>
                  <a:lnTo>
                    <a:pt x="9621601" y="5382608"/>
                  </a:lnTo>
                  <a:lnTo>
                    <a:pt x="9546704" y="5337070"/>
                  </a:lnTo>
                  <a:lnTo>
                    <a:pt x="9477239" y="5287295"/>
                  </a:lnTo>
                  <a:lnTo>
                    <a:pt x="9413036" y="5232854"/>
                  </a:lnTo>
                  <a:lnTo>
                    <a:pt x="9353739" y="5173219"/>
                  </a:lnTo>
                  <a:lnTo>
                    <a:pt x="9298868" y="5107779"/>
                  </a:lnTo>
                  <a:lnTo>
                    <a:pt x="9247877" y="5035867"/>
                  </a:lnTo>
                  <a:lnTo>
                    <a:pt x="9200191" y="4956801"/>
                  </a:lnTo>
                  <a:lnTo>
                    <a:pt x="9155241" y="4869955"/>
                  </a:lnTo>
                  <a:lnTo>
                    <a:pt x="9112488" y="4774862"/>
                  </a:lnTo>
                  <a:lnTo>
                    <a:pt x="9084767" y="4706284"/>
                  </a:lnTo>
                  <a:lnTo>
                    <a:pt x="9056893" y="4631734"/>
                  </a:lnTo>
                  <a:lnTo>
                    <a:pt x="9029577" y="4553131"/>
                  </a:lnTo>
                  <a:lnTo>
                    <a:pt x="9002706" y="4470397"/>
                  </a:lnTo>
                  <a:lnTo>
                    <a:pt x="8976183" y="4383486"/>
                  </a:lnTo>
                  <a:lnTo>
                    <a:pt x="8949927" y="4292391"/>
                  </a:lnTo>
                  <a:lnTo>
                    <a:pt x="8923867" y="4197143"/>
                  </a:lnTo>
                  <a:lnTo>
                    <a:pt x="8897946" y="4097819"/>
                  </a:lnTo>
                  <a:lnTo>
                    <a:pt x="8872116" y="3994538"/>
                  </a:lnTo>
                  <a:lnTo>
                    <a:pt x="8846339" y="3887468"/>
                  </a:lnTo>
                  <a:lnTo>
                    <a:pt x="8820583" y="3776823"/>
                  </a:lnTo>
                  <a:lnTo>
                    <a:pt x="8794827" y="3662866"/>
                  </a:lnTo>
                  <a:lnTo>
                    <a:pt x="8769055" y="3545904"/>
                  </a:lnTo>
                  <a:lnTo>
                    <a:pt x="8743259" y="3426288"/>
                  </a:lnTo>
                  <a:lnTo>
                    <a:pt x="8717433" y="3304408"/>
                  </a:lnTo>
                  <a:lnTo>
                    <a:pt x="8691579" y="3180690"/>
                  </a:lnTo>
                  <a:lnTo>
                    <a:pt x="8665701" y="3055588"/>
                  </a:lnTo>
                  <a:lnTo>
                    <a:pt x="8639806" y="2929578"/>
                  </a:lnTo>
                  <a:lnTo>
                    <a:pt x="8613903" y="2803151"/>
                  </a:lnTo>
                  <a:lnTo>
                    <a:pt x="8588002" y="2676806"/>
                  </a:lnTo>
                  <a:lnTo>
                    <a:pt x="8562112" y="2551038"/>
                  </a:lnTo>
                  <a:lnTo>
                    <a:pt x="8536241" y="2426336"/>
                  </a:lnTo>
                  <a:lnTo>
                    <a:pt x="8510396" y="2303168"/>
                  </a:lnTo>
                  <a:lnTo>
                    <a:pt x="8484580" y="2181981"/>
                  </a:lnTo>
                  <a:lnTo>
                    <a:pt x="8458792" y="2063190"/>
                  </a:lnTo>
                  <a:lnTo>
                    <a:pt x="8433027" y="1947171"/>
                  </a:lnTo>
                  <a:lnTo>
                    <a:pt x="8407273" y="1834263"/>
                  </a:lnTo>
                  <a:lnTo>
                    <a:pt x="8381513" y="1724757"/>
                  </a:lnTo>
                  <a:lnTo>
                    <a:pt x="8355722" y="1618901"/>
                  </a:lnTo>
                  <a:lnTo>
                    <a:pt x="8329867" y="1516894"/>
                  </a:lnTo>
                  <a:lnTo>
                    <a:pt x="8303907" y="1418888"/>
                  </a:lnTo>
                  <a:lnTo>
                    <a:pt x="8277790" y="1324988"/>
                  </a:lnTo>
                  <a:lnTo>
                    <a:pt x="8251455" y="1235256"/>
                  </a:lnTo>
                  <a:lnTo>
                    <a:pt x="8224828" y="1149710"/>
                  </a:lnTo>
                  <a:lnTo>
                    <a:pt x="8197823" y="1068330"/>
                  </a:lnTo>
                  <a:lnTo>
                    <a:pt x="8170339" y="991058"/>
                  </a:lnTo>
                  <a:lnTo>
                    <a:pt x="8151487" y="941256"/>
                  </a:lnTo>
                  <a:lnTo>
                    <a:pt x="8109934" y="840519"/>
                  </a:lnTo>
                  <a:lnTo>
                    <a:pt x="8066516" y="748170"/>
                  </a:lnTo>
                  <a:lnTo>
                    <a:pt x="8020729" y="663940"/>
                  </a:lnTo>
                  <a:lnTo>
                    <a:pt x="7972021" y="587298"/>
                  </a:lnTo>
                  <a:lnTo>
                    <a:pt x="7919818" y="517587"/>
                  </a:lnTo>
                  <a:lnTo>
                    <a:pt x="7863551" y="454125"/>
                  </a:lnTo>
                  <a:lnTo>
                    <a:pt x="7802691" y="396260"/>
                  </a:lnTo>
                  <a:lnTo>
                    <a:pt x="7736792" y="343405"/>
                  </a:lnTo>
                  <a:lnTo>
                    <a:pt x="7665549" y="295065"/>
                  </a:lnTo>
                  <a:lnTo>
                    <a:pt x="7588876" y="250843"/>
                  </a:lnTo>
                  <a:lnTo>
                    <a:pt x="7506990" y="210451"/>
                  </a:lnTo>
                  <a:lnTo>
                    <a:pt x="7420521" y="173710"/>
                  </a:lnTo>
                  <a:lnTo>
                    <a:pt x="7330597" y="140539"/>
                  </a:lnTo>
                  <a:lnTo>
                    <a:pt x="7238916" y="110942"/>
                  </a:lnTo>
                  <a:lnTo>
                    <a:pt x="7147743" y="84979"/>
                  </a:lnTo>
                  <a:lnTo>
                    <a:pt x="7059815" y="62724"/>
                  </a:lnTo>
                  <a:lnTo>
                    <a:pt x="6978124" y="44218"/>
                  </a:lnTo>
                  <a:lnTo>
                    <a:pt x="6905585" y="29419"/>
                  </a:lnTo>
                  <a:lnTo>
                    <a:pt x="6844633" y="18160"/>
                  </a:lnTo>
                  <a:lnTo>
                    <a:pt x="6796834" y="10131"/>
                  </a:lnTo>
                  <a:lnTo>
                    <a:pt x="6762602" y="4882"/>
                  </a:lnTo>
                  <a:lnTo>
                    <a:pt x="6741069" y="1858"/>
                  </a:lnTo>
                  <a:lnTo>
                    <a:pt x="6730134" y="448"/>
                  </a:lnTo>
                  <a:lnTo>
                    <a:pt x="6726601" y="28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848" y="77"/>
                  </a:lnTo>
                  <a:lnTo>
                    <a:pt x="5246569" y="630"/>
                  </a:lnTo>
                  <a:lnTo>
                    <a:pt x="5228202" y="2157"/>
                  </a:lnTo>
                  <a:lnTo>
                    <a:pt x="5195325" y="5163"/>
                  </a:lnTo>
                  <a:lnTo>
                    <a:pt x="5146242" y="10120"/>
                  </a:lnTo>
                  <a:lnTo>
                    <a:pt x="5081115" y="17412"/>
                  </a:lnTo>
                  <a:lnTo>
                    <a:pt x="5001829" y="27309"/>
                  </a:lnTo>
                  <a:lnTo>
                    <a:pt x="4911569" y="39950"/>
                  </a:lnTo>
                  <a:lnTo>
                    <a:pt x="4814206" y="55365"/>
                  </a:lnTo>
                  <a:lnTo>
                    <a:pt x="4713665" y="73513"/>
                  </a:lnTo>
                  <a:lnTo>
                    <a:pt x="4613424" y="94335"/>
                  </a:lnTo>
                  <a:lnTo>
                    <a:pt x="4516217" y="117797"/>
                  </a:lnTo>
                  <a:lnTo>
                    <a:pt x="4423943" y="143924"/>
                  </a:lnTo>
                  <a:lnTo>
                    <a:pt x="4337717" y="172827"/>
                  </a:lnTo>
                  <a:lnTo>
                    <a:pt x="4258001" y="204709"/>
                  </a:lnTo>
                  <a:lnTo>
                    <a:pt x="4184772" y="239871"/>
                  </a:lnTo>
                  <a:lnTo>
                    <a:pt x="4117665" y="278705"/>
                  </a:lnTo>
                  <a:lnTo>
                    <a:pt x="4056096" y="321683"/>
                  </a:lnTo>
                  <a:lnTo>
                    <a:pt x="3999363" y="369338"/>
                  </a:lnTo>
                  <a:lnTo>
                    <a:pt x="3946708" y="422224"/>
                  </a:lnTo>
                  <a:lnTo>
                    <a:pt x="3897376" y="480855"/>
                  </a:lnTo>
                  <a:lnTo>
                    <a:pt x="3850655" y="545602"/>
                  </a:lnTo>
                  <a:lnTo>
                    <a:pt x="3829811" y="577558"/>
                  </a:lnTo>
                  <a:lnTo>
                    <a:pt x="3795124" y="635016"/>
                  </a:lnTo>
                  <a:lnTo>
                    <a:pt x="3761259" y="696366"/>
                  </a:lnTo>
                  <a:lnTo>
                    <a:pt x="3728011" y="761686"/>
                  </a:lnTo>
                  <a:lnTo>
                    <a:pt x="3695210" y="831003"/>
                  </a:lnTo>
                  <a:lnTo>
                    <a:pt x="3662716" y="904286"/>
                  </a:lnTo>
                  <a:lnTo>
                    <a:pt x="3630420" y="981437"/>
                  </a:lnTo>
                  <a:lnTo>
                    <a:pt x="3598236" y="1062294"/>
                  </a:lnTo>
                  <a:lnTo>
                    <a:pt x="3566097" y="1146622"/>
                  </a:lnTo>
                  <a:lnTo>
                    <a:pt x="3533959" y="1234117"/>
                  </a:lnTo>
                  <a:lnTo>
                    <a:pt x="3501793" y="1324407"/>
                  </a:lnTo>
                  <a:lnTo>
                    <a:pt x="3469585" y="1417058"/>
                  </a:lnTo>
                  <a:lnTo>
                    <a:pt x="3437331" y="1511578"/>
                  </a:lnTo>
                  <a:lnTo>
                    <a:pt x="3405041" y="1607432"/>
                  </a:lnTo>
                  <a:lnTo>
                    <a:pt x="3372727" y="1704050"/>
                  </a:lnTo>
                  <a:lnTo>
                    <a:pt x="3340407" y="1800843"/>
                  </a:lnTo>
                  <a:lnTo>
                    <a:pt x="3308100" y="1897219"/>
                  </a:lnTo>
                  <a:lnTo>
                    <a:pt x="3275824" y="1992595"/>
                  </a:lnTo>
                  <a:lnTo>
                    <a:pt x="3243588" y="2086414"/>
                  </a:lnTo>
                  <a:lnTo>
                    <a:pt x="3211398" y="2178156"/>
                  </a:lnTo>
                  <a:lnTo>
                    <a:pt x="3179246" y="2267354"/>
                  </a:lnTo>
                  <a:lnTo>
                    <a:pt x="3147112" y="2353595"/>
                  </a:lnTo>
                  <a:lnTo>
                    <a:pt x="3114961" y="2436537"/>
                  </a:lnTo>
                  <a:lnTo>
                    <a:pt x="3082740" y="2515904"/>
                  </a:lnTo>
                  <a:lnTo>
                    <a:pt x="3050375" y="2591490"/>
                  </a:lnTo>
                  <a:lnTo>
                    <a:pt x="3017771" y="2663160"/>
                  </a:lnTo>
                  <a:lnTo>
                    <a:pt x="2984805" y="2730844"/>
                  </a:lnTo>
                  <a:lnTo>
                    <a:pt x="2951327" y="2794535"/>
                  </a:lnTo>
                  <a:lnTo>
                    <a:pt x="2917154" y="2854281"/>
                  </a:lnTo>
                  <a:lnTo>
                    <a:pt x="2896531" y="2887792"/>
                  </a:lnTo>
                  <a:lnTo>
                    <a:pt x="2850797" y="2955409"/>
                  </a:lnTo>
                  <a:lnTo>
                    <a:pt x="2802753" y="3016828"/>
                  </a:lnTo>
                  <a:lnTo>
                    <a:pt x="2751723" y="3072305"/>
                  </a:lnTo>
                  <a:lnTo>
                    <a:pt x="2696965" y="3122304"/>
                  </a:lnTo>
                  <a:lnTo>
                    <a:pt x="2637719" y="3167371"/>
                  </a:lnTo>
                  <a:lnTo>
                    <a:pt x="2573247" y="3208054"/>
                  </a:lnTo>
                  <a:lnTo>
                    <a:pt x="2502902" y="3244855"/>
                  </a:lnTo>
                  <a:lnTo>
                    <a:pt x="2426205" y="3278207"/>
                  </a:lnTo>
                  <a:lnTo>
                    <a:pt x="2342957" y="3308452"/>
                  </a:lnTo>
                  <a:lnTo>
                    <a:pt x="2253376" y="3335840"/>
                  </a:lnTo>
                  <a:lnTo>
                    <a:pt x="2158258" y="3360523"/>
                  </a:lnTo>
                  <a:lnTo>
                    <a:pt x="2059127" y="3382564"/>
                  </a:lnTo>
                  <a:lnTo>
                    <a:pt x="1958333" y="3401952"/>
                  </a:lnTo>
                  <a:lnTo>
                    <a:pt x="1859034" y="3418635"/>
                  </a:lnTo>
                  <a:lnTo>
                    <a:pt x="1765000" y="3432557"/>
                  </a:lnTo>
                  <a:lnTo>
                    <a:pt x="1680201" y="3443709"/>
                  </a:lnTo>
                  <a:lnTo>
                    <a:pt x="1608219" y="3452177"/>
                  </a:lnTo>
                  <a:lnTo>
                    <a:pt x="1551606" y="3458169"/>
                  </a:lnTo>
                  <a:lnTo>
                    <a:pt x="1511354" y="3462021"/>
                  </a:lnTo>
                  <a:lnTo>
                    <a:pt x="1486622" y="3464169"/>
                  </a:lnTo>
                  <a:lnTo>
                    <a:pt x="1474754" y="3465107"/>
                  </a:lnTo>
                  <a:lnTo>
                    <a:pt x="1471499" y="3465343"/>
                  </a:lnTo>
                  <a:lnTo>
                    <a:pt x="1471387" y="3465351"/>
                  </a:lnTo>
                  <a:lnTo>
                    <a:pt x="0" y="346535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09" name="pg1109"/>
            <p:cNvSpPr/>
            <p:nvPr/>
          </p:nvSpPr>
          <p:spPr>
            <a:xfrm>
              <a:off x="4799595" y="3606706"/>
              <a:ext cx="11981298" cy="6317727"/>
            </a:xfrm>
            <a:custGeom>
              <a:avLst/>
              <a:pathLst>
                <a:path w="11981298" h="6317727">
                  <a:moveTo>
                    <a:pt x="0" y="3473524"/>
                  </a:moveTo>
                  <a:lnTo>
                    <a:pt x="1471387" y="3473524"/>
                  </a:lnTo>
                  <a:lnTo>
                    <a:pt x="1472494" y="3473446"/>
                  </a:lnTo>
                  <a:lnTo>
                    <a:pt x="1479778" y="3472895"/>
                  </a:lnTo>
                  <a:lnTo>
                    <a:pt x="1498153" y="3471371"/>
                  </a:lnTo>
                  <a:lnTo>
                    <a:pt x="1531045" y="3468369"/>
                  </a:lnTo>
                  <a:lnTo>
                    <a:pt x="1580148" y="3463422"/>
                  </a:lnTo>
                  <a:lnTo>
                    <a:pt x="1645300" y="3456144"/>
                  </a:lnTo>
                  <a:lnTo>
                    <a:pt x="1724612" y="3446266"/>
                  </a:lnTo>
                  <a:lnTo>
                    <a:pt x="1814899" y="3433649"/>
                  </a:lnTo>
                  <a:lnTo>
                    <a:pt x="1912285" y="3418264"/>
                  </a:lnTo>
                  <a:lnTo>
                    <a:pt x="2012845" y="3400151"/>
                  </a:lnTo>
                  <a:lnTo>
                    <a:pt x="2113100" y="3379370"/>
                  </a:lnTo>
                  <a:lnTo>
                    <a:pt x="2210314" y="3355955"/>
                  </a:lnTo>
                  <a:lnTo>
                    <a:pt x="2302592" y="3329879"/>
                  </a:lnTo>
                  <a:lnTo>
                    <a:pt x="2388819" y="3301034"/>
                  </a:lnTo>
                  <a:lnTo>
                    <a:pt x="2468531" y="3269214"/>
                  </a:lnTo>
                  <a:lnTo>
                    <a:pt x="2541756" y="3234120"/>
                  </a:lnTo>
                  <a:lnTo>
                    <a:pt x="2608859" y="3195361"/>
                  </a:lnTo>
                  <a:lnTo>
                    <a:pt x="2670423" y="3152464"/>
                  </a:lnTo>
                  <a:lnTo>
                    <a:pt x="2727152" y="3104898"/>
                  </a:lnTo>
                  <a:lnTo>
                    <a:pt x="2779803" y="3052110"/>
                  </a:lnTo>
                  <a:lnTo>
                    <a:pt x="2829133" y="2993588"/>
                  </a:lnTo>
                  <a:lnTo>
                    <a:pt x="2875854" y="2928960"/>
                  </a:lnTo>
                  <a:lnTo>
                    <a:pt x="2896531" y="2897327"/>
                  </a:lnTo>
                  <a:lnTo>
                    <a:pt x="2931253" y="2839944"/>
                  </a:lnTo>
                  <a:lnTo>
                    <a:pt x="2965151" y="2778671"/>
                  </a:lnTo>
                  <a:lnTo>
                    <a:pt x="2998431" y="2713429"/>
                  </a:lnTo>
                  <a:lnTo>
                    <a:pt x="3031265" y="2644191"/>
                  </a:lnTo>
                  <a:lnTo>
                    <a:pt x="3063790" y="2570989"/>
                  </a:lnTo>
                  <a:lnTo>
                    <a:pt x="3096118" y="2493921"/>
                  </a:lnTo>
                  <a:lnTo>
                    <a:pt x="3128335" y="2413149"/>
                  </a:lnTo>
                  <a:lnTo>
                    <a:pt x="3160506" y="2328909"/>
                  </a:lnTo>
                  <a:lnTo>
                    <a:pt x="3192677" y="2241506"/>
                  </a:lnTo>
                  <a:lnTo>
                    <a:pt x="3224876" y="2151312"/>
                  </a:lnTo>
                  <a:lnTo>
                    <a:pt x="3257117" y="2058764"/>
                  </a:lnTo>
                  <a:lnTo>
                    <a:pt x="3289404" y="1964352"/>
                  </a:lnTo>
                  <a:lnTo>
                    <a:pt x="3321728" y="1868614"/>
                  </a:lnTo>
                  <a:lnTo>
                    <a:pt x="3354075" y="1772120"/>
                  </a:lnTo>
                  <a:lnTo>
                    <a:pt x="3386427" y="1675458"/>
                  </a:lnTo>
                  <a:lnTo>
                    <a:pt x="3418766" y="1579224"/>
                  </a:lnTo>
                  <a:lnTo>
                    <a:pt x="3451075" y="1483998"/>
                  </a:lnTo>
                  <a:lnTo>
                    <a:pt x="3483342" y="1390338"/>
                  </a:lnTo>
                  <a:lnTo>
                    <a:pt x="3515565" y="1298762"/>
                  </a:lnTo>
                  <a:lnTo>
                    <a:pt x="3547749" y="1209740"/>
                  </a:lnTo>
                  <a:lnTo>
                    <a:pt x="3579915" y="1123679"/>
                  </a:lnTo>
                  <a:lnTo>
                    <a:pt x="3612099" y="1040924"/>
                  </a:lnTo>
                  <a:lnTo>
                    <a:pt x="3644356" y="961749"/>
                  </a:lnTo>
                  <a:lnTo>
                    <a:pt x="3676758" y="886356"/>
                  </a:lnTo>
                  <a:lnTo>
                    <a:pt x="3709403" y="814882"/>
                  </a:lnTo>
                  <a:lnTo>
                    <a:pt x="3742414" y="747392"/>
                  </a:lnTo>
                  <a:lnTo>
                    <a:pt x="3775941" y="683894"/>
                  </a:lnTo>
                  <a:lnTo>
                    <a:pt x="3810172" y="624336"/>
                  </a:lnTo>
                  <a:lnTo>
                    <a:pt x="3829811" y="592542"/>
                  </a:lnTo>
                  <a:lnTo>
                    <a:pt x="3875553" y="525074"/>
                  </a:lnTo>
                  <a:lnTo>
                    <a:pt x="3923606" y="463791"/>
                  </a:lnTo>
                  <a:lnTo>
                    <a:pt x="3974646" y="408438"/>
                  </a:lnTo>
                  <a:lnTo>
                    <a:pt x="4029415" y="358551"/>
                  </a:lnTo>
                  <a:lnTo>
                    <a:pt x="4088675" y="313587"/>
                  </a:lnTo>
                  <a:lnTo>
                    <a:pt x="4153162" y="272997"/>
                  </a:lnTo>
                  <a:lnTo>
                    <a:pt x="4223526" y="236281"/>
                  </a:lnTo>
                  <a:lnTo>
                    <a:pt x="4300244" y="203006"/>
                  </a:lnTo>
                  <a:lnTo>
                    <a:pt x="4383515" y="172831"/>
                  </a:lnTo>
                  <a:lnTo>
                    <a:pt x="4473120" y="145508"/>
                  </a:lnTo>
                  <a:lnTo>
                    <a:pt x="4568262" y="120883"/>
                  </a:lnTo>
                  <a:lnTo>
                    <a:pt x="4667415" y="98896"/>
                  </a:lnTo>
                  <a:lnTo>
                    <a:pt x="4768227" y="79556"/>
                  </a:lnTo>
                  <a:lnTo>
                    <a:pt x="4867534" y="62916"/>
                  </a:lnTo>
                  <a:lnTo>
                    <a:pt x="4961566" y="49031"/>
                  </a:lnTo>
                  <a:lnTo>
                    <a:pt x="5046351" y="37910"/>
                  </a:lnTo>
                  <a:lnTo>
                    <a:pt x="5118306" y="29468"/>
                  </a:lnTo>
                  <a:lnTo>
                    <a:pt x="5174881" y="23496"/>
                  </a:lnTo>
                  <a:lnTo>
                    <a:pt x="5215090" y="19658"/>
                  </a:lnTo>
                  <a:lnTo>
                    <a:pt x="5239779" y="17520"/>
                  </a:lnTo>
                  <a:lnTo>
                    <a:pt x="5251611" y="16587"/>
                  </a:lnTo>
                  <a:lnTo>
                    <a:pt x="5254955" y="16345"/>
                  </a:lnTo>
                  <a:lnTo>
                    <a:pt x="6726343" y="16345"/>
                  </a:lnTo>
                  <a:lnTo>
                    <a:pt x="6727140" y="16446"/>
                  </a:lnTo>
                  <a:lnTo>
                    <a:pt x="6732422" y="17164"/>
                  </a:lnTo>
                  <a:lnTo>
                    <a:pt x="6745866" y="19145"/>
                  </a:lnTo>
                  <a:lnTo>
                    <a:pt x="6770228" y="23051"/>
                  </a:lnTo>
                  <a:lnTo>
                    <a:pt x="6807201" y="29521"/>
                  </a:lnTo>
                  <a:lnTo>
                    <a:pt x="6857298" y="39118"/>
                  </a:lnTo>
                  <a:lnTo>
                    <a:pt x="6919855" y="52286"/>
                  </a:lnTo>
                  <a:lnTo>
                    <a:pt x="6993175" y="69321"/>
                  </a:lnTo>
                  <a:lnTo>
                    <a:pt x="7074821" y="90371"/>
                  </a:lnTo>
                  <a:lnTo>
                    <a:pt x="7161983" y="115460"/>
                  </a:lnTo>
                  <a:lnTo>
                    <a:pt x="7251839" y="144535"/>
                  </a:lnTo>
                  <a:lnTo>
                    <a:pt x="7341846" y="177515"/>
                  </a:lnTo>
                  <a:lnTo>
                    <a:pt x="7429921" y="214344"/>
                  </a:lnTo>
                  <a:lnTo>
                    <a:pt x="7514514" y="255026"/>
                  </a:lnTo>
                  <a:lnTo>
                    <a:pt x="7594605" y="299654"/>
                  </a:lnTo>
                  <a:lnTo>
                    <a:pt x="7669632" y="348431"/>
                  </a:lnTo>
                  <a:lnTo>
                    <a:pt x="7739408" y="401668"/>
                  </a:lnTo>
                  <a:lnTo>
                    <a:pt x="7804030" y="459789"/>
                  </a:lnTo>
                  <a:lnTo>
                    <a:pt x="7863790" y="523324"/>
                  </a:lnTo>
                  <a:lnTo>
                    <a:pt x="7919115" y="592894"/>
                  </a:lnTo>
                  <a:lnTo>
                    <a:pt x="7970506" y="669191"/>
                  </a:lnTo>
                  <a:lnTo>
                    <a:pt x="8018503" y="752939"/>
                  </a:lnTo>
                  <a:lnTo>
                    <a:pt x="8063653" y="844834"/>
                  </a:lnTo>
                  <a:lnTo>
                    <a:pt x="8106482" y="945453"/>
                  </a:lnTo>
                  <a:lnTo>
                    <a:pt x="8147470" y="1055108"/>
                  </a:lnTo>
                  <a:lnTo>
                    <a:pt x="8151487" y="1066576"/>
                  </a:lnTo>
                  <a:lnTo>
                    <a:pt x="8177964" y="1145442"/>
                  </a:lnTo>
                  <a:lnTo>
                    <a:pt x="8203934" y="1228379"/>
                  </a:lnTo>
                  <a:lnTo>
                    <a:pt x="8229494" y="1315465"/>
                  </a:lnTo>
                  <a:lnTo>
                    <a:pt x="8254727" y="1406747"/>
                  </a:lnTo>
                  <a:lnTo>
                    <a:pt x="8279706" y="1502239"/>
                  </a:lnTo>
                  <a:lnTo>
                    <a:pt x="8304494" y="1601921"/>
                  </a:lnTo>
                  <a:lnTo>
                    <a:pt x="8329141" y="1705730"/>
                  </a:lnTo>
                  <a:lnTo>
                    <a:pt x="8353692" y="1813568"/>
                  </a:lnTo>
                  <a:lnTo>
                    <a:pt x="8378183" y="1925290"/>
                  </a:lnTo>
                  <a:lnTo>
                    <a:pt x="8402643" y="2040712"/>
                  </a:lnTo>
                  <a:lnTo>
                    <a:pt x="8427093" y="2159605"/>
                  </a:lnTo>
                  <a:lnTo>
                    <a:pt x="8451551" y="2281699"/>
                  </a:lnTo>
                  <a:lnTo>
                    <a:pt x="8476027" y="2406681"/>
                  </a:lnTo>
                  <a:lnTo>
                    <a:pt x="8500527" y="2534203"/>
                  </a:lnTo>
                  <a:lnTo>
                    <a:pt x="8525054" y="2663880"/>
                  </a:lnTo>
                  <a:lnTo>
                    <a:pt x="8549605" y="2795299"/>
                  </a:lnTo>
                  <a:lnTo>
                    <a:pt x="8574177" y="2928021"/>
                  </a:lnTo>
                  <a:lnTo>
                    <a:pt x="8598764" y="3061586"/>
                  </a:lnTo>
                  <a:lnTo>
                    <a:pt x="8623357" y="3195527"/>
                  </a:lnTo>
                  <a:lnTo>
                    <a:pt x="8647948" y="3329366"/>
                  </a:lnTo>
                  <a:lnTo>
                    <a:pt x="8672529" y="3462630"/>
                  </a:lnTo>
                  <a:lnTo>
                    <a:pt x="8697093" y="3594852"/>
                  </a:lnTo>
                  <a:lnTo>
                    <a:pt x="8721634" y="3725582"/>
                  </a:lnTo>
                  <a:lnTo>
                    <a:pt x="8746149" y="3854392"/>
                  </a:lnTo>
                  <a:lnTo>
                    <a:pt x="8770639" y="3980879"/>
                  </a:lnTo>
                  <a:lnTo>
                    <a:pt x="8795106" y="4104673"/>
                  </a:lnTo>
                  <a:lnTo>
                    <a:pt x="8819559" y="4225441"/>
                  </a:lnTo>
                  <a:lnTo>
                    <a:pt x="8844011" y="4342889"/>
                  </a:lnTo>
                  <a:lnTo>
                    <a:pt x="8868481" y="4456763"/>
                  </a:lnTo>
                  <a:lnTo>
                    <a:pt x="8892994" y="4566853"/>
                  </a:lnTo>
                  <a:lnTo>
                    <a:pt x="8917581" y="4672992"/>
                  </a:lnTo>
                  <a:lnTo>
                    <a:pt x="8942282" y="4775056"/>
                  </a:lnTo>
                  <a:lnTo>
                    <a:pt x="8967144" y="4872961"/>
                  </a:lnTo>
                  <a:lnTo>
                    <a:pt x="8992223" y="4966663"/>
                  </a:lnTo>
                  <a:lnTo>
                    <a:pt x="9017586" y="5056157"/>
                  </a:lnTo>
                  <a:lnTo>
                    <a:pt x="9043309" y="5141471"/>
                  </a:lnTo>
                  <a:lnTo>
                    <a:pt x="9069482" y="5222665"/>
                  </a:lnTo>
                  <a:lnTo>
                    <a:pt x="9084767" y="5267497"/>
                  </a:lnTo>
                  <a:lnTo>
                    <a:pt x="9125595" y="5378058"/>
                  </a:lnTo>
                  <a:lnTo>
                    <a:pt x="9168219" y="5479572"/>
                  </a:lnTo>
                  <a:lnTo>
                    <a:pt x="9213113" y="5572317"/>
                  </a:lnTo>
                  <a:lnTo>
                    <a:pt x="9260802" y="5656850"/>
                  </a:lnTo>
                  <a:lnTo>
                    <a:pt x="9311829" y="5733860"/>
                  </a:lnTo>
                  <a:lnTo>
                    <a:pt x="9366736" y="5804071"/>
                  </a:lnTo>
                  <a:lnTo>
                    <a:pt x="9426032" y="5868181"/>
                  </a:lnTo>
                  <a:lnTo>
                    <a:pt x="9490151" y="5926818"/>
                  </a:lnTo>
                  <a:lnTo>
                    <a:pt x="9559404" y="5980522"/>
                  </a:lnTo>
                  <a:lnTo>
                    <a:pt x="9633909" y="6029729"/>
                  </a:lnTo>
                  <a:lnTo>
                    <a:pt x="9713511" y="6074762"/>
                  </a:lnTo>
                  <a:lnTo>
                    <a:pt x="9797692" y="6115833"/>
                  </a:lnTo>
                  <a:lnTo>
                    <a:pt x="9885478" y="6153045"/>
                  </a:lnTo>
                  <a:lnTo>
                    <a:pt x="9975377" y="6186413"/>
                  </a:lnTo>
                  <a:lnTo>
                    <a:pt x="10065357" y="6215882"/>
                  </a:lnTo>
                  <a:lnTo>
                    <a:pt x="10152913" y="6241373"/>
                  </a:lnTo>
                  <a:lnTo>
                    <a:pt x="10235240" y="6262828"/>
                  </a:lnTo>
                  <a:lnTo>
                    <a:pt x="10309512" y="6280260"/>
                  </a:lnTo>
                  <a:lnTo>
                    <a:pt x="10373237" y="6293804"/>
                  </a:lnTo>
                  <a:lnTo>
                    <a:pt x="10424629" y="6303741"/>
                  </a:lnTo>
                  <a:lnTo>
                    <a:pt x="10462912" y="6310500"/>
                  </a:lnTo>
                  <a:lnTo>
                    <a:pt x="10488478" y="6314635"/>
                  </a:lnTo>
                  <a:lnTo>
                    <a:pt x="10502907" y="6316779"/>
                  </a:lnTo>
                  <a:lnTo>
                    <a:pt x="10508854" y="6317593"/>
                  </a:lnTo>
                  <a:lnTo>
                    <a:pt x="10509911" y="6317727"/>
                  </a:lnTo>
                  <a:lnTo>
                    <a:pt x="11981298" y="6317727"/>
                  </a:lnTo>
                  <a:lnTo>
                    <a:pt x="11981298" y="6301381"/>
                  </a:lnTo>
                  <a:lnTo>
                    <a:pt x="10509911" y="6301381"/>
                  </a:lnTo>
                  <a:lnTo>
                    <a:pt x="10509113" y="6301280"/>
                  </a:lnTo>
                  <a:lnTo>
                    <a:pt x="10503832" y="6300563"/>
                  </a:lnTo>
                  <a:lnTo>
                    <a:pt x="10490387" y="6298582"/>
                  </a:lnTo>
                  <a:lnTo>
                    <a:pt x="10466025" y="6294676"/>
                  </a:lnTo>
                  <a:lnTo>
                    <a:pt x="10429053" y="6288206"/>
                  </a:lnTo>
                  <a:lnTo>
                    <a:pt x="10378955" y="6278609"/>
                  </a:lnTo>
                  <a:lnTo>
                    <a:pt x="10316398" y="6265441"/>
                  </a:lnTo>
                  <a:lnTo>
                    <a:pt x="10243078" y="6248406"/>
                  </a:lnTo>
                  <a:lnTo>
                    <a:pt x="10161432" y="6227356"/>
                  </a:lnTo>
                  <a:lnTo>
                    <a:pt x="10074270" y="6202267"/>
                  </a:lnTo>
                  <a:lnTo>
                    <a:pt x="9984414" y="6173192"/>
                  </a:lnTo>
                  <a:lnTo>
                    <a:pt x="9894407" y="6140211"/>
                  </a:lnTo>
                  <a:lnTo>
                    <a:pt x="9806333" y="6103383"/>
                  </a:lnTo>
                  <a:lnTo>
                    <a:pt x="9721739" y="6062701"/>
                  </a:lnTo>
                  <a:lnTo>
                    <a:pt x="9641649" y="6018072"/>
                  </a:lnTo>
                  <a:lnTo>
                    <a:pt x="9566622" y="5969296"/>
                  </a:lnTo>
                  <a:lnTo>
                    <a:pt x="9496845" y="5916059"/>
                  </a:lnTo>
                  <a:lnTo>
                    <a:pt x="9432224" y="5857938"/>
                  </a:lnTo>
                  <a:lnTo>
                    <a:pt x="9372463" y="5794403"/>
                  </a:lnTo>
                  <a:lnTo>
                    <a:pt x="9317139" y="5724832"/>
                  </a:lnTo>
                  <a:lnTo>
                    <a:pt x="9265747" y="5648535"/>
                  </a:lnTo>
                  <a:lnTo>
                    <a:pt x="9217750" y="5564788"/>
                  </a:lnTo>
                  <a:lnTo>
                    <a:pt x="9172600" y="5472893"/>
                  </a:lnTo>
                  <a:lnTo>
                    <a:pt x="9129771" y="5372274"/>
                  </a:lnTo>
                  <a:lnTo>
                    <a:pt x="9088783" y="5262618"/>
                  </a:lnTo>
                  <a:lnTo>
                    <a:pt x="9084767" y="5251151"/>
                  </a:lnTo>
                  <a:lnTo>
                    <a:pt x="9058289" y="5172285"/>
                  </a:lnTo>
                  <a:lnTo>
                    <a:pt x="9032319" y="5089348"/>
                  </a:lnTo>
                  <a:lnTo>
                    <a:pt x="9006759" y="5002262"/>
                  </a:lnTo>
                  <a:lnTo>
                    <a:pt x="8981526" y="4910980"/>
                  </a:lnTo>
                  <a:lnTo>
                    <a:pt x="8956547" y="4815487"/>
                  </a:lnTo>
                  <a:lnTo>
                    <a:pt x="8931760" y="4715806"/>
                  </a:lnTo>
                  <a:lnTo>
                    <a:pt x="8907112" y="4611996"/>
                  </a:lnTo>
                  <a:lnTo>
                    <a:pt x="8882561" y="4504159"/>
                  </a:lnTo>
                  <a:lnTo>
                    <a:pt x="8858070" y="4392437"/>
                  </a:lnTo>
                  <a:lnTo>
                    <a:pt x="8833611" y="4277014"/>
                  </a:lnTo>
                  <a:lnTo>
                    <a:pt x="8809160" y="4158121"/>
                  </a:lnTo>
                  <a:lnTo>
                    <a:pt x="8784702" y="4036028"/>
                  </a:lnTo>
                  <a:lnTo>
                    <a:pt x="8760226" y="3911045"/>
                  </a:lnTo>
                  <a:lnTo>
                    <a:pt x="8735726" y="3783524"/>
                  </a:lnTo>
                  <a:lnTo>
                    <a:pt x="8711199" y="3653846"/>
                  </a:lnTo>
                  <a:lnTo>
                    <a:pt x="8686648" y="3522427"/>
                  </a:lnTo>
                  <a:lnTo>
                    <a:pt x="8662076" y="3389706"/>
                  </a:lnTo>
                  <a:lnTo>
                    <a:pt x="8637490" y="3256140"/>
                  </a:lnTo>
                  <a:lnTo>
                    <a:pt x="8612897" y="3122200"/>
                  </a:lnTo>
                  <a:lnTo>
                    <a:pt x="8588306" y="2988361"/>
                  </a:lnTo>
                  <a:lnTo>
                    <a:pt x="8563725" y="2855097"/>
                  </a:lnTo>
                  <a:lnTo>
                    <a:pt x="8539161" y="2722875"/>
                  </a:lnTo>
                  <a:lnTo>
                    <a:pt x="8514619" y="2592144"/>
                  </a:lnTo>
                  <a:lnTo>
                    <a:pt x="8490104" y="2463335"/>
                  </a:lnTo>
                  <a:lnTo>
                    <a:pt x="8465615" y="2336848"/>
                  </a:lnTo>
                  <a:lnTo>
                    <a:pt x="8441147" y="2213054"/>
                  </a:lnTo>
                  <a:lnTo>
                    <a:pt x="8416694" y="2092286"/>
                  </a:lnTo>
                  <a:lnTo>
                    <a:pt x="8392242" y="1974838"/>
                  </a:lnTo>
                  <a:lnTo>
                    <a:pt x="8367772" y="1860964"/>
                  </a:lnTo>
                  <a:lnTo>
                    <a:pt x="8343259" y="1750874"/>
                  </a:lnTo>
                  <a:lnTo>
                    <a:pt x="8318672" y="1644734"/>
                  </a:lnTo>
                  <a:lnTo>
                    <a:pt x="8293971" y="1542671"/>
                  </a:lnTo>
                  <a:lnTo>
                    <a:pt x="8269109" y="1444766"/>
                  </a:lnTo>
                  <a:lnTo>
                    <a:pt x="8244030" y="1351063"/>
                  </a:lnTo>
                  <a:lnTo>
                    <a:pt x="8218668" y="1261570"/>
                  </a:lnTo>
                  <a:lnTo>
                    <a:pt x="8192945" y="1176256"/>
                  </a:lnTo>
                  <a:lnTo>
                    <a:pt x="8166771" y="1095062"/>
                  </a:lnTo>
                  <a:lnTo>
                    <a:pt x="8151487" y="1050230"/>
                  </a:lnTo>
                  <a:lnTo>
                    <a:pt x="8110658" y="939669"/>
                  </a:lnTo>
                  <a:lnTo>
                    <a:pt x="8068034" y="838154"/>
                  </a:lnTo>
                  <a:lnTo>
                    <a:pt x="8023140" y="745409"/>
                  </a:lnTo>
                  <a:lnTo>
                    <a:pt x="7975452" y="660877"/>
                  </a:lnTo>
                  <a:lnTo>
                    <a:pt x="7924425" y="583867"/>
                  </a:lnTo>
                  <a:lnTo>
                    <a:pt x="7869517" y="513656"/>
                  </a:lnTo>
                  <a:lnTo>
                    <a:pt x="7810221" y="449546"/>
                  </a:lnTo>
                  <a:lnTo>
                    <a:pt x="7746102" y="390909"/>
                  </a:lnTo>
                  <a:lnTo>
                    <a:pt x="7676849" y="337204"/>
                  </a:lnTo>
                  <a:lnTo>
                    <a:pt x="7602345" y="287998"/>
                  </a:lnTo>
                  <a:lnTo>
                    <a:pt x="7522742" y="242964"/>
                  </a:lnTo>
                  <a:lnTo>
                    <a:pt x="7438562" y="201894"/>
                  </a:lnTo>
                  <a:lnTo>
                    <a:pt x="7350775" y="164681"/>
                  </a:lnTo>
                  <a:lnTo>
                    <a:pt x="7260876" y="131314"/>
                  </a:lnTo>
                  <a:lnTo>
                    <a:pt x="7170897" y="101845"/>
                  </a:lnTo>
                  <a:lnTo>
                    <a:pt x="7083341" y="76354"/>
                  </a:lnTo>
                  <a:lnTo>
                    <a:pt x="7001013" y="54899"/>
                  </a:lnTo>
                  <a:lnTo>
                    <a:pt x="6926742" y="37467"/>
                  </a:lnTo>
                  <a:lnTo>
                    <a:pt x="6863017" y="23923"/>
                  </a:lnTo>
                  <a:lnTo>
                    <a:pt x="6811624" y="13986"/>
                  </a:lnTo>
                  <a:lnTo>
                    <a:pt x="6773342" y="7227"/>
                  </a:lnTo>
                  <a:lnTo>
                    <a:pt x="6747775" y="3092"/>
                  </a:lnTo>
                  <a:lnTo>
                    <a:pt x="6733346" y="948"/>
                  </a:lnTo>
                  <a:lnTo>
                    <a:pt x="6727399" y="134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848" y="77"/>
                  </a:lnTo>
                  <a:lnTo>
                    <a:pt x="5246564" y="628"/>
                  </a:lnTo>
                  <a:lnTo>
                    <a:pt x="5228189" y="2153"/>
                  </a:lnTo>
                  <a:lnTo>
                    <a:pt x="5195298" y="5154"/>
                  </a:lnTo>
                  <a:lnTo>
                    <a:pt x="5146194" y="10101"/>
                  </a:lnTo>
                  <a:lnTo>
                    <a:pt x="5081042" y="17380"/>
                  </a:lnTo>
                  <a:lnTo>
                    <a:pt x="5001730" y="27258"/>
                  </a:lnTo>
                  <a:lnTo>
                    <a:pt x="4911444" y="39874"/>
                  </a:lnTo>
                  <a:lnTo>
                    <a:pt x="4814057" y="55259"/>
                  </a:lnTo>
                  <a:lnTo>
                    <a:pt x="4713497" y="73372"/>
                  </a:lnTo>
                  <a:lnTo>
                    <a:pt x="4613242" y="94153"/>
                  </a:lnTo>
                  <a:lnTo>
                    <a:pt x="4516028" y="117568"/>
                  </a:lnTo>
                  <a:lnTo>
                    <a:pt x="4423750" y="143644"/>
                  </a:lnTo>
                  <a:lnTo>
                    <a:pt x="4337523" y="172490"/>
                  </a:lnTo>
                  <a:lnTo>
                    <a:pt x="4257811" y="204309"/>
                  </a:lnTo>
                  <a:lnTo>
                    <a:pt x="4184586" y="239403"/>
                  </a:lnTo>
                  <a:lnTo>
                    <a:pt x="4117483" y="278163"/>
                  </a:lnTo>
                  <a:lnTo>
                    <a:pt x="4055919" y="321060"/>
                  </a:lnTo>
                  <a:lnTo>
                    <a:pt x="3999190" y="368626"/>
                  </a:lnTo>
                  <a:lnTo>
                    <a:pt x="3946539" y="421413"/>
                  </a:lnTo>
                  <a:lnTo>
                    <a:pt x="3897209" y="479936"/>
                  </a:lnTo>
                  <a:lnTo>
                    <a:pt x="3850488" y="544563"/>
                  </a:lnTo>
                  <a:lnTo>
                    <a:pt x="3829811" y="576196"/>
                  </a:lnTo>
                  <a:lnTo>
                    <a:pt x="3795089" y="633579"/>
                  </a:lnTo>
                  <a:lnTo>
                    <a:pt x="3761191" y="694852"/>
                  </a:lnTo>
                  <a:lnTo>
                    <a:pt x="3727911" y="760094"/>
                  </a:lnTo>
                  <a:lnTo>
                    <a:pt x="3695077" y="829332"/>
                  </a:lnTo>
                  <a:lnTo>
                    <a:pt x="3662552" y="902534"/>
                  </a:lnTo>
                  <a:lnTo>
                    <a:pt x="3630224" y="979603"/>
                  </a:lnTo>
                  <a:lnTo>
                    <a:pt x="3598007" y="1060374"/>
                  </a:lnTo>
                  <a:lnTo>
                    <a:pt x="3565836" y="1144614"/>
                  </a:lnTo>
                  <a:lnTo>
                    <a:pt x="3533665" y="1232017"/>
                  </a:lnTo>
                  <a:lnTo>
                    <a:pt x="3501466" y="1322211"/>
                  </a:lnTo>
                  <a:lnTo>
                    <a:pt x="3469225" y="1414760"/>
                  </a:lnTo>
                  <a:lnTo>
                    <a:pt x="3436938" y="1509171"/>
                  </a:lnTo>
                  <a:lnTo>
                    <a:pt x="3404614" y="1604909"/>
                  </a:lnTo>
                  <a:lnTo>
                    <a:pt x="3372267" y="1701404"/>
                  </a:lnTo>
                  <a:lnTo>
                    <a:pt x="3339915" y="1798065"/>
                  </a:lnTo>
                  <a:lnTo>
                    <a:pt x="3307576" y="1894300"/>
                  </a:lnTo>
                  <a:lnTo>
                    <a:pt x="3275267" y="1989526"/>
                  </a:lnTo>
                  <a:lnTo>
                    <a:pt x="3243000" y="2083186"/>
                  </a:lnTo>
                  <a:lnTo>
                    <a:pt x="3210778" y="2174761"/>
                  </a:lnTo>
                  <a:lnTo>
                    <a:pt x="3178593" y="2263783"/>
                  </a:lnTo>
                  <a:lnTo>
                    <a:pt x="3146427" y="2349844"/>
                  </a:lnTo>
                  <a:lnTo>
                    <a:pt x="3114243" y="2432599"/>
                  </a:lnTo>
                  <a:lnTo>
                    <a:pt x="3081986" y="2511775"/>
                  </a:lnTo>
                  <a:lnTo>
                    <a:pt x="3049584" y="2587167"/>
                  </a:lnTo>
                  <a:lnTo>
                    <a:pt x="3016939" y="2658642"/>
                  </a:lnTo>
                  <a:lnTo>
                    <a:pt x="2983929" y="2726131"/>
                  </a:lnTo>
                  <a:lnTo>
                    <a:pt x="2950401" y="2789630"/>
                  </a:lnTo>
                  <a:lnTo>
                    <a:pt x="2916170" y="2849187"/>
                  </a:lnTo>
                  <a:lnTo>
                    <a:pt x="2896531" y="2880981"/>
                  </a:lnTo>
                  <a:lnTo>
                    <a:pt x="2850789" y="2948450"/>
                  </a:lnTo>
                  <a:lnTo>
                    <a:pt x="2802736" y="3009733"/>
                  </a:lnTo>
                  <a:lnTo>
                    <a:pt x="2751696" y="3065086"/>
                  </a:lnTo>
                  <a:lnTo>
                    <a:pt x="2696928" y="3114972"/>
                  </a:lnTo>
                  <a:lnTo>
                    <a:pt x="2637667" y="3159936"/>
                  </a:lnTo>
                  <a:lnTo>
                    <a:pt x="2573180" y="3200526"/>
                  </a:lnTo>
                  <a:lnTo>
                    <a:pt x="2502816" y="3237243"/>
                  </a:lnTo>
                  <a:lnTo>
                    <a:pt x="2426099" y="3270517"/>
                  </a:lnTo>
                  <a:lnTo>
                    <a:pt x="2342827" y="3300692"/>
                  </a:lnTo>
                  <a:lnTo>
                    <a:pt x="2253222" y="3328016"/>
                  </a:lnTo>
                  <a:lnTo>
                    <a:pt x="2158080" y="3352640"/>
                  </a:lnTo>
                  <a:lnTo>
                    <a:pt x="2058927" y="3374627"/>
                  </a:lnTo>
                  <a:lnTo>
                    <a:pt x="1958116" y="3393968"/>
                  </a:lnTo>
                  <a:lnTo>
                    <a:pt x="1858808" y="3410608"/>
                  </a:lnTo>
                  <a:lnTo>
                    <a:pt x="1764776" y="3424492"/>
                  </a:lnTo>
                  <a:lnTo>
                    <a:pt x="1679991" y="3435613"/>
                  </a:lnTo>
                  <a:lnTo>
                    <a:pt x="1608037" y="3444055"/>
                  </a:lnTo>
                  <a:lnTo>
                    <a:pt x="1551461" y="3450028"/>
                  </a:lnTo>
                  <a:lnTo>
                    <a:pt x="1511252" y="3453865"/>
                  </a:lnTo>
                  <a:lnTo>
                    <a:pt x="1486563" y="3456003"/>
                  </a:lnTo>
                  <a:lnTo>
                    <a:pt x="1474731" y="3456937"/>
                  </a:lnTo>
                  <a:lnTo>
                    <a:pt x="1471387" y="3457178"/>
                  </a:lnTo>
                  <a:lnTo>
                    <a:pt x="0" y="3457178"/>
                  </a:lnTo>
                  <a:close/>
                </a:path>
              </a:pathLst>
            </a:custGeom>
            <a:solidFill>
              <a:srgbClr val="F28E5B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110" name="pl1110"/>
            <p:cNvSpPr/>
            <p:nvPr/>
          </p:nvSpPr>
          <p:spPr>
            <a:xfrm>
              <a:off x="4799595" y="3623052"/>
              <a:ext cx="11981298" cy="6301381"/>
            </a:xfrm>
            <a:custGeom>
              <a:avLst/>
              <a:pathLst>
                <a:path w="11981298" h="6301381">
                  <a:moveTo>
                    <a:pt x="0" y="3457178"/>
                  </a:moveTo>
                  <a:lnTo>
                    <a:pt x="1471387" y="3457178"/>
                  </a:lnTo>
                  <a:lnTo>
                    <a:pt x="1472494" y="3457100"/>
                  </a:lnTo>
                  <a:lnTo>
                    <a:pt x="1479778" y="3456549"/>
                  </a:lnTo>
                  <a:lnTo>
                    <a:pt x="1498153" y="3455025"/>
                  </a:lnTo>
                  <a:lnTo>
                    <a:pt x="1531045" y="3452023"/>
                  </a:lnTo>
                  <a:lnTo>
                    <a:pt x="1580148" y="3447076"/>
                  </a:lnTo>
                  <a:lnTo>
                    <a:pt x="1645300" y="3439798"/>
                  </a:lnTo>
                  <a:lnTo>
                    <a:pt x="1724612" y="3429920"/>
                  </a:lnTo>
                  <a:lnTo>
                    <a:pt x="1814899" y="3417303"/>
                  </a:lnTo>
                  <a:lnTo>
                    <a:pt x="1912285" y="3401918"/>
                  </a:lnTo>
                  <a:lnTo>
                    <a:pt x="2012845" y="3383805"/>
                  </a:lnTo>
                  <a:lnTo>
                    <a:pt x="2113100" y="3363024"/>
                  </a:lnTo>
                  <a:lnTo>
                    <a:pt x="2210314" y="3339609"/>
                  </a:lnTo>
                  <a:lnTo>
                    <a:pt x="2302592" y="3313533"/>
                  </a:lnTo>
                  <a:lnTo>
                    <a:pt x="2388819" y="3284688"/>
                  </a:lnTo>
                  <a:lnTo>
                    <a:pt x="2468531" y="3252868"/>
                  </a:lnTo>
                  <a:lnTo>
                    <a:pt x="2541756" y="3217774"/>
                  </a:lnTo>
                  <a:lnTo>
                    <a:pt x="2608859" y="3179015"/>
                  </a:lnTo>
                  <a:lnTo>
                    <a:pt x="2670423" y="3136118"/>
                  </a:lnTo>
                  <a:lnTo>
                    <a:pt x="2727152" y="3088552"/>
                  </a:lnTo>
                  <a:lnTo>
                    <a:pt x="2779803" y="3035764"/>
                  </a:lnTo>
                  <a:lnTo>
                    <a:pt x="2829133" y="2977242"/>
                  </a:lnTo>
                  <a:lnTo>
                    <a:pt x="2875854" y="2912614"/>
                  </a:lnTo>
                  <a:lnTo>
                    <a:pt x="2896531" y="2880981"/>
                  </a:lnTo>
                  <a:lnTo>
                    <a:pt x="2931253" y="2823598"/>
                  </a:lnTo>
                  <a:lnTo>
                    <a:pt x="2965151" y="2762325"/>
                  </a:lnTo>
                  <a:lnTo>
                    <a:pt x="2998431" y="2697083"/>
                  </a:lnTo>
                  <a:lnTo>
                    <a:pt x="3031265" y="2627845"/>
                  </a:lnTo>
                  <a:lnTo>
                    <a:pt x="3063790" y="2554643"/>
                  </a:lnTo>
                  <a:lnTo>
                    <a:pt x="3096118" y="2477575"/>
                  </a:lnTo>
                  <a:lnTo>
                    <a:pt x="3128335" y="2396803"/>
                  </a:lnTo>
                  <a:lnTo>
                    <a:pt x="3160506" y="2312563"/>
                  </a:lnTo>
                  <a:lnTo>
                    <a:pt x="3192677" y="2225160"/>
                  </a:lnTo>
                  <a:lnTo>
                    <a:pt x="3224876" y="2134966"/>
                  </a:lnTo>
                  <a:lnTo>
                    <a:pt x="3257117" y="2042418"/>
                  </a:lnTo>
                  <a:lnTo>
                    <a:pt x="3289404" y="1948006"/>
                  </a:lnTo>
                  <a:lnTo>
                    <a:pt x="3321728" y="1852268"/>
                  </a:lnTo>
                  <a:lnTo>
                    <a:pt x="3354075" y="1755774"/>
                  </a:lnTo>
                  <a:lnTo>
                    <a:pt x="3386427" y="1659112"/>
                  </a:lnTo>
                  <a:lnTo>
                    <a:pt x="3418766" y="1562878"/>
                  </a:lnTo>
                  <a:lnTo>
                    <a:pt x="3451075" y="1467652"/>
                  </a:lnTo>
                  <a:lnTo>
                    <a:pt x="3483342" y="1373992"/>
                  </a:lnTo>
                  <a:lnTo>
                    <a:pt x="3515565" y="1282416"/>
                  </a:lnTo>
                  <a:lnTo>
                    <a:pt x="3547749" y="1193394"/>
                  </a:lnTo>
                  <a:lnTo>
                    <a:pt x="3579915" y="1107333"/>
                  </a:lnTo>
                  <a:lnTo>
                    <a:pt x="3612099" y="1024578"/>
                  </a:lnTo>
                  <a:lnTo>
                    <a:pt x="3644356" y="945403"/>
                  </a:lnTo>
                  <a:lnTo>
                    <a:pt x="3676758" y="870010"/>
                  </a:lnTo>
                  <a:lnTo>
                    <a:pt x="3709403" y="798536"/>
                  </a:lnTo>
                  <a:lnTo>
                    <a:pt x="3742414" y="731046"/>
                  </a:lnTo>
                  <a:lnTo>
                    <a:pt x="3775941" y="667548"/>
                  </a:lnTo>
                  <a:lnTo>
                    <a:pt x="3810172" y="607990"/>
                  </a:lnTo>
                  <a:lnTo>
                    <a:pt x="3829811" y="576196"/>
                  </a:lnTo>
                  <a:lnTo>
                    <a:pt x="3875553" y="508728"/>
                  </a:lnTo>
                  <a:lnTo>
                    <a:pt x="3923606" y="447445"/>
                  </a:lnTo>
                  <a:lnTo>
                    <a:pt x="3974646" y="392092"/>
                  </a:lnTo>
                  <a:lnTo>
                    <a:pt x="4029415" y="342205"/>
                  </a:lnTo>
                  <a:lnTo>
                    <a:pt x="4088675" y="297241"/>
                  </a:lnTo>
                  <a:lnTo>
                    <a:pt x="4153162" y="256651"/>
                  </a:lnTo>
                  <a:lnTo>
                    <a:pt x="4223526" y="219935"/>
                  </a:lnTo>
                  <a:lnTo>
                    <a:pt x="4300244" y="186660"/>
                  </a:lnTo>
                  <a:lnTo>
                    <a:pt x="4383515" y="156485"/>
                  </a:lnTo>
                  <a:lnTo>
                    <a:pt x="4473120" y="129162"/>
                  </a:lnTo>
                  <a:lnTo>
                    <a:pt x="4568262" y="104537"/>
                  </a:lnTo>
                  <a:lnTo>
                    <a:pt x="4667415" y="82550"/>
                  </a:lnTo>
                  <a:lnTo>
                    <a:pt x="4768227" y="63210"/>
                  </a:lnTo>
                  <a:lnTo>
                    <a:pt x="4867534" y="46570"/>
                  </a:lnTo>
                  <a:lnTo>
                    <a:pt x="4961566" y="32685"/>
                  </a:lnTo>
                  <a:lnTo>
                    <a:pt x="5046351" y="21564"/>
                  </a:lnTo>
                  <a:lnTo>
                    <a:pt x="5118306" y="13122"/>
                  </a:lnTo>
                  <a:lnTo>
                    <a:pt x="5174881" y="7150"/>
                  </a:lnTo>
                  <a:lnTo>
                    <a:pt x="5215090" y="3312"/>
                  </a:lnTo>
                  <a:lnTo>
                    <a:pt x="5239779" y="1174"/>
                  </a:lnTo>
                  <a:lnTo>
                    <a:pt x="5251611" y="241"/>
                  </a:lnTo>
                  <a:lnTo>
                    <a:pt x="5254846" y="7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140" y="100"/>
                  </a:lnTo>
                  <a:lnTo>
                    <a:pt x="6732422" y="818"/>
                  </a:lnTo>
                  <a:lnTo>
                    <a:pt x="6745866" y="2799"/>
                  </a:lnTo>
                  <a:lnTo>
                    <a:pt x="6770228" y="6705"/>
                  </a:lnTo>
                  <a:lnTo>
                    <a:pt x="6807201" y="13175"/>
                  </a:lnTo>
                  <a:lnTo>
                    <a:pt x="6857298" y="22772"/>
                  </a:lnTo>
                  <a:lnTo>
                    <a:pt x="6919855" y="35940"/>
                  </a:lnTo>
                  <a:lnTo>
                    <a:pt x="6993175" y="52975"/>
                  </a:lnTo>
                  <a:lnTo>
                    <a:pt x="7074821" y="74025"/>
                  </a:lnTo>
                  <a:lnTo>
                    <a:pt x="7161983" y="99114"/>
                  </a:lnTo>
                  <a:lnTo>
                    <a:pt x="7251839" y="128189"/>
                  </a:lnTo>
                  <a:lnTo>
                    <a:pt x="7341846" y="161169"/>
                  </a:lnTo>
                  <a:lnTo>
                    <a:pt x="7429921" y="197998"/>
                  </a:lnTo>
                  <a:lnTo>
                    <a:pt x="7514514" y="238680"/>
                  </a:lnTo>
                  <a:lnTo>
                    <a:pt x="7594605" y="283308"/>
                  </a:lnTo>
                  <a:lnTo>
                    <a:pt x="7669632" y="332085"/>
                  </a:lnTo>
                  <a:lnTo>
                    <a:pt x="7739408" y="385322"/>
                  </a:lnTo>
                  <a:lnTo>
                    <a:pt x="7804030" y="443443"/>
                  </a:lnTo>
                  <a:lnTo>
                    <a:pt x="7863790" y="506978"/>
                  </a:lnTo>
                  <a:lnTo>
                    <a:pt x="7919115" y="576548"/>
                  </a:lnTo>
                  <a:lnTo>
                    <a:pt x="7970506" y="652845"/>
                  </a:lnTo>
                  <a:lnTo>
                    <a:pt x="8018503" y="736593"/>
                  </a:lnTo>
                  <a:lnTo>
                    <a:pt x="8063653" y="828488"/>
                  </a:lnTo>
                  <a:lnTo>
                    <a:pt x="8106482" y="929107"/>
                  </a:lnTo>
                  <a:lnTo>
                    <a:pt x="8147470" y="1038762"/>
                  </a:lnTo>
                  <a:lnTo>
                    <a:pt x="8151487" y="1050230"/>
                  </a:lnTo>
                  <a:lnTo>
                    <a:pt x="8177964" y="1129096"/>
                  </a:lnTo>
                  <a:lnTo>
                    <a:pt x="8203934" y="1212033"/>
                  </a:lnTo>
                  <a:lnTo>
                    <a:pt x="8229494" y="1299119"/>
                  </a:lnTo>
                  <a:lnTo>
                    <a:pt x="8254727" y="1390401"/>
                  </a:lnTo>
                  <a:lnTo>
                    <a:pt x="8279706" y="1485893"/>
                  </a:lnTo>
                  <a:lnTo>
                    <a:pt x="8304494" y="1585575"/>
                  </a:lnTo>
                  <a:lnTo>
                    <a:pt x="8329141" y="1689384"/>
                  </a:lnTo>
                  <a:lnTo>
                    <a:pt x="8353692" y="1797222"/>
                  </a:lnTo>
                  <a:lnTo>
                    <a:pt x="8378183" y="1908944"/>
                  </a:lnTo>
                  <a:lnTo>
                    <a:pt x="8402643" y="2024366"/>
                  </a:lnTo>
                  <a:lnTo>
                    <a:pt x="8427093" y="2143259"/>
                  </a:lnTo>
                  <a:lnTo>
                    <a:pt x="8451551" y="2265353"/>
                  </a:lnTo>
                  <a:lnTo>
                    <a:pt x="8476027" y="2390335"/>
                  </a:lnTo>
                  <a:lnTo>
                    <a:pt x="8500527" y="2517857"/>
                  </a:lnTo>
                  <a:lnTo>
                    <a:pt x="8525054" y="2647534"/>
                  </a:lnTo>
                  <a:lnTo>
                    <a:pt x="8549605" y="2778953"/>
                  </a:lnTo>
                  <a:lnTo>
                    <a:pt x="8574177" y="2911675"/>
                  </a:lnTo>
                  <a:lnTo>
                    <a:pt x="8598764" y="3045240"/>
                  </a:lnTo>
                  <a:lnTo>
                    <a:pt x="8623357" y="3179181"/>
                  </a:lnTo>
                  <a:lnTo>
                    <a:pt x="8647948" y="3313020"/>
                  </a:lnTo>
                  <a:lnTo>
                    <a:pt x="8672529" y="3446284"/>
                  </a:lnTo>
                  <a:lnTo>
                    <a:pt x="8697093" y="3578506"/>
                  </a:lnTo>
                  <a:lnTo>
                    <a:pt x="8721634" y="3709236"/>
                  </a:lnTo>
                  <a:lnTo>
                    <a:pt x="8746149" y="3838046"/>
                  </a:lnTo>
                  <a:lnTo>
                    <a:pt x="8770639" y="3964533"/>
                  </a:lnTo>
                  <a:lnTo>
                    <a:pt x="8795106" y="4088327"/>
                  </a:lnTo>
                  <a:lnTo>
                    <a:pt x="8819559" y="4209095"/>
                  </a:lnTo>
                  <a:lnTo>
                    <a:pt x="8844011" y="4326543"/>
                  </a:lnTo>
                  <a:lnTo>
                    <a:pt x="8868481" y="4440417"/>
                  </a:lnTo>
                  <a:lnTo>
                    <a:pt x="8892994" y="4550507"/>
                  </a:lnTo>
                  <a:lnTo>
                    <a:pt x="8917581" y="4656646"/>
                  </a:lnTo>
                  <a:lnTo>
                    <a:pt x="8942282" y="4758710"/>
                  </a:lnTo>
                  <a:lnTo>
                    <a:pt x="8967144" y="4856615"/>
                  </a:lnTo>
                  <a:lnTo>
                    <a:pt x="8992223" y="4950317"/>
                  </a:lnTo>
                  <a:lnTo>
                    <a:pt x="9017586" y="5039811"/>
                  </a:lnTo>
                  <a:lnTo>
                    <a:pt x="9043309" y="5125125"/>
                  </a:lnTo>
                  <a:lnTo>
                    <a:pt x="9069482" y="5206319"/>
                  </a:lnTo>
                  <a:lnTo>
                    <a:pt x="9084767" y="5251151"/>
                  </a:lnTo>
                  <a:lnTo>
                    <a:pt x="9125595" y="5361712"/>
                  </a:lnTo>
                  <a:lnTo>
                    <a:pt x="9168219" y="5463226"/>
                  </a:lnTo>
                  <a:lnTo>
                    <a:pt x="9213113" y="5555971"/>
                  </a:lnTo>
                  <a:lnTo>
                    <a:pt x="9260802" y="5640504"/>
                  </a:lnTo>
                  <a:lnTo>
                    <a:pt x="9311829" y="5717514"/>
                  </a:lnTo>
                  <a:lnTo>
                    <a:pt x="9366736" y="5787725"/>
                  </a:lnTo>
                  <a:lnTo>
                    <a:pt x="9426032" y="5851835"/>
                  </a:lnTo>
                  <a:lnTo>
                    <a:pt x="9490151" y="5910472"/>
                  </a:lnTo>
                  <a:lnTo>
                    <a:pt x="9559404" y="5964176"/>
                  </a:lnTo>
                  <a:lnTo>
                    <a:pt x="9633909" y="6013383"/>
                  </a:lnTo>
                  <a:lnTo>
                    <a:pt x="9713511" y="6058416"/>
                  </a:lnTo>
                  <a:lnTo>
                    <a:pt x="9797692" y="6099487"/>
                  </a:lnTo>
                  <a:lnTo>
                    <a:pt x="9885478" y="6136699"/>
                  </a:lnTo>
                  <a:lnTo>
                    <a:pt x="9975377" y="6170067"/>
                  </a:lnTo>
                  <a:lnTo>
                    <a:pt x="10065357" y="6199536"/>
                  </a:lnTo>
                  <a:lnTo>
                    <a:pt x="10152913" y="6225027"/>
                  </a:lnTo>
                  <a:lnTo>
                    <a:pt x="10235240" y="6246482"/>
                  </a:lnTo>
                  <a:lnTo>
                    <a:pt x="10309512" y="6263914"/>
                  </a:lnTo>
                  <a:lnTo>
                    <a:pt x="10373237" y="6277458"/>
                  </a:lnTo>
                  <a:lnTo>
                    <a:pt x="10424629" y="6287395"/>
                  </a:lnTo>
                  <a:lnTo>
                    <a:pt x="10462912" y="6294154"/>
                  </a:lnTo>
                  <a:lnTo>
                    <a:pt x="10488478" y="6298289"/>
                  </a:lnTo>
                  <a:lnTo>
                    <a:pt x="10502907" y="6300433"/>
                  </a:lnTo>
                  <a:lnTo>
                    <a:pt x="10508854" y="6301247"/>
                  </a:lnTo>
                  <a:lnTo>
                    <a:pt x="10509910" y="6301381"/>
                  </a:lnTo>
                  <a:lnTo>
                    <a:pt x="10509911" y="6301381"/>
                  </a:lnTo>
                  <a:lnTo>
                    <a:pt x="11981298" y="630138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11" name="pl1111"/>
            <p:cNvSpPr/>
            <p:nvPr/>
          </p:nvSpPr>
          <p:spPr>
            <a:xfrm>
              <a:off x="4799595" y="3606706"/>
              <a:ext cx="11981298" cy="6301381"/>
            </a:xfrm>
            <a:custGeom>
              <a:avLst/>
              <a:pathLst>
                <a:path w="11981298" h="6301381">
                  <a:moveTo>
                    <a:pt x="11981298" y="6301381"/>
                  </a:moveTo>
                  <a:lnTo>
                    <a:pt x="10509911" y="6301381"/>
                  </a:lnTo>
                  <a:lnTo>
                    <a:pt x="10509113" y="6301280"/>
                  </a:lnTo>
                  <a:lnTo>
                    <a:pt x="10503832" y="6300563"/>
                  </a:lnTo>
                  <a:lnTo>
                    <a:pt x="10490387" y="6298582"/>
                  </a:lnTo>
                  <a:lnTo>
                    <a:pt x="10466025" y="6294676"/>
                  </a:lnTo>
                  <a:lnTo>
                    <a:pt x="10429053" y="6288206"/>
                  </a:lnTo>
                  <a:lnTo>
                    <a:pt x="10378955" y="6278609"/>
                  </a:lnTo>
                  <a:lnTo>
                    <a:pt x="10316398" y="6265441"/>
                  </a:lnTo>
                  <a:lnTo>
                    <a:pt x="10243078" y="6248406"/>
                  </a:lnTo>
                  <a:lnTo>
                    <a:pt x="10161432" y="6227356"/>
                  </a:lnTo>
                  <a:lnTo>
                    <a:pt x="10074270" y="6202267"/>
                  </a:lnTo>
                  <a:lnTo>
                    <a:pt x="9984414" y="6173192"/>
                  </a:lnTo>
                  <a:lnTo>
                    <a:pt x="9894407" y="6140211"/>
                  </a:lnTo>
                  <a:lnTo>
                    <a:pt x="9806333" y="6103383"/>
                  </a:lnTo>
                  <a:lnTo>
                    <a:pt x="9721739" y="6062701"/>
                  </a:lnTo>
                  <a:lnTo>
                    <a:pt x="9641649" y="6018072"/>
                  </a:lnTo>
                  <a:lnTo>
                    <a:pt x="9566622" y="5969296"/>
                  </a:lnTo>
                  <a:lnTo>
                    <a:pt x="9496845" y="5916059"/>
                  </a:lnTo>
                  <a:lnTo>
                    <a:pt x="9432224" y="5857938"/>
                  </a:lnTo>
                  <a:lnTo>
                    <a:pt x="9372463" y="5794403"/>
                  </a:lnTo>
                  <a:lnTo>
                    <a:pt x="9317139" y="5724832"/>
                  </a:lnTo>
                  <a:lnTo>
                    <a:pt x="9265747" y="5648535"/>
                  </a:lnTo>
                  <a:lnTo>
                    <a:pt x="9217750" y="5564788"/>
                  </a:lnTo>
                  <a:lnTo>
                    <a:pt x="9172600" y="5472893"/>
                  </a:lnTo>
                  <a:lnTo>
                    <a:pt x="9129771" y="5372274"/>
                  </a:lnTo>
                  <a:lnTo>
                    <a:pt x="9088783" y="5262618"/>
                  </a:lnTo>
                  <a:lnTo>
                    <a:pt x="9084767" y="5251151"/>
                  </a:lnTo>
                  <a:lnTo>
                    <a:pt x="9058289" y="5172285"/>
                  </a:lnTo>
                  <a:lnTo>
                    <a:pt x="9032319" y="5089348"/>
                  </a:lnTo>
                  <a:lnTo>
                    <a:pt x="9006759" y="5002262"/>
                  </a:lnTo>
                  <a:lnTo>
                    <a:pt x="8981526" y="4910980"/>
                  </a:lnTo>
                  <a:lnTo>
                    <a:pt x="8956547" y="4815487"/>
                  </a:lnTo>
                  <a:lnTo>
                    <a:pt x="8931760" y="4715806"/>
                  </a:lnTo>
                  <a:lnTo>
                    <a:pt x="8907112" y="4611996"/>
                  </a:lnTo>
                  <a:lnTo>
                    <a:pt x="8882561" y="4504159"/>
                  </a:lnTo>
                  <a:lnTo>
                    <a:pt x="8858070" y="4392437"/>
                  </a:lnTo>
                  <a:lnTo>
                    <a:pt x="8833611" y="4277014"/>
                  </a:lnTo>
                  <a:lnTo>
                    <a:pt x="8809160" y="4158121"/>
                  </a:lnTo>
                  <a:lnTo>
                    <a:pt x="8784702" y="4036028"/>
                  </a:lnTo>
                  <a:lnTo>
                    <a:pt x="8760226" y="3911045"/>
                  </a:lnTo>
                  <a:lnTo>
                    <a:pt x="8735726" y="3783524"/>
                  </a:lnTo>
                  <a:lnTo>
                    <a:pt x="8711199" y="3653846"/>
                  </a:lnTo>
                  <a:lnTo>
                    <a:pt x="8686648" y="3522427"/>
                  </a:lnTo>
                  <a:lnTo>
                    <a:pt x="8662076" y="3389706"/>
                  </a:lnTo>
                  <a:lnTo>
                    <a:pt x="8637490" y="3256140"/>
                  </a:lnTo>
                  <a:lnTo>
                    <a:pt x="8612897" y="3122200"/>
                  </a:lnTo>
                  <a:lnTo>
                    <a:pt x="8588306" y="2988361"/>
                  </a:lnTo>
                  <a:lnTo>
                    <a:pt x="8563725" y="2855097"/>
                  </a:lnTo>
                  <a:lnTo>
                    <a:pt x="8539161" y="2722875"/>
                  </a:lnTo>
                  <a:lnTo>
                    <a:pt x="8514619" y="2592144"/>
                  </a:lnTo>
                  <a:lnTo>
                    <a:pt x="8490104" y="2463335"/>
                  </a:lnTo>
                  <a:lnTo>
                    <a:pt x="8465615" y="2336848"/>
                  </a:lnTo>
                  <a:lnTo>
                    <a:pt x="8441147" y="2213054"/>
                  </a:lnTo>
                  <a:lnTo>
                    <a:pt x="8416694" y="2092286"/>
                  </a:lnTo>
                  <a:lnTo>
                    <a:pt x="8392242" y="1974838"/>
                  </a:lnTo>
                  <a:lnTo>
                    <a:pt x="8367772" y="1860964"/>
                  </a:lnTo>
                  <a:lnTo>
                    <a:pt x="8343259" y="1750874"/>
                  </a:lnTo>
                  <a:lnTo>
                    <a:pt x="8318672" y="1644734"/>
                  </a:lnTo>
                  <a:lnTo>
                    <a:pt x="8293971" y="1542671"/>
                  </a:lnTo>
                  <a:lnTo>
                    <a:pt x="8269109" y="1444766"/>
                  </a:lnTo>
                  <a:lnTo>
                    <a:pt x="8244030" y="1351063"/>
                  </a:lnTo>
                  <a:lnTo>
                    <a:pt x="8218668" y="1261570"/>
                  </a:lnTo>
                  <a:lnTo>
                    <a:pt x="8192945" y="1176256"/>
                  </a:lnTo>
                  <a:lnTo>
                    <a:pt x="8166771" y="1095062"/>
                  </a:lnTo>
                  <a:lnTo>
                    <a:pt x="8151487" y="1050230"/>
                  </a:lnTo>
                  <a:lnTo>
                    <a:pt x="8110658" y="939669"/>
                  </a:lnTo>
                  <a:lnTo>
                    <a:pt x="8068034" y="838154"/>
                  </a:lnTo>
                  <a:lnTo>
                    <a:pt x="8023140" y="745409"/>
                  </a:lnTo>
                  <a:lnTo>
                    <a:pt x="7975452" y="660877"/>
                  </a:lnTo>
                  <a:lnTo>
                    <a:pt x="7924425" y="583867"/>
                  </a:lnTo>
                  <a:lnTo>
                    <a:pt x="7869517" y="513656"/>
                  </a:lnTo>
                  <a:lnTo>
                    <a:pt x="7810221" y="449546"/>
                  </a:lnTo>
                  <a:lnTo>
                    <a:pt x="7746102" y="390909"/>
                  </a:lnTo>
                  <a:lnTo>
                    <a:pt x="7676849" y="337204"/>
                  </a:lnTo>
                  <a:lnTo>
                    <a:pt x="7602345" y="287998"/>
                  </a:lnTo>
                  <a:lnTo>
                    <a:pt x="7522742" y="242964"/>
                  </a:lnTo>
                  <a:lnTo>
                    <a:pt x="7438562" y="201894"/>
                  </a:lnTo>
                  <a:lnTo>
                    <a:pt x="7350775" y="164681"/>
                  </a:lnTo>
                  <a:lnTo>
                    <a:pt x="7260876" y="131314"/>
                  </a:lnTo>
                  <a:lnTo>
                    <a:pt x="7170897" y="101845"/>
                  </a:lnTo>
                  <a:lnTo>
                    <a:pt x="7083341" y="76354"/>
                  </a:lnTo>
                  <a:lnTo>
                    <a:pt x="7001013" y="54899"/>
                  </a:lnTo>
                  <a:lnTo>
                    <a:pt x="6926742" y="37467"/>
                  </a:lnTo>
                  <a:lnTo>
                    <a:pt x="6863017" y="23923"/>
                  </a:lnTo>
                  <a:lnTo>
                    <a:pt x="6811624" y="13986"/>
                  </a:lnTo>
                  <a:lnTo>
                    <a:pt x="6773342" y="7227"/>
                  </a:lnTo>
                  <a:lnTo>
                    <a:pt x="6747775" y="3092"/>
                  </a:lnTo>
                  <a:lnTo>
                    <a:pt x="6733346" y="948"/>
                  </a:lnTo>
                  <a:lnTo>
                    <a:pt x="6727399" y="134"/>
                  </a:lnTo>
                  <a:lnTo>
                    <a:pt x="6726343" y="0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848" y="77"/>
                  </a:lnTo>
                  <a:lnTo>
                    <a:pt x="5246564" y="628"/>
                  </a:lnTo>
                  <a:lnTo>
                    <a:pt x="5228189" y="2153"/>
                  </a:lnTo>
                  <a:lnTo>
                    <a:pt x="5195298" y="5154"/>
                  </a:lnTo>
                  <a:lnTo>
                    <a:pt x="5146194" y="10101"/>
                  </a:lnTo>
                  <a:lnTo>
                    <a:pt x="5081042" y="17380"/>
                  </a:lnTo>
                  <a:lnTo>
                    <a:pt x="5001730" y="27258"/>
                  </a:lnTo>
                  <a:lnTo>
                    <a:pt x="4911444" y="39874"/>
                  </a:lnTo>
                  <a:lnTo>
                    <a:pt x="4814057" y="55259"/>
                  </a:lnTo>
                  <a:lnTo>
                    <a:pt x="4713497" y="73372"/>
                  </a:lnTo>
                  <a:lnTo>
                    <a:pt x="4613242" y="94153"/>
                  </a:lnTo>
                  <a:lnTo>
                    <a:pt x="4516028" y="117568"/>
                  </a:lnTo>
                  <a:lnTo>
                    <a:pt x="4423750" y="143644"/>
                  </a:lnTo>
                  <a:lnTo>
                    <a:pt x="4337523" y="172490"/>
                  </a:lnTo>
                  <a:lnTo>
                    <a:pt x="4257811" y="204309"/>
                  </a:lnTo>
                  <a:lnTo>
                    <a:pt x="4184586" y="239403"/>
                  </a:lnTo>
                  <a:lnTo>
                    <a:pt x="4117483" y="278163"/>
                  </a:lnTo>
                  <a:lnTo>
                    <a:pt x="4055919" y="321060"/>
                  </a:lnTo>
                  <a:lnTo>
                    <a:pt x="3999190" y="368626"/>
                  </a:lnTo>
                  <a:lnTo>
                    <a:pt x="3946539" y="421413"/>
                  </a:lnTo>
                  <a:lnTo>
                    <a:pt x="3897209" y="479936"/>
                  </a:lnTo>
                  <a:lnTo>
                    <a:pt x="3850488" y="544563"/>
                  </a:lnTo>
                  <a:lnTo>
                    <a:pt x="3829811" y="576196"/>
                  </a:lnTo>
                  <a:lnTo>
                    <a:pt x="3795089" y="633579"/>
                  </a:lnTo>
                  <a:lnTo>
                    <a:pt x="3761191" y="694852"/>
                  </a:lnTo>
                  <a:lnTo>
                    <a:pt x="3727911" y="760094"/>
                  </a:lnTo>
                  <a:lnTo>
                    <a:pt x="3695077" y="829332"/>
                  </a:lnTo>
                  <a:lnTo>
                    <a:pt x="3662552" y="902534"/>
                  </a:lnTo>
                  <a:lnTo>
                    <a:pt x="3630224" y="979603"/>
                  </a:lnTo>
                  <a:lnTo>
                    <a:pt x="3598007" y="1060374"/>
                  </a:lnTo>
                  <a:lnTo>
                    <a:pt x="3565836" y="1144614"/>
                  </a:lnTo>
                  <a:lnTo>
                    <a:pt x="3533665" y="1232017"/>
                  </a:lnTo>
                  <a:lnTo>
                    <a:pt x="3501466" y="1322211"/>
                  </a:lnTo>
                  <a:lnTo>
                    <a:pt x="3469225" y="1414760"/>
                  </a:lnTo>
                  <a:lnTo>
                    <a:pt x="3436938" y="1509171"/>
                  </a:lnTo>
                  <a:lnTo>
                    <a:pt x="3404614" y="1604909"/>
                  </a:lnTo>
                  <a:lnTo>
                    <a:pt x="3372267" y="1701404"/>
                  </a:lnTo>
                  <a:lnTo>
                    <a:pt x="3339915" y="1798065"/>
                  </a:lnTo>
                  <a:lnTo>
                    <a:pt x="3307576" y="1894300"/>
                  </a:lnTo>
                  <a:lnTo>
                    <a:pt x="3275267" y="1989526"/>
                  </a:lnTo>
                  <a:lnTo>
                    <a:pt x="3243000" y="2083186"/>
                  </a:lnTo>
                  <a:lnTo>
                    <a:pt x="3210778" y="2174761"/>
                  </a:lnTo>
                  <a:lnTo>
                    <a:pt x="3178593" y="2263783"/>
                  </a:lnTo>
                  <a:lnTo>
                    <a:pt x="3146427" y="2349844"/>
                  </a:lnTo>
                  <a:lnTo>
                    <a:pt x="3114243" y="2432599"/>
                  </a:lnTo>
                  <a:lnTo>
                    <a:pt x="3081986" y="2511775"/>
                  </a:lnTo>
                  <a:lnTo>
                    <a:pt x="3049584" y="2587167"/>
                  </a:lnTo>
                  <a:lnTo>
                    <a:pt x="3016939" y="2658642"/>
                  </a:lnTo>
                  <a:lnTo>
                    <a:pt x="2983929" y="2726131"/>
                  </a:lnTo>
                  <a:lnTo>
                    <a:pt x="2950401" y="2789630"/>
                  </a:lnTo>
                  <a:lnTo>
                    <a:pt x="2916170" y="2849187"/>
                  </a:lnTo>
                  <a:lnTo>
                    <a:pt x="2896531" y="2880981"/>
                  </a:lnTo>
                  <a:lnTo>
                    <a:pt x="2850789" y="2948450"/>
                  </a:lnTo>
                  <a:lnTo>
                    <a:pt x="2802736" y="3009733"/>
                  </a:lnTo>
                  <a:lnTo>
                    <a:pt x="2751696" y="3065086"/>
                  </a:lnTo>
                  <a:lnTo>
                    <a:pt x="2696928" y="3114972"/>
                  </a:lnTo>
                  <a:lnTo>
                    <a:pt x="2637667" y="3159936"/>
                  </a:lnTo>
                  <a:lnTo>
                    <a:pt x="2573180" y="3200526"/>
                  </a:lnTo>
                  <a:lnTo>
                    <a:pt x="2502816" y="3237243"/>
                  </a:lnTo>
                  <a:lnTo>
                    <a:pt x="2426099" y="3270517"/>
                  </a:lnTo>
                  <a:lnTo>
                    <a:pt x="2342827" y="3300692"/>
                  </a:lnTo>
                  <a:lnTo>
                    <a:pt x="2253222" y="3328016"/>
                  </a:lnTo>
                  <a:lnTo>
                    <a:pt x="2158080" y="3352640"/>
                  </a:lnTo>
                  <a:lnTo>
                    <a:pt x="2058927" y="3374627"/>
                  </a:lnTo>
                  <a:lnTo>
                    <a:pt x="1958116" y="3393968"/>
                  </a:lnTo>
                  <a:lnTo>
                    <a:pt x="1858808" y="3410608"/>
                  </a:lnTo>
                  <a:lnTo>
                    <a:pt x="1764776" y="3424492"/>
                  </a:lnTo>
                  <a:lnTo>
                    <a:pt x="1679991" y="3435613"/>
                  </a:lnTo>
                  <a:lnTo>
                    <a:pt x="1608037" y="3444055"/>
                  </a:lnTo>
                  <a:lnTo>
                    <a:pt x="1551461" y="3450028"/>
                  </a:lnTo>
                  <a:lnTo>
                    <a:pt x="1511252" y="3453865"/>
                  </a:lnTo>
                  <a:lnTo>
                    <a:pt x="1486563" y="3456003"/>
                  </a:lnTo>
                  <a:lnTo>
                    <a:pt x="1474731" y="3456937"/>
                  </a:lnTo>
                  <a:lnTo>
                    <a:pt x="1471496" y="3457170"/>
                  </a:lnTo>
                  <a:lnTo>
                    <a:pt x="1471387" y="3457178"/>
                  </a:lnTo>
                  <a:lnTo>
                    <a:pt x="0" y="345717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12" name="pg1112"/>
            <p:cNvSpPr/>
            <p:nvPr/>
          </p:nvSpPr>
          <p:spPr>
            <a:xfrm>
              <a:off x="4799595" y="3639398"/>
              <a:ext cx="11981298" cy="7036951"/>
            </a:xfrm>
            <a:custGeom>
              <a:avLst/>
              <a:pathLst>
                <a:path w="11981298" h="7036951">
                  <a:moveTo>
                    <a:pt x="0" y="3457178"/>
                  </a:moveTo>
                  <a:lnTo>
                    <a:pt x="1471387" y="3457178"/>
                  </a:lnTo>
                  <a:lnTo>
                    <a:pt x="1472495" y="3457101"/>
                  </a:lnTo>
                  <a:lnTo>
                    <a:pt x="1479786" y="3456551"/>
                  </a:lnTo>
                  <a:lnTo>
                    <a:pt x="1498178" y="3455033"/>
                  </a:lnTo>
                  <a:lnTo>
                    <a:pt x="1531099" y="3452043"/>
                  </a:lnTo>
                  <a:lnTo>
                    <a:pt x="1580243" y="3447114"/>
                  </a:lnTo>
                  <a:lnTo>
                    <a:pt x="1645444" y="3439863"/>
                  </a:lnTo>
                  <a:lnTo>
                    <a:pt x="1724811" y="3430023"/>
                  </a:lnTo>
                  <a:lnTo>
                    <a:pt x="1815149" y="3417455"/>
                  </a:lnTo>
                  <a:lnTo>
                    <a:pt x="1912582" y="3402130"/>
                  </a:lnTo>
                  <a:lnTo>
                    <a:pt x="2013180" y="3384088"/>
                  </a:lnTo>
                  <a:lnTo>
                    <a:pt x="2113461" y="3363389"/>
                  </a:lnTo>
                  <a:lnTo>
                    <a:pt x="2210692" y="3340067"/>
                  </a:lnTo>
                  <a:lnTo>
                    <a:pt x="2302977" y="3314095"/>
                  </a:lnTo>
                  <a:lnTo>
                    <a:pt x="2389204" y="3285363"/>
                  </a:lnTo>
                  <a:lnTo>
                    <a:pt x="2468912" y="3253669"/>
                  </a:lnTo>
                  <a:lnTo>
                    <a:pt x="2542128" y="3218711"/>
                  </a:lnTo>
                  <a:lnTo>
                    <a:pt x="2609221" y="3180101"/>
                  </a:lnTo>
                  <a:lnTo>
                    <a:pt x="2670775" y="3137367"/>
                  </a:lnTo>
                  <a:lnTo>
                    <a:pt x="2727496" y="3089980"/>
                  </a:lnTo>
                  <a:lnTo>
                    <a:pt x="2780141" y="3037390"/>
                  </a:lnTo>
                  <a:lnTo>
                    <a:pt x="2829467" y="2979084"/>
                  </a:lnTo>
                  <a:lnTo>
                    <a:pt x="2876187" y="2914697"/>
                  </a:lnTo>
                  <a:lnTo>
                    <a:pt x="2896531" y="2883706"/>
                  </a:lnTo>
                  <a:lnTo>
                    <a:pt x="2931323" y="2826474"/>
                  </a:lnTo>
                  <a:lnTo>
                    <a:pt x="2965287" y="2765354"/>
                  </a:lnTo>
                  <a:lnTo>
                    <a:pt x="2998633" y="2700268"/>
                  </a:lnTo>
                  <a:lnTo>
                    <a:pt x="3031531" y="2631189"/>
                  </a:lnTo>
                  <a:lnTo>
                    <a:pt x="3064120" y="2558149"/>
                  </a:lnTo>
                  <a:lnTo>
                    <a:pt x="3096512" y="2481246"/>
                  </a:lnTo>
                  <a:lnTo>
                    <a:pt x="3128794" y="2400645"/>
                  </a:lnTo>
                  <a:lnTo>
                    <a:pt x="3161030" y="2316582"/>
                  </a:lnTo>
                  <a:lnTo>
                    <a:pt x="3193267" y="2229364"/>
                  </a:lnTo>
                  <a:lnTo>
                    <a:pt x="3225532" y="2139364"/>
                  </a:lnTo>
                  <a:lnTo>
                    <a:pt x="3257840" y="2047020"/>
                  </a:lnTo>
                  <a:lnTo>
                    <a:pt x="3290194" y="1952826"/>
                  </a:lnTo>
                  <a:lnTo>
                    <a:pt x="3322584" y="1857321"/>
                  </a:lnTo>
                  <a:lnTo>
                    <a:pt x="3354997" y="1761075"/>
                  </a:lnTo>
                  <a:lnTo>
                    <a:pt x="3387416" y="1664679"/>
                  </a:lnTo>
                  <a:lnTo>
                    <a:pt x="3419820" y="1568727"/>
                  </a:lnTo>
                  <a:lnTo>
                    <a:pt x="3452193" y="1473802"/>
                  </a:lnTo>
                  <a:lnTo>
                    <a:pt x="3484524" y="1380461"/>
                  </a:lnTo>
                  <a:lnTo>
                    <a:pt x="3516811" y="1289220"/>
                  </a:lnTo>
                  <a:lnTo>
                    <a:pt x="3549059" y="1200548"/>
                  </a:lnTo>
                  <a:lnTo>
                    <a:pt x="3581291" y="1114852"/>
                  </a:lnTo>
                  <a:lnTo>
                    <a:pt x="3613543" y="1032471"/>
                  </a:lnTo>
                  <a:lnTo>
                    <a:pt x="3645870" y="953679"/>
                  </a:lnTo>
                  <a:lnTo>
                    <a:pt x="3678347" y="878675"/>
                  </a:lnTo>
                  <a:lnTo>
                    <a:pt x="3711074" y="807590"/>
                  </a:lnTo>
                  <a:lnTo>
                    <a:pt x="3744174" y="740490"/>
                  </a:lnTo>
                  <a:lnTo>
                    <a:pt x="3777803" y="677377"/>
                  </a:lnTo>
                  <a:lnTo>
                    <a:pt x="3812149" y="618198"/>
                  </a:lnTo>
                  <a:lnTo>
                    <a:pt x="3829811" y="589818"/>
                  </a:lnTo>
                  <a:lnTo>
                    <a:pt x="3875569" y="522647"/>
                  </a:lnTo>
                  <a:lnTo>
                    <a:pt x="3923639" y="461637"/>
                  </a:lnTo>
                  <a:lnTo>
                    <a:pt x="3974698" y="406532"/>
                  </a:lnTo>
                  <a:lnTo>
                    <a:pt x="4029490" y="356871"/>
                  </a:lnTo>
                  <a:lnTo>
                    <a:pt x="4088777" y="312111"/>
                  </a:lnTo>
                  <a:lnTo>
                    <a:pt x="4153296" y="271708"/>
                  </a:lnTo>
                  <a:lnTo>
                    <a:pt x="4223696" y="235160"/>
                  </a:lnTo>
                  <a:lnTo>
                    <a:pt x="4300456" y="202040"/>
                  </a:lnTo>
                  <a:lnTo>
                    <a:pt x="4383773" y="172006"/>
                  </a:lnTo>
                  <a:lnTo>
                    <a:pt x="4473427" y="144811"/>
                  </a:lnTo>
                  <a:lnTo>
                    <a:pt x="4568618" y="120305"/>
                  </a:lnTo>
                  <a:lnTo>
                    <a:pt x="4667815" y="98424"/>
                  </a:lnTo>
                  <a:lnTo>
                    <a:pt x="4768660" y="79180"/>
                  </a:lnTo>
                  <a:lnTo>
                    <a:pt x="4867986" y="62625"/>
                  </a:lnTo>
                  <a:lnTo>
                    <a:pt x="4962014" y="48815"/>
                  </a:lnTo>
                  <a:lnTo>
                    <a:pt x="5046769" y="37757"/>
                  </a:lnTo>
                  <a:lnTo>
                    <a:pt x="5118669" y="29366"/>
                  </a:lnTo>
                  <a:lnTo>
                    <a:pt x="5175170" y="23433"/>
                  </a:lnTo>
                  <a:lnTo>
                    <a:pt x="5215292" y="19625"/>
                  </a:lnTo>
                  <a:lnTo>
                    <a:pt x="5239896" y="17505"/>
                  </a:lnTo>
                  <a:lnTo>
                    <a:pt x="5251658" y="16582"/>
                  </a:lnTo>
                  <a:lnTo>
                    <a:pt x="5254955" y="16345"/>
                  </a:lnTo>
                  <a:lnTo>
                    <a:pt x="6726343" y="16345"/>
                  </a:lnTo>
                  <a:lnTo>
                    <a:pt x="6727095" y="16451"/>
                  </a:lnTo>
                  <a:lnTo>
                    <a:pt x="6732086" y="17205"/>
                  </a:lnTo>
                  <a:lnTo>
                    <a:pt x="6744807" y="19284"/>
                  </a:lnTo>
                  <a:lnTo>
                    <a:pt x="6767903" y="23385"/>
                  </a:lnTo>
                  <a:lnTo>
                    <a:pt x="6803042" y="30183"/>
                  </a:lnTo>
                  <a:lnTo>
                    <a:pt x="6850809" y="40277"/>
                  </a:lnTo>
                  <a:lnTo>
                    <a:pt x="6910689" y="54151"/>
                  </a:lnTo>
                  <a:lnTo>
                    <a:pt x="6981192" y="72134"/>
                  </a:lnTo>
                  <a:lnTo>
                    <a:pt x="7060099" y="94404"/>
                  </a:lnTo>
                  <a:lnTo>
                    <a:pt x="7144792" y="121005"/>
                  </a:lnTo>
                  <a:lnTo>
                    <a:pt x="7232588" y="151891"/>
                  </a:lnTo>
                  <a:lnTo>
                    <a:pt x="7321015" y="186980"/>
                  </a:lnTo>
                  <a:lnTo>
                    <a:pt x="7408004" y="226201"/>
                  </a:lnTo>
                  <a:lnTo>
                    <a:pt x="7491970" y="269540"/>
                  </a:lnTo>
                  <a:lnTo>
                    <a:pt x="7571824" y="317070"/>
                  </a:lnTo>
                  <a:lnTo>
                    <a:pt x="7646923" y="368968"/>
                  </a:lnTo>
                  <a:lnTo>
                    <a:pt x="7716995" y="425528"/>
                  </a:lnTo>
                  <a:lnTo>
                    <a:pt x="7782054" y="487157"/>
                  </a:lnTo>
                  <a:lnTo>
                    <a:pt x="7842322" y="554376"/>
                  </a:lnTo>
                  <a:lnTo>
                    <a:pt x="7898163" y="627806"/>
                  </a:lnTo>
                  <a:lnTo>
                    <a:pt x="7950028" y="708148"/>
                  </a:lnTo>
                  <a:lnTo>
                    <a:pt x="7998416" y="796157"/>
                  </a:lnTo>
                  <a:lnTo>
                    <a:pt x="8043842" y="892585"/>
                  </a:lnTo>
                  <a:lnTo>
                    <a:pt x="8086815" y="998109"/>
                  </a:lnTo>
                  <a:lnTo>
                    <a:pt x="8127810" y="1113207"/>
                  </a:lnTo>
                  <a:lnTo>
                    <a:pt x="8151487" y="1186446"/>
                  </a:lnTo>
                  <a:lnTo>
                    <a:pt x="8176642" y="1269775"/>
                  </a:lnTo>
                  <a:lnTo>
                    <a:pt x="8201335" y="1357190"/>
                  </a:lnTo>
                  <a:lnTo>
                    <a:pt x="8225650" y="1448765"/>
                  </a:lnTo>
                  <a:lnTo>
                    <a:pt x="8249660" y="1544552"/>
                  </a:lnTo>
                  <a:lnTo>
                    <a:pt x="8273428" y="1644568"/>
                  </a:lnTo>
                  <a:lnTo>
                    <a:pt x="8297011" y="1748802"/>
                  </a:lnTo>
                  <a:lnTo>
                    <a:pt x="8320453" y="1857206"/>
                  </a:lnTo>
                  <a:lnTo>
                    <a:pt x="8343797" y="1969698"/>
                  </a:lnTo>
                  <a:lnTo>
                    <a:pt x="8367073" y="2086155"/>
                  </a:lnTo>
                  <a:lnTo>
                    <a:pt x="8390311" y="2206419"/>
                  </a:lnTo>
                  <a:lnTo>
                    <a:pt x="8413530" y="2330292"/>
                  </a:lnTo>
                  <a:lnTo>
                    <a:pt x="8436749" y="2457537"/>
                  </a:lnTo>
                  <a:lnTo>
                    <a:pt x="8459979" y="2587878"/>
                  </a:lnTo>
                  <a:lnTo>
                    <a:pt x="8483228" y="2721005"/>
                  </a:lnTo>
                  <a:lnTo>
                    <a:pt x="8506499" y="2856573"/>
                  </a:lnTo>
                  <a:lnTo>
                    <a:pt x="8529794" y="2994208"/>
                  </a:lnTo>
                  <a:lnTo>
                    <a:pt x="8553111" y="3133509"/>
                  </a:lnTo>
                  <a:lnTo>
                    <a:pt x="8576446" y="3274055"/>
                  </a:lnTo>
                  <a:lnTo>
                    <a:pt x="8599793" y="3415406"/>
                  </a:lnTo>
                  <a:lnTo>
                    <a:pt x="8623146" y="3557113"/>
                  </a:lnTo>
                  <a:lnTo>
                    <a:pt x="8646497" y="3698722"/>
                  </a:lnTo>
                  <a:lnTo>
                    <a:pt x="8669840" y="3839782"/>
                  </a:lnTo>
                  <a:lnTo>
                    <a:pt x="8693168" y="3979845"/>
                  </a:lnTo>
                  <a:lnTo>
                    <a:pt x="8716476" y="4118481"/>
                  </a:lnTo>
                  <a:lnTo>
                    <a:pt x="8739761" y="4255275"/>
                  </a:lnTo>
                  <a:lnTo>
                    <a:pt x="8763022" y="4389838"/>
                  </a:lnTo>
                  <a:lnTo>
                    <a:pt x="8786262" y="4521808"/>
                  </a:lnTo>
                  <a:lnTo>
                    <a:pt x="8809486" y="4650854"/>
                  </a:lnTo>
                  <a:lnTo>
                    <a:pt x="8832703" y="4776680"/>
                  </a:lnTo>
                  <a:lnTo>
                    <a:pt x="8855928" y="4899029"/>
                  </a:lnTo>
                  <a:lnTo>
                    <a:pt x="8879180" y="5017679"/>
                  </a:lnTo>
                  <a:lnTo>
                    <a:pt x="8902481" y="5132449"/>
                  </a:lnTo>
                  <a:lnTo>
                    <a:pt x="8925863" y="5243196"/>
                  </a:lnTo>
                  <a:lnTo>
                    <a:pt x="8949360" y="5349815"/>
                  </a:lnTo>
                  <a:lnTo>
                    <a:pt x="8973016" y="5452240"/>
                  </a:lnTo>
                  <a:lnTo>
                    <a:pt x="8996881" y="5550438"/>
                  </a:lnTo>
                  <a:lnTo>
                    <a:pt x="9021014" y="5644410"/>
                  </a:lnTo>
                  <a:lnTo>
                    <a:pt x="9045482" y="5734189"/>
                  </a:lnTo>
                  <a:lnTo>
                    <a:pt x="9070362" y="5819836"/>
                  </a:lnTo>
                  <a:lnTo>
                    <a:pt x="9084767" y="5866850"/>
                  </a:lnTo>
                  <a:lnTo>
                    <a:pt x="9124788" y="5987738"/>
                  </a:lnTo>
                  <a:lnTo>
                    <a:pt x="9166527" y="6098932"/>
                  </a:lnTo>
                  <a:lnTo>
                    <a:pt x="9210432" y="6200711"/>
                  </a:lnTo>
                  <a:lnTo>
                    <a:pt x="9256992" y="6293651"/>
                  </a:lnTo>
                  <a:lnTo>
                    <a:pt x="9306722" y="6378471"/>
                  </a:lnTo>
                  <a:lnTo>
                    <a:pt x="9360134" y="6455934"/>
                  </a:lnTo>
                  <a:lnTo>
                    <a:pt x="9417712" y="6526775"/>
                  </a:lnTo>
                  <a:lnTo>
                    <a:pt x="9479878" y="6591668"/>
                  </a:lnTo>
                  <a:lnTo>
                    <a:pt x="9546945" y="6651193"/>
                  </a:lnTo>
                  <a:lnTo>
                    <a:pt x="9619060" y="6705828"/>
                  </a:lnTo>
                  <a:lnTo>
                    <a:pt x="9696130" y="6755933"/>
                  </a:lnTo>
                  <a:lnTo>
                    <a:pt x="9777746" y="6801756"/>
                  </a:lnTo>
                  <a:lnTo>
                    <a:pt x="9863091" y="6843429"/>
                  </a:lnTo>
                  <a:lnTo>
                    <a:pt x="9950879" y="6880986"/>
                  </a:lnTo>
                  <a:lnTo>
                    <a:pt x="10039327" y="6914388"/>
                  </a:lnTo>
                  <a:lnTo>
                    <a:pt x="10126184" y="6943553"/>
                  </a:lnTo>
                  <a:lnTo>
                    <a:pt x="10208867" y="6968407"/>
                  </a:lnTo>
                  <a:lnTo>
                    <a:pt x="10284680" y="6988934"/>
                  </a:lnTo>
                  <a:lnTo>
                    <a:pt x="10351127" y="7005228"/>
                  </a:lnTo>
                  <a:lnTo>
                    <a:pt x="10406245" y="7017526"/>
                  </a:lnTo>
                  <a:lnTo>
                    <a:pt x="10448913" y="7026224"/>
                  </a:lnTo>
                  <a:lnTo>
                    <a:pt x="10479056" y="7031855"/>
                  </a:lnTo>
                  <a:lnTo>
                    <a:pt x="10497703" y="7035056"/>
                  </a:lnTo>
                  <a:lnTo>
                    <a:pt x="10506935" y="7036517"/>
                  </a:lnTo>
                  <a:lnTo>
                    <a:pt x="10509748" y="7036929"/>
                  </a:lnTo>
                  <a:lnTo>
                    <a:pt x="10509911" y="7036951"/>
                  </a:lnTo>
                  <a:lnTo>
                    <a:pt x="11981298" y="7036951"/>
                  </a:lnTo>
                  <a:lnTo>
                    <a:pt x="11981298" y="7020605"/>
                  </a:lnTo>
                  <a:lnTo>
                    <a:pt x="10509911" y="7020605"/>
                  </a:lnTo>
                  <a:lnTo>
                    <a:pt x="10509158" y="7020499"/>
                  </a:lnTo>
                  <a:lnTo>
                    <a:pt x="10504167" y="7019746"/>
                  </a:lnTo>
                  <a:lnTo>
                    <a:pt x="10491446" y="7017667"/>
                  </a:lnTo>
                  <a:lnTo>
                    <a:pt x="10468350" y="7013565"/>
                  </a:lnTo>
                  <a:lnTo>
                    <a:pt x="10433211" y="7006768"/>
                  </a:lnTo>
                  <a:lnTo>
                    <a:pt x="10385445" y="6996673"/>
                  </a:lnTo>
                  <a:lnTo>
                    <a:pt x="10325564" y="6982800"/>
                  </a:lnTo>
                  <a:lnTo>
                    <a:pt x="10255061" y="6964817"/>
                  </a:lnTo>
                  <a:lnTo>
                    <a:pt x="10176154" y="6942547"/>
                  </a:lnTo>
                  <a:lnTo>
                    <a:pt x="10091461" y="6915946"/>
                  </a:lnTo>
                  <a:lnTo>
                    <a:pt x="10003665" y="6885059"/>
                  </a:lnTo>
                  <a:lnTo>
                    <a:pt x="9915238" y="6849971"/>
                  </a:lnTo>
                  <a:lnTo>
                    <a:pt x="9828249" y="6810750"/>
                  </a:lnTo>
                  <a:lnTo>
                    <a:pt x="9744283" y="6767411"/>
                  </a:lnTo>
                  <a:lnTo>
                    <a:pt x="9664430" y="6719881"/>
                  </a:lnTo>
                  <a:lnTo>
                    <a:pt x="9589330" y="6667983"/>
                  </a:lnTo>
                  <a:lnTo>
                    <a:pt x="9519258" y="6611423"/>
                  </a:lnTo>
                  <a:lnTo>
                    <a:pt x="9454199" y="6549794"/>
                  </a:lnTo>
                  <a:lnTo>
                    <a:pt x="9393931" y="6482574"/>
                  </a:lnTo>
                  <a:lnTo>
                    <a:pt x="9338090" y="6409145"/>
                  </a:lnTo>
                  <a:lnTo>
                    <a:pt x="9286226" y="6328802"/>
                  </a:lnTo>
                  <a:lnTo>
                    <a:pt x="9237838" y="6240794"/>
                  </a:lnTo>
                  <a:lnTo>
                    <a:pt x="9192411" y="6144366"/>
                  </a:lnTo>
                  <a:lnTo>
                    <a:pt x="9149438" y="6038842"/>
                  </a:lnTo>
                  <a:lnTo>
                    <a:pt x="9108443" y="5923744"/>
                  </a:lnTo>
                  <a:lnTo>
                    <a:pt x="9084767" y="5850504"/>
                  </a:lnTo>
                  <a:lnTo>
                    <a:pt x="9059611" y="5767175"/>
                  </a:lnTo>
                  <a:lnTo>
                    <a:pt x="9034918" y="5679761"/>
                  </a:lnTo>
                  <a:lnTo>
                    <a:pt x="9010603" y="5588185"/>
                  </a:lnTo>
                  <a:lnTo>
                    <a:pt x="8986593" y="5492399"/>
                  </a:lnTo>
                  <a:lnTo>
                    <a:pt x="8962825" y="5392382"/>
                  </a:lnTo>
                  <a:lnTo>
                    <a:pt x="8939243" y="5288148"/>
                  </a:lnTo>
                  <a:lnTo>
                    <a:pt x="8915800" y="5179744"/>
                  </a:lnTo>
                  <a:lnTo>
                    <a:pt x="8892457" y="5067253"/>
                  </a:lnTo>
                  <a:lnTo>
                    <a:pt x="8869180" y="4950796"/>
                  </a:lnTo>
                  <a:lnTo>
                    <a:pt x="8845943" y="4830531"/>
                  </a:lnTo>
                  <a:lnTo>
                    <a:pt x="8822723" y="4706658"/>
                  </a:lnTo>
                  <a:lnTo>
                    <a:pt x="8799504" y="4579414"/>
                  </a:lnTo>
                  <a:lnTo>
                    <a:pt x="8776274" y="4449073"/>
                  </a:lnTo>
                  <a:lnTo>
                    <a:pt x="8753026" y="4315946"/>
                  </a:lnTo>
                  <a:lnTo>
                    <a:pt x="8729754" y="4180378"/>
                  </a:lnTo>
                  <a:lnTo>
                    <a:pt x="8706459" y="4042743"/>
                  </a:lnTo>
                  <a:lnTo>
                    <a:pt x="8683142" y="3903441"/>
                  </a:lnTo>
                  <a:lnTo>
                    <a:pt x="8659807" y="3762896"/>
                  </a:lnTo>
                  <a:lnTo>
                    <a:pt x="8636460" y="3621545"/>
                  </a:lnTo>
                  <a:lnTo>
                    <a:pt x="8613107" y="3479838"/>
                  </a:lnTo>
                  <a:lnTo>
                    <a:pt x="8589756" y="3338228"/>
                  </a:lnTo>
                  <a:lnTo>
                    <a:pt x="8566413" y="3197169"/>
                  </a:lnTo>
                  <a:lnTo>
                    <a:pt x="8543086" y="3057105"/>
                  </a:lnTo>
                  <a:lnTo>
                    <a:pt x="8519778" y="2918470"/>
                  </a:lnTo>
                  <a:lnTo>
                    <a:pt x="8496493" y="2781675"/>
                  </a:lnTo>
                  <a:lnTo>
                    <a:pt x="8473231" y="2647112"/>
                  </a:lnTo>
                  <a:lnTo>
                    <a:pt x="8449991" y="2515143"/>
                  </a:lnTo>
                  <a:lnTo>
                    <a:pt x="8426768" y="2386097"/>
                  </a:lnTo>
                  <a:lnTo>
                    <a:pt x="8403550" y="2260270"/>
                  </a:lnTo>
                  <a:lnTo>
                    <a:pt x="8380325" y="2137922"/>
                  </a:lnTo>
                  <a:lnTo>
                    <a:pt x="8357074" y="2019272"/>
                  </a:lnTo>
                  <a:lnTo>
                    <a:pt x="8333772" y="1904502"/>
                  </a:lnTo>
                  <a:lnTo>
                    <a:pt x="8310391" y="1793755"/>
                  </a:lnTo>
                  <a:lnTo>
                    <a:pt x="8286893" y="1687135"/>
                  </a:lnTo>
                  <a:lnTo>
                    <a:pt x="8263237" y="1584711"/>
                  </a:lnTo>
                  <a:lnTo>
                    <a:pt x="8239372" y="1486513"/>
                  </a:lnTo>
                  <a:lnTo>
                    <a:pt x="8215239" y="1392541"/>
                  </a:lnTo>
                  <a:lnTo>
                    <a:pt x="8190772" y="1302761"/>
                  </a:lnTo>
                  <a:lnTo>
                    <a:pt x="8165891" y="1217114"/>
                  </a:lnTo>
                  <a:lnTo>
                    <a:pt x="8151487" y="1170100"/>
                  </a:lnTo>
                  <a:lnTo>
                    <a:pt x="8111465" y="1049212"/>
                  </a:lnTo>
                  <a:lnTo>
                    <a:pt x="8069726" y="938019"/>
                  </a:lnTo>
                  <a:lnTo>
                    <a:pt x="8025822" y="836240"/>
                  </a:lnTo>
                  <a:lnTo>
                    <a:pt x="7979261" y="743300"/>
                  </a:lnTo>
                  <a:lnTo>
                    <a:pt x="7929531" y="658479"/>
                  </a:lnTo>
                  <a:lnTo>
                    <a:pt x="7876119" y="581017"/>
                  </a:lnTo>
                  <a:lnTo>
                    <a:pt x="7818541" y="510175"/>
                  </a:lnTo>
                  <a:lnTo>
                    <a:pt x="7756375" y="445283"/>
                  </a:lnTo>
                  <a:lnTo>
                    <a:pt x="7689308" y="385757"/>
                  </a:lnTo>
                  <a:lnTo>
                    <a:pt x="7617194" y="331123"/>
                  </a:lnTo>
                  <a:lnTo>
                    <a:pt x="7540123" y="281017"/>
                  </a:lnTo>
                  <a:lnTo>
                    <a:pt x="7458507" y="235195"/>
                  </a:lnTo>
                  <a:lnTo>
                    <a:pt x="7373163" y="193522"/>
                  </a:lnTo>
                  <a:lnTo>
                    <a:pt x="7285374" y="155964"/>
                  </a:lnTo>
                  <a:lnTo>
                    <a:pt x="7196927" y="122562"/>
                  </a:lnTo>
                  <a:lnTo>
                    <a:pt x="7110069" y="93397"/>
                  </a:lnTo>
                  <a:lnTo>
                    <a:pt x="7027386" y="68544"/>
                  </a:lnTo>
                  <a:lnTo>
                    <a:pt x="6951573" y="48017"/>
                  </a:lnTo>
                  <a:lnTo>
                    <a:pt x="6885126" y="31723"/>
                  </a:lnTo>
                  <a:lnTo>
                    <a:pt x="6830009" y="19424"/>
                  </a:lnTo>
                  <a:lnTo>
                    <a:pt x="6787340" y="10727"/>
                  </a:lnTo>
                  <a:lnTo>
                    <a:pt x="6757198" y="5096"/>
                  </a:lnTo>
                  <a:lnTo>
                    <a:pt x="6738550" y="1894"/>
                  </a:lnTo>
                  <a:lnTo>
                    <a:pt x="6729319" y="434"/>
                  </a:lnTo>
                  <a:lnTo>
                    <a:pt x="6726505" y="22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847" y="77"/>
                  </a:lnTo>
                  <a:lnTo>
                    <a:pt x="5246556" y="626"/>
                  </a:lnTo>
                  <a:lnTo>
                    <a:pt x="5228164" y="2145"/>
                  </a:lnTo>
                  <a:lnTo>
                    <a:pt x="5195243" y="5135"/>
                  </a:lnTo>
                  <a:lnTo>
                    <a:pt x="5146099" y="10063"/>
                  </a:lnTo>
                  <a:lnTo>
                    <a:pt x="5080898" y="17314"/>
                  </a:lnTo>
                  <a:lnTo>
                    <a:pt x="5001531" y="27155"/>
                  </a:lnTo>
                  <a:lnTo>
                    <a:pt x="4911193" y="39723"/>
                  </a:lnTo>
                  <a:lnTo>
                    <a:pt x="4813760" y="55048"/>
                  </a:lnTo>
                  <a:lnTo>
                    <a:pt x="4713162" y="73089"/>
                  </a:lnTo>
                  <a:lnTo>
                    <a:pt x="4612881" y="93788"/>
                  </a:lnTo>
                  <a:lnTo>
                    <a:pt x="4515650" y="117110"/>
                  </a:lnTo>
                  <a:lnTo>
                    <a:pt x="4423365" y="143082"/>
                  </a:lnTo>
                  <a:lnTo>
                    <a:pt x="4337138" y="171814"/>
                  </a:lnTo>
                  <a:lnTo>
                    <a:pt x="4257431" y="203509"/>
                  </a:lnTo>
                  <a:lnTo>
                    <a:pt x="4184214" y="238466"/>
                  </a:lnTo>
                  <a:lnTo>
                    <a:pt x="4117121" y="277076"/>
                  </a:lnTo>
                  <a:lnTo>
                    <a:pt x="4055567" y="319810"/>
                  </a:lnTo>
                  <a:lnTo>
                    <a:pt x="3998846" y="367197"/>
                  </a:lnTo>
                  <a:lnTo>
                    <a:pt x="3946202" y="419788"/>
                  </a:lnTo>
                  <a:lnTo>
                    <a:pt x="3896875" y="478093"/>
                  </a:lnTo>
                  <a:lnTo>
                    <a:pt x="3850155" y="542480"/>
                  </a:lnTo>
                  <a:lnTo>
                    <a:pt x="3829811" y="573472"/>
                  </a:lnTo>
                  <a:lnTo>
                    <a:pt x="3795019" y="630704"/>
                  </a:lnTo>
                  <a:lnTo>
                    <a:pt x="3761055" y="691823"/>
                  </a:lnTo>
                  <a:lnTo>
                    <a:pt x="3727709" y="756909"/>
                  </a:lnTo>
                  <a:lnTo>
                    <a:pt x="3694811" y="825989"/>
                  </a:lnTo>
                  <a:lnTo>
                    <a:pt x="3662222" y="899029"/>
                  </a:lnTo>
                  <a:lnTo>
                    <a:pt x="3629830" y="975931"/>
                  </a:lnTo>
                  <a:lnTo>
                    <a:pt x="3597548" y="1056532"/>
                  </a:lnTo>
                  <a:lnTo>
                    <a:pt x="3565312" y="1140595"/>
                  </a:lnTo>
                  <a:lnTo>
                    <a:pt x="3533076" y="1227814"/>
                  </a:lnTo>
                  <a:lnTo>
                    <a:pt x="3500810" y="1317814"/>
                  </a:lnTo>
                  <a:lnTo>
                    <a:pt x="3468502" y="1410157"/>
                  </a:lnTo>
                  <a:lnTo>
                    <a:pt x="3436149" y="1504351"/>
                  </a:lnTo>
                  <a:lnTo>
                    <a:pt x="3403758" y="1599857"/>
                  </a:lnTo>
                  <a:lnTo>
                    <a:pt x="3371345" y="1696103"/>
                  </a:lnTo>
                  <a:lnTo>
                    <a:pt x="3338927" y="1792499"/>
                  </a:lnTo>
                  <a:lnTo>
                    <a:pt x="3306523" y="1888450"/>
                  </a:lnTo>
                  <a:lnTo>
                    <a:pt x="3274149" y="1983375"/>
                  </a:lnTo>
                  <a:lnTo>
                    <a:pt x="3241818" y="2076717"/>
                  </a:lnTo>
                  <a:lnTo>
                    <a:pt x="3209532" y="2167957"/>
                  </a:lnTo>
                  <a:lnTo>
                    <a:pt x="3177283" y="2256629"/>
                  </a:lnTo>
                  <a:lnTo>
                    <a:pt x="3145051" y="2342326"/>
                  </a:lnTo>
                  <a:lnTo>
                    <a:pt x="3112799" y="2424706"/>
                  </a:lnTo>
                  <a:lnTo>
                    <a:pt x="3080472" y="2503499"/>
                  </a:lnTo>
                  <a:lnTo>
                    <a:pt x="3047995" y="2578503"/>
                  </a:lnTo>
                  <a:lnTo>
                    <a:pt x="3015268" y="2649587"/>
                  </a:lnTo>
                  <a:lnTo>
                    <a:pt x="2982168" y="2716687"/>
                  </a:lnTo>
                  <a:lnTo>
                    <a:pt x="2948539" y="2779800"/>
                  </a:lnTo>
                  <a:lnTo>
                    <a:pt x="2914193" y="2838980"/>
                  </a:lnTo>
                  <a:lnTo>
                    <a:pt x="2896531" y="2867360"/>
                  </a:lnTo>
                  <a:lnTo>
                    <a:pt x="2850773" y="2934530"/>
                  </a:lnTo>
                  <a:lnTo>
                    <a:pt x="2802703" y="2995541"/>
                  </a:lnTo>
                  <a:lnTo>
                    <a:pt x="2751644" y="3050645"/>
                  </a:lnTo>
                  <a:lnTo>
                    <a:pt x="2696852" y="3100306"/>
                  </a:lnTo>
                  <a:lnTo>
                    <a:pt x="2637565" y="3145066"/>
                  </a:lnTo>
                  <a:lnTo>
                    <a:pt x="2573046" y="3185470"/>
                  </a:lnTo>
                  <a:lnTo>
                    <a:pt x="2502646" y="3222017"/>
                  </a:lnTo>
                  <a:lnTo>
                    <a:pt x="2425886" y="3255137"/>
                  </a:lnTo>
                  <a:lnTo>
                    <a:pt x="2342569" y="3285171"/>
                  </a:lnTo>
                  <a:lnTo>
                    <a:pt x="2252915" y="3312366"/>
                  </a:lnTo>
                  <a:lnTo>
                    <a:pt x="2157725" y="3336873"/>
                  </a:lnTo>
                  <a:lnTo>
                    <a:pt x="2058527" y="3358753"/>
                  </a:lnTo>
                  <a:lnTo>
                    <a:pt x="1957682" y="3377998"/>
                  </a:lnTo>
                  <a:lnTo>
                    <a:pt x="1858356" y="3394552"/>
                  </a:lnTo>
                  <a:lnTo>
                    <a:pt x="1764328" y="3408362"/>
                  </a:lnTo>
                  <a:lnTo>
                    <a:pt x="1679573" y="3419420"/>
                  </a:lnTo>
                  <a:lnTo>
                    <a:pt x="1607673" y="3427811"/>
                  </a:lnTo>
                  <a:lnTo>
                    <a:pt x="1551172" y="3433744"/>
                  </a:lnTo>
                  <a:lnTo>
                    <a:pt x="1511050" y="3437553"/>
                  </a:lnTo>
                  <a:lnTo>
                    <a:pt x="1486446" y="3439672"/>
                  </a:lnTo>
                  <a:lnTo>
                    <a:pt x="1474685" y="3440595"/>
                  </a:lnTo>
                  <a:lnTo>
                    <a:pt x="1471387" y="3440832"/>
                  </a:lnTo>
                  <a:lnTo>
                    <a:pt x="0" y="3440832"/>
                  </a:lnTo>
                  <a:close/>
                </a:path>
              </a:pathLst>
            </a:custGeom>
            <a:solidFill>
              <a:srgbClr val="F28E5B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113" name="pl1113"/>
            <p:cNvSpPr/>
            <p:nvPr/>
          </p:nvSpPr>
          <p:spPr>
            <a:xfrm>
              <a:off x="4799595" y="3655744"/>
              <a:ext cx="11981298" cy="7020605"/>
            </a:xfrm>
            <a:custGeom>
              <a:avLst/>
              <a:pathLst>
                <a:path w="11981298" h="7020605">
                  <a:moveTo>
                    <a:pt x="0" y="3440832"/>
                  </a:moveTo>
                  <a:lnTo>
                    <a:pt x="1471387" y="3440832"/>
                  </a:lnTo>
                  <a:lnTo>
                    <a:pt x="1472495" y="3440755"/>
                  </a:lnTo>
                  <a:lnTo>
                    <a:pt x="1479786" y="3440205"/>
                  </a:lnTo>
                  <a:lnTo>
                    <a:pt x="1498178" y="3438687"/>
                  </a:lnTo>
                  <a:lnTo>
                    <a:pt x="1531099" y="3435697"/>
                  </a:lnTo>
                  <a:lnTo>
                    <a:pt x="1580243" y="3430768"/>
                  </a:lnTo>
                  <a:lnTo>
                    <a:pt x="1645444" y="3423517"/>
                  </a:lnTo>
                  <a:lnTo>
                    <a:pt x="1724811" y="3413677"/>
                  </a:lnTo>
                  <a:lnTo>
                    <a:pt x="1815149" y="3401109"/>
                  </a:lnTo>
                  <a:lnTo>
                    <a:pt x="1912582" y="3385784"/>
                  </a:lnTo>
                  <a:lnTo>
                    <a:pt x="2013180" y="3367742"/>
                  </a:lnTo>
                  <a:lnTo>
                    <a:pt x="2113461" y="3347043"/>
                  </a:lnTo>
                  <a:lnTo>
                    <a:pt x="2210692" y="3323721"/>
                  </a:lnTo>
                  <a:lnTo>
                    <a:pt x="2302977" y="3297749"/>
                  </a:lnTo>
                  <a:lnTo>
                    <a:pt x="2389204" y="3269017"/>
                  </a:lnTo>
                  <a:lnTo>
                    <a:pt x="2468912" y="3237323"/>
                  </a:lnTo>
                  <a:lnTo>
                    <a:pt x="2542128" y="3202365"/>
                  </a:lnTo>
                  <a:lnTo>
                    <a:pt x="2609221" y="3163755"/>
                  </a:lnTo>
                  <a:lnTo>
                    <a:pt x="2670775" y="3121021"/>
                  </a:lnTo>
                  <a:lnTo>
                    <a:pt x="2727496" y="3073634"/>
                  </a:lnTo>
                  <a:lnTo>
                    <a:pt x="2780141" y="3021044"/>
                  </a:lnTo>
                  <a:lnTo>
                    <a:pt x="2829467" y="2962738"/>
                  </a:lnTo>
                  <a:lnTo>
                    <a:pt x="2876187" y="2898351"/>
                  </a:lnTo>
                  <a:lnTo>
                    <a:pt x="2896531" y="2867360"/>
                  </a:lnTo>
                  <a:lnTo>
                    <a:pt x="2931323" y="2810128"/>
                  </a:lnTo>
                  <a:lnTo>
                    <a:pt x="2965287" y="2749008"/>
                  </a:lnTo>
                  <a:lnTo>
                    <a:pt x="2998633" y="2683922"/>
                  </a:lnTo>
                  <a:lnTo>
                    <a:pt x="3031531" y="2614843"/>
                  </a:lnTo>
                  <a:lnTo>
                    <a:pt x="3064120" y="2541803"/>
                  </a:lnTo>
                  <a:lnTo>
                    <a:pt x="3096512" y="2464900"/>
                  </a:lnTo>
                  <a:lnTo>
                    <a:pt x="3128794" y="2384299"/>
                  </a:lnTo>
                  <a:lnTo>
                    <a:pt x="3161030" y="2300236"/>
                  </a:lnTo>
                  <a:lnTo>
                    <a:pt x="3193267" y="2213018"/>
                  </a:lnTo>
                  <a:lnTo>
                    <a:pt x="3225532" y="2123018"/>
                  </a:lnTo>
                  <a:lnTo>
                    <a:pt x="3257840" y="2030674"/>
                  </a:lnTo>
                  <a:lnTo>
                    <a:pt x="3290194" y="1936480"/>
                  </a:lnTo>
                  <a:lnTo>
                    <a:pt x="3322584" y="1840975"/>
                  </a:lnTo>
                  <a:lnTo>
                    <a:pt x="3354997" y="1744729"/>
                  </a:lnTo>
                  <a:lnTo>
                    <a:pt x="3387416" y="1648333"/>
                  </a:lnTo>
                  <a:lnTo>
                    <a:pt x="3419820" y="1552381"/>
                  </a:lnTo>
                  <a:lnTo>
                    <a:pt x="3452193" y="1457456"/>
                  </a:lnTo>
                  <a:lnTo>
                    <a:pt x="3484524" y="1364115"/>
                  </a:lnTo>
                  <a:lnTo>
                    <a:pt x="3516811" y="1272874"/>
                  </a:lnTo>
                  <a:lnTo>
                    <a:pt x="3549059" y="1184202"/>
                  </a:lnTo>
                  <a:lnTo>
                    <a:pt x="3581291" y="1098506"/>
                  </a:lnTo>
                  <a:lnTo>
                    <a:pt x="3613543" y="1016125"/>
                  </a:lnTo>
                  <a:lnTo>
                    <a:pt x="3645870" y="937333"/>
                  </a:lnTo>
                  <a:lnTo>
                    <a:pt x="3678347" y="862329"/>
                  </a:lnTo>
                  <a:lnTo>
                    <a:pt x="3711074" y="791244"/>
                  </a:lnTo>
                  <a:lnTo>
                    <a:pt x="3744174" y="724144"/>
                  </a:lnTo>
                  <a:lnTo>
                    <a:pt x="3777803" y="661031"/>
                  </a:lnTo>
                  <a:lnTo>
                    <a:pt x="3812149" y="601852"/>
                  </a:lnTo>
                  <a:lnTo>
                    <a:pt x="3829811" y="573472"/>
                  </a:lnTo>
                  <a:lnTo>
                    <a:pt x="3875569" y="506301"/>
                  </a:lnTo>
                  <a:lnTo>
                    <a:pt x="3923639" y="445291"/>
                  </a:lnTo>
                  <a:lnTo>
                    <a:pt x="3974698" y="390186"/>
                  </a:lnTo>
                  <a:lnTo>
                    <a:pt x="4029490" y="340525"/>
                  </a:lnTo>
                  <a:lnTo>
                    <a:pt x="4088777" y="295765"/>
                  </a:lnTo>
                  <a:lnTo>
                    <a:pt x="4153296" y="255362"/>
                  </a:lnTo>
                  <a:lnTo>
                    <a:pt x="4223696" y="218814"/>
                  </a:lnTo>
                  <a:lnTo>
                    <a:pt x="4300456" y="185694"/>
                  </a:lnTo>
                  <a:lnTo>
                    <a:pt x="4383773" y="155660"/>
                  </a:lnTo>
                  <a:lnTo>
                    <a:pt x="4473427" y="128465"/>
                  </a:lnTo>
                  <a:lnTo>
                    <a:pt x="4568618" y="103959"/>
                  </a:lnTo>
                  <a:lnTo>
                    <a:pt x="4667815" y="82078"/>
                  </a:lnTo>
                  <a:lnTo>
                    <a:pt x="4768660" y="62834"/>
                  </a:lnTo>
                  <a:lnTo>
                    <a:pt x="4867986" y="46279"/>
                  </a:lnTo>
                  <a:lnTo>
                    <a:pt x="4962014" y="32469"/>
                  </a:lnTo>
                  <a:lnTo>
                    <a:pt x="5046769" y="21411"/>
                  </a:lnTo>
                  <a:lnTo>
                    <a:pt x="5118669" y="13020"/>
                  </a:lnTo>
                  <a:lnTo>
                    <a:pt x="5175170" y="7087"/>
                  </a:lnTo>
                  <a:lnTo>
                    <a:pt x="5215292" y="3279"/>
                  </a:lnTo>
                  <a:lnTo>
                    <a:pt x="5239896" y="1159"/>
                  </a:lnTo>
                  <a:lnTo>
                    <a:pt x="5251658" y="236"/>
                  </a:lnTo>
                  <a:lnTo>
                    <a:pt x="5254851" y="6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095" y="105"/>
                  </a:lnTo>
                  <a:lnTo>
                    <a:pt x="6732086" y="859"/>
                  </a:lnTo>
                  <a:lnTo>
                    <a:pt x="6744807" y="2938"/>
                  </a:lnTo>
                  <a:lnTo>
                    <a:pt x="6767903" y="7040"/>
                  </a:lnTo>
                  <a:lnTo>
                    <a:pt x="6803042" y="13837"/>
                  </a:lnTo>
                  <a:lnTo>
                    <a:pt x="6850809" y="23931"/>
                  </a:lnTo>
                  <a:lnTo>
                    <a:pt x="6910689" y="37805"/>
                  </a:lnTo>
                  <a:lnTo>
                    <a:pt x="6981192" y="55788"/>
                  </a:lnTo>
                  <a:lnTo>
                    <a:pt x="7060099" y="78058"/>
                  </a:lnTo>
                  <a:lnTo>
                    <a:pt x="7144792" y="104659"/>
                  </a:lnTo>
                  <a:lnTo>
                    <a:pt x="7232588" y="135545"/>
                  </a:lnTo>
                  <a:lnTo>
                    <a:pt x="7321015" y="170634"/>
                  </a:lnTo>
                  <a:lnTo>
                    <a:pt x="7408004" y="209855"/>
                  </a:lnTo>
                  <a:lnTo>
                    <a:pt x="7491970" y="253194"/>
                  </a:lnTo>
                  <a:lnTo>
                    <a:pt x="7571824" y="300724"/>
                  </a:lnTo>
                  <a:lnTo>
                    <a:pt x="7646923" y="352622"/>
                  </a:lnTo>
                  <a:lnTo>
                    <a:pt x="7716995" y="409182"/>
                  </a:lnTo>
                  <a:lnTo>
                    <a:pt x="7782054" y="470811"/>
                  </a:lnTo>
                  <a:lnTo>
                    <a:pt x="7842322" y="538030"/>
                  </a:lnTo>
                  <a:lnTo>
                    <a:pt x="7898163" y="611460"/>
                  </a:lnTo>
                  <a:lnTo>
                    <a:pt x="7950028" y="691802"/>
                  </a:lnTo>
                  <a:lnTo>
                    <a:pt x="7998416" y="779811"/>
                  </a:lnTo>
                  <a:lnTo>
                    <a:pt x="8043842" y="876239"/>
                  </a:lnTo>
                  <a:lnTo>
                    <a:pt x="8086815" y="981763"/>
                  </a:lnTo>
                  <a:lnTo>
                    <a:pt x="8127810" y="1096861"/>
                  </a:lnTo>
                  <a:lnTo>
                    <a:pt x="8151487" y="1170100"/>
                  </a:lnTo>
                  <a:lnTo>
                    <a:pt x="8176642" y="1253429"/>
                  </a:lnTo>
                  <a:lnTo>
                    <a:pt x="8201335" y="1340844"/>
                  </a:lnTo>
                  <a:lnTo>
                    <a:pt x="8225650" y="1432419"/>
                  </a:lnTo>
                  <a:lnTo>
                    <a:pt x="8249660" y="1528206"/>
                  </a:lnTo>
                  <a:lnTo>
                    <a:pt x="8273428" y="1628222"/>
                  </a:lnTo>
                  <a:lnTo>
                    <a:pt x="8297011" y="1732456"/>
                  </a:lnTo>
                  <a:lnTo>
                    <a:pt x="8320453" y="1840860"/>
                  </a:lnTo>
                  <a:lnTo>
                    <a:pt x="8343797" y="1953352"/>
                  </a:lnTo>
                  <a:lnTo>
                    <a:pt x="8367073" y="2069809"/>
                  </a:lnTo>
                  <a:lnTo>
                    <a:pt x="8390311" y="2190073"/>
                  </a:lnTo>
                  <a:lnTo>
                    <a:pt x="8413530" y="2313946"/>
                  </a:lnTo>
                  <a:lnTo>
                    <a:pt x="8436749" y="2441191"/>
                  </a:lnTo>
                  <a:lnTo>
                    <a:pt x="8459979" y="2571532"/>
                  </a:lnTo>
                  <a:lnTo>
                    <a:pt x="8483228" y="2704659"/>
                  </a:lnTo>
                  <a:lnTo>
                    <a:pt x="8506499" y="2840227"/>
                  </a:lnTo>
                  <a:lnTo>
                    <a:pt x="8529794" y="2977862"/>
                  </a:lnTo>
                  <a:lnTo>
                    <a:pt x="8553111" y="3117163"/>
                  </a:lnTo>
                  <a:lnTo>
                    <a:pt x="8576446" y="3257709"/>
                  </a:lnTo>
                  <a:lnTo>
                    <a:pt x="8599793" y="3399060"/>
                  </a:lnTo>
                  <a:lnTo>
                    <a:pt x="8623146" y="3540767"/>
                  </a:lnTo>
                  <a:lnTo>
                    <a:pt x="8646497" y="3682376"/>
                  </a:lnTo>
                  <a:lnTo>
                    <a:pt x="8669840" y="3823436"/>
                  </a:lnTo>
                  <a:lnTo>
                    <a:pt x="8693168" y="3963499"/>
                  </a:lnTo>
                  <a:lnTo>
                    <a:pt x="8716476" y="4102135"/>
                  </a:lnTo>
                  <a:lnTo>
                    <a:pt x="8739761" y="4238929"/>
                  </a:lnTo>
                  <a:lnTo>
                    <a:pt x="8763022" y="4373492"/>
                  </a:lnTo>
                  <a:lnTo>
                    <a:pt x="8786262" y="4505462"/>
                  </a:lnTo>
                  <a:lnTo>
                    <a:pt x="8809486" y="4634508"/>
                  </a:lnTo>
                  <a:lnTo>
                    <a:pt x="8832703" y="4760334"/>
                  </a:lnTo>
                  <a:lnTo>
                    <a:pt x="8855928" y="4882683"/>
                  </a:lnTo>
                  <a:lnTo>
                    <a:pt x="8879180" y="5001333"/>
                  </a:lnTo>
                  <a:lnTo>
                    <a:pt x="8902481" y="5116103"/>
                  </a:lnTo>
                  <a:lnTo>
                    <a:pt x="8925863" y="5226850"/>
                  </a:lnTo>
                  <a:lnTo>
                    <a:pt x="8949360" y="5333469"/>
                  </a:lnTo>
                  <a:lnTo>
                    <a:pt x="8973016" y="5435894"/>
                  </a:lnTo>
                  <a:lnTo>
                    <a:pt x="8996881" y="5534092"/>
                  </a:lnTo>
                  <a:lnTo>
                    <a:pt x="9021014" y="5628064"/>
                  </a:lnTo>
                  <a:lnTo>
                    <a:pt x="9045482" y="5717843"/>
                  </a:lnTo>
                  <a:lnTo>
                    <a:pt x="9070362" y="5803490"/>
                  </a:lnTo>
                  <a:lnTo>
                    <a:pt x="9084767" y="5850504"/>
                  </a:lnTo>
                  <a:lnTo>
                    <a:pt x="9124788" y="5971392"/>
                  </a:lnTo>
                  <a:lnTo>
                    <a:pt x="9166527" y="6082586"/>
                  </a:lnTo>
                  <a:lnTo>
                    <a:pt x="9210432" y="6184365"/>
                  </a:lnTo>
                  <a:lnTo>
                    <a:pt x="9256992" y="6277305"/>
                  </a:lnTo>
                  <a:lnTo>
                    <a:pt x="9306722" y="6362125"/>
                  </a:lnTo>
                  <a:lnTo>
                    <a:pt x="9360134" y="6439588"/>
                  </a:lnTo>
                  <a:lnTo>
                    <a:pt x="9417712" y="6510429"/>
                  </a:lnTo>
                  <a:lnTo>
                    <a:pt x="9479878" y="6575322"/>
                  </a:lnTo>
                  <a:lnTo>
                    <a:pt x="9546945" y="6634847"/>
                  </a:lnTo>
                  <a:lnTo>
                    <a:pt x="9619060" y="6689482"/>
                  </a:lnTo>
                  <a:lnTo>
                    <a:pt x="9696130" y="6739587"/>
                  </a:lnTo>
                  <a:lnTo>
                    <a:pt x="9777746" y="6785410"/>
                  </a:lnTo>
                  <a:lnTo>
                    <a:pt x="9863091" y="6827083"/>
                  </a:lnTo>
                  <a:lnTo>
                    <a:pt x="9950879" y="6864640"/>
                  </a:lnTo>
                  <a:lnTo>
                    <a:pt x="10039327" y="6898042"/>
                  </a:lnTo>
                  <a:lnTo>
                    <a:pt x="10126184" y="6927207"/>
                  </a:lnTo>
                  <a:lnTo>
                    <a:pt x="10208867" y="6952061"/>
                  </a:lnTo>
                  <a:lnTo>
                    <a:pt x="10284680" y="6972588"/>
                  </a:lnTo>
                  <a:lnTo>
                    <a:pt x="10351127" y="6988882"/>
                  </a:lnTo>
                  <a:lnTo>
                    <a:pt x="10406245" y="7001180"/>
                  </a:lnTo>
                  <a:lnTo>
                    <a:pt x="10448913" y="7009878"/>
                  </a:lnTo>
                  <a:lnTo>
                    <a:pt x="10479056" y="7015509"/>
                  </a:lnTo>
                  <a:lnTo>
                    <a:pt x="10497703" y="7018710"/>
                  </a:lnTo>
                  <a:lnTo>
                    <a:pt x="10506935" y="7020171"/>
                  </a:lnTo>
                  <a:lnTo>
                    <a:pt x="10509748" y="7020583"/>
                  </a:lnTo>
                  <a:lnTo>
                    <a:pt x="10509911" y="7020605"/>
                  </a:lnTo>
                  <a:lnTo>
                    <a:pt x="11981298" y="702060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14" name="pl1114"/>
            <p:cNvSpPr/>
            <p:nvPr/>
          </p:nvSpPr>
          <p:spPr>
            <a:xfrm>
              <a:off x="4799595" y="3639398"/>
              <a:ext cx="11981298" cy="7020605"/>
            </a:xfrm>
            <a:custGeom>
              <a:avLst/>
              <a:pathLst>
                <a:path w="11981298" h="7020605">
                  <a:moveTo>
                    <a:pt x="11981298" y="7020605"/>
                  </a:moveTo>
                  <a:lnTo>
                    <a:pt x="10509911" y="7020605"/>
                  </a:lnTo>
                  <a:lnTo>
                    <a:pt x="10509158" y="7020499"/>
                  </a:lnTo>
                  <a:lnTo>
                    <a:pt x="10504167" y="7019746"/>
                  </a:lnTo>
                  <a:lnTo>
                    <a:pt x="10491446" y="7017667"/>
                  </a:lnTo>
                  <a:lnTo>
                    <a:pt x="10468350" y="7013565"/>
                  </a:lnTo>
                  <a:lnTo>
                    <a:pt x="10433211" y="7006768"/>
                  </a:lnTo>
                  <a:lnTo>
                    <a:pt x="10385445" y="6996673"/>
                  </a:lnTo>
                  <a:lnTo>
                    <a:pt x="10325564" y="6982800"/>
                  </a:lnTo>
                  <a:lnTo>
                    <a:pt x="10255061" y="6964817"/>
                  </a:lnTo>
                  <a:lnTo>
                    <a:pt x="10176154" y="6942547"/>
                  </a:lnTo>
                  <a:lnTo>
                    <a:pt x="10091461" y="6915946"/>
                  </a:lnTo>
                  <a:lnTo>
                    <a:pt x="10003665" y="6885059"/>
                  </a:lnTo>
                  <a:lnTo>
                    <a:pt x="9915238" y="6849971"/>
                  </a:lnTo>
                  <a:lnTo>
                    <a:pt x="9828249" y="6810750"/>
                  </a:lnTo>
                  <a:lnTo>
                    <a:pt x="9744283" y="6767411"/>
                  </a:lnTo>
                  <a:lnTo>
                    <a:pt x="9664430" y="6719881"/>
                  </a:lnTo>
                  <a:lnTo>
                    <a:pt x="9589330" y="6667983"/>
                  </a:lnTo>
                  <a:lnTo>
                    <a:pt x="9519258" y="6611423"/>
                  </a:lnTo>
                  <a:lnTo>
                    <a:pt x="9454199" y="6549794"/>
                  </a:lnTo>
                  <a:lnTo>
                    <a:pt x="9393931" y="6482574"/>
                  </a:lnTo>
                  <a:lnTo>
                    <a:pt x="9338090" y="6409145"/>
                  </a:lnTo>
                  <a:lnTo>
                    <a:pt x="9286226" y="6328802"/>
                  </a:lnTo>
                  <a:lnTo>
                    <a:pt x="9237838" y="6240794"/>
                  </a:lnTo>
                  <a:lnTo>
                    <a:pt x="9192411" y="6144366"/>
                  </a:lnTo>
                  <a:lnTo>
                    <a:pt x="9149438" y="6038842"/>
                  </a:lnTo>
                  <a:lnTo>
                    <a:pt x="9108443" y="5923744"/>
                  </a:lnTo>
                  <a:lnTo>
                    <a:pt x="9084767" y="5850504"/>
                  </a:lnTo>
                  <a:lnTo>
                    <a:pt x="9059611" y="5767175"/>
                  </a:lnTo>
                  <a:lnTo>
                    <a:pt x="9034918" y="5679761"/>
                  </a:lnTo>
                  <a:lnTo>
                    <a:pt x="9010603" y="5588185"/>
                  </a:lnTo>
                  <a:lnTo>
                    <a:pt x="8986593" y="5492399"/>
                  </a:lnTo>
                  <a:lnTo>
                    <a:pt x="8962825" y="5392382"/>
                  </a:lnTo>
                  <a:lnTo>
                    <a:pt x="8939243" y="5288148"/>
                  </a:lnTo>
                  <a:lnTo>
                    <a:pt x="8915800" y="5179744"/>
                  </a:lnTo>
                  <a:lnTo>
                    <a:pt x="8892457" y="5067253"/>
                  </a:lnTo>
                  <a:lnTo>
                    <a:pt x="8869180" y="4950796"/>
                  </a:lnTo>
                  <a:lnTo>
                    <a:pt x="8845943" y="4830531"/>
                  </a:lnTo>
                  <a:lnTo>
                    <a:pt x="8822723" y="4706658"/>
                  </a:lnTo>
                  <a:lnTo>
                    <a:pt x="8799504" y="4579414"/>
                  </a:lnTo>
                  <a:lnTo>
                    <a:pt x="8776274" y="4449073"/>
                  </a:lnTo>
                  <a:lnTo>
                    <a:pt x="8753026" y="4315946"/>
                  </a:lnTo>
                  <a:lnTo>
                    <a:pt x="8729754" y="4180378"/>
                  </a:lnTo>
                  <a:lnTo>
                    <a:pt x="8706459" y="4042743"/>
                  </a:lnTo>
                  <a:lnTo>
                    <a:pt x="8683142" y="3903441"/>
                  </a:lnTo>
                  <a:lnTo>
                    <a:pt x="8659807" y="3762896"/>
                  </a:lnTo>
                  <a:lnTo>
                    <a:pt x="8636460" y="3621545"/>
                  </a:lnTo>
                  <a:lnTo>
                    <a:pt x="8613107" y="3479838"/>
                  </a:lnTo>
                  <a:lnTo>
                    <a:pt x="8589756" y="3338228"/>
                  </a:lnTo>
                  <a:lnTo>
                    <a:pt x="8566413" y="3197169"/>
                  </a:lnTo>
                  <a:lnTo>
                    <a:pt x="8543086" y="3057105"/>
                  </a:lnTo>
                  <a:lnTo>
                    <a:pt x="8519778" y="2918470"/>
                  </a:lnTo>
                  <a:lnTo>
                    <a:pt x="8496493" y="2781675"/>
                  </a:lnTo>
                  <a:lnTo>
                    <a:pt x="8473231" y="2647112"/>
                  </a:lnTo>
                  <a:lnTo>
                    <a:pt x="8449991" y="2515143"/>
                  </a:lnTo>
                  <a:lnTo>
                    <a:pt x="8426768" y="2386097"/>
                  </a:lnTo>
                  <a:lnTo>
                    <a:pt x="8403550" y="2260270"/>
                  </a:lnTo>
                  <a:lnTo>
                    <a:pt x="8380325" y="2137922"/>
                  </a:lnTo>
                  <a:lnTo>
                    <a:pt x="8357074" y="2019272"/>
                  </a:lnTo>
                  <a:lnTo>
                    <a:pt x="8333772" y="1904502"/>
                  </a:lnTo>
                  <a:lnTo>
                    <a:pt x="8310391" y="1793755"/>
                  </a:lnTo>
                  <a:lnTo>
                    <a:pt x="8286893" y="1687135"/>
                  </a:lnTo>
                  <a:lnTo>
                    <a:pt x="8263237" y="1584711"/>
                  </a:lnTo>
                  <a:lnTo>
                    <a:pt x="8239372" y="1486513"/>
                  </a:lnTo>
                  <a:lnTo>
                    <a:pt x="8215239" y="1392541"/>
                  </a:lnTo>
                  <a:lnTo>
                    <a:pt x="8190772" y="1302761"/>
                  </a:lnTo>
                  <a:lnTo>
                    <a:pt x="8165891" y="1217114"/>
                  </a:lnTo>
                  <a:lnTo>
                    <a:pt x="8151487" y="1170100"/>
                  </a:lnTo>
                  <a:lnTo>
                    <a:pt x="8111465" y="1049212"/>
                  </a:lnTo>
                  <a:lnTo>
                    <a:pt x="8069726" y="938019"/>
                  </a:lnTo>
                  <a:lnTo>
                    <a:pt x="8025822" y="836240"/>
                  </a:lnTo>
                  <a:lnTo>
                    <a:pt x="7979261" y="743300"/>
                  </a:lnTo>
                  <a:lnTo>
                    <a:pt x="7929531" y="658479"/>
                  </a:lnTo>
                  <a:lnTo>
                    <a:pt x="7876119" y="581017"/>
                  </a:lnTo>
                  <a:lnTo>
                    <a:pt x="7818541" y="510175"/>
                  </a:lnTo>
                  <a:lnTo>
                    <a:pt x="7756375" y="445283"/>
                  </a:lnTo>
                  <a:lnTo>
                    <a:pt x="7689308" y="385757"/>
                  </a:lnTo>
                  <a:lnTo>
                    <a:pt x="7617194" y="331123"/>
                  </a:lnTo>
                  <a:lnTo>
                    <a:pt x="7540123" y="281017"/>
                  </a:lnTo>
                  <a:lnTo>
                    <a:pt x="7458507" y="235195"/>
                  </a:lnTo>
                  <a:lnTo>
                    <a:pt x="7373163" y="193522"/>
                  </a:lnTo>
                  <a:lnTo>
                    <a:pt x="7285374" y="155964"/>
                  </a:lnTo>
                  <a:lnTo>
                    <a:pt x="7196927" y="122562"/>
                  </a:lnTo>
                  <a:lnTo>
                    <a:pt x="7110069" y="93397"/>
                  </a:lnTo>
                  <a:lnTo>
                    <a:pt x="7027386" y="68544"/>
                  </a:lnTo>
                  <a:lnTo>
                    <a:pt x="6951573" y="48017"/>
                  </a:lnTo>
                  <a:lnTo>
                    <a:pt x="6885126" y="31723"/>
                  </a:lnTo>
                  <a:lnTo>
                    <a:pt x="6830009" y="19424"/>
                  </a:lnTo>
                  <a:lnTo>
                    <a:pt x="6787340" y="10727"/>
                  </a:lnTo>
                  <a:lnTo>
                    <a:pt x="6757198" y="5096"/>
                  </a:lnTo>
                  <a:lnTo>
                    <a:pt x="6738550" y="1894"/>
                  </a:lnTo>
                  <a:lnTo>
                    <a:pt x="6729319" y="434"/>
                  </a:lnTo>
                  <a:lnTo>
                    <a:pt x="6726505" y="22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847" y="77"/>
                  </a:lnTo>
                  <a:lnTo>
                    <a:pt x="5246556" y="626"/>
                  </a:lnTo>
                  <a:lnTo>
                    <a:pt x="5228164" y="2145"/>
                  </a:lnTo>
                  <a:lnTo>
                    <a:pt x="5195243" y="5135"/>
                  </a:lnTo>
                  <a:lnTo>
                    <a:pt x="5146099" y="10063"/>
                  </a:lnTo>
                  <a:lnTo>
                    <a:pt x="5080898" y="17314"/>
                  </a:lnTo>
                  <a:lnTo>
                    <a:pt x="5001531" y="27155"/>
                  </a:lnTo>
                  <a:lnTo>
                    <a:pt x="4911193" y="39723"/>
                  </a:lnTo>
                  <a:lnTo>
                    <a:pt x="4813760" y="55048"/>
                  </a:lnTo>
                  <a:lnTo>
                    <a:pt x="4713162" y="73089"/>
                  </a:lnTo>
                  <a:lnTo>
                    <a:pt x="4612881" y="93788"/>
                  </a:lnTo>
                  <a:lnTo>
                    <a:pt x="4515650" y="117110"/>
                  </a:lnTo>
                  <a:lnTo>
                    <a:pt x="4423365" y="143082"/>
                  </a:lnTo>
                  <a:lnTo>
                    <a:pt x="4337138" y="171814"/>
                  </a:lnTo>
                  <a:lnTo>
                    <a:pt x="4257431" y="203509"/>
                  </a:lnTo>
                  <a:lnTo>
                    <a:pt x="4184214" y="238466"/>
                  </a:lnTo>
                  <a:lnTo>
                    <a:pt x="4117121" y="277076"/>
                  </a:lnTo>
                  <a:lnTo>
                    <a:pt x="4055567" y="319810"/>
                  </a:lnTo>
                  <a:lnTo>
                    <a:pt x="3998846" y="367197"/>
                  </a:lnTo>
                  <a:lnTo>
                    <a:pt x="3946202" y="419788"/>
                  </a:lnTo>
                  <a:lnTo>
                    <a:pt x="3896875" y="478093"/>
                  </a:lnTo>
                  <a:lnTo>
                    <a:pt x="3850155" y="542480"/>
                  </a:lnTo>
                  <a:lnTo>
                    <a:pt x="3829811" y="573472"/>
                  </a:lnTo>
                  <a:lnTo>
                    <a:pt x="3795019" y="630704"/>
                  </a:lnTo>
                  <a:lnTo>
                    <a:pt x="3761055" y="691823"/>
                  </a:lnTo>
                  <a:lnTo>
                    <a:pt x="3727709" y="756909"/>
                  </a:lnTo>
                  <a:lnTo>
                    <a:pt x="3694811" y="825989"/>
                  </a:lnTo>
                  <a:lnTo>
                    <a:pt x="3662222" y="899029"/>
                  </a:lnTo>
                  <a:lnTo>
                    <a:pt x="3629830" y="975931"/>
                  </a:lnTo>
                  <a:lnTo>
                    <a:pt x="3597548" y="1056532"/>
                  </a:lnTo>
                  <a:lnTo>
                    <a:pt x="3565312" y="1140595"/>
                  </a:lnTo>
                  <a:lnTo>
                    <a:pt x="3533076" y="1227814"/>
                  </a:lnTo>
                  <a:lnTo>
                    <a:pt x="3500810" y="1317814"/>
                  </a:lnTo>
                  <a:lnTo>
                    <a:pt x="3468502" y="1410157"/>
                  </a:lnTo>
                  <a:lnTo>
                    <a:pt x="3436149" y="1504351"/>
                  </a:lnTo>
                  <a:lnTo>
                    <a:pt x="3403758" y="1599857"/>
                  </a:lnTo>
                  <a:lnTo>
                    <a:pt x="3371345" y="1696103"/>
                  </a:lnTo>
                  <a:lnTo>
                    <a:pt x="3338927" y="1792499"/>
                  </a:lnTo>
                  <a:lnTo>
                    <a:pt x="3306523" y="1888450"/>
                  </a:lnTo>
                  <a:lnTo>
                    <a:pt x="3274149" y="1983375"/>
                  </a:lnTo>
                  <a:lnTo>
                    <a:pt x="3241818" y="2076717"/>
                  </a:lnTo>
                  <a:lnTo>
                    <a:pt x="3209532" y="2167957"/>
                  </a:lnTo>
                  <a:lnTo>
                    <a:pt x="3177283" y="2256629"/>
                  </a:lnTo>
                  <a:lnTo>
                    <a:pt x="3145051" y="2342326"/>
                  </a:lnTo>
                  <a:lnTo>
                    <a:pt x="3112799" y="2424706"/>
                  </a:lnTo>
                  <a:lnTo>
                    <a:pt x="3080472" y="2503499"/>
                  </a:lnTo>
                  <a:lnTo>
                    <a:pt x="3047995" y="2578503"/>
                  </a:lnTo>
                  <a:lnTo>
                    <a:pt x="3015268" y="2649587"/>
                  </a:lnTo>
                  <a:lnTo>
                    <a:pt x="2982168" y="2716687"/>
                  </a:lnTo>
                  <a:lnTo>
                    <a:pt x="2948539" y="2779800"/>
                  </a:lnTo>
                  <a:lnTo>
                    <a:pt x="2914193" y="2838980"/>
                  </a:lnTo>
                  <a:lnTo>
                    <a:pt x="2896531" y="2867360"/>
                  </a:lnTo>
                  <a:lnTo>
                    <a:pt x="2850773" y="2934530"/>
                  </a:lnTo>
                  <a:lnTo>
                    <a:pt x="2802703" y="2995541"/>
                  </a:lnTo>
                  <a:lnTo>
                    <a:pt x="2751644" y="3050645"/>
                  </a:lnTo>
                  <a:lnTo>
                    <a:pt x="2696852" y="3100306"/>
                  </a:lnTo>
                  <a:lnTo>
                    <a:pt x="2637565" y="3145066"/>
                  </a:lnTo>
                  <a:lnTo>
                    <a:pt x="2573046" y="3185470"/>
                  </a:lnTo>
                  <a:lnTo>
                    <a:pt x="2502646" y="3222017"/>
                  </a:lnTo>
                  <a:lnTo>
                    <a:pt x="2425886" y="3255137"/>
                  </a:lnTo>
                  <a:lnTo>
                    <a:pt x="2342569" y="3285171"/>
                  </a:lnTo>
                  <a:lnTo>
                    <a:pt x="2252915" y="3312366"/>
                  </a:lnTo>
                  <a:lnTo>
                    <a:pt x="2157725" y="3336873"/>
                  </a:lnTo>
                  <a:lnTo>
                    <a:pt x="2058527" y="3358753"/>
                  </a:lnTo>
                  <a:lnTo>
                    <a:pt x="1957682" y="3377998"/>
                  </a:lnTo>
                  <a:lnTo>
                    <a:pt x="1858356" y="3394552"/>
                  </a:lnTo>
                  <a:lnTo>
                    <a:pt x="1764328" y="3408362"/>
                  </a:lnTo>
                  <a:lnTo>
                    <a:pt x="1679573" y="3419420"/>
                  </a:lnTo>
                  <a:lnTo>
                    <a:pt x="1607673" y="3427811"/>
                  </a:lnTo>
                  <a:lnTo>
                    <a:pt x="1551172" y="3433744"/>
                  </a:lnTo>
                  <a:lnTo>
                    <a:pt x="1511050" y="3437553"/>
                  </a:lnTo>
                  <a:lnTo>
                    <a:pt x="1486446" y="3439672"/>
                  </a:lnTo>
                  <a:lnTo>
                    <a:pt x="1474685" y="3440595"/>
                  </a:lnTo>
                  <a:lnTo>
                    <a:pt x="1471491" y="3440825"/>
                  </a:lnTo>
                  <a:lnTo>
                    <a:pt x="1471387" y="3440832"/>
                  </a:lnTo>
                  <a:lnTo>
                    <a:pt x="0" y="344083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15" name="pg1115"/>
            <p:cNvSpPr/>
            <p:nvPr/>
          </p:nvSpPr>
          <p:spPr>
            <a:xfrm>
              <a:off x="4799595" y="6548986"/>
              <a:ext cx="11981298" cy="874510"/>
            </a:xfrm>
            <a:custGeom>
              <a:avLst/>
              <a:pathLst>
                <a:path w="11981298" h="874510">
                  <a:moveTo>
                    <a:pt x="0" y="874510"/>
                  </a:moveTo>
                  <a:lnTo>
                    <a:pt x="1471387" y="874510"/>
                  </a:lnTo>
                  <a:lnTo>
                    <a:pt x="1472616" y="874489"/>
                  </a:lnTo>
                  <a:lnTo>
                    <a:pt x="1480678" y="874335"/>
                  </a:lnTo>
                  <a:lnTo>
                    <a:pt x="1500955" y="873910"/>
                  </a:lnTo>
                  <a:lnTo>
                    <a:pt x="1537087" y="873073"/>
                  </a:lnTo>
                  <a:lnTo>
                    <a:pt x="1590703" y="871697"/>
                  </a:lnTo>
                  <a:lnTo>
                    <a:pt x="1661293" y="869678"/>
                  </a:lnTo>
                  <a:lnTo>
                    <a:pt x="1746431" y="866950"/>
                  </a:lnTo>
                  <a:lnTo>
                    <a:pt x="1842339" y="863481"/>
                  </a:lnTo>
                  <a:lnTo>
                    <a:pt x="1944635" y="859269"/>
                  </a:lnTo>
                  <a:lnTo>
                    <a:pt x="2049060" y="854329"/>
                  </a:lnTo>
                  <a:lnTo>
                    <a:pt x="2152007" y="848676"/>
                  </a:lnTo>
                  <a:lnTo>
                    <a:pt x="2250785" y="842314"/>
                  </a:lnTo>
                  <a:lnTo>
                    <a:pt x="2343660" y="835227"/>
                  </a:lnTo>
                  <a:lnTo>
                    <a:pt x="2429736" y="827372"/>
                  </a:lnTo>
                  <a:lnTo>
                    <a:pt x="2508782" y="818680"/>
                  </a:lnTo>
                  <a:lnTo>
                    <a:pt x="2581044" y="809054"/>
                  </a:lnTo>
                  <a:lnTo>
                    <a:pt x="2647076" y="798371"/>
                  </a:lnTo>
                  <a:lnTo>
                    <a:pt x="2707615" y="786489"/>
                  </a:lnTo>
                  <a:lnTo>
                    <a:pt x="2763488" y="773256"/>
                  </a:lnTo>
                  <a:lnTo>
                    <a:pt x="2815543" y="758522"/>
                  </a:lnTo>
                  <a:lnTo>
                    <a:pt x="2864589" y="742168"/>
                  </a:lnTo>
                  <a:lnTo>
                    <a:pt x="2896531" y="730121"/>
                  </a:lnTo>
                  <a:lnTo>
                    <a:pt x="2948467" y="708107"/>
                  </a:lnTo>
                  <a:lnTo>
                    <a:pt x="2998774" y="683862"/>
                  </a:lnTo>
                  <a:lnTo>
                    <a:pt x="3048065" y="657352"/>
                  </a:lnTo>
                  <a:lnTo>
                    <a:pt x="3096788" y="628620"/>
                  </a:lnTo>
                  <a:lnTo>
                    <a:pt x="3145258" y="597791"/>
                  </a:lnTo>
                  <a:lnTo>
                    <a:pt x="3193679" y="565084"/>
                  </a:lnTo>
                  <a:lnTo>
                    <a:pt x="3242162" y="530803"/>
                  </a:lnTo>
                  <a:lnTo>
                    <a:pt x="3290745" y="495335"/>
                  </a:lnTo>
                  <a:lnTo>
                    <a:pt x="3339410" y="459129"/>
                  </a:lnTo>
                  <a:lnTo>
                    <a:pt x="3388106" y="422676"/>
                  </a:lnTo>
                  <a:lnTo>
                    <a:pt x="3436770" y="386482"/>
                  </a:lnTo>
                  <a:lnTo>
                    <a:pt x="3485350" y="351037"/>
                  </a:lnTo>
                  <a:lnTo>
                    <a:pt x="3533832" y="316790"/>
                  </a:lnTo>
                  <a:lnTo>
                    <a:pt x="3582252" y="284125"/>
                  </a:lnTo>
                  <a:lnTo>
                    <a:pt x="3630726" y="253345"/>
                  </a:lnTo>
                  <a:lnTo>
                    <a:pt x="3679458" y="224664"/>
                  </a:lnTo>
                  <a:lnTo>
                    <a:pt x="3728767" y="198209"/>
                  </a:lnTo>
                  <a:lnTo>
                    <a:pt x="3779106" y="174018"/>
                  </a:lnTo>
                  <a:lnTo>
                    <a:pt x="3829811" y="152562"/>
                  </a:lnTo>
                  <a:lnTo>
                    <a:pt x="3877236" y="135077"/>
                  </a:lnTo>
                  <a:lnTo>
                    <a:pt x="3927165" y="119253"/>
                  </a:lnTo>
                  <a:lnTo>
                    <a:pt x="3980356" y="105016"/>
                  </a:lnTo>
                  <a:lnTo>
                    <a:pt x="4037637" y="92234"/>
                  </a:lnTo>
                  <a:lnTo>
                    <a:pt x="4099854" y="80754"/>
                  </a:lnTo>
                  <a:lnTo>
                    <a:pt x="4167814" y="70426"/>
                  </a:lnTo>
                  <a:lnTo>
                    <a:pt x="4242208" y="61112"/>
                  </a:lnTo>
                  <a:lnTo>
                    <a:pt x="4323507" y="52698"/>
                  </a:lnTo>
                  <a:lnTo>
                    <a:pt x="4411821" y="45097"/>
                  </a:lnTo>
                  <a:lnTo>
                    <a:pt x="4506728" y="38246"/>
                  </a:lnTo>
                  <a:lnTo>
                    <a:pt x="4607080" y="32112"/>
                  </a:lnTo>
                  <a:lnTo>
                    <a:pt x="4710843" y="26687"/>
                  </a:lnTo>
                  <a:lnTo>
                    <a:pt x="4815016" y="21980"/>
                  </a:lnTo>
                  <a:lnTo>
                    <a:pt x="4915741" y="18006"/>
                  </a:lnTo>
                  <a:lnTo>
                    <a:pt x="5008652" y="14776"/>
                  </a:lnTo>
                  <a:lnTo>
                    <a:pt x="5089476" y="12281"/>
                  </a:lnTo>
                  <a:lnTo>
                    <a:pt x="5154791" y="10478"/>
                  </a:lnTo>
                  <a:lnTo>
                    <a:pt x="5202740" y="9288"/>
                  </a:lnTo>
                  <a:lnTo>
                    <a:pt x="5233497" y="8598"/>
                  </a:lnTo>
                  <a:lnTo>
                    <a:pt x="5249362" y="8276"/>
                  </a:lnTo>
                  <a:lnTo>
                    <a:pt x="5254564" y="8179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580" y="8173"/>
                  </a:lnTo>
                  <a:lnTo>
                    <a:pt x="6735702" y="8174"/>
                  </a:lnTo>
                  <a:lnTo>
                    <a:pt x="6756124" y="8178"/>
                  </a:lnTo>
                  <a:lnTo>
                    <a:pt x="6792502" y="8186"/>
                  </a:lnTo>
                  <a:lnTo>
                    <a:pt x="6846457" y="8199"/>
                  </a:lnTo>
                  <a:lnTo>
                    <a:pt x="6917453" y="8218"/>
                  </a:lnTo>
                  <a:lnTo>
                    <a:pt x="7003021" y="8244"/>
                  </a:lnTo>
                  <a:lnTo>
                    <a:pt x="7099338" y="8277"/>
                  </a:lnTo>
                  <a:lnTo>
                    <a:pt x="7201984" y="8317"/>
                  </a:lnTo>
                  <a:lnTo>
                    <a:pt x="7306679" y="8364"/>
                  </a:lnTo>
                  <a:lnTo>
                    <a:pt x="7409807" y="8418"/>
                  </a:lnTo>
                  <a:lnTo>
                    <a:pt x="7508684" y="8478"/>
                  </a:lnTo>
                  <a:lnTo>
                    <a:pt x="7601588" y="8545"/>
                  </a:lnTo>
                  <a:lnTo>
                    <a:pt x="7687641" y="8620"/>
                  </a:lnTo>
                  <a:lnTo>
                    <a:pt x="7766631" y="8703"/>
                  </a:lnTo>
                  <a:lnTo>
                    <a:pt x="7838818" y="8794"/>
                  </a:lnTo>
                  <a:lnTo>
                    <a:pt x="7904770" y="8895"/>
                  </a:lnTo>
                  <a:lnTo>
                    <a:pt x="7965237" y="9008"/>
                  </a:lnTo>
                  <a:lnTo>
                    <a:pt x="8021054" y="9134"/>
                  </a:lnTo>
                  <a:lnTo>
                    <a:pt x="8073072" y="9274"/>
                  </a:lnTo>
                  <a:lnTo>
                    <a:pt x="8122107" y="9430"/>
                  </a:lnTo>
                  <a:lnTo>
                    <a:pt x="8151487" y="9535"/>
                  </a:lnTo>
                  <a:lnTo>
                    <a:pt x="8207723" y="9761"/>
                  </a:lnTo>
                  <a:lnTo>
                    <a:pt x="8262110" y="10012"/>
                  </a:lnTo>
                  <a:lnTo>
                    <a:pt x="8315400" y="10288"/>
                  </a:lnTo>
                  <a:lnTo>
                    <a:pt x="8368128" y="10588"/>
                  </a:lnTo>
                  <a:lnTo>
                    <a:pt x="8420651" y="10911"/>
                  </a:lnTo>
                  <a:lnTo>
                    <a:pt x="8473182" y="11254"/>
                  </a:lnTo>
                  <a:lnTo>
                    <a:pt x="8525817" y="11612"/>
                  </a:lnTo>
                  <a:lnTo>
                    <a:pt x="8578563" y="11980"/>
                  </a:lnTo>
                  <a:lnTo>
                    <a:pt x="8631367" y="12353"/>
                  </a:lnTo>
                  <a:lnTo>
                    <a:pt x="8684151" y="12724"/>
                  </a:lnTo>
                  <a:lnTo>
                    <a:pt x="8736845" y="13087"/>
                  </a:lnTo>
                  <a:lnTo>
                    <a:pt x="8789422" y="13438"/>
                  </a:lnTo>
                  <a:lnTo>
                    <a:pt x="8841931" y="13771"/>
                  </a:lnTo>
                  <a:lnTo>
                    <a:pt x="8894521" y="14083"/>
                  </a:lnTo>
                  <a:lnTo>
                    <a:pt x="8947476" y="14372"/>
                  </a:lnTo>
                  <a:lnTo>
                    <a:pt x="9001237" y="14635"/>
                  </a:lnTo>
                  <a:lnTo>
                    <a:pt x="9056441" y="14874"/>
                  </a:lnTo>
                  <a:lnTo>
                    <a:pt x="9084767" y="14983"/>
                  </a:lnTo>
                  <a:lnTo>
                    <a:pt x="9132316" y="15149"/>
                  </a:lnTo>
                  <a:lnTo>
                    <a:pt x="9182384" y="15298"/>
                  </a:lnTo>
                  <a:lnTo>
                    <a:pt x="9235734" y="15433"/>
                  </a:lnTo>
                  <a:lnTo>
                    <a:pt x="9293202" y="15554"/>
                  </a:lnTo>
                  <a:lnTo>
                    <a:pt x="9355640" y="15662"/>
                  </a:lnTo>
                  <a:lnTo>
                    <a:pt x="9423860" y="15760"/>
                  </a:lnTo>
                  <a:lnTo>
                    <a:pt x="9498557" y="15848"/>
                  </a:lnTo>
                  <a:lnTo>
                    <a:pt x="9580199" y="15927"/>
                  </a:lnTo>
                  <a:lnTo>
                    <a:pt x="9668889" y="15999"/>
                  </a:lnTo>
                  <a:lnTo>
                    <a:pt x="9764187" y="16063"/>
                  </a:lnTo>
                  <a:lnTo>
                    <a:pt x="9864919" y="16121"/>
                  </a:lnTo>
                  <a:lnTo>
                    <a:pt x="9969005" y="16172"/>
                  </a:lnTo>
                  <a:lnTo>
                    <a:pt x="10073397" y="16217"/>
                  </a:lnTo>
                  <a:lnTo>
                    <a:pt x="10174183" y="16254"/>
                  </a:lnTo>
                  <a:lnTo>
                    <a:pt x="10266955" y="16284"/>
                  </a:lnTo>
                  <a:lnTo>
                    <a:pt x="10347425" y="16308"/>
                  </a:lnTo>
                  <a:lnTo>
                    <a:pt x="10412197" y="16324"/>
                  </a:lnTo>
                  <a:lnTo>
                    <a:pt x="10459479" y="16335"/>
                  </a:lnTo>
                  <a:lnTo>
                    <a:pt x="10489540" y="16342"/>
                  </a:lnTo>
                  <a:lnTo>
                    <a:pt x="10504798" y="16345"/>
                  </a:lnTo>
                  <a:lnTo>
                    <a:pt x="10509604" y="16345"/>
                  </a:lnTo>
                  <a:lnTo>
                    <a:pt x="10509911" y="16345"/>
                  </a:lnTo>
                  <a:lnTo>
                    <a:pt x="11981298" y="16345"/>
                  </a:lnTo>
                  <a:lnTo>
                    <a:pt x="11981298" y="8172"/>
                  </a:lnTo>
                  <a:lnTo>
                    <a:pt x="10509911" y="8172"/>
                  </a:lnTo>
                  <a:lnTo>
                    <a:pt x="10508673" y="8172"/>
                  </a:lnTo>
                  <a:lnTo>
                    <a:pt x="10500551" y="8171"/>
                  </a:lnTo>
                  <a:lnTo>
                    <a:pt x="10480130" y="8167"/>
                  </a:lnTo>
                  <a:lnTo>
                    <a:pt x="10443752" y="8159"/>
                  </a:lnTo>
                  <a:lnTo>
                    <a:pt x="10389796" y="8146"/>
                  </a:lnTo>
                  <a:lnTo>
                    <a:pt x="10318801" y="8127"/>
                  </a:lnTo>
                  <a:lnTo>
                    <a:pt x="10233232" y="8101"/>
                  </a:lnTo>
                  <a:lnTo>
                    <a:pt x="10136915" y="8068"/>
                  </a:lnTo>
                  <a:lnTo>
                    <a:pt x="10034269" y="8028"/>
                  </a:lnTo>
                  <a:lnTo>
                    <a:pt x="9929575" y="7981"/>
                  </a:lnTo>
                  <a:lnTo>
                    <a:pt x="9826446" y="7927"/>
                  </a:lnTo>
                  <a:lnTo>
                    <a:pt x="9727569" y="7867"/>
                  </a:lnTo>
                  <a:lnTo>
                    <a:pt x="9634666" y="7800"/>
                  </a:lnTo>
                  <a:lnTo>
                    <a:pt x="9548612" y="7725"/>
                  </a:lnTo>
                  <a:lnTo>
                    <a:pt x="9469622" y="7642"/>
                  </a:lnTo>
                  <a:lnTo>
                    <a:pt x="9397435" y="7551"/>
                  </a:lnTo>
                  <a:lnTo>
                    <a:pt x="9331483" y="7450"/>
                  </a:lnTo>
                  <a:lnTo>
                    <a:pt x="9271016" y="7337"/>
                  </a:lnTo>
                  <a:lnTo>
                    <a:pt x="9215200" y="7211"/>
                  </a:lnTo>
                  <a:lnTo>
                    <a:pt x="9163181" y="7071"/>
                  </a:lnTo>
                  <a:lnTo>
                    <a:pt x="9114146" y="6915"/>
                  </a:lnTo>
                  <a:lnTo>
                    <a:pt x="9084767" y="6810"/>
                  </a:lnTo>
                  <a:lnTo>
                    <a:pt x="9028530" y="6584"/>
                  </a:lnTo>
                  <a:lnTo>
                    <a:pt x="8974144" y="6333"/>
                  </a:lnTo>
                  <a:lnTo>
                    <a:pt x="8920853" y="6057"/>
                  </a:lnTo>
                  <a:lnTo>
                    <a:pt x="8868126" y="5757"/>
                  </a:lnTo>
                  <a:lnTo>
                    <a:pt x="8815602" y="5434"/>
                  </a:lnTo>
                  <a:lnTo>
                    <a:pt x="8763071" y="5091"/>
                  </a:lnTo>
                  <a:lnTo>
                    <a:pt x="8710436" y="4733"/>
                  </a:lnTo>
                  <a:lnTo>
                    <a:pt x="8657690" y="4365"/>
                  </a:lnTo>
                  <a:lnTo>
                    <a:pt x="8604886" y="3992"/>
                  </a:lnTo>
                  <a:lnTo>
                    <a:pt x="8552103" y="3621"/>
                  </a:lnTo>
                  <a:lnTo>
                    <a:pt x="8499409" y="3258"/>
                  </a:lnTo>
                  <a:lnTo>
                    <a:pt x="8446831" y="2907"/>
                  </a:lnTo>
                  <a:lnTo>
                    <a:pt x="8394323" y="2574"/>
                  </a:lnTo>
                  <a:lnTo>
                    <a:pt x="8341732" y="2262"/>
                  </a:lnTo>
                  <a:lnTo>
                    <a:pt x="8288777" y="1973"/>
                  </a:lnTo>
                  <a:lnTo>
                    <a:pt x="8235016" y="1710"/>
                  </a:lnTo>
                  <a:lnTo>
                    <a:pt x="8179812" y="1471"/>
                  </a:lnTo>
                  <a:lnTo>
                    <a:pt x="8151487" y="1362"/>
                  </a:lnTo>
                  <a:lnTo>
                    <a:pt x="8103938" y="1196"/>
                  </a:lnTo>
                  <a:lnTo>
                    <a:pt x="8053870" y="1047"/>
                  </a:lnTo>
                  <a:lnTo>
                    <a:pt x="8000519" y="912"/>
                  </a:lnTo>
                  <a:lnTo>
                    <a:pt x="7943051" y="791"/>
                  </a:lnTo>
                  <a:lnTo>
                    <a:pt x="7880613" y="683"/>
                  </a:lnTo>
                  <a:lnTo>
                    <a:pt x="7812393" y="585"/>
                  </a:lnTo>
                  <a:lnTo>
                    <a:pt x="7737697" y="497"/>
                  </a:lnTo>
                  <a:lnTo>
                    <a:pt x="7656055" y="418"/>
                  </a:lnTo>
                  <a:lnTo>
                    <a:pt x="7567364" y="346"/>
                  </a:lnTo>
                  <a:lnTo>
                    <a:pt x="7472066" y="282"/>
                  </a:lnTo>
                  <a:lnTo>
                    <a:pt x="7371335" y="224"/>
                  </a:lnTo>
                  <a:lnTo>
                    <a:pt x="7267248" y="173"/>
                  </a:lnTo>
                  <a:lnTo>
                    <a:pt x="7162856" y="128"/>
                  </a:lnTo>
                  <a:lnTo>
                    <a:pt x="7062070" y="91"/>
                  </a:lnTo>
                  <a:lnTo>
                    <a:pt x="6969298" y="61"/>
                  </a:lnTo>
                  <a:lnTo>
                    <a:pt x="6888828" y="37"/>
                  </a:lnTo>
                  <a:lnTo>
                    <a:pt x="6824056" y="21"/>
                  </a:lnTo>
                  <a:lnTo>
                    <a:pt x="6776775" y="10"/>
                  </a:lnTo>
                  <a:lnTo>
                    <a:pt x="6746713" y="3"/>
                  </a:lnTo>
                  <a:lnTo>
                    <a:pt x="6731455" y="0"/>
                  </a:lnTo>
                  <a:lnTo>
                    <a:pt x="6726649" y="0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727" y="21"/>
                  </a:lnTo>
                  <a:lnTo>
                    <a:pt x="5245664" y="175"/>
                  </a:lnTo>
                  <a:lnTo>
                    <a:pt x="5225387" y="600"/>
                  </a:lnTo>
                  <a:lnTo>
                    <a:pt x="5189255" y="1437"/>
                  </a:lnTo>
                  <a:lnTo>
                    <a:pt x="5135639" y="2813"/>
                  </a:lnTo>
                  <a:lnTo>
                    <a:pt x="5065049" y="4832"/>
                  </a:lnTo>
                  <a:lnTo>
                    <a:pt x="4979911" y="7560"/>
                  </a:lnTo>
                  <a:lnTo>
                    <a:pt x="4884003" y="11029"/>
                  </a:lnTo>
                  <a:lnTo>
                    <a:pt x="4781708" y="15241"/>
                  </a:lnTo>
                  <a:lnTo>
                    <a:pt x="4677282" y="20181"/>
                  </a:lnTo>
                  <a:lnTo>
                    <a:pt x="4574335" y="25834"/>
                  </a:lnTo>
                  <a:lnTo>
                    <a:pt x="4475557" y="32195"/>
                  </a:lnTo>
                  <a:lnTo>
                    <a:pt x="4382683" y="39283"/>
                  </a:lnTo>
                  <a:lnTo>
                    <a:pt x="4296607" y="47137"/>
                  </a:lnTo>
                  <a:lnTo>
                    <a:pt x="4217560" y="55829"/>
                  </a:lnTo>
                  <a:lnTo>
                    <a:pt x="4145298" y="65456"/>
                  </a:lnTo>
                  <a:lnTo>
                    <a:pt x="4079267" y="76139"/>
                  </a:lnTo>
                  <a:lnTo>
                    <a:pt x="4018727" y="88020"/>
                  </a:lnTo>
                  <a:lnTo>
                    <a:pt x="3962854" y="101254"/>
                  </a:lnTo>
                  <a:lnTo>
                    <a:pt x="3910799" y="115988"/>
                  </a:lnTo>
                  <a:lnTo>
                    <a:pt x="3861753" y="132342"/>
                  </a:lnTo>
                  <a:lnTo>
                    <a:pt x="3829811" y="144389"/>
                  </a:lnTo>
                  <a:lnTo>
                    <a:pt x="3777875" y="166402"/>
                  </a:lnTo>
                  <a:lnTo>
                    <a:pt x="3727568" y="190647"/>
                  </a:lnTo>
                  <a:lnTo>
                    <a:pt x="3678277" y="217157"/>
                  </a:lnTo>
                  <a:lnTo>
                    <a:pt x="3629554" y="245890"/>
                  </a:lnTo>
                  <a:lnTo>
                    <a:pt x="3581084" y="276719"/>
                  </a:lnTo>
                  <a:lnTo>
                    <a:pt x="3532663" y="309426"/>
                  </a:lnTo>
                  <a:lnTo>
                    <a:pt x="3484180" y="343706"/>
                  </a:lnTo>
                  <a:lnTo>
                    <a:pt x="3435597" y="379175"/>
                  </a:lnTo>
                  <a:lnTo>
                    <a:pt x="3386932" y="415381"/>
                  </a:lnTo>
                  <a:lnTo>
                    <a:pt x="3338236" y="451834"/>
                  </a:lnTo>
                  <a:lnTo>
                    <a:pt x="3289572" y="488028"/>
                  </a:lnTo>
                  <a:lnTo>
                    <a:pt x="3240992" y="523473"/>
                  </a:lnTo>
                  <a:lnTo>
                    <a:pt x="3192510" y="557720"/>
                  </a:lnTo>
                  <a:lnTo>
                    <a:pt x="3144090" y="590385"/>
                  </a:lnTo>
                  <a:lnTo>
                    <a:pt x="3095616" y="621165"/>
                  </a:lnTo>
                  <a:lnTo>
                    <a:pt x="3046884" y="649845"/>
                  </a:lnTo>
                  <a:lnTo>
                    <a:pt x="2997575" y="676301"/>
                  </a:lnTo>
                  <a:lnTo>
                    <a:pt x="2947236" y="700491"/>
                  </a:lnTo>
                  <a:lnTo>
                    <a:pt x="2896531" y="721948"/>
                  </a:lnTo>
                  <a:lnTo>
                    <a:pt x="2849106" y="739433"/>
                  </a:lnTo>
                  <a:lnTo>
                    <a:pt x="2799177" y="755257"/>
                  </a:lnTo>
                  <a:lnTo>
                    <a:pt x="2745986" y="769493"/>
                  </a:lnTo>
                  <a:lnTo>
                    <a:pt x="2688705" y="782276"/>
                  </a:lnTo>
                  <a:lnTo>
                    <a:pt x="2626488" y="793755"/>
                  </a:lnTo>
                  <a:lnTo>
                    <a:pt x="2558528" y="804084"/>
                  </a:lnTo>
                  <a:lnTo>
                    <a:pt x="2484134" y="813398"/>
                  </a:lnTo>
                  <a:lnTo>
                    <a:pt x="2402835" y="821812"/>
                  </a:lnTo>
                  <a:lnTo>
                    <a:pt x="2314521" y="829413"/>
                  </a:lnTo>
                  <a:lnTo>
                    <a:pt x="2219614" y="836264"/>
                  </a:lnTo>
                  <a:lnTo>
                    <a:pt x="2119262" y="842397"/>
                  </a:lnTo>
                  <a:lnTo>
                    <a:pt x="2015500" y="847822"/>
                  </a:lnTo>
                  <a:lnTo>
                    <a:pt x="1911327" y="852530"/>
                  </a:lnTo>
                  <a:lnTo>
                    <a:pt x="1810601" y="856504"/>
                  </a:lnTo>
                  <a:lnTo>
                    <a:pt x="1717690" y="859734"/>
                  </a:lnTo>
                  <a:lnTo>
                    <a:pt x="1636866" y="862229"/>
                  </a:lnTo>
                  <a:lnTo>
                    <a:pt x="1571552" y="864032"/>
                  </a:lnTo>
                  <a:lnTo>
                    <a:pt x="1523602" y="865222"/>
                  </a:lnTo>
                  <a:lnTo>
                    <a:pt x="1492845" y="865912"/>
                  </a:lnTo>
                  <a:lnTo>
                    <a:pt x="1476981" y="866234"/>
                  </a:lnTo>
                  <a:lnTo>
                    <a:pt x="1471778" y="866331"/>
                  </a:lnTo>
                  <a:lnTo>
                    <a:pt x="1471387" y="866337"/>
                  </a:lnTo>
                  <a:lnTo>
                    <a:pt x="0" y="866337"/>
                  </a:lnTo>
                  <a:close/>
                </a:path>
              </a:pathLst>
            </a:custGeom>
            <a:solidFill>
              <a:srgbClr val="F28E5B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116" name="pl1116"/>
            <p:cNvSpPr/>
            <p:nvPr/>
          </p:nvSpPr>
          <p:spPr>
            <a:xfrm>
              <a:off x="4799595" y="6557158"/>
              <a:ext cx="11981298" cy="866337"/>
            </a:xfrm>
            <a:custGeom>
              <a:avLst/>
              <a:pathLst>
                <a:path w="11981298" h="866337">
                  <a:moveTo>
                    <a:pt x="0" y="866337"/>
                  </a:moveTo>
                  <a:lnTo>
                    <a:pt x="1471387" y="866337"/>
                  </a:lnTo>
                  <a:lnTo>
                    <a:pt x="1472616" y="866316"/>
                  </a:lnTo>
                  <a:lnTo>
                    <a:pt x="1480678" y="866162"/>
                  </a:lnTo>
                  <a:lnTo>
                    <a:pt x="1500955" y="865737"/>
                  </a:lnTo>
                  <a:lnTo>
                    <a:pt x="1537087" y="864900"/>
                  </a:lnTo>
                  <a:lnTo>
                    <a:pt x="1590703" y="863524"/>
                  </a:lnTo>
                  <a:lnTo>
                    <a:pt x="1661293" y="861505"/>
                  </a:lnTo>
                  <a:lnTo>
                    <a:pt x="1746431" y="858777"/>
                  </a:lnTo>
                  <a:lnTo>
                    <a:pt x="1842339" y="855308"/>
                  </a:lnTo>
                  <a:lnTo>
                    <a:pt x="1944635" y="851096"/>
                  </a:lnTo>
                  <a:lnTo>
                    <a:pt x="2049060" y="846156"/>
                  </a:lnTo>
                  <a:lnTo>
                    <a:pt x="2152007" y="840503"/>
                  </a:lnTo>
                  <a:lnTo>
                    <a:pt x="2250785" y="834141"/>
                  </a:lnTo>
                  <a:lnTo>
                    <a:pt x="2343660" y="827054"/>
                  </a:lnTo>
                  <a:lnTo>
                    <a:pt x="2429736" y="819199"/>
                  </a:lnTo>
                  <a:lnTo>
                    <a:pt x="2508782" y="810507"/>
                  </a:lnTo>
                  <a:lnTo>
                    <a:pt x="2581044" y="800881"/>
                  </a:lnTo>
                  <a:lnTo>
                    <a:pt x="2647076" y="790198"/>
                  </a:lnTo>
                  <a:lnTo>
                    <a:pt x="2707615" y="778316"/>
                  </a:lnTo>
                  <a:lnTo>
                    <a:pt x="2763488" y="765083"/>
                  </a:lnTo>
                  <a:lnTo>
                    <a:pt x="2815543" y="750349"/>
                  </a:lnTo>
                  <a:lnTo>
                    <a:pt x="2864589" y="733995"/>
                  </a:lnTo>
                  <a:lnTo>
                    <a:pt x="2896531" y="721948"/>
                  </a:lnTo>
                  <a:lnTo>
                    <a:pt x="2948467" y="699934"/>
                  </a:lnTo>
                  <a:lnTo>
                    <a:pt x="2998774" y="675689"/>
                  </a:lnTo>
                  <a:lnTo>
                    <a:pt x="3048065" y="649179"/>
                  </a:lnTo>
                  <a:lnTo>
                    <a:pt x="3096788" y="620447"/>
                  </a:lnTo>
                  <a:lnTo>
                    <a:pt x="3145258" y="589618"/>
                  </a:lnTo>
                  <a:lnTo>
                    <a:pt x="3193679" y="556911"/>
                  </a:lnTo>
                  <a:lnTo>
                    <a:pt x="3242162" y="522630"/>
                  </a:lnTo>
                  <a:lnTo>
                    <a:pt x="3290745" y="487162"/>
                  </a:lnTo>
                  <a:lnTo>
                    <a:pt x="3339410" y="450956"/>
                  </a:lnTo>
                  <a:lnTo>
                    <a:pt x="3388106" y="414503"/>
                  </a:lnTo>
                  <a:lnTo>
                    <a:pt x="3436770" y="378309"/>
                  </a:lnTo>
                  <a:lnTo>
                    <a:pt x="3485350" y="342864"/>
                  </a:lnTo>
                  <a:lnTo>
                    <a:pt x="3533832" y="308617"/>
                  </a:lnTo>
                  <a:lnTo>
                    <a:pt x="3582252" y="275952"/>
                  </a:lnTo>
                  <a:lnTo>
                    <a:pt x="3630726" y="245172"/>
                  </a:lnTo>
                  <a:lnTo>
                    <a:pt x="3679458" y="216491"/>
                  </a:lnTo>
                  <a:lnTo>
                    <a:pt x="3728767" y="190036"/>
                  </a:lnTo>
                  <a:lnTo>
                    <a:pt x="3779106" y="165845"/>
                  </a:lnTo>
                  <a:lnTo>
                    <a:pt x="3829811" y="144389"/>
                  </a:lnTo>
                  <a:lnTo>
                    <a:pt x="3877236" y="126904"/>
                  </a:lnTo>
                  <a:lnTo>
                    <a:pt x="3927165" y="111080"/>
                  </a:lnTo>
                  <a:lnTo>
                    <a:pt x="3980356" y="96843"/>
                  </a:lnTo>
                  <a:lnTo>
                    <a:pt x="4037637" y="84061"/>
                  </a:lnTo>
                  <a:lnTo>
                    <a:pt x="4099854" y="72581"/>
                  </a:lnTo>
                  <a:lnTo>
                    <a:pt x="4167814" y="62253"/>
                  </a:lnTo>
                  <a:lnTo>
                    <a:pt x="4242208" y="52939"/>
                  </a:lnTo>
                  <a:lnTo>
                    <a:pt x="4323507" y="44525"/>
                  </a:lnTo>
                  <a:lnTo>
                    <a:pt x="4411821" y="36924"/>
                  </a:lnTo>
                  <a:lnTo>
                    <a:pt x="4506728" y="30073"/>
                  </a:lnTo>
                  <a:lnTo>
                    <a:pt x="4607080" y="23939"/>
                  </a:lnTo>
                  <a:lnTo>
                    <a:pt x="4710843" y="18514"/>
                  </a:lnTo>
                  <a:lnTo>
                    <a:pt x="4815016" y="13807"/>
                  </a:lnTo>
                  <a:lnTo>
                    <a:pt x="4915741" y="9833"/>
                  </a:lnTo>
                  <a:lnTo>
                    <a:pt x="5008652" y="6603"/>
                  </a:lnTo>
                  <a:lnTo>
                    <a:pt x="5089476" y="4108"/>
                  </a:lnTo>
                  <a:lnTo>
                    <a:pt x="5154791" y="2305"/>
                  </a:lnTo>
                  <a:lnTo>
                    <a:pt x="5202740" y="1115"/>
                  </a:lnTo>
                  <a:lnTo>
                    <a:pt x="5233497" y="425"/>
                  </a:lnTo>
                  <a:lnTo>
                    <a:pt x="5249362" y="103"/>
                  </a:lnTo>
                  <a:lnTo>
                    <a:pt x="5254564" y="6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580" y="0"/>
                  </a:lnTo>
                  <a:lnTo>
                    <a:pt x="6735702" y="1"/>
                  </a:lnTo>
                  <a:lnTo>
                    <a:pt x="6756124" y="5"/>
                  </a:lnTo>
                  <a:lnTo>
                    <a:pt x="6792502" y="13"/>
                  </a:lnTo>
                  <a:lnTo>
                    <a:pt x="6846457" y="26"/>
                  </a:lnTo>
                  <a:lnTo>
                    <a:pt x="6917453" y="45"/>
                  </a:lnTo>
                  <a:lnTo>
                    <a:pt x="7003021" y="71"/>
                  </a:lnTo>
                  <a:lnTo>
                    <a:pt x="7099338" y="104"/>
                  </a:lnTo>
                  <a:lnTo>
                    <a:pt x="7201984" y="144"/>
                  </a:lnTo>
                  <a:lnTo>
                    <a:pt x="7306679" y="191"/>
                  </a:lnTo>
                  <a:lnTo>
                    <a:pt x="7409807" y="245"/>
                  </a:lnTo>
                  <a:lnTo>
                    <a:pt x="7508684" y="305"/>
                  </a:lnTo>
                  <a:lnTo>
                    <a:pt x="7601588" y="372"/>
                  </a:lnTo>
                  <a:lnTo>
                    <a:pt x="7687641" y="447"/>
                  </a:lnTo>
                  <a:lnTo>
                    <a:pt x="7766631" y="530"/>
                  </a:lnTo>
                  <a:lnTo>
                    <a:pt x="7838818" y="621"/>
                  </a:lnTo>
                  <a:lnTo>
                    <a:pt x="7904770" y="722"/>
                  </a:lnTo>
                  <a:lnTo>
                    <a:pt x="7965237" y="835"/>
                  </a:lnTo>
                  <a:lnTo>
                    <a:pt x="8021054" y="961"/>
                  </a:lnTo>
                  <a:lnTo>
                    <a:pt x="8073072" y="1101"/>
                  </a:lnTo>
                  <a:lnTo>
                    <a:pt x="8122107" y="1257"/>
                  </a:lnTo>
                  <a:lnTo>
                    <a:pt x="8151487" y="1362"/>
                  </a:lnTo>
                  <a:lnTo>
                    <a:pt x="8207723" y="1588"/>
                  </a:lnTo>
                  <a:lnTo>
                    <a:pt x="8262110" y="1839"/>
                  </a:lnTo>
                  <a:lnTo>
                    <a:pt x="8315400" y="2115"/>
                  </a:lnTo>
                  <a:lnTo>
                    <a:pt x="8368128" y="2415"/>
                  </a:lnTo>
                  <a:lnTo>
                    <a:pt x="8420651" y="2738"/>
                  </a:lnTo>
                  <a:lnTo>
                    <a:pt x="8473182" y="3081"/>
                  </a:lnTo>
                  <a:lnTo>
                    <a:pt x="8525817" y="3439"/>
                  </a:lnTo>
                  <a:lnTo>
                    <a:pt x="8578563" y="3807"/>
                  </a:lnTo>
                  <a:lnTo>
                    <a:pt x="8631367" y="4180"/>
                  </a:lnTo>
                  <a:lnTo>
                    <a:pt x="8684151" y="4551"/>
                  </a:lnTo>
                  <a:lnTo>
                    <a:pt x="8736845" y="4914"/>
                  </a:lnTo>
                  <a:lnTo>
                    <a:pt x="8789422" y="5265"/>
                  </a:lnTo>
                  <a:lnTo>
                    <a:pt x="8841931" y="5598"/>
                  </a:lnTo>
                  <a:lnTo>
                    <a:pt x="8894521" y="5910"/>
                  </a:lnTo>
                  <a:lnTo>
                    <a:pt x="8947476" y="6199"/>
                  </a:lnTo>
                  <a:lnTo>
                    <a:pt x="9001237" y="6462"/>
                  </a:lnTo>
                  <a:lnTo>
                    <a:pt x="9056441" y="6701"/>
                  </a:lnTo>
                  <a:lnTo>
                    <a:pt x="9084767" y="6810"/>
                  </a:lnTo>
                  <a:lnTo>
                    <a:pt x="9132316" y="6976"/>
                  </a:lnTo>
                  <a:lnTo>
                    <a:pt x="9182384" y="7125"/>
                  </a:lnTo>
                  <a:lnTo>
                    <a:pt x="9235734" y="7260"/>
                  </a:lnTo>
                  <a:lnTo>
                    <a:pt x="9293202" y="7381"/>
                  </a:lnTo>
                  <a:lnTo>
                    <a:pt x="9355640" y="7489"/>
                  </a:lnTo>
                  <a:lnTo>
                    <a:pt x="9423860" y="7587"/>
                  </a:lnTo>
                  <a:lnTo>
                    <a:pt x="9498557" y="7675"/>
                  </a:lnTo>
                  <a:lnTo>
                    <a:pt x="9580199" y="7754"/>
                  </a:lnTo>
                  <a:lnTo>
                    <a:pt x="9668889" y="7826"/>
                  </a:lnTo>
                  <a:lnTo>
                    <a:pt x="9764187" y="7890"/>
                  </a:lnTo>
                  <a:lnTo>
                    <a:pt x="9864919" y="7948"/>
                  </a:lnTo>
                  <a:lnTo>
                    <a:pt x="9969005" y="7999"/>
                  </a:lnTo>
                  <a:lnTo>
                    <a:pt x="10073397" y="8044"/>
                  </a:lnTo>
                  <a:lnTo>
                    <a:pt x="10174183" y="8081"/>
                  </a:lnTo>
                  <a:lnTo>
                    <a:pt x="10266955" y="8111"/>
                  </a:lnTo>
                  <a:lnTo>
                    <a:pt x="10347425" y="8135"/>
                  </a:lnTo>
                  <a:lnTo>
                    <a:pt x="10412197" y="8151"/>
                  </a:lnTo>
                  <a:lnTo>
                    <a:pt x="10459479" y="8162"/>
                  </a:lnTo>
                  <a:lnTo>
                    <a:pt x="10489540" y="8169"/>
                  </a:lnTo>
                  <a:lnTo>
                    <a:pt x="10504798" y="8172"/>
                  </a:lnTo>
                  <a:lnTo>
                    <a:pt x="10509604" y="8172"/>
                  </a:lnTo>
                  <a:lnTo>
                    <a:pt x="10509911" y="8172"/>
                  </a:lnTo>
                  <a:lnTo>
                    <a:pt x="11981298" y="817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17" name="pl1117"/>
            <p:cNvSpPr/>
            <p:nvPr/>
          </p:nvSpPr>
          <p:spPr>
            <a:xfrm>
              <a:off x="4799595" y="6548986"/>
              <a:ext cx="11981298" cy="866337"/>
            </a:xfrm>
            <a:custGeom>
              <a:avLst/>
              <a:pathLst>
                <a:path w="11981298" h="866337">
                  <a:moveTo>
                    <a:pt x="11981298" y="8172"/>
                  </a:moveTo>
                  <a:lnTo>
                    <a:pt x="10509911" y="8172"/>
                  </a:lnTo>
                  <a:lnTo>
                    <a:pt x="10508673" y="8172"/>
                  </a:lnTo>
                  <a:lnTo>
                    <a:pt x="10500551" y="8171"/>
                  </a:lnTo>
                  <a:lnTo>
                    <a:pt x="10480130" y="8167"/>
                  </a:lnTo>
                  <a:lnTo>
                    <a:pt x="10443752" y="8159"/>
                  </a:lnTo>
                  <a:lnTo>
                    <a:pt x="10389796" y="8146"/>
                  </a:lnTo>
                  <a:lnTo>
                    <a:pt x="10318801" y="8127"/>
                  </a:lnTo>
                  <a:lnTo>
                    <a:pt x="10233232" y="8101"/>
                  </a:lnTo>
                  <a:lnTo>
                    <a:pt x="10136915" y="8068"/>
                  </a:lnTo>
                  <a:lnTo>
                    <a:pt x="10034269" y="8028"/>
                  </a:lnTo>
                  <a:lnTo>
                    <a:pt x="9929575" y="7981"/>
                  </a:lnTo>
                  <a:lnTo>
                    <a:pt x="9826446" y="7927"/>
                  </a:lnTo>
                  <a:lnTo>
                    <a:pt x="9727569" y="7867"/>
                  </a:lnTo>
                  <a:lnTo>
                    <a:pt x="9634666" y="7800"/>
                  </a:lnTo>
                  <a:lnTo>
                    <a:pt x="9548612" y="7725"/>
                  </a:lnTo>
                  <a:lnTo>
                    <a:pt x="9469622" y="7642"/>
                  </a:lnTo>
                  <a:lnTo>
                    <a:pt x="9397435" y="7551"/>
                  </a:lnTo>
                  <a:lnTo>
                    <a:pt x="9331483" y="7450"/>
                  </a:lnTo>
                  <a:lnTo>
                    <a:pt x="9271016" y="7337"/>
                  </a:lnTo>
                  <a:lnTo>
                    <a:pt x="9215200" y="7211"/>
                  </a:lnTo>
                  <a:lnTo>
                    <a:pt x="9163181" y="7071"/>
                  </a:lnTo>
                  <a:lnTo>
                    <a:pt x="9114146" y="6915"/>
                  </a:lnTo>
                  <a:lnTo>
                    <a:pt x="9084767" y="6810"/>
                  </a:lnTo>
                  <a:lnTo>
                    <a:pt x="9028530" y="6584"/>
                  </a:lnTo>
                  <a:lnTo>
                    <a:pt x="8974144" y="6333"/>
                  </a:lnTo>
                  <a:lnTo>
                    <a:pt x="8920853" y="6057"/>
                  </a:lnTo>
                  <a:lnTo>
                    <a:pt x="8868126" y="5757"/>
                  </a:lnTo>
                  <a:lnTo>
                    <a:pt x="8815602" y="5434"/>
                  </a:lnTo>
                  <a:lnTo>
                    <a:pt x="8763071" y="5091"/>
                  </a:lnTo>
                  <a:lnTo>
                    <a:pt x="8710436" y="4733"/>
                  </a:lnTo>
                  <a:lnTo>
                    <a:pt x="8657690" y="4365"/>
                  </a:lnTo>
                  <a:lnTo>
                    <a:pt x="8604886" y="3992"/>
                  </a:lnTo>
                  <a:lnTo>
                    <a:pt x="8552103" y="3621"/>
                  </a:lnTo>
                  <a:lnTo>
                    <a:pt x="8499409" y="3258"/>
                  </a:lnTo>
                  <a:lnTo>
                    <a:pt x="8446831" y="2907"/>
                  </a:lnTo>
                  <a:lnTo>
                    <a:pt x="8394323" y="2574"/>
                  </a:lnTo>
                  <a:lnTo>
                    <a:pt x="8341732" y="2262"/>
                  </a:lnTo>
                  <a:lnTo>
                    <a:pt x="8288777" y="1973"/>
                  </a:lnTo>
                  <a:lnTo>
                    <a:pt x="8235016" y="1710"/>
                  </a:lnTo>
                  <a:lnTo>
                    <a:pt x="8179812" y="1471"/>
                  </a:lnTo>
                  <a:lnTo>
                    <a:pt x="8151487" y="1362"/>
                  </a:lnTo>
                  <a:lnTo>
                    <a:pt x="8103938" y="1196"/>
                  </a:lnTo>
                  <a:lnTo>
                    <a:pt x="8053870" y="1047"/>
                  </a:lnTo>
                  <a:lnTo>
                    <a:pt x="8000519" y="912"/>
                  </a:lnTo>
                  <a:lnTo>
                    <a:pt x="7943051" y="791"/>
                  </a:lnTo>
                  <a:lnTo>
                    <a:pt x="7880613" y="683"/>
                  </a:lnTo>
                  <a:lnTo>
                    <a:pt x="7812393" y="585"/>
                  </a:lnTo>
                  <a:lnTo>
                    <a:pt x="7737697" y="497"/>
                  </a:lnTo>
                  <a:lnTo>
                    <a:pt x="7656055" y="418"/>
                  </a:lnTo>
                  <a:lnTo>
                    <a:pt x="7567364" y="346"/>
                  </a:lnTo>
                  <a:lnTo>
                    <a:pt x="7472066" y="282"/>
                  </a:lnTo>
                  <a:lnTo>
                    <a:pt x="7371335" y="224"/>
                  </a:lnTo>
                  <a:lnTo>
                    <a:pt x="7267248" y="173"/>
                  </a:lnTo>
                  <a:lnTo>
                    <a:pt x="7162856" y="128"/>
                  </a:lnTo>
                  <a:lnTo>
                    <a:pt x="7062070" y="91"/>
                  </a:lnTo>
                  <a:lnTo>
                    <a:pt x="6969298" y="61"/>
                  </a:lnTo>
                  <a:lnTo>
                    <a:pt x="6888828" y="37"/>
                  </a:lnTo>
                  <a:lnTo>
                    <a:pt x="6824056" y="21"/>
                  </a:lnTo>
                  <a:lnTo>
                    <a:pt x="6776775" y="10"/>
                  </a:lnTo>
                  <a:lnTo>
                    <a:pt x="6746713" y="3"/>
                  </a:lnTo>
                  <a:lnTo>
                    <a:pt x="6731455" y="0"/>
                  </a:lnTo>
                  <a:lnTo>
                    <a:pt x="6726649" y="0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727" y="21"/>
                  </a:lnTo>
                  <a:lnTo>
                    <a:pt x="5245664" y="175"/>
                  </a:lnTo>
                  <a:lnTo>
                    <a:pt x="5225387" y="600"/>
                  </a:lnTo>
                  <a:lnTo>
                    <a:pt x="5189255" y="1437"/>
                  </a:lnTo>
                  <a:lnTo>
                    <a:pt x="5135639" y="2813"/>
                  </a:lnTo>
                  <a:lnTo>
                    <a:pt x="5065049" y="4832"/>
                  </a:lnTo>
                  <a:lnTo>
                    <a:pt x="4979911" y="7560"/>
                  </a:lnTo>
                  <a:lnTo>
                    <a:pt x="4884003" y="11029"/>
                  </a:lnTo>
                  <a:lnTo>
                    <a:pt x="4781708" y="15241"/>
                  </a:lnTo>
                  <a:lnTo>
                    <a:pt x="4677282" y="20181"/>
                  </a:lnTo>
                  <a:lnTo>
                    <a:pt x="4574335" y="25834"/>
                  </a:lnTo>
                  <a:lnTo>
                    <a:pt x="4475557" y="32195"/>
                  </a:lnTo>
                  <a:lnTo>
                    <a:pt x="4382683" y="39283"/>
                  </a:lnTo>
                  <a:lnTo>
                    <a:pt x="4296607" y="47137"/>
                  </a:lnTo>
                  <a:lnTo>
                    <a:pt x="4217560" y="55829"/>
                  </a:lnTo>
                  <a:lnTo>
                    <a:pt x="4145298" y="65456"/>
                  </a:lnTo>
                  <a:lnTo>
                    <a:pt x="4079267" y="76139"/>
                  </a:lnTo>
                  <a:lnTo>
                    <a:pt x="4018727" y="88020"/>
                  </a:lnTo>
                  <a:lnTo>
                    <a:pt x="3962854" y="101254"/>
                  </a:lnTo>
                  <a:lnTo>
                    <a:pt x="3910799" y="115988"/>
                  </a:lnTo>
                  <a:lnTo>
                    <a:pt x="3861753" y="132342"/>
                  </a:lnTo>
                  <a:lnTo>
                    <a:pt x="3829811" y="144389"/>
                  </a:lnTo>
                  <a:lnTo>
                    <a:pt x="3777875" y="166402"/>
                  </a:lnTo>
                  <a:lnTo>
                    <a:pt x="3727568" y="190647"/>
                  </a:lnTo>
                  <a:lnTo>
                    <a:pt x="3678277" y="217157"/>
                  </a:lnTo>
                  <a:lnTo>
                    <a:pt x="3629554" y="245890"/>
                  </a:lnTo>
                  <a:lnTo>
                    <a:pt x="3581084" y="276719"/>
                  </a:lnTo>
                  <a:lnTo>
                    <a:pt x="3532663" y="309426"/>
                  </a:lnTo>
                  <a:lnTo>
                    <a:pt x="3484180" y="343706"/>
                  </a:lnTo>
                  <a:lnTo>
                    <a:pt x="3435597" y="379175"/>
                  </a:lnTo>
                  <a:lnTo>
                    <a:pt x="3386932" y="415381"/>
                  </a:lnTo>
                  <a:lnTo>
                    <a:pt x="3338236" y="451834"/>
                  </a:lnTo>
                  <a:lnTo>
                    <a:pt x="3289572" y="488028"/>
                  </a:lnTo>
                  <a:lnTo>
                    <a:pt x="3240992" y="523473"/>
                  </a:lnTo>
                  <a:lnTo>
                    <a:pt x="3192510" y="557720"/>
                  </a:lnTo>
                  <a:lnTo>
                    <a:pt x="3144090" y="590385"/>
                  </a:lnTo>
                  <a:lnTo>
                    <a:pt x="3095616" y="621165"/>
                  </a:lnTo>
                  <a:lnTo>
                    <a:pt x="3046884" y="649845"/>
                  </a:lnTo>
                  <a:lnTo>
                    <a:pt x="2997575" y="676301"/>
                  </a:lnTo>
                  <a:lnTo>
                    <a:pt x="2947236" y="700491"/>
                  </a:lnTo>
                  <a:lnTo>
                    <a:pt x="2896531" y="721948"/>
                  </a:lnTo>
                  <a:lnTo>
                    <a:pt x="2849106" y="739433"/>
                  </a:lnTo>
                  <a:lnTo>
                    <a:pt x="2799177" y="755257"/>
                  </a:lnTo>
                  <a:lnTo>
                    <a:pt x="2745986" y="769493"/>
                  </a:lnTo>
                  <a:lnTo>
                    <a:pt x="2688705" y="782276"/>
                  </a:lnTo>
                  <a:lnTo>
                    <a:pt x="2626488" y="793755"/>
                  </a:lnTo>
                  <a:lnTo>
                    <a:pt x="2558528" y="804084"/>
                  </a:lnTo>
                  <a:lnTo>
                    <a:pt x="2484134" y="813398"/>
                  </a:lnTo>
                  <a:lnTo>
                    <a:pt x="2402835" y="821812"/>
                  </a:lnTo>
                  <a:lnTo>
                    <a:pt x="2314521" y="829413"/>
                  </a:lnTo>
                  <a:lnTo>
                    <a:pt x="2219614" y="836264"/>
                  </a:lnTo>
                  <a:lnTo>
                    <a:pt x="2119262" y="842397"/>
                  </a:lnTo>
                  <a:lnTo>
                    <a:pt x="2015500" y="847822"/>
                  </a:lnTo>
                  <a:lnTo>
                    <a:pt x="1911327" y="852530"/>
                  </a:lnTo>
                  <a:lnTo>
                    <a:pt x="1810601" y="856504"/>
                  </a:lnTo>
                  <a:lnTo>
                    <a:pt x="1717690" y="859734"/>
                  </a:lnTo>
                  <a:lnTo>
                    <a:pt x="1636866" y="862229"/>
                  </a:lnTo>
                  <a:lnTo>
                    <a:pt x="1571552" y="864032"/>
                  </a:lnTo>
                  <a:lnTo>
                    <a:pt x="1523602" y="865222"/>
                  </a:lnTo>
                  <a:lnTo>
                    <a:pt x="1492845" y="865912"/>
                  </a:lnTo>
                  <a:lnTo>
                    <a:pt x="1476981" y="866234"/>
                  </a:lnTo>
                  <a:lnTo>
                    <a:pt x="1471778" y="866331"/>
                  </a:lnTo>
                  <a:lnTo>
                    <a:pt x="1471387" y="866337"/>
                  </a:lnTo>
                  <a:lnTo>
                    <a:pt x="0" y="86633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18" name="pg1118"/>
            <p:cNvSpPr/>
            <p:nvPr/>
          </p:nvSpPr>
          <p:spPr>
            <a:xfrm>
              <a:off x="4799595" y="6598023"/>
              <a:ext cx="11981298" cy="939894"/>
            </a:xfrm>
            <a:custGeom>
              <a:avLst/>
              <a:pathLst>
                <a:path w="11981298" h="939894">
                  <a:moveTo>
                    <a:pt x="0" y="833645"/>
                  </a:moveTo>
                  <a:lnTo>
                    <a:pt x="1471387" y="833645"/>
                  </a:lnTo>
                  <a:lnTo>
                    <a:pt x="1472616" y="833625"/>
                  </a:lnTo>
                  <a:lnTo>
                    <a:pt x="1480684" y="833478"/>
                  </a:lnTo>
                  <a:lnTo>
                    <a:pt x="1500974" y="833073"/>
                  </a:lnTo>
                  <a:lnTo>
                    <a:pt x="1537129" y="832275"/>
                  </a:lnTo>
                  <a:lnTo>
                    <a:pt x="1590776" y="830963"/>
                  </a:lnTo>
                  <a:lnTo>
                    <a:pt x="1661403" y="829038"/>
                  </a:lnTo>
                  <a:lnTo>
                    <a:pt x="1746581" y="826437"/>
                  </a:lnTo>
                  <a:lnTo>
                    <a:pt x="1842526" y="823129"/>
                  </a:lnTo>
                  <a:lnTo>
                    <a:pt x="1944854" y="819114"/>
                  </a:lnTo>
                  <a:lnTo>
                    <a:pt x="2049304" y="814404"/>
                  </a:lnTo>
                  <a:lnTo>
                    <a:pt x="2152267" y="809015"/>
                  </a:lnTo>
                  <a:lnTo>
                    <a:pt x="2251055" y="802950"/>
                  </a:lnTo>
                  <a:lnTo>
                    <a:pt x="2343932" y="796193"/>
                  </a:lnTo>
                  <a:lnTo>
                    <a:pt x="2430006" y="788705"/>
                  </a:lnTo>
                  <a:lnTo>
                    <a:pt x="2509048" y="780418"/>
                  </a:lnTo>
                  <a:lnTo>
                    <a:pt x="2581303" y="771240"/>
                  </a:lnTo>
                  <a:lnTo>
                    <a:pt x="2647327" y="761055"/>
                  </a:lnTo>
                  <a:lnTo>
                    <a:pt x="2707859" y="749726"/>
                  </a:lnTo>
                  <a:lnTo>
                    <a:pt x="2763728" y="737108"/>
                  </a:lnTo>
                  <a:lnTo>
                    <a:pt x="2815779" y="723059"/>
                  </a:lnTo>
                  <a:lnTo>
                    <a:pt x="2864824" y="707465"/>
                  </a:lnTo>
                  <a:lnTo>
                    <a:pt x="2896531" y="696067"/>
                  </a:lnTo>
                  <a:lnTo>
                    <a:pt x="2948797" y="674949"/>
                  </a:lnTo>
                  <a:lnTo>
                    <a:pt x="2999418" y="651677"/>
                  </a:lnTo>
                  <a:lnTo>
                    <a:pt x="3049016" y="626218"/>
                  </a:lnTo>
                  <a:lnTo>
                    <a:pt x="3098046" y="598616"/>
                  </a:lnTo>
                  <a:lnTo>
                    <a:pt x="3146827" y="568996"/>
                  </a:lnTo>
                  <a:lnTo>
                    <a:pt x="3195562" y="537570"/>
                  </a:lnTo>
                  <a:lnTo>
                    <a:pt x="3244364" y="504639"/>
                  </a:lnTo>
                  <a:lnTo>
                    <a:pt x="3293267" y="470580"/>
                  </a:lnTo>
                  <a:lnTo>
                    <a:pt x="3342250" y="435833"/>
                  </a:lnTo>
                  <a:lnTo>
                    <a:pt x="3391261" y="400876"/>
                  </a:lnTo>
                  <a:lnTo>
                    <a:pt x="3440236" y="366200"/>
                  </a:lnTo>
                  <a:lnTo>
                    <a:pt x="3489124" y="332280"/>
                  </a:lnTo>
                  <a:lnTo>
                    <a:pt x="3537912" y="299548"/>
                  </a:lnTo>
                  <a:lnTo>
                    <a:pt x="3586646" y="268369"/>
                  </a:lnTo>
                  <a:lnTo>
                    <a:pt x="3635447" y="239033"/>
                  </a:lnTo>
                  <a:lnTo>
                    <a:pt x="3684538" y="211739"/>
                  </a:lnTo>
                  <a:lnTo>
                    <a:pt x="3734253" y="186600"/>
                  </a:lnTo>
                  <a:lnTo>
                    <a:pt x="3785071" y="163646"/>
                  </a:lnTo>
                  <a:lnTo>
                    <a:pt x="3829811" y="145751"/>
                  </a:lnTo>
                  <a:lnTo>
                    <a:pt x="3877247" y="129087"/>
                  </a:lnTo>
                  <a:lnTo>
                    <a:pt x="3927189" y="114007"/>
                  </a:lnTo>
                  <a:lnTo>
                    <a:pt x="3980395" y="100439"/>
                  </a:lnTo>
                  <a:lnTo>
                    <a:pt x="4037693" y="88258"/>
                  </a:lnTo>
                  <a:lnTo>
                    <a:pt x="4099930" y="77319"/>
                  </a:lnTo>
                  <a:lnTo>
                    <a:pt x="4167914" y="67476"/>
                  </a:lnTo>
                  <a:lnTo>
                    <a:pt x="4242336" y="58601"/>
                  </a:lnTo>
                  <a:lnTo>
                    <a:pt x="4323666" y="50584"/>
                  </a:lnTo>
                  <a:lnTo>
                    <a:pt x="4412014" y="43340"/>
                  </a:lnTo>
                  <a:lnTo>
                    <a:pt x="4506957" y="36813"/>
                  </a:lnTo>
                  <a:lnTo>
                    <a:pt x="4607344" y="30969"/>
                  </a:lnTo>
                  <a:lnTo>
                    <a:pt x="4711136" y="25801"/>
                  </a:lnTo>
                  <a:lnTo>
                    <a:pt x="4815330" y="21316"/>
                  </a:lnTo>
                  <a:lnTo>
                    <a:pt x="4916061" y="17531"/>
                  </a:lnTo>
                  <a:lnTo>
                    <a:pt x="5008959" y="14455"/>
                  </a:lnTo>
                  <a:lnTo>
                    <a:pt x="5089751" y="12079"/>
                  </a:lnTo>
                  <a:lnTo>
                    <a:pt x="5155016" y="10364"/>
                  </a:lnTo>
                  <a:lnTo>
                    <a:pt x="5202905" y="9231"/>
                  </a:lnTo>
                  <a:lnTo>
                    <a:pt x="5233598" y="8576"/>
                  </a:lnTo>
                  <a:lnTo>
                    <a:pt x="5249407" y="8270"/>
                  </a:lnTo>
                  <a:lnTo>
                    <a:pt x="5254572" y="8179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570" y="8196"/>
                  </a:lnTo>
                  <a:lnTo>
                    <a:pt x="6735623" y="8361"/>
                  </a:lnTo>
                  <a:lnTo>
                    <a:pt x="6755877" y="8818"/>
                  </a:lnTo>
                  <a:lnTo>
                    <a:pt x="6791972" y="9716"/>
                  </a:lnTo>
                  <a:lnTo>
                    <a:pt x="6845535" y="11195"/>
                  </a:lnTo>
                  <a:lnTo>
                    <a:pt x="6916061" y="13363"/>
                  </a:lnTo>
                  <a:lnTo>
                    <a:pt x="7001133" y="16294"/>
                  </a:lnTo>
                  <a:lnTo>
                    <a:pt x="7096977" y="20021"/>
                  </a:lnTo>
                  <a:lnTo>
                    <a:pt x="7199218" y="24546"/>
                  </a:lnTo>
                  <a:lnTo>
                    <a:pt x="7303601" y="29854"/>
                  </a:lnTo>
                  <a:lnTo>
                    <a:pt x="7406520" y="35928"/>
                  </a:lnTo>
                  <a:lnTo>
                    <a:pt x="7505283" y="42764"/>
                  </a:lnTo>
                  <a:lnTo>
                    <a:pt x="7598152" y="50379"/>
                  </a:lnTo>
                  <a:lnTo>
                    <a:pt x="7684232" y="58819"/>
                  </a:lnTo>
                  <a:lnTo>
                    <a:pt x="7763287" y="68157"/>
                  </a:lnTo>
                  <a:lnTo>
                    <a:pt x="7835561" y="78500"/>
                  </a:lnTo>
                  <a:lnTo>
                    <a:pt x="7901604" y="89976"/>
                  </a:lnTo>
                  <a:lnTo>
                    <a:pt x="7962155" y="102740"/>
                  </a:lnTo>
                  <a:lnTo>
                    <a:pt x="8018037" y="116955"/>
                  </a:lnTo>
                  <a:lnTo>
                    <a:pt x="8070097" y="132782"/>
                  </a:lnTo>
                  <a:lnTo>
                    <a:pt x="8119146" y="150349"/>
                  </a:lnTo>
                  <a:lnTo>
                    <a:pt x="8151487" y="163459"/>
                  </a:lnTo>
                  <a:lnTo>
                    <a:pt x="8202884" y="186872"/>
                  </a:lnTo>
                  <a:lnTo>
                    <a:pt x="8252679" y="212633"/>
                  </a:lnTo>
                  <a:lnTo>
                    <a:pt x="8301470" y="240779"/>
                  </a:lnTo>
                  <a:lnTo>
                    <a:pt x="8349692" y="271269"/>
                  </a:lnTo>
                  <a:lnTo>
                    <a:pt x="8397657" y="303973"/>
                  </a:lnTo>
                  <a:lnTo>
                    <a:pt x="8445565" y="338669"/>
                  </a:lnTo>
                  <a:lnTo>
                    <a:pt x="8493531" y="375045"/>
                  </a:lnTo>
                  <a:lnTo>
                    <a:pt x="8541593" y="412705"/>
                  </a:lnTo>
                  <a:lnTo>
                    <a:pt x="8589739" y="451183"/>
                  </a:lnTo>
                  <a:lnTo>
                    <a:pt x="8637920" y="489972"/>
                  </a:lnTo>
                  <a:lnTo>
                    <a:pt x="8686076" y="528544"/>
                  </a:lnTo>
                  <a:lnTo>
                    <a:pt x="8734156" y="566385"/>
                  </a:lnTo>
                  <a:lnTo>
                    <a:pt x="8782137" y="603021"/>
                  </a:lnTo>
                  <a:lnTo>
                    <a:pt x="8830050" y="638043"/>
                  </a:lnTo>
                  <a:lnTo>
                    <a:pt x="8877993" y="671121"/>
                  </a:lnTo>
                  <a:lnTo>
                    <a:pt x="8926150" y="702018"/>
                  </a:lnTo>
                  <a:lnTo>
                    <a:pt x="8974811" y="730587"/>
                  </a:lnTo>
                  <a:lnTo>
                    <a:pt x="9024388" y="756774"/>
                  </a:lnTo>
                  <a:lnTo>
                    <a:pt x="9075448" y="780599"/>
                  </a:lnTo>
                  <a:lnTo>
                    <a:pt x="9084767" y="784607"/>
                  </a:lnTo>
                  <a:lnTo>
                    <a:pt x="9132172" y="803405"/>
                  </a:lnTo>
                  <a:lnTo>
                    <a:pt x="9182080" y="820417"/>
                  </a:lnTo>
                  <a:lnTo>
                    <a:pt x="9235246" y="835724"/>
                  </a:lnTo>
                  <a:lnTo>
                    <a:pt x="9292498" y="849468"/>
                  </a:lnTo>
                  <a:lnTo>
                    <a:pt x="9354680" y="861811"/>
                  </a:lnTo>
                  <a:lnTo>
                    <a:pt x="9422600" y="872918"/>
                  </a:lnTo>
                  <a:lnTo>
                    <a:pt x="9496947" y="882933"/>
                  </a:lnTo>
                  <a:lnTo>
                    <a:pt x="9578193" y="891981"/>
                  </a:lnTo>
                  <a:lnTo>
                    <a:pt x="9666449" y="900156"/>
                  </a:lnTo>
                  <a:lnTo>
                    <a:pt x="9761294" y="907524"/>
                  </a:lnTo>
                  <a:lnTo>
                    <a:pt x="9861588" y="914120"/>
                  </a:lnTo>
                  <a:lnTo>
                    <a:pt x="9965299" y="919956"/>
                  </a:lnTo>
                  <a:lnTo>
                    <a:pt x="10069438" y="925021"/>
                  </a:lnTo>
                  <a:lnTo>
                    <a:pt x="10170154" y="929297"/>
                  </a:lnTo>
                  <a:lnTo>
                    <a:pt x="10263085" y="932774"/>
                  </a:lnTo>
                  <a:lnTo>
                    <a:pt x="10343963" y="935461"/>
                  </a:lnTo>
                  <a:lnTo>
                    <a:pt x="10409362" y="937404"/>
                  </a:lnTo>
                  <a:lnTo>
                    <a:pt x="10457415" y="938688"/>
                  </a:lnTo>
                  <a:lnTo>
                    <a:pt x="10488280" y="939433"/>
                  </a:lnTo>
                  <a:lnTo>
                    <a:pt x="10504240" y="939782"/>
                  </a:lnTo>
                  <a:lnTo>
                    <a:pt x="10509505" y="939887"/>
                  </a:lnTo>
                  <a:lnTo>
                    <a:pt x="10509911" y="939894"/>
                  </a:lnTo>
                  <a:lnTo>
                    <a:pt x="11981298" y="939894"/>
                  </a:lnTo>
                  <a:lnTo>
                    <a:pt x="11981298" y="931721"/>
                  </a:lnTo>
                  <a:lnTo>
                    <a:pt x="10509911" y="931721"/>
                  </a:lnTo>
                  <a:lnTo>
                    <a:pt x="10508684" y="931698"/>
                  </a:lnTo>
                  <a:lnTo>
                    <a:pt x="10500630" y="931533"/>
                  </a:lnTo>
                  <a:lnTo>
                    <a:pt x="10480376" y="931076"/>
                  </a:lnTo>
                  <a:lnTo>
                    <a:pt x="10444282" y="930177"/>
                  </a:lnTo>
                  <a:lnTo>
                    <a:pt x="10390719" y="928699"/>
                  </a:lnTo>
                  <a:lnTo>
                    <a:pt x="10320192" y="926531"/>
                  </a:lnTo>
                  <a:lnTo>
                    <a:pt x="10235120" y="923599"/>
                  </a:lnTo>
                  <a:lnTo>
                    <a:pt x="10139276" y="919872"/>
                  </a:lnTo>
                  <a:lnTo>
                    <a:pt x="10037035" y="915347"/>
                  </a:lnTo>
                  <a:lnTo>
                    <a:pt x="9932652" y="910040"/>
                  </a:lnTo>
                  <a:lnTo>
                    <a:pt x="9829734" y="903966"/>
                  </a:lnTo>
                  <a:lnTo>
                    <a:pt x="9730970" y="897130"/>
                  </a:lnTo>
                  <a:lnTo>
                    <a:pt x="9638101" y="889515"/>
                  </a:lnTo>
                  <a:lnTo>
                    <a:pt x="9552022" y="881075"/>
                  </a:lnTo>
                  <a:lnTo>
                    <a:pt x="9472966" y="871736"/>
                  </a:lnTo>
                  <a:lnTo>
                    <a:pt x="9400693" y="861394"/>
                  </a:lnTo>
                  <a:lnTo>
                    <a:pt x="9334649" y="849917"/>
                  </a:lnTo>
                  <a:lnTo>
                    <a:pt x="9274098" y="837154"/>
                  </a:lnTo>
                  <a:lnTo>
                    <a:pt x="9218216" y="822939"/>
                  </a:lnTo>
                  <a:lnTo>
                    <a:pt x="9166156" y="807112"/>
                  </a:lnTo>
                  <a:lnTo>
                    <a:pt x="9117107" y="789545"/>
                  </a:lnTo>
                  <a:lnTo>
                    <a:pt x="9084767" y="776434"/>
                  </a:lnTo>
                  <a:lnTo>
                    <a:pt x="9033369" y="753022"/>
                  </a:lnTo>
                  <a:lnTo>
                    <a:pt x="8983574" y="727261"/>
                  </a:lnTo>
                  <a:lnTo>
                    <a:pt x="8934784" y="699114"/>
                  </a:lnTo>
                  <a:lnTo>
                    <a:pt x="8886561" y="668625"/>
                  </a:lnTo>
                  <a:lnTo>
                    <a:pt x="8838596" y="635921"/>
                  </a:lnTo>
                  <a:lnTo>
                    <a:pt x="8790688" y="601225"/>
                  </a:lnTo>
                  <a:lnTo>
                    <a:pt x="8742722" y="564849"/>
                  </a:lnTo>
                  <a:lnTo>
                    <a:pt x="8694660" y="527189"/>
                  </a:lnTo>
                  <a:lnTo>
                    <a:pt x="8646514" y="488711"/>
                  </a:lnTo>
                  <a:lnTo>
                    <a:pt x="8598333" y="449922"/>
                  </a:lnTo>
                  <a:lnTo>
                    <a:pt x="8550177" y="411350"/>
                  </a:lnTo>
                  <a:lnTo>
                    <a:pt x="8502097" y="373509"/>
                  </a:lnTo>
                  <a:lnTo>
                    <a:pt x="8454116" y="336873"/>
                  </a:lnTo>
                  <a:lnTo>
                    <a:pt x="8406203" y="301851"/>
                  </a:lnTo>
                  <a:lnTo>
                    <a:pt x="8358261" y="268773"/>
                  </a:lnTo>
                  <a:lnTo>
                    <a:pt x="8310103" y="237876"/>
                  </a:lnTo>
                  <a:lnTo>
                    <a:pt x="8261442" y="209306"/>
                  </a:lnTo>
                  <a:lnTo>
                    <a:pt x="8211865" y="183120"/>
                  </a:lnTo>
                  <a:lnTo>
                    <a:pt x="8160805" y="159295"/>
                  </a:lnTo>
                  <a:lnTo>
                    <a:pt x="8151487" y="155286"/>
                  </a:lnTo>
                  <a:lnTo>
                    <a:pt x="8104081" y="136489"/>
                  </a:lnTo>
                  <a:lnTo>
                    <a:pt x="8054173" y="119476"/>
                  </a:lnTo>
                  <a:lnTo>
                    <a:pt x="8001007" y="104170"/>
                  </a:lnTo>
                  <a:lnTo>
                    <a:pt x="7943756" y="90426"/>
                  </a:lnTo>
                  <a:lnTo>
                    <a:pt x="7881573" y="78083"/>
                  </a:lnTo>
                  <a:lnTo>
                    <a:pt x="7813653" y="66976"/>
                  </a:lnTo>
                  <a:lnTo>
                    <a:pt x="7739306" y="56961"/>
                  </a:lnTo>
                  <a:lnTo>
                    <a:pt x="7658060" y="47913"/>
                  </a:lnTo>
                  <a:lnTo>
                    <a:pt x="7569805" y="39738"/>
                  </a:lnTo>
                  <a:lnTo>
                    <a:pt x="7474959" y="32370"/>
                  </a:lnTo>
                  <a:lnTo>
                    <a:pt x="7374665" y="25773"/>
                  </a:lnTo>
                  <a:lnTo>
                    <a:pt x="7270954" y="19938"/>
                  </a:lnTo>
                  <a:lnTo>
                    <a:pt x="7166815" y="14873"/>
                  </a:lnTo>
                  <a:lnTo>
                    <a:pt x="7066100" y="10596"/>
                  </a:lnTo>
                  <a:lnTo>
                    <a:pt x="6973168" y="7120"/>
                  </a:lnTo>
                  <a:lnTo>
                    <a:pt x="6892290" y="4433"/>
                  </a:lnTo>
                  <a:lnTo>
                    <a:pt x="6826891" y="2490"/>
                  </a:lnTo>
                  <a:lnTo>
                    <a:pt x="6778838" y="1206"/>
                  </a:lnTo>
                  <a:lnTo>
                    <a:pt x="6747973" y="461"/>
                  </a:lnTo>
                  <a:lnTo>
                    <a:pt x="6732013" y="112"/>
                  </a:lnTo>
                  <a:lnTo>
                    <a:pt x="6726748" y="7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726" y="20"/>
                  </a:lnTo>
                  <a:lnTo>
                    <a:pt x="5245658" y="167"/>
                  </a:lnTo>
                  <a:lnTo>
                    <a:pt x="5225368" y="572"/>
                  </a:lnTo>
                  <a:lnTo>
                    <a:pt x="5189213" y="1370"/>
                  </a:lnTo>
                  <a:lnTo>
                    <a:pt x="5135566" y="2682"/>
                  </a:lnTo>
                  <a:lnTo>
                    <a:pt x="5064939" y="4607"/>
                  </a:lnTo>
                  <a:lnTo>
                    <a:pt x="4979761" y="7208"/>
                  </a:lnTo>
                  <a:lnTo>
                    <a:pt x="4883816" y="10516"/>
                  </a:lnTo>
                  <a:lnTo>
                    <a:pt x="4781488" y="14531"/>
                  </a:lnTo>
                  <a:lnTo>
                    <a:pt x="4677038" y="19241"/>
                  </a:lnTo>
                  <a:lnTo>
                    <a:pt x="4574075" y="24630"/>
                  </a:lnTo>
                  <a:lnTo>
                    <a:pt x="4475287" y="30695"/>
                  </a:lnTo>
                  <a:lnTo>
                    <a:pt x="4382410" y="37451"/>
                  </a:lnTo>
                  <a:lnTo>
                    <a:pt x="4296336" y="44940"/>
                  </a:lnTo>
                  <a:lnTo>
                    <a:pt x="4217294" y="53226"/>
                  </a:lnTo>
                  <a:lnTo>
                    <a:pt x="4145039" y="62404"/>
                  </a:lnTo>
                  <a:lnTo>
                    <a:pt x="4079015" y="72590"/>
                  </a:lnTo>
                  <a:lnTo>
                    <a:pt x="4018483" y="83919"/>
                  </a:lnTo>
                  <a:lnTo>
                    <a:pt x="3962614" y="96537"/>
                  </a:lnTo>
                  <a:lnTo>
                    <a:pt x="3910563" y="110586"/>
                  </a:lnTo>
                  <a:lnTo>
                    <a:pt x="3861518" y="126180"/>
                  </a:lnTo>
                  <a:lnTo>
                    <a:pt x="3829811" y="137578"/>
                  </a:lnTo>
                  <a:lnTo>
                    <a:pt x="3777545" y="158696"/>
                  </a:lnTo>
                  <a:lnTo>
                    <a:pt x="3726924" y="181968"/>
                  </a:lnTo>
                  <a:lnTo>
                    <a:pt x="3677326" y="207426"/>
                  </a:lnTo>
                  <a:lnTo>
                    <a:pt x="3628296" y="235029"/>
                  </a:lnTo>
                  <a:lnTo>
                    <a:pt x="3579515" y="264649"/>
                  </a:lnTo>
                  <a:lnTo>
                    <a:pt x="3530780" y="296074"/>
                  </a:lnTo>
                  <a:lnTo>
                    <a:pt x="3481978" y="329006"/>
                  </a:lnTo>
                  <a:lnTo>
                    <a:pt x="3433075" y="363064"/>
                  </a:lnTo>
                  <a:lnTo>
                    <a:pt x="3384092" y="397812"/>
                  </a:lnTo>
                  <a:lnTo>
                    <a:pt x="3335081" y="432769"/>
                  </a:lnTo>
                  <a:lnTo>
                    <a:pt x="3286106" y="467444"/>
                  </a:lnTo>
                  <a:lnTo>
                    <a:pt x="3237218" y="501365"/>
                  </a:lnTo>
                  <a:lnTo>
                    <a:pt x="3188430" y="534097"/>
                  </a:lnTo>
                  <a:lnTo>
                    <a:pt x="3139696" y="565275"/>
                  </a:lnTo>
                  <a:lnTo>
                    <a:pt x="3090895" y="594612"/>
                  </a:lnTo>
                  <a:lnTo>
                    <a:pt x="3041804" y="621906"/>
                  </a:lnTo>
                  <a:lnTo>
                    <a:pt x="2992089" y="647045"/>
                  </a:lnTo>
                  <a:lnTo>
                    <a:pt x="2941271" y="669998"/>
                  </a:lnTo>
                  <a:lnTo>
                    <a:pt x="2896531" y="687894"/>
                  </a:lnTo>
                  <a:lnTo>
                    <a:pt x="2849095" y="704558"/>
                  </a:lnTo>
                  <a:lnTo>
                    <a:pt x="2799153" y="719638"/>
                  </a:lnTo>
                  <a:lnTo>
                    <a:pt x="2745947" y="733206"/>
                  </a:lnTo>
                  <a:lnTo>
                    <a:pt x="2688650" y="745387"/>
                  </a:lnTo>
                  <a:lnTo>
                    <a:pt x="2626412" y="756326"/>
                  </a:lnTo>
                  <a:lnTo>
                    <a:pt x="2558428" y="766169"/>
                  </a:lnTo>
                  <a:lnTo>
                    <a:pt x="2484007" y="775044"/>
                  </a:lnTo>
                  <a:lnTo>
                    <a:pt x="2402676" y="783061"/>
                  </a:lnTo>
                  <a:lnTo>
                    <a:pt x="2314328" y="790304"/>
                  </a:lnTo>
                  <a:lnTo>
                    <a:pt x="2219385" y="796832"/>
                  </a:lnTo>
                  <a:lnTo>
                    <a:pt x="2118998" y="802676"/>
                  </a:lnTo>
                  <a:lnTo>
                    <a:pt x="2015206" y="807844"/>
                  </a:lnTo>
                  <a:lnTo>
                    <a:pt x="1911013" y="812329"/>
                  </a:lnTo>
                  <a:lnTo>
                    <a:pt x="1810281" y="816114"/>
                  </a:lnTo>
                  <a:lnTo>
                    <a:pt x="1717383" y="819190"/>
                  </a:lnTo>
                  <a:lnTo>
                    <a:pt x="1636591" y="821565"/>
                  </a:lnTo>
                  <a:lnTo>
                    <a:pt x="1571326" y="823281"/>
                  </a:lnTo>
                  <a:lnTo>
                    <a:pt x="1523437" y="824413"/>
                  </a:lnTo>
                  <a:lnTo>
                    <a:pt x="1492744" y="825069"/>
                  </a:lnTo>
                  <a:lnTo>
                    <a:pt x="1476935" y="825375"/>
                  </a:lnTo>
                  <a:lnTo>
                    <a:pt x="1471770" y="825466"/>
                  </a:lnTo>
                  <a:lnTo>
                    <a:pt x="1471387" y="825472"/>
                  </a:lnTo>
                  <a:lnTo>
                    <a:pt x="0" y="825472"/>
                  </a:lnTo>
                  <a:close/>
                </a:path>
              </a:pathLst>
            </a:custGeom>
            <a:solidFill>
              <a:srgbClr val="F28E5B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119" name="pl1119"/>
            <p:cNvSpPr/>
            <p:nvPr/>
          </p:nvSpPr>
          <p:spPr>
            <a:xfrm>
              <a:off x="4799595" y="6606196"/>
              <a:ext cx="11981298" cy="931721"/>
            </a:xfrm>
            <a:custGeom>
              <a:avLst/>
              <a:pathLst>
                <a:path w="11981298" h="931721">
                  <a:moveTo>
                    <a:pt x="0" y="825472"/>
                  </a:moveTo>
                  <a:lnTo>
                    <a:pt x="1471387" y="825472"/>
                  </a:lnTo>
                  <a:lnTo>
                    <a:pt x="1472616" y="825452"/>
                  </a:lnTo>
                  <a:lnTo>
                    <a:pt x="1480684" y="825305"/>
                  </a:lnTo>
                  <a:lnTo>
                    <a:pt x="1500974" y="824900"/>
                  </a:lnTo>
                  <a:lnTo>
                    <a:pt x="1537129" y="824102"/>
                  </a:lnTo>
                  <a:lnTo>
                    <a:pt x="1590776" y="822790"/>
                  </a:lnTo>
                  <a:lnTo>
                    <a:pt x="1661403" y="820865"/>
                  </a:lnTo>
                  <a:lnTo>
                    <a:pt x="1746581" y="818264"/>
                  </a:lnTo>
                  <a:lnTo>
                    <a:pt x="1842526" y="814956"/>
                  </a:lnTo>
                  <a:lnTo>
                    <a:pt x="1944854" y="810941"/>
                  </a:lnTo>
                  <a:lnTo>
                    <a:pt x="2049304" y="806231"/>
                  </a:lnTo>
                  <a:lnTo>
                    <a:pt x="2152267" y="800842"/>
                  </a:lnTo>
                  <a:lnTo>
                    <a:pt x="2251055" y="794777"/>
                  </a:lnTo>
                  <a:lnTo>
                    <a:pt x="2343932" y="788020"/>
                  </a:lnTo>
                  <a:lnTo>
                    <a:pt x="2430006" y="780532"/>
                  </a:lnTo>
                  <a:lnTo>
                    <a:pt x="2509048" y="772245"/>
                  </a:lnTo>
                  <a:lnTo>
                    <a:pt x="2581303" y="763067"/>
                  </a:lnTo>
                  <a:lnTo>
                    <a:pt x="2647327" y="752882"/>
                  </a:lnTo>
                  <a:lnTo>
                    <a:pt x="2707859" y="741553"/>
                  </a:lnTo>
                  <a:lnTo>
                    <a:pt x="2763728" y="728935"/>
                  </a:lnTo>
                  <a:lnTo>
                    <a:pt x="2815779" y="714886"/>
                  </a:lnTo>
                  <a:lnTo>
                    <a:pt x="2864824" y="699292"/>
                  </a:lnTo>
                  <a:lnTo>
                    <a:pt x="2896531" y="687894"/>
                  </a:lnTo>
                  <a:lnTo>
                    <a:pt x="2948797" y="666776"/>
                  </a:lnTo>
                  <a:lnTo>
                    <a:pt x="2999418" y="643504"/>
                  </a:lnTo>
                  <a:lnTo>
                    <a:pt x="3049016" y="618045"/>
                  </a:lnTo>
                  <a:lnTo>
                    <a:pt x="3098046" y="590443"/>
                  </a:lnTo>
                  <a:lnTo>
                    <a:pt x="3146827" y="560823"/>
                  </a:lnTo>
                  <a:lnTo>
                    <a:pt x="3195562" y="529397"/>
                  </a:lnTo>
                  <a:lnTo>
                    <a:pt x="3244364" y="496466"/>
                  </a:lnTo>
                  <a:lnTo>
                    <a:pt x="3293267" y="462407"/>
                  </a:lnTo>
                  <a:lnTo>
                    <a:pt x="3342250" y="427660"/>
                  </a:lnTo>
                  <a:lnTo>
                    <a:pt x="3391261" y="392703"/>
                  </a:lnTo>
                  <a:lnTo>
                    <a:pt x="3440236" y="358027"/>
                  </a:lnTo>
                  <a:lnTo>
                    <a:pt x="3489124" y="324107"/>
                  </a:lnTo>
                  <a:lnTo>
                    <a:pt x="3537912" y="291375"/>
                  </a:lnTo>
                  <a:lnTo>
                    <a:pt x="3586646" y="260196"/>
                  </a:lnTo>
                  <a:lnTo>
                    <a:pt x="3635447" y="230860"/>
                  </a:lnTo>
                  <a:lnTo>
                    <a:pt x="3684538" y="203566"/>
                  </a:lnTo>
                  <a:lnTo>
                    <a:pt x="3734253" y="178427"/>
                  </a:lnTo>
                  <a:lnTo>
                    <a:pt x="3785071" y="155473"/>
                  </a:lnTo>
                  <a:lnTo>
                    <a:pt x="3829811" y="137578"/>
                  </a:lnTo>
                  <a:lnTo>
                    <a:pt x="3877247" y="120914"/>
                  </a:lnTo>
                  <a:lnTo>
                    <a:pt x="3927189" y="105834"/>
                  </a:lnTo>
                  <a:lnTo>
                    <a:pt x="3980395" y="92266"/>
                  </a:lnTo>
                  <a:lnTo>
                    <a:pt x="4037693" y="80085"/>
                  </a:lnTo>
                  <a:lnTo>
                    <a:pt x="4099930" y="69146"/>
                  </a:lnTo>
                  <a:lnTo>
                    <a:pt x="4167914" y="59303"/>
                  </a:lnTo>
                  <a:lnTo>
                    <a:pt x="4242336" y="50428"/>
                  </a:lnTo>
                  <a:lnTo>
                    <a:pt x="4323666" y="42411"/>
                  </a:lnTo>
                  <a:lnTo>
                    <a:pt x="4412014" y="35167"/>
                  </a:lnTo>
                  <a:lnTo>
                    <a:pt x="4506957" y="28640"/>
                  </a:lnTo>
                  <a:lnTo>
                    <a:pt x="4607344" y="22796"/>
                  </a:lnTo>
                  <a:lnTo>
                    <a:pt x="4711136" y="17628"/>
                  </a:lnTo>
                  <a:lnTo>
                    <a:pt x="4815330" y="13143"/>
                  </a:lnTo>
                  <a:lnTo>
                    <a:pt x="4916061" y="9358"/>
                  </a:lnTo>
                  <a:lnTo>
                    <a:pt x="5008959" y="6282"/>
                  </a:lnTo>
                  <a:lnTo>
                    <a:pt x="5089751" y="3906"/>
                  </a:lnTo>
                  <a:lnTo>
                    <a:pt x="5155016" y="2191"/>
                  </a:lnTo>
                  <a:lnTo>
                    <a:pt x="5202905" y="1058"/>
                  </a:lnTo>
                  <a:lnTo>
                    <a:pt x="5233598" y="403"/>
                  </a:lnTo>
                  <a:lnTo>
                    <a:pt x="5249407" y="97"/>
                  </a:lnTo>
                  <a:lnTo>
                    <a:pt x="5254572" y="6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570" y="23"/>
                  </a:lnTo>
                  <a:lnTo>
                    <a:pt x="6735623" y="188"/>
                  </a:lnTo>
                  <a:lnTo>
                    <a:pt x="6755877" y="645"/>
                  </a:lnTo>
                  <a:lnTo>
                    <a:pt x="6791972" y="1543"/>
                  </a:lnTo>
                  <a:lnTo>
                    <a:pt x="6845535" y="3022"/>
                  </a:lnTo>
                  <a:lnTo>
                    <a:pt x="6916061" y="5190"/>
                  </a:lnTo>
                  <a:lnTo>
                    <a:pt x="7001133" y="8121"/>
                  </a:lnTo>
                  <a:lnTo>
                    <a:pt x="7096977" y="11848"/>
                  </a:lnTo>
                  <a:lnTo>
                    <a:pt x="7199218" y="16373"/>
                  </a:lnTo>
                  <a:lnTo>
                    <a:pt x="7303601" y="21681"/>
                  </a:lnTo>
                  <a:lnTo>
                    <a:pt x="7406520" y="27755"/>
                  </a:lnTo>
                  <a:lnTo>
                    <a:pt x="7505283" y="34591"/>
                  </a:lnTo>
                  <a:lnTo>
                    <a:pt x="7598152" y="42206"/>
                  </a:lnTo>
                  <a:lnTo>
                    <a:pt x="7684232" y="50646"/>
                  </a:lnTo>
                  <a:lnTo>
                    <a:pt x="7763287" y="59984"/>
                  </a:lnTo>
                  <a:lnTo>
                    <a:pt x="7835561" y="70327"/>
                  </a:lnTo>
                  <a:lnTo>
                    <a:pt x="7901604" y="81803"/>
                  </a:lnTo>
                  <a:lnTo>
                    <a:pt x="7962155" y="94567"/>
                  </a:lnTo>
                  <a:lnTo>
                    <a:pt x="8018037" y="108782"/>
                  </a:lnTo>
                  <a:lnTo>
                    <a:pt x="8070097" y="124609"/>
                  </a:lnTo>
                  <a:lnTo>
                    <a:pt x="8119146" y="142176"/>
                  </a:lnTo>
                  <a:lnTo>
                    <a:pt x="8151487" y="155286"/>
                  </a:lnTo>
                  <a:lnTo>
                    <a:pt x="8202884" y="178699"/>
                  </a:lnTo>
                  <a:lnTo>
                    <a:pt x="8252679" y="204460"/>
                  </a:lnTo>
                  <a:lnTo>
                    <a:pt x="8301470" y="232606"/>
                  </a:lnTo>
                  <a:lnTo>
                    <a:pt x="8349692" y="263096"/>
                  </a:lnTo>
                  <a:lnTo>
                    <a:pt x="8397657" y="295800"/>
                  </a:lnTo>
                  <a:lnTo>
                    <a:pt x="8445565" y="330496"/>
                  </a:lnTo>
                  <a:lnTo>
                    <a:pt x="8493531" y="366872"/>
                  </a:lnTo>
                  <a:lnTo>
                    <a:pt x="8541593" y="404532"/>
                  </a:lnTo>
                  <a:lnTo>
                    <a:pt x="8589739" y="443010"/>
                  </a:lnTo>
                  <a:lnTo>
                    <a:pt x="8637920" y="481799"/>
                  </a:lnTo>
                  <a:lnTo>
                    <a:pt x="8686076" y="520371"/>
                  </a:lnTo>
                  <a:lnTo>
                    <a:pt x="8734156" y="558212"/>
                  </a:lnTo>
                  <a:lnTo>
                    <a:pt x="8782137" y="594848"/>
                  </a:lnTo>
                  <a:lnTo>
                    <a:pt x="8830050" y="629870"/>
                  </a:lnTo>
                  <a:lnTo>
                    <a:pt x="8877993" y="662948"/>
                  </a:lnTo>
                  <a:lnTo>
                    <a:pt x="8926150" y="693845"/>
                  </a:lnTo>
                  <a:lnTo>
                    <a:pt x="8974811" y="722414"/>
                  </a:lnTo>
                  <a:lnTo>
                    <a:pt x="9024388" y="748601"/>
                  </a:lnTo>
                  <a:lnTo>
                    <a:pt x="9075448" y="772426"/>
                  </a:lnTo>
                  <a:lnTo>
                    <a:pt x="9084767" y="776434"/>
                  </a:lnTo>
                  <a:lnTo>
                    <a:pt x="9132172" y="795232"/>
                  </a:lnTo>
                  <a:lnTo>
                    <a:pt x="9182080" y="812244"/>
                  </a:lnTo>
                  <a:lnTo>
                    <a:pt x="9235246" y="827551"/>
                  </a:lnTo>
                  <a:lnTo>
                    <a:pt x="9292498" y="841295"/>
                  </a:lnTo>
                  <a:lnTo>
                    <a:pt x="9354680" y="853638"/>
                  </a:lnTo>
                  <a:lnTo>
                    <a:pt x="9422600" y="864745"/>
                  </a:lnTo>
                  <a:lnTo>
                    <a:pt x="9496947" y="874760"/>
                  </a:lnTo>
                  <a:lnTo>
                    <a:pt x="9578193" y="883808"/>
                  </a:lnTo>
                  <a:lnTo>
                    <a:pt x="9666449" y="891983"/>
                  </a:lnTo>
                  <a:lnTo>
                    <a:pt x="9761294" y="899351"/>
                  </a:lnTo>
                  <a:lnTo>
                    <a:pt x="9861588" y="905947"/>
                  </a:lnTo>
                  <a:lnTo>
                    <a:pt x="9965299" y="911783"/>
                  </a:lnTo>
                  <a:lnTo>
                    <a:pt x="10069438" y="916848"/>
                  </a:lnTo>
                  <a:lnTo>
                    <a:pt x="10170154" y="921124"/>
                  </a:lnTo>
                  <a:lnTo>
                    <a:pt x="10263085" y="924601"/>
                  </a:lnTo>
                  <a:lnTo>
                    <a:pt x="10343963" y="927288"/>
                  </a:lnTo>
                  <a:lnTo>
                    <a:pt x="10409362" y="929231"/>
                  </a:lnTo>
                  <a:lnTo>
                    <a:pt x="10457415" y="930515"/>
                  </a:lnTo>
                  <a:lnTo>
                    <a:pt x="10488280" y="931260"/>
                  </a:lnTo>
                  <a:lnTo>
                    <a:pt x="10504240" y="931609"/>
                  </a:lnTo>
                  <a:lnTo>
                    <a:pt x="10509505" y="931714"/>
                  </a:lnTo>
                  <a:lnTo>
                    <a:pt x="10509911" y="931721"/>
                  </a:lnTo>
                  <a:lnTo>
                    <a:pt x="11981298" y="93172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20" name="pl1120"/>
            <p:cNvSpPr/>
            <p:nvPr/>
          </p:nvSpPr>
          <p:spPr>
            <a:xfrm>
              <a:off x="4799595" y="6598023"/>
              <a:ext cx="11981298" cy="931721"/>
            </a:xfrm>
            <a:custGeom>
              <a:avLst/>
              <a:pathLst>
                <a:path w="11981298" h="931721">
                  <a:moveTo>
                    <a:pt x="11981298" y="931721"/>
                  </a:moveTo>
                  <a:lnTo>
                    <a:pt x="10509911" y="931721"/>
                  </a:lnTo>
                  <a:lnTo>
                    <a:pt x="10508684" y="931698"/>
                  </a:lnTo>
                  <a:lnTo>
                    <a:pt x="10500630" y="931533"/>
                  </a:lnTo>
                  <a:lnTo>
                    <a:pt x="10480376" y="931076"/>
                  </a:lnTo>
                  <a:lnTo>
                    <a:pt x="10444282" y="930177"/>
                  </a:lnTo>
                  <a:lnTo>
                    <a:pt x="10390719" y="928699"/>
                  </a:lnTo>
                  <a:lnTo>
                    <a:pt x="10320192" y="926531"/>
                  </a:lnTo>
                  <a:lnTo>
                    <a:pt x="10235120" y="923599"/>
                  </a:lnTo>
                  <a:lnTo>
                    <a:pt x="10139276" y="919872"/>
                  </a:lnTo>
                  <a:lnTo>
                    <a:pt x="10037035" y="915347"/>
                  </a:lnTo>
                  <a:lnTo>
                    <a:pt x="9932652" y="910040"/>
                  </a:lnTo>
                  <a:lnTo>
                    <a:pt x="9829734" y="903966"/>
                  </a:lnTo>
                  <a:lnTo>
                    <a:pt x="9730970" y="897130"/>
                  </a:lnTo>
                  <a:lnTo>
                    <a:pt x="9638101" y="889515"/>
                  </a:lnTo>
                  <a:lnTo>
                    <a:pt x="9552022" y="881075"/>
                  </a:lnTo>
                  <a:lnTo>
                    <a:pt x="9472966" y="871736"/>
                  </a:lnTo>
                  <a:lnTo>
                    <a:pt x="9400693" y="861394"/>
                  </a:lnTo>
                  <a:lnTo>
                    <a:pt x="9334649" y="849917"/>
                  </a:lnTo>
                  <a:lnTo>
                    <a:pt x="9274098" y="837154"/>
                  </a:lnTo>
                  <a:lnTo>
                    <a:pt x="9218216" y="822939"/>
                  </a:lnTo>
                  <a:lnTo>
                    <a:pt x="9166156" y="807112"/>
                  </a:lnTo>
                  <a:lnTo>
                    <a:pt x="9117107" y="789545"/>
                  </a:lnTo>
                  <a:lnTo>
                    <a:pt x="9084767" y="776434"/>
                  </a:lnTo>
                  <a:lnTo>
                    <a:pt x="9033369" y="753022"/>
                  </a:lnTo>
                  <a:lnTo>
                    <a:pt x="8983574" y="727261"/>
                  </a:lnTo>
                  <a:lnTo>
                    <a:pt x="8934784" y="699114"/>
                  </a:lnTo>
                  <a:lnTo>
                    <a:pt x="8886561" y="668625"/>
                  </a:lnTo>
                  <a:lnTo>
                    <a:pt x="8838596" y="635921"/>
                  </a:lnTo>
                  <a:lnTo>
                    <a:pt x="8790688" y="601225"/>
                  </a:lnTo>
                  <a:lnTo>
                    <a:pt x="8742722" y="564849"/>
                  </a:lnTo>
                  <a:lnTo>
                    <a:pt x="8694660" y="527189"/>
                  </a:lnTo>
                  <a:lnTo>
                    <a:pt x="8646514" y="488711"/>
                  </a:lnTo>
                  <a:lnTo>
                    <a:pt x="8598333" y="449922"/>
                  </a:lnTo>
                  <a:lnTo>
                    <a:pt x="8550177" y="411350"/>
                  </a:lnTo>
                  <a:lnTo>
                    <a:pt x="8502097" y="373509"/>
                  </a:lnTo>
                  <a:lnTo>
                    <a:pt x="8454116" y="336873"/>
                  </a:lnTo>
                  <a:lnTo>
                    <a:pt x="8406203" y="301851"/>
                  </a:lnTo>
                  <a:lnTo>
                    <a:pt x="8358261" y="268773"/>
                  </a:lnTo>
                  <a:lnTo>
                    <a:pt x="8310103" y="237876"/>
                  </a:lnTo>
                  <a:lnTo>
                    <a:pt x="8261442" y="209306"/>
                  </a:lnTo>
                  <a:lnTo>
                    <a:pt x="8211865" y="183120"/>
                  </a:lnTo>
                  <a:lnTo>
                    <a:pt x="8160805" y="159295"/>
                  </a:lnTo>
                  <a:lnTo>
                    <a:pt x="8151487" y="155286"/>
                  </a:lnTo>
                  <a:lnTo>
                    <a:pt x="8104081" y="136489"/>
                  </a:lnTo>
                  <a:lnTo>
                    <a:pt x="8054173" y="119476"/>
                  </a:lnTo>
                  <a:lnTo>
                    <a:pt x="8001007" y="104170"/>
                  </a:lnTo>
                  <a:lnTo>
                    <a:pt x="7943756" y="90426"/>
                  </a:lnTo>
                  <a:lnTo>
                    <a:pt x="7881573" y="78083"/>
                  </a:lnTo>
                  <a:lnTo>
                    <a:pt x="7813653" y="66976"/>
                  </a:lnTo>
                  <a:lnTo>
                    <a:pt x="7739306" y="56961"/>
                  </a:lnTo>
                  <a:lnTo>
                    <a:pt x="7658060" y="47913"/>
                  </a:lnTo>
                  <a:lnTo>
                    <a:pt x="7569805" y="39738"/>
                  </a:lnTo>
                  <a:lnTo>
                    <a:pt x="7474959" y="32370"/>
                  </a:lnTo>
                  <a:lnTo>
                    <a:pt x="7374665" y="25773"/>
                  </a:lnTo>
                  <a:lnTo>
                    <a:pt x="7270954" y="19938"/>
                  </a:lnTo>
                  <a:lnTo>
                    <a:pt x="7166815" y="14873"/>
                  </a:lnTo>
                  <a:lnTo>
                    <a:pt x="7066100" y="10596"/>
                  </a:lnTo>
                  <a:lnTo>
                    <a:pt x="6973168" y="7120"/>
                  </a:lnTo>
                  <a:lnTo>
                    <a:pt x="6892290" y="4433"/>
                  </a:lnTo>
                  <a:lnTo>
                    <a:pt x="6826891" y="2490"/>
                  </a:lnTo>
                  <a:lnTo>
                    <a:pt x="6778838" y="1206"/>
                  </a:lnTo>
                  <a:lnTo>
                    <a:pt x="6747973" y="461"/>
                  </a:lnTo>
                  <a:lnTo>
                    <a:pt x="6732013" y="112"/>
                  </a:lnTo>
                  <a:lnTo>
                    <a:pt x="6726748" y="7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726" y="20"/>
                  </a:lnTo>
                  <a:lnTo>
                    <a:pt x="5245658" y="167"/>
                  </a:lnTo>
                  <a:lnTo>
                    <a:pt x="5225368" y="572"/>
                  </a:lnTo>
                  <a:lnTo>
                    <a:pt x="5189213" y="1370"/>
                  </a:lnTo>
                  <a:lnTo>
                    <a:pt x="5135566" y="2682"/>
                  </a:lnTo>
                  <a:lnTo>
                    <a:pt x="5064939" y="4607"/>
                  </a:lnTo>
                  <a:lnTo>
                    <a:pt x="4979761" y="7208"/>
                  </a:lnTo>
                  <a:lnTo>
                    <a:pt x="4883816" y="10516"/>
                  </a:lnTo>
                  <a:lnTo>
                    <a:pt x="4781488" y="14531"/>
                  </a:lnTo>
                  <a:lnTo>
                    <a:pt x="4677038" y="19241"/>
                  </a:lnTo>
                  <a:lnTo>
                    <a:pt x="4574075" y="24630"/>
                  </a:lnTo>
                  <a:lnTo>
                    <a:pt x="4475287" y="30695"/>
                  </a:lnTo>
                  <a:lnTo>
                    <a:pt x="4382410" y="37451"/>
                  </a:lnTo>
                  <a:lnTo>
                    <a:pt x="4296336" y="44940"/>
                  </a:lnTo>
                  <a:lnTo>
                    <a:pt x="4217294" y="53226"/>
                  </a:lnTo>
                  <a:lnTo>
                    <a:pt x="4145039" y="62404"/>
                  </a:lnTo>
                  <a:lnTo>
                    <a:pt x="4079015" y="72590"/>
                  </a:lnTo>
                  <a:lnTo>
                    <a:pt x="4018483" y="83919"/>
                  </a:lnTo>
                  <a:lnTo>
                    <a:pt x="3962614" y="96537"/>
                  </a:lnTo>
                  <a:lnTo>
                    <a:pt x="3910563" y="110586"/>
                  </a:lnTo>
                  <a:lnTo>
                    <a:pt x="3861518" y="126180"/>
                  </a:lnTo>
                  <a:lnTo>
                    <a:pt x="3829811" y="137578"/>
                  </a:lnTo>
                  <a:lnTo>
                    <a:pt x="3777545" y="158696"/>
                  </a:lnTo>
                  <a:lnTo>
                    <a:pt x="3726924" y="181968"/>
                  </a:lnTo>
                  <a:lnTo>
                    <a:pt x="3677326" y="207426"/>
                  </a:lnTo>
                  <a:lnTo>
                    <a:pt x="3628296" y="235029"/>
                  </a:lnTo>
                  <a:lnTo>
                    <a:pt x="3579515" y="264649"/>
                  </a:lnTo>
                  <a:lnTo>
                    <a:pt x="3530780" y="296074"/>
                  </a:lnTo>
                  <a:lnTo>
                    <a:pt x="3481978" y="329006"/>
                  </a:lnTo>
                  <a:lnTo>
                    <a:pt x="3433075" y="363064"/>
                  </a:lnTo>
                  <a:lnTo>
                    <a:pt x="3384092" y="397812"/>
                  </a:lnTo>
                  <a:lnTo>
                    <a:pt x="3335081" y="432769"/>
                  </a:lnTo>
                  <a:lnTo>
                    <a:pt x="3286106" y="467444"/>
                  </a:lnTo>
                  <a:lnTo>
                    <a:pt x="3237218" y="501365"/>
                  </a:lnTo>
                  <a:lnTo>
                    <a:pt x="3188430" y="534097"/>
                  </a:lnTo>
                  <a:lnTo>
                    <a:pt x="3139696" y="565275"/>
                  </a:lnTo>
                  <a:lnTo>
                    <a:pt x="3090895" y="594612"/>
                  </a:lnTo>
                  <a:lnTo>
                    <a:pt x="3041804" y="621906"/>
                  </a:lnTo>
                  <a:lnTo>
                    <a:pt x="2992089" y="647045"/>
                  </a:lnTo>
                  <a:lnTo>
                    <a:pt x="2941271" y="669998"/>
                  </a:lnTo>
                  <a:lnTo>
                    <a:pt x="2896531" y="687894"/>
                  </a:lnTo>
                  <a:lnTo>
                    <a:pt x="2849095" y="704558"/>
                  </a:lnTo>
                  <a:lnTo>
                    <a:pt x="2799153" y="719638"/>
                  </a:lnTo>
                  <a:lnTo>
                    <a:pt x="2745947" y="733206"/>
                  </a:lnTo>
                  <a:lnTo>
                    <a:pt x="2688650" y="745387"/>
                  </a:lnTo>
                  <a:lnTo>
                    <a:pt x="2626412" y="756326"/>
                  </a:lnTo>
                  <a:lnTo>
                    <a:pt x="2558428" y="766169"/>
                  </a:lnTo>
                  <a:lnTo>
                    <a:pt x="2484007" y="775044"/>
                  </a:lnTo>
                  <a:lnTo>
                    <a:pt x="2402676" y="783061"/>
                  </a:lnTo>
                  <a:lnTo>
                    <a:pt x="2314328" y="790304"/>
                  </a:lnTo>
                  <a:lnTo>
                    <a:pt x="2219385" y="796832"/>
                  </a:lnTo>
                  <a:lnTo>
                    <a:pt x="2118998" y="802676"/>
                  </a:lnTo>
                  <a:lnTo>
                    <a:pt x="2015206" y="807844"/>
                  </a:lnTo>
                  <a:lnTo>
                    <a:pt x="1911013" y="812329"/>
                  </a:lnTo>
                  <a:lnTo>
                    <a:pt x="1810281" y="816114"/>
                  </a:lnTo>
                  <a:lnTo>
                    <a:pt x="1717383" y="819190"/>
                  </a:lnTo>
                  <a:lnTo>
                    <a:pt x="1636591" y="821565"/>
                  </a:lnTo>
                  <a:lnTo>
                    <a:pt x="1571326" y="823281"/>
                  </a:lnTo>
                  <a:lnTo>
                    <a:pt x="1523437" y="824413"/>
                  </a:lnTo>
                  <a:lnTo>
                    <a:pt x="1492744" y="825069"/>
                  </a:lnTo>
                  <a:lnTo>
                    <a:pt x="1476935" y="825375"/>
                  </a:lnTo>
                  <a:lnTo>
                    <a:pt x="1471770" y="825466"/>
                  </a:lnTo>
                  <a:lnTo>
                    <a:pt x="1471387" y="825472"/>
                  </a:lnTo>
                  <a:lnTo>
                    <a:pt x="0" y="82547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21" name="pg1121"/>
            <p:cNvSpPr/>
            <p:nvPr/>
          </p:nvSpPr>
          <p:spPr>
            <a:xfrm>
              <a:off x="4799595" y="6655234"/>
              <a:ext cx="11981298" cy="1830751"/>
            </a:xfrm>
            <a:custGeom>
              <a:avLst/>
              <a:pathLst>
                <a:path w="11981298" h="1830751">
                  <a:moveTo>
                    <a:pt x="0" y="784607"/>
                  </a:moveTo>
                  <a:lnTo>
                    <a:pt x="1471387" y="784607"/>
                  </a:lnTo>
                  <a:lnTo>
                    <a:pt x="1472617" y="784588"/>
                  </a:lnTo>
                  <a:lnTo>
                    <a:pt x="1480692" y="784450"/>
                  </a:lnTo>
                  <a:lnTo>
                    <a:pt x="1500996" y="784068"/>
                  </a:lnTo>
                  <a:lnTo>
                    <a:pt x="1537177" y="783317"/>
                  </a:lnTo>
                  <a:lnTo>
                    <a:pt x="1590859" y="782082"/>
                  </a:lnTo>
                  <a:lnTo>
                    <a:pt x="1661528" y="780270"/>
                  </a:lnTo>
                  <a:lnTo>
                    <a:pt x="1746751" y="777822"/>
                  </a:lnTo>
                  <a:lnTo>
                    <a:pt x="1842739" y="774709"/>
                  </a:lnTo>
                  <a:lnTo>
                    <a:pt x="1945103" y="770929"/>
                  </a:lnTo>
                  <a:lnTo>
                    <a:pt x="2049581" y="766497"/>
                  </a:lnTo>
                  <a:lnTo>
                    <a:pt x="2152564" y="761424"/>
                  </a:lnTo>
                  <a:lnTo>
                    <a:pt x="2251362" y="755716"/>
                  </a:lnTo>
                  <a:lnTo>
                    <a:pt x="2344242" y="749357"/>
                  </a:lnTo>
                  <a:lnTo>
                    <a:pt x="2430314" y="742309"/>
                  </a:lnTo>
                  <a:lnTo>
                    <a:pt x="2509350" y="734510"/>
                  </a:lnTo>
                  <a:lnTo>
                    <a:pt x="2581597" y="725871"/>
                  </a:lnTo>
                  <a:lnTo>
                    <a:pt x="2647613" y="716283"/>
                  </a:lnTo>
                  <a:lnTo>
                    <a:pt x="2708138" y="705620"/>
                  </a:lnTo>
                  <a:lnTo>
                    <a:pt x="2764000" y="693742"/>
                  </a:lnTo>
                  <a:lnTo>
                    <a:pt x="2816047" y="680516"/>
                  </a:lnTo>
                  <a:lnTo>
                    <a:pt x="2865092" y="665837"/>
                  </a:lnTo>
                  <a:lnTo>
                    <a:pt x="2896531" y="655202"/>
                  </a:lnTo>
                  <a:lnTo>
                    <a:pt x="2949186" y="635180"/>
                  </a:lnTo>
                  <a:lnTo>
                    <a:pt x="3000176" y="613101"/>
                  </a:lnTo>
                  <a:lnTo>
                    <a:pt x="3050136" y="588935"/>
                  </a:lnTo>
                  <a:lnTo>
                    <a:pt x="3099527" y="562723"/>
                  </a:lnTo>
                  <a:lnTo>
                    <a:pt x="3148673" y="534589"/>
                  </a:lnTo>
                  <a:lnTo>
                    <a:pt x="3197779" y="504741"/>
                  </a:lnTo>
                  <a:lnTo>
                    <a:pt x="3246955" y="473470"/>
                  </a:lnTo>
                  <a:lnTo>
                    <a:pt x="3296234" y="441144"/>
                  </a:lnTo>
                  <a:lnTo>
                    <a:pt x="3345592" y="408186"/>
                  </a:lnTo>
                  <a:lnTo>
                    <a:pt x="3394974" y="375061"/>
                  </a:lnTo>
                  <a:lnTo>
                    <a:pt x="3444315" y="342239"/>
                  </a:lnTo>
                  <a:lnTo>
                    <a:pt x="3493564" y="310175"/>
                  </a:lnTo>
                  <a:lnTo>
                    <a:pt x="3542714" y="279280"/>
                  </a:lnTo>
                  <a:lnTo>
                    <a:pt x="3591816" y="249899"/>
                  </a:lnTo>
                  <a:lnTo>
                    <a:pt x="3641007" y="222301"/>
                  </a:lnTo>
                  <a:lnTo>
                    <a:pt x="3690523" y="196670"/>
                  </a:lnTo>
                  <a:lnTo>
                    <a:pt x="3740725" y="173104"/>
                  </a:lnTo>
                  <a:lnTo>
                    <a:pt x="3792121" y="151624"/>
                  </a:lnTo>
                  <a:lnTo>
                    <a:pt x="3829811" y="137578"/>
                  </a:lnTo>
                  <a:lnTo>
                    <a:pt x="3877260" y="121900"/>
                  </a:lnTo>
                  <a:lnTo>
                    <a:pt x="3927217" y="107712"/>
                  </a:lnTo>
                  <a:lnTo>
                    <a:pt x="3980439" y="94948"/>
                  </a:lnTo>
                  <a:lnTo>
                    <a:pt x="4037756" y="83489"/>
                  </a:lnTo>
                  <a:lnTo>
                    <a:pt x="4100016" y="73198"/>
                  </a:lnTo>
                  <a:lnTo>
                    <a:pt x="4168027" y="63939"/>
                  </a:lnTo>
                  <a:lnTo>
                    <a:pt x="4242481" y="55590"/>
                  </a:lnTo>
                  <a:lnTo>
                    <a:pt x="4323847" y="48049"/>
                  </a:lnTo>
                  <a:lnTo>
                    <a:pt x="4412234" y="41236"/>
                  </a:lnTo>
                  <a:lnTo>
                    <a:pt x="4507218" y="35096"/>
                  </a:lnTo>
                  <a:lnTo>
                    <a:pt x="4607644" y="29600"/>
                  </a:lnTo>
                  <a:lnTo>
                    <a:pt x="4711470" y="24739"/>
                  </a:lnTo>
                  <a:lnTo>
                    <a:pt x="4815687" y="20522"/>
                  </a:lnTo>
                  <a:lnTo>
                    <a:pt x="4916424" y="16963"/>
                  </a:lnTo>
                  <a:lnTo>
                    <a:pt x="5009309" y="14072"/>
                  </a:lnTo>
                  <a:lnTo>
                    <a:pt x="5090064" y="11839"/>
                  </a:lnTo>
                  <a:lnTo>
                    <a:pt x="5155273" y="10227"/>
                  </a:lnTo>
                  <a:lnTo>
                    <a:pt x="5203092" y="9165"/>
                  </a:lnTo>
                  <a:lnTo>
                    <a:pt x="5233713" y="8550"/>
                  </a:lnTo>
                  <a:lnTo>
                    <a:pt x="5249458" y="8263"/>
                  </a:lnTo>
                  <a:lnTo>
                    <a:pt x="5254582" y="8178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541" y="8217"/>
                  </a:lnTo>
                  <a:lnTo>
                    <a:pt x="6735407" y="8532"/>
                  </a:lnTo>
                  <a:lnTo>
                    <a:pt x="6755206" y="9404"/>
                  </a:lnTo>
                  <a:lnTo>
                    <a:pt x="6790527" y="11119"/>
                  </a:lnTo>
                  <a:lnTo>
                    <a:pt x="6843018" y="13942"/>
                  </a:lnTo>
                  <a:lnTo>
                    <a:pt x="6912261" y="18086"/>
                  </a:lnTo>
                  <a:lnTo>
                    <a:pt x="6995967" y="23692"/>
                  </a:lnTo>
                  <a:lnTo>
                    <a:pt x="7090506" y="30829"/>
                  </a:lnTo>
                  <a:lnTo>
                    <a:pt x="7191622" y="39503"/>
                  </a:lnTo>
                  <a:lnTo>
                    <a:pt x="7295133" y="49685"/>
                  </a:lnTo>
                  <a:lnTo>
                    <a:pt x="7397459" y="61344"/>
                  </a:lnTo>
                  <a:lnTo>
                    <a:pt x="7495894" y="74469"/>
                  </a:lnTo>
                  <a:lnTo>
                    <a:pt x="7588656" y="89087"/>
                  </a:lnTo>
                  <a:lnTo>
                    <a:pt x="7674796" y="105280"/>
                  </a:lnTo>
                  <a:lnTo>
                    <a:pt x="7754025" y="123185"/>
                  </a:lnTo>
                  <a:lnTo>
                    <a:pt x="7826533" y="142993"/>
                  </a:lnTo>
                  <a:lnTo>
                    <a:pt x="7892829" y="164949"/>
                  </a:lnTo>
                  <a:lnTo>
                    <a:pt x="7953613" y="189340"/>
                  </a:lnTo>
                  <a:lnTo>
                    <a:pt x="8009683" y="216477"/>
                  </a:lnTo>
                  <a:lnTo>
                    <a:pt x="8061865" y="246670"/>
                  </a:lnTo>
                  <a:lnTo>
                    <a:pt x="8110959" y="280179"/>
                  </a:lnTo>
                  <a:lnTo>
                    <a:pt x="8151487" y="311936"/>
                  </a:lnTo>
                  <a:lnTo>
                    <a:pt x="8195568" y="350830"/>
                  </a:lnTo>
                  <a:lnTo>
                    <a:pt x="8238406" y="393074"/>
                  </a:lnTo>
                  <a:lnTo>
                    <a:pt x="8280398" y="438730"/>
                  </a:lnTo>
                  <a:lnTo>
                    <a:pt x="8321851" y="487783"/>
                  </a:lnTo>
                  <a:lnTo>
                    <a:pt x="8362996" y="540131"/>
                  </a:lnTo>
                  <a:lnTo>
                    <a:pt x="8404003" y="595577"/>
                  </a:lnTo>
                  <a:lnTo>
                    <a:pt x="8444984" y="653826"/>
                  </a:lnTo>
                  <a:lnTo>
                    <a:pt x="8486008" y="714488"/>
                  </a:lnTo>
                  <a:lnTo>
                    <a:pt x="8527101" y="777086"/>
                  </a:lnTo>
                  <a:lnTo>
                    <a:pt x="8568263" y="841066"/>
                  </a:lnTo>
                  <a:lnTo>
                    <a:pt x="8609469" y="905821"/>
                  </a:lnTo>
                  <a:lnTo>
                    <a:pt x="8650683" y="970712"/>
                  </a:lnTo>
                  <a:lnTo>
                    <a:pt x="8691867" y="1035094"/>
                  </a:lnTo>
                  <a:lnTo>
                    <a:pt x="8732991" y="1098343"/>
                  </a:lnTo>
                  <a:lnTo>
                    <a:pt x="8774042" y="1159881"/>
                  </a:lnTo>
                  <a:lnTo>
                    <a:pt x="8815036" y="1219197"/>
                  </a:lnTo>
                  <a:lnTo>
                    <a:pt x="8856021" y="1275862"/>
                  </a:lnTo>
                  <a:lnTo>
                    <a:pt x="8897091" y="1329541"/>
                  </a:lnTo>
                  <a:lnTo>
                    <a:pt x="8938390" y="1379996"/>
                  </a:lnTo>
                  <a:lnTo>
                    <a:pt x="8980123" y="1427086"/>
                  </a:lnTo>
                  <a:lnTo>
                    <a:pt x="9022563" y="1470760"/>
                  </a:lnTo>
                  <a:lnTo>
                    <a:pt x="9066067" y="1511049"/>
                  </a:lnTo>
                  <a:lnTo>
                    <a:pt x="9084767" y="1526988"/>
                  </a:lnTo>
                  <a:lnTo>
                    <a:pt x="9131778" y="1563475"/>
                  </a:lnTo>
                  <a:lnTo>
                    <a:pt x="9181245" y="1596524"/>
                  </a:lnTo>
                  <a:lnTo>
                    <a:pt x="9233905" y="1626288"/>
                  </a:lnTo>
                  <a:lnTo>
                    <a:pt x="9290564" y="1653035"/>
                  </a:lnTo>
                  <a:lnTo>
                    <a:pt x="9352048" y="1677078"/>
                  </a:lnTo>
                  <a:lnTo>
                    <a:pt x="9419145" y="1698728"/>
                  </a:lnTo>
                  <a:lnTo>
                    <a:pt x="9492538" y="1718266"/>
                  </a:lnTo>
                  <a:lnTo>
                    <a:pt x="9572699" y="1735929"/>
                  </a:lnTo>
                  <a:lnTo>
                    <a:pt x="9659764" y="1751903"/>
                  </a:lnTo>
                  <a:lnTo>
                    <a:pt x="9753366" y="1766316"/>
                  </a:lnTo>
                  <a:lnTo>
                    <a:pt x="9852450" y="1779241"/>
                  </a:lnTo>
                  <a:lnTo>
                    <a:pt x="9955115" y="1790702"/>
                  </a:lnTo>
                  <a:lnTo>
                    <a:pt x="10058529" y="1800683"/>
                  </a:lnTo>
                  <a:lnTo>
                    <a:pt x="10159008" y="1809150"/>
                  </a:lnTo>
                  <a:lnTo>
                    <a:pt x="10252326" y="1816078"/>
                  </a:lnTo>
                  <a:lnTo>
                    <a:pt x="10334266" y="1821481"/>
                  </a:lnTo>
                  <a:lnTo>
                    <a:pt x="10401341" y="1825436"/>
                  </a:lnTo>
                  <a:lnTo>
                    <a:pt x="10451489" y="1828096"/>
                  </a:lnTo>
                  <a:lnTo>
                    <a:pt x="10484571" y="1829681"/>
                  </a:lnTo>
                  <a:lnTo>
                    <a:pt x="10502507" y="1830460"/>
                  </a:lnTo>
                  <a:lnTo>
                    <a:pt x="10509130" y="1830723"/>
                  </a:lnTo>
                  <a:lnTo>
                    <a:pt x="10509911" y="1830751"/>
                  </a:lnTo>
                  <a:lnTo>
                    <a:pt x="11981298" y="1830751"/>
                  </a:lnTo>
                  <a:lnTo>
                    <a:pt x="11981298" y="1822578"/>
                  </a:lnTo>
                  <a:lnTo>
                    <a:pt x="10509911" y="1822578"/>
                  </a:lnTo>
                  <a:lnTo>
                    <a:pt x="10508713" y="1822534"/>
                  </a:lnTo>
                  <a:lnTo>
                    <a:pt x="10500846" y="1822219"/>
                  </a:lnTo>
                  <a:lnTo>
                    <a:pt x="10481047" y="1821347"/>
                  </a:lnTo>
                  <a:lnTo>
                    <a:pt x="10445726" y="1819632"/>
                  </a:lnTo>
                  <a:lnTo>
                    <a:pt x="10393235" y="1816809"/>
                  </a:lnTo>
                  <a:lnTo>
                    <a:pt x="10323993" y="1812665"/>
                  </a:lnTo>
                  <a:lnTo>
                    <a:pt x="10240286" y="1807058"/>
                  </a:lnTo>
                  <a:lnTo>
                    <a:pt x="10145747" y="1799922"/>
                  </a:lnTo>
                  <a:lnTo>
                    <a:pt x="10044632" y="1791248"/>
                  </a:lnTo>
                  <a:lnTo>
                    <a:pt x="9941120" y="1781065"/>
                  </a:lnTo>
                  <a:lnTo>
                    <a:pt x="9838794" y="1769406"/>
                  </a:lnTo>
                  <a:lnTo>
                    <a:pt x="9740360" y="1756282"/>
                  </a:lnTo>
                  <a:lnTo>
                    <a:pt x="9647597" y="1741664"/>
                  </a:lnTo>
                  <a:lnTo>
                    <a:pt x="9561457" y="1725470"/>
                  </a:lnTo>
                  <a:lnTo>
                    <a:pt x="9482228" y="1707566"/>
                  </a:lnTo>
                  <a:lnTo>
                    <a:pt x="9409720" y="1687757"/>
                  </a:lnTo>
                  <a:lnTo>
                    <a:pt x="9343425" y="1665801"/>
                  </a:lnTo>
                  <a:lnTo>
                    <a:pt x="9282641" y="1641411"/>
                  </a:lnTo>
                  <a:lnTo>
                    <a:pt x="9226571" y="1614274"/>
                  </a:lnTo>
                  <a:lnTo>
                    <a:pt x="9174388" y="1584080"/>
                  </a:lnTo>
                  <a:lnTo>
                    <a:pt x="9125294" y="1550571"/>
                  </a:lnTo>
                  <a:lnTo>
                    <a:pt x="9084767" y="1518815"/>
                  </a:lnTo>
                  <a:lnTo>
                    <a:pt x="9040685" y="1479920"/>
                  </a:lnTo>
                  <a:lnTo>
                    <a:pt x="8997847" y="1437676"/>
                  </a:lnTo>
                  <a:lnTo>
                    <a:pt x="8955855" y="1392020"/>
                  </a:lnTo>
                  <a:lnTo>
                    <a:pt x="8914402" y="1342967"/>
                  </a:lnTo>
                  <a:lnTo>
                    <a:pt x="8873257" y="1290619"/>
                  </a:lnTo>
                  <a:lnTo>
                    <a:pt x="8832250" y="1235174"/>
                  </a:lnTo>
                  <a:lnTo>
                    <a:pt x="8791269" y="1176925"/>
                  </a:lnTo>
                  <a:lnTo>
                    <a:pt x="8750246" y="1116262"/>
                  </a:lnTo>
                  <a:lnTo>
                    <a:pt x="8709152" y="1053665"/>
                  </a:lnTo>
                  <a:lnTo>
                    <a:pt x="8667990" y="989685"/>
                  </a:lnTo>
                  <a:lnTo>
                    <a:pt x="8626784" y="924930"/>
                  </a:lnTo>
                  <a:lnTo>
                    <a:pt x="8585570" y="860039"/>
                  </a:lnTo>
                  <a:lnTo>
                    <a:pt x="8544386" y="795657"/>
                  </a:lnTo>
                  <a:lnTo>
                    <a:pt x="8503262" y="732407"/>
                  </a:lnTo>
                  <a:lnTo>
                    <a:pt x="8462211" y="670869"/>
                  </a:lnTo>
                  <a:lnTo>
                    <a:pt x="8421218" y="611553"/>
                  </a:lnTo>
                  <a:lnTo>
                    <a:pt x="8380233" y="554889"/>
                  </a:lnTo>
                  <a:lnTo>
                    <a:pt x="8339163" y="501210"/>
                  </a:lnTo>
                  <a:lnTo>
                    <a:pt x="8297863" y="450755"/>
                  </a:lnTo>
                  <a:lnTo>
                    <a:pt x="8256131" y="403665"/>
                  </a:lnTo>
                  <a:lnTo>
                    <a:pt x="8213691" y="359991"/>
                  </a:lnTo>
                  <a:lnTo>
                    <a:pt x="8170186" y="319702"/>
                  </a:lnTo>
                  <a:lnTo>
                    <a:pt x="8151487" y="303763"/>
                  </a:lnTo>
                  <a:lnTo>
                    <a:pt x="8104475" y="267276"/>
                  </a:lnTo>
                  <a:lnTo>
                    <a:pt x="8055008" y="234227"/>
                  </a:lnTo>
                  <a:lnTo>
                    <a:pt x="8002348" y="204463"/>
                  </a:lnTo>
                  <a:lnTo>
                    <a:pt x="7945689" y="177716"/>
                  </a:lnTo>
                  <a:lnTo>
                    <a:pt x="7884205" y="153672"/>
                  </a:lnTo>
                  <a:lnTo>
                    <a:pt x="7817108" y="132023"/>
                  </a:lnTo>
                  <a:lnTo>
                    <a:pt x="7743716" y="112485"/>
                  </a:lnTo>
                  <a:lnTo>
                    <a:pt x="7663555" y="94822"/>
                  </a:lnTo>
                  <a:lnTo>
                    <a:pt x="7576489" y="78848"/>
                  </a:lnTo>
                  <a:lnTo>
                    <a:pt x="7482888" y="64435"/>
                  </a:lnTo>
                  <a:lnTo>
                    <a:pt x="7383803" y="51510"/>
                  </a:lnTo>
                  <a:lnTo>
                    <a:pt x="7281138" y="40049"/>
                  </a:lnTo>
                  <a:lnTo>
                    <a:pt x="7177724" y="30068"/>
                  </a:lnTo>
                  <a:lnTo>
                    <a:pt x="7077245" y="21601"/>
                  </a:lnTo>
                  <a:lnTo>
                    <a:pt x="6983927" y="14673"/>
                  </a:lnTo>
                  <a:lnTo>
                    <a:pt x="6901987" y="9270"/>
                  </a:lnTo>
                  <a:lnTo>
                    <a:pt x="6834913" y="5314"/>
                  </a:lnTo>
                  <a:lnTo>
                    <a:pt x="6784764" y="2655"/>
                  </a:lnTo>
                  <a:lnTo>
                    <a:pt x="6751683" y="1070"/>
                  </a:lnTo>
                  <a:lnTo>
                    <a:pt x="6733746" y="290"/>
                  </a:lnTo>
                  <a:lnTo>
                    <a:pt x="6727123" y="28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725" y="19"/>
                  </a:lnTo>
                  <a:lnTo>
                    <a:pt x="5245650" y="157"/>
                  </a:lnTo>
                  <a:lnTo>
                    <a:pt x="5225346" y="539"/>
                  </a:lnTo>
                  <a:lnTo>
                    <a:pt x="5189165" y="1290"/>
                  </a:lnTo>
                  <a:lnTo>
                    <a:pt x="5135483" y="2525"/>
                  </a:lnTo>
                  <a:lnTo>
                    <a:pt x="5064814" y="4337"/>
                  </a:lnTo>
                  <a:lnTo>
                    <a:pt x="4979591" y="6785"/>
                  </a:lnTo>
                  <a:lnTo>
                    <a:pt x="4883603" y="9898"/>
                  </a:lnTo>
                  <a:lnTo>
                    <a:pt x="4781239" y="13678"/>
                  </a:lnTo>
                  <a:lnTo>
                    <a:pt x="4676761" y="18110"/>
                  </a:lnTo>
                  <a:lnTo>
                    <a:pt x="4573778" y="23182"/>
                  </a:lnTo>
                  <a:lnTo>
                    <a:pt x="4474980" y="28891"/>
                  </a:lnTo>
                  <a:lnTo>
                    <a:pt x="4382100" y="35250"/>
                  </a:lnTo>
                  <a:lnTo>
                    <a:pt x="4296028" y="42298"/>
                  </a:lnTo>
                  <a:lnTo>
                    <a:pt x="4216992" y="50097"/>
                  </a:lnTo>
                  <a:lnTo>
                    <a:pt x="4144745" y="58736"/>
                  </a:lnTo>
                  <a:lnTo>
                    <a:pt x="4078729" y="68323"/>
                  </a:lnTo>
                  <a:lnTo>
                    <a:pt x="4018204" y="78987"/>
                  </a:lnTo>
                  <a:lnTo>
                    <a:pt x="3962342" y="90865"/>
                  </a:lnTo>
                  <a:lnTo>
                    <a:pt x="3910295" y="104091"/>
                  </a:lnTo>
                  <a:lnTo>
                    <a:pt x="3861250" y="118770"/>
                  </a:lnTo>
                  <a:lnTo>
                    <a:pt x="3829811" y="129405"/>
                  </a:lnTo>
                  <a:lnTo>
                    <a:pt x="3777156" y="149427"/>
                  </a:lnTo>
                  <a:lnTo>
                    <a:pt x="3726166" y="171506"/>
                  </a:lnTo>
                  <a:lnTo>
                    <a:pt x="3676207" y="195672"/>
                  </a:lnTo>
                  <a:lnTo>
                    <a:pt x="3626815" y="221884"/>
                  </a:lnTo>
                  <a:lnTo>
                    <a:pt x="3577669" y="250018"/>
                  </a:lnTo>
                  <a:lnTo>
                    <a:pt x="3528563" y="279866"/>
                  </a:lnTo>
                  <a:lnTo>
                    <a:pt x="3479387" y="311137"/>
                  </a:lnTo>
                  <a:lnTo>
                    <a:pt x="3430108" y="343463"/>
                  </a:lnTo>
                  <a:lnTo>
                    <a:pt x="3380750" y="376420"/>
                  </a:lnTo>
                  <a:lnTo>
                    <a:pt x="3331368" y="409546"/>
                  </a:lnTo>
                  <a:lnTo>
                    <a:pt x="3282028" y="442368"/>
                  </a:lnTo>
                  <a:lnTo>
                    <a:pt x="3232778" y="474432"/>
                  </a:lnTo>
                  <a:lnTo>
                    <a:pt x="3183628" y="505327"/>
                  </a:lnTo>
                  <a:lnTo>
                    <a:pt x="3134526" y="534708"/>
                  </a:lnTo>
                  <a:lnTo>
                    <a:pt x="3085335" y="562305"/>
                  </a:lnTo>
                  <a:lnTo>
                    <a:pt x="3035819" y="587937"/>
                  </a:lnTo>
                  <a:lnTo>
                    <a:pt x="2985617" y="611503"/>
                  </a:lnTo>
                  <a:lnTo>
                    <a:pt x="2934221" y="632983"/>
                  </a:lnTo>
                  <a:lnTo>
                    <a:pt x="2896531" y="647029"/>
                  </a:lnTo>
                  <a:lnTo>
                    <a:pt x="2849082" y="662707"/>
                  </a:lnTo>
                  <a:lnTo>
                    <a:pt x="2799125" y="676894"/>
                  </a:lnTo>
                  <a:lnTo>
                    <a:pt x="2745903" y="689658"/>
                  </a:lnTo>
                  <a:lnTo>
                    <a:pt x="2688586" y="701118"/>
                  </a:lnTo>
                  <a:lnTo>
                    <a:pt x="2626326" y="711409"/>
                  </a:lnTo>
                  <a:lnTo>
                    <a:pt x="2558315" y="720668"/>
                  </a:lnTo>
                  <a:lnTo>
                    <a:pt x="2483861" y="729016"/>
                  </a:lnTo>
                  <a:lnTo>
                    <a:pt x="2402496" y="736558"/>
                  </a:lnTo>
                  <a:lnTo>
                    <a:pt x="2314108" y="743371"/>
                  </a:lnTo>
                  <a:lnTo>
                    <a:pt x="2219124" y="749511"/>
                  </a:lnTo>
                  <a:lnTo>
                    <a:pt x="2118698" y="755007"/>
                  </a:lnTo>
                  <a:lnTo>
                    <a:pt x="2014872" y="759868"/>
                  </a:lnTo>
                  <a:lnTo>
                    <a:pt x="1910656" y="764085"/>
                  </a:lnTo>
                  <a:lnTo>
                    <a:pt x="1809918" y="767644"/>
                  </a:lnTo>
                  <a:lnTo>
                    <a:pt x="1717033" y="770535"/>
                  </a:lnTo>
                  <a:lnTo>
                    <a:pt x="1636278" y="772768"/>
                  </a:lnTo>
                  <a:lnTo>
                    <a:pt x="1571069" y="774379"/>
                  </a:lnTo>
                  <a:lnTo>
                    <a:pt x="1523250" y="775442"/>
                  </a:lnTo>
                  <a:lnTo>
                    <a:pt x="1492629" y="776057"/>
                  </a:lnTo>
                  <a:lnTo>
                    <a:pt x="1476884" y="776344"/>
                  </a:lnTo>
                  <a:lnTo>
                    <a:pt x="1471760" y="776429"/>
                  </a:lnTo>
                  <a:lnTo>
                    <a:pt x="1471387" y="776434"/>
                  </a:lnTo>
                  <a:lnTo>
                    <a:pt x="0" y="776434"/>
                  </a:lnTo>
                  <a:close/>
                </a:path>
              </a:pathLst>
            </a:custGeom>
            <a:solidFill>
              <a:srgbClr val="F28E5B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122" name="pl1122"/>
            <p:cNvSpPr/>
            <p:nvPr/>
          </p:nvSpPr>
          <p:spPr>
            <a:xfrm>
              <a:off x="4799595" y="6663407"/>
              <a:ext cx="11981298" cy="1822578"/>
            </a:xfrm>
            <a:custGeom>
              <a:avLst/>
              <a:pathLst>
                <a:path w="11981298" h="1822578">
                  <a:moveTo>
                    <a:pt x="0" y="776434"/>
                  </a:moveTo>
                  <a:lnTo>
                    <a:pt x="1471387" y="776434"/>
                  </a:lnTo>
                  <a:lnTo>
                    <a:pt x="1472617" y="776415"/>
                  </a:lnTo>
                  <a:lnTo>
                    <a:pt x="1480692" y="776277"/>
                  </a:lnTo>
                  <a:lnTo>
                    <a:pt x="1500996" y="775895"/>
                  </a:lnTo>
                  <a:lnTo>
                    <a:pt x="1537177" y="775144"/>
                  </a:lnTo>
                  <a:lnTo>
                    <a:pt x="1590859" y="773909"/>
                  </a:lnTo>
                  <a:lnTo>
                    <a:pt x="1661528" y="772097"/>
                  </a:lnTo>
                  <a:lnTo>
                    <a:pt x="1746751" y="769649"/>
                  </a:lnTo>
                  <a:lnTo>
                    <a:pt x="1842739" y="766536"/>
                  </a:lnTo>
                  <a:lnTo>
                    <a:pt x="1945103" y="762756"/>
                  </a:lnTo>
                  <a:lnTo>
                    <a:pt x="2049581" y="758324"/>
                  </a:lnTo>
                  <a:lnTo>
                    <a:pt x="2152564" y="753251"/>
                  </a:lnTo>
                  <a:lnTo>
                    <a:pt x="2251362" y="747543"/>
                  </a:lnTo>
                  <a:lnTo>
                    <a:pt x="2344242" y="741184"/>
                  </a:lnTo>
                  <a:lnTo>
                    <a:pt x="2430314" y="734136"/>
                  </a:lnTo>
                  <a:lnTo>
                    <a:pt x="2509350" y="726337"/>
                  </a:lnTo>
                  <a:lnTo>
                    <a:pt x="2581597" y="717698"/>
                  </a:lnTo>
                  <a:lnTo>
                    <a:pt x="2647613" y="708110"/>
                  </a:lnTo>
                  <a:lnTo>
                    <a:pt x="2708138" y="697447"/>
                  </a:lnTo>
                  <a:lnTo>
                    <a:pt x="2764000" y="685569"/>
                  </a:lnTo>
                  <a:lnTo>
                    <a:pt x="2816047" y="672343"/>
                  </a:lnTo>
                  <a:lnTo>
                    <a:pt x="2865092" y="657664"/>
                  </a:lnTo>
                  <a:lnTo>
                    <a:pt x="2896531" y="647029"/>
                  </a:lnTo>
                  <a:lnTo>
                    <a:pt x="2949186" y="627007"/>
                  </a:lnTo>
                  <a:lnTo>
                    <a:pt x="3000176" y="604928"/>
                  </a:lnTo>
                  <a:lnTo>
                    <a:pt x="3050136" y="580762"/>
                  </a:lnTo>
                  <a:lnTo>
                    <a:pt x="3099527" y="554550"/>
                  </a:lnTo>
                  <a:lnTo>
                    <a:pt x="3148673" y="526416"/>
                  </a:lnTo>
                  <a:lnTo>
                    <a:pt x="3197779" y="496568"/>
                  </a:lnTo>
                  <a:lnTo>
                    <a:pt x="3246955" y="465297"/>
                  </a:lnTo>
                  <a:lnTo>
                    <a:pt x="3296234" y="432971"/>
                  </a:lnTo>
                  <a:lnTo>
                    <a:pt x="3345592" y="400013"/>
                  </a:lnTo>
                  <a:lnTo>
                    <a:pt x="3394974" y="366888"/>
                  </a:lnTo>
                  <a:lnTo>
                    <a:pt x="3444315" y="334066"/>
                  </a:lnTo>
                  <a:lnTo>
                    <a:pt x="3493564" y="302002"/>
                  </a:lnTo>
                  <a:lnTo>
                    <a:pt x="3542714" y="271107"/>
                  </a:lnTo>
                  <a:lnTo>
                    <a:pt x="3591816" y="241726"/>
                  </a:lnTo>
                  <a:lnTo>
                    <a:pt x="3641007" y="214128"/>
                  </a:lnTo>
                  <a:lnTo>
                    <a:pt x="3690523" y="188497"/>
                  </a:lnTo>
                  <a:lnTo>
                    <a:pt x="3740725" y="164931"/>
                  </a:lnTo>
                  <a:lnTo>
                    <a:pt x="3792121" y="143451"/>
                  </a:lnTo>
                  <a:lnTo>
                    <a:pt x="3829811" y="129405"/>
                  </a:lnTo>
                  <a:lnTo>
                    <a:pt x="3877260" y="113727"/>
                  </a:lnTo>
                  <a:lnTo>
                    <a:pt x="3927217" y="99539"/>
                  </a:lnTo>
                  <a:lnTo>
                    <a:pt x="3980439" y="86775"/>
                  </a:lnTo>
                  <a:lnTo>
                    <a:pt x="4037756" y="75316"/>
                  </a:lnTo>
                  <a:lnTo>
                    <a:pt x="4100016" y="65025"/>
                  </a:lnTo>
                  <a:lnTo>
                    <a:pt x="4168027" y="55766"/>
                  </a:lnTo>
                  <a:lnTo>
                    <a:pt x="4242481" y="47417"/>
                  </a:lnTo>
                  <a:lnTo>
                    <a:pt x="4323847" y="39876"/>
                  </a:lnTo>
                  <a:lnTo>
                    <a:pt x="4412234" y="33063"/>
                  </a:lnTo>
                  <a:lnTo>
                    <a:pt x="4507218" y="26923"/>
                  </a:lnTo>
                  <a:lnTo>
                    <a:pt x="4607644" y="21427"/>
                  </a:lnTo>
                  <a:lnTo>
                    <a:pt x="4711470" y="16566"/>
                  </a:lnTo>
                  <a:lnTo>
                    <a:pt x="4815687" y="12349"/>
                  </a:lnTo>
                  <a:lnTo>
                    <a:pt x="4916424" y="8790"/>
                  </a:lnTo>
                  <a:lnTo>
                    <a:pt x="5009309" y="5899"/>
                  </a:lnTo>
                  <a:lnTo>
                    <a:pt x="5090064" y="3666"/>
                  </a:lnTo>
                  <a:lnTo>
                    <a:pt x="5155273" y="2054"/>
                  </a:lnTo>
                  <a:lnTo>
                    <a:pt x="5203092" y="992"/>
                  </a:lnTo>
                  <a:lnTo>
                    <a:pt x="5233713" y="377"/>
                  </a:lnTo>
                  <a:lnTo>
                    <a:pt x="5249458" y="90"/>
                  </a:lnTo>
                  <a:lnTo>
                    <a:pt x="5254582" y="5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541" y="44"/>
                  </a:lnTo>
                  <a:lnTo>
                    <a:pt x="6735407" y="359"/>
                  </a:lnTo>
                  <a:lnTo>
                    <a:pt x="6755206" y="1231"/>
                  </a:lnTo>
                  <a:lnTo>
                    <a:pt x="6790527" y="2946"/>
                  </a:lnTo>
                  <a:lnTo>
                    <a:pt x="6843018" y="5769"/>
                  </a:lnTo>
                  <a:lnTo>
                    <a:pt x="6912261" y="9913"/>
                  </a:lnTo>
                  <a:lnTo>
                    <a:pt x="6995967" y="15519"/>
                  </a:lnTo>
                  <a:lnTo>
                    <a:pt x="7090506" y="22656"/>
                  </a:lnTo>
                  <a:lnTo>
                    <a:pt x="7191622" y="31330"/>
                  </a:lnTo>
                  <a:lnTo>
                    <a:pt x="7295133" y="41512"/>
                  </a:lnTo>
                  <a:lnTo>
                    <a:pt x="7397459" y="53171"/>
                  </a:lnTo>
                  <a:lnTo>
                    <a:pt x="7495894" y="66296"/>
                  </a:lnTo>
                  <a:lnTo>
                    <a:pt x="7588656" y="80914"/>
                  </a:lnTo>
                  <a:lnTo>
                    <a:pt x="7674796" y="97107"/>
                  </a:lnTo>
                  <a:lnTo>
                    <a:pt x="7754025" y="115012"/>
                  </a:lnTo>
                  <a:lnTo>
                    <a:pt x="7826533" y="134820"/>
                  </a:lnTo>
                  <a:lnTo>
                    <a:pt x="7892829" y="156776"/>
                  </a:lnTo>
                  <a:lnTo>
                    <a:pt x="7953613" y="181167"/>
                  </a:lnTo>
                  <a:lnTo>
                    <a:pt x="8009683" y="208304"/>
                  </a:lnTo>
                  <a:lnTo>
                    <a:pt x="8061865" y="238497"/>
                  </a:lnTo>
                  <a:lnTo>
                    <a:pt x="8110959" y="272006"/>
                  </a:lnTo>
                  <a:lnTo>
                    <a:pt x="8151487" y="303763"/>
                  </a:lnTo>
                  <a:lnTo>
                    <a:pt x="8195568" y="342657"/>
                  </a:lnTo>
                  <a:lnTo>
                    <a:pt x="8238406" y="384901"/>
                  </a:lnTo>
                  <a:lnTo>
                    <a:pt x="8280398" y="430557"/>
                  </a:lnTo>
                  <a:lnTo>
                    <a:pt x="8321851" y="479610"/>
                  </a:lnTo>
                  <a:lnTo>
                    <a:pt x="8362996" y="531958"/>
                  </a:lnTo>
                  <a:lnTo>
                    <a:pt x="8404003" y="587404"/>
                  </a:lnTo>
                  <a:lnTo>
                    <a:pt x="8444984" y="645653"/>
                  </a:lnTo>
                  <a:lnTo>
                    <a:pt x="8486008" y="706315"/>
                  </a:lnTo>
                  <a:lnTo>
                    <a:pt x="8527101" y="768913"/>
                  </a:lnTo>
                  <a:lnTo>
                    <a:pt x="8568263" y="832893"/>
                  </a:lnTo>
                  <a:lnTo>
                    <a:pt x="8609469" y="897648"/>
                  </a:lnTo>
                  <a:lnTo>
                    <a:pt x="8650683" y="962539"/>
                  </a:lnTo>
                  <a:lnTo>
                    <a:pt x="8691867" y="1026921"/>
                  </a:lnTo>
                  <a:lnTo>
                    <a:pt x="8732991" y="1090170"/>
                  </a:lnTo>
                  <a:lnTo>
                    <a:pt x="8774042" y="1151708"/>
                  </a:lnTo>
                  <a:lnTo>
                    <a:pt x="8815036" y="1211024"/>
                  </a:lnTo>
                  <a:lnTo>
                    <a:pt x="8856021" y="1267689"/>
                  </a:lnTo>
                  <a:lnTo>
                    <a:pt x="8897091" y="1321368"/>
                  </a:lnTo>
                  <a:lnTo>
                    <a:pt x="8938390" y="1371823"/>
                  </a:lnTo>
                  <a:lnTo>
                    <a:pt x="8980123" y="1418913"/>
                  </a:lnTo>
                  <a:lnTo>
                    <a:pt x="9022563" y="1462587"/>
                  </a:lnTo>
                  <a:lnTo>
                    <a:pt x="9066067" y="1502876"/>
                  </a:lnTo>
                  <a:lnTo>
                    <a:pt x="9084767" y="1518815"/>
                  </a:lnTo>
                  <a:lnTo>
                    <a:pt x="9131778" y="1555302"/>
                  </a:lnTo>
                  <a:lnTo>
                    <a:pt x="9181245" y="1588351"/>
                  </a:lnTo>
                  <a:lnTo>
                    <a:pt x="9233905" y="1618115"/>
                  </a:lnTo>
                  <a:lnTo>
                    <a:pt x="9290564" y="1644862"/>
                  </a:lnTo>
                  <a:lnTo>
                    <a:pt x="9352048" y="1668905"/>
                  </a:lnTo>
                  <a:lnTo>
                    <a:pt x="9419145" y="1690555"/>
                  </a:lnTo>
                  <a:lnTo>
                    <a:pt x="9492538" y="1710093"/>
                  </a:lnTo>
                  <a:lnTo>
                    <a:pt x="9572699" y="1727756"/>
                  </a:lnTo>
                  <a:lnTo>
                    <a:pt x="9659764" y="1743730"/>
                  </a:lnTo>
                  <a:lnTo>
                    <a:pt x="9753366" y="1758143"/>
                  </a:lnTo>
                  <a:lnTo>
                    <a:pt x="9852450" y="1771068"/>
                  </a:lnTo>
                  <a:lnTo>
                    <a:pt x="9955115" y="1782529"/>
                  </a:lnTo>
                  <a:lnTo>
                    <a:pt x="10058529" y="1792510"/>
                  </a:lnTo>
                  <a:lnTo>
                    <a:pt x="10159008" y="1800977"/>
                  </a:lnTo>
                  <a:lnTo>
                    <a:pt x="10252326" y="1807905"/>
                  </a:lnTo>
                  <a:lnTo>
                    <a:pt x="10334266" y="1813308"/>
                  </a:lnTo>
                  <a:lnTo>
                    <a:pt x="10401341" y="1817263"/>
                  </a:lnTo>
                  <a:lnTo>
                    <a:pt x="10451489" y="1819923"/>
                  </a:lnTo>
                  <a:lnTo>
                    <a:pt x="10484571" y="1821508"/>
                  </a:lnTo>
                  <a:lnTo>
                    <a:pt x="10502507" y="1822287"/>
                  </a:lnTo>
                  <a:lnTo>
                    <a:pt x="10509130" y="1822550"/>
                  </a:lnTo>
                  <a:lnTo>
                    <a:pt x="10509911" y="1822578"/>
                  </a:lnTo>
                  <a:lnTo>
                    <a:pt x="11981298" y="182257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23" name="pl1123"/>
            <p:cNvSpPr/>
            <p:nvPr/>
          </p:nvSpPr>
          <p:spPr>
            <a:xfrm>
              <a:off x="4799595" y="6655234"/>
              <a:ext cx="11981298" cy="1822578"/>
            </a:xfrm>
            <a:custGeom>
              <a:avLst/>
              <a:pathLst>
                <a:path w="11981298" h="1822578">
                  <a:moveTo>
                    <a:pt x="11981298" y="1822578"/>
                  </a:moveTo>
                  <a:lnTo>
                    <a:pt x="10509911" y="1822578"/>
                  </a:lnTo>
                  <a:lnTo>
                    <a:pt x="10508713" y="1822534"/>
                  </a:lnTo>
                  <a:lnTo>
                    <a:pt x="10500846" y="1822219"/>
                  </a:lnTo>
                  <a:lnTo>
                    <a:pt x="10481047" y="1821347"/>
                  </a:lnTo>
                  <a:lnTo>
                    <a:pt x="10445726" y="1819632"/>
                  </a:lnTo>
                  <a:lnTo>
                    <a:pt x="10393235" y="1816809"/>
                  </a:lnTo>
                  <a:lnTo>
                    <a:pt x="10323993" y="1812665"/>
                  </a:lnTo>
                  <a:lnTo>
                    <a:pt x="10240286" y="1807058"/>
                  </a:lnTo>
                  <a:lnTo>
                    <a:pt x="10145747" y="1799922"/>
                  </a:lnTo>
                  <a:lnTo>
                    <a:pt x="10044632" y="1791248"/>
                  </a:lnTo>
                  <a:lnTo>
                    <a:pt x="9941120" y="1781065"/>
                  </a:lnTo>
                  <a:lnTo>
                    <a:pt x="9838794" y="1769406"/>
                  </a:lnTo>
                  <a:lnTo>
                    <a:pt x="9740360" y="1756282"/>
                  </a:lnTo>
                  <a:lnTo>
                    <a:pt x="9647597" y="1741664"/>
                  </a:lnTo>
                  <a:lnTo>
                    <a:pt x="9561457" y="1725470"/>
                  </a:lnTo>
                  <a:lnTo>
                    <a:pt x="9482228" y="1707566"/>
                  </a:lnTo>
                  <a:lnTo>
                    <a:pt x="9409720" y="1687757"/>
                  </a:lnTo>
                  <a:lnTo>
                    <a:pt x="9343425" y="1665801"/>
                  </a:lnTo>
                  <a:lnTo>
                    <a:pt x="9282641" y="1641411"/>
                  </a:lnTo>
                  <a:lnTo>
                    <a:pt x="9226571" y="1614274"/>
                  </a:lnTo>
                  <a:lnTo>
                    <a:pt x="9174388" y="1584080"/>
                  </a:lnTo>
                  <a:lnTo>
                    <a:pt x="9125294" y="1550571"/>
                  </a:lnTo>
                  <a:lnTo>
                    <a:pt x="9084767" y="1518815"/>
                  </a:lnTo>
                  <a:lnTo>
                    <a:pt x="9040685" y="1479920"/>
                  </a:lnTo>
                  <a:lnTo>
                    <a:pt x="8997847" y="1437676"/>
                  </a:lnTo>
                  <a:lnTo>
                    <a:pt x="8955855" y="1392020"/>
                  </a:lnTo>
                  <a:lnTo>
                    <a:pt x="8914402" y="1342967"/>
                  </a:lnTo>
                  <a:lnTo>
                    <a:pt x="8873257" y="1290619"/>
                  </a:lnTo>
                  <a:lnTo>
                    <a:pt x="8832250" y="1235174"/>
                  </a:lnTo>
                  <a:lnTo>
                    <a:pt x="8791269" y="1176925"/>
                  </a:lnTo>
                  <a:lnTo>
                    <a:pt x="8750246" y="1116262"/>
                  </a:lnTo>
                  <a:lnTo>
                    <a:pt x="8709152" y="1053665"/>
                  </a:lnTo>
                  <a:lnTo>
                    <a:pt x="8667990" y="989685"/>
                  </a:lnTo>
                  <a:lnTo>
                    <a:pt x="8626784" y="924930"/>
                  </a:lnTo>
                  <a:lnTo>
                    <a:pt x="8585570" y="860039"/>
                  </a:lnTo>
                  <a:lnTo>
                    <a:pt x="8544386" y="795657"/>
                  </a:lnTo>
                  <a:lnTo>
                    <a:pt x="8503262" y="732407"/>
                  </a:lnTo>
                  <a:lnTo>
                    <a:pt x="8462211" y="670869"/>
                  </a:lnTo>
                  <a:lnTo>
                    <a:pt x="8421218" y="611553"/>
                  </a:lnTo>
                  <a:lnTo>
                    <a:pt x="8380233" y="554889"/>
                  </a:lnTo>
                  <a:lnTo>
                    <a:pt x="8339163" y="501210"/>
                  </a:lnTo>
                  <a:lnTo>
                    <a:pt x="8297863" y="450755"/>
                  </a:lnTo>
                  <a:lnTo>
                    <a:pt x="8256131" y="403665"/>
                  </a:lnTo>
                  <a:lnTo>
                    <a:pt x="8213691" y="359991"/>
                  </a:lnTo>
                  <a:lnTo>
                    <a:pt x="8170186" y="319702"/>
                  </a:lnTo>
                  <a:lnTo>
                    <a:pt x="8151487" y="303763"/>
                  </a:lnTo>
                  <a:lnTo>
                    <a:pt x="8104475" y="267276"/>
                  </a:lnTo>
                  <a:lnTo>
                    <a:pt x="8055008" y="234227"/>
                  </a:lnTo>
                  <a:lnTo>
                    <a:pt x="8002348" y="204463"/>
                  </a:lnTo>
                  <a:lnTo>
                    <a:pt x="7945689" y="177716"/>
                  </a:lnTo>
                  <a:lnTo>
                    <a:pt x="7884205" y="153672"/>
                  </a:lnTo>
                  <a:lnTo>
                    <a:pt x="7817108" y="132023"/>
                  </a:lnTo>
                  <a:lnTo>
                    <a:pt x="7743716" y="112485"/>
                  </a:lnTo>
                  <a:lnTo>
                    <a:pt x="7663555" y="94822"/>
                  </a:lnTo>
                  <a:lnTo>
                    <a:pt x="7576489" y="78848"/>
                  </a:lnTo>
                  <a:lnTo>
                    <a:pt x="7482888" y="64435"/>
                  </a:lnTo>
                  <a:lnTo>
                    <a:pt x="7383803" y="51510"/>
                  </a:lnTo>
                  <a:lnTo>
                    <a:pt x="7281138" y="40049"/>
                  </a:lnTo>
                  <a:lnTo>
                    <a:pt x="7177724" y="30068"/>
                  </a:lnTo>
                  <a:lnTo>
                    <a:pt x="7077245" y="21601"/>
                  </a:lnTo>
                  <a:lnTo>
                    <a:pt x="6983927" y="14673"/>
                  </a:lnTo>
                  <a:lnTo>
                    <a:pt x="6901987" y="9270"/>
                  </a:lnTo>
                  <a:lnTo>
                    <a:pt x="6834913" y="5314"/>
                  </a:lnTo>
                  <a:lnTo>
                    <a:pt x="6784764" y="2655"/>
                  </a:lnTo>
                  <a:lnTo>
                    <a:pt x="6751683" y="1070"/>
                  </a:lnTo>
                  <a:lnTo>
                    <a:pt x="6733746" y="290"/>
                  </a:lnTo>
                  <a:lnTo>
                    <a:pt x="6727123" y="28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725" y="19"/>
                  </a:lnTo>
                  <a:lnTo>
                    <a:pt x="5245650" y="157"/>
                  </a:lnTo>
                  <a:lnTo>
                    <a:pt x="5225346" y="539"/>
                  </a:lnTo>
                  <a:lnTo>
                    <a:pt x="5189165" y="1290"/>
                  </a:lnTo>
                  <a:lnTo>
                    <a:pt x="5135483" y="2525"/>
                  </a:lnTo>
                  <a:lnTo>
                    <a:pt x="5064814" y="4337"/>
                  </a:lnTo>
                  <a:lnTo>
                    <a:pt x="4979591" y="6785"/>
                  </a:lnTo>
                  <a:lnTo>
                    <a:pt x="4883603" y="9898"/>
                  </a:lnTo>
                  <a:lnTo>
                    <a:pt x="4781239" y="13678"/>
                  </a:lnTo>
                  <a:lnTo>
                    <a:pt x="4676761" y="18110"/>
                  </a:lnTo>
                  <a:lnTo>
                    <a:pt x="4573778" y="23182"/>
                  </a:lnTo>
                  <a:lnTo>
                    <a:pt x="4474980" y="28891"/>
                  </a:lnTo>
                  <a:lnTo>
                    <a:pt x="4382100" y="35250"/>
                  </a:lnTo>
                  <a:lnTo>
                    <a:pt x="4296028" y="42298"/>
                  </a:lnTo>
                  <a:lnTo>
                    <a:pt x="4216992" y="50097"/>
                  </a:lnTo>
                  <a:lnTo>
                    <a:pt x="4144745" y="58736"/>
                  </a:lnTo>
                  <a:lnTo>
                    <a:pt x="4078729" y="68323"/>
                  </a:lnTo>
                  <a:lnTo>
                    <a:pt x="4018204" y="78987"/>
                  </a:lnTo>
                  <a:lnTo>
                    <a:pt x="3962342" y="90865"/>
                  </a:lnTo>
                  <a:lnTo>
                    <a:pt x="3910295" y="104091"/>
                  </a:lnTo>
                  <a:lnTo>
                    <a:pt x="3861250" y="118770"/>
                  </a:lnTo>
                  <a:lnTo>
                    <a:pt x="3829811" y="129405"/>
                  </a:lnTo>
                  <a:lnTo>
                    <a:pt x="3777156" y="149427"/>
                  </a:lnTo>
                  <a:lnTo>
                    <a:pt x="3726166" y="171506"/>
                  </a:lnTo>
                  <a:lnTo>
                    <a:pt x="3676207" y="195672"/>
                  </a:lnTo>
                  <a:lnTo>
                    <a:pt x="3626815" y="221884"/>
                  </a:lnTo>
                  <a:lnTo>
                    <a:pt x="3577669" y="250018"/>
                  </a:lnTo>
                  <a:lnTo>
                    <a:pt x="3528563" y="279866"/>
                  </a:lnTo>
                  <a:lnTo>
                    <a:pt x="3479387" y="311137"/>
                  </a:lnTo>
                  <a:lnTo>
                    <a:pt x="3430108" y="343463"/>
                  </a:lnTo>
                  <a:lnTo>
                    <a:pt x="3380750" y="376420"/>
                  </a:lnTo>
                  <a:lnTo>
                    <a:pt x="3331368" y="409546"/>
                  </a:lnTo>
                  <a:lnTo>
                    <a:pt x="3282028" y="442368"/>
                  </a:lnTo>
                  <a:lnTo>
                    <a:pt x="3232778" y="474432"/>
                  </a:lnTo>
                  <a:lnTo>
                    <a:pt x="3183628" y="505327"/>
                  </a:lnTo>
                  <a:lnTo>
                    <a:pt x="3134526" y="534708"/>
                  </a:lnTo>
                  <a:lnTo>
                    <a:pt x="3085335" y="562305"/>
                  </a:lnTo>
                  <a:lnTo>
                    <a:pt x="3035819" y="587937"/>
                  </a:lnTo>
                  <a:lnTo>
                    <a:pt x="2985617" y="611503"/>
                  </a:lnTo>
                  <a:lnTo>
                    <a:pt x="2934221" y="632983"/>
                  </a:lnTo>
                  <a:lnTo>
                    <a:pt x="2896531" y="647029"/>
                  </a:lnTo>
                  <a:lnTo>
                    <a:pt x="2849082" y="662707"/>
                  </a:lnTo>
                  <a:lnTo>
                    <a:pt x="2799125" y="676894"/>
                  </a:lnTo>
                  <a:lnTo>
                    <a:pt x="2745903" y="689658"/>
                  </a:lnTo>
                  <a:lnTo>
                    <a:pt x="2688586" y="701118"/>
                  </a:lnTo>
                  <a:lnTo>
                    <a:pt x="2626326" y="711409"/>
                  </a:lnTo>
                  <a:lnTo>
                    <a:pt x="2558315" y="720668"/>
                  </a:lnTo>
                  <a:lnTo>
                    <a:pt x="2483861" y="729016"/>
                  </a:lnTo>
                  <a:lnTo>
                    <a:pt x="2402496" y="736558"/>
                  </a:lnTo>
                  <a:lnTo>
                    <a:pt x="2314108" y="743371"/>
                  </a:lnTo>
                  <a:lnTo>
                    <a:pt x="2219124" y="749511"/>
                  </a:lnTo>
                  <a:lnTo>
                    <a:pt x="2118698" y="755007"/>
                  </a:lnTo>
                  <a:lnTo>
                    <a:pt x="2014872" y="759868"/>
                  </a:lnTo>
                  <a:lnTo>
                    <a:pt x="1910656" y="764085"/>
                  </a:lnTo>
                  <a:lnTo>
                    <a:pt x="1809918" y="767644"/>
                  </a:lnTo>
                  <a:lnTo>
                    <a:pt x="1717033" y="770535"/>
                  </a:lnTo>
                  <a:lnTo>
                    <a:pt x="1636278" y="772768"/>
                  </a:lnTo>
                  <a:lnTo>
                    <a:pt x="1571069" y="774379"/>
                  </a:lnTo>
                  <a:lnTo>
                    <a:pt x="1523250" y="775442"/>
                  </a:lnTo>
                  <a:lnTo>
                    <a:pt x="1492629" y="776057"/>
                  </a:lnTo>
                  <a:lnTo>
                    <a:pt x="1476884" y="776344"/>
                  </a:lnTo>
                  <a:lnTo>
                    <a:pt x="1471760" y="776429"/>
                  </a:lnTo>
                  <a:lnTo>
                    <a:pt x="1471387" y="776434"/>
                  </a:lnTo>
                  <a:lnTo>
                    <a:pt x="0" y="77643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24" name="pg1124"/>
            <p:cNvSpPr/>
            <p:nvPr/>
          </p:nvSpPr>
          <p:spPr>
            <a:xfrm>
              <a:off x="4799595" y="6712445"/>
              <a:ext cx="11981298" cy="2223055"/>
            </a:xfrm>
            <a:custGeom>
              <a:avLst/>
              <a:pathLst>
                <a:path w="11981298" h="2223055">
                  <a:moveTo>
                    <a:pt x="0" y="735569"/>
                  </a:moveTo>
                  <a:lnTo>
                    <a:pt x="1471387" y="735569"/>
                  </a:lnTo>
                  <a:lnTo>
                    <a:pt x="1472618" y="735551"/>
                  </a:lnTo>
                  <a:lnTo>
                    <a:pt x="1480698" y="735422"/>
                  </a:lnTo>
                  <a:lnTo>
                    <a:pt x="1501017" y="735064"/>
                  </a:lnTo>
                  <a:lnTo>
                    <a:pt x="1537222" y="734360"/>
                  </a:lnTo>
                  <a:lnTo>
                    <a:pt x="1590937" y="733202"/>
                  </a:lnTo>
                  <a:lnTo>
                    <a:pt x="1661646" y="731503"/>
                  </a:lnTo>
                  <a:lnTo>
                    <a:pt x="1746911" y="729208"/>
                  </a:lnTo>
                  <a:lnTo>
                    <a:pt x="1842939" y="726289"/>
                  </a:lnTo>
                  <a:lnTo>
                    <a:pt x="1945338" y="722747"/>
                  </a:lnTo>
                  <a:lnTo>
                    <a:pt x="2049842" y="718591"/>
                  </a:lnTo>
                  <a:lnTo>
                    <a:pt x="2152843" y="713837"/>
                  </a:lnTo>
                  <a:lnTo>
                    <a:pt x="2251651" y="708486"/>
                  </a:lnTo>
                  <a:lnTo>
                    <a:pt x="2344533" y="702525"/>
                  </a:lnTo>
                  <a:lnTo>
                    <a:pt x="2430603" y="695918"/>
                  </a:lnTo>
                  <a:lnTo>
                    <a:pt x="2509633" y="688607"/>
                  </a:lnTo>
                  <a:lnTo>
                    <a:pt x="2581873" y="680508"/>
                  </a:lnTo>
                  <a:lnTo>
                    <a:pt x="2647881" y="671520"/>
                  </a:lnTo>
                  <a:lnTo>
                    <a:pt x="2708399" y="661523"/>
                  </a:lnTo>
                  <a:lnTo>
                    <a:pt x="2764256" y="650387"/>
                  </a:lnTo>
                  <a:lnTo>
                    <a:pt x="2816300" y="637987"/>
                  </a:lnTo>
                  <a:lnTo>
                    <a:pt x="2865343" y="624224"/>
                  </a:lnTo>
                  <a:lnTo>
                    <a:pt x="2896531" y="614337"/>
                  </a:lnTo>
                  <a:lnTo>
                    <a:pt x="2949565" y="595435"/>
                  </a:lnTo>
                  <a:lnTo>
                    <a:pt x="3000914" y="574578"/>
                  </a:lnTo>
                  <a:lnTo>
                    <a:pt x="3051226" y="551736"/>
                  </a:lnTo>
                  <a:lnTo>
                    <a:pt x="3100970" y="526951"/>
                  </a:lnTo>
                  <a:lnTo>
                    <a:pt x="3150472" y="500344"/>
                  </a:lnTo>
                  <a:lnTo>
                    <a:pt x="3199939" y="472117"/>
                  </a:lnTo>
                  <a:lnTo>
                    <a:pt x="3249480" y="442551"/>
                  </a:lnTo>
                  <a:lnTo>
                    <a:pt x="3299125" y="412001"/>
                  </a:lnTo>
                  <a:lnTo>
                    <a:pt x="3348849" y="380876"/>
                  </a:lnTo>
                  <a:lnTo>
                    <a:pt x="3398591" y="349621"/>
                  </a:lnTo>
                  <a:lnTo>
                    <a:pt x="3448287" y="318688"/>
                  </a:lnTo>
                  <a:lnTo>
                    <a:pt x="3497889" y="288508"/>
                  </a:lnTo>
                  <a:lnTo>
                    <a:pt x="3547391" y="259470"/>
                  </a:lnTo>
                  <a:lnTo>
                    <a:pt x="3596855" y="231900"/>
                  </a:lnTo>
                  <a:lnTo>
                    <a:pt x="3646427" y="206046"/>
                  </a:lnTo>
                  <a:lnTo>
                    <a:pt x="3696364" y="182076"/>
                  </a:lnTo>
                  <a:lnTo>
                    <a:pt x="3747049" y="160075"/>
                  </a:lnTo>
                  <a:lnTo>
                    <a:pt x="3799023" y="140054"/>
                  </a:lnTo>
                  <a:lnTo>
                    <a:pt x="3829811" y="129405"/>
                  </a:lnTo>
                  <a:lnTo>
                    <a:pt x="3877272" y="114714"/>
                  </a:lnTo>
                  <a:lnTo>
                    <a:pt x="3927242" y="101419"/>
                  </a:lnTo>
                  <a:lnTo>
                    <a:pt x="3980480" y="89459"/>
                  </a:lnTo>
                  <a:lnTo>
                    <a:pt x="4037816" y="78722"/>
                  </a:lnTo>
                  <a:lnTo>
                    <a:pt x="4100098" y="69080"/>
                  </a:lnTo>
                  <a:lnTo>
                    <a:pt x="4168134" y="60405"/>
                  </a:lnTo>
                  <a:lnTo>
                    <a:pt x="4242617" y="52583"/>
                  </a:lnTo>
                  <a:lnTo>
                    <a:pt x="4324017" y="45517"/>
                  </a:lnTo>
                  <a:lnTo>
                    <a:pt x="4412441" y="39134"/>
                  </a:lnTo>
                  <a:lnTo>
                    <a:pt x="4507463" y="33382"/>
                  </a:lnTo>
                  <a:lnTo>
                    <a:pt x="4607927" y="28233"/>
                  </a:lnTo>
                  <a:lnTo>
                    <a:pt x="4711784" y="23680"/>
                  </a:lnTo>
                  <a:lnTo>
                    <a:pt x="4816022" y="19730"/>
                  </a:lnTo>
                  <a:lnTo>
                    <a:pt x="4916766" y="16397"/>
                  </a:lnTo>
                  <a:lnTo>
                    <a:pt x="5009637" y="13690"/>
                  </a:lnTo>
                  <a:lnTo>
                    <a:pt x="5090358" y="11600"/>
                  </a:lnTo>
                  <a:lnTo>
                    <a:pt x="5155514" y="10092"/>
                  </a:lnTo>
                  <a:lnTo>
                    <a:pt x="5203268" y="9098"/>
                  </a:lnTo>
                  <a:lnTo>
                    <a:pt x="5233820" y="8524"/>
                  </a:lnTo>
                  <a:lnTo>
                    <a:pt x="5249506" y="8257"/>
                  </a:lnTo>
                  <a:lnTo>
                    <a:pt x="5254590" y="8178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523" y="8225"/>
                  </a:lnTo>
                  <a:lnTo>
                    <a:pt x="6735274" y="8603"/>
                  </a:lnTo>
                  <a:lnTo>
                    <a:pt x="6754792" y="9645"/>
                  </a:lnTo>
                  <a:lnTo>
                    <a:pt x="6789635" y="11698"/>
                  </a:lnTo>
                  <a:lnTo>
                    <a:pt x="6841461" y="15077"/>
                  </a:lnTo>
                  <a:lnTo>
                    <a:pt x="6909905" y="20039"/>
                  </a:lnTo>
                  <a:lnTo>
                    <a:pt x="6992759" y="26757"/>
                  </a:lnTo>
                  <a:lnTo>
                    <a:pt x="7086480" y="35314"/>
                  </a:lnTo>
                  <a:lnTo>
                    <a:pt x="7186885" y="45720"/>
                  </a:lnTo>
                  <a:lnTo>
                    <a:pt x="7289841" y="57944"/>
                  </a:lnTo>
                  <a:lnTo>
                    <a:pt x="7391785" y="71945"/>
                  </a:lnTo>
                  <a:lnTo>
                    <a:pt x="7490002" y="87708"/>
                  </a:lnTo>
                  <a:lnTo>
                    <a:pt x="7582688" y="105265"/>
                  </a:lnTo>
                  <a:lnTo>
                    <a:pt x="7668858" y="124707"/>
                  </a:lnTo>
                  <a:lnTo>
                    <a:pt x="7748190" y="146193"/>
                  </a:lnTo>
                  <a:lnTo>
                    <a:pt x="7820842" y="169949"/>
                  </a:lnTo>
                  <a:lnTo>
                    <a:pt x="7887294" y="196263"/>
                  </a:lnTo>
                  <a:lnTo>
                    <a:pt x="7948227" y="225473"/>
                  </a:lnTo>
                  <a:lnTo>
                    <a:pt x="8004418" y="257952"/>
                  </a:lnTo>
                  <a:lnTo>
                    <a:pt x="8056682" y="294073"/>
                  </a:lnTo>
                  <a:lnTo>
                    <a:pt x="8105812" y="334155"/>
                  </a:lnTo>
                  <a:lnTo>
                    <a:pt x="8151487" y="377320"/>
                  </a:lnTo>
                  <a:lnTo>
                    <a:pt x="8192812" y="421467"/>
                  </a:lnTo>
                  <a:lnTo>
                    <a:pt x="8233023" y="469178"/>
                  </a:lnTo>
                  <a:lnTo>
                    <a:pt x="8272453" y="520522"/>
                  </a:lnTo>
                  <a:lnTo>
                    <a:pt x="8311364" y="575498"/>
                  </a:lnTo>
                  <a:lnTo>
                    <a:pt x="8349961" y="634024"/>
                  </a:lnTo>
                  <a:lnTo>
                    <a:pt x="8388395" y="695931"/>
                  </a:lnTo>
                  <a:lnTo>
                    <a:pt x="8426775" y="760959"/>
                  </a:lnTo>
                  <a:lnTo>
                    <a:pt x="8465171" y="828757"/>
                  </a:lnTo>
                  <a:lnTo>
                    <a:pt x="8503619" y="898889"/>
                  </a:lnTo>
                  <a:lnTo>
                    <a:pt x="8542132" y="970839"/>
                  </a:lnTo>
                  <a:lnTo>
                    <a:pt x="8580698" y="1044033"/>
                  </a:lnTo>
                  <a:lnTo>
                    <a:pt x="8619295" y="1117851"/>
                  </a:lnTo>
                  <a:lnTo>
                    <a:pt x="8657890" y="1191648"/>
                  </a:lnTo>
                  <a:lnTo>
                    <a:pt x="8696454" y="1264784"/>
                  </a:lnTo>
                  <a:lnTo>
                    <a:pt x="8734963" y="1336641"/>
                  </a:lnTo>
                  <a:lnTo>
                    <a:pt x="8773408" y="1406645"/>
                  </a:lnTo>
                  <a:lnTo>
                    <a:pt x="8811801" y="1474287"/>
                  </a:lnTo>
                  <a:lnTo>
                    <a:pt x="8850182" y="1539135"/>
                  </a:lnTo>
                  <a:lnTo>
                    <a:pt x="8888622" y="1600844"/>
                  </a:lnTo>
                  <a:lnTo>
                    <a:pt x="8927233" y="1659159"/>
                  </a:lnTo>
                  <a:lnTo>
                    <a:pt x="8966170" y="1713917"/>
                  </a:lnTo>
                  <a:lnTo>
                    <a:pt x="9005639" y="1765040"/>
                  </a:lnTo>
                  <a:lnTo>
                    <a:pt x="9045907" y="1812533"/>
                  </a:lnTo>
                  <a:lnTo>
                    <a:pt x="9084767" y="1853908"/>
                  </a:lnTo>
                  <a:lnTo>
                    <a:pt x="9131532" y="1898032"/>
                  </a:lnTo>
                  <a:lnTo>
                    <a:pt x="9180724" y="1938021"/>
                  </a:lnTo>
                  <a:lnTo>
                    <a:pt x="9233069" y="1974055"/>
                  </a:lnTo>
                  <a:lnTo>
                    <a:pt x="9289360" y="2006455"/>
                  </a:lnTo>
                  <a:lnTo>
                    <a:pt x="9350409" y="2035595"/>
                  </a:lnTo>
                  <a:lnTo>
                    <a:pt x="9416996" y="2061847"/>
                  </a:lnTo>
                  <a:lnTo>
                    <a:pt x="9489795" y="2085548"/>
                  </a:lnTo>
                  <a:lnTo>
                    <a:pt x="9569283" y="2106986"/>
                  </a:lnTo>
                  <a:lnTo>
                    <a:pt x="9655608" y="2126384"/>
                  </a:lnTo>
                  <a:lnTo>
                    <a:pt x="9748433" y="2143898"/>
                  </a:lnTo>
                  <a:lnTo>
                    <a:pt x="9846759" y="2159621"/>
                  </a:lnTo>
                  <a:lnTo>
                    <a:pt x="9948760" y="2173582"/>
                  </a:lnTo>
                  <a:lnTo>
                    <a:pt x="10051700" y="2185765"/>
                  </a:lnTo>
                  <a:lnTo>
                    <a:pt x="10152000" y="2196129"/>
                  </a:lnTo>
                  <a:lnTo>
                    <a:pt x="10245519" y="2204644"/>
                  </a:lnTo>
                  <a:lnTo>
                    <a:pt x="10328080" y="2211320"/>
                  </a:lnTo>
                  <a:lnTo>
                    <a:pt x="10396163" y="2216244"/>
                  </a:lnTo>
                  <a:lnTo>
                    <a:pt x="10447599" y="2219590"/>
                  </a:lnTo>
                  <a:lnTo>
                    <a:pt x="10482067" y="2221616"/>
                  </a:lnTo>
                  <a:lnTo>
                    <a:pt x="10501270" y="2222640"/>
                  </a:lnTo>
                  <a:lnTo>
                    <a:pt x="10508808" y="2223006"/>
                  </a:lnTo>
                  <a:lnTo>
                    <a:pt x="10509911" y="2223055"/>
                  </a:lnTo>
                  <a:lnTo>
                    <a:pt x="11981298" y="2223055"/>
                  </a:lnTo>
                  <a:lnTo>
                    <a:pt x="11981298" y="2214882"/>
                  </a:lnTo>
                  <a:lnTo>
                    <a:pt x="10509911" y="2214882"/>
                  </a:lnTo>
                  <a:lnTo>
                    <a:pt x="10508731" y="2214829"/>
                  </a:lnTo>
                  <a:lnTo>
                    <a:pt x="10500979" y="2214452"/>
                  </a:lnTo>
                  <a:lnTo>
                    <a:pt x="10481461" y="2213409"/>
                  </a:lnTo>
                  <a:lnTo>
                    <a:pt x="10446618" y="2211357"/>
                  </a:lnTo>
                  <a:lnTo>
                    <a:pt x="10394792" y="2207977"/>
                  </a:lnTo>
                  <a:lnTo>
                    <a:pt x="10326348" y="2203015"/>
                  </a:lnTo>
                  <a:lnTo>
                    <a:pt x="10243494" y="2196297"/>
                  </a:lnTo>
                  <a:lnTo>
                    <a:pt x="10149774" y="2187740"/>
                  </a:lnTo>
                  <a:lnTo>
                    <a:pt x="10049369" y="2177334"/>
                  </a:lnTo>
                  <a:lnTo>
                    <a:pt x="9946412" y="2165111"/>
                  </a:lnTo>
                  <a:lnTo>
                    <a:pt x="9844468" y="2151110"/>
                  </a:lnTo>
                  <a:lnTo>
                    <a:pt x="9746251" y="2135346"/>
                  </a:lnTo>
                  <a:lnTo>
                    <a:pt x="9653566" y="2117790"/>
                  </a:lnTo>
                  <a:lnTo>
                    <a:pt x="9567395" y="2098348"/>
                  </a:lnTo>
                  <a:lnTo>
                    <a:pt x="9488063" y="2076861"/>
                  </a:lnTo>
                  <a:lnTo>
                    <a:pt x="9415411" y="2053105"/>
                  </a:lnTo>
                  <a:lnTo>
                    <a:pt x="9348959" y="2026792"/>
                  </a:lnTo>
                  <a:lnTo>
                    <a:pt x="9288027" y="1997582"/>
                  </a:lnTo>
                  <a:lnTo>
                    <a:pt x="9231835" y="1965103"/>
                  </a:lnTo>
                  <a:lnTo>
                    <a:pt x="9179571" y="1928982"/>
                  </a:lnTo>
                  <a:lnTo>
                    <a:pt x="9130442" y="1888900"/>
                  </a:lnTo>
                  <a:lnTo>
                    <a:pt x="9084767" y="1845735"/>
                  </a:lnTo>
                  <a:lnTo>
                    <a:pt x="9043442" y="1801588"/>
                  </a:lnTo>
                  <a:lnTo>
                    <a:pt x="9003231" y="1753877"/>
                  </a:lnTo>
                  <a:lnTo>
                    <a:pt x="8963801" y="1702532"/>
                  </a:lnTo>
                  <a:lnTo>
                    <a:pt x="8924889" y="1647556"/>
                  </a:lnTo>
                  <a:lnTo>
                    <a:pt x="8886292" y="1589030"/>
                  </a:lnTo>
                  <a:lnTo>
                    <a:pt x="8847858" y="1527123"/>
                  </a:lnTo>
                  <a:lnTo>
                    <a:pt x="8809478" y="1462095"/>
                  </a:lnTo>
                  <a:lnTo>
                    <a:pt x="8771082" y="1394297"/>
                  </a:lnTo>
                  <a:lnTo>
                    <a:pt x="8732634" y="1324166"/>
                  </a:lnTo>
                  <a:lnTo>
                    <a:pt x="8694121" y="1252215"/>
                  </a:lnTo>
                  <a:lnTo>
                    <a:pt x="8655555" y="1179021"/>
                  </a:lnTo>
                  <a:lnTo>
                    <a:pt x="8616958" y="1105204"/>
                  </a:lnTo>
                  <a:lnTo>
                    <a:pt x="8578363" y="1031406"/>
                  </a:lnTo>
                  <a:lnTo>
                    <a:pt x="8539799" y="958270"/>
                  </a:lnTo>
                  <a:lnTo>
                    <a:pt x="8501291" y="886414"/>
                  </a:lnTo>
                  <a:lnTo>
                    <a:pt x="8462846" y="816410"/>
                  </a:lnTo>
                  <a:lnTo>
                    <a:pt x="8424452" y="748768"/>
                  </a:lnTo>
                  <a:lnTo>
                    <a:pt x="8386072" y="683920"/>
                  </a:lnTo>
                  <a:lnTo>
                    <a:pt x="8347631" y="622211"/>
                  </a:lnTo>
                  <a:lnTo>
                    <a:pt x="8309020" y="563896"/>
                  </a:lnTo>
                  <a:lnTo>
                    <a:pt x="8270083" y="509138"/>
                  </a:lnTo>
                  <a:lnTo>
                    <a:pt x="8230614" y="458014"/>
                  </a:lnTo>
                  <a:lnTo>
                    <a:pt x="8190346" y="410522"/>
                  </a:lnTo>
                  <a:lnTo>
                    <a:pt x="8151487" y="369147"/>
                  </a:lnTo>
                  <a:lnTo>
                    <a:pt x="8104721" y="325022"/>
                  </a:lnTo>
                  <a:lnTo>
                    <a:pt x="8055529" y="285033"/>
                  </a:lnTo>
                  <a:lnTo>
                    <a:pt x="8003184" y="248999"/>
                  </a:lnTo>
                  <a:lnTo>
                    <a:pt x="7946894" y="216599"/>
                  </a:lnTo>
                  <a:lnTo>
                    <a:pt x="7885844" y="187459"/>
                  </a:lnTo>
                  <a:lnTo>
                    <a:pt x="7819257" y="161208"/>
                  </a:lnTo>
                  <a:lnTo>
                    <a:pt x="7746458" y="137506"/>
                  </a:lnTo>
                  <a:lnTo>
                    <a:pt x="7666970" y="116069"/>
                  </a:lnTo>
                  <a:lnTo>
                    <a:pt x="7580645" y="96671"/>
                  </a:lnTo>
                  <a:lnTo>
                    <a:pt x="7487820" y="79156"/>
                  </a:lnTo>
                  <a:lnTo>
                    <a:pt x="7389494" y="63433"/>
                  </a:lnTo>
                  <a:lnTo>
                    <a:pt x="7287494" y="49472"/>
                  </a:lnTo>
                  <a:lnTo>
                    <a:pt x="7184553" y="37290"/>
                  </a:lnTo>
                  <a:lnTo>
                    <a:pt x="7084253" y="26925"/>
                  </a:lnTo>
                  <a:lnTo>
                    <a:pt x="6990734" y="18411"/>
                  </a:lnTo>
                  <a:lnTo>
                    <a:pt x="6908173" y="11734"/>
                  </a:lnTo>
                  <a:lnTo>
                    <a:pt x="6840090" y="6810"/>
                  </a:lnTo>
                  <a:lnTo>
                    <a:pt x="6788654" y="3465"/>
                  </a:lnTo>
                  <a:lnTo>
                    <a:pt x="6754187" y="1439"/>
                  </a:lnTo>
                  <a:lnTo>
                    <a:pt x="6734983" y="415"/>
                  </a:lnTo>
                  <a:lnTo>
                    <a:pt x="6727445" y="49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724" y="18"/>
                  </a:lnTo>
                  <a:lnTo>
                    <a:pt x="5245644" y="147"/>
                  </a:lnTo>
                  <a:lnTo>
                    <a:pt x="5225325" y="505"/>
                  </a:lnTo>
                  <a:lnTo>
                    <a:pt x="5189120" y="1209"/>
                  </a:lnTo>
                  <a:lnTo>
                    <a:pt x="5135405" y="2367"/>
                  </a:lnTo>
                  <a:lnTo>
                    <a:pt x="5064696" y="4066"/>
                  </a:lnTo>
                  <a:lnTo>
                    <a:pt x="4979431" y="6361"/>
                  </a:lnTo>
                  <a:lnTo>
                    <a:pt x="4883403" y="9280"/>
                  </a:lnTo>
                  <a:lnTo>
                    <a:pt x="4781005" y="12822"/>
                  </a:lnTo>
                  <a:lnTo>
                    <a:pt x="4676500" y="16978"/>
                  </a:lnTo>
                  <a:lnTo>
                    <a:pt x="4573499" y="21732"/>
                  </a:lnTo>
                  <a:lnTo>
                    <a:pt x="4474692" y="27083"/>
                  </a:lnTo>
                  <a:lnTo>
                    <a:pt x="4381809" y="33044"/>
                  </a:lnTo>
                  <a:lnTo>
                    <a:pt x="4295739" y="39650"/>
                  </a:lnTo>
                  <a:lnTo>
                    <a:pt x="4216709" y="46962"/>
                  </a:lnTo>
                  <a:lnTo>
                    <a:pt x="4144469" y="55060"/>
                  </a:lnTo>
                  <a:lnTo>
                    <a:pt x="4078461" y="64048"/>
                  </a:lnTo>
                  <a:lnTo>
                    <a:pt x="4017943" y="74046"/>
                  </a:lnTo>
                  <a:lnTo>
                    <a:pt x="3962086" y="85182"/>
                  </a:lnTo>
                  <a:lnTo>
                    <a:pt x="3910042" y="97582"/>
                  </a:lnTo>
                  <a:lnTo>
                    <a:pt x="3860999" y="111345"/>
                  </a:lnTo>
                  <a:lnTo>
                    <a:pt x="3829811" y="121232"/>
                  </a:lnTo>
                  <a:lnTo>
                    <a:pt x="3776777" y="140134"/>
                  </a:lnTo>
                  <a:lnTo>
                    <a:pt x="3725428" y="160991"/>
                  </a:lnTo>
                  <a:lnTo>
                    <a:pt x="3675116" y="183833"/>
                  </a:lnTo>
                  <a:lnTo>
                    <a:pt x="3625373" y="208618"/>
                  </a:lnTo>
                  <a:lnTo>
                    <a:pt x="3575871" y="235224"/>
                  </a:lnTo>
                  <a:lnTo>
                    <a:pt x="3526403" y="263452"/>
                  </a:lnTo>
                  <a:lnTo>
                    <a:pt x="3476862" y="293018"/>
                  </a:lnTo>
                  <a:lnTo>
                    <a:pt x="3427217" y="323568"/>
                  </a:lnTo>
                  <a:lnTo>
                    <a:pt x="3377494" y="354693"/>
                  </a:lnTo>
                  <a:lnTo>
                    <a:pt x="3327751" y="385948"/>
                  </a:lnTo>
                  <a:lnTo>
                    <a:pt x="3278055" y="416881"/>
                  </a:lnTo>
                  <a:lnTo>
                    <a:pt x="3228453" y="447061"/>
                  </a:lnTo>
                  <a:lnTo>
                    <a:pt x="3178951" y="476099"/>
                  </a:lnTo>
                  <a:lnTo>
                    <a:pt x="3129488" y="503669"/>
                  </a:lnTo>
                  <a:lnTo>
                    <a:pt x="3079915" y="529523"/>
                  </a:lnTo>
                  <a:lnTo>
                    <a:pt x="3029978" y="553493"/>
                  </a:lnTo>
                  <a:lnTo>
                    <a:pt x="2979293" y="575494"/>
                  </a:lnTo>
                  <a:lnTo>
                    <a:pt x="2927320" y="595515"/>
                  </a:lnTo>
                  <a:lnTo>
                    <a:pt x="2896531" y="606164"/>
                  </a:lnTo>
                  <a:lnTo>
                    <a:pt x="2849070" y="620855"/>
                  </a:lnTo>
                  <a:lnTo>
                    <a:pt x="2799100" y="634149"/>
                  </a:lnTo>
                  <a:lnTo>
                    <a:pt x="2745862" y="646110"/>
                  </a:lnTo>
                  <a:lnTo>
                    <a:pt x="2688526" y="656847"/>
                  </a:lnTo>
                  <a:lnTo>
                    <a:pt x="2626244" y="666489"/>
                  </a:lnTo>
                  <a:lnTo>
                    <a:pt x="2558208" y="675164"/>
                  </a:lnTo>
                  <a:lnTo>
                    <a:pt x="2483725" y="682986"/>
                  </a:lnTo>
                  <a:lnTo>
                    <a:pt x="2402326" y="690052"/>
                  </a:lnTo>
                  <a:lnTo>
                    <a:pt x="2313901" y="696435"/>
                  </a:lnTo>
                  <a:lnTo>
                    <a:pt x="2218879" y="702187"/>
                  </a:lnTo>
                  <a:lnTo>
                    <a:pt x="2118415" y="707336"/>
                  </a:lnTo>
                  <a:lnTo>
                    <a:pt x="2014558" y="711889"/>
                  </a:lnTo>
                  <a:lnTo>
                    <a:pt x="1910320" y="715839"/>
                  </a:lnTo>
                  <a:lnTo>
                    <a:pt x="1809576" y="719172"/>
                  </a:lnTo>
                  <a:lnTo>
                    <a:pt x="1716705" y="721879"/>
                  </a:lnTo>
                  <a:lnTo>
                    <a:pt x="1635984" y="723968"/>
                  </a:lnTo>
                  <a:lnTo>
                    <a:pt x="1570828" y="725476"/>
                  </a:lnTo>
                  <a:lnTo>
                    <a:pt x="1523074" y="726470"/>
                  </a:lnTo>
                  <a:lnTo>
                    <a:pt x="1492522" y="727045"/>
                  </a:lnTo>
                  <a:lnTo>
                    <a:pt x="1476836" y="727312"/>
                  </a:lnTo>
                  <a:lnTo>
                    <a:pt x="1471752" y="727391"/>
                  </a:lnTo>
                  <a:lnTo>
                    <a:pt x="1471387" y="727396"/>
                  </a:lnTo>
                  <a:lnTo>
                    <a:pt x="0" y="727396"/>
                  </a:lnTo>
                  <a:close/>
                </a:path>
              </a:pathLst>
            </a:custGeom>
            <a:solidFill>
              <a:srgbClr val="F28E5B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125" name="pl1125"/>
            <p:cNvSpPr/>
            <p:nvPr/>
          </p:nvSpPr>
          <p:spPr>
            <a:xfrm>
              <a:off x="4799595" y="6720618"/>
              <a:ext cx="11981298" cy="2214882"/>
            </a:xfrm>
            <a:custGeom>
              <a:avLst/>
              <a:pathLst>
                <a:path w="11981298" h="2214882">
                  <a:moveTo>
                    <a:pt x="0" y="727396"/>
                  </a:moveTo>
                  <a:lnTo>
                    <a:pt x="1471387" y="727396"/>
                  </a:lnTo>
                  <a:lnTo>
                    <a:pt x="1472618" y="727378"/>
                  </a:lnTo>
                  <a:lnTo>
                    <a:pt x="1480698" y="727249"/>
                  </a:lnTo>
                  <a:lnTo>
                    <a:pt x="1501017" y="726891"/>
                  </a:lnTo>
                  <a:lnTo>
                    <a:pt x="1537222" y="726187"/>
                  </a:lnTo>
                  <a:lnTo>
                    <a:pt x="1590937" y="725029"/>
                  </a:lnTo>
                  <a:lnTo>
                    <a:pt x="1661646" y="723330"/>
                  </a:lnTo>
                  <a:lnTo>
                    <a:pt x="1746911" y="721035"/>
                  </a:lnTo>
                  <a:lnTo>
                    <a:pt x="1842939" y="718116"/>
                  </a:lnTo>
                  <a:lnTo>
                    <a:pt x="1945338" y="714574"/>
                  </a:lnTo>
                  <a:lnTo>
                    <a:pt x="2049842" y="710418"/>
                  </a:lnTo>
                  <a:lnTo>
                    <a:pt x="2152843" y="705664"/>
                  </a:lnTo>
                  <a:lnTo>
                    <a:pt x="2251651" y="700313"/>
                  </a:lnTo>
                  <a:lnTo>
                    <a:pt x="2344533" y="694352"/>
                  </a:lnTo>
                  <a:lnTo>
                    <a:pt x="2430603" y="687745"/>
                  </a:lnTo>
                  <a:lnTo>
                    <a:pt x="2509633" y="680434"/>
                  </a:lnTo>
                  <a:lnTo>
                    <a:pt x="2581873" y="672335"/>
                  </a:lnTo>
                  <a:lnTo>
                    <a:pt x="2647881" y="663347"/>
                  </a:lnTo>
                  <a:lnTo>
                    <a:pt x="2708399" y="653350"/>
                  </a:lnTo>
                  <a:lnTo>
                    <a:pt x="2764256" y="642214"/>
                  </a:lnTo>
                  <a:lnTo>
                    <a:pt x="2816300" y="629814"/>
                  </a:lnTo>
                  <a:lnTo>
                    <a:pt x="2865343" y="616051"/>
                  </a:lnTo>
                  <a:lnTo>
                    <a:pt x="2896531" y="606164"/>
                  </a:lnTo>
                  <a:lnTo>
                    <a:pt x="2949565" y="587262"/>
                  </a:lnTo>
                  <a:lnTo>
                    <a:pt x="3000914" y="566405"/>
                  </a:lnTo>
                  <a:lnTo>
                    <a:pt x="3051226" y="543563"/>
                  </a:lnTo>
                  <a:lnTo>
                    <a:pt x="3100970" y="518778"/>
                  </a:lnTo>
                  <a:lnTo>
                    <a:pt x="3150472" y="492171"/>
                  </a:lnTo>
                  <a:lnTo>
                    <a:pt x="3199939" y="463944"/>
                  </a:lnTo>
                  <a:lnTo>
                    <a:pt x="3249480" y="434378"/>
                  </a:lnTo>
                  <a:lnTo>
                    <a:pt x="3299125" y="403828"/>
                  </a:lnTo>
                  <a:lnTo>
                    <a:pt x="3348849" y="372703"/>
                  </a:lnTo>
                  <a:lnTo>
                    <a:pt x="3398591" y="341448"/>
                  </a:lnTo>
                  <a:lnTo>
                    <a:pt x="3448287" y="310515"/>
                  </a:lnTo>
                  <a:lnTo>
                    <a:pt x="3497889" y="280335"/>
                  </a:lnTo>
                  <a:lnTo>
                    <a:pt x="3547391" y="251297"/>
                  </a:lnTo>
                  <a:lnTo>
                    <a:pt x="3596855" y="223727"/>
                  </a:lnTo>
                  <a:lnTo>
                    <a:pt x="3646427" y="197873"/>
                  </a:lnTo>
                  <a:lnTo>
                    <a:pt x="3696364" y="173903"/>
                  </a:lnTo>
                  <a:lnTo>
                    <a:pt x="3747049" y="151902"/>
                  </a:lnTo>
                  <a:lnTo>
                    <a:pt x="3799023" y="131881"/>
                  </a:lnTo>
                  <a:lnTo>
                    <a:pt x="3829811" y="121232"/>
                  </a:lnTo>
                  <a:lnTo>
                    <a:pt x="3877272" y="106541"/>
                  </a:lnTo>
                  <a:lnTo>
                    <a:pt x="3927242" y="93246"/>
                  </a:lnTo>
                  <a:lnTo>
                    <a:pt x="3980480" y="81286"/>
                  </a:lnTo>
                  <a:lnTo>
                    <a:pt x="4037816" y="70549"/>
                  </a:lnTo>
                  <a:lnTo>
                    <a:pt x="4100098" y="60907"/>
                  </a:lnTo>
                  <a:lnTo>
                    <a:pt x="4168134" y="52232"/>
                  </a:lnTo>
                  <a:lnTo>
                    <a:pt x="4242617" y="44410"/>
                  </a:lnTo>
                  <a:lnTo>
                    <a:pt x="4324017" y="37344"/>
                  </a:lnTo>
                  <a:lnTo>
                    <a:pt x="4412441" y="30961"/>
                  </a:lnTo>
                  <a:lnTo>
                    <a:pt x="4507463" y="25209"/>
                  </a:lnTo>
                  <a:lnTo>
                    <a:pt x="4607927" y="20060"/>
                  </a:lnTo>
                  <a:lnTo>
                    <a:pt x="4711784" y="15507"/>
                  </a:lnTo>
                  <a:lnTo>
                    <a:pt x="4816022" y="11557"/>
                  </a:lnTo>
                  <a:lnTo>
                    <a:pt x="4916766" y="8224"/>
                  </a:lnTo>
                  <a:lnTo>
                    <a:pt x="5009637" y="5517"/>
                  </a:lnTo>
                  <a:lnTo>
                    <a:pt x="5090358" y="3427"/>
                  </a:lnTo>
                  <a:lnTo>
                    <a:pt x="5155514" y="1919"/>
                  </a:lnTo>
                  <a:lnTo>
                    <a:pt x="5203268" y="925"/>
                  </a:lnTo>
                  <a:lnTo>
                    <a:pt x="5233820" y="351"/>
                  </a:lnTo>
                  <a:lnTo>
                    <a:pt x="5249506" y="84"/>
                  </a:lnTo>
                  <a:lnTo>
                    <a:pt x="5254590" y="5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523" y="52"/>
                  </a:lnTo>
                  <a:lnTo>
                    <a:pt x="6735274" y="430"/>
                  </a:lnTo>
                  <a:lnTo>
                    <a:pt x="6754792" y="1472"/>
                  </a:lnTo>
                  <a:lnTo>
                    <a:pt x="6789635" y="3525"/>
                  </a:lnTo>
                  <a:lnTo>
                    <a:pt x="6841461" y="6904"/>
                  </a:lnTo>
                  <a:lnTo>
                    <a:pt x="6909905" y="11866"/>
                  </a:lnTo>
                  <a:lnTo>
                    <a:pt x="6992759" y="18584"/>
                  </a:lnTo>
                  <a:lnTo>
                    <a:pt x="7086480" y="27141"/>
                  </a:lnTo>
                  <a:lnTo>
                    <a:pt x="7186885" y="37547"/>
                  </a:lnTo>
                  <a:lnTo>
                    <a:pt x="7289841" y="49771"/>
                  </a:lnTo>
                  <a:lnTo>
                    <a:pt x="7391785" y="63772"/>
                  </a:lnTo>
                  <a:lnTo>
                    <a:pt x="7490002" y="79535"/>
                  </a:lnTo>
                  <a:lnTo>
                    <a:pt x="7582688" y="97092"/>
                  </a:lnTo>
                  <a:lnTo>
                    <a:pt x="7668858" y="116534"/>
                  </a:lnTo>
                  <a:lnTo>
                    <a:pt x="7748190" y="138020"/>
                  </a:lnTo>
                  <a:lnTo>
                    <a:pt x="7820842" y="161776"/>
                  </a:lnTo>
                  <a:lnTo>
                    <a:pt x="7887294" y="188090"/>
                  </a:lnTo>
                  <a:lnTo>
                    <a:pt x="7948227" y="217300"/>
                  </a:lnTo>
                  <a:lnTo>
                    <a:pt x="8004418" y="249779"/>
                  </a:lnTo>
                  <a:lnTo>
                    <a:pt x="8056682" y="285900"/>
                  </a:lnTo>
                  <a:lnTo>
                    <a:pt x="8105812" y="325982"/>
                  </a:lnTo>
                  <a:lnTo>
                    <a:pt x="8151487" y="369147"/>
                  </a:lnTo>
                  <a:lnTo>
                    <a:pt x="8192812" y="413294"/>
                  </a:lnTo>
                  <a:lnTo>
                    <a:pt x="8233023" y="461005"/>
                  </a:lnTo>
                  <a:lnTo>
                    <a:pt x="8272453" y="512349"/>
                  </a:lnTo>
                  <a:lnTo>
                    <a:pt x="8311364" y="567325"/>
                  </a:lnTo>
                  <a:lnTo>
                    <a:pt x="8349961" y="625851"/>
                  </a:lnTo>
                  <a:lnTo>
                    <a:pt x="8388395" y="687758"/>
                  </a:lnTo>
                  <a:lnTo>
                    <a:pt x="8426775" y="752786"/>
                  </a:lnTo>
                  <a:lnTo>
                    <a:pt x="8465171" y="820584"/>
                  </a:lnTo>
                  <a:lnTo>
                    <a:pt x="8503619" y="890716"/>
                  </a:lnTo>
                  <a:lnTo>
                    <a:pt x="8542132" y="962666"/>
                  </a:lnTo>
                  <a:lnTo>
                    <a:pt x="8580698" y="1035860"/>
                  </a:lnTo>
                  <a:lnTo>
                    <a:pt x="8619295" y="1109678"/>
                  </a:lnTo>
                  <a:lnTo>
                    <a:pt x="8657890" y="1183475"/>
                  </a:lnTo>
                  <a:lnTo>
                    <a:pt x="8696454" y="1256611"/>
                  </a:lnTo>
                  <a:lnTo>
                    <a:pt x="8734963" y="1328468"/>
                  </a:lnTo>
                  <a:lnTo>
                    <a:pt x="8773408" y="1398472"/>
                  </a:lnTo>
                  <a:lnTo>
                    <a:pt x="8811801" y="1466114"/>
                  </a:lnTo>
                  <a:lnTo>
                    <a:pt x="8850182" y="1530962"/>
                  </a:lnTo>
                  <a:lnTo>
                    <a:pt x="8888622" y="1592671"/>
                  </a:lnTo>
                  <a:lnTo>
                    <a:pt x="8927233" y="1650986"/>
                  </a:lnTo>
                  <a:lnTo>
                    <a:pt x="8966170" y="1705744"/>
                  </a:lnTo>
                  <a:lnTo>
                    <a:pt x="9005639" y="1756867"/>
                  </a:lnTo>
                  <a:lnTo>
                    <a:pt x="9045907" y="1804360"/>
                  </a:lnTo>
                  <a:lnTo>
                    <a:pt x="9084767" y="1845735"/>
                  </a:lnTo>
                  <a:lnTo>
                    <a:pt x="9131532" y="1889859"/>
                  </a:lnTo>
                  <a:lnTo>
                    <a:pt x="9180724" y="1929848"/>
                  </a:lnTo>
                  <a:lnTo>
                    <a:pt x="9233069" y="1965882"/>
                  </a:lnTo>
                  <a:lnTo>
                    <a:pt x="9289360" y="1998282"/>
                  </a:lnTo>
                  <a:lnTo>
                    <a:pt x="9350409" y="2027422"/>
                  </a:lnTo>
                  <a:lnTo>
                    <a:pt x="9416996" y="2053674"/>
                  </a:lnTo>
                  <a:lnTo>
                    <a:pt x="9489795" y="2077375"/>
                  </a:lnTo>
                  <a:lnTo>
                    <a:pt x="9569283" y="2098813"/>
                  </a:lnTo>
                  <a:lnTo>
                    <a:pt x="9655608" y="2118211"/>
                  </a:lnTo>
                  <a:lnTo>
                    <a:pt x="9748433" y="2135725"/>
                  </a:lnTo>
                  <a:lnTo>
                    <a:pt x="9846759" y="2151448"/>
                  </a:lnTo>
                  <a:lnTo>
                    <a:pt x="9948760" y="2165409"/>
                  </a:lnTo>
                  <a:lnTo>
                    <a:pt x="10051700" y="2177592"/>
                  </a:lnTo>
                  <a:lnTo>
                    <a:pt x="10152000" y="2187956"/>
                  </a:lnTo>
                  <a:lnTo>
                    <a:pt x="10245519" y="2196471"/>
                  </a:lnTo>
                  <a:lnTo>
                    <a:pt x="10328080" y="2203147"/>
                  </a:lnTo>
                  <a:lnTo>
                    <a:pt x="10396163" y="2208071"/>
                  </a:lnTo>
                  <a:lnTo>
                    <a:pt x="10447599" y="2211417"/>
                  </a:lnTo>
                  <a:lnTo>
                    <a:pt x="10482067" y="2213443"/>
                  </a:lnTo>
                  <a:lnTo>
                    <a:pt x="10501270" y="2214467"/>
                  </a:lnTo>
                  <a:lnTo>
                    <a:pt x="10508808" y="2214833"/>
                  </a:lnTo>
                  <a:lnTo>
                    <a:pt x="10509911" y="2214882"/>
                  </a:lnTo>
                  <a:lnTo>
                    <a:pt x="11981298" y="221488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26" name="pl1126"/>
            <p:cNvSpPr/>
            <p:nvPr/>
          </p:nvSpPr>
          <p:spPr>
            <a:xfrm>
              <a:off x="4799595" y="6712445"/>
              <a:ext cx="11981298" cy="2214882"/>
            </a:xfrm>
            <a:custGeom>
              <a:avLst/>
              <a:pathLst>
                <a:path w="11981298" h="2214882">
                  <a:moveTo>
                    <a:pt x="11981298" y="2214882"/>
                  </a:moveTo>
                  <a:lnTo>
                    <a:pt x="10509911" y="2214882"/>
                  </a:lnTo>
                  <a:lnTo>
                    <a:pt x="10508731" y="2214829"/>
                  </a:lnTo>
                  <a:lnTo>
                    <a:pt x="10500979" y="2214452"/>
                  </a:lnTo>
                  <a:lnTo>
                    <a:pt x="10481461" y="2213409"/>
                  </a:lnTo>
                  <a:lnTo>
                    <a:pt x="10446618" y="2211357"/>
                  </a:lnTo>
                  <a:lnTo>
                    <a:pt x="10394792" y="2207977"/>
                  </a:lnTo>
                  <a:lnTo>
                    <a:pt x="10326348" y="2203015"/>
                  </a:lnTo>
                  <a:lnTo>
                    <a:pt x="10243494" y="2196297"/>
                  </a:lnTo>
                  <a:lnTo>
                    <a:pt x="10149774" y="2187740"/>
                  </a:lnTo>
                  <a:lnTo>
                    <a:pt x="10049369" y="2177334"/>
                  </a:lnTo>
                  <a:lnTo>
                    <a:pt x="9946412" y="2165111"/>
                  </a:lnTo>
                  <a:lnTo>
                    <a:pt x="9844468" y="2151110"/>
                  </a:lnTo>
                  <a:lnTo>
                    <a:pt x="9746251" y="2135346"/>
                  </a:lnTo>
                  <a:lnTo>
                    <a:pt x="9653566" y="2117790"/>
                  </a:lnTo>
                  <a:lnTo>
                    <a:pt x="9567395" y="2098348"/>
                  </a:lnTo>
                  <a:lnTo>
                    <a:pt x="9488063" y="2076861"/>
                  </a:lnTo>
                  <a:lnTo>
                    <a:pt x="9415411" y="2053105"/>
                  </a:lnTo>
                  <a:lnTo>
                    <a:pt x="9348959" y="2026792"/>
                  </a:lnTo>
                  <a:lnTo>
                    <a:pt x="9288027" y="1997582"/>
                  </a:lnTo>
                  <a:lnTo>
                    <a:pt x="9231835" y="1965103"/>
                  </a:lnTo>
                  <a:lnTo>
                    <a:pt x="9179571" y="1928982"/>
                  </a:lnTo>
                  <a:lnTo>
                    <a:pt x="9130442" y="1888900"/>
                  </a:lnTo>
                  <a:lnTo>
                    <a:pt x="9084767" y="1845735"/>
                  </a:lnTo>
                  <a:lnTo>
                    <a:pt x="9043442" y="1801588"/>
                  </a:lnTo>
                  <a:lnTo>
                    <a:pt x="9003231" y="1753877"/>
                  </a:lnTo>
                  <a:lnTo>
                    <a:pt x="8963801" y="1702532"/>
                  </a:lnTo>
                  <a:lnTo>
                    <a:pt x="8924889" y="1647556"/>
                  </a:lnTo>
                  <a:lnTo>
                    <a:pt x="8886292" y="1589030"/>
                  </a:lnTo>
                  <a:lnTo>
                    <a:pt x="8847858" y="1527123"/>
                  </a:lnTo>
                  <a:lnTo>
                    <a:pt x="8809478" y="1462095"/>
                  </a:lnTo>
                  <a:lnTo>
                    <a:pt x="8771082" y="1394297"/>
                  </a:lnTo>
                  <a:lnTo>
                    <a:pt x="8732634" y="1324166"/>
                  </a:lnTo>
                  <a:lnTo>
                    <a:pt x="8694121" y="1252215"/>
                  </a:lnTo>
                  <a:lnTo>
                    <a:pt x="8655555" y="1179021"/>
                  </a:lnTo>
                  <a:lnTo>
                    <a:pt x="8616958" y="1105204"/>
                  </a:lnTo>
                  <a:lnTo>
                    <a:pt x="8578363" y="1031406"/>
                  </a:lnTo>
                  <a:lnTo>
                    <a:pt x="8539799" y="958270"/>
                  </a:lnTo>
                  <a:lnTo>
                    <a:pt x="8501291" y="886414"/>
                  </a:lnTo>
                  <a:lnTo>
                    <a:pt x="8462846" y="816410"/>
                  </a:lnTo>
                  <a:lnTo>
                    <a:pt x="8424452" y="748768"/>
                  </a:lnTo>
                  <a:lnTo>
                    <a:pt x="8386072" y="683920"/>
                  </a:lnTo>
                  <a:lnTo>
                    <a:pt x="8347631" y="622211"/>
                  </a:lnTo>
                  <a:lnTo>
                    <a:pt x="8309020" y="563896"/>
                  </a:lnTo>
                  <a:lnTo>
                    <a:pt x="8270083" y="509138"/>
                  </a:lnTo>
                  <a:lnTo>
                    <a:pt x="8230614" y="458014"/>
                  </a:lnTo>
                  <a:lnTo>
                    <a:pt x="8190346" y="410522"/>
                  </a:lnTo>
                  <a:lnTo>
                    <a:pt x="8151487" y="369147"/>
                  </a:lnTo>
                  <a:lnTo>
                    <a:pt x="8104721" y="325022"/>
                  </a:lnTo>
                  <a:lnTo>
                    <a:pt x="8055529" y="285033"/>
                  </a:lnTo>
                  <a:lnTo>
                    <a:pt x="8003184" y="248999"/>
                  </a:lnTo>
                  <a:lnTo>
                    <a:pt x="7946894" y="216599"/>
                  </a:lnTo>
                  <a:lnTo>
                    <a:pt x="7885844" y="187459"/>
                  </a:lnTo>
                  <a:lnTo>
                    <a:pt x="7819257" y="161208"/>
                  </a:lnTo>
                  <a:lnTo>
                    <a:pt x="7746458" y="137506"/>
                  </a:lnTo>
                  <a:lnTo>
                    <a:pt x="7666970" y="116069"/>
                  </a:lnTo>
                  <a:lnTo>
                    <a:pt x="7580645" y="96671"/>
                  </a:lnTo>
                  <a:lnTo>
                    <a:pt x="7487820" y="79156"/>
                  </a:lnTo>
                  <a:lnTo>
                    <a:pt x="7389494" y="63433"/>
                  </a:lnTo>
                  <a:lnTo>
                    <a:pt x="7287494" y="49472"/>
                  </a:lnTo>
                  <a:lnTo>
                    <a:pt x="7184553" y="37290"/>
                  </a:lnTo>
                  <a:lnTo>
                    <a:pt x="7084253" y="26925"/>
                  </a:lnTo>
                  <a:lnTo>
                    <a:pt x="6990734" y="18411"/>
                  </a:lnTo>
                  <a:lnTo>
                    <a:pt x="6908173" y="11734"/>
                  </a:lnTo>
                  <a:lnTo>
                    <a:pt x="6840090" y="6810"/>
                  </a:lnTo>
                  <a:lnTo>
                    <a:pt x="6788654" y="3465"/>
                  </a:lnTo>
                  <a:lnTo>
                    <a:pt x="6754187" y="1439"/>
                  </a:lnTo>
                  <a:lnTo>
                    <a:pt x="6734983" y="415"/>
                  </a:lnTo>
                  <a:lnTo>
                    <a:pt x="6727445" y="49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724" y="18"/>
                  </a:lnTo>
                  <a:lnTo>
                    <a:pt x="5245644" y="147"/>
                  </a:lnTo>
                  <a:lnTo>
                    <a:pt x="5225325" y="505"/>
                  </a:lnTo>
                  <a:lnTo>
                    <a:pt x="5189120" y="1209"/>
                  </a:lnTo>
                  <a:lnTo>
                    <a:pt x="5135405" y="2367"/>
                  </a:lnTo>
                  <a:lnTo>
                    <a:pt x="5064696" y="4066"/>
                  </a:lnTo>
                  <a:lnTo>
                    <a:pt x="4979431" y="6361"/>
                  </a:lnTo>
                  <a:lnTo>
                    <a:pt x="4883403" y="9280"/>
                  </a:lnTo>
                  <a:lnTo>
                    <a:pt x="4781005" y="12822"/>
                  </a:lnTo>
                  <a:lnTo>
                    <a:pt x="4676500" y="16978"/>
                  </a:lnTo>
                  <a:lnTo>
                    <a:pt x="4573499" y="21732"/>
                  </a:lnTo>
                  <a:lnTo>
                    <a:pt x="4474692" y="27083"/>
                  </a:lnTo>
                  <a:lnTo>
                    <a:pt x="4381809" y="33044"/>
                  </a:lnTo>
                  <a:lnTo>
                    <a:pt x="4295739" y="39650"/>
                  </a:lnTo>
                  <a:lnTo>
                    <a:pt x="4216709" y="46962"/>
                  </a:lnTo>
                  <a:lnTo>
                    <a:pt x="4144469" y="55060"/>
                  </a:lnTo>
                  <a:lnTo>
                    <a:pt x="4078461" y="64048"/>
                  </a:lnTo>
                  <a:lnTo>
                    <a:pt x="4017943" y="74046"/>
                  </a:lnTo>
                  <a:lnTo>
                    <a:pt x="3962086" y="85182"/>
                  </a:lnTo>
                  <a:lnTo>
                    <a:pt x="3910042" y="97582"/>
                  </a:lnTo>
                  <a:lnTo>
                    <a:pt x="3860999" y="111345"/>
                  </a:lnTo>
                  <a:lnTo>
                    <a:pt x="3829811" y="121232"/>
                  </a:lnTo>
                  <a:lnTo>
                    <a:pt x="3776777" y="140134"/>
                  </a:lnTo>
                  <a:lnTo>
                    <a:pt x="3725428" y="160991"/>
                  </a:lnTo>
                  <a:lnTo>
                    <a:pt x="3675116" y="183833"/>
                  </a:lnTo>
                  <a:lnTo>
                    <a:pt x="3625373" y="208618"/>
                  </a:lnTo>
                  <a:lnTo>
                    <a:pt x="3575871" y="235224"/>
                  </a:lnTo>
                  <a:lnTo>
                    <a:pt x="3526403" y="263452"/>
                  </a:lnTo>
                  <a:lnTo>
                    <a:pt x="3476862" y="293018"/>
                  </a:lnTo>
                  <a:lnTo>
                    <a:pt x="3427217" y="323568"/>
                  </a:lnTo>
                  <a:lnTo>
                    <a:pt x="3377494" y="354693"/>
                  </a:lnTo>
                  <a:lnTo>
                    <a:pt x="3327751" y="385948"/>
                  </a:lnTo>
                  <a:lnTo>
                    <a:pt x="3278055" y="416881"/>
                  </a:lnTo>
                  <a:lnTo>
                    <a:pt x="3228453" y="447061"/>
                  </a:lnTo>
                  <a:lnTo>
                    <a:pt x="3178951" y="476099"/>
                  </a:lnTo>
                  <a:lnTo>
                    <a:pt x="3129488" y="503669"/>
                  </a:lnTo>
                  <a:lnTo>
                    <a:pt x="3079915" y="529523"/>
                  </a:lnTo>
                  <a:lnTo>
                    <a:pt x="3029978" y="553493"/>
                  </a:lnTo>
                  <a:lnTo>
                    <a:pt x="2979293" y="575494"/>
                  </a:lnTo>
                  <a:lnTo>
                    <a:pt x="2927320" y="595515"/>
                  </a:lnTo>
                  <a:lnTo>
                    <a:pt x="2896531" y="606164"/>
                  </a:lnTo>
                  <a:lnTo>
                    <a:pt x="2849070" y="620855"/>
                  </a:lnTo>
                  <a:lnTo>
                    <a:pt x="2799100" y="634149"/>
                  </a:lnTo>
                  <a:lnTo>
                    <a:pt x="2745862" y="646110"/>
                  </a:lnTo>
                  <a:lnTo>
                    <a:pt x="2688526" y="656847"/>
                  </a:lnTo>
                  <a:lnTo>
                    <a:pt x="2626244" y="666489"/>
                  </a:lnTo>
                  <a:lnTo>
                    <a:pt x="2558208" y="675164"/>
                  </a:lnTo>
                  <a:lnTo>
                    <a:pt x="2483725" y="682986"/>
                  </a:lnTo>
                  <a:lnTo>
                    <a:pt x="2402326" y="690052"/>
                  </a:lnTo>
                  <a:lnTo>
                    <a:pt x="2313901" y="696435"/>
                  </a:lnTo>
                  <a:lnTo>
                    <a:pt x="2218879" y="702187"/>
                  </a:lnTo>
                  <a:lnTo>
                    <a:pt x="2118415" y="707336"/>
                  </a:lnTo>
                  <a:lnTo>
                    <a:pt x="2014558" y="711889"/>
                  </a:lnTo>
                  <a:lnTo>
                    <a:pt x="1910320" y="715839"/>
                  </a:lnTo>
                  <a:lnTo>
                    <a:pt x="1809576" y="719172"/>
                  </a:lnTo>
                  <a:lnTo>
                    <a:pt x="1716705" y="721879"/>
                  </a:lnTo>
                  <a:lnTo>
                    <a:pt x="1635984" y="723968"/>
                  </a:lnTo>
                  <a:lnTo>
                    <a:pt x="1570828" y="725476"/>
                  </a:lnTo>
                  <a:lnTo>
                    <a:pt x="1523074" y="726470"/>
                  </a:lnTo>
                  <a:lnTo>
                    <a:pt x="1492522" y="727045"/>
                  </a:lnTo>
                  <a:lnTo>
                    <a:pt x="1476836" y="727312"/>
                  </a:lnTo>
                  <a:lnTo>
                    <a:pt x="1471752" y="727391"/>
                  </a:lnTo>
                  <a:lnTo>
                    <a:pt x="1471387" y="727396"/>
                  </a:lnTo>
                  <a:lnTo>
                    <a:pt x="0" y="72739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27" name="pg1127"/>
            <p:cNvSpPr/>
            <p:nvPr/>
          </p:nvSpPr>
          <p:spPr>
            <a:xfrm>
              <a:off x="4799595" y="6736964"/>
              <a:ext cx="11981298" cy="2721608"/>
            </a:xfrm>
            <a:custGeom>
              <a:avLst/>
              <a:pathLst>
                <a:path w="11981298" h="2721608">
                  <a:moveTo>
                    <a:pt x="0" y="727396"/>
                  </a:moveTo>
                  <a:lnTo>
                    <a:pt x="1471387" y="727396"/>
                  </a:lnTo>
                  <a:lnTo>
                    <a:pt x="1472619" y="727379"/>
                  </a:lnTo>
                  <a:lnTo>
                    <a:pt x="1480701" y="727252"/>
                  </a:lnTo>
                  <a:lnTo>
                    <a:pt x="1501024" y="726902"/>
                  </a:lnTo>
                  <a:lnTo>
                    <a:pt x="1537236" y="726214"/>
                  </a:lnTo>
                  <a:lnTo>
                    <a:pt x="1590962" y="725081"/>
                  </a:lnTo>
                  <a:lnTo>
                    <a:pt x="1661684" y="723421"/>
                  </a:lnTo>
                  <a:lnTo>
                    <a:pt x="1746962" y="721176"/>
                  </a:lnTo>
                  <a:lnTo>
                    <a:pt x="1843003" y="718323"/>
                  </a:lnTo>
                  <a:lnTo>
                    <a:pt x="1945412" y="714859"/>
                  </a:lnTo>
                  <a:lnTo>
                    <a:pt x="2049925" y="710796"/>
                  </a:lnTo>
                  <a:lnTo>
                    <a:pt x="2152932" y="706148"/>
                  </a:lnTo>
                  <a:lnTo>
                    <a:pt x="2251743" y="700916"/>
                  </a:lnTo>
                  <a:lnTo>
                    <a:pt x="2344626" y="695088"/>
                  </a:lnTo>
                  <a:lnTo>
                    <a:pt x="2430695" y="688629"/>
                  </a:lnTo>
                  <a:lnTo>
                    <a:pt x="2509724" y="681480"/>
                  </a:lnTo>
                  <a:lnTo>
                    <a:pt x="2581961" y="673562"/>
                  </a:lnTo>
                  <a:lnTo>
                    <a:pt x="2647967" y="664774"/>
                  </a:lnTo>
                  <a:lnTo>
                    <a:pt x="2708483" y="654999"/>
                  </a:lnTo>
                  <a:lnTo>
                    <a:pt x="2764337" y="644110"/>
                  </a:lnTo>
                  <a:lnTo>
                    <a:pt x="2816380" y="631986"/>
                  </a:lnTo>
                  <a:lnTo>
                    <a:pt x="2865423" y="618530"/>
                  </a:lnTo>
                  <a:lnTo>
                    <a:pt x="2896531" y="608888"/>
                  </a:lnTo>
                  <a:lnTo>
                    <a:pt x="2949689" y="590365"/>
                  </a:lnTo>
                  <a:lnTo>
                    <a:pt x="3001155" y="569921"/>
                  </a:lnTo>
                  <a:lnTo>
                    <a:pt x="3051582" y="547528"/>
                  </a:lnTo>
                  <a:lnTo>
                    <a:pt x="3101441" y="523227"/>
                  </a:lnTo>
                  <a:lnTo>
                    <a:pt x="3151059" y="497138"/>
                  </a:lnTo>
                  <a:lnTo>
                    <a:pt x="3200644" y="469461"/>
                  </a:lnTo>
                  <a:lnTo>
                    <a:pt x="3250305" y="440473"/>
                  </a:lnTo>
                  <a:lnTo>
                    <a:pt x="3300070" y="410524"/>
                  </a:lnTo>
                  <a:lnTo>
                    <a:pt x="3349912" y="380020"/>
                  </a:lnTo>
                  <a:lnTo>
                    <a:pt x="3399773" y="349397"/>
                  </a:lnTo>
                  <a:lnTo>
                    <a:pt x="3449585" y="319101"/>
                  </a:lnTo>
                  <a:lnTo>
                    <a:pt x="3499302" y="289554"/>
                  </a:lnTo>
                  <a:lnTo>
                    <a:pt x="3548919" y="261140"/>
                  </a:lnTo>
                  <a:lnTo>
                    <a:pt x="3598501" y="234176"/>
                  </a:lnTo>
                  <a:lnTo>
                    <a:pt x="3648199" y="208905"/>
                  </a:lnTo>
                  <a:lnTo>
                    <a:pt x="3698275" y="185488"/>
                  </a:lnTo>
                  <a:lnTo>
                    <a:pt x="3749119" y="164006"/>
                  </a:lnTo>
                  <a:lnTo>
                    <a:pt x="3801284" y="144469"/>
                  </a:lnTo>
                  <a:lnTo>
                    <a:pt x="3829811" y="134854"/>
                  </a:lnTo>
                  <a:lnTo>
                    <a:pt x="3877276" y="120491"/>
                  </a:lnTo>
                  <a:lnTo>
                    <a:pt x="3927251" y="107495"/>
                  </a:lnTo>
                  <a:lnTo>
                    <a:pt x="3980493" y="95803"/>
                  </a:lnTo>
                  <a:lnTo>
                    <a:pt x="4037835" y="85307"/>
                  </a:lnTo>
                  <a:lnTo>
                    <a:pt x="4100124" y="75880"/>
                  </a:lnTo>
                  <a:lnTo>
                    <a:pt x="4168168" y="67400"/>
                  </a:lnTo>
                  <a:lnTo>
                    <a:pt x="4242661" y="59753"/>
                  </a:lnTo>
                  <a:lnTo>
                    <a:pt x="4324071" y="52847"/>
                  </a:lnTo>
                  <a:lnTo>
                    <a:pt x="4412507" y="46607"/>
                  </a:lnTo>
                  <a:lnTo>
                    <a:pt x="4507541" y="40984"/>
                  </a:lnTo>
                  <a:lnTo>
                    <a:pt x="4608017" y="35951"/>
                  </a:lnTo>
                  <a:lnTo>
                    <a:pt x="4711885" y="31500"/>
                  </a:lnTo>
                  <a:lnTo>
                    <a:pt x="4816129" y="27639"/>
                  </a:lnTo>
                  <a:lnTo>
                    <a:pt x="4916875" y="24382"/>
                  </a:lnTo>
                  <a:lnTo>
                    <a:pt x="5009742" y="21736"/>
                  </a:lnTo>
                  <a:lnTo>
                    <a:pt x="5090452" y="19694"/>
                  </a:lnTo>
                  <a:lnTo>
                    <a:pt x="5155591" y="18221"/>
                  </a:lnTo>
                  <a:lnTo>
                    <a:pt x="5203324" y="17250"/>
                  </a:lnTo>
                  <a:lnTo>
                    <a:pt x="5233855" y="16689"/>
                  </a:lnTo>
                  <a:lnTo>
                    <a:pt x="5249521" y="16428"/>
                  </a:lnTo>
                  <a:lnTo>
                    <a:pt x="5254593" y="16351"/>
                  </a:lnTo>
                  <a:lnTo>
                    <a:pt x="5254955" y="16345"/>
                  </a:lnTo>
                  <a:lnTo>
                    <a:pt x="6726343" y="16345"/>
                  </a:lnTo>
                  <a:lnTo>
                    <a:pt x="6727496" y="16409"/>
                  </a:lnTo>
                  <a:lnTo>
                    <a:pt x="6735080" y="16859"/>
                  </a:lnTo>
                  <a:lnTo>
                    <a:pt x="6754188" y="18103"/>
                  </a:lnTo>
                  <a:lnTo>
                    <a:pt x="6788331" y="20553"/>
                  </a:lnTo>
                  <a:lnTo>
                    <a:pt x="6839184" y="24589"/>
                  </a:lnTo>
                  <a:lnTo>
                    <a:pt x="6906455" y="30519"/>
                  </a:lnTo>
                  <a:lnTo>
                    <a:pt x="6988051" y="38553"/>
                  </a:lnTo>
                  <a:lnTo>
                    <a:pt x="7080559" y="48798"/>
                  </a:lnTo>
                  <a:lnTo>
                    <a:pt x="7179905" y="61268"/>
                  </a:lnTo>
                  <a:lnTo>
                    <a:pt x="7282027" y="75927"/>
                  </a:lnTo>
                  <a:lnTo>
                    <a:pt x="7383391" y="92728"/>
                  </a:lnTo>
                  <a:lnTo>
                    <a:pt x="7481271" y="111649"/>
                  </a:lnTo>
                  <a:lnTo>
                    <a:pt x="7573828" y="132720"/>
                  </a:lnTo>
                  <a:lnTo>
                    <a:pt x="7660031" y="156045"/>
                  </a:lnTo>
                  <a:lnTo>
                    <a:pt x="7739508" y="181805"/>
                  </a:lnTo>
                  <a:lnTo>
                    <a:pt x="7812367" y="210260"/>
                  </a:lnTo>
                  <a:lnTo>
                    <a:pt x="7879052" y="241746"/>
                  </a:lnTo>
                  <a:lnTo>
                    <a:pt x="7940205" y="276661"/>
                  </a:lnTo>
                  <a:lnTo>
                    <a:pt x="7996582" y="315446"/>
                  </a:lnTo>
                  <a:lnTo>
                    <a:pt x="8048975" y="358549"/>
                  </a:lnTo>
                  <a:lnTo>
                    <a:pt x="8098165" y="406367"/>
                  </a:lnTo>
                  <a:lnTo>
                    <a:pt x="8144874" y="459146"/>
                  </a:lnTo>
                  <a:lnTo>
                    <a:pt x="8151487" y="467223"/>
                  </a:lnTo>
                  <a:lnTo>
                    <a:pt x="8189857" y="517089"/>
                  </a:lnTo>
                  <a:lnTo>
                    <a:pt x="8227245" y="570691"/>
                  </a:lnTo>
                  <a:lnTo>
                    <a:pt x="8263926" y="628106"/>
                  </a:lnTo>
                  <a:lnTo>
                    <a:pt x="8300116" y="689346"/>
                  </a:lnTo>
                  <a:lnTo>
                    <a:pt x="8335991" y="754350"/>
                  </a:lnTo>
                  <a:lnTo>
                    <a:pt x="8371683" y="822982"/>
                  </a:lnTo>
                  <a:lnTo>
                    <a:pt x="8407292" y="895026"/>
                  </a:lnTo>
                  <a:lnTo>
                    <a:pt x="8442889" y="970180"/>
                  </a:lnTo>
                  <a:lnTo>
                    <a:pt x="8478515" y="1048063"/>
                  </a:lnTo>
                  <a:lnTo>
                    <a:pt x="8514194" y="1128219"/>
                  </a:lnTo>
                  <a:lnTo>
                    <a:pt x="8549927" y="1210128"/>
                  </a:lnTo>
                  <a:lnTo>
                    <a:pt x="8585703" y="1293214"/>
                  </a:lnTo>
                  <a:lnTo>
                    <a:pt x="8621501" y="1376869"/>
                  </a:lnTo>
                  <a:lnTo>
                    <a:pt x="8657297" y="1460464"/>
                  </a:lnTo>
                  <a:lnTo>
                    <a:pt x="8693066" y="1543374"/>
                  </a:lnTo>
                  <a:lnTo>
                    <a:pt x="8728789" y="1624995"/>
                  </a:lnTo>
                  <a:lnTo>
                    <a:pt x="8764457" y="1704761"/>
                  </a:lnTo>
                  <a:lnTo>
                    <a:pt x="8800076" y="1782163"/>
                  </a:lnTo>
                  <a:lnTo>
                    <a:pt x="8835671" y="1856757"/>
                  </a:lnTo>
                  <a:lnTo>
                    <a:pt x="8871290" y="1928178"/>
                  </a:lnTo>
                  <a:lnTo>
                    <a:pt x="8907008" y="1996140"/>
                  </a:lnTo>
                  <a:lnTo>
                    <a:pt x="8942930" y="2060443"/>
                  </a:lnTo>
                  <a:lnTo>
                    <a:pt x="8979199" y="2120963"/>
                  </a:lnTo>
                  <a:lnTo>
                    <a:pt x="9015994" y="2177657"/>
                  </a:lnTo>
                  <a:lnTo>
                    <a:pt x="9053546" y="2230548"/>
                  </a:lnTo>
                  <a:lnTo>
                    <a:pt x="9084767" y="2270731"/>
                  </a:lnTo>
                  <a:lnTo>
                    <a:pt x="9131169" y="2324235"/>
                  </a:lnTo>
                  <a:lnTo>
                    <a:pt x="9179957" y="2372763"/>
                  </a:lnTo>
                  <a:lnTo>
                    <a:pt x="9231837" y="2416529"/>
                  </a:lnTo>
                  <a:lnTo>
                    <a:pt x="9287586" y="2455913"/>
                  </a:lnTo>
                  <a:lnTo>
                    <a:pt x="9347997" y="2491361"/>
                  </a:lnTo>
                  <a:lnTo>
                    <a:pt x="9413835" y="2523319"/>
                  </a:lnTo>
                  <a:lnTo>
                    <a:pt x="9485765" y="2552192"/>
                  </a:lnTo>
                  <a:lnTo>
                    <a:pt x="9564264" y="2578326"/>
                  </a:lnTo>
                  <a:lnTo>
                    <a:pt x="9649501" y="2601991"/>
                  </a:lnTo>
                  <a:lnTo>
                    <a:pt x="9741183" y="2623381"/>
                  </a:lnTo>
                  <a:lnTo>
                    <a:pt x="9838383" y="2642610"/>
                  </a:lnTo>
                  <a:lnTo>
                    <a:pt x="9939389" y="2659719"/>
                  </a:lnTo>
                  <a:lnTo>
                    <a:pt x="10041604" y="2674692"/>
                  </a:lnTo>
                  <a:lnTo>
                    <a:pt x="10141597" y="2687483"/>
                  </a:lnTo>
                  <a:lnTo>
                    <a:pt x="10235356" y="2698051"/>
                  </a:lnTo>
                  <a:lnTo>
                    <a:pt x="10318772" y="2706403"/>
                  </a:lnTo>
                  <a:lnTo>
                    <a:pt x="10388290" y="2712628"/>
                  </a:lnTo>
                  <a:lnTo>
                    <a:pt x="10441591" y="2716921"/>
                  </a:lnTo>
                  <a:lnTo>
                    <a:pt x="10478103" y="2719579"/>
                  </a:lnTo>
                  <a:lnTo>
                    <a:pt x="10499216" y="2720973"/>
                  </a:lnTo>
                  <a:lnTo>
                    <a:pt x="10508192" y="2721513"/>
                  </a:lnTo>
                  <a:lnTo>
                    <a:pt x="10509911" y="2721608"/>
                  </a:lnTo>
                  <a:lnTo>
                    <a:pt x="11981298" y="2721608"/>
                  </a:lnTo>
                  <a:lnTo>
                    <a:pt x="11981298" y="2705262"/>
                  </a:lnTo>
                  <a:lnTo>
                    <a:pt x="10509911" y="2705262"/>
                  </a:lnTo>
                  <a:lnTo>
                    <a:pt x="10508757" y="2705199"/>
                  </a:lnTo>
                  <a:lnTo>
                    <a:pt x="10501174" y="2704749"/>
                  </a:lnTo>
                  <a:lnTo>
                    <a:pt x="10482066" y="2703504"/>
                  </a:lnTo>
                  <a:lnTo>
                    <a:pt x="10447922" y="2701054"/>
                  </a:lnTo>
                  <a:lnTo>
                    <a:pt x="10397069" y="2697019"/>
                  </a:lnTo>
                  <a:lnTo>
                    <a:pt x="10329799" y="2691089"/>
                  </a:lnTo>
                  <a:lnTo>
                    <a:pt x="10248202" y="2683054"/>
                  </a:lnTo>
                  <a:lnTo>
                    <a:pt x="10155694" y="2672810"/>
                  </a:lnTo>
                  <a:lnTo>
                    <a:pt x="10056348" y="2660340"/>
                  </a:lnTo>
                  <a:lnTo>
                    <a:pt x="9954226" y="2645680"/>
                  </a:lnTo>
                  <a:lnTo>
                    <a:pt x="9852863" y="2628879"/>
                  </a:lnTo>
                  <a:lnTo>
                    <a:pt x="9754983" y="2609959"/>
                  </a:lnTo>
                  <a:lnTo>
                    <a:pt x="9662425" y="2588888"/>
                  </a:lnTo>
                  <a:lnTo>
                    <a:pt x="9576222" y="2565563"/>
                  </a:lnTo>
                  <a:lnTo>
                    <a:pt x="9496746" y="2539803"/>
                  </a:lnTo>
                  <a:lnTo>
                    <a:pt x="9423886" y="2511347"/>
                  </a:lnTo>
                  <a:lnTo>
                    <a:pt x="9357202" y="2479861"/>
                  </a:lnTo>
                  <a:lnTo>
                    <a:pt x="9296048" y="2444946"/>
                  </a:lnTo>
                  <a:lnTo>
                    <a:pt x="9239672" y="2406162"/>
                  </a:lnTo>
                  <a:lnTo>
                    <a:pt x="9187279" y="2363059"/>
                  </a:lnTo>
                  <a:lnTo>
                    <a:pt x="9138088" y="2315240"/>
                  </a:lnTo>
                  <a:lnTo>
                    <a:pt x="9091379" y="2262461"/>
                  </a:lnTo>
                  <a:lnTo>
                    <a:pt x="9084767" y="2254385"/>
                  </a:lnTo>
                  <a:lnTo>
                    <a:pt x="9046397" y="2204519"/>
                  </a:lnTo>
                  <a:lnTo>
                    <a:pt x="9009008" y="2150916"/>
                  </a:lnTo>
                  <a:lnTo>
                    <a:pt x="8972328" y="2093501"/>
                  </a:lnTo>
                  <a:lnTo>
                    <a:pt x="8936137" y="2032262"/>
                  </a:lnTo>
                  <a:lnTo>
                    <a:pt x="8900263" y="1967258"/>
                  </a:lnTo>
                  <a:lnTo>
                    <a:pt x="8864571" y="1898625"/>
                  </a:lnTo>
                  <a:lnTo>
                    <a:pt x="8828961" y="1826582"/>
                  </a:lnTo>
                  <a:lnTo>
                    <a:pt x="8793365" y="1751428"/>
                  </a:lnTo>
                  <a:lnTo>
                    <a:pt x="8757738" y="1673545"/>
                  </a:lnTo>
                  <a:lnTo>
                    <a:pt x="8722059" y="1593388"/>
                  </a:lnTo>
                  <a:lnTo>
                    <a:pt x="8686327" y="1511480"/>
                  </a:lnTo>
                  <a:lnTo>
                    <a:pt x="8650551" y="1428393"/>
                  </a:lnTo>
                  <a:lnTo>
                    <a:pt x="8614752" y="1344739"/>
                  </a:lnTo>
                  <a:lnTo>
                    <a:pt x="8578956" y="1261143"/>
                  </a:lnTo>
                  <a:lnTo>
                    <a:pt x="8543187" y="1178233"/>
                  </a:lnTo>
                  <a:lnTo>
                    <a:pt x="8507464" y="1096612"/>
                  </a:lnTo>
                  <a:lnTo>
                    <a:pt x="8471796" y="1016846"/>
                  </a:lnTo>
                  <a:lnTo>
                    <a:pt x="8436177" y="939445"/>
                  </a:lnTo>
                  <a:lnTo>
                    <a:pt x="8400582" y="864851"/>
                  </a:lnTo>
                  <a:lnTo>
                    <a:pt x="8364963" y="793430"/>
                  </a:lnTo>
                  <a:lnTo>
                    <a:pt x="8329245" y="725467"/>
                  </a:lnTo>
                  <a:lnTo>
                    <a:pt x="8293323" y="661165"/>
                  </a:lnTo>
                  <a:lnTo>
                    <a:pt x="8257054" y="600644"/>
                  </a:lnTo>
                  <a:lnTo>
                    <a:pt x="8220259" y="543951"/>
                  </a:lnTo>
                  <a:lnTo>
                    <a:pt x="8182708" y="491060"/>
                  </a:lnTo>
                  <a:lnTo>
                    <a:pt x="8151487" y="450877"/>
                  </a:lnTo>
                  <a:lnTo>
                    <a:pt x="8105084" y="397373"/>
                  </a:lnTo>
                  <a:lnTo>
                    <a:pt x="8056297" y="348844"/>
                  </a:lnTo>
                  <a:lnTo>
                    <a:pt x="8004416" y="305079"/>
                  </a:lnTo>
                  <a:lnTo>
                    <a:pt x="7948667" y="265695"/>
                  </a:lnTo>
                  <a:lnTo>
                    <a:pt x="7888256" y="230246"/>
                  </a:lnTo>
                  <a:lnTo>
                    <a:pt x="7822418" y="198288"/>
                  </a:lnTo>
                  <a:lnTo>
                    <a:pt x="7750488" y="169415"/>
                  </a:lnTo>
                  <a:lnTo>
                    <a:pt x="7671989" y="143282"/>
                  </a:lnTo>
                  <a:lnTo>
                    <a:pt x="7586752" y="119617"/>
                  </a:lnTo>
                  <a:lnTo>
                    <a:pt x="7495071" y="98226"/>
                  </a:lnTo>
                  <a:lnTo>
                    <a:pt x="7397870" y="78998"/>
                  </a:lnTo>
                  <a:lnTo>
                    <a:pt x="7296864" y="61889"/>
                  </a:lnTo>
                  <a:lnTo>
                    <a:pt x="7194650" y="46915"/>
                  </a:lnTo>
                  <a:lnTo>
                    <a:pt x="7094657" y="34124"/>
                  </a:lnTo>
                  <a:lnTo>
                    <a:pt x="7000897" y="23556"/>
                  </a:lnTo>
                  <a:lnTo>
                    <a:pt x="6917481" y="15205"/>
                  </a:lnTo>
                  <a:lnTo>
                    <a:pt x="6847963" y="8980"/>
                  </a:lnTo>
                  <a:lnTo>
                    <a:pt x="6794662" y="4687"/>
                  </a:lnTo>
                  <a:lnTo>
                    <a:pt x="6758151" y="2029"/>
                  </a:lnTo>
                  <a:lnTo>
                    <a:pt x="6737037" y="634"/>
                  </a:lnTo>
                  <a:lnTo>
                    <a:pt x="6728062" y="95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724" y="17"/>
                  </a:lnTo>
                  <a:lnTo>
                    <a:pt x="5245642" y="144"/>
                  </a:lnTo>
                  <a:lnTo>
                    <a:pt x="5225318" y="494"/>
                  </a:lnTo>
                  <a:lnTo>
                    <a:pt x="5189106" y="1182"/>
                  </a:lnTo>
                  <a:lnTo>
                    <a:pt x="5135380" y="2314"/>
                  </a:lnTo>
                  <a:lnTo>
                    <a:pt x="5064658" y="3975"/>
                  </a:lnTo>
                  <a:lnTo>
                    <a:pt x="4979380" y="6220"/>
                  </a:lnTo>
                  <a:lnTo>
                    <a:pt x="4883339" y="9073"/>
                  </a:lnTo>
                  <a:lnTo>
                    <a:pt x="4780930" y="12537"/>
                  </a:lnTo>
                  <a:lnTo>
                    <a:pt x="4676417" y="16599"/>
                  </a:lnTo>
                  <a:lnTo>
                    <a:pt x="4573410" y="21248"/>
                  </a:lnTo>
                  <a:lnTo>
                    <a:pt x="4474600" y="26480"/>
                  </a:lnTo>
                  <a:lnTo>
                    <a:pt x="4381716" y="32308"/>
                  </a:lnTo>
                  <a:lnTo>
                    <a:pt x="4295647" y="38767"/>
                  </a:lnTo>
                  <a:lnTo>
                    <a:pt x="4216618" y="45916"/>
                  </a:lnTo>
                  <a:lnTo>
                    <a:pt x="4144381" y="53834"/>
                  </a:lnTo>
                  <a:lnTo>
                    <a:pt x="4078375" y="62622"/>
                  </a:lnTo>
                  <a:lnTo>
                    <a:pt x="4017860" y="72397"/>
                  </a:lnTo>
                  <a:lnTo>
                    <a:pt x="3962005" y="83285"/>
                  </a:lnTo>
                  <a:lnTo>
                    <a:pt x="3909962" y="95410"/>
                  </a:lnTo>
                  <a:lnTo>
                    <a:pt x="3860919" y="108866"/>
                  </a:lnTo>
                  <a:lnTo>
                    <a:pt x="3829811" y="118508"/>
                  </a:lnTo>
                  <a:lnTo>
                    <a:pt x="3776653" y="137031"/>
                  </a:lnTo>
                  <a:lnTo>
                    <a:pt x="3725187" y="157475"/>
                  </a:lnTo>
                  <a:lnTo>
                    <a:pt x="3674760" y="179868"/>
                  </a:lnTo>
                  <a:lnTo>
                    <a:pt x="3624901" y="204169"/>
                  </a:lnTo>
                  <a:lnTo>
                    <a:pt x="3575283" y="230257"/>
                  </a:lnTo>
                  <a:lnTo>
                    <a:pt x="3525698" y="257935"/>
                  </a:lnTo>
                  <a:lnTo>
                    <a:pt x="3476037" y="286923"/>
                  </a:lnTo>
                  <a:lnTo>
                    <a:pt x="3426272" y="316871"/>
                  </a:lnTo>
                  <a:lnTo>
                    <a:pt x="3376430" y="347376"/>
                  </a:lnTo>
                  <a:lnTo>
                    <a:pt x="3326569" y="377998"/>
                  </a:lnTo>
                  <a:lnTo>
                    <a:pt x="3276757" y="408295"/>
                  </a:lnTo>
                  <a:lnTo>
                    <a:pt x="3227041" y="437841"/>
                  </a:lnTo>
                  <a:lnTo>
                    <a:pt x="3177423" y="466255"/>
                  </a:lnTo>
                  <a:lnTo>
                    <a:pt x="3127841" y="493219"/>
                  </a:lnTo>
                  <a:lnTo>
                    <a:pt x="3078143" y="518491"/>
                  </a:lnTo>
                  <a:lnTo>
                    <a:pt x="3028068" y="541908"/>
                  </a:lnTo>
                  <a:lnTo>
                    <a:pt x="2977223" y="563390"/>
                  </a:lnTo>
                  <a:lnTo>
                    <a:pt x="2925058" y="582927"/>
                  </a:lnTo>
                  <a:lnTo>
                    <a:pt x="2896531" y="592542"/>
                  </a:lnTo>
                  <a:lnTo>
                    <a:pt x="2849066" y="606904"/>
                  </a:lnTo>
                  <a:lnTo>
                    <a:pt x="2799091" y="619901"/>
                  </a:lnTo>
                  <a:lnTo>
                    <a:pt x="2745849" y="631593"/>
                  </a:lnTo>
                  <a:lnTo>
                    <a:pt x="2688507" y="642089"/>
                  </a:lnTo>
                  <a:lnTo>
                    <a:pt x="2626218" y="651515"/>
                  </a:lnTo>
                  <a:lnTo>
                    <a:pt x="2558174" y="659996"/>
                  </a:lnTo>
                  <a:lnTo>
                    <a:pt x="2483682" y="667642"/>
                  </a:lnTo>
                  <a:lnTo>
                    <a:pt x="2402271" y="674549"/>
                  </a:lnTo>
                  <a:lnTo>
                    <a:pt x="2313835" y="680789"/>
                  </a:lnTo>
                  <a:lnTo>
                    <a:pt x="2218801" y="686412"/>
                  </a:lnTo>
                  <a:lnTo>
                    <a:pt x="2118325" y="691445"/>
                  </a:lnTo>
                  <a:lnTo>
                    <a:pt x="2014457" y="695896"/>
                  </a:lnTo>
                  <a:lnTo>
                    <a:pt x="1910213" y="699757"/>
                  </a:lnTo>
                  <a:lnTo>
                    <a:pt x="1809467" y="703014"/>
                  </a:lnTo>
                  <a:lnTo>
                    <a:pt x="1716600" y="705660"/>
                  </a:lnTo>
                  <a:lnTo>
                    <a:pt x="1635890" y="707702"/>
                  </a:lnTo>
                  <a:lnTo>
                    <a:pt x="1570751" y="709175"/>
                  </a:lnTo>
                  <a:lnTo>
                    <a:pt x="1523018" y="710146"/>
                  </a:lnTo>
                  <a:lnTo>
                    <a:pt x="1492488" y="710707"/>
                  </a:lnTo>
                  <a:lnTo>
                    <a:pt x="1476821" y="710968"/>
                  </a:lnTo>
                  <a:lnTo>
                    <a:pt x="1471749" y="711045"/>
                  </a:lnTo>
                  <a:lnTo>
                    <a:pt x="1471387" y="711050"/>
                  </a:lnTo>
                  <a:lnTo>
                    <a:pt x="0" y="711050"/>
                  </a:lnTo>
                  <a:close/>
                </a:path>
              </a:pathLst>
            </a:custGeom>
            <a:solidFill>
              <a:srgbClr val="F28E5B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128" name="pl1128"/>
            <p:cNvSpPr/>
            <p:nvPr/>
          </p:nvSpPr>
          <p:spPr>
            <a:xfrm>
              <a:off x="4799595" y="6753310"/>
              <a:ext cx="11981298" cy="2705262"/>
            </a:xfrm>
            <a:custGeom>
              <a:avLst/>
              <a:pathLst>
                <a:path w="11981298" h="2705262">
                  <a:moveTo>
                    <a:pt x="0" y="711050"/>
                  </a:moveTo>
                  <a:lnTo>
                    <a:pt x="1471387" y="711050"/>
                  </a:lnTo>
                  <a:lnTo>
                    <a:pt x="1472619" y="711033"/>
                  </a:lnTo>
                  <a:lnTo>
                    <a:pt x="1480701" y="710906"/>
                  </a:lnTo>
                  <a:lnTo>
                    <a:pt x="1501024" y="710556"/>
                  </a:lnTo>
                  <a:lnTo>
                    <a:pt x="1537236" y="709868"/>
                  </a:lnTo>
                  <a:lnTo>
                    <a:pt x="1590962" y="708735"/>
                  </a:lnTo>
                  <a:lnTo>
                    <a:pt x="1661684" y="707075"/>
                  </a:lnTo>
                  <a:lnTo>
                    <a:pt x="1746962" y="704830"/>
                  </a:lnTo>
                  <a:lnTo>
                    <a:pt x="1843003" y="701977"/>
                  </a:lnTo>
                  <a:lnTo>
                    <a:pt x="1945412" y="698513"/>
                  </a:lnTo>
                  <a:lnTo>
                    <a:pt x="2049925" y="694450"/>
                  </a:lnTo>
                  <a:lnTo>
                    <a:pt x="2152932" y="689802"/>
                  </a:lnTo>
                  <a:lnTo>
                    <a:pt x="2251743" y="684570"/>
                  </a:lnTo>
                  <a:lnTo>
                    <a:pt x="2344626" y="678742"/>
                  </a:lnTo>
                  <a:lnTo>
                    <a:pt x="2430695" y="672283"/>
                  </a:lnTo>
                  <a:lnTo>
                    <a:pt x="2509724" y="665134"/>
                  </a:lnTo>
                  <a:lnTo>
                    <a:pt x="2581961" y="657216"/>
                  </a:lnTo>
                  <a:lnTo>
                    <a:pt x="2647967" y="648428"/>
                  </a:lnTo>
                  <a:lnTo>
                    <a:pt x="2708483" y="638653"/>
                  </a:lnTo>
                  <a:lnTo>
                    <a:pt x="2764337" y="627764"/>
                  </a:lnTo>
                  <a:lnTo>
                    <a:pt x="2816380" y="615640"/>
                  </a:lnTo>
                  <a:lnTo>
                    <a:pt x="2865423" y="602184"/>
                  </a:lnTo>
                  <a:lnTo>
                    <a:pt x="2896531" y="592542"/>
                  </a:lnTo>
                  <a:lnTo>
                    <a:pt x="2949689" y="574019"/>
                  </a:lnTo>
                  <a:lnTo>
                    <a:pt x="3001155" y="553575"/>
                  </a:lnTo>
                  <a:lnTo>
                    <a:pt x="3051582" y="531182"/>
                  </a:lnTo>
                  <a:lnTo>
                    <a:pt x="3101441" y="506881"/>
                  </a:lnTo>
                  <a:lnTo>
                    <a:pt x="3151059" y="480792"/>
                  </a:lnTo>
                  <a:lnTo>
                    <a:pt x="3200644" y="453115"/>
                  </a:lnTo>
                  <a:lnTo>
                    <a:pt x="3250305" y="424127"/>
                  </a:lnTo>
                  <a:lnTo>
                    <a:pt x="3300070" y="394178"/>
                  </a:lnTo>
                  <a:lnTo>
                    <a:pt x="3349912" y="363674"/>
                  </a:lnTo>
                  <a:lnTo>
                    <a:pt x="3399773" y="333051"/>
                  </a:lnTo>
                  <a:lnTo>
                    <a:pt x="3449585" y="302755"/>
                  </a:lnTo>
                  <a:lnTo>
                    <a:pt x="3499302" y="273208"/>
                  </a:lnTo>
                  <a:lnTo>
                    <a:pt x="3548919" y="244794"/>
                  </a:lnTo>
                  <a:lnTo>
                    <a:pt x="3598501" y="217830"/>
                  </a:lnTo>
                  <a:lnTo>
                    <a:pt x="3648199" y="192559"/>
                  </a:lnTo>
                  <a:lnTo>
                    <a:pt x="3698275" y="169142"/>
                  </a:lnTo>
                  <a:lnTo>
                    <a:pt x="3749119" y="147660"/>
                  </a:lnTo>
                  <a:lnTo>
                    <a:pt x="3801284" y="128123"/>
                  </a:lnTo>
                  <a:lnTo>
                    <a:pt x="3829811" y="118508"/>
                  </a:lnTo>
                  <a:lnTo>
                    <a:pt x="3877276" y="104145"/>
                  </a:lnTo>
                  <a:lnTo>
                    <a:pt x="3927251" y="91149"/>
                  </a:lnTo>
                  <a:lnTo>
                    <a:pt x="3980493" y="79457"/>
                  </a:lnTo>
                  <a:lnTo>
                    <a:pt x="4037835" y="68961"/>
                  </a:lnTo>
                  <a:lnTo>
                    <a:pt x="4100124" y="59534"/>
                  </a:lnTo>
                  <a:lnTo>
                    <a:pt x="4168168" y="51054"/>
                  </a:lnTo>
                  <a:lnTo>
                    <a:pt x="4242661" y="43407"/>
                  </a:lnTo>
                  <a:lnTo>
                    <a:pt x="4324071" y="36501"/>
                  </a:lnTo>
                  <a:lnTo>
                    <a:pt x="4412507" y="30261"/>
                  </a:lnTo>
                  <a:lnTo>
                    <a:pt x="4507541" y="24638"/>
                  </a:lnTo>
                  <a:lnTo>
                    <a:pt x="4608017" y="19605"/>
                  </a:lnTo>
                  <a:lnTo>
                    <a:pt x="4711885" y="15154"/>
                  </a:lnTo>
                  <a:lnTo>
                    <a:pt x="4816129" y="11293"/>
                  </a:lnTo>
                  <a:lnTo>
                    <a:pt x="4916875" y="8036"/>
                  </a:lnTo>
                  <a:lnTo>
                    <a:pt x="5009742" y="5390"/>
                  </a:lnTo>
                  <a:lnTo>
                    <a:pt x="5090452" y="3348"/>
                  </a:lnTo>
                  <a:lnTo>
                    <a:pt x="5155591" y="1875"/>
                  </a:lnTo>
                  <a:lnTo>
                    <a:pt x="5203324" y="904"/>
                  </a:lnTo>
                  <a:lnTo>
                    <a:pt x="5233855" y="343"/>
                  </a:lnTo>
                  <a:lnTo>
                    <a:pt x="5249521" y="82"/>
                  </a:lnTo>
                  <a:lnTo>
                    <a:pt x="5254593" y="5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496" y="63"/>
                  </a:lnTo>
                  <a:lnTo>
                    <a:pt x="6735080" y="513"/>
                  </a:lnTo>
                  <a:lnTo>
                    <a:pt x="6754188" y="1757"/>
                  </a:lnTo>
                  <a:lnTo>
                    <a:pt x="6788331" y="4207"/>
                  </a:lnTo>
                  <a:lnTo>
                    <a:pt x="6839184" y="8243"/>
                  </a:lnTo>
                  <a:lnTo>
                    <a:pt x="6906455" y="14173"/>
                  </a:lnTo>
                  <a:lnTo>
                    <a:pt x="6988051" y="22207"/>
                  </a:lnTo>
                  <a:lnTo>
                    <a:pt x="7080559" y="32452"/>
                  </a:lnTo>
                  <a:lnTo>
                    <a:pt x="7179905" y="44922"/>
                  </a:lnTo>
                  <a:lnTo>
                    <a:pt x="7282027" y="59581"/>
                  </a:lnTo>
                  <a:lnTo>
                    <a:pt x="7383391" y="76382"/>
                  </a:lnTo>
                  <a:lnTo>
                    <a:pt x="7481271" y="95303"/>
                  </a:lnTo>
                  <a:lnTo>
                    <a:pt x="7573828" y="116374"/>
                  </a:lnTo>
                  <a:lnTo>
                    <a:pt x="7660031" y="139699"/>
                  </a:lnTo>
                  <a:lnTo>
                    <a:pt x="7739508" y="165459"/>
                  </a:lnTo>
                  <a:lnTo>
                    <a:pt x="7812367" y="193914"/>
                  </a:lnTo>
                  <a:lnTo>
                    <a:pt x="7879052" y="225400"/>
                  </a:lnTo>
                  <a:lnTo>
                    <a:pt x="7940205" y="260315"/>
                  </a:lnTo>
                  <a:lnTo>
                    <a:pt x="7996582" y="299100"/>
                  </a:lnTo>
                  <a:lnTo>
                    <a:pt x="8048975" y="342203"/>
                  </a:lnTo>
                  <a:lnTo>
                    <a:pt x="8098165" y="390021"/>
                  </a:lnTo>
                  <a:lnTo>
                    <a:pt x="8144874" y="442800"/>
                  </a:lnTo>
                  <a:lnTo>
                    <a:pt x="8151487" y="450877"/>
                  </a:lnTo>
                  <a:lnTo>
                    <a:pt x="8189857" y="500743"/>
                  </a:lnTo>
                  <a:lnTo>
                    <a:pt x="8227245" y="554345"/>
                  </a:lnTo>
                  <a:lnTo>
                    <a:pt x="8263926" y="611760"/>
                  </a:lnTo>
                  <a:lnTo>
                    <a:pt x="8300116" y="673000"/>
                  </a:lnTo>
                  <a:lnTo>
                    <a:pt x="8335991" y="738004"/>
                  </a:lnTo>
                  <a:lnTo>
                    <a:pt x="8371683" y="806636"/>
                  </a:lnTo>
                  <a:lnTo>
                    <a:pt x="8407292" y="878680"/>
                  </a:lnTo>
                  <a:lnTo>
                    <a:pt x="8442889" y="953834"/>
                  </a:lnTo>
                  <a:lnTo>
                    <a:pt x="8478515" y="1031717"/>
                  </a:lnTo>
                  <a:lnTo>
                    <a:pt x="8514194" y="1111873"/>
                  </a:lnTo>
                  <a:lnTo>
                    <a:pt x="8549927" y="1193782"/>
                  </a:lnTo>
                  <a:lnTo>
                    <a:pt x="8585703" y="1276868"/>
                  </a:lnTo>
                  <a:lnTo>
                    <a:pt x="8621501" y="1360523"/>
                  </a:lnTo>
                  <a:lnTo>
                    <a:pt x="8657297" y="1444118"/>
                  </a:lnTo>
                  <a:lnTo>
                    <a:pt x="8693066" y="1527028"/>
                  </a:lnTo>
                  <a:lnTo>
                    <a:pt x="8728789" y="1608649"/>
                  </a:lnTo>
                  <a:lnTo>
                    <a:pt x="8764457" y="1688415"/>
                  </a:lnTo>
                  <a:lnTo>
                    <a:pt x="8800076" y="1765817"/>
                  </a:lnTo>
                  <a:lnTo>
                    <a:pt x="8835671" y="1840411"/>
                  </a:lnTo>
                  <a:lnTo>
                    <a:pt x="8871290" y="1911832"/>
                  </a:lnTo>
                  <a:lnTo>
                    <a:pt x="8907008" y="1979794"/>
                  </a:lnTo>
                  <a:lnTo>
                    <a:pt x="8942930" y="2044097"/>
                  </a:lnTo>
                  <a:lnTo>
                    <a:pt x="8979199" y="2104617"/>
                  </a:lnTo>
                  <a:lnTo>
                    <a:pt x="9015994" y="2161311"/>
                  </a:lnTo>
                  <a:lnTo>
                    <a:pt x="9053546" y="2214202"/>
                  </a:lnTo>
                  <a:lnTo>
                    <a:pt x="9084767" y="2254385"/>
                  </a:lnTo>
                  <a:lnTo>
                    <a:pt x="9131169" y="2307889"/>
                  </a:lnTo>
                  <a:lnTo>
                    <a:pt x="9179957" y="2356417"/>
                  </a:lnTo>
                  <a:lnTo>
                    <a:pt x="9231837" y="2400183"/>
                  </a:lnTo>
                  <a:lnTo>
                    <a:pt x="9287586" y="2439567"/>
                  </a:lnTo>
                  <a:lnTo>
                    <a:pt x="9347997" y="2475015"/>
                  </a:lnTo>
                  <a:lnTo>
                    <a:pt x="9413835" y="2506973"/>
                  </a:lnTo>
                  <a:lnTo>
                    <a:pt x="9485765" y="2535846"/>
                  </a:lnTo>
                  <a:lnTo>
                    <a:pt x="9564264" y="2561980"/>
                  </a:lnTo>
                  <a:lnTo>
                    <a:pt x="9649501" y="2585645"/>
                  </a:lnTo>
                  <a:lnTo>
                    <a:pt x="9741183" y="2607035"/>
                  </a:lnTo>
                  <a:lnTo>
                    <a:pt x="9838383" y="2626264"/>
                  </a:lnTo>
                  <a:lnTo>
                    <a:pt x="9939389" y="2643373"/>
                  </a:lnTo>
                  <a:lnTo>
                    <a:pt x="10041604" y="2658346"/>
                  </a:lnTo>
                  <a:lnTo>
                    <a:pt x="10141597" y="2671137"/>
                  </a:lnTo>
                  <a:lnTo>
                    <a:pt x="10235356" y="2681705"/>
                  </a:lnTo>
                  <a:lnTo>
                    <a:pt x="10318772" y="2690057"/>
                  </a:lnTo>
                  <a:lnTo>
                    <a:pt x="10388290" y="2696282"/>
                  </a:lnTo>
                  <a:lnTo>
                    <a:pt x="10441591" y="2700575"/>
                  </a:lnTo>
                  <a:lnTo>
                    <a:pt x="10478103" y="2703233"/>
                  </a:lnTo>
                  <a:lnTo>
                    <a:pt x="10499216" y="2704627"/>
                  </a:lnTo>
                  <a:lnTo>
                    <a:pt x="10508192" y="2705167"/>
                  </a:lnTo>
                  <a:lnTo>
                    <a:pt x="10509907" y="2705262"/>
                  </a:lnTo>
                  <a:lnTo>
                    <a:pt x="10509911" y="2705262"/>
                  </a:lnTo>
                  <a:lnTo>
                    <a:pt x="11981298" y="270526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29" name="pl1129"/>
            <p:cNvSpPr/>
            <p:nvPr/>
          </p:nvSpPr>
          <p:spPr>
            <a:xfrm>
              <a:off x="4799595" y="6736964"/>
              <a:ext cx="11981298" cy="2705262"/>
            </a:xfrm>
            <a:custGeom>
              <a:avLst/>
              <a:pathLst>
                <a:path w="11981298" h="2705262">
                  <a:moveTo>
                    <a:pt x="11981298" y="2705262"/>
                  </a:moveTo>
                  <a:lnTo>
                    <a:pt x="10509911" y="2705262"/>
                  </a:lnTo>
                  <a:lnTo>
                    <a:pt x="10508757" y="2705199"/>
                  </a:lnTo>
                  <a:lnTo>
                    <a:pt x="10501174" y="2704749"/>
                  </a:lnTo>
                  <a:lnTo>
                    <a:pt x="10482066" y="2703504"/>
                  </a:lnTo>
                  <a:lnTo>
                    <a:pt x="10447922" y="2701054"/>
                  </a:lnTo>
                  <a:lnTo>
                    <a:pt x="10397069" y="2697019"/>
                  </a:lnTo>
                  <a:lnTo>
                    <a:pt x="10329799" y="2691089"/>
                  </a:lnTo>
                  <a:lnTo>
                    <a:pt x="10248202" y="2683054"/>
                  </a:lnTo>
                  <a:lnTo>
                    <a:pt x="10155694" y="2672810"/>
                  </a:lnTo>
                  <a:lnTo>
                    <a:pt x="10056348" y="2660340"/>
                  </a:lnTo>
                  <a:lnTo>
                    <a:pt x="9954226" y="2645680"/>
                  </a:lnTo>
                  <a:lnTo>
                    <a:pt x="9852863" y="2628879"/>
                  </a:lnTo>
                  <a:lnTo>
                    <a:pt x="9754983" y="2609959"/>
                  </a:lnTo>
                  <a:lnTo>
                    <a:pt x="9662425" y="2588888"/>
                  </a:lnTo>
                  <a:lnTo>
                    <a:pt x="9576222" y="2565563"/>
                  </a:lnTo>
                  <a:lnTo>
                    <a:pt x="9496746" y="2539803"/>
                  </a:lnTo>
                  <a:lnTo>
                    <a:pt x="9423886" y="2511347"/>
                  </a:lnTo>
                  <a:lnTo>
                    <a:pt x="9357202" y="2479861"/>
                  </a:lnTo>
                  <a:lnTo>
                    <a:pt x="9296048" y="2444946"/>
                  </a:lnTo>
                  <a:lnTo>
                    <a:pt x="9239672" y="2406162"/>
                  </a:lnTo>
                  <a:lnTo>
                    <a:pt x="9187279" y="2363059"/>
                  </a:lnTo>
                  <a:lnTo>
                    <a:pt x="9138088" y="2315240"/>
                  </a:lnTo>
                  <a:lnTo>
                    <a:pt x="9091379" y="2262461"/>
                  </a:lnTo>
                  <a:lnTo>
                    <a:pt x="9084767" y="2254385"/>
                  </a:lnTo>
                  <a:lnTo>
                    <a:pt x="9046397" y="2204519"/>
                  </a:lnTo>
                  <a:lnTo>
                    <a:pt x="9009008" y="2150916"/>
                  </a:lnTo>
                  <a:lnTo>
                    <a:pt x="8972328" y="2093501"/>
                  </a:lnTo>
                  <a:lnTo>
                    <a:pt x="8936137" y="2032262"/>
                  </a:lnTo>
                  <a:lnTo>
                    <a:pt x="8900263" y="1967258"/>
                  </a:lnTo>
                  <a:lnTo>
                    <a:pt x="8864571" y="1898625"/>
                  </a:lnTo>
                  <a:lnTo>
                    <a:pt x="8828961" y="1826582"/>
                  </a:lnTo>
                  <a:lnTo>
                    <a:pt x="8793365" y="1751428"/>
                  </a:lnTo>
                  <a:lnTo>
                    <a:pt x="8757738" y="1673545"/>
                  </a:lnTo>
                  <a:lnTo>
                    <a:pt x="8722059" y="1593388"/>
                  </a:lnTo>
                  <a:lnTo>
                    <a:pt x="8686327" y="1511480"/>
                  </a:lnTo>
                  <a:lnTo>
                    <a:pt x="8650551" y="1428393"/>
                  </a:lnTo>
                  <a:lnTo>
                    <a:pt x="8614752" y="1344739"/>
                  </a:lnTo>
                  <a:lnTo>
                    <a:pt x="8578956" y="1261143"/>
                  </a:lnTo>
                  <a:lnTo>
                    <a:pt x="8543187" y="1178233"/>
                  </a:lnTo>
                  <a:lnTo>
                    <a:pt x="8507464" y="1096612"/>
                  </a:lnTo>
                  <a:lnTo>
                    <a:pt x="8471796" y="1016846"/>
                  </a:lnTo>
                  <a:lnTo>
                    <a:pt x="8436177" y="939445"/>
                  </a:lnTo>
                  <a:lnTo>
                    <a:pt x="8400582" y="864851"/>
                  </a:lnTo>
                  <a:lnTo>
                    <a:pt x="8364963" y="793430"/>
                  </a:lnTo>
                  <a:lnTo>
                    <a:pt x="8329245" y="725467"/>
                  </a:lnTo>
                  <a:lnTo>
                    <a:pt x="8293323" y="661165"/>
                  </a:lnTo>
                  <a:lnTo>
                    <a:pt x="8257054" y="600644"/>
                  </a:lnTo>
                  <a:lnTo>
                    <a:pt x="8220259" y="543951"/>
                  </a:lnTo>
                  <a:lnTo>
                    <a:pt x="8182708" y="491060"/>
                  </a:lnTo>
                  <a:lnTo>
                    <a:pt x="8151487" y="450877"/>
                  </a:lnTo>
                  <a:lnTo>
                    <a:pt x="8105084" y="397373"/>
                  </a:lnTo>
                  <a:lnTo>
                    <a:pt x="8056297" y="348844"/>
                  </a:lnTo>
                  <a:lnTo>
                    <a:pt x="8004416" y="305079"/>
                  </a:lnTo>
                  <a:lnTo>
                    <a:pt x="7948667" y="265695"/>
                  </a:lnTo>
                  <a:lnTo>
                    <a:pt x="7888256" y="230246"/>
                  </a:lnTo>
                  <a:lnTo>
                    <a:pt x="7822418" y="198288"/>
                  </a:lnTo>
                  <a:lnTo>
                    <a:pt x="7750488" y="169415"/>
                  </a:lnTo>
                  <a:lnTo>
                    <a:pt x="7671989" y="143282"/>
                  </a:lnTo>
                  <a:lnTo>
                    <a:pt x="7586752" y="119617"/>
                  </a:lnTo>
                  <a:lnTo>
                    <a:pt x="7495071" y="98226"/>
                  </a:lnTo>
                  <a:lnTo>
                    <a:pt x="7397870" y="78998"/>
                  </a:lnTo>
                  <a:lnTo>
                    <a:pt x="7296864" y="61889"/>
                  </a:lnTo>
                  <a:lnTo>
                    <a:pt x="7194650" y="46915"/>
                  </a:lnTo>
                  <a:lnTo>
                    <a:pt x="7094657" y="34124"/>
                  </a:lnTo>
                  <a:lnTo>
                    <a:pt x="7000897" y="23556"/>
                  </a:lnTo>
                  <a:lnTo>
                    <a:pt x="6917481" y="15205"/>
                  </a:lnTo>
                  <a:lnTo>
                    <a:pt x="6847963" y="8980"/>
                  </a:lnTo>
                  <a:lnTo>
                    <a:pt x="6794662" y="4687"/>
                  </a:lnTo>
                  <a:lnTo>
                    <a:pt x="6758151" y="2029"/>
                  </a:lnTo>
                  <a:lnTo>
                    <a:pt x="6737037" y="634"/>
                  </a:lnTo>
                  <a:lnTo>
                    <a:pt x="6728062" y="95"/>
                  </a:lnTo>
                  <a:lnTo>
                    <a:pt x="6726346" y="0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724" y="17"/>
                  </a:lnTo>
                  <a:lnTo>
                    <a:pt x="5245642" y="144"/>
                  </a:lnTo>
                  <a:lnTo>
                    <a:pt x="5225318" y="494"/>
                  </a:lnTo>
                  <a:lnTo>
                    <a:pt x="5189106" y="1182"/>
                  </a:lnTo>
                  <a:lnTo>
                    <a:pt x="5135380" y="2314"/>
                  </a:lnTo>
                  <a:lnTo>
                    <a:pt x="5064658" y="3975"/>
                  </a:lnTo>
                  <a:lnTo>
                    <a:pt x="4979380" y="6220"/>
                  </a:lnTo>
                  <a:lnTo>
                    <a:pt x="4883339" y="9073"/>
                  </a:lnTo>
                  <a:lnTo>
                    <a:pt x="4780930" y="12537"/>
                  </a:lnTo>
                  <a:lnTo>
                    <a:pt x="4676417" y="16599"/>
                  </a:lnTo>
                  <a:lnTo>
                    <a:pt x="4573410" y="21248"/>
                  </a:lnTo>
                  <a:lnTo>
                    <a:pt x="4474600" y="26480"/>
                  </a:lnTo>
                  <a:lnTo>
                    <a:pt x="4381716" y="32308"/>
                  </a:lnTo>
                  <a:lnTo>
                    <a:pt x="4295647" y="38767"/>
                  </a:lnTo>
                  <a:lnTo>
                    <a:pt x="4216618" y="45916"/>
                  </a:lnTo>
                  <a:lnTo>
                    <a:pt x="4144381" y="53834"/>
                  </a:lnTo>
                  <a:lnTo>
                    <a:pt x="4078375" y="62622"/>
                  </a:lnTo>
                  <a:lnTo>
                    <a:pt x="4017860" y="72397"/>
                  </a:lnTo>
                  <a:lnTo>
                    <a:pt x="3962005" y="83285"/>
                  </a:lnTo>
                  <a:lnTo>
                    <a:pt x="3909962" y="95410"/>
                  </a:lnTo>
                  <a:lnTo>
                    <a:pt x="3860919" y="108866"/>
                  </a:lnTo>
                  <a:lnTo>
                    <a:pt x="3829811" y="118508"/>
                  </a:lnTo>
                  <a:lnTo>
                    <a:pt x="3776653" y="137031"/>
                  </a:lnTo>
                  <a:lnTo>
                    <a:pt x="3725187" y="157475"/>
                  </a:lnTo>
                  <a:lnTo>
                    <a:pt x="3674760" y="179868"/>
                  </a:lnTo>
                  <a:lnTo>
                    <a:pt x="3624901" y="204169"/>
                  </a:lnTo>
                  <a:lnTo>
                    <a:pt x="3575283" y="230257"/>
                  </a:lnTo>
                  <a:lnTo>
                    <a:pt x="3525698" y="257935"/>
                  </a:lnTo>
                  <a:lnTo>
                    <a:pt x="3476037" y="286923"/>
                  </a:lnTo>
                  <a:lnTo>
                    <a:pt x="3426272" y="316871"/>
                  </a:lnTo>
                  <a:lnTo>
                    <a:pt x="3376430" y="347376"/>
                  </a:lnTo>
                  <a:lnTo>
                    <a:pt x="3326569" y="377998"/>
                  </a:lnTo>
                  <a:lnTo>
                    <a:pt x="3276757" y="408295"/>
                  </a:lnTo>
                  <a:lnTo>
                    <a:pt x="3227041" y="437841"/>
                  </a:lnTo>
                  <a:lnTo>
                    <a:pt x="3177423" y="466255"/>
                  </a:lnTo>
                  <a:lnTo>
                    <a:pt x="3127841" y="493219"/>
                  </a:lnTo>
                  <a:lnTo>
                    <a:pt x="3078143" y="518491"/>
                  </a:lnTo>
                  <a:lnTo>
                    <a:pt x="3028068" y="541908"/>
                  </a:lnTo>
                  <a:lnTo>
                    <a:pt x="2977223" y="563390"/>
                  </a:lnTo>
                  <a:lnTo>
                    <a:pt x="2925058" y="582927"/>
                  </a:lnTo>
                  <a:lnTo>
                    <a:pt x="2896531" y="592542"/>
                  </a:lnTo>
                  <a:lnTo>
                    <a:pt x="2849066" y="606904"/>
                  </a:lnTo>
                  <a:lnTo>
                    <a:pt x="2799091" y="619901"/>
                  </a:lnTo>
                  <a:lnTo>
                    <a:pt x="2745849" y="631593"/>
                  </a:lnTo>
                  <a:lnTo>
                    <a:pt x="2688507" y="642089"/>
                  </a:lnTo>
                  <a:lnTo>
                    <a:pt x="2626218" y="651515"/>
                  </a:lnTo>
                  <a:lnTo>
                    <a:pt x="2558174" y="659996"/>
                  </a:lnTo>
                  <a:lnTo>
                    <a:pt x="2483682" y="667642"/>
                  </a:lnTo>
                  <a:lnTo>
                    <a:pt x="2402271" y="674549"/>
                  </a:lnTo>
                  <a:lnTo>
                    <a:pt x="2313835" y="680789"/>
                  </a:lnTo>
                  <a:lnTo>
                    <a:pt x="2218801" y="686412"/>
                  </a:lnTo>
                  <a:lnTo>
                    <a:pt x="2118325" y="691445"/>
                  </a:lnTo>
                  <a:lnTo>
                    <a:pt x="2014457" y="695896"/>
                  </a:lnTo>
                  <a:lnTo>
                    <a:pt x="1910213" y="699757"/>
                  </a:lnTo>
                  <a:lnTo>
                    <a:pt x="1809467" y="703014"/>
                  </a:lnTo>
                  <a:lnTo>
                    <a:pt x="1716600" y="705660"/>
                  </a:lnTo>
                  <a:lnTo>
                    <a:pt x="1635890" y="707702"/>
                  </a:lnTo>
                  <a:lnTo>
                    <a:pt x="1570751" y="709175"/>
                  </a:lnTo>
                  <a:lnTo>
                    <a:pt x="1523018" y="710146"/>
                  </a:lnTo>
                  <a:lnTo>
                    <a:pt x="1492488" y="710707"/>
                  </a:lnTo>
                  <a:lnTo>
                    <a:pt x="1476821" y="710968"/>
                  </a:lnTo>
                  <a:lnTo>
                    <a:pt x="1471749" y="711045"/>
                  </a:lnTo>
                  <a:lnTo>
                    <a:pt x="1471387" y="711050"/>
                  </a:lnTo>
                  <a:lnTo>
                    <a:pt x="0" y="71105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30" name="pg1130"/>
            <p:cNvSpPr/>
            <p:nvPr/>
          </p:nvSpPr>
          <p:spPr>
            <a:xfrm>
              <a:off x="4799595" y="6777829"/>
              <a:ext cx="11981298" cy="4209094"/>
            </a:xfrm>
            <a:custGeom>
              <a:avLst/>
              <a:pathLst>
                <a:path w="11981298" h="4209094">
                  <a:moveTo>
                    <a:pt x="0" y="694704"/>
                  </a:moveTo>
                  <a:lnTo>
                    <a:pt x="1471387" y="694704"/>
                  </a:lnTo>
                  <a:lnTo>
                    <a:pt x="1472619" y="694687"/>
                  </a:lnTo>
                  <a:lnTo>
                    <a:pt x="1480704" y="694565"/>
                  </a:lnTo>
                  <a:lnTo>
                    <a:pt x="1501034" y="694227"/>
                  </a:lnTo>
                  <a:lnTo>
                    <a:pt x="1537257" y="693562"/>
                  </a:lnTo>
                  <a:lnTo>
                    <a:pt x="1590998" y="692468"/>
                  </a:lnTo>
                  <a:lnTo>
                    <a:pt x="1661739" y="690864"/>
                  </a:lnTo>
                  <a:lnTo>
                    <a:pt x="1747037" y="688697"/>
                  </a:lnTo>
                  <a:lnTo>
                    <a:pt x="1843096" y="685941"/>
                  </a:lnTo>
                  <a:lnTo>
                    <a:pt x="1945521" y="682595"/>
                  </a:lnTo>
                  <a:lnTo>
                    <a:pt x="2050047" y="678672"/>
                  </a:lnTo>
                  <a:lnTo>
                    <a:pt x="2153061" y="674182"/>
                  </a:lnTo>
                  <a:lnTo>
                    <a:pt x="2251877" y="669130"/>
                  </a:lnTo>
                  <a:lnTo>
                    <a:pt x="2344762" y="663501"/>
                  </a:lnTo>
                  <a:lnTo>
                    <a:pt x="2430830" y="657263"/>
                  </a:lnTo>
                  <a:lnTo>
                    <a:pt x="2509856" y="650359"/>
                  </a:lnTo>
                  <a:lnTo>
                    <a:pt x="2582090" y="642712"/>
                  </a:lnTo>
                  <a:lnTo>
                    <a:pt x="2648092" y="634224"/>
                  </a:lnTo>
                  <a:lnTo>
                    <a:pt x="2708604" y="624783"/>
                  </a:lnTo>
                  <a:lnTo>
                    <a:pt x="2764456" y="614266"/>
                  </a:lnTo>
                  <a:lnTo>
                    <a:pt x="2816498" y="602556"/>
                  </a:lnTo>
                  <a:lnTo>
                    <a:pt x="2865540" y="589558"/>
                  </a:lnTo>
                  <a:lnTo>
                    <a:pt x="2896531" y="580282"/>
                  </a:lnTo>
                  <a:lnTo>
                    <a:pt x="2949872" y="562333"/>
                  </a:lnTo>
                  <a:lnTo>
                    <a:pt x="3001512" y="542514"/>
                  </a:lnTo>
                  <a:lnTo>
                    <a:pt x="3052109" y="520801"/>
                  </a:lnTo>
                  <a:lnTo>
                    <a:pt x="3102137" y="497234"/>
                  </a:lnTo>
                  <a:lnTo>
                    <a:pt x="3151928" y="471931"/>
                  </a:lnTo>
                  <a:lnTo>
                    <a:pt x="3201688" y="445086"/>
                  </a:lnTo>
                  <a:lnTo>
                    <a:pt x="3251525" y="416975"/>
                  </a:lnTo>
                  <a:lnTo>
                    <a:pt x="3301467" y="387938"/>
                  </a:lnTo>
                  <a:lnTo>
                    <a:pt x="3351485" y="358373"/>
                  </a:lnTo>
                  <a:lnTo>
                    <a:pt x="3401520" y="328707"/>
                  </a:lnTo>
                  <a:lnTo>
                    <a:pt x="3451504" y="299372"/>
                  </a:lnTo>
                  <a:lnTo>
                    <a:pt x="3501391" y="270782"/>
                  </a:lnTo>
                  <a:lnTo>
                    <a:pt x="3551178" y="243307"/>
                  </a:lnTo>
                  <a:lnTo>
                    <a:pt x="3600935" y="217255"/>
                  </a:lnTo>
                  <a:lnTo>
                    <a:pt x="3650820" y="192858"/>
                  </a:lnTo>
                  <a:lnTo>
                    <a:pt x="3701102" y="170269"/>
                  </a:lnTo>
                  <a:lnTo>
                    <a:pt x="3752185" y="149565"/>
                  </a:lnTo>
                  <a:lnTo>
                    <a:pt x="3804636" y="130750"/>
                  </a:lnTo>
                  <a:lnTo>
                    <a:pt x="3829811" y="122594"/>
                  </a:lnTo>
                  <a:lnTo>
                    <a:pt x="3877282" y="108726"/>
                  </a:lnTo>
                  <a:lnTo>
                    <a:pt x="3927263" y="96176"/>
                  </a:lnTo>
                  <a:lnTo>
                    <a:pt x="3980513" y="84886"/>
                  </a:lnTo>
                  <a:lnTo>
                    <a:pt x="4037863" y="74751"/>
                  </a:lnTo>
                  <a:lnTo>
                    <a:pt x="4100162" y="65649"/>
                  </a:lnTo>
                  <a:lnTo>
                    <a:pt x="4168218" y="57461"/>
                  </a:lnTo>
                  <a:lnTo>
                    <a:pt x="4242724" y="50078"/>
                  </a:lnTo>
                  <a:lnTo>
                    <a:pt x="4324150" y="43409"/>
                  </a:lnTo>
                  <a:lnTo>
                    <a:pt x="4412603" y="37384"/>
                  </a:lnTo>
                  <a:lnTo>
                    <a:pt x="4507655" y="31955"/>
                  </a:lnTo>
                  <a:lnTo>
                    <a:pt x="4608148" y="27096"/>
                  </a:lnTo>
                  <a:lnTo>
                    <a:pt x="4712031" y="22799"/>
                  </a:lnTo>
                  <a:lnTo>
                    <a:pt x="4816285" y="19072"/>
                  </a:lnTo>
                  <a:lnTo>
                    <a:pt x="4917034" y="15927"/>
                  </a:lnTo>
                  <a:lnTo>
                    <a:pt x="5009894" y="13373"/>
                  </a:lnTo>
                  <a:lnTo>
                    <a:pt x="5090588" y="11403"/>
                  </a:lnTo>
                  <a:lnTo>
                    <a:pt x="5155703" y="9981"/>
                  </a:lnTo>
                  <a:lnTo>
                    <a:pt x="5203405" y="9044"/>
                  </a:lnTo>
                  <a:lnTo>
                    <a:pt x="5233904" y="8503"/>
                  </a:lnTo>
                  <a:lnTo>
                    <a:pt x="5249543" y="8251"/>
                  </a:lnTo>
                  <a:lnTo>
                    <a:pt x="5254597" y="8177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273" y="8251"/>
                  </a:lnTo>
                  <a:lnTo>
                    <a:pt x="6733415" y="8811"/>
                  </a:lnTo>
                  <a:lnTo>
                    <a:pt x="6748986" y="10359"/>
                  </a:lnTo>
                  <a:lnTo>
                    <a:pt x="6777051" y="13409"/>
                  </a:lnTo>
                  <a:lnTo>
                    <a:pt x="6819335" y="18451"/>
                  </a:lnTo>
                  <a:lnTo>
                    <a:pt x="6876102" y="25904"/>
                  </a:lnTo>
                  <a:lnTo>
                    <a:pt x="6946196" y="36081"/>
                  </a:lnTo>
                  <a:lnTo>
                    <a:pt x="7027292" y="49171"/>
                  </a:lnTo>
                  <a:lnTo>
                    <a:pt x="7116318" y="65249"/>
                  </a:lnTo>
                  <a:lnTo>
                    <a:pt x="7209937" y="84302"/>
                  </a:lnTo>
                  <a:lnTo>
                    <a:pt x="7304985" y="106272"/>
                  </a:lnTo>
                  <a:lnTo>
                    <a:pt x="7398774" y="131103"/>
                  </a:lnTo>
                  <a:lnTo>
                    <a:pt x="7489250" y="158778"/>
                  </a:lnTo>
                  <a:lnTo>
                    <a:pt x="7575019" y="189345"/>
                  </a:lnTo>
                  <a:lnTo>
                    <a:pt x="7655284" y="222938"/>
                  </a:lnTo>
                  <a:lnTo>
                    <a:pt x="7729738" y="259780"/>
                  </a:lnTo>
                  <a:lnTo>
                    <a:pt x="7798441" y="300186"/>
                  </a:lnTo>
                  <a:lnTo>
                    <a:pt x="7861713" y="344562"/>
                  </a:lnTo>
                  <a:lnTo>
                    <a:pt x="7920044" y="393386"/>
                  </a:lnTo>
                  <a:lnTo>
                    <a:pt x="7974019" y="447198"/>
                  </a:lnTo>
                  <a:lnTo>
                    <a:pt x="8024271" y="506561"/>
                  </a:lnTo>
                  <a:lnTo>
                    <a:pt x="8071437" y="572011"/>
                  </a:lnTo>
                  <a:lnTo>
                    <a:pt x="8116125" y="643974"/>
                  </a:lnTo>
                  <a:lnTo>
                    <a:pt x="8151487" y="708326"/>
                  </a:lnTo>
                  <a:lnTo>
                    <a:pt x="8183388" y="772145"/>
                  </a:lnTo>
                  <a:lnTo>
                    <a:pt x="8214580" y="839936"/>
                  </a:lnTo>
                  <a:lnTo>
                    <a:pt x="8245226" y="911782"/>
                  </a:lnTo>
                  <a:lnTo>
                    <a:pt x="8275463" y="987716"/>
                  </a:lnTo>
                  <a:lnTo>
                    <a:pt x="8305405" y="1067727"/>
                  </a:lnTo>
                  <a:lnTo>
                    <a:pt x="8335145" y="1151745"/>
                  </a:lnTo>
                  <a:lnTo>
                    <a:pt x="8364759" y="1239645"/>
                  </a:lnTo>
                  <a:lnTo>
                    <a:pt x="8394304" y="1331244"/>
                  </a:lnTo>
                  <a:lnTo>
                    <a:pt x="8423826" y="1426295"/>
                  </a:lnTo>
                  <a:lnTo>
                    <a:pt x="8453356" y="1524492"/>
                  </a:lnTo>
                  <a:lnTo>
                    <a:pt x="8482913" y="1625471"/>
                  </a:lnTo>
                  <a:lnTo>
                    <a:pt x="8512506" y="1728815"/>
                  </a:lnTo>
                  <a:lnTo>
                    <a:pt x="8542137" y="1834060"/>
                  </a:lnTo>
                  <a:lnTo>
                    <a:pt x="8571800" y="1940702"/>
                  </a:lnTo>
                  <a:lnTo>
                    <a:pt x="8601485" y="2048207"/>
                  </a:lnTo>
                  <a:lnTo>
                    <a:pt x="8631178" y="2156026"/>
                  </a:lnTo>
                  <a:lnTo>
                    <a:pt x="8660864" y="2263599"/>
                  </a:lnTo>
                  <a:lnTo>
                    <a:pt x="8690531" y="2370374"/>
                  </a:lnTo>
                  <a:lnTo>
                    <a:pt x="8720166" y="2475815"/>
                  </a:lnTo>
                  <a:lnTo>
                    <a:pt x="8749764" y="2579415"/>
                  </a:lnTo>
                  <a:lnTo>
                    <a:pt x="8779325" y="2680703"/>
                  </a:lnTo>
                  <a:lnTo>
                    <a:pt x="8808857" y="2779257"/>
                  </a:lnTo>
                  <a:lnTo>
                    <a:pt x="8838378" y="2874706"/>
                  </a:lnTo>
                  <a:lnTo>
                    <a:pt x="8867919" y="2966736"/>
                  </a:lnTo>
                  <a:lnTo>
                    <a:pt x="8897522" y="3055095"/>
                  </a:lnTo>
                  <a:lnTo>
                    <a:pt x="8927243" y="3139590"/>
                  </a:lnTo>
                  <a:lnTo>
                    <a:pt x="8957156" y="3220090"/>
                  </a:lnTo>
                  <a:lnTo>
                    <a:pt x="8987352" y="3296519"/>
                  </a:lnTo>
                  <a:lnTo>
                    <a:pt x="9017941" y="3368858"/>
                  </a:lnTo>
                  <a:lnTo>
                    <a:pt x="9049059" y="3437137"/>
                  </a:lnTo>
                  <a:lnTo>
                    <a:pt x="9080865" y="3501430"/>
                  </a:lnTo>
                  <a:lnTo>
                    <a:pt x="9084767" y="3508940"/>
                  </a:lnTo>
                  <a:lnTo>
                    <a:pt x="9127828" y="3586424"/>
                  </a:lnTo>
                  <a:lnTo>
                    <a:pt x="9172910" y="3657220"/>
                  </a:lnTo>
                  <a:lnTo>
                    <a:pt x="9220572" y="3721565"/>
                  </a:lnTo>
                  <a:lnTo>
                    <a:pt x="9271432" y="3779912"/>
                  </a:lnTo>
                  <a:lnTo>
                    <a:pt x="9326128" y="3832806"/>
                  </a:lnTo>
                  <a:lnTo>
                    <a:pt x="9385287" y="3880811"/>
                  </a:lnTo>
                  <a:lnTo>
                    <a:pt x="9449482" y="3924456"/>
                  </a:lnTo>
                  <a:lnTo>
                    <a:pt x="9519179" y="3964210"/>
                  </a:lnTo>
                  <a:lnTo>
                    <a:pt x="9594658" y="4000460"/>
                  </a:lnTo>
                  <a:lnTo>
                    <a:pt x="9675925" y="4033507"/>
                  </a:lnTo>
                  <a:lnTo>
                    <a:pt x="9762595" y="4063559"/>
                  </a:lnTo>
                  <a:lnTo>
                    <a:pt x="9853772" y="4090733"/>
                  </a:lnTo>
                  <a:lnTo>
                    <a:pt x="9947950" y="4115064"/>
                  </a:lnTo>
                  <a:lnTo>
                    <a:pt x="10042958" y="4136526"/>
                  </a:lnTo>
                  <a:lnTo>
                    <a:pt x="10136009" y="4155059"/>
                  </a:lnTo>
                  <a:lnTo>
                    <a:pt x="10223881" y="4170611"/>
                  </a:lnTo>
                  <a:lnTo>
                    <a:pt x="10303251" y="4183181"/>
                  </a:lnTo>
                  <a:lnTo>
                    <a:pt x="10371143" y="4192862"/>
                  </a:lnTo>
                  <a:lnTo>
                    <a:pt x="10425411" y="4199865"/>
                  </a:lnTo>
                  <a:lnTo>
                    <a:pt x="10465134" y="4204524"/>
                  </a:lnTo>
                  <a:lnTo>
                    <a:pt x="10490838" y="4207274"/>
                  </a:lnTo>
                  <a:lnTo>
                    <a:pt x="10504495" y="4208610"/>
                  </a:lnTo>
                  <a:lnTo>
                    <a:pt x="10509385" y="4209050"/>
                  </a:lnTo>
                  <a:lnTo>
                    <a:pt x="10509911" y="4209094"/>
                  </a:lnTo>
                  <a:lnTo>
                    <a:pt x="11981298" y="4209094"/>
                  </a:lnTo>
                  <a:lnTo>
                    <a:pt x="11981298" y="4200921"/>
                  </a:lnTo>
                  <a:lnTo>
                    <a:pt x="10509911" y="4200921"/>
                  </a:lnTo>
                  <a:lnTo>
                    <a:pt x="10508980" y="4200842"/>
                  </a:lnTo>
                  <a:lnTo>
                    <a:pt x="10502839" y="4200282"/>
                  </a:lnTo>
                  <a:lnTo>
                    <a:pt x="10487267" y="4198734"/>
                  </a:lnTo>
                  <a:lnTo>
                    <a:pt x="10459203" y="4195684"/>
                  </a:lnTo>
                  <a:lnTo>
                    <a:pt x="10416919" y="4190642"/>
                  </a:lnTo>
                  <a:lnTo>
                    <a:pt x="10360151" y="4183189"/>
                  </a:lnTo>
                  <a:lnTo>
                    <a:pt x="10290057" y="4173013"/>
                  </a:lnTo>
                  <a:lnTo>
                    <a:pt x="10208961" y="4159922"/>
                  </a:lnTo>
                  <a:lnTo>
                    <a:pt x="10119935" y="4143844"/>
                  </a:lnTo>
                  <a:lnTo>
                    <a:pt x="10026316" y="4124792"/>
                  </a:lnTo>
                  <a:lnTo>
                    <a:pt x="9931268" y="4102821"/>
                  </a:lnTo>
                  <a:lnTo>
                    <a:pt x="9837479" y="4077990"/>
                  </a:lnTo>
                  <a:lnTo>
                    <a:pt x="9747003" y="4050315"/>
                  </a:lnTo>
                  <a:lnTo>
                    <a:pt x="9661234" y="4019748"/>
                  </a:lnTo>
                  <a:lnTo>
                    <a:pt x="9580969" y="3986155"/>
                  </a:lnTo>
                  <a:lnTo>
                    <a:pt x="9506515" y="3949314"/>
                  </a:lnTo>
                  <a:lnTo>
                    <a:pt x="9437813" y="3908907"/>
                  </a:lnTo>
                  <a:lnTo>
                    <a:pt x="9374540" y="3864531"/>
                  </a:lnTo>
                  <a:lnTo>
                    <a:pt x="9316209" y="3815707"/>
                  </a:lnTo>
                  <a:lnTo>
                    <a:pt x="9262234" y="3761895"/>
                  </a:lnTo>
                  <a:lnTo>
                    <a:pt x="9211982" y="3702532"/>
                  </a:lnTo>
                  <a:lnTo>
                    <a:pt x="9164816" y="3637082"/>
                  </a:lnTo>
                  <a:lnTo>
                    <a:pt x="9120129" y="3565119"/>
                  </a:lnTo>
                  <a:lnTo>
                    <a:pt x="9084767" y="3500767"/>
                  </a:lnTo>
                  <a:lnTo>
                    <a:pt x="9052865" y="3436949"/>
                  </a:lnTo>
                  <a:lnTo>
                    <a:pt x="9021673" y="3369157"/>
                  </a:lnTo>
                  <a:lnTo>
                    <a:pt x="8991028" y="3297311"/>
                  </a:lnTo>
                  <a:lnTo>
                    <a:pt x="8960790" y="3221377"/>
                  </a:lnTo>
                  <a:lnTo>
                    <a:pt x="8930848" y="3141366"/>
                  </a:lnTo>
                  <a:lnTo>
                    <a:pt x="8901108" y="3057348"/>
                  </a:lnTo>
                  <a:lnTo>
                    <a:pt x="8871495" y="2969448"/>
                  </a:lnTo>
                  <a:lnTo>
                    <a:pt x="8841949" y="2877849"/>
                  </a:lnTo>
                  <a:lnTo>
                    <a:pt x="8812427" y="2782798"/>
                  </a:lnTo>
                  <a:lnTo>
                    <a:pt x="8782897" y="2684601"/>
                  </a:lnTo>
                  <a:lnTo>
                    <a:pt x="8753341" y="2583622"/>
                  </a:lnTo>
                  <a:lnTo>
                    <a:pt x="8723747" y="2480278"/>
                  </a:lnTo>
                  <a:lnTo>
                    <a:pt x="8694116" y="2375033"/>
                  </a:lnTo>
                  <a:lnTo>
                    <a:pt x="8664453" y="2268392"/>
                  </a:lnTo>
                  <a:lnTo>
                    <a:pt x="8634768" y="2160886"/>
                  </a:lnTo>
                  <a:lnTo>
                    <a:pt x="8605075" y="2053067"/>
                  </a:lnTo>
                  <a:lnTo>
                    <a:pt x="8575389" y="1945494"/>
                  </a:lnTo>
                  <a:lnTo>
                    <a:pt x="8545722" y="1838719"/>
                  </a:lnTo>
                  <a:lnTo>
                    <a:pt x="8516087" y="1733278"/>
                  </a:lnTo>
                  <a:lnTo>
                    <a:pt x="8486489" y="1629678"/>
                  </a:lnTo>
                  <a:lnTo>
                    <a:pt x="8456928" y="1528390"/>
                  </a:lnTo>
                  <a:lnTo>
                    <a:pt x="8427396" y="1429836"/>
                  </a:lnTo>
                  <a:lnTo>
                    <a:pt x="8397875" y="1334387"/>
                  </a:lnTo>
                  <a:lnTo>
                    <a:pt x="8368334" y="1242357"/>
                  </a:lnTo>
                  <a:lnTo>
                    <a:pt x="8338732" y="1153998"/>
                  </a:lnTo>
                  <a:lnTo>
                    <a:pt x="8309010" y="1069503"/>
                  </a:lnTo>
                  <a:lnTo>
                    <a:pt x="8279097" y="989003"/>
                  </a:lnTo>
                  <a:lnTo>
                    <a:pt x="8248901" y="912574"/>
                  </a:lnTo>
                  <a:lnTo>
                    <a:pt x="8218312" y="840235"/>
                  </a:lnTo>
                  <a:lnTo>
                    <a:pt x="8187194" y="771956"/>
                  </a:lnTo>
                  <a:lnTo>
                    <a:pt x="8155388" y="707663"/>
                  </a:lnTo>
                  <a:lnTo>
                    <a:pt x="8151487" y="700153"/>
                  </a:lnTo>
                  <a:lnTo>
                    <a:pt x="8108425" y="622670"/>
                  </a:lnTo>
                  <a:lnTo>
                    <a:pt x="8063344" y="551873"/>
                  </a:lnTo>
                  <a:lnTo>
                    <a:pt x="8015681" y="487528"/>
                  </a:lnTo>
                  <a:lnTo>
                    <a:pt x="7964821" y="429182"/>
                  </a:lnTo>
                  <a:lnTo>
                    <a:pt x="7910125" y="376287"/>
                  </a:lnTo>
                  <a:lnTo>
                    <a:pt x="7850966" y="328282"/>
                  </a:lnTo>
                  <a:lnTo>
                    <a:pt x="7786771" y="284637"/>
                  </a:lnTo>
                  <a:lnTo>
                    <a:pt x="7717075" y="244884"/>
                  </a:lnTo>
                  <a:lnTo>
                    <a:pt x="7641595" y="208633"/>
                  </a:lnTo>
                  <a:lnTo>
                    <a:pt x="7560328" y="175586"/>
                  </a:lnTo>
                  <a:lnTo>
                    <a:pt x="7473658" y="145534"/>
                  </a:lnTo>
                  <a:lnTo>
                    <a:pt x="7382481" y="118360"/>
                  </a:lnTo>
                  <a:lnTo>
                    <a:pt x="7288303" y="94029"/>
                  </a:lnTo>
                  <a:lnTo>
                    <a:pt x="7193295" y="72567"/>
                  </a:lnTo>
                  <a:lnTo>
                    <a:pt x="7100244" y="54034"/>
                  </a:lnTo>
                  <a:lnTo>
                    <a:pt x="7012372" y="38482"/>
                  </a:lnTo>
                  <a:lnTo>
                    <a:pt x="6933002" y="25912"/>
                  </a:lnTo>
                  <a:lnTo>
                    <a:pt x="6865110" y="16231"/>
                  </a:lnTo>
                  <a:lnTo>
                    <a:pt x="6810842" y="9228"/>
                  </a:lnTo>
                  <a:lnTo>
                    <a:pt x="6771119" y="4569"/>
                  </a:lnTo>
                  <a:lnTo>
                    <a:pt x="6745415" y="1820"/>
                  </a:lnTo>
                  <a:lnTo>
                    <a:pt x="6731758" y="483"/>
                  </a:lnTo>
                  <a:lnTo>
                    <a:pt x="6726868" y="43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723" y="17"/>
                  </a:lnTo>
                  <a:lnTo>
                    <a:pt x="5245638" y="139"/>
                  </a:lnTo>
                  <a:lnTo>
                    <a:pt x="5225308" y="477"/>
                  </a:lnTo>
                  <a:lnTo>
                    <a:pt x="5189085" y="1142"/>
                  </a:lnTo>
                  <a:lnTo>
                    <a:pt x="5135344" y="2235"/>
                  </a:lnTo>
                  <a:lnTo>
                    <a:pt x="5064603" y="3839"/>
                  </a:lnTo>
                  <a:lnTo>
                    <a:pt x="4979306" y="6007"/>
                  </a:lnTo>
                  <a:lnTo>
                    <a:pt x="4883246" y="8763"/>
                  </a:lnTo>
                  <a:lnTo>
                    <a:pt x="4780821" y="12108"/>
                  </a:lnTo>
                  <a:lnTo>
                    <a:pt x="4676295" y="16032"/>
                  </a:lnTo>
                  <a:lnTo>
                    <a:pt x="4573281" y="20521"/>
                  </a:lnTo>
                  <a:lnTo>
                    <a:pt x="4474465" y="25574"/>
                  </a:lnTo>
                  <a:lnTo>
                    <a:pt x="4381580" y="31202"/>
                  </a:lnTo>
                  <a:lnTo>
                    <a:pt x="4295512" y="37441"/>
                  </a:lnTo>
                  <a:lnTo>
                    <a:pt x="4216486" y="44345"/>
                  </a:lnTo>
                  <a:lnTo>
                    <a:pt x="4144252" y="51992"/>
                  </a:lnTo>
                  <a:lnTo>
                    <a:pt x="4078250" y="60480"/>
                  </a:lnTo>
                  <a:lnTo>
                    <a:pt x="4017738" y="69921"/>
                  </a:lnTo>
                  <a:lnTo>
                    <a:pt x="3961886" y="80438"/>
                  </a:lnTo>
                  <a:lnTo>
                    <a:pt x="3909845" y="92148"/>
                  </a:lnTo>
                  <a:lnTo>
                    <a:pt x="3860802" y="105146"/>
                  </a:lnTo>
                  <a:lnTo>
                    <a:pt x="3829811" y="114421"/>
                  </a:lnTo>
                  <a:lnTo>
                    <a:pt x="3776470" y="132371"/>
                  </a:lnTo>
                  <a:lnTo>
                    <a:pt x="3724830" y="152190"/>
                  </a:lnTo>
                  <a:lnTo>
                    <a:pt x="3674234" y="173903"/>
                  </a:lnTo>
                  <a:lnTo>
                    <a:pt x="3624205" y="197470"/>
                  </a:lnTo>
                  <a:lnTo>
                    <a:pt x="3574414" y="222773"/>
                  </a:lnTo>
                  <a:lnTo>
                    <a:pt x="3524654" y="249618"/>
                  </a:lnTo>
                  <a:lnTo>
                    <a:pt x="3474817" y="277729"/>
                  </a:lnTo>
                  <a:lnTo>
                    <a:pt x="3424875" y="306765"/>
                  </a:lnTo>
                  <a:lnTo>
                    <a:pt x="3374857" y="336330"/>
                  </a:lnTo>
                  <a:lnTo>
                    <a:pt x="3324822" y="365997"/>
                  </a:lnTo>
                  <a:lnTo>
                    <a:pt x="3274838" y="395332"/>
                  </a:lnTo>
                  <a:lnTo>
                    <a:pt x="3224952" y="423922"/>
                  </a:lnTo>
                  <a:lnTo>
                    <a:pt x="3175164" y="451397"/>
                  </a:lnTo>
                  <a:lnTo>
                    <a:pt x="3125407" y="477449"/>
                  </a:lnTo>
                  <a:lnTo>
                    <a:pt x="3075522" y="501846"/>
                  </a:lnTo>
                  <a:lnTo>
                    <a:pt x="3025241" y="524435"/>
                  </a:lnTo>
                  <a:lnTo>
                    <a:pt x="2974158" y="545139"/>
                  </a:lnTo>
                  <a:lnTo>
                    <a:pt x="2921706" y="563954"/>
                  </a:lnTo>
                  <a:lnTo>
                    <a:pt x="2896531" y="572109"/>
                  </a:lnTo>
                  <a:lnTo>
                    <a:pt x="2849060" y="585978"/>
                  </a:lnTo>
                  <a:lnTo>
                    <a:pt x="2799079" y="598528"/>
                  </a:lnTo>
                  <a:lnTo>
                    <a:pt x="2745829" y="609818"/>
                  </a:lnTo>
                  <a:lnTo>
                    <a:pt x="2688479" y="619953"/>
                  </a:lnTo>
                  <a:lnTo>
                    <a:pt x="2626181" y="629054"/>
                  </a:lnTo>
                  <a:lnTo>
                    <a:pt x="2558124" y="637243"/>
                  </a:lnTo>
                  <a:lnTo>
                    <a:pt x="2483618" y="644626"/>
                  </a:lnTo>
                  <a:lnTo>
                    <a:pt x="2402192" y="651295"/>
                  </a:lnTo>
                  <a:lnTo>
                    <a:pt x="2313739" y="657320"/>
                  </a:lnTo>
                  <a:lnTo>
                    <a:pt x="2218687" y="662748"/>
                  </a:lnTo>
                  <a:lnTo>
                    <a:pt x="2118194" y="667608"/>
                  </a:lnTo>
                  <a:lnTo>
                    <a:pt x="2014311" y="671905"/>
                  </a:lnTo>
                  <a:lnTo>
                    <a:pt x="1910057" y="675632"/>
                  </a:lnTo>
                  <a:lnTo>
                    <a:pt x="1809308" y="678777"/>
                  </a:lnTo>
                  <a:lnTo>
                    <a:pt x="1716448" y="681330"/>
                  </a:lnTo>
                  <a:lnTo>
                    <a:pt x="1635754" y="683301"/>
                  </a:lnTo>
                  <a:lnTo>
                    <a:pt x="1570640" y="684723"/>
                  </a:lnTo>
                  <a:lnTo>
                    <a:pt x="1522937" y="685660"/>
                  </a:lnTo>
                  <a:lnTo>
                    <a:pt x="1492438" y="686201"/>
                  </a:lnTo>
                  <a:lnTo>
                    <a:pt x="1476799" y="686452"/>
                  </a:lnTo>
                  <a:lnTo>
                    <a:pt x="1471745" y="686527"/>
                  </a:lnTo>
                  <a:lnTo>
                    <a:pt x="1471387" y="686531"/>
                  </a:lnTo>
                  <a:lnTo>
                    <a:pt x="0" y="686531"/>
                  </a:lnTo>
                  <a:close/>
                </a:path>
              </a:pathLst>
            </a:custGeom>
            <a:solidFill>
              <a:srgbClr val="F28E5B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131" name="pl1131"/>
            <p:cNvSpPr/>
            <p:nvPr/>
          </p:nvSpPr>
          <p:spPr>
            <a:xfrm>
              <a:off x="4799595" y="6786002"/>
              <a:ext cx="11981298" cy="4200921"/>
            </a:xfrm>
            <a:custGeom>
              <a:avLst/>
              <a:pathLst>
                <a:path w="11981298" h="4200921">
                  <a:moveTo>
                    <a:pt x="0" y="686531"/>
                  </a:moveTo>
                  <a:lnTo>
                    <a:pt x="1471387" y="686531"/>
                  </a:lnTo>
                  <a:lnTo>
                    <a:pt x="1472619" y="686514"/>
                  </a:lnTo>
                  <a:lnTo>
                    <a:pt x="1480704" y="686392"/>
                  </a:lnTo>
                  <a:lnTo>
                    <a:pt x="1501034" y="686054"/>
                  </a:lnTo>
                  <a:lnTo>
                    <a:pt x="1537257" y="685389"/>
                  </a:lnTo>
                  <a:lnTo>
                    <a:pt x="1590998" y="684295"/>
                  </a:lnTo>
                  <a:lnTo>
                    <a:pt x="1661739" y="682691"/>
                  </a:lnTo>
                  <a:lnTo>
                    <a:pt x="1747037" y="680524"/>
                  </a:lnTo>
                  <a:lnTo>
                    <a:pt x="1843096" y="677768"/>
                  </a:lnTo>
                  <a:lnTo>
                    <a:pt x="1945521" y="674422"/>
                  </a:lnTo>
                  <a:lnTo>
                    <a:pt x="2050047" y="670499"/>
                  </a:lnTo>
                  <a:lnTo>
                    <a:pt x="2153061" y="666009"/>
                  </a:lnTo>
                  <a:lnTo>
                    <a:pt x="2251877" y="660957"/>
                  </a:lnTo>
                  <a:lnTo>
                    <a:pt x="2344762" y="655328"/>
                  </a:lnTo>
                  <a:lnTo>
                    <a:pt x="2430830" y="649090"/>
                  </a:lnTo>
                  <a:lnTo>
                    <a:pt x="2509856" y="642186"/>
                  </a:lnTo>
                  <a:lnTo>
                    <a:pt x="2582090" y="634539"/>
                  </a:lnTo>
                  <a:lnTo>
                    <a:pt x="2648092" y="626051"/>
                  </a:lnTo>
                  <a:lnTo>
                    <a:pt x="2708604" y="616610"/>
                  </a:lnTo>
                  <a:lnTo>
                    <a:pt x="2764456" y="606093"/>
                  </a:lnTo>
                  <a:lnTo>
                    <a:pt x="2816498" y="594383"/>
                  </a:lnTo>
                  <a:lnTo>
                    <a:pt x="2865540" y="581385"/>
                  </a:lnTo>
                  <a:lnTo>
                    <a:pt x="2896531" y="572109"/>
                  </a:lnTo>
                  <a:lnTo>
                    <a:pt x="2949872" y="554160"/>
                  </a:lnTo>
                  <a:lnTo>
                    <a:pt x="3001512" y="534341"/>
                  </a:lnTo>
                  <a:lnTo>
                    <a:pt x="3052109" y="512628"/>
                  </a:lnTo>
                  <a:lnTo>
                    <a:pt x="3102137" y="489061"/>
                  </a:lnTo>
                  <a:lnTo>
                    <a:pt x="3151928" y="463758"/>
                  </a:lnTo>
                  <a:lnTo>
                    <a:pt x="3201688" y="436913"/>
                  </a:lnTo>
                  <a:lnTo>
                    <a:pt x="3251525" y="408802"/>
                  </a:lnTo>
                  <a:lnTo>
                    <a:pt x="3301467" y="379765"/>
                  </a:lnTo>
                  <a:lnTo>
                    <a:pt x="3351485" y="350200"/>
                  </a:lnTo>
                  <a:lnTo>
                    <a:pt x="3401520" y="320534"/>
                  </a:lnTo>
                  <a:lnTo>
                    <a:pt x="3451504" y="291199"/>
                  </a:lnTo>
                  <a:lnTo>
                    <a:pt x="3501391" y="262609"/>
                  </a:lnTo>
                  <a:lnTo>
                    <a:pt x="3551178" y="235134"/>
                  </a:lnTo>
                  <a:lnTo>
                    <a:pt x="3600935" y="209082"/>
                  </a:lnTo>
                  <a:lnTo>
                    <a:pt x="3650820" y="184685"/>
                  </a:lnTo>
                  <a:lnTo>
                    <a:pt x="3701102" y="162096"/>
                  </a:lnTo>
                  <a:lnTo>
                    <a:pt x="3752185" y="141392"/>
                  </a:lnTo>
                  <a:lnTo>
                    <a:pt x="3804636" y="122577"/>
                  </a:lnTo>
                  <a:lnTo>
                    <a:pt x="3829811" y="114421"/>
                  </a:lnTo>
                  <a:lnTo>
                    <a:pt x="3877282" y="100553"/>
                  </a:lnTo>
                  <a:lnTo>
                    <a:pt x="3927263" y="88003"/>
                  </a:lnTo>
                  <a:lnTo>
                    <a:pt x="3980513" y="76713"/>
                  </a:lnTo>
                  <a:lnTo>
                    <a:pt x="4037863" y="66578"/>
                  </a:lnTo>
                  <a:lnTo>
                    <a:pt x="4100162" y="57476"/>
                  </a:lnTo>
                  <a:lnTo>
                    <a:pt x="4168218" y="49288"/>
                  </a:lnTo>
                  <a:lnTo>
                    <a:pt x="4242724" y="41905"/>
                  </a:lnTo>
                  <a:lnTo>
                    <a:pt x="4324150" y="35236"/>
                  </a:lnTo>
                  <a:lnTo>
                    <a:pt x="4412603" y="29211"/>
                  </a:lnTo>
                  <a:lnTo>
                    <a:pt x="4507655" y="23782"/>
                  </a:lnTo>
                  <a:lnTo>
                    <a:pt x="4608148" y="18923"/>
                  </a:lnTo>
                  <a:lnTo>
                    <a:pt x="4712031" y="14626"/>
                  </a:lnTo>
                  <a:lnTo>
                    <a:pt x="4816285" y="10899"/>
                  </a:lnTo>
                  <a:lnTo>
                    <a:pt x="4917034" y="7754"/>
                  </a:lnTo>
                  <a:lnTo>
                    <a:pt x="5009894" y="5200"/>
                  </a:lnTo>
                  <a:lnTo>
                    <a:pt x="5090588" y="3230"/>
                  </a:lnTo>
                  <a:lnTo>
                    <a:pt x="5155703" y="1808"/>
                  </a:lnTo>
                  <a:lnTo>
                    <a:pt x="5203405" y="871"/>
                  </a:lnTo>
                  <a:lnTo>
                    <a:pt x="5233904" y="330"/>
                  </a:lnTo>
                  <a:lnTo>
                    <a:pt x="5249543" y="78"/>
                  </a:lnTo>
                  <a:lnTo>
                    <a:pt x="5254597" y="4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273" y="78"/>
                  </a:lnTo>
                  <a:lnTo>
                    <a:pt x="6733415" y="638"/>
                  </a:lnTo>
                  <a:lnTo>
                    <a:pt x="6748986" y="2186"/>
                  </a:lnTo>
                  <a:lnTo>
                    <a:pt x="6777051" y="5236"/>
                  </a:lnTo>
                  <a:lnTo>
                    <a:pt x="6819335" y="10278"/>
                  </a:lnTo>
                  <a:lnTo>
                    <a:pt x="6876102" y="17731"/>
                  </a:lnTo>
                  <a:lnTo>
                    <a:pt x="6946196" y="27908"/>
                  </a:lnTo>
                  <a:lnTo>
                    <a:pt x="7027292" y="40998"/>
                  </a:lnTo>
                  <a:lnTo>
                    <a:pt x="7116318" y="57076"/>
                  </a:lnTo>
                  <a:lnTo>
                    <a:pt x="7209937" y="76129"/>
                  </a:lnTo>
                  <a:lnTo>
                    <a:pt x="7304985" y="98099"/>
                  </a:lnTo>
                  <a:lnTo>
                    <a:pt x="7398774" y="122930"/>
                  </a:lnTo>
                  <a:lnTo>
                    <a:pt x="7489250" y="150605"/>
                  </a:lnTo>
                  <a:lnTo>
                    <a:pt x="7575019" y="181172"/>
                  </a:lnTo>
                  <a:lnTo>
                    <a:pt x="7655284" y="214765"/>
                  </a:lnTo>
                  <a:lnTo>
                    <a:pt x="7729738" y="251607"/>
                  </a:lnTo>
                  <a:lnTo>
                    <a:pt x="7798441" y="292013"/>
                  </a:lnTo>
                  <a:lnTo>
                    <a:pt x="7861713" y="336389"/>
                  </a:lnTo>
                  <a:lnTo>
                    <a:pt x="7920044" y="385213"/>
                  </a:lnTo>
                  <a:lnTo>
                    <a:pt x="7974019" y="439025"/>
                  </a:lnTo>
                  <a:lnTo>
                    <a:pt x="8024271" y="498388"/>
                  </a:lnTo>
                  <a:lnTo>
                    <a:pt x="8071437" y="563838"/>
                  </a:lnTo>
                  <a:lnTo>
                    <a:pt x="8116125" y="635801"/>
                  </a:lnTo>
                  <a:lnTo>
                    <a:pt x="8151487" y="700153"/>
                  </a:lnTo>
                  <a:lnTo>
                    <a:pt x="8183388" y="763972"/>
                  </a:lnTo>
                  <a:lnTo>
                    <a:pt x="8214580" y="831763"/>
                  </a:lnTo>
                  <a:lnTo>
                    <a:pt x="8245226" y="903609"/>
                  </a:lnTo>
                  <a:lnTo>
                    <a:pt x="8275463" y="979543"/>
                  </a:lnTo>
                  <a:lnTo>
                    <a:pt x="8305405" y="1059554"/>
                  </a:lnTo>
                  <a:lnTo>
                    <a:pt x="8335145" y="1143572"/>
                  </a:lnTo>
                  <a:lnTo>
                    <a:pt x="8364759" y="1231472"/>
                  </a:lnTo>
                  <a:lnTo>
                    <a:pt x="8394304" y="1323071"/>
                  </a:lnTo>
                  <a:lnTo>
                    <a:pt x="8423826" y="1418122"/>
                  </a:lnTo>
                  <a:lnTo>
                    <a:pt x="8453356" y="1516319"/>
                  </a:lnTo>
                  <a:lnTo>
                    <a:pt x="8482913" y="1617298"/>
                  </a:lnTo>
                  <a:lnTo>
                    <a:pt x="8512506" y="1720642"/>
                  </a:lnTo>
                  <a:lnTo>
                    <a:pt x="8542137" y="1825887"/>
                  </a:lnTo>
                  <a:lnTo>
                    <a:pt x="8571800" y="1932529"/>
                  </a:lnTo>
                  <a:lnTo>
                    <a:pt x="8601485" y="2040034"/>
                  </a:lnTo>
                  <a:lnTo>
                    <a:pt x="8631178" y="2147853"/>
                  </a:lnTo>
                  <a:lnTo>
                    <a:pt x="8660864" y="2255426"/>
                  </a:lnTo>
                  <a:lnTo>
                    <a:pt x="8690531" y="2362201"/>
                  </a:lnTo>
                  <a:lnTo>
                    <a:pt x="8720166" y="2467642"/>
                  </a:lnTo>
                  <a:lnTo>
                    <a:pt x="8749764" y="2571242"/>
                  </a:lnTo>
                  <a:lnTo>
                    <a:pt x="8779325" y="2672530"/>
                  </a:lnTo>
                  <a:lnTo>
                    <a:pt x="8808857" y="2771084"/>
                  </a:lnTo>
                  <a:lnTo>
                    <a:pt x="8838378" y="2866533"/>
                  </a:lnTo>
                  <a:lnTo>
                    <a:pt x="8867919" y="2958563"/>
                  </a:lnTo>
                  <a:lnTo>
                    <a:pt x="8897522" y="3046922"/>
                  </a:lnTo>
                  <a:lnTo>
                    <a:pt x="8927243" y="3131417"/>
                  </a:lnTo>
                  <a:lnTo>
                    <a:pt x="8957156" y="3211917"/>
                  </a:lnTo>
                  <a:lnTo>
                    <a:pt x="8987352" y="3288346"/>
                  </a:lnTo>
                  <a:lnTo>
                    <a:pt x="9017941" y="3360685"/>
                  </a:lnTo>
                  <a:lnTo>
                    <a:pt x="9049059" y="3428964"/>
                  </a:lnTo>
                  <a:lnTo>
                    <a:pt x="9080865" y="3493257"/>
                  </a:lnTo>
                  <a:lnTo>
                    <a:pt x="9084767" y="3500767"/>
                  </a:lnTo>
                  <a:lnTo>
                    <a:pt x="9127828" y="3578251"/>
                  </a:lnTo>
                  <a:lnTo>
                    <a:pt x="9172910" y="3649047"/>
                  </a:lnTo>
                  <a:lnTo>
                    <a:pt x="9220572" y="3713392"/>
                  </a:lnTo>
                  <a:lnTo>
                    <a:pt x="9271432" y="3771739"/>
                  </a:lnTo>
                  <a:lnTo>
                    <a:pt x="9326128" y="3824633"/>
                  </a:lnTo>
                  <a:lnTo>
                    <a:pt x="9385287" y="3872638"/>
                  </a:lnTo>
                  <a:lnTo>
                    <a:pt x="9449482" y="3916283"/>
                  </a:lnTo>
                  <a:lnTo>
                    <a:pt x="9519179" y="3956037"/>
                  </a:lnTo>
                  <a:lnTo>
                    <a:pt x="9594658" y="3992287"/>
                  </a:lnTo>
                  <a:lnTo>
                    <a:pt x="9675925" y="4025334"/>
                  </a:lnTo>
                  <a:lnTo>
                    <a:pt x="9762595" y="4055386"/>
                  </a:lnTo>
                  <a:lnTo>
                    <a:pt x="9853772" y="4082560"/>
                  </a:lnTo>
                  <a:lnTo>
                    <a:pt x="9947950" y="4106891"/>
                  </a:lnTo>
                  <a:lnTo>
                    <a:pt x="10042958" y="4128353"/>
                  </a:lnTo>
                  <a:lnTo>
                    <a:pt x="10136009" y="4146886"/>
                  </a:lnTo>
                  <a:lnTo>
                    <a:pt x="10223881" y="4162438"/>
                  </a:lnTo>
                  <a:lnTo>
                    <a:pt x="10303251" y="4175008"/>
                  </a:lnTo>
                  <a:lnTo>
                    <a:pt x="10371143" y="4184689"/>
                  </a:lnTo>
                  <a:lnTo>
                    <a:pt x="10425411" y="4191692"/>
                  </a:lnTo>
                  <a:lnTo>
                    <a:pt x="10465134" y="4196351"/>
                  </a:lnTo>
                  <a:lnTo>
                    <a:pt x="10490838" y="4199101"/>
                  </a:lnTo>
                  <a:lnTo>
                    <a:pt x="10504495" y="4200437"/>
                  </a:lnTo>
                  <a:lnTo>
                    <a:pt x="10509385" y="4200877"/>
                  </a:lnTo>
                  <a:lnTo>
                    <a:pt x="10509911" y="4200921"/>
                  </a:lnTo>
                  <a:lnTo>
                    <a:pt x="11981298" y="420092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32" name="pl1132"/>
            <p:cNvSpPr/>
            <p:nvPr/>
          </p:nvSpPr>
          <p:spPr>
            <a:xfrm>
              <a:off x="4799595" y="6777829"/>
              <a:ext cx="11981298" cy="4200921"/>
            </a:xfrm>
            <a:custGeom>
              <a:avLst/>
              <a:pathLst>
                <a:path w="11981298" h="4200921">
                  <a:moveTo>
                    <a:pt x="11981298" y="4200921"/>
                  </a:moveTo>
                  <a:lnTo>
                    <a:pt x="10509911" y="4200921"/>
                  </a:lnTo>
                  <a:lnTo>
                    <a:pt x="10508980" y="4200842"/>
                  </a:lnTo>
                  <a:lnTo>
                    <a:pt x="10502839" y="4200282"/>
                  </a:lnTo>
                  <a:lnTo>
                    <a:pt x="10487267" y="4198734"/>
                  </a:lnTo>
                  <a:lnTo>
                    <a:pt x="10459203" y="4195684"/>
                  </a:lnTo>
                  <a:lnTo>
                    <a:pt x="10416919" y="4190642"/>
                  </a:lnTo>
                  <a:lnTo>
                    <a:pt x="10360151" y="4183189"/>
                  </a:lnTo>
                  <a:lnTo>
                    <a:pt x="10290057" y="4173013"/>
                  </a:lnTo>
                  <a:lnTo>
                    <a:pt x="10208961" y="4159922"/>
                  </a:lnTo>
                  <a:lnTo>
                    <a:pt x="10119935" y="4143844"/>
                  </a:lnTo>
                  <a:lnTo>
                    <a:pt x="10026316" y="4124792"/>
                  </a:lnTo>
                  <a:lnTo>
                    <a:pt x="9931268" y="4102821"/>
                  </a:lnTo>
                  <a:lnTo>
                    <a:pt x="9837479" y="4077990"/>
                  </a:lnTo>
                  <a:lnTo>
                    <a:pt x="9747003" y="4050315"/>
                  </a:lnTo>
                  <a:lnTo>
                    <a:pt x="9661234" y="4019748"/>
                  </a:lnTo>
                  <a:lnTo>
                    <a:pt x="9580969" y="3986155"/>
                  </a:lnTo>
                  <a:lnTo>
                    <a:pt x="9506515" y="3949314"/>
                  </a:lnTo>
                  <a:lnTo>
                    <a:pt x="9437813" y="3908907"/>
                  </a:lnTo>
                  <a:lnTo>
                    <a:pt x="9374540" y="3864531"/>
                  </a:lnTo>
                  <a:lnTo>
                    <a:pt x="9316209" y="3815707"/>
                  </a:lnTo>
                  <a:lnTo>
                    <a:pt x="9262234" y="3761895"/>
                  </a:lnTo>
                  <a:lnTo>
                    <a:pt x="9211982" y="3702532"/>
                  </a:lnTo>
                  <a:lnTo>
                    <a:pt x="9164816" y="3637082"/>
                  </a:lnTo>
                  <a:lnTo>
                    <a:pt x="9120129" y="3565119"/>
                  </a:lnTo>
                  <a:lnTo>
                    <a:pt x="9084767" y="3500767"/>
                  </a:lnTo>
                  <a:lnTo>
                    <a:pt x="9052865" y="3436949"/>
                  </a:lnTo>
                  <a:lnTo>
                    <a:pt x="9021673" y="3369157"/>
                  </a:lnTo>
                  <a:lnTo>
                    <a:pt x="8991028" y="3297311"/>
                  </a:lnTo>
                  <a:lnTo>
                    <a:pt x="8960790" y="3221377"/>
                  </a:lnTo>
                  <a:lnTo>
                    <a:pt x="8930848" y="3141366"/>
                  </a:lnTo>
                  <a:lnTo>
                    <a:pt x="8901108" y="3057348"/>
                  </a:lnTo>
                  <a:lnTo>
                    <a:pt x="8871495" y="2969448"/>
                  </a:lnTo>
                  <a:lnTo>
                    <a:pt x="8841949" y="2877849"/>
                  </a:lnTo>
                  <a:lnTo>
                    <a:pt x="8812427" y="2782798"/>
                  </a:lnTo>
                  <a:lnTo>
                    <a:pt x="8782897" y="2684601"/>
                  </a:lnTo>
                  <a:lnTo>
                    <a:pt x="8753341" y="2583622"/>
                  </a:lnTo>
                  <a:lnTo>
                    <a:pt x="8723747" y="2480278"/>
                  </a:lnTo>
                  <a:lnTo>
                    <a:pt x="8694116" y="2375033"/>
                  </a:lnTo>
                  <a:lnTo>
                    <a:pt x="8664453" y="2268392"/>
                  </a:lnTo>
                  <a:lnTo>
                    <a:pt x="8634768" y="2160886"/>
                  </a:lnTo>
                  <a:lnTo>
                    <a:pt x="8605075" y="2053067"/>
                  </a:lnTo>
                  <a:lnTo>
                    <a:pt x="8575389" y="1945494"/>
                  </a:lnTo>
                  <a:lnTo>
                    <a:pt x="8545722" y="1838719"/>
                  </a:lnTo>
                  <a:lnTo>
                    <a:pt x="8516087" y="1733278"/>
                  </a:lnTo>
                  <a:lnTo>
                    <a:pt x="8486489" y="1629678"/>
                  </a:lnTo>
                  <a:lnTo>
                    <a:pt x="8456928" y="1528390"/>
                  </a:lnTo>
                  <a:lnTo>
                    <a:pt x="8427396" y="1429836"/>
                  </a:lnTo>
                  <a:lnTo>
                    <a:pt x="8397875" y="1334387"/>
                  </a:lnTo>
                  <a:lnTo>
                    <a:pt x="8368334" y="1242357"/>
                  </a:lnTo>
                  <a:lnTo>
                    <a:pt x="8338732" y="1153998"/>
                  </a:lnTo>
                  <a:lnTo>
                    <a:pt x="8309010" y="1069503"/>
                  </a:lnTo>
                  <a:lnTo>
                    <a:pt x="8279097" y="989003"/>
                  </a:lnTo>
                  <a:lnTo>
                    <a:pt x="8248901" y="912574"/>
                  </a:lnTo>
                  <a:lnTo>
                    <a:pt x="8218312" y="840235"/>
                  </a:lnTo>
                  <a:lnTo>
                    <a:pt x="8187194" y="771956"/>
                  </a:lnTo>
                  <a:lnTo>
                    <a:pt x="8155388" y="707663"/>
                  </a:lnTo>
                  <a:lnTo>
                    <a:pt x="8151487" y="700153"/>
                  </a:lnTo>
                  <a:lnTo>
                    <a:pt x="8108425" y="622670"/>
                  </a:lnTo>
                  <a:lnTo>
                    <a:pt x="8063344" y="551873"/>
                  </a:lnTo>
                  <a:lnTo>
                    <a:pt x="8015681" y="487528"/>
                  </a:lnTo>
                  <a:lnTo>
                    <a:pt x="7964821" y="429182"/>
                  </a:lnTo>
                  <a:lnTo>
                    <a:pt x="7910125" y="376287"/>
                  </a:lnTo>
                  <a:lnTo>
                    <a:pt x="7850966" y="328282"/>
                  </a:lnTo>
                  <a:lnTo>
                    <a:pt x="7786771" y="284637"/>
                  </a:lnTo>
                  <a:lnTo>
                    <a:pt x="7717075" y="244884"/>
                  </a:lnTo>
                  <a:lnTo>
                    <a:pt x="7641595" y="208633"/>
                  </a:lnTo>
                  <a:lnTo>
                    <a:pt x="7560328" y="175586"/>
                  </a:lnTo>
                  <a:lnTo>
                    <a:pt x="7473658" y="145534"/>
                  </a:lnTo>
                  <a:lnTo>
                    <a:pt x="7382481" y="118360"/>
                  </a:lnTo>
                  <a:lnTo>
                    <a:pt x="7288303" y="94029"/>
                  </a:lnTo>
                  <a:lnTo>
                    <a:pt x="7193295" y="72567"/>
                  </a:lnTo>
                  <a:lnTo>
                    <a:pt x="7100244" y="54034"/>
                  </a:lnTo>
                  <a:lnTo>
                    <a:pt x="7012372" y="38482"/>
                  </a:lnTo>
                  <a:lnTo>
                    <a:pt x="6933002" y="25912"/>
                  </a:lnTo>
                  <a:lnTo>
                    <a:pt x="6865110" y="16231"/>
                  </a:lnTo>
                  <a:lnTo>
                    <a:pt x="6810842" y="9228"/>
                  </a:lnTo>
                  <a:lnTo>
                    <a:pt x="6771119" y="4569"/>
                  </a:lnTo>
                  <a:lnTo>
                    <a:pt x="6745415" y="1820"/>
                  </a:lnTo>
                  <a:lnTo>
                    <a:pt x="6731758" y="483"/>
                  </a:lnTo>
                  <a:lnTo>
                    <a:pt x="6726868" y="43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723" y="17"/>
                  </a:lnTo>
                  <a:lnTo>
                    <a:pt x="5245638" y="139"/>
                  </a:lnTo>
                  <a:lnTo>
                    <a:pt x="5225308" y="477"/>
                  </a:lnTo>
                  <a:lnTo>
                    <a:pt x="5189085" y="1142"/>
                  </a:lnTo>
                  <a:lnTo>
                    <a:pt x="5135344" y="2235"/>
                  </a:lnTo>
                  <a:lnTo>
                    <a:pt x="5064603" y="3839"/>
                  </a:lnTo>
                  <a:lnTo>
                    <a:pt x="4979306" y="6007"/>
                  </a:lnTo>
                  <a:lnTo>
                    <a:pt x="4883246" y="8763"/>
                  </a:lnTo>
                  <a:lnTo>
                    <a:pt x="4780821" y="12108"/>
                  </a:lnTo>
                  <a:lnTo>
                    <a:pt x="4676295" y="16032"/>
                  </a:lnTo>
                  <a:lnTo>
                    <a:pt x="4573281" y="20521"/>
                  </a:lnTo>
                  <a:lnTo>
                    <a:pt x="4474465" y="25574"/>
                  </a:lnTo>
                  <a:lnTo>
                    <a:pt x="4381580" y="31202"/>
                  </a:lnTo>
                  <a:lnTo>
                    <a:pt x="4295512" y="37441"/>
                  </a:lnTo>
                  <a:lnTo>
                    <a:pt x="4216486" y="44345"/>
                  </a:lnTo>
                  <a:lnTo>
                    <a:pt x="4144252" y="51992"/>
                  </a:lnTo>
                  <a:lnTo>
                    <a:pt x="4078250" y="60480"/>
                  </a:lnTo>
                  <a:lnTo>
                    <a:pt x="4017738" y="69921"/>
                  </a:lnTo>
                  <a:lnTo>
                    <a:pt x="3961886" y="80438"/>
                  </a:lnTo>
                  <a:lnTo>
                    <a:pt x="3909845" y="92148"/>
                  </a:lnTo>
                  <a:lnTo>
                    <a:pt x="3860802" y="105146"/>
                  </a:lnTo>
                  <a:lnTo>
                    <a:pt x="3829811" y="114421"/>
                  </a:lnTo>
                  <a:lnTo>
                    <a:pt x="3776470" y="132371"/>
                  </a:lnTo>
                  <a:lnTo>
                    <a:pt x="3724830" y="152190"/>
                  </a:lnTo>
                  <a:lnTo>
                    <a:pt x="3674234" y="173903"/>
                  </a:lnTo>
                  <a:lnTo>
                    <a:pt x="3624205" y="197470"/>
                  </a:lnTo>
                  <a:lnTo>
                    <a:pt x="3574414" y="222773"/>
                  </a:lnTo>
                  <a:lnTo>
                    <a:pt x="3524654" y="249618"/>
                  </a:lnTo>
                  <a:lnTo>
                    <a:pt x="3474817" y="277729"/>
                  </a:lnTo>
                  <a:lnTo>
                    <a:pt x="3424875" y="306765"/>
                  </a:lnTo>
                  <a:lnTo>
                    <a:pt x="3374857" y="336330"/>
                  </a:lnTo>
                  <a:lnTo>
                    <a:pt x="3324822" y="365997"/>
                  </a:lnTo>
                  <a:lnTo>
                    <a:pt x="3274838" y="395332"/>
                  </a:lnTo>
                  <a:lnTo>
                    <a:pt x="3224952" y="423922"/>
                  </a:lnTo>
                  <a:lnTo>
                    <a:pt x="3175164" y="451397"/>
                  </a:lnTo>
                  <a:lnTo>
                    <a:pt x="3125407" y="477449"/>
                  </a:lnTo>
                  <a:lnTo>
                    <a:pt x="3075522" y="501846"/>
                  </a:lnTo>
                  <a:lnTo>
                    <a:pt x="3025241" y="524435"/>
                  </a:lnTo>
                  <a:lnTo>
                    <a:pt x="2974158" y="545139"/>
                  </a:lnTo>
                  <a:lnTo>
                    <a:pt x="2921706" y="563954"/>
                  </a:lnTo>
                  <a:lnTo>
                    <a:pt x="2896531" y="572109"/>
                  </a:lnTo>
                  <a:lnTo>
                    <a:pt x="2849060" y="585978"/>
                  </a:lnTo>
                  <a:lnTo>
                    <a:pt x="2799079" y="598528"/>
                  </a:lnTo>
                  <a:lnTo>
                    <a:pt x="2745829" y="609818"/>
                  </a:lnTo>
                  <a:lnTo>
                    <a:pt x="2688479" y="619953"/>
                  </a:lnTo>
                  <a:lnTo>
                    <a:pt x="2626181" y="629054"/>
                  </a:lnTo>
                  <a:lnTo>
                    <a:pt x="2558124" y="637243"/>
                  </a:lnTo>
                  <a:lnTo>
                    <a:pt x="2483618" y="644626"/>
                  </a:lnTo>
                  <a:lnTo>
                    <a:pt x="2402192" y="651295"/>
                  </a:lnTo>
                  <a:lnTo>
                    <a:pt x="2313739" y="657320"/>
                  </a:lnTo>
                  <a:lnTo>
                    <a:pt x="2218687" y="662748"/>
                  </a:lnTo>
                  <a:lnTo>
                    <a:pt x="2118194" y="667608"/>
                  </a:lnTo>
                  <a:lnTo>
                    <a:pt x="2014311" y="671905"/>
                  </a:lnTo>
                  <a:lnTo>
                    <a:pt x="1910057" y="675632"/>
                  </a:lnTo>
                  <a:lnTo>
                    <a:pt x="1809308" y="678777"/>
                  </a:lnTo>
                  <a:lnTo>
                    <a:pt x="1716448" y="681330"/>
                  </a:lnTo>
                  <a:lnTo>
                    <a:pt x="1635754" y="683301"/>
                  </a:lnTo>
                  <a:lnTo>
                    <a:pt x="1570640" y="684723"/>
                  </a:lnTo>
                  <a:lnTo>
                    <a:pt x="1522937" y="685660"/>
                  </a:lnTo>
                  <a:lnTo>
                    <a:pt x="1492438" y="686201"/>
                  </a:lnTo>
                  <a:lnTo>
                    <a:pt x="1476799" y="686452"/>
                  </a:lnTo>
                  <a:lnTo>
                    <a:pt x="1471745" y="686527"/>
                  </a:lnTo>
                  <a:lnTo>
                    <a:pt x="1471387" y="686531"/>
                  </a:lnTo>
                  <a:lnTo>
                    <a:pt x="0" y="68653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33" name="pg1133"/>
            <p:cNvSpPr/>
            <p:nvPr/>
          </p:nvSpPr>
          <p:spPr>
            <a:xfrm>
              <a:off x="4799595" y="4129778"/>
              <a:ext cx="11981298" cy="4176402"/>
            </a:xfrm>
            <a:custGeom>
              <a:avLst/>
              <a:pathLst>
                <a:path w="11981298" h="4176402">
                  <a:moveTo>
                    <a:pt x="0" y="4176402"/>
                  </a:moveTo>
                  <a:lnTo>
                    <a:pt x="1471387" y="4176402"/>
                  </a:lnTo>
                  <a:lnTo>
                    <a:pt x="1472537" y="4176337"/>
                  </a:lnTo>
                  <a:lnTo>
                    <a:pt x="1480096" y="4175878"/>
                  </a:lnTo>
                  <a:lnTo>
                    <a:pt x="1499145" y="4174607"/>
                  </a:lnTo>
                  <a:lnTo>
                    <a:pt x="1533188" y="4172106"/>
                  </a:lnTo>
                  <a:lnTo>
                    <a:pt x="1583900" y="4167987"/>
                  </a:lnTo>
                  <a:lnTo>
                    <a:pt x="1651001" y="4161933"/>
                  </a:lnTo>
                  <a:lnTo>
                    <a:pt x="1732415" y="4153730"/>
                  </a:lnTo>
                  <a:lnTo>
                    <a:pt x="1824746" y="4143268"/>
                  </a:lnTo>
                  <a:lnTo>
                    <a:pt x="1923937" y="4130532"/>
                  </a:lnTo>
                  <a:lnTo>
                    <a:pt x="2025937" y="4115558"/>
                  </a:lnTo>
                  <a:lnTo>
                    <a:pt x="2127214" y="4098396"/>
                  </a:lnTo>
                  <a:lnTo>
                    <a:pt x="2225043" y="4079068"/>
                  </a:lnTo>
                  <a:lnTo>
                    <a:pt x="2317581" y="4057542"/>
                  </a:lnTo>
                  <a:lnTo>
                    <a:pt x="2403788" y="4033716"/>
                  </a:lnTo>
                  <a:lnTo>
                    <a:pt x="2483284" y="4007405"/>
                  </a:lnTo>
                  <a:lnTo>
                    <a:pt x="2556174" y="3978344"/>
                  </a:lnTo>
                  <a:lnTo>
                    <a:pt x="2622891" y="3946193"/>
                  </a:lnTo>
                  <a:lnTo>
                    <a:pt x="2684077" y="3910546"/>
                  </a:lnTo>
                  <a:lnTo>
                    <a:pt x="2740481" y="3870954"/>
                  </a:lnTo>
                  <a:lnTo>
                    <a:pt x="2792894" y="3826958"/>
                  </a:lnTo>
                  <a:lnTo>
                    <a:pt x="2842094" y="3778152"/>
                  </a:lnTo>
                  <a:lnTo>
                    <a:pt x="2888802" y="3724280"/>
                  </a:lnTo>
                  <a:lnTo>
                    <a:pt x="2896531" y="3714627"/>
                  </a:lnTo>
                  <a:lnTo>
                    <a:pt x="2934545" y="3664055"/>
                  </a:lnTo>
                  <a:lnTo>
                    <a:pt x="2971593" y="3609728"/>
                  </a:lnTo>
                  <a:lnTo>
                    <a:pt x="3007941" y="3551571"/>
                  </a:lnTo>
                  <a:lnTo>
                    <a:pt x="3043804" y="3489570"/>
                  </a:lnTo>
                  <a:lnTo>
                    <a:pt x="3079350" y="3423781"/>
                  </a:lnTo>
                  <a:lnTo>
                    <a:pt x="3114712" y="3354338"/>
                  </a:lnTo>
                  <a:lnTo>
                    <a:pt x="3149989" y="3281452"/>
                  </a:lnTo>
                  <a:lnTo>
                    <a:pt x="3185249" y="3205418"/>
                  </a:lnTo>
                  <a:lnTo>
                    <a:pt x="3220537" y="3126609"/>
                  </a:lnTo>
                  <a:lnTo>
                    <a:pt x="3255875" y="3045474"/>
                  </a:lnTo>
                  <a:lnTo>
                    <a:pt x="3291266" y="2962527"/>
                  </a:lnTo>
                  <a:lnTo>
                    <a:pt x="3326701" y="2878333"/>
                  </a:lnTo>
                  <a:lnTo>
                    <a:pt x="3362161" y="2793498"/>
                  </a:lnTo>
                  <a:lnTo>
                    <a:pt x="3397621" y="2708646"/>
                  </a:lnTo>
                  <a:lnTo>
                    <a:pt x="3433058" y="2624399"/>
                  </a:lnTo>
                  <a:lnTo>
                    <a:pt x="3468452" y="2541365"/>
                  </a:lnTo>
                  <a:lnTo>
                    <a:pt x="3503793" y="2460112"/>
                  </a:lnTo>
                  <a:lnTo>
                    <a:pt x="3539083" y="2381158"/>
                  </a:lnTo>
                  <a:lnTo>
                    <a:pt x="3574344" y="2304955"/>
                  </a:lnTo>
                  <a:lnTo>
                    <a:pt x="3609618" y="2231881"/>
                  </a:lnTo>
                  <a:lnTo>
                    <a:pt x="3644973" y="2162235"/>
                  </a:lnTo>
                  <a:lnTo>
                    <a:pt x="3680506" y="2096235"/>
                  </a:lnTo>
                  <a:lnTo>
                    <a:pt x="3716347" y="2034016"/>
                  </a:lnTo>
                  <a:lnTo>
                    <a:pt x="3752662" y="1975639"/>
                  </a:lnTo>
                  <a:lnTo>
                    <a:pt x="3789664" y="1921095"/>
                  </a:lnTo>
                  <a:lnTo>
                    <a:pt x="3827614" y="1870312"/>
                  </a:lnTo>
                  <a:lnTo>
                    <a:pt x="3829811" y="1867530"/>
                  </a:lnTo>
                  <a:lnTo>
                    <a:pt x="3876161" y="1812791"/>
                  </a:lnTo>
                  <a:lnTo>
                    <a:pt x="3924890" y="1763136"/>
                  </a:lnTo>
                  <a:lnTo>
                    <a:pt x="3976703" y="1718350"/>
                  </a:lnTo>
                  <a:lnTo>
                    <a:pt x="4032373" y="1678042"/>
                  </a:lnTo>
                  <a:lnTo>
                    <a:pt x="4092692" y="1641758"/>
                  </a:lnTo>
                  <a:lnTo>
                    <a:pt x="4158422" y="1609043"/>
                  </a:lnTo>
                  <a:lnTo>
                    <a:pt x="4230226" y="1579484"/>
                  </a:lnTo>
                  <a:lnTo>
                    <a:pt x="4308582" y="1552727"/>
                  </a:lnTo>
                  <a:lnTo>
                    <a:pt x="4393662" y="1528494"/>
                  </a:lnTo>
                  <a:lnTo>
                    <a:pt x="4485177" y="1506587"/>
                  </a:lnTo>
                  <a:lnTo>
                    <a:pt x="4582214" y="1486890"/>
                  </a:lnTo>
                  <a:lnTo>
                    <a:pt x="4683074" y="1469359"/>
                  </a:lnTo>
                  <a:lnTo>
                    <a:pt x="4785180" y="1454011"/>
                  </a:lnTo>
                  <a:lnTo>
                    <a:pt x="4885124" y="1440891"/>
                  </a:lnTo>
                  <a:lnTo>
                    <a:pt x="4978914" y="1430043"/>
                  </a:lnTo>
                  <a:lnTo>
                    <a:pt x="5062448" y="1421460"/>
                  </a:lnTo>
                  <a:lnTo>
                    <a:pt x="5132169" y="1415054"/>
                  </a:lnTo>
                  <a:lnTo>
                    <a:pt x="5185736" y="1410626"/>
                  </a:lnTo>
                  <a:lnTo>
                    <a:pt x="5222544" y="1407876"/>
                  </a:lnTo>
                  <a:lnTo>
                    <a:pt x="5243939" y="1406426"/>
                  </a:lnTo>
                  <a:lnTo>
                    <a:pt x="5253131" y="1405859"/>
                  </a:lnTo>
                  <a:lnTo>
                    <a:pt x="5254955" y="1405755"/>
                  </a:lnTo>
                  <a:lnTo>
                    <a:pt x="6726343" y="1405755"/>
                  </a:lnTo>
                  <a:lnTo>
                    <a:pt x="6727557" y="1405721"/>
                  </a:lnTo>
                  <a:lnTo>
                    <a:pt x="6735526" y="1405476"/>
                  </a:lnTo>
                  <a:lnTo>
                    <a:pt x="6755576" y="1404798"/>
                  </a:lnTo>
                  <a:lnTo>
                    <a:pt x="6791323" y="1403465"/>
                  </a:lnTo>
                  <a:lnTo>
                    <a:pt x="6844406" y="1401271"/>
                  </a:lnTo>
                  <a:lnTo>
                    <a:pt x="6914357" y="1398052"/>
                  </a:lnTo>
                  <a:lnTo>
                    <a:pt x="6998818" y="1393699"/>
                  </a:lnTo>
                  <a:lnTo>
                    <a:pt x="7094079" y="1388161"/>
                  </a:lnTo>
                  <a:lnTo>
                    <a:pt x="7195819" y="1381435"/>
                  </a:lnTo>
                  <a:lnTo>
                    <a:pt x="7299815" y="1373542"/>
                  </a:lnTo>
                  <a:lnTo>
                    <a:pt x="7402471" y="1364508"/>
                  </a:lnTo>
                  <a:lnTo>
                    <a:pt x="7501090" y="1354339"/>
                  </a:lnTo>
                  <a:lnTo>
                    <a:pt x="7593914" y="1343012"/>
                  </a:lnTo>
                  <a:lnTo>
                    <a:pt x="7680023" y="1330462"/>
                  </a:lnTo>
                  <a:lnTo>
                    <a:pt x="7759157" y="1316579"/>
                  </a:lnTo>
                  <a:lnTo>
                    <a:pt x="7831536" y="1301211"/>
                  </a:lnTo>
                  <a:lnTo>
                    <a:pt x="7897692" y="1284166"/>
                  </a:lnTo>
                  <a:lnTo>
                    <a:pt x="7958346" y="1265220"/>
                  </a:lnTo>
                  <a:lnTo>
                    <a:pt x="8014312" y="1244128"/>
                  </a:lnTo>
                  <a:lnTo>
                    <a:pt x="8066425" y="1220652"/>
                  </a:lnTo>
                  <a:lnTo>
                    <a:pt x="8115493" y="1194596"/>
                  </a:lnTo>
                  <a:lnTo>
                    <a:pt x="8151487" y="1172825"/>
                  </a:lnTo>
                  <a:lnTo>
                    <a:pt x="8198942" y="1140571"/>
                  </a:lnTo>
                  <a:lnTo>
                    <a:pt x="8244992" y="1105327"/>
                  </a:lnTo>
                  <a:lnTo>
                    <a:pt x="8290119" y="1067042"/>
                  </a:lnTo>
                  <a:lnTo>
                    <a:pt x="8334689" y="1025745"/>
                  </a:lnTo>
                  <a:lnTo>
                    <a:pt x="8378970" y="981560"/>
                  </a:lnTo>
                  <a:lnTo>
                    <a:pt x="8423146" y="934708"/>
                  </a:lnTo>
                  <a:lnTo>
                    <a:pt x="8467335" y="885512"/>
                  </a:lnTo>
                  <a:lnTo>
                    <a:pt x="8511596" y="834390"/>
                  </a:lnTo>
                  <a:lnTo>
                    <a:pt x="8555940" y="781845"/>
                  </a:lnTo>
                  <a:lnTo>
                    <a:pt x="8600344" y="728443"/>
                  </a:lnTo>
                  <a:lnTo>
                    <a:pt x="8644769" y="674794"/>
                  </a:lnTo>
                  <a:lnTo>
                    <a:pt x="8689164" y="621515"/>
                  </a:lnTo>
                  <a:lnTo>
                    <a:pt x="8733492" y="569210"/>
                  </a:lnTo>
                  <a:lnTo>
                    <a:pt x="8777736" y="518435"/>
                  </a:lnTo>
                  <a:lnTo>
                    <a:pt x="8821917" y="469676"/>
                  </a:lnTo>
                  <a:lnTo>
                    <a:pt x="8866102" y="423333"/>
                  </a:lnTo>
                  <a:lnTo>
                    <a:pt x="8910423" y="379710"/>
                  </a:lnTo>
                  <a:lnTo>
                    <a:pt x="8955080" y="339007"/>
                  </a:lnTo>
                  <a:lnTo>
                    <a:pt x="9000359" y="301329"/>
                  </a:lnTo>
                  <a:lnTo>
                    <a:pt x="9046646" y="266688"/>
                  </a:lnTo>
                  <a:lnTo>
                    <a:pt x="9084767" y="241103"/>
                  </a:lnTo>
                  <a:lnTo>
                    <a:pt x="9131996" y="213004"/>
                  </a:lnTo>
                  <a:lnTo>
                    <a:pt x="9181706" y="187564"/>
                  </a:lnTo>
                  <a:lnTo>
                    <a:pt x="9234646" y="164665"/>
                  </a:lnTo>
                  <a:lnTo>
                    <a:pt x="9291632" y="144097"/>
                  </a:lnTo>
                  <a:lnTo>
                    <a:pt x="9353502" y="125616"/>
                  </a:lnTo>
                  <a:lnTo>
                    <a:pt x="9421053" y="108983"/>
                  </a:lnTo>
                  <a:lnTo>
                    <a:pt x="9494972" y="93978"/>
                  </a:lnTo>
                  <a:lnTo>
                    <a:pt x="9575732" y="80418"/>
                  </a:lnTo>
                  <a:lnTo>
                    <a:pt x="9663454" y="68162"/>
                  </a:lnTo>
                  <a:lnTo>
                    <a:pt x="9757743" y="57110"/>
                  </a:lnTo>
                  <a:lnTo>
                    <a:pt x="9857497" y="47207"/>
                  </a:lnTo>
                  <a:lnTo>
                    <a:pt x="9960743" y="38438"/>
                  </a:lnTo>
                  <a:lnTo>
                    <a:pt x="10064563" y="30815"/>
                  </a:lnTo>
                  <a:lnTo>
                    <a:pt x="10165181" y="24365"/>
                  </a:lnTo>
                  <a:lnTo>
                    <a:pt x="10258295" y="19106"/>
                  </a:lnTo>
                  <a:lnTo>
                    <a:pt x="10339658" y="15025"/>
                  </a:lnTo>
                  <a:lnTo>
                    <a:pt x="10405815" y="12058"/>
                  </a:lnTo>
                  <a:lnTo>
                    <a:pt x="10454811" y="10081"/>
                  </a:lnTo>
                  <a:lnTo>
                    <a:pt x="10486666" y="8921"/>
                  </a:lnTo>
                  <a:lnTo>
                    <a:pt x="10503501" y="8364"/>
                  </a:lnTo>
                  <a:lnTo>
                    <a:pt x="10509357" y="8188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8697" y="34"/>
                  </a:lnTo>
                  <a:lnTo>
                    <a:pt x="10500727" y="279"/>
                  </a:lnTo>
                  <a:lnTo>
                    <a:pt x="10480677" y="957"/>
                  </a:lnTo>
                  <a:lnTo>
                    <a:pt x="10444930" y="2290"/>
                  </a:lnTo>
                  <a:lnTo>
                    <a:pt x="10391848" y="4484"/>
                  </a:lnTo>
                  <a:lnTo>
                    <a:pt x="10321896" y="7703"/>
                  </a:lnTo>
                  <a:lnTo>
                    <a:pt x="10237435" y="12056"/>
                  </a:lnTo>
                  <a:lnTo>
                    <a:pt x="10142174" y="17593"/>
                  </a:lnTo>
                  <a:lnTo>
                    <a:pt x="10040434" y="24320"/>
                  </a:lnTo>
                  <a:lnTo>
                    <a:pt x="9936439" y="32212"/>
                  </a:lnTo>
                  <a:lnTo>
                    <a:pt x="9833782" y="41247"/>
                  </a:lnTo>
                  <a:lnTo>
                    <a:pt x="9735163" y="51416"/>
                  </a:lnTo>
                  <a:lnTo>
                    <a:pt x="9642339" y="62743"/>
                  </a:lnTo>
                  <a:lnTo>
                    <a:pt x="9556231" y="75293"/>
                  </a:lnTo>
                  <a:lnTo>
                    <a:pt x="9477096" y="89176"/>
                  </a:lnTo>
                  <a:lnTo>
                    <a:pt x="9404717" y="104544"/>
                  </a:lnTo>
                  <a:lnTo>
                    <a:pt x="9338561" y="121588"/>
                  </a:lnTo>
                  <a:lnTo>
                    <a:pt x="9277907" y="140535"/>
                  </a:lnTo>
                  <a:lnTo>
                    <a:pt x="9221941" y="161626"/>
                  </a:lnTo>
                  <a:lnTo>
                    <a:pt x="9169828" y="185103"/>
                  </a:lnTo>
                  <a:lnTo>
                    <a:pt x="9120761" y="211158"/>
                  </a:lnTo>
                  <a:lnTo>
                    <a:pt x="9084767" y="232930"/>
                  </a:lnTo>
                  <a:lnTo>
                    <a:pt x="9037311" y="265184"/>
                  </a:lnTo>
                  <a:lnTo>
                    <a:pt x="8991261" y="300428"/>
                  </a:lnTo>
                  <a:lnTo>
                    <a:pt x="8946134" y="338713"/>
                  </a:lnTo>
                  <a:lnTo>
                    <a:pt x="8901564" y="380009"/>
                  </a:lnTo>
                  <a:lnTo>
                    <a:pt x="8857284" y="424194"/>
                  </a:lnTo>
                  <a:lnTo>
                    <a:pt x="8813107" y="471046"/>
                  </a:lnTo>
                  <a:lnTo>
                    <a:pt x="8768918" y="520243"/>
                  </a:lnTo>
                  <a:lnTo>
                    <a:pt x="8724657" y="571365"/>
                  </a:lnTo>
                  <a:lnTo>
                    <a:pt x="8680314" y="623910"/>
                  </a:lnTo>
                  <a:lnTo>
                    <a:pt x="8635909" y="677311"/>
                  </a:lnTo>
                  <a:lnTo>
                    <a:pt x="8591485" y="730961"/>
                  </a:lnTo>
                  <a:lnTo>
                    <a:pt x="8547089" y="784239"/>
                  </a:lnTo>
                  <a:lnTo>
                    <a:pt x="8502761" y="836544"/>
                  </a:lnTo>
                  <a:lnTo>
                    <a:pt x="8458517" y="887320"/>
                  </a:lnTo>
                  <a:lnTo>
                    <a:pt x="8414337" y="936079"/>
                  </a:lnTo>
                  <a:lnTo>
                    <a:pt x="8370151" y="982422"/>
                  </a:lnTo>
                  <a:lnTo>
                    <a:pt x="8325830" y="1026045"/>
                  </a:lnTo>
                  <a:lnTo>
                    <a:pt x="8281173" y="1066748"/>
                  </a:lnTo>
                  <a:lnTo>
                    <a:pt x="8235894" y="1104426"/>
                  </a:lnTo>
                  <a:lnTo>
                    <a:pt x="8189607" y="1139066"/>
                  </a:lnTo>
                  <a:lnTo>
                    <a:pt x="8151487" y="1164652"/>
                  </a:lnTo>
                  <a:lnTo>
                    <a:pt x="8104257" y="1192751"/>
                  </a:lnTo>
                  <a:lnTo>
                    <a:pt x="8054547" y="1218191"/>
                  </a:lnTo>
                  <a:lnTo>
                    <a:pt x="8001607" y="1241090"/>
                  </a:lnTo>
                  <a:lnTo>
                    <a:pt x="7944621" y="1261658"/>
                  </a:lnTo>
                  <a:lnTo>
                    <a:pt x="7882751" y="1280139"/>
                  </a:lnTo>
                  <a:lnTo>
                    <a:pt x="7815200" y="1296772"/>
                  </a:lnTo>
                  <a:lnTo>
                    <a:pt x="7741281" y="1311777"/>
                  </a:lnTo>
                  <a:lnTo>
                    <a:pt x="7660522" y="1325336"/>
                  </a:lnTo>
                  <a:lnTo>
                    <a:pt x="7572799" y="1337593"/>
                  </a:lnTo>
                  <a:lnTo>
                    <a:pt x="7478510" y="1348645"/>
                  </a:lnTo>
                  <a:lnTo>
                    <a:pt x="7378756" y="1358548"/>
                  </a:lnTo>
                  <a:lnTo>
                    <a:pt x="7275510" y="1367317"/>
                  </a:lnTo>
                  <a:lnTo>
                    <a:pt x="7171690" y="1374940"/>
                  </a:lnTo>
                  <a:lnTo>
                    <a:pt x="7071073" y="1381390"/>
                  </a:lnTo>
                  <a:lnTo>
                    <a:pt x="6977959" y="1386648"/>
                  </a:lnTo>
                  <a:lnTo>
                    <a:pt x="6896595" y="1390730"/>
                  </a:lnTo>
                  <a:lnTo>
                    <a:pt x="6830438" y="1393697"/>
                  </a:lnTo>
                  <a:lnTo>
                    <a:pt x="6781442" y="1395673"/>
                  </a:lnTo>
                  <a:lnTo>
                    <a:pt x="6749587" y="1396834"/>
                  </a:lnTo>
                  <a:lnTo>
                    <a:pt x="6732752" y="1397390"/>
                  </a:lnTo>
                  <a:lnTo>
                    <a:pt x="6726896" y="1397567"/>
                  </a:lnTo>
                  <a:lnTo>
                    <a:pt x="6726343" y="1397582"/>
                  </a:lnTo>
                  <a:lnTo>
                    <a:pt x="5254955" y="1397582"/>
                  </a:lnTo>
                  <a:lnTo>
                    <a:pt x="5253805" y="1397647"/>
                  </a:lnTo>
                  <a:lnTo>
                    <a:pt x="5246246" y="1398106"/>
                  </a:lnTo>
                  <a:lnTo>
                    <a:pt x="5227197" y="1399377"/>
                  </a:lnTo>
                  <a:lnTo>
                    <a:pt x="5193154" y="1401877"/>
                  </a:lnTo>
                  <a:lnTo>
                    <a:pt x="5142442" y="1405997"/>
                  </a:lnTo>
                  <a:lnTo>
                    <a:pt x="5075341" y="1412050"/>
                  </a:lnTo>
                  <a:lnTo>
                    <a:pt x="4993927" y="1420254"/>
                  </a:lnTo>
                  <a:lnTo>
                    <a:pt x="4901596" y="1430716"/>
                  </a:lnTo>
                  <a:lnTo>
                    <a:pt x="4802405" y="1443452"/>
                  </a:lnTo>
                  <a:lnTo>
                    <a:pt x="4700405" y="1458425"/>
                  </a:lnTo>
                  <a:lnTo>
                    <a:pt x="4599128" y="1475588"/>
                  </a:lnTo>
                  <a:lnTo>
                    <a:pt x="4501299" y="1494916"/>
                  </a:lnTo>
                  <a:lnTo>
                    <a:pt x="4408762" y="1516442"/>
                  </a:lnTo>
                  <a:lnTo>
                    <a:pt x="4322554" y="1540268"/>
                  </a:lnTo>
                  <a:lnTo>
                    <a:pt x="4243058" y="1566579"/>
                  </a:lnTo>
                  <a:lnTo>
                    <a:pt x="4170168" y="1595640"/>
                  </a:lnTo>
                  <a:lnTo>
                    <a:pt x="4103451" y="1627791"/>
                  </a:lnTo>
                  <a:lnTo>
                    <a:pt x="4042265" y="1663438"/>
                  </a:lnTo>
                  <a:lnTo>
                    <a:pt x="3985861" y="1703030"/>
                  </a:lnTo>
                  <a:lnTo>
                    <a:pt x="3933448" y="1747026"/>
                  </a:lnTo>
                  <a:lnTo>
                    <a:pt x="3884248" y="1795832"/>
                  </a:lnTo>
                  <a:lnTo>
                    <a:pt x="3837540" y="1849704"/>
                  </a:lnTo>
                  <a:lnTo>
                    <a:pt x="3829811" y="1859357"/>
                  </a:lnTo>
                  <a:lnTo>
                    <a:pt x="3791798" y="1909929"/>
                  </a:lnTo>
                  <a:lnTo>
                    <a:pt x="3754750" y="1964256"/>
                  </a:lnTo>
                  <a:lnTo>
                    <a:pt x="3718401" y="2022413"/>
                  </a:lnTo>
                  <a:lnTo>
                    <a:pt x="3682539" y="2084414"/>
                  </a:lnTo>
                  <a:lnTo>
                    <a:pt x="3646992" y="2150202"/>
                  </a:lnTo>
                  <a:lnTo>
                    <a:pt x="3611630" y="2219646"/>
                  </a:lnTo>
                  <a:lnTo>
                    <a:pt x="3576353" y="2292532"/>
                  </a:lnTo>
                  <a:lnTo>
                    <a:pt x="3541093" y="2368566"/>
                  </a:lnTo>
                  <a:lnTo>
                    <a:pt x="3505805" y="2447375"/>
                  </a:lnTo>
                  <a:lnTo>
                    <a:pt x="3470467" y="2528510"/>
                  </a:lnTo>
                  <a:lnTo>
                    <a:pt x="3435076" y="2611457"/>
                  </a:lnTo>
                  <a:lnTo>
                    <a:pt x="3399641" y="2695651"/>
                  </a:lnTo>
                  <a:lnTo>
                    <a:pt x="3364181" y="2780485"/>
                  </a:lnTo>
                  <a:lnTo>
                    <a:pt x="3328721" y="2865338"/>
                  </a:lnTo>
                  <a:lnTo>
                    <a:pt x="3293284" y="2949585"/>
                  </a:lnTo>
                  <a:lnTo>
                    <a:pt x="3257890" y="3032619"/>
                  </a:lnTo>
                  <a:lnTo>
                    <a:pt x="3222549" y="3113872"/>
                  </a:lnTo>
                  <a:lnTo>
                    <a:pt x="3187259" y="3192826"/>
                  </a:lnTo>
                  <a:lnTo>
                    <a:pt x="3151998" y="3269029"/>
                  </a:lnTo>
                  <a:lnTo>
                    <a:pt x="3116724" y="3342102"/>
                  </a:lnTo>
                  <a:lnTo>
                    <a:pt x="3081369" y="3411748"/>
                  </a:lnTo>
                  <a:lnTo>
                    <a:pt x="3045836" y="3477749"/>
                  </a:lnTo>
                  <a:lnTo>
                    <a:pt x="3009996" y="3539968"/>
                  </a:lnTo>
                  <a:lnTo>
                    <a:pt x="2973680" y="3598345"/>
                  </a:lnTo>
                  <a:lnTo>
                    <a:pt x="2936679" y="3652888"/>
                  </a:lnTo>
                  <a:lnTo>
                    <a:pt x="2898728" y="3703672"/>
                  </a:lnTo>
                  <a:lnTo>
                    <a:pt x="2896531" y="3706454"/>
                  </a:lnTo>
                  <a:lnTo>
                    <a:pt x="2850181" y="3761193"/>
                  </a:lnTo>
                  <a:lnTo>
                    <a:pt x="2801453" y="3810848"/>
                  </a:lnTo>
                  <a:lnTo>
                    <a:pt x="2749639" y="3855634"/>
                  </a:lnTo>
                  <a:lnTo>
                    <a:pt x="2693969" y="3895942"/>
                  </a:lnTo>
                  <a:lnTo>
                    <a:pt x="2633650" y="3932226"/>
                  </a:lnTo>
                  <a:lnTo>
                    <a:pt x="2567920" y="3964940"/>
                  </a:lnTo>
                  <a:lnTo>
                    <a:pt x="2496116" y="3994500"/>
                  </a:lnTo>
                  <a:lnTo>
                    <a:pt x="2417760" y="4021257"/>
                  </a:lnTo>
                  <a:lnTo>
                    <a:pt x="2332681" y="4045490"/>
                  </a:lnTo>
                  <a:lnTo>
                    <a:pt x="2241165" y="4067397"/>
                  </a:lnTo>
                  <a:lnTo>
                    <a:pt x="2144128" y="4087094"/>
                  </a:lnTo>
                  <a:lnTo>
                    <a:pt x="2043268" y="4104625"/>
                  </a:lnTo>
                  <a:lnTo>
                    <a:pt x="1941162" y="4119973"/>
                  </a:lnTo>
                  <a:lnTo>
                    <a:pt x="1841218" y="4133093"/>
                  </a:lnTo>
                  <a:lnTo>
                    <a:pt x="1747428" y="4143941"/>
                  </a:lnTo>
                  <a:lnTo>
                    <a:pt x="1663894" y="4152523"/>
                  </a:lnTo>
                  <a:lnTo>
                    <a:pt x="1594173" y="4158930"/>
                  </a:lnTo>
                  <a:lnTo>
                    <a:pt x="1540606" y="4163358"/>
                  </a:lnTo>
                  <a:lnTo>
                    <a:pt x="1503798" y="4166108"/>
                  </a:lnTo>
                  <a:lnTo>
                    <a:pt x="1482403" y="4167558"/>
                  </a:lnTo>
                  <a:lnTo>
                    <a:pt x="1473211" y="4168125"/>
                  </a:lnTo>
                  <a:lnTo>
                    <a:pt x="1471387" y="4168229"/>
                  </a:lnTo>
                  <a:lnTo>
                    <a:pt x="0" y="4168229"/>
                  </a:lnTo>
                  <a:close/>
                </a:path>
              </a:pathLst>
            </a:custGeom>
            <a:solidFill>
              <a:srgbClr val="67C1B3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134" name="pl1134"/>
            <p:cNvSpPr/>
            <p:nvPr/>
          </p:nvSpPr>
          <p:spPr>
            <a:xfrm>
              <a:off x="4799595" y="4137951"/>
              <a:ext cx="11981298" cy="4168229"/>
            </a:xfrm>
            <a:custGeom>
              <a:avLst/>
              <a:pathLst>
                <a:path w="11981298" h="4168229">
                  <a:moveTo>
                    <a:pt x="0" y="4168229"/>
                  </a:moveTo>
                  <a:lnTo>
                    <a:pt x="1471387" y="4168229"/>
                  </a:lnTo>
                  <a:lnTo>
                    <a:pt x="1472537" y="4168164"/>
                  </a:lnTo>
                  <a:lnTo>
                    <a:pt x="1480096" y="4167705"/>
                  </a:lnTo>
                  <a:lnTo>
                    <a:pt x="1499145" y="4166434"/>
                  </a:lnTo>
                  <a:lnTo>
                    <a:pt x="1533188" y="4163933"/>
                  </a:lnTo>
                  <a:lnTo>
                    <a:pt x="1583900" y="4159814"/>
                  </a:lnTo>
                  <a:lnTo>
                    <a:pt x="1651001" y="4153760"/>
                  </a:lnTo>
                  <a:lnTo>
                    <a:pt x="1732415" y="4145557"/>
                  </a:lnTo>
                  <a:lnTo>
                    <a:pt x="1824746" y="4135095"/>
                  </a:lnTo>
                  <a:lnTo>
                    <a:pt x="1923937" y="4122359"/>
                  </a:lnTo>
                  <a:lnTo>
                    <a:pt x="2025937" y="4107385"/>
                  </a:lnTo>
                  <a:lnTo>
                    <a:pt x="2127214" y="4090223"/>
                  </a:lnTo>
                  <a:lnTo>
                    <a:pt x="2225043" y="4070895"/>
                  </a:lnTo>
                  <a:lnTo>
                    <a:pt x="2317581" y="4049369"/>
                  </a:lnTo>
                  <a:lnTo>
                    <a:pt x="2403788" y="4025543"/>
                  </a:lnTo>
                  <a:lnTo>
                    <a:pt x="2483284" y="3999232"/>
                  </a:lnTo>
                  <a:lnTo>
                    <a:pt x="2556174" y="3970171"/>
                  </a:lnTo>
                  <a:lnTo>
                    <a:pt x="2622891" y="3938020"/>
                  </a:lnTo>
                  <a:lnTo>
                    <a:pt x="2684077" y="3902373"/>
                  </a:lnTo>
                  <a:lnTo>
                    <a:pt x="2740481" y="3862781"/>
                  </a:lnTo>
                  <a:lnTo>
                    <a:pt x="2792894" y="3818785"/>
                  </a:lnTo>
                  <a:lnTo>
                    <a:pt x="2842094" y="3769979"/>
                  </a:lnTo>
                  <a:lnTo>
                    <a:pt x="2888802" y="3716107"/>
                  </a:lnTo>
                  <a:lnTo>
                    <a:pt x="2896531" y="3706454"/>
                  </a:lnTo>
                  <a:lnTo>
                    <a:pt x="2934545" y="3655882"/>
                  </a:lnTo>
                  <a:lnTo>
                    <a:pt x="2971593" y="3601555"/>
                  </a:lnTo>
                  <a:lnTo>
                    <a:pt x="3007941" y="3543398"/>
                  </a:lnTo>
                  <a:lnTo>
                    <a:pt x="3043804" y="3481397"/>
                  </a:lnTo>
                  <a:lnTo>
                    <a:pt x="3079350" y="3415608"/>
                  </a:lnTo>
                  <a:lnTo>
                    <a:pt x="3114712" y="3346165"/>
                  </a:lnTo>
                  <a:lnTo>
                    <a:pt x="3149989" y="3273279"/>
                  </a:lnTo>
                  <a:lnTo>
                    <a:pt x="3185249" y="3197245"/>
                  </a:lnTo>
                  <a:lnTo>
                    <a:pt x="3220537" y="3118436"/>
                  </a:lnTo>
                  <a:lnTo>
                    <a:pt x="3255875" y="3037301"/>
                  </a:lnTo>
                  <a:lnTo>
                    <a:pt x="3291266" y="2954354"/>
                  </a:lnTo>
                  <a:lnTo>
                    <a:pt x="3326701" y="2870160"/>
                  </a:lnTo>
                  <a:lnTo>
                    <a:pt x="3362161" y="2785325"/>
                  </a:lnTo>
                  <a:lnTo>
                    <a:pt x="3397621" y="2700473"/>
                  </a:lnTo>
                  <a:lnTo>
                    <a:pt x="3433058" y="2616226"/>
                  </a:lnTo>
                  <a:lnTo>
                    <a:pt x="3468452" y="2533192"/>
                  </a:lnTo>
                  <a:lnTo>
                    <a:pt x="3503793" y="2451939"/>
                  </a:lnTo>
                  <a:lnTo>
                    <a:pt x="3539083" y="2372985"/>
                  </a:lnTo>
                  <a:lnTo>
                    <a:pt x="3574344" y="2296782"/>
                  </a:lnTo>
                  <a:lnTo>
                    <a:pt x="3609618" y="2223708"/>
                  </a:lnTo>
                  <a:lnTo>
                    <a:pt x="3644973" y="2154062"/>
                  </a:lnTo>
                  <a:lnTo>
                    <a:pt x="3680506" y="2088062"/>
                  </a:lnTo>
                  <a:lnTo>
                    <a:pt x="3716347" y="2025843"/>
                  </a:lnTo>
                  <a:lnTo>
                    <a:pt x="3752662" y="1967466"/>
                  </a:lnTo>
                  <a:lnTo>
                    <a:pt x="3789664" y="1912922"/>
                  </a:lnTo>
                  <a:lnTo>
                    <a:pt x="3827614" y="1862139"/>
                  </a:lnTo>
                  <a:lnTo>
                    <a:pt x="3829811" y="1859357"/>
                  </a:lnTo>
                  <a:lnTo>
                    <a:pt x="3876161" y="1804618"/>
                  </a:lnTo>
                  <a:lnTo>
                    <a:pt x="3924890" y="1754963"/>
                  </a:lnTo>
                  <a:lnTo>
                    <a:pt x="3976703" y="1710177"/>
                  </a:lnTo>
                  <a:lnTo>
                    <a:pt x="4032373" y="1669869"/>
                  </a:lnTo>
                  <a:lnTo>
                    <a:pt x="4092692" y="1633585"/>
                  </a:lnTo>
                  <a:lnTo>
                    <a:pt x="4158422" y="1600870"/>
                  </a:lnTo>
                  <a:lnTo>
                    <a:pt x="4230226" y="1571311"/>
                  </a:lnTo>
                  <a:lnTo>
                    <a:pt x="4308582" y="1544554"/>
                  </a:lnTo>
                  <a:lnTo>
                    <a:pt x="4393662" y="1520321"/>
                  </a:lnTo>
                  <a:lnTo>
                    <a:pt x="4485177" y="1498414"/>
                  </a:lnTo>
                  <a:lnTo>
                    <a:pt x="4582214" y="1478717"/>
                  </a:lnTo>
                  <a:lnTo>
                    <a:pt x="4683074" y="1461186"/>
                  </a:lnTo>
                  <a:lnTo>
                    <a:pt x="4785180" y="1445838"/>
                  </a:lnTo>
                  <a:lnTo>
                    <a:pt x="4885124" y="1432718"/>
                  </a:lnTo>
                  <a:lnTo>
                    <a:pt x="4978914" y="1421870"/>
                  </a:lnTo>
                  <a:lnTo>
                    <a:pt x="5062448" y="1413287"/>
                  </a:lnTo>
                  <a:lnTo>
                    <a:pt x="5132169" y="1406881"/>
                  </a:lnTo>
                  <a:lnTo>
                    <a:pt x="5185736" y="1402453"/>
                  </a:lnTo>
                  <a:lnTo>
                    <a:pt x="5222544" y="1399703"/>
                  </a:lnTo>
                  <a:lnTo>
                    <a:pt x="5243939" y="1398253"/>
                  </a:lnTo>
                  <a:lnTo>
                    <a:pt x="5253131" y="1397686"/>
                  </a:lnTo>
                  <a:lnTo>
                    <a:pt x="5254949" y="1397583"/>
                  </a:lnTo>
                  <a:lnTo>
                    <a:pt x="5254955" y="1397582"/>
                  </a:lnTo>
                  <a:lnTo>
                    <a:pt x="6726343" y="1397582"/>
                  </a:lnTo>
                  <a:lnTo>
                    <a:pt x="6727557" y="1397548"/>
                  </a:lnTo>
                  <a:lnTo>
                    <a:pt x="6735526" y="1397303"/>
                  </a:lnTo>
                  <a:lnTo>
                    <a:pt x="6755576" y="1396625"/>
                  </a:lnTo>
                  <a:lnTo>
                    <a:pt x="6791323" y="1395292"/>
                  </a:lnTo>
                  <a:lnTo>
                    <a:pt x="6844406" y="1393098"/>
                  </a:lnTo>
                  <a:lnTo>
                    <a:pt x="6914357" y="1389879"/>
                  </a:lnTo>
                  <a:lnTo>
                    <a:pt x="6998818" y="1385526"/>
                  </a:lnTo>
                  <a:lnTo>
                    <a:pt x="7094079" y="1379988"/>
                  </a:lnTo>
                  <a:lnTo>
                    <a:pt x="7195819" y="1373262"/>
                  </a:lnTo>
                  <a:lnTo>
                    <a:pt x="7299815" y="1365369"/>
                  </a:lnTo>
                  <a:lnTo>
                    <a:pt x="7402471" y="1356335"/>
                  </a:lnTo>
                  <a:lnTo>
                    <a:pt x="7501090" y="1346166"/>
                  </a:lnTo>
                  <a:lnTo>
                    <a:pt x="7593914" y="1334839"/>
                  </a:lnTo>
                  <a:lnTo>
                    <a:pt x="7680023" y="1322289"/>
                  </a:lnTo>
                  <a:lnTo>
                    <a:pt x="7759157" y="1308406"/>
                  </a:lnTo>
                  <a:lnTo>
                    <a:pt x="7831536" y="1293038"/>
                  </a:lnTo>
                  <a:lnTo>
                    <a:pt x="7897692" y="1275993"/>
                  </a:lnTo>
                  <a:lnTo>
                    <a:pt x="7958346" y="1257047"/>
                  </a:lnTo>
                  <a:lnTo>
                    <a:pt x="8014312" y="1235955"/>
                  </a:lnTo>
                  <a:lnTo>
                    <a:pt x="8066425" y="1212479"/>
                  </a:lnTo>
                  <a:lnTo>
                    <a:pt x="8115493" y="1186423"/>
                  </a:lnTo>
                  <a:lnTo>
                    <a:pt x="8151487" y="1164652"/>
                  </a:lnTo>
                  <a:lnTo>
                    <a:pt x="8198942" y="1132398"/>
                  </a:lnTo>
                  <a:lnTo>
                    <a:pt x="8244992" y="1097154"/>
                  </a:lnTo>
                  <a:lnTo>
                    <a:pt x="8290119" y="1058869"/>
                  </a:lnTo>
                  <a:lnTo>
                    <a:pt x="8334689" y="1017572"/>
                  </a:lnTo>
                  <a:lnTo>
                    <a:pt x="8378970" y="973387"/>
                  </a:lnTo>
                  <a:lnTo>
                    <a:pt x="8423146" y="926535"/>
                  </a:lnTo>
                  <a:lnTo>
                    <a:pt x="8467335" y="877339"/>
                  </a:lnTo>
                  <a:lnTo>
                    <a:pt x="8511596" y="826217"/>
                  </a:lnTo>
                  <a:lnTo>
                    <a:pt x="8555940" y="773672"/>
                  </a:lnTo>
                  <a:lnTo>
                    <a:pt x="8600344" y="720270"/>
                  </a:lnTo>
                  <a:lnTo>
                    <a:pt x="8644769" y="666621"/>
                  </a:lnTo>
                  <a:lnTo>
                    <a:pt x="8689164" y="613342"/>
                  </a:lnTo>
                  <a:lnTo>
                    <a:pt x="8733492" y="561037"/>
                  </a:lnTo>
                  <a:lnTo>
                    <a:pt x="8777736" y="510262"/>
                  </a:lnTo>
                  <a:lnTo>
                    <a:pt x="8821917" y="461503"/>
                  </a:lnTo>
                  <a:lnTo>
                    <a:pt x="8866102" y="415160"/>
                  </a:lnTo>
                  <a:lnTo>
                    <a:pt x="8910423" y="371537"/>
                  </a:lnTo>
                  <a:lnTo>
                    <a:pt x="8955080" y="330834"/>
                  </a:lnTo>
                  <a:lnTo>
                    <a:pt x="9000359" y="293156"/>
                  </a:lnTo>
                  <a:lnTo>
                    <a:pt x="9046646" y="258515"/>
                  </a:lnTo>
                  <a:lnTo>
                    <a:pt x="9084767" y="232930"/>
                  </a:lnTo>
                  <a:lnTo>
                    <a:pt x="9131996" y="204831"/>
                  </a:lnTo>
                  <a:lnTo>
                    <a:pt x="9181706" y="179391"/>
                  </a:lnTo>
                  <a:lnTo>
                    <a:pt x="9234646" y="156492"/>
                  </a:lnTo>
                  <a:lnTo>
                    <a:pt x="9291632" y="135924"/>
                  </a:lnTo>
                  <a:lnTo>
                    <a:pt x="9353502" y="117443"/>
                  </a:lnTo>
                  <a:lnTo>
                    <a:pt x="9421053" y="100810"/>
                  </a:lnTo>
                  <a:lnTo>
                    <a:pt x="9494972" y="85805"/>
                  </a:lnTo>
                  <a:lnTo>
                    <a:pt x="9575732" y="72245"/>
                  </a:lnTo>
                  <a:lnTo>
                    <a:pt x="9663454" y="59989"/>
                  </a:lnTo>
                  <a:lnTo>
                    <a:pt x="9757743" y="48937"/>
                  </a:lnTo>
                  <a:lnTo>
                    <a:pt x="9857497" y="39034"/>
                  </a:lnTo>
                  <a:lnTo>
                    <a:pt x="9960743" y="30265"/>
                  </a:lnTo>
                  <a:lnTo>
                    <a:pt x="10064563" y="22642"/>
                  </a:lnTo>
                  <a:lnTo>
                    <a:pt x="10165181" y="16192"/>
                  </a:lnTo>
                  <a:lnTo>
                    <a:pt x="10258295" y="10933"/>
                  </a:lnTo>
                  <a:lnTo>
                    <a:pt x="10339658" y="6852"/>
                  </a:lnTo>
                  <a:lnTo>
                    <a:pt x="10405815" y="3885"/>
                  </a:lnTo>
                  <a:lnTo>
                    <a:pt x="10454811" y="1908"/>
                  </a:lnTo>
                  <a:lnTo>
                    <a:pt x="10486666" y="748"/>
                  </a:lnTo>
                  <a:lnTo>
                    <a:pt x="10503501" y="191"/>
                  </a:lnTo>
                  <a:lnTo>
                    <a:pt x="10509357" y="15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35" name="pl1135"/>
            <p:cNvSpPr/>
            <p:nvPr/>
          </p:nvSpPr>
          <p:spPr>
            <a:xfrm>
              <a:off x="4799595" y="4129778"/>
              <a:ext cx="11981298" cy="4168229"/>
            </a:xfrm>
            <a:custGeom>
              <a:avLst/>
              <a:pathLst>
                <a:path w="11981298" h="4168229">
                  <a:moveTo>
                    <a:pt x="11981298" y="0"/>
                  </a:moveTo>
                  <a:lnTo>
                    <a:pt x="10509911" y="0"/>
                  </a:lnTo>
                  <a:lnTo>
                    <a:pt x="10508697" y="34"/>
                  </a:lnTo>
                  <a:lnTo>
                    <a:pt x="10500727" y="279"/>
                  </a:lnTo>
                  <a:lnTo>
                    <a:pt x="10480677" y="957"/>
                  </a:lnTo>
                  <a:lnTo>
                    <a:pt x="10444930" y="2290"/>
                  </a:lnTo>
                  <a:lnTo>
                    <a:pt x="10391848" y="4484"/>
                  </a:lnTo>
                  <a:lnTo>
                    <a:pt x="10321896" y="7703"/>
                  </a:lnTo>
                  <a:lnTo>
                    <a:pt x="10237435" y="12056"/>
                  </a:lnTo>
                  <a:lnTo>
                    <a:pt x="10142174" y="17593"/>
                  </a:lnTo>
                  <a:lnTo>
                    <a:pt x="10040434" y="24320"/>
                  </a:lnTo>
                  <a:lnTo>
                    <a:pt x="9936439" y="32212"/>
                  </a:lnTo>
                  <a:lnTo>
                    <a:pt x="9833782" y="41247"/>
                  </a:lnTo>
                  <a:lnTo>
                    <a:pt x="9735163" y="51416"/>
                  </a:lnTo>
                  <a:lnTo>
                    <a:pt x="9642339" y="62743"/>
                  </a:lnTo>
                  <a:lnTo>
                    <a:pt x="9556231" y="75293"/>
                  </a:lnTo>
                  <a:lnTo>
                    <a:pt x="9477096" y="89176"/>
                  </a:lnTo>
                  <a:lnTo>
                    <a:pt x="9404717" y="104544"/>
                  </a:lnTo>
                  <a:lnTo>
                    <a:pt x="9338561" y="121588"/>
                  </a:lnTo>
                  <a:lnTo>
                    <a:pt x="9277907" y="140535"/>
                  </a:lnTo>
                  <a:lnTo>
                    <a:pt x="9221941" y="161626"/>
                  </a:lnTo>
                  <a:lnTo>
                    <a:pt x="9169828" y="185103"/>
                  </a:lnTo>
                  <a:lnTo>
                    <a:pt x="9120761" y="211158"/>
                  </a:lnTo>
                  <a:lnTo>
                    <a:pt x="9084767" y="232930"/>
                  </a:lnTo>
                  <a:lnTo>
                    <a:pt x="9037311" y="265184"/>
                  </a:lnTo>
                  <a:lnTo>
                    <a:pt x="8991261" y="300428"/>
                  </a:lnTo>
                  <a:lnTo>
                    <a:pt x="8946134" y="338713"/>
                  </a:lnTo>
                  <a:lnTo>
                    <a:pt x="8901564" y="380009"/>
                  </a:lnTo>
                  <a:lnTo>
                    <a:pt x="8857284" y="424194"/>
                  </a:lnTo>
                  <a:lnTo>
                    <a:pt x="8813107" y="471046"/>
                  </a:lnTo>
                  <a:lnTo>
                    <a:pt x="8768918" y="520243"/>
                  </a:lnTo>
                  <a:lnTo>
                    <a:pt x="8724657" y="571365"/>
                  </a:lnTo>
                  <a:lnTo>
                    <a:pt x="8680314" y="623910"/>
                  </a:lnTo>
                  <a:lnTo>
                    <a:pt x="8635909" y="677311"/>
                  </a:lnTo>
                  <a:lnTo>
                    <a:pt x="8591485" y="730961"/>
                  </a:lnTo>
                  <a:lnTo>
                    <a:pt x="8547089" y="784239"/>
                  </a:lnTo>
                  <a:lnTo>
                    <a:pt x="8502761" y="836544"/>
                  </a:lnTo>
                  <a:lnTo>
                    <a:pt x="8458517" y="887320"/>
                  </a:lnTo>
                  <a:lnTo>
                    <a:pt x="8414337" y="936079"/>
                  </a:lnTo>
                  <a:lnTo>
                    <a:pt x="8370151" y="982422"/>
                  </a:lnTo>
                  <a:lnTo>
                    <a:pt x="8325830" y="1026045"/>
                  </a:lnTo>
                  <a:lnTo>
                    <a:pt x="8281173" y="1066748"/>
                  </a:lnTo>
                  <a:lnTo>
                    <a:pt x="8235894" y="1104426"/>
                  </a:lnTo>
                  <a:lnTo>
                    <a:pt x="8189607" y="1139066"/>
                  </a:lnTo>
                  <a:lnTo>
                    <a:pt x="8151487" y="1164652"/>
                  </a:lnTo>
                  <a:lnTo>
                    <a:pt x="8104257" y="1192751"/>
                  </a:lnTo>
                  <a:lnTo>
                    <a:pt x="8054547" y="1218191"/>
                  </a:lnTo>
                  <a:lnTo>
                    <a:pt x="8001607" y="1241090"/>
                  </a:lnTo>
                  <a:lnTo>
                    <a:pt x="7944621" y="1261658"/>
                  </a:lnTo>
                  <a:lnTo>
                    <a:pt x="7882751" y="1280139"/>
                  </a:lnTo>
                  <a:lnTo>
                    <a:pt x="7815200" y="1296772"/>
                  </a:lnTo>
                  <a:lnTo>
                    <a:pt x="7741281" y="1311777"/>
                  </a:lnTo>
                  <a:lnTo>
                    <a:pt x="7660522" y="1325336"/>
                  </a:lnTo>
                  <a:lnTo>
                    <a:pt x="7572799" y="1337593"/>
                  </a:lnTo>
                  <a:lnTo>
                    <a:pt x="7478510" y="1348645"/>
                  </a:lnTo>
                  <a:lnTo>
                    <a:pt x="7378756" y="1358548"/>
                  </a:lnTo>
                  <a:lnTo>
                    <a:pt x="7275510" y="1367317"/>
                  </a:lnTo>
                  <a:lnTo>
                    <a:pt x="7171690" y="1374940"/>
                  </a:lnTo>
                  <a:lnTo>
                    <a:pt x="7071073" y="1381390"/>
                  </a:lnTo>
                  <a:lnTo>
                    <a:pt x="6977959" y="1386648"/>
                  </a:lnTo>
                  <a:lnTo>
                    <a:pt x="6896595" y="1390730"/>
                  </a:lnTo>
                  <a:lnTo>
                    <a:pt x="6830438" y="1393697"/>
                  </a:lnTo>
                  <a:lnTo>
                    <a:pt x="6781442" y="1395673"/>
                  </a:lnTo>
                  <a:lnTo>
                    <a:pt x="6749587" y="1396834"/>
                  </a:lnTo>
                  <a:lnTo>
                    <a:pt x="6732752" y="1397390"/>
                  </a:lnTo>
                  <a:lnTo>
                    <a:pt x="6726896" y="1397567"/>
                  </a:lnTo>
                  <a:lnTo>
                    <a:pt x="6726343" y="1397582"/>
                  </a:lnTo>
                  <a:lnTo>
                    <a:pt x="5254955" y="1397582"/>
                  </a:lnTo>
                  <a:lnTo>
                    <a:pt x="5253805" y="1397647"/>
                  </a:lnTo>
                  <a:lnTo>
                    <a:pt x="5246246" y="1398106"/>
                  </a:lnTo>
                  <a:lnTo>
                    <a:pt x="5227197" y="1399377"/>
                  </a:lnTo>
                  <a:lnTo>
                    <a:pt x="5193154" y="1401877"/>
                  </a:lnTo>
                  <a:lnTo>
                    <a:pt x="5142442" y="1405997"/>
                  </a:lnTo>
                  <a:lnTo>
                    <a:pt x="5075341" y="1412050"/>
                  </a:lnTo>
                  <a:lnTo>
                    <a:pt x="4993927" y="1420254"/>
                  </a:lnTo>
                  <a:lnTo>
                    <a:pt x="4901596" y="1430716"/>
                  </a:lnTo>
                  <a:lnTo>
                    <a:pt x="4802405" y="1443452"/>
                  </a:lnTo>
                  <a:lnTo>
                    <a:pt x="4700405" y="1458425"/>
                  </a:lnTo>
                  <a:lnTo>
                    <a:pt x="4599128" y="1475588"/>
                  </a:lnTo>
                  <a:lnTo>
                    <a:pt x="4501299" y="1494916"/>
                  </a:lnTo>
                  <a:lnTo>
                    <a:pt x="4408762" y="1516442"/>
                  </a:lnTo>
                  <a:lnTo>
                    <a:pt x="4322554" y="1540268"/>
                  </a:lnTo>
                  <a:lnTo>
                    <a:pt x="4243058" y="1566579"/>
                  </a:lnTo>
                  <a:lnTo>
                    <a:pt x="4170168" y="1595640"/>
                  </a:lnTo>
                  <a:lnTo>
                    <a:pt x="4103451" y="1627791"/>
                  </a:lnTo>
                  <a:lnTo>
                    <a:pt x="4042265" y="1663438"/>
                  </a:lnTo>
                  <a:lnTo>
                    <a:pt x="3985861" y="1703030"/>
                  </a:lnTo>
                  <a:lnTo>
                    <a:pt x="3933448" y="1747026"/>
                  </a:lnTo>
                  <a:lnTo>
                    <a:pt x="3884248" y="1795832"/>
                  </a:lnTo>
                  <a:lnTo>
                    <a:pt x="3837540" y="1849704"/>
                  </a:lnTo>
                  <a:lnTo>
                    <a:pt x="3829811" y="1859357"/>
                  </a:lnTo>
                  <a:lnTo>
                    <a:pt x="3791798" y="1909929"/>
                  </a:lnTo>
                  <a:lnTo>
                    <a:pt x="3754750" y="1964256"/>
                  </a:lnTo>
                  <a:lnTo>
                    <a:pt x="3718401" y="2022413"/>
                  </a:lnTo>
                  <a:lnTo>
                    <a:pt x="3682539" y="2084414"/>
                  </a:lnTo>
                  <a:lnTo>
                    <a:pt x="3646992" y="2150202"/>
                  </a:lnTo>
                  <a:lnTo>
                    <a:pt x="3611630" y="2219646"/>
                  </a:lnTo>
                  <a:lnTo>
                    <a:pt x="3576353" y="2292532"/>
                  </a:lnTo>
                  <a:lnTo>
                    <a:pt x="3541093" y="2368566"/>
                  </a:lnTo>
                  <a:lnTo>
                    <a:pt x="3505805" y="2447375"/>
                  </a:lnTo>
                  <a:lnTo>
                    <a:pt x="3470467" y="2528510"/>
                  </a:lnTo>
                  <a:lnTo>
                    <a:pt x="3435076" y="2611457"/>
                  </a:lnTo>
                  <a:lnTo>
                    <a:pt x="3399641" y="2695651"/>
                  </a:lnTo>
                  <a:lnTo>
                    <a:pt x="3364181" y="2780485"/>
                  </a:lnTo>
                  <a:lnTo>
                    <a:pt x="3328721" y="2865338"/>
                  </a:lnTo>
                  <a:lnTo>
                    <a:pt x="3293284" y="2949585"/>
                  </a:lnTo>
                  <a:lnTo>
                    <a:pt x="3257890" y="3032619"/>
                  </a:lnTo>
                  <a:lnTo>
                    <a:pt x="3222549" y="3113872"/>
                  </a:lnTo>
                  <a:lnTo>
                    <a:pt x="3187259" y="3192826"/>
                  </a:lnTo>
                  <a:lnTo>
                    <a:pt x="3151998" y="3269029"/>
                  </a:lnTo>
                  <a:lnTo>
                    <a:pt x="3116724" y="3342102"/>
                  </a:lnTo>
                  <a:lnTo>
                    <a:pt x="3081369" y="3411748"/>
                  </a:lnTo>
                  <a:lnTo>
                    <a:pt x="3045836" y="3477749"/>
                  </a:lnTo>
                  <a:lnTo>
                    <a:pt x="3009996" y="3539968"/>
                  </a:lnTo>
                  <a:lnTo>
                    <a:pt x="2973680" y="3598345"/>
                  </a:lnTo>
                  <a:lnTo>
                    <a:pt x="2936679" y="3652888"/>
                  </a:lnTo>
                  <a:lnTo>
                    <a:pt x="2898728" y="3703672"/>
                  </a:lnTo>
                  <a:lnTo>
                    <a:pt x="2896531" y="3706454"/>
                  </a:lnTo>
                  <a:lnTo>
                    <a:pt x="2850181" y="3761193"/>
                  </a:lnTo>
                  <a:lnTo>
                    <a:pt x="2801453" y="3810848"/>
                  </a:lnTo>
                  <a:lnTo>
                    <a:pt x="2749639" y="3855634"/>
                  </a:lnTo>
                  <a:lnTo>
                    <a:pt x="2693969" y="3895942"/>
                  </a:lnTo>
                  <a:lnTo>
                    <a:pt x="2633650" y="3932226"/>
                  </a:lnTo>
                  <a:lnTo>
                    <a:pt x="2567920" y="3964940"/>
                  </a:lnTo>
                  <a:lnTo>
                    <a:pt x="2496116" y="3994500"/>
                  </a:lnTo>
                  <a:lnTo>
                    <a:pt x="2417760" y="4021257"/>
                  </a:lnTo>
                  <a:lnTo>
                    <a:pt x="2332681" y="4045490"/>
                  </a:lnTo>
                  <a:lnTo>
                    <a:pt x="2241165" y="4067397"/>
                  </a:lnTo>
                  <a:lnTo>
                    <a:pt x="2144128" y="4087094"/>
                  </a:lnTo>
                  <a:lnTo>
                    <a:pt x="2043268" y="4104625"/>
                  </a:lnTo>
                  <a:lnTo>
                    <a:pt x="1941162" y="4119973"/>
                  </a:lnTo>
                  <a:lnTo>
                    <a:pt x="1841218" y="4133093"/>
                  </a:lnTo>
                  <a:lnTo>
                    <a:pt x="1747428" y="4143941"/>
                  </a:lnTo>
                  <a:lnTo>
                    <a:pt x="1663894" y="4152523"/>
                  </a:lnTo>
                  <a:lnTo>
                    <a:pt x="1594173" y="4158930"/>
                  </a:lnTo>
                  <a:lnTo>
                    <a:pt x="1540606" y="4163358"/>
                  </a:lnTo>
                  <a:lnTo>
                    <a:pt x="1503798" y="4166108"/>
                  </a:lnTo>
                  <a:lnTo>
                    <a:pt x="1482403" y="4167558"/>
                  </a:lnTo>
                  <a:lnTo>
                    <a:pt x="1473211" y="4168125"/>
                  </a:lnTo>
                  <a:lnTo>
                    <a:pt x="1471393" y="4168228"/>
                  </a:lnTo>
                  <a:lnTo>
                    <a:pt x="1471387" y="4168229"/>
                  </a:lnTo>
                  <a:lnTo>
                    <a:pt x="0" y="416822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36" name="pg1136"/>
            <p:cNvSpPr/>
            <p:nvPr/>
          </p:nvSpPr>
          <p:spPr>
            <a:xfrm>
              <a:off x="4799595" y="5674475"/>
              <a:ext cx="11981298" cy="2648051"/>
            </a:xfrm>
            <a:custGeom>
              <a:avLst/>
              <a:pathLst>
                <a:path w="11981298" h="2648051">
                  <a:moveTo>
                    <a:pt x="0" y="2648051"/>
                  </a:moveTo>
                  <a:lnTo>
                    <a:pt x="1471387" y="2648051"/>
                  </a:lnTo>
                  <a:lnTo>
                    <a:pt x="1472545" y="2647989"/>
                  </a:lnTo>
                  <a:lnTo>
                    <a:pt x="1480155" y="2647550"/>
                  </a:lnTo>
                  <a:lnTo>
                    <a:pt x="1499328" y="2646334"/>
                  </a:lnTo>
                  <a:lnTo>
                    <a:pt x="1533583" y="2643942"/>
                  </a:lnTo>
                  <a:lnTo>
                    <a:pt x="1584592" y="2640002"/>
                  </a:lnTo>
                  <a:lnTo>
                    <a:pt x="1652050" y="2634213"/>
                  </a:lnTo>
                  <a:lnTo>
                    <a:pt x="1733848" y="2626371"/>
                  </a:lnTo>
                  <a:lnTo>
                    <a:pt x="1826550" y="2616373"/>
                  </a:lnTo>
                  <a:lnTo>
                    <a:pt x="1926066" y="2604204"/>
                  </a:lnTo>
                  <a:lnTo>
                    <a:pt x="2028323" y="2589902"/>
                  </a:lnTo>
                  <a:lnTo>
                    <a:pt x="2129781" y="2573511"/>
                  </a:lnTo>
                  <a:lnTo>
                    <a:pt x="2227716" y="2555053"/>
                  </a:lnTo>
                  <a:lnTo>
                    <a:pt x="2320295" y="2534498"/>
                  </a:lnTo>
                  <a:lnTo>
                    <a:pt x="2406495" y="2511742"/>
                  </a:lnTo>
                  <a:lnTo>
                    <a:pt x="2485948" y="2486607"/>
                  </a:lnTo>
                  <a:lnTo>
                    <a:pt x="2558775" y="2458839"/>
                  </a:lnTo>
                  <a:lnTo>
                    <a:pt x="2625422" y="2428108"/>
                  </a:lnTo>
                  <a:lnTo>
                    <a:pt x="2686540" y="2394025"/>
                  </a:lnTo>
                  <a:lnTo>
                    <a:pt x="2742886" y="2356158"/>
                  </a:lnTo>
                  <a:lnTo>
                    <a:pt x="2795258" y="2314070"/>
                  </a:lnTo>
                  <a:lnTo>
                    <a:pt x="2844438" y="2267375"/>
                  </a:lnTo>
                  <a:lnTo>
                    <a:pt x="2891148" y="2215841"/>
                  </a:lnTo>
                  <a:lnTo>
                    <a:pt x="2896531" y="2209433"/>
                  </a:lnTo>
                  <a:lnTo>
                    <a:pt x="2935312" y="2160376"/>
                  </a:lnTo>
                  <a:lnTo>
                    <a:pt x="2973094" y="2107604"/>
                  </a:lnTo>
                  <a:lnTo>
                    <a:pt x="3010157" y="2051040"/>
                  </a:lnTo>
                  <a:lnTo>
                    <a:pt x="3046726" y="1990677"/>
                  </a:lnTo>
                  <a:lnTo>
                    <a:pt x="3082978" y="1926575"/>
                  </a:lnTo>
                  <a:lnTo>
                    <a:pt x="3119050" y="1858876"/>
                  </a:lnTo>
                  <a:lnTo>
                    <a:pt x="3155044" y="1787803"/>
                  </a:lnTo>
                  <a:lnTo>
                    <a:pt x="3191028" y="1713665"/>
                  </a:lnTo>
                  <a:lnTo>
                    <a:pt x="3227047" y="1636850"/>
                  </a:lnTo>
                  <a:lnTo>
                    <a:pt x="3263119" y="1557824"/>
                  </a:lnTo>
                  <a:lnTo>
                    <a:pt x="3299246" y="1477115"/>
                  </a:lnTo>
                  <a:lnTo>
                    <a:pt x="3335414" y="1395307"/>
                  </a:lnTo>
                  <a:lnTo>
                    <a:pt x="3371603" y="1313015"/>
                  </a:lnTo>
                  <a:lnTo>
                    <a:pt x="3407786" y="1230870"/>
                  </a:lnTo>
                  <a:lnTo>
                    <a:pt x="3443937" y="1149499"/>
                  </a:lnTo>
                  <a:lnTo>
                    <a:pt x="3480039" y="1069505"/>
                  </a:lnTo>
                  <a:lnTo>
                    <a:pt x="3516085" y="991447"/>
                  </a:lnTo>
                  <a:lnTo>
                    <a:pt x="3552084" y="915826"/>
                  </a:lnTo>
                  <a:lnTo>
                    <a:pt x="3588066" y="843073"/>
                  </a:lnTo>
                  <a:lnTo>
                    <a:pt x="3624086" y="773539"/>
                  </a:lnTo>
                  <a:lnTo>
                    <a:pt x="3660227" y="707493"/>
                  </a:lnTo>
                  <a:lnTo>
                    <a:pt x="3696608" y="645121"/>
                  </a:lnTo>
                  <a:lnTo>
                    <a:pt x="3733382" y="586525"/>
                  </a:lnTo>
                  <a:lnTo>
                    <a:pt x="3770749" y="531733"/>
                  </a:lnTo>
                  <a:lnTo>
                    <a:pt x="3808957" y="480705"/>
                  </a:lnTo>
                  <a:lnTo>
                    <a:pt x="3829811" y="454963"/>
                  </a:lnTo>
                  <a:lnTo>
                    <a:pt x="3876272" y="402853"/>
                  </a:lnTo>
                  <a:lnTo>
                    <a:pt x="3925124" y="355595"/>
                  </a:lnTo>
                  <a:lnTo>
                    <a:pt x="3977079" y="312981"/>
                  </a:lnTo>
                  <a:lnTo>
                    <a:pt x="4032914" y="274639"/>
                  </a:lnTo>
                  <a:lnTo>
                    <a:pt x="4093428" y="240131"/>
                  </a:lnTo>
                  <a:lnTo>
                    <a:pt x="4159385" y="209026"/>
                  </a:lnTo>
                  <a:lnTo>
                    <a:pt x="4231454" y="180926"/>
                  </a:lnTo>
                  <a:lnTo>
                    <a:pt x="4310111" y="155495"/>
                  </a:lnTo>
                  <a:lnTo>
                    <a:pt x="4395522" y="132469"/>
                  </a:lnTo>
                  <a:lnTo>
                    <a:pt x="4487386" y="111660"/>
                  </a:lnTo>
                  <a:lnTo>
                    <a:pt x="4584767" y="92958"/>
                  </a:lnTo>
                  <a:lnTo>
                    <a:pt x="4685933" y="76323"/>
                  </a:lnTo>
                  <a:lnTo>
                    <a:pt x="4788266" y="61771"/>
                  </a:lnTo>
                  <a:lnTo>
                    <a:pt x="4888312" y="49348"/>
                  </a:lnTo>
                  <a:lnTo>
                    <a:pt x="4982038" y="39093"/>
                  </a:lnTo>
                  <a:lnTo>
                    <a:pt x="5065322" y="30999"/>
                  </a:lnTo>
                  <a:lnTo>
                    <a:pt x="5134614" y="24976"/>
                  </a:lnTo>
                  <a:lnTo>
                    <a:pt x="5187619" y="20832"/>
                  </a:lnTo>
                  <a:lnTo>
                    <a:pt x="5223804" y="18276"/>
                  </a:lnTo>
                  <a:lnTo>
                    <a:pt x="5244609" y="16942"/>
                  </a:lnTo>
                  <a:lnTo>
                    <a:pt x="5253347" y="16432"/>
                  </a:lnTo>
                  <a:lnTo>
                    <a:pt x="5254955" y="16345"/>
                  </a:lnTo>
                  <a:lnTo>
                    <a:pt x="6726343" y="16345"/>
                  </a:lnTo>
                  <a:lnTo>
                    <a:pt x="6727572" y="16365"/>
                  </a:lnTo>
                  <a:lnTo>
                    <a:pt x="6735644" y="16508"/>
                  </a:lnTo>
                  <a:lnTo>
                    <a:pt x="6755941" y="16901"/>
                  </a:lnTo>
                  <a:lnTo>
                    <a:pt x="6792109" y="17676"/>
                  </a:lnTo>
                  <a:lnTo>
                    <a:pt x="6845774" y="18950"/>
                  </a:lnTo>
                  <a:lnTo>
                    <a:pt x="6916422" y="20818"/>
                  </a:lnTo>
                  <a:lnTo>
                    <a:pt x="7001623" y="23343"/>
                  </a:lnTo>
                  <a:lnTo>
                    <a:pt x="7097590" y="26553"/>
                  </a:lnTo>
                  <a:lnTo>
                    <a:pt x="7199936" y="30450"/>
                  </a:lnTo>
                  <a:lnTo>
                    <a:pt x="7304400" y="35022"/>
                  </a:lnTo>
                  <a:lnTo>
                    <a:pt x="7407374" y="40252"/>
                  </a:lnTo>
                  <a:lnTo>
                    <a:pt x="7506167" y="46139"/>
                  </a:lnTo>
                  <a:lnTo>
                    <a:pt x="7599045" y="52697"/>
                  </a:lnTo>
                  <a:lnTo>
                    <a:pt x="7685118" y="59965"/>
                  </a:lnTo>
                  <a:lnTo>
                    <a:pt x="7764157" y="68009"/>
                  </a:lnTo>
                  <a:lnTo>
                    <a:pt x="7836408" y="76917"/>
                  </a:lnTo>
                  <a:lnTo>
                    <a:pt x="7902428" y="86804"/>
                  </a:lnTo>
                  <a:lnTo>
                    <a:pt x="7962956" y="97800"/>
                  </a:lnTo>
                  <a:lnTo>
                    <a:pt x="8018822" y="110049"/>
                  </a:lnTo>
                  <a:lnTo>
                    <a:pt x="8070871" y="123686"/>
                  </a:lnTo>
                  <a:lnTo>
                    <a:pt x="8119916" y="138823"/>
                  </a:lnTo>
                  <a:lnTo>
                    <a:pt x="8151487" y="149838"/>
                  </a:lnTo>
                  <a:lnTo>
                    <a:pt x="8203949" y="170410"/>
                  </a:lnTo>
                  <a:lnTo>
                    <a:pt x="8254755" y="193089"/>
                  </a:lnTo>
                  <a:lnTo>
                    <a:pt x="8304535" y="217906"/>
                  </a:lnTo>
                  <a:lnTo>
                    <a:pt x="8353747" y="244817"/>
                  </a:lnTo>
                  <a:lnTo>
                    <a:pt x="8402711" y="273699"/>
                  </a:lnTo>
                  <a:lnTo>
                    <a:pt x="8451633" y="304342"/>
                  </a:lnTo>
                  <a:lnTo>
                    <a:pt x="8500623" y="336448"/>
                  </a:lnTo>
                  <a:lnTo>
                    <a:pt x="8549715" y="369647"/>
                  </a:lnTo>
                  <a:lnTo>
                    <a:pt x="8598887" y="403504"/>
                  </a:lnTo>
                  <a:lnTo>
                    <a:pt x="8648084" y="437550"/>
                  </a:lnTo>
                  <a:lnTo>
                    <a:pt x="8697243" y="471303"/>
                  </a:lnTo>
                  <a:lnTo>
                    <a:pt x="8746313" y="504299"/>
                  </a:lnTo>
                  <a:lnTo>
                    <a:pt x="8795283" y="536116"/>
                  </a:lnTo>
                  <a:lnTo>
                    <a:pt x="8844202" y="566397"/>
                  </a:lnTo>
                  <a:lnTo>
                    <a:pt x="8893199" y="594865"/>
                  </a:lnTo>
                  <a:lnTo>
                    <a:pt x="8942502" y="621327"/>
                  </a:lnTo>
                  <a:lnTo>
                    <a:pt x="8992462" y="645679"/>
                  </a:lnTo>
                  <a:lnTo>
                    <a:pt x="9043568" y="667894"/>
                  </a:lnTo>
                  <a:lnTo>
                    <a:pt x="9084767" y="683807"/>
                  </a:lnTo>
                  <a:lnTo>
                    <a:pt x="9132209" y="699978"/>
                  </a:lnTo>
                  <a:lnTo>
                    <a:pt x="9182159" y="714612"/>
                  </a:lnTo>
                  <a:lnTo>
                    <a:pt x="9235373" y="727778"/>
                  </a:lnTo>
                  <a:lnTo>
                    <a:pt x="9292680" y="739598"/>
                  </a:lnTo>
                  <a:lnTo>
                    <a:pt x="9354929" y="750214"/>
                  </a:lnTo>
                  <a:lnTo>
                    <a:pt x="9422927" y="759765"/>
                  </a:lnTo>
                  <a:lnTo>
                    <a:pt x="9497365" y="768377"/>
                  </a:lnTo>
                  <a:lnTo>
                    <a:pt x="9578713" y="776156"/>
                  </a:lnTo>
                  <a:lnTo>
                    <a:pt x="9667082" y="783184"/>
                  </a:lnTo>
                  <a:lnTo>
                    <a:pt x="9762045" y="789518"/>
                  </a:lnTo>
                  <a:lnTo>
                    <a:pt x="9862452" y="795188"/>
                  </a:lnTo>
                  <a:lnTo>
                    <a:pt x="9966261" y="800202"/>
                  </a:lnTo>
                  <a:lnTo>
                    <a:pt x="10070466" y="804553"/>
                  </a:lnTo>
                  <a:lnTo>
                    <a:pt x="10171201" y="808226"/>
                  </a:lnTo>
                  <a:lnTo>
                    <a:pt x="10264092" y="811209"/>
                  </a:lnTo>
                  <a:lnTo>
                    <a:pt x="10344865" y="813513"/>
                  </a:lnTo>
                  <a:lnTo>
                    <a:pt x="10410102" y="815176"/>
                  </a:lnTo>
                  <a:lnTo>
                    <a:pt x="10457956" y="816274"/>
                  </a:lnTo>
                  <a:lnTo>
                    <a:pt x="10488612" y="816909"/>
                  </a:lnTo>
                  <a:lnTo>
                    <a:pt x="10504388" y="817205"/>
                  </a:lnTo>
                  <a:lnTo>
                    <a:pt x="10509533" y="817293"/>
                  </a:lnTo>
                  <a:lnTo>
                    <a:pt x="10509911" y="817299"/>
                  </a:lnTo>
                  <a:lnTo>
                    <a:pt x="11981298" y="817299"/>
                  </a:lnTo>
                  <a:lnTo>
                    <a:pt x="11981298" y="800953"/>
                  </a:lnTo>
                  <a:lnTo>
                    <a:pt x="10509911" y="800953"/>
                  </a:lnTo>
                  <a:lnTo>
                    <a:pt x="10508681" y="800933"/>
                  </a:lnTo>
                  <a:lnTo>
                    <a:pt x="10500610" y="800791"/>
                  </a:lnTo>
                  <a:lnTo>
                    <a:pt x="10480312" y="800397"/>
                  </a:lnTo>
                  <a:lnTo>
                    <a:pt x="10444144" y="799623"/>
                  </a:lnTo>
                  <a:lnTo>
                    <a:pt x="10390480" y="798349"/>
                  </a:lnTo>
                  <a:lnTo>
                    <a:pt x="10319831" y="796481"/>
                  </a:lnTo>
                  <a:lnTo>
                    <a:pt x="10234630" y="793956"/>
                  </a:lnTo>
                  <a:lnTo>
                    <a:pt x="10138664" y="790746"/>
                  </a:lnTo>
                  <a:lnTo>
                    <a:pt x="10036317" y="786848"/>
                  </a:lnTo>
                  <a:lnTo>
                    <a:pt x="9931853" y="782277"/>
                  </a:lnTo>
                  <a:lnTo>
                    <a:pt x="9828880" y="777046"/>
                  </a:lnTo>
                  <a:lnTo>
                    <a:pt x="9730087" y="771160"/>
                  </a:lnTo>
                  <a:lnTo>
                    <a:pt x="9637208" y="764602"/>
                  </a:lnTo>
                  <a:lnTo>
                    <a:pt x="9551135" y="757334"/>
                  </a:lnTo>
                  <a:lnTo>
                    <a:pt x="9472097" y="749290"/>
                  </a:lnTo>
                  <a:lnTo>
                    <a:pt x="9399846" y="740382"/>
                  </a:lnTo>
                  <a:lnTo>
                    <a:pt x="9333826" y="730495"/>
                  </a:lnTo>
                  <a:lnTo>
                    <a:pt x="9273297" y="719499"/>
                  </a:lnTo>
                  <a:lnTo>
                    <a:pt x="9217432" y="707250"/>
                  </a:lnTo>
                  <a:lnTo>
                    <a:pt x="9165382" y="693613"/>
                  </a:lnTo>
                  <a:lnTo>
                    <a:pt x="9116338" y="678476"/>
                  </a:lnTo>
                  <a:lnTo>
                    <a:pt x="9084767" y="667461"/>
                  </a:lnTo>
                  <a:lnTo>
                    <a:pt x="9032305" y="646889"/>
                  </a:lnTo>
                  <a:lnTo>
                    <a:pt x="8981498" y="624209"/>
                  </a:lnTo>
                  <a:lnTo>
                    <a:pt x="8931718" y="599393"/>
                  </a:lnTo>
                  <a:lnTo>
                    <a:pt x="8882507" y="572482"/>
                  </a:lnTo>
                  <a:lnTo>
                    <a:pt x="8833542" y="543599"/>
                  </a:lnTo>
                  <a:lnTo>
                    <a:pt x="8784620" y="512957"/>
                  </a:lnTo>
                  <a:lnTo>
                    <a:pt x="8735631" y="480851"/>
                  </a:lnTo>
                  <a:lnTo>
                    <a:pt x="8686539" y="447652"/>
                  </a:lnTo>
                  <a:lnTo>
                    <a:pt x="8637366" y="413795"/>
                  </a:lnTo>
                  <a:lnTo>
                    <a:pt x="8588169" y="379749"/>
                  </a:lnTo>
                  <a:lnTo>
                    <a:pt x="8539010" y="345995"/>
                  </a:lnTo>
                  <a:lnTo>
                    <a:pt x="8489940" y="313000"/>
                  </a:lnTo>
                  <a:lnTo>
                    <a:pt x="8440970" y="281183"/>
                  </a:lnTo>
                  <a:lnTo>
                    <a:pt x="8392052" y="250902"/>
                  </a:lnTo>
                  <a:lnTo>
                    <a:pt x="8343055" y="222434"/>
                  </a:lnTo>
                  <a:lnTo>
                    <a:pt x="8293751" y="195972"/>
                  </a:lnTo>
                  <a:lnTo>
                    <a:pt x="8243792" y="171620"/>
                  </a:lnTo>
                  <a:lnTo>
                    <a:pt x="8192685" y="149405"/>
                  </a:lnTo>
                  <a:lnTo>
                    <a:pt x="8151487" y="133492"/>
                  </a:lnTo>
                  <a:lnTo>
                    <a:pt x="8104044" y="117320"/>
                  </a:lnTo>
                  <a:lnTo>
                    <a:pt x="8054094" y="102686"/>
                  </a:lnTo>
                  <a:lnTo>
                    <a:pt x="8000881" y="89521"/>
                  </a:lnTo>
                  <a:lnTo>
                    <a:pt x="7943573" y="77700"/>
                  </a:lnTo>
                  <a:lnTo>
                    <a:pt x="7881324" y="67085"/>
                  </a:lnTo>
                  <a:lnTo>
                    <a:pt x="7813326" y="57534"/>
                  </a:lnTo>
                  <a:lnTo>
                    <a:pt x="7738888" y="48922"/>
                  </a:lnTo>
                  <a:lnTo>
                    <a:pt x="7657540" y="41143"/>
                  </a:lnTo>
                  <a:lnTo>
                    <a:pt x="7569172" y="34115"/>
                  </a:lnTo>
                  <a:lnTo>
                    <a:pt x="7474208" y="27781"/>
                  </a:lnTo>
                  <a:lnTo>
                    <a:pt x="7373801" y="22111"/>
                  </a:lnTo>
                  <a:lnTo>
                    <a:pt x="7269992" y="17096"/>
                  </a:lnTo>
                  <a:lnTo>
                    <a:pt x="7165787" y="12745"/>
                  </a:lnTo>
                  <a:lnTo>
                    <a:pt x="7065052" y="9073"/>
                  </a:lnTo>
                  <a:lnTo>
                    <a:pt x="6972161" y="6090"/>
                  </a:lnTo>
                  <a:lnTo>
                    <a:pt x="6891388" y="3786"/>
                  </a:lnTo>
                  <a:lnTo>
                    <a:pt x="6826151" y="2122"/>
                  </a:lnTo>
                  <a:lnTo>
                    <a:pt x="6778297" y="1025"/>
                  </a:lnTo>
                  <a:lnTo>
                    <a:pt x="6747641" y="390"/>
                  </a:lnTo>
                  <a:lnTo>
                    <a:pt x="6731865" y="94"/>
                  </a:lnTo>
                  <a:lnTo>
                    <a:pt x="6726720" y="5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797" y="61"/>
                  </a:lnTo>
                  <a:lnTo>
                    <a:pt x="5246187" y="501"/>
                  </a:lnTo>
                  <a:lnTo>
                    <a:pt x="5227014" y="1716"/>
                  </a:lnTo>
                  <a:lnTo>
                    <a:pt x="5192759" y="4108"/>
                  </a:lnTo>
                  <a:lnTo>
                    <a:pt x="5141751" y="8048"/>
                  </a:lnTo>
                  <a:lnTo>
                    <a:pt x="5074293" y="13837"/>
                  </a:lnTo>
                  <a:lnTo>
                    <a:pt x="4992495" y="21680"/>
                  </a:lnTo>
                  <a:lnTo>
                    <a:pt x="4899792" y="31678"/>
                  </a:lnTo>
                  <a:lnTo>
                    <a:pt x="4800276" y="43846"/>
                  </a:lnTo>
                  <a:lnTo>
                    <a:pt x="4698019" y="58149"/>
                  </a:lnTo>
                  <a:lnTo>
                    <a:pt x="4596561" y="74540"/>
                  </a:lnTo>
                  <a:lnTo>
                    <a:pt x="4498626" y="92997"/>
                  </a:lnTo>
                  <a:lnTo>
                    <a:pt x="4406047" y="113553"/>
                  </a:lnTo>
                  <a:lnTo>
                    <a:pt x="4319847" y="136309"/>
                  </a:lnTo>
                  <a:lnTo>
                    <a:pt x="4240394" y="161443"/>
                  </a:lnTo>
                  <a:lnTo>
                    <a:pt x="4167567" y="189212"/>
                  </a:lnTo>
                  <a:lnTo>
                    <a:pt x="4100920" y="219943"/>
                  </a:lnTo>
                  <a:lnTo>
                    <a:pt x="4039802" y="254026"/>
                  </a:lnTo>
                  <a:lnTo>
                    <a:pt x="3983456" y="291893"/>
                  </a:lnTo>
                  <a:lnTo>
                    <a:pt x="3931084" y="333981"/>
                  </a:lnTo>
                  <a:lnTo>
                    <a:pt x="3881904" y="380675"/>
                  </a:lnTo>
                  <a:lnTo>
                    <a:pt x="3835194" y="432210"/>
                  </a:lnTo>
                  <a:lnTo>
                    <a:pt x="3829811" y="438617"/>
                  </a:lnTo>
                  <a:lnTo>
                    <a:pt x="3791030" y="487674"/>
                  </a:lnTo>
                  <a:lnTo>
                    <a:pt x="3753248" y="540447"/>
                  </a:lnTo>
                  <a:lnTo>
                    <a:pt x="3716186" y="597010"/>
                  </a:lnTo>
                  <a:lnTo>
                    <a:pt x="3679617" y="657374"/>
                  </a:lnTo>
                  <a:lnTo>
                    <a:pt x="3643364" y="721476"/>
                  </a:lnTo>
                  <a:lnTo>
                    <a:pt x="3607292" y="789175"/>
                  </a:lnTo>
                  <a:lnTo>
                    <a:pt x="3571298" y="860247"/>
                  </a:lnTo>
                  <a:lnTo>
                    <a:pt x="3535314" y="934386"/>
                  </a:lnTo>
                  <a:lnTo>
                    <a:pt x="3499295" y="1011200"/>
                  </a:lnTo>
                  <a:lnTo>
                    <a:pt x="3463223" y="1090227"/>
                  </a:lnTo>
                  <a:lnTo>
                    <a:pt x="3427096" y="1170935"/>
                  </a:lnTo>
                  <a:lnTo>
                    <a:pt x="3390928" y="1252743"/>
                  </a:lnTo>
                  <a:lnTo>
                    <a:pt x="3354739" y="1335036"/>
                  </a:lnTo>
                  <a:lnTo>
                    <a:pt x="3318557" y="1417180"/>
                  </a:lnTo>
                  <a:lnTo>
                    <a:pt x="3282405" y="1498551"/>
                  </a:lnTo>
                  <a:lnTo>
                    <a:pt x="3246303" y="1578545"/>
                  </a:lnTo>
                  <a:lnTo>
                    <a:pt x="3210257" y="1656603"/>
                  </a:lnTo>
                  <a:lnTo>
                    <a:pt x="3174258" y="1732224"/>
                  </a:lnTo>
                  <a:lnTo>
                    <a:pt x="3138276" y="1804978"/>
                  </a:lnTo>
                  <a:lnTo>
                    <a:pt x="3102257" y="1874511"/>
                  </a:lnTo>
                  <a:lnTo>
                    <a:pt x="3066115" y="1940557"/>
                  </a:lnTo>
                  <a:lnTo>
                    <a:pt x="3029734" y="2002930"/>
                  </a:lnTo>
                  <a:lnTo>
                    <a:pt x="2992960" y="2061526"/>
                  </a:lnTo>
                  <a:lnTo>
                    <a:pt x="2955593" y="2116317"/>
                  </a:lnTo>
                  <a:lnTo>
                    <a:pt x="2917385" y="2167345"/>
                  </a:lnTo>
                  <a:lnTo>
                    <a:pt x="2896531" y="2193087"/>
                  </a:lnTo>
                  <a:lnTo>
                    <a:pt x="2850071" y="2245197"/>
                  </a:lnTo>
                  <a:lnTo>
                    <a:pt x="2801218" y="2292455"/>
                  </a:lnTo>
                  <a:lnTo>
                    <a:pt x="2749263" y="2335069"/>
                  </a:lnTo>
                  <a:lnTo>
                    <a:pt x="2693428" y="2373412"/>
                  </a:lnTo>
                  <a:lnTo>
                    <a:pt x="2632915" y="2407919"/>
                  </a:lnTo>
                  <a:lnTo>
                    <a:pt x="2566957" y="2439025"/>
                  </a:lnTo>
                  <a:lnTo>
                    <a:pt x="2494888" y="2467124"/>
                  </a:lnTo>
                  <a:lnTo>
                    <a:pt x="2416231" y="2492555"/>
                  </a:lnTo>
                  <a:lnTo>
                    <a:pt x="2330821" y="2515581"/>
                  </a:lnTo>
                  <a:lnTo>
                    <a:pt x="2238956" y="2536390"/>
                  </a:lnTo>
                  <a:lnTo>
                    <a:pt x="2141575" y="2555093"/>
                  </a:lnTo>
                  <a:lnTo>
                    <a:pt x="2040409" y="2571728"/>
                  </a:lnTo>
                  <a:lnTo>
                    <a:pt x="1938076" y="2586279"/>
                  </a:lnTo>
                  <a:lnTo>
                    <a:pt x="1838030" y="2598702"/>
                  </a:lnTo>
                  <a:lnTo>
                    <a:pt x="1744305" y="2608957"/>
                  </a:lnTo>
                  <a:lnTo>
                    <a:pt x="1661021" y="2617051"/>
                  </a:lnTo>
                  <a:lnTo>
                    <a:pt x="1591728" y="2623074"/>
                  </a:lnTo>
                  <a:lnTo>
                    <a:pt x="1538723" y="2627218"/>
                  </a:lnTo>
                  <a:lnTo>
                    <a:pt x="1502538" y="2629775"/>
                  </a:lnTo>
                  <a:lnTo>
                    <a:pt x="1481733" y="2631108"/>
                  </a:lnTo>
                  <a:lnTo>
                    <a:pt x="1472995" y="2631619"/>
                  </a:lnTo>
                  <a:lnTo>
                    <a:pt x="1471387" y="2631705"/>
                  </a:lnTo>
                  <a:lnTo>
                    <a:pt x="0" y="2631705"/>
                  </a:lnTo>
                  <a:close/>
                </a:path>
              </a:pathLst>
            </a:custGeom>
            <a:solidFill>
              <a:srgbClr val="67C1B3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137" name="pl1137"/>
            <p:cNvSpPr/>
            <p:nvPr/>
          </p:nvSpPr>
          <p:spPr>
            <a:xfrm>
              <a:off x="4799595" y="5690821"/>
              <a:ext cx="11981298" cy="2631705"/>
            </a:xfrm>
            <a:custGeom>
              <a:avLst/>
              <a:pathLst>
                <a:path w="11981298" h="2631705">
                  <a:moveTo>
                    <a:pt x="0" y="2631705"/>
                  </a:moveTo>
                  <a:lnTo>
                    <a:pt x="1471387" y="2631705"/>
                  </a:lnTo>
                  <a:lnTo>
                    <a:pt x="1472545" y="2631643"/>
                  </a:lnTo>
                  <a:lnTo>
                    <a:pt x="1480155" y="2631204"/>
                  </a:lnTo>
                  <a:lnTo>
                    <a:pt x="1499328" y="2629988"/>
                  </a:lnTo>
                  <a:lnTo>
                    <a:pt x="1533583" y="2627596"/>
                  </a:lnTo>
                  <a:lnTo>
                    <a:pt x="1584592" y="2623656"/>
                  </a:lnTo>
                  <a:lnTo>
                    <a:pt x="1652050" y="2617867"/>
                  </a:lnTo>
                  <a:lnTo>
                    <a:pt x="1733848" y="2610025"/>
                  </a:lnTo>
                  <a:lnTo>
                    <a:pt x="1826550" y="2600027"/>
                  </a:lnTo>
                  <a:lnTo>
                    <a:pt x="1926066" y="2587858"/>
                  </a:lnTo>
                  <a:lnTo>
                    <a:pt x="2028323" y="2573556"/>
                  </a:lnTo>
                  <a:lnTo>
                    <a:pt x="2129781" y="2557165"/>
                  </a:lnTo>
                  <a:lnTo>
                    <a:pt x="2227716" y="2538707"/>
                  </a:lnTo>
                  <a:lnTo>
                    <a:pt x="2320295" y="2518152"/>
                  </a:lnTo>
                  <a:lnTo>
                    <a:pt x="2406495" y="2495396"/>
                  </a:lnTo>
                  <a:lnTo>
                    <a:pt x="2485948" y="2470261"/>
                  </a:lnTo>
                  <a:lnTo>
                    <a:pt x="2558775" y="2442493"/>
                  </a:lnTo>
                  <a:lnTo>
                    <a:pt x="2625422" y="2411762"/>
                  </a:lnTo>
                  <a:lnTo>
                    <a:pt x="2686540" y="2377679"/>
                  </a:lnTo>
                  <a:lnTo>
                    <a:pt x="2742886" y="2339812"/>
                  </a:lnTo>
                  <a:lnTo>
                    <a:pt x="2795258" y="2297724"/>
                  </a:lnTo>
                  <a:lnTo>
                    <a:pt x="2844438" y="2251029"/>
                  </a:lnTo>
                  <a:lnTo>
                    <a:pt x="2891148" y="2199495"/>
                  </a:lnTo>
                  <a:lnTo>
                    <a:pt x="2896531" y="2193087"/>
                  </a:lnTo>
                  <a:lnTo>
                    <a:pt x="2935312" y="2144030"/>
                  </a:lnTo>
                  <a:lnTo>
                    <a:pt x="2973094" y="2091258"/>
                  </a:lnTo>
                  <a:lnTo>
                    <a:pt x="3010157" y="2034694"/>
                  </a:lnTo>
                  <a:lnTo>
                    <a:pt x="3046726" y="1974331"/>
                  </a:lnTo>
                  <a:lnTo>
                    <a:pt x="3082978" y="1910229"/>
                  </a:lnTo>
                  <a:lnTo>
                    <a:pt x="3119050" y="1842530"/>
                  </a:lnTo>
                  <a:lnTo>
                    <a:pt x="3155044" y="1771457"/>
                  </a:lnTo>
                  <a:lnTo>
                    <a:pt x="3191028" y="1697319"/>
                  </a:lnTo>
                  <a:lnTo>
                    <a:pt x="3227047" y="1620504"/>
                  </a:lnTo>
                  <a:lnTo>
                    <a:pt x="3263119" y="1541478"/>
                  </a:lnTo>
                  <a:lnTo>
                    <a:pt x="3299246" y="1460769"/>
                  </a:lnTo>
                  <a:lnTo>
                    <a:pt x="3335414" y="1378961"/>
                  </a:lnTo>
                  <a:lnTo>
                    <a:pt x="3371603" y="1296669"/>
                  </a:lnTo>
                  <a:lnTo>
                    <a:pt x="3407786" y="1214524"/>
                  </a:lnTo>
                  <a:lnTo>
                    <a:pt x="3443937" y="1133153"/>
                  </a:lnTo>
                  <a:lnTo>
                    <a:pt x="3480039" y="1053159"/>
                  </a:lnTo>
                  <a:lnTo>
                    <a:pt x="3516085" y="975101"/>
                  </a:lnTo>
                  <a:lnTo>
                    <a:pt x="3552084" y="899480"/>
                  </a:lnTo>
                  <a:lnTo>
                    <a:pt x="3588066" y="826727"/>
                  </a:lnTo>
                  <a:lnTo>
                    <a:pt x="3624086" y="757193"/>
                  </a:lnTo>
                  <a:lnTo>
                    <a:pt x="3660227" y="691147"/>
                  </a:lnTo>
                  <a:lnTo>
                    <a:pt x="3696608" y="628775"/>
                  </a:lnTo>
                  <a:lnTo>
                    <a:pt x="3733382" y="570179"/>
                  </a:lnTo>
                  <a:lnTo>
                    <a:pt x="3770749" y="515387"/>
                  </a:lnTo>
                  <a:lnTo>
                    <a:pt x="3808957" y="464359"/>
                  </a:lnTo>
                  <a:lnTo>
                    <a:pt x="3829811" y="438617"/>
                  </a:lnTo>
                  <a:lnTo>
                    <a:pt x="3876272" y="386507"/>
                  </a:lnTo>
                  <a:lnTo>
                    <a:pt x="3925124" y="339249"/>
                  </a:lnTo>
                  <a:lnTo>
                    <a:pt x="3977079" y="296635"/>
                  </a:lnTo>
                  <a:lnTo>
                    <a:pt x="4032914" y="258293"/>
                  </a:lnTo>
                  <a:lnTo>
                    <a:pt x="4093428" y="223785"/>
                  </a:lnTo>
                  <a:lnTo>
                    <a:pt x="4159385" y="192680"/>
                  </a:lnTo>
                  <a:lnTo>
                    <a:pt x="4231454" y="164580"/>
                  </a:lnTo>
                  <a:lnTo>
                    <a:pt x="4310111" y="139149"/>
                  </a:lnTo>
                  <a:lnTo>
                    <a:pt x="4395522" y="116123"/>
                  </a:lnTo>
                  <a:lnTo>
                    <a:pt x="4487386" y="95314"/>
                  </a:lnTo>
                  <a:lnTo>
                    <a:pt x="4584767" y="76612"/>
                  </a:lnTo>
                  <a:lnTo>
                    <a:pt x="4685933" y="59977"/>
                  </a:lnTo>
                  <a:lnTo>
                    <a:pt x="4788266" y="45425"/>
                  </a:lnTo>
                  <a:lnTo>
                    <a:pt x="4888312" y="33002"/>
                  </a:lnTo>
                  <a:lnTo>
                    <a:pt x="4982038" y="22747"/>
                  </a:lnTo>
                  <a:lnTo>
                    <a:pt x="5065322" y="14653"/>
                  </a:lnTo>
                  <a:lnTo>
                    <a:pt x="5134614" y="8630"/>
                  </a:lnTo>
                  <a:lnTo>
                    <a:pt x="5187619" y="4486"/>
                  </a:lnTo>
                  <a:lnTo>
                    <a:pt x="5223804" y="1930"/>
                  </a:lnTo>
                  <a:lnTo>
                    <a:pt x="5244609" y="596"/>
                  </a:lnTo>
                  <a:lnTo>
                    <a:pt x="5253347" y="86"/>
                  </a:lnTo>
                  <a:lnTo>
                    <a:pt x="5254953" y="0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572" y="19"/>
                  </a:lnTo>
                  <a:lnTo>
                    <a:pt x="6735644" y="162"/>
                  </a:lnTo>
                  <a:lnTo>
                    <a:pt x="6755941" y="555"/>
                  </a:lnTo>
                  <a:lnTo>
                    <a:pt x="6792109" y="1330"/>
                  </a:lnTo>
                  <a:lnTo>
                    <a:pt x="6845774" y="2604"/>
                  </a:lnTo>
                  <a:lnTo>
                    <a:pt x="6916422" y="4472"/>
                  </a:lnTo>
                  <a:lnTo>
                    <a:pt x="7001623" y="6997"/>
                  </a:lnTo>
                  <a:lnTo>
                    <a:pt x="7097590" y="10207"/>
                  </a:lnTo>
                  <a:lnTo>
                    <a:pt x="7199936" y="14104"/>
                  </a:lnTo>
                  <a:lnTo>
                    <a:pt x="7304400" y="18676"/>
                  </a:lnTo>
                  <a:lnTo>
                    <a:pt x="7407374" y="23906"/>
                  </a:lnTo>
                  <a:lnTo>
                    <a:pt x="7506167" y="29793"/>
                  </a:lnTo>
                  <a:lnTo>
                    <a:pt x="7599045" y="36351"/>
                  </a:lnTo>
                  <a:lnTo>
                    <a:pt x="7685118" y="43619"/>
                  </a:lnTo>
                  <a:lnTo>
                    <a:pt x="7764157" y="51663"/>
                  </a:lnTo>
                  <a:lnTo>
                    <a:pt x="7836408" y="60571"/>
                  </a:lnTo>
                  <a:lnTo>
                    <a:pt x="7902428" y="70458"/>
                  </a:lnTo>
                  <a:lnTo>
                    <a:pt x="7962956" y="81454"/>
                  </a:lnTo>
                  <a:lnTo>
                    <a:pt x="8018822" y="93703"/>
                  </a:lnTo>
                  <a:lnTo>
                    <a:pt x="8070871" y="107340"/>
                  </a:lnTo>
                  <a:lnTo>
                    <a:pt x="8119916" y="122477"/>
                  </a:lnTo>
                  <a:lnTo>
                    <a:pt x="8151487" y="133492"/>
                  </a:lnTo>
                  <a:lnTo>
                    <a:pt x="8203949" y="154064"/>
                  </a:lnTo>
                  <a:lnTo>
                    <a:pt x="8254755" y="176743"/>
                  </a:lnTo>
                  <a:lnTo>
                    <a:pt x="8304535" y="201560"/>
                  </a:lnTo>
                  <a:lnTo>
                    <a:pt x="8353747" y="228471"/>
                  </a:lnTo>
                  <a:lnTo>
                    <a:pt x="8402711" y="257353"/>
                  </a:lnTo>
                  <a:lnTo>
                    <a:pt x="8451633" y="287996"/>
                  </a:lnTo>
                  <a:lnTo>
                    <a:pt x="8500623" y="320102"/>
                  </a:lnTo>
                  <a:lnTo>
                    <a:pt x="8549715" y="353301"/>
                  </a:lnTo>
                  <a:lnTo>
                    <a:pt x="8598887" y="387158"/>
                  </a:lnTo>
                  <a:lnTo>
                    <a:pt x="8648084" y="421204"/>
                  </a:lnTo>
                  <a:lnTo>
                    <a:pt x="8697243" y="454957"/>
                  </a:lnTo>
                  <a:lnTo>
                    <a:pt x="8746313" y="487953"/>
                  </a:lnTo>
                  <a:lnTo>
                    <a:pt x="8795283" y="519770"/>
                  </a:lnTo>
                  <a:lnTo>
                    <a:pt x="8844202" y="550051"/>
                  </a:lnTo>
                  <a:lnTo>
                    <a:pt x="8893199" y="578519"/>
                  </a:lnTo>
                  <a:lnTo>
                    <a:pt x="8942502" y="604981"/>
                  </a:lnTo>
                  <a:lnTo>
                    <a:pt x="8992462" y="629333"/>
                  </a:lnTo>
                  <a:lnTo>
                    <a:pt x="9043568" y="651548"/>
                  </a:lnTo>
                  <a:lnTo>
                    <a:pt x="9084767" y="667461"/>
                  </a:lnTo>
                  <a:lnTo>
                    <a:pt x="9132209" y="683632"/>
                  </a:lnTo>
                  <a:lnTo>
                    <a:pt x="9182159" y="698266"/>
                  </a:lnTo>
                  <a:lnTo>
                    <a:pt x="9235373" y="711432"/>
                  </a:lnTo>
                  <a:lnTo>
                    <a:pt x="9292680" y="723252"/>
                  </a:lnTo>
                  <a:lnTo>
                    <a:pt x="9354929" y="733868"/>
                  </a:lnTo>
                  <a:lnTo>
                    <a:pt x="9422927" y="743419"/>
                  </a:lnTo>
                  <a:lnTo>
                    <a:pt x="9497365" y="752031"/>
                  </a:lnTo>
                  <a:lnTo>
                    <a:pt x="9578713" y="759810"/>
                  </a:lnTo>
                  <a:lnTo>
                    <a:pt x="9667082" y="766838"/>
                  </a:lnTo>
                  <a:lnTo>
                    <a:pt x="9762045" y="773172"/>
                  </a:lnTo>
                  <a:lnTo>
                    <a:pt x="9862452" y="778842"/>
                  </a:lnTo>
                  <a:lnTo>
                    <a:pt x="9966261" y="783856"/>
                  </a:lnTo>
                  <a:lnTo>
                    <a:pt x="10070466" y="788207"/>
                  </a:lnTo>
                  <a:lnTo>
                    <a:pt x="10171201" y="791880"/>
                  </a:lnTo>
                  <a:lnTo>
                    <a:pt x="10264092" y="794863"/>
                  </a:lnTo>
                  <a:lnTo>
                    <a:pt x="10344865" y="797167"/>
                  </a:lnTo>
                  <a:lnTo>
                    <a:pt x="10410102" y="798830"/>
                  </a:lnTo>
                  <a:lnTo>
                    <a:pt x="10457956" y="799928"/>
                  </a:lnTo>
                  <a:lnTo>
                    <a:pt x="10488612" y="800563"/>
                  </a:lnTo>
                  <a:lnTo>
                    <a:pt x="10504388" y="800859"/>
                  </a:lnTo>
                  <a:lnTo>
                    <a:pt x="10509533" y="800947"/>
                  </a:lnTo>
                  <a:lnTo>
                    <a:pt x="10509911" y="800953"/>
                  </a:lnTo>
                  <a:lnTo>
                    <a:pt x="11981298" y="80095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38" name="pl1138"/>
            <p:cNvSpPr/>
            <p:nvPr/>
          </p:nvSpPr>
          <p:spPr>
            <a:xfrm>
              <a:off x="4799595" y="5674475"/>
              <a:ext cx="11981298" cy="2631705"/>
            </a:xfrm>
            <a:custGeom>
              <a:avLst/>
              <a:pathLst>
                <a:path w="11981298" h="2631705">
                  <a:moveTo>
                    <a:pt x="11981298" y="800953"/>
                  </a:moveTo>
                  <a:lnTo>
                    <a:pt x="10509911" y="800953"/>
                  </a:lnTo>
                  <a:lnTo>
                    <a:pt x="10508681" y="800933"/>
                  </a:lnTo>
                  <a:lnTo>
                    <a:pt x="10500610" y="800791"/>
                  </a:lnTo>
                  <a:lnTo>
                    <a:pt x="10480312" y="800397"/>
                  </a:lnTo>
                  <a:lnTo>
                    <a:pt x="10444144" y="799623"/>
                  </a:lnTo>
                  <a:lnTo>
                    <a:pt x="10390480" y="798349"/>
                  </a:lnTo>
                  <a:lnTo>
                    <a:pt x="10319831" y="796481"/>
                  </a:lnTo>
                  <a:lnTo>
                    <a:pt x="10234630" y="793956"/>
                  </a:lnTo>
                  <a:lnTo>
                    <a:pt x="10138664" y="790746"/>
                  </a:lnTo>
                  <a:lnTo>
                    <a:pt x="10036317" y="786848"/>
                  </a:lnTo>
                  <a:lnTo>
                    <a:pt x="9931853" y="782277"/>
                  </a:lnTo>
                  <a:lnTo>
                    <a:pt x="9828880" y="777046"/>
                  </a:lnTo>
                  <a:lnTo>
                    <a:pt x="9730087" y="771160"/>
                  </a:lnTo>
                  <a:lnTo>
                    <a:pt x="9637208" y="764602"/>
                  </a:lnTo>
                  <a:lnTo>
                    <a:pt x="9551135" y="757334"/>
                  </a:lnTo>
                  <a:lnTo>
                    <a:pt x="9472097" y="749290"/>
                  </a:lnTo>
                  <a:lnTo>
                    <a:pt x="9399846" y="740382"/>
                  </a:lnTo>
                  <a:lnTo>
                    <a:pt x="9333826" y="730495"/>
                  </a:lnTo>
                  <a:lnTo>
                    <a:pt x="9273297" y="719499"/>
                  </a:lnTo>
                  <a:lnTo>
                    <a:pt x="9217432" y="707250"/>
                  </a:lnTo>
                  <a:lnTo>
                    <a:pt x="9165382" y="693613"/>
                  </a:lnTo>
                  <a:lnTo>
                    <a:pt x="9116338" y="678476"/>
                  </a:lnTo>
                  <a:lnTo>
                    <a:pt x="9084767" y="667461"/>
                  </a:lnTo>
                  <a:lnTo>
                    <a:pt x="9032305" y="646889"/>
                  </a:lnTo>
                  <a:lnTo>
                    <a:pt x="8981498" y="624209"/>
                  </a:lnTo>
                  <a:lnTo>
                    <a:pt x="8931718" y="599393"/>
                  </a:lnTo>
                  <a:lnTo>
                    <a:pt x="8882507" y="572482"/>
                  </a:lnTo>
                  <a:lnTo>
                    <a:pt x="8833542" y="543599"/>
                  </a:lnTo>
                  <a:lnTo>
                    <a:pt x="8784620" y="512957"/>
                  </a:lnTo>
                  <a:lnTo>
                    <a:pt x="8735631" y="480851"/>
                  </a:lnTo>
                  <a:lnTo>
                    <a:pt x="8686539" y="447652"/>
                  </a:lnTo>
                  <a:lnTo>
                    <a:pt x="8637366" y="413795"/>
                  </a:lnTo>
                  <a:lnTo>
                    <a:pt x="8588169" y="379749"/>
                  </a:lnTo>
                  <a:lnTo>
                    <a:pt x="8539010" y="345995"/>
                  </a:lnTo>
                  <a:lnTo>
                    <a:pt x="8489940" y="313000"/>
                  </a:lnTo>
                  <a:lnTo>
                    <a:pt x="8440970" y="281183"/>
                  </a:lnTo>
                  <a:lnTo>
                    <a:pt x="8392052" y="250902"/>
                  </a:lnTo>
                  <a:lnTo>
                    <a:pt x="8343055" y="222434"/>
                  </a:lnTo>
                  <a:lnTo>
                    <a:pt x="8293751" y="195972"/>
                  </a:lnTo>
                  <a:lnTo>
                    <a:pt x="8243792" y="171620"/>
                  </a:lnTo>
                  <a:lnTo>
                    <a:pt x="8192685" y="149405"/>
                  </a:lnTo>
                  <a:lnTo>
                    <a:pt x="8151487" y="133492"/>
                  </a:lnTo>
                  <a:lnTo>
                    <a:pt x="8104044" y="117320"/>
                  </a:lnTo>
                  <a:lnTo>
                    <a:pt x="8054094" y="102686"/>
                  </a:lnTo>
                  <a:lnTo>
                    <a:pt x="8000881" y="89521"/>
                  </a:lnTo>
                  <a:lnTo>
                    <a:pt x="7943573" y="77700"/>
                  </a:lnTo>
                  <a:lnTo>
                    <a:pt x="7881324" y="67085"/>
                  </a:lnTo>
                  <a:lnTo>
                    <a:pt x="7813326" y="57534"/>
                  </a:lnTo>
                  <a:lnTo>
                    <a:pt x="7738888" y="48922"/>
                  </a:lnTo>
                  <a:lnTo>
                    <a:pt x="7657540" y="41143"/>
                  </a:lnTo>
                  <a:lnTo>
                    <a:pt x="7569172" y="34115"/>
                  </a:lnTo>
                  <a:lnTo>
                    <a:pt x="7474208" y="27781"/>
                  </a:lnTo>
                  <a:lnTo>
                    <a:pt x="7373801" y="22111"/>
                  </a:lnTo>
                  <a:lnTo>
                    <a:pt x="7269992" y="17096"/>
                  </a:lnTo>
                  <a:lnTo>
                    <a:pt x="7165787" y="12745"/>
                  </a:lnTo>
                  <a:lnTo>
                    <a:pt x="7065052" y="9073"/>
                  </a:lnTo>
                  <a:lnTo>
                    <a:pt x="6972161" y="6090"/>
                  </a:lnTo>
                  <a:lnTo>
                    <a:pt x="6891388" y="3786"/>
                  </a:lnTo>
                  <a:lnTo>
                    <a:pt x="6826151" y="2122"/>
                  </a:lnTo>
                  <a:lnTo>
                    <a:pt x="6778297" y="1025"/>
                  </a:lnTo>
                  <a:lnTo>
                    <a:pt x="6747641" y="390"/>
                  </a:lnTo>
                  <a:lnTo>
                    <a:pt x="6731865" y="94"/>
                  </a:lnTo>
                  <a:lnTo>
                    <a:pt x="6726720" y="5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797" y="61"/>
                  </a:lnTo>
                  <a:lnTo>
                    <a:pt x="5246187" y="501"/>
                  </a:lnTo>
                  <a:lnTo>
                    <a:pt x="5227014" y="1716"/>
                  </a:lnTo>
                  <a:lnTo>
                    <a:pt x="5192759" y="4108"/>
                  </a:lnTo>
                  <a:lnTo>
                    <a:pt x="5141751" y="8048"/>
                  </a:lnTo>
                  <a:lnTo>
                    <a:pt x="5074293" y="13837"/>
                  </a:lnTo>
                  <a:lnTo>
                    <a:pt x="4992495" y="21680"/>
                  </a:lnTo>
                  <a:lnTo>
                    <a:pt x="4899792" y="31678"/>
                  </a:lnTo>
                  <a:lnTo>
                    <a:pt x="4800276" y="43846"/>
                  </a:lnTo>
                  <a:lnTo>
                    <a:pt x="4698019" y="58149"/>
                  </a:lnTo>
                  <a:lnTo>
                    <a:pt x="4596561" y="74540"/>
                  </a:lnTo>
                  <a:lnTo>
                    <a:pt x="4498626" y="92997"/>
                  </a:lnTo>
                  <a:lnTo>
                    <a:pt x="4406047" y="113553"/>
                  </a:lnTo>
                  <a:lnTo>
                    <a:pt x="4319847" y="136309"/>
                  </a:lnTo>
                  <a:lnTo>
                    <a:pt x="4240394" y="161443"/>
                  </a:lnTo>
                  <a:lnTo>
                    <a:pt x="4167567" y="189212"/>
                  </a:lnTo>
                  <a:lnTo>
                    <a:pt x="4100920" y="219943"/>
                  </a:lnTo>
                  <a:lnTo>
                    <a:pt x="4039802" y="254026"/>
                  </a:lnTo>
                  <a:lnTo>
                    <a:pt x="3983456" y="291893"/>
                  </a:lnTo>
                  <a:lnTo>
                    <a:pt x="3931084" y="333981"/>
                  </a:lnTo>
                  <a:lnTo>
                    <a:pt x="3881904" y="380675"/>
                  </a:lnTo>
                  <a:lnTo>
                    <a:pt x="3835194" y="432210"/>
                  </a:lnTo>
                  <a:lnTo>
                    <a:pt x="3829811" y="438617"/>
                  </a:lnTo>
                  <a:lnTo>
                    <a:pt x="3791030" y="487674"/>
                  </a:lnTo>
                  <a:lnTo>
                    <a:pt x="3753248" y="540447"/>
                  </a:lnTo>
                  <a:lnTo>
                    <a:pt x="3716186" y="597010"/>
                  </a:lnTo>
                  <a:lnTo>
                    <a:pt x="3679617" y="657374"/>
                  </a:lnTo>
                  <a:lnTo>
                    <a:pt x="3643364" y="721476"/>
                  </a:lnTo>
                  <a:lnTo>
                    <a:pt x="3607292" y="789175"/>
                  </a:lnTo>
                  <a:lnTo>
                    <a:pt x="3571298" y="860247"/>
                  </a:lnTo>
                  <a:lnTo>
                    <a:pt x="3535314" y="934386"/>
                  </a:lnTo>
                  <a:lnTo>
                    <a:pt x="3499295" y="1011200"/>
                  </a:lnTo>
                  <a:lnTo>
                    <a:pt x="3463223" y="1090227"/>
                  </a:lnTo>
                  <a:lnTo>
                    <a:pt x="3427096" y="1170935"/>
                  </a:lnTo>
                  <a:lnTo>
                    <a:pt x="3390928" y="1252743"/>
                  </a:lnTo>
                  <a:lnTo>
                    <a:pt x="3354739" y="1335036"/>
                  </a:lnTo>
                  <a:lnTo>
                    <a:pt x="3318557" y="1417180"/>
                  </a:lnTo>
                  <a:lnTo>
                    <a:pt x="3282405" y="1498551"/>
                  </a:lnTo>
                  <a:lnTo>
                    <a:pt x="3246303" y="1578545"/>
                  </a:lnTo>
                  <a:lnTo>
                    <a:pt x="3210257" y="1656603"/>
                  </a:lnTo>
                  <a:lnTo>
                    <a:pt x="3174258" y="1732224"/>
                  </a:lnTo>
                  <a:lnTo>
                    <a:pt x="3138276" y="1804978"/>
                  </a:lnTo>
                  <a:lnTo>
                    <a:pt x="3102257" y="1874511"/>
                  </a:lnTo>
                  <a:lnTo>
                    <a:pt x="3066115" y="1940557"/>
                  </a:lnTo>
                  <a:lnTo>
                    <a:pt x="3029734" y="2002930"/>
                  </a:lnTo>
                  <a:lnTo>
                    <a:pt x="2992960" y="2061526"/>
                  </a:lnTo>
                  <a:lnTo>
                    <a:pt x="2955593" y="2116317"/>
                  </a:lnTo>
                  <a:lnTo>
                    <a:pt x="2917385" y="2167345"/>
                  </a:lnTo>
                  <a:lnTo>
                    <a:pt x="2896531" y="2193087"/>
                  </a:lnTo>
                  <a:lnTo>
                    <a:pt x="2850071" y="2245197"/>
                  </a:lnTo>
                  <a:lnTo>
                    <a:pt x="2801218" y="2292455"/>
                  </a:lnTo>
                  <a:lnTo>
                    <a:pt x="2749263" y="2335069"/>
                  </a:lnTo>
                  <a:lnTo>
                    <a:pt x="2693428" y="2373412"/>
                  </a:lnTo>
                  <a:lnTo>
                    <a:pt x="2632915" y="2407919"/>
                  </a:lnTo>
                  <a:lnTo>
                    <a:pt x="2566957" y="2439025"/>
                  </a:lnTo>
                  <a:lnTo>
                    <a:pt x="2494888" y="2467124"/>
                  </a:lnTo>
                  <a:lnTo>
                    <a:pt x="2416231" y="2492555"/>
                  </a:lnTo>
                  <a:lnTo>
                    <a:pt x="2330821" y="2515581"/>
                  </a:lnTo>
                  <a:lnTo>
                    <a:pt x="2238956" y="2536390"/>
                  </a:lnTo>
                  <a:lnTo>
                    <a:pt x="2141575" y="2555093"/>
                  </a:lnTo>
                  <a:lnTo>
                    <a:pt x="2040409" y="2571728"/>
                  </a:lnTo>
                  <a:lnTo>
                    <a:pt x="1938076" y="2586279"/>
                  </a:lnTo>
                  <a:lnTo>
                    <a:pt x="1838030" y="2598702"/>
                  </a:lnTo>
                  <a:lnTo>
                    <a:pt x="1744305" y="2608957"/>
                  </a:lnTo>
                  <a:lnTo>
                    <a:pt x="1661021" y="2617051"/>
                  </a:lnTo>
                  <a:lnTo>
                    <a:pt x="1591728" y="2623074"/>
                  </a:lnTo>
                  <a:lnTo>
                    <a:pt x="1538723" y="2627218"/>
                  </a:lnTo>
                  <a:lnTo>
                    <a:pt x="1502538" y="2629775"/>
                  </a:lnTo>
                  <a:lnTo>
                    <a:pt x="1481733" y="2631108"/>
                  </a:lnTo>
                  <a:lnTo>
                    <a:pt x="1472995" y="2631619"/>
                  </a:lnTo>
                  <a:lnTo>
                    <a:pt x="1471389" y="2631705"/>
                  </a:lnTo>
                  <a:lnTo>
                    <a:pt x="1471387" y="2631705"/>
                  </a:lnTo>
                  <a:lnTo>
                    <a:pt x="0" y="263170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39" name="pg1139"/>
            <p:cNvSpPr/>
            <p:nvPr/>
          </p:nvSpPr>
          <p:spPr>
            <a:xfrm>
              <a:off x="4799595" y="6786002"/>
              <a:ext cx="11981298" cy="3906693"/>
            </a:xfrm>
            <a:custGeom>
              <a:avLst/>
              <a:pathLst>
                <a:path w="11981298" h="3906693">
                  <a:moveTo>
                    <a:pt x="0" y="1879789"/>
                  </a:moveTo>
                  <a:lnTo>
                    <a:pt x="1471387" y="1879789"/>
                  </a:lnTo>
                  <a:lnTo>
                    <a:pt x="1472576" y="1879838"/>
                  </a:lnTo>
                  <a:lnTo>
                    <a:pt x="1480385" y="1880186"/>
                  </a:lnTo>
                  <a:lnTo>
                    <a:pt x="1500043" y="1881148"/>
                  </a:lnTo>
                  <a:lnTo>
                    <a:pt x="1535125" y="1883041"/>
                  </a:lnTo>
                  <a:lnTo>
                    <a:pt x="1587283" y="1886156"/>
                  </a:lnTo>
                  <a:lnTo>
                    <a:pt x="1656126" y="1890731"/>
                  </a:lnTo>
                  <a:lnTo>
                    <a:pt x="1739406" y="1896923"/>
                  </a:lnTo>
                  <a:lnTo>
                    <a:pt x="1833537" y="1904806"/>
                  </a:lnTo>
                  <a:lnTo>
                    <a:pt x="1934298" y="1914391"/>
                  </a:lnTo>
                  <a:lnTo>
                    <a:pt x="2037533" y="1925646"/>
                  </a:lnTo>
                  <a:lnTo>
                    <a:pt x="2139669" y="1938535"/>
                  </a:lnTo>
                  <a:lnTo>
                    <a:pt x="2237996" y="1953045"/>
                  </a:lnTo>
                  <a:lnTo>
                    <a:pt x="2330721" y="1969207"/>
                  </a:lnTo>
                  <a:lnTo>
                    <a:pt x="2416878" y="1987107"/>
                  </a:lnTo>
                  <a:lnTo>
                    <a:pt x="2496158" y="2006894"/>
                  </a:lnTo>
                  <a:lnTo>
                    <a:pt x="2568738" y="2028778"/>
                  </a:lnTo>
                  <a:lnTo>
                    <a:pt x="2635112" y="2053027"/>
                  </a:lnTo>
                  <a:lnTo>
                    <a:pt x="2695970" y="2079954"/>
                  </a:lnTo>
                  <a:lnTo>
                    <a:pt x="2752101" y="2109904"/>
                  </a:lnTo>
                  <a:lnTo>
                    <a:pt x="2804323" y="2143220"/>
                  </a:lnTo>
                  <a:lnTo>
                    <a:pt x="2853434" y="2180193"/>
                  </a:lnTo>
                  <a:lnTo>
                    <a:pt x="2896531" y="2217606"/>
                  </a:lnTo>
                  <a:lnTo>
                    <a:pt x="2939132" y="2259325"/>
                  </a:lnTo>
                  <a:lnTo>
                    <a:pt x="2980559" y="2304516"/>
                  </a:lnTo>
                  <a:lnTo>
                    <a:pt x="3021175" y="2353245"/>
                  </a:lnTo>
                  <a:lnTo>
                    <a:pt x="3061262" y="2405505"/>
                  </a:lnTo>
                  <a:lnTo>
                    <a:pt x="3101037" y="2461204"/>
                  </a:lnTo>
                  <a:lnTo>
                    <a:pt x="3140660" y="2520160"/>
                  </a:lnTo>
                  <a:lnTo>
                    <a:pt x="3180241" y="2582096"/>
                  </a:lnTo>
                  <a:lnTo>
                    <a:pt x="3219851" y="2646641"/>
                  </a:lnTo>
                  <a:lnTo>
                    <a:pt x="3259522" y="2713338"/>
                  </a:lnTo>
                  <a:lnTo>
                    <a:pt x="3299260" y="2781653"/>
                  </a:lnTo>
                  <a:lnTo>
                    <a:pt x="3339049" y="2850993"/>
                  </a:lnTo>
                  <a:lnTo>
                    <a:pt x="3378859" y="2920725"/>
                  </a:lnTo>
                  <a:lnTo>
                    <a:pt x="3418655" y="2990201"/>
                  </a:lnTo>
                  <a:lnTo>
                    <a:pt x="3458405" y="3058785"/>
                  </a:lnTo>
                  <a:lnTo>
                    <a:pt x="3498091" y="3125872"/>
                  </a:lnTo>
                  <a:lnTo>
                    <a:pt x="3537712" y="3190914"/>
                  </a:lnTo>
                  <a:lnTo>
                    <a:pt x="3577295" y="3253437"/>
                  </a:lnTo>
                  <a:lnTo>
                    <a:pt x="3616902" y="3313050"/>
                  </a:lnTo>
                  <a:lnTo>
                    <a:pt x="3656633" y="3369457"/>
                  </a:lnTo>
                  <a:lnTo>
                    <a:pt x="3696638" y="3422457"/>
                  </a:lnTo>
                  <a:lnTo>
                    <a:pt x="3737120" y="3471937"/>
                  </a:lnTo>
                  <a:lnTo>
                    <a:pt x="3778348" y="3517874"/>
                  </a:lnTo>
                  <a:lnTo>
                    <a:pt x="3820666" y="3560320"/>
                  </a:lnTo>
                  <a:lnTo>
                    <a:pt x="3829811" y="3568875"/>
                  </a:lnTo>
                  <a:lnTo>
                    <a:pt x="3876699" y="3609354"/>
                  </a:lnTo>
                  <a:lnTo>
                    <a:pt x="3926029" y="3646029"/>
                  </a:lnTo>
                  <a:lnTo>
                    <a:pt x="3978532" y="3679067"/>
                  </a:lnTo>
                  <a:lnTo>
                    <a:pt x="4035006" y="3708765"/>
                  </a:lnTo>
                  <a:lnTo>
                    <a:pt x="4096273" y="3735468"/>
                  </a:lnTo>
                  <a:lnTo>
                    <a:pt x="4163115" y="3759518"/>
                  </a:lnTo>
                  <a:lnTo>
                    <a:pt x="4236210" y="3781227"/>
                  </a:lnTo>
                  <a:lnTo>
                    <a:pt x="4316035" y="3800858"/>
                  </a:lnTo>
                  <a:lnTo>
                    <a:pt x="4402729" y="3818616"/>
                  </a:lnTo>
                  <a:lnTo>
                    <a:pt x="4495943" y="3834645"/>
                  </a:lnTo>
                  <a:lnTo>
                    <a:pt x="4594649" y="3849026"/>
                  </a:lnTo>
                  <a:lnTo>
                    <a:pt x="4696983" y="3861787"/>
                  </a:lnTo>
                  <a:lnTo>
                    <a:pt x="4800162" y="3872911"/>
                  </a:lnTo>
                  <a:lnTo>
                    <a:pt x="4900555" y="3882362"/>
                  </a:lnTo>
                  <a:lnTo>
                    <a:pt x="4993977" y="3890110"/>
                  </a:lnTo>
                  <a:lnTo>
                    <a:pt x="5076231" y="3896170"/>
                  </a:lnTo>
                  <a:lnTo>
                    <a:pt x="5143814" y="3900623"/>
                  </a:lnTo>
                  <a:lnTo>
                    <a:pt x="5194608" y="3903632"/>
                  </a:lnTo>
                  <a:lnTo>
                    <a:pt x="5228382" y="3905440"/>
                  </a:lnTo>
                  <a:lnTo>
                    <a:pt x="5246948" y="3906342"/>
                  </a:lnTo>
                  <a:lnTo>
                    <a:pt x="5254023" y="3906655"/>
                  </a:lnTo>
                  <a:lnTo>
                    <a:pt x="5254955" y="3906693"/>
                  </a:lnTo>
                  <a:lnTo>
                    <a:pt x="6726343" y="3906693"/>
                  </a:lnTo>
                  <a:lnTo>
                    <a:pt x="6727420" y="3906608"/>
                  </a:lnTo>
                  <a:lnTo>
                    <a:pt x="6734509" y="3906003"/>
                  </a:lnTo>
                  <a:lnTo>
                    <a:pt x="6752410" y="3904333"/>
                  </a:lnTo>
                  <a:lnTo>
                    <a:pt x="6784488" y="3901043"/>
                  </a:lnTo>
                  <a:lnTo>
                    <a:pt x="6832451" y="3895617"/>
                  </a:lnTo>
                  <a:lnTo>
                    <a:pt x="6896214" y="3887628"/>
                  </a:lnTo>
                  <a:lnTo>
                    <a:pt x="6974020" y="3876775"/>
                  </a:lnTo>
                  <a:lnTo>
                    <a:pt x="7062828" y="3862896"/>
                  </a:lnTo>
                  <a:lnTo>
                    <a:pt x="7158898" y="3845953"/>
                  </a:lnTo>
                  <a:lnTo>
                    <a:pt x="7258393" y="3825985"/>
                  </a:lnTo>
                  <a:lnTo>
                    <a:pt x="7357878" y="3803058"/>
                  </a:lnTo>
                  <a:lnTo>
                    <a:pt x="7454616" y="3777216"/>
                  </a:lnTo>
                  <a:lnTo>
                    <a:pt x="7546675" y="3748436"/>
                  </a:lnTo>
                  <a:lnTo>
                    <a:pt x="7632890" y="3716611"/>
                  </a:lnTo>
                  <a:lnTo>
                    <a:pt x="7712739" y="3681530"/>
                  </a:lnTo>
                  <a:lnTo>
                    <a:pt x="7786194" y="3642878"/>
                  </a:lnTo>
                  <a:lnTo>
                    <a:pt x="7853570" y="3600240"/>
                  </a:lnTo>
                  <a:lnTo>
                    <a:pt x="7915409" y="3553111"/>
                  </a:lnTo>
                  <a:lnTo>
                    <a:pt x="7972382" y="3500917"/>
                  </a:lnTo>
                  <a:lnTo>
                    <a:pt x="8025220" y="3443051"/>
                  </a:lnTo>
                  <a:lnTo>
                    <a:pt x="8074661" y="3378935"/>
                  </a:lnTo>
                  <a:lnTo>
                    <a:pt x="8121412" y="3308123"/>
                  </a:lnTo>
                  <a:lnTo>
                    <a:pt x="8151487" y="3256939"/>
                  </a:lnTo>
                  <a:lnTo>
                    <a:pt x="8184457" y="3195642"/>
                  </a:lnTo>
                  <a:lnTo>
                    <a:pt x="8216675" y="3130399"/>
                  </a:lnTo>
                  <a:lnTo>
                    <a:pt x="8248319" y="3061132"/>
                  </a:lnTo>
                  <a:lnTo>
                    <a:pt x="8279541" y="2987807"/>
                  </a:lnTo>
                  <a:lnTo>
                    <a:pt x="8310461" y="2910445"/>
                  </a:lnTo>
                  <a:lnTo>
                    <a:pt x="8341180" y="2829125"/>
                  </a:lnTo>
                  <a:lnTo>
                    <a:pt x="8371779" y="2743985"/>
                  </a:lnTo>
                  <a:lnTo>
                    <a:pt x="8402317" y="2655230"/>
                  </a:lnTo>
                  <a:lnTo>
                    <a:pt x="8432840" y="2563128"/>
                  </a:lnTo>
                  <a:lnTo>
                    <a:pt x="8463378" y="2468008"/>
                  </a:lnTo>
                  <a:lnTo>
                    <a:pt x="8493950" y="2370264"/>
                  </a:lnTo>
                  <a:lnTo>
                    <a:pt x="8524563" y="2270340"/>
                  </a:lnTo>
                  <a:lnTo>
                    <a:pt x="8555214" y="2168730"/>
                  </a:lnTo>
                  <a:lnTo>
                    <a:pt x="8585895" y="2065965"/>
                  </a:lnTo>
                  <a:lnTo>
                    <a:pt x="8616593" y="1962601"/>
                  </a:lnTo>
                  <a:lnTo>
                    <a:pt x="8647292" y="1859208"/>
                  </a:lnTo>
                  <a:lnTo>
                    <a:pt x="8677975" y="1756358"/>
                  </a:lnTo>
                  <a:lnTo>
                    <a:pt x="8708630" y="1654609"/>
                  </a:lnTo>
                  <a:lnTo>
                    <a:pt x="8739247" y="1554494"/>
                  </a:lnTo>
                  <a:lnTo>
                    <a:pt x="8769823" y="1456511"/>
                  </a:lnTo>
                  <a:lnTo>
                    <a:pt x="8800364" y="1361110"/>
                  </a:lnTo>
                  <a:lnTo>
                    <a:pt x="8830887" y="1268690"/>
                  </a:lnTo>
                  <a:lnTo>
                    <a:pt x="8861422" y="1179588"/>
                  </a:lnTo>
                  <a:lnTo>
                    <a:pt x="8892012" y="1094077"/>
                  </a:lnTo>
                  <a:lnTo>
                    <a:pt x="8922716" y="1012368"/>
                  </a:lnTo>
                  <a:lnTo>
                    <a:pt x="8953612" y="934606"/>
                  </a:lnTo>
                  <a:lnTo>
                    <a:pt x="8984798" y="860876"/>
                  </a:lnTo>
                  <a:lnTo>
                    <a:pt x="9016394" y="791204"/>
                  </a:lnTo>
                  <a:lnTo>
                    <a:pt x="9048547" y="725562"/>
                  </a:lnTo>
                  <a:lnTo>
                    <a:pt x="9081433" y="663875"/>
                  </a:lnTo>
                  <a:lnTo>
                    <a:pt x="9084767" y="657926"/>
                  </a:lnTo>
                  <a:lnTo>
                    <a:pt x="9130073" y="582521"/>
                  </a:lnTo>
                  <a:lnTo>
                    <a:pt x="9177641" y="513964"/>
                  </a:lnTo>
                  <a:lnTo>
                    <a:pt x="9228127" y="451978"/>
                  </a:lnTo>
                  <a:lnTo>
                    <a:pt x="9282253" y="396058"/>
                  </a:lnTo>
                  <a:lnTo>
                    <a:pt x="9340759" y="345608"/>
                  </a:lnTo>
                  <a:lnTo>
                    <a:pt x="9404363" y="300028"/>
                  </a:lnTo>
                  <a:lnTo>
                    <a:pt x="9473701" y="258762"/>
                  </a:lnTo>
                  <a:lnTo>
                    <a:pt x="9549254" y="221335"/>
                  </a:lnTo>
                  <a:lnTo>
                    <a:pt x="9631237" y="187362"/>
                  </a:lnTo>
                  <a:lnTo>
                    <a:pt x="9719474" y="156564"/>
                  </a:lnTo>
                  <a:lnTo>
                    <a:pt x="9813248" y="128765"/>
                  </a:lnTo>
                  <a:lnTo>
                    <a:pt x="9911149" y="103887"/>
                  </a:lnTo>
                  <a:lnTo>
                    <a:pt x="10010979" y="81934"/>
                  </a:lnTo>
                  <a:lnTo>
                    <a:pt x="10109748" y="62961"/>
                  </a:lnTo>
                  <a:lnTo>
                    <a:pt x="10203844" y="47031"/>
                  </a:lnTo>
                  <a:lnTo>
                    <a:pt x="10289400" y="34165"/>
                  </a:lnTo>
                  <a:lnTo>
                    <a:pt x="10362838" y="24285"/>
                  </a:lnTo>
                  <a:lnTo>
                    <a:pt x="10421484" y="17185"/>
                  </a:lnTo>
                  <a:lnTo>
                    <a:pt x="10464105" y="12520"/>
                  </a:lnTo>
                  <a:lnTo>
                    <a:pt x="10491211" y="9826"/>
                  </a:lnTo>
                  <a:lnTo>
                    <a:pt x="10505082" y="8571"/>
                  </a:lnTo>
                  <a:lnTo>
                    <a:pt x="10509583" y="8198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8834" y="84"/>
                  </a:lnTo>
                  <a:lnTo>
                    <a:pt x="10501744" y="689"/>
                  </a:lnTo>
                  <a:lnTo>
                    <a:pt x="10483844" y="2359"/>
                  </a:lnTo>
                  <a:lnTo>
                    <a:pt x="10451765" y="5649"/>
                  </a:lnTo>
                  <a:lnTo>
                    <a:pt x="10403802" y="11075"/>
                  </a:lnTo>
                  <a:lnTo>
                    <a:pt x="10340039" y="19064"/>
                  </a:lnTo>
                  <a:lnTo>
                    <a:pt x="10262233" y="29918"/>
                  </a:lnTo>
                  <a:lnTo>
                    <a:pt x="10173425" y="43796"/>
                  </a:lnTo>
                  <a:lnTo>
                    <a:pt x="10077355" y="60739"/>
                  </a:lnTo>
                  <a:lnTo>
                    <a:pt x="9977860" y="80707"/>
                  </a:lnTo>
                  <a:lnTo>
                    <a:pt x="9878375" y="103634"/>
                  </a:lnTo>
                  <a:lnTo>
                    <a:pt x="9781637" y="129477"/>
                  </a:lnTo>
                  <a:lnTo>
                    <a:pt x="9689579" y="158256"/>
                  </a:lnTo>
                  <a:lnTo>
                    <a:pt x="9603364" y="190081"/>
                  </a:lnTo>
                  <a:lnTo>
                    <a:pt x="9523514" y="225163"/>
                  </a:lnTo>
                  <a:lnTo>
                    <a:pt x="9450060" y="263814"/>
                  </a:lnTo>
                  <a:lnTo>
                    <a:pt x="9382683" y="306452"/>
                  </a:lnTo>
                  <a:lnTo>
                    <a:pt x="9320844" y="353581"/>
                  </a:lnTo>
                  <a:lnTo>
                    <a:pt x="9263871" y="405776"/>
                  </a:lnTo>
                  <a:lnTo>
                    <a:pt x="9211034" y="463642"/>
                  </a:lnTo>
                  <a:lnTo>
                    <a:pt x="9161592" y="527757"/>
                  </a:lnTo>
                  <a:lnTo>
                    <a:pt x="9114842" y="598569"/>
                  </a:lnTo>
                  <a:lnTo>
                    <a:pt x="9084767" y="649753"/>
                  </a:lnTo>
                  <a:lnTo>
                    <a:pt x="9051796" y="711051"/>
                  </a:lnTo>
                  <a:lnTo>
                    <a:pt x="9019579" y="776293"/>
                  </a:lnTo>
                  <a:lnTo>
                    <a:pt x="8987934" y="845560"/>
                  </a:lnTo>
                  <a:lnTo>
                    <a:pt x="8956713" y="918885"/>
                  </a:lnTo>
                  <a:lnTo>
                    <a:pt x="8925792" y="996247"/>
                  </a:lnTo>
                  <a:lnTo>
                    <a:pt x="8895073" y="1077567"/>
                  </a:lnTo>
                  <a:lnTo>
                    <a:pt x="8864475" y="1162707"/>
                  </a:lnTo>
                  <a:lnTo>
                    <a:pt x="8833937" y="1251462"/>
                  </a:lnTo>
                  <a:lnTo>
                    <a:pt x="8803414" y="1343565"/>
                  </a:lnTo>
                  <a:lnTo>
                    <a:pt x="8772875" y="1438684"/>
                  </a:lnTo>
                  <a:lnTo>
                    <a:pt x="8742303" y="1536429"/>
                  </a:lnTo>
                  <a:lnTo>
                    <a:pt x="8711690" y="1636352"/>
                  </a:lnTo>
                  <a:lnTo>
                    <a:pt x="8681039" y="1737962"/>
                  </a:lnTo>
                  <a:lnTo>
                    <a:pt x="8650358" y="1840727"/>
                  </a:lnTo>
                  <a:lnTo>
                    <a:pt x="8619660" y="1944091"/>
                  </a:lnTo>
                  <a:lnTo>
                    <a:pt x="8588962" y="2047484"/>
                  </a:lnTo>
                  <a:lnTo>
                    <a:pt x="8558278" y="2150334"/>
                  </a:lnTo>
                  <a:lnTo>
                    <a:pt x="8527623" y="2252084"/>
                  </a:lnTo>
                  <a:lnTo>
                    <a:pt x="8497007" y="2352199"/>
                  </a:lnTo>
                  <a:lnTo>
                    <a:pt x="8466431" y="2450182"/>
                  </a:lnTo>
                  <a:lnTo>
                    <a:pt x="8435889" y="2545582"/>
                  </a:lnTo>
                  <a:lnTo>
                    <a:pt x="8405366" y="2638002"/>
                  </a:lnTo>
                  <a:lnTo>
                    <a:pt x="8374831" y="2727104"/>
                  </a:lnTo>
                  <a:lnTo>
                    <a:pt x="8344241" y="2812615"/>
                  </a:lnTo>
                  <a:lnTo>
                    <a:pt x="8313537" y="2894324"/>
                  </a:lnTo>
                  <a:lnTo>
                    <a:pt x="8282641" y="2972086"/>
                  </a:lnTo>
                  <a:lnTo>
                    <a:pt x="8251455" y="3045816"/>
                  </a:lnTo>
                  <a:lnTo>
                    <a:pt x="8219859" y="3115488"/>
                  </a:lnTo>
                  <a:lnTo>
                    <a:pt x="8187706" y="3181130"/>
                  </a:lnTo>
                  <a:lnTo>
                    <a:pt x="8154820" y="3242817"/>
                  </a:lnTo>
                  <a:lnTo>
                    <a:pt x="8151487" y="3248766"/>
                  </a:lnTo>
                  <a:lnTo>
                    <a:pt x="8106180" y="3324171"/>
                  </a:lnTo>
                  <a:lnTo>
                    <a:pt x="8058612" y="3392728"/>
                  </a:lnTo>
                  <a:lnTo>
                    <a:pt x="8008126" y="3454715"/>
                  </a:lnTo>
                  <a:lnTo>
                    <a:pt x="7954001" y="3510635"/>
                  </a:lnTo>
                  <a:lnTo>
                    <a:pt x="7895495" y="3561084"/>
                  </a:lnTo>
                  <a:lnTo>
                    <a:pt x="7831891" y="3606665"/>
                  </a:lnTo>
                  <a:lnTo>
                    <a:pt x="7762552" y="3647930"/>
                  </a:lnTo>
                  <a:lnTo>
                    <a:pt x="7686999" y="3685357"/>
                  </a:lnTo>
                  <a:lnTo>
                    <a:pt x="7605017" y="3719330"/>
                  </a:lnTo>
                  <a:lnTo>
                    <a:pt x="7516779" y="3750128"/>
                  </a:lnTo>
                  <a:lnTo>
                    <a:pt x="7423006" y="3777927"/>
                  </a:lnTo>
                  <a:lnTo>
                    <a:pt x="7325104" y="3802805"/>
                  </a:lnTo>
                  <a:lnTo>
                    <a:pt x="7225274" y="3824759"/>
                  </a:lnTo>
                  <a:lnTo>
                    <a:pt x="7126505" y="3843731"/>
                  </a:lnTo>
                  <a:lnTo>
                    <a:pt x="7032409" y="3859661"/>
                  </a:lnTo>
                  <a:lnTo>
                    <a:pt x="6946853" y="3872527"/>
                  </a:lnTo>
                  <a:lnTo>
                    <a:pt x="6873416" y="3882407"/>
                  </a:lnTo>
                  <a:lnTo>
                    <a:pt x="6814769" y="3889507"/>
                  </a:lnTo>
                  <a:lnTo>
                    <a:pt x="6772148" y="3894172"/>
                  </a:lnTo>
                  <a:lnTo>
                    <a:pt x="6745042" y="3896866"/>
                  </a:lnTo>
                  <a:lnTo>
                    <a:pt x="6731171" y="3898121"/>
                  </a:lnTo>
                  <a:lnTo>
                    <a:pt x="6726671" y="3898494"/>
                  </a:lnTo>
                  <a:lnTo>
                    <a:pt x="6726343" y="3898520"/>
                  </a:lnTo>
                  <a:lnTo>
                    <a:pt x="5254955" y="3898520"/>
                  </a:lnTo>
                  <a:lnTo>
                    <a:pt x="5253766" y="3898471"/>
                  </a:lnTo>
                  <a:lnTo>
                    <a:pt x="5245957" y="3898123"/>
                  </a:lnTo>
                  <a:lnTo>
                    <a:pt x="5226299" y="3897161"/>
                  </a:lnTo>
                  <a:lnTo>
                    <a:pt x="5191217" y="3895268"/>
                  </a:lnTo>
                  <a:lnTo>
                    <a:pt x="5139059" y="3892152"/>
                  </a:lnTo>
                  <a:lnTo>
                    <a:pt x="5070216" y="3887578"/>
                  </a:lnTo>
                  <a:lnTo>
                    <a:pt x="4986936" y="3881386"/>
                  </a:lnTo>
                  <a:lnTo>
                    <a:pt x="4892805" y="3873503"/>
                  </a:lnTo>
                  <a:lnTo>
                    <a:pt x="4792044" y="3863918"/>
                  </a:lnTo>
                  <a:lnTo>
                    <a:pt x="4688809" y="3852663"/>
                  </a:lnTo>
                  <a:lnTo>
                    <a:pt x="4586673" y="3839774"/>
                  </a:lnTo>
                  <a:lnTo>
                    <a:pt x="4488346" y="3825263"/>
                  </a:lnTo>
                  <a:lnTo>
                    <a:pt x="4395621" y="3809102"/>
                  </a:lnTo>
                  <a:lnTo>
                    <a:pt x="4309465" y="3791202"/>
                  </a:lnTo>
                  <a:lnTo>
                    <a:pt x="4230184" y="3771414"/>
                  </a:lnTo>
                  <a:lnTo>
                    <a:pt x="4157604" y="3749530"/>
                  </a:lnTo>
                  <a:lnTo>
                    <a:pt x="4091230" y="3725282"/>
                  </a:lnTo>
                  <a:lnTo>
                    <a:pt x="4030372" y="3698355"/>
                  </a:lnTo>
                  <a:lnTo>
                    <a:pt x="3974242" y="3668405"/>
                  </a:lnTo>
                  <a:lnTo>
                    <a:pt x="3922019" y="3635088"/>
                  </a:lnTo>
                  <a:lnTo>
                    <a:pt x="3872908" y="3598116"/>
                  </a:lnTo>
                  <a:lnTo>
                    <a:pt x="3829811" y="3560702"/>
                  </a:lnTo>
                  <a:lnTo>
                    <a:pt x="3787211" y="3518983"/>
                  </a:lnTo>
                  <a:lnTo>
                    <a:pt x="3745783" y="3473793"/>
                  </a:lnTo>
                  <a:lnTo>
                    <a:pt x="3705167" y="3425064"/>
                  </a:lnTo>
                  <a:lnTo>
                    <a:pt x="3665080" y="3372804"/>
                  </a:lnTo>
                  <a:lnTo>
                    <a:pt x="3625305" y="3317105"/>
                  </a:lnTo>
                  <a:lnTo>
                    <a:pt x="3585682" y="3258149"/>
                  </a:lnTo>
                  <a:lnTo>
                    <a:pt x="3546101" y="3196213"/>
                  </a:lnTo>
                  <a:lnTo>
                    <a:pt x="3506491" y="3131668"/>
                  </a:lnTo>
                  <a:lnTo>
                    <a:pt x="3466820" y="3064971"/>
                  </a:lnTo>
                  <a:lnTo>
                    <a:pt x="3427082" y="2996655"/>
                  </a:lnTo>
                  <a:lnTo>
                    <a:pt x="3387293" y="2927316"/>
                  </a:lnTo>
                  <a:lnTo>
                    <a:pt x="3347483" y="2857584"/>
                  </a:lnTo>
                  <a:lnTo>
                    <a:pt x="3307688" y="2788107"/>
                  </a:lnTo>
                  <a:lnTo>
                    <a:pt x="3267937" y="2719524"/>
                  </a:lnTo>
                  <a:lnTo>
                    <a:pt x="3228251" y="2652437"/>
                  </a:lnTo>
                  <a:lnTo>
                    <a:pt x="3188630" y="2587395"/>
                  </a:lnTo>
                  <a:lnTo>
                    <a:pt x="3149047" y="2524872"/>
                  </a:lnTo>
                  <a:lnTo>
                    <a:pt x="3109441" y="2465259"/>
                  </a:lnTo>
                  <a:lnTo>
                    <a:pt x="3069709" y="2408851"/>
                  </a:lnTo>
                  <a:lnTo>
                    <a:pt x="3029704" y="2355852"/>
                  </a:lnTo>
                  <a:lnTo>
                    <a:pt x="2989222" y="2306371"/>
                  </a:lnTo>
                  <a:lnTo>
                    <a:pt x="2947994" y="2260434"/>
                  </a:lnTo>
                  <a:lnTo>
                    <a:pt x="2905676" y="2217989"/>
                  </a:lnTo>
                  <a:lnTo>
                    <a:pt x="2896531" y="2209433"/>
                  </a:lnTo>
                  <a:lnTo>
                    <a:pt x="2849643" y="2168955"/>
                  </a:lnTo>
                  <a:lnTo>
                    <a:pt x="2800313" y="2132280"/>
                  </a:lnTo>
                  <a:lnTo>
                    <a:pt x="2747811" y="2099242"/>
                  </a:lnTo>
                  <a:lnTo>
                    <a:pt x="2691336" y="2069544"/>
                  </a:lnTo>
                  <a:lnTo>
                    <a:pt x="2630069" y="2042841"/>
                  </a:lnTo>
                  <a:lnTo>
                    <a:pt x="2563227" y="2018791"/>
                  </a:lnTo>
                  <a:lnTo>
                    <a:pt x="2490132" y="1997082"/>
                  </a:lnTo>
                  <a:lnTo>
                    <a:pt x="2410308" y="1977451"/>
                  </a:lnTo>
                  <a:lnTo>
                    <a:pt x="2323613" y="1959693"/>
                  </a:lnTo>
                  <a:lnTo>
                    <a:pt x="2230399" y="1943664"/>
                  </a:lnTo>
                  <a:lnTo>
                    <a:pt x="2131694" y="1929283"/>
                  </a:lnTo>
                  <a:lnTo>
                    <a:pt x="2029359" y="1916522"/>
                  </a:lnTo>
                  <a:lnTo>
                    <a:pt x="1926180" y="1905397"/>
                  </a:lnTo>
                  <a:lnTo>
                    <a:pt x="1825787" y="1895947"/>
                  </a:lnTo>
                  <a:lnTo>
                    <a:pt x="1732366" y="1888198"/>
                  </a:lnTo>
                  <a:lnTo>
                    <a:pt x="1650111" y="1882139"/>
                  </a:lnTo>
                  <a:lnTo>
                    <a:pt x="1582528" y="1877686"/>
                  </a:lnTo>
                  <a:lnTo>
                    <a:pt x="1531734" y="1874677"/>
                  </a:lnTo>
                  <a:lnTo>
                    <a:pt x="1497960" y="1872869"/>
                  </a:lnTo>
                  <a:lnTo>
                    <a:pt x="1479394" y="1871967"/>
                  </a:lnTo>
                  <a:lnTo>
                    <a:pt x="1472320" y="1871654"/>
                  </a:lnTo>
                  <a:lnTo>
                    <a:pt x="1471387" y="1871616"/>
                  </a:lnTo>
                  <a:lnTo>
                    <a:pt x="0" y="1871616"/>
                  </a:lnTo>
                  <a:close/>
                </a:path>
              </a:pathLst>
            </a:custGeom>
            <a:solidFill>
              <a:srgbClr val="67C1B3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140" name="pl1140"/>
            <p:cNvSpPr/>
            <p:nvPr/>
          </p:nvSpPr>
          <p:spPr>
            <a:xfrm>
              <a:off x="4799595" y="6794175"/>
              <a:ext cx="11981298" cy="3898520"/>
            </a:xfrm>
            <a:custGeom>
              <a:avLst/>
              <a:pathLst>
                <a:path w="11981298" h="3898520">
                  <a:moveTo>
                    <a:pt x="0" y="1871616"/>
                  </a:moveTo>
                  <a:lnTo>
                    <a:pt x="1471387" y="1871616"/>
                  </a:lnTo>
                  <a:lnTo>
                    <a:pt x="1472576" y="1871665"/>
                  </a:lnTo>
                  <a:lnTo>
                    <a:pt x="1480385" y="1872013"/>
                  </a:lnTo>
                  <a:lnTo>
                    <a:pt x="1500043" y="1872975"/>
                  </a:lnTo>
                  <a:lnTo>
                    <a:pt x="1535125" y="1874868"/>
                  </a:lnTo>
                  <a:lnTo>
                    <a:pt x="1587283" y="1877983"/>
                  </a:lnTo>
                  <a:lnTo>
                    <a:pt x="1656126" y="1882558"/>
                  </a:lnTo>
                  <a:lnTo>
                    <a:pt x="1739406" y="1888750"/>
                  </a:lnTo>
                  <a:lnTo>
                    <a:pt x="1833537" y="1896633"/>
                  </a:lnTo>
                  <a:lnTo>
                    <a:pt x="1934298" y="1906218"/>
                  </a:lnTo>
                  <a:lnTo>
                    <a:pt x="2037533" y="1917473"/>
                  </a:lnTo>
                  <a:lnTo>
                    <a:pt x="2139669" y="1930362"/>
                  </a:lnTo>
                  <a:lnTo>
                    <a:pt x="2237996" y="1944872"/>
                  </a:lnTo>
                  <a:lnTo>
                    <a:pt x="2330721" y="1961034"/>
                  </a:lnTo>
                  <a:lnTo>
                    <a:pt x="2416878" y="1978934"/>
                  </a:lnTo>
                  <a:lnTo>
                    <a:pt x="2496158" y="1998721"/>
                  </a:lnTo>
                  <a:lnTo>
                    <a:pt x="2568738" y="2020605"/>
                  </a:lnTo>
                  <a:lnTo>
                    <a:pt x="2635112" y="2044854"/>
                  </a:lnTo>
                  <a:lnTo>
                    <a:pt x="2695970" y="2071781"/>
                  </a:lnTo>
                  <a:lnTo>
                    <a:pt x="2752101" y="2101731"/>
                  </a:lnTo>
                  <a:lnTo>
                    <a:pt x="2804323" y="2135047"/>
                  </a:lnTo>
                  <a:lnTo>
                    <a:pt x="2853434" y="2172020"/>
                  </a:lnTo>
                  <a:lnTo>
                    <a:pt x="2896531" y="2209433"/>
                  </a:lnTo>
                  <a:lnTo>
                    <a:pt x="2939132" y="2251152"/>
                  </a:lnTo>
                  <a:lnTo>
                    <a:pt x="2980559" y="2296343"/>
                  </a:lnTo>
                  <a:lnTo>
                    <a:pt x="3021175" y="2345072"/>
                  </a:lnTo>
                  <a:lnTo>
                    <a:pt x="3061262" y="2397332"/>
                  </a:lnTo>
                  <a:lnTo>
                    <a:pt x="3101037" y="2453031"/>
                  </a:lnTo>
                  <a:lnTo>
                    <a:pt x="3140660" y="2511987"/>
                  </a:lnTo>
                  <a:lnTo>
                    <a:pt x="3180241" y="2573923"/>
                  </a:lnTo>
                  <a:lnTo>
                    <a:pt x="3219851" y="2638468"/>
                  </a:lnTo>
                  <a:lnTo>
                    <a:pt x="3259522" y="2705165"/>
                  </a:lnTo>
                  <a:lnTo>
                    <a:pt x="3299260" y="2773480"/>
                  </a:lnTo>
                  <a:lnTo>
                    <a:pt x="3339049" y="2842820"/>
                  </a:lnTo>
                  <a:lnTo>
                    <a:pt x="3378859" y="2912552"/>
                  </a:lnTo>
                  <a:lnTo>
                    <a:pt x="3418655" y="2982028"/>
                  </a:lnTo>
                  <a:lnTo>
                    <a:pt x="3458405" y="3050612"/>
                  </a:lnTo>
                  <a:lnTo>
                    <a:pt x="3498091" y="3117699"/>
                  </a:lnTo>
                  <a:lnTo>
                    <a:pt x="3537712" y="3182741"/>
                  </a:lnTo>
                  <a:lnTo>
                    <a:pt x="3577295" y="3245264"/>
                  </a:lnTo>
                  <a:lnTo>
                    <a:pt x="3616902" y="3304877"/>
                  </a:lnTo>
                  <a:lnTo>
                    <a:pt x="3656633" y="3361284"/>
                  </a:lnTo>
                  <a:lnTo>
                    <a:pt x="3696638" y="3414284"/>
                  </a:lnTo>
                  <a:lnTo>
                    <a:pt x="3737120" y="3463764"/>
                  </a:lnTo>
                  <a:lnTo>
                    <a:pt x="3778348" y="3509701"/>
                  </a:lnTo>
                  <a:lnTo>
                    <a:pt x="3820666" y="3552147"/>
                  </a:lnTo>
                  <a:lnTo>
                    <a:pt x="3829811" y="3560702"/>
                  </a:lnTo>
                  <a:lnTo>
                    <a:pt x="3876699" y="3601181"/>
                  </a:lnTo>
                  <a:lnTo>
                    <a:pt x="3926029" y="3637856"/>
                  </a:lnTo>
                  <a:lnTo>
                    <a:pt x="3978532" y="3670894"/>
                  </a:lnTo>
                  <a:lnTo>
                    <a:pt x="4035006" y="3700592"/>
                  </a:lnTo>
                  <a:lnTo>
                    <a:pt x="4096273" y="3727295"/>
                  </a:lnTo>
                  <a:lnTo>
                    <a:pt x="4163115" y="3751345"/>
                  </a:lnTo>
                  <a:lnTo>
                    <a:pt x="4236210" y="3773054"/>
                  </a:lnTo>
                  <a:lnTo>
                    <a:pt x="4316035" y="3792685"/>
                  </a:lnTo>
                  <a:lnTo>
                    <a:pt x="4402729" y="3810443"/>
                  </a:lnTo>
                  <a:lnTo>
                    <a:pt x="4495943" y="3826472"/>
                  </a:lnTo>
                  <a:lnTo>
                    <a:pt x="4594649" y="3840853"/>
                  </a:lnTo>
                  <a:lnTo>
                    <a:pt x="4696983" y="3853614"/>
                  </a:lnTo>
                  <a:lnTo>
                    <a:pt x="4800162" y="3864738"/>
                  </a:lnTo>
                  <a:lnTo>
                    <a:pt x="4900555" y="3874189"/>
                  </a:lnTo>
                  <a:lnTo>
                    <a:pt x="4993977" y="3881937"/>
                  </a:lnTo>
                  <a:lnTo>
                    <a:pt x="5076231" y="3887997"/>
                  </a:lnTo>
                  <a:lnTo>
                    <a:pt x="5143814" y="3892450"/>
                  </a:lnTo>
                  <a:lnTo>
                    <a:pt x="5194608" y="3895459"/>
                  </a:lnTo>
                  <a:lnTo>
                    <a:pt x="5228382" y="3897267"/>
                  </a:lnTo>
                  <a:lnTo>
                    <a:pt x="5246948" y="3898169"/>
                  </a:lnTo>
                  <a:lnTo>
                    <a:pt x="5254023" y="3898482"/>
                  </a:lnTo>
                  <a:lnTo>
                    <a:pt x="5254955" y="3898520"/>
                  </a:lnTo>
                  <a:lnTo>
                    <a:pt x="6726343" y="3898520"/>
                  </a:lnTo>
                  <a:lnTo>
                    <a:pt x="6727420" y="3898435"/>
                  </a:lnTo>
                  <a:lnTo>
                    <a:pt x="6734509" y="3897830"/>
                  </a:lnTo>
                  <a:lnTo>
                    <a:pt x="6752410" y="3896160"/>
                  </a:lnTo>
                  <a:lnTo>
                    <a:pt x="6784488" y="3892870"/>
                  </a:lnTo>
                  <a:lnTo>
                    <a:pt x="6832451" y="3887444"/>
                  </a:lnTo>
                  <a:lnTo>
                    <a:pt x="6896214" y="3879455"/>
                  </a:lnTo>
                  <a:lnTo>
                    <a:pt x="6974020" y="3868602"/>
                  </a:lnTo>
                  <a:lnTo>
                    <a:pt x="7062828" y="3854723"/>
                  </a:lnTo>
                  <a:lnTo>
                    <a:pt x="7158898" y="3837780"/>
                  </a:lnTo>
                  <a:lnTo>
                    <a:pt x="7258393" y="3817812"/>
                  </a:lnTo>
                  <a:lnTo>
                    <a:pt x="7357878" y="3794885"/>
                  </a:lnTo>
                  <a:lnTo>
                    <a:pt x="7454616" y="3769043"/>
                  </a:lnTo>
                  <a:lnTo>
                    <a:pt x="7546675" y="3740263"/>
                  </a:lnTo>
                  <a:lnTo>
                    <a:pt x="7632890" y="3708438"/>
                  </a:lnTo>
                  <a:lnTo>
                    <a:pt x="7712739" y="3673357"/>
                  </a:lnTo>
                  <a:lnTo>
                    <a:pt x="7786194" y="3634705"/>
                  </a:lnTo>
                  <a:lnTo>
                    <a:pt x="7853570" y="3592067"/>
                  </a:lnTo>
                  <a:lnTo>
                    <a:pt x="7915409" y="3544938"/>
                  </a:lnTo>
                  <a:lnTo>
                    <a:pt x="7972382" y="3492744"/>
                  </a:lnTo>
                  <a:lnTo>
                    <a:pt x="8025220" y="3434878"/>
                  </a:lnTo>
                  <a:lnTo>
                    <a:pt x="8074661" y="3370762"/>
                  </a:lnTo>
                  <a:lnTo>
                    <a:pt x="8121412" y="3299950"/>
                  </a:lnTo>
                  <a:lnTo>
                    <a:pt x="8151487" y="3248766"/>
                  </a:lnTo>
                  <a:lnTo>
                    <a:pt x="8184457" y="3187469"/>
                  </a:lnTo>
                  <a:lnTo>
                    <a:pt x="8216675" y="3122226"/>
                  </a:lnTo>
                  <a:lnTo>
                    <a:pt x="8248319" y="3052959"/>
                  </a:lnTo>
                  <a:lnTo>
                    <a:pt x="8279541" y="2979634"/>
                  </a:lnTo>
                  <a:lnTo>
                    <a:pt x="8310461" y="2902272"/>
                  </a:lnTo>
                  <a:lnTo>
                    <a:pt x="8341180" y="2820952"/>
                  </a:lnTo>
                  <a:lnTo>
                    <a:pt x="8371779" y="2735812"/>
                  </a:lnTo>
                  <a:lnTo>
                    <a:pt x="8402317" y="2647057"/>
                  </a:lnTo>
                  <a:lnTo>
                    <a:pt x="8432840" y="2554955"/>
                  </a:lnTo>
                  <a:lnTo>
                    <a:pt x="8463378" y="2459835"/>
                  </a:lnTo>
                  <a:lnTo>
                    <a:pt x="8493950" y="2362091"/>
                  </a:lnTo>
                  <a:lnTo>
                    <a:pt x="8524563" y="2262167"/>
                  </a:lnTo>
                  <a:lnTo>
                    <a:pt x="8555214" y="2160557"/>
                  </a:lnTo>
                  <a:lnTo>
                    <a:pt x="8585895" y="2057792"/>
                  </a:lnTo>
                  <a:lnTo>
                    <a:pt x="8616593" y="1954428"/>
                  </a:lnTo>
                  <a:lnTo>
                    <a:pt x="8647292" y="1851035"/>
                  </a:lnTo>
                  <a:lnTo>
                    <a:pt x="8677975" y="1748185"/>
                  </a:lnTo>
                  <a:lnTo>
                    <a:pt x="8708630" y="1646436"/>
                  </a:lnTo>
                  <a:lnTo>
                    <a:pt x="8739247" y="1546321"/>
                  </a:lnTo>
                  <a:lnTo>
                    <a:pt x="8769823" y="1448338"/>
                  </a:lnTo>
                  <a:lnTo>
                    <a:pt x="8800364" y="1352937"/>
                  </a:lnTo>
                  <a:lnTo>
                    <a:pt x="8830887" y="1260517"/>
                  </a:lnTo>
                  <a:lnTo>
                    <a:pt x="8861422" y="1171415"/>
                  </a:lnTo>
                  <a:lnTo>
                    <a:pt x="8892012" y="1085904"/>
                  </a:lnTo>
                  <a:lnTo>
                    <a:pt x="8922716" y="1004195"/>
                  </a:lnTo>
                  <a:lnTo>
                    <a:pt x="8953612" y="926433"/>
                  </a:lnTo>
                  <a:lnTo>
                    <a:pt x="8984798" y="852703"/>
                  </a:lnTo>
                  <a:lnTo>
                    <a:pt x="9016394" y="783031"/>
                  </a:lnTo>
                  <a:lnTo>
                    <a:pt x="9048547" y="717389"/>
                  </a:lnTo>
                  <a:lnTo>
                    <a:pt x="9081433" y="655702"/>
                  </a:lnTo>
                  <a:lnTo>
                    <a:pt x="9084767" y="649753"/>
                  </a:lnTo>
                  <a:lnTo>
                    <a:pt x="9130073" y="574348"/>
                  </a:lnTo>
                  <a:lnTo>
                    <a:pt x="9177641" y="505791"/>
                  </a:lnTo>
                  <a:lnTo>
                    <a:pt x="9228127" y="443805"/>
                  </a:lnTo>
                  <a:lnTo>
                    <a:pt x="9282253" y="387885"/>
                  </a:lnTo>
                  <a:lnTo>
                    <a:pt x="9340759" y="337435"/>
                  </a:lnTo>
                  <a:lnTo>
                    <a:pt x="9404363" y="291855"/>
                  </a:lnTo>
                  <a:lnTo>
                    <a:pt x="9473701" y="250589"/>
                  </a:lnTo>
                  <a:lnTo>
                    <a:pt x="9549254" y="213162"/>
                  </a:lnTo>
                  <a:lnTo>
                    <a:pt x="9631237" y="179189"/>
                  </a:lnTo>
                  <a:lnTo>
                    <a:pt x="9719474" y="148391"/>
                  </a:lnTo>
                  <a:lnTo>
                    <a:pt x="9813248" y="120592"/>
                  </a:lnTo>
                  <a:lnTo>
                    <a:pt x="9911149" y="95714"/>
                  </a:lnTo>
                  <a:lnTo>
                    <a:pt x="10010979" y="73761"/>
                  </a:lnTo>
                  <a:lnTo>
                    <a:pt x="10109748" y="54788"/>
                  </a:lnTo>
                  <a:lnTo>
                    <a:pt x="10203844" y="38858"/>
                  </a:lnTo>
                  <a:lnTo>
                    <a:pt x="10289400" y="25992"/>
                  </a:lnTo>
                  <a:lnTo>
                    <a:pt x="10362838" y="16112"/>
                  </a:lnTo>
                  <a:lnTo>
                    <a:pt x="10421484" y="9012"/>
                  </a:lnTo>
                  <a:lnTo>
                    <a:pt x="10464105" y="4347"/>
                  </a:lnTo>
                  <a:lnTo>
                    <a:pt x="10491211" y="1653"/>
                  </a:lnTo>
                  <a:lnTo>
                    <a:pt x="10505082" y="398"/>
                  </a:lnTo>
                  <a:lnTo>
                    <a:pt x="10509583" y="25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41" name="pl1141"/>
            <p:cNvSpPr/>
            <p:nvPr/>
          </p:nvSpPr>
          <p:spPr>
            <a:xfrm>
              <a:off x="4799595" y="6786002"/>
              <a:ext cx="11981298" cy="3898520"/>
            </a:xfrm>
            <a:custGeom>
              <a:avLst/>
              <a:pathLst>
                <a:path w="11981298" h="3898520">
                  <a:moveTo>
                    <a:pt x="11981298" y="0"/>
                  </a:moveTo>
                  <a:lnTo>
                    <a:pt x="10509911" y="0"/>
                  </a:lnTo>
                  <a:lnTo>
                    <a:pt x="10508834" y="84"/>
                  </a:lnTo>
                  <a:lnTo>
                    <a:pt x="10501744" y="689"/>
                  </a:lnTo>
                  <a:lnTo>
                    <a:pt x="10483844" y="2359"/>
                  </a:lnTo>
                  <a:lnTo>
                    <a:pt x="10451765" y="5649"/>
                  </a:lnTo>
                  <a:lnTo>
                    <a:pt x="10403802" y="11075"/>
                  </a:lnTo>
                  <a:lnTo>
                    <a:pt x="10340039" y="19064"/>
                  </a:lnTo>
                  <a:lnTo>
                    <a:pt x="10262233" y="29918"/>
                  </a:lnTo>
                  <a:lnTo>
                    <a:pt x="10173425" y="43796"/>
                  </a:lnTo>
                  <a:lnTo>
                    <a:pt x="10077355" y="60739"/>
                  </a:lnTo>
                  <a:lnTo>
                    <a:pt x="9977860" y="80707"/>
                  </a:lnTo>
                  <a:lnTo>
                    <a:pt x="9878375" y="103634"/>
                  </a:lnTo>
                  <a:lnTo>
                    <a:pt x="9781637" y="129477"/>
                  </a:lnTo>
                  <a:lnTo>
                    <a:pt x="9689579" y="158256"/>
                  </a:lnTo>
                  <a:lnTo>
                    <a:pt x="9603364" y="190081"/>
                  </a:lnTo>
                  <a:lnTo>
                    <a:pt x="9523514" y="225163"/>
                  </a:lnTo>
                  <a:lnTo>
                    <a:pt x="9450060" y="263814"/>
                  </a:lnTo>
                  <a:lnTo>
                    <a:pt x="9382683" y="306452"/>
                  </a:lnTo>
                  <a:lnTo>
                    <a:pt x="9320844" y="353581"/>
                  </a:lnTo>
                  <a:lnTo>
                    <a:pt x="9263871" y="405776"/>
                  </a:lnTo>
                  <a:lnTo>
                    <a:pt x="9211034" y="463642"/>
                  </a:lnTo>
                  <a:lnTo>
                    <a:pt x="9161592" y="527757"/>
                  </a:lnTo>
                  <a:lnTo>
                    <a:pt x="9114842" y="598569"/>
                  </a:lnTo>
                  <a:lnTo>
                    <a:pt x="9084767" y="649753"/>
                  </a:lnTo>
                  <a:lnTo>
                    <a:pt x="9051796" y="711051"/>
                  </a:lnTo>
                  <a:lnTo>
                    <a:pt x="9019579" y="776293"/>
                  </a:lnTo>
                  <a:lnTo>
                    <a:pt x="8987934" y="845560"/>
                  </a:lnTo>
                  <a:lnTo>
                    <a:pt x="8956713" y="918885"/>
                  </a:lnTo>
                  <a:lnTo>
                    <a:pt x="8925792" y="996247"/>
                  </a:lnTo>
                  <a:lnTo>
                    <a:pt x="8895073" y="1077567"/>
                  </a:lnTo>
                  <a:lnTo>
                    <a:pt x="8864475" y="1162707"/>
                  </a:lnTo>
                  <a:lnTo>
                    <a:pt x="8833937" y="1251462"/>
                  </a:lnTo>
                  <a:lnTo>
                    <a:pt x="8803414" y="1343565"/>
                  </a:lnTo>
                  <a:lnTo>
                    <a:pt x="8772875" y="1438684"/>
                  </a:lnTo>
                  <a:lnTo>
                    <a:pt x="8742303" y="1536429"/>
                  </a:lnTo>
                  <a:lnTo>
                    <a:pt x="8711690" y="1636352"/>
                  </a:lnTo>
                  <a:lnTo>
                    <a:pt x="8681039" y="1737962"/>
                  </a:lnTo>
                  <a:lnTo>
                    <a:pt x="8650358" y="1840727"/>
                  </a:lnTo>
                  <a:lnTo>
                    <a:pt x="8619660" y="1944091"/>
                  </a:lnTo>
                  <a:lnTo>
                    <a:pt x="8588962" y="2047484"/>
                  </a:lnTo>
                  <a:lnTo>
                    <a:pt x="8558278" y="2150334"/>
                  </a:lnTo>
                  <a:lnTo>
                    <a:pt x="8527623" y="2252084"/>
                  </a:lnTo>
                  <a:lnTo>
                    <a:pt x="8497007" y="2352199"/>
                  </a:lnTo>
                  <a:lnTo>
                    <a:pt x="8466431" y="2450182"/>
                  </a:lnTo>
                  <a:lnTo>
                    <a:pt x="8435889" y="2545582"/>
                  </a:lnTo>
                  <a:lnTo>
                    <a:pt x="8405366" y="2638002"/>
                  </a:lnTo>
                  <a:lnTo>
                    <a:pt x="8374831" y="2727104"/>
                  </a:lnTo>
                  <a:lnTo>
                    <a:pt x="8344241" y="2812615"/>
                  </a:lnTo>
                  <a:lnTo>
                    <a:pt x="8313537" y="2894324"/>
                  </a:lnTo>
                  <a:lnTo>
                    <a:pt x="8282641" y="2972086"/>
                  </a:lnTo>
                  <a:lnTo>
                    <a:pt x="8251455" y="3045816"/>
                  </a:lnTo>
                  <a:lnTo>
                    <a:pt x="8219859" y="3115488"/>
                  </a:lnTo>
                  <a:lnTo>
                    <a:pt x="8187706" y="3181130"/>
                  </a:lnTo>
                  <a:lnTo>
                    <a:pt x="8154820" y="3242817"/>
                  </a:lnTo>
                  <a:lnTo>
                    <a:pt x="8151487" y="3248766"/>
                  </a:lnTo>
                  <a:lnTo>
                    <a:pt x="8106180" y="3324171"/>
                  </a:lnTo>
                  <a:lnTo>
                    <a:pt x="8058612" y="3392728"/>
                  </a:lnTo>
                  <a:lnTo>
                    <a:pt x="8008126" y="3454715"/>
                  </a:lnTo>
                  <a:lnTo>
                    <a:pt x="7954001" y="3510635"/>
                  </a:lnTo>
                  <a:lnTo>
                    <a:pt x="7895495" y="3561084"/>
                  </a:lnTo>
                  <a:lnTo>
                    <a:pt x="7831891" y="3606665"/>
                  </a:lnTo>
                  <a:lnTo>
                    <a:pt x="7762552" y="3647930"/>
                  </a:lnTo>
                  <a:lnTo>
                    <a:pt x="7686999" y="3685357"/>
                  </a:lnTo>
                  <a:lnTo>
                    <a:pt x="7605017" y="3719330"/>
                  </a:lnTo>
                  <a:lnTo>
                    <a:pt x="7516779" y="3750128"/>
                  </a:lnTo>
                  <a:lnTo>
                    <a:pt x="7423006" y="3777927"/>
                  </a:lnTo>
                  <a:lnTo>
                    <a:pt x="7325104" y="3802805"/>
                  </a:lnTo>
                  <a:lnTo>
                    <a:pt x="7225274" y="3824759"/>
                  </a:lnTo>
                  <a:lnTo>
                    <a:pt x="7126505" y="3843731"/>
                  </a:lnTo>
                  <a:lnTo>
                    <a:pt x="7032409" y="3859661"/>
                  </a:lnTo>
                  <a:lnTo>
                    <a:pt x="6946853" y="3872527"/>
                  </a:lnTo>
                  <a:lnTo>
                    <a:pt x="6873416" y="3882407"/>
                  </a:lnTo>
                  <a:lnTo>
                    <a:pt x="6814769" y="3889507"/>
                  </a:lnTo>
                  <a:lnTo>
                    <a:pt x="6772148" y="3894172"/>
                  </a:lnTo>
                  <a:lnTo>
                    <a:pt x="6745042" y="3896866"/>
                  </a:lnTo>
                  <a:lnTo>
                    <a:pt x="6731171" y="3898121"/>
                  </a:lnTo>
                  <a:lnTo>
                    <a:pt x="6726671" y="3898494"/>
                  </a:lnTo>
                  <a:lnTo>
                    <a:pt x="6726343" y="3898520"/>
                  </a:lnTo>
                  <a:lnTo>
                    <a:pt x="5254955" y="3898520"/>
                  </a:lnTo>
                  <a:lnTo>
                    <a:pt x="5253766" y="3898471"/>
                  </a:lnTo>
                  <a:lnTo>
                    <a:pt x="5245957" y="3898123"/>
                  </a:lnTo>
                  <a:lnTo>
                    <a:pt x="5226299" y="3897161"/>
                  </a:lnTo>
                  <a:lnTo>
                    <a:pt x="5191217" y="3895268"/>
                  </a:lnTo>
                  <a:lnTo>
                    <a:pt x="5139059" y="3892152"/>
                  </a:lnTo>
                  <a:lnTo>
                    <a:pt x="5070216" y="3887578"/>
                  </a:lnTo>
                  <a:lnTo>
                    <a:pt x="4986936" y="3881386"/>
                  </a:lnTo>
                  <a:lnTo>
                    <a:pt x="4892805" y="3873503"/>
                  </a:lnTo>
                  <a:lnTo>
                    <a:pt x="4792044" y="3863918"/>
                  </a:lnTo>
                  <a:lnTo>
                    <a:pt x="4688809" y="3852663"/>
                  </a:lnTo>
                  <a:lnTo>
                    <a:pt x="4586673" y="3839774"/>
                  </a:lnTo>
                  <a:lnTo>
                    <a:pt x="4488346" y="3825263"/>
                  </a:lnTo>
                  <a:lnTo>
                    <a:pt x="4395621" y="3809102"/>
                  </a:lnTo>
                  <a:lnTo>
                    <a:pt x="4309465" y="3791202"/>
                  </a:lnTo>
                  <a:lnTo>
                    <a:pt x="4230184" y="3771414"/>
                  </a:lnTo>
                  <a:lnTo>
                    <a:pt x="4157604" y="3749530"/>
                  </a:lnTo>
                  <a:lnTo>
                    <a:pt x="4091230" y="3725282"/>
                  </a:lnTo>
                  <a:lnTo>
                    <a:pt x="4030372" y="3698355"/>
                  </a:lnTo>
                  <a:lnTo>
                    <a:pt x="3974242" y="3668405"/>
                  </a:lnTo>
                  <a:lnTo>
                    <a:pt x="3922019" y="3635088"/>
                  </a:lnTo>
                  <a:lnTo>
                    <a:pt x="3872908" y="3598116"/>
                  </a:lnTo>
                  <a:lnTo>
                    <a:pt x="3829811" y="3560702"/>
                  </a:lnTo>
                  <a:lnTo>
                    <a:pt x="3787211" y="3518983"/>
                  </a:lnTo>
                  <a:lnTo>
                    <a:pt x="3745783" y="3473793"/>
                  </a:lnTo>
                  <a:lnTo>
                    <a:pt x="3705167" y="3425064"/>
                  </a:lnTo>
                  <a:lnTo>
                    <a:pt x="3665080" y="3372804"/>
                  </a:lnTo>
                  <a:lnTo>
                    <a:pt x="3625305" y="3317105"/>
                  </a:lnTo>
                  <a:lnTo>
                    <a:pt x="3585682" y="3258149"/>
                  </a:lnTo>
                  <a:lnTo>
                    <a:pt x="3546101" y="3196213"/>
                  </a:lnTo>
                  <a:lnTo>
                    <a:pt x="3506491" y="3131668"/>
                  </a:lnTo>
                  <a:lnTo>
                    <a:pt x="3466820" y="3064971"/>
                  </a:lnTo>
                  <a:lnTo>
                    <a:pt x="3427082" y="2996655"/>
                  </a:lnTo>
                  <a:lnTo>
                    <a:pt x="3387293" y="2927316"/>
                  </a:lnTo>
                  <a:lnTo>
                    <a:pt x="3347483" y="2857584"/>
                  </a:lnTo>
                  <a:lnTo>
                    <a:pt x="3307688" y="2788107"/>
                  </a:lnTo>
                  <a:lnTo>
                    <a:pt x="3267937" y="2719524"/>
                  </a:lnTo>
                  <a:lnTo>
                    <a:pt x="3228251" y="2652437"/>
                  </a:lnTo>
                  <a:lnTo>
                    <a:pt x="3188630" y="2587395"/>
                  </a:lnTo>
                  <a:lnTo>
                    <a:pt x="3149047" y="2524872"/>
                  </a:lnTo>
                  <a:lnTo>
                    <a:pt x="3109441" y="2465259"/>
                  </a:lnTo>
                  <a:lnTo>
                    <a:pt x="3069709" y="2408851"/>
                  </a:lnTo>
                  <a:lnTo>
                    <a:pt x="3029704" y="2355852"/>
                  </a:lnTo>
                  <a:lnTo>
                    <a:pt x="2989222" y="2306371"/>
                  </a:lnTo>
                  <a:lnTo>
                    <a:pt x="2947994" y="2260434"/>
                  </a:lnTo>
                  <a:lnTo>
                    <a:pt x="2905676" y="2217989"/>
                  </a:lnTo>
                  <a:lnTo>
                    <a:pt x="2896531" y="2209433"/>
                  </a:lnTo>
                  <a:lnTo>
                    <a:pt x="2849643" y="2168955"/>
                  </a:lnTo>
                  <a:lnTo>
                    <a:pt x="2800313" y="2132280"/>
                  </a:lnTo>
                  <a:lnTo>
                    <a:pt x="2747811" y="2099242"/>
                  </a:lnTo>
                  <a:lnTo>
                    <a:pt x="2691336" y="2069544"/>
                  </a:lnTo>
                  <a:lnTo>
                    <a:pt x="2630069" y="2042841"/>
                  </a:lnTo>
                  <a:lnTo>
                    <a:pt x="2563227" y="2018791"/>
                  </a:lnTo>
                  <a:lnTo>
                    <a:pt x="2490132" y="1997082"/>
                  </a:lnTo>
                  <a:lnTo>
                    <a:pt x="2410308" y="1977451"/>
                  </a:lnTo>
                  <a:lnTo>
                    <a:pt x="2323613" y="1959693"/>
                  </a:lnTo>
                  <a:lnTo>
                    <a:pt x="2230399" y="1943664"/>
                  </a:lnTo>
                  <a:lnTo>
                    <a:pt x="2131694" y="1929283"/>
                  </a:lnTo>
                  <a:lnTo>
                    <a:pt x="2029359" y="1916522"/>
                  </a:lnTo>
                  <a:lnTo>
                    <a:pt x="1926180" y="1905397"/>
                  </a:lnTo>
                  <a:lnTo>
                    <a:pt x="1825787" y="1895947"/>
                  </a:lnTo>
                  <a:lnTo>
                    <a:pt x="1732366" y="1888198"/>
                  </a:lnTo>
                  <a:lnTo>
                    <a:pt x="1650111" y="1882139"/>
                  </a:lnTo>
                  <a:lnTo>
                    <a:pt x="1582528" y="1877686"/>
                  </a:lnTo>
                  <a:lnTo>
                    <a:pt x="1531734" y="1874677"/>
                  </a:lnTo>
                  <a:lnTo>
                    <a:pt x="1497960" y="1872869"/>
                  </a:lnTo>
                  <a:lnTo>
                    <a:pt x="1479394" y="1871967"/>
                  </a:lnTo>
                  <a:lnTo>
                    <a:pt x="1472320" y="1871654"/>
                  </a:lnTo>
                  <a:lnTo>
                    <a:pt x="1471387" y="1871616"/>
                  </a:lnTo>
                  <a:lnTo>
                    <a:pt x="0" y="187161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42" name="pg1142"/>
            <p:cNvSpPr/>
            <p:nvPr/>
          </p:nvSpPr>
          <p:spPr>
            <a:xfrm>
              <a:off x="4799595" y="3614879"/>
              <a:ext cx="11981298" cy="7453774"/>
            </a:xfrm>
            <a:custGeom>
              <a:avLst/>
              <a:pathLst>
                <a:path w="11981298" h="7453774">
                  <a:moveTo>
                    <a:pt x="0" y="5091777"/>
                  </a:moveTo>
                  <a:lnTo>
                    <a:pt x="1471387" y="5091777"/>
                  </a:lnTo>
                  <a:lnTo>
                    <a:pt x="1472560" y="5091834"/>
                  </a:lnTo>
                  <a:lnTo>
                    <a:pt x="1480263" y="5092233"/>
                  </a:lnTo>
                  <a:lnTo>
                    <a:pt x="1499665" y="5093338"/>
                  </a:lnTo>
                  <a:lnTo>
                    <a:pt x="1534309" y="5095513"/>
                  </a:lnTo>
                  <a:lnTo>
                    <a:pt x="1585859" y="5099093"/>
                  </a:lnTo>
                  <a:lnTo>
                    <a:pt x="1653970" y="5104353"/>
                  </a:lnTo>
                  <a:lnTo>
                    <a:pt x="1736468" y="5111475"/>
                  </a:lnTo>
                  <a:lnTo>
                    <a:pt x="1829847" y="5120549"/>
                  </a:lnTo>
                  <a:lnTo>
                    <a:pt x="1929953" y="5131587"/>
                  </a:lnTo>
                  <a:lnTo>
                    <a:pt x="2032675" y="5144555"/>
                  </a:lnTo>
                  <a:lnTo>
                    <a:pt x="2134457" y="5159412"/>
                  </a:lnTo>
                  <a:lnTo>
                    <a:pt x="2232581" y="5176139"/>
                  </a:lnTo>
                  <a:lnTo>
                    <a:pt x="2325232" y="5194770"/>
                  </a:lnTo>
                  <a:lnTo>
                    <a:pt x="2411413" y="5215398"/>
                  </a:lnTo>
                  <a:lnTo>
                    <a:pt x="2490787" y="5238192"/>
                  </a:lnTo>
                  <a:lnTo>
                    <a:pt x="2563498" y="5263387"/>
                  </a:lnTo>
                  <a:lnTo>
                    <a:pt x="2630016" y="5291285"/>
                  </a:lnTo>
                  <a:lnTo>
                    <a:pt x="2691011" y="5322246"/>
                  </a:lnTo>
                  <a:lnTo>
                    <a:pt x="2747254" y="5356662"/>
                  </a:lnTo>
                  <a:lnTo>
                    <a:pt x="2799553" y="5394929"/>
                  </a:lnTo>
                  <a:lnTo>
                    <a:pt x="2848699" y="5437391"/>
                  </a:lnTo>
                  <a:lnTo>
                    <a:pt x="2895413" y="5484242"/>
                  </a:lnTo>
                  <a:lnTo>
                    <a:pt x="2896531" y="5485444"/>
                  </a:lnTo>
                  <a:lnTo>
                    <a:pt x="2936915" y="5531392"/>
                  </a:lnTo>
                  <a:lnTo>
                    <a:pt x="2976227" y="5580965"/>
                  </a:lnTo>
                  <a:lnTo>
                    <a:pt x="3014782" y="5634235"/>
                  </a:lnTo>
                  <a:lnTo>
                    <a:pt x="3052827" y="5691203"/>
                  </a:lnTo>
                  <a:lnTo>
                    <a:pt x="3090555" y="5751796"/>
                  </a:lnTo>
                  <a:lnTo>
                    <a:pt x="3128114" y="5815854"/>
                  </a:lnTo>
                  <a:lnTo>
                    <a:pt x="3165609" y="5883131"/>
                  </a:lnTo>
                  <a:lnTo>
                    <a:pt x="3203111" y="5953292"/>
                  </a:lnTo>
                  <a:lnTo>
                    <a:pt x="3240659" y="6025916"/>
                  </a:lnTo>
                  <a:lnTo>
                    <a:pt x="3278268" y="6100506"/>
                  </a:lnTo>
                  <a:lnTo>
                    <a:pt x="3315931" y="6176502"/>
                  </a:lnTo>
                  <a:lnTo>
                    <a:pt x="3353631" y="6253296"/>
                  </a:lnTo>
                  <a:lnTo>
                    <a:pt x="3391337" y="6330252"/>
                  </a:lnTo>
                  <a:lnTo>
                    <a:pt x="3429022" y="6406730"/>
                  </a:lnTo>
                  <a:lnTo>
                    <a:pt x="3466661" y="6482105"/>
                  </a:lnTo>
                  <a:lnTo>
                    <a:pt x="3504239" y="6555790"/>
                  </a:lnTo>
                  <a:lnTo>
                    <a:pt x="3541761" y="6627254"/>
                  </a:lnTo>
                  <a:lnTo>
                    <a:pt x="3579253" y="6696038"/>
                  </a:lnTo>
                  <a:lnTo>
                    <a:pt x="3616768" y="6761761"/>
                  </a:lnTo>
                  <a:lnTo>
                    <a:pt x="3654395" y="6824133"/>
                  </a:lnTo>
                  <a:lnTo>
                    <a:pt x="3692259" y="6882950"/>
                  </a:lnTo>
                  <a:lnTo>
                    <a:pt x="3730528" y="6938095"/>
                  </a:lnTo>
                  <a:lnTo>
                    <a:pt x="3769422" y="6989534"/>
                  </a:lnTo>
                  <a:lnTo>
                    <a:pt x="3809220" y="7037304"/>
                  </a:lnTo>
                  <a:lnTo>
                    <a:pt x="3829811" y="7060108"/>
                  </a:lnTo>
                  <a:lnTo>
                    <a:pt x="3876474" y="7107067"/>
                  </a:lnTo>
                  <a:lnTo>
                    <a:pt x="3925551" y="7149634"/>
                  </a:lnTo>
                  <a:lnTo>
                    <a:pt x="3977765" y="7188001"/>
                  </a:lnTo>
                  <a:lnTo>
                    <a:pt x="4033902" y="7222506"/>
                  </a:lnTo>
                  <a:lnTo>
                    <a:pt x="4094770" y="7253546"/>
                  </a:lnTo>
                  <a:lnTo>
                    <a:pt x="4161145" y="7281516"/>
                  </a:lnTo>
                  <a:lnTo>
                    <a:pt x="4233698" y="7306773"/>
                  </a:lnTo>
                  <a:lnTo>
                    <a:pt x="4312905" y="7329622"/>
                  </a:lnTo>
                  <a:lnTo>
                    <a:pt x="4398922" y="7350301"/>
                  </a:lnTo>
                  <a:lnTo>
                    <a:pt x="4491423" y="7368979"/>
                  </a:lnTo>
                  <a:lnTo>
                    <a:pt x="4589431" y="7385753"/>
                  </a:lnTo>
                  <a:lnTo>
                    <a:pt x="4691152" y="7400655"/>
                  </a:lnTo>
                  <a:lnTo>
                    <a:pt x="4793891" y="7413670"/>
                  </a:lnTo>
                  <a:lnTo>
                    <a:pt x="4894109" y="7424756"/>
                  </a:lnTo>
                  <a:lnTo>
                    <a:pt x="4987702" y="7433878"/>
                  </a:lnTo>
                  <a:lnTo>
                    <a:pt x="5070513" y="7441047"/>
                  </a:lnTo>
                  <a:lnTo>
                    <a:pt x="5139009" y="7446350"/>
                  </a:lnTo>
                  <a:lnTo>
                    <a:pt x="5190976" y="7449969"/>
                  </a:lnTo>
                  <a:lnTo>
                    <a:pt x="5226022" y="7452174"/>
                  </a:lnTo>
                  <a:lnTo>
                    <a:pt x="5245762" y="7453301"/>
                  </a:lnTo>
                  <a:lnTo>
                    <a:pt x="5253696" y="7453714"/>
                  </a:lnTo>
                  <a:lnTo>
                    <a:pt x="5254955" y="7453774"/>
                  </a:lnTo>
                  <a:lnTo>
                    <a:pt x="6726343" y="7453774"/>
                  </a:lnTo>
                  <a:lnTo>
                    <a:pt x="6727070" y="7453666"/>
                  </a:lnTo>
                  <a:lnTo>
                    <a:pt x="6731893" y="7452895"/>
                  </a:lnTo>
                  <a:lnTo>
                    <a:pt x="6744198" y="7450767"/>
                  </a:lnTo>
                  <a:lnTo>
                    <a:pt x="6766562" y="7446570"/>
                  </a:lnTo>
                  <a:lnTo>
                    <a:pt x="6800638" y="7439612"/>
                  </a:lnTo>
                  <a:lnTo>
                    <a:pt x="6847046" y="7429271"/>
                  </a:lnTo>
                  <a:lnTo>
                    <a:pt x="6905357" y="7415046"/>
                  </a:lnTo>
                  <a:lnTo>
                    <a:pt x="6974194" y="7396586"/>
                  </a:lnTo>
                  <a:lnTo>
                    <a:pt x="7051466" y="7373695"/>
                  </a:lnTo>
                  <a:lnTo>
                    <a:pt x="7134667" y="7346318"/>
                  </a:lnTo>
                  <a:lnTo>
                    <a:pt x="7221198" y="7314493"/>
                  </a:lnTo>
                  <a:lnTo>
                    <a:pt x="7308637" y="7278303"/>
                  </a:lnTo>
                  <a:lnTo>
                    <a:pt x="7394927" y="7237826"/>
                  </a:lnTo>
                  <a:lnTo>
                    <a:pt x="7478467" y="7193086"/>
                  </a:lnTo>
                  <a:lnTo>
                    <a:pt x="7558133" y="7144025"/>
                  </a:lnTo>
                  <a:lnTo>
                    <a:pt x="7633235" y="7090480"/>
                  </a:lnTo>
                  <a:lnTo>
                    <a:pt x="7703453" y="7032172"/>
                  </a:lnTo>
                  <a:lnTo>
                    <a:pt x="7768753" y="6968707"/>
                  </a:lnTo>
                  <a:lnTo>
                    <a:pt x="7829314" y="6899574"/>
                  </a:lnTo>
                  <a:lnTo>
                    <a:pt x="7885463" y="6824160"/>
                  </a:lnTo>
                  <a:lnTo>
                    <a:pt x="7937619" y="6741762"/>
                  </a:lnTo>
                  <a:lnTo>
                    <a:pt x="7986257" y="6651617"/>
                  </a:lnTo>
                  <a:lnTo>
                    <a:pt x="8031873" y="6552948"/>
                  </a:lnTo>
                  <a:lnTo>
                    <a:pt x="8074961" y="6445031"/>
                  </a:lnTo>
                  <a:lnTo>
                    <a:pt x="8115991" y="6327305"/>
                  </a:lnTo>
                  <a:lnTo>
                    <a:pt x="8151487" y="6212840"/>
                  </a:lnTo>
                  <a:lnTo>
                    <a:pt x="8175946" y="6126993"/>
                  </a:lnTo>
                  <a:lnTo>
                    <a:pt x="8199967" y="6037055"/>
                  </a:lnTo>
                  <a:lnTo>
                    <a:pt x="8223625" y="5942950"/>
                  </a:lnTo>
                  <a:lnTo>
                    <a:pt x="8246991" y="5844627"/>
                  </a:lnTo>
                  <a:lnTo>
                    <a:pt x="8270122" y="5742067"/>
                  </a:lnTo>
                  <a:lnTo>
                    <a:pt x="8293070" y="5635275"/>
                  </a:lnTo>
                  <a:lnTo>
                    <a:pt x="8315880" y="5524295"/>
                  </a:lnTo>
                  <a:lnTo>
                    <a:pt x="8338588" y="5409199"/>
                  </a:lnTo>
                  <a:lnTo>
                    <a:pt x="8361227" y="5290098"/>
                  </a:lnTo>
                  <a:lnTo>
                    <a:pt x="8383824" y="5167137"/>
                  </a:lnTo>
                  <a:lnTo>
                    <a:pt x="8406398" y="5040501"/>
                  </a:lnTo>
                  <a:lnTo>
                    <a:pt x="8428967" y="4910409"/>
                  </a:lnTo>
                  <a:lnTo>
                    <a:pt x="8451544" y="4777117"/>
                  </a:lnTo>
                  <a:lnTo>
                    <a:pt x="8474135" y="4640917"/>
                  </a:lnTo>
                  <a:lnTo>
                    <a:pt x="8496748" y="4502131"/>
                  </a:lnTo>
                  <a:lnTo>
                    <a:pt x="8519382" y="4361112"/>
                  </a:lnTo>
                  <a:lnTo>
                    <a:pt x="8542039" y="4218242"/>
                  </a:lnTo>
                  <a:lnTo>
                    <a:pt x="8564714" y="4073921"/>
                  </a:lnTo>
                  <a:lnTo>
                    <a:pt x="8587404" y="3928571"/>
                  </a:lnTo>
                  <a:lnTo>
                    <a:pt x="8610102" y="3782623"/>
                  </a:lnTo>
                  <a:lnTo>
                    <a:pt x="8632803" y="3636520"/>
                  </a:lnTo>
                  <a:lnTo>
                    <a:pt x="8655500" y="3490702"/>
                  </a:lnTo>
                  <a:lnTo>
                    <a:pt x="8678186" y="3345609"/>
                  </a:lnTo>
                  <a:lnTo>
                    <a:pt x="8700856" y="3201670"/>
                  </a:lnTo>
                  <a:lnTo>
                    <a:pt x="8723506" y="3059302"/>
                  </a:lnTo>
                  <a:lnTo>
                    <a:pt x="8746134" y="2918899"/>
                  </a:lnTo>
                  <a:lnTo>
                    <a:pt x="8768740" y="2780835"/>
                  </a:lnTo>
                  <a:lnTo>
                    <a:pt x="8791327" y="2645455"/>
                  </a:lnTo>
                  <a:lnTo>
                    <a:pt x="8813900" y="2513072"/>
                  </a:lnTo>
                  <a:lnTo>
                    <a:pt x="8836469" y="2383968"/>
                  </a:lnTo>
                  <a:lnTo>
                    <a:pt x="8859048" y="2258388"/>
                  </a:lnTo>
                  <a:lnTo>
                    <a:pt x="8881654" y="2136541"/>
                  </a:lnTo>
                  <a:lnTo>
                    <a:pt x="8904311" y="2018600"/>
                  </a:lnTo>
                  <a:lnTo>
                    <a:pt x="8927046" y="1904700"/>
                  </a:lnTo>
                  <a:lnTo>
                    <a:pt x="8949892" y="1794941"/>
                  </a:lnTo>
                  <a:lnTo>
                    <a:pt x="8972888" y="1689387"/>
                  </a:lnTo>
                  <a:lnTo>
                    <a:pt x="8996083" y="1588069"/>
                  </a:lnTo>
                  <a:lnTo>
                    <a:pt x="9019527" y="1490986"/>
                  </a:lnTo>
                  <a:lnTo>
                    <a:pt x="9043285" y="1398108"/>
                  </a:lnTo>
                  <a:lnTo>
                    <a:pt x="9067425" y="1309377"/>
                  </a:lnTo>
                  <a:lnTo>
                    <a:pt x="9084767" y="1249106"/>
                  </a:lnTo>
                  <a:lnTo>
                    <a:pt x="9124310" y="1122341"/>
                  </a:lnTo>
                  <a:lnTo>
                    <a:pt x="9165527" y="1005620"/>
                  </a:lnTo>
                  <a:lnTo>
                    <a:pt x="9208848" y="898663"/>
                  </a:lnTo>
                  <a:lnTo>
                    <a:pt x="9254745" y="800886"/>
                  </a:lnTo>
                  <a:lnTo>
                    <a:pt x="9303715" y="711556"/>
                  </a:lnTo>
                  <a:lnTo>
                    <a:pt x="9356252" y="629894"/>
                  </a:lnTo>
                  <a:lnTo>
                    <a:pt x="9412827" y="555142"/>
                  </a:lnTo>
                  <a:lnTo>
                    <a:pt x="9473852" y="486606"/>
                  </a:lnTo>
                  <a:lnTo>
                    <a:pt x="9539642" y="423681"/>
                  </a:lnTo>
                  <a:lnTo>
                    <a:pt x="9610357" y="365869"/>
                  </a:lnTo>
                  <a:lnTo>
                    <a:pt x="9685939" y="312785"/>
                  </a:lnTo>
                  <a:lnTo>
                    <a:pt x="9766032" y="264165"/>
                  </a:lnTo>
                  <a:lnTo>
                    <a:pt x="9849907" y="219855"/>
                  </a:lnTo>
                  <a:lnTo>
                    <a:pt x="9936393" y="179807"/>
                  </a:lnTo>
                  <a:lnTo>
                    <a:pt x="10023841" y="144052"/>
                  </a:lnTo>
                  <a:lnTo>
                    <a:pt x="10110152" y="112671"/>
                  </a:lnTo>
                  <a:lnTo>
                    <a:pt x="10192874" y="85745"/>
                  </a:lnTo>
                  <a:lnTo>
                    <a:pt x="10269406" y="63305"/>
                  </a:lnTo>
                  <a:lnTo>
                    <a:pt x="10337269" y="45282"/>
                  </a:lnTo>
                  <a:lnTo>
                    <a:pt x="10394431" y="31466"/>
                  </a:lnTo>
                  <a:lnTo>
                    <a:pt x="10439600" y="21491"/>
                  </a:lnTo>
                  <a:lnTo>
                    <a:pt x="10472452" y="14840"/>
                  </a:lnTo>
                  <a:lnTo>
                    <a:pt x="10493713" y="10884"/>
                  </a:lnTo>
                  <a:lnTo>
                    <a:pt x="10505134" y="8925"/>
                  </a:lnTo>
                  <a:lnTo>
                    <a:pt x="10509379" y="8251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9184" y="108"/>
                  </a:lnTo>
                  <a:lnTo>
                    <a:pt x="10504361" y="879"/>
                  </a:lnTo>
                  <a:lnTo>
                    <a:pt x="10492056" y="3006"/>
                  </a:lnTo>
                  <a:lnTo>
                    <a:pt x="10469691" y="7204"/>
                  </a:lnTo>
                  <a:lnTo>
                    <a:pt x="10435616" y="14162"/>
                  </a:lnTo>
                  <a:lnTo>
                    <a:pt x="10389207" y="24502"/>
                  </a:lnTo>
                  <a:lnTo>
                    <a:pt x="10330896" y="38727"/>
                  </a:lnTo>
                  <a:lnTo>
                    <a:pt x="10262059" y="57188"/>
                  </a:lnTo>
                  <a:lnTo>
                    <a:pt x="10184787" y="80078"/>
                  </a:lnTo>
                  <a:lnTo>
                    <a:pt x="10101587" y="107456"/>
                  </a:lnTo>
                  <a:lnTo>
                    <a:pt x="10015055" y="139281"/>
                  </a:lnTo>
                  <a:lnTo>
                    <a:pt x="9927616" y="175470"/>
                  </a:lnTo>
                  <a:lnTo>
                    <a:pt x="9841326" y="215947"/>
                  </a:lnTo>
                  <a:lnTo>
                    <a:pt x="9757786" y="260687"/>
                  </a:lnTo>
                  <a:lnTo>
                    <a:pt x="9678121" y="309748"/>
                  </a:lnTo>
                  <a:lnTo>
                    <a:pt x="9603018" y="363294"/>
                  </a:lnTo>
                  <a:lnTo>
                    <a:pt x="9532800" y="421601"/>
                  </a:lnTo>
                  <a:lnTo>
                    <a:pt x="9467500" y="485066"/>
                  </a:lnTo>
                  <a:lnTo>
                    <a:pt x="9406939" y="554199"/>
                  </a:lnTo>
                  <a:lnTo>
                    <a:pt x="9350790" y="629613"/>
                  </a:lnTo>
                  <a:lnTo>
                    <a:pt x="9298634" y="712012"/>
                  </a:lnTo>
                  <a:lnTo>
                    <a:pt x="9249996" y="802156"/>
                  </a:lnTo>
                  <a:lnTo>
                    <a:pt x="9204380" y="900825"/>
                  </a:lnTo>
                  <a:lnTo>
                    <a:pt x="9161292" y="1008742"/>
                  </a:lnTo>
                  <a:lnTo>
                    <a:pt x="9120262" y="1126468"/>
                  </a:lnTo>
                  <a:lnTo>
                    <a:pt x="9084767" y="1240933"/>
                  </a:lnTo>
                  <a:lnTo>
                    <a:pt x="9060307" y="1326780"/>
                  </a:lnTo>
                  <a:lnTo>
                    <a:pt x="9036287" y="1416718"/>
                  </a:lnTo>
                  <a:lnTo>
                    <a:pt x="9012628" y="1510824"/>
                  </a:lnTo>
                  <a:lnTo>
                    <a:pt x="8989262" y="1609146"/>
                  </a:lnTo>
                  <a:lnTo>
                    <a:pt x="8966131" y="1711707"/>
                  </a:lnTo>
                  <a:lnTo>
                    <a:pt x="8943183" y="1818498"/>
                  </a:lnTo>
                  <a:lnTo>
                    <a:pt x="8920374" y="1929479"/>
                  </a:lnTo>
                  <a:lnTo>
                    <a:pt x="8897665" y="2044575"/>
                  </a:lnTo>
                  <a:lnTo>
                    <a:pt x="8875026" y="2163676"/>
                  </a:lnTo>
                  <a:lnTo>
                    <a:pt x="8852430" y="2286636"/>
                  </a:lnTo>
                  <a:lnTo>
                    <a:pt x="8829855" y="2413272"/>
                  </a:lnTo>
                  <a:lnTo>
                    <a:pt x="8807286" y="2543364"/>
                  </a:lnTo>
                  <a:lnTo>
                    <a:pt x="8784710" y="2676656"/>
                  </a:lnTo>
                  <a:lnTo>
                    <a:pt x="8762118" y="2812857"/>
                  </a:lnTo>
                  <a:lnTo>
                    <a:pt x="8739506" y="2951643"/>
                  </a:lnTo>
                  <a:lnTo>
                    <a:pt x="8716871" y="3092661"/>
                  </a:lnTo>
                  <a:lnTo>
                    <a:pt x="8694215" y="3235532"/>
                  </a:lnTo>
                  <a:lnTo>
                    <a:pt x="8671539" y="3379852"/>
                  </a:lnTo>
                  <a:lnTo>
                    <a:pt x="8648850" y="3525203"/>
                  </a:lnTo>
                  <a:lnTo>
                    <a:pt x="8626151" y="3671150"/>
                  </a:lnTo>
                  <a:lnTo>
                    <a:pt x="8603450" y="3817254"/>
                  </a:lnTo>
                  <a:lnTo>
                    <a:pt x="8580754" y="3963072"/>
                  </a:lnTo>
                  <a:lnTo>
                    <a:pt x="8558068" y="4108165"/>
                  </a:lnTo>
                  <a:lnTo>
                    <a:pt x="8535397" y="4252103"/>
                  </a:lnTo>
                  <a:lnTo>
                    <a:pt x="8512747" y="4394472"/>
                  </a:lnTo>
                  <a:lnTo>
                    <a:pt x="8490119" y="4534874"/>
                  </a:lnTo>
                  <a:lnTo>
                    <a:pt x="8467513" y="4672938"/>
                  </a:lnTo>
                  <a:lnTo>
                    <a:pt x="8444927" y="4808319"/>
                  </a:lnTo>
                  <a:lnTo>
                    <a:pt x="8422353" y="4940701"/>
                  </a:lnTo>
                  <a:lnTo>
                    <a:pt x="8399784" y="5069805"/>
                  </a:lnTo>
                  <a:lnTo>
                    <a:pt x="8377205" y="5195385"/>
                  </a:lnTo>
                  <a:lnTo>
                    <a:pt x="8354599" y="5317232"/>
                  </a:lnTo>
                  <a:lnTo>
                    <a:pt x="8331942" y="5435173"/>
                  </a:lnTo>
                  <a:lnTo>
                    <a:pt x="8309208" y="5549073"/>
                  </a:lnTo>
                  <a:lnTo>
                    <a:pt x="8286362" y="5658832"/>
                  </a:lnTo>
                  <a:lnTo>
                    <a:pt x="8263365" y="5764387"/>
                  </a:lnTo>
                  <a:lnTo>
                    <a:pt x="8240171" y="5865705"/>
                  </a:lnTo>
                  <a:lnTo>
                    <a:pt x="8216726" y="5962788"/>
                  </a:lnTo>
                  <a:lnTo>
                    <a:pt x="8192969" y="6055666"/>
                  </a:lnTo>
                  <a:lnTo>
                    <a:pt x="8168828" y="6144396"/>
                  </a:lnTo>
                  <a:lnTo>
                    <a:pt x="8151487" y="6204667"/>
                  </a:lnTo>
                  <a:lnTo>
                    <a:pt x="8111943" y="6331432"/>
                  </a:lnTo>
                  <a:lnTo>
                    <a:pt x="8070726" y="6448154"/>
                  </a:lnTo>
                  <a:lnTo>
                    <a:pt x="8027406" y="6555111"/>
                  </a:lnTo>
                  <a:lnTo>
                    <a:pt x="7981508" y="6652888"/>
                  </a:lnTo>
                  <a:lnTo>
                    <a:pt x="7932539" y="6742217"/>
                  </a:lnTo>
                  <a:lnTo>
                    <a:pt x="7880001" y="6823879"/>
                  </a:lnTo>
                  <a:lnTo>
                    <a:pt x="7823427" y="6898631"/>
                  </a:lnTo>
                  <a:lnTo>
                    <a:pt x="7762401" y="6967167"/>
                  </a:lnTo>
                  <a:lnTo>
                    <a:pt x="7696612" y="7030092"/>
                  </a:lnTo>
                  <a:lnTo>
                    <a:pt x="7625896" y="7087905"/>
                  </a:lnTo>
                  <a:lnTo>
                    <a:pt x="7550315" y="7140988"/>
                  </a:lnTo>
                  <a:lnTo>
                    <a:pt x="7470221" y="7189609"/>
                  </a:lnTo>
                  <a:lnTo>
                    <a:pt x="7386346" y="7233919"/>
                  </a:lnTo>
                  <a:lnTo>
                    <a:pt x="7299860" y="7273967"/>
                  </a:lnTo>
                  <a:lnTo>
                    <a:pt x="7212412" y="7309721"/>
                  </a:lnTo>
                  <a:lnTo>
                    <a:pt x="7126102" y="7341102"/>
                  </a:lnTo>
                  <a:lnTo>
                    <a:pt x="7043379" y="7368029"/>
                  </a:lnTo>
                  <a:lnTo>
                    <a:pt x="6966847" y="7390469"/>
                  </a:lnTo>
                  <a:lnTo>
                    <a:pt x="6898984" y="7408492"/>
                  </a:lnTo>
                  <a:lnTo>
                    <a:pt x="6841823" y="7422307"/>
                  </a:lnTo>
                  <a:lnTo>
                    <a:pt x="6796653" y="7432282"/>
                  </a:lnTo>
                  <a:lnTo>
                    <a:pt x="6763801" y="7438933"/>
                  </a:lnTo>
                  <a:lnTo>
                    <a:pt x="6742540" y="7442890"/>
                  </a:lnTo>
                  <a:lnTo>
                    <a:pt x="6731119" y="7444849"/>
                  </a:lnTo>
                  <a:lnTo>
                    <a:pt x="6726874" y="7445522"/>
                  </a:lnTo>
                  <a:lnTo>
                    <a:pt x="6726343" y="7445601"/>
                  </a:lnTo>
                  <a:lnTo>
                    <a:pt x="5254955" y="7445601"/>
                  </a:lnTo>
                  <a:lnTo>
                    <a:pt x="5253782" y="7445545"/>
                  </a:lnTo>
                  <a:lnTo>
                    <a:pt x="5246079" y="7445145"/>
                  </a:lnTo>
                  <a:lnTo>
                    <a:pt x="5226677" y="7444040"/>
                  </a:lnTo>
                  <a:lnTo>
                    <a:pt x="5192033" y="7441866"/>
                  </a:lnTo>
                  <a:lnTo>
                    <a:pt x="5140483" y="7438285"/>
                  </a:lnTo>
                  <a:lnTo>
                    <a:pt x="5072372" y="7433026"/>
                  </a:lnTo>
                  <a:lnTo>
                    <a:pt x="4989874" y="7425904"/>
                  </a:lnTo>
                  <a:lnTo>
                    <a:pt x="4896496" y="7416830"/>
                  </a:lnTo>
                  <a:lnTo>
                    <a:pt x="4796389" y="7405792"/>
                  </a:lnTo>
                  <a:lnTo>
                    <a:pt x="4693667" y="7392823"/>
                  </a:lnTo>
                  <a:lnTo>
                    <a:pt x="4591885" y="7377967"/>
                  </a:lnTo>
                  <a:lnTo>
                    <a:pt x="4493761" y="7361239"/>
                  </a:lnTo>
                  <a:lnTo>
                    <a:pt x="4401110" y="7342609"/>
                  </a:lnTo>
                  <a:lnTo>
                    <a:pt x="4314929" y="7321980"/>
                  </a:lnTo>
                  <a:lnTo>
                    <a:pt x="4235555" y="7299187"/>
                  </a:lnTo>
                  <a:lnTo>
                    <a:pt x="4162844" y="7273992"/>
                  </a:lnTo>
                  <a:lnTo>
                    <a:pt x="4096326" y="7246093"/>
                  </a:lnTo>
                  <a:lnTo>
                    <a:pt x="4035332" y="7215133"/>
                  </a:lnTo>
                  <a:lnTo>
                    <a:pt x="3979088" y="7180717"/>
                  </a:lnTo>
                  <a:lnTo>
                    <a:pt x="3926789" y="7142449"/>
                  </a:lnTo>
                  <a:lnTo>
                    <a:pt x="3877643" y="7099987"/>
                  </a:lnTo>
                  <a:lnTo>
                    <a:pt x="3830929" y="7053136"/>
                  </a:lnTo>
                  <a:lnTo>
                    <a:pt x="3829811" y="7051935"/>
                  </a:lnTo>
                  <a:lnTo>
                    <a:pt x="3789427" y="7005986"/>
                  </a:lnTo>
                  <a:lnTo>
                    <a:pt x="3750115" y="6956413"/>
                  </a:lnTo>
                  <a:lnTo>
                    <a:pt x="3711560" y="6903144"/>
                  </a:lnTo>
                  <a:lnTo>
                    <a:pt x="3673516" y="6846175"/>
                  </a:lnTo>
                  <a:lnTo>
                    <a:pt x="3635787" y="6785582"/>
                  </a:lnTo>
                  <a:lnTo>
                    <a:pt x="3598228" y="6721524"/>
                  </a:lnTo>
                  <a:lnTo>
                    <a:pt x="3560733" y="6654247"/>
                  </a:lnTo>
                  <a:lnTo>
                    <a:pt x="3523231" y="6584087"/>
                  </a:lnTo>
                  <a:lnTo>
                    <a:pt x="3485683" y="6511463"/>
                  </a:lnTo>
                  <a:lnTo>
                    <a:pt x="3448074" y="6436873"/>
                  </a:lnTo>
                  <a:lnTo>
                    <a:pt x="3410411" y="6360877"/>
                  </a:lnTo>
                  <a:lnTo>
                    <a:pt x="3372711" y="6284083"/>
                  </a:lnTo>
                  <a:lnTo>
                    <a:pt x="3335005" y="6207127"/>
                  </a:lnTo>
                  <a:lnTo>
                    <a:pt x="3297320" y="6130649"/>
                  </a:lnTo>
                  <a:lnTo>
                    <a:pt x="3259681" y="6055274"/>
                  </a:lnTo>
                  <a:lnTo>
                    <a:pt x="3222103" y="5981588"/>
                  </a:lnTo>
                  <a:lnTo>
                    <a:pt x="3184581" y="5910124"/>
                  </a:lnTo>
                  <a:lnTo>
                    <a:pt x="3147090" y="5841340"/>
                  </a:lnTo>
                  <a:lnTo>
                    <a:pt x="3109574" y="5775617"/>
                  </a:lnTo>
                  <a:lnTo>
                    <a:pt x="3071947" y="5713245"/>
                  </a:lnTo>
                  <a:lnTo>
                    <a:pt x="3034083" y="5654428"/>
                  </a:lnTo>
                  <a:lnTo>
                    <a:pt x="2995814" y="5599283"/>
                  </a:lnTo>
                  <a:lnTo>
                    <a:pt x="2956920" y="5547844"/>
                  </a:lnTo>
                  <a:lnTo>
                    <a:pt x="2917122" y="5500075"/>
                  </a:lnTo>
                  <a:lnTo>
                    <a:pt x="2896531" y="5477271"/>
                  </a:lnTo>
                  <a:lnTo>
                    <a:pt x="2849868" y="5430312"/>
                  </a:lnTo>
                  <a:lnTo>
                    <a:pt x="2800791" y="5387744"/>
                  </a:lnTo>
                  <a:lnTo>
                    <a:pt x="2748577" y="5349378"/>
                  </a:lnTo>
                  <a:lnTo>
                    <a:pt x="2692440" y="5314872"/>
                  </a:lnTo>
                  <a:lnTo>
                    <a:pt x="2631572" y="5283832"/>
                  </a:lnTo>
                  <a:lnTo>
                    <a:pt x="2565197" y="5255863"/>
                  </a:lnTo>
                  <a:lnTo>
                    <a:pt x="2492644" y="5230605"/>
                  </a:lnTo>
                  <a:lnTo>
                    <a:pt x="2413437" y="5207756"/>
                  </a:lnTo>
                  <a:lnTo>
                    <a:pt x="2327421" y="5187077"/>
                  </a:lnTo>
                  <a:lnTo>
                    <a:pt x="2234919" y="5168399"/>
                  </a:lnTo>
                  <a:lnTo>
                    <a:pt x="2136911" y="5151626"/>
                  </a:lnTo>
                  <a:lnTo>
                    <a:pt x="2035190" y="5136723"/>
                  </a:lnTo>
                  <a:lnTo>
                    <a:pt x="1932451" y="5123708"/>
                  </a:lnTo>
                  <a:lnTo>
                    <a:pt x="1832233" y="5112622"/>
                  </a:lnTo>
                  <a:lnTo>
                    <a:pt x="1738640" y="5103500"/>
                  </a:lnTo>
                  <a:lnTo>
                    <a:pt x="1655829" y="5096331"/>
                  </a:lnTo>
                  <a:lnTo>
                    <a:pt x="1587333" y="5091028"/>
                  </a:lnTo>
                  <a:lnTo>
                    <a:pt x="1535366" y="5087409"/>
                  </a:lnTo>
                  <a:lnTo>
                    <a:pt x="1500320" y="5085204"/>
                  </a:lnTo>
                  <a:lnTo>
                    <a:pt x="1480580" y="5084077"/>
                  </a:lnTo>
                  <a:lnTo>
                    <a:pt x="1472646" y="5083665"/>
                  </a:lnTo>
                  <a:lnTo>
                    <a:pt x="1471387" y="5083604"/>
                  </a:lnTo>
                  <a:lnTo>
                    <a:pt x="0" y="5083604"/>
                  </a:lnTo>
                  <a:close/>
                </a:path>
              </a:pathLst>
            </a:custGeom>
            <a:solidFill>
              <a:srgbClr val="67C1B3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143" name="pl1143"/>
            <p:cNvSpPr/>
            <p:nvPr/>
          </p:nvSpPr>
          <p:spPr>
            <a:xfrm>
              <a:off x="4799595" y="3623052"/>
              <a:ext cx="11981298" cy="7445601"/>
            </a:xfrm>
            <a:custGeom>
              <a:avLst/>
              <a:pathLst>
                <a:path w="11981298" h="7445601">
                  <a:moveTo>
                    <a:pt x="0" y="5083604"/>
                  </a:moveTo>
                  <a:lnTo>
                    <a:pt x="1471387" y="5083604"/>
                  </a:lnTo>
                  <a:lnTo>
                    <a:pt x="1472560" y="5083661"/>
                  </a:lnTo>
                  <a:lnTo>
                    <a:pt x="1480263" y="5084060"/>
                  </a:lnTo>
                  <a:lnTo>
                    <a:pt x="1499665" y="5085165"/>
                  </a:lnTo>
                  <a:lnTo>
                    <a:pt x="1534309" y="5087340"/>
                  </a:lnTo>
                  <a:lnTo>
                    <a:pt x="1585859" y="5090920"/>
                  </a:lnTo>
                  <a:lnTo>
                    <a:pt x="1653970" y="5096180"/>
                  </a:lnTo>
                  <a:lnTo>
                    <a:pt x="1736468" y="5103302"/>
                  </a:lnTo>
                  <a:lnTo>
                    <a:pt x="1829847" y="5112376"/>
                  </a:lnTo>
                  <a:lnTo>
                    <a:pt x="1929953" y="5123414"/>
                  </a:lnTo>
                  <a:lnTo>
                    <a:pt x="2032675" y="5136382"/>
                  </a:lnTo>
                  <a:lnTo>
                    <a:pt x="2134457" y="5151239"/>
                  </a:lnTo>
                  <a:lnTo>
                    <a:pt x="2232581" y="5167966"/>
                  </a:lnTo>
                  <a:lnTo>
                    <a:pt x="2325232" y="5186597"/>
                  </a:lnTo>
                  <a:lnTo>
                    <a:pt x="2411413" y="5207225"/>
                  </a:lnTo>
                  <a:lnTo>
                    <a:pt x="2490787" y="5230019"/>
                  </a:lnTo>
                  <a:lnTo>
                    <a:pt x="2563498" y="5255214"/>
                  </a:lnTo>
                  <a:lnTo>
                    <a:pt x="2630016" y="5283112"/>
                  </a:lnTo>
                  <a:lnTo>
                    <a:pt x="2691011" y="5314073"/>
                  </a:lnTo>
                  <a:lnTo>
                    <a:pt x="2747254" y="5348489"/>
                  </a:lnTo>
                  <a:lnTo>
                    <a:pt x="2799553" y="5386756"/>
                  </a:lnTo>
                  <a:lnTo>
                    <a:pt x="2848699" y="5429218"/>
                  </a:lnTo>
                  <a:lnTo>
                    <a:pt x="2895413" y="5476069"/>
                  </a:lnTo>
                  <a:lnTo>
                    <a:pt x="2896531" y="5477271"/>
                  </a:lnTo>
                  <a:lnTo>
                    <a:pt x="2936915" y="5523219"/>
                  </a:lnTo>
                  <a:lnTo>
                    <a:pt x="2976227" y="5572792"/>
                  </a:lnTo>
                  <a:lnTo>
                    <a:pt x="3014782" y="5626062"/>
                  </a:lnTo>
                  <a:lnTo>
                    <a:pt x="3052827" y="5683030"/>
                  </a:lnTo>
                  <a:lnTo>
                    <a:pt x="3090555" y="5743623"/>
                  </a:lnTo>
                  <a:lnTo>
                    <a:pt x="3128114" y="5807681"/>
                  </a:lnTo>
                  <a:lnTo>
                    <a:pt x="3165609" y="5874958"/>
                  </a:lnTo>
                  <a:lnTo>
                    <a:pt x="3203111" y="5945119"/>
                  </a:lnTo>
                  <a:lnTo>
                    <a:pt x="3240659" y="6017743"/>
                  </a:lnTo>
                  <a:lnTo>
                    <a:pt x="3278268" y="6092333"/>
                  </a:lnTo>
                  <a:lnTo>
                    <a:pt x="3315931" y="6168329"/>
                  </a:lnTo>
                  <a:lnTo>
                    <a:pt x="3353631" y="6245123"/>
                  </a:lnTo>
                  <a:lnTo>
                    <a:pt x="3391337" y="6322079"/>
                  </a:lnTo>
                  <a:lnTo>
                    <a:pt x="3429022" y="6398557"/>
                  </a:lnTo>
                  <a:lnTo>
                    <a:pt x="3466661" y="6473932"/>
                  </a:lnTo>
                  <a:lnTo>
                    <a:pt x="3504239" y="6547617"/>
                  </a:lnTo>
                  <a:lnTo>
                    <a:pt x="3541761" y="6619081"/>
                  </a:lnTo>
                  <a:lnTo>
                    <a:pt x="3579253" y="6687865"/>
                  </a:lnTo>
                  <a:lnTo>
                    <a:pt x="3616768" y="6753588"/>
                  </a:lnTo>
                  <a:lnTo>
                    <a:pt x="3654395" y="6815960"/>
                  </a:lnTo>
                  <a:lnTo>
                    <a:pt x="3692259" y="6874777"/>
                  </a:lnTo>
                  <a:lnTo>
                    <a:pt x="3730528" y="6929922"/>
                  </a:lnTo>
                  <a:lnTo>
                    <a:pt x="3769422" y="6981361"/>
                  </a:lnTo>
                  <a:lnTo>
                    <a:pt x="3809220" y="7029131"/>
                  </a:lnTo>
                  <a:lnTo>
                    <a:pt x="3829811" y="7051935"/>
                  </a:lnTo>
                  <a:lnTo>
                    <a:pt x="3876474" y="7098894"/>
                  </a:lnTo>
                  <a:lnTo>
                    <a:pt x="3925551" y="7141461"/>
                  </a:lnTo>
                  <a:lnTo>
                    <a:pt x="3977765" y="7179828"/>
                  </a:lnTo>
                  <a:lnTo>
                    <a:pt x="4033902" y="7214333"/>
                  </a:lnTo>
                  <a:lnTo>
                    <a:pt x="4094770" y="7245373"/>
                  </a:lnTo>
                  <a:lnTo>
                    <a:pt x="4161145" y="7273343"/>
                  </a:lnTo>
                  <a:lnTo>
                    <a:pt x="4233698" y="7298600"/>
                  </a:lnTo>
                  <a:lnTo>
                    <a:pt x="4312905" y="7321449"/>
                  </a:lnTo>
                  <a:lnTo>
                    <a:pt x="4398922" y="7342128"/>
                  </a:lnTo>
                  <a:lnTo>
                    <a:pt x="4491423" y="7360806"/>
                  </a:lnTo>
                  <a:lnTo>
                    <a:pt x="4589431" y="7377580"/>
                  </a:lnTo>
                  <a:lnTo>
                    <a:pt x="4691152" y="7392482"/>
                  </a:lnTo>
                  <a:lnTo>
                    <a:pt x="4793891" y="7405497"/>
                  </a:lnTo>
                  <a:lnTo>
                    <a:pt x="4894109" y="7416583"/>
                  </a:lnTo>
                  <a:lnTo>
                    <a:pt x="4987702" y="7425705"/>
                  </a:lnTo>
                  <a:lnTo>
                    <a:pt x="5070513" y="7432874"/>
                  </a:lnTo>
                  <a:lnTo>
                    <a:pt x="5139009" y="7438177"/>
                  </a:lnTo>
                  <a:lnTo>
                    <a:pt x="5190976" y="7441796"/>
                  </a:lnTo>
                  <a:lnTo>
                    <a:pt x="5226022" y="7444001"/>
                  </a:lnTo>
                  <a:lnTo>
                    <a:pt x="5245762" y="7445128"/>
                  </a:lnTo>
                  <a:lnTo>
                    <a:pt x="5253696" y="7445541"/>
                  </a:lnTo>
                  <a:lnTo>
                    <a:pt x="5254955" y="7445601"/>
                  </a:lnTo>
                  <a:lnTo>
                    <a:pt x="5254955" y="7445601"/>
                  </a:lnTo>
                  <a:lnTo>
                    <a:pt x="6726343" y="7445601"/>
                  </a:lnTo>
                  <a:lnTo>
                    <a:pt x="6727070" y="7445493"/>
                  </a:lnTo>
                  <a:lnTo>
                    <a:pt x="6731893" y="7444722"/>
                  </a:lnTo>
                  <a:lnTo>
                    <a:pt x="6744198" y="7442594"/>
                  </a:lnTo>
                  <a:lnTo>
                    <a:pt x="6766562" y="7438397"/>
                  </a:lnTo>
                  <a:lnTo>
                    <a:pt x="6800638" y="7431439"/>
                  </a:lnTo>
                  <a:lnTo>
                    <a:pt x="6847046" y="7421098"/>
                  </a:lnTo>
                  <a:lnTo>
                    <a:pt x="6905357" y="7406873"/>
                  </a:lnTo>
                  <a:lnTo>
                    <a:pt x="6974194" y="7388413"/>
                  </a:lnTo>
                  <a:lnTo>
                    <a:pt x="7051466" y="7365522"/>
                  </a:lnTo>
                  <a:lnTo>
                    <a:pt x="7134667" y="7338145"/>
                  </a:lnTo>
                  <a:lnTo>
                    <a:pt x="7221198" y="7306320"/>
                  </a:lnTo>
                  <a:lnTo>
                    <a:pt x="7308637" y="7270130"/>
                  </a:lnTo>
                  <a:lnTo>
                    <a:pt x="7394927" y="7229653"/>
                  </a:lnTo>
                  <a:lnTo>
                    <a:pt x="7478467" y="7184913"/>
                  </a:lnTo>
                  <a:lnTo>
                    <a:pt x="7558133" y="7135852"/>
                  </a:lnTo>
                  <a:lnTo>
                    <a:pt x="7633235" y="7082307"/>
                  </a:lnTo>
                  <a:lnTo>
                    <a:pt x="7703453" y="7023999"/>
                  </a:lnTo>
                  <a:lnTo>
                    <a:pt x="7768753" y="6960534"/>
                  </a:lnTo>
                  <a:lnTo>
                    <a:pt x="7829314" y="6891402"/>
                  </a:lnTo>
                  <a:lnTo>
                    <a:pt x="7885463" y="6815987"/>
                  </a:lnTo>
                  <a:lnTo>
                    <a:pt x="7937619" y="6733589"/>
                  </a:lnTo>
                  <a:lnTo>
                    <a:pt x="7986257" y="6643444"/>
                  </a:lnTo>
                  <a:lnTo>
                    <a:pt x="8031873" y="6544775"/>
                  </a:lnTo>
                  <a:lnTo>
                    <a:pt x="8074961" y="6436858"/>
                  </a:lnTo>
                  <a:lnTo>
                    <a:pt x="8115991" y="6319132"/>
                  </a:lnTo>
                  <a:lnTo>
                    <a:pt x="8151487" y="6204667"/>
                  </a:lnTo>
                  <a:lnTo>
                    <a:pt x="8175946" y="6118820"/>
                  </a:lnTo>
                  <a:lnTo>
                    <a:pt x="8199967" y="6028882"/>
                  </a:lnTo>
                  <a:lnTo>
                    <a:pt x="8223625" y="5934777"/>
                  </a:lnTo>
                  <a:lnTo>
                    <a:pt x="8246991" y="5836454"/>
                  </a:lnTo>
                  <a:lnTo>
                    <a:pt x="8270122" y="5733894"/>
                  </a:lnTo>
                  <a:lnTo>
                    <a:pt x="8293070" y="5627102"/>
                  </a:lnTo>
                  <a:lnTo>
                    <a:pt x="8315880" y="5516122"/>
                  </a:lnTo>
                  <a:lnTo>
                    <a:pt x="8338588" y="5401026"/>
                  </a:lnTo>
                  <a:lnTo>
                    <a:pt x="8361227" y="5281925"/>
                  </a:lnTo>
                  <a:lnTo>
                    <a:pt x="8383824" y="5158964"/>
                  </a:lnTo>
                  <a:lnTo>
                    <a:pt x="8406398" y="5032328"/>
                  </a:lnTo>
                  <a:lnTo>
                    <a:pt x="8428967" y="4902236"/>
                  </a:lnTo>
                  <a:lnTo>
                    <a:pt x="8451544" y="4768944"/>
                  </a:lnTo>
                  <a:lnTo>
                    <a:pt x="8474135" y="4632744"/>
                  </a:lnTo>
                  <a:lnTo>
                    <a:pt x="8496748" y="4493958"/>
                  </a:lnTo>
                  <a:lnTo>
                    <a:pt x="8519382" y="4352939"/>
                  </a:lnTo>
                  <a:lnTo>
                    <a:pt x="8542039" y="4210069"/>
                  </a:lnTo>
                  <a:lnTo>
                    <a:pt x="8564714" y="4065748"/>
                  </a:lnTo>
                  <a:lnTo>
                    <a:pt x="8587404" y="3920398"/>
                  </a:lnTo>
                  <a:lnTo>
                    <a:pt x="8610102" y="3774450"/>
                  </a:lnTo>
                  <a:lnTo>
                    <a:pt x="8632803" y="3628347"/>
                  </a:lnTo>
                  <a:lnTo>
                    <a:pt x="8655500" y="3482529"/>
                  </a:lnTo>
                  <a:lnTo>
                    <a:pt x="8678186" y="3337436"/>
                  </a:lnTo>
                  <a:lnTo>
                    <a:pt x="8700856" y="3193497"/>
                  </a:lnTo>
                  <a:lnTo>
                    <a:pt x="8723506" y="3051129"/>
                  </a:lnTo>
                  <a:lnTo>
                    <a:pt x="8746134" y="2910726"/>
                  </a:lnTo>
                  <a:lnTo>
                    <a:pt x="8768740" y="2772662"/>
                  </a:lnTo>
                  <a:lnTo>
                    <a:pt x="8791327" y="2637282"/>
                  </a:lnTo>
                  <a:lnTo>
                    <a:pt x="8813900" y="2504899"/>
                  </a:lnTo>
                  <a:lnTo>
                    <a:pt x="8836469" y="2375795"/>
                  </a:lnTo>
                  <a:lnTo>
                    <a:pt x="8859048" y="2250215"/>
                  </a:lnTo>
                  <a:lnTo>
                    <a:pt x="8881654" y="2128368"/>
                  </a:lnTo>
                  <a:lnTo>
                    <a:pt x="8904311" y="2010427"/>
                  </a:lnTo>
                  <a:lnTo>
                    <a:pt x="8927046" y="1896527"/>
                  </a:lnTo>
                  <a:lnTo>
                    <a:pt x="8949892" y="1786768"/>
                  </a:lnTo>
                  <a:lnTo>
                    <a:pt x="8972888" y="1681214"/>
                  </a:lnTo>
                  <a:lnTo>
                    <a:pt x="8996083" y="1579896"/>
                  </a:lnTo>
                  <a:lnTo>
                    <a:pt x="9019527" y="1482813"/>
                  </a:lnTo>
                  <a:lnTo>
                    <a:pt x="9043285" y="1389935"/>
                  </a:lnTo>
                  <a:lnTo>
                    <a:pt x="9067425" y="1301204"/>
                  </a:lnTo>
                  <a:lnTo>
                    <a:pt x="9084767" y="1240933"/>
                  </a:lnTo>
                  <a:lnTo>
                    <a:pt x="9124310" y="1114168"/>
                  </a:lnTo>
                  <a:lnTo>
                    <a:pt x="9165527" y="997447"/>
                  </a:lnTo>
                  <a:lnTo>
                    <a:pt x="9208848" y="890490"/>
                  </a:lnTo>
                  <a:lnTo>
                    <a:pt x="9254745" y="792713"/>
                  </a:lnTo>
                  <a:lnTo>
                    <a:pt x="9303715" y="703383"/>
                  </a:lnTo>
                  <a:lnTo>
                    <a:pt x="9356252" y="621721"/>
                  </a:lnTo>
                  <a:lnTo>
                    <a:pt x="9412827" y="546969"/>
                  </a:lnTo>
                  <a:lnTo>
                    <a:pt x="9473852" y="478433"/>
                  </a:lnTo>
                  <a:lnTo>
                    <a:pt x="9539642" y="415508"/>
                  </a:lnTo>
                  <a:lnTo>
                    <a:pt x="9610357" y="357696"/>
                  </a:lnTo>
                  <a:lnTo>
                    <a:pt x="9685939" y="304612"/>
                  </a:lnTo>
                  <a:lnTo>
                    <a:pt x="9766032" y="255992"/>
                  </a:lnTo>
                  <a:lnTo>
                    <a:pt x="9849907" y="211682"/>
                  </a:lnTo>
                  <a:lnTo>
                    <a:pt x="9936393" y="171634"/>
                  </a:lnTo>
                  <a:lnTo>
                    <a:pt x="10023841" y="135879"/>
                  </a:lnTo>
                  <a:lnTo>
                    <a:pt x="10110152" y="104498"/>
                  </a:lnTo>
                  <a:lnTo>
                    <a:pt x="10192874" y="77572"/>
                  </a:lnTo>
                  <a:lnTo>
                    <a:pt x="10269406" y="55132"/>
                  </a:lnTo>
                  <a:lnTo>
                    <a:pt x="10337269" y="37109"/>
                  </a:lnTo>
                  <a:lnTo>
                    <a:pt x="10394431" y="23293"/>
                  </a:lnTo>
                  <a:lnTo>
                    <a:pt x="10439600" y="13318"/>
                  </a:lnTo>
                  <a:lnTo>
                    <a:pt x="10472452" y="6667"/>
                  </a:lnTo>
                  <a:lnTo>
                    <a:pt x="10493713" y="2711"/>
                  </a:lnTo>
                  <a:lnTo>
                    <a:pt x="10505134" y="752"/>
                  </a:lnTo>
                  <a:lnTo>
                    <a:pt x="10509379" y="78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44" name="pl1144"/>
            <p:cNvSpPr/>
            <p:nvPr/>
          </p:nvSpPr>
          <p:spPr>
            <a:xfrm>
              <a:off x="4799595" y="3614879"/>
              <a:ext cx="11981298" cy="7445601"/>
            </a:xfrm>
            <a:custGeom>
              <a:avLst/>
              <a:pathLst>
                <a:path w="11981298" h="7445601">
                  <a:moveTo>
                    <a:pt x="11981298" y="0"/>
                  </a:moveTo>
                  <a:lnTo>
                    <a:pt x="10509911" y="0"/>
                  </a:lnTo>
                  <a:lnTo>
                    <a:pt x="10509184" y="108"/>
                  </a:lnTo>
                  <a:lnTo>
                    <a:pt x="10504361" y="879"/>
                  </a:lnTo>
                  <a:lnTo>
                    <a:pt x="10492056" y="3006"/>
                  </a:lnTo>
                  <a:lnTo>
                    <a:pt x="10469691" y="7204"/>
                  </a:lnTo>
                  <a:lnTo>
                    <a:pt x="10435616" y="14162"/>
                  </a:lnTo>
                  <a:lnTo>
                    <a:pt x="10389207" y="24502"/>
                  </a:lnTo>
                  <a:lnTo>
                    <a:pt x="10330896" y="38727"/>
                  </a:lnTo>
                  <a:lnTo>
                    <a:pt x="10262059" y="57188"/>
                  </a:lnTo>
                  <a:lnTo>
                    <a:pt x="10184787" y="80078"/>
                  </a:lnTo>
                  <a:lnTo>
                    <a:pt x="10101587" y="107456"/>
                  </a:lnTo>
                  <a:lnTo>
                    <a:pt x="10015055" y="139281"/>
                  </a:lnTo>
                  <a:lnTo>
                    <a:pt x="9927616" y="175470"/>
                  </a:lnTo>
                  <a:lnTo>
                    <a:pt x="9841326" y="215947"/>
                  </a:lnTo>
                  <a:lnTo>
                    <a:pt x="9757786" y="260687"/>
                  </a:lnTo>
                  <a:lnTo>
                    <a:pt x="9678121" y="309748"/>
                  </a:lnTo>
                  <a:lnTo>
                    <a:pt x="9603018" y="363294"/>
                  </a:lnTo>
                  <a:lnTo>
                    <a:pt x="9532800" y="421601"/>
                  </a:lnTo>
                  <a:lnTo>
                    <a:pt x="9467500" y="485066"/>
                  </a:lnTo>
                  <a:lnTo>
                    <a:pt x="9406939" y="554199"/>
                  </a:lnTo>
                  <a:lnTo>
                    <a:pt x="9350790" y="629613"/>
                  </a:lnTo>
                  <a:lnTo>
                    <a:pt x="9298634" y="712012"/>
                  </a:lnTo>
                  <a:lnTo>
                    <a:pt x="9249996" y="802156"/>
                  </a:lnTo>
                  <a:lnTo>
                    <a:pt x="9204380" y="900825"/>
                  </a:lnTo>
                  <a:lnTo>
                    <a:pt x="9161292" y="1008742"/>
                  </a:lnTo>
                  <a:lnTo>
                    <a:pt x="9120262" y="1126468"/>
                  </a:lnTo>
                  <a:lnTo>
                    <a:pt x="9084767" y="1240933"/>
                  </a:lnTo>
                  <a:lnTo>
                    <a:pt x="9060307" y="1326780"/>
                  </a:lnTo>
                  <a:lnTo>
                    <a:pt x="9036287" y="1416718"/>
                  </a:lnTo>
                  <a:lnTo>
                    <a:pt x="9012628" y="1510824"/>
                  </a:lnTo>
                  <a:lnTo>
                    <a:pt x="8989262" y="1609146"/>
                  </a:lnTo>
                  <a:lnTo>
                    <a:pt x="8966131" y="1711707"/>
                  </a:lnTo>
                  <a:lnTo>
                    <a:pt x="8943183" y="1818498"/>
                  </a:lnTo>
                  <a:lnTo>
                    <a:pt x="8920374" y="1929479"/>
                  </a:lnTo>
                  <a:lnTo>
                    <a:pt x="8897665" y="2044575"/>
                  </a:lnTo>
                  <a:lnTo>
                    <a:pt x="8875026" y="2163676"/>
                  </a:lnTo>
                  <a:lnTo>
                    <a:pt x="8852430" y="2286636"/>
                  </a:lnTo>
                  <a:lnTo>
                    <a:pt x="8829855" y="2413272"/>
                  </a:lnTo>
                  <a:lnTo>
                    <a:pt x="8807286" y="2543364"/>
                  </a:lnTo>
                  <a:lnTo>
                    <a:pt x="8784710" y="2676656"/>
                  </a:lnTo>
                  <a:lnTo>
                    <a:pt x="8762118" y="2812857"/>
                  </a:lnTo>
                  <a:lnTo>
                    <a:pt x="8739506" y="2951643"/>
                  </a:lnTo>
                  <a:lnTo>
                    <a:pt x="8716871" y="3092661"/>
                  </a:lnTo>
                  <a:lnTo>
                    <a:pt x="8694215" y="3235532"/>
                  </a:lnTo>
                  <a:lnTo>
                    <a:pt x="8671539" y="3379852"/>
                  </a:lnTo>
                  <a:lnTo>
                    <a:pt x="8648850" y="3525203"/>
                  </a:lnTo>
                  <a:lnTo>
                    <a:pt x="8626151" y="3671150"/>
                  </a:lnTo>
                  <a:lnTo>
                    <a:pt x="8603450" y="3817254"/>
                  </a:lnTo>
                  <a:lnTo>
                    <a:pt x="8580754" y="3963072"/>
                  </a:lnTo>
                  <a:lnTo>
                    <a:pt x="8558068" y="4108165"/>
                  </a:lnTo>
                  <a:lnTo>
                    <a:pt x="8535397" y="4252103"/>
                  </a:lnTo>
                  <a:lnTo>
                    <a:pt x="8512747" y="4394472"/>
                  </a:lnTo>
                  <a:lnTo>
                    <a:pt x="8490119" y="4534874"/>
                  </a:lnTo>
                  <a:lnTo>
                    <a:pt x="8467513" y="4672938"/>
                  </a:lnTo>
                  <a:lnTo>
                    <a:pt x="8444927" y="4808319"/>
                  </a:lnTo>
                  <a:lnTo>
                    <a:pt x="8422353" y="4940701"/>
                  </a:lnTo>
                  <a:lnTo>
                    <a:pt x="8399784" y="5069805"/>
                  </a:lnTo>
                  <a:lnTo>
                    <a:pt x="8377205" y="5195385"/>
                  </a:lnTo>
                  <a:lnTo>
                    <a:pt x="8354599" y="5317232"/>
                  </a:lnTo>
                  <a:lnTo>
                    <a:pt x="8331942" y="5435173"/>
                  </a:lnTo>
                  <a:lnTo>
                    <a:pt x="8309208" y="5549073"/>
                  </a:lnTo>
                  <a:lnTo>
                    <a:pt x="8286362" y="5658832"/>
                  </a:lnTo>
                  <a:lnTo>
                    <a:pt x="8263365" y="5764387"/>
                  </a:lnTo>
                  <a:lnTo>
                    <a:pt x="8240171" y="5865705"/>
                  </a:lnTo>
                  <a:lnTo>
                    <a:pt x="8216726" y="5962788"/>
                  </a:lnTo>
                  <a:lnTo>
                    <a:pt x="8192969" y="6055666"/>
                  </a:lnTo>
                  <a:lnTo>
                    <a:pt x="8168828" y="6144396"/>
                  </a:lnTo>
                  <a:lnTo>
                    <a:pt x="8151487" y="6204667"/>
                  </a:lnTo>
                  <a:lnTo>
                    <a:pt x="8111943" y="6331432"/>
                  </a:lnTo>
                  <a:lnTo>
                    <a:pt x="8070726" y="6448154"/>
                  </a:lnTo>
                  <a:lnTo>
                    <a:pt x="8027406" y="6555111"/>
                  </a:lnTo>
                  <a:lnTo>
                    <a:pt x="7981508" y="6652888"/>
                  </a:lnTo>
                  <a:lnTo>
                    <a:pt x="7932539" y="6742217"/>
                  </a:lnTo>
                  <a:lnTo>
                    <a:pt x="7880001" y="6823879"/>
                  </a:lnTo>
                  <a:lnTo>
                    <a:pt x="7823427" y="6898631"/>
                  </a:lnTo>
                  <a:lnTo>
                    <a:pt x="7762401" y="6967167"/>
                  </a:lnTo>
                  <a:lnTo>
                    <a:pt x="7696612" y="7030092"/>
                  </a:lnTo>
                  <a:lnTo>
                    <a:pt x="7625896" y="7087905"/>
                  </a:lnTo>
                  <a:lnTo>
                    <a:pt x="7550315" y="7140988"/>
                  </a:lnTo>
                  <a:lnTo>
                    <a:pt x="7470221" y="7189609"/>
                  </a:lnTo>
                  <a:lnTo>
                    <a:pt x="7386346" y="7233919"/>
                  </a:lnTo>
                  <a:lnTo>
                    <a:pt x="7299860" y="7273967"/>
                  </a:lnTo>
                  <a:lnTo>
                    <a:pt x="7212412" y="7309721"/>
                  </a:lnTo>
                  <a:lnTo>
                    <a:pt x="7126102" y="7341102"/>
                  </a:lnTo>
                  <a:lnTo>
                    <a:pt x="7043379" y="7368029"/>
                  </a:lnTo>
                  <a:lnTo>
                    <a:pt x="6966847" y="7390469"/>
                  </a:lnTo>
                  <a:lnTo>
                    <a:pt x="6898984" y="7408492"/>
                  </a:lnTo>
                  <a:lnTo>
                    <a:pt x="6841823" y="7422307"/>
                  </a:lnTo>
                  <a:lnTo>
                    <a:pt x="6796653" y="7432282"/>
                  </a:lnTo>
                  <a:lnTo>
                    <a:pt x="6763801" y="7438933"/>
                  </a:lnTo>
                  <a:lnTo>
                    <a:pt x="6742540" y="7442890"/>
                  </a:lnTo>
                  <a:lnTo>
                    <a:pt x="6731119" y="7444849"/>
                  </a:lnTo>
                  <a:lnTo>
                    <a:pt x="6726874" y="7445522"/>
                  </a:lnTo>
                  <a:lnTo>
                    <a:pt x="6726343" y="7445601"/>
                  </a:lnTo>
                  <a:lnTo>
                    <a:pt x="5254955" y="7445601"/>
                  </a:lnTo>
                  <a:lnTo>
                    <a:pt x="5253782" y="7445545"/>
                  </a:lnTo>
                  <a:lnTo>
                    <a:pt x="5246079" y="7445145"/>
                  </a:lnTo>
                  <a:lnTo>
                    <a:pt x="5226677" y="7444040"/>
                  </a:lnTo>
                  <a:lnTo>
                    <a:pt x="5192033" y="7441866"/>
                  </a:lnTo>
                  <a:lnTo>
                    <a:pt x="5140483" y="7438285"/>
                  </a:lnTo>
                  <a:lnTo>
                    <a:pt x="5072372" y="7433026"/>
                  </a:lnTo>
                  <a:lnTo>
                    <a:pt x="4989874" y="7425904"/>
                  </a:lnTo>
                  <a:lnTo>
                    <a:pt x="4896496" y="7416830"/>
                  </a:lnTo>
                  <a:lnTo>
                    <a:pt x="4796389" y="7405792"/>
                  </a:lnTo>
                  <a:lnTo>
                    <a:pt x="4693667" y="7392823"/>
                  </a:lnTo>
                  <a:lnTo>
                    <a:pt x="4591885" y="7377967"/>
                  </a:lnTo>
                  <a:lnTo>
                    <a:pt x="4493761" y="7361239"/>
                  </a:lnTo>
                  <a:lnTo>
                    <a:pt x="4401110" y="7342609"/>
                  </a:lnTo>
                  <a:lnTo>
                    <a:pt x="4314929" y="7321980"/>
                  </a:lnTo>
                  <a:lnTo>
                    <a:pt x="4235555" y="7299187"/>
                  </a:lnTo>
                  <a:lnTo>
                    <a:pt x="4162844" y="7273992"/>
                  </a:lnTo>
                  <a:lnTo>
                    <a:pt x="4096326" y="7246093"/>
                  </a:lnTo>
                  <a:lnTo>
                    <a:pt x="4035332" y="7215133"/>
                  </a:lnTo>
                  <a:lnTo>
                    <a:pt x="3979088" y="7180717"/>
                  </a:lnTo>
                  <a:lnTo>
                    <a:pt x="3926789" y="7142449"/>
                  </a:lnTo>
                  <a:lnTo>
                    <a:pt x="3877643" y="7099987"/>
                  </a:lnTo>
                  <a:lnTo>
                    <a:pt x="3830929" y="7053136"/>
                  </a:lnTo>
                  <a:lnTo>
                    <a:pt x="3829811" y="7051935"/>
                  </a:lnTo>
                  <a:lnTo>
                    <a:pt x="3789427" y="7005986"/>
                  </a:lnTo>
                  <a:lnTo>
                    <a:pt x="3750115" y="6956413"/>
                  </a:lnTo>
                  <a:lnTo>
                    <a:pt x="3711560" y="6903144"/>
                  </a:lnTo>
                  <a:lnTo>
                    <a:pt x="3673516" y="6846175"/>
                  </a:lnTo>
                  <a:lnTo>
                    <a:pt x="3635787" y="6785582"/>
                  </a:lnTo>
                  <a:lnTo>
                    <a:pt x="3598228" y="6721524"/>
                  </a:lnTo>
                  <a:lnTo>
                    <a:pt x="3560733" y="6654247"/>
                  </a:lnTo>
                  <a:lnTo>
                    <a:pt x="3523231" y="6584087"/>
                  </a:lnTo>
                  <a:lnTo>
                    <a:pt x="3485683" y="6511463"/>
                  </a:lnTo>
                  <a:lnTo>
                    <a:pt x="3448074" y="6436873"/>
                  </a:lnTo>
                  <a:lnTo>
                    <a:pt x="3410411" y="6360877"/>
                  </a:lnTo>
                  <a:lnTo>
                    <a:pt x="3372711" y="6284083"/>
                  </a:lnTo>
                  <a:lnTo>
                    <a:pt x="3335005" y="6207127"/>
                  </a:lnTo>
                  <a:lnTo>
                    <a:pt x="3297320" y="6130649"/>
                  </a:lnTo>
                  <a:lnTo>
                    <a:pt x="3259681" y="6055274"/>
                  </a:lnTo>
                  <a:lnTo>
                    <a:pt x="3222103" y="5981588"/>
                  </a:lnTo>
                  <a:lnTo>
                    <a:pt x="3184581" y="5910124"/>
                  </a:lnTo>
                  <a:lnTo>
                    <a:pt x="3147090" y="5841340"/>
                  </a:lnTo>
                  <a:lnTo>
                    <a:pt x="3109574" y="5775617"/>
                  </a:lnTo>
                  <a:lnTo>
                    <a:pt x="3071947" y="5713245"/>
                  </a:lnTo>
                  <a:lnTo>
                    <a:pt x="3034083" y="5654428"/>
                  </a:lnTo>
                  <a:lnTo>
                    <a:pt x="2995814" y="5599283"/>
                  </a:lnTo>
                  <a:lnTo>
                    <a:pt x="2956920" y="5547844"/>
                  </a:lnTo>
                  <a:lnTo>
                    <a:pt x="2917122" y="5500075"/>
                  </a:lnTo>
                  <a:lnTo>
                    <a:pt x="2896531" y="5477271"/>
                  </a:lnTo>
                  <a:lnTo>
                    <a:pt x="2849868" y="5430312"/>
                  </a:lnTo>
                  <a:lnTo>
                    <a:pt x="2800791" y="5387744"/>
                  </a:lnTo>
                  <a:lnTo>
                    <a:pt x="2748577" y="5349378"/>
                  </a:lnTo>
                  <a:lnTo>
                    <a:pt x="2692440" y="5314872"/>
                  </a:lnTo>
                  <a:lnTo>
                    <a:pt x="2631572" y="5283832"/>
                  </a:lnTo>
                  <a:lnTo>
                    <a:pt x="2565197" y="5255863"/>
                  </a:lnTo>
                  <a:lnTo>
                    <a:pt x="2492644" y="5230605"/>
                  </a:lnTo>
                  <a:lnTo>
                    <a:pt x="2413437" y="5207756"/>
                  </a:lnTo>
                  <a:lnTo>
                    <a:pt x="2327421" y="5187077"/>
                  </a:lnTo>
                  <a:lnTo>
                    <a:pt x="2234919" y="5168399"/>
                  </a:lnTo>
                  <a:lnTo>
                    <a:pt x="2136911" y="5151626"/>
                  </a:lnTo>
                  <a:lnTo>
                    <a:pt x="2035190" y="5136723"/>
                  </a:lnTo>
                  <a:lnTo>
                    <a:pt x="1932451" y="5123708"/>
                  </a:lnTo>
                  <a:lnTo>
                    <a:pt x="1832233" y="5112622"/>
                  </a:lnTo>
                  <a:lnTo>
                    <a:pt x="1738640" y="5103500"/>
                  </a:lnTo>
                  <a:lnTo>
                    <a:pt x="1655829" y="5096331"/>
                  </a:lnTo>
                  <a:lnTo>
                    <a:pt x="1587333" y="5091028"/>
                  </a:lnTo>
                  <a:lnTo>
                    <a:pt x="1535366" y="5087409"/>
                  </a:lnTo>
                  <a:lnTo>
                    <a:pt x="1500320" y="5085204"/>
                  </a:lnTo>
                  <a:lnTo>
                    <a:pt x="1480580" y="5084077"/>
                  </a:lnTo>
                  <a:lnTo>
                    <a:pt x="1472646" y="5083665"/>
                  </a:lnTo>
                  <a:lnTo>
                    <a:pt x="1471387" y="5083604"/>
                  </a:lnTo>
                  <a:lnTo>
                    <a:pt x="1471387" y="5083604"/>
                  </a:lnTo>
                  <a:lnTo>
                    <a:pt x="0" y="508360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45" name="pg1145"/>
            <p:cNvSpPr/>
            <p:nvPr/>
          </p:nvSpPr>
          <p:spPr>
            <a:xfrm>
              <a:off x="4799595" y="3361516"/>
              <a:ext cx="11981298" cy="7388390"/>
            </a:xfrm>
            <a:custGeom>
              <a:avLst/>
              <a:pathLst>
                <a:path w="11981298" h="7388390">
                  <a:moveTo>
                    <a:pt x="0" y="5312448"/>
                  </a:moveTo>
                  <a:lnTo>
                    <a:pt x="1471387" y="5312448"/>
                  </a:lnTo>
                  <a:lnTo>
                    <a:pt x="1472574" y="5312498"/>
                  </a:lnTo>
                  <a:lnTo>
                    <a:pt x="1480368" y="5312854"/>
                  </a:lnTo>
                  <a:lnTo>
                    <a:pt x="1499991" y="5313837"/>
                  </a:lnTo>
                  <a:lnTo>
                    <a:pt x="1535012" y="5315772"/>
                  </a:lnTo>
                  <a:lnTo>
                    <a:pt x="1587086" y="5318957"/>
                  </a:lnTo>
                  <a:lnTo>
                    <a:pt x="1655827" y="5323634"/>
                  </a:lnTo>
                  <a:lnTo>
                    <a:pt x="1739000" y="5329964"/>
                  </a:lnTo>
                  <a:lnTo>
                    <a:pt x="1833026" y="5338024"/>
                  </a:lnTo>
                  <a:lnTo>
                    <a:pt x="1933697" y="5347825"/>
                  </a:lnTo>
                  <a:lnTo>
                    <a:pt x="2036862" y="5359334"/>
                  </a:lnTo>
                  <a:lnTo>
                    <a:pt x="2138950" y="5372515"/>
                  </a:lnTo>
                  <a:lnTo>
                    <a:pt x="2237249" y="5387355"/>
                  </a:lnTo>
                  <a:lnTo>
                    <a:pt x="2329964" y="5403883"/>
                  </a:lnTo>
                  <a:lnTo>
                    <a:pt x="2416124" y="5422188"/>
                  </a:lnTo>
                  <a:lnTo>
                    <a:pt x="2495418" y="5442421"/>
                  </a:lnTo>
                  <a:lnTo>
                    <a:pt x="2568016" y="5464797"/>
                  </a:lnTo>
                  <a:lnTo>
                    <a:pt x="2634410" y="5489589"/>
                  </a:lnTo>
                  <a:lnTo>
                    <a:pt x="2695287" y="5517116"/>
                  </a:lnTo>
                  <a:lnTo>
                    <a:pt x="2751433" y="5547732"/>
                  </a:lnTo>
                  <a:lnTo>
                    <a:pt x="2803666" y="5581786"/>
                  </a:lnTo>
                  <a:lnTo>
                    <a:pt x="2852781" y="5619577"/>
                  </a:lnTo>
                  <a:lnTo>
                    <a:pt x="2896531" y="5658439"/>
                  </a:lnTo>
                  <a:lnTo>
                    <a:pt x="2938791" y="5700806"/>
                  </a:lnTo>
                  <a:lnTo>
                    <a:pt x="2979893" y="5746670"/>
                  </a:lnTo>
                  <a:lnTo>
                    <a:pt x="3020192" y="5796100"/>
                  </a:lnTo>
                  <a:lnTo>
                    <a:pt x="3059966" y="5849089"/>
                  </a:lnTo>
                  <a:lnTo>
                    <a:pt x="3099426" y="5905547"/>
                  </a:lnTo>
                  <a:lnTo>
                    <a:pt x="3138731" y="5965296"/>
                  </a:lnTo>
                  <a:lnTo>
                    <a:pt x="3177991" y="6028064"/>
                  </a:lnTo>
                  <a:lnTo>
                    <a:pt x="3217276" y="6093486"/>
                  </a:lnTo>
                  <a:lnTo>
                    <a:pt x="3256620" y="6161108"/>
                  </a:lnTo>
                  <a:lnTo>
                    <a:pt x="3296031" y="6230402"/>
                  </a:lnTo>
                  <a:lnTo>
                    <a:pt x="3335493" y="6300779"/>
                  </a:lnTo>
                  <a:lnTo>
                    <a:pt x="3374979" y="6371609"/>
                  </a:lnTo>
                  <a:lnTo>
                    <a:pt x="3414455" y="6442245"/>
                  </a:lnTo>
                  <a:lnTo>
                    <a:pt x="3453889" y="6512048"/>
                  </a:lnTo>
                  <a:lnTo>
                    <a:pt x="3493260" y="6580409"/>
                  </a:lnTo>
                  <a:lnTo>
                    <a:pt x="3532567" y="6646774"/>
                  </a:lnTo>
                  <a:lnTo>
                    <a:pt x="3571831" y="6710658"/>
                  </a:lnTo>
                  <a:lnTo>
                    <a:pt x="3611107" y="6771658"/>
                  </a:lnTo>
                  <a:lnTo>
                    <a:pt x="3650488" y="6829466"/>
                  </a:lnTo>
                  <a:lnTo>
                    <a:pt x="3690113" y="6883865"/>
                  </a:lnTo>
                  <a:lnTo>
                    <a:pt x="3730172" y="6934730"/>
                  </a:lnTo>
                  <a:lnTo>
                    <a:pt x="3770913" y="6982024"/>
                  </a:lnTo>
                  <a:lnTo>
                    <a:pt x="3812660" y="7025784"/>
                  </a:lnTo>
                  <a:lnTo>
                    <a:pt x="3829811" y="7042400"/>
                  </a:lnTo>
                  <a:lnTo>
                    <a:pt x="3876668" y="7083832"/>
                  </a:lnTo>
                  <a:lnTo>
                    <a:pt x="3925963" y="7121373"/>
                  </a:lnTo>
                  <a:lnTo>
                    <a:pt x="3978426" y="7155194"/>
                  </a:lnTo>
                  <a:lnTo>
                    <a:pt x="4034854" y="7185599"/>
                  </a:lnTo>
                  <a:lnTo>
                    <a:pt x="4096065" y="7212938"/>
                  </a:lnTo>
                  <a:lnTo>
                    <a:pt x="4162842" y="7237563"/>
                  </a:lnTo>
                  <a:lnTo>
                    <a:pt x="4235863" y="7259793"/>
                  </a:lnTo>
                  <a:lnTo>
                    <a:pt x="4315601" y="7279895"/>
                  </a:lnTo>
                  <a:lnTo>
                    <a:pt x="4402203" y="7298081"/>
                  </a:lnTo>
                  <a:lnTo>
                    <a:pt x="4495318" y="7314497"/>
                  </a:lnTo>
                  <a:lnTo>
                    <a:pt x="4593927" y="7329229"/>
                  </a:lnTo>
                  <a:lnTo>
                    <a:pt x="4696177" y="7342302"/>
                  </a:lnTo>
                  <a:lnTo>
                    <a:pt x="4799296" y="7353702"/>
                  </a:lnTo>
                  <a:lnTo>
                    <a:pt x="4899666" y="7363390"/>
                  </a:lnTo>
                  <a:lnTo>
                    <a:pt x="4993113" y="7371338"/>
                  </a:lnTo>
                  <a:lnTo>
                    <a:pt x="5075446" y="7377557"/>
                  </a:lnTo>
                  <a:lnTo>
                    <a:pt x="5143156" y="7382131"/>
                  </a:lnTo>
                  <a:lnTo>
                    <a:pt x="5194113" y="7385227"/>
                  </a:lnTo>
                  <a:lnTo>
                    <a:pt x="5228063" y="7387091"/>
                  </a:lnTo>
                  <a:lnTo>
                    <a:pt x="5246791" y="7388023"/>
                  </a:lnTo>
                  <a:lnTo>
                    <a:pt x="5253981" y="7388349"/>
                  </a:lnTo>
                  <a:lnTo>
                    <a:pt x="5254955" y="7388390"/>
                  </a:lnTo>
                  <a:lnTo>
                    <a:pt x="6726343" y="7388390"/>
                  </a:lnTo>
                  <a:lnTo>
                    <a:pt x="6727074" y="7388282"/>
                  </a:lnTo>
                  <a:lnTo>
                    <a:pt x="6731922" y="7387514"/>
                  </a:lnTo>
                  <a:lnTo>
                    <a:pt x="6744291" y="7385393"/>
                  </a:lnTo>
                  <a:lnTo>
                    <a:pt x="6766766" y="7381210"/>
                  </a:lnTo>
                  <a:lnTo>
                    <a:pt x="6801004" y="7374275"/>
                  </a:lnTo>
                  <a:lnTo>
                    <a:pt x="6847621" y="7363970"/>
                  </a:lnTo>
                  <a:lnTo>
                    <a:pt x="6906172" y="7349796"/>
                  </a:lnTo>
                  <a:lnTo>
                    <a:pt x="6975265" y="7331405"/>
                  </a:lnTo>
                  <a:lnTo>
                    <a:pt x="7052789" y="7308606"/>
                  </a:lnTo>
                  <a:lnTo>
                    <a:pt x="7136220" y="7281342"/>
                  </a:lnTo>
                  <a:lnTo>
                    <a:pt x="7222948" y="7249656"/>
                  </a:lnTo>
                  <a:lnTo>
                    <a:pt x="7310542" y="7213629"/>
                  </a:lnTo>
                  <a:lnTo>
                    <a:pt x="7396942" y="7173338"/>
                  </a:lnTo>
                  <a:lnTo>
                    <a:pt x="7480550" y="7128806"/>
                  </a:lnTo>
                  <a:lnTo>
                    <a:pt x="7560247" y="7079972"/>
                  </a:lnTo>
                  <a:lnTo>
                    <a:pt x="7635351" y="7026671"/>
                  </a:lnTo>
                  <a:lnTo>
                    <a:pt x="7705548" y="6968622"/>
                  </a:lnTo>
                  <a:lnTo>
                    <a:pt x="7770812" y="6905429"/>
                  </a:lnTo>
                  <a:lnTo>
                    <a:pt x="7831328" y="6836579"/>
                  </a:lnTo>
                  <a:lnTo>
                    <a:pt x="7887430" y="6761457"/>
                  </a:lnTo>
                  <a:lnTo>
                    <a:pt x="7939541" y="6679360"/>
                  </a:lnTo>
                  <a:lnTo>
                    <a:pt x="7988139" y="6589527"/>
                  </a:lnTo>
                  <a:lnTo>
                    <a:pt x="8033725" y="6491184"/>
                  </a:lnTo>
                  <a:lnTo>
                    <a:pt x="8076794" y="6383613"/>
                  </a:lnTo>
                  <a:lnTo>
                    <a:pt x="8117817" y="6266265"/>
                  </a:lnTo>
                  <a:lnTo>
                    <a:pt x="8151487" y="6158354"/>
                  </a:lnTo>
                  <a:lnTo>
                    <a:pt x="8176050" y="6072889"/>
                  </a:lnTo>
                  <a:lnTo>
                    <a:pt x="8200170" y="5983333"/>
                  </a:lnTo>
                  <a:lnTo>
                    <a:pt x="8223926" y="5889612"/>
                  </a:lnTo>
                  <a:lnTo>
                    <a:pt x="8247387" y="5791674"/>
                  </a:lnTo>
                  <a:lnTo>
                    <a:pt x="8270613" y="5689499"/>
                  </a:lnTo>
                  <a:lnTo>
                    <a:pt x="8293656" y="5583096"/>
                  </a:lnTo>
                  <a:lnTo>
                    <a:pt x="8316559" y="5472505"/>
                  </a:lnTo>
                  <a:lnTo>
                    <a:pt x="8339362" y="5357804"/>
                  </a:lnTo>
                  <a:lnTo>
                    <a:pt x="8362096" y="5239103"/>
                  </a:lnTo>
                  <a:lnTo>
                    <a:pt x="8384787" y="5116550"/>
                  </a:lnTo>
                  <a:lnTo>
                    <a:pt x="8407458" y="4990331"/>
                  </a:lnTo>
                  <a:lnTo>
                    <a:pt x="8430123" y="4860669"/>
                  </a:lnTo>
                  <a:lnTo>
                    <a:pt x="8452796" y="4727822"/>
                  </a:lnTo>
                  <a:lnTo>
                    <a:pt x="8475486" y="4592084"/>
                  </a:lnTo>
                  <a:lnTo>
                    <a:pt x="8498196" y="4453782"/>
                  </a:lnTo>
                  <a:lnTo>
                    <a:pt x="8520928" y="4313271"/>
                  </a:lnTo>
                  <a:lnTo>
                    <a:pt x="8543683" y="4170936"/>
                  </a:lnTo>
                  <a:lnTo>
                    <a:pt x="8566456" y="4027182"/>
                  </a:lnTo>
                  <a:lnTo>
                    <a:pt x="8589244" y="3882430"/>
                  </a:lnTo>
                  <a:lnTo>
                    <a:pt x="8612040" y="3737118"/>
                  </a:lnTo>
                  <a:lnTo>
                    <a:pt x="8634837" y="3591686"/>
                  </a:lnTo>
                  <a:lnTo>
                    <a:pt x="8657630" y="3446580"/>
                  </a:lnTo>
                  <a:lnTo>
                    <a:pt x="8680412" y="3302240"/>
                  </a:lnTo>
                  <a:lnTo>
                    <a:pt x="8703177" y="3159095"/>
                  </a:lnTo>
                  <a:lnTo>
                    <a:pt x="8725921" y="3017561"/>
                  </a:lnTo>
                  <a:lnTo>
                    <a:pt x="8748643" y="2878034"/>
                  </a:lnTo>
                  <a:lnTo>
                    <a:pt x="8771343" y="2740884"/>
                  </a:lnTo>
                  <a:lnTo>
                    <a:pt x="8794024" y="2606454"/>
                  </a:lnTo>
                  <a:lnTo>
                    <a:pt x="8816693" y="2475057"/>
                  </a:lnTo>
                  <a:lnTo>
                    <a:pt x="8839359" y="2346969"/>
                  </a:lnTo>
                  <a:lnTo>
                    <a:pt x="8862037" y="2222434"/>
                  </a:lnTo>
                  <a:lnTo>
                    <a:pt x="8884745" y="2101655"/>
                  </a:lnTo>
                  <a:lnTo>
                    <a:pt x="8907507" y="1984802"/>
                  </a:lnTo>
                  <a:lnTo>
                    <a:pt x="8930353" y="1872004"/>
                  </a:lnTo>
                  <a:lnTo>
                    <a:pt x="8953316" y="1763358"/>
                  </a:lnTo>
                  <a:lnTo>
                    <a:pt x="8976438" y="1658922"/>
                  </a:lnTo>
                  <a:lnTo>
                    <a:pt x="8999766" y="1558722"/>
                  </a:lnTo>
                  <a:lnTo>
                    <a:pt x="9023357" y="1462753"/>
                  </a:lnTo>
                  <a:lnTo>
                    <a:pt x="9047274" y="1370981"/>
                  </a:lnTo>
                  <a:lnTo>
                    <a:pt x="9071590" y="1283343"/>
                  </a:lnTo>
                  <a:lnTo>
                    <a:pt x="9084767" y="1238209"/>
                  </a:lnTo>
                  <a:lnTo>
                    <a:pt x="9124384" y="1112337"/>
                  </a:lnTo>
                  <a:lnTo>
                    <a:pt x="9165681" y="996457"/>
                  </a:lnTo>
                  <a:lnTo>
                    <a:pt x="9209091" y="890289"/>
                  </a:lnTo>
                  <a:lnTo>
                    <a:pt x="9255090" y="793250"/>
                  </a:lnTo>
                  <a:lnTo>
                    <a:pt x="9304176" y="704609"/>
                  </a:lnTo>
                  <a:lnTo>
                    <a:pt x="9356847" y="623589"/>
                  </a:lnTo>
                  <a:lnTo>
                    <a:pt x="9413576" y="549436"/>
                  </a:lnTo>
                  <a:lnTo>
                    <a:pt x="9474775" y="481458"/>
                  </a:lnTo>
                  <a:lnTo>
                    <a:pt x="9540761" y="419054"/>
                  </a:lnTo>
                  <a:lnTo>
                    <a:pt x="9611690" y="361729"/>
                  </a:lnTo>
                  <a:lnTo>
                    <a:pt x="9687500" y="309102"/>
                  </a:lnTo>
                  <a:lnTo>
                    <a:pt x="9767828" y="260912"/>
                  </a:lnTo>
                  <a:lnTo>
                    <a:pt x="9851930" y="217007"/>
                  </a:lnTo>
                  <a:lnTo>
                    <a:pt x="9938618" y="177343"/>
                  </a:lnTo>
                  <a:lnTo>
                    <a:pt x="10026224" y="141952"/>
                  </a:lnTo>
                  <a:lnTo>
                    <a:pt x="10112625" y="110913"/>
                  </a:lnTo>
                  <a:lnTo>
                    <a:pt x="10195349" y="84309"/>
                  </a:lnTo>
                  <a:lnTo>
                    <a:pt x="10271780" y="62167"/>
                  </a:lnTo>
                  <a:lnTo>
                    <a:pt x="10339435" y="44414"/>
                  </a:lnTo>
                  <a:lnTo>
                    <a:pt x="10396291" y="30838"/>
                  </a:lnTo>
                  <a:lnTo>
                    <a:pt x="10441082" y="21065"/>
                  </a:lnTo>
                  <a:lnTo>
                    <a:pt x="10473518" y="14578"/>
                  </a:lnTo>
                  <a:lnTo>
                    <a:pt x="10494373" y="10744"/>
                  </a:lnTo>
                  <a:lnTo>
                    <a:pt x="10505447" y="8867"/>
                  </a:lnTo>
                  <a:lnTo>
                    <a:pt x="10509455" y="8239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9180" y="108"/>
                  </a:lnTo>
                  <a:lnTo>
                    <a:pt x="10504331" y="876"/>
                  </a:lnTo>
                  <a:lnTo>
                    <a:pt x="10491963" y="2997"/>
                  </a:lnTo>
                  <a:lnTo>
                    <a:pt x="10469487" y="7180"/>
                  </a:lnTo>
                  <a:lnTo>
                    <a:pt x="10435249" y="14115"/>
                  </a:lnTo>
                  <a:lnTo>
                    <a:pt x="10388633" y="24420"/>
                  </a:lnTo>
                  <a:lnTo>
                    <a:pt x="10330081" y="38593"/>
                  </a:lnTo>
                  <a:lnTo>
                    <a:pt x="10260988" y="56984"/>
                  </a:lnTo>
                  <a:lnTo>
                    <a:pt x="10183465" y="79784"/>
                  </a:lnTo>
                  <a:lnTo>
                    <a:pt x="10100033" y="107047"/>
                  </a:lnTo>
                  <a:lnTo>
                    <a:pt x="10013305" y="138734"/>
                  </a:lnTo>
                  <a:lnTo>
                    <a:pt x="9925711" y="174761"/>
                  </a:lnTo>
                  <a:lnTo>
                    <a:pt x="9839312" y="215052"/>
                  </a:lnTo>
                  <a:lnTo>
                    <a:pt x="9755704" y="259584"/>
                  </a:lnTo>
                  <a:lnTo>
                    <a:pt x="9676007" y="308418"/>
                  </a:lnTo>
                  <a:lnTo>
                    <a:pt x="9600903" y="361719"/>
                  </a:lnTo>
                  <a:lnTo>
                    <a:pt x="9530706" y="419767"/>
                  </a:lnTo>
                  <a:lnTo>
                    <a:pt x="9465442" y="482961"/>
                  </a:lnTo>
                  <a:lnTo>
                    <a:pt x="9404925" y="551811"/>
                  </a:lnTo>
                  <a:lnTo>
                    <a:pt x="9348824" y="626933"/>
                  </a:lnTo>
                  <a:lnTo>
                    <a:pt x="9296713" y="709030"/>
                  </a:lnTo>
                  <a:lnTo>
                    <a:pt x="9248114" y="798862"/>
                  </a:lnTo>
                  <a:lnTo>
                    <a:pt x="9202528" y="897206"/>
                  </a:lnTo>
                  <a:lnTo>
                    <a:pt x="9159460" y="1004777"/>
                  </a:lnTo>
                  <a:lnTo>
                    <a:pt x="9118437" y="1122125"/>
                  </a:lnTo>
                  <a:lnTo>
                    <a:pt x="9084767" y="1230036"/>
                  </a:lnTo>
                  <a:lnTo>
                    <a:pt x="9060204" y="1315501"/>
                  </a:lnTo>
                  <a:lnTo>
                    <a:pt x="9036083" y="1405056"/>
                  </a:lnTo>
                  <a:lnTo>
                    <a:pt x="9012327" y="1498778"/>
                  </a:lnTo>
                  <a:lnTo>
                    <a:pt x="8988866" y="1596715"/>
                  </a:lnTo>
                  <a:lnTo>
                    <a:pt x="8965640" y="1698890"/>
                  </a:lnTo>
                  <a:lnTo>
                    <a:pt x="8942598" y="1805294"/>
                  </a:lnTo>
                  <a:lnTo>
                    <a:pt x="8919694" y="1915884"/>
                  </a:lnTo>
                  <a:lnTo>
                    <a:pt x="8896891" y="2030586"/>
                  </a:lnTo>
                  <a:lnTo>
                    <a:pt x="8874157" y="2149287"/>
                  </a:lnTo>
                  <a:lnTo>
                    <a:pt x="8851466" y="2271840"/>
                  </a:lnTo>
                  <a:lnTo>
                    <a:pt x="8828796" y="2398058"/>
                  </a:lnTo>
                  <a:lnTo>
                    <a:pt x="8806130" y="2527721"/>
                  </a:lnTo>
                  <a:lnTo>
                    <a:pt x="8783457" y="2660568"/>
                  </a:lnTo>
                  <a:lnTo>
                    <a:pt x="8760768" y="2796305"/>
                  </a:lnTo>
                  <a:lnTo>
                    <a:pt x="8738058" y="2934608"/>
                  </a:lnTo>
                  <a:lnTo>
                    <a:pt x="8715325" y="3075118"/>
                  </a:lnTo>
                  <a:lnTo>
                    <a:pt x="8692570" y="3217453"/>
                  </a:lnTo>
                  <a:lnTo>
                    <a:pt x="8669797" y="3361208"/>
                  </a:lnTo>
                  <a:lnTo>
                    <a:pt x="8647009" y="3505959"/>
                  </a:lnTo>
                  <a:lnTo>
                    <a:pt x="8624214" y="3651272"/>
                  </a:lnTo>
                  <a:lnTo>
                    <a:pt x="8601416" y="3796703"/>
                  </a:lnTo>
                  <a:lnTo>
                    <a:pt x="8578623" y="3941809"/>
                  </a:lnTo>
                  <a:lnTo>
                    <a:pt x="8555842" y="4086150"/>
                  </a:lnTo>
                  <a:lnTo>
                    <a:pt x="8533077" y="4229294"/>
                  </a:lnTo>
                  <a:lnTo>
                    <a:pt x="8510332" y="4370828"/>
                  </a:lnTo>
                  <a:lnTo>
                    <a:pt x="8487610" y="4510356"/>
                  </a:lnTo>
                  <a:lnTo>
                    <a:pt x="8464910" y="4647506"/>
                  </a:lnTo>
                  <a:lnTo>
                    <a:pt x="8442229" y="4781935"/>
                  </a:lnTo>
                  <a:lnTo>
                    <a:pt x="8419560" y="4913332"/>
                  </a:lnTo>
                  <a:lnTo>
                    <a:pt x="8396894" y="5041420"/>
                  </a:lnTo>
                  <a:lnTo>
                    <a:pt x="8374217" y="5165956"/>
                  </a:lnTo>
                  <a:lnTo>
                    <a:pt x="8351508" y="5286734"/>
                  </a:lnTo>
                  <a:lnTo>
                    <a:pt x="8328746" y="5403588"/>
                  </a:lnTo>
                  <a:lnTo>
                    <a:pt x="8305901" y="5516385"/>
                  </a:lnTo>
                  <a:lnTo>
                    <a:pt x="8282938" y="5625032"/>
                  </a:lnTo>
                  <a:lnTo>
                    <a:pt x="8259816" y="5729468"/>
                  </a:lnTo>
                  <a:lnTo>
                    <a:pt x="8236487" y="5829668"/>
                  </a:lnTo>
                  <a:lnTo>
                    <a:pt x="8212896" y="5925636"/>
                  </a:lnTo>
                  <a:lnTo>
                    <a:pt x="8188980" y="6017408"/>
                  </a:lnTo>
                  <a:lnTo>
                    <a:pt x="8164663" y="6105047"/>
                  </a:lnTo>
                  <a:lnTo>
                    <a:pt x="8151487" y="6150181"/>
                  </a:lnTo>
                  <a:lnTo>
                    <a:pt x="8111869" y="6276052"/>
                  </a:lnTo>
                  <a:lnTo>
                    <a:pt x="8070572" y="6391932"/>
                  </a:lnTo>
                  <a:lnTo>
                    <a:pt x="8027162" y="6498100"/>
                  </a:lnTo>
                  <a:lnTo>
                    <a:pt x="7981163" y="6595139"/>
                  </a:lnTo>
                  <a:lnTo>
                    <a:pt x="7932077" y="6683780"/>
                  </a:lnTo>
                  <a:lnTo>
                    <a:pt x="7879406" y="6764800"/>
                  </a:lnTo>
                  <a:lnTo>
                    <a:pt x="7822678" y="6838954"/>
                  </a:lnTo>
                  <a:lnTo>
                    <a:pt x="7761478" y="6906932"/>
                  </a:lnTo>
                  <a:lnTo>
                    <a:pt x="7695493" y="6969336"/>
                  </a:lnTo>
                  <a:lnTo>
                    <a:pt x="7624563" y="7026661"/>
                  </a:lnTo>
                  <a:lnTo>
                    <a:pt x="7548753" y="7079287"/>
                  </a:lnTo>
                  <a:lnTo>
                    <a:pt x="7468426" y="7127478"/>
                  </a:lnTo>
                  <a:lnTo>
                    <a:pt x="7384324" y="7171382"/>
                  </a:lnTo>
                  <a:lnTo>
                    <a:pt x="7297635" y="7211047"/>
                  </a:lnTo>
                  <a:lnTo>
                    <a:pt x="7210029" y="7246438"/>
                  </a:lnTo>
                  <a:lnTo>
                    <a:pt x="7123628" y="7277476"/>
                  </a:lnTo>
                  <a:lnTo>
                    <a:pt x="7040904" y="7304081"/>
                  </a:lnTo>
                  <a:lnTo>
                    <a:pt x="6964473" y="7326223"/>
                  </a:lnTo>
                  <a:lnTo>
                    <a:pt x="6896818" y="7343975"/>
                  </a:lnTo>
                  <a:lnTo>
                    <a:pt x="6839962" y="7357552"/>
                  </a:lnTo>
                  <a:lnTo>
                    <a:pt x="6795171" y="7367324"/>
                  </a:lnTo>
                  <a:lnTo>
                    <a:pt x="6762735" y="7373812"/>
                  </a:lnTo>
                  <a:lnTo>
                    <a:pt x="6741880" y="7377646"/>
                  </a:lnTo>
                  <a:lnTo>
                    <a:pt x="6730806" y="7379522"/>
                  </a:lnTo>
                  <a:lnTo>
                    <a:pt x="6726798" y="7380150"/>
                  </a:lnTo>
                  <a:lnTo>
                    <a:pt x="6726343" y="7380217"/>
                  </a:lnTo>
                  <a:lnTo>
                    <a:pt x="5254955" y="7380217"/>
                  </a:lnTo>
                  <a:lnTo>
                    <a:pt x="5253768" y="7380167"/>
                  </a:lnTo>
                  <a:lnTo>
                    <a:pt x="5245974" y="7379811"/>
                  </a:lnTo>
                  <a:lnTo>
                    <a:pt x="5226351" y="7378828"/>
                  </a:lnTo>
                  <a:lnTo>
                    <a:pt x="5191330" y="7376893"/>
                  </a:lnTo>
                  <a:lnTo>
                    <a:pt x="5139256" y="7373708"/>
                  </a:lnTo>
                  <a:lnTo>
                    <a:pt x="5070515" y="7369032"/>
                  </a:lnTo>
                  <a:lnTo>
                    <a:pt x="4987343" y="7362702"/>
                  </a:lnTo>
                  <a:lnTo>
                    <a:pt x="4893316" y="7354641"/>
                  </a:lnTo>
                  <a:lnTo>
                    <a:pt x="4792645" y="7344841"/>
                  </a:lnTo>
                  <a:lnTo>
                    <a:pt x="4689480" y="7333331"/>
                  </a:lnTo>
                  <a:lnTo>
                    <a:pt x="4587392" y="7320150"/>
                  </a:lnTo>
                  <a:lnTo>
                    <a:pt x="4489093" y="7305311"/>
                  </a:lnTo>
                  <a:lnTo>
                    <a:pt x="4396378" y="7288783"/>
                  </a:lnTo>
                  <a:lnTo>
                    <a:pt x="4310218" y="7270478"/>
                  </a:lnTo>
                  <a:lnTo>
                    <a:pt x="4230924" y="7250244"/>
                  </a:lnTo>
                  <a:lnTo>
                    <a:pt x="4158326" y="7227868"/>
                  </a:lnTo>
                  <a:lnTo>
                    <a:pt x="4091932" y="7203077"/>
                  </a:lnTo>
                  <a:lnTo>
                    <a:pt x="4031055" y="7175549"/>
                  </a:lnTo>
                  <a:lnTo>
                    <a:pt x="3974910" y="7144934"/>
                  </a:lnTo>
                  <a:lnTo>
                    <a:pt x="3922676" y="7110880"/>
                  </a:lnTo>
                  <a:lnTo>
                    <a:pt x="3873561" y="7073089"/>
                  </a:lnTo>
                  <a:lnTo>
                    <a:pt x="3829811" y="7034227"/>
                  </a:lnTo>
                  <a:lnTo>
                    <a:pt x="3787551" y="6991859"/>
                  </a:lnTo>
                  <a:lnTo>
                    <a:pt x="3746449" y="6945995"/>
                  </a:lnTo>
                  <a:lnTo>
                    <a:pt x="3706150" y="6896565"/>
                  </a:lnTo>
                  <a:lnTo>
                    <a:pt x="3666377" y="6843577"/>
                  </a:lnTo>
                  <a:lnTo>
                    <a:pt x="3626916" y="6787118"/>
                  </a:lnTo>
                  <a:lnTo>
                    <a:pt x="3587611" y="6727369"/>
                  </a:lnTo>
                  <a:lnTo>
                    <a:pt x="3548351" y="6664601"/>
                  </a:lnTo>
                  <a:lnTo>
                    <a:pt x="3509066" y="6599180"/>
                  </a:lnTo>
                  <a:lnTo>
                    <a:pt x="3469722" y="6531558"/>
                  </a:lnTo>
                  <a:lnTo>
                    <a:pt x="3430311" y="6462263"/>
                  </a:lnTo>
                  <a:lnTo>
                    <a:pt x="3390849" y="6391887"/>
                  </a:lnTo>
                  <a:lnTo>
                    <a:pt x="3351363" y="6321057"/>
                  </a:lnTo>
                  <a:lnTo>
                    <a:pt x="3311887" y="6250421"/>
                  </a:lnTo>
                  <a:lnTo>
                    <a:pt x="3272453" y="6180618"/>
                  </a:lnTo>
                  <a:lnTo>
                    <a:pt x="3233082" y="6112256"/>
                  </a:lnTo>
                  <a:lnTo>
                    <a:pt x="3193775" y="6045891"/>
                  </a:lnTo>
                  <a:lnTo>
                    <a:pt x="3154511" y="5982008"/>
                  </a:lnTo>
                  <a:lnTo>
                    <a:pt x="3115235" y="5921007"/>
                  </a:lnTo>
                  <a:lnTo>
                    <a:pt x="3075854" y="5863199"/>
                  </a:lnTo>
                  <a:lnTo>
                    <a:pt x="3036229" y="5808800"/>
                  </a:lnTo>
                  <a:lnTo>
                    <a:pt x="2996170" y="5757935"/>
                  </a:lnTo>
                  <a:lnTo>
                    <a:pt x="2955429" y="5710642"/>
                  </a:lnTo>
                  <a:lnTo>
                    <a:pt x="2913682" y="5666881"/>
                  </a:lnTo>
                  <a:lnTo>
                    <a:pt x="2896531" y="5650266"/>
                  </a:lnTo>
                  <a:lnTo>
                    <a:pt x="2849674" y="5608834"/>
                  </a:lnTo>
                  <a:lnTo>
                    <a:pt x="2800379" y="5571292"/>
                  </a:lnTo>
                  <a:lnTo>
                    <a:pt x="2747917" y="5537471"/>
                  </a:lnTo>
                  <a:lnTo>
                    <a:pt x="2691489" y="5507067"/>
                  </a:lnTo>
                  <a:lnTo>
                    <a:pt x="2630277" y="5479727"/>
                  </a:lnTo>
                  <a:lnTo>
                    <a:pt x="2563500" y="5455102"/>
                  </a:lnTo>
                  <a:lnTo>
                    <a:pt x="2490479" y="5432873"/>
                  </a:lnTo>
                  <a:lnTo>
                    <a:pt x="2410741" y="5412770"/>
                  </a:lnTo>
                  <a:lnTo>
                    <a:pt x="2324140" y="5394584"/>
                  </a:lnTo>
                  <a:lnTo>
                    <a:pt x="2231024" y="5378168"/>
                  </a:lnTo>
                  <a:lnTo>
                    <a:pt x="2132415" y="5363437"/>
                  </a:lnTo>
                  <a:lnTo>
                    <a:pt x="2030165" y="5350363"/>
                  </a:lnTo>
                  <a:lnTo>
                    <a:pt x="1927046" y="5338963"/>
                  </a:lnTo>
                  <a:lnTo>
                    <a:pt x="1826676" y="5329275"/>
                  </a:lnTo>
                  <a:lnTo>
                    <a:pt x="1733229" y="5321328"/>
                  </a:lnTo>
                  <a:lnTo>
                    <a:pt x="1650896" y="5315108"/>
                  </a:lnTo>
                  <a:lnTo>
                    <a:pt x="1583186" y="5310534"/>
                  </a:lnTo>
                  <a:lnTo>
                    <a:pt x="1532229" y="5307438"/>
                  </a:lnTo>
                  <a:lnTo>
                    <a:pt x="1498279" y="5305575"/>
                  </a:lnTo>
                  <a:lnTo>
                    <a:pt x="1479551" y="5304642"/>
                  </a:lnTo>
                  <a:lnTo>
                    <a:pt x="1472361" y="5304316"/>
                  </a:lnTo>
                  <a:lnTo>
                    <a:pt x="1471387" y="5304275"/>
                  </a:lnTo>
                  <a:lnTo>
                    <a:pt x="0" y="5304275"/>
                  </a:lnTo>
                  <a:close/>
                </a:path>
              </a:pathLst>
            </a:custGeom>
            <a:solidFill>
              <a:srgbClr val="67C1B3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146" name="pl1146"/>
            <p:cNvSpPr/>
            <p:nvPr/>
          </p:nvSpPr>
          <p:spPr>
            <a:xfrm>
              <a:off x="4799595" y="3369689"/>
              <a:ext cx="11981298" cy="7380217"/>
            </a:xfrm>
            <a:custGeom>
              <a:avLst/>
              <a:pathLst>
                <a:path w="11981298" h="7380217">
                  <a:moveTo>
                    <a:pt x="0" y="5304275"/>
                  </a:moveTo>
                  <a:lnTo>
                    <a:pt x="1471387" y="5304275"/>
                  </a:lnTo>
                  <a:lnTo>
                    <a:pt x="1472574" y="5304325"/>
                  </a:lnTo>
                  <a:lnTo>
                    <a:pt x="1480368" y="5304681"/>
                  </a:lnTo>
                  <a:lnTo>
                    <a:pt x="1499991" y="5305664"/>
                  </a:lnTo>
                  <a:lnTo>
                    <a:pt x="1535012" y="5307599"/>
                  </a:lnTo>
                  <a:lnTo>
                    <a:pt x="1587086" y="5310784"/>
                  </a:lnTo>
                  <a:lnTo>
                    <a:pt x="1655827" y="5315461"/>
                  </a:lnTo>
                  <a:lnTo>
                    <a:pt x="1739000" y="5321791"/>
                  </a:lnTo>
                  <a:lnTo>
                    <a:pt x="1833026" y="5329851"/>
                  </a:lnTo>
                  <a:lnTo>
                    <a:pt x="1933697" y="5339652"/>
                  </a:lnTo>
                  <a:lnTo>
                    <a:pt x="2036862" y="5351161"/>
                  </a:lnTo>
                  <a:lnTo>
                    <a:pt x="2138950" y="5364342"/>
                  </a:lnTo>
                  <a:lnTo>
                    <a:pt x="2237249" y="5379182"/>
                  </a:lnTo>
                  <a:lnTo>
                    <a:pt x="2329964" y="5395710"/>
                  </a:lnTo>
                  <a:lnTo>
                    <a:pt x="2416124" y="5414015"/>
                  </a:lnTo>
                  <a:lnTo>
                    <a:pt x="2495418" y="5434248"/>
                  </a:lnTo>
                  <a:lnTo>
                    <a:pt x="2568016" y="5456624"/>
                  </a:lnTo>
                  <a:lnTo>
                    <a:pt x="2634410" y="5481416"/>
                  </a:lnTo>
                  <a:lnTo>
                    <a:pt x="2695287" y="5508943"/>
                  </a:lnTo>
                  <a:lnTo>
                    <a:pt x="2751433" y="5539559"/>
                  </a:lnTo>
                  <a:lnTo>
                    <a:pt x="2803666" y="5573613"/>
                  </a:lnTo>
                  <a:lnTo>
                    <a:pt x="2852781" y="5611404"/>
                  </a:lnTo>
                  <a:lnTo>
                    <a:pt x="2896531" y="5650266"/>
                  </a:lnTo>
                  <a:lnTo>
                    <a:pt x="2938791" y="5692633"/>
                  </a:lnTo>
                  <a:lnTo>
                    <a:pt x="2979893" y="5738497"/>
                  </a:lnTo>
                  <a:lnTo>
                    <a:pt x="3020192" y="5787927"/>
                  </a:lnTo>
                  <a:lnTo>
                    <a:pt x="3059966" y="5840916"/>
                  </a:lnTo>
                  <a:lnTo>
                    <a:pt x="3099426" y="5897374"/>
                  </a:lnTo>
                  <a:lnTo>
                    <a:pt x="3138731" y="5957123"/>
                  </a:lnTo>
                  <a:lnTo>
                    <a:pt x="3177991" y="6019891"/>
                  </a:lnTo>
                  <a:lnTo>
                    <a:pt x="3217276" y="6085313"/>
                  </a:lnTo>
                  <a:lnTo>
                    <a:pt x="3256620" y="6152935"/>
                  </a:lnTo>
                  <a:lnTo>
                    <a:pt x="3296031" y="6222229"/>
                  </a:lnTo>
                  <a:lnTo>
                    <a:pt x="3335493" y="6292606"/>
                  </a:lnTo>
                  <a:lnTo>
                    <a:pt x="3374979" y="6363436"/>
                  </a:lnTo>
                  <a:lnTo>
                    <a:pt x="3414455" y="6434072"/>
                  </a:lnTo>
                  <a:lnTo>
                    <a:pt x="3453889" y="6503875"/>
                  </a:lnTo>
                  <a:lnTo>
                    <a:pt x="3493260" y="6572236"/>
                  </a:lnTo>
                  <a:lnTo>
                    <a:pt x="3532567" y="6638601"/>
                  </a:lnTo>
                  <a:lnTo>
                    <a:pt x="3571831" y="6702485"/>
                  </a:lnTo>
                  <a:lnTo>
                    <a:pt x="3611107" y="6763485"/>
                  </a:lnTo>
                  <a:lnTo>
                    <a:pt x="3650488" y="6821293"/>
                  </a:lnTo>
                  <a:lnTo>
                    <a:pt x="3690113" y="6875692"/>
                  </a:lnTo>
                  <a:lnTo>
                    <a:pt x="3730172" y="6926557"/>
                  </a:lnTo>
                  <a:lnTo>
                    <a:pt x="3770913" y="6973851"/>
                  </a:lnTo>
                  <a:lnTo>
                    <a:pt x="3812660" y="7017611"/>
                  </a:lnTo>
                  <a:lnTo>
                    <a:pt x="3829811" y="7034227"/>
                  </a:lnTo>
                  <a:lnTo>
                    <a:pt x="3876668" y="7075659"/>
                  </a:lnTo>
                  <a:lnTo>
                    <a:pt x="3925963" y="7113200"/>
                  </a:lnTo>
                  <a:lnTo>
                    <a:pt x="3978426" y="7147021"/>
                  </a:lnTo>
                  <a:lnTo>
                    <a:pt x="4034854" y="7177426"/>
                  </a:lnTo>
                  <a:lnTo>
                    <a:pt x="4096065" y="7204765"/>
                  </a:lnTo>
                  <a:lnTo>
                    <a:pt x="4162842" y="7229390"/>
                  </a:lnTo>
                  <a:lnTo>
                    <a:pt x="4235863" y="7251620"/>
                  </a:lnTo>
                  <a:lnTo>
                    <a:pt x="4315601" y="7271722"/>
                  </a:lnTo>
                  <a:lnTo>
                    <a:pt x="4402203" y="7289908"/>
                  </a:lnTo>
                  <a:lnTo>
                    <a:pt x="4495318" y="7306324"/>
                  </a:lnTo>
                  <a:lnTo>
                    <a:pt x="4593927" y="7321056"/>
                  </a:lnTo>
                  <a:lnTo>
                    <a:pt x="4696177" y="7334129"/>
                  </a:lnTo>
                  <a:lnTo>
                    <a:pt x="4799296" y="7345529"/>
                  </a:lnTo>
                  <a:lnTo>
                    <a:pt x="4899666" y="7355217"/>
                  </a:lnTo>
                  <a:lnTo>
                    <a:pt x="4993113" y="7363165"/>
                  </a:lnTo>
                  <a:lnTo>
                    <a:pt x="5075446" y="7369384"/>
                  </a:lnTo>
                  <a:lnTo>
                    <a:pt x="5143156" y="7373958"/>
                  </a:lnTo>
                  <a:lnTo>
                    <a:pt x="5194113" y="7377054"/>
                  </a:lnTo>
                  <a:lnTo>
                    <a:pt x="5228063" y="7378918"/>
                  </a:lnTo>
                  <a:lnTo>
                    <a:pt x="5246791" y="7379850"/>
                  </a:lnTo>
                  <a:lnTo>
                    <a:pt x="5253981" y="7380176"/>
                  </a:lnTo>
                  <a:lnTo>
                    <a:pt x="5254955" y="7380217"/>
                  </a:lnTo>
                  <a:lnTo>
                    <a:pt x="6726343" y="7380217"/>
                  </a:lnTo>
                  <a:lnTo>
                    <a:pt x="6727074" y="7380109"/>
                  </a:lnTo>
                  <a:lnTo>
                    <a:pt x="6731922" y="7379341"/>
                  </a:lnTo>
                  <a:lnTo>
                    <a:pt x="6744291" y="7377220"/>
                  </a:lnTo>
                  <a:lnTo>
                    <a:pt x="6766766" y="7373037"/>
                  </a:lnTo>
                  <a:lnTo>
                    <a:pt x="6801004" y="7366102"/>
                  </a:lnTo>
                  <a:lnTo>
                    <a:pt x="6847621" y="7355797"/>
                  </a:lnTo>
                  <a:lnTo>
                    <a:pt x="6906172" y="7341623"/>
                  </a:lnTo>
                  <a:lnTo>
                    <a:pt x="6975265" y="7323232"/>
                  </a:lnTo>
                  <a:lnTo>
                    <a:pt x="7052789" y="7300433"/>
                  </a:lnTo>
                  <a:lnTo>
                    <a:pt x="7136220" y="7273169"/>
                  </a:lnTo>
                  <a:lnTo>
                    <a:pt x="7222948" y="7241483"/>
                  </a:lnTo>
                  <a:lnTo>
                    <a:pt x="7310542" y="7205456"/>
                  </a:lnTo>
                  <a:lnTo>
                    <a:pt x="7396942" y="7165165"/>
                  </a:lnTo>
                  <a:lnTo>
                    <a:pt x="7480550" y="7120633"/>
                  </a:lnTo>
                  <a:lnTo>
                    <a:pt x="7560247" y="7071799"/>
                  </a:lnTo>
                  <a:lnTo>
                    <a:pt x="7635351" y="7018498"/>
                  </a:lnTo>
                  <a:lnTo>
                    <a:pt x="7705548" y="6960449"/>
                  </a:lnTo>
                  <a:lnTo>
                    <a:pt x="7770812" y="6897256"/>
                  </a:lnTo>
                  <a:lnTo>
                    <a:pt x="7831328" y="6828406"/>
                  </a:lnTo>
                  <a:lnTo>
                    <a:pt x="7887430" y="6753284"/>
                  </a:lnTo>
                  <a:lnTo>
                    <a:pt x="7939541" y="6671187"/>
                  </a:lnTo>
                  <a:lnTo>
                    <a:pt x="7988139" y="6581354"/>
                  </a:lnTo>
                  <a:lnTo>
                    <a:pt x="8033725" y="6483011"/>
                  </a:lnTo>
                  <a:lnTo>
                    <a:pt x="8076794" y="6375440"/>
                  </a:lnTo>
                  <a:lnTo>
                    <a:pt x="8117817" y="6258092"/>
                  </a:lnTo>
                  <a:lnTo>
                    <a:pt x="8151487" y="6150181"/>
                  </a:lnTo>
                  <a:lnTo>
                    <a:pt x="8176050" y="6064716"/>
                  </a:lnTo>
                  <a:lnTo>
                    <a:pt x="8200170" y="5975160"/>
                  </a:lnTo>
                  <a:lnTo>
                    <a:pt x="8223926" y="5881439"/>
                  </a:lnTo>
                  <a:lnTo>
                    <a:pt x="8247387" y="5783501"/>
                  </a:lnTo>
                  <a:lnTo>
                    <a:pt x="8270613" y="5681326"/>
                  </a:lnTo>
                  <a:lnTo>
                    <a:pt x="8293656" y="5574923"/>
                  </a:lnTo>
                  <a:lnTo>
                    <a:pt x="8316559" y="5464332"/>
                  </a:lnTo>
                  <a:lnTo>
                    <a:pt x="8339362" y="5349631"/>
                  </a:lnTo>
                  <a:lnTo>
                    <a:pt x="8362096" y="5230930"/>
                  </a:lnTo>
                  <a:lnTo>
                    <a:pt x="8384787" y="5108377"/>
                  </a:lnTo>
                  <a:lnTo>
                    <a:pt x="8407458" y="4982158"/>
                  </a:lnTo>
                  <a:lnTo>
                    <a:pt x="8430123" y="4852496"/>
                  </a:lnTo>
                  <a:lnTo>
                    <a:pt x="8452796" y="4719649"/>
                  </a:lnTo>
                  <a:lnTo>
                    <a:pt x="8475486" y="4583911"/>
                  </a:lnTo>
                  <a:lnTo>
                    <a:pt x="8498196" y="4445609"/>
                  </a:lnTo>
                  <a:lnTo>
                    <a:pt x="8520928" y="4305098"/>
                  </a:lnTo>
                  <a:lnTo>
                    <a:pt x="8543683" y="4162763"/>
                  </a:lnTo>
                  <a:lnTo>
                    <a:pt x="8566456" y="4019009"/>
                  </a:lnTo>
                  <a:lnTo>
                    <a:pt x="8589244" y="3874257"/>
                  </a:lnTo>
                  <a:lnTo>
                    <a:pt x="8612040" y="3728945"/>
                  </a:lnTo>
                  <a:lnTo>
                    <a:pt x="8634837" y="3583513"/>
                  </a:lnTo>
                  <a:lnTo>
                    <a:pt x="8657630" y="3438407"/>
                  </a:lnTo>
                  <a:lnTo>
                    <a:pt x="8680412" y="3294067"/>
                  </a:lnTo>
                  <a:lnTo>
                    <a:pt x="8703177" y="3150922"/>
                  </a:lnTo>
                  <a:lnTo>
                    <a:pt x="8725921" y="3009388"/>
                  </a:lnTo>
                  <a:lnTo>
                    <a:pt x="8748643" y="2869861"/>
                  </a:lnTo>
                  <a:lnTo>
                    <a:pt x="8771343" y="2732711"/>
                  </a:lnTo>
                  <a:lnTo>
                    <a:pt x="8794024" y="2598281"/>
                  </a:lnTo>
                  <a:lnTo>
                    <a:pt x="8816693" y="2466884"/>
                  </a:lnTo>
                  <a:lnTo>
                    <a:pt x="8839359" y="2338796"/>
                  </a:lnTo>
                  <a:lnTo>
                    <a:pt x="8862037" y="2214261"/>
                  </a:lnTo>
                  <a:lnTo>
                    <a:pt x="8884745" y="2093482"/>
                  </a:lnTo>
                  <a:lnTo>
                    <a:pt x="8907507" y="1976629"/>
                  </a:lnTo>
                  <a:lnTo>
                    <a:pt x="8930353" y="1863831"/>
                  </a:lnTo>
                  <a:lnTo>
                    <a:pt x="8953316" y="1755185"/>
                  </a:lnTo>
                  <a:lnTo>
                    <a:pt x="8976438" y="1650749"/>
                  </a:lnTo>
                  <a:lnTo>
                    <a:pt x="8999766" y="1550549"/>
                  </a:lnTo>
                  <a:lnTo>
                    <a:pt x="9023357" y="1454580"/>
                  </a:lnTo>
                  <a:lnTo>
                    <a:pt x="9047274" y="1362808"/>
                  </a:lnTo>
                  <a:lnTo>
                    <a:pt x="9071590" y="1275170"/>
                  </a:lnTo>
                  <a:lnTo>
                    <a:pt x="9084767" y="1230036"/>
                  </a:lnTo>
                  <a:lnTo>
                    <a:pt x="9124384" y="1104164"/>
                  </a:lnTo>
                  <a:lnTo>
                    <a:pt x="9165681" y="988284"/>
                  </a:lnTo>
                  <a:lnTo>
                    <a:pt x="9209091" y="882116"/>
                  </a:lnTo>
                  <a:lnTo>
                    <a:pt x="9255090" y="785077"/>
                  </a:lnTo>
                  <a:lnTo>
                    <a:pt x="9304176" y="696436"/>
                  </a:lnTo>
                  <a:lnTo>
                    <a:pt x="9356847" y="615416"/>
                  </a:lnTo>
                  <a:lnTo>
                    <a:pt x="9413576" y="541263"/>
                  </a:lnTo>
                  <a:lnTo>
                    <a:pt x="9474775" y="473285"/>
                  </a:lnTo>
                  <a:lnTo>
                    <a:pt x="9540761" y="410881"/>
                  </a:lnTo>
                  <a:lnTo>
                    <a:pt x="9611690" y="353556"/>
                  </a:lnTo>
                  <a:lnTo>
                    <a:pt x="9687500" y="300929"/>
                  </a:lnTo>
                  <a:lnTo>
                    <a:pt x="9767828" y="252739"/>
                  </a:lnTo>
                  <a:lnTo>
                    <a:pt x="9851930" y="208834"/>
                  </a:lnTo>
                  <a:lnTo>
                    <a:pt x="9938618" y="169170"/>
                  </a:lnTo>
                  <a:lnTo>
                    <a:pt x="10026224" y="133779"/>
                  </a:lnTo>
                  <a:lnTo>
                    <a:pt x="10112625" y="102740"/>
                  </a:lnTo>
                  <a:lnTo>
                    <a:pt x="10195349" y="76136"/>
                  </a:lnTo>
                  <a:lnTo>
                    <a:pt x="10271780" y="53994"/>
                  </a:lnTo>
                  <a:lnTo>
                    <a:pt x="10339435" y="36241"/>
                  </a:lnTo>
                  <a:lnTo>
                    <a:pt x="10396291" y="22665"/>
                  </a:lnTo>
                  <a:lnTo>
                    <a:pt x="10441082" y="12892"/>
                  </a:lnTo>
                  <a:lnTo>
                    <a:pt x="10473518" y="6405"/>
                  </a:lnTo>
                  <a:lnTo>
                    <a:pt x="10494373" y="2571"/>
                  </a:lnTo>
                  <a:lnTo>
                    <a:pt x="10505447" y="694"/>
                  </a:lnTo>
                  <a:lnTo>
                    <a:pt x="10509455" y="66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47" name="pl1147"/>
            <p:cNvSpPr/>
            <p:nvPr/>
          </p:nvSpPr>
          <p:spPr>
            <a:xfrm>
              <a:off x="4799595" y="3361516"/>
              <a:ext cx="11981298" cy="7380217"/>
            </a:xfrm>
            <a:custGeom>
              <a:avLst/>
              <a:pathLst>
                <a:path w="11981298" h="7380217">
                  <a:moveTo>
                    <a:pt x="11981298" y="0"/>
                  </a:moveTo>
                  <a:lnTo>
                    <a:pt x="10509911" y="0"/>
                  </a:lnTo>
                  <a:lnTo>
                    <a:pt x="10509180" y="108"/>
                  </a:lnTo>
                  <a:lnTo>
                    <a:pt x="10504331" y="876"/>
                  </a:lnTo>
                  <a:lnTo>
                    <a:pt x="10491963" y="2997"/>
                  </a:lnTo>
                  <a:lnTo>
                    <a:pt x="10469487" y="7180"/>
                  </a:lnTo>
                  <a:lnTo>
                    <a:pt x="10435249" y="14115"/>
                  </a:lnTo>
                  <a:lnTo>
                    <a:pt x="10388633" y="24420"/>
                  </a:lnTo>
                  <a:lnTo>
                    <a:pt x="10330081" y="38593"/>
                  </a:lnTo>
                  <a:lnTo>
                    <a:pt x="10260988" y="56984"/>
                  </a:lnTo>
                  <a:lnTo>
                    <a:pt x="10183465" y="79784"/>
                  </a:lnTo>
                  <a:lnTo>
                    <a:pt x="10100033" y="107047"/>
                  </a:lnTo>
                  <a:lnTo>
                    <a:pt x="10013305" y="138734"/>
                  </a:lnTo>
                  <a:lnTo>
                    <a:pt x="9925711" y="174761"/>
                  </a:lnTo>
                  <a:lnTo>
                    <a:pt x="9839312" y="215052"/>
                  </a:lnTo>
                  <a:lnTo>
                    <a:pt x="9755704" y="259584"/>
                  </a:lnTo>
                  <a:lnTo>
                    <a:pt x="9676007" y="308418"/>
                  </a:lnTo>
                  <a:lnTo>
                    <a:pt x="9600903" y="361719"/>
                  </a:lnTo>
                  <a:lnTo>
                    <a:pt x="9530706" y="419767"/>
                  </a:lnTo>
                  <a:lnTo>
                    <a:pt x="9465442" y="482961"/>
                  </a:lnTo>
                  <a:lnTo>
                    <a:pt x="9404925" y="551811"/>
                  </a:lnTo>
                  <a:lnTo>
                    <a:pt x="9348824" y="626933"/>
                  </a:lnTo>
                  <a:lnTo>
                    <a:pt x="9296713" y="709030"/>
                  </a:lnTo>
                  <a:lnTo>
                    <a:pt x="9248114" y="798862"/>
                  </a:lnTo>
                  <a:lnTo>
                    <a:pt x="9202528" y="897206"/>
                  </a:lnTo>
                  <a:lnTo>
                    <a:pt x="9159460" y="1004777"/>
                  </a:lnTo>
                  <a:lnTo>
                    <a:pt x="9118437" y="1122125"/>
                  </a:lnTo>
                  <a:lnTo>
                    <a:pt x="9084767" y="1230036"/>
                  </a:lnTo>
                  <a:lnTo>
                    <a:pt x="9060204" y="1315501"/>
                  </a:lnTo>
                  <a:lnTo>
                    <a:pt x="9036083" y="1405056"/>
                  </a:lnTo>
                  <a:lnTo>
                    <a:pt x="9012327" y="1498778"/>
                  </a:lnTo>
                  <a:lnTo>
                    <a:pt x="8988866" y="1596715"/>
                  </a:lnTo>
                  <a:lnTo>
                    <a:pt x="8965640" y="1698890"/>
                  </a:lnTo>
                  <a:lnTo>
                    <a:pt x="8942598" y="1805294"/>
                  </a:lnTo>
                  <a:lnTo>
                    <a:pt x="8919694" y="1915884"/>
                  </a:lnTo>
                  <a:lnTo>
                    <a:pt x="8896891" y="2030586"/>
                  </a:lnTo>
                  <a:lnTo>
                    <a:pt x="8874157" y="2149287"/>
                  </a:lnTo>
                  <a:lnTo>
                    <a:pt x="8851466" y="2271840"/>
                  </a:lnTo>
                  <a:lnTo>
                    <a:pt x="8828796" y="2398058"/>
                  </a:lnTo>
                  <a:lnTo>
                    <a:pt x="8806130" y="2527721"/>
                  </a:lnTo>
                  <a:lnTo>
                    <a:pt x="8783457" y="2660568"/>
                  </a:lnTo>
                  <a:lnTo>
                    <a:pt x="8760768" y="2796305"/>
                  </a:lnTo>
                  <a:lnTo>
                    <a:pt x="8738058" y="2934608"/>
                  </a:lnTo>
                  <a:lnTo>
                    <a:pt x="8715325" y="3075118"/>
                  </a:lnTo>
                  <a:lnTo>
                    <a:pt x="8692570" y="3217453"/>
                  </a:lnTo>
                  <a:lnTo>
                    <a:pt x="8669797" y="3361208"/>
                  </a:lnTo>
                  <a:lnTo>
                    <a:pt x="8647009" y="3505959"/>
                  </a:lnTo>
                  <a:lnTo>
                    <a:pt x="8624214" y="3651272"/>
                  </a:lnTo>
                  <a:lnTo>
                    <a:pt x="8601416" y="3796703"/>
                  </a:lnTo>
                  <a:lnTo>
                    <a:pt x="8578623" y="3941809"/>
                  </a:lnTo>
                  <a:lnTo>
                    <a:pt x="8555842" y="4086150"/>
                  </a:lnTo>
                  <a:lnTo>
                    <a:pt x="8533077" y="4229294"/>
                  </a:lnTo>
                  <a:lnTo>
                    <a:pt x="8510332" y="4370828"/>
                  </a:lnTo>
                  <a:lnTo>
                    <a:pt x="8487610" y="4510356"/>
                  </a:lnTo>
                  <a:lnTo>
                    <a:pt x="8464910" y="4647506"/>
                  </a:lnTo>
                  <a:lnTo>
                    <a:pt x="8442229" y="4781935"/>
                  </a:lnTo>
                  <a:lnTo>
                    <a:pt x="8419560" y="4913332"/>
                  </a:lnTo>
                  <a:lnTo>
                    <a:pt x="8396894" y="5041420"/>
                  </a:lnTo>
                  <a:lnTo>
                    <a:pt x="8374217" y="5165956"/>
                  </a:lnTo>
                  <a:lnTo>
                    <a:pt x="8351508" y="5286734"/>
                  </a:lnTo>
                  <a:lnTo>
                    <a:pt x="8328746" y="5403588"/>
                  </a:lnTo>
                  <a:lnTo>
                    <a:pt x="8305901" y="5516385"/>
                  </a:lnTo>
                  <a:lnTo>
                    <a:pt x="8282938" y="5625032"/>
                  </a:lnTo>
                  <a:lnTo>
                    <a:pt x="8259816" y="5729468"/>
                  </a:lnTo>
                  <a:lnTo>
                    <a:pt x="8236487" y="5829668"/>
                  </a:lnTo>
                  <a:lnTo>
                    <a:pt x="8212896" y="5925636"/>
                  </a:lnTo>
                  <a:lnTo>
                    <a:pt x="8188980" y="6017408"/>
                  </a:lnTo>
                  <a:lnTo>
                    <a:pt x="8164663" y="6105047"/>
                  </a:lnTo>
                  <a:lnTo>
                    <a:pt x="8151487" y="6150181"/>
                  </a:lnTo>
                  <a:lnTo>
                    <a:pt x="8111869" y="6276052"/>
                  </a:lnTo>
                  <a:lnTo>
                    <a:pt x="8070572" y="6391932"/>
                  </a:lnTo>
                  <a:lnTo>
                    <a:pt x="8027162" y="6498100"/>
                  </a:lnTo>
                  <a:lnTo>
                    <a:pt x="7981163" y="6595139"/>
                  </a:lnTo>
                  <a:lnTo>
                    <a:pt x="7932077" y="6683780"/>
                  </a:lnTo>
                  <a:lnTo>
                    <a:pt x="7879406" y="6764800"/>
                  </a:lnTo>
                  <a:lnTo>
                    <a:pt x="7822678" y="6838954"/>
                  </a:lnTo>
                  <a:lnTo>
                    <a:pt x="7761478" y="6906932"/>
                  </a:lnTo>
                  <a:lnTo>
                    <a:pt x="7695493" y="6969336"/>
                  </a:lnTo>
                  <a:lnTo>
                    <a:pt x="7624563" y="7026661"/>
                  </a:lnTo>
                  <a:lnTo>
                    <a:pt x="7548753" y="7079287"/>
                  </a:lnTo>
                  <a:lnTo>
                    <a:pt x="7468426" y="7127478"/>
                  </a:lnTo>
                  <a:lnTo>
                    <a:pt x="7384324" y="7171382"/>
                  </a:lnTo>
                  <a:lnTo>
                    <a:pt x="7297635" y="7211047"/>
                  </a:lnTo>
                  <a:lnTo>
                    <a:pt x="7210029" y="7246438"/>
                  </a:lnTo>
                  <a:lnTo>
                    <a:pt x="7123628" y="7277476"/>
                  </a:lnTo>
                  <a:lnTo>
                    <a:pt x="7040904" y="7304081"/>
                  </a:lnTo>
                  <a:lnTo>
                    <a:pt x="6964473" y="7326223"/>
                  </a:lnTo>
                  <a:lnTo>
                    <a:pt x="6896818" y="7343975"/>
                  </a:lnTo>
                  <a:lnTo>
                    <a:pt x="6839962" y="7357552"/>
                  </a:lnTo>
                  <a:lnTo>
                    <a:pt x="6795171" y="7367324"/>
                  </a:lnTo>
                  <a:lnTo>
                    <a:pt x="6762735" y="7373812"/>
                  </a:lnTo>
                  <a:lnTo>
                    <a:pt x="6741880" y="7377646"/>
                  </a:lnTo>
                  <a:lnTo>
                    <a:pt x="6730806" y="7379522"/>
                  </a:lnTo>
                  <a:lnTo>
                    <a:pt x="6726798" y="7380150"/>
                  </a:lnTo>
                  <a:lnTo>
                    <a:pt x="6726343" y="7380217"/>
                  </a:lnTo>
                  <a:lnTo>
                    <a:pt x="5254955" y="7380217"/>
                  </a:lnTo>
                  <a:lnTo>
                    <a:pt x="5253768" y="7380167"/>
                  </a:lnTo>
                  <a:lnTo>
                    <a:pt x="5245974" y="7379811"/>
                  </a:lnTo>
                  <a:lnTo>
                    <a:pt x="5226351" y="7378828"/>
                  </a:lnTo>
                  <a:lnTo>
                    <a:pt x="5191330" y="7376893"/>
                  </a:lnTo>
                  <a:lnTo>
                    <a:pt x="5139256" y="7373708"/>
                  </a:lnTo>
                  <a:lnTo>
                    <a:pt x="5070515" y="7369032"/>
                  </a:lnTo>
                  <a:lnTo>
                    <a:pt x="4987343" y="7362702"/>
                  </a:lnTo>
                  <a:lnTo>
                    <a:pt x="4893316" y="7354641"/>
                  </a:lnTo>
                  <a:lnTo>
                    <a:pt x="4792645" y="7344841"/>
                  </a:lnTo>
                  <a:lnTo>
                    <a:pt x="4689480" y="7333331"/>
                  </a:lnTo>
                  <a:lnTo>
                    <a:pt x="4587392" y="7320150"/>
                  </a:lnTo>
                  <a:lnTo>
                    <a:pt x="4489093" y="7305311"/>
                  </a:lnTo>
                  <a:lnTo>
                    <a:pt x="4396378" y="7288783"/>
                  </a:lnTo>
                  <a:lnTo>
                    <a:pt x="4310218" y="7270478"/>
                  </a:lnTo>
                  <a:lnTo>
                    <a:pt x="4230924" y="7250244"/>
                  </a:lnTo>
                  <a:lnTo>
                    <a:pt x="4158326" y="7227868"/>
                  </a:lnTo>
                  <a:lnTo>
                    <a:pt x="4091932" y="7203077"/>
                  </a:lnTo>
                  <a:lnTo>
                    <a:pt x="4031055" y="7175549"/>
                  </a:lnTo>
                  <a:lnTo>
                    <a:pt x="3974910" y="7144934"/>
                  </a:lnTo>
                  <a:lnTo>
                    <a:pt x="3922676" y="7110880"/>
                  </a:lnTo>
                  <a:lnTo>
                    <a:pt x="3873561" y="7073089"/>
                  </a:lnTo>
                  <a:lnTo>
                    <a:pt x="3829811" y="7034227"/>
                  </a:lnTo>
                  <a:lnTo>
                    <a:pt x="3787551" y="6991859"/>
                  </a:lnTo>
                  <a:lnTo>
                    <a:pt x="3746449" y="6945995"/>
                  </a:lnTo>
                  <a:lnTo>
                    <a:pt x="3706150" y="6896565"/>
                  </a:lnTo>
                  <a:lnTo>
                    <a:pt x="3666377" y="6843577"/>
                  </a:lnTo>
                  <a:lnTo>
                    <a:pt x="3626916" y="6787118"/>
                  </a:lnTo>
                  <a:lnTo>
                    <a:pt x="3587611" y="6727369"/>
                  </a:lnTo>
                  <a:lnTo>
                    <a:pt x="3548351" y="6664601"/>
                  </a:lnTo>
                  <a:lnTo>
                    <a:pt x="3509066" y="6599180"/>
                  </a:lnTo>
                  <a:lnTo>
                    <a:pt x="3469722" y="6531558"/>
                  </a:lnTo>
                  <a:lnTo>
                    <a:pt x="3430311" y="6462263"/>
                  </a:lnTo>
                  <a:lnTo>
                    <a:pt x="3390849" y="6391887"/>
                  </a:lnTo>
                  <a:lnTo>
                    <a:pt x="3351363" y="6321057"/>
                  </a:lnTo>
                  <a:lnTo>
                    <a:pt x="3311887" y="6250421"/>
                  </a:lnTo>
                  <a:lnTo>
                    <a:pt x="3272453" y="6180618"/>
                  </a:lnTo>
                  <a:lnTo>
                    <a:pt x="3233082" y="6112256"/>
                  </a:lnTo>
                  <a:lnTo>
                    <a:pt x="3193775" y="6045891"/>
                  </a:lnTo>
                  <a:lnTo>
                    <a:pt x="3154511" y="5982008"/>
                  </a:lnTo>
                  <a:lnTo>
                    <a:pt x="3115235" y="5921007"/>
                  </a:lnTo>
                  <a:lnTo>
                    <a:pt x="3075854" y="5863199"/>
                  </a:lnTo>
                  <a:lnTo>
                    <a:pt x="3036229" y="5808800"/>
                  </a:lnTo>
                  <a:lnTo>
                    <a:pt x="2996170" y="5757935"/>
                  </a:lnTo>
                  <a:lnTo>
                    <a:pt x="2955429" y="5710642"/>
                  </a:lnTo>
                  <a:lnTo>
                    <a:pt x="2913682" y="5666881"/>
                  </a:lnTo>
                  <a:lnTo>
                    <a:pt x="2896531" y="5650266"/>
                  </a:lnTo>
                  <a:lnTo>
                    <a:pt x="2849674" y="5608834"/>
                  </a:lnTo>
                  <a:lnTo>
                    <a:pt x="2800379" y="5571292"/>
                  </a:lnTo>
                  <a:lnTo>
                    <a:pt x="2747917" y="5537471"/>
                  </a:lnTo>
                  <a:lnTo>
                    <a:pt x="2691489" y="5507067"/>
                  </a:lnTo>
                  <a:lnTo>
                    <a:pt x="2630277" y="5479727"/>
                  </a:lnTo>
                  <a:lnTo>
                    <a:pt x="2563500" y="5455102"/>
                  </a:lnTo>
                  <a:lnTo>
                    <a:pt x="2490479" y="5432873"/>
                  </a:lnTo>
                  <a:lnTo>
                    <a:pt x="2410741" y="5412770"/>
                  </a:lnTo>
                  <a:lnTo>
                    <a:pt x="2324140" y="5394584"/>
                  </a:lnTo>
                  <a:lnTo>
                    <a:pt x="2231024" y="5378168"/>
                  </a:lnTo>
                  <a:lnTo>
                    <a:pt x="2132415" y="5363437"/>
                  </a:lnTo>
                  <a:lnTo>
                    <a:pt x="2030165" y="5350363"/>
                  </a:lnTo>
                  <a:lnTo>
                    <a:pt x="1927046" y="5338963"/>
                  </a:lnTo>
                  <a:lnTo>
                    <a:pt x="1826676" y="5329275"/>
                  </a:lnTo>
                  <a:lnTo>
                    <a:pt x="1733229" y="5321328"/>
                  </a:lnTo>
                  <a:lnTo>
                    <a:pt x="1650896" y="5315108"/>
                  </a:lnTo>
                  <a:lnTo>
                    <a:pt x="1583186" y="5310534"/>
                  </a:lnTo>
                  <a:lnTo>
                    <a:pt x="1532229" y="5307438"/>
                  </a:lnTo>
                  <a:lnTo>
                    <a:pt x="1498279" y="5305575"/>
                  </a:lnTo>
                  <a:lnTo>
                    <a:pt x="1479551" y="5304642"/>
                  </a:lnTo>
                  <a:lnTo>
                    <a:pt x="1472361" y="5304316"/>
                  </a:lnTo>
                  <a:lnTo>
                    <a:pt x="1471387" y="5304275"/>
                  </a:lnTo>
                  <a:lnTo>
                    <a:pt x="0" y="530427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48" name="pg1148"/>
            <p:cNvSpPr/>
            <p:nvPr/>
          </p:nvSpPr>
          <p:spPr>
            <a:xfrm>
              <a:off x="4799595" y="3655744"/>
              <a:ext cx="11981298" cy="4609571"/>
            </a:xfrm>
            <a:custGeom>
              <a:avLst/>
              <a:pathLst>
                <a:path w="11981298" h="4609571">
                  <a:moveTo>
                    <a:pt x="0" y="4609571"/>
                  </a:moveTo>
                  <a:lnTo>
                    <a:pt x="1471387" y="4609571"/>
                  </a:lnTo>
                  <a:lnTo>
                    <a:pt x="1472486" y="4609491"/>
                  </a:lnTo>
                  <a:lnTo>
                    <a:pt x="1479717" y="4608924"/>
                  </a:lnTo>
                  <a:lnTo>
                    <a:pt x="1497963" y="4607358"/>
                  </a:lnTo>
                  <a:lnTo>
                    <a:pt x="1530634" y="4604274"/>
                  </a:lnTo>
                  <a:lnTo>
                    <a:pt x="1579427" y="4599190"/>
                  </a:lnTo>
                  <a:lnTo>
                    <a:pt x="1644203" y="4591707"/>
                  </a:lnTo>
                  <a:lnTo>
                    <a:pt x="1723108" y="4581550"/>
                  </a:lnTo>
                  <a:lnTo>
                    <a:pt x="1812995" y="4568573"/>
                  </a:lnTo>
                  <a:lnTo>
                    <a:pt x="1910027" y="4552744"/>
                  </a:lnTo>
                  <a:lnTo>
                    <a:pt x="2010302" y="4534103"/>
                  </a:lnTo>
                  <a:lnTo>
                    <a:pt x="2110352" y="4512711"/>
                  </a:lnTo>
                  <a:lnTo>
                    <a:pt x="2207440" y="4488606"/>
                  </a:lnTo>
                  <a:lnTo>
                    <a:pt x="2299661" y="4461761"/>
                  </a:lnTo>
                  <a:lnTo>
                    <a:pt x="2385887" y="4432068"/>
                  </a:lnTo>
                  <a:lnTo>
                    <a:pt x="2465638" y="4399320"/>
                  </a:lnTo>
                  <a:lnTo>
                    <a:pt x="2538926" y="4363213"/>
                  </a:lnTo>
                  <a:lnTo>
                    <a:pt x="2606103" y="4323346"/>
                  </a:lnTo>
                  <a:lnTo>
                    <a:pt x="2667741" y="4279240"/>
                  </a:lnTo>
                  <a:lnTo>
                    <a:pt x="2724535" y="4230349"/>
                  </a:lnTo>
                  <a:lnTo>
                    <a:pt x="2777236" y="4176105"/>
                  </a:lnTo>
                  <a:lnTo>
                    <a:pt x="2826595" y="4115977"/>
                  </a:lnTo>
                  <a:lnTo>
                    <a:pt x="2873322" y="4049574"/>
                  </a:lnTo>
                  <a:lnTo>
                    <a:pt x="2896531" y="4012942"/>
                  </a:lnTo>
                  <a:lnTo>
                    <a:pt x="2930741" y="3954440"/>
                  </a:lnTo>
                  <a:lnTo>
                    <a:pt x="2964149" y="3892032"/>
                  </a:lnTo>
                  <a:lnTo>
                    <a:pt x="2996951" y="3825636"/>
                  </a:lnTo>
                  <a:lnTo>
                    <a:pt x="3029314" y="3755226"/>
                  </a:lnTo>
                  <a:lnTo>
                    <a:pt x="3061370" y="3680829"/>
                  </a:lnTo>
                  <a:lnTo>
                    <a:pt x="3093228" y="3602537"/>
                  </a:lnTo>
                  <a:lnTo>
                    <a:pt x="3124971" y="3520507"/>
                  </a:lnTo>
                  <a:lnTo>
                    <a:pt x="3156665" y="3434964"/>
                  </a:lnTo>
                  <a:lnTo>
                    <a:pt x="3188353" y="3346201"/>
                  </a:lnTo>
                  <a:lnTo>
                    <a:pt x="3220066" y="3254581"/>
                  </a:lnTo>
                  <a:lnTo>
                    <a:pt x="3251820" y="3160525"/>
                  </a:lnTo>
                  <a:lnTo>
                    <a:pt x="3283617" y="3064513"/>
                  </a:lnTo>
                  <a:lnTo>
                    <a:pt x="3315452" y="2967068"/>
                  </a:lnTo>
                  <a:lnTo>
                    <a:pt x="3347313" y="2868750"/>
                  </a:lnTo>
                  <a:lnTo>
                    <a:pt x="3379183" y="2770140"/>
                  </a:lnTo>
                  <a:lnTo>
                    <a:pt x="3411044" y="2671825"/>
                  </a:lnTo>
                  <a:lnTo>
                    <a:pt x="3442879" y="2574386"/>
                  </a:lnTo>
                  <a:lnTo>
                    <a:pt x="3474676" y="2478382"/>
                  </a:lnTo>
                  <a:lnTo>
                    <a:pt x="3506429" y="2384337"/>
                  </a:lnTo>
                  <a:lnTo>
                    <a:pt x="3538142" y="2292730"/>
                  </a:lnTo>
                  <a:lnTo>
                    <a:pt x="3569831" y="2203982"/>
                  </a:lnTo>
                  <a:lnTo>
                    <a:pt x="3601524" y="2118455"/>
                  </a:lnTo>
                  <a:lnTo>
                    <a:pt x="3633268" y="2036443"/>
                  </a:lnTo>
                  <a:lnTo>
                    <a:pt x="3665126" y="1958169"/>
                  </a:lnTo>
                  <a:lnTo>
                    <a:pt x="3697184" y="1883791"/>
                  </a:lnTo>
                  <a:lnTo>
                    <a:pt x="3729548" y="1813400"/>
                  </a:lnTo>
                  <a:lnTo>
                    <a:pt x="3762354" y="1747024"/>
                  </a:lnTo>
                  <a:lnTo>
                    <a:pt x="3795764" y="1684635"/>
                  </a:lnTo>
                  <a:lnTo>
                    <a:pt x="3829811" y="1626426"/>
                  </a:lnTo>
                  <a:lnTo>
                    <a:pt x="3875435" y="1556733"/>
                  </a:lnTo>
                  <a:lnTo>
                    <a:pt x="3923357" y="1493413"/>
                  </a:lnTo>
                  <a:lnTo>
                    <a:pt x="3974247" y="1436205"/>
                  </a:lnTo>
                  <a:lnTo>
                    <a:pt x="4028841" y="1384632"/>
                  </a:lnTo>
                  <a:lnTo>
                    <a:pt x="4087897" y="1338136"/>
                  </a:lnTo>
                  <a:lnTo>
                    <a:pt x="4152145" y="1296155"/>
                  </a:lnTo>
                  <a:lnTo>
                    <a:pt x="4222231" y="1258170"/>
                  </a:lnTo>
                  <a:lnTo>
                    <a:pt x="4298633" y="1223739"/>
                  </a:lnTo>
                  <a:lnTo>
                    <a:pt x="4381555" y="1192507"/>
                  </a:lnTo>
                  <a:lnTo>
                    <a:pt x="4470790" y="1164218"/>
                  </a:lnTo>
                  <a:lnTo>
                    <a:pt x="4565562" y="1138712"/>
                  </a:lnTo>
                  <a:lnTo>
                    <a:pt x="4664379" y="1115924"/>
                  </a:lnTo>
                  <a:lnTo>
                    <a:pt x="4764929" y="1095861"/>
                  </a:lnTo>
                  <a:lnTo>
                    <a:pt x="4864098" y="1078578"/>
                  </a:lnTo>
                  <a:lnTo>
                    <a:pt x="4958156" y="1064133"/>
                  </a:lnTo>
                  <a:lnTo>
                    <a:pt x="5043160" y="1052536"/>
                  </a:lnTo>
                  <a:lnTo>
                    <a:pt x="5115526" y="1043705"/>
                  </a:lnTo>
                  <a:lnTo>
                    <a:pt x="5172669" y="1037431"/>
                  </a:lnTo>
                  <a:lnTo>
                    <a:pt x="5213533" y="1033374"/>
                  </a:lnTo>
                  <a:lnTo>
                    <a:pt x="5238872" y="1031091"/>
                  </a:lnTo>
                  <a:lnTo>
                    <a:pt x="5251244" y="1030076"/>
                  </a:lnTo>
                  <a:lnTo>
                    <a:pt x="5254802" y="1029808"/>
                  </a:lnTo>
                  <a:lnTo>
                    <a:pt x="5254955" y="1029797"/>
                  </a:lnTo>
                  <a:lnTo>
                    <a:pt x="6726343" y="1029797"/>
                  </a:lnTo>
                  <a:lnTo>
                    <a:pt x="6727568" y="1029772"/>
                  </a:lnTo>
                  <a:lnTo>
                    <a:pt x="6735607" y="1029591"/>
                  </a:lnTo>
                  <a:lnTo>
                    <a:pt x="6755828" y="1029091"/>
                  </a:lnTo>
                  <a:lnTo>
                    <a:pt x="6791866" y="1028108"/>
                  </a:lnTo>
                  <a:lnTo>
                    <a:pt x="6845350" y="1026489"/>
                  </a:lnTo>
                  <a:lnTo>
                    <a:pt x="6915783" y="1024116"/>
                  </a:lnTo>
                  <a:lnTo>
                    <a:pt x="7000755" y="1020907"/>
                  </a:lnTo>
                  <a:lnTo>
                    <a:pt x="7096504" y="1016827"/>
                  </a:lnTo>
                  <a:lnTo>
                    <a:pt x="7198664" y="1011872"/>
                  </a:lnTo>
                  <a:lnTo>
                    <a:pt x="7302984" y="1006061"/>
                  </a:lnTo>
                  <a:lnTo>
                    <a:pt x="7405860" y="999410"/>
                  </a:lnTo>
                  <a:lnTo>
                    <a:pt x="7504600" y="991924"/>
                  </a:lnTo>
                  <a:lnTo>
                    <a:pt x="7597462" y="983586"/>
                  </a:lnTo>
                  <a:lnTo>
                    <a:pt x="7683547" y="974345"/>
                  </a:lnTo>
                  <a:lnTo>
                    <a:pt x="7762615" y="964120"/>
                  </a:lnTo>
                  <a:lnTo>
                    <a:pt x="7834906" y="952797"/>
                  </a:lnTo>
                  <a:lnTo>
                    <a:pt x="7900968" y="940234"/>
                  </a:lnTo>
                  <a:lnTo>
                    <a:pt x="7961535" y="926262"/>
                  </a:lnTo>
                  <a:lnTo>
                    <a:pt x="8017431" y="910703"/>
                  </a:lnTo>
                  <a:lnTo>
                    <a:pt x="8069500" y="893380"/>
                  </a:lnTo>
                  <a:lnTo>
                    <a:pt x="8118551" y="874154"/>
                  </a:lnTo>
                  <a:lnTo>
                    <a:pt x="8151487" y="859526"/>
                  </a:lnTo>
                  <a:lnTo>
                    <a:pt x="8202129" y="834258"/>
                  </a:lnTo>
                  <a:lnTo>
                    <a:pt x="8251208" y="806491"/>
                  </a:lnTo>
                  <a:lnTo>
                    <a:pt x="8299296" y="776186"/>
                  </a:lnTo>
                  <a:lnTo>
                    <a:pt x="8346818" y="743384"/>
                  </a:lnTo>
                  <a:lnTo>
                    <a:pt x="8394075" y="708215"/>
                  </a:lnTo>
                  <a:lnTo>
                    <a:pt x="8441267" y="670904"/>
                  </a:lnTo>
                  <a:lnTo>
                    <a:pt x="8488507" y="631773"/>
                  </a:lnTo>
                  <a:lnTo>
                    <a:pt x="8535840" y="591228"/>
                  </a:lnTo>
                  <a:lnTo>
                    <a:pt x="8583258" y="549749"/>
                  </a:lnTo>
                  <a:lnTo>
                    <a:pt x="8630718" y="507866"/>
                  </a:lnTo>
                  <a:lnTo>
                    <a:pt x="8678162" y="466129"/>
                  </a:lnTo>
                  <a:lnTo>
                    <a:pt x="8725538" y="425083"/>
                  </a:lnTo>
                  <a:lnTo>
                    <a:pt x="8772820" y="385232"/>
                  </a:lnTo>
                  <a:lnTo>
                    <a:pt x="8820025" y="347021"/>
                  </a:lnTo>
                  <a:lnTo>
                    <a:pt x="8867232" y="310813"/>
                  </a:lnTo>
                  <a:lnTo>
                    <a:pt x="8914598" y="276878"/>
                  </a:lnTo>
                  <a:lnTo>
                    <a:pt x="8962376" y="245390"/>
                  </a:lnTo>
                  <a:lnTo>
                    <a:pt x="9010929" y="216432"/>
                  </a:lnTo>
                  <a:lnTo>
                    <a:pt x="9060755" y="190000"/>
                  </a:lnTo>
                  <a:lnTo>
                    <a:pt x="9084767" y="178443"/>
                  </a:lnTo>
                  <a:lnTo>
                    <a:pt x="9132143" y="157843"/>
                  </a:lnTo>
                  <a:lnTo>
                    <a:pt x="9182019" y="139199"/>
                  </a:lnTo>
                  <a:lnTo>
                    <a:pt x="9235148" y="122422"/>
                  </a:lnTo>
                  <a:lnTo>
                    <a:pt x="9292356" y="107359"/>
                  </a:lnTo>
                  <a:lnTo>
                    <a:pt x="9354488" y="93828"/>
                  </a:lnTo>
                  <a:lnTo>
                    <a:pt x="9422348" y="81653"/>
                  </a:lnTo>
                  <a:lnTo>
                    <a:pt x="9496625" y="70673"/>
                  </a:lnTo>
                  <a:lnTo>
                    <a:pt x="9577791" y="60754"/>
                  </a:lnTo>
                  <a:lnTo>
                    <a:pt x="9665960" y="51791"/>
                  </a:lnTo>
                  <a:lnTo>
                    <a:pt x="9760715" y="43712"/>
                  </a:lnTo>
                  <a:lnTo>
                    <a:pt x="9860920" y="36478"/>
                  </a:lnTo>
                  <a:lnTo>
                    <a:pt x="9964556" y="30077"/>
                  </a:lnTo>
                  <a:lnTo>
                    <a:pt x="10068644" y="24521"/>
                  </a:lnTo>
                  <a:lnTo>
                    <a:pt x="10169344" y="19827"/>
                  </a:lnTo>
                  <a:lnTo>
                    <a:pt x="10262307" y="16010"/>
                  </a:lnTo>
                  <a:lnTo>
                    <a:pt x="10343265" y="13057"/>
                  </a:lnTo>
                  <a:lnTo>
                    <a:pt x="10408788" y="10921"/>
                  </a:lnTo>
                  <a:lnTo>
                    <a:pt x="10456996" y="9507"/>
                  </a:lnTo>
                  <a:lnTo>
                    <a:pt x="10488022" y="8685"/>
                  </a:lnTo>
                  <a:lnTo>
                    <a:pt x="10504123" y="8299"/>
                  </a:lnTo>
                  <a:lnTo>
                    <a:pt x="10509483" y="8181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8686" y="25"/>
                  </a:lnTo>
                  <a:lnTo>
                    <a:pt x="10500646" y="206"/>
                  </a:lnTo>
                  <a:lnTo>
                    <a:pt x="10480425" y="706"/>
                  </a:lnTo>
                  <a:lnTo>
                    <a:pt x="10444388" y="1689"/>
                  </a:lnTo>
                  <a:lnTo>
                    <a:pt x="10390903" y="3308"/>
                  </a:lnTo>
                  <a:lnTo>
                    <a:pt x="10320470" y="5681"/>
                  </a:lnTo>
                  <a:lnTo>
                    <a:pt x="10235498" y="8890"/>
                  </a:lnTo>
                  <a:lnTo>
                    <a:pt x="10139749" y="12970"/>
                  </a:lnTo>
                  <a:lnTo>
                    <a:pt x="10037590" y="17925"/>
                  </a:lnTo>
                  <a:lnTo>
                    <a:pt x="9933270" y="23736"/>
                  </a:lnTo>
                  <a:lnTo>
                    <a:pt x="9830393" y="30387"/>
                  </a:lnTo>
                  <a:lnTo>
                    <a:pt x="9731653" y="37872"/>
                  </a:lnTo>
                  <a:lnTo>
                    <a:pt x="9638791" y="46211"/>
                  </a:lnTo>
                  <a:lnTo>
                    <a:pt x="9552707" y="55452"/>
                  </a:lnTo>
                  <a:lnTo>
                    <a:pt x="9473638" y="65677"/>
                  </a:lnTo>
                  <a:lnTo>
                    <a:pt x="9401348" y="76999"/>
                  </a:lnTo>
                  <a:lnTo>
                    <a:pt x="9335285" y="89563"/>
                  </a:lnTo>
                  <a:lnTo>
                    <a:pt x="9274718" y="103535"/>
                  </a:lnTo>
                  <a:lnTo>
                    <a:pt x="9218822" y="119094"/>
                  </a:lnTo>
                  <a:lnTo>
                    <a:pt x="9166753" y="136416"/>
                  </a:lnTo>
                  <a:lnTo>
                    <a:pt x="9117702" y="155643"/>
                  </a:lnTo>
                  <a:lnTo>
                    <a:pt x="9084767" y="170270"/>
                  </a:lnTo>
                  <a:lnTo>
                    <a:pt x="9034124" y="195539"/>
                  </a:lnTo>
                  <a:lnTo>
                    <a:pt x="8985045" y="223306"/>
                  </a:lnTo>
                  <a:lnTo>
                    <a:pt x="8936957" y="253611"/>
                  </a:lnTo>
                  <a:lnTo>
                    <a:pt x="8889435" y="286413"/>
                  </a:lnTo>
                  <a:lnTo>
                    <a:pt x="8842178" y="321582"/>
                  </a:lnTo>
                  <a:lnTo>
                    <a:pt x="8794986" y="358893"/>
                  </a:lnTo>
                  <a:lnTo>
                    <a:pt x="8747746" y="398024"/>
                  </a:lnTo>
                  <a:lnTo>
                    <a:pt x="8700413" y="438569"/>
                  </a:lnTo>
                  <a:lnTo>
                    <a:pt x="8652995" y="480048"/>
                  </a:lnTo>
                  <a:lnTo>
                    <a:pt x="8605536" y="521931"/>
                  </a:lnTo>
                  <a:lnTo>
                    <a:pt x="8558092" y="563667"/>
                  </a:lnTo>
                  <a:lnTo>
                    <a:pt x="8510715" y="604714"/>
                  </a:lnTo>
                  <a:lnTo>
                    <a:pt x="8463433" y="644565"/>
                  </a:lnTo>
                  <a:lnTo>
                    <a:pt x="8416229" y="682776"/>
                  </a:lnTo>
                  <a:lnTo>
                    <a:pt x="8369022" y="718984"/>
                  </a:lnTo>
                  <a:lnTo>
                    <a:pt x="8321655" y="752919"/>
                  </a:lnTo>
                  <a:lnTo>
                    <a:pt x="8273877" y="784407"/>
                  </a:lnTo>
                  <a:lnTo>
                    <a:pt x="8225325" y="813365"/>
                  </a:lnTo>
                  <a:lnTo>
                    <a:pt x="8175499" y="839797"/>
                  </a:lnTo>
                  <a:lnTo>
                    <a:pt x="8151487" y="851353"/>
                  </a:lnTo>
                  <a:lnTo>
                    <a:pt x="8104110" y="871954"/>
                  </a:lnTo>
                  <a:lnTo>
                    <a:pt x="8054234" y="890598"/>
                  </a:lnTo>
                  <a:lnTo>
                    <a:pt x="8001105" y="907374"/>
                  </a:lnTo>
                  <a:lnTo>
                    <a:pt x="7943897" y="922438"/>
                  </a:lnTo>
                  <a:lnTo>
                    <a:pt x="7881765" y="935969"/>
                  </a:lnTo>
                  <a:lnTo>
                    <a:pt x="7813906" y="948144"/>
                  </a:lnTo>
                  <a:lnTo>
                    <a:pt x="7739628" y="959124"/>
                  </a:lnTo>
                  <a:lnTo>
                    <a:pt x="7658462" y="969043"/>
                  </a:lnTo>
                  <a:lnTo>
                    <a:pt x="7570293" y="978006"/>
                  </a:lnTo>
                  <a:lnTo>
                    <a:pt x="7475539" y="986085"/>
                  </a:lnTo>
                  <a:lnTo>
                    <a:pt x="7375333" y="993319"/>
                  </a:lnTo>
                  <a:lnTo>
                    <a:pt x="7271697" y="999720"/>
                  </a:lnTo>
                  <a:lnTo>
                    <a:pt x="7167610" y="1005276"/>
                  </a:lnTo>
                  <a:lnTo>
                    <a:pt x="7066909" y="1009970"/>
                  </a:lnTo>
                  <a:lnTo>
                    <a:pt x="6973947" y="1013787"/>
                  </a:lnTo>
                  <a:lnTo>
                    <a:pt x="6892988" y="1016739"/>
                  </a:lnTo>
                  <a:lnTo>
                    <a:pt x="6827465" y="1018876"/>
                  </a:lnTo>
                  <a:lnTo>
                    <a:pt x="6779257" y="1020290"/>
                  </a:lnTo>
                  <a:lnTo>
                    <a:pt x="6748231" y="1021112"/>
                  </a:lnTo>
                  <a:lnTo>
                    <a:pt x="6732130" y="1021498"/>
                  </a:lnTo>
                  <a:lnTo>
                    <a:pt x="6726770" y="1021616"/>
                  </a:lnTo>
                  <a:lnTo>
                    <a:pt x="6726343" y="1021624"/>
                  </a:lnTo>
                  <a:lnTo>
                    <a:pt x="5254955" y="1021624"/>
                  </a:lnTo>
                  <a:lnTo>
                    <a:pt x="5253856" y="1021704"/>
                  </a:lnTo>
                  <a:lnTo>
                    <a:pt x="5246625" y="1022270"/>
                  </a:lnTo>
                  <a:lnTo>
                    <a:pt x="5228379" y="1023837"/>
                  </a:lnTo>
                  <a:lnTo>
                    <a:pt x="5195709" y="1026921"/>
                  </a:lnTo>
                  <a:lnTo>
                    <a:pt x="5146915" y="1032005"/>
                  </a:lnTo>
                  <a:lnTo>
                    <a:pt x="5082139" y="1039487"/>
                  </a:lnTo>
                  <a:lnTo>
                    <a:pt x="5003234" y="1049644"/>
                  </a:lnTo>
                  <a:lnTo>
                    <a:pt x="4913347" y="1062621"/>
                  </a:lnTo>
                  <a:lnTo>
                    <a:pt x="4816315" y="1078451"/>
                  </a:lnTo>
                  <a:lnTo>
                    <a:pt x="4716040" y="1097092"/>
                  </a:lnTo>
                  <a:lnTo>
                    <a:pt x="4615991" y="1118484"/>
                  </a:lnTo>
                  <a:lnTo>
                    <a:pt x="4518902" y="1142589"/>
                  </a:lnTo>
                  <a:lnTo>
                    <a:pt x="4426681" y="1169434"/>
                  </a:lnTo>
                  <a:lnTo>
                    <a:pt x="4340455" y="1199127"/>
                  </a:lnTo>
                  <a:lnTo>
                    <a:pt x="4260704" y="1231875"/>
                  </a:lnTo>
                  <a:lnTo>
                    <a:pt x="4187416" y="1267982"/>
                  </a:lnTo>
                  <a:lnTo>
                    <a:pt x="4120239" y="1307848"/>
                  </a:lnTo>
                  <a:lnTo>
                    <a:pt x="4058601" y="1351955"/>
                  </a:lnTo>
                  <a:lnTo>
                    <a:pt x="4001807" y="1400846"/>
                  </a:lnTo>
                  <a:lnTo>
                    <a:pt x="3949106" y="1455090"/>
                  </a:lnTo>
                  <a:lnTo>
                    <a:pt x="3899747" y="1515218"/>
                  </a:lnTo>
                  <a:lnTo>
                    <a:pt x="3853020" y="1581621"/>
                  </a:lnTo>
                  <a:lnTo>
                    <a:pt x="3829811" y="1618253"/>
                  </a:lnTo>
                  <a:lnTo>
                    <a:pt x="3795601" y="1676755"/>
                  </a:lnTo>
                  <a:lnTo>
                    <a:pt x="3762194" y="1739163"/>
                  </a:lnTo>
                  <a:lnTo>
                    <a:pt x="3729391" y="1805559"/>
                  </a:lnTo>
                  <a:lnTo>
                    <a:pt x="3697028" y="1875969"/>
                  </a:lnTo>
                  <a:lnTo>
                    <a:pt x="3664972" y="1950366"/>
                  </a:lnTo>
                  <a:lnTo>
                    <a:pt x="3633114" y="2028658"/>
                  </a:lnTo>
                  <a:lnTo>
                    <a:pt x="3601371" y="2110688"/>
                  </a:lnTo>
                  <a:lnTo>
                    <a:pt x="3569678" y="2196231"/>
                  </a:lnTo>
                  <a:lnTo>
                    <a:pt x="3537989" y="2284994"/>
                  </a:lnTo>
                  <a:lnTo>
                    <a:pt x="3506276" y="2376614"/>
                  </a:lnTo>
                  <a:lnTo>
                    <a:pt x="3474522" y="2470670"/>
                  </a:lnTo>
                  <a:lnTo>
                    <a:pt x="3442725" y="2566682"/>
                  </a:lnTo>
                  <a:lnTo>
                    <a:pt x="3410890" y="2664127"/>
                  </a:lnTo>
                  <a:lnTo>
                    <a:pt x="3379029" y="2762444"/>
                  </a:lnTo>
                  <a:lnTo>
                    <a:pt x="3347159" y="2861055"/>
                  </a:lnTo>
                  <a:lnTo>
                    <a:pt x="3315298" y="2959369"/>
                  </a:lnTo>
                  <a:lnTo>
                    <a:pt x="3283463" y="3056808"/>
                  </a:lnTo>
                  <a:lnTo>
                    <a:pt x="3251666" y="3152813"/>
                  </a:lnTo>
                  <a:lnTo>
                    <a:pt x="3219913" y="3246858"/>
                  </a:lnTo>
                  <a:lnTo>
                    <a:pt x="3188200" y="3338465"/>
                  </a:lnTo>
                  <a:lnTo>
                    <a:pt x="3156511" y="3427213"/>
                  </a:lnTo>
                  <a:lnTo>
                    <a:pt x="3124818" y="3512740"/>
                  </a:lnTo>
                  <a:lnTo>
                    <a:pt x="3093074" y="3594752"/>
                  </a:lnTo>
                  <a:lnTo>
                    <a:pt x="3061216" y="3673026"/>
                  </a:lnTo>
                  <a:lnTo>
                    <a:pt x="3029158" y="3747403"/>
                  </a:lnTo>
                  <a:lnTo>
                    <a:pt x="2996794" y="3817794"/>
                  </a:lnTo>
                  <a:lnTo>
                    <a:pt x="2963988" y="3884170"/>
                  </a:lnTo>
                  <a:lnTo>
                    <a:pt x="2930578" y="3946560"/>
                  </a:lnTo>
                  <a:lnTo>
                    <a:pt x="2896531" y="4004769"/>
                  </a:lnTo>
                  <a:lnTo>
                    <a:pt x="2850907" y="4074461"/>
                  </a:lnTo>
                  <a:lnTo>
                    <a:pt x="2802985" y="4137782"/>
                  </a:lnTo>
                  <a:lnTo>
                    <a:pt x="2752095" y="4194990"/>
                  </a:lnTo>
                  <a:lnTo>
                    <a:pt x="2697501" y="4246563"/>
                  </a:lnTo>
                  <a:lnTo>
                    <a:pt x="2638445" y="4293059"/>
                  </a:lnTo>
                  <a:lnTo>
                    <a:pt x="2574197" y="4335040"/>
                  </a:lnTo>
                  <a:lnTo>
                    <a:pt x="2504111" y="4373025"/>
                  </a:lnTo>
                  <a:lnTo>
                    <a:pt x="2427709" y="4407456"/>
                  </a:lnTo>
                  <a:lnTo>
                    <a:pt x="2344787" y="4438688"/>
                  </a:lnTo>
                  <a:lnTo>
                    <a:pt x="2255552" y="4466977"/>
                  </a:lnTo>
                  <a:lnTo>
                    <a:pt x="2160780" y="4492483"/>
                  </a:lnTo>
                  <a:lnTo>
                    <a:pt x="2061963" y="4515271"/>
                  </a:lnTo>
                  <a:lnTo>
                    <a:pt x="1961413" y="4535334"/>
                  </a:lnTo>
                  <a:lnTo>
                    <a:pt x="1862244" y="4552617"/>
                  </a:lnTo>
                  <a:lnTo>
                    <a:pt x="1768186" y="4567062"/>
                  </a:lnTo>
                  <a:lnTo>
                    <a:pt x="1683182" y="4578658"/>
                  </a:lnTo>
                  <a:lnTo>
                    <a:pt x="1610816" y="4587490"/>
                  </a:lnTo>
                  <a:lnTo>
                    <a:pt x="1553673" y="4593764"/>
                  </a:lnTo>
                  <a:lnTo>
                    <a:pt x="1512809" y="4597821"/>
                  </a:lnTo>
                  <a:lnTo>
                    <a:pt x="1487470" y="4600104"/>
                  </a:lnTo>
                  <a:lnTo>
                    <a:pt x="1475098" y="4601119"/>
                  </a:lnTo>
                  <a:lnTo>
                    <a:pt x="1471540" y="4601387"/>
                  </a:lnTo>
                  <a:lnTo>
                    <a:pt x="1471387" y="4601398"/>
                  </a:lnTo>
                  <a:lnTo>
                    <a:pt x="0" y="4601398"/>
                  </a:lnTo>
                  <a:close/>
                </a:path>
              </a:pathLst>
            </a:custGeom>
            <a:solidFill>
              <a:srgbClr val="67C1B3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149" name="pl1149"/>
            <p:cNvSpPr/>
            <p:nvPr/>
          </p:nvSpPr>
          <p:spPr>
            <a:xfrm>
              <a:off x="4799595" y="3663917"/>
              <a:ext cx="11981298" cy="4601398"/>
            </a:xfrm>
            <a:custGeom>
              <a:avLst/>
              <a:pathLst>
                <a:path w="11981298" h="4601398">
                  <a:moveTo>
                    <a:pt x="0" y="4601398"/>
                  </a:moveTo>
                  <a:lnTo>
                    <a:pt x="1471387" y="4601398"/>
                  </a:lnTo>
                  <a:lnTo>
                    <a:pt x="1472486" y="4601318"/>
                  </a:lnTo>
                  <a:lnTo>
                    <a:pt x="1479717" y="4600751"/>
                  </a:lnTo>
                  <a:lnTo>
                    <a:pt x="1497963" y="4599185"/>
                  </a:lnTo>
                  <a:lnTo>
                    <a:pt x="1530634" y="4596101"/>
                  </a:lnTo>
                  <a:lnTo>
                    <a:pt x="1579427" y="4591017"/>
                  </a:lnTo>
                  <a:lnTo>
                    <a:pt x="1644203" y="4583535"/>
                  </a:lnTo>
                  <a:lnTo>
                    <a:pt x="1723108" y="4573377"/>
                  </a:lnTo>
                  <a:lnTo>
                    <a:pt x="1812995" y="4560400"/>
                  </a:lnTo>
                  <a:lnTo>
                    <a:pt x="1910027" y="4544571"/>
                  </a:lnTo>
                  <a:lnTo>
                    <a:pt x="2010302" y="4525930"/>
                  </a:lnTo>
                  <a:lnTo>
                    <a:pt x="2110352" y="4504538"/>
                  </a:lnTo>
                  <a:lnTo>
                    <a:pt x="2207440" y="4480433"/>
                  </a:lnTo>
                  <a:lnTo>
                    <a:pt x="2299661" y="4453588"/>
                  </a:lnTo>
                  <a:lnTo>
                    <a:pt x="2385887" y="4423895"/>
                  </a:lnTo>
                  <a:lnTo>
                    <a:pt x="2465638" y="4391147"/>
                  </a:lnTo>
                  <a:lnTo>
                    <a:pt x="2538926" y="4355040"/>
                  </a:lnTo>
                  <a:lnTo>
                    <a:pt x="2606103" y="4315173"/>
                  </a:lnTo>
                  <a:lnTo>
                    <a:pt x="2667741" y="4271067"/>
                  </a:lnTo>
                  <a:lnTo>
                    <a:pt x="2724535" y="4222176"/>
                  </a:lnTo>
                  <a:lnTo>
                    <a:pt x="2777236" y="4167932"/>
                  </a:lnTo>
                  <a:lnTo>
                    <a:pt x="2826595" y="4107804"/>
                  </a:lnTo>
                  <a:lnTo>
                    <a:pt x="2873322" y="4041401"/>
                  </a:lnTo>
                  <a:lnTo>
                    <a:pt x="2896531" y="4004769"/>
                  </a:lnTo>
                  <a:lnTo>
                    <a:pt x="2930741" y="3946267"/>
                  </a:lnTo>
                  <a:lnTo>
                    <a:pt x="2964149" y="3883859"/>
                  </a:lnTo>
                  <a:lnTo>
                    <a:pt x="2996951" y="3817463"/>
                  </a:lnTo>
                  <a:lnTo>
                    <a:pt x="3029314" y="3747053"/>
                  </a:lnTo>
                  <a:lnTo>
                    <a:pt x="3061370" y="3672656"/>
                  </a:lnTo>
                  <a:lnTo>
                    <a:pt x="3093228" y="3594364"/>
                  </a:lnTo>
                  <a:lnTo>
                    <a:pt x="3124971" y="3512334"/>
                  </a:lnTo>
                  <a:lnTo>
                    <a:pt x="3156665" y="3426791"/>
                  </a:lnTo>
                  <a:lnTo>
                    <a:pt x="3188353" y="3338028"/>
                  </a:lnTo>
                  <a:lnTo>
                    <a:pt x="3220066" y="3246408"/>
                  </a:lnTo>
                  <a:lnTo>
                    <a:pt x="3251820" y="3152352"/>
                  </a:lnTo>
                  <a:lnTo>
                    <a:pt x="3283617" y="3056340"/>
                  </a:lnTo>
                  <a:lnTo>
                    <a:pt x="3315452" y="2958895"/>
                  </a:lnTo>
                  <a:lnTo>
                    <a:pt x="3347313" y="2860577"/>
                  </a:lnTo>
                  <a:lnTo>
                    <a:pt x="3379183" y="2761967"/>
                  </a:lnTo>
                  <a:lnTo>
                    <a:pt x="3411044" y="2663652"/>
                  </a:lnTo>
                  <a:lnTo>
                    <a:pt x="3442879" y="2566213"/>
                  </a:lnTo>
                  <a:lnTo>
                    <a:pt x="3474676" y="2470209"/>
                  </a:lnTo>
                  <a:lnTo>
                    <a:pt x="3506429" y="2376164"/>
                  </a:lnTo>
                  <a:lnTo>
                    <a:pt x="3538142" y="2284557"/>
                  </a:lnTo>
                  <a:lnTo>
                    <a:pt x="3569831" y="2195809"/>
                  </a:lnTo>
                  <a:lnTo>
                    <a:pt x="3601524" y="2110282"/>
                  </a:lnTo>
                  <a:lnTo>
                    <a:pt x="3633268" y="2028270"/>
                  </a:lnTo>
                  <a:lnTo>
                    <a:pt x="3665126" y="1949996"/>
                  </a:lnTo>
                  <a:lnTo>
                    <a:pt x="3697184" y="1875619"/>
                  </a:lnTo>
                  <a:lnTo>
                    <a:pt x="3729548" y="1805227"/>
                  </a:lnTo>
                  <a:lnTo>
                    <a:pt x="3762354" y="1738851"/>
                  </a:lnTo>
                  <a:lnTo>
                    <a:pt x="3795764" y="1676462"/>
                  </a:lnTo>
                  <a:lnTo>
                    <a:pt x="3829811" y="1618253"/>
                  </a:lnTo>
                  <a:lnTo>
                    <a:pt x="3875435" y="1548560"/>
                  </a:lnTo>
                  <a:lnTo>
                    <a:pt x="3923357" y="1485240"/>
                  </a:lnTo>
                  <a:lnTo>
                    <a:pt x="3974247" y="1428032"/>
                  </a:lnTo>
                  <a:lnTo>
                    <a:pt x="4028841" y="1376459"/>
                  </a:lnTo>
                  <a:lnTo>
                    <a:pt x="4087897" y="1329963"/>
                  </a:lnTo>
                  <a:lnTo>
                    <a:pt x="4152145" y="1287982"/>
                  </a:lnTo>
                  <a:lnTo>
                    <a:pt x="4222231" y="1249997"/>
                  </a:lnTo>
                  <a:lnTo>
                    <a:pt x="4298633" y="1215566"/>
                  </a:lnTo>
                  <a:lnTo>
                    <a:pt x="4381555" y="1184334"/>
                  </a:lnTo>
                  <a:lnTo>
                    <a:pt x="4470790" y="1156045"/>
                  </a:lnTo>
                  <a:lnTo>
                    <a:pt x="4565562" y="1130539"/>
                  </a:lnTo>
                  <a:lnTo>
                    <a:pt x="4664379" y="1107751"/>
                  </a:lnTo>
                  <a:lnTo>
                    <a:pt x="4764929" y="1087688"/>
                  </a:lnTo>
                  <a:lnTo>
                    <a:pt x="4864098" y="1070405"/>
                  </a:lnTo>
                  <a:lnTo>
                    <a:pt x="4958156" y="1055960"/>
                  </a:lnTo>
                  <a:lnTo>
                    <a:pt x="5043160" y="1044363"/>
                  </a:lnTo>
                  <a:lnTo>
                    <a:pt x="5115526" y="1035532"/>
                  </a:lnTo>
                  <a:lnTo>
                    <a:pt x="5172669" y="1029258"/>
                  </a:lnTo>
                  <a:lnTo>
                    <a:pt x="5213533" y="1025201"/>
                  </a:lnTo>
                  <a:lnTo>
                    <a:pt x="5238872" y="1022918"/>
                  </a:lnTo>
                  <a:lnTo>
                    <a:pt x="5251244" y="1021903"/>
                  </a:lnTo>
                  <a:lnTo>
                    <a:pt x="5254802" y="1021635"/>
                  </a:lnTo>
                  <a:lnTo>
                    <a:pt x="5254955" y="1021624"/>
                  </a:lnTo>
                  <a:lnTo>
                    <a:pt x="6726343" y="1021624"/>
                  </a:lnTo>
                  <a:lnTo>
                    <a:pt x="6727568" y="1021599"/>
                  </a:lnTo>
                  <a:lnTo>
                    <a:pt x="6735607" y="1021418"/>
                  </a:lnTo>
                  <a:lnTo>
                    <a:pt x="6755828" y="1020918"/>
                  </a:lnTo>
                  <a:lnTo>
                    <a:pt x="6791866" y="1019935"/>
                  </a:lnTo>
                  <a:lnTo>
                    <a:pt x="6845350" y="1018316"/>
                  </a:lnTo>
                  <a:lnTo>
                    <a:pt x="6915783" y="1015943"/>
                  </a:lnTo>
                  <a:lnTo>
                    <a:pt x="7000755" y="1012734"/>
                  </a:lnTo>
                  <a:lnTo>
                    <a:pt x="7096504" y="1008654"/>
                  </a:lnTo>
                  <a:lnTo>
                    <a:pt x="7198664" y="1003699"/>
                  </a:lnTo>
                  <a:lnTo>
                    <a:pt x="7302984" y="997888"/>
                  </a:lnTo>
                  <a:lnTo>
                    <a:pt x="7405860" y="991237"/>
                  </a:lnTo>
                  <a:lnTo>
                    <a:pt x="7504600" y="983751"/>
                  </a:lnTo>
                  <a:lnTo>
                    <a:pt x="7597462" y="975413"/>
                  </a:lnTo>
                  <a:lnTo>
                    <a:pt x="7683547" y="966172"/>
                  </a:lnTo>
                  <a:lnTo>
                    <a:pt x="7762615" y="955947"/>
                  </a:lnTo>
                  <a:lnTo>
                    <a:pt x="7834906" y="944624"/>
                  </a:lnTo>
                  <a:lnTo>
                    <a:pt x="7900968" y="932061"/>
                  </a:lnTo>
                  <a:lnTo>
                    <a:pt x="7961535" y="918089"/>
                  </a:lnTo>
                  <a:lnTo>
                    <a:pt x="8017431" y="902530"/>
                  </a:lnTo>
                  <a:lnTo>
                    <a:pt x="8069500" y="885207"/>
                  </a:lnTo>
                  <a:lnTo>
                    <a:pt x="8118551" y="865981"/>
                  </a:lnTo>
                  <a:lnTo>
                    <a:pt x="8151487" y="851353"/>
                  </a:lnTo>
                  <a:lnTo>
                    <a:pt x="8202129" y="826085"/>
                  </a:lnTo>
                  <a:lnTo>
                    <a:pt x="8251208" y="798318"/>
                  </a:lnTo>
                  <a:lnTo>
                    <a:pt x="8299296" y="768013"/>
                  </a:lnTo>
                  <a:lnTo>
                    <a:pt x="8346818" y="735211"/>
                  </a:lnTo>
                  <a:lnTo>
                    <a:pt x="8394075" y="700042"/>
                  </a:lnTo>
                  <a:lnTo>
                    <a:pt x="8441267" y="662731"/>
                  </a:lnTo>
                  <a:lnTo>
                    <a:pt x="8488507" y="623600"/>
                  </a:lnTo>
                  <a:lnTo>
                    <a:pt x="8535840" y="583055"/>
                  </a:lnTo>
                  <a:lnTo>
                    <a:pt x="8583258" y="541576"/>
                  </a:lnTo>
                  <a:lnTo>
                    <a:pt x="8630718" y="499693"/>
                  </a:lnTo>
                  <a:lnTo>
                    <a:pt x="8678162" y="457956"/>
                  </a:lnTo>
                  <a:lnTo>
                    <a:pt x="8725538" y="416910"/>
                  </a:lnTo>
                  <a:lnTo>
                    <a:pt x="8772820" y="377059"/>
                  </a:lnTo>
                  <a:lnTo>
                    <a:pt x="8820025" y="338848"/>
                  </a:lnTo>
                  <a:lnTo>
                    <a:pt x="8867232" y="302640"/>
                  </a:lnTo>
                  <a:lnTo>
                    <a:pt x="8914598" y="268705"/>
                  </a:lnTo>
                  <a:lnTo>
                    <a:pt x="8962376" y="237217"/>
                  </a:lnTo>
                  <a:lnTo>
                    <a:pt x="9010929" y="208259"/>
                  </a:lnTo>
                  <a:lnTo>
                    <a:pt x="9060755" y="181827"/>
                  </a:lnTo>
                  <a:lnTo>
                    <a:pt x="9084767" y="170270"/>
                  </a:lnTo>
                  <a:lnTo>
                    <a:pt x="9132143" y="149670"/>
                  </a:lnTo>
                  <a:lnTo>
                    <a:pt x="9182019" y="131026"/>
                  </a:lnTo>
                  <a:lnTo>
                    <a:pt x="9235148" y="114249"/>
                  </a:lnTo>
                  <a:lnTo>
                    <a:pt x="9292356" y="99186"/>
                  </a:lnTo>
                  <a:lnTo>
                    <a:pt x="9354488" y="85655"/>
                  </a:lnTo>
                  <a:lnTo>
                    <a:pt x="9422348" y="73480"/>
                  </a:lnTo>
                  <a:lnTo>
                    <a:pt x="9496625" y="62500"/>
                  </a:lnTo>
                  <a:lnTo>
                    <a:pt x="9577791" y="52581"/>
                  </a:lnTo>
                  <a:lnTo>
                    <a:pt x="9665960" y="43618"/>
                  </a:lnTo>
                  <a:lnTo>
                    <a:pt x="9760715" y="35539"/>
                  </a:lnTo>
                  <a:lnTo>
                    <a:pt x="9860920" y="28305"/>
                  </a:lnTo>
                  <a:lnTo>
                    <a:pt x="9964556" y="21904"/>
                  </a:lnTo>
                  <a:lnTo>
                    <a:pt x="10068644" y="16348"/>
                  </a:lnTo>
                  <a:lnTo>
                    <a:pt x="10169344" y="11654"/>
                  </a:lnTo>
                  <a:lnTo>
                    <a:pt x="10262307" y="7837"/>
                  </a:lnTo>
                  <a:lnTo>
                    <a:pt x="10343265" y="4884"/>
                  </a:lnTo>
                  <a:lnTo>
                    <a:pt x="10408788" y="2748"/>
                  </a:lnTo>
                  <a:lnTo>
                    <a:pt x="10456996" y="1334"/>
                  </a:lnTo>
                  <a:lnTo>
                    <a:pt x="10488022" y="512"/>
                  </a:lnTo>
                  <a:lnTo>
                    <a:pt x="10504123" y="126"/>
                  </a:lnTo>
                  <a:lnTo>
                    <a:pt x="10509483" y="8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50" name="pl1150"/>
            <p:cNvSpPr/>
            <p:nvPr/>
          </p:nvSpPr>
          <p:spPr>
            <a:xfrm>
              <a:off x="4799595" y="3655744"/>
              <a:ext cx="11981298" cy="4601398"/>
            </a:xfrm>
            <a:custGeom>
              <a:avLst/>
              <a:pathLst>
                <a:path w="11981298" h="4601398">
                  <a:moveTo>
                    <a:pt x="11981298" y="0"/>
                  </a:moveTo>
                  <a:lnTo>
                    <a:pt x="10509911" y="0"/>
                  </a:lnTo>
                  <a:lnTo>
                    <a:pt x="10508686" y="25"/>
                  </a:lnTo>
                  <a:lnTo>
                    <a:pt x="10500646" y="206"/>
                  </a:lnTo>
                  <a:lnTo>
                    <a:pt x="10480425" y="706"/>
                  </a:lnTo>
                  <a:lnTo>
                    <a:pt x="10444388" y="1689"/>
                  </a:lnTo>
                  <a:lnTo>
                    <a:pt x="10390903" y="3308"/>
                  </a:lnTo>
                  <a:lnTo>
                    <a:pt x="10320470" y="5681"/>
                  </a:lnTo>
                  <a:lnTo>
                    <a:pt x="10235498" y="8890"/>
                  </a:lnTo>
                  <a:lnTo>
                    <a:pt x="10139749" y="12970"/>
                  </a:lnTo>
                  <a:lnTo>
                    <a:pt x="10037590" y="17925"/>
                  </a:lnTo>
                  <a:lnTo>
                    <a:pt x="9933270" y="23736"/>
                  </a:lnTo>
                  <a:lnTo>
                    <a:pt x="9830393" y="30387"/>
                  </a:lnTo>
                  <a:lnTo>
                    <a:pt x="9731653" y="37872"/>
                  </a:lnTo>
                  <a:lnTo>
                    <a:pt x="9638791" y="46211"/>
                  </a:lnTo>
                  <a:lnTo>
                    <a:pt x="9552707" y="55452"/>
                  </a:lnTo>
                  <a:lnTo>
                    <a:pt x="9473638" y="65677"/>
                  </a:lnTo>
                  <a:lnTo>
                    <a:pt x="9401348" y="76999"/>
                  </a:lnTo>
                  <a:lnTo>
                    <a:pt x="9335285" y="89563"/>
                  </a:lnTo>
                  <a:lnTo>
                    <a:pt x="9274718" y="103535"/>
                  </a:lnTo>
                  <a:lnTo>
                    <a:pt x="9218822" y="119094"/>
                  </a:lnTo>
                  <a:lnTo>
                    <a:pt x="9166753" y="136416"/>
                  </a:lnTo>
                  <a:lnTo>
                    <a:pt x="9117702" y="155643"/>
                  </a:lnTo>
                  <a:lnTo>
                    <a:pt x="9084767" y="170270"/>
                  </a:lnTo>
                  <a:lnTo>
                    <a:pt x="9034124" y="195539"/>
                  </a:lnTo>
                  <a:lnTo>
                    <a:pt x="8985045" y="223306"/>
                  </a:lnTo>
                  <a:lnTo>
                    <a:pt x="8936957" y="253611"/>
                  </a:lnTo>
                  <a:lnTo>
                    <a:pt x="8889435" y="286413"/>
                  </a:lnTo>
                  <a:lnTo>
                    <a:pt x="8842178" y="321582"/>
                  </a:lnTo>
                  <a:lnTo>
                    <a:pt x="8794986" y="358893"/>
                  </a:lnTo>
                  <a:lnTo>
                    <a:pt x="8747746" y="398024"/>
                  </a:lnTo>
                  <a:lnTo>
                    <a:pt x="8700413" y="438569"/>
                  </a:lnTo>
                  <a:lnTo>
                    <a:pt x="8652995" y="480048"/>
                  </a:lnTo>
                  <a:lnTo>
                    <a:pt x="8605536" y="521931"/>
                  </a:lnTo>
                  <a:lnTo>
                    <a:pt x="8558092" y="563667"/>
                  </a:lnTo>
                  <a:lnTo>
                    <a:pt x="8510715" y="604714"/>
                  </a:lnTo>
                  <a:lnTo>
                    <a:pt x="8463433" y="644565"/>
                  </a:lnTo>
                  <a:lnTo>
                    <a:pt x="8416229" y="682776"/>
                  </a:lnTo>
                  <a:lnTo>
                    <a:pt x="8369022" y="718984"/>
                  </a:lnTo>
                  <a:lnTo>
                    <a:pt x="8321655" y="752919"/>
                  </a:lnTo>
                  <a:lnTo>
                    <a:pt x="8273877" y="784407"/>
                  </a:lnTo>
                  <a:lnTo>
                    <a:pt x="8225325" y="813365"/>
                  </a:lnTo>
                  <a:lnTo>
                    <a:pt x="8175499" y="839797"/>
                  </a:lnTo>
                  <a:lnTo>
                    <a:pt x="8151487" y="851353"/>
                  </a:lnTo>
                  <a:lnTo>
                    <a:pt x="8104110" y="871954"/>
                  </a:lnTo>
                  <a:lnTo>
                    <a:pt x="8054234" y="890598"/>
                  </a:lnTo>
                  <a:lnTo>
                    <a:pt x="8001105" y="907374"/>
                  </a:lnTo>
                  <a:lnTo>
                    <a:pt x="7943897" y="922438"/>
                  </a:lnTo>
                  <a:lnTo>
                    <a:pt x="7881765" y="935969"/>
                  </a:lnTo>
                  <a:lnTo>
                    <a:pt x="7813906" y="948144"/>
                  </a:lnTo>
                  <a:lnTo>
                    <a:pt x="7739628" y="959124"/>
                  </a:lnTo>
                  <a:lnTo>
                    <a:pt x="7658462" y="969043"/>
                  </a:lnTo>
                  <a:lnTo>
                    <a:pt x="7570293" y="978006"/>
                  </a:lnTo>
                  <a:lnTo>
                    <a:pt x="7475539" y="986085"/>
                  </a:lnTo>
                  <a:lnTo>
                    <a:pt x="7375333" y="993319"/>
                  </a:lnTo>
                  <a:lnTo>
                    <a:pt x="7271697" y="999720"/>
                  </a:lnTo>
                  <a:lnTo>
                    <a:pt x="7167610" y="1005276"/>
                  </a:lnTo>
                  <a:lnTo>
                    <a:pt x="7066909" y="1009970"/>
                  </a:lnTo>
                  <a:lnTo>
                    <a:pt x="6973947" y="1013787"/>
                  </a:lnTo>
                  <a:lnTo>
                    <a:pt x="6892988" y="1016739"/>
                  </a:lnTo>
                  <a:lnTo>
                    <a:pt x="6827465" y="1018876"/>
                  </a:lnTo>
                  <a:lnTo>
                    <a:pt x="6779257" y="1020290"/>
                  </a:lnTo>
                  <a:lnTo>
                    <a:pt x="6748231" y="1021112"/>
                  </a:lnTo>
                  <a:lnTo>
                    <a:pt x="6732130" y="1021498"/>
                  </a:lnTo>
                  <a:lnTo>
                    <a:pt x="6726770" y="1021616"/>
                  </a:lnTo>
                  <a:lnTo>
                    <a:pt x="6726343" y="1021624"/>
                  </a:lnTo>
                  <a:lnTo>
                    <a:pt x="5254955" y="1021624"/>
                  </a:lnTo>
                  <a:lnTo>
                    <a:pt x="5253856" y="1021704"/>
                  </a:lnTo>
                  <a:lnTo>
                    <a:pt x="5246625" y="1022270"/>
                  </a:lnTo>
                  <a:lnTo>
                    <a:pt x="5228379" y="1023837"/>
                  </a:lnTo>
                  <a:lnTo>
                    <a:pt x="5195709" y="1026921"/>
                  </a:lnTo>
                  <a:lnTo>
                    <a:pt x="5146915" y="1032005"/>
                  </a:lnTo>
                  <a:lnTo>
                    <a:pt x="5082139" y="1039487"/>
                  </a:lnTo>
                  <a:lnTo>
                    <a:pt x="5003234" y="1049644"/>
                  </a:lnTo>
                  <a:lnTo>
                    <a:pt x="4913347" y="1062621"/>
                  </a:lnTo>
                  <a:lnTo>
                    <a:pt x="4816315" y="1078451"/>
                  </a:lnTo>
                  <a:lnTo>
                    <a:pt x="4716040" y="1097092"/>
                  </a:lnTo>
                  <a:lnTo>
                    <a:pt x="4615991" y="1118484"/>
                  </a:lnTo>
                  <a:lnTo>
                    <a:pt x="4518902" y="1142589"/>
                  </a:lnTo>
                  <a:lnTo>
                    <a:pt x="4426681" y="1169434"/>
                  </a:lnTo>
                  <a:lnTo>
                    <a:pt x="4340455" y="1199127"/>
                  </a:lnTo>
                  <a:lnTo>
                    <a:pt x="4260704" y="1231875"/>
                  </a:lnTo>
                  <a:lnTo>
                    <a:pt x="4187416" y="1267982"/>
                  </a:lnTo>
                  <a:lnTo>
                    <a:pt x="4120239" y="1307848"/>
                  </a:lnTo>
                  <a:lnTo>
                    <a:pt x="4058601" y="1351955"/>
                  </a:lnTo>
                  <a:lnTo>
                    <a:pt x="4001807" y="1400846"/>
                  </a:lnTo>
                  <a:lnTo>
                    <a:pt x="3949106" y="1455090"/>
                  </a:lnTo>
                  <a:lnTo>
                    <a:pt x="3899747" y="1515218"/>
                  </a:lnTo>
                  <a:lnTo>
                    <a:pt x="3853020" y="1581621"/>
                  </a:lnTo>
                  <a:lnTo>
                    <a:pt x="3829811" y="1618253"/>
                  </a:lnTo>
                  <a:lnTo>
                    <a:pt x="3795601" y="1676755"/>
                  </a:lnTo>
                  <a:lnTo>
                    <a:pt x="3762194" y="1739163"/>
                  </a:lnTo>
                  <a:lnTo>
                    <a:pt x="3729391" y="1805559"/>
                  </a:lnTo>
                  <a:lnTo>
                    <a:pt x="3697028" y="1875969"/>
                  </a:lnTo>
                  <a:lnTo>
                    <a:pt x="3664972" y="1950366"/>
                  </a:lnTo>
                  <a:lnTo>
                    <a:pt x="3633114" y="2028658"/>
                  </a:lnTo>
                  <a:lnTo>
                    <a:pt x="3601371" y="2110688"/>
                  </a:lnTo>
                  <a:lnTo>
                    <a:pt x="3569678" y="2196231"/>
                  </a:lnTo>
                  <a:lnTo>
                    <a:pt x="3537989" y="2284994"/>
                  </a:lnTo>
                  <a:lnTo>
                    <a:pt x="3506276" y="2376614"/>
                  </a:lnTo>
                  <a:lnTo>
                    <a:pt x="3474522" y="2470670"/>
                  </a:lnTo>
                  <a:lnTo>
                    <a:pt x="3442725" y="2566682"/>
                  </a:lnTo>
                  <a:lnTo>
                    <a:pt x="3410890" y="2664127"/>
                  </a:lnTo>
                  <a:lnTo>
                    <a:pt x="3379029" y="2762444"/>
                  </a:lnTo>
                  <a:lnTo>
                    <a:pt x="3347159" y="2861055"/>
                  </a:lnTo>
                  <a:lnTo>
                    <a:pt x="3315298" y="2959369"/>
                  </a:lnTo>
                  <a:lnTo>
                    <a:pt x="3283463" y="3056808"/>
                  </a:lnTo>
                  <a:lnTo>
                    <a:pt x="3251666" y="3152813"/>
                  </a:lnTo>
                  <a:lnTo>
                    <a:pt x="3219913" y="3246858"/>
                  </a:lnTo>
                  <a:lnTo>
                    <a:pt x="3188200" y="3338465"/>
                  </a:lnTo>
                  <a:lnTo>
                    <a:pt x="3156511" y="3427213"/>
                  </a:lnTo>
                  <a:lnTo>
                    <a:pt x="3124818" y="3512740"/>
                  </a:lnTo>
                  <a:lnTo>
                    <a:pt x="3093074" y="3594752"/>
                  </a:lnTo>
                  <a:lnTo>
                    <a:pt x="3061216" y="3673026"/>
                  </a:lnTo>
                  <a:lnTo>
                    <a:pt x="3029158" y="3747403"/>
                  </a:lnTo>
                  <a:lnTo>
                    <a:pt x="2996794" y="3817794"/>
                  </a:lnTo>
                  <a:lnTo>
                    <a:pt x="2963988" y="3884170"/>
                  </a:lnTo>
                  <a:lnTo>
                    <a:pt x="2930578" y="3946560"/>
                  </a:lnTo>
                  <a:lnTo>
                    <a:pt x="2896531" y="4004769"/>
                  </a:lnTo>
                  <a:lnTo>
                    <a:pt x="2850907" y="4074461"/>
                  </a:lnTo>
                  <a:lnTo>
                    <a:pt x="2802985" y="4137782"/>
                  </a:lnTo>
                  <a:lnTo>
                    <a:pt x="2752095" y="4194990"/>
                  </a:lnTo>
                  <a:lnTo>
                    <a:pt x="2697501" y="4246563"/>
                  </a:lnTo>
                  <a:lnTo>
                    <a:pt x="2638445" y="4293059"/>
                  </a:lnTo>
                  <a:lnTo>
                    <a:pt x="2574197" y="4335040"/>
                  </a:lnTo>
                  <a:lnTo>
                    <a:pt x="2504111" y="4373025"/>
                  </a:lnTo>
                  <a:lnTo>
                    <a:pt x="2427709" y="4407456"/>
                  </a:lnTo>
                  <a:lnTo>
                    <a:pt x="2344787" y="4438688"/>
                  </a:lnTo>
                  <a:lnTo>
                    <a:pt x="2255552" y="4466977"/>
                  </a:lnTo>
                  <a:lnTo>
                    <a:pt x="2160780" y="4492483"/>
                  </a:lnTo>
                  <a:lnTo>
                    <a:pt x="2061963" y="4515271"/>
                  </a:lnTo>
                  <a:lnTo>
                    <a:pt x="1961413" y="4535334"/>
                  </a:lnTo>
                  <a:lnTo>
                    <a:pt x="1862244" y="4552617"/>
                  </a:lnTo>
                  <a:lnTo>
                    <a:pt x="1768186" y="4567062"/>
                  </a:lnTo>
                  <a:lnTo>
                    <a:pt x="1683182" y="4578658"/>
                  </a:lnTo>
                  <a:lnTo>
                    <a:pt x="1610816" y="4587490"/>
                  </a:lnTo>
                  <a:lnTo>
                    <a:pt x="1553673" y="4593764"/>
                  </a:lnTo>
                  <a:lnTo>
                    <a:pt x="1512809" y="4597821"/>
                  </a:lnTo>
                  <a:lnTo>
                    <a:pt x="1487470" y="4600104"/>
                  </a:lnTo>
                  <a:lnTo>
                    <a:pt x="1475098" y="4601119"/>
                  </a:lnTo>
                  <a:lnTo>
                    <a:pt x="1471540" y="4601387"/>
                  </a:lnTo>
                  <a:lnTo>
                    <a:pt x="1471387" y="4601398"/>
                  </a:lnTo>
                  <a:lnTo>
                    <a:pt x="0" y="460139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51" name="pg1151"/>
            <p:cNvSpPr/>
            <p:nvPr/>
          </p:nvSpPr>
          <p:spPr>
            <a:xfrm>
              <a:off x="4799595" y="4824483"/>
              <a:ext cx="11981298" cy="3449005"/>
            </a:xfrm>
            <a:custGeom>
              <a:avLst/>
              <a:pathLst>
                <a:path w="11981298" h="3449005">
                  <a:moveTo>
                    <a:pt x="0" y="3449005"/>
                  </a:moveTo>
                  <a:lnTo>
                    <a:pt x="1471387" y="3449005"/>
                  </a:lnTo>
                  <a:lnTo>
                    <a:pt x="1472495" y="3448928"/>
                  </a:lnTo>
                  <a:lnTo>
                    <a:pt x="1479786" y="3448378"/>
                  </a:lnTo>
                  <a:lnTo>
                    <a:pt x="1498178" y="3446860"/>
                  </a:lnTo>
                  <a:lnTo>
                    <a:pt x="1531099" y="3443870"/>
                  </a:lnTo>
                  <a:lnTo>
                    <a:pt x="1580243" y="3438941"/>
                  </a:lnTo>
                  <a:lnTo>
                    <a:pt x="1645444" y="3431690"/>
                  </a:lnTo>
                  <a:lnTo>
                    <a:pt x="1724811" y="3421850"/>
                  </a:lnTo>
                  <a:lnTo>
                    <a:pt x="1815149" y="3409282"/>
                  </a:lnTo>
                  <a:lnTo>
                    <a:pt x="1912582" y="3393957"/>
                  </a:lnTo>
                  <a:lnTo>
                    <a:pt x="2013180" y="3375915"/>
                  </a:lnTo>
                  <a:lnTo>
                    <a:pt x="2113461" y="3355216"/>
                  </a:lnTo>
                  <a:lnTo>
                    <a:pt x="2210692" y="3331894"/>
                  </a:lnTo>
                  <a:lnTo>
                    <a:pt x="2302977" y="3305922"/>
                  </a:lnTo>
                  <a:lnTo>
                    <a:pt x="2389204" y="3277190"/>
                  </a:lnTo>
                  <a:lnTo>
                    <a:pt x="2468912" y="3245496"/>
                  </a:lnTo>
                  <a:lnTo>
                    <a:pt x="2542128" y="3210538"/>
                  </a:lnTo>
                  <a:lnTo>
                    <a:pt x="2609221" y="3171928"/>
                  </a:lnTo>
                  <a:lnTo>
                    <a:pt x="2670775" y="3129194"/>
                  </a:lnTo>
                  <a:lnTo>
                    <a:pt x="2727496" y="3081807"/>
                  </a:lnTo>
                  <a:lnTo>
                    <a:pt x="2780141" y="3029217"/>
                  </a:lnTo>
                  <a:lnTo>
                    <a:pt x="2829467" y="2970911"/>
                  </a:lnTo>
                  <a:lnTo>
                    <a:pt x="2876187" y="2906524"/>
                  </a:lnTo>
                  <a:lnTo>
                    <a:pt x="2896531" y="2875533"/>
                  </a:lnTo>
                  <a:lnTo>
                    <a:pt x="2931323" y="2818301"/>
                  </a:lnTo>
                  <a:lnTo>
                    <a:pt x="2965287" y="2757181"/>
                  </a:lnTo>
                  <a:lnTo>
                    <a:pt x="2998633" y="2692095"/>
                  </a:lnTo>
                  <a:lnTo>
                    <a:pt x="3031531" y="2623016"/>
                  </a:lnTo>
                  <a:lnTo>
                    <a:pt x="3064120" y="2549976"/>
                  </a:lnTo>
                  <a:lnTo>
                    <a:pt x="3096512" y="2473073"/>
                  </a:lnTo>
                  <a:lnTo>
                    <a:pt x="3128794" y="2392472"/>
                  </a:lnTo>
                  <a:lnTo>
                    <a:pt x="3161030" y="2308409"/>
                  </a:lnTo>
                  <a:lnTo>
                    <a:pt x="3193267" y="2221191"/>
                  </a:lnTo>
                  <a:lnTo>
                    <a:pt x="3225532" y="2131191"/>
                  </a:lnTo>
                  <a:lnTo>
                    <a:pt x="3257840" y="2038847"/>
                  </a:lnTo>
                  <a:lnTo>
                    <a:pt x="3290194" y="1944653"/>
                  </a:lnTo>
                  <a:lnTo>
                    <a:pt x="3322584" y="1849148"/>
                  </a:lnTo>
                  <a:lnTo>
                    <a:pt x="3354997" y="1752902"/>
                  </a:lnTo>
                  <a:lnTo>
                    <a:pt x="3387416" y="1656506"/>
                  </a:lnTo>
                  <a:lnTo>
                    <a:pt x="3419820" y="1560554"/>
                  </a:lnTo>
                  <a:lnTo>
                    <a:pt x="3452193" y="1465629"/>
                  </a:lnTo>
                  <a:lnTo>
                    <a:pt x="3484524" y="1372288"/>
                  </a:lnTo>
                  <a:lnTo>
                    <a:pt x="3516811" y="1281047"/>
                  </a:lnTo>
                  <a:lnTo>
                    <a:pt x="3549059" y="1192375"/>
                  </a:lnTo>
                  <a:lnTo>
                    <a:pt x="3581291" y="1106679"/>
                  </a:lnTo>
                  <a:lnTo>
                    <a:pt x="3613543" y="1024298"/>
                  </a:lnTo>
                  <a:lnTo>
                    <a:pt x="3645870" y="945506"/>
                  </a:lnTo>
                  <a:lnTo>
                    <a:pt x="3678347" y="870502"/>
                  </a:lnTo>
                  <a:lnTo>
                    <a:pt x="3711074" y="799417"/>
                  </a:lnTo>
                  <a:lnTo>
                    <a:pt x="3744174" y="732317"/>
                  </a:lnTo>
                  <a:lnTo>
                    <a:pt x="3777803" y="669204"/>
                  </a:lnTo>
                  <a:lnTo>
                    <a:pt x="3812149" y="610025"/>
                  </a:lnTo>
                  <a:lnTo>
                    <a:pt x="3829811" y="581645"/>
                  </a:lnTo>
                  <a:lnTo>
                    <a:pt x="3875569" y="514474"/>
                  </a:lnTo>
                  <a:lnTo>
                    <a:pt x="3923639" y="453464"/>
                  </a:lnTo>
                  <a:lnTo>
                    <a:pt x="3974698" y="398359"/>
                  </a:lnTo>
                  <a:lnTo>
                    <a:pt x="4029490" y="348698"/>
                  </a:lnTo>
                  <a:lnTo>
                    <a:pt x="4088777" y="303938"/>
                  </a:lnTo>
                  <a:lnTo>
                    <a:pt x="4153296" y="263535"/>
                  </a:lnTo>
                  <a:lnTo>
                    <a:pt x="4223696" y="226987"/>
                  </a:lnTo>
                  <a:lnTo>
                    <a:pt x="4300456" y="193867"/>
                  </a:lnTo>
                  <a:lnTo>
                    <a:pt x="4383773" y="163833"/>
                  </a:lnTo>
                  <a:lnTo>
                    <a:pt x="4473427" y="136638"/>
                  </a:lnTo>
                  <a:lnTo>
                    <a:pt x="4568618" y="112132"/>
                  </a:lnTo>
                  <a:lnTo>
                    <a:pt x="4667815" y="90251"/>
                  </a:lnTo>
                  <a:lnTo>
                    <a:pt x="4768660" y="71007"/>
                  </a:lnTo>
                  <a:lnTo>
                    <a:pt x="4867986" y="54452"/>
                  </a:lnTo>
                  <a:lnTo>
                    <a:pt x="4962014" y="40642"/>
                  </a:lnTo>
                  <a:lnTo>
                    <a:pt x="5046769" y="29584"/>
                  </a:lnTo>
                  <a:lnTo>
                    <a:pt x="5118669" y="21193"/>
                  </a:lnTo>
                  <a:lnTo>
                    <a:pt x="5175170" y="15260"/>
                  </a:lnTo>
                  <a:lnTo>
                    <a:pt x="5215292" y="11452"/>
                  </a:lnTo>
                  <a:lnTo>
                    <a:pt x="5239896" y="9332"/>
                  </a:lnTo>
                  <a:lnTo>
                    <a:pt x="5251658" y="8409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501" y="8234"/>
                  </a:lnTo>
                  <a:lnTo>
                    <a:pt x="6735114" y="8672"/>
                  </a:lnTo>
                  <a:lnTo>
                    <a:pt x="6754294" y="9884"/>
                  </a:lnTo>
                  <a:lnTo>
                    <a:pt x="6788562" y="12270"/>
                  </a:lnTo>
                  <a:lnTo>
                    <a:pt x="6839587" y="16199"/>
                  </a:lnTo>
                  <a:lnTo>
                    <a:pt x="6907066" y="21972"/>
                  </a:lnTo>
                  <a:lnTo>
                    <a:pt x="6988886" y="29794"/>
                  </a:lnTo>
                  <a:lnTo>
                    <a:pt x="7081609" y="39764"/>
                  </a:lnTo>
                  <a:lnTo>
                    <a:pt x="7181144" y="51899"/>
                  </a:lnTo>
                  <a:lnTo>
                    <a:pt x="7283416" y="66162"/>
                  </a:lnTo>
                  <a:lnTo>
                    <a:pt x="7384884" y="82507"/>
                  </a:lnTo>
                  <a:lnTo>
                    <a:pt x="7482826" y="100912"/>
                  </a:lnTo>
                  <a:lnTo>
                    <a:pt x="7575407" y="121411"/>
                  </a:lnTo>
                  <a:lnTo>
                    <a:pt x="7661606" y="144103"/>
                  </a:lnTo>
                  <a:lnTo>
                    <a:pt x="7741057" y="169168"/>
                  </a:lnTo>
                  <a:lnTo>
                    <a:pt x="7813880" y="196860"/>
                  </a:lnTo>
                  <a:lnTo>
                    <a:pt x="7880523" y="227506"/>
                  </a:lnTo>
                  <a:lnTo>
                    <a:pt x="7941637" y="261496"/>
                  </a:lnTo>
                  <a:lnTo>
                    <a:pt x="7997980" y="299261"/>
                  </a:lnTo>
                  <a:lnTo>
                    <a:pt x="8050350" y="341235"/>
                  </a:lnTo>
                  <a:lnTo>
                    <a:pt x="8099529" y="387804"/>
                  </a:lnTo>
                  <a:lnTo>
                    <a:pt x="8146238" y="439199"/>
                  </a:lnTo>
                  <a:lnTo>
                    <a:pt x="8151487" y="445428"/>
                  </a:lnTo>
                  <a:lnTo>
                    <a:pt x="8190314" y="494394"/>
                  </a:lnTo>
                  <a:lnTo>
                    <a:pt x="8228140" y="547074"/>
                  </a:lnTo>
                  <a:lnTo>
                    <a:pt x="8265246" y="603541"/>
                  </a:lnTo>
                  <a:lnTo>
                    <a:pt x="8301858" y="663806"/>
                  </a:lnTo>
                  <a:lnTo>
                    <a:pt x="8338153" y="727806"/>
                  </a:lnTo>
                  <a:lnTo>
                    <a:pt x="8374268" y="795400"/>
                  </a:lnTo>
                  <a:lnTo>
                    <a:pt x="8410305" y="866363"/>
                  </a:lnTo>
                  <a:lnTo>
                    <a:pt x="8446333" y="940387"/>
                  </a:lnTo>
                  <a:lnTo>
                    <a:pt x="8482396" y="1017081"/>
                  </a:lnTo>
                  <a:lnTo>
                    <a:pt x="8518512" y="1095980"/>
                  </a:lnTo>
                  <a:lnTo>
                    <a:pt x="8554683" y="1176553"/>
                  </a:lnTo>
                  <a:lnTo>
                    <a:pt x="8590896" y="1258217"/>
                  </a:lnTo>
                  <a:lnTo>
                    <a:pt x="8627129" y="1340356"/>
                  </a:lnTo>
                  <a:lnTo>
                    <a:pt x="8663355" y="1422337"/>
                  </a:lnTo>
                  <a:lnTo>
                    <a:pt x="8699550" y="1503534"/>
                  </a:lnTo>
                  <a:lnTo>
                    <a:pt x="8735694" y="1583345"/>
                  </a:lnTo>
                  <a:lnTo>
                    <a:pt x="8771783" y="1661211"/>
                  </a:lnTo>
                  <a:lnTo>
                    <a:pt x="8807825" y="1736632"/>
                  </a:lnTo>
                  <a:lnTo>
                    <a:pt x="8843850" y="1809179"/>
                  </a:lnTo>
                  <a:lnTo>
                    <a:pt x="8879915" y="1878501"/>
                  </a:lnTo>
                  <a:lnTo>
                    <a:pt x="8916105" y="1944332"/>
                  </a:lnTo>
                  <a:lnTo>
                    <a:pt x="8952538" y="2006489"/>
                  </a:lnTo>
                  <a:lnTo>
                    <a:pt x="8989370" y="2064870"/>
                  </a:lnTo>
                  <a:lnTo>
                    <a:pt x="9026803" y="2119450"/>
                  </a:lnTo>
                  <a:lnTo>
                    <a:pt x="9065087" y="2170271"/>
                  </a:lnTo>
                  <a:lnTo>
                    <a:pt x="9084767" y="2194450"/>
                  </a:lnTo>
                  <a:lnTo>
                    <a:pt x="9131233" y="2246404"/>
                  </a:lnTo>
                  <a:lnTo>
                    <a:pt x="9180093" y="2293521"/>
                  </a:lnTo>
                  <a:lnTo>
                    <a:pt x="9232056" y="2336006"/>
                  </a:lnTo>
                  <a:lnTo>
                    <a:pt x="9287901" y="2374234"/>
                  </a:lnTo>
                  <a:lnTo>
                    <a:pt x="9348425" y="2408636"/>
                  </a:lnTo>
                  <a:lnTo>
                    <a:pt x="9414396" y="2439647"/>
                  </a:lnTo>
                  <a:lnTo>
                    <a:pt x="9486480" y="2467661"/>
                  </a:lnTo>
                  <a:lnTo>
                    <a:pt x="9565154" y="2493013"/>
                  </a:lnTo>
                  <a:lnTo>
                    <a:pt x="9650584" y="2515968"/>
                  </a:lnTo>
                  <a:lnTo>
                    <a:pt x="9742469" y="2536713"/>
                  </a:lnTo>
                  <a:lnTo>
                    <a:pt x="9839870" y="2555357"/>
                  </a:lnTo>
                  <a:lnTo>
                    <a:pt x="9941054" y="2571939"/>
                  </a:lnTo>
                  <a:lnTo>
                    <a:pt x="10043400" y="2586444"/>
                  </a:lnTo>
                  <a:lnTo>
                    <a:pt x="10143451" y="2598826"/>
                  </a:lnTo>
                  <a:lnTo>
                    <a:pt x="10237173" y="2609046"/>
                  </a:lnTo>
                  <a:lnTo>
                    <a:pt x="10320442" y="2617112"/>
                  </a:lnTo>
                  <a:lnTo>
                    <a:pt x="10389710" y="2623112"/>
                  </a:lnTo>
                  <a:lnTo>
                    <a:pt x="10442682" y="2627240"/>
                  </a:lnTo>
                  <a:lnTo>
                    <a:pt x="10478831" y="2629786"/>
                  </a:lnTo>
                  <a:lnTo>
                    <a:pt x="10499602" y="2631113"/>
                  </a:lnTo>
                  <a:lnTo>
                    <a:pt x="10508314" y="2631620"/>
                  </a:lnTo>
                  <a:lnTo>
                    <a:pt x="10509911" y="2631705"/>
                  </a:lnTo>
                  <a:lnTo>
                    <a:pt x="11981298" y="2631705"/>
                  </a:lnTo>
                  <a:lnTo>
                    <a:pt x="11981298" y="2623532"/>
                  </a:lnTo>
                  <a:lnTo>
                    <a:pt x="10509911" y="2623532"/>
                  </a:lnTo>
                  <a:lnTo>
                    <a:pt x="10508752" y="2623470"/>
                  </a:lnTo>
                  <a:lnTo>
                    <a:pt x="10501139" y="2623032"/>
                  </a:lnTo>
                  <a:lnTo>
                    <a:pt x="10481959" y="2621820"/>
                  </a:lnTo>
                  <a:lnTo>
                    <a:pt x="10447691" y="2619434"/>
                  </a:lnTo>
                  <a:lnTo>
                    <a:pt x="10396666" y="2615505"/>
                  </a:lnTo>
                  <a:lnTo>
                    <a:pt x="10329188" y="2609732"/>
                  </a:lnTo>
                  <a:lnTo>
                    <a:pt x="10247367" y="2601911"/>
                  </a:lnTo>
                  <a:lnTo>
                    <a:pt x="10154644" y="2591940"/>
                  </a:lnTo>
                  <a:lnTo>
                    <a:pt x="10055109" y="2579806"/>
                  </a:lnTo>
                  <a:lnTo>
                    <a:pt x="9952837" y="2565543"/>
                  </a:lnTo>
                  <a:lnTo>
                    <a:pt x="9851369" y="2549198"/>
                  </a:lnTo>
                  <a:lnTo>
                    <a:pt x="9753428" y="2530792"/>
                  </a:lnTo>
                  <a:lnTo>
                    <a:pt x="9660846" y="2510294"/>
                  </a:lnTo>
                  <a:lnTo>
                    <a:pt x="9574647" y="2487601"/>
                  </a:lnTo>
                  <a:lnTo>
                    <a:pt x="9495196" y="2462537"/>
                  </a:lnTo>
                  <a:lnTo>
                    <a:pt x="9422373" y="2434845"/>
                  </a:lnTo>
                  <a:lnTo>
                    <a:pt x="9355730" y="2404198"/>
                  </a:lnTo>
                  <a:lnTo>
                    <a:pt x="9294616" y="2370208"/>
                  </a:lnTo>
                  <a:lnTo>
                    <a:pt x="9238273" y="2332444"/>
                  </a:lnTo>
                  <a:lnTo>
                    <a:pt x="9185903" y="2290469"/>
                  </a:lnTo>
                  <a:lnTo>
                    <a:pt x="9136725" y="2243901"/>
                  </a:lnTo>
                  <a:lnTo>
                    <a:pt x="9090015" y="2192505"/>
                  </a:lnTo>
                  <a:lnTo>
                    <a:pt x="9084767" y="2186277"/>
                  </a:lnTo>
                  <a:lnTo>
                    <a:pt x="9045939" y="2137310"/>
                  </a:lnTo>
                  <a:lnTo>
                    <a:pt x="9008113" y="2084631"/>
                  </a:lnTo>
                  <a:lnTo>
                    <a:pt x="8971007" y="2028164"/>
                  </a:lnTo>
                  <a:lnTo>
                    <a:pt x="8934396" y="1967898"/>
                  </a:lnTo>
                  <a:lnTo>
                    <a:pt x="8898101" y="1903898"/>
                  </a:lnTo>
                  <a:lnTo>
                    <a:pt x="8861985" y="1836304"/>
                  </a:lnTo>
                  <a:lnTo>
                    <a:pt x="8825948" y="1765341"/>
                  </a:lnTo>
                  <a:lnTo>
                    <a:pt x="8789920" y="1691317"/>
                  </a:lnTo>
                  <a:lnTo>
                    <a:pt x="8753858" y="1614623"/>
                  </a:lnTo>
                  <a:lnTo>
                    <a:pt x="8717741" y="1535724"/>
                  </a:lnTo>
                  <a:lnTo>
                    <a:pt x="8681570" y="1455151"/>
                  </a:lnTo>
                  <a:lnTo>
                    <a:pt x="8645357" y="1373487"/>
                  </a:lnTo>
                  <a:lnTo>
                    <a:pt x="8609124" y="1291349"/>
                  </a:lnTo>
                  <a:lnTo>
                    <a:pt x="8572898" y="1209368"/>
                  </a:lnTo>
                  <a:lnTo>
                    <a:pt x="8536704" y="1128170"/>
                  </a:lnTo>
                  <a:lnTo>
                    <a:pt x="8500559" y="1048359"/>
                  </a:lnTo>
                  <a:lnTo>
                    <a:pt x="8464470" y="970493"/>
                  </a:lnTo>
                  <a:lnTo>
                    <a:pt x="8428429" y="895072"/>
                  </a:lnTo>
                  <a:lnTo>
                    <a:pt x="8392403" y="822526"/>
                  </a:lnTo>
                  <a:lnTo>
                    <a:pt x="8356338" y="753203"/>
                  </a:lnTo>
                  <a:lnTo>
                    <a:pt x="8320148" y="687372"/>
                  </a:lnTo>
                  <a:lnTo>
                    <a:pt x="8283715" y="625215"/>
                  </a:lnTo>
                  <a:lnTo>
                    <a:pt x="8246883" y="566834"/>
                  </a:lnTo>
                  <a:lnTo>
                    <a:pt x="8209450" y="512254"/>
                  </a:lnTo>
                  <a:lnTo>
                    <a:pt x="8171166" y="461433"/>
                  </a:lnTo>
                  <a:lnTo>
                    <a:pt x="8151487" y="437255"/>
                  </a:lnTo>
                  <a:lnTo>
                    <a:pt x="8105020" y="385300"/>
                  </a:lnTo>
                  <a:lnTo>
                    <a:pt x="8056160" y="338184"/>
                  </a:lnTo>
                  <a:lnTo>
                    <a:pt x="8004197" y="295698"/>
                  </a:lnTo>
                  <a:lnTo>
                    <a:pt x="7948352" y="257471"/>
                  </a:lnTo>
                  <a:lnTo>
                    <a:pt x="7887828" y="223069"/>
                  </a:lnTo>
                  <a:lnTo>
                    <a:pt x="7821857" y="192058"/>
                  </a:lnTo>
                  <a:lnTo>
                    <a:pt x="7749773" y="164044"/>
                  </a:lnTo>
                  <a:lnTo>
                    <a:pt x="7671099" y="138691"/>
                  </a:lnTo>
                  <a:lnTo>
                    <a:pt x="7585669" y="115736"/>
                  </a:lnTo>
                  <a:lnTo>
                    <a:pt x="7493784" y="94992"/>
                  </a:lnTo>
                  <a:lnTo>
                    <a:pt x="7396383" y="76348"/>
                  </a:lnTo>
                  <a:lnTo>
                    <a:pt x="7295200" y="59765"/>
                  </a:lnTo>
                  <a:lnTo>
                    <a:pt x="7192854" y="45260"/>
                  </a:lnTo>
                  <a:lnTo>
                    <a:pt x="7092802" y="32878"/>
                  </a:lnTo>
                  <a:lnTo>
                    <a:pt x="6999081" y="22658"/>
                  </a:lnTo>
                  <a:lnTo>
                    <a:pt x="6915811" y="14593"/>
                  </a:lnTo>
                  <a:lnTo>
                    <a:pt x="6846543" y="8592"/>
                  </a:lnTo>
                  <a:lnTo>
                    <a:pt x="6793571" y="4464"/>
                  </a:lnTo>
                  <a:lnTo>
                    <a:pt x="6757422" y="1919"/>
                  </a:lnTo>
                  <a:lnTo>
                    <a:pt x="6736651" y="592"/>
                  </a:lnTo>
                  <a:lnTo>
                    <a:pt x="6727939" y="85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847" y="77"/>
                  </a:lnTo>
                  <a:lnTo>
                    <a:pt x="5246556" y="626"/>
                  </a:lnTo>
                  <a:lnTo>
                    <a:pt x="5228164" y="2145"/>
                  </a:lnTo>
                  <a:lnTo>
                    <a:pt x="5195243" y="5135"/>
                  </a:lnTo>
                  <a:lnTo>
                    <a:pt x="5146099" y="10063"/>
                  </a:lnTo>
                  <a:lnTo>
                    <a:pt x="5080898" y="17314"/>
                  </a:lnTo>
                  <a:lnTo>
                    <a:pt x="5001531" y="27155"/>
                  </a:lnTo>
                  <a:lnTo>
                    <a:pt x="4911193" y="39723"/>
                  </a:lnTo>
                  <a:lnTo>
                    <a:pt x="4813760" y="55048"/>
                  </a:lnTo>
                  <a:lnTo>
                    <a:pt x="4713162" y="73089"/>
                  </a:lnTo>
                  <a:lnTo>
                    <a:pt x="4612881" y="93788"/>
                  </a:lnTo>
                  <a:lnTo>
                    <a:pt x="4515650" y="117110"/>
                  </a:lnTo>
                  <a:lnTo>
                    <a:pt x="4423365" y="143082"/>
                  </a:lnTo>
                  <a:lnTo>
                    <a:pt x="4337138" y="171814"/>
                  </a:lnTo>
                  <a:lnTo>
                    <a:pt x="4257431" y="203509"/>
                  </a:lnTo>
                  <a:lnTo>
                    <a:pt x="4184214" y="238466"/>
                  </a:lnTo>
                  <a:lnTo>
                    <a:pt x="4117121" y="277076"/>
                  </a:lnTo>
                  <a:lnTo>
                    <a:pt x="4055567" y="319810"/>
                  </a:lnTo>
                  <a:lnTo>
                    <a:pt x="3998846" y="367197"/>
                  </a:lnTo>
                  <a:lnTo>
                    <a:pt x="3946202" y="419788"/>
                  </a:lnTo>
                  <a:lnTo>
                    <a:pt x="3896875" y="478093"/>
                  </a:lnTo>
                  <a:lnTo>
                    <a:pt x="3850155" y="542480"/>
                  </a:lnTo>
                  <a:lnTo>
                    <a:pt x="3829811" y="573472"/>
                  </a:lnTo>
                  <a:lnTo>
                    <a:pt x="3795019" y="630704"/>
                  </a:lnTo>
                  <a:lnTo>
                    <a:pt x="3761055" y="691823"/>
                  </a:lnTo>
                  <a:lnTo>
                    <a:pt x="3727709" y="756909"/>
                  </a:lnTo>
                  <a:lnTo>
                    <a:pt x="3694811" y="825989"/>
                  </a:lnTo>
                  <a:lnTo>
                    <a:pt x="3662222" y="899029"/>
                  </a:lnTo>
                  <a:lnTo>
                    <a:pt x="3629830" y="975931"/>
                  </a:lnTo>
                  <a:lnTo>
                    <a:pt x="3597548" y="1056532"/>
                  </a:lnTo>
                  <a:lnTo>
                    <a:pt x="3565312" y="1140595"/>
                  </a:lnTo>
                  <a:lnTo>
                    <a:pt x="3533076" y="1227814"/>
                  </a:lnTo>
                  <a:lnTo>
                    <a:pt x="3500810" y="1317814"/>
                  </a:lnTo>
                  <a:lnTo>
                    <a:pt x="3468502" y="1410157"/>
                  </a:lnTo>
                  <a:lnTo>
                    <a:pt x="3436149" y="1504351"/>
                  </a:lnTo>
                  <a:lnTo>
                    <a:pt x="3403758" y="1599857"/>
                  </a:lnTo>
                  <a:lnTo>
                    <a:pt x="3371345" y="1696103"/>
                  </a:lnTo>
                  <a:lnTo>
                    <a:pt x="3338927" y="1792499"/>
                  </a:lnTo>
                  <a:lnTo>
                    <a:pt x="3306523" y="1888450"/>
                  </a:lnTo>
                  <a:lnTo>
                    <a:pt x="3274149" y="1983375"/>
                  </a:lnTo>
                  <a:lnTo>
                    <a:pt x="3241818" y="2076717"/>
                  </a:lnTo>
                  <a:lnTo>
                    <a:pt x="3209532" y="2167957"/>
                  </a:lnTo>
                  <a:lnTo>
                    <a:pt x="3177283" y="2256629"/>
                  </a:lnTo>
                  <a:lnTo>
                    <a:pt x="3145051" y="2342326"/>
                  </a:lnTo>
                  <a:lnTo>
                    <a:pt x="3112799" y="2424706"/>
                  </a:lnTo>
                  <a:lnTo>
                    <a:pt x="3080472" y="2503499"/>
                  </a:lnTo>
                  <a:lnTo>
                    <a:pt x="3047995" y="2578503"/>
                  </a:lnTo>
                  <a:lnTo>
                    <a:pt x="3015268" y="2649587"/>
                  </a:lnTo>
                  <a:lnTo>
                    <a:pt x="2982168" y="2716687"/>
                  </a:lnTo>
                  <a:lnTo>
                    <a:pt x="2948539" y="2779800"/>
                  </a:lnTo>
                  <a:lnTo>
                    <a:pt x="2914193" y="2838980"/>
                  </a:lnTo>
                  <a:lnTo>
                    <a:pt x="2896531" y="2867360"/>
                  </a:lnTo>
                  <a:lnTo>
                    <a:pt x="2850773" y="2934530"/>
                  </a:lnTo>
                  <a:lnTo>
                    <a:pt x="2802703" y="2995541"/>
                  </a:lnTo>
                  <a:lnTo>
                    <a:pt x="2751644" y="3050645"/>
                  </a:lnTo>
                  <a:lnTo>
                    <a:pt x="2696852" y="3100306"/>
                  </a:lnTo>
                  <a:lnTo>
                    <a:pt x="2637565" y="3145066"/>
                  </a:lnTo>
                  <a:lnTo>
                    <a:pt x="2573046" y="3185470"/>
                  </a:lnTo>
                  <a:lnTo>
                    <a:pt x="2502646" y="3222017"/>
                  </a:lnTo>
                  <a:lnTo>
                    <a:pt x="2425886" y="3255137"/>
                  </a:lnTo>
                  <a:lnTo>
                    <a:pt x="2342569" y="3285171"/>
                  </a:lnTo>
                  <a:lnTo>
                    <a:pt x="2252915" y="3312366"/>
                  </a:lnTo>
                  <a:lnTo>
                    <a:pt x="2157725" y="3336873"/>
                  </a:lnTo>
                  <a:lnTo>
                    <a:pt x="2058527" y="3358753"/>
                  </a:lnTo>
                  <a:lnTo>
                    <a:pt x="1957682" y="3377998"/>
                  </a:lnTo>
                  <a:lnTo>
                    <a:pt x="1858356" y="3394552"/>
                  </a:lnTo>
                  <a:lnTo>
                    <a:pt x="1764328" y="3408362"/>
                  </a:lnTo>
                  <a:lnTo>
                    <a:pt x="1679573" y="3419420"/>
                  </a:lnTo>
                  <a:lnTo>
                    <a:pt x="1607673" y="3427811"/>
                  </a:lnTo>
                  <a:lnTo>
                    <a:pt x="1551172" y="3433744"/>
                  </a:lnTo>
                  <a:lnTo>
                    <a:pt x="1511050" y="3437553"/>
                  </a:lnTo>
                  <a:lnTo>
                    <a:pt x="1486446" y="3439672"/>
                  </a:lnTo>
                  <a:lnTo>
                    <a:pt x="1474685" y="3440595"/>
                  </a:lnTo>
                  <a:lnTo>
                    <a:pt x="1471387" y="3440832"/>
                  </a:lnTo>
                  <a:lnTo>
                    <a:pt x="0" y="3440832"/>
                  </a:lnTo>
                  <a:close/>
                </a:path>
              </a:pathLst>
            </a:custGeom>
            <a:solidFill>
              <a:srgbClr val="67C1B3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152" name="pl1152"/>
            <p:cNvSpPr/>
            <p:nvPr/>
          </p:nvSpPr>
          <p:spPr>
            <a:xfrm>
              <a:off x="4799595" y="4832656"/>
              <a:ext cx="11981298" cy="3440832"/>
            </a:xfrm>
            <a:custGeom>
              <a:avLst/>
              <a:pathLst>
                <a:path w="11981298" h="3440832">
                  <a:moveTo>
                    <a:pt x="0" y="3440832"/>
                  </a:moveTo>
                  <a:lnTo>
                    <a:pt x="1471387" y="3440832"/>
                  </a:lnTo>
                  <a:lnTo>
                    <a:pt x="1472495" y="3440755"/>
                  </a:lnTo>
                  <a:lnTo>
                    <a:pt x="1479786" y="3440205"/>
                  </a:lnTo>
                  <a:lnTo>
                    <a:pt x="1498178" y="3438687"/>
                  </a:lnTo>
                  <a:lnTo>
                    <a:pt x="1531099" y="3435697"/>
                  </a:lnTo>
                  <a:lnTo>
                    <a:pt x="1580243" y="3430768"/>
                  </a:lnTo>
                  <a:lnTo>
                    <a:pt x="1645444" y="3423517"/>
                  </a:lnTo>
                  <a:lnTo>
                    <a:pt x="1724811" y="3413677"/>
                  </a:lnTo>
                  <a:lnTo>
                    <a:pt x="1815149" y="3401109"/>
                  </a:lnTo>
                  <a:lnTo>
                    <a:pt x="1912582" y="3385784"/>
                  </a:lnTo>
                  <a:lnTo>
                    <a:pt x="2013180" y="3367742"/>
                  </a:lnTo>
                  <a:lnTo>
                    <a:pt x="2113461" y="3347043"/>
                  </a:lnTo>
                  <a:lnTo>
                    <a:pt x="2210692" y="3323721"/>
                  </a:lnTo>
                  <a:lnTo>
                    <a:pt x="2302977" y="3297749"/>
                  </a:lnTo>
                  <a:lnTo>
                    <a:pt x="2389204" y="3269017"/>
                  </a:lnTo>
                  <a:lnTo>
                    <a:pt x="2468912" y="3237323"/>
                  </a:lnTo>
                  <a:lnTo>
                    <a:pt x="2542128" y="3202365"/>
                  </a:lnTo>
                  <a:lnTo>
                    <a:pt x="2609221" y="3163755"/>
                  </a:lnTo>
                  <a:lnTo>
                    <a:pt x="2670775" y="3121021"/>
                  </a:lnTo>
                  <a:lnTo>
                    <a:pt x="2727496" y="3073634"/>
                  </a:lnTo>
                  <a:lnTo>
                    <a:pt x="2780141" y="3021044"/>
                  </a:lnTo>
                  <a:lnTo>
                    <a:pt x="2829467" y="2962738"/>
                  </a:lnTo>
                  <a:lnTo>
                    <a:pt x="2876187" y="2898351"/>
                  </a:lnTo>
                  <a:lnTo>
                    <a:pt x="2896531" y="2867360"/>
                  </a:lnTo>
                  <a:lnTo>
                    <a:pt x="2931323" y="2810128"/>
                  </a:lnTo>
                  <a:lnTo>
                    <a:pt x="2965287" y="2749008"/>
                  </a:lnTo>
                  <a:lnTo>
                    <a:pt x="2998633" y="2683922"/>
                  </a:lnTo>
                  <a:lnTo>
                    <a:pt x="3031531" y="2614843"/>
                  </a:lnTo>
                  <a:lnTo>
                    <a:pt x="3064120" y="2541803"/>
                  </a:lnTo>
                  <a:lnTo>
                    <a:pt x="3096512" y="2464900"/>
                  </a:lnTo>
                  <a:lnTo>
                    <a:pt x="3128794" y="2384299"/>
                  </a:lnTo>
                  <a:lnTo>
                    <a:pt x="3161030" y="2300236"/>
                  </a:lnTo>
                  <a:lnTo>
                    <a:pt x="3193267" y="2213018"/>
                  </a:lnTo>
                  <a:lnTo>
                    <a:pt x="3225532" y="2123018"/>
                  </a:lnTo>
                  <a:lnTo>
                    <a:pt x="3257840" y="2030674"/>
                  </a:lnTo>
                  <a:lnTo>
                    <a:pt x="3290194" y="1936480"/>
                  </a:lnTo>
                  <a:lnTo>
                    <a:pt x="3322584" y="1840975"/>
                  </a:lnTo>
                  <a:lnTo>
                    <a:pt x="3354997" y="1744729"/>
                  </a:lnTo>
                  <a:lnTo>
                    <a:pt x="3387416" y="1648333"/>
                  </a:lnTo>
                  <a:lnTo>
                    <a:pt x="3419820" y="1552381"/>
                  </a:lnTo>
                  <a:lnTo>
                    <a:pt x="3452193" y="1457456"/>
                  </a:lnTo>
                  <a:lnTo>
                    <a:pt x="3484524" y="1364115"/>
                  </a:lnTo>
                  <a:lnTo>
                    <a:pt x="3516811" y="1272874"/>
                  </a:lnTo>
                  <a:lnTo>
                    <a:pt x="3549059" y="1184202"/>
                  </a:lnTo>
                  <a:lnTo>
                    <a:pt x="3581291" y="1098506"/>
                  </a:lnTo>
                  <a:lnTo>
                    <a:pt x="3613543" y="1016125"/>
                  </a:lnTo>
                  <a:lnTo>
                    <a:pt x="3645870" y="937333"/>
                  </a:lnTo>
                  <a:lnTo>
                    <a:pt x="3678347" y="862329"/>
                  </a:lnTo>
                  <a:lnTo>
                    <a:pt x="3711074" y="791244"/>
                  </a:lnTo>
                  <a:lnTo>
                    <a:pt x="3744174" y="724144"/>
                  </a:lnTo>
                  <a:lnTo>
                    <a:pt x="3777803" y="661031"/>
                  </a:lnTo>
                  <a:lnTo>
                    <a:pt x="3812149" y="601852"/>
                  </a:lnTo>
                  <a:lnTo>
                    <a:pt x="3829811" y="573472"/>
                  </a:lnTo>
                  <a:lnTo>
                    <a:pt x="3875569" y="506301"/>
                  </a:lnTo>
                  <a:lnTo>
                    <a:pt x="3923639" y="445291"/>
                  </a:lnTo>
                  <a:lnTo>
                    <a:pt x="3974698" y="390186"/>
                  </a:lnTo>
                  <a:lnTo>
                    <a:pt x="4029490" y="340525"/>
                  </a:lnTo>
                  <a:lnTo>
                    <a:pt x="4088777" y="295765"/>
                  </a:lnTo>
                  <a:lnTo>
                    <a:pt x="4153296" y="255362"/>
                  </a:lnTo>
                  <a:lnTo>
                    <a:pt x="4223696" y="218814"/>
                  </a:lnTo>
                  <a:lnTo>
                    <a:pt x="4300456" y="185694"/>
                  </a:lnTo>
                  <a:lnTo>
                    <a:pt x="4383773" y="155660"/>
                  </a:lnTo>
                  <a:lnTo>
                    <a:pt x="4473427" y="128465"/>
                  </a:lnTo>
                  <a:lnTo>
                    <a:pt x="4568618" y="103959"/>
                  </a:lnTo>
                  <a:lnTo>
                    <a:pt x="4667815" y="82078"/>
                  </a:lnTo>
                  <a:lnTo>
                    <a:pt x="4768660" y="62834"/>
                  </a:lnTo>
                  <a:lnTo>
                    <a:pt x="4867986" y="46279"/>
                  </a:lnTo>
                  <a:lnTo>
                    <a:pt x="4962014" y="32469"/>
                  </a:lnTo>
                  <a:lnTo>
                    <a:pt x="5046769" y="21411"/>
                  </a:lnTo>
                  <a:lnTo>
                    <a:pt x="5118669" y="13020"/>
                  </a:lnTo>
                  <a:lnTo>
                    <a:pt x="5175170" y="7087"/>
                  </a:lnTo>
                  <a:lnTo>
                    <a:pt x="5215292" y="3279"/>
                  </a:lnTo>
                  <a:lnTo>
                    <a:pt x="5239896" y="1159"/>
                  </a:lnTo>
                  <a:lnTo>
                    <a:pt x="5251658" y="236"/>
                  </a:lnTo>
                  <a:lnTo>
                    <a:pt x="5254851" y="6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501" y="61"/>
                  </a:lnTo>
                  <a:lnTo>
                    <a:pt x="6735114" y="499"/>
                  </a:lnTo>
                  <a:lnTo>
                    <a:pt x="6754294" y="1711"/>
                  </a:lnTo>
                  <a:lnTo>
                    <a:pt x="6788562" y="4097"/>
                  </a:lnTo>
                  <a:lnTo>
                    <a:pt x="6839587" y="8026"/>
                  </a:lnTo>
                  <a:lnTo>
                    <a:pt x="6907066" y="13799"/>
                  </a:lnTo>
                  <a:lnTo>
                    <a:pt x="6988886" y="21621"/>
                  </a:lnTo>
                  <a:lnTo>
                    <a:pt x="7081609" y="31591"/>
                  </a:lnTo>
                  <a:lnTo>
                    <a:pt x="7181144" y="43726"/>
                  </a:lnTo>
                  <a:lnTo>
                    <a:pt x="7283416" y="57989"/>
                  </a:lnTo>
                  <a:lnTo>
                    <a:pt x="7384884" y="74334"/>
                  </a:lnTo>
                  <a:lnTo>
                    <a:pt x="7482826" y="92739"/>
                  </a:lnTo>
                  <a:lnTo>
                    <a:pt x="7575407" y="113238"/>
                  </a:lnTo>
                  <a:lnTo>
                    <a:pt x="7661606" y="135930"/>
                  </a:lnTo>
                  <a:lnTo>
                    <a:pt x="7741057" y="160995"/>
                  </a:lnTo>
                  <a:lnTo>
                    <a:pt x="7813880" y="188687"/>
                  </a:lnTo>
                  <a:lnTo>
                    <a:pt x="7880523" y="219333"/>
                  </a:lnTo>
                  <a:lnTo>
                    <a:pt x="7941637" y="253323"/>
                  </a:lnTo>
                  <a:lnTo>
                    <a:pt x="7997980" y="291088"/>
                  </a:lnTo>
                  <a:lnTo>
                    <a:pt x="8050350" y="333062"/>
                  </a:lnTo>
                  <a:lnTo>
                    <a:pt x="8099529" y="379631"/>
                  </a:lnTo>
                  <a:lnTo>
                    <a:pt x="8146238" y="431026"/>
                  </a:lnTo>
                  <a:lnTo>
                    <a:pt x="8151487" y="437255"/>
                  </a:lnTo>
                  <a:lnTo>
                    <a:pt x="8190314" y="486221"/>
                  </a:lnTo>
                  <a:lnTo>
                    <a:pt x="8228140" y="538901"/>
                  </a:lnTo>
                  <a:lnTo>
                    <a:pt x="8265246" y="595368"/>
                  </a:lnTo>
                  <a:lnTo>
                    <a:pt x="8301858" y="655633"/>
                  </a:lnTo>
                  <a:lnTo>
                    <a:pt x="8338153" y="719633"/>
                  </a:lnTo>
                  <a:lnTo>
                    <a:pt x="8374268" y="787227"/>
                  </a:lnTo>
                  <a:lnTo>
                    <a:pt x="8410305" y="858190"/>
                  </a:lnTo>
                  <a:lnTo>
                    <a:pt x="8446333" y="932214"/>
                  </a:lnTo>
                  <a:lnTo>
                    <a:pt x="8482396" y="1008908"/>
                  </a:lnTo>
                  <a:lnTo>
                    <a:pt x="8518512" y="1087807"/>
                  </a:lnTo>
                  <a:lnTo>
                    <a:pt x="8554683" y="1168380"/>
                  </a:lnTo>
                  <a:lnTo>
                    <a:pt x="8590896" y="1250044"/>
                  </a:lnTo>
                  <a:lnTo>
                    <a:pt x="8627129" y="1332183"/>
                  </a:lnTo>
                  <a:lnTo>
                    <a:pt x="8663355" y="1414164"/>
                  </a:lnTo>
                  <a:lnTo>
                    <a:pt x="8699550" y="1495361"/>
                  </a:lnTo>
                  <a:lnTo>
                    <a:pt x="8735694" y="1575172"/>
                  </a:lnTo>
                  <a:lnTo>
                    <a:pt x="8771783" y="1653038"/>
                  </a:lnTo>
                  <a:lnTo>
                    <a:pt x="8807825" y="1728459"/>
                  </a:lnTo>
                  <a:lnTo>
                    <a:pt x="8843850" y="1801006"/>
                  </a:lnTo>
                  <a:lnTo>
                    <a:pt x="8879915" y="1870328"/>
                  </a:lnTo>
                  <a:lnTo>
                    <a:pt x="8916105" y="1936159"/>
                  </a:lnTo>
                  <a:lnTo>
                    <a:pt x="8952538" y="1998316"/>
                  </a:lnTo>
                  <a:lnTo>
                    <a:pt x="8989370" y="2056697"/>
                  </a:lnTo>
                  <a:lnTo>
                    <a:pt x="9026803" y="2111277"/>
                  </a:lnTo>
                  <a:lnTo>
                    <a:pt x="9065087" y="2162098"/>
                  </a:lnTo>
                  <a:lnTo>
                    <a:pt x="9084767" y="2186277"/>
                  </a:lnTo>
                  <a:lnTo>
                    <a:pt x="9131233" y="2238231"/>
                  </a:lnTo>
                  <a:lnTo>
                    <a:pt x="9180093" y="2285348"/>
                  </a:lnTo>
                  <a:lnTo>
                    <a:pt x="9232056" y="2327833"/>
                  </a:lnTo>
                  <a:lnTo>
                    <a:pt x="9287901" y="2366061"/>
                  </a:lnTo>
                  <a:lnTo>
                    <a:pt x="9348425" y="2400463"/>
                  </a:lnTo>
                  <a:lnTo>
                    <a:pt x="9414396" y="2431474"/>
                  </a:lnTo>
                  <a:lnTo>
                    <a:pt x="9486480" y="2459488"/>
                  </a:lnTo>
                  <a:lnTo>
                    <a:pt x="9565154" y="2484840"/>
                  </a:lnTo>
                  <a:lnTo>
                    <a:pt x="9650584" y="2507795"/>
                  </a:lnTo>
                  <a:lnTo>
                    <a:pt x="9742469" y="2528540"/>
                  </a:lnTo>
                  <a:lnTo>
                    <a:pt x="9839870" y="2547184"/>
                  </a:lnTo>
                  <a:lnTo>
                    <a:pt x="9941054" y="2563766"/>
                  </a:lnTo>
                  <a:lnTo>
                    <a:pt x="10043400" y="2578271"/>
                  </a:lnTo>
                  <a:lnTo>
                    <a:pt x="10143451" y="2590653"/>
                  </a:lnTo>
                  <a:lnTo>
                    <a:pt x="10237173" y="2600873"/>
                  </a:lnTo>
                  <a:lnTo>
                    <a:pt x="10320442" y="2608939"/>
                  </a:lnTo>
                  <a:lnTo>
                    <a:pt x="10389710" y="2614939"/>
                  </a:lnTo>
                  <a:lnTo>
                    <a:pt x="10442682" y="2619067"/>
                  </a:lnTo>
                  <a:lnTo>
                    <a:pt x="10478831" y="2621613"/>
                  </a:lnTo>
                  <a:lnTo>
                    <a:pt x="10499602" y="2622940"/>
                  </a:lnTo>
                  <a:lnTo>
                    <a:pt x="10508314" y="2623447"/>
                  </a:lnTo>
                  <a:lnTo>
                    <a:pt x="10509909" y="2623532"/>
                  </a:lnTo>
                  <a:lnTo>
                    <a:pt x="10509911" y="2623532"/>
                  </a:lnTo>
                  <a:lnTo>
                    <a:pt x="11981298" y="262353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53" name="pl1153"/>
            <p:cNvSpPr/>
            <p:nvPr/>
          </p:nvSpPr>
          <p:spPr>
            <a:xfrm>
              <a:off x="4799595" y="4824483"/>
              <a:ext cx="11981298" cy="3440832"/>
            </a:xfrm>
            <a:custGeom>
              <a:avLst/>
              <a:pathLst>
                <a:path w="11981298" h="3440832">
                  <a:moveTo>
                    <a:pt x="11981298" y="2623532"/>
                  </a:moveTo>
                  <a:lnTo>
                    <a:pt x="10509911" y="2623532"/>
                  </a:lnTo>
                  <a:lnTo>
                    <a:pt x="10508752" y="2623470"/>
                  </a:lnTo>
                  <a:lnTo>
                    <a:pt x="10501139" y="2623032"/>
                  </a:lnTo>
                  <a:lnTo>
                    <a:pt x="10481959" y="2621820"/>
                  </a:lnTo>
                  <a:lnTo>
                    <a:pt x="10447691" y="2619434"/>
                  </a:lnTo>
                  <a:lnTo>
                    <a:pt x="10396666" y="2615505"/>
                  </a:lnTo>
                  <a:lnTo>
                    <a:pt x="10329188" y="2609732"/>
                  </a:lnTo>
                  <a:lnTo>
                    <a:pt x="10247367" y="2601911"/>
                  </a:lnTo>
                  <a:lnTo>
                    <a:pt x="10154644" y="2591940"/>
                  </a:lnTo>
                  <a:lnTo>
                    <a:pt x="10055109" y="2579806"/>
                  </a:lnTo>
                  <a:lnTo>
                    <a:pt x="9952837" y="2565543"/>
                  </a:lnTo>
                  <a:lnTo>
                    <a:pt x="9851369" y="2549198"/>
                  </a:lnTo>
                  <a:lnTo>
                    <a:pt x="9753428" y="2530792"/>
                  </a:lnTo>
                  <a:lnTo>
                    <a:pt x="9660846" y="2510294"/>
                  </a:lnTo>
                  <a:lnTo>
                    <a:pt x="9574647" y="2487601"/>
                  </a:lnTo>
                  <a:lnTo>
                    <a:pt x="9495196" y="2462537"/>
                  </a:lnTo>
                  <a:lnTo>
                    <a:pt x="9422373" y="2434845"/>
                  </a:lnTo>
                  <a:lnTo>
                    <a:pt x="9355730" y="2404198"/>
                  </a:lnTo>
                  <a:lnTo>
                    <a:pt x="9294616" y="2370208"/>
                  </a:lnTo>
                  <a:lnTo>
                    <a:pt x="9238273" y="2332444"/>
                  </a:lnTo>
                  <a:lnTo>
                    <a:pt x="9185903" y="2290469"/>
                  </a:lnTo>
                  <a:lnTo>
                    <a:pt x="9136725" y="2243901"/>
                  </a:lnTo>
                  <a:lnTo>
                    <a:pt x="9090015" y="2192505"/>
                  </a:lnTo>
                  <a:lnTo>
                    <a:pt x="9084767" y="2186277"/>
                  </a:lnTo>
                  <a:lnTo>
                    <a:pt x="9045939" y="2137310"/>
                  </a:lnTo>
                  <a:lnTo>
                    <a:pt x="9008113" y="2084631"/>
                  </a:lnTo>
                  <a:lnTo>
                    <a:pt x="8971007" y="2028164"/>
                  </a:lnTo>
                  <a:lnTo>
                    <a:pt x="8934396" y="1967898"/>
                  </a:lnTo>
                  <a:lnTo>
                    <a:pt x="8898101" y="1903898"/>
                  </a:lnTo>
                  <a:lnTo>
                    <a:pt x="8861985" y="1836304"/>
                  </a:lnTo>
                  <a:lnTo>
                    <a:pt x="8825948" y="1765341"/>
                  </a:lnTo>
                  <a:lnTo>
                    <a:pt x="8789920" y="1691317"/>
                  </a:lnTo>
                  <a:lnTo>
                    <a:pt x="8753858" y="1614623"/>
                  </a:lnTo>
                  <a:lnTo>
                    <a:pt x="8717741" y="1535724"/>
                  </a:lnTo>
                  <a:lnTo>
                    <a:pt x="8681570" y="1455151"/>
                  </a:lnTo>
                  <a:lnTo>
                    <a:pt x="8645357" y="1373487"/>
                  </a:lnTo>
                  <a:lnTo>
                    <a:pt x="8609124" y="1291349"/>
                  </a:lnTo>
                  <a:lnTo>
                    <a:pt x="8572898" y="1209368"/>
                  </a:lnTo>
                  <a:lnTo>
                    <a:pt x="8536704" y="1128170"/>
                  </a:lnTo>
                  <a:lnTo>
                    <a:pt x="8500559" y="1048359"/>
                  </a:lnTo>
                  <a:lnTo>
                    <a:pt x="8464470" y="970493"/>
                  </a:lnTo>
                  <a:lnTo>
                    <a:pt x="8428429" y="895072"/>
                  </a:lnTo>
                  <a:lnTo>
                    <a:pt x="8392403" y="822526"/>
                  </a:lnTo>
                  <a:lnTo>
                    <a:pt x="8356338" y="753203"/>
                  </a:lnTo>
                  <a:lnTo>
                    <a:pt x="8320148" y="687372"/>
                  </a:lnTo>
                  <a:lnTo>
                    <a:pt x="8283715" y="625215"/>
                  </a:lnTo>
                  <a:lnTo>
                    <a:pt x="8246883" y="566834"/>
                  </a:lnTo>
                  <a:lnTo>
                    <a:pt x="8209450" y="512254"/>
                  </a:lnTo>
                  <a:lnTo>
                    <a:pt x="8171166" y="461433"/>
                  </a:lnTo>
                  <a:lnTo>
                    <a:pt x="8151487" y="437255"/>
                  </a:lnTo>
                  <a:lnTo>
                    <a:pt x="8105020" y="385300"/>
                  </a:lnTo>
                  <a:lnTo>
                    <a:pt x="8056160" y="338184"/>
                  </a:lnTo>
                  <a:lnTo>
                    <a:pt x="8004197" y="295698"/>
                  </a:lnTo>
                  <a:lnTo>
                    <a:pt x="7948352" y="257471"/>
                  </a:lnTo>
                  <a:lnTo>
                    <a:pt x="7887828" y="223069"/>
                  </a:lnTo>
                  <a:lnTo>
                    <a:pt x="7821857" y="192058"/>
                  </a:lnTo>
                  <a:lnTo>
                    <a:pt x="7749773" y="164044"/>
                  </a:lnTo>
                  <a:lnTo>
                    <a:pt x="7671099" y="138691"/>
                  </a:lnTo>
                  <a:lnTo>
                    <a:pt x="7585669" y="115736"/>
                  </a:lnTo>
                  <a:lnTo>
                    <a:pt x="7493784" y="94992"/>
                  </a:lnTo>
                  <a:lnTo>
                    <a:pt x="7396383" y="76348"/>
                  </a:lnTo>
                  <a:lnTo>
                    <a:pt x="7295200" y="59765"/>
                  </a:lnTo>
                  <a:lnTo>
                    <a:pt x="7192854" y="45260"/>
                  </a:lnTo>
                  <a:lnTo>
                    <a:pt x="7092802" y="32878"/>
                  </a:lnTo>
                  <a:lnTo>
                    <a:pt x="6999081" y="22658"/>
                  </a:lnTo>
                  <a:lnTo>
                    <a:pt x="6915811" y="14593"/>
                  </a:lnTo>
                  <a:lnTo>
                    <a:pt x="6846543" y="8592"/>
                  </a:lnTo>
                  <a:lnTo>
                    <a:pt x="6793571" y="4464"/>
                  </a:lnTo>
                  <a:lnTo>
                    <a:pt x="6757422" y="1919"/>
                  </a:lnTo>
                  <a:lnTo>
                    <a:pt x="6736651" y="592"/>
                  </a:lnTo>
                  <a:lnTo>
                    <a:pt x="6727939" y="85"/>
                  </a:lnTo>
                  <a:lnTo>
                    <a:pt x="6726344" y="0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847" y="77"/>
                  </a:lnTo>
                  <a:lnTo>
                    <a:pt x="5246556" y="626"/>
                  </a:lnTo>
                  <a:lnTo>
                    <a:pt x="5228164" y="2145"/>
                  </a:lnTo>
                  <a:lnTo>
                    <a:pt x="5195243" y="5135"/>
                  </a:lnTo>
                  <a:lnTo>
                    <a:pt x="5146099" y="10063"/>
                  </a:lnTo>
                  <a:lnTo>
                    <a:pt x="5080898" y="17314"/>
                  </a:lnTo>
                  <a:lnTo>
                    <a:pt x="5001531" y="27155"/>
                  </a:lnTo>
                  <a:lnTo>
                    <a:pt x="4911193" y="39723"/>
                  </a:lnTo>
                  <a:lnTo>
                    <a:pt x="4813760" y="55048"/>
                  </a:lnTo>
                  <a:lnTo>
                    <a:pt x="4713162" y="73089"/>
                  </a:lnTo>
                  <a:lnTo>
                    <a:pt x="4612881" y="93788"/>
                  </a:lnTo>
                  <a:lnTo>
                    <a:pt x="4515650" y="117110"/>
                  </a:lnTo>
                  <a:lnTo>
                    <a:pt x="4423365" y="143082"/>
                  </a:lnTo>
                  <a:lnTo>
                    <a:pt x="4337138" y="171814"/>
                  </a:lnTo>
                  <a:lnTo>
                    <a:pt x="4257431" y="203509"/>
                  </a:lnTo>
                  <a:lnTo>
                    <a:pt x="4184214" y="238466"/>
                  </a:lnTo>
                  <a:lnTo>
                    <a:pt x="4117121" y="277076"/>
                  </a:lnTo>
                  <a:lnTo>
                    <a:pt x="4055567" y="319810"/>
                  </a:lnTo>
                  <a:lnTo>
                    <a:pt x="3998846" y="367197"/>
                  </a:lnTo>
                  <a:lnTo>
                    <a:pt x="3946202" y="419788"/>
                  </a:lnTo>
                  <a:lnTo>
                    <a:pt x="3896875" y="478093"/>
                  </a:lnTo>
                  <a:lnTo>
                    <a:pt x="3850155" y="542480"/>
                  </a:lnTo>
                  <a:lnTo>
                    <a:pt x="3829811" y="573472"/>
                  </a:lnTo>
                  <a:lnTo>
                    <a:pt x="3795019" y="630704"/>
                  </a:lnTo>
                  <a:lnTo>
                    <a:pt x="3761055" y="691823"/>
                  </a:lnTo>
                  <a:lnTo>
                    <a:pt x="3727709" y="756909"/>
                  </a:lnTo>
                  <a:lnTo>
                    <a:pt x="3694811" y="825989"/>
                  </a:lnTo>
                  <a:lnTo>
                    <a:pt x="3662222" y="899029"/>
                  </a:lnTo>
                  <a:lnTo>
                    <a:pt x="3629830" y="975931"/>
                  </a:lnTo>
                  <a:lnTo>
                    <a:pt x="3597548" y="1056532"/>
                  </a:lnTo>
                  <a:lnTo>
                    <a:pt x="3565312" y="1140595"/>
                  </a:lnTo>
                  <a:lnTo>
                    <a:pt x="3533076" y="1227814"/>
                  </a:lnTo>
                  <a:lnTo>
                    <a:pt x="3500810" y="1317814"/>
                  </a:lnTo>
                  <a:lnTo>
                    <a:pt x="3468502" y="1410157"/>
                  </a:lnTo>
                  <a:lnTo>
                    <a:pt x="3436149" y="1504351"/>
                  </a:lnTo>
                  <a:lnTo>
                    <a:pt x="3403758" y="1599857"/>
                  </a:lnTo>
                  <a:lnTo>
                    <a:pt x="3371345" y="1696103"/>
                  </a:lnTo>
                  <a:lnTo>
                    <a:pt x="3338927" y="1792499"/>
                  </a:lnTo>
                  <a:lnTo>
                    <a:pt x="3306523" y="1888450"/>
                  </a:lnTo>
                  <a:lnTo>
                    <a:pt x="3274149" y="1983375"/>
                  </a:lnTo>
                  <a:lnTo>
                    <a:pt x="3241818" y="2076717"/>
                  </a:lnTo>
                  <a:lnTo>
                    <a:pt x="3209532" y="2167957"/>
                  </a:lnTo>
                  <a:lnTo>
                    <a:pt x="3177283" y="2256629"/>
                  </a:lnTo>
                  <a:lnTo>
                    <a:pt x="3145051" y="2342326"/>
                  </a:lnTo>
                  <a:lnTo>
                    <a:pt x="3112799" y="2424706"/>
                  </a:lnTo>
                  <a:lnTo>
                    <a:pt x="3080472" y="2503499"/>
                  </a:lnTo>
                  <a:lnTo>
                    <a:pt x="3047995" y="2578503"/>
                  </a:lnTo>
                  <a:lnTo>
                    <a:pt x="3015268" y="2649587"/>
                  </a:lnTo>
                  <a:lnTo>
                    <a:pt x="2982168" y="2716687"/>
                  </a:lnTo>
                  <a:lnTo>
                    <a:pt x="2948539" y="2779800"/>
                  </a:lnTo>
                  <a:lnTo>
                    <a:pt x="2914193" y="2838980"/>
                  </a:lnTo>
                  <a:lnTo>
                    <a:pt x="2896531" y="2867360"/>
                  </a:lnTo>
                  <a:lnTo>
                    <a:pt x="2850773" y="2934530"/>
                  </a:lnTo>
                  <a:lnTo>
                    <a:pt x="2802703" y="2995541"/>
                  </a:lnTo>
                  <a:lnTo>
                    <a:pt x="2751644" y="3050645"/>
                  </a:lnTo>
                  <a:lnTo>
                    <a:pt x="2696852" y="3100306"/>
                  </a:lnTo>
                  <a:lnTo>
                    <a:pt x="2637565" y="3145066"/>
                  </a:lnTo>
                  <a:lnTo>
                    <a:pt x="2573046" y="3185470"/>
                  </a:lnTo>
                  <a:lnTo>
                    <a:pt x="2502646" y="3222017"/>
                  </a:lnTo>
                  <a:lnTo>
                    <a:pt x="2425886" y="3255137"/>
                  </a:lnTo>
                  <a:lnTo>
                    <a:pt x="2342569" y="3285171"/>
                  </a:lnTo>
                  <a:lnTo>
                    <a:pt x="2252915" y="3312366"/>
                  </a:lnTo>
                  <a:lnTo>
                    <a:pt x="2157725" y="3336873"/>
                  </a:lnTo>
                  <a:lnTo>
                    <a:pt x="2058527" y="3358753"/>
                  </a:lnTo>
                  <a:lnTo>
                    <a:pt x="1957682" y="3377998"/>
                  </a:lnTo>
                  <a:lnTo>
                    <a:pt x="1858356" y="3394552"/>
                  </a:lnTo>
                  <a:lnTo>
                    <a:pt x="1764328" y="3408362"/>
                  </a:lnTo>
                  <a:lnTo>
                    <a:pt x="1679573" y="3419420"/>
                  </a:lnTo>
                  <a:lnTo>
                    <a:pt x="1607673" y="3427811"/>
                  </a:lnTo>
                  <a:lnTo>
                    <a:pt x="1551172" y="3433744"/>
                  </a:lnTo>
                  <a:lnTo>
                    <a:pt x="1511050" y="3437553"/>
                  </a:lnTo>
                  <a:lnTo>
                    <a:pt x="1486446" y="3439672"/>
                  </a:lnTo>
                  <a:lnTo>
                    <a:pt x="1474685" y="3440595"/>
                  </a:lnTo>
                  <a:lnTo>
                    <a:pt x="1471491" y="3440825"/>
                  </a:lnTo>
                  <a:lnTo>
                    <a:pt x="1471387" y="3440832"/>
                  </a:lnTo>
                  <a:lnTo>
                    <a:pt x="0" y="344083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54" name="pg1154"/>
            <p:cNvSpPr/>
            <p:nvPr/>
          </p:nvSpPr>
          <p:spPr>
            <a:xfrm>
              <a:off x="4799595" y="4971597"/>
              <a:ext cx="11981298" cy="4388900"/>
            </a:xfrm>
            <a:custGeom>
              <a:avLst/>
              <a:pathLst>
                <a:path w="11981298" h="4388900">
                  <a:moveTo>
                    <a:pt x="0" y="3310064"/>
                  </a:moveTo>
                  <a:lnTo>
                    <a:pt x="1471387" y="3310064"/>
                  </a:lnTo>
                  <a:lnTo>
                    <a:pt x="1472504" y="3309989"/>
                  </a:lnTo>
                  <a:lnTo>
                    <a:pt x="1479853" y="3309458"/>
                  </a:lnTo>
                  <a:lnTo>
                    <a:pt x="1498389" y="3307988"/>
                  </a:lnTo>
                  <a:lnTo>
                    <a:pt x="1531554" y="3305095"/>
                  </a:lnTo>
                  <a:lnTo>
                    <a:pt x="1581041" y="3300326"/>
                  </a:lnTo>
                  <a:lnTo>
                    <a:pt x="1646658" y="3293312"/>
                  </a:lnTo>
                  <a:lnTo>
                    <a:pt x="1726474" y="3283796"/>
                  </a:lnTo>
                  <a:lnTo>
                    <a:pt x="1817251" y="3271647"/>
                  </a:lnTo>
                  <a:lnTo>
                    <a:pt x="1915073" y="3256838"/>
                  </a:lnTo>
                  <a:lnTo>
                    <a:pt x="2015982" y="3239408"/>
                  </a:lnTo>
                  <a:lnTo>
                    <a:pt x="2116487" y="3219416"/>
                  </a:lnTo>
                  <a:lnTo>
                    <a:pt x="2213854" y="3196893"/>
                  </a:lnTo>
                  <a:lnTo>
                    <a:pt x="2306199" y="3171811"/>
                  </a:lnTo>
                  <a:lnTo>
                    <a:pt x="2392425" y="3144060"/>
                  </a:lnTo>
                  <a:lnTo>
                    <a:pt x="2472088" y="3113440"/>
                  </a:lnTo>
                  <a:lnTo>
                    <a:pt x="2545234" y="3079659"/>
                  </a:lnTo>
                  <a:lnTo>
                    <a:pt x="2612245" y="3042333"/>
                  </a:lnTo>
                  <a:lnTo>
                    <a:pt x="2673718" y="3001005"/>
                  </a:lnTo>
                  <a:lnTo>
                    <a:pt x="2730367" y="2955161"/>
                  </a:lnTo>
                  <a:lnTo>
                    <a:pt x="2782959" y="2904268"/>
                  </a:lnTo>
                  <a:lnTo>
                    <a:pt x="2832255" y="2847836"/>
                  </a:lnTo>
                  <a:lnTo>
                    <a:pt x="2878971" y="2785522"/>
                  </a:lnTo>
                  <a:lnTo>
                    <a:pt x="2896531" y="2759749"/>
                  </a:lnTo>
                  <a:lnTo>
                    <a:pt x="2931932" y="2703820"/>
                  </a:lnTo>
                  <a:lnTo>
                    <a:pt x="2966479" y="2644027"/>
                  </a:lnTo>
                  <a:lnTo>
                    <a:pt x="3000393" y="2580288"/>
                  </a:lnTo>
                  <a:lnTo>
                    <a:pt x="3033851" y="2512581"/>
                  </a:lnTo>
                  <a:lnTo>
                    <a:pt x="3066998" y="2440943"/>
                  </a:lnTo>
                  <a:lnTo>
                    <a:pt x="3099951" y="2365476"/>
                  </a:lnTo>
                  <a:lnTo>
                    <a:pt x="3132796" y="2286356"/>
                  </a:lnTo>
                  <a:lnTo>
                    <a:pt x="3165602" y="2203830"/>
                  </a:lnTo>
                  <a:lnTo>
                    <a:pt x="3198413" y="2118215"/>
                  </a:lnTo>
                  <a:lnTo>
                    <a:pt x="3231257" y="2029901"/>
                  </a:lnTo>
                  <a:lnTo>
                    <a:pt x="3264147" y="1939342"/>
                  </a:lnTo>
                  <a:lnTo>
                    <a:pt x="3297083" y="1847044"/>
                  </a:lnTo>
                  <a:lnTo>
                    <a:pt x="3330054" y="1753561"/>
                  </a:lnTo>
                  <a:lnTo>
                    <a:pt x="3363045" y="1659477"/>
                  </a:lnTo>
                  <a:lnTo>
                    <a:pt x="3396036" y="1565390"/>
                  </a:lnTo>
                  <a:lnTo>
                    <a:pt x="3429008" y="1471901"/>
                  </a:lnTo>
                  <a:lnTo>
                    <a:pt x="3461944" y="1379592"/>
                  </a:lnTo>
                  <a:lnTo>
                    <a:pt x="3494834" y="1289017"/>
                  </a:lnTo>
                  <a:lnTo>
                    <a:pt x="3527679" y="1200685"/>
                  </a:lnTo>
                  <a:lnTo>
                    <a:pt x="3560490" y="1115048"/>
                  </a:lnTo>
                  <a:lnTo>
                    <a:pt x="3593296" y="1032496"/>
                  </a:lnTo>
                  <a:lnTo>
                    <a:pt x="3626141" y="953349"/>
                  </a:lnTo>
                  <a:lnTo>
                    <a:pt x="3659092" y="877855"/>
                  </a:lnTo>
                  <a:lnTo>
                    <a:pt x="3692237" y="806186"/>
                  </a:lnTo>
                  <a:lnTo>
                    <a:pt x="3725693" y="738449"/>
                  </a:lnTo>
                  <a:lnTo>
                    <a:pt x="3759602" y="674680"/>
                  </a:lnTo>
                  <a:lnTo>
                    <a:pt x="3794144" y="614857"/>
                  </a:lnTo>
                  <a:lnTo>
                    <a:pt x="3829537" y="558900"/>
                  </a:lnTo>
                  <a:lnTo>
                    <a:pt x="3829811" y="558488"/>
                  </a:lnTo>
                  <a:lnTo>
                    <a:pt x="3875699" y="493859"/>
                  </a:lnTo>
                  <a:lnTo>
                    <a:pt x="3923913" y="435174"/>
                  </a:lnTo>
                  <a:lnTo>
                    <a:pt x="3975138" y="382185"/>
                  </a:lnTo>
                  <a:lnTo>
                    <a:pt x="4030122" y="334446"/>
                  </a:lnTo>
                  <a:lnTo>
                    <a:pt x="4089635" y="291429"/>
                  </a:lnTo>
                  <a:lnTo>
                    <a:pt x="4154419" y="252610"/>
                  </a:lnTo>
                  <a:lnTo>
                    <a:pt x="4225126" y="217504"/>
                  </a:lnTo>
                  <a:lnTo>
                    <a:pt x="4302235" y="185697"/>
                  </a:lnTo>
                  <a:lnTo>
                    <a:pt x="4385938" y="156863"/>
                  </a:lnTo>
                  <a:lnTo>
                    <a:pt x="4476000" y="130764"/>
                  </a:lnTo>
                  <a:lnTo>
                    <a:pt x="4571597" y="107255"/>
                  </a:lnTo>
                  <a:lnTo>
                    <a:pt x="4671163" y="86281"/>
                  </a:lnTo>
                  <a:lnTo>
                    <a:pt x="4772293" y="67851"/>
                  </a:lnTo>
                  <a:lnTo>
                    <a:pt x="4871765" y="52019"/>
                  </a:lnTo>
                  <a:lnTo>
                    <a:pt x="4965755" y="38836"/>
                  </a:lnTo>
                  <a:lnTo>
                    <a:pt x="5050259" y="28308"/>
                  </a:lnTo>
                  <a:lnTo>
                    <a:pt x="5121696" y="20347"/>
                  </a:lnTo>
                  <a:lnTo>
                    <a:pt x="5177564" y="14746"/>
                  </a:lnTo>
                  <a:lnTo>
                    <a:pt x="5216961" y="11175"/>
                  </a:lnTo>
                  <a:lnTo>
                    <a:pt x="5240853" y="9210"/>
                  </a:lnTo>
                  <a:lnTo>
                    <a:pt x="5252030" y="8373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262" y="8254"/>
                  </a:lnTo>
                  <a:lnTo>
                    <a:pt x="6733332" y="8831"/>
                  </a:lnTo>
                  <a:lnTo>
                    <a:pt x="6748728" y="10425"/>
                  </a:lnTo>
                  <a:lnTo>
                    <a:pt x="6776488" y="13567"/>
                  </a:lnTo>
                  <a:lnTo>
                    <a:pt x="6818338" y="18761"/>
                  </a:lnTo>
                  <a:lnTo>
                    <a:pt x="6874565" y="26442"/>
                  </a:lnTo>
                  <a:lnTo>
                    <a:pt x="6944055" y="36935"/>
                  </a:lnTo>
                  <a:lnTo>
                    <a:pt x="7024537" y="50437"/>
                  </a:lnTo>
                  <a:lnTo>
                    <a:pt x="7112989" y="67030"/>
                  </a:lnTo>
                  <a:lnTo>
                    <a:pt x="7206117" y="86700"/>
                  </a:lnTo>
                  <a:lnTo>
                    <a:pt x="7300781" y="109391"/>
                  </a:lnTo>
                  <a:lnTo>
                    <a:pt x="7394301" y="135044"/>
                  </a:lnTo>
                  <a:lnTo>
                    <a:pt x="7484618" y="163638"/>
                  </a:lnTo>
                  <a:lnTo>
                    <a:pt x="7570322" y="195219"/>
                  </a:lnTo>
                  <a:lnTo>
                    <a:pt x="7650596" y="229919"/>
                  </a:lnTo>
                  <a:lnTo>
                    <a:pt x="7725113" y="267964"/>
                  </a:lnTo>
                  <a:lnTo>
                    <a:pt x="7793912" y="309672"/>
                  </a:lnTo>
                  <a:lnTo>
                    <a:pt x="7857297" y="355454"/>
                  </a:lnTo>
                  <a:lnTo>
                    <a:pt x="7915740" y="405800"/>
                  </a:lnTo>
                  <a:lnTo>
                    <a:pt x="7969816" y="461260"/>
                  </a:lnTo>
                  <a:lnTo>
                    <a:pt x="8020147" y="522415"/>
                  </a:lnTo>
                  <a:lnTo>
                    <a:pt x="8067364" y="589824"/>
                  </a:lnTo>
                  <a:lnTo>
                    <a:pt x="8112072" y="663939"/>
                  </a:lnTo>
                  <a:lnTo>
                    <a:pt x="8151487" y="738294"/>
                  </a:lnTo>
                  <a:lnTo>
                    <a:pt x="8182797" y="803557"/>
                  </a:lnTo>
                  <a:lnTo>
                    <a:pt x="8213420" y="872809"/>
                  </a:lnTo>
                  <a:lnTo>
                    <a:pt x="8243513" y="946128"/>
                  </a:lnTo>
                  <a:lnTo>
                    <a:pt x="8273205" y="1023552"/>
                  </a:lnTo>
                  <a:lnTo>
                    <a:pt x="8302606" y="1105072"/>
                  </a:lnTo>
                  <a:lnTo>
                    <a:pt x="8331805" y="1190624"/>
                  </a:lnTo>
                  <a:lnTo>
                    <a:pt x="8360875" y="1280093"/>
                  </a:lnTo>
                  <a:lnTo>
                    <a:pt x="8389873" y="1373301"/>
                  </a:lnTo>
                  <a:lnTo>
                    <a:pt x="8418842" y="1470018"/>
                  </a:lnTo>
                  <a:lnTo>
                    <a:pt x="8447815" y="1569949"/>
                  </a:lnTo>
                  <a:lnTo>
                    <a:pt x="8476810" y="1672747"/>
                  </a:lnTo>
                  <a:lnTo>
                    <a:pt x="8505840" y="1778010"/>
                  </a:lnTo>
                  <a:lnTo>
                    <a:pt x="8534907" y="1885290"/>
                  </a:lnTo>
                  <a:lnTo>
                    <a:pt x="8564007" y="1994099"/>
                  </a:lnTo>
                  <a:lnTo>
                    <a:pt x="8593130" y="2103919"/>
                  </a:lnTo>
                  <a:lnTo>
                    <a:pt x="8622265" y="2214210"/>
                  </a:lnTo>
                  <a:lnTo>
                    <a:pt x="8651398" y="2324422"/>
                  </a:lnTo>
                  <a:lnTo>
                    <a:pt x="8680516" y="2434009"/>
                  </a:lnTo>
                  <a:lnTo>
                    <a:pt x="8709607" y="2542436"/>
                  </a:lnTo>
                  <a:lnTo>
                    <a:pt x="8738663" y="2649191"/>
                  </a:lnTo>
                  <a:lnTo>
                    <a:pt x="8767683" y="2753797"/>
                  </a:lnTo>
                  <a:lnTo>
                    <a:pt x="8796671" y="2855820"/>
                  </a:lnTo>
                  <a:lnTo>
                    <a:pt x="8825640" y="2954870"/>
                  </a:lnTo>
                  <a:lnTo>
                    <a:pt x="8854614" y="3050618"/>
                  </a:lnTo>
                  <a:lnTo>
                    <a:pt x="8883627" y="3142785"/>
                  </a:lnTo>
                  <a:lnTo>
                    <a:pt x="8912727" y="3231156"/>
                  </a:lnTo>
                  <a:lnTo>
                    <a:pt x="8941975" y="3315572"/>
                  </a:lnTo>
                  <a:lnTo>
                    <a:pt x="8971449" y="3395932"/>
                  </a:lnTo>
                  <a:lnTo>
                    <a:pt x="9001243" y="3472190"/>
                  </a:lnTo>
                  <a:lnTo>
                    <a:pt x="9031472" y="3544347"/>
                  </a:lnTo>
                  <a:lnTo>
                    <a:pt x="9062274" y="3612456"/>
                  </a:lnTo>
                  <a:lnTo>
                    <a:pt x="9084767" y="3658778"/>
                  </a:lnTo>
                  <a:lnTo>
                    <a:pt x="9127651" y="3739267"/>
                  </a:lnTo>
                  <a:lnTo>
                    <a:pt x="9172537" y="3812837"/>
                  </a:lnTo>
                  <a:lnTo>
                    <a:pt x="9219978" y="3879731"/>
                  </a:lnTo>
                  <a:lnTo>
                    <a:pt x="9270584" y="3940414"/>
                  </a:lnTo>
                  <a:lnTo>
                    <a:pt x="9324984" y="3995447"/>
                  </a:lnTo>
                  <a:lnTo>
                    <a:pt x="9383799" y="4045411"/>
                  </a:lnTo>
                  <a:lnTo>
                    <a:pt x="9447598" y="4090853"/>
                  </a:lnTo>
                  <a:lnTo>
                    <a:pt x="9516842" y="4132257"/>
                  </a:lnTo>
                  <a:lnTo>
                    <a:pt x="9591819" y="4170025"/>
                  </a:lnTo>
                  <a:lnTo>
                    <a:pt x="9672542" y="4204471"/>
                  </a:lnTo>
                  <a:lnTo>
                    <a:pt x="9758649" y="4235811"/>
                  </a:lnTo>
                  <a:lnTo>
                    <a:pt x="9849279" y="4264171"/>
                  </a:lnTo>
                  <a:lnTo>
                    <a:pt x="9942974" y="4289590"/>
                  </a:lnTo>
                  <a:lnTo>
                    <a:pt x="10037622" y="4312044"/>
                  </a:lnTo>
                  <a:lnTo>
                    <a:pt x="10130498" y="4331472"/>
                  </a:lnTo>
                  <a:lnTo>
                    <a:pt x="10218437" y="4347819"/>
                  </a:lnTo>
                  <a:lnTo>
                    <a:pt x="10298150" y="4361078"/>
                  </a:lnTo>
                  <a:lnTo>
                    <a:pt x="10366657" y="4371338"/>
                  </a:lnTo>
                  <a:lnTo>
                    <a:pt x="10421767" y="4378809"/>
                  </a:lnTo>
                  <a:lnTo>
                    <a:pt x="10462469" y="4383823"/>
                  </a:lnTo>
                  <a:lnTo>
                    <a:pt x="10489166" y="4386824"/>
                  </a:lnTo>
                  <a:lnTo>
                    <a:pt x="10503695" y="4388317"/>
                  </a:lnTo>
                  <a:lnTo>
                    <a:pt x="10509190" y="4388836"/>
                  </a:lnTo>
                  <a:lnTo>
                    <a:pt x="10509911" y="4388900"/>
                  </a:lnTo>
                  <a:lnTo>
                    <a:pt x="11981298" y="4388900"/>
                  </a:lnTo>
                  <a:lnTo>
                    <a:pt x="11981298" y="4380727"/>
                  </a:lnTo>
                  <a:lnTo>
                    <a:pt x="10509911" y="4380727"/>
                  </a:lnTo>
                  <a:lnTo>
                    <a:pt x="10508991" y="4380646"/>
                  </a:lnTo>
                  <a:lnTo>
                    <a:pt x="10502921" y="4380069"/>
                  </a:lnTo>
                  <a:lnTo>
                    <a:pt x="10487525" y="4378474"/>
                  </a:lnTo>
                  <a:lnTo>
                    <a:pt x="10459765" y="4375332"/>
                  </a:lnTo>
                  <a:lnTo>
                    <a:pt x="10417915" y="4370138"/>
                  </a:lnTo>
                  <a:lnTo>
                    <a:pt x="10361688" y="4362457"/>
                  </a:lnTo>
                  <a:lnTo>
                    <a:pt x="10292198" y="4351964"/>
                  </a:lnTo>
                  <a:lnTo>
                    <a:pt x="10211717" y="4338462"/>
                  </a:lnTo>
                  <a:lnTo>
                    <a:pt x="10123264" y="4321870"/>
                  </a:lnTo>
                  <a:lnTo>
                    <a:pt x="10030136" y="4302199"/>
                  </a:lnTo>
                  <a:lnTo>
                    <a:pt x="9935472" y="4279508"/>
                  </a:lnTo>
                  <a:lnTo>
                    <a:pt x="9841952" y="4253855"/>
                  </a:lnTo>
                  <a:lnTo>
                    <a:pt x="9751636" y="4225261"/>
                  </a:lnTo>
                  <a:lnTo>
                    <a:pt x="9665932" y="4193680"/>
                  </a:lnTo>
                  <a:lnTo>
                    <a:pt x="9585657" y="4158980"/>
                  </a:lnTo>
                  <a:lnTo>
                    <a:pt x="9511140" y="4120935"/>
                  </a:lnTo>
                  <a:lnTo>
                    <a:pt x="9442341" y="4079227"/>
                  </a:lnTo>
                  <a:lnTo>
                    <a:pt x="9378957" y="4033445"/>
                  </a:lnTo>
                  <a:lnTo>
                    <a:pt x="9320513" y="3983099"/>
                  </a:lnTo>
                  <a:lnTo>
                    <a:pt x="9266437" y="3927639"/>
                  </a:lnTo>
                  <a:lnTo>
                    <a:pt x="9216106" y="3866484"/>
                  </a:lnTo>
                  <a:lnTo>
                    <a:pt x="9168889" y="3799075"/>
                  </a:lnTo>
                  <a:lnTo>
                    <a:pt x="9124181" y="3724960"/>
                  </a:lnTo>
                  <a:lnTo>
                    <a:pt x="9084767" y="3650605"/>
                  </a:lnTo>
                  <a:lnTo>
                    <a:pt x="9053456" y="3585342"/>
                  </a:lnTo>
                  <a:lnTo>
                    <a:pt x="9022833" y="3516090"/>
                  </a:lnTo>
                  <a:lnTo>
                    <a:pt x="8992740" y="3442771"/>
                  </a:lnTo>
                  <a:lnTo>
                    <a:pt x="8963048" y="3365347"/>
                  </a:lnTo>
                  <a:lnTo>
                    <a:pt x="8933647" y="3283827"/>
                  </a:lnTo>
                  <a:lnTo>
                    <a:pt x="8904448" y="3198275"/>
                  </a:lnTo>
                  <a:lnTo>
                    <a:pt x="8875378" y="3108807"/>
                  </a:lnTo>
                  <a:lnTo>
                    <a:pt x="8846381" y="3015598"/>
                  </a:lnTo>
                  <a:lnTo>
                    <a:pt x="8817411" y="2918881"/>
                  </a:lnTo>
                  <a:lnTo>
                    <a:pt x="8788439" y="2818950"/>
                  </a:lnTo>
                  <a:lnTo>
                    <a:pt x="8759443" y="2716152"/>
                  </a:lnTo>
                  <a:lnTo>
                    <a:pt x="8730413" y="2610889"/>
                  </a:lnTo>
                  <a:lnTo>
                    <a:pt x="8701346" y="2503609"/>
                  </a:lnTo>
                  <a:lnTo>
                    <a:pt x="8672247" y="2394800"/>
                  </a:lnTo>
                  <a:lnTo>
                    <a:pt x="8643123" y="2284980"/>
                  </a:lnTo>
                  <a:lnTo>
                    <a:pt x="8613988" y="2174689"/>
                  </a:lnTo>
                  <a:lnTo>
                    <a:pt x="8584855" y="2064477"/>
                  </a:lnTo>
                  <a:lnTo>
                    <a:pt x="8555737" y="1954890"/>
                  </a:lnTo>
                  <a:lnTo>
                    <a:pt x="8526646" y="1846463"/>
                  </a:lnTo>
                  <a:lnTo>
                    <a:pt x="8497590" y="1739708"/>
                  </a:lnTo>
                  <a:lnTo>
                    <a:pt x="8468570" y="1635102"/>
                  </a:lnTo>
                  <a:lnTo>
                    <a:pt x="8439582" y="1533080"/>
                  </a:lnTo>
                  <a:lnTo>
                    <a:pt x="8410613" y="1434029"/>
                  </a:lnTo>
                  <a:lnTo>
                    <a:pt x="8381639" y="1338282"/>
                  </a:lnTo>
                  <a:lnTo>
                    <a:pt x="8352626" y="1246114"/>
                  </a:lnTo>
                  <a:lnTo>
                    <a:pt x="8323526" y="1157743"/>
                  </a:lnTo>
                  <a:lnTo>
                    <a:pt x="8294278" y="1073327"/>
                  </a:lnTo>
                  <a:lnTo>
                    <a:pt x="8264804" y="992967"/>
                  </a:lnTo>
                  <a:lnTo>
                    <a:pt x="8235010" y="916710"/>
                  </a:lnTo>
                  <a:lnTo>
                    <a:pt x="8204781" y="844552"/>
                  </a:lnTo>
                  <a:lnTo>
                    <a:pt x="8173979" y="776443"/>
                  </a:lnTo>
                  <a:lnTo>
                    <a:pt x="8151487" y="730121"/>
                  </a:lnTo>
                  <a:lnTo>
                    <a:pt x="8108602" y="649632"/>
                  </a:lnTo>
                  <a:lnTo>
                    <a:pt x="8063716" y="576062"/>
                  </a:lnTo>
                  <a:lnTo>
                    <a:pt x="8016275" y="509168"/>
                  </a:lnTo>
                  <a:lnTo>
                    <a:pt x="7965670" y="448485"/>
                  </a:lnTo>
                  <a:lnTo>
                    <a:pt x="7911269" y="393452"/>
                  </a:lnTo>
                  <a:lnTo>
                    <a:pt x="7852454" y="343488"/>
                  </a:lnTo>
                  <a:lnTo>
                    <a:pt x="7788655" y="298046"/>
                  </a:lnTo>
                  <a:lnTo>
                    <a:pt x="7719411" y="256642"/>
                  </a:lnTo>
                  <a:lnTo>
                    <a:pt x="7644435" y="218874"/>
                  </a:lnTo>
                  <a:lnTo>
                    <a:pt x="7563711" y="184428"/>
                  </a:lnTo>
                  <a:lnTo>
                    <a:pt x="7477604" y="153088"/>
                  </a:lnTo>
                  <a:lnTo>
                    <a:pt x="7386974" y="124728"/>
                  </a:lnTo>
                  <a:lnTo>
                    <a:pt x="7293279" y="99309"/>
                  </a:lnTo>
                  <a:lnTo>
                    <a:pt x="7198632" y="76855"/>
                  </a:lnTo>
                  <a:lnTo>
                    <a:pt x="7105755" y="57427"/>
                  </a:lnTo>
                  <a:lnTo>
                    <a:pt x="7017816" y="41080"/>
                  </a:lnTo>
                  <a:lnTo>
                    <a:pt x="6938103" y="27821"/>
                  </a:lnTo>
                  <a:lnTo>
                    <a:pt x="6869596" y="17561"/>
                  </a:lnTo>
                  <a:lnTo>
                    <a:pt x="6814486" y="10091"/>
                  </a:lnTo>
                  <a:lnTo>
                    <a:pt x="6773784" y="5076"/>
                  </a:lnTo>
                  <a:lnTo>
                    <a:pt x="6747087" y="2076"/>
                  </a:lnTo>
                  <a:lnTo>
                    <a:pt x="6732558" y="582"/>
                  </a:lnTo>
                  <a:lnTo>
                    <a:pt x="6727063" y="63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838" y="74"/>
                  </a:lnTo>
                  <a:lnTo>
                    <a:pt x="5246489" y="606"/>
                  </a:lnTo>
                  <a:lnTo>
                    <a:pt x="5227954" y="2075"/>
                  </a:lnTo>
                  <a:lnTo>
                    <a:pt x="5194788" y="4969"/>
                  </a:lnTo>
                  <a:lnTo>
                    <a:pt x="5145301" y="9737"/>
                  </a:lnTo>
                  <a:lnTo>
                    <a:pt x="5079684" y="16752"/>
                  </a:lnTo>
                  <a:lnTo>
                    <a:pt x="4999869" y="26267"/>
                  </a:lnTo>
                  <a:lnTo>
                    <a:pt x="4909091" y="38417"/>
                  </a:lnTo>
                  <a:lnTo>
                    <a:pt x="4811269" y="53226"/>
                  </a:lnTo>
                  <a:lnTo>
                    <a:pt x="4710360" y="70655"/>
                  </a:lnTo>
                  <a:lnTo>
                    <a:pt x="4609855" y="90647"/>
                  </a:lnTo>
                  <a:lnTo>
                    <a:pt x="4512488" y="113170"/>
                  </a:lnTo>
                  <a:lnTo>
                    <a:pt x="4420143" y="138253"/>
                  </a:lnTo>
                  <a:lnTo>
                    <a:pt x="4333917" y="166004"/>
                  </a:lnTo>
                  <a:lnTo>
                    <a:pt x="4254254" y="196623"/>
                  </a:lnTo>
                  <a:lnTo>
                    <a:pt x="4181108" y="230405"/>
                  </a:lnTo>
                  <a:lnTo>
                    <a:pt x="4114097" y="267730"/>
                  </a:lnTo>
                  <a:lnTo>
                    <a:pt x="4052624" y="309058"/>
                  </a:lnTo>
                  <a:lnTo>
                    <a:pt x="3995975" y="354902"/>
                  </a:lnTo>
                  <a:lnTo>
                    <a:pt x="3943383" y="405795"/>
                  </a:lnTo>
                  <a:lnTo>
                    <a:pt x="3894087" y="462227"/>
                  </a:lnTo>
                  <a:lnTo>
                    <a:pt x="3847372" y="524541"/>
                  </a:lnTo>
                  <a:lnTo>
                    <a:pt x="3829811" y="550315"/>
                  </a:lnTo>
                  <a:lnTo>
                    <a:pt x="3794410" y="606243"/>
                  </a:lnTo>
                  <a:lnTo>
                    <a:pt x="3759863" y="666037"/>
                  </a:lnTo>
                  <a:lnTo>
                    <a:pt x="3725949" y="729775"/>
                  </a:lnTo>
                  <a:lnTo>
                    <a:pt x="3692491" y="797482"/>
                  </a:lnTo>
                  <a:lnTo>
                    <a:pt x="3659344" y="869121"/>
                  </a:lnTo>
                  <a:lnTo>
                    <a:pt x="3626392" y="944587"/>
                  </a:lnTo>
                  <a:lnTo>
                    <a:pt x="3593546" y="1023707"/>
                  </a:lnTo>
                  <a:lnTo>
                    <a:pt x="3560740" y="1106234"/>
                  </a:lnTo>
                  <a:lnTo>
                    <a:pt x="3527929" y="1191848"/>
                  </a:lnTo>
                  <a:lnTo>
                    <a:pt x="3495085" y="1280162"/>
                  </a:lnTo>
                  <a:lnTo>
                    <a:pt x="3462195" y="1370722"/>
                  </a:lnTo>
                  <a:lnTo>
                    <a:pt x="3429259" y="1463019"/>
                  </a:lnTo>
                  <a:lnTo>
                    <a:pt x="3396288" y="1556502"/>
                  </a:lnTo>
                  <a:lnTo>
                    <a:pt x="3363297" y="1650586"/>
                  </a:lnTo>
                  <a:lnTo>
                    <a:pt x="3330306" y="1744673"/>
                  </a:lnTo>
                  <a:lnTo>
                    <a:pt x="3297334" y="1838162"/>
                  </a:lnTo>
                  <a:lnTo>
                    <a:pt x="3264398" y="1930471"/>
                  </a:lnTo>
                  <a:lnTo>
                    <a:pt x="3231508" y="2021046"/>
                  </a:lnTo>
                  <a:lnTo>
                    <a:pt x="3198663" y="2109378"/>
                  </a:lnTo>
                  <a:lnTo>
                    <a:pt x="3165852" y="2195015"/>
                  </a:lnTo>
                  <a:lnTo>
                    <a:pt x="3133047" y="2277567"/>
                  </a:lnTo>
                  <a:lnTo>
                    <a:pt x="3100201" y="2356714"/>
                  </a:lnTo>
                  <a:lnTo>
                    <a:pt x="3067250" y="2432209"/>
                  </a:lnTo>
                  <a:lnTo>
                    <a:pt x="3034105" y="2503877"/>
                  </a:lnTo>
                  <a:lnTo>
                    <a:pt x="3000649" y="2571614"/>
                  </a:lnTo>
                  <a:lnTo>
                    <a:pt x="2966740" y="2635383"/>
                  </a:lnTo>
                  <a:lnTo>
                    <a:pt x="2932198" y="2695206"/>
                  </a:lnTo>
                  <a:lnTo>
                    <a:pt x="2896805" y="2751164"/>
                  </a:lnTo>
                  <a:lnTo>
                    <a:pt x="2896531" y="2751576"/>
                  </a:lnTo>
                  <a:lnTo>
                    <a:pt x="2850643" y="2816204"/>
                  </a:lnTo>
                  <a:lnTo>
                    <a:pt x="2802429" y="2874889"/>
                  </a:lnTo>
                  <a:lnTo>
                    <a:pt x="2751204" y="2927878"/>
                  </a:lnTo>
                  <a:lnTo>
                    <a:pt x="2696220" y="2975618"/>
                  </a:lnTo>
                  <a:lnTo>
                    <a:pt x="2636707" y="3018634"/>
                  </a:lnTo>
                  <a:lnTo>
                    <a:pt x="2571923" y="3057453"/>
                  </a:lnTo>
                  <a:lnTo>
                    <a:pt x="2501216" y="3092560"/>
                  </a:lnTo>
                  <a:lnTo>
                    <a:pt x="2424107" y="3124366"/>
                  </a:lnTo>
                  <a:lnTo>
                    <a:pt x="2340404" y="3153200"/>
                  </a:lnTo>
                  <a:lnTo>
                    <a:pt x="2250342" y="3179300"/>
                  </a:lnTo>
                  <a:lnTo>
                    <a:pt x="2154745" y="3202808"/>
                  </a:lnTo>
                  <a:lnTo>
                    <a:pt x="2055179" y="3223783"/>
                  </a:lnTo>
                  <a:lnTo>
                    <a:pt x="1954050" y="3242212"/>
                  </a:lnTo>
                  <a:lnTo>
                    <a:pt x="1854577" y="3258045"/>
                  </a:lnTo>
                  <a:lnTo>
                    <a:pt x="1760587" y="3271227"/>
                  </a:lnTo>
                  <a:lnTo>
                    <a:pt x="1676083" y="3281755"/>
                  </a:lnTo>
                  <a:lnTo>
                    <a:pt x="1604646" y="3289716"/>
                  </a:lnTo>
                  <a:lnTo>
                    <a:pt x="1548778" y="3295317"/>
                  </a:lnTo>
                  <a:lnTo>
                    <a:pt x="1509381" y="3298888"/>
                  </a:lnTo>
                  <a:lnTo>
                    <a:pt x="1485489" y="3300853"/>
                  </a:lnTo>
                  <a:lnTo>
                    <a:pt x="1474312" y="3301690"/>
                  </a:lnTo>
                  <a:lnTo>
                    <a:pt x="1471387" y="3301891"/>
                  </a:lnTo>
                  <a:lnTo>
                    <a:pt x="0" y="3301891"/>
                  </a:lnTo>
                  <a:close/>
                </a:path>
              </a:pathLst>
            </a:custGeom>
            <a:solidFill>
              <a:srgbClr val="67C1B3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155" name="pl1155"/>
            <p:cNvSpPr/>
            <p:nvPr/>
          </p:nvSpPr>
          <p:spPr>
            <a:xfrm>
              <a:off x="4799595" y="4979770"/>
              <a:ext cx="11981298" cy="4380727"/>
            </a:xfrm>
            <a:custGeom>
              <a:avLst/>
              <a:pathLst>
                <a:path w="11981298" h="4380727">
                  <a:moveTo>
                    <a:pt x="0" y="3301891"/>
                  </a:moveTo>
                  <a:lnTo>
                    <a:pt x="1471387" y="3301891"/>
                  </a:lnTo>
                  <a:lnTo>
                    <a:pt x="1472504" y="3301816"/>
                  </a:lnTo>
                  <a:lnTo>
                    <a:pt x="1479853" y="3301285"/>
                  </a:lnTo>
                  <a:lnTo>
                    <a:pt x="1498389" y="3299815"/>
                  </a:lnTo>
                  <a:lnTo>
                    <a:pt x="1531554" y="3296922"/>
                  </a:lnTo>
                  <a:lnTo>
                    <a:pt x="1581041" y="3292153"/>
                  </a:lnTo>
                  <a:lnTo>
                    <a:pt x="1646658" y="3285139"/>
                  </a:lnTo>
                  <a:lnTo>
                    <a:pt x="1726474" y="3275623"/>
                  </a:lnTo>
                  <a:lnTo>
                    <a:pt x="1817251" y="3263474"/>
                  </a:lnTo>
                  <a:lnTo>
                    <a:pt x="1915073" y="3248665"/>
                  </a:lnTo>
                  <a:lnTo>
                    <a:pt x="2015982" y="3231235"/>
                  </a:lnTo>
                  <a:lnTo>
                    <a:pt x="2116487" y="3211243"/>
                  </a:lnTo>
                  <a:lnTo>
                    <a:pt x="2213854" y="3188720"/>
                  </a:lnTo>
                  <a:lnTo>
                    <a:pt x="2306199" y="3163638"/>
                  </a:lnTo>
                  <a:lnTo>
                    <a:pt x="2392425" y="3135887"/>
                  </a:lnTo>
                  <a:lnTo>
                    <a:pt x="2472088" y="3105267"/>
                  </a:lnTo>
                  <a:lnTo>
                    <a:pt x="2545234" y="3071486"/>
                  </a:lnTo>
                  <a:lnTo>
                    <a:pt x="2612245" y="3034160"/>
                  </a:lnTo>
                  <a:lnTo>
                    <a:pt x="2673718" y="2992832"/>
                  </a:lnTo>
                  <a:lnTo>
                    <a:pt x="2730367" y="2946988"/>
                  </a:lnTo>
                  <a:lnTo>
                    <a:pt x="2782959" y="2896095"/>
                  </a:lnTo>
                  <a:lnTo>
                    <a:pt x="2832255" y="2839663"/>
                  </a:lnTo>
                  <a:lnTo>
                    <a:pt x="2878971" y="2777349"/>
                  </a:lnTo>
                  <a:lnTo>
                    <a:pt x="2896531" y="2751576"/>
                  </a:lnTo>
                  <a:lnTo>
                    <a:pt x="2931932" y="2695647"/>
                  </a:lnTo>
                  <a:lnTo>
                    <a:pt x="2966479" y="2635854"/>
                  </a:lnTo>
                  <a:lnTo>
                    <a:pt x="3000393" y="2572115"/>
                  </a:lnTo>
                  <a:lnTo>
                    <a:pt x="3033851" y="2504408"/>
                  </a:lnTo>
                  <a:lnTo>
                    <a:pt x="3066998" y="2432770"/>
                  </a:lnTo>
                  <a:lnTo>
                    <a:pt x="3099951" y="2357303"/>
                  </a:lnTo>
                  <a:lnTo>
                    <a:pt x="3132796" y="2278183"/>
                  </a:lnTo>
                  <a:lnTo>
                    <a:pt x="3165602" y="2195657"/>
                  </a:lnTo>
                  <a:lnTo>
                    <a:pt x="3198413" y="2110042"/>
                  </a:lnTo>
                  <a:lnTo>
                    <a:pt x="3231257" y="2021728"/>
                  </a:lnTo>
                  <a:lnTo>
                    <a:pt x="3264147" y="1931169"/>
                  </a:lnTo>
                  <a:lnTo>
                    <a:pt x="3297083" y="1838871"/>
                  </a:lnTo>
                  <a:lnTo>
                    <a:pt x="3330054" y="1745388"/>
                  </a:lnTo>
                  <a:lnTo>
                    <a:pt x="3363045" y="1651304"/>
                  </a:lnTo>
                  <a:lnTo>
                    <a:pt x="3396036" y="1557217"/>
                  </a:lnTo>
                  <a:lnTo>
                    <a:pt x="3429008" y="1463728"/>
                  </a:lnTo>
                  <a:lnTo>
                    <a:pt x="3461944" y="1371419"/>
                  </a:lnTo>
                  <a:lnTo>
                    <a:pt x="3494834" y="1280844"/>
                  </a:lnTo>
                  <a:lnTo>
                    <a:pt x="3527679" y="1192512"/>
                  </a:lnTo>
                  <a:lnTo>
                    <a:pt x="3560490" y="1106875"/>
                  </a:lnTo>
                  <a:lnTo>
                    <a:pt x="3593296" y="1024323"/>
                  </a:lnTo>
                  <a:lnTo>
                    <a:pt x="3626141" y="945176"/>
                  </a:lnTo>
                  <a:lnTo>
                    <a:pt x="3659092" y="869682"/>
                  </a:lnTo>
                  <a:lnTo>
                    <a:pt x="3692237" y="798013"/>
                  </a:lnTo>
                  <a:lnTo>
                    <a:pt x="3725693" y="730276"/>
                  </a:lnTo>
                  <a:lnTo>
                    <a:pt x="3759602" y="666507"/>
                  </a:lnTo>
                  <a:lnTo>
                    <a:pt x="3794144" y="606684"/>
                  </a:lnTo>
                  <a:lnTo>
                    <a:pt x="3829537" y="550727"/>
                  </a:lnTo>
                  <a:lnTo>
                    <a:pt x="3829811" y="550315"/>
                  </a:lnTo>
                  <a:lnTo>
                    <a:pt x="3875699" y="485686"/>
                  </a:lnTo>
                  <a:lnTo>
                    <a:pt x="3923913" y="427001"/>
                  </a:lnTo>
                  <a:lnTo>
                    <a:pt x="3975138" y="374012"/>
                  </a:lnTo>
                  <a:lnTo>
                    <a:pt x="4030122" y="326273"/>
                  </a:lnTo>
                  <a:lnTo>
                    <a:pt x="4089635" y="283256"/>
                  </a:lnTo>
                  <a:lnTo>
                    <a:pt x="4154419" y="244437"/>
                  </a:lnTo>
                  <a:lnTo>
                    <a:pt x="4225126" y="209331"/>
                  </a:lnTo>
                  <a:lnTo>
                    <a:pt x="4302235" y="177524"/>
                  </a:lnTo>
                  <a:lnTo>
                    <a:pt x="4385938" y="148690"/>
                  </a:lnTo>
                  <a:lnTo>
                    <a:pt x="4476000" y="122591"/>
                  </a:lnTo>
                  <a:lnTo>
                    <a:pt x="4571597" y="99082"/>
                  </a:lnTo>
                  <a:lnTo>
                    <a:pt x="4671163" y="78108"/>
                  </a:lnTo>
                  <a:lnTo>
                    <a:pt x="4772293" y="59678"/>
                  </a:lnTo>
                  <a:lnTo>
                    <a:pt x="4871765" y="43846"/>
                  </a:lnTo>
                  <a:lnTo>
                    <a:pt x="4965755" y="30663"/>
                  </a:lnTo>
                  <a:lnTo>
                    <a:pt x="5050259" y="20135"/>
                  </a:lnTo>
                  <a:lnTo>
                    <a:pt x="5121696" y="12174"/>
                  </a:lnTo>
                  <a:lnTo>
                    <a:pt x="5177564" y="6573"/>
                  </a:lnTo>
                  <a:lnTo>
                    <a:pt x="5216961" y="3002"/>
                  </a:lnTo>
                  <a:lnTo>
                    <a:pt x="5240853" y="1037"/>
                  </a:lnTo>
                  <a:lnTo>
                    <a:pt x="5252030" y="200"/>
                  </a:lnTo>
                  <a:lnTo>
                    <a:pt x="5254888" y="4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262" y="81"/>
                  </a:lnTo>
                  <a:lnTo>
                    <a:pt x="6733332" y="658"/>
                  </a:lnTo>
                  <a:lnTo>
                    <a:pt x="6748728" y="2252"/>
                  </a:lnTo>
                  <a:lnTo>
                    <a:pt x="6776488" y="5394"/>
                  </a:lnTo>
                  <a:lnTo>
                    <a:pt x="6818338" y="10589"/>
                  </a:lnTo>
                  <a:lnTo>
                    <a:pt x="6874565" y="18269"/>
                  </a:lnTo>
                  <a:lnTo>
                    <a:pt x="6944055" y="28762"/>
                  </a:lnTo>
                  <a:lnTo>
                    <a:pt x="7024537" y="42264"/>
                  </a:lnTo>
                  <a:lnTo>
                    <a:pt x="7112989" y="58857"/>
                  </a:lnTo>
                  <a:lnTo>
                    <a:pt x="7206117" y="78527"/>
                  </a:lnTo>
                  <a:lnTo>
                    <a:pt x="7300781" y="101218"/>
                  </a:lnTo>
                  <a:lnTo>
                    <a:pt x="7394301" y="126871"/>
                  </a:lnTo>
                  <a:lnTo>
                    <a:pt x="7484618" y="155465"/>
                  </a:lnTo>
                  <a:lnTo>
                    <a:pt x="7570322" y="187046"/>
                  </a:lnTo>
                  <a:lnTo>
                    <a:pt x="7650596" y="221746"/>
                  </a:lnTo>
                  <a:lnTo>
                    <a:pt x="7725113" y="259791"/>
                  </a:lnTo>
                  <a:lnTo>
                    <a:pt x="7793912" y="301499"/>
                  </a:lnTo>
                  <a:lnTo>
                    <a:pt x="7857297" y="347281"/>
                  </a:lnTo>
                  <a:lnTo>
                    <a:pt x="7915740" y="397627"/>
                  </a:lnTo>
                  <a:lnTo>
                    <a:pt x="7969816" y="453087"/>
                  </a:lnTo>
                  <a:lnTo>
                    <a:pt x="8020147" y="514242"/>
                  </a:lnTo>
                  <a:lnTo>
                    <a:pt x="8067364" y="581651"/>
                  </a:lnTo>
                  <a:lnTo>
                    <a:pt x="8112072" y="655766"/>
                  </a:lnTo>
                  <a:lnTo>
                    <a:pt x="8151487" y="730121"/>
                  </a:lnTo>
                  <a:lnTo>
                    <a:pt x="8182797" y="795384"/>
                  </a:lnTo>
                  <a:lnTo>
                    <a:pt x="8213420" y="864636"/>
                  </a:lnTo>
                  <a:lnTo>
                    <a:pt x="8243513" y="937955"/>
                  </a:lnTo>
                  <a:lnTo>
                    <a:pt x="8273205" y="1015379"/>
                  </a:lnTo>
                  <a:lnTo>
                    <a:pt x="8302606" y="1096899"/>
                  </a:lnTo>
                  <a:lnTo>
                    <a:pt x="8331805" y="1182451"/>
                  </a:lnTo>
                  <a:lnTo>
                    <a:pt x="8360875" y="1271920"/>
                  </a:lnTo>
                  <a:lnTo>
                    <a:pt x="8389873" y="1365128"/>
                  </a:lnTo>
                  <a:lnTo>
                    <a:pt x="8418842" y="1461845"/>
                  </a:lnTo>
                  <a:lnTo>
                    <a:pt x="8447815" y="1561776"/>
                  </a:lnTo>
                  <a:lnTo>
                    <a:pt x="8476810" y="1664574"/>
                  </a:lnTo>
                  <a:lnTo>
                    <a:pt x="8505840" y="1769837"/>
                  </a:lnTo>
                  <a:lnTo>
                    <a:pt x="8534907" y="1877117"/>
                  </a:lnTo>
                  <a:lnTo>
                    <a:pt x="8564007" y="1985926"/>
                  </a:lnTo>
                  <a:lnTo>
                    <a:pt x="8593130" y="2095746"/>
                  </a:lnTo>
                  <a:lnTo>
                    <a:pt x="8622265" y="2206037"/>
                  </a:lnTo>
                  <a:lnTo>
                    <a:pt x="8651398" y="2316249"/>
                  </a:lnTo>
                  <a:lnTo>
                    <a:pt x="8680516" y="2425836"/>
                  </a:lnTo>
                  <a:lnTo>
                    <a:pt x="8709607" y="2534263"/>
                  </a:lnTo>
                  <a:lnTo>
                    <a:pt x="8738663" y="2641018"/>
                  </a:lnTo>
                  <a:lnTo>
                    <a:pt x="8767683" y="2745624"/>
                  </a:lnTo>
                  <a:lnTo>
                    <a:pt x="8796671" y="2847647"/>
                  </a:lnTo>
                  <a:lnTo>
                    <a:pt x="8825640" y="2946697"/>
                  </a:lnTo>
                  <a:lnTo>
                    <a:pt x="8854614" y="3042445"/>
                  </a:lnTo>
                  <a:lnTo>
                    <a:pt x="8883627" y="3134612"/>
                  </a:lnTo>
                  <a:lnTo>
                    <a:pt x="8912727" y="3222983"/>
                  </a:lnTo>
                  <a:lnTo>
                    <a:pt x="8941975" y="3307399"/>
                  </a:lnTo>
                  <a:lnTo>
                    <a:pt x="8971449" y="3387759"/>
                  </a:lnTo>
                  <a:lnTo>
                    <a:pt x="9001243" y="3464017"/>
                  </a:lnTo>
                  <a:lnTo>
                    <a:pt x="9031472" y="3536174"/>
                  </a:lnTo>
                  <a:lnTo>
                    <a:pt x="9062274" y="3604283"/>
                  </a:lnTo>
                  <a:lnTo>
                    <a:pt x="9084767" y="3650605"/>
                  </a:lnTo>
                  <a:lnTo>
                    <a:pt x="9127651" y="3731094"/>
                  </a:lnTo>
                  <a:lnTo>
                    <a:pt x="9172537" y="3804664"/>
                  </a:lnTo>
                  <a:lnTo>
                    <a:pt x="9219978" y="3871558"/>
                  </a:lnTo>
                  <a:lnTo>
                    <a:pt x="9270584" y="3932241"/>
                  </a:lnTo>
                  <a:lnTo>
                    <a:pt x="9324984" y="3987274"/>
                  </a:lnTo>
                  <a:lnTo>
                    <a:pt x="9383799" y="4037238"/>
                  </a:lnTo>
                  <a:lnTo>
                    <a:pt x="9447598" y="4082680"/>
                  </a:lnTo>
                  <a:lnTo>
                    <a:pt x="9516842" y="4124084"/>
                  </a:lnTo>
                  <a:lnTo>
                    <a:pt x="9591819" y="4161852"/>
                  </a:lnTo>
                  <a:lnTo>
                    <a:pt x="9672542" y="4196298"/>
                  </a:lnTo>
                  <a:lnTo>
                    <a:pt x="9758649" y="4227638"/>
                  </a:lnTo>
                  <a:lnTo>
                    <a:pt x="9849279" y="4255998"/>
                  </a:lnTo>
                  <a:lnTo>
                    <a:pt x="9942974" y="4281417"/>
                  </a:lnTo>
                  <a:lnTo>
                    <a:pt x="10037622" y="4303871"/>
                  </a:lnTo>
                  <a:lnTo>
                    <a:pt x="10130498" y="4323299"/>
                  </a:lnTo>
                  <a:lnTo>
                    <a:pt x="10218437" y="4339646"/>
                  </a:lnTo>
                  <a:lnTo>
                    <a:pt x="10298150" y="4352905"/>
                  </a:lnTo>
                  <a:lnTo>
                    <a:pt x="10366657" y="4363165"/>
                  </a:lnTo>
                  <a:lnTo>
                    <a:pt x="10421767" y="4370636"/>
                  </a:lnTo>
                  <a:lnTo>
                    <a:pt x="10462469" y="4375650"/>
                  </a:lnTo>
                  <a:lnTo>
                    <a:pt x="10489166" y="4378651"/>
                  </a:lnTo>
                  <a:lnTo>
                    <a:pt x="10503695" y="4380144"/>
                  </a:lnTo>
                  <a:lnTo>
                    <a:pt x="10509190" y="4380663"/>
                  </a:lnTo>
                  <a:lnTo>
                    <a:pt x="10509911" y="4380727"/>
                  </a:lnTo>
                  <a:lnTo>
                    <a:pt x="11981298" y="438072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56" name="pl1156"/>
            <p:cNvSpPr/>
            <p:nvPr/>
          </p:nvSpPr>
          <p:spPr>
            <a:xfrm>
              <a:off x="4799595" y="4971597"/>
              <a:ext cx="11981298" cy="4380727"/>
            </a:xfrm>
            <a:custGeom>
              <a:avLst/>
              <a:pathLst>
                <a:path w="11981298" h="4380727">
                  <a:moveTo>
                    <a:pt x="11981298" y="4380727"/>
                  </a:moveTo>
                  <a:lnTo>
                    <a:pt x="10509911" y="4380727"/>
                  </a:lnTo>
                  <a:lnTo>
                    <a:pt x="10508991" y="4380646"/>
                  </a:lnTo>
                  <a:lnTo>
                    <a:pt x="10502921" y="4380069"/>
                  </a:lnTo>
                  <a:lnTo>
                    <a:pt x="10487525" y="4378474"/>
                  </a:lnTo>
                  <a:lnTo>
                    <a:pt x="10459765" y="4375332"/>
                  </a:lnTo>
                  <a:lnTo>
                    <a:pt x="10417915" y="4370138"/>
                  </a:lnTo>
                  <a:lnTo>
                    <a:pt x="10361688" y="4362457"/>
                  </a:lnTo>
                  <a:lnTo>
                    <a:pt x="10292198" y="4351964"/>
                  </a:lnTo>
                  <a:lnTo>
                    <a:pt x="10211717" y="4338462"/>
                  </a:lnTo>
                  <a:lnTo>
                    <a:pt x="10123264" y="4321870"/>
                  </a:lnTo>
                  <a:lnTo>
                    <a:pt x="10030136" y="4302199"/>
                  </a:lnTo>
                  <a:lnTo>
                    <a:pt x="9935472" y="4279508"/>
                  </a:lnTo>
                  <a:lnTo>
                    <a:pt x="9841952" y="4253855"/>
                  </a:lnTo>
                  <a:lnTo>
                    <a:pt x="9751636" y="4225261"/>
                  </a:lnTo>
                  <a:lnTo>
                    <a:pt x="9665932" y="4193680"/>
                  </a:lnTo>
                  <a:lnTo>
                    <a:pt x="9585657" y="4158980"/>
                  </a:lnTo>
                  <a:lnTo>
                    <a:pt x="9511140" y="4120935"/>
                  </a:lnTo>
                  <a:lnTo>
                    <a:pt x="9442341" y="4079227"/>
                  </a:lnTo>
                  <a:lnTo>
                    <a:pt x="9378957" y="4033445"/>
                  </a:lnTo>
                  <a:lnTo>
                    <a:pt x="9320513" y="3983099"/>
                  </a:lnTo>
                  <a:lnTo>
                    <a:pt x="9266437" y="3927639"/>
                  </a:lnTo>
                  <a:lnTo>
                    <a:pt x="9216106" y="3866484"/>
                  </a:lnTo>
                  <a:lnTo>
                    <a:pt x="9168889" y="3799075"/>
                  </a:lnTo>
                  <a:lnTo>
                    <a:pt x="9124181" y="3724960"/>
                  </a:lnTo>
                  <a:lnTo>
                    <a:pt x="9084767" y="3650605"/>
                  </a:lnTo>
                  <a:lnTo>
                    <a:pt x="9053456" y="3585342"/>
                  </a:lnTo>
                  <a:lnTo>
                    <a:pt x="9022833" y="3516090"/>
                  </a:lnTo>
                  <a:lnTo>
                    <a:pt x="8992740" y="3442771"/>
                  </a:lnTo>
                  <a:lnTo>
                    <a:pt x="8963048" y="3365347"/>
                  </a:lnTo>
                  <a:lnTo>
                    <a:pt x="8933647" y="3283827"/>
                  </a:lnTo>
                  <a:lnTo>
                    <a:pt x="8904448" y="3198275"/>
                  </a:lnTo>
                  <a:lnTo>
                    <a:pt x="8875378" y="3108807"/>
                  </a:lnTo>
                  <a:lnTo>
                    <a:pt x="8846381" y="3015598"/>
                  </a:lnTo>
                  <a:lnTo>
                    <a:pt x="8817411" y="2918881"/>
                  </a:lnTo>
                  <a:lnTo>
                    <a:pt x="8788439" y="2818950"/>
                  </a:lnTo>
                  <a:lnTo>
                    <a:pt x="8759443" y="2716152"/>
                  </a:lnTo>
                  <a:lnTo>
                    <a:pt x="8730413" y="2610889"/>
                  </a:lnTo>
                  <a:lnTo>
                    <a:pt x="8701346" y="2503609"/>
                  </a:lnTo>
                  <a:lnTo>
                    <a:pt x="8672247" y="2394800"/>
                  </a:lnTo>
                  <a:lnTo>
                    <a:pt x="8643123" y="2284980"/>
                  </a:lnTo>
                  <a:lnTo>
                    <a:pt x="8613988" y="2174689"/>
                  </a:lnTo>
                  <a:lnTo>
                    <a:pt x="8584855" y="2064477"/>
                  </a:lnTo>
                  <a:lnTo>
                    <a:pt x="8555737" y="1954890"/>
                  </a:lnTo>
                  <a:lnTo>
                    <a:pt x="8526646" y="1846463"/>
                  </a:lnTo>
                  <a:lnTo>
                    <a:pt x="8497590" y="1739708"/>
                  </a:lnTo>
                  <a:lnTo>
                    <a:pt x="8468570" y="1635102"/>
                  </a:lnTo>
                  <a:lnTo>
                    <a:pt x="8439582" y="1533080"/>
                  </a:lnTo>
                  <a:lnTo>
                    <a:pt x="8410613" y="1434029"/>
                  </a:lnTo>
                  <a:lnTo>
                    <a:pt x="8381639" y="1338282"/>
                  </a:lnTo>
                  <a:lnTo>
                    <a:pt x="8352626" y="1246114"/>
                  </a:lnTo>
                  <a:lnTo>
                    <a:pt x="8323526" y="1157743"/>
                  </a:lnTo>
                  <a:lnTo>
                    <a:pt x="8294278" y="1073327"/>
                  </a:lnTo>
                  <a:lnTo>
                    <a:pt x="8264804" y="992967"/>
                  </a:lnTo>
                  <a:lnTo>
                    <a:pt x="8235010" y="916710"/>
                  </a:lnTo>
                  <a:lnTo>
                    <a:pt x="8204781" y="844552"/>
                  </a:lnTo>
                  <a:lnTo>
                    <a:pt x="8173979" y="776443"/>
                  </a:lnTo>
                  <a:lnTo>
                    <a:pt x="8151487" y="730121"/>
                  </a:lnTo>
                  <a:lnTo>
                    <a:pt x="8108602" y="649632"/>
                  </a:lnTo>
                  <a:lnTo>
                    <a:pt x="8063716" y="576062"/>
                  </a:lnTo>
                  <a:lnTo>
                    <a:pt x="8016275" y="509168"/>
                  </a:lnTo>
                  <a:lnTo>
                    <a:pt x="7965670" y="448485"/>
                  </a:lnTo>
                  <a:lnTo>
                    <a:pt x="7911269" y="393452"/>
                  </a:lnTo>
                  <a:lnTo>
                    <a:pt x="7852454" y="343488"/>
                  </a:lnTo>
                  <a:lnTo>
                    <a:pt x="7788655" y="298046"/>
                  </a:lnTo>
                  <a:lnTo>
                    <a:pt x="7719411" y="256642"/>
                  </a:lnTo>
                  <a:lnTo>
                    <a:pt x="7644435" y="218874"/>
                  </a:lnTo>
                  <a:lnTo>
                    <a:pt x="7563711" y="184428"/>
                  </a:lnTo>
                  <a:lnTo>
                    <a:pt x="7477604" y="153088"/>
                  </a:lnTo>
                  <a:lnTo>
                    <a:pt x="7386974" y="124728"/>
                  </a:lnTo>
                  <a:lnTo>
                    <a:pt x="7293279" y="99309"/>
                  </a:lnTo>
                  <a:lnTo>
                    <a:pt x="7198632" y="76855"/>
                  </a:lnTo>
                  <a:lnTo>
                    <a:pt x="7105755" y="57427"/>
                  </a:lnTo>
                  <a:lnTo>
                    <a:pt x="7017816" y="41080"/>
                  </a:lnTo>
                  <a:lnTo>
                    <a:pt x="6938103" y="27821"/>
                  </a:lnTo>
                  <a:lnTo>
                    <a:pt x="6869596" y="17561"/>
                  </a:lnTo>
                  <a:lnTo>
                    <a:pt x="6814486" y="10091"/>
                  </a:lnTo>
                  <a:lnTo>
                    <a:pt x="6773784" y="5076"/>
                  </a:lnTo>
                  <a:lnTo>
                    <a:pt x="6747087" y="2076"/>
                  </a:lnTo>
                  <a:lnTo>
                    <a:pt x="6732558" y="582"/>
                  </a:lnTo>
                  <a:lnTo>
                    <a:pt x="6727063" y="63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838" y="74"/>
                  </a:lnTo>
                  <a:lnTo>
                    <a:pt x="5246489" y="606"/>
                  </a:lnTo>
                  <a:lnTo>
                    <a:pt x="5227954" y="2075"/>
                  </a:lnTo>
                  <a:lnTo>
                    <a:pt x="5194788" y="4969"/>
                  </a:lnTo>
                  <a:lnTo>
                    <a:pt x="5145301" y="9737"/>
                  </a:lnTo>
                  <a:lnTo>
                    <a:pt x="5079684" y="16752"/>
                  </a:lnTo>
                  <a:lnTo>
                    <a:pt x="4999869" y="26267"/>
                  </a:lnTo>
                  <a:lnTo>
                    <a:pt x="4909091" y="38417"/>
                  </a:lnTo>
                  <a:lnTo>
                    <a:pt x="4811269" y="53226"/>
                  </a:lnTo>
                  <a:lnTo>
                    <a:pt x="4710360" y="70655"/>
                  </a:lnTo>
                  <a:lnTo>
                    <a:pt x="4609855" y="90647"/>
                  </a:lnTo>
                  <a:lnTo>
                    <a:pt x="4512488" y="113170"/>
                  </a:lnTo>
                  <a:lnTo>
                    <a:pt x="4420143" y="138253"/>
                  </a:lnTo>
                  <a:lnTo>
                    <a:pt x="4333917" y="166004"/>
                  </a:lnTo>
                  <a:lnTo>
                    <a:pt x="4254254" y="196623"/>
                  </a:lnTo>
                  <a:lnTo>
                    <a:pt x="4181108" y="230405"/>
                  </a:lnTo>
                  <a:lnTo>
                    <a:pt x="4114097" y="267730"/>
                  </a:lnTo>
                  <a:lnTo>
                    <a:pt x="4052624" y="309058"/>
                  </a:lnTo>
                  <a:lnTo>
                    <a:pt x="3995975" y="354902"/>
                  </a:lnTo>
                  <a:lnTo>
                    <a:pt x="3943383" y="405795"/>
                  </a:lnTo>
                  <a:lnTo>
                    <a:pt x="3894087" y="462227"/>
                  </a:lnTo>
                  <a:lnTo>
                    <a:pt x="3847372" y="524541"/>
                  </a:lnTo>
                  <a:lnTo>
                    <a:pt x="3829811" y="550315"/>
                  </a:lnTo>
                  <a:lnTo>
                    <a:pt x="3794410" y="606243"/>
                  </a:lnTo>
                  <a:lnTo>
                    <a:pt x="3759863" y="666037"/>
                  </a:lnTo>
                  <a:lnTo>
                    <a:pt x="3725949" y="729775"/>
                  </a:lnTo>
                  <a:lnTo>
                    <a:pt x="3692491" y="797482"/>
                  </a:lnTo>
                  <a:lnTo>
                    <a:pt x="3659344" y="869121"/>
                  </a:lnTo>
                  <a:lnTo>
                    <a:pt x="3626392" y="944587"/>
                  </a:lnTo>
                  <a:lnTo>
                    <a:pt x="3593546" y="1023707"/>
                  </a:lnTo>
                  <a:lnTo>
                    <a:pt x="3560740" y="1106234"/>
                  </a:lnTo>
                  <a:lnTo>
                    <a:pt x="3527929" y="1191848"/>
                  </a:lnTo>
                  <a:lnTo>
                    <a:pt x="3495085" y="1280162"/>
                  </a:lnTo>
                  <a:lnTo>
                    <a:pt x="3462195" y="1370722"/>
                  </a:lnTo>
                  <a:lnTo>
                    <a:pt x="3429259" y="1463019"/>
                  </a:lnTo>
                  <a:lnTo>
                    <a:pt x="3396288" y="1556502"/>
                  </a:lnTo>
                  <a:lnTo>
                    <a:pt x="3363297" y="1650586"/>
                  </a:lnTo>
                  <a:lnTo>
                    <a:pt x="3330306" y="1744673"/>
                  </a:lnTo>
                  <a:lnTo>
                    <a:pt x="3297334" y="1838162"/>
                  </a:lnTo>
                  <a:lnTo>
                    <a:pt x="3264398" y="1930471"/>
                  </a:lnTo>
                  <a:lnTo>
                    <a:pt x="3231508" y="2021046"/>
                  </a:lnTo>
                  <a:lnTo>
                    <a:pt x="3198663" y="2109378"/>
                  </a:lnTo>
                  <a:lnTo>
                    <a:pt x="3165852" y="2195015"/>
                  </a:lnTo>
                  <a:lnTo>
                    <a:pt x="3133047" y="2277567"/>
                  </a:lnTo>
                  <a:lnTo>
                    <a:pt x="3100201" y="2356714"/>
                  </a:lnTo>
                  <a:lnTo>
                    <a:pt x="3067250" y="2432209"/>
                  </a:lnTo>
                  <a:lnTo>
                    <a:pt x="3034105" y="2503877"/>
                  </a:lnTo>
                  <a:lnTo>
                    <a:pt x="3000649" y="2571614"/>
                  </a:lnTo>
                  <a:lnTo>
                    <a:pt x="2966740" y="2635383"/>
                  </a:lnTo>
                  <a:lnTo>
                    <a:pt x="2932198" y="2695206"/>
                  </a:lnTo>
                  <a:lnTo>
                    <a:pt x="2896805" y="2751164"/>
                  </a:lnTo>
                  <a:lnTo>
                    <a:pt x="2896531" y="2751576"/>
                  </a:lnTo>
                  <a:lnTo>
                    <a:pt x="2850643" y="2816204"/>
                  </a:lnTo>
                  <a:lnTo>
                    <a:pt x="2802429" y="2874889"/>
                  </a:lnTo>
                  <a:lnTo>
                    <a:pt x="2751204" y="2927878"/>
                  </a:lnTo>
                  <a:lnTo>
                    <a:pt x="2696220" y="2975618"/>
                  </a:lnTo>
                  <a:lnTo>
                    <a:pt x="2636707" y="3018634"/>
                  </a:lnTo>
                  <a:lnTo>
                    <a:pt x="2571923" y="3057453"/>
                  </a:lnTo>
                  <a:lnTo>
                    <a:pt x="2501216" y="3092560"/>
                  </a:lnTo>
                  <a:lnTo>
                    <a:pt x="2424107" y="3124366"/>
                  </a:lnTo>
                  <a:lnTo>
                    <a:pt x="2340404" y="3153200"/>
                  </a:lnTo>
                  <a:lnTo>
                    <a:pt x="2250342" y="3179300"/>
                  </a:lnTo>
                  <a:lnTo>
                    <a:pt x="2154745" y="3202808"/>
                  </a:lnTo>
                  <a:lnTo>
                    <a:pt x="2055179" y="3223783"/>
                  </a:lnTo>
                  <a:lnTo>
                    <a:pt x="1954050" y="3242212"/>
                  </a:lnTo>
                  <a:lnTo>
                    <a:pt x="1854577" y="3258045"/>
                  </a:lnTo>
                  <a:lnTo>
                    <a:pt x="1760587" y="3271227"/>
                  </a:lnTo>
                  <a:lnTo>
                    <a:pt x="1676083" y="3281755"/>
                  </a:lnTo>
                  <a:lnTo>
                    <a:pt x="1604646" y="3289716"/>
                  </a:lnTo>
                  <a:lnTo>
                    <a:pt x="1548778" y="3295317"/>
                  </a:lnTo>
                  <a:lnTo>
                    <a:pt x="1509381" y="3298888"/>
                  </a:lnTo>
                  <a:lnTo>
                    <a:pt x="1485489" y="3300853"/>
                  </a:lnTo>
                  <a:lnTo>
                    <a:pt x="1474312" y="3301690"/>
                  </a:lnTo>
                  <a:lnTo>
                    <a:pt x="1471454" y="3301887"/>
                  </a:lnTo>
                  <a:lnTo>
                    <a:pt x="1471387" y="3301891"/>
                  </a:lnTo>
                  <a:lnTo>
                    <a:pt x="0" y="330189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57" name="pg1157"/>
            <p:cNvSpPr/>
            <p:nvPr/>
          </p:nvSpPr>
          <p:spPr>
            <a:xfrm>
              <a:off x="4799595" y="8673965"/>
              <a:ext cx="11981298" cy="2533629"/>
            </a:xfrm>
            <a:custGeom>
              <a:avLst/>
              <a:pathLst>
                <a:path w="11981298" h="2533629">
                  <a:moveTo>
                    <a:pt x="0" y="8172"/>
                  </a:moveTo>
                  <a:lnTo>
                    <a:pt x="1471387" y="8172"/>
                  </a:lnTo>
                  <a:lnTo>
                    <a:pt x="1472565" y="8226"/>
                  </a:lnTo>
                  <a:lnTo>
                    <a:pt x="1480306" y="8608"/>
                  </a:lnTo>
                  <a:lnTo>
                    <a:pt x="1499799" y="9665"/>
                  </a:lnTo>
                  <a:lnTo>
                    <a:pt x="1534599" y="11745"/>
                  </a:lnTo>
                  <a:lnTo>
                    <a:pt x="1586365" y="15169"/>
                  </a:lnTo>
                  <a:lnTo>
                    <a:pt x="1654736" y="20198"/>
                  </a:lnTo>
                  <a:lnTo>
                    <a:pt x="1737513" y="27006"/>
                  </a:lnTo>
                  <a:lnTo>
                    <a:pt x="1831159" y="35679"/>
                  </a:lnTo>
                  <a:lnTo>
                    <a:pt x="1931499" y="46226"/>
                  </a:lnTo>
                  <a:lnTo>
                    <a:pt x="2034405" y="58616"/>
                  </a:lnTo>
                  <a:lnTo>
                    <a:pt x="2136314" y="72809"/>
                  </a:lnTo>
                  <a:lnTo>
                    <a:pt x="2234510" y="88787"/>
                  </a:lnTo>
                  <a:lnTo>
                    <a:pt x="2327189" y="106584"/>
                  </a:lnTo>
                  <a:lnTo>
                    <a:pt x="2413362" y="126291"/>
                  </a:lnTo>
                  <a:lnTo>
                    <a:pt x="2492703" y="148070"/>
                  </a:lnTo>
                  <a:lnTo>
                    <a:pt x="2565367" y="172148"/>
                  </a:lnTo>
                  <a:lnTo>
                    <a:pt x="2631834" y="198816"/>
                  </a:lnTo>
                  <a:lnTo>
                    <a:pt x="2692780" y="228418"/>
                  </a:lnTo>
                  <a:lnTo>
                    <a:pt x="2748982" y="261330"/>
                  </a:lnTo>
                  <a:lnTo>
                    <a:pt x="2801254" y="297932"/>
                  </a:lnTo>
                  <a:lnTo>
                    <a:pt x="2850387" y="338547"/>
                  </a:lnTo>
                  <a:lnTo>
                    <a:pt x="2896531" y="382768"/>
                  </a:lnTo>
                  <a:lnTo>
                    <a:pt x="2937643" y="427323"/>
                  </a:lnTo>
                  <a:lnTo>
                    <a:pt x="2977650" y="475455"/>
                  </a:lnTo>
                  <a:lnTo>
                    <a:pt x="3016881" y="527236"/>
                  </a:lnTo>
                  <a:lnTo>
                    <a:pt x="3055597" y="582665"/>
                  </a:lnTo>
                  <a:lnTo>
                    <a:pt x="3093997" y="641661"/>
                  </a:lnTo>
                  <a:lnTo>
                    <a:pt x="3132232" y="704057"/>
                  </a:lnTo>
                  <a:lnTo>
                    <a:pt x="3170411" y="769597"/>
                  </a:lnTo>
                  <a:lnTo>
                    <a:pt x="3208604" y="837933"/>
                  </a:lnTo>
                  <a:lnTo>
                    <a:pt x="3246848" y="908632"/>
                  </a:lnTo>
                  <a:lnTo>
                    <a:pt x="3285156" y="981184"/>
                  </a:lnTo>
                  <a:lnTo>
                    <a:pt x="3323518" y="1055016"/>
                  </a:lnTo>
                  <a:lnTo>
                    <a:pt x="3361911" y="1129511"/>
                  </a:lnTo>
                  <a:lnTo>
                    <a:pt x="3400305" y="1204026"/>
                  </a:lnTo>
                  <a:lnTo>
                    <a:pt x="3438669" y="1277921"/>
                  </a:lnTo>
                  <a:lnTo>
                    <a:pt x="3476981" y="1350576"/>
                  </a:lnTo>
                  <a:lnTo>
                    <a:pt x="3515229" y="1421413"/>
                  </a:lnTo>
                  <a:lnTo>
                    <a:pt x="3553425" y="1489918"/>
                  </a:lnTo>
                  <a:lnTo>
                    <a:pt x="3591603" y="1555653"/>
                  </a:lnTo>
                  <a:lnTo>
                    <a:pt x="3629832" y="1618265"/>
                  </a:lnTo>
                  <a:lnTo>
                    <a:pt x="3668217" y="1677490"/>
                  </a:lnTo>
                  <a:lnTo>
                    <a:pt x="3706906" y="1733156"/>
                  </a:lnTo>
                  <a:lnTo>
                    <a:pt x="3746096" y="1785177"/>
                  </a:lnTo>
                  <a:lnTo>
                    <a:pt x="3786043" y="1833548"/>
                  </a:lnTo>
                  <a:lnTo>
                    <a:pt x="3827071" y="1878334"/>
                  </a:lnTo>
                  <a:lnTo>
                    <a:pt x="3829811" y="1881151"/>
                  </a:lnTo>
                  <a:lnTo>
                    <a:pt x="3876554" y="1925907"/>
                  </a:lnTo>
                  <a:lnTo>
                    <a:pt x="3925722" y="1966470"/>
                  </a:lnTo>
                  <a:lnTo>
                    <a:pt x="3978038" y="2003023"/>
                  </a:lnTo>
                  <a:lnTo>
                    <a:pt x="4034295" y="2035892"/>
                  </a:lnTo>
                  <a:lnTo>
                    <a:pt x="4095305" y="2065455"/>
                  </a:lnTo>
                  <a:lnTo>
                    <a:pt x="4161846" y="2092089"/>
                  </a:lnTo>
                  <a:lnTo>
                    <a:pt x="4234591" y="2116136"/>
                  </a:lnTo>
                  <a:lnTo>
                    <a:pt x="4314018" y="2137888"/>
                  </a:lnTo>
                  <a:lnTo>
                    <a:pt x="4400276" y="2157570"/>
                  </a:lnTo>
                  <a:lnTo>
                    <a:pt x="4493030" y="2175343"/>
                  </a:lnTo>
                  <a:lnTo>
                    <a:pt x="4591287" y="2191300"/>
                  </a:lnTo>
                  <a:lnTo>
                    <a:pt x="4693227" y="2205469"/>
                  </a:lnTo>
                  <a:lnTo>
                    <a:pt x="4796124" y="2217837"/>
                  </a:lnTo>
                  <a:lnTo>
                    <a:pt x="4896407" y="2228361"/>
                  </a:lnTo>
                  <a:lnTo>
                    <a:pt x="4989942" y="2237010"/>
                  </a:lnTo>
                  <a:lnTo>
                    <a:pt x="5072558" y="2243795"/>
                  </a:lnTo>
                  <a:lnTo>
                    <a:pt x="5140731" y="2248803"/>
                  </a:lnTo>
                  <a:lnTo>
                    <a:pt x="5192283" y="2252208"/>
                  </a:lnTo>
                  <a:lnTo>
                    <a:pt x="5226876" y="2254273"/>
                  </a:lnTo>
                  <a:lnTo>
                    <a:pt x="5246196" y="2255319"/>
                  </a:lnTo>
                  <a:lnTo>
                    <a:pt x="5253820" y="2255695"/>
                  </a:lnTo>
                  <a:lnTo>
                    <a:pt x="5254955" y="2255747"/>
                  </a:lnTo>
                  <a:lnTo>
                    <a:pt x="6726343" y="2255747"/>
                  </a:lnTo>
                  <a:lnTo>
                    <a:pt x="6727579" y="2255754"/>
                  </a:lnTo>
                  <a:lnTo>
                    <a:pt x="6735695" y="2255804"/>
                  </a:lnTo>
                  <a:lnTo>
                    <a:pt x="6756101" y="2255941"/>
                  </a:lnTo>
                  <a:lnTo>
                    <a:pt x="6792454" y="2256211"/>
                  </a:lnTo>
                  <a:lnTo>
                    <a:pt x="6846374" y="2256656"/>
                  </a:lnTo>
                  <a:lnTo>
                    <a:pt x="6917328" y="2257307"/>
                  </a:lnTo>
                  <a:lnTo>
                    <a:pt x="7002852" y="2258188"/>
                  </a:lnTo>
                  <a:lnTo>
                    <a:pt x="7099126" y="2259307"/>
                  </a:lnTo>
                  <a:lnTo>
                    <a:pt x="7201736" y="2260666"/>
                  </a:lnTo>
                  <a:lnTo>
                    <a:pt x="7306403" y="2262259"/>
                  </a:lnTo>
                  <a:lnTo>
                    <a:pt x="7409513" y="2264082"/>
                  </a:lnTo>
                  <a:lnTo>
                    <a:pt x="7508380" y="2266133"/>
                  </a:lnTo>
                  <a:lnTo>
                    <a:pt x="7601281" y="2268419"/>
                  </a:lnTo>
                  <a:lnTo>
                    <a:pt x="7687336" y="2270952"/>
                  </a:lnTo>
                  <a:lnTo>
                    <a:pt x="7766332" y="2273756"/>
                  </a:lnTo>
                  <a:lnTo>
                    <a:pt x="7838527" y="2276862"/>
                  </a:lnTo>
                  <a:lnTo>
                    <a:pt x="7904488" y="2280310"/>
                  </a:lnTo>
                  <a:lnTo>
                    <a:pt x="7964962" y="2284146"/>
                  </a:lnTo>
                  <a:lnTo>
                    <a:pt x="8020784" y="2288420"/>
                  </a:lnTo>
                  <a:lnTo>
                    <a:pt x="8072806" y="2293180"/>
                  </a:lnTo>
                  <a:lnTo>
                    <a:pt x="8121843" y="2298462"/>
                  </a:lnTo>
                  <a:lnTo>
                    <a:pt x="8151487" y="2302061"/>
                  </a:lnTo>
                  <a:lnTo>
                    <a:pt x="8207193" y="2309672"/>
                  </a:lnTo>
                  <a:lnTo>
                    <a:pt x="8261077" y="2318111"/>
                  </a:lnTo>
                  <a:lnTo>
                    <a:pt x="8313874" y="2327387"/>
                  </a:lnTo>
                  <a:lnTo>
                    <a:pt x="8366107" y="2337477"/>
                  </a:lnTo>
                  <a:lnTo>
                    <a:pt x="8418129" y="2348322"/>
                  </a:lnTo>
                  <a:lnTo>
                    <a:pt x="8470152" y="2359824"/>
                  </a:lnTo>
                  <a:lnTo>
                    <a:pt x="8522274" y="2371848"/>
                  </a:lnTo>
                  <a:lnTo>
                    <a:pt x="8574507" y="2384226"/>
                  </a:lnTo>
                  <a:lnTo>
                    <a:pt x="8626801" y="2396772"/>
                  </a:lnTo>
                  <a:lnTo>
                    <a:pt x="8679083" y="2409284"/>
                  </a:lnTo>
                  <a:lnTo>
                    <a:pt x="8731282" y="2421565"/>
                  </a:lnTo>
                  <a:lnTo>
                    <a:pt x="8783366" y="2433432"/>
                  </a:lnTo>
                  <a:lnTo>
                    <a:pt x="8835373" y="2444729"/>
                  </a:lnTo>
                  <a:lnTo>
                    <a:pt x="8887435" y="2455333"/>
                  </a:lnTo>
                  <a:lnTo>
                    <a:pt x="8939808" y="2465158"/>
                  </a:lnTo>
                  <a:lnTo>
                    <a:pt x="8992899" y="2474157"/>
                  </a:lnTo>
                  <a:lnTo>
                    <a:pt x="9047294" y="2482319"/>
                  </a:lnTo>
                  <a:lnTo>
                    <a:pt x="9084767" y="2487315"/>
                  </a:lnTo>
                  <a:lnTo>
                    <a:pt x="9132303" y="2492936"/>
                  </a:lnTo>
                  <a:lnTo>
                    <a:pt x="9182357" y="2498021"/>
                  </a:lnTo>
                  <a:lnTo>
                    <a:pt x="9235691" y="2502596"/>
                  </a:lnTo>
                  <a:lnTo>
                    <a:pt x="9293139" y="2506701"/>
                  </a:lnTo>
                  <a:lnTo>
                    <a:pt x="9355554" y="2510388"/>
                  </a:lnTo>
                  <a:lnTo>
                    <a:pt x="9423748" y="2513704"/>
                  </a:lnTo>
                  <a:lnTo>
                    <a:pt x="9498413" y="2516694"/>
                  </a:lnTo>
                  <a:lnTo>
                    <a:pt x="9580019" y="2519394"/>
                  </a:lnTo>
                  <a:lnTo>
                    <a:pt x="9668670" y="2521833"/>
                  </a:lnTo>
                  <a:lnTo>
                    <a:pt x="9763928" y="2524030"/>
                  </a:lnTo>
                  <a:lnTo>
                    <a:pt x="9864620" y="2525997"/>
                  </a:lnTo>
                  <a:lnTo>
                    <a:pt x="9968674" y="2527735"/>
                  </a:lnTo>
                  <a:lnTo>
                    <a:pt x="10073043" y="2529242"/>
                  </a:lnTo>
                  <a:lnTo>
                    <a:pt x="10173823" y="2530512"/>
                  </a:lnTo>
                  <a:lnTo>
                    <a:pt x="10266610" y="2531542"/>
                  </a:lnTo>
                  <a:lnTo>
                    <a:pt x="10347117" y="2532336"/>
                  </a:lnTo>
                  <a:lnTo>
                    <a:pt x="10411945" y="2532908"/>
                  </a:lnTo>
                  <a:lnTo>
                    <a:pt x="10459296" y="2533283"/>
                  </a:lnTo>
                  <a:lnTo>
                    <a:pt x="10489429" y="2533499"/>
                  </a:lnTo>
                  <a:lnTo>
                    <a:pt x="10504750" y="2533599"/>
                  </a:lnTo>
                  <a:lnTo>
                    <a:pt x="10509596" y="2533627"/>
                  </a:lnTo>
                  <a:lnTo>
                    <a:pt x="10509911" y="2533629"/>
                  </a:lnTo>
                  <a:lnTo>
                    <a:pt x="11981298" y="2533629"/>
                  </a:lnTo>
                  <a:lnTo>
                    <a:pt x="11981298" y="2525456"/>
                  </a:lnTo>
                  <a:lnTo>
                    <a:pt x="10509911" y="2525456"/>
                  </a:lnTo>
                  <a:lnTo>
                    <a:pt x="10508674" y="2525449"/>
                  </a:lnTo>
                  <a:lnTo>
                    <a:pt x="10500558" y="2525399"/>
                  </a:lnTo>
                  <a:lnTo>
                    <a:pt x="10480152" y="2525262"/>
                  </a:lnTo>
                  <a:lnTo>
                    <a:pt x="10443799" y="2524992"/>
                  </a:lnTo>
                  <a:lnTo>
                    <a:pt x="10389879" y="2524547"/>
                  </a:lnTo>
                  <a:lnTo>
                    <a:pt x="10318925" y="2523896"/>
                  </a:lnTo>
                  <a:lnTo>
                    <a:pt x="10233401" y="2523015"/>
                  </a:lnTo>
                  <a:lnTo>
                    <a:pt x="10137127" y="2521896"/>
                  </a:lnTo>
                  <a:lnTo>
                    <a:pt x="10034517" y="2520537"/>
                  </a:lnTo>
                  <a:lnTo>
                    <a:pt x="9929850" y="2518944"/>
                  </a:lnTo>
                  <a:lnTo>
                    <a:pt x="9826740" y="2517121"/>
                  </a:lnTo>
                  <a:lnTo>
                    <a:pt x="9727873" y="2515070"/>
                  </a:lnTo>
                  <a:lnTo>
                    <a:pt x="9634973" y="2512784"/>
                  </a:lnTo>
                  <a:lnTo>
                    <a:pt x="9548917" y="2510251"/>
                  </a:lnTo>
                  <a:lnTo>
                    <a:pt x="9469921" y="2507447"/>
                  </a:lnTo>
                  <a:lnTo>
                    <a:pt x="9397726" y="2504341"/>
                  </a:lnTo>
                  <a:lnTo>
                    <a:pt x="9331766" y="2500893"/>
                  </a:lnTo>
                  <a:lnTo>
                    <a:pt x="9271291" y="2497057"/>
                  </a:lnTo>
                  <a:lnTo>
                    <a:pt x="9215469" y="2492783"/>
                  </a:lnTo>
                  <a:lnTo>
                    <a:pt x="9163447" y="2488023"/>
                  </a:lnTo>
                  <a:lnTo>
                    <a:pt x="9114411" y="2482741"/>
                  </a:lnTo>
                  <a:lnTo>
                    <a:pt x="9084767" y="2479142"/>
                  </a:lnTo>
                  <a:lnTo>
                    <a:pt x="9029060" y="2471531"/>
                  </a:lnTo>
                  <a:lnTo>
                    <a:pt x="8975176" y="2463092"/>
                  </a:lnTo>
                  <a:lnTo>
                    <a:pt x="8922379" y="2453816"/>
                  </a:lnTo>
                  <a:lnTo>
                    <a:pt x="8870146" y="2443726"/>
                  </a:lnTo>
                  <a:lnTo>
                    <a:pt x="8818124" y="2432881"/>
                  </a:lnTo>
                  <a:lnTo>
                    <a:pt x="8766101" y="2421379"/>
                  </a:lnTo>
                  <a:lnTo>
                    <a:pt x="8713979" y="2409355"/>
                  </a:lnTo>
                  <a:lnTo>
                    <a:pt x="8661747" y="2396977"/>
                  </a:lnTo>
                  <a:lnTo>
                    <a:pt x="8609452" y="2384431"/>
                  </a:lnTo>
                  <a:lnTo>
                    <a:pt x="8557170" y="2371919"/>
                  </a:lnTo>
                  <a:lnTo>
                    <a:pt x="8504971" y="2359638"/>
                  </a:lnTo>
                  <a:lnTo>
                    <a:pt x="8452887" y="2347771"/>
                  </a:lnTo>
                  <a:lnTo>
                    <a:pt x="8400880" y="2336474"/>
                  </a:lnTo>
                  <a:lnTo>
                    <a:pt x="8348818" y="2325870"/>
                  </a:lnTo>
                  <a:lnTo>
                    <a:pt x="8296445" y="2316045"/>
                  </a:lnTo>
                  <a:lnTo>
                    <a:pt x="8243355" y="2307046"/>
                  </a:lnTo>
                  <a:lnTo>
                    <a:pt x="8188959" y="2298884"/>
                  </a:lnTo>
                  <a:lnTo>
                    <a:pt x="8151487" y="2293888"/>
                  </a:lnTo>
                  <a:lnTo>
                    <a:pt x="8103950" y="2288267"/>
                  </a:lnTo>
                  <a:lnTo>
                    <a:pt x="8053897" y="2283182"/>
                  </a:lnTo>
                  <a:lnTo>
                    <a:pt x="8000563" y="2278607"/>
                  </a:lnTo>
                  <a:lnTo>
                    <a:pt x="7943114" y="2274502"/>
                  </a:lnTo>
                  <a:lnTo>
                    <a:pt x="7880699" y="2270815"/>
                  </a:lnTo>
                  <a:lnTo>
                    <a:pt x="7812506" y="2267499"/>
                  </a:lnTo>
                  <a:lnTo>
                    <a:pt x="7737841" y="2264509"/>
                  </a:lnTo>
                  <a:lnTo>
                    <a:pt x="7656234" y="2261809"/>
                  </a:lnTo>
                  <a:lnTo>
                    <a:pt x="7567583" y="2259370"/>
                  </a:lnTo>
                  <a:lnTo>
                    <a:pt x="7472325" y="2257173"/>
                  </a:lnTo>
                  <a:lnTo>
                    <a:pt x="7371633" y="2255206"/>
                  </a:lnTo>
                  <a:lnTo>
                    <a:pt x="7267580" y="2253468"/>
                  </a:lnTo>
                  <a:lnTo>
                    <a:pt x="7163210" y="2251961"/>
                  </a:lnTo>
                  <a:lnTo>
                    <a:pt x="7062430" y="2250691"/>
                  </a:lnTo>
                  <a:lnTo>
                    <a:pt x="6969644" y="2249661"/>
                  </a:lnTo>
                  <a:lnTo>
                    <a:pt x="6889136" y="2248867"/>
                  </a:lnTo>
                  <a:lnTo>
                    <a:pt x="6824308" y="2248295"/>
                  </a:lnTo>
                  <a:lnTo>
                    <a:pt x="6776957" y="2247920"/>
                  </a:lnTo>
                  <a:lnTo>
                    <a:pt x="6746824" y="2247704"/>
                  </a:lnTo>
                  <a:lnTo>
                    <a:pt x="6731504" y="2247604"/>
                  </a:lnTo>
                  <a:lnTo>
                    <a:pt x="6726657" y="2247576"/>
                  </a:lnTo>
                  <a:lnTo>
                    <a:pt x="6726343" y="2247574"/>
                  </a:lnTo>
                  <a:lnTo>
                    <a:pt x="5254955" y="2247574"/>
                  </a:lnTo>
                  <a:lnTo>
                    <a:pt x="5253777" y="2247520"/>
                  </a:lnTo>
                  <a:lnTo>
                    <a:pt x="5246036" y="2247138"/>
                  </a:lnTo>
                  <a:lnTo>
                    <a:pt x="5226543" y="2246081"/>
                  </a:lnTo>
                  <a:lnTo>
                    <a:pt x="5191743" y="2244002"/>
                  </a:lnTo>
                  <a:lnTo>
                    <a:pt x="5139977" y="2240577"/>
                  </a:lnTo>
                  <a:lnTo>
                    <a:pt x="5071606" y="2235548"/>
                  </a:lnTo>
                  <a:lnTo>
                    <a:pt x="4988829" y="2228740"/>
                  </a:lnTo>
                  <a:lnTo>
                    <a:pt x="4895183" y="2220068"/>
                  </a:lnTo>
                  <a:lnTo>
                    <a:pt x="4794843" y="2209520"/>
                  </a:lnTo>
                  <a:lnTo>
                    <a:pt x="4691938" y="2197130"/>
                  </a:lnTo>
                  <a:lnTo>
                    <a:pt x="4590029" y="2182938"/>
                  </a:lnTo>
                  <a:lnTo>
                    <a:pt x="4491832" y="2166959"/>
                  </a:lnTo>
                  <a:lnTo>
                    <a:pt x="4399154" y="2149163"/>
                  </a:lnTo>
                  <a:lnTo>
                    <a:pt x="4312981" y="2129455"/>
                  </a:lnTo>
                  <a:lnTo>
                    <a:pt x="4233639" y="2107677"/>
                  </a:lnTo>
                  <a:lnTo>
                    <a:pt x="4160975" y="2083599"/>
                  </a:lnTo>
                  <a:lnTo>
                    <a:pt x="4094508" y="2056930"/>
                  </a:lnTo>
                  <a:lnTo>
                    <a:pt x="4033562" y="2027329"/>
                  </a:lnTo>
                  <a:lnTo>
                    <a:pt x="3977360" y="1994416"/>
                  </a:lnTo>
                  <a:lnTo>
                    <a:pt x="3925088" y="1957814"/>
                  </a:lnTo>
                  <a:lnTo>
                    <a:pt x="3875955" y="1917199"/>
                  </a:lnTo>
                  <a:lnTo>
                    <a:pt x="3829811" y="1872978"/>
                  </a:lnTo>
                  <a:lnTo>
                    <a:pt x="3788699" y="1828424"/>
                  </a:lnTo>
                  <a:lnTo>
                    <a:pt x="3748692" y="1780291"/>
                  </a:lnTo>
                  <a:lnTo>
                    <a:pt x="3709461" y="1728510"/>
                  </a:lnTo>
                  <a:lnTo>
                    <a:pt x="3670745" y="1673082"/>
                  </a:lnTo>
                  <a:lnTo>
                    <a:pt x="3632346" y="1614086"/>
                  </a:lnTo>
                  <a:lnTo>
                    <a:pt x="3594110" y="1551690"/>
                  </a:lnTo>
                  <a:lnTo>
                    <a:pt x="3555931" y="1486150"/>
                  </a:lnTo>
                  <a:lnTo>
                    <a:pt x="3517738" y="1417814"/>
                  </a:lnTo>
                  <a:lnTo>
                    <a:pt x="3479494" y="1347115"/>
                  </a:lnTo>
                  <a:lnTo>
                    <a:pt x="3441186" y="1274563"/>
                  </a:lnTo>
                  <a:lnTo>
                    <a:pt x="3402825" y="1200731"/>
                  </a:lnTo>
                  <a:lnTo>
                    <a:pt x="3364431" y="1126236"/>
                  </a:lnTo>
                  <a:lnTo>
                    <a:pt x="3326037" y="1051720"/>
                  </a:lnTo>
                  <a:lnTo>
                    <a:pt x="3287673" y="977825"/>
                  </a:lnTo>
                  <a:lnTo>
                    <a:pt x="3249361" y="905171"/>
                  </a:lnTo>
                  <a:lnTo>
                    <a:pt x="3211113" y="834334"/>
                  </a:lnTo>
                  <a:lnTo>
                    <a:pt x="3172918" y="765828"/>
                  </a:lnTo>
                  <a:lnTo>
                    <a:pt x="3134739" y="700093"/>
                  </a:lnTo>
                  <a:lnTo>
                    <a:pt x="3096510" y="637482"/>
                  </a:lnTo>
                  <a:lnTo>
                    <a:pt x="3058125" y="578257"/>
                  </a:lnTo>
                  <a:lnTo>
                    <a:pt x="3019436" y="522591"/>
                  </a:lnTo>
                  <a:lnTo>
                    <a:pt x="2980246" y="470570"/>
                  </a:lnTo>
                  <a:lnTo>
                    <a:pt x="2940299" y="422199"/>
                  </a:lnTo>
                  <a:lnTo>
                    <a:pt x="2899271" y="377413"/>
                  </a:lnTo>
                  <a:lnTo>
                    <a:pt x="2896531" y="374595"/>
                  </a:lnTo>
                  <a:lnTo>
                    <a:pt x="2849788" y="329840"/>
                  </a:lnTo>
                  <a:lnTo>
                    <a:pt x="2800621" y="289276"/>
                  </a:lnTo>
                  <a:lnTo>
                    <a:pt x="2748305" y="252723"/>
                  </a:lnTo>
                  <a:lnTo>
                    <a:pt x="2692047" y="219855"/>
                  </a:lnTo>
                  <a:lnTo>
                    <a:pt x="2631037" y="190292"/>
                  </a:lnTo>
                  <a:lnTo>
                    <a:pt x="2564497" y="163658"/>
                  </a:lnTo>
                  <a:lnTo>
                    <a:pt x="2491751" y="139610"/>
                  </a:lnTo>
                  <a:lnTo>
                    <a:pt x="2412324" y="117859"/>
                  </a:lnTo>
                  <a:lnTo>
                    <a:pt x="2326067" y="98176"/>
                  </a:lnTo>
                  <a:lnTo>
                    <a:pt x="2233312" y="80403"/>
                  </a:lnTo>
                  <a:lnTo>
                    <a:pt x="2135055" y="64447"/>
                  </a:lnTo>
                  <a:lnTo>
                    <a:pt x="2033115" y="50277"/>
                  </a:lnTo>
                  <a:lnTo>
                    <a:pt x="1930218" y="37910"/>
                  </a:lnTo>
                  <a:lnTo>
                    <a:pt x="1829936" y="27386"/>
                  </a:lnTo>
                  <a:lnTo>
                    <a:pt x="1736400" y="18737"/>
                  </a:lnTo>
                  <a:lnTo>
                    <a:pt x="1653784" y="11951"/>
                  </a:lnTo>
                  <a:lnTo>
                    <a:pt x="1585611" y="6944"/>
                  </a:lnTo>
                  <a:lnTo>
                    <a:pt x="1534059" y="3538"/>
                  </a:lnTo>
                  <a:lnTo>
                    <a:pt x="1499466" y="1473"/>
                  </a:lnTo>
                  <a:lnTo>
                    <a:pt x="1480146" y="427"/>
                  </a:lnTo>
                  <a:lnTo>
                    <a:pt x="1472523" y="51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C1B3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158" name="pl1158"/>
            <p:cNvSpPr/>
            <p:nvPr/>
          </p:nvSpPr>
          <p:spPr>
            <a:xfrm>
              <a:off x="4799595" y="8682138"/>
              <a:ext cx="11981298" cy="2525456"/>
            </a:xfrm>
            <a:custGeom>
              <a:avLst/>
              <a:pathLst>
                <a:path w="11981298" h="2525456">
                  <a:moveTo>
                    <a:pt x="0" y="0"/>
                  </a:moveTo>
                  <a:lnTo>
                    <a:pt x="1471387" y="0"/>
                  </a:lnTo>
                  <a:lnTo>
                    <a:pt x="1472565" y="53"/>
                  </a:lnTo>
                  <a:lnTo>
                    <a:pt x="1480306" y="435"/>
                  </a:lnTo>
                  <a:lnTo>
                    <a:pt x="1499799" y="1492"/>
                  </a:lnTo>
                  <a:lnTo>
                    <a:pt x="1534599" y="3572"/>
                  </a:lnTo>
                  <a:lnTo>
                    <a:pt x="1586365" y="6996"/>
                  </a:lnTo>
                  <a:lnTo>
                    <a:pt x="1654736" y="12025"/>
                  </a:lnTo>
                  <a:lnTo>
                    <a:pt x="1737513" y="18833"/>
                  </a:lnTo>
                  <a:lnTo>
                    <a:pt x="1831159" y="27506"/>
                  </a:lnTo>
                  <a:lnTo>
                    <a:pt x="1931499" y="38053"/>
                  </a:lnTo>
                  <a:lnTo>
                    <a:pt x="2034405" y="50443"/>
                  </a:lnTo>
                  <a:lnTo>
                    <a:pt x="2136314" y="64636"/>
                  </a:lnTo>
                  <a:lnTo>
                    <a:pt x="2234510" y="80614"/>
                  </a:lnTo>
                  <a:lnTo>
                    <a:pt x="2327189" y="98411"/>
                  </a:lnTo>
                  <a:lnTo>
                    <a:pt x="2413362" y="118118"/>
                  </a:lnTo>
                  <a:lnTo>
                    <a:pt x="2492703" y="139897"/>
                  </a:lnTo>
                  <a:lnTo>
                    <a:pt x="2565367" y="163975"/>
                  </a:lnTo>
                  <a:lnTo>
                    <a:pt x="2631834" y="190643"/>
                  </a:lnTo>
                  <a:lnTo>
                    <a:pt x="2692780" y="220245"/>
                  </a:lnTo>
                  <a:lnTo>
                    <a:pt x="2748982" y="253157"/>
                  </a:lnTo>
                  <a:lnTo>
                    <a:pt x="2801254" y="289759"/>
                  </a:lnTo>
                  <a:lnTo>
                    <a:pt x="2850387" y="330374"/>
                  </a:lnTo>
                  <a:lnTo>
                    <a:pt x="2896531" y="374595"/>
                  </a:lnTo>
                  <a:lnTo>
                    <a:pt x="2937643" y="419150"/>
                  </a:lnTo>
                  <a:lnTo>
                    <a:pt x="2977650" y="467282"/>
                  </a:lnTo>
                  <a:lnTo>
                    <a:pt x="3016881" y="519063"/>
                  </a:lnTo>
                  <a:lnTo>
                    <a:pt x="3055597" y="574492"/>
                  </a:lnTo>
                  <a:lnTo>
                    <a:pt x="3093997" y="633488"/>
                  </a:lnTo>
                  <a:lnTo>
                    <a:pt x="3132232" y="695884"/>
                  </a:lnTo>
                  <a:lnTo>
                    <a:pt x="3170411" y="761424"/>
                  </a:lnTo>
                  <a:lnTo>
                    <a:pt x="3208604" y="829760"/>
                  </a:lnTo>
                  <a:lnTo>
                    <a:pt x="3246848" y="900459"/>
                  </a:lnTo>
                  <a:lnTo>
                    <a:pt x="3285156" y="973011"/>
                  </a:lnTo>
                  <a:lnTo>
                    <a:pt x="3323518" y="1046843"/>
                  </a:lnTo>
                  <a:lnTo>
                    <a:pt x="3361911" y="1121338"/>
                  </a:lnTo>
                  <a:lnTo>
                    <a:pt x="3400305" y="1195853"/>
                  </a:lnTo>
                  <a:lnTo>
                    <a:pt x="3438669" y="1269748"/>
                  </a:lnTo>
                  <a:lnTo>
                    <a:pt x="3476981" y="1342403"/>
                  </a:lnTo>
                  <a:lnTo>
                    <a:pt x="3515229" y="1413240"/>
                  </a:lnTo>
                  <a:lnTo>
                    <a:pt x="3553425" y="1481745"/>
                  </a:lnTo>
                  <a:lnTo>
                    <a:pt x="3591603" y="1547480"/>
                  </a:lnTo>
                  <a:lnTo>
                    <a:pt x="3629832" y="1610092"/>
                  </a:lnTo>
                  <a:lnTo>
                    <a:pt x="3668217" y="1669317"/>
                  </a:lnTo>
                  <a:lnTo>
                    <a:pt x="3706906" y="1724983"/>
                  </a:lnTo>
                  <a:lnTo>
                    <a:pt x="3746096" y="1777004"/>
                  </a:lnTo>
                  <a:lnTo>
                    <a:pt x="3786043" y="1825375"/>
                  </a:lnTo>
                  <a:lnTo>
                    <a:pt x="3827071" y="1870161"/>
                  </a:lnTo>
                  <a:lnTo>
                    <a:pt x="3829811" y="1872978"/>
                  </a:lnTo>
                  <a:lnTo>
                    <a:pt x="3876554" y="1917734"/>
                  </a:lnTo>
                  <a:lnTo>
                    <a:pt x="3925722" y="1958297"/>
                  </a:lnTo>
                  <a:lnTo>
                    <a:pt x="3978038" y="1994850"/>
                  </a:lnTo>
                  <a:lnTo>
                    <a:pt x="4034295" y="2027719"/>
                  </a:lnTo>
                  <a:lnTo>
                    <a:pt x="4095305" y="2057282"/>
                  </a:lnTo>
                  <a:lnTo>
                    <a:pt x="4161846" y="2083916"/>
                  </a:lnTo>
                  <a:lnTo>
                    <a:pt x="4234591" y="2107963"/>
                  </a:lnTo>
                  <a:lnTo>
                    <a:pt x="4314018" y="2129715"/>
                  </a:lnTo>
                  <a:lnTo>
                    <a:pt x="4400276" y="2149397"/>
                  </a:lnTo>
                  <a:lnTo>
                    <a:pt x="4493030" y="2167170"/>
                  </a:lnTo>
                  <a:lnTo>
                    <a:pt x="4591287" y="2183127"/>
                  </a:lnTo>
                  <a:lnTo>
                    <a:pt x="4693227" y="2197296"/>
                  </a:lnTo>
                  <a:lnTo>
                    <a:pt x="4796124" y="2209664"/>
                  </a:lnTo>
                  <a:lnTo>
                    <a:pt x="4896407" y="2220188"/>
                  </a:lnTo>
                  <a:lnTo>
                    <a:pt x="4989942" y="2228837"/>
                  </a:lnTo>
                  <a:lnTo>
                    <a:pt x="5072558" y="2235622"/>
                  </a:lnTo>
                  <a:lnTo>
                    <a:pt x="5140731" y="2240630"/>
                  </a:lnTo>
                  <a:lnTo>
                    <a:pt x="5192283" y="2244035"/>
                  </a:lnTo>
                  <a:lnTo>
                    <a:pt x="5226876" y="2246100"/>
                  </a:lnTo>
                  <a:lnTo>
                    <a:pt x="5246196" y="2247146"/>
                  </a:lnTo>
                  <a:lnTo>
                    <a:pt x="5253820" y="2247522"/>
                  </a:lnTo>
                  <a:lnTo>
                    <a:pt x="5254955" y="2247574"/>
                  </a:lnTo>
                  <a:lnTo>
                    <a:pt x="6726343" y="2247574"/>
                  </a:lnTo>
                  <a:lnTo>
                    <a:pt x="6727579" y="2247581"/>
                  </a:lnTo>
                  <a:lnTo>
                    <a:pt x="6735695" y="2247631"/>
                  </a:lnTo>
                  <a:lnTo>
                    <a:pt x="6756101" y="2247768"/>
                  </a:lnTo>
                  <a:lnTo>
                    <a:pt x="6792454" y="2248038"/>
                  </a:lnTo>
                  <a:lnTo>
                    <a:pt x="6846374" y="2248483"/>
                  </a:lnTo>
                  <a:lnTo>
                    <a:pt x="6917328" y="2249134"/>
                  </a:lnTo>
                  <a:lnTo>
                    <a:pt x="7002852" y="2250015"/>
                  </a:lnTo>
                  <a:lnTo>
                    <a:pt x="7099126" y="2251134"/>
                  </a:lnTo>
                  <a:lnTo>
                    <a:pt x="7201736" y="2252493"/>
                  </a:lnTo>
                  <a:lnTo>
                    <a:pt x="7306403" y="2254086"/>
                  </a:lnTo>
                  <a:lnTo>
                    <a:pt x="7409513" y="2255909"/>
                  </a:lnTo>
                  <a:lnTo>
                    <a:pt x="7508380" y="2257960"/>
                  </a:lnTo>
                  <a:lnTo>
                    <a:pt x="7601281" y="2260246"/>
                  </a:lnTo>
                  <a:lnTo>
                    <a:pt x="7687336" y="2262779"/>
                  </a:lnTo>
                  <a:lnTo>
                    <a:pt x="7766332" y="2265583"/>
                  </a:lnTo>
                  <a:lnTo>
                    <a:pt x="7838527" y="2268689"/>
                  </a:lnTo>
                  <a:lnTo>
                    <a:pt x="7904488" y="2272137"/>
                  </a:lnTo>
                  <a:lnTo>
                    <a:pt x="7964962" y="2275973"/>
                  </a:lnTo>
                  <a:lnTo>
                    <a:pt x="8020784" y="2280247"/>
                  </a:lnTo>
                  <a:lnTo>
                    <a:pt x="8072806" y="2285007"/>
                  </a:lnTo>
                  <a:lnTo>
                    <a:pt x="8121843" y="2290289"/>
                  </a:lnTo>
                  <a:lnTo>
                    <a:pt x="8151487" y="2293888"/>
                  </a:lnTo>
                  <a:lnTo>
                    <a:pt x="8207193" y="2301499"/>
                  </a:lnTo>
                  <a:lnTo>
                    <a:pt x="8261077" y="2309938"/>
                  </a:lnTo>
                  <a:lnTo>
                    <a:pt x="8313874" y="2319214"/>
                  </a:lnTo>
                  <a:lnTo>
                    <a:pt x="8366107" y="2329304"/>
                  </a:lnTo>
                  <a:lnTo>
                    <a:pt x="8418129" y="2340149"/>
                  </a:lnTo>
                  <a:lnTo>
                    <a:pt x="8470152" y="2351651"/>
                  </a:lnTo>
                  <a:lnTo>
                    <a:pt x="8522274" y="2363675"/>
                  </a:lnTo>
                  <a:lnTo>
                    <a:pt x="8574507" y="2376053"/>
                  </a:lnTo>
                  <a:lnTo>
                    <a:pt x="8626801" y="2388599"/>
                  </a:lnTo>
                  <a:lnTo>
                    <a:pt x="8679083" y="2401111"/>
                  </a:lnTo>
                  <a:lnTo>
                    <a:pt x="8731282" y="2413392"/>
                  </a:lnTo>
                  <a:lnTo>
                    <a:pt x="8783366" y="2425259"/>
                  </a:lnTo>
                  <a:lnTo>
                    <a:pt x="8835373" y="2436556"/>
                  </a:lnTo>
                  <a:lnTo>
                    <a:pt x="8887435" y="2447160"/>
                  </a:lnTo>
                  <a:lnTo>
                    <a:pt x="8939808" y="2456985"/>
                  </a:lnTo>
                  <a:lnTo>
                    <a:pt x="8992899" y="2465984"/>
                  </a:lnTo>
                  <a:lnTo>
                    <a:pt x="9047294" y="2474146"/>
                  </a:lnTo>
                  <a:lnTo>
                    <a:pt x="9084767" y="2479142"/>
                  </a:lnTo>
                  <a:lnTo>
                    <a:pt x="9132303" y="2484763"/>
                  </a:lnTo>
                  <a:lnTo>
                    <a:pt x="9182357" y="2489848"/>
                  </a:lnTo>
                  <a:lnTo>
                    <a:pt x="9235691" y="2494423"/>
                  </a:lnTo>
                  <a:lnTo>
                    <a:pt x="9293139" y="2498528"/>
                  </a:lnTo>
                  <a:lnTo>
                    <a:pt x="9355554" y="2502215"/>
                  </a:lnTo>
                  <a:lnTo>
                    <a:pt x="9423748" y="2505531"/>
                  </a:lnTo>
                  <a:lnTo>
                    <a:pt x="9498413" y="2508521"/>
                  </a:lnTo>
                  <a:lnTo>
                    <a:pt x="9580019" y="2511221"/>
                  </a:lnTo>
                  <a:lnTo>
                    <a:pt x="9668670" y="2513660"/>
                  </a:lnTo>
                  <a:lnTo>
                    <a:pt x="9763928" y="2515857"/>
                  </a:lnTo>
                  <a:lnTo>
                    <a:pt x="9864620" y="2517824"/>
                  </a:lnTo>
                  <a:lnTo>
                    <a:pt x="9968674" y="2519562"/>
                  </a:lnTo>
                  <a:lnTo>
                    <a:pt x="10073043" y="2521069"/>
                  </a:lnTo>
                  <a:lnTo>
                    <a:pt x="10173823" y="2522339"/>
                  </a:lnTo>
                  <a:lnTo>
                    <a:pt x="10266610" y="2523369"/>
                  </a:lnTo>
                  <a:lnTo>
                    <a:pt x="10347117" y="2524163"/>
                  </a:lnTo>
                  <a:lnTo>
                    <a:pt x="10411945" y="2524735"/>
                  </a:lnTo>
                  <a:lnTo>
                    <a:pt x="10459296" y="2525110"/>
                  </a:lnTo>
                  <a:lnTo>
                    <a:pt x="10489429" y="2525326"/>
                  </a:lnTo>
                  <a:lnTo>
                    <a:pt x="10504750" y="2525426"/>
                  </a:lnTo>
                  <a:lnTo>
                    <a:pt x="10509596" y="2525454"/>
                  </a:lnTo>
                  <a:lnTo>
                    <a:pt x="10509911" y="2525456"/>
                  </a:lnTo>
                  <a:lnTo>
                    <a:pt x="11981298" y="252545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59" name="pl1159"/>
            <p:cNvSpPr/>
            <p:nvPr/>
          </p:nvSpPr>
          <p:spPr>
            <a:xfrm>
              <a:off x="4799595" y="8673965"/>
              <a:ext cx="11981298" cy="2525456"/>
            </a:xfrm>
            <a:custGeom>
              <a:avLst/>
              <a:pathLst>
                <a:path w="11981298" h="2525456">
                  <a:moveTo>
                    <a:pt x="11981298" y="2525456"/>
                  </a:moveTo>
                  <a:lnTo>
                    <a:pt x="10509911" y="2525456"/>
                  </a:lnTo>
                  <a:lnTo>
                    <a:pt x="10508674" y="2525449"/>
                  </a:lnTo>
                  <a:lnTo>
                    <a:pt x="10500558" y="2525399"/>
                  </a:lnTo>
                  <a:lnTo>
                    <a:pt x="10480152" y="2525262"/>
                  </a:lnTo>
                  <a:lnTo>
                    <a:pt x="10443799" y="2524992"/>
                  </a:lnTo>
                  <a:lnTo>
                    <a:pt x="10389879" y="2524547"/>
                  </a:lnTo>
                  <a:lnTo>
                    <a:pt x="10318925" y="2523896"/>
                  </a:lnTo>
                  <a:lnTo>
                    <a:pt x="10233401" y="2523015"/>
                  </a:lnTo>
                  <a:lnTo>
                    <a:pt x="10137127" y="2521896"/>
                  </a:lnTo>
                  <a:lnTo>
                    <a:pt x="10034517" y="2520537"/>
                  </a:lnTo>
                  <a:lnTo>
                    <a:pt x="9929850" y="2518944"/>
                  </a:lnTo>
                  <a:lnTo>
                    <a:pt x="9826740" y="2517121"/>
                  </a:lnTo>
                  <a:lnTo>
                    <a:pt x="9727873" y="2515070"/>
                  </a:lnTo>
                  <a:lnTo>
                    <a:pt x="9634973" y="2512784"/>
                  </a:lnTo>
                  <a:lnTo>
                    <a:pt x="9548917" y="2510251"/>
                  </a:lnTo>
                  <a:lnTo>
                    <a:pt x="9469921" y="2507447"/>
                  </a:lnTo>
                  <a:lnTo>
                    <a:pt x="9397726" y="2504341"/>
                  </a:lnTo>
                  <a:lnTo>
                    <a:pt x="9331766" y="2500893"/>
                  </a:lnTo>
                  <a:lnTo>
                    <a:pt x="9271291" y="2497057"/>
                  </a:lnTo>
                  <a:lnTo>
                    <a:pt x="9215469" y="2492783"/>
                  </a:lnTo>
                  <a:lnTo>
                    <a:pt x="9163447" y="2488023"/>
                  </a:lnTo>
                  <a:lnTo>
                    <a:pt x="9114411" y="2482741"/>
                  </a:lnTo>
                  <a:lnTo>
                    <a:pt x="9084767" y="2479142"/>
                  </a:lnTo>
                  <a:lnTo>
                    <a:pt x="9029060" y="2471531"/>
                  </a:lnTo>
                  <a:lnTo>
                    <a:pt x="8975176" y="2463092"/>
                  </a:lnTo>
                  <a:lnTo>
                    <a:pt x="8922379" y="2453816"/>
                  </a:lnTo>
                  <a:lnTo>
                    <a:pt x="8870146" y="2443726"/>
                  </a:lnTo>
                  <a:lnTo>
                    <a:pt x="8818124" y="2432881"/>
                  </a:lnTo>
                  <a:lnTo>
                    <a:pt x="8766101" y="2421379"/>
                  </a:lnTo>
                  <a:lnTo>
                    <a:pt x="8713979" y="2409355"/>
                  </a:lnTo>
                  <a:lnTo>
                    <a:pt x="8661747" y="2396977"/>
                  </a:lnTo>
                  <a:lnTo>
                    <a:pt x="8609452" y="2384431"/>
                  </a:lnTo>
                  <a:lnTo>
                    <a:pt x="8557170" y="2371919"/>
                  </a:lnTo>
                  <a:lnTo>
                    <a:pt x="8504971" y="2359638"/>
                  </a:lnTo>
                  <a:lnTo>
                    <a:pt x="8452887" y="2347771"/>
                  </a:lnTo>
                  <a:lnTo>
                    <a:pt x="8400880" y="2336474"/>
                  </a:lnTo>
                  <a:lnTo>
                    <a:pt x="8348818" y="2325870"/>
                  </a:lnTo>
                  <a:lnTo>
                    <a:pt x="8296445" y="2316045"/>
                  </a:lnTo>
                  <a:lnTo>
                    <a:pt x="8243355" y="2307046"/>
                  </a:lnTo>
                  <a:lnTo>
                    <a:pt x="8188959" y="2298884"/>
                  </a:lnTo>
                  <a:lnTo>
                    <a:pt x="8151487" y="2293888"/>
                  </a:lnTo>
                  <a:lnTo>
                    <a:pt x="8103950" y="2288267"/>
                  </a:lnTo>
                  <a:lnTo>
                    <a:pt x="8053897" y="2283182"/>
                  </a:lnTo>
                  <a:lnTo>
                    <a:pt x="8000563" y="2278607"/>
                  </a:lnTo>
                  <a:lnTo>
                    <a:pt x="7943114" y="2274502"/>
                  </a:lnTo>
                  <a:lnTo>
                    <a:pt x="7880699" y="2270815"/>
                  </a:lnTo>
                  <a:lnTo>
                    <a:pt x="7812506" y="2267499"/>
                  </a:lnTo>
                  <a:lnTo>
                    <a:pt x="7737841" y="2264509"/>
                  </a:lnTo>
                  <a:lnTo>
                    <a:pt x="7656234" y="2261809"/>
                  </a:lnTo>
                  <a:lnTo>
                    <a:pt x="7567583" y="2259370"/>
                  </a:lnTo>
                  <a:lnTo>
                    <a:pt x="7472325" y="2257173"/>
                  </a:lnTo>
                  <a:lnTo>
                    <a:pt x="7371633" y="2255206"/>
                  </a:lnTo>
                  <a:lnTo>
                    <a:pt x="7267580" y="2253468"/>
                  </a:lnTo>
                  <a:lnTo>
                    <a:pt x="7163210" y="2251961"/>
                  </a:lnTo>
                  <a:lnTo>
                    <a:pt x="7062430" y="2250691"/>
                  </a:lnTo>
                  <a:lnTo>
                    <a:pt x="6969644" y="2249661"/>
                  </a:lnTo>
                  <a:lnTo>
                    <a:pt x="6889136" y="2248867"/>
                  </a:lnTo>
                  <a:lnTo>
                    <a:pt x="6824308" y="2248295"/>
                  </a:lnTo>
                  <a:lnTo>
                    <a:pt x="6776957" y="2247920"/>
                  </a:lnTo>
                  <a:lnTo>
                    <a:pt x="6746824" y="2247704"/>
                  </a:lnTo>
                  <a:lnTo>
                    <a:pt x="6731504" y="2247604"/>
                  </a:lnTo>
                  <a:lnTo>
                    <a:pt x="6726657" y="2247576"/>
                  </a:lnTo>
                  <a:lnTo>
                    <a:pt x="6726343" y="2247574"/>
                  </a:lnTo>
                  <a:lnTo>
                    <a:pt x="5254955" y="2247574"/>
                  </a:lnTo>
                  <a:lnTo>
                    <a:pt x="5253777" y="2247520"/>
                  </a:lnTo>
                  <a:lnTo>
                    <a:pt x="5246036" y="2247138"/>
                  </a:lnTo>
                  <a:lnTo>
                    <a:pt x="5226543" y="2246081"/>
                  </a:lnTo>
                  <a:lnTo>
                    <a:pt x="5191743" y="2244002"/>
                  </a:lnTo>
                  <a:lnTo>
                    <a:pt x="5139977" y="2240577"/>
                  </a:lnTo>
                  <a:lnTo>
                    <a:pt x="5071606" y="2235548"/>
                  </a:lnTo>
                  <a:lnTo>
                    <a:pt x="4988829" y="2228740"/>
                  </a:lnTo>
                  <a:lnTo>
                    <a:pt x="4895183" y="2220068"/>
                  </a:lnTo>
                  <a:lnTo>
                    <a:pt x="4794843" y="2209520"/>
                  </a:lnTo>
                  <a:lnTo>
                    <a:pt x="4691938" y="2197130"/>
                  </a:lnTo>
                  <a:lnTo>
                    <a:pt x="4590029" y="2182938"/>
                  </a:lnTo>
                  <a:lnTo>
                    <a:pt x="4491832" y="2166959"/>
                  </a:lnTo>
                  <a:lnTo>
                    <a:pt x="4399154" y="2149163"/>
                  </a:lnTo>
                  <a:lnTo>
                    <a:pt x="4312981" y="2129455"/>
                  </a:lnTo>
                  <a:lnTo>
                    <a:pt x="4233639" y="2107677"/>
                  </a:lnTo>
                  <a:lnTo>
                    <a:pt x="4160975" y="2083599"/>
                  </a:lnTo>
                  <a:lnTo>
                    <a:pt x="4094508" y="2056930"/>
                  </a:lnTo>
                  <a:lnTo>
                    <a:pt x="4033562" y="2027329"/>
                  </a:lnTo>
                  <a:lnTo>
                    <a:pt x="3977360" y="1994416"/>
                  </a:lnTo>
                  <a:lnTo>
                    <a:pt x="3925088" y="1957814"/>
                  </a:lnTo>
                  <a:lnTo>
                    <a:pt x="3875955" y="1917199"/>
                  </a:lnTo>
                  <a:lnTo>
                    <a:pt x="3829811" y="1872978"/>
                  </a:lnTo>
                  <a:lnTo>
                    <a:pt x="3788699" y="1828424"/>
                  </a:lnTo>
                  <a:lnTo>
                    <a:pt x="3748692" y="1780291"/>
                  </a:lnTo>
                  <a:lnTo>
                    <a:pt x="3709461" y="1728510"/>
                  </a:lnTo>
                  <a:lnTo>
                    <a:pt x="3670745" y="1673082"/>
                  </a:lnTo>
                  <a:lnTo>
                    <a:pt x="3632346" y="1614086"/>
                  </a:lnTo>
                  <a:lnTo>
                    <a:pt x="3594110" y="1551690"/>
                  </a:lnTo>
                  <a:lnTo>
                    <a:pt x="3555931" y="1486150"/>
                  </a:lnTo>
                  <a:lnTo>
                    <a:pt x="3517738" y="1417814"/>
                  </a:lnTo>
                  <a:lnTo>
                    <a:pt x="3479494" y="1347115"/>
                  </a:lnTo>
                  <a:lnTo>
                    <a:pt x="3441186" y="1274563"/>
                  </a:lnTo>
                  <a:lnTo>
                    <a:pt x="3402825" y="1200731"/>
                  </a:lnTo>
                  <a:lnTo>
                    <a:pt x="3364431" y="1126236"/>
                  </a:lnTo>
                  <a:lnTo>
                    <a:pt x="3326037" y="1051720"/>
                  </a:lnTo>
                  <a:lnTo>
                    <a:pt x="3287673" y="977825"/>
                  </a:lnTo>
                  <a:lnTo>
                    <a:pt x="3249361" y="905171"/>
                  </a:lnTo>
                  <a:lnTo>
                    <a:pt x="3211113" y="834334"/>
                  </a:lnTo>
                  <a:lnTo>
                    <a:pt x="3172918" y="765828"/>
                  </a:lnTo>
                  <a:lnTo>
                    <a:pt x="3134739" y="700093"/>
                  </a:lnTo>
                  <a:lnTo>
                    <a:pt x="3096510" y="637482"/>
                  </a:lnTo>
                  <a:lnTo>
                    <a:pt x="3058125" y="578257"/>
                  </a:lnTo>
                  <a:lnTo>
                    <a:pt x="3019436" y="522591"/>
                  </a:lnTo>
                  <a:lnTo>
                    <a:pt x="2980246" y="470570"/>
                  </a:lnTo>
                  <a:lnTo>
                    <a:pt x="2940299" y="422199"/>
                  </a:lnTo>
                  <a:lnTo>
                    <a:pt x="2899271" y="377413"/>
                  </a:lnTo>
                  <a:lnTo>
                    <a:pt x="2896531" y="374595"/>
                  </a:lnTo>
                  <a:lnTo>
                    <a:pt x="2849788" y="329840"/>
                  </a:lnTo>
                  <a:lnTo>
                    <a:pt x="2800621" y="289276"/>
                  </a:lnTo>
                  <a:lnTo>
                    <a:pt x="2748305" y="252723"/>
                  </a:lnTo>
                  <a:lnTo>
                    <a:pt x="2692047" y="219855"/>
                  </a:lnTo>
                  <a:lnTo>
                    <a:pt x="2631037" y="190292"/>
                  </a:lnTo>
                  <a:lnTo>
                    <a:pt x="2564497" y="163658"/>
                  </a:lnTo>
                  <a:lnTo>
                    <a:pt x="2491751" y="139610"/>
                  </a:lnTo>
                  <a:lnTo>
                    <a:pt x="2412324" y="117859"/>
                  </a:lnTo>
                  <a:lnTo>
                    <a:pt x="2326067" y="98176"/>
                  </a:lnTo>
                  <a:lnTo>
                    <a:pt x="2233312" y="80403"/>
                  </a:lnTo>
                  <a:lnTo>
                    <a:pt x="2135055" y="64447"/>
                  </a:lnTo>
                  <a:lnTo>
                    <a:pt x="2033115" y="50277"/>
                  </a:lnTo>
                  <a:lnTo>
                    <a:pt x="1930218" y="37910"/>
                  </a:lnTo>
                  <a:lnTo>
                    <a:pt x="1829936" y="27386"/>
                  </a:lnTo>
                  <a:lnTo>
                    <a:pt x="1736400" y="18737"/>
                  </a:lnTo>
                  <a:lnTo>
                    <a:pt x="1653784" y="11951"/>
                  </a:lnTo>
                  <a:lnTo>
                    <a:pt x="1585611" y="6944"/>
                  </a:lnTo>
                  <a:lnTo>
                    <a:pt x="1534059" y="3538"/>
                  </a:lnTo>
                  <a:lnTo>
                    <a:pt x="1499466" y="1473"/>
                  </a:lnTo>
                  <a:lnTo>
                    <a:pt x="1480146" y="427"/>
                  </a:lnTo>
                  <a:lnTo>
                    <a:pt x="1472523" y="51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60" name="pg1160"/>
            <p:cNvSpPr/>
            <p:nvPr/>
          </p:nvSpPr>
          <p:spPr>
            <a:xfrm>
              <a:off x="4799595" y="6091298"/>
              <a:ext cx="11981298" cy="2239401"/>
            </a:xfrm>
            <a:custGeom>
              <a:avLst/>
              <a:pathLst>
                <a:path w="11981298" h="2239401">
                  <a:moveTo>
                    <a:pt x="0" y="2239401"/>
                  </a:moveTo>
                  <a:lnTo>
                    <a:pt x="1471387" y="2239401"/>
                  </a:lnTo>
                  <a:lnTo>
                    <a:pt x="1472566" y="2239348"/>
                  </a:lnTo>
                  <a:lnTo>
                    <a:pt x="1480312" y="2238968"/>
                  </a:lnTo>
                  <a:lnTo>
                    <a:pt x="1499818" y="2237918"/>
                  </a:lnTo>
                  <a:lnTo>
                    <a:pt x="1534639" y="2235852"/>
                  </a:lnTo>
                  <a:lnTo>
                    <a:pt x="1586435" y="2232450"/>
                  </a:lnTo>
                  <a:lnTo>
                    <a:pt x="1654843" y="2227455"/>
                  </a:lnTo>
                  <a:lnTo>
                    <a:pt x="1737658" y="2220692"/>
                  </a:lnTo>
                  <a:lnTo>
                    <a:pt x="1831342" y="2212077"/>
                  </a:lnTo>
                  <a:lnTo>
                    <a:pt x="1931715" y="2201600"/>
                  </a:lnTo>
                  <a:lnTo>
                    <a:pt x="2034646" y="2189293"/>
                  </a:lnTo>
                  <a:lnTo>
                    <a:pt x="2136572" y="2175196"/>
                  </a:lnTo>
                  <a:lnTo>
                    <a:pt x="2234779" y="2159325"/>
                  </a:lnTo>
                  <a:lnTo>
                    <a:pt x="2327461" y="2141649"/>
                  </a:lnTo>
                  <a:lnTo>
                    <a:pt x="2413633" y="2122074"/>
                  </a:lnTo>
                  <a:lnTo>
                    <a:pt x="2492970" y="2100441"/>
                  </a:lnTo>
                  <a:lnTo>
                    <a:pt x="2565628" y="2076524"/>
                  </a:lnTo>
                  <a:lnTo>
                    <a:pt x="2632087" y="2050033"/>
                  </a:lnTo>
                  <a:lnTo>
                    <a:pt x="2693026" y="2020627"/>
                  </a:lnTo>
                  <a:lnTo>
                    <a:pt x="2749223" y="1987931"/>
                  </a:lnTo>
                  <a:lnTo>
                    <a:pt x="2801491" y="1951569"/>
                  </a:lnTo>
                  <a:lnTo>
                    <a:pt x="2850622" y="1911221"/>
                  </a:lnTo>
                  <a:lnTo>
                    <a:pt x="2896531" y="1867530"/>
                  </a:lnTo>
                  <a:lnTo>
                    <a:pt x="2937749" y="1823178"/>
                  </a:lnTo>
                  <a:lnTo>
                    <a:pt x="2977858" y="1775256"/>
                  </a:lnTo>
                  <a:lnTo>
                    <a:pt x="3017188" y="1723693"/>
                  </a:lnTo>
                  <a:lnTo>
                    <a:pt x="3056002" y="1668490"/>
                  </a:lnTo>
                  <a:lnTo>
                    <a:pt x="3094500" y="1609728"/>
                  </a:lnTo>
                  <a:lnTo>
                    <a:pt x="3132834" y="1547575"/>
                  </a:lnTo>
                  <a:lnTo>
                    <a:pt x="3171113" y="1482291"/>
                  </a:lnTo>
                  <a:lnTo>
                    <a:pt x="3209407" y="1414223"/>
                  </a:lnTo>
                  <a:lnTo>
                    <a:pt x="3247753" y="1343806"/>
                  </a:lnTo>
                  <a:lnTo>
                    <a:pt x="3286163" y="1271554"/>
                  </a:lnTo>
                  <a:lnTo>
                    <a:pt x="3324627" y="1198040"/>
                  </a:lnTo>
                  <a:lnTo>
                    <a:pt x="3363121" y="1123883"/>
                  </a:lnTo>
                  <a:lnTo>
                    <a:pt x="3401616" y="1049725"/>
                  </a:lnTo>
                  <a:lnTo>
                    <a:pt x="3440080" y="976208"/>
                  </a:lnTo>
                  <a:lnTo>
                    <a:pt x="3478490" y="903951"/>
                  </a:lnTo>
                  <a:lnTo>
                    <a:pt x="3516836" y="833530"/>
                  </a:lnTo>
                  <a:lnTo>
                    <a:pt x="3555130" y="765455"/>
                  </a:lnTo>
                  <a:lnTo>
                    <a:pt x="3593409" y="700163"/>
                  </a:lnTo>
                  <a:lnTo>
                    <a:pt x="3631743" y="638002"/>
                  </a:lnTo>
                  <a:lnTo>
                    <a:pt x="3670241" y="579231"/>
                  </a:lnTo>
                  <a:lnTo>
                    <a:pt x="3709053" y="524019"/>
                  </a:lnTo>
                  <a:lnTo>
                    <a:pt x="3748382" y="472446"/>
                  </a:lnTo>
                  <a:lnTo>
                    <a:pt x="3788488" y="424514"/>
                  </a:lnTo>
                  <a:lnTo>
                    <a:pt x="3829811" y="380044"/>
                  </a:lnTo>
                  <a:lnTo>
                    <a:pt x="3876565" y="335604"/>
                  </a:lnTo>
                  <a:lnTo>
                    <a:pt x="3925745" y="295328"/>
                  </a:lnTo>
                  <a:lnTo>
                    <a:pt x="3978076" y="259034"/>
                  </a:lnTo>
                  <a:lnTo>
                    <a:pt x="4034350" y="226400"/>
                  </a:lnTo>
                  <a:lnTo>
                    <a:pt x="4095379" y="197048"/>
                  </a:lnTo>
                  <a:lnTo>
                    <a:pt x="4161943" y="170606"/>
                  </a:lnTo>
                  <a:lnTo>
                    <a:pt x="4234716" y="146731"/>
                  </a:lnTo>
                  <a:lnTo>
                    <a:pt x="4314173" y="125136"/>
                  </a:lnTo>
                  <a:lnTo>
                    <a:pt x="4400464" y="105596"/>
                  </a:lnTo>
                  <a:lnTo>
                    <a:pt x="4493255" y="87952"/>
                  </a:lnTo>
                  <a:lnTo>
                    <a:pt x="4591546" y="72113"/>
                  </a:lnTo>
                  <a:lnTo>
                    <a:pt x="4693516" y="58047"/>
                  </a:lnTo>
                  <a:lnTo>
                    <a:pt x="4796435" y="45772"/>
                  </a:lnTo>
                  <a:lnTo>
                    <a:pt x="4896727" y="35328"/>
                  </a:lnTo>
                  <a:lnTo>
                    <a:pt x="4990254" y="26746"/>
                  </a:lnTo>
                  <a:lnTo>
                    <a:pt x="5072842" y="20016"/>
                  </a:lnTo>
                  <a:lnTo>
                    <a:pt x="5140970" y="15050"/>
                  </a:lnTo>
                  <a:lnTo>
                    <a:pt x="5192464" y="11674"/>
                  </a:lnTo>
                  <a:lnTo>
                    <a:pt x="5226994" y="9629"/>
                  </a:lnTo>
                  <a:lnTo>
                    <a:pt x="5246256" y="8594"/>
                  </a:lnTo>
                  <a:lnTo>
                    <a:pt x="5253836" y="8223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578" y="8183"/>
                  </a:lnTo>
                  <a:lnTo>
                    <a:pt x="6735686" y="8257"/>
                  </a:lnTo>
                  <a:lnTo>
                    <a:pt x="6756074" y="8463"/>
                  </a:lnTo>
                  <a:lnTo>
                    <a:pt x="6792395" y="8868"/>
                  </a:lnTo>
                  <a:lnTo>
                    <a:pt x="6846271" y="9534"/>
                  </a:lnTo>
                  <a:lnTo>
                    <a:pt x="6917172" y="10511"/>
                  </a:lnTo>
                  <a:lnTo>
                    <a:pt x="7002641" y="11831"/>
                  </a:lnTo>
                  <a:lnTo>
                    <a:pt x="7098862" y="13508"/>
                  </a:lnTo>
                  <a:lnTo>
                    <a:pt x="7201427" y="15544"/>
                  </a:lnTo>
                  <a:lnTo>
                    <a:pt x="7306059" y="17932"/>
                  </a:lnTo>
                  <a:lnTo>
                    <a:pt x="7409146" y="20665"/>
                  </a:lnTo>
                  <a:lnTo>
                    <a:pt x="7508000" y="23739"/>
                  </a:lnTo>
                  <a:lnTo>
                    <a:pt x="7600897" y="27165"/>
                  </a:lnTo>
                  <a:lnTo>
                    <a:pt x="7686956" y="30961"/>
                  </a:lnTo>
                  <a:lnTo>
                    <a:pt x="7765959" y="35164"/>
                  </a:lnTo>
                  <a:lnTo>
                    <a:pt x="7838163" y="39819"/>
                  </a:lnTo>
                  <a:lnTo>
                    <a:pt x="7904134" y="44986"/>
                  </a:lnTo>
                  <a:lnTo>
                    <a:pt x="7964618" y="50735"/>
                  </a:lnTo>
                  <a:lnTo>
                    <a:pt x="8020447" y="57140"/>
                  </a:lnTo>
                  <a:lnTo>
                    <a:pt x="8072474" y="64272"/>
                  </a:lnTo>
                  <a:lnTo>
                    <a:pt x="8121512" y="72188"/>
                  </a:lnTo>
                  <a:lnTo>
                    <a:pt x="8151487" y="77643"/>
                  </a:lnTo>
                  <a:lnTo>
                    <a:pt x="8206564" y="88922"/>
                  </a:lnTo>
                  <a:lnTo>
                    <a:pt x="8259851" y="101413"/>
                  </a:lnTo>
                  <a:lnTo>
                    <a:pt x="8312063" y="115132"/>
                  </a:lnTo>
                  <a:lnTo>
                    <a:pt x="8363710" y="130046"/>
                  </a:lnTo>
                  <a:lnTo>
                    <a:pt x="8415137" y="146071"/>
                  </a:lnTo>
                  <a:lnTo>
                    <a:pt x="8466557" y="163069"/>
                  </a:lnTo>
                  <a:lnTo>
                    <a:pt x="8518071" y="180847"/>
                  </a:lnTo>
                  <a:lnTo>
                    <a:pt x="8569695" y="199167"/>
                  </a:lnTo>
                  <a:lnTo>
                    <a:pt x="8621385" y="217758"/>
                  </a:lnTo>
                  <a:lnTo>
                    <a:pt x="8673070" y="236330"/>
                  </a:lnTo>
                  <a:lnTo>
                    <a:pt x="8724681" y="254597"/>
                  </a:lnTo>
                  <a:lnTo>
                    <a:pt x="8776180" y="272288"/>
                  </a:lnTo>
                  <a:lnTo>
                    <a:pt x="8827594" y="289173"/>
                  </a:lnTo>
                  <a:lnTo>
                    <a:pt x="8879035" y="305065"/>
                  </a:lnTo>
                  <a:lnTo>
                    <a:pt x="8930730" y="319832"/>
                  </a:lnTo>
                  <a:lnTo>
                    <a:pt x="8983046" y="333397"/>
                  </a:lnTo>
                  <a:lnTo>
                    <a:pt x="9036515" y="345733"/>
                  </a:lnTo>
                  <a:lnTo>
                    <a:pt x="9084767" y="355525"/>
                  </a:lnTo>
                  <a:lnTo>
                    <a:pt x="9132287" y="363953"/>
                  </a:lnTo>
                  <a:lnTo>
                    <a:pt x="9182323" y="371579"/>
                  </a:lnTo>
                  <a:lnTo>
                    <a:pt x="9235636" y="378439"/>
                  </a:lnTo>
                  <a:lnTo>
                    <a:pt x="9293060" y="384596"/>
                  </a:lnTo>
                  <a:lnTo>
                    <a:pt x="9355447" y="390125"/>
                  </a:lnTo>
                  <a:lnTo>
                    <a:pt x="9423607" y="395099"/>
                  </a:lnTo>
                  <a:lnTo>
                    <a:pt x="9498233" y="399583"/>
                  </a:lnTo>
                  <a:lnTo>
                    <a:pt x="9579795" y="403633"/>
                  </a:lnTo>
                  <a:lnTo>
                    <a:pt x="9668397" y="407291"/>
                  </a:lnTo>
                  <a:lnTo>
                    <a:pt x="9763605" y="410587"/>
                  </a:lnTo>
                  <a:lnTo>
                    <a:pt x="9864248" y="413537"/>
                  </a:lnTo>
                  <a:lnTo>
                    <a:pt x="9968259" y="416145"/>
                  </a:lnTo>
                  <a:lnTo>
                    <a:pt x="10072601" y="418406"/>
                  </a:lnTo>
                  <a:lnTo>
                    <a:pt x="10173373" y="420312"/>
                  </a:lnTo>
                  <a:lnTo>
                    <a:pt x="10266178" y="421859"/>
                  </a:lnTo>
                  <a:lnTo>
                    <a:pt x="10346731" y="423051"/>
                  </a:lnTo>
                  <a:lnTo>
                    <a:pt x="10411630" y="423910"/>
                  </a:lnTo>
                  <a:lnTo>
                    <a:pt x="10459067" y="424474"/>
                  </a:lnTo>
                  <a:lnTo>
                    <a:pt x="10489291" y="424799"/>
                  </a:lnTo>
                  <a:lnTo>
                    <a:pt x="10504689" y="424949"/>
                  </a:lnTo>
                  <a:lnTo>
                    <a:pt x="10509586" y="424993"/>
                  </a:lnTo>
                  <a:lnTo>
                    <a:pt x="10509911" y="424995"/>
                  </a:lnTo>
                  <a:lnTo>
                    <a:pt x="11981298" y="424995"/>
                  </a:lnTo>
                  <a:lnTo>
                    <a:pt x="11981298" y="416822"/>
                  </a:lnTo>
                  <a:lnTo>
                    <a:pt x="10509911" y="416822"/>
                  </a:lnTo>
                  <a:lnTo>
                    <a:pt x="10508675" y="416812"/>
                  </a:lnTo>
                  <a:lnTo>
                    <a:pt x="10500567" y="416738"/>
                  </a:lnTo>
                  <a:lnTo>
                    <a:pt x="10480179" y="416532"/>
                  </a:lnTo>
                  <a:lnTo>
                    <a:pt x="10443858" y="416127"/>
                  </a:lnTo>
                  <a:lnTo>
                    <a:pt x="10389982" y="415461"/>
                  </a:lnTo>
                  <a:lnTo>
                    <a:pt x="10319081" y="414484"/>
                  </a:lnTo>
                  <a:lnTo>
                    <a:pt x="10233612" y="413164"/>
                  </a:lnTo>
                  <a:lnTo>
                    <a:pt x="10137391" y="411487"/>
                  </a:lnTo>
                  <a:lnTo>
                    <a:pt x="10034826" y="409450"/>
                  </a:lnTo>
                  <a:lnTo>
                    <a:pt x="9930194" y="407063"/>
                  </a:lnTo>
                  <a:lnTo>
                    <a:pt x="9827107" y="404330"/>
                  </a:lnTo>
                  <a:lnTo>
                    <a:pt x="9728253" y="401256"/>
                  </a:lnTo>
                  <a:lnTo>
                    <a:pt x="9635356" y="397830"/>
                  </a:lnTo>
                  <a:lnTo>
                    <a:pt x="9549297" y="394034"/>
                  </a:lnTo>
                  <a:lnTo>
                    <a:pt x="9470294" y="389831"/>
                  </a:lnTo>
                  <a:lnTo>
                    <a:pt x="9398090" y="385176"/>
                  </a:lnTo>
                  <a:lnTo>
                    <a:pt x="9332119" y="380008"/>
                  </a:lnTo>
                  <a:lnTo>
                    <a:pt x="9271635" y="374259"/>
                  </a:lnTo>
                  <a:lnTo>
                    <a:pt x="9215806" y="367855"/>
                  </a:lnTo>
                  <a:lnTo>
                    <a:pt x="9163779" y="360723"/>
                  </a:lnTo>
                  <a:lnTo>
                    <a:pt x="9114741" y="352807"/>
                  </a:lnTo>
                  <a:lnTo>
                    <a:pt x="9084767" y="347352"/>
                  </a:lnTo>
                  <a:lnTo>
                    <a:pt x="9029689" y="336073"/>
                  </a:lnTo>
                  <a:lnTo>
                    <a:pt x="8976402" y="323582"/>
                  </a:lnTo>
                  <a:lnTo>
                    <a:pt x="8924190" y="309863"/>
                  </a:lnTo>
                  <a:lnTo>
                    <a:pt x="8872544" y="294949"/>
                  </a:lnTo>
                  <a:lnTo>
                    <a:pt x="8821116" y="278924"/>
                  </a:lnTo>
                  <a:lnTo>
                    <a:pt x="8769696" y="261926"/>
                  </a:lnTo>
                  <a:lnTo>
                    <a:pt x="8718182" y="244148"/>
                  </a:lnTo>
                  <a:lnTo>
                    <a:pt x="8666559" y="225828"/>
                  </a:lnTo>
                  <a:lnTo>
                    <a:pt x="8614869" y="207237"/>
                  </a:lnTo>
                  <a:lnTo>
                    <a:pt x="8563183" y="188665"/>
                  </a:lnTo>
                  <a:lnTo>
                    <a:pt x="8511572" y="170398"/>
                  </a:lnTo>
                  <a:lnTo>
                    <a:pt x="8460073" y="152706"/>
                  </a:lnTo>
                  <a:lnTo>
                    <a:pt x="8408659" y="135822"/>
                  </a:lnTo>
                  <a:lnTo>
                    <a:pt x="8357218" y="119930"/>
                  </a:lnTo>
                  <a:lnTo>
                    <a:pt x="8305523" y="105163"/>
                  </a:lnTo>
                  <a:lnTo>
                    <a:pt x="8253207" y="91598"/>
                  </a:lnTo>
                  <a:lnTo>
                    <a:pt x="8199738" y="79262"/>
                  </a:lnTo>
                  <a:lnTo>
                    <a:pt x="8151487" y="69470"/>
                  </a:lnTo>
                  <a:lnTo>
                    <a:pt x="8103966" y="61042"/>
                  </a:lnTo>
                  <a:lnTo>
                    <a:pt x="8053931" y="53416"/>
                  </a:lnTo>
                  <a:lnTo>
                    <a:pt x="8000617" y="46556"/>
                  </a:lnTo>
                  <a:lnTo>
                    <a:pt x="7943193" y="40399"/>
                  </a:lnTo>
                  <a:lnTo>
                    <a:pt x="7880806" y="34870"/>
                  </a:lnTo>
                  <a:lnTo>
                    <a:pt x="7812647" y="29896"/>
                  </a:lnTo>
                  <a:lnTo>
                    <a:pt x="7738021" y="25412"/>
                  </a:lnTo>
                  <a:lnTo>
                    <a:pt x="7656459" y="21362"/>
                  </a:lnTo>
                  <a:lnTo>
                    <a:pt x="7567856" y="17704"/>
                  </a:lnTo>
                  <a:lnTo>
                    <a:pt x="7472649" y="14408"/>
                  </a:lnTo>
                  <a:lnTo>
                    <a:pt x="7372005" y="11458"/>
                  </a:lnTo>
                  <a:lnTo>
                    <a:pt x="7267994" y="8850"/>
                  </a:lnTo>
                  <a:lnTo>
                    <a:pt x="7163653" y="6589"/>
                  </a:lnTo>
                  <a:lnTo>
                    <a:pt x="7062880" y="4683"/>
                  </a:lnTo>
                  <a:lnTo>
                    <a:pt x="6970075" y="3136"/>
                  </a:lnTo>
                  <a:lnTo>
                    <a:pt x="6889522" y="1944"/>
                  </a:lnTo>
                  <a:lnTo>
                    <a:pt x="6824623" y="1085"/>
                  </a:lnTo>
                  <a:lnTo>
                    <a:pt x="6777186" y="521"/>
                  </a:lnTo>
                  <a:lnTo>
                    <a:pt x="6746963" y="196"/>
                  </a:lnTo>
                  <a:lnTo>
                    <a:pt x="6731565" y="46"/>
                  </a:lnTo>
                  <a:lnTo>
                    <a:pt x="6726667" y="2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776" y="53"/>
                  </a:lnTo>
                  <a:lnTo>
                    <a:pt x="5246030" y="433"/>
                  </a:lnTo>
                  <a:lnTo>
                    <a:pt x="5226524" y="1482"/>
                  </a:lnTo>
                  <a:lnTo>
                    <a:pt x="5191703" y="3548"/>
                  </a:lnTo>
                  <a:lnTo>
                    <a:pt x="5139907" y="6950"/>
                  </a:lnTo>
                  <a:lnTo>
                    <a:pt x="5071499" y="11946"/>
                  </a:lnTo>
                  <a:lnTo>
                    <a:pt x="4988684" y="18709"/>
                  </a:lnTo>
                  <a:lnTo>
                    <a:pt x="4895000" y="27324"/>
                  </a:lnTo>
                  <a:lnTo>
                    <a:pt x="4794627" y="37801"/>
                  </a:lnTo>
                  <a:lnTo>
                    <a:pt x="4691696" y="50108"/>
                  </a:lnTo>
                  <a:lnTo>
                    <a:pt x="4589770" y="64204"/>
                  </a:lnTo>
                  <a:lnTo>
                    <a:pt x="4491563" y="80075"/>
                  </a:lnTo>
                  <a:lnTo>
                    <a:pt x="4398881" y="97752"/>
                  </a:lnTo>
                  <a:lnTo>
                    <a:pt x="4312709" y="117327"/>
                  </a:lnTo>
                  <a:lnTo>
                    <a:pt x="4233373" y="138959"/>
                  </a:lnTo>
                  <a:lnTo>
                    <a:pt x="4160715" y="162877"/>
                  </a:lnTo>
                  <a:lnTo>
                    <a:pt x="4094255" y="189368"/>
                  </a:lnTo>
                  <a:lnTo>
                    <a:pt x="4033316" y="218774"/>
                  </a:lnTo>
                  <a:lnTo>
                    <a:pt x="3977119" y="251470"/>
                  </a:lnTo>
                  <a:lnTo>
                    <a:pt x="3924851" y="287831"/>
                  </a:lnTo>
                  <a:lnTo>
                    <a:pt x="3875720" y="328180"/>
                  </a:lnTo>
                  <a:lnTo>
                    <a:pt x="3829811" y="371871"/>
                  </a:lnTo>
                  <a:lnTo>
                    <a:pt x="3788593" y="416222"/>
                  </a:lnTo>
                  <a:lnTo>
                    <a:pt x="3748484" y="464145"/>
                  </a:lnTo>
                  <a:lnTo>
                    <a:pt x="3709154" y="515708"/>
                  </a:lnTo>
                  <a:lnTo>
                    <a:pt x="3670341" y="570911"/>
                  </a:lnTo>
                  <a:lnTo>
                    <a:pt x="3631842" y="629673"/>
                  </a:lnTo>
                  <a:lnTo>
                    <a:pt x="3593508" y="691825"/>
                  </a:lnTo>
                  <a:lnTo>
                    <a:pt x="3555229" y="757110"/>
                  </a:lnTo>
                  <a:lnTo>
                    <a:pt x="3516935" y="825178"/>
                  </a:lnTo>
                  <a:lnTo>
                    <a:pt x="3478589" y="895594"/>
                  </a:lnTo>
                  <a:lnTo>
                    <a:pt x="3440179" y="967847"/>
                  </a:lnTo>
                  <a:lnTo>
                    <a:pt x="3401715" y="1041361"/>
                  </a:lnTo>
                  <a:lnTo>
                    <a:pt x="3363221" y="1115518"/>
                  </a:lnTo>
                  <a:lnTo>
                    <a:pt x="3324726" y="1189676"/>
                  </a:lnTo>
                  <a:lnTo>
                    <a:pt x="3286262" y="1263193"/>
                  </a:lnTo>
                  <a:lnTo>
                    <a:pt x="3247852" y="1335449"/>
                  </a:lnTo>
                  <a:lnTo>
                    <a:pt x="3209506" y="1405871"/>
                  </a:lnTo>
                  <a:lnTo>
                    <a:pt x="3171212" y="1473945"/>
                  </a:lnTo>
                  <a:lnTo>
                    <a:pt x="3132933" y="1539238"/>
                  </a:lnTo>
                  <a:lnTo>
                    <a:pt x="3094599" y="1601399"/>
                  </a:lnTo>
                  <a:lnTo>
                    <a:pt x="3056101" y="1660169"/>
                  </a:lnTo>
                  <a:lnTo>
                    <a:pt x="3017289" y="1715382"/>
                  </a:lnTo>
                  <a:lnTo>
                    <a:pt x="2977960" y="1766955"/>
                  </a:lnTo>
                  <a:lnTo>
                    <a:pt x="2937854" y="1814886"/>
                  </a:lnTo>
                  <a:lnTo>
                    <a:pt x="2896531" y="1859357"/>
                  </a:lnTo>
                  <a:lnTo>
                    <a:pt x="2849777" y="1903797"/>
                  </a:lnTo>
                  <a:lnTo>
                    <a:pt x="2800597" y="1944073"/>
                  </a:lnTo>
                  <a:lnTo>
                    <a:pt x="2748266" y="1980367"/>
                  </a:lnTo>
                  <a:lnTo>
                    <a:pt x="2691993" y="2013001"/>
                  </a:lnTo>
                  <a:lnTo>
                    <a:pt x="2630963" y="2042352"/>
                  </a:lnTo>
                  <a:lnTo>
                    <a:pt x="2564399" y="2068795"/>
                  </a:lnTo>
                  <a:lnTo>
                    <a:pt x="2491626" y="2092670"/>
                  </a:lnTo>
                  <a:lnTo>
                    <a:pt x="2412169" y="2114264"/>
                  </a:lnTo>
                  <a:lnTo>
                    <a:pt x="2325878" y="2133804"/>
                  </a:lnTo>
                  <a:lnTo>
                    <a:pt x="2233087" y="2151448"/>
                  </a:lnTo>
                  <a:lnTo>
                    <a:pt x="2134796" y="2167288"/>
                  </a:lnTo>
                  <a:lnTo>
                    <a:pt x="2032826" y="2181353"/>
                  </a:lnTo>
                  <a:lnTo>
                    <a:pt x="1929907" y="2193628"/>
                  </a:lnTo>
                  <a:lnTo>
                    <a:pt x="1829615" y="2204072"/>
                  </a:lnTo>
                  <a:lnTo>
                    <a:pt x="1736088" y="2212654"/>
                  </a:lnTo>
                  <a:lnTo>
                    <a:pt x="1653500" y="2219385"/>
                  </a:lnTo>
                  <a:lnTo>
                    <a:pt x="1585372" y="2224351"/>
                  </a:lnTo>
                  <a:lnTo>
                    <a:pt x="1533878" y="2227726"/>
                  </a:lnTo>
                  <a:lnTo>
                    <a:pt x="1499348" y="2229772"/>
                  </a:lnTo>
                  <a:lnTo>
                    <a:pt x="1480086" y="2230807"/>
                  </a:lnTo>
                  <a:lnTo>
                    <a:pt x="1472506" y="2231178"/>
                  </a:lnTo>
                  <a:lnTo>
                    <a:pt x="1471387" y="2231228"/>
                  </a:lnTo>
                  <a:lnTo>
                    <a:pt x="0" y="2231228"/>
                  </a:lnTo>
                  <a:close/>
                </a:path>
              </a:pathLst>
            </a:custGeom>
            <a:solidFill>
              <a:srgbClr val="67C1B3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161" name="pl1161"/>
            <p:cNvSpPr/>
            <p:nvPr/>
          </p:nvSpPr>
          <p:spPr>
            <a:xfrm>
              <a:off x="4799595" y="6099471"/>
              <a:ext cx="11981298" cy="2231228"/>
            </a:xfrm>
            <a:custGeom>
              <a:avLst/>
              <a:pathLst>
                <a:path w="11981298" h="2231228">
                  <a:moveTo>
                    <a:pt x="0" y="2231228"/>
                  </a:moveTo>
                  <a:lnTo>
                    <a:pt x="1471387" y="2231228"/>
                  </a:lnTo>
                  <a:lnTo>
                    <a:pt x="1472566" y="2231175"/>
                  </a:lnTo>
                  <a:lnTo>
                    <a:pt x="1480312" y="2230795"/>
                  </a:lnTo>
                  <a:lnTo>
                    <a:pt x="1499818" y="2229745"/>
                  </a:lnTo>
                  <a:lnTo>
                    <a:pt x="1534639" y="2227679"/>
                  </a:lnTo>
                  <a:lnTo>
                    <a:pt x="1586435" y="2224277"/>
                  </a:lnTo>
                  <a:lnTo>
                    <a:pt x="1654843" y="2219282"/>
                  </a:lnTo>
                  <a:lnTo>
                    <a:pt x="1737658" y="2212519"/>
                  </a:lnTo>
                  <a:lnTo>
                    <a:pt x="1831342" y="2203904"/>
                  </a:lnTo>
                  <a:lnTo>
                    <a:pt x="1931715" y="2193427"/>
                  </a:lnTo>
                  <a:lnTo>
                    <a:pt x="2034646" y="2181120"/>
                  </a:lnTo>
                  <a:lnTo>
                    <a:pt x="2136572" y="2167023"/>
                  </a:lnTo>
                  <a:lnTo>
                    <a:pt x="2234779" y="2151152"/>
                  </a:lnTo>
                  <a:lnTo>
                    <a:pt x="2327461" y="2133476"/>
                  </a:lnTo>
                  <a:lnTo>
                    <a:pt x="2413633" y="2113901"/>
                  </a:lnTo>
                  <a:lnTo>
                    <a:pt x="2492970" y="2092268"/>
                  </a:lnTo>
                  <a:lnTo>
                    <a:pt x="2565628" y="2068351"/>
                  </a:lnTo>
                  <a:lnTo>
                    <a:pt x="2632087" y="2041860"/>
                  </a:lnTo>
                  <a:lnTo>
                    <a:pt x="2693026" y="2012454"/>
                  </a:lnTo>
                  <a:lnTo>
                    <a:pt x="2749223" y="1979758"/>
                  </a:lnTo>
                  <a:lnTo>
                    <a:pt x="2801491" y="1943396"/>
                  </a:lnTo>
                  <a:lnTo>
                    <a:pt x="2850622" y="1903048"/>
                  </a:lnTo>
                  <a:lnTo>
                    <a:pt x="2896531" y="1859357"/>
                  </a:lnTo>
                  <a:lnTo>
                    <a:pt x="2937749" y="1815005"/>
                  </a:lnTo>
                  <a:lnTo>
                    <a:pt x="2977858" y="1767083"/>
                  </a:lnTo>
                  <a:lnTo>
                    <a:pt x="3017188" y="1715520"/>
                  </a:lnTo>
                  <a:lnTo>
                    <a:pt x="3056002" y="1660317"/>
                  </a:lnTo>
                  <a:lnTo>
                    <a:pt x="3094500" y="1601555"/>
                  </a:lnTo>
                  <a:lnTo>
                    <a:pt x="3132834" y="1539402"/>
                  </a:lnTo>
                  <a:lnTo>
                    <a:pt x="3171113" y="1474118"/>
                  </a:lnTo>
                  <a:lnTo>
                    <a:pt x="3209407" y="1406050"/>
                  </a:lnTo>
                  <a:lnTo>
                    <a:pt x="3247753" y="1335633"/>
                  </a:lnTo>
                  <a:lnTo>
                    <a:pt x="3286163" y="1263381"/>
                  </a:lnTo>
                  <a:lnTo>
                    <a:pt x="3324627" y="1189867"/>
                  </a:lnTo>
                  <a:lnTo>
                    <a:pt x="3363121" y="1115710"/>
                  </a:lnTo>
                  <a:lnTo>
                    <a:pt x="3401616" y="1041552"/>
                  </a:lnTo>
                  <a:lnTo>
                    <a:pt x="3440080" y="968035"/>
                  </a:lnTo>
                  <a:lnTo>
                    <a:pt x="3478490" y="895778"/>
                  </a:lnTo>
                  <a:lnTo>
                    <a:pt x="3516836" y="825357"/>
                  </a:lnTo>
                  <a:lnTo>
                    <a:pt x="3555130" y="757282"/>
                  </a:lnTo>
                  <a:lnTo>
                    <a:pt x="3593409" y="691990"/>
                  </a:lnTo>
                  <a:lnTo>
                    <a:pt x="3631743" y="629829"/>
                  </a:lnTo>
                  <a:lnTo>
                    <a:pt x="3670241" y="571058"/>
                  </a:lnTo>
                  <a:lnTo>
                    <a:pt x="3709053" y="515846"/>
                  </a:lnTo>
                  <a:lnTo>
                    <a:pt x="3748382" y="464273"/>
                  </a:lnTo>
                  <a:lnTo>
                    <a:pt x="3788488" y="416341"/>
                  </a:lnTo>
                  <a:lnTo>
                    <a:pt x="3829703" y="371981"/>
                  </a:lnTo>
                  <a:lnTo>
                    <a:pt x="3829811" y="371871"/>
                  </a:lnTo>
                  <a:lnTo>
                    <a:pt x="3876565" y="327431"/>
                  </a:lnTo>
                  <a:lnTo>
                    <a:pt x="3925745" y="287155"/>
                  </a:lnTo>
                  <a:lnTo>
                    <a:pt x="3978076" y="250861"/>
                  </a:lnTo>
                  <a:lnTo>
                    <a:pt x="4034350" y="218227"/>
                  </a:lnTo>
                  <a:lnTo>
                    <a:pt x="4095379" y="188875"/>
                  </a:lnTo>
                  <a:lnTo>
                    <a:pt x="4161943" y="162433"/>
                  </a:lnTo>
                  <a:lnTo>
                    <a:pt x="4234716" y="138558"/>
                  </a:lnTo>
                  <a:lnTo>
                    <a:pt x="4314173" y="116963"/>
                  </a:lnTo>
                  <a:lnTo>
                    <a:pt x="4400464" y="97423"/>
                  </a:lnTo>
                  <a:lnTo>
                    <a:pt x="4493255" y="79779"/>
                  </a:lnTo>
                  <a:lnTo>
                    <a:pt x="4591546" y="63940"/>
                  </a:lnTo>
                  <a:lnTo>
                    <a:pt x="4693516" y="49874"/>
                  </a:lnTo>
                  <a:lnTo>
                    <a:pt x="4796435" y="37599"/>
                  </a:lnTo>
                  <a:lnTo>
                    <a:pt x="4896727" y="27155"/>
                  </a:lnTo>
                  <a:lnTo>
                    <a:pt x="4990254" y="18573"/>
                  </a:lnTo>
                  <a:lnTo>
                    <a:pt x="5072842" y="11843"/>
                  </a:lnTo>
                  <a:lnTo>
                    <a:pt x="5140970" y="6877"/>
                  </a:lnTo>
                  <a:lnTo>
                    <a:pt x="5192464" y="3501"/>
                  </a:lnTo>
                  <a:lnTo>
                    <a:pt x="5226994" y="1456"/>
                  </a:lnTo>
                  <a:lnTo>
                    <a:pt x="5246256" y="421"/>
                  </a:lnTo>
                  <a:lnTo>
                    <a:pt x="5253836" y="50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578" y="10"/>
                  </a:lnTo>
                  <a:lnTo>
                    <a:pt x="6735686" y="84"/>
                  </a:lnTo>
                  <a:lnTo>
                    <a:pt x="6756074" y="290"/>
                  </a:lnTo>
                  <a:lnTo>
                    <a:pt x="6792395" y="695"/>
                  </a:lnTo>
                  <a:lnTo>
                    <a:pt x="6846271" y="1361"/>
                  </a:lnTo>
                  <a:lnTo>
                    <a:pt x="6917172" y="2338"/>
                  </a:lnTo>
                  <a:lnTo>
                    <a:pt x="7002641" y="3658"/>
                  </a:lnTo>
                  <a:lnTo>
                    <a:pt x="7098862" y="5335"/>
                  </a:lnTo>
                  <a:lnTo>
                    <a:pt x="7201427" y="7371"/>
                  </a:lnTo>
                  <a:lnTo>
                    <a:pt x="7306059" y="9759"/>
                  </a:lnTo>
                  <a:lnTo>
                    <a:pt x="7409146" y="12492"/>
                  </a:lnTo>
                  <a:lnTo>
                    <a:pt x="7508000" y="15566"/>
                  </a:lnTo>
                  <a:lnTo>
                    <a:pt x="7600897" y="18992"/>
                  </a:lnTo>
                  <a:lnTo>
                    <a:pt x="7686956" y="22788"/>
                  </a:lnTo>
                  <a:lnTo>
                    <a:pt x="7765959" y="26991"/>
                  </a:lnTo>
                  <a:lnTo>
                    <a:pt x="7838163" y="31646"/>
                  </a:lnTo>
                  <a:lnTo>
                    <a:pt x="7904134" y="36813"/>
                  </a:lnTo>
                  <a:lnTo>
                    <a:pt x="7964618" y="42562"/>
                  </a:lnTo>
                  <a:lnTo>
                    <a:pt x="8020447" y="48967"/>
                  </a:lnTo>
                  <a:lnTo>
                    <a:pt x="8072474" y="56099"/>
                  </a:lnTo>
                  <a:lnTo>
                    <a:pt x="8121512" y="64015"/>
                  </a:lnTo>
                  <a:lnTo>
                    <a:pt x="8151487" y="69470"/>
                  </a:lnTo>
                  <a:lnTo>
                    <a:pt x="8206564" y="80749"/>
                  </a:lnTo>
                  <a:lnTo>
                    <a:pt x="8259851" y="93240"/>
                  </a:lnTo>
                  <a:lnTo>
                    <a:pt x="8312063" y="106959"/>
                  </a:lnTo>
                  <a:lnTo>
                    <a:pt x="8363710" y="121873"/>
                  </a:lnTo>
                  <a:lnTo>
                    <a:pt x="8415137" y="137898"/>
                  </a:lnTo>
                  <a:lnTo>
                    <a:pt x="8466557" y="154896"/>
                  </a:lnTo>
                  <a:lnTo>
                    <a:pt x="8518071" y="172674"/>
                  </a:lnTo>
                  <a:lnTo>
                    <a:pt x="8569695" y="190994"/>
                  </a:lnTo>
                  <a:lnTo>
                    <a:pt x="8621385" y="209585"/>
                  </a:lnTo>
                  <a:lnTo>
                    <a:pt x="8673070" y="228157"/>
                  </a:lnTo>
                  <a:lnTo>
                    <a:pt x="8724681" y="246424"/>
                  </a:lnTo>
                  <a:lnTo>
                    <a:pt x="8776180" y="264115"/>
                  </a:lnTo>
                  <a:lnTo>
                    <a:pt x="8827594" y="281000"/>
                  </a:lnTo>
                  <a:lnTo>
                    <a:pt x="8879035" y="296892"/>
                  </a:lnTo>
                  <a:lnTo>
                    <a:pt x="8930730" y="311659"/>
                  </a:lnTo>
                  <a:lnTo>
                    <a:pt x="8983046" y="325224"/>
                  </a:lnTo>
                  <a:lnTo>
                    <a:pt x="9036515" y="337560"/>
                  </a:lnTo>
                  <a:lnTo>
                    <a:pt x="9084767" y="347352"/>
                  </a:lnTo>
                  <a:lnTo>
                    <a:pt x="9132287" y="355780"/>
                  </a:lnTo>
                  <a:lnTo>
                    <a:pt x="9182323" y="363406"/>
                  </a:lnTo>
                  <a:lnTo>
                    <a:pt x="9235636" y="370266"/>
                  </a:lnTo>
                  <a:lnTo>
                    <a:pt x="9293060" y="376423"/>
                  </a:lnTo>
                  <a:lnTo>
                    <a:pt x="9355447" y="381952"/>
                  </a:lnTo>
                  <a:lnTo>
                    <a:pt x="9423607" y="386926"/>
                  </a:lnTo>
                  <a:lnTo>
                    <a:pt x="9498233" y="391410"/>
                  </a:lnTo>
                  <a:lnTo>
                    <a:pt x="9579795" y="395460"/>
                  </a:lnTo>
                  <a:lnTo>
                    <a:pt x="9668397" y="399118"/>
                  </a:lnTo>
                  <a:lnTo>
                    <a:pt x="9763605" y="402414"/>
                  </a:lnTo>
                  <a:lnTo>
                    <a:pt x="9864248" y="405364"/>
                  </a:lnTo>
                  <a:lnTo>
                    <a:pt x="9968259" y="407972"/>
                  </a:lnTo>
                  <a:lnTo>
                    <a:pt x="10072601" y="410233"/>
                  </a:lnTo>
                  <a:lnTo>
                    <a:pt x="10173373" y="412139"/>
                  </a:lnTo>
                  <a:lnTo>
                    <a:pt x="10266178" y="413686"/>
                  </a:lnTo>
                  <a:lnTo>
                    <a:pt x="10346731" y="414878"/>
                  </a:lnTo>
                  <a:lnTo>
                    <a:pt x="10411630" y="415737"/>
                  </a:lnTo>
                  <a:lnTo>
                    <a:pt x="10459067" y="416301"/>
                  </a:lnTo>
                  <a:lnTo>
                    <a:pt x="10489291" y="416626"/>
                  </a:lnTo>
                  <a:lnTo>
                    <a:pt x="10504689" y="416776"/>
                  </a:lnTo>
                  <a:lnTo>
                    <a:pt x="10509586" y="416820"/>
                  </a:lnTo>
                  <a:lnTo>
                    <a:pt x="10509911" y="416822"/>
                  </a:lnTo>
                  <a:lnTo>
                    <a:pt x="11981298" y="41682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62" name="pl1162"/>
            <p:cNvSpPr/>
            <p:nvPr/>
          </p:nvSpPr>
          <p:spPr>
            <a:xfrm>
              <a:off x="4799595" y="6091298"/>
              <a:ext cx="11981298" cy="2231228"/>
            </a:xfrm>
            <a:custGeom>
              <a:avLst/>
              <a:pathLst>
                <a:path w="11981298" h="2231228">
                  <a:moveTo>
                    <a:pt x="11981298" y="416822"/>
                  </a:moveTo>
                  <a:lnTo>
                    <a:pt x="10509911" y="416822"/>
                  </a:lnTo>
                  <a:lnTo>
                    <a:pt x="10508675" y="416812"/>
                  </a:lnTo>
                  <a:lnTo>
                    <a:pt x="10500567" y="416738"/>
                  </a:lnTo>
                  <a:lnTo>
                    <a:pt x="10480179" y="416532"/>
                  </a:lnTo>
                  <a:lnTo>
                    <a:pt x="10443858" y="416127"/>
                  </a:lnTo>
                  <a:lnTo>
                    <a:pt x="10389982" y="415461"/>
                  </a:lnTo>
                  <a:lnTo>
                    <a:pt x="10319081" y="414484"/>
                  </a:lnTo>
                  <a:lnTo>
                    <a:pt x="10233612" y="413164"/>
                  </a:lnTo>
                  <a:lnTo>
                    <a:pt x="10137391" y="411487"/>
                  </a:lnTo>
                  <a:lnTo>
                    <a:pt x="10034826" y="409450"/>
                  </a:lnTo>
                  <a:lnTo>
                    <a:pt x="9930194" y="407063"/>
                  </a:lnTo>
                  <a:lnTo>
                    <a:pt x="9827107" y="404330"/>
                  </a:lnTo>
                  <a:lnTo>
                    <a:pt x="9728253" y="401256"/>
                  </a:lnTo>
                  <a:lnTo>
                    <a:pt x="9635356" y="397830"/>
                  </a:lnTo>
                  <a:lnTo>
                    <a:pt x="9549297" y="394034"/>
                  </a:lnTo>
                  <a:lnTo>
                    <a:pt x="9470294" y="389831"/>
                  </a:lnTo>
                  <a:lnTo>
                    <a:pt x="9398090" y="385176"/>
                  </a:lnTo>
                  <a:lnTo>
                    <a:pt x="9332119" y="380008"/>
                  </a:lnTo>
                  <a:lnTo>
                    <a:pt x="9271635" y="374259"/>
                  </a:lnTo>
                  <a:lnTo>
                    <a:pt x="9215806" y="367855"/>
                  </a:lnTo>
                  <a:lnTo>
                    <a:pt x="9163779" y="360723"/>
                  </a:lnTo>
                  <a:lnTo>
                    <a:pt x="9114741" y="352807"/>
                  </a:lnTo>
                  <a:lnTo>
                    <a:pt x="9084767" y="347352"/>
                  </a:lnTo>
                  <a:lnTo>
                    <a:pt x="9029689" y="336073"/>
                  </a:lnTo>
                  <a:lnTo>
                    <a:pt x="8976402" y="323582"/>
                  </a:lnTo>
                  <a:lnTo>
                    <a:pt x="8924190" y="309863"/>
                  </a:lnTo>
                  <a:lnTo>
                    <a:pt x="8872544" y="294949"/>
                  </a:lnTo>
                  <a:lnTo>
                    <a:pt x="8821116" y="278924"/>
                  </a:lnTo>
                  <a:lnTo>
                    <a:pt x="8769696" y="261926"/>
                  </a:lnTo>
                  <a:lnTo>
                    <a:pt x="8718182" y="244148"/>
                  </a:lnTo>
                  <a:lnTo>
                    <a:pt x="8666559" y="225828"/>
                  </a:lnTo>
                  <a:lnTo>
                    <a:pt x="8614869" y="207237"/>
                  </a:lnTo>
                  <a:lnTo>
                    <a:pt x="8563183" y="188665"/>
                  </a:lnTo>
                  <a:lnTo>
                    <a:pt x="8511572" y="170398"/>
                  </a:lnTo>
                  <a:lnTo>
                    <a:pt x="8460073" y="152706"/>
                  </a:lnTo>
                  <a:lnTo>
                    <a:pt x="8408659" y="135822"/>
                  </a:lnTo>
                  <a:lnTo>
                    <a:pt x="8357218" y="119930"/>
                  </a:lnTo>
                  <a:lnTo>
                    <a:pt x="8305523" y="105163"/>
                  </a:lnTo>
                  <a:lnTo>
                    <a:pt x="8253207" y="91598"/>
                  </a:lnTo>
                  <a:lnTo>
                    <a:pt x="8199738" y="79262"/>
                  </a:lnTo>
                  <a:lnTo>
                    <a:pt x="8151487" y="69470"/>
                  </a:lnTo>
                  <a:lnTo>
                    <a:pt x="8103966" y="61042"/>
                  </a:lnTo>
                  <a:lnTo>
                    <a:pt x="8053931" y="53416"/>
                  </a:lnTo>
                  <a:lnTo>
                    <a:pt x="8000617" y="46556"/>
                  </a:lnTo>
                  <a:lnTo>
                    <a:pt x="7943193" y="40399"/>
                  </a:lnTo>
                  <a:lnTo>
                    <a:pt x="7880806" y="34870"/>
                  </a:lnTo>
                  <a:lnTo>
                    <a:pt x="7812647" y="29896"/>
                  </a:lnTo>
                  <a:lnTo>
                    <a:pt x="7738021" y="25412"/>
                  </a:lnTo>
                  <a:lnTo>
                    <a:pt x="7656459" y="21362"/>
                  </a:lnTo>
                  <a:lnTo>
                    <a:pt x="7567856" y="17704"/>
                  </a:lnTo>
                  <a:lnTo>
                    <a:pt x="7472649" y="14408"/>
                  </a:lnTo>
                  <a:lnTo>
                    <a:pt x="7372005" y="11458"/>
                  </a:lnTo>
                  <a:lnTo>
                    <a:pt x="7267994" y="8850"/>
                  </a:lnTo>
                  <a:lnTo>
                    <a:pt x="7163653" y="6589"/>
                  </a:lnTo>
                  <a:lnTo>
                    <a:pt x="7062880" y="4683"/>
                  </a:lnTo>
                  <a:lnTo>
                    <a:pt x="6970075" y="3136"/>
                  </a:lnTo>
                  <a:lnTo>
                    <a:pt x="6889522" y="1944"/>
                  </a:lnTo>
                  <a:lnTo>
                    <a:pt x="6824623" y="1085"/>
                  </a:lnTo>
                  <a:lnTo>
                    <a:pt x="6777186" y="521"/>
                  </a:lnTo>
                  <a:lnTo>
                    <a:pt x="6746963" y="196"/>
                  </a:lnTo>
                  <a:lnTo>
                    <a:pt x="6731565" y="46"/>
                  </a:lnTo>
                  <a:lnTo>
                    <a:pt x="6726667" y="2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776" y="53"/>
                  </a:lnTo>
                  <a:lnTo>
                    <a:pt x="5246030" y="433"/>
                  </a:lnTo>
                  <a:lnTo>
                    <a:pt x="5226524" y="1482"/>
                  </a:lnTo>
                  <a:lnTo>
                    <a:pt x="5191703" y="3548"/>
                  </a:lnTo>
                  <a:lnTo>
                    <a:pt x="5139907" y="6950"/>
                  </a:lnTo>
                  <a:lnTo>
                    <a:pt x="5071499" y="11946"/>
                  </a:lnTo>
                  <a:lnTo>
                    <a:pt x="4988684" y="18709"/>
                  </a:lnTo>
                  <a:lnTo>
                    <a:pt x="4895000" y="27324"/>
                  </a:lnTo>
                  <a:lnTo>
                    <a:pt x="4794627" y="37801"/>
                  </a:lnTo>
                  <a:lnTo>
                    <a:pt x="4691696" y="50108"/>
                  </a:lnTo>
                  <a:lnTo>
                    <a:pt x="4589770" y="64204"/>
                  </a:lnTo>
                  <a:lnTo>
                    <a:pt x="4491563" y="80075"/>
                  </a:lnTo>
                  <a:lnTo>
                    <a:pt x="4398881" y="97752"/>
                  </a:lnTo>
                  <a:lnTo>
                    <a:pt x="4312709" y="117327"/>
                  </a:lnTo>
                  <a:lnTo>
                    <a:pt x="4233373" y="138959"/>
                  </a:lnTo>
                  <a:lnTo>
                    <a:pt x="4160715" y="162877"/>
                  </a:lnTo>
                  <a:lnTo>
                    <a:pt x="4094255" y="189368"/>
                  </a:lnTo>
                  <a:lnTo>
                    <a:pt x="4033316" y="218774"/>
                  </a:lnTo>
                  <a:lnTo>
                    <a:pt x="3977119" y="251470"/>
                  </a:lnTo>
                  <a:lnTo>
                    <a:pt x="3924851" y="287831"/>
                  </a:lnTo>
                  <a:lnTo>
                    <a:pt x="3875720" y="328180"/>
                  </a:lnTo>
                  <a:lnTo>
                    <a:pt x="3829811" y="371871"/>
                  </a:lnTo>
                  <a:lnTo>
                    <a:pt x="3788593" y="416222"/>
                  </a:lnTo>
                  <a:lnTo>
                    <a:pt x="3748484" y="464145"/>
                  </a:lnTo>
                  <a:lnTo>
                    <a:pt x="3709154" y="515708"/>
                  </a:lnTo>
                  <a:lnTo>
                    <a:pt x="3670341" y="570911"/>
                  </a:lnTo>
                  <a:lnTo>
                    <a:pt x="3631842" y="629673"/>
                  </a:lnTo>
                  <a:lnTo>
                    <a:pt x="3593508" y="691825"/>
                  </a:lnTo>
                  <a:lnTo>
                    <a:pt x="3555229" y="757110"/>
                  </a:lnTo>
                  <a:lnTo>
                    <a:pt x="3516935" y="825178"/>
                  </a:lnTo>
                  <a:lnTo>
                    <a:pt x="3478589" y="895594"/>
                  </a:lnTo>
                  <a:lnTo>
                    <a:pt x="3440179" y="967847"/>
                  </a:lnTo>
                  <a:lnTo>
                    <a:pt x="3401715" y="1041361"/>
                  </a:lnTo>
                  <a:lnTo>
                    <a:pt x="3363221" y="1115518"/>
                  </a:lnTo>
                  <a:lnTo>
                    <a:pt x="3324726" y="1189676"/>
                  </a:lnTo>
                  <a:lnTo>
                    <a:pt x="3286262" y="1263193"/>
                  </a:lnTo>
                  <a:lnTo>
                    <a:pt x="3247852" y="1335449"/>
                  </a:lnTo>
                  <a:lnTo>
                    <a:pt x="3209506" y="1405871"/>
                  </a:lnTo>
                  <a:lnTo>
                    <a:pt x="3171212" y="1473945"/>
                  </a:lnTo>
                  <a:lnTo>
                    <a:pt x="3132933" y="1539238"/>
                  </a:lnTo>
                  <a:lnTo>
                    <a:pt x="3094599" y="1601399"/>
                  </a:lnTo>
                  <a:lnTo>
                    <a:pt x="3056101" y="1660169"/>
                  </a:lnTo>
                  <a:lnTo>
                    <a:pt x="3017289" y="1715382"/>
                  </a:lnTo>
                  <a:lnTo>
                    <a:pt x="2977960" y="1766955"/>
                  </a:lnTo>
                  <a:lnTo>
                    <a:pt x="2937854" y="1814886"/>
                  </a:lnTo>
                  <a:lnTo>
                    <a:pt x="2896639" y="1859247"/>
                  </a:lnTo>
                  <a:lnTo>
                    <a:pt x="2896531" y="1859357"/>
                  </a:lnTo>
                  <a:lnTo>
                    <a:pt x="2849777" y="1903797"/>
                  </a:lnTo>
                  <a:lnTo>
                    <a:pt x="2800597" y="1944073"/>
                  </a:lnTo>
                  <a:lnTo>
                    <a:pt x="2748266" y="1980367"/>
                  </a:lnTo>
                  <a:lnTo>
                    <a:pt x="2691993" y="2013001"/>
                  </a:lnTo>
                  <a:lnTo>
                    <a:pt x="2630963" y="2042352"/>
                  </a:lnTo>
                  <a:lnTo>
                    <a:pt x="2564399" y="2068795"/>
                  </a:lnTo>
                  <a:lnTo>
                    <a:pt x="2491626" y="2092670"/>
                  </a:lnTo>
                  <a:lnTo>
                    <a:pt x="2412169" y="2114264"/>
                  </a:lnTo>
                  <a:lnTo>
                    <a:pt x="2325878" y="2133804"/>
                  </a:lnTo>
                  <a:lnTo>
                    <a:pt x="2233087" y="2151448"/>
                  </a:lnTo>
                  <a:lnTo>
                    <a:pt x="2134796" y="2167288"/>
                  </a:lnTo>
                  <a:lnTo>
                    <a:pt x="2032826" y="2181353"/>
                  </a:lnTo>
                  <a:lnTo>
                    <a:pt x="1929907" y="2193628"/>
                  </a:lnTo>
                  <a:lnTo>
                    <a:pt x="1829615" y="2204072"/>
                  </a:lnTo>
                  <a:lnTo>
                    <a:pt x="1736088" y="2212654"/>
                  </a:lnTo>
                  <a:lnTo>
                    <a:pt x="1653500" y="2219385"/>
                  </a:lnTo>
                  <a:lnTo>
                    <a:pt x="1585372" y="2224351"/>
                  </a:lnTo>
                  <a:lnTo>
                    <a:pt x="1533878" y="2227726"/>
                  </a:lnTo>
                  <a:lnTo>
                    <a:pt x="1499348" y="2229772"/>
                  </a:lnTo>
                  <a:lnTo>
                    <a:pt x="1480086" y="2230807"/>
                  </a:lnTo>
                  <a:lnTo>
                    <a:pt x="1472506" y="2231178"/>
                  </a:lnTo>
                  <a:lnTo>
                    <a:pt x="1471387" y="2231228"/>
                  </a:lnTo>
                  <a:lnTo>
                    <a:pt x="0" y="223122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63" name="pg1163"/>
            <p:cNvSpPr/>
            <p:nvPr/>
          </p:nvSpPr>
          <p:spPr>
            <a:xfrm>
              <a:off x="4799595" y="7243690"/>
              <a:ext cx="11981298" cy="1274987"/>
            </a:xfrm>
            <a:custGeom>
              <a:avLst/>
              <a:pathLst>
                <a:path w="11981298" h="1274987">
                  <a:moveTo>
                    <a:pt x="0" y="1144219"/>
                  </a:moveTo>
                  <a:lnTo>
                    <a:pt x="1471387" y="1144219"/>
                  </a:lnTo>
                  <a:lnTo>
                    <a:pt x="1472609" y="1144191"/>
                  </a:lnTo>
                  <a:lnTo>
                    <a:pt x="1480630" y="1143991"/>
                  </a:lnTo>
                  <a:lnTo>
                    <a:pt x="1500803" y="1143436"/>
                  </a:lnTo>
                  <a:lnTo>
                    <a:pt x="1536762" y="1142345"/>
                  </a:lnTo>
                  <a:lnTo>
                    <a:pt x="1590136" y="1140550"/>
                  </a:lnTo>
                  <a:lnTo>
                    <a:pt x="1660438" y="1137917"/>
                  </a:lnTo>
                  <a:lnTo>
                    <a:pt x="1745270" y="1134357"/>
                  </a:lnTo>
                  <a:lnTo>
                    <a:pt x="1840886" y="1129829"/>
                  </a:lnTo>
                  <a:lnTo>
                    <a:pt x="1942931" y="1124331"/>
                  </a:lnTo>
                  <a:lnTo>
                    <a:pt x="2047163" y="1117881"/>
                  </a:lnTo>
                  <a:lnTo>
                    <a:pt x="2149980" y="1110500"/>
                  </a:lnTo>
                  <a:lnTo>
                    <a:pt x="2248687" y="1102192"/>
                  </a:lnTo>
                  <a:lnTo>
                    <a:pt x="2341539" y="1092938"/>
                  </a:lnTo>
                  <a:lnTo>
                    <a:pt x="2427630" y="1082682"/>
                  </a:lnTo>
                  <a:lnTo>
                    <a:pt x="2506717" y="1071335"/>
                  </a:lnTo>
                  <a:lnTo>
                    <a:pt x="2579032" y="1058771"/>
                  </a:lnTo>
                  <a:lnTo>
                    <a:pt x="2645120" y="1044832"/>
                  </a:lnTo>
                  <a:lnTo>
                    <a:pt x="2705711" y="1029333"/>
                  </a:lnTo>
                  <a:lnTo>
                    <a:pt x="2761625" y="1012074"/>
                  </a:lnTo>
                  <a:lnTo>
                    <a:pt x="2813706" y="992861"/>
                  </a:lnTo>
                  <a:lnTo>
                    <a:pt x="2862762" y="971536"/>
                  </a:lnTo>
                  <a:lnTo>
                    <a:pt x="2896531" y="954878"/>
                  </a:lnTo>
                  <a:lnTo>
                    <a:pt x="2946200" y="927355"/>
                  </a:lnTo>
                  <a:lnTo>
                    <a:pt x="2994355" y="897163"/>
                  </a:lnTo>
                  <a:lnTo>
                    <a:pt x="3041539" y="864258"/>
                  </a:lnTo>
                  <a:lnTo>
                    <a:pt x="3088158" y="828678"/>
                  </a:lnTo>
                  <a:lnTo>
                    <a:pt x="3134505" y="790553"/>
                  </a:lnTo>
                  <a:lnTo>
                    <a:pt x="3180773" y="750111"/>
                  </a:lnTo>
                  <a:lnTo>
                    <a:pt x="3227080" y="707676"/>
                  </a:lnTo>
                  <a:lnTo>
                    <a:pt x="3273473" y="663666"/>
                  </a:lnTo>
                  <a:lnTo>
                    <a:pt x="3319952" y="618573"/>
                  </a:lnTo>
                  <a:lnTo>
                    <a:pt x="3366481" y="572945"/>
                  </a:lnTo>
                  <a:lnTo>
                    <a:pt x="3413005" y="527359"/>
                  </a:lnTo>
                  <a:lnTo>
                    <a:pt x="3459473" y="482388"/>
                  </a:lnTo>
                  <a:lnTo>
                    <a:pt x="3505853" y="438573"/>
                  </a:lnTo>
                  <a:lnTo>
                    <a:pt x="3552150" y="396399"/>
                  </a:lnTo>
                  <a:lnTo>
                    <a:pt x="3598421" y="356268"/>
                  </a:lnTo>
                  <a:lnTo>
                    <a:pt x="3644792" y="318494"/>
                  </a:lnTo>
                  <a:lnTo>
                    <a:pt x="3691472" y="283289"/>
                  </a:lnTo>
                  <a:lnTo>
                    <a:pt x="3738767" y="250769"/>
                  </a:lnTo>
                  <a:lnTo>
                    <a:pt x="3787099" y="220961"/>
                  </a:lnTo>
                  <a:lnTo>
                    <a:pt x="3829811" y="197514"/>
                  </a:lnTo>
                  <a:lnTo>
                    <a:pt x="3877148" y="174624"/>
                  </a:lnTo>
                  <a:lnTo>
                    <a:pt x="3926978" y="153907"/>
                  </a:lnTo>
                  <a:lnTo>
                    <a:pt x="3980055" y="135262"/>
                  </a:lnTo>
                  <a:lnTo>
                    <a:pt x="4037203" y="118520"/>
                  </a:lnTo>
                  <a:lnTo>
                    <a:pt x="4099263" y="103481"/>
                  </a:lnTo>
                  <a:lnTo>
                    <a:pt x="4167038" y="89947"/>
                  </a:lnTo>
                  <a:lnTo>
                    <a:pt x="4241218" y="77741"/>
                  </a:lnTo>
                  <a:lnTo>
                    <a:pt x="4322273" y="66713"/>
                  </a:lnTo>
                  <a:lnTo>
                    <a:pt x="4410320" y="56747"/>
                  </a:lnTo>
                  <a:lnTo>
                    <a:pt x="4504948" y="47763"/>
                  </a:lnTo>
                  <a:lnTo>
                    <a:pt x="4605030" y="39717"/>
                  </a:lnTo>
                  <a:lnTo>
                    <a:pt x="4708560" y="32597"/>
                  </a:lnTo>
                  <a:lnTo>
                    <a:pt x="4812575" y="26413"/>
                  </a:lnTo>
                  <a:lnTo>
                    <a:pt x="4913253" y="21188"/>
                  </a:lnTo>
                  <a:lnTo>
                    <a:pt x="5006258" y="16935"/>
                  </a:lnTo>
                  <a:lnTo>
                    <a:pt x="5087328" y="13642"/>
                  </a:lnTo>
                  <a:lnTo>
                    <a:pt x="5153026" y="11256"/>
                  </a:lnTo>
                  <a:lnTo>
                    <a:pt x="5201449" y="9675"/>
                  </a:lnTo>
                  <a:lnTo>
                    <a:pt x="5232702" y="8753"/>
                  </a:lnTo>
                  <a:lnTo>
                    <a:pt x="5249002" y="8317"/>
                  </a:lnTo>
                  <a:lnTo>
                    <a:pt x="5254495" y="8183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561" y="8204"/>
                  </a:lnTo>
                  <a:lnTo>
                    <a:pt x="6735557" y="8427"/>
                  </a:lnTo>
                  <a:lnTo>
                    <a:pt x="6755672" y="9043"/>
                  </a:lnTo>
                  <a:lnTo>
                    <a:pt x="6791530" y="10256"/>
                  </a:lnTo>
                  <a:lnTo>
                    <a:pt x="6844765" y="12251"/>
                  </a:lnTo>
                  <a:lnTo>
                    <a:pt x="6914900" y="15179"/>
                  </a:lnTo>
                  <a:lnTo>
                    <a:pt x="6999556" y="19137"/>
                  </a:lnTo>
                  <a:lnTo>
                    <a:pt x="7095004" y="24172"/>
                  </a:lnTo>
                  <a:lnTo>
                    <a:pt x="7196903" y="30286"/>
                  </a:lnTo>
                  <a:lnTo>
                    <a:pt x="7301023" y="37461"/>
                  </a:lnTo>
                  <a:lnTo>
                    <a:pt x="7403764" y="45672"/>
                  </a:lnTo>
                  <a:lnTo>
                    <a:pt x="7502429" y="54914"/>
                  </a:lnTo>
                  <a:lnTo>
                    <a:pt x="7595268" y="65209"/>
                  </a:lnTo>
                  <a:lnTo>
                    <a:pt x="7681368" y="76616"/>
                  </a:lnTo>
                  <a:lnTo>
                    <a:pt x="7760477" y="89236"/>
                  </a:lnTo>
                  <a:lnTo>
                    <a:pt x="7832822" y="103208"/>
                  </a:lnTo>
                  <a:lnTo>
                    <a:pt x="7898943" y="118707"/>
                  </a:lnTo>
                  <a:lnTo>
                    <a:pt x="7959564" y="135938"/>
                  </a:lnTo>
                  <a:lnTo>
                    <a:pt x="8015503" y="155123"/>
                  </a:lnTo>
                  <a:lnTo>
                    <a:pt x="8067599" y="176479"/>
                  </a:lnTo>
                  <a:lnTo>
                    <a:pt x="8116660" y="200181"/>
                  </a:lnTo>
                  <a:lnTo>
                    <a:pt x="8151487" y="219308"/>
                  </a:lnTo>
                  <a:lnTo>
                    <a:pt x="8200042" y="249267"/>
                  </a:lnTo>
                  <a:lnTo>
                    <a:pt x="8247138" y="282066"/>
                  </a:lnTo>
                  <a:lnTo>
                    <a:pt x="8293288" y="317753"/>
                  </a:lnTo>
                  <a:lnTo>
                    <a:pt x="8338876" y="356295"/>
                  </a:lnTo>
                  <a:lnTo>
                    <a:pt x="8384182" y="397564"/>
                  </a:lnTo>
                  <a:lnTo>
                    <a:pt x="8429397" y="441335"/>
                  </a:lnTo>
                  <a:lnTo>
                    <a:pt x="8474638" y="487280"/>
                  </a:lnTo>
                  <a:lnTo>
                    <a:pt x="8519958" y="534980"/>
                  </a:lnTo>
                  <a:lnTo>
                    <a:pt x="8565362" y="583935"/>
                  </a:lnTo>
                  <a:lnTo>
                    <a:pt x="8610823" y="633582"/>
                  </a:lnTo>
                  <a:lnTo>
                    <a:pt x="8656293" y="683325"/>
                  </a:lnTo>
                  <a:lnTo>
                    <a:pt x="8701720" y="732566"/>
                  </a:lnTo>
                  <a:lnTo>
                    <a:pt x="8747068" y="780727"/>
                  </a:lnTo>
                  <a:lnTo>
                    <a:pt x="8792331" y="827286"/>
                  </a:lnTo>
                  <a:lnTo>
                    <a:pt x="8837545" y="871795"/>
                  </a:lnTo>
                  <a:lnTo>
                    <a:pt x="8882805" y="913897"/>
                  </a:lnTo>
                  <a:lnTo>
                    <a:pt x="8928276" y="953333"/>
                  </a:lnTo>
                  <a:lnTo>
                    <a:pt x="8974209" y="989946"/>
                  </a:lnTo>
                  <a:lnTo>
                    <a:pt x="9020952" y="1023671"/>
                  </a:lnTo>
                  <a:lnTo>
                    <a:pt x="9068974" y="1054532"/>
                  </a:lnTo>
                  <a:lnTo>
                    <a:pt x="9084767" y="1063851"/>
                  </a:lnTo>
                  <a:lnTo>
                    <a:pt x="9132052" y="1089350"/>
                  </a:lnTo>
                  <a:lnTo>
                    <a:pt x="9181826" y="1112432"/>
                  </a:lnTo>
                  <a:lnTo>
                    <a:pt x="9234837" y="1133206"/>
                  </a:lnTo>
                  <a:lnTo>
                    <a:pt x="9291908" y="1151863"/>
                  </a:lnTo>
                  <a:lnTo>
                    <a:pt x="9353878" y="1168625"/>
                  </a:lnTo>
                  <a:lnTo>
                    <a:pt x="9421546" y="1183710"/>
                  </a:lnTo>
                  <a:lnTo>
                    <a:pt x="9495602" y="1197316"/>
                  </a:lnTo>
                  <a:lnTo>
                    <a:pt x="9576516" y="1209610"/>
                  </a:lnTo>
                  <a:lnTo>
                    <a:pt x="9664409" y="1220721"/>
                  </a:lnTo>
                  <a:lnTo>
                    <a:pt x="9758876" y="1230739"/>
                  </a:lnTo>
                  <a:lnTo>
                    <a:pt x="9858802" y="1239713"/>
                  </a:lnTo>
                  <a:lnTo>
                    <a:pt x="9962197" y="1247658"/>
                  </a:lnTo>
                  <a:lnTo>
                    <a:pt x="10066120" y="1254560"/>
                  </a:lnTo>
                  <a:lnTo>
                    <a:pt x="10166770" y="1260396"/>
                  </a:lnTo>
                  <a:lnTo>
                    <a:pt x="10259827" y="1265150"/>
                  </a:lnTo>
                  <a:lnTo>
                    <a:pt x="10341038" y="1268835"/>
                  </a:lnTo>
                  <a:lnTo>
                    <a:pt x="10406954" y="1271509"/>
                  </a:lnTo>
                  <a:lnTo>
                    <a:pt x="10455650" y="1273286"/>
                  </a:lnTo>
                  <a:lnTo>
                    <a:pt x="10487189" y="1274325"/>
                  </a:lnTo>
                  <a:lnTo>
                    <a:pt x="10503743" y="1274820"/>
                  </a:lnTo>
                  <a:lnTo>
                    <a:pt x="10509408" y="1274975"/>
                  </a:lnTo>
                  <a:lnTo>
                    <a:pt x="10509911" y="1274987"/>
                  </a:lnTo>
                  <a:lnTo>
                    <a:pt x="11981298" y="1274987"/>
                  </a:lnTo>
                  <a:lnTo>
                    <a:pt x="11981298" y="1266814"/>
                  </a:lnTo>
                  <a:lnTo>
                    <a:pt x="10509911" y="1266814"/>
                  </a:lnTo>
                  <a:lnTo>
                    <a:pt x="10508692" y="1266783"/>
                  </a:lnTo>
                  <a:lnTo>
                    <a:pt x="10500696" y="1266560"/>
                  </a:lnTo>
                  <a:lnTo>
                    <a:pt x="10480581" y="1265944"/>
                  </a:lnTo>
                  <a:lnTo>
                    <a:pt x="10444723" y="1264731"/>
                  </a:lnTo>
                  <a:lnTo>
                    <a:pt x="10391488" y="1262735"/>
                  </a:lnTo>
                  <a:lnTo>
                    <a:pt x="10321353" y="1259808"/>
                  </a:lnTo>
                  <a:lnTo>
                    <a:pt x="10236697" y="1255850"/>
                  </a:lnTo>
                  <a:lnTo>
                    <a:pt x="10141250" y="1250815"/>
                  </a:lnTo>
                  <a:lnTo>
                    <a:pt x="10039350" y="1244700"/>
                  </a:lnTo>
                  <a:lnTo>
                    <a:pt x="9935230" y="1237526"/>
                  </a:lnTo>
                  <a:lnTo>
                    <a:pt x="9832489" y="1229315"/>
                  </a:lnTo>
                  <a:lnTo>
                    <a:pt x="9733824" y="1220073"/>
                  </a:lnTo>
                  <a:lnTo>
                    <a:pt x="9640985" y="1209778"/>
                  </a:lnTo>
                  <a:lnTo>
                    <a:pt x="9554885" y="1198371"/>
                  </a:lnTo>
                  <a:lnTo>
                    <a:pt x="9475776" y="1185750"/>
                  </a:lnTo>
                  <a:lnTo>
                    <a:pt x="9403431" y="1171779"/>
                  </a:lnTo>
                  <a:lnTo>
                    <a:pt x="9337310" y="1156280"/>
                  </a:lnTo>
                  <a:lnTo>
                    <a:pt x="9276689" y="1139049"/>
                  </a:lnTo>
                  <a:lnTo>
                    <a:pt x="9220751" y="1119864"/>
                  </a:lnTo>
                  <a:lnTo>
                    <a:pt x="9168654" y="1098508"/>
                  </a:lnTo>
                  <a:lnTo>
                    <a:pt x="9119593" y="1074805"/>
                  </a:lnTo>
                  <a:lnTo>
                    <a:pt x="9084767" y="1055678"/>
                  </a:lnTo>
                  <a:lnTo>
                    <a:pt x="9036211" y="1025720"/>
                  </a:lnTo>
                  <a:lnTo>
                    <a:pt x="8989115" y="992921"/>
                  </a:lnTo>
                  <a:lnTo>
                    <a:pt x="8942965" y="957233"/>
                  </a:lnTo>
                  <a:lnTo>
                    <a:pt x="8897377" y="918691"/>
                  </a:lnTo>
                  <a:lnTo>
                    <a:pt x="8852071" y="877422"/>
                  </a:lnTo>
                  <a:lnTo>
                    <a:pt x="8806856" y="833652"/>
                  </a:lnTo>
                  <a:lnTo>
                    <a:pt x="8761615" y="787707"/>
                  </a:lnTo>
                  <a:lnTo>
                    <a:pt x="8716296" y="740006"/>
                  </a:lnTo>
                  <a:lnTo>
                    <a:pt x="8670891" y="691052"/>
                  </a:lnTo>
                  <a:lnTo>
                    <a:pt x="8625430" y="641405"/>
                  </a:lnTo>
                  <a:lnTo>
                    <a:pt x="8579961" y="591661"/>
                  </a:lnTo>
                  <a:lnTo>
                    <a:pt x="8534534" y="542421"/>
                  </a:lnTo>
                  <a:lnTo>
                    <a:pt x="8489185" y="494260"/>
                  </a:lnTo>
                  <a:lnTo>
                    <a:pt x="8443922" y="447701"/>
                  </a:lnTo>
                  <a:lnTo>
                    <a:pt x="8398709" y="403192"/>
                  </a:lnTo>
                  <a:lnTo>
                    <a:pt x="8353449" y="361090"/>
                  </a:lnTo>
                  <a:lnTo>
                    <a:pt x="8307977" y="321653"/>
                  </a:lnTo>
                  <a:lnTo>
                    <a:pt x="8262044" y="285041"/>
                  </a:lnTo>
                  <a:lnTo>
                    <a:pt x="8215301" y="251315"/>
                  </a:lnTo>
                  <a:lnTo>
                    <a:pt x="8167280" y="220454"/>
                  </a:lnTo>
                  <a:lnTo>
                    <a:pt x="8151487" y="211135"/>
                  </a:lnTo>
                  <a:lnTo>
                    <a:pt x="8104201" y="185637"/>
                  </a:lnTo>
                  <a:lnTo>
                    <a:pt x="8054428" y="162555"/>
                  </a:lnTo>
                  <a:lnTo>
                    <a:pt x="8001416" y="141781"/>
                  </a:lnTo>
                  <a:lnTo>
                    <a:pt x="7944345" y="123123"/>
                  </a:lnTo>
                  <a:lnTo>
                    <a:pt x="7882376" y="106362"/>
                  </a:lnTo>
                  <a:lnTo>
                    <a:pt x="7814707" y="91277"/>
                  </a:lnTo>
                  <a:lnTo>
                    <a:pt x="7740651" y="77671"/>
                  </a:lnTo>
                  <a:lnTo>
                    <a:pt x="7659737" y="65377"/>
                  </a:lnTo>
                  <a:lnTo>
                    <a:pt x="7571844" y="54265"/>
                  </a:lnTo>
                  <a:lnTo>
                    <a:pt x="7477378" y="44247"/>
                  </a:lnTo>
                  <a:lnTo>
                    <a:pt x="7377451" y="35273"/>
                  </a:lnTo>
                  <a:lnTo>
                    <a:pt x="7274056" y="27329"/>
                  </a:lnTo>
                  <a:lnTo>
                    <a:pt x="7170134" y="20427"/>
                  </a:lnTo>
                  <a:lnTo>
                    <a:pt x="7069484" y="14591"/>
                  </a:lnTo>
                  <a:lnTo>
                    <a:pt x="6976426" y="9837"/>
                  </a:lnTo>
                  <a:lnTo>
                    <a:pt x="6895216" y="6152"/>
                  </a:lnTo>
                  <a:lnTo>
                    <a:pt x="6829299" y="3477"/>
                  </a:lnTo>
                  <a:lnTo>
                    <a:pt x="6780603" y="1701"/>
                  </a:lnTo>
                  <a:lnTo>
                    <a:pt x="6749064" y="661"/>
                  </a:lnTo>
                  <a:lnTo>
                    <a:pt x="6732510" y="166"/>
                  </a:lnTo>
                  <a:lnTo>
                    <a:pt x="6726845" y="12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733" y="28"/>
                  </a:lnTo>
                  <a:lnTo>
                    <a:pt x="5245713" y="228"/>
                  </a:lnTo>
                  <a:lnTo>
                    <a:pt x="5225539" y="783"/>
                  </a:lnTo>
                  <a:lnTo>
                    <a:pt x="5189580" y="1874"/>
                  </a:lnTo>
                  <a:lnTo>
                    <a:pt x="5136206" y="3669"/>
                  </a:lnTo>
                  <a:lnTo>
                    <a:pt x="5065904" y="6302"/>
                  </a:lnTo>
                  <a:lnTo>
                    <a:pt x="4981072" y="9862"/>
                  </a:lnTo>
                  <a:lnTo>
                    <a:pt x="4885456" y="14390"/>
                  </a:lnTo>
                  <a:lnTo>
                    <a:pt x="4783411" y="19887"/>
                  </a:lnTo>
                  <a:lnTo>
                    <a:pt x="4679179" y="26337"/>
                  </a:lnTo>
                  <a:lnTo>
                    <a:pt x="4576362" y="33719"/>
                  </a:lnTo>
                  <a:lnTo>
                    <a:pt x="4477655" y="42027"/>
                  </a:lnTo>
                  <a:lnTo>
                    <a:pt x="4384803" y="51281"/>
                  </a:lnTo>
                  <a:lnTo>
                    <a:pt x="4298712" y="61537"/>
                  </a:lnTo>
                  <a:lnTo>
                    <a:pt x="4219625" y="72884"/>
                  </a:lnTo>
                  <a:lnTo>
                    <a:pt x="4147310" y="85447"/>
                  </a:lnTo>
                  <a:lnTo>
                    <a:pt x="4081223" y="99387"/>
                  </a:lnTo>
                  <a:lnTo>
                    <a:pt x="4020632" y="114886"/>
                  </a:lnTo>
                  <a:lnTo>
                    <a:pt x="3964717" y="132145"/>
                  </a:lnTo>
                  <a:lnTo>
                    <a:pt x="3912636" y="151358"/>
                  </a:lnTo>
                  <a:lnTo>
                    <a:pt x="3863580" y="172683"/>
                  </a:lnTo>
                  <a:lnTo>
                    <a:pt x="3829811" y="189341"/>
                  </a:lnTo>
                  <a:lnTo>
                    <a:pt x="3780142" y="216864"/>
                  </a:lnTo>
                  <a:lnTo>
                    <a:pt x="3731988" y="247056"/>
                  </a:lnTo>
                  <a:lnTo>
                    <a:pt x="3684803" y="279961"/>
                  </a:lnTo>
                  <a:lnTo>
                    <a:pt x="3638184" y="315541"/>
                  </a:lnTo>
                  <a:lnTo>
                    <a:pt x="3591837" y="353666"/>
                  </a:lnTo>
                  <a:lnTo>
                    <a:pt x="3545569" y="394108"/>
                  </a:lnTo>
                  <a:lnTo>
                    <a:pt x="3499262" y="436543"/>
                  </a:lnTo>
                  <a:lnTo>
                    <a:pt x="3452869" y="480553"/>
                  </a:lnTo>
                  <a:lnTo>
                    <a:pt x="3406390" y="525646"/>
                  </a:lnTo>
                  <a:lnTo>
                    <a:pt x="3359862" y="571273"/>
                  </a:lnTo>
                  <a:lnTo>
                    <a:pt x="3313337" y="616860"/>
                  </a:lnTo>
                  <a:lnTo>
                    <a:pt x="3266869" y="661831"/>
                  </a:lnTo>
                  <a:lnTo>
                    <a:pt x="3220489" y="705646"/>
                  </a:lnTo>
                  <a:lnTo>
                    <a:pt x="3174192" y="747820"/>
                  </a:lnTo>
                  <a:lnTo>
                    <a:pt x="3127921" y="787950"/>
                  </a:lnTo>
                  <a:lnTo>
                    <a:pt x="3081550" y="825725"/>
                  </a:lnTo>
                  <a:lnTo>
                    <a:pt x="3034870" y="860930"/>
                  </a:lnTo>
                  <a:lnTo>
                    <a:pt x="2987576" y="893450"/>
                  </a:lnTo>
                  <a:lnTo>
                    <a:pt x="2939243" y="923258"/>
                  </a:lnTo>
                  <a:lnTo>
                    <a:pt x="2896531" y="946705"/>
                  </a:lnTo>
                  <a:lnTo>
                    <a:pt x="2849194" y="969594"/>
                  </a:lnTo>
                  <a:lnTo>
                    <a:pt x="2799364" y="990312"/>
                  </a:lnTo>
                  <a:lnTo>
                    <a:pt x="2746287" y="1008956"/>
                  </a:lnTo>
                  <a:lnTo>
                    <a:pt x="2689139" y="1025699"/>
                  </a:lnTo>
                  <a:lnTo>
                    <a:pt x="2627079" y="1040738"/>
                  </a:lnTo>
                  <a:lnTo>
                    <a:pt x="2559304" y="1054272"/>
                  </a:lnTo>
                  <a:lnTo>
                    <a:pt x="2485124" y="1066478"/>
                  </a:lnTo>
                  <a:lnTo>
                    <a:pt x="2404069" y="1077506"/>
                  </a:lnTo>
                  <a:lnTo>
                    <a:pt x="2316022" y="1087472"/>
                  </a:lnTo>
                  <a:lnTo>
                    <a:pt x="2221395" y="1096456"/>
                  </a:lnTo>
                  <a:lnTo>
                    <a:pt x="2121312" y="1104501"/>
                  </a:lnTo>
                  <a:lnTo>
                    <a:pt x="2017782" y="1111622"/>
                  </a:lnTo>
                  <a:lnTo>
                    <a:pt x="1913767" y="1117806"/>
                  </a:lnTo>
                  <a:lnTo>
                    <a:pt x="1813089" y="1123031"/>
                  </a:lnTo>
                  <a:lnTo>
                    <a:pt x="1720084" y="1127284"/>
                  </a:lnTo>
                  <a:lnTo>
                    <a:pt x="1639014" y="1130577"/>
                  </a:lnTo>
                  <a:lnTo>
                    <a:pt x="1573316" y="1132963"/>
                  </a:lnTo>
                  <a:lnTo>
                    <a:pt x="1524893" y="1134544"/>
                  </a:lnTo>
                  <a:lnTo>
                    <a:pt x="1493641" y="1135466"/>
                  </a:lnTo>
                  <a:lnTo>
                    <a:pt x="1477340" y="1135902"/>
                  </a:lnTo>
                  <a:lnTo>
                    <a:pt x="1471847" y="1136036"/>
                  </a:lnTo>
                  <a:lnTo>
                    <a:pt x="1471387" y="1136046"/>
                  </a:lnTo>
                  <a:lnTo>
                    <a:pt x="0" y="1136046"/>
                  </a:lnTo>
                  <a:close/>
                </a:path>
              </a:pathLst>
            </a:custGeom>
            <a:solidFill>
              <a:srgbClr val="67C1B3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164" name="pl1164"/>
            <p:cNvSpPr/>
            <p:nvPr/>
          </p:nvSpPr>
          <p:spPr>
            <a:xfrm>
              <a:off x="4799595" y="7251863"/>
              <a:ext cx="11981298" cy="1266814"/>
            </a:xfrm>
            <a:custGeom>
              <a:avLst/>
              <a:pathLst>
                <a:path w="11981298" h="1266814">
                  <a:moveTo>
                    <a:pt x="0" y="1136046"/>
                  </a:moveTo>
                  <a:lnTo>
                    <a:pt x="1471387" y="1136046"/>
                  </a:lnTo>
                  <a:lnTo>
                    <a:pt x="1472609" y="1136018"/>
                  </a:lnTo>
                  <a:lnTo>
                    <a:pt x="1480630" y="1135818"/>
                  </a:lnTo>
                  <a:lnTo>
                    <a:pt x="1500803" y="1135263"/>
                  </a:lnTo>
                  <a:lnTo>
                    <a:pt x="1536762" y="1134172"/>
                  </a:lnTo>
                  <a:lnTo>
                    <a:pt x="1590136" y="1132377"/>
                  </a:lnTo>
                  <a:lnTo>
                    <a:pt x="1660438" y="1129744"/>
                  </a:lnTo>
                  <a:lnTo>
                    <a:pt x="1745270" y="1126184"/>
                  </a:lnTo>
                  <a:lnTo>
                    <a:pt x="1840886" y="1121656"/>
                  </a:lnTo>
                  <a:lnTo>
                    <a:pt x="1942931" y="1116158"/>
                  </a:lnTo>
                  <a:lnTo>
                    <a:pt x="2047163" y="1109709"/>
                  </a:lnTo>
                  <a:lnTo>
                    <a:pt x="2149980" y="1102327"/>
                  </a:lnTo>
                  <a:lnTo>
                    <a:pt x="2248687" y="1094019"/>
                  </a:lnTo>
                  <a:lnTo>
                    <a:pt x="2341539" y="1084765"/>
                  </a:lnTo>
                  <a:lnTo>
                    <a:pt x="2427630" y="1074509"/>
                  </a:lnTo>
                  <a:lnTo>
                    <a:pt x="2506717" y="1063162"/>
                  </a:lnTo>
                  <a:lnTo>
                    <a:pt x="2579032" y="1050598"/>
                  </a:lnTo>
                  <a:lnTo>
                    <a:pt x="2645120" y="1036659"/>
                  </a:lnTo>
                  <a:lnTo>
                    <a:pt x="2705711" y="1021160"/>
                  </a:lnTo>
                  <a:lnTo>
                    <a:pt x="2761625" y="1003901"/>
                  </a:lnTo>
                  <a:lnTo>
                    <a:pt x="2813706" y="984688"/>
                  </a:lnTo>
                  <a:lnTo>
                    <a:pt x="2862762" y="963363"/>
                  </a:lnTo>
                  <a:lnTo>
                    <a:pt x="2896531" y="946705"/>
                  </a:lnTo>
                  <a:lnTo>
                    <a:pt x="2946200" y="919182"/>
                  </a:lnTo>
                  <a:lnTo>
                    <a:pt x="2994355" y="888990"/>
                  </a:lnTo>
                  <a:lnTo>
                    <a:pt x="3041539" y="856085"/>
                  </a:lnTo>
                  <a:lnTo>
                    <a:pt x="3088158" y="820505"/>
                  </a:lnTo>
                  <a:lnTo>
                    <a:pt x="3134505" y="782380"/>
                  </a:lnTo>
                  <a:lnTo>
                    <a:pt x="3180773" y="741938"/>
                  </a:lnTo>
                  <a:lnTo>
                    <a:pt x="3227080" y="699503"/>
                  </a:lnTo>
                  <a:lnTo>
                    <a:pt x="3273473" y="655493"/>
                  </a:lnTo>
                  <a:lnTo>
                    <a:pt x="3319952" y="610400"/>
                  </a:lnTo>
                  <a:lnTo>
                    <a:pt x="3366481" y="564772"/>
                  </a:lnTo>
                  <a:lnTo>
                    <a:pt x="3413005" y="519186"/>
                  </a:lnTo>
                  <a:lnTo>
                    <a:pt x="3459473" y="474215"/>
                  </a:lnTo>
                  <a:lnTo>
                    <a:pt x="3505853" y="430400"/>
                  </a:lnTo>
                  <a:lnTo>
                    <a:pt x="3552150" y="388226"/>
                  </a:lnTo>
                  <a:lnTo>
                    <a:pt x="3598421" y="348095"/>
                  </a:lnTo>
                  <a:lnTo>
                    <a:pt x="3644792" y="310321"/>
                  </a:lnTo>
                  <a:lnTo>
                    <a:pt x="3691472" y="275116"/>
                  </a:lnTo>
                  <a:lnTo>
                    <a:pt x="3738767" y="242596"/>
                  </a:lnTo>
                  <a:lnTo>
                    <a:pt x="3787099" y="212788"/>
                  </a:lnTo>
                  <a:lnTo>
                    <a:pt x="3829811" y="189341"/>
                  </a:lnTo>
                  <a:lnTo>
                    <a:pt x="3877148" y="166451"/>
                  </a:lnTo>
                  <a:lnTo>
                    <a:pt x="3926978" y="145734"/>
                  </a:lnTo>
                  <a:lnTo>
                    <a:pt x="3980055" y="127089"/>
                  </a:lnTo>
                  <a:lnTo>
                    <a:pt x="4037203" y="110347"/>
                  </a:lnTo>
                  <a:lnTo>
                    <a:pt x="4099263" y="95308"/>
                  </a:lnTo>
                  <a:lnTo>
                    <a:pt x="4167038" y="81774"/>
                  </a:lnTo>
                  <a:lnTo>
                    <a:pt x="4241218" y="69568"/>
                  </a:lnTo>
                  <a:lnTo>
                    <a:pt x="4322273" y="58540"/>
                  </a:lnTo>
                  <a:lnTo>
                    <a:pt x="4410320" y="48574"/>
                  </a:lnTo>
                  <a:lnTo>
                    <a:pt x="4504948" y="39590"/>
                  </a:lnTo>
                  <a:lnTo>
                    <a:pt x="4605030" y="31544"/>
                  </a:lnTo>
                  <a:lnTo>
                    <a:pt x="4708560" y="24424"/>
                  </a:lnTo>
                  <a:lnTo>
                    <a:pt x="4812575" y="18240"/>
                  </a:lnTo>
                  <a:lnTo>
                    <a:pt x="4913253" y="13015"/>
                  </a:lnTo>
                  <a:lnTo>
                    <a:pt x="5006258" y="8762"/>
                  </a:lnTo>
                  <a:lnTo>
                    <a:pt x="5087328" y="5469"/>
                  </a:lnTo>
                  <a:lnTo>
                    <a:pt x="5153026" y="3083"/>
                  </a:lnTo>
                  <a:lnTo>
                    <a:pt x="5201449" y="1502"/>
                  </a:lnTo>
                  <a:lnTo>
                    <a:pt x="5232702" y="580"/>
                  </a:lnTo>
                  <a:lnTo>
                    <a:pt x="5249002" y="144"/>
                  </a:lnTo>
                  <a:lnTo>
                    <a:pt x="5254495" y="10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561" y="31"/>
                  </a:lnTo>
                  <a:lnTo>
                    <a:pt x="6735557" y="254"/>
                  </a:lnTo>
                  <a:lnTo>
                    <a:pt x="6755672" y="870"/>
                  </a:lnTo>
                  <a:lnTo>
                    <a:pt x="6791530" y="2083"/>
                  </a:lnTo>
                  <a:lnTo>
                    <a:pt x="6844765" y="4078"/>
                  </a:lnTo>
                  <a:lnTo>
                    <a:pt x="6914900" y="7006"/>
                  </a:lnTo>
                  <a:lnTo>
                    <a:pt x="6999556" y="10964"/>
                  </a:lnTo>
                  <a:lnTo>
                    <a:pt x="7095004" y="15999"/>
                  </a:lnTo>
                  <a:lnTo>
                    <a:pt x="7196903" y="22113"/>
                  </a:lnTo>
                  <a:lnTo>
                    <a:pt x="7301023" y="29288"/>
                  </a:lnTo>
                  <a:lnTo>
                    <a:pt x="7403764" y="37499"/>
                  </a:lnTo>
                  <a:lnTo>
                    <a:pt x="7502429" y="46741"/>
                  </a:lnTo>
                  <a:lnTo>
                    <a:pt x="7595268" y="57036"/>
                  </a:lnTo>
                  <a:lnTo>
                    <a:pt x="7681368" y="68443"/>
                  </a:lnTo>
                  <a:lnTo>
                    <a:pt x="7760477" y="81063"/>
                  </a:lnTo>
                  <a:lnTo>
                    <a:pt x="7832822" y="95035"/>
                  </a:lnTo>
                  <a:lnTo>
                    <a:pt x="7898943" y="110534"/>
                  </a:lnTo>
                  <a:lnTo>
                    <a:pt x="7959564" y="127765"/>
                  </a:lnTo>
                  <a:lnTo>
                    <a:pt x="8015503" y="146950"/>
                  </a:lnTo>
                  <a:lnTo>
                    <a:pt x="8067599" y="168306"/>
                  </a:lnTo>
                  <a:lnTo>
                    <a:pt x="8116660" y="192008"/>
                  </a:lnTo>
                  <a:lnTo>
                    <a:pt x="8151487" y="211135"/>
                  </a:lnTo>
                  <a:lnTo>
                    <a:pt x="8200042" y="241094"/>
                  </a:lnTo>
                  <a:lnTo>
                    <a:pt x="8247138" y="273893"/>
                  </a:lnTo>
                  <a:lnTo>
                    <a:pt x="8293288" y="309580"/>
                  </a:lnTo>
                  <a:lnTo>
                    <a:pt x="8338876" y="348122"/>
                  </a:lnTo>
                  <a:lnTo>
                    <a:pt x="8384182" y="389391"/>
                  </a:lnTo>
                  <a:lnTo>
                    <a:pt x="8429397" y="433162"/>
                  </a:lnTo>
                  <a:lnTo>
                    <a:pt x="8474638" y="479107"/>
                  </a:lnTo>
                  <a:lnTo>
                    <a:pt x="8519958" y="526807"/>
                  </a:lnTo>
                  <a:lnTo>
                    <a:pt x="8565362" y="575762"/>
                  </a:lnTo>
                  <a:lnTo>
                    <a:pt x="8610823" y="625409"/>
                  </a:lnTo>
                  <a:lnTo>
                    <a:pt x="8656293" y="675152"/>
                  </a:lnTo>
                  <a:lnTo>
                    <a:pt x="8701720" y="724393"/>
                  </a:lnTo>
                  <a:lnTo>
                    <a:pt x="8747068" y="772554"/>
                  </a:lnTo>
                  <a:lnTo>
                    <a:pt x="8792331" y="819113"/>
                  </a:lnTo>
                  <a:lnTo>
                    <a:pt x="8837545" y="863622"/>
                  </a:lnTo>
                  <a:lnTo>
                    <a:pt x="8882805" y="905724"/>
                  </a:lnTo>
                  <a:lnTo>
                    <a:pt x="8928276" y="945161"/>
                  </a:lnTo>
                  <a:lnTo>
                    <a:pt x="8974209" y="981773"/>
                  </a:lnTo>
                  <a:lnTo>
                    <a:pt x="9020952" y="1015498"/>
                  </a:lnTo>
                  <a:lnTo>
                    <a:pt x="9068974" y="1046359"/>
                  </a:lnTo>
                  <a:lnTo>
                    <a:pt x="9084767" y="1055678"/>
                  </a:lnTo>
                  <a:lnTo>
                    <a:pt x="9132052" y="1081177"/>
                  </a:lnTo>
                  <a:lnTo>
                    <a:pt x="9181826" y="1104259"/>
                  </a:lnTo>
                  <a:lnTo>
                    <a:pt x="9234837" y="1125033"/>
                  </a:lnTo>
                  <a:lnTo>
                    <a:pt x="9291908" y="1143690"/>
                  </a:lnTo>
                  <a:lnTo>
                    <a:pt x="9353878" y="1160452"/>
                  </a:lnTo>
                  <a:lnTo>
                    <a:pt x="9421546" y="1175537"/>
                  </a:lnTo>
                  <a:lnTo>
                    <a:pt x="9495602" y="1189143"/>
                  </a:lnTo>
                  <a:lnTo>
                    <a:pt x="9576516" y="1201437"/>
                  </a:lnTo>
                  <a:lnTo>
                    <a:pt x="9664409" y="1212548"/>
                  </a:lnTo>
                  <a:lnTo>
                    <a:pt x="9758876" y="1222566"/>
                  </a:lnTo>
                  <a:lnTo>
                    <a:pt x="9858802" y="1231540"/>
                  </a:lnTo>
                  <a:lnTo>
                    <a:pt x="9962197" y="1239485"/>
                  </a:lnTo>
                  <a:lnTo>
                    <a:pt x="10066120" y="1246387"/>
                  </a:lnTo>
                  <a:lnTo>
                    <a:pt x="10166770" y="1252223"/>
                  </a:lnTo>
                  <a:lnTo>
                    <a:pt x="10259827" y="1256977"/>
                  </a:lnTo>
                  <a:lnTo>
                    <a:pt x="10341038" y="1260662"/>
                  </a:lnTo>
                  <a:lnTo>
                    <a:pt x="10406954" y="1263336"/>
                  </a:lnTo>
                  <a:lnTo>
                    <a:pt x="10455650" y="1265113"/>
                  </a:lnTo>
                  <a:lnTo>
                    <a:pt x="10487189" y="1266152"/>
                  </a:lnTo>
                  <a:lnTo>
                    <a:pt x="10503743" y="1266647"/>
                  </a:lnTo>
                  <a:lnTo>
                    <a:pt x="10509408" y="1266802"/>
                  </a:lnTo>
                  <a:lnTo>
                    <a:pt x="10509911" y="1266814"/>
                  </a:lnTo>
                  <a:lnTo>
                    <a:pt x="11981298" y="126681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65" name="pl1165"/>
            <p:cNvSpPr/>
            <p:nvPr/>
          </p:nvSpPr>
          <p:spPr>
            <a:xfrm>
              <a:off x="4799595" y="7243690"/>
              <a:ext cx="11981298" cy="1266814"/>
            </a:xfrm>
            <a:custGeom>
              <a:avLst/>
              <a:pathLst>
                <a:path w="11981298" h="1266814">
                  <a:moveTo>
                    <a:pt x="11981298" y="1266814"/>
                  </a:moveTo>
                  <a:lnTo>
                    <a:pt x="10509911" y="1266814"/>
                  </a:lnTo>
                  <a:lnTo>
                    <a:pt x="10508692" y="1266783"/>
                  </a:lnTo>
                  <a:lnTo>
                    <a:pt x="10500696" y="1266560"/>
                  </a:lnTo>
                  <a:lnTo>
                    <a:pt x="10480581" y="1265944"/>
                  </a:lnTo>
                  <a:lnTo>
                    <a:pt x="10444723" y="1264731"/>
                  </a:lnTo>
                  <a:lnTo>
                    <a:pt x="10391488" y="1262735"/>
                  </a:lnTo>
                  <a:lnTo>
                    <a:pt x="10321353" y="1259808"/>
                  </a:lnTo>
                  <a:lnTo>
                    <a:pt x="10236697" y="1255850"/>
                  </a:lnTo>
                  <a:lnTo>
                    <a:pt x="10141250" y="1250815"/>
                  </a:lnTo>
                  <a:lnTo>
                    <a:pt x="10039350" y="1244700"/>
                  </a:lnTo>
                  <a:lnTo>
                    <a:pt x="9935230" y="1237526"/>
                  </a:lnTo>
                  <a:lnTo>
                    <a:pt x="9832489" y="1229315"/>
                  </a:lnTo>
                  <a:lnTo>
                    <a:pt x="9733824" y="1220073"/>
                  </a:lnTo>
                  <a:lnTo>
                    <a:pt x="9640985" y="1209778"/>
                  </a:lnTo>
                  <a:lnTo>
                    <a:pt x="9554885" y="1198371"/>
                  </a:lnTo>
                  <a:lnTo>
                    <a:pt x="9475776" y="1185750"/>
                  </a:lnTo>
                  <a:lnTo>
                    <a:pt x="9403431" y="1171779"/>
                  </a:lnTo>
                  <a:lnTo>
                    <a:pt x="9337310" y="1156280"/>
                  </a:lnTo>
                  <a:lnTo>
                    <a:pt x="9276689" y="1139049"/>
                  </a:lnTo>
                  <a:lnTo>
                    <a:pt x="9220751" y="1119864"/>
                  </a:lnTo>
                  <a:lnTo>
                    <a:pt x="9168654" y="1098508"/>
                  </a:lnTo>
                  <a:lnTo>
                    <a:pt x="9119593" y="1074805"/>
                  </a:lnTo>
                  <a:lnTo>
                    <a:pt x="9084767" y="1055678"/>
                  </a:lnTo>
                  <a:lnTo>
                    <a:pt x="9036211" y="1025720"/>
                  </a:lnTo>
                  <a:lnTo>
                    <a:pt x="8989115" y="992921"/>
                  </a:lnTo>
                  <a:lnTo>
                    <a:pt x="8942965" y="957233"/>
                  </a:lnTo>
                  <a:lnTo>
                    <a:pt x="8897377" y="918691"/>
                  </a:lnTo>
                  <a:lnTo>
                    <a:pt x="8852071" y="877422"/>
                  </a:lnTo>
                  <a:lnTo>
                    <a:pt x="8806856" y="833652"/>
                  </a:lnTo>
                  <a:lnTo>
                    <a:pt x="8761615" y="787707"/>
                  </a:lnTo>
                  <a:lnTo>
                    <a:pt x="8716296" y="740006"/>
                  </a:lnTo>
                  <a:lnTo>
                    <a:pt x="8670891" y="691052"/>
                  </a:lnTo>
                  <a:lnTo>
                    <a:pt x="8625430" y="641405"/>
                  </a:lnTo>
                  <a:lnTo>
                    <a:pt x="8579961" y="591661"/>
                  </a:lnTo>
                  <a:lnTo>
                    <a:pt x="8534534" y="542421"/>
                  </a:lnTo>
                  <a:lnTo>
                    <a:pt x="8489185" y="494260"/>
                  </a:lnTo>
                  <a:lnTo>
                    <a:pt x="8443922" y="447701"/>
                  </a:lnTo>
                  <a:lnTo>
                    <a:pt x="8398709" y="403192"/>
                  </a:lnTo>
                  <a:lnTo>
                    <a:pt x="8353449" y="361090"/>
                  </a:lnTo>
                  <a:lnTo>
                    <a:pt x="8307977" y="321653"/>
                  </a:lnTo>
                  <a:lnTo>
                    <a:pt x="8262044" y="285041"/>
                  </a:lnTo>
                  <a:lnTo>
                    <a:pt x="8215301" y="251315"/>
                  </a:lnTo>
                  <a:lnTo>
                    <a:pt x="8167280" y="220454"/>
                  </a:lnTo>
                  <a:lnTo>
                    <a:pt x="8151487" y="211135"/>
                  </a:lnTo>
                  <a:lnTo>
                    <a:pt x="8104201" y="185637"/>
                  </a:lnTo>
                  <a:lnTo>
                    <a:pt x="8054428" y="162555"/>
                  </a:lnTo>
                  <a:lnTo>
                    <a:pt x="8001416" y="141781"/>
                  </a:lnTo>
                  <a:lnTo>
                    <a:pt x="7944345" y="123123"/>
                  </a:lnTo>
                  <a:lnTo>
                    <a:pt x="7882376" y="106362"/>
                  </a:lnTo>
                  <a:lnTo>
                    <a:pt x="7814707" y="91277"/>
                  </a:lnTo>
                  <a:lnTo>
                    <a:pt x="7740651" y="77671"/>
                  </a:lnTo>
                  <a:lnTo>
                    <a:pt x="7659737" y="65377"/>
                  </a:lnTo>
                  <a:lnTo>
                    <a:pt x="7571844" y="54265"/>
                  </a:lnTo>
                  <a:lnTo>
                    <a:pt x="7477378" y="44247"/>
                  </a:lnTo>
                  <a:lnTo>
                    <a:pt x="7377451" y="35273"/>
                  </a:lnTo>
                  <a:lnTo>
                    <a:pt x="7274056" y="27329"/>
                  </a:lnTo>
                  <a:lnTo>
                    <a:pt x="7170134" y="20427"/>
                  </a:lnTo>
                  <a:lnTo>
                    <a:pt x="7069484" y="14591"/>
                  </a:lnTo>
                  <a:lnTo>
                    <a:pt x="6976426" y="9837"/>
                  </a:lnTo>
                  <a:lnTo>
                    <a:pt x="6895216" y="6152"/>
                  </a:lnTo>
                  <a:lnTo>
                    <a:pt x="6829299" y="3477"/>
                  </a:lnTo>
                  <a:lnTo>
                    <a:pt x="6780603" y="1701"/>
                  </a:lnTo>
                  <a:lnTo>
                    <a:pt x="6749064" y="661"/>
                  </a:lnTo>
                  <a:lnTo>
                    <a:pt x="6732510" y="166"/>
                  </a:lnTo>
                  <a:lnTo>
                    <a:pt x="6726845" y="12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733" y="28"/>
                  </a:lnTo>
                  <a:lnTo>
                    <a:pt x="5245713" y="228"/>
                  </a:lnTo>
                  <a:lnTo>
                    <a:pt x="5225539" y="783"/>
                  </a:lnTo>
                  <a:lnTo>
                    <a:pt x="5189580" y="1874"/>
                  </a:lnTo>
                  <a:lnTo>
                    <a:pt x="5136206" y="3669"/>
                  </a:lnTo>
                  <a:lnTo>
                    <a:pt x="5065904" y="6302"/>
                  </a:lnTo>
                  <a:lnTo>
                    <a:pt x="4981072" y="9862"/>
                  </a:lnTo>
                  <a:lnTo>
                    <a:pt x="4885456" y="14390"/>
                  </a:lnTo>
                  <a:lnTo>
                    <a:pt x="4783411" y="19887"/>
                  </a:lnTo>
                  <a:lnTo>
                    <a:pt x="4679179" y="26337"/>
                  </a:lnTo>
                  <a:lnTo>
                    <a:pt x="4576362" y="33719"/>
                  </a:lnTo>
                  <a:lnTo>
                    <a:pt x="4477655" y="42027"/>
                  </a:lnTo>
                  <a:lnTo>
                    <a:pt x="4384803" y="51281"/>
                  </a:lnTo>
                  <a:lnTo>
                    <a:pt x="4298712" y="61537"/>
                  </a:lnTo>
                  <a:lnTo>
                    <a:pt x="4219625" y="72884"/>
                  </a:lnTo>
                  <a:lnTo>
                    <a:pt x="4147310" y="85447"/>
                  </a:lnTo>
                  <a:lnTo>
                    <a:pt x="4081223" y="99387"/>
                  </a:lnTo>
                  <a:lnTo>
                    <a:pt x="4020632" y="114886"/>
                  </a:lnTo>
                  <a:lnTo>
                    <a:pt x="3964717" y="132145"/>
                  </a:lnTo>
                  <a:lnTo>
                    <a:pt x="3912636" y="151358"/>
                  </a:lnTo>
                  <a:lnTo>
                    <a:pt x="3863580" y="172683"/>
                  </a:lnTo>
                  <a:lnTo>
                    <a:pt x="3829811" y="189341"/>
                  </a:lnTo>
                  <a:lnTo>
                    <a:pt x="3780142" y="216864"/>
                  </a:lnTo>
                  <a:lnTo>
                    <a:pt x="3731988" y="247056"/>
                  </a:lnTo>
                  <a:lnTo>
                    <a:pt x="3684803" y="279961"/>
                  </a:lnTo>
                  <a:lnTo>
                    <a:pt x="3638184" y="315541"/>
                  </a:lnTo>
                  <a:lnTo>
                    <a:pt x="3591837" y="353666"/>
                  </a:lnTo>
                  <a:lnTo>
                    <a:pt x="3545569" y="394108"/>
                  </a:lnTo>
                  <a:lnTo>
                    <a:pt x="3499262" y="436543"/>
                  </a:lnTo>
                  <a:lnTo>
                    <a:pt x="3452869" y="480553"/>
                  </a:lnTo>
                  <a:lnTo>
                    <a:pt x="3406390" y="525646"/>
                  </a:lnTo>
                  <a:lnTo>
                    <a:pt x="3359862" y="571273"/>
                  </a:lnTo>
                  <a:lnTo>
                    <a:pt x="3313337" y="616860"/>
                  </a:lnTo>
                  <a:lnTo>
                    <a:pt x="3266869" y="661831"/>
                  </a:lnTo>
                  <a:lnTo>
                    <a:pt x="3220489" y="705646"/>
                  </a:lnTo>
                  <a:lnTo>
                    <a:pt x="3174192" y="747820"/>
                  </a:lnTo>
                  <a:lnTo>
                    <a:pt x="3127921" y="787950"/>
                  </a:lnTo>
                  <a:lnTo>
                    <a:pt x="3081550" y="825725"/>
                  </a:lnTo>
                  <a:lnTo>
                    <a:pt x="3034870" y="860930"/>
                  </a:lnTo>
                  <a:lnTo>
                    <a:pt x="2987576" y="893450"/>
                  </a:lnTo>
                  <a:lnTo>
                    <a:pt x="2939243" y="923258"/>
                  </a:lnTo>
                  <a:lnTo>
                    <a:pt x="2896531" y="946705"/>
                  </a:lnTo>
                  <a:lnTo>
                    <a:pt x="2849194" y="969594"/>
                  </a:lnTo>
                  <a:lnTo>
                    <a:pt x="2799364" y="990312"/>
                  </a:lnTo>
                  <a:lnTo>
                    <a:pt x="2746287" y="1008956"/>
                  </a:lnTo>
                  <a:lnTo>
                    <a:pt x="2689139" y="1025699"/>
                  </a:lnTo>
                  <a:lnTo>
                    <a:pt x="2627079" y="1040738"/>
                  </a:lnTo>
                  <a:lnTo>
                    <a:pt x="2559304" y="1054272"/>
                  </a:lnTo>
                  <a:lnTo>
                    <a:pt x="2485124" y="1066478"/>
                  </a:lnTo>
                  <a:lnTo>
                    <a:pt x="2404069" y="1077506"/>
                  </a:lnTo>
                  <a:lnTo>
                    <a:pt x="2316022" y="1087472"/>
                  </a:lnTo>
                  <a:lnTo>
                    <a:pt x="2221395" y="1096456"/>
                  </a:lnTo>
                  <a:lnTo>
                    <a:pt x="2121312" y="1104501"/>
                  </a:lnTo>
                  <a:lnTo>
                    <a:pt x="2017782" y="1111622"/>
                  </a:lnTo>
                  <a:lnTo>
                    <a:pt x="1913767" y="1117806"/>
                  </a:lnTo>
                  <a:lnTo>
                    <a:pt x="1813089" y="1123031"/>
                  </a:lnTo>
                  <a:lnTo>
                    <a:pt x="1720084" y="1127284"/>
                  </a:lnTo>
                  <a:lnTo>
                    <a:pt x="1639014" y="1130577"/>
                  </a:lnTo>
                  <a:lnTo>
                    <a:pt x="1573316" y="1132963"/>
                  </a:lnTo>
                  <a:lnTo>
                    <a:pt x="1524893" y="1134544"/>
                  </a:lnTo>
                  <a:lnTo>
                    <a:pt x="1493641" y="1135466"/>
                  </a:lnTo>
                  <a:lnTo>
                    <a:pt x="1477340" y="1135902"/>
                  </a:lnTo>
                  <a:lnTo>
                    <a:pt x="1471847" y="1136036"/>
                  </a:lnTo>
                  <a:lnTo>
                    <a:pt x="1471387" y="1136046"/>
                  </a:lnTo>
                  <a:lnTo>
                    <a:pt x="0" y="113604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66" name="pg1166"/>
            <p:cNvSpPr/>
            <p:nvPr/>
          </p:nvSpPr>
          <p:spPr>
            <a:xfrm>
              <a:off x="4799595" y="7317247"/>
              <a:ext cx="11981298" cy="3015836"/>
            </a:xfrm>
            <a:custGeom>
              <a:avLst/>
              <a:pathLst>
                <a:path w="11981298" h="3015836">
                  <a:moveTo>
                    <a:pt x="0" y="1095181"/>
                  </a:moveTo>
                  <a:lnTo>
                    <a:pt x="1471387" y="1095181"/>
                  </a:lnTo>
                  <a:lnTo>
                    <a:pt x="1472611" y="1095155"/>
                  </a:lnTo>
                  <a:lnTo>
                    <a:pt x="1480642" y="1094965"/>
                  </a:lnTo>
                  <a:lnTo>
                    <a:pt x="1500844" y="1094442"/>
                  </a:lnTo>
                  <a:lnTo>
                    <a:pt x="1536848" y="1093412"/>
                  </a:lnTo>
                  <a:lnTo>
                    <a:pt x="1590287" y="1091718"/>
                  </a:lnTo>
                  <a:lnTo>
                    <a:pt x="1660665" y="1089233"/>
                  </a:lnTo>
                  <a:lnTo>
                    <a:pt x="1745579" y="1085873"/>
                  </a:lnTo>
                  <a:lnTo>
                    <a:pt x="1841273" y="1081601"/>
                  </a:lnTo>
                  <a:lnTo>
                    <a:pt x="1943385" y="1076413"/>
                  </a:lnTo>
                  <a:lnTo>
                    <a:pt x="2047668" y="1070328"/>
                  </a:lnTo>
                  <a:lnTo>
                    <a:pt x="2150520" y="1063363"/>
                  </a:lnTo>
                  <a:lnTo>
                    <a:pt x="2249246" y="1055525"/>
                  </a:lnTo>
                  <a:lnTo>
                    <a:pt x="2342104" y="1046793"/>
                  </a:lnTo>
                  <a:lnTo>
                    <a:pt x="2428191" y="1037117"/>
                  </a:lnTo>
                  <a:lnTo>
                    <a:pt x="2507268" y="1026410"/>
                  </a:lnTo>
                  <a:lnTo>
                    <a:pt x="2579568" y="1014554"/>
                  </a:lnTo>
                  <a:lnTo>
                    <a:pt x="2645641" y="1001400"/>
                  </a:lnTo>
                  <a:lnTo>
                    <a:pt x="2706218" y="986773"/>
                  </a:lnTo>
                  <a:lnTo>
                    <a:pt x="2762122" y="970483"/>
                  </a:lnTo>
                  <a:lnTo>
                    <a:pt x="2814196" y="952349"/>
                  </a:lnTo>
                  <a:lnTo>
                    <a:pt x="2863249" y="932221"/>
                  </a:lnTo>
                  <a:lnTo>
                    <a:pt x="2896531" y="916737"/>
                  </a:lnTo>
                  <a:lnTo>
                    <a:pt x="2946757" y="890488"/>
                  </a:lnTo>
                  <a:lnTo>
                    <a:pt x="2995441" y="861664"/>
                  </a:lnTo>
                  <a:lnTo>
                    <a:pt x="3043143" y="830225"/>
                  </a:lnTo>
                  <a:lnTo>
                    <a:pt x="3090279" y="796211"/>
                  </a:lnTo>
                  <a:lnTo>
                    <a:pt x="3137146" y="759751"/>
                  </a:lnTo>
                  <a:lnTo>
                    <a:pt x="3183943" y="721072"/>
                  </a:lnTo>
                  <a:lnTo>
                    <a:pt x="3230784" y="680497"/>
                  </a:lnTo>
                  <a:lnTo>
                    <a:pt x="3277715" y="638439"/>
                  </a:lnTo>
                  <a:lnTo>
                    <a:pt x="3324731" y="595384"/>
                  </a:lnTo>
                  <a:lnTo>
                    <a:pt x="3371793" y="551870"/>
                  </a:lnTo>
                  <a:lnTo>
                    <a:pt x="3418844" y="508459"/>
                  </a:lnTo>
                  <a:lnTo>
                    <a:pt x="3465832" y="465709"/>
                  </a:lnTo>
                  <a:lnTo>
                    <a:pt x="3512729" y="424141"/>
                  </a:lnTo>
                  <a:lnTo>
                    <a:pt x="3559545" y="384218"/>
                  </a:lnTo>
                  <a:lnTo>
                    <a:pt x="3606350" y="346320"/>
                  </a:lnTo>
                  <a:lnTo>
                    <a:pt x="3653288" y="310734"/>
                  </a:lnTo>
                  <a:lnTo>
                    <a:pt x="3700591" y="277653"/>
                  </a:lnTo>
                  <a:lnTo>
                    <a:pt x="3748597" y="247172"/>
                  </a:lnTo>
                  <a:lnTo>
                    <a:pt x="3797772" y="219300"/>
                  </a:lnTo>
                  <a:lnTo>
                    <a:pt x="3829811" y="202962"/>
                  </a:lnTo>
                  <a:lnTo>
                    <a:pt x="3877171" y="181381"/>
                  </a:lnTo>
                  <a:lnTo>
                    <a:pt x="3927028" y="161847"/>
                  </a:lnTo>
                  <a:lnTo>
                    <a:pt x="3980135" y="144270"/>
                  </a:lnTo>
                  <a:lnTo>
                    <a:pt x="4037318" y="128486"/>
                  </a:lnTo>
                  <a:lnTo>
                    <a:pt x="4099420" y="114309"/>
                  </a:lnTo>
                  <a:lnTo>
                    <a:pt x="4167245" y="101551"/>
                  </a:lnTo>
                  <a:lnTo>
                    <a:pt x="4241481" y="90046"/>
                  </a:lnTo>
                  <a:lnTo>
                    <a:pt x="4322601" y="79651"/>
                  </a:lnTo>
                  <a:lnTo>
                    <a:pt x="4410719" y="70258"/>
                  </a:lnTo>
                  <a:lnTo>
                    <a:pt x="4505421" y="61792"/>
                  </a:lnTo>
                  <a:lnTo>
                    <a:pt x="4605576" y="54210"/>
                  </a:lnTo>
                  <a:lnTo>
                    <a:pt x="4709168" y="47501"/>
                  </a:lnTo>
                  <a:lnTo>
                    <a:pt x="4813225" y="41675"/>
                  </a:lnTo>
                  <a:lnTo>
                    <a:pt x="4913916" y="36754"/>
                  </a:lnTo>
                  <a:lnTo>
                    <a:pt x="5006897" y="32750"/>
                  </a:lnTo>
                  <a:lnTo>
                    <a:pt x="5087901" y="29653"/>
                  </a:lnTo>
                  <a:lnTo>
                    <a:pt x="5153497" y="27409"/>
                  </a:lnTo>
                  <a:lnTo>
                    <a:pt x="5201795" y="25924"/>
                  </a:lnTo>
                  <a:lnTo>
                    <a:pt x="5232915" y="25060"/>
                  </a:lnTo>
                  <a:lnTo>
                    <a:pt x="5249099" y="24652"/>
                  </a:lnTo>
                  <a:lnTo>
                    <a:pt x="5254514" y="24528"/>
                  </a:lnTo>
                  <a:lnTo>
                    <a:pt x="5254955" y="24518"/>
                  </a:lnTo>
                  <a:lnTo>
                    <a:pt x="6726343" y="24518"/>
                  </a:lnTo>
                  <a:lnTo>
                    <a:pt x="6727480" y="24587"/>
                  </a:lnTo>
                  <a:lnTo>
                    <a:pt x="6734954" y="25078"/>
                  </a:lnTo>
                  <a:lnTo>
                    <a:pt x="6753796" y="26433"/>
                  </a:lnTo>
                  <a:lnTo>
                    <a:pt x="6787487" y="29101"/>
                  </a:lnTo>
                  <a:lnTo>
                    <a:pt x="6837707" y="33497"/>
                  </a:lnTo>
                  <a:lnTo>
                    <a:pt x="6904213" y="39960"/>
                  </a:lnTo>
                  <a:lnTo>
                    <a:pt x="6984988" y="48723"/>
                  </a:lnTo>
                  <a:lnTo>
                    <a:pt x="7076698" y="59901"/>
                  </a:lnTo>
                  <a:lnTo>
                    <a:pt x="7175344" y="73518"/>
                  </a:lnTo>
                  <a:lnTo>
                    <a:pt x="7276911" y="89533"/>
                  </a:lnTo>
                  <a:lnTo>
                    <a:pt x="7377884" y="107895"/>
                  </a:lnTo>
                  <a:lnTo>
                    <a:pt x="7475532" y="128577"/>
                  </a:lnTo>
                  <a:lnTo>
                    <a:pt x="7567996" y="151609"/>
                  </a:lnTo>
                  <a:lnTo>
                    <a:pt x="7654213" y="177099"/>
                  </a:lnTo>
                  <a:lnTo>
                    <a:pt x="7733778" y="205237"/>
                  </a:lnTo>
                  <a:lnTo>
                    <a:pt x="7806772" y="236302"/>
                  </a:lnTo>
                  <a:lnTo>
                    <a:pt x="7873607" y="270652"/>
                  </a:lnTo>
                  <a:lnTo>
                    <a:pt x="7934907" y="308716"/>
                  </a:lnTo>
                  <a:lnTo>
                    <a:pt x="7991408" y="350972"/>
                  </a:lnTo>
                  <a:lnTo>
                    <a:pt x="8043890" y="397911"/>
                  </a:lnTo>
                  <a:lnTo>
                    <a:pt x="8093127" y="449972"/>
                  </a:lnTo>
                  <a:lnTo>
                    <a:pt x="8139836" y="507449"/>
                  </a:lnTo>
                  <a:lnTo>
                    <a:pt x="8151487" y="523071"/>
                  </a:lnTo>
                  <a:lnTo>
                    <a:pt x="8188356" y="575946"/>
                  </a:lnTo>
                  <a:lnTo>
                    <a:pt x="8224310" y="632628"/>
                  </a:lnTo>
                  <a:lnTo>
                    <a:pt x="8259593" y="693195"/>
                  </a:lnTo>
                  <a:lnTo>
                    <a:pt x="8294402" y="757663"/>
                  </a:lnTo>
                  <a:lnTo>
                    <a:pt x="8328898" y="825987"/>
                  </a:lnTo>
                  <a:lnTo>
                    <a:pt x="8363203" y="898045"/>
                  </a:lnTo>
                  <a:lnTo>
                    <a:pt x="8397414" y="973643"/>
                  </a:lnTo>
                  <a:lnTo>
                    <a:pt x="8431597" y="1052507"/>
                  </a:lnTo>
                  <a:lnTo>
                    <a:pt x="8465799" y="1134287"/>
                  </a:lnTo>
                  <a:lnTo>
                    <a:pt x="8500043" y="1218559"/>
                  </a:lnTo>
                  <a:lnTo>
                    <a:pt x="8534338" y="1304837"/>
                  </a:lnTo>
                  <a:lnTo>
                    <a:pt x="8568679" y="1392577"/>
                  </a:lnTo>
                  <a:lnTo>
                    <a:pt x="8603050" y="1481196"/>
                  </a:lnTo>
                  <a:lnTo>
                    <a:pt x="8637432" y="1570086"/>
                  </a:lnTo>
                  <a:lnTo>
                    <a:pt x="8671800" y="1658629"/>
                  </a:lnTo>
                  <a:lnTo>
                    <a:pt x="8706136" y="1746220"/>
                  </a:lnTo>
                  <a:lnTo>
                    <a:pt x="8740425" y="1832279"/>
                  </a:lnTo>
                  <a:lnTo>
                    <a:pt x="8774663" y="1916270"/>
                  </a:lnTo>
                  <a:lnTo>
                    <a:pt x="8808861" y="1997713"/>
                  </a:lnTo>
                  <a:lnTo>
                    <a:pt x="8843045" y="2076192"/>
                  </a:lnTo>
                  <a:lnTo>
                    <a:pt x="8877263" y="2151368"/>
                  </a:lnTo>
                  <a:lnTo>
                    <a:pt x="8911586" y="2222976"/>
                  </a:lnTo>
                  <a:lnTo>
                    <a:pt x="8946113" y="2290830"/>
                  </a:lnTo>
                  <a:lnTo>
                    <a:pt x="8980971" y="2354820"/>
                  </a:lnTo>
                  <a:lnTo>
                    <a:pt x="9016325" y="2414906"/>
                  </a:lnTo>
                  <a:lnTo>
                    <a:pt x="9052377" y="2471115"/>
                  </a:lnTo>
                  <a:lnTo>
                    <a:pt x="9084767" y="2517283"/>
                  </a:lnTo>
                  <a:lnTo>
                    <a:pt x="9130931" y="2576162"/>
                  </a:lnTo>
                  <a:lnTo>
                    <a:pt x="9179454" y="2629594"/>
                  </a:lnTo>
                  <a:lnTo>
                    <a:pt x="9231032" y="2677808"/>
                  </a:lnTo>
                  <a:lnTo>
                    <a:pt x="9286427" y="2721219"/>
                  </a:lnTo>
                  <a:lnTo>
                    <a:pt x="9346424" y="2760312"/>
                  </a:lnTo>
                  <a:lnTo>
                    <a:pt x="9411774" y="2795571"/>
                  </a:lnTo>
                  <a:lnTo>
                    <a:pt x="9483138" y="2827442"/>
                  </a:lnTo>
                  <a:lnTo>
                    <a:pt x="9560994" y="2856301"/>
                  </a:lnTo>
                  <a:lnTo>
                    <a:pt x="9645522" y="2882448"/>
                  </a:lnTo>
                  <a:lnTo>
                    <a:pt x="9736455" y="2906097"/>
                  </a:lnTo>
                  <a:lnTo>
                    <a:pt x="9832917" y="2927376"/>
                  </a:lnTo>
                  <a:lnTo>
                    <a:pt x="9933263" y="2946333"/>
                  </a:lnTo>
                  <a:lnTo>
                    <a:pt x="10034984" y="2962955"/>
                  </a:lnTo>
                  <a:lnTo>
                    <a:pt x="10134749" y="2977192"/>
                  </a:lnTo>
                  <a:lnTo>
                    <a:pt x="10228632" y="2988997"/>
                  </a:lnTo>
                  <a:lnTo>
                    <a:pt x="10312568" y="2998372"/>
                  </a:lnTo>
                  <a:lnTo>
                    <a:pt x="10382988" y="3005408"/>
                  </a:lnTo>
                  <a:lnTo>
                    <a:pt x="10437485" y="3010305"/>
                  </a:lnTo>
                  <a:lnTo>
                    <a:pt x="10475332" y="3013380"/>
                  </a:lnTo>
                  <a:lnTo>
                    <a:pt x="10497718" y="3015030"/>
                  </a:lnTo>
                  <a:lnTo>
                    <a:pt x="10507687" y="3015699"/>
                  </a:lnTo>
                  <a:lnTo>
                    <a:pt x="10509911" y="3015836"/>
                  </a:lnTo>
                  <a:lnTo>
                    <a:pt x="11981298" y="3015836"/>
                  </a:lnTo>
                  <a:lnTo>
                    <a:pt x="11981298" y="2991317"/>
                  </a:lnTo>
                  <a:lnTo>
                    <a:pt x="10509911" y="2991317"/>
                  </a:lnTo>
                  <a:lnTo>
                    <a:pt x="10508774" y="2991248"/>
                  </a:lnTo>
                  <a:lnTo>
                    <a:pt x="10501299" y="2990758"/>
                  </a:lnTo>
                  <a:lnTo>
                    <a:pt x="10482457" y="2989402"/>
                  </a:lnTo>
                  <a:lnTo>
                    <a:pt x="10448766" y="2986734"/>
                  </a:lnTo>
                  <a:lnTo>
                    <a:pt x="10398546" y="2982338"/>
                  </a:lnTo>
                  <a:lnTo>
                    <a:pt x="10332040" y="2975875"/>
                  </a:lnTo>
                  <a:lnTo>
                    <a:pt x="10251265" y="2967113"/>
                  </a:lnTo>
                  <a:lnTo>
                    <a:pt x="10159555" y="2955934"/>
                  </a:lnTo>
                  <a:lnTo>
                    <a:pt x="10060909" y="2942318"/>
                  </a:lnTo>
                  <a:lnTo>
                    <a:pt x="9959342" y="2926302"/>
                  </a:lnTo>
                  <a:lnTo>
                    <a:pt x="9858370" y="2907940"/>
                  </a:lnTo>
                  <a:lnTo>
                    <a:pt x="9760721" y="2887259"/>
                  </a:lnTo>
                  <a:lnTo>
                    <a:pt x="9668258" y="2864226"/>
                  </a:lnTo>
                  <a:lnTo>
                    <a:pt x="9582040" y="2838737"/>
                  </a:lnTo>
                  <a:lnTo>
                    <a:pt x="9502475" y="2810598"/>
                  </a:lnTo>
                  <a:lnTo>
                    <a:pt x="9429482" y="2779534"/>
                  </a:lnTo>
                  <a:lnTo>
                    <a:pt x="9362646" y="2745183"/>
                  </a:lnTo>
                  <a:lnTo>
                    <a:pt x="9301346" y="2707119"/>
                  </a:lnTo>
                  <a:lnTo>
                    <a:pt x="9244845" y="2664863"/>
                  </a:lnTo>
                  <a:lnTo>
                    <a:pt x="9192363" y="2617925"/>
                  </a:lnTo>
                  <a:lnTo>
                    <a:pt x="9143126" y="2565863"/>
                  </a:lnTo>
                  <a:lnTo>
                    <a:pt x="9096417" y="2508387"/>
                  </a:lnTo>
                  <a:lnTo>
                    <a:pt x="9084767" y="2492764"/>
                  </a:lnTo>
                  <a:lnTo>
                    <a:pt x="9047897" y="2439889"/>
                  </a:lnTo>
                  <a:lnTo>
                    <a:pt x="9011943" y="2383207"/>
                  </a:lnTo>
                  <a:lnTo>
                    <a:pt x="8976661" y="2322641"/>
                  </a:lnTo>
                  <a:lnTo>
                    <a:pt x="8941851" y="2258172"/>
                  </a:lnTo>
                  <a:lnTo>
                    <a:pt x="8907355" y="2189848"/>
                  </a:lnTo>
                  <a:lnTo>
                    <a:pt x="8873050" y="2117790"/>
                  </a:lnTo>
                  <a:lnTo>
                    <a:pt x="8838839" y="2042192"/>
                  </a:lnTo>
                  <a:lnTo>
                    <a:pt x="8804656" y="1963328"/>
                  </a:lnTo>
                  <a:lnTo>
                    <a:pt x="8770455" y="1881549"/>
                  </a:lnTo>
                  <a:lnTo>
                    <a:pt x="8736210" y="1797276"/>
                  </a:lnTo>
                  <a:lnTo>
                    <a:pt x="8701915" y="1710998"/>
                  </a:lnTo>
                  <a:lnTo>
                    <a:pt x="8667574" y="1623258"/>
                  </a:lnTo>
                  <a:lnTo>
                    <a:pt x="8633203" y="1534639"/>
                  </a:lnTo>
                  <a:lnTo>
                    <a:pt x="8598822" y="1445750"/>
                  </a:lnTo>
                  <a:lnTo>
                    <a:pt x="8564453" y="1357206"/>
                  </a:lnTo>
                  <a:lnTo>
                    <a:pt x="8530117" y="1269615"/>
                  </a:lnTo>
                  <a:lnTo>
                    <a:pt x="8495828" y="1183556"/>
                  </a:lnTo>
                  <a:lnTo>
                    <a:pt x="8461590" y="1099565"/>
                  </a:lnTo>
                  <a:lnTo>
                    <a:pt x="8427392" y="1018123"/>
                  </a:lnTo>
                  <a:lnTo>
                    <a:pt x="8393209" y="939643"/>
                  </a:lnTo>
                  <a:lnTo>
                    <a:pt x="8358991" y="864467"/>
                  </a:lnTo>
                  <a:lnTo>
                    <a:pt x="8324667" y="792859"/>
                  </a:lnTo>
                  <a:lnTo>
                    <a:pt x="8290141" y="725005"/>
                  </a:lnTo>
                  <a:lnTo>
                    <a:pt x="8255282" y="661015"/>
                  </a:lnTo>
                  <a:lnTo>
                    <a:pt x="8219928" y="600929"/>
                  </a:lnTo>
                  <a:lnTo>
                    <a:pt x="8183876" y="544721"/>
                  </a:lnTo>
                  <a:lnTo>
                    <a:pt x="8151487" y="498552"/>
                  </a:lnTo>
                  <a:lnTo>
                    <a:pt x="8105322" y="439673"/>
                  </a:lnTo>
                  <a:lnTo>
                    <a:pt x="8056799" y="386241"/>
                  </a:lnTo>
                  <a:lnTo>
                    <a:pt x="8005221" y="338027"/>
                  </a:lnTo>
                  <a:lnTo>
                    <a:pt x="7949826" y="294616"/>
                  </a:lnTo>
                  <a:lnTo>
                    <a:pt x="7889830" y="255524"/>
                  </a:lnTo>
                  <a:lnTo>
                    <a:pt x="7824479" y="220264"/>
                  </a:lnTo>
                  <a:lnTo>
                    <a:pt x="7753115" y="188394"/>
                  </a:lnTo>
                  <a:lnTo>
                    <a:pt x="7675259" y="159535"/>
                  </a:lnTo>
                  <a:lnTo>
                    <a:pt x="7590732" y="133388"/>
                  </a:lnTo>
                  <a:lnTo>
                    <a:pt x="7499798" y="109739"/>
                  </a:lnTo>
                  <a:lnTo>
                    <a:pt x="7403336" y="88460"/>
                  </a:lnTo>
                  <a:lnTo>
                    <a:pt x="7302991" y="69502"/>
                  </a:lnTo>
                  <a:lnTo>
                    <a:pt x="7201269" y="52880"/>
                  </a:lnTo>
                  <a:lnTo>
                    <a:pt x="7101504" y="38643"/>
                  </a:lnTo>
                  <a:lnTo>
                    <a:pt x="7007622" y="26838"/>
                  </a:lnTo>
                  <a:lnTo>
                    <a:pt x="6923685" y="17463"/>
                  </a:lnTo>
                  <a:lnTo>
                    <a:pt x="6853265" y="10428"/>
                  </a:lnTo>
                  <a:lnTo>
                    <a:pt x="6798768" y="5530"/>
                  </a:lnTo>
                  <a:lnTo>
                    <a:pt x="6760922" y="2456"/>
                  </a:lnTo>
                  <a:lnTo>
                    <a:pt x="6738535" y="806"/>
                  </a:lnTo>
                  <a:lnTo>
                    <a:pt x="6728567" y="136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731" y="26"/>
                  </a:lnTo>
                  <a:lnTo>
                    <a:pt x="5245700" y="215"/>
                  </a:lnTo>
                  <a:lnTo>
                    <a:pt x="5225498" y="739"/>
                  </a:lnTo>
                  <a:lnTo>
                    <a:pt x="5189494" y="1769"/>
                  </a:lnTo>
                  <a:lnTo>
                    <a:pt x="5136055" y="3463"/>
                  </a:lnTo>
                  <a:lnTo>
                    <a:pt x="5065677" y="5948"/>
                  </a:lnTo>
                  <a:lnTo>
                    <a:pt x="4980763" y="9307"/>
                  </a:lnTo>
                  <a:lnTo>
                    <a:pt x="4885069" y="13580"/>
                  </a:lnTo>
                  <a:lnTo>
                    <a:pt x="4782957" y="18767"/>
                  </a:lnTo>
                  <a:lnTo>
                    <a:pt x="4678674" y="24853"/>
                  </a:lnTo>
                  <a:lnTo>
                    <a:pt x="4575822" y="31818"/>
                  </a:lnTo>
                  <a:lnTo>
                    <a:pt x="4477096" y="39656"/>
                  </a:lnTo>
                  <a:lnTo>
                    <a:pt x="4384238" y="48388"/>
                  </a:lnTo>
                  <a:lnTo>
                    <a:pt x="4298151" y="58064"/>
                  </a:lnTo>
                  <a:lnTo>
                    <a:pt x="4219075" y="68771"/>
                  </a:lnTo>
                  <a:lnTo>
                    <a:pt x="4146774" y="80626"/>
                  </a:lnTo>
                  <a:lnTo>
                    <a:pt x="4080701" y="93781"/>
                  </a:lnTo>
                  <a:lnTo>
                    <a:pt x="4020124" y="108408"/>
                  </a:lnTo>
                  <a:lnTo>
                    <a:pt x="3964220" y="124697"/>
                  </a:lnTo>
                  <a:lnTo>
                    <a:pt x="3912147" y="142832"/>
                  </a:lnTo>
                  <a:lnTo>
                    <a:pt x="3863093" y="162960"/>
                  </a:lnTo>
                  <a:lnTo>
                    <a:pt x="3829811" y="178443"/>
                  </a:lnTo>
                  <a:lnTo>
                    <a:pt x="3779585" y="204693"/>
                  </a:lnTo>
                  <a:lnTo>
                    <a:pt x="3730901" y="233516"/>
                  </a:lnTo>
                  <a:lnTo>
                    <a:pt x="3683199" y="264955"/>
                  </a:lnTo>
                  <a:lnTo>
                    <a:pt x="3636063" y="298970"/>
                  </a:lnTo>
                  <a:lnTo>
                    <a:pt x="3589196" y="335430"/>
                  </a:lnTo>
                  <a:lnTo>
                    <a:pt x="3542399" y="374109"/>
                  </a:lnTo>
                  <a:lnTo>
                    <a:pt x="3495558" y="414683"/>
                  </a:lnTo>
                  <a:lnTo>
                    <a:pt x="3448627" y="456741"/>
                  </a:lnTo>
                  <a:lnTo>
                    <a:pt x="3401611" y="499797"/>
                  </a:lnTo>
                  <a:lnTo>
                    <a:pt x="3354549" y="543311"/>
                  </a:lnTo>
                  <a:lnTo>
                    <a:pt x="3307498" y="586722"/>
                  </a:lnTo>
                  <a:lnTo>
                    <a:pt x="3260510" y="629472"/>
                  </a:lnTo>
                  <a:lnTo>
                    <a:pt x="3213613" y="671039"/>
                  </a:lnTo>
                  <a:lnTo>
                    <a:pt x="3166798" y="710963"/>
                  </a:lnTo>
                  <a:lnTo>
                    <a:pt x="3119992" y="748861"/>
                  </a:lnTo>
                  <a:lnTo>
                    <a:pt x="3073054" y="784447"/>
                  </a:lnTo>
                  <a:lnTo>
                    <a:pt x="3025751" y="817528"/>
                  </a:lnTo>
                  <a:lnTo>
                    <a:pt x="2977745" y="848009"/>
                  </a:lnTo>
                  <a:lnTo>
                    <a:pt x="2928570" y="875880"/>
                  </a:lnTo>
                  <a:lnTo>
                    <a:pt x="2896531" y="892218"/>
                  </a:lnTo>
                  <a:lnTo>
                    <a:pt x="2849171" y="913800"/>
                  </a:lnTo>
                  <a:lnTo>
                    <a:pt x="2799314" y="933334"/>
                  </a:lnTo>
                  <a:lnTo>
                    <a:pt x="2746207" y="950911"/>
                  </a:lnTo>
                  <a:lnTo>
                    <a:pt x="2689024" y="966695"/>
                  </a:lnTo>
                  <a:lnTo>
                    <a:pt x="2626922" y="980872"/>
                  </a:lnTo>
                  <a:lnTo>
                    <a:pt x="2559097" y="993630"/>
                  </a:lnTo>
                  <a:lnTo>
                    <a:pt x="2484861" y="1005135"/>
                  </a:lnTo>
                  <a:lnTo>
                    <a:pt x="2403741" y="1015530"/>
                  </a:lnTo>
                  <a:lnTo>
                    <a:pt x="2315623" y="1024922"/>
                  </a:lnTo>
                  <a:lnTo>
                    <a:pt x="2220921" y="1033389"/>
                  </a:lnTo>
                  <a:lnTo>
                    <a:pt x="2120766" y="1040971"/>
                  </a:lnTo>
                  <a:lnTo>
                    <a:pt x="2017174" y="1047680"/>
                  </a:lnTo>
                  <a:lnTo>
                    <a:pt x="1913117" y="1053505"/>
                  </a:lnTo>
                  <a:lnTo>
                    <a:pt x="1812426" y="1058427"/>
                  </a:lnTo>
                  <a:lnTo>
                    <a:pt x="1719445" y="1062430"/>
                  </a:lnTo>
                  <a:lnTo>
                    <a:pt x="1638441" y="1065528"/>
                  </a:lnTo>
                  <a:lnTo>
                    <a:pt x="1572845" y="1067771"/>
                  </a:lnTo>
                  <a:lnTo>
                    <a:pt x="1524547" y="1069257"/>
                  </a:lnTo>
                  <a:lnTo>
                    <a:pt x="1493427" y="1070121"/>
                  </a:lnTo>
                  <a:lnTo>
                    <a:pt x="1477243" y="1070529"/>
                  </a:lnTo>
                  <a:lnTo>
                    <a:pt x="1471828" y="1070653"/>
                  </a:lnTo>
                  <a:lnTo>
                    <a:pt x="1471387" y="1070662"/>
                  </a:lnTo>
                  <a:lnTo>
                    <a:pt x="0" y="1070662"/>
                  </a:lnTo>
                  <a:close/>
                </a:path>
              </a:pathLst>
            </a:custGeom>
            <a:solidFill>
              <a:srgbClr val="67C1B3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167" name="pl1167"/>
            <p:cNvSpPr/>
            <p:nvPr/>
          </p:nvSpPr>
          <p:spPr>
            <a:xfrm>
              <a:off x="4799595" y="7341766"/>
              <a:ext cx="11981298" cy="2991317"/>
            </a:xfrm>
            <a:custGeom>
              <a:avLst/>
              <a:pathLst>
                <a:path w="11981298" h="2991317">
                  <a:moveTo>
                    <a:pt x="0" y="1070662"/>
                  </a:moveTo>
                  <a:lnTo>
                    <a:pt x="1471387" y="1070662"/>
                  </a:lnTo>
                  <a:lnTo>
                    <a:pt x="1472611" y="1070636"/>
                  </a:lnTo>
                  <a:lnTo>
                    <a:pt x="1480642" y="1070446"/>
                  </a:lnTo>
                  <a:lnTo>
                    <a:pt x="1500844" y="1069923"/>
                  </a:lnTo>
                  <a:lnTo>
                    <a:pt x="1536848" y="1068893"/>
                  </a:lnTo>
                  <a:lnTo>
                    <a:pt x="1590287" y="1067199"/>
                  </a:lnTo>
                  <a:lnTo>
                    <a:pt x="1660665" y="1064714"/>
                  </a:lnTo>
                  <a:lnTo>
                    <a:pt x="1745579" y="1061354"/>
                  </a:lnTo>
                  <a:lnTo>
                    <a:pt x="1841273" y="1057082"/>
                  </a:lnTo>
                  <a:lnTo>
                    <a:pt x="1943385" y="1051894"/>
                  </a:lnTo>
                  <a:lnTo>
                    <a:pt x="2047668" y="1045809"/>
                  </a:lnTo>
                  <a:lnTo>
                    <a:pt x="2150520" y="1038844"/>
                  </a:lnTo>
                  <a:lnTo>
                    <a:pt x="2249246" y="1031006"/>
                  </a:lnTo>
                  <a:lnTo>
                    <a:pt x="2342104" y="1022274"/>
                  </a:lnTo>
                  <a:lnTo>
                    <a:pt x="2428191" y="1012598"/>
                  </a:lnTo>
                  <a:lnTo>
                    <a:pt x="2507268" y="1001891"/>
                  </a:lnTo>
                  <a:lnTo>
                    <a:pt x="2579568" y="990035"/>
                  </a:lnTo>
                  <a:lnTo>
                    <a:pt x="2645641" y="976881"/>
                  </a:lnTo>
                  <a:lnTo>
                    <a:pt x="2706218" y="962254"/>
                  </a:lnTo>
                  <a:lnTo>
                    <a:pt x="2762122" y="945964"/>
                  </a:lnTo>
                  <a:lnTo>
                    <a:pt x="2814196" y="927830"/>
                  </a:lnTo>
                  <a:lnTo>
                    <a:pt x="2863249" y="907702"/>
                  </a:lnTo>
                  <a:lnTo>
                    <a:pt x="2896531" y="892218"/>
                  </a:lnTo>
                  <a:lnTo>
                    <a:pt x="2946757" y="865969"/>
                  </a:lnTo>
                  <a:lnTo>
                    <a:pt x="2995441" y="837145"/>
                  </a:lnTo>
                  <a:lnTo>
                    <a:pt x="3043143" y="805706"/>
                  </a:lnTo>
                  <a:lnTo>
                    <a:pt x="3090279" y="771692"/>
                  </a:lnTo>
                  <a:lnTo>
                    <a:pt x="3137146" y="735232"/>
                  </a:lnTo>
                  <a:lnTo>
                    <a:pt x="3183943" y="696553"/>
                  </a:lnTo>
                  <a:lnTo>
                    <a:pt x="3230784" y="655978"/>
                  </a:lnTo>
                  <a:lnTo>
                    <a:pt x="3277715" y="613920"/>
                  </a:lnTo>
                  <a:lnTo>
                    <a:pt x="3324731" y="570865"/>
                  </a:lnTo>
                  <a:lnTo>
                    <a:pt x="3371793" y="527351"/>
                  </a:lnTo>
                  <a:lnTo>
                    <a:pt x="3418844" y="483940"/>
                  </a:lnTo>
                  <a:lnTo>
                    <a:pt x="3465832" y="441190"/>
                  </a:lnTo>
                  <a:lnTo>
                    <a:pt x="3512729" y="399622"/>
                  </a:lnTo>
                  <a:lnTo>
                    <a:pt x="3559545" y="359699"/>
                  </a:lnTo>
                  <a:lnTo>
                    <a:pt x="3606350" y="321801"/>
                  </a:lnTo>
                  <a:lnTo>
                    <a:pt x="3653288" y="286215"/>
                  </a:lnTo>
                  <a:lnTo>
                    <a:pt x="3700591" y="253134"/>
                  </a:lnTo>
                  <a:lnTo>
                    <a:pt x="3748597" y="222653"/>
                  </a:lnTo>
                  <a:lnTo>
                    <a:pt x="3797772" y="194781"/>
                  </a:lnTo>
                  <a:lnTo>
                    <a:pt x="3829811" y="178443"/>
                  </a:lnTo>
                  <a:lnTo>
                    <a:pt x="3877171" y="156862"/>
                  </a:lnTo>
                  <a:lnTo>
                    <a:pt x="3927028" y="137328"/>
                  </a:lnTo>
                  <a:lnTo>
                    <a:pt x="3980135" y="119751"/>
                  </a:lnTo>
                  <a:lnTo>
                    <a:pt x="4037318" y="103967"/>
                  </a:lnTo>
                  <a:lnTo>
                    <a:pt x="4099420" y="89790"/>
                  </a:lnTo>
                  <a:lnTo>
                    <a:pt x="4167245" y="77032"/>
                  </a:lnTo>
                  <a:lnTo>
                    <a:pt x="4241481" y="65527"/>
                  </a:lnTo>
                  <a:lnTo>
                    <a:pt x="4322601" y="55132"/>
                  </a:lnTo>
                  <a:lnTo>
                    <a:pt x="4410719" y="45739"/>
                  </a:lnTo>
                  <a:lnTo>
                    <a:pt x="4505421" y="37273"/>
                  </a:lnTo>
                  <a:lnTo>
                    <a:pt x="4605576" y="29691"/>
                  </a:lnTo>
                  <a:lnTo>
                    <a:pt x="4709168" y="22982"/>
                  </a:lnTo>
                  <a:lnTo>
                    <a:pt x="4813225" y="17156"/>
                  </a:lnTo>
                  <a:lnTo>
                    <a:pt x="4913916" y="12235"/>
                  </a:lnTo>
                  <a:lnTo>
                    <a:pt x="5006897" y="8231"/>
                  </a:lnTo>
                  <a:lnTo>
                    <a:pt x="5087901" y="5134"/>
                  </a:lnTo>
                  <a:lnTo>
                    <a:pt x="5153497" y="2890"/>
                  </a:lnTo>
                  <a:lnTo>
                    <a:pt x="5201795" y="1405"/>
                  </a:lnTo>
                  <a:lnTo>
                    <a:pt x="5232915" y="541"/>
                  </a:lnTo>
                  <a:lnTo>
                    <a:pt x="5249099" y="133"/>
                  </a:lnTo>
                  <a:lnTo>
                    <a:pt x="5254514" y="9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480" y="68"/>
                  </a:lnTo>
                  <a:lnTo>
                    <a:pt x="6734954" y="559"/>
                  </a:lnTo>
                  <a:lnTo>
                    <a:pt x="6753796" y="1914"/>
                  </a:lnTo>
                  <a:lnTo>
                    <a:pt x="6787487" y="4582"/>
                  </a:lnTo>
                  <a:lnTo>
                    <a:pt x="6837707" y="8978"/>
                  </a:lnTo>
                  <a:lnTo>
                    <a:pt x="6904213" y="15441"/>
                  </a:lnTo>
                  <a:lnTo>
                    <a:pt x="6984988" y="24204"/>
                  </a:lnTo>
                  <a:lnTo>
                    <a:pt x="7076698" y="35383"/>
                  </a:lnTo>
                  <a:lnTo>
                    <a:pt x="7175344" y="48999"/>
                  </a:lnTo>
                  <a:lnTo>
                    <a:pt x="7276911" y="65014"/>
                  </a:lnTo>
                  <a:lnTo>
                    <a:pt x="7377884" y="83376"/>
                  </a:lnTo>
                  <a:lnTo>
                    <a:pt x="7475532" y="104058"/>
                  </a:lnTo>
                  <a:lnTo>
                    <a:pt x="7567996" y="127090"/>
                  </a:lnTo>
                  <a:lnTo>
                    <a:pt x="7654213" y="152580"/>
                  </a:lnTo>
                  <a:lnTo>
                    <a:pt x="7733778" y="180718"/>
                  </a:lnTo>
                  <a:lnTo>
                    <a:pt x="7806772" y="211783"/>
                  </a:lnTo>
                  <a:lnTo>
                    <a:pt x="7873607" y="246133"/>
                  </a:lnTo>
                  <a:lnTo>
                    <a:pt x="7934907" y="284197"/>
                  </a:lnTo>
                  <a:lnTo>
                    <a:pt x="7991408" y="326453"/>
                  </a:lnTo>
                  <a:lnTo>
                    <a:pt x="8043890" y="373392"/>
                  </a:lnTo>
                  <a:lnTo>
                    <a:pt x="8093127" y="425453"/>
                  </a:lnTo>
                  <a:lnTo>
                    <a:pt x="8139836" y="482930"/>
                  </a:lnTo>
                  <a:lnTo>
                    <a:pt x="8151487" y="498552"/>
                  </a:lnTo>
                  <a:lnTo>
                    <a:pt x="8188356" y="551427"/>
                  </a:lnTo>
                  <a:lnTo>
                    <a:pt x="8224310" y="608109"/>
                  </a:lnTo>
                  <a:lnTo>
                    <a:pt x="8259593" y="668676"/>
                  </a:lnTo>
                  <a:lnTo>
                    <a:pt x="8294402" y="733144"/>
                  </a:lnTo>
                  <a:lnTo>
                    <a:pt x="8328898" y="801468"/>
                  </a:lnTo>
                  <a:lnTo>
                    <a:pt x="8363203" y="873526"/>
                  </a:lnTo>
                  <a:lnTo>
                    <a:pt x="8397414" y="949124"/>
                  </a:lnTo>
                  <a:lnTo>
                    <a:pt x="8431597" y="1027988"/>
                  </a:lnTo>
                  <a:lnTo>
                    <a:pt x="8465799" y="1109768"/>
                  </a:lnTo>
                  <a:lnTo>
                    <a:pt x="8500043" y="1194041"/>
                  </a:lnTo>
                  <a:lnTo>
                    <a:pt x="8534338" y="1280318"/>
                  </a:lnTo>
                  <a:lnTo>
                    <a:pt x="8568679" y="1368058"/>
                  </a:lnTo>
                  <a:lnTo>
                    <a:pt x="8603050" y="1456677"/>
                  </a:lnTo>
                  <a:lnTo>
                    <a:pt x="8637432" y="1545567"/>
                  </a:lnTo>
                  <a:lnTo>
                    <a:pt x="8671800" y="1634110"/>
                  </a:lnTo>
                  <a:lnTo>
                    <a:pt x="8706136" y="1721701"/>
                  </a:lnTo>
                  <a:lnTo>
                    <a:pt x="8740425" y="1807760"/>
                  </a:lnTo>
                  <a:lnTo>
                    <a:pt x="8774663" y="1891751"/>
                  </a:lnTo>
                  <a:lnTo>
                    <a:pt x="8808861" y="1973194"/>
                  </a:lnTo>
                  <a:lnTo>
                    <a:pt x="8843045" y="2051673"/>
                  </a:lnTo>
                  <a:lnTo>
                    <a:pt x="8877263" y="2126849"/>
                  </a:lnTo>
                  <a:lnTo>
                    <a:pt x="8911586" y="2198457"/>
                  </a:lnTo>
                  <a:lnTo>
                    <a:pt x="8946113" y="2266311"/>
                  </a:lnTo>
                  <a:lnTo>
                    <a:pt x="8980971" y="2330301"/>
                  </a:lnTo>
                  <a:lnTo>
                    <a:pt x="9016325" y="2390388"/>
                  </a:lnTo>
                  <a:lnTo>
                    <a:pt x="9052377" y="2446596"/>
                  </a:lnTo>
                  <a:lnTo>
                    <a:pt x="9084767" y="2492764"/>
                  </a:lnTo>
                  <a:lnTo>
                    <a:pt x="9130931" y="2551643"/>
                  </a:lnTo>
                  <a:lnTo>
                    <a:pt x="9179454" y="2605075"/>
                  </a:lnTo>
                  <a:lnTo>
                    <a:pt x="9231032" y="2653289"/>
                  </a:lnTo>
                  <a:lnTo>
                    <a:pt x="9286427" y="2696700"/>
                  </a:lnTo>
                  <a:lnTo>
                    <a:pt x="9346424" y="2735793"/>
                  </a:lnTo>
                  <a:lnTo>
                    <a:pt x="9411774" y="2771052"/>
                  </a:lnTo>
                  <a:lnTo>
                    <a:pt x="9483138" y="2802923"/>
                  </a:lnTo>
                  <a:lnTo>
                    <a:pt x="9560994" y="2831782"/>
                  </a:lnTo>
                  <a:lnTo>
                    <a:pt x="9645522" y="2857929"/>
                  </a:lnTo>
                  <a:lnTo>
                    <a:pt x="9736455" y="2881578"/>
                  </a:lnTo>
                  <a:lnTo>
                    <a:pt x="9832917" y="2902857"/>
                  </a:lnTo>
                  <a:lnTo>
                    <a:pt x="9933263" y="2921814"/>
                  </a:lnTo>
                  <a:lnTo>
                    <a:pt x="10034984" y="2938436"/>
                  </a:lnTo>
                  <a:lnTo>
                    <a:pt x="10134749" y="2952673"/>
                  </a:lnTo>
                  <a:lnTo>
                    <a:pt x="10228632" y="2964478"/>
                  </a:lnTo>
                  <a:lnTo>
                    <a:pt x="10312568" y="2973853"/>
                  </a:lnTo>
                  <a:lnTo>
                    <a:pt x="10382988" y="2980889"/>
                  </a:lnTo>
                  <a:lnTo>
                    <a:pt x="10437485" y="2985786"/>
                  </a:lnTo>
                  <a:lnTo>
                    <a:pt x="10475332" y="2988861"/>
                  </a:lnTo>
                  <a:lnTo>
                    <a:pt x="10497718" y="2990511"/>
                  </a:lnTo>
                  <a:lnTo>
                    <a:pt x="10507687" y="2991180"/>
                  </a:lnTo>
                  <a:lnTo>
                    <a:pt x="10509891" y="2991316"/>
                  </a:lnTo>
                  <a:lnTo>
                    <a:pt x="10509911" y="2991317"/>
                  </a:lnTo>
                  <a:lnTo>
                    <a:pt x="11981298" y="299131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68" name="pl1168"/>
            <p:cNvSpPr/>
            <p:nvPr/>
          </p:nvSpPr>
          <p:spPr>
            <a:xfrm>
              <a:off x="4799595" y="7317247"/>
              <a:ext cx="11981298" cy="2991317"/>
            </a:xfrm>
            <a:custGeom>
              <a:avLst/>
              <a:pathLst>
                <a:path w="11981298" h="2991317">
                  <a:moveTo>
                    <a:pt x="11981298" y="2991317"/>
                  </a:moveTo>
                  <a:lnTo>
                    <a:pt x="10509911" y="2991317"/>
                  </a:lnTo>
                  <a:lnTo>
                    <a:pt x="10508774" y="2991248"/>
                  </a:lnTo>
                  <a:lnTo>
                    <a:pt x="10501299" y="2990758"/>
                  </a:lnTo>
                  <a:lnTo>
                    <a:pt x="10482457" y="2989402"/>
                  </a:lnTo>
                  <a:lnTo>
                    <a:pt x="10448766" y="2986734"/>
                  </a:lnTo>
                  <a:lnTo>
                    <a:pt x="10398546" y="2982338"/>
                  </a:lnTo>
                  <a:lnTo>
                    <a:pt x="10332040" y="2975875"/>
                  </a:lnTo>
                  <a:lnTo>
                    <a:pt x="10251265" y="2967113"/>
                  </a:lnTo>
                  <a:lnTo>
                    <a:pt x="10159555" y="2955934"/>
                  </a:lnTo>
                  <a:lnTo>
                    <a:pt x="10060909" y="2942318"/>
                  </a:lnTo>
                  <a:lnTo>
                    <a:pt x="9959342" y="2926302"/>
                  </a:lnTo>
                  <a:lnTo>
                    <a:pt x="9858370" y="2907940"/>
                  </a:lnTo>
                  <a:lnTo>
                    <a:pt x="9760721" y="2887259"/>
                  </a:lnTo>
                  <a:lnTo>
                    <a:pt x="9668258" y="2864226"/>
                  </a:lnTo>
                  <a:lnTo>
                    <a:pt x="9582040" y="2838737"/>
                  </a:lnTo>
                  <a:lnTo>
                    <a:pt x="9502475" y="2810598"/>
                  </a:lnTo>
                  <a:lnTo>
                    <a:pt x="9429482" y="2779534"/>
                  </a:lnTo>
                  <a:lnTo>
                    <a:pt x="9362646" y="2745183"/>
                  </a:lnTo>
                  <a:lnTo>
                    <a:pt x="9301346" y="2707119"/>
                  </a:lnTo>
                  <a:lnTo>
                    <a:pt x="9244845" y="2664863"/>
                  </a:lnTo>
                  <a:lnTo>
                    <a:pt x="9192363" y="2617925"/>
                  </a:lnTo>
                  <a:lnTo>
                    <a:pt x="9143126" y="2565863"/>
                  </a:lnTo>
                  <a:lnTo>
                    <a:pt x="9096417" y="2508387"/>
                  </a:lnTo>
                  <a:lnTo>
                    <a:pt x="9084767" y="2492764"/>
                  </a:lnTo>
                  <a:lnTo>
                    <a:pt x="9047897" y="2439889"/>
                  </a:lnTo>
                  <a:lnTo>
                    <a:pt x="9011943" y="2383207"/>
                  </a:lnTo>
                  <a:lnTo>
                    <a:pt x="8976661" y="2322641"/>
                  </a:lnTo>
                  <a:lnTo>
                    <a:pt x="8941851" y="2258172"/>
                  </a:lnTo>
                  <a:lnTo>
                    <a:pt x="8907355" y="2189848"/>
                  </a:lnTo>
                  <a:lnTo>
                    <a:pt x="8873050" y="2117790"/>
                  </a:lnTo>
                  <a:lnTo>
                    <a:pt x="8838839" y="2042192"/>
                  </a:lnTo>
                  <a:lnTo>
                    <a:pt x="8804656" y="1963328"/>
                  </a:lnTo>
                  <a:lnTo>
                    <a:pt x="8770455" y="1881549"/>
                  </a:lnTo>
                  <a:lnTo>
                    <a:pt x="8736210" y="1797276"/>
                  </a:lnTo>
                  <a:lnTo>
                    <a:pt x="8701915" y="1710998"/>
                  </a:lnTo>
                  <a:lnTo>
                    <a:pt x="8667574" y="1623258"/>
                  </a:lnTo>
                  <a:lnTo>
                    <a:pt x="8633203" y="1534639"/>
                  </a:lnTo>
                  <a:lnTo>
                    <a:pt x="8598822" y="1445750"/>
                  </a:lnTo>
                  <a:lnTo>
                    <a:pt x="8564453" y="1357206"/>
                  </a:lnTo>
                  <a:lnTo>
                    <a:pt x="8530117" y="1269615"/>
                  </a:lnTo>
                  <a:lnTo>
                    <a:pt x="8495828" y="1183556"/>
                  </a:lnTo>
                  <a:lnTo>
                    <a:pt x="8461590" y="1099565"/>
                  </a:lnTo>
                  <a:lnTo>
                    <a:pt x="8427392" y="1018123"/>
                  </a:lnTo>
                  <a:lnTo>
                    <a:pt x="8393209" y="939643"/>
                  </a:lnTo>
                  <a:lnTo>
                    <a:pt x="8358991" y="864467"/>
                  </a:lnTo>
                  <a:lnTo>
                    <a:pt x="8324667" y="792859"/>
                  </a:lnTo>
                  <a:lnTo>
                    <a:pt x="8290141" y="725005"/>
                  </a:lnTo>
                  <a:lnTo>
                    <a:pt x="8255282" y="661015"/>
                  </a:lnTo>
                  <a:lnTo>
                    <a:pt x="8219928" y="600929"/>
                  </a:lnTo>
                  <a:lnTo>
                    <a:pt x="8183876" y="544721"/>
                  </a:lnTo>
                  <a:lnTo>
                    <a:pt x="8151487" y="498552"/>
                  </a:lnTo>
                  <a:lnTo>
                    <a:pt x="8105322" y="439673"/>
                  </a:lnTo>
                  <a:lnTo>
                    <a:pt x="8056799" y="386241"/>
                  </a:lnTo>
                  <a:lnTo>
                    <a:pt x="8005221" y="338027"/>
                  </a:lnTo>
                  <a:lnTo>
                    <a:pt x="7949826" y="294616"/>
                  </a:lnTo>
                  <a:lnTo>
                    <a:pt x="7889830" y="255524"/>
                  </a:lnTo>
                  <a:lnTo>
                    <a:pt x="7824479" y="220264"/>
                  </a:lnTo>
                  <a:lnTo>
                    <a:pt x="7753115" y="188394"/>
                  </a:lnTo>
                  <a:lnTo>
                    <a:pt x="7675259" y="159535"/>
                  </a:lnTo>
                  <a:lnTo>
                    <a:pt x="7590732" y="133388"/>
                  </a:lnTo>
                  <a:lnTo>
                    <a:pt x="7499798" y="109739"/>
                  </a:lnTo>
                  <a:lnTo>
                    <a:pt x="7403336" y="88460"/>
                  </a:lnTo>
                  <a:lnTo>
                    <a:pt x="7302991" y="69502"/>
                  </a:lnTo>
                  <a:lnTo>
                    <a:pt x="7201269" y="52880"/>
                  </a:lnTo>
                  <a:lnTo>
                    <a:pt x="7101504" y="38643"/>
                  </a:lnTo>
                  <a:lnTo>
                    <a:pt x="7007622" y="26838"/>
                  </a:lnTo>
                  <a:lnTo>
                    <a:pt x="6923685" y="17463"/>
                  </a:lnTo>
                  <a:lnTo>
                    <a:pt x="6853265" y="10428"/>
                  </a:lnTo>
                  <a:lnTo>
                    <a:pt x="6798768" y="5530"/>
                  </a:lnTo>
                  <a:lnTo>
                    <a:pt x="6760922" y="2456"/>
                  </a:lnTo>
                  <a:lnTo>
                    <a:pt x="6738535" y="806"/>
                  </a:lnTo>
                  <a:lnTo>
                    <a:pt x="6728567" y="136"/>
                  </a:lnTo>
                  <a:lnTo>
                    <a:pt x="6726363" y="1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731" y="26"/>
                  </a:lnTo>
                  <a:lnTo>
                    <a:pt x="5245700" y="215"/>
                  </a:lnTo>
                  <a:lnTo>
                    <a:pt x="5225498" y="739"/>
                  </a:lnTo>
                  <a:lnTo>
                    <a:pt x="5189494" y="1769"/>
                  </a:lnTo>
                  <a:lnTo>
                    <a:pt x="5136055" y="3463"/>
                  </a:lnTo>
                  <a:lnTo>
                    <a:pt x="5065677" y="5948"/>
                  </a:lnTo>
                  <a:lnTo>
                    <a:pt x="4980763" y="9307"/>
                  </a:lnTo>
                  <a:lnTo>
                    <a:pt x="4885069" y="13580"/>
                  </a:lnTo>
                  <a:lnTo>
                    <a:pt x="4782957" y="18767"/>
                  </a:lnTo>
                  <a:lnTo>
                    <a:pt x="4678674" y="24853"/>
                  </a:lnTo>
                  <a:lnTo>
                    <a:pt x="4575822" y="31818"/>
                  </a:lnTo>
                  <a:lnTo>
                    <a:pt x="4477096" y="39656"/>
                  </a:lnTo>
                  <a:lnTo>
                    <a:pt x="4384238" y="48388"/>
                  </a:lnTo>
                  <a:lnTo>
                    <a:pt x="4298151" y="58064"/>
                  </a:lnTo>
                  <a:lnTo>
                    <a:pt x="4219075" y="68771"/>
                  </a:lnTo>
                  <a:lnTo>
                    <a:pt x="4146774" y="80626"/>
                  </a:lnTo>
                  <a:lnTo>
                    <a:pt x="4080701" y="93781"/>
                  </a:lnTo>
                  <a:lnTo>
                    <a:pt x="4020124" y="108408"/>
                  </a:lnTo>
                  <a:lnTo>
                    <a:pt x="3964220" y="124697"/>
                  </a:lnTo>
                  <a:lnTo>
                    <a:pt x="3912147" y="142832"/>
                  </a:lnTo>
                  <a:lnTo>
                    <a:pt x="3863093" y="162960"/>
                  </a:lnTo>
                  <a:lnTo>
                    <a:pt x="3829811" y="178443"/>
                  </a:lnTo>
                  <a:lnTo>
                    <a:pt x="3779585" y="204693"/>
                  </a:lnTo>
                  <a:lnTo>
                    <a:pt x="3730901" y="233516"/>
                  </a:lnTo>
                  <a:lnTo>
                    <a:pt x="3683199" y="264955"/>
                  </a:lnTo>
                  <a:lnTo>
                    <a:pt x="3636063" y="298970"/>
                  </a:lnTo>
                  <a:lnTo>
                    <a:pt x="3589196" y="335430"/>
                  </a:lnTo>
                  <a:lnTo>
                    <a:pt x="3542399" y="374109"/>
                  </a:lnTo>
                  <a:lnTo>
                    <a:pt x="3495558" y="414683"/>
                  </a:lnTo>
                  <a:lnTo>
                    <a:pt x="3448627" y="456741"/>
                  </a:lnTo>
                  <a:lnTo>
                    <a:pt x="3401611" y="499797"/>
                  </a:lnTo>
                  <a:lnTo>
                    <a:pt x="3354549" y="543311"/>
                  </a:lnTo>
                  <a:lnTo>
                    <a:pt x="3307498" y="586722"/>
                  </a:lnTo>
                  <a:lnTo>
                    <a:pt x="3260510" y="629472"/>
                  </a:lnTo>
                  <a:lnTo>
                    <a:pt x="3213613" y="671039"/>
                  </a:lnTo>
                  <a:lnTo>
                    <a:pt x="3166798" y="710963"/>
                  </a:lnTo>
                  <a:lnTo>
                    <a:pt x="3119992" y="748861"/>
                  </a:lnTo>
                  <a:lnTo>
                    <a:pt x="3073054" y="784447"/>
                  </a:lnTo>
                  <a:lnTo>
                    <a:pt x="3025751" y="817528"/>
                  </a:lnTo>
                  <a:lnTo>
                    <a:pt x="2977745" y="848009"/>
                  </a:lnTo>
                  <a:lnTo>
                    <a:pt x="2928570" y="875880"/>
                  </a:lnTo>
                  <a:lnTo>
                    <a:pt x="2896531" y="892218"/>
                  </a:lnTo>
                  <a:lnTo>
                    <a:pt x="2849171" y="913800"/>
                  </a:lnTo>
                  <a:lnTo>
                    <a:pt x="2799314" y="933334"/>
                  </a:lnTo>
                  <a:lnTo>
                    <a:pt x="2746207" y="950911"/>
                  </a:lnTo>
                  <a:lnTo>
                    <a:pt x="2689024" y="966695"/>
                  </a:lnTo>
                  <a:lnTo>
                    <a:pt x="2626922" y="980872"/>
                  </a:lnTo>
                  <a:lnTo>
                    <a:pt x="2559097" y="993630"/>
                  </a:lnTo>
                  <a:lnTo>
                    <a:pt x="2484861" y="1005135"/>
                  </a:lnTo>
                  <a:lnTo>
                    <a:pt x="2403741" y="1015530"/>
                  </a:lnTo>
                  <a:lnTo>
                    <a:pt x="2315623" y="1024922"/>
                  </a:lnTo>
                  <a:lnTo>
                    <a:pt x="2220921" y="1033389"/>
                  </a:lnTo>
                  <a:lnTo>
                    <a:pt x="2120766" y="1040971"/>
                  </a:lnTo>
                  <a:lnTo>
                    <a:pt x="2017174" y="1047680"/>
                  </a:lnTo>
                  <a:lnTo>
                    <a:pt x="1913117" y="1053505"/>
                  </a:lnTo>
                  <a:lnTo>
                    <a:pt x="1812426" y="1058427"/>
                  </a:lnTo>
                  <a:lnTo>
                    <a:pt x="1719445" y="1062430"/>
                  </a:lnTo>
                  <a:lnTo>
                    <a:pt x="1638441" y="1065528"/>
                  </a:lnTo>
                  <a:lnTo>
                    <a:pt x="1572845" y="1067771"/>
                  </a:lnTo>
                  <a:lnTo>
                    <a:pt x="1524547" y="1069257"/>
                  </a:lnTo>
                  <a:lnTo>
                    <a:pt x="1493427" y="1070121"/>
                  </a:lnTo>
                  <a:lnTo>
                    <a:pt x="1477243" y="1070529"/>
                  </a:lnTo>
                  <a:lnTo>
                    <a:pt x="1471828" y="1070653"/>
                  </a:lnTo>
                  <a:lnTo>
                    <a:pt x="1471387" y="1070662"/>
                  </a:lnTo>
                  <a:lnTo>
                    <a:pt x="0" y="107066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69" name="pg1169"/>
            <p:cNvSpPr/>
            <p:nvPr/>
          </p:nvSpPr>
          <p:spPr>
            <a:xfrm>
              <a:off x="4799595" y="7366285"/>
              <a:ext cx="11981298" cy="3653330"/>
            </a:xfrm>
            <a:custGeom>
              <a:avLst/>
              <a:pathLst>
                <a:path w="11981298" h="3653330">
                  <a:moveTo>
                    <a:pt x="0" y="1054316"/>
                  </a:moveTo>
                  <a:lnTo>
                    <a:pt x="1471387" y="1054316"/>
                  </a:lnTo>
                  <a:lnTo>
                    <a:pt x="1472611" y="1054290"/>
                  </a:lnTo>
                  <a:lnTo>
                    <a:pt x="1480647" y="1054105"/>
                  </a:lnTo>
                  <a:lnTo>
                    <a:pt x="1500858" y="1053594"/>
                  </a:lnTo>
                  <a:lnTo>
                    <a:pt x="1536880" y="1052587"/>
                  </a:lnTo>
                  <a:lnTo>
                    <a:pt x="1590341" y="1050931"/>
                  </a:lnTo>
                  <a:lnTo>
                    <a:pt x="1660747" y="1048501"/>
                  </a:lnTo>
                  <a:lnTo>
                    <a:pt x="1745691" y="1045217"/>
                  </a:lnTo>
                  <a:lnTo>
                    <a:pt x="1841412" y="1041041"/>
                  </a:lnTo>
                  <a:lnTo>
                    <a:pt x="1943548" y="1035970"/>
                  </a:lnTo>
                  <a:lnTo>
                    <a:pt x="2047850" y="1030021"/>
                  </a:lnTo>
                  <a:lnTo>
                    <a:pt x="2150714" y="1023213"/>
                  </a:lnTo>
                  <a:lnTo>
                    <a:pt x="2249447" y="1015551"/>
                  </a:lnTo>
                  <a:lnTo>
                    <a:pt x="2342308" y="1007016"/>
                  </a:lnTo>
                  <a:lnTo>
                    <a:pt x="2428393" y="997557"/>
                  </a:lnTo>
                  <a:lnTo>
                    <a:pt x="2507466" y="987091"/>
                  </a:lnTo>
                  <a:lnTo>
                    <a:pt x="2579761" y="975502"/>
                  </a:lnTo>
                  <a:lnTo>
                    <a:pt x="2645829" y="962642"/>
                  </a:lnTo>
                  <a:lnTo>
                    <a:pt x="2706401" y="948343"/>
                  </a:lnTo>
                  <a:lnTo>
                    <a:pt x="2762301" y="932418"/>
                  </a:lnTo>
                  <a:lnTo>
                    <a:pt x="2814372" y="914689"/>
                  </a:lnTo>
                  <a:lnTo>
                    <a:pt x="2863424" y="895012"/>
                  </a:lnTo>
                  <a:lnTo>
                    <a:pt x="2896531" y="879959"/>
                  </a:lnTo>
                  <a:lnTo>
                    <a:pt x="2946966" y="854197"/>
                  </a:lnTo>
                  <a:lnTo>
                    <a:pt x="2995847" y="825898"/>
                  </a:lnTo>
                  <a:lnTo>
                    <a:pt x="3043743" y="795023"/>
                  </a:lnTo>
                  <a:lnTo>
                    <a:pt x="3091072" y="761610"/>
                  </a:lnTo>
                  <a:lnTo>
                    <a:pt x="3138134" y="725791"/>
                  </a:lnTo>
                  <a:lnTo>
                    <a:pt x="3185129" y="687791"/>
                  </a:lnTo>
                  <a:lnTo>
                    <a:pt x="3232169" y="647933"/>
                  </a:lnTo>
                  <a:lnTo>
                    <a:pt x="3279302" y="606626"/>
                  </a:lnTo>
                  <a:lnTo>
                    <a:pt x="3326519" y="564354"/>
                  </a:lnTo>
                  <a:lnTo>
                    <a:pt x="3373780" y="521650"/>
                  </a:lnTo>
                  <a:lnTo>
                    <a:pt x="3421028" y="479072"/>
                  </a:lnTo>
                  <a:lnTo>
                    <a:pt x="3468210" y="437170"/>
                  </a:lnTo>
                  <a:lnTo>
                    <a:pt x="3515300" y="396457"/>
                  </a:lnTo>
                  <a:lnTo>
                    <a:pt x="3562310" y="357388"/>
                  </a:lnTo>
                  <a:lnTo>
                    <a:pt x="3609316" y="320333"/>
                  </a:lnTo>
                  <a:lnTo>
                    <a:pt x="3656468" y="285572"/>
                  </a:lnTo>
                  <a:lnTo>
                    <a:pt x="3704008" y="253287"/>
                  </a:lnTo>
                  <a:lnTo>
                    <a:pt x="3752286" y="223569"/>
                  </a:lnTo>
                  <a:lnTo>
                    <a:pt x="3801785" y="196418"/>
                  </a:lnTo>
                  <a:lnTo>
                    <a:pt x="3829811" y="182530"/>
                  </a:lnTo>
                  <a:lnTo>
                    <a:pt x="3877180" y="161439"/>
                  </a:lnTo>
                  <a:lnTo>
                    <a:pt x="3927046" y="142350"/>
                  </a:lnTo>
                  <a:lnTo>
                    <a:pt x="3980164" y="125173"/>
                  </a:lnTo>
                  <a:lnTo>
                    <a:pt x="4037360" y="109749"/>
                  </a:lnTo>
                  <a:lnTo>
                    <a:pt x="4099477" y="95895"/>
                  </a:lnTo>
                  <a:lnTo>
                    <a:pt x="4167319" y="83429"/>
                  </a:lnTo>
                  <a:lnTo>
                    <a:pt x="4241576" y="72186"/>
                  </a:lnTo>
                  <a:lnTo>
                    <a:pt x="4322720" y="62029"/>
                  </a:lnTo>
                  <a:lnTo>
                    <a:pt x="4410863" y="52851"/>
                  </a:lnTo>
                  <a:lnTo>
                    <a:pt x="4505592" y="44578"/>
                  </a:lnTo>
                  <a:lnTo>
                    <a:pt x="4605772" y="37170"/>
                  </a:lnTo>
                  <a:lnTo>
                    <a:pt x="4709387" y="30616"/>
                  </a:lnTo>
                  <a:lnTo>
                    <a:pt x="4813459" y="24925"/>
                  </a:lnTo>
                  <a:lnTo>
                    <a:pt x="4914155" y="20117"/>
                  </a:lnTo>
                  <a:lnTo>
                    <a:pt x="5007126" y="16207"/>
                  </a:lnTo>
                  <a:lnTo>
                    <a:pt x="5088108" y="13182"/>
                  </a:lnTo>
                  <a:lnTo>
                    <a:pt x="5153667" y="10992"/>
                  </a:lnTo>
                  <a:lnTo>
                    <a:pt x="5201919" y="9542"/>
                  </a:lnTo>
                  <a:lnTo>
                    <a:pt x="5232992" y="8699"/>
                  </a:lnTo>
                  <a:lnTo>
                    <a:pt x="5249134" y="8302"/>
                  </a:lnTo>
                  <a:lnTo>
                    <a:pt x="5254521" y="8182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437" y="8253"/>
                  </a:lnTo>
                  <a:lnTo>
                    <a:pt x="6734639" y="8828"/>
                  </a:lnTo>
                  <a:lnTo>
                    <a:pt x="6752816" y="10416"/>
                  </a:lnTo>
                  <a:lnTo>
                    <a:pt x="6785367" y="13543"/>
                  </a:lnTo>
                  <a:lnTo>
                    <a:pt x="6833993" y="18700"/>
                  </a:lnTo>
                  <a:lnTo>
                    <a:pt x="6898565" y="26288"/>
                  </a:lnTo>
                  <a:lnTo>
                    <a:pt x="6977249" y="36592"/>
                  </a:lnTo>
                  <a:lnTo>
                    <a:pt x="7066920" y="49758"/>
                  </a:lnTo>
                  <a:lnTo>
                    <a:pt x="7163759" y="65821"/>
                  </a:lnTo>
                  <a:lnTo>
                    <a:pt x="7263879" y="84740"/>
                  </a:lnTo>
                  <a:lnTo>
                    <a:pt x="7363816" y="106452"/>
                  </a:lnTo>
                  <a:lnTo>
                    <a:pt x="7460835" y="130921"/>
                  </a:lnTo>
                  <a:lnTo>
                    <a:pt x="7553025" y="158170"/>
                  </a:lnTo>
                  <a:lnTo>
                    <a:pt x="7639250" y="188309"/>
                  </a:lnTo>
                  <a:lnTo>
                    <a:pt x="7719021" y="221545"/>
                  </a:lnTo>
                  <a:lnTo>
                    <a:pt x="7792343" y="258185"/>
                  </a:lnTo>
                  <a:lnTo>
                    <a:pt x="7859560" y="298632"/>
                  </a:lnTo>
                  <a:lnTo>
                    <a:pt x="7921238" y="343373"/>
                  </a:lnTo>
                  <a:lnTo>
                    <a:pt x="7978068" y="392958"/>
                  </a:lnTo>
                  <a:lnTo>
                    <a:pt x="8030796" y="447964"/>
                  </a:lnTo>
                  <a:lnTo>
                    <a:pt x="8080171" y="508932"/>
                  </a:lnTo>
                  <a:lnTo>
                    <a:pt x="8126902" y="576265"/>
                  </a:lnTo>
                  <a:lnTo>
                    <a:pt x="8151487" y="615699"/>
                  </a:lnTo>
                  <a:lnTo>
                    <a:pt x="8185432" y="674787"/>
                  </a:lnTo>
                  <a:lnTo>
                    <a:pt x="8218586" y="737790"/>
                  </a:lnTo>
                  <a:lnTo>
                    <a:pt x="8251141" y="804789"/>
                  </a:lnTo>
                  <a:lnTo>
                    <a:pt x="8283260" y="875812"/>
                  </a:lnTo>
                  <a:lnTo>
                    <a:pt x="8315074" y="950833"/>
                  </a:lnTo>
                  <a:lnTo>
                    <a:pt x="8346689" y="1029764"/>
                  </a:lnTo>
                  <a:lnTo>
                    <a:pt x="8378187" y="1112450"/>
                  </a:lnTo>
                  <a:lnTo>
                    <a:pt x="8409634" y="1198672"/>
                  </a:lnTo>
                  <a:lnTo>
                    <a:pt x="8441073" y="1288142"/>
                  </a:lnTo>
                  <a:lnTo>
                    <a:pt x="8472535" y="1380504"/>
                  </a:lnTo>
                  <a:lnTo>
                    <a:pt x="8504036" y="1475342"/>
                  </a:lnTo>
                  <a:lnTo>
                    <a:pt x="8535580" y="1572185"/>
                  </a:lnTo>
                  <a:lnTo>
                    <a:pt x="8567163" y="1670515"/>
                  </a:lnTo>
                  <a:lnTo>
                    <a:pt x="8598772" y="1769778"/>
                  </a:lnTo>
                  <a:lnTo>
                    <a:pt x="8630392" y="1869399"/>
                  </a:lnTo>
                  <a:lnTo>
                    <a:pt x="8662005" y="1968793"/>
                  </a:lnTo>
                  <a:lnTo>
                    <a:pt x="8693595" y="2067382"/>
                  </a:lnTo>
                  <a:lnTo>
                    <a:pt x="8725149" y="2164605"/>
                  </a:lnTo>
                  <a:lnTo>
                    <a:pt x="8756659" y="2259935"/>
                  </a:lnTo>
                  <a:lnTo>
                    <a:pt x="8788129" y="2352891"/>
                  </a:lnTo>
                  <a:lnTo>
                    <a:pt x="8819572" y="2443042"/>
                  </a:lnTo>
                  <a:lnTo>
                    <a:pt x="8851013" y="2530019"/>
                  </a:lnTo>
                  <a:lnTo>
                    <a:pt x="8882495" y="2613520"/>
                  </a:lnTo>
                  <a:lnTo>
                    <a:pt x="8914077" y="2693308"/>
                  </a:lnTo>
                  <a:lnTo>
                    <a:pt x="8945838" y="2769216"/>
                  </a:lnTo>
                  <a:lnTo>
                    <a:pt x="8977878" y="2841140"/>
                  </a:lnTo>
                  <a:lnTo>
                    <a:pt x="9010323" y="2909041"/>
                  </a:lnTo>
                  <a:lnTo>
                    <a:pt x="9043327" y="2972935"/>
                  </a:lnTo>
                  <a:lnTo>
                    <a:pt x="9077076" y="3032891"/>
                  </a:lnTo>
                  <a:lnTo>
                    <a:pt x="9084767" y="3045804"/>
                  </a:lnTo>
                  <a:lnTo>
                    <a:pt x="9130327" y="3116676"/>
                  </a:lnTo>
                  <a:lnTo>
                    <a:pt x="9178177" y="3181078"/>
                  </a:lnTo>
                  <a:lnTo>
                    <a:pt x="9228986" y="3239272"/>
                  </a:lnTo>
                  <a:lnTo>
                    <a:pt x="9283486" y="3291741"/>
                  </a:lnTo>
                  <a:lnTo>
                    <a:pt x="9342432" y="3339051"/>
                  </a:lnTo>
                  <a:lnTo>
                    <a:pt x="9406550" y="3381773"/>
                  </a:lnTo>
                  <a:lnTo>
                    <a:pt x="9476485" y="3420433"/>
                  </a:lnTo>
                  <a:lnTo>
                    <a:pt x="9552716" y="3455480"/>
                  </a:lnTo>
                  <a:lnTo>
                    <a:pt x="9635449" y="3487275"/>
                  </a:lnTo>
                  <a:lnTo>
                    <a:pt x="9724483" y="3516079"/>
                  </a:lnTo>
                  <a:lnTo>
                    <a:pt x="9819055" y="3542055"/>
                  </a:lnTo>
                  <a:lnTo>
                    <a:pt x="9917689" y="3565271"/>
                  </a:lnTo>
                  <a:lnTo>
                    <a:pt x="10018096" y="3585720"/>
                  </a:lnTo>
                  <a:lnTo>
                    <a:pt x="10117188" y="3603347"/>
                  </a:lnTo>
                  <a:lnTo>
                    <a:pt x="10211257" y="3618094"/>
                  </a:lnTo>
                  <a:lnTo>
                    <a:pt x="10296376" y="3629947"/>
                  </a:lnTo>
                  <a:lnTo>
                    <a:pt x="10368962" y="3638989"/>
                  </a:lnTo>
                  <a:lnTo>
                    <a:pt x="10426411" y="3645428"/>
                  </a:lnTo>
                  <a:lnTo>
                    <a:pt x="10467629" y="3649605"/>
                  </a:lnTo>
                  <a:lnTo>
                    <a:pt x="10493322" y="3651968"/>
                  </a:lnTo>
                  <a:lnTo>
                    <a:pt x="10505990" y="3653030"/>
                  </a:lnTo>
                  <a:lnTo>
                    <a:pt x="10509729" y="3653317"/>
                  </a:lnTo>
                  <a:lnTo>
                    <a:pt x="10509911" y="3653330"/>
                  </a:lnTo>
                  <a:lnTo>
                    <a:pt x="11981298" y="3653330"/>
                  </a:lnTo>
                  <a:lnTo>
                    <a:pt x="11981298" y="3645157"/>
                  </a:lnTo>
                  <a:lnTo>
                    <a:pt x="10509911" y="3645157"/>
                  </a:lnTo>
                  <a:lnTo>
                    <a:pt x="10508816" y="3645076"/>
                  </a:lnTo>
                  <a:lnTo>
                    <a:pt x="10501614" y="3644502"/>
                  </a:lnTo>
                  <a:lnTo>
                    <a:pt x="10483437" y="3642913"/>
                  </a:lnTo>
                  <a:lnTo>
                    <a:pt x="10450886" y="3639786"/>
                  </a:lnTo>
                  <a:lnTo>
                    <a:pt x="10402260" y="3634630"/>
                  </a:lnTo>
                  <a:lnTo>
                    <a:pt x="10337688" y="3627041"/>
                  </a:lnTo>
                  <a:lnTo>
                    <a:pt x="10259004" y="3616738"/>
                  </a:lnTo>
                  <a:lnTo>
                    <a:pt x="10169333" y="3603571"/>
                  </a:lnTo>
                  <a:lnTo>
                    <a:pt x="10072494" y="3587509"/>
                  </a:lnTo>
                  <a:lnTo>
                    <a:pt x="9972375" y="3568590"/>
                  </a:lnTo>
                  <a:lnTo>
                    <a:pt x="9872437" y="3546877"/>
                  </a:lnTo>
                  <a:lnTo>
                    <a:pt x="9775418" y="3522408"/>
                  </a:lnTo>
                  <a:lnTo>
                    <a:pt x="9683228" y="3495159"/>
                  </a:lnTo>
                  <a:lnTo>
                    <a:pt x="9597004" y="3465020"/>
                  </a:lnTo>
                  <a:lnTo>
                    <a:pt x="9517232" y="3431784"/>
                  </a:lnTo>
                  <a:lnTo>
                    <a:pt x="9443910" y="3395144"/>
                  </a:lnTo>
                  <a:lnTo>
                    <a:pt x="9376693" y="3354697"/>
                  </a:lnTo>
                  <a:lnTo>
                    <a:pt x="9315015" y="3309956"/>
                  </a:lnTo>
                  <a:lnTo>
                    <a:pt x="9258185" y="3260371"/>
                  </a:lnTo>
                  <a:lnTo>
                    <a:pt x="9205457" y="3205365"/>
                  </a:lnTo>
                  <a:lnTo>
                    <a:pt x="9156083" y="3144397"/>
                  </a:lnTo>
                  <a:lnTo>
                    <a:pt x="9109351" y="3077064"/>
                  </a:lnTo>
                  <a:lnTo>
                    <a:pt x="9084767" y="3037631"/>
                  </a:lnTo>
                  <a:lnTo>
                    <a:pt x="9050821" y="2978543"/>
                  </a:lnTo>
                  <a:lnTo>
                    <a:pt x="9017668" y="2915539"/>
                  </a:lnTo>
                  <a:lnTo>
                    <a:pt x="8985112" y="2848541"/>
                  </a:lnTo>
                  <a:lnTo>
                    <a:pt x="8952993" y="2777517"/>
                  </a:lnTo>
                  <a:lnTo>
                    <a:pt x="8921179" y="2702496"/>
                  </a:lnTo>
                  <a:lnTo>
                    <a:pt x="8889565" y="2623566"/>
                  </a:lnTo>
                  <a:lnTo>
                    <a:pt x="8858066" y="2540879"/>
                  </a:lnTo>
                  <a:lnTo>
                    <a:pt x="8826620" y="2454657"/>
                  </a:lnTo>
                  <a:lnTo>
                    <a:pt x="8795180" y="2365188"/>
                  </a:lnTo>
                  <a:lnTo>
                    <a:pt x="8763718" y="2272826"/>
                  </a:lnTo>
                  <a:lnTo>
                    <a:pt x="8732217" y="2177987"/>
                  </a:lnTo>
                  <a:lnTo>
                    <a:pt x="8700673" y="2081144"/>
                  </a:lnTo>
                  <a:lnTo>
                    <a:pt x="8669090" y="1982814"/>
                  </a:lnTo>
                  <a:lnTo>
                    <a:pt x="8637481" y="1883551"/>
                  </a:lnTo>
                  <a:lnTo>
                    <a:pt x="8605861" y="1783930"/>
                  </a:lnTo>
                  <a:lnTo>
                    <a:pt x="8574248" y="1684536"/>
                  </a:lnTo>
                  <a:lnTo>
                    <a:pt x="8542658" y="1585948"/>
                  </a:lnTo>
                  <a:lnTo>
                    <a:pt x="8511105" y="1488725"/>
                  </a:lnTo>
                  <a:lnTo>
                    <a:pt x="8479594" y="1393394"/>
                  </a:lnTo>
                  <a:lnTo>
                    <a:pt x="8448124" y="1300438"/>
                  </a:lnTo>
                  <a:lnTo>
                    <a:pt x="8416682" y="1210287"/>
                  </a:lnTo>
                  <a:lnTo>
                    <a:pt x="8385240" y="1123310"/>
                  </a:lnTo>
                  <a:lnTo>
                    <a:pt x="8353758" y="1039809"/>
                  </a:lnTo>
                  <a:lnTo>
                    <a:pt x="8322176" y="960021"/>
                  </a:lnTo>
                  <a:lnTo>
                    <a:pt x="8290415" y="884113"/>
                  </a:lnTo>
                  <a:lnTo>
                    <a:pt x="8258375" y="812189"/>
                  </a:lnTo>
                  <a:lnTo>
                    <a:pt x="8225930" y="744289"/>
                  </a:lnTo>
                  <a:lnTo>
                    <a:pt x="8192927" y="680395"/>
                  </a:lnTo>
                  <a:lnTo>
                    <a:pt x="8159177" y="620438"/>
                  </a:lnTo>
                  <a:lnTo>
                    <a:pt x="8151487" y="607526"/>
                  </a:lnTo>
                  <a:lnTo>
                    <a:pt x="8105926" y="536653"/>
                  </a:lnTo>
                  <a:lnTo>
                    <a:pt x="8058076" y="472251"/>
                  </a:lnTo>
                  <a:lnTo>
                    <a:pt x="8007267" y="414057"/>
                  </a:lnTo>
                  <a:lnTo>
                    <a:pt x="7952767" y="361589"/>
                  </a:lnTo>
                  <a:lnTo>
                    <a:pt x="7893822" y="314278"/>
                  </a:lnTo>
                  <a:lnTo>
                    <a:pt x="7829703" y="271556"/>
                  </a:lnTo>
                  <a:lnTo>
                    <a:pt x="7759768" y="232896"/>
                  </a:lnTo>
                  <a:lnTo>
                    <a:pt x="7683537" y="197849"/>
                  </a:lnTo>
                  <a:lnTo>
                    <a:pt x="7600804" y="166054"/>
                  </a:lnTo>
                  <a:lnTo>
                    <a:pt x="7511770" y="137250"/>
                  </a:lnTo>
                  <a:lnTo>
                    <a:pt x="7417198" y="111274"/>
                  </a:lnTo>
                  <a:lnTo>
                    <a:pt x="7318564" y="88058"/>
                  </a:lnTo>
                  <a:lnTo>
                    <a:pt x="7218157" y="67609"/>
                  </a:lnTo>
                  <a:lnTo>
                    <a:pt x="7119066" y="49982"/>
                  </a:lnTo>
                  <a:lnTo>
                    <a:pt x="7024996" y="35235"/>
                  </a:lnTo>
                  <a:lnTo>
                    <a:pt x="6939877" y="23382"/>
                  </a:lnTo>
                  <a:lnTo>
                    <a:pt x="6867291" y="14340"/>
                  </a:lnTo>
                  <a:lnTo>
                    <a:pt x="6809843" y="7901"/>
                  </a:lnTo>
                  <a:lnTo>
                    <a:pt x="6768624" y="3724"/>
                  </a:lnTo>
                  <a:lnTo>
                    <a:pt x="6742932" y="1361"/>
                  </a:lnTo>
                  <a:lnTo>
                    <a:pt x="6730263" y="299"/>
                  </a:lnTo>
                  <a:lnTo>
                    <a:pt x="6726524" y="12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731" y="25"/>
                  </a:lnTo>
                  <a:lnTo>
                    <a:pt x="5245695" y="211"/>
                  </a:lnTo>
                  <a:lnTo>
                    <a:pt x="5225484" y="722"/>
                  </a:lnTo>
                  <a:lnTo>
                    <a:pt x="5189462" y="1729"/>
                  </a:lnTo>
                  <a:lnTo>
                    <a:pt x="5136001" y="3385"/>
                  </a:lnTo>
                  <a:lnTo>
                    <a:pt x="5065595" y="5815"/>
                  </a:lnTo>
                  <a:lnTo>
                    <a:pt x="4980651" y="9099"/>
                  </a:lnTo>
                  <a:lnTo>
                    <a:pt x="4884930" y="13275"/>
                  </a:lnTo>
                  <a:lnTo>
                    <a:pt x="4782794" y="18346"/>
                  </a:lnTo>
                  <a:lnTo>
                    <a:pt x="4678492" y="24295"/>
                  </a:lnTo>
                  <a:lnTo>
                    <a:pt x="4575628" y="31103"/>
                  </a:lnTo>
                  <a:lnTo>
                    <a:pt x="4476895" y="38765"/>
                  </a:lnTo>
                  <a:lnTo>
                    <a:pt x="4384034" y="47300"/>
                  </a:lnTo>
                  <a:lnTo>
                    <a:pt x="4297949" y="56759"/>
                  </a:lnTo>
                  <a:lnTo>
                    <a:pt x="4218876" y="67225"/>
                  </a:lnTo>
                  <a:lnTo>
                    <a:pt x="4146581" y="78814"/>
                  </a:lnTo>
                  <a:lnTo>
                    <a:pt x="4080513" y="91673"/>
                  </a:lnTo>
                  <a:lnTo>
                    <a:pt x="4019941" y="105973"/>
                  </a:lnTo>
                  <a:lnTo>
                    <a:pt x="3964041" y="121898"/>
                  </a:lnTo>
                  <a:lnTo>
                    <a:pt x="3911970" y="139626"/>
                  </a:lnTo>
                  <a:lnTo>
                    <a:pt x="3862918" y="159304"/>
                  </a:lnTo>
                  <a:lnTo>
                    <a:pt x="3829811" y="174357"/>
                  </a:lnTo>
                  <a:lnTo>
                    <a:pt x="3779376" y="200119"/>
                  </a:lnTo>
                  <a:lnTo>
                    <a:pt x="3730495" y="228417"/>
                  </a:lnTo>
                  <a:lnTo>
                    <a:pt x="3682600" y="259293"/>
                  </a:lnTo>
                  <a:lnTo>
                    <a:pt x="3635270" y="292706"/>
                  </a:lnTo>
                  <a:lnTo>
                    <a:pt x="3588208" y="328525"/>
                  </a:lnTo>
                  <a:lnTo>
                    <a:pt x="3541213" y="366524"/>
                  </a:lnTo>
                  <a:lnTo>
                    <a:pt x="3494173" y="406383"/>
                  </a:lnTo>
                  <a:lnTo>
                    <a:pt x="3447040" y="447689"/>
                  </a:lnTo>
                  <a:lnTo>
                    <a:pt x="3399823" y="489962"/>
                  </a:lnTo>
                  <a:lnTo>
                    <a:pt x="3352562" y="532665"/>
                  </a:lnTo>
                  <a:lnTo>
                    <a:pt x="3305314" y="575244"/>
                  </a:lnTo>
                  <a:lnTo>
                    <a:pt x="3258132" y="617146"/>
                  </a:lnTo>
                  <a:lnTo>
                    <a:pt x="3211042" y="657858"/>
                  </a:lnTo>
                  <a:lnTo>
                    <a:pt x="3164032" y="696928"/>
                  </a:lnTo>
                  <a:lnTo>
                    <a:pt x="3117026" y="733983"/>
                  </a:lnTo>
                  <a:lnTo>
                    <a:pt x="3069874" y="768744"/>
                  </a:lnTo>
                  <a:lnTo>
                    <a:pt x="3022334" y="801028"/>
                  </a:lnTo>
                  <a:lnTo>
                    <a:pt x="2974056" y="830747"/>
                  </a:lnTo>
                  <a:lnTo>
                    <a:pt x="2924557" y="857898"/>
                  </a:lnTo>
                  <a:lnTo>
                    <a:pt x="2896531" y="871786"/>
                  </a:lnTo>
                  <a:lnTo>
                    <a:pt x="2849162" y="892877"/>
                  </a:lnTo>
                  <a:lnTo>
                    <a:pt x="2799296" y="911966"/>
                  </a:lnTo>
                  <a:lnTo>
                    <a:pt x="2746178" y="929143"/>
                  </a:lnTo>
                  <a:lnTo>
                    <a:pt x="2688982" y="944567"/>
                  </a:lnTo>
                  <a:lnTo>
                    <a:pt x="2626865" y="958421"/>
                  </a:lnTo>
                  <a:lnTo>
                    <a:pt x="2559023" y="970887"/>
                  </a:lnTo>
                  <a:lnTo>
                    <a:pt x="2484766" y="982130"/>
                  </a:lnTo>
                  <a:lnTo>
                    <a:pt x="2403622" y="992287"/>
                  </a:lnTo>
                  <a:lnTo>
                    <a:pt x="2315479" y="1001465"/>
                  </a:lnTo>
                  <a:lnTo>
                    <a:pt x="2220750" y="1009737"/>
                  </a:lnTo>
                  <a:lnTo>
                    <a:pt x="2120570" y="1017145"/>
                  </a:lnTo>
                  <a:lnTo>
                    <a:pt x="2016955" y="1023700"/>
                  </a:lnTo>
                  <a:lnTo>
                    <a:pt x="1912883" y="1029391"/>
                  </a:lnTo>
                  <a:lnTo>
                    <a:pt x="1812187" y="1034199"/>
                  </a:lnTo>
                  <a:lnTo>
                    <a:pt x="1719216" y="1038109"/>
                  </a:lnTo>
                  <a:lnTo>
                    <a:pt x="1638234" y="1041134"/>
                  </a:lnTo>
                  <a:lnTo>
                    <a:pt x="1572675" y="1043324"/>
                  </a:lnTo>
                  <a:lnTo>
                    <a:pt x="1524423" y="1044773"/>
                  </a:lnTo>
                  <a:lnTo>
                    <a:pt x="1493350" y="1045616"/>
                  </a:lnTo>
                  <a:lnTo>
                    <a:pt x="1477208" y="1046013"/>
                  </a:lnTo>
                  <a:lnTo>
                    <a:pt x="1471821" y="1046134"/>
                  </a:lnTo>
                  <a:lnTo>
                    <a:pt x="1471387" y="1046143"/>
                  </a:lnTo>
                  <a:lnTo>
                    <a:pt x="0" y="1046143"/>
                  </a:lnTo>
                  <a:close/>
                </a:path>
              </a:pathLst>
            </a:custGeom>
            <a:solidFill>
              <a:srgbClr val="67C1B3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170" name="pl1170"/>
            <p:cNvSpPr/>
            <p:nvPr/>
          </p:nvSpPr>
          <p:spPr>
            <a:xfrm>
              <a:off x="4799595" y="7374458"/>
              <a:ext cx="11981298" cy="3645157"/>
            </a:xfrm>
            <a:custGeom>
              <a:avLst/>
              <a:pathLst>
                <a:path w="11981298" h="3645157">
                  <a:moveTo>
                    <a:pt x="0" y="1046143"/>
                  </a:moveTo>
                  <a:lnTo>
                    <a:pt x="1471387" y="1046143"/>
                  </a:lnTo>
                  <a:lnTo>
                    <a:pt x="1472611" y="1046117"/>
                  </a:lnTo>
                  <a:lnTo>
                    <a:pt x="1480647" y="1045932"/>
                  </a:lnTo>
                  <a:lnTo>
                    <a:pt x="1500858" y="1045421"/>
                  </a:lnTo>
                  <a:lnTo>
                    <a:pt x="1536880" y="1044414"/>
                  </a:lnTo>
                  <a:lnTo>
                    <a:pt x="1590341" y="1042758"/>
                  </a:lnTo>
                  <a:lnTo>
                    <a:pt x="1660747" y="1040328"/>
                  </a:lnTo>
                  <a:lnTo>
                    <a:pt x="1745691" y="1037044"/>
                  </a:lnTo>
                  <a:lnTo>
                    <a:pt x="1841412" y="1032868"/>
                  </a:lnTo>
                  <a:lnTo>
                    <a:pt x="1943548" y="1027797"/>
                  </a:lnTo>
                  <a:lnTo>
                    <a:pt x="2047850" y="1021848"/>
                  </a:lnTo>
                  <a:lnTo>
                    <a:pt x="2150714" y="1015040"/>
                  </a:lnTo>
                  <a:lnTo>
                    <a:pt x="2249447" y="1007378"/>
                  </a:lnTo>
                  <a:lnTo>
                    <a:pt x="2342308" y="998843"/>
                  </a:lnTo>
                  <a:lnTo>
                    <a:pt x="2428393" y="989384"/>
                  </a:lnTo>
                  <a:lnTo>
                    <a:pt x="2507466" y="978918"/>
                  </a:lnTo>
                  <a:lnTo>
                    <a:pt x="2579761" y="967329"/>
                  </a:lnTo>
                  <a:lnTo>
                    <a:pt x="2645829" y="954469"/>
                  </a:lnTo>
                  <a:lnTo>
                    <a:pt x="2706401" y="940170"/>
                  </a:lnTo>
                  <a:lnTo>
                    <a:pt x="2762301" y="924245"/>
                  </a:lnTo>
                  <a:lnTo>
                    <a:pt x="2814372" y="906516"/>
                  </a:lnTo>
                  <a:lnTo>
                    <a:pt x="2863424" y="886839"/>
                  </a:lnTo>
                  <a:lnTo>
                    <a:pt x="2896531" y="871786"/>
                  </a:lnTo>
                  <a:lnTo>
                    <a:pt x="2946966" y="846024"/>
                  </a:lnTo>
                  <a:lnTo>
                    <a:pt x="2995847" y="817725"/>
                  </a:lnTo>
                  <a:lnTo>
                    <a:pt x="3043743" y="786850"/>
                  </a:lnTo>
                  <a:lnTo>
                    <a:pt x="3091072" y="753437"/>
                  </a:lnTo>
                  <a:lnTo>
                    <a:pt x="3138134" y="717618"/>
                  </a:lnTo>
                  <a:lnTo>
                    <a:pt x="3185129" y="679618"/>
                  </a:lnTo>
                  <a:lnTo>
                    <a:pt x="3232169" y="639760"/>
                  </a:lnTo>
                  <a:lnTo>
                    <a:pt x="3279302" y="598453"/>
                  </a:lnTo>
                  <a:lnTo>
                    <a:pt x="3326519" y="556181"/>
                  </a:lnTo>
                  <a:lnTo>
                    <a:pt x="3373780" y="513477"/>
                  </a:lnTo>
                  <a:lnTo>
                    <a:pt x="3421028" y="470899"/>
                  </a:lnTo>
                  <a:lnTo>
                    <a:pt x="3468210" y="428997"/>
                  </a:lnTo>
                  <a:lnTo>
                    <a:pt x="3515300" y="388284"/>
                  </a:lnTo>
                  <a:lnTo>
                    <a:pt x="3562310" y="349215"/>
                  </a:lnTo>
                  <a:lnTo>
                    <a:pt x="3609316" y="312160"/>
                  </a:lnTo>
                  <a:lnTo>
                    <a:pt x="3656468" y="277399"/>
                  </a:lnTo>
                  <a:lnTo>
                    <a:pt x="3704008" y="245114"/>
                  </a:lnTo>
                  <a:lnTo>
                    <a:pt x="3752286" y="215396"/>
                  </a:lnTo>
                  <a:lnTo>
                    <a:pt x="3801785" y="188245"/>
                  </a:lnTo>
                  <a:lnTo>
                    <a:pt x="3829811" y="174357"/>
                  </a:lnTo>
                  <a:lnTo>
                    <a:pt x="3877180" y="153266"/>
                  </a:lnTo>
                  <a:lnTo>
                    <a:pt x="3927046" y="134177"/>
                  </a:lnTo>
                  <a:lnTo>
                    <a:pt x="3980164" y="117000"/>
                  </a:lnTo>
                  <a:lnTo>
                    <a:pt x="4037360" y="101576"/>
                  </a:lnTo>
                  <a:lnTo>
                    <a:pt x="4099477" y="87722"/>
                  </a:lnTo>
                  <a:lnTo>
                    <a:pt x="4167319" y="75256"/>
                  </a:lnTo>
                  <a:lnTo>
                    <a:pt x="4241576" y="64013"/>
                  </a:lnTo>
                  <a:lnTo>
                    <a:pt x="4322720" y="53856"/>
                  </a:lnTo>
                  <a:lnTo>
                    <a:pt x="4410863" y="44678"/>
                  </a:lnTo>
                  <a:lnTo>
                    <a:pt x="4505592" y="36405"/>
                  </a:lnTo>
                  <a:lnTo>
                    <a:pt x="4605772" y="28997"/>
                  </a:lnTo>
                  <a:lnTo>
                    <a:pt x="4709387" y="22443"/>
                  </a:lnTo>
                  <a:lnTo>
                    <a:pt x="4813459" y="16752"/>
                  </a:lnTo>
                  <a:lnTo>
                    <a:pt x="4914155" y="11944"/>
                  </a:lnTo>
                  <a:lnTo>
                    <a:pt x="5007126" y="8034"/>
                  </a:lnTo>
                  <a:lnTo>
                    <a:pt x="5088108" y="5009"/>
                  </a:lnTo>
                  <a:lnTo>
                    <a:pt x="5153667" y="2819"/>
                  </a:lnTo>
                  <a:lnTo>
                    <a:pt x="5201919" y="1370"/>
                  </a:lnTo>
                  <a:lnTo>
                    <a:pt x="5232992" y="526"/>
                  </a:lnTo>
                  <a:lnTo>
                    <a:pt x="5249134" y="129"/>
                  </a:lnTo>
                  <a:lnTo>
                    <a:pt x="5254521" y="9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437" y="80"/>
                  </a:lnTo>
                  <a:lnTo>
                    <a:pt x="6734639" y="655"/>
                  </a:lnTo>
                  <a:lnTo>
                    <a:pt x="6752816" y="2243"/>
                  </a:lnTo>
                  <a:lnTo>
                    <a:pt x="6785367" y="5370"/>
                  </a:lnTo>
                  <a:lnTo>
                    <a:pt x="6833993" y="10527"/>
                  </a:lnTo>
                  <a:lnTo>
                    <a:pt x="6898565" y="18115"/>
                  </a:lnTo>
                  <a:lnTo>
                    <a:pt x="6977249" y="28419"/>
                  </a:lnTo>
                  <a:lnTo>
                    <a:pt x="7066920" y="41585"/>
                  </a:lnTo>
                  <a:lnTo>
                    <a:pt x="7163759" y="57648"/>
                  </a:lnTo>
                  <a:lnTo>
                    <a:pt x="7263879" y="76567"/>
                  </a:lnTo>
                  <a:lnTo>
                    <a:pt x="7363816" y="98279"/>
                  </a:lnTo>
                  <a:lnTo>
                    <a:pt x="7460835" y="122748"/>
                  </a:lnTo>
                  <a:lnTo>
                    <a:pt x="7553025" y="149997"/>
                  </a:lnTo>
                  <a:lnTo>
                    <a:pt x="7639250" y="180136"/>
                  </a:lnTo>
                  <a:lnTo>
                    <a:pt x="7719021" y="213372"/>
                  </a:lnTo>
                  <a:lnTo>
                    <a:pt x="7792343" y="250012"/>
                  </a:lnTo>
                  <a:lnTo>
                    <a:pt x="7859560" y="290459"/>
                  </a:lnTo>
                  <a:lnTo>
                    <a:pt x="7921238" y="335200"/>
                  </a:lnTo>
                  <a:lnTo>
                    <a:pt x="7978068" y="384785"/>
                  </a:lnTo>
                  <a:lnTo>
                    <a:pt x="8030796" y="439791"/>
                  </a:lnTo>
                  <a:lnTo>
                    <a:pt x="8080171" y="500759"/>
                  </a:lnTo>
                  <a:lnTo>
                    <a:pt x="8126902" y="568092"/>
                  </a:lnTo>
                  <a:lnTo>
                    <a:pt x="8151487" y="607526"/>
                  </a:lnTo>
                  <a:lnTo>
                    <a:pt x="8185432" y="666614"/>
                  </a:lnTo>
                  <a:lnTo>
                    <a:pt x="8218586" y="729617"/>
                  </a:lnTo>
                  <a:lnTo>
                    <a:pt x="8251141" y="796616"/>
                  </a:lnTo>
                  <a:lnTo>
                    <a:pt x="8283260" y="867639"/>
                  </a:lnTo>
                  <a:lnTo>
                    <a:pt x="8315074" y="942660"/>
                  </a:lnTo>
                  <a:lnTo>
                    <a:pt x="8346689" y="1021591"/>
                  </a:lnTo>
                  <a:lnTo>
                    <a:pt x="8378187" y="1104277"/>
                  </a:lnTo>
                  <a:lnTo>
                    <a:pt x="8409634" y="1190499"/>
                  </a:lnTo>
                  <a:lnTo>
                    <a:pt x="8441073" y="1279969"/>
                  </a:lnTo>
                  <a:lnTo>
                    <a:pt x="8472535" y="1372331"/>
                  </a:lnTo>
                  <a:lnTo>
                    <a:pt x="8504036" y="1467169"/>
                  </a:lnTo>
                  <a:lnTo>
                    <a:pt x="8535580" y="1564012"/>
                  </a:lnTo>
                  <a:lnTo>
                    <a:pt x="8567163" y="1662342"/>
                  </a:lnTo>
                  <a:lnTo>
                    <a:pt x="8598772" y="1761605"/>
                  </a:lnTo>
                  <a:lnTo>
                    <a:pt x="8630392" y="1861226"/>
                  </a:lnTo>
                  <a:lnTo>
                    <a:pt x="8662005" y="1960620"/>
                  </a:lnTo>
                  <a:lnTo>
                    <a:pt x="8693595" y="2059209"/>
                  </a:lnTo>
                  <a:lnTo>
                    <a:pt x="8725149" y="2156432"/>
                  </a:lnTo>
                  <a:lnTo>
                    <a:pt x="8756659" y="2251762"/>
                  </a:lnTo>
                  <a:lnTo>
                    <a:pt x="8788129" y="2344718"/>
                  </a:lnTo>
                  <a:lnTo>
                    <a:pt x="8819572" y="2434869"/>
                  </a:lnTo>
                  <a:lnTo>
                    <a:pt x="8851013" y="2521846"/>
                  </a:lnTo>
                  <a:lnTo>
                    <a:pt x="8882495" y="2605347"/>
                  </a:lnTo>
                  <a:lnTo>
                    <a:pt x="8914077" y="2685135"/>
                  </a:lnTo>
                  <a:lnTo>
                    <a:pt x="8945838" y="2761043"/>
                  </a:lnTo>
                  <a:lnTo>
                    <a:pt x="8977878" y="2832967"/>
                  </a:lnTo>
                  <a:lnTo>
                    <a:pt x="9010323" y="2900868"/>
                  </a:lnTo>
                  <a:lnTo>
                    <a:pt x="9043327" y="2964762"/>
                  </a:lnTo>
                  <a:lnTo>
                    <a:pt x="9077076" y="3024718"/>
                  </a:lnTo>
                  <a:lnTo>
                    <a:pt x="9084767" y="3037631"/>
                  </a:lnTo>
                  <a:lnTo>
                    <a:pt x="9130327" y="3108503"/>
                  </a:lnTo>
                  <a:lnTo>
                    <a:pt x="9178177" y="3172905"/>
                  </a:lnTo>
                  <a:lnTo>
                    <a:pt x="9228986" y="3231099"/>
                  </a:lnTo>
                  <a:lnTo>
                    <a:pt x="9283486" y="3283568"/>
                  </a:lnTo>
                  <a:lnTo>
                    <a:pt x="9342432" y="3330878"/>
                  </a:lnTo>
                  <a:lnTo>
                    <a:pt x="9406550" y="3373600"/>
                  </a:lnTo>
                  <a:lnTo>
                    <a:pt x="9476485" y="3412260"/>
                  </a:lnTo>
                  <a:lnTo>
                    <a:pt x="9552716" y="3447307"/>
                  </a:lnTo>
                  <a:lnTo>
                    <a:pt x="9635449" y="3479102"/>
                  </a:lnTo>
                  <a:lnTo>
                    <a:pt x="9724483" y="3507906"/>
                  </a:lnTo>
                  <a:lnTo>
                    <a:pt x="9819055" y="3533882"/>
                  </a:lnTo>
                  <a:lnTo>
                    <a:pt x="9917689" y="3557098"/>
                  </a:lnTo>
                  <a:lnTo>
                    <a:pt x="10018096" y="3577547"/>
                  </a:lnTo>
                  <a:lnTo>
                    <a:pt x="10117188" y="3595174"/>
                  </a:lnTo>
                  <a:lnTo>
                    <a:pt x="10211257" y="3609921"/>
                  </a:lnTo>
                  <a:lnTo>
                    <a:pt x="10296376" y="3621774"/>
                  </a:lnTo>
                  <a:lnTo>
                    <a:pt x="10368962" y="3630816"/>
                  </a:lnTo>
                  <a:lnTo>
                    <a:pt x="10426411" y="3637255"/>
                  </a:lnTo>
                  <a:lnTo>
                    <a:pt x="10467629" y="3641432"/>
                  </a:lnTo>
                  <a:lnTo>
                    <a:pt x="10493322" y="3643795"/>
                  </a:lnTo>
                  <a:lnTo>
                    <a:pt x="10505990" y="3644857"/>
                  </a:lnTo>
                  <a:lnTo>
                    <a:pt x="10509729" y="3645144"/>
                  </a:lnTo>
                  <a:lnTo>
                    <a:pt x="10509911" y="3645157"/>
                  </a:lnTo>
                  <a:lnTo>
                    <a:pt x="11981298" y="364515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71" name="pl1171"/>
            <p:cNvSpPr/>
            <p:nvPr/>
          </p:nvSpPr>
          <p:spPr>
            <a:xfrm>
              <a:off x="4799595" y="7366285"/>
              <a:ext cx="11981298" cy="3645157"/>
            </a:xfrm>
            <a:custGeom>
              <a:avLst/>
              <a:pathLst>
                <a:path w="11981298" h="3645157">
                  <a:moveTo>
                    <a:pt x="11981298" y="3645157"/>
                  </a:moveTo>
                  <a:lnTo>
                    <a:pt x="10509911" y="3645157"/>
                  </a:lnTo>
                  <a:lnTo>
                    <a:pt x="10508816" y="3645076"/>
                  </a:lnTo>
                  <a:lnTo>
                    <a:pt x="10501614" y="3644502"/>
                  </a:lnTo>
                  <a:lnTo>
                    <a:pt x="10483437" y="3642913"/>
                  </a:lnTo>
                  <a:lnTo>
                    <a:pt x="10450886" y="3639786"/>
                  </a:lnTo>
                  <a:lnTo>
                    <a:pt x="10402260" y="3634630"/>
                  </a:lnTo>
                  <a:lnTo>
                    <a:pt x="10337688" y="3627041"/>
                  </a:lnTo>
                  <a:lnTo>
                    <a:pt x="10259004" y="3616738"/>
                  </a:lnTo>
                  <a:lnTo>
                    <a:pt x="10169333" y="3603571"/>
                  </a:lnTo>
                  <a:lnTo>
                    <a:pt x="10072494" y="3587509"/>
                  </a:lnTo>
                  <a:lnTo>
                    <a:pt x="9972375" y="3568590"/>
                  </a:lnTo>
                  <a:lnTo>
                    <a:pt x="9872437" y="3546877"/>
                  </a:lnTo>
                  <a:lnTo>
                    <a:pt x="9775418" y="3522408"/>
                  </a:lnTo>
                  <a:lnTo>
                    <a:pt x="9683228" y="3495159"/>
                  </a:lnTo>
                  <a:lnTo>
                    <a:pt x="9597004" y="3465020"/>
                  </a:lnTo>
                  <a:lnTo>
                    <a:pt x="9517232" y="3431784"/>
                  </a:lnTo>
                  <a:lnTo>
                    <a:pt x="9443910" y="3395144"/>
                  </a:lnTo>
                  <a:lnTo>
                    <a:pt x="9376693" y="3354697"/>
                  </a:lnTo>
                  <a:lnTo>
                    <a:pt x="9315015" y="3309956"/>
                  </a:lnTo>
                  <a:lnTo>
                    <a:pt x="9258185" y="3260371"/>
                  </a:lnTo>
                  <a:lnTo>
                    <a:pt x="9205457" y="3205365"/>
                  </a:lnTo>
                  <a:lnTo>
                    <a:pt x="9156083" y="3144397"/>
                  </a:lnTo>
                  <a:lnTo>
                    <a:pt x="9109351" y="3077064"/>
                  </a:lnTo>
                  <a:lnTo>
                    <a:pt x="9084767" y="3037631"/>
                  </a:lnTo>
                  <a:lnTo>
                    <a:pt x="9050821" y="2978543"/>
                  </a:lnTo>
                  <a:lnTo>
                    <a:pt x="9017668" y="2915539"/>
                  </a:lnTo>
                  <a:lnTo>
                    <a:pt x="8985112" y="2848541"/>
                  </a:lnTo>
                  <a:lnTo>
                    <a:pt x="8952993" y="2777517"/>
                  </a:lnTo>
                  <a:lnTo>
                    <a:pt x="8921179" y="2702496"/>
                  </a:lnTo>
                  <a:lnTo>
                    <a:pt x="8889565" y="2623566"/>
                  </a:lnTo>
                  <a:lnTo>
                    <a:pt x="8858066" y="2540879"/>
                  </a:lnTo>
                  <a:lnTo>
                    <a:pt x="8826620" y="2454657"/>
                  </a:lnTo>
                  <a:lnTo>
                    <a:pt x="8795180" y="2365188"/>
                  </a:lnTo>
                  <a:lnTo>
                    <a:pt x="8763718" y="2272826"/>
                  </a:lnTo>
                  <a:lnTo>
                    <a:pt x="8732217" y="2177987"/>
                  </a:lnTo>
                  <a:lnTo>
                    <a:pt x="8700673" y="2081144"/>
                  </a:lnTo>
                  <a:lnTo>
                    <a:pt x="8669090" y="1982814"/>
                  </a:lnTo>
                  <a:lnTo>
                    <a:pt x="8637481" y="1883551"/>
                  </a:lnTo>
                  <a:lnTo>
                    <a:pt x="8605861" y="1783930"/>
                  </a:lnTo>
                  <a:lnTo>
                    <a:pt x="8574248" y="1684536"/>
                  </a:lnTo>
                  <a:lnTo>
                    <a:pt x="8542658" y="1585948"/>
                  </a:lnTo>
                  <a:lnTo>
                    <a:pt x="8511105" y="1488725"/>
                  </a:lnTo>
                  <a:lnTo>
                    <a:pt x="8479594" y="1393394"/>
                  </a:lnTo>
                  <a:lnTo>
                    <a:pt x="8448124" y="1300438"/>
                  </a:lnTo>
                  <a:lnTo>
                    <a:pt x="8416682" y="1210287"/>
                  </a:lnTo>
                  <a:lnTo>
                    <a:pt x="8385240" y="1123310"/>
                  </a:lnTo>
                  <a:lnTo>
                    <a:pt x="8353758" y="1039809"/>
                  </a:lnTo>
                  <a:lnTo>
                    <a:pt x="8322176" y="960021"/>
                  </a:lnTo>
                  <a:lnTo>
                    <a:pt x="8290415" y="884113"/>
                  </a:lnTo>
                  <a:lnTo>
                    <a:pt x="8258375" y="812189"/>
                  </a:lnTo>
                  <a:lnTo>
                    <a:pt x="8225930" y="744289"/>
                  </a:lnTo>
                  <a:lnTo>
                    <a:pt x="8192927" y="680395"/>
                  </a:lnTo>
                  <a:lnTo>
                    <a:pt x="8159177" y="620438"/>
                  </a:lnTo>
                  <a:lnTo>
                    <a:pt x="8151487" y="607526"/>
                  </a:lnTo>
                  <a:lnTo>
                    <a:pt x="8105926" y="536653"/>
                  </a:lnTo>
                  <a:lnTo>
                    <a:pt x="8058076" y="472251"/>
                  </a:lnTo>
                  <a:lnTo>
                    <a:pt x="8007267" y="414057"/>
                  </a:lnTo>
                  <a:lnTo>
                    <a:pt x="7952767" y="361589"/>
                  </a:lnTo>
                  <a:lnTo>
                    <a:pt x="7893822" y="314278"/>
                  </a:lnTo>
                  <a:lnTo>
                    <a:pt x="7829703" y="271556"/>
                  </a:lnTo>
                  <a:lnTo>
                    <a:pt x="7759768" y="232896"/>
                  </a:lnTo>
                  <a:lnTo>
                    <a:pt x="7683537" y="197849"/>
                  </a:lnTo>
                  <a:lnTo>
                    <a:pt x="7600804" y="166054"/>
                  </a:lnTo>
                  <a:lnTo>
                    <a:pt x="7511770" y="137250"/>
                  </a:lnTo>
                  <a:lnTo>
                    <a:pt x="7417198" y="111274"/>
                  </a:lnTo>
                  <a:lnTo>
                    <a:pt x="7318564" y="88058"/>
                  </a:lnTo>
                  <a:lnTo>
                    <a:pt x="7218157" y="67609"/>
                  </a:lnTo>
                  <a:lnTo>
                    <a:pt x="7119066" y="49982"/>
                  </a:lnTo>
                  <a:lnTo>
                    <a:pt x="7024996" y="35235"/>
                  </a:lnTo>
                  <a:lnTo>
                    <a:pt x="6939877" y="23382"/>
                  </a:lnTo>
                  <a:lnTo>
                    <a:pt x="6867291" y="14340"/>
                  </a:lnTo>
                  <a:lnTo>
                    <a:pt x="6809843" y="7901"/>
                  </a:lnTo>
                  <a:lnTo>
                    <a:pt x="6768624" y="3724"/>
                  </a:lnTo>
                  <a:lnTo>
                    <a:pt x="6742932" y="1361"/>
                  </a:lnTo>
                  <a:lnTo>
                    <a:pt x="6730263" y="299"/>
                  </a:lnTo>
                  <a:lnTo>
                    <a:pt x="6726524" y="12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731" y="25"/>
                  </a:lnTo>
                  <a:lnTo>
                    <a:pt x="5245695" y="211"/>
                  </a:lnTo>
                  <a:lnTo>
                    <a:pt x="5225484" y="722"/>
                  </a:lnTo>
                  <a:lnTo>
                    <a:pt x="5189462" y="1729"/>
                  </a:lnTo>
                  <a:lnTo>
                    <a:pt x="5136001" y="3385"/>
                  </a:lnTo>
                  <a:lnTo>
                    <a:pt x="5065595" y="5815"/>
                  </a:lnTo>
                  <a:lnTo>
                    <a:pt x="4980651" y="9099"/>
                  </a:lnTo>
                  <a:lnTo>
                    <a:pt x="4884930" y="13275"/>
                  </a:lnTo>
                  <a:lnTo>
                    <a:pt x="4782794" y="18346"/>
                  </a:lnTo>
                  <a:lnTo>
                    <a:pt x="4678492" y="24295"/>
                  </a:lnTo>
                  <a:lnTo>
                    <a:pt x="4575628" y="31103"/>
                  </a:lnTo>
                  <a:lnTo>
                    <a:pt x="4476895" y="38765"/>
                  </a:lnTo>
                  <a:lnTo>
                    <a:pt x="4384034" y="47300"/>
                  </a:lnTo>
                  <a:lnTo>
                    <a:pt x="4297949" y="56759"/>
                  </a:lnTo>
                  <a:lnTo>
                    <a:pt x="4218876" y="67225"/>
                  </a:lnTo>
                  <a:lnTo>
                    <a:pt x="4146581" y="78814"/>
                  </a:lnTo>
                  <a:lnTo>
                    <a:pt x="4080513" y="91673"/>
                  </a:lnTo>
                  <a:lnTo>
                    <a:pt x="4019941" y="105973"/>
                  </a:lnTo>
                  <a:lnTo>
                    <a:pt x="3964041" y="121898"/>
                  </a:lnTo>
                  <a:lnTo>
                    <a:pt x="3911970" y="139626"/>
                  </a:lnTo>
                  <a:lnTo>
                    <a:pt x="3862918" y="159304"/>
                  </a:lnTo>
                  <a:lnTo>
                    <a:pt x="3829811" y="174357"/>
                  </a:lnTo>
                  <a:lnTo>
                    <a:pt x="3779376" y="200119"/>
                  </a:lnTo>
                  <a:lnTo>
                    <a:pt x="3730495" y="228417"/>
                  </a:lnTo>
                  <a:lnTo>
                    <a:pt x="3682600" y="259293"/>
                  </a:lnTo>
                  <a:lnTo>
                    <a:pt x="3635270" y="292706"/>
                  </a:lnTo>
                  <a:lnTo>
                    <a:pt x="3588208" y="328525"/>
                  </a:lnTo>
                  <a:lnTo>
                    <a:pt x="3541213" y="366524"/>
                  </a:lnTo>
                  <a:lnTo>
                    <a:pt x="3494173" y="406383"/>
                  </a:lnTo>
                  <a:lnTo>
                    <a:pt x="3447040" y="447689"/>
                  </a:lnTo>
                  <a:lnTo>
                    <a:pt x="3399823" y="489962"/>
                  </a:lnTo>
                  <a:lnTo>
                    <a:pt x="3352562" y="532665"/>
                  </a:lnTo>
                  <a:lnTo>
                    <a:pt x="3305314" y="575244"/>
                  </a:lnTo>
                  <a:lnTo>
                    <a:pt x="3258132" y="617146"/>
                  </a:lnTo>
                  <a:lnTo>
                    <a:pt x="3211042" y="657858"/>
                  </a:lnTo>
                  <a:lnTo>
                    <a:pt x="3164032" y="696928"/>
                  </a:lnTo>
                  <a:lnTo>
                    <a:pt x="3117026" y="733983"/>
                  </a:lnTo>
                  <a:lnTo>
                    <a:pt x="3069874" y="768744"/>
                  </a:lnTo>
                  <a:lnTo>
                    <a:pt x="3022334" y="801028"/>
                  </a:lnTo>
                  <a:lnTo>
                    <a:pt x="2974056" y="830747"/>
                  </a:lnTo>
                  <a:lnTo>
                    <a:pt x="2924557" y="857898"/>
                  </a:lnTo>
                  <a:lnTo>
                    <a:pt x="2896531" y="871786"/>
                  </a:lnTo>
                  <a:lnTo>
                    <a:pt x="2849162" y="892877"/>
                  </a:lnTo>
                  <a:lnTo>
                    <a:pt x="2799296" y="911966"/>
                  </a:lnTo>
                  <a:lnTo>
                    <a:pt x="2746178" y="929143"/>
                  </a:lnTo>
                  <a:lnTo>
                    <a:pt x="2688982" y="944567"/>
                  </a:lnTo>
                  <a:lnTo>
                    <a:pt x="2626865" y="958421"/>
                  </a:lnTo>
                  <a:lnTo>
                    <a:pt x="2559023" y="970887"/>
                  </a:lnTo>
                  <a:lnTo>
                    <a:pt x="2484766" y="982130"/>
                  </a:lnTo>
                  <a:lnTo>
                    <a:pt x="2403622" y="992287"/>
                  </a:lnTo>
                  <a:lnTo>
                    <a:pt x="2315479" y="1001465"/>
                  </a:lnTo>
                  <a:lnTo>
                    <a:pt x="2220750" y="1009737"/>
                  </a:lnTo>
                  <a:lnTo>
                    <a:pt x="2120570" y="1017145"/>
                  </a:lnTo>
                  <a:lnTo>
                    <a:pt x="2016955" y="1023700"/>
                  </a:lnTo>
                  <a:lnTo>
                    <a:pt x="1912883" y="1029391"/>
                  </a:lnTo>
                  <a:lnTo>
                    <a:pt x="1812187" y="1034199"/>
                  </a:lnTo>
                  <a:lnTo>
                    <a:pt x="1719216" y="1038109"/>
                  </a:lnTo>
                  <a:lnTo>
                    <a:pt x="1638234" y="1041134"/>
                  </a:lnTo>
                  <a:lnTo>
                    <a:pt x="1572675" y="1043324"/>
                  </a:lnTo>
                  <a:lnTo>
                    <a:pt x="1524423" y="1044773"/>
                  </a:lnTo>
                  <a:lnTo>
                    <a:pt x="1493350" y="1045616"/>
                  </a:lnTo>
                  <a:lnTo>
                    <a:pt x="1477208" y="1046013"/>
                  </a:lnTo>
                  <a:lnTo>
                    <a:pt x="1471821" y="1046134"/>
                  </a:lnTo>
                  <a:lnTo>
                    <a:pt x="1471387" y="1046143"/>
                  </a:lnTo>
                  <a:lnTo>
                    <a:pt x="0" y="104614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72" name="pg1172"/>
            <p:cNvSpPr/>
            <p:nvPr/>
          </p:nvSpPr>
          <p:spPr>
            <a:xfrm>
              <a:off x="4799595" y="3263440"/>
              <a:ext cx="11981298" cy="5353313"/>
            </a:xfrm>
            <a:custGeom>
              <a:avLst/>
              <a:pathLst>
                <a:path w="11981298" h="5353313">
                  <a:moveTo>
                    <a:pt x="0" y="5247064"/>
                  </a:moveTo>
                  <a:lnTo>
                    <a:pt x="1471387" y="5247064"/>
                  </a:lnTo>
                  <a:lnTo>
                    <a:pt x="1472625" y="5247067"/>
                  </a:lnTo>
                  <a:lnTo>
                    <a:pt x="1480746" y="5247086"/>
                  </a:lnTo>
                  <a:lnTo>
                    <a:pt x="1501165" y="5247139"/>
                  </a:lnTo>
                  <a:lnTo>
                    <a:pt x="1537539" y="5247242"/>
                  </a:lnTo>
                  <a:lnTo>
                    <a:pt x="1591489" y="5247412"/>
                  </a:lnTo>
                  <a:lnTo>
                    <a:pt x="1662479" y="5247661"/>
                  </a:lnTo>
                  <a:lnTo>
                    <a:pt x="1748041" y="5247998"/>
                  </a:lnTo>
                  <a:lnTo>
                    <a:pt x="1844351" y="5248427"/>
                  </a:lnTo>
                  <a:lnTo>
                    <a:pt x="1946992" y="5248946"/>
                  </a:lnTo>
                  <a:lnTo>
                    <a:pt x="2051683" y="5249556"/>
                  </a:lnTo>
                  <a:lnTo>
                    <a:pt x="2154809" y="5250253"/>
                  </a:lnTo>
                  <a:lnTo>
                    <a:pt x="2253684" y="5251038"/>
                  </a:lnTo>
                  <a:lnTo>
                    <a:pt x="2346587" y="5251912"/>
                  </a:lnTo>
                  <a:lnTo>
                    <a:pt x="2432641" y="5252881"/>
                  </a:lnTo>
                  <a:lnTo>
                    <a:pt x="2511632" y="5253954"/>
                  </a:lnTo>
                  <a:lnTo>
                    <a:pt x="2583820" y="5255142"/>
                  </a:lnTo>
                  <a:lnTo>
                    <a:pt x="2649774" y="5256461"/>
                  </a:lnTo>
                  <a:lnTo>
                    <a:pt x="2710241" y="5257929"/>
                  </a:lnTo>
                  <a:lnTo>
                    <a:pt x="2766059" y="5259565"/>
                  </a:lnTo>
                  <a:lnTo>
                    <a:pt x="2818078" y="5261386"/>
                  </a:lnTo>
                  <a:lnTo>
                    <a:pt x="2867113" y="5263407"/>
                  </a:lnTo>
                  <a:lnTo>
                    <a:pt x="2896531" y="5264773"/>
                  </a:lnTo>
                  <a:lnTo>
                    <a:pt x="2952689" y="5267708"/>
                  </a:lnTo>
                  <a:lnTo>
                    <a:pt x="3007001" y="5270965"/>
                  </a:lnTo>
                  <a:lnTo>
                    <a:pt x="3060218" y="5274548"/>
                  </a:lnTo>
                  <a:lnTo>
                    <a:pt x="3112872" y="5278447"/>
                  </a:lnTo>
                  <a:lnTo>
                    <a:pt x="3165321" y="5282638"/>
                  </a:lnTo>
                  <a:lnTo>
                    <a:pt x="3217777" y="5287082"/>
                  </a:lnTo>
                  <a:lnTo>
                    <a:pt x="3270336" y="5291726"/>
                  </a:lnTo>
                  <a:lnTo>
                    <a:pt x="3323005" y="5296505"/>
                  </a:lnTo>
                  <a:lnTo>
                    <a:pt x="3375733" y="5301343"/>
                  </a:lnTo>
                  <a:lnTo>
                    <a:pt x="3428443" y="5306162"/>
                  </a:lnTo>
                  <a:lnTo>
                    <a:pt x="3481063" y="5310885"/>
                  </a:lnTo>
                  <a:lnTo>
                    <a:pt x="3533567" y="5315442"/>
                  </a:lnTo>
                  <a:lnTo>
                    <a:pt x="3586001" y="5319771"/>
                  </a:lnTo>
                  <a:lnTo>
                    <a:pt x="3638513" y="5323827"/>
                  </a:lnTo>
                  <a:lnTo>
                    <a:pt x="3691381" y="5327577"/>
                  </a:lnTo>
                  <a:lnTo>
                    <a:pt x="3745041" y="5331005"/>
                  </a:lnTo>
                  <a:lnTo>
                    <a:pt x="3800124" y="5334108"/>
                  </a:lnTo>
                  <a:lnTo>
                    <a:pt x="3829811" y="5335605"/>
                  </a:lnTo>
                  <a:lnTo>
                    <a:pt x="3877358" y="5337755"/>
                  </a:lnTo>
                  <a:lnTo>
                    <a:pt x="3927424" y="5339700"/>
                  </a:lnTo>
                  <a:lnTo>
                    <a:pt x="3980772" y="5341449"/>
                  </a:lnTo>
                  <a:lnTo>
                    <a:pt x="4038237" y="5343019"/>
                  </a:lnTo>
                  <a:lnTo>
                    <a:pt x="4100672" y="5344429"/>
                  </a:lnTo>
                  <a:lnTo>
                    <a:pt x="4168888" y="5345697"/>
                  </a:lnTo>
                  <a:lnTo>
                    <a:pt x="4243580" y="5346840"/>
                  </a:lnTo>
                  <a:lnTo>
                    <a:pt x="4325217" y="5347872"/>
                  </a:lnTo>
                  <a:lnTo>
                    <a:pt x="4413901" y="5348805"/>
                  </a:lnTo>
                  <a:lnTo>
                    <a:pt x="4509194" y="5349645"/>
                  </a:lnTo>
                  <a:lnTo>
                    <a:pt x="4609920" y="5350397"/>
                  </a:lnTo>
                  <a:lnTo>
                    <a:pt x="4714001" y="5351061"/>
                  </a:lnTo>
                  <a:lnTo>
                    <a:pt x="4818390" y="5351637"/>
                  </a:lnTo>
                  <a:lnTo>
                    <a:pt x="4919175" y="5352123"/>
                  </a:lnTo>
                  <a:lnTo>
                    <a:pt x="5011949" y="5352517"/>
                  </a:lnTo>
                  <a:lnTo>
                    <a:pt x="5092425" y="5352820"/>
                  </a:lnTo>
                  <a:lnTo>
                    <a:pt x="5157205" y="5353038"/>
                  </a:lnTo>
                  <a:lnTo>
                    <a:pt x="5204497" y="5353182"/>
                  </a:lnTo>
                  <a:lnTo>
                    <a:pt x="5234569" y="5353264"/>
                  </a:lnTo>
                  <a:lnTo>
                    <a:pt x="5249835" y="5353302"/>
                  </a:lnTo>
                  <a:lnTo>
                    <a:pt x="5254648" y="5353313"/>
                  </a:lnTo>
                  <a:lnTo>
                    <a:pt x="5254955" y="5353313"/>
                  </a:lnTo>
                  <a:lnTo>
                    <a:pt x="6726343" y="5353313"/>
                  </a:lnTo>
                  <a:lnTo>
                    <a:pt x="6727201" y="5353221"/>
                  </a:lnTo>
                  <a:lnTo>
                    <a:pt x="6732878" y="5352565"/>
                  </a:lnTo>
                  <a:lnTo>
                    <a:pt x="6747301" y="5350752"/>
                  </a:lnTo>
                  <a:lnTo>
                    <a:pt x="6773371" y="5347179"/>
                  </a:lnTo>
                  <a:lnTo>
                    <a:pt x="6812803" y="5341265"/>
                  </a:lnTo>
                  <a:lnTo>
                    <a:pt x="6866005" y="5332507"/>
                  </a:lnTo>
                  <a:lnTo>
                    <a:pt x="6932092" y="5320517"/>
                  </a:lnTo>
                  <a:lnTo>
                    <a:pt x="7009082" y="5305047"/>
                  </a:lnTo>
                  <a:lnTo>
                    <a:pt x="7094245" y="5285986"/>
                  </a:lnTo>
                  <a:lnTo>
                    <a:pt x="7184522" y="5263329"/>
                  </a:lnTo>
                  <a:lnTo>
                    <a:pt x="7276919" y="5237137"/>
                  </a:lnTo>
                  <a:lnTo>
                    <a:pt x="7368816" y="5207480"/>
                  </a:lnTo>
                  <a:lnTo>
                    <a:pt x="7458129" y="5174398"/>
                  </a:lnTo>
                  <a:lnTo>
                    <a:pt x="7543375" y="5137862"/>
                  </a:lnTo>
                  <a:lnTo>
                    <a:pt x="7623631" y="5097754"/>
                  </a:lnTo>
                  <a:lnTo>
                    <a:pt x="7698450" y="5053854"/>
                  </a:lnTo>
                  <a:lnTo>
                    <a:pt x="7767762" y="5005836"/>
                  </a:lnTo>
                  <a:lnTo>
                    <a:pt x="7831767" y="4953270"/>
                  </a:lnTo>
                  <a:lnTo>
                    <a:pt x="7890853" y="4895635"/>
                  </a:lnTo>
                  <a:lnTo>
                    <a:pt x="7945523" y="4832329"/>
                  </a:lnTo>
                  <a:lnTo>
                    <a:pt x="7996341" y="4762699"/>
                  </a:lnTo>
                  <a:lnTo>
                    <a:pt x="8043899" y="4686090"/>
                  </a:lnTo>
                  <a:lnTo>
                    <a:pt x="8088774" y="4601912"/>
                  </a:lnTo>
                  <a:lnTo>
                    <a:pt x="8131510" y="4509756"/>
                  </a:lnTo>
                  <a:lnTo>
                    <a:pt x="8151487" y="4462457"/>
                  </a:lnTo>
                  <a:lnTo>
                    <a:pt x="8180082" y="4390000"/>
                  </a:lnTo>
                  <a:lnTo>
                    <a:pt x="8208093" y="4313502"/>
                  </a:lnTo>
                  <a:lnTo>
                    <a:pt x="8235641" y="4232884"/>
                  </a:lnTo>
                  <a:lnTo>
                    <a:pt x="8262830" y="4148101"/>
                  </a:lnTo>
                  <a:lnTo>
                    <a:pt x="8289747" y="4059150"/>
                  </a:lnTo>
                  <a:lnTo>
                    <a:pt x="8316465" y="3966067"/>
                  </a:lnTo>
                  <a:lnTo>
                    <a:pt x="8343045" y="3868937"/>
                  </a:lnTo>
                  <a:lnTo>
                    <a:pt x="8369538" y="3767892"/>
                  </a:lnTo>
                  <a:lnTo>
                    <a:pt x="8395983" y="3663111"/>
                  </a:lnTo>
                  <a:lnTo>
                    <a:pt x="8422411" y="3554825"/>
                  </a:lnTo>
                  <a:lnTo>
                    <a:pt x="8448844" y="3443314"/>
                  </a:lnTo>
                  <a:lnTo>
                    <a:pt x="8475298" y="3328904"/>
                  </a:lnTo>
                  <a:lnTo>
                    <a:pt x="8501779" y="3211968"/>
                  </a:lnTo>
                  <a:lnTo>
                    <a:pt x="8528291" y="3092916"/>
                  </a:lnTo>
                  <a:lnTo>
                    <a:pt x="8554832" y="2972195"/>
                  </a:lnTo>
                  <a:lnTo>
                    <a:pt x="8581395" y="2850279"/>
                  </a:lnTo>
                  <a:lnTo>
                    <a:pt x="8607972" y="2727662"/>
                  </a:lnTo>
                  <a:lnTo>
                    <a:pt x="8634554" y="2604850"/>
                  </a:lnTo>
                  <a:lnTo>
                    <a:pt x="8661129" y="2482352"/>
                  </a:lnTo>
                  <a:lnTo>
                    <a:pt x="8687688" y="2360674"/>
                  </a:lnTo>
                  <a:lnTo>
                    <a:pt x="8714222" y="2240305"/>
                  </a:lnTo>
                  <a:lnTo>
                    <a:pt x="8740727" y="2121714"/>
                  </a:lnTo>
                  <a:lnTo>
                    <a:pt x="8767201" y="2005338"/>
                  </a:lnTo>
                  <a:lnTo>
                    <a:pt x="8793649" y="1891581"/>
                  </a:lnTo>
                  <a:lnTo>
                    <a:pt x="8820079" y="1780803"/>
                  </a:lnTo>
                  <a:lnTo>
                    <a:pt x="8846509" y="1673321"/>
                  </a:lnTo>
                  <a:lnTo>
                    <a:pt x="8872962" y="1569403"/>
                  </a:lnTo>
                  <a:lnTo>
                    <a:pt x="8899472" y="1469267"/>
                  </a:lnTo>
                  <a:lnTo>
                    <a:pt x="8926080" y="1373082"/>
                  </a:lnTo>
                  <a:lnTo>
                    <a:pt x="8952839" y="1280969"/>
                  </a:lnTo>
                  <a:lnTo>
                    <a:pt x="8979812" y="1192999"/>
                  </a:lnTo>
                  <a:lnTo>
                    <a:pt x="9007078" y="1109201"/>
                  </a:lnTo>
                  <a:lnTo>
                    <a:pt x="9034725" y="1029561"/>
                  </a:lnTo>
                  <a:lnTo>
                    <a:pt x="9062863" y="954025"/>
                  </a:lnTo>
                  <a:lnTo>
                    <a:pt x="9084767" y="899029"/>
                  </a:lnTo>
                  <a:lnTo>
                    <a:pt x="9126647" y="802978"/>
                  </a:lnTo>
                  <a:lnTo>
                    <a:pt x="9170427" y="714989"/>
                  </a:lnTo>
                  <a:lnTo>
                    <a:pt x="9216621" y="634798"/>
                  </a:lnTo>
                  <a:lnTo>
                    <a:pt x="9265794" y="561885"/>
                  </a:lnTo>
                  <a:lnTo>
                    <a:pt x="9318535" y="495614"/>
                  </a:lnTo>
                  <a:lnTo>
                    <a:pt x="9375425" y="435324"/>
                  </a:lnTo>
                  <a:lnTo>
                    <a:pt x="9437002" y="380386"/>
                  </a:lnTo>
                  <a:lnTo>
                    <a:pt x="9503718" y="330236"/>
                  </a:lnTo>
                  <a:lnTo>
                    <a:pt x="9575873" y="284398"/>
                  </a:lnTo>
                  <a:lnTo>
                    <a:pt x="9653538" y="242497"/>
                  </a:lnTo>
                  <a:lnTo>
                    <a:pt x="9736463" y="204260"/>
                  </a:lnTo>
                  <a:lnTo>
                    <a:pt x="9823965" y="169522"/>
                  </a:lnTo>
                  <a:lnTo>
                    <a:pt x="9914840" y="138213"/>
                  </a:lnTo>
                  <a:lnTo>
                    <a:pt x="10007293" y="110343"/>
                  </a:lnTo>
                  <a:lnTo>
                    <a:pt x="10098948" y="85973"/>
                  </a:lnTo>
                  <a:lnTo>
                    <a:pt x="10186961" y="65175"/>
                  </a:lnTo>
                  <a:lnTo>
                    <a:pt x="10268262" y="47981"/>
                  </a:lnTo>
                  <a:lnTo>
                    <a:pt x="10339906" y="34336"/>
                  </a:lnTo>
                  <a:lnTo>
                    <a:pt x="10399503" y="24060"/>
                  </a:lnTo>
                  <a:lnTo>
                    <a:pt x="10445602" y="16832"/>
                  </a:lnTo>
                  <a:lnTo>
                    <a:pt x="10477977" y="12199"/>
                  </a:lnTo>
                  <a:lnTo>
                    <a:pt x="10497721" y="9613"/>
                  </a:lnTo>
                  <a:lnTo>
                    <a:pt x="10507183" y="8475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9052" y="92"/>
                  </a:lnTo>
                  <a:lnTo>
                    <a:pt x="10503376" y="748"/>
                  </a:lnTo>
                  <a:lnTo>
                    <a:pt x="10488952" y="2561"/>
                  </a:lnTo>
                  <a:lnTo>
                    <a:pt x="10462882" y="6134"/>
                  </a:lnTo>
                  <a:lnTo>
                    <a:pt x="10423450" y="12048"/>
                  </a:lnTo>
                  <a:lnTo>
                    <a:pt x="10370248" y="20806"/>
                  </a:lnTo>
                  <a:lnTo>
                    <a:pt x="10304161" y="32796"/>
                  </a:lnTo>
                  <a:lnTo>
                    <a:pt x="10227171" y="48266"/>
                  </a:lnTo>
                  <a:lnTo>
                    <a:pt x="10142008" y="67327"/>
                  </a:lnTo>
                  <a:lnTo>
                    <a:pt x="10051732" y="89984"/>
                  </a:lnTo>
                  <a:lnTo>
                    <a:pt x="9959334" y="116176"/>
                  </a:lnTo>
                  <a:lnTo>
                    <a:pt x="9867438" y="145833"/>
                  </a:lnTo>
                  <a:lnTo>
                    <a:pt x="9778124" y="178915"/>
                  </a:lnTo>
                  <a:lnTo>
                    <a:pt x="9692878" y="215451"/>
                  </a:lnTo>
                  <a:lnTo>
                    <a:pt x="9612622" y="255559"/>
                  </a:lnTo>
                  <a:lnTo>
                    <a:pt x="9537803" y="299459"/>
                  </a:lnTo>
                  <a:lnTo>
                    <a:pt x="9468491" y="347477"/>
                  </a:lnTo>
                  <a:lnTo>
                    <a:pt x="9404486" y="400042"/>
                  </a:lnTo>
                  <a:lnTo>
                    <a:pt x="9345400" y="457678"/>
                  </a:lnTo>
                  <a:lnTo>
                    <a:pt x="9290731" y="520984"/>
                  </a:lnTo>
                  <a:lnTo>
                    <a:pt x="9239912" y="590614"/>
                  </a:lnTo>
                  <a:lnTo>
                    <a:pt x="9192355" y="667223"/>
                  </a:lnTo>
                  <a:lnTo>
                    <a:pt x="9147480" y="751401"/>
                  </a:lnTo>
                  <a:lnTo>
                    <a:pt x="9104743" y="843557"/>
                  </a:lnTo>
                  <a:lnTo>
                    <a:pt x="9084767" y="890856"/>
                  </a:lnTo>
                  <a:lnTo>
                    <a:pt x="9056172" y="963313"/>
                  </a:lnTo>
                  <a:lnTo>
                    <a:pt x="9028160" y="1039811"/>
                  </a:lnTo>
                  <a:lnTo>
                    <a:pt x="9000612" y="1120429"/>
                  </a:lnTo>
                  <a:lnTo>
                    <a:pt x="8973423" y="1205212"/>
                  </a:lnTo>
                  <a:lnTo>
                    <a:pt x="8946507" y="1294163"/>
                  </a:lnTo>
                  <a:lnTo>
                    <a:pt x="8919789" y="1387246"/>
                  </a:lnTo>
                  <a:lnTo>
                    <a:pt x="8893208" y="1484375"/>
                  </a:lnTo>
                  <a:lnTo>
                    <a:pt x="8866715" y="1585421"/>
                  </a:lnTo>
                  <a:lnTo>
                    <a:pt x="8840270" y="1690202"/>
                  </a:lnTo>
                  <a:lnTo>
                    <a:pt x="8813842" y="1798488"/>
                  </a:lnTo>
                  <a:lnTo>
                    <a:pt x="8787409" y="1909999"/>
                  </a:lnTo>
                  <a:lnTo>
                    <a:pt x="8760956" y="2024409"/>
                  </a:lnTo>
                  <a:lnTo>
                    <a:pt x="8734474" y="2141345"/>
                  </a:lnTo>
                  <a:lnTo>
                    <a:pt x="8707962" y="2260397"/>
                  </a:lnTo>
                  <a:lnTo>
                    <a:pt x="8681421" y="2381118"/>
                  </a:lnTo>
                  <a:lnTo>
                    <a:pt x="8654858" y="2503034"/>
                  </a:lnTo>
                  <a:lnTo>
                    <a:pt x="8628281" y="2625651"/>
                  </a:lnTo>
                  <a:lnTo>
                    <a:pt x="8601699" y="2748463"/>
                  </a:lnTo>
                  <a:lnTo>
                    <a:pt x="8575124" y="2870961"/>
                  </a:lnTo>
                  <a:lnTo>
                    <a:pt x="8548566" y="2992639"/>
                  </a:lnTo>
                  <a:lnTo>
                    <a:pt x="8522031" y="3113008"/>
                  </a:lnTo>
                  <a:lnTo>
                    <a:pt x="8495526" y="3231599"/>
                  </a:lnTo>
                  <a:lnTo>
                    <a:pt x="8469052" y="3347975"/>
                  </a:lnTo>
                  <a:lnTo>
                    <a:pt x="8442605" y="3461732"/>
                  </a:lnTo>
                  <a:lnTo>
                    <a:pt x="8416174" y="3572510"/>
                  </a:lnTo>
                  <a:lnTo>
                    <a:pt x="8389744" y="3679992"/>
                  </a:lnTo>
                  <a:lnTo>
                    <a:pt x="8363291" y="3783910"/>
                  </a:lnTo>
                  <a:lnTo>
                    <a:pt x="8336781" y="3884046"/>
                  </a:lnTo>
                  <a:lnTo>
                    <a:pt x="8310174" y="3980231"/>
                  </a:lnTo>
                  <a:lnTo>
                    <a:pt x="8283415" y="4072344"/>
                  </a:lnTo>
                  <a:lnTo>
                    <a:pt x="8256441" y="4160314"/>
                  </a:lnTo>
                  <a:lnTo>
                    <a:pt x="8229176" y="4244112"/>
                  </a:lnTo>
                  <a:lnTo>
                    <a:pt x="8201528" y="4323752"/>
                  </a:lnTo>
                  <a:lnTo>
                    <a:pt x="8173391" y="4399288"/>
                  </a:lnTo>
                  <a:lnTo>
                    <a:pt x="8151487" y="4454284"/>
                  </a:lnTo>
                  <a:lnTo>
                    <a:pt x="8109606" y="4550335"/>
                  </a:lnTo>
                  <a:lnTo>
                    <a:pt x="8065826" y="4638324"/>
                  </a:lnTo>
                  <a:lnTo>
                    <a:pt x="8019632" y="4718515"/>
                  </a:lnTo>
                  <a:lnTo>
                    <a:pt x="7970459" y="4791428"/>
                  </a:lnTo>
                  <a:lnTo>
                    <a:pt x="7917718" y="4857699"/>
                  </a:lnTo>
                  <a:lnTo>
                    <a:pt x="7860829" y="4917989"/>
                  </a:lnTo>
                  <a:lnTo>
                    <a:pt x="7799251" y="4972927"/>
                  </a:lnTo>
                  <a:lnTo>
                    <a:pt x="7732535" y="5023077"/>
                  </a:lnTo>
                  <a:lnTo>
                    <a:pt x="7660381" y="5068915"/>
                  </a:lnTo>
                  <a:lnTo>
                    <a:pt x="7582715" y="5110816"/>
                  </a:lnTo>
                  <a:lnTo>
                    <a:pt x="7499790" y="5149053"/>
                  </a:lnTo>
                  <a:lnTo>
                    <a:pt x="7412288" y="5183791"/>
                  </a:lnTo>
                  <a:lnTo>
                    <a:pt x="7321413" y="5215100"/>
                  </a:lnTo>
                  <a:lnTo>
                    <a:pt x="7228961" y="5242970"/>
                  </a:lnTo>
                  <a:lnTo>
                    <a:pt x="7137306" y="5267340"/>
                  </a:lnTo>
                  <a:lnTo>
                    <a:pt x="7049292" y="5288138"/>
                  </a:lnTo>
                  <a:lnTo>
                    <a:pt x="6967992" y="5305332"/>
                  </a:lnTo>
                  <a:lnTo>
                    <a:pt x="6896347" y="5318977"/>
                  </a:lnTo>
                  <a:lnTo>
                    <a:pt x="6836750" y="5329253"/>
                  </a:lnTo>
                  <a:lnTo>
                    <a:pt x="6790651" y="5336481"/>
                  </a:lnTo>
                  <a:lnTo>
                    <a:pt x="6758276" y="5341114"/>
                  </a:lnTo>
                  <a:lnTo>
                    <a:pt x="6738533" y="5343700"/>
                  </a:lnTo>
                  <a:lnTo>
                    <a:pt x="6729071" y="5344838"/>
                  </a:lnTo>
                  <a:lnTo>
                    <a:pt x="6726343" y="5345140"/>
                  </a:lnTo>
                  <a:lnTo>
                    <a:pt x="5254955" y="5345140"/>
                  </a:lnTo>
                  <a:lnTo>
                    <a:pt x="5253717" y="5345138"/>
                  </a:lnTo>
                  <a:lnTo>
                    <a:pt x="5245596" y="5345119"/>
                  </a:lnTo>
                  <a:lnTo>
                    <a:pt x="5225177" y="5345066"/>
                  </a:lnTo>
                  <a:lnTo>
                    <a:pt x="5188803" y="5344963"/>
                  </a:lnTo>
                  <a:lnTo>
                    <a:pt x="5134853" y="5344793"/>
                  </a:lnTo>
                  <a:lnTo>
                    <a:pt x="5063863" y="5344543"/>
                  </a:lnTo>
                  <a:lnTo>
                    <a:pt x="4978301" y="5344206"/>
                  </a:lnTo>
                  <a:lnTo>
                    <a:pt x="4881991" y="5343778"/>
                  </a:lnTo>
                  <a:lnTo>
                    <a:pt x="4779350" y="5343258"/>
                  </a:lnTo>
                  <a:lnTo>
                    <a:pt x="4674659" y="5342649"/>
                  </a:lnTo>
                  <a:lnTo>
                    <a:pt x="4571533" y="5341952"/>
                  </a:lnTo>
                  <a:lnTo>
                    <a:pt x="4472658" y="5341167"/>
                  </a:lnTo>
                  <a:lnTo>
                    <a:pt x="4379755" y="5340293"/>
                  </a:lnTo>
                  <a:lnTo>
                    <a:pt x="4293701" y="5339324"/>
                  </a:lnTo>
                  <a:lnTo>
                    <a:pt x="4214710" y="5338251"/>
                  </a:lnTo>
                  <a:lnTo>
                    <a:pt x="4142522" y="5337063"/>
                  </a:lnTo>
                  <a:lnTo>
                    <a:pt x="4076569" y="5335743"/>
                  </a:lnTo>
                  <a:lnTo>
                    <a:pt x="4016101" y="5334276"/>
                  </a:lnTo>
                  <a:lnTo>
                    <a:pt x="3960283" y="5332640"/>
                  </a:lnTo>
                  <a:lnTo>
                    <a:pt x="3908264" y="5330819"/>
                  </a:lnTo>
                  <a:lnTo>
                    <a:pt x="3859229" y="5328798"/>
                  </a:lnTo>
                  <a:lnTo>
                    <a:pt x="3829811" y="5327432"/>
                  </a:lnTo>
                  <a:lnTo>
                    <a:pt x="3773654" y="5324497"/>
                  </a:lnTo>
                  <a:lnTo>
                    <a:pt x="3719341" y="5321239"/>
                  </a:lnTo>
                  <a:lnTo>
                    <a:pt x="3666124" y="5317657"/>
                  </a:lnTo>
                  <a:lnTo>
                    <a:pt x="3613470" y="5313758"/>
                  </a:lnTo>
                  <a:lnTo>
                    <a:pt x="3561021" y="5309567"/>
                  </a:lnTo>
                  <a:lnTo>
                    <a:pt x="3508566" y="5305123"/>
                  </a:lnTo>
                  <a:lnTo>
                    <a:pt x="3456006" y="5300478"/>
                  </a:lnTo>
                  <a:lnTo>
                    <a:pt x="3403337" y="5295700"/>
                  </a:lnTo>
                  <a:lnTo>
                    <a:pt x="3350609" y="5290862"/>
                  </a:lnTo>
                  <a:lnTo>
                    <a:pt x="3297899" y="5286043"/>
                  </a:lnTo>
                  <a:lnTo>
                    <a:pt x="3245279" y="5281320"/>
                  </a:lnTo>
                  <a:lnTo>
                    <a:pt x="3192775" y="5276763"/>
                  </a:lnTo>
                  <a:lnTo>
                    <a:pt x="3140341" y="5272434"/>
                  </a:lnTo>
                  <a:lnTo>
                    <a:pt x="3087829" y="5268378"/>
                  </a:lnTo>
                  <a:lnTo>
                    <a:pt x="3034961" y="5264628"/>
                  </a:lnTo>
                  <a:lnTo>
                    <a:pt x="2981301" y="5261200"/>
                  </a:lnTo>
                  <a:lnTo>
                    <a:pt x="2926218" y="5258097"/>
                  </a:lnTo>
                  <a:lnTo>
                    <a:pt x="2896531" y="5256600"/>
                  </a:lnTo>
                  <a:lnTo>
                    <a:pt x="2848984" y="5254450"/>
                  </a:lnTo>
                  <a:lnTo>
                    <a:pt x="2798918" y="5252505"/>
                  </a:lnTo>
                  <a:lnTo>
                    <a:pt x="2745570" y="5250756"/>
                  </a:lnTo>
                  <a:lnTo>
                    <a:pt x="2688105" y="5249186"/>
                  </a:lnTo>
                  <a:lnTo>
                    <a:pt x="2625670" y="5247776"/>
                  </a:lnTo>
                  <a:lnTo>
                    <a:pt x="2557454" y="5246508"/>
                  </a:lnTo>
                  <a:lnTo>
                    <a:pt x="2482762" y="5245365"/>
                  </a:lnTo>
                  <a:lnTo>
                    <a:pt x="2401125" y="5244332"/>
                  </a:lnTo>
                  <a:lnTo>
                    <a:pt x="2312441" y="5243400"/>
                  </a:lnTo>
                  <a:lnTo>
                    <a:pt x="2217148" y="5242560"/>
                  </a:lnTo>
                  <a:lnTo>
                    <a:pt x="2116422" y="5241808"/>
                  </a:lnTo>
                  <a:lnTo>
                    <a:pt x="2012341" y="5241143"/>
                  </a:lnTo>
                  <a:lnTo>
                    <a:pt x="1907952" y="5240567"/>
                  </a:lnTo>
                  <a:lnTo>
                    <a:pt x="1807167" y="5240082"/>
                  </a:lnTo>
                  <a:lnTo>
                    <a:pt x="1714393" y="5239688"/>
                  </a:lnTo>
                  <a:lnTo>
                    <a:pt x="1633917" y="5239385"/>
                  </a:lnTo>
                  <a:lnTo>
                    <a:pt x="1569137" y="5239166"/>
                  </a:lnTo>
                  <a:lnTo>
                    <a:pt x="1521846" y="5239023"/>
                  </a:lnTo>
                  <a:lnTo>
                    <a:pt x="1491773" y="5238941"/>
                  </a:lnTo>
                  <a:lnTo>
                    <a:pt x="1476507" y="5238903"/>
                  </a:lnTo>
                  <a:lnTo>
                    <a:pt x="1471694" y="5238892"/>
                  </a:lnTo>
                  <a:lnTo>
                    <a:pt x="1471387" y="5238891"/>
                  </a:lnTo>
                  <a:lnTo>
                    <a:pt x="0" y="5238891"/>
                  </a:lnTo>
                  <a:close/>
                </a:path>
              </a:pathLst>
            </a:custGeom>
            <a:solidFill>
              <a:srgbClr val="67C1B3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173" name="pl1173"/>
            <p:cNvSpPr/>
            <p:nvPr/>
          </p:nvSpPr>
          <p:spPr>
            <a:xfrm>
              <a:off x="4799595" y="3271613"/>
              <a:ext cx="11981298" cy="5345140"/>
            </a:xfrm>
            <a:custGeom>
              <a:avLst/>
              <a:pathLst>
                <a:path w="11981298" h="5345140">
                  <a:moveTo>
                    <a:pt x="0" y="5238891"/>
                  </a:moveTo>
                  <a:lnTo>
                    <a:pt x="1471387" y="5238891"/>
                  </a:lnTo>
                  <a:lnTo>
                    <a:pt x="1472625" y="5238894"/>
                  </a:lnTo>
                  <a:lnTo>
                    <a:pt x="1480746" y="5238913"/>
                  </a:lnTo>
                  <a:lnTo>
                    <a:pt x="1501165" y="5238966"/>
                  </a:lnTo>
                  <a:lnTo>
                    <a:pt x="1537539" y="5239069"/>
                  </a:lnTo>
                  <a:lnTo>
                    <a:pt x="1591489" y="5239239"/>
                  </a:lnTo>
                  <a:lnTo>
                    <a:pt x="1662479" y="5239488"/>
                  </a:lnTo>
                  <a:lnTo>
                    <a:pt x="1748041" y="5239825"/>
                  </a:lnTo>
                  <a:lnTo>
                    <a:pt x="1844351" y="5240254"/>
                  </a:lnTo>
                  <a:lnTo>
                    <a:pt x="1946992" y="5240773"/>
                  </a:lnTo>
                  <a:lnTo>
                    <a:pt x="2051683" y="5241383"/>
                  </a:lnTo>
                  <a:lnTo>
                    <a:pt x="2154809" y="5242080"/>
                  </a:lnTo>
                  <a:lnTo>
                    <a:pt x="2253684" y="5242865"/>
                  </a:lnTo>
                  <a:lnTo>
                    <a:pt x="2346587" y="5243739"/>
                  </a:lnTo>
                  <a:lnTo>
                    <a:pt x="2432641" y="5244708"/>
                  </a:lnTo>
                  <a:lnTo>
                    <a:pt x="2511632" y="5245781"/>
                  </a:lnTo>
                  <a:lnTo>
                    <a:pt x="2583820" y="5246969"/>
                  </a:lnTo>
                  <a:lnTo>
                    <a:pt x="2649774" y="5248288"/>
                  </a:lnTo>
                  <a:lnTo>
                    <a:pt x="2710241" y="5249756"/>
                  </a:lnTo>
                  <a:lnTo>
                    <a:pt x="2766059" y="5251392"/>
                  </a:lnTo>
                  <a:lnTo>
                    <a:pt x="2818078" y="5253213"/>
                  </a:lnTo>
                  <a:lnTo>
                    <a:pt x="2867113" y="5255234"/>
                  </a:lnTo>
                  <a:lnTo>
                    <a:pt x="2896531" y="5256600"/>
                  </a:lnTo>
                  <a:lnTo>
                    <a:pt x="2952689" y="5259535"/>
                  </a:lnTo>
                  <a:lnTo>
                    <a:pt x="3007001" y="5262792"/>
                  </a:lnTo>
                  <a:lnTo>
                    <a:pt x="3060218" y="5266375"/>
                  </a:lnTo>
                  <a:lnTo>
                    <a:pt x="3112872" y="5270274"/>
                  </a:lnTo>
                  <a:lnTo>
                    <a:pt x="3165321" y="5274465"/>
                  </a:lnTo>
                  <a:lnTo>
                    <a:pt x="3217777" y="5278909"/>
                  </a:lnTo>
                  <a:lnTo>
                    <a:pt x="3270336" y="5283553"/>
                  </a:lnTo>
                  <a:lnTo>
                    <a:pt x="3323005" y="5288332"/>
                  </a:lnTo>
                  <a:lnTo>
                    <a:pt x="3375733" y="5293170"/>
                  </a:lnTo>
                  <a:lnTo>
                    <a:pt x="3428443" y="5297989"/>
                  </a:lnTo>
                  <a:lnTo>
                    <a:pt x="3481063" y="5302712"/>
                  </a:lnTo>
                  <a:lnTo>
                    <a:pt x="3533567" y="5307269"/>
                  </a:lnTo>
                  <a:lnTo>
                    <a:pt x="3586001" y="5311598"/>
                  </a:lnTo>
                  <a:lnTo>
                    <a:pt x="3638513" y="5315654"/>
                  </a:lnTo>
                  <a:lnTo>
                    <a:pt x="3691381" y="5319404"/>
                  </a:lnTo>
                  <a:lnTo>
                    <a:pt x="3745041" y="5322832"/>
                  </a:lnTo>
                  <a:lnTo>
                    <a:pt x="3800124" y="5325935"/>
                  </a:lnTo>
                  <a:lnTo>
                    <a:pt x="3829811" y="5327432"/>
                  </a:lnTo>
                  <a:lnTo>
                    <a:pt x="3877358" y="5329582"/>
                  </a:lnTo>
                  <a:lnTo>
                    <a:pt x="3927424" y="5331527"/>
                  </a:lnTo>
                  <a:lnTo>
                    <a:pt x="3980772" y="5333276"/>
                  </a:lnTo>
                  <a:lnTo>
                    <a:pt x="4038237" y="5334846"/>
                  </a:lnTo>
                  <a:lnTo>
                    <a:pt x="4100672" y="5336256"/>
                  </a:lnTo>
                  <a:lnTo>
                    <a:pt x="4168888" y="5337524"/>
                  </a:lnTo>
                  <a:lnTo>
                    <a:pt x="4243580" y="5338667"/>
                  </a:lnTo>
                  <a:lnTo>
                    <a:pt x="4325217" y="5339699"/>
                  </a:lnTo>
                  <a:lnTo>
                    <a:pt x="4413901" y="5340632"/>
                  </a:lnTo>
                  <a:lnTo>
                    <a:pt x="4509194" y="5341472"/>
                  </a:lnTo>
                  <a:lnTo>
                    <a:pt x="4609920" y="5342224"/>
                  </a:lnTo>
                  <a:lnTo>
                    <a:pt x="4714001" y="5342888"/>
                  </a:lnTo>
                  <a:lnTo>
                    <a:pt x="4818390" y="5343464"/>
                  </a:lnTo>
                  <a:lnTo>
                    <a:pt x="4919175" y="5343950"/>
                  </a:lnTo>
                  <a:lnTo>
                    <a:pt x="5011949" y="5344344"/>
                  </a:lnTo>
                  <a:lnTo>
                    <a:pt x="5092425" y="5344647"/>
                  </a:lnTo>
                  <a:lnTo>
                    <a:pt x="5157205" y="5344865"/>
                  </a:lnTo>
                  <a:lnTo>
                    <a:pt x="5204497" y="5345009"/>
                  </a:lnTo>
                  <a:lnTo>
                    <a:pt x="5234569" y="5345091"/>
                  </a:lnTo>
                  <a:lnTo>
                    <a:pt x="5249835" y="5345129"/>
                  </a:lnTo>
                  <a:lnTo>
                    <a:pt x="5254648" y="5345140"/>
                  </a:lnTo>
                  <a:lnTo>
                    <a:pt x="5254955" y="5345140"/>
                  </a:lnTo>
                  <a:lnTo>
                    <a:pt x="6726343" y="5345140"/>
                  </a:lnTo>
                  <a:lnTo>
                    <a:pt x="6727201" y="5345048"/>
                  </a:lnTo>
                  <a:lnTo>
                    <a:pt x="6732878" y="5344392"/>
                  </a:lnTo>
                  <a:lnTo>
                    <a:pt x="6747301" y="5342579"/>
                  </a:lnTo>
                  <a:lnTo>
                    <a:pt x="6773371" y="5339006"/>
                  </a:lnTo>
                  <a:lnTo>
                    <a:pt x="6812803" y="5333092"/>
                  </a:lnTo>
                  <a:lnTo>
                    <a:pt x="6866005" y="5324334"/>
                  </a:lnTo>
                  <a:lnTo>
                    <a:pt x="6932092" y="5312344"/>
                  </a:lnTo>
                  <a:lnTo>
                    <a:pt x="7009082" y="5296874"/>
                  </a:lnTo>
                  <a:lnTo>
                    <a:pt x="7094245" y="5277813"/>
                  </a:lnTo>
                  <a:lnTo>
                    <a:pt x="7184522" y="5255156"/>
                  </a:lnTo>
                  <a:lnTo>
                    <a:pt x="7276919" y="5228964"/>
                  </a:lnTo>
                  <a:lnTo>
                    <a:pt x="7368816" y="5199307"/>
                  </a:lnTo>
                  <a:lnTo>
                    <a:pt x="7458129" y="5166225"/>
                  </a:lnTo>
                  <a:lnTo>
                    <a:pt x="7543375" y="5129689"/>
                  </a:lnTo>
                  <a:lnTo>
                    <a:pt x="7623631" y="5089581"/>
                  </a:lnTo>
                  <a:lnTo>
                    <a:pt x="7698450" y="5045681"/>
                  </a:lnTo>
                  <a:lnTo>
                    <a:pt x="7767762" y="4997663"/>
                  </a:lnTo>
                  <a:lnTo>
                    <a:pt x="7831767" y="4945097"/>
                  </a:lnTo>
                  <a:lnTo>
                    <a:pt x="7890853" y="4887462"/>
                  </a:lnTo>
                  <a:lnTo>
                    <a:pt x="7945523" y="4824156"/>
                  </a:lnTo>
                  <a:lnTo>
                    <a:pt x="7996341" y="4754526"/>
                  </a:lnTo>
                  <a:lnTo>
                    <a:pt x="8043899" y="4677917"/>
                  </a:lnTo>
                  <a:lnTo>
                    <a:pt x="8088774" y="4593739"/>
                  </a:lnTo>
                  <a:lnTo>
                    <a:pt x="8131510" y="4501583"/>
                  </a:lnTo>
                  <a:lnTo>
                    <a:pt x="8151487" y="4454284"/>
                  </a:lnTo>
                  <a:lnTo>
                    <a:pt x="8180082" y="4381827"/>
                  </a:lnTo>
                  <a:lnTo>
                    <a:pt x="8208093" y="4305329"/>
                  </a:lnTo>
                  <a:lnTo>
                    <a:pt x="8235641" y="4224711"/>
                  </a:lnTo>
                  <a:lnTo>
                    <a:pt x="8262830" y="4139928"/>
                  </a:lnTo>
                  <a:lnTo>
                    <a:pt x="8289747" y="4050977"/>
                  </a:lnTo>
                  <a:lnTo>
                    <a:pt x="8316465" y="3957894"/>
                  </a:lnTo>
                  <a:lnTo>
                    <a:pt x="8343045" y="3860764"/>
                  </a:lnTo>
                  <a:lnTo>
                    <a:pt x="8369538" y="3759719"/>
                  </a:lnTo>
                  <a:lnTo>
                    <a:pt x="8395983" y="3654938"/>
                  </a:lnTo>
                  <a:lnTo>
                    <a:pt x="8422411" y="3546652"/>
                  </a:lnTo>
                  <a:lnTo>
                    <a:pt x="8448844" y="3435141"/>
                  </a:lnTo>
                  <a:lnTo>
                    <a:pt x="8475298" y="3320731"/>
                  </a:lnTo>
                  <a:lnTo>
                    <a:pt x="8501779" y="3203795"/>
                  </a:lnTo>
                  <a:lnTo>
                    <a:pt x="8528291" y="3084743"/>
                  </a:lnTo>
                  <a:lnTo>
                    <a:pt x="8554832" y="2964022"/>
                  </a:lnTo>
                  <a:lnTo>
                    <a:pt x="8581395" y="2842106"/>
                  </a:lnTo>
                  <a:lnTo>
                    <a:pt x="8607972" y="2719489"/>
                  </a:lnTo>
                  <a:lnTo>
                    <a:pt x="8634554" y="2596677"/>
                  </a:lnTo>
                  <a:lnTo>
                    <a:pt x="8661129" y="2474179"/>
                  </a:lnTo>
                  <a:lnTo>
                    <a:pt x="8687688" y="2352501"/>
                  </a:lnTo>
                  <a:lnTo>
                    <a:pt x="8714222" y="2232132"/>
                  </a:lnTo>
                  <a:lnTo>
                    <a:pt x="8740727" y="2113541"/>
                  </a:lnTo>
                  <a:lnTo>
                    <a:pt x="8767201" y="1997165"/>
                  </a:lnTo>
                  <a:lnTo>
                    <a:pt x="8793649" y="1883408"/>
                  </a:lnTo>
                  <a:lnTo>
                    <a:pt x="8820079" y="1772630"/>
                  </a:lnTo>
                  <a:lnTo>
                    <a:pt x="8846509" y="1665148"/>
                  </a:lnTo>
                  <a:lnTo>
                    <a:pt x="8872962" y="1561230"/>
                  </a:lnTo>
                  <a:lnTo>
                    <a:pt x="8899472" y="1461094"/>
                  </a:lnTo>
                  <a:lnTo>
                    <a:pt x="8926080" y="1364909"/>
                  </a:lnTo>
                  <a:lnTo>
                    <a:pt x="8952839" y="1272796"/>
                  </a:lnTo>
                  <a:lnTo>
                    <a:pt x="8979812" y="1184826"/>
                  </a:lnTo>
                  <a:lnTo>
                    <a:pt x="9007078" y="1101028"/>
                  </a:lnTo>
                  <a:lnTo>
                    <a:pt x="9034725" y="1021388"/>
                  </a:lnTo>
                  <a:lnTo>
                    <a:pt x="9062863" y="945852"/>
                  </a:lnTo>
                  <a:lnTo>
                    <a:pt x="9084767" y="890856"/>
                  </a:lnTo>
                  <a:lnTo>
                    <a:pt x="9126647" y="794805"/>
                  </a:lnTo>
                  <a:lnTo>
                    <a:pt x="9170427" y="706816"/>
                  </a:lnTo>
                  <a:lnTo>
                    <a:pt x="9216621" y="626625"/>
                  </a:lnTo>
                  <a:lnTo>
                    <a:pt x="9265794" y="553712"/>
                  </a:lnTo>
                  <a:lnTo>
                    <a:pt x="9318535" y="487441"/>
                  </a:lnTo>
                  <a:lnTo>
                    <a:pt x="9375425" y="427151"/>
                  </a:lnTo>
                  <a:lnTo>
                    <a:pt x="9437002" y="372213"/>
                  </a:lnTo>
                  <a:lnTo>
                    <a:pt x="9503718" y="322063"/>
                  </a:lnTo>
                  <a:lnTo>
                    <a:pt x="9575873" y="276225"/>
                  </a:lnTo>
                  <a:lnTo>
                    <a:pt x="9653538" y="234324"/>
                  </a:lnTo>
                  <a:lnTo>
                    <a:pt x="9736463" y="196087"/>
                  </a:lnTo>
                  <a:lnTo>
                    <a:pt x="9823965" y="161349"/>
                  </a:lnTo>
                  <a:lnTo>
                    <a:pt x="9914840" y="130040"/>
                  </a:lnTo>
                  <a:lnTo>
                    <a:pt x="10007293" y="102170"/>
                  </a:lnTo>
                  <a:lnTo>
                    <a:pt x="10098948" y="77800"/>
                  </a:lnTo>
                  <a:lnTo>
                    <a:pt x="10186961" y="57002"/>
                  </a:lnTo>
                  <a:lnTo>
                    <a:pt x="10268262" y="39808"/>
                  </a:lnTo>
                  <a:lnTo>
                    <a:pt x="10339906" y="26163"/>
                  </a:lnTo>
                  <a:lnTo>
                    <a:pt x="10399503" y="15887"/>
                  </a:lnTo>
                  <a:lnTo>
                    <a:pt x="10445602" y="8659"/>
                  </a:lnTo>
                  <a:lnTo>
                    <a:pt x="10477977" y="4026"/>
                  </a:lnTo>
                  <a:lnTo>
                    <a:pt x="10497721" y="1440"/>
                  </a:lnTo>
                  <a:lnTo>
                    <a:pt x="10507183" y="302"/>
                  </a:lnTo>
                  <a:lnTo>
                    <a:pt x="10509812" y="10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74" name="pl1174"/>
            <p:cNvSpPr/>
            <p:nvPr/>
          </p:nvSpPr>
          <p:spPr>
            <a:xfrm>
              <a:off x="4799595" y="3263440"/>
              <a:ext cx="11981298" cy="5345140"/>
            </a:xfrm>
            <a:custGeom>
              <a:avLst/>
              <a:pathLst>
                <a:path w="11981298" h="5345140">
                  <a:moveTo>
                    <a:pt x="11981298" y="0"/>
                  </a:moveTo>
                  <a:lnTo>
                    <a:pt x="10509911" y="0"/>
                  </a:lnTo>
                  <a:lnTo>
                    <a:pt x="10509052" y="92"/>
                  </a:lnTo>
                  <a:lnTo>
                    <a:pt x="10503376" y="748"/>
                  </a:lnTo>
                  <a:lnTo>
                    <a:pt x="10488952" y="2561"/>
                  </a:lnTo>
                  <a:lnTo>
                    <a:pt x="10462882" y="6134"/>
                  </a:lnTo>
                  <a:lnTo>
                    <a:pt x="10423450" y="12048"/>
                  </a:lnTo>
                  <a:lnTo>
                    <a:pt x="10370248" y="20806"/>
                  </a:lnTo>
                  <a:lnTo>
                    <a:pt x="10304161" y="32796"/>
                  </a:lnTo>
                  <a:lnTo>
                    <a:pt x="10227171" y="48266"/>
                  </a:lnTo>
                  <a:lnTo>
                    <a:pt x="10142008" y="67327"/>
                  </a:lnTo>
                  <a:lnTo>
                    <a:pt x="10051732" y="89984"/>
                  </a:lnTo>
                  <a:lnTo>
                    <a:pt x="9959334" y="116176"/>
                  </a:lnTo>
                  <a:lnTo>
                    <a:pt x="9867438" y="145833"/>
                  </a:lnTo>
                  <a:lnTo>
                    <a:pt x="9778124" y="178915"/>
                  </a:lnTo>
                  <a:lnTo>
                    <a:pt x="9692878" y="215451"/>
                  </a:lnTo>
                  <a:lnTo>
                    <a:pt x="9612622" y="255559"/>
                  </a:lnTo>
                  <a:lnTo>
                    <a:pt x="9537803" y="299459"/>
                  </a:lnTo>
                  <a:lnTo>
                    <a:pt x="9468491" y="347477"/>
                  </a:lnTo>
                  <a:lnTo>
                    <a:pt x="9404486" y="400042"/>
                  </a:lnTo>
                  <a:lnTo>
                    <a:pt x="9345400" y="457678"/>
                  </a:lnTo>
                  <a:lnTo>
                    <a:pt x="9290731" y="520984"/>
                  </a:lnTo>
                  <a:lnTo>
                    <a:pt x="9239912" y="590614"/>
                  </a:lnTo>
                  <a:lnTo>
                    <a:pt x="9192355" y="667223"/>
                  </a:lnTo>
                  <a:lnTo>
                    <a:pt x="9147480" y="751401"/>
                  </a:lnTo>
                  <a:lnTo>
                    <a:pt x="9104743" y="843557"/>
                  </a:lnTo>
                  <a:lnTo>
                    <a:pt x="9084767" y="890856"/>
                  </a:lnTo>
                  <a:lnTo>
                    <a:pt x="9056172" y="963313"/>
                  </a:lnTo>
                  <a:lnTo>
                    <a:pt x="9028160" y="1039811"/>
                  </a:lnTo>
                  <a:lnTo>
                    <a:pt x="9000612" y="1120429"/>
                  </a:lnTo>
                  <a:lnTo>
                    <a:pt x="8973423" y="1205212"/>
                  </a:lnTo>
                  <a:lnTo>
                    <a:pt x="8946507" y="1294163"/>
                  </a:lnTo>
                  <a:lnTo>
                    <a:pt x="8919789" y="1387246"/>
                  </a:lnTo>
                  <a:lnTo>
                    <a:pt x="8893208" y="1484375"/>
                  </a:lnTo>
                  <a:lnTo>
                    <a:pt x="8866715" y="1585421"/>
                  </a:lnTo>
                  <a:lnTo>
                    <a:pt x="8840270" y="1690202"/>
                  </a:lnTo>
                  <a:lnTo>
                    <a:pt x="8813842" y="1798488"/>
                  </a:lnTo>
                  <a:lnTo>
                    <a:pt x="8787409" y="1909999"/>
                  </a:lnTo>
                  <a:lnTo>
                    <a:pt x="8760956" y="2024409"/>
                  </a:lnTo>
                  <a:lnTo>
                    <a:pt x="8734474" y="2141345"/>
                  </a:lnTo>
                  <a:lnTo>
                    <a:pt x="8707962" y="2260397"/>
                  </a:lnTo>
                  <a:lnTo>
                    <a:pt x="8681421" y="2381118"/>
                  </a:lnTo>
                  <a:lnTo>
                    <a:pt x="8654858" y="2503034"/>
                  </a:lnTo>
                  <a:lnTo>
                    <a:pt x="8628281" y="2625651"/>
                  </a:lnTo>
                  <a:lnTo>
                    <a:pt x="8601699" y="2748463"/>
                  </a:lnTo>
                  <a:lnTo>
                    <a:pt x="8575124" y="2870961"/>
                  </a:lnTo>
                  <a:lnTo>
                    <a:pt x="8548566" y="2992639"/>
                  </a:lnTo>
                  <a:lnTo>
                    <a:pt x="8522031" y="3113008"/>
                  </a:lnTo>
                  <a:lnTo>
                    <a:pt x="8495526" y="3231599"/>
                  </a:lnTo>
                  <a:lnTo>
                    <a:pt x="8469052" y="3347975"/>
                  </a:lnTo>
                  <a:lnTo>
                    <a:pt x="8442605" y="3461732"/>
                  </a:lnTo>
                  <a:lnTo>
                    <a:pt x="8416174" y="3572510"/>
                  </a:lnTo>
                  <a:lnTo>
                    <a:pt x="8389744" y="3679992"/>
                  </a:lnTo>
                  <a:lnTo>
                    <a:pt x="8363291" y="3783910"/>
                  </a:lnTo>
                  <a:lnTo>
                    <a:pt x="8336781" y="3884046"/>
                  </a:lnTo>
                  <a:lnTo>
                    <a:pt x="8310174" y="3980231"/>
                  </a:lnTo>
                  <a:lnTo>
                    <a:pt x="8283415" y="4072344"/>
                  </a:lnTo>
                  <a:lnTo>
                    <a:pt x="8256441" y="4160314"/>
                  </a:lnTo>
                  <a:lnTo>
                    <a:pt x="8229176" y="4244112"/>
                  </a:lnTo>
                  <a:lnTo>
                    <a:pt x="8201528" y="4323752"/>
                  </a:lnTo>
                  <a:lnTo>
                    <a:pt x="8173391" y="4399288"/>
                  </a:lnTo>
                  <a:lnTo>
                    <a:pt x="8151487" y="4454284"/>
                  </a:lnTo>
                  <a:lnTo>
                    <a:pt x="8109606" y="4550335"/>
                  </a:lnTo>
                  <a:lnTo>
                    <a:pt x="8065826" y="4638324"/>
                  </a:lnTo>
                  <a:lnTo>
                    <a:pt x="8019632" y="4718515"/>
                  </a:lnTo>
                  <a:lnTo>
                    <a:pt x="7970459" y="4791428"/>
                  </a:lnTo>
                  <a:lnTo>
                    <a:pt x="7917718" y="4857699"/>
                  </a:lnTo>
                  <a:lnTo>
                    <a:pt x="7860829" y="4917989"/>
                  </a:lnTo>
                  <a:lnTo>
                    <a:pt x="7799251" y="4972927"/>
                  </a:lnTo>
                  <a:lnTo>
                    <a:pt x="7732535" y="5023077"/>
                  </a:lnTo>
                  <a:lnTo>
                    <a:pt x="7660381" y="5068915"/>
                  </a:lnTo>
                  <a:lnTo>
                    <a:pt x="7582715" y="5110816"/>
                  </a:lnTo>
                  <a:lnTo>
                    <a:pt x="7499790" y="5149053"/>
                  </a:lnTo>
                  <a:lnTo>
                    <a:pt x="7412288" y="5183791"/>
                  </a:lnTo>
                  <a:lnTo>
                    <a:pt x="7321413" y="5215100"/>
                  </a:lnTo>
                  <a:lnTo>
                    <a:pt x="7228961" y="5242970"/>
                  </a:lnTo>
                  <a:lnTo>
                    <a:pt x="7137306" y="5267340"/>
                  </a:lnTo>
                  <a:lnTo>
                    <a:pt x="7049292" y="5288138"/>
                  </a:lnTo>
                  <a:lnTo>
                    <a:pt x="6967992" y="5305332"/>
                  </a:lnTo>
                  <a:lnTo>
                    <a:pt x="6896347" y="5318977"/>
                  </a:lnTo>
                  <a:lnTo>
                    <a:pt x="6836750" y="5329253"/>
                  </a:lnTo>
                  <a:lnTo>
                    <a:pt x="6790651" y="5336481"/>
                  </a:lnTo>
                  <a:lnTo>
                    <a:pt x="6758276" y="5341114"/>
                  </a:lnTo>
                  <a:lnTo>
                    <a:pt x="6738533" y="5343700"/>
                  </a:lnTo>
                  <a:lnTo>
                    <a:pt x="6729071" y="5344838"/>
                  </a:lnTo>
                  <a:lnTo>
                    <a:pt x="6726441" y="5345130"/>
                  </a:lnTo>
                  <a:lnTo>
                    <a:pt x="6726343" y="5345140"/>
                  </a:lnTo>
                  <a:lnTo>
                    <a:pt x="5254955" y="5345140"/>
                  </a:lnTo>
                  <a:lnTo>
                    <a:pt x="5253717" y="5345138"/>
                  </a:lnTo>
                  <a:lnTo>
                    <a:pt x="5245596" y="5345119"/>
                  </a:lnTo>
                  <a:lnTo>
                    <a:pt x="5225177" y="5345066"/>
                  </a:lnTo>
                  <a:lnTo>
                    <a:pt x="5188803" y="5344963"/>
                  </a:lnTo>
                  <a:lnTo>
                    <a:pt x="5134853" y="5344793"/>
                  </a:lnTo>
                  <a:lnTo>
                    <a:pt x="5063863" y="5344543"/>
                  </a:lnTo>
                  <a:lnTo>
                    <a:pt x="4978301" y="5344206"/>
                  </a:lnTo>
                  <a:lnTo>
                    <a:pt x="4881991" y="5343778"/>
                  </a:lnTo>
                  <a:lnTo>
                    <a:pt x="4779350" y="5343258"/>
                  </a:lnTo>
                  <a:lnTo>
                    <a:pt x="4674659" y="5342649"/>
                  </a:lnTo>
                  <a:lnTo>
                    <a:pt x="4571533" y="5341952"/>
                  </a:lnTo>
                  <a:lnTo>
                    <a:pt x="4472658" y="5341167"/>
                  </a:lnTo>
                  <a:lnTo>
                    <a:pt x="4379755" y="5340293"/>
                  </a:lnTo>
                  <a:lnTo>
                    <a:pt x="4293701" y="5339324"/>
                  </a:lnTo>
                  <a:lnTo>
                    <a:pt x="4214710" y="5338251"/>
                  </a:lnTo>
                  <a:lnTo>
                    <a:pt x="4142522" y="5337063"/>
                  </a:lnTo>
                  <a:lnTo>
                    <a:pt x="4076569" y="5335743"/>
                  </a:lnTo>
                  <a:lnTo>
                    <a:pt x="4016101" y="5334276"/>
                  </a:lnTo>
                  <a:lnTo>
                    <a:pt x="3960283" y="5332640"/>
                  </a:lnTo>
                  <a:lnTo>
                    <a:pt x="3908264" y="5330819"/>
                  </a:lnTo>
                  <a:lnTo>
                    <a:pt x="3859229" y="5328798"/>
                  </a:lnTo>
                  <a:lnTo>
                    <a:pt x="3829811" y="5327432"/>
                  </a:lnTo>
                  <a:lnTo>
                    <a:pt x="3773654" y="5324497"/>
                  </a:lnTo>
                  <a:lnTo>
                    <a:pt x="3719341" y="5321239"/>
                  </a:lnTo>
                  <a:lnTo>
                    <a:pt x="3666124" y="5317657"/>
                  </a:lnTo>
                  <a:lnTo>
                    <a:pt x="3613470" y="5313758"/>
                  </a:lnTo>
                  <a:lnTo>
                    <a:pt x="3561021" y="5309567"/>
                  </a:lnTo>
                  <a:lnTo>
                    <a:pt x="3508566" y="5305123"/>
                  </a:lnTo>
                  <a:lnTo>
                    <a:pt x="3456006" y="5300478"/>
                  </a:lnTo>
                  <a:lnTo>
                    <a:pt x="3403337" y="5295700"/>
                  </a:lnTo>
                  <a:lnTo>
                    <a:pt x="3350609" y="5290862"/>
                  </a:lnTo>
                  <a:lnTo>
                    <a:pt x="3297899" y="5286043"/>
                  </a:lnTo>
                  <a:lnTo>
                    <a:pt x="3245279" y="5281320"/>
                  </a:lnTo>
                  <a:lnTo>
                    <a:pt x="3192775" y="5276763"/>
                  </a:lnTo>
                  <a:lnTo>
                    <a:pt x="3140341" y="5272434"/>
                  </a:lnTo>
                  <a:lnTo>
                    <a:pt x="3087829" y="5268378"/>
                  </a:lnTo>
                  <a:lnTo>
                    <a:pt x="3034961" y="5264628"/>
                  </a:lnTo>
                  <a:lnTo>
                    <a:pt x="2981301" y="5261200"/>
                  </a:lnTo>
                  <a:lnTo>
                    <a:pt x="2926218" y="5258097"/>
                  </a:lnTo>
                  <a:lnTo>
                    <a:pt x="2896531" y="5256600"/>
                  </a:lnTo>
                  <a:lnTo>
                    <a:pt x="2848984" y="5254450"/>
                  </a:lnTo>
                  <a:lnTo>
                    <a:pt x="2798918" y="5252505"/>
                  </a:lnTo>
                  <a:lnTo>
                    <a:pt x="2745570" y="5250756"/>
                  </a:lnTo>
                  <a:lnTo>
                    <a:pt x="2688105" y="5249186"/>
                  </a:lnTo>
                  <a:lnTo>
                    <a:pt x="2625670" y="5247776"/>
                  </a:lnTo>
                  <a:lnTo>
                    <a:pt x="2557454" y="5246508"/>
                  </a:lnTo>
                  <a:lnTo>
                    <a:pt x="2482762" y="5245365"/>
                  </a:lnTo>
                  <a:lnTo>
                    <a:pt x="2401125" y="5244332"/>
                  </a:lnTo>
                  <a:lnTo>
                    <a:pt x="2312441" y="5243400"/>
                  </a:lnTo>
                  <a:lnTo>
                    <a:pt x="2217148" y="5242560"/>
                  </a:lnTo>
                  <a:lnTo>
                    <a:pt x="2116422" y="5241808"/>
                  </a:lnTo>
                  <a:lnTo>
                    <a:pt x="2012341" y="5241143"/>
                  </a:lnTo>
                  <a:lnTo>
                    <a:pt x="1907952" y="5240567"/>
                  </a:lnTo>
                  <a:lnTo>
                    <a:pt x="1807167" y="5240082"/>
                  </a:lnTo>
                  <a:lnTo>
                    <a:pt x="1714393" y="5239688"/>
                  </a:lnTo>
                  <a:lnTo>
                    <a:pt x="1633917" y="5239385"/>
                  </a:lnTo>
                  <a:lnTo>
                    <a:pt x="1569137" y="5239166"/>
                  </a:lnTo>
                  <a:lnTo>
                    <a:pt x="1521846" y="5239023"/>
                  </a:lnTo>
                  <a:lnTo>
                    <a:pt x="1491773" y="5238941"/>
                  </a:lnTo>
                  <a:lnTo>
                    <a:pt x="1476507" y="5238903"/>
                  </a:lnTo>
                  <a:lnTo>
                    <a:pt x="1471694" y="5238892"/>
                  </a:lnTo>
                  <a:lnTo>
                    <a:pt x="1471387" y="5238891"/>
                  </a:lnTo>
                  <a:lnTo>
                    <a:pt x="0" y="523889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75" name="pg1175"/>
            <p:cNvSpPr/>
            <p:nvPr/>
          </p:nvSpPr>
          <p:spPr>
            <a:xfrm>
              <a:off x="4799595" y="3876415"/>
              <a:ext cx="11981298" cy="4764858"/>
            </a:xfrm>
            <a:custGeom>
              <a:avLst/>
              <a:pathLst>
                <a:path w="11981298" h="4764858">
                  <a:moveTo>
                    <a:pt x="0" y="4642263"/>
                  </a:moveTo>
                  <a:lnTo>
                    <a:pt x="1471387" y="4642263"/>
                  </a:lnTo>
                  <a:lnTo>
                    <a:pt x="1472625" y="4642266"/>
                  </a:lnTo>
                  <a:lnTo>
                    <a:pt x="1480746" y="4642288"/>
                  </a:lnTo>
                  <a:lnTo>
                    <a:pt x="1501164" y="4642348"/>
                  </a:lnTo>
                  <a:lnTo>
                    <a:pt x="1537537" y="4642467"/>
                  </a:lnTo>
                  <a:lnTo>
                    <a:pt x="1591485" y="4642664"/>
                  </a:lnTo>
                  <a:lnTo>
                    <a:pt x="1662473" y="4642951"/>
                  </a:lnTo>
                  <a:lnTo>
                    <a:pt x="1748033" y="4643340"/>
                  </a:lnTo>
                  <a:lnTo>
                    <a:pt x="1844341" y="4643834"/>
                  </a:lnTo>
                  <a:lnTo>
                    <a:pt x="1946980" y="4644434"/>
                  </a:lnTo>
                  <a:lnTo>
                    <a:pt x="2051670" y="4645137"/>
                  </a:lnTo>
                  <a:lnTo>
                    <a:pt x="2154794" y="4645942"/>
                  </a:lnTo>
                  <a:lnTo>
                    <a:pt x="2253670" y="4646847"/>
                  </a:lnTo>
                  <a:lnTo>
                    <a:pt x="2346572" y="4647856"/>
                  </a:lnTo>
                  <a:lnTo>
                    <a:pt x="2432626" y="4648974"/>
                  </a:lnTo>
                  <a:lnTo>
                    <a:pt x="2511618" y="4650212"/>
                  </a:lnTo>
                  <a:lnTo>
                    <a:pt x="2583806" y="4651583"/>
                  </a:lnTo>
                  <a:lnTo>
                    <a:pt x="2649760" y="4653105"/>
                  </a:lnTo>
                  <a:lnTo>
                    <a:pt x="2710228" y="4654798"/>
                  </a:lnTo>
                  <a:lnTo>
                    <a:pt x="2766046" y="4656685"/>
                  </a:lnTo>
                  <a:lnTo>
                    <a:pt x="2818065" y="4658786"/>
                  </a:lnTo>
                  <a:lnTo>
                    <a:pt x="2867100" y="4661118"/>
                  </a:lnTo>
                  <a:lnTo>
                    <a:pt x="2896531" y="4662695"/>
                  </a:lnTo>
                  <a:lnTo>
                    <a:pt x="2952663" y="4666081"/>
                  </a:lnTo>
                  <a:lnTo>
                    <a:pt x="3006950" y="4669837"/>
                  </a:lnTo>
                  <a:lnTo>
                    <a:pt x="3060143" y="4673968"/>
                  </a:lnTo>
                  <a:lnTo>
                    <a:pt x="3112773" y="4678464"/>
                  </a:lnTo>
                  <a:lnTo>
                    <a:pt x="3165197" y="4683297"/>
                  </a:lnTo>
                  <a:lnTo>
                    <a:pt x="3217627" y="4688422"/>
                  </a:lnTo>
                  <a:lnTo>
                    <a:pt x="3270161" y="4693778"/>
                  </a:lnTo>
                  <a:lnTo>
                    <a:pt x="3322805" y="4699288"/>
                  </a:lnTo>
                  <a:lnTo>
                    <a:pt x="3375509" y="4704867"/>
                  </a:lnTo>
                  <a:lnTo>
                    <a:pt x="3428193" y="4710426"/>
                  </a:lnTo>
                  <a:lnTo>
                    <a:pt x="3480789" y="4715874"/>
                  </a:lnTo>
                  <a:lnTo>
                    <a:pt x="3533269" y="4721130"/>
                  </a:lnTo>
                  <a:lnTo>
                    <a:pt x="3585678" y="4726125"/>
                  </a:lnTo>
                  <a:lnTo>
                    <a:pt x="3638164" y="4730805"/>
                  </a:lnTo>
                  <a:lnTo>
                    <a:pt x="3691003" y="4735132"/>
                  </a:lnTo>
                  <a:lnTo>
                    <a:pt x="3744630" y="4739088"/>
                  </a:lnTo>
                  <a:lnTo>
                    <a:pt x="3799672" y="4742670"/>
                  </a:lnTo>
                  <a:lnTo>
                    <a:pt x="3829811" y="4744425"/>
                  </a:lnTo>
                  <a:lnTo>
                    <a:pt x="3877358" y="4746905"/>
                  </a:lnTo>
                  <a:lnTo>
                    <a:pt x="3927423" y="4749149"/>
                  </a:lnTo>
                  <a:lnTo>
                    <a:pt x="3980770" y="4751168"/>
                  </a:lnTo>
                  <a:lnTo>
                    <a:pt x="4038234" y="4752979"/>
                  </a:lnTo>
                  <a:lnTo>
                    <a:pt x="4100668" y="4754606"/>
                  </a:lnTo>
                  <a:lnTo>
                    <a:pt x="4168883" y="4756069"/>
                  </a:lnTo>
                  <a:lnTo>
                    <a:pt x="4243573" y="4757388"/>
                  </a:lnTo>
                  <a:lnTo>
                    <a:pt x="4325208" y="4758579"/>
                  </a:lnTo>
                  <a:lnTo>
                    <a:pt x="4413891" y="4759655"/>
                  </a:lnTo>
                  <a:lnTo>
                    <a:pt x="4509182" y="4760625"/>
                  </a:lnTo>
                  <a:lnTo>
                    <a:pt x="4609905" y="4761492"/>
                  </a:lnTo>
                  <a:lnTo>
                    <a:pt x="4713985" y="4762259"/>
                  </a:lnTo>
                  <a:lnTo>
                    <a:pt x="4818373" y="4762924"/>
                  </a:lnTo>
                  <a:lnTo>
                    <a:pt x="4919158" y="4763484"/>
                  </a:lnTo>
                  <a:lnTo>
                    <a:pt x="5011932" y="4763938"/>
                  </a:lnTo>
                  <a:lnTo>
                    <a:pt x="5092410" y="4764288"/>
                  </a:lnTo>
                  <a:lnTo>
                    <a:pt x="5157193" y="4764540"/>
                  </a:lnTo>
                  <a:lnTo>
                    <a:pt x="5204488" y="4764705"/>
                  </a:lnTo>
                  <a:lnTo>
                    <a:pt x="5234563" y="4764800"/>
                  </a:lnTo>
                  <a:lnTo>
                    <a:pt x="5249833" y="4764844"/>
                  </a:lnTo>
                  <a:lnTo>
                    <a:pt x="5254647" y="4764857"/>
                  </a:lnTo>
                  <a:lnTo>
                    <a:pt x="5254955" y="4764858"/>
                  </a:lnTo>
                  <a:lnTo>
                    <a:pt x="6726343" y="4764858"/>
                  </a:lnTo>
                  <a:lnTo>
                    <a:pt x="6727238" y="4764772"/>
                  </a:lnTo>
                  <a:lnTo>
                    <a:pt x="6733157" y="4764162"/>
                  </a:lnTo>
                  <a:lnTo>
                    <a:pt x="6748179" y="4762476"/>
                  </a:lnTo>
                  <a:lnTo>
                    <a:pt x="6775289" y="4759154"/>
                  </a:lnTo>
                  <a:lnTo>
                    <a:pt x="6816211" y="4753659"/>
                  </a:lnTo>
                  <a:lnTo>
                    <a:pt x="6871281" y="4745529"/>
                  </a:lnTo>
                  <a:lnTo>
                    <a:pt x="6939473" y="4734414"/>
                  </a:lnTo>
                  <a:lnTo>
                    <a:pt x="7018628" y="4720096"/>
                  </a:lnTo>
                  <a:lnTo>
                    <a:pt x="7105838" y="4702484"/>
                  </a:lnTo>
                  <a:lnTo>
                    <a:pt x="7197896" y="4681584"/>
                  </a:lnTo>
                  <a:lnTo>
                    <a:pt x="7291716" y="4657455"/>
                  </a:lnTo>
                  <a:lnTo>
                    <a:pt x="7384639" y="4630160"/>
                  </a:lnTo>
                  <a:lnTo>
                    <a:pt x="7474594" y="4599729"/>
                  </a:lnTo>
                  <a:lnTo>
                    <a:pt x="7560143" y="4566120"/>
                  </a:lnTo>
                  <a:lnTo>
                    <a:pt x="7640425" y="4529206"/>
                  </a:lnTo>
                  <a:lnTo>
                    <a:pt x="7715068" y="4488762"/>
                  </a:lnTo>
                  <a:lnTo>
                    <a:pt x="7784069" y="4444461"/>
                  </a:lnTo>
                  <a:lnTo>
                    <a:pt x="7847692" y="4395885"/>
                  </a:lnTo>
                  <a:lnTo>
                    <a:pt x="7906379" y="4342526"/>
                  </a:lnTo>
                  <a:lnTo>
                    <a:pt x="7960676" y="4283811"/>
                  </a:lnTo>
                  <a:lnTo>
                    <a:pt x="8011186" y="4219127"/>
                  </a:lnTo>
                  <a:lnTo>
                    <a:pt x="8058522" y="4147875"/>
                  </a:lnTo>
                  <a:lnTo>
                    <a:pt x="8103283" y="4069546"/>
                  </a:lnTo>
                  <a:lnTo>
                    <a:pt x="8146014" y="3983848"/>
                  </a:lnTo>
                  <a:lnTo>
                    <a:pt x="8151487" y="3972077"/>
                  </a:lnTo>
                  <a:lnTo>
                    <a:pt x="8181654" y="3903905"/>
                  </a:lnTo>
                  <a:lnTo>
                    <a:pt x="8211179" y="3831721"/>
                  </a:lnTo>
                  <a:lnTo>
                    <a:pt x="8240201" y="3755445"/>
                  </a:lnTo>
                  <a:lnTo>
                    <a:pt x="8268840" y="3675035"/>
                  </a:lnTo>
                  <a:lnTo>
                    <a:pt x="8297195" y="3590497"/>
                  </a:lnTo>
                  <a:lnTo>
                    <a:pt x="8325349" y="3501881"/>
                  </a:lnTo>
                  <a:lnTo>
                    <a:pt x="8353370" y="3409290"/>
                  </a:lnTo>
                  <a:lnTo>
                    <a:pt x="8381311" y="3312879"/>
                  </a:lnTo>
                  <a:lnTo>
                    <a:pt x="8409215" y="3212861"/>
                  </a:lnTo>
                  <a:lnTo>
                    <a:pt x="8437114" y="3109501"/>
                  </a:lnTo>
                  <a:lnTo>
                    <a:pt x="8465029" y="3003117"/>
                  </a:lnTo>
                  <a:lnTo>
                    <a:pt x="8492972" y="2894079"/>
                  </a:lnTo>
                  <a:lnTo>
                    <a:pt x="8520949" y="2782805"/>
                  </a:lnTo>
                  <a:lnTo>
                    <a:pt x="8548959" y="2669750"/>
                  </a:lnTo>
                  <a:lnTo>
                    <a:pt x="8576996" y="2555403"/>
                  </a:lnTo>
                  <a:lnTo>
                    <a:pt x="8605051" y="2440280"/>
                  </a:lnTo>
                  <a:lnTo>
                    <a:pt x="8633111" y="2324908"/>
                  </a:lnTo>
                  <a:lnTo>
                    <a:pt x="8661164" y="2209821"/>
                  </a:lnTo>
                  <a:lnTo>
                    <a:pt x="8689200" y="2095546"/>
                  </a:lnTo>
                  <a:lnTo>
                    <a:pt x="8717208" y="1982597"/>
                  </a:lnTo>
                  <a:lnTo>
                    <a:pt x="8745182" y="1871460"/>
                  </a:lnTo>
                  <a:lnTo>
                    <a:pt x="8773124" y="1762591"/>
                  </a:lnTo>
                  <a:lnTo>
                    <a:pt x="8801037" y="1656401"/>
                  </a:lnTo>
                  <a:lnTo>
                    <a:pt x="8828935" y="1553258"/>
                  </a:lnTo>
                  <a:lnTo>
                    <a:pt x="8856841" y="1453478"/>
                  </a:lnTo>
                  <a:lnTo>
                    <a:pt x="8884786" y="1357321"/>
                  </a:lnTo>
                  <a:lnTo>
                    <a:pt x="8912814" y="1264996"/>
                  </a:lnTo>
                  <a:lnTo>
                    <a:pt x="8940979" y="1176655"/>
                  </a:lnTo>
                  <a:lnTo>
                    <a:pt x="8969350" y="1092396"/>
                  </a:lnTo>
                  <a:lnTo>
                    <a:pt x="8998012" y="1012268"/>
                  </a:lnTo>
                  <a:lnTo>
                    <a:pt x="9027065" y="936271"/>
                  </a:lnTo>
                  <a:lnTo>
                    <a:pt x="9056629" y="864363"/>
                  </a:lnTo>
                  <a:lnTo>
                    <a:pt x="9084767" y="800953"/>
                  </a:lnTo>
                  <a:lnTo>
                    <a:pt x="9127269" y="714287"/>
                  </a:lnTo>
                  <a:lnTo>
                    <a:pt x="9171734" y="635002"/>
                  </a:lnTo>
                  <a:lnTo>
                    <a:pt x="9218700" y="562849"/>
                  </a:lnTo>
                  <a:lnTo>
                    <a:pt x="9268759" y="497338"/>
                  </a:lnTo>
                  <a:lnTo>
                    <a:pt x="9322525" y="437877"/>
                  </a:lnTo>
                  <a:lnTo>
                    <a:pt x="9380604" y="383850"/>
                  </a:lnTo>
                  <a:lnTo>
                    <a:pt x="9443553" y="334678"/>
                  </a:lnTo>
                  <a:lnTo>
                    <a:pt x="9511830" y="289843"/>
                  </a:lnTo>
                  <a:lnTo>
                    <a:pt x="9585727" y="248914"/>
                  </a:lnTo>
                  <a:lnTo>
                    <a:pt x="9665283" y="211553"/>
                  </a:lnTo>
                  <a:lnTo>
                    <a:pt x="9750179" y="177520"/>
                  </a:lnTo>
                  <a:lnTo>
                    <a:pt x="9839626" y="146677"/>
                  </a:lnTo>
                  <a:lnTo>
                    <a:pt x="9932264" y="118971"/>
                  </a:lnTo>
                  <a:lnTo>
                    <a:pt x="10026107" y="94424"/>
                  </a:lnTo>
                  <a:lnTo>
                    <a:pt x="10118565" y="73097"/>
                  </a:lnTo>
                  <a:lnTo>
                    <a:pt x="10206593" y="55053"/>
                  </a:lnTo>
                  <a:lnTo>
                    <a:pt x="10286980" y="40306"/>
                  </a:lnTo>
                  <a:lnTo>
                    <a:pt x="10356751" y="28781"/>
                  </a:lnTo>
                  <a:lnTo>
                    <a:pt x="10413625" y="20277"/>
                  </a:lnTo>
                  <a:lnTo>
                    <a:pt x="10456411" y="14462"/>
                  </a:lnTo>
                  <a:lnTo>
                    <a:pt x="10485262" y="10884"/>
                  </a:lnTo>
                  <a:lnTo>
                    <a:pt x="10501722" y="9016"/>
                  </a:lnTo>
                  <a:lnTo>
                    <a:pt x="10508623" y="8297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9015" y="85"/>
                  </a:lnTo>
                  <a:lnTo>
                    <a:pt x="10503096" y="695"/>
                  </a:lnTo>
                  <a:lnTo>
                    <a:pt x="10488074" y="2381"/>
                  </a:lnTo>
                  <a:lnTo>
                    <a:pt x="10460964" y="5703"/>
                  </a:lnTo>
                  <a:lnTo>
                    <a:pt x="10420042" y="11198"/>
                  </a:lnTo>
                  <a:lnTo>
                    <a:pt x="10364972" y="19328"/>
                  </a:lnTo>
                  <a:lnTo>
                    <a:pt x="10296780" y="30443"/>
                  </a:lnTo>
                  <a:lnTo>
                    <a:pt x="10217625" y="44761"/>
                  </a:lnTo>
                  <a:lnTo>
                    <a:pt x="10130415" y="62373"/>
                  </a:lnTo>
                  <a:lnTo>
                    <a:pt x="10038357" y="83273"/>
                  </a:lnTo>
                  <a:lnTo>
                    <a:pt x="9944537" y="107402"/>
                  </a:lnTo>
                  <a:lnTo>
                    <a:pt x="9851614" y="134697"/>
                  </a:lnTo>
                  <a:lnTo>
                    <a:pt x="9761659" y="165128"/>
                  </a:lnTo>
                  <a:lnTo>
                    <a:pt x="9676111" y="198737"/>
                  </a:lnTo>
                  <a:lnTo>
                    <a:pt x="9595828" y="235651"/>
                  </a:lnTo>
                  <a:lnTo>
                    <a:pt x="9521185" y="276095"/>
                  </a:lnTo>
                  <a:lnTo>
                    <a:pt x="9452184" y="320396"/>
                  </a:lnTo>
                  <a:lnTo>
                    <a:pt x="9388561" y="368972"/>
                  </a:lnTo>
                  <a:lnTo>
                    <a:pt x="9329874" y="422331"/>
                  </a:lnTo>
                  <a:lnTo>
                    <a:pt x="9275577" y="481046"/>
                  </a:lnTo>
                  <a:lnTo>
                    <a:pt x="9225068" y="545730"/>
                  </a:lnTo>
                  <a:lnTo>
                    <a:pt x="9177731" y="616982"/>
                  </a:lnTo>
                  <a:lnTo>
                    <a:pt x="9132971" y="695311"/>
                  </a:lnTo>
                  <a:lnTo>
                    <a:pt x="9090239" y="781009"/>
                  </a:lnTo>
                  <a:lnTo>
                    <a:pt x="9084767" y="792780"/>
                  </a:lnTo>
                  <a:lnTo>
                    <a:pt x="9054599" y="860952"/>
                  </a:lnTo>
                  <a:lnTo>
                    <a:pt x="9025075" y="933136"/>
                  </a:lnTo>
                  <a:lnTo>
                    <a:pt x="8996052" y="1009412"/>
                  </a:lnTo>
                  <a:lnTo>
                    <a:pt x="8967413" y="1089822"/>
                  </a:lnTo>
                  <a:lnTo>
                    <a:pt x="8939058" y="1174360"/>
                  </a:lnTo>
                  <a:lnTo>
                    <a:pt x="8910904" y="1262976"/>
                  </a:lnTo>
                  <a:lnTo>
                    <a:pt x="8882884" y="1355568"/>
                  </a:lnTo>
                  <a:lnTo>
                    <a:pt x="8854942" y="1451978"/>
                  </a:lnTo>
                  <a:lnTo>
                    <a:pt x="8827038" y="1551996"/>
                  </a:lnTo>
                  <a:lnTo>
                    <a:pt x="8799139" y="1655356"/>
                  </a:lnTo>
                  <a:lnTo>
                    <a:pt x="8771225" y="1761741"/>
                  </a:lnTo>
                  <a:lnTo>
                    <a:pt x="8743281" y="1870778"/>
                  </a:lnTo>
                  <a:lnTo>
                    <a:pt x="8715304" y="1982052"/>
                  </a:lnTo>
                  <a:lnTo>
                    <a:pt x="8687294" y="2095107"/>
                  </a:lnTo>
                  <a:lnTo>
                    <a:pt x="8659257" y="2209454"/>
                  </a:lnTo>
                  <a:lnTo>
                    <a:pt x="8631203" y="2324577"/>
                  </a:lnTo>
                  <a:lnTo>
                    <a:pt x="8603143" y="2439949"/>
                  </a:lnTo>
                  <a:lnTo>
                    <a:pt x="8575089" y="2555036"/>
                  </a:lnTo>
                  <a:lnTo>
                    <a:pt x="8547054" y="2669311"/>
                  </a:lnTo>
                  <a:lnTo>
                    <a:pt x="8519046" y="2782260"/>
                  </a:lnTo>
                  <a:lnTo>
                    <a:pt x="8491071" y="2893397"/>
                  </a:lnTo>
                  <a:lnTo>
                    <a:pt x="8463130" y="3002266"/>
                  </a:lnTo>
                  <a:lnTo>
                    <a:pt x="8435217" y="3108456"/>
                  </a:lnTo>
                  <a:lnTo>
                    <a:pt x="8407318" y="3211599"/>
                  </a:lnTo>
                  <a:lnTo>
                    <a:pt x="8379412" y="3311379"/>
                  </a:lnTo>
                  <a:lnTo>
                    <a:pt x="8351467" y="3407536"/>
                  </a:lnTo>
                  <a:lnTo>
                    <a:pt x="8323440" y="3499861"/>
                  </a:lnTo>
                  <a:lnTo>
                    <a:pt x="8295274" y="3588202"/>
                  </a:lnTo>
                  <a:lnTo>
                    <a:pt x="8266903" y="3672461"/>
                  </a:lnTo>
                  <a:lnTo>
                    <a:pt x="8238241" y="3752589"/>
                  </a:lnTo>
                  <a:lnTo>
                    <a:pt x="8209188" y="3828586"/>
                  </a:lnTo>
                  <a:lnTo>
                    <a:pt x="8179625" y="3900494"/>
                  </a:lnTo>
                  <a:lnTo>
                    <a:pt x="8151487" y="3963904"/>
                  </a:lnTo>
                  <a:lnTo>
                    <a:pt x="8108984" y="4050570"/>
                  </a:lnTo>
                  <a:lnTo>
                    <a:pt x="8064519" y="4129855"/>
                  </a:lnTo>
                  <a:lnTo>
                    <a:pt x="8017553" y="4202008"/>
                  </a:lnTo>
                  <a:lnTo>
                    <a:pt x="7967494" y="4267519"/>
                  </a:lnTo>
                  <a:lnTo>
                    <a:pt x="7913728" y="4326981"/>
                  </a:lnTo>
                  <a:lnTo>
                    <a:pt x="7855649" y="4381007"/>
                  </a:lnTo>
                  <a:lnTo>
                    <a:pt x="7792700" y="4430179"/>
                  </a:lnTo>
                  <a:lnTo>
                    <a:pt x="7724423" y="4475014"/>
                  </a:lnTo>
                  <a:lnTo>
                    <a:pt x="7650526" y="4515943"/>
                  </a:lnTo>
                  <a:lnTo>
                    <a:pt x="7570970" y="4553304"/>
                  </a:lnTo>
                  <a:lnTo>
                    <a:pt x="7486074" y="4587337"/>
                  </a:lnTo>
                  <a:lnTo>
                    <a:pt x="7396627" y="4618180"/>
                  </a:lnTo>
                  <a:lnTo>
                    <a:pt x="7303989" y="4645886"/>
                  </a:lnTo>
                  <a:lnTo>
                    <a:pt x="7210146" y="4670433"/>
                  </a:lnTo>
                  <a:lnTo>
                    <a:pt x="7117689" y="4691760"/>
                  </a:lnTo>
                  <a:lnTo>
                    <a:pt x="7029660" y="4709805"/>
                  </a:lnTo>
                  <a:lnTo>
                    <a:pt x="6949274" y="4724551"/>
                  </a:lnTo>
                  <a:lnTo>
                    <a:pt x="6879502" y="4736076"/>
                  </a:lnTo>
                  <a:lnTo>
                    <a:pt x="6822628" y="4744580"/>
                  </a:lnTo>
                  <a:lnTo>
                    <a:pt x="6779842" y="4750395"/>
                  </a:lnTo>
                  <a:lnTo>
                    <a:pt x="6750991" y="4753973"/>
                  </a:lnTo>
                  <a:lnTo>
                    <a:pt x="6734531" y="4755841"/>
                  </a:lnTo>
                  <a:lnTo>
                    <a:pt x="6727630" y="4756560"/>
                  </a:lnTo>
                  <a:lnTo>
                    <a:pt x="6726343" y="4756685"/>
                  </a:lnTo>
                  <a:lnTo>
                    <a:pt x="5254955" y="4756685"/>
                  </a:lnTo>
                  <a:lnTo>
                    <a:pt x="5253717" y="4756681"/>
                  </a:lnTo>
                  <a:lnTo>
                    <a:pt x="5245597" y="4756660"/>
                  </a:lnTo>
                  <a:lnTo>
                    <a:pt x="5225178" y="4756599"/>
                  </a:lnTo>
                  <a:lnTo>
                    <a:pt x="5188805" y="4756480"/>
                  </a:lnTo>
                  <a:lnTo>
                    <a:pt x="5134857" y="4756283"/>
                  </a:lnTo>
                  <a:lnTo>
                    <a:pt x="5063869" y="4755996"/>
                  </a:lnTo>
                  <a:lnTo>
                    <a:pt x="4978309" y="4755607"/>
                  </a:lnTo>
                  <a:lnTo>
                    <a:pt x="4882001" y="4755113"/>
                  </a:lnTo>
                  <a:lnTo>
                    <a:pt x="4779362" y="4754513"/>
                  </a:lnTo>
                  <a:lnTo>
                    <a:pt x="4674672" y="4753810"/>
                  </a:lnTo>
                  <a:lnTo>
                    <a:pt x="4571548" y="4753005"/>
                  </a:lnTo>
                  <a:lnTo>
                    <a:pt x="4472673" y="4752100"/>
                  </a:lnTo>
                  <a:lnTo>
                    <a:pt x="4379770" y="4751091"/>
                  </a:lnTo>
                  <a:lnTo>
                    <a:pt x="4293716" y="4749973"/>
                  </a:lnTo>
                  <a:lnTo>
                    <a:pt x="4214725" y="4748735"/>
                  </a:lnTo>
                  <a:lnTo>
                    <a:pt x="4142536" y="4747364"/>
                  </a:lnTo>
                  <a:lnTo>
                    <a:pt x="4076582" y="4745842"/>
                  </a:lnTo>
                  <a:lnTo>
                    <a:pt x="4016114" y="4744149"/>
                  </a:lnTo>
                  <a:lnTo>
                    <a:pt x="3960296" y="4742262"/>
                  </a:lnTo>
                  <a:lnTo>
                    <a:pt x="3908277" y="4740161"/>
                  </a:lnTo>
                  <a:lnTo>
                    <a:pt x="3859242" y="4737829"/>
                  </a:lnTo>
                  <a:lnTo>
                    <a:pt x="3829811" y="4736252"/>
                  </a:lnTo>
                  <a:lnTo>
                    <a:pt x="3773680" y="4732866"/>
                  </a:lnTo>
                  <a:lnTo>
                    <a:pt x="3719392" y="4729110"/>
                  </a:lnTo>
                  <a:lnTo>
                    <a:pt x="3666200" y="4724979"/>
                  </a:lnTo>
                  <a:lnTo>
                    <a:pt x="3613570" y="4720483"/>
                  </a:lnTo>
                  <a:lnTo>
                    <a:pt x="3561146" y="4715650"/>
                  </a:lnTo>
                  <a:lnTo>
                    <a:pt x="3508715" y="4710525"/>
                  </a:lnTo>
                  <a:lnTo>
                    <a:pt x="3456181" y="4705170"/>
                  </a:lnTo>
                  <a:lnTo>
                    <a:pt x="3403537" y="4699659"/>
                  </a:lnTo>
                  <a:lnTo>
                    <a:pt x="3350834" y="4694080"/>
                  </a:lnTo>
                  <a:lnTo>
                    <a:pt x="3298149" y="4688521"/>
                  </a:lnTo>
                  <a:lnTo>
                    <a:pt x="3245553" y="4683073"/>
                  </a:lnTo>
                  <a:lnTo>
                    <a:pt x="3193073" y="4677817"/>
                  </a:lnTo>
                  <a:lnTo>
                    <a:pt x="3140664" y="4672822"/>
                  </a:lnTo>
                  <a:lnTo>
                    <a:pt x="3088178" y="4668142"/>
                  </a:lnTo>
                  <a:lnTo>
                    <a:pt x="3035339" y="4663815"/>
                  </a:lnTo>
                  <a:lnTo>
                    <a:pt x="2981712" y="4659859"/>
                  </a:lnTo>
                  <a:lnTo>
                    <a:pt x="2926670" y="4656277"/>
                  </a:lnTo>
                  <a:lnTo>
                    <a:pt x="2896531" y="4654522"/>
                  </a:lnTo>
                  <a:lnTo>
                    <a:pt x="2848984" y="4652042"/>
                  </a:lnTo>
                  <a:lnTo>
                    <a:pt x="2798919" y="4649798"/>
                  </a:lnTo>
                  <a:lnTo>
                    <a:pt x="2745572" y="4647780"/>
                  </a:lnTo>
                  <a:lnTo>
                    <a:pt x="2688108" y="4645968"/>
                  </a:lnTo>
                  <a:lnTo>
                    <a:pt x="2625674" y="4644341"/>
                  </a:lnTo>
                  <a:lnTo>
                    <a:pt x="2557459" y="4642878"/>
                  </a:lnTo>
                  <a:lnTo>
                    <a:pt x="2482769" y="4641559"/>
                  </a:lnTo>
                  <a:lnTo>
                    <a:pt x="2401134" y="4640368"/>
                  </a:lnTo>
                  <a:lnTo>
                    <a:pt x="2312451" y="4639292"/>
                  </a:lnTo>
                  <a:lnTo>
                    <a:pt x="2217161" y="4638322"/>
                  </a:lnTo>
                  <a:lnTo>
                    <a:pt x="2116437" y="4637455"/>
                  </a:lnTo>
                  <a:lnTo>
                    <a:pt x="2012357" y="4636688"/>
                  </a:lnTo>
                  <a:lnTo>
                    <a:pt x="1907969" y="4636023"/>
                  </a:lnTo>
                  <a:lnTo>
                    <a:pt x="1807185" y="4635463"/>
                  </a:lnTo>
                  <a:lnTo>
                    <a:pt x="1714410" y="4635009"/>
                  </a:lnTo>
                  <a:lnTo>
                    <a:pt x="1633932" y="4634659"/>
                  </a:lnTo>
                  <a:lnTo>
                    <a:pt x="1569150" y="4634407"/>
                  </a:lnTo>
                  <a:lnTo>
                    <a:pt x="1521854" y="4634242"/>
                  </a:lnTo>
                  <a:lnTo>
                    <a:pt x="1491779" y="4634147"/>
                  </a:lnTo>
                  <a:lnTo>
                    <a:pt x="1476509" y="4634103"/>
                  </a:lnTo>
                  <a:lnTo>
                    <a:pt x="1471695" y="4634090"/>
                  </a:lnTo>
                  <a:lnTo>
                    <a:pt x="1471387" y="4634090"/>
                  </a:lnTo>
                  <a:lnTo>
                    <a:pt x="0" y="4634090"/>
                  </a:lnTo>
                  <a:close/>
                </a:path>
              </a:pathLst>
            </a:custGeom>
            <a:solidFill>
              <a:srgbClr val="67C1B3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176" name="pl1176"/>
            <p:cNvSpPr/>
            <p:nvPr/>
          </p:nvSpPr>
          <p:spPr>
            <a:xfrm>
              <a:off x="4799595" y="3884588"/>
              <a:ext cx="11981298" cy="4756685"/>
            </a:xfrm>
            <a:custGeom>
              <a:avLst/>
              <a:pathLst>
                <a:path w="11981298" h="4756685">
                  <a:moveTo>
                    <a:pt x="0" y="4634090"/>
                  </a:moveTo>
                  <a:lnTo>
                    <a:pt x="1471387" y="4634090"/>
                  </a:lnTo>
                  <a:lnTo>
                    <a:pt x="1472625" y="4634093"/>
                  </a:lnTo>
                  <a:lnTo>
                    <a:pt x="1480746" y="4634115"/>
                  </a:lnTo>
                  <a:lnTo>
                    <a:pt x="1501164" y="4634175"/>
                  </a:lnTo>
                  <a:lnTo>
                    <a:pt x="1537537" y="4634294"/>
                  </a:lnTo>
                  <a:lnTo>
                    <a:pt x="1591485" y="4634491"/>
                  </a:lnTo>
                  <a:lnTo>
                    <a:pt x="1662473" y="4634778"/>
                  </a:lnTo>
                  <a:lnTo>
                    <a:pt x="1748033" y="4635167"/>
                  </a:lnTo>
                  <a:lnTo>
                    <a:pt x="1844341" y="4635661"/>
                  </a:lnTo>
                  <a:lnTo>
                    <a:pt x="1946980" y="4636261"/>
                  </a:lnTo>
                  <a:lnTo>
                    <a:pt x="2051670" y="4636964"/>
                  </a:lnTo>
                  <a:lnTo>
                    <a:pt x="2154794" y="4637769"/>
                  </a:lnTo>
                  <a:lnTo>
                    <a:pt x="2253670" y="4638674"/>
                  </a:lnTo>
                  <a:lnTo>
                    <a:pt x="2346572" y="4639683"/>
                  </a:lnTo>
                  <a:lnTo>
                    <a:pt x="2432626" y="4640801"/>
                  </a:lnTo>
                  <a:lnTo>
                    <a:pt x="2511618" y="4642039"/>
                  </a:lnTo>
                  <a:lnTo>
                    <a:pt x="2583806" y="4643410"/>
                  </a:lnTo>
                  <a:lnTo>
                    <a:pt x="2649760" y="4644932"/>
                  </a:lnTo>
                  <a:lnTo>
                    <a:pt x="2710228" y="4646625"/>
                  </a:lnTo>
                  <a:lnTo>
                    <a:pt x="2766046" y="4648512"/>
                  </a:lnTo>
                  <a:lnTo>
                    <a:pt x="2818065" y="4650613"/>
                  </a:lnTo>
                  <a:lnTo>
                    <a:pt x="2867100" y="4652945"/>
                  </a:lnTo>
                  <a:lnTo>
                    <a:pt x="2896531" y="4654522"/>
                  </a:lnTo>
                  <a:lnTo>
                    <a:pt x="2952663" y="4657908"/>
                  </a:lnTo>
                  <a:lnTo>
                    <a:pt x="3006950" y="4661664"/>
                  </a:lnTo>
                  <a:lnTo>
                    <a:pt x="3060143" y="4665795"/>
                  </a:lnTo>
                  <a:lnTo>
                    <a:pt x="3112773" y="4670291"/>
                  </a:lnTo>
                  <a:lnTo>
                    <a:pt x="3165197" y="4675124"/>
                  </a:lnTo>
                  <a:lnTo>
                    <a:pt x="3217627" y="4680249"/>
                  </a:lnTo>
                  <a:lnTo>
                    <a:pt x="3270161" y="4685605"/>
                  </a:lnTo>
                  <a:lnTo>
                    <a:pt x="3322805" y="4691115"/>
                  </a:lnTo>
                  <a:lnTo>
                    <a:pt x="3375509" y="4696694"/>
                  </a:lnTo>
                  <a:lnTo>
                    <a:pt x="3428193" y="4702253"/>
                  </a:lnTo>
                  <a:lnTo>
                    <a:pt x="3480789" y="4707701"/>
                  </a:lnTo>
                  <a:lnTo>
                    <a:pt x="3533269" y="4712957"/>
                  </a:lnTo>
                  <a:lnTo>
                    <a:pt x="3585678" y="4717952"/>
                  </a:lnTo>
                  <a:lnTo>
                    <a:pt x="3638164" y="4722632"/>
                  </a:lnTo>
                  <a:lnTo>
                    <a:pt x="3691003" y="4726959"/>
                  </a:lnTo>
                  <a:lnTo>
                    <a:pt x="3744630" y="4730915"/>
                  </a:lnTo>
                  <a:lnTo>
                    <a:pt x="3799672" y="4734497"/>
                  </a:lnTo>
                  <a:lnTo>
                    <a:pt x="3829811" y="4736252"/>
                  </a:lnTo>
                  <a:lnTo>
                    <a:pt x="3877358" y="4738732"/>
                  </a:lnTo>
                  <a:lnTo>
                    <a:pt x="3927423" y="4740976"/>
                  </a:lnTo>
                  <a:lnTo>
                    <a:pt x="3980770" y="4742995"/>
                  </a:lnTo>
                  <a:lnTo>
                    <a:pt x="4038234" y="4744806"/>
                  </a:lnTo>
                  <a:lnTo>
                    <a:pt x="4100668" y="4746433"/>
                  </a:lnTo>
                  <a:lnTo>
                    <a:pt x="4168883" y="4747896"/>
                  </a:lnTo>
                  <a:lnTo>
                    <a:pt x="4243573" y="4749215"/>
                  </a:lnTo>
                  <a:lnTo>
                    <a:pt x="4325208" y="4750406"/>
                  </a:lnTo>
                  <a:lnTo>
                    <a:pt x="4413891" y="4751482"/>
                  </a:lnTo>
                  <a:lnTo>
                    <a:pt x="4509182" y="4752452"/>
                  </a:lnTo>
                  <a:lnTo>
                    <a:pt x="4609905" y="4753319"/>
                  </a:lnTo>
                  <a:lnTo>
                    <a:pt x="4713985" y="4754086"/>
                  </a:lnTo>
                  <a:lnTo>
                    <a:pt x="4818373" y="4754751"/>
                  </a:lnTo>
                  <a:lnTo>
                    <a:pt x="4919158" y="4755311"/>
                  </a:lnTo>
                  <a:lnTo>
                    <a:pt x="5011932" y="4755765"/>
                  </a:lnTo>
                  <a:lnTo>
                    <a:pt x="5092410" y="4756115"/>
                  </a:lnTo>
                  <a:lnTo>
                    <a:pt x="5157193" y="4756367"/>
                  </a:lnTo>
                  <a:lnTo>
                    <a:pt x="5204488" y="4756532"/>
                  </a:lnTo>
                  <a:lnTo>
                    <a:pt x="5234563" y="4756627"/>
                  </a:lnTo>
                  <a:lnTo>
                    <a:pt x="5249833" y="4756671"/>
                  </a:lnTo>
                  <a:lnTo>
                    <a:pt x="5254647" y="4756684"/>
                  </a:lnTo>
                  <a:lnTo>
                    <a:pt x="5254955" y="4756685"/>
                  </a:lnTo>
                  <a:lnTo>
                    <a:pt x="6726343" y="4756685"/>
                  </a:lnTo>
                  <a:lnTo>
                    <a:pt x="6727238" y="4756599"/>
                  </a:lnTo>
                  <a:lnTo>
                    <a:pt x="6733157" y="4755989"/>
                  </a:lnTo>
                  <a:lnTo>
                    <a:pt x="6748179" y="4754303"/>
                  </a:lnTo>
                  <a:lnTo>
                    <a:pt x="6775289" y="4750981"/>
                  </a:lnTo>
                  <a:lnTo>
                    <a:pt x="6816211" y="4745486"/>
                  </a:lnTo>
                  <a:lnTo>
                    <a:pt x="6871281" y="4737356"/>
                  </a:lnTo>
                  <a:lnTo>
                    <a:pt x="6939473" y="4726241"/>
                  </a:lnTo>
                  <a:lnTo>
                    <a:pt x="7018628" y="4711923"/>
                  </a:lnTo>
                  <a:lnTo>
                    <a:pt x="7105838" y="4694311"/>
                  </a:lnTo>
                  <a:lnTo>
                    <a:pt x="7197896" y="4673411"/>
                  </a:lnTo>
                  <a:lnTo>
                    <a:pt x="7291716" y="4649282"/>
                  </a:lnTo>
                  <a:lnTo>
                    <a:pt x="7384639" y="4621987"/>
                  </a:lnTo>
                  <a:lnTo>
                    <a:pt x="7474594" y="4591556"/>
                  </a:lnTo>
                  <a:lnTo>
                    <a:pt x="7560143" y="4557947"/>
                  </a:lnTo>
                  <a:lnTo>
                    <a:pt x="7640425" y="4521033"/>
                  </a:lnTo>
                  <a:lnTo>
                    <a:pt x="7715068" y="4480589"/>
                  </a:lnTo>
                  <a:lnTo>
                    <a:pt x="7784069" y="4436288"/>
                  </a:lnTo>
                  <a:lnTo>
                    <a:pt x="7847692" y="4387712"/>
                  </a:lnTo>
                  <a:lnTo>
                    <a:pt x="7906379" y="4334353"/>
                  </a:lnTo>
                  <a:lnTo>
                    <a:pt x="7960676" y="4275638"/>
                  </a:lnTo>
                  <a:lnTo>
                    <a:pt x="8011186" y="4210954"/>
                  </a:lnTo>
                  <a:lnTo>
                    <a:pt x="8058522" y="4139702"/>
                  </a:lnTo>
                  <a:lnTo>
                    <a:pt x="8103283" y="4061373"/>
                  </a:lnTo>
                  <a:lnTo>
                    <a:pt x="8146014" y="3975675"/>
                  </a:lnTo>
                  <a:lnTo>
                    <a:pt x="8151487" y="3963904"/>
                  </a:lnTo>
                  <a:lnTo>
                    <a:pt x="8181654" y="3895732"/>
                  </a:lnTo>
                  <a:lnTo>
                    <a:pt x="8211179" y="3823548"/>
                  </a:lnTo>
                  <a:lnTo>
                    <a:pt x="8240201" y="3747272"/>
                  </a:lnTo>
                  <a:lnTo>
                    <a:pt x="8268840" y="3666862"/>
                  </a:lnTo>
                  <a:lnTo>
                    <a:pt x="8297195" y="3582324"/>
                  </a:lnTo>
                  <a:lnTo>
                    <a:pt x="8325349" y="3493708"/>
                  </a:lnTo>
                  <a:lnTo>
                    <a:pt x="8353370" y="3401117"/>
                  </a:lnTo>
                  <a:lnTo>
                    <a:pt x="8381311" y="3304706"/>
                  </a:lnTo>
                  <a:lnTo>
                    <a:pt x="8409215" y="3204688"/>
                  </a:lnTo>
                  <a:lnTo>
                    <a:pt x="8437114" y="3101328"/>
                  </a:lnTo>
                  <a:lnTo>
                    <a:pt x="8465029" y="2994944"/>
                  </a:lnTo>
                  <a:lnTo>
                    <a:pt x="8492972" y="2885906"/>
                  </a:lnTo>
                  <a:lnTo>
                    <a:pt x="8520949" y="2774632"/>
                  </a:lnTo>
                  <a:lnTo>
                    <a:pt x="8548959" y="2661577"/>
                  </a:lnTo>
                  <a:lnTo>
                    <a:pt x="8576996" y="2547230"/>
                  </a:lnTo>
                  <a:lnTo>
                    <a:pt x="8605051" y="2432107"/>
                  </a:lnTo>
                  <a:lnTo>
                    <a:pt x="8633111" y="2316735"/>
                  </a:lnTo>
                  <a:lnTo>
                    <a:pt x="8661164" y="2201648"/>
                  </a:lnTo>
                  <a:lnTo>
                    <a:pt x="8689200" y="2087373"/>
                  </a:lnTo>
                  <a:lnTo>
                    <a:pt x="8717208" y="1974424"/>
                  </a:lnTo>
                  <a:lnTo>
                    <a:pt x="8745182" y="1863287"/>
                  </a:lnTo>
                  <a:lnTo>
                    <a:pt x="8773124" y="1754418"/>
                  </a:lnTo>
                  <a:lnTo>
                    <a:pt x="8801037" y="1648228"/>
                  </a:lnTo>
                  <a:lnTo>
                    <a:pt x="8828935" y="1545085"/>
                  </a:lnTo>
                  <a:lnTo>
                    <a:pt x="8856841" y="1445305"/>
                  </a:lnTo>
                  <a:lnTo>
                    <a:pt x="8884786" y="1349148"/>
                  </a:lnTo>
                  <a:lnTo>
                    <a:pt x="8912814" y="1256823"/>
                  </a:lnTo>
                  <a:lnTo>
                    <a:pt x="8940979" y="1168482"/>
                  </a:lnTo>
                  <a:lnTo>
                    <a:pt x="8969350" y="1084223"/>
                  </a:lnTo>
                  <a:lnTo>
                    <a:pt x="8998012" y="1004095"/>
                  </a:lnTo>
                  <a:lnTo>
                    <a:pt x="9027065" y="928098"/>
                  </a:lnTo>
                  <a:lnTo>
                    <a:pt x="9056629" y="856190"/>
                  </a:lnTo>
                  <a:lnTo>
                    <a:pt x="9084767" y="792780"/>
                  </a:lnTo>
                  <a:lnTo>
                    <a:pt x="9127269" y="706114"/>
                  </a:lnTo>
                  <a:lnTo>
                    <a:pt x="9171734" y="626829"/>
                  </a:lnTo>
                  <a:lnTo>
                    <a:pt x="9218700" y="554676"/>
                  </a:lnTo>
                  <a:lnTo>
                    <a:pt x="9268759" y="489165"/>
                  </a:lnTo>
                  <a:lnTo>
                    <a:pt x="9322525" y="429704"/>
                  </a:lnTo>
                  <a:lnTo>
                    <a:pt x="9380604" y="375677"/>
                  </a:lnTo>
                  <a:lnTo>
                    <a:pt x="9443553" y="326505"/>
                  </a:lnTo>
                  <a:lnTo>
                    <a:pt x="9511830" y="281670"/>
                  </a:lnTo>
                  <a:lnTo>
                    <a:pt x="9585727" y="240741"/>
                  </a:lnTo>
                  <a:lnTo>
                    <a:pt x="9665283" y="203380"/>
                  </a:lnTo>
                  <a:lnTo>
                    <a:pt x="9750179" y="169347"/>
                  </a:lnTo>
                  <a:lnTo>
                    <a:pt x="9839626" y="138504"/>
                  </a:lnTo>
                  <a:lnTo>
                    <a:pt x="9932264" y="110798"/>
                  </a:lnTo>
                  <a:lnTo>
                    <a:pt x="10026107" y="86251"/>
                  </a:lnTo>
                  <a:lnTo>
                    <a:pt x="10118565" y="64924"/>
                  </a:lnTo>
                  <a:lnTo>
                    <a:pt x="10206593" y="46880"/>
                  </a:lnTo>
                  <a:lnTo>
                    <a:pt x="10286980" y="32133"/>
                  </a:lnTo>
                  <a:lnTo>
                    <a:pt x="10356751" y="20608"/>
                  </a:lnTo>
                  <a:lnTo>
                    <a:pt x="10413625" y="12104"/>
                  </a:lnTo>
                  <a:lnTo>
                    <a:pt x="10456411" y="6289"/>
                  </a:lnTo>
                  <a:lnTo>
                    <a:pt x="10485262" y="2711"/>
                  </a:lnTo>
                  <a:lnTo>
                    <a:pt x="10501722" y="843"/>
                  </a:lnTo>
                  <a:lnTo>
                    <a:pt x="10508623" y="124"/>
                  </a:lnTo>
                  <a:lnTo>
                    <a:pt x="10509909" y="0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77" name="pl1177"/>
            <p:cNvSpPr/>
            <p:nvPr/>
          </p:nvSpPr>
          <p:spPr>
            <a:xfrm>
              <a:off x="4799595" y="3876415"/>
              <a:ext cx="11981298" cy="4756685"/>
            </a:xfrm>
            <a:custGeom>
              <a:avLst/>
              <a:pathLst>
                <a:path w="11981298" h="4756685">
                  <a:moveTo>
                    <a:pt x="11981298" y="0"/>
                  </a:moveTo>
                  <a:lnTo>
                    <a:pt x="10509911" y="0"/>
                  </a:lnTo>
                  <a:lnTo>
                    <a:pt x="10509015" y="85"/>
                  </a:lnTo>
                  <a:lnTo>
                    <a:pt x="10503096" y="695"/>
                  </a:lnTo>
                  <a:lnTo>
                    <a:pt x="10488074" y="2381"/>
                  </a:lnTo>
                  <a:lnTo>
                    <a:pt x="10460964" y="5703"/>
                  </a:lnTo>
                  <a:lnTo>
                    <a:pt x="10420042" y="11198"/>
                  </a:lnTo>
                  <a:lnTo>
                    <a:pt x="10364972" y="19328"/>
                  </a:lnTo>
                  <a:lnTo>
                    <a:pt x="10296780" y="30443"/>
                  </a:lnTo>
                  <a:lnTo>
                    <a:pt x="10217625" y="44761"/>
                  </a:lnTo>
                  <a:lnTo>
                    <a:pt x="10130415" y="62373"/>
                  </a:lnTo>
                  <a:lnTo>
                    <a:pt x="10038357" y="83273"/>
                  </a:lnTo>
                  <a:lnTo>
                    <a:pt x="9944537" y="107402"/>
                  </a:lnTo>
                  <a:lnTo>
                    <a:pt x="9851614" y="134697"/>
                  </a:lnTo>
                  <a:lnTo>
                    <a:pt x="9761659" y="165128"/>
                  </a:lnTo>
                  <a:lnTo>
                    <a:pt x="9676111" y="198737"/>
                  </a:lnTo>
                  <a:lnTo>
                    <a:pt x="9595828" y="235651"/>
                  </a:lnTo>
                  <a:lnTo>
                    <a:pt x="9521185" y="276095"/>
                  </a:lnTo>
                  <a:lnTo>
                    <a:pt x="9452184" y="320396"/>
                  </a:lnTo>
                  <a:lnTo>
                    <a:pt x="9388561" y="368972"/>
                  </a:lnTo>
                  <a:lnTo>
                    <a:pt x="9329874" y="422331"/>
                  </a:lnTo>
                  <a:lnTo>
                    <a:pt x="9275577" y="481046"/>
                  </a:lnTo>
                  <a:lnTo>
                    <a:pt x="9225068" y="545730"/>
                  </a:lnTo>
                  <a:lnTo>
                    <a:pt x="9177731" y="616982"/>
                  </a:lnTo>
                  <a:lnTo>
                    <a:pt x="9132971" y="695311"/>
                  </a:lnTo>
                  <a:lnTo>
                    <a:pt x="9090239" y="781009"/>
                  </a:lnTo>
                  <a:lnTo>
                    <a:pt x="9084767" y="792780"/>
                  </a:lnTo>
                  <a:lnTo>
                    <a:pt x="9054599" y="860952"/>
                  </a:lnTo>
                  <a:lnTo>
                    <a:pt x="9025075" y="933136"/>
                  </a:lnTo>
                  <a:lnTo>
                    <a:pt x="8996052" y="1009412"/>
                  </a:lnTo>
                  <a:lnTo>
                    <a:pt x="8967413" y="1089822"/>
                  </a:lnTo>
                  <a:lnTo>
                    <a:pt x="8939058" y="1174360"/>
                  </a:lnTo>
                  <a:lnTo>
                    <a:pt x="8910904" y="1262976"/>
                  </a:lnTo>
                  <a:lnTo>
                    <a:pt x="8882884" y="1355568"/>
                  </a:lnTo>
                  <a:lnTo>
                    <a:pt x="8854942" y="1451978"/>
                  </a:lnTo>
                  <a:lnTo>
                    <a:pt x="8827038" y="1551996"/>
                  </a:lnTo>
                  <a:lnTo>
                    <a:pt x="8799139" y="1655356"/>
                  </a:lnTo>
                  <a:lnTo>
                    <a:pt x="8771225" y="1761741"/>
                  </a:lnTo>
                  <a:lnTo>
                    <a:pt x="8743281" y="1870778"/>
                  </a:lnTo>
                  <a:lnTo>
                    <a:pt x="8715304" y="1982052"/>
                  </a:lnTo>
                  <a:lnTo>
                    <a:pt x="8687294" y="2095107"/>
                  </a:lnTo>
                  <a:lnTo>
                    <a:pt x="8659257" y="2209454"/>
                  </a:lnTo>
                  <a:lnTo>
                    <a:pt x="8631203" y="2324577"/>
                  </a:lnTo>
                  <a:lnTo>
                    <a:pt x="8603143" y="2439949"/>
                  </a:lnTo>
                  <a:lnTo>
                    <a:pt x="8575089" y="2555036"/>
                  </a:lnTo>
                  <a:lnTo>
                    <a:pt x="8547054" y="2669311"/>
                  </a:lnTo>
                  <a:lnTo>
                    <a:pt x="8519046" y="2782260"/>
                  </a:lnTo>
                  <a:lnTo>
                    <a:pt x="8491071" y="2893397"/>
                  </a:lnTo>
                  <a:lnTo>
                    <a:pt x="8463130" y="3002266"/>
                  </a:lnTo>
                  <a:lnTo>
                    <a:pt x="8435217" y="3108456"/>
                  </a:lnTo>
                  <a:lnTo>
                    <a:pt x="8407318" y="3211599"/>
                  </a:lnTo>
                  <a:lnTo>
                    <a:pt x="8379412" y="3311379"/>
                  </a:lnTo>
                  <a:lnTo>
                    <a:pt x="8351467" y="3407536"/>
                  </a:lnTo>
                  <a:lnTo>
                    <a:pt x="8323440" y="3499861"/>
                  </a:lnTo>
                  <a:lnTo>
                    <a:pt x="8295274" y="3588202"/>
                  </a:lnTo>
                  <a:lnTo>
                    <a:pt x="8266903" y="3672461"/>
                  </a:lnTo>
                  <a:lnTo>
                    <a:pt x="8238241" y="3752589"/>
                  </a:lnTo>
                  <a:lnTo>
                    <a:pt x="8209188" y="3828586"/>
                  </a:lnTo>
                  <a:lnTo>
                    <a:pt x="8179625" y="3900494"/>
                  </a:lnTo>
                  <a:lnTo>
                    <a:pt x="8151487" y="3963904"/>
                  </a:lnTo>
                  <a:lnTo>
                    <a:pt x="8108984" y="4050570"/>
                  </a:lnTo>
                  <a:lnTo>
                    <a:pt x="8064519" y="4129855"/>
                  </a:lnTo>
                  <a:lnTo>
                    <a:pt x="8017553" y="4202008"/>
                  </a:lnTo>
                  <a:lnTo>
                    <a:pt x="7967494" y="4267519"/>
                  </a:lnTo>
                  <a:lnTo>
                    <a:pt x="7913728" y="4326981"/>
                  </a:lnTo>
                  <a:lnTo>
                    <a:pt x="7855649" y="4381007"/>
                  </a:lnTo>
                  <a:lnTo>
                    <a:pt x="7792700" y="4430179"/>
                  </a:lnTo>
                  <a:lnTo>
                    <a:pt x="7724423" y="4475014"/>
                  </a:lnTo>
                  <a:lnTo>
                    <a:pt x="7650526" y="4515943"/>
                  </a:lnTo>
                  <a:lnTo>
                    <a:pt x="7570970" y="4553304"/>
                  </a:lnTo>
                  <a:lnTo>
                    <a:pt x="7486074" y="4587337"/>
                  </a:lnTo>
                  <a:lnTo>
                    <a:pt x="7396627" y="4618180"/>
                  </a:lnTo>
                  <a:lnTo>
                    <a:pt x="7303989" y="4645886"/>
                  </a:lnTo>
                  <a:lnTo>
                    <a:pt x="7210146" y="4670433"/>
                  </a:lnTo>
                  <a:lnTo>
                    <a:pt x="7117689" y="4691760"/>
                  </a:lnTo>
                  <a:lnTo>
                    <a:pt x="7029660" y="4709805"/>
                  </a:lnTo>
                  <a:lnTo>
                    <a:pt x="6949274" y="4724551"/>
                  </a:lnTo>
                  <a:lnTo>
                    <a:pt x="6879502" y="4736076"/>
                  </a:lnTo>
                  <a:lnTo>
                    <a:pt x="6822628" y="4744580"/>
                  </a:lnTo>
                  <a:lnTo>
                    <a:pt x="6779842" y="4750395"/>
                  </a:lnTo>
                  <a:lnTo>
                    <a:pt x="6750991" y="4753973"/>
                  </a:lnTo>
                  <a:lnTo>
                    <a:pt x="6734531" y="4755841"/>
                  </a:lnTo>
                  <a:lnTo>
                    <a:pt x="6727630" y="4756560"/>
                  </a:lnTo>
                  <a:lnTo>
                    <a:pt x="6726345" y="4756684"/>
                  </a:lnTo>
                  <a:lnTo>
                    <a:pt x="6726343" y="4756685"/>
                  </a:lnTo>
                  <a:lnTo>
                    <a:pt x="5254955" y="4756685"/>
                  </a:lnTo>
                  <a:lnTo>
                    <a:pt x="5253717" y="4756681"/>
                  </a:lnTo>
                  <a:lnTo>
                    <a:pt x="5245597" y="4756660"/>
                  </a:lnTo>
                  <a:lnTo>
                    <a:pt x="5225178" y="4756599"/>
                  </a:lnTo>
                  <a:lnTo>
                    <a:pt x="5188805" y="4756480"/>
                  </a:lnTo>
                  <a:lnTo>
                    <a:pt x="5134857" y="4756283"/>
                  </a:lnTo>
                  <a:lnTo>
                    <a:pt x="5063869" y="4755996"/>
                  </a:lnTo>
                  <a:lnTo>
                    <a:pt x="4978309" y="4755607"/>
                  </a:lnTo>
                  <a:lnTo>
                    <a:pt x="4882001" y="4755113"/>
                  </a:lnTo>
                  <a:lnTo>
                    <a:pt x="4779362" y="4754513"/>
                  </a:lnTo>
                  <a:lnTo>
                    <a:pt x="4674672" y="4753810"/>
                  </a:lnTo>
                  <a:lnTo>
                    <a:pt x="4571548" y="4753005"/>
                  </a:lnTo>
                  <a:lnTo>
                    <a:pt x="4472673" y="4752100"/>
                  </a:lnTo>
                  <a:lnTo>
                    <a:pt x="4379770" y="4751091"/>
                  </a:lnTo>
                  <a:lnTo>
                    <a:pt x="4293716" y="4749973"/>
                  </a:lnTo>
                  <a:lnTo>
                    <a:pt x="4214725" y="4748735"/>
                  </a:lnTo>
                  <a:lnTo>
                    <a:pt x="4142536" y="4747364"/>
                  </a:lnTo>
                  <a:lnTo>
                    <a:pt x="4076582" y="4745842"/>
                  </a:lnTo>
                  <a:lnTo>
                    <a:pt x="4016114" y="4744149"/>
                  </a:lnTo>
                  <a:lnTo>
                    <a:pt x="3960296" y="4742262"/>
                  </a:lnTo>
                  <a:lnTo>
                    <a:pt x="3908277" y="4740161"/>
                  </a:lnTo>
                  <a:lnTo>
                    <a:pt x="3859242" y="4737829"/>
                  </a:lnTo>
                  <a:lnTo>
                    <a:pt x="3829811" y="4736252"/>
                  </a:lnTo>
                  <a:lnTo>
                    <a:pt x="3773680" y="4732866"/>
                  </a:lnTo>
                  <a:lnTo>
                    <a:pt x="3719392" y="4729110"/>
                  </a:lnTo>
                  <a:lnTo>
                    <a:pt x="3666200" y="4724979"/>
                  </a:lnTo>
                  <a:lnTo>
                    <a:pt x="3613570" y="4720483"/>
                  </a:lnTo>
                  <a:lnTo>
                    <a:pt x="3561146" y="4715650"/>
                  </a:lnTo>
                  <a:lnTo>
                    <a:pt x="3508715" y="4710525"/>
                  </a:lnTo>
                  <a:lnTo>
                    <a:pt x="3456181" y="4705170"/>
                  </a:lnTo>
                  <a:lnTo>
                    <a:pt x="3403537" y="4699659"/>
                  </a:lnTo>
                  <a:lnTo>
                    <a:pt x="3350834" y="4694080"/>
                  </a:lnTo>
                  <a:lnTo>
                    <a:pt x="3298149" y="4688521"/>
                  </a:lnTo>
                  <a:lnTo>
                    <a:pt x="3245553" y="4683073"/>
                  </a:lnTo>
                  <a:lnTo>
                    <a:pt x="3193073" y="4677817"/>
                  </a:lnTo>
                  <a:lnTo>
                    <a:pt x="3140664" y="4672822"/>
                  </a:lnTo>
                  <a:lnTo>
                    <a:pt x="3088178" y="4668142"/>
                  </a:lnTo>
                  <a:lnTo>
                    <a:pt x="3035339" y="4663815"/>
                  </a:lnTo>
                  <a:lnTo>
                    <a:pt x="2981712" y="4659859"/>
                  </a:lnTo>
                  <a:lnTo>
                    <a:pt x="2926670" y="4656277"/>
                  </a:lnTo>
                  <a:lnTo>
                    <a:pt x="2896531" y="4654522"/>
                  </a:lnTo>
                  <a:lnTo>
                    <a:pt x="2848984" y="4652042"/>
                  </a:lnTo>
                  <a:lnTo>
                    <a:pt x="2798919" y="4649798"/>
                  </a:lnTo>
                  <a:lnTo>
                    <a:pt x="2745572" y="4647780"/>
                  </a:lnTo>
                  <a:lnTo>
                    <a:pt x="2688108" y="4645968"/>
                  </a:lnTo>
                  <a:lnTo>
                    <a:pt x="2625674" y="4644341"/>
                  </a:lnTo>
                  <a:lnTo>
                    <a:pt x="2557459" y="4642878"/>
                  </a:lnTo>
                  <a:lnTo>
                    <a:pt x="2482769" y="4641559"/>
                  </a:lnTo>
                  <a:lnTo>
                    <a:pt x="2401134" y="4640368"/>
                  </a:lnTo>
                  <a:lnTo>
                    <a:pt x="2312451" y="4639292"/>
                  </a:lnTo>
                  <a:lnTo>
                    <a:pt x="2217161" y="4638322"/>
                  </a:lnTo>
                  <a:lnTo>
                    <a:pt x="2116437" y="4637455"/>
                  </a:lnTo>
                  <a:lnTo>
                    <a:pt x="2012357" y="4636688"/>
                  </a:lnTo>
                  <a:lnTo>
                    <a:pt x="1907969" y="4636023"/>
                  </a:lnTo>
                  <a:lnTo>
                    <a:pt x="1807185" y="4635463"/>
                  </a:lnTo>
                  <a:lnTo>
                    <a:pt x="1714410" y="4635009"/>
                  </a:lnTo>
                  <a:lnTo>
                    <a:pt x="1633932" y="4634659"/>
                  </a:lnTo>
                  <a:lnTo>
                    <a:pt x="1569150" y="4634407"/>
                  </a:lnTo>
                  <a:lnTo>
                    <a:pt x="1521854" y="4634242"/>
                  </a:lnTo>
                  <a:lnTo>
                    <a:pt x="1491779" y="4634147"/>
                  </a:lnTo>
                  <a:lnTo>
                    <a:pt x="1476509" y="4634103"/>
                  </a:lnTo>
                  <a:lnTo>
                    <a:pt x="1471695" y="4634090"/>
                  </a:lnTo>
                  <a:lnTo>
                    <a:pt x="1471387" y="4634090"/>
                  </a:lnTo>
                  <a:lnTo>
                    <a:pt x="0" y="463409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78" name="pg1178"/>
            <p:cNvSpPr/>
            <p:nvPr/>
          </p:nvSpPr>
          <p:spPr>
            <a:xfrm>
              <a:off x="4799595" y="8682138"/>
              <a:ext cx="11981298" cy="2337477"/>
            </a:xfrm>
            <a:custGeom>
              <a:avLst/>
              <a:pathLst>
                <a:path w="11981298" h="2337477">
                  <a:moveTo>
                    <a:pt x="0" y="8172"/>
                  </a:moveTo>
                  <a:lnTo>
                    <a:pt x="1471387" y="8172"/>
                  </a:lnTo>
                  <a:lnTo>
                    <a:pt x="1472561" y="8228"/>
                  </a:lnTo>
                  <a:lnTo>
                    <a:pt x="1480276" y="8623"/>
                  </a:lnTo>
                  <a:lnTo>
                    <a:pt x="1499704" y="9714"/>
                  </a:lnTo>
                  <a:lnTo>
                    <a:pt x="1534393" y="11862"/>
                  </a:lnTo>
                  <a:lnTo>
                    <a:pt x="1586005" y="15398"/>
                  </a:lnTo>
                  <a:lnTo>
                    <a:pt x="1654192" y="20592"/>
                  </a:lnTo>
                  <a:lnTo>
                    <a:pt x="1736771" y="27624"/>
                  </a:lnTo>
                  <a:lnTo>
                    <a:pt x="1830227" y="36584"/>
                  </a:lnTo>
                  <a:lnTo>
                    <a:pt x="1930401" y="47483"/>
                  </a:lnTo>
                  <a:lnTo>
                    <a:pt x="2033177" y="60287"/>
                  </a:lnTo>
                  <a:lnTo>
                    <a:pt x="2134995" y="74954"/>
                  </a:lnTo>
                  <a:lnTo>
                    <a:pt x="2233141" y="91469"/>
                  </a:lnTo>
                  <a:lnTo>
                    <a:pt x="2325799" y="109862"/>
                  </a:lnTo>
                  <a:lnTo>
                    <a:pt x="2411979" y="130228"/>
                  </a:lnTo>
                  <a:lnTo>
                    <a:pt x="2491343" y="152733"/>
                  </a:lnTo>
                  <a:lnTo>
                    <a:pt x="2564040" y="177610"/>
                  </a:lnTo>
                  <a:lnTo>
                    <a:pt x="2630544" y="205159"/>
                  </a:lnTo>
                  <a:lnTo>
                    <a:pt x="2691524" y="235734"/>
                  </a:lnTo>
                  <a:lnTo>
                    <a:pt x="2747755" y="269722"/>
                  </a:lnTo>
                  <a:lnTo>
                    <a:pt x="2800047" y="307517"/>
                  </a:lnTo>
                  <a:lnTo>
                    <a:pt x="2849189" y="349454"/>
                  </a:lnTo>
                  <a:lnTo>
                    <a:pt x="2895903" y="395724"/>
                  </a:lnTo>
                  <a:lnTo>
                    <a:pt x="2896531" y="396390"/>
                  </a:lnTo>
                  <a:lnTo>
                    <a:pt x="2937120" y="441945"/>
                  </a:lnTo>
                  <a:lnTo>
                    <a:pt x="2976628" y="491112"/>
                  </a:lnTo>
                  <a:lnTo>
                    <a:pt x="3015373" y="543962"/>
                  </a:lnTo>
                  <a:lnTo>
                    <a:pt x="3053607" y="600497"/>
                  </a:lnTo>
                  <a:lnTo>
                    <a:pt x="3091524" y="660641"/>
                  </a:lnTo>
                  <a:lnTo>
                    <a:pt x="3129274" y="724232"/>
                  </a:lnTo>
                  <a:lnTo>
                    <a:pt x="3166961" y="791021"/>
                  </a:lnTo>
                  <a:lnTo>
                    <a:pt x="3204657" y="860670"/>
                  </a:lnTo>
                  <a:lnTo>
                    <a:pt x="3242401" y="932753"/>
                  </a:lnTo>
                  <a:lnTo>
                    <a:pt x="3280207" y="1006771"/>
                  </a:lnTo>
                  <a:lnTo>
                    <a:pt x="3318067" y="1082160"/>
                  </a:lnTo>
                  <a:lnTo>
                    <a:pt x="3355962" y="1158308"/>
                  </a:lnTo>
                  <a:lnTo>
                    <a:pt x="3393862" y="1234578"/>
                  </a:lnTo>
                  <a:lnTo>
                    <a:pt x="3431739" y="1310329"/>
                  </a:lnTo>
                  <a:lnTo>
                    <a:pt x="3469567" y="1384938"/>
                  </a:lnTo>
                  <a:lnTo>
                    <a:pt x="3507334" y="1457820"/>
                  </a:lnTo>
                  <a:lnTo>
                    <a:pt x="3545045" y="1528449"/>
                  </a:lnTo>
                  <a:lnTo>
                    <a:pt x="3582729" y="1596371"/>
                  </a:lnTo>
                  <a:lnTo>
                    <a:pt x="3620445" y="1661213"/>
                  </a:lnTo>
                  <a:lnTo>
                    <a:pt x="3658283" y="1722692"/>
                  </a:lnTo>
                  <a:lnTo>
                    <a:pt x="3696376" y="1780613"/>
                  </a:lnTo>
                  <a:lnTo>
                    <a:pt x="3734900" y="1834869"/>
                  </a:lnTo>
                  <a:lnTo>
                    <a:pt x="3774085" y="1885432"/>
                  </a:lnTo>
                  <a:lnTo>
                    <a:pt x="3814220" y="1932348"/>
                  </a:lnTo>
                  <a:lnTo>
                    <a:pt x="3829811" y="1949260"/>
                  </a:lnTo>
                  <a:lnTo>
                    <a:pt x="3876497" y="1995590"/>
                  </a:lnTo>
                  <a:lnTo>
                    <a:pt x="3925601" y="2037586"/>
                  </a:lnTo>
                  <a:lnTo>
                    <a:pt x="3977844" y="2075435"/>
                  </a:lnTo>
                  <a:lnTo>
                    <a:pt x="4034016" y="2109473"/>
                  </a:lnTo>
                  <a:lnTo>
                    <a:pt x="4094925" y="2140092"/>
                  </a:lnTo>
                  <a:lnTo>
                    <a:pt x="4161348" y="2167680"/>
                  </a:lnTo>
                  <a:lnTo>
                    <a:pt x="4233957" y="2192591"/>
                  </a:lnTo>
                  <a:lnTo>
                    <a:pt x="4313227" y="2215127"/>
                  </a:lnTo>
                  <a:lnTo>
                    <a:pt x="4399314" y="2235522"/>
                  </a:lnTo>
                  <a:lnTo>
                    <a:pt x="4491889" y="2253941"/>
                  </a:lnTo>
                  <a:lnTo>
                    <a:pt x="4589969" y="2270481"/>
                  </a:lnTo>
                  <a:lnTo>
                    <a:pt x="4691754" y="2285174"/>
                  </a:lnTo>
                  <a:lnTo>
                    <a:pt x="4794538" y="2298004"/>
                  </a:lnTo>
                  <a:lnTo>
                    <a:pt x="4894775" y="2308929"/>
                  </a:lnTo>
                  <a:lnTo>
                    <a:pt x="4988352" y="2317915"/>
                  </a:lnTo>
                  <a:lnTo>
                    <a:pt x="5071107" y="2324974"/>
                  </a:lnTo>
                  <a:lnTo>
                    <a:pt x="5139509" y="2330192"/>
                  </a:lnTo>
                  <a:lnTo>
                    <a:pt x="5191357" y="2333750"/>
                  </a:lnTo>
                  <a:lnTo>
                    <a:pt x="5226272" y="2335914"/>
                  </a:lnTo>
                  <a:lnTo>
                    <a:pt x="5245889" y="2337017"/>
                  </a:lnTo>
                  <a:lnTo>
                    <a:pt x="5253733" y="2337419"/>
                  </a:lnTo>
                  <a:lnTo>
                    <a:pt x="5254955" y="2337477"/>
                  </a:lnTo>
                  <a:lnTo>
                    <a:pt x="6726343" y="2337477"/>
                  </a:lnTo>
                  <a:lnTo>
                    <a:pt x="6727518" y="2337422"/>
                  </a:lnTo>
                  <a:lnTo>
                    <a:pt x="6735237" y="2337030"/>
                  </a:lnTo>
                  <a:lnTo>
                    <a:pt x="6754678" y="2335945"/>
                  </a:lnTo>
                  <a:lnTo>
                    <a:pt x="6789390" y="2333811"/>
                  </a:lnTo>
                  <a:lnTo>
                    <a:pt x="6841034" y="2330297"/>
                  </a:lnTo>
                  <a:lnTo>
                    <a:pt x="6909258" y="2325136"/>
                  </a:lnTo>
                  <a:lnTo>
                    <a:pt x="6991877" y="2318148"/>
                  </a:lnTo>
                  <a:lnTo>
                    <a:pt x="7085371" y="2309246"/>
                  </a:lnTo>
                  <a:lnTo>
                    <a:pt x="7185579" y="2298417"/>
                  </a:lnTo>
                  <a:lnTo>
                    <a:pt x="7288381" y="2285696"/>
                  </a:lnTo>
                  <a:lnTo>
                    <a:pt x="7390218" y="2271123"/>
                  </a:lnTo>
                  <a:lnTo>
                    <a:pt x="7488373" y="2254715"/>
                  </a:lnTo>
                  <a:lnTo>
                    <a:pt x="7581036" y="2236441"/>
                  </a:lnTo>
                  <a:lnTo>
                    <a:pt x="7667214" y="2216206"/>
                  </a:lnTo>
                  <a:lnTo>
                    <a:pt x="7746574" y="2193846"/>
                  </a:lnTo>
                  <a:lnTo>
                    <a:pt x="7819265" y="2169128"/>
                  </a:lnTo>
                  <a:lnTo>
                    <a:pt x="7885761" y="2141754"/>
                  </a:lnTo>
                  <a:lnTo>
                    <a:pt x="7946734" y="2111374"/>
                  </a:lnTo>
                  <a:lnTo>
                    <a:pt x="8002959" y="2077599"/>
                  </a:lnTo>
                  <a:lnTo>
                    <a:pt x="8055247" y="2040042"/>
                  </a:lnTo>
                  <a:lnTo>
                    <a:pt x="8104387" y="1998369"/>
                  </a:lnTo>
                  <a:lnTo>
                    <a:pt x="8151102" y="1952389"/>
                  </a:lnTo>
                  <a:lnTo>
                    <a:pt x="8151487" y="1951984"/>
                  </a:lnTo>
                  <a:lnTo>
                    <a:pt x="8192179" y="1906627"/>
                  </a:lnTo>
                  <a:lnTo>
                    <a:pt x="8231786" y="1857664"/>
                  </a:lnTo>
                  <a:lnTo>
                    <a:pt x="8270627" y="1805026"/>
                  </a:lnTo>
                  <a:lnTo>
                    <a:pt x="8308956" y="1748709"/>
                  </a:lnTo>
                  <a:lnTo>
                    <a:pt x="8346968" y="1688792"/>
                  </a:lnTo>
                  <a:lnTo>
                    <a:pt x="8384814" y="1625437"/>
                  </a:lnTo>
                  <a:lnTo>
                    <a:pt x="8422599" y="1558894"/>
                  </a:lnTo>
                  <a:lnTo>
                    <a:pt x="8460393" y="1489505"/>
                  </a:lnTo>
                  <a:lnTo>
                    <a:pt x="8498236" y="1417694"/>
                  </a:lnTo>
                  <a:lnTo>
                    <a:pt x="8536140" y="1343965"/>
                  </a:lnTo>
                  <a:lnTo>
                    <a:pt x="8574100" y="1268884"/>
                  </a:lnTo>
                  <a:lnTo>
                    <a:pt x="8612093" y="1193062"/>
                  </a:lnTo>
                  <a:lnTo>
                    <a:pt x="8650091" y="1117138"/>
                  </a:lnTo>
                  <a:lnTo>
                    <a:pt x="8688064" y="1041753"/>
                  </a:lnTo>
                  <a:lnTo>
                    <a:pt x="8725988" y="967531"/>
                  </a:lnTo>
                  <a:lnTo>
                    <a:pt x="8763850" y="895053"/>
                  </a:lnTo>
                  <a:lnTo>
                    <a:pt x="8801657" y="824845"/>
                  </a:lnTo>
                  <a:lnTo>
                    <a:pt x="8839439" y="757357"/>
                  </a:lnTo>
                  <a:lnTo>
                    <a:pt x="8877255" y="692958"/>
                  </a:lnTo>
                  <a:lnTo>
                    <a:pt x="8915201" y="631928"/>
                  </a:lnTo>
                  <a:lnTo>
                    <a:pt x="8953410" y="574456"/>
                  </a:lnTo>
                  <a:lnTo>
                    <a:pt x="8992064" y="520646"/>
                  </a:lnTo>
                  <a:lnTo>
                    <a:pt x="9031397" y="470521"/>
                  </a:lnTo>
                  <a:lnTo>
                    <a:pt x="9071705" y="424031"/>
                  </a:lnTo>
                  <a:lnTo>
                    <a:pt x="9084767" y="410012"/>
                  </a:lnTo>
                  <a:lnTo>
                    <a:pt x="9131464" y="363996"/>
                  </a:lnTo>
                  <a:lnTo>
                    <a:pt x="9180581" y="322286"/>
                  </a:lnTo>
                  <a:lnTo>
                    <a:pt x="9232839" y="284696"/>
                  </a:lnTo>
                  <a:lnTo>
                    <a:pt x="9289028" y="250891"/>
                  </a:lnTo>
                  <a:lnTo>
                    <a:pt x="9349958" y="220484"/>
                  </a:lnTo>
                  <a:lnTo>
                    <a:pt x="9416404" y="193087"/>
                  </a:lnTo>
                  <a:lnTo>
                    <a:pt x="9489041" y="168348"/>
                  </a:lnTo>
                  <a:lnTo>
                    <a:pt x="9568343" y="145969"/>
                  </a:lnTo>
                  <a:lnTo>
                    <a:pt x="9654464" y="125716"/>
                  </a:lnTo>
                  <a:lnTo>
                    <a:pt x="9747075" y="107426"/>
                  </a:lnTo>
                  <a:lnTo>
                    <a:pt x="9845191" y="91003"/>
                  </a:lnTo>
                  <a:lnTo>
                    <a:pt x="9947007" y="76415"/>
                  </a:lnTo>
                  <a:lnTo>
                    <a:pt x="10049815" y="63678"/>
                  </a:lnTo>
                  <a:lnTo>
                    <a:pt x="10150061" y="52833"/>
                  </a:lnTo>
                  <a:lnTo>
                    <a:pt x="10243630" y="43914"/>
                  </a:lnTo>
                  <a:lnTo>
                    <a:pt x="10326356" y="36910"/>
                  </a:lnTo>
                  <a:lnTo>
                    <a:pt x="10394713" y="31735"/>
                  </a:lnTo>
                  <a:lnTo>
                    <a:pt x="10446500" y="28208"/>
                  </a:lnTo>
                  <a:lnTo>
                    <a:pt x="10481350" y="26063"/>
                  </a:lnTo>
                  <a:lnTo>
                    <a:pt x="10500907" y="24971"/>
                  </a:lnTo>
                  <a:lnTo>
                    <a:pt x="10508706" y="24575"/>
                  </a:lnTo>
                  <a:lnTo>
                    <a:pt x="10509911" y="24518"/>
                  </a:lnTo>
                  <a:lnTo>
                    <a:pt x="11981298" y="24518"/>
                  </a:lnTo>
                  <a:lnTo>
                    <a:pt x="11981298" y="16345"/>
                  </a:lnTo>
                  <a:lnTo>
                    <a:pt x="10509911" y="16345"/>
                  </a:lnTo>
                  <a:lnTo>
                    <a:pt x="10508736" y="16401"/>
                  </a:lnTo>
                  <a:lnTo>
                    <a:pt x="10501016" y="16793"/>
                  </a:lnTo>
                  <a:lnTo>
                    <a:pt x="10481575" y="17877"/>
                  </a:lnTo>
                  <a:lnTo>
                    <a:pt x="10446863" y="20011"/>
                  </a:lnTo>
                  <a:lnTo>
                    <a:pt x="10395220" y="23525"/>
                  </a:lnTo>
                  <a:lnTo>
                    <a:pt x="10326995" y="28686"/>
                  </a:lnTo>
                  <a:lnTo>
                    <a:pt x="10244377" y="35674"/>
                  </a:lnTo>
                  <a:lnTo>
                    <a:pt x="10150882" y="44577"/>
                  </a:lnTo>
                  <a:lnTo>
                    <a:pt x="10050674" y="55405"/>
                  </a:lnTo>
                  <a:lnTo>
                    <a:pt x="9947872" y="68127"/>
                  </a:lnTo>
                  <a:lnTo>
                    <a:pt x="9846035" y="82700"/>
                  </a:lnTo>
                  <a:lnTo>
                    <a:pt x="9747880" y="99107"/>
                  </a:lnTo>
                  <a:lnTo>
                    <a:pt x="9655217" y="117382"/>
                  </a:lnTo>
                  <a:lnTo>
                    <a:pt x="9569039" y="137617"/>
                  </a:lnTo>
                  <a:lnTo>
                    <a:pt x="9489679" y="159977"/>
                  </a:lnTo>
                  <a:lnTo>
                    <a:pt x="9416989" y="184695"/>
                  </a:lnTo>
                  <a:lnTo>
                    <a:pt x="9350493" y="212068"/>
                  </a:lnTo>
                  <a:lnTo>
                    <a:pt x="9289519" y="242449"/>
                  </a:lnTo>
                  <a:lnTo>
                    <a:pt x="9233294" y="276223"/>
                  </a:lnTo>
                  <a:lnTo>
                    <a:pt x="9181006" y="313780"/>
                  </a:lnTo>
                  <a:lnTo>
                    <a:pt x="9131866" y="355454"/>
                  </a:lnTo>
                  <a:lnTo>
                    <a:pt x="9085151" y="401434"/>
                  </a:lnTo>
                  <a:lnTo>
                    <a:pt x="9084767" y="401839"/>
                  </a:lnTo>
                  <a:lnTo>
                    <a:pt x="9044074" y="447196"/>
                  </a:lnTo>
                  <a:lnTo>
                    <a:pt x="9004468" y="496158"/>
                  </a:lnTo>
                  <a:lnTo>
                    <a:pt x="8965626" y="548797"/>
                  </a:lnTo>
                  <a:lnTo>
                    <a:pt x="8927298" y="605113"/>
                  </a:lnTo>
                  <a:lnTo>
                    <a:pt x="8889285" y="665030"/>
                  </a:lnTo>
                  <a:lnTo>
                    <a:pt x="8851439" y="728385"/>
                  </a:lnTo>
                  <a:lnTo>
                    <a:pt x="8813655" y="794928"/>
                  </a:lnTo>
                  <a:lnTo>
                    <a:pt x="8775860" y="864318"/>
                  </a:lnTo>
                  <a:lnTo>
                    <a:pt x="8738017" y="936128"/>
                  </a:lnTo>
                  <a:lnTo>
                    <a:pt x="8700113" y="1009857"/>
                  </a:lnTo>
                  <a:lnTo>
                    <a:pt x="8662153" y="1084939"/>
                  </a:lnTo>
                  <a:lnTo>
                    <a:pt x="8624160" y="1160761"/>
                  </a:lnTo>
                  <a:lnTo>
                    <a:pt x="8586162" y="1236685"/>
                  </a:lnTo>
                  <a:lnTo>
                    <a:pt x="8548189" y="1312069"/>
                  </a:lnTo>
                  <a:lnTo>
                    <a:pt x="8510265" y="1386292"/>
                  </a:lnTo>
                  <a:lnTo>
                    <a:pt x="8472403" y="1458769"/>
                  </a:lnTo>
                  <a:lnTo>
                    <a:pt x="8434596" y="1528977"/>
                  </a:lnTo>
                  <a:lnTo>
                    <a:pt x="8396815" y="1596465"/>
                  </a:lnTo>
                  <a:lnTo>
                    <a:pt x="8358998" y="1660864"/>
                  </a:lnTo>
                  <a:lnTo>
                    <a:pt x="8321052" y="1721895"/>
                  </a:lnTo>
                  <a:lnTo>
                    <a:pt x="8282843" y="1779367"/>
                  </a:lnTo>
                  <a:lnTo>
                    <a:pt x="8244189" y="1833177"/>
                  </a:lnTo>
                  <a:lnTo>
                    <a:pt x="8204856" y="1883302"/>
                  </a:lnTo>
                  <a:lnTo>
                    <a:pt x="8164548" y="1929792"/>
                  </a:lnTo>
                  <a:lnTo>
                    <a:pt x="8151487" y="1943811"/>
                  </a:lnTo>
                  <a:lnTo>
                    <a:pt x="8104789" y="1989827"/>
                  </a:lnTo>
                  <a:lnTo>
                    <a:pt x="8055672" y="2031536"/>
                  </a:lnTo>
                  <a:lnTo>
                    <a:pt x="8003415" y="2069127"/>
                  </a:lnTo>
                  <a:lnTo>
                    <a:pt x="7947226" y="2102931"/>
                  </a:lnTo>
                  <a:lnTo>
                    <a:pt x="7886296" y="2133339"/>
                  </a:lnTo>
                  <a:lnTo>
                    <a:pt x="7819849" y="2160736"/>
                  </a:lnTo>
                  <a:lnTo>
                    <a:pt x="7747213" y="2185475"/>
                  </a:lnTo>
                  <a:lnTo>
                    <a:pt x="7667910" y="2207854"/>
                  </a:lnTo>
                  <a:lnTo>
                    <a:pt x="7581789" y="2228106"/>
                  </a:lnTo>
                  <a:lnTo>
                    <a:pt x="7489178" y="2246396"/>
                  </a:lnTo>
                  <a:lnTo>
                    <a:pt x="7391062" y="2262819"/>
                  </a:lnTo>
                  <a:lnTo>
                    <a:pt x="7289246" y="2277408"/>
                  </a:lnTo>
                  <a:lnTo>
                    <a:pt x="7186438" y="2290145"/>
                  </a:lnTo>
                  <a:lnTo>
                    <a:pt x="7086192" y="2300990"/>
                  </a:lnTo>
                  <a:lnTo>
                    <a:pt x="6992623" y="2309908"/>
                  </a:lnTo>
                  <a:lnTo>
                    <a:pt x="6909897" y="2316912"/>
                  </a:lnTo>
                  <a:lnTo>
                    <a:pt x="6841540" y="2322088"/>
                  </a:lnTo>
                  <a:lnTo>
                    <a:pt x="6789753" y="2325615"/>
                  </a:lnTo>
                  <a:lnTo>
                    <a:pt x="6754903" y="2327759"/>
                  </a:lnTo>
                  <a:lnTo>
                    <a:pt x="6735346" y="2328851"/>
                  </a:lnTo>
                  <a:lnTo>
                    <a:pt x="6727547" y="2329248"/>
                  </a:lnTo>
                  <a:lnTo>
                    <a:pt x="6726343" y="2329304"/>
                  </a:lnTo>
                  <a:lnTo>
                    <a:pt x="5254955" y="2329304"/>
                  </a:lnTo>
                  <a:lnTo>
                    <a:pt x="5253781" y="2329249"/>
                  </a:lnTo>
                  <a:lnTo>
                    <a:pt x="5246066" y="2328854"/>
                  </a:lnTo>
                  <a:lnTo>
                    <a:pt x="5226639" y="2327763"/>
                  </a:lnTo>
                  <a:lnTo>
                    <a:pt x="5191949" y="2325615"/>
                  </a:lnTo>
                  <a:lnTo>
                    <a:pt x="5140337" y="2322079"/>
                  </a:lnTo>
                  <a:lnTo>
                    <a:pt x="5072150" y="2316885"/>
                  </a:lnTo>
                  <a:lnTo>
                    <a:pt x="4989571" y="2309852"/>
                  </a:lnTo>
                  <a:lnTo>
                    <a:pt x="4896115" y="2300892"/>
                  </a:lnTo>
                  <a:lnTo>
                    <a:pt x="4795941" y="2289994"/>
                  </a:lnTo>
                  <a:lnTo>
                    <a:pt x="4693165" y="2277190"/>
                  </a:lnTo>
                  <a:lnTo>
                    <a:pt x="4591347" y="2262522"/>
                  </a:lnTo>
                  <a:lnTo>
                    <a:pt x="4493202" y="2246008"/>
                  </a:lnTo>
                  <a:lnTo>
                    <a:pt x="4400543" y="2227615"/>
                  </a:lnTo>
                  <a:lnTo>
                    <a:pt x="4314364" y="2207248"/>
                  </a:lnTo>
                  <a:lnTo>
                    <a:pt x="4234999" y="2184743"/>
                  </a:lnTo>
                  <a:lnTo>
                    <a:pt x="4162302" y="2159866"/>
                  </a:lnTo>
                  <a:lnTo>
                    <a:pt x="4095798" y="2132317"/>
                  </a:lnTo>
                  <a:lnTo>
                    <a:pt x="4034818" y="2101743"/>
                  </a:lnTo>
                  <a:lnTo>
                    <a:pt x="3978587" y="2067754"/>
                  </a:lnTo>
                  <a:lnTo>
                    <a:pt x="3926295" y="2029960"/>
                  </a:lnTo>
                  <a:lnTo>
                    <a:pt x="3877153" y="1988023"/>
                  </a:lnTo>
                  <a:lnTo>
                    <a:pt x="3830439" y="1941752"/>
                  </a:lnTo>
                  <a:lnTo>
                    <a:pt x="3829811" y="1941087"/>
                  </a:lnTo>
                  <a:lnTo>
                    <a:pt x="3789222" y="1895531"/>
                  </a:lnTo>
                  <a:lnTo>
                    <a:pt x="3749714" y="1846364"/>
                  </a:lnTo>
                  <a:lnTo>
                    <a:pt x="3710969" y="1793514"/>
                  </a:lnTo>
                  <a:lnTo>
                    <a:pt x="3672735" y="1736979"/>
                  </a:lnTo>
                  <a:lnTo>
                    <a:pt x="3634818" y="1676836"/>
                  </a:lnTo>
                  <a:lnTo>
                    <a:pt x="3597069" y="1613244"/>
                  </a:lnTo>
                  <a:lnTo>
                    <a:pt x="3559381" y="1546455"/>
                  </a:lnTo>
                  <a:lnTo>
                    <a:pt x="3521685" y="1476807"/>
                  </a:lnTo>
                  <a:lnTo>
                    <a:pt x="3483941" y="1404723"/>
                  </a:lnTo>
                  <a:lnTo>
                    <a:pt x="3446135" y="1330705"/>
                  </a:lnTo>
                  <a:lnTo>
                    <a:pt x="3408275" y="1255317"/>
                  </a:lnTo>
                  <a:lnTo>
                    <a:pt x="3370380" y="1179169"/>
                  </a:lnTo>
                  <a:lnTo>
                    <a:pt x="3332480" y="1102898"/>
                  </a:lnTo>
                  <a:lnTo>
                    <a:pt x="3294603" y="1027147"/>
                  </a:lnTo>
                  <a:lnTo>
                    <a:pt x="3256775" y="952538"/>
                  </a:lnTo>
                  <a:lnTo>
                    <a:pt x="3219008" y="879656"/>
                  </a:lnTo>
                  <a:lnTo>
                    <a:pt x="3181297" y="809027"/>
                  </a:lnTo>
                  <a:lnTo>
                    <a:pt x="3143613" y="741106"/>
                  </a:lnTo>
                  <a:lnTo>
                    <a:pt x="3105897" y="676264"/>
                  </a:lnTo>
                  <a:lnTo>
                    <a:pt x="3068059" y="614785"/>
                  </a:lnTo>
                  <a:lnTo>
                    <a:pt x="3029966" y="556864"/>
                  </a:lnTo>
                  <a:lnTo>
                    <a:pt x="2991442" y="502608"/>
                  </a:lnTo>
                  <a:lnTo>
                    <a:pt x="2952257" y="452045"/>
                  </a:lnTo>
                  <a:lnTo>
                    <a:pt x="2912122" y="405128"/>
                  </a:lnTo>
                  <a:lnTo>
                    <a:pt x="2896531" y="388217"/>
                  </a:lnTo>
                  <a:lnTo>
                    <a:pt x="2849845" y="341886"/>
                  </a:lnTo>
                  <a:lnTo>
                    <a:pt x="2800741" y="299891"/>
                  </a:lnTo>
                  <a:lnTo>
                    <a:pt x="2748498" y="262042"/>
                  </a:lnTo>
                  <a:lnTo>
                    <a:pt x="2692326" y="228003"/>
                  </a:lnTo>
                  <a:lnTo>
                    <a:pt x="2631417" y="197385"/>
                  </a:lnTo>
                  <a:lnTo>
                    <a:pt x="2564994" y="169797"/>
                  </a:lnTo>
                  <a:lnTo>
                    <a:pt x="2492385" y="144885"/>
                  </a:lnTo>
                  <a:lnTo>
                    <a:pt x="2413115" y="122349"/>
                  </a:lnTo>
                  <a:lnTo>
                    <a:pt x="2327028" y="101955"/>
                  </a:lnTo>
                  <a:lnTo>
                    <a:pt x="2234453" y="83535"/>
                  </a:lnTo>
                  <a:lnTo>
                    <a:pt x="2136373" y="66995"/>
                  </a:lnTo>
                  <a:lnTo>
                    <a:pt x="2034589" y="52302"/>
                  </a:lnTo>
                  <a:lnTo>
                    <a:pt x="1931804" y="39473"/>
                  </a:lnTo>
                  <a:lnTo>
                    <a:pt x="1831567" y="28548"/>
                  </a:lnTo>
                  <a:lnTo>
                    <a:pt x="1737990" y="19561"/>
                  </a:lnTo>
                  <a:lnTo>
                    <a:pt x="1655235" y="12502"/>
                  </a:lnTo>
                  <a:lnTo>
                    <a:pt x="1586833" y="7284"/>
                  </a:lnTo>
                  <a:lnTo>
                    <a:pt x="1534985" y="3727"/>
                  </a:lnTo>
                  <a:lnTo>
                    <a:pt x="1500071" y="1562"/>
                  </a:lnTo>
                  <a:lnTo>
                    <a:pt x="1480453" y="459"/>
                  </a:lnTo>
                  <a:lnTo>
                    <a:pt x="1472609" y="57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C1B3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179" name="pl1179"/>
            <p:cNvSpPr/>
            <p:nvPr/>
          </p:nvSpPr>
          <p:spPr>
            <a:xfrm>
              <a:off x="4799595" y="8690311"/>
              <a:ext cx="11981298" cy="2329304"/>
            </a:xfrm>
            <a:custGeom>
              <a:avLst/>
              <a:pathLst>
                <a:path w="11981298" h="2329304">
                  <a:moveTo>
                    <a:pt x="0" y="0"/>
                  </a:moveTo>
                  <a:lnTo>
                    <a:pt x="1471387" y="0"/>
                  </a:lnTo>
                  <a:lnTo>
                    <a:pt x="1472561" y="55"/>
                  </a:lnTo>
                  <a:lnTo>
                    <a:pt x="1480276" y="450"/>
                  </a:lnTo>
                  <a:lnTo>
                    <a:pt x="1499704" y="1541"/>
                  </a:lnTo>
                  <a:lnTo>
                    <a:pt x="1534393" y="3689"/>
                  </a:lnTo>
                  <a:lnTo>
                    <a:pt x="1586005" y="7225"/>
                  </a:lnTo>
                  <a:lnTo>
                    <a:pt x="1654192" y="12419"/>
                  </a:lnTo>
                  <a:lnTo>
                    <a:pt x="1736771" y="19451"/>
                  </a:lnTo>
                  <a:lnTo>
                    <a:pt x="1830227" y="28411"/>
                  </a:lnTo>
                  <a:lnTo>
                    <a:pt x="1930401" y="39310"/>
                  </a:lnTo>
                  <a:lnTo>
                    <a:pt x="2033177" y="52114"/>
                  </a:lnTo>
                  <a:lnTo>
                    <a:pt x="2134995" y="66781"/>
                  </a:lnTo>
                  <a:lnTo>
                    <a:pt x="2233141" y="83296"/>
                  </a:lnTo>
                  <a:lnTo>
                    <a:pt x="2325799" y="101689"/>
                  </a:lnTo>
                  <a:lnTo>
                    <a:pt x="2411979" y="122055"/>
                  </a:lnTo>
                  <a:lnTo>
                    <a:pt x="2491343" y="144560"/>
                  </a:lnTo>
                  <a:lnTo>
                    <a:pt x="2564040" y="169437"/>
                  </a:lnTo>
                  <a:lnTo>
                    <a:pt x="2630544" y="196986"/>
                  </a:lnTo>
                  <a:lnTo>
                    <a:pt x="2691524" y="227561"/>
                  </a:lnTo>
                  <a:lnTo>
                    <a:pt x="2747755" y="261549"/>
                  </a:lnTo>
                  <a:lnTo>
                    <a:pt x="2800047" y="299344"/>
                  </a:lnTo>
                  <a:lnTo>
                    <a:pt x="2849189" y="341281"/>
                  </a:lnTo>
                  <a:lnTo>
                    <a:pt x="2895903" y="387551"/>
                  </a:lnTo>
                  <a:lnTo>
                    <a:pt x="2896531" y="388217"/>
                  </a:lnTo>
                  <a:lnTo>
                    <a:pt x="2937120" y="433772"/>
                  </a:lnTo>
                  <a:lnTo>
                    <a:pt x="2976628" y="482939"/>
                  </a:lnTo>
                  <a:lnTo>
                    <a:pt x="3015373" y="535789"/>
                  </a:lnTo>
                  <a:lnTo>
                    <a:pt x="3053607" y="592324"/>
                  </a:lnTo>
                  <a:lnTo>
                    <a:pt x="3091524" y="652468"/>
                  </a:lnTo>
                  <a:lnTo>
                    <a:pt x="3129274" y="716059"/>
                  </a:lnTo>
                  <a:lnTo>
                    <a:pt x="3166961" y="782848"/>
                  </a:lnTo>
                  <a:lnTo>
                    <a:pt x="3204657" y="852497"/>
                  </a:lnTo>
                  <a:lnTo>
                    <a:pt x="3242401" y="924580"/>
                  </a:lnTo>
                  <a:lnTo>
                    <a:pt x="3280207" y="998598"/>
                  </a:lnTo>
                  <a:lnTo>
                    <a:pt x="3318067" y="1073987"/>
                  </a:lnTo>
                  <a:lnTo>
                    <a:pt x="3355962" y="1150135"/>
                  </a:lnTo>
                  <a:lnTo>
                    <a:pt x="3393862" y="1226405"/>
                  </a:lnTo>
                  <a:lnTo>
                    <a:pt x="3431739" y="1302156"/>
                  </a:lnTo>
                  <a:lnTo>
                    <a:pt x="3469567" y="1376765"/>
                  </a:lnTo>
                  <a:lnTo>
                    <a:pt x="3507334" y="1449647"/>
                  </a:lnTo>
                  <a:lnTo>
                    <a:pt x="3545045" y="1520276"/>
                  </a:lnTo>
                  <a:lnTo>
                    <a:pt x="3582729" y="1588198"/>
                  </a:lnTo>
                  <a:lnTo>
                    <a:pt x="3620445" y="1653040"/>
                  </a:lnTo>
                  <a:lnTo>
                    <a:pt x="3658283" y="1714519"/>
                  </a:lnTo>
                  <a:lnTo>
                    <a:pt x="3696376" y="1772440"/>
                  </a:lnTo>
                  <a:lnTo>
                    <a:pt x="3734900" y="1826696"/>
                  </a:lnTo>
                  <a:lnTo>
                    <a:pt x="3774085" y="1877259"/>
                  </a:lnTo>
                  <a:lnTo>
                    <a:pt x="3814220" y="1924175"/>
                  </a:lnTo>
                  <a:lnTo>
                    <a:pt x="3829811" y="1941087"/>
                  </a:lnTo>
                  <a:lnTo>
                    <a:pt x="3876497" y="1987417"/>
                  </a:lnTo>
                  <a:lnTo>
                    <a:pt x="3925601" y="2029413"/>
                  </a:lnTo>
                  <a:lnTo>
                    <a:pt x="3977844" y="2067262"/>
                  </a:lnTo>
                  <a:lnTo>
                    <a:pt x="4034016" y="2101300"/>
                  </a:lnTo>
                  <a:lnTo>
                    <a:pt x="4094925" y="2131919"/>
                  </a:lnTo>
                  <a:lnTo>
                    <a:pt x="4161348" y="2159507"/>
                  </a:lnTo>
                  <a:lnTo>
                    <a:pt x="4233957" y="2184418"/>
                  </a:lnTo>
                  <a:lnTo>
                    <a:pt x="4313227" y="2206954"/>
                  </a:lnTo>
                  <a:lnTo>
                    <a:pt x="4399314" y="2227349"/>
                  </a:lnTo>
                  <a:lnTo>
                    <a:pt x="4491889" y="2245768"/>
                  </a:lnTo>
                  <a:lnTo>
                    <a:pt x="4589969" y="2262308"/>
                  </a:lnTo>
                  <a:lnTo>
                    <a:pt x="4691754" y="2277001"/>
                  </a:lnTo>
                  <a:lnTo>
                    <a:pt x="4794538" y="2289831"/>
                  </a:lnTo>
                  <a:lnTo>
                    <a:pt x="4894775" y="2300756"/>
                  </a:lnTo>
                  <a:lnTo>
                    <a:pt x="4988352" y="2309742"/>
                  </a:lnTo>
                  <a:lnTo>
                    <a:pt x="5071107" y="2316801"/>
                  </a:lnTo>
                  <a:lnTo>
                    <a:pt x="5139509" y="2322019"/>
                  </a:lnTo>
                  <a:lnTo>
                    <a:pt x="5191357" y="2325577"/>
                  </a:lnTo>
                  <a:lnTo>
                    <a:pt x="5226272" y="2327741"/>
                  </a:lnTo>
                  <a:lnTo>
                    <a:pt x="5245889" y="2328844"/>
                  </a:lnTo>
                  <a:lnTo>
                    <a:pt x="5253733" y="2329246"/>
                  </a:lnTo>
                  <a:lnTo>
                    <a:pt x="5254955" y="2329304"/>
                  </a:lnTo>
                  <a:lnTo>
                    <a:pt x="5254955" y="2329304"/>
                  </a:lnTo>
                  <a:lnTo>
                    <a:pt x="6726343" y="2329304"/>
                  </a:lnTo>
                  <a:lnTo>
                    <a:pt x="6727518" y="2329249"/>
                  </a:lnTo>
                  <a:lnTo>
                    <a:pt x="6735237" y="2328857"/>
                  </a:lnTo>
                  <a:lnTo>
                    <a:pt x="6754678" y="2327772"/>
                  </a:lnTo>
                  <a:lnTo>
                    <a:pt x="6789390" y="2325638"/>
                  </a:lnTo>
                  <a:lnTo>
                    <a:pt x="6841034" y="2322124"/>
                  </a:lnTo>
                  <a:lnTo>
                    <a:pt x="6909258" y="2316963"/>
                  </a:lnTo>
                  <a:lnTo>
                    <a:pt x="6991877" y="2309975"/>
                  </a:lnTo>
                  <a:lnTo>
                    <a:pt x="7085371" y="2301073"/>
                  </a:lnTo>
                  <a:lnTo>
                    <a:pt x="7185579" y="2290244"/>
                  </a:lnTo>
                  <a:lnTo>
                    <a:pt x="7288381" y="2277523"/>
                  </a:lnTo>
                  <a:lnTo>
                    <a:pt x="7390218" y="2262950"/>
                  </a:lnTo>
                  <a:lnTo>
                    <a:pt x="7488373" y="2246542"/>
                  </a:lnTo>
                  <a:lnTo>
                    <a:pt x="7581036" y="2228268"/>
                  </a:lnTo>
                  <a:lnTo>
                    <a:pt x="7667214" y="2208033"/>
                  </a:lnTo>
                  <a:lnTo>
                    <a:pt x="7746574" y="2185673"/>
                  </a:lnTo>
                  <a:lnTo>
                    <a:pt x="7819265" y="2160955"/>
                  </a:lnTo>
                  <a:lnTo>
                    <a:pt x="7885761" y="2133581"/>
                  </a:lnTo>
                  <a:lnTo>
                    <a:pt x="7946734" y="2103201"/>
                  </a:lnTo>
                  <a:lnTo>
                    <a:pt x="8002959" y="2069426"/>
                  </a:lnTo>
                  <a:lnTo>
                    <a:pt x="8055247" y="2031869"/>
                  </a:lnTo>
                  <a:lnTo>
                    <a:pt x="8104387" y="1990196"/>
                  </a:lnTo>
                  <a:lnTo>
                    <a:pt x="8151102" y="1944216"/>
                  </a:lnTo>
                  <a:lnTo>
                    <a:pt x="8151487" y="1943811"/>
                  </a:lnTo>
                  <a:lnTo>
                    <a:pt x="8192179" y="1898454"/>
                  </a:lnTo>
                  <a:lnTo>
                    <a:pt x="8231786" y="1849491"/>
                  </a:lnTo>
                  <a:lnTo>
                    <a:pt x="8270627" y="1796853"/>
                  </a:lnTo>
                  <a:lnTo>
                    <a:pt x="8308956" y="1740536"/>
                  </a:lnTo>
                  <a:lnTo>
                    <a:pt x="8346968" y="1680619"/>
                  </a:lnTo>
                  <a:lnTo>
                    <a:pt x="8384814" y="1617264"/>
                  </a:lnTo>
                  <a:lnTo>
                    <a:pt x="8422599" y="1550721"/>
                  </a:lnTo>
                  <a:lnTo>
                    <a:pt x="8460393" y="1481332"/>
                  </a:lnTo>
                  <a:lnTo>
                    <a:pt x="8498236" y="1409521"/>
                  </a:lnTo>
                  <a:lnTo>
                    <a:pt x="8536140" y="1335792"/>
                  </a:lnTo>
                  <a:lnTo>
                    <a:pt x="8574100" y="1260711"/>
                  </a:lnTo>
                  <a:lnTo>
                    <a:pt x="8612093" y="1184889"/>
                  </a:lnTo>
                  <a:lnTo>
                    <a:pt x="8650091" y="1108965"/>
                  </a:lnTo>
                  <a:lnTo>
                    <a:pt x="8688064" y="1033580"/>
                  </a:lnTo>
                  <a:lnTo>
                    <a:pt x="8725988" y="959358"/>
                  </a:lnTo>
                  <a:lnTo>
                    <a:pt x="8763850" y="886880"/>
                  </a:lnTo>
                  <a:lnTo>
                    <a:pt x="8801657" y="816672"/>
                  </a:lnTo>
                  <a:lnTo>
                    <a:pt x="8839439" y="749184"/>
                  </a:lnTo>
                  <a:lnTo>
                    <a:pt x="8877255" y="684785"/>
                  </a:lnTo>
                  <a:lnTo>
                    <a:pt x="8915201" y="623755"/>
                  </a:lnTo>
                  <a:lnTo>
                    <a:pt x="8953410" y="566283"/>
                  </a:lnTo>
                  <a:lnTo>
                    <a:pt x="8992064" y="512473"/>
                  </a:lnTo>
                  <a:lnTo>
                    <a:pt x="9031397" y="462348"/>
                  </a:lnTo>
                  <a:lnTo>
                    <a:pt x="9071705" y="415858"/>
                  </a:lnTo>
                  <a:lnTo>
                    <a:pt x="9084767" y="401839"/>
                  </a:lnTo>
                  <a:lnTo>
                    <a:pt x="9131464" y="355823"/>
                  </a:lnTo>
                  <a:lnTo>
                    <a:pt x="9180581" y="314113"/>
                  </a:lnTo>
                  <a:lnTo>
                    <a:pt x="9232839" y="276523"/>
                  </a:lnTo>
                  <a:lnTo>
                    <a:pt x="9289028" y="242718"/>
                  </a:lnTo>
                  <a:lnTo>
                    <a:pt x="9349958" y="212311"/>
                  </a:lnTo>
                  <a:lnTo>
                    <a:pt x="9416404" y="184914"/>
                  </a:lnTo>
                  <a:lnTo>
                    <a:pt x="9489041" y="160175"/>
                  </a:lnTo>
                  <a:lnTo>
                    <a:pt x="9568343" y="137796"/>
                  </a:lnTo>
                  <a:lnTo>
                    <a:pt x="9654464" y="117543"/>
                  </a:lnTo>
                  <a:lnTo>
                    <a:pt x="9747075" y="99253"/>
                  </a:lnTo>
                  <a:lnTo>
                    <a:pt x="9845191" y="82830"/>
                  </a:lnTo>
                  <a:lnTo>
                    <a:pt x="9947007" y="68242"/>
                  </a:lnTo>
                  <a:lnTo>
                    <a:pt x="10049815" y="55505"/>
                  </a:lnTo>
                  <a:lnTo>
                    <a:pt x="10150061" y="44660"/>
                  </a:lnTo>
                  <a:lnTo>
                    <a:pt x="10243630" y="35741"/>
                  </a:lnTo>
                  <a:lnTo>
                    <a:pt x="10326356" y="28737"/>
                  </a:lnTo>
                  <a:lnTo>
                    <a:pt x="10394713" y="23562"/>
                  </a:lnTo>
                  <a:lnTo>
                    <a:pt x="10446500" y="20035"/>
                  </a:lnTo>
                  <a:lnTo>
                    <a:pt x="10481350" y="17890"/>
                  </a:lnTo>
                  <a:lnTo>
                    <a:pt x="10500907" y="16799"/>
                  </a:lnTo>
                  <a:lnTo>
                    <a:pt x="10508706" y="16402"/>
                  </a:lnTo>
                  <a:lnTo>
                    <a:pt x="10509911" y="16345"/>
                  </a:lnTo>
                  <a:lnTo>
                    <a:pt x="10509911" y="16345"/>
                  </a:lnTo>
                  <a:lnTo>
                    <a:pt x="11981298" y="1634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80" name="pl1180"/>
            <p:cNvSpPr/>
            <p:nvPr/>
          </p:nvSpPr>
          <p:spPr>
            <a:xfrm>
              <a:off x="4799595" y="8682138"/>
              <a:ext cx="11981298" cy="2329304"/>
            </a:xfrm>
            <a:custGeom>
              <a:avLst/>
              <a:pathLst>
                <a:path w="11981298" h="2329304">
                  <a:moveTo>
                    <a:pt x="11981298" y="16345"/>
                  </a:moveTo>
                  <a:lnTo>
                    <a:pt x="10509911" y="16345"/>
                  </a:lnTo>
                  <a:lnTo>
                    <a:pt x="10508736" y="16401"/>
                  </a:lnTo>
                  <a:lnTo>
                    <a:pt x="10501016" y="16793"/>
                  </a:lnTo>
                  <a:lnTo>
                    <a:pt x="10481575" y="17877"/>
                  </a:lnTo>
                  <a:lnTo>
                    <a:pt x="10446863" y="20011"/>
                  </a:lnTo>
                  <a:lnTo>
                    <a:pt x="10395220" y="23525"/>
                  </a:lnTo>
                  <a:lnTo>
                    <a:pt x="10326995" y="28686"/>
                  </a:lnTo>
                  <a:lnTo>
                    <a:pt x="10244377" y="35674"/>
                  </a:lnTo>
                  <a:lnTo>
                    <a:pt x="10150882" y="44577"/>
                  </a:lnTo>
                  <a:lnTo>
                    <a:pt x="10050674" y="55405"/>
                  </a:lnTo>
                  <a:lnTo>
                    <a:pt x="9947872" y="68127"/>
                  </a:lnTo>
                  <a:lnTo>
                    <a:pt x="9846035" y="82700"/>
                  </a:lnTo>
                  <a:lnTo>
                    <a:pt x="9747880" y="99107"/>
                  </a:lnTo>
                  <a:lnTo>
                    <a:pt x="9655217" y="117382"/>
                  </a:lnTo>
                  <a:lnTo>
                    <a:pt x="9569039" y="137617"/>
                  </a:lnTo>
                  <a:lnTo>
                    <a:pt x="9489679" y="159977"/>
                  </a:lnTo>
                  <a:lnTo>
                    <a:pt x="9416989" y="184695"/>
                  </a:lnTo>
                  <a:lnTo>
                    <a:pt x="9350493" y="212068"/>
                  </a:lnTo>
                  <a:lnTo>
                    <a:pt x="9289519" y="242449"/>
                  </a:lnTo>
                  <a:lnTo>
                    <a:pt x="9233294" y="276223"/>
                  </a:lnTo>
                  <a:lnTo>
                    <a:pt x="9181006" y="313780"/>
                  </a:lnTo>
                  <a:lnTo>
                    <a:pt x="9131866" y="355454"/>
                  </a:lnTo>
                  <a:lnTo>
                    <a:pt x="9085151" y="401434"/>
                  </a:lnTo>
                  <a:lnTo>
                    <a:pt x="9084767" y="401839"/>
                  </a:lnTo>
                  <a:lnTo>
                    <a:pt x="9044074" y="447196"/>
                  </a:lnTo>
                  <a:lnTo>
                    <a:pt x="9004468" y="496158"/>
                  </a:lnTo>
                  <a:lnTo>
                    <a:pt x="8965626" y="548797"/>
                  </a:lnTo>
                  <a:lnTo>
                    <a:pt x="8927298" y="605113"/>
                  </a:lnTo>
                  <a:lnTo>
                    <a:pt x="8889285" y="665030"/>
                  </a:lnTo>
                  <a:lnTo>
                    <a:pt x="8851439" y="728385"/>
                  </a:lnTo>
                  <a:lnTo>
                    <a:pt x="8813655" y="794928"/>
                  </a:lnTo>
                  <a:lnTo>
                    <a:pt x="8775860" y="864318"/>
                  </a:lnTo>
                  <a:lnTo>
                    <a:pt x="8738017" y="936128"/>
                  </a:lnTo>
                  <a:lnTo>
                    <a:pt x="8700113" y="1009857"/>
                  </a:lnTo>
                  <a:lnTo>
                    <a:pt x="8662153" y="1084939"/>
                  </a:lnTo>
                  <a:lnTo>
                    <a:pt x="8624160" y="1160761"/>
                  </a:lnTo>
                  <a:lnTo>
                    <a:pt x="8586162" y="1236685"/>
                  </a:lnTo>
                  <a:lnTo>
                    <a:pt x="8548189" y="1312069"/>
                  </a:lnTo>
                  <a:lnTo>
                    <a:pt x="8510265" y="1386292"/>
                  </a:lnTo>
                  <a:lnTo>
                    <a:pt x="8472403" y="1458769"/>
                  </a:lnTo>
                  <a:lnTo>
                    <a:pt x="8434596" y="1528977"/>
                  </a:lnTo>
                  <a:lnTo>
                    <a:pt x="8396815" y="1596465"/>
                  </a:lnTo>
                  <a:lnTo>
                    <a:pt x="8358998" y="1660864"/>
                  </a:lnTo>
                  <a:lnTo>
                    <a:pt x="8321052" y="1721895"/>
                  </a:lnTo>
                  <a:lnTo>
                    <a:pt x="8282843" y="1779367"/>
                  </a:lnTo>
                  <a:lnTo>
                    <a:pt x="8244189" y="1833177"/>
                  </a:lnTo>
                  <a:lnTo>
                    <a:pt x="8204856" y="1883302"/>
                  </a:lnTo>
                  <a:lnTo>
                    <a:pt x="8164548" y="1929792"/>
                  </a:lnTo>
                  <a:lnTo>
                    <a:pt x="8151487" y="1943811"/>
                  </a:lnTo>
                  <a:lnTo>
                    <a:pt x="8104789" y="1989827"/>
                  </a:lnTo>
                  <a:lnTo>
                    <a:pt x="8055672" y="2031536"/>
                  </a:lnTo>
                  <a:lnTo>
                    <a:pt x="8003415" y="2069127"/>
                  </a:lnTo>
                  <a:lnTo>
                    <a:pt x="7947226" y="2102931"/>
                  </a:lnTo>
                  <a:lnTo>
                    <a:pt x="7886296" y="2133339"/>
                  </a:lnTo>
                  <a:lnTo>
                    <a:pt x="7819849" y="2160736"/>
                  </a:lnTo>
                  <a:lnTo>
                    <a:pt x="7747213" y="2185475"/>
                  </a:lnTo>
                  <a:lnTo>
                    <a:pt x="7667910" y="2207854"/>
                  </a:lnTo>
                  <a:lnTo>
                    <a:pt x="7581789" y="2228106"/>
                  </a:lnTo>
                  <a:lnTo>
                    <a:pt x="7489178" y="2246396"/>
                  </a:lnTo>
                  <a:lnTo>
                    <a:pt x="7391062" y="2262819"/>
                  </a:lnTo>
                  <a:lnTo>
                    <a:pt x="7289246" y="2277408"/>
                  </a:lnTo>
                  <a:lnTo>
                    <a:pt x="7186438" y="2290145"/>
                  </a:lnTo>
                  <a:lnTo>
                    <a:pt x="7086192" y="2300990"/>
                  </a:lnTo>
                  <a:lnTo>
                    <a:pt x="6992623" y="2309908"/>
                  </a:lnTo>
                  <a:lnTo>
                    <a:pt x="6909897" y="2316912"/>
                  </a:lnTo>
                  <a:lnTo>
                    <a:pt x="6841540" y="2322088"/>
                  </a:lnTo>
                  <a:lnTo>
                    <a:pt x="6789753" y="2325615"/>
                  </a:lnTo>
                  <a:lnTo>
                    <a:pt x="6754903" y="2327759"/>
                  </a:lnTo>
                  <a:lnTo>
                    <a:pt x="6735346" y="2328851"/>
                  </a:lnTo>
                  <a:lnTo>
                    <a:pt x="6727547" y="2329248"/>
                  </a:lnTo>
                  <a:lnTo>
                    <a:pt x="6726343" y="2329304"/>
                  </a:lnTo>
                  <a:lnTo>
                    <a:pt x="6726343" y="2329304"/>
                  </a:lnTo>
                  <a:lnTo>
                    <a:pt x="5254955" y="2329304"/>
                  </a:lnTo>
                  <a:lnTo>
                    <a:pt x="5253781" y="2329249"/>
                  </a:lnTo>
                  <a:lnTo>
                    <a:pt x="5246066" y="2328854"/>
                  </a:lnTo>
                  <a:lnTo>
                    <a:pt x="5226639" y="2327763"/>
                  </a:lnTo>
                  <a:lnTo>
                    <a:pt x="5191949" y="2325615"/>
                  </a:lnTo>
                  <a:lnTo>
                    <a:pt x="5140337" y="2322079"/>
                  </a:lnTo>
                  <a:lnTo>
                    <a:pt x="5072150" y="2316885"/>
                  </a:lnTo>
                  <a:lnTo>
                    <a:pt x="4989571" y="2309852"/>
                  </a:lnTo>
                  <a:lnTo>
                    <a:pt x="4896115" y="2300892"/>
                  </a:lnTo>
                  <a:lnTo>
                    <a:pt x="4795941" y="2289994"/>
                  </a:lnTo>
                  <a:lnTo>
                    <a:pt x="4693165" y="2277190"/>
                  </a:lnTo>
                  <a:lnTo>
                    <a:pt x="4591347" y="2262522"/>
                  </a:lnTo>
                  <a:lnTo>
                    <a:pt x="4493202" y="2246008"/>
                  </a:lnTo>
                  <a:lnTo>
                    <a:pt x="4400543" y="2227615"/>
                  </a:lnTo>
                  <a:lnTo>
                    <a:pt x="4314364" y="2207248"/>
                  </a:lnTo>
                  <a:lnTo>
                    <a:pt x="4234999" y="2184743"/>
                  </a:lnTo>
                  <a:lnTo>
                    <a:pt x="4162302" y="2159866"/>
                  </a:lnTo>
                  <a:lnTo>
                    <a:pt x="4095798" y="2132317"/>
                  </a:lnTo>
                  <a:lnTo>
                    <a:pt x="4034818" y="2101743"/>
                  </a:lnTo>
                  <a:lnTo>
                    <a:pt x="3978587" y="2067754"/>
                  </a:lnTo>
                  <a:lnTo>
                    <a:pt x="3926295" y="2029960"/>
                  </a:lnTo>
                  <a:lnTo>
                    <a:pt x="3877153" y="1988023"/>
                  </a:lnTo>
                  <a:lnTo>
                    <a:pt x="3830439" y="1941752"/>
                  </a:lnTo>
                  <a:lnTo>
                    <a:pt x="3829811" y="1941087"/>
                  </a:lnTo>
                  <a:lnTo>
                    <a:pt x="3789222" y="1895531"/>
                  </a:lnTo>
                  <a:lnTo>
                    <a:pt x="3749714" y="1846364"/>
                  </a:lnTo>
                  <a:lnTo>
                    <a:pt x="3710969" y="1793514"/>
                  </a:lnTo>
                  <a:lnTo>
                    <a:pt x="3672735" y="1736979"/>
                  </a:lnTo>
                  <a:lnTo>
                    <a:pt x="3634818" y="1676836"/>
                  </a:lnTo>
                  <a:lnTo>
                    <a:pt x="3597069" y="1613244"/>
                  </a:lnTo>
                  <a:lnTo>
                    <a:pt x="3559381" y="1546455"/>
                  </a:lnTo>
                  <a:lnTo>
                    <a:pt x="3521685" y="1476807"/>
                  </a:lnTo>
                  <a:lnTo>
                    <a:pt x="3483941" y="1404723"/>
                  </a:lnTo>
                  <a:lnTo>
                    <a:pt x="3446135" y="1330705"/>
                  </a:lnTo>
                  <a:lnTo>
                    <a:pt x="3408275" y="1255317"/>
                  </a:lnTo>
                  <a:lnTo>
                    <a:pt x="3370380" y="1179169"/>
                  </a:lnTo>
                  <a:lnTo>
                    <a:pt x="3332480" y="1102898"/>
                  </a:lnTo>
                  <a:lnTo>
                    <a:pt x="3294603" y="1027147"/>
                  </a:lnTo>
                  <a:lnTo>
                    <a:pt x="3256775" y="952538"/>
                  </a:lnTo>
                  <a:lnTo>
                    <a:pt x="3219008" y="879656"/>
                  </a:lnTo>
                  <a:lnTo>
                    <a:pt x="3181297" y="809027"/>
                  </a:lnTo>
                  <a:lnTo>
                    <a:pt x="3143613" y="741106"/>
                  </a:lnTo>
                  <a:lnTo>
                    <a:pt x="3105897" y="676264"/>
                  </a:lnTo>
                  <a:lnTo>
                    <a:pt x="3068059" y="614785"/>
                  </a:lnTo>
                  <a:lnTo>
                    <a:pt x="3029966" y="556864"/>
                  </a:lnTo>
                  <a:lnTo>
                    <a:pt x="2991442" y="502608"/>
                  </a:lnTo>
                  <a:lnTo>
                    <a:pt x="2952257" y="452045"/>
                  </a:lnTo>
                  <a:lnTo>
                    <a:pt x="2912122" y="405128"/>
                  </a:lnTo>
                  <a:lnTo>
                    <a:pt x="2896531" y="388217"/>
                  </a:lnTo>
                  <a:lnTo>
                    <a:pt x="2849845" y="341886"/>
                  </a:lnTo>
                  <a:lnTo>
                    <a:pt x="2800741" y="299891"/>
                  </a:lnTo>
                  <a:lnTo>
                    <a:pt x="2748498" y="262042"/>
                  </a:lnTo>
                  <a:lnTo>
                    <a:pt x="2692326" y="228003"/>
                  </a:lnTo>
                  <a:lnTo>
                    <a:pt x="2631417" y="197385"/>
                  </a:lnTo>
                  <a:lnTo>
                    <a:pt x="2564994" y="169797"/>
                  </a:lnTo>
                  <a:lnTo>
                    <a:pt x="2492385" y="144885"/>
                  </a:lnTo>
                  <a:lnTo>
                    <a:pt x="2413115" y="122349"/>
                  </a:lnTo>
                  <a:lnTo>
                    <a:pt x="2327028" y="101955"/>
                  </a:lnTo>
                  <a:lnTo>
                    <a:pt x="2234453" y="83535"/>
                  </a:lnTo>
                  <a:lnTo>
                    <a:pt x="2136373" y="66995"/>
                  </a:lnTo>
                  <a:lnTo>
                    <a:pt x="2034589" y="52302"/>
                  </a:lnTo>
                  <a:lnTo>
                    <a:pt x="1931804" y="39473"/>
                  </a:lnTo>
                  <a:lnTo>
                    <a:pt x="1831567" y="28548"/>
                  </a:lnTo>
                  <a:lnTo>
                    <a:pt x="1737990" y="19561"/>
                  </a:lnTo>
                  <a:lnTo>
                    <a:pt x="1655235" y="12502"/>
                  </a:lnTo>
                  <a:lnTo>
                    <a:pt x="1586833" y="7284"/>
                  </a:lnTo>
                  <a:lnTo>
                    <a:pt x="1534985" y="3727"/>
                  </a:lnTo>
                  <a:lnTo>
                    <a:pt x="1500071" y="1562"/>
                  </a:lnTo>
                  <a:lnTo>
                    <a:pt x="1480453" y="459"/>
                  </a:lnTo>
                  <a:lnTo>
                    <a:pt x="1472609" y="57"/>
                  </a:lnTo>
                  <a:lnTo>
                    <a:pt x="1471387" y="0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81" name="pg1181"/>
            <p:cNvSpPr/>
            <p:nvPr/>
          </p:nvSpPr>
          <p:spPr>
            <a:xfrm>
              <a:off x="4799595" y="8690311"/>
              <a:ext cx="11981298" cy="2541802"/>
            </a:xfrm>
            <a:custGeom>
              <a:avLst/>
              <a:pathLst>
                <a:path w="11981298" h="2541802">
                  <a:moveTo>
                    <a:pt x="0" y="8172"/>
                  </a:moveTo>
                  <a:lnTo>
                    <a:pt x="1471387" y="8172"/>
                  </a:lnTo>
                  <a:lnTo>
                    <a:pt x="1472560" y="8228"/>
                  </a:lnTo>
                  <a:lnTo>
                    <a:pt x="1480266" y="8627"/>
                  </a:lnTo>
                  <a:lnTo>
                    <a:pt x="1499674" y="9728"/>
                  </a:lnTo>
                  <a:lnTo>
                    <a:pt x="1534330" y="11896"/>
                  </a:lnTo>
                  <a:lnTo>
                    <a:pt x="1585896" y="15466"/>
                  </a:lnTo>
                  <a:lnTo>
                    <a:pt x="1654026" y="20709"/>
                  </a:lnTo>
                  <a:lnTo>
                    <a:pt x="1736544" y="27808"/>
                  </a:lnTo>
                  <a:lnTo>
                    <a:pt x="1829942" y="36854"/>
                  </a:lnTo>
                  <a:lnTo>
                    <a:pt x="1930066" y="47857"/>
                  </a:lnTo>
                  <a:lnTo>
                    <a:pt x="2032801" y="60784"/>
                  </a:lnTo>
                  <a:lnTo>
                    <a:pt x="2134592" y="75594"/>
                  </a:lnTo>
                  <a:lnTo>
                    <a:pt x="2232721" y="92268"/>
                  </a:lnTo>
                  <a:lnTo>
                    <a:pt x="2325374" y="110839"/>
                  </a:lnTo>
                  <a:lnTo>
                    <a:pt x="2411555" y="131403"/>
                  </a:lnTo>
                  <a:lnTo>
                    <a:pt x="2490927" y="154124"/>
                  </a:lnTo>
                  <a:lnTo>
                    <a:pt x="2563634" y="179240"/>
                  </a:lnTo>
                  <a:lnTo>
                    <a:pt x="2630149" y="207051"/>
                  </a:lnTo>
                  <a:lnTo>
                    <a:pt x="2691140" y="237915"/>
                  </a:lnTo>
                  <a:lnTo>
                    <a:pt x="2747380" y="272224"/>
                  </a:lnTo>
                  <a:lnTo>
                    <a:pt x="2799677" y="310374"/>
                  </a:lnTo>
                  <a:lnTo>
                    <a:pt x="2848822" y="352705"/>
                  </a:lnTo>
                  <a:lnTo>
                    <a:pt x="2895536" y="399411"/>
                  </a:lnTo>
                  <a:lnTo>
                    <a:pt x="2896531" y="400476"/>
                  </a:lnTo>
                  <a:lnTo>
                    <a:pt x="2936966" y="446327"/>
                  </a:lnTo>
                  <a:lnTo>
                    <a:pt x="2976327" y="495799"/>
                  </a:lnTo>
                  <a:lnTo>
                    <a:pt x="3014929" y="548964"/>
                  </a:lnTo>
                  <a:lnTo>
                    <a:pt x="3053021" y="605825"/>
                  </a:lnTo>
                  <a:lnTo>
                    <a:pt x="3090796" y="666306"/>
                  </a:lnTo>
                  <a:lnTo>
                    <a:pt x="3128403" y="730248"/>
                  </a:lnTo>
                  <a:lnTo>
                    <a:pt x="3165946" y="797404"/>
                  </a:lnTo>
                  <a:lnTo>
                    <a:pt x="3203496" y="867437"/>
                  </a:lnTo>
                  <a:lnTo>
                    <a:pt x="3241093" y="939926"/>
                  </a:lnTo>
                  <a:lnTo>
                    <a:pt x="3278750" y="1014374"/>
                  </a:lnTo>
                  <a:lnTo>
                    <a:pt x="3316463" y="1090219"/>
                  </a:lnTo>
                  <a:lnTo>
                    <a:pt x="3354211" y="1166852"/>
                  </a:lnTo>
                  <a:lnTo>
                    <a:pt x="3391966" y="1243638"/>
                  </a:lnTo>
                  <a:lnTo>
                    <a:pt x="3429698" y="1319935"/>
                  </a:lnTo>
                  <a:lnTo>
                    <a:pt x="3467384" y="1395119"/>
                  </a:lnTo>
                  <a:lnTo>
                    <a:pt x="3505009" y="1468604"/>
                  </a:lnTo>
                  <a:lnTo>
                    <a:pt x="3542578" y="1539861"/>
                  </a:lnTo>
                  <a:lnTo>
                    <a:pt x="3580118" y="1608429"/>
                  </a:lnTo>
                  <a:lnTo>
                    <a:pt x="3617683" y="1673933"/>
                  </a:lnTo>
                  <a:lnTo>
                    <a:pt x="3655363" y="1736082"/>
                  </a:lnTo>
                  <a:lnTo>
                    <a:pt x="3693283" y="1794675"/>
                  </a:lnTo>
                  <a:lnTo>
                    <a:pt x="3731616" y="1849598"/>
                  </a:lnTo>
                  <a:lnTo>
                    <a:pt x="3770582" y="1900818"/>
                  </a:lnTo>
                  <a:lnTo>
                    <a:pt x="3810463" y="1948375"/>
                  </a:lnTo>
                  <a:lnTo>
                    <a:pt x="3829811" y="1969692"/>
                  </a:lnTo>
                  <a:lnTo>
                    <a:pt x="3876480" y="2016494"/>
                  </a:lnTo>
                  <a:lnTo>
                    <a:pt x="3925564" y="2058919"/>
                  </a:lnTo>
                  <a:lnTo>
                    <a:pt x="3977785" y="2097156"/>
                  </a:lnTo>
                  <a:lnTo>
                    <a:pt x="4033930" y="2131545"/>
                  </a:lnTo>
                  <a:lnTo>
                    <a:pt x="4094809" y="2162479"/>
                  </a:lnTo>
                  <a:lnTo>
                    <a:pt x="4161196" y="2190353"/>
                  </a:lnTo>
                  <a:lnTo>
                    <a:pt x="4233763" y="2215524"/>
                  </a:lnTo>
                  <a:lnTo>
                    <a:pt x="4312986" y="2238295"/>
                  </a:lnTo>
                  <a:lnTo>
                    <a:pt x="4399020" y="2258903"/>
                  </a:lnTo>
                  <a:lnTo>
                    <a:pt x="4491540" y="2277516"/>
                  </a:lnTo>
                  <a:lnTo>
                    <a:pt x="4589566" y="2294231"/>
                  </a:lnTo>
                  <a:lnTo>
                    <a:pt x="4691303" y="2309082"/>
                  </a:lnTo>
                  <a:lnTo>
                    <a:pt x="4794053" y="2322050"/>
                  </a:lnTo>
                  <a:lnTo>
                    <a:pt x="4894276" y="2333096"/>
                  </a:lnTo>
                  <a:lnTo>
                    <a:pt x="4987866" y="2342184"/>
                  </a:lnTo>
                  <a:lnTo>
                    <a:pt x="5070662" y="2349325"/>
                  </a:lnTo>
                  <a:lnTo>
                    <a:pt x="5139135" y="2354607"/>
                  </a:lnTo>
                  <a:lnTo>
                    <a:pt x="5191072" y="2358211"/>
                  </a:lnTo>
                  <a:lnTo>
                    <a:pt x="5226085" y="2360406"/>
                  </a:lnTo>
                  <a:lnTo>
                    <a:pt x="5245794" y="2361527"/>
                  </a:lnTo>
                  <a:lnTo>
                    <a:pt x="5253705" y="2361936"/>
                  </a:lnTo>
                  <a:lnTo>
                    <a:pt x="5254955" y="2361996"/>
                  </a:lnTo>
                  <a:lnTo>
                    <a:pt x="6726343" y="2361996"/>
                  </a:lnTo>
                  <a:lnTo>
                    <a:pt x="6727580" y="2362001"/>
                  </a:lnTo>
                  <a:lnTo>
                    <a:pt x="6735700" y="2362033"/>
                  </a:lnTo>
                  <a:lnTo>
                    <a:pt x="6756114" y="2362122"/>
                  </a:lnTo>
                  <a:lnTo>
                    <a:pt x="6792482" y="2362297"/>
                  </a:lnTo>
                  <a:lnTo>
                    <a:pt x="6846422" y="2362584"/>
                  </a:lnTo>
                  <a:lnTo>
                    <a:pt x="6917400" y="2363006"/>
                  </a:lnTo>
                  <a:lnTo>
                    <a:pt x="7002950" y="2363576"/>
                  </a:lnTo>
                  <a:lnTo>
                    <a:pt x="7099249" y="2364301"/>
                  </a:lnTo>
                  <a:lnTo>
                    <a:pt x="7201880" y="2365180"/>
                  </a:lnTo>
                  <a:lnTo>
                    <a:pt x="7306563" y="2366212"/>
                  </a:lnTo>
                  <a:lnTo>
                    <a:pt x="7409684" y="2367391"/>
                  </a:lnTo>
                  <a:lnTo>
                    <a:pt x="7508557" y="2368719"/>
                  </a:lnTo>
                  <a:lnTo>
                    <a:pt x="7601459" y="2370198"/>
                  </a:lnTo>
                  <a:lnTo>
                    <a:pt x="7687514" y="2371838"/>
                  </a:lnTo>
                  <a:lnTo>
                    <a:pt x="7766506" y="2373653"/>
                  </a:lnTo>
                  <a:lnTo>
                    <a:pt x="7838696" y="2375664"/>
                  </a:lnTo>
                  <a:lnTo>
                    <a:pt x="7904652" y="2377896"/>
                  </a:lnTo>
                  <a:lnTo>
                    <a:pt x="7965122" y="2380379"/>
                  </a:lnTo>
                  <a:lnTo>
                    <a:pt x="8020941" y="2383146"/>
                  </a:lnTo>
                  <a:lnTo>
                    <a:pt x="8072961" y="2386227"/>
                  </a:lnTo>
                  <a:lnTo>
                    <a:pt x="8121997" y="2389647"/>
                  </a:lnTo>
                  <a:lnTo>
                    <a:pt x="8151487" y="2391964"/>
                  </a:lnTo>
                  <a:lnTo>
                    <a:pt x="8207498" y="2396918"/>
                  </a:lnTo>
                  <a:lnTo>
                    <a:pt x="8261672" y="2402413"/>
                  </a:lnTo>
                  <a:lnTo>
                    <a:pt x="8314753" y="2408456"/>
                  </a:lnTo>
                  <a:lnTo>
                    <a:pt x="8367271" y="2415032"/>
                  </a:lnTo>
                  <a:lnTo>
                    <a:pt x="8419581" y="2422100"/>
                  </a:lnTo>
                  <a:lnTo>
                    <a:pt x="8471897" y="2429596"/>
                  </a:lnTo>
                  <a:lnTo>
                    <a:pt x="8524315" y="2437430"/>
                  </a:lnTo>
                  <a:lnTo>
                    <a:pt x="8576843" y="2445491"/>
                  </a:lnTo>
                  <a:lnTo>
                    <a:pt x="8629431" y="2453656"/>
                  </a:lnTo>
                  <a:lnTo>
                    <a:pt x="8682002" y="2461792"/>
                  </a:lnTo>
                  <a:lnTo>
                    <a:pt x="8734486" y="2469771"/>
                  </a:lnTo>
                  <a:lnTo>
                    <a:pt x="8786854" y="2477471"/>
                  </a:lnTo>
                  <a:lnTo>
                    <a:pt x="8839150" y="2484793"/>
                  </a:lnTo>
                  <a:lnTo>
                    <a:pt x="8891516" y="2491656"/>
                  </a:lnTo>
                  <a:lnTo>
                    <a:pt x="8944223" y="2498006"/>
                  </a:lnTo>
                  <a:lnTo>
                    <a:pt x="8997697" y="2503814"/>
                  </a:lnTo>
                  <a:lnTo>
                    <a:pt x="9052555" y="2509075"/>
                  </a:lnTo>
                  <a:lnTo>
                    <a:pt x="9084767" y="2511834"/>
                  </a:lnTo>
                  <a:lnTo>
                    <a:pt x="9132310" y="2515472"/>
                  </a:lnTo>
                  <a:lnTo>
                    <a:pt x="9182372" y="2518763"/>
                  </a:lnTo>
                  <a:lnTo>
                    <a:pt x="9235716" y="2521723"/>
                  </a:lnTo>
                  <a:lnTo>
                    <a:pt x="9293176" y="2524380"/>
                  </a:lnTo>
                  <a:lnTo>
                    <a:pt x="9355604" y="2526765"/>
                  </a:lnTo>
                  <a:lnTo>
                    <a:pt x="9423813" y="2528911"/>
                  </a:lnTo>
                  <a:lnTo>
                    <a:pt x="9498496" y="2530846"/>
                  </a:lnTo>
                  <a:lnTo>
                    <a:pt x="9580123" y="2532593"/>
                  </a:lnTo>
                  <a:lnTo>
                    <a:pt x="9668797" y="2534171"/>
                  </a:lnTo>
                  <a:lnTo>
                    <a:pt x="9764079" y="2535593"/>
                  </a:lnTo>
                  <a:lnTo>
                    <a:pt x="9864794" y="2536866"/>
                  </a:lnTo>
                  <a:lnTo>
                    <a:pt x="9968866" y="2537990"/>
                  </a:lnTo>
                  <a:lnTo>
                    <a:pt x="10073249" y="2538965"/>
                  </a:lnTo>
                  <a:lnTo>
                    <a:pt x="10174032" y="2539787"/>
                  </a:lnTo>
                  <a:lnTo>
                    <a:pt x="10266810" y="2540453"/>
                  </a:lnTo>
                  <a:lnTo>
                    <a:pt x="10347296" y="2540967"/>
                  </a:lnTo>
                  <a:lnTo>
                    <a:pt x="10412092" y="2541336"/>
                  </a:lnTo>
                  <a:lnTo>
                    <a:pt x="10459402" y="2541579"/>
                  </a:lnTo>
                  <a:lnTo>
                    <a:pt x="10489494" y="2541718"/>
                  </a:lnTo>
                  <a:lnTo>
                    <a:pt x="10504778" y="2541782"/>
                  </a:lnTo>
                  <a:lnTo>
                    <a:pt x="10509601" y="2541801"/>
                  </a:lnTo>
                  <a:lnTo>
                    <a:pt x="10509911" y="2541802"/>
                  </a:lnTo>
                  <a:lnTo>
                    <a:pt x="11981298" y="2541802"/>
                  </a:lnTo>
                  <a:lnTo>
                    <a:pt x="11981298" y="2533629"/>
                  </a:lnTo>
                  <a:lnTo>
                    <a:pt x="10509911" y="2533629"/>
                  </a:lnTo>
                  <a:lnTo>
                    <a:pt x="10508673" y="2533624"/>
                  </a:lnTo>
                  <a:lnTo>
                    <a:pt x="10500554" y="2533592"/>
                  </a:lnTo>
                  <a:lnTo>
                    <a:pt x="10480139" y="2533503"/>
                  </a:lnTo>
                  <a:lnTo>
                    <a:pt x="10443771" y="2533328"/>
                  </a:lnTo>
                  <a:lnTo>
                    <a:pt x="10389831" y="2533041"/>
                  </a:lnTo>
                  <a:lnTo>
                    <a:pt x="10318853" y="2532619"/>
                  </a:lnTo>
                  <a:lnTo>
                    <a:pt x="10233303" y="2532049"/>
                  </a:lnTo>
                  <a:lnTo>
                    <a:pt x="10137004" y="2531324"/>
                  </a:lnTo>
                  <a:lnTo>
                    <a:pt x="10034373" y="2530445"/>
                  </a:lnTo>
                  <a:lnTo>
                    <a:pt x="9929690" y="2529413"/>
                  </a:lnTo>
                  <a:lnTo>
                    <a:pt x="9826569" y="2528234"/>
                  </a:lnTo>
                  <a:lnTo>
                    <a:pt x="9727696" y="2526906"/>
                  </a:lnTo>
                  <a:lnTo>
                    <a:pt x="9634794" y="2525427"/>
                  </a:lnTo>
                  <a:lnTo>
                    <a:pt x="9548740" y="2523787"/>
                  </a:lnTo>
                  <a:lnTo>
                    <a:pt x="9469747" y="2521972"/>
                  </a:lnTo>
                  <a:lnTo>
                    <a:pt x="9397557" y="2519961"/>
                  </a:lnTo>
                  <a:lnTo>
                    <a:pt x="9331601" y="2517729"/>
                  </a:lnTo>
                  <a:lnTo>
                    <a:pt x="9271131" y="2515246"/>
                  </a:lnTo>
                  <a:lnTo>
                    <a:pt x="9215312" y="2512479"/>
                  </a:lnTo>
                  <a:lnTo>
                    <a:pt x="9163292" y="2509398"/>
                  </a:lnTo>
                  <a:lnTo>
                    <a:pt x="9114257" y="2505978"/>
                  </a:lnTo>
                  <a:lnTo>
                    <a:pt x="9084767" y="2503661"/>
                  </a:lnTo>
                  <a:lnTo>
                    <a:pt x="9028755" y="2498707"/>
                  </a:lnTo>
                  <a:lnTo>
                    <a:pt x="8974582" y="2493212"/>
                  </a:lnTo>
                  <a:lnTo>
                    <a:pt x="8921500" y="2487169"/>
                  </a:lnTo>
                  <a:lnTo>
                    <a:pt x="8868982" y="2480593"/>
                  </a:lnTo>
                  <a:lnTo>
                    <a:pt x="8816672" y="2473525"/>
                  </a:lnTo>
                  <a:lnTo>
                    <a:pt x="8764356" y="2466029"/>
                  </a:lnTo>
                  <a:lnTo>
                    <a:pt x="8711938" y="2458195"/>
                  </a:lnTo>
                  <a:lnTo>
                    <a:pt x="8659410" y="2450134"/>
                  </a:lnTo>
                  <a:lnTo>
                    <a:pt x="8606822" y="2441969"/>
                  </a:lnTo>
                  <a:lnTo>
                    <a:pt x="8554252" y="2433833"/>
                  </a:lnTo>
                  <a:lnTo>
                    <a:pt x="8501767" y="2425854"/>
                  </a:lnTo>
                  <a:lnTo>
                    <a:pt x="8449399" y="2418154"/>
                  </a:lnTo>
                  <a:lnTo>
                    <a:pt x="8397104" y="2410832"/>
                  </a:lnTo>
                  <a:lnTo>
                    <a:pt x="8344738" y="2403969"/>
                  </a:lnTo>
                  <a:lnTo>
                    <a:pt x="8292031" y="2397619"/>
                  </a:lnTo>
                  <a:lnTo>
                    <a:pt x="8238556" y="2391811"/>
                  </a:lnTo>
                  <a:lnTo>
                    <a:pt x="8183698" y="2386550"/>
                  </a:lnTo>
                  <a:lnTo>
                    <a:pt x="8151487" y="2383791"/>
                  </a:lnTo>
                  <a:lnTo>
                    <a:pt x="8103943" y="2380153"/>
                  </a:lnTo>
                  <a:lnTo>
                    <a:pt x="8053881" y="2376862"/>
                  </a:lnTo>
                  <a:lnTo>
                    <a:pt x="8000537" y="2373902"/>
                  </a:lnTo>
                  <a:lnTo>
                    <a:pt x="7943078" y="2371245"/>
                  </a:lnTo>
                  <a:lnTo>
                    <a:pt x="7880649" y="2368860"/>
                  </a:lnTo>
                  <a:lnTo>
                    <a:pt x="7812440" y="2366714"/>
                  </a:lnTo>
                  <a:lnTo>
                    <a:pt x="7737757" y="2364779"/>
                  </a:lnTo>
                  <a:lnTo>
                    <a:pt x="7656130" y="2363032"/>
                  </a:lnTo>
                  <a:lnTo>
                    <a:pt x="7567456" y="2361454"/>
                  </a:lnTo>
                  <a:lnTo>
                    <a:pt x="7472174" y="2360032"/>
                  </a:lnTo>
                  <a:lnTo>
                    <a:pt x="7371459" y="2358759"/>
                  </a:lnTo>
                  <a:lnTo>
                    <a:pt x="7267387" y="2357635"/>
                  </a:lnTo>
                  <a:lnTo>
                    <a:pt x="7163004" y="2356660"/>
                  </a:lnTo>
                  <a:lnTo>
                    <a:pt x="7062221" y="2355838"/>
                  </a:lnTo>
                  <a:lnTo>
                    <a:pt x="6969443" y="2355172"/>
                  </a:lnTo>
                  <a:lnTo>
                    <a:pt x="6888957" y="2354658"/>
                  </a:lnTo>
                  <a:lnTo>
                    <a:pt x="6824162" y="2354289"/>
                  </a:lnTo>
                  <a:lnTo>
                    <a:pt x="6776851" y="2354046"/>
                  </a:lnTo>
                  <a:lnTo>
                    <a:pt x="6746759" y="2353907"/>
                  </a:lnTo>
                  <a:lnTo>
                    <a:pt x="6731475" y="2353843"/>
                  </a:lnTo>
                  <a:lnTo>
                    <a:pt x="6726652" y="2353824"/>
                  </a:lnTo>
                  <a:lnTo>
                    <a:pt x="6726343" y="2353823"/>
                  </a:lnTo>
                  <a:lnTo>
                    <a:pt x="5254955" y="2353823"/>
                  </a:lnTo>
                  <a:lnTo>
                    <a:pt x="5253782" y="2353767"/>
                  </a:lnTo>
                  <a:lnTo>
                    <a:pt x="5246076" y="2353369"/>
                  </a:lnTo>
                  <a:lnTo>
                    <a:pt x="5226668" y="2352267"/>
                  </a:lnTo>
                  <a:lnTo>
                    <a:pt x="5192012" y="2350099"/>
                  </a:lnTo>
                  <a:lnTo>
                    <a:pt x="5140446" y="2346530"/>
                  </a:lnTo>
                  <a:lnTo>
                    <a:pt x="5072316" y="2341287"/>
                  </a:lnTo>
                  <a:lnTo>
                    <a:pt x="4989798" y="2334187"/>
                  </a:lnTo>
                  <a:lnTo>
                    <a:pt x="4896400" y="2325142"/>
                  </a:lnTo>
                  <a:lnTo>
                    <a:pt x="4796277" y="2314138"/>
                  </a:lnTo>
                  <a:lnTo>
                    <a:pt x="4693541" y="2301211"/>
                  </a:lnTo>
                  <a:lnTo>
                    <a:pt x="4591750" y="2286402"/>
                  </a:lnTo>
                  <a:lnTo>
                    <a:pt x="4493621" y="2269727"/>
                  </a:lnTo>
                  <a:lnTo>
                    <a:pt x="4400968" y="2251156"/>
                  </a:lnTo>
                  <a:lnTo>
                    <a:pt x="4314787" y="2230593"/>
                  </a:lnTo>
                  <a:lnTo>
                    <a:pt x="4235416" y="2207871"/>
                  </a:lnTo>
                  <a:lnTo>
                    <a:pt x="4162708" y="2182756"/>
                  </a:lnTo>
                  <a:lnTo>
                    <a:pt x="4096193" y="2154944"/>
                  </a:lnTo>
                  <a:lnTo>
                    <a:pt x="4035203" y="2124080"/>
                  </a:lnTo>
                  <a:lnTo>
                    <a:pt x="3978962" y="2089771"/>
                  </a:lnTo>
                  <a:lnTo>
                    <a:pt x="3926665" y="2051622"/>
                  </a:lnTo>
                  <a:lnTo>
                    <a:pt x="3877520" y="2009291"/>
                  </a:lnTo>
                  <a:lnTo>
                    <a:pt x="3830806" y="1962585"/>
                  </a:lnTo>
                  <a:lnTo>
                    <a:pt x="3829811" y="1961519"/>
                  </a:lnTo>
                  <a:lnTo>
                    <a:pt x="3789376" y="1915668"/>
                  </a:lnTo>
                  <a:lnTo>
                    <a:pt x="3750015" y="1866196"/>
                  </a:lnTo>
                  <a:lnTo>
                    <a:pt x="3711413" y="1813031"/>
                  </a:lnTo>
                  <a:lnTo>
                    <a:pt x="3673321" y="1756171"/>
                  </a:lnTo>
                  <a:lnTo>
                    <a:pt x="3635546" y="1695690"/>
                  </a:lnTo>
                  <a:lnTo>
                    <a:pt x="3597939" y="1631748"/>
                  </a:lnTo>
                  <a:lnTo>
                    <a:pt x="3560396" y="1564592"/>
                  </a:lnTo>
                  <a:lnTo>
                    <a:pt x="3522846" y="1494559"/>
                  </a:lnTo>
                  <a:lnTo>
                    <a:pt x="3485250" y="1422070"/>
                  </a:lnTo>
                  <a:lnTo>
                    <a:pt x="3447592" y="1347622"/>
                  </a:lnTo>
                  <a:lnTo>
                    <a:pt x="3409879" y="1271777"/>
                  </a:lnTo>
                  <a:lnTo>
                    <a:pt x="3372131" y="1195144"/>
                  </a:lnTo>
                  <a:lnTo>
                    <a:pt x="3334376" y="1118358"/>
                  </a:lnTo>
                  <a:lnTo>
                    <a:pt x="3296644" y="1042061"/>
                  </a:lnTo>
                  <a:lnTo>
                    <a:pt x="3258958" y="966877"/>
                  </a:lnTo>
                  <a:lnTo>
                    <a:pt x="3221333" y="893391"/>
                  </a:lnTo>
                  <a:lnTo>
                    <a:pt x="3183764" y="822135"/>
                  </a:lnTo>
                  <a:lnTo>
                    <a:pt x="3146224" y="753566"/>
                  </a:lnTo>
                  <a:lnTo>
                    <a:pt x="3108659" y="688063"/>
                  </a:lnTo>
                  <a:lnTo>
                    <a:pt x="3070979" y="625914"/>
                  </a:lnTo>
                  <a:lnTo>
                    <a:pt x="3033059" y="567320"/>
                  </a:lnTo>
                  <a:lnTo>
                    <a:pt x="2994726" y="512397"/>
                  </a:lnTo>
                  <a:lnTo>
                    <a:pt x="2955760" y="461177"/>
                  </a:lnTo>
                  <a:lnTo>
                    <a:pt x="2915879" y="413621"/>
                  </a:lnTo>
                  <a:lnTo>
                    <a:pt x="2896531" y="392303"/>
                  </a:lnTo>
                  <a:lnTo>
                    <a:pt x="2849863" y="345502"/>
                  </a:lnTo>
                  <a:lnTo>
                    <a:pt x="2800778" y="303077"/>
                  </a:lnTo>
                  <a:lnTo>
                    <a:pt x="2748557" y="264840"/>
                  </a:lnTo>
                  <a:lnTo>
                    <a:pt x="2692412" y="230451"/>
                  </a:lnTo>
                  <a:lnTo>
                    <a:pt x="2631533" y="199516"/>
                  </a:lnTo>
                  <a:lnTo>
                    <a:pt x="2565146" y="171642"/>
                  </a:lnTo>
                  <a:lnTo>
                    <a:pt x="2492579" y="146471"/>
                  </a:lnTo>
                  <a:lnTo>
                    <a:pt x="2413356" y="123701"/>
                  </a:lnTo>
                  <a:lnTo>
                    <a:pt x="2327322" y="103092"/>
                  </a:lnTo>
                  <a:lnTo>
                    <a:pt x="2234802" y="84479"/>
                  </a:lnTo>
                  <a:lnTo>
                    <a:pt x="2136776" y="67764"/>
                  </a:lnTo>
                  <a:lnTo>
                    <a:pt x="2035039" y="52914"/>
                  </a:lnTo>
                  <a:lnTo>
                    <a:pt x="1932289" y="39945"/>
                  </a:lnTo>
                  <a:lnTo>
                    <a:pt x="1832066" y="28900"/>
                  </a:lnTo>
                  <a:lnTo>
                    <a:pt x="1738476" y="19812"/>
                  </a:lnTo>
                  <a:lnTo>
                    <a:pt x="1655680" y="12670"/>
                  </a:lnTo>
                  <a:lnTo>
                    <a:pt x="1587208" y="7388"/>
                  </a:lnTo>
                  <a:lnTo>
                    <a:pt x="1535270" y="3785"/>
                  </a:lnTo>
                  <a:lnTo>
                    <a:pt x="1500257" y="1590"/>
                  </a:lnTo>
                  <a:lnTo>
                    <a:pt x="1480548" y="469"/>
                  </a:lnTo>
                  <a:lnTo>
                    <a:pt x="1472637" y="59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C1B3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182" name="pl1182"/>
            <p:cNvSpPr/>
            <p:nvPr/>
          </p:nvSpPr>
          <p:spPr>
            <a:xfrm>
              <a:off x="4799595" y="8698484"/>
              <a:ext cx="11981298" cy="2533629"/>
            </a:xfrm>
            <a:custGeom>
              <a:avLst/>
              <a:pathLst>
                <a:path w="11981298" h="2533629">
                  <a:moveTo>
                    <a:pt x="0" y="0"/>
                  </a:moveTo>
                  <a:lnTo>
                    <a:pt x="1471387" y="0"/>
                  </a:lnTo>
                  <a:lnTo>
                    <a:pt x="1472560" y="55"/>
                  </a:lnTo>
                  <a:lnTo>
                    <a:pt x="1480266" y="454"/>
                  </a:lnTo>
                  <a:lnTo>
                    <a:pt x="1499674" y="1555"/>
                  </a:lnTo>
                  <a:lnTo>
                    <a:pt x="1534330" y="3723"/>
                  </a:lnTo>
                  <a:lnTo>
                    <a:pt x="1585896" y="7293"/>
                  </a:lnTo>
                  <a:lnTo>
                    <a:pt x="1654026" y="12536"/>
                  </a:lnTo>
                  <a:lnTo>
                    <a:pt x="1736544" y="19635"/>
                  </a:lnTo>
                  <a:lnTo>
                    <a:pt x="1829942" y="28681"/>
                  </a:lnTo>
                  <a:lnTo>
                    <a:pt x="1930066" y="39684"/>
                  </a:lnTo>
                  <a:lnTo>
                    <a:pt x="2032801" y="52611"/>
                  </a:lnTo>
                  <a:lnTo>
                    <a:pt x="2134592" y="67421"/>
                  </a:lnTo>
                  <a:lnTo>
                    <a:pt x="2232721" y="84095"/>
                  </a:lnTo>
                  <a:lnTo>
                    <a:pt x="2325374" y="102666"/>
                  </a:lnTo>
                  <a:lnTo>
                    <a:pt x="2411555" y="123230"/>
                  </a:lnTo>
                  <a:lnTo>
                    <a:pt x="2490927" y="145951"/>
                  </a:lnTo>
                  <a:lnTo>
                    <a:pt x="2563634" y="171067"/>
                  </a:lnTo>
                  <a:lnTo>
                    <a:pt x="2630149" y="198878"/>
                  </a:lnTo>
                  <a:lnTo>
                    <a:pt x="2691140" y="229742"/>
                  </a:lnTo>
                  <a:lnTo>
                    <a:pt x="2747380" y="264051"/>
                  </a:lnTo>
                  <a:lnTo>
                    <a:pt x="2799677" y="302201"/>
                  </a:lnTo>
                  <a:lnTo>
                    <a:pt x="2848822" y="344532"/>
                  </a:lnTo>
                  <a:lnTo>
                    <a:pt x="2895536" y="391238"/>
                  </a:lnTo>
                  <a:lnTo>
                    <a:pt x="2896531" y="392303"/>
                  </a:lnTo>
                  <a:lnTo>
                    <a:pt x="2936966" y="438154"/>
                  </a:lnTo>
                  <a:lnTo>
                    <a:pt x="2976327" y="487626"/>
                  </a:lnTo>
                  <a:lnTo>
                    <a:pt x="3014929" y="540791"/>
                  </a:lnTo>
                  <a:lnTo>
                    <a:pt x="3053021" y="597652"/>
                  </a:lnTo>
                  <a:lnTo>
                    <a:pt x="3090796" y="658133"/>
                  </a:lnTo>
                  <a:lnTo>
                    <a:pt x="3128403" y="722075"/>
                  </a:lnTo>
                  <a:lnTo>
                    <a:pt x="3165946" y="789231"/>
                  </a:lnTo>
                  <a:lnTo>
                    <a:pt x="3203496" y="859264"/>
                  </a:lnTo>
                  <a:lnTo>
                    <a:pt x="3241093" y="931753"/>
                  </a:lnTo>
                  <a:lnTo>
                    <a:pt x="3278750" y="1006201"/>
                  </a:lnTo>
                  <a:lnTo>
                    <a:pt x="3316463" y="1082046"/>
                  </a:lnTo>
                  <a:lnTo>
                    <a:pt x="3354211" y="1158679"/>
                  </a:lnTo>
                  <a:lnTo>
                    <a:pt x="3391966" y="1235465"/>
                  </a:lnTo>
                  <a:lnTo>
                    <a:pt x="3429698" y="1311762"/>
                  </a:lnTo>
                  <a:lnTo>
                    <a:pt x="3467384" y="1386946"/>
                  </a:lnTo>
                  <a:lnTo>
                    <a:pt x="3505009" y="1460431"/>
                  </a:lnTo>
                  <a:lnTo>
                    <a:pt x="3542578" y="1531688"/>
                  </a:lnTo>
                  <a:lnTo>
                    <a:pt x="3580118" y="1600256"/>
                  </a:lnTo>
                  <a:lnTo>
                    <a:pt x="3617683" y="1665760"/>
                  </a:lnTo>
                  <a:lnTo>
                    <a:pt x="3655363" y="1727909"/>
                  </a:lnTo>
                  <a:lnTo>
                    <a:pt x="3693283" y="1786502"/>
                  </a:lnTo>
                  <a:lnTo>
                    <a:pt x="3731616" y="1841425"/>
                  </a:lnTo>
                  <a:lnTo>
                    <a:pt x="3770582" y="1892645"/>
                  </a:lnTo>
                  <a:lnTo>
                    <a:pt x="3810463" y="1940202"/>
                  </a:lnTo>
                  <a:lnTo>
                    <a:pt x="3829811" y="1961519"/>
                  </a:lnTo>
                  <a:lnTo>
                    <a:pt x="3876480" y="2008321"/>
                  </a:lnTo>
                  <a:lnTo>
                    <a:pt x="3925564" y="2050746"/>
                  </a:lnTo>
                  <a:lnTo>
                    <a:pt x="3977785" y="2088983"/>
                  </a:lnTo>
                  <a:lnTo>
                    <a:pt x="4033930" y="2123372"/>
                  </a:lnTo>
                  <a:lnTo>
                    <a:pt x="4094809" y="2154306"/>
                  </a:lnTo>
                  <a:lnTo>
                    <a:pt x="4161196" y="2182180"/>
                  </a:lnTo>
                  <a:lnTo>
                    <a:pt x="4233763" y="2207351"/>
                  </a:lnTo>
                  <a:lnTo>
                    <a:pt x="4312986" y="2230122"/>
                  </a:lnTo>
                  <a:lnTo>
                    <a:pt x="4399020" y="2250730"/>
                  </a:lnTo>
                  <a:lnTo>
                    <a:pt x="4491540" y="2269343"/>
                  </a:lnTo>
                  <a:lnTo>
                    <a:pt x="4589566" y="2286058"/>
                  </a:lnTo>
                  <a:lnTo>
                    <a:pt x="4691303" y="2300909"/>
                  </a:lnTo>
                  <a:lnTo>
                    <a:pt x="4794053" y="2313877"/>
                  </a:lnTo>
                  <a:lnTo>
                    <a:pt x="4894276" y="2324923"/>
                  </a:lnTo>
                  <a:lnTo>
                    <a:pt x="4987866" y="2334011"/>
                  </a:lnTo>
                  <a:lnTo>
                    <a:pt x="5070662" y="2341152"/>
                  </a:lnTo>
                  <a:lnTo>
                    <a:pt x="5139135" y="2346434"/>
                  </a:lnTo>
                  <a:lnTo>
                    <a:pt x="5191072" y="2350038"/>
                  </a:lnTo>
                  <a:lnTo>
                    <a:pt x="5226085" y="2352233"/>
                  </a:lnTo>
                  <a:lnTo>
                    <a:pt x="5245794" y="2353354"/>
                  </a:lnTo>
                  <a:lnTo>
                    <a:pt x="5253705" y="2353763"/>
                  </a:lnTo>
                  <a:lnTo>
                    <a:pt x="5254955" y="2353823"/>
                  </a:lnTo>
                  <a:lnTo>
                    <a:pt x="5254955" y="2353823"/>
                  </a:lnTo>
                  <a:lnTo>
                    <a:pt x="6726343" y="2353823"/>
                  </a:lnTo>
                  <a:lnTo>
                    <a:pt x="6727580" y="2353828"/>
                  </a:lnTo>
                  <a:lnTo>
                    <a:pt x="6735700" y="2353860"/>
                  </a:lnTo>
                  <a:lnTo>
                    <a:pt x="6756114" y="2353949"/>
                  </a:lnTo>
                  <a:lnTo>
                    <a:pt x="6792482" y="2354124"/>
                  </a:lnTo>
                  <a:lnTo>
                    <a:pt x="6846422" y="2354411"/>
                  </a:lnTo>
                  <a:lnTo>
                    <a:pt x="6917400" y="2354833"/>
                  </a:lnTo>
                  <a:lnTo>
                    <a:pt x="7002950" y="2355403"/>
                  </a:lnTo>
                  <a:lnTo>
                    <a:pt x="7099249" y="2356128"/>
                  </a:lnTo>
                  <a:lnTo>
                    <a:pt x="7201880" y="2357007"/>
                  </a:lnTo>
                  <a:lnTo>
                    <a:pt x="7306563" y="2358039"/>
                  </a:lnTo>
                  <a:lnTo>
                    <a:pt x="7409684" y="2359218"/>
                  </a:lnTo>
                  <a:lnTo>
                    <a:pt x="7508557" y="2360546"/>
                  </a:lnTo>
                  <a:lnTo>
                    <a:pt x="7601459" y="2362025"/>
                  </a:lnTo>
                  <a:lnTo>
                    <a:pt x="7687514" y="2363665"/>
                  </a:lnTo>
                  <a:lnTo>
                    <a:pt x="7766506" y="2365480"/>
                  </a:lnTo>
                  <a:lnTo>
                    <a:pt x="7838696" y="2367491"/>
                  </a:lnTo>
                  <a:lnTo>
                    <a:pt x="7904652" y="2369723"/>
                  </a:lnTo>
                  <a:lnTo>
                    <a:pt x="7965122" y="2372206"/>
                  </a:lnTo>
                  <a:lnTo>
                    <a:pt x="8020941" y="2374973"/>
                  </a:lnTo>
                  <a:lnTo>
                    <a:pt x="8072961" y="2378054"/>
                  </a:lnTo>
                  <a:lnTo>
                    <a:pt x="8121997" y="2381474"/>
                  </a:lnTo>
                  <a:lnTo>
                    <a:pt x="8151487" y="2383791"/>
                  </a:lnTo>
                  <a:lnTo>
                    <a:pt x="8207498" y="2388745"/>
                  </a:lnTo>
                  <a:lnTo>
                    <a:pt x="8261672" y="2394240"/>
                  </a:lnTo>
                  <a:lnTo>
                    <a:pt x="8314753" y="2400283"/>
                  </a:lnTo>
                  <a:lnTo>
                    <a:pt x="8367271" y="2406859"/>
                  </a:lnTo>
                  <a:lnTo>
                    <a:pt x="8419581" y="2413927"/>
                  </a:lnTo>
                  <a:lnTo>
                    <a:pt x="8471897" y="2421423"/>
                  </a:lnTo>
                  <a:lnTo>
                    <a:pt x="8524315" y="2429257"/>
                  </a:lnTo>
                  <a:lnTo>
                    <a:pt x="8576843" y="2437318"/>
                  </a:lnTo>
                  <a:lnTo>
                    <a:pt x="8629431" y="2445483"/>
                  </a:lnTo>
                  <a:lnTo>
                    <a:pt x="8682002" y="2453619"/>
                  </a:lnTo>
                  <a:lnTo>
                    <a:pt x="8734486" y="2461598"/>
                  </a:lnTo>
                  <a:lnTo>
                    <a:pt x="8786854" y="2469298"/>
                  </a:lnTo>
                  <a:lnTo>
                    <a:pt x="8839150" y="2476620"/>
                  </a:lnTo>
                  <a:lnTo>
                    <a:pt x="8891516" y="2483483"/>
                  </a:lnTo>
                  <a:lnTo>
                    <a:pt x="8944223" y="2489833"/>
                  </a:lnTo>
                  <a:lnTo>
                    <a:pt x="8997697" y="2495641"/>
                  </a:lnTo>
                  <a:lnTo>
                    <a:pt x="9052555" y="2500902"/>
                  </a:lnTo>
                  <a:lnTo>
                    <a:pt x="9084767" y="2503661"/>
                  </a:lnTo>
                  <a:lnTo>
                    <a:pt x="9132310" y="2507299"/>
                  </a:lnTo>
                  <a:lnTo>
                    <a:pt x="9182372" y="2510590"/>
                  </a:lnTo>
                  <a:lnTo>
                    <a:pt x="9235716" y="2513550"/>
                  </a:lnTo>
                  <a:lnTo>
                    <a:pt x="9293176" y="2516207"/>
                  </a:lnTo>
                  <a:lnTo>
                    <a:pt x="9355604" y="2518592"/>
                  </a:lnTo>
                  <a:lnTo>
                    <a:pt x="9423813" y="2520738"/>
                  </a:lnTo>
                  <a:lnTo>
                    <a:pt x="9498496" y="2522673"/>
                  </a:lnTo>
                  <a:lnTo>
                    <a:pt x="9580123" y="2524420"/>
                  </a:lnTo>
                  <a:lnTo>
                    <a:pt x="9668797" y="2525998"/>
                  </a:lnTo>
                  <a:lnTo>
                    <a:pt x="9764079" y="2527420"/>
                  </a:lnTo>
                  <a:lnTo>
                    <a:pt x="9864794" y="2528693"/>
                  </a:lnTo>
                  <a:lnTo>
                    <a:pt x="9968866" y="2529817"/>
                  </a:lnTo>
                  <a:lnTo>
                    <a:pt x="10073249" y="2530792"/>
                  </a:lnTo>
                  <a:lnTo>
                    <a:pt x="10174032" y="2531614"/>
                  </a:lnTo>
                  <a:lnTo>
                    <a:pt x="10266810" y="2532280"/>
                  </a:lnTo>
                  <a:lnTo>
                    <a:pt x="10347296" y="2532794"/>
                  </a:lnTo>
                  <a:lnTo>
                    <a:pt x="10412092" y="2533163"/>
                  </a:lnTo>
                  <a:lnTo>
                    <a:pt x="10459402" y="2533406"/>
                  </a:lnTo>
                  <a:lnTo>
                    <a:pt x="10489494" y="2533545"/>
                  </a:lnTo>
                  <a:lnTo>
                    <a:pt x="10504778" y="2533609"/>
                  </a:lnTo>
                  <a:lnTo>
                    <a:pt x="10509601" y="2533628"/>
                  </a:lnTo>
                  <a:lnTo>
                    <a:pt x="10509911" y="2533629"/>
                  </a:lnTo>
                  <a:lnTo>
                    <a:pt x="11981298" y="253362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83" name="pl1183"/>
            <p:cNvSpPr/>
            <p:nvPr/>
          </p:nvSpPr>
          <p:spPr>
            <a:xfrm>
              <a:off x="4799595" y="8690311"/>
              <a:ext cx="11981298" cy="2533629"/>
            </a:xfrm>
            <a:custGeom>
              <a:avLst/>
              <a:pathLst>
                <a:path w="11981298" h="2533629">
                  <a:moveTo>
                    <a:pt x="11981298" y="2533629"/>
                  </a:moveTo>
                  <a:lnTo>
                    <a:pt x="10509911" y="2533629"/>
                  </a:lnTo>
                  <a:lnTo>
                    <a:pt x="10508673" y="2533624"/>
                  </a:lnTo>
                  <a:lnTo>
                    <a:pt x="10500554" y="2533592"/>
                  </a:lnTo>
                  <a:lnTo>
                    <a:pt x="10480139" y="2533503"/>
                  </a:lnTo>
                  <a:lnTo>
                    <a:pt x="10443771" y="2533328"/>
                  </a:lnTo>
                  <a:lnTo>
                    <a:pt x="10389831" y="2533041"/>
                  </a:lnTo>
                  <a:lnTo>
                    <a:pt x="10318853" y="2532619"/>
                  </a:lnTo>
                  <a:lnTo>
                    <a:pt x="10233303" y="2532049"/>
                  </a:lnTo>
                  <a:lnTo>
                    <a:pt x="10137004" y="2531324"/>
                  </a:lnTo>
                  <a:lnTo>
                    <a:pt x="10034373" y="2530445"/>
                  </a:lnTo>
                  <a:lnTo>
                    <a:pt x="9929690" y="2529413"/>
                  </a:lnTo>
                  <a:lnTo>
                    <a:pt x="9826569" y="2528234"/>
                  </a:lnTo>
                  <a:lnTo>
                    <a:pt x="9727696" y="2526906"/>
                  </a:lnTo>
                  <a:lnTo>
                    <a:pt x="9634794" y="2525427"/>
                  </a:lnTo>
                  <a:lnTo>
                    <a:pt x="9548740" y="2523787"/>
                  </a:lnTo>
                  <a:lnTo>
                    <a:pt x="9469747" y="2521972"/>
                  </a:lnTo>
                  <a:lnTo>
                    <a:pt x="9397557" y="2519961"/>
                  </a:lnTo>
                  <a:lnTo>
                    <a:pt x="9331601" y="2517729"/>
                  </a:lnTo>
                  <a:lnTo>
                    <a:pt x="9271131" y="2515246"/>
                  </a:lnTo>
                  <a:lnTo>
                    <a:pt x="9215312" y="2512479"/>
                  </a:lnTo>
                  <a:lnTo>
                    <a:pt x="9163292" y="2509398"/>
                  </a:lnTo>
                  <a:lnTo>
                    <a:pt x="9114257" y="2505978"/>
                  </a:lnTo>
                  <a:lnTo>
                    <a:pt x="9084767" y="2503661"/>
                  </a:lnTo>
                  <a:lnTo>
                    <a:pt x="9028755" y="2498707"/>
                  </a:lnTo>
                  <a:lnTo>
                    <a:pt x="8974582" y="2493212"/>
                  </a:lnTo>
                  <a:lnTo>
                    <a:pt x="8921500" y="2487169"/>
                  </a:lnTo>
                  <a:lnTo>
                    <a:pt x="8868982" y="2480593"/>
                  </a:lnTo>
                  <a:lnTo>
                    <a:pt x="8816672" y="2473525"/>
                  </a:lnTo>
                  <a:lnTo>
                    <a:pt x="8764356" y="2466029"/>
                  </a:lnTo>
                  <a:lnTo>
                    <a:pt x="8711938" y="2458195"/>
                  </a:lnTo>
                  <a:lnTo>
                    <a:pt x="8659410" y="2450134"/>
                  </a:lnTo>
                  <a:lnTo>
                    <a:pt x="8606822" y="2441969"/>
                  </a:lnTo>
                  <a:lnTo>
                    <a:pt x="8554252" y="2433833"/>
                  </a:lnTo>
                  <a:lnTo>
                    <a:pt x="8501767" y="2425854"/>
                  </a:lnTo>
                  <a:lnTo>
                    <a:pt x="8449399" y="2418154"/>
                  </a:lnTo>
                  <a:lnTo>
                    <a:pt x="8397104" y="2410832"/>
                  </a:lnTo>
                  <a:lnTo>
                    <a:pt x="8344738" y="2403969"/>
                  </a:lnTo>
                  <a:lnTo>
                    <a:pt x="8292031" y="2397619"/>
                  </a:lnTo>
                  <a:lnTo>
                    <a:pt x="8238556" y="2391811"/>
                  </a:lnTo>
                  <a:lnTo>
                    <a:pt x="8183698" y="2386550"/>
                  </a:lnTo>
                  <a:lnTo>
                    <a:pt x="8151487" y="2383791"/>
                  </a:lnTo>
                  <a:lnTo>
                    <a:pt x="8103943" y="2380153"/>
                  </a:lnTo>
                  <a:lnTo>
                    <a:pt x="8053881" y="2376862"/>
                  </a:lnTo>
                  <a:lnTo>
                    <a:pt x="8000537" y="2373902"/>
                  </a:lnTo>
                  <a:lnTo>
                    <a:pt x="7943078" y="2371245"/>
                  </a:lnTo>
                  <a:lnTo>
                    <a:pt x="7880649" y="2368860"/>
                  </a:lnTo>
                  <a:lnTo>
                    <a:pt x="7812440" y="2366714"/>
                  </a:lnTo>
                  <a:lnTo>
                    <a:pt x="7737757" y="2364779"/>
                  </a:lnTo>
                  <a:lnTo>
                    <a:pt x="7656130" y="2363032"/>
                  </a:lnTo>
                  <a:lnTo>
                    <a:pt x="7567456" y="2361454"/>
                  </a:lnTo>
                  <a:lnTo>
                    <a:pt x="7472174" y="2360032"/>
                  </a:lnTo>
                  <a:lnTo>
                    <a:pt x="7371459" y="2358759"/>
                  </a:lnTo>
                  <a:lnTo>
                    <a:pt x="7267387" y="2357635"/>
                  </a:lnTo>
                  <a:lnTo>
                    <a:pt x="7163004" y="2356660"/>
                  </a:lnTo>
                  <a:lnTo>
                    <a:pt x="7062221" y="2355838"/>
                  </a:lnTo>
                  <a:lnTo>
                    <a:pt x="6969443" y="2355172"/>
                  </a:lnTo>
                  <a:lnTo>
                    <a:pt x="6888957" y="2354658"/>
                  </a:lnTo>
                  <a:lnTo>
                    <a:pt x="6824162" y="2354289"/>
                  </a:lnTo>
                  <a:lnTo>
                    <a:pt x="6776851" y="2354046"/>
                  </a:lnTo>
                  <a:lnTo>
                    <a:pt x="6746759" y="2353907"/>
                  </a:lnTo>
                  <a:lnTo>
                    <a:pt x="6731475" y="2353843"/>
                  </a:lnTo>
                  <a:lnTo>
                    <a:pt x="6726652" y="2353824"/>
                  </a:lnTo>
                  <a:lnTo>
                    <a:pt x="6726343" y="2353823"/>
                  </a:lnTo>
                  <a:lnTo>
                    <a:pt x="5254955" y="2353823"/>
                  </a:lnTo>
                  <a:lnTo>
                    <a:pt x="5253782" y="2353767"/>
                  </a:lnTo>
                  <a:lnTo>
                    <a:pt x="5246076" y="2353369"/>
                  </a:lnTo>
                  <a:lnTo>
                    <a:pt x="5226668" y="2352267"/>
                  </a:lnTo>
                  <a:lnTo>
                    <a:pt x="5192012" y="2350099"/>
                  </a:lnTo>
                  <a:lnTo>
                    <a:pt x="5140446" y="2346530"/>
                  </a:lnTo>
                  <a:lnTo>
                    <a:pt x="5072316" y="2341287"/>
                  </a:lnTo>
                  <a:lnTo>
                    <a:pt x="4989798" y="2334187"/>
                  </a:lnTo>
                  <a:lnTo>
                    <a:pt x="4896400" y="2325142"/>
                  </a:lnTo>
                  <a:lnTo>
                    <a:pt x="4796277" y="2314138"/>
                  </a:lnTo>
                  <a:lnTo>
                    <a:pt x="4693541" y="2301211"/>
                  </a:lnTo>
                  <a:lnTo>
                    <a:pt x="4591750" y="2286402"/>
                  </a:lnTo>
                  <a:lnTo>
                    <a:pt x="4493621" y="2269727"/>
                  </a:lnTo>
                  <a:lnTo>
                    <a:pt x="4400968" y="2251156"/>
                  </a:lnTo>
                  <a:lnTo>
                    <a:pt x="4314787" y="2230593"/>
                  </a:lnTo>
                  <a:lnTo>
                    <a:pt x="4235416" y="2207871"/>
                  </a:lnTo>
                  <a:lnTo>
                    <a:pt x="4162708" y="2182756"/>
                  </a:lnTo>
                  <a:lnTo>
                    <a:pt x="4096193" y="2154944"/>
                  </a:lnTo>
                  <a:lnTo>
                    <a:pt x="4035203" y="2124080"/>
                  </a:lnTo>
                  <a:lnTo>
                    <a:pt x="3978962" y="2089771"/>
                  </a:lnTo>
                  <a:lnTo>
                    <a:pt x="3926665" y="2051622"/>
                  </a:lnTo>
                  <a:lnTo>
                    <a:pt x="3877520" y="2009291"/>
                  </a:lnTo>
                  <a:lnTo>
                    <a:pt x="3830806" y="1962585"/>
                  </a:lnTo>
                  <a:lnTo>
                    <a:pt x="3829811" y="1961519"/>
                  </a:lnTo>
                  <a:lnTo>
                    <a:pt x="3789376" y="1915668"/>
                  </a:lnTo>
                  <a:lnTo>
                    <a:pt x="3750015" y="1866196"/>
                  </a:lnTo>
                  <a:lnTo>
                    <a:pt x="3711413" y="1813031"/>
                  </a:lnTo>
                  <a:lnTo>
                    <a:pt x="3673321" y="1756171"/>
                  </a:lnTo>
                  <a:lnTo>
                    <a:pt x="3635546" y="1695690"/>
                  </a:lnTo>
                  <a:lnTo>
                    <a:pt x="3597939" y="1631748"/>
                  </a:lnTo>
                  <a:lnTo>
                    <a:pt x="3560396" y="1564592"/>
                  </a:lnTo>
                  <a:lnTo>
                    <a:pt x="3522846" y="1494559"/>
                  </a:lnTo>
                  <a:lnTo>
                    <a:pt x="3485250" y="1422070"/>
                  </a:lnTo>
                  <a:lnTo>
                    <a:pt x="3447592" y="1347622"/>
                  </a:lnTo>
                  <a:lnTo>
                    <a:pt x="3409879" y="1271777"/>
                  </a:lnTo>
                  <a:lnTo>
                    <a:pt x="3372131" y="1195144"/>
                  </a:lnTo>
                  <a:lnTo>
                    <a:pt x="3334376" y="1118358"/>
                  </a:lnTo>
                  <a:lnTo>
                    <a:pt x="3296644" y="1042061"/>
                  </a:lnTo>
                  <a:lnTo>
                    <a:pt x="3258958" y="966877"/>
                  </a:lnTo>
                  <a:lnTo>
                    <a:pt x="3221333" y="893391"/>
                  </a:lnTo>
                  <a:lnTo>
                    <a:pt x="3183764" y="822135"/>
                  </a:lnTo>
                  <a:lnTo>
                    <a:pt x="3146224" y="753566"/>
                  </a:lnTo>
                  <a:lnTo>
                    <a:pt x="3108659" y="688063"/>
                  </a:lnTo>
                  <a:lnTo>
                    <a:pt x="3070979" y="625914"/>
                  </a:lnTo>
                  <a:lnTo>
                    <a:pt x="3033059" y="567320"/>
                  </a:lnTo>
                  <a:lnTo>
                    <a:pt x="2994726" y="512397"/>
                  </a:lnTo>
                  <a:lnTo>
                    <a:pt x="2955760" y="461177"/>
                  </a:lnTo>
                  <a:lnTo>
                    <a:pt x="2915879" y="413621"/>
                  </a:lnTo>
                  <a:lnTo>
                    <a:pt x="2896531" y="392303"/>
                  </a:lnTo>
                  <a:lnTo>
                    <a:pt x="2849863" y="345502"/>
                  </a:lnTo>
                  <a:lnTo>
                    <a:pt x="2800778" y="303077"/>
                  </a:lnTo>
                  <a:lnTo>
                    <a:pt x="2748557" y="264840"/>
                  </a:lnTo>
                  <a:lnTo>
                    <a:pt x="2692412" y="230451"/>
                  </a:lnTo>
                  <a:lnTo>
                    <a:pt x="2631533" y="199516"/>
                  </a:lnTo>
                  <a:lnTo>
                    <a:pt x="2565146" y="171642"/>
                  </a:lnTo>
                  <a:lnTo>
                    <a:pt x="2492579" y="146471"/>
                  </a:lnTo>
                  <a:lnTo>
                    <a:pt x="2413356" y="123701"/>
                  </a:lnTo>
                  <a:lnTo>
                    <a:pt x="2327322" y="103092"/>
                  </a:lnTo>
                  <a:lnTo>
                    <a:pt x="2234802" y="84479"/>
                  </a:lnTo>
                  <a:lnTo>
                    <a:pt x="2136776" y="67764"/>
                  </a:lnTo>
                  <a:lnTo>
                    <a:pt x="2035039" y="52914"/>
                  </a:lnTo>
                  <a:lnTo>
                    <a:pt x="1932289" y="39945"/>
                  </a:lnTo>
                  <a:lnTo>
                    <a:pt x="1832066" y="28900"/>
                  </a:lnTo>
                  <a:lnTo>
                    <a:pt x="1738476" y="19812"/>
                  </a:lnTo>
                  <a:lnTo>
                    <a:pt x="1655680" y="12670"/>
                  </a:lnTo>
                  <a:lnTo>
                    <a:pt x="1587208" y="7388"/>
                  </a:lnTo>
                  <a:lnTo>
                    <a:pt x="1535270" y="3785"/>
                  </a:lnTo>
                  <a:lnTo>
                    <a:pt x="1500257" y="1590"/>
                  </a:lnTo>
                  <a:lnTo>
                    <a:pt x="1480548" y="469"/>
                  </a:lnTo>
                  <a:lnTo>
                    <a:pt x="1472637" y="59"/>
                  </a:lnTo>
                  <a:lnTo>
                    <a:pt x="1471387" y="0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84" name="pg1184"/>
            <p:cNvSpPr/>
            <p:nvPr/>
          </p:nvSpPr>
          <p:spPr>
            <a:xfrm>
              <a:off x="4799595" y="8649446"/>
              <a:ext cx="11981298" cy="1887962"/>
            </a:xfrm>
            <a:custGeom>
              <a:avLst/>
              <a:pathLst>
                <a:path w="11981298" h="1887962">
                  <a:moveTo>
                    <a:pt x="0" y="8172"/>
                  </a:moveTo>
                  <a:lnTo>
                    <a:pt x="1471387" y="8172"/>
                  </a:lnTo>
                  <a:lnTo>
                    <a:pt x="1472583" y="8218"/>
                  </a:lnTo>
                  <a:lnTo>
                    <a:pt x="1480434" y="8543"/>
                  </a:lnTo>
                  <a:lnTo>
                    <a:pt x="1500194" y="9440"/>
                  </a:lnTo>
                  <a:lnTo>
                    <a:pt x="1535451" y="11205"/>
                  </a:lnTo>
                  <a:lnTo>
                    <a:pt x="1587851" y="14111"/>
                  </a:lnTo>
                  <a:lnTo>
                    <a:pt x="1656986" y="18376"/>
                  </a:lnTo>
                  <a:lnTo>
                    <a:pt x="1740577" y="24148"/>
                  </a:lnTo>
                  <a:lnTo>
                    <a:pt x="1835006" y="31495"/>
                  </a:lnTo>
                  <a:lnTo>
                    <a:pt x="1936025" y="40425"/>
                  </a:lnTo>
                  <a:lnTo>
                    <a:pt x="2039462" y="50910"/>
                  </a:lnTo>
                  <a:lnTo>
                    <a:pt x="2141737" y="62916"/>
                  </a:lnTo>
                  <a:lnTo>
                    <a:pt x="2240143" y="76431"/>
                  </a:lnTo>
                  <a:lnTo>
                    <a:pt x="2332895" y="91484"/>
                  </a:lnTo>
                  <a:lnTo>
                    <a:pt x="2419040" y="108159"/>
                  </a:lnTo>
                  <a:lnTo>
                    <a:pt x="2498283" y="126594"/>
                  </a:lnTo>
                  <a:lnTo>
                    <a:pt x="2570810" y="146988"/>
                  </a:lnTo>
                  <a:lnTo>
                    <a:pt x="2637127" y="169590"/>
                  </a:lnTo>
                  <a:lnTo>
                    <a:pt x="2697931" y="194697"/>
                  </a:lnTo>
                  <a:lnTo>
                    <a:pt x="2754017" y="222628"/>
                  </a:lnTo>
                  <a:lnTo>
                    <a:pt x="2806210" y="253703"/>
                  </a:lnTo>
                  <a:lnTo>
                    <a:pt x="2855309" y="288190"/>
                  </a:lnTo>
                  <a:lnTo>
                    <a:pt x="2896531" y="321471"/>
                  </a:lnTo>
                  <a:lnTo>
                    <a:pt x="2940188" y="361178"/>
                  </a:lnTo>
                  <a:lnTo>
                    <a:pt x="2982622" y="404270"/>
                  </a:lnTo>
                  <a:lnTo>
                    <a:pt x="3024219" y="450813"/>
                  </a:lnTo>
                  <a:lnTo>
                    <a:pt x="3065280" y="500794"/>
                  </a:lnTo>
                  <a:lnTo>
                    <a:pt x="3106033" y="554112"/>
                  </a:lnTo>
                  <a:lnTo>
                    <a:pt x="3146642" y="610576"/>
                  </a:lnTo>
                  <a:lnTo>
                    <a:pt x="3187222" y="669895"/>
                  </a:lnTo>
                  <a:lnTo>
                    <a:pt x="3227839" y="731684"/>
                  </a:lnTo>
                  <a:lnTo>
                    <a:pt x="3268525" y="795472"/>
                  </a:lnTo>
                  <a:lnTo>
                    <a:pt x="3309279" y="860709"/>
                  </a:lnTo>
                  <a:lnTo>
                    <a:pt x="3350078" y="926793"/>
                  </a:lnTo>
                  <a:lnTo>
                    <a:pt x="3390890" y="993084"/>
                  </a:lnTo>
                  <a:lnTo>
                    <a:pt x="3431677" y="1058937"/>
                  </a:lnTo>
                  <a:lnTo>
                    <a:pt x="3472408" y="1123722"/>
                  </a:lnTo>
                  <a:lnTo>
                    <a:pt x="3513068" y="1186852"/>
                  </a:lnTo>
                  <a:lnTo>
                    <a:pt x="3553666" y="1247806"/>
                  </a:lnTo>
                  <a:lnTo>
                    <a:pt x="3594247" y="1306141"/>
                  </a:lnTo>
                  <a:lnTo>
                    <a:pt x="3634892" y="1361506"/>
                  </a:lnTo>
                  <a:lnTo>
                    <a:pt x="3675733" y="1413645"/>
                  </a:lnTo>
                  <a:lnTo>
                    <a:pt x="3716956" y="1462400"/>
                  </a:lnTo>
                  <a:lnTo>
                    <a:pt x="3758815" y="1507704"/>
                  </a:lnTo>
                  <a:lnTo>
                    <a:pt x="3801638" y="1549572"/>
                  </a:lnTo>
                  <a:lnTo>
                    <a:pt x="3829811" y="1574664"/>
                  </a:lnTo>
                  <a:lnTo>
                    <a:pt x="3876789" y="1612271"/>
                  </a:lnTo>
                  <a:lnTo>
                    <a:pt x="3926219" y="1646338"/>
                  </a:lnTo>
                  <a:lnTo>
                    <a:pt x="3978836" y="1677020"/>
                  </a:lnTo>
                  <a:lnTo>
                    <a:pt x="4035446" y="1704595"/>
                  </a:lnTo>
                  <a:lnTo>
                    <a:pt x="4096871" y="1729384"/>
                  </a:lnTo>
                  <a:lnTo>
                    <a:pt x="4163899" y="1751707"/>
                  </a:lnTo>
                  <a:lnTo>
                    <a:pt x="4237211" y="1771853"/>
                  </a:lnTo>
                  <a:lnTo>
                    <a:pt x="4317281" y="1790068"/>
                  </a:lnTo>
                  <a:lnTo>
                    <a:pt x="4404246" y="1806541"/>
                  </a:lnTo>
                  <a:lnTo>
                    <a:pt x="4497742" y="1821406"/>
                  </a:lnTo>
                  <a:lnTo>
                    <a:pt x="4596724" y="1834739"/>
                  </a:lnTo>
                  <a:lnTo>
                    <a:pt x="4699300" y="1846564"/>
                  </a:lnTo>
                  <a:lnTo>
                    <a:pt x="4802651" y="1856864"/>
                  </a:lnTo>
                  <a:lnTo>
                    <a:pt x="4903107" y="1865605"/>
                  </a:lnTo>
                  <a:lnTo>
                    <a:pt x="4996454" y="1872762"/>
                  </a:lnTo>
                  <a:lnTo>
                    <a:pt x="5078480" y="1878348"/>
                  </a:lnTo>
                  <a:lnTo>
                    <a:pt x="5145693" y="1882441"/>
                  </a:lnTo>
                  <a:lnTo>
                    <a:pt x="5196016" y="1885197"/>
                  </a:lnTo>
                  <a:lnTo>
                    <a:pt x="5229285" y="1886843"/>
                  </a:lnTo>
                  <a:lnTo>
                    <a:pt x="5247391" y="1887655"/>
                  </a:lnTo>
                  <a:lnTo>
                    <a:pt x="5254135" y="1887931"/>
                  </a:lnTo>
                  <a:lnTo>
                    <a:pt x="5254955" y="1887962"/>
                  </a:lnTo>
                  <a:lnTo>
                    <a:pt x="6726343" y="1887962"/>
                  </a:lnTo>
                  <a:lnTo>
                    <a:pt x="6727580" y="1887962"/>
                  </a:lnTo>
                  <a:lnTo>
                    <a:pt x="6735702" y="1887962"/>
                  </a:lnTo>
                  <a:lnTo>
                    <a:pt x="6756124" y="1887962"/>
                  </a:lnTo>
                  <a:lnTo>
                    <a:pt x="6792502" y="1887962"/>
                  </a:lnTo>
                  <a:lnTo>
                    <a:pt x="6846457" y="1887962"/>
                  </a:lnTo>
                  <a:lnTo>
                    <a:pt x="6917453" y="1887962"/>
                  </a:lnTo>
                  <a:lnTo>
                    <a:pt x="7003021" y="1887962"/>
                  </a:lnTo>
                  <a:lnTo>
                    <a:pt x="7099338" y="1887962"/>
                  </a:lnTo>
                  <a:lnTo>
                    <a:pt x="7201984" y="1887962"/>
                  </a:lnTo>
                  <a:lnTo>
                    <a:pt x="7306679" y="1887962"/>
                  </a:lnTo>
                  <a:lnTo>
                    <a:pt x="7409807" y="1887962"/>
                  </a:lnTo>
                  <a:lnTo>
                    <a:pt x="7508684" y="1887962"/>
                  </a:lnTo>
                  <a:lnTo>
                    <a:pt x="7601588" y="1887962"/>
                  </a:lnTo>
                  <a:lnTo>
                    <a:pt x="7687641" y="1887962"/>
                  </a:lnTo>
                  <a:lnTo>
                    <a:pt x="7766631" y="1887962"/>
                  </a:lnTo>
                  <a:lnTo>
                    <a:pt x="7838818" y="1887962"/>
                  </a:lnTo>
                  <a:lnTo>
                    <a:pt x="7904771" y="1887962"/>
                  </a:lnTo>
                  <a:lnTo>
                    <a:pt x="7965237" y="1887962"/>
                  </a:lnTo>
                  <a:lnTo>
                    <a:pt x="8021054" y="1887962"/>
                  </a:lnTo>
                  <a:lnTo>
                    <a:pt x="8073072" y="1887962"/>
                  </a:lnTo>
                  <a:lnTo>
                    <a:pt x="8122108" y="1887962"/>
                  </a:lnTo>
                  <a:lnTo>
                    <a:pt x="8151487" y="1887962"/>
                  </a:lnTo>
                  <a:lnTo>
                    <a:pt x="8207723" y="1887962"/>
                  </a:lnTo>
                  <a:lnTo>
                    <a:pt x="8262110" y="1887962"/>
                  </a:lnTo>
                  <a:lnTo>
                    <a:pt x="8315401" y="1887962"/>
                  </a:lnTo>
                  <a:lnTo>
                    <a:pt x="8368129" y="1887962"/>
                  </a:lnTo>
                  <a:lnTo>
                    <a:pt x="8420653" y="1887962"/>
                  </a:lnTo>
                  <a:lnTo>
                    <a:pt x="8473185" y="1887962"/>
                  </a:lnTo>
                  <a:lnTo>
                    <a:pt x="8525821" y="1887962"/>
                  </a:lnTo>
                  <a:lnTo>
                    <a:pt x="8578567" y="1887962"/>
                  </a:lnTo>
                  <a:lnTo>
                    <a:pt x="8631371" y="1887962"/>
                  </a:lnTo>
                  <a:lnTo>
                    <a:pt x="8684155" y="1887962"/>
                  </a:lnTo>
                  <a:lnTo>
                    <a:pt x="8736850" y="1887962"/>
                  </a:lnTo>
                  <a:lnTo>
                    <a:pt x="8789427" y="1887962"/>
                  </a:lnTo>
                  <a:lnTo>
                    <a:pt x="8841936" y="1887962"/>
                  </a:lnTo>
                  <a:lnTo>
                    <a:pt x="8894528" y="1887962"/>
                  </a:lnTo>
                  <a:lnTo>
                    <a:pt x="8947483" y="1887962"/>
                  </a:lnTo>
                  <a:lnTo>
                    <a:pt x="9001245" y="1887962"/>
                  </a:lnTo>
                  <a:lnTo>
                    <a:pt x="9056449" y="1887962"/>
                  </a:lnTo>
                  <a:lnTo>
                    <a:pt x="9084767" y="1887962"/>
                  </a:lnTo>
                  <a:lnTo>
                    <a:pt x="9132316" y="1887962"/>
                  </a:lnTo>
                  <a:lnTo>
                    <a:pt x="9182384" y="1887962"/>
                  </a:lnTo>
                  <a:lnTo>
                    <a:pt x="9235734" y="1887962"/>
                  </a:lnTo>
                  <a:lnTo>
                    <a:pt x="9293202" y="1887962"/>
                  </a:lnTo>
                  <a:lnTo>
                    <a:pt x="9355640" y="1887962"/>
                  </a:lnTo>
                  <a:lnTo>
                    <a:pt x="9423860" y="1887962"/>
                  </a:lnTo>
                  <a:lnTo>
                    <a:pt x="9498557" y="1887962"/>
                  </a:lnTo>
                  <a:lnTo>
                    <a:pt x="9580199" y="1887962"/>
                  </a:lnTo>
                  <a:lnTo>
                    <a:pt x="9668889" y="1887962"/>
                  </a:lnTo>
                  <a:lnTo>
                    <a:pt x="9764188" y="1887962"/>
                  </a:lnTo>
                  <a:lnTo>
                    <a:pt x="9864919" y="1887962"/>
                  </a:lnTo>
                  <a:lnTo>
                    <a:pt x="9969005" y="1887962"/>
                  </a:lnTo>
                  <a:lnTo>
                    <a:pt x="10073397" y="1887962"/>
                  </a:lnTo>
                  <a:lnTo>
                    <a:pt x="10174183" y="1887962"/>
                  </a:lnTo>
                  <a:lnTo>
                    <a:pt x="10266955" y="1887962"/>
                  </a:lnTo>
                  <a:lnTo>
                    <a:pt x="10347426" y="1887962"/>
                  </a:lnTo>
                  <a:lnTo>
                    <a:pt x="10412197" y="1887962"/>
                  </a:lnTo>
                  <a:lnTo>
                    <a:pt x="10459479" y="1887962"/>
                  </a:lnTo>
                  <a:lnTo>
                    <a:pt x="10489540" y="1887962"/>
                  </a:lnTo>
                  <a:lnTo>
                    <a:pt x="10504798" y="1887962"/>
                  </a:lnTo>
                  <a:lnTo>
                    <a:pt x="10509604" y="1887962"/>
                  </a:lnTo>
                  <a:lnTo>
                    <a:pt x="10509911" y="1887962"/>
                  </a:lnTo>
                  <a:lnTo>
                    <a:pt x="11981298" y="1887962"/>
                  </a:lnTo>
                  <a:lnTo>
                    <a:pt x="11981298" y="1879789"/>
                  </a:lnTo>
                  <a:lnTo>
                    <a:pt x="10509911" y="1879789"/>
                  </a:lnTo>
                  <a:lnTo>
                    <a:pt x="10508673" y="1879789"/>
                  </a:lnTo>
                  <a:lnTo>
                    <a:pt x="10500551" y="1879789"/>
                  </a:lnTo>
                  <a:lnTo>
                    <a:pt x="10480130" y="1879789"/>
                  </a:lnTo>
                  <a:lnTo>
                    <a:pt x="10443752" y="1879789"/>
                  </a:lnTo>
                  <a:lnTo>
                    <a:pt x="10389796" y="1879789"/>
                  </a:lnTo>
                  <a:lnTo>
                    <a:pt x="10318801" y="1879789"/>
                  </a:lnTo>
                  <a:lnTo>
                    <a:pt x="10233232" y="1879789"/>
                  </a:lnTo>
                  <a:lnTo>
                    <a:pt x="10136915" y="1879789"/>
                  </a:lnTo>
                  <a:lnTo>
                    <a:pt x="10034269" y="1879789"/>
                  </a:lnTo>
                  <a:lnTo>
                    <a:pt x="9929574" y="1879789"/>
                  </a:lnTo>
                  <a:lnTo>
                    <a:pt x="9826446" y="1879789"/>
                  </a:lnTo>
                  <a:lnTo>
                    <a:pt x="9727569" y="1879789"/>
                  </a:lnTo>
                  <a:lnTo>
                    <a:pt x="9634665" y="1879789"/>
                  </a:lnTo>
                  <a:lnTo>
                    <a:pt x="9548612" y="1879789"/>
                  </a:lnTo>
                  <a:lnTo>
                    <a:pt x="9469622" y="1879789"/>
                  </a:lnTo>
                  <a:lnTo>
                    <a:pt x="9397435" y="1879789"/>
                  </a:lnTo>
                  <a:lnTo>
                    <a:pt x="9331483" y="1879789"/>
                  </a:lnTo>
                  <a:lnTo>
                    <a:pt x="9271016" y="1879789"/>
                  </a:lnTo>
                  <a:lnTo>
                    <a:pt x="9215199" y="1879789"/>
                  </a:lnTo>
                  <a:lnTo>
                    <a:pt x="9163181" y="1879789"/>
                  </a:lnTo>
                  <a:lnTo>
                    <a:pt x="9114146" y="1879789"/>
                  </a:lnTo>
                  <a:lnTo>
                    <a:pt x="9084767" y="1879789"/>
                  </a:lnTo>
                  <a:lnTo>
                    <a:pt x="9028530" y="1879789"/>
                  </a:lnTo>
                  <a:lnTo>
                    <a:pt x="8974143" y="1879789"/>
                  </a:lnTo>
                  <a:lnTo>
                    <a:pt x="8920852" y="1879789"/>
                  </a:lnTo>
                  <a:lnTo>
                    <a:pt x="8868124" y="1879789"/>
                  </a:lnTo>
                  <a:lnTo>
                    <a:pt x="8815600" y="1879789"/>
                  </a:lnTo>
                  <a:lnTo>
                    <a:pt x="8763068" y="1879789"/>
                  </a:lnTo>
                  <a:lnTo>
                    <a:pt x="8710433" y="1879789"/>
                  </a:lnTo>
                  <a:lnTo>
                    <a:pt x="8657686" y="1879789"/>
                  </a:lnTo>
                  <a:lnTo>
                    <a:pt x="8604882" y="1879789"/>
                  </a:lnTo>
                  <a:lnTo>
                    <a:pt x="8552098" y="1879789"/>
                  </a:lnTo>
                  <a:lnTo>
                    <a:pt x="8499404" y="1879789"/>
                  </a:lnTo>
                  <a:lnTo>
                    <a:pt x="8446826" y="1879789"/>
                  </a:lnTo>
                  <a:lnTo>
                    <a:pt x="8394317" y="1879789"/>
                  </a:lnTo>
                  <a:lnTo>
                    <a:pt x="8341726" y="1879789"/>
                  </a:lnTo>
                  <a:lnTo>
                    <a:pt x="8288770" y="1879789"/>
                  </a:lnTo>
                  <a:lnTo>
                    <a:pt x="8235009" y="1879789"/>
                  </a:lnTo>
                  <a:lnTo>
                    <a:pt x="8179804" y="1879789"/>
                  </a:lnTo>
                  <a:lnTo>
                    <a:pt x="8151487" y="1879789"/>
                  </a:lnTo>
                  <a:lnTo>
                    <a:pt x="8103938" y="1879789"/>
                  </a:lnTo>
                  <a:lnTo>
                    <a:pt x="8053869" y="1879789"/>
                  </a:lnTo>
                  <a:lnTo>
                    <a:pt x="8000519" y="1879789"/>
                  </a:lnTo>
                  <a:lnTo>
                    <a:pt x="7943051" y="1879789"/>
                  </a:lnTo>
                  <a:lnTo>
                    <a:pt x="7880613" y="1879789"/>
                  </a:lnTo>
                  <a:lnTo>
                    <a:pt x="7812393" y="1879789"/>
                  </a:lnTo>
                  <a:lnTo>
                    <a:pt x="7737696" y="1879789"/>
                  </a:lnTo>
                  <a:lnTo>
                    <a:pt x="7656054" y="1879789"/>
                  </a:lnTo>
                  <a:lnTo>
                    <a:pt x="7567364" y="1879789"/>
                  </a:lnTo>
                  <a:lnTo>
                    <a:pt x="7472066" y="1879789"/>
                  </a:lnTo>
                  <a:lnTo>
                    <a:pt x="7371334" y="1879789"/>
                  </a:lnTo>
                  <a:lnTo>
                    <a:pt x="7267248" y="1879789"/>
                  </a:lnTo>
                  <a:lnTo>
                    <a:pt x="7162856" y="1879789"/>
                  </a:lnTo>
                  <a:lnTo>
                    <a:pt x="7062070" y="1879789"/>
                  </a:lnTo>
                  <a:lnTo>
                    <a:pt x="6969298" y="1879789"/>
                  </a:lnTo>
                  <a:lnTo>
                    <a:pt x="6888828" y="1879789"/>
                  </a:lnTo>
                  <a:lnTo>
                    <a:pt x="6824056" y="1879789"/>
                  </a:lnTo>
                  <a:lnTo>
                    <a:pt x="6776774" y="1879789"/>
                  </a:lnTo>
                  <a:lnTo>
                    <a:pt x="6746713" y="1879789"/>
                  </a:lnTo>
                  <a:lnTo>
                    <a:pt x="6731455" y="1879789"/>
                  </a:lnTo>
                  <a:lnTo>
                    <a:pt x="6726649" y="1879789"/>
                  </a:lnTo>
                  <a:lnTo>
                    <a:pt x="6726343" y="1879789"/>
                  </a:lnTo>
                  <a:lnTo>
                    <a:pt x="5254955" y="1879789"/>
                  </a:lnTo>
                  <a:lnTo>
                    <a:pt x="5253760" y="1879744"/>
                  </a:lnTo>
                  <a:lnTo>
                    <a:pt x="5245909" y="1879419"/>
                  </a:lnTo>
                  <a:lnTo>
                    <a:pt x="5226148" y="1878522"/>
                  </a:lnTo>
                  <a:lnTo>
                    <a:pt x="5190891" y="1876757"/>
                  </a:lnTo>
                  <a:lnTo>
                    <a:pt x="5138491" y="1873851"/>
                  </a:lnTo>
                  <a:lnTo>
                    <a:pt x="5069356" y="1869585"/>
                  </a:lnTo>
                  <a:lnTo>
                    <a:pt x="4985765" y="1863814"/>
                  </a:lnTo>
                  <a:lnTo>
                    <a:pt x="4891337" y="1856466"/>
                  </a:lnTo>
                  <a:lnTo>
                    <a:pt x="4790317" y="1847536"/>
                  </a:lnTo>
                  <a:lnTo>
                    <a:pt x="4686880" y="1837051"/>
                  </a:lnTo>
                  <a:lnTo>
                    <a:pt x="4584605" y="1825045"/>
                  </a:lnTo>
                  <a:lnTo>
                    <a:pt x="4486200" y="1811531"/>
                  </a:lnTo>
                  <a:lnTo>
                    <a:pt x="4393447" y="1796477"/>
                  </a:lnTo>
                  <a:lnTo>
                    <a:pt x="4307302" y="1779803"/>
                  </a:lnTo>
                  <a:lnTo>
                    <a:pt x="4228059" y="1761368"/>
                  </a:lnTo>
                  <a:lnTo>
                    <a:pt x="4155532" y="1740974"/>
                  </a:lnTo>
                  <a:lnTo>
                    <a:pt x="4089215" y="1718371"/>
                  </a:lnTo>
                  <a:lnTo>
                    <a:pt x="4028411" y="1693265"/>
                  </a:lnTo>
                  <a:lnTo>
                    <a:pt x="3972325" y="1665334"/>
                  </a:lnTo>
                  <a:lnTo>
                    <a:pt x="3920132" y="1634258"/>
                  </a:lnTo>
                  <a:lnTo>
                    <a:pt x="3871033" y="1599771"/>
                  </a:lnTo>
                  <a:lnTo>
                    <a:pt x="3829811" y="1566491"/>
                  </a:lnTo>
                  <a:lnTo>
                    <a:pt x="3786154" y="1526784"/>
                  </a:lnTo>
                  <a:lnTo>
                    <a:pt x="3743721" y="1483691"/>
                  </a:lnTo>
                  <a:lnTo>
                    <a:pt x="3702123" y="1437148"/>
                  </a:lnTo>
                  <a:lnTo>
                    <a:pt x="3661062" y="1387168"/>
                  </a:lnTo>
                  <a:lnTo>
                    <a:pt x="3620309" y="1333849"/>
                  </a:lnTo>
                  <a:lnTo>
                    <a:pt x="3579700" y="1277386"/>
                  </a:lnTo>
                  <a:lnTo>
                    <a:pt x="3539120" y="1218067"/>
                  </a:lnTo>
                  <a:lnTo>
                    <a:pt x="3498503" y="1156277"/>
                  </a:lnTo>
                  <a:lnTo>
                    <a:pt x="3457817" y="1092490"/>
                  </a:lnTo>
                  <a:lnTo>
                    <a:pt x="3417064" y="1027252"/>
                  </a:lnTo>
                  <a:lnTo>
                    <a:pt x="3376264" y="961169"/>
                  </a:lnTo>
                  <a:lnTo>
                    <a:pt x="3335452" y="894877"/>
                  </a:lnTo>
                  <a:lnTo>
                    <a:pt x="3294665" y="829025"/>
                  </a:lnTo>
                  <a:lnTo>
                    <a:pt x="3253934" y="764240"/>
                  </a:lnTo>
                  <a:lnTo>
                    <a:pt x="3213275" y="701109"/>
                  </a:lnTo>
                  <a:lnTo>
                    <a:pt x="3172676" y="640155"/>
                  </a:lnTo>
                  <a:lnTo>
                    <a:pt x="3132095" y="581820"/>
                  </a:lnTo>
                  <a:lnTo>
                    <a:pt x="3091450" y="526456"/>
                  </a:lnTo>
                  <a:lnTo>
                    <a:pt x="3050610" y="474316"/>
                  </a:lnTo>
                  <a:lnTo>
                    <a:pt x="3009386" y="425561"/>
                  </a:lnTo>
                  <a:lnTo>
                    <a:pt x="2967527" y="380258"/>
                  </a:lnTo>
                  <a:lnTo>
                    <a:pt x="2924704" y="338389"/>
                  </a:lnTo>
                  <a:lnTo>
                    <a:pt x="2896531" y="313298"/>
                  </a:lnTo>
                  <a:lnTo>
                    <a:pt x="2849553" y="275691"/>
                  </a:lnTo>
                  <a:lnTo>
                    <a:pt x="2800123" y="241624"/>
                  </a:lnTo>
                  <a:lnTo>
                    <a:pt x="2747506" y="210941"/>
                  </a:lnTo>
                  <a:lnTo>
                    <a:pt x="2690896" y="183367"/>
                  </a:lnTo>
                  <a:lnTo>
                    <a:pt x="2629472" y="158578"/>
                  </a:lnTo>
                  <a:lnTo>
                    <a:pt x="2562443" y="136255"/>
                  </a:lnTo>
                  <a:lnTo>
                    <a:pt x="2489131" y="116109"/>
                  </a:lnTo>
                  <a:lnTo>
                    <a:pt x="2409062" y="97894"/>
                  </a:lnTo>
                  <a:lnTo>
                    <a:pt x="2322097" y="81421"/>
                  </a:lnTo>
                  <a:lnTo>
                    <a:pt x="2228600" y="66555"/>
                  </a:lnTo>
                  <a:lnTo>
                    <a:pt x="2129618" y="53222"/>
                  </a:lnTo>
                  <a:lnTo>
                    <a:pt x="2027042" y="41398"/>
                  </a:lnTo>
                  <a:lnTo>
                    <a:pt x="1923691" y="31097"/>
                  </a:lnTo>
                  <a:lnTo>
                    <a:pt x="1823235" y="22356"/>
                  </a:lnTo>
                  <a:lnTo>
                    <a:pt x="1729888" y="15199"/>
                  </a:lnTo>
                  <a:lnTo>
                    <a:pt x="1647862" y="9614"/>
                  </a:lnTo>
                  <a:lnTo>
                    <a:pt x="1580650" y="5521"/>
                  </a:lnTo>
                  <a:lnTo>
                    <a:pt x="1530326" y="2765"/>
                  </a:lnTo>
                  <a:lnTo>
                    <a:pt x="1497057" y="1119"/>
                  </a:lnTo>
                  <a:lnTo>
                    <a:pt x="1478951" y="306"/>
                  </a:lnTo>
                  <a:lnTo>
                    <a:pt x="1472207" y="30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C1B3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185" name="pl1185"/>
            <p:cNvSpPr/>
            <p:nvPr/>
          </p:nvSpPr>
          <p:spPr>
            <a:xfrm>
              <a:off x="4799595" y="8657619"/>
              <a:ext cx="11981298" cy="1879789"/>
            </a:xfrm>
            <a:custGeom>
              <a:avLst/>
              <a:pathLst>
                <a:path w="11981298" h="1879789">
                  <a:moveTo>
                    <a:pt x="0" y="0"/>
                  </a:moveTo>
                  <a:lnTo>
                    <a:pt x="1471387" y="0"/>
                  </a:lnTo>
                  <a:lnTo>
                    <a:pt x="1472583" y="45"/>
                  </a:lnTo>
                  <a:lnTo>
                    <a:pt x="1480434" y="370"/>
                  </a:lnTo>
                  <a:lnTo>
                    <a:pt x="1500194" y="1267"/>
                  </a:lnTo>
                  <a:lnTo>
                    <a:pt x="1535451" y="3032"/>
                  </a:lnTo>
                  <a:lnTo>
                    <a:pt x="1587851" y="5938"/>
                  </a:lnTo>
                  <a:lnTo>
                    <a:pt x="1656986" y="10203"/>
                  </a:lnTo>
                  <a:lnTo>
                    <a:pt x="1740577" y="15975"/>
                  </a:lnTo>
                  <a:lnTo>
                    <a:pt x="1835006" y="23322"/>
                  </a:lnTo>
                  <a:lnTo>
                    <a:pt x="1936025" y="32252"/>
                  </a:lnTo>
                  <a:lnTo>
                    <a:pt x="2039462" y="42737"/>
                  </a:lnTo>
                  <a:lnTo>
                    <a:pt x="2141737" y="54743"/>
                  </a:lnTo>
                  <a:lnTo>
                    <a:pt x="2240143" y="68258"/>
                  </a:lnTo>
                  <a:lnTo>
                    <a:pt x="2332895" y="83311"/>
                  </a:lnTo>
                  <a:lnTo>
                    <a:pt x="2419040" y="99986"/>
                  </a:lnTo>
                  <a:lnTo>
                    <a:pt x="2498283" y="118421"/>
                  </a:lnTo>
                  <a:lnTo>
                    <a:pt x="2570810" y="138815"/>
                  </a:lnTo>
                  <a:lnTo>
                    <a:pt x="2637127" y="161417"/>
                  </a:lnTo>
                  <a:lnTo>
                    <a:pt x="2697931" y="186524"/>
                  </a:lnTo>
                  <a:lnTo>
                    <a:pt x="2754017" y="214455"/>
                  </a:lnTo>
                  <a:lnTo>
                    <a:pt x="2806210" y="245530"/>
                  </a:lnTo>
                  <a:lnTo>
                    <a:pt x="2855309" y="280017"/>
                  </a:lnTo>
                  <a:lnTo>
                    <a:pt x="2896531" y="313298"/>
                  </a:lnTo>
                  <a:lnTo>
                    <a:pt x="2940188" y="353005"/>
                  </a:lnTo>
                  <a:lnTo>
                    <a:pt x="2982622" y="396097"/>
                  </a:lnTo>
                  <a:lnTo>
                    <a:pt x="3024219" y="442640"/>
                  </a:lnTo>
                  <a:lnTo>
                    <a:pt x="3065280" y="492621"/>
                  </a:lnTo>
                  <a:lnTo>
                    <a:pt x="3106033" y="545939"/>
                  </a:lnTo>
                  <a:lnTo>
                    <a:pt x="3146642" y="602403"/>
                  </a:lnTo>
                  <a:lnTo>
                    <a:pt x="3187222" y="661722"/>
                  </a:lnTo>
                  <a:lnTo>
                    <a:pt x="3227839" y="723511"/>
                  </a:lnTo>
                  <a:lnTo>
                    <a:pt x="3268525" y="787299"/>
                  </a:lnTo>
                  <a:lnTo>
                    <a:pt x="3309279" y="852536"/>
                  </a:lnTo>
                  <a:lnTo>
                    <a:pt x="3350078" y="918620"/>
                  </a:lnTo>
                  <a:lnTo>
                    <a:pt x="3390890" y="984911"/>
                  </a:lnTo>
                  <a:lnTo>
                    <a:pt x="3431677" y="1050764"/>
                  </a:lnTo>
                  <a:lnTo>
                    <a:pt x="3472408" y="1115549"/>
                  </a:lnTo>
                  <a:lnTo>
                    <a:pt x="3513068" y="1178679"/>
                  </a:lnTo>
                  <a:lnTo>
                    <a:pt x="3553666" y="1239633"/>
                  </a:lnTo>
                  <a:lnTo>
                    <a:pt x="3594247" y="1297968"/>
                  </a:lnTo>
                  <a:lnTo>
                    <a:pt x="3634892" y="1353333"/>
                  </a:lnTo>
                  <a:lnTo>
                    <a:pt x="3675733" y="1405472"/>
                  </a:lnTo>
                  <a:lnTo>
                    <a:pt x="3716956" y="1454227"/>
                  </a:lnTo>
                  <a:lnTo>
                    <a:pt x="3758815" y="1499531"/>
                  </a:lnTo>
                  <a:lnTo>
                    <a:pt x="3801638" y="1541399"/>
                  </a:lnTo>
                  <a:lnTo>
                    <a:pt x="3829811" y="1566491"/>
                  </a:lnTo>
                  <a:lnTo>
                    <a:pt x="3876789" y="1604098"/>
                  </a:lnTo>
                  <a:lnTo>
                    <a:pt x="3926219" y="1638165"/>
                  </a:lnTo>
                  <a:lnTo>
                    <a:pt x="3978836" y="1668847"/>
                  </a:lnTo>
                  <a:lnTo>
                    <a:pt x="4035446" y="1696422"/>
                  </a:lnTo>
                  <a:lnTo>
                    <a:pt x="4096871" y="1721211"/>
                  </a:lnTo>
                  <a:lnTo>
                    <a:pt x="4163899" y="1743534"/>
                  </a:lnTo>
                  <a:lnTo>
                    <a:pt x="4237211" y="1763680"/>
                  </a:lnTo>
                  <a:lnTo>
                    <a:pt x="4317281" y="1781895"/>
                  </a:lnTo>
                  <a:lnTo>
                    <a:pt x="4404246" y="1798368"/>
                  </a:lnTo>
                  <a:lnTo>
                    <a:pt x="4497742" y="1813233"/>
                  </a:lnTo>
                  <a:lnTo>
                    <a:pt x="4596724" y="1826566"/>
                  </a:lnTo>
                  <a:lnTo>
                    <a:pt x="4699300" y="1838391"/>
                  </a:lnTo>
                  <a:lnTo>
                    <a:pt x="4802651" y="1848691"/>
                  </a:lnTo>
                  <a:lnTo>
                    <a:pt x="4903107" y="1857432"/>
                  </a:lnTo>
                  <a:lnTo>
                    <a:pt x="4996454" y="1864589"/>
                  </a:lnTo>
                  <a:lnTo>
                    <a:pt x="5078480" y="1870175"/>
                  </a:lnTo>
                  <a:lnTo>
                    <a:pt x="5145693" y="1874268"/>
                  </a:lnTo>
                  <a:lnTo>
                    <a:pt x="5196016" y="1877024"/>
                  </a:lnTo>
                  <a:lnTo>
                    <a:pt x="5229285" y="1878670"/>
                  </a:lnTo>
                  <a:lnTo>
                    <a:pt x="5247391" y="1879482"/>
                  </a:lnTo>
                  <a:lnTo>
                    <a:pt x="5254135" y="1879758"/>
                  </a:lnTo>
                  <a:lnTo>
                    <a:pt x="5254955" y="1879789"/>
                  </a:lnTo>
                  <a:lnTo>
                    <a:pt x="6726343" y="1879789"/>
                  </a:lnTo>
                  <a:lnTo>
                    <a:pt x="6727580" y="1879789"/>
                  </a:lnTo>
                  <a:lnTo>
                    <a:pt x="6735702" y="1879789"/>
                  </a:lnTo>
                  <a:lnTo>
                    <a:pt x="6756124" y="1879789"/>
                  </a:lnTo>
                  <a:lnTo>
                    <a:pt x="6792502" y="1879789"/>
                  </a:lnTo>
                  <a:lnTo>
                    <a:pt x="6846457" y="1879789"/>
                  </a:lnTo>
                  <a:lnTo>
                    <a:pt x="6917453" y="1879789"/>
                  </a:lnTo>
                  <a:lnTo>
                    <a:pt x="7003021" y="1879789"/>
                  </a:lnTo>
                  <a:lnTo>
                    <a:pt x="7099338" y="1879789"/>
                  </a:lnTo>
                  <a:lnTo>
                    <a:pt x="7201984" y="1879789"/>
                  </a:lnTo>
                  <a:lnTo>
                    <a:pt x="7306679" y="1879789"/>
                  </a:lnTo>
                  <a:lnTo>
                    <a:pt x="7409807" y="1879789"/>
                  </a:lnTo>
                  <a:lnTo>
                    <a:pt x="7508684" y="1879789"/>
                  </a:lnTo>
                  <a:lnTo>
                    <a:pt x="7601588" y="1879789"/>
                  </a:lnTo>
                  <a:lnTo>
                    <a:pt x="7687641" y="1879789"/>
                  </a:lnTo>
                  <a:lnTo>
                    <a:pt x="7766631" y="1879789"/>
                  </a:lnTo>
                  <a:lnTo>
                    <a:pt x="7838818" y="1879789"/>
                  </a:lnTo>
                  <a:lnTo>
                    <a:pt x="7904771" y="1879789"/>
                  </a:lnTo>
                  <a:lnTo>
                    <a:pt x="7965237" y="1879789"/>
                  </a:lnTo>
                  <a:lnTo>
                    <a:pt x="8021054" y="1879789"/>
                  </a:lnTo>
                  <a:lnTo>
                    <a:pt x="8073072" y="1879789"/>
                  </a:lnTo>
                  <a:lnTo>
                    <a:pt x="8122108" y="1879789"/>
                  </a:lnTo>
                  <a:lnTo>
                    <a:pt x="8151487" y="1879789"/>
                  </a:lnTo>
                  <a:lnTo>
                    <a:pt x="8207723" y="1879789"/>
                  </a:lnTo>
                  <a:lnTo>
                    <a:pt x="8262110" y="1879789"/>
                  </a:lnTo>
                  <a:lnTo>
                    <a:pt x="8315401" y="1879789"/>
                  </a:lnTo>
                  <a:lnTo>
                    <a:pt x="8368129" y="1879789"/>
                  </a:lnTo>
                  <a:lnTo>
                    <a:pt x="8420653" y="1879789"/>
                  </a:lnTo>
                  <a:lnTo>
                    <a:pt x="8473185" y="1879789"/>
                  </a:lnTo>
                  <a:lnTo>
                    <a:pt x="8525821" y="1879789"/>
                  </a:lnTo>
                  <a:lnTo>
                    <a:pt x="8578567" y="1879789"/>
                  </a:lnTo>
                  <a:lnTo>
                    <a:pt x="8631371" y="1879789"/>
                  </a:lnTo>
                  <a:lnTo>
                    <a:pt x="8684155" y="1879789"/>
                  </a:lnTo>
                  <a:lnTo>
                    <a:pt x="8736850" y="1879789"/>
                  </a:lnTo>
                  <a:lnTo>
                    <a:pt x="8789427" y="1879789"/>
                  </a:lnTo>
                  <a:lnTo>
                    <a:pt x="8841936" y="1879789"/>
                  </a:lnTo>
                  <a:lnTo>
                    <a:pt x="8894528" y="1879789"/>
                  </a:lnTo>
                  <a:lnTo>
                    <a:pt x="8947483" y="1879789"/>
                  </a:lnTo>
                  <a:lnTo>
                    <a:pt x="9001245" y="1879789"/>
                  </a:lnTo>
                  <a:lnTo>
                    <a:pt x="9056449" y="1879789"/>
                  </a:lnTo>
                  <a:lnTo>
                    <a:pt x="9084767" y="1879789"/>
                  </a:lnTo>
                  <a:lnTo>
                    <a:pt x="9132316" y="1879789"/>
                  </a:lnTo>
                  <a:lnTo>
                    <a:pt x="9182384" y="1879789"/>
                  </a:lnTo>
                  <a:lnTo>
                    <a:pt x="9235734" y="1879789"/>
                  </a:lnTo>
                  <a:lnTo>
                    <a:pt x="9293202" y="1879789"/>
                  </a:lnTo>
                  <a:lnTo>
                    <a:pt x="9355640" y="1879789"/>
                  </a:lnTo>
                  <a:lnTo>
                    <a:pt x="9423860" y="1879789"/>
                  </a:lnTo>
                  <a:lnTo>
                    <a:pt x="9498557" y="1879789"/>
                  </a:lnTo>
                  <a:lnTo>
                    <a:pt x="9580199" y="1879789"/>
                  </a:lnTo>
                  <a:lnTo>
                    <a:pt x="9668889" y="1879789"/>
                  </a:lnTo>
                  <a:lnTo>
                    <a:pt x="9764188" y="1879789"/>
                  </a:lnTo>
                  <a:lnTo>
                    <a:pt x="9864919" y="1879789"/>
                  </a:lnTo>
                  <a:lnTo>
                    <a:pt x="9969005" y="1879789"/>
                  </a:lnTo>
                  <a:lnTo>
                    <a:pt x="10073397" y="1879789"/>
                  </a:lnTo>
                  <a:lnTo>
                    <a:pt x="10174183" y="1879789"/>
                  </a:lnTo>
                  <a:lnTo>
                    <a:pt x="10266955" y="1879789"/>
                  </a:lnTo>
                  <a:lnTo>
                    <a:pt x="10347426" y="1879789"/>
                  </a:lnTo>
                  <a:lnTo>
                    <a:pt x="10412197" y="1879789"/>
                  </a:lnTo>
                  <a:lnTo>
                    <a:pt x="10459479" y="1879789"/>
                  </a:lnTo>
                  <a:lnTo>
                    <a:pt x="10489540" y="1879789"/>
                  </a:lnTo>
                  <a:lnTo>
                    <a:pt x="10504798" y="1879789"/>
                  </a:lnTo>
                  <a:lnTo>
                    <a:pt x="10509604" y="1879789"/>
                  </a:lnTo>
                  <a:lnTo>
                    <a:pt x="10509911" y="1879789"/>
                  </a:lnTo>
                  <a:lnTo>
                    <a:pt x="11981298" y="187978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86" name="pl1186"/>
            <p:cNvSpPr/>
            <p:nvPr/>
          </p:nvSpPr>
          <p:spPr>
            <a:xfrm>
              <a:off x="4799595" y="8649446"/>
              <a:ext cx="11981298" cy="1879789"/>
            </a:xfrm>
            <a:custGeom>
              <a:avLst/>
              <a:pathLst>
                <a:path w="11981298" h="1879789">
                  <a:moveTo>
                    <a:pt x="11981298" y="1879789"/>
                  </a:moveTo>
                  <a:lnTo>
                    <a:pt x="10509911" y="1879789"/>
                  </a:lnTo>
                  <a:lnTo>
                    <a:pt x="10508673" y="1879789"/>
                  </a:lnTo>
                  <a:lnTo>
                    <a:pt x="10500551" y="1879789"/>
                  </a:lnTo>
                  <a:lnTo>
                    <a:pt x="10480130" y="1879789"/>
                  </a:lnTo>
                  <a:lnTo>
                    <a:pt x="10443752" y="1879789"/>
                  </a:lnTo>
                  <a:lnTo>
                    <a:pt x="10389796" y="1879789"/>
                  </a:lnTo>
                  <a:lnTo>
                    <a:pt x="10318801" y="1879789"/>
                  </a:lnTo>
                  <a:lnTo>
                    <a:pt x="10233232" y="1879789"/>
                  </a:lnTo>
                  <a:lnTo>
                    <a:pt x="10136915" y="1879789"/>
                  </a:lnTo>
                  <a:lnTo>
                    <a:pt x="10034269" y="1879789"/>
                  </a:lnTo>
                  <a:lnTo>
                    <a:pt x="9929574" y="1879789"/>
                  </a:lnTo>
                  <a:lnTo>
                    <a:pt x="9826446" y="1879789"/>
                  </a:lnTo>
                  <a:lnTo>
                    <a:pt x="9727569" y="1879789"/>
                  </a:lnTo>
                  <a:lnTo>
                    <a:pt x="9634665" y="1879789"/>
                  </a:lnTo>
                  <a:lnTo>
                    <a:pt x="9548612" y="1879789"/>
                  </a:lnTo>
                  <a:lnTo>
                    <a:pt x="9469622" y="1879789"/>
                  </a:lnTo>
                  <a:lnTo>
                    <a:pt x="9397435" y="1879789"/>
                  </a:lnTo>
                  <a:lnTo>
                    <a:pt x="9331483" y="1879789"/>
                  </a:lnTo>
                  <a:lnTo>
                    <a:pt x="9271016" y="1879789"/>
                  </a:lnTo>
                  <a:lnTo>
                    <a:pt x="9215199" y="1879789"/>
                  </a:lnTo>
                  <a:lnTo>
                    <a:pt x="9163181" y="1879789"/>
                  </a:lnTo>
                  <a:lnTo>
                    <a:pt x="9114146" y="1879789"/>
                  </a:lnTo>
                  <a:lnTo>
                    <a:pt x="9084767" y="1879789"/>
                  </a:lnTo>
                  <a:lnTo>
                    <a:pt x="9028530" y="1879789"/>
                  </a:lnTo>
                  <a:lnTo>
                    <a:pt x="8974143" y="1879789"/>
                  </a:lnTo>
                  <a:lnTo>
                    <a:pt x="8920852" y="1879789"/>
                  </a:lnTo>
                  <a:lnTo>
                    <a:pt x="8868124" y="1879789"/>
                  </a:lnTo>
                  <a:lnTo>
                    <a:pt x="8815600" y="1879789"/>
                  </a:lnTo>
                  <a:lnTo>
                    <a:pt x="8763068" y="1879789"/>
                  </a:lnTo>
                  <a:lnTo>
                    <a:pt x="8710433" y="1879789"/>
                  </a:lnTo>
                  <a:lnTo>
                    <a:pt x="8657686" y="1879789"/>
                  </a:lnTo>
                  <a:lnTo>
                    <a:pt x="8604882" y="1879789"/>
                  </a:lnTo>
                  <a:lnTo>
                    <a:pt x="8552098" y="1879789"/>
                  </a:lnTo>
                  <a:lnTo>
                    <a:pt x="8499404" y="1879789"/>
                  </a:lnTo>
                  <a:lnTo>
                    <a:pt x="8446826" y="1879789"/>
                  </a:lnTo>
                  <a:lnTo>
                    <a:pt x="8394317" y="1879789"/>
                  </a:lnTo>
                  <a:lnTo>
                    <a:pt x="8341726" y="1879789"/>
                  </a:lnTo>
                  <a:lnTo>
                    <a:pt x="8288770" y="1879789"/>
                  </a:lnTo>
                  <a:lnTo>
                    <a:pt x="8235009" y="1879789"/>
                  </a:lnTo>
                  <a:lnTo>
                    <a:pt x="8179804" y="1879789"/>
                  </a:lnTo>
                  <a:lnTo>
                    <a:pt x="8151487" y="1879789"/>
                  </a:lnTo>
                  <a:lnTo>
                    <a:pt x="8103938" y="1879789"/>
                  </a:lnTo>
                  <a:lnTo>
                    <a:pt x="8053869" y="1879789"/>
                  </a:lnTo>
                  <a:lnTo>
                    <a:pt x="8000519" y="1879789"/>
                  </a:lnTo>
                  <a:lnTo>
                    <a:pt x="7943051" y="1879789"/>
                  </a:lnTo>
                  <a:lnTo>
                    <a:pt x="7880613" y="1879789"/>
                  </a:lnTo>
                  <a:lnTo>
                    <a:pt x="7812393" y="1879789"/>
                  </a:lnTo>
                  <a:lnTo>
                    <a:pt x="7737696" y="1879789"/>
                  </a:lnTo>
                  <a:lnTo>
                    <a:pt x="7656054" y="1879789"/>
                  </a:lnTo>
                  <a:lnTo>
                    <a:pt x="7567364" y="1879789"/>
                  </a:lnTo>
                  <a:lnTo>
                    <a:pt x="7472066" y="1879789"/>
                  </a:lnTo>
                  <a:lnTo>
                    <a:pt x="7371334" y="1879789"/>
                  </a:lnTo>
                  <a:lnTo>
                    <a:pt x="7267248" y="1879789"/>
                  </a:lnTo>
                  <a:lnTo>
                    <a:pt x="7162856" y="1879789"/>
                  </a:lnTo>
                  <a:lnTo>
                    <a:pt x="7062070" y="1879789"/>
                  </a:lnTo>
                  <a:lnTo>
                    <a:pt x="6969298" y="1879789"/>
                  </a:lnTo>
                  <a:lnTo>
                    <a:pt x="6888828" y="1879789"/>
                  </a:lnTo>
                  <a:lnTo>
                    <a:pt x="6824056" y="1879789"/>
                  </a:lnTo>
                  <a:lnTo>
                    <a:pt x="6776774" y="1879789"/>
                  </a:lnTo>
                  <a:lnTo>
                    <a:pt x="6746713" y="1879789"/>
                  </a:lnTo>
                  <a:lnTo>
                    <a:pt x="6731455" y="1879789"/>
                  </a:lnTo>
                  <a:lnTo>
                    <a:pt x="6726649" y="1879789"/>
                  </a:lnTo>
                  <a:lnTo>
                    <a:pt x="6726343" y="1879789"/>
                  </a:lnTo>
                  <a:lnTo>
                    <a:pt x="5254955" y="1879789"/>
                  </a:lnTo>
                  <a:lnTo>
                    <a:pt x="5253760" y="1879744"/>
                  </a:lnTo>
                  <a:lnTo>
                    <a:pt x="5245909" y="1879419"/>
                  </a:lnTo>
                  <a:lnTo>
                    <a:pt x="5226148" y="1878522"/>
                  </a:lnTo>
                  <a:lnTo>
                    <a:pt x="5190891" y="1876757"/>
                  </a:lnTo>
                  <a:lnTo>
                    <a:pt x="5138491" y="1873851"/>
                  </a:lnTo>
                  <a:lnTo>
                    <a:pt x="5069356" y="1869585"/>
                  </a:lnTo>
                  <a:lnTo>
                    <a:pt x="4985765" y="1863814"/>
                  </a:lnTo>
                  <a:lnTo>
                    <a:pt x="4891337" y="1856466"/>
                  </a:lnTo>
                  <a:lnTo>
                    <a:pt x="4790317" y="1847536"/>
                  </a:lnTo>
                  <a:lnTo>
                    <a:pt x="4686880" y="1837051"/>
                  </a:lnTo>
                  <a:lnTo>
                    <a:pt x="4584605" y="1825045"/>
                  </a:lnTo>
                  <a:lnTo>
                    <a:pt x="4486200" y="1811531"/>
                  </a:lnTo>
                  <a:lnTo>
                    <a:pt x="4393447" y="1796477"/>
                  </a:lnTo>
                  <a:lnTo>
                    <a:pt x="4307302" y="1779803"/>
                  </a:lnTo>
                  <a:lnTo>
                    <a:pt x="4228059" y="1761368"/>
                  </a:lnTo>
                  <a:lnTo>
                    <a:pt x="4155532" y="1740974"/>
                  </a:lnTo>
                  <a:lnTo>
                    <a:pt x="4089215" y="1718371"/>
                  </a:lnTo>
                  <a:lnTo>
                    <a:pt x="4028411" y="1693265"/>
                  </a:lnTo>
                  <a:lnTo>
                    <a:pt x="3972325" y="1665334"/>
                  </a:lnTo>
                  <a:lnTo>
                    <a:pt x="3920132" y="1634258"/>
                  </a:lnTo>
                  <a:lnTo>
                    <a:pt x="3871033" y="1599771"/>
                  </a:lnTo>
                  <a:lnTo>
                    <a:pt x="3829811" y="1566491"/>
                  </a:lnTo>
                  <a:lnTo>
                    <a:pt x="3786154" y="1526784"/>
                  </a:lnTo>
                  <a:lnTo>
                    <a:pt x="3743721" y="1483691"/>
                  </a:lnTo>
                  <a:lnTo>
                    <a:pt x="3702123" y="1437148"/>
                  </a:lnTo>
                  <a:lnTo>
                    <a:pt x="3661062" y="1387168"/>
                  </a:lnTo>
                  <a:lnTo>
                    <a:pt x="3620309" y="1333849"/>
                  </a:lnTo>
                  <a:lnTo>
                    <a:pt x="3579700" y="1277386"/>
                  </a:lnTo>
                  <a:lnTo>
                    <a:pt x="3539120" y="1218067"/>
                  </a:lnTo>
                  <a:lnTo>
                    <a:pt x="3498503" y="1156277"/>
                  </a:lnTo>
                  <a:lnTo>
                    <a:pt x="3457817" y="1092490"/>
                  </a:lnTo>
                  <a:lnTo>
                    <a:pt x="3417064" y="1027252"/>
                  </a:lnTo>
                  <a:lnTo>
                    <a:pt x="3376264" y="961169"/>
                  </a:lnTo>
                  <a:lnTo>
                    <a:pt x="3335452" y="894877"/>
                  </a:lnTo>
                  <a:lnTo>
                    <a:pt x="3294665" y="829025"/>
                  </a:lnTo>
                  <a:lnTo>
                    <a:pt x="3253934" y="764240"/>
                  </a:lnTo>
                  <a:lnTo>
                    <a:pt x="3213275" y="701109"/>
                  </a:lnTo>
                  <a:lnTo>
                    <a:pt x="3172676" y="640155"/>
                  </a:lnTo>
                  <a:lnTo>
                    <a:pt x="3132095" y="581820"/>
                  </a:lnTo>
                  <a:lnTo>
                    <a:pt x="3091450" y="526456"/>
                  </a:lnTo>
                  <a:lnTo>
                    <a:pt x="3050610" y="474316"/>
                  </a:lnTo>
                  <a:lnTo>
                    <a:pt x="3009386" y="425561"/>
                  </a:lnTo>
                  <a:lnTo>
                    <a:pt x="2967527" y="380258"/>
                  </a:lnTo>
                  <a:lnTo>
                    <a:pt x="2924704" y="338389"/>
                  </a:lnTo>
                  <a:lnTo>
                    <a:pt x="2896531" y="313298"/>
                  </a:lnTo>
                  <a:lnTo>
                    <a:pt x="2849553" y="275691"/>
                  </a:lnTo>
                  <a:lnTo>
                    <a:pt x="2800123" y="241624"/>
                  </a:lnTo>
                  <a:lnTo>
                    <a:pt x="2747506" y="210941"/>
                  </a:lnTo>
                  <a:lnTo>
                    <a:pt x="2690896" y="183367"/>
                  </a:lnTo>
                  <a:lnTo>
                    <a:pt x="2629472" y="158578"/>
                  </a:lnTo>
                  <a:lnTo>
                    <a:pt x="2562443" y="136255"/>
                  </a:lnTo>
                  <a:lnTo>
                    <a:pt x="2489131" y="116109"/>
                  </a:lnTo>
                  <a:lnTo>
                    <a:pt x="2409062" y="97894"/>
                  </a:lnTo>
                  <a:lnTo>
                    <a:pt x="2322097" y="81421"/>
                  </a:lnTo>
                  <a:lnTo>
                    <a:pt x="2228600" y="66555"/>
                  </a:lnTo>
                  <a:lnTo>
                    <a:pt x="2129618" y="53222"/>
                  </a:lnTo>
                  <a:lnTo>
                    <a:pt x="2027042" y="41398"/>
                  </a:lnTo>
                  <a:lnTo>
                    <a:pt x="1923691" y="31097"/>
                  </a:lnTo>
                  <a:lnTo>
                    <a:pt x="1823235" y="22356"/>
                  </a:lnTo>
                  <a:lnTo>
                    <a:pt x="1729888" y="15199"/>
                  </a:lnTo>
                  <a:lnTo>
                    <a:pt x="1647862" y="9614"/>
                  </a:lnTo>
                  <a:lnTo>
                    <a:pt x="1580650" y="5521"/>
                  </a:lnTo>
                  <a:lnTo>
                    <a:pt x="1530326" y="2765"/>
                  </a:lnTo>
                  <a:lnTo>
                    <a:pt x="1497057" y="1119"/>
                  </a:lnTo>
                  <a:lnTo>
                    <a:pt x="1478951" y="306"/>
                  </a:lnTo>
                  <a:lnTo>
                    <a:pt x="1472207" y="30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87" name="pg1187"/>
            <p:cNvSpPr/>
            <p:nvPr/>
          </p:nvSpPr>
          <p:spPr>
            <a:xfrm>
              <a:off x="4799595" y="3704782"/>
              <a:ext cx="11981298" cy="4634090"/>
            </a:xfrm>
            <a:custGeom>
              <a:avLst/>
              <a:pathLst>
                <a:path w="11981298" h="4634090">
                  <a:moveTo>
                    <a:pt x="0" y="4634090"/>
                  </a:moveTo>
                  <a:lnTo>
                    <a:pt x="1471387" y="4634090"/>
                  </a:lnTo>
                  <a:lnTo>
                    <a:pt x="1472571" y="4634038"/>
                  </a:lnTo>
                  <a:lnTo>
                    <a:pt x="1480345" y="4633672"/>
                  </a:lnTo>
                  <a:lnTo>
                    <a:pt x="1499919" y="4632661"/>
                  </a:lnTo>
                  <a:lnTo>
                    <a:pt x="1534857" y="4630671"/>
                  </a:lnTo>
                  <a:lnTo>
                    <a:pt x="1586817" y="4627394"/>
                  </a:lnTo>
                  <a:lnTo>
                    <a:pt x="1655420" y="4622582"/>
                  </a:lnTo>
                  <a:lnTo>
                    <a:pt x="1738445" y="4616069"/>
                  </a:lnTo>
                  <a:lnTo>
                    <a:pt x="1832329" y="4607774"/>
                  </a:lnTo>
                  <a:lnTo>
                    <a:pt x="1932877" y="4597687"/>
                  </a:lnTo>
                  <a:lnTo>
                    <a:pt x="2035945" y="4585840"/>
                  </a:lnTo>
                  <a:lnTo>
                    <a:pt x="2137967" y="4572272"/>
                  </a:lnTo>
                  <a:lnTo>
                    <a:pt x="2236228" y="4556996"/>
                  </a:lnTo>
                  <a:lnTo>
                    <a:pt x="2328930" y="4539983"/>
                  </a:lnTo>
                  <a:lnTo>
                    <a:pt x="2415095" y="4521141"/>
                  </a:lnTo>
                  <a:lnTo>
                    <a:pt x="2494406" y="4500315"/>
                  </a:lnTo>
                  <a:lnTo>
                    <a:pt x="2567029" y="4477287"/>
                  </a:lnTo>
                  <a:lnTo>
                    <a:pt x="2633450" y="4451777"/>
                  </a:lnTo>
                  <a:lnTo>
                    <a:pt x="2694353" y="4423454"/>
                  </a:lnTo>
                  <a:lnTo>
                    <a:pt x="2750520" y="4391957"/>
                  </a:lnTo>
                  <a:lnTo>
                    <a:pt x="2802767" y="4356926"/>
                  </a:lnTo>
                  <a:lnTo>
                    <a:pt x="2851889" y="4318052"/>
                  </a:lnTo>
                  <a:lnTo>
                    <a:pt x="2896531" y="4277202"/>
                  </a:lnTo>
                  <a:lnTo>
                    <a:pt x="2938345" y="4233987"/>
                  </a:lnTo>
                  <a:lnTo>
                    <a:pt x="2979023" y="4187242"/>
                  </a:lnTo>
                  <a:lnTo>
                    <a:pt x="3018908" y="4136899"/>
                  </a:lnTo>
                  <a:lnTo>
                    <a:pt x="3058271" y="4082962"/>
                  </a:lnTo>
                  <a:lnTo>
                    <a:pt x="3097319" y="4025515"/>
                  </a:lnTo>
                  <a:lnTo>
                    <a:pt x="3136209" y="3964734"/>
                  </a:lnTo>
                  <a:lnTo>
                    <a:pt x="3175049" y="3900885"/>
                  </a:lnTo>
                  <a:lnTo>
                    <a:pt x="3213910" y="3834327"/>
                  </a:lnTo>
                  <a:lnTo>
                    <a:pt x="3252827" y="3765504"/>
                  </a:lnTo>
                  <a:lnTo>
                    <a:pt x="3291810" y="3694939"/>
                  </a:lnTo>
                  <a:lnTo>
                    <a:pt x="3330845" y="3623214"/>
                  </a:lnTo>
                  <a:lnTo>
                    <a:pt x="3369907" y="3550957"/>
                  </a:lnTo>
                  <a:lnTo>
                    <a:pt x="3408964" y="3478810"/>
                  </a:lnTo>
                  <a:lnTo>
                    <a:pt x="3447983" y="3407417"/>
                  </a:lnTo>
                  <a:lnTo>
                    <a:pt x="3486944" y="3337389"/>
                  </a:lnTo>
                  <a:lnTo>
                    <a:pt x="3525840" y="3269292"/>
                  </a:lnTo>
                  <a:lnTo>
                    <a:pt x="3564688" y="3203622"/>
                  </a:lnTo>
                  <a:lnTo>
                    <a:pt x="3603535" y="3140795"/>
                  </a:lnTo>
                  <a:lnTo>
                    <a:pt x="3642465" y="3081139"/>
                  </a:lnTo>
                  <a:lnTo>
                    <a:pt x="3681602" y="3024887"/>
                  </a:lnTo>
                  <a:lnTo>
                    <a:pt x="3721118" y="2972184"/>
                  </a:lnTo>
                  <a:lnTo>
                    <a:pt x="3761243" y="2923085"/>
                  </a:lnTo>
                  <a:lnTo>
                    <a:pt x="3802269" y="2877569"/>
                  </a:lnTo>
                  <a:lnTo>
                    <a:pt x="3829811" y="2849652"/>
                  </a:lnTo>
                  <a:lnTo>
                    <a:pt x="3876626" y="2806951"/>
                  </a:lnTo>
                  <a:lnTo>
                    <a:pt x="3925873" y="2768256"/>
                  </a:lnTo>
                  <a:lnTo>
                    <a:pt x="3978281" y="2733392"/>
                  </a:lnTo>
                  <a:lnTo>
                    <a:pt x="4034645" y="2702048"/>
                  </a:lnTo>
                  <a:lnTo>
                    <a:pt x="4095781" y="2673861"/>
                  </a:lnTo>
                  <a:lnTo>
                    <a:pt x="4162470" y="2648470"/>
                  </a:lnTo>
                  <a:lnTo>
                    <a:pt x="4235388" y="2625547"/>
                  </a:lnTo>
                  <a:lnTo>
                    <a:pt x="4315010" y="2604816"/>
                  </a:lnTo>
                  <a:lnTo>
                    <a:pt x="4401483" y="2586060"/>
                  </a:lnTo>
                  <a:lnTo>
                    <a:pt x="4494464" y="2569127"/>
                  </a:lnTo>
                  <a:lnTo>
                    <a:pt x="4592942" y="2553929"/>
                  </a:lnTo>
                  <a:lnTo>
                    <a:pt x="4695076" y="2540438"/>
                  </a:lnTo>
                  <a:lnTo>
                    <a:pt x="4798113" y="2528670"/>
                  </a:lnTo>
                  <a:lnTo>
                    <a:pt x="4898451" y="2518664"/>
                  </a:lnTo>
                  <a:lnTo>
                    <a:pt x="4991932" y="2510451"/>
                  </a:lnTo>
                  <a:lnTo>
                    <a:pt x="5074371" y="2504017"/>
                  </a:lnTo>
                  <a:lnTo>
                    <a:pt x="5142255" y="2499279"/>
                  </a:lnTo>
                  <a:lnTo>
                    <a:pt x="5193434" y="2496067"/>
                  </a:lnTo>
                  <a:lnTo>
                    <a:pt x="5227624" y="2494128"/>
                  </a:lnTo>
                  <a:lnTo>
                    <a:pt x="5246572" y="2493153"/>
                  </a:lnTo>
                  <a:lnTo>
                    <a:pt x="5253923" y="2492809"/>
                  </a:lnTo>
                  <a:lnTo>
                    <a:pt x="5254955" y="2492764"/>
                  </a:lnTo>
                  <a:lnTo>
                    <a:pt x="6726343" y="2492764"/>
                  </a:lnTo>
                  <a:lnTo>
                    <a:pt x="6727509" y="2492705"/>
                  </a:lnTo>
                  <a:lnTo>
                    <a:pt x="6735171" y="2492287"/>
                  </a:lnTo>
                  <a:lnTo>
                    <a:pt x="6754471" y="2491132"/>
                  </a:lnTo>
                  <a:lnTo>
                    <a:pt x="6788942" y="2488857"/>
                  </a:lnTo>
                  <a:lnTo>
                    <a:pt x="6840251" y="2485111"/>
                  </a:lnTo>
                  <a:lnTo>
                    <a:pt x="6908072" y="2479609"/>
                  </a:lnTo>
                  <a:lnTo>
                    <a:pt x="6990260" y="2472156"/>
                  </a:lnTo>
                  <a:lnTo>
                    <a:pt x="7083338" y="2462658"/>
                  </a:lnTo>
                  <a:lnTo>
                    <a:pt x="7183183" y="2451102"/>
                  </a:lnTo>
                  <a:lnTo>
                    <a:pt x="7285700" y="2437522"/>
                  </a:lnTo>
                  <a:lnTo>
                    <a:pt x="7387339" y="2421962"/>
                  </a:lnTo>
                  <a:lnTo>
                    <a:pt x="7485380" y="2404442"/>
                  </a:lnTo>
                  <a:lnTo>
                    <a:pt x="7577999" y="2384929"/>
                  </a:lnTo>
                  <a:lnTo>
                    <a:pt x="7664189" y="2363326"/>
                  </a:lnTo>
                  <a:lnTo>
                    <a:pt x="7743599" y="2339459"/>
                  </a:lnTo>
                  <a:lnTo>
                    <a:pt x="7816361" y="2313084"/>
                  </a:lnTo>
                  <a:lnTo>
                    <a:pt x="7882937" y="2283886"/>
                  </a:lnTo>
                  <a:lnTo>
                    <a:pt x="7943986" y="2251492"/>
                  </a:lnTo>
                  <a:lnTo>
                    <a:pt x="8000274" y="2215491"/>
                  </a:lnTo>
                  <a:lnTo>
                    <a:pt x="8052606" y="2175468"/>
                  </a:lnTo>
                  <a:lnTo>
                    <a:pt x="8101766" y="2131061"/>
                  </a:lnTo>
                  <a:lnTo>
                    <a:pt x="8148478" y="2082058"/>
                  </a:lnTo>
                  <a:lnTo>
                    <a:pt x="8151487" y="2078665"/>
                  </a:lnTo>
                  <a:lnTo>
                    <a:pt x="8191123" y="2031275"/>
                  </a:lnTo>
                  <a:lnTo>
                    <a:pt x="8229721" y="1980215"/>
                  </a:lnTo>
                  <a:lnTo>
                    <a:pt x="8267580" y="1925413"/>
                  </a:lnTo>
                  <a:lnTo>
                    <a:pt x="8304936" y="1866863"/>
                  </a:lnTo>
                  <a:lnTo>
                    <a:pt x="8341976" y="1804634"/>
                  </a:lnTo>
                  <a:lnTo>
                    <a:pt x="8378841" y="1738876"/>
                  </a:lnTo>
                  <a:lnTo>
                    <a:pt x="8415635" y="1669825"/>
                  </a:lnTo>
                  <a:lnTo>
                    <a:pt x="8452428" y="1597804"/>
                  </a:lnTo>
                  <a:lnTo>
                    <a:pt x="8489262" y="1523218"/>
                  </a:lnTo>
                  <a:lnTo>
                    <a:pt x="8526153" y="1446551"/>
                  </a:lnTo>
                  <a:lnTo>
                    <a:pt x="8563100" y="1368350"/>
                  </a:lnTo>
                  <a:lnTo>
                    <a:pt x="8600085" y="1289210"/>
                  </a:lnTo>
                  <a:lnTo>
                    <a:pt x="8637085" y="1209759"/>
                  </a:lnTo>
                  <a:lnTo>
                    <a:pt x="8674070" y="1130634"/>
                  </a:lnTo>
                  <a:lnTo>
                    <a:pt x="8711015" y="1052464"/>
                  </a:lnTo>
                  <a:lnTo>
                    <a:pt x="8747905" y="975842"/>
                  </a:lnTo>
                  <a:lnTo>
                    <a:pt x="8784738" y="901315"/>
                  </a:lnTo>
                  <a:lnTo>
                    <a:pt x="8821530" y="829363"/>
                  </a:lnTo>
                  <a:lnTo>
                    <a:pt x="8858325" y="760390"/>
                  </a:lnTo>
                  <a:lnTo>
                    <a:pt x="8895193" y="694717"/>
                  </a:lnTo>
                  <a:lnTo>
                    <a:pt x="8932238" y="632577"/>
                  </a:lnTo>
                  <a:lnTo>
                    <a:pt x="8969605" y="574119"/>
                  </a:lnTo>
                  <a:lnTo>
                    <a:pt x="9007479" y="519411"/>
                  </a:lnTo>
                  <a:lnTo>
                    <a:pt x="9046099" y="468443"/>
                  </a:lnTo>
                  <a:lnTo>
                    <a:pt x="9084767" y="422271"/>
                  </a:lnTo>
                  <a:lnTo>
                    <a:pt x="9131340" y="372963"/>
                  </a:lnTo>
                  <a:lnTo>
                    <a:pt x="9180317" y="328258"/>
                  </a:lnTo>
                  <a:lnTo>
                    <a:pt x="9232416" y="287956"/>
                  </a:lnTo>
                  <a:lnTo>
                    <a:pt x="9288419" y="251702"/>
                  </a:lnTo>
                  <a:lnTo>
                    <a:pt x="9349130" y="219083"/>
                  </a:lnTo>
                  <a:lnTo>
                    <a:pt x="9415319" y="189687"/>
                  </a:lnTo>
                  <a:lnTo>
                    <a:pt x="9487657" y="163136"/>
                  </a:lnTo>
                  <a:lnTo>
                    <a:pt x="9566620" y="139112"/>
                  </a:lnTo>
                  <a:lnTo>
                    <a:pt x="9652367" y="117365"/>
                  </a:lnTo>
                  <a:lnTo>
                    <a:pt x="9744586" y="97719"/>
                  </a:lnTo>
                  <a:lnTo>
                    <a:pt x="9842316" y="80069"/>
                  </a:lnTo>
                  <a:lnTo>
                    <a:pt x="9943791" y="64380"/>
                  </a:lnTo>
                  <a:lnTo>
                    <a:pt x="10046351" y="50668"/>
                  </a:lnTo>
                  <a:lnTo>
                    <a:pt x="10146495" y="38977"/>
                  </a:lnTo>
                  <a:lnTo>
                    <a:pt x="10240149" y="29343"/>
                  </a:lnTo>
                  <a:lnTo>
                    <a:pt x="10323173" y="21757"/>
                  </a:lnTo>
                  <a:lnTo>
                    <a:pt x="10392025" y="16131"/>
                  </a:lnTo>
                  <a:lnTo>
                    <a:pt x="10444454" y="12277"/>
                  </a:lnTo>
                  <a:lnTo>
                    <a:pt x="10480006" y="9916"/>
                  </a:lnTo>
                  <a:lnTo>
                    <a:pt x="10500216" y="8698"/>
                  </a:lnTo>
                  <a:lnTo>
                    <a:pt x="10508503" y="8244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8745" y="58"/>
                  </a:lnTo>
                  <a:lnTo>
                    <a:pt x="10501083" y="476"/>
                  </a:lnTo>
                  <a:lnTo>
                    <a:pt x="10481783" y="1632"/>
                  </a:lnTo>
                  <a:lnTo>
                    <a:pt x="10447311" y="3906"/>
                  </a:lnTo>
                  <a:lnTo>
                    <a:pt x="10396002" y="7652"/>
                  </a:lnTo>
                  <a:lnTo>
                    <a:pt x="10328181" y="13155"/>
                  </a:lnTo>
                  <a:lnTo>
                    <a:pt x="10245994" y="20607"/>
                  </a:lnTo>
                  <a:lnTo>
                    <a:pt x="10152915" y="30105"/>
                  </a:lnTo>
                  <a:lnTo>
                    <a:pt x="10053070" y="41661"/>
                  </a:lnTo>
                  <a:lnTo>
                    <a:pt x="9950553" y="55242"/>
                  </a:lnTo>
                  <a:lnTo>
                    <a:pt x="9848915" y="70801"/>
                  </a:lnTo>
                  <a:lnTo>
                    <a:pt x="9750874" y="88321"/>
                  </a:lnTo>
                  <a:lnTo>
                    <a:pt x="9658254" y="107834"/>
                  </a:lnTo>
                  <a:lnTo>
                    <a:pt x="9572064" y="129438"/>
                  </a:lnTo>
                  <a:lnTo>
                    <a:pt x="9492655" y="153304"/>
                  </a:lnTo>
                  <a:lnTo>
                    <a:pt x="9419892" y="179679"/>
                  </a:lnTo>
                  <a:lnTo>
                    <a:pt x="9353317" y="208878"/>
                  </a:lnTo>
                  <a:lnTo>
                    <a:pt x="9292268" y="241272"/>
                  </a:lnTo>
                  <a:lnTo>
                    <a:pt x="9235979" y="277273"/>
                  </a:lnTo>
                  <a:lnTo>
                    <a:pt x="9183647" y="317296"/>
                  </a:lnTo>
                  <a:lnTo>
                    <a:pt x="9134487" y="361702"/>
                  </a:lnTo>
                  <a:lnTo>
                    <a:pt x="9087776" y="410706"/>
                  </a:lnTo>
                  <a:lnTo>
                    <a:pt x="9084767" y="414098"/>
                  </a:lnTo>
                  <a:lnTo>
                    <a:pt x="9045131" y="461489"/>
                  </a:lnTo>
                  <a:lnTo>
                    <a:pt x="9006532" y="512548"/>
                  </a:lnTo>
                  <a:lnTo>
                    <a:pt x="8968673" y="567350"/>
                  </a:lnTo>
                  <a:lnTo>
                    <a:pt x="8931317" y="625900"/>
                  </a:lnTo>
                  <a:lnTo>
                    <a:pt x="8894277" y="688129"/>
                  </a:lnTo>
                  <a:lnTo>
                    <a:pt x="8857413" y="753888"/>
                  </a:lnTo>
                  <a:lnTo>
                    <a:pt x="8820619" y="822939"/>
                  </a:lnTo>
                  <a:lnTo>
                    <a:pt x="8783825" y="894960"/>
                  </a:lnTo>
                  <a:lnTo>
                    <a:pt x="8746992" y="969545"/>
                  </a:lnTo>
                  <a:lnTo>
                    <a:pt x="8710100" y="1046212"/>
                  </a:lnTo>
                  <a:lnTo>
                    <a:pt x="8673153" y="1124414"/>
                  </a:lnTo>
                  <a:lnTo>
                    <a:pt x="8636168" y="1203554"/>
                  </a:lnTo>
                  <a:lnTo>
                    <a:pt x="8599168" y="1283005"/>
                  </a:lnTo>
                  <a:lnTo>
                    <a:pt x="8562183" y="1362129"/>
                  </a:lnTo>
                  <a:lnTo>
                    <a:pt x="8525238" y="1440300"/>
                  </a:lnTo>
                  <a:lnTo>
                    <a:pt x="8488348" y="1516922"/>
                  </a:lnTo>
                  <a:lnTo>
                    <a:pt x="8451515" y="1591449"/>
                  </a:lnTo>
                  <a:lnTo>
                    <a:pt x="8414723" y="1663401"/>
                  </a:lnTo>
                  <a:lnTo>
                    <a:pt x="8377928" y="1732374"/>
                  </a:lnTo>
                  <a:lnTo>
                    <a:pt x="8341060" y="1798047"/>
                  </a:lnTo>
                  <a:lnTo>
                    <a:pt x="8304015" y="1860187"/>
                  </a:lnTo>
                  <a:lnTo>
                    <a:pt x="8266649" y="1918644"/>
                  </a:lnTo>
                  <a:lnTo>
                    <a:pt x="8228774" y="1973353"/>
                  </a:lnTo>
                  <a:lnTo>
                    <a:pt x="8190154" y="2024320"/>
                  </a:lnTo>
                  <a:lnTo>
                    <a:pt x="8151487" y="2070492"/>
                  </a:lnTo>
                  <a:lnTo>
                    <a:pt x="8104914" y="2119800"/>
                  </a:lnTo>
                  <a:lnTo>
                    <a:pt x="8055936" y="2164506"/>
                  </a:lnTo>
                  <a:lnTo>
                    <a:pt x="8003837" y="2204808"/>
                  </a:lnTo>
                  <a:lnTo>
                    <a:pt x="7947834" y="2241061"/>
                  </a:lnTo>
                  <a:lnTo>
                    <a:pt x="7887123" y="2273680"/>
                  </a:lnTo>
                  <a:lnTo>
                    <a:pt x="7820934" y="2303077"/>
                  </a:lnTo>
                  <a:lnTo>
                    <a:pt x="7748597" y="2329628"/>
                  </a:lnTo>
                  <a:lnTo>
                    <a:pt x="7669634" y="2353651"/>
                  </a:lnTo>
                  <a:lnTo>
                    <a:pt x="7583886" y="2375398"/>
                  </a:lnTo>
                  <a:lnTo>
                    <a:pt x="7491667" y="2395045"/>
                  </a:lnTo>
                  <a:lnTo>
                    <a:pt x="7393937" y="2412695"/>
                  </a:lnTo>
                  <a:lnTo>
                    <a:pt x="7292462" y="2428384"/>
                  </a:lnTo>
                  <a:lnTo>
                    <a:pt x="7189902" y="2442096"/>
                  </a:lnTo>
                  <a:lnTo>
                    <a:pt x="7089758" y="2453787"/>
                  </a:lnTo>
                  <a:lnTo>
                    <a:pt x="6996104" y="2463421"/>
                  </a:lnTo>
                  <a:lnTo>
                    <a:pt x="6913081" y="2471006"/>
                  </a:lnTo>
                  <a:lnTo>
                    <a:pt x="6844228" y="2476632"/>
                  </a:lnTo>
                  <a:lnTo>
                    <a:pt x="6791799" y="2480486"/>
                  </a:lnTo>
                  <a:lnTo>
                    <a:pt x="6756247" y="2482847"/>
                  </a:lnTo>
                  <a:lnTo>
                    <a:pt x="6736037" y="2484065"/>
                  </a:lnTo>
                  <a:lnTo>
                    <a:pt x="6727750" y="2484520"/>
                  </a:lnTo>
                  <a:lnTo>
                    <a:pt x="6726343" y="2484591"/>
                  </a:lnTo>
                  <a:lnTo>
                    <a:pt x="5254955" y="2484591"/>
                  </a:lnTo>
                  <a:lnTo>
                    <a:pt x="5253771" y="2484642"/>
                  </a:lnTo>
                  <a:lnTo>
                    <a:pt x="5245997" y="2485008"/>
                  </a:lnTo>
                  <a:lnTo>
                    <a:pt x="5226423" y="2486019"/>
                  </a:lnTo>
                  <a:lnTo>
                    <a:pt x="5191485" y="2488010"/>
                  </a:lnTo>
                  <a:lnTo>
                    <a:pt x="5139526" y="2491287"/>
                  </a:lnTo>
                  <a:lnTo>
                    <a:pt x="5070922" y="2496099"/>
                  </a:lnTo>
                  <a:lnTo>
                    <a:pt x="4987897" y="2502612"/>
                  </a:lnTo>
                  <a:lnTo>
                    <a:pt x="4894013" y="2510907"/>
                  </a:lnTo>
                  <a:lnTo>
                    <a:pt x="4793465" y="2520993"/>
                  </a:lnTo>
                  <a:lnTo>
                    <a:pt x="4690397" y="2532840"/>
                  </a:lnTo>
                  <a:lnTo>
                    <a:pt x="4588375" y="2546409"/>
                  </a:lnTo>
                  <a:lnTo>
                    <a:pt x="4490114" y="2561684"/>
                  </a:lnTo>
                  <a:lnTo>
                    <a:pt x="4397413" y="2578698"/>
                  </a:lnTo>
                  <a:lnTo>
                    <a:pt x="4311247" y="2597540"/>
                  </a:lnTo>
                  <a:lnTo>
                    <a:pt x="4231936" y="2618365"/>
                  </a:lnTo>
                  <a:lnTo>
                    <a:pt x="4159313" y="2641393"/>
                  </a:lnTo>
                  <a:lnTo>
                    <a:pt x="4092892" y="2666904"/>
                  </a:lnTo>
                  <a:lnTo>
                    <a:pt x="4031989" y="2695227"/>
                  </a:lnTo>
                  <a:lnTo>
                    <a:pt x="3975822" y="2726723"/>
                  </a:lnTo>
                  <a:lnTo>
                    <a:pt x="3923575" y="2761755"/>
                  </a:lnTo>
                  <a:lnTo>
                    <a:pt x="3874453" y="2800629"/>
                  </a:lnTo>
                  <a:lnTo>
                    <a:pt x="3829811" y="2841479"/>
                  </a:lnTo>
                  <a:lnTo>
                    <a:pt x="3787997" y="2884694"/>
                  </a:lnTo>
                  <a:lnTo>
                    <a:pt x="3747319" y="2931438"/>
                  </a:lnTo>
                  <a:lnTo>
                    <a:pt x="3707434" y="2981781"/>
                  </a:lnTo>
                  <a:lnTo>
                    <a:pt x="3668072" y="3035719"/>
                  </a:lnTo>
                  <a:lnTo>
                    <a:pt x="3629023" y="3093165"/>
                  </a:lnTo>
                  <a:lnTo>
                    <a:pt x="3590133" y="3153946"/>
                  </a:lnTo>
                  <a:lnTo>
                    <a:pt x="3551293" y="3217795"/>
                  </a:lnTo>
                  <a:lnTo>
                    <a:pt x="3512432" y="3284354"/>
                  </a:lnTo>
                  <a:lnTo>
                    <a:pt x="3473515" y="3353176"/>
                  </a:lnTo>
                  <a:lnTo>
                    <a:pt x="3434532" y="3423742"/>
                  </a:lnTo>
                  <a:lnTo>
                    <a:pt x="3395497" y="3495466"/>
                  </a:lnTo>
                  <a:lnTo>
                    <a:pt x="3356435" y="3567724"/>
                  </a:lnTo>
                  <a:lnTo>
                    <a:pt x="3317378" y="3639870"/>
                  </a:lnTo>
                  <a:lnTo>
                    <a:pt x="3278359" y="3711264"/>
                  </a:lnTo>
                  <a:lnTo>
                    <a:pt x="3239398" y="3781291"/>
                  </a:lnTo>
                  <a:lnTo>
                    <a:pt x="3200503" y="3849389"/>
                  </a:lnTo>
                  <a:lnTo>
                    <a:pt x="3161654" y="3915059"/>
                  </a:lnTo>
                  <a:lnTo>
                    <a:pt x="3122807" y="3977886"/>
                  </a:lnTo>
                  <a:lnTo>
                    <a:pt x="3083877" y="4037542"/>
                  </a:lnTo>
                  <a:lnTo>
                    <a:pt x="3044740" y="4093793"/>
                  </a:lnTo>
                  <a:lnTo>
                    <a:pt x="3005224" y="4146497"/>
                  </a:lnTo>
                  <a:lnTo>
                    <a:pt x="2965099" y="4195595"/>
                  </a:lnTo>
                  <a:lnTo>
                    <a:pt x="2924073" y="4241111"/>
                  </a:lnTo>
                  <a:lnTo>
                    <a:pt x="2896531" y="4269029"/>
                  </a:lnTo>
                  <a:lnTo>
                    <a:pt x="2849716" y="4311730"/>
                  </a:lnTo>
                  <a:lnTo>
                    <a:pt x="2800469" y="4350424"/>
                  </a:lnTo>
                  <a:lnTo>
                    <a:pt x="2748061" y="4385288"/>
                  </a:lnTo>
                  <a:lnTo>
                    <a:pt x="2691697" y="4416632"/>
                  </a:lnTo>
                  <a:lnTo>
                    <a:pt x="2630561" y="4444820"/>
                  </a:lnTo>
                  <a:lnTo>
                    <a:pt x="2563872" y="4470211"/>
                  </a:lnTo>
                  <a:lnTo>
                    <a:pt x="2490954" y="4493133"/>
                  </a:lnTo>
                  <a:lnTo>
                    <a:pt x="2411332" y="4513864"/>
                  </a:lnTo>
                  <a:lnTo>
                    <a:pt x="2324859" y="4532621"/>
                  </a:lnTo>
                  <a:lnTo>
                    <a:pt x="2231878" y="4549554"/>
                  </a:lnTo>
                  <a:lnTo>
                    <a:pt x="2133400" y="4564752"/>
                  </a:lnTo>
                  <a:lnTo>
                    <a:pt x="2031266" y="4578243"/>
                  </a:lnTo>
                  <a:lnTo>
                    <a:pt x="1928229" y="4590010"/>
                  </a:lnTo>
                  <a:lnTo>
                    <a:pt x="1827891" y="4600016"/>
                  </a:lnTo>
                  <a:lnTo>
                    <a:pt x="1734410" y="4608230"/>
                  </a:lnTo>
                  <a:lnTo>
                    <a:pt x="1651971" y="4614663"/>
                  </a:lnTo>
                  <a:lnTo>
                    <a:pt x="1584087" y="4619401"/>
                  </a:lnTo>
                  <a:lnTo>
                    <a:pt x="1532908" y="4622614"/>
                  </a:lnTo>
                  <a:lnTo>
                    <a:pt x="1498718" y="4624553"/>
                  </a:lnTo>
                  <a:lnTo>
                    <a:pt x="1479770" y="4625527"/>
                  </a:lnTo>
                  <a:lnTo>
                    <a:pt x="1472419" y="4625872"/>
                  </a:lnTo>
                  <a:lnTo>
                    <a:pt x="1471387" y="4625917"/>
                  </a:lnTo>
                  <a:lnTo>
                    <a:pt x="0" y="4625917"/>
                  </a:lnTo>
                  <a:close/>
                </a:path>
              </a:pathLst>
            </a:custGeom>
            <a:solidFill>
              <a:srgbClr val="67C1B3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188" name="pl1188"/>
            <p:cNvSpPr/>
            <p:nvPr/>
          </p:nvSpPr>
          <p:spPr>
            <a:xfrm>
              <a:off x="4799595" y="3712955"/>
              <a:ext cx="11981298" cy="4625917"/>
            </a:xfrm>
            <a:custGeom>
              <a:avLst/>
              <a:pathLst>
                <a:path w="11981298" h="4625917">
                  <a:moveTo>
                    <a:pt x="0" y="4625917"/>
                  </a:moveTo>
                  <a:lnTo>
                    <a:pt x="1471387" y="4625917"/>
                  </a:lnTo>
                  <a:lnTo>
                    <a:pt x="1472571" y="4625865"/>
                  </a:lnTo>
                  <a:lnTo>
                    <a:pt x="1480345" y="4625499"/>
                  </a:lnTo>
                  <a:lnTo>
                    <a:pt x="1499919" y="4624488"/>
                  </a:lnTo>
                  <a:lnTo>
                    <a:pt x="1534857" y="4622498"/>
                  </a:lnTo>
                  <a:lnTo>
                    <a:pt x="1586817" y="4619221"/>
                  </a:lnTo>
                  <a:lnTo>
                    <a:pt x="1655420" y="4614409"/>
                  </a:lnTo>
                  <a:lnTo>
                    <a:pt x="1738445" y="4607896"/>
                  </a:lnTo>
                  <a:lnTo>
                    <a:pt x="1832329" y="4599601"/>
                  </a:lnTo>
                  <a:lnTo>
                    <a:pt x="1932877" y="4589514"/>
                  </a:lnTo>
                  <a:lnTo>
                    <a:pt x="2035945" y="4577667"/>
                  </a:lnTo>
                  <a:lnTo>
                    <a:pt x="2137967" y="4564099"/>
                  </a:lnTo>
                  <a:lnTo>
                    <a:pt x="2236228" y="4548823"/>
                  </a:lnTo>
                  <a:lnTo>
                    <a:pt x="2328930" y="4531810"/>
                  </a:lnTo>
                  <a:lnTo>
                    <a:pt x="2415095" y="4512968"/>
                  </a:lnTo>
                  <a:lnTo>
                    <a:pt x="2494406" y="4492142"/>
                  </a:lnTo>
                  <a:lnTo>
                    <a:pt x="2567029" y="4469114"/>
                  </a:lnTo>
                  <a:lnTo>
                    <a:pt x="2633450" y="4443604"/>
                  </a:lnTo>
                  <a:lnTo>
                    <a:pt x="2694353" y="4415281"/>
                  </a:lnTo>
                  <a:lnTo>
                    <a:pt x="2750520" y="4383784"/>
                  </a:lnTo>
                  <a:lnTo>
                    <a:pt x="2802767" y="4348753"/>
                  </a:lnTo>
                  <a:lnTo>
                    <a:pt x="2851889" y="4309879"/>
                  </a:lnTo>
                  <a:lnTo>
                    <a:pt x="2896531" y="4269029"/>
                  </a:lnTo>
                  <a:lnTo>
                    <a:pt x="2938345" y="4225814"/>
                  </a:lnTo>
                  <a:lnTo>
                    <a:pt x="2979023" y="4179069"/>
                  </a:lnTo>
                  <a:lnTo>
                    <a:pt x="3018908" y="4128726"/>
                  </a:lnTo>
                  <a:lnTo>
                    <a:pt x="3058271" y="4074789"/>
                  </a:lnTo>
                  <a:lnTo>
                    <a:pt x="3097319" y="4017342"/>
                  </a:lnTo>
                  <a:lnTo>
                    <a:pt x="3136209" y="3956561"/>
                  </a:lnTo>
                  <a:lnTo>
                    <a:pt x="3175049" y="3892712"/>
                  </a:lnTo>
                  <a:lnTo>
                    <a:pt x="3213910" y="3826154"/>
                  </a:lnTo>
                  <a:lnTo>
                    <a:pt x="3252827" y="3757331"/>
                  </a:lnTo>
                  <a:lnTo>
                    <a:pt x="3291810" y="3686766"/>
                  </a:lnTo>
                  <a:lnTo>
                    <a:pt x="3330845" y="3615041"/>
                  </a:lnTo>
                  <a:lnTo>
                    <a:pt x="3369907" y="3542784"/>
                  </a:lnTo>
                  <a:lnTo>
                    <a:pt x="3408964" y="3470637"/>
                  </a:lnTo>
                  <a:lnTo>
                    <a:pt x="3447983" y="3399244"/>
                  </a:lnTo>
                  <a:lnTo>
                    <a:pt x="3486944" y="3329216"/>
                  </a:lnTo>
                  <a:lnTo>
                    <a:pt x="3525840" y="3261119"/>
                  </a:lnTo>
                  <a:lnTo>
                    <a:pt x="3564688" y="3195449"/>
                  </a:lnTo>
                  <a:lnTo>
                    <a:pt x="3603535" y="3132622"/>
                  </a:lnTo>
                  <a:lnTo>
                    <a:pt x="3642465" y="3072966"/>
                  </a:lnTo>
                  <a:lnTo>
                    <a:pt x="3681602" y="3016714"/>
                  </a:lnTo>
                  <a:lnTo>
                    <a:pt x="3721118" y="2964011"/>
                  </a:lnTo>
                  <a:lnTo>
                    <a:pt x="3761243" y="2914912"/>
                  </a:lnTo>
                  <a:lnTo>
                    <a:pt x="3802269" y="2869396"/>
                  </a:lnTo>
                  <a:lnTo>
                    <a:pt x="3829811" y="2841479"/>
                  </a:lnTo>
                  <a:lnTo>
                    <a:pt x="3876626" y="2798778"/>
                  </a:lnTo>
                  <a:lnTo>
                    <a:pt x="3925873" y="2760083"/>
                  </a:lnTo>
                  <a:lnTo>
                    <a:pt x="3978281" y="2725219"/>
                  </a:lnTo>
                  <a:lnTo>
                    <a:pt x="4034645" y="2693875"/>
                  </a:lnTo>
                  <a:lnTo>
                    <a:pt x="4095781" y="2665688"/>
                  </a:lnTo>
                  <a:lnTo>
                    <a:pt x="4162470" y="2640297"/>
                  </a:lnTo>
                  <a:lnTo>
                    <a:pt x="4235388" y="2617374"/>
                  </a:lnTo>
                  <a:lnTo>
                    <a:pt x="4315010" y="2596643"/>
                  </a:lnTo>
                  <a:lnTo>
                    <a:pt x="4401483" y="2577887"/>
                  </a:lnTo>
                  <a:lnTo>
                    <a:pt x="4494464" y="2560954"/>
                  </a:lnTo>
                  <a:lnTo>
                    <a:pt x="4592942" y="2545756"/>
                  </a:lnTo>
                  <a:lnTo>
                    <a:pt x="4695076" y="2532265"/>
                  </a:lnTo>
                  <a:lnTo>
                    <a:pt x="4798113" y="2520497"/>
                  </a:lnTo>
                  <a:lnTo>
                    <a:pt x="4898451" y="2510491"/>
                  </a:lnTo>
                  <a:lnTo>
                    <a:pt x="4991932" y="2502278"/>
                  </a:lnTo>
                  <a:lnTo>
                    <a:pt x="5074371" y="2495844"/>
                  </a:lnTo>
                  <a:lnTo>
                    <a:pt x="5142255" y="2491106"/>
                  </a:lnTo>
                  <a:lnTo>
                    <a:pt x="5193434" y="2487894"/>
                  </a:lnTo>
                  <a:lnTo>
                    <a:pt x="5227624" y="2485955"/>
                  </a:lnTo>
                  <a:lnTo>
                    <a:pt x="5246572" y="2484980"/>
                  </a:lnTo>
                  <a:lnTo>
                    <a:pt x="5253923" y="2484636"/>
                  </a:lnTo>
                  <a:lnTo>
                    <a:pt x="5254955" y="2484591"/>
                  </a:lnTo>
                  <a:lnTo>
                    <a:pt x="6726343" y="2484591"/>
                  </a:lnTo>
                  <a:lnTo>
                    <a:pt x="6727509" y="2484532"/>
                  </a:lnTo>
                  <a:lnTo>
                    <a:pt x="6735171" y="2484114"/>
                  </a:lnTo>
                  <a:lnTo>
                    <a:pt x="6754471" y="2482959"/>
                  </a:lnTo>
                  <a:lnTo>
                    <a:pt x="6788942" y="2480684"/>
                  </a:lnTo>
                  <a:lnTo>
                    <a:pt x="6840251" y="2476938"/>
                  </a:lnTo>
                  <a:lnTo>
                    <a:pt x="6908072" y="2471436"/>
                  </a:lnTo>
                  <a:lnTo>
                    <a:pt x="6990260" y="2463983"/>
                  </a:lnTo>
                  <a:lnTo>
                    <a:pt x="7083338" y="2454485"/>
                  </a:lnTo>
                  <a:lnTo>
                    <a:pt x="7183183" y="2442929"/>
                  </a:lnTo>
                  <a:lnTo>
                    <a:pt x="7285700" y="2429349"/>
                  </a:lnTo>
                  <a:lnTo>
                    <a:pt x="7387339" y="2413789"/>
                  </a:lnTo>
                  <a:lnTo>
                    <a:pt x="7485380" y="2396269"/>
                  </a:lnTo>
                  <a:lnTo>
                    <a:pt x="7577999" y="2376756"/>
                  </a:lnTo>
                  <a:lnTo>
                    <a:pt x="7664189" y="2355153"/>
                  </a:lnTo>
                  <a:lnTo>
                    <a:pt x="7743599" y="2331286"/>
                  </a:lnTo>
                  <a:lnTo>
                    <a:pt x="7816361" y="2304911"/>
                  </a:lnTo>
                  <a:lnTo>
                    <a:pt x="7882937" y="2275713"/>
                  </a:lnTo>
                  <a:lnTo>
                    <a:pt x="7943986" y="2243319"/>
                  </a:lnTo>
                  <a:lnTo>
                    <a:pt x="8000274" y="2207318"/>
                  </a:lnTo>
                  <a:lnTo>
                    <a:pt x="8052606" y="2167295"/>
                  </a:lnTo>
                  <a:lnTo>
                    <a:pt x="8101766" y="2122888"/>
                  </a:lnTo>
                  <a:lnTo>
                    <a:pt x="8148478" y="2073885"/>
                  </a:lnTo>
                  <a:lnTo>
                    <a:pt x="8151487" y="2070492"/>
                  </a:lnTo>
                  <a:lnTo>
                    <a:pt x="8191123" y="2023102"/>
                  </a:lnTo>
                  <a:lnTo>
                    <a:pt x="8229721" y="1972042"/>
                  </a:lnTo>
                  <a:lnTo>
                    <a:pt x="8267580" y="1917240"/>
                  </a:lnTo>
                  <a:lnTo>
                    <a:pt x="8304936" y="1858690"/>
                  </a:lnTo>
                  <a:lnTo>
                    <a:pt x="8341976" y="1796461"/>
                  </a:lnTo>
                  <a:lnTo>
                    <a:pt x="8378841" y="1730703"/>
                  </a:lnTo>
                  <a:lnTo>
                    <a:pt x="8415635" y="1661652"/>
                  </a:lnTo>
                  <a:lnTo>
                    <a:pt x="8452428" y="1589631"/>
                  </a:lnTo>
                  <a:lnTo>
                    <a:pt x="8489262" y="1515045"/>
                  </a:lnTo>
                  <a:lnTo>
                    <a:pt x="8526153" y="1438378"/>
                  </a:lnTo>
                  <a:lnTo>
                    <a:pt x="8563100" y="1360177"/>
                  </a:lnTo>
                  <a:lnTo>
                    <a:pt x="8600085" y="1281037"/>
                  </a:lnTo>
                  <a:lnTo>
                    <a:pt x="8637085" y="1201586"/>
                  </a:lnTo>
                  <a:lnTo>
                    <a:pt x="8674070" y="1122461"/>
                  </a:lnTo>
                  <a:lnTo>
                    <a:pt x="8711015" y="1044291"/>
                  </a:lnTo>
                  <a:lnTo>
                    <a:pt x="8747905" y="967669"/>
                  </a:lnTo>
                  <a:lnTo>
                    <a:pt x="8784738" y="893142"/>
                  </a:lnTo>
                  <a:lnTo>
                    <a:pt x="8821530" y="821190"/>
                  </a:lnTo>
                  <a:lnTo>
                    <a:pt x="8858325" y="752217"/>
                  </a:lnTo>
                  <a:lnTo>
                    <a:pt x="8895193" y="686544"/>
                  </a:lnTo>
                  <a:lnTo>
                    <a:pt x="8932238" y="624404"/>
                  </a:lnTo>
                  <a:lnTo>
                    <a:pt x="8969605" y="565946"/>
                  </a:lnTo>
                  <a:lnTo>
                    <a:pt x="9007479" y="511238"/>
                  </a:lnTo>
                  <a:lnTo>
                    <a:pt x="9046099" y="460270"/>
                  </a:lnTo>
                  <a:lnTo>
                    <a:pt x="9084767" y="414098"/>
                  </a:lnTo>
                  <a:lnTo>
                    <a:pt x="9131340" y="364790"/>
                  </a:lnTo>
                  <a:lnTo>
                    <a:pt x="9180317" y="320085"/>
                  </a:lnTo>
                  <a:lnTo>
                    <a:pt x="9232416" y="279783"/>
                  </a:lnTo>
                  <a:lnTo>
                    <a:pt x="9288419" y="243529"/>
                  </a:lnTo>
                  <a:lnTo>
                    <a:pt x="9349130" y="210910"/>
                  </a:lnTo>
                  <a:lnTo>
                    <a:pt x="9415319" y="181514"/>
                  </a:lnTo>
                  <a:lnTo>
                    <a:pt x="9487657" y="154963"/>
                  </a:lnTo>
                  <a:lnTo>
                    <a:pt x="9566620" y="130939"/>
                  </a:lnTo>
                  <a:lnTo>
                    <a:pt x="9652367" y="109192"/>
                  </a:lnTo>
                  <a:lnTo>
                    <a:pt x="9744586" y="89546"/>
                  </a:lnTo>
                  <a:lnTo>
                    <a:pt x="9842316" y="71896"/>
                  </a:lnTo>
                  <a:lnTo>
                    <a:pt x="9943791" y="56207"/>
                  </a:lnTo>
                  <a:lnTo>
                    <a:pt x="10046351" y="42495"/>
                  </a:lnTo>
                  <a:lnTo>
                    <a:pt x="10146495" y="30804"/>
                  </a:lnTo>
                  <a:lnTo>
                    <a:pt x="10240149" y="21170"/>
                  </a:lnTo>
                  <a:lnTo>
                    <a:pt x="10323173" y="13584"/>
                  </a:lnTo>
                  <a:lnTo>
                    <a:pt x="10392025" y="7958"/>
                  </a:lnTo>
                  <a:lnTo>
                    <a:pt x="10444454" y="4104"/>
                  </a:lnTo>
                  <a:lnTo>
                    <a:pt x="10480006" y="1743"/>
                  </a:lnTo>
                  <a:lnTo>
                    <a:pt x="10500216" y="525"/>
                  </a:lnTo>
                  <a:lnTo>
                    <a:pt x="10508503" y="71"/>
                  </a:lnTo>
                  <a:lnTo>
                    <a:pt x="10509910" y="0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89" name="pl1189"/>
            <p:cNvSpPr/>
            <p:nvPr/>
          </p:nvSpPr>
          <p:spPr>
            <a:xfrm>
              <a:off x="4799595" y="3704782"/>
              <a:ext cx="11981298" cy="4625917"/>
            </a:xfrm>
            <a:custGeom>
              <a:avLst/>
              <a:pathLst>
                <a:path w="11981298" h="4625917">
                  <a:moveTo>
                    <a:pt x="11981298" y="0"/>
                  </a:moveTo>
                  <a:lnTo>
                    <a:pt x="10509911" y="0"/>
                  </a:lnTo>
                  <a:lnTo>
                    <a:pt x="10508745" y="58"/>
                  </a:lnTo>
                  <a:lnTo>
                    <a:pt x="10501083" y="476"/>
                  </a:lnTo>
                  <a:lnTo>
                    <a:pt x="10481783" y="1632"/>
                  </a:lnTo>
                  <a:lnTo>
                    <a:pt x="10447311" y="3906"/>
                  </a:lnTo>
                  <a:lnTo>
                    <a:pt x="10396002" y="7652"/>
                  </a:lnTo>
                  <a:lnTo>
                    <a:pt x="10328181" y="13155"/>
                  </a:lnTo>
                  <a:lnTo>
                    <a:pt x="10245994" y="20607"/>
                  </a:lnTo>
                  <a:lnTo>
                    <a:pt x="10152915" y="30105"/>
                  </a:lnTo>
                  <a:lnTo>
                    <a:pt x="10053070" y="41661"/>
                  </a:lnTo>
                  <a:lnTo>
                    <a:pt x="9950553" y="55242"/>
                  </a:lnTo>
                  <a:lnTo>
                    <a:pt x="9848915" y="70801"/>
                  </a:lnTo>
                  <a:lnTo>
                    <a:pt x="9750874" y="88321"/>
                  </a:lnTo>
                  <a:lnTo>
                    <a:pt x="9658254" y="107834"/>
                  </a:lnTo>
                  <a:lnTo>
                    <a:pt x="9572064" y="129438"/>
                  </a:lnTo>
                  <a:lnTo>
                    <a:pt x="9492655" y="153304"/>
                  </a:lnTo>
                  <a:lnTo>
                    <a:pt x="9419892" y="179679"/>
                  </a:lnTo>
                  <a:lnTo>
                    <a:pt x="9353317" y="208878"/>
                  </a:lnTo>
                  <a:lnTo>
                    <a:pt x="9292268" y="241272"/>
                  </a:lnTo>
                  <a:lnTo>
                    <a:pt x="9235979" y="277273"/>
                  </a:lnTo>
                  <a:lnTo>
                    <a:pt x="9183647" y="317296"/>
                  </a:lnTo>
                  <a:lnTo>
                    <a:pt x="9134487" y="361702"/>
                  </a:lnTo>
                  <a:lnTo>
                    <a:pt x="9087776" y="410706"/>
                  </a:lnTo>
                  <a:lnTo>
                    <a:pt x="9084767" y="414098"/>
                  </a:lnTo>
                  <a:lnTo>
                    <a:pt x="9045131" y="461489"/>
                  </a:lnTo>
                  <a:lnTo>
                    <a:pt x="9006532" y="512548"/>
                  </a:lnTo>
                  <a:lnTo>
                    <a:pt x="8968673" y="567350"/>
                  </a:lnTo>
                  <a:lnTo>
                    <a:pt x="8931317" y="625900"/>
                  </a:lnTo>
                  <a:lnTo>
                    <a:pt x="8894277" y="688129"/>
                  </a:lnTo>
                  <a:lnTo>
                    <a:pt x="8857413" y="753888"/>
                  </a:lnTo>
                  <a:lnTo>
                    <a:pt x="8820619" y="822939"/>
                  </a:lnTo>
                  <a:lnTo>
                    <a:pt x="8783825" y="894960"/>
                  </a:lnTo>
                  <a:lnTo>
                    <a:pt x="8746992" y="969545"/>
                  </a:lnTo>
                  <a:lnTo>
                    <a:pt x="8710100" y="1046212"/>
                  </a:lnTo>
                  <a:lnTo>
                    <a:pt x="8673153" y="1124414"/>
                  </a:lnTo>
                  <a:lnTo>
                    <a:pt x="8636168" y="1203554"/>
                  </a:lnTo>
                  <a:lnTo>
                    <a:pt x="8599168" y="1283005"/>
                  </a:lnTo>
                  <a:lnTo>
                    <a:pt x="8562183" y="1362129"/>
                  </a:lnTo>
                  <a:lnTo>
                    <a:pt x="8525238" y="1440300"/>
                  </a:lnTo>
                  <a:lnTo>
                    <a:pt x="8488348" y="1516922"/>
                  </a:lnTo>
                  <a:lnTo>
                    <a:pt x="8451515" y="1591449"/>
                  </a:lnTo>
                  <a:lnTo>
                    <a:pt x="8414723" y="1663401"/>
                  </a:lnTo>
                  <a:lnTo>
                    <a:pt x="8377928" y="1732374"/>
                  </a:lnTo>
                  <a:lnTo>
                    <a:pt x="8341060" y="1798047"/>
                  </a:lnTo>
                  <a:lnTo>
                    <a:pt x="8304015" y="1860187"/>
                  </a:lnTo>
                  <a:lnTo>
                    <a:pt x="8266649" y="1918644"/>
                  </a:lnTo>
                  <a:lnTo>
                    <a:pt x="8228774" y="1973353"/>
                  </a:lnTo>
                  <a:lnTo>
                    <a:pt x="8190154" y="2024320"/>
                  </a:lnTo>
                  <a:lnTo>
                    <a:pt x="8151487" y="2070492"/>
                  </a:lnTo>
                  <a:lnTo>
                    <a:pt x="8104914" y="2119800"/>
                  </a:lnTo>
                  <a:lnTo>
                    <a:pt x="8055936" y="2164506"/>
                  </a:lnTo>
                  <a:lnTo>
                    <a:pt x="8003837" y="2204808"/>
                  </a:lnTo>
                  <a:lnTo>
                    <a:pt x="7947834" y="2241061"/>
                  </a:lnTo>
                  <a:lnTo>
                    <a:pt x="7887123" y="2273680"/>
                  </a:lnTo>
                  <a:lnTo>
                    <a:pt x="7820934" y="2303077"/>
                  </a:lnTo>
                  <a:lnTo>
                    <a:pt x="7748597" y="2329628"/>
                  </a:lnTo>
                  <a:lnTo>
                    <a:pt x="7669634" y="2353651"/>
                  </a:lnTo>
                  <a:lnTo>
                    <a:pt x="7583886" y="2375398"/>
                  </a:lnTo>
                  <a:lnTo>
                    <a:pt x="7491667" y="2395045"/>
                  </a:lnTo>
                  <a:lnTo>
                    <a:pt x="7393937" y="2412695"/>
                  </a:lnTo>
                  <a:lnTo>
                    <a:pt x="7292462" y="2428384"/>
                  </a:lnTo>
                  <a:lnTo>
                    <a:pt x="7189902" y="2442096"/>
                  </a:lnTo>
                  <a:lnTo>
                    <a:pt x="7089758" y="2453787"/>
                  </a:lnTo>
                  <a:lnTo>
                    <a:pt x="6996104" y="2463421"/>
                  </a:lnTo>
                  <a:lnTo>
                    <a:pt x="6913081" y="2471006"/>
                  </a:lnTo>
                  <a:lnTo>
                    <a:pt x="6844228" y="2476632"/>
                  </a:lnTo>
                  <a:lnTo>
                    <a:pt x="6791799" y="2480486"/>
                  </a:lnTo>
                  <a:lnTo>
                    <a:pt x="6756247" y="2482847"/>
                  </a:lnTo>
                  <a:lnTo>
                    <a:pt x="6736037" y="2484065"/>
                  </a:lnTo>
                  <a:lnTo>
                    <a:pt x="6727750" y="2484520"/>
                  </a:lnTo>
                  <a:lnTo>
                    <a:pt x="6726343" y="2484591"/>
                  </a:lnTo>
                  <a:lnTo>
                    <a:pt x="6726343" y="2484591"/>
                  </a:lnTo>
                  <a:lnTo>
                    <a:pt x="5254955" y="2484591"/>
                  </a:lnTo>
                  <a:lnTo>
                    <a:pt x="5253771" y="2484642"/>
                  </a:lnTo>
                  <a:lnTo>
                    <a:pt x="5245997" y="2485008"/>
                  </a:lnTo>
                  <a:lnTo>
                    <a:pt x="5226423" y="2486019"/>
                  </a:lnTo>
                  <a:lnTo>
                    <a:pt x="5191485" y="2488010"/>
                  </a:lnTo>
                  <a:lnTo>
                    <a:pt x="5139526" y="2491287"/>
                  </a:lnTo>
                  <a:lnTo>
                    <a:pt x="5070922" y="2496099"/>
                  </a:lnTo>
                  <a:lnTo>
                    <a:pt x="4987897" y="2502612"/>
                  </a:lnTo>
                  <a:lnTo>
                    <a:pt x="4894013" y="2510907"/>
                  </a:lnTo>
                  <a:lnTo>
                    <a:pt x="4793465" y="2520993"/>
                  </a:lnTo>
                  <a:lnTo>
                    <a:pt x="4690397" y="2532840"/>
                  </a:lnTo>
                  <a:lnTo>
                    <a:pt x="4588375" y="2546409"/>
                  </a:lnTo>
                  <a:lnTo>
                    <a:pt x="4490114" y="2561684"/>
                  </a:lnTo>
                  <a:lnTo>
                    <a:pt x="4397413" y="2578698"/>
                  </a:lnTo>
                  <a:lnTo>
                    <a:pt x="4311247" y="2597540"/>
                  </a:lnTo>
                  <a:lnTo>
                    <a:pt x="4231936" y="2618365"/>
                  </a:lnTo>
                  <a:lnTo>
                    <a:pt x="4159313" y="2641393"/>
                  </a:lnTo>
                  <a:lnTo>
                    <a:pt x="4092892" y="2666904"/>
                  </a:lnTo>
                  <a:lnTo>
                    <a:pt x="4031989" y="2695227"/>
                  </a:lnTo>
                  <a:lnTo>
                    <a:pt x="3975822" y="2726723"/>
                  </a:lnTo>
                  <a:lnTo>
                    <a:pt x="3923575" y="2761755"/>
                  </a:lnTo>
                  <a:lnTo>
                    <a:pt x="3874453" y="2800629"/>
                  </a:lnTo>
                  <a:lnTo>
                    <a:pt x="3829811" y="2841479"/>
                  </a:lnTo>
                  <a:lnTo>
                    <a:pt x="3787997" y="2884694"/>
                  </a:lnTo>
                  <a:lnTo>
                    <a:pt x="3747319" y="2931438"/>
                  </a:lnTo>
                  <a:lnTo>
                    <a:pt x="3707434" y="2981781"/>
                  </a:lnTo>
                  <a:lnTo>
                    <a:pt x="3668072" y="3035719"/>
                  </a:lnTo>
                  <a:lnTo>
                    <a:pt x="3629023" y="3093165"/>
                  </a:lnTo>
                  <a:lnTo>
                    <a:pt x="3590133" y="3153946"/>
                  </a:lnTo>
                  <a:lnTo>
                    <a:pt x="3551293" y="3217795"/>
                  </a:lnTo>
                  <a:lnTo>
                    <a:pt x="3512432" y="3284354"/>
                  </a:lnTo>
                  <a:lnTo>
                    <a:pt x="3473515" y="3353176"/>
                  </a:lnTo>
                  <a:lnTo>
                    <a:pt x="3434532" y="3423742"/>
                  </a:lnTo>
                  <a:lnTo>
                    <a:pt x="3395497" y="3495466"/>
                  </a:lnTo>
                  <a:lnTo>
                    <a:pt x="3356435" y="3567724"/>
                  </a:lnTo>
                  <a:lnTo>
                    <a:pt x="3317378" y="3639870"/>
                  </a:lnTo>
                  <a:lnTo>
                    <a:pt x="3278359" y="3711264"/>
                  </a:lnTo>
                  <a:lnTo>
                    <a:pt x="3239398" y="3781291"/>
                  </a:lnTo>
                  <a:lnTo>
                    <a:pt x="3200503" y="3849389"/>
                  </a:lnTo>
                  <a:lnTo>
                    <a:pt x="3161654" y="3915059"/>
                  </a:lnTo>
                  <a:lnTo>
                    <a:pt x="3122807" y="3977886"/>
                  </a:lnTo>
                  <a:lnTo>
                    <a:pt x="3083877" y="4037542"/>
                  </a:lnTo>
                  <a:lnTo>
                    <a:pt x="3044740" y="4093793"/>
                  </a:lnTo>
                  <a:lnTo>
                    <a:pt x="3005224" y="4146497"/>
                  </a:lnTo>
                  <a:lnTo>
                    <a:pt x="2965099" y="4195595"/>
                  </a:lnTo>
                  <a:lnTo>
                    <a:pt x="2924073" y="4241111"/>
                  </a:lnTo>
                  <a:lnTo>
                    <a:pt x="2896531" y="4269029"/>
                  </a:lnTo>
                  <a:lnTo>
                    <a:pt x="2849716" y="4311730"/>
                  </a:lnTo>
                  <a:lnTo>
                    <a:pt x="2800469" y="4350424"/>
                  </a:lnTo>
                  <a:lnTo>
                    <a:pt x="2748061" y="4385288"/>
                  </a:lnTo>
                  <a:lnTo>
                    <a:pt x="2691697" y="4416632"/>
                  </a:lnTo>
                  <a:lnTo>
                    <a:pt x="2630561" y="4444820"/>
                  </a:lnTo>
                  <a:lnTo>
                    <a:pt x="2563872" y="4470211"/>
                  </a:lnTo>
                  <a:lnTo>
                    <a:pt x="2490954" y="4493133"/>
                  </a:lnTo>
                  <a:lnTo>
                    <a:pt x="2411332" y="4513864"/>
                  </a:lnTo>
                  <a:lnTo>
                    <a:pt x="2324859" y="4532621"/>
                  </a:lnTo>
                  <a:lnTo>
                    <a:pt x="2231878" y="4549554"/>
                  </a:lnTo>
                  <a:lnTo>
                    <a:pt x="2133400" y="4564752"/>
                  </a:lnTo>
                  <a:lnTo>
                    <a:pt x="2031266" y="4578243"/>
                  </a:lnTo>
                  <a:lnTo>
                    <a:pt x="1928229" y="4590010"/>
                  </a:lnTo>
                  <a:lnTo>
                    <a:pt x="1827891" y="4600016"/>
                  </a:lnTo>
                  <a:lnTo>
                    <a:pt x="1734410" y="4608230"/>
                  </a:lnTo>
                  <a:lnTo>
                    <a:pt x="1651971" y="4614663"/>
                  </a:lnTo>
                  <a:lnTo>
                    <a:pt x="1584087" y="4619401"/>
                  </a:lnTo>
                  <a:lnTo>
                    <a:pt x="1532908" y="4622614"/>
                  </a:lnTo>
                  <a:lnTo>
                    <a:pt x="1498718" y="4624553"/>
                  </a:lnTo>
                  <a:lnTo>
                    <a:pt x="1479770" y="4625527"/>
                  </a:lnTo>
                  <a:lnTo>
                    <a:pt x="1472419" y="4625872"/>
                  </a:lnTo>
                  <a:lnTo>
                    <a:pt x="1471387" y="4625917"/>
                  </a:lnTo>
                  <a:lnTo>
                    <a:pt x="0" y="462591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90" name="pg1190"/>
            <p:cNvSpPr/>
            <p:nvPr/>
          </p:nvSpPr>
          <p:spPr>
            <a:xfrm>
              <a:off x="4799595" y="6344661"/>
              <a:ext cx="11981298" cy="2002384"/>
            </a:xfrm>
            <a:custGeom>
              <a:avLst/>
              <a:pathLst>
                <a:path w="11981298" h="2002384">
                  <a:moveTo>
                    <a:pt x="0" y="2002384"/>
                  </a:moveTo>
                  <a:lnTo>
                    <a:pt x="1471387" y="2002384"/>
                  </a:lnTo>
                  <a:lnTo>
                    <a:pt x="1472578" y="2002336"/>
                  </a:lnTo>
                  <a:lnTo>
                    <a:pt x="1480396" y="2001993"/>
                  </a:lnTo>
                  <a:lnTo>
                    <a:pt x="1500078" y="2001046"/>
                  </a:lnTo>
                  <a:lnTo>
                    <a:pt x="1535199" y="1999181"/>
                  </a:lnTo>
                  <a:lnTo>
                    <a:pt x="1587412" y="1996111"/>
                  </a:lnTo>
                  <a:lnTo>
                    <a:pt x="1656322" y="1991605"/>
                  </a:lnTo>
                  <a:lnTo>
                    <a:pt x="1739673" y="1985506"/>
                  </a:lnTo>
                  <a:lnTo>
                    <a:pt x="1833871" y="1977741"/>
                  </a:lnTo>
                  <a:lnTo>
                    <a:pt x="1934692" y="1968301"/>
                  </a:lnTo>
                  <a:lnTo>
                    <a:pt x="2037973" y="1957217"/>
                  </a:lnTo>
                  <a:lnTo>
                    <a:pt x="2140141" y="1944522"/>
                  </a:lnTo>
                  <a:lnTo>
                    <a:pt x="2238486" y="1930232"/>
                  </a:lnTo>
                  <a:lnTo>
                    <a:pt x="2331217" y="1914316"/>
                  </a:lnTo>
                  <a:lnTo>
                    <a:pt x="2417371" y="1896686"/>
                  </a:lnTo>
                  <a:lnTo>
                    <a:pt x="2496643" y="1877198"/>
                  </a:lnTo>
                  <a:lnTo>
                    <a:pt x="2569211" y="1855643"/>
                  </a:lnTo>
                  <a:lnTo>
                    <a:pt x="2635572" y="1831758"/>
                  </a:lnTo>
                  <a:lnTo>
                    <a:pt x="2696418" y="1805233"/>
                  </a:lnTo>
                  <a:lnTo>
                    <a:pt x="2752538" y="1775729"/>
                  </a:lnTo>
                  <a:lnTo>
                    <a:pt x="2804754" y="1742907"/>
                  </a:lnTo>
                  <a:lnTo>
                    <a:pt x="2853862" y="1706483"/>
                  </a:lnTo>
                  <a:lnTo>
                    <a:pt x="2896531" y="1670015"/>
                  </a:lnTo>
                  <a:lnTo>
                    <a:pt x="2939362" y="1628735"/>
                  </a:lnTo>
                  <a:lnTo>
                    <a:pt x="2981009" y="1584000"/>
                  </a:lnTo>
                  <a:lnTo>
                    <a:pt x="3021839" y="1535745"/>
                  </a:lnTo>
                  <a:lnTo>
                    <a:pt x="3062138" y="1483980"/>
                  </a:lnTo>
                  <a:lnTo>
                    <a:pt x="3102126" y="1428796"/>
                  </a:lnTo>
                  <a:lnTo>
                    <a:pt x="3141964" y="1370379"/>
                  </a:lnTo>
                  <a:lnTo>
                    <a:pt x="3181763" y="1309009"/>
                  </a:lnTo>
                  <a:lnTo>
                    <a:pt x="3221592" y="1245059"/>
                  </a:lnTo>
                  <a:lnTo>
                    <a:pt x="3261484" y="1178991"/>
                  </a:lnTo>
                  <a:lnTo>
                    <a:pt x="3301444" y="1111341"/>
                  </a:lnTo>
                  <a:lnTo>
                    <a:pt x="3341453" y="1042706"/>
                  </a:lnTo>
                  <a:lnTo>
                    <a:pt x="3381482" y="973719"/>
                  </a:lnTo>
                  <a:lnTo>
                    <a:pt x="3421494" y="905029"/>
                  </a:lnTo>
                  <a:lnTo>
                    <a:pt x="3461458" y="837271"/>
                  </a:lnTo>
                  <a:lnTo>
                    <a:pt x="3501357" y="771046"/>
                  </a:lnTo>
                  <a:lnTo>
                    <a:pt x="3541190" y="706897"/>
                  </a:lnTo>
                  <a:lnTo>
                    <a:pt x="3580990" y="645291"/>
                  </a:lnTo>
                  <a:lnTo>
                    <a:pt x="3620821" y="586611"/>
                  </a:lnTo>
                  <a:lnTo>
                    <a:pt x="3660790" y="531144"/>
                  </a:lnTo>
                  <a:lnTo>
                    <a:pt x="3701056" y="479082"/>
                  </a:lnTo>
                  <a:lnTo>
                    <a:pt x="3741830" y="430527"/>
                  </a:lnTo>
                  <a:lnTo>
                    <a:pt x="3783394" y="385494"/>
                  </a:lnTo>
                  <a:lnTo>
                    <a:pt x="3826108" y="343924"/>
                  </a:lnTo>
                  <a:lnTo>
                    <a:pt x="3829811" y="340541"/>
                  </a:lnTo>
                  <a:lnTo>
                    <a:pt x="3876720" y="300699"/>
                  </a:lnTo>
                  <a:lnTo>
                    <a:pt x="3926073" y="264603"/>
                  </a:lnTo>
                  <a:lnTo>
                    <a:pt x="3978601" y="232088"/>
                  </a:lnTo>
                  <a:lnTo>
                    <a:pt x="4035106" y="202861"/>
                  </a:lnTo>
                  <a:lnTo>
                    <a:pt x="4096409" y="176583"/>
                  </a:lnTo>
                  <a:lnTo>
                    <a:pt x="4163294" y="152916"/>
                  </a:lnTo>
                  <a:lnTo>
                    <a:pt x="4236438" y="131554"/>
                  </a:lnTo>
                  <a:lnTo>
                    <a:pt x="4316318" y="112238"/>
                  </a:lnTo>
                  <a:lnTo>
                    <a:pt x="4403075" y="94765"/>
                  </a:lnTo>
                  <a:lnTo>
                    <a:pt x="4496353" y="78995"/>
                  </a:lnTo>
                  <a:lnTo>
                    <a:pt x="4595121" y="64846"/>
                  </a:lnTo>
                  <a:lnTo>
                    <a:pt x="4697511" y="52294"/>
                  </a:lnTo>
                  <a:lnTo>
                    <a:pt x="4800730" y="41353"/>
                  </a:lnTo>
                  <a:lnTo>
                    <a:pt x="4901137" y="32060"/>
                  </a:lnTo>
                  <a:lnTo>
                    <a:pt x="4994542" y="24444"/>
                  </a:lnTo>
                  <a:lnTo>
                    <a:pt x="5076745" y="18490"/>
                  </a:lnTo>
                  <a:lnTo>
                    <a:pt x="5144243" y="14118"/>
                  </a:lnTo>
                  <a:lnTo>
                    <a:pt x="5194931" y="11166"/>
                  </a:lnTo>
                  <a:lnTo>
                    <a:pt x="5228589" y="9394"/>
                  </a:lnTo>
                  <a:lnTo>
                    <a:pt x="5247051" y="8513"/>
                  </a:lnTo>
                  <a:lnTo>
                    <a:pt x="5254049" y="8209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563" y="8202"/>
                  </a:lnTo>
                  <a:lnTo>
                    <a:pt x="6735577" y="8409"/>
                  </a:lnTo>
                  <a:lnTo>
                    <a:pt x="6755733" y="8983"/>
                  </a:lnTo>
                  <a:lnTo>
                    <a:pt x="6791661" y="10112"/>
                  </a:lnTo>
                  <a:lnTo>
                    <a:pt x="6844993" y="11970"/>
                  </a:lnTo>
                  <a:lnTo>
                    <a:pt x="6915245" y="14696"/>
                  </a:lnTo>
                  <a:lnTo>
                    <a:pt x="7000024" y="18381"/>
                  </a:lnTo>
                  <a:lnTo>
                    <a:pt x="7095589" y="23067"/>
                  </a:lnTo>
                  <a:lnTo>
                    <a:pt x="7197590" y="28758"/>
                  </a:lnTo>
                  <a:lnTo>
                    <a:pt x="7301789" y="35435"/>
                  </a:lnTo>
                  <a:lnTo>
                    <a:pt x="7404582" y="43076"/>
                  </a:lnTo>
                  <a:lnTo>
                    <a:pt x="7503277" y="51677"/>
                  </a:lnTo>
                  <a:lnTo>
                    <a:pt x="7596125" y="61257"/>
                  </a:lnTo>
                  <a:lnTo>
                    <a:pt x="7682219" y="71874"/>
                  </a:lnTo>
                  <a:lnTo>
                    <a:pt x="7761313" y="83620"/>
                  </a:lnTo>
                  <a:lnTo>
                    <a:pt x="7833636" y="96625"/>
                  </a:lnTo>
                  <a:lnTo>
                    <a:pt x="7899734" y="111053"/>
                  </a:lnTo>
                  <a:lnTo>
                    <a:pt x="7960334" y="127095"/>
                  </a:lnTo>
                  <a:lnTo>
                    <a:pt x="8016256" y="144957"/>
                  </a:lnTo>
                  <a:lnTo>
                    <a:pt x="8068341" y="164843"/>
                  </a:lnTo>
                  <a:lnTo>
                    <a:pt x="8117399" y="186913"/>
                  </a:lnTo>
                  <a:lnTo>
                    <a:pt x="8151487" y="204324"/>
                  </a:lnTo>
                  <a:lnTo>
                    <a:pt x="8200807" y="232624"/>
                  </a:lnTo>
                  <a:lnTo>
                    <a:pt x="8248630" y="263649"/>
                  </a:lnTo>
                  <a:lnTo>
                    <a:pt x="8295491" y="297445"/>
                  </a:lnTo>
                  <a:lnTo>
                    <a:pt x="8341787" y="333974"/>
                  </a:lnTo>
                  <a:lnTo>
                    <a:pt x="8387808" y="373107"/>
                  </a:lnTo>
                  <a:lnTo>
                    <a:pt x="8433747" y="414618"/>
                  </a:lnTo>
                  <a:lnTo>
                    <a:pt x="8479719" y="458179"/>
                  </a:lnTo>
                  <a:lnTo>
                    <a:pt x="8525776" y="503372"/>
                  </a:lnTo>
                  <a:lnTo>
                    <a:pt x="8571919" y="549702"/>
                  </a:lnTo>
                  <a:lnTo>
                    <a:pt x="8618113" y="596615"/>
                  </a:lnTo>
                  <a:lnTo>
                    <a:pt x="8664307" y="643528"/>
                  </a:lnTo>
                  <a:lnTo>
                    <a:pt x="8710450" y="689858"/>
                  </a:lnTo>
                  <a:lnTo>
                    <a:pt x="8756507" y="735052"/>
                  </a:lnTo>
                  <a:lnTo>
                    <a:pt x="8802480" y="778614"/>
                  </a:lnTo>
                  <a:lnTo>
                    <a:pt x="8848419" y="820126"/>
                  </a:lnTo>
                  <a:lnTo>
                    <a:pt x="8894439" y="859261"/>
                  </a:lnTo>
                  <a:lnTo>
                    <a:pt x="8940735" y="895791"/>
                  </a:lnTo>
                  <a:lnTo>
                    <a:pt x="8987595" y="929589"/>
                  </a:lnTo>
                  <a:lnTo>
                    <a:pt x="9035418" y="960615"/>
                  </a:lnTo>
                  <a:lnTo>
                    <a:pt x="9084767" y="988932"/>
                  </a:lnTo>
                  <a:lnTo>
                    <a:pt x="9132088" y="1012638"/>
                  </a:lnTo>
                  <a:lnTo>
                    <a:pt x="9181901" y="1034095"/>
                  </a:lnTo>
                  <a:lnTo>
                    <a:pt x="9234959" y="1053405"/>
                  </a:lnTo>
                  <a:lnTo>
                    <a:pt x="9292083" y="1070747"/>
                  </a:lnTo>
                  <a:lnTo>
                    <a:pt x="9354116" y="1086324"/>
                  </a:lnTo>
                  <a:lnTo>
                    <a:pt x="9421859" y="1100343"/>
                  </a:lnTo>
                  <a:lnTo>
                    <a:pt x="9496001" y="1112987"/>
                  </a:lnTo>
                  <a:lnTo>
                    <a:pt x="9577014" y="1124411"/>
                  </a:lnTo>
                  <a:lnTo>
                    <a:pt x="9665014" y="1134735"/>
                  </a:lnTo>
                  <a:lnTo>
                    <a:pt x="9759593" y="1144041"/>
                  </a:lnTo>
                  <a:lnTo>
                    <a:pt x="9859629" y="1152377"/>
                  </a:lnTo>
                  <a:lnTo>
                    <a:pt x="9963118" y="1159755"/>
                  </a:lnTo>
                  <a:lnTo>
                    <a:pt x="10067105" y="1166163"/>
                  </a:lnTo>
                  <a:lnTo>
                    <a:pt x="10167775" y="1171579"/>
                  </a:lnTo>
                  <a:lnTo>
                    <a:pt x="10260796" y="1175988"/>
                  </a:lnTo>
                  <a:lnTo>
                    <a:pt x="10341909" y="1179403"/>
                  </a:lnTo>
                  <a:lnTo>
                    <a:pt x="10407672" y="1181879"/>
                  </a:lnTo>
                  <a:lnTo>
                    <a:pt x="10456178" y="1183521"/>
                  </a:lnTo>
                  <a:lnTo>
                    <a:pt x="10487517" y="1184479"/>
                  </a:lnTo>
                  <a:lnTo>
                    <a:pt x="10503893" y="1184933"/>
                  </a:lnTo>
                  <a:lnTo>
                    <a:pt x="10509438" y="1185073"/>
                  </a:lnTo>
                  <a:lnTo>
                    <a:pt x="10509911" y="1185084"/>
                  </a:lnTo>
                  <a:lnTo>
                    <a:pt x="11981298" y="1185084"/>
                  </a:lnTo>
                  <a:lnTo>
                    <a:pt x="11981298" y="1176911"/>
                  </a:lnTo>
                  <a:lnTo>
                    <a:pt x="10509911" y="1176911"/>
                  </a:lnTo>
                  <a:lnTo>
                    <a:pt x="10508690" y="1176882"/>
                  </a:lnTo>
                  <a:lnTo>
                    <a:pt x="10500677" y="1176675"/>
                  </a:lnTo>
                  <a:lnTo>
                    <a:pt x="10480521" y="1176101"/>
                  </a:lnTo>
                  <a:lnTo>
                    <a:pt x="10444592" y="1174971"/>
                  </a:lnTo>
                  <a:lnTo>
                    <a:pt x="10391260" y="1173113"/>
                  </a:lnTo>
                  <a:lnTo>
                    <a:pt x="10321009" y="1170388"/>
                  </a:lnTo>
                  <a:lnTo>
                    <a:pt x="10236229" y="1166703"/>
                  </a:lnTo>
                  <a:lnTo>
                    <a:pt x="10140664" y="1162017"/>
                  </a:lnTo>
                  <a:lnTo>
                    <a:pt x="10038663" y="1156326"/>
                  </a:lnTo>
                  <a:lnTo>
                    <a:pt x="9934465" y="1149649"/>
                  </a:lnTo>
                  <a:lnTo>
                    <a:pt x="9831671" y="1142007"/>
                  </a:lnTo>
                  <a:lnTo>
                    <a:pt x="9732976" y="1133407"/>
                  </a:lnTo>
                  <a:lnTo>
                    <a:pt x="9640128" y="1123827"/>
                  </a:lnTo>
                  <a:lnTo>
                    <a:pt x="9554034" y="1113210"/>
                  </a:lnTo>
                  <a:lnTo>
                    <a:pt x="9474941" y="1101464"/>
                  </a:lnTo>
                  <a:lnTo>
                    <a:pt x="9402617" y="1088459"/>
                  </a:lnTo>
                  <a:lnTo>
                    <a:pt x="9336519" y="1074031"/>
                  </a:lnTo>
                  <a:lnTo>
                    <a:pt x="9275919" y="1057989"/>
                  </a:lnTo>
                  <a:lnTo>
                    <a:pt x="9219997" y="1040126"/>
                  </a:lnTo>
                  <a:lnTo>
                    <a:pt x="9167912" y="1020241"/>
                  </a:lnTo>
                  <a:lnTo>
                    <a:pt x="9118855" y="998171"/>
                  </a:lnTo>
                  <a:lnTo>
                    <a:pt x="9084767" y="980759"/>
                  </a:lnTo>
                  <a:lnTo>
                    <a:pt x="9035446" y="952460"/>
                  </a:lnTo>
                  <a:lnTo>
                    <a:pt x="8987623" y="921434"/>
                  </a:lnTo>
                  <a:lnTo>
                    <a:pt x="8940762" y="887639"/>
                  </a:lnTo>
                  <a:lnTo>
                    <a:pt x="8894466" y="851110"/>
                  </a:lnTo>
                  <a:lnTo>
                    <a:pt x="8848445" y="811976"/>
                  </a:lnTo>
                  <a:lnTo>
                    <a:pt x="8802507" y="770466"/>
                  </a:lnTo>
                  <a:lnTo>
                    <a:pt x="8756534" y="726905"/>
                  </a:lnTo>
                  <a:lnTo>
                    <a:pt x="8710477" y="681712"/>
                  </a:lnTo>
                  <a:lnTo>
                    <a:pt x="8664334" y="635382"/>
                  </a:lnTo>
                  <a:lnTo>
                    <a:pt x="8618140" y="588469"/>
                  </a:lnTo>
                  <a:lnTo>
                    <a:pt x="8571946" y="541556"/>
                  </a:lnTo>
                  <a:lnTo>
                    <a:pt x="8525803" y="495226"/>
                  </a:lnTo>
                  <a:lnTo>
                    <a:pt x="8479746" y="450031"/>
                  </a:lnTo>
                  <a:lnTo>
                    <a:pt x="8433773" y="406469"/>
                  </a:lnTo>
                  <a:lnTo>
                    <a:pt x="8387835" y="364958"/>
                  </a:lnTo>
                  <a:lnTo>
                    <a:pt x="8341814" y="325823"/>
                  </a:lnTo>
                  <a:lnTo>
                    <a:pt x="8295518" y="289292"/>
                  </a:lnTo>
                  <a:lnTo>
                    <a:pt x="8248658" y="255495"/>
                  </a:lnTo>
                  <a:lnTo>
                    <a:pt x="8200835" y="224468"/>
                  </a:lnTo>
                  <a:lnTo>
                    <a:pt x="8151487" y="196151"/>
                  </a:lnTo>
                  <a:lnTo>
                    <a:pt x="8104165" y="172446"/>
                  </a:lnTo>
                  <a:lnTo>
                    <a:pt x="8054352" y="150989"/>
                  </a:lnTo>
                  <a:lnTo>
                    <a:pt x="8001295" y="131678"/>
                  </a:lnTo>
                  <a:lnTo>
                    <a:pt x="7944170" y="114337"/>
                  </a:lnTo>
                  <a:lnTo>
                    <a:pt x="7882137" y="98759"/>
                  </a:lnTo>
                  <a:lnTo>
                    <a:pt x="7814394" y="84741"/>
                  </a:lnTo>
                  <a:lnTo>
                    <a:pt x="7740252" y="72097"/>
                  </a:lnTo>
                  <a:lnTo>
                    <a:pt x="7659239" y="60673"/>
                  </a:lnTo>
                  <a:lnTo>
                    <a:pt x="7571239" y="50349"/>
                  </a:lnTo>
                  <a:lnTo>
                    <a:pt x="7476660" y="41042"/>
                  </a:lnTo>
                  <a:lnTo>
                    <a:pt x="7376625" y="32707"/>
                  </a:lnTo>
                  <a:lnTo>
                    <a:pt x="7273135" y="25329"/>
                  </a:lnTo>
                  <a:lnTo>
                    <a:pt x="7169148" y="18921"/>
                  </a:lnTo>
                  <a:lnTo>
                    <a:pt x="7068478" y="13505"/>
                  </a:lnTo>
                  <a:lnTo>
                    <a:pt x="6975457" y="9095"/>
                  </a:lnTo>
                  <a:lnTo>
                    <a:pt x="6894344" y="5681"/>
                  </a:lnTo>
                  <a:lnTo>
                    <a:pt x="6828581" y="3205"/>
                  </a:lnTo>
                  <a:lnTo>
                    <a:pt x="6780075" y="1563"/>
                  </a:lnTo>
                  <a:lnTo>
                    <a:pt x="6748737" y="605"/>
                  </a:lnTo>
                  <a:lnTo>
                    <a:pt x="6732360" y="151"/>
                  </a:lnTo>
                  <a:lnTo>
                    <a:pt x="6726815" y="11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765" y="48"/>
                  </a:lnTo>
                  <a:lnTo>
                    <a:pt x="5245946" y="390"/>
                  </a:lnTo>
                  <a:lnTo>
                    <a:pt x="5226265" y="1338"/>
                  </a:lnTo>
                  <a:lnTo>
                    <a:pt x="5191143" y="3203"/>
                  </a:lnTo>
                  <a:lnTo>
                    <a:pt x="5138930" y="6272"/>
                  </a:lnTo>
                  <a:lnTo>
                    <a:pt x="5070020" y="10779"/>
                  </a:lnTo>
                  <a:lnTo>
                    <a:pt x="4986669" y="16877"/>
                  </a:lnTo>
                  <a:lnTo>
                    <a:pt x="4892471" y="24642"/>
                  </a:lnTo>
                  <a:lnTo>
                    <a:pt x="4791651" y="34082"/>
                  </a:lnTo>
                  <a:lnTo>
                    <a:pt x="4688369" y="45167"/>
                  </a:lnTo>
                  <a:lnTo>
                    <a:pt x="4586201" y="57861"/>
                  </a:lnTo>
                  <a:lnTo>
                    <a:pt x="4487856" y="72151"/>
                  </a:lnTo>
                  <a:lnTo>
                    <a:pt x="4395125" y="88068"/>
                  </a:lnTo>
                  <a:lnTo>
                    <a:pt x="4308971" y="105697"/>
                  </a:lnTo>
                  <a:lnTo>
                    <a:pt x="4229699" y="125185"/>
                  </a:lnTo>
                  <a:lnTo>
                    <a:pt x="4157131" y="146740"/>
                  </a:lnTo>
                  <a:lnTo>
                    <a:pt x="4090770" y="170625"/>
                  </a:lnTo>
                  <a:lnTo>
                    <a:pt x="4029925" y="197150"/>
                  </a:lnTo>
                  <a:lnTo>
                    <a:pt x="3973804" y="226655"/>
                  </a:lnTo>
                  <a:lnTo>
                    <a:pt x="3921588" y="259476"/>
                  </a:lnTo>
                  <a:lnTo>
                    <a:pt x="3872480" y="295900"/>
                  </a:lnTo>
                  <a:lnTo>
                    <a:pt x="3829811" y="332368"/>
                  </a:lnTo>
                  <a:lnTo>
                    <a:pt x="3786980" y="373649"/>
                  </a:lnTo>
                  <a:lnTo>
                    <a:pt x="3745333" y="418384"/>
                  </a:lnTo>
                  <a:lnTo>
                    <a:pt x="3704503" y="466638"/>
                  </a:lnTo>
                  <a:lnTo>
                    <a:pt x="3664204" y="518404"/>
                  </a:lnTo>
                  <a:lnTo>
                    <a:pt x="3624216" y="573588"/>
                  </a:lnTo>
                  <a:lnTo>
                    <a:pt x="3584378" y="632004"/>
                  </a:lnTo>
                  <a:lnTo>
                    <a:pt x="3544579" y="693374"/>
                  </a:lnTo>
                  <a:lnTo>
                    <a:pt x="3504750" y="757324"/>
                  </a:lnTo>
                  <a:lnTo>
                    <a:pt x="3464858" y="823393"/>
                  </a:lnTo>
                  <a:lnTo>
                    <a:pt x="3424898" y="891043"/>
                  </a:lnTo>
                  <a:lnTo>
                    <a:pt x="3384889" y="959678"/>
                  </a:lnTo>
                  <a:lnTo>
                    <a:pt x="3344861" y="1028664"/>
                  </a:lnTo>
                  <a:lnTo>
                    <a:pt x="3304848" y="1097355"/>
                  </a:lnTo>
                  <a:lnTo>
                    <a:pt x="3264884" y="1165112"/>
                  </a:lnTo>
                  <a:lnTo>
                    <a:pt x="3224986" y="1231337"/>
                  </a:lnTo>
                  <a:lnTo>
                    <a:pt x="3185152" y="1295487"/>
                  </a:lnTo>
                  <a:lnTo>
                    <a:pt x="3145352" y="1357092"/>
                  </a:lnTo>
                  <a:lnTo>
                    <a:pt x="3105522" y="1415772"/>
                  </a:lnTo>
                  <a:lnTo>
                    <a:pt x="3065552" y="1471240"/>
                  </a:lnTo>
                  <a:lnTo>
                    <a:pt x="3025287" y="1523302"/>
                  </a:lnTo>
                  <a:lnTo>
                    <a:pt x="2984512" y="1571857"/>
                  </a:lnTo>
                  <a:lnTo>
                    <a:pt x="2942948" y="1616889"/>
                  </a:lnTo>
                  <a:lnTo>
                    <a:pt x="2900234" y="1658460"/>
                  </a:lnTo>
                  <a:lnTo>
                    <a:pt x="2896531" y="1661842"/>
                  </a:lnTo>
                  <a:lnTo>
                    <a:pt x="2849622" y="1701684"/>
                  </a:lnTo>
                  <a:lnTo>
                    <a:pt x="2800270" y="1737780"/>
                  </a:lnTo>
                  <a:lnTo>
                    <a:pt x="2747741" y="1770296"/>
                  </a:lnTo>
                  <a:lnTo>
                    <a:pt x="2691236" y="1799523"/>
                  </a:lnTo>
                  <a:lnTo>
                    <a:pt x="2629933" y="1825801"/>
                  </a:lnTo>
                  <a:lnTo>
                    <a:pt x="2563049" y="1849468"/>
                  </a:lnTo>
                  <a:lnTo>
                    <a:pt x="2489904" y="1870830"/>
                  </a:lnTo>
                  <a:lnTo>
                    <a:pt x="2410024" y="1890146"/>
                  </a:lnTo>
                  <a:lnTo>
                    <a:pt x="2323267" y="1907618"/>
                  </a:lnTo>
                  <a:lnTo>
                    <a:pt x="2229989" y="1923389"/>
                  </a:lnTo>
                  <a:lnTo>
                    <a:pt x="2131221" y="1937537"/>
                  </a:lnTo>
                  <a:lnTo>
                    <a:pt x="2028831" y="1950090"/>
                  </a:lnTo>
                  <a:lnTo>
                    <a:pt x="1925612" y="1961031"/>
                  </a:lnTo>
                  <a:lnTo>
                    <a:pt x="1825205" y="1970323"/>
                  </a:lnTo>
                  <a:lnTo>
                    <a:pt x="1731800" y="1977940"/>
                  </a:lnTo>
                  <a:lnTo>
                    <a:pt x="1649597" y="1983893"/>
                  </a:lnTo>
                  <a:lnTo>
                    <a:pt x="1582099" y="1988265"/>
                  </a:lnTo>
                  <a:lnTo>
                    <a:pt x="1531412" y="1991218"/>
                  </a:lnTo>
                  <a:lnTo>
                    <a:pt x="1497753" y="1992989"/>
                  </a:lnTo>
                  <a:lnTo>
                    <a:pt x="1479291" y="1993870"/>
                  </a:lnTo>
                  <a:lnTo>
                    <a:pt x="1472293" y="1994175"/>
                  </a:lnTo>
                  <a:lnTo>
                    <a:pt x="1471387" y="1994211"/>
                  </a:lnTo>
                  <a:lnTo>
                    <a:pt x="0" y="1994211"/>
                  </a:lnTo>
                  <a:close/>
                </a:path>
              </a:pathLst>
            </a:custGeom>
            <a:solidFill>
              <a:srgbClr val="67C1B3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191" name="pl1191"/>
            <p:cNvSpPr/>
            <p:nvPr/>
          </p:nvSpPr>
          <p:spPr>
            <a:xfrm>
              <a:off x="4799595" y="6352834"/>
              <a:ext cx="11981298" cy="1994211"/>
            </a:xfrm>
            <a:custGeom>
              <a:avLst/>
              <a:pathLst>
                <a:path w="11981298" h="1994211">
                  <a:moveTo>
                    <a:pt x="0" y="1994211"/>
                  </a:moveTo>
                  <a:lnTo>
                    <a:pt x="1471387" y="1994211"/>
                  </a:lnTo>
                  <a:lnTo>
                    <a:pt x="1472578" y="1994163"/>
                  </a:lnTo>
                  <a:lnTo>
                    <a:pt x="1480396" y="1993820"/>
                  </a:lnTo>
                  <a:lnTo>
                    <a:pt x="1500078" y="1992873"/>
                  </a:lnTo>
                  <a:lnTo>
                    <a:pt x="1535199" y="1991008"/>
                  </a:lnTo>
                  <a:lnTo>
                    <a:pt x="1587412" y="1987938"/>
                  </a:lnTo>
                  <a:lnTo>
                    <a:pt x="1656322" y="1983432"/>
                  </a:lnTo>
                  <a:lnTo>
                    <a:pt x="1739673" y="1977333"/>
                  </a:lnTo>
                  <a:lnTo>
                    <a:pt x="1833871" y="1969568"/>
                  </a:lnTo>
                  <a:lnTo>
                    <a:pt x="1934692" y="1960128"/>
                  </a:lnTo>
                  <a:lnTo>
                    <a:pt x="2037973" y="1949044"/>
                  </a:lnTo>
                  <a:lnTo>
                    <a:pt x="2140141" y="1936349"/>
                  </a:lnTo>
                  <a:lnTo>
                    <a:pt x="2238486" y="1922059"/>
                  </a:lnTo>
                  <a:lnTo>
                    <a:pt x="2331217" y="1906143"/>
                  </a:lnTo>
                  <a:lnTo>
                    <a:pt x="2417371" y="1888513"/>
                  </a:lnTo>
                  <a:lnTo>
                    <a:pt x="2496643" y="1869025"/>
                  </a:lnTo>
                  <a:lnTo>
                    <a:pt x="2569211" y="1847470"/>
                  </a:lnTo>
                  <a:lnTo>
                    <a:pt x="2635572" y="1823585"/>
                  </a:lnTo>
                  <a:lnTo>
                    <a:pt x="2696418" y="1797060"/>
                  </a:lnTo>
                  <a:lnTo>
                    <a:pt x="2752538" y="1767556"/>
                  </a:lnTo>
                  <a:lnTo>
                    <a:pt x="2804754" y="1734734"/>
                  </a:lnTo>
                  <a:lnTo>
                    <a:pt x="2853862" y="1698310"/>
                  </a:lnTo>
                  <a:lnTo>
                    <a:pt x="2896531" y="1661842"/>
                  </a:lnTo>
                  <a:lnTo>
                    <a:pt x="2939362" y="1620562"/>
                  </a:lnTo>
                  <a:lnTo>
                    <a:pt x="2981009" y="1575827"/>
                  </a:lnTo>
                  <a:lnTo>
                    <a:pt x="3021839" y="1527572"/>
                  </a:lnTo>
                  <a:lnTo>
                    <a:pt x="3062138" y="1475807"/>
                  </a:lnTo>
                  <a:lnTo>
                    <a:pt x="3102126" y="1420623"/>
                  </a:lnTo>
                  <a:lnTo>
                    <a:pt x="3141964" y="1362206"/>
                  </a:lnTo>
                  <a:lnTo>
                    <a:pt x="3181763" y="1300836"/>
                  </a:lnTo>
                  <a:lnTo>
                    <a:pt x="3221592" y="1236886"/>
                  </a:lnTo>
                  <a:lnTo>
                    <a:pt x="3261484" y="1170818"/>
                  </a:lnTo>
                  <a:lnTo>
                    <a:pt x="3301444" y="1103168"/>
                  </a:lnTo>
                  <a:lnTo>
                    <a:pt x="3341453" y="1034533"/>
                  </a:lnTo>
                  <a:lnTo>
                    <a:pt x="3381482" y="965546"/>
                  </a:lnTo>
                  <a:lnTo>
                    <a:pt x="3421494" y="896856"/>
                  </a:lnTo>
                  <a:lnTo>
                    <a:pt x="3461458" y="829098"/>
                  </a:lnTo>
                  <a:lnTo>
                    <a:pt x="3501357" y="762873"/>
                  </a:lnTo>
                  <a:lnTo>
                    <a:pt x="3541190" y="698724"/>
                  </a:lnTo>
                  <a:lnTo>
                    <a:pt x="3580990" y="637118"/>
                  </a:lnTo>
                  <a:lnTo>
                    <a:pt x="3620821" y="578438"/>
                  </a:lnTo>
                  <a:lnTo>
                    <a:pt x="3660790" y="522971"/>
                  </a:lnTo>
                  <a:lnTo>
                    <a:pt x="3701056" y="470909"/>
                  </a:lnTo>
                  <a:lnTo>
                    <a:pt x="3741830" y="422354"/>
                  </a:lnTo>
                  <a:lnTo>
                    <a:pt x="3783394" y="377321"/>
                  </a:lnTo>
                  <a:lnTo>
                    <a:pt x="3826108" y="335751"/>
                  </a:lnTo>
                  <a:lnTo>
                    <a:pt x="3829811" y="332368"/>
                  </a:lnTo>
                  <a:lnTo>
                    <a:pt x="3876720" y="292526"/>
                  </a:lnTo>
                  <a:lnTo>
                    <a:pt x="3926073" y="256430"/>
                  </a:lnTo>
                  <a:lnTo>
                    <a:pt x="3978601" y="223915"/>
                  </a:lnTo>
                  <a:lnTo>
                    <a:pt x="4035106" y="194688"/>
                  </a:lnTo>
                  <a:lnTo>
                    <a:pt x="4096409" y="168410"/>
                  </a:lnTo>
                  <a:lnTo>
                    <a:pt x="4163294" y="144743"/>
                  </a:lnTo>
                  <a:lnTo>
                    <a:pt x="4236438" y="123381"/>
                  </a:lnTo>
                  <a:lnTo>
                    <a:pt x="4316318" y="104065"/>
                  </a:lnTo>
                  <a:lnTo>
                    <a:pt x="4403075" y="86592"/>
                  </a:lnTo>
                  <a:lnTo>
                    <a:pt x="4496353" y="70822"/>
                  </a:lnTo>
                  <a:lnTo>
                    <a:pt x="4595121" y="56673"/>
                  </a:lnTo>
                  <a:lnTo>
                    <a:pt x="4697511" y="44121"/>
                  </a:lnTo>
                  <a:lnTo>
                    <a:pt x="4800730" y="33180"/>
                  </a:lnTo>
                  <a:lnTo>
                    <a:pt x="4901137" y="23887"/>
                  </a:lnTo>
                  <a:lnTo>
                    <a:pt x="4994542" y="16271"/>
                  </a:lnTo>
                  <a:lnTo>
                    <a:pt x="5076745" y="10317"/>
                  </a:lnTo>
                  <a:lnTo>
                    <a:pt x="5144243" y="5945"/>
                  </a:lnTo>
                  <a:lnTo>
                    <a:pt x="5194931" y="2993"/>
                  </a:lnTo>
                  <a:lnTo>
                    <a:pt x="5228589" y="1221"/>
                  </a:lnTo>
                  <a:lnTo>
                    <a:pt x="5247051" y="340"/>
                  </a:lnTo>
                  <a:lnTo>
                    <a:pt x="5254049" y="36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563" y="29"/>
                  </a:lnTo>
                  <a:lnTo>
                    <a:pt x="6735577" y="236"/>
                  </a:lnTo>
                  <a:lnTo>
                    <a:pt x="6755733" y="810"/>
                  </a:lnTo>
                  <a:lnTo>
                    <a:pt x="6791661" y="1939"/>
                  </a:lnTo>
                  <a:lnTo>
                    <a:pt x="6844993" y="3797"/>
                  </a:lnTo>
                  <a:lnTo>
                    <a:pt x="6915245" y="6523"/>
                  </a:lnTo>
                  <a:lnTo>
                    <a:pt x="7000024" y="10208"/>
                  </a:lnTo>
                  <a:lnTo>
                    <a:pt x="7095589" y="14894"/>
                  </a:lnTo>
                  <a:lnTo>
                    <a:pt x="7197590" y="20585"/>
                  </a:lnTo>
                  <a:lnTo>
                    <a:pt x="7301789" y="27262"/>
                  </a:lnTo>
                  <a:lnTo>
                    <a:pt x="7404582" y="34903"/>
                  </a:lnTo>
                  <a:lnTo>
                    <a:pt x="7503277" y="43504"/>
                  </a:lnTo>
                  <a:lnTo>
                    <a:pt x="7596125" y="53084"/>
                  </a:lnTo>
                  <a:lnTo>
                    <a:pt x="7682219" y="63701"/>
                  </a:lnTo>
                  <a:lnTo>
                    <a:pt x="7761313" y="75447"/>
                  </a:lnTo>
                  <a:lnTo>
                    <a:pt x="7833636" y="88452"/>
                  </a:lnTo>
                  <a:lnTo>
                    <a:pt x="7899734" y="102880"/>
                  </a:lnTo>
                  <a:lnTo>
                    <a:pt x="7960334" y="118922"/>
                  </a:lnTo>
                  <a:lnTo>
                    <a:pt x="8016256" y="136784"/>
                  </a:lnTo>
                  <a:lnTo>
                    <a:pt x="8068341" y="156670"/>
                  </a:lnTo>
                  <a:lnTo>
                    <a:pt x="8117399" y="178740"/>
                  </a:lnTo>
                  <a:lnTo>
                    <a:pt x="8151487" y="196151"/>
                  </a:lnTo>
                  <a:lnTo>
                    <a:pt x="8200807" y="224451"/>
                  </a:lnTo>
                  <a:lnTo>
                    <a:pt x="8248630" y="255476"/>
                  </a:lnTo>
                  <a:lnTo>
                    <a:pt x="8295491" y="289272"/>
                  </a:lnTo>
                  <a:lnTo>
                    <a:pt x="8341787" y="325801"/>
                  </a:lnTo>
                  <a:lnTo>
                    <a:pt x="8387808" y="364934"/>
                  </a:lnTo>
                  <a:lnTo>
                    <a:pt x="8433747" y="406445"/>
                  </a:lnTo>
                  <a:lnTo>
                    <a:pt x="8479719" y="450006"/>
                  </a:lnTo>
                  <a:lnTo>
                    <a:pt x="8525776" y="495199"/>
                  </a:lnTo>
                  <a:lnTo>
                    <a:pt x="8571919" y="541529"/>
                  </a:lnTo>
                  <a:lnTo>
                    <a:pt x="8618113" y="588442"/>
                  </a:lnTo>
                  <a:lnTo>
                    <a:pt x="8664307" y="635355"/>
                  </a:lnTo>
                  <a:lnTo>
                    <a:pt x="8710450" y="681685"/>
                  </a:lnTo>
                  <a:lnTo>
                    <a:pt x="8756507" y="726879"/>
                  </a:lnTo>
                  <a:lnTo>
                    <a:pt x="8802480" y="770441"/>
                  </a:lnTo>
                  <a:lnTo>
                    <a:pt x="8848419" y="811953"/>
                  </a:lnTo>
                  <a:lnTo>
                    <a:pt x="8894439" y="851088"/>
                  </a:lnTo>
                  <a:lnTo>
                    <a:pt x="8940735" y="887618"/>
                  </a:lnTo>
                  <a:lnTo>
                    <a:pt x="8987595" y="921416"/>
                  </a:lnTo>
                  <a:lnTo>
                    <a:pt x="9035418" y="952442"/>
                  </a:lnTo>
                  <a:lnTo>
                    <a:pt x="9084737" y="980744"/>
                  </a:lnTo>
                  <a:lnTo>
                    <a:pt x="9084767" y="980759"/>
                  </a:lnTo>
                  <a:lnTo>
                    <a:pt x="9132088" y="1004465"/>
                  </a:lnTo>
                  <a:lnTo>
                    <a:pt x="9181901" y="1025922"/>
                  </a:lnTo>
                  <a:lnTo>
                    <a:pt x="9234959" y="1045232"/>
                  </a:lnTo>
                  <a:lnTo>
                    <a:pt x="9292083" y="1062574"/>
                  </a:lnTo>
                  <a:lnTo>
                    <a:pt x="9354116" y="1078151"/>
                  </a:lnTo>
                  <a:lnTo>
                    <a:pt x="9421859" y="1092170"/>
                  </a:lnTo>
                  <a:lnTo>
                    <a:pt x="9496001" y="1104814"/>
                  </a:lnTo>
                  <a:lnTo>
                    <a:pt x="9577014" y="1116238"/>
                  </a:lnTo>
                  <a:lnTo>
                    <a:pt x="9665014" y="1126562"/>
                  </a:lnTo>
                  <a:lnTo>
                    <a:pt x="9759593" y="1135868"/>
                  </a:lnTo>
                  <a:lnTo>
                    <a:pt x="9859629" y="1144204"/>
                  </a:lnTo>
                  <a:lnTo>
                    <a:pt x="9963118" y="1151582"/>
                  </a:lnTo>
                  <a:lnTo>
                    <a:pt x="10067105" y="1157990"/>
                  </a:lnTo>
                  <a:lnTo>
                    <a:pt x="10167775" y="1163406"/>
                  </a:lnTo>
                  <a:lnTo>
                    <a:pt x="10260796" y="1167815"/>
                  </a:lnTo>
                  <a:lnTo>
                    <a:pt x="10341909" y="1171230"/>
                  </a:lnTo>
                  <a:lnTo>
                    <a:pt x="10407672" y="1173706"/>
                  </a:lnTo>
                  <a:lnTo>
                    <a:pt x="10456178" y="1175348"/>
                  </a:lnTo>
                  <a:lnTo>
                    <a:pt x="10487517" y="1176306"/>
                  </a:lnTo>
                  <a:lnTo>
                    <a:pt x="10503893" y="1176760"/>
                  </a:lnTo>
                  <a:lnTo>
                    <a:pt x="10509438" y="1176900"/>
                  </a:lnTo>
                  <a:lnTo>
                    <a:pt x="10509911" y="1176911"/>
                  </a:lnTo>
                  <a:lnTo>
                    <a:pt x="11981298" y="117691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92" name="pl1192"/>
            <p:cNvSpPr/>
            <p:nvPr/>
          </p:nvSpPr>
          <p:spPr>
            <a:xfrm>
              <a:off x="4799595" y="6344661"/>
              <a:ext cx="11981298" cy="1994211"/>
            </a:xfrm>
            <a:custGeom>
              <a:avLst/>
              <a:pathLst>
                <a:path w="11981298" h="1994211">
                  <a:moveTo>
                    <a:pt x="11981298" y="1176911"/>
                  </a:moveTo>
                  <a:lnTo>
                    <a:pt x="10509911" y="1176911"/>
                  </a:lnTo>
                  <a:lnTo>
                    <a:pt x="10508690" y="1176882"/>
                  </a:lnTo>
                  <a:lnTo>
                    <a:pt x="10500677" y="1176675"/>
                  </a:lnTo>
                  <a:lnTo>
                    <a:pt x="10480521" y="1176101"/>
                  </a:lnTo>
                  <a:lnTo>
                    <a:pt x="10444592" y="1174971"/>
                  </a:lnTo>
                  <a:lnTo>
                    <a:pt x="10391260" y="1173113"/>
                  </a:lnTo>
                  <a:lnTo>
                    <a:pt x="10321009" y="1170388"/>
                  </a:lnTo>
                  <a:lnTo>
                    <a:pt x="10236229" y="1166703"/>
                  </a:lnTo>
                  <a:lnTo>
                    <a:pt x="10140664" y="1162017"/>
                  </a:lnTo>
                  <a:lnTo>
                    <a:pt x="10038663" y="1156326"/>
                  </a:lnTo>
                  <a:lnTo>
                    <a:pt x="9934465" y="1149649"/>
                  </a:lnTo>
                  <a:lnTo>
                    <a:pt x="9831671" y="1142007"/>
                  </a:lnTo>
                  <a:lnTo>
                    <a:pt x="9732976" y="1133407"/>
                  </a:lnTo>
                  <a:lnTo>
                    <a:pt x="9640128" y="1123827"/>
                  </a:lnTo>
                  <a:lnTo>
                    <a:pt x="9554034" y="1113210"/>
                  </a:lnTo>
                  <a:lnTo>
                    <a:pt x="9474941" y="1101464"/>
                  </a:lnTo>
                  <a:lnTo>
                    <a:pt x="9402617" y="1088459"/>
                  </a:lnTo>
                  <a:lnTo>
                    <a:pt x="9336519" y="1074031"/>
                  </a:lnTo>
                  <a:lnTo>
                    <a:pt x="9275919" y="1057989"/>
                  </a:lnTo>
                  <a:lnTo>
                    <a:pt x="9219997" y="1040126"/>
                  </a:lnTo>
                  <a:lnTo>
                    <a:pt x="9167912" y="1020241"/>
                  </a:lnTo>
                  <a:lnTo>
                    <a:pt x="9118855" y="998171"/>
                  </a:lnTo>
                  <a:lnTo>
                    <a:pt x="9084767" y="980759"/>
                  </a:lnTo>
                  <a:lnTo>
                    <a:pt x="9035446" y="952460"/>
                  </a:lnTo>
                  <a:lnTo>
                    <a:pt x="8987623" y="921434"/>
                  </a:lnTo>
                  <a:lnTo>
                    <a:pt x="8940762" y="887639"/>
                  </a:lnTo>
                  <a:lnTo>
                    <a:pt x="8894466" y="851110"/>
                  </a:lnTo>
                  <a:lnTo>
                    <a:pt x="8848445" y="811976"/>
                  </a:lnTo>
                  <a:lnTo>
                    <a:pt x="8802507" y="770466"/>
                  </a:lnTo>
                  <a:lnTo>
                    <a:pt x="8756534" y="726905"/>
                  </a:lnTo>
                  <a:lnTo>
                    <a:pt x="8710477" y="681712"/>
                  </a:lnTo>
                  <a:lnTo>
                    <a:pt x="8664334" y="635382"/>
                  </a:lnTo>
                  <a:lnTo>
                    <a:pt x="8618140" y="588469"/>
                  </a:lnTo>
                  <a:lnTo>
                    <a:pt x="8571946" y="541556"/>
                  </a:lnTo>
                  <a:lnTo>
                    <a:pt x="8525803" y="495226"/>
                  </a:lnTo>
                  <a:lnTo>
                    <a:pt x="8479746" y="450031"/>
                  </a:lnTo>
                  <a:lnTo>
                    <a:pt x="8433773" y="406469"/>
                  </a:lnTo>
                  <a:lnTo>
                    <a:pt x="8387835" y="364958"/>
                  </a:lnTo>
                  <a:lnTo>
                    <a:pt x="8341814" y="325823"/>
                  </a:lnTo>
                  <a:lnTo>
                    <a:pt x="8295518" y="289292"/>
                  </a:lnTo>
                  <a:lnTo>
                    <a:pt x="8248658" y="255495"/>
                  </a:lnTo>
                  <a:lnTo>
                    <a:pt x="8200835" y="224468"/>
                  </a:lnTo>
                  <a:lnTo>
                    <a:pt x="8151516" y="196167"/>
                  </a:lnTo>
                  <a:lnTo>
                    <a:pt x="8151487" y="196151"/>
                  </a:lnTo>
                  <a:lnTo>
                    <a:pt x="8104165" y="172446"/>
                  </a:lnTo>
                  <a:lnTo>
                    <a:pt x="8054352" y="150989"/>
                  </a:lnTo>
                  <a:lnTo>
                    <a:pt x="8001295" y="131678"/>
                  </a:lnTo>
                  <a:lnTo>
                    <a:pt x="7944170" y="114337"/>
                  </a:lnTo>
                  <a:lnTo>
                    <a:pt x="7882137" y="98759"/>
                  </a:lnTo>
                  <a:lnTo>
                    <a:pt x="7814394" y="84741"/>
                  </a:lnTo>
                  <a:lnTo>
                    <a:pt x="7740252" y="72097"/>
                  </a:lnTo>
                  <a:lnTo>
                    <a:pt x="7659239" y="60673"/>
                  </a:lnTo>
                  <a:lnTo>
                    <a:pt x="7571239" y="50349"/>
                  </a:lnTo>
                  <a:lnTo>
                    <a:pt x="7476660" y="41042"/>
                  </a:lnTo>
                  <a:lnTo>
                    <a:pt x="7376625" y="32707"/>
                  </a:lnTo>
                  <a:lnTo>
                    <a:pt x="7273135" y="25329"/>
                  </a:lnTo>
                  <a:lnTo>
                    <a:pt x="7169148" y="18921"/>
                  </a:lnTo>
                  <a:lnTo>
                    <a:pt x="7068478" y="13505"/>
                  </a:lnTo>
                  <a:lnTo>
                    <a:pt x="6975457" y="9095"/>
                  </a:lnTo>
                  <a:lnTo>
                    <a:pt x="6894344" y="5681"/>
                  </a:lnTo>
                  <a:lnTo>
                    <a:pt x="6828581" y="3205"/>
                  </a:lnTo>
                  <a:lnTo>
                    <a:pt x="6780075" y="1563"/>
                  </a:lnTo>
                  <a:lnTo>
                    <a:pt x="6748737" y="605"/>
                  </a:lnTo>
                  <a:lnTo>
                    <a:pt x="6732360" y="151"/>
                  </a:lnTo>
                  <a:lnTo>
                    <a:pt x="6726815" y="11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765" y="48"/>
                  </a:lnTo>
                  <a:lnTo>
                    <a:pt x="5245946" y="390"/>
                  </a:lnTo>
                  <a:lnTo>
                    <a:pt x="5226265" y="1338"/>
                  </a:lnTo>
                  <a:lnTo>
                    <a:pt x="5191143" y="3203"/>
                  </a:lnTo>
                  <a:lnTo>
                    <a:pt x="5138930" y="6272"/>
                  </a:lnTo>
                  <a:lnTo>
                    <a:pt x="5070020" y="10779"/>
                  </a:lnTo>
                  <a:lnTo>
                    <a:pt x="4986669" y="16877"/>
                  </a:lnTo>
                  <a:lnTo>
                    <a:pt x="4892471" y="24642"/>
                  </a:lnTo>
                  <a:lnTo>
                    <a:pt x="4791651" y="34082"/>
                  </a:lnTo>
                  <a:lnTo>
                    <a:pt x="4688369" y="45167"/>
                  </a:lnTo>
                  <a:lnTo>
                    <a:pt x="4586201" y="57861"/>
                  </a:lnTo>
                  <a:lnTo>
                    <a:pt x="4487856" y="72151"/>
                  </a:lnTo>
                  <a:lnTo>
                    <a:pt x="4395125" y="88068"/>
                  </a:lnTo>
                  <a:lnTo>
                    <a:pt x="4308971" y="105697"/>
                  </a:lnTo>
                  <a:lnTo>
                    <a:pt x="4229699" y="125185"/>
                  </a:lnTo>
                  <a:lnTo>
                    <a:pt x="4157131" y="146740"/>
                  </a:lnTo>
                  <a:lnTo>
                    <a:pt x="4090770" y="170625"/>
                  </a:lnTo>
                  <a:lnTo>
                    <a:pt x="4029925" y="197150"/>
                  </a:lnTo>
                  <a:lnTo>
                    <a:pt x="3973804" y="226655"/>
                  </a:lnTo>
                  <a:lnTo>
                    <a:pt x="3921588" y="259476"/>
                  </a:lnTo>
                  <a:lnTo>
                    <a:pt x="3872480" y="295900"/>
                  </a:lnTo>
                  <a:lnTo>
                    <a:pt x="3829811" y="332368"/>
                  </a:lnTo>
                  <a:lnTo>
                    <a:pt x="3786980" y="373649"/>
                  </a:lnTo>
                  <a:lnTo>
                    <a:pt x="3745333" y="418384"/>
                  </a:lnTo>
                  <a:lnTo>
                    <a:pt x="3704503" y="466638"/>
                  </a:lnTo>
                  <a:lnTo>
                    <a:pt x="3664204" y="518404"/>
                  </a:lnTo>
                  <a:lnTo>
                    <a:pt x="3624216" y="573588"/>
                  </a:lnTo>
                  <a:lnTo>
                    <a:pt x="3584378" y="632004"/>
                  </a:lnTo>
                  <a:lnTo>
                    <a:pt x="3544579" y="693374"/>
                  </a:lnTo>
                  <a:lnTo>
                    <a:pt x="3504750" y="757324"/>
                  </a:lnTo>
                  <a:lnTo>
                    <a:pt x="3464858" y="823393"/>
                  </a:lnTo>
                  <a:lnTo>
                    <a:pt x="3424898" y="891043"/>
                  </a:lnTo>
                  <a:lnTo>
                    <a:pt x="3384889" y="959678"/>
                  </a:lnTo>
                  <a:lnTo>
                    <a:pt x="3344861" y="1028664"/>
                  </a:lnTo>
                  <a:lnTo>
                    <a:pt x="3304848" y="1097355"/>
                  </a:lnTo>
                  <a:lnTo>
                    <a:pt x="3264884" y="1165112"/>
                  </a:lnTo>
                  <a:lnTo>
                    <a:pt x="3224986" y="1231337"/>
                  </a:lnTo>
                  <a:lnTo>
                    <a:pt x="3185152" y="1295487"/>
                  </a:lnTo>
                  <a:lnTo>
                    <a:pt x="3145352" y="1357092"/>
                  </a:lnTo>
                  <a:lnTo>
                    <a:pt x="3105522" y="1415772"/>
                  </a:lnTo>
                  <a:lnTo>
                    <a:pt x="3065552" y="1471240"/>
                  </a:lnTo>
                  <a:lnTo>
                    <a:pt x="3025287" y="1523302"/>
                  </a:lnTo>
                  <a:lnTo>
                    <a:pt x="2984512" y="1571857"/>
                  </a:lnTo>
                  <a:lnTo>
                    <a:pt x="2942948" y="1616889"/>
                  </a:lnTo>
                  <a:lnTo>
                    <a:pt x="2900234" y="1658460"/>
                  </a:lnTo>
                  <a:lnTo>
                    <a:pt x="2896531" y="1661842"/>
                  </a:lnTo>
                  <a:lnTo>
                    <a:pt x="2849622" y="1701684"/>
                  </a:lnTo>
                  <a:lnTo>
                    <a:pt x="2800270" y="1737780"/>
                  </a:lnTo>
                  <a:lnTo>
                    <a:pt x="2747741" y="1770296"/>
                  </a:lnTo>
                  <a:lnTo>
                    <a:pt x="2691236" y="1799523"/>
                  </a:lnTo>
                  <a:lnTo>
                    <a:pt x="2629933" y="1825801"/>
                  </a:lnTo>
                  <a:lnTo>
                    <a:pt x="2563049" y="1849468"/>
                  </a:lnTo>
                  <a:lnTo>
                    <a:pt x="2489904" y="1870830"/>
                  </a:lnTo>
                  <a:lnTo>
                    <a:pt x="2410024" y="1890146"/>
                  </a:lnTo>
                  <a:lnTo>
                    <a:pt x="2323267" y="1907618"/>
                  </a:lnTo>
                  <a:lnTo>
                    <a:pt x="2229989" y="1923389"/>
                  </a:lnTo>
                  <a:lnTo>
                    <a:pt x="2131221" y="1937537"/>
                  </a:lnTo>
                  <a:lnTo>
                    <a:pt x="2028831" y="1950090"/>
                  </a:lnTo>
                  <a:lnTo>
                    <a:pt x="1925612" y="1961031"/>
                  </a:lnTo>
                  <a:lnTo>
                    <a:pt x="1825205" y="1970323"/>
                  </a:lnTo>
                  <a:lnTo>
                    <a:pt x="1731800" y="1977940"/>
                  </a:lnTo>
                  <a:lnTo>
                    <a:pt x="1649597" y="1983893"/>
                  </a:lnTo>
                  <a:lnTo>
                    <a:pt x="1582099" y="1988265"/>
                  </a:lnTo>
                  <a:lnTo>
                    <a:pt x="1531412" y="1991218"/>
                  </a:lnTo>
                  <a:lnTo>
                    <a:pt x="1497753" y="1992989"/>
                  </a:lnTo>
                  <a:lnTo>
                    <a:pt x="1479291" y="1993870"/>
                  </a:lnTo>
                  <a:lnTo>
                    <a:pt x="1472293" y="1994175"/>
                  </a:lnTo>
                  <a:lnTo>
                    <a:pt x="1471387" y="1994211"/>
                  </a:lnTo>
                  <a:lnTo>
                    <a:pt x="0" y="199421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93" name="pg1193"/>
            <p:cNvSpPr/>
            <p:nvPr/>
          </p:nvSpPr>
          <p:spPr>
            <a:xfrm>
              <a:off x="4799595" y="6377353"/>
              <a:ext cx="11981298" cy="1977865"/>
            </a:xfrm>
            <a:custGeom>
              <a:avLst/>
              <a:pathLst>
                <a:path w="11981298" h="1977865">
                  <a:moveTo>
                    <a:pt x="0" y="1977865"/>
                  </a:moveTo>
                  <a:lnTo>
                    <a:pt x="1471387" y="1977865"/>
                  </a:lnTo>
                  <a:lnTo>
                    <a:pt x="1472579" y="1977818"/>
                  </a:lnTo>
                  <a:lnTo>
                    <a:pt x="1480404" y="1977479"/>
                  </a:lnTo>
                  <a:lnTo>
                    <a:pt x="1500103" y="1976542"/>
                  </a:lnTo>
                  <a:lnTo>
                    <a:pt x="1535254" y="1974698"/>
                  </a:lnTo>
                  <a:lnTo>
                    <a:pt x="1587508" y="1971664"/>
                  </a:lnTo>
                  <a:lnTo>
                    <a:pt x="1656467" y="1967209"/>
                  </a:lnTo>
                  <a:lnTo>
                    <a:pt x="1739870" y="1961180"/>
                  </a:lnTo>
                  <a:lnTo>
                    <a:pt x="1834119" y="1953504"/>
                  </a:lnTo>
                  <a:lnTo>
                    <a:pt x="1934983" y="1944173"/>
                  </a:lnTo>
                  <a:lnTo>
                    <a:pt x="2038298" y="1933216"/>
                  </a:lnTo>
                  <a:lnTo>
                    <a:pt x="2140490" y="1920669"/>
                  </a:lnTo>
                  <a:lnTo>
                    <a:pt x="2238848" y="1906544"/>
                  </a:lnTo>
                  <a:lnTo>
                    <a:pt x="2331584" y="1890812"/>
                  </a:lnTo>
                  <a:lnTo>
                    <a:pt x="2417736" y="1873386"/>
                  </a:lnTo>
                  <a:lnTo>
                    <a:pt x="2497002" y="1854123"/>
                  </a:lnTo>
                  <a:lnTo>
                    <a:pt x="2569561" y="1832816"/>
                  </a:lnTo>
                  <a:lnTo>
                    <a:pt x="2635912" y="1809204"/>
                  </a:lnTo>
                  <a:lnTo>
                    <a:pt x="2696749" y="1782982"/>
                  </a:lnTo>
                  <a:lnTo>
                    <a:pt x="2752862" y="1753812"/>
                  </a:lnTo>
                  <a:lnTo>
                    <a:pt x="2805072" y="1721363"/>
                  </a:lnTo>
                  <a:lnTo>
                    <a:pt x="2854179" y="1685352"/>
                  </a:lnTo>
                  <a:lnTo>
                    <a:pt x="2896531" y="1649583"/>
                  </a:lnTo>
                  <a:lnTo>
                    <a:pt x="2939536" y="1608634"/>
                  </a:lnTo>
                  <a:lnTo>
                    <a:pt x="2981349" y="1564245"/>
                  </a:lnTo>
                  <a:lnTo>
                    <a:pt x="3022341" y="1516351"/>
                  </a:lnTo>
                  <a:lnTo>
                    <a:pt x="3062802" y="1464960"/>
                  </a:lnTo>
                  <a:lnTo>
                    <a:pt x="3102951" y="1410168"/>
                  </a:lnTo>
                  <a:lnTo>
                    <a:pt x="3142951" y="1352161"/>
                  </a:lnTo>
                  <a:lnTo>
                    <a:pt x="3182915" y="1291221"/>
                  </a:lnTo>
                  <a:lnTo>
                    <a:pt x="3222911" y="1227724"/>
                  </a:lnTo>
                  <a:lnTo>
                    <a:pt x="3262970" y="1162133"/>
                  </a:lnTo>
                  <a:lnTo>
                    <a:pt x="3303098" y="1094989"/>
                  </a:lnTo>
                  <a:lnTo>
                    <a:pt x="3343274" y="1026889"/>
                  </a:lnTo>
                  <a:lnTo>
                    <a:pt x="3383468" y="958469"/>
                  </a:lnTo>
                  <a:lnTo>
                    <a:pt x="3423644" y="890376"/>
                  </a:lnTo>
                  <a:lnTo>
                    <a:pt x="3463770" y="823244"/>
                  </a:lnTo>
                  <a:lnTo>
                    <a:pt x="3503829" y="757672"/>
                  </a:lnTo>
                  <a:lnTo>
                    <a:pt x="3543824" y="694198"/>
                  </a:lnTo>
                  <a:lnTo>
                    <a:pt x="3583788" y="633285"/>
                  </a:lnTo>
                  <a:lnTo>
                    <a:pt x="3623789" y="575309"/>
                  </a:lnTo>
                  <a:lnTo>
                    <a:pt x="3663941" y="520550"/>
                  </a:lnTo>
                  <a:lnTo>
                    <a:pt x="3704405" y="469194"/>
                  </a:lnTo>
                  <a:lnTo>
                    <a:pt x="3745404" y="421334"/>
                  </a:lnTo>
                  <a:lnTo>
                    <a:pt x="3787227" y="376980"/>
                  </a:lnTo>
                  <a:lnTo>
                    <a:pt x="3829811" y="336455"/>
                  </a:lnTo>
                  <a:lnTo>
                    <a:pt x="3876735" y="297091"/>
                  </a:lnTo>
                  <a:lnTo>
                    <a:pt x="3926105" y="261429"/>
                  </a:lnTo>
                  <a:lnTo>
                    <a:pt x="3978653" y="229306"/>
                  </a:lnTo>
                  <a:lnTo>
                    <a:pt x="4035181" y="200433"/>
                  </a:lnTo>
                  <a:lnTo>
                    <a:pt x="4096510" y="174473"/>
                  </a:lnTo>
                  <a:lnTo>
                    <a:pt x="4163426" y="151094"/>
                  </a:lnTo>
                  <a:lnTo>
                    <a:pt x="4236607" y="129993"/>
                  </a:lnTo>
                  <a:lnTo>
                    <a:pt x="4316529" y="110912"/>
                  </a:lnTo>
                  <a:lnTo>
                    <a:pt x="4403331" y="93654"/>
                  </a:lnTo>
                  <a:lnTo>
                    <a:pt x="4496657" y="78078"/>
                  </a:lnTo>
                  <a:lnTo>
                    <a:pt x="4595472" y="64104"/>
                  </a:lnTo>
                  <a:lnTo>
                    <a:pt x="4697902" y="51707"/>
                  </a:lnTo>
                  <a:lnTo>
                    <a:pt x="4801150" y="40904"/>
                  </a:lnTo>
                  <a:lnTo>
                    <a:pt x="4901568" y="31730"/>
                  </a:lnTo>
                  <a:lnTo>
                    <a:pt x="4994960" y="24212"/>
                  </a:lnTo>
                  <a:lnTo>
                    <a:pt x="5077125" y="18338"/>
                  </a:lnTo>
                  <a:lnTo>
                    <a:pt x="5144561" y="14026"/>
                  </a:lnTo>
                  <a:lnTo>
                    <a:pt x="5195169" y="11116"/>
                  </a:lnTo>
                  <a:lnTo>
                    <a:pt x="5228742" y="9372"/>
                  </a:lnTo>
                  <a:lnTo>
                    <a:pt x="5247126" y="8506"/>
                  </a:lnTo>
                  <a:lnTo>
                    <a:pt x="5254068" y="8208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546" y="8214"/>
                  </a:lnTo>
                  <a:lnTo>
                    <a:pt x="6735447" y="8508"/>
                  </a:lnTo>
                  <a:lnTo>
                    <a:pt x="6755329" y="9321"/>
                  </a:lnTo>
                  <a:lnTo>
                    <a:pt x="6790792" y="10920"/>
                  </a:lnTo>
                  <a:lnTo>
                    <a:pt x="6843480" y="13552"/>
                  </a:lnTo>
                  <a:lnTo>
                    <a:pt x="6912958" y="17416"/>
                  </a:lnTo>
                  <a:lnTo>
                    <a:pt x="6996916" y="22641"/>
                  </a:lnTo>
                  <a:lnTo>
                    <a:pt x="7091696" y="29292"/>
                  </a:lnTo>
                  <a:lnTo>
                    <a:pt x="7193020" y="37374"/>
                  </a:lnTo>
                  <a:lnTo>
                    <a:pt x="7296694" y="46860"/>
                  </a:lnTo>
                  <a:lnTo>
                    <a:pt x="7399131" y="57720"/>
                  </a:lnTo>
                  <a:lnTo>
                    <a:pt x="7497627" y="69945"/>
                  </a:lnTo>
                  <a:lnTo>
                    <a:pt x="7590411" y="83562"/>
                  </a:lnTo>
                  <a:lnTo>
                    <a:pt x="7676541" y="98647"/>
                  </a:lnTo>
                  <a:lnTo>
                    <a:pt x="7755739" y="115329"/>
                  </a:lnTo>
                  <a:lnTo>
                    <a:pt x="7828204" y="133787"/>
                  </a:lnTo>
                  <a:lnTo>
                    <a:pt x="7894453" y="154252"/>
                  </a:lnTo>
                  <a:lnTo>
                    <a:pt x="7955194" y="176990"/>
                  </a:lnTo>
                  <a:lnTo>
                    <a:pt x="8011229" y="202294"/>
                  </a:lnTo>
                  <a:lnTo>
                    <a:pt x="8063388" y="230451"/>
                  </a:lnTo>
                  <a:lnTo>
                    <a:pt x="8112472" y="261701"/>
                  </a:lnTo>
                  <a:lnTo>
                    <a:pt x="8151487" y="290141"/>
                  </a:lnTo>
                  <a:lnTo>
                    <a:pt x="8196566" y="327113"/>
                  </a:lnTo>
                  <a:lnTo>
                    <a:pt x="8240355" y="367339"/>
                  </a:lnTo>
                  <a:lnTo>
                    <a:pt x="8283275" y="410882"/>
                  </a:lnTo>
                  <a:lnTo>
                    <a:pt x="8325649" y="457720"/>
                  </a:lnTo>
                  <a:lnTo>
                    <a:pt x="8367721" y="507745"/>
                  </a:lnTo>
                  <a:lnTo>
                    <a:pt x="8409663" y="560752"/>
                  </a:lnTo>
                  <a:lnTo>
                    <a:pt x="8451591" y="616434"/>
                  </a:lnTo>
                  <a:lnTo>
                    <a:pt x="8493570" y="674391"/>
                  </a:lnTo>
                  <a:lnTo>
                    <a:pt x="8535624" y="734134"/>
                  </a:lnTo>
                  <a:lnTo>
                    <a:pt x="8577746" y="795101"/>
                  </a:lnTo>
                  <a:lnTo>
                    <a:pt x="8619906" y="856680"/>
                  </a:lnTo>
                  <a:lnTo>
                    <a:pt x="8662064" y="918232"/>
                  </a:lnTo>
                  <a:lnTo>
                    <a:pt x="8704181" y="979119"/>
                  </a:lnTo>
                  <a:lnTo>
                    <a:pt x="8746229" y="1038732"/>
                  </a:lnTo>
                  <a:lnTo>
                    <a:pt x="8788202" y="1096515"/>
                  </a:lnTo>
                  <a:lnTo>
                    <a:pt x="8830128" y="1151985"/>
                  </a:lnTo>
                  <a:lnTo>
                    <a:pt x="8872076" y="1204750"/>
                  </a:lnTo>
                  <a:lnTo>
                    <a:pt x="8914165" y="1254513"/>
                  </a:lnTo>
                  <a:lnTo>
                    <a:pt x="8956575" y="1301076"/>
                  </a:lnTo>
                  <a:lnTo>
                    <a:pt x="8999554" y="1344338"/>
                  </a:lnTo>
                  <a:lnTo>
                    <a:pt x="9043435" y="1384287"/>
                  </a:lnTo>
                  <a:lnTo>
                    <a:pt x="9084767" y="1418015"/>
                  </a:lnTo>
                  <a:lnTo>
                    <a:pt x="9131851" y="1451932"/>
                  </a:lnTo>
                  <a:lnTo>
                    <a:pt x="9181399" y="1482649"/>
                  </a:lnTo>
                  <a:lnTo>
                    <a:pt x="9234152" y="1510308"/>
                  </a:lnTo>
                  <a:lnTo>
                    <a:pt x="9290920" y="1535160"/>
                  </a:lnTo>
                  <a:lnTo>
                    <a:pt x="9352532" y="1557496"/>
                  </a:lnTo>
                  <a:lnTo>
                    <a:pt x="9419781" y="1577605"/>
                  </a:lnTo>
                  <a:lnTo>
                    <a:pt x="9493348" y="1595750"/>
                  </a:lnTo>
                  <a:lnTo>
                    <a:pt x="9573709" y="1612152"/>
                  </a:lnTo>
                  <a:lnTo>
                    <a:pt x="9660993" y="1626983"/>
                  </a:lnTo>
                  <a:lnTo>
                    <a:pt x="9754823" y="1640362"/>
                  </a:lnTo>
                  <a:lnTo>
                    <a:pt x="9854131" y="1652357"/>
                  </a:lnTo>
                  <a:lnTo>
                    <a:pt x="9956991" y="1662987"/>
                  </a:lnTo>
                  <a:lnTo>
                    <a:pt x="10060542" y="1672240"/>
                  </a:lnTo>
                  <a:lnTo>
                    <a:pt x="10161069" y="1680082"/>
                  </a:lnTo>
                  <a:lnTo>
                    <a:pt x="10254321" y="1686492"/>
                  </a:lnTo>
                  <a:lnTo>
                    <a:pt x="10336072" y="1691482"/>
                  </a:lnTo>
                  <a:lnTo>
                    <a:pt x="10402843" y="1695127"/>
                  </a:lnTo>
                  <a:lnTo>
                    <a:pt x="10452609" y="1697571"/>
                  </a:lnTo>
                  <a:lnTo>
                    <a:pt x="10485281" y="1699020"/>
                  </a:lnTo>
                  <a:lnTo>
                    <a:pt x="10502848" y="1699726"/>
                  </a:lnTo>
                  <a:lnTo>
                    <a:pt x="10509211" y="1699959"/>
                  </a:lnTo>
                  <a:lnTo>
                    <a:pt x="10509911" y="1699983"/>
                  </a:lnTo>
                  <a:lnTo>
                    <a:pt x="11981298" y="1699983"/>
                  </a:lnTo>
                  <a:lnTo>
                    <a:pt x="11981298" y="1691810"/>
                  </a:lnTo>
                  <a:lnTo>
                    <a:pt x="10509911" y="1691810"/>
                  </a:lnTo>
                  <a:lnTo>
                    <a:pt x="10508707" y="1691769"/>
                  </a:lnTo>
                  <a:lnTo>
                    <a:pt x="10500807" y="1691475"/>
                  </a:lnTo>
                  <a:lnTo>
                    <a:pt x="10480924" y="1690662"/>
                  </a:lnTo>
                  <a:lnTo>
                    <a:pt x="10445461" y="1689063"/>
                  </a:lnTo>
                  <a:lnTo>
                    <a:pt x="10392774" y="1686430"/>
                  </a:lnTo>
                  <a:lnTo>
                    <a:pt x="10323295" y="1682567"/>
                  </a:lnTo>
                  <a:lnTo>
                    <a:pt x="10239337" y="1677341"/>
                  </a:lnTo>
                  <a:lnTo>
                    <a:pt x="10144557" y="1670690"/>
                  </a:lnTo>
                  <a:lnTo>
                    <a:pt x="10043233" y="1662609"/>
                  </a:lnTo>
                  <a:lnTo>
                    <a:pt x="9939560" y="1653123"/>
                  </a:lnTo>
                  <a:lnTo>
                    <a:pt x="9837122" y="1642262"/>
                  </a:lnTo>
                  <a:lnTo>
                    <a:pt x="9738626" y="1630038"/>
                  </a:lnTo>
                  <a:lnTo>
                    <a:pt x="9645842" y="1616421"/>
                  </a:lnTo>
                  <a:lnTo>
                    <a:pt x="9559712" y="1601336"/>
                  </a:lnTo>
                  <a:lnTo>
                    <a:pt x="9480514" y="1584654"/>
                  </a:lnTo>
                  <a:lnTo>
                    <a:pt x="9408049" y="1566195"/>
                  </a:lnTo>
                  <a:lnTo>
                    <a:pt x="9341800" y="1545731"/>
                  </a:lnTo>
                  <a:lnTo>
                    <a:pt x="9281059" y="1522993"/>
                  </a:lnTo>
                  <a:lnTo>
                    <a:pt x="9225024" y="1497689"/>
                  </a:lnTo>
                  <a:lnTo>
                    <a:pt x="9172866" y="1469532"/>
                  </a:lnTo>
                  <a:lnTo>
                    <a:pt x="9123781" y="1438282"/>
                  </a:lnTo>
                  <a:lnTo>
                    <a:pt x="9084767" y="1409842"/>
                  </a:lnTo>
                  <a:lnTo>
                    <a:pt x="9039687" y="1372870"/>
                  </a:lnTo>
                  <a:lnTo>
                    <a:pt x="8995898" y="1332643"/>
                  </a:lnTo>
                  <a:lnTo>
                    <a:pt x="8952978" y="1289101"/>
                  </a:lnTo>
                  <a:lnTo>
                    <a:pt x="8910604" y="1242262"/>
                  </a:lnTo>
                  <a:lnTo>
                    <a:pt x="8868533" y="1192237"/>
                  </a:lnTo>
                  <a:lnTo>
                    <a:pt x="8826591" y="1139231"/>
                  </a:lnTo>
                  <a:lnTo>
                    <a:pt x="8784663" y="1083549"/>
                  </a:lnTo>
                  <a:lnTo>
                    <a:pt x="8742683" y="1025592"/>
                  </a:lnTo>
                  <a:lnTo>
                    <a:pt x="8700629" y="965849"/>
                  </a:lnTo>
                  <a:lnTo>
                    <a:pt x="8658507" y="904882"/>
                  </a:lnTo>
                  <a:lnTo>
                    <a:pt x="8616348" y="843303"/>
                  </a:lnTo>
                  <a:lnTo>
                    <a:pt x="8574189" y="781751"/>
                  </a:lnTo>
                  <a:lnTo>
                    <a:pt x="8532072" y="720864"/>
                  </a:lnTo>
                  <a:lnTo>
                    <a:pt x="8490025" y="661251"/>
                  </a:lnTo>
                  <a:lnTo>
                    <a:pt x="8448051" y="603468"/>
                  </a:lnTo>
                  <a:lnTo>
                    <a:pt x="8406125" y="547997"/>
                  </a:lnTo>
                  <a:lnTo>
                    <a:pt x="8364177" y="495232"/>
                  </a:lnTo>
                  <a:lnTo>
                    <a:pt x="8322088" y="445470"/>
                  </a:lnTo>
                  <a:lnTo>
                    <a:pt x="8279678" y="398906"/>
                  </a:lnTo>
                  <a:lnTo>
                    <a:pt x="8236699" y="355644"/>
                  </a:lnTo>
                  <a:lnTo>
                    <a:pt x="8192819" y="315695"/>
                  </a:lnTo>
                  <a:lnTo>
                    <a:pt x="8151487" y="281968"/>
                  </a:lnTo>
                  <a:lnTo>
                    <a:pt x="8104403" y="248050"/>
                  </a:lnTo>
                  <a:lnTo>
                    <a:pt x="8054854" y="217333"/>
                  </a:lnTo>
                  <a:lnTo>
                    <a:pt x="8002101" y="189674"/>
                  </a:lnTo>
                  <a:lnTo>
                    <a:pt x="7945333" y="164823"/>
                  </a:lnTo>
                  <a:lnTo>
                    <a:pt x="7883721" y="142487"/>
                  </a:lnTo>
                  <a:lnTo>
                    <a:pt x="7816473" y="122378"/>
                  </a:lnTo>
                  <a:lnTo>
                    <a:pt x="7742905" y="104232"/>
                  </a:lnTo>
                  <a:lnTo>
                    <a:pt x="7662545" y="87830"/>
                  </a:lnTo>
                  <a:lnTo>
                    <a:pt x="7575261" y="73000"/>
                  </a:lnTo>
                  <a:lnTo>
                    <a:pt x="7481430" y="59621"/>
                  </a:lnTo>
                  <a:lnTo>
                    <a:pt x="7382122" y="47626"/>
                  </a:lnTo>
                  <a:lnTo>
                    <a:pt x="7279262" y="36995"/>
                  </a:lnTo>
                  <a:lnTo>
                    <a:pt x="7175712" y="27743"/>
                  </a:lnTo>
                  <a:lnTo>
                    <a:pt x="7075185" y="19901"/>
                  </a:lnTo>
                  <a:lnTo>
                    <a:pt x="6981932" y="13491"/>
                  </a:lnTo>
                  <a:lnTo>
                    <a:pt x="6900181" y="8500"/>
                  </a:lnTo>
                  <a:lnTo>
                    <a:pt x="6833410" y="4855"/>
                  </a:lnTo>
                  <a:lnTo>
                    <a:pt x="6783644" y="2412"/>
                  </a:lnTo>
                  <a:lnTo>
                    <a:pt x="6750972" y="963"/>
                  </a:lnTo>
                  <a:lnTo>
                    <a:pt x="6733405" y="256"/>
                  </a:lnTo>
                  <a:lnTo>
                    <a:pt x="6727042" y="23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763" y="47"/>
                  </a:lnTo>
                  <a:lnTo>
                    <a:pt x="5245938" y="386"/>
                  </a:lnTo>
                  <a:lnTo>
                    <a:pt x="5226239" y="1323"/>
                  </a:lnTo>
                  <a:lnTo>
                    <a:pt x="5191088" y="3166"/>
                  </a:lnTo>
                  <a:lnTo>
                    <a:pt x="5138834" y="6201"/>
                  </a:lnTo>
                  <a:lnTo>
                    <a:pt x="5069875" y="10656"/>
                  </a:lnTo>
                  <a:lnTo>
                    <a:pt x="4986472" y="16685"/>
                  </a:lnTo>
                  <a:lnTo>
                    <a:pt x="4892223" y="24361"/>
                  </a:lnTo>
                  <a:lnTo>
                    <a:pt x="4791359" y="33692"/>
                  </a:lnTo>
                  <a:lnTo>
                    <a:pt x="4688044" y="44649"/>
                  </a:lnTo>
                  <a:lnTo>
                    <a:pt x="4585852" y="57196"/>
                  </a:lnTo>
                  <a:lnTo>
                    <a:pt x="4487494" y="71321"/>
                  </a:lnTo>
                  <a:lnTo>
                    <a:pt x="4394758" y="87053"/>
                  </a:lnTo>
                  <a:lnTo>
                    <a:pt x="4308606" y="104478"/>
                  </a:lnTo>
                  <a:lnTo>
                    <a:pt x="4229340" y="123742"/>
                  </a:lnTo>
                  <a:lnTo>
                    <a:pt x="4156781" y="145049"/>
                  </a:lnTo>
                  <a:lnTo>
                    <a:pt x="4090430" y="168661"/>
                  </a:lnTo>
                  <a:lnTo>
                    <a:pt x="4029593" y="194883"/>
                  </a:lnTo>
                  <a:lnTo>
                    <a:pt x="3973481" y="224052"/>
                  </a:lnTo>
                  <a:lnTo>
                    <a:pt x="3921270" y="256502"/>
                  </a:lnTo>
                  <a:lnTo>
                    <a:pt x="3872164" y="292513"/>
                  </a:lnTo>
                  <a:lnTo>
                    <a:pt x="3829811" y="328282"/>
                  </a:lnTo>
                  <a:lnTo>
                    <a:pt x="3786806" y="369231"/>
                  </a:lnTo>
                  <a:lnTo>
                    <a:pt x="3744993" y="413619"/>
                  </a:lnTo>
                  <a:lnTo>
                    <a:pt x="3704001" y="461514"/>
                  </a:lnTo>
                  <a:lnTo>
                    <a:pt x="3663541" y="512905"/>
                  </a:lnTo>
                  <a:lnTo>
                    <a:pt x="3623391" y="567697"/>
                  </a:lnTo>
                  <a:lnTo>
                    <a:pt x="3583391" y="625704"/>
                  </a:lnTo>
                  <a:lnTo>
                    <a:pt x="3543427" y="686644"/>
                  </a:lnTo>
                  <a:lnTo>
                    <a:pt x="3503431" y="750141"/>
                  </a:lnTo>
                  <a:lnTo>
                    <a:pt x="3463372" y="815731"/>
                  </a:lnTo>
                  <a:lnTo>
                    <a:pt x="3423245" y="882875"/>
                  </a:lnTo>
                  <a:lnTo>
                    <a:pt x="3383068" y="950975"/>
                  </a:lnTo>
                  <a:lnTo>
                    <a:pt x="3342874" y="1019396"/>
                  </a:lnTo>
                  <a:lnTo>
                    <a:pt x="3302699" y="1087489"/>
                  </a:lnTo>
                  <a:lnTo>
                    <a:pt x="3262572" y="1154621"/>
                  </a:lnTo>
                  <a:lnTo>
                    <a:pt x="3222513" y="1220193"/>
                  </a:lnTo>
                  <a:lnTo>
                    <a:pt x="3182518" y="1283667"/>
                  </a:lnTo>
                  <a:lnTo>
                    <a:pt x="3142554" y="1344579"/>
                  </a:lnTo>
                  <a:lnTo>
                    <a:pt x="3102553" y="1402556"/>
                  </a:lnTo>
                  <a:lnTo>
                    <a:pt x="3062401" y="1457315"/>
                  </a:lnTo>
                  <a:lnTo>
                    <a:pt x="3021937" y="1508671"/>
                  </a:lnTo>
                  <a:lnTo>
                    <a:pt x="2980938" y="1556531"/>
                  </a:lnTo>
                  <a:lnTo>
                    <a:pt x="2939115" y="1600885"/>
                  </a:lnTo>
                  <a:lnTo>
                    <a:pt x="2896531" y="1641410"/>
                  </a:lnTo>
                  <a:lnTo>
                    <a:pt x="2849607" y="1680774"/>
                  </a:lnTo>
                  <a:lnTo>
                    <a:pt x="2800238" y="1716436"/>
                  </a:lnTo>
                  <a:lnTo>
                    <a:pt x="2747690" y="1748559"/>
                  </a:lnTo>
                  <a:lnTo>
                    <a:pt x="2691161" y="1777432"/>
                  </a:lnTo>
                  <a:lnTo>
                    <a:pt x="2629832" y="1803391"/>
                  </a:lnTo>
                  <a:lnTo>
                    <a:pt x="2562916" y="1826770"/>
                  </a:lnTo>
                  <a:lnTo>
                    <a:pt x="2489735" y="1847872"/>
                  </a:lnTo>
                  <a:lnTo>
                    <a:pt x="2409813" y="1866952"/>
                  </a:lnTo>
                  <a:lnTo>
                    <a:pt x="2323011" y="1884211"/>
                  </a:lnTo>
                  <a:lnTo>
                    <a:pt x="2229686" y="1899787"/>
                  </a:lnTo>
                  <a:lnTo>
                    <a:pt x="2130870" y="1913761"/>
                  </a:lnTo>
                  <a:lnTo>
                    <a:pt x="2028440" y="1926157"/>
                  </a:lnTo>
                  <a:lnTo>
                    <a:pt x="1925192" y="1936961"/>
                  </a:lnTo>
                  <a:lnTo>
                    <a:pt x="1824774" y="1946135"/>
                  </a:lnTo>
                  <a:lnTo>
                    <a:pt x="1731382" y="1953652"/>
                  </a:lnTo>
                  <a:lnTo>
                    <a:pt x="1649217" y="1959527"/>
                  </a:lnTo>
                  <a:lnTo>
                    <a:pt x="1581781" y="1963838"/>
                  </a:lnTo>
                  <a:lnTo>
                    <a:pt x="1531173" y="1966748"/>
                  </a:lnTo>
                  <a:lnTo>
                    <a:pt x="1497600" y="1968493"/>
                  </a:lnTo>
                  <a:lnTo>
                    <a:pt x="1479216" y="1969359"/>
                  </a:lnTo>
                  <a:lnTo>
                    <a:pt x="1472274" y="1969657"/>
                  </a:lnTo>
                  <a:lnTo>
                    <a:pt x="1471387" y="1969692"/>
                  </a:lnTo>
                  <a:lnTo>
                    <a:pt x="0" y="1969692"/>
                  </a:lnTo>
                  <a:close/>
                </a:path>
              </a:pathLst>
            </a:custGeom>
            <a:solidFill>
              <a:srgbClr val="67C1B3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194" name="pl1194"/>
            <p:cNvSpPr/>
            <p:nvPr/>
          </p:nvSpPr>
          <p:spPr>
            <a:xfrm>
              <a:off x="4799595" y="6385526"/>
              <a:ext cx="11981298" cy="1969692"/>
            </a:xfrm>
            <a:custGeom>
              <a:avLst/>
              <a:pathLst>
                <a:path w="11981298" h="1969692">
                  <a:moveTo>
                    <a:pt x="0" y="1969692"/>
                  </a:moveTo>
                  <a:lnTo>
                    <a:pt x="1471387" y="1969692"/>
                  </a:lnTo>
                  <a:lnTo>
                    <a:pt x="1472579" y="1969645"/>
                  </a:lnTo>
                  <a:lnTo>
                    <a:pt x="1480404" y="1969306"/>
                  </a:lnTo>
                  <a:lnTo>
                    <a:pt x="1500103" y="1968369"/>
                  </a:lnTo>
                  <a:lnTo>
                    <a:pt x="1535254" y="1966525"/>
                  </a:lnTo>
                  <a:lnTo>
                    <a:pt x="1587508" y="1963491"/>
                  </a:lnTo>
                  <a:lnTo>
                    <a:pt x="1656467" y="1959036"/>
                  </a:lnTo>
                  <a:lnTo>
                    <a:pt x="1739870" y="1953007"/>
                  </a:lnTo>
                  <a:lnTo>
                    <a:pt x="1834119" y="1945331"/>
                  </a:lnTo>
                  <a:lnTo>
                    <a:pt x="1934983" y="1936000"/>
                  </a:lnTo>
                  <a:lnTo>
                    <a:pt x="2038298" y="1925043"/>
                  </a:lnTo>
                  <a:lnTo>
                    <a:pt x="2140490" y="1912496"/>
                  </a:lnTo>
                  <a:lnTo>
                    <a:pt x="2238848" y="1898371"/>
                  </a:lnTo>
                  <a:lnTo>
                    <a:pt x="2331584" y="1882639"/>
                  </a:lnTo>
                  <a:lnTo>
                    <a:pt x="2417736" y="1865213"/>
                  </a:lnTo>
                  <a:lnTo>
                    <a:pt x="2497002" y="1845950"/>
                  </a:lnTo>
                  <a:lnTo>
                    <a:pt x="2569561" y="1824643"/>
                  </a:lnTo>
                  <a:lnTo>
                    <a:pt x="2635912" y="1801031"/>
                  </a:lnTo>
                  <a:lnTo>
                    <a:pt x="2696749" y="1774809"/>
                  </a:lnTo>
                  <a:lnTo>
                    <a:pt x="2752862" y="1745639"/>
                  </a:lnTo>
                  <a:lnTo>
                    <a:pt x="2805072" y="1713190"/>
                  </a:lnTo>
                  <a:lnTo>
                    <a:pt x="2854179" y="1677179"/>
                  </a:lnTo>
                  <a:lnTo>
                    <a:pt x="2896531" y="1641410"/>
                  </a:lnTo>
                  <a:lnTo>
                    <a:pt x="2939536" y="1600461"/>
                  </a:lnTo>
                  <a:lnTo>
                    <a:pt x="2981349" y="1556072"/>
                  </a:lnTo>
                  <a:lnTo>
                    <a:pt x="3022341" y="1508178"/>
                  </a:lnTo>
                  <a:lnTo>
                    <a:pt x="3062802" y="1456787"/>
                  </a:lnTo>
                  <a:lnTo>
                    <a:pt x="3102951" y="1401995"/>
                  </a:lnTo>
                  <a:lnTo>
                    <a:pt x="3142951" y="1343988"/>
                  </a:lnTo>
                  <a:lnTo>
                    <a:pt x="3182915" y="1283048"/>
                  </a:lnTo>
                  <a:lnTo>
                    <a:pt x="3222911" y="1219551"/>
                  </a:lnTo>
                  <a:lnTo>
                    <a:pt x="3262970" y="1153960"/>
                  </a:lnTo>
                  <a:lnTo>
                    <a:pt x="3303098" y="1086816"/>
                  </a:lnTo>
                  <a:lnTo>
                    <a:pt x="3343274" y="1018716"/>
                  </a:lnTo>
                  <a:lnTo>
                    <a:pt x="3383468" y="950296"/>
                  </a:lnTo>
                  <a:lnTo>
                    <a:pt x="3423644" y="882203"/>
                  </a:lnTo>
                  <a:lnTo>
                    <a:pt x="3463770" y="815071"/>
                  </a:lnTo>
                  <a:lnTo>
                    <a:pt x="3503829" y="749499"/>
                  </a:lnTo>
                  <a:lnTo>
                    <a:pt x="3543824" y="686025"/>
                  </a:lnTo>
                  <a:lnTo>
                    <a:pt x="3583788" y="625112"/>
                  </a:lnTo>
                  <a:lnTo>
                    <a:pt x="3623789" y="567136"/>
                  </a:lnTo>
                  <a:lnTo>
                    <a:pt x="3663941" y="512377"/>
                  </a:lnTo>
                  <a:lnTo>
                    <a:pt x="3704405" y="461021"/>
                  </a:lnTo>
                  <a:lnTo>
                    <a:pt x="3745404" y="413161"/>
                  </a:lnTo>
                  <a:lnTo>
                    <a:pt x="3787227" y="368807"/>
                  </a:lnTo>
                  <a:lnTo>
                    <a:pt x="3829811" y="328282"/>
                  </a:lnTo>
                  <a:lnTo>
                    <a:pt x="3876735" y="288918"/>
                  </a:lnTo>
                  <a:lnTo>
                    <a:pt x="3926105" y="253256"/>
                  </a:lnTo>
                  <a:lnTo>
                    <a:pt x="3978653" y="221133"/>
                  </a:lnTo>
                  <a:lnTo>
                    <a:pt x="4035181" y="192260"/>
                  </a:lnTo>
                  <a:lnTo>
                    <a:pt x="4096510" y="166300"/>
                  </a:lnTo>
                  <a:lnTo>
                    <a:pt x="4163426" y="142921"/>
                  </a:lnTo>
                  <a:lnTo>
                    <a:pt x="4236607" y="121820"/>
                  </a:lnTo>
                  <a:lnTo>
                    <a:pt x="4316529" y="102739"/>
                  </a:lnTo>
                  <a:lnTo>
                    <a:pt x="4403331" y="85481"/>
                  </a:lnTo>
                  <a:lnTo>
                    <a:pt x="4496657" y="69905"/>
                  </a:lnTo>
                  <a:lnTo>
                    <a:pt x="4595472" y="55931"/>
                  </a:lnTo>
                  <a:lnTo>
                    <a:pt x="4697902" y="43534"/>
                  </a:lnTo>
                  <a:lnTo>
                    <a:pt x="4801150" y="32731"/>
                  </a:lnTo>
                  <a:lnTo>
                    <a:pt x="4901568" y="23557"/>
                  </a:lnTo>
                  <a:lnTo>
                    <a:pt x="4994960" y="16039"/>
                  </a:lnTo>
                  <a:lnTo>
                    <a:pt x="5077125" y="10165"/>
                  </a:lnTo>
                  <a:lnTo>
                    <a:pt x="5144561" y="5853"/>
                  </a:lnTo>
                  <a:lnTo>
                    <a:pt x="5195169" y="2943"/>
                  </a:lnTo>
                  <a:lnTo>
                    <a:pt x="5228742" y="1199"/>
                  </a:lnTo>
                  <a:lnTo>
                    <a:pt x="5247126" y="333"/>
                  </a:lnTo>
                  <a:lnTo>
                    <a:pt x="5254068" y="35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546" y="41"/>
                  </a:lnTo>
                  <a:lnTo>
                    <a:pt x="6735447" y="335"/>
                  </a:lnTo>
                  <a:lnTo>
                    <a:pt x="6755329" y="1148"/>
                  </a:lnTo>
                  <a:lnTo>
                    <a:pt x="6790792" y="2747"/>
                  </a:lnTo>
                  <a:lnTo>
                    <a:pt x="6843480" y="5379"/>
                  </a:lnTo>
                  <a:lnTo>
                    <a:pt x="6912958" y="9243"/>
                  </a:lnTo>
                  <a:lnTo>
                    <a:pt x="6996916" y="14468"/>
                  </a:lnTo>
                  <a:lnTo>
                    <a:pt x="7091696" y="21119"/>
                  </a:lnTo>
                  <a:lnTo>
                    <a:pt x="7193020" y="29201"/>
                  </a:lnTo>
                  <a:lnTo>
                    <a:pt x="7296694" y="38687"/>
                  </a:lnTo>
                  <a:lnTo>
                    <a:pt x="7399131" y="49547"/>
                  </a:lnTo>
                  <a:lnTo>
                    <a:pt x="7497627" y="61772"/>
                  </a:lnTo>
                  <a:lnTo>
                    <a:pt x="7590411" y="75389"/>
                  </a:lnTo>
                  <a:lnTo>
                    <a:pt x="7676541" y="90474"/>
                  </a:lnTo>
                  <a:lnTo>
                    <a:pt x="7755739" y="107156"/>
                  </a:lnTo>
                  <a:lnTo>
                    <a:pt x="7828204" y="125614"/>
                  </a:lnTo>
                  <a:lnTo>
                    <a:pt x="7894453" y="146079"/>
                  </a:lnTo>
                  <a:lnTo>
                    <a:pt x="7955194" y="168817"/>
                  </a:lnTo>
                  <a:lnTo>
                    <a:pt x="8011229" y="194121"/>
                  </a:lnTo>
                  <a:lnTo>
                    <a:pt x="8063388" y="222278"/>
                  </a:lnTo>
                  <a:lnTo>
                    <a:pt x="8112472" y="253528"/>
                  </a:lnTo>
                  <a:lnTo>
                    <a:pt x="8151487" y="281968"/>
                  </a:lnTo>
                  <a:lnTo>
                    <a:pt x="8196566" y="318940"/>
                  </a:lnTo>
                  <a:lnTo>
                    <a:pt x="8240355" y="359166"/>
                  </a:lnTo>
                  <a:lnTo>
                    <a:pt x="8283275" y="402709"/>
                  </a:lnTo>
                  <a:lnTo>
                    <a:pt x="8325649" y="449547"/>
                  </a:lnTo>
                  <a:lnTo>
                    <a:pt x="8367721" y="499572"/>
                  </a:lnTo>
                  <a:lnTo>
                    <a:pt x="8409663" y="552579"/>
                  </a:lnTo>
                  <a:lnTo>
                    <a:pt x="8451591" y="608261"/>
                  </a:lnTo>
                  <a:lnTo>
                    <a:pt x="8493570" y="666218"/>
                  </a:lnTo>
                  <a:lnTo>
                    <a:pt x="8535624" y="725961"/>
                  </a:lnTo>
                  <a:lnTo>
                    <a:pt x="8577746" y="786928"/>
                  </a:lnTo>
                  <a:lnTo>
                    <a:pt x="8619906" y="848507"/>
                  </a:lnTo>
                  <a:lnTo>
                    <a:pt x="8662064" y="910059"/>
                  </a:lnTo>
                  <a:lnTo>
                    <a:pt x="8704181" y="970946"/>
                  </a:lnTo>
                  <a:lnTo>
                    <a:pt x="8746229" y="1030559"/>
                  </a:lnTo>
                  <a:lnTo>
                    <a:pt x="8788202" y="1088342"/>
                  </a:lnTo>
                  <a:lnTo>
                    <a:pt x="8830128" y="1143812"/>
                  </a:lnTo>
                  <a:lnTo>
                    <a:pt x="8872076" y="1196577"/>
                  </a:lnTo>
                  <a:lnTo>
                    <a:pt x="8914165" y="1246340"/>
                  </a:lnTo>
                  <a:lnTo>
                    <a:pt x="8956575" y="1292903"/>
                  </a:lnTo>
                  <a:lnTo>
                    <a:pt x="8999554" y="1336165"/>
                  </a:lnTo>
                  <a:lnTo>
                    <a:pt x="9043435" y="1376114"/>
                  </a:lnTo>
                  <a:lnTo>
                    <a:pt x="9084767" y="1409842"/>
                  </a:lnTo>
                  <a:lnTo>
                    <a:pt x="9131851" y="1443759"/>
                  </a:lnTo>
                  <a:lnTo>
                    <a:pt x="9181399" y="1474476"/>
                  </a:lnTo>
                  <a:lnTo>
                    <a:pt x="9234152" y="1502135"/>
                  </a:lnTo>
                  <a:lnTo>
                    <a:pt x="9290920" y="1526987"/>
                  </a:lnTo>
                  <a:lnTo>
                    <a:pt x="9352532" y="1549323"/>
                  </a:lnTo>
                  <a:lnTo>
                    <a:pt x="9419781" y="1569432"/>
                  </a:lnTo>
                  <a:lnTo>
                    <a:pt x="9493348" y="1587577"/>
                  </a:lnTo>
                  <a:lnTo>
                    <a:pt x="9573709" y="1603979"/>
                  </a:lnTo>
                  <a:lnTo>
                    <a:pt x="9660993" y="1618810"/>
                  </a:lnTo>
                  <a:lnTo>
                    <a:pt x="9754823" y="1632189"/>
                  </a:lnTo>
                  <a:lnTo>
                    <a:pt x="9854131" y="1644184"/>
                  </a:lnTo>
                  <a:lnTo>
                    <a:pt x="9956991" y="1654814"/>
                  </a:lnTo>
                  <a:lnTo>
                    <a:pt x="10060542" y="1664067"/>
                  </a:lnTo>
                  <a:lnTo>
                    <a:pt x="10161069" y="1671909"/>
                  </a:lnTo>
                  <a:lnTo>
                    <a:pt x="10254321" y="1678319"/>
                  </a:lnTo>
                  <a:lnTo>
                    <a:pt x="10336072" y="1683309"/>
                  </a:lnTo>
                  <a:lnTo>
                    <a:pt x="10402843" y="1686954"/>
                  </a:lnTo>
                  <a:lnTo>
                    <a:pt x="10452609" y="1689398"/>
                  </a:lnTo>
                  <a:lnTo>
                    <a:pt x="10485281" y="1690847"/>
                  </a:lnTo>
                  <a:lnTo>
                    <a:pt x="10502848" y="1691553"/>
                  </a:lnTo>
                  <a:lnTo>
                    <a:pt x="10509211" y="1691786"/>
                  </a:lnTo>
                  <a:lnTo>
                    <a:pt x="10509911" y="1691810"/>
                  </a:lnTo>
                  <a:lnTo>
                    <a:pt x="11981298" y="169181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95" name="pl1195"/>
            <p:cNvSpPr/>
            <p:nvPr/>
          </p:nvSpPr>
          <p:spPr>
            <a:xfrm>
              <a:off x="4799595" y="6377353"/>
              <a:ext cx="11981298" cy="1969692"/>
            </a:xfrm>
            <a:custGeom>
              <a:avLst/>
              <a:pathLst>
                <a:path w="11981298" h="1969692">
                  <a:moveTo>
                    <a:pt x="11981298" y="1691810"/>
                  </a:moveTo>
                  <a:lnTo>
                    <a:pt x="10509911" y="1691810"/>
                  </a:lnTo>
                  <a:lnTo>
                    <a:pt x="10508707" y="1691769"/>
                  </a:lnTo>
                  <a:lnTo>
                    <a:pt x="10500807" y="1691475"/>
                  </a:lnTo>
                  <a:lnTo>
                    <a:pt x="10480924" y="1690662"/>
                  </a:lnTo>
                  <a:lnTo>
                    <a:pt x="10445461" y="1689063"/>
                  </a:lnTo>
                  <a:lnTo>
                    <a:pt x="10392774" y="1686430"/>
                  </a:lnTo>
                  <a:lnTo>
                    <a:pt x="10323295" y="1682567"/>
                  </a:lnTo>
                  <a:lnTo>
                    <a:pt x="10239337" y="1677341"/>
                  </a:lnTo>
                  <a:lnTo>
                    <a:pt x="10144557" y="1670690"/>
                  </a:lnTo>
                  <a:lnTo>
                    <a:pt x="10043233" y="1662609"/>
                  </a:lnTo>
                  <a:lnTo>
                    <a:pt x="9939560" y="1653123"/>
                  </a:lnTo>
                  <a:lnTo>
                    <a:pt x="9837122" y="1642262"/>
                  </a:lnTo>
                  <a:lnTo>
                    <a:pt x="9738626" y="1630038"/>
                  </a:lnTo>
                  <a:lnTo>
                    <a:pt x="9645842" y="1616421"/>
                  </a:lnTo>
                  <a:lnTo>
                    <a:pt x="9559712" y="1601336"/>
                  </a:lnTo>
                  <a:lnTo>
                    <a:pt x="9480514" y="1584654"/>
                  </a:lnTo>
                  <a:lnTo>
                    <a:pt x="9408049" y="1566195"/>
                  </a:lnTo>
                  <a:lnTo>
                    <a:pt x="9341800" y="1545731"/>
                  </a:lnTo>
                  <a:lnTo>
                    <a:pt x="9281059" y="1522993"/>
                  </a:lnTo>
                  <a:lnTo>
                    <a:pt x="9225024" y="1497689"/>
                  </a:lnTo>
                  <a:lnTo>
                    <a:pt x="9172866" y="1469532"/>
                  </a:lnTo>
                  <a:lnTo>
                    <a:pt x="9123781" y="1438282"/>
                  </a:lnTo>
                  <a:lnTo>
                    <a:pt x="9084767" y="1409842"/>
                  </a:lnTo>
                  <a:lnTo>
                    <a:pt x="9039687" y="1372870"/>
                  </a:lnTo>
                  <a:lnTo>
                    <a:pt x="8995898" y="1332643"/>
                  </a:lnTo>
                  <a:lnTo>
                    <a:pt x="8952978" y="1289101"/>
                  </a:lnTo>
                  <a:lnTo>
                    <a:pt x="8910604" y="1242262"/>
                  </a:lnTo>
                  <a:lnTo>
                    <a:pt x="8868533" y="1192237"/>
                  </a:lnTo>
                  <a:lnTo>
                    <a:pt x="8826591" y="1139231"/>
                  </a:lnTo>
                  <a:lnTo>
                    <a:pt x="8784663" y="1083549"/>
                  </a:lnTo>
                  <a:lnTo>
                    <a:pt x="8742683" y="1025592"/>
                  </a:lnTo>
                  <a:lnTo>
                    <a:pt x="8700629" y="965849"/>
                  </a:lnTo>
                  <a:lnTo>
                    <a:pt x="8658507" y="904882"/>
                  </a:lnTo>
                  <a:lnTo>
                    <a:pt x="8616348" y="843303"/>
                  </a:lnTo>
                  <a:lnTo>
                    <a:pt x="8574189" y="781751"/>
                  </a:lnTo>
                  <a:lnTo>
                    <a:pt x="8532072" y="720864"/>
                  </a:lnTo>
                  <a:lnTo>
                    <a:pt x="8490025" y="661251"/>
                  </a:lnTo>
                  <a:lnTo>
                    <a:pt x="8448051" y="603468"/>
                  </a:lnTo>
                  <a:lnTo>
                    <a:pt x="8406125" y="547997"/>
                  </a:lnTo>
                  <a:lnTo>
                    <a:pt x="8364177" y="495232"/>
                  </a:lnTo>
                  <a:lnTo>
                    <a:pt x="8322088" y="445470"/>
                  </a:lnTo>
                  <a:lnTo>
                    <a:pt x="8279678" y="398906"/>
                  </a:lnTo>
                  <a:lnTo>
                    <a:pt x="8236699" y="355644"/>
                  </a:lnTo>
                  <a:lnTo>
                    <a:pt x="8192819" y="315695"/>
                  </a:lnTo>
                  <a:lnTo>
                    <a:pt x="8151487" y="281968"/>
                  </a:lnTo>
                  <a:lnTo>
                    <a:pt x="8104403" y="248050"/>
                  </a:lnTo>
                  <a:lnTo>
                    <a:pt x="8054854" y="217333"/>
                  </a:lnTo>
                  <a:lnTo>
                    <a:pt x="8002101" y="189674"/>
                  </a:lnTo>
                  <a:lnTo>
                    <a:pt x="7945333" y="164823"/>
                  </a:lnTo>
                  <a:lnTo>
                    <a:pt x="7883721" y="142487"/>
                  </a:lnTo>
                  <a:lnTo>
                    <a:pt x="7816473" y="122378"/>
                  </a:lnTo>
                  <a:lnTo>
                    <a:pt x="7742905" y="104232"/>
                  </a:lnTo>
                  <a:lnTo>
                    <a:pt x="7662545" y="87830"/>
                  </a:lnTo>
                  <a:lnTo>
                    <a:pt x="7575261" y="73000"/>
                  </a:lnTo>
                  <a:lnTo>
                    <a:pt x="7481430" y="59621"/>
                  </a:lnTo>
                  <a:lnTo>
                    <a:pt x="7382122" y="47626"/>
                  </a:lnTo>
                  <a:lnTo>
                    <a:pt x="7279262" y="36995"/>
                  </a:lnTo>
                  <a:lnTo>
                    <a:pt x="7175712" y="27743"/>
                  </a:lnTo>
                  <a:lnTo>
                    <a:pt x="7075185" y="19901"/>
                  </a:lnTo>
                  <a:lnTo>
                    <a:pt x="6981932" y="13491"/>
                  </a:lnTo>
                  <a:lnTo>
                    <a:pt x="6900181" y="8500"/>
                  </a:lnTo>
                  <a:lnTo>
                    <a:pt x="6833410" y="4855"/>
                  </a:lnTo>
                  <a:lnTo>
                    <a:pt x="6783644" y="2412"/>
                  </a:lnTo>
                  <a:lnTo>
                    <a:pt x="6750972" y="963"/>
                  </a:lnTo>
                  <a:lnTo>
                    <a:pt x="6733405" y="256"/>
                  </a:lnTo>
                  <a:lnTo>
                    <a:pt x="6727042" y="23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763" y="47"/>
                  </a:lnTo>
                  <a:lnTo>
                    <a:pt x="5245938" y="386"/>
                  </a:lnTo>
                  <a:lnTo>
                    <a:pt x="5226239" y="1323"/>
                  </a:lnTo>
                  <a:lnTo>
                    <a:pt x="5191088" y="3166"/>
                  </a:lnTo>
                  <a:lnTo>
                    <a:pt x="5138834" y="6201"/>
                  </a:lnTo>
                  <a:lnTo>
                    <a:pt x="5069875" y="10656"/>
                  </a:lnTo>
                  <a:lnTo>
                    <a:pt x="4986472" y="16685"/>
                  </a:lnTo>
                  <a:lnTo>
                    <a:pt x="4892223" y="24361"/>
                  </a:lnTo>
                  <a:lnTo>
                    <a:pt x="4791359" y="33692"/>
                  </a:lnTo>
                  <a:lnTo>
                    <a:pt x="4688044" y="44649"/>
                  </a:lnTo>
                  <a:lnTo>
                    <a:pt x="4585852" y="57196"/>
                  </a:lnTo>
                  <a:lnTo>
                    <a:pt x="4487494" y="71321"/>
                  </a:lnTo>
                  <a:lnTo>
                    <a:pt x="4394758" y="87053"/>
                  </a:lnTo>
                  <a:lnTo>
                    <a:pt x="4308606" y="104478"/>
                  </a:lnTo>
                  <a:lnTo>
                    <a:pt x="4229340" y="123742"/>
                  </a:lnTo>
                  <a:lnTo>
                    <a:pt x="4156781" y="145049"/>
                  </a:lnTo>
                  <a:lnTo>
                    <a:pt x="4090430" y="168661"/>
                  </a:lnTo>
                  <a:lnTo>
                    <a:pt x="4029593" y="194883"/>
                  </a:lnTo>
                  <a:lnTo>
                    <a:pt x="3973481" y="224052"/>
                  </a:lnTo>
                  <a:lnTo>
                    <a:pt x="3921270" y="256502"/>
                  </a:lnTo>
                  <a:lnTo>
                    <a:pt x="3872164" y="292513"/>
                  </a:lnTo>
                  <a:lnTo>
                    <a:pt x="3829811" y="328282"/>
                  </a:lnTo>
                  <a:lnTo>
                    <a:pt x="3786806" y="369231"/>
                  </a:lnTo>
                  <a:lnTo>
                    <a:pt x="3744993" y="413619"/>
                  </a:lnTo>
                  <a:lnTo>
                    <a:pt x="3704001" y="461514"/>
                  </a:lnTo>
                  <a:lnTo>
                    <a:pt x="3663541" y="512905"/>
                  </a:lnTo>
                  <a:lnTo>
                    <a:pt x="3623391" y="567697"/>
                  </a:lnTo>
                  <a:lnTo>
                    <a:pt x="3583391" y="625704"/>
                  </a:lnTo>
                  <a:lnTo>
                    <a:pt x="3543427" y="686644"/>
                  </a:lnTo>
                  <a:lnTo>
                    <a:pt x="3503431" y="750141"/>
                  </a:lnTo>
                  <a:lnTo>
                    <a:pt x="3463372" y="815731"/>
                  </a:lnTo>
                  <a:lnTo>
                    <a:pt x="3423245" y="882875"/>
                  </a:lnTo>
                  <a:lnTo>
                    <a:pt x="3383068" y="950975"/>
                  </a:lnTo>
                  <a:lnTo>
                    <a:pt x="3342874" y="1019396"/>
                  </a:lnTo>
                  <a:lnTo>
                    <a:pt x="3302699" y="1087489"/>
                  </a:lnTo>
                  <a:lnTo>
                    <a:pt x="3262572" y="1154621"/>
                  </a:lnTo>
                  <a:lnTo>
                    <a:pt x="3222513" y="1220193"/>
                  </a:lnTo>
                  <a:lnTo>
                    <a:pt x="3182518" y="1283667"/>
                  </a:lnTo>
                  <a:lnTo>
                    <a:pt x="3142554" y="1344579"/>
                  </a:lnTo>
                  <a:lnTo>
                    <a:pt x="3102553" y="1402556"/>
                  </a:lnTo>
                  <a:lnTo>
                    <a:pt x="3062401" y="1457315"/>
                  </a:lnTo>
                  <a:lnTo>
                    <a:pt x="3021937" y="1508671"/>
                  </a:lnTo>
                  <a:lnTo>
                    <a:pt x="2980938" y="1556531"/>
                  </a:lnTo>
                  <a:lnTo>
                    <a:pt x="2939115" y="1600885"/>
                  </a:lnTo>
                  <a:lnTo>
                    <a:pt x="2896531" y="1641410"/>
                  </a:lnTo>
                  <a:lnTo>
                    <a:pt x="2849607" y="1680774"/>
                  </a:lnTo>
                  <a:lnTo>
                    <a:pt x="2800238" y="1716436"/>
                  </a:lnTo>
                  <a:lnTo>
                    <a:pt x="2747690" y="1748559"/>
                  </a:lnTo>
                  <a:lnTo>
                    <a:pt x="2691161" y="1777432"/>
                  </a:lnTo>
                  <a:lnTo>
                    <a:pt x="2629832" y="1803391"/>
                  </a:lnTo>
                  <a:lnTo>
                    <a:pt x="2562916" y="1826770"/>
                  </a:lnTo>
                  <a:lnTo>
                    <a:pt x="2489735" y="1847872"/>
                  </a:lnTo>
                  <a:lnTo>
                    <a:pt x="2409813" y="1866952"/>
                  </a:lnTo>
                  <a:lnTo>
                    <a:pt x="2323011" y="1884211"/>
                  </a:lnTo>
                  <a:lnTo>
                    <a:pt x="2229686" y="1899787"/>
                  </a:lnTo>
                  <a:lnTo>
                    <a:pt x="2130870" y="1913761"/>
                  </a:lnTo>
                  <a:lnTo>
                    <a:pt x="2028440" y="1926157"/>
                  </a:lnTo>
                  <a:lnTo>
                    <a:pt x="1925192" y="1936961"/>
                  </a:lnTo>
                  <a:lnTo>
                    <a:pt x="1824774" y="1946135"/>
                  </a:lnTo>
                  <a:lnTo>
                    <a:pt x="1731382" y="1953652"/>
                  </a:lnTo>
                  <a:lnTo>
                    <a:pt x="1649217" y="1959527"/>
                  </a:lnTo>
                  <a:lnTo>
                    <a:pt x="1581781" y="1963838"/>
                  </a:lnTo>
                  <a:lnTo>
                    <a:pt x="1531173" y="1966748"/>
                  </a:lnTo>
                  <a:lnTo>
                    <a:pt x="1497600" y="1968493"/>
                  </a:lnTo>
                  <a:lnTo>
                    <a:pt x="1479216" y="1969359"/>
                  </a:lnTo>
                  <a:lnTo>
                    <a:pt x="1472274" y="1969657"/>
                  </a:lnTo>
                  <a:lnTo>
                    <a:pt x="1471387" y="1969692"/>
                  </a:lnTo>
                  <a:lnTo>
                    <a:pt x="0" y="196969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96" name="pg1196"/>
            <p:cNvSpPr/>
            <p:nvPr/>
          </p:nvSpPr>
          <p:spPr>
            <a:xfrm>
              <a:off x="4799595" y="6475429"/>
              <a:ext cx="11981298" cy="4503322"/>
            </a:xfrm>
            <a:custGeom>
              <a:avLst/>
              <a:pathLst>
                <a:path w="11981298" h="4503322">
                  <a:moveTo>
                    <a:pt x="0" y="1887962"/>
                  </a:moveTo>
                  <a:lnTo>
                    <a:pt x="1471387" y="1887962"/>
                  </a:lnTo>
                  <a:lnTo>
                    <a:pt x="1472583" y="1887917"/>
                  </a:lnTo>
                  <a:lnTo>
                    <a:pt x="1480434" y="1887592"/>
                  </a:lnTo>
                  <a:lnTo>
                    <a:pt x="1500194" y="1886695"/>
                  </a:lnTo>
                  <a:lnTo>
                    <a:pt x="1535451" y="1884930"/>
                  </a:lnTo>
                  <a:lnTo>
                    <a:pt x="1587851" y="1882024"/>
                  </a:lnTo>
                  <a:lnTo>
                    <a:pt x="1656986" y="1877758"/>
                  </a:lnTo>
                  <a:lnTo>
                    <a:pt x="1740577" y="1871987"/>
                  </a:lnTo>
                  <a:lnTo>
                    <a:pt x="1835006" y="1864639"/>
                  </a:lnTo>
                  <a:lnTo>
                    <a:pt x="1936025" y="1855709"/>
                  </a:lnTo>
                  <a:lnTo>
                    <a:pt x="2039462" y="1845224"/>
                  </a:lnTo>
                  <a:lnTo>
                    <a:pt x="2141737" y="1833218"/>
                  </a:lnTo>
                  <a:lnTo>
                    <a:pt x="2240143" y="1819704"/>
                  </a:lnTo>
                  <a:lnTo>
                    <a:pt x="2332895" y="1804650"/>
                  </a:lnTo>
                  <a:lnTo>
                    <a:pt x="2419040" y="1787976"/>
                  </a:lnTo>
                  <a:lnTo>
                    <a:pt x="2498283" y="1769541"/>
                  </a:lnTo>
                  <a:lnTo>
                    <a:pt x="2570810" y="1749147"/>
                  </a:lnTo>
                  <a:lnTo>
                    <a:pt x="2637127" y="1726544"/>
                  </a:lnTo>
                  <a:lnTo>
                    <a:pt x="2697931" y="1701438"/>
                  </a:lnTo>
                  <a:lnTo>
                    <a:pt x="2754017" y="1673507"/>
                  </a:lnTo>
                  <a:lnTo>
                    <a:pt x="2806210" y="1642431"/>
                  </a:lnTo>
                  <a:lnTo>
                    <a:pt x="2855309" y="1607944"/>
                  </a:lnTo>
                  <a:lnTo>
                    <a:pt x="2896531" y="1574664"/>
                  </a:lnTo>
                  <a:lnTo>
                    <a:pt x="2940188" y="1534957"/>
                  </a:lnTo>
                  <a:lnTo>
                    <a:pt x="2982622" y="1491864"/>
                  </a:lnTo>
                  <a:lnTo>
                    <a:pt x="3024219" y="1445321"/>
                  </a:lnTo>
                  <a:lnTo>
                    <a:pt x="3065280" y="1395341"/>
                  </a:lnTo>
                  <a:lnTo>
                    <a:pt x="3106033" y="1342022"/>
                  </a:lnTo>
                  <a:lnTo>
                    <a:pt x="3146642" y="1285559"/>
                  </a:lnTo>
                  <a:lnTo>
                    <a:pt x="3187222" y="1226240"/>
                  </a:lnTo>
                  <a:lnTo>
                    <a:pt x="3227839" y="1164450"/>
                  </a:lnTo>
                  <a:lnTo>
                    <a:pt x="3268525" y="1100663"/>
                  </a:lnTo>
                  <a:lnTo>
                    <a:pt x="3309279" y="1035425"/>
                  </a:lnTo>
                  <a:lnTo>
                    <a:pt x="3350078" y="969342"/>
                  </a:lnTo>
                  <a:lnTo>
                    <a:pt x="3390890" y="903050"/>
                  </a:lnTo>
                  <a:lnTo>
                    <a:pt x="3431677" y="837198"/>
                  </a:lnTo>
                  <a:lnTo>
                    <a:pt x="3472408" y="772413"/>
                  </a:lnTo>
                  <a:lnTo>
                    <a:pt x="3513068" y="709282"/>
                  </a:lnTo>
                  <a:lnTo>
                    <a:pt x="3553666" y="648328"/>
                  </a:lnTo>
                  <a:lnTo>
                    <a:pt x="3594247" y="589993"/>
                  </a:lnTo>
                  <a:lnTo>
                    <a:pt x="3634892" y="534629"/>
                  </a:lnTo>
                  <a:lnTo>
                    <a:pt x="3675733" y="482489"/>
                  </a:lnTo>
                  <a:lnTo>
                    <a:pt x="3716956" y="433734"/>
                  </a:lnTo>
                  <a:lnTo>
                    <a:pt x="3758815" y="388431"/>
                  </a:lnTo>
                  <a:lnTo>
                    <a:pt x="3801638" y="346562"/>
                  </a:lnTo>
                  <a:lnTo>
                    <a:pt x="3829811" y="321471"/>
                  </a:lnTo>
                  <a:lnTo>
                    <a:pt x="3876789" y="283864"/>
                  </a:lnTo>
                  <a:lnTo>
                    <a:pt x="3926219" y="249797"/>
                  </a:lnTo>
                  <a:lnTo>
                    <a:pt x="3978836" y="219114"/>
                  </a:lnTo>
                  <a:lnTo>
                    <a:pt x="4035446" y="191540"/>
                  </a:lnTo>
                  <a:lnTo>
                    <a:pt x="4096871" y="166751"/>
                  </a:lnTo>
                  <a:lnTo>
                    <a:pt x="4163899" y="144428"/>
                  </a:lnTo>
                  <a:lnTo>
                    <a:pt x="4237211" y="124282"/>
                  </a:lnTo>
                  <a:lnTo>
                    <a:pt x="4317281" y="106067"/>
                  </a:lnTo>
                  <a:lnTo>
                    <a:pt x="4404246" y="89594"/>
                  </a:lnTo>
                  <a:lnTo>
                    <a:pt x="4497742" y="74728"/>
                  </a:lnTo>
                  <a:lnTo>
                    <a:pt x="4596724" y="61395"/>
                  </a:lnTo>
                  <a:lnTo>
                    <a:pt x="4699300" y="49571"/>
                  </a:lnTo>
                  <a:lnTo>
                    <a:pt x="4802651" y="39270"/>
                  </a:lnTo>
                  <a:lnTo>
                    <a:pt x="4903107" y="30529"/>
                  </a:lnTo>
                  <a:lnTo>
                    <a:pt x="4996454" y="23372"/>
                  </a:lnTo>
                  <a:lnTo>
                    <a:pt x="5078480" y="17787"/>
                  </a:lnTo>
                  <a:lnTo>
                    <a:pt x="5145693" y="13694"/>
                  </a:lnTo>
                  <a:lnTo>
                    <a:pt x="5196016" y="10938"/>
                  </a:lnTo>
                  <a:lnTo>
                    <a:pt x="5229285" y="9292"/>
                  </a:lnTo>
                  <a:lnTo>
                    <a:pt x="5247391" y="8479"/>
                  </a:lnTo>
                  <a:lnTo>
                    <a:pt x="5254135" y="8203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255" y="8255"/>
                  </a:lnTo>
                  <a:lnTo>
                    <a:pt x="6733279" y="8842"/>
                  </a:lnTo>
                  <a:lnTo>
                    <a:pt x="6748562" y="10465"/>
                  </a:lnTo>
                  <a:lnTo>
                    <a:pt x="6776126" y="13664"/>
                  </a:lnTo>
                  <a:lnTo>
                    <a:pt x="6817697" y="18953"/>
                  </a:lnTo>
                  <a:lnTo>
                    <a:pt x="6873575" y="26774"/>
                  </a:lnTo>
                  <a:lnTo>
                    <a:pt x="6942675" y="37461"/>
                  </a:lnTo>
                  <a:lnTo>
                    <a:pt x="7022758" y="51219"/>
                  </a:lnTo>
                  <a:lnTo>
                    <a:pt x="7110838" y="68129"/>
                  </a:lnTo>
                  <a:lnTo>
                    <a:pt x="7203647" y="88183"/>
                  </a:lnTo>
                  <a:lnTo>
                    <a:pt x="7298060" y="111322"/>
                  </a:lnTo>
                  <a:lnTo>
                    <a:pt x="7391403" y="137485"/>
                  </a:lnTo>
                  <a:lnTo>
                    <a:pt x="7481613" y="166650"/>
                  </a:lnTo>
                  <a:lnTo>
                    <a:pt x="7567273" y="198862"/>
                  </a:lnTo>
                  <a:lnTo>
                    <a:pt x="7647552" y="234250"/>
                  </a:lnTo>
                  <a:lnTo>
                    <a:pt x="7722108" y="273041"/>
                  </a:lnTo>
                  <a:lnTo>
                    <a:pt x="7790968" y="315557"/>
                  </a:lnTo>
                  <a:lnTo>
                    <a:pt x="7854425" y="362210"/>
                  </a:lnTo>
                  <a:lnTo>
                    <a:pt x="7912941" y="413497"/>
                  </a:lnTo>
                  <a:lnTo>
                    <a:pt x="7967083" y="469975"/>
                  </a:lnTo>
                  <a:lnTo>
                    <a:pt x="8017467" y="532236"/>
                  </a:lnTo>
                  <a:lnTo>
                    <a:pt x="8064718" y="600850"/>
                  </a:lnTo>
                  <a:lnTo>
                    <a:pt x="8109441" y="676288"/>
                  </a:lnTo>
                  <a:lnTo>
                    <a:pt x="8151487" y="757364"/>
                  </a:lnTo>
                  <a:lnTo>
                    <a:pt x="8182436" y="823528"/>
                  </a:lnTo>
                  <a:lnTo>
                    <a:pt x="8212713" y="893689"/>
                  </a:lnTo>
                  <a:lnTo>
                    <a:pt x="8242468" y="967925"/>
                  </a:lnTo>
                  <a:lnTo>
                    <a:pt x="8271828" y="1046276"/>
                  </a:lnTo>
                  <a:lnTo>
                    <a:pt x="8300899" y="1128733"/>
                  </a:lnTo>
                  <a:lnTo>
                    <a:pt x="8329768" y="1215237"/>
                  </a:lnTo>
                  <a:lnTo>
                    <a:pt x="8358506" y="1305677"/>
                  </a:lnTo>
                  <a:lnTo>
                    <a:pt x="8387170" y="1399883"/>
                  </a:lnTo>
                  <a:lnTo>
                    <a:pt x="8415803" y="1497628"/>
                  </a:lnTo>
                  <a:lnTo>
                    <a:pt x="8444436" y="1598630"/>
                  </a:lnTo>
                  <a:lnTo>
                    <a:pt x="8473091" y="1702549"/>
                  </a:lnTo>
                  <a:lnTo>
                    <a:pt x="8501777" y="1808993"/>
                  </a:lnTo>
                  <a:lnTo>
                    <a:pt x="8530500" y="1917524"/>
                  </a:lnTo>
                  <a:lnTo>
                    <a:pt x="8559256" y="2027665"/>
                  </a:lnTo>
                  <a:lnTo>
                    <a:pt x="8588037" y="2138905"/>
                  </a:lnTo>
                  <a:lnTo>
                    <a:pt x="8616831" y="2250712"/>
                  </a:lnTo>
                  <a:lnTo>
                    <a:pt x="8645626" y="2362544"/>
                  </a:lnTo>
                  <a:lnTo>
                    <a:pt x="8674409" y="2473857"/>
                  </a:lnTo>
                  <a:lnTo>
                    <a:pt x="8703167" y="2584118"/>
                  </a:lnTo>
                  <a:lnTo>
                    <a:pt x="8731893" y="2692815"/>
                  </a:lnTo>
                  <a:lnTo>
                    <a:pt x="8760583" y="2799465"/>
                  </a:lnTo>
                  <a:lnTo>
                    <a:pt x="8789240" y="2903628"/>
                  </a:lnTo>
                  <a:lnTo>
                    <a:pt x="8817874" y="3004907"/>
                  </a:lnTo>
                  <a:lnTo>
                    <a:pt x="8846506" y="3102958"/>
                  </a:lnTo>
                  <a:lnTo>
                    <a:pt x="8875166" y="3197492"/>
                  </a:lnTo>
                  <a:lnTo>
                    <a:pt x="8903895" y="3288278"/>
                  </a:lnTo>
                  <a:lnTo>
                    <a:pt x="8932750" y="3375142"/>
                  </a:lnTo>
                  <a:lnTo>
                    <a:pt x="8961799" y="3457967"/>
                  </a:lnTo>
                  <a:lnTo>
                    <a:pt x="8991129" y="3536688"/>
                  </a:lnTo>
                  <a:lnTo>
                    <a:pt x="9020844" y="3611294"/>
                  </a:lnTo>
                  <a:lnTo>
                    <a:pt x="9051068" y="3681818"/>
                  </a:lnTo>
                  <a:lnTo>
                    <a:pt x="9081950" y="3748337"/>
                  </a:lnTo>
                  <a:lnTo>
                    <a:pt x="9084767" y="3754130"/>
                  </a:lnTo>
                  <a:lnTo>
                    <a:pt x="9127536" y="3836514"/>
                  </a:lnTo>
                  <a:lnTo>
                    <a:pt x="9172296" y="3911836"/>
                  </a:lnTo>
                  <a:lnTo>
                    <a:pt x="9219594" y="3980341"/>
                  </a:lnTo>
                  <a:lnTo>
                    <a:pt x="9270035" y="4042501"/>
                  </a:lnTo>
                  <a:lnTo>
                    <a:pt x="9324245" y="4098888"/>
                  </a:lnTo>
                  <a:lnTo>
                    <a:pt x="9382838" y="4150093"/>
                  </a:lnTo>
                  <a:lnTo>
                    <a:pt x="9446381" y="4196674"/>
                  </a:lnTo>
                  <a:lnTo>
                    <a:pt x="9515334" y="4239125"/>
                  </a:lnTo>
                  <a:lnTo>
                    <a:pt x="9589985" y="4277857"/>
                  </a:lnTo>
                  <a:lnTo>
                    <a:pt x="9670358" y="4313192"/>
                  </a:lnTo>
                  <a:lnTo>
                    <a:pt x="9756101" y="4345352"/>
                  </a:lnTo>
                  <a:lnTo>
                    <a:pt x="9846376" y="4374467"/>
                  </a:lnTo>
                  <a:lnTo>
                    <a:pt x="9939756" y="4400580"/>
                  </a:lnTo>
                  <a:lnTo>
                    <a:pt x="10034166" y="4423669"/>
                  </a:lnTo>
                  <a:lnTo>
                    <a:pt x="10126922" y="4443671"/>
                  </a:lnTo>
                  <a:lnTo>
                    <a:pt x="10214896" y="4460529"/>
                  </a:lnTo>
                  <a:lnTo>
                    <a:pt x="10294821" y="4474234"/>
                  </a:lnTo>
                  <a:lnTo>
                    <a:pt x="10363717" y="4484872"/>
                  </a:lnTo>
                  <a:lnTo>
                    <a:pt x="10419363" y="4492649"/>
                  </a:lnTo>
                  <a:lnTo>
                    <a:pt x="10460695" y="4497899"/>
                  </a:lnTo>
                  <a:lnTo>
                    <a:pt x="10488037" y="4501067"/>
                  </a:lnTo>
                  <a:lnTo>
                    <a:pt x="10503139" y="4502668"/>
                  </a:lnTo>
                  <a:lnTo>
                    <a:pt x="10509042" y="4503243"/>
                  </a:lnTo>
                  <a:lnTo>
                    <a:pt x="10509911" y="4503322"/>
                  </a:lnTo>
                  <a:lnTo>
                    <a:pt x="11981298" y="4503322"/>
                  </a:lnTo>
                  <a:lnTo>
                    <a:pt x="11981298" y="4495149"/>
                  </a:lnTo>
                  <a:lnTo>
                    <a:pt x="10509911" y="4495149"/>
                  </a:lnTo>
                  <a:lnTo>
                    <a:pt x="10508998" y="4495066"/>
                  </a:lnTo>
                  <a:lnTo>
                    <a:pt x="10502974" y="4494479"/>
                  </a:lnTo>
                  <a:lnTo>
                    <a:pt x="10487691" y="4492856"/>
                  </a:lnTo>
                  <a:lnTo>
                    <a:pt x="10460127" y="4489657"/>
                  </a:lnTo>
                  <a:lnTo>
                    <a:pt x="10418557" y="4484368"/>
                  </a:lnTo>
                  <a:lnTo>
                    <a:pt x="10362678" y="4476547"/>
                  </a:lnTo>
                  <a:lnTo>
                    <a:pt x="10293578" y="4465860"/>
                  </a:lnTo>
                  <a:lnTo>
                    <a:pt x="10213495" y="4452102"/>
                  </a:lnTo>
                  <a:lnTo>
                    <a:pt x="10125415" y="4435192"/>
                  </a:lnTo>
                  <a:lnTo>
                    <a:pt x="10032606" y="4415138"/>
                  </a:lnTo>
                  <a:lnTo>
                    <a:pt x="9938193" y="4391999"/>
                  </a:lnTo>
                  <a:lnTo>
                    <a:pt x="9844850" y="4365836"/>
                  </a:lnTo>
                  <a:lnTo>
                    <a:pt x="9754640" y="4336671"/>
                  </a:lnTo>
                  <a:lnTo>
                    <a:pt x="9668980" y="4304459"/>
                  </a:lnTo>
                  <a:lnTo>
                    <a:pt x="9588701" y="4269071"/>
                  </a:lnTo>
                  <a:lnTo>
                    <a:pt x="9514145" y="4230280"/>
                  </a:lnTo>
                  <a:lnTo>
                    <a:pt x="9445285" y="4187764"/>
                  </a:lnTo>
                  <a:lnTo>
                    <a:pt x="9381828" y="4141111"/>
                  </a:lnTo>
                  <a:lnTo>
                    <a:pt x="9323312" y="4089824"/>
                  </a:lnTo>
                  <a:lnTo>
                    <a:pt x="9269170" y="4033346"/>
                  </a:lnTo>
                  <a:lnTo>
                    <a:pt x="9218786" y="3971086"/>
                  </a:lnTo>
                  <a:lnTo>
                    <a:pt x="9171535" y="3902471"/>
                  </a:lnTo>
                  <a:lnTo>
                    <a:pt x="9126813" y="3827033"/>
                  </a:lnTo>
                  <a:lnTo>
                    <a:pt x="9084767" y="3745957"/>
                  </a:lnTo>
                  <a:lnTo>
                    <a:pt x="9053817" y="3679793"/>
                  </a:lnTo>
                  <a:lnTo>
                    <a:pt x="9023540" y="3609632"/>
                  </a:lnTo>
                  <a:lnTo>
                    <a:pt x="8993785" y="3535396"/>
                  </a:lnTo>
                  <a:lnTo>
                    <a:pt x="8964425" y="3457046"/>
                  </a:lnTo>
                  <a:lnTo>
                    <a:pt x="8935354" y="3374589"/>
                  </a:lnTo>
                  <a:lnTo>
                    <a:pt x="8906485" y="3288084"/>
                  </a:lnTo>
                  <a:lnTo>
                    <a:pt x="8877747" y="3197644"/>
                  </a:lnTo>
                  <a:lnTo>
                    <a:pt x="8849083" y="3103439"/>
                  </a:lnTo>
                  <a:lnTo>
                    <a:pt x="8820450" y="3005693"/>
                  </a:lnTo>
                  <a:lnTo>
                    <a:pt x="8791817" y="2904691"/>
                  </a:lnTo>
                  <a:lnTo>
                    <a:pt x="8763162" y="2800772"/>
                  </a:lnTo>
                  <a:lnTo>
                    <a:pt x="8734476" y="2694328"/>
                  </a:lnTo>
                  <a:lnTo>
                    <a:pt x="8705753" y="2585797"/>
                  </a:lnTo>
                  <a:lnTo>
                    <a:pt x="8676997" y="2475656"/>
                  </a:lnTo>
                  <a:lnTo>
                    <a:pt x="8648217" y="2364416"/>
                  </a:lnTo>
                  <a:lnTo>
                    <a:pt x="8619422" y="2252609"/>
                  </a:lnTo>
                  <a:lnTo>
                    <a:pt x="8590627" y="2140777"/>
                  </a:lnTo>
                  <a:lnTo>
                    <a:pt x="8561845" y="2029464"/>
                  </a:lnTo>
                  <a:lnTo>
                    <a:pt x="8533086" y="1919203"/>
                  </a:lnTo>
                  <a:lnTo>
                    <a:pt x="8504360" y="1810507"/>
                  </a:lnTo>
                  <a:lnTo>
                    <a:pt x="8475670" y="1703856"/>
                  </a:lnTo>
                  <a:lnTo>
                    <a:pt x="8447014" y="1599693"/>
                  </a:lnTo>
                  <a:lnTo>
                    <a:pt x="8418379" y="1498414"/>
                  </a:lnTo>
                  <a:lnTo>
                    <a:pt x="8389747" y="1400363"/>
                  </a:lnTo>
                  <a:lnTo>
                    <a:pt x="8361088" y="1305829"/>
                  </a:lnTo>
                  <a:lnTo>
                    <a:pt x="8332358" y="1215043"/>
                  </a:lnTo>
                  <a:lnTo>
                    <a:pt x="8303504" y="1128179"/>
                  </a:lnTo>
                  <a:lnTo>
                    <a:pt x="8274454" y="1045354"/>
                  </a:lnTo>
                  <a:lnTo>
                    <a:pt x="8245124" y="966633"/>
                  </a:lnTo>
                  <a:lnTo>
                    <a:pt x="8215410" y="892027"/>
                  </a:lnTo>
                  <a:lnTo>
                    <a:pt x="8185186" y="821503"/>
                  </a:lnTo>
                  <a:lnTo>
                    <a:pt x="8154303" y="754984"/>
                  </a:lnTo>
                  <a:lnTo>
                    <a:pt x="8151487" y="749191"/>
                  </a:lnTo>
                  <a:lnTo>
                    <a:pt x="8108717" y="666807"/>
                  </a:lnTo>
                  <a:lnTo>
                    <a:pt x="8063958" y="591485"/>
                  </a:lnTo>
                  <a:lnTo>
                    <a:pt x="8016659" y="522980"/>
                  </a:lnTo>
                  <a:lnTo>
                    <a:pt x="7966218" y="460820"/>
                  </a:lnTo>
                  <a:lnTo>
                    <a:pt x="7912009" y="404433"/>
                  </a:lnTo>
                  <a:lnTo>
                    <a:pt x="7853415" y="353228"/>
                  </a:lnTo>
                  <a:lnTo>
                    <a:pt x="7789872" y="306647"/>
                  </a:lnTo>
                  <a:lnTo>
                    <a:pt x="7720919" y="264196"/>
                  </a:lnTo>
                  <a:lnTo>
                    <a:pt x="7646268" y="225464"/>
                  </a:lnTo>
                  <a:lnTo>
                    <a:pt x="7565896" y="190130"/>
                  </a:lnTo>
                  <a:lnTo>
                    <a:pt x="7480153" y="157969"/>
                  </a:lnTo>
                  <a:lnTo>
                    <a:pt x="7389877" y="128854"/>
                  </a:lnTo>
                  <a:lnTo>
                    <a:pt x="7296497" y="102741"/>
                  </a:lnTo>
                  <a:lnTo>
                    <a:pt x="7202088" y="79652"/>
                  </a:lnTo>
                  <a:lnTo>
                    <a:pt x="7109331" y="59650"/>
                  </a:lnTo>
                  <a:lnTo>
                    <a:pt x="7021357" y="42792"/>
                  </a:lnTo>
                  <a:lnTo>
                    <a:pt x="6941433" y="29087"/>
                  </a:lnTo>
                  <a:lnTo>
                    <a:pt x="6872536" y="18449"/>
                  </a:lnTo>
                  <a:lnTo>
                    <a:pt x="6816890" y="10672"/>
                  </a:lnTo>
                  <a:lnTo>
                    <a:pt x="6775558" y="5422"/>
                  </a:lnTo>
                  <a:lnTo>
                    <a:pt x="6748216" y="2254"/>
                  </a:lnTo>
                  <a:lnTo>
                    <a:pt x="6733114" y="653"/>
                  </a:lnTo>
                  <a:lnTo>
                    <a:pt x="6727211" y="78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760" y="45"/>
                  </a:lnTo>
                  <a:lnTo>
                    <a:pt x="5245909" y="370"/>
                  </a:lnTo>
                  <a:lnTo>
                    <a:pt x="5226148" y="1267"/>
                  </a:lnTo>
                  <a:lnTo>
                    <a:pt x="5190891" y="3032"/>
                  </a:lnTo>
                  <a:lnTo>
                    <a:pt x="5138491" y="5938"/>
                  </a:lnTo>
                  <a:lnTo>
                    <a:pt x="5069356" y="10203"/>
                  </a:lnTo>
                  <a:lnTo>
                    <a:pt x="4985765" y="15975"/>
                  </a:lnTo>
                  <a:lnTo>
                    <a:pt x="4891337" y="23322"/>
                  </a:lnTo>
                  <a:lnTo>
                    <a:pt x="4790317" y="32252"/>
                  </a:lnTo>
                  <a:lnTo>
                    <a:pt x="4686880" y="42737"/>
                  </a:lnTo>
                  <a:lnTo>
                    <a:pt x="4584605" y="54743"/>
                  </a:lnTo>
                  <a:lnTo>
                    <a:pt x="4486200" y="68258"/>
                  </a:lnTo>
                  <a:lnTo>
                    <a:pt x="4393447" y="83311"/>
                  </a:lnTo>
                  <a:lnTo>
                    <a:pt x="4307302" y="99986"/>
                  </a:lnTo>
                  <a:lnTo>
                    <a:pt x="4228059" y="118421"/>
                  </a:lnTo>
                  <a:lnTo>
                    <a:pt x="4155532" y="138815"/>
                  </a:lnTo>
                  <a:lnTo>
                    <a:pt x="4089215" y="161417"/>
                  </a:lnTo>
                  <a:lnTo>
                    <a:pt x="4028411" y="186524"/>
                  </a:lnTo>
                  <a:lnTo>
                    <a:pt x="3972325" y="214455"/>
                  </a:lnTo>
                  <a:lnTo>
                    <a:pt x="3920132" y="245530"/>
                  </a:lnTo>
                  <a:lnTo>
                    <a:pt x="3871033" y="280017"/>
                  </a:lnTo>
                  <a:lnTo>
                    <a:pt x="3829811" y="313298"/>
                  </a:lnTo>
                  <a:lnTo>
                    <a:pt x="3786154" y="353005"/>
                  </a:lnTo>
                  <a:lnTo>
                    <a:pt x="3743721" y="396097"/>
                  </a:lnTo>
                  <a:lnTo>
                    <a:pt x="3702123" y="442640"/>
                  </a:lnTo>
                  <a:lnTo>
                    <a:pt x="3661062" y="492621"/>
                  </a:lnTo>
                  <a:lnTo>
                    <a:pt x="3620309" y="545939"/>
                  </a:lnTo>
                  <a:lnTo>
                    <a:pt x="3579700" y="602403"/>
                  </a:lnTo>
                  <a:lnTo>
                    <a:pt x="3539120" y="661722"/>
                  </a:lnTo>
                  <a:lnTo>
                    <a:pt x="3498503" y="723511"/>
                  </a:lnTo>
                  <a:lnTo>
                    <a:pt x="3457817" y="787299"/>
                  </a:lnTo>
                  <a:lnTo>
                    <a:pt x="3417064" y="852536"/>
                  </a:lnTo>
                  <a:lnTo>
                    <a:pt x="3376264" y="918620"/>
                  </a:lnTo>
                  <a:lnTo>
                    <a:pt x="3335452" y="984911"/>
                  </a:lnTo>
                  <a:lnTo>
                    <a:pt x="3294665" y="1050764"/>
                  </a:lnTo>
                  <a:lnTo>
                    <a:pt x="3253934" y="1115549"/>
                  </a:lnTo>
                  <a:lnTo>
                    <a:pt x="3213275" y="1178679"/>
                  </a:lnTo>
                  <a:lnTo>
                    <a:pt x="3172676" y="1239633"/>
                  </a:lnTo>
                  <a:lnTo>
                    <a:pt x="3132095" y="1297968"/>
                  </a:lnTo>
                  <a:lnTo>
                    <a:pt x="3091450" y="1353333"/>
                  </a:lnTo>
                  <a:lnTo>
                    <a:pt x="3050610" y="1405472"/>
                  </a:lnTo>
                  <a:lnTo>
                    <a:pt x="3009386" y="1454227"/>
                  </a:lnTo>
                  <a:lnTo>
                    <a:pt x="2967527" y="1499531"/>
                  </a:lnTo>
                  <a:lnTo>
                    <a:pt x="2924704" y="1541399"/>
                  </a:lnTo>
                  <a:lnTo>
                    <a:pt x="2896531" y="1566491"/>
                  </a:lnTo>
                  <a:lnTo>
                    <a:pt x="2849553" y="1604098"/>
                  </a:lnTo>
                  <a:lnTo>
                    <a:pt x="2800123" y="1638165"/>
                  </a:lnTo>
                  <a:lnTo>
                    <a:pt x="2747506" y="1668847"/>
                  </a:lnTo>
                  <a:lnTo>
                    <a:pt x="2690896" y="1696422"/>
                  </a:lnTo>
                  <a:lnTo>
                    <a:pt x="2629472" y="1721211"/>
                  </a:lnTo>
                  <a:lnTo>
                    <a:pt x="2562443" y="1743534"/>
                  </a:lnTo>
                  <a:lnTo>
                    <a:pt x="2489131" y="1763680"/>
                  </a:lnTo>
                  <a:lnTo>
                    <a:pt x="2409062" y="1781895"/>
                  </a:lnTo>
                  <a:lnTo>
                    <a:pt x="2322097" y="1798368"/>
                  </a:lnTo>
                  <a:lnTo>
                    <a:pt x="2228600" y="1813233"/>
                  </a:lnTo>
                  <a:lnTo>
                    <a:pt x="2129618" y="1826566"/>
                  </a:lnTo>
                  <a:lnTo>
                    <a:pt x="2027042" y="1838391"/>
                  </a:lnTo>
                  <a:lnTo>
                    <a:pt x="1923691" y="1848691"/>
                  </a:lnTo>
                  <a:lnTo>
                    <a:pt x="1823235" y="1857432"/>
                  </a:lnTo>
                  <a:lnTo>
                    <a:pt x="1729888" y="1864589"/>
                  </a:lnTo>
                  <a:lnTo>
                    <a:pt x="1647862" y="1870175"/>
                  </a:lnTo>
                  <a:lnTo>
                    <a:pt x="1580650" y="1874268"/>
                  </a:lnTo>
                  <a:lnTo>
                    <a:pt x="1530326" y="1877024"/>
                  </a:lnTo>
                  <a:lnTo>
                    <a:pt x="1497057" y="1878670"/>
                  </a:lnTo>
                  <a:lnTo>
                    <a:pt x="1478951" y="1879482"/>
                  </a:lnTo>
                  <a:lnTo>
                    <a:pt x="1472207" y="1879758"/>
                  </a:lnTo>
                  <a:lnTo>
                    <a:pt x="1471387" y="1879789"/>
                  </a:lnTo>
                  <a:lnTo>
                    <a:pt x="0" y="1879789"/>
                  </a:lnTo>
                  <a:close/>
                </a:path>
              </a:pathLst>
            </a:custGeom>
            <a:solidFill>
              <a:srgbClr val="67C1B3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197" name="pl1197"/>
            <p:cNvSpPr/>
            <p:nvPr/>
          </p:nvSpPr>
          <p:spPr>
            <a:xfrm>
              <a:off x="4799595" y="6483602"/>
              <a:ext cx="11981298" cy="4495149"/>
            </a:xfrm>
            <a:custGeom>
              <a:avLst/>
              <a:pathLst>
                <a:path w="11981298" h="4495149">
                  <a:moveTo>
                    <a:pt x="0" y="1879789"/>
                  </a:moveTo>
                  <a:lnTo>
                    <a:pt x="1471387" y="1879789"/>
                  </a:lnTo>
                  <a:lnTo>
                    <a:pt x="1472583" y="1879744"/>
                  </a:lnTo>
                  <a:lnTo>
                    <a:pt x="1480434" y="1879419"/>
                  </a:lnTo>
                  <a:lnTo>
                    <a:pt x="1500194" y="1878522"/>
                  </a:lnTo>
                  <a:lnTo>
                    <a:pt x="1535451" y="1876757"/>
                  </a:lnTo>
                  <a:lnTo>
                    <a:pt x="1587851" y="1873851"/>
                  </a:lnTo>
                  <a:lnTo>
                    <a:pt x="1656986" y="1869585"/>
                  </a:lnTo>
                  <a:lnTo>
                    <a:pt x="1740577" y="1863814"/>
                  </a:lnTo>
                  <a:lnTo>
                    <a:pt x="1835006" y="1856466"/>
                  </a:lnTo>
                  <a:lnTo>
                    <a:pt x="1936025" y="1847536"/>
                  </a:lnTo>
                  <a:lnTo>
                    <a:pt x="2039462" y="1837051"/>
                  </a:lnTo>
                  <a:lnTo>
                    <a:pt x="2141737" y="1825045"/>
                  </a:lnTo>
                  <a:lnTo>
                    <a:pt x="2240143" y="1811531"/>
                  </a:lnTo>
                  <a:lnTo>
                    <a:pt x="2332895" y="1796477"/>
                  </a:lnTo>
                  <a:lnTo>
                    <a:pt x="2419040" y="1779803"/>
                  </a:lnTo>
                  <a:lnTo>
                    <a:pt x="2498283" y="1761368"/>
                  </a:lnTo>
                  <a:lnTo>
                    <a:pt x="2570810" y="1740974"/>
                  </a:lnTo>
                  <a:lnTo>
                    <a:pt x="2637127" y="1718371"/>
                  </a:lnTo>
                  <a:lnTo>
                    <a:pt x="2697931" y="1693265"/>
                  </a:lnTo>
                  <a:lnTo>
                    <a:pt x="2754017" y="1665334"/>
                  </a:lnTo>
                  <a:lnTo>
                    <a:pt x="2806210" y="1634258"/>
                  </a:lnTo>
                  <a:lnTo>
                    <a:pt x="2855309" y="1599771"/>
                  </a:lnTo>
                  <a:lnTo>
                    <a:pt x="2896531" y="1566491"/>
                  </a:lnTo>
                  <a:lnTo>
                    <a:pt x="2940188" y="1526784"/>
                  </a:lnTo>
                  <a:lnTo>
                    <a:pt x="2982622" y="1483691"/>
                  </a:lnTo>
                  <a:lnTo>
                    <a:pt x="3024219" y="1437148"/>
                  </a:lnTo>
                  <a:lnTo>
                    <a:pt x="3065280" y="1387168"/>
                  </a:lnTo>
                  <a:lnTo>
                    <a:pt x="3106033" y="1333849"/>
                  </a:lnTo>
                  <a:lnTo>
                    <a:pt x="3146642" y="1277386"/>
                  </a:lnTo>
                  <a:lnTo>
                    <a:pt x="3187222" y="1218067"/>
                  </a:lnTo>
                  <a:lnTo>
                    <a:pt x="3227839" y="1156277"/>
                  </a:lnTo>
                  <a:lnTo>
                    <a:pt x="3268525" y="1092490"/>
                  </a:lnTo>
                  <a:lnTo>
                    <a:pt x="3309279" y="1027252"/>
                  </a:lnTo>
                  <a:lnTo>
                    <a:pt x="3350078" y="961169"/>
                  </a:lnTo>
                  <a:lnTo>
                    <a:pt x="3390890" y="894877"/>
                  </a:lnTo>
                  <a:lnTo>
                    <a:pt x="3431677" y="829025"/>
                  </a:lnTo>
                  <a:lnTo>
                    <a:pt x="3472408" y="764240"/>
                  </a:lnTo>
                  <a:lnTo>
                    <a:pt x="3513068" y="701109"/>
                  </a:lnTo>
                  <a:lnTo>
                    <a:pt x="3553666" y="640155"/>
                  </a:lnTo>
                  <a:lnTo>
                    <a:pt x="3594247" y="581820"/>
                  </a:lnTo>
                  <a:lnTo>
                    <a:pt x="3634892" y="526456"/>
                  </a:lnTo>
                  <a:lnTo>
                    <a:pt x="3675733" y="474316"/>
                  </a:lnTo>
                  <a:lnTo>
                    <a:pt x="3716956" y="425561"/>
                  </a:lnTo>
                  <a:lnTo>
                    <a:pt x="3758815" y="380258"/>
                  </a:lnTo>
                  <a:lnTo>
                    <a:pt x="3801638" y="338389"/>
                  </a:lnTo>
                  <a:lnTo>
                    <a:pt x="3829811" y="313298"/>
                  </a:lnTo>
                  <a:lnTo>
                    <a:pt x="3876789" y="275691"/>
                  </a:lnTo>
                  <a:lnTo>
                    <a:pt x="3926219" y="241624"/>
                  </a:lnTo>
                  <a:lnTo>
                    <a:pt x="3978836" y="210941"/>
                  </a:lnTo>
                  <a:lnTo>
                    <a:pt x="4035446" y="183367"/>
                  </a:lnTo>
                  <a:lnTo>
                    <a:pt x="4096871" y="158578"/>
                  </a:lnTo>
                  <a:lnTo>
                    <a:pt x="4163899" y="136255"/>
                  </a:lnTo>
                  <a:lnTo>
                    <a:pt x="4237211" y="116109"/>
                  </a:lnTo>
                  <a:lnTo>
                    <a:pt x="4317281" y="97894"/>
                  </a:lnTo>
                  <a:lnTo>
                    <a:pt x="4404246" y="81421"/>
                  </a:lnTo>
                  <a:lnTo>
                    <a:pt x="4497742" y="66555"/>
                  </a:lnTo>
                  <a:lnTo>
                    <a:pt x="4596724" y="53222"/>
                  </a:lnTo>
                  <a:lnTo>
                    <a:pt x="4699300" y="41398"/>
                  </a:lnTo>
                  <a:lnTo>
                    <a:pt x="4802651" y="31097"/>
                  </a:lnTo>
                  <a:lnTo>
                    <a:pt x="4903107" y="22356"/>
                  </a:lnTo>
                  <a:lnTo>
                    <a:pt x="4996454" y="15199"/>
                  </a:lnTo>
                  <a:lnTo>
                    <a:pt x="5078480" y="9614"/>
                  </a:lnTo>
                  <a:lnTo>
                    <a:pt x="5145693" y="5521"/>
                  </a:lnTo>
                  <a:lnTo>
                    <a:pt x="5196016" y="2765"/>
                  </a:lnTo>
                  <a:lnTo>
                    <a:pt x="5229285" y="1119"/>
                  </a:lnTo>
                  <a:lnTo>
                    <a:pt x="5247391" y="306"/>
                  </a:lnTo>
                  <a:lnTo>
                    <a:pt x="5254135" y="30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255" y="82"/>
                  </a:lnTo>
                  <a:lnTo>
                    <a:pt x="6733279" y="669"/>
                  </a:lnTo>
                  <a:lnTo>
                    <a:pt x="6748562" y="2292"/>
                  </a:lnTo>
                  <a:lnTo>
                    <a:pt x="6776126" y="5491"/>
                  </a:lnTo>
                  <a:lnTo>
                    <a:pt x="6817697" y="10780"/>
                  </a:lnTo>
                  <a:lnTo>
                    <a:pt x="6873575" y="18601"/>
                  </a:lnTo>
                  <a:lnTo>
                    <a:pt x="6942675" y="29288"/>
                  </a:lnTo>
                  <a:lnTo>
                    <a:pt x="7022758" y="43046"/>
                  </a:lnTo>
                  <a:lnTo>
                    <a:pt x="7110838" y="59956"/>
                  </a:lnTo>
                  <a:lnTo>
                    <a:pt x="7203647" y="80010"/>
                  </a:lnTo>
                  <a:lnTo>
                    <a:pt x="7298060" y="103149"/>
                  </a:lnTo>
                  <a:lnTo>
                    <a:pt x="7391403" y="129312"/>
                  </a:lnTo>
                  <a:lnTo>
                    <a:pt x="7481613" y="158477"/>
                  </a:lnTo>
                  <a:lnTo>
                    <a:pt x="7567273" y="190689"/>
                  </a:lnTo>
                  <a:lnTo>
                    <a:pt x="7647552" y="226077"/>
                  </a:lnTo>
                  <a:lnTo>
                    <a:pt x="7722108" y="264868"/>
                  </a:lnTo>
                  <a:lnTo>
                    <a:pt x="7790968" y="307384"/>
                  </a:lnTo>
                  <a:lnTo>
                    <a:pt x="7854425" y="354037"/>
                  </a:lnTo>
                  <a:lnTo>
                    <a:pt x="7912941" y="405324"/>
                  </a:lnTo>
                  <a:lnTo>
                    <a:pt x="7967083" y="461802"/>
                  </a:lnTo>
                  <a:lnTo>
                    <a:pt x="8017467" y="524063"/>
                  </a:lnTo>
                  <a:lnTo>
                    <a:pt x="8064718" y="592677"/>
                  </a:lnTo>
                  <a:lnTo>
                    <a:pt x="8109441" y="668115"/>
                  </a:lnTo>
                  <a:lnTo>
                    <a:pt x="8151487" y="749191"/>
                  </a:lnTo>
                  <a:lnTo>
                    <a:pt x="8182436" y="815355"/>
                  </a:lnTo>
                  <a:lnTo>
                    <a:pt x="8212713" y="885516"/>
                  </a:lnTo>
                  <a:lnTo>
                    <a:pt x="8242468" y="959752"/>
                  </a:lnTo>
                  <a:lnTo>
                    <a:pt x="8271828" y="1038103"/>
                  </a:lnTo>
                  <a:lnTo>
                    <a:pt x="8300899" y="1120560"/>
                  </a:lnTo>
                  <a:lnTo>
                    <a:pt x="8329768" y="1207064"/>
                  </a:lnTo>
                  <a:lnTo>
                    <a:pt x="8358506" y="1297504"/>
                  </a:lnTo>
                  <a:lnTo>
                    <a:pt x="8387170" y="1391710"/>
                  </a:lnTo>
                  <a:lnTo>
                    <a:pt x="8415803" y="1489455"/>
                  </a:lnTo>
                  <a:lnTo>
                    <a:pt x="8444436" y="1590457"/>
                  </a:lnTo>
                  <a:lnTo>
                    <a:pt x="8473091" y="1694376"/>
                  </a:lnTo>
                  <a:lnTo>
                    <a:pt x="8501777" y="1800820"/>
                  </a:lnTo>
                  <a:lnTo>
                    <a:pt x="8530500" y="1909351"/>
                  </a:lnTo>
                  <a:lnTo>
                    <a:pt x="8559256" y="2019492"/>
                  </a:lnTo>
                  <a:lnTo>
                    <a:pt x="8588037" y="2130732"/>
                  </a:lnTo>
                  <a:lnTo>
                    <a:pt x="8616831" y="2242539"/>
                  </a:lnTo>
                  <a:lnTo>
                    <a:pt x="8645626" y="2354371"/>
                  </a:lnTo>
                  <a:lnTo>
                    <a:pt x="8674409" y="2465684"/>
                  </a:lnTo>
                  <a:lnTo>
                    <a:pt x="8703167" y="2575945"/>
                  </a:lnTo>
                  <a:lnTo>
                    <a:pt x="8731893" y="2684642"/>
                  </a:lnTo>
                  <a:lnTo>
                    <a:pt x="8760583" y="2791292"/>
                  </a:lnTo>
                  <a:lnTo>
                    <a:pt x="8789240" y="2895455"/>
                  </a:lnTo>
                  <a:lnTo>
                    <a:pt x="8817874" y="2996734"/>
                  </a:lnTo>
                  <a:lnTo>
                    <a:pt x="8846506" y="3094785"/>
                  </a:lnTo>
                  <a:lnTo>
                    <a:pt x="8875166" y="3189319"/>
                  </a:lnTo>
                  <a:lnTo>
                    <a:pt x="8903895" y="3280105"/>
                  </a:lnTo>
                  <a:lnTo>
                    <a:pt x="8932750" y="3366969"/>
                  </a:lnTo>
                  <a:lnTo>
                    <a:pt x="8961799" y="3449794"/>
                  </a:lnTo>
                  <a:lnTo>
                    <a:pt x="8991129" y="3528515"/>
                  </a:lnTo>
                  <a:lnTo>
                    <a:pt x="9020844" y="3603121"/>
                  </a:lnTo>
                  <a:lnTo>
                    <a:pt x="9051068" y="3673645"/>
                  </a:lnTo>
                  <a:lnTo>
                    <a:pt x="9081950" y="3740164"/>
                  </a:lnTo>
                  <a:lnTo>
                    <a:pt x="9084767" y="3745957"/>
                  </a:lnTo>
                  <a:lnTo>
                    <a:pt x="9127536" y="3828341"/>
                  </a:lnTo>
                  <a:lnTo>
                    <a:pt x="9172296" y="3903663"/>
                  </a:lnTo>
                  <a:lnTo>
                    <a:pt x="9219594" y="3972168"/>
                  </a:lnTo>
                  <a:lnTo>
                    <a:pt x="9270035" y="4034328"/>
                  </a:lnTo>
                  <a:lnTo>
                    <a:pt x="9324245" y="4090715"/>
                  </a:lnTo>
                  <a:lnTo>
                    <a:pt x="9382838" y="4141920"/>
                  </a:lnTo>
                  <a:lnTo>
                    <a:pt x="9446381" y="4188501"/>
                  </a:lnTo>
                  <a:lnTo>
                    <a:pt x="9515334" y="4230952"/>
                  </a:lnTo>
                  <a:lnTo>
                    <a:pt x="9589985" y="4269684"/>
                  </a:lnTo>
                  <a:lnTo>
                    <a:pt x="9670358" y="4305019"/>
                  </a:lnTo>
                  <a:lnTo>
                    <a:pt x="9756101" y="4337179"/>
                  </a:lnTo>
                  <a:lnTo>
                    <a:pt x="9846376" y="4366294"/>
                  </a:lnTo>
                  <a:lnTo>
                    <a:pt x="9939756" y="4392407"/>
                  </a:lnTo>
                  <a:lnTo>
                    <a:pt x="10034166" y="4415496"/>
                  </a:lnTo>
                  <a:lnTo>
                    <a:pt x="10126922" y="4435498"/>
                  </a:lnTo>
                  <a:lnTo>
                    <a:pt x="10214896" y="4452356"/>
                  </a:lnTo>
                  <a:lnTo>
                    <a:pt x="10294821" y="4466061"/>
                  </a:lnTo>
                  <a:lnTo>
                    <a:pt x="10363717" y="4476699"/>
                  </a:lnTo>
                  <a:lnTo>
                    <a:pt x="10419363" y="4484476"/>
                  </a:lnTo>
                  <a:lnTo>
                    <a:pt x="10460695" y="4489726"/>
                  </a:lnTo>
                  <a:lnTo>
                    <a:pt x="10488037" y="4492894"/>
                  </a:lnTo>
                  <a:lnTo>
                    <a:pt x="10503139" y="4494495"/>
                  </a:lnTo>
                  <a:lnTo>
                    <a:pt x="10509042" y="4495070"/>
                  </a:lnTo>
                  <a:lnTo>
                    <a:pt x="10509911" y="4495149"/>
                  </a:lnTo>
                  <a:lnTo>
                    <a:pt x="11981298" y="449514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98" name="pl1198"/>
            <p:cNvSpPr/>
            <p:nvPr/>
          </p:nvSpPr>
          <p:spPr>
            <a:xfrm>
              <a:off x="4799595" y="6475429"/>
              <a:ext cx="11981298" cy="4495149"/>
            </a:xfrm>
            <a:custGeom>
              <a:avLst/>
              <a:pathLst>
                <a:path w="11981298" h="4495149">
                  <a:moveTo>
                    <a:pt x="11981298" y="4495149"/>
                  </a:moveTo>
                  <a:lnTo>
                    <a:pt x="10509911" y="4495149"/>
                  </a:lnTo>
                  <a:lnTo>
                    <a:pt x="10508998" y="4495066"/>
                  </a:lnTo>
                  <a:lnTo>
                    <a:pt x="10502974" y="4494479"/>
                  </a:lnTo>
                  <a:lnTo>
                    <a:pt x="10487691" y="4492856"/>
                  </a:lnTo>
                  <a:lnTo>
                    <a:pt x="10460127" y="4489657"/>
                  </a:lnTo>
                  <a:lnTo>
                    <a:pt x="10418557" y="4484368"/>
                  </a:lnTo>
                  <a:lnTo>
                    <a:pt x="10362678" y="4476547"/>
                  </a:lnTo>
                  <a:lnTo>
                    <a:pt x="10293578" y="4465860"/>
                  </a:lnTo>
                  <a:lnTo>
                    <a:pt x="10213495" y="4452102"/>
                  </a:lnTo>
                  <a:lnTo>
                    <a:pt x="10125415" y="4435192"/>
                  </a:lnTo>
                  <a:lnTo>
                    <a:pt x="10032606" y="4415138"/>
                  </a:lnTo>
                  <a:lnTo>
                    <a:pt x="9938193" y="4391999"/>
                  </a:lnTo>
                  <a:lnTo>
                    <a:pt x="9844850" y="4365836"/>
                  </a:lnTo>
                  <a:lnTo>
                    <a:pt x="9754640" y="4336671"/>
                  </a:lnTo>
                  <a:lnTo>
                    <a:pt x="9668980" y="4304459"/>
                  </a:lnTo>
                  <a:lnTo>
                    <a:pt x="9588701" y="4269071"/>
                  </a:lnTo>
                  <a:lnTo>
                    <a:pt x="9514145" y="4230280"/>
                  </a:lnTo>
                  <a:lnTo>
                    <a:pt x="9445285" y="4187764"/>
                  </a:lnTo>
                  <a:lnTo>
                    <a:pt x="9381828" y="4141111"/>
                  </a:lnTo>
                  <a:lnTo>
                    <a:pt x="9323312" y="4089824"/>
                  </a:lnTo>
                  <a:lnTo>
                    <a:pt x="9269170" y="4033346"/>
                  </a:lnTo>
                  <a:lnTo>
                    <a:pt x="9218786" y="3971086"/>
                  </a:lnTo>
                  <a:lnTo>
                    <a:pt x="9171535" y="3902471"/>
                  </a:lnTo>
                  <a:lnTo>
                    <a:pt x="9126813" y="3827033"/>
                  </a:lnTo>
                  <a:lnTo>
                    <a:pt x="9084767" y="3745957"/>
                  </a:lnTo>
                  <a:lnTo>
                    <a:pt x="9053817" y="3679793"/>
                  </a:lnTo>
                  <a:lnTo>
                    <a:pt x="9023540" y="3609632"/>
                  </a:lnTo>
                  <a:lnTo>
                    <a:pt x="8993785" y="3535396"/>
                  </a:lnTo>
                  <a:lnTo>
                    <a:pt x="8964425" y="3457046"/>
                  </a:lnTo>
                  <a:lnTo>
                    <a:pt x="8935354" y="3374589"/>
                  </a:lnTo>
                  <a:lnTo>
                    <a:pt x="8906485" y="3288084"/>
                  </a:lnTo>
                  <a:lnTo>
                    <a:pt x="8877747" y="3197644"/>
                  </a:lnTo>
                  <a:lnTo>
                    <a:pt x="8849083" y="3103439"/>
                  </a:lnTo>
                  <a:lnTo>
                    <a:pt x="8820450" y="3005693"/>
                  </a:lnTo>
                  <a:lnTo>
                    <a:pt x="8791817" y="2904691"/>
                  </a:lnTo>
                  <a:lnTo>
                    <a:pt x="8763162" y="2800772"/>
                  </a:lnTo>
                  <a:lnTo>
                    <a:pt x="8734476" y="2694328"/>
                  </a:lnTo>
                  <a:lnTo>
                    <a:pt x="8705753" y="2585797"/>
                  </a:lnTo>
                  <a:lnTo>
                    <a:pt x="8676997" y="2475656"/>
                  </a:lnTo>
                  <a:lnTo>
                    <a:pt x="8648217" y="2364416"/>
                  </a:lnTo>
                  <a:lnTo>
                    <a:pt x="8619422" y="2252609"/>
                  </a:lnTo>
                  <a:lnTo>
                    <a:pt x="8590627" y="2140777"/>
                  </a:lnTo>
                  <a:lnTo>
                    <a:pt x="8561845" y="2029464"/>
                  </a:lnTo>
                  <a:lnTo>
                    <a:pt x="8533086" y="1919203"/>
                  </a:lnTo>
                  <a:lnTo>
                    <a:pt x="8504360" y="1810507"/>
                  </a:lnTo>
                  <a:lnTo>
                    <a:pt x="8475670" y="1703856"/>
                  </a:lnTo>
                  <a:lnTo>
                    <a:pt x="8447014" y="1599693"/>
                  </a:lnTo>
                  <a:lnTo>
                    <a:pt x="8418379" y="1498414"/>
                  </a:lnTo>
                  <a:lnTo>
                    <a:pt x="8389747" y="1400363"/>
                  </a:lnTo>
                  <a:lnTo>
                    <a:pt x="8361088" y="1305829"/>
                  </a:lnTo>
                  <a:lnTo>
                    <a:pt x="8332358" y="1215043"/>
                  </a:lnTo>
                  <a:lnTo>
                    <a:pt x="8303504" y="1128179"/>
                  </a:lnTo>
                  <a:lnTo>
                    <a:pt x="8274454" y="1045354"/>
                  </a:lnTo>
                  <a:lnTo>
                    <a:pt x="8245124" y="966633"/>
                  </a:lnTo>
                  <a:lnTo>
                    <a:pt x="8215410" y="892027"/>
                  </a:lnTo>
                  <a:lnTo>
                    <a:pt x="8185186" y="821503"/>
                  </a:lnTo>
                  <a:lnTo>
                    <a:pt x="8154303" y="754984"/>
                  </a:lnTo>
                  <a:lnTo>
                    <a:pt x="8151487" y="749191"/>
                  </a:lnTo>
                  <a:lnTo>
                    <a:pt x="8108717" y="666807"/>
                  </a:lnTo>
                  <a:lnTo>
                    <a:pt x="8063958" y="591485"/>
                  </a:lnTo>
                  <a:lnTo>
                    <a:pt x="8016659" y="522980"/>
                  </a:lnTo>
                  <a:lnTo>
                    <a:pt x="7966218" y="460820"/>
                  </a:lnTo>
                  <a:lnTo>
                    <a:pt x="7912009" y="404433"/>
                  </a:lnTo>
                  <a:lnTo>
                    <a:pt x="7853415" y="353228"/>
                  </a:lnTo>
                  <a:lnTo>
                    <a:pt x="7789872" y="306647"/>
                  </a:lnTo>
                  <a:lnTo>
                    <a:pt x="7720919" y="264196"/>
                  </a:lnTo>
                  <a:lnTo>
                    <a:pt x="7646268" y="225464"/>
                  </a:lnTo>
                  <a:lnTo>
                    <a:pt x="7565896" y="190130"/>
                  </a:lnTo>
                  <a:lnTo>
                    <a:pt x="7480153" y="157969"/>
                  </a:lnTo>
                  <a:lnTo>
                    <a:pt x="7389877" y="128854"/>
                  </a:lnTo>
                  <a:lnTo>
                    <a:pt x="7296497" y="102741"/>
                  </a:lnTo>
                  <a:lnTo>
                    <a:pt x="7202088" y="79652"/>
                  </a:lnTo>
                  <a:lnTo>
                    <a:pt x="7109331" y="59650"/>
                  </a:lnTo>
                  <a:lnTo>
                    <a:pt x="7021357" y="42792"/>
                  </a:lnTo>
                  <a:lnTo>
                    <a:pt x="6941433" y="29087"/>
                  </a:lnTo>
                  <a:lnTo>
                    <a:pt x="6872536" y="18449"/>
                  </a:lnTo>
                  <a:lnTo>
                    <a:pt x="6816890" y="10672"/>
                  </a:lnTo>
                  <a:lnTo>
                    <a:pt x="6775558" y="5422"/>
                  </a:lnTo>
                  <a:lnTo>
                    <a:pt x="6748216" y="2254"/>
                  </a:lnTo>
                  <a:lnTo>
                    <a:pt x="6733114" y="653"/>
                  </a:lnTo>
                  <a:lnTo>
                    <a:pt x="6727211" y="78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760" y="45"/>
                  </a:lnTo>
                  <a:lnTo>
                    <a:pt x="5245909" y="370"/>
                  </a:lnTo>
                  <a:lnTo>
                    <a:pt x="5226148" y="1267"/>
                  </a:lnTo>
                  <a:lnTo>
                    <a:pt x="5190891" y="3032"/>
                  </a:lnTo>
                  <a:lnTo>
                    <a:pt x="5138491" y="5938"/>
                  </a:lnTo>
                  <a:lnTo>
                    <a:pt x="5069356" y="10203"/>
                  </a:lnTo>
                  <a:lnTo>
                    <a:pt x="4985765" y="15975"/>
                  </a:lnTo>
                  <a:lnTo>
                    <a:pt x="4891337" y="23322"/>
                  </a:lnTo>
                  <a:lnTo>
                    <a:pt x="4790317" y="32252"/>
                  </a:lnTo>
                  <a:lnTo>
                    <a:pt x="4686880" y="42737"/>
                  </a:lnTo>
                  <a:lnTo>
                    <a:pt x="4584605" y="54743"/>
                  </a:lnTo>
                  <a:lnTo>
                    <a:pt x="4486200" y="68258"/>
                  </a:lnTo>
                  <a:lnTo>
                    <a:pt x="4393447" y="83311"/>
                  </a:lnTo>
                  <a:lnTo>
                    <a:pt x="4307302" y="99986"/>
                  </a:lnTo>
                  <a:lnTo>
                    <a:pt x="4228059" y="118421"/>
                  </a:lnTo>
                  <a:lnTo>
                    <a:pt x="4155532" y="138815"/>
                  </a:lnTo>
                  <a:lnTo>
                    <a:pt x="4089215" y="161417"/>
                  </a:lnTo>
                  <a:lnTo>
                    <a:pt x="4028411" y="186524"/>
                  </a:lnTo>
                  <a:lnTo>
                    <a:pt x="3972325" y="214455"/>
                  </a:lnTo>
                  <a:lnTo>
                    <a:pt x="3920132" y="245530"/>
                  </a:lnTo>
                  <a:lnTo>
                    <a:pt x="3871033" y="280017"/>
                  </a:lnTo>
                  <a:lnTo>
                    <a:pt x="3829811" y="313298"/>
                  </a:lnTo>
                  <a:lnTo>
                    <a:pt x="3786154" y="353005"/>
                  </a:lnTo>
                  <a:lnTo>
                    <a:pt x="3743721" y="396097"/>
                  </a:lnTo>
                  <a:lnTo>
                    <a:pt x="3702123" y="442640"/>
                  </a:lnTo>
                  <a:lnTo>
                    <a:pt x="3661062" y="492621"/>
                  </a:lnTo>
                  <a:lnTo>
                    <a:pt x="3620309" y="545939"/>
                  </a:lnTo>
                  <a:lnTo>
                    <a:pt x="3579700" y="602403"/>
                  </a:lnTo>
                  <a:lnTo>
                    <a:pt x="3539120" y="661722"/>
                  </a:lnTo>
                  <a:lnTo>
                    <a:pt x="3498503" y="723511"/>
                  </a:lnTo>
                  <a:lnTo>
                    <a:pt x="3457817" y="787299"/>
                  </a:lnTo>
                  <a:lnTo>
                    <a:pt x="3417064" y="852536"/>
                  </a:lnTo>
                  <a:lnTo>
                    <a:pt x="3376264" y="918620"/>
                  </a:lnTo>
                  <a:lnTo>
                    <a:pt x="3335452" y="984911"/>
                  </a:lnTo>
                  <a:lnTo>
                    <a:pt x="3294665" y="1050764"/>
                  </a:lnTo>
                  <a:lnTo>
                    <a:pt x="3253934" y="1115549"/>
                  </a:lnTo>
                  <a:lnTo>
                    <a:pt x="3213275" y="1178679"/>
                  </a:lnTo>
                  <a:lnTo>
                    <a:pt x="3172676" y="1239633"/>
                  </a:lnTo>
                  <a:lnTo>
                    <a:pt x="3132095" y="1297968"/>
                  </a:lnTo>
                  <a:lnTo>
                    <a:pt x="3091450" y="1353333"/>
                  </a:lnTo>
                  <a:lnTo>
                    <a:pt x="3050610" y="1405472"/>
                  </a:lnTo>
                  <a:lnTo>
                    <a:pt x="3009386" y="1454227"/>
                  </a:lnTo>
                  <a:lnTo>
                    <a:pt x="2967527" y="1499531"/>
                  </a:lnTo>
                  <a:lnTo>
                    <a:pt x="2924704" y="1541399"/>
                  </a:lnTo>
                  <a:lnTo>
                    <a:pt x="2896531" y="1566491"/>
                  </a:lnTo>
                  <a:lnTo>
                    <a:pt x="2849553" y="1604098"/>
                  </a:lnTo>
                  <a:lnTo>
                    <a:pt x="2800123" y="1638165"/>
                  </a:lnTo>
                  <a:lnTo>
                    <a:pt x="2747506" y="1668847"/>
                  </a:lnTo>
                  <a:lnTo>
                    <a:pt x="2690896" y="1696422"/>
                  </a:lnTo>
                  <a:lnTo>
                    <a:pt x="2629472" y="1721211"/>
                  </a:lnTo>
                  <a:lnTo>
                    <a:pt x="2562443" y="1743534"/>
                  </a:lnTo>
                  <a:lnTo>
                    <a:pt x="2489131" y="1763680"/>
                  </a:lnTo>
                  <a:lnTo>
                    <a:pt x="2409062" y="1781895"/>
                  </a:lnTo>
                  <a:lnTo>
                    <a:pt x="2322097" y="1798368"/>
                  </a:lnTo>
                  <a:lnTo>
                    <a:pt x="2228600" y="1813233"/>
                  </a:lnTo>
                  <a:lnTo>
                    <a:pt x="2129618" y="1826566"/>
                  </a:lnTo>
                  <a:lnTo>
                    <a:pt x="2027042" y="1838391"/>
                  </a:lnTo>
                  <a:lnTo>
                    <a:pt x="1923691" y="1848691"/>
                  </a:lnTo>
                  <a:lnTo>
                    <a:pt x="1823235" y="1857432"/>
                  </a:lnTo>
                  <a:lnTo>
                    <a:pt x="1729888" y="1864589"/>
                  </a:lnTo>
                  <a:lnTo>
                    <a:pt x="1647862" y="1870175"/>
                  </a:lnTo>
                  <a:lnTo>
                    <a:pt x="1580650" y="1874268"/>
                  </a:lnTo>
                  <a:lnTo>
                    <a:pt x="1530326" y="1877024"/>
                  </a:lnTo>
                  <a:lnTo>
                    <a:pt x="1497057" y="1878670"/>
                  </a:lnTo>
                  <a:lnTo>
                    <a:pt x="1478951" y="1879482"/>
                  </a:lnTo>
                  <a:lnTo>
                    <a:pt x="1472207" y="1879758"/>
                  </a:lnTo>
                  <a:lnTo>
                    <a:pt x="1471387" y="1879789"/>
                  </a:lnTo>
                  <a:lnTo>
                    <a:pt x="0" y="187978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199" name="pg1199"/>
            <p:cNvSpPr/>
            <p:nvPr/>
          </p:nvSpPr>
          <p:spPr>
            <a:xfrm>
              <a:off x="4799595" y="6156682"/>
              <a:ext cx="11981298" cy="2272093"/>
            </a:xfrm>
            <a:custGeom>
              <a:avLst/>
              <a:pathLst>
                <a:path w="11981298" h="2272093">
                  <a:moveTo>
                    <a:pt x="0" y="2272093"/>
                  </a:moveTo>
                  <a:lnTo>
                    <a:pt x="1471387" y="2272093"/>
                  </a:lnTo>
                  <a:lnTo>
                    <a:pt x="1472614" y="2272069"/>
                  </a:lnTo>
                  <a:lnTo>
                    <a:pt x="1480665" y="2271901"/>
                  </a:lnTo>
                  <a:lnTo>
                    <a:pt x="1500913" y="2271437"/>
                  </a:lnTo>
                  <a:lnTo>
                    <a:pt x="1536998" y="2270523"/>
                  </a:lnTo>
                  <a:lnTo>
                    <a:pt x="1590547" y="2269019"/>
                  </a:lnTo>
                  <a:lnTo>
                    <a:pt x="1661057" y="2266813"/>
                  </a:lnTo>
                  <a:lnTo>
                    <a:pt x="1746111" y="2263831"/>
                  </a:lnTo>
                  <a:lnTo>
                    <a:pt x="1841939" y="2260040"/>
                  </a:lnTo>
                  <a:lnTo>
                    <a:pt x="1944165" y="2255437"/>
                  </a:lnTo>
                  <a:lnTo>
                    <a:pt x="2048537" y="2250037"/>
                  </a:lnTo>
                  <a:lnTo>
                    <a:pt x="2151449" y="2243858"/>
                  </a:lnTo>
                  <a:lnTo>
                    <a:pt x="2250208" y="2236904"/>
                  </a:lnTo>
                  <a:lnTo>
                    <a:pt x="2343076" y="2229157"/>
                  </a:lnTo>
                  <a:lnTo>
                    <a:pt x="2429156" y="2220572"/>
                  </a:lnTo>
                  <a:lnTo>
                    <a:pt x="2508214" y="2211071"/>
                  </a:lnTo>
                  <a:lnTo>
                    <a:pt x="2580490" y="2200550"/>
                  </a:lnTo>
                  <a:lnTo>
                    <a:pt x="2646537" y="2188876"/>
                  </a:lnTo>
                  <a:lnTo>
                    <a:pt x="2707091" y="2175892"/>
                  </a:lnTo>
                  <a:lnTo>
                    <a:pt x="2762976" y="2161432"/>
                  </a:lnTo>
                  <a:lnTo>
                    <a:pt x="2815037" y="2145332"/>
                  </a:lnTo>
                  <a:lnTo>
                    <a:pt x="2864086" y="2127464"/>
                  </a:lnTo>
                  <a:lnTo>
                    <a:pt x="2896531" y="2114082"/>
                  </a:lnTo>
                  <a:lnTo>
                    <a:pt x="2947792" y="2090326"/>
                  </a:lnTo>
                  <a:lnTo>
                    <a:pt x="2997458" y="2064193"/>
                  </a:lnTo>
                  <a:lnTo>
                    <a:pt x="3046122" y="2035647"/>
                  </a:lnTo>
                  <a:lnTo>
                    <a:pt x="3094218" y="2004728"/>
                  </a:lnTo>
                  <a:lnTo>
                    <a:pt x="3142055" y="1971567"/>
                  </a:lnTo>
                  <a:lnTo>
                    <a:pt x="3189834" y="1936384"/>
                  </a:lnTo>
                  <a:lnTo>
                    <a:pt x="3237668" y="1899497"/>
                  </a:lnTo>
                  <a:lnTo>
                    <a:pt x="3285599" y="1861302"/>
                  </a:lnTo>
                  <a:lnTo>
                    <a:pt x="3333613" y="1822267"/>
                  </a:lnTo>
                  <a:lnTo>
                    <a:pt x="3381665" y="1782906"/>
                  </a:lnTo>
                  <a:lnTo>
                    <a:pt x="3429692" y="1743749"/>
                  </a:lnTo>
                  <a:lnTo>
                    <a:pt x="3477645" y="1705317"/>
                  </a:lnTo>
                  <a:lnTo>
                    <a:pt x="3525500" y="1668090"/>
                  </a:lnTo>
                  <a:lnTo>
                    <a:pt x="3573285" y="1632484"/>
                  </a:lnTo>
                  <a:lnTo>
                    <a:pt x="3621094" y="1598834"/>
                  </a:lnTo>
                  <a:lnTo>
                    <a:pt x="3669108" y="1567384"/>
                  </a:lnTo>
                  <a:lnTo>
                    <a:pt x="3717607" y="1538285"/>
                  </a:lnTo>
                  <a:lnTo>
                    <a:pt x="3766996" y="1511597"/>
                  </a:lnTo>
                  <a:lnTo>
                    <a:pt x="3817828" y="1487301"/>
                  </a:lnTo>
                  <a:lnTo>
                    <a:pt x="3829811" y="1482037"/>
                  </a:lnTo>
                  <a:lnTo>
                    <a:pt x="3877212" y="1462911"/>
                  </a:lnTo>
                  <a:lnTo>
                    <a:pt x="3927114" y="1445602"/>
                  </a:lnTo>
                  <a:lnTo>
                    <a:pt x="3980273" y="1430027"/>
                  </a:lnTo>
                  <a:lnTo>
                    <a:pt x="4037517" y="1416044"/>
                  </a:lnTo>
                  <a:lnTo>
                    <a:pt x="4099691" y="1403484"/>
                  </a:lnTo>
                  <a:lnTo>
                    <a:pt x="4167600" y="1392184"/>
                  </a:lnTo>
                  <a:lnTo>
                    <a:pt x="4241935" y="1381993"/>
                  </a:lnTo>
                  <a:lnTo>
                    <a:pt x="4323167" y="1372787"/>
                  </a:lnTo>
                  <a:lnTo>
                    <a:pt x="4411407" y="1364468"/>
                  </a:lnTo>
                  <a:lnTo>
                    <a:pt x="4506237" y="1356971"/>
                  </a:lnTo>
                  <a:lnTo>
                    <a:pt x="4606515" y="1350259"/>
                  </a:lnTo>
                  <a:lnTo>
                    <a:pt x="4710214" y="1344320"/>
                  </a:lnTo>
                  <a:lnTo>
                    <a:pt x="4814343" y="1339166"/>
                  </a:lnTo>
                  <a:lnTo>
                    <a:pt x="4915056" y="1334814"/>
                  </a:lnTo>
                  <a:lnTo>
                    <a:pt x="5007993" y="1331275"/>
                  </a:lnTo>
                  <a:lnTo>
                    <a:pt x="5088885" y="1328540"/>
                  </a:lnTo>
                  <a:lnTo>
                    <a:pt x="5154306" y="1326562"/>
                  </a:lnTo>
                  <a:lnTo>
                    <a:pt x="5202387" y="1325255"/>
                  </a:lnTo>
                  <a:lnTo>
                    <a:pt x="5233280" y="1324496"/>
                  </a:lnTo>
                  <a:lnTo>
                    <a:pt x="5249264" y="1324140"/>
                  </a:lnTo>
                  <a:lnTo>
                    <a:pt x="5254546" y="1324033"/>
                  </a:lnTo>
                  <a:lnTo>
                    <a:pt x="5254955" y="1324025"/>
                  </a:lnTo>
                  <a:lnTo>
                    <a:pt x="6726343" y="1324025"/>
                  </a:lnTo>
                  <a:lnTo>
                    <a:pt x="6727559" y="1323993"/>
                  </a:lnTo>
                  <a:lnTo>
                    <a:pt x="6735546" y="1323762"/>
                  </a:lnTo>
                  <a:lnTo>
                    <a:pt x="6755637" y="1323122"/>
                  </a:lnTo>
                  <a:lnTo>
                    <a:pt x="6791455" y="1321864"/>
                  </a:lnTo>
                  <a:lnTo>
                    <a:pt x="6844634" y="1319794"/>
                  </a:lnTo>
                  <a:lnTo>
                    <a:pt x="6914702" y="1316757"/>
                  </a:lnTo>
                  <a:lnTo>
                    <a:pt x="6999287" y="1312650"/>
                  </a:lnTo>
                  <a:lnTo>
                    <a:pt x="7094667" y="1307426"/>
                  </a:lnTo>
                  <a:lnTo>
                    <a:pt x="7196508" y="1301082"/>
                  </a:lnTo>
                  <a:lnTo>
                    <a:pt x="7300583" y="1293637"/>
                  </a:lnTo>
                  <a:lnTo>
                    <a:pt x="7403293" y="1285116"/>
                  </a:lnTo>
                  <a:lnTo>
                    <a:pt x="7501942" y="1275526"/>
                  </a:lnTo>
                  <a:lnTo>
                    <a:pt x="7594775" y="1264843"/>
                  </a:lnTo>
                  <a:lnTo>
                    <a:pt x="7680878" y="1253006"/>
                  </a:lnTo>
                  <a:lnTo>
                    <a:pt x="7759997" y="1239911"/>
                  </a:lnTo>
                  <a:lnTo>
                    <a:pt x="7832354" y="1225414"/>
                  </a:lnTo>
                  <a:lnTo>
                    <a:pt x="7898488" y="1209334"/>
                  </a:lnTo>
                  <a:lnTo>
                    <a:pt x="7959121" y="1191458"/>
                  </a:lnTo>
                  <a:lnTo>
                    <a:pt x="8015069" y="1171555"/>
                  </a:lnTo>
                  <a:lnTo>
                    <a:pt x="8067172" y="1149402"/>
                  </a:lnTo>
                  <a:lnTo>
                    <a:pt x="8116235" y="1124814"/>
                  </a:lnTo>
                  <a:lnTo>
                    <a:pt x="8151487" y="1104716"/>
                  </a:lnTo>
                  <a:lnTo>
                    <a:pt x="8199628" y="1073881"/>
                  </a:lnTo>
                  <a:lnTo>
                    <a:pt x="8246329" y="1040148"/>
                  </a:lnTo>
                  <a:lnTo>
                    <a:pt x="8292093" y="1003465"/>
                  </a:lnTo>
                  <a:lnTo>
                    <a:pt x="8337298" y="963867"/>
                  </a:lnTo>
                  <a:lnTo>
                    <a:pt x="8382217" y="921479"/>
                  </a:lnTo>
                  <a:lnTo>
                    <a:pt x="8427040" y="876525"/>
                  </a:lnTo>
                  <a:lnTo>
                    <a:pt x="8471884" y="829332"/>
                  </a:lnTo>
                  <a:lnTo>
                    <a:pt x="8516804" y="780318"/>
                  </a:lnTo>
                  <a:lnTo>
                    <a:pt x="8561809" y="729986"/>
                  </a:lnTo>
                  <a:lnTo>
                    <a:pt x="8606872" y="678901"/>
                  </a:lnTo>
                  <a:lnTo>
                    <a:pt x="8651947" y="627664"/>
                  </a:lnTo>
                  <a:lnTo>
                    <a:pt x="8696986" y="576882"/>
                  </a:lnTo>
                  <a:lnTo>
                    <a:pt x="8741949" y="527143"/>
                  </a:lnTo>
                  <a:lnTo>
                    <a:pt x="8786828" y="478983"/>
                  </a:lnTo>
                  <a:lnTo>
                    <a:pt x="8831651" y="432864"/>
                  </a:lnTo>
                  <a:lnTo>
                    <a:pt x="8876503" y="389160"/>
                  </a:lnTo>
                  <a:lnTo>
                    <a:pt x="8921536" y="348147"/>
                  </a:lnTo>
                  <a:lnTo>
                    <a:pt x="8966981" y="309999"/>
                  </a:lnTo>
                  <a:lnTo>
                    <a:pt x="9013160" y="274794"/>
                  </a:lnTo>
                  <a:lnTo>
                    <a:pt x="9060511" y="242522"/>
                  </a:lnTo>
                  <a:lnTo>
                    <a:pt x="9084767" y="227481"/>
                  </a:lnTo>
                  <a:lnTo>
                    <a:pt x="9132032" y="201007"/>
                  </a:lnTo>
                  <a:lnTo>
                    <a:pt x="9181782" y="177040"/>
                  </a:lnTo>
                  <a:lnTo>
                    <a:pt x="9234768" y="155468"/>
                  </a:lnTo>
                  <a:lnTo>
                    <a:pt x="9291808" y="136094"/>
                  </a:lnTo>
                  <a:lnTo>
                    <a:pt x="9353741" y="118687"/>
                  </a:lnTo>
                  <a:lnTo>
                    <a:pt x="9421367" y="103021"/>
                  </a:lnTo>
                  <a:lnTo>
                    <a:pt x="9495373" y="88890"/>
                  </a:lnTo>
                  <a:lnTo>
                    <a:pt x="9576231" y="76122"/>
                  </a:lnTo>
                  <a:lnTo>
                    <a:pt x="9664061" y="64581"/>
                  </a:lnTo>
                  <a:lnTo>
                    <a:pt x="9758463" y="54175"/>
                  </a:lnTo>
                  <a:lnTo>
                    <a:pt x="9858327" y="44853"/>
                  </a:lnTo>
                  <a:lnTo>
                    <a:pt x="9961668" y="36599"/>
                  </a:lnTo>
                  <a:lnTo>
                    <a:pt x="10065553" y="29427"/>
                  </a:lnTo>
                  <a:lnTo>
                    <a:pt x="10166191" y="23361"/>
                  </a:lnTo>
                  <a:lnTo>
                    <a:pt x="10259270" y="18418"/>
                  </a:lnTo>
                  <a:lnTo>
                    <a:pt x="10340536" y="14585"/>
                  </a:lnTo>
                  <a:lnTo>
                    <a:pt x="10406540" y="11801"/>
                  </a:lnTo>
                  <a:lnTo>
                    <a:pt x="10455345" y="9950"/>
                  </a:lnTo>
                  <a:lnTo>
                    <a:pt x="10487000" y="8866"/>
                  </a:lnTo>
                  <a:lnTo>
                    <a:pt x="10503656" y="8349"/>
                  </a:lnTo>
                  <a:lnTo>
                    <a:pt x="10509390" y="8186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8694" y="32"/>
                  </a:lnTo>
                  <a:lnTo>
                    <a:pt x="10500707" y="263"/>
                  </a:lnTo>
                  <a:lnTo>
                    <a:pt x="10480616" y="903"/>
                  </a:lnTo>
                  <a:lnTo>
                    <a:pt x="10444799" y="2161"/>
                  </a:lnTo>
                  <a:lnTo>
                    <a:pt x="10391619" y="4231"/>
                  </a:lnTo>
                  <a:lnTo>
                    <a:pt x="10321551" y="7268"/>
                  </a:lnTo>
                  <a:lnTo>
                    <a:pt x="10236966" y="11375"/>
                  </a:lnTo>
                  <a:lnTo>
                    <a:pt x="10141586" y="16599"/>
                  </a:lnTo>
                  <a:lnTo>
                    <a:pt x="10039745" y="22943"/>
                  </a:lnTo>
                  <a:lnTo>
                    <a:pt x="9935670" y="30388"/>
                  </a:lnTo>
                  <a:lnTo>
                    <a:pt x="9832960" y="38908"/>
                  </a:lnTo>
                  <a:lnTo>
                    <a:pt x="9734312" y="48499"/>
                  </a:lnTo>
                  <a:lnTo>
                    <a:pt x="9641478" y="59181"/>
                  </a:lnTo>
                  <a:lnTo>
                    <a:pt x="9555375" y="71019"/>
                  </a:lnTo>
                  <a:lnTo>
                    <a:pt x="9476256" y="84114"/>
                  </a:lnTo>
                  <a:lnTo>
                    <a:pt x="9403899" y="98610"/>
                  </a:lnTo>
                  <a:lnTo>
                    <a:pt x="9337766" y="114691"/>
                  </a:lnTo>
                  <a:lnTo>
                    <a:pt x="9277132" y="132567"/>
                  </a:lnTo>
                  <a:lnTo>
                    <a:pt x="9221184" y="152469"/>
                  </a:lnTo>
                  <a:lnTo>
                    <a:pt x="9169082" y="174623"/>
                  </a:lnTo>
                  <a:lnTo>
                    <a:pt x="9120018" y="199211"/>
                  </a:lnTo>
                  <a:lnTo>
                    <a:pt x="9084767" y="219308"/>
                  </a:lnTo>
                  <a:lnTo>
                    <a:pt x="9036626" y="250143"/>
                  </a:lnTo>
                  <a:lnTo>
                    <a:pt x="8989924" y="283877"/>
                  </a:lnTo>
                  <a:lnTo>
                    <a:pt x="8944160" y="320560"/>
                  </a:lnTo>
                  <a:lnTo>
                    <a:pt x="8898956" y="360158"/>
                  </a:lnTo>
                  <a:lnTo>
                    <a:pt x="8854037" y="402546"/>
                  </a:lnTo>
                  <a:lnTo>
                    <a:pt x="8809213" y="447500"/>
                  </a:lnTo>
                  <a:lnTo>
                    <a:pt x="8764369" y="494693"/>
                  </a:lnTo>
                  <a:lnTo>
                    <a:pt x="8719449" y="543707"/>
                  </a:lnTo>
                  <a:lnTo>
                    <a:pt x="8674445" y="594038"/>
                  </a:lnTo>
                  <a:lnTo>
                    <a:pt x="8629382" y="645124"/>
                  </a:lnTo>
                  <a:lnTo>
                    <a:pt x="8584306" y="696361"/>
                  </a:lnTo>
                  <a:lnTo>
                    <a:pt x="8539268" y="747142"/>
                  </a:lnTo>
                  <a:lnTo>
                    <a:pt x="8494304" y="796881"/>
                  </a:lnTo>
                  <a:lnTo>
                    <a:pt x="8449425" y="845042"/>
                  </a:lnTo>
                  <a:lnTo>
                    <a:pt x="8404602" y="891161"/>
                  </a:lnTo>
                  <a:lnTo>
                    <a:pt x="8359750" y="934864"/>
                  </a:lnTo>
                  <a:lnTo>
                    <a:pt x="8314717" y="975878"/>
                  </a:lnTo>
                  <a:lnTo>
                    <a:pt x="8269273" y="1014026"/>
                  </a:lnTo>
                  <a:lnTo>
                    <a:pt x="8223093" y="1049231"/>
                  </a:lnTo>
                  <a:lnTo>
                    <a:pt x="8175743" y="1081502"/>
                  </a:lnTo>
                  <a:lnTo>
                    <a:pt x="8151487" y="1096543"/>
                  </a:lnTo>
                  <a:lnTo>
                    <a:pt x="8104222" y="1123018"/>
                  </a:lnTo>
                  <a:lnTo>
                    <a:pt x="8054471" y="1146985"/>
                  </a:lnTo>
                  <a:lnTo>
                    <a:pt x="8001486" y="1168557"/>
                  </a:lnTo>
                  <a:lnTo>
                    <a:pt x="7944446" y="1187931"/>
                  </a:lnTo>
                  <a:lnTo>
                    <a:pt x="7882513" y="1205338"/>
                  </a:lnTo>
                  <a:lnTo>
                    <a:pt x="7814887" y="1221003"/>
                  </a:lnTo>
                  <a:lnTo>
                    <a:pt x="7740881" y="1235134"/>
                  </a:lnTo>
                  <a:lnTo>
                    <a:pt x="7660023" y="1247903"/>
                  </a:lnTo>
                  <a:lnTo>
                    <a:pt x="7572192" y="1259444"/>
                  </a:lnTo>
                  <a:lnTo>
                    <a:pt x="7477790" y="1269850"/>
                  </a:lnTo>
                  <a:lnTo>
                    <a:pt x="7377927" y="1279172"/>
                  </a:lnTo>
                  <a:lnTo>
                    <a:pt x="7274585" y="1287425"/>
                  </a:lnTo>
                  <a:lnTo>
                    <a:pt x="7170700" y="1294598"/>
                  </a:lnTo>
                  <a:lnTo>
                    <a:pt x="7070062" y="1300664"/>
                  </a:lnTo>
                  <a:lnTo>
                    <a:pt x="6976984" y="1305607"/>
                  </a:lnTo>
                  <a:lnTo>
                    <a:pt x="6895717" y="1309439"/>
                  </a:lnTo>
                  <a:lnTo>
                    <a:pt x="6829713" y="1312223"/>
                  </a:lnTo>
                  <a:lnTo>
                    <a:pt x="6780908" y="1314074"/>
                  </a:lnTo>
                  <a:lnTo>
                    <a:pt x="6749254" y="1315159"/>
                  </a:lnTo>
                  <a:lnTo>
                    <a:pt x="6732597" y="1315676"/>
                  </a:lnTo>
                  <a:lnTo>
                    <a:pt x="6726864" y="1315839"/>
                  </a:lnTo>
                  <a:lnTo>
                    <a:pt x="6726343" y="1315852"/>
                  </a:lnTo>
                  <a:lnTo>
                    <a:pt x="5254955" y="1315852"/>
                  </a:lnTo>
                  <a:lnTo>
                    <a:pt x="5253728" y="1315876"/>
                  </a:lnTo>
                  <a:lnTo>
                    <a:pt x="5245677" y="1316044"/>
                  </a:lnTo>
                  <a:lnTo>
                    <a:pt x="5225429" y="1316508"/>
                  </a:lnTo>
                  <a:lnTo>
                    <a:pt x="5189345" y="1317423"/>
                  </a:lnTo>
                  <a:lnTo>
                    <a:pt x="5135795" y="1318927"/>
                  </a:lnTo>
                  <a:lnTo>
                    <a:pt x="5065285" y="1321132"/>
                  </a:lnTo>
                  <a:lnTo>
                    <a:pt x="4980231" y="1324114"/>
                  </a:lnTo>
                  <a:lnTo>
                    <a:pt x="4884403" y="1327905"/>
                  </a:lnTo>
                  <a:lnTo>
                    <a:pt x="4782177" y="1332509"/>
                  </a:lnTo>
                  <a:lnTo>
                    <a:pt x="4677805" y="1337908"/>
                  </a:lnTo>
                  <a:lnTo>
                    <a:pt x="4574894" y="1344087"/>
                  </a:lnTo>
                  <a:lnTo>
                    <a:pt x="4476134" y="1351041"/>
                  </a:lnTo>
                  <a:lnTo>
                    <a:pt x="4383266" y="1358788"/>
                  </a:lnTo>
                  <a:lnTo>
                    <a:pt x="4297186" y="1367374"/>
                  </a:lnTo>
                  <a:lnTo>
                    <a:pt x="4218128" y="1376874"/>
                  </a:lnTo>
                  <a:lnTo>
                    <a:pt x="4145852" y="1387395"/>
                  </a:lnTo>
                  <a:lnTo>
                    <a:pt x="4079805" y="1399070"/>
                  </a:lnTo>
                  <a:lnTo>
                    <a:pt x="4019251" y="1412053"/>
                  </a:lnTo>
                  <a:lnTo>
                    <a:pt x="3963367" y="1426513"/>
                  </a:lnTo>
                  <a:lnTo>
                    <a:pt x="3911305" y="1442613"/>
                  </a:lnTo>
                  <a:lnTo>
                    <a:pt x="3862256" y="1460482"/>
                  </a:lnTo>
                  <a:lnTo>
                    <a:pt x="3829811" y="1473864"/>
                  </a:lnTo>
                  <a:lnTo>
                    <a:pt x="3778550" y="1497619"/>
                  </a:lnTo>
                  <a:lnTo>
                    <a:pt x="3728884" y="1523752"/>
                  </a:lnTo>
                  <a:lnTo>
                    <a:pt x="3680220" y="1552298"/>
                  </a:lnTo>
                  <a:lnTo>
                    <a:pt x="3632124" y="1583217"/>
                  </a:lnTo>
                  <a:lnTo>
                    <a:pt x="3584287" y="1616379"/>
                  </a:lnTo>
                  <a:lnTo>
                    <a:pt x="3536508" y="1651561"/>
                  </a:lnTo>
                  <a:lnTo>
                    <a:pt x="3488674" y="1688449"/>
                  </a:lnTo>
                  <a:lnTo>
                    <a:pt x="3440743" y="1726644"/>
                  </a:lnTo>
                  <a:lnTo>
                    <a:pt x="3392729" y="1765678"/>
                  </a:lnTo>
                  <a:lnTo>
                    <a:pt x="3344677" y="1805040"/>
                  </a:lnTo>
                  <a:lnTo>
                    <a:pt x="3296650" y="1844196"/>
                  </a:lnTo>
                  <a:lnTo>
                    <a:pt x="3248697" y="1882628"/>
                  </a:lnTo>
                  <a:lnTo>
                    <a:pt x="3200842" y="1919855"/>
                  </a:lnTo>
                  <a:lnTo>
                    <a:pt x="3153057" y="1955461"/>
                  </a:lnTo>
                  <a:lnTo>
                    <a:pt x="3105248" y="1989111"/>
                  </a:lnTo>
                  <a:lnTo>
                    <a:pt x="3057235" y="2020561"/>
                  </a:lnTo>
                  <a:lnTo>
                    <a:pt x="3008735" y="2049661"/>
                  </a:lnTo>
                  <a:lnTo>
                    <a:pt x="2959346" y="2076349"/>
                  </a:lnTo>
                  <a:lnTo>
                    <a:pt x="2908514" y="2100645"/>
                  </a:lnTo>
                  <a:lnTo>
                    <a:pt x="2896531" y="2105909"/>
                  </a:lnTo>
                  <a:lnTo>
                    <a:pt x="2849130" y="2125035"/>
                  </a:lnTo>
                  <a:lnTo>
                    <a:pt x="2799228" y="2142344"/>
                  </a:lnTo>
                  <a:lnTo>
                    <a:pt x="2746069" y="2157918"/>
                  </a:lnTo>
                  <a:lnTo>
                    <a:pt x="2688825" y="2171901"/>
                  </a:lnTo>
                  <a:lnTo>
                    <a:pt x="2626651" y="2184461"/>
                  </a:lnTo>
                  <a:lnTo>
                    <a:pt x="2558742" y="2195762"/>
                  </a:lnTo>
                  <a:lnTo>
                    <a:pt x="2484407" y="2205952"/>
                  </a:lnTo>
                  <a:lnTo>
                    <a:pt x="2403175" y="2215159"/>
                  </a:lnTo>
                  <a:lnTo>
                    <a:pt x="2314935" y="2223477"/>
                  </a:lnTo>
                  <a:lnTo>
                    <a:pt x="2220105" y="2230974"/>
                  </a:lnTo>
                  <a:lnTo>
                    <a:pt x="2119827" y="2237687"/>
                  </a:lnTo>
                  <a:lnTo>
                    <a:pt x="2016128" y="2243625"/>
                  </a:lnTo>
                  <a:lnTo>
                    <a:pt x="1911999" y="2248779"/>
                  </a:lnTo>
                  <a:lnTo>
                    <a:pt x="1811286" y="2253132"/>
                  </a:lnTo>
                  <a:lnTo>
                    <a:pt x="1718349" y="2256670"/>
                  </a:lnTo>
                  <a:lnTo>
                    <a:pt x="1637457" y="2259405"/>
                  </a:lnTo>
                  <a:lnTo>
                    <a:pt x="1572036" y="2261383"/>
                  </a:lnTo>
                  <a:lnTo>
                    <a:pt x="1523956" y="2262691"/>
                  </a:lnTo>
                  <a:lnTo>
                    <a:pt x="1493062" y="2263449"/>
                  </a:lnTo>
                  <a:lnTo>
                    <a:pt x="1477078" y="2263805"/>
                  </a:lnTo>
                  <a:lnTo>
                    <a:pt x="1471796" y="2263912"/>
                  </a:lnTo>
                  <a:lnTo>
                    <a:pt x="1471387" y="2263920"/>
                  </a:lnTo>
                  <a:lnTo>
                    <a:pt x="0" y="2263920"/>
                  </a:lnTo>
                  <a:close/>
                </a:path>
              </a:pathLst>
            </a:custGeom>
            <a:solidFill>
              <a:srgbClr val="67C1B3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200" name="pl1200"/>
            <p:cNvSpPr/>
            <p:nvPr/>
          </p:nvSpPr>
          <p:spPr>
            <a:xfrm>
              <a:off x="4799595" y="6164855"/>
              <a:ext cx="11981298" cy="2263920"/>
            </a:xfrm>
            <a:custGeom>
              <a:avLst/>
              <a:pathLst>
                <a:path w="11981298" h="2263920">
                  <a:moveTo>
                    <a:pt x="0" y="2263920"/>
                  </a:moveTo>
                  <a:lnTo>
                    <a:pt x="1471387" y="2263920"/>
                  </a:lnTo>
                  <a:lnTo>
                    <a:pt x="1472614" y="2263896"/>
                  </a:lnTo>
                  <a:lnTo>
                    <a:pt x="1480665" y="2263728"/>
                  </a:lnTo>
                  <a:lnTo>
                    <a:pt x="1500913" y="2263264"/>
                  </a:lnTo>
                  <a:lnTo>
                    <a:pt x="1536998" y="2262350"/>
                  </a:lnTo>
                  <a:lnTo>
                    <a:pt x="1590547" y="2260846"/>
                  </a:lnTo>
                  <a:lnTo>
                    <a:pt x="1661057" y="2258640"/>
                  </a:lnTo>
                  <a:lnTo>
                    <a:pt x="1746111" y="2255658"/>
                  </a:lnTo>
                  <a:lnTo>
                    <a:pt x="1841939" y="2251867"/>
                  </a:lnTo>
                  <a:lnTo>
                    <a:pt x="1944165" y="2247264"/>
                  </a:lnTo>
                  <a:lnTo>
                    <a:pt x="2048537" y="2241864"/>
                  </a:lnTo>
                  <a:lnTo>
                    <a:pt x="2151449" y="2235685"/>
                  </a:lnTo>
                  <a:lnTo>
                    <a:pt x="2250208" y="2228731"/>
                  </a:lnTo>
                  <a:lnTo>
                    <a:pt x="2343076" y="2220984"/>
                  </a:lnTo>
                  <a:lnTo>
                    <a:pt x="2429156" y="2212399"/>
                  </a:lnTo>
                  <a:lnTo>
                    <a:pt x="2508214" y="2202898"/>
                  </a:lnTo>
                  <a:lnTo>
                    <a:pt x="2580490" y="2192377"/>
                  </a:lnTo>
                  <a:lnTo>
                    <a:pt x="2646537" y="2180703"/>
                  </a:lnTo>
                  <a:lnTo>
                    <a:pt x="2707091" y="2167719"/>
                  </a:lnTo>
                  <a:lnTo>
                    <a:pt x="2762976" y="2153259"/>
                  </a:lnTo>
                  <a:lnTo>
                    <a:pt x="2815037" y="2137159"/>
                  </a:lnTo>
                  <a:lnTo>
                    <a:pt x="2864086" y="2119291"/>
                  </a:lnTo>
                  <a:lnTo>
                    <a:pt x="2896531" y="2105909"/>
                  </a:lnTo>
                  <a:lnTo>
                    <a:pt x="2947792" y="2082153"/>
                  </a:lnTo>
                  <a:lnTo>
                    <a:pt x="2997458" y="2056020"/>
                  </a:lnTo>
                  <a:lnTo>
                    <a:pt x="3046122" y="2027474"/>
                  </a:lnTo>
                  <a:lnTo>
                    <a:pt x="3094218" y="1996555"/>
                  </a:lnTo>
                  <a:lnTo>
                    <a:pt x="3142055" y="1963394"/>
                  </a:lnTo>
                  <a:lnTo>
                    <a:pt x="3189834" y="1928211"/>
                  </a:lnTo>
                  <a:lnTo>
                    <a:pt x="3237668" y="1891324"/>
                  </a:lnTo>
                  <a:lnTo>
                    <a:pt x="3285599" y="1853129"/>
                  </a:lnTo>
                  <a:lnTo>
                    <a:pt x="3333613" y="1814094"/>
                  </a:lnTo>
                  <a:lnTo>
                    <a:pt x="3381665" y="1774733"/>
                  </a:lnTo>
                  <a:lnTo>
                    <a:pt x="3429692" y="1735576"/>
                  </a:lnTo>
                  <a:lnTo>
                    <a:pt x="3477645" y="1697144"/>
                  </a:lnTo>
                  <a:lnTo>
                    <a:pt x="3525500" y="1659917"/>
                  </a:lnTo>
                  <a:lnTo>
                    <a:pt x="3573285" y="1624311"/>
                  </a:lnTo>
                  <a:lnTo>
                    <a:pt x="3621094" y="1590661"/>
                  </a:lnTo>
                  <a:lnTo>
                    <a:pt x="3669108" y="1559211"/>
                  </a:lnTo>
                  <a:lnTo>
                    <a:pt x="3717607" y="1530112"/>
                  </a:lnTo>
                  <a:lnTo>
                    <a:pt x="3766996" y="1503424"/>
                  </a:lnTo>
                  <a:lnTo>
                    <a:pt x="3817828" y="1479128"/>
                  </a:lnTo>
                  <a:lnTo>
                    <a:pt x="3829811" y="1473864"/>
                  </a:lnTo>
                  <a:lnTo>
                    <a:pt x="3877212" y="1454738"/>
                  </a:lnTo>
                  <a:lnTo>
                    <a:pt x="3927114" y="1437429"/>
                  </a:lnTo>
                  <a:lnTo>
                    <a:pt x="3980273" y="1421854"/>
                  </a:lnTo>
                  <a:lnTo>
                    <a:pt x="4037517" y="1407871"/>
                  </a:lnTo>
                  <a:lnTo>
                    <a:pt x="4099691" y="1395311"/>
                  </a:lnTo>
                  <a:lnTo>
                    <a:pt x="4167600" y="1384011"/>
                  </a:lnTo>
                  <a:lnTo>
                    <a:pt x="4241935" y="1373820"/>
                  </a:lnTo>
                  <a:lnTo>
                    <a:pt x="4323167" y="1364614"/>
                  </a:lnTo>
                  <a:lnTo>
                    <a:pt x="4411407" y="1356295"/>
                  </a:lnTo>
                  <a:lnTo>
                    <a:pt x="4506237" y="1348798"/>
                  </a:lnTo>
                  <a:lnTo>
                    <a:pt x="4606515" y="1342086"/>
                  </a:lnTo>
                  <a:lnTo>
                    <a:pt x="4710214" y="1336147"/>
                  </a:lnTo>
                  <a:lnTo>
                    <a:pt x="4814343" y="1330993"/>
                  </a:lnTo>
                  <a:lnTo>
                    <a:pt x="4915056" y="1326641"/>
                  </a:lnTo>
                  <a:lnTo>
                    <a:pt x="5007993" y="1323102"/>
                  </a:lnTo>
                  <a:lnTo>
                    <a:pt x="5088885" y="1320367"/>
                  </a:lnTo>
                  <a:lnTo>
                    <a:pt x="5154306" y="1318389"/>
                  </a:lnTo>
                  <a:lnTo>
                    <a:pt x="5202387" y="1317082"/>
                  </a:lnTo>
                  <a:lnTo>
                    <a:pt x="5233280" y="1316323"/>
                  </a:lnTo>
                  <a:lnTo>
                    <a:pt x="5249264" y="1315967"/>
                  </a:lnTo>
                  <a:lnTo>
                    <a:pt x="5254546" y="1315860"/>
                  </a:lnTo>
                  <a:lnTo>
                    <a:pt x="5254955" y="1315852"/>
                  </a:lnTo>
                  <a:lnTo>
                    <a:pt x="6726343" y="1315852"/>
                  </a:lnTo>
                  <a:lnTo>
                    <a:pt x="6727559" y="1315820"/>
                  </a:lnTo>
                  <a:lnTo>
                    <a:pt x="6735546" y="1315589"/>
                  </a:lnTo>
                  <a:lnTo>
                    <a:pt x="6755637" y="1314949"/>
                  </a:lnTo>
                  <a:lnTo>
                    <a:pt x="6791455" y="1313691"/>
                  </a:lnTo>
                  <a:lnTo>
                    <a:pt x="6844634" y="1311621"/>
                  </a:lnTo>
                  <a:lnTo>
                    <a:pt x="6914702" y="1308584"/>
                  </a:lnTo>
                  <a:lnTo>
                    <a:pt x="6999287" y="1304477"/>
                  </a:lnTo>
                  <a:lnTo>
                    <a:pt x="7094667" y="1299253"/>
                  </a:lnTo>
                  <a:lnTo>
                    <a:pt x="7196508" y="1292909"/>
                  </a:lnTo>
                  <a:lnTo>
                    <a:pt x="7300583" y="1285464"/>
                  </a:lnTo>
                  <a:lnTo>
                    <a:pt x="7403293" y="1276943"/>
                  </a:lnTo>
                  <a:lnTo>
                    <a:pt x="7501942" y="1267353"/>
                  </a:lnTo>
                  <a:lnTo>
                    <a:pt x="7594775" y="1256670"/>
                  </a:lnTo>
                  <a:lnTo>
                    <a:pt x="7680878" y="1244833"/>
                  </a:lnTo>
                  <a:lnTo>
                    <a:pt x="7759997" y="1231738"/>
                  </a:lnTo>
                  <a:lnTo>
                    <a:pt x="7832354" y="1217241"/>
                  </a:lnTo>
                  <a:lnTo>
                    <a:pt x="7898488" y="1201161"/>
                  </a:lnTo>
                  <a:lnTo>
                    <a:pt x="7959121" y="1183285"/>
                  </a:lnTo>
                  <a:lnTo>
                    <a:pt x="8015069" y="1163382"/>
                  </a:lnTo>
                  <a:lnTo>
                    <a:pt x="8067172" y="1141229"/>
                  </a:lnTo>
                  <a:lnTo>
                    <a:pt x="8116235" y="1116641"/>
                  </a:lnTo>
                  <a:lnTo>
                    <a:pt x="8151487" y="1096543"/>
                  </a:lnTo>
                  <a:lnTo>
                    <a:pt x="8199628" y="1065708"/>
                  </a:lnTo>
                  <a:lnTo>
                    <a:pt x="8246329" y="1031975"/>
                  </a:lnTo>
                  <a:lnTo>
                    <a:pt x="8292093" y="995292"/>
                  </a:lnTo>
                  <a:lnTo>
                    <a:pt x="8337298" y="955694"/>
                  </a:lnTo>
                  <a:lnTo>
                    <a:pt x="8382217" y="913306"/>
                  </a:lnTo>
                  <a:lnTo>
                    <a:pt x="8427040" y="868352"/>
                  </a:lnTo>
                  <a:lnTo>
                    <a:pt x="8471884" y="821159"/>
                  </a:lnTo>
                  <a:lnTo>
                    <a:pt x="8516804" y="772145"/>
                  </a:lnTo>
                  <a:lnTo>
                    <a:pt x="8561809" y="721813"/>
                  </a:lnTo>
                  <a:lnTo>
                    <a:pt x="8606872" y="670728"/>
                  </a:lnTo>
                  <a:lnTo>
                    <a:pt x="8651947" y="619491"/>
                  </a:lnTo>
                  <a:lnTo>
                    <a:pt x="8696986" y="568709"/>
                  </a:lnTo>
                  <a:lnTo>
                    <a:pt x="8741949" y="518970"/>
                  </a:lnTo>
                  <a:lnTo>
                    <a:pt x="8786828" y="470810"/>
                  </a:lnTo>
                  <a:lnTo>
                    <a:pt x="8831651" y="424691"/>
                  </a:lnTo>
                  <a:lnTo>
                    <a:pt x="8876503" y="380987"/>
                  </a:lnTo>
                  <a:lnTo>
                    <a:pt x="8921536" y="339974"/>
                  </a:lnTo>
                  <a:lnTo>
                    <a:pt x="8966981" y="301826"/>
                  </a:lnTo>
                  <a:lnTo>
                    <a:pt x="9013160" y="266621"/>
                  </a:lnTo>
                  <a:lnTo>
                    <a:pt x="9060511" y="234349"/>
                  </a:lnTo>
                  <a:lnTo>
                    <a:pt x="9084767" y="219308"/>
                  </a:lnTo>
                  <a:lnTo>
                    <a:pt x="9132032" y="192834"/>
                  </a:lnTo>
                  <a:lnTo>
                    <a:pt x="9181782" y="168867"/>
                  </a:lnTo>
                  <a:lnTo>
                    <a:pt x="9234768" y="147295"/>
                  </a:lnTo>
                  <a:lnTo>
                    <a:pt x="9291808" y="127921"/>
                  </a:lnTo>
                  <a:lnTo>
                    <a:pt x="9353741" y="110514"/>
                  </a:lnTo>
                  <a:lnTo>
                    <a:pt x="9421367" y="94848"/>
                  </a:lnTo>
                  <a:lnTo>
                    <a:pt x="9495373" y="80717"/>
                  </a:lnTo>
                  <a:lnTo>
                    <a:pt x="9576231" y="67949"/>
                  </a:lnTo>
                  <a:lnTo>
                    <a:pt x="9664061" y="56408"/>
                  </a:lnTo>
                  <a:lnTo>
                    <a:pt x="9758463" y="46002"/>
                  </a:lnTo>
                  <a:lnTo>
                    <a:pt x="9858327" y="36680"/>
                  </a:lnTo>
                  <a:lnTo>
                    <a:pt x="9961668" y="28426"/>
                  </a:lnTo>
                  <a:lnTo>
                    <a:pt x="10065553" y="21254"/>
                  </a:lnTo>
                  <a:lnTo>
                    <a:pt x="10166191" y="15188"/>
                  </a:lnTo>
                  <a:lnTo>
                    <a:pt x="10259270" y="10245"/>
                  </a:lnTo>
                  <a:lnTo>
                    <a:pt x="10340536" y="6412"/>
                  </a:lnTo>
                  <a:lnTo>
                    <a:pt x="10406540" y="3628"/>
                  </a:lnTo>
                  <a:lnTo>
                    <a:pt x="10455345" y="1777"/>
                  </a:lnTo>
                  <a:lnTo>
                    <a:pt x="10487000" y="693"/>
                  </a:lnTo>
                  <a:lnTo>
                    <a:pt x="10503656" y="176"/>
                  </a:lnTo>
                  <a:lnTo>
                    <a:pt x="10509390" y="13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01" name="pl1201"/>
            <p:cNvSpPr/>
            <p:nvPr/>
          </p:nvSpPr>
          <p:spPr>
            <a:xfrm>
              <a:off x="4799595" y="6156682"/>
              <a:ext cx="11981298" cy="2263920"/>
            </a:xfrm>
            <a:custGeom>
              <a:avLst/>
              <a:pathLst>
                <a:path w="11981298" h="2263920">
                  <a:moveTo>
                    <a:pt x="11981298" y="0"/>
                  </a:moveTo>
                  <a:lnTo>
                    <a:pt x="10509911" y="0"/>
                  </a:lnTo>
                  <a:lnTo>
                    <a:pt x="10508694" y="32"/>
                  </a:lnTo>
                  <a:lnTo>
                    <a:pt x="10500707" y="263"/>
                  </a:lnTo>
                  <a:lnTo>
                    <a:pt x="10480616" y="903"/>
                  </a:lnTo>
                  <a:lnTo>
                    <a:pt x="10444799" y="2161"/>
                  </a:lnTo>
                  <a:lnTo>
                    <a:pt x="10391619" y="4231"/>
                  </a:lnTo>
                  <a:lnTo>
                    <a:pt x="10321551" y="7268"/>
                  </a:lnTo>
                  <a:lnTo>
                    <a:pt x="10236966" y="11375"/>
                  </a:lnTo>
                  <a:lnTo>
                    <a:pt x="10141586" y="16599"/>
                  </a:lnTo>
                  <a:lnTo>
                    <a:pt x="10039745" y="22943"/>
                  </a:lnTo>
                  <a:lnTo>
                    <a:pt x="9935670" y="30388"/>
                  </a:lnTo>
                  <a:lnTo>
                    <a:pt x="9832960" y="38908"/>
                  </a:lnTo>
                  <a:lnTo>
                    <a:pt x="9734312" y="48499"/>
                  </a:lnTo>
                  <a:lnTo>
                    <a:pt x="9641478" y="59181"/>
                  </a:lnTo>
                  <a:lnTo>
                    <a:pt x="9555375" y="71019"/>
                  </a:lnTo>
                  <a:lnTo>
                    <a:pt x="9476256" y="84114"/>
                  </a:lnTo>
                  <a:lnTo>
                    <a:pt x="9403899" y="98610"/>
                  </a:lnTo>
                  <a:lnTo>
                    <a:pt x="9337766" y="114691"/>
                  </a:lnTo>
                  <a:lnTo>
                    <a:pt x="9277132" y="132567"/>
                  </a:lnTo>
                  <a:lnTo>
                    <a:pt x="9221184" y="152469"/>
                  </a:lnTo>
                  <a:lnTo>
                    <a:pt x="9169082" y="174623"/>
                  </a:lnTo>
                  <a:lnTo>
                    <a:pt x="9120018" y="199211"/>
                  </a:lnTo>
                  <a:lnTo>
                    <a:pt x="9084767" y="219308"/>
                  </a:lnTo>
                  <a:lnTo>
                    <a:pt x="9036626" y="250143"/>
                  </a:lnTo>
                  <a:lnTo>
                    <a:pt x="8989924" y="283877"/>
                  </a:lnTo>
                  <a:lnTo>
                    <a:pt x="8944160" y="320560"/>
                  </a:lnTo>
                  <a:lnTo>
                    <a:pt x="8898956" y="360158"/>
                  </a:lnTo>
                  <a:lnTo>
                    <a:pt x="8854037" y="402546"/>
                  </a:lnTo>
                  <a:lnTo>
                    <a:pt x="8809213" y="447500"/>
                  </a:lnTo>
                  <a:lnTo>
                    <a:pt x="8764369" y="494693"/>
                  </a:lnTo>
                  <a:lnTo>
                    <a:pt x="8719449" y="543707"/>
                  </a:lnTo>
                  <a:lnTo>
                    <a:pt x="8674445" y="594038"/>
                  </a:lnTo>
                  <a:lnTo>
                    <a:pt x="8629382" y="645124"/>
                  </a:lnTo>
                  <a:lnTo>
                    <a:pt x="8584306" y="696361"/>
                  </a:lnTo>
                  <a:lnTo>
                    <a:pt x="8539268" y="747142"/>
                  </a:lnTo>
                  <a:lnTo>
                    <a:pt x="8494304" y="796881"/>
                  </a:lnTo>
                  <a:lnTo>
                    <a:pt x="8449425" y="845042"/>
                  </a:lnTo>
                  <a:lnTo>
                    <a:pt x="8404602" y="891161"/>
                  </a:lnTo>
                  <a:lnTo>
                    <a:pt x="8359750" y="934864"/>
                  </a:lnTo>
                  <a:lnTo>
                    <a:pt x="8314717" y="975878"/>
                  </a:lnTo>
                  <a:lnTo>
                    <a:pt x="8269273" y="1014026"/>
                  </a:lnTo>
                  <a:lnTo>
                    <a:pt x="8223093" y="1049231"/>
                  </a:lnTo>
                  <a:lnTo>
                    <a:pt x="8175743" y="1081502"/>
                  </a:lnTo>
                  <a:lnTo>
                    <a:pt x="8151487" y="1096543"/>
                  </a:lnTo>
                  <a:lnTo>
                    <a:pt x="8104222" y="1123018"/>
                  </a:lnTo>
                  <a:lnTo>
                    <a:pt x="8054471" y="1146985"/>
                  </a:lnTo>
                  <a:lnTo>
                    <a:pt x="8001486" y="1168557"/>
                  </a:lnTo>
                  <a:lnTo>
                    <a:pt x="7944446" y="1187931"/>
                  </a:lnTo>
                  <a:lnTo>
                    <a:pt x="7882513" y="1205338"/>
                  </a:lnTo>
                  <a:lnTo>
                    <a:pt x="7814887" y="1221003"/>
                  </a:lnTo>
                  <a:lnTo>
                    <a:pt x="7740881" y="1235134"/>
                  </a:lnTo>
                  <a:lnTo>
                    <a:pt x="7660023" y="1247903"/>
                  </a:lnTo>
                  <a:lnTo>
                    <a:pt x="7572192" y="1259444"/>
                  </a:lnTo>
                  <a:lnTo>
                    <a:pt x="7477790" y="1269850"/>
                  </a:lnTo>
                  <a:lnTo>
                    <a:pt x="7377927" y="1279172"/>
                  </a:lnTo>
                  <a:lnTo>
                    <a:pt x="7274585" y="1287425"/>
                  </a:lnTo>
                  <a:lnTo>
                    <a:pt x="7170700" y="1294598"/>
                  </a:lnTo>
                  <a:lnTo>
                    <a:pt x="7070062" y="1300664"/>
                  </a:lnTo>
                  <a:lnTo>
                    <a:pt x="6976984" y="1305607"/>
                  </a:lnTo>
                  <a:lnTo>
                    <a:pt x="6895717" y="1309439"/>
                  </a:lnTo>
                  <a:lnTo>
                    <a:pt x="6829713" y="1312223"/>
                  </a:lnTo>
                  <a:lnTo>
                    <a:pt x="6780908" y="1314074"/>
                  </a:lnTo>
                  <a:lnTo>
                    <a:pt x="6749254" y="1315159"/>
                  </a:lnTo>
                  <a:lnTo>
                    <a:pt x="6732597" y="1315676"/>
                  </a:lnTo>
                  <a:lnTo>
                    <a:pt x="6726864" y="1315839"/>
                  </a:lnTo>
                  <a:lnTo>
                    <a:pt x="6726343" y="1315852"/>
                  </a:lnTo>
                  <a:lnTo>
                    <a:pt x="5254955" y="1315852"/>
                  </a:lnTo>
                  <a:lnTo>
                    <a:pt x="5253728" y="1315876"/>
                  </a:lnTo>
                  <a:lnTo>
                    <a:pt x="5245677" y="1316044"/>
                  </a:lnTo>
                  <a:lnTo>
                    <a:pt x="5225429" y="1316508"/>
                  </a:lnTo>
                  <a:lnTo>
                    <a:pt x="5189345" y="1317423"/>
                  </a:lnTo>
                  <a:lnTo>
                    <a:pt x="5135795" y="1318927"/>
                  </a:lnTo>
                  <a:lnTo>
                    <a:pt x="5065285" y="1321132"/>
                  </a:lnTo>
                  <a:lnTo>
                    <a:pt x="4980231" y="1324114"/>
                  </a:lnTo>
                  <a:lnTo>
                    <a:pt x="4884403" y="1327905"/>
                  </a:lnTo>
                  <a:lnTo>
                    <a:pt x="4782177" y="1332509"/>
                  </a:lnTo>
                  <a:lnTo>
                    <a:pt x="4677805" y="1337908"/>
                  </a:lnTo>
                  <a:lnTo>
                    <a:pt x="4574894" y="1344087"/>
                  </a:lnTo>
                  <a:lnTo>
                    <a:pt x="4476134" y="1351041"/>
                  </a:lnTo>
                  <a:lnTo>
                    <a:pt x="4383266" y="1358788"/>
                  </a:lnTo>
                  <a:lnTo>
                    <a:pt x="4297186" y="1367374"/>
                  </a:lnTo>
                  <a:lnTo>
                    <a:pt x="4218128" y="1376874"/>
                  </a:lnTo>
                  <a:lnTo>
                    <a:pt x="4145852" y="1387395"/>
                  </a:lnTo>
                  <a:lnTo>
                    <a:pt x="4079805" y="1399070"/>
                  </a:lnTo>
                  <a:lnTo>
                    <a:pt x="4019251" y="1412053"/>
                  </a:lnTo>
                  <a:lnTo>
                    <a:pt x="3963367" y="1426513"/>
                  </a:lnTo>
                  <a:lnTo>
                    <a:pt x="3911305" y="1442613"/>
                  </a:lnTo>
                  <a:lnTo>
                    <a:pt x="3862256" y="1460482"/>
                  </a:lnTo>
                  <a:lnTo>
                    <a:pt x="3829811" y="1473864"/>
                  </a:lnTo>
                  <a:lnTo>
                    <a:pt x="3778550" y="1497619"/>
                  </a:lnTo>
                  <a:lnTo>
                    <a:pt x="3728884" y="1523752"/>
                  </a:lnTo>
                  <a:lnTo>
                    <a:pt x="3680220" y="1552298"/>
                  </a:lnTo>
                  <a:lnTo>
                    <a:pt x="3632124" y="1583217"/>
                  </a:lnTo>
                  <a:lnTo>
                    <a:pt x="3584287" y="1616379"/>
                  </a:lnTo>
                  <a:lnTo>
                    <a:pt x="3536508" y="1651561"/>
                  </a:lnTo>
                  <a:lnTo>
                    <a:pt x="3488674" y="1688449"/>
                  </a:lnTo>
                  <a:lnTo>
                    <a:pt x="3440743" y="1726644"/>
                  </a:lnTo>
                  <a:lnTo>
                    <a:pt x="3392729" y="1765678"/>
                  </a:lnTo>
                  <a:lnTo>
                    <a:pt x="3344677" y="1805040"/>
                  </a:lnTo>
                  <a:lnTo>
                    <a:pt x="3296650" y="1844196"/>
                  </a:lnTo>
                  <a:lnTo>
                    <a:pt x="3248697" y="1882628"/>
                  </a:lnTo>
                  <a:lnTo>
                    <a:pt x="3200842" y="1919855"/>
                  </a:lnTo>
                  <a:lnTo>
                    <a:pt x="3153057" y="1955461"/>
                  </a:lnTo>
                  <a:lnTo>
                    <a:pt x="3105248" y="1989111"/>
                  </a:lnTo>
                  <a:lnTo>
                    <a:pt x="3057235" y="2020561"/>
                  </a:lnTo>
                  <a:lnTo>
                    <a:pt x="3008735" y="2049661"/>
                  </a:lnTo>
                  <a:lnTo>
                    <a:pt x="2959346" y="2076349"/>
                  </a:lnTo>
                  <a:lnTo>
                    <a:pt x="2908514" y="2100645"/>
                  </a:lnTo>
                  <a:lnTo>
                    <a:pt x="2896531" y="2105909"/>
                  </a:lnTo>
                  <a:lnTo>
                    <a:pt x="2849130" y="2125035"/>
                  </a:lnTo>
                  <a:lnTo>
                    <a:pt x="2799228" y="2142344"/>
                  </a:lnTo>
                  <a:lnTo>
                    <a:pt x="2746069" y="2157918"/>
                  </a:lnTo>
                  <a:lnTo>
                    <a:pt x="2688825" y="2171901"/>
                  </a:lnTo>
                  <a:lnTo>
                    <a:pt x="2626651" y="2184461"/>
                  </a:lnTo>
                  <a:lnTo>
                    <a:pt x="2558742" y="2195762"/>
                  </a:lnTo>
                  <a:lnTo>
                    <a:pt x="2484407" y="2205952"/>
                  </a:lnTo>
                  <a:lnTo>
                    <a:pt x="2403175" y="2215159"/>
                  </a:lnTo>
                  <a:lnTo>
                    <a:pt x="2314935" y="2223477"/>
                  </a:lnTo>
                  <a:lnTo>
                    <a:pt x="2220105" y="2230974"/>
                  </a:lnTo>
                  <a:lnTo>
                    <a:pt x="2119827" y="2237687"/>
                  </a:lnTo>
                  <a:lnTo>
                    <a:pt x="2016128" y="2243625"/>
                  </a:lnTo>
                  <a:lnTo>
                    <a:pt x="1911999" y="2248779"/>
                  </a:lnTo>
                  <a:lnTo>
                    <a:pt x="1811286" y="2253132"/>
                  </a:lnTo>
                  <a:lnTo>
                    <a:pt x="1718349" y="2256670"/>
                  </a:lnTo>
                  <a:lnTo>
                    <a:pt x="1637457" y="2259405"/>
                  </a:lnTo>
                  <a:lnTo>
                    <a:pt x="1572036" y="2261383"/>
                  </a:lnTo>
                  <a:lnTo>
                    <a:pt x="1523956" y="2262691"/>
                  </a:lnTo>
                  <a:lnTo>
                    <a:pt x="1493062" y="2263449"/>
                  </a:lnTo>
                  <a:lnTo>
                    <a:pt x="1477078" y="2263805"/>
                  </a:lnTo>
                  <a:lnTo>
                    <a:pt x="1471796" y="2263912"/>
                  </a:lnTo>
                  <a:lnTo>
                    <a:pt x="1471387" y="2263920"/>
                  </a:lnTo>
                  <a:lnTo>
                    <a:pt x="0" y="226392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02" name="pg1202"/>
            <p:cNvSpPr/>
            <p:nvPr/>
          </p:nvSpPr>
          <p:spPr>
            <a:xfrm>
              <a:off x="4799595" y="7635994"/>
              <a:ext cx="11981298" cy="2737954"/>
            </a:xfrm>
            <a:custGeom>
              <a:avLst/>
              <a:pathLst>
                <a:path w="11981298" h="2737954">
                  <a:moveTo>
                    <a:pt x="0" y="800953"/>
                  </a:moveTo>
                  <a:lnTo>
                    <a:pt x="1471387" y="800953"/>
                  </a:lnTo>
                  <a:lnTo>
                    <a:pt x="1472617" y="800934"/>
                  </a:lnTo>
                  <a:lnTo>
                    <a:pt x="1480689" y="800793"/>
                  </a:lnTo>
                  <a:lnTo>
                    <a:pt x="1500989" y="800403"/>
                  </a:lnTo>
                  <a:lnTo>
                    <a:pt x="1537161" y="799636"/>
                  </a:lnTo>
                  <a:lnTo>
                    <a:pt x="1590832" y="798375"/>
                  </a:lnTo>
                  <a:lnTo>
                    <a:pt x="1661487" y="796526"/>
                  </a:lnTo>
                  <a:lnTo>
                    <a:pt x="1746696" y="794027"/>
                  </a:lnTo>
                  <a:lnTo>
                    <a:pt x="1842669" y="790849"/>
                  </a:lnTo>
                  <a:lnTo>
                    <a:pt x="1945022" y="786991"/>
                  </a:lnTo>
                  <a:lnTo>
                    <a:pt x="2049491" y="782466"/>
                  </a:lnTo>
                  <a:lnTo>
                    <a:pt x="2152467" y="777288"/>
                  </a:lnTo>
                  <a:lnTo>
                    <a:pt x="2251262" y="771460"/>
                  </a:lnTo>
                  <a:lnTo>
                    <a:pt x="2344141" y="764969"/>
                  </a:lnTo>
                  <a:lnTo>
                    <a:pt x="2430213" y="757774"/>
                  </a:lnTo>
                  <a:lnTo>
                    <a:pt x="2509251" y="749812"/>
                  </a:lnTo>
                  <a:lnTo>
                    <a:pt x="2581501" y="740993"/>
                  </a:lnTo>
                  <a:lnTo>
                    <a:pt x="2647519" y="731206"/>
                  </a:lnTo>
                  <a:lnTo>
                    <a:pt x="2708047" y="720321"/>
                  </a:lnTo>
                  <a:lnTo>
                    <a:pt x="2763911" y="708196"/>
                  </a:lnTo>
                  <a:lnTo>
                    <a:pt x="2815960" y="694695"/>
                  </a:lnTo>
                  <a:lnTo>
                    <a:pt x="2865004" y="679711"/>
                  </a:lnTo>
                  <a:lnTo>
                    <a:pt x="2896531" y="668823"/>
                  </a:lnTo>
                  <a:lnTo>
                    <a:pt x="2949058" y="648434"/>
                  </a:lnTo>
                  <a:lnTo>
                    <a:pt x="2999926" y="625954"/>
                  </a:lnTo>
                  <a:lnTo>
                    <a:pt x="3049765" y="601353"/>
                  </a:lnTo>
                  <a:lnTo>
                    <a:pt x="3099037" y="574674"/>
                  </a:lnTo>
                  <a:lnTo>
                    <a:pt x="3148062" y="546040"/>
                  </a:lnTo>
                  <a:lnTo>
                    <a:pt x="3197046" y="515661"/>
                  </a:lnTo>
                  <a:lnTo>
                    <a:pt x="3246098" y="483832"/>
                  </a:lnTo>
                  <a:lnTo>
                    <a:pt x="3295253" y="450923"/>
                  </a:lnTo>
                  <a:lnTo>
                    <a:pt x="3344487" y="417365"/>
                  </a:lnTo>
                  <a:lnTo>
                    <a:pt x="3393747" y="383624"/>
                  </a:lnTo>
                  <a:lnTo>
                    <a:pt x="3442966" y="350181"/>
                  </a:lnTo>
                  <a:lnTo>
                    <a:pt x="3492096" y="317495"/>
                  </a:lnTo>
                  <a:lnTo>
                    <a:pt x="3541126" y="285985"/>
                  </a:lnTo>
                  <a:lnTo>
                    <a:pt x="3590106" y="256003"/>
                  </a:lnTo>
                  <a:lnTo>
                    <a:pt x="3639168" y="227825"/>
                  </a:lnTo>
                  <a:lnTo>
                    <a:pt x="3688543" y="201640"/>
                  </a:lnTo>
                  <a:lnTo>
                    <a:pt x="3738583" y="177550"/>
                  </a:lnTo>
                  <a:lnTo>
                    <a:pt x="3789786" y="155580"/>
                  </a:lnTo>
                  <a:lnTo>
                    <a:pt x="3829811" y="140303"/>
                  </a:lnTo>
                  <a:lnTo>
                    <a:pt x="3877256" y="124296"/>
                  </a:lnTo>
                  <a:lnTo>
                    <a:pt x="3927208" y="109810"/>
                  </a:lnTo>
                  <a:lnTo>
                    <a:pt x="3980424" y="96778"/>
                  </a:lnTo>
                  <a:lnTo>
                    <a:pt x="4037735" y="85079"/>
                  </a:lnTo>
                  <a:lnTo>
                    <a:pt x="4099988" y="74571"/>
                  </a:lnTo>
                  <a:lnTo>
                    <a:pt x="4167990" y="65118"/>
                  </a:lnTo>
                  <a:lnTo>
                    <a:pt x="4242433" y="56594"/>
                  </a:lnTo>
                  <a:lnTo>
                    <a:pt x="4323788" y="48894"/>
                  </a:lnTo>
                  <a:lnTo>
                    <a:pt x="4412163" y="41937"/>
                  </a:lnTo>
                  <a:lnTo>
                    <a:pt x="4507133" y="35668"/>
                  </a:lnTo>
                  <a:lnTo>
                    <a:pt x="4607546" y="30056"/>
                  </a:lnTo>
                  <a:lnTo>
                    <a:pt x="4711361" y="25092"/>
                  </a:lnTo>
                  <a:lnTo>
                    <a:pt x="4815570" y="20786"/>
                  </a:lnTo>
                  <a:lnTo>
                    <a:pt x="4916306" y="17152"/>
                  </a:lnTo>
                  <a:lnTo>
                    <a:pt x="5009195" y="14199"/>
                  </a:lnTo>
                  <a:lnTo>
                    <a:pt x="5089962" y="11919"/>
                  </a:lnTo>
                  <a:lnTo>
                    <a:pt x="5155189" y="10273"/>
                  </a:lnTo>
                  <a:lnTo>
                    <a:pt x="5203031" y="9187"/>
                  </a:lnTo>
                  <a:lnTo>
                    <a:pt x="5233676" y="8559"/>
                  </a:lnTo>
                  <a:lnTo>
                    <a:pt x="5249441" y="8265"/>
                  </a:lnTo>
                  <a:lnTo>
                    <a:pt x="5254579" y="8178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495" y="8236"/>
                  </a:lnTo>
                  <a:lnTo>
                    <a:pt x="6735069" y="8690"/>
                  </a:lnTo>
                  <a:lnTo>
                    <a:pt x="6754155" y="9944"/>
                  </a:lnTo>
                  <a:lnTo>
                    <a:pt x="6788261" y="12413"/>
                  </a:lnTo>
                  <a:lnTo>
                    <a:pt x="6839062" y="16480"/>
                  </a:lnTo>
                  <a:lnTo>
                    <a:pt x="6906269" y="22457"/>
                  </a:lnTo>
                  <a:lnTo>
                    <a:pt x="6987797" y="30555"/>
                  </a:lnTo>
                  <a:lnTo>
                    <a:pt x="7080239" y="40881"/>
                  </a:lnTo>
                  <a:lnTo>
                    <a:pt x="7179527" y="53451"/>
                  </a:lnTo>
                  <a:lnTo>
                    <a:pt x="7281604" y="68229"/>
                  </a:lnTo>
                  <a:lnTo>
                    <a:pt x="7382935" y="85166"/>
                  </a:lnTo>
                  <a:lnTo>
                    <a:pt x="7480797" y="104239"/>
                  </a:lnTo>
                  <a:lnTo>
                    <a:pt x="7573346" y="125481"/>
                  </a:lnTo>
                  <a:lnTo>
                    <a:pt x="7659551" y="148995"/>
                  </a:lnTo>
                  <a:lnTo>
                    <a:pt x="7739035" y="174962"/>
                  </a:lnTo>
                  <a:lnTo>
                    <a:pt x="7811906" y="203645"/>
                  </a:lnTo>
                  <a:lnTo>
                    <a:pt x="7878603" y="235381"/>
                  </a:lnTo>
                  <a:lnTo>
                    <a:pt x="7939768" y="270571"/>
                  </a:lnTo>
                  <a:lnTo>
                    <a:pt x="7996155" y="309659"/>
                  </a:lnTo>
                  <a:lnTo>
                    <a:pt x="8048555" y="353099"/>
                  </a:lnTo>
                  <a:lnTo>
                    <a:pt x="8097750" y="401288"/>
                  </a:lnTo>
                  <a:lnTo>
                    <a:pt x="8144458" y="454479"/>
                  </a:lnTo>
                  <a:lnTo>
                    <a:pt x="8151487" y="463136"/>
                  </a:lnTo>
                  <a:lnTo>
                    <a:pt x="8189722" y="513268"/>
                  </a:lnTo>
                  <a:lnTo>
                    <a:pt x="8226982" y="567144"/>
                  </a:lnTo>
                  <a:lnTo>
                    <a:pt x="8263537" y="624839"/>
                  </a:lnTo>
                  <a:lnTo>
                    <a:pt x="8299604" y="686366"/>
                  </a:lnTo>
                  <a:lnTo>
                    <a:pt x="8335354" y="751666"/>
                  </a:lnTo>
                  <a:lnTo>
                    <a:pt x="8370922" y="820605"/>
                  </a:lnTo>
                  <a:lnTo>
                    <a:pt x="8406405" y="892966"/>
                  </a:lnTo>
                  <a:lnTo>
                    <a:pt x="8441875" y="968452"/>
                  </a:lnTo>
                  <a:lnTo>
                    <a:pt x="8477374" y="1046685"/>
                  </a:lnTo>
                  <a:lnTo>
                    <a:pt x="8512923" y="1127212"/>
                  </a:lnTo>
                  <a:lnTo>
                    <a:pt x="8548527" y="1209513"/>
                  </a:lnTo>
                  <a:lnTo>
                    <a:pt x="8584174" y="1293017"/>
                  </a:lnTo>
                  <a:lnTo>
                    <a:pt x="8619845" y="1377118"/>
                  </a:lnTo>
                  <a:lnTo>
                    <a:pt x="8655514" y="1461188"/>
                  </a:lnTo>
                  <a:lnTo>
                    <a:pt x="8691158" y="1544603"/>
                  </a:lnTo>
                  <a:lnTo>
                    <a:pt x="8726757" y="1626757"/>
                  </a:lnTo>
                  <a:lnTo>
                    <a:pt x="8762301" y="1707084"/>
                  </a:lnTo>
                  <a:lnTo>
                    <a:pt x="8797796" y="1785071"/>
                  </a:lnTo>
                  <a:lnTo>
                    <a:pt x="8833264" y="1860272"/>
                  </a:lnTo>
                  <a:lnTo>
                    <a:pt x="8868753" y="1932315"/>
                  </a:lnTo>
                  <a:lnTo>
                    <a:pt x="8904333" y="2000912"/>
                  </a:lnTo>
                  <a:lnTo>
                    <a:pt x="8940107" y="2065853"/>
                  </a:lnTo>
                  <a:lnTo>
                    <a:pt x="8976213" y="2127012"/>
                  </a:lnTo>
                  <a:lnTo>
                    <a:pt x="9012826" y="2184337"/>
                  </a:lnTo>
                  <a:lnTo>
                    <a:pt x="9050167" y="2237848"/>
                  </a:lnTo>
                  <a:lnTo>
                    <a:pt x="9084767" y="2282990"/>
                  </a:lnTo>
                  <a:lnTo>
                    <a:pt x="9131149" y="2336958"/>
                  </a:lnTo>
                  <a:lnTo>
                    <a:pt x="9179915" y="2385909"/>
                  </a:lnTo>
                  <a:lnTo>
                    <a:pt x="9231771" y="2430057"/>
                  </a:lnTo>
                  <a:lnTo>
                    <a:pt x="9287490" y="2469788"/>
                  </a:lnTo>
                  <a:lnTo>
                    <a:pt x="9347867" y="2505550"/>
                  </a:lnTo>
                  <a:lnTo>
                    <a:pt x="9413665" y="2537792"/>
                  </a:lnTo>
                  <a:lnTo>
                    <a:pt x="9485548" y="2566923"/>
                  </a:lnTo>
                  <a:lnTo>
                    <a:pt x="9563993" y="2593290"/>
                  </a:lnTo>
                  <a:lnTo>
                    <a:pt x="9649172" y="2617168"/>
                  </a:lnTo>
                  <a:lnTo>
                    <a:pt x="9740791" y="2638752"/>
                  </a:lnTo>
                  <a:lnTo>
                    <a:pt x="9837931" y="2658156"/>
                  </a:lnTo>
                  <a:lnTo>
                    <a:pt x="9938882" y="2675423"/>
                  </a:lnTo>
                  <a:lnTo>
                    <a:pt x="10041056" y="2690537"/>
                  </a:lnTo>
                  <a:lnTo>
                    <a:pt x="10141031" y="2703451"/>
                  </a:lnTo>
                  <a:lnTo>
                    <a:pt x="10234802" y="2714124"/>
                  </a:lnTo>
                  <a:lnTo>
                    <a:pt x="10318263" y="2722562"/>
                  </a:lnTo>
                  <a:lnTo>
                    <a:pt x="10387856" y="2728855"/>
                  </a:lnTo>
                  <a:lnTo>
                    <a:pt x="10441256" y="2733199"/>
                  </a:lnTo>
                  <a:lnTo>
                    <a:pt x="10477879" y="2735891"/>
                  </a:lnTo>
                  <a:lnTo>
                    <a:pt x="10499097" y="2737306"/>
                  </a:lnTo>
                  <a:lnTo>
                    <a:pt x="10508153" y="2737856"/>
                  </a:lnTo>
                  <a:lnTo>
                    <a:pt x="10509911" y="2737954"/>
                  </a:lnTo>
                  <a:lnTo>
                    <a:pt x="11981298" y="2737954"/>
                  </a:lnTo>
                  <a:lnTo>
                    <a:pt x="11981298" y="2729781"/>
                  </a:lnTo>
                  <a:lnTo>
                    <a:pt x="10509911" y="2729781"/>
                  </a:lnTo>
                  <a:lnTo>
                    <a:pt x="10508758" y="2729717"/>
                  </a:lnTo>
                  <a:lnTo>
                    <a:pt x="10501184" y="2729264"/>
                  </a:lnTo>
                  <a:lnTo>
                    <a:pt x="10482098" y="2728009"/>
                  </a:lnTo>
                  <a:lnTo>
                    <a:pt x="10447992" y="2725540"/>
                  </a:lnTo>
                  <a:lnTo>
                    <a:pt x="10397192" y="2721473"/>
                  </a:lnTo>
                  <a:lnTo>
                    <a:pt x="10329985" y="2715497"/>
                  </a:lnTo>
                  <a:lnTo>
                    <a:pt x="10248456" y="2707398"/>
                  </a:lnTo>
                  <a:lnTo>
                    <a:pt x="10156014" y="2697073"/>
                  </a:lnTo>
                  <a:lnTo>
                    <a:pt x="10056726" y="2684502"/>
                  </a:lnTo>
                  <a:lnTo>
                    <a:pt x="9954649" y="2669725"/>
                  </a:lnTo>
                  <a:lnTo>
                    <a:pt x="9853318" y="2652788"/>
                  </a:lnTo>
                  <a:lnTo>
                    <a:pt x="9755457" y="2633714"/>
                  </a:lnTo>
                  <a:lnTo>
                    <a:pt x="9662907" y="2612472"/>
                  </a:lnTo>
                  <a:lnTo>
                    <a:pt x="9576702" y="2588959"/>
                  </a:lnTo>
                  <a:lnTo>
                    <a:pt x="9497218" y="2562992"/>
                  </a:lnTo>
                  <a:lnTo>
                    <a:pt x="9424347" y="2534309"/>
                  </a:lnTo>
                  <a:lnTo>
                    <a:pt x="9357651" y="2502572"/>
                  </a:lnTo>
                  <a:lnTo>
                    <a:pt x="9296485" y="2467382"/>
                  </a:lnTo>
                  <a:lnTo>
                    <a:pt x="9240098" y="2428294"/>
                  </a:lnTo>
                  <a:lnTo>
                    <a:pt x="9187698" y="2384855"/>
                  </a:lnTo>
                  <a:lnTo>
                    <a:pt x="9138504" y="2336665"/>
                  </a:lnTo>
                  <a:lnTo>
                    <a:pt x="9091795" y="2283475"/>
                  </a:lnTo>
                  <a:lnTo>
                    <a:pt x="9084767" y="2274817"/>
                  </a:lnTo>
                  <a:lnTo>
                    <a:pt x="9046531" y="2224685"/>
                  </a:lnTo>
                  <a:lnTo>
                    <a:pt x="9009271" y="2170809"/>
                  </a:lnTo>
                  <a:lnTo>
                    <a:pt x="8972716" y="2113114"/>
                  </a:lnTo>
                  <a:lnTo>
                    <a:pt x="8936650" y="2051588"/>
                  </a:lnTo>
                  <a:lnTo>
                    <a:pt x="8900899" y="1986288"/>
                  </a:lnTo>
                  <a:lnTo>
                    <a:pt x="8865332" y="1917349"/>
                  </a:lnTo>
                  <a:lnTo>
                    <a:pt x="8829848" y="1844987"/>
                  </a:lnTo>
                  <a:lnTo>
                    <a:pt x="8794378" y="1769501"/>
                  </a:lnTo>
                  <a:lnTo>
                    <a:pt x="8758880" y="1691268"/>
                  </a:lnTo>
                  <a:lnTo>
                    <a:pt x="8723330" y="1610742"/>
                  </a:lnTo>
                  <a:lnTo>
                    <a:pt x="8687726" y="1528441"/>
                  </a:lnTo>
                  <a:lnTo>
                    <a:pt x="8652079" y="1444936"/>
                  </a:lnTo>
                  <a:lnTo>
                    <a:pt x="8616408" y="1360835"/>
                  </a:lnTo>
                  <a:lnTo>
                    <a:pt x="8580739" y="1276765"/>
                  </a:lnTo>
                  <a:lnTo>
                    <a:pt x="8545095" y="1193350"/>
                  </a:lnTo>
                  <a:lnTo>
                    <a:pt x="8509497" y="1111196"/>
                  </a:lnTo>
                  <a:lnTo>
                    <a:pt x="8473952" y="1030869"/>
                  </a:lnTo>
                  <a:lnTo>
                    <a:pt x="8438457" y="952882"/>
                  </a:lnTo>
                  <a:lnTo>
                    <a:pt x="8402989" y="877682"/>
                  </a:lnTo>
                  <a:lnTo>
                    <a:pt x="8367501" y="805638"/>
                  </a:lnTo>
                  <a:lnTo>
                    <a:pt x="8331920" y="737042"/>
                  </a:lnTo>
                  <a:lnTo>
                    <a:pt x="8296146" y="672101"/>
                  </a:lnTo>
                  <a:lnTo>
                    <a:pt x="8260040" y="610942"/>
                  </a:lnTo>
                  <a:lnTo>
                    <a:pt x="8223428" y="553616"/>
                  </a:lnTo>
                  <a:lnTo>
                    <a:pt x="8186086" y="500105"/>
                  </a:lnTo>
                  <a:lnTo>
                    <a:pt x="8151487" y="454963"/>
                  </a:lnTo>
                  <a:lnTo>
                    <a:pt x="8105104" y="400996"/>
                  </a:lnTo>
                  <a:lnTo>
                    <a:pt x="8056338" y="352045"/>
                  </a:lnTo>
                  <a:lnTo>
                    <a:pt x="8004483" y="307896"/>
                  </a:lnTo>
                  <a:lnTo>
                    <a:pt x="7948763" y="268165"/>
                  </a:lnTo>
                  <a:lnTo>
                    <a:pt x="7888386" y="232403"/>
                  </a:lnTo>
                  <a:lnTo>
                    <a:pt x="7822589" y="200161"/>
                  </a:lnTo>
                  <a:lnTo>
                    <a:pt x="7750706" y="171031"/>
                  </a:lnTo>
                  <a:lnTo>
                    <a:pt x="7672260" y="144664"/>
                  </a:lnTo>
                  <a:lnTo>
                    <a:pt x="7587082" y="120785"/>
                  </a:lnTo>
                  <a:lnTo>
                    <a:pt x="7495462" y="99202"/>
                  </a:lnTo>
                  <a:lnTo>
                    <a:pt x="7398322" y="79797"/>
                  </a:lnTo>
                  <a:lnTo>
                    <a:pt x="7297371" y="62530"/>
                  </a:lnTo>
                  <a:lnTo>
                    <a:pt x="7195197" y="47416"/>
                  </a:lnTo>
                  <a:lnTo>
                    <a:pt x="7095222" y="34502"/>
                  </a:lnTo>
                  <a:lnTo>
                    <a:pt x="7001451" y="23829"/>
                  </a:lnTo>
                  <a:lnTo>
                    <a:pt x="6917991" y="15391"/>
                  </a:lnTo>
                  <a:lnTo>
                    <a:pt x="6848397" y="9098"/>
                  </a:lnTo>
                  <a:lnTo>
                    <a:pt x="6794997" y="4755"/>
                  </a:lnTo>
                  <a:lnTo>
                    <a:pt x="6758374" y="2063"/>
                  </a:lnTo>
                  <a:lnTo>
                    <a:pt x="6737156" y="648"/>
                  </a:lnTo>
                  <a:lnTo>
                    <a:pt x="6728100" y="98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725" y="19"/>
                  </a:lnTo>
                  <a:lnTo>
                    <a:pt x="5245653" y="160"/>
                  </a:lnTo>
                  <a:lnTo>
                    <a:pt x="5225353" y="550"/>
                  </a:lnTo>
                  <a:lnTo>
                    <a:pt x="5189181" y="1316"/>
                  </a:lnTo>
                  <a:lnTo>
                    <a:pt x="5135510" y="2577"/>
                  </a:lnTo>
                  <a:lnTo>
                    <a:pt x="5064855" y="4427"/>
                  </a:lnTo>
                  <a:lnTo>
                    <a:pt x="4979647" y="6926"/>
                  </a:lnTo>
                  <a:lnTo>
                    <a:pt x="4883673" y="10104"/>
                  </a:lnTo>
                  <a:lnTo>
                    <a:pt x="4781320" y="13962"/>
                  </a:lnTo>
                  <a:lnTo>
                    <a:pt x="4676852" y="18487"/>
                  </a:lnTo>
                  <a:lnTo>
                    <a:pt x="4573875" y="23665"/>
                  </a:lnTo>
                  <a:lnTo>
                    <a:pt x="4475080" y="29492"/>
                  </a:lnTo>
                  <a:lnTo>
                    <a:pt x="4382201" y="35984"/>
                  </a:lnTo>
                  <a:lnTo>
                    <a:pt x="4296129" y="43179"/>
                  </a:lnTo>
                  <a:lnTo>
                    <a:pt x="4217091" y="51141"/>
                  </a:lnTo>
                  <a:lnTo>
                    <a:pt x="4144841" y="59960"/>
                  </a:lnTo>
                  <a:lnTo>
                    <a:pt x="4078823" y="69747"/>
                  </a:lnTo>
                  <a:lnTo>
                    <a:pt x="4018295" y="80632"/>
                  </a:lnTo>
                  <a:lnTo>
                    <a:pt x="3962431" y="92757"/>
                  </a:lnTo>
                  <a:lnTo>
                    <a:pt x="3910382" y="106258"/>
                  </a:lnTo>
                  <a:lnTo>
                    <a:pt x="3861338" y="121242"/>
                  </a:lnTo>
                  <a:lnTo>
                    <a:pt x="3829811" y="132130"/>
                  </a:lnTo>
                  <a:lnTo>
                    <a:pt x="3777284" y="152519"/>
                  </a:lnTo>
                  <a:lnTo>
                    <a:pt x="3726417" y="174999"/>
                  </a:lnTo>
                  <a:lnTo>
                    <a:pt x="3676577" y="199600"/>
                  </a:lnTo>
                  <a:lnTo>
                    <a:pt x="3627305" y="226279"/>
                  </a:lnTo>
                  <a:lnTo>
                    <a:pt x="3578280" y="254913"/>
                  </a:lnTo>
                  <a:lnTo>
                    <a:pt x="3529296" y="285291"/>
                  </a:lnTo>
                  <a:lnTo>
                    <a:pt x="3480244" y="317121"/>
                  </a:lnTo>
                  <a:lnTo>
                    <a:pt x="3431089" y="350030"/>
                  </a:lnTo>
                  <a:lnTo>
                    <a:pt x="3381855" y="383588"/>
                  </a:lnTo>
                  <a:lnTo>
                    <a:pt x="3332596" y="417329"/>
                  </a:lnTo>
                  <a:lnTo>
                    <a:pt x="3283376" y="450772"/>
                  </a:lnTo>
                  <a:lnTo>
                    <a:pt x="3234246" y="483458"/>
                  </a:lnTo>
                  <a:lnTo>
                    <a:pt x="3185216" y="514968"/>
                  </a:lnTo>
                  <a:lnTo>
                    <a:pt x="3136236" y="544950"/>
                  </a:lnTo>
                  <a:lnTo>
                    <a:pt x="3087174" y="573127"/>
                  </a:lnTo>
                  <a:lnTo>
                    <a:pt x="3037799" y="599313"/>
                  </a:lnTo>
                  <a:lnTo>
                    <a:pt x="2987759" y="623403"/>
                  </a:lnTo>
                  <a:lnTo>
                    <a:pt x="2936556" y="645372"/>
                  </a:lnTo>
                  <a:lnTo>
                    <a:pt x="2896531" y="660650"/>
                  </a:lnTo>
                  <a:lnTo>
                    <a:pt x="2849086" y="676657"/>
                  </a:lnTo>
                  <a:lnTo>
                    <a:pt x="2799134" y="691142"/>
                  </a:lnTo>
                  <a:lnTo>
                    <a:pt x="2745918" y="704174"/>
                  </a:lnTo>
                  <a:lnTo>
                    <a:pt x="2688607" y="715874"/>
                  </a:lnTo>
                  <a:lnTo>
                    <a:pt x="2626354" y="726382"/>
                  </a:lnTo>
                  <a:lnTo>
                    <a:pt x="2558352" y="735835"/>
                  </a:lnTo>
                  <a:lnTo>
                    <a:pt x="2483909" y="744359"/>
                  </a:lnTo>
                  <a:lnTo>
                    <a:pt x="2402555" y="752059"/>
                  </a:lnTo>
                  <a:lnTo>
                    <a:pt x="2314180" y="759016"/>
                  </a:lnTo>
                  <a:lnTo>
                    <a:pt x="2219210" y="765285"/>
                  </a:lnTo>
                  <a:lnTo>
                    <a:pt x="2118796" y="770897"/>
                  </a:lnTo>
                  <a:lnTo>
                    <a:pt x="2014981" y="775860"/>
                  </a:lnTo>
                  <a:lnTo>
                    <a:pt x="1910772" y="780167"/>
                  </a:lnTo>
                  <a:lnTo>
                    <a:pt x="1810036" y="783801"/>
                  </a:lnTo>
                  <a:lnTo>
                    <a:pt x="1717147" y="786754"/>
                  </a:lnTo>
                  <a:lnTo>
                    <a:pt x="1636380" y="789034"/>
                  </a:lnTo>
                  <a:lnTo>
                    <a:pt x="1571153" y="790680"/>
                  </a:lnTo>
                  <a:lnTo>
                    <a:pt x="1523311" y="791766"/>
                  </a:lnTo>
                  <a:lnTo>
                    <a:pt x="1492667" y="792394"/>
                  </a:lnTo>
                  <a:lnTo>
                    <a:pt x="1476901" y="792687"/>
                  </a:lnTo>
                  <a:lnTo>
                    <a:pt x="1471763" y="792774"/>
                  </a:lnTo>
                  <a:lnTo>
                    <a:pt x="1471387" y="792780"/>
                  </a:lnTo>
                  <a:lnTo>
                    <a:pt x="0" y="792780"/>
                  </a:lnTo>
                  <a:close/>
                </a:path>
              </a:pathLst>
            </a:custGeom>
            <a:solidFill>
              <a:srgbClr val="67C1B3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203" name="pl1203"/>
            <p:cNvSpPr/>
            <p:nvPr/>
          </p:nvSpPr>
          <p:spPr>
            <a:xfrm>
              <a:off x="4799595" y="7644167"/>
              <a:ext cx="11981298" cy="2729781"/>
            </a:xfrm>
            <a:custGeom>
              <a:avLst/>
              <a:pathLst>
                <a:path w="11981298" h="2729781">
                  <a:moveTo>
                    <a:pt x="0" y="792780"/>
                  </a:moveTo>
                  <a:lnTo>
                    <a:pt x="1471387" y="792780"/>
                  </a:lnTo>
                  <a:lnTo>
                    <a:pt x="1472617" y="792761"/>
                  </a:lnTo>
                  <a:lnTo>
                    <a:pt x="1480689" y="792620"/>
                  </a:lnTo>
                  <a:lnTo>
                    <a:pt x="1500989" y="792230"/>
                  </a:lnTo>
                  <a:lnTo>
                    <a:pt x="1537161" y="791463"/>
                  </a:lnTo>
                  <a:lnTo>
                    <a:pt x="1590832" y="790202"/>
                  </a:lnTo>
                  <a:lnTo>
                    <a:pt x="1661487" y="788353"/>
                  </a:lnTo>
                  <a:lnTo>
                    <a:pt x="1746696" y="785854"/>
                  </a:lnTo>
                  <a:lnTo>
                    <a:pt x="1842669" y="782676"/>
                  </a:lnTo>
                  <a:lnTo>
                    <a:pt x="1945022" y="778818"/>
                  </a:lnTo>
                  <a:lnTo>
                    <a:pt x="2049491" y="774293"/>
                  </a:lnTo>
                  <a:lnTo>
                    <a:pt x="2152467" y="769115"/>
                  </a:lnTo>
                  <a:lnTo>
                    <a:pt x="2251262" y="763287"/>
                  </a:lnTo>
                  <a:lnTo>
                    <a:pt x="2344141" y="756796"/>
                  </a:lnTo>
                  <a:lnTo>
                    <a:pt x="2430213" y="749601"/>
                  </a:lnTo>
                  <a:lnTo>
                    <a:pt x="2509251" y="741639"/>
                  </a:lnTo>
                  <a:lnTo>
                    <a:pt x="2581501" y="732820"/>
                  </a:lnTo>
                  <a:lnTo>
                    <a:pt x="2647519" y="723033"/>
                  </a:lnTo>
                  <a:lnTo>
                    <a:pt x="2708047" y="712148"/>
                  </a:lnTo>
                  <a:lnTo>
                    <a:pt x="2763911" y="700023"/>
                  </a:lnTo>
                  <a:lnTo>
                    <a:pt x="2815960" y="686522"/>
                  </a:lnTo>
                  <a:lnTo>
                    <a:pt x="2865004" y="671538"/>
                  </a:lnTo>
                  <a:lnTo>
                    <a:pt x="2896531" y="660650"/>
                  </a:lnTo>
                  <a:lnTo>
                    <a:pt x="2949058" y="640261"/>
                  </a:lnTo>
                  <a:lnTo>
                    <a:pt x="2999926" y="617781"/>
                  </a:lnTo>
                  <a:lnTo>
                    <a:pt x="3049765" y="593180"/>
                  </a:lnTo>
                  <a:lnTo>
                    <a:pt x="3099037" y="566501"/>
                  </a:lnTo>
                  <a:lnTo>
                    <a:pt x="3148062" y="537867"/>
                  </a:lnTo>
                  <a:lnTo>
                    <a:pt x="3197046" y="507488"/>
                  </a:lnTo>
                  <a:lnTo>
                    <a:pt x="3246098" y="475659"/>
                  </a:lnTo>
                  <a:lnTo>
                    <a:pt x="3295253" y="442750"/>
                  </a:lnTo>
                  <a:lnTo>
                    <a:pt x="3344487" y="409192"/>
                  </a:lnTo>
                  <a:lnTo>
                    <a:pt x="3393747" y="375451"/>
                  </a:lnTo>
                  <a:lnTo>
                    <a:pt x="3442966" y="342008"/>
                  </a:lnTo>
                  <a:lnTo>
                    <a:pt x="3492096" y="309322"/>
                  </a:lnTo>
                  <a:lnTo>
                    <a:pt x="3541126" y="277812"/>
                  </a:lnTo>
                  <a:lnTo>
                    <a:pt x="3590106" y="247830"/>
                  </a:lnTo>
                  <a:lnTo>
                    <a:pt x="3639168" y="219652"/>
                  </a:lnTo>
                  <a:lnTo>
                    <a:pt x="3688543" y="193467"/>
                  </a:lnTo>
                  <a:lnTo>
                    <a:pt x="3738583" y="169377"/>
                  </a:lnTo>
                  <a:lnTo>
                    <a:pt x="3789786" y="147407"/>
                  </a:lnTo>
                  <a:lnTo>
                    <a:pt x="3829811" y="132130"/>
                  </a:lnTo>
                  <a:lnTo>
                    <a:pt x="3877256" y="116123"/>
                  </a:lnTo>
                  <a:lnTo>
                    <a:pt x="3927208" y="101637"/>
                  </a:lnTo>
                  <a:lnTo>
                    <a:pt x="3980424" y="88605"/>
                  </a:lnTo>
                  <a:lnTo>
                    <a:pt x="4037735" y="76906"/>
                  </a:lnTo>
                  <a:lnTo>
                    <a:pt x="4099988" y="66398"/>
                  </a:lnTo>
                  <a:lnTo>
                    <a:pt x="4167990" y="56945"/>
                  </a:lnTo>
                  <a:lnTo>
                    <a:pt x="4242433" y="48421"/>
                  </a:lnTo>
                  <a:lnTo>
                    <a:pt x="4323788" y="40721"/>
                  </a:lnTo>
                  <a:lnTo>
                    <a:pt x="4412163" y="33764"/>
                  </a:lnTo>
                  <a:lnTo>
                    <a:pt x="4507133" y="27495"/>
                  </a:lnTo>
                  <a:lnTo>
                    <a:pt x="4607546" y="21883"/>
                  </a:lnTo>
                  <a:lnTo>
                    <a:pt x="4711361" y="16919"/>
                  </a:lnTo>
                  <a:lnTo>
                    <a:pt x="4815570" y="12613"/>
                  </a:lnTo>
                  <a:lnTo>
                    <a:pt x="4916306" y="8979"/>
                  </a:lnTo>
                  <a:lnTo>
                    <a:pt x="5009195" y="6026"/>
                  </a:lnTo>
                  <a:lnTo>
                    <a:pt x="5089962" y="3746"/>
                  </a:lnTo>
                  <a:lnTo>
                    <a:pt x="5155189" y="2100"/>
                  </a:lnTo>
                  <a:lnTo>
                    <a:pt x="5203031" y="1014"/>
                  </a:lnTo>
                  <a:lnTo>
                    <a:pt x="5233676" y="386"/>
                  </a:lnTo>
                  <a:lnTo>
                    <a:pt x="5249441" y="92"/>
                  </a:lnTo>
                  <a:lnTo>
                    <a:pt x="5254579" y="5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495" y="63"/>
                  </a:lnTo>
                  <a:lnTo>
                    <a:pt x="6735069" y="517"/>
                  </a:lnTo>
                  <a:lnTo>
                    <a:pt x="6754155" y="1771"/>
                  </a:lnTo>
                  <a:lnTo>
                    <a:pt x="6788261" y="4240"/>
                  </a:lnTo>
                  <a:lnTo>
                    <a:pt x="6839062" y="8307"/>
                  </a:lnTo>
                  <a:lnTo>
                    <a:pt x="6906269" y="14284"/>
                  </a:lnTo>
                  <a:lnTo>
                    <a:pt x="6987797" y="22382"/>
                  </a:lnTo>
                  <a:lnTo>
                    <a:pt x="7080239" y="32708"/>
                  </a:lnTo>
                  <a:lnTo>
                    <a:pt x="7179527" y="45278"/>
                  </a:lnTo>
                  <a:lnTo>
                    <a:pt x="7281604" y="60056"/>
                  </a:lnTo>
                  <a:lnTo>
                    <a:pt x="7382935" y="76993"/>
                  </a:lnTo>
                  <a:lnTo>
                    <a:pt x="7480797" y="96066"/>
                  </a:lnTo>
                  <a:lnTo>
                    <a:pt x="7573346" y="117308"/>
                  </a:lnTo>
                  <a:lnTo>
                    <a:pt x="7659551" y="140822"/>
                  </a:lnTo>
                  <a:lnTo>
                    <a:pt x="7739035" y="166789"/>
                  </a:lnTo>
                  <a:lnTo>
                    <a:pt x="7811906" y="195472"/>
                  </a:lnTo>
                  <a:lnTo>
                    <a:pt x="7878603" y="227208"/>
                  </a:lnTo>
                  <a:lnTo>
                    <a:pt x="7939768" y="262398"/>
                  </a:lnTo>
                  <a:lnTo>
                    <a:pt x="7996155" y="301486"/>
                  </a:lnTo>
                  <a:lnTo>
                    <a:pt x="8048555" y="344926"/>
                  </a:lnTo>
                  <a:lnTo>
                    <a:pt x="8097750" y="393115"/>
                  </a:lnTo>
                  <a:lnTo>
                    <a:pt x="8144458" y="446306"/>
                  </a:lnTo>
                  <a:lnTo>
                    <a:pt x="8151487" y="454963"/>
                  </a:lnTo>
                  <a:lnTo>
                    <a:pt x="8189722" y="505095"/>
                  </a:lnTo>
                  <a:lnTo>
                    <a:pt x="8226982" y="558971"/>
                  </a:lnTo>
                  <a:lnTo>
                    <a:pt x="8263537" y="616666"/>
                  </a:lnTo>
                  <a:lnTo>
                    <a:pt x="8299604" y="678193"/>
                  </a:lnTo>
                  <a:lnTo>
                    <a:pt x="8335354" y="743493"/>
                  </a:lnTo>
                  <a:lnTo>
                    <a:pt x="8370922" y="812432"/>
                  </a:lnTo>
                  <a:lnTo>
                    <a:pt x="8406405" y="884793"/>
                  </a:lnTo>
                  <a:lnTo>
                    <a:pt x="8441875" y="960279"/>
                  </a:lnTo>
                  <a:lnTo>
                    <a:pt x="8477374" y="1038512"/>
                  </a:lnTo>
                  <a:lnTo>
                    <a:pt x="8512923" y="1119039"/>
                  </a:lnTo>
                  <a:lnTo>
                    <a:pt x="8548527" y="1201340"/>
                  </a:lnTo>
                  <a:lnTo>
                    <a:pt x="8584174" y="1284844"/>
                  </a:lnTo>
                  <a:lnTo>
                    <a:pt x="8619845" y="1368945"/>
                  </a:lnTo>
                  <a:lnTo>
                    <a:pt x="8655514" y="1453015"/>
                  </a:lnTo>
                  <a:lnTo>
                    <a:pt x="8691158" y="1536430"/>
                  </a:lnTo>
                  <a:lnTo>
                    <a:pt x="8726757" y="1618584"/>
                  </a:lnTo>
                  <a:lnTo>
                    <a:pt x="8762301" y="1698911"/>
                  </a:lnTo>
                  <a:lnTo>
                    <a:pt x="8797796" y="1776898"/>
                  </a:lnTo>
                  <a:lnTo>
                    <a:pt x="8833264" y="1852099"/>
                  </a:lnTo>
                  <a:lnTo>
                    <a:pt x="8868753" y="1924142"/>
                  </a:lnTo>
                  <a:lnTo>
                    <a:pt x="8904333" y="1992739"/>
                  </a:lnTo>
                  <a:lnTo>
                    <a:pt x="8940107" y="2057680"/>
                  </a:lnTo>
                  <a:lnTo>
                    <a:pt x="8976213" y="2118839"/>
                  </a:lnTo>
                  <a:lnTo>
                    <a:pt x="9012826" y="2176164"/>
                  </a:lnTo>
                  <a:lnTo>
                    <a:pt x="9050167" y="2229675"/>
                  </a:lnTo>
                  <a:lnTo>
                    <a:pt x="9084767" y="2274817"/>
                  </a:lnTo>
                  <a:lnTo>
                    <a:pt x="9131149" y="2328785"/>
                  </a:lnTo>
                  <a:lnTo>
                    <a:pt x="9179915" y="2377736"/>
                  </a:lnTo>
                  <a:lnTo>
                    <a:pt x="9231771" y="2421884"/>
                  </a:lnTo>
                  <a:lnTo>
                    <a:pt x="9287490" y="2461615"/>
                  </a:lnTo>
                  <a:lnTo>
                    <a:pt x="9347867" y="2497377"/>
                  </a:lnTo>
                  <a:lnTo>
                    <a:pt x="9413665" y="2529619"/>
                  </a:lnTo>
                  <a:lnTo>
                    <a:pt x="9485548" y="2558750"/>
                  </a:lnTo>
                  <a:lnTo>
                    <a:pt x="9563993" y="2585117"/>
                  </a:lnTo>
                  <a:lnTo>
                    <a:pt x="9649172" y="2608995"/>
                  </a:lnTo>
                  <a:lnTo>
                    <a:pt x="9740791" y="2630579"/>
                  </a:lnTo>
                  <a:lnTo>
                    <a:pt x="9837931" y="2649983"/>
                  </a:lnTo>
                  <a:lnTo>
                    <a:pt x="9938882" y="2667250"/>
                  </a:lnTo>
                  <a:lnTo>
                    <a:pt x="10041056" y="2682364"/>
                  </a:lnTo>
                  <a:lnTo>
                    <a:pt x="10141031" y="2695278"/>
                  </a:lnTo>
                  <a:lnTo>
                    <a:pt x="10234802" y="2705951"/>
                  </a:lnTo>
                  <a:lnTo>
                    <a:pt x="10318263" y="2714389"/>
                  </a:lnTo>
                  <a:lnTo>
                    <a:pt x="10387856" y="2720682"/>
                  </a:lnTo>
                  <a:lnTo>
                    <a:pt x="10441256" y="2725026"/>
                  </a:lnTo>
                  <a:lnTo>
                    <a:pt x="10477879" y="2727718"/>
                  </a:lnTo>
                  <a:lnTo>
                    <a:pt x="10499097" y="2729133"/>
                  </a:lnTo>
                  <a:lnTo>
                    <a:pt x="10508153" y="2729683"/>
                  </a:lnTo>
                  <a:lnTo>
                    <a:pt x="10509906" y="2729781"/>
                  </a:lnTo>
                  <a:lnTo>
                    <a:pt x="10509911" y="2729781"/>
                  </a:lnTo>
                  <a:lnTo>
                    <a:pt x="11981298" y="272978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04" name="pl1204"/>
            <p:cNvSpPr/>
            <p:nvPr/>
          </p:nvSpPr>
          <p:spPr>
            <a:xfrm>
              <a:off x="4799595" y="7635994"/>
              <a:ext cx="11981298" cy="2729781"/>
            </a:xfrm>
            <a:custGeom>
              <a:avLst/>
              <a:pathLst>
                <a:path w="11981298" h="2729781">
                  <a:moveTo>
                    <a:pt x="11981298" y="2729781"/>
                  </a:moveTo>
                  <a:lnTo>
                    <a:pt x="10509911" y="2729781"/>
                  </a:lnTo>
                  <a:lnTo>
                    <a:pt x="10508758" y="2729717"/>
                  </a:lnTo>
                  <a:lnTo>
                    <a:pt x="10501184" y="2729264"/>
                  </a:lnTo>
                  <a:lnTo>
                    <a:pt x="10482098" y="2728009"/>
                  </a:lnTo>
                  <a:lnTo>
                    <a:pt x="10447992" y="2725540"/>
                  </a:lnTo>
                  <a:lnTo>
                    <a:pt x="10397192" y="2721473"/>
                  </a:lnTo>
                  <a:lnTo>
                    <a:pt x="10329985" y="2715497"/>
                  </a:lnTo>
                  <a:lnTo>
                    <a:pt x="10248456" y="2707398"/>
                  </a:lnTo>
                  <a:lnTo>
                    <a:pt x="10156014" y="2697073"/>
                  </a:lnTo>
                  <a:lnTo>
                    <a:pt x="10056726" y="2684502"/>
                  </a:lnTo>
                  <a:lnTo>
                    <a:pt x="9954649" y="2669725"/>
                  </a:lnTo>
                  <a:lnTo>
                    <a:pt x="9853318" y="2652788"/>
                  </a:lnTo>
                  <a:lnTo>
                    <a:pt x="9755457" y="2633714"/>
                  </a:lnTo>
                  <a:lnTo>
                    <a:pt x="9662907" y="2612472"/>
                  </a:lnTo>
                  <a:lnTo>
                    <a:pt x="9576702" y="2588959"/>
                  </a:lnTo>
                  <a:lnTo>
                    <a:pt x="9497218" y="2562992"/>
                  </a:lnTo>
                  <a:lnTo>
                    <a:pt x="9424347" y="2534309"/>
                  </a:lnTo>
                  <a:lnTo>
                    <a:pt x="9357651" y="2502572"/>
                  </a:lnTo>
                  <a:lnTo>
                    <a:pt x="9296485" y="2467382"/>
                  </a:lnTo>
                  <a:lnTo>
                    <a:pt x="9240098" y="2428294"/>
                  </a:lnTo>
                  <a:lnTo>
                    <a:pt x="9187698" y="2384855"/>
                  </a:lnTo>
                  <a:lnTo>
                    <a:pt x="9138504" y="2336665"/>
                  </a:lnTo>
                  <a:lnTo>
                    <a:pt x="9091795" y="2283475"/>
                  </a:lnTo>
                  <a:lnTo>
                    <a:pt x="9084767" y="2274817"/>
                  </a:lnTo>
                  <a:lnTo>
                    <a:pt x="9046531" y="2224685"/>
                  </a:lnTo>
                  <a:lnTo>
                    <a:pt x="9009271" y="2170809"/>
                  </a:lnTo>
                  <a:lnTo>
                    <a:pt x="8972716" y="2113114"/>
                  </a:lnTo>
                  <a:lnTo>
                    <a:pt x="8936650" y="2051588"/>
                  </a:lnTo>
                  <a:lnTo>
                    <a:pt x="8900899" y="1986288"/>
                  </a:lnTo>
                  <a:lnTo>
                    <a:pt x="8865332" y="1917349"/>
                  </a:lnTo>
                  <a:lnTo>
                    <a:pt x="8829848" y="1844987"/>
                  </a:lnTo>
                  <a:lnTo>
                    <a:pt x="8794378" y="1769501"/>
                  </a:lnTo>
                  <a:lnTo>
                    <a:pt x="8758880" y="1691268"/>
                  </a:lnTo>
                  <a:lnTo>
                    <a:pt x="8723330" y="1610742"/>
                  </a:lnTo>
                  <a:lnTo>
                    <a:pt x="8687726" y="1528441"/>
                  </a:lnTo>
                  <a:lnTo>
                    <a:pt x="8652079" y="1444936"/>
                  </a:lnTo>
                  <a:lnTo>
                    <a:pt x="8616408" y="1360835"/>
                  </a:lnTo>
                  <a:lnTo>
                    <a:pt x="8580739" y="1276765"/>
                  </a:lnTo>
                  <a:lnTo>
                    <a:pt x="8545095" y="1193350"/>
                  </a:lnTo>
                  <a:lnTo>
                    <a:pt x="8509497" y="1111196"/>
                  </a:lnTo>
                  <a:lnTo>
                    <a:pt x="8473952" y="1030869"/>
                  </a:lnTo>
                  <a:lnTo>
                    <a:pt x="8438457" y="952882"/>
                  </a:lnTo>
                  <a:lnTo>
                    <a:pt x="8402989" y="877682"/>
                  </a:lnTo>
                  <a:lnTo>
                    <a:pt x="8367501" y="805638"/>
                  </a:lnTo>
                  <a:lnTo>
                    <a:pt x="8331920" y="737042"/>
                  </a:lnTo>
                  <a:lnTo>
                    <a:pt x="8296146" y="672101"/>
                  </a:lnTo>
                  <a:lnTo>
                    <a:pt x="8260040" y="610942"/>
                  </a:lnTo>
                  <a:lnTo>
                    <a:pt x="8223428" y="553616"/>
                  </a:lnTo>
                  <a:lnTo>
                    <a:pt x="8186086" y="500105"/>
                  </a:lnTo>
                  <a:lnTo>
                    <a:pt x="8151487" y="454963"/>
                  </a:lnTo>
                  <a:lnTo>
                    <a:pt x="8105104" y="400996"/>
                  </a:lnTo>
                  <a:lnTo>
                    <a:pt x="8056338" y="352045"/>
                  </a:lnTo>
                  <a:lnTo>
                    <a:pt x="8004483" y="307896"/>
                  </a:lnTo>
                  <a:lnTo>
                    <a:pt x="7948763" y="268165"/>
                  </a:lnTo>
                  <a:lnTo>
                    <a:pt x="7888386" y="232403"/>
                  </a:lnTo>
                  <a:lnTo>
                    <a:pt x="7822589" y="200161"/>
                  </a:lnTo>
                  <a:lnTo>
                    <a:pt x="7750706" y="171031"/>
                  </a:lnTo>
                  <a:lnTo>
                    <a:pt x="7672260" y="144664"/>
                  </a:lnTo>
                  <a:lnTo>
                    <a:pt x="7587082" y="120785"/>
                  </a:lnTo>
                  <a:lnTo>
                    <a:pt x="7495462" y="99202"/>
                  </a:lnTo>
                  <a:lnTo>
                    <a:pt x="7398322" y="79797"/>
                  </a:lnTo>
                  <a:lnTo>
                    <a:pt x="7297371" y="62530"/>
                  </a:lnTo>
                  <a:lnTo>
                    <a:pt x="7195197" y="47416"/>
                  </a:lnTo>
                  <a:lnTo>
                    <a:pt x="7095222" y="34502"/>
                  </a:lnTo>
                  <a:lnTo>
                    <a:pt x="7001451" y="23829"/>
                  </a:lnTo>
                  <a:lnTo>
                    <a:pt x="6917991" y="15391"/>
                  </a:lnTo>
                  <a:lnTo>
                    <a:pt x="6848397" y="9098"/>
                  </a:lnTo>
                  <a:lnTo>
                    <a:pt x="6794997" y="4755"/>
                  </a:lnTo>
                  <a:lnTo>
                    <a:pt x="6758374" y="2063"/>
                  </a:lnTo>
                  <a:lnTo>
                    <a:pt x="6737156" y="648"/>
                  </a:lnTo>
                  <a:lnTo>
                    <a:pt x="6728100" y="98"/>
                  </a:lnTo>
                  <a:lnTo>
                    <a:pt x="6726347" y="0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725" y="19"/>
                  </a:lnTo>
                  <a:lnTo>
                    <a:pt x="5245653" y="160"/>
                  </a:lnTo>
                  <a:lnTo>
                    <a:pt x="5225353" y="550"/>
                  </a:lnTo>
                  <a:lnTo>
                    <a:pt x="5189181" y="1316"/>
                  </a:lnTo>
                  <a:lnTo>
                    <a:pt x="5135510" y="2577"/>
                  </a:lnTo>
                  <a:lnTo>
                    <a:pt x="5064855" y="4427"/>
                  </a:lnTo>
                  <a:lnTo>
                    <a:pt x="4979647" y="6926"/>
                  </a:lnTo>
                  <a:lnTo>
                    <a:pt x="4883673" y="10104"/>
                  </a:lnTo>
                  <a:lnTo>
                    <a:pt x="4781320" y="13962"/>
                  </a:lnTo>
                  <a:lnTo>
                    <a:pt x="4676852" y="18487"/>
                  </a:lnTo>
                  <a:lnTo>
                    <a:pt x="4573875" y="23665"/>
                  </a:lnTo>
                  <a:lnTo>
                    <a:pt x="4475080" y="29492"/>
                  </a:lnTo>
                  <a:lnTo>
                    <a:pt x="4382201" y="35984"/>
                  </a:lnTo>
                  <a:lnTo>
                    <a:pt x="4296129" y="43179"/>
                  </a:lnTo>
                  <a:lnTo>
                    <a:pt x="4217091" y="51141"/>
                  </a:lnTo>
                  <a:lnTo>
                    <a:pt x="4144841" y="59960"/>
                  </a:lnTo>
                  <a:lnTo>
                    <a:pt x="4078823" y="69747"/>
                  </a:lnTo>
                  <a:lnTo>
                    <a:pt x="4018295" y="80632"/>
                  </a:lnTo>
                  <a:lnTo>
                    <a:pt x="3962431" y="92757"/>
                  </a:lnTo>
                  <a:lnTo>
                    <a:pt x="3910382" y="106258"/>
                  </a:lnTo>
                  <a:lnTo>
                    <a:pt x="3861338" y="121242"/>
                  </a:lnTo>
                  <a:lnTo>
                    <a:pt x="3829811" y="132130"/>
                  </a:lnTo>
                  <a:lnTo>
                    <a:pt x="3777284" y="152519"/>
                  </a:lnTo>
                  <a:lnTo>
                    <a:pt x="3726417" y="174999"/>
                  </a:lnTo>
                  <a:lnTo>
                    <a:pt x="3676577" y="199600"/>
                  </a:lnTo>
                  <a:lnTo>
                    <a:pt x="3627305" y="226279"/>
                  </a:lnTo>
                  <a:lnTo>
                    <a:pt x="3578280" y="254913"/>
                  </a:lnTo>
                  <a:lnTo>
                    <a:pt x="3529296" y="285291"/>
                  </a:lnTo>
                  <a:lnTo>
                    <a:pt x="3480244" y="317121"/>
                  </a:lnTo>
                  <a:lnTo>
                    <a:pt x="3431089" y="350030"/>
                  </a:lnTo>
                  <a:lnTo>
                    <a:pt x="3381855" y="383588"/>
                  </a:lnTo>
                  <a:lnTo>
                    <a:pt x="3332596" y="417329"/>
                  </a:lnTo>
                  <a:lnTo>
                    <a:pt x="3283376" y="450772"/>
                  </a:lnTo>
                  <a:lnTo>
                    <a:pt x="3234246" y="483458"/>
                  </a:lnTo>
                  <a:lnTo>
                    <a:pt x="3185216" y="514968"/>
                  </a:lnTo>
                  <a:lnTo>
                    <a:pt x="3136236" y="544950"/>
                  </a:lnTo>
                  <a:lnTo>
                    <a:pt x="3087174" y="573127"/>
                  </a:lnTo>
                  <a:lnTo>
                    <a:pt x="3037799" y="599313"/>
                  </a:lnTo>
                  <a:lnTo>
                    <a:pt x="2987759" y="623403"/>
                  </a:lnTo>
                  <a:lnTo>
                    <a:pt x="2936556" y="645372"/>
                  </a:lnTo>
                  <a:lnTo>
                    <a:pt x="2896531" y="660650"/>
                  </a:lnTo>
                  <a:lnTo>
                    <a:pt x="2849086" y="676657"/>
                  </a:lnTo>
                  <a:lnTo>
                    <a:pt x="2799134" y="691142"/>
                  </a:lnTo>
                  <a:lnTo>
                    <a:pt x="2745918" y="704174"/>
                  </a:lnTo>
                  <a:lnTo>
                    <a:pt x="2688607" y="715874"/>
                  </a:lnTo>
                  <a:lnTo>
                    <a:pt x="2626354" y="726382"/>
                  </a:lnTo>
                  <a:lnTo>
                    <a:pt x="2558352" y="735835"/>
                  </a:lnTo>
                  <a:lnTo>
                    <a:pt x="2483909" y="744359"/>
                  </a:lnTo>
                  <a:lnTo>
                    <a:pt x="2402555" y="752059"/>
                  </a:lnTo>
                  <a:lnTo>
                    <a:pt x="2314180" y="759016"/>
                  </a:lnTo>
                  <a:lnTo>
                    <a:pt x="2219210" y="765285"/>
                  </a:lnTo>
                  <a:lnTo>
                    <a:pt x="2118796" y="770897"/>
                  </a:lnTo>
                  <a:lnTo>
                    <a:pt x="2014981" y="775860"/>
                  </a:lnTo>
                  <a:lnTo>
                    <a:pt x="1910772" y="780167"/>
                  </a:lnTo>
                  <a:lnTo>
                    <a:pt x="1810036" y="783801"/>
                  </a:lnTo>
                  <a:lnTo>
                    <a:pt x="1717147" y="786754"/>
                  </a:lnTo>
                  <a:lnTo>
                    <a:pt x="1636380" y="789034"/>
                  </a:lnTo>
                  <a:lnTo>
                    <a:pt x="1571153" y="790680"/>
                  </a:lnTo>
                  <a:lnTo>
                    <a:pt x="1523311" y="791766"/>
                  </a:lnTo>
                  <a:lnTo>
                    <a:pt x="1492667" y="792394"/>
                  </a:lnTo>
                  <a:lnTo>
                    <a:pt x="1476901" y="792687"/>
                  </a:lnTo>
                  <a:lnTo>
                    <a:pt x="1471763" y="792774"/>
                  </a:lnTo>
                  <a:lnTo>
                    <a:pt x="1471387" y="792780"/>
                  </a:lnTo>
                  <a:lnTo>
                    <a:pt x="0" y="79278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05" name="pg1205"/>
            <p:cNvSpPr/>
            <p:nvPr/>
          </p:nvSpPr>
          <p:spPr>
            <a:xfrm>
              <a:off x="4799595" y="3990837"/>
              <a:ext cx="11981298" cy="4805723"/>
            </a:xfrm>
            <a:custGeom>
              <a:avLst/>
              <a:pathLst>
                <a:path w="11981298" h="4805723">
                  <a:moveTo>
                    <a:pt x="0" y="4233613"/>
                  </a:moveTo>
                  <a:lnTo>
                    <a:pt x="1471387" y="4233613"/>
                  </a:lnTo>
                  <a:lnTo>
                    <a:pt x="1472316" y="4233534"/>
                  </a:lnTo>
                  <a:lnTo>
                    <a:pt x="1478448" y="4232971"/>
                  </a:lnTo>
                  <a:lnTo>
                    <a:pt x="1493996" y="4231417"/>
                  </a:lnTo>
                  <a:lnTo>
                    <a:pt x="1522019" y="4228354"/>
                  </a:lnTo>
                  <a:lnTo>
                    <a:pt x="1564244" y="4223291"/>
                  </a:lnTo>
                  <a:lnTo>
                    <a:pt x="1620939" y="4215807"/>
                  </a:lnTo>
                  <a:lnTo>
                    <a:pt x="1690951" y="4205586"/>
                  </a:lnTo>
                  <a:lnTo>
                    <a:pt x="1771964" y="4192438"/>
                  </a:lnTo>
                  <a:lnTo>
                    <a:pt x="1860912" y="4176289"/>
                  </a:lnTo>
                  <a:lnTo>
                    <a:pt x="1954466" y="4157152"/>
                  </a:lnTo>
                  <a:lnTo>
                    <a:pt x="2049462" y="4135082"/>
                  </a:lnTo>
                  <a:lnTo>
                    <a:pt x="2143215" y="4110137"/>
                  </a:lnTo>
                  <a:lnTo>
                    <a:pt x="2233669" y="4082335"/>
                  </a:lnTo>
                  <a:lnTo>
                    <a:pt x="2319430" y="4051628"/>
                  </a:lnTo>
                  <a:lnTo>
                    <a:pt x="2399697" y="4017882"/>
                  </a:lnTo>
                  <a:lnTo>
                    <a:pt x="2474159" y="3980875"/>
                  </a:lnTo>
                  <a:lnTo>
                    <a:pt x="2542875" y="3940288"/>
                  </a:lnTo>
                  <a:lnTo>
                    <a:pt x="2606162" y="3895718"/>
                  </a:lnTo>
                  <a:lnTo>
                    <a:pt x="2664508" y="3846683"/>
                  </a:lnTo>
                  <a:lnTo>
                    <a:pt x="2718497" y="3792643"/>
                  </a:lnTo>
                  <a:lnTo>
                    <a:pt x="2768760" y="3733032"/>
                  </a:lnTo>
                  <a:lnTo>
                    <a:pt x="2815932" y="3667310"/>
                  </a:lnTo>
                  <a:lnTo>
                    <a:pt x="2860623" y="3595048"/>
                  </a:lnTo>
                  <a:lnTo>
                    <a:pt x="2896531" y="3529373"/>
                  </a:lnTo>
                  <a:lnTo>
                    <a:pt x="2928350" y="3465355"/>
                  </a:lnTo>
                  <a:lnTo>
                    <a:pt x="2959463" y="3397362"/>
                  </a:lnTo>
                  <a:lnTo>
                    <a:pt x="2990031" y="3325313"/>
                  </a:lnTo>
                  <a:lnTo>
                    <a:pt x="3020192" y="3249172"/>
                  </a:lnTo>
                  <a:lnTo>
                    <a:pt x="3050059" y="3168954"/>
                  </a:lnTo>
                  <a:lnTo>
                    <a:pt x="3079724" y="3084723"/>
                  </a:lnTo>
                  <a:lnTo>
                    <a:pt x="3109261" y="2996606"/>
                  </a:lnTo>
                  <a:lnTo>
                    <a:pt x="3138731" y="2904784"/>
                  </a:lnTo>
                  <a:lnTo>
                    <a:pt x="3168176" y="2809503"/>
                  </a:lnTo>
                  <a:lnTo>
                    <a:pt x="3197627" y="2711066"/>
                  </a:lnTo>
                  <a:lnTo>
                    <a:pt x="3227106" y="2609834"/>
                  </a:lnTo>
                  <a:lnTo>
                    <a:pt x="3256620" y="2506223"/>
                  </a:lnTo>
                  <a:lnTo>
                    <a:pt x="3286173" y="2400696"/>
                  </a:lnTo>
                  <a:lnTo>
                    <a:pt x="3315757" y="2293753"/>
                  </a:lnTo>
                  <a:lnTo>
                    <a:pt x="3345364" y="2185925"/>
                  </a:lnTo>
                  <a:lnTo>
                    <a:pt x="3374979" y="2077763"/>
                  </a:lnTo>
                  <a:lnTo>
                    <a:pt x="3404589" y="1969823"/>
                  </a:lnTo>
                  <a:lnTo>
                    <a:pt x="3434178" y="1862657"/>
                  </a:lnTo>
                  <a:lnTo>
                    <a:pt x="3463738" y="1756801"/>
                  </a:lnTo>
                  <a:lnTo>
                    <a:pt x="3493260" y="1652763"/>
                  </a:lnTo>
                  <a:lnTo>
                    <a:pt x="3522745" y="1551015"/>
                  </a:lnTo>
                  <a:lnTo>
                    <a:pt x="3552201" y="1451980"/>
                  </a:lnTo>
                  <a:lnTo>
                    <a:pt x="3581646" y="1356033"/>
                  </a:lnTo>
                  <a:lnTo>
                    <a:pt x="3611107" y="1263489"/>
                  </a:lnTo>
                  <a:lnTo>
                    <a:pt x="3640626" y="1174604"/>
                  </a:lnTo>
                  <a:lnTo>
                    <a:pt x="3670260" y="1089575"/>
                  </a:lnTo>
                  <a:lnTo>
                    <a:pt x="3700079" y="1008536"/>
                  </a:lnTo>
                  <a:lnTo>
                    <a:pt x="3730172" y="931567"/>
                  </a:lnTo>
                  <a:lnTo>
                    <a:pt x="3760648" y="858690"/>
                  </a:lnTo>
                  <a:lnTo>
                    <a:pt x="3791638" y="789881"/>
                  </a:lnTo>
                  <a:lnTo>
                    <a:pt x="3823299" y="725066"/>
                  </a:lnTo>
                  <a:lnTo>
                    <a:pt x="3829811" y="712413"/>
                  </a:lnTo>
                  <a:lnTo>
                    <a:pt x="3872849" y="634517"/>
                  </a:lnTo>
                  <a:lnTo>
                    <a:pt x="3917904" y="563341"/>
                  </a:lnTo>
                  <a:lnTo>
                    <a:pt x="3965536" y="498647"/>
                  </a:lnTo>
                  <a:lnTo>
                    <a:pt x="4016362" y="439981"/>
                  </a:lnTo>
                  <a:lnTo>
                    <a:pt x="4071018" y="386794"/>
                  </a:lnTo>
                  <a:lnTo>
                    <a:pt x="4130130" y="338522"/>
                  </a:lnTo>
                  <a:lnTo>
                    <a:pt x="4194272" y="294631"/>
                  </a:lnTo>
                  <a:lnTo>
                    <a:pt x="4263907" y="254652"/>
                  </a:lnTo>
                  <a:lnTo>
                    <a:pt x="4339318" y="218195"/>
                  </a:lnTo>
                  <a:lnTo>
                    <a:pt x="4420512" y="184956"/>
                  </a:lnTo>
                  <a:lnTo>
                    <a:pt x="4507106" y="154729"/>
                  </a:lnTo>
                  <a:lnTo>
                    <a:pt x="4598209" y="127393"/>
                  </a:lnTo>
                  <a:lnTo>
                    <a:pt x="4692322" y="102914"/>
                  </a:lnTo>
                  <a:lnTo>
                    <a:pt x="4787282" y="81317"/>
                  </a:lnTo>
                  <a:lnTo>
                    <a:pt x="4880310" y="62662"/>
                  </a:lnTo>
                  <a:lnTo>
                    <a:pt x="4968192" y="47003"/>
                  </a:lnTo>
                  <a:lnTo>
                    <a:pt x="5047609" y="34339"/>
                  </a:lnTo>
                  <a:lnTo>
                    <a:pt x="5115586" y="24581"/>
                  </a:lnTo>
                  <a:lnTo>
                    <a:pt x="5169968" y="17515"/>
                  </a:lnTo>
                  <a:lnTo>
                    <a:pt x="5209824" y="12809"/>
                  </a:lnTo>
                  <a:lnTo>
                    <a:pt x="5235662" y="10026"/>
                  </a:lnTo>
                  <a:lnTo>
                    <a:pt x="5249436" y="8669"/>
                  </a:lnTo>
                  <a:lnTo>
                    <a:pt x="5254405" y="8219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236" y="8259"/>
                  </a:lnTo>
                  <a:lnTo>
                    <a:pt x="6733138" y="8872"/>
                  </a:lnTo>
                  <a:lnTo>
                    <a:pt x="6748119" y="10567"/>
                  </a:lnTo>
                  <a:lnTo>
                    <a:pt x="6775157" y="13908"/>
                  </a:lnTo>
                  <a:lnTo>
                    <a:pt x="6815977" y="19434"/>
                  </a:lnTo>
                  <a:lnTo>
                    <a:pt x="6870919" y="27611"/>
                  </a:lnTo>
                  <a:lnTo>
                    <a:pt x="6938967" y="38790"/>
                  </a:lnTo>
                  <a:lnTo>
                    <a:pt x="7017976" y="53193"/>
                  </a:lnTo>
                  <a:lnTo>
                    <a:pt x="7105047" y="70911"/>
                  </a:lnTo>
                  <a:lnTo>
                    <a:pt x="7196985" y="91940"/>
                  </a:lnTo>
                  <a:lnTo>
                    <a:pt x="7290711" y="116220"/>
                  </a:lnTo>
                  <a:lnTo>
                    <a:pt x="7383566" y="143686"/>
                  </a:lnTo>
                  <a:lnTo>
                    <a:pt x="7473480" y="174311"/>
                  </a:lnTo>
                  <a:lnTo>
                    <a:pt x="7559009" y="208132"/>
                  </a:lnTo>
                  <a:lnTo>
                    <a:pt x="7639291" y="245279"/>
                  </a:lnTo>
                  <a:lnTo>
                    <a:pt x="7713947" y="285975"/>
                  </a:lnTo>
                  <a:lnTo>
                    <a:pt x="7782970" y="330547"/>
                  </a:lnTo>
                  <a:lnTo>
                    <a:pt x="7846620" y="379415"/>
                  </a:lnTo>
                  <a:lnTo>
                    <a:pt x="7905334" y="433088"/>
                  </a:lnTo>
                  <a:lnTo>
                    <a:pt x="7959656" y="492142"/>
                  </a:lnTo>
                  <a:lnTo>
                    <a:pt x="8010186" y="557191"/>
                  </a:lnTo>
                  <a:lnTo>
                    <a:pt x="8057536" y="628841"/>
                  </a:lnTo>
                  <a:lnTo>
                    <a:pt x="8102303" y="707605"/>
                  </a:lnTo>
                  <a:lnTo>
                    <a:pt x="8145034" y="793785"/>
                  </a:lnTo>
                  <a:lnTo>
                    <a:pt x="8151487" y="807764"/>
                  </a:lnTo>
                  <a:lnTo>
                    <a:pt x="8181537" y="876243"/>
                  </a:lnTo>
                  <a:lnTo>
                    <a:pt x="8210949" y="948737"/>
                  </a:lnTo>
                  <a:lnTo>
                    <a:pt x="8239861" y="1025326"/>
                  </a:lnTo>
                  <a:lnTo>
                    <a:pt x="8268392" y="1106050"/>
                  </a:lnTo>
                  <a:lnTo>
                    <a:pt x="8296640" y="1190907"/>
                  </a:lnTo>
                  <a:lnTo>
                    <a:pt x="8324687" y="1279845"/>
                  </a:lnTo>
                  <a:lnTo>
                    <a:pt x="8352600" y="1372764"/>
                  </a:lnTo>
                  <a:lnTo>
                    <a:pt x="8380433" y="1469510"/>
                  </a:lnTo>
                  <a:lnTo>
                    <a:pt x="8408228" y="1569874"/>
                  </a:lnTo>
                  <a:lnTo>
                    <a:pt x="8436017" y="1673593"/>
                  </a:lnTo>
                  <a:lnTo>
                    <a:pt x="8463821" y="1780351"/>
                  </a:lnTo>
                  <a:lnTo>
                    <a:pt x="8491653" y="1889781"/>
                  </a:lnTo>
                  <a:lnTo>
                    <a:pt x="8519518" y="2001470"/>
                  </a:lnTo>
                  <a:lnTo>
                    <a:pt x="8547417" y="2114966"/>
                  </a:lnTo>
                  <a:lnTo>
                    <a:pt x="8575342" y="2229781"/>
                  </a:lnTo>
                  <a:lnTo>
                    <a:pt x="8603286" y="2345404"/>
                  </a:lnTo>
                  <a:lnTo>
                    <a:pt x="8631236" y="2461310"/>
                  </a:lnTo>
                  <a:lnTo>
                    <a:pt x="8659180" y="2576967"/>
                  </a:lnTo>
                  <a:lnTo>
                    <a:pt x="8687107" y="2691847"/>
                  </a:lnTo>
                  <a:lnTo>
                    <a:pt x="8715007" y="2805439"/>
                  </a:lnTo>
                  <a:lnTo>
                    <a:pt x="8742874" y="2917254"/>
                  </a:lnTo>
                  <a:lnTo>
                    <a:pt x="8770708" y="3026836"/>
                  </a:lnTo>
                  <a:lnTo>
                    <a:pt x="8798514" y="3133771"/>
                  </a:lnTo>
                  <a:lnTo>
                    <a:pt x="8826303" y="3237688"/>
                  </a:lnTo>
                  <a:lnTo>
                    <a:pt x="8854097" y="3338268"/>
                  </a:lnTo>
                  <a:lnTo>
                    <a:pt x="8881927" y="3435245"/>
                  </a:lnTo>
                  <a:lnTo>
                    <a:pt x="8909833" y="3528406"/>
                  </a:lnTo>
                  <a:lnTo>
                    <a:pt x="8937870" y="3617595"/>
                  </a:lnTo>
                  <a:lnTo>
                    <a:pt x="8966103" y="3702706"/>
                  </a:lnTo>
                  <a:lnTo>
                    <a:pt x="8994614" y="3783687"/>
                  </a:lnTo>
                  <a:lnTo>
                    <a:pt x="9023500" y="3860531"/>
                  </a:lnTo>
                  <a:lnTo>
                    <a:pt x="9052877" y="3933277"/>
                  </a:lnTo>
                  <a:lnTo>
                    <a:pt x="9082883" y="4002002"/>
                  </a:lnTo>
                  <a:lnTo>
                    <a:pt x="9084767" y="4006131"/>
                  </a:lnTo>
                  <a:lnTo>
                    <a:pt x="9127227" y="4093461"/>
                  </a:lnTo>
                  <a:lnTo>
                    <a:pt x="9171645" y="4173359"/>
                  </a:lnTo>
                  <a:lnTo>
                    <a:pt x="9218558" y="4246078"/>
                  </a:lnTo>
                  <a:lnTo>
                    <a:pt x="9268557" y="4312109"/>
                  </a:lnTo>
                  <a:lnTo>
                    <a:pt x="9322253" y="4372048"/>
                  </a:lnTo>
                  <a:lnTo>
                    <a:pt x="9380251" y="4426514"/>
                  </a:lnTo>
                  <a:lnTo>
                    <a:pt x="9443106" y="4476089"/>
                  </a:lnTo>
                  <a:lnTo>
                    <a:pt x="9511276" y="4521295"/>
                  </a:lnTo>
                  <a:lnTo>
                    <a:pt x="9585054" y="4562567"/>
                  </a:lnTo>
                  <a:lnTo>
                    <a:pt x="9664481" y="4600244"/>
                  </a:lnTo>
                  <a:lnTo>
                    <a:pt x="9749243" y="4634569"/>
                  </a:lnTo>
                  <a:lnTo>
                    <a:pt x="9838558" y="4665683"/>
                  </a:lnTo>
                  <a:lnTo>
                    <a:pt x="9931078" y="4693637"/>
                  </a:lnTo>
                  <a:lnTo>
                    <a:pt x="10024829" y="4718413"/>
                  </a:lnTo>
                  <a:lnTo>
                    <a:pt x="10117237" y="4739949"/>
                  </a:lnTo>
                  <a:lnTo>
                    <a:pt x="10205270" y="4758181"/>
                  </a:lnTo>
                  <a:lnTo>
                    <a:pt x="10285727" y="4773094"/>
                  </a:lnTo>
                  <a:lnTo>
                    <a:pt x="10355633" y="4784760"/>
                  </a:lnTo>
                  <a:lnTo>
                    <a:pt x="10412698" y="4793381"/>
                  </a:lnTo>
                  <a:lnTo>
                    <a:pt x="10455713" y="4799288"/>
                  </a:lnTo>
                  <a:lnTo>
                    <a:pt x="10484803" y="4802933"/>
                  </a:lnTo>
                  <a:lnTo>
                    <a:pt x="10501482" y="4804846"/>
                  </a:lnTo>
                  <a:lnTo>
                    <a:pt x="10508547" y="4805590"/>
                  </a:lnTo>
                  <a:lnTo>
                    <a:pt x="10509911" y="4805723"/>
                  </a:lnTo>
                  <a:lnTo>
                    <a:pt x="11981298" y="4805723"/>
                  </a:lnTo>
                  <a:lnTo>
                    <a:pt x="11981298" y="4797550"/>
                  </a:lnTo>
                  <a:lnTo>
                    <a:pt x="10509911" y="4797550"/>
                  </a:lnTo>
                  <a:lnTo>
                    <a:pt x="10509017" y="4797463"/>
                  </a:lnTo>
                  <a:lnTo>
                    <a:pt x="10503115" y="4796850"/>
                  </a:lnTo>
                  <a:lnTo>
                    <a:pt x="10488135" y="4795155"/>
                  </a:lnTo>
                  <a:lnTo>
                    <a:pt x="10461096" y="4791814"/>
                  </a:lnTo>
                  <a:lnTo>
                    <a:pt x="10420276" y="4786288"/>
                  </a:lnTo>
                  <a:lnTo>
                    <a:pt x="10365334" y="4778111"/>
                  </a:lnTo>
                  <a:lnTo>
                    <a:pt x="10297286" y="4766932"/>
                  </a:lnTo>
                  <a:lnTo>
                    <a:pt x="10218277" y="4752529"/>
                  </a:lnTo>
                  <a:lnTo>
                    <a:pt x="10131206" y="4734811"/>
                  </a:lnTo>
                  <a:lnTo>
                    <a:pt x="10039268" y="4713782"/>
                  </a:lnTo>
                  <a:lnTo>
                    <a:pt x="9945542" y="4689502"/>
                  </a:lnTo>
                  <a:lnTo>
                    <a:pt x="9852687" y="4662036"/>
                  </a:lnTo>
                  <a:lnTo>
                    <a:pt x="9762774" y="4631411"/>
                  </a:lnTo>
                  <a:lnTo>
                    <a:pt x="9677244" y="4597590"/>
                  </a:lnTo>
                  <a:lnTo>
                    <a:pt x="9596962" y="4560443"/>
                  </a:lnTo>
                  <a:lnTo>
                    <a:pt x="9522306" y="4519747"/>
                  </a:lnTo>
                  <a:lnTo>
                    <a:pt x="9453283" y="4475175"/>
                  </a:lnTo>
                  <a:lnTo>
                    <a:pt x="9389633" y="4426307"/>
                  </a:lnTo>
                  <a:lnTo>
                    <a:pt x="9330920" y="4372634"/>
                  </a:lnTo>
                  <a:lnTo>
                    <a:pt x="9276597" y="4313580"/>
                  </a:lnTo>
                  <a:lnTo>
                    <a:pt x="9226068" y="4248531"/>
                  </a:lnTo>
                  <a:lnTo>
                    <a:pt x="9178717" y="4176881"/>
                  </a:lnTo>
                  <a:lnTo>
                    <a:pt x="9133950" y="4098117"/>
                  </a:lnTo>
                  <a:lnTo>
                    <a:pt x="9091219" y="4011937"/>
                  </a:lnTo>
                  <a:lnTo>
                    <a:pt x="9084767" y="3997958"/>
                  </a:lnTo>
                  <a:lnTo>
                    <a:pt x="9054717" y="3929479"/>
                  </a:lnTo>
                  <a:lnTo>
                    <a:pt x="9025305" y="3856985"/>
                  </a:lnTo>
                  <a:lnTo>
                    <a:pt x="8996392" y="3780396"/>
                  </a:lnTo>
                  <a:lnTo>
                    <a:pt x="8967861" y="3699672"/>
                  </a:lnTo>
                  <a:lnTo>
                    <a:pt x="8939613" y="3614816"/>
                  </a:lnTo>
                  <a:lnTo>
                    <a:pt x="8911566" y="3525877"/>
                  </a:lnTo>
                  <a:lnTo>
                    <a:pt x="8883653" y="3432958"/>
                  </a:lnTo>
                  <a:lnTo>
                    <a:pt x="8855820" y="3336212"/>
                  </a:lnTo>
                  <a:lnTo>
                    <a:pt x="8828025" y="3235848"/>
                  </a:lnTo>
                  <a:lnTo>
                    <a:pt x="8800236" y="3132129"/>
                  </a:lnTo>
                  <a:lnTo>
                    <a:pt x="8772432" y="3025371"/>
                  </a:lnTo>
                  <a:lnTo>
                    <a:pt x="8744600" y="2915941"/>
                  </a:lnTo>
                  <a:lnTo>
                    <a:pt x="8716735" y="2804252"/>
                  </a:lnTo>
                  <a:lnTo>
                    <a:pt x="8688836" y="2690756"/>
                  </a:lnTo>
                  <a:lnTo>
                    <a:pt x="8660911" y="2575941"/>
                  </a:lnTo>
                  <a:lnTo>
                    <a:pt x="8632968" y="2460318"/>
                  </a:lnTo>
                  <a:lnTo>
                    <a:pt x="8605018" y="2344412"/>
                  </a:lnTo>
                  <a:lnTo>
                    <a:pt x="8577074" y="2228755"/>
                  </a:lnTo>
                  <a:lnTo>
                    <a:pt x="8549147" y="2113875"/>
                  </a:lnTo>
                  <a:lnTo>
                    <a:pt x="8521246" y="2000283"/>
                  </a:lnTo>
                  <a:lnTo>
                    <a:pt x="8493379" y="1888468"/>
                  </a:lnTo>
                  <a:lnTo>
                    <a:pt x="8465545" y="1778886"/>
                  </a:lnTo>
                  <a:lnTo>
                    <a:pt x="8437740" y="1671951"/>
                  </a:lnTo>
                  <a:lnTo>
                    <a:pt x="8409950" y="1568034"/>
                  </a:lnTo>
                  <a:lnTo>
                    <a:pt x="8382156" y="1467454"/>
                  </a:lnTo>
                  <a:lnTo>
                    <a:pt x="8354326" y="1370477"/>
                  </a:lnTo>
                  <a:lnTo>
                    <a:pt x="8326420" y="1277316"/>
                  </a:lnTo>
                  <a:lnTo>
                    <a:pt x="8298383" y="1188127"/>
                  </a:lnTo>
                  <a:lnTo>
                    <a:pt x="8270150" y="1103016"/>
                  </a:lnTo>
                  <a:lnTo>
                    <a:pt x="8241639" y="1022035"/>
                  </a:lnTo>
                  <a:lnTo>
                    <a:pt x="8212754" y="945191"/>
                  </a:lnTo>
                  <a:lnTo>
                    <a:pt x="8183376" y="872445"/>
                  </a:lnTo>
                  <a:lnTo>
                    <a:pt x="8153370" y="803720"/>
                  </a:lnTo>
                  <a:lnTo>
                    <a:pt x="8151487" y="799591"/>
                  </a:lnTo>
                  <a:lnTo>
                    <a:pt x="8109026" y="712261"/>
                  </a:lnTo>
                  <a:lnTo>
                    <a:pt x="8064608" y="632363"/>
                  </a:lnTo>
                  <a:lnTo>
                    <a:pt x="8017695" y="559644"/>
                  </a:lnTo>
                  <a:lnTo>
                    <a:pt x="7967696" y="493613"/>
                  </a:lnTo>
                  <a:lnTo>
                    <a:pt x="7914000" y="433674"/>
                  </a:lnTo>
                  <a:lnTo>
                    <a:pt x="7856002" y="379208"/>
                  </a:lnTo>
                  <a:lnTo>
                    <a:pt x="7793147" y="329633"/>
                  </a:lnTo>
                  <a:lnTo>
                    <a:pt x="7724977" y="284427"/>
                  </a:lnTo>
                  <a:lnTo>
                    <a:pt x="7651199" y="243155"/>
                  </a:lnTo>
                  <a:lnTo>
                    <a:pt x="7571772" y="205478"/>
                  </a:lnTo>
                  <a:lnTo>
                    <a:pt x="7487010" y="171153"/>
                  </a:lnTo>
                  <a:lnTo>
                    <a:pt x="7397695" y="140039"/>
                  </a:lnTo>
                  <a:lnTo>
                    <a:pt x="7305175" y="112085"/>
                  </a:lnTo>
                  <a:lnTo>
                    <a:pt x="7211424" y="87309"/>
                  </a:lnTo>
                  <a:lnTo>
                    <a:pt x="7119017" y="65773"/>
                  </a:lnTo>
                  <a:lnTo>
                    <a:pt x="7030983" y="47541"/>
                  </a:lnTo>
                  <a:lnTo>
                    <a:pt x="6950527" y="32629"/>
                  </a:lnTo>
                  <a:lnTo>
                    <a:pt x="6880620" y="20962"/>
                  </a:lnTo>
                  <a:lnTo>
                    <a:pt x="6823555" y="12341"/>
                  </a:lnTo>
                  <a:lnTo>
                    <a:pt x="6780540" y="6434"/>
                  </a:lnTo>
                  <a:lnTo>
                    <a:pt x="6751450" y="2789"/>
                  </a:lnTo>
                  <a:lnTo>
                    <a:pt x="6734771" y="876"/>
                  </a:lnTo>
                  <a:lnTo>
                    <a:pt x="6727707" y="132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026" y="78"/>
                  </a:lnTo>
                  <a:lnTo>
                    <a:pt x="5247894" y="641"/>
                  </a:lnTo>
                  <a:lnTo>
                    <a:pt x="5232346" y="2195"/>
                  </a:lnTo>
                  <a:lnTo>
                    <a:pt x="5204323" y="5258"/>
                  </a:lnTo>
                  <a:lnTo>
                    <a:pt x="5162098" y="10321"/>
                  </a:lnTo>
                  <a:lnTo>
                    <a:pt x="5105403" y="17805"/>
                  </a:lnTo>
                  <a:lnTo>
                    <a:pt x="5035391" y="28026"/>
                  </a:lnTo>
                  <a:lnTo>
                    <a:pt x="4954378" y="41174"/>
                  </a:lnTo>
                  <a:lnTo>
                    <a:pt x="4865430" y="57323"/>
                  </a:lnTo>
                  <a:lnTo>
                    <a:pt x="4771877" y="76461"/>
                  </a:lnTo>
                  <a:lnTo>
                    <a:pt x="4676880" y="98530"/>
                  </a:lnTo>
                  <a:lnTo>
                    <a:pt x="4583127" y="123475"/>
                  </a:lnTo>
                  <a:lnTo>
                    <a:pt x="4492673" y="151277"/>
                  </a:lnTo>
                  <a:lnTo>
                    <a:pt x="4406912" y="181984"/>
                  </a:lnTo>
                  <a:lnTo>
                    <a:pt x="4326646" y="215730"/>
                  </a:lnTo>
                  <a:lnTo>
                    <a:pt x="4252183" y="252737"/>
                  </a:lnTo>
                  <a:lnTo>
                    <a:pt x="4183467" y="293324"/>
                  </a:lnTo>
                  <a:lnTo>
                    <a:pt x="4120180" y="337894"/>
                  </a:lnTo>
                  <a:lnTo>
                    <a:pt x="4061834" y="386929"/>
                  </a:lnTo>
                  <a:lnTo>
                    <a:pt x="4007845" y="440969"/>
                  </a:lnTo>
                  <a:lnTo>
                    <a:pt x="3957582" y="500580"/>
                  </a:lnTo>
                  <a:lnTo>
                    <a:pt x="3910410" y="566302"/>
                  </a:lnTo>
                  <a:lnTo>
                    <a:pt x="3865720" y="638564"/>
                  </a:lnTo>
                  <a:lnTo>
                    <a:pt x="3829811" y="704240"/>
                  </a:lnTo>
                  <a:lnTo>
                    <a:pt x="3797992" y="768257"/>
                  </a:lnTo>
                  <a:lnTo>
                    <a:pt x="3766879" y="836250"/>
                  </a:lnTo>
                  <a:lnTo>
                    <a:pt x="3736311" y="908299"/>
                  </a:lnTo>
                  <a:lnTo>
                    <a:pt x="3706150" y="984440"/>
                  </a:lnTo>
                  <a:lnTo>
                    <a:pt x="3676283" y="1064659"/>
                  </a:lnTo>
                  <a:lnTo>
                    <a:pt x="3646618" y="1148889"/>
                  </a:lnTo>
                  <a:lnTo>
                    <a:pt x="3617081" y="1237006"/>
                  </a:lnTo>
                  <a:lnTo>
                    <a:pt x="3587612" y="1328828"/>
                  </a:lnTo>
                  <a:lnTo>
                    <a:pt x="3558167" y="1424109"/>
                  </a:lnTo>
                  <a:lnTo>
                    <a:pt x="3528715" y="1522547"/>
                  </a:lnTo>
                  <a:lnTo>
                    <a:pt x="3499236" y="1623778"/>
                  </a:lnTo>
                  <a:lnTo>
                    <a:pt x="3469722" y="1727389"/>
                  </a:lnTo>
                  <a:lnTo>
                    <a:pt x="3440170" y="1832916"/>
                  </a:lnTo>
                  <a:lnTo>
                    <a:pt x="3410585" y="1939859"/>
                  </a:lnTo>
                  <a:lnTo>
                    <a:pt x="3380978" y="2047687"/>
                  </a:lnTo>
                  <a:lnTo>
                    <a:pt x="3351363" y="2155849"/>
                  </a:lnTo>
                  <a:lnTo>
                    <a:pt x="3321754" y="2263789"/>
                  </a:lnTo>
                  <a:lnTo>
                    <a:pt x="3292164" y="2370955"/>
                  </a:lnTo>
                  <a:lnTo>
                    <a:pt x="3262604" y="2476811"/>
                  </a:lnTo>
                  <a:lnTo>
                    <a:pt x="3233082" y="2580849"/>
                  </a:lnTo>
                  <a:lnTo>
                    <a:pt x="3203597" y="2682597"/>
                  </a:lnTo>
                  <a:lnTo>
                    <a:pt x="3174141" y="2781632"/>
                  </a:lnTo>
                  <a:lnTo>
                    <a:pt x="3144697" y="2877579"/>
                  </a:lnTo>
                  <a:lnTo>
                    <a:pt x="3115235" y="2970123"/>
                  </a:lnTo>
                  <a:lnTo>
                    <a:pt x="3085716" y="3059008"/>
                  </a:lnTo>
                  <a:lnTo>
                    <a:pt x="3056082" y="3144038"/>
                  </a:lnTo>
                  <a:lnTo>
                    <a:pt x="3026263" y="3225076"/>
                  </a:lnTo>
                  <a:lnTo>
                    <a:pt x="2996170" y="3302046"/>
                  </a:lnTo>
                  <a:lnTo>
                    <a:pt x="2965695" y="3374922"/>
                  </a:lnTo>
                  <a:lnTo>
                    <a:pt x="2934705" y="3443732"/>
                  </a:lnTo>
                  <a:lnTo>
                    <a:pt x="2903043" y="3508546"/>
                  </a:lnTo>
                  <a:lnTo>
                    <a:pt x="2896531" y="3521200"/>
                  </a:lnTo>
                  <a:lnTo>
                    <a:pt x="2853493" y="3599095"/>
                  </a:lnTo>
                  <a:lnTo>
                    <a:pt x="2808438" y="3670271"/>
                  </a:lnTo>
                  <a:lnTo>
                    <a:pt x="2760806" y="3734965"/>
                  </a:lnTo>
                  <a:lnTo>
                    <a:pt x="2709980" y="3793631"/>
                  </a:lnTo>
                  <a:lnTo>
                    <a:pt x="2655324" y="3846818"/>
                  </a:lnTo>
                  <a:lnTo>
                    <a:pt x="2596212" y="3895091"/>
                  </a:lnTo>
                  <a:lnTo>
                    <a:pt x="2532070" y="3938981"/>
                  </a:lnTo>
                  <a:lnTo>
                    <a:pt x="2462435" y="3978960"/>
                  </a:lnTo>
                  <a:lnTo>
                    <a:pt x="2387024" y="4015418"/>
                  </a:lnTo>
                  <a:lnTo>
                    <a:pt x="2305830" y="4048656"/>
                  </a:lnTo>
                  <a:lnTo>
                    <a:pt x="2219236" y="4078884"/>
                  </a:lnTo>
                  <a:lnTo>
                    <a:pt x="2128133" y="4106219"/>
                  </a:lnTo>
                  <a:lnTo>
                    <a:pt x="2034020" y="4130698"/>
                  </a:lnTo>
                  <a:lnTo>
                    <a:pt x="1939060" y="4152295"/>
                  </a:lnTo>
                  <a:lnTo>
                    <a:pt x="1846032" y="4170950"/>
                  </a:lnTo>
                  <a:lnTo>
                    <a:pt x="1758150" y="4186609"/>
                  </a:lnTo>
                  <a:lnTo>
                    <a:pt x="1678733" y="4199273"/>
                  </a:lnTo>
                  <a:lnTo>
                    <a:pt x="1610756" y="4209032"/>
                  </a:lnTo>
                  <a:lnTo>
                    <a:pt x="1556374" y="4216097"/>
                  </a:lnTo>
                  <a:lnTo>
                    <a:pt x="1516518" y="4220804"/>
                  </a:lnTo>
                  <a:lnTo>
                    <a:pt x="1490681" y="4223586"/>
                  </a:lnTo>
                  <a:lnTo>
                    <a:pt x="1476906" y="4224944"/>
                  </a:lnTo>
                  <a:lnTo>
                    <a:pt x="1471937" y="4225393"/>
                  </a:lnTo>
                  <a:lnTo>
                    <a:pt x="1471387" y="4225440"/>
                  </a:lnTo>
                  <a:lnTo>
                    <a:pt x="0" y="4225440"/>
                  </a:lnTo>
                  <a:close/>
                </a:path>
              </a:pathLst>
            </a:custGeom>
            <a:solidFill>
              <a:srgbClr val="67C1B3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206" name="pl1206"/>
            <p:cNvSpPr/>
            <p:nvPr/>
          </p:nvSpPr>
          <p:spPr>
            <a:xfrm>
              <a:off x="4799595" y="3999010"/>
              <a:ext cx="11981298" cy="4797550"/>
            </a:xfrm>
            <a:custGeom>
              <a:avLst/>
              <a:pathLst>
                <a:path w="11981298" h="4797550">
                  <a:moveTo>
                    <a:pt x="0" y="4225440"/>
                  </a:moveTo>
                  <a:lnTo>
                    <a:pt x="1471387" y="4225440"/>
                  </a:lnTo>
                  <a:lnTo>
                    <a:pt x="1472316" y="4225361"/>
                  </a:lnTo>
                  <a:lnTo>
                    <a:pt x="1478448" y="4224798"/>
                  </a:lnTo>
                  <a:lnTo>
                    <a:pt x="1493996" y="4223244"/>
                  </a:lnTo>
                  <a:lnTo>
                    <a:pt x="1522019" y="4220181"/>
                  </a:lnTo>
                  <a:lnTo>
                    <a:pt x="1564244" y="4215118"/>
                  </a:lnTo>
                  <a:lnTo>
                    <a:pt x="1620939" y="4207634"/>
                  </a:lnTo>
                  <a:lnTo>
                    <a:pt x="1690951" y="4197413"/>
                  </a:lnTo>
                  <a:lnTo>
                    <a:pt x="1771964" y="4184266"/>
                  </a:lnTo>
                  <a:lnTo>
                    <a:pt x="1860912" y="4168116"/>
                  </a:lnTo>
                  <a:lnTo>
                    <a:pt x="1954466" y="4148979"/>
                  </a:lnTo>
                  <a:lnTo>
                    <a:pt x="2049462" y="4126909"/>
                  </a:lnTo>
                  <a:lnTo>
                    <a:pt x="2143215" y="4101964"/>
                  </a:lnTo>
                  <a:lnTo>
                    <a:pt x="2233669" y="4074162"/>
                  </a:lnTo>
                  <a:lnTo>
                    <a:pt x="2319430" y="4043455"/>
                  </a:lnTo>
                  <a:lnTo>
                    <a:pt x="2399697" y="4009709"/>
                  </a:lnTo>
                  <a:lnTo>
                    <a:pt x="2474159" y="3972702"/>
                  </a:lnTo>
                  <a:lnTo>
                    <a:pt x="2542875" y="3932115"/>
                  </a:lnTo>
                  <a:lnTo>
                    <a:pt x="2606162" y="3887545"/>
                  </a:lnTo>
                  <a:lnTo>
                    <a:pt x="2664508" y="3838510"/>
                  </a:lnTo>
                  <a:lnTo>
                    <a:pt x="2718497" y="3784470"/>
                  </a:lnTo>
                  <a:lnTo>
                    <a:pt x="2768760" y="3724859"/>
                  </a:lnTo>
                  <a:lnTo>
                    <a:pt x="2815932" y="3659137"/>
                  </a:lnTo>
                  <a:lnTo>
                    <a:pt x="2860623" y="3586875"/>
                  </a:lnTo>
                  <a:lnTo>
                    <a:pt x="2896531" y="3521200"/>
                  </a:lnTo>
                  <a:lnTo>
                    <a:pt x="2928350" y="3457182"/>
                  </a:lnTo>
                  <a:lnTo>
                    <a:pt x="2959463" y="3389189"/>
                  </a:lnTo>
                  <a:lnTo>
                    <a:pt x="2990031" y="3317140"/>
                  </a:lnTo>
                  <a:lnTo>
                    <a:pt x="3020192" y="3240999"/>
                  </a:lnTo>
                  <a:lnTo>
                    <a:pt x="3050059" y="3160781"/>
                  </a:lnTo>
                  <a:lnTo>
                    <a:pt x="3079724" y="3076550"/>
                  </a:lnTo>
                  <a:lnTo>
                    <a:pt x="3109261" y="2988433"/>
                  </a:lnTo>
                  <a:lnTo>
                    <a:pt x="3138731" y="2896611"/>
                  </a:lnTo>
                  <a:lnTo>
                    <a:pt x="3168176" y="2801330"/>
                  </a:lnTo>
                  <a:lnTo>
                    <a:pt x="3197627" y="2702893"/>
                  </a:lnTo>
                  <a:lnTo>
                    <a:pt x="3227106" y="2601661"/>
                  </a:lnTo>
                  <a:lnTo>
                    <a:pt x="3256620" y="2498050"/>
                  </a:lnTo>
                  <a:lnTo>
                    <a:pt x="3286173" y="2392523"/>
                  </a:lnTo>
                  <a:lnTo>
                    <a:pt x="3315757" y="2285580"/>
                  </a:lnTo>
                  <a:lnTo>
                    <a:pt x="3345364" y="2177752"/>
                  </a:lnTo>
                  <a:lnTo>
                    <a:pt x="3374979" y="2069590"/>
                  </a:lnTo>
                  <a:lnTo>
                    <a:pt x="3404589" y="1961650"/>
                  </a:lnTo>
                  <a:lnTo>
                    <a:pt x="3434178" y="1854484"/>
                  </a:lnTo>
                  <a:lnTo>
                    <a:pt x="3463738" y="1748628"/>
                  </a:lnTo>
                  <a:lnTo>
                    <a:pt x="3493260" y="1644590"/>
                  </a:lnTo>
                  <a:lnTo>
                    <a:pt x="3522745" y="1542842"/>
                  </a:lnTo>
                  <a:lnTo>
                    <a:pt x="3552201" y="1443807"/>
                  </a:lnTo>
                  <a:lnTo>
                    <a:pt x="3581646" y="1347860"/>
                  </a:lnTo>
                  <a:lnTo>
                    <a:pt x="3611107" y="1255316"/>
                  </a:lnTo>
                  <a:lnTo>
                    <a:pt x="3640626" y="1166431"/>
                  </a:lnTo>
                  <a:lnTo>
                    <a:pt x="3670260" y="1081402"/>
                  </a:lnTo>
                  <a:lnTo>
                    <a:pt x="3700079" y="1000363"/>
                  </a:lnTo>
                  <a:lnTo>
                    <a:pt x="3730172" y="923394"/>
                  </a:lnTo>
                  <a:lnTo>
                    <a:pt x="3760648" y="850517"/>
                  </a:lnTo>
                  <a:lnTo>
                    <a:pt x="3791638" y="781708"/>
                  </a:lnTo>
                  <a:lnTo>
                    <a:pt x="3823299" y="716893"/>
                  </a:lnTo>
                  <a:lnTo>
                    <a:pt x="3829811" y="704240"/>
                  </a:lnTo>
                  <a:lnTo>
                    <a:pt x="3872849" y="626344"/>
                  </a:lnTo>
                  <a:lnTo>
                    <a:pt x="3917904" y="555168"/>
                  </a:lnTo>
                  <a:lnTo>
                    <a:pt x="3965536" y="490474"/>
                  </a:lnTo>
                  <a:lnTo>
                    <a:pt x="4016362" y="431808"/>
                  </a:lnTo>
                  <a:lnTo>
                    <a:pt x="4071018" y="378621"/>
                  </a:lnTo>
                  <a:lnTo>
                    <a:pt x="4130130" y="330349"/>
                  </a:lnTo>
                  <a:lnTo>
                    <a:pt x="4194272" y="286458"/>
                  </a:lnTo>
                  <a:lnTo>
                    <a:pt x="4263907" y="246479"/>
                  </a:lnTo>
                  <a:lnTo>
                    <a:pt x="4339318" y="210022"/>
                  </a:lnTo>
                  <a:lnTo>
                    <a:pt x="4420512" y="176783"/>
                  </a:lnTo>
                  <a:lnTo>
                    <a:pt x="4507106" y="146556"/>
                  </a:lnTo>
                  <a:lnTo>
                    <a:pt x="4598209" y="119220"/>
                  </a:lnTo>
                  <a:lnTo>
                    <a:pt x="4692322" y="94741"/>
                  </a:lnTo>
                  <a:lnTo>
                    <a:pt x="4787282" y="73144"/>
                  </a:lnTo>
                  <a:lnTo>
                    <a:pt x="4880310" y="54489"/>
                  </a:lnTo>
                  <a:lnTo>
                    <a:pt x="4968192" y="38830"/>
                  </a:lnTo>
                  <a:lnTo>
                    <a:pt x="5047609" y="26166"/>
                  </a:lnTo>
                  <a:lnTo>
                    <a:pt x="5115586" y="16408"/>
                  </a:lnTo>
                  <a:lnTo>
                    <a:pt x="5169968" y="9342"/>
                  </a:lnTo>
                  <a:lnTo>
                    <a:pt x="5209824" y="4636"/>
                  </a:lnTo>
                  <a:lnTo>
                    <a:pt x="5235662" y="1853"/>
                  </a:lnTo>
                  <a:lnTo>
                    <a:pt x="5249436" y="496"/>
                  </a:lnTo>
                  <a:lnTo>
                    <a:pt x="5254405" y="46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236" y="86"/>
                  </a:lnTo>
                  <a:lnTo>
                    <a:pt x="6733138" y="699"/>
                  </a:lnTo>
                  <a:lnTo>
                    <a:pt x="6748119" y="2394"/>
                  </a:lnTo>
                  <a:lnTo>
                    <a:pt x="6775157" y="5735"/>
                  </a:lnTo>
                  <a:lnTo>
                    <a:pt x="6815977" y="11261"/>
                  </a:lnTo>
                  <a:lnTo>
                    <a:pt x="6870919" y="19438"/>
                  </a:lnTo>
                  <a:lnTo>
                    <a:pt x="6938967" y="30617"/>
                  </a:lnTo>
                  <a:lnTo>
                    <a:pt x="7017976" y="45020"/>
                  </a:lnTo>
                  <a:lnTo>
                    <a:pt x="7105047" y="62738"/>
                  </a:lnTo>
                  <a:lnTo>
                    <a:pt x="7196985" y="83767"/>
                  </a:lnTo>
                  <a:lnTo>
                    <a:pt x="7290711" y="108047"/>
                  </a:lnTo>
                  <a:lnTo>
                    <a:pt x="7383566" y="135513"/>
                  </a:lnTo>
                  <a:lnTo>
                    <a:pt x="7473480" y="166138"/>
                  </a:lnTo>
                  <a:lnTo>
                    <a:pt x="7559009" y="199959"/>
                  </a:lnTo>
                  <a:lnTo>
                    <a:pt x="7639291" y="237106"/>
                  </a:lnTo>
                  <a:lnTo>
                    <a:pt x="7713947" y="277802"/>
                  </a:lnTo>
                  <a:lnTo>
                    <a:pt x="7782970" y="322374"/>
                  </a:lnTo>
                  <a:lnTo>
                    <a:pt x="7846620" y="371242"/>
                  </a:lnTo>
                  <a:lnTo>
                    <a:pt x="7905334" y="424915"/>
                  </a:lnTo>
                  <a:lnTo>
                    <a:pt x="7959656" y="483969"/>
                  </a:lnTo>
                  <a:lnTo>
                    <a:pt x="8010186" y="549018"/>
                  </a:lnTo>
                  <a:lnTo>
                    <a:pt x="8057536" y="620668"/>
                  </a:lnTo>
                  <a:lnTo>
                    <a:pt x="8102303" y="699432"/>
                  </a:lnTo>
                  <a:lnTo>
                    <a:pt x="8145034" y="785612"/>
                  </a:lnTo>
                  <a:lnTo>
                    <a:pt x="8151487" y="799591"/>
                  </a:lnTo>
                  <a:lnTo>
                    <a:pt x="8181537" y="868070"/>
                  </a:lnTo>
                  <a:lnTo>
                    <a:pt x="8210949" y="940564"/>
                  </a:lnTo>
                  <a:lnTo>
                    <a:pt x="8239861" y="1017153"/>
                  </a:lnTo>
                  <a:lnTo>
                    <a:pt x="8268392" y="1097877"/>
                  </a:lnTo>
                  <a:lnTo>
                    <a:pt x="8296640" y="1182734"/>
                  </a:lnTo>
                  <a:lnTo>
                    <a:pt x="8324687" y="1271672"/>
                  </a:lnTo>
                  <a:lnTo>
                    <a:pt x="8352600" y="1364591"/>
                  </a:lnTo>
                  <a:lnTo>
                    <a:pt x="8380433" y="1461337"/>
                  </a:lnTo>
                  <a:lnTo>
                    <a:pt x="8408228" y="1561701"/>
                  </a:lnTo>
                  <a:lnTo>
                    <a:pt x="8436017" y="1665420"/>
                  </a:lnTo>
                  <a:lnTo>
                    <a:pt x="8463821" y="1772178"/>
                  </a:lnTo>
                  <a:lnTo>
                    <a:pt x="8491653" y="1881608"/>
                  </a:lnTo>
                  <a:lnTo>
                    <a:pt x="8519518" y="1993297"/>
                  </a:lnTo>
                  <a:lnTo>
                    <a:pt x="8547417" y="2106793"/>
                  </a:lnTo>
                  <a:lnTo>
                    <a:pt x="8575342" y="2221608"/>
                  </a:lnTo>
                  <a:lnTo>
                    <a:pt x="8603286" y="2337231"/>
                  </a:lnTo>
                  <a:lnTo>
                    <a:pt x="8631236" y="2453137"/>
                  </a:lnTo>
                  <a:lnTo>
                    <a:pt x="8659180" y="2568794"/>
                  </a:lnTo>
                  <a:lnTo>
                    <a:pt x="8687107" y="2683674"/>
                  </a:lnTo>
                  <a:lnTo>
                    <a:pt x="8715007" y="2797266"/>
                  </a:lnTo>
                  <a:lnTo>
                    <a:pt x="8742874" y="2909081"/>
                  </a:lnTo>
                  <a:lnTo>
                    <a:pt x="8770708" y="3018663"/>
                  </a:lnTo>
                  <a:lnTo>
                    <a:pt x="8798514" y="3125598"/>
                  </a:lnTo>
                  <a:lnTo>
                    <a:pt x="8826303" y="3229515"/>
                  </a:lnTo>
                  <a:lnTo>
                    <a:pt x="8854097" y="3330095"/>
                  </a:lnTo>
                  <a:lnTo>
                    <a:pt x="8881927" y="3427072"/>
                  </a:lnTo>
                  <a:lnTo>
                    <a:pt x="8909833" y="3520233"/>
                  </a:lnTo>
                  <a:lnTo>
                    <a:pt x="8937870" y="3609422"/>
                  </a:lnTo>
                  <a:lnTo>
                    <a:pt x="8966103" y="3694533"/>
                  </a:lnTo>
                  <a:lnTo>
                    <a:pt x="8994614" y="3775514"/>
                  </a:lnTo>
                  <a:lnTo>
                    <a:pt x="9023500" y="3852358"/>
                  </a:lnTo>
                  <a:lnTo>
                    <a:pt x="9052877" y="3925104"/>
                  </a:lnTo>
                  <a:lnTo>
                    <a:pt x="9082883" y="3993829"/>
                  </a:lnTo>
                  <a:lnTo>
                    <a:pt x="9084767" y="3997958"/>
                  </a:lnTo>
                  <a:lnTo>
                    <a:pt x="9127227" y="4085288"/>
                  </a:lnTo>
                  <a:lnTo>
                    <a:pt x="9171645" y="4165186"/>
                  </a:lnTo>
                  <a:lnTo>
                    <a:pt x="9218558" y="4237905"/>
                  </a:lnTo>
                  <a:lnTo>
                    <a:pt x="9268557" y="4303936"/>
                  </a:lnTo>
                  <a:lnTo>
                    <a:pt x="9322253" y="4363875"/>
                  </a:lnTo>
                  <a:lnTo>
                    <a:pt x="9380251" y="4418341"/>
                  </a:lnTo>
                  <a:lnTo>
                    <a:pt x="9443106" y="4467916"/>
                  </a:lnTo>
                  <a:lnTo>
                    <a:pt x="9511276" y="4513122"/>
                  </a:lnTo>
                  <a:lnTo>
                    <a:pt x="9585054" y="4554394"/>
                  </a:lnTo>
                  <a:lnTo>
                    <a:pt x="9664481" y="4592071"/>
                  </a:lnTo>
                  <a:lnTo>
                    <a:pt x="9749243" y="4626396"/>
                  </a:lnTo>
                  <a:lnTo>
                    <a:pt x="9838558" y="4657510"/>
                  </a:lnTo>
                  <a:lnTo>
                    <a:pt x="9931078" y="4685464"/>
                  </a:lnTo>
                  <a:lnTo>
                    <a:pt x="10024829" y="4710240"/>
                  </a:lnTo>
                  <a:lnTo>
                    <a:pt x="10117237" y="4731776"/>
                  </a:lnTo>
                  <a:lnTo>
                    <a:pt x="10205270" y="4750008"/>
                  </a:lnTo>
                  <a:lnTo>
                    <a:pt x="10285727" y="4764921"/>
                  </a:lnTo>
                  <a:lnTo>
                    <a:pt x="10355633" y="4776587"/>
                  </a:lnTo>
                  <a:lnTo>
                    <a:pt x="10412698" y="4785208"/>
                  </a:lnTo>
                  <a:lnTo>
                    <a:pt x="10455713" y="4791115"/>
                  </a:lnTo>
                  <a:lnTo>
                    <a:pt x="10484803" y="4794760"/>
                  </a:lnTo>
                  <a:lnTo>
                    <a:pt x="10501482" y="4796673"/>
                  </a:lnTo>
                  <a:lnTo>
                    <a:pt x="10508547" y="4797417"/>
                  </a:lnTo>
                  <a:lnTo>
                    <a:pt x="10509907" y="4797549"/>
                  </a:lnTo>
                  <a:lnTo>
                    <a:pt x="10509911" y="4797550"/>
                  </a:lnTo>
                  <a:lnTo>
                    <a:pt x="11981298" y="479755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07" name="pl1207"/>
            <p:cNvSpPr/>
            <p:nvPr/>
          </p:nvSpPr>
          <p:spPr>
            <a:xfrm>
              <a:off x="4799595" y="3990837"/>
              <a:ext cx="11981298" cy="4797550"/>
            </a:xfrm>
            <a:custGeom>
              <a:avLst/>
              <a:pathLst>
                <a:path w="11981298" h="4797550">
                  <a:moveTo>
                    <a:pt x="11981298" y="4797550"/>
                  </a:moveTo>
                  <a:lnTo>
                    <a:pt x="10509911" y="4797550"/>
                  </a:lnTo>
                  <a:lnTo>
                    <a:pt x="10509017" y="4797463"/>
                  </a:lnTo>
                  <a:lnTo>
                    <a:pt x="10503115" y="4796850"/>
                  </a:lnTo>
                  <a:lnTo>
                    <a:pt x="10488135" y="4795155"/>
                  </a:lnTo>
                  <a:lnTo>
                    <a:pt x="10461096" y="4791814"/>
                  </a:lnTo>
                  <a:lnTo>
                    <a:pt x="10420276" y="4786288"/>
                  </a:lnTo>
                  <a:lnTo>
                    <a:pt x="10365334" y="4778111"/>
                  </a:lnTo>
                  <a:lnTo>
                    <a:pt x="10297286" y="4766932"/>
                  </a:lnTo>
                  <a:lnTo>
                    <a:pt x="10218277" y="4752529"/>
                  </a:lnTo>
                  <a:lnTo>
                    <a:pt x="10131206" y="4734811"/>
                  </a:lnTo>
                  <a:lnTo>
                    <a:pt x="10039268" y="4713782"/>
                  </a:lnTo>
                  <a:lnTo>
                    <a:pt x="9945542" y="4689502"/>
                  </a:lnTo>
                  <a:lnTo>
                    <a:pt x="9852687" y="4662036"/>
                  </a:lnTo>
                  <a:lnTo>
                    <a:pt x="9762774" y="4631411"/>
                  </a:lnTo>
                  <a:lnTo>
                    <a:pt x="9677244" y="4597590"/>
                  </a:lnTo>
                  <a:lnTo>
                    <a:pt x="9596962" y="4560443"/>
                  </a:lnTo>
                  <a:lnTo>
                    <a:pt x="9522306" y="4519747"/>
                  </a:lnTo>
                  <a:lnTo>
                    <a:pt x="9453283" y="4475175"/>
                  </a:lnTo>
                  <a:lnTo>
                    <a:pt x="9389633" y="4426307"/>
                  </a:lnTo>
                  <a:lnTo>
                    <a:pt x="9330920" y="4372634"/>
                  </a:lnTo>
                  <a:lnTo>
                    <a:pt x="9276597" y="4313580"/>
                  </a:lnTo>
                  <a:lnTo>
                    <a:pt x="9226068" y="4248531"/>
                  </a:lnTo>
                  <a:lnTo>
                    <a:pt x="9178717" y="4176881"/>
                  </a:lnTo>
                  <a:lnTo>
                    <a:pt x="9133950" y="4098117"/>
                  </a:lnTo>
                  <a:lnTo>
                    <a:pt x="9091219" y="4011937"/>
                  </a:lnTo>
                  <a:lnTo>
                    <a:pt x="9084767" y="3997958"/>
                  </a:lnTo>
                  <a:lnTo>
                    <a:pt x="9054717" y="3929479"/>
                  </a:lnTo>
                  <a:lnTo>
                    <a:pt x="9025305" y="3856985"/>
                  </a:lnTo>
                  <a:lnTo>
                    <a:pt x="8996392" y="3780396"/>
                  </a:lnTo>
                  <a:lnTo>
                    <a:pt x="8967861" y="3699672"/>
                  </a:lnTo>
                  <a:lnTo>
                    <a:pt x="8939613" y="3614816"/>
                  </a:lnTo>
                  <a:lnTo>
                    <a:pt x="8911566" y="3525877"/>
                  </a:lnTo>
                  <a:lnTo>
                    <a:pt x="8883653" y="3432958"/>
                  </a:lnTo>
                  <a:lnTo>
                    <a:pt x="8855820" y="3336212"/>
                  </a:lnTo>
                  <a:lnTo>
                    <a:pt x="8828025" y="3235848"/>
                  </a:lnTo>
                  <a:lnTo>
                    <a:pt x="8800236" y="3132129"/>
                  </a:lnTo>
                  <a:lnTo>
                    <a:pt x="8772432" y="3025371"/>
                  </a:lnTo>
                  <a:lnTo>
                    <a:pt x="8744600" y="2915941"/>
                  </a:lnTo>
                  <a:lnTo>
                    <a:pt x="8716735" y="2804252"/>
                  </a:lnTo>
                  <a:lnTo>
                    <a:pt x="8688836" y="2690756"/>
                  </a:lnTo>
                  <a:lnTo>
                    <a:pt x="8660911" y="2575941"/>
                  </a:lnTo>
                  <a:lnTo>
                    <a:pt x="8632968" y="2460318"/>
                  </a:lnTo>
                  <a:lnTo>
                    <a:pt x="8605018" y="2344412"/>
                  </a:lnTo>
                  <a:lnTo>
                    <a:pt x="8577074" y="2228755"/>
                  </a:lnTo>
                  <a:lnTo>
                    <a:pt x="8549147" y="2113875"/>
                  </a:lnTo>
                  <a:lnTo>
                    <a:pt x="8521246" y="2000283"/>
                  </a:lnTo>
                  <a:lnTo>
                    <a:pt x="8493379" y="1888468"/>
                  </a:lnTo>
                  <a:lnTo>
                    <a:pt x="8465545" y="1778886"/>
                  </a:lnTo>
                  <a:lnTo>
                    <a:pt x="8437740" y="1671951"/>
                  </a:lnTo>
                  <a:lnTo>
                    <a:pt x="8409950" y="1568034"/>
                  </a:lnTo>
                  <a:lnTo>
                    <a:pt x="8382156" y="1467454"/>
                  </a:lnTo>
                  <a:lnTo>
                    <a:pt x="8354326" y="1370477"/>
                  </a:lnTo>
                  <a:lnTo>
                    <a:pt x="8326420" y="1277316"/>
                  </a:lnTo>
                  <a:lnTo>
                    <a:pt x="8298383" y="1188127"/>
                  </a:lnTo>
                  <a:lnTo>
                    <a:pt x="8270150" y="1103016"/>
                  </a:lnTo>
                  <a:lnTo>
                    <a:pt x="8241639" y="1022035"/>
                  </a:lnTo>
                  <a:lnTo>
                    <a:pt x="8212754" y="945191"/>
                  </a:lnTo>
                  <a:lnTo>
                    <a:pt x="8183376" y="872445"/>
                  </a:lnTo>
                  <a:lnTo>
                    <a:pt x="8153370" y="803720"/>
                  </a:lnTo>
                  <a:lnTo>
                    <a:pt x="8151487" y="799591"/>
                  </a:lnTo>
                  <a:lnTo>
                    <a:pt x="8109026" y="712261"/>
                  </a:lnTo>
                  <a:lnTo>
                    <a:pt x="8064608" y="632363"/>
                  </a:lnTo>
                  <a:lnTo>
                    <a:pt x="8017695" y="559644"/>
                  </a:lnTo>
                  <a:lnTo>
                    <a:pt x="7967696" y="493613"/>
                  </a:lnTo>
                  <a:lnTo>
                    <a:pt x="7914000" y="433674"/>
                  </a:lnTo>
                  <a:lnTo>
                    <a:pt x="7856002" y="379208"/>
                  </a:lnTo>
                  <a:lnTo>
                    <a:pt x="7793147" y="329633"/>
                  </a:lnTo>
                  <a:lnTo>
                    <a:pt x="7724977" y="284427"/>
                  </a:lnTo>
                  <a:lnTo>
                    <a:pt x="7651199" y="243155"/>
                  </a:lnTo>
                  <a:lnTo>
                    <a:pt x="7571772" y="205478"/>
                  </a:lnTo>
                  <a:lnTo>
                    <a:pt x="7487010" y="171153"/>
                  </a:lnTo>
                  <a:lnTo>
                    <a:pt x="7397695" y="140039"/>
                  </a:lnTo>
                  <a:lnTo>
                    <a:pt x="7305175" y="112085"/>
                  </a:lnTo>
                  <a:lnTo>
                    <a:pt x="7211424" y="87309"/>
                  </a:lnTo>
                  <a:lnTo>
                    <a:pt x="7119017" y="65773"/>
                  </a:lnTo>
                  <a:lnTo>
                    <a:pt x="7030983" y="47541"/>
                  </a:lnTo>
                  <a:lnTo>
                    <a:pt x="6950527" y="32629"/>
                  </a:lnTo>
                  <a:lnTo>
                    <a:pt x="6880620" y="20962"/>
                  </a:lnTo>
                  <a:lnTo>
                    <a:pt x="6823555" y="12341"/>
                  </a:lnTo>
                  <a:lnTo>
                    <a:pt x="6780540" y="6434"/>
                  </a:lnTo>
                  <a:lnTo>
                    <a:pt x="6751450" y="2789"/>
                  </a:lnTo>
                  <a:lnTo>
                    <a:pt x="6734771" y="876"/>
                  </a:lnTo>
                  <a:lnTo>
                    <a:pt x="6727707" y="132"/>
                  </a:lnTo>
                  <a:lnTo>
                    <a:pt x="6726346" y="0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026" y="78"/>
                  </a:lnTo>
                  <a:lnTo>
                    <a:pt x="5247894" y="641"/>
                  </a:lnTo>
                  <a:lnTo>
                    <a:pt x="5232346" y="2195"/>
                  </a:lnTo>
                  <a:lnTo>
                    <a:pt x="5204323" y="5258"/>
                  </a:lnTo>
                  <a:lnTo>
                    <a:pt x="5162098" y="10321"/>
                  </a:lnTo>
                  <a:lnTo>
                    <a:pt x="5105403" y="17805"/>
                  </a:lnTo>
                  <a:lnTo>
                    <a:pt x="5035391" y="28026"/>
                  </a:lnTo>
                  <a:lnTo>
                    <a:pt x="4954378" y="41174"/>
                  </a:lnTo>
                  <a:lnTo>
                    <a:pt x="4865430" y="57323"/>
                  </a:lnTo>
                  <a:lnTo>
                    <a:pt x="4771877" y="76461"/>
                  </a:lnTo>
                  <a:lnTo>
                    <a:pt x="4676880" y="98530"/>
                  </a:lnTo>
                  <a:lnTo>
                    <a:pt x="4583127" y="123475"/>
                  </a:lnTo>
                  <a:lnTo>
                    <a:pt x="4492673" y="151277"/>
                  </a:lnTo>
                  <a:lnTo>
                    <a:pt x="4406912" y="181984"/>
                  </a:lnTo>
                  <a:lnTo>
                    <a:pt x="4326646" y="215730"/>
                  </a:lnTo>
                  <a:lnTo>
                    <a:pt x="4252183" y="252737"/>
                  </a:lnTo>
                  <a:lnTo>
                    <a:pt x="4183467" y="293324"/>
                  </a:lnTo>
                  <a:lnTo>
                    <a:pt x="4120180" y="337894"/>
                  </a:lnTo>
                  <a:lnTo>
                    <a:pt x="4061834" y="386929"/>
                  </a:lnTo>
                  <a:lnTo>
                    <a:pt x="4007845" y="440969"/>
                  </a:lnTo>
                  <a:lnTo>
                    <a:pt x="3957582" y="500580"/>
                  </a:lnTo>
                  <a:lnTo>
                    <a:pt x="3910410" y="566302"/>
                  </a:lnTo>
                  <a:lnTo>
                    <a:pt x="3865720" y="638564"/>
                  </a:lnTo>
                  <a:lnTo>
                    <a:pt x="3829811" y="704240"/>
                  </a:lnTo>
                  <a:lnTo>
                    <a:pt x="3797992" y="768257"/>
                  </a:lnTo>
                  <a:lnTo>
                    <a:pt x="3766879" y="836250"/>
                  </a:lnTo>
                  <a:lnTo>
                    <a:pt x="3736311" y="908299"/>
                  </a:lnTo>
                  <a:lnTo>
                    <a:pt x="3706150" y="984440"/>
                  </a:lnTo>
                  <a:lnTo>
                    <a:pt x="3676283" y="1064659"/>
                  </a:lnTo>
                  <a:lnTo>
                    <a:pt x="3646618" y="1148889"/>
                  </a:lnTo>
                  <a:lnTo>
                    <a:pt x="3617081" y="1237006"/>
                  </a:lnTo>
                  <a:lnTo>
                    <a:pt x="3587612" y="1328828"/>
                  </a:lnTo>
                  <a:lnTo>
                    <a:pt x="3558167" y="1424109"/>
                  </a:lnTo>
                  <a:lnTo>
                    <a:pt x="3528715" y="1522547"/>
                  </a:lnTo>
                  <a:lnTo>
                    <a:pt x="3499236" y="1623778"/>
                  </a:lnTo>
                  <a:lnTo>
                    <a:pt x="3469722" y="1727389"/>
                  </a:lnTo>
                  <a:lnTo>
                    <a:pt x="3440170" y="1832916"/>
                  </a:lnTo>
                  <a:lnTo>
                    <a:pt x="3410585" y="1939859"/>
                  </a:lnTo>
                  <a:lnTo>
                    <a:pt x="3380978" y="2047687"/>
                  </a:lnTo>
                  <a:lnTo>
                    <a:pt x="3351363" y="2155849"/>
                  </a:lnTo>
                  <a:lnTo>
                    <a:pt x="3321754" y="2263789"/>
                  </a:lnTo>
                  <a:lnTo>
                    <a:pt x="3292164" y="2370955"/>
                  </a:lnTo>
                  <a:lnTo>
                    <a:pt x="3262604" y="2476811"/>
                  </a:lnTo>
                  <a:lnTo>
                    <a:pt x="3233082" y="2580849"/>
                  </a:lnTo>
                  <a:lnTo>
                    <a:pt x="3203597" y="2682597"/>
                  </a:lnTo>
                  <a:lnTo>
                    <a:pt x="3174141" y="2781632"/>
                  </a:lnTo>
                  <a:lnTo>
                    <a:pt x="3144697" y="2877579"/>
                  </a:lnTo>
                  <a:lnTo>
                    <a:pt x="3115235" y="2970123"/>
                  </a:lnTo>
                  <a:lnTo>
                    <a:pt x="3085716" y="3059008"/>
                  </a:lnTo>
                  <a:lnTo>
                    <a:pt x="3056082" y="3144038"/>
                  </a:lnTo>
                  <a:lnTo>
                    <a:pt x="3026263" y="3225076"/>
                  </a:lnTo>
                  <a:lnTo>
                    <a:pt x="2996170" y="3302046"/>
                  </a:lnTo>
                  <a:lnTo>
                    <a:pt x="2965695" y="3374922"/>
                  </a:lnTo>
                  <a:lnTo>
                    <a:pt x="2934705" y="3443732"/>
                  </a:lnTo>
                  <a:lnTo>
                    <a:pt x="2903043" y="3508546"/>
                  </a:lnTo>
                  <a:lnTo>
                    <a:pt x="2896531" y="3521200"/>
                  </a:lnTo>
                  <a:lnTo>
                    <a:pt x="2853493" y="3599095"/>
                  </a:lnTo>
                  <a:lnTo>
                    <a:pt x="2808438" y="3670271"/>
                  </a:lnTo>
                  <a:lnTo>
                    <a:pt x="2760806" y="3734965"/>
                  </a:lnTo>
                  <a:lnTo>
                    <a:pt x="2709980" y="3793631"/>
                  </a:lnTo>
                  <a:lnTo>
                    <a:pt x="2655324" y="3846818"/>
                  </a:lnTo>
                  <a:lnTo>
                    <a:pt x="2596212" y="3895091"/>
                  </a:lnTo>
                  <a:lnTo>
                    <a:pt x="2532070" y="3938981"/>
                  </a:lnTo>
                  <a:lnTo>
                    <a:pt x="2462435" y="3978960"/>
                  </a:lnTo>
                  <a:lnTo>
                    <a:pt x="2387024" y="4015418"/>
                  </a:lnTo>
                  <a:lnTo>
                    <a:pt x="2305830" y="4048656"/>
                  </a:lnTo>
                  <a:lnTo>
                    <a:pt x="2219236" y="4078884"/>
                  </a:lnTo>
                  <a:lnTo>
                    <a:pt x="2128133" y="4106219"/>
                  </a:lnTo>
                  <a:lnTo>
                    <a:pt x="2034020" y="4130698"/>
                  </a:lnTo>
                  <a:lnTo>
                    <a:pt x="1939060" y="4152295"/>
                  </a:lnTo>
                  <a:lnTo>
                    <a:pt x="1846032" y="4170950"/>
                  </a:lnTo>
                  <a:lnTo>
                    <a:pt x="1758150" y="4186609"/>
                  </a:lnTo>
                  <a:lnTo>
                    <a:pt x="1678733" y="4199273"/>
                  </a:lnTo>
                  <a:lnTo>
                    <a:pt x="1610756" y="4209032"/>
                  </a:lnTo>
                  <a:lnTo>
                    <a:pt x="1556374" y="4216097"/>
                  </a:lnTo>
                  <a:lnTo>
                    <a:pt x="1516518" y="4220804"/>
                  </a:lnTo>
                  <a:lnTo>
                    <a:pt x="1490681" y="4223586"/>
                  </a:lnTo>
                  <a:lnTo>
                    <a:pt x="1476906" y="4224944"/>
                  </a:lnTo>
                  <a:lnTo>
                    <a:pt x="1471937" y="4225393"/>
                  </a:lnTo>
                  <a:lnTo>
                    <a:pt x="1471387" y="4225440"/>
                  </a:lnTo>
                  <a:lnTo>
                    <a:pt x="0" y="422544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08" name="pg1208"/>
            <p:cNvSpPr/>
            <p:nvPr/>
          </p:nvSpPr>
          <p:spPr>
            <a:xfrm>
              <a:off x="4799595" y="5461977"/>
              <a:ext cx="11981298" cy="2917760"/>
            </a:xfrm>
            <a:custGeom>
              <a:avLst/>
              <a:pathLst>
                <a:path w="11981298" h="2917760">
                  <a:moveTo>
                    <a:pt x="0" y="2917760"/>
                  </a:moveTo>
                  <a:lnTo>
                    <a:pt x="1471387" y="2917760"/>
                  </a:lnTo>
                  <a:lnTo>
                    <a:pt x="1472596" y="2917722"/>
                  </a:lnTo>
                  <a:lnTo>
                    <a:pt x="1480535" y="2917454"/>
                  </a:lnTo>
                  <a:lnTo>
                    <a:pt x="1500509" y="2916712"/>
                  </a:lnTo>
                  <a:lnTo>
                    <a:pt x="1536128" y="2915252"/>
                  </a:lnTo>
                  <a:lnTo>
                    <a:pt x="1589033" y="2912850"/>
                  </a:lnTo>
                  <a:lnTo>
                    <a:pt x="1658771" y="2909324"/>
                  </a:lnTo>
                  <a:lnTo>
                    <a:pt x="1743005" y="2904556"/>
                  </a:lnTo>
                  <a:lnTo>
                    <a:pt x="1838050" y="2898490"/>
                  </a:lnTo>
                  <a:lnTo>
                    <a:pt x="1939603" y="2891120"/>
                  </a:lnTo>
                  <a:lnTo>
                    <a:pt x="2043454" y="2882470"/>
                  </a:lnTo>
                  <a:lnTo>
                    <a:pt x="2146012" y="2872569"/>
                  </a:lnTo>
                  <a:lnTo>
                    <a:pt x="2244576" y="2861424"/>
                  </a:lnTo>
                  <a:lnTo>
                    <a:pt x="2337382" y="2849010"/>
                  </a:lnTo>
                  <a:lnTo>
                    <a:pt x="2423501" y="2835255"/>
                  </a:lnTo>
                  <a:lnTo>
                    <a:pt x="2502664" y="2820043"/>
                  </a:lnTo>
                  <a:lnTo>
                    <a:pt x="2575082" y="2803207"/>
                  </a:lnTo>
                  <a:lnTo>
                    <a:pt x="2641280" y="2784537"/>
                  </a:lnTo>
                  <a:lnTo>
                    <a:pt x="2701973" y="2763788"/>
                  </a:lnTo>
                  <a:lnTo>
                    <a:pt x="2757969" y="2740693"/>
                  </a:lnTo>
                  <a:lnTo>
                    <a:pt x="2810103" y="2714990"/>
                  </a:lnTo>
                  <a:lnTo>
                    <a:pt x="2859178" y="2686463"/>
                  </a:lnTo>
                  <a:lnTo>
                    <a:pt x="2896531" y="2661673"/>
                  </a:lnTo>
                  <a:lnTo>
                    <a:pt x="2942844" y="2627118"/>
                  </a:lnTo>
                  <a:lnTo>
                    <a:pt x="2987808" y="2589439"/>
                  </a:lnTo>
                  <a:lnTo>
                    <a:pt x="3031874" y="2548577"/>
                  </a:lnTo>
                  <a:lnTo>
                    <a:pt x="3075387" y="2504559"/>
                  </a:lnTo>
                  <a:lnTo>
                    <a:pt x="3118604" y="2457501"/>
                  </a:lnTo>
                  <a:lnTo>
                    <a:pt x="3161705" y="2407618"/>
                  </a:lnTo>
                  <a:lnTo>
                    <a:pt x="3204806" y="2355226"/>
                  </a:lnTo>
                  <a:lnTo>
                    <a:pt x="3247969" y="2300738"/>
                  </a:lnTo>
                  <a:lnTo>
                    <a:pt x="3291211" y="2244650"/>
                  </a:lnTo>
                  <a:lnTo>
                    <a:pt x="3334519" y="2187532"/>
                  </a:lnTo>
                  <a:lnTo>
                    <a:pt x="3377855" y="2129996"/>
                  </a:lnTo>
                  <a:lnTo>
                    <a:pt x="3421177" y="2072674"/>
                  </a:lnTo>
                  <a:lnTo>
                    <a:pt x="3464443" y="2016189"/>
                  </a:lnTo>
                  <a:lnTo>
                    <a:pt x="3507631" y="1961127"/>
                  </a:lnTo>
                  <a:lnTo>
                    <a:pt x="3550747" y="1908010"/>
                  </a:lnTo>
                  <a:lnTo>
                    <a:pt x="3593838" y="1857279"/>
                  </a:lnTo>
                  <a:lnTo>
                    <a:pt x="3637002" y="1809282"/>
                  </a:lnTo>
                  <a:lnTo>
                    <a:pt x="3680396" y="1764267"/>
                  </a:lnTo>
                  <a:lnTo>
                    <a:pt x="3724251" y="1722381"/>
                  </a:lnTo>
                  <a:lnTo>
                    <a:pt x="3768881" y="1683678"/>
                  </a:lnTo>
                  <a:lnTo>
                    <a:pt x="3814702" y="1648127"/>
                  </a:lnTo>
                  <a:lnTo>
                    <a:pt x="3829811" y="1637323"/>
                  </a:lnTo>
                  <a:lnTo>
                    <a:pt x="3876975" y="1606471"/>
                  </a:lnTo>
                  <a:lnTo>
                    <a:pt x="3926612" y="1578534"/>
                  </a:lnTo>
                  <a:lnTo>
                    <a:pt x="3979468" y="1553383"/>
                  </a:lnTo>
                  <a:lnTo>
                    <a:pt x="4036356" y="1530789"/>
                  </a:lnTo>
                  <a:lnTo>
                    <a:pt x="4098109" y="1510486"/>
                  </a:lnTo>
                  <a:lnTo>
                    <a:pt x="4165524" y="1492209"/>
                  </a:lnTo>
                  <a:lnTo>
                    <a:pt x="4239285" y="1475720"/>
                  </a:lnTo>
                  <a:lnTo>
                    <a:pt x="4319864" y="1460818"/>
                  </a:lnTo>
                  <a:lnTo>
                    <a:pt x="4407390" y="1447345"/>
                  </a:lnTo>
                  <a:lnTo>
                    <a:pt x="4501472" y="1435194"/>
                  </a:lnTo>
                  <a:lnTo>
                    <a:pt x="4601025" y="1424304"/>
                  </a:lnTo>
                  <a:lnTo>
                    <a:pt x="4704098" y="1414657"/>
                  </a:lnTo>
                  <a:lnTo>
                    <a:pt x="4807797" y="1406266"/>
                  </a:lnTo>
                  <a:lnTo>
                    <a:pt x="4908375" y="1399161"/>
                  </a:lnTo>
                  <a:lnTo>
                    <a:pt x="5001553" y="1393361"/>
                  </a:lnTo>
                  <a:lnTo>
                    <a:pt x="5083092" y="1388854"/>
                  </a:lnTo>
                  <a:lnTo>
                    <a:pt x="5149527" y="1385570"/>
                  </a:lnTo>
                  <a:lnTo>
                    <a:pt x="5198870" y="1383376"/>
                  </a:lnTo>
                  <a:lnTo>
                    <a:pt x="5231093" y="1382082"/>
                  </a:lnTo>
                  <a:lnTo>
                    <a:pt x="5248257" y="1381457"/>
                  </a:lnTo>
                  <a:lnTo>
                    <a:pt x="5254339" y="1381255"/>
                  </a:lnTo>
                  <a:lnTo>
                    <a:pt x="5254955" y="1381236"/>
                  </a:lnTo>
                  <a:lnTo>
                    <a:pt x="6726343" y="1381236"/>
                  </a:lnTo>
                  <a:lnTo>
                    <a:pt x="6727557" y="1381202"/>
                  </a:lnTo>
                  <a:lnTo>
                    <a:pt x="6735532" y="1380961"/>
                  </a:lnTo>
                  <a:lnTo>
                    <a:pt x="6755595" y="1380295"/>
                  </a:lnTo>
                  <a:lnTo>
                    <a:pt x="6791363" y="1378984"/>
                  </a:lnTo>
                  <a:lnTo>
                    <a:pt x="6844475" y="1376828"/>
                  </a:lnTo>
                  <a:lnTo>
                    <a:pt x="6914463" y="1373663"/>
                  </a:lnTo>
                  <a:lnTo>
                    <a:pt x="6998962" y="1369384"/>
                  </a:lnTo>
                  <a:lnTo>
                    <a:pt x="7094259" y="1363940"/>
                  </a:lnTo>
                  <a:lnTo>
                    <a:pt x="7196030" y="1357328"/>
                  </a:lnTo>
                  <a:lnTo>
                    <a:pt x="7300050" y="1349570"/>
                  </a:lnTo>
                  <a:lnTo>
                    <a:pt x="7402723" y="1340689"/>
                  </a:lnTo>
                  <a:lnTo>
                    <a:pt x="7501351" y="1330694"/>
                  </a:lnTo>
                  <a:lnTo>
                    <a:pt x="7594178" y="1319559"/>
                  </a:lnTo>
                  <a:lnTo>
                    <a:pt x="7680285" y="1307222"/>
                  </a:lnTo>
                  <a:lnTo>
                    <a:pt x="7759414" y="1293575"/>
                  </a:lnTo>
                  <a:lnTo>
                    <a:pt x="7831786" y="1278468"/>
                  </a:lnTo>
                  <a:lnTo>
                    <a:pt x="7897936" y="1261713"/>
                  </a:lnTo>
                  <a:lnTo>
                    <a:pt x="7958583" y="1243086"/>
                  </a:lnTo>
                  <a:lnTo>
                    <a:pt x="8014544" y="1222351"/>
                  </a:lnTo>
                  <a:lnTo>
                    <a:pt x="8066654" y="1199270"/>
                  </a:lnTo>
                  <a:lnTo>
                    <a:pt x="8115720" y="1173654"/>
                  </a:lnTo>
                  <a:lnTo>
                    <a:pt x="8151487" y="1152392"/>
                  </a:lnTo>
                  <a:lnTo>
                    <a:pt x="8199147" y="1120558"/>
                  </a:lnTo>
                  <a:lnTo>
                    <a:pt x="8245391" y="1085762"/>
                  </a:lnTo>
                  <a:lnTo>
                    <a:pt x="8290709" y="1047950"/>
                  </a:lnTo>
                  <a:lnTo>
                    <a:pt x="8335468" y="1007155"/>
                  </a:lnTo>
                  <a:lnTo>
                    <a:pt x="8379939" y="963501"/>
                  </a:lnTo>
                  <a:lnTo>
                    <a:pt x="8424309" y="917209"/>
                  </a:lnTo>
                  <a:lnTo>
                    <a:pt x="8468694" y="868603"/>
                  </a:lnTo>
                  <a:lnTo>
                    <a:pt x="8513151" y="818104"/>
                  </a:lnTo>
                  <a:lnTo>
                    <a:pt x="8557692" y="766212"/>
                  </a:lnTo>
                  <a:lnTo>
                    <a:pt x="8602294" y="713495"/>
                  </a:lnTo>
                  <a:lnTo>
                    <a:pt x="8646912" y="660559"/>
                  </a:lnTo>
                  <a:lnTo>
                    <a:pt x="8691500" y="608020"/>
                  </a:lnTo>
                  <a:lnTo>
                    <a:pt x="8736018" y="556477"/>
                  </a:lnTo>
                  <a:lnTo>
                    <a:pt x="8780452" y="506478"/>
                  </a:lnTo>
                  <a:lnTo>
                    <a:pt x="8824824" y="458506"/>
                  </a:lnTo>
                  <a:lnTo>
                    <a:pt x="8869208" y="412951"/>
                  </a:lnTo>
                  <a:lnTo>
                    <a:pt x="8913740" y="370108"/>
                  </a:lnTo>
                  <a:lnTo>
                    <a:pt x="8958629" y="330170"/>
                  </a:lnTo>
                  <a:lnTo>
                    <a:pt x="9004173" y="293235"/>
                  </a:lnTo>
                  <a:lnTo>
                    <a:pt x="9050772" y="259307"/>
                  </a:lnTo>
                  <a:lnTo>
                    <a:pt x="9084767" y="237016"/>
                  </a:lnTo>
                  <a:lnTo>
                    <a:pt x="9132007" y="209404"/>
                  </a:lnTo>
                  <a:lnTo>
                    <a:pt x="9181730" y="184406"/>
                  </a:lnTo>
                  <a:lnTo>
                    <a:pt x="9234683" y="161905"/>
                  </a:lnTo>
                  <a:lnTo>
                    <a:pt x="9291686" y="141695"/>
                  </a:lnTo>
                  <a:lnTo>
                    <a:pt x="9353575" y="123536"/>
                  </a:lnTo>
                  <a:lnTo>
                    <a:pt x="9421149" y="107193"/>
                  </a:lnTo>
                  <a:lnTo>
                    <a:pt x="9495095" y="92450"/>
                  </a:lnTo>
                  <a:lnTo>
                    <a:pt x="9575884" y="79128"/>
                  </a:lnTo>
                  <a:lnTo>
                    <a:pt x="9663640" y="67086"/>
                  </a:lnTo>
                  <a:lnTo>
                    <a:pt x="9757964" y="56228"/>
                  </a:lnTo>
                  <a:lnTo>
                    <a:pt x="9857751" y="46499"/>
                  </a:lnTo>
                  <a:lnTo>
                    <a:pt x="9961026" y="37885"/>
                  </a:lnTo>
                  <a:lnTo>
                    <a:pt x="10064866" y="30397"/>
                  </a:lnTo>
                  <a:lnTo>
                    <a:pt x="10165490" y="24063"/>
                  </a:lnTo>
                  <a:lnTo>
                    <a:pt x="10258593" y="18899"/>
                  </a:lnTo>
                  <a:lnTo>
                    <a:pt x="10339927" y="14892"/>
                  </a:lnTo>
                  <a:lnTo>
                    <a:pt x="10406037" y="11980"/>
                  </a:lnTo>
                  <a:lnTo>
                    <a:pt x="10454975" y="10042"/>
                  </a:lnTo>
                  <a:lnTo>
                    <a:pt x="10486768" y="8904"/>
                  </a:lnTo>
                  <a:lnTo>
                    <a:pt x="10503549" y="8359"/>
                  </a:lnTo>
                  <a:lnTo>
                    <a:pt x="10509367" y="8187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8696" y="33"/>
                  </a:lnTo>
                  <a:lnTo>
                    <a:pt x="10500721" y="274"/>
                  </a:lnTo>
                  <a:lnTo>
                    <a:pt x="10480659" y="940"/>
                  </a:lnTo>
                  <a:lnTo>
                    <a:pt x="10444890" y="2251"/>
                  </a:lnTo>
                  <a:lnTo>
                    <a:pt x="10391778" y="4408"/>
                  </a:lnTo>
                  <a:lnTo>
                    <a:pt x="10321791" y="7573"/>
                  </a:lnTo>
                  <a:lnTo>
                    <a:pt x="10237292" y="11852"/>
                  </a:lnTo>
                  <a:lnTo>
                    <a:pt x="10141994" y="17296"/>
                  </a:lnTo>
                  <a:lnTo>
                    <a:pt x="10040223" y="23908"/>
                  </a:lnTo>
                  <a:lnTo>
                    <a:pt x="9936204" y="31666"/>
                  </a:lnTo>
                  <a:lnTo>
                    <a:pt x="9833531" y="40547"/>
                  </a:lnTo>
                  <a:lnTo>
                    <a:pt x="9734903" y="50542"/>
                  </a:lnTo>
                  <a:lnTo>
                    <a:pt x="9642076" y="61676"/>
                  </a:lnTo>
                  <a:lnTo>
                    <a:pt x="9555969" y="74013"/>
                  </a:lnTo>
                  <a:lnTo>
                    <a:pt x="9476839" y="87660"/>
                  </a:lnTo>
                  <a:lnTo>
                    <a:pt x="9404467" y="102767"/>
                  </a:lnTo>
                  <a:lnTo>
                    <a:pt x="9338318" y="119523"/>
                  </a:lnTo>
                  <a:lnTo>
                    <a:pt x="9277670" y="138149"/>
                  </a:lnTo>
                  <a:lnTo>
                    <a:pt x="9221710" y="158885"/>
                  </a:lnTo>
                  <a:lnTo>
                    <a:pt x="9169600" y="181965"/>
                  </a:lnTo>
                  <a:lnTo>
                    <a:pt x="9120534" y="207582"/>
                  </a:lnTo>
                  <a:lnTo>
                    <a:pt x="9084767" y="228843"/>
                  </a:lnTo>
                  <a:lnTo>
                    <a:pt x="9037106" y="260677"/>
                  </a:lnTo>
                  <a:lnTo>
                    <a:pt x="8990862" y="295474"/>
                  </a:lnTo>
                  <a:lnTo>
                    <a:pt x="8945544" y="333286"/>
                  </a:lnTo>
                  <a:lnTo>
                    <a:pt x="8900785" y="374080"/>
                  </a:lnTo>
                  <a:lnTo>
                    <a:pt x="8856314" y="417735"/>
                  </a:lnTo>
                  <a:lnTo>
                    <a:pt x="8811944" y="464027"/>
                  </a:lnTo>
                  <a:lnTo>
                    <a:pt x="8767560" y="512632"/>
                  </a:lnTo>
                  <a:lnTo>
                    <a:pt x="8723102" y="563132"/>
                  </a:lnTo>
                  <a:lnTo>
                    <a:pt x="8678561" y="615024"/>
                  </a:lnTo>
                  <a:lnTo>
                    <a:pt x="8633960" y="667741"/>
                  </a:lnTo>
                  <a:lnTo>
                    <a:pt x="8589341" y="720677"/>
                  </a:lnTo>
                  <a:lnTo>
                    <a:pt x="8544753" y="773215"/>
                  </a:lnTo>
                  <a:lnTo>
                    <a:pt x="8500235" y="824759"/>
                  </a:lnTo>
                  <a:lnTo>
                    <a:pt x="8455802" y="874757"/>
                  </a:lnTo>
                  <a:lnTo>
                    <a:pt x="8411430" y="922730"/>
                  </a:lnTo>
                  <a:lnTo>
                    <a:pt x="8367046" y="968285"/>
                  </a:lnTo>
                  <a:lnTo>
                    <a:pt x="8322514" y="1011128"/>
                  </a:lnTo>
                  <a:lnTo>
                    <a:pt x="8277624" y="1051065"/>
                  </a:lnTo>
                  <a:lnTo>
                    <a:pt x="8232080" y="1088001"/>
                  </a:lnTo>
                  <a:lnTo>
                    <a:pt x="8185481" y="1121929"/>
                  </a:lnTo>
                  <a:lnTo>
                    <a:pt x="8151487" y="1144219"/>
                  </a:lnTo>
                  <a:lnTo>
                    <a:pt x="8104246" y="1171831"/>
                  </a:lnTo>
                  <a:lnTo>
                    <a:pt x="8054524" y="1196830"/>
                  </a:lnTo>
                  <a:lnTo>
                    <a:pt x="8001570" y="1219331"/>
                  </a:lnTo>
                  <a:lnTo>
                    <a:pt x="7944567" y="1239541"/>
                  </a:lnTo>
                  <a:lnTo>
                    <a:pt x="7882678" y="1257699"/>
                  </a:lnTo>
                  <a:lnTo>
                    <a:pt x="7815104" y="1274043"/>
                  </a:lnTo>
                  <a:lnTo>
                    <a:pt x="7741159" y="1288786"/>
                  </a:lnTo>
                  <a:lnTo>
                    <a:pt x="7660369" y="1302108"/>
                  </a:lnTo>
                  <a:lnTo>
                    <a:pt x="7572613" y="1314150"/>
                  </a:lnTo>
                  <a:lnTo>
                    <a:pt x="7478290" y="1325008"/>
                  </a:lnTo>
                  <a:lnTo>
                    <a:pt x="7378502" y="1334736"/>
                  </a:lnTo>
                  <a:lnTo>
                    <a:pt x="7275227" y="1343351"/>
                  </a:lnTo>
                  <a:lnTo>
                    <a:pt x="7171387" y="1350838"/>
                  </a:lnTo>
                  <a:lnTo>
                    <a:pt x="7070763" y="1357173"/>
                  </a:lnTo>
                  <a:lnTo>
                    <a:pt x="6977660" y="1362337"/>
                  </a:lnTo>
                  <a:lnTo>
                    <a:pt x="6896326" y="1366343"/>
                  </a:lnTo>
                  <a:lnTo>
                    <a:pt x="6830216" y="1369256"/>
                  </a:lnTo>
                  <a:lnTo>
                    <a:pt x="6781278" y="1371194"/>
                  </a:lnTo>
                  <a:lnTo>
                    <a:pt x="6749485" y="1372332"/>
                  </a:lnTo>
                  <a:lnTo>
                    <a:pt x="6732704" y="1372876"/>
                  </a:lnTo>
                  <a:lnTo>
                    <a:pt x="6726886" y="1373048"/>
                  </a:lnTo>
                  <a:lnTo>
                    <a:pt x="6726343" y="1373063"/>
                  </a:lnTo>
                  <a:lnTo>
                    <a:pt x="5254955" y="1373063"/>
                  </a:lnTo>
                  <a:lnTo>
                    <a:pt x="5253746" y="1373101"/>
                  </a:lnTo>
                  <a:lnTo>
                    <a:pt x="5245807" y="1373369"/>
                  </a:lnTo>
                  <a:lnTo>
                    <a:pt x="5225833" y="1374111"/>
                  </a:lnTo>
                  <a:lnTo>
                    <a:pt x="5190214" y="1375571"/>
                  </a:lnTo>
                  <a:lnTo>
                    <a:pt x="5137310" y="1377973"/>
                  </a:lnTo>
                  <a:lnTo>
                    <a:pt x="5067571" y="1381499"/>
                  </a:lnTo>
                  <a:lnTo>
                    <a:pt x="4983337" y="1386267"/>
                  </a:lnTo>
                  <a:lnTo>
                    <a:pt x="4888292" y="1392333"/>
                  </a:lnTo>
                  <a:lnTo>
                    <a:pt x="4786739" y="1399703"/>
                  </a:lnTo>
                  <a:lnTo>
                    <a:pt x="4682888" y="1408353"/>
                  </a:lnTo>
                  <a:lnTo>
                    <a:pt x="4580330" y="1418254"/>
                  </a:lnTo>
                  <a:lnTo>
                    <a:pt x="4481766" y="1429399"/>
                  </a:lnTo>
                  <a:lnTo>
                    <a:pt x="4388960" y="1441814"/>
                  </a:lnTo>
                  <a:lnTo>
                    <a:pt x="4302841" y="1455568"/>
                  </a:lnTo>
                  <a:lnTo>
                    <a:pt x="4223678" y="1470780"/>
                  </a:lnTo>
                  <a:lnTo>
                    <a:pt x="4151260" y="1487616"/>
                  </a:lnTo>
                  <a:lnTo>
                    <a:pt x="4085062" y="1506286"/>
                  </a:lnTo>
                  <a:lnTo>
                    <a:pt x="4024369" y="1527036"/>
                  </a:lnTo>
                  <a:lnTo>
                    <a:pt x="3968373" y="1550131"/>
                  </a:lnTo>
                  <a:lnTo>
                    <a:pt x="3916239" y="1575834"/>
                  </a:lnTo>
                  <a:lnTo>
                    <a:pt x="3867164" y="1604360"/>
                  </a:lnTo>
                  <a:lnTo>
                    <a:pt x="3829811" y="1629150"/>
                  </a:lnTo>
                  <a:lnTo>
                    <a:pt x="3783498" y="1663705"/>
                  </a:lnTo>
                  <a:lnTo>
                    <a:pt x="3738535" y="1701384"/>
                  </a:lnTo>
                  <a:lnTo>
                    <a:pt x="3694469" y="1742246"/>
                  </a:lnTo>
                  <a:lnTo>
                    <a:pt x="3650955" y="1786264"/>
                  </a:lnTo>
                  <a:lnTo>
                    <a:pt x="3607738" y="1833322"/>
                  </a:lnTo>
                  <a:lnTo>
                    <a:pt x="3564637" y="1883205"/>
                  </a:lnTo>
                  <a:lnTo>
                    <a:pt x="3521536" y="1935597"/>
                  </a:lnTo>
                  <a:lnTo>
                    <a:pt x="3478374" y="1990086"/>
                  </a:lnTo>
                  <a:lnTo>
                    <a:pt x="3435131" y="2046173"/>
                  </a:lnTo>
                  <a:lnTo>
                    <a:pt x="3391824" y="2103291"/>
                  </a:lnTo>
                  <a:lnTo>
                    <a:pt x="3348487" y="2160828"/>
                  </a:lnTo>
                  <a:lnTo>
                    <a:pt x="3305165" y="2218149"/>
                  </a:lnTo>
                  <a:lnTo>
                    <a:pt x="3261899" y="2274634"/>
                  </a:lnTo>
                  <a:lnTo>
                    <a:pt x="3218711" y="2329696"/>
                  </a:lnTo>
                  <a:lnTo>
                    <a:pt x="3175595" y="2382813"/>
                  </a:lnTo>
                  <a:lnTo>
                    <a:pt x="3132504" y="2433544"/>
                  </a:lnTo>
                  <a:lnTo>
                    <a:pt x="3089340" y="2481541"/>
                  </a:lnTo>
                  <a:lnTo>
                    <a:pt x="3045946" y="2526556"/>
                  </a:lnTo>
                  <a:lnTo>
                    <a:pt x="3002091" y="2568442"/>
                  </a:lnTo>
                  <a:lnTo>
                    <a:pt x="2957461" y="2607145"/>
                  </a:lnTo>
                  <a:lnTo>
                    <a:pt x="2911640" y="2642696"/>
                  </a:lnTo>
                  <a:lnTo>
                    <a:pt x="2896531" y="2653500"/>
                  </a:lnTo>
                  <a:lnTo>
                    <a:pt x="2849367" y="2684353"/>
                  </a:lnTo>
                  <a:lnTo>
                    <a:pt x="2799730" y="2712289"/>
                  </a:lnTo>
                  <a:lnTo>
                    <a:pt x="2746874" y="2737440"/>
                  </a:lnTo>
                  <a:lnTo>
                    <a:pt x="2689986" y="2760034"/>
                  </a:lnTo>
                  <a:lnTo>
                    <a:pt x="2628233" y="2780337"/>
                  </a:lnTo>
                  <a:lnTo>
                    <a:pt x="2560818" y="2798614"/>
                  </a:lnTo>
                  <a:lnTo>
                    <a:pt x="2487057" y="2815103"/>
                  </a:lnTo>
                  <a:lnTo>
                    <a:pt x="2406478" y="2830005"/>
                  </a:lnTo>
                  <a:lnTo>
                    <a:pt x="2318953" y="2843478"/>
                  </a:lnTo>
                  <a:lnTo>
                    <a:pt x="2224870" y="2855629"/>
                  </a:lnTo>
                  <a:lnTo>
                    <a:pt x="2125317" y="2866519"/>
                  </a:lnTo>
                  <a:lnTo>
                    <a:pt x="2022244" y="2876166"/>
                  </a:lnTo>
                  <a:lnTo>
                    <a:pt x="1918545" y="2884557"/>
                  </a:lnTo>
                  <a:lnTo>
                    <a:pt x="1817967" y="2891662"/>
                  </a:lnTo>
                  <a:lnTo>
                    <a:pt x="1724790" y="2897462"/>
                  </a:lnTo>
                  <a:lnTo>
                    <a:pt x="1643250" y="2901969"/>
                  </a:lnTo>
                  <a:lnTo>
                    <a:pt x="1576815" y="2905253"/>
                  </a:lnTo>
                  <a:lnTo>
                    <a:pt x="1527472" y="2907447"/>
                  </a:lnTo>
                  <a:lnTo>
                    <a:pt x="1495249" y="2908741"/>
                  </a:lnTo>
                  <a:lnTo>
                    <a:pt x="1478085" y="2909366"/>
                  </a:lnTo>
                  <a:lnTo>
                    <a:pt x="1472003" y="2909568"/>
                  </a:lnTo>
                  <a:lnTo>
                    <a:pt x="1471387" y="2909587"/>
                  </a:lnTo>
                  <a:lnTo>
                    <a:pt x="0" y="2909587"/>
                  </a:lnTo>
                  <a:close/>
                </a:path>
              </a:pathLst>
            </a:custGeom>
            <a:solidFill>
              <a:srgbClr val="67C1B3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209" name="pl1209"/>
            <p:cNvSpPr/>
            <p:nvPr/>
          </p:nvSpPr>
          <p:spPr>
            <a:xfrm>
              <a:off x="4799595" y="5470150"/>
              <a:ext cx="11981298" cy="2909587"/>
            </a:xfrm>
            <a:custGeom>
              <a:avLst/>
              <a:pathLst>
                <a:path w="11981298" h="2909587">
                  <a:moveTo>
                    <a:pt x="0" y="2909587"/>
                  </a:moveTo>
                  <a:lnTo>
                    <a:pt x="1471387" y="2909587"/>
                  </a:lnTo>
                  <a:lnTo>
                    <a:pt x="1472596" y="2909549"/>
                  </a:lnTo>
                  <a:lnTo>
                    <a:pt x="1480535" y="2909281"/>
                  </a:lnTo>
                  <a:lnTo>
                    <a:pt x="1500509" y="2908539"/>
                  </a:lnTo>
                  <a:lnTo>
                    <a:pt x="1536128" y="2907079"/>
                  </a:lnTo>
                  <a:lnTo>
                    <a:pt x="1589033" y="2904677"/>
                  </a:lnTo>
                  <a:lnTo>
                    <a:pt x="1658771" y="2901151"/>
                  </a:lnTo>
                  <a:lnTo>
                    <a:pt x="1743005" y="2896383"/>
                  </a:lnTo>
                  <a:lnTo>
                    <a:pt x="1838050" y="2890317"/>
                  </a:lnTo>
                  <a:lnTo>
                    <a:pt x="1939603" y="2882947"/>
                  </a:lnTo>
                  <a:lnTo>
                    <a:pt x="2043454" y="2874297"/>
                  </a:lnTo>
                  <a:lnTo>
                    <a:pt x="2146012" y="2864396"/>
                  </a:lnTo>
                  <a:lnTo>
                    <a:pt x="2244576" y="2853251"/>
                  </a:lnTo>
                  <a:lnTo>
                    <a:pt x="2337382" y="2840837"/>
                  </a:lnTo>
                  <a:lnTo>
                    <a:pt x="2423501" y="2827082"/>
                  </a:lnTo>
                  <a:lnTo>
                    <a:pt x="2502664" y="2811870"/>
                  </a:lnTo>
                  <a:lnTo>
                    <a:pt x="2575082" y="2795034"/>
                  </a:lnTo>
                  <a:lnTo>
                    <a:pt x="2641280" y="2776364"/>
                  </a:lnTo>
                  <a:lnTo>
                    <a:pt x="2701973" y="2755615"/>
                  </a:lnTo>
                  <a:lnTo>
                    <a:pt x="2757969" y="2732520"/>
                  </a:lnTo>
                  <a:lnTo>
                    <a:pt x="2810103" y="2706817"/>
                  </a:lnTo>
                  <a:lnTo>
                    <a:pt x="2859178" y="2678290"/>
                  </a:lnTo>
                  <a:lnTo>
                    <a:pt x="2896531" y="2653500"/>
                  </a:lnTo>
                  <a:lnTo>
                    <a:pt x="2942844" y="2618945"/>
                  </a:lnTo>
                  <a:lnTo>
                    <a:pt x="2987808" y="2581266"/>
                  </a:lnTo>
                  <a:lnTo>
                    <a:pt x="3031874" y="2540404"/>
                  </a:lnTo>
                  <a:lnTo>
                    <a:pt x="3075387" y="2496386"/>
                  </a:lnTo>
                  <a:lnTo>
                    <a:pt x="3118604" y="2449328"/>
                  </a:lnTo>
                  <a:lnTo>
                    <a:pt x="3161705" y="2399445"/>
                  </a:lnTo>
                  <a:lnTo>
                    <a:pt x="3204806" y="2347053"/>
                  </a:lnTo>
                  <a:lnTo>
                    <a:pt x="3247969" y="2292565"/>
                  </a:lnTo>
                  <a:lnTo>
                    <a:pt x="3291211" y="2236477"/>
                  </a:lnTo>
                  <a:lnTo>
                    <a:pt x="3334519" y="2179359"/>
                  </a:lnTo>
                  <a:lnTo>
                    <a:pt x="3377855" y="2121823"/>
                  </a:lnTo>
                  <a:lnTo>
                    <a:pt x="3421177" y="2064501"/>
                  </a:lnTo>
                  <a:lnTo>
                    <a:pt x="3464443" y="2008016"/>
                  </a:lnTo>
                  <a:lnTo>
                    <a:pt x="3507631" y="1952954"/>
                  </a:lnTo>
                  <a:lnTo>
                    <a:pt x="3550747" y="1899837"/>
                  </a:lnTo>
                  <a:lnTo>
                    <a:pt x="3593838" y="1849106"/>
                  </a:lnTo>
                  <a:lnTo>
                    <a:pt x="3637002" y="1801109"/>
                  </a:lnTo>
                  <a:lnTo>
                    <a:pt x="3680396" y="1756094"/>
                  </a:lnTo>
                  <a:lnTo>
                    <a:pt x="3724251" y="1714208"/>
                  </a:lnTo>
                  <a:lnTo>
                    <a:pt x="3768881" y="1675505"/>
                  </a:lnTo>
                  <a:lnTo>
                    <a:pt x="3814702" y="1639954"/>
                  </a:lnTo>
                  <a:lnTo>
                    <a:pt x="3829811" y="1629150"/>
                  </a:lnTo>
                  <a:lnTo>
                    <a:pt x="3876975" y="1598298"/>
                  </a:lnTo>
                  <a:lnTo>
                    <a:pt x="3926612" y="1570361"/>
                  </a:lnTo>
                  <a:lnTo>
                    <a:pt x="3979468" y="1545210"/>
                  </a:lnTo>
                  <a:lnTo>
                    <a:pt x="4036356" y="1522616"/>
                  </a:lnTo>
                  <a:lnTo>
                    <a:pt x="4098109" y="1502313"/>
                  </a:lnTo>
                  <a:lnTo>
                    <a:pt x="4165524" y="1484036"/>
                  </a:lnTo>
                  <a:lnTo>
                    <a:pt x="4239285" y="1467547"/>
                  </a:lnTo>
                  <a:lnTo>
                    <a:pt x="4319864" y="1452645"/>
                  </a:lnTo>
                  <a:lnTo>
                    <a:pt x="4407390" y="1439172"/>
                  </a:lnTo>
                  <a:lnTo>
                    <a:pt x="4501472" y="1427021"/>
                  </a:lnTo>
                  <a:lnTo>
                    <a:pt x="4601025" y="1416131"/>
                  </a:lnTo>
                  <a:lnTo>
                    <a:pt x="4704098" y="1406484"/>
                  </a:lnTo>
                  <a:lnTo>
                    <a:pt x="4807797" y="1398093"/>
                  </a:lnTo>
                  <a:lnTo>
                    <a:pt x="4908375" y="1390988"/>
                  </a:lnTo>
                  <a:lnTo>
                    <a:pt x="5001553" y="1385188"/>
                  </a:lnTo>
                  <a:lnTo>
                    <a:pt x="5083092" y="1380681"/>
                  </a:lnTo>
                  <a:lnTo>
                    <a:pt x="5149527" y="1377397"/>
                  </a:lnTo>
                  <a:lnTo>
                    <a:pt x="5198870" y="1375203"/>
                  </a:lnTo>
                  <a:lnTo>
                    <a:pt x="5231093" y="1373909"/>
                  </a:lnTo>
                  <a:lnTo>
                    <a:pt x="5248257" y="1373284"/>
                  </a:lnTo>
                  <a:lnTo>
                    <a:pt x="5254339" y="1373082"/>
                  </a:lnTo>
                  <a:lnTo>
                    <a:pt x="5254955" y="1373063"/>
                  </a:lnTo>
                  <a:lnTo>
                    <a:pt x="6726343" y="1373063"/>
                  </a:lnTo>
                  <a:lnTo>
                    <a:pt x="6727557" y="1373029"/>
                  </a:lnTo>
                  <a:lnTo>
                    <a:pt x="6735532" y="1372788"/>
                  </a:lnTo>
                  <a:lnTo>
                    <a:pt x="6755595" y="1372122"/>
                  </a:lnTo>
                  <a:lnTo>
                    <a:pt x="6791363" y="1370811"/>
                  </a:lnTo>
                  <a:lnTo>
                    <a:pt x="6844475" y="1368655"/>
                  </a:lnTo>
                  <a:lnTo>
                    <a:pt x="6914463" y="1365490"/>
                  </a:lnTo>
                  <a:lnTo>
                    <a:pt x="6998962" y="1361211"/>
                  </a:lnTo>
                  <a:lnTo>
                    <a:pt x="7094259" y="1355767"/>
                  </a:lnTo>
                  <a:lnTo>
                    <a:pt x="7196030" y="1349155"/>
                  </a:lnTo>
                  <a:lnTo>
                    <a:pt x="7300050" y="1341397"/>
                  </a:lnTo>
                  <a:lnTo>
                    <a:pt x="7402723" y="1332516"/>
                  </a:lnTo>
                  <a:lnTo>
                    <a:pt x="7501351" y="1322521"/>
                  </a:lnTo>
                  <a:lnTo>
                    <a:pt x="7594178" y="1311386"/>
                  </a:lnTo>
                  <a:lnTo>
                    <a:pt x="7680285" y="1299049"/>
                  </a:lnTo>
                  <a:lnTo>
                    <a:pt x="7759414" y="1285402"/>
                  </a:lnTo>
                  <a:lnTo>
                    <a:pt x="7831786" y="1270295"/>
                  </a:lnTo>
                  <a:lnTo>
                    <a:pt x="7897936" y="1253540"/>
                  </a:lnTo>
                  <a:lnTo>
                    <a:pt x="7958583" y="1234913"/>
                  </a:lnTo>
                  <a:lnTo>
                    <a:pt x="8014544" y="1214178"/>
                  </a:lnTo>
                  <a:lnTo>
                    <a:pt x="8066654" y="1191097"/>
                  </a:lnTo>
                  <a:lnTo>
                    <a:pt x="8115720" y="1165481"/>
                  </a:lnTo>
                  <a:lnTo>
                    <a:pt x="8151487" y="1144219"/>
                  </a:lnTo>
                  <a:lnTo>
                    <a:pt x="8199147" y="1112385"/>
                  </a:lnTo>
                  <a:lnTo>
                    <a:pt x="8245391" y="1077589"/>
                  </a:lnTo>
                  <a:lnTo>
                    <a:pt x="8290709" y="1039777"/>
                  </a:lnTo>
                  <a:lnTo>
                    <a:pt x="8335468" y="998982"/>
                  </a:lnTo>
                  <a:lnTo>
                    <a:pt x="8379939" y="955328"/>
                  </a:lnTo>
                  <a:lnTo>
                    <a:pt x="8424309" y="909036"/>
                  </a:lnTo>
                  <a:lnTo>
                    <a:pt x="8468694" y="860430"/>
                  </a:lnTo>
                  <a:lnTo>
                    <a:pt x="8513151" y="809931"/>
                  </a:lnTo>
                  <a:lnTo>
                    <a:pt x="8557692" y="758039"/>
                  </a:lnTo>
                  <a:lnTo>
                    <a:pt x="8602294" y="705322"/>
                  </a:lnTo>
                  <a:lnTo>
                    <a:pt x="8646912" y="652386"/>
                  </a:lnTo>
                  <a:lnTo>
                    <a:pt x="8691500" y="599847"/>
                  </a:lnTo>
                  <a:lnTo>
                    <a:pt x="8736018" y="548304"/>
                  </a:lnTo>
                  <a:lnTo>
                    <a:pt x="8780452" y="498305"/>
                  </a:lnTo>
                  <a:lnTo>
                    <a:pt x="8824824" y="450333"/>
                  </a:lnTo>
                  <a:lnTo>
                    <a:pt x="8869208" y="404778"/>
                  </a:lnTo>
                  <a:lnTo>
                    <a:pt x="8913740" y="361935"/>
                  </a:lnTo>
                  <a:lnTo>
                    <a:pt x="8958629" y="321997"/>
                  </a:lnTo>
                  <a:lnTo>
                    <a:pt x="9004173" y="285062"/>
                  </a:lnTo>
                  <a:lnTo>
                    <a:pt x="9050772" y="251134"/>
                  </a:lnTo>
                  <a:lnTo>
                    <a:pt x="9084767" y="228843"/>
                  </a:lnTo>
                  <a:lnTo>
                    <a:pt x="9132007" y="201231"/>
                  </a:lnTo>
                  <a:lnTo>
                    <a:pt x="9181730" y="176233"/>
                  </a:lnTo>
                  <a:lnTo>
                    <a:pt x="9234683" y="153732"/>
                  </a:lnTo>
                  <a:lnTo>
                    <a:pt x="9291686" y="133522"/>
                  </a:lnTo>
                  <a:lnTo>
                    <a:pt x="9353575" y="115363"/>
                  </a:lnTo>
                  <a:lnTo>
                    <a:pt x="9421149" y="99020"/>
                  </a:lnTo>
                  <a:lnTo>
                    <a:pt x="9495095" y="84277"/>
                  </a:lnTo>
                  <a:lnTo>
                    <a:pt x="9575884" y="70955"/>
                  </a:lnTo>
                  <a:lnTo>
                    <a:pt x="9663640" y="58913"/>
                  </a:lnTo>
                  <a:lnTo>
                    <a:pt x="9757964" y="48055"/>
                  </a:lnTo>
                  <a:lnTo>
                    <a:pt x="9857751" y="38326"/>
                  </a:lnTo>
                  <a:lnTo>
                    <a:pt x="9961026" y="29712"/>
                  </a:lnTo>
                  <a:lnTo>
                    <a:pt x="10064866" y="22224"/>
                  </a:lnTo>
                  <a:lnTo>
                    <a:pt x="10165490" y="15890"/>
                  </a:lnTo>
                  <a:lnTo>
                    <a:pt x="10258593" y="10726"/>
                  </a:lnTo>
                  <a:lnTo>
                    <a:pt x="10339927" y="6719"/>
                  </a:lnTo>
                  <a:lnTo>
                    <a:pt x="10406037" y="3807"/>
                  </a:lnTo>
                  <a:lnTo>
                    <a:pt x="10454975" y="1869"/>
                  </a:lnTo>
                  <a:lnTo>
                    <a:pt x="10486768" y="731"/>
                  </a:lnTo>
                  <a:lnTo>
                    <a:pt x="10503549" y="186"/>
                  </a:lnTo>
                  <a:lnTo>
                    <a:pt x="10509367" y="14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10" name="pl1210"/>
            <p:cNvSpPr/>
            <p:nvPr/>
          </p:nvSpPr>
          <p:spPr>
            <a:xfrm>
              <a:off x="4799595" y="5461977"/>
              <a:ext cx="11981298" cy="2909587"/>
            </a:xfrm>
            <a:custGeom>
              <a:avLst/>
              <a:pathLst>
                <a:path w="11981298" h="2909587">
                  <a:moveTo>
                    <a:pt x="11981298" y="0"/>
                  </a:moveTo>
                  <a:lnTo>
                    <a:pt x="10509911" y="0"/>
                  </a:lnTo>
                  <a:lnTo>
                    <a:pt x="10508696" y="33"/>
                  </a:lnTo>
                  <a:lnTo>
                    <a:pt x="10500721" y="274"/>
                  </a:lnTo>
                  <a:lnTo>
                    <a:pt x="10480659" y="940"/>
                  </a:lnTo>
                  <a:lnTo>
                    <a:pt x="10444890" y="2251"/>
                  </a:lnTo>
                  <a:lnTo>
                    <a:pt x="10391778" y="4408"/>
                  </a:lnTo>
                  <a:lnTo>
                    <a:pt x="10321791" y="7573"/>
                  </a:lnTo>
                  <a:lnTo>
                    <a:pt x="10237292" y="11852"/>
                  </a:lnTo>
                  <a:lnTo>
                    <a:pt x="10141994" y="17296"/>
                  </a:lnTo>
                  <a:lnTo>
                    <a:pt x="10040223" y="23908"/>
                  </a:lnTo>
                  <a:lnTo>
                    <a:pt x="9936204" y="31666"/>
                  </a:lnTo>
                  <a:lnTo>
                    <a:pt x="9833531" y="40547"/>
                  </a:lnTo>
                  <a:lnTo>
                    <a:pt x="9734903" y="50542"/>
                  </a:lnTo>
                  <a:lnTo>
                    <a:pt x="9642076" y="61676"/>
                  </a:lnTo>
                  <a:lnTo>
                    <a:pt x="9555969" y="74013"/>
                  </a:lnTo>
                  <a:lnTo>
                    <a:pt x="9476839" y="87660"/>
                  </a:lnTo>
                  <a:lnTo>
                    <a:pt x="9404467" y="102767"/>
                  </a:lnTo>
                  <a:lnTo>
                    <a:pt x="9338318" y="119523"/>
                  </a:lnTo>
                  <a:lnTo>
                    <a:pt x="9277670" y="138149"/>
                  </a:lnTo>
                  <a:lnTo>
                    <a:pt x="9221710" y="158885"/>
                  </a:lnTo>
                  <a:lnTo>
                    <a:pt x="9169600" y="181965"/>
                  </a:lnTo>
                  <a:lnTo>
                    <a:pt x="9120534" y="207582"/>
                  </a:lnTo>
                  <a:lnTo>
                    <a:pt x="9084767" y="228843"/>
                  </a:lnTo>
                  <a:lnTo>
                    <a:pt x="9037106" y="260677"/>
                  </a:lnTo>
                  <a:lnTo>
                    <a:pt x="8990862" y="295474"/>
                  </a:lnTo>
                  <a:lnTo>
                    <a:pt x="8945544" y="333286"/>
                  </a:lnTo>
                  <a:lnTo>
                    <a:pt x="8900785" y="374080"/>
                  </a:lnTo>
                  <a:lnTo>
                    <a:pt x="8856314" y="417735"/>
                  </a:lnTo>
                  <a:lnTo>
                    <a:pt x="8811944" y="464027"/>
                  </a:lnTo>
                  <a:lnTo>
                    <a:pt x="8767560" y="512632"/>
                  </a:lnTo>
                  <a:lnTo>
                    <a:pt x="8723102" y="563132"/>
                  </a:lnTo>
                  <a:lnTo>
                    <a:pt x="8678561" y="615024"/>
                  </a:lnTo>
                  <a:lnTo>
                    <a:pt x="8633960" y="667741"/>
                  </a:lnTo>
                  <a:lnTo>
                    <a:pt x="8589341" y="720677"/>
                  </a:lnTo>
                  <a:lnTo>
                    <a:pt x="8544753" y="773215"/>
                  </a:lnTo>
                  <a:lnTo>
                    <a:pt x="8500235" y="824759"/>
                  </a:lnTo>
                  <a:lnTo>
                    <a:pt x="8455802" y="874757"/>
                  </a:lnTo>
                  <a:lnTo>
                    <a:pt x="8411430" y="922730"/>
                  </a:lnTo>
                  <a:lnTo>
                    <a:pt x="8367046" y="968285"/>
                  </a:lnTo>
                  <a:lnTo>
                    <a:pt x="8322514" y="1011128"/>
                  </a:lnTo>
                  <a:lnTo>
                    <a:pt x="8277624" y="1051065"/>
                  </a:lnTo>
                  <a:lnTo>
                    <a:pt x="8232080" y="1088001"/>
                  </a:lnTo>
                  <a:lnTo>
                    <a:pt x="8185481" y="1121929"/>
                  </a:lnTo>
                  <a:lnTo>
                    <a:pt x="8151487" y="1144219"/>
                  </a:lnTo>
                  <a:lnTo>
                    <a:pt x="8104246" y="1171831"/>
                  </a:lnTo>
                  <a:lnTo>
                    <a:pt x="8054524" y="1196830"/>
                  </a:lnTo>
                  <a:lnTo>
                    <a:pt x="8001570" y="1219331"/>
                  </a:lnTo>
                  <a:lnTo>
                    <a:pt x="7944567" y="1239541"/>
                  </a:lnTo>
                  <a:lnTo>
                    <a:pt x="7882678" y="1257699"/>
                  </a:lnTo>
                  <a:lnTo>
                    <a:pt x="7815104" y="1274043"/>
                  </a:lnTo>
                  <a:lnTo>
                    <a:pt x="7741159" y="1288786"/>
                  </a:lnTo>
                  <a:lnTo>
                    <a:pt x="7660369" y="1302108"/>
                  </a:lnTo>
                  <a:lnTo>
                    <a:pt x="7572613" y="1314150"/>
                  </a:lnTo>
                  <a:lnTo>
                    <a:pt x="7478290" y="1325008"/>
                  </a:lnTo>
                  <a:lnTo>
                    <a:pt x="7378502" y="1334736"/>
                  </a:lnTo>
                  <a:lnTo>
                    <a:pt x="7275227" y="1343351"/>
                  </a:lnTo>
                  <a:lnTo>
                    <a:pt x="7171387" y="1350838"/>
                  </a:lnTo>
                  <a:lnTo>
                    <a:pt x="7070763" y="1357173"/>
                  </a:lnTo>
                  <a:lnTo>
                    <a:pt x="6977660" y="1362337"/>
                  </a:lnTo>
                  <a:lnTo>
                    <a:pt x="6896326" y="1366343"/>
                  </a:lnTo>
                  <a:lnTo>
                    <a:pt x="6830216" y="1369256"/>
                  </a:lnTo>
                  <a:lnTo>
                    <a:pt x="6781278" y="1371194"/>
                  </a:lnTo>
                  <a:lnTo>
                    <a:pt x="6749485" y="1372332"/>
                  </a:lnTo>
                  <a:lnTo>
                    <a:pt x="6732704" y="1372876"/>
                  </a:lnTo>
                  <a:lnTo>
                    <a:pt x="6726886" y="1373048"/>
                  </a:lnTo>
                  <a:lnTo>
                    <a:pt x="6726343" y="1373063"/>
                  </a:lnTo>
                  <a:lnTo>
                    <a:pt x="5254955" y="1373063"/>
                  </a:lnTo>
                  <a:lnTo>
                    <a:pt x="5253746" y="1373101"/>
                  </a:lnTo>
                  <a:lnTo>
                    <a:pt x="5245807" y="1373369"/>
                  </a:lnTo>
                  <a:lnTo>
                    <a:pt x="5225833" y="1374111"/>
                  </a:lnTo>
                  <a:lnTo>
                    <a:pt x="5190214" y="1375571"/>
                  </a:lnTo>
                  <a:lnTo>
                    <a:pt x="5137310" y="1377973"/>
                  </a:lnTo>
                  <a:lnTo>
                    <a:pt x="5067571" y="1381499"/>
                  </a:lnTo>
                  <a:lnTo>
                    <a:pt x="4983337" y="1386267"/>
                  </a:lnTo>
                  <a:lnTo>
                    <a:pt x="4888292" y="1392333"/>
                  </a:lnTo>
                  <a:lnTo>
                    <a:pt x="4786739" y="1399703"/>
                  </a:lnTo>
                  <a:lnTo>
                    <a:pt x="4682888" y="1408353"/>
                  </a:lnTo>
                  <a:lnTo>
                    <a:pt x="4580330" y="1418254"/>
                  </a:lnTo>
                  <a:lnTo>
                    <a:pt x="4481766" y="1429399"/>
                  </a:lnTo>
                  <a:lnTo>
                    <a:pt x="4388960" y="1441814"/>
                  </a:lnTo>
                  <a:lnTo>
                    <a:pt x="4302841" y="1455568"/>
                  </a:lnTo>
                  <a:lnTo>
                    <a:pt x="4223678" y="1470780"/>
                  </a:lnTo>
                  <a:lnTo>
                    <a:pt x="4151260" y="1487616"/>
                  </a:lnTo>
                  <a:lnTo>
                    <a:pt x="4085062" y="1506286"/>
                  </a:lnTo>
                  <a:lnTo>
                    <a:pt x="4024369" y="1527036"/>
                  </a:lnTo>
                  <a:lnTo>
                    <a:pt x="3968373" y="1550131"/>
                  </a:lnTo>
                  <a:lnTo>
                    <a:pt x="3916239" y="1575834"/>
                  </a:lnTo>
                  <a:lnTo>
                    <a:pt x="3867164" y="1604360"/>
                  </a:lnTo>
                  <a:lnTo>
                    <a:pt x="3829811" y="1629150"/>
                  </a:lnTo>
                  <a:lnTo>
                    <a:pt x="3783498" y="1663705"/>
                  </a:lnTo>
                  <a:lnTo>
                    <a:pt x="3738535" y="1701384"/>
                  </a:lnTo>
                  <a:lnTo>
                    <a:pt x="3694469" y="1742246"/>
                  </a:lnTo>
                  <a:lnTo>
                    <a:pt x="3650955" y="1786264"/>
                  </a:lnTo>
                  <a:lnTo>
                    <a:pt x="3607738" y="1833322"/>
                  </a:lnTo>
                  <a:lnTo>
                    <a:pt x="3564637" y="1883205"/>
                  </a:lnTo>
                  <a:lnTo>
                    <a:pt x="3521536" y="1935597"/>
                  </a:lnTo>
                  <a:lnTo>
                    <a:pt x="3478374" y="1990086"/>
                  </a:lnTo>
                  <a:lnTo>
                    <a:pt x="3435131" y="2046173"/>
                  </a:lnTo>
                  <a:lnTo>
                    <a:pt x="3391824" y="2103291"/>
                  </a:lnTo>
                  <a:lnTo>
                    <a:pt x="3348487" y="2160828"/>
                  </a:lnTo>
                  <a:lnTo>
                    <a:pt x="3305165" y="2218149"/>
                  </a:lnTo>
                  <a:lnTo>
                    <a:pt x="3261899" y="2274634"/>
                  </a:lnTo>
                  <a:lnTo>
                    <a:pt x="3218711" y="2329696"/>
                  </a:lnTo>
                  <a:lnTo>
                    <a:pt x="3175595" y="2382813"/>
                  </a:lnTo>
                  <a:lnTo>
                    <a:pt x="3132504" y="2433544"/>
                  </a:lnTo>
                  <a:lnTo>
                    <a:pt x="3089340" y="2481541"/>
                  </a:lnTo>
                  <a:lnTo>
                    <a:pt x="3045946" y="2526556"/>
                  </a:lnTo>
                  <a:lnTo>
                    <a:pt x="3002091" y="2568442"/>
                  </a:lnTo>
                  <a:lnTo>
                    <a:pt x="2957461" y="2607145"/>
                  </a:lnTo>
                  <a:lnTo>
                    <a:pt x="2911640" y="2642696"/>
                  </a:lnTo>
                  <a:lnTo>
                    <a:pt x="2896531" y="2653500"/>
                  </a:lnTo>
                  <a:lnTo>
                    <a:pt x="2849367" y="2684353"/>
                  </a:lnTo>
                  <a:lnTo>
                    <a:pt x="2799730" y="2712289"/>
                  </a:lnTo>
                  <a:lnTo>
                    <a:pt x="2746874" y="2737440"/>
                  </a:lnTo>
                  <a:lnTo>
                    <a:pt x="2689986" y="2760034"/>
                  </a:lnTo>
                  <a:lnTo>
                    <a:pt x="2628233" y="2780337"/>
                  </a:lnTo>
                  <a:lnTo>
                    <a:pt x="2560818" y="2798614"/>
                  </a:lnTo>
                  <a:lnTo>
                    <a:pt x="2487057" y="2815103"/>
                  </a:lnTo>
                  <a:lnTo>
                    <a:pt x="2406478" y="2830005"/>
                  </a:lnTo>
                  <a:lnTo>
                    <a:pt x="2318953" y="2843478"/>
                  </a:lnTo>
                  <a:lnTo>
                    <a:pt x="2224870" y="2855629"/>
                  </a:lnTo>
                  <a:lnTo>
                    <a:pt x="2125317" y="2866519"/>
                  </a:lnTo>
                  <a:lnTo>
                    <a:pt x="2022244" y="2876166"/>
                  </a:lnTo>
                  <a:lnTo>
                    <a:pt x="1918545" y="2884557"/>
                  </a:lnTo>
                  <a:lnTo>
                    <a:pt x="1817967" y="2891662"/>
                  </a:lnTo>
                  <a:lnTo>
                    <a:pt x="1724790" y="2897462"/>
                  </a:lnTo>
                  <a:lnTo>
                    <a:pt x="1643250" y="2901969"/>
                  </a:lnTo>
                  <a:lnTo>
                    <a:pt x="1576815" y="2905253"/>
                  </a:lnTo>
                  <a:lnTo>
                    <a:pt x="1527472" y="2907447"/>
                  </a:lnTo>
                  <a:lnTo>
                    <a:pt x="1495249" y="2908741"/>
                  </a:lnTo>
                  <a:lnTo>
                    <a:pt x="1478085" y="2909366"/>
                  </a:lnTo>
                  <a:lnTo>
                    <a:pt x="1472003" y="2909568"/>
                  </a:lnTo>
                  <a:lnTo>
                    <a:pt x="1471387" y="2909587"/>
                  </a:lnTo>
                  <a:lnTo>
                    <a:pt x="0" y="290958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11" name="pg1211"/>
            <p:cNvSpPr/>
            <p:nvPr/>
          </p:nvSpPr>
          <p:spPr>
            <a:xfrm>
              <a:off x="4799595" y="4080740"/>
              <a:ext cx="11981298" cy="4209094"/>
            </a:xfrm>
            <a:custGeom>
              <a:avLst/>
              <a:pathLst>
                <a:path w="11981298" h="4209094">
                  <a:moveTo>
                    <a:pt x="0" y="4209094"/>
                  </a:moveTo>
                  <a:lnTo>
                    <a:pt x="1471387" y="4209094"/>
                  </a:lnTo>
                  <a:lnTo>
                    <a:pt x="1472514" y="4209022"/>
                  </a:lnTo>
                  <a:lnTo>
                    <a:pt x="1479923" y="4208509"/>
                  </a:lnTo>
                  <a:lnTo>
                    <a:pt x="1498606" y="4207093"/>
                  </a:lnTo>
                  <a:lnTo>
                    <a:pt x="1532024" y="4204305"/>
                  </a:lnTo>
                  <a:lnTo>
                    <a:pt x="1581864" y="4199710"/>
                  </a:lnTo>
                  <a:lnTo>
                    <a:pt x="1647909" y="4192953"/>
                  </a:lnTo>
                  <a:lnTo>
                    <a:pt x="1728188" y="4183790"/>
                  </a:lnTo>
                  <a:lnTo>
                    <a:pt x="1819416" y="4172094"/>
                  </a:lnTo>
                  <a:lnTo>
                    <a:pt x="1917636" y="4157843"/>
                  </a:lnTo>
                  <a:lnTo>
                    <a:pt x="2018864" y="4141076"/>
                  </a:lnTo>
                  <a:lnTo>
                    <a:pt x="2119595" y="4121847"/>
                  </a:lnTo>
                  <a:lnTo>
                    <a:pt x="2217100" y="4100187"/>
                  </a:lnTo>
                  <a:lnTo>
                    <a:pt x="2309503" y="4076065"/>
                  </a:lnTo>
                  <a:lnTo>
                    <a:pt x="2395726" y="4049374"/>
                  </a:lnTo>
                  <a:lnTo>
                    <a:pt x="2475343" y="4019916"/>
                  </a:lnTo>
                  <a:lnTo>
                    <a:pt x="2548415" y="3987406"/>
                  </a:lnTo>
                  <a:lnTo>
                    <a:pt x="2615342" y="3951473"/>
                  </a:lnTo>
                  <a:lnTo>
                    <a:pt x="2676731" y="3911670"/>
                  </a:lnTo>
                  <a:lnTo>
                    <a:pt x="2733309" y="3867502"/>
                  </a:lnTo>
                  <a:lnTo>
                    <a:pt x="2785847" y="3818455"/>
                  </a:lnTo>
                  <a:lnTo>
                    <a:pt x="2835114" y="3764061"/>
                  </a:lnTo>
                  <a:lnTo>
                    <a:pt x="2881825" y="3704004"/>
                  </a:lnTo>
                  <a:lnTo>
                    <a:pt x="2896531" y="3683297"/>
                  </a:lnTo>
                  <a:lnTo>
                    <a:pt x="2932608" y="3628790"/>
                  </a:lnTo>
                  <a:lnTo>
                    <a:pt x="2967803" y="3570443"/>
                  </a:lnTo>
                  <a:lnTo>
                    <a:pt x="3002348" y="3508178"/>
                  </a:lnTo>
                  <a:lnTo>
                    <a:pt x="3036428" y="3441974"/>
                  </a:lnTo>
                  <a:lnTo>
                    <a:pt x="3070196" y="3371872"/>
                  </a:lnTo>
                  <a:lnTo>
                    <a:pt x="3103771" y="3297984"/>
                  </a:lnTo>
                  <a:lnTo>
                    <a:pt x="3137244" y="3220493"/>
                  </a:lnTo>
                  <a:lnTo>
                    <a:pt x="3170684" y="3139659"/>
                  </a:lnTo>
                  <a:lnTo>
                    <a:pt x="3204134" y="3055815"/>
                  </a:lnTo>
                  <a:lnTo>
                    <a:pt x="3237623" y="2969366"/>
                  </a:lnTo>
                  <a:lnTo>
                    <a:pt x="3271159" y="2880781"/>
                  </a:lnTo>
                  <a:lnTo>
                    <a:pt x="3304742" y="2790584"/>
                  </a:lnTo>
                  <a:lnTo>
                    <a:pt x="3338358" y="2699343"/>
                  </a:lnTo>
                  <a:lnTo>
                    <a:pt x="3371990" y="2607653"/>
                  </a:lnTo>
                  <a:lnTo>
                    <a:pt x="3405616" y="2516123"/>
                  </a:lnTo>
                  <a:lnTo>
                    <a:pt x="3439217" y="2425357"/>
                  </a:lnTo>
                  <a:lnTo>
                    <a:pt x="3472777" y="2335937"/>
                  </a:lnTo>
                  <a:lnTo>
                    <a:pt x="3506287" y="2248410"/>
                  </a:lnTo>
                  <a:lnTo>
                    <a:pt x="3539754" y="2163272"/>
                  </a:lnTo>
                  <a:lnTo>
                    <a:pt x="3573194" y="2080960"/>
                  </a:lnTo>
                  <a:lnTo>
                    <a:pt x="3606644" y="2001843"/>
                  </a:lnTo>
                  <a:lnTo>
                    <a:pt x="3640161" y="1926214"/>
                  </a:lnTo>
                  <a:lnTo>
                    <a:pt x="3673824" y="1854293"/>
                  </a:lnTo>
                  <a:lnTo>
                    <a:pt x="3707739" y="1786226"/>
                  </a:lnTo>
                  <a:lnTo>
                    <a:pt x="3742042" y="1722087"/>
                  </a:lnTo>
                  <a:lnTo>
                    <a:pt x="3776902" y="1661883"/>
                  </a:lnTo>
                  <a:lnTo>
                    <a:pt x="3812528" y="1605563"/>
                  </a:lnTo>
                  <a:lnTo>
                    <a:pt x="3829811" y="1580113"/>
                  </a:lnTo>
                  <a:lnTo>
                    <a:pt x="3875832" y="1518196"/>
                  </a:lnTo>
                  <a:lnTo>
                    <a:pt x="3924196" y="1461990"/>
                  </a:lnTo>
                  <a:lnTo>
                    <a:pt x="3975591" y="1411255"/>
                  </a:lnTo>
                  <a:lnTo>
                    <a:pt x="4030773" y="1365560"/>
                  </a:lnTo>
                  <a:lnTo>
                    <a:pt x="4090519" y="1324398"/>
                  </a:lnTo>
                  <a:lnTo>
                    <a:pt x="4155575" y="1287261"/>
                  </a:lnTo>
                  <a:lnTo>
                    <a:pt x="4226599" y="1253686"/>
                  </a:lnTo>
                  <a:lnTo>
                    <a:pt x="4304067" y="1223274"/>
                  </a:lnTo>
                  <a:lnTo>
                    <a:pt x="4388168" y="1195711"/>
                  </a:lnTo>
                  <a:lnTo>
                    <a:pt x="4478650" y="1170772"/>
                  </a:lnTo>
                  <a:lnTo>
                    <a:pt x="4574665" y="1148320"/>
                  </a:lnTo>
                  <a:lnTo>
                    <a:pt x="4674608" y="1128302"/>
                  </a:lnTo>
                  <a:lnTo>
                    <a:pt x="4776025" y="1110731"/>
                  </a:lnTo>
                  <a:lnTo>
                    <a:pt x="4875642" y="1095658"/>
                  </a:lnTo>
                  <a:lnTo>
                    <a:pt x="4969585" y="1083133"/>
                  </a:lnTo>
                  <a:lnTo>
                    <a:pt x="5053820" y="1073156"/>
                  </a:lnTo>
                  <a:lnTo>
                    <a:pt x="5124772" y="1065640"/>
                  </a:lnTo>
                  <a:lnTo>
                    <a:pt x="5179982" y="1060378"/>
                  </a:lnTo>
                  <a:lnTo>
                    <a:pt x="5218633" y="1057049"/>
                  </a:lnTo>
                  <a:lnTo>
                    <a:pt x="5241796" y="1055238"/>
                  </a:lnTo>
                  <a:lnTo>
                    <a:pt x="5252384" y="1054484"/>
                  </a:lnTo>
                  <a:lnTo>
                    <a:pt x="5254955" y="1054316"/>
                  </a:lnTo>
                  <a:lnTo>
                    <a:pt x="6726343" y="1054316"/>
                  </a:lnTo>
                  <a:lnTo>
                    <a:pt x="6727567" y="1054290"/>
                  </a:lnTo>
                  <a:lnTo>
                    <a:pt x="6735603" y="1054105"/>
                  </a:lnTo>
                  <a:lnTo>
                    <a:pt x="6755814" y="1053594"/>
                  </a:lnTo>
                  <a:lnTo>
                    <a:pt x="6791835" y="1052587"/>
                  </a:lnTo>
                  <a:lnTo>
                    <a:pt x="6845297" y="1050931"/>
                  </a:lnTo>
                  <a:lnTo>
                    <a:pt x="6915703" y="1048501"/>
                  </a:lnTo>
                  <a:lnTo>
                    <a:pt x="7000646" y="1045217"/>
                  </a:lnTo>
                  <a:lnTo>
                    <a:pt x="7096368" y="1041041"/>
                  </a:lnTo>
                  <a:lnTo>
                    <a:pt x="7198504" y="1035970"/>
                  </a:lnTo>
                  <a:lnTo>
                    <a:pt x="7302806" y="1030021"/>
                  </a:lnTo>
                  <a:lnTo>
                    <a:pt x="7405670" y="1023213"/>
                  </a:lnTo>
                  <a:lnTo>
                    <a:pt x="7504403" y="1015551"/>
                  </a:lnTo>
                  <a:lnTo>
                    <a:pt x="7597263" y="1007016"/>
                  </a:lnTo>
                  <a:lnTo>
                    <a:pt x="7683349" y="997557"/>
                  </a:lnTo>
                  <a:lnTo>
                    <a:pt x="7762421" y="987091"/>
                  </a:lnTo>
                  <a:lnTo>
                    <a:pt x="7834717" y="975502"/>
                  </a:lnTo>
                  <a:lnTo>
                    <a:pt x="7900784" y="962642"/>
                  </a:lnTo>
                  <a:lnTo>
                    <a:pt x="7961356" y="948343"/>
                  </a:lnTo>
                  <a:lnTo>
                    <a:pt x="8017256" y="932418"/>
                  </a:lnTo>
                  <a:lnTo>
                    <a:pt x="8069327" y="914689"/>
                  </a:lnTo>
                  <a:lnTo>
                    <a:pt x="8118380" y="895012"/>
                  </a:lnTo>
                  <a:lnTo>
                    <a:pt x="8151487" y="879959"/>
                  </a:lnTo>
                  <a:lnTo>
                    <a:pt x="8201921" y="854197"/>
                  </a:lnTo>
                  <a:lnTo>
                    <a:pt x="8250803" y="825898"/>
                  </a:lnTo>
                  <a:lnTo>
                    <a:pt x="8298698" y="795023"/>
                  </a:lnTo>
                  <a:lnTo>
                    <a:pt x="8346027" y="761610"/>
                  </a:lnTo>
                  <a:lnTo>
                    <a:pt x="8393090" y="725791"/>
                  </a:lnTo>
                  <a:lnTo>
                    <a:pt x="8440084" y="687791"/>
                  </a:lnTo>
                  <a:lnTo>
                    <a:pt x="8487125" y="647933"/>
                  </a:lnTo>
                  <a:lnTo>
                    <a:pt x="8534257" y="606626"/>
                  </a:lnTo>
                  <a:lnTo>
                    <a:pt x="8581475" y="564354"/>
                  </a:lnTo>
                  <a:lnTo>
                    <a:pt x="8628735" y="521650"/>
                  </a:lnTo>
                  <a:lnTo>
                    <a:pt x="8675983" y="479072"/>
                  </a:lnTo>
                  <a:lnTo>
                    <a:pt x="8723166" y="437170"/>
                  </a:lnTo>
                  <a:lnTo>
                    <a:pt x="8770255" y="396457"/>
                  </a:lnTo>
                  <a:lnTo>
                    <a:pt x="8817266" y="357388"/>
                  </a:lnTo>
                  <a:lnTo>
                    <a:pt x="8864272" y="320333"/>
                  </a:lnTo>
                  <a:lnTo>
                    <a:pt x="8911424" y="285572"/>
                  </a:lnTo>
                  <a:lnTo>
                    <a:pt x="8958964" y="253287"/>
                  </a:lnTo>
                  <a:lnTo>
                    <a:pt x="9007242" y="223569"/>
                  </a:lnTo>
                  <a:lnTo>
                    <a:pt x="9056740" y="196418"/>
                  </a:lnTo>
                  <a:lnTo>
                    <a:pt x="9084767" y="182530"/>
                  </a:lnTo>
                  <a:lnTo>
                    <a:pt x="9132135" y="161439"/>
                  </a:lnTo>
                  <a:lnTo>
                    <a:pt x="9182001" y="142350"/>
                  </a:lnTo>
                  <a:lnTo>
                    <a:pt x="9235120" y="125173"/>
                  </a:lnTo>
                  <a:lnTo>
                    <a:pt x="9292316" y="109749"/>
                  </a:lnTo>
                  <a:lnTo>
                    <a:pt x="9354433" y="95895"/>
                  </a:lnTo>
                  <a:lnTo>
                    <a:pt x="9422275" y="83429"/>
                  </a:lnTo>
                  <a:lnTo>
                    <a:pt x="9496532" y="72186"/>
                  </a:lnTo>
                  <a:lnTo>
                    <a:pt x="9577675" y="62029"/>
                  </a:lnTo>
                  <a:lnTo>
                    <a:pt x="9665819" y="52851"/>
                  </a:lnTo>
                  <a:lnTo>
                    <a:pt x="9760548" y="44578"/>
                  </a:lnTo>
                  <a:lnTo>
                    <a:pt x="9860728" y="37170"/>
                  </a:lnTo>
                  <a:lnTo>
                    <a:pt x="9964342" y="30616"/>
                  </a:lnTo>
                  <a:lnTo>
                    <a:pt x="10068415" y="24925"/>
                  </a:lnTo>
                  <a:lnTo>
                    <a:pt x="10169111" y="20117"/>
                  </a:lnTo>
                  <a:lnTo>
                    <a:pt x="10262082" y="16207"/>
                  </a:lnTo>
                  <a:lnTo>
                    <a:pt x="10343063" y="13182"/>
                  </a:lnTo>
                  <a:lnTo>
                    <a:pt x="10408623" y="10992"/>
                  </a:lnTo>
                  <a:lnTo>
                    <a:pt x="10456875" y="9542"/>
                  </a:lnTo>
                  <a:lnTo>
                    <a:pt x="10487947" y="8699"/>
                  </a:lnTo>
                  <a:lnTo>
                    <a:pt x="10504089" y="8302"/>
                  </a:lnTo>
                  <a:lnTo>
                    <a:pt x="10509477" y="8182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8686" y="25"/>
                  </a:lnTo>
                  <a:lnTo>
                    <a:pt x="10500651" y="211"/>
                  </a:lnTo>
                  <a:lnTo>
                    <a:pt x="10480440" y="722"/>
                  </a:lnTo>
                  <a:lnTo>
                    <a:pt x="10444418" y="1729"/>
                  </a:lnTo>
                  <a:lnTo>
                    <a:pt x="10390956" y="3385"/>
                  </a:lnTo>
                  <a:lnTo>
                    <a:pt x="10320550" y="5815"/>
                  </a:lnTo>
                  <a:lnTo>
                    <a:pt x="10235607" y="9099"/>
                  </a:lnTo>
                  <a:lnTo>
                    <a:pt x="10139885" y="13275"/>
                  </a:lnTo>
                  <a:lnTo>
                    <a:pt x="10037749" y="18346"/>
                  </a:lnTo>
                  <a:lnTo>
                    <a:pt x="9933448" y="24295"/>
                  </a:lnTo>
                  <a:lnTo>
                    <a:pt x="9830583" y="31103"/>
                  </a:lnTo>
                  <a:lnTo>
                    <a:pt x="9731850" y="38765"/>
                  </a:lnTo>
                  <a:lnTo>
                    <a:pt x="9638990" y="47300"/>
                  </a:lnTo>
                  <a:lnTo>
                    <a:pt x="9552904" y="56759"/>
                  </a:lnTo>
                  <a:lnTo>
                    <a:pt x="9473832" y="67225"/>
                  </a:lnTo>
                  <a:lnTo>
                    <a:pt x="9401536" y="78814"/>
                  </a:lnTo>
                  <a:lnTo>
                    <a:pt x="9335469" y="91673"/>
                  </a:lnTo>
                  <a:lnTo>
                    <a:pt x="9274897" y="105973"/>
                  </a:lnTo>
                  <a:lnTo>
                    <a:pt x="9218997" y="121898"/>
                  </a:lnTo>
                  <a:lnTo>
                    <a:pt x="9166926" y="139626"/>
                  </a:lnTo>
                  <a:lnTo>
                    <a:pt x="9117874" y="159304"/>
                  </a:lnTo>
                  <a:lnTo>
                    <a:pt x="9084767" y="174357"/>
                  </a:lnTo>
                  <a:lnTo>
                    <a:pt x="9034332" y="200119"/>
                  </a:lnTo>
                  <a:lnTo>
                    <a:pt x="8985451" y="228417"/>
                  </a:lnTo>
                  <a:lnTo>
                    <a:pt x="8937555" y="259293"/>
                  </a:lnTo>
                  <a:lnTo>
                    <a:pt x="8890226" y="292706"/>
                  </a:lnTo>
                  <a:lnTo>
                    <a:pt x="8843163" y="328525"/>
                  </a:lnTo>
                  <a:lnTo>
                    <a:pt x="8796169" y="366524"/>
                  </a:lnTo>
                  <a:lnTo>
                    <a:pt x="8749128" y="406383"/>
                  </a:lnTo>
                  <a:lnTo>
                    <a:pt x="8701996" y="447689"/>
                  </a:lnTo>
                  <a:lnTo>
                    <a:pt x="8654779" y="489962"/>
                  </a:lnTo>
                  <a:lnTo>
                    <a:pt x="8607518" y="532665"/>
                  </a:lnTo>
                  <a:lnTo>
                    <a:pt x="8560270" y="575244"/>
                  </a:lnTo>
                  <a:lnTo>
                    <a:pt x="8513087" y="617146"/>
                  </a:lnTo>
                  <a:lnTo>
                    <a:pt x="8465998" y="657858"/>
                  </a:lnTo>
                  <a:lnTo>
                    <a:pt x="8418988" y="696928"/>
                  </a:lnTo>
                  <a:lnTo>
                    <a:pt x="8371981" y="733983"/>
                  </a:lnTo>
                  <a:lnTo>
                    <a:pt x="8324829" y="768744"/>
                  </a:lnTo>
                  <a:lnTo>
                    <a:pt x="8277290" y="801028"/>
                  </a:lnTo>
                  <a:lnTo>
                    <a:pt x="8229011" y="830747"/>
                  </a:lnTo>
                  <a:lnTo>
                    <a:pt x="8179513" y="857898"/>
                  </a:lnTo>
                  <a:lnTo>
                    <a:pt x="8151487" y="871786"/>
                  </a:lnTo>
                  <a:lnTo>
                    <a:pt x="8104118" y="892877"/>
                  </a:lnTo>
                  <a:lnTo>
                    <a:pt x="8054252" y="911966"/>
                  </a:lnTo>
                  <a:lnTo>
                    <a:pt x="8001133" y="929143"/>
                  </a:lnTo>
                  <a:lnTo>
                    <a:pt x="7943938" y="944567"/>
                  </a:lnTo>
                  <a:lnTo>
                    <a:pt x="7881821" y="958421"/>
                  </a:lnTo>
                  <a:lnTo>
                    <a:pt x="7813978" y="970887"/>
                  </a:lnTo>
                  <a:lnTo>
                    <a:pt x="7739721" y="982130"/>
                  </a:lnTo>
                  <a:lnTo>
                    <a:pt x="7658578" y="992287"/>
                  </a:lnTo>
                  <a:lnTo>
                    <a:pt x="7570434" y="1001465"/>
                  </a:lnTo>
                  <a:lnTo>
                    <a:pt x="7475706" y="1009737"/>
                  </a:lnTo>
                  <a:lnTo>
                    <a:pt x="7375525" y="1017145"/>
                  </a:lnTo>
                  <a:lnTo>
                    <a:pt x="7271911" y="1023700"/>
                  </a:lnTo>
                  <a:lnTo>
                    <a:pt x="7167839" y="1029391"/>
                  </a:lnTo>
                  <a:lnTo>
                    <a:pt x="7067143" y="1034199"/>
                  </a:lnTo>
                  <a:lnTo>
                    <a:pt x="6974171" y="1038109"/>
                  </a:lnTo>
                  <a:lnTo>
                    <a:pt x="6893190" y="1041134"/>
                  </a:lnTo>
                  <a:lnTo>
                    <a:pt x="6827631" y="1043324"/>
                  </a:lnTo>
                  <a:lnTo>
                    <a:pt x="6779379" y="1044773"/>
                  </a:lnTo>
                  <a:lnTo>
                    <a:pt x="6748306" y="1045616"/>
                  </a:lnTo>
                  <a:lnTo>
                    <a:pt x="6732164" y="1046013"/>
                  </a:lnTo>
                  <a:lnTo>
                    <a:pt x="6726777" y="1046134"/>
                  </a:lnTo>
                  <a:lnTo>
                    <a:pt x="6726343" y="1046143"/>
                  </a:lnTo>
                  <a:lnTo>
                    <a:pt x="5254955" y="1046143"/>
                  </a:lnTo>
                  <a:lnTo>
                    <a:pt x="5253828" y="1046215"/>
                  </a:lnTo>
                  <a:lnTo>
                    <a:pt x="5246419" y="1046728"/>
                  </a:lnTo>
                  <a:lnTo>
                    <a:pt x="5227736" y="1048144"/>
                  </a:lnTo>
                  <a:lnTo>
                    <a:pt x="5194318" y="1050932"/>
                  </a:lnTo>
                  <a:lnTo>
                    <a:pt x="5144478" y="1055527"/>
                  </a:lnTo>
                  <a:lnTo>
                    <a:pt x="5078433" y="1062284"/>
                  </a:lnTo>
                  <a:lnTo>
                    <a:pt x="4998155" y="1071447"/>
                  </a:lnTo>
                  <a:lnTo>
                    <a:pt x="4906927" y="1083143"/>
                  </a:lnTo>
                  <a:lnTo>
                    <a:pt x="4808706" y="1097394"/>
                  </a:lnTo>
                  <a:lnTo>
                    <a:pt x="4707479" y="1114161"/>
                  </a:lnTo>
                  <a:lnTo>
                    <a:pt x="4606747" y="1133389"/>
                  </a:lnTo>
                  <a:lnTo>
                    <a:pt x="4509242" y="1155050"/>
                  </a:lnTo>
                  <a:lnTo>
                    <a:pt x="4416839" y="1179172"/>
                  </a:lnTo>
                  <a:lnTo>
                    <a:pt x="4330616" y="1205863"/>
                  </a:lnTo>
                  <a:lnTo>
                    <a:pt x="4250999" y="1235320"/>
                  </a:lnTo>
                  <a:lnTo>
                    <a:pt x="4177927" y="1267830"/>
                  </a:lnTo>
                  <a:lnTo>
                    <a:pt x="4111000" y="1303764"/>
                  </a:lnTo>
                  <a:lnTo>
                    <a:pt x="4049611" y="1343567"/>
                  </a:lnTo>
                  <a:lnTo>
                    <a:pt x="3993034" y="1387735"/>
                  </a:lnTo>
                  <a:lnTo>
                    <a:pt x="3940495" y="1436782"/>
                  </a:lnTo>
                  <a:lnTo>
                    <a:pt x="3891228" y="1491175"/>
                  </a:lnTo>
                  <a:lnTo>
                    <a:pt x="3844517" y="1551233"/>
                  </a:lnTo>
                  <a:lnTo>
                    <a:pt x="3829811" y="1571940"/>
                  </a:lnTo>
                  <a:lnTo>
                    <a:pt x="3793734" y="1626447"/>
                  </a:lnTo>
                  <a:lnTo>
                    <a:pt x="3758539" y="1684794"/>
                  </a:lnTo>
                  <a:lnTo>
                    <a:pt x="3723995" y="1747059"/>
                  </a:lnTo>
                  <a:lnTo>
                    <a:pt x="3689914" y="1813263"/>
                  </a:lnTo>
                  <a:lnTo>
                    <a:pt x="3656146" y="1883365"/>
                  </a:lnTo>
                  <a:lnTo>
                    <a:pt x="3622571" y="1957253"/>
                  </a:lnTo>
                  <a:lnTo>
                    <a:pt x="3589098" y="2034744"/>
                  </a:lnTo>
                  <a:lnTo>
                    <a:pt x="3555658" y="2115578"/>
                  </a:lnTo>
                  <a:lnTo>
                    <a:pt x="3522208" y="2199422"/>
                  </a:lnTo>
                  <a:lnTo>
                    <a:pt x="3488719" y="2285871"/>
                  </a:lnTo>
                  <a:lnTo>
                    <a:pt x="3455183" y="2374456"/>
                  </a:lnTo>
                  <a:lnTo>
                    <a:pt x="3421600" y="2464653"/>
                  </a:lnTo>
                  <a:lnTo>
                    <a:pt x="3387984" y="2555894"/>
                  </a:lnTo>
                  <a:lnTo>
                    <a:pt x="3354352" y="2647584"/>
                  </a:lnTo>
                  <a:lnTo>
                    <a:pt x="3320726" y="2739114"/>
                  </a:lnTo>
                  <a:lnTo>
                    <a:pt x="3287125" y="2829880"/>
                  </a:lnTo>
                  <a:lnTo>
                    <a:pt x="3253566" y="2919300"/>
                  </a:lnTo>
                  <a:lnTo>
                    <a:pt x="3220055" y="3006827"/>
                  </a:lnTo>
                  <a:lnTo>
                    <a:pt x="3186588" y="3091965"/>
                  </a:lnTo>
                  <a:lnTo>
                    <a:pt x="3153148" y="3174276"/>
                  </a:lnTo>
                  <a:lnTo>
                    <a:pt x="3119698" y="3253394"/>
                  </a:lnTo>
                  <a:lnTo>
                    <a:pt x="3086181" y="3329023"/>
                  </a:lnTo>
                  <a:lnTo>
                    <a:pt x="3052518" y="3400944"/>
                  </a:lnTo>
                  <a:lnTo>
                    <a:pt x="3018603" y="3469011"/>
                  </a:lnTo>
                  <a:lnTo>
                    <a:pt x="2984300" y="3533150"/>
                  </a:lnTo>
                  <a:lnTo>
                    <a:pt x="2949441" y="3593354"/>
                  </a:lnTo>
                  <a:lnTo>
                    <a:pt x="2913815" y="3649674"/>
                  </a:lnTo>
                  <a:lnTo>
                    <a:pt x="2896531" y="3675124"/>
                  </a:lnTo>
                  <a:lnTo>
                    <a:pt x="2850510" y="3737041"/>
                  </a:lnTo>
                  <a:lnTo>
                    <a:pt x="2802146" y="3793247"/>
                  </a:lnTo>
                  <a:lnTo>
                    <a:pt x="2750752" y="3843982"/>
                  </a:lnTo>
                  <a:lnTo>
                    <a:pt x="2695569" y="3889677"/>
                  </a:lnTo>
                  <a:lnTo>
                    <a:pt x="2635823" y="3930839"/>
                  </a:lnTo>
                  <a:lnTo>
                    <a:pt x="2570767" y="3967975"/>
                  </a:lnTo>
                  <a:lnTo>
                    <a:pt x="2499743" y="4001551"/>
                  </a:lnTo>
                  <a:lnTo>
                    <a:pt x="2422275" y="4031963"/>
                  </a:lnTo>
                  <a:lnTo>
                    <a:pt x="2338174" y="4059526"/>
                  </a:lnTo>
                  <a:lnTo>
                    <a:pt x="2247692" y="4084465"/>
                  </a:lnTo>
                  <a:lnTo>
                    <a:pt x="2151677" y="4106916"/>
                  </a:lnTo>
                  <a:lnTo>
                    <a:pt x="2051734" y="4126934"/>
                  </a:lnTo>
                  <a:lnTo>
                    <a:pt x="1950317" y="4144506"/>
                  </a:lnTo>
                  <a:lnTo>
                    <a:pt x="1850700" y="4159579"/>
                  </a:lnTo>
                  <a:lnTo>
                    <a:pt x="1756757" y="4172104"/>
                  </a:lnTo>
                  <a:lnTo>
                    <a:pt x="1672522" y="4182081"/>
                  </a:lnTo>
                  <a:lnTo>
                    <a:pt x="1601570" y="4189597"/>
                  </a:lnTo>
                  <a:lnTo>
                    <a:pt x="1546360" y="4194859"/>
                  </a:lnTo>
                  <a:lnTo>
                    <a:pt x="1507709" y="4198188"/>
                  </a:lnTo>
                  <a:lnTo>
                    <a:pt x="1484546" y="4199999"/>
                  </a:lnTo>
                  <a:lnTo>
                    <a:pt x="1473958" y="4200753"/>
                  </a:lnTo>
                  <a:lnTo>
                    <a:pt x="1471387" y="4200921"/>
                  </a:lnTo>
                  <a:lnTo>
                    <a:pt x="0" y="4200921"/>
                  </a:lnTo>
                  <a:close/>
                </a:path>
              </a:pathLst>
            </a:custGeom>
            <a:solidFill>
              <a:srgbClr val="67C1B3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212" name="pl1212"/>
            <p:cNvSpPr/>
            <p:nvPr/>
          </p:nvSpPr>
          <p:spPr>
            <a:xfrm>
              <a:off x="4799595" y="4088913"/>
              <a:ext cx="11981298" cy="4200921"/>
            </a:xfrm>
            <a:custGeom>
              <a:avLst/>
              <a:pathLst>
                <a:path w="11981298" h="4200921">
                  <a:moveTo>
                    <a:pt x="0" y="4200921"/>
                  </a:moveTo>
                  <a:lnTo>
                    <a:pt x="1471387" y="4200921"/>
                  </a:lnTo>
                  <a:lnTo>
                    <a:pt x="1472514" y="4200849"/>
                  </a:lnTo>
                  <a:lnTo>
                    <a:pt x="1479923" y="4200336"/>
                  </a:lnTo>
                  <a:lnTo>
                    <a:pt x="1498606" y="4198920"/>
                  </a:lnTo>
                  <a:lnTo>
                    <a:pt x="1532024" y="4196132"/>
                  </a:lnTo>
                  <a:lnTo>
                    <a:pt x="1581864" y="4191537"/>
                  </a:lnTo>
                  <a:lnTo>
                    <a:pt x="1647909" y="4184780"/>
                  </a:lnTo>
                  <a:lnTo>
                    <a:pt x="1728188" y="4175617"/>
                  </a:lnTo>
                  <a:lnTo>
                    <a:pt x="1819416" y="4163921"/>
                  </a:lnTo>
                  <a:lnTo>
                    <a:pt x="1917636" y="4149670"/>
                  </a:lnTo>
                  <a:lnTo>
                    <a:pt x="2018864" y="4132903"/>
                  </a:lnTo>
                  <a:lnTo>
                    <a:pt x="2119595" y="4113674"/>
                  </a:lnTo>
                  <a:lnTo>
                    <a:pt x="2217100" y="4092014"/>
                  </a:lnTo>
                  <a:lnTo>
                    <a:pt x="2309503" y="4067892"/>
                  </a:lnTo>
                  <a:lnTo>
                    <a:pt x="2395726" y="4041201"/>
                  </a:lnTo>
                  <a:lnTo>
                    <a:pt x="2475343" y="4011743"/>
                  </a:lnTo>
                  <a:lnTo>
                    <a:pt x="2548415" y="3979233"/>
                  </a:lnTo>
                  <a:lnTo>
                    <a:pt x="2615342" y="3943300"/>
                  </a:lnTo>
                  <a:lnTo>
                    <a:pt x="2676731" y="3903497"/>
                  </a:lnTo>
                  <a:lnTo>
                    <a:pt x="2733309" y="3859329"/>
                  </a:lnTo>
                  <a:lnTo>
                    <a:pt x="2785847" y="3810282"/>
                  </a:lnTo>
                  <a:lnTo>
                    <a:pt x="2835114" y="3755888"/>
                  </a:lnTo>
                  <a:lnTo>
                    <a:pt x="2881825" y="3695831"/>
                  </a:lnTo>
                  <a:lnTo>
                    <a:pt x="2896531" y="3675124"/>
                  </a:lnTo>
                  <a:lnTo>
                    <a:pt x="2932608" y="3620617"/>
                  </a:lnTo>
                  <a:lnTo>
                    <a:pt x="2967803" y="3562270"/>
                  </a:lnTo>
                  <a:lnTo>
                    <a:pt x="3002348" y="3500005"/>
                  </a:lnTo>
                  <a:lnTo>
                    <a:pt x="3036428" y="3433801"/>
                  </a:lnTo>
                  <a:lnTo>
                    <a:pt x="3070196" y="3363699"/>
                  </a:lnTo>
                  <a:lnTo>
                    <a:pt x="3103771" y="3289811"/>
                  </a:lnTo>
                  <a:lnTo>
                    <a:pt x="3137244" y="3212320"/>
                  </a:lnTo>
                  <a:lnTo>
                    <a:pt x="3170684" y="3131486"/>
                  </a:lnTo>
                  <a:lnTo>
                    <a:pt x="3204134" y="3047642"/>
                  </a:lnTo>
                  <a:lnTo>
                    <a:pt x="3237623" y="2961193"/>
                  </a:lnTo>
                  <a:lnTo>
                    <a:pt x="3271159" y="2872608"/>
                  </a:lnTo>
                  <a:lnTo>
                    <a:pt x="3304742" y="2782411"/>
                  </a:lnTo>
                  <a:lnTo>
                    <a:pt x="3338358" y="2691170"/>
                  </a:lnTo>
                  <a:lnTo>
                    <a:pt x="3371990" y="2599480"/>
                  </a:lnTo>
                  <a:lnTo>
                    <a:pt x="3405616" y="2507950"/>
                  </a:lnTo>
                  <a:lnTo>
                    <a:pt x="3439217" y="2417184"/>
                  </a:lnTo>
                  <a:lnTo>
                    <a:pt x="3472777" y="2327764"/>
                  </a:lnTo>
                  <a:lnTo>
                    <a:pt x="3506287" y="2240237"/>
                  </a:lnTo>
                  <a:lnTo>
                    <a:pt x="3539754" y="2155099"/>
                  </a:lnTo>
                  <a:lnTo>
                    <a:pt x="3573194" y="2072787"/>
                  </a:lnTo>
                  <a:lnTo>
                    <a:pt x="3606644" y="1993670"/>
                  </a:lnTo>
                  <a:lnTo>
                    <a:pt x="3640161" y="1918041"/>
                  </a:lnTo>
                  <a:lnTo>
                    <a:pt x="3673824" y="1846120"/>
                  </a:lnTo>
                  <a:lnTo>
                    <a:pt x="3707739" y="1778053"/>
                  </a:lnTo>
                  <a:lnTo>
                    <a:pt x="3742042" y="1713914"/>
                  </a:lnTo>
                  <a:lnTo>
                    <a:pt x="3776902" y="1653710"/>
                  </a:lnTo>
                  <a:lnTo>
                    <a:pt x="3812528" y="1597390"/>
                  </a:lnTo>
                  <a:lnTo>
                    <a:pt x="3829811" y="1571940"/>
                  </a:lnTo>
                  <a:lnTo>
                    <a:pt x="3875832" y="1510023"/>
                  </a:lnTo>
                  <a:lnTo>
                    <a:pt x="3924196" y="1453817"/>
                  </a:lnTo>
                  <a:lnTo>
                    <a:pt x="3975591" y="1403082"/>
                  </a:lnTo>
                  <a:lnTo>
                    <a:pt x="4030773" y="1357387"/>
                  </a:lnTo>
                  <a:lnTo>
                    <a:pt x="4090519" y="1316225"/>
                  </a:lnTo>
                  <a:lnTo>
                    <a:pt x="4155575" y="1279088"/>
                  </a:lnTo>
                  <a:lnTo>
                    <a:pt x="4226599" y="1245513"/>
                  </a:lnTo>
                  <a:lnTo>
                    <a:pt x="4304067" y="1215101"/>
                  </a:lnTo>
                  <a:lnTo>
                    <a:pt x="4388168" y="1187538"/>
                  </a:lnTo>
                  <a:lnTo>
                    <a:pt x="4478650" y="1162599"/>
                  </a:lnTo>
                  <a:lnTo>
                    <a:pt x="4574665" y="1140147"/>
                  </a:lnTo>
                  <a:lnTo>
                    <a:pt x="4674608" y="1120129"/>
                  </a:lnTo>
                  <a:lnTo>
                    <a:pt x="4776025" y="1102558"/>
                  </a:lnTo>
                  <a:lnTo>
                    <a:pt x="4875642" y="1087485"/>
                  </a:lnTo>
                  <a:lnTo>
                    <a:pt x="4969585" y="1074960"/>
                  </a:lnTo>
                  <a:lnTo>
                    <a:pt x="5053820" y="1064983"/>
                  </a:lnTo>
                  <a:lnTo>
                    <a:pt x="5124772" y="1057467"/>
                  </a:lnTo>
                  <a:lnTo>
                    <a:pt x="5179982" y="1052205"/>
                  </a:lnTo>
                  <a:lnTo>
                    <a:pt x="5218633" y="1048876"/>
                  </a:lnTo>
                  <a:lnTo>
                    <a:pt x="5241796" y="1047065"/>
                  </a:lnTo>
                  <a:lnTo>
                    <a:pt x="5252384" y="1046311"/>
                  </a:lnTo>
                  <a:lnTo>
                    <a:pt x="5254915" y="1046146"/>
                  </a:lnTo>
                  <a:lnTo>
                    <a:pt x="5254955" y="1046143"/>
                  </a:lnTo>
                  <a:lnTo>
                    <a:pt x="6726343" y="1046143"/>
                  </a:lnTo>
                  <a:lnTo>
                    <a:pt x="6727567" y="1046117"/>
                  </a:lnTo>
                  <a:lnTo>
                    <a:pt x="6735603" y="1045932"/>
                  </a:lnTo>
                  <a:lnTo>
                    <a:pt x="6755814" y="1045421"/>
                  </a:lnTo>
                  <a:lnTo>
                    <a:pt x="6791835" y="1044414"/>
                  </a:lnTo>
                  <a:lnTo>
                    <a:pt x="6845297" y="1042758"/>
                  </a:lnTo>
                  <a:lnTo>
                    <a:pt x="6915703" y="1040328"/>
                  </a:lnTo>
                  <a:lnTo>
                    <a:pt x="7000646" y="1037044"/>
                  </a:lnTo>
                  <a:lnTo>
                    <a:pt x="7096368" y="1032868"/>
                  </a:lnTo>
                  <a:lnTo>
                    <a:pt x="7198504" y="1027797"/>
                  </a:lnTo>
                  <a:lnTo>
                    <a:pt x="7302806" y="1021848"/>
                  </a:lnTo>
                  <a:lnTo>
                    <a:pt x="7405670" y="1015040"/>
                  </a:lnTo>
                  <a:lnTo>
                    <a:pt x="7504403" y="1007378"/>
                  </a:lnTo>
                  <a:lnTo>
                    <a:pt x="7597263" y="998843"/>
                  </a:lnTo>
                  <a:lnTo>
                    <a:pt x="7683349" y="989384"/>
                  </a:lnTo>
                  <a:lnTo>
                    <a:pt x="7762421" y="978918"/>
                  </a:lnTo>
                  <a:lnTo>
                    <a:pt x="7834717" y="967329"/>
                  </a:lnTo>
                  <a:lnTo>
                    <a:pt x="7900784" y="954469"/>
                  </a:lnTo>
                  <a:lnTo>
                    <a:pt x="7961356" y="940170"/>
                  </a:lnTo>
                  <a:lnTo>
                    <a:pt x="8017256" y="924245"/>
                  </a:lnTo>
                  <a:lnTo>
                    <a:pt x="8069327" y="906516"/>
                  </a:lnTo>
                  <a:lnTo>
                    <a:pt x="8118380" y="886839"/>
                  </a:lnTo>
                  <a:lnTo>
                    <a:pt x="8151487" y="871786"/>
                  </a:lnTo>
                  <a:lnTo>
                    <a:pt x="8201921" y="846024"/>
                  </a:lnTo>
                  <a:lnTo>
                    <a:pt x="8250803" y="817725"/>
                  </a:lnTo>
                  <a:lnTo>
                    <a:pt x="8298698" y="786850"/>
                  </a:lnTo>
                  <a:lnTo>
                    <a:pt x="8346027" y="753437"/>
                  </a:lnTo>
                  <a:lnTo>
                    <a:pt x="8393090" y="717618"/>
                  </a:lnTo>
                  <a:lnTo>
                    <a:pt x="8440084" y="679618"/>
                  </a:lnTo>
                  <a:lnTo>
                    <a:pt x="8487125" y="639760"/>
                  </a:lnTo>
                  <a:lnTo>
                    <a:pt x="8534257" y="598453"/>
                  </a:lnTo>
                  <a:lnTo>
                    <a:pt x="8581475" y="556181"/>
                  </a:lnTo>
                  <a:lnTo>
                    <a:pt x="8628735" y="513477"/>
                  </a:lnTo>
                  <a:lnTo>
                    <a:pt x="8675983" y="470899"/>
                  </a:lnTo>
                  <a:lnTo>
                    <a:pt x="8723166" y="428997"/>
                  </a:lnTo>
                  <a:lnTo>
                    <a:pt x="8770255" y="388284"/>
                  </a:lnTo>
                  <a:lnTo>
                    <a:pt x="8817266" y="349215"/>
                  </a:lnTo>
                  <a:lnTo>
                    <a:pt x="8864272" y="312160"/>
                  </a:lnTo>
                  <a:lnTo>
                    <a:pt x="8911424" y="277399"/>
                  </a:lnTo>
                  <a:lnTo>
                    <a:pt x="8958964" y="245114"/>
                  </a:lnTo>
                  <a:lnTo>
                    <a:pt x="9007242" y="215396"/>
                  </a:lnTo>
                  <a:lnTo>
                    <a:pt x="9056740" y="188245"/>
                  </a:lnTo>
                  <a:lnTo>
                    <a:pt x="9084767" y="174357"/>
                  </a:lnTo>
                  <a:lnTo>
                    <a:pt x="9132135" y="153266"/>
                  </a:lnTo>
                  <a:lnTo>
                    <a:pt x="9182001" y="134177"/>
                  </a:lnTo>
                  <a:lnTo>
                    <a:pt x="9235120" y="117000"/>
                  </a:lnTo>
                  <a:lnTo>
                    <a:pt x="9292316" y="101576"/>
                  </a:lnTo>
                  <a:lnTo>
                    <a:pt x="9354433" y="87722"/>
                  </a:lnTo>
                  <a:lnTo>
                    <a:pt x="9422275" y="75256"/>
                  </a:lnTo>
                  <a:lnTo>
                    <a:pt x="9496532" y="64013"/>
                  </a:lnTo>
                  <a:lnTo>
                    <a:pt x="9577675" y="53856"/>
                  </a:lnTo>
                  <a:lnTo>
                    <a:pt x="9665819" y="44678"/>
                  </a:lnTo>
                  <a:lnTo>
                    <a:pt x="9760548" y="36405"/>
                  </a:lnTo>
                  <a:lnTo>
                    <a:pt x="9860728" y="28997"/>
                  </a:lnTo>
                  <a:lnTo>
                    <a:pt x="9964342" y="22443"/>
                  </a:lnTo>
                  <a:lnTo>
                    <a:pt x="10068415" y="16752"/>
                  </a:lnTo>
                  <a:lnTo>
                    <a:pt x="10169111" y="11944"/>
                  </a:lnTo>
                  <a:lnTo>
                    <a:pt x="10262082" y="8034"/>
                  </a:lnTo>
                  <a:lnTo>
                    <a:pt x="10343063" y="5009"/>
                  </a:lnTo>
                  <a:lnTo>
                    <a:pt x="10408623" y="2819"/>
                  </a:lnTo>
                  <a:lnTo>
                    <a:pt x="10456875" y="1370"/>
                  </a:lnTo>
                  <a:lnTo>
                    <a:pt x="10487947" y="526"/>
                  </a:lnTo>
                  <a:lnTo>
                    <a:pt x="10504089" y="129"/>
                  </a:lnTo>
                  <a:lnTo>
                    <a:pt x="10509477" y="9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13" name="pl1213"/>
            <p:cNvSpPr/>
            <p:nvPr/>
          </p:nvSpPr>
          <p:spPr>
            <a:xfrm>
              <a:off x="4799595" y="4080740"/>
              <a:ext cx="11981298" cy="4200921"/>
            </a:xfrm>
            <a:custGeom>
              <a:avLst/>
              <a:pathLst>
                <a:path w="11981298" h="4200921">
                  <a:moveTo>
                    <a:pt x="11981298" y="0"/>
                  </a:moveTo>
                  <a:lnTo>
                    <a:pt x="10509911" y="0"/>
                  </a:lnTo>
                  <a:lnTo>
                    <a:pt x="10508686" y="25"/>
                  </a:lnTo>
                  <a:lnTo>
                    <a:pt x="10500651" y="211"/>
                  </a:lnTo>
                  <a:lnTo>
                    <a:pt x="10480440" y="722"/>
                  </a:lnTo>
                  <a:lnTo>
                    <a:pt x="10444418" y="1729"/>
                  </a:lnTo>
                  <a:lnTo>
                    <a:pt x="10390956" y="3385"/>
                  </a:lnTo>
                  <a:lnTo>
                    <a:pt x="10320550" y="5815"/>
                  </a:lnTo>
                  <a:lnTo>
                    <a:pt x="10235607" y="9099"/>
                  </a:lnTo>
                  <a:lnTo>
                    <a:pt x="10139885" y="13275"/>
                  </a:lnTo>
                  <a:lnTo>
                    <a:pt x="10037749" y="18346"/>
                  </a:lnTo>
                  <a:lnTo>
                    <a:pt x="9933448" y="24295"/>
                  </a:lnTo>
                  <a:lnTo>
                    <a:pt x="9830583" y="31103"/>
                  </a:lnTo>
                  <a:lnTo>
                    <a:pt x="9731850" y="38765"/>
                  </a:lnTo>
                  <a:lnTo>
                    <a:pt x="9638990" y="47300"/>
                  </a:lnTo>
                  <a:lnTo>
                    <a:pt x="9552904" y="56759"/>
                  </a:lnTo>
                  <a:lnTo>
                    <a:pt x="9473832" y="67225"/>
                  </a:lnTo>
                  <a:lnTo>
                    <a:pt x="9401536" y="78814"/>
                  </a:lnTo>
                  <a:lnTo>
                    <a:pt x="9335469" y="91673"/>
                  </a:lnTo>
                  <a:lnTo>
                    <a:pt x="9274897" y="105973"/>
                  </a:lnTo>
                  <a:lnTo>
                    <a:pt x="9218997" y="121898"/>
                  </a:lnTo>
                  <a:lnTo>
                    <a:pt x="9166926" y="139626"/>
                  </a:lnTo>
                  <a:lnTo>
                    <a:pt x="9117874" y="159304"/>
                  </a:lnTo>
                  <a:lnTo>
                    <a:pt x="9084767" y="174357"/>
                  </a:lnTo>
                  <a:lnTo>
                    <a:pt x="9034332" y="200119"/>
                  </a:lnTo>
                  <a:lnTo>
                    <a:pt x="8985451" y="228417"/>
                  </a:lnTo>
                  <a:lnTo>
                    <a:pt x="8937555" y="259293"/>
                  </a:lnTo>
                  <a:lnTo>
                    <a:pt x="8890226" y="292706"/>
                  </a:lnTo>
                  <a:lnTo>
                    <a:pt x="8843163" y="328525"/>
                  </a:lnTo>
                  <a:lnTo>
                    <a:pt x="8796169" y="366524"/>
                  </a:lnTo>
                  <a:lnTo>
                    <a:pt x="8749128" y="406383"/>
                  </a:lnTo>
                  <a:lnTo>
                    <a:pt x="8701996" y="447689"/>
                  </a:lnTo>
                  <a:lnTo>
                    <a:pt x="8654779" y="489962"/>
                  </a:lnTo>
                  <a:lnTo>
                    <a:pt x="8607518" y="532665"/>
                  </a:lnTo>
                  <a:lnTo>
                    <a:pt x="8560270" y="575244"/>
                  </a:lnTo>
                  <a:lnTo>
                    <a:pt x="8513087" y="617146"/>
                  </a:lnTo>
                  <a:lnTo>
                    <a:pt x="8465998" y="657858"/>
                  </a:lnTo>
                  <a:lnTo>
                    <a:pt x="8418988" y="696928"/>
                  </a:lnTo>
                  <a:lnTo>
                    <a:pt x="8371981" y="733983"/>
                  </a:lnTo>
                  <a:lnTo>
                    <a:pt x="8324829" y="768744"/>
                  </a:lnTo>
                  <a:lnTo>
                    <a:pt x="8277290" y="801028"/>
                  </a:lnTo>
                  <a:lnTo>
                    <a:pt x="8229011" y="830747"/>
                  </a:lnTo>
                  <a:lnTo>
                    <a:pt x="8179513" y="857898"/>
                  </a:lnTo>
                  <a:lnTo>
                    <a:pt x="8151487" y="871786"/>
                  </a:lnTo>
                  <a:lnTo>
                    <a:pt x="8104118" y="892877"/>
                  </a:lnTo>
                  <a:lnTo>
                    <a:pt x="8054252" y="911966"/>
                  </a:lnTo>
                  <a:lnTo>
                    <a:pt x="8001133" y="929143"/>
                  </a:lnTo>
                  <a:lnTo>
                    <a:pt x="7943938" y="944567"/>
                  </a:lnTo>
                  <a:lnTo>
                    <a:pt x="7881821" y="958421"/>
                  </a:lnTo>
                  <a:lnTo>
                    <a:pt x="7813978" y="970887"/>
                  </a:lnTo>
                  <a:lnTo>
                    <a:pt x="7739721" y="982130"/>
                  </a:lnTo>
                  <a:lnTo>
                    <a:pt x="7658578" y="992287"/>
                  </a:lnTo>
                  <a:lnTo>
                    <a:pt x="7570434" y="1001465"/>
                  </a:lnTo>
                  <a:lnTo>
                    <a:pt x="7475706" y="1009737"/>
                  </a:lnTo>
                  <a:lnTo>
                    <a:pt x="7375525" y="1017145"/>
                  </a:lnTo>
                  <a:lnTo>
                    <a:pt x="7271911" y="1023700"/>
                  </a:lnTo>
                  <a:lnTo>
                    <a:pt x="7167839" y="1029391"/>
                  </a:lnTo>
                  <a:lnTo>
                    <a:pt x="7067143" y="1034199"/>
                  </a:lnTo>
                  <a:lnTo>
                    <a:pt x="6974171" y="1038109"/>
                  </a:lnTo>
                  <a:lnTo>
                    <a:pt x="6893190" y="1041134"/>
                  </a:lnTo>
                  <a:lnTo>
                    <a:pt x="6827631" y="1043324"/>
                  </a:lnTo>
                  <a:lnTo>
                    <a:pt x="6779379" y="1044773"/>
                  </a:lnTo>
                  <a:lnTo>
                    <a:pt x="6748306" y="1045616"/>
                  </a:lnTo>
                  <a:lnTo>
                    <a:pt x="6732164" y="1046013"/>
                  </a:lnTo>
                  <a:lnTo>
                    <a:pt x="6726777" y="1046134"/>
                  </a:lnTo>
                  <a:lnTo>
                    <a:pt x="6726343" y="1046143"/>
                  </a:lnTo>
                  <a:lnTo>
                    <a:pt x="5254955" y="1046143"/>
                  </a:lnTo>
                  <a:lnTo>
                    <a:pt x="5253828" y="1046215"/>
                  </a:lnTo>
                  <a:lnTo>
                    <a:pt x="5246419" y="1046728"/>
                  </a:lnTo>
                  <a:lnTo>
                    <a:pt x="5227736" y="1048144"/>
                  </a:lnTo>
                  <a:lnTo>
                    <a:pt x="5194318" y="1050932"/>
                  </a:lnTo>
                  <a:lnTo>
                    <a:pt x="5144478" y="1055527"/>
                  </a:lnTo>
                  <a:lnTo>
                    <a:pt x="5078433" y="1062284"/>
                  </a:lnTo>
                  <a:lnTo>
                    <a:pt x="4998155" y="1071447"/>
                  </a:lnTo>
                  <a:lnTo>
                    <a:pt x="4906927" y="1083143"/>
                  </a:lnTo>
                  <a:lnTo>
                    <a:pt x="4808706" y="1097394"/>
                  </a:lnTo>
                  <a:lnTo>
                    <a:pt x="4707479" y="1114161"/>
                  </a:lnTo>
                  <a:lnTo>
                    <a:pt x="4606747" y="1133389"/>
                  </a:lnTo>
                  <a:lnTo>
                    <a:pt x="4509242" y="1155050"/>
                  </a:lnTo>
                  <a:lnTo>
                    <a:pt x="4416839" y="1179172"/>
                  </a:lnTo>
                  <a:lnTo>
                    <a:pt x="4330616" y="1205863"/>
                  </a:lnTo>
                  <a:lnTo>
                    <a:pt x="4250999" y="1235320"/>
                  </a:lnTo>
                  <a:lnTo>
                    <a:pt x="4177927" y="1267830"/>
                  </a:lnTo>
                  <a:lnTo>
                    <a:pt x="4111000" y="1303764"/>
                  </a:lnTo>
                  <a:lnTo>
                    <a:pt x="4049611" y="1343567"/>
                  </a:lnTo>
                  <a:lnTo>
                    <a:pt x="3993034" y="1387735"/>
                  </a:lnTo>
                  <a:lnTo>
                    <a:pt x="3940495" y="1436782"/>
                  </a:lnTo>
                  <a:lnTo>
                    <a:pt x="3891228" y="1491175"/>
                  </a:lnTo>
                  <a:lnTo>
                    <a:pt x="3844517" y="1551233"/>
                  </a:lnTo>
                  <a:lnTo>
                    <a:pt x="3829811" y="1571940"/>
                  </a:lnTo>
                  <a:lnTo>
                    <a:pt x="3793734" y="1626447"/>
                  </a:lnTo>
                  <a:lnTo>
                    <a:pt x="3758539" y="1684794"/>
                  </a:lnTo>
                  <a:lnTo>
                    <a:pt x="3723995" y="1747059"/>
                  </a:lnTo>
                  <a:lnTo>
                    <a:pt x="3689914" y="1813263"/>
                  </a:lnTo>
                  <a:lnTo>
                    <a:pt x="3656146" y="1883365"/>
                  </a:lnTo>
                  <a:lnTo>
                    <a:pt x="3622571" y="1957253"/>
                  </a:lnTo>
                  <a:lnTo>
                    <a:pt x="3589098" y="2034744"/>
                  </a:lnTo>
                  <a:lnTo>
                    <a:pt x="3555658" y="2115578"/>
                  </a:lnTo>
                  <a:lnTo>
                    <a:pt x="3522208" y="2199422"/>
                  </a:lnTo>
                  <a:lnTo>
                    <a:pt x="3488719" y="2285871"/>
                  </a:lnTo>
                  <a:lnTo>
                    <a:pt x="3455183" y="2374456"/>
                  </a:lnTo>
                  <a:lnTo>
                    <a:pt x="3421600" y="2464653"/>
                  </a:lnTo>
                  <a:lnTo>
                    <a:pt x="3387984" y="2555894"/>
                  </a:lnTo>
                  <a:lnTo>
                    <a:pt x="3354352" y="2647584"/>
                  </a:lnTo>
                  <a:lnTo>
                    <a:pt x="3320726" y="2739114"/>
                  </a:lnTo>
                  <a:lnTo>
                    <a:pt x="3287125" y="2829880"/>
                  </a:lnTo>
                  <a:lnTo>
                    <a:pt x="3253566" y="2919300"/>
                  </a:lnTo>
                  <a:lnTo>
                    <a:pt x="3220055" y="3006827"/>
                  </a:lnTo>
                  <a:lnTo>
                    <a:pt x="3186588" y="3091965"/>
                  </a:lnTo>
                  <a:lnTo>
                    <a:pt x="3153148" y="3174276"/>
                  </a:lnTo>
                  <a:lnTo>
                    <a:pt x="3119698" y="3253394"/>
                  </a:lnTo>
                  <a:lnTo>
                    <a:pt x="3086181" y="3329023"/>
                  </a:lnTo>
                  <a:lnTo>
                    <a:pt x="3052518" y="3400944"/>
                  </a:lnTo>
                  <a:lnTo>
                    <a:pt x="3018603" y="3469011"/>
                  </a:lnTo>
                  <a:lnTo>
                    <a:pt x="2984300" y="3533150"/>
                  </a:lnTo>
                  <a:lnTo>
                    <a:pt x="2949441" y="3593354"/>
                  </a:lnTo>
                  <a:lnTo>
                    <a:pt x="2913815" y="3649674"/>
                  </a:lnTo>
                  <a:lnTo>
                    <a:pt x="2896531" y="3675124"/>
                  </a:lnTo>
                  <a:lnTo>
                    <a:pt x="2850510" y="3737041"/>
                  </a:lnTo>
                  <a:lnTo>
                    <a:pt x="2802146" y="3793247"/>
                  </a:lnTo>
                  <a:lnTo>
                    <a:pt x="2750752" y="3843982"/>
                  </a:lnTo>
                  <a:lnTo>
                    <a:pt x="2695569" y="3889677"/>
                  </a:lnTo>
                  <a:lnTo>
                    <a:pt x="2635823" y="3930839"/>
                  </a:lnTo>
                  <a:lnTo>
                    <a:pt x="2570767" y="3967975"/>
                  </a:lnTo>
                  <a:lnTo>
                    <a:pt x="2499743" y="4001551"/>
                  </a:lnTo>
                  <a:lnTo>
                    <a:pt x="2422275" y="4031963"/>
                  </a:lnTo>
                  <a:lnTo>
                    <a:pt x="2338174" y="4059526"/>
                  </a:lnTo>
                  <a:lnTo>
                    <a:pt x="2247692" y="4084465"/>
                  </a:lnTo>
                  <a:lnTo>
                    <a:pt x="2151677" y="4106916"/>
                  </a:lnTo>
                  <a:lnTo>
                    <a:pt x="2051734" y="4126934"/>
                  </a:lnTo>
                  <a:lnTo>
                    <a:pt x="1950317" y="4144506"/>
                  </a:lnTo>
                  <a:lnTo>
                    <a:pt x="1850700" y="4159579"/>
                  </a:lnTo>
                  <a:lnTo>
                    <a:pt x="1756757" y="4172104"/>
                  </a:lnTo>
                  <a:lnTo>
                    <a:pt x="1672522" y="4182081"/>
                  </a:lnTo>
                  <a:lnTo>
                    <a:pt x="1601570" y="4189597"/>
                  </a:lnTo>
                  <a:lnTo>
                    <a:pt x="1546360" y="4194859"/>
                  </a:lnTo>
                  <a:lnTo>
                    <a:pt x="1507709" y="4198188"/>
                  </a:lnTo>
                  <a:lnTo>
                    <a:pt x="1484546" y="4199999"/>
                  </a:lnTo>
                  <a:lnTo>
                    <a:pt x="1473958" y="4200753"/>
                  </a:lnTo>
                  <a:lnTo>
                    <a:pt x="1471427" y="4200918"/>
                  </a:lnTo>
                  <a:lnTo>
                    <a:pt x="1471387" y="4200921"/>
                  </a:lnTo>
                  <a:lnTo>
                    <a:pt x="0" y="420092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14" name="pg1214"/>
            <p:cNvSpPr/>
            <p:nvPr/>
          </p:nvSpPr>
          <p:spPr>
            <a:xfrm>
              <a:off x="4799595" y="5290344"/>
              <a:ext cx="11981298" cy="3579773"/>
            </a:xfrm>
            <a:custGeom>
              <a:avLst/>
              <a:pathLst>
                <a:path w="11981298" h="3579773">
                  <a:moveTo>
                    <a:pt x="0" y="3007663"/>
                  </a:moveTo>
                  <a:lnTo>
                    <a:pt x="1471387" y="3007663"/>
                  </a:lnTo>
                  <a:lnTo>
                    <a:pt x="1472523" y="3007594"/>
                  </a:lnTo>
                  <a:lnTo>
                    <a:pt x="1479995" y="3007102"/>
                  </a:lnTo>
                  <a:lnTo>
                    <a:pt x="1498829" y="3005744"/>
                  </a:lnTo>
                  <a:lnTo>
                    <a:pt x="1532506" y="3003070"/>
                  </a:lnTo>
                  <a:lnTo>
                    <a:pt x="1582708" y="2998663"/>
                  </a:lnTo>
                  <a:lnTo>
                    <a:pt x="1649191" y="2992186"/>
                  </a:lnTo>
                  <a:lnTo>
                    <a:pt x="1729942" y="2983403"/>
                  </a:lnTo>
                  <a:lnTo>
                    <a:pt x="1821629" y="2972198"/>
                  </a:lnTo>
                  <a:lnTo>
                    <a:pt x="1920253" y="2958550"/>
                  </a:lnTo>
                  <a:lnTo>
                    <a:pt x="2021804" y="2942496"/>
                  </a:lnTo>
                  <a:lnTo>
                    <a:pt x="2122764" y="2924091"/>
                  </a:lnTo>
                  <a:lnTo>
                    <a:pt x="2220406" y="2903359"/>
                  </a:lnTo>
                  <a:lnTo>
                    <a:pt x="2312867" y="2880272"/>
                  </a:lnTo>
                  <a:lnTo>
                    <a:pt x="2399085" y="2854722"/>
                  </a:lnTo>
                  <a:lnTo>
                    <a:pt x="2478652" y="2826517"/>
                  </a:lnTo>
                  <a:lnTo>
                    <a:pt x="2551649" y="2795379"/>
                  </a:lnTo>
                  <a:lnTo>
                    <a:pt x="2618489" y="2760949"/>
                  </a:lnTo>
                  <a:lnTo>
                    <a:pt x="2679794" y="2722796"/>
                  </a:lnTo>
                  <a:lnTo>
                    <a:pt x="2736298" y="2680443"/>
                  </a:lnTo>
                  <a:lnTo>
                    <a:pt x="2788784" y="2633398"/>
                  </a:lnTo>
                  <a:lnTo>
                    <a:pt x="2838022" y="2581218"/>
                  </a:lnTo>
                  <a:lnTo>
                    <a:pt x="2884730" y="2523611"/>
                  </a:lnTo>
                  <a:lnTo>
                    <a:pt x="2896531" y="2507748"/>
                  </a:lnTo>
                  <a:lnTo>
                    <a:pt x="2933360" y="2454790"/>
                  </a:lnTo>
                  <a:lnTo>
                    <a:pt x="2969275" y="2398023"/>
                  </a:lnTo>
                  <a:lnTo>
                    <a:pt x="3004520" y="2337370"/>
                  </a:lnTo>
                  <a:lnTo>
                    <a:pt x="3039292" y="2272813"/>
                  </a:lnTo>
                  <a:lnTo>
                    <a:pt x="3073750" y="2204398"/>
                  </a:lnTo>
                  <a:lnTo>
                    <a:pt x="3108018" y="2132246"/>
                  </a:lnTo>
                  <a:lnTo>
                    <a:pt x="3142191" y="2056552"/>
                  </a:lnTo>
                  <a:lnTo>
                    <a:pt x="3176336" y="1977587"/>
                  </a:lnTo>
                  <a:lnTo>
                    <a:pt x="3210499" y="1895702"/>
                  </a:lnTo>
                  <a:lnTo>
                    <a:pt x="3244704" y="1811317"/>
                  </a:lnTo>
                  <a:lnTo>
                    <a:pt x="3278960" y="1724921"/>
                  </a:lnTo>
                  <a:lnTo>
                    <a:pt x="3313262" y="1637055"/>
                  </a:lnTo>
                  <a:lnTo>
                    <a:pt x="3347595" y="1548301"/>
                  </a:lnTo>
                  <a:lnTo>
                    <a:pt x="3381938" y="1459268"/>
                  </a:lnTo>
                  <a:lnTo>
                    <a:pt x="3416268" y="1370572"/>
                  </a:lnTo>
                  <a:lnTo>
                    <a:pt x="3450566" y="1282818"/>
                  </a:lnTo>
                  <a:lnTo>
                    <a:pt x="3484818" y="1196587"/>
                  </a:lnTo>
                  <a:lnTo>
                    <a:pt x="3519019" y="1112415"/>
                  </a:lnTo>
                  <a:lnTo>
                    <a:pt x="3553178" y="1030784"/>
                  </a:lnTo>
                  <a:lnTo>
                    <a:pt x="3587324" y="952110"/>
                  </a:lnTo>
                  <a:lnTo>
                    <a:pt x="3621502" y="876734"/>
                  </a:lnTo>
                  <a:lnTo>
                    <a:pt x="3655783" y="804922"/>
                  </a:lnTo>
                  <a:lnTo>
                    <a:pt x="3690265" y="736862"/>
                  </a:lnTo>
                  <a:lnTo>
                    <a:pt x="3725074" y="672666"/>
                  </a:lnTo>
                  <a:lnTo>
                    <a:pt x="3760372" y="612376"/>
                  </a:lnTo>
                  <a:lnTo>
                    <a:pt x="3796361" y="555967"/>
                  </a:lnTo>
                  <a:lnTo>
                    <a:pt x="3829811" y="508088"/>
                  </a:lnTo>
                  <a:lnTo>
                    <a:pt x="3875969" y="449056"/>
                  </a:lnTo>
                  <a:lnTo>
                    <a:pt x="3924484" y="395485"/>
                  </a:lnTo>
                  <a:lnTo>
                    <a:pt x="3976053" y="347144"/>
                  </a:lnTo>
                  <a:lnTo>
                    <a:pt x="4031438" y="303619"/>
                  </a:lnTo>
                  <a:lnTo>
                    <a:pt x="4091421" y="264422"/>
                  </a:lnTo>
                  <a:lnTo>
                    <a:pt x="4156757" y="229069"/>
                  </a:lnTo>
                  <a:lnTo>
                    <a:pt x="4228105" y="197113"/>
                  </a:lnTo>
                  <a:lnTo>
                    <a:pt x="4305942" y="168176"/>
                  </a:lnTo>
                  <a:lnTo>
                    <a:pt x="4390448" y="141958"/>
                  </a:lnTo>
                  <a:lnTo>
                    <a:pt x="4481360" y="118245"/>
                  </a:lnTo>
                  <a:lnTo>
                    <a:pt x="4577800" y="96907"/>
                  </a:lnTo>
                  <a:lnTo>
                    <a:pt x="4678125" y="77897"/>
                  </a:lnTo>
                  <a:lnTo>
                    <a:pt x="4779832" y="61228"/>
                  </a:lnTo>
                  <a:lnTo>
                    <a:pt x="4879590" y="46949"/>
                  </a:lnTo>
                  <a:lnTo>
                    <a:pt x="4973476" y="35108"/>
                  </a:lnTo>
                  <a:lnTo>
                    <a:pt x="5057427" y="25703"/>
                  </a:lnTo>
                  <a:lnTo>
                    <a:pt x="5127874" y="18644"/>
                  </a:lnTo>
                  <a:lnTo>
                    <a:pt x="5182406" y="13729"/>
                  </a:lnTo>
                  <a:lnTo>
                    <a:pt x="5220292" y="10642"/>
                  </a:lnTo>
                  <a:lnTo>
                    <a:pt x="5242716" y="8984"/>
                  </a:lnTo>
                  <a:lnTo>
                    <a:pt x="5252715" y="8311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442" y="8252"/>
                  </a:lnTo>
                  <a:lnTo>
                    <a:pt x="6734676" y="8818"/>
                  </a:lnTo>
                  <a:lnTo>
                    <a:pt x="6752931" y="10381"/>
                  </a:lnTo>
                  <a:lnTo>
                    <a:pt x="6785617" y="13460"/>
                  </a:lnTo>
                  <a:lnTo>
                    <a:pt x="6834431" y="18535"/>
                  </a:lnTo>
                  <a:lnTo>
                    <a:pt x="6899232" y="26004"/>
                  </a:lnTo>
                  <a:lnTo>
                    <a:pt x="6978165" y="36142"/>
                  </a:lnTo>
                  <a:lnTo>
                    <a:pt x="7068079" y="49096"/>
                  </a:lnTo>
                  <a:lnTo>
                    <a:pt x="7165135" y="64895"/>
                  </a:lnTo>
                  <a:lnTo>
                    <a:pt x="7265429" y="83502"/>
                  </a:lnTo>
                  <a:lnTo>
                    <a:pt x="7365492" y="104853"/>
                  </a:lnTo>
                  <a:lnTo>
                    <a:pt x="7462589" y="128913"/>
                  </a:lnTo>
                  <a:lnTo>
                    <a:pt x="7554814" y="155707"/>
                  </a:lnTo>
                  <a:lnTo>
                    <a:pt x="7641040" y="185344"/>
                  </a:lnTo>
                  <a:lnTo>
                    <a:pt x="7720789" y="218030"/>
                  </a:lnTo>
                  <a:lnTo>
                    <a:pt x="7794073" y="254071"/>
                  </a:lnTo>
                  <a:lnTo>
                    <a:pt x="7861245" y="293864"/>
                  </a:lnTo>
                  <a:lnTo>
                    <a:pt x="7922878" y="337891"/>
                  </a:lnTo>
                  <a:lnTo>
                    <a:pt x="7979668" y="386694"/>
                  </a:lnTo>
                  <a:lnTo>
                    <a:pt x="8032365" y="440842"/>
                  </a:lnTo>
                  <a:lnTo>
                    <a:pt x="8081721" y="500864"/>
                  </a:lnTo>
                  <a:lnTo>
                    <a:pt x="8128448" y="567151"/>
                  </a:lnTo>
                  <a:lnTo>
                    <a:pt x="8151487" y="603439"/>
                  </a:lnTo>
                  <a:lnTo>
                    <a:pt x="8185730" y="661867"/>
                  </a:lnTo>
                  <a:lnTo>
                    <a:pt x="8219170" y="724201"/>
                  </a:lnTo>
                  <a:lnTo>
                    <a:pt x="8252004" y="790520"/>
                  </a:lnTo>
                  <a:lnTo>
                    <a:pt x="8284397" y="860853"/>
                  </a:lnTo>
                  <a:lnTo>
                    <a:pt x="8316484" y="935171"/>
                  </a:lnTo>
                  <a:lnTo>
                    <a:pt x="8348373" y="1013383"/>
                  </a:lnTo>
                  <a:lnTo>
                    <a:pt x="8380147" y="1095330"/>
                  </a:lnTo>
                  <a:lnTo>
                    <a:pt x="8411871" y="1180788"/>
                  </a:lnTo>
                  <a:lnTo>
                    <a:pt x="8443592" y="1269461"/>
                  </a:lnTo>
                  <a:lnTo>
                    <a:pt x="8475337" y="1360988"/>
                  </a:lnTo>
                  <a:lnTo>
                    <a:pt x="8507122" y="1454945"/>
                  </a:lnTo>
                  <a:lnTo>
                    <a:pt x="8538951" y="1550852"/>
                  </a:lnTo>
                  <a:lnTo>
                    <a:pt x="8570818" y="1648185"/>
                  </a:lnTo>
                  <a:lnTo>
                    <a:pt x="8602711" y="1746383"/>
                  </a:lnTo>
                  <a:lnTo>
                    <a:pt x="8634613" y="1844866"/>
                  </a:lnTo>
                  <a:lnTo>
                    <a:pt x="8666505" y="1943044"/>
                  </a:lnTo>
                  <a:lnTo>
                    <a:pt x="8698371" y="2040338"/>
                  </a:lnTo>
                  <a:lnTo>
                    <a:pt x="8730199" y="2136188"/>
                  </a:lnTo>
                  <a:lnTo>
                    <a:pt x="8761983" y="2230071"/>
                  </a:lnTo>
                  <a:lnTo>
                    <a:pt x="8793727" y="2321509"/>
                  </a:lnTo>
                  <a:lnTo>
                    <a:pt x="8825446" y="2410079"/>
                  </a:lnTo>
                  <a:lnTo>
                    <a:pt x="8857171" y="2495424"/>
                  </a:lnTo>
                  <a:lnTo>
                    <a:pt x="8888949" y="2577249"/>
                  </a:lnTo>
                  <a:lnTo>
                    <a:pt x="8920842" y="2655332"/>
                  </a:lnTo>
                  <a:lnTo>
                    <a:pt x="8952937" y="2729517"/>
                  </a:lnTo>
                  <a:lnTo>
                    <a:pt x="8985343" y="2799716"/>
                  </a:lnTo>
                  <a:lnTo>
                    <a:pt x="9018195" y="2865901"/>
                  </a:lnTo>
                  <a:lnTo>
                    <a:pt x="9051658" y="2928102"/>
                  </a:lnTo>
                  <a:lnTo>
                    <a:pt x="9084767" y="2984506"/>
                  </a:lnTo>
                  <a:lnTo>
                    <a:pt x="9130399" y="3054051"/>
                  </a:lnTo>
                  <a:lnTo>
                    <a:pt x="9178329" y="3117236"/>
                  </a:lnTo>
                  <a:lnTo>
                    <a:pt x="9229229" y="3174321"/>
                  </a:lnTo>
                  <a:lnTo>
                    <a:pt x="9283836" y="3225781"/>
                  </a:lnTo>
                  <a:lnTo>
                    <a:pt x="9342905" y="3272175"/>
                  </a:lnTo>
                  <a:lnTo>
                    <a:pt x="9407169" y="3314064"/>
                  </a:lnTo>
                  <a:lnTo>
                    <a:pt x="9477274" y="3351964"/>
                  </a:lnTo>
                  <a:lnTo>
                    <a:pt x="9553697" y="3386319"/>
                  </a:lnTo>
                  <a:lnTo>
                    <a:pt x="9636642" y="3417480"/>
                  </a:lnTo>
                  <a:lnTo>
                    <a:pt x="9725902" y="3445705"/>
                  </a:lnTo>
                  <a:lnTo>
                    <a:pt x="9820700" y="3471152"/>
                  </a:lnTo>
                  <a:lnTo>
                    <a:pt x="9919539" y="3493887"/>
                  </a:lnTo>
                  <a:lnTo>
                    <a:pt x="10020107" y="3513901"/>
                  </a:lnTo>
                  <a:lnTo>
                    <a:pt x="10119285" y="3531141"/>
                  </a:lnTo>
                  <a:lnTo>
                    <a:pt x="10213342" y="3545548"/>
                  </a:lnTo>
                  <a:lnTo>
                    <a:pt x="10298331" y="3557113"/>
                  </a:lnTo>
                  <a:lnTo>
                    <a:pt x="10370669" y="3565918"/>
                  </a:lnTo>
                  <a:lnTo>
                    <a:pt x="10427774" y="3572173"/>
                  </a:lnTo>
                  <a:lnTo>
                    <a:pt x="10468594" y="3576214"/>
                  </a:lnTo>
                  <a:lnTo>
                    <a:pt x="10493890" y="3578487"/>
                  </a:lnTo>
                  <a:lnTo>
                    <a:pt x="10506225" y="3579497"/>
                  </a:lnTo>
                  <a:lnTo>
                    <a:pt x="10509761" y="3579762"/>
                  </a:lnTo>
                  <a:lnTo>
                    <a:pt x="10509911" y="3579773"/>
                  </a:lnTo>
                  <a:lnTo>
                    <a:pt x="11981298" y="3579773"/>
                  </a:lnTo>
                  <a:lnTo>
                    <a:pt x="11981298" y="3571600"/>
                  </a:lnTo>
                  <a:lnTo>
                    <a:pt x="10509911" y="3571600"/>
                  </a:lnTo>
                  <a:lnTo>
                    <a:pt x="10508811" y="3571520"/>
                  </a:lnTo>
                  <a:lnTo>
                    <a:pt x="10501577" y="3570955"/>
                  </a:lnTo>
                  <a:lnTo>
                    <a:pt x="10483322" y="3569391"/>
                  </a:lnTo>
                  <a:lnTo>
                    <a:pt x="10450637" y="3566313"/>
                  </a:lnTo>
                  <a:lnTo>
                    <a:pt x="10401822" y="3561237"/>
                  </a:lnTo>
                  <a:lnTo>
                    <a:pt x="10337021" y="3553769"/>
                  </a:lnTo>
                  <a:lnTo>
                    <a:pt x="10258089" y="3543630"/>
                  </a:lnTo>
                  <a:lnTo>
                    <a:pt x="10168174" y="3530677"/>
                  </a:lnTo>
                  <a:lnTo>
                    <a:pt x="10071118" y="3514877"/>
                  </a:lnTo>
                  <a:lnTo>
                    <a:pt x="9970824" y="3496270"/>
                  </a:lnTo>
                  <a:lnTo>
                    <a:pt x="9870761" y="3474919"/>
                  </a:lnTo>
                  <a:lnTo>
                    <a:pt x="9773664" y="3450859"/>
                  </a:lnTo>
                  <a:lnTo>
                    <a:pt x="9681439" y="3424066"/>
                  </a:lnTo>
                  <a:lnTo>
                    <a:pt x="9595213" y="3394429"/>
                  </a:lnTo>
                  <a:lnTo>
                    <a:pt x="9515464" y="3361742"/>
                  </a:lnTo>
                  <a:lnTo>
                    <a:pt x="9442181" y="3325701"/>
                  </a:lnTo>
                  <a:lnTo>
                    <a:pt x="9375009" y="3285908"/>
                  </a:lnTo>
                  <a:lnTo>
                    <a:pt x="9313376" y="3241881"/>
                  </a:lnTo>
                  <a:lnTo>
                    <a:pt x="9256586" y="3193078"/>
                  </a:lnTo>
                  <a:lnTo>
                    <a:pt x="9203889" y="3138930"/>
                  </a:lnTo>
                  <a:lnTo>
                    <a:pt x="9154532" y="3078908"/>
                  </a:lnTo>
                  <a:lnTo>
                    <a:pt x="9107805" y="3012622"/>
                  </a:lnTo>
                  <a:lnTo>
                    <a:pt x="9084767" y="2976333"/>
                  </a:lnTo>
                  <a:lnTo>
                    <a:pt x="9050523" y="2917905"/>
                  </a:lnTo>
                  <a:lnTo>
                    <a:pt x="9017084" y="2855572"/>
                  </a:lnTo>
                  <a:lnTo>
                    <a:pt x="8984249" y="2789252"/>
                  </a:lnTo>
                  <a:lnTo>
                    <a:pt x="8951856" y="2718919"/>
                  </a:lnTo>
                  <a:lnTo>
                    <a:pt x="8919769" y="2644601"/>
                  </a:lnTo>
                  <a:lnTo>
                    <a:pt x="8887881" y="2566389"/>
                  </a:lnTo>
                  <a:lnTo>
                    <a:pt x="8856106" y="2484442"/>
                  </a:lnTo>
                  <a:lnTo>
                    <a:pt x="8824382" y="2398984"/>
                  </a:lnTo>
                  <a:lnTo>
                    <a:pt x="8792662" y="2310311"/>
                  </a:lnTo>
                  <a:lnTo>
                    <a:pt x="8760917" y="2218784"/>
                  </a:lnTo>
                  <a:lnTo>
                    <a:pt x="8729131" y="2124827"/>
                  </a:lnTo>
                  <a:lnTo>
                    <a:pt x="8697302" y="2028920"/>
                  </a:lnTo>
                  <a:lnTo>
                    <a:pt x="8665435" y="1931587"/>
                  </a:lnTo>
                  <a:lnTo>
                    <a:pt x="8633542" y="1833389"/>
                  </a:lnTo>
                  <a:lnTo>
                    <a:pt x="8601641" y="1734907"/>
                  </a:lnTo>
                  <a:lnTo>
                    <a:pt x="8569748" y="1636728"/>
                  </a:lnTo>
                  <a:lnTo>
                    <a:pt x="8537882" y="1539434"/>
                  </a:lnTo>
                  <a:lnTo>
                    <a:pt x="8506054" y="1443584"/>
                  </a:lnTo>
                  <a:lnTo>
                    <a:pt x="8474271" y="1349701"/>
                  </a:lnTo>
                  <a:lnTo>
                    <a:pt x="8442527" y="1258264"/>
                  </a:lnTo>
                  <a:lnTo>
                    <a:pt x="8410807" y="1169693"/>
                  </a:lnTo>
                  <a:lnTo>
                    <a:pt x="8379082" y="1084349"/>
                  </a:lnTo>
                  <a:lnTo>
                    <a:pt x="8347305" y="1002523"/>
                  </a:lnTo>
                  <a:lnTo>
                    <a:pt x="8315411" y="924440"/>
                  </a:lnTo>
                  <a:lnTo>
                    <a:pt x="8283316" y="850255"/>
                  </a:lnTo>
                  <a:lnTo>
                    <a:pt x="8250910" y="780056"/>
                  </a:lnTo>
                  <a:lnTo>
                    <a:pt x="8218058" y="713871"/>
                  </a:lnTo>
                  <a:lnTo>
                    <a:pt x="8184595" y="651670"/>
                  </a:lnTo>
                  <a:lnTo>
                    <a:pt x="8151487" y="595266"/>
                  </a:lnTo>
                  <a:lnTo>
                    <a:pt x="8105854" y="525721"/>
                  </a:lnTo>
                  <a:lnTo>
                    <a:pt x="8057924" y="462537"/>
                  </a:lnTo>
                  <a:lnTo>
                    <a:pt x="8007024" y="405451"/>
                  </a:lnTo>
                  <a:lnTo>
                    <a:pt x="7952418" y="353991"/>
                  </a:lnTo>
                  <a:lnTo>
                    <a:pt x="7893348" y="307597"/>
                  </a:lnTo>
                  <a:lnTo>
                    <a:pt x="7829084" y="265708"/>
                  </a:lnTo>
                  <a:lnTo>
                    <a:pt x="7758980" y="227808"/>
                  </a:lnTo>
                  <a:lnTo>
                    <a:pt x="7682557" y="193454"/>
                  </a:lnTo>
                  <a:lnTo>
                    <a:pt x="7599611" y="162292"/>
                  </a:lnTo>
                  <a:lnTo>
                    <a:pt x="7510351" y="134067"/>
                  </a:lnTo>
                  <a:lnTo>
                    <a:pt x="7415554" y="108620"/>
                  </a:lnTo>
                  <a:lnTo>
                    <a:pt x="7316714" y="85886"/>
                  </a:lnTo>
                  <a:lnTo>
                    <a:pt x="7216146" y="65871"/>
                  </a:lnTo>
                  <a:lnTo>
                    <a:pt x="7116968" y="48631"/>
                  </a:lnTo>
                  <a:lnTo>
                    <a:pt x="7022911" y="34224"/>
                  </a:lnTo>
                  <a:lnTo>
                    <a:pt x="6937922" y="22659"/>
                  </a:lnTo>
                  <a:lnTo>
                    <a:pt x="6865584" y="13854"/>
                  </a:lnTo>
                  <a:lnTo>
                    <a:pt x="6808479" y="7600"/>
                  </a:lnTo>
                  <a:lnTo>
                    <a:pt x="6767659" y="3558"/>
                  </a:lnTo>
                  <a:lnTo>
                    <a:pt x="6742363" y="1285"/>
                  </a:lnTo>
                  <a:lnTo>
                    <a:pt x="6730028" y="275"/>
                  </a:lnTo>
                  <a:lnTo>
                    <a:pt x="6726493" y="10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819" y="68"/>
                  </a:lnTo>
                  <a:lnTo>
                    <a:pt x="5246347" y="560"/>
                  </a:lnTo>
                  <a:lnTo>
                    <a:pt x="5227513" y="1918"/>
                  </a:lnTo>
                  <a:lnTo>
                    <a:pt x="5193836" y="4593"/>
                  </a:lnTo>
                  <a:lnTo>
                    <a:pt x="5143634" y="8999"/>
                  </a:lnTo>
                  <a:lnTo>
                    <a:pt x="5077151" y="15477"/>
                  </a:lnTo>
                  <a:lnTo>
                    <a:pt x="4996401" y="24259"/>
                  </a:lnTo>
                  <a:lnTo>
                    <a:pt x="4904714" y="35464"/>
                  </a:lnTo>
                  <a:lnTo>
                    <a:pt x="4806089" y="49113"/>
                  </a:lnTo>
                  <a:lnTo>
                    <a:pt x="4704538" y="65166"/>
                  </a:lnTo>
                  <a:lnTo>
                    <a:pt x="4603578" y="83572"/>
                  </a:lnTo>
                  <a:lnTo>
                    <a:pt x="4505936" y="104303"/>
                  </a:lnTo>
                  <a:lnTo>
                    <a:pt x="4413476" y="127390"/>
                  </a:lnTo>
                  <a:lnTo>
                    <a:pt x="4327258" y="152940"/>
                  </a:lnTo>
                  <a:lnTo>
                    <a:pt x="4247690" y="181145"/>
                  </a:lnTo>
                  <a:lnTo>
                    <a:pt x="4174693" y="212283"/>
                  </a:lnTo>
                  <a:lnTo>
                    <a:pt x="4107853" y="246714"/>
                  </a:lnTo>
                  <a:lnTo>
                    <a:pt x="4046548" y="284866"/>
                  </a:lnTo>
                  <a:lnTo>
                    <a:pt x="3990044" y="327219"/>
                  </a:lnTo>
                  <a:lnTo>
                    <a:pt x="3937559" y="374264"/>
                  </a:lnTo>
                  <a:lnTo>
                    <a:pt x="3888320" y="426444"/>
                  </a:lnTo>
                  <a:lnTo>
                    <a:pt x="3841612" y="484051"/>
                  </a:lnTo>
                  <a:lnTo>
                    <a:pt x="3829811" y="499915"/>
                  </a:lnTo>
                  <a:lnTo>
                    <a:pt x="3792982" y="552873"/>
                  </a:lnTo>
                  <a:lnTo>
                    <a:pt x="3757067" y="609639"/>
                  </a:lnTo>
                  <a:lnTo>
                    <a:pt x="3721823" y="670292"/>
                  </a:lnTo>
                  <a:lnTo>
                    <a:pt x="3687050" y="734850"/>
                  </a:lnTo>
                  <a:lnTo>
                    <a:pt x="3652592" y="803264"/>
                  </a:lnTo>
                  <a:lnTo>
                    <a:pt x="3618324" y="875416"/>
                  </a:lnTo>
                  <a:lnTo>
                    <a:pt x="3584152" y="951111"/>
                  </a:lnTo>
                  <a:lnTo>
                    <a:pt x="3550006" y="1030075"/>
                  </a:lnTo>
                  <a:lnTo>
                    <a:pt x="3515844" y="1111961"/>
                  </a:lnTo>
                  <a:lnTo>
                    <a:pt x="3481638" y="1196345"/>
                  </a:lnTo>
                  <a:lnTo>
                    <a:pt x="3447382" y="1282741"/>
                  </a:lnTo>
                  <a:lnTo>
                    <a:pt x="3413080" y="1370607"/>
                  </a:lnTo>
                  <a:lnTo>
                    <a:pt x="3378748" y="1459361"/>
                  </a:lnTo>
                  <a:lnTo>
                    <a:pt x="3344405" y="1548394"/>
                  </a:lnTo>
                  <a:lnTo>
                    <a:pt x="3310074" y="1637091"/>
                  </a:lnTo>
                  <a:lnTo>
                    <a:pt x="3275776" y="1724844"/>
                  </a:lnTo>
                  <a:lnTo>
                    <a:pt x="3241524" y="1811076"/>
                  </a:lnTo>
                  <a:lnTo>
                    <a:pt x="3207324" y="1895247"/>
                  </a:lnTo>
                  <a:lnTo>
                    <a:pt x="3173164" y="1976878"/>
                  </a:lnTo>
                  <a:lnTo>
                    <a:pt x="3139018" y="2055553"/>
                  </a:lnTo>
                  <a:lnTo>
                    <a:pt x="3104840" y="2130929"/>
                  </a:lnTo>
                  <a:lnTo>
                    <a:pt x="3070559" y="2202740"/>
                  </a:lnTo>
                  <a:lnTo>
                    <a:pt x="3036077" y="2270800"/>
                  </a:lnTo>
                  <a:lnTo>
                    <a:pt x="3001268" y="2334996"/>
                  </a:lnTo>
                  <a:lnTo>
                    <a:pt x="2965970" y="2395286"/>
                  </a:lnTo>
                  <a:lnTo>
                    <a:pt x="2929981" y="2451695"/>
                  </a:lnTo>
                  <a:lnTo>
                    <a:pt x="2896531" y="2499575"/>
                  </a:lnTo>
                  <a:lnTo>
                    <a:pt x="2850373" y="2558607"/>
                  </a:lnTo>
                  <a:lnTo>
                    <a:pt x="2801858" y="2612178"/>
                  </a:lnTo>
                  <a:lnTo>
                    <a:pt x="2750289" y="2660518"/>
                  </a:lnTo>
                  <a:lnTo>
                    <a:pt x="2694905" y="2704044"/>
                  </a:lnTo>
                  <a:lnTo>
                    <a:pt x="2634921" y="2743240"/>
                  </a:lnTo>
                  <a:lnTo>
                    <a:pt x="2569585" y="2778594"/>
                  </a:lnTo>
                  <a:lnTo>
                    <a:pt x="2498238" y="2810549"/>
                  </a:lnTo>
                  <a:lnTo>
                    <a:pt x="2420401" y="2839486"/>
                  </a:lnTo>
                  <a:lnTo>
                    <a:pt x="2335894" y="2865704"/>
                  </a:lnTo>
                  <a:lnTo>
                    <a:pt x="2244982" y="2889417"/>
                  </a:lnTo>
                  <a:lnTo>
                    <a:pt x="2148542" y="2910755"/>
                  </a:lnTo>
                  <a:lnTo>
                    <a:pt x="2048217" y="2929766"/>
                  </a:lnTo>
                  <a:lnTo>
                    <a:pt x="1946510" y="2946435"/>
                  </a:lnTo>
                  <a:lnTo>
                    <a:pt x="1846752" y="2960713"/>
                  </a:lnTo>
                  <a:lnTo>
                    <a:pt x="1752866" y="2972554"/>
                  </a:lnTo>
                  <a:lnTo>
                    <a:pt x="1668915" y="2981959"/>
                  </a:lnTo>
                  <a:lnTo>
                    <a:pt x="1598468" y="2989018"/>
                  </a:lnTo>
                  <a:lnTo>
                    <a:pt x="1543936" y="2993934"/>
                  </a:lnTo>
                  <a:lnTo>
                    <a:pt x="1506050" y="2997020"/>
                  </a:lnTo>
                  <a:lnTo>
                    <a:pt x="1483626" y="2998678"/>
                  </a:lnTo>
                  <a:lnTo>
                    <a:pt x="1473627" y="2999351"/>
                  </a:lnTo>
                  <a:lnTo>
                    <a:pt x="1471387" y="2999490"/>
                  </a:lnTo>
                  <a:lnTo>
                    <a:pt x="0" y="2999490"/>
                  </a:lnTo>
                  <a:close/>
                </a:path>
              </a:pathLst>
            </a:custGeom>
            <a:solidFill>
              <a:srgbClr val="67C1B3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215" name="pl1215"/>
            <p:cNvSpPr/>
            <p:nvPr/>
          </p:nvSpPr>
          <p:spPr>
            <a:xfrm>
              <a:off x="4799595" y="5298517"/>
              <a:ext cx="11981298" cy="3571600"/>
            </a:xfrm>
            <a:custGeom>
              <a:avLst/>
              <a:pathLst>
                <a:path w="11981298" h="3571600">
                  <a:moveTo>
                    <a:pt x="0" y="2999490"/>
                  </a:moveTo>
                  <a:lnTo>
                    <a:pt x="1471387" y="2999490"/>
                  </a:lnTo>
                  <a:lnTo>
                    <a:pt x="1472523" y="2999421"/>
                  </a:lnTo>
                  <a:lnTo>
                    <a:pt x="1479995" y="2998929"/>
                  </a:lnTo>
                  <a:lnTo>
                    <a:pt x="1498829" y="2997571"/>
                  </a:lnTo>
                  <a:lnTo>
                    <a:pt x="1532506" y="2994897"/>
                  </a:lnTo>
                  <a:lnTo>
                    <a:pt x="1582708" y="2990490"/>
                  </a:lnTo>
                  <a:lnTo>
                    <a:pt x="1649191" y="2984013"/>
                  </a:lnTo>
                  <a:lnTo>
                    <a:pt x="1729942" y="2975230"/>
                  </a:lnTo>
                  <a:lnTo>
                    <a:pt x="1821629" y="2964025"/>
                  </a:lnTo>
                  <a:lnTo>
                    <a:pt x="1920253" y="2950377"/>
                  </a:lnTo>
                  <a:lnTo>
                    <a:pt x="2021804" y="2934323"/>
                  </a:lnTo>
                  <a:lnTo>
                    <a:pt x="2122764" y="2915918"/>
                  </a:lnTo>
                  <a:lnTo>
                    <a:pt x="2220406" y="2895186"/>
                  </a:lnTo>
                  <a:lnTo>
                    <a:pt x="2312867" y="2872099"/>
                  </a:lnTo>
                  <a:lnTo>
                    <a:pt x="2399085" y="2846549"/>
                  </a:lnTo>
                  <a:lnTo>
                    <a:pt x="2478652" y="2818344"/>
                  </a:lnTo>
                  <a:lnTo>
                    <a:pt x="2551649" y="2787206"/>
                  </a:lnTo>
                  <a:lnTo>
                    <a:pt x="2618489" y="2752776"/>
                  </a:lnTo>
                  <a:lnTo>
                    <a:pt x="2679794" y="2714623"/>
                  </a:lnTo>
                  <a:lnTo>
                    <a:pt x="2736298" y="2672270"/>
                  </a:lnTo>
                  <a:lnTo>
                    <a:pt x="2788784" y="2625225"/>
                  </a:lnTo>
                  <a:lnTo>
                    <a:pt x="2838022" y="2573045"/>
                  </a:lnTo>
                  <a:lnTo>
                    <a:pt x="2884730" y="2515438"/>
                  </a:lnTo>
                  <a:lnTo>
                    <a:pt x="2896531" y="2499575"/>
                  </a:lnTo>
                  <a:lnTo>
                    <a:pt x="2933360" y="2446617"/>
                  </a:lnTo>
                  <a:lnTo>
                    <a:pt x="2969275" y="2389850"/>
                  </a:lnTo>
                  <a:lnTo>
                    <a:pt x="3004520" y="2329197"/>
                  </a:lnTo>
                  <a:lnTo>
                    <a:pt x="3039292" y="2264640"/>
                  </a:lnTo>
                  <a:lnTo>
                    <a:pt x="3073750" y="2196225"/>
                  </a:lnTo>
                  <a:lnTo>
                    <a:pt x="3108018" y="2124073"/>
                  </a:lnTo>
                  <a:lnTo>
                    <a:pt x="3142191" y="2048379"/>
                  </a:lnTo>
                  <a:lnTo>
                    <a:pt x="3176336" y="1969414"/>
                  </a:lnTo>
                  <a:lnTo>
                    <a:pt x="3210499" y="1887529"/>
                  </a:lnTo>
                  <a:lnTo>
                    <a:pt x="3244704" y="1803144"/>
                  </a:lnTo>
                  <a:lnTo>
                    <a:pt x="3278960" y="1716748"/>
                  </a:lnTo>
                  <a:lnTo>
                    <a:pt x="3313262" y="1628882"/>
                  </a:lnTo>
                  <a:lnTo>
                    <a:pt x="3347595" y="1540128"/>
                  </a:lnTo>
                  <a:lnTo>
                    <a:pt x="3381938" y="1451095"/>
                  </a:lnTo>
                  <a:lnTo>
                    <a:pt x="3416268" y="1362399"/>
                  </a:lnTo>
                  <a:lnTo>
                    <a:pt x="3450566" y="1274645"/>
                  </a:lnTo>
                  <a:lnTo>
                    <a:pt x="3484818" y="1188414"/>
                  </a:lnTo>
                  <a:lnTo>
                    <a:pt x="3519019" y="1104242"/>
                  </a:lnTo>
                  <a:lnTo>
                    <a:pt x="3553178" y="1022611"/>
                  </a:lnTo>
                  <a:lnTo>
                    <a:pt x="3587324" y="943937"/>
                  </a:lnTo>
                  <a:lnTo>
                    <a:pt x="3621502" y="868561"/>
                  </a:lnTo>
                  <a:lnTo>
                    <a:pt x="3655783" y="796749"/>
                  </a:lnTo>
                  <a:lnTo>
                    <a:pt x="3690265" y="728689"/>
                  </a:lnTo>
                  <a:lnTo>
                    <a:pt x="3725074" y="664493"/>
                  </a:lnTo>
                  <a:lnTo>
                    <a:pt x="3760372" y="604203"/>
                  </a:lnTo>
                  <a:lnTo>
                    <a:pt x="3796361" y="547794"/>
                  </a:lnTo>
                  <a:lnTo>
                    <a:pt x="3829811" y="499915"/>
                  </a:lnTo>
                  <a:lnTo>
                    <a:pt x="3875969" y="440883"/>
                  </a:lnTo>
                  <a:lnTo>
                    <a:pt x="3924484" y="387312"/>
                  </a:lnTo>
                  <a:lnTo>
                    <a:pt x="3976053" y="338971"/>
                  </a:lnTo>
                  <a:lnTo>
                    <a:pt x="4031438" y="295446"/>
                  </a:lnTo>
                  <a:lnTo>
                    <a:pt x="4091421" y="256249"/>
                  </a:lnTo>
                  <a:lnTo>
                    <a:pt x="4156757" y="220896"/>
                  </a:lnTo>
                  <a:lnTo>
                    <a:pt x="4228105" y="188940"/>
                  </a:lnTo>
                  <a:lnTo>
                    <a:pt x="4305942" y="160003"/>
                  </a:lnTo>
                  <a:lnTo>
                    <a:pt x="4390448" y="133785"/>
                  </a:lnTo>
                  <a:lnTo>
                    <a:pt x="4481360" y="110072"/>
                  </a:lnTo>
                  <a:lnTo>
                    <a:pt x="4577800" y="88734"/>
                  </a:lnTo>
                  <a:lnTo>
                    <a:pt x="4678125" y="69724"/>
                  </a:lnTo>
                  <a:lnTo>
                    <a:pt x="4779832" y="53055"/>
                  </a:lnTo>
                  <a:lnTo>
                    <a:pt x="4879590" y="38776"/>
                  </a:lnTo>
                  <a:lnTo>
                    <a:pt x="4973476" y="26935"/>
                  </a:lnTo>
                  <a:lnTo>
                    <a:pt x="5057427" y="17530"/>
                  </a:lnTo>
                  <a:lnTo>
                    <a:pt x="5127874" y="10471"/>
                  </a:lnTo>
                  <a:lnTo>
                    <a:pt x="5182406" y="5556"/>
                  </a:lnTo>
                  <a:lnTo>
                    <a:pt x="5220292" y="2469"/>
                  </a:lnTo>
                  <a:lnTo>
                    <a:pt x="5242716" y="811"/>
                  </a:lnTo>
                  <a:lnTo>
                    <a:pt x="5252715" y="138"/>
                  </a:lnTo>
                  <a:lnTo>
                    <a:pt x="5254934" y="1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442" y="79"/>
                  </a:lnTo>
                  <a:lnTo>
                    <a:pt x="6734676" y="645"/>
                  </a:lnTo>
                  <a:lnTo>
                    <a:pt x="6752931" y="2208"/>
                  </a:lnTo>
                  <a:lnTo>
                    <a:pt x="6785617" y="5287"/>
                  </a:lnTo>
                  <a:lnTo>
                    <a:pt x="6834431" y="10362"/>
                  </a:lnTo>
                  <a:lnTo>
                    <a:pt x="6899232" y="17831"/>
                  </a:lnTo>
                  <a:lnTo>
                    <a:pt x="6978165" y="27969"/>
                  </a:lnTo>
                  <a:lnTo>
                    <a:pt x="7068079" y="40923"/>
                  </a:lnTo>
                  <a:lnTo>
                    <a:pt x="7165135" y="56722"/>
                  </a:lnTo>
                  <a:lnTo>
                    <a:pt x="7265429" y="75329"/>
                  </a:lnTo>
                  <a:lnTo>
                    <a:pt x="7365492" y="96680"/>
                  </a:lnTo>
                  <a:lnTo>
                    <a:pt x="7462589" y="120740"/>
                  </a:lnTo>
                  <a:lnTo>
                    <a:pt x="7554814" y="147534"/>
                  </a:lnTo>
                  <a:lnTo>
                    <a:pt x="7641040" y="177171"/>
                  </a:lnTo>
                  <a:lnTo>
                    <a:pt x="7720789" y="209857"/>
                  </a:lnTo>
                  <a:lnTo>
                    <a:pt x="7794073" y="245898"/>
                  </a:lnTo>
                  <a:lnTo>
                    <a:pt x="7861245" y="285691"/>
                  </a:lnTo>
                  <a:lnTo>
                    <a:pt x="7922878" y="329718"/>
                  </a:lnTo>
                  <a:lnTo>
                    <a:pt x="7979668" y="378521"/>
                  </a:lnTo>
                  <a:lnTo>
                    <a:pt x="8032365" y="432669"/>
                  </a:lnTo>
                  <a:lnTo>
                    <a:pt x="8081721" y="492691"/>
                  </a:lnTo>
                  <a:lnTo>
                    <a:pt x="8128448" y="558978"/>
                  </a:lnTo>
                  <a:lnTo>
                    <a:pt x="8151487" y="595266"/>
                  </a:lnTo>
                  <a:lnTo>
                    <a:pt x="8185730" y="653694"/>
                  </a:lnTo>
                  <a:lnTo>
                    <a:pt x="8219170" y="716028"/>
                  </a:lnTo>
                  <a:lnTo>
                    <a:pt x="8252004" y="782347"/>
                  </a:lnTo>
                  <a:lnTo>
                    <a:pt x="8284397" y="852680"/>
                  </a:lnTo>
                  <a:lnTo>
                    <a:pt x="8316484" y="926998"/>
                  </a:lnTo>
                  <a:lnTo>
                    <a:pt x="8348373" y="1005210"/>
                  </a:lnTo>
                  <a:lnTo>
                    <a:pt x="8380147" y="1087157"/>
                  </a:lnTo>
                  <a:lnTo>
                    <a:pt x="8411871" y="1172615"/>
                  </a:lnTo>
                  <a:lnTo>
                    <a:pt x="8443592" y="1261288"/>
                  </a:lnTo>
                  <a:lnTo>
                    <a:pt x="8475337" y="1352815"/>
                  </a:lnTo>
                  <a:lnTo>
                    <a:pt x="8507122" y="1446772"/>
                  </a:lnTo>
                  <a:lnTo>
                    <a:pt x="8538951" y="1542679"/>
                  </a:lnTo>
                  <a:lnTo>
                    <a:pt x="8570818" y="1640012"/>
                  </a:lnTo>
                  <a:lnTo>
                    <a:pt x="8602711" y="1738210"/>
                  </a:lnTo>
                  <a:lnTo>
                    <a:pt x="8634613" y="1836693"/>
                  </a:lnTo>
                  <a:lnTo>
                    <a:pt x="8666505" y="1934871"/>
                  </a:lnTo>
                  <a:lnTo>
                    <a:pt x="8698371" y="2032165"/>
                  </a:lnTo>
                  <a:lnTo>
                    <a:pt x="8730199" y="2128015"/>
                  </a:lnTo>
                  <a:lnTo>
                    <a:pt x="8761983" y="2221898"/>
                  </a:lnTo>
                  <a:lnTo>
                    <a:pt x="8793727" y="2313336"/>
                  </a:lnTo>
                  <a:lnTo>
                    <a:pt x="8825446" y="2401906"/>
                  </a:lnTo>
                  <a:lnTo>
                    <a:pt x="8857171" y="2487251"/>
                  </a:lnTo>
                  <a:lnTo>
                    <a:pt x="8888949" y="2569076"/>
                  </a:lnTo>
                  <a:lnTo>
                    <a:pt x="8920842" y="2647159"/>
                  </a:lnTo>
                  <a:lnTo>
                    <a:pt x="8952937" y="2721344"/>
                  </a:lnTo>
                  <a:lnTo>
                    <a:pt x="8985343" y="2791543"/>
                  </a:lnTo>
                  <a:lnTo>
                    <a:pt x="9018195" y="2857728"/>
                  </a:lnTo>
                  <a:lnTo>
                    <a:pt x="9051658" y="2919929"/>
                  </a:lnTo>
                  <a:lnTo>
                    <a:pt x="9084767" y="2976333"/>
                  </a:lnTo>
                  <a:lnTo>
                    <a:pt x="9130399" y="3045878"/>
                  </a:lnTo>
                  <a:lnTo>
                    <a:pt x="9178329" y="3109063"/>
                  </a:lnTo>
                  <a:lnTo>
                    <a:pt x="9229229" y="3166148"/>
                  </a:lnTo>
                  <a:lnTo>
                    <a:pt x="9283836" y="3217608"/>
                  </a:lnTo>
                  <a:lnTo>
                    <a:pt x="9342905" y="3264002"/>
                  </a:lnTo>
                  <a:lnTo>
                    <a:pt x="9407169" y="3305891"/>
                  </a:lnTo>
                  <a:lnTo>
                    <a:pt x="9477274" y="3343791"/>
                  </a:lnTo>
                  <a:lnTo>
                    <a:pt x="9553697" y="3378146"/>
                  </a:lnTo>
                  <a:lnTo>
                    <a:pt x="9636642" y="3409307"/>
                  </a:lnTo>
                  <a:lnTo>
                    <a:pt x="9725902" y="3437532"/>
                  </a:lnTo>
                  <a:lnTo>
                    <a:pt x="9820700" y="3462979"/>
                  </a:lnTo>
                  <a:lnTo>
                    <a:pt x="9919539" y="3485714"/>
                  </a:lnTo>
                  <a:lnTo>
                    <a:pt x="10020107" y="3505728"/>
                  </a:lnTo>
                  <a:lnTo>
                    <a:pt x="10119285" y="3522968"/>
                  </a:lnTo>
                  <a:lnTo>
                    <a:pt x="10213342" y="3537375"/>
                  </a:lnTo>
                  <a:lnTo>
                    <a:pt x="10298331" y="3548940"/>
                  </a:lnTo>
                  <a:lnTo>
                    <a:pt x="10370669" y="3557745"/>
                  </a:lnTo>
                  <a:lnTo>
                    <a:pt x="10427774" y="3564000"/>
                  </a:lnTo>
                  <a:lnTo>
                    <a:pt x="10468594" y="3568041"/>
                  </a:lnTo>
                  <a:lnTo>
                    <a:pt x="10493890" y="3570314"/>
                  </a:lnTo>
                  <a:lnTo>
                    <a:pt x="10506225" y="3571324"/>
                  </a:lnTo>
                  <a:lnTo>
                    <a:pt x="10509761" y="3571589"/>
                  </a:lnTo>
                  <a:lnTo>
                    <a:pt x="10509911" y="3571600"/>
                  </a:lnTo>
                  <a:lnTo>
                    <a:pt x="11981298" y="357160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16" name="pl1216"/>
            <p:cNvSpPr/>
            <p:nvPr/>
          </p:nvSpPr>
          <p:spPr>
            <a:xfrm>
              <a:off x="4799595" y="5290344"/>
              <a:ext cx="11981298" cy="3571600"/>
            </a:xfrm>
            <a:custGeom>
              <a:avLst/>
              <a:pathLst>
                <a:path w="11981298" h="3571600">
                  <a:moveTo>
                    <a:pt x="11981298" y="3571600"/>
                  </a:moveTo>
                  <a:lnTo>
                    <a:pt x="10509911" y="3571600"/>
                  </a:lnTo>
                  <a:lnTo>
                    <a:pt x="10508811" y="3571520"/>
                  </a:lnTo>
                  <a:lnTo>
                    <a:pt x="10501577" y="3570955"/>
                  </a:lnTo>
                  <a:lnTo>
                    <a:pt x="10483322" y="3569391"/>
                  </a:lnTo>
                  <a:lnTo>
                    <a:pt x="10450637" y="3566313"/>
                  </a:lnTo>
                  <a:lnTo>
                    <a:pt x="10401822" y="3561237"/>
                  </a:lnTo>
                  <a:lnTo>
                    <a:pt x="10337021" y="3553769"/>
                  </a:lnTo>
                  <a:lnTo>
                    <a:pt x="10258089" y="3543630"/>
                  </a:lnTo>
                  <a:lnTo>
                    <a:pt x="10168174" y="3530677"/>
                  </a:lnTo>
                  <a:lnTo>
                    <a:pt x="10071118" y="3514877"/>
                  </a:lnTo>
                  <a:lnTo>
                    <a:pt x="9970824" y="3496270"/>
                  </a:lnTo>
                  <a:lnTo>
                    <a:pt x="9870761" y="3474919"/>
                  </a:lnTo>
                  <a:lnTo>
                    <a:pt x="9773664" y="3450859"/>
                  </a:lnTo>
                  <a:lnTo>
                    <a:pt x="9681439" y="3424066"/>
                  </a:lnTo>
                  <a:lnTo>
                    <a:pt x="9595213" y="3394429"/>
                  </a:lnTo>
                  <a:lnTo>
                    <a:pt x="9515464" y="3361742"/>
                  </a:lnTo>
                  <a:lnTo>
                    <a:pt x="9442181" y="3325701"/>
                  </a:lnTo>
                  <a:lnTo>
                    <a:pt x="9375009" y="3285908"/>
                  </a:lnTo>
                  <a:lnTo>
                    <a:pt x="9313376" y="3241881"/>
                  </a:lnTo>
                  <a:lnTo>
                    <a:pt x="9256586" y="3193078"/>
                  </a:lnTo>
                  <a:lnTo>
                    <a:pt x="9203889" y="3138930"/>
                  </a:lnTo>
                  <a:lnTo>
                    <a:pt x="9154532" y="3078908"/>
                  </a:lnTo>
                  <a:lnTo>
                    <a:pt x="9107805" y="3012622"/>
                  </a:lnTo>
                  <a:lnTo>
                    <a:pt x="9084767" y="2976333"/>
                  </a:lnTo>
                  <a:lnTo>
                    <a:pt x="9050523" y="2917905"/>
                  </a:lnTo>
                  <a:lnTo>
                    <a:pt x="9017084" y="2855572"/>
                  </a:lnTo>
                  <a:lnTo>
                    <a:pt x="8984249" y="2789252"/>
                  </a:lnTo>
                  <a:lnTo>
                    <a:pt x="8951856" y="2718919"/>
                  </a:lnTo>
                  <a:lnTo>
                    <a:pt x="8919769" y="2644601"/>
                  </a:lnTo>
                  <a:lnTo>
                    <a:pt x="8887881" y="2566389"/>
                  </a:lnTo>
                  <a:lnTo>
                    <a:pt x="8856106" y="2484442"/>
                  </a:lnTo>
                  <a:lnTo>
                    <a:pt x="8824382" y="2398984"/>
                  </a:lnTo>
                  <a:lnTo>
                    <a:pt x="8792662" y="2310311"/>
                  </a:lnTo>
                  <a:lnTo>
                    <a:pt x="8760917" y="2218784"/>
                  </a:lnTo>
                  <a:lnTo>
                    <a:pt x="8729131" y="2124827"/>
                  </a:lnTo>
                  <a:lnTo>
                    <a:pt x="8697302" y="2028920"/>
                  </a:lnTo>
                  <a:lnTo>
                    <a:pt x="8665435" y="1931587"/>
                  </a:lnTo>
                  <a:lnTo>
                    <a:pt x="8633542" y="1833389"/>
                  </a:lnTo>
                  <a:lnTo>
                    <a:pt x="8601641" y="1734907"/>
                  </a:lnTo>
                  <a:lnTo>
                    <a:pt x="8569748" y="1636728"/>
                  </a:lnTo>
                  <a:lnTo>
                    <a:pt x="8537882" y="1539434"/>
                  </a:lnTo>
                  <a:lnTo>
                    <a:pt x="8506054" y="1443584"/>
                  </a:lnTo>
                  <a:lnTo>
                    <a:pt x="8474271" y="1349701"/>
                  </a:lnTo>
                  <a:lnTo>
                    <a:pt x="8442527" y="1258264"/>
                  </a:lnTo>
                  <a:lnTo>
                    <a:pt x="8410807" y="1169693"/>
                  </a:lnTo>
                  <a:lnTo>
                    <a:pt x="8379082" y="1084349"/>
                  </a:lnTo>
                  <a:lnTo>
                    <a:pt x="8347305" y="1002523"/>
                  </a:lnTo>
                  <a:lnTo>
                    <a:pt x="8315411" y="924440"/>
                  </a:lnTo>
                  <a:lnTo>
                    <a:pt x="8283316" y="850255"/>
                  </a:lnTo>
                  <a:lnTo>
                    <a:pt x="8250910" y="780056"/>
                  </a:lnTo>
                  <a:lnTo>
                    <a:pt x="8218058" y="713871"/>
                  </a:lnTo>
                  <a:lnTo>
                    <a:pt x="8184595" y="651670"/>
                  </a:lnTo>
                  <a:lnTo>
                    <a:pt x="8151487" y="595266"/>
                  </a:lnTo>
                  <a:lnTo>
                    <a:pt x="8105854" y="525721"/>
                  </a:lnTo>
                  <a:lnTo>
                    <a:pt x="8057924" y="462537"/>
                  </a:lnTo>
                  <a:lnTo>
                    <a:pt x="8007024" y="405451"/>
                  </a:lnTo>
                  <a:lnTo>
                    <a:pt x="7952418" y="353991"/>
                  </a:lnTo>
                  <a:lnTo>
                    <a:pt x="7893348" y="307597"/>
                  </a:lnTo>
                  <a:lnTo>
                    <a:pt x="7829084" y="265708"/>
                  </a:lnTo>
                  <a:lnTo>
                    <a:pt x="7758980" y="227808"/>
                  </a:lnTo>
                  <a:lnTo>
                    <a:pt x="7682557" y="193454"/>
                  </a:lnTo>
                  <a:lnTo>
                    <a:pt x="7599611" y="162292"/>
                  </a:lnTo>
                  <a:lnTo>
                    <a:pt x="7510351" y="134067"/>
                  </a:lnTo>
                  <a:lnTo>
                    <a:pt x="7415554" y="108620"/>
                  </a:lnTo>
                  <a:lnTo>
                    <a:pt x="7316714" y="85886"/>
                  </a:lnTo>
                  <a:lnTo>
                    <a:pt x="7216146" y="65871"/>
                  </a:lnTo>
                  <a:lnTo>
                    <a:pt x="7116968" y="48631"/>
                  </a:lnTo>
                  <a:lnTo>
                    <a:pt x="7022911" y="34224"/>
                  </a:lnTo>
                  <a:lnTo>
                    <a:pt x="6937922" y="22659"/>
                  </a:lnTo>
                  <a:lnTo>
                    <a:pt x="6865584" y="13854"/>
                  </a:lnTo>
                  <a:lnTo>
                    <a:pt x="6808479" y="7600"/>
                  </a:lnTo>
                  <a:lnTo>
                    <a:pt x="6767659" y="3558"/>
                  </a:lnTo>
                  <a:lnTo>
                    <a:pt x="6742363" y="1285"/>
                  </a:lnTo>
                  <a:lnTo>
                    <a:pt x="6730028" y="275"/>
                  </a:lnTo>
                  <a:lnTo>
                    <a:pt x="6726493" y="10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819" y="68"/>
                  </a:lnTo>
                  <a:lnTo>
                    <a:pt x="5246347" y="560"/>
                  </a:lnTo>
                  <a:lnTo>
                    <a:pt x="5227513" y="1918"/>
                  </a:lnTo>
                  <a:lnTo>
                    <a:pt x="5193836" y="4593"/>
                  </a:lnTo>
                  <a:lnTo>
                    <a:pt x="5143634" y="8999"/>
                  </a:lnTo>
                  <a:lnTo>
                    <a:pt x="5077151" y="15477"/>
                  </a:lnTo>
                  <a:lnTo>
                    <a:pt x="4996401" y="24259"/>
                  </a:lnTo>
                  <a:lnTo>
                    <a:pt x="4904714" y="35464"/>
                  </a:lnTo>
                  <a:lnTo>
                    <a:pt x="4806089" y="49113"/>
                  </a:lnTo>
                  <a:lnTo>
                    <a:pt x="4704538" y="65166"/>
                  </a:lnTo>
                  <a:lnTo>
                    <a:pt x="4603578" y="83572"/>
                  </a:lnTo>
                  <a:lnTo>
                    <a:pt x="4505936" y="104303"/>
                  </a:lnTo>
                  <a:lnTo>
                    <a:pt x="4413476" y="127390"/>
                  </a:lnTo>
                  <a:lnTo>
                    <a:pt x="4327258" y="152940"/>
                  </a:lnTo>
                  <a:lnTo>
                    <a:pt x="4247690" y="181145"/>
                  </a:lnTo>
                  <a:lnTo>
                    <a:pt x="4174693" y="212283"/>
                  </a:lnTo>
                  <a:lnTo>
                    <a:pt x="4107853" y="246714"/>
                  </a:lnTo>
                  <a:lnTo>
                    <a:pt x="4046548" y="284866"/>
                  </a:lnTo>
                  <a:lnTo>
                    <a:pt x="3990044" y="327219"/>
                  </a:lnTo>
                  <a:lnTo>
                    <a:pt x="3937559" y="374264"/>
                  </a:lnTo>
                  <a:lnTo>
                    <a:pt x="3888320" y="426444"/>
                  </a:lnTo>
                  <a:lnTo>
                    <a:pt x="3841612" y="484051"/>
                  </a:lnTo>
                  <a:lnTo>
                    <a:pt x="3829811" y="499915"/>
                  </a:lnTo>
                  <a:lnTo>
                    <a:pt x="3792982" y="552873"/>
                  </a:lnTo>
                  <a:lnTo>
                    <a:pt x="3757067" y="609639"/>
                  </a:lnTo>
                  <a:lnTo>
                    <a:pt x="3721823" y="670292"/>
                  </a:lnTo>
                  <a:lnTo>
                    <a:pt x="3687050" y="734850"/>
                  </a:lnTo>
                  <a:lnTo>
                    <a:pt x="3652592" y="803264"/>
                  </a:lnTo>
                  <a:lnTo>
                    <a:pt x="3618324" y="875416"/>
                  </a:lnTo>
                  <a:lnTo>
                    <a:pt x="3584152" y="951111"/>
                  </a:lnTo>
                  <a:lnTo>
                    <a:pt x="3550006" y="1030075"/>
                  </a:lnTo>
                  <a:lnTo>
                    <a:pt x="3515844" y="1111961"/>
                  </a:lnTo>
                  <a:lnTo>
                    <a:pt x="3481638" y="1196345"/>
                  </a:lnTo>
                  <a:lnTo>
                    <a:pt x="3447382" y="1282741"/>
                  </a:lnTo>
                  <a:lnTo>
                    <a:pt x="3413080" y="1370607"/>
                  </a:lnTo>
                  <a:lnTo>
                    <a:pt x="3378748" y="1459361"/>
                  </a:lnTo>
                  <a:lnTo>
                    <a:pt x="3344405" y="1548394"/>
                  </a:lnTo>
                  <a:lnTo>
                    <a:pt x="3310074" y="1637091"/>
                  </a:lnTo>
                  <a:lnTo>
                    <a:pt x="3275776" y="1724844"/>
                  </a:lnTo>
                  <a:lnTo>
                    <a:pt x="3241524" y="1811076"/>
                  </a:lnTo>
                  <a:lnTo>
                    <a:pt x="3207324" y="1895247"/>
                  </a:lnTo>
                  <a:lnTo>
                    <a:pt x="3173164" y="1976878"/>
                  </a:lnTo>
                  <a:lnTo>
                    <a:pt x="3139018" y="2055553"/>
                  </a:lnTo>
                  <a:lnTo>
                    <a:pt x="3104840" y="2130929"/>
                  </a:lnTo>
                  <a:lnTo>
                    <a:pt x="3070559" y="2202740"/>
                  </a:lnTo>
                  <a:lnTo>
                    <a:pt x="3036077" y="2270800"/>
                  </a:lnTo>
                  <a:lnTo>
                    <a:pt x="3001268" y="2334996"/>
                  </a:lnTo>
                  <a:lnTo>
                    <a:pt x="2965970" y="2395286"/>
                  </a:lnTo>
                  <a:lnTo>
                    <a:pt x="2929981" y="2451695"/>
                  </a:lnTo>
                  <a:lnTo>
                    <a:pt x="2896531" y="2499575"/>
                  </a:lnTo>
                  <a:lnTo>
                    <a:pt x="2850373" y="2558607"/>
                  </a:lnTo>
                  <a:lnTo>
                    <a:pt x="2801858" y="2612178"/>
                  </a:lnTo>
                  <a:lnTo>
                    <a:pt x="2750289" y="2660518"/>
                  </a:lnTo>
                  <a:lnTo>
                    <a:pt x="2694905" y="2704044"/>
                  </a:lnTo>
                  <a:lnTo>
                    <a:pt x="2634921" y="2743240"/>
                  </a:lnTo>
                  <a:lnTo>
                    <a:pt x="2569585" y="2778594"/>
                  </a:lnTo>
                  <a:lnTo>
                    <a:pt x="2498238" y="2810549"/>
                  </a:lnTo>
                  <a:lnTo>
                    <a:pt x="2420401" y="2839486"/>
                  </a:lnTo>
                  <a:lnTo>
                    <a:pt x="2335894" y="2865704"/>
                  </a:lnTo>
                  <a:lnTo>
                    <a:pt x="2244982" y="2889417"/>
                  </a:lnTo>
                  <a:lnTo>
                    <a:pt x="2148542" y="2910755"/>
                  </a:lnTo>
                  <a:lnTo>
                    <a:pt x="2048217" y="2929766"/>
                  </a:lnTo>
                  <a:lnTo>
                    <a:pt x="1946510" y="2946435"/>
                  </a:lnTo>
                  <a:lnTo>
                    <a:pt x="1846752" y="2960713"/>
                  </a:lnTo>
                  <a:lnTo>
                    <a:pt x="1752866" y="2972554"/>
                  </a:lnTo>
                  <a:lnTo>
                    <a:pt x="1668915" y="2981959"/>
                  </a:lnTo>
                  <a:lnTo>
                    <a:pt x="1598468" y="2989018"/>
                  </a:lnTo>
                  <a:lnTo>
                    <a:pt x="1543936" y="2993934"/>
                  </a:lnTo>
                  <a:lnTo>
                    <a:pt x="1506050" y="2997020"/>
                  </a:lnTo>
                  <a:lnTo>
                    <a:pt x="1483626" y="2998678"/>
                  </a:lnTo>
                  <a:lnTo>
                    <a:pt x="1473627" y="2999351"/>
                  </a:lnTo>
                  <a:lnTo>
                    <a:pt x="1471408" y="2999489"/>
                  </a:lnTo>
                  <a:lnTo>
                    <a:pt x="1471387" y="2999490"/>
                  </a:lnTo>
                  <a:lnTo>
                    <a:pt x="0" y="299949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17" name="pg1217"/>
            <p:cNvSpPr/>
            <p:nvPr/>
          </p:nvSpPr>
          <p:spPr>
            <a:xfrm>
              <a:off x="4799595" y="7096576"/>
              <a:ext cx="11981298" cy="1863443"/>
            </a:xfrm>
            <a:custGeom>
              <a:avLst/>
              <a:pathLst>
                <a:path w="11981298" h="1863443">
                  <a:moveTo>
                    <a:pt x="0" y="1430274"/>
                  </a:moveTo>
                  <a:lnTo>
                    <a:pt x="1471387" y="1430274"/>
                  </a:lnTo>
                  <a:lnTo>
                    <a:pt x="1472623" y="1430285"/>
                  </a:lnTo>
                  <a:lnTo>
                    <a:pt x="1480730" y="1430362"/>
                  </a:lnTo>
                  <a:lnTo>
                    <a:pt x="1501114" y="1430576"/>
                  </a:lnTo>
                  <a:lnTo>
                    <a:pt x="1537431" y="1430997"/>
                  </a:lnTo>
                  <a:lnTo>
                    <a:pt x="1591301" y="1431689"/>
                  </a:lnTo>
                  <a:lnTo>
                    <a:pt x="1662194" y="1432704"/>
                  </a:lnTo>
                  <a:lnTo>
                    <a:pt x="1747655" y="1434075"/>
                  </a:lnTo>
                  <a:lnTo>
                    <a:pt x="1843869" y="1435818"/>
                  </a:lnTo>
                  <a:lnTo>
                    <a:pt x="1946427" y="1437934"/>
                  </a:lnTo>
                  <a:lnTo>
                    <a:pt x="2051054" y="1440416"/>
                  </a:lnTo>
                  <a:lnTo>
                    <a:pt x="2154137" y="1443255"/>
                  </a:lnTo>
                  <a:lnTo>
                    <a:pt x="2252990" y="1446449"/>
                  </a:lnTo>
                  <a:lnTo>
                    <a:pt x="2345886" y="1450009"/>
                  </a:lnTo>
                  <a:lnTo>
                    <a:pt x="2431945" y="1453954"/>
                  </a:lnTo>
                  <a:lnTo>
                    <a:pt x="2510950" y="1458321"/>
                  </a:lnTo>
                  <a:lnTo>
                    <a:pt x="2583156" y="1463158"/>
                  </a:lnTo>
                  <a:lnTo>
                    <a:pt x="2649128" y="1468527"/>
                  </a:lnTo>
                  <a:lnTo>
                    <a:pt x="2709613" y="1474501"/>
                  </a:lnTo>
                  <a:lnTo>
                    <a:pt x="2765443" y="1481156"/>
                  </a:lnTo>
                  <a:lnTo>
                    <a:pt x="2817471" y="1488566"/>
                  </a:lnTo>
                  <a:lnTo>
                    <a:pt x="2866509" y="1496791"/>
                  </a:lnTo>
                  <a:lnTo>
                    <a:pt x="2896531" y="1502469"/>
                  </a:lnTo>
                  <a:lnTo>
                    <a:pt x="2951521" y="1514170"/>
                  </a:lnTo>
                  <a:lnTo>
                    <a:pt x="3004725" y="1527127"/>
                  </a:lnTo>
                  <a:lnTo>
                    <a:pt x="3056855" y="1541355"/>
                  </a:lnTo>
                  <a:lnTo>
                    <a:pt x="3108420" y="1556822"/>
                  </a:lnTo>
                  <a:lnTo>
                    <a:pt x="3159765" y="1573441"/>
                  </a:lnTo>
                  <a:lnTo>
                    <a:pt x="3211101" y="1591069"/>
                  </a:lnTo>
                  <a:lnTo>
                    <a:pt x="3262530" y="1609507"/>
                  </a:lnTo>
                  <a:lnTo>
                    <a:pt x="3314069" y="1628510"/>
                  </a:lnTo>
                  <a:lnTo>
                    <a:pt x="3365675" y="1647796"/>
                  </a:lnTo>
                  <a:lnTo>
                    <a:pt x="3417277" y="1667068"/>
                  </a:lnTo>
                  <a:lnTo>
                    <a:pt x="3468806" y="1686028"/>
                  </a:lnTo>
                  <a:lnTo>
                    <a:pt x="3520224" y="1704397"/>
                  </a:lnTo>
                  <a:lnTo>
                    <a:pt x="3571555" y="1721935"/>
                  </a:lnTo>
                  <a:lnTo>
                    <a:pt x="3622910" y="1738448"/>
                  </a:lnTo>
                  <a:lnTo>
                    <a:pt x="3674512" y="1753797"/>
                  </a:lnTo>
                  <a:lnTo>
                    <a:pt x="3726721" y="1767903"/>
                  </a:lnTo>
                  <a:lnTo>
                    <a:pt x="3780064" y="1780736"/>
                  </a:lnTo>
                  <a:lnTo>
                    <a:pt x="3829811" y="1791248"/>
                  </a:lnTo>
                  <a:lnTo>
                    <a:pt x="3877329" y="1800007"/>
                  </a:lnTo>
                  <a:lnTo>
                    <a:pt x="3927362" y="1807932"/>
                  </a:lnTo>
                  <a:lnTo>
                    <a:pt x="3980673" y="1815060"/>
                  </a:lnTo>
                  <a:lnTo>
                    <a:pt x="4038093" y="1821459"/>
                  </a:lnTo>
                  <a:lnTo>
                    <a:pt x="4100476" y="1827204"/>
                  </a:lnTo>
                  <a:lnTo>
                    <a:pt x="4168631" y="1832373"/>
                  </a:lnTo>
                  <a:lnTo>
                    <a:pt x="4243251" y="1837033"/>
                  </a:lnTo>
                  <a:lnTo>
                    <a:pt x="4324807" y="1841241"/>
                  </a:lnTo>
                  <a:lnTo>
                    <a:pt x="4413403" y="1845043"/>
                  </a:lnTo>
                  <a:lnTo>
                    <a:pt x="4508603" y="1848469"/>
                  </a:lnTo>
                  <a:lnTo>
                    <a:pt x="4609239" y="1851534"/>
                  </a:lnTo>
                  <a:lnTo>
                    <a:pt x="4713244" y="1854244"/>
                  </a:lnTo>
                  <a:lnTo>
                    <a:pt x="4817581" y="1856593"/>
                  </a:lnTo>
                  <a:lnTo>
                    <a:pt x="4918353" y="1858575"/>
                  </a:lnTo>
                  <a:lnTo>
                    <a:pt x="5011160" y="1860182"/>
                  </a:lnTo>
                  <a:lnTo>
                    <a:pt x="5091720" y="1861422"/>
                  </a:lnTo>
                  <a:lnTo>
                    <a:pt x="5156629" y="1862314"/>
                  </a:lnTo>
                  <a:lnTo>
                    <a:pt x="5204079" y="1862901"/>
                  </a:lnTo>
                  <a:lnTo>
                    <a:pt x="5234315" y="1863239"/>
                  </a:lnTo>
                  <a:lnTo>
                    <a:pt x="5249724" y="1863395"/>
                  </a:lnTo>
                  <a:lnTo>
                    <a:pt x="5254629" y="1863440"/>
                  </a:lnTo>
                  <a:lnTo>
                    <a:pt x="5254955" y="1863443"/>
                  </a:lnTo>
                  <a:lnTo>
                    <a:pt x="6726343" y="1863443"/>
                  </a:lnTo>
                  <a:lnTo>
                    <a:pt x="6727539" y="1863398"/>
                  </a:lnTo>
                  <a:lnTo>
                    <a:pt x="6735397" y="1863078"/>
                  </a:lnTo>
                  <a:lnTo>
                    <a:pt x="6755174" y="1862191"/>
                  </a:lnTo>
                  <a:lnTo>
                    <a:pt x="6790459" y="1860447"/>
                  </a:lnTo>
                  <a:lnTo>
                    <a:pt x="6842898" y="1857577"/>
                  </a:lnTo>
                  <a:lnTo>
                    <a:pt x="6912079" y="1853364"/>
                  </a:lnTo>
                  <a:lnTo>
                    <a:pt x="6995720" y="1847663"/>
                  </a:lnTo>
                  <a:lnTo>
                    <a:pt x="7090197" y="1840405"/>
                  </a:lnTo>
                  <a:lnTo>
                    <a:pt x="7191258" y="1831585"/>
                  </a:lnTo>
                  <a:lnTo>
                    <a:pt x="7294727" y="1821230"/>
                  </a:lnTo>
                  <a:lnTo>
                    <a:pt x="7397024" y="1809372"/>
                  </a:lnTo>
                  <a:lnTo>
                    <a:pt x="7495442" y="1796024"/>
                  </a:lnTo>
                  <a:lnTo>
                    <a:pt x="7588199" y="1781157"/>
                  </a:lnTo>
                  <a:lnTo>
                    <a:pt x="7674342" y="1764689"/>
                  </a:lnTo>
                  <a:lnTo>
                    <a:pt x="7753579" y="1746481"/>
                  </a:lnTo>
                  <a:lnTo>
                    <a:pt x="7826097" y="1726337"/>
                  </a:lnTo>
                  <a:lnTo>
                    <a:pt x="7892405" y="1704011"/>
                  </a:lnTo>
                  <a:lnTo>
                    <a:pt x="7953200" y="1679211"/>
                  </a:lnTo>
                  <a:lnTo>
                    <a:pt x="8009280" y="1651620"/>
                  </a:lnTo>
                  <a:lnTo>
                    <a:pt x="8061468" y="1620922"/>
                  </a:lnTo>
                  <a:lnTo>
                    <a:pt x="8110565" y="1586853"/>
                  </a:lnTo>
                  <a:lnTo>
                    <a:pt x="8151487" y="1554231"/>
                  </a:lnTo>
                  <a:lnTo>
                    <a:pt x="8195324" y="1514870"/>
                  </a:lnTo>
                  <a:lnTo>
                    <a:pt x="8237931" y="1472139"/>
                  </a:lnTo>
                  <a:lnTo>
                    <a:pt x="8279696" y="1425974"/>
                  </a:lnTo>
                  <a:lnTo>
                    <a:pt x="8320925" y="1376388"/>
                  </a:lnTo>
                  <a:lnTo>
                    <a:pt x="8361844" y="1323482"/>
                  </a:lnTo>
                  <a:lnTo>
                    <a:pt x="8402623" y="1267451"/>
                  </a:lnTo>
                  <a:lnTo>
                    <a:pt x="8443374" y="1208587"/>
                  </a:lnTo>
                  <a:lnTo>
                    <a:pt x="8484165" y="1147276"/>
                  </a:lnTo>
                  <a:lnTo>
                    <a:pt x="8525024" y="1083995"/>
                  </a:lnTo>
                  <a:lnTo>
                    <a:pt x="8565952" y="1019292"/>
                  </a:lnTo>
                  <a:lnTo>
                    <a:pt x="8606925" y="953773"/>
                  </a:lnTo>
                  <a:lnTo>
                    <a:pt x="8647908" y="888078"/>
                  </a:lnTo>
                  <a:lnTo>
                    <a:pt x="8688864" y="822851"/>
                  </a:lnTo>
                  <a:lnTo>
                    <a:pt x="8729763" y="758720"/>
                  </a:lnTo>
                  <a:lnTo>
                    <a:pt x="8770589" y="696268"/>
                  </a:lnTo>
                  <a:lnTo>
                    <a:pt x="8811356" y="636013"/>
                  </a:lnTo>
                  <a:lnTo>
                    <a:pt x="8852109" y="578391"/>
                  </a:lnTo>
                  <a:lnTo>
                    <a:pt x="8892935" y="523747"/>
                  </a:lnTo>
                  <a:lnTo>
                    <a:pt x="8933970" y="472328"/>
                  </a:lnTo>
                  <a:lnTo>
                    <a:pt x="8975409" y="424285"/>
                  </a:lnTo>
                  <a:lnTo>
                    <a:pt x="9017514" y="379680"/>
                  </a:lnTo>
                  <a:lnTo>
                    <a:pt x="9060624" y="338489"/>
                  </a:lnTo>
                  <a:lnTo>
                    <a:pt x="9084767" y="317384"/>
                  </a:lnTo>
                  <a:lnTo>
                    <a:pt x="9131759" y="280257"/>
                  </a:lnTo>
                  <a:lnTo>
                    <a:pt x="9181205" y="246626"/>
                  </a:lnTo>
                  <a:lnTo>
                    <a:pt x="9233841" y="216337"/>
                  </a:lnTo>
                  <a:lnTo>
                    <a:pt x="9290472" y="189117"/>
                  </a:lnTo>
                  <a:lnTo>
                    <a:pt x="9351922" y="164647"/>
                  </a:lnTo>
                  <a:lnTo>
                    <a:pt x="9418980" y="142613"/>
                  </a:lnTo>
                  <a:lnTo>
                    <a:pt x="9492327" y="122728"/>
                  </a:lnTo>
                  <a:lnTo>
                    <a:pt x="9572436" y="104749"/>
                  </a:lnTo>
                  <a:lnTo>
                    <a:pt x="9659444" y="88490"/>
                  </a:lnTo>
                  <a:lnTo>
                    <a:pt x="9752986" y="73819"/>
                  </a:lnTo>
                  <a:lnTo>
                    <a:pt x="9852012" y="60660"/>
                  </a:lnTo>
                  <a:lnTo>
                    <a:pt x="9954627" y="48992"/>
                  </a:lnTo>
                  <a:lnTo>
                    <a:pt x="10058005" y="38828"/>
                  </a:lnTo>
                  <a:lnTo>
                    <a:pt x="10158471" y="30205"/>
                  </a:lnTo>
                  <a:lnTo>
                    <a:pt x="10251805" y="23146"/>
                  </a:lnTo>
                  <a:lnTo>
                    <a:pt x="10333795" y="17639"/>
                  </a:lnTo>
                  <a:lnTo>
                    <a:pt x="10400947" y="13605"/>
                  </a:lnTo>
                  <a:lnTo>
                    <a:pt x="10451196" y="10890"/>
                  </a:lnTo>
                  <a:lnTo>
                    <a:pt x="10484383" y="9271"/>
                  </a:lnTo>
                  <a:lnTo>
                    <a:pt x="10502416" y="8472"/>
                  </a:lnTo>
                  <a:lnTo>
                    <a:pt x="10509108" y="8202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8714" y="44"/>
                  </a:lnTo>
                  <a:lnTo>
                    <a:pt x="10500856" y="365"/>
                  </a:lnTo>
                  <a:lnTo>
                    <a:pt x="10481079" y="1251"/>
                  </a:lnTo>
                  <a:lnTo>
                    <a:pt x="10445795" y="2995"/>
                  </a:lnTo>
                  <a:lnTo>
                    <a:pt x="10393355" y="5866"/>
                  </a:lnTo>
                  <a:lnTo>
                    <a:pt x="10324174" y="10079"/>
                  </a:lnTo>
                  <a:lnTo>
                    <a:pt x="10240533" y="15780"/>
                  </a:lnTo>
                  <a:lnTo>
                    <a:pt x="10146057" y="23037"/>
                  </a:lnTo>
                  <a:lnTo>
                    <a:pt x="10044996" y="31858"/>
                  </a:lnTo>
                  <a:lnTo>
                    <a:pt x="9941527" y="42213"/>
                  </a:lnTo>
                  <a:lnTo>
                    <a:pt x="9839229" y="54071"/>
                  </a:lnTo>
                  <a:lnTo>
                    <a:pt x="9740811" y="67418"/>
                  </a:lnTo>
                  <a:lnTo>
                    <a:pt x="9648055" y="82285"/>
                  </a:lnTo>
                  <a:lnTo>
                    <a:pt x="9561912" y="98754"/>
                  </a:lnTo>
                  <a:lnTo>
                    <a:pt x="9482675" y="116962"/>
                  </a:lnTo>
                  <a:lnTo>
                    <a:pt x="9410156" y="137105"/>
                  </a:lnTo>
                  <a:lnTo>
                    <a:pt x="9343848" y="159431"/>
                  </a:lnTo>
                  <a:lnTo>
                    <a:pt x="9283053" y="184231"/>
                  </a:lnTo>
                  <a:lnTo>
                    <a:pt x="9226974" y="211823"/>
                  </a:lnTo>
                  <a:lnTo>
                    <a:pt x="9174785" y="242521"/>
                  </a:lnTo>
                  <a:lnTo>
                    <a:pt x="9125689" y="276590"/>
                  </a:lnTo>
                  <a:lnTo>
                    <a:pt x="9084767" y="309211"/>
                  </a:lnTo>
                  <a:lnTo>
                    <a:pt x="9040929" y="348572"/>
                  </a:lnTo>
                  <a:lnTo>
                    <a:pt x="8998323" y="391304"/>
                  </a:lnTo>
                  <a:lnTo>
                    <a:pt x="8956557" y="437469"/>
                  </a:lnTo>
                  <a:lnTo>
                    <a:pt x="8915329" y="487055"/>
                  </a:lnTo>
                  <a:lnTo>
                    <a:pt x="8874409" y="539961"/>
                  </a:lnTo>
                  <a:lnTo>
                    <a:pt x="8833630" y="595992"/>
                  </a:lnTo>
                  <a:lnTo>
                    <a:pt x="8792879" y="654856"/>
                  </a:lnTo>
                  <a:lnTo>
                    <a:pt x="8752089" y="716166"/>
                  </a:lnTo>
                  <a:lnTo>
                    <a:pt x="8711229" y="779448"/>
                  </a:lnTo>
                  <a:lnTo>
                    <a:pt x="8670301" y="844151"/>
                  </a:lnTo>
                  <a:lnTo>
                    <a:pt x="8629329" y="909670"/>
                  </a:lnTo>
                  <a:lnTo>
                    <a:pt x="8588345" y="975365"/>
                  </a:lnTo>
                  <a:lnTo>
                    <a:pt x="8547389" y="1040592"/>
                  </a:lnTo>
                  <a:lnTo>
                    <a:pt x="8506491" y="1104722"/>
                  </a:lnTo>
                  <a:lnTo>
                    <a:pt x="8465664" y="1167174"/>
                  </a:lnTo>
                  <a:lnTo>
                    <a:pt x="8424897" y="1227430"/>
                  </a:lnTo>
                  <a:lnTo>
                    <a:pt x="8384144" y="1285052"/>
                  </a:lnTo>
                  <a:lnTo>
                    <a:pt x="8343319" y="1339696"/>
                  </a:lnTo>
                  <a:lnTo>
                    <a:pt x="8302283" y="1391115"/>
                  </a:lnTo>
                  <a:lnTo>
                    <a:pt x="8260844" y="1439157"/>
                  </a:lnTo>
                  <a:lnTo>
                    <a:pt x="8218739" y="1483763"/>
                  </a:lnTo>
                  <a:lnTo>
                    <a:pt x="8175629" y="1524954"/>
                  </a:lnTo>
                  <a:lnTo>
                    <a:pt x="8151487" y="1546058"/>
                  </a:lnTo>
                  <a:lnTo>
                    <a:pt x="8104494" y="1583186"/>
                  </a:lnTo>
                  <a:lnTo>
                    <a:pt x="8055048" y="1616817"/>
                  </a:lnTo>
                  <a:lnTo>
                    <a:pt x="8002412" y="1647105"/>
                  </a:lnTo>
                  <a:lnTo>
                    <a:pt x="7945782" y="1674326"/>
                  </a:lnTo>
                  <a:lnTo>
                    <a:pt x="7884331" y="1698795"/>
                  </a:lnTo>
                  <a:lnTo>
                    <a:pt x="7817273" y="1720830"/>
                  </a:lnTo>
                  <a:lnTo>
                    <a:pt x="7743927" y="1740715"/>
                  </a:lnTo>
                  <a:lnTo>
                    <a:pt x="7663817" y="1758693"/>
                  </a:lnTo>
                  <a:lnTo>
                    <a:pt x="7576809" y="1774953"/>
                  </a:lnTo>
                  <a:lnTo>
                    <a:pt x="7483267" y="1789624"/>
                  </a:lnTo>
                  <a:lnTo>
                    <a:pt x="7384241" y="1802782"/>
                  </a:lnTo>
                  <a:lnTo>
                    <a:pt x="7281626" y="1814451"/>
                  </a:lnTo>
                  <a:lnTo>
                    <a:pt x="7178248" y="1824614"/>
                  </a:lnTo>
                  <a:lnTo>
                    <a:pt x="7077782" y="1833238"/>
                  </a:lnTo>
                  <a:lnTo>
                    <a:pt x="6984448" y="1840297"/>
                  </a:lnTo>
                  <a:lnTo>
                    <a:pt x="6902459" y="1845804"/>
                  </a:lnTo>
                  <a:lnTo>
                    <a:pt x="6835306" y="1849838"/>
                  </a:lnTo>
                  <a:lnTo>
                    <a:pt x="6785057" y="1852552"/>
                  </a:lnTo>
                  <a:lnTo>
                    <a:pt x="6751870" y="1854172"/>
                  </a:lnTo>
                  <a:lnTo>
                    <a:pt x="6733837" y="1854970"/>
                  </a:lnTo>
                  <a:lnTo>
                    <a:pt x="6727146" y="1855240"/>
                  </a:lnTo>
                  <a:lnTo>
                    <a:pt x="6726343" y="1855270"/>
                  </a:lnTo>
                  <a:lnTo>
                    <a:pt x="5254955" y="1855270"/>
                  </a:lnTo>
                  <a:lnTo>
                    <a:pt x="5253720" y="1855259"/>
                  </a:lnTo>
                  <a:lnTo>
                    <a:pt x="5245612" y="1855182"/>
                  </a:lnTo>
                  <a:lnTo>
                    <a:pt x="5225228" y="1854968"/>
                  </a:lnTo>
                  <a:lnTo>
                    <a:pt x="5188911" y="1854547"/>
                  </a:lnTo>
                  <a:lnTo>
                    <a:pt x="5135042" y="1853855"/>
                  </a:lnTo>
                  <a:lnTo>
                    <a:pt x="5064148" y="1852840"/>
                  </a:lnTo>
                  <a:lnTo>
                    <a:pt x="4978687" y="1851469"/>
                  </a:lnTo>
                  <a:lnTo>
                    <a:pt x="4882473" y="1849726"/>
                  </a:lnTo>
                  <a:lnTo>
                    <a:pt x="4779915" y="1847610"/>
                  </a:lnTo>
                  <a:lnTo>
                    <a:pt x="4675288" y="1845129"/>
                  </a:lnTo>
                  <a:lnTo>
                    <a:pt x="4572205" y="1842290"/>
                  </a:lnTo>
                  <a:lnTo>
                    <a:pt x="4473352" y="1839095"/>
                  </a:lnTo>
                  <a:lnTo>
                    <a:pt x="4380456" y="1835536"/>
                  </a:lnTo>
                  <a:lnTo>
                    <a:pt x="4294397" y="1831590"/>
                  </a:lnTo>
                  <a:lnTo>
                    <a:pt x="4215392" y="1827224"/>
                  </a:lnTo>
                  <a:lnTo>
                    <a:pt x="4143186" y="1822387"/>
                  </a:lnTo>
                  <a:lnTo>
                    <a:pt x="4077214" y="1817017"/>
                  </a:lnTo>
                  <a:lnTo>
                    <a:pt x="4016729" y="1811043"/>
                  </a:lnTo>
                  <a:lnTo>
                    <a:pt x="3960899" y="1804389"/>
                  </a:lnTo>
                  <a:lnTo>
                    <a:pt x="3908871" y="1796978"/>
                  </a:lnTo>
                  <a:lnTo>
                    <a:pt x="3859833" y="1788753"/>
                  </a:lnTo>
                  <a:lnTo>
                    <a:pt x="3829811" y="1783075"/>
                  </a:lnTo>
                  <a:lnTo>
                    <a:pt x="3774821" y="1771374"/>
                  </a:lnTo>
                  <a:lnTo>
                    <a:pt x="3721617" y="1758417"/>
                  </a:lnTo>
                  <a:lnTo>
                    <a:pt x="3669487" y="1744189"/>
                  </a:lnTo>
                  <a:lnTo>
                    <a:pt x="3617922" y="1728722"/>
                  </a:lnTo>
                  <a:lnTo>
                    <a:pt x="3566577" y="1712103"/>
                  </a:lnTo>
                  <a:lnTo>
                    <a:pt x="3515241" y="1694475"/>
                  </a:lnTo>
                  <a:lnTo>
                    <a:pt x="3463812" y="1676037"/>
                  </a:lnTo>
                  <a:lnTo>
                    <a:pt x="3412273" y="1657035"/>
                  </a:lnTo>
                  <a:lnTo>
                    <a:pt x="3360668" y="1637748"/>
                  </a:lnTo>
                  <a:lnTo>
                    <a:pt x="3309065" y="1618476"/>
                  </a:lnTo>
                  <a:lnTo>
                    <a:pt x="3257536" y="1599517"/>
                  </a:lnTo>
                  <a:lnTo>
                    <a:pt x="3206118" y="1581147"/>
                  </a:lnTo>
                  <a:lnTo>
                    <a:pt x="3154787" y="1563609"/>
                  </a:lnTo>
                  <a:lnTo>
                    <a:pt x="3103432" y="1547097"/>
                  </a:lnTo>
                  <a:lnTo>
                    <a:pt x="3051830" y="1531747"/>
                  </a:lnTo>
                  <a:lnTo>
                    <a:pt x="2999621" y="1517641"/>
                  </a:lnTo>
                  <a:lnTo>
                    <a:pt x="2946278" y="1504808"/>
                  </a:lnTo>
                  <a:lnTo>
                    <a:pt x="2896531" y="1494296"/>
                  </a:lnTo>
                  <a:lnTo>
                    <a:pt x="2849013" y="1485537"/>
                  </a:lnTo>
                  <a:lnTo>
                    <a:pt x="2798980" y="1477613"/>
                  </a:lnTo>
                  <a:lnTo>
                    <a:pt x="2745670" y="1470484"/>
                  </a:lnTo>
                  <a:lnTo>
                    <a:pt x="2688249" y="1464086"/>
                  </a:lnTo>
                  <a:lnTo>
                    <a:pt x="2625866" y="1458340"/>
                  </a:lnTo>
                  <a:lnTo>
                    <a:pt x="2557711" y="1453172"/>
                  </a:lnTo>
                  <a:lnTo>
                    <a:pt x="2483091" y="1448512"/>
                  </a:lnTo>
                  <a:lnTo>
                    <a:pt x="2401535" y="1444303"/>
                  </a:lnTo>
                  <a:lnTo>
                    <a:pt x="2312940" y="1440501"/>
                  </a:lnTo>
                  <a:lnTo>
                    <a:pt x="2217739" y="1437076"/>
                  </a:lnTo>
                  <a:lnTo>
                    <a:pt x="2117103" y="1434010"/>
                  </a:lnTo>
                  <a:lnTo>
                    <a:pt x="2013098" y="1431301"/>
                  </a:lnTo>
                  <a:lnTo>
                    <a:pt x="1908761" y="1428951"/>
                  </a:lnTo>
                  <a:lnTo>
                    <a:pt x="1807989" y="1426970"/>
                  </a:lnTo>
                  <a:lnTo>
                    <a:pt x="1715182" y="1425362"/>
                  </a:lnTo>
                  <a:lnTo>
                    <a:pt x="1634622" y="1424123"/>
                  </a:lnTo>
                  <a:lnTo>
                    <a:pt x="1569713" y="1423230"/>
                  </a:lnTo>
                  <a:lnTo>
                    <a:pt x="1522263" y="1422643"/>
                  </a:lnTo>
                  <a:lnTo>
                    <a:pt x="1492027" y="1422305"/>
                  </a:lnTo>
                  <a:lnTo>
                    <a:pt x="1476618" y="1422149"/>
                  </a:lnTo>
                  <a:lnTo>
                    <a:pt x="1471713" y="1422104"/>
                  </a:lnTo>
                  <a:lnTo>
                    <a:pt x="1471387" y="1422101"/>
                  </a:lnTo>
                  <a:lnTo>
                    <a:pt x="0" y="1422101"/>
                  </a:lnTo>
                  <a:close/>
                </a:path>
              </a:pathLst>
            </a:custGeom>
            <a:solidFill>
              <a:srgbClr val="67C1B3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218" name="pl1218"/>
            <p:cNvSpPr/>
            <p:nvPr/>
          </p:nvSpPr>
          <p:spPr>
            <a:xfrm>
              <a:off x="4799595" y="7104749"/>
              <a:ext cx="11981298" cy="1855270"/>
            </a:xfrm>
            <a:custGeom>
              <a:avLst/>
              <a:pathLst>
                <a:path w="11981298" h="1855270">
                  <a:moveTo>
                    <a:pt x="0" y="1422101"/>
                  </a:moveTo>
                  <a:lnTo>
                    <a:pt x="1471387" y="1422101"/>
                  </a:lnTo>
                  <a:lnTo>
                    <a:pt x="1472623" y="1422112"/>
                  </a:lnTo>
                  <a:lnTo>
                    <a:pt x="1480730" y="1422189"/>
                  </a:lnTo>
                  <a:lnTo>
                    <a:pt x="1501114" y="1422403"/>
                  </a:lnTo>
                  <a:lnTo>
                    <a:pt x="1537431" y="1422824"/>
                  </a:lnTo>
                  <a:lnTo>
                    <a:pt x="1591301" y="1423516"/>
                  </a:lnTo>
                  <a:lnTo>
                    <a:pt x="1662194" y="1424531"/>
                  </a:lnTo>
                  <a:lnTo>
                    <a:pt x="1747655" y="1425902"/>
                  </a:lnTo>
                  <a:lnTo>
                    <a:pt x="1843869" y="1427645"/>
                  </a:lnTo>
                  <a:lnTo>
                    <a:pt x="1946427" y="1429761"/>
                  </a:lnTo>
                  <a:lnTo>
                    <a:pt x="2051054" y="1432243"/>
                  </a:lnTo>
                  <a:lnTo>
                    <a:pt x="2154137" y="1435082"/>
                  </a:lnTo>
                  <a:lnTo>
                    <a:pt x="2252990" y="1438276"/>
                  </a:lnTo>
                  <a:lnTo>
                    <a:pt x="2345886" y="1441836"/>
                  </a:lnTo>
                  <a:lnTo>
                    <a:pt x="2431945" y="1445781"/>
                  </a:lnTo>
                  <a:lnTo>
                    <a:pt x="2510950" y="1450148"/>
                  </a:lnTo>
                  <a:lnTo>
                    <a:pt x="2583156" y="1454985"/>
                  </a:lnTo>
                  <a:lnTo>
                    <a:pt x="2649128" y="1460354"/>
                  </a:lnTo>
                  <a:lnTo>
                    <a:pt x="2709613" y="1466328"/>
                  </a:lnTo>
                  <a:lnTo>
                    <a:pt x="2765443" y="1472983"/>
                  </a:lnTo>
                  <a:lnTo>
                    <a:pt x="2817471" y="1480393"/>
                  </a:lnTo>
                  <a:lnTo>
                    <a:pt x="2866509" y="1488618"/>
                  </a:lnTo>
                  <a:lnTo>
                    <a:pt x="2896531" y="1494296"/>
                  </a:lnTo>
                  <a:lnTo>
                    <a:pt x="2951521" y="1505997"/>
                  </a:lnTo>
                  <a:lnTo>
                    <a:pt x="3004725" y="1518954"/>
                  </a:lnTo>
                  <a:lnTo>
                    <a:pt x="3056855" y="1533182"/>
                  </a:lnTo>
                  <a:lnTo>
                    <a:pt x="3108420" y="1548649"/>
                  </a:lnTo>
                  <a:lnTo>
                    <a:pt x="3159765" y="1565268"/>
                  </a:lnTo>
                  <a:lnTo>
                    <a:pt x="3211101" y="1582896"/>
                  </a:lnTo>
                  <a:lnTo>
                    <a:pt x="3262530" y="1601334"/>
                  </a:lnTo>
                  <a:lnTo>
                    <a:pt x="3314069" y="1620337"/>
                  </a:lnTo>
                  <a:lnTo>
                    <a:pt x="3365675" y="1639623"/>
                  </a:lnTo>
                  <a:lnTo>
                    <a:pt x="3417277" y="1658895"/>
                  </a:lnTo>
                  <a:lnTo>
                    <a:pt x="3468806" y="1677855"/>
                  </a:lnTo>
                  <a:lnTo>
                    <a:pt x="3520224" y="1696224"/>
                  </a:lnTo>
                  <a:lnTo>
                    <a:pt x="3571555" y="1713762"/>
                  </a:lnTo>
                  <a:lnTo>
                    <a:pt x="3622910" y="1730275"/>
                  </a:lnTo>
                  <a:lnTo>
                    <a:pt x="3674512" y="1745624"/>
                  </a:lnTo>
                  <a:lnTo>
                    <a:pt x="3726721" y="1759730"/>
                  </a:lnTo>
                  <a:lnTo>
                    <a:pt x="3780064" y="1772563"/>
                  </a:lnTo>
                  <a:lnTo>
                    <a:pt x="3829811" y="1783075"/>
                  </a:lnTo>
                  <a:lnTo>
                    <a:pt x="3877329" y="1791834"/>
                  </a:lnTo>
                  <a:lnTo>
                    <a:pt x="3927362" y="1799759"/>
                  </a:lnTo>
                  <a:lnTo>
                    <a:pt x="3980673" y="1806887"/>
                  </a:lnTo>
                  <a:lnTo>
                    <a:pt x="4038093" y="1813286"/>
                  </a:lnTo>
                  <a:lnTo>
                    <a:pt x="4100476" y="1819031"/>
                  </a:lnTo>
                  <a:lnTo>
                    <a:pt x="4168631" y="1824200"/>
                  </a:lnTo>
                  <a:lnTo>
                    <a:pt x="4243251" y="1828860"/>
                  </a:lnTo>
                  <a:lnTo>
                    <a:pt x="4324807" y="1833068"/>
                  </a:lnTo>
                  <a:lnTo>
                    <a:pt x="4413403" y="1836870"/>
                  </a:lnTo>
                  <a:lnTo>
                    <a:pt x="4508603" y="1840296"/>
                  </a:lnTo>
                  <a:lnTo>
                    <a:pt x="4609239" y="1843361"/>
                  </a:lnTo>
                  <a:lnTo>
                    <a:pt x="4713244" y="1846071"/>
                  </a:lnTo>
                  <a:lnTo>
                    <a:pt x="4817581" y="1848420"/>
                  </a:lnTo>
                  <a:lnTo>
                    <a:pt x="4918353" y="1850402"/>
                  </a:lnTo>
                  <a:lnTo>
                    <a:pt x="5011160" y="1852009"/>
                  </a:lnTo>
                  <a:lnTo>
                    <a:pt x="5091720" y="1853249"/>
                  </a:lnTo>
                  <a:lnTo>
                    <a:pt x="5156629" y="1854141"/>
                  </a:lnTo>
                  <a:lnTo>
                    <a:pt x="5204079" y="1854728"/>
                  </a:lnTo>
                  <a:lnTo>
                    <a:pt x="5234315" y="1855066"/>
                  </a:lnTo>
                  <a:lnTo>
                    <a:pt x="5249724" y="1855222"/>
                  </a:lnTo>
                  <a:lnTo>
                    <a:pt x="5254629" y="1855267"/>
                  </a:lnTo>
                  <a:lnTo>
                    <a:pt x="5254955" y="1855270"/>
                  </a:lnTo>
                  <a:lnTo>
                    <a:pt x="6726343" y="1855270"/>
                  </a:lnTo>
                  <a:lnTo>
                    <a:pt x="6727539" y="1855225"/>
                  </a:lnTo>
                  <a:lnTo>
                    <a:pt x="6735397" y="1854905"/>
                  </a:lnTo>
                  <a:lnTo>
                    <a:pt x="6755174" y="1854018"/>
                  </a:lnTo>
                  <a:lnTo>
                    <a:pt x="6790459" y="1852274"/>
                  </a:lnTo>
                  <a:lnTo>
                    <a:pt x="6842898" y="1849404"/>
                  </a:lnTo>
                  <a:lnTo>
                    <a:pt x="6912079" y="1845191"/>
                  </a:lnTo>
                  <a:lnTo>
                    <a:pt x="6995720" y="1839490"/>
                  </a:lnTo>
                  <a:lnTo>
                    <a:pt x="7090197" y="1832232"/>
                  </a:lnTo>
                  <a:lnTo>
                    <a:pt x="7191258" y="1823412"/>
                  </a:lnTo>
                  <a:lnTo>
                    <a:pt x="7294727" y="1813057"/>
                  </a:lnTo>
                  <a:lnTo>
                    <a:pt x="7397024" y="1801199"/>
                  </a:lnTo>
                  <a:lnTo>
                    <a:pt x="7495442" y="1787851"/>
                  </a:lnTo>
                  <a:lnTo>
                    <a:pt x="7588199" y="1772984"/>
                  </a:lnTo>
                  <a:lnTo>
                    <a:pt x="7674342" y="1756516"/>
                  </a:lnTo>
                  <a:lnTo>
                    <a:pt x="7753579" y="1738308"/>
                  </a:lnTo>
                  <a:lnTo>
                    <a:pt x="7826097" y="1718164"/>
                  </a:lnTo>
                  <a:lnTo>
                    <a:pt x="7892405" y="1695838"/>
                  </a:lnTo>
                  <a:lnTo>
                    <a:pt x="7953200" y="1671038"/>
                  </a:lnTo>
                  <a:lnTo>
                    <a:pt x="8009280" y="1643447"/>
                  </a:lnTo>
                  <a:lnTo>
                    <a:pt x="8061468" y="1612749"/>
                  </a:lnTo>
                  <a:lnTo>
                    <a:pt x="8110565" y="1578680"/>
                  </a:lnTo>
                  <a:lnTo>
                    <a:pt x="8151487" y="1546058"/>
                  </a:lnTo>
                  <a:lnTo>
                    <a:pt x="8195324" y="1506697"/>
                  </a:lnTo>
                  <a:lnTo>
                    <a:pt x="8237931" y="1463966"/>
                  </a:lnTo>
                  <a:lnTo>
                    <a:pt x="8279696" y="1417801"/>
                  </a:lnTo>
                  <a:lnTo>
                    <a:pt x="8320925" y="1368215"/>
                  </a:lnTo>
                  <a:lnTo>
                    <a:pt x="8361844" y="1315309"/>
                  </a:lnTo>
                  <a:lnTo>
                    <a:pt x="8402623" y="1259278"/>
                  </a:lnTo>
                  <a:lnTo>
                    <a:pt x="8443374" y="1200414"/>
                  </a:lnTo>
                  <a:lnTo>
                    <a:pt x="8484165" y="1139103"/>
                  </a:lnTo>
                  <a:lnTo>
                    <a:pt x="8525024" y="1075822"/>
                  </a:lnTo>
                  <a:lnTo>
                    <a:pt x="8565952" y="1011119"/>
                  </a:lnTo>
                  <a:lnTo>
                    <a:pt x="8606925" y="945600"/>
                  </a:lnTo>
                  <a:lnTo>
                    <a:pt x="8647908" y="879905"/>
                  </a:lnTo>
                  <a:lnTo>
                    <a:pt x="8688864" y="814678"/>
                  </a:lnTo>
                  <a:lnTo>
                    <a:pt x="8729763" y="750547"/>
                  </a:lnTo>
                  <a:lnTo>
                    <a:pt x="8770589" y="688095"/>
                  </a:lnTo>
                  <a:lnTo>
                    <a:pt x="8811356" y="627840"/>
                  </a:lnTo>
                  <a:lnTo>
                    <a:pt x="8852109" y="570218"/>
                  </a:lnTo>
                  <a:lnTo>
                    <a:pt x="8892935" y="515574"/>
                  </a:lnTo>
                  <a:lnTo>
                    <a:pt x="8933970" y="464155"/>
                  </a:lnTo>
                  <a:lnTo>
                    <a:pt x="8975409" y="416112"/>
                  </a:lnTo>
                  <a:lnTo>
                    <a:pt x="9017514" y="371507"/>
                  </a:lnTo>
                  <a:lnTo>
                    <a:pt x="9060624" y="330316"/>
                  </a:lnTo>
                  <a:lnTo>
                    <a:pt x="9084767" y="309211"/>
                  </a:lnTo>
                  <a:lnTo>
                    <a:pt x="9131759" y="272084"/>
                  </a:lnTo>
                  <a:lnTo>
                    <a:pt x="9181205" y="238453"/>
                  </a:lnTo>
                  <a:lnTo>
                    <a:pt x="9233841" y="208164"/>
                  </a:lnTo>
                  <a:lnTo>
                    <a:pt x="9290472" y="180944"/>
                  </a:lnTo>
                  <a:lnTo>
                    <a:pt x="9351922" y="156474"/>
                  </a:lnTo>
                  <a:lnTo>
                    <a:pt x="9418980" y="134440"/>
                  </a:lnTo>
                  <a:lnTo>
                    <a:pt x="9492327" y="114555"/>
                  </a:lnTo>
                  <a:lnTo>
                    <a:pt x="9572436" y="96576"/>
                  </a:lnTo>
                  <a:lnTo>
                    <a:pt x="9659444" y="80317"/>
                  </a:lnTo>
                  <a:lnTo>
                    <a:pt x="9752986" y="65646"/>
                  </a:lnTo>
                  <a:lnTo>
                    <a:pt x="9852012" y="52487"/>
                  </a:lnTo>
                  <a:lnTo>
                    <a:pt x="9954627" y="40819"/>
                  </a:lnTo>
                  <a:lnTo>
                    <a:pt x="10058005" y="30655"/>
                  </a:lnTo>
                  <a:lnTo>
                    <a:pt x="10158471" y="22032"/>
                  </a:lnTo>
                  <a:lnTo>
                    <a:pt x="10251805" y="14973"/>
                  </a:lnTo>
                  <a:lnTo>
                    <a:pt x="10333795" y="9466"/>
                  </a:lnTo>
                  <a:lnTo>
                    <a:pt x="10400947" y="5432"/>
                  </a:lnTo>
                  <a:lnTo>
                    <a:pt x="10451196" y="2717"/>
                  </a:lnTo>
                  <a:lnTo>
                    <a:pt x="10484383" y="1098"/>
                  </a:lnTo>
                  <a:lnTo>
                    <a:pt x="10502416" y="299"/>
                  </a:lnTo>
                  <a:lnTo>
                    <a:pt x="10509108" y="29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19" name="pl1219"/>
            <p:cNvSpPr/>
            <p:nvPr/>
          </p:nvSpPr>
          <p:spPr>
            <a:xfrm>
              <a:off x="4799595" y="7096576"/>
              <a:ext cx="11981298" cy="1855270"/>
            </a:xfrm>
            <a:custGeom>
              <a:avLst/>
              <a:pathLst>
                <a:path w="11981298" h="1855270">
                  <a:moveTo>
                    <a:pt x="11981298" y="0"/>
                  </a:moveTo>
                  <a:lnTo>
                    <a:pt x="10509911" y="0"/>
                  </a:lnTo>
                  <a:lnTo>
                    <a:pt x="10508714" y="44"/>
                  </a:lnTo>
                  <a:lnTo>
                    <a:pt x="10500856" y="365"/>
                  </a:lnTo>
                  <a:lnTo>
                    <a:pt x="10481079" y="1251"/>
                  </a:lnTo>
                  <a:lnTo>
                    <a:pt x="10445795" y="2995"/>
                  </a:lnTo>
                  <a:lnTo>
                    <a:pt x="10393355" y="5866"/>
                  </a:lnTo>
                  <a:lnTo>
                    <a:pt x="10324174" y="10079"/>
                  </a:lnTo>
                  <a:lnTo>
                    <a:pt x="10240533" y="15780"/>
                  </a:lnTo>
                  <a:lnTo>
                    <a:pt x="10146057" y="23037"/>
                  </a:lnTo>
                  <a:lnTo>
                    <a:pt x="10044996" y="31858"/>
                  </a:lnTo>
                  <a:lnTo>
                    <a:pt x="9941527" y="42213"/>
                  </a:lnTo>
                  <a:lnTo>
                    <a:pt x="9839229" y="54071"/>
                  </a:lnTo>
                  <a:lnTo>
                    <a:pt x="9740811" y="67418"/>
                  </a:lnTo>
                  <a:lnTo>
                    <a:pt x="9648055" y="82285"/>
                  </a:lnTo>
                  <a:lnTo>
                    <a:pt x="9561912" y="98754"/>
                  </a:lnTo>
                  <a:lnTo>
                    <a:pt x="9482675" y="116962"/>
                  </a:lnTo>
                  <a:lnTo>
                    <a:pt x="9410156" y="137105"/>
                  </a:lnTo>
                  <a:lnTo>
                    <a:pt x="9343848" y="159431"/>
                  </a:lnTo>
                  <a:lnTo>
                    <a:pt x="9283053" y="184231"/>
                  </a:lnTo>
                  <a:lnTo>
                    <a:pt x="9226974" y="211823"/>
                  </a:lnTo>
                  <a:lnTo>
                    <a:pt x="9174785" y="242521"/>
                  </a:lnTo>
                  <a:lnTo>
                    <a:pt x="9125689" y="276590"/>
                  </a:lnTo>
                  <a:lnTo>
                    <a:pt x="9084767" y="309211"/>
                  </a:lnTo>
                  <a:lnTo>
                    <a:pt x="9040929" y="348572"/>
                  </a:lnTo>
                  <a:lnTo>
                    <a:pt x="8998323" y="391304"/>
                  </a:lnTo>
                  <a:lnTo>
                    <a:pt x="8956557" y="437469"/>
                  </a:lnTo>
                  <a:lnTo>
                    <a:pt x="8915329" y="487055"/>
                  </a:lnTo>
                  <a:lnTo>
                    <a:pt x="8874409" y="539961"/>
                  </a:lnTo>
                  <a:lnTo>
                    <a:pt x="8833630" y="595992"/>
                  </a:lnTo>
                  <a:lnTo>
                    <a:pt x="8792879" y="654856"/>
                  </a:lnTo>
                  <a:lnTo>
                    <a:pt x="8752089" y="716166"/>
                  </a:lnTo>
                  <a:lnTo>
                    <a:pt x="8711229" y="779448"/>
                  </a:lnTo>
                  <a:lnTo>
                    <a:pt x="8670301" y="844151"/>
                  </a:lnTo>
                  <a:lnTo>
                    <a:pt x="8629329" y="909670"/>
                  </a:lnTo>
                  <a:lnTo>
                    <a:pt x="8588345" y="975365"/>
                  </a:lnTo>
                  <a:lnTo>
                    <a:pt x="8547389" y="1040592"/>
                  </a:lnTo>
                  <a:lnTo>
                    <a:pt x="8506491" y="1104722"/>
                  </a:lnTo>
                  <a:lnTo>
                    <a:pt x="8465664" y="1167174"/>
                  </a:lnTo>
                  <a:lnTo>
                    <a:pt x="8424897" y="1227430"/>
                  </a:lnTo>
                  <a:lnTo>
                    <a:pt x="8384144" y="1285052"/>
                  </a:lnTo>
                  <a:lnTo>
                    <a:pt x="8343319" y="1339696"/>
                  </a:lnTo>
                  <a:lnTo>
                    <a:pt x="8302283" y="1391115"/>
                  </a:lnTo>
                  <a:lnTo>
                    <a:pt x="8260844" y="1439157"/>
                  </a:lnTo>
                  <a:lnTo>
                    <a:pt x="8218739" y="1483763"/>
                  </a:lnTo>
                  <a:lnTo>
                    <a:pt x="8175629" y="1524954"/>
                  </a:lnTo>
                  <a:lnTo>
                    <a:pt x="8151487" y="1546058"/>
                  </a:lnTo>
                  <a:lnTo>
                    <a:pt x="8104494" y="1583186"/>
                  </a:lnTo>
                  <a:lnTo>
                    <a:pt x="8055048" y="1616817"/>
                  </a:lnTo>
                  <a:lnTo>
                    <a:pt x="8002412" y="1647105"/>
                  </a:lnTo>
                  <a:lnTo>
                    <a:pt x="7945782" y="1674326"/>
                  </a:lnTo>
                  <a:lnTo>
                    <a:pt x="7884331" y="1698795"/>
                  </a:lnTo>
                  <a:lnTo>
                    <a:pt x="7817273" y="1720830"/>
                  </a:lnTo>
                  <a:lnTo>
                    <a:pt x="7743927" y="1740715"/>
                  </a:lnTo>
                  <a:lnTo>
                    <a:pt x="7663817" y="1758693"/>
                  </a:lnTo>
                  <a:lnTo>
                    <a:pt x="7576809" y="1774953"/>
                  </a:lnTo>
                  <a:lnTo>
                    <a:pt x="7483267" y="1789624"/>
                  </a:lnTo>
                  <a:lnTo>
                    <a:pt x="7384241" y="1802782"/>
                  </a:lnTo>
                  <a:lnTo>
                    <a:pt x="7281626" y="1814451"/>
                  </a:lnTo>
                  <a:lnTo>
                    <a:pt x="7178248" y="1824614"/>
                  </a:lnTo>
                  <a:lnTo>
                    <a:pt x="7077782" y="1833238"/>
                  </a:lnTo>
                  <a:lnTo>
                    <a:pt x="6984448" y="1840297"/>
                  </a:lnTo>
                  <a:lnTo>
                    <a:pt x="6902459" y="1845804"/>
                  </a:lnTo>
                  <a:lnTo>
                    <a:pt x="6835306" y="1849838"/>
                  </a:lnTo>
                  <a:lnTo>
                    <a:pt x="6785057" y="1852552"/>
                  </a:lnTo>
                  <a:lnTo>
                    <a:pt x="6751870" y="1854172"/>
                  </a:lnTo>
                  <a:lnTo>
                    <a:pt x="6733837" y="1854970"/>
                  </a:lnTo>
                  <a:lnTo>
                    <a:pt x="6727146" y="1855240"/>
                  </a:lnTo>
                  <a:lnTo>
                    <a:pt x="6726343" y="1855270"/>
                  </a:lnTo>
                  <a:lnTo>
                    <a:pt x="5254955" y="1855270"/>
                  </a:lnTo>
                  <a:lnTo>
                    <a:pt x="5253720" y="1855259"/>
                  </a:lnTo>
                  <a:lnTo>
                    <a:pt x="5245612" y="1855182"/>
                  </a:lnTo>
                  <a:lnTo>
                    <a:pt x="5225228" y="1854968"/>
                  </a:lnTo>
                  <a:lnTo>
                    <a:pt x="5188911" y="1854547"/>
                  </a:lnTo>
                  <a:lnTo>
                    <a:pt x="5135042" y="1853855"/>
                  </a:lnTo>
                  <a:lnTo>
                    <a:pt x="5064148" y="1852840"/>
                  </a:lnTo>
                  <a:lnTo>
                    <a:pt x="4978687" y="1851469"/>
                  </a:lnTo>
                  <a:lnTo>
                    <a:pt x="4882473" y="1849726"/>
                  </a:lnTo>
                  <a:lnTo>
                    <a:pt x="4779915" y="1847610"/>
                  </a:lnTo>
                  <a:lnTo>
                    <a:pt x="4675288" y="1845129"/>
                  </a:lnTo>
                  <a:lnTo>
                    <a:pt x="4572205" y="1842290"/>
                  </a:lnTo>
                  <a:lnTo>
                    <a:pt x="4473352" y="1839095"/>
                  </a:lnTo>
                  <a:lnTo>
                    <a:pt x="4380456" y="1835536"/>
                  </a:lnTo>
                  <a:lnTo>
                    <a:pt x="4294397" y="1831590"/>
                  </a:lnTo>
                  <a:lnTo>
                    <a:pt x="4215392" y="1827224"/>
                  </a:lnTo>
                  <a:lnTo>
                    <a:pt x="4143186" y="1822387"/>
                  </a:lnTo>
                  <a:lnTo>
                    <a:pt x="4077214" y="1817017"/>
                  </a:lnTo>
                  <a:lnTo>
                    <a:pt x="4016729" y="1811043"/>
                  </a:lnTo>
                  <a:lnTo>
                    <a:pt x="3960899" y="1804389"/>
                  </a:lnTo>
                  <a:lnTo>
                    <a:pt x="3908871" y="1796978"/>
                  </a:lnTo>
                  <a:lnTo>
                    <a:pt x="3859833" y="1788753"/>
                  </a:lnTo>
                  <a:lnTo>
                    <a:pt x="3829811" y="1783075"/>
                  </a:lnTo>
                  <a:lnTo>
                    <a:pt x="3774821" y="1771374"/>
                  </a:lnTo>
                  <a:lnTo>
                    <a:pt x="3721617" y="1758417"/>
                  </a:lnTo>
                  <a:lnTo>
                    <a:pt x="3669487" y="1744189"/>
                  </a:lnTo>
                  <a:lnTo>
                    <a:pt x="3617922" y="1728722"/>
                  </a:lnTo>
                  <a:lnTo>
                    <a:pt x="3566577" y="1712103"/>
                  </a:lnTo>
                  <a:lnTo>
                    <a:pt x="3515241" y="1694475"/>
                  </a:lnTo>
                  <a:lnTo>
                    <a:pt x="3463812" y="1676037"/>
                  </a:lnTo>
                  <a:lnTo>
                    <a:pt x="3412273" y="1657035"/>
                  </a:lnTo>
                  <a:lnTo>
                    <a:pt x="3360668" y="1637748"/>
                  </a:lnTo>
                  <a:lnTo>
                    <a:pt x="3309065" y="1618476"/>
                  </a:lnTo>
                  <a:lnTo>
                    <a:pt x="3257536" y="1599517"/>
                  </a:lnTo>
                  <a:lnTo>
                    <a:pt x="3206118" y="1581147"/>
                  </a:lnTo>
                  <a:lnTo>
                    <a:pt x="3154787" y="1563609"/>
                  </a:lnTo>
                  <a:lnTo>
                    <a:pt x="3103432" y="1547097"/>
                  </a:lnTo>
                  <a:lnTo>
                    <a:pt x="3051830" y="1531747"/>
                  </a:lnTo>
                  <a:lnTo>
                    <a:pt x="2999621" y="1517641"/>
                  </a:lnTo>
                  <a:lnTo>
                    <a:pt x="2946278" y="1504808"/>
                  </a:lnTo>
                  <a:lnTo>
                    <a:pt x="2896531" y="1494296"/>
                  </a:lnTo>
                  <a:lnTo>
                    <a:pt x="2849013" y="1485537"/>
                  </a:lnTo>
                  <a:lnTo>
                    <a:pt x="2798980" y="1477613"/>
                  </a:lnTo>
                  <a:lnTo>
                    <a:pt x="2745670" y="1470484"/>
                  </a:lnTo>
                  <a:lnTo>
                    <a:pt x="2688249" y="1464086"/>
                  </a:lnTo>
                  <a:lnTo>
                    <a:pt x="2625866" y="1458340"/>
                  </a:lnTo>
                  <a:lnTo>
                    <a:pt x="2557711" y="1453172"/>
                  </a:lnTo>
                  <a:lnTo>
                    <a:pt x="2483091" y="1448512"/>
                  </a:lnTo>
                  <a:lnTo>
                    <a:pt x="2401535" y="1444303"/>
                  </a:lnTo>
                  <a:lnTo>
                    <a:pt x="2312940" y="1440501"/>
                  </a:lnTo>
                  <a:lnTo>
                    <a:pt x="2217739" y="1437076"/>
                  </a:lnTo>
                  <a:lnTo>
                    <a:pt x="2117103" y="1434010"/>
                  </a:lnTo>
                  <a:lnTo>
                    <a:pt x="2013098" y="1431301"/>
                  </a:lnTo>
                  <a:lnTo>
                    <a:pt x="1908761" y="1428951"/>
                  </a:lnTo>
                  <a:lnTo>
                    <a:pt x="1807989" y="1426970"/>
                  </a:lnTo>
                  <a:lnTo>
                    <a:pt x="1715182" y="1425362"/>
                  </a:lnTo>
                  <a:lnTo>
                    <a:pt x="1634622" y="1424123"/>
                  </a:lnTo>
                  <a:lnTo>
                    <a:pt x="1569713" y="1423230"/>
                  </a:lnTo>
                  <a:lnTo>
                    <a:pt x="1522263" y="1422643"/>
                  </a:lnTo>
                  <a:lnTo>
                    <a:pt x="1492027" y="1422305"/>
                  </a:lnTo>
                  <a:lnTo>
                    <a:pt x="1476618" y="1422149"/>
                  </a:lnTo>
                  <a:lnTo>
                    <a:pt x="1471713" y="1422104"/>
                  </a:lnTo>
                  <a:lnTo>
                    <a:pt x="1471387" y="1422101"/>
                  </a:lnTo>
                  <a:lnTo>
                    <a:pt x="0" y="142210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20" name="pg1220"/>
            <p:cNvSpPr/>
            <p:nvPr/>
          </p:nvSpPr>
          <p:spPr>
            <a:xfrm>
              <a:off x="4799595" y="2674984"/>
              <a:ext cx="11981298" cy="6865318"/>
            </a:xfrm>
            <a:custGeom>
              <a:avLst/>
              <a:pathLst>
                <a:path w="11981298" h="6865318">
                  <a:moveTo>
                    <a:pt x="0" y="5892731"/>
                  </a:moveTo>
                  <a:lnTo>
                    <a:pt x="1471387" y="5892731"/>
                  </a:lnTo>
                  <a:lnTo>
                    <a:pt x="1472613" y="5892755"/>
                  </a:lnTo>
                  <a:lnTo>
                    <a:pt x="1480661" y="5892928"/>
                  </a:lnTo>
                  <a:lnTo>
                    <a:pt x="1500900" y="5893404"/>
                  </a:lnTo>
                  <a:lnTo>
                    <a:pt x="1536969" y="5894342"/>
                  </a:lnTo>
                  <a:lnTo>
                    <a:pt x="1590497" y="5895884"/>
                  </a:lnTo>
                  <a:lnTo>
                    <a:pt x="1660982" y="5898146"/>
                  </a:lnTo>
                  <a:lnTo>
                    <a:pt x="1746010" y="5901203"/>
                  </a:lnTo>
                  <a:lnTo>
                    <a:pt x="1841812" y="5905091"/>
                  </a:lnTo>
                  <a:lnTo>
                    <a:pt x="1944017" y="5909811"/>
                  </a:lnTo>
                  <a:lnTo>
                    <a:pt x="2048372" y="5915348"/>
                  </a:lnTo>
                  <a:lnTo>
                    <a:pt x="2151272" y="5921685"/>
                  </a:lnTo>
                  <a:lnTo>
                    <a:pt x="2250024" y="5928816"/>
                  </a:lnTo>
                  <a:lnTo>
                    <a:pt x="2342891" y="5936760"/>
                  </a:lnTo>
                  <a:lnTo>
                    <a:pt x="2428972" y="5945565"/>
                  </a:lnTo>
                  <a:lnTo>
                    <a:pt x="2508034" y="5955307"/>
                  </a:lnTo>
                  <a:lnTo>
                    <a:pt x="2580315" y="5966095"/>
                  </a:lnTo>
                  <a:lnTo>
                    <a:pt x="2646367" y="5978067"/>
                  </a:lnTo>
                  <a:lnTo>
                    <a:pt x="2706924" y="5991380"/>
                  </a:lnTo>
                  <a:lnTo>
                    <a:pt x="2762813" y="6006207"/>
                  </a:lnTo>
                  <a:lnTo>
                    <a:pt x="2814877" y="6022715"/>
                  </a:lnTo>
                  <a:lnTo>
                    <a:pt x="2863927" y="6041037"/>
                  </a:lnTo>
                  <a:lnTo>
                    <a:pt x="2896531" y="6054829"/>
                  </a:lnTo>
                  <a:lnTo>
                    <a:pt x="2947587" y="6079095"/>
                  </a:lnTo>
                  <a:lnTo>
                    <a:pt x="2997058" y="6105779"/>
                  </a:lnTo>
                  <a:lnTo>
                    <a:pt x="3045531" y="6134919"/>
                  </a:lnTo>
                  <a:lnTo>
                    <a:pt x="3093436" y="6166475"/>
                  </a:lnTo>
                  <a:lnTo>
                    <a:pt x="3141081" y="6200315"/>
                  </a:lnTo>
                  <a:lnTo>
                    <a:pt x="3188665" y="6236217"/>
                  </a:lnTo>
                  <a:lnTo>
                    <a:pt x="3236302" y="6273863"/>
                  </a:lnTo>
                  <a:lnTo>
                    <a:pt x="3284034" y="6312852"/>
                  </a:lnTo>
                  <a:lnTo>
                    <a:pt x="3331851" y="6352712"/>
                  </a:lnTo>
                  <a:lnTo>
                    <a:pt x="3379706" y="6392924"/>
                  </a:lnTo>
                  <a:lnTo>
                    <a:pt x="3427540" y="6432950"/>
                  </a:lnTo>
                  <a:lnTo>
                    <a:pt x="3475302" y="6472261"/>
                  </a:lnTo>
                  <a:lnTo>
                    <a:pt x="3522966" y="6510369"/>
                  </a:lnTo>
                  <a:lnTo>
                    <a:pt x="3570558" y="6546848"/>
                  </a:lnTo>
                  <a:lnTo>
                    <a:pt x="3618167" y="6581354"/>
                  </a:lnTo>
                  <a:lnTo>
                    <a:pt x="3665965" y="6613633"/>
                  </a:lnTo>
                  <a:lnTo>
                    <a:pt x="3714222" y="6643528"/>
                  </a:lnTo>
                  <a:lnTo>
                    <a:pt x="3763331" y="6670971"/>
                  </a:lnTo>
                  <a:lnTo>
                    <a:pt x="3813823" y="6695976"/>
                  </a:lnTo>
                  <a:lnTo>
                    <a:pt x="3829811" y="6703220"/>
                  </a:lnTo>
                  <a:lnTo>
                    <a:pt x="3877204" y="6722838"/>
                  </a:lnTo>
                  <a:lnTo>
                    <a:pt x="3927097" y="6740592"/>
                  </a:lnTo>
                  <a:lnTo>
                    <a:pt x="3980247" y="6756567"/>
                  </a:lnTo>
                  <a:lnTo>
                    <a:pt x="4037479" y="6770911"/>
                  </a:lnTo>
                  <a:lnTo>
                    <a:pt x="4099639" y="6783794"/>
                  </a:lnTo>
                  <a:lnTo>
                    <a:pt x="4167532" y="6795386"/>
                  </a:lnTo>
                  <a:lnTo>
                    <a:pt x="4241849" y="6805840"/>
                  </a:lnTo>
                  <a:lnTo>
                    <a:pt x="4323059" y="6815284"/>
                  </a:lnTo>
                  <a:lnTo>
                    <a:pt x="4411276" y="6823817"/>
                  </a:lnTo>
                  <a:lnTo>
                    <a:pt x="4506082" y="6831508"/>
                  </a:lnTo>
                  <a:lnTo>
                    <a:pt x="4606336" y="6838395"/>
                  </a:lnTo>
                  <a:lnTo>
                    <a:pt x="4710014" y="6844487"/>
                  </a:lnTo>
                  <a:lnTo>
                    <a:pt x="4814130" y="6849776"/>
                  </a:lnTo>
                  <a:lnTo>
                    <a:pt x="4914839" y="6854242"/>
                  </a:lnTo>
                  <a:lnTo>
                    <a:pt x="5007785" y="6857873"/>
                  </a:lnTo>
                  <a:lnTo>
                    <a:pt x="5088698" y="6860680"/>
                  </a:lnTo>
                  <a:lnTo>
                    <a:pt x="5154152" y="6862711"/>
                  </a:lnTo>
                  <a:lnTo>
                    <a:pt x="5202274" y="6864054"/>
                  </a:lnTo>
                  <a:lnTo>
                    <a:pt x="5233211" y="6864833"/>
                  </a:lnTo>
                  <a:lnTo>
                    <a:pt x="5249233" y="6865200"/>
                  </a:lnTo>
                  <a:lnTo>
                    <a:pt x="5254540" y="6865310"/>
                  </a:lnTo>
                  <a:lnTo>
                    <a:pt x="5254955" y="6865318"/>
                  </a:lnTo>
                  <a:lnTo>
                    <a:pt x="6726343" y="6865318"/>
                  </a:lnTo>
                  <a:lnTo>
                    <a:pt x="6727105" y="6865213"/>
                  </a:lnTo>
                  <a:lnTo>
                    <a:pt x="6732161" y="6864467"/>
                  </a:lnTo>
                  <a:lnTo>
                    <a:pt x="6745045" y="6862409"/>
                  </a:lnTo>
                  <a:lnTo>
                    <a:pt x="6768426" y="6858348"/>
                  </a:lnTo>
                  <a:lnTo>
                    <a:pt x="6803979" y="6851618"/>
                  </a:lnTo>
                  <a:lnTo>
                    <a:pt x="6852272" y="6841627"/>
                  </a:lnTo>
                  <a:lnTo>
                    <a:pt x="6912760" y="6827902"/>
                  </a:lnTo>
                  <a:lnTo>
                    <a:pt x="6983904" y="6810118"/>
                  </a:lnTo>
                  <a:lnTo>
                    <a:pt x="7063438" y="6788106"/>
                  </a:lnTo>
                  <a:lnTo>
                    <a:pt x="7148699" y="6761826"/>
                  </a:lnTo>
                  <a:lnTo>
                    <a:pt x="7236972" y="6731326"/>
                  </a:lnTo>
                  <a:lnTo>
                    <a:pt x="7325770" y="6696689"/>
                  </a:lnTo>
                  <a:lnTo>
                    <a:pt x="7413016" y="6657982"/>
                  </a:lnTo>
                  <a:lnTo>
                    <a:pt x="7497135" y="6615214"/>
                  </a:lnTo>
                  <a:lnTo>
                    <a:pt x="7577051" y="6568308"/>
                  </a:lnTo>
                  <a:lnTo>
                    <a:pt x="7652141" y="6517081"/>
                  </a:lnTo>
                  <a:lnTo>
                    <a:pt x="7722151" y="6461235"/>
                  </a:lnTo>
                  <a:lnTo>
                    <a:pt x="7787114" y="6400357"/>
                  </a:lnTo>
                  <a:lnTo>
                    <a:pt x="7847268" y="6333924"/>
                  </a:lnTo>
                  <a:lnTo>
                    <a:pt x="7902990" y="6261314"/>
                  </a:lnTo>
                  <a:lnTo>
                    <a:pt x="7954745" y="6181825"/>
                  </a:lnTo>
                  <a:lnTo>
                    <a:pt x="8003040" y="6094711"/>
                  </a:lnTo>
                  <a:lnTo>
                    <a:pt x="8048399" y="5999227"/>
                  </a:lnTo>
                  <a:lnTo>
                    <a:pt x="8091333" y="5894719"/>
                  </a:lnTo>
                  <a:lnTo>
                    <a:pt x="8132321" y="5780743"/>
                  </a:lnTo>
                  <a:lnTo>
                    <a:pt x="8151487" y="5722460"/>
                  </a:lnTo>
                  <a:lnTo>
                    <a:pt x="8176926" y="5640122"/>
                  </a:lnTo>
                  <a:lnTo>
                    <a:pt x="8201893" y="5553702"/>
                  </a:lnTo>
                  <a:lnTo>
                    <a:pt x="8226474" y="5463122"/>
                  </a:lnTo>
                  <a:lnTo>
                    <a:pt x="8250747" y="5368335"/>
                  </a:lnTo>
                  <a:lnTo>
                    <a:pt x="8274775" y="5269321"/>
                  </a:lnTo>
                  <a:lnTo>
                    <a:pt x="8298616" y="5166096"/>
                  </a:lnTo>
                  <a:lnTo>
                    <a:pt x="8322317" y="5058708"/>
                  </a:lnTo>
                  <a:lnTo>
                    <a:pt x="8345918" y="4947246"/>
                  </a:lnTo>
                  <a:lnTo>
                    <a:pt x="8369455" y="4831834"/>
                  </a:lnTo>
                  <a:lnTo>
                    <a:pt x="8392954" y="4712637"/>
                  </a:lnTo>
                  <a:lnTo>
                    <a:pt x="8416437" y="4589861"/>
                  </a:lnTo>
                  <a:lnTo>
                    <a:pt x="8439921" y="4463748"/>
                  </a:lnTo>
                  <a:lnTo>
                    <a:pt x="8463418" y="4334582"/>
                  </a:lnTo>
                  <a:lnTo>
                    <a:pt x="8486934" y="4202681"/>
                  </a:lnTo>
                  <a:lnTo>
                    <a:pt x="8510475" y="4068399"/>
                  </a:lnTo>
                  <a:lnTo>
                    <a:pt x="8534039" y="3932119"/>
                  </a:lnTo>
                  <a:lnTo>
                    <a:pt x="8557625" y="3794250"/>
                  </a:lnTo>
                  <a:lnTo>
                    <a:pt x="8581229" y="3655221"/>
                  </a:lnTo>
                  <a:lnTo>
                    <a:pt x="8604843" y="3515479"/>
                  </a:lnTo>
                  <a:lnTo>
                    <a:pt x="8628462" y="3375479"/>
                  </a:lnTo>
                  <a:lnTo>
                    <a:pt x="8652078" y="3235679"/>
                  </a:lnTo>
                  <a:lnTo>
                    <a:pt x="8675683" y="3096537"/>
                  </a:lnTo>
                  <a:lnTo>
                    <a:pt x="8699272" y="2958499"/>
                  </a:lnTo>
                  <a:lnTo>
                    <a:pt x="8722839" y="2821997"/>
                  </a:lnTo>
                  <a:lnTo>
                    <a:pt x="8746382" y="2687445"/>
                  </a:lnTo>
                  <a:lnTo>
                    <a:pt x="8769902" y="2555227"/>
                  </a:lnTo>
                  <a:lnTo>
                    <a:pt x="8793401" y="2425702"/>
                  </a:lnTo>
                  <a:lnTo>
                    <a:pt x="8816886" y="2299192"/>
                  </a:lnTo>
                  <a:lnTo>
                    <a:pt x="8840368" y="2175984"/>
                  </a:lnTo>
                  <a:lnTo>
                    <a:pt x="8863864" y="2056329"/>
                  </a:lnTo>
                  <a:lnTo>
                    <a:pt x="8887395" y="1940435"/>
                  </a:lnTo>
                  <a:lnTo>
                    <a:pt x="8910987" y="1828472"/>
                  </a:lnTo>
                  <a:lnTo>
                    <a:pt x="8934673" y="1720570"/>
                  </a:lnTo>
                  <a:lnTo>
                    <a:pt x="8958494" y="1616822"/>
                  </a:lnTo>
                  <a:lnTo>
                    <a:pt x="8982496" y="1517281"/>
                  </a:lnTo>
                  <a:lnTo>
                    <a:pt x="9006734" y="1421967"/>
                  </a:lnTo>
                  <a:lnTo>
                    <a:pt x="9031274" y="1330864"/>
                  </a:lnTo>
                  <a:lnTo>
                    <a:pt x="9056188" y="1243928"/>
                  </a:lnTo>
                  <a:lnTo>
                    <a:pt x="9081563" y="1161086"/>
                  </a:lnTo>
                  <a:lnTo>
                    <a:pt x="9084767" y="1151030"/>
                  </a:lnTo>
                  <a:lnTo>
                    <a:pt x="9124972" y="1032446"/>
                  </a:lnTo>
                  <a:lnTo>
                    <a:pt x="9166913" y="923416"/>
                  </a:lnTo>
                  <a:lnTo>
                    <a:pt x="9211042" y="823660"/>
                  </a:lnTo>
                  <a:lnTo>
                    <a:pt x="9257858" y="732606"/>
                  </a:lnTo>
                  <a:lnTo>
                    <a:pt x="9307882" y="649541"/>
                  </a:lnTo>
                  <a:lnTo>
                    <a:pt x="9361633" y="573711"/>
                  </a:lnTo>
                  <a:lnTo>
                    <a:pt x="9419600" y="504387"/>
                  </a:lnTo>
                  <a:lnTo>
                    <a:pt x="9482208" y="440906"/>
                  </a:lnTo>
                  <a:lnTo>
                    <a:pt x="9549769" y="382696"/>
                  </a:lnTo>
                  <a:lnTo>
                    <a:pt x="9622426" y="329289"/>
                  </a:lnTo>
                  <a:lnTo>
                    <a:pt x="9700072" y="280333"/>
                  </a:lnTo>
                  <a:lnTo>
                    <a:pt x="9782272" y="235589"/>
                  </a:lnTo>
                  <a:lnTo>
                    <a:pt x="9868178" y="194931"/>
                  </a:lnTo>
                  <a:lnTo>
                    <a:pt x="9956458" y="158328"/>
                  </a:lnTo>
                  <a:lnTo>
                    <a:pt x="10045272" y="125826"/>
                  </a:lnTo>
                  <a:lnTo>
                    <a:pt x="10132313" y="97505"/>
                  </a:lnTo>
                  <a:lnTo>
                    <a:pt x="10214948" y="73437"/>
                  </a:lnTo>
                  <a:lnTo>
                    <a:pt x="10290446" y="53630"/>
                  </a:lnTo>
                  <a:lnTo>
                    <a:pt x="10356309" y="37981"/>
                  </a:lnTo>
                  <a:lnTo>
                    <a:pt x="10410607" y="26243"/>
                  </a:lnTo>
                  <a:lnTo>
                    <a:pt x="10452292" y="18011"/>
                  </a:lnTo>
                  <a:lnTo>
                    <a:pt x="10481390" y="12745"/>
                  </a:lnTo>
                  <a:lnTo>
                    <a:pt x="10499052" y="9808"/>
                  </a:lnTo>
                  <a:lnTo>
                    <a:pt x="10507487" y="8516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9148" y="104"/>
                  </a:lnTo>
                  <a:lnTo>
                    <a:pt x="10504092" y="850"/>
                  </a:lnTo>
                  <a:lnTo>
                    <a:pt x="10491208" y="2909"/>
                  </a:lnTo>
                  <a:lnTo>
                    <a:pt x="10467827" y="6970"/>
                  </a:lnTo>
                  <a:lnTo>
                    <a:pt x="10432275" y="13699"/>
                  </a:lnTo>
                  <a:lnTo>
                    <a:pt x="10383981" y="23690"/>
                  </a:lnTo>
                  <a:lnTo>
                    <a:pt x="10323493" y="37416"/>
                  </a:lnTo>
                  <a:lnTo>
                    <a:pt x="10252349" y="55199"/>
                  </a:lnTo>
                  <a:lnTo>
                    <a:pt x="10172815" y="77211"/>
                  </a:lnTo>
                  <a:lnTo>
                    <a:pt x="10087554" y="103491"/>
                  </a:lnTo>
                  <a:lnTo>
                    <a:pt x="9999281" y="133991"/>
                  </a:lnTo>
                  <a:lnTo>
                    <a:pt x="9910484" y="168629"/>
                  </a:lnTo>
                  <a:lnTo>
                    <a:pt x="9823237" y="207336"/>
                  </a:lnTo>
                  <a:lnTo>
                    <a:pt x="9739118" y="250104"/>
                  </a:lnTo>
                  <a:lnTo>
                    <a:pt x="9659202" y="297009"/>
                  </a:lnTo>
                  <a:lnTo>
                    <a:pt x="9584112" y="348236"/>
                  </a:lnTo>
                  <a:lnTo>
                    <a:pt x="9514102" y="404082"/>
                  </a:lnTo>
                  <a:lnTo>
                    <a:pt x="9449139" y="464960"/>
                  </a:lnTo>
                  <a:lnTo>
                    <a:pt x="9388986" y="531394"/>
                  </a:lnTo>
                  <a:lnTo>
                    <a:pt x="9333263" y="604004"/>
                  </a:lnTo>
                  <a:lnTo>
                    <a:pt x="9281508" y="683492"/>
                  </a:lnTo>
                  <a:lnTo>
                    <a:pt x="9233213" y="770607"/>
                  </a:lnTo>
                  <a:lnTo>
                    <a:pt x="9187854" y="866091"/>
                  </a:lnTo>
                  <a:lnTo>
                    <a:pt x="9144920" y="970599"/>
                  </a:lnTo>
                  <a:lnTo>
                    <a:pt x="9103932" y="1084575"/>
                  </a:lnTo>
                  <a:lnTo>
                    <a:pt x="9084767" y="1142857"/>
                  </a:lnTo>
                  <a:lnTo>
                    <a:pt x="9059328" y="1225195"/>
                  </a:lnTo>
                  <a:lnTo>
                    <a:pt x="9034361" y="1311616"/>
                  </a:lnTo>
                  <a:lnTo>
                    <a:pt x="9009779" y="1402195"/>
                  </a:lnTo>
                  <a:lnTo>
                    <a:pt x="8985506" y="1496983"/>
                  </a:lnTo>
                  <a:lnTo>
                    <a:pt x="8961478" y="1595996"/>
                  </a:lnTo>
                  <a:lnTo>
                    <a:pt x="8937638" y="1699222"/>
                  </a:lnTo>
                  <a:lnTo>
                    <a:pt x="8913937" y="1806609"/>
                  </a:lnTo>
                  <a:lnTo>
                    <a:pt x="8890335" y="1918071"/>
                  </a:lnTo>
                  <a:lnTo>
                    <a:pt x="8866798" y="2033483"/>
                  </a:lnTo>
                  <a:lnTo>
                    <a:pt x="8843299" y="2152680"/>
                  </a:lnTo>
                  <a:lnTo>
                    <a:pt x="8819816" y="2275457"/>
                  </a:lnTo>
                  <a:lnTo>
                    <a:pt x="8796332" y="2401570"/>
                  </a:lnTo>
                  <a:lnTo>
                    <a:pt x="8772835" y="2530736"/>
                  </a:lnTo>
                  <a:lnTo>
                    <a:pt x="8749319" y="2662636"/>
                  </a:lnTo>
                  <a:lnTo>
                    <a:pt x="8725779" y="2796918"/>
                  </a:lnTo>
                  <a:lnTo>
                    <a:pt x="8702214" y="2933199"/>
                  </a:lnTo>
                  <a:lnTo>
                    <a:pt x="8678628" y="3071068"/>
                  </a:lnTo>
                  <a:lnTo>
                    <a:pt x="8655024" y="3210097"/>
                  </a:lnTo>
                  <a:lnTo>
                    <a:pt x="8631410" y="3349839"/>
                  </a:lnTo>
                  <a:lnTo>
                    <a:pt x="8607791" y="3489839"/>
                  </a:lnTo>
                  <a:lnTo>
                    <a:pt x="8584175" y="3629638"/>
                  </a:lnTo>
                  <a:lnTo>
                    <a:pt x="8560570" y="3768781"/>
                  </a:lnTo>
                  <a:lnTo>
                    <a:pt x="8536981" y="3906819"/>
                  </a:lnTo>
                  <a:lnTo>
                    <a:pt x="8513414" y="4043320"/>
                  </a:lnTo>
                  <a:lnTo>
                    <a:pt x="8489871" y="4177873"/>
                  </a:lnTo>
                  <a:lnTo>
                    <a:pt x="8466351" y="4310090"/>
                  </a:lnTo>
                  <a:lnTo>
                    <a:pt x="8442853" y="4439616"/>
                  </a:lnTo>
                  <a:lnTo>
                    <a:pt x="8419368" y="4566126"/>
                  </a:lnTo>
                  <a:lnTo>
                    <a:pt x="8395885" y="4689333"/>
                  </a:lnTo>
                  <a:lnTo>
                    <a:pt x="8372389" y="4808989"/>
                  </a:lnTo>
                  <a:lnTo>
                    <a:pt x="8348859" y="4924883"/>
                  </a:lnTo>
                  <a:lnTo>
                    <a:pt x="8325267" y="5036846"/>
                  </a:lnTo>
                  <a:lnTo>
                    <a:pt x="8301580" y="5144747"/>
                  </a:lnTo>
                  <a:lnTo>
                    <a:pt x="8277760" y="5248495"/>
                  </a:lnTo>
                  <a:lnTo>
                    <a:pt x="8253758" y="5348036"/>
                  </a:lnTo>
                  <a:lnTo>
                    <a:pt x="8229519" y="5443351"/>
                  </a:lnTo>
                  <a:lnTo>
                    <a:pt x="8204980" y="5534454"/>
                  </a:lnTo>
                  <a:lnTo>
                    <a:pt x="8180065" y="5621389"/>
                  </a:lnTo>
                  <a:lnTo>
                    <a:pt x="8154690" y="5704232"/>
                  </a:lnTo>
                  <a:lnTo>
                    <a:pt x="8151487" y="5714287"/>
                  </a:lnTo>
                  <a:lnTo>
                    <a:pt x="8111281" y="5832871"/>
                  </a:lnTo>
                  <a:lnTo>
                    <a:pt x="8069341" y="5941902"/>
                  </a:lnTo>
                  <a:lnTo>
                    <a:pt x="8025211" y="6041658"/>
                  </a:lnTo>
                  <a:lnTo>
                    <a:pt x="7978395" y="6132711"/>
                  </a:lnTo>
                  <a:lnTo>
                    <a:pt x="7928371" y="6215777"/>
                  </a:lnTo>
                  <a:lnTo>
                    <a:pt x="7874620" y="6291607"/>
                  </a:lnTo>
                  <a:lnTo>
                    <a:pt x="7816653" y="6360931"/>
                  </a:lnTo>
                  <a:lnTo>
                    <a:pt x="7754045" y="6424412"/>
                  </a:lnTo>
                  <a:lnTo>
                    <a:pt x="7686484" y="6482622"/>
                  </a:lnTo>
                  <a:lnTo>
                    <a:pt x="7613828" y="6536028"/>
                  </a:lnTo>
                  <a:lnTo>
                    <a:pt x="7536182" y="6584985"/>
                  </a:lnTo>
                  <a:lnTo>
                    <a:pt x="7453981" y="6629728"/>
                  </a:lnTo>
                  <a:lnTo>
                    <a:pt x="7368075" y="6670387"/>
                  </a:lnTo>
                  <a:lnTo>
                    <a:pt x="7279795" y="6706989"/>
                  </a:lnTo>
                  <a:lnTo>
                    <a:pt x="7190982" y="6739492"/>
                  </a:lnTo>
                  <a:lnTo>
                    <a:pt x="7103940" y="6767813"/>
                  </a:lnTo>
                  <a:lnTo>
                    <a:pt x="7021306" y="6791881"/>
                  </a:lnTo>
                  <a:lnTo>
                    <a:pt x="6945807" y="6811688"/>
                  </a:lnTo>
                  <a:lnTo>
                    <a:pt x="6879945" y="6827336"/>
                  </a:lnTo>
                  <a:lnTo>
                    <a:pt x="6825646" y="6839075"/>
                  </a:lnTo>
                  <a:lnTo>
                    <a:pt x="6783961" y="6847307"/>
                  </a:lnTo>
                  <a:lnTo>
                    <a:pt x="6754863" y="6852573"/>
                  </a:lnTo>
                  <a:lnTo>
                    <a:pt x="6737201" y="6855510"/>
                  </a:lnTo>
                  <a:lnTo>
                    <a:pt x="6728766" y="6856802"/>
                  </a:lnTo>
                  <a:lnTo>
                    <a:pt x="6726343" y="6857145"/>
                  </a:lnTo>
                  <a:lnTo>
                    <a:pt x="5254955" y="6857145"/>
                  </a:lnTo>
                  <a:lnTo>
                    <a:pt x="5253729" y="6857121"/>
                  </a:lnTo>
                  <a:lnTo>
                    <a:pt x="5245682" y="6856949"/>
                  </a:lnTo>
                  <a:lnTo>
                    <a:pt x="5225442" y="6856472"/>
                  </a:lnTo>
                  <a:lnTo>
                    <a:pt x="5189373" y="6855535"/>
                  </a:lnTo>
                  <a:lnTo>
                    <a:pt x="5135845" y="6853993"/>
                  </a:lnTo>
                  <a:lnTo>
                    <a:pt x="5065360" y="6851731"/>
                  </a:lnTo>
                  <a:lnTo>
                    <a:pt x="4980332" y="6848673"/>
                  </a:lnTo>
                  <a:lnTo>
                    <a:pt x="4884530" y="6844786"/>
                  </a:lnTo>
                  <a:lnTo>
                    <a:pt x="4782326" y="6840065"/>
                  </a:lnTo>
                  <a:lnTo>
                    <a:pt x="4677971" y="6834528"/>
                  </a:lnTo>
                  <a:lnTo>
                    <a:pt x="4575071" y="6828192"/>
                  </a:lnTo>
                  <a:lnTo>
                    <a:pt x="4476318" y="6821060"/>
                  </a:lnTo>
                  <a:lnTo>
                    <a:pt x="4383451" y="6813116"/>
                  </a:lnTo>
                  <a:lnTo>
                    <a:pt x="4297370" y="6804312"/>
                  </a:lnTo>
                  <a:lnTo>
                    <a:pt x="4218308" y="6794570"/>
                  </a:lnTo>
                  <a:lnTo>
                    <a:pt x="4146028" y="6783781"/>
                  </a:lnTo>
                  <a:lnTo>
                    <a:pt x="4079976" y="6771810"/>
                  </a:lnTo>
                  <a:lnTo>
                    <a:pt x="4019418" y="6758496"/>
                  </a:lnTo>
                  <a:lnTo>
                    <a:pt x="3963529" y="6743669"/>
                  </a:lnTo>
                  <a:lnTo>
                    <a:pt x="3911465" y="6727162"/>
                  </a:lnTo>
                  <a:lnTo>
                    <a:pt x="3862415" y="6708840"/>
                  </a:lnTo>
                  <a:lnTo>
                    <a:pt x="3829811" y="6695047"/>
                  </a:lnTo>
                  <a:lnTo>
                    <a:pt x="3778755" y="6670782"/>
                  </a:lnTo>
                  <a:lnTo>
                    <a:pt x="3729284" y="6644097"/>
                  </a:lnTo>
                  <a:lnTo>
                    <a:pt x="3680811" y="6614957"/>
                  </a:lnTo>
                  <a:lnTo>
                    <a:pt x="3632906" y="6583402"/>
                  </a:lnTo>
                  <a:lnTo>
                    <a:pt x="3585261" y="6549561"/>
                  </a:lnTo>
                  <a:lnTo>
                    <a:pt x="3537677" y="6513660"/>
                  </a:lnTo>
                  <a:lnTo>
                    <a:pt x="3490040" y="6476013"/>
                  </a:lnTo>
                  <a:lnTo>
                    <a:pt x="3442308" y="6437024"/>
                  </a:lnTo>
                  <a:lnTo>
                    <a:pt x="3394491" y="6397164"/>
                  </a:lnTo>
                  <a:lnTo>
                    <a:pt x="3346636" y="6356952"/>
                  </a:lnTo>
                  <a:lnTo>
                    <a:pt x="3298802" y="6316926"/>
                  </a:lnTo>
                  <a:lnTo>
                    <a:pt x="3251041" y="6277615"/>
                  </a:lnTo>
                  <a:lnTo>
                    <a:pt x="3203376" y="6239507"/>
                  </a:lnTo>
                  <a:lnTo>
                    <a:pt x="3155784" y="6203028"/>
                  </a:lnTo>
                  <a:lnTo>
                    <a:pt x="3108175" y="6168523"/>
                  </a:lnTo>
                  <a:lnTo>
                    <a:pt x="3060377" y="6136243"/>
                  </a:lnTo>
                  <a:lnTo>
                    <a:pt x="3012120" y="6106348"/>
                  </a:lnTo>
                  <a:lnTo>
                    <a:pt x="2963012" y="6078906"/>
                  </a:lnTo>
                  <a:lnTo>
                    <a:pt x="2912519" y="6053901"/>
                  </a:lnTo>
                  <a:lnTo>
                    <a:pt x="2896531" y="6046656"/>
                  </a:lnTo>
                  <a:lnTo>
                    <a:pt x="2849138" y="6027039"/>
                  </a:lnTo>
                  <a:lnTo>
                    <a:pt x="2799245" y="6009284"/>
                  </a:lnTo>
                  <a:lnTo>
                    <a:pt x="2746095" y="5993309"/>
                  </a:lnTo>
                  <a:lnTo>
                    <a:pt x="2688863" y="5978965"/>
                  </a:lnTo>
                  <a:lnTo>
                    <a:pt x="2626703" y="5966082"/>
                  </a:lnTo>
                  <a:lnTo>
                    <a:pt x="2558810" y="5954490"/>
                  </a:lnTo>
                  <a:lnTo>
                    <a:pt x="2484493" y="5944036"/>
                  </a:lnTo>
                  <a:lnTo>
                    <a:pt x="2403283" y="5934592"/>
                  </a:lnTo>
                  <a:lnTo>
                    <a:pt x="2315066" y="5926059"/>
                  </a:lnTo>
                  <a:lnTo>
                    <a:pt x="2220260" y="5918368"/>
                  </a:lnTo>
                  <a:lnTo>
                    <a:pt x="2120006" y="5911481"/>
                  </a:lnTo>
                  <a:lnTo>
                    <a:pt x="2016328" y="5905389"/>
                  </a:lnTo>
                  <a:lnTo>
                    <a:pt x="1912212" y="5900101"/>
                  </a:lnTo>
                  <a:lnTo>
                    <a:pt x="1811503" y="5895635"/>
                  </a:lnTo>
                  <a:lnTo>
                    <a:pt x="1718558" y="5892004"/>
                  </a:lnTo>
                  <a:lnTo>
                    <a:pt x="1637644" y="5889196"/>
                  </a:lnTo>
                  <a:lnTo>
                    <a:pt x="1572190" y="5887165"/>
                  </a:lnTo>
                  <a:lnTo>
                    <a:pt x="1524068" y="5885823"/>
                  </a:lnTo>
                  <a:lnTo>
                    <a:pt x="1493132" y="5885043"/>
                  </a:lnTo>
                  <a:lnTo>
                    <a:pt x="1477109" y="5884677"/>
                  </a:lnTo>
                  <a:lnTo>
                    <a:pt x="1471802" y="5884566"/>
                  </a:lnTo>
                  <a:lnTo>
                    <a:pt x="1471387" y="5884558"/>
                  </a:lnTo>
                  <a:lnTo>
                    <a:pt x="0" y="5884558"/>
                  </a:lnTo>
                  <a:close/>
                </a:path>
              </a:pathLst>
            </a:custGeom>
            <a:solidFill>
              <a:srgbClr val="67C1B3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221" name="pl1221"/>
            <p:cNvSpPr/>
            <p:nvPr/>
          </p:nvSpPr>
          <p:spPr>
            <a:xfrm>
              <a:off x="4799595" y="2683157"/>
              <a:ext cx="11981298" cy="6857145"/>
            </a:xfrm>
            <a:custGeom>
              <a:avLst/>
              <a:pathLst>
                <a:path w="11981298" h="6857145">
                  <a:moveTo>
                    <a:pt x="0" y="5884558"/>
                  </a:moveTo>
                  <a:lnTo>
                    <a:pt x="1471387" y="5884558"/>
                  </a:lnTo>
                  <a:lnTo>
                    <a:pt x="1472613" y="5884582"/>
                  </a:lnTo>
                  <a:lnTo>
                    <a:pt x="1480661" y="5884755"/>
                  </a:lnTo>
                  <a:lnTo>
                    <a:pt x="1500900" y="5885231"/>
                  </a:lnTo>
                  <a:lnTo>
                    <a:pt x="1536969" y="5886169"/>
                  </a:lnTo>
                  <a:lnTo>
                    <a:pt x="1590497" y="5887711"/>
                  </a:lnTo>
                  <a:lnTo>
                    <a:pt x="1660982" y="5889973"/>
                  </a:lnTo>
                  <a:lnTo>
                    <a:pt x="1746010" y="5893030"/>
                  </a:lnTo>
                  <a:lnTo>
                    <a:pt x="1841812" y="5896918"/>
                  </a:lnTo>
                  <a:lnTo>
                    <a:pt x="1944017" y="5901638"/>
                  </a:lnTo>
                  <a:lnTo>
                    <a:pt x="2048372" y="5907175"/>
                  </a:lnTo>
                  <a:lnTo>
                    <a:pt x="2151272" y="5913512"/>
                  </a:lnTo>
                  <a:lnTo>
                    <a:pt x="2250024" y="5920643"/>
                  </a:lnTo>
                  <a:lnTo>
                    <a:pt x="2342891" y="5928587"/>
                  </a:lnTo>
                  <a:lnTo>
                    <a:pt x="2428972" y="5937392"/>
                  </a:lnTo>
                  <a:lnTo>
                    <a:pt x="2508034" y="5947134"/>
                  </a:lnTo>
                  <a:lnTo>
                    <a:pt x="2580315" y="5957922"/>
                  </a:lnTo>
                  <a:lnTo>
                    <a:pt x="2646367" y="5969894"/>
                  </a:lnTo>
                  <a:lnTo>
                    <a:pt x="2706924" y="5983207"/>
                  </a:lnTo>
                  <a:lnTo>
                    <a:pt x="2762813" y="5998034"/>
                  </a:lnTo>
                  <a:lnTo>
                    <a:pt x="2814877" y="6014542"/>
                  </a:lnTo>
                  <a:lnTo>
                    <a:pt x="2863927" y="6032864"/>
                  </a:lnTo>
                  <a:lnTo>
                    <a:pt x="2896531" y="6046656"/>
                  </a:lnTo>
                  <a:lnTo>
                    <a:pt x="2947587" y="6070922"/>
                  </a:lnTo>
                  <a:lnTo>
                    <a:pt x="2997058" y="6097606"/>
                  </a:lnTo>
                  <a:lnTo>
                    <a:pt x="3045531" y="6126746"/>
                  </a:lnTo>
                  <a:lnTo>
                    <a:pt x="3093436" y="6158302"/>
                  </a:lnTo>
                  <a:lnTo>
                    <a:pt x="3141081" y="6192142"/>
                  </a:lnTo>
                  <a:lnTo>
                    <a:pt x="3188665" y="6228044"/>
                  </a:lnTo>
                  <a:lnTo>
                    <a:pt x="3236302" y="6265690"/>
                  </a:lnTo>
                  <a:lnTo>
                    <a:pt x="3284034" y="6304679"/>
                  </a:lnTo>
                  <a:lnTo>
                    <a:pt x="3331851" y="6344539"/>
                  </a:lnTo>
                  <a:lnTo>
                    <a:pt x="3379706" y="6384751"/>
                  </a:lnTo>
                  <a:lnTo>
                    <a:pt x="3427540" y="6424777"/>
                  </a:lnTo>
                  <a:lnTo>
                    <a:pt x="3475302" y="6464088"/>
                  </a:lnTo>
                  <a:lnTo>
                    <a:pt x="3522966" y="6502196"/>
                  </a:lnTo>
                  <a:lnTo>
                    <a:pt x="3570558" y="6538675"/>
                  </a:lnTo>
                  <a:lnTo>
                    <a:pt x="3618167" y="6573181"/>
                  </a:lnTo>
                  <a:lnTo>
                    <a:pt x="3665965" y="6605460"/>
                  </a:lnTo>
                  <a:lnTo>
                    <a:pt x="3714222" y="6635355"/>
                  </a:lnTo>
                  <a:lnTo>
                    <a:pt x="3763331" y="6662798"/>
                  </a:lnTo>
                  <a:lnTo>
                    <a:pt x="3813823" y="6687803"/>
                  </a:lnTo>
                  <a:lnTo>
                    <a:pt x="3829811" y="6695047"/>
                  </a:lnTo>
                  <a:lnTo>
                    <a:pt x="3877204" y="6714665"/>
                  </a:lnTo>
                  <a:lnTo>
                    <a:pt x="3927097" y="6732419"/>
                  </a:lnTo>
                  <a:lnTo>
                    <a:pt x="3980247" y="6748394"/>
                  </a:lnTo>
                  <a:lnTo>
                    <a:pt x="4037479" y="6762738"/>
                  </a:lnTo>
                  <a:lnTo>
                    <a:pt x="4099639" y="6775621"/>
                  </a:lnTo>
                  <a:lnTo>
                    <a:pt x="4167532" y="6787213"/>
                  </a:lnTo>
                  <a:lnTo>
                    <a:pt x="4241849" y="6797667"/>
                  </a:lnTo>
                  <a:lnTo>
                    <a:pt x="4323059" y="6807111"/>
                  </a:lnTo>
                  <a:lnTo>
                    <a:pt x="4411276" y="6815644"/>
                  </a:lnTo>
                  <a:lnTo>
                    <a:pt x="4506082" y="6823335"/>
                  </a:lnTo>
                  <a:lnTo>
                    <a:pt x="4606336" y="6830222"/>
                  </a:lnTo>
                  <a:lnTo>
                    <a:pt x="4710014" y="6836314"/>
                  </a:lnTo>
                  <a:lnTo>
                    <a:pt x="4814130" y="6841603"/>
                  </a:lnTo>
                  <a:lnTo>
                    <a:pt x="4914839" y="6846069"/>
                  </a:lnTo>
                  <a:lnTo>
                    <a:pt x="5007785" y="6849700"/>
                  </a:lnTo>
                  <a:lnTo>
                    <a:pt x="5088698" y="6852507"/>
                  </a:lnTo>
                  <a:lnTo>
                    <a:pt x="5154152" y="6854538"/>
                  </a:lnTo>
                  <a:lnTo>
                    <a:pt x="5202274" y="6855881"/>
                  </a:lnTo>
                  <a:lnTo>
                    <a:pt x="5233211" y="6856660"/>
                  </a:lnTo>
                  <a:lnTo>
                    <a:pt x="5249233" y="6857027"/>
                  </a:lnTo>
                  <a:lnTo>
                    <a:pt x="5254540" y="6857137"/>
                  </a:lnTo>
                  <a:lnTo>
                    <a:pt x="5254955" y="6857145"/>
                  </a:lnTo>
                  <a:lnTo>
                    <a:pt x="6726343" y="6857145"/>
                  </a:lnTo>
                  <a:lnTo>
                    <a:pt x="6727105" y="6857040"/>
                  </a:lnTo>
                  <a:lnTo>
                    <a:pt x="6732161" y="6856294"/>
                  </a:lnTo>
                  <a:lnTo>
                    <a:pt x="6745045" y="6854236"/>
                  </a:lnTo>
                  <a:lnTo>
                    <a:pt x="6768426" y="6850175"/>
                  </a:lnTo>
                  <a:lnTo>
                    <a:pt x="6803979" y="6843445"/>
                  </a:lnTo>
                  <a:lnTo>
                    <a:pt x="6852272" y="6833454"/>
                  </a:lnTo>
                  <a:lnTo>
                    <a:pt x="6912760" y="6819729"/>
                  </a:lnTo>
                  <a:lnTo>
                    <a:pt x="6983904" y="6801945"/>
                  </a:lnTo>
                  <a:lnTo>
                    <a:pt x="7063438" y="6779933"/>
                  </a:lnTo>
                  <a:lnTo>
                    <a:pt x="7148699" y="6753653"/>
                  </a:lnTo>
                  <a:lnTo>
                    <a:pt x="7236972" y="6723153"/>
                  </a:lnTo>
                  <a:lnTo>
                    <a:pt x="7325770" y="6688516"/>
                  </a:lnTo>
                  <a:lnTo>
                    <a:pt x="7413016" y="6649809"/>
                  </a:lnTo>
                  <a:lnTo>
                    <a:pt x="7497135" y="6607041"/>
                  </a:lnTo>
                  <a:lnTo>
                    <a:pt x="7577051" y="6560135"/>
                  </a:lnTo>
                  <a:lnTo>
                    <a:pt x="7652141" y="6508908"/>
                  </a:lnTo>
                  <a:lnTo>
                    <a:pt x="7722151" y="6453062"/>
                  </a:lnTo>
                  <a:lnTo>
                    <a:pt x="7787114" y="6392184"/>
                  </a:lnTo>
                  <a:lnTo>
                    <a:pt x="7847268" y="6325751"/>
                  </a:lnTo>
                  <a:lnTo>
                    <a:pt x="7902990" y="6253141"/>
                  </a:lnTo>
                  <a:lnTo>
                    <a:pt x="7954745" y="6173652"/>
                  </a:lnTo>
                  <a:lnTo>
                    <a:pt x="8003040" y="6086538"/>
                  </a:lnTo>
                  <a:lnTo>
                    <a:pt x="8048399" y="5991054"/>
                  </a:lnTo>
                  <a:lnTo>
                    <a:pt x="8091333" y="5886546"/>
                  </a:lnTo>
                  <a:lnTo>
                    <a:pt x="8132321" y="5772570"/>
                  </a:lnTo>
                  <a:lnTo>
                    <a:pt x="8151487" y="5714287"/>
                  </a:lnTo>
                  <a:lnTo>
                    <a:pt x="8176926" y="5631949"/>
                  </a:lnTo>
                  <a:lnTo>
                    <a:pt x="8201893" y="5545529"/>
                  </a:lnTo>
                  <a:lnTo>
                    <a:pt x="8226474" y="5454949"/>
                  </a:lnTo>
                  <a:lnTo>
                    <a:pt x="8250747" y="5360162"/>
                  </a:lnTo>
                  <a:lnTo>
                    <a:pt x="8274775" y="5261148"/>
                  </a:lnTo>
                  <a:lnTo>
                    <a:pt x="8298616" y="5157923"/>
                  </a:lnTo>
                  <a:lnTo>
                    <a:pt x="8322317" y="5050535"/>
                  </a:lnTo>
                  <a:lnTo>
                    <a:pt x="8345918" y="4939073"/>
                  </a:lnTo>
                  <a:lnTo>
                    <a:pt x="8369455" y="4823661"/>
                  </a:lnTo>
                  <a:lnTo>
                    <a:pt x="8392954" y="4704464"/>
                  </a:lnTo>
                  <a:lnTo>
                    <a:pt x="8416437" y="4581688"/>
                  </a:lnTo>
                  <a:lnTo>
                    <a:pt x="8439921" y="4455575"/>
                  </a:lnTo>
                  <a:lnTo>
                    <a:pt x="8463418" y="4326409"/>
                  </a:lnTo>
                  <a:lnTo>
                    <a:pt x="8486934" y="4194508"/>
                  </a:lnTo>
                  <a:lnTo>
                    <a:pt x="8510475" y="4060226"/>
                  </a:lnTo>
                  <a:lnTo>
                    <a:pt x="8534039" y="3923946"/>
                  </a:lnTo>
                  <a:lnTo>
                    <a:pt x="8557625" y="3786077"/>
                  </a:lnTo>
                  <a:lnTo>
                    <a:pt x="8581229" y="3647048"/>
                  </a:lnTo>
                  <a:lnTo>
                    <a:pt x="8604843" y="3507306"/>
                  </a:lnTo>
                  <a:lnTo>
                    <a:pt x="8628462" y="3367306"/>
                  </a:lnTo>
                  <a:lnTo>
                    <a:pt x="8652078" y="3227506"/>
                  </a:lnTo>
                  <a:lnTo>
                    <a:pt x="8675683" y="3088364"/>
                  </a:lnTo>
                  <a:lnTo>
                    <a:pt x="8699272" y="2950326"/>
                  </a:lnTo>
                  <a:lnTo>
                    <a:pt x="8722839" y="2813824"/>
                  </a:lnTo>
                  <a:lnTo>
                    <a:pt x="8746382" y="2679272"/>
                  </a:lnTo>
                  <a:lnTo>
                    <a:pt x="8769902" y="2547054"/>
                  </a:lnTo>
                  <a:lnTo>
                    <a:pt x="8793401" y="2417529"/>
                  </a:lnTo>
                  <a:lnTo>
                    <a:pt x="8816886" y="2291019"/>
                  </a:lnTo>
                  <a:lnTo>
                    <a:pt x="8840368" y="2167811"/>
                  </a:lnTo>
                  <a:lnTo>
                    <a:pt x="8863864" y="2048156"/>
                  </a:lnTo>
                  <a:lnTo>
                    <a:pt x="8887395" y="1932262"/>
                  </a:lnTo>
                  <a:lnTo>
                    <a:pt x="8910987" y="1820299"/>
                  </a:lnTo>
                  <a:lnTo>
                    <a:pt x="8934673" y="1712397"/>
                  </a:lnTo>
                  <a:lnTo>
                    <a:pt x="8958494" y="1608649"/>
                  </a:lnTo>
                  <a:lnTo>
                    <a:pt x="8982496" y="1509108"/>
                  </a:lnTo>
                  <a:lnTo>
                    <a:pt x="9006734" y="1413794"/>
                  </a:lnTo>
                  <a:lnTo>
                    <a:pt x="9031274" y="1322691"/>
                  </a:lnTo>
                  <a:lnTo>
                    <a:pt x="9056188" y="1235755"/>
                  </a:lnTo>
                  <a:lnTo>
                    <a:pt x="9081563" y="1152913"/>
                  </a:lnTo>
                  <a:lnTo>
                    <a:pt x="9084767" y="1142857"/>
                  </a:lnTo>
                  <a:lnTo>
                    <a:pt x="9124972" y="1024273"/>
                  </a:lnTo>
                  <a:lnTo>
                    <a:pt x="9166913" y="915243"/>
                  </a:lnTo>
                  <a:lnTo>
                    <a:pt x="9211042" y="815487"/>
                  </a:lnTo>
                  <a:lnTo>
                    <a:pt x="9257858" y="724433"/>
                  </a:lnTo>
                  <a:lnTo>
                    <a:pt x="9307882" y="641368"/>
                  </a:lnTo>
                  <a:lnTo>
                    <a:pt x="9361633" y="565538"/>
                  </a:lnTo>
                  <a:lnTo>
                    <a:pt x="9419600" y="496214"/>
                  </a:lnTo>
                  <a:lnTo>
                    <a:pt x="9482208" y="432733"/>
                  </a:lnTo>
                  <a:lnTo>
                    <a:pt x="9549769" y="374523"/>
                  </a:lnTo>
                  <a:lnTo>
                    <a:pt x="9622426" y="321116"/>
                  </a:lnTo>
                  <a:lnTo>
                    <a:pt x="9700072" y="272160"/>
                  </a:lnTo>
                  <a:lnTo>
                    <a:pt x="9782272" y="227416"/>
                  </a:lnTo>
                  <a:lnTo>
                    <a:pt x="9868178" y="186758"/>
                  </a:lnTo>
                  <a:lnTo>
                    <a:pt x="9956458" y="150155"/>
                  </a:lnTo>
                  <a:lnTo>
                    <a:pt x="10045272" y="117653"/>
                  </a:lnTo>
                  <a:lnTo>
                    <a:pt x="10132313" y="89332"/>
                  </a:lnTo>
                  <a:lnTo>
                    <a:pt x="10214948" y="65264"/>
                  </a:lnTo>
                  <a:lnTo>
                    <a:pt x="10290446" y="45457"/>
                  </a:lnTo>
                  <a:lnTo>
                    <a:pt x="10356309" y="29808"/>
                  </a:lnTo>
                  <a:lnTo>
                    <a:pt x="10410607" y="18070"/>
                  </a:lnTo>
                  <a:lnTo>
                    <a:pt x="10452292" y="9838"/>
                  </a:lnTo>
                  <a:lnTo>
                    <a:pt x="10481390" y="4572"/>
                  </a:lnTo>
                  <a:lnTo>
                    <a:pt x="10499052" y="1635"/>
                  </a:lnTo>
                  <a:lnTo>
                    <a:pt x="10507487" y="343"/>
                  </a:lnTo>
                  <a:lnTo>
                    <a:pt x="10509823" y="11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22" name="pl1222"/>
            <p:cNvSpPr/>
            <p:nvPr/>
          </p:nvSpPr>
          <p:spPr>
            <a:xfrm>
              <a:off x="4799595" y="2674984"/>
              <a:ext cx="11981298" cy="6857145"/>
            </a:xfrm>
            <a:custGeom>
              <a:avLst/>
              <a:pathLst>
                <a:path w="11981298" h="6857145">
                  <a:moveTo>
                    <a:pt x="11981298" y="0"/>
                  </a:moveTo>
                  <a:lnTo>
                    <a:pt x="10509911" y="0"/>
                  </a:lnTo>
                  <a:lnTo>
                    <a:pt x="10509148" y="104"/>
                  </a:lnTo>
                  <a:lnTo>
                    <a:pt x="10504092" y="850"/>
                  </a:lnTo>
                  <a:lnTo>
                    <a:pt x="10491208" y="2909"/>
                  </a:lnTo>
                  <a:lnTo>
                    <a:pt x="10467827" y="6970"/>
                  </a:lnTo>
                  <a:lnTo>
                    <a:pt x="10432275" y="13699"/>
                  </a:lnTo>
                  <a:lnTo>
                    <a:pt x="10383981" y="23690"/>
                  </a:lnTo>
                  <a:lnTo>
                    <a:pt x="10323493" y="37416"/>
                  </a:lnTo>
                  <a:lnTo>
                    <a:pt x="10252349" y="55199"/>
                  </a:lnTo>
                  <a:lnTo>
                    <a:pt x="10172815" y="77211"/>
                  </a:lnTo>
                  <a:lnTo>
                    <a:pt x="10087554" y="103491"/>
                  </a:lnTo>
                  <a:lnTo>
                    <a:pt x="9999281" y="133991"/>
                  </a:lnTo>
                  <a:lnTo>
                    <a:pt x="9910484" y="168629"/>
                  </a:lnTo>
                  <a:lnTo>
                    <a:pt x="9823237" y="207336"/>
                  </a:lnTo>
                  <a:lnTo>
                    <a:pt x="9739118" y="250104"/>
                  </a:lnTo>
                  <a:lnTo>
                    <a:pt x="9659202" y="297009"/>
                  </a:lnTo>
                  <a:lnTo>
                    <a:pt x="9584112" y="348236"/>
                  </a:lnTo>
                  <a:lnTo>
                    <a:pt x="9514102" y="404082"/>
                  </a:lnTo>
                  <a:lnTo>
                    <a:pt x="9449139" y="464960"/>
                  </a:lnTo>
                  <a:lnTo>
                    <a:pt x="9388986" y="531394"/>
                  </a:lnTo>
                  <a:lnTo>
                    <a:pt x="9333263" y="604004"/>
                  </a:lnTo>
                  <a:lnTo>
                    <a:pt x="9281508" y="683492"/>
                  </a:lnTo>
                  <a:lnTo>
                    <a:pt x="9233213" y="770607"/>
                  </a:lnTo>
                  <a:lnTo>
                    <a:pt x="9187854" y="866091"/>
                  </a:lnTo>
                  <a:lnTo>
                    <a:pt x="9144920" y="970599"/>
                  </a:lnTo>
                  <a:lnTo>
                    <a:pt x="9103932" y="1084575"/>
                  </a:lnTo>
                  <a:lnTo>
                    <a:pt x="9084767" y="1142857"/>
                  </a:lnTo>
                  <a:lnTo>
                    <a:pt x="9059328" y="1225195"/>
                  </a:lnTo>
                  <a:lnTo>
                    <a:pt x="9034361" y="1311616"/>
                  </a:lnTo>
                  <a:lnTo>
                    <a:pt x="9009779" y="1402195"/>
                  </a:lnTo>
                  <a:lnTo>
                    <a:pt x="8985506" y="1496983"/>
                  </a:lnTo>
                  <a:lnTo>
                    <a:pt x="8961478" y="1595996"/>
                  </a:lnTo>
                  <a:lnTo>
                    <a:pt x="8937638" y="1699222"/>
                  </a:lnTo>
                  <a:lnTo>
                    <a:pt x="8913937" y="1806609"/>
                  </a:lnTo>
                  <a:lnTo>
                    <a:pt x="8890335" y="1918071"/>
                  </a:lnTo>
                  <a:lnTo>
                    <a:pt x="8866798" y="2033483"/>
                  </a:lnTo>
                  <a:lnTo>
                    <a:pt x="8843299" y="2152680"/>
                  </a:lnTo>
                  <a:lnTo>
                    <a:pt x="8819816" y="2275457"/>
                  </a:lnTo>
                  <a:lnTo>
                    <a:pt x="8796332" y="2401570"/>
                  </a:lnTo>
                  <a:lnTo>
                    <a:pt x="8772835" y="2530736"/>
                  </a:lnTo>
                  <a:lnTo>
                    <a:pt x="8749319" y="2662636"/>
                  </a:lnTo>
                  <a:lnTo>
                    <a:pt x="8725779" y="2796918"/>
                  </a:lnTo>
                  <a:lnTo>
                    <a:pt x="8702214" y="2933199"/>
                  </a:lnTo>
                  <a:lnTo>
                    <a:pt x="8678628" y="3071068"/>
                  </a:lnTo>
                  <a:lnTo>
                    <a:pt x="8655024" y="3210097"/>
                  </a:lnTo>
                  <a:lnTo>
                    <a:pt x="8631410" y="3349839"/>
                  </a:lnTo>
                  <a:lnTo>
                    <a:pt x="8607791" y="3489839"/>
                  </a:lnTo>
                  <a:lnTo>
                    <a:pt x="8584175" y="3629638"/>
                  </a:lnTo>
                  <a:lnTo>
                    <a:pt x="8560570" y="3768781"/>
                  </a:lnTo>
                  <a:lnTo>
                    <a:pt x="8536981" y="3906819"/>
                  </a:lnTo>
                  <a:lnTo>
                    <a:pt x="8513414" y="4043320"/>
                  </a:lnTo>
                  <a:lnTo>
                    <a:pt x="8489871" y="4177873"/>
                  </a:lnTo>
                  <a:lnTo>
                    <a:pt x="8466351" y="4310090"/>
                  </a:lnTo>
                  <a:lnTo>
                    <a:pt x="8442853" y="4439616"/>
                  </a:lnTo>
                  <a:lnTo>
                    <a:pt x="8419368" y="4566126"/>
                  </a:lnTo>
                  <a:lnTo>
                    <a:pt x="8395885" y="4689333"/>
                  </a:lnTo>
                  <a:lnTo>
                    <a:pt x="8372389" y="4808989"/>
                  </a:lnTo>
                  <a:lnTo>
                    <a:pt x="8348859" y="4924883"/>
                  </a:lnTo>
                  <a:lnTo>
                    <a:pt x="8325267" y="5036846"/>
                  </a:lnTo>
                  <a:lnTo>
                    <a:pt x="8301580" y="5144747"/>
                  </a:lnTo>
                  <a:lnTo>
                    <a:pt x="8277760" y="5248495"/>
                  </a:lnTo>
                  <a:lnTo>
                    <a:pt x="8253758" y="5348036"/>
                  </a:lnTo>
                  <a:lnTo>
                    <a:pt x="8229519" y="5443351"/>
                  </a:lnTo>
                  <a:lnTo>
                    <a:pt x="8204980" y="5534454"/>
                  </a:lnTo>
                  <a:lnTo>
                    <a:pt x="8180065" y="5621389"/>
                  </a:lnTo>
                  <a:lnTo>
                    <a:pt x="8154690" y="5704232"/>
                  </a:lnTo>
                  <a:lnTo>
                    <a:pt x="8151487" y="5714287"/>
                  </a:lnTo>
                  <a:lnTo>
                    <a:pt x="8111281" y="5832871"/>
                  </a:lnTo>
                  <a:lnTo>
                    <a:pt x="8069341" y="5941902"/>
                  </a:lnTo>
                  <a:lnTo>
                    <a:pt x="8025211" y="6041658"/>
                  </a:lnTo>
                  <a:lnTo>
                    <a:pt x="7978395" y="6132711"/>
                  </a:lnTo>
                  <a:lnTo>
                    <a:pt x="7928371" y="6215777"/>
                  </a:lnTo>
                  <a:lnTo>
                    <a:pt x="7874620" y="6291607"/>
                  </a:lnTo>
                  <a:lnTo>
                    <a:pt x="7816653" y="6360931"/>
                  </a:lnTo>
                  <a:lnTo>
                    <a:pt x="7754045" y="6424412"/>
                  </a:lnTo>
                  <a:lnTo>
                    <a:pt x="7686484" y="6482622"/>
                  </a:lnTo>
                  <a:lnTo>
                    <a:pt x="7613828" y="6536028"/>
                  </a:lnTo>
                  <a:lnTo>
                    <a:pt x="7536182" y="6584985"/>
                  </a:lnTo>
                  <a:lnTo>
                    <a:pt x="7453981" y="6629728"/>
                  </a:lnTo>
                  <a:lnTo>
                    <a:pt x="7368075" y="6670387"/>
                  </a:lnTo>
                  <a:lnTo>
                    <a:pt x="7279795" y="6706989"/>
                  </a:lnTo>
                  <a:lnTo>
                    <a:pt x="7190982" y="6739492"/>
                  </a:lnTo>
                  <a:lnTo>
                    <a:pt x="7103940" y="6767813"/>
                  </a:lnTo>
                  <a:lnTo>
                    <a:pt x="7021306" y="6791881"/>
                  </a:lnTo>
                  <a:lnTo>
                    <a:pt x="6945807" y="6811688"/>
                  </a:lnTo>
                  <a:lnTo>
                    <a:pt x="6879945" y="6827336"/>
                  </a:lnTo>
                  <a:lnTo>
                    <a:pt x="6825646" y="6839075"/>
                  </a:lnTo>
                  <a:lnTo>
                    <a:pt x="6783961" y="6847307"/>
                  </a:lnTo>
                  <a:lnTo>
                    <a:pt x="6754863" y="6852573"/>
                  </a:lnTo>
                  <a:lnTo>
                    <a:pt x="6737201" y="6855510"/>
                  </a:lnTo>
                  <a:lnTo>
                    <a:pt x="6728766" y="6856802"/>
                  </a:lnTo>
                  <a:lnTo>
                    <a:pt x="6726430" y="6857133"/>
                  </a:lnTo>
                  <a:lnTo>
                    <a:pt x="6726343" y="6857145"/>
                  </a:lnTo>
                  <a:lnTo>
                    <a:pt x="5254955" y="6857145"/>
                  </a:lnTo>
                  <a:lnTo>
                    <a:pt x="5253729" y="6857121"/>
                  </a:lnTo>
                  <a:lnTo>
                    <a:pt x="5245682" y="6856949"/>
                  </a:lnTo>
                  <a:lnTo>
                    <a:pt x="5225442" y="6856472"/>
                  </a:lnTo>
                  <a:lnTo>
                    <a:pt x="5189373" y="6855535"/>
                  </a:lnTo>
                  <a:lnTo>
                    <a:pt x="5135845" y="6853993"/>
                  </a:lnTo>
                  <a:lnTo>
                    <a:pt x="5065360" y="6851731"/>
                  </a:lnTo>
                  <a:lnTo>
                    <a:pt x="4980332" y="6848673"/>
                  </a:lnTo>
                  <a:lnTo>
                    <a:pt x="4884530" y="6844786"/>
                  </a:lnTo>
                  <a:lnTo>
                    <a:pt x="4782326" y="6840065"/>
                  </a:lnTo>
                  <a:lnTo>
                    <a:pt x="4677971" y="6834528"/>
                  </a:lnTo>
                  <a:lnTo>
                    <a:pt x="4575071" y="6828192"/>
                  </a:lnTo>
                  <a:lnTo>
                    <a:pt x="4476318" y="6821060"/>
                  </a:lnTo>
                  <a:lnTo>
                    <a:pt x="4383451" y="6813116"/>
                  </a:lnTo>
                  <a:lnTo>
                    <a:pt x="4297370" y="6804312"/>
                  </a:lnTo>
                  <a:lnTo>
                    <a:pt x="4218308" y="6794570"/>
                  </a:lnTo>
                  <a:lnTo>
                    <a:pt x="4146028" y="6783781"/>
                  </a:lnTo>
                  <a:lnTo>
                    <a:pt x="4079976" y="6771810"/>
                  </a:lnTo>
                  <a:lnTo>
                    <a:pt x="4019418" y="6758496"/>
                  </a:lnTo>
                  <a:lnTo>
                    <a:pt x="3963529" y="6743669"/>
                  </a:lnTo>
                  <a:lnTo>
                    <a:pt x="3911465" y="6727162"/>
                  </a:lnTo>
                  <a:lnTo>
                    <a:pt x="3862415" y="6708840"/>
                  </a:lnTo>
                  <a:lnTo>
                    <a:pt x="3829811" y="6695047"/>
                  </a:lnTo>
                  <a:lnTo>
                    <a:pt x="3778755" y="6670782"/>
                  </a:lnTo>
                  <a:lnTo>
                    <a:pt x="3729284" y="6644097"/>
                  </a:lnTo>
                  <a:lnTo>
                    <a:pt x="3680811" y="6614957"/>
                  </a:lnTo>
                  <a:lnTo>
                    <a:pt x="3632906" y="6583402"/>
                  </a:lnTo>
                  <a:lnTo>
                    <a:pt x="3585261" y="6549561"/>
                  </a:lnTo>
                  <a:lnTo>
                    <a:pt x="3537677" y="6513660"/>
                  </a:lnTo>
                  <a:lnTo>
                    <a:pt x="3490040" y="6476013"/>
                  </a:lnTo>
                  <a:lnTo>
                    <a:pt x="3442308" y="6437024"/>
                  </a:lnTo>
                  <a:lnTo>
                    <a:pt x="3394491" y="6397164"/>
                  </a:lnTo>
                  <a:lnTo>
                    <a:pt x="3346636" y="6356952"/>
                  </a:lnTo>
                  <a:lnTo>
                    <a:pt x="3298802" y="6316926"/>
                  </a:lnTo>
                  <a:lnTo>
                    <a:pt x="3251041" y="6277615"/>
                  </a:lnTo>
                  <a:lnTo>
                    <a:pt x="3203376" y="6239507"/>
                  </a:lnTo>
                  <a:lnTo>
                    <a:pt x="3155784" y="6203028"/>
                  </a:lnTo>
                  <a:lnTo>
                    <a:pt x="3108175" y="6168523"/>
                  </a:lnTo>
                  <a:lnTo>
                    <a:pt x="3060377" y="6136243"/>
                  </a:lnTo>
                  <a:lnTo>
                    <a:pt x="3012120" y="6106348"/>
                  </a:lnTo>
                  <a:lnTo>
                    <a:pt x="2963012" y="6078906"/>
                  </a:lnTo>
                  <a:lnTo>
                    <a:pt x="2912519" y="6053901"/>
                  </a:lnTo>
                  <a:lnTo>
                    <a:pt x="2896531" y="6046656"/>
                  </a:lnTo>
                  <a:lnTo>
                    <a:pt x="2849138" y="6027039"/>
                  </a:lnTo>
                  <a:lnTo>
                    <a:pt x="2799245" y="6009284"/>
                  </a:lnTo>
                  <a:lnTo>
                    <a:pt x="2746095" y="5993309"/>
                  </a:lnTo>
                  <a:lnTo>
                    <a:pt x="2688863" y="5978965"/>
                  </a:lnTo>
                  <a:lnTo>
                    <a:pt x="2626703" y="5966082"/>
                  </a:lnTo>
                  <a:lnTo>
                    <a:pt x="2558810" y="5954490"/>
                  </a:lnTo>
                  <a:lnTo>
                    <a:pt x="2484493" y="5944036"/>
                  </a:lnTo>
                  <a:lnTo>
                    <a:pt x="2403283" y="5934592"/>
                  </a:lnTo>
                  <a:lnTo>
                    <a:pt x="2315066" y="5926059"/>
                  </a:lnTo>
                  <a:lnTo>
                    <a:pt x="2220260" y="5918368"/>
                  </a:lnTo>
                  <a:lnTo>
                    <a:pt x="2120006" y="5911481"/>
                  </a:lnTo>
                  <a:lnTo>
                    <a:pt x="2016328" y="5905389"/>
                  </a:lnTo>
                  <a:lnTo>
                    <a:pt x="1912212" y="5900101"/>
                  </a:lnTo>
                  <a:lnTo>
                    <a:pt x="1811503" y="5895635"/>
                  </a:lnTo>
                  <a:lnTo>
                    <a:pt x="1718558" y="5892004"/>
                  </a:lnTo>
                  <a:lnTo>
                    <a:pt x="1637644" y="5889196"/>
                  </a:lnTo>
                  <a:lnTo>
                    <a:pt x="1572190" y="5887165"/>
                  </a:lnTo>
                  <a:lnTo>
                    <a:pt x="1524068" y="5885823"/>
                  </a:lnTo>
                  <a:lnTo>
                    <a:pt x="1493132" y="5885043"/>
                  </a:lnTo>
                  <a:lnTo>
                    <a:pt x="1477109" y="5884677"/>
                  </a:lnTo>
                  <a:lnTo>
                    <a:pt x="1471802" y="5884566"/>
                  </a:lnTo>
                  <a:lnTo>
                    <a:pt x="1471387" y="5884558"/>
                  </a:lnTo>
                  <a:lnTo>
                    <a:pt x="0" y="588455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23" name="pg1223"/>
            <p:cNvSpPr/>
            <p:nvPr/>
          </p:nvSpPr>
          <p:spPr>
            <a:xfrm>
              <a:off x="4799595" y="3574014"/>
              <a:ext cx="11981298" cy="5982634"/>
            </a:xfrm>
            <a:custGeom>
              <a:avLst/>
              <a:pathLst>
                <a:path w="11981298" h="5982634">
                  <a:moveTo>
                    <a:pt x="0" y="5001874"/>
                  </a:moveTo>
                  <a:lnTo>
                    <a:pt x="1471387" y="5001874"/>
                  </a:lnTo>
                  <a:lnTo>
                    <a:pt x="1472613" y="5001899"/>
                  </a:lnTo>
                  <a:lnTo>
                    <a:pt x="1480659" y="5002073"/>
                  </a:lnTo>
                  <a:lnTo>
                    <a:pt x="1500895" y="5002553"/>
                  </a:lnTo>
                  <a:lnTo>
                    <a:pt x="1536959" y="5003498"/>
                  </a:lnTo>
                  <a:lnTo>
                    <a:pt x="1590480" y="5005053"/>
                  </a:lnTo>
                  <a:lnTo>
                    <a:pt x="1660957" y="5007333"/>
                  </a:lnTo>
                  <a:lnTo>
                    <a:pt x="1745976" y="5010416"/>
                  </a:lnTo>
                  <a:lnTo>
                    <a:pt x="1841769" y="5014336"/>
                  </a:lnTo>
                  <a:lnTo>
                    <a:pt x="1943966" y="5019095"/>
                  </a:lnTo>
                  <a:lnTo>
                    <a:pt x="2048315" y="5024678"/>
                  </a:lnTo>
                  <a:lnTo>
                    <a:pt x="2151212" y="5031067"/>
                  </a:lnTo>
                  <a:lnTo>
                    <a:pt x="2249962" y="5038258"/>
                  </a:lnTo>
                  <a:lnTo>
                    <a:pt x="2342828" y="5046268"/>
                  </a:lnTo>
                  <a:lnTo>
                    <a:pt x="2428910" y="5055145"/>
                  </a:lnTo>
                  <a:lnTo>
                    <a:pt x="2507973" y="5064967"/>
                  </a:lnTo>
                  <a:lnTo>
                    <a:pt x="2580255" y="5075845"/>
                  </a:lnTo>
                  <a:lnTo>
                    <a:pt x="2646309" y="5087915"/>
                  </a:lnTo>
                  <a:lnTo>
                    <a:pt x="2706868" y="5101338"/>
                  </a:lnTo>
                  <a:lnTo>
                    <a:pt x="2762758" y="5116288"/>
                  </a:lnTo>
                  <a:lnTo>
                    <a:pt x="2814823" y="5132931"/>
                  </a:lnTo>
                  <a:lnTo>
                    <a:pt x="2863873" y="5151404"/>
                  </a:lnTo>
                  <a:lnTo>
                    <a:pt x="2896531" y="5165334"/>
                  </a:lnTo>
                  <a:lnTo>
                    <a:pt x="2947518" y="5189769"/>
                  </a:lnTo>
                  <a:lnTo>
                    <a:pt x="2996924" y="5216635"/>
                  </a:lnTo>
                  <a:lnTo>
                    <a:pt x="3045333" y="5245972"/>
                  </a:lnTo>
                  <a:lnTo>
                    <a:pt x="3093175" y="5277738"/>
                  </a:lnTo>
                  <a:lnTo>
                    <a:pt x="3140755" y="5311802"/>
                  </a:lnTo>
                  <a:lnTo>
                    <a:pt x="3188274" y="5347941"/>
                  </a:lnTo>
                  <a:lnTo>
                    <a:pt x="3235845" y="5385838"/>
                  </a:lnTo>
                  <a:lnTo>
                    <a:pt x="3283511" y="5425090"/>
                  </a:lnTo>
                  <a:lnTo>
                    <a:pt x="3331261" y="5465223"/>
                  </a:lnTo>
                  <a:lnTo>
                    <a:pt x="3379051" y="5505716"/>
                  </a:lnTo>
                  <a:lnTo>
                    <a:pt x="3426820" y="5546029"/>
                  </a:lnTo>
                  <a:lnTo>
                    <a:pt x="3474518" y="5585632"/>
                  </a:lnTo>
                  <a:lnTo>
                    <a:pt x="3522119" y="5624032"/>
                  </a:lnTo>
                  <a:lnTo>
                    <a:pt x="3569647" y="5660801"/>
                  </a:lnTo>
                  <a:lnTo>
                    <a:pt x="3617188" y="5695591"/>
                  </a:lnTo>
                  <a:lnTo>
                    <a:pt x="3664914" y="5728147"/>
                  </a:lnTo>
                  <a:lnTo>
                    <a:pt x="3713092" y="5758307"/>
                  </a:lnTo>
                  <a:lnTo>
                    <a:pt x="3762106" y="5786002"/>
                  </a:lnTo>
                  <a:lnTo>
                    <a:pt x="3812487" y="5811243"/>
                  </a:lnTo>
                  <a:lnTo>
                    <a:pt x="3829811" y="5819174"/>
                  </a:lnTo>
                  <a:lnTo>
                    <a:pt x="3877201" y="5838956"/>
                  </a:lnTo>
                  <a:lnTo>
                    <a:pt x="3927092" y="5856858"/>
                  </a:lnTo>
                  <a:lnTo>
                    <a:pt x="3980238" y="5872967"/>
                  </a:lnTo>
                  <a:lnTo>
                    <a:pt x="4037467" y="5887431"/>
                  </a:lnTo>
                  <a:lnTo>
                    <a:pt x="4099622" y="5900422"/>
                  </a:lnTo>
                  <a:lnTo>
                    <a:pt x="4167510" y="5912111"/>
                  </a:lnTo>
                  <a:lnTo>
                    <a:pt x="4241819" y="5922653"/>
                  </a:lnTo>
                  <a:lnTo>
                    <a:pt x="4323022" y="5932176"/>
                  </a:lnTo>
                  <a:lnTo>
                    <a:pt x="4411232" y="5940781"/>
                  </a:lnTo>
                  <a:lnTo>
                    <a:pt x="4506029" y="5948537"/>
                  </a:lnTo>
                  <a:lnTo>
                    <a:pt x="4606275" y="5955481"/>
                  </a:lnTo>
                  <a:lnTo>
                    <a:pt x="4709947" y="5961625"/>
                  </a:lnTo>
                  <a:lnTo>
                    <a:pt x="4814058" y="5966958"/>
                  </a:lnTo>
                  <a:lnTo>
                    <a:pt x="4914765" y="5971462"/>
                  </a:lnTo>
                  <a:lnTo>
                    <a:pt x="5007714" y="5975124"/>
                  </a:lnTo>
                  <a:lnTo>
                    <a:pt x="5088635" y="5977956"/>
                  </a:lnTo>
                  <a:lnTo>
                    <a:pt x="5154100" y="5980004"/>
                  </a:lnTo>
                  <a:lnTo>
                    <a:pt x="5202236" y="5981358"/>
                  </a:lnTo>
                  <a:lnTo>
                    <a:pt x="5233187" y="5982145"/>
                  </a:lnTo>
                  <a:lnTo>
                    <a:pt x="5249222" y="5982514"/>
                  </a:lnTo>
                  <a:lnTo>
                    <a:pt x="5254538" y="5982626"/>
                  </a:lnTo>
                  <a:lnTo>
                    <a:pt x="5254955" y="5982634"/>
                  </a:lnTo>
                  <a:lnTo>
                    <a:pt x="6726343" y="5982634"/>
                  </a:lnTo>
                  <a:lnTo>
                    <a:pt x="6727161" y="5982536"/>
                  </a:lnTo>
                  <a:lnTo>
                    <a:pt x="6732577" y="5981838"/>
                  </a:lnTo>
                  <a:lnTo>
                    <a:pt x="6746355" y="5979909"/>
                  </a:lnTo>
                  <a:lnTo>
                    <a:pt x="6771300" y="5976107"/>
                  </a:lnTo>
                  <a:lnTo>
                    <a:pt x="6809114" y="5969811"/>
                  </a:lnTo>
                  <a:lnTo>
                    <a:pt x="6860277" y="5960476"/>
                  </a:lnTo>
                  <a:lnTo>
                    <a:pt x="6924049" y="5947678"/>
                  </a:lnTo>
                  <a:lnTo>
                    <a:pt x="6998638" y="5931138"/>
                  </a:lnTo>
                  <a:lnTo>
                    <a:pt x="7081507" y="5910719"/>
                  </a:lnTo>
                  <a:lnTo>
                    <a:pt x="7169759" y="5886405"/>
                  </a:lnTo>
                  <a:lnTo>
                    <a:pt x="7260513" y="5858252"/>
                  </a:lnTo>
                  <a:lnTo>
                    <a:pt x="7351195" y="5826338"/>
                  </a:lnTo>
                  <a:lnTo>
                    <a:pt x="7439720" y="5790715"/>
                  </a:lnTo>
                  <a:lnTo>
                    <a:pt x="7524560" y="5751369"/>
                  </a:lnTo>
                  <a:lnTo>
                    <a:pt x="7604725" y="5708197"/>
                  </a:lnTo>
                  <a:lnTo>
                    <a:pt x="7679694" y="5660989"/>
                  </a:lnTo>
                  <a:lnTo>
                    <a:pt x="7749319" y="5609428"/>
                  </a:lnTo>
                  <a:lnTo>
                    <a:pt x="7813733" y="5553085"/>
                  </a:lnTo>
                  <a:lnTo>
                    <a:pt x="7873261" y="5491430"/>
                  </a:lnTo>
                  <a:lnTo>
                    <a:pt x="7928356" y="5423845"/>
                  </a:lnTo>
                  <a:lnTo>
                    <a:pt x="7979543" y="5349650"/>
                  </a:lnTo>
                  <a:lnTo>
                    <a:pt x="8027379" y="5268140"/>
                  </a:lnTo>
                  <a:lnTo>
                    <a:pt x="8072423" y="5178651"/>
                  </a:lnTo>
                  <a:lnTo>
                    <a:pt x="8115207" y="5080659"/>
                  </a:lnTo>
                  <a:lnTo>
                    <a:pt x="8151487" y="4986891"/>
                  </a:lnTo>
                  <a:lnTo>
                    <a:pt x="8178636" y="4910148"/>
                  </a:lnTo>
                  <a:lnTo>
                    <a:pt x="8205254" y="4829344"/>
                  </a:lnTo>
                  <a:lnTo>
                    <a:pt x="8231446" y="4744398"/>
                  </a:lnTo>
                  <a:lnTo>
                    <a:pt x="8257300" y="4655265"/>
                  </a:lnTo>
                  <a:lnTo>
                    <a:pt x="8282894" y="4561933"/>
                  </a:lnTo>
                  <a:lnTo>
                    <a:pt x="8308293" y="4464430"/>
                  </a:lnTo>
                  <a:lnTo>
                    <a:pt x="8333554" y="4362822"/>
                  </a:lnTo>
                  <a:lnTo>
                    <a:pt x="8358720" y="4257219"/>
                  </a:lnTo>
                  <a:lnTo>
                    <a:pt x="8383830" y="4147776"/>
                  </a:lnTo>
                  <a:lnTo>
                    <a:pt x="8408912" y="4034692"/>
                  </a:lnTo>
                  <a:lnTo>
                    <a:pt x="8433991" y="3918212"/>
                  </a:lnTo>
                  <a:lnTo>
                    <a:pt x="8459080" y="3798623"/>
                  </a:lnTo>
                  <a:lnTo>
                    <a:pt x="8484191" y="3676257"/>
                  </a:lnTo>
                  <a:lnTo>
                    <a:pt x="8509329" y="3551482"/>
                  </a:lnTo>
                  <a:lnTo>
                    <a:pt x="8534494" y="3424703"/>
                  </a:lnTo>
                  <a:lnTo>
                    <a:pt x="8559684" y="3296352"/>
                  </a:lnTo>
                  <a:lnTo>
                    <a:pt x="8584894" y="3166888"/>
                  </a:lnTo>
                  <a:lnTo>
                    <a:pt x="8610114" y="3036785"/>
                  </a:lnTo>
                  <a:lnTo>
                    <a:pt x="8635338" y="2906527"/>
                  </a:lnTo>
                  <a:lnTo>
                    <a:pt x="8660556" y="2776602"/>
                  </a:lnTo>
                  <a:lnTo>
                    <a:pt x="8685759" y="2647490"/>
                  </a:lnTo>
                  <a:lnTo>
                    <a:pt x="8710940" y="2519660"/>
                  </a:lnTo>
                  <a:lnTo>
                    <a:pt x="8736096" y="2393563"/>
                  </a:lnTo>
                  <a:lnTo>
                    <a:pt x="8761223" y="2269622"/>
                  </a:lnTo>
                  <a:lnTo>
                    <a:pt x="8786326" y="2148228"/>
                  </a:lnTo>
                  <a:lnTo>
                    <a:pt x="8811410" y="2029737"/>
                  </a:lnTo>
                  <a:lnTo>
                    <a:pt x="8836487" y="1914464"/>
                  </a:lnTo>
                  <a:lnTo>
                    <a:pt x="8861577" y="1802682"/>
                  </a:lnTo>
                  <a:lnTo>
                    <a:pt x="8886704" y="1694619"/>
                  </a:lnTo>
                  <a:lnTo>
                    <a:pt x="8911899" y="1590458"/>
                  </a:lnTo>
                  <a:lnTo>
                    <a:pt x="8937204" y="1490336"/>
                  </a:lnTo>
                  <a:lnTo>
                    <a:pt x="8962668" y="1394348"/>
                  </a:lnTo>
                  <a:lnTo>
                    <a:pt x="8988349" y="1302547"/>
                  </a:lnTo>
                  <a:lnTo>
                    <a:pt x="9014317" y="1214944"/>
                  </a:lnTo>
                  <a:lnTo>
                    <a:pt x="9040652" y="1131516"/>
                  </a:lnTo>
                  <a:lnTo>
                    <a:pt x="9067451" y="1052204"/>
                  </a:lnTo>
                  <a:lnTo>
                    <a:pt x="9084767" y="1003916"/>
                  </a:lnTo>
                  <a:lnTo>
                    <a:pt x="9125959" y="898214"/>
                  </a:lnTo>
                  <a:lnTo>
                    <a:pt x="9168982" y="801238"/>
                  </a:lnTo>
                  <a:lnTo>
                    <a:pt x="9214324" y="712714"/>
                  </a:lnTo>
                  <a:lnTo>
                    <a:pt x="9262524" y="632097"/>
                  </a:lnTo>
                  <a:lnTo>
                    <a:pt x="9314141" y="558713"/>
                  </a:lnTo>
                  <a:lnTo>
                    <a:pt x="9369729" y="491858"/>
                  </a:lnTo>
                  <a:lnTo>
                    <a:pt x="9429808" y="430856"/>
                  </a:lnTo>
                  <a:lnTo>
                    <a:pt x="9494818" y="375099"/>
                  </a:lnTo>
                  <a:lnTo>
                    <a:pt x="9565068" y="324068"/>
                  </a:lnTo>
                  <a:lnTo>
                    <a:pt x="9640660" y="277347"/>
                  </a:lnTo>
                  <a:lnTo>
                    <a:pt x="9721408" y="234632"/>
                  </a:lnTo>
                  <a:lnTo>
                    <a:pt x="9806741" y="195726"/>
                  </a:lnTo>
                  <a:lnTo>
                    <a:pt x="9895608" y="160536"/>
                  </a:lnTo>
                  <a:lnTo>
                    <a:pt x="9986417" y="129060"/>
                  </a:lnTo>
                  <a:lnTo>
                    <a:pt x="10077018" y="101353"/>
                  </a:lnTo>
                  <a:lnTo>
                    <a:pt x="10164792" y="77493"/>
                  </a:lnTo>
                  <a:lnTo>
                    <a:pt x="10246838" y="57532"/>
                  </a:lnTo>
                  <a:lnTo>
                    <a:pt x="10320280" y="41439"/>
                  </a:lnTo>
                  <a:lnTo>
                    <a:pt x="10382649" y="29065"/>
                  </a:lnTo>
                  <a:lnTo>
                    <a:pt x="10432263" y="20111"/>
                  </a:lnTo>
                  <a:lnTo>
                    <a:pt x="10468520" y="14137"/>
                  </a:lnTo>
                  <a:lnTo>
                    <a:pt x="10492046" y="10587"/>
                  </a:lnTo>
                  <a:lnTo>
                    <a:pt x="10504679" y="8836"/>
                  </a:lnTo>
                  <a:lnTo>
                    <a:pt x="10509344" y="8240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9092" y="98"/>
                  </a:lnTo>
                  <a:lnTo>
                    <a:pt x="10503676" y="796"/>
                  </a:lnTo>
                  <a:lnTo>
                    <a:pt x="10489898" y="2724"/>
                  </a:lnTo>
                  <a:lnTo>
                    <a:pt x="10464953" y="6527"/>
                  </a:lnTo>
                  <a:lnTo>
                    <a:pt x="10427139" y="12823"/>
                  </a:lnTo>
                  <a:lnTo>
                    <a:pt x="10375977" y="22158"/>
                  </a:lnTo>
                  <a:lnTo>
                    <a:pt x="10312204" y="34955"/>
                  </a:lnTo>
                  <a:lnTo>
                    <a:pt x="10237615" y="51496"/>
                  </a:lnTo>
                  <a:lnTo>
                    <a:pt x="10154746" y="71915"/>
                  </a:lnTo>
                  <a:lnTo>
                    <a:pt x="10066494" y="96229"/>
                  </a:lnTo>
                  <a:lnTo>
                    <a:pt x="9975740" y="124382"/>
                  </a:lnTo>
                  <a:lnTo>
                    <a:pt x="9885058" y="156295"/>
                  </a:lnTo>
                  <a:lnTo>
                    <a:pt x="9796533" y="191919"/>
                  </a:lnTo>
                  <a:lnTo>
                    <a:pt x="9711693" y="231265"/>
                  </a:lnTo>
                  <a:lnTo>
                    <a:pt x="9631528" y="274437"/>
                  </a:lnTo>
                  <a:lnTo>
                    <a:pt x="9556559" y="321645"/>
                  </a:lnTo>
                  <a:lnTo>
                    <a:pt x="9486934" y="373206"/>
                  </a:lnTo>
                  <a:lnTo>
                    <a:pt x="9422520" y="429549"/>
                  </a:lnTo>
                  <a:lnTo>
                    <a:pt x="9362992" y="491204"/>
                  </a:lnTo>
                  <a:lnTo>
                    <a:pt x="9307897" y="558788"/>
                  </a:lnTo>
                  <a:lnTo>
                    <a:pt x="9256710" y="632983"/>
                  </a:lnTo>
                  <a:lnTo>
                    <a:pt x="9208874" y="714494"/>
                  </a:lnTo>
                  <a:lnTo>
                    <a:pt x="9163830" y="803983"/>
                  </a:lnTo>
                  <a:lnTo>
                    <a:pt x="9121046" y="901975"/>
                  </a:lnTo>
                  <a:lnTo>
                    <a:pt x="9084767" y="995743"/>
                  </a:lnTo>
                  <a:lnTo>
                    <a:pt x="9057617" y="1072485"/>
                  </a:lnTo>
                  <a:lnTo>
                    <a:pt x="9030999" y="1153290"/>
                  </a:lnTo>
                  <a:lnTo>
                    <a:pt x="9004808" y="1238236"/>
                  </a:lnTo>
                  <a:lnTo>
                    <a:pt x="8978953" y="1327369"/>
                  </a:lnTo>
                  <a:lnTo>
                    <a:pt x="8953359" y="1420700"/>
                  </a:lnTo>
                  <a:lnTo>
                    <a:pt x="8927960" y="1518204"/>
                  </a:lnTo>
                  <a:lnTo>
                    <a:pt x="8902700" y="1619812"/>
                  </a:lnTo>
                  <a:lnTo>
                    <a:pt x="8877533" y="1725415"/>
                  </a:lnTo>
                  <a:lnTo>
                    <a:pt x="8852424" y="1834858"/>
                  </a:lnTo>
                  <a:lnTo>
                    <a:pt x="8827341" y="1947942"/>
                  </a:lnTo>
                  <a:lnTo>
                    <a:pt x="8802263" y="2064422"/>
                  </a:lnTo>
                  <a:lnTo>
                    <a:pt x="8777173" y="2184010"/>
                  </a:lnTo>
                  <a:lnTo>
                    <a:pt x="8752062" y="2306377"/>
                  </a:lnTo>
                  <a:lnTo>
                    <a:pt x="8726924" y="2431151"/>
                  </a:lnTo>
                  <a:lnTo>
                    <a:pt x="8701759" y="2557931"/>
                  </a:lnTo>
                  <a:lnTo>
                    <a:pt x="8676569" y="2686281"/>
                  </a:lnTo>
                  <a:lnTo>
                    <a:pt x="8651360" y="2815745"/>
                  </a:lnTo>
                  <a:lnTo>
                    <a:pt x="8626139" y="2945848"/>
                  </a:lnTo>
                  <a:lnTo>
                    <a:pt x="8600915" y="3076106"/>
                  </a:lnTo>
                  <a:lnTo>
                    <a:pt x="8575698" y="3206032"/>
                  </a:lnTo>
                  <a:lnTo>
                    <a:pt x="8550495" y="3335144"/>
                  </a:lnTo>
                  <a:lnTo>
                    <a:pt x="8525313" y="3462974"/>
                  </a:lnTo>
                  <a:lnTo>
                    <a:pt x="8500158" y="3589071"/>
                  </a:lnTo>
                  <a:lnTo>
                    <a:pt x="8475030" y="3713012"/>
                  </a:lnTo>
                  <a:lnTo>
                    <a:pt x="8449928" y="3834406"/>
                  </a:lnTo>
                  <a:lnTo>
                    <a:pt x="8424844" y="3952897"/>
                  </a:lnTo>
                  <a:lnTo>
                    <a:pt x="8399766" y="4068170"/>
                  </a:lnTo>
                  <a:lnTo>
                    <a:pt x="8374676" y="4179952"/>
                  </a:lnTo>
                  <a:lnTo>
                    <a:pt x="8349550" y="4288015"/>
                  </a:lnTo>
                  <a:lnTo>
                    <a:pt x="8324354" y="4392176"/>
                  </a:lnTo>
                  <a:lnTo>
                    <a:pt x="8299049" y="4492298"/>
                  </a:lnTo>
                  <a:lnTo>
                    <a:pt x="8273585" y="4588285"/>
                  </a:lnTo>
                  <a:lnTo>
                    <a:pt x="8247904" y="4680087"/>
                  </a:lnTo>
                  <a:lnTo>
                    <a:pt x="8221937" y="4767689"/>
                  </a:lnTo>
                  <a:lnTo>
                    <a:pt x="8195601" y="4851118"/>
                  </a:lnTo>
                  <a:lnTo>
                    <a:pt x="8168802" y="4930430"/>
                  </a:lnTo>
                  <a:lnTo>
                    <a:pt x="8151487" y="4978718"/>
                  </a:lnTo>
                  <a:lnTo>
                    <a:pt x="8110294" y="5084420"/>
                  </a:lnTo>
                  <a:lnTo>
                    <a:pt x="8067271" y="5181396"/>
                  </a:lnTo>
                  <a:lnTo>
                    <a:pt x="8021929" y="5269920"/>
                  </a:lnTo>
                  <a:lnTo>
                    <a:pt x="7973729" y="5350537"/>
                  </a:lnTo>
                  <a:lnTo>
                    <a:pt x="7922113" y="5423921"/>
                  </a:lnTo>
                  <a:lnTo>
                    <a:pt x="7866524" y="5490776"/>
                  </a:lnTo>
                  <a:lnTo>
                    <a:pt x="7806445" y="5551778"/>
                  </a:lnTo>
                  <a:lnTo>
                    <a:pt x="7741435" y="5607535"/>
                  </a:lnTo>
                  <a:lnTo>
                    <a:pt x="7671186" y="5658566"/>
                  </a:lnTo>
                  <a:lnTo>
                    <a:pt x="7595594" y="5705286"/>
                  </a:lnTo>
                  <a:lnTo>
                    <a:pt x="7514845" y="5748002"/>
                  </a:lnTo>
                  <a:lnTo>
                    <a:pt x="7429513" y="5786908"/>
                  </a:lnTo>
                  <a:lnTo>
                    <a:pt x="7340645" y="5822098"/>
                  </a:lnTo>
                  <a:lnTo>
                    <a:pt x="7249837" y="5853574"/>
                  </a:lnTo>
                  <a:lnTo>
                    <a:pt x="7159235" y="5881281"/>
                  </a:lnTo>
                  <a:lnTo>
                    <a:pt x="7071461" y="5905140"/>
                  </a:lnTo>
                  <a:lnTo>
                    <a:pt x="6989416" y="5925102"/>
                  </a:lnTo>
                  <a:lnTo>
                    <a:pt x="6915974" y="5941195"/>
                  </a:lnTo>
                  <a:lnTo>
                    <a:pt x="6853604" y="5953569"/>
                  </a:lnTo>
                  <a:lnTo>
                    <a:pt x="6803990" y="5962523"/>
                  </a:lnTo>
                  <a:lnTo>
                    <a:pt x="6767734" y="5968497"/>
                  </a:lnTo>
                  <a:lnTo>
                    <a:pt x="6744208" y="5972047"/>
                  </a:lnTo>
                  <a:lnTo>
                    <a:pt x="6731574" y="5973798"/>
                  </a:lnTo>
                  <a:lnTo>
                    <a:pt x="6726909" y="5974394"/>
                  </a:lnTo>
                  <a:lnTo>
                    <a:pt x="6726343" y="5974461"/>
                  </a:lnTo>
                  <a:lnTo>
                    <a:pt x="5254955" y="5974461"/>
                  </a:lnTo>
                  <a:lnTo>
                    <a:pt x="5253729" y="5974437"/>
                  </a:lnTo>
                  <a:lnTo>
                    <a:pt x="5245683" y="5974263"/>
                  </a:lnTo>
                  <a:lnTo>
                    <a:pt x="5225447" y="5973783"/>
                  </a:lnTo>
                  <a:lnTo>
                    <a:pt x="5189383" y="5972838"/>
                  </a:lnTo>
                  <a:lnTo>
                    <a:pt x="5135862" y="5971283"/>
                  </a:lnTo>
                  <a:lnTo>
                    <a:pt x="5065385" y="5969002"/>
                  </a:lnTo>
                  <a:lnTo>
                    <a:pt x="4980367" y="5965920"/>
                  </a:lnTo>
                  <a:lnTo>
                    <a:pt x="4884573" y="5962000"/>
                  </a:lnTo>
                  <a:lnTo>
                    <a:pt x="4782376" y="5957240"/>
                  </a:lnTo>
                  <a:lnTo>
                    <a:pt x="4678027" y="5951657"/>
                  </a:lnTo>
                  <a:lnTo>
                    <a:pt x="4575131" y="5945268"/>
                  </a:lnTo>
                  <a:lnTo>
                    <a:pt x="4476380" y="5938078"/>
                  </a:lnTo>
                  <a:lnTo>
                    <a:pt x="4383514" y="5930068"/>
                  </a:lnTo>
                  <a:lnTo>
                    <a:pt x="4297432" y="5921191"/>
                  </a:lnTo>
                  <a:lnTo>
                    <a:pt x="4218370" y="5911368"/>
                  </a:lnTo>
                  <a:lnTo>
                    <a:pt x="4146087" y="5900491"/>
                  </a:lnTo>
                  <a:lnTo>
                    <a:pt x="4080033" y="5888420"/>
                  </a:lnTo>
                  <a:lnTo>
                    <a:pt x="4019474" y="5874997"/>
                  </a:lnTo>
                  <a:lnTo>
                    <a:pt x="3963584" y="5860048"/>
                  </a:lnTo>
                  <a:lnTo>
                    <a:pt x="3911520" y="5843404"/>
                  </a:lnTo>
                  <a:lnTo>
                    <a:pt x="3862470" y="5824931"/>
                  </a:lnTo>
                  <a:lnTo>
                    <a:pt x="3829811" y="5811001"/>
                  </a:lnTo>
                  <a:lnTo>
                    <a:pt x="3778824" y="5786567"/>
                  </a:lnTo>
                  <a:lnTo>
                    <a:pt x="3729418" y="5759700"/>
                  </a:lnTo>
                  <a:lnTo>
                    <a:pt x="3681009" y="5730364"/>
                  </a:lnTo>
                  <a:lnTo>
                    <a:pt x="3633167" y="5698598"/>
                  </a:lnTo>
                  <a:lnTo>
                    <a:pt x="3585587" y="5664534"/>
                  </a:lnTo>
                  <a:lnTo>
                    <a:pt x="3538068" y="5628394"/>
                  </a:lnTo>
                  <a:lnTo>
                    <a:pt x="3490497" y="5590497"/>
                  </a:lnTo>
                  <a:lnTo>
                    <a:pt x="3442831" y="5551246"/>
                  </a:lnTo>
                  <a:lnTo>
                    <a:pt x="3395081" y="5511113"/>
                  </a:lnTo>
                  <a:lnTo>
                    <a:pt x="3347291" y="5470620"/>
                  </a:lnTo>
                  <a:lnTo>
                    <a:pt x="3299522" y="5430307"/>
                  </a:lnTo>
                  <a:lnTo>
                    <a:pt x="3251824" y="5390704"/>
                  </a:lnTo>
                  <a:lnTo>
                    <a:pt x="3204223" y="5352304"/>
                  </a:lnTo>
                  <a:lnTo>
                    <a:pt x="3156695" y="5315535"/>
                  </a:lnTo>
                  <a:lnTo>
                    <a:pt x="3109154" y="5280745"/>
                  </a:lnTo>
                  <a:lnTo>
                    <a:pt x="3061428" y="5248189"/>
                  </a:lnTo>
                  <a:lnTo>
                    <a:pt x="3013251" y="5218029"/>
                  </a:lnTo>
                  <a:lnTo>
                    <a:pt x="2964236" y="5190334"/>
                  </a:lnTo>
                  <a:lnTo>
                    <a:pt x="2913855" y="5165092"/>
                  </a:lnTo>
                  <a:lnTo>
                    <a:pt x="2896531" y="5157161"/>
                  </a:lnTo>
                  <a:lnTo>
                    <a:pt x="2849141" y="5137380"/>
                  </a:lnTo>
                  <a:lnTo>
                    <a:pt x="2799250" y="5119477"/>
                  </a:lnTo>
                  <a:lnTo>
                    <a:pt x="2746104" y="5103369"/>
                  </a:lnTo>
                  <a:lnTo>
                    <a:pt x="2688876" y="5088905"/>
                  </a:lnTo>
                  <a:lnTo>
                    <a:pt x="2626720" y="5075914"/>
                  </a:lnTo>
                  <a:lnTo>
                    <a:pt x="2558833" y="5064224"/>
                  </a:lnTo>
                  <a:lnTo>
                    <a:pt x="2484523" y="5053683"/>
                  </a:lnTo>
                  <a:lnTo>
                    <a:pt x="2403320" y="5044160"/>
                  </a:lnTo>
                  <a:lnTo>
                    <a:pt x="2315110" y="5035555"/>
                  </a:lnTo>
                  <a:lnTo>
                    <a:pt x="2220313" y="5027799"/>
                  </a:lnTo>
                  <a:lnTo>
                    <a:pt x="2120067" y="5020855"/>
                  </a:lnTo>
                  <a:lnTo>
                    <a:pt x="2016395" y="5014711"/>
                  </a:lnTo>
                  <a:lnTo>
                    <a:pt x="1912284" y="5009378"/>
                  </a:lnTo>
                  <a:lnTo>
                    <a:pt x="1811577" y="5004874"/>
                  </a:lnTo>
                  <a:lnTo>
                    <a:pt x="1718628" y="5001212"/>
                  </a:lnTo>
                  <a:lnTo>
                    <a:pt x="1637707" y="4998380"/>
                  </a:lnTo>
                  <a:lnTo>
                    <a:pt x="1572242" y="4996332"/>
                  </a:lnTo>
                  <a:lnTo>
                    <a:pt x="1524106" y="4994977"/>
                  </a:lnTo>
                  <a:lnTo>
                    <a:pt x="1493155" y="4994191"/>
                  </a:lnTo>
                  <a:lnTo>
                    <a:pt x="1477120" y="4993821"/>
                  </a:lnTo>
                  <a:lnTo>
                    <a:pt x="1471804" y="4993710"/>
                  </a:lnTo>
                  <a:lnTo>
                    <a:pt x="1471387" y="4993701"/>
                  </a:lnTo>
                  <a:lnTo>
                    <a:pt x="0" y="4993701"/>
                  </a:lnTo>
                  <a:close/>
                </a:path>
              </a:pathLst>
            </a:custGeom>
            <a:solidFill>
              <a:srgbClr val="67C1B3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224" name="pl1224"/>
            <p:cNvSpPr/>
            <p:nvPr/>
          </p:nvSpPr>
          <p:spPr>
            <a:xfrm>
              <a:off x="4799595" y="3582187"/>
              <a:ext cx="11981298" cy="5974461"/>
            </a:xfrm>
            <a:custGeom>
              <a:avLst/>
              <a:pathLst>
                <a:path w="11981298" h="5974461">
                  <a:moveTo>
                    <a:pt x="0" y="4993701"/>
                  </a:moveTo>
                  <a:lnTo>
                    <a:pt x="1471387" y="4993701"/>
                  </a:lnTo>
                  <a:lnTo>
                    <a:pt x="1472613" y="4993726"/>
                  </a:lnTo>
                  <a:lnTo>
                    <a:pt x="1480659" y="4993900"/>
                  </a:lnTo>
                  <a:lnTo>
                    <a:pt x="1500895" y="4994380"/>
                  </a:lnTo>
                  <a:lnTo>
                    <a:pt x="1536959" y="4995325"/>
                  </a:lnTo>
                  <a:lnTo>
                    <a:pt x="1590480" y="4996880"/>
                  </a:lnTo>
                  <a:lnTo>
                    <a:pt x="1660957" y="4999160"/>
                  </a:lnTo>
                  <a:lnTo>
                    <a:pt x="1745976" y="5002243"/>
                  </a:lnTo>
                  <a:lnTo>
                    <a:pt x="1841769" y="5006163"/>
                  </a:lnTo>
                  <a:lnTo>
                    <a:pt x="1943966" y="5010922"/>
                  </a:lnTo>
                  <a:lnTo>
                    <a:pt x="2048315" y="5016505"/>
                  </a:lnTo>
                  <a:lnTo>
                    <a:pt x="2151212" y="5022894"/>
                  </a:lnTo>
                  <a:lnTo>
                    <a:pt x="2249962" y="5030085"/>
                  </a:lnTo>
                  <a:lnTo>
                    <a:pt x="2342828" y="5038095"/>
                  </a:lnTo>
                  <a:lnTo>
                    <a:pt x="2428910" y="5046972"/>
                  </a:lnTo>
                  <a:lnTo>
                    <a:pt x="2507973" y="5056794"/>
                  </a:lnTo>
                  <a:lnTo>
                    <a:pt x="2580255" y="5067672"/>
                  </a:lnTo>
                  <a:lnTo>
                    <a:pt x="2646309" y="5079742"/>
                  </a:lnTo>
                  <a:lnTo>
                    <a:pt x="2706868" y="5093165"/>
                  </a:lnTo>
                  <a:lnTo>
                    <a:pt x="2762758" y="5108115"/>
                  </a:lnTo>
                  <a:lnTo>
                    <a:pt x="2814823" y="5124758"/>
                  </a:lnTo>
                  <a:lnTo>
                    <a:pt x="2863873" y="5143231"/>
                  </a:lnTo>
                  <a:lnTo>
                    <a:pt x="2896531" y="5157161"/>
                  </a:lnTo>
                  <a:lnTo>
                    <a:pt x="2947518" y="5181596"/>
                  </a:lnTo>
                  <a:lnTo>
                    <a:pt x="2996924" y="5208462"/>
                  </a:lnTo>
                  <a:lnTo>
                    <a:pt x="3045333" y="5237799"/>
                  </a:lnTo>
                  <a:lnTo>
                    <a:pt x="3093175" y="5269565"/>
                  </a:lnTo>
                  <a:lnTo>
                    <a:pt x="3140755" y="5303629"/>
                  </a:lnTo>
                  <a:lnTo>
                    <a:pt x="3188274" y="5339768"/>
                  </a:lnTo>
                  <a:lnTo>
                    <a:pt x="3235845" y="5377665"/>
                  </a:lnTo>
                  <a:lnTo>
                    <a:pt x="3283511" y="5416917"/>
                  </a:lnTo>
                  <a:lnTo>
                    <a:pt x="3331261" y="5457050"/>
                  </a:lnTo>
                  <a:lnTo>
                    <a:pt x="3379051" y="5497543"/>
                  </a:lnTo>
                  <a:lnTo>
                    <a:pt x="3426820" y="5537856"/>
                  </a:lnTo>
                  <a:lnTo>
                    <a:pt x="3474518" y="5577459"/>
                  </a:lnTo>
                  <a:lnTo>
                    <a:pt x="3522119" y="5615859"/>
                  </a:lnTo>
                  <a:lnTo>
                    <a:pt x="3569647" y="5652628"/>
                  </a:lnTo>
                  <a:lnTo>
                    <a:pt x="3617188" y="5687418"/>
                  </a:lnTo>
                  <a:lnTo>
                    <a:pt x="3664914" y="5719974"/>
                  </a:lnTo>
                  <a:lnTo>
                    <a:pt x="3713092" y="5750134"/>
                  </a:lnTo>
                  <a:lnTo>
                    <a:pt x="3762106" y="5777829"/>
                  </a:lnTo>
                  <a:lnTo>
                    <a:pt x="3812487" y="5803070"/>
                  </a:lnTo>
                  <a:lnTo>
                    <a:pt x="3829811" y="5811001"/>
                  </a:lnTo>
                  <a:lnTo>
                    <a:pt x="3877201" y="5830783"/>
                  </a:lnTo>
                  <a:lnTo>
                    <a:pt x="3927092" y="5848685"/>
                  </a:lnTo>
                  <a:lnTo>
                    <a:pt x="3980238" y="5864794"/>
                  </a:lnTo>
                  <a:lnTo>
                    <a:pt x="4037467" y="5879258"/>
                  </a:lnTo>
                  <a:lnTo>
                    <a:pt x="4099622" y="5892249"/>
                  </a:lnTo>
                  <a:lnTo>
                    <a:pt x="4167510" y="5903938"/>
                  </a:lnTo>
                  <a:lnTo>
                    <a:pt x="4241819" y="5914480"/>
                  </a:lnTo>
                  <a:lnTo>
                    <a:pt x="4323022" y="5924003"/>
                  </a:lnTo>
                  <a:lnTo>
                    <a:pt x="4411232" y="5932608"/>
                  </a:lnTo>
                  <a:lnTo>
                    <a:pt x="4506029" y="5940364"/>
                  </a:lnTo>
                  <a:lnTo>
                    <a:pt x="4606275" y="5947308"/>
                  </a:lnTo>
                  <a:lnTo>
                    <a:pt x="4709947" y="5953452"/>
                  </a:lnTo>
                  <a:lnTo>
                    <a:pt x="4814058" y="5958785"/>
                  </a:lnTo>
                  <a:lnTo>
                    <a:pt x="4914765" y="5963289"/>
                  </a:lnTo>
                  <a:lnTo>
                    <a:pt x="5007714" y="5966951"/>
                  </a:lnTo>
                  <a:lnTo>
                    <a:pt x="5088635" y="5969783"/>
                  </a:lnTo>
                  <a:lnTo>
                    <a:pt x="5154100" y="5971831"/>
                  </a:lnTo>
                  <a:lnTo>
                    <a:pt x="5202236" y="5973185"/>
                  </a:lnTo>
                  <a:lnTo>
                    <a:pt x="5233187" y="5973972"/>
                  </a:lnTo>
                  <a:lnTo>
                    <a:pt x="5249222" y="5974341"/>
                  </a:lnTo>
                  <a:lnTo>
                    <a:pt x="5254538" y="5974453"/>
                  </a:lnTo>
                  <a:lnTo>
                    <a:pt x="5254955" y="5974461"/>
                  </a:lnTo>
                  <a:lnTo>
                    <a:pt x="6726343" y="5974461"/>
                  </a:lnTo>
                  <a:lnTo>
                    <a:pt x="6727161" y="5974363"/>
                  </a:lnTo>
                  <a:lnTo>
                    <a:pt x="6732577" y="5973665"/>
                  </a:lnTo>
                  <a:lnTo>
                    <a:pt x="6746355" y="5971736"/>
                  </a:lnTo>
                  <a:lnTo>
                    <a:pt x="6771300" y="5967934"/>
                  </a:lnTo>
                  <a:lnTo>
                    <a:pt x="6809114" y="5961638"/>
                  </a:lnTo>
                  <a:lnTo>
                    <a:pt x="6860277" y="5952303"/>
                  </a:lnTo>
                  <a:lnTo>
                    <a:pt x="6924049" y="5939505"/>
                  </a:lnTo>
                  <a:lnTo>
                    <a:pt x="6998638" y="5922965"/>
                  </a:lnTo>
                  <a:lnTo>
                    <a:pt x="7081507" y="5902546"/>
                  </a:lnTo>
                  <a:lnTo>
                    <a:pt x="7169759" y="5878232"/>
                  </a:lnTo>
                  <a:lnTo>
                    <a:pt x="7260513" y="5850079"/>
                  </a:lnTo>
                  <a:lnTo>
                    <a:pt x="7351195" y="5818165"/>
                  </a:lnTo>
                  <a:lnTo>
                    <a:pt x="7439720" y="5782542"/>
                  </a:lnTo>
                  <a:lnTo>
                    <a:pt x="7524560" y="5743196"/>
                  </a:lnTo>
                  <a:lnTo>
                    <a:pt x="7604725" y="5700024"/>
                  </a:lnTo>
                  <a:lnTo>
                    <a:pt x="7679694" y="5652816"/>
                  </a:lnTo>
                  <a:lnTo>
                    <a:pt x="7749319" y="5601255"/>
                  </a:lnTo>
                  <a:lnTo>
                    <a:pt x="7813733" y="5544912"/>
                  </a:lnTo>
                  <a:lnTo>
                    <a:pt x="7873261" y="5483257"/>
                  </a:lnTo>
                  <a:lnTo>
                    <a:pt x="7928356" y="5415672"/>
                  </a:lnTo>
                  <a:lnTo>
                    <a:pt x="7979543" y="5341477"/>
                  </a:lnTo>
                  <a:lnTo>
                    <a:pt x="8027379" y="5259967"/>
                  </a:lnTo>
                  <a:lnTo>
                    <a:pt x="8072423" y="5170478"/>
                  </a:lnTo>
                  <a:lnTo>
                    <a:pt x="8115207" y="5072486"/>
                  </a:lnTo>
                  <a:lnTo>
                    <a:pt x="8151487" y="4978718"/>
                  </a:lnTo>
                  <a:lnTo>
                    <a:pt x="8178636" y="4901975"/>
                  </a:lnTo>
                  <a:lnTo>
                    <a:pt x="8205254" y="4821171"/>
                  </a:lnTo>
                  <a:lnTo>
                    <a:pt x="8231446" y="4736225"/>
                  </a:lnTo>
                  <a:lnTo>
                    <a:pt x="8257300" y="4647092"/>
                  </a:lnTo>
                  <a:lnTo>
                    <a:pt x="8282894" y="4553760"/>
                  </a:lnTo>
                  <a:lnTo>
                    <a:pt x="8308293" y="4456257"/>
                  </a:lnTo>
                  <a:lnTo>
                    <a:pt x="8333554" y="4354649"/>
                  </a:lnTo>
                  <a:lnTo>
                    <a:pt x="8358720" y="4249046"/>
                  </a:lnTo>
                  <a:lnTo>
                    <a:pt x="8383830" y="4139603"/>
                  </a:lnTo>
                  <a:lnTo>
                    <a:pt x="8408912" y="4026519"/>
                  </a:lnTo>
                  <a:lnTo>
                    <a:pt x="8433991" y="3910039"/>
                  </a:lnTo>
                  <a:lnTo>
                    <a:pt x="8459080" y="3790450"/>
                  </a:lnTo>
                  <a:lnTo>
                    <a:pt x="8484191" y="3668084"/>
                  </a:lnTo>
                  <a:lnTo>
                    <a:pt x="8509329" y="3543309"/>
                  </a:lnTo>
                  <a:lnTo>
                    <a:pt x="8534494" y="3416530"/>
                  </a:lnTo>
                  <a:lnTo>
                    <a:pt x="8559684" y="3288179"/>
                  </a:lnTo>
                  <a:lnTo>
                    <a:pt x="8584894" y="3158715"/>
                  </a:lnTo>
                  <a:lnTo>
                    <a:pt x="8610114" y="3028612"/>
                  </a:lnTo>
                  <a:lnTo>
                    <a:pt x="8635338" y="2898354"/>
                  </a:lnTo>
                  <a:lnTo>
                    <a:pt x="8660556" y="2768429"/>
                  </a:lnTo>
                  <a:lnTo>
                    <a:pt x="8685759" y="2639317"/>
                  </a:lnTo>
                  <a:lnTo>
                    <a:pt x="8710940" y="2511487"/>
                  </a:lnTo>
                  <a:lnTo>
                    <a:pt x="8736096" y="2385390"/>
                  </a:lnTo>
                  <a:lnTo>
                    <a:pt x="8761223" y="2261449"/>
                  </a:lnTo>
                  <a:lnTo>
                    <a:pt x="8786326" y="2140055"/>
                  </a:lnTo>
                  <a:lnTo>
                    <a:pt x="8811410" y="2021564"/>
                  </a:lnTo>
                  <a:lnTo>
                    <a:pt x="8836487" y="1906291"/>
                  </a:lnTo>
                  <a:lnTo>
                    <a:pt x="8861577" y="1794509"/>
                  </a:lnTo>
                  <a:lnTo>
                    <a:pt x="8886704" y="1686446"/>
                  </a:lnTo>
                  <a:lnTo>
                    <a:pt x="8911899" y="1582285"/>
                  </a:lnTo>
                  <a:lnTo>
                    <a:pt x="8937204" y="1482163"/>
                  </a:lnTo>
                  <a:lnTo>
                    <a:pt x="8962668" y="1386175"/>
                  </a:lnTo>
                  <a:lnTo>
                    <a:pt x="8988349" y="1294374"/>
                  </a:lnTo>
                  <a:lnTo>
                    <a:pt x="9014317" y="1206771"/>
                  </a:lnTo>
                  <a:lnTo>
                    <a:pt x="9040652" y="1123343"/>
                  </a:lnTo>
                  <a:lnTo>
                    <a:pt x="9067451" y="1044031"/>
                  </a:lnTo>
                  <a:lnTo>
                    <a:pt x="9084767" y="995743"/>
                  </a:lnTo>
                  <a:lnTo>
                    <a:pt x="9125959" y="890041"/>
                  </a:lnTo>
                  <a:lnTo>
                    <a:pt x="9168982" y="793065"/>
                  </a:lnTo>
                  <a:lnTo>
                    <a:pt x="9214324" y="704541"/>
                  </a:lnTo>
                  <a:lnTo>
                    <a:pt x="9262524" y="623924"/>
                  </a:lnTo>
                  <a:lnTo>
                    <a:pt x="9314141" y="550540"/>
                  </a:lnTo>
                  <a:lnTo>
                    <a:pt x="9369729" y="483685"/>
                  </a:lnTo>
                  <a:lnTo>
                    <a:pt x="9429808" y="422683"/>
                  </a:lnTo>
                  <a:lnTo>
                    <a:pt x="9494818" y="366926"/>
                  </a:lnTo>
                  <a:lnTo>
                    <a:pt x="9565068" y="315895"/>
                  </a:lnTo>
                  <a:lnTo>
                    <a:pt x="9640660" y="269174"/>
                  </a:lnTo>
                  <a:lnTo>
                    <a:pt x="9721408" y="226459"/>
                  </a:lnTo>
                  <a:lnTo>
                    <a:pt x="9806741" y="187553"/>
                  </a:lnTo>
                  <a:lnTo>
                    <a:pt x="9895608" y="152363"/>
                  </a:lnTo>
                  <a:lnTo>
                    <a:pt x="9986417" y="120887"/>
                  </a:lnTo>
                  <a:lnTo>
                    <a:pt x="10077018" y="93180"/>
                  </a:lnTo>
                  <a:lnTo>
                    <a:pt x="10164792" y="69320"/>
                  </a:lnTo>
                  <a:lnTo>
                    <a:pt x="10246838" y="49359"/>
                  </a:lnTo>
                  <a:lnTo>
                    <a:pt x="10320280" y="33266"/>
                  </a:lnTo>
                  <a:lnTo>
                    <a:pt x="10382649" y="20892"/>
                  </a:lnTo>
                  <a:lnTo>
                    <a:pt x="10432263" y="11938"/>
                  </a:lnTo>
                  <a:lnTo>
                    <a:pt x="10468520" y="5964"/>
                  </a:lnTo>
                  <a:lnTo>
                    <a:pt x="10492046" y="2414"/>
                  </a:lnTo>
                  <a:lnTo>
                    <a:pt x="10504679" y="663"/>
                  </a:lnTo>
                  <a:lnTo>
                    <a:pt x="10509344" y="67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25" name="pl1225"/>
            <p:cNvSpPr/>
            <p:nvPr/>
          </p:nvSpPr>
          <p:spPr>
            <a:xfrm>
              <a:off x="4799595" y="3574014"/>
              <a:ext cx="11981298" cy="5974461"/>
            </a:xfrm>
            <a:custGeom>
              <a:avLst/>
              <a:pathLst>
                <a:path w="11981298" h="5974461">
                  <a:moveTo>
                    <a:pt x="11981298" y="0"/>
                  </a:moveTo>
                  <a:lnTo>
                    <a:pt x="10509911" y="0"/>
                  </a:lnTo>
                  <a:lnTo>
                    <a:pt x="10509092" y="98"/>
                  </a:lnTo>
                  <a:lnTo>
                    <a:pt x="10503676" y="796"/>
                  </a:lnTo>
                  <a:lnTo>
                    <a:pt x="10489898" y="2724"/>
                  </a:lnTo>
                  <a:lnTo>
                    <a:pt x="10464953" y="6527"/>
                  </a:lnTo>
                  <a:lnTo>
                    <a:pt x="10427139" y="12823"/>
                  </a:lnTo>
                  <a:lnTo>
                    <a:pt x="10375977" y="22158"/>
                  </a:lnTo>
                  <a:lnTo>
                    <a:pt x="10312204" y="34955"/>
                  </a:lnTo>
                  <a:lnTo>
                    <a:pt x="10237615" y="51496"/>
                  </a:lnTo>
                  <a:lnTo>
                    <a:pt x="10154746" y="71915"/>
                  </a:lnTo>
                  <a:lnTo>
                    <a:pt x="10066494" y="96229"/>
                  </a:lnTo>
                  <a:lnTo>
                    <a:pt x="9975740" y="124382"/>
                  </a:lnTo>
                  <a:lnTo>
                    <a:pt x="9885058" y="156295"/>
                  </a:lnTo>
                  <a:lnTo>
                    <a:pt x="9796533" y="191919"/>
                  </a:lnTo>
                  <a:lnTo>
                    <a:pt x="9711693" y="231265"/>
                  </a:lnTo>
                  <a:lnTo>
                    <a:pt x="9631528" y="274437"/>
                  </a:lnTo>
                  <a:lnTo>
                    <a:pt x="9556559" y="321645"/>
                  </a:lnTo>
                  <a:lnTo>
                    <a:pt x="9486934" y="373206"/>
                  </a:lnTo>
                  <a:lnTo>
                    <a:pt x="9422520" y="429549"/>
                  </a:lnTo>
                  <a:lnTo>
                    <a:pt x="9362992" y="491204"/>
                  </a:lnTo>
                  <a:lnTo>
                    <a:pt x="9307897" y="558788"/>
                  </a:lnTo>
                  <a:lnTo>
                    <a:pt x="9256710" y="632983"/>
                  </a:lnTo>
                  <a:lnTo>
                    <a:pt x="9208874" y="714494"/>
                  </a:lnTo>
                  <a:lnTo>
                    <a:pt x="9163830" y="803983"/>
                  </a:lnTo>
                  <a:lnTo>
                    <a:pt x="9121046" y="901975"/>
                  </a:lnTo>
                  <a:lnTo>
                    <a:pt x="9084767" y="995743"/>
                  </a:lnTo>
                  <a:lnTo>
                    <a:pt x="9057617" y="1072485"/>
                  </a:lnTo>
                  <a:lnTo>
                    <a:pt x="9030999" y="1153290"/>
                  </a:lnTo>
                  <a:lnTo>
                    <a:pt x="9004808" y="1238236"/>
                  </a:lnTo>
                  <a:lnTo>
                    <a:pt x="8978953" y="1327369"/>
                  </a:lnTo>
                  <a:lnTo>
                    <a:pt x="8953359" y="1420700"/>
                  </a:lnTo>
                  <a:lnTo>
                    <a:pt x="8927960" y="1518204"/>
                  </a:lnTo>
                  <a:lnTo>
                    <a:pt x="8902700" y="1619812"/>
                  </a:lnTo>
                  <a:lnTo>
                    <a:pt x="8877533" y="1725415"/>
                  </a:lnTo>
                  <a:lnTo>
                    <a:pt x="8852424" y="1834858"/>
                  </a:lnTo>
                  <a:lnTo>
                    <a:pt x="8827341" y="1947942"/>
                  </a:lnTo>
                  <a:lnTo>
                    <a:pt x="8802263" y="2064422"/>
                  </a:lnTo>
                  <a:lnTo>
                    <a:pt x="8777173" y="2184010"/>
                  </a:lnTo>
                  <a:lnTo>
                    <a:pt x="8752062" y="2306377"/>
                  </a:lnTo>
                  <a:lnTo>
                    <a:pt x="8726924" y="2431151"/>
                  </a:lnTo>
                  <a:lnTo>
                    <a:pt x="8701759" y="2557931"/>
                  </a:lnTo>
                  <a:lnTo>
                    <a:pt x="8676569" y="2686281"/>
                  </a:lnTo>
                  <a:lnTo>
                    <a:pt x="8651360" y="2815745"/>
                  </a:lnTo>
                  <a:lnTo>
                    <a:pt x="8626139" y="2945848"/>
                  </a:lnTo>
                  <a:lnTo>
                    <a:pt x="8600915" y="3076106"/>
                  </a:lnTo>
                  <a:lnTo>
                    <a:pt x="8575698" y="3206032"/>
                  </a:lnTo>
                  <a:lnTo>
                    <a:pt x="8550495" y="3335144"/>
                  </a:lnTo>
                  <a:lnTo>
                    <a:pt x="8525313" y="3462974"/>
                  </a:lnTo>
                  <a:lnTo>
                    <a:pt x="8500158" y="3589071"/>
                  </a:lnTo>
                  <a:lnTo>
                    <a:pt x="8475030" y="3713012"/>
                  </a:lnTo>
                  <a:lnTo>
                    <a:pt x="8449928" y="3834406"/>
                  </a:lnTo>
                  <a:lnTo>
                    <a:pt x="8424844" y="3952897"/>
                  </a:lnTo>
                  <a:lnTo>
                    <a:pt x="8399766" y="4068170"/>
                  </a:lnTo>
                  <a:lnTo>
                    <a:pt x="8374676" y="4179952"/>
                  </a:lnTo>
                  <a:lnTo>
                    <a:pt x="8349550" y="4288015"/>
                  </a:lnTo>
                  <a:lnTo>
                    <a:pt x="8324354" y="4392176"/>
                  </a:lnTo>
                  <a:lnTo>
                    <a:pt x="8299049" y="4492298"/>
                  </a:lnTo>
                  <a:lnTo>
                    <a:pt x="8273585" y="4588285"/>
                  </a:lnTo>
                  <a:lnTo>
                    <a:pt x="8247904" y="4680087"/>
                  </a:lnTo>
                  <a:lnTo>
                    <a:pt x="8221937" y="4767689"/>
                  </a:lnTo>
                  <a:lnTo>
                    <a:pt x="8195601" y="4851118"/>
                  </a:lnTo>
                  <a:lnTo>
                    <a:pt x="8168802" y="4930430"/>
                  </a:lnTo>
                  <a:lnTo>
                    <a:pt x="8151487" y="4978718"/>
                  </a:lnTo>
                  <a:lnTo>
                    <a:pt x="8110294" y="5084420"/>
                  </a:lnTo>
                  <a:lnTo>
                    <a:pt x="8067271" y="5181396"/>
                  </a:lnTo>
                  <a:lnTo>
                    <a:pt x="8021929" y="5269920"/>
                  </a:lnTo>
                  <a:lnTo>
                    <a:pt x="7973729" y="5350537"/>
                  </a:lnTo>
                  <a:lnTo>
                    <a:pt x="7922113" y="5423921"/>
                  </a:lnTo>
                  <a:lnTo>
                    <a:pt x="7866524" y="5490776"/>
                  </a:lnTo>
                  <a:lnTo>
                    <a:pt x="7806445" y="5551778"/>
                  </a:lnTo>
                  <a:lnTo>
                    <a:pt x="7741435" y="5607535"/>
                  </a:lnTo>
                  <a:lnTo>
                    <a:pt x="7671186" y="5658566"/>
                  </a:lnTo>
                  <a:lnTo>
                    <a:pt x="7595594" y="5705286"/>
                  </a:lnTo>
                  <a:lnTo>
                    <a:pt x="7514845" y="5748002"/>
                  </a:lnTo>
                  <a:lnTo>
                    <a:pt x="7429513" y="5786908"/>
                  </a:lnTo>
                  <a:lnTo>
                    <a:pt x="7340645" y="5822098"/>
                  </a:lnTo>
                  <a:lnTo>
                    <a:pt x="7249837" y="5853574"/>
                  </a:lnTo>
                  <a:lnTo>
                    <a:pt x="7159235" y="5881281"/>
                  </a:lnTo>
                  <a:lnTo>
                    <a:pt x="7071461" y="5905140"/>
                  </a:lnTo>
                  <a:lnTo>
                    <a:pt x="6989416" y="5925102"/>
                  </a:lnTo>
                  <a:lnTo>
                    <a:pt x="6915974" y="5941195"/>
                  </a:lnTo>
                  <a:lnTo>
                    <a:pt x="6853604" y="5953569"/>
                  </a:lnTo>
                  <a:lnTo>
                    <a:pt x="6803990" y="5962523"/>
                  </a:lnTo>
                  <a:lnTo>
                    <a:pt x="6767734" y="5968497"/>
                  </a:lnTo>
                  <a:lnTo>
                    <a:pt x="6744208" y="5972047"/>
                  </a:lnTo>
                  <a:lnTo>
                    <a:pt x="6731574" y="5973798"/>
                  </a:lnTo>
                  <a:lnTo>
                    <a:pt x="6726909" y="5974394"/>
                  </a:lnTo>
                  <a:lnTo>
                    <a:pt x="6726343" y="5974461"/>
                  </a:lnTo>
                  <a:lnTo>
                    <a:pt x="5254955" y="5974461"/>
                  </a:lnTo>
                  <a:lnTo>
                    <a:pt x="5253729" y="5974437"/>
                  </a:lnTo>
                  <a:lnTo>
                    <a:pt x="5245683" y="5974263"/>
                  </a:lnTo>
                  <a:lnTo>
                    <a:pt x="5225447" y="5973783"/>
                  </a:lnTo>
                  <a:lnTo>
                    <a:pt x="5189383" y="5972838"/>
                  </a:lnTo>
                  <a:lnTo>
                    <a:pt x="5135862" y="5971283"/>
                  </a:lnTo>
                  <a:lnTo>
                    <a:pt x="5065385" y="5969002"/>
                  </a:lnTo>
                  <a:lnTo>
                    <a:pt x="4980367" y="5965920"/>
                  </a:lnTo>
                  <a:lnTo>
                    <a:pt x="4884573" y="5962000"/>
                  </a:lnTo>
                  <a:lnTo>
                    <a:pt x="4782376" y="5957240"/>
                  </a:lnTo>
                  <a:lnTo>
                    <a:pt x="4678027" y="5951657"/>
                  </a:lnTo>
                  <a:lnTo>
                    <a:pt x="4575131" y="5945268"/>
                  </a:lnTo>
                  <a:lnTo>
                    <a:pt x="4476380" y="5938078"/>
                  </a:lnTo>
                  <a:lnTo>
                    <a:pt x="4383514" y="5930068"/>
                  </a:lnTo>
                  <a:lnTo>
                    <a:pt x="4297432" y="5921191"/>
                  </a:lnTo>
                  <a:lnTo>
                    <a:pt x="4218370" y="5911368"/>
                  </a:lnTo>
                  <a:lnTo>
                    <a:pt x="4146087" y="5900491"/>
                  </a:lnTo>
                  <a:lnTo>
                    <a:pt x="4080033" y="5888420"/>
                  </a:lnTo>
                  <a:lnTo>
                    <a:pt x="4019474" y="5874997"/>
                  </a:lnTo>
                  <a:lnTo>
                    <a:pt x="3963584" y="5860048"/>
                  </a:lnTo>
                  <a:lnTo>
                    <a:pt x="3911520" y="5843404"/>
                  </a:lnTo>
                  <a:lnTo>
                    <a:pt x="3862470" y="5824931"/>
                  </a:lnTo>
                  <a:lnTo>
                    <a:pt x="3829811" y="5811001"/>
                  </a:lnTo>
                  <a:lnTo>
                    <a:pt x="3778824" y="5786567"/>
                  </a:lnTo>
                  <a:lnTo>
                    <a:pt x="3729418" y="5759700"/>
                  </a:lnTo>
                  <a:lnTo>
                    <a:pt x="3681009" y="5730364"/>
                  </a:lnTo>
                  <a:lnTo>
                    <a:pt x="3633167" y="5698598"/>
                  </a:lnTo>
                  <a:lnTo>
                    <a:pt x="3585587" y="5664534"/>
                  </a:lnTo>
                  <a:lnTo>
                    <a:pt x="3538068" y="5628394"/>
                  </a:lnTo>
                  <a:lnTo>
                    <a:pt x="3490497" y="5590497"/>
                  </a:lnTo>
                  <a:lnTo>
                    <a:pt x="3442831" y="5551246"/>
                  </a:lnTo>
                  <a:lnTo>
                    <a:pt x="3395081" y="5511113"/>
                  </a:lnTo>
                  <a:lnTo>
                    <a:pt x="3347291" y="5470620"/>
                  </a:lnTo>
                  <a:lnTo>
                    <a:pt x="3299522" y="5430307"/>
                  </a:lnTo>
                  <a:lnTo>
                    <a:pt x="3251824" y="5390704"/>
                  </a:lnTo>
                  <a:lnTo>
                    <a:pt x="3204223" y="5352304"/>
                  </a:lnTo>
                  <a:lnTo>
                    <a:pt x="3156695" y="5315535"/>
                  </a:lnTo>
                  <a:lnTo>
                    <a:pt x="3109154" y="5280745"/>
                  </a:lnTo>
                  <a:lnTo>
                    <a:pt x="3061428" y="5248189"/>
                  </a:lnTo>
                  <a:lnTo>
                    <a:pt x="3013251" y="5218029"/>
                  </a:lnTo>
                  <a:lnTo>
                    <a:pt x="2964236" y="5190334"/>
                  </a:lnTo>
                  <a:lnTo>
                    <a:pt x="2913855" y="5165092"/>
                  </a:lnTo>
                  <a:lnTo>
                    <a:pt x="2896531" y="5157161"/>
                  </a:lnTo>
                  <a:lnTo>
                    <a:pt x="2849141" y="5137380"/>
                  </a:lnTo>
                  <a:lnTo>
                    <a:pt x="2799250" y="5119477"/>
                  </a:lnTo>
                  <a:lnTo>
                    <a:pt x="2746104" y="5103369"/>
                  </a:lnTo>
                  <a:lnTo>
                    <a:pt x="2688876" y="5088905"/>
                  </a:lnTo>
                  <a:lnTo>
                    <a:pt x="2626720" y="5075914"/>
                  </a:lnTo>
                  <a:lnTo>
                    <a:pt x="2558833" y="5064224"/>
                  </a:lnTo>
                  <a:lnTo>
                    <a:pt x="2484523" y="5053683"/>
                  </a:lnTo>
                  <a:lnTo>
                    <a:pt x="2403320" y="5044160"/>
                  </a:lnTo>
                  <a:lnTo>
                    <a:pt x="2315110" y="5035555"/>
                  </a:lnTo>
                  <a:lnTo>
                    <a:pt x="2220313" y="5027799"/>
                  </a:lnTo>
                  <a:lnTo>
                    <a:pt x="2120067" y="5020855"/>
                  </a:lnTo>
                  <a:lnTo>
                    <a:pt x="2016395" y="5014711"/>
                  </a:lnTo>
                  <a:lnTo>
                    <a:pt x="1912284" y="5009378"/>
                  </a:lnTo>
                  <a:lnTo>
                    <a:pt x="1811577" y="5004874"/>
                  </a:lnTo>
                  <a:lnTo>
                    <a:pt x="1718628" y="5001212"/>
                  </a:lnTo>
                  <a:lnTo>
                    <a:pt x="1637707" y="4998380"/>
                  </a:lnTo>
                  <a:lnTo>
                    <a:pt x="1572242" y="4996332"/>
                  </a:lnTo>
                  <a:lnTo>
                    <a:pt x="1524106" y="4994977"/>
                  </a:lnTo>
                  <a:lnTo>
                    <a:pt x="1493155" y="4994191"/>
                  </a:lnTo>
                  <a:lnTo>
                    <a:pt x="1477120" y="4993821"/>
                  </a:lnTo>
                  <a:lnTo>
                    <a:pt x="1471804" y="4993710"/>
                  </a:lnTo>
                  <a:lnTo>
                    <a:pt x="1471387" y="4993701"/>
                  </a:lnTo>
                  <a:lnTo>
                    <a:pt x="0" y="499370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26" name="pg1226"/>
            <p:cNvSpPr/>
            <p:nvPr/>
          </p:nvSpPr>
          <p:spPr>
            <a:xfrm>
              <a:off x="4799595" y="4317757"/>
              <a:ext cx="11981298" cy="5271583"/>
            </a:xfrm>
            <a:custGeom>
              <a:avLst/>
              <a:pathLst>
                <a:path w="11981298" h="5271583">
                  <a:moveTo>
                    <a:pt x="0" y="4266305"/>
                  </a:moveTo>
                  <a:lnTo>
                    <a:pt x="1471387" y="4266305"/>
                  </a:lnTo>
                  <a:lnTo>
                    <a:pt x="1472612" y="4266330"/>
                  </a:lnTo>
                  <a:lnTo>
                    <a:pt x="1480655" y="4266508"/>
                  </a:lnTo>
                  <a:lnTo>
                    <a:pt x="1500882" y="4267000"/>
                  </a:lnTo>
                  <a:lnTo>
                    <a:pt x="1536930" y="4267968"/>
                  </a:lnTo>
                  <a:lnTo>
                    <a:pt x="1590429" y="4269561"/>
                  </a:lnTo>
                  <a:lnTo>
                    <a:pt x="1660880" y="4271897"/>
                  </a:lnTo>
                  <a:lnTo>
                    <a:pt x="1745871" y="4275056"/>
                  </a:lnTo>
                  <a:lnTo>
                    <a:pt x="1841638" y="4279072"/>
                  </a:lnTo>
                  <a:lnTo>
                    <a:pt x="1943812" y="4283948"/>
                  </a:lnTo>
                  <a:lnTo>
                    <a:pt x="2048144" y="4289668"/>
                  </a:lnTo>
                  <a:lnTo>
                    <a:pt x="2151029" y="4296215"/>
                  </a:lnTo>
                  <a:lnTo>
                    <a:pt x="2249773" y="4303582"/>
                  </a:lnTo>
                  <a:lnTo>
                    <a:pt x="2342637" y="4311789"/>
                  </a:lnTo>
                  <a:lnTo>
                    <a:pt x="2428720" y="4320885"/>
                  </a:lnTo>
                  <a:lnTo>
                    <a:pt x="2507786" y="4330949"/>
                  </a:lnTo>
                  <a:lnTo>
                    <a:pt x="2580074" y="4342094"/>
                  </a:lnTo>
                  <a:lnTo>
                    <a:pt x="2646132" y="4354460"/>
                  </a:lnTo>
                  <a:lnTo>
                    <a:pt x="2706696" y="4368212"/>
                  </a:lnTo>
                  <a:lnTo>
                    <a:pt x="2762590" y="4383528"/>
                  </a:lnTo>
                  <a:lnTo>
                    <a:pt x="2814657" y="4400579"/>
                  </a:lnTo>
                  <a:lnTo>
                    <a:pt x="2863708" y="4419504"/>
                  </a:lnTo>
                  <a:lnTo>
                    <a:pt x="2896531" y="4433851"/>
                  </a:lnTo>
                  <a:lnTo>
                    <a:pt x="2947312" y="4458788"/>
                  </a:lnTo>
                  <a:lnTo>
                    <a:pt x="2996522" y="4486197"/>
                  </a:lnTo>
                  <a:lnTo>
                    <a:pt x="3044739" y="4516117"/>
                  </a:lnTo>
                  <a:lnTo>
                    <a:pt x="3092389" y="4548508"/>
                  </a:lnTo>
                  <a:lnTo>
                    <a:pt x="3139775" y="4583238"/>
                  </a:lnTo>
                  <a:lnTo>
                    <a:pt x="3187098" y="4620083"/>
                  </a:lnTo>
                  <a:lnTo>
                    <a:pt x="3234471" y="4658725"/>
                  </a:lnTo>
                  <a:lnTo>
                    <a:pt x="3281937" y="4698756"/>
                  </a:lnTo>
                  <a:lnTo>
                    <a:pt x="3329488" y="4739700"/>
                  </a:lnTo>
                  <a:lnTo>
                    <a:pt x="3377080" y="4781030"/>
                  </a:lnTo>
                  <a:lnTo>
                    <a:pt x="3424654" y="4822200"/>
                  </a:lnTo>
                  <a:lnTo>
                    <a:pt x="3472160" y="4862672"/>
                  </a:lnTo>
                  <a:lnTo>
                    <a:pt x="3519569" y="4901945"/>
                  </a:lnTo>
                  <a:lnTo>
                    <a:pt x="3566903" y="4939580"/>
                  </a:lnTo>
                  <a:lnTo>
                    <a:pt x="3614244" y="4975222"/>
                  </a:lnTo>
                  <a:lnTo>
                    <a:pt x="3661755" y="5008606"/>
                  </a:lnTo>
                  <a:lnTo>
                    <a:pt x="3709692" y="5039563"/>
                  </a:lnTo>
                  <a:lnTo>
                    <a:pt x="3758429" y="5068015"/>
                  </a:lnTo>
                  <a:lnTo>
                    <a:pt x="3808475" y="5093970"/>
                  </a:lnTo>
                  <a:lnTo>
                    <a:pt x="3829811" y="5104037"/>
                  </a:lnTo>
                  <a:lnTo>
                    <a:pt x="3877193" y="5124310"/>
                  </a:lnTo>
                  <a:lnTo>
                    <a:pt x="3927075" y="5142657"/>
                  </a:lnTo>
                  <a:lnTo>
                    <a:pt x="3980211" y="5159167"/>
                  </a:lnTo>
                  <a:lnTo>
                    <a:pt x="4037427" y="5173991"/>
                  </a:lnTo>
                  <a:lnTo>
                    <a:pt x="4099569" y="5187306"/>
                  </a:lnTo>
                  <a:lnTo>
                    <a:pt x="4167440" y="5199286"/>
                  </a:lnTo>
                  <a:lnTo>
                    <a:pt x="4241730" y="5210091"/>
                  </a:lnTo>
                  <a:lnTo>
                    <a:pt x="4322911" y="5219852"/>
                  </a:lnTo>
                  <a:lnTo>
                    <a:pt x="4411096" y="5228671"/>
                  </a:lnTo>
                  <a:lnTo>
                    <a:pt x="4505868" y="5236621"/>
                  </a:lnTo>
                  <a:lnTo>
                    <a:pt x="4606090" y="5243739"/>
                  </a:lnTo>
                  <a:lnTo>
                    <a:pt x="4709741" y="5250037"/>
                  </a:lnTo>
                  <a:lnTo>
                    <a:pt x="4813838" y="5255504"/>
                  </a:lnTo>
                  <a:lnTo>
                    <a:pt x="4914541" y="5260122"/>
                  </a:lnTo>
                  <a:lnTo>
                    <a:pt x="5007498" y="5263877"/>
                  </a:lnTo>
                  <a:lnTo>
                    <a:pt x="5088441" y="5266781"/>
                  </a:lnTo>
                  <a:lnTo>
                    <a:pt x="5153941" y="5268883"/>
                  </a:lnTo>
                  <a:lnTo>
                    <a:pt x="5202119" y="5270272"/>
                  </a:lnTo>
                  <a:lnTo>
                    <a:pt x="5233115" y="5271080"/>
                  </a:lnTo>
                  <a:lnTo>
                    <a:pt x="5249190" y="5271460"/>
                  </a:lnTo>
                  <a:lnTo>
                    <a:pt x="5254532" y="5271575"/>
                  </a:lnTo>
                  <a:lnTo>
                    <a:pt x="5254955" y="5271583"/>
                  </a:lnTo>
                  <a:lnTo>
                    <a:pt x="6726343" y="5271583"/>
                  </a:lnTo>
                  <a:lnTo>
                    <a:pt x="6727206" y="5271492"/>
                  </a:lnTo>
                  <a:lnTo>
                    <a:pt x="6732917" y="5270842"/>
                  </a:lnTo>
                  <a:lnTo>
                    <a:pt x="6747424" y="5269046"/>
                  </a:lnTo>
                  <a:lnTo>
                    <a:pt x="6773640" y="5265505"/>
                  </a:lnTo>
                  <a:lnTo>
                    <a:pt x="6813281" y="5259645"/>
                  </a:lnTo>
                  <a:lnTo>
                    <a:pt x="6866745" y="5250969"/>
                  </a:lnTo>
                  <a:lnTo>
                    <a:pt x="6933128" y="5239094"/>
                  </a:lnTo>
                  <a:lnTo>
                    <a:pt x="7010425" y="5223775"/>
                  </a:lnTo>
                  <a:lnTo>
                    <a:pt x="7095879" y="5204905"/>
                  </a:lnTo>
                  <a:lnTo>
                    <a:pt x="7186409" y="5182480"/>
                  </a:lnTo>
                  <a:lnTo>
                    <a:pt x="7279011" y="5156561"/>
                  </a:lnTo>
                  <a:lnTo>
                    <a:pt x="7371057" y="5127217"/>
                  </a:lnTo>
                  <a:lnTo>
                    <a:pt x="7460465" y="5094487"/>
                  </a:lnTo>
                  <a:lnTo>
                    <a:pt x="7545758" y="5058340"/>
                  </a:lnTo>
                  <a:lnTo>
                    <a:pt x="7626020" y="5018656"/>
                  </a:lnTo>
                  <a:lnTo>
                    <a:pt x="7700817" y="4975214"/>
                  </a:lnTo>
                  <a:lnTo>
                    <a:pt x="7770086" y="4927688"/>
                  </a:lnTo>
                  <a:lnTo>
                    <a:pt x="7834038" y="4875650"/>
                  </a:lnTo>
                  <a:lnTo>
                    <a:pt x="7893067" y="4818578"/>
                  </a:lnTo>
                  <a:lnTo>
                    <a:pt x="7947683" y="4755873"/>
                  </a:lnTo>
                  <a:lnTo>
                    <a:pt x="7998457" y="4686891"/>
                  </a:lnTo>
                  <a:lnTo>
                    <a:pt x="8045981" y="4610979"/>
                  </a:lnTo>
                  <a:lnTo>
                    <a:pt x="8090838" y="4527560"/>
                  </a:lnTo>
                  <a:lnTo>
                    <a:pt x="8133571" y="4436242"/>
                  </a:lnTo>
                  <a:lnTo>
                    <a:pt x="8151487" y="4394348"/>
                  </a:lnTo>
                  <a:lnTo>
                    <a:pt x="8180286" y="4322469"/>
                  </a:lnTo>
                  <a:lnTo>
                    <a:pt x="8208494" y="4246553"/>
                  </a:lnTo>
                  <a:lnTo>
                    <a:pt x="8236234" y="4166519"/>
                  </a:lnTo>
                  <a:lnTo>
                    <a:pt x="8263612" y="4082324"/>
                  </a:lnTo>
                  <a:lnTo>
                    <a:pt x="8290715" y="3993966"/>
                  </a:lnTo>
                  <a:lnTo>
                    <a:pt x="8317620" y="3901483"/>
                  </a:lnTo>
                  <a:lnTo>
                    <a:pt x="8344387" y="3804961"/>
                  </a:lnTo>
                  <a:lnTo>
                    <a:pt x="8371068" y="3704535"/>
                  </a:lnTo>
                  <a:lnTo>
                    <a:pt x="8397703" y="3600390"/>
                  </a:lnTo>
                  <a:lnTo>
                    <a:pt x="8424321" y="3492760"/>
                  </a:lnTo>
                  <a:lnTo>
                    <a:pt x="8450947" y="3381931"/>
                  </a:lnTo>
                  <a:lnTo>
                    <a:pt x="8477593" y="3268233"/>
                  </a:lnTo>
                  <a:lnTo>
                    <a:pt x="8504269" y="3152046"/>
                  </a:lnTo>
                  <a:lnTo>
                    <a:pt x="8530976" y="3033786"/>
                  </a:lnTo>
                  <a:lnTo>
                    <a:pt x="8557711" y="2913905"/>
                  </a:lnTo>
                  <a:lnTo>
                    <a:pt x="8584468" y="2792883"/>
                  </a:lnTo>
                  <a:lnTo>
                    <a:pt x="8611239" y="2671218"/>
                  </a:lnTo>
                  <a:lnTo>
                    <a:pt x="8638012" y="2549422"/>
                  </a:lnTo>
                  <a:lnTo>
                    <a:pt x="8664778" y="2428006"/>
                  </a:lnTo>
                  <a:lnTo>
                    <a:pt x="8691525" y="2307477"/>
                  </a:lnTo>
                  <a:lnTo>
                    <a:pt x="8718247" y="2188324"/>
                  </a:lnTo>
                  <a:lnTo>
                    <a:pt x="8744939" y="2071016"/>
                  </a:lnTo>
                  <a:lnTo>
                    <a:pt x="8771600" y="1955988"/>
                  </a:lnTo>
                  <a:lnTo>
                    <a:pt x="8798235" y="1843638"/>
                  </a:lnTo>
                  <a:lnTo>
                    <a:pt x="8824855" y="1734323"/>
                  </a:lnTo>
                  <a:lnTo>
                    <a:pt x="8851478" y="1628353"/>
                  </a:lnTo>
                  <a:lnTo>
                    <a:pt x="8878130" y="1525987"/>
                  </a:lnTo>
                  <a:lnTo>
                    <a:pt x="8904848" y="1427437"/>
                  </a:lnTo>
                  <a:lnTo>
                    <a:pt x="8931675" y="1332862"/>
                  </a:lnTo>
                  <a:lnTo>
                    <a:pt x="8958667" y="1242374"/>
                  </a:lnTo>
                  <a:lnTo>
                    <a:pt x="8985894" y="1156035"/>
                  </a:lnTo>
                  <a:lnTo>
                    <a:pt x="9013435" y="1073863"/>
                  </a:lnTo>
                  <a:lnTo>
                    <a:pt x="9041388" y="995836"/>
                  </a:lnTo>
                  <a:lnTo>
                    <a:pt x="9069867" y="921892"/>
                  </a:lnTo>
                  <a:lnTo>
                    <a:pt x="9084767" y="885408"/>
                  </a:lnTo>
                  <a:lnTo>
                    <a:pt x="9126735" y="790639"/>
                  </a:lnTo>
                  <a:lnTo>
                    <a:pt x="9170612" y="703841"/>
                  </a:lnTo>
                  <a:lnTo>
                    <a:pt x="9216914" y="624752"/>
                  </a:lnTo>
                  <a:lnTo>
                    <a:pt x="9266212" y="552856"/>
                  </a:lnTo>
                  <a:lnTo>
                    <a:pt x="9319098" y="487522"/>
                  </a:lnTo>
                  <a:lnTo>
                    <a:pt x="9376154" y="428095"/>
                  </a:lnTo>
                  <a:lnTo>
                    <a:pt x="9437925" y="373952"/>
                  </a:lnTo>
                  <a:lnTo>
                    <a:pt x="9504860" y="324536"/>
                  </a:lnTo>
                  <a:lnTo>
                    <a:pt x="9577259" y="279377"/>
                  </a:lnTo>
                  <a:lnTo>
                    <a:pt x="9655191" y="238104"/>
                  </a:lnTo>
                  <a:lnTo>
                    <a:pt x="9738394" y="200451"/>
                  </a:lnTo>
                  <a:lnTo>
                    <a:pt x="9826172" y="166254"/>
                  </a:lnTo>
                  <a:lnTo>
                    <a:pt x="9917299" y="135447"/>
                  </a:lnTo>
                  <a:lnTo>
                    <a:pt x="10009954" y="108042"/>
                  </a:lnTo>
                  <a:lnTo>
                    <a:pt x="10101731" y="84099"/>
                  </a:lnTo>
                  <a:lnTo>
                    <a:pt x="10189758" y="63690"/>
                  </a:lnTo>
                  <a:lnTo>
                    <a:pt x="10270944" y="46844"/>
                  </a:lnTo>
                  <a:lnTo>
                    <a:pt x="10342338" y="33504"/>
                  </a:lnTo>
                  <a:lnTo>
                    <a:pt x="10401562" y="23485"/>
                  </a:lnTo>
                  <a:lnTo>
                    <a:pt x="10447200" y="16465"/>
                  </a:lnTo>
                  <a:lnTo>
                    <a:pt x="10479077" y="11990"/>
                  </a:lnTo>
                  <a:lnTo>
                    <a:pt x="10498348" y="9514"/>
                  </a:lnTo>
                  <a:lnTo>
                    <a:pt x="10507430" y="8442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9047" y="91"/>
                  </a:lnTo>
                  <a:lnTo>
                    <a:pt x="10503336" y="741"/>
                  </a:lnTo>
                  <a:lnTo>
                    <a:pt x="10488829" y="2537"/>
                  </a:lnTo>
                  <a:lnTo>
                    <a:pt x="10462614" y="6078"/>
                  </a:lnTo>
                  <a:lnTo>
                    <a:pt x="10422973" y="11937"/>
                  </a:lnTo>
                  <a:lnTo>
                    <a:pt x="10369509" y="20614"/>
                  </a:lnTo>
                  <a:lnTo>
                    <a:pt x="10303125" y="32489"/>
                  </a:lnTo>
                  <a:lnTo>
                    <a:pt x="10225829" y="47808"/>
                  </a:lnTo>
                  <a:lnTo>
                    <a:pt x="10140375" y="66678"/>
                  </a:lnTo>
                  <a:lnTo>
                    <a:pt x="10049844" y="89103"/>
                  </a:lnTo>
                  <a:lnTo>
                    <a:pt x="9957242" y="115022"/>
                  </a:lnTo>
                  <a:lnTo>
                    <a:pt x="9865197" y="144366"/>
                  </a:lnTo>
                  <a:lnTo>
                    <a:pt x="9775788" y="177096"/>
                  </a:lnTo>
                  <a:lnTo>
                    <a:pt x="9690496" y="213243"/>
                  </a:lnTo>
                  <a:lnTo>
                    <a:pt x="9610233" y="252927"/>
                  </a:lnTo>
                  <a:lnTo>
                    <a:pt x="9535436" y="296369"/>
                  </a:lnTo>
                  <a:lnTo>
                    <a:pt x="9466167" y="343894"/>
                  </a:lnTo>
                  <a:lnTo>
                    <a:pt x="9402215" y="395933"/>
                  </a:lnTo>
                  <a:lnTo>
                    <a:pt x="9343186" y="453005"/>
                  </a:lnTo>
                  <a:lnTo>
                    <a:pt x="9288570" y="515710"/>
                  </a:lnTo>
                  <a:lnTo>
                    <a:pt x="9237796" y="584692"/>
                  </a:lnTo>
                  <a:lnTo>
                    <a:pt x="9190272" y="660604"/>
                  </a:lnTo>
                  <a:lnTo>
                    <a:pt x="9145415" y="744022"/>
                  </a:lnTo>
                  <a:lnTo>
                    <a:pt x="9102682" y="835341"/>
                  </a:lnTo>
                  <a:lnTo>
                    <a:pt x="9084767" y="877235"/>
                  </a:lnTo>
                  <a:lnTo>
                    <a:pt x="9055967" y="949114"/>
                  </a:lnTo>
                  <a:lnTo>
                    <a:pt x="9027759" y="1025030"/>
                  </a:lnTo>
                  <a:lnTo>
                    <a:pt x="9000019" y="1105064"/>
                  </a:lnTo>
                  <a:lnTo>
                    <a:pt x="8972641" y="1189259"/>
                  </a:lnTo>
                  <a:lnTo>
                    <a:pt x="8945538" y="1277617"/>
                  </a:lnTo>
                  <a:lnTo>
                    <a:pt x="8918633" y="1370100"/>
                  </a:lnTo>
                  <a:lnTo>
                    <a:pt x="8891866" y="1466622"/>
                  </a:lnTo>
                  <a:lnTo>
                    <a:pt x="8865185" y="1567048"/>
                  </a:lnTo>
                  <a:lnTo>
                    <a:pt x="8838551" y="1671193"/>
                  </a:lnTo>
                  <a:lnTo>
                    <a:pt x="8811932" y="1778822"/>
                  </a:lnTo>
                  <a:lnTo>
                    <a:pt x="8785306" y="1889652"/>
                  </a:lnTo>
                  <a:lnTo>
                    <a:pt x="8758660" y="2003350"/>
                  </a:lnTo>
                  <a:lnTo>
                    <a:pt x="8731984" y="2119537"/>
                  </a:lnTo>
                  <a:lnTo>
                    <a:pt x="8705277" y="2237797"/>
                  </a:lnTo>
                  <a:lnTo>
                    <a:pt x="8678542" y="2357678"/>
                  </a:lnTo>
                  <a:lnTo>
                    <a:pt x="8651785" y="2478700"/>
                  </a:lnTo>
                  <a:lnTo>
                    <a:pt x="8625014" y="2600365"/>
                  </a:lnTo>
                  <a:lnTo>
                    <a:pt x="8598241" y="2722161"/>
                  </a:lnTo>
                  <a:lnTo>
                    <a:pt x="8571476" y="2843577"/>
                  </a:lnTo>
                  <a:lnTo>
                    <a:pt x="8544728" y="2964106"/>
                  </a:lnTo>
                  <a:lnTo>
                    <a:pt x="8518006" y="3083259"/>
                  </a:lnTo>
                  <a:lnTo>
                    <a:pt x="8491314" y="3200567"/>
                  </a:lnTo>
                  <a:lnTo>
                    <a:pt x="8464653" y="3315595"/>
                  </a:lnTo>
                  <a:lnTo>
                    <a:pt x="8438018" y="3427945"/>
                  </a:lnTo>
                  <a:lnTo>
                    <a:pt x="8411398" y="3537260"/>
                  </a:lnTo>
                  <a:lnTo>
                    <a:pt x="8384775" y="3643230"/>
                  </a:lnTo>
                  <a:lnTo>
                    <a:pt x="8358123" y="3745596"/>
                  </a:lnTo>
                  <a:lnTo>
                    <a:pt x="8331406" y="3844146"/>
                  </a:lnTo>
                  <a:lnTo>
                    <a:pt x="8304579" y="3938720"/>
                  </a:lnTo>
                  <a:lnTo>
                    <a:pt x="8277586" y="4029209"/>
                  </a:lnTo>
                  <a:lnTo>
                    <a:pt x="8250360" y="4115548"/>
                  </a:lnTo>
                  <a:lnTo>
                    <a:pt x="8222818" y="4197720"/>
                  </a:lnTo>
                  <a:lnTo>
                    <a:pt x="8194865" y="4275747"/>
                  </a:lnTo>
                  <a:lnTo>
                    <a:pt x="8166386" y="4349691"/>
                  </a:lnTo>
                  <a:lnTo>
                    <a:pt x="8151487" y="4386175"/>
                  </a:lnTo>
                  <a:lnTo>
                    <a:pt x="8109518" y="4480944"/>
                  </a:lnTo>
                  <a:lnTo>
                    <a:pt x="8065642" y="4567742"/>
                  </a:lnTo>
                  <a:lnTo>
                    <a:pt x="8019339" y="4646831"/>
                  </a:lnTo>
                  <a:lnTo>
                    <a:pt x="7970041" y="4718727"/>
                  </a:lnTo>
                  <a:lnTo>
                    <a:pt x="7917156" y="4784061"/>
                  </a:lnTo>
                  <a:lnTo>
                    <a:pt x="7860099" y="4843488"/>
                  </a:lnTo>
                  <a:lnTo>
                    <a:pt x="7798329" y="4897631"/>
                  </a:lnTo>
                  <a:lnTo>
                    <a:pt x="7731394" y="4947047"/>
                  </a:lnTo>
                  <a:lnTo>
                    <a:pt x="7658994" y="4992206"/>
                  </a:lnTo>
                  <a:lnTo>
                    <a:pt x="7581062" y="5033478"/>
                  </a:lnTo>
                  <a:lnTo>
                    <a:pt x="7497859" y="5071132"/>
                  </a:lnTo>
                  <a:lnTo>
                    <a:pt x="7410081" y="5105329"/>
                  </a:lnTo>
                  <a:lnTo>
                    <a:pt x="7318954" y="5136136"/>
                  </a:lnTo>
                  <a:lnTo>
                    <a:pt x="7226299" y="5163541"/>
                  </a:lnTo>
                  <a:lnTo>
                    <a:pt x="7134522" y="5187483"/>
                  </a:lnTo>
                  <a:lnTo>
                    <a:pt x="7046495" y="5207893"/>
                  </a:lnTo>
                  <a:lnTo>
                    <a:pt x="6965310" y="5224739"/>
                  </a:lnTo>
                  <a:lnTo>
                    <a:pt x="6893915" y="5238079"/>
                  </a:lnTo>
                  <a:lnTo>
                    <a:pt x="6834691" y="5248098"/>
                  </a:lnTo>
                  <a:lnTo>
                    <a:pt x="6789053" y="5255118"/>
                  </a:lnTo>
                  <a:lnTo>
                    <a:pt x="6757176" y="5259593"/>
                  </a:lnTo>
                  <a:lnTo>
                    <a:pt x="6737905" y="5262069"/>
                  </a:lnTo>
                  <a:lnTo>
                    <a:pt x="6728824" y="5263141"/>
                  </a:lnTo>
                  <a:lnTo>
                    <a:pt x="6726343" y="5263410"/>
                  </a:lnTo>
                  <a:lnTo>
                    <a:pt x="5254955" y="5263410"/>
                  </a:lnTo>
                  <a:lnTo>
                    <a:pt x="5253730" y="5263385"/>
                  </a:lnTo>
                  <a:lnTo>
                    <a:pt x="5245687" y="5263207"/>
                  </a:lnTo>
                  <a:lnTo>
                    <a:pt x="5225460" y="5262715"/>
                  </a:lnTo>
                  <a:lnTo>
                    <a:pt x="5189412" y="5261747"/>
                  </a:lnTo>
                  <a:lnTo>
                    <a:pt x="5135913" y="5260154"/>
                  </a:lnTo>
                  <a:lnTo>
                    <a:pt x="5065462" y="5257818"/>
                  </a:lnTo>
                  <a:lnTo>
                    <a:pt x="4980471" y="5254659"/>
                  </a:lnTo>
                  <a:lnTo>
                    <a:pt x="4884704" y="5250643"/>
                  </a:lnTo>
                  <a:lnTo>
                    <a:pt x="4782530" y="5245767"/>
                  </a:lnTo>
                  <a:lnTo>
                    <a:pt x="4678198" y="5240047"/>
                  </a:lnTo>
                  <a:lnTo>
                    <a:pt x="4575313" y="5233500"/>
                  </a:lnTo>
                  <a:lnTo>
                    <a:pt x="4476569" y="5226133"/>
                  </a:lnTo>
                  <a:lnTo>
                    <a:pt x="4383705" y="5217926"/>
                  </a:lnTo>
                  <a:lnTo>
                    <a:pt x="4297622" y="5208830"/>
                  </a:lnTo>
                  <a:lnTo>
                    <a:pt x="4218556" y="5198766"/>
                  </a:lnTo>
                  <a:lnTo>
                    <a:pt x="4146269" y="5187621"/>
                  </a:lnTo>
                  <a:lnTo>
                    <a:pt x="4080210" y="5175255"/>
                  </a:lnTo>
                  <a:lnTo>
                    <a:pt x="4019646" y="5161503"/>
                  </a:lnTo>
                  <a:lnTo>
                    <a:pt x="3963752" y="5146187"/>
                  </a:lnTo>
                  <a:lnTo>
                    <a:pt x="3911685" y="5129136"/>
                  </a:lnTo>
                  <a:lnTo>
                    <a:pt x="3862634" y="5110211"/>
                  </a:lnTo>
                  <a:lnTo>
                    <a:pt x="3829811" y="5095864"/>
                  </a:lnTo>
                  <a:lnTo>
                    <a:pt x="3779031" y="5070927"/>
                  </a:lnTo>
                  <a:lnTo>
                    <a:pt x="3729821" y="5043518"/>
                  </a:lnTo>
                  <a:lnTo>
                    <a:pt x="3681604" y="5013598"/>
                  </a:lnTo>
                  <a:lnTo>
                    <a:pt x="3633953" y="4981207"/>
                  </a:lnTo>
                  <a:lnTo>
                    <a:pt x="3586567" y="4946477"/>
                  </a:lnTo>
                  <a:lnTo>
                    <a:pt x="3539244" y="4909632"/>
                  </a:lnTo>
                  <a:lnTo>
                    <a:pt x="3491871" y="4870990"/>
                  </a:lnTo>
                  <a:lnTo>
                    <a:pt x="3444405" y="4830959"/>
                  </a:lnTo>
                  <a:lnTo>
                    <a:pt x="3396854" y="4790015"/>
                  </a:lnTo>
                  <a:lnTo>
                    <a:pt x="3349262" y="4748685"/>
                  </a:lnTo>
                  <a:lnTo>
                    <a:pt x="3301688" y="4707515"/>
                  </a:lnTo>
                  <a:lnTo>
                    <a:pt x="3254183" y="4667043"/>
                  </a:lnTo>
                  <a:lnTo>
                    <a:pt x="3206773" y="4627770"/>
                  </a:lnTo>
                  <a:lnTo>
                    <a:pt x="3159439" y="4590135"/>
                  </a:lnTo>
                  <a:lnTo>
                    <a:pt x="3112098" y="4554493"/>
                  </a:lnTo>
                  <a:lnTo>
                    <a:pt x="3064587" y="4521109"/>
                  </a:lnTo>
                  <a:lnTo>
                    <a:pt x="3016650" y="4490152"/>
                  </a:lnTo>
                  <a:lnTo>
                    <a:pt x="2967914" y="4461700"/>
                  </a:lnTo>
                  <a:lnTo>
                    <a:pt x="2917867" y="4435745"/>
                  </a:lnTo>
                  <a:lnTo>
                    <a:pt x="2896531" y="4425678"/>
                  </a:lnTo>
                  <a:lnTo>
                    <a:pt x="2849149" y="4405405"/>
                  </a:lnTo>
                  <a:lnTo>
                    <a:pt x="2799267" y="4387058"/>
                  </a:lnTo>
                  <a:lnTo>
                    <a:pt x="2746131" y="4370548"/>
                  </a:lnTo>
                  <a:lnTo>
                    <a:pt x="2688915" y="4355724"/>
                  </a:lnTo>
                  <a:lnTo>
                    <a:pt x="2626773" y="4342409"/>
                  </a:lnTo>
                  <a:lnTo>
                    <a:pt x="2558903" y="4330429"/>
                  </a:lnTo>
                  <a:lnTo>
                    <a:pt x="2484612" y="4319624"/>
                  </a:lnTo>
                  <a:lnTo>
                    <a:pt x="2403431" y="4309864"/>
                  </a:lnTo>
                  <a:lnTo>
                    <a:pt x="2315246" y="4301044"/>
                  </a:lnTo>
                  <a:lnTo>
                    <a:pt x="2220474" y="4293094"/>
                  </a:lnTo>
                  <a:lnTo>
                    <a:pt x="2120252" y="4285976"/>
                  </a:lnTo>
                  <a:lnTo>
                    <a:pt x="2016601" y="4279678"/>
                  </a:lnTo>
                  <a:lnTo>
                    <a:pt x="1912504" y="4274211"/>
                  </a:lnTo>
                  <a:lnTo>
                    <a:pt x="1811801" y="4269593"/>
                  </a:lnTo>
                  <a:lnTo>
                    <a:pt x="1718844" y="4265838"/>
                  </a:lnTo>
                  <a:lnTo>
                    <a:pt x="1637901" y="4262934"/>
                  </a:lnTo>
                  <a:lnTo>
                    <a:pt x="1572401" y="4260832"/>
                  </a:lnTo>
                  <a:lnTo>
                    <a:pt x="1524223" y="4259443"/>
                  </a:lnTo>
                  <a:lnTo>
                    <a:pt x="1493227" y="4258635"/>
                  </a:lnTo>
                  <a:lnTo>
                    <a:pt x="1477152" y="4258255"/>
                  </a:lnTo>
                  <a:lnTo>
                    <a:pt x="1471810" y="4258140"/>
                  </a:lnTo>
                  <a:lnTo>
                    <a:pt x="1471387" y="4258132"/>
                  </a:lnTo>
                  <a:lnTo>
                    <a:pt x="0" y="4258132"/>
                  </a:lnTo>
                  <a:close/>
                </a:path>
              </a:pathLst>
            </a:custGeom>
            <a:solidFill>
              <a:srgbClr val="67C1B3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227" name="pl1227"/>
            <p:cNvSpPr/>
            <p:nvPr/>
          </p:nvSpPr>
          <p:spPr>
            <a:xfrm>
              <a:off x="4799595" y="4325930"/>
              <a:ext cx="11981298" cy="5263410"/>
            </a:xfrm>
            <a:custGeom>
              <a:avLst/>
              <a:pathLst>
                <a:path w="11981298" h="5263410">
                  <a:moveTo>
                    <a:pt x="0" y="4258132"/>
                  </a:moveTo>
                  <a:lnTo>
                    <a:pt x="1471387" y="4258132"/>
                  </a:lnTo>
                  <a:lnTo>
                    <a:pt x="1472612" y="4258157"/>
                  </a:lnTo>
                  <a:lnTo>
                    <a:pt x="1480655" y="4258335"/>
                  </a:lnTo>
                  <a:lnTo>
                    <a:pt x="1500882" y="4258827"/>
                  </a:lnTo>
                  <a:lnTo>
                    <a:pt x="1536930" y="4259795"/>
                  </a:lnTo>
                  <a:lnTo>
                    <a:pt x="1590429" y="4261388"/>
                  </a:lnTo>
                  <a:lnTo>
                    <a:pt x="1660880" y="4263724"/>
                  </a:lnTo>
                  <a:lnTo>
                    <a:pt x="1745871" y="4266883"/>
                  </a:lnTo>
                  <a:lnTo>
                    <a:pt x="1841638" y="4270899"/>
                  </a:lnTo>
                  <a:lnTo>
                    <a:pt x="1943812" y="4275775"/>
                  </a:lnTo>
                  <a:lnTo>
                    <a:pt x="2048144" y="4281495"/>
                  </a:lnTo>
                  <a:lnTo>
                    <a:pt x="2151029" y="4288042"/>
                  </a:lnTo>
                  <a:lnTo>
                    <a:pt x="2249773" y="4295409"/>
                  </a:lnTo>
                  <a:lnTo>
                    <a:pt x="2342637" y="4303616"/>
                  </a:lnTo>
                  <a:lnTo>
                    <a:pt x="2428720" y="4312712"/>
                  </a:lnTo>
                  <a:lnTo>
                    <a:pt x="2507786" y="4322776"/>
                  </a:lnTo>
                  <a:lnTo>
                    <a:pt x="2580074" y="4333921"/>
                  </a:lnTo>
                  <a:lnTo>
                    <a:pt x="2646132" y="4346287"/>
                  </a:lnTo>
                  <a:lnTo>
                    <a:pt x="2706696" y="4360039"/>
                  </a:lnTo>
                  <a:lnTo>
                    <a:pt x="2762590" y="4375355"/>
                  </a:lnTo>
                  <a:lnTo>
                    <a:pt x="2814657" y="4392406"/>
                  </a:lnTo>
                  <a:lnTo>
                    <a:pt x="2863708" y="4411331"/>
                  </a:lnTo>
                  <a:lnTo>
                    <a:pt x="2896531" y="4425678"/>
                  </a:lnTo>
                  <a:lnTo>
                    <a:pt x="2947312" y="4450615"/>
                  </a:lnTo>
                  <a:lnTo>
                    <a:pt x="2996522" y="4478024"/>
                  </a:lnTo>
                  <a:lnTo>
                    <a:pt x="3044739" y="4507944"/>
                  </a:lnTo>
                  <a:lnTo>
                    <a:pt x="3092389" y="4540335"/>
                  </a:lnTo>
                  <a:lnTo>
                    <a:pt x="3139775" y="4575065"/>
                  </a:lnTo>
                  <a:lnTo>
                    <a:pt x="3187098" y="4611910"/>
                  </a:lnTo>
                  <a:lnTo>
                    <a:pt x="3234471" y="4650552"/>
                  </a:lnTo>
                  <a:lnTo>
                    <a:pt x="3281937" y="4690583"/>
                  </a:lnTo>
                  <a:lnTo>
                    <a:pt x="3329488" y="4731527"/>
                  </a:lnTo>
                  <a:lnTo>
                    <a:pt x="3377080" y="4772857"/>
                  </a:lnTo>
                  <a:lnTo>
                    <a:pt x="3424654" y="4814027"/>
                  </a:lnTo>
                  <a:lnTo>
                    <a:pt x="3472160" y="4854499"/>
                  </a:lnTo>
                  <a:lnTo>
                    <a:pt x="3519569" y="4893772"/>
                  </a:lnTo>
                  <a:lnTo>
                    <a:pt x="3566903" y="4931407"/>
                  </a:lnTo>
                  <a:lnTo>
                    <a:pt x="3614244" y="4967049"/>
                  </a:lnTo>
                  <a:lnTo>
                    <a:pt x="3661755" y="5000433"/>
                  </a:lnTo>
                  <a:lnTo>
                    <a:pt x="3709692" y="5031390"/>
                  </a:lnTo>
                  <a:lnTo>
                    <a:pt x="3758429" y="5059842"/>
                  </a:lnTo>
                  <a:lnTo>
                    <a:pt x="3808475" y="5085797"/>
                  </a:lnTo>
                  <a:lnTo>
                    <a:pt x="3829811" y="5095864"/>
                  </a:lnTo>
                  <a:lnTo>
                    <a:pt x="3877193" y="5116137"/>
                  </a:lnTo>
                  <a:lnTo>
                    <a:pt x="3927075" y="5134484"/>
                  </a:lnTo>
                  <a:lnTo>
                    <a:pt x="3980211" y="5150994"/>
                  </a:lnTo>
                  <a:lnTo>
                    <a:pt x="4037427" y="5165818"/>
                  </a:lnTo>
                  <a:lnTo>
                    <a:pt x="4099569" y="5179133"/>
                  </a:lnTo>
                  <a:lnTo>
                    <a:pt x="4167440" y="5191113"/>
                  </a:lnTo>
                  <a:lnTo>
                    <a:pt x="4241730" y="5201918"/>
                  </a:lnTo>
                  <a:lnTo>
                    <a:pt x="4322911" y="5211679"/>
                  </a:lnTo>
                  <a:lnTo>
                    <a:pt x="4411096" y="5220498"/>
                  </a:lnTo>
                  <a:lnTo>
                    <a:pt x="4505868" y="5228448"/>
                  </a:lnTo>
                  <a:lnTo>
                    <a:pt x="4606090" y="5235566"/>
                  </a:lnTo>
                  <a:lnTo>
                    <a:pt x="4709741" y="5241864"/>
                  </a:lnTo>
                  <a:lnTo>
                    <a:pt x="4813838" y="5247331"/>
                  </a:lnTo>
                  <a:lnTo>
                    <a:pt x="4914541" y="5251949"/>
                  </a:lnTo>
                  <a:lnTo>
                    <a:pt x="5007498" y="5255704"/>
                  </a:lnTo>
                  <a:lnTo>
                    <a:pt x="5088441" y="5258608"/>
                  </a:lnTo>
                  <a:lnTo>
                    <a:pt x="5153941" y="5260710"/>
                  </a:lnTo>
                  <a:lnTo>
                    <a:pt x="5202119" y="5262099"/>
                  </a:lnTo>
                  <a:lnTo>
                    <a:pt x="5233115" y="5262907"/>
                  </a:lnTo>
                  <a:lnTo>
                    <a:pt x="5249190" y="5263287"/>
                  </a:lnTo>
                  <a:lnTo>
                    <a:pt x="5254532" y="5263402"/>
                  </a:lnTo>
                  <a:lnTo>
                    <a:pt x="5254955" y="5263410"/>
                  </a:lnTo>
                  <a:lnTo>
                    <a:pt x="6726343" y="5263410"/>
                  </a:lnTo>
                  <a:lnTo>
                    <a:pt x="6727206" y="5263319"/>
                  </a:lnTo>
                  <a:lnTo>
                    <a:pt x="6732917" y="5262669"/>
                  </a:lnTo>
                  <a:lnTo>
                    <a:pt x="6747424" y="5260873"/>
                  </a:lnTo>
                  <a:lnTo>
                    <a:pt x="6773640" y="5257332"/>
                  </a:lnTo>
                  <a:lnTo>
                    <a:pt x="6813281" y="5251472"/>
                  </a:lnTo>
                  <a:lnTo>
                    <a:pt x="6866745" y="5242796"/>
                  </a:lnTo>
                  <a:lnTo>
                    <a:pt x="6933128" y="5230921"/>
                  </a:lnTo>
                  <a:lnTo>
                    <a:pt x="7010425" y="5215602"/>
                  </a:lnTo>
                  <a:lnTo>
                    <a:pt x="7095879" y="5196732"/>
                  </a:lnTo>
                  <a:lnTo>
                    <a:pt x="7186409" y="5174307"/>
                  </a:lnTo>
                  <a:lnTo>
                    <a:pt x="7279011" y="5148388"/>
                  </a:lnTo>
                  <a:lnTo>
                    <a:pt x="7371057" y="5119044"/>
                  </a:lnTo>
                  <a:lnTo>
                    <a:pt x="7460465" y="5086314"/>
                  </a:lnTo>
                  <a:lnTo>
                    <a:pt x="7545758" y="5050167"/>
                  </a:lnTo>
                  <a:lnTo>
                    <a:pt x="7626020" y="5010483"/>
                  </a:lnTo>
                  <a:lnTo>
                    <a:pt x="7700817" y="4967041"/>
                  </a:lnTo>
                  <a:lnTo>
                    <a:pt x="7770086" y="4919515"/>
                  </a:lnTo>
                  <a:lnTo>
                    <a:pt x="7834038" y="4867477"/>
                  </a:lnTo>
                  <a:lnTo>
                    <a:pt x="7893067" y="4810405"/>
                  </a:lnTo>
                  <a:lnTo>
                    <a:pt x="7947683" y="4747700"/>
                  </a:lnTo>
                  <a:lnTo>
                    <a:pt x="7998457" y="4678718"/>
                  </a:lnTo>
                  <a:lnTo>
                    <a:pt x="8045981" y="4602806"/>
                  </a:lnTo>
                  <a:lnTo>
                    <a:pt x="8090838" y="4519387"/>
                  </a:lnTo>
                  <a:lnTo>
                    <a:pt x="8133571" y="4428069"/>
                  </a:lnTo>
                  <a:lnTo>
                    <a:pt x="8151487" y="4386175"/>
                  </a:lnTo>
                  <a:lnTo>
                    <a:pt x="8180286" y="4314296"/>
                  </a:lnTo>
                  <a:lnTo>
                    <a:pt x="8208494" y="4238380"/>
                  </a:lnTo>
                  <a:lnTo>
                    <a:pt x="8236234" y="4158346"/>
                  </a:lnTo>
                  <a:lnTo>
                    <a:pt x="8263612" y="4074151"/>
                  </a:lnTo>
                  <a:lnTo>
                    <a:pt x="8290715" y="3985793"/>
                  </a:lnTo>
                  <a:lnTo>
                    <a:pt x="8317620" y="3893310"/>
                  </a:lnTo>
                  <a:lnTo>
                    <a:pt x="8344387" y="3796788"/>
                  </a:lnTo>
                  <a:lnTo>
                    <a:pt x="8371068" y="3696362"/>
                  </a:lnTo>
                  <a:lnTo>
                    <a:pt x="8397703" y="3592217"/>
                  </a:lnTo>
                  <a:lnTo>
                    <a:pt x="8424321" y="3484587"/>
                  </a:lnTo>
                  <a:lnTo>
                    <a:pt x="8450947" y="3373758"/>
                  </a:lnTo>
                  <a:lnTo>
                    <a:pt x="8477593" y="3260060"/>
                  </a:lnTo>
                  <a:lnTo>
                    <a:pt x="8504269" y="3143873"/>
                  </a:lnTo>
                  <a:lnTo>
                    <a:pt x="8530976" y="3025613"/>
                  </a:lnTo>
                  <a:lnTo>
                    <a:pt x="8557711" y="2905732"/>
                  </a:lnTo>
                  <a:lnTo>
                    <a:pt x="8584468" y="2784710"/>
                  </a:lnTo>
                  <a:lnTo>
                    <a:pt x="8611239" y="2663045"/>
                  </a:lnTo>
                  <a:lnTo>
                    <a:pt x="8638012" y="2541249"/>
                  </a:lnTo>
                  <a:lnTo>
                    <a:pt x="8664778" y="2419833"/>
                  </a:lnTo>
                  <a:lnTo>
                    <a:pt x="8691525" y="2299304"/>
                  </a:lnTo>
                  <a:lnTo>
                    <a:pt x="8718247" y="2180151"/>
                  </a:lnTo>
                  <a:lnTo>
                    <a:pt x="8744939" y="2062843"/>
                  </a:lnTo>
                  <a:lnTo>
                    <a:pt x="8771600" y="1947815"/>
                  </a:lnTo>
                  <a:lnTo>
                    <a:pt x="8798235" y="1835465"/>
                  </a:lnTo>
                  <a:lnTo>
                    <a:pt x="8824855" y="1726150"/>
                  </a:lnTo>
                  <a:lnTo>
                    <a:pt x="8851478" y="1620180"/>
                  </a:lnTo>
                  <a:lnTo>
                    <a:pt x="8878130" y="1517814"/>
                  </a:lnTo>
                  <a:lnTo>
                    <a:pt x="8904848" y="1419264"/>
                  </a:lnTo>
                  <a:lnTo>
                    <a:pt x="8931675" y="1324689"/>
                  </a:lnTo>
                  <a:lnTo>
                    <a:pt x="8958667" y="1234201"/>
                  </a:lnTo>
                  <a:lnTo>
                    <a:pt x="8985894" y="1147862"/>
                  </a:lnTo>
                  <a:lnTo>
                    <a:pt x="9013435" y="1065690"/>
                  </a:lnTo>
                  <a:lnTo>
                    <a:pt x="9041388" y="987663"/>
                  </a:lnTo>
                  <a:lnTo>
                    <a:pt x="9069867" y="913719"/>
                  </a:lnTo>
                  <a:lnTo>
                    <a:pt x="9084767" y="877235"/>
                  </a:lnTo>
                  <a:lnTo>
                    <a:pt x="9126735" y="782466"/>
                  </a:lnTo>
                  <a:lnTo>
                    <a:pt x="9170612" y="695668"/>
                  </a:lnTo>
                  <a:lnTo>
                    <a:pt x="9216914" y="616579"/>
                  </a:lnTo>
                  <a:lnTo>
                    <a:pt x="9266212" y="544683"/>
                  </a:lnTo>
                  <a:lnTo>
                    <a:pt x="9319098" y="479349"/>
                  </a:lnTo>
                  <a:lnTo>
                    <a:pt x="9376154" y="419922"/>
                  </a:lnTo>
                  <a:lnTo>
                    <a:pt x="9437925" y="365779"/>
                  </a:lnTo>
                  <a:lnTo>
                    <a:pt x="9504860" y="316363"/>
                  </a:lnTo>
                  <a:lnTo>
                    <a:pt x="9577259" y="271204"/>
                  </a:lnTo>
                  <a:lnTo>
                    <a:pt x="9655191" y="229931"/>
                  </a:lnTo>
                  <a:lnTo>
                    <a:pt x="9738394" y="192278"/>
                  </a:lnTo>
                  <a:lnTo>
                    <a:pt x="9826172" y="158081"/>
                  </a:lnTo>
                  <a:lnTo>
                    <a:pt x="9917299" y="127274"/>
                  </a:lnTo>
                  <a:lnTo>
                    <a:pt x="10009954" y="99869"/>
                  </a:lnTo>
                  <a:lnTo>
                    <a:pt x="10101731" y="75926"/>
                  </a:lnTo>
                  <a:lnTo>
                    <a:pt x="10189758" y="55517"/>
                  </a:lnTo>
                  <a:lnTo>
                    <a:pt x="10270944" y="38671"/>
                  </a:lnTo>
                  <a:lnTo>
                    <a:pt x="10342338" y="25331"/>
                  </a:lnTo>
                  <a:lnTo>
                    <a:pt x="10401562" y="15312"/>
                  </a:lnTo>
                  <a:lnTo>
                    <a:pt x="10447200" y="8292"/>
                  </a:lnTo>
                  <a:lnTo>
                    <a:pt x="10479077" y="3817"/>
                  </a:lnTo>
                  <a:lnTo>
                    <a:pt x="10498348" y="1341"/>
                  </a:lnTo>
                  <a:lnTo>
                    <a:pt x="10507430" y="269"/>
                  </a:lnTo>
                  <a:lnTo>
                    <a:pt x="10509839" y="7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28" name="pl1228"/>
            <p:cNvSpPr/>
            <p:nvPr/>
          </p:nvSpPr>
          <p:spPr>
            <a:xfrm>
              <a:off x="4799595" y="4317757"/>
              <a:ext cx="11981298" cy="5263410"/>
            </a:xfrm>
            <a:custGeom>
              <a:avLst/>
              <a:pathLst>
                <a:path w="11981298" h="5263410">
                  <a:moveTo>
                    <a:pt x="11981298" y="0"/>
                  </a:moveTo>
                  <a:lnTo>
                    <a:pt x="10509911" y="0"/>
                  </a:lnTo>
                  <a:lnTo>
                    <a:pt x="10509047" y="91"/>
                  </a:lnTo>
                  <a:lnTo>
                    <a:pt x="10503336" y="741"/>
                  </a:lnTo>
                  <a:lnTo>
                    <a:pt x="10488829" y="2537"/>
                  </a:lnTo>
                  <a:lnTo>
                    <a:pt x="10462614" y="6078"/>
                  </a:lnTo>
                  <a:lnTo>
                    <a:pt x="10422973" y="11937"/>
                  </a:lnTo>
                  <a:lnTo>
                    <a:pt x="10369509" y="20614"/>
                  </a:lnTo>
                  <a:lnTo>
                    <a:pt x="10303125" y="32489"/>
                  </a:lnTo>
                  <a:lnTo>
                    <a:pt x="10225829" y="47808"/>
                  </a:lnTo>
                  <a:lnTo>
                    <a:pt x="10140375" y="66678"/>
                  </a:lnTo>
                  <a:lnTo>
                    <a:pt x="10049844" y="89103"/>
                  </a:lnTo>
                  <a:lnTo>
                    <a:pt x="9957242" y="115022"/>
                  </a:lnTo>
                  <a:lnTo>
                    <a:pt x="9865197" y="144366"/>
                  </a:lnTo>
                  <a:lnTo>
                    <a:pt x="9775788" y="177096"/>
                  </a:lnTo>
                  <a:lnTo>
                    <a:pt x="9690496" y="213243"/>
                  </a:lnTo>
                  <a:lnTo>
                    <a:pt x="9610233" y="252927"/>
                  </a:lnTo>
                  <a:lnTo>
                    <a:pt x="9535436" y="296369"/>
                  </a:lnTo>
                  <a:lnTo>
                    <a:pt x="9466167" y="343894"/>
                  </a:lnTo>
                  <a:lnTo>
                    <a:pt x="9402215" y="395933"/>
                  </a:lnTo>
                  <a:lnTo>
                    <a:pt x="9343186" y="453005"/>
                  </a:lnTo>
                  <a:lnTo>
                    <a:pt x="9288570" y="515710"/>
                  </a:lnTo>
                  <a:lnTo>
                    <a:pt x="9237796" y="584692"/>
                  </a:lnTo>
                  <a:lnTo>
                    <a:pt x="9190272" y="660604"/>
                  </a:lnTo>
                  <a:lnTo>
                    <a:pt x="9145415" y="744022"/>
                  </a:lnTo>
                  <a:lnTo>
                    <a:pt x="9102682" y="835341"/>
                  </a:lnTo>
                  <a:lnTo>
                    <a:pt x="9084767" y="877235"/>
                  </a:lnTo>
                  <a:lnTo>
                    <a:pt x="9055967" y="949114"/>
                  </a:lnTo>
                  <a:lnTo>
                    <a:pt x="9027759" y="1025030"/>
                  </a:lnTo>
                  <a:lnTo>
                    <a:pt x="9000019" y="1105064"/>
                  </a:lnTo>
                  <a:lnTo>
                    <a:pt x="8972641" y="1189259"/>
                  </a:lnTo>
                  <a:lnTo>
                    <a:pt x="8945538" y="1277617"/>
                  </a:lnTo>
                  <a:lnTo>
                    <a:pt x="8918633" y="1370100"/>
                  </a:lnTo>
                  <a:lnTo>
                    <a:pt x="8891866" y="1466622"/>
                  </a:lnTo>
                  <a:lnTo>
                    <a:pt x="8865185" y="1567048"/>
                  </a:lnTo>
                  <a:lnTo>
                    <a:pt x="8838551" y="1671193"/>
                  </a:lnTo>
                  <a:lnTo>
                    <a:pt x="8811932" y="1778822"/>
                  </a:lnTo>
                  <a:lnTo>
                    <a:pt x="8785306" y="1889652"/>
                  </a:lnTo>
                  <a:lnTo>
                    <a:pt x="8758660" y="2003350"/>
                  </a:lnTo>
                  <a:lnTo>
                    <a:pt x="8731984" y="2119537"/>
                  </a:lnTo>
                  <a:lnTo>
                    <a:pt x="8705277" y="2237797"/>
                  </a:lnTo>
                  <a:lnTo>
                    <a:pt x="8678542" y="2357678"/>
                  </a:lnTo>
                  <a:lnTo>
                    <a:pt x="8651785" y="2478700"/>
                  </a:lnTo>
                  <a:lnTo>
                    <a:pt x="8625014" y="2600365"/>
                  </a:lnTo>
                  <a:lnTo>
                    <a:pt x="8598241" y="2722161"/>
                  </a:lnTo>
                  <a:lnTo>
                    <a:pt x="8571476" y="2843577"/>
                  </a:lnTo>
                  <a:lnTo>
                    <a:pt x="8544728" y="2964106"/>
                  </a:lnTo>
                  <a:lnTo>
                    <a:pt x="8518006" y="3083259"/>
                  </a:lnTo>
                  <a:lnTo>
                    <a:pt x="8491314" y="3200567"/>
                  </a:lnTo>
                  <a:lnTo>
                    <a:pt x="8464653" y="3315595"/>
                  </a:lnTo>
                  <a:lnTo>
                    <a:pt x="8438018" y="3427945"/>
                  </a:lnTo>
                  <a:lnTo>
                    <a:pt x="8411398" y="3537260"/>
                  </a:lnTo>
                  <a:lnTo>
                    <a:pt x="8384775" y="3643230"/>
                  </a:lnTo>
                  <a:lnTo>
                    <a:pt x="8358123" y="3745596"/>
                  </a:lnTo>
                  <a:lnTo>
                    <a:pt x="8331406" y="3844146"/>
                  </a:lnTo>
                  <a:lnTo>
                    <a:pt x="8304579" y="3938720"/>
                  </a:lnTo>
                  <a:lnTo>
                    <a:pt x="8277586" y="4029209"/>
                  </a:lnTo>
                  <a:lnTo>
                    <a:pt x="8250360" y="4115548"/>
                  </a:lnTo>
                  <a:lnTo>
                    <a:pt x="8222818" y="4197720"/>
                  </a:lnTo>
                  <a:lnTo>
                    <a:pt x="8194865" y="4275747"/>
                  </a:lnTo>
                  <a:lnTo>
                    <a:pt x="8166386" y="4349691"/>
                  </a:lnTo>
                  <a:lnTo>
                    <a:pt x="8151487" y="4386175"/>
                  </a:lnTo>
                  <a:lnTo>
                    <a:pt x="8109518" y="4480944"/>
                  </a:lnTo>
                  <a:lnTo>
                    <a:pt x="8065642" y="4567742"/>
                  </a:lnTo>
                  <a:lnTo>
                    <a:pt x="8019339" y="4646831"/>
                  </a:lnTo>
                  <a:lnTo>
                    <a:pt x="7970041" y="4718727"/>
                  </a:lnTo>
                  <a:lnTo>
                    <a:pt x="7917156" y="4784061"/>
                  </a:lnTo>
                  <a:lnTo>
                    <a:pt x="7860099" y="4843488"/>
                  </a:lnTo>
                  <a:lnTo>
                    <a:pt x="7798329" y="4897631"/>
                  </a:lnTo>
                  <a:lnTo>
                    <a:pt x="7731394" y="4947047"/>
                  </a:lnTo>
                  <a:lnTo>
                    <a:pt x="7658994" y="4992206"/>
                  </a:lnTo>
                  <a:lnTo>
                    <a:pt x="7581062" y="5033478"/>
                  </a:lnTo>
                  <a:lnTo>
                    <a:pt x="7497859" y="5071132"/>
                  </a:lnTo>
                  <a:lnTo>
                    <a:pt x="7410081" y="5105329"/>
                  </a:lnTo>
                  <a:lnTo>
                    <a:pt x="7318954" y="5136136"/>
                  </a:lnTo>
                  <a:lnTo>
                    <a:pt x="7226299" y="5163541"/>
                  </a:lnTo>
                  <a:lnTo>
                    <a:pt x="7134522" y="5187483"/>
                  </a:lnTo>
                  <a:lnTo>
                    <a:pt x="7046495" y="5207893"/>
                  </a:lnTo>
                  <a:lnTo>
                    <a:pt x="6965310" y="5224739"/>
                  </a:lnTo>
                  <a:lnTo>
                    <a:pt x="6893915" y="5238079"/>
                  </a:lnTo>
                  <a:lnTo>
                    <a:pt x="6834691" y="5248098"/>
                  </a:lnTo>
                  <a:lnTo>
                    <a:pt x="6789053" y="5255118"/>
                  </a:lnTo>
                  <a:lnTo>
                    <a:pt x="6757176" y="5259593"/>
                  </a:lnTo>
                  <a:lnTo>
                    <a:pt x="6737905" y="5262069"/>
                  </a:lnTo>
                  <a:lnTo>
                    <a:pt x="6728824" y="5263141"/>
                  </a:lnTo>
                  <a:lnTo>
                    <a:pt x="6726414" y="5263403"/>
                  </a:lnTo>
                  <a:lnTo>
                    <a:pt x="6726343" y="5263410"/>
                  </a:lnTo>
                  <a:lnTo>
                    <a:pt x="5254955" y="5263410"/>
                  </a:lnTo>
                  <a:lnTo>
                    <a:pt x="5253730" y="5263385"/>
                  </a:lnTo>
                  <a:lnTo>
                    <a:pt x="5245687" y="5263207"/>
                  </a:lnTo>
                  <a:lnTo>
                    <a:pt x="5225460" y="5262715"/>
                  </a:lnTo>
                  <a:lnTo>
                    <a:pt x="5189412" y="5261747"/>
                  </a:lnTo>
                  <a:lnTo>
                    <a:pt x="5135913" y="5260154"/>
                  </a:lnTo>
                  <a:lnTo>
                    <a:pt x="5065462" y="5257818"/>
                  </a:lnTo>
                  <a:lnTo>
                    <a:pt x="4980471" y="5254659"/>
                  </a:lnTo>
                  <a:lnTo>
                    <a:pt x="4884704" y="5250643"/>
                  </a:lnTo>
                  <a:lnTo>
                    <a:pt x="4782530" y="5245767"/>
                  </a:lnTo>
                  <a:lnTo>
                    <a:pt x="4678198" y="5240047"/>
                  </a:lnTo>
                  <a:lnTo>
                    <a:pt x="4575313" y="5233500"/>
                  </a:lnTo>
                  <a:lnTo>
                    <a:pt x="4476569" y="5226133"/>
                  </a:lnTo>
                  <a:lnTo>
                    <a:pt x="4383705" y="5217926"/>
                  </a:lnTo>
                  <a:lnTo>
                    <a:pt x="4297622" y="5208830"/>
                  </a:lnTo>
                  <a:lnTo>
                    <a:pt x="4218556" y="5198766"/>
                  </a:lnTo>
                  <a:lnTo>
                    <a:pt x="4146269" y="5187621"/>
                  </a:lnTo>
                  <a:lnTo>
                    <a:pt x="4080210" y="5175255"/>
                  </a:lnTo>
                  <a:lnTo>
                    <a:pt x="4019646" y="5161503"/>
                  </a:lnTo>
                  <a:lnTo>
                    <a:pt x="3963752" y="5146187"/>
                  </a:lnTo>
                  <a:lnTo>
                    <a:pt x="3911685" y="5129136"/>
                  </a:lnTo>
                  <a:lnTo>
                    <a:pt x="3862634" y="5110211"/>
                  </a:lnTo>
                  <a:lnTo>
                    <a:pt x="3829811" y="5095864"/>
                  </a:lnTo>
                  <a:lnTo>
                    <a:pt x="3779031" y="5070927"/>
                  </a:lnTo>
                  <a:lnTo>
                    <a:pt x="3729821" y="5043518"/>
                  </a:lnTo>
                  <a:lnTo>
                    <a:pt x="3681604" y="5013598"/>
                  </a:lnTo>
                  <a:lnTo>
                    <a:pt x="3633953" y="4981207"/>
                  </a:lnTo>
                  <a:lnTo>
                    <a:pt x="3586567" y="4946477"/>
                  </a:lnTo>
                  <a:lnTo>
                    <a:pt x="3539244" y="4909632"/>
                  </a:lnTo>
                  <a:lnTo>
                    <a:pt x="3491871" y="4870990"/>
                  </a:lnTo>
                  <a:lnTo>
                    <a:pt x="3444405" y="4830959"/>
                  </a:lnTo>
                  <a:lnTo>
                    <a:pt x="3396854" y="4790015"/>
                  </a:lnTo>
                  <a:lnTo>
                    <a:pt x="3349262" y="4748685"/>
                  </a:lnTo>
                  <a:lnTo>
                    <a:pt x="3301688" y="4707515"/>
                  </a:lnTo>
                  <a:lnTo>
                    <a:pt x="3254183" y="4667043"/>
                  </a:lnTo>
                  <a:lnTo>
                    <a:pt x="3206773" y="4627770"/>
                  </a:lnTo>
                  <a:lnTo>
                    <a:pt x="3159439" y="4590135"/>
                  </a:lnTo>
                  <a:lnTo>
                    <a:pt x="3112098" y="4554493"/>
                  </a:lnTo>
                  <a:lnTo>
                    <a:pt x="3064587" y="4521109"/>
                  </a:lnTo>
                  <a:lnTo>
                    <a:pt x="3016650" y="4490152"/>
                  </a:lnTo>
                  <a:lnTo>
                    <a:pt x="2967914" y="4461700"/>
                  </a:lnTo>
                  <a:lnTo>
                    <a:pt x="2917867" y="4435745"/>
                  </a:lnTo>
                  <a:lnTo>
                    <a:pt x="2896531" y="4425678"/>
                  </a:lnTo>
                  <a:lnTo>
                    <a:pt x="2849149" y="4405405"/>
                  </a:lnTo>
                  <a:lnTo>
                    <a:pt x="2799267" y="4387058"/>
                  </a:lnTo>
                  <a:lnTo>
                    <a:pt x="2746131" y="4370548"/>
                  </a:lnTo>
                  <a:lnTo>
                    <a:pt x="2688915" y="4355724"/>
                  </a:lnTo>
                  <a:lnTo>
                    <a:pt x="2626773" y="4342409"/>
                  </a:lnTo>
                  <a:lnTo>
                    <a:pt x="2558903" y="4330429"/>
                  </a:lnTo>
                  <a:lnTo>
                    <a:pt x="2484612" y="4319624"/>
                  </a:lnTo>
                  <a:lnTo>
                    <a:pt x="2403431" y="4309864"/>
                  </a:lnTo>
                  <a:lnTo>
                    <a:pt x="2315246" y="4301044"/>
                  </a:lnTo>
                  <a:lnTo>
                    <a:pt x="2220474" y="4293094"/>
                  </a:lnTo>
                  <a:lnTo>
                    <a:pt x="2120252" y="4285976"/>
                  </a:lnTo>
                  <a:lnTo>
                    <a:pt x="2016601" y="4279678"/>
                  </a:lnTo>
                  <a:lnTo>
                    <a:pt x="1912504" y="4274211"/>
                  </a:lnTo>
                  <a:lnTo>
                    <a:pt x="1811801" y="4269593"/>
                  </a:lnTo>
                  <a:lnTo>
                    <a:pt x="1718844" y="4265838"/>
                  </a:lnTo>
                  <a:lnTo>
                    <a:pt x="1637901" y="4262934"/>
                  </a:lnTo>
                  <a:lnTo>
                    <a:pt x="1572401" y="4260832"/>
                  </a:lnTo>
                  <a:lnTo>
                    <a:pt x="1524223" y="4259443"/>
                  </a:lnTo>
                  <a:lnTo>
                    <a:pt x="1493227" y="4258635"/>
                  </a:lnTo>
                  <a:lnTo>
                    <a:pt x="1477152" y="4258255"/>
                  </a:lnTo>
                  <a:lnTo>
                    <a:pt x="1471810" y="4258140"/>
                  </a:lnTo>
                  <a:lnTo>
                    <a:pt x="1471387" y="4258132"/>
                  </a:lnTo>
                  <a:lnTo>
                    <a:pt x="0" y="425813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29" name="pg1229"/>
            <p:cNvSpPr/>
            <p:nvPr/>
          </p:nvSpPr>
          <p:spPr>
            <a:xfrm>
              <a:off x="4799595" y="4873521"/>
              <a:ext cx="11981298" cy="4764858"/>
            </a:xfrm>
            <a:custGeom>
              <a:avLst/>
              <a:pathLst>
                <a:path w="11981298" h="4764858">
                  <a:moveTo>
                    <a:pt x="0" y="3718714"/>
                  </a:moveTo>
                  <a:lnTo>
                    <a:pt x="1471387" y="3718714"/>
                  </a:lnTo>
                  <a:lnTo>
                    <a:pt x="1472611" y="3718740"/>
                  </a:lnTo>
                  <a:lnTo>
                    <a:pt x="1480647" y="3718925"/>
                  </a:lnTo>
                  <a:lnTo>
                    <a:pt x="1500858" y="3719436"/>
                  </a:lnTo>
                  <a:lnTo>
                    <a:pt x="1536880" y="3720443"/>
                  </a:lnTo>
                  <a:lnTo>
                    <a:pt x="1590341" y="3722099"/>
                  </a:lnTo>
                  <a:lnTo>
                    <a:pt x="1660747" y="3724529"/>
                  </a:lnTo>
                  <a:lnTo>
                    <a:pt x="1745691" y="3727813"/>
                  </a:lnTo>
                  <a:lnTo>
                    <a:pt x="1841412" y="3731989"/>
                  </a:lnTo>
                  <a:lnTo>
                    <a:pt x="1943548" y="3737060"/>
                  </a:lnTo>
                  <a:lnTo>
                    <a:pt x="2047850" y="3743009"/>
                  </a:lnTo>
                  <a:lnTo>
                    <a:pt x="2150714" y="3749817"/>
                  </a:lnTo>
                  <a:lnTo>
                    <a:pt x="2249447" y="3757479"/>
                  </a:lnTo>
                  <a:lnTo>
                    <a:pt x="2342308" y="3766014"/>
                  </a:lnTo>
                  <a:lnTo>
                    <a:pt x="2428393" y="3775473"/>
                  </a:lnTo>
                  <a:lnTo>
                    <a:pt x="2507466" y="3785939"/>
                  </a:lnTo>
                  <a:lnTo>
                    <a:pt x="2579761" y="3797528"/>
                  </a:lnTo>
                  <a:lnTo>
                    <a:pt x="2645829" y="3810388"/>
                  </a:lnTo>
                  <a:lnTo>
                    <a:pt x="2706401" y="3824687"/>
                  </a:lnTo>
                  <a:lnTo>
                    <a:pt x="2762301" y="3840612"/>
                  </a:lnTo>
                  <a:lnTo>
                    <a:pt x="2814372" y="3858341"/>
                  </a:lnTo>
                  <a:lnTo>
                    <a:pt x="2863424" y="3878018"/>
                  </a:lnTo>
                  <a:lnTo>
                    <a:pt x="2896531" y="3893071"/>
                  </a:lnTo>
                  <a:lnTo>
                    <a:pt x="2946966" y="3918833"/>
                  </a:lnTo>
                  <a:lnTo>
                    <a:pt x="2995847" y="3947132"/>
                  </a:lnTo>
                  <a:lnTo>
                    <a:pt x="3043743" y="3978007"/>
                  </a:lnTo>
                  <a:lnTo>
                    <a:pt x="3091072" y="4011420"/>
                  </a:lnTo>
                  <a:lnTo>
                    <a:pt x="3138134" y="4047239"/>
                  </a:lnTo>
                  <a:lnTo>
                    <a:pt x="3185129" y="4085239"/>
                  </a:lnTo>
                  <a:lnTo>
                    <a:pt x="3232169" y="4125097"/>
                  </a:lnTo>
                  <a:lnTo>
                    <a:pt x="3279302" y="4166404"/>
                  </a:lnTo>
                  <a:lnTo>
                    <a:pt x="3326519" y="4208676"/>
                  </a:lnTo>
                  <a:lnTo>
                    <a:pt x="3373780" y="4251380"/>
                  </a:lnTo>
                  <a:lnTo>
                    <a:pt x="3421028" y="4293958"/>
                  </a:lnTo>
                  <a:lnTo>
                    <a:pt x="3468210" y="4335860"/>
                  </a:lnTo>
                  <a:lnTo>
                    <a:pt x="3515300" y="4376573"/>
                  </a:lnTo>
                  <a:lnTo>
                    <a:pt x="3562310" y="4415642"/>
                  </a:lnTo>
                  <a:lnTo>
                    <a:pt x="3609316" y="4452697"/>
                  </a:lnTo>
                  <a:lnTo>
                    <a:pt x="3656468" y="4487458"/>
                  </a:lnTo>
                  <a:lnTo>
                    <a:pt x="3704008" y="4519743"/>
                  </a:lnTo>
                  <a:lnTo>
                    <a:pt x="3752286" y="4549461"/>
                  </a:lnTo>
                  <a:lnTo>
                    <a:pt x="3801785" y="4576612"/>
                  </a:lnTo>
                  <a:lnTo>
                    <a:pt x="3829811" y="4590500"/>
                  </a:lnTo>
                  <a:lnTo>
                    <a:pt x="3877180" y="4611591"/>
                  </a:lnTo>
                  <a:lnTo>
                    <a:pt x="3927046" y="4630680"/>
                  </a:lnTo>
                  <a:lnTo>
                    <a:pt x="3980164" y="4647857"/>
                  </a:lnTo>
                  <a:lnTo>
                    <a:pt x="4037360" y="4663281"/>
                  </a:lnTo>
                  <a:lnTo>
                    <a:pt x="4099477" y="4677135"/>
                  </a:lnTo>
                  <a:lnTo>
                    <a:pt x="4167319" y="4689601"/>
                  </a:lnTo>
                  <a:lnTo>
                    <a:pt x="4241576" y="4700844"/>
                  </a:lnTo>
                  <a:lnTo>
                    <a:pt x="4322720" y="4711001"/>
                  </a:lnTo>
                  <a:lnTo>
                    <a:pt x="4410863" y="4720179"/>
                  </a:lnTo>
                  <a:lnTo>
                    <a:pt x="4505592" y="4728452"/>
                  </a:lnTo>
                  <a:lnTo>
                    <a:pt x="4605772" y="4735860"/>
                  </a:lnTo>
                  <a:lnTo>
                    <a:pt x="4709387" y="4742414"/>
                  </a:lnTo>
                  <a:lnTo>
                    <a:pt x="4813459" y="4748105"/>
                  </a:lnTo>
                  <a:lnTo>
                    <a:pt x="4914155" y="4752913"/>
                  </a:lnTo>
                  <a:lnTo>
                    <a:pt x="5007126" y="4756823"/>
                  </a:lnTo>
                  <a:lnTo>
                    <a:pt x="5088108" y="4759848"/>
                  </a:lnTo>
                  <a:lnTo>
                    <a:pt x="5153667" y="4762038"/>
                  </a:lnTo>
                  <a:lnTo>
                    <a:pt x="5201919" y="4763488"/>
                  </a:lnTo>
                  <a:lnTo>
                    <a:pt x="5232992" y="4764331"/>
                  </a:lnTo>
                  <a:lnTo>
                    <a:pt x="5249134" y="4764728"/>
                  </a:lnTo>
                  <a:lnTo>
                    <a:pt x="5254521" y="4764849"/>
                  </a:lnTo>
                  <a:lnTo>
                    <a:pt x="5254955" y="4764858"/>
                  </a:lnTo>
                  <a:lnTo>
                    <a:pt x="6726343" y="4764858"/>
                  </a:lnTo>
                  <a:lnTo>
                    <a:pt x="6727238" y="4764772"/>
                  </a:lnTo>
                  <a:lnTo>
                    <a:pt x="6733157" y="4764162"/>
                  </a:lnTo>
                  <a:lnTo>
                    <a:pt x="6748179" y="4762476"/>
                  </a:lnTo>
                  <a:lnTo>
                    <a:pt x="6775289" y="4759154"/>
                  </a:lnTo>
                  <a:lnTo>
                    <a:pt x="6816211" y="4753659"/>
                  </a:lnTo>
                  <a:lnTo>
                    <a:pt x="6871281" y="4745529"/>
                  </a:lnTo>
                  <a:lnTo>
                    <a:pt x="6939473" y="4734414"/>
                  </a:lnTo>
                  <a:lnTo>
                    <a:pt x="7018628" y="4720096"/>
                  </a:lnTo>
                  <a:lnTo>
                    <a:pt x="7105838" y="4702484"/>
                  </a:lnTo>
                  <a:lnTo>
                    <a:pt x="7197896" y="4681584"/>
                  </a:lnTo>
                  <a:lnTo>
                    <a:pt x="7291716" y="4657455"/>
                  </a:lnTo>
                  <a:lnTo>
                    <a:pt x="7384639" y="4630160"/>
                  </a:lnTo>
                  <a:lnTo>
                    <a:pt x="7474594" y="4599729"/>
                  </a:lnTo>
                  <a:lnTo>
                    <a:pt x="7560143" y="4566120"/>
                  </a:lnTo>
                  <a:lnTo>
                    <a:pt x="7640425" y="4529206"/>
                  </a:lnTo>
                  <a:lnTo>
                    <a:pt x="7715068" y="4488762"/>
                  </a:lnTo>
                  <a:lnTo>
                    <a:pt x="7784069" y="4444461"/>
                  </a:lnTo>
                  <a:lnTo>
                    <a:pt x="7847692" y="4395885"/>
                  </a:lnTo>
                  <a:lnTo>
                    <a:pt x="7906379" y="4342526"/>
                  </a:lnTo>
                  <a:lnTo>
                    <a:pt x="7960676" y="4283811"/>
                  </a:lnTo>
                  <a:lnTo>
                    <a:pt x="8011186" y="4219127"/>
                  </a:lnTo>
                  <a:lnTo>
                    <a:pt x="8058522" y="4147875"/>
                  </a:lnTo>
                  <a:lnTo>
                    <a:pt x="8103283" y="4069546"/>
                  </a:lnTo>
                  <a:lnTo>
                    <a:pt x="8146014" y="3983848"/>
                  </a:lnTo>
                  <a:lnTo>
                    <a:pt x="8151487" y="3972077"/>
                  </a:lnTo>
                  <a:lnTo>
                    <a:pt x="8181654" y="3903905"/>
                  </a:lnTo>
                  <a:lnTo>
                    <a:pt x="8211179" y="3831721"/>
                  </a:lnTo>
                  <a:lnTo>
                    <a:pt x="8240201" y="3755445"/>
                  </a:lnTo>
                  <a:lnTo>
                    <a:pt x="8268840" y="3675035"/>
                  </a:lnTo>
                  <a:lnTo>
                    <a:pt x="8297195" y="3590497"/>
                  </a:lnTo>
                  <a:lnTo>
                    <a:pt x="8325349" y="3501881"/>
                  </a:lnTo>
                  <a:lnTo>
                    <a:pt x="8353370" y="3409290"/>
                  </a:lnTo>
                  <a:lnTo>
                    <a:pt x="8381311" y="3312879"/>
                  </a:lnTo>
                  <a:lnTo>
                    <a:pt x="8409215" y="3212861"/>
                  </a:lnTo>
                  <a:lnTo>
                    <a:pt x="8437114" y="3109501"/>
                  </a:lnTo>
                  <a:lnTo>
                    <a:pt x="8465029" y="3003117"/>
                  </a:lnTo>
                  <a:lnTo>
                    <a:pt x="8492972" y="2894079"/>
                  </a:lnTo>
                  <a:lnTo>
                    <a:pt x="8520949" y="2782805"/>
                  </a:lnTo>
                  <a:lnTo>
                    <a:pt x="8548959" y="2669750"/>
                  </a:lnTo>
                  <a:lnTo>
                    <a:pt x="8576996" y="2555403"/>
                  </a:lnTo>
                  <a:lnTo>
                    <a:pt x="8605051" y="2440280"/>
                  </a:lnTo>
                  <a:lnTo>
                    <a:pt x="8633111" y="2324908"/>
                  </a:lnTo>
                  <a:lnTo>
                    <a:pt x="8661164" y="2209821"/>
                  </a:lnTo>
                  <a:lnTo>
                    <a:pt x="8689200" y="2095546"/>
                  </a:lnTo>
                  <a:lnTo>
                    <a:pt x="8717208" y="1982597"/>
                  </a:lnTo>
                  <a:lnTo>
                    <a:pt x="8745182" y="1871460"/>
                  </a:lnTo>
                  <a:lnTo>
                    <a:pt x="8773124" y="1762591"/>
                  </a:lnTo>
                  <a:lnTo>
                    <a:pt x="8801037" y="1656401"/>
                  </a:lnTo>
                  <a:lnTo>
                    <a:pt x="8828935" y="1553258"/>
                  </a:lnTo>
                  <a:lnTo>
                    <a:pt x="8856841" y="1453478"/>
                  </a:lnTo>
                  <a:lnTo>
                    <a:pt x="8884786" y="1357321"/>
                  </a:lnTo>
                  <a:lnTo>
                    <a:pt x="8912814" y="1264996"/>
                  </a:lnTo>
                  <a:lnTo>
                    <a:pt x="8940979" y="1176655"/>
                  </a:lnTo>
                  <a:lnTo>
                    <a:pt x="8969350" y="1092396"/>
                  </a:lnTo>
                  <a:lnTo>
                    <a:pt x="8998012" y="1012268"/>
                  </a:lnTo>
                  <a:lnTo>
                    <a:pt x="9027065" y="936271"/>
                  </a:lnTo>
                  <a:lnTo>
                    <a:pt x="9056629" y="864363"/>
                  </a:lnTo>
                  <a:lnTo>
                    <a:pt x="9084767" y="800953"/>
                  </a:lnTo>
                  <a:lnTo>
                    <a:pt x="9127269" y="714287"/>
                  </a:lnTo>
                  <a:lnTo>
                    <a:pt x="9171734" y="635002"/>
                  </a:lnTo>
                  <a:lnTo>
                    <a:pt x="9218700" y="562849"/>
                  </a:lnTo>
                  <a:lnTo>
                    <a:pt x="9268759" y="497338"/>
                  </a:lnTo>
                  <a:lnTo>
                    <a:pt x="9322525" y="437877"/>
                  </a:lnTo>
                  <a:lnTo>
                    <a:pt x="9380604" y="383850"/>
                  </a:lnTo>
                  <a:lnTo>
                    <a:pt x="9443553" y="334678"/>
                  </a:lnTo>
                  <a:lnTo>
                    <a:pt x="9511830" y="289843"/>
                  </a:lnTo>
                  <a:lnTo>
                    <a:pt x="9585727" y="248914"/>
                  </a:lnTo>
                  <a:lnTo>
                    <a:pt x="9665283" y="211553"/>
                  </a:lnTo>
                  <a:lnTo>
                    <a:pt x="9750179" y="177520"/>
                  </a:lnTo>
                  <a:lnTo>
                    <a:pt x="9839626" y="146677"/>
                  </a:lnTo>
                  <a:lnTo>
                    <a:pt x="9932264" y="118971"/>
                  </a:lnTo>
                  <a:lnTo>
                    <a:pt x="10026107" y="94424"/>
                  </a:lnTo>
                  <a:lnTo>
                    <a:pt x="10118565" y="73097"/>
                  </a:lnTo>
                  <a:lnTo>
                    <a:pt x="10206593" y="55053"/>
                  </a:lnTo>
                  <a:lnTo>
                    <a:pt x="10286980" y="40306"/>
                  </a:lnTo>
                  <a:lnTo>
                    <a:pt x="10356751" y="28781"/>
                  </a:lnTo>
                  <a:lnTo>
                    <a:pt x="10413625" y="20277"/>
                  </a:lnTo>
                  <a:lnTo>
                    <a:pt x="10456411" y="14462"/>
                  </a:lnTo>
                  <a:lnTo>
                    <a:pt x="10485262" y="10884"/>
                  </a:lnTo>
                  <a:lnTo>
                    <a:pt x="10501722" y="9016"/>
                  </a:lnTo>
                  <a:lnTo>
                    <a:pt x="10508623" y="8297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9015" y="85"/>
                  </a:lnTo>
                  <a:lnTo>
                    <a:pt x="10503096" y="695"/>
                  </a:lnTo>
                  <a:lnTo>
                    <a:pt x="10488074" y="2381"/>
                  </a:lnTo>
                  <a:lnTo>
                    <a:pt x="10460964" y="5703"/>
                  </a:lnTo>
                  <a:lnTo>
                    <a:pt x="10420042" y="11198"/>
                  </a:lnTo>
                  <a:lnTo>
                    <a:pt x="10364972" y="19328"/>
                  </a:lnTo>
                  <a:lnTo>
                    <a:pt x="10296780" y="30443"/>
                  </a:lnTo>
                  <a:lnTo>
                    <a:pt x="10217625" y="44761"/>
                  </a:lnTo>
                  <a:lnTo>
                    <a:pt x="10130415" y="62373"/>
                  </a:lnTo>
                  <a:lnTo>
                    <a:pt x="10038357" y="83273"/>
                  </a:lnTo>
                  <a:lnTo>
                    <a:pt x="9944537" y="107402"/>
                  </a:lnTo>
                  <a:lnTo>
                    <a:pt x="9851614" y="134697"/>
                  </a:lnTo>
                  <a:lnTo>
                    <a:pt x="9761659" y="165128"/>
                  </a:lnTo>
                  <a:lnTo>
                    <a:pt x="9676111" y="198737"/>
                  </a:lnTo>
                  <a:lnTo>
                    <a:pt x="9595828" y="235651"/>
                  </a:lnTo>
                  <a:lnTo>
                    <a:pt x="9521185" y="276095"/>
                  </a:lnTo>
                  <a:lnTo>
                    <a:pt x="9452184" y="320396"/>
                  </a:lnTo>
                  <a:lnTo>
                    <a:pt x="9388561" y="368972"/>
                  </a:lnTo>
                  <a:lnTo>
                    <a:pt x="9329874" y="422331"/>
                  </a:lnTo>
                  <a:lnTo>
                    <a:pt x="9275577" y="481046"/>
                  </a:lnTo>
                  <a:lnTo>
                    <a:pt x="9225068" y="545730"/>
                  </a:lnTo>
                  <a:lnTo>
                    <a:pt x="9177731" y="616982"/>
                  </a:lnTo>
                  <a:lnTo>
                    <a:pt x="9132971" y="695311"/>
                  </a:lnTo>
                  <a:lnTo>
                    <a:pt x="9090239" y="781009"/>
                  </a:lnTo>
                  <a:lnTo>
                    <a:pt x="9084767" y="792780"/>
                  </a:lnTo>
                  <a:lnTo>
                    <a:pt x="9054599" y="860952"/>
                  </a:lnTo>
                  <a:lnTo>
                    <a:pt x="9025075" y="933136"/>
                  </a:lnTo>
                  <a:lnTo>
                    <a:pt x="8996052" y="1009412"/>
                  </a:lnTo>
                  <a:lnTo>
                    <a:pt x="8967413" y="1089822"/>
                  </a:lnTo>
                  <a:lnTo>
                    <a:pt x="8939058" y="1174360"/>
                  </a:lnTo>
                  <a:lnTo>
                    <a:pt x="8910904" y="1262976"/>
                  </a:lnTo>
                  <a:lnTo>
                    <a:pt x="8882884" y="1355568"/>
                  </a:lnTo>
                  <a:lnTo>
                    <a:pt x="8854942" y="1451978"/>
                  </a:lnTo>
                  <a:lnTo>
                    <a:pt x="8827038" y="1551996"/>
                  </a:lnTo>
                  <a:lnTo>
                    <a:pt x="8799139" y="1655356"/>
                  </a:lnTo>
                  <a:lnTo>
                    <a:pt x="8771225" y="1761741"/>
                  </a:lnTo>
                  <a:lnTo>
                    <a:pt x="8743281" y="1870778"/>
                  </a:lnTo>
                  <a:lnTo>
                    <a:pt x="8715304" y="1982052"/>
                  </a:lnTo>
                  <a:lnTo>
                    <a:pt x="8687294" y="2095107"/>
                  </a:lnTo>
                  <a:lnTo>
                    <a:pt x="8659257" y="2209454"/>
                  </a:lnTo>
                  <a:lnTo>
                    <a:pt x="8631203" y="2324577"/>
                  </a:lnTo>
                  <a:lnTo>
                    <a:pt x="8603143" y="2439949"/>
                  </a:lnTo>
                  <a:lnTo>
                    <a:pt x="8575089" y="2555036"/>
                  </a:lnTo>
                  <a:lnTo>
                    <a:pt x="8547054" y="2669311"/>
                  </a:lnTo>
                  <a:lnTo>
                    <a:pt x="8519046" y="2782260"/>
                  </a:lnTo>
                  <a:lnTo>
                    <a:pt x="8491071" y="2893397"/>
                  </a:lnTo>
                  <a:lnTo>
                    <a:pt x="8463130" y="3002266"/>
                  </a:lnTo>
                  <a:lnTo>
                    <a:pt x="8435217" y="3108456"/>
                  </a:lnTo>
                  <a:lnTo>
                    <a:pt x="8407318" y="3211599"/>
                  </a:lnTo>
                  <a:lnTo>
                    <a:pt x="8379412" y="3311379"/>
                  </a:lnTo>
                  <a:lnTo>
                    <a:pt x="8351467" y="3407536"/>
                  </a:lnTo>
                  <a:lnTo>
                    <a:pt x="8323440" y="3499861"/>
                  </a:lnTo>
                  <a:lnTo>
                    <a:pt x="8295274" y="3588202"/>
                  </a:lnTo>
                  <a:lnTo>
                    <a:pt x="8266903" y="3672461"/>
                  </a:lnTo>
                  <a:lnTo>
                    <a:pt x="8238241" y="3752589"/>
                  </a:lnTo>
                  <a:lnTo>
                    <a:pt x="8209188" y="3828586"/>
                  </a:lnTo>
                  <a:lnTo>
                    <a:pt x="8179625" y="3900494"/>
                  </a:lnTo>
                  <a:lnTo>
                    <a:pt x="8151487" y="3963904"/>
                  </a:lnTo>
                  <a:lnTo>
                    <a:pt x="8108984" y="4050570"/>
                  </a:lnTo>
                  <a:lnTo>
                    <a:pt x="8064519" y="4129855"/>
                  </a:lnTo>
                  <a:lnTo>
                    <a:pt x="8017553" y="4202008"/>
                  </a:lnTo>
                  <a:lnTo>
                    <a:pt x="7967494" y="4267519"/>
                  </a:lnTo>
                  <a:lnTo>
                    <a:pt x="7913728" y="4326981"/>
                  </a:lnTo>
                  <a:lnTo>
                    <a:pt x="7855649" y="4381007"/>
                  </a:lnTo>
                  <a:lnTo>
                    <a:pt x="7792700" y="4430179"/>
                  </a:lnTo>
                  <a:lnTo>
                    <a:pt x="7724423" y="4475014"/>
                  </a:lnTo>
                  <a:lnTo>
                    <a:pt x="7650526" y="4515943"/>
                  </a:lnTo>
                  <a:lnTo>
                    <a:pt x="7570970" y="4553304"/>
                  </a:lnTo>
                  <a:lnTo>
                    <a:pt x="7486074" y="4587337"/>
                  </a:lnTo>
                  <a:lnTo>
                    <a:pt x="7396627" y="4618180"/>
                  </a:lnTo>
                  <a:lnTo>
                    <a:pt x="7303989" y="4645886"/>
                  </a:lnTo>
                  <a:lnTo>
                    <a:pt x="7210146" y="4670433"/>
                  </a:lnTo>
                  <a:lnTo>
                    <a:pt x="7117689" y="4691760"/>
                  </a:lnTo>
                  <a:lnTo>
                    <a:pt x="7029660" y="4709805"/>
                  </a:lnTo>
                  <a:lnTo>
                    <a:pt x="6949274" y="4724551"/>
                  </a:lnTo>
                  <a:lnTo>
                    <a:pt x="6879502" y="4736076"/>
                  </a:lnTo>
                  <a:lnTo>
                    <a:pt x="6822628" y="4744580"/>
                  </a:lnTo>
                  <a:lnTo>
                    <a:pt x="6779842" y="4750395"/>
                  </a:lnTo>
                  <a:lnTo>
                    <a:pt x="6750991" y="4753973"/>
                  </a:lnTo>
                  <a:lnTo>
                    <a:pt x="6734531" y="4755841"/>
                  </a:lnTo>
                  <a:lnTo>
                    <a:pt x="6727630" y="4756560"/>
                  </a:lnTo>
                  <a:lnTo>
                    <a:pt x="6726343" y="4756685"/>
                  </a:lnTo>
                  <a:lnTo>
                    <a:pt x="5254955" y="4756685"/>
                  </a:lnTo>
                  <a:lnTo>
                    <a:pt x="5253731" y="4756659"/>
                  </a:lnTo>
                  <a:lnTo>
                    <a:pt x="5245695" y="4756473"/>
                  </a:lnTo>
                  <a:lnTo>
                    <a:pt x="5225484" y="4755962"/>
                  </a:lnTo>
                  <a:lnTo>
                    <a:pt x="5189462" y="4754955"/>
                  </a:lnTo>
                  <a:lnTo>
                    <a:pt x="5136001" y="4753299"/>
                  </a:lnTo>
                  <a:lnTo>
                    <a:pt x="5065595" y="4750869"/>
                  </a:lnTo>
                  <a:lnTo>
                    <a:pt x="4980651" y="4747585"/>
                  </a:lnTo>
                  <a:lnTo>
                    <a:pt x="4884930" y="4743409"/>
                  </a:lnTo>
                  <a:lnTo>
                    <a:pt x="4782794" y="4738338"/>
                  </a:lnTo>
                  <a:lnTo>
                    <a:pt x="4678492" y="4732389"/>
                  </a:lnTo>
                  <a:lnTo>
                    <a:pt x="4575628" y="4725581"/>
                  </a:lnTo>
                  <a:lnTo>
                    <a:pt x="4476895" y="4717919"/>
                  </a:lnTo>
                  <a:lnTo>
                    <a:pt x="4384034" y="4709384"/>
                  </a:lnTo>
                  <a:lnTo>
                    <a:pt x="4297949" y="4699925"/>
                  </a:lnTo>
                  <a:lnTo>
                    <a:pt x="4218876" y="4689459"/>
                  </a:lnTo>
                  <a:lnTo>
                    <a:pt x="4146581" y="4677870"/>
                  </a:lnTo>
                  <a:lnTo>
                    <a:pt x="4080513" y="4665011"/>
                  </a:lnTo>
                  <a:lnTo>
                    <a:pt x="4019941" y="4650711"/>
                  </a:lnTo>
                  <a:lnTo>
                    <a:pt x="3964041" y="4634786"/>
                  </a:lnTo>
                  <a:lnTo>
                    <a:pt x="3911970" y="4617058"/>
                  </a:lnTo>
                  <a:lnTo>
                    <a:pt x="3862918" y="4597380"/>
                  </a:lnTo>
                  <a:lnTo>
                    <a:pt x="3829811" y="4582327"/>
                  </a:lnTo>
                  <a:lnTo>
                    <a:pt x="3779376" y="4556565"/>
                  </a:lnTo>
                  <a:lnTo>
                    <a:pt x="3730495" y="4528267"/>
                  </a:lnTo>
                  <a:lnTo>
                    <a:pt x="3682600" y="4497391"/>
                  </a:lnTo>
                  <a:lnTo>
                    <a:pt x="3635270" y="4463978"/>
                  </a:lnTo>
                  <a:lnTo>
                    <a:pt x="3588208" y="4428159"/>
                  </a:lnTo>
                  <a:lnTo>
                    <a:pt x="3541213" y="4390160"/>
                  </a:lnTo>
                  <a:lnTo>
                    <a:pt x="3494173" y="4350301"/>
                  </a:lnTo>
                  <a:lnTo>
                    <a:pt x="3447040" y="4308995"/>
                  </a:lnTo>
                  <a:lnTo>
                    <a:pt x="3399823" y="4266722"/>
                  </a:lnTo>
                  <a:lnTo>
                    <a:pt x="3352562" y="4224019"/>
                  </a:lnTo>
                  <a:lnTo>
                    <a:pt x="3305314" y="4181440"/>
                  </a:lnTo>
                  <a:lnTo>
                    <a:pt x="3258132" y="4139538"/>
                  </a:lnTo>
                  <a:lnTo>
                    <a:pt x="3211042" y="4098826"/>
                  </a:lnTo>
                  <a:lnTo>
                    <a:pt x="3164032" y="4059756"/>
                  </a:lnTo>
                  <a:lnTo>
                    <a:pt x="3117026" y="4022701"/>
                  </a:lnTo>
                  <a:lnTo>
                    <a:pt x="3069874" y="3987940"/>
                  </a:lnTo>
                  <a:lnTo>
                    <a:pt x="3022334" y="3955656"/>
                  </a:lnTo>
                  <a:lnTo>
                    <a:pt x="2974056" y="3925937"/>
                  </a:lnTo>
                  <a:lnTo>
                    <a:pt x="2924557" y="3898786"/>
                  </a:lnTo>
                  <a:lnTo>
                    <a:pt x="2896531" y="3884898"/>
                  </a:lnTo>
                  <a:lnTo>
                    <a:pt x="2849162" y="3863807"/>
                  </a:lnTo>
                  <a:lnTo>
                    <a:pt x="2799296" y="3844718"/>
                  </a:lnTo>
                  <a:lnTo>
                    <a:pt x="2746178" y="3827541"/>
                  </a:lnTo>
                  <a:lnTo>
                    <a:pt x="2688982" y="3812117"/>
                  </a:lnTo>
                  <a:lnTo>
                    <a:pt x="2626865" y="3798263"/>
                  </a:lnTo>
                  <a:lnTo>
                    <a:pt x="2559023" y="3785797"/>
                  </a:lnTo>
                  <a:lnTo>
                    <a:pt x="2484766" y="3774554"/>
                  </a:lnTo>
                  <a:lnTo>
                    <a:pt x="2403622" y="3764397"/>
                  </a:lnTo>
                  <a:lnTo>
                    <a:pt x="2315479" y="3755219"/>
                  </a:lnTo>
                  <a:lnTo>
                    <a:pt x="2220750" y="3746947"/>
                  </a:lnTo>
                  <a:lnTo>
                    <a:pt x="2120570" y="3739539"/>
                  </a:lnTo>
                  <a:lnTo>
                    <a:pt x="2016955" y="3732984"/>
                  </a:lnTo>
                  <a:lnTo>
                    <a:pt x="1912883" y="3727293"/>
                  </a:lnTo>
                  <a:lnTo>
                    <a:pt x="1812187" y="3722486"/>
                  </a:lnTo>
                  <a:lnTo>
                    <a:pt x="1719216" y="3718575"/>
                  </a:lnTo>
                  <a:lnTo>
                    <a:pt x="1638234" y="3715550"/>
                  </a:lnTo>
                  <a:lnTo>
                    <a:pt x="1572675" y="3713360"/>
                  </a:lnTo>
                  <a:lnTo>
                    <a:pt x="1524423" y="3711911"/>
                  </a:lnTo>
                  <a:lnTo>
                    <a:pt x="1493350" y="3711068"/>
                  </a:lnTo>
                  <a:lnTo>
                    <a:pt x="1477208" y="3710671"/>
                  </a:lnTo>
                  <a:lnTo>
                    <a:pt x="1471821" y="3710550"/>
                  </a:lnTo>
                  <a:lnTo>
                    <a:pt x="1471387" y="3710541"/>
                  </a:lnTo>
                  <a:lnTo>
                    <a:pt x="0" y="3710541"/>
                  </a:lnTo>
                  <a:close/>
                </a:path>
              </a:pathLst>
            </a:custGeom>
            <a:solidFill>
              <a:srgbClr val="67C1B3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230" name="pl1230"/>
            <p:cNvSpPr/>
            <p:nvPr/>
          </p:nvSpPr>
          <p:spPr>
            <a:xfrm>
              <a:off x="4799595" y="4881694"/>
              <a:ext cx="11981298" cy="4756685"/>
            </a:xfrm>
            <a:custGeom>
              <a:avLst/>
              <a:pathLst>
                <a:path w="11981298" h="4756685">
                  <a:moveTo>
                    <a:pt x="0" y="3710541"/>
                  </a:moveTo>
                  <a:lnTo>
                    <a:pt x="1471387" y="3710541"/>
                  </a:lnTo>
                  <a:lnTo>
                    <a:pt x="1472611" y="3710567"/>
                  </a:lnTo>
                  <a:lnTo>
                    <a:pt x="1480647" y="3710752"/>
                  </a:lnTo>
                  <a:lnTo>
                    <a:pt x="1500858" y="3711263"/>
                  </a:lnTo>
                  <a:lnTo>
                    <a:pt x="1536880" y="3712270"/>
                  </a:lnTo>
                  <a:lnTo>
                    <a:pt x="1590341" y="3713926"/>
                  </a:lnTo>
                  <a:lnTo>
                    <a:pt x="1660747" y="3716356"/>
                  </a:lnTo>
                  <a:lnTo>
                    <a:pt x="1745691" y="3719640"/>
                  </a:lnTo>
                  <a:lnTo>
                    <a:pt x="1841412" y="3723816"/>
                  </a:lnTo>
                  <a:lnTo>
                    <a:pt x="1943548" y="3728887"/>
                  </a:lnTo>
                  <a:lnTo>
                    <a:pt x="2047850" y="3734836"/>
                  </a:lnTo>
                  <a:lnTo>
                    <a:pt x="2150714" y="3741644"/>
                  </a:lnTo>
                  <a:lnTo>
                    <a:pt x="2249447" y="3749306"/>
                  </a:lnTo>
                  <a:lnTo>
                    <a:pt x="2342308" y="3757841"/>
                  </a:lnTo>
                  <a:lnTo>
                    <a:pt x="2428393" y="3767300"/>
                  </a:lnTo>
                  <a:lnTo>
                    <a:pt x="2507466" y="3777766"/>
                  </a:lnTo>
                  <a:lnTo>
                    <a:pt x="2579761" y="3789355"/>
                  </a:lnTo>
                  <a:lnTo>
                    <a:pt x="2645829" y="3802215"/>
                  </a:lnTo>
                  <a:lnTo>
                    <a:pt x="2706401" y="3816514"/>
                  </a:lnTo>
                  <a:lnTo>
                    <a:pt x="2762301" y="3832439"/>
                  </a:lnTo>
                  <a:lnTo>
                    <a:pt x="2814372" y="3850168"/>
                  </a:lnTo>
                  <a:lnTo>
                    <a:pt x="2863424" y="3869845"/>
                  </a:lnTo>
                  <a:lnTo>
                    <a:pt x="2896531" y="3884898"/>
                  </a:lnTo>
                  <a:lnTo>
                    <a:pt x="2946966" y="3910660"/>
                  </a:lnTo>
                  <a:lnTo>
                    <a:pt x="2995847" y="3938959"/>
                  </a:lnTo>
                  <a:lnTo>
                    <a:pt x="3043743" y="3969834"/>
                  </a:lnTo>
                  <a:lnTo>
                    <a:pt x="3091072" y="4003247"/>
                  </a:lnTo>
                  <a:lnTo>
                    <a:pt x="3138134" y="4039066"/>
                  </a:lnTo>
                  <a:lnTo>
                    <a:pt x="3185129" y="4077066"/>
                  </a:lnTo>
                  <a:lnTo>
                    <a:pt x="3232169" y="4116924"/>
                  </a:lnTo>
                  <a:lnTo>
                    <a:pt x="3279302" y="4158231"/>
                  </a:lnTo>
                  <a:lnTo>
                    <a:pt x="3326519" y="4200503"/>
                  </a:lnTo>
                  <a:lnTo>
                    <a:pt x="3373780" y="4243207"/>
                  </a:lnTo>
                  <a:lnTo>
                    <a:pt x="3421028" y="4285785"/>
                  </a:lnTo>
                  <a:lnTo>
                    <a:pt x="3468210" y="4327687"/>
                  </a:lnTo>
                  <a:lnTo>
                    <a:pt x="3515300" y="4368400"/>
                  </a:lnTo>
                  <a:lnTo>
                    <a:pt x="3562310" y="4407469"/>
                  </a:lnTo>
                  <a:lnTo>
                    <a:pt x="3609316" y="4444524"/>
                  </a:lnTo>
                  <a:lnTo>
                    <a:pt x="3656468" y="4479285"/>
                  </a:lnTo>
                  <a:lnTo>
                    <a:pt x="3704008" y="4511570"/>
                  </a:lnTo>
                  <a:lnTo>
                    <a:pt x="3752286" y="4541288"/>
                  </a:lnTo>
                  <a:lnTo>
                    <a:pt x="3801785" y="4568439"/>
                  </a:lnTo>
                  <a:lnTo>
                    <a:pt x="3829811" y="4582327"/>
                  </a:lnTo>
                  <a:lnTo>
                    <a:pt x="3877180" y="4603418"/>
                  </a:lnTo>
                  <a:lnTo>
                    <a:pt x="3927046" y="4622507"/>
                  </a:lnTo>
                  <a:lnTo>
                    <a:pt x="3980164" y="4639684"/>
                  </a:lnTo>
                  <a:lnTo>
                    <a:pt x="4037360" y="4655108"/>
                  </a:lnTo>
                  <a:lnTo>
                    <a:pt x="4099477" y="4668962"/>
                  </a:lnTo>
                  <a:lnTo>
                    <a:pt x="4167319" y="4681428"/>
                  </a:lnTo>
                  <a:lnTo>
                    <a:pt x="4241576" y="4692671"/>
                  </a:lnTo>
                  <a:lnTo>
                    <a:pt x="4322720" y="4702828"/>
                  </a:lnTo>
                  <a:lnTo>
                    <a:pt x="4410863" y="4712006"/>
                  </a:lnTo>
                  <a:lnTo>
                    <a:pt x="4505592" y="4720279"/>
                  </a:lnTo>
                  <a:lnTo>
                    <a:pt x="4605772" y="4727687"/>
                  </a:lnTo>
                  <a:lnTo>
                    <a:pt x="4709387" y="4734241"/>
                  </a:lnTo>
                  <a:lnTo>
                    <a:pt x="4813459" y="4739932"/>
                  </a:lnTo>
                  <a:lnTo>
                    <a:pt x="4914155" y="4744740"/>
                  </a:lnTo>
                  <a:lnTo>
                    <a:pt x="5007126" y="4748650"/>
                  </a:lnTo>
                  <a:lnTo>
                    <a:pt x="5088108" y="4751675"/>
                  </a:lnTo>
                  <a:lnTo>
                    <a:pt x="5153667" y="4753865"/>
                  </a:lnTo>
                  <a:lnTo>
                    <a:pt x="5201919" y="4755315"/>
                  </a:lnTo>
                  <a:lnTo>
                    <a:pt x="5232992" y="4756158"/>
                  </a:lnTo>
                  <a:lnTo>
                    <a:pt x="5249134" y="4756555"/>
                  </a:lnTo>
                  <a:lnTo>
                    <a:pt x="5254521" y="4756676"/>
                  </a:lnTo>
                  <a:lnTo>
                    <a:pt x="5254955" y="4756685"/>
                  </a:lnTo>
                  <a:lnTo>
                    <a:pt x="6726343" y="4756685"/>
                  </a:lnTo>
                  <a:lnTo>
                    <a:pt x="6727238" y="4756599"/>
                  </a:lnTo>
                  <a:lnTo>
                    <a:pt x="6733157" y="4755989"/>
                  </a:lnTo>
                  <a:lnTo>
                    <a:pt x="6748179" y="4754303"/>
                  </a:lnTo>
                  <a:lnTo>
                    <a:pt x="6775289" y="4750981"/>
                  </a:lnTo>
                  <a:lnTo>
                    <a:pt x="6816211" y="4745486"/>
                  </a:lnTo>
                  <a:lnTo>
                    <a:pt x="6871281" y="4737356"/>
                  </a:lnTo>
                  <a:lnTo>
                    <a:pt x="6939473" y="4726241"/>
                  </a:lnTo>
                  <a:lnTo>
                    <a:pt x="7018628" y="4711923"/>
                  </a:lnTo>
                  <a:lnTo>
                    <a:pt x="7105838" y="4694311"/>
                  </a:lnTo>
                  <a:lnTo>
                    <a:pt x="7197896" y="4673411"/>
                  </a:lnTo>
                  <a:lnTo>
                    <a:pt x="7291716" y="4649282"/>
                  </a:lnTo>
                  <a:lnTo>
                    <a:pt x="7384639" y="4621987"/>
                  </a:lnTo>
                  <a:lnTo>
                    <a:pt x="7474594" y="4591556"/>
                  </a:lnTo>
                  <a:lnTo>
                    <a:pt x="7560143" y="4557947"/>
                  </a:lnTo>
                  <a:lnTo>
                    <a:pt x="7640425" y="4521033"/>
                  </a:lnTo>
                  <a:lnTo>
                    <a:pt x="7715068" y="4480589"/>
                  </a:lnTo>
                  <a:lnTo>
                    <a:pt x="7784069" y="4436288"/>
                  </a:lnTo>
                  <a:lnTo>
                    <a:pt x="7847692" y="4387712"/>
                  </a:lnTo>
                  <a:lnTo>
                    <a:pt x="7906379" y="4334353"/>
                  </a:lnTo>
                  <a:lnTo>
                    <a:pt x="7960676" y="4275638"/>
                  </a:lnTo>
                  <a:lnTo>
                    <a:pt x="8011186" y="4210954"/>
                  </a:lnTo>
                  <a:lnTo>
                    <a:pt x="8058522" y="4139702"/>
                  </a:lnTo>
                  <a:lnTo>
                    <a:pt x="8103283" y="4061373"/>
                  </a:lnTo>
                  <a:lnTo>
                    <a:pt x="8146014" y="3975675"/>
                  </a:lnTo>
                  <a:lnTo>
                    <a:pt x="8151487" y="3963904"/>
                  </a:lnTo>
                  <a:lnTo>
                    <a:pt x="8181654" y="3895732"/>
                  </a:lnTo>
                  <a:lnTo>
                    <a:pt x="8211179" y="3823548"/>
                  </a:lnTo>
                  <a:lnTo>
                    <a:pt x="8240201" y="3747272"/>
                  </a:lnTo>
                  <a:lnTo>
                    <a:pt x="8268840" y="3666862"/>
                  </a:lnTo>
                  <a:lnTo>
                    <a:pt x="8297195" y="3582324"/>
                  </a:lnTo>
                  <a:lnTo>
                    <a:pt x="8325349" y="3493708"/>
                  </a:lnTo>
                  <a:lnTo>
                    <a:pt x="8353370" y="3401117"/>
                  </a:lnTo>
                  <a:lnTo>
                    <a:pt x="8381311" y="3304706"/>
                  </a:lnTo>
                  <a:lnTo>
                    <a:pt x="8409215" y="3204688"/>
                  </a:lnTo>
                  <a:lnTo>
                    <a:pt x="8437114" y="3101328"/>
                  </a:lnTo>
                  <a:lnTo>
                    <a:pt x="8465029" y="2994944"/>
                  </a:lnTo>
                  <a:lnTo>
                    <a:pt x="8492972" y="2885906"/>
                  </a:lnTo>
                  <a:lnTo>
                    <a:pt x="8520949" y="2774632"/>
                  </a:lnTo>
                  <a:lnTo>
                    <a:pt x="8548959" y="2661577"/>
                  </a:lnTo>
                  <a:lnTo>
                    <a:pt x="8576996" y="2547230"/>
                  </a:lnTo>
                  <a:lnTo>
                    <a:pt x="8605051" y="2432107"/>
                  </a:lnTo>
                  <a:lnTo>
                    <a:pt x="8633111" y="2316735"/>
                  </a:lnTo>
                  <a:lnTo>
                    <a:pt x="8661164" y="2201648"/>
                  </a:lnTo>
                  <a:lnTo>
                    <a:pt x="8689200" y="2087373"/>
                  </a:lnTo>
                  <a:lnTo>
                    <a:pt x="8717208" y="1974424"/>
                  </a:lnTo>
                  <a:lnTo>
                    <a:pt x="8745182" y="1863287"/>
                  </a:lnTo>
                  <a:lnTo>
                    <a:pt x="8773124" y="1754418"/>
                  </a:lnTo>
                  <a:lnTo>
                    <a:pt x="8801037" y="1648228"/>
                  </a:lnTo>
                  <a:lnTo>
                    <a:pt x="8828935" y="1545085"/>
                  </a:lnTo>
                  <a:lnTo>
                    <a:pt x="8856841" y="1445305"/>
                  </a:lnTo>
                  <a:lnTo>
                    <a:pt x="8884786" y="1349148"/>
                  </a:lnTo>
                  <a:lnTo>
                    <a:pt x="8912814" y="1256823"/>
                  </a:lnTo>
                  <a:lnTo>
                    <a:pt x="8940979" y="1168482"/>
                  </a:lnTo>
                  <a:lnTo>
                    <a:pt x="8969350" y="1084223"/>
                  </a:lnTo>
                  <a:lnTo>
                    <a:pt x="8998012" y="1004095"/>
                  </a:lnTo>
                  <a:lnTo>
                    <a:pt x="9027065" y="928098"/>
                  </a:lnTo>
                  <a:lnTo>
                    <a:pt x="9056629" y="856190"/>
                  </a:lnTo>
                  <a:lnTo>
                    <a:pt x="9084767" y="792780"/>
                  </a:lnTo>
                  <a:lnTo>
                    <a:pt x="9127269" y="706114"/>
                  </a:lnTo>
                  <a:lnTo>
                    <a:pt x="9171734" y="626829"/>
                  </a:lnTo>
                  <a:lnTo>
                    <a:pt x="9218700" y="554676"/>
                  </a:lnTo>
                  <a:lnTo>
                    <a:pt x="9268759" y="489165"/>
                  </a:lnTo>
                  <a:lnTo>
                    <a:pt x="9322525" y="429704"/>
                  </a:lnTo>
                  <a:lnTo>
                    <a:pt x="9380604" y="375677"/>
                  </a:lnTo>
                  <a:lnTo>
                    <a:pt x="9443553" y="326505"/>
                  </a:lnTo>
                  <a:lnTo>
                    <a:pt x="9511830" y="281670"/>
                  </a:lnTo>
                  <a:lnTo>
                    <a:pt x="9585727" y="240741"/>
                  </a:lnTo>
                  <a:lnTo>
                    <a:pt x="9665283" y="203380"/>
                  </a:lnTo>
                  <a:lnTo>
                    <a:pt x="9750179" y="169347"/>
                  </a:lnTo>
                  <a:lnTo>
                    <a:pt x="9839626" y="138504"/>
                  </a:lnTo>
                  <a:lnTo>
                    <a:pt x="9932264" y="110798"/>
                  </a:lnTo>
                  <a:lnTo>
                    <a:pt x="10026107" y="86251"/>
                  </a:lnTo>
                  <a:lnTo>
                    <a:pt x="10118565" y="64924"/>
                  </a:lnTo>
                  <a:lnTo>
                    <a:pt x="10206593" y="46880"/>
                  </a:lnTo>
                  <a:lnTo>
                    <a:pt x="10286980" y="32133"/>
                  </a:lnTo>
                  <a:lnTo>
                    <a:pt x="10356751" y="20608"/>
                  </a:lnTo>
                  <a:lnTo>
                    <a:pt x="10413625" y="12104"/>
                  </a:lnTo>
                  <a:lnTo>
                    <a:pt x="10456411" y="6289"/>
                  </a:lnTo>
                  <a:lnTo>
                    <a:pt x="10485262" y="2711"/>
                  </a:lnTo>
                  <a:lnTo>
                    <a:pt x="10501722" y="843"/>
                  </a:lnTo>
                  <a:lnTo>
                    <a:pt x="10508623" y="124"/>
                  </a:lnTo>
                  <a:lnTo>
                    <a:pt x="10509909" y="0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31" name="pl1231"/>
            <p:cNvSpPr/>
            <p:nvPr/>
          </p:nvSpPr>
          <p:spPr>
            <a:xfrm>
              <a:off x="4799595" y="4873521"/>
              <a:ext cx="11981298" cy="4756685"/>
            </a:xfrm>
            <a:custGeom>
              <a:avLst/>
              <a:pathLst>
                <a:path w="11981298" h="4756685">
                  <a:moveTo>
                    <a:pt x="11981298" y="0"/>
                  </a:moveTo>
                  <a:lnTo>
                    <a:pt x="10509911" y="0"/>
                  </a:lnTo>
                  <a:lnTo>
                    <a:pt x="10509015" y="85"/>
                  </a:lnTo>
                  <a:lnTo>
                    <a:pt x="10503096" y="695"/>
                  </a:lnTo>
                  <a:lnTo>
                    <a:pt x="10488074" y="2381"/>
                  </a:lnTo>
                  <a:lnTo>
                    <a:pt x="10460964" y="5703"/>
                  </a:lnTo>
                  <a:lnTo>
                    <a:pt x="10420042" y="11198"/>
                  </a:lnTo>
                  <a:lnTo>
                    <a:pt x="10364972" y="19328"/>
                  </a:lnTo>
                  <a:lnTo>
                    <a:pt x="10296780" y="30443"/>
                  </a:lnTo>
                  <a:lnTo>
                    <a:pt x="10217625" y="44761"/>
                  </a:lnTo>
                  <a:lnTo>
                    <a:pt x="10130415" y="62373"/>
                  </a:lnTo>
                  <a:lnTo>
                    <a:pt x="10038357" y="83273"/>
                  </a:lnTo>
                  <a:lnTo>
                    <a:pt x="9944537" y="107402"/>
                  </a:lnTo>
                  <a:lnTo>
                    <a:pt x="9851614" y="134697"/>
                  </a:lnTo>
                  <a:lnTo>
                    <a:pt x="9761659" y="165128"/>
                  </a:lnTo>
                  <a:lnTo>
                    <a:pt x="9676111" y="198737"/>
                  </a:lnTo>
                  <a:lnTo>
                    <a:pt x="9595828" y="235651"/>
                  </a:lnTo>
                  <a:lnTo>
                    <a:pt x="9521185" y="276095"/>
                  </a:lnTo>
                  <a:lnTo>
                    <a:pt x="9452184" y="320396"/>
                  </a:lnTo>
                  <a:lnTo>
                    <a:pt x="9388561" y="368972"/>
                  </a:lnTo>
                  <a:lnTo>
                    <a:pt x="9329874" y="422331"/>
                  </a:lnTo>
                  <a:lnTo>
                    <a:pt x="9275577" y="481046"/>
                  </a:lnTo>
                  <a:lnTo>
                    <a:pt x="9225068" y="545730"/>
                  </a:lnTo>
                  <a:lnTo>
                    <a:pt x="9177731" y="616982"/>
                  </a:lnTo>
                  <a:lnTo>
                    <a:pt x="9132971" y="695311"/>
                  </a:lnTo>
                  <a:lnTo>
                    <a:pt x="9090239" y="781009"/>
                  </a:lnTo>
                  <a:lnTo>
                    <a:pt x="9084767" y="792780"/>
                  </a:lnTo>
                  <a:lnTo>
                    <a:pt x="9054599" y="860952"/>
                  </a:lnTo>
                  <a:lnTo>
                    <a:pt x="9025075" y="933136"/>
                  </a:lnTo>
                  <a:lnTo>
                    <a:pt x="8996052" y="1009412"/>
                  </a:lnTo>
                  <a:lnTo>
                    <a:pt x="8967413" y="1089822"/>
                  </a:lnTo>
                  <a:lnTo>
                    <a:pt x="8939058" y="1174360"/>
                  </a:lnTo>
                  <a:lnTo>
                    <a:pt x="8910904" y="1262976"/>
                  </a:lnTo>
                  <a:lnTo>
                    <a:pt x="8882884" y="1355568"/>
                  </a:lnTo>
                  <a:lnTo>
                    <a:pt x="8854942" y="1451978"/>
                  </a:lnTo>
                  <a:lnTo>
                    <a:pt x="8827038" y="1551996"/>
                  </a:lnTo>
                  <a:lnTo>
                    <a:pt x="8799139" y="1655356"/>
                  </a:lnTo>
                  <a:lnTo>
                    <a:pt x="8771225" y="1761741"/>
                  </a:lnTo>
                  <a:lnTo>
                    <a:pt x="8743281" y="1870778"/>
                  </a:lnTo>
                  <a:lnTo>
                    <a:pt x="8715304" y="1982052"/>
                  </a:lnTo>
                  <a:lnTo>
                    <a:pt x="8687294" y="2095107"/>
                  </a:lnTo>
                  <a:lnTo>
                    <a:pt x="8659257" y="2209454"/>
                  </a:lnTo>
                  <a:lnTo>
                    <a:pt x="8631203" y="2324577"/>
                  </a:lnTo>
                  <a:lnTo>
                    <a:pt x="8603143" y="2439949"/>
                  </a:lnTo>
                  <a:lnTo>
                    <a:pt x="8575089" y="2555036"/>
                  </a:lnTo>
                  <a:lnTo>
                    <a:pt x="8547054" y="2669311"/>
                  </a:lnTo>
                  <a:lnTo>
                    <a:pt x="8519046" y="2782260"/>
                  </a:lnTo>
                  <a:lnTo>
                    <a:pt x="8491071" y="2893397"/>
                  </a:lnTo>
                  <a:lnTo>
                    <a:pt x="8463130" y="3002266"/>
                  </a:lnTo>
                  <a:lnTo>
                    <a:pt x="8435217" y="3108456"/>
                  </a:lnTo>
                  <a:lnTo>
                    <a:pt x="8407318" y="3211599"/>
                  </a:lnTo>
                  <a:lnTo>
                    <a:pt x="8379412" y="3311379"/>
                  </a:lnTo>
                  <a:lnTo>
                    <a:pt x="8351467" y="3407536"/>
                  </a:lnTo>
                  <a:lnTo>
                    <a:pt x="8323440" y="3499861"/>
                  </a:lnTo>
                  <a:lnTo>
                    <a:pt x="8295274" y="3588202"/>
                  </a:lnTo>
                  <a:lnTo>
                    <a:pt x="8266903" y="3672461"/>
                  </a:lnTo>
                  <a:lnTo>
                    <a:pt x="8238241" y="3752589"/>
                  </a:lnTo>
                  <a:lnTo>
                    <a:pt x="8209188" y="3828586"/>
                  </a:lnTo>
                  <a:lnTo>
                    <a:pt x="8179625" y="3900494"/>
                  </a:lnTo>
                  <a:lnTo>
                    <a:pt x="8151487" y="3963904"/>
                  </a:lnTo>
                  <a:lnTo>
                    <a:pt x="8108984" y="4050570"/>
                  </a:lnTo>
                  <a:lnTo>
                    <a:pt x="8064519" y="4129855"/>
                  </a:lnTo>
                  <a:lnTo>
                    <a:pt x="8017553" y="4202008"/>
                  </a:lnTo>
                  <a:lnTo>
                    <a:pt x="7967494" y="4267519"/>
                  </a:lnTo>
                  <a:lnTo>
                    <a:pt x="7913728" y="4326981"/>
                  </a:lnTo>
                  <a:lnTo>
                    <a:pt x="7855649" y="4381007"/>
                  </a:lnTo>
                  <a:lnTo>
                    <a:pt x="7792700" y="4430179"/>
                  </a:lnTo>
                  <a:lnTo>
                    <a:pt x="7724423" y="4475014"/>
                  </a:lnTo>
                  <a:lnTo>
                    <a:pt x="7650526" y="4515943"/>
                  </a:lnTo>
                  <a:lnTo>
                    <a:pt x="7570970" y="4553304"/>
                  </a:lnTo>
                  <a:lnTo>
                    <a:pt x="7486074" y="4587337"/>
                  </a:lnTo>
                  <a:lnTo>
                    <a:pt x="7396627" y="4618180"/>
                  </a:lnTo>
                  <a:lnTo>
                    <a:pt x="7303989" y="4645886"/>
                  </a:lnTo>
                  <a:lnTo>
                    <a:pt x="7210146" y="4670433"/>
                  </a:lnTo>
                  <a:lnTo>
                    <a:pt x="7117689" y="4691760"/>
                  </a:lnTo>
                  <a:lnTo>
                    <a:pt x="7029660" y="4709805"/>
                  </a:lnTo>
                  <a:lnTo>
                    <a:pt x="6949274" y="4724551"/>
                  </a:lnTo>
                  <a:lnTo>
                    <a:pt x="6879502" y="4736076"/>
                  </a:lnTo>
                  <a:lnTo>
                    <a:pt x="6822628" y="4744580"/>
                  </a:lnTo>
                  <a:lnTo>
                    <a:pt x="6779842" y="4750395"/>
                  </a:lnTo>
                  <a:lnTo>
                    <a:pt x="6750991" y="4753973"/>
                  </a:lnTo>
                  <a:lnTo>
                    <a:pt x="6734531" y="4755841"/>
                  </a:lnTo>
                  <a:lnTo>
                    <a:pt x="6727630" y="4756560"/>
                  </a:lnTo>
                  <a:lnTo>
                    <a:pt x="6726345" y="4756684"/>
                  </a:lnTo>
                  <a:lnTo>
                    <a:pt x="6726343" y="4756685"/>
                  </a:lnTo>
                  <a:lnTo>
                    <a:pt x="5254955" y="4756685"/>
                  </a:lnTo>
                  <a:lnTo>
                    <a:pt x="5253731" y="4756659"/>
                  </a:lnTo>
                  <a:lnTo>
                    <a:pt x="5245695" y="4756473"/>
                  </a:lnTo>
                  <a:lnTo>
                    <a:pt x="5225484" y="4755962"/>
                  </a:lnTo>
                  <a:lnTo>
                    <a:pt x="5189462" y="4754955"/>
                  </a:lnTo>
                  <a:lnTo>
                    <a:pt x="5136001" y="4753299"/>
                  </a:lnTo>
                  <a:lnTo>
                    <a:pt x="5065595" y="4750869"/>
                  </a:lnTo>
                  <a:lnTo>
                    <a:pt x="4980651" y="4747585"/>
                  </a:lnTo>
                  <a:lnTo>
                    <a:pt x="4884930" y="4743409"/>
                  </a:lnTo>
                  <a:lnTo>
                    <a:pt x="4782794" y="4738338"/>
                  </a:lnTo>
                  <a:lnTo>
                    <a:pt x="4678492" y="4732389"/>
                  </a:lnTo>
                  <a:lnTo>
                    <a:pt x="4575628" y="4725581"/>
                  </a:lnTo>
                  <a:lnTo>
                    <a:pt x="4476895" y="4717919"/>
                  </a:lnTo>
                  <a:lnTo>
                    <a:pt x="4384034" y="4709384"/>
                  </a:lnTo>
                  <a:lnTo>
                    <a:pt x="4297949" y="4699925"/>
                  </a:lnTo>
                  <a:lnTo>
                    <a:pt x="4218876" y="4689459"/>
                  </a:lnTo>
                  <a:lnTo>
                    <a:pt x="4146581" y="4677870"/>
                  </a:lnTo>
                  <a:lnTo>
                    <a:pt x="4080513" y="4665011"/>
                  </a:lnTo>
                  <a:lnTo>
                    <a:pt x="4019941" y="4650711"/>
                  </a:lnTo>
                  <a:lnTo>
                    <a:pt x="3964041" y="4634786"/>
                  </a:lnTo>
                  <a:lnTo>
                    <a:pt x="3911970" y="4617058"/>
                  </a:lnTo>
                  <a:lnTo>
                    <a:pt x="3862918" y="4597380"/>
                  </a:lnTo>
                  <a:lnTo>
                    <a:pt x="3829811" y="4582327"/>
                  </a:lnTo>
                  <a:lnTo>
                    <a:pt x="3779376" y="4556565"/>
                  </a:lnTo>
                  <a:lnTo>
                    <a:pt x="3730495" y="4528267"/>
                  </a:lnTo>
                  <a:lnTo>
                    <a:pt x="3682600" y="4497391"/>
                  </a:lnTo>
                  <a:lnTo>
                    <a:pt x="3635270" y="4463978"/>
                  </a:lnTo>
                  <a:lnTo>
                    <a:pt x="3588208" y="4428159"/>
                  </a:lnTo>
                  <a:lnTo>
                    <a:pt x="3541213" y="4390160"/>
                  </a:lnTo>
                  <a:lnTo>
                    <a:pt x="3494173" y="4350301"/>
                  </a:lnTo>
                  <a:lnTo>
                    <a:pt x="3447040" y="4308995"/>
                  </a:lnTo>
                  <a:lnTo>
                    <a:pt x="3399823" y="4266722"/>
                  </a:lnTo>
                  <a:lnTo>
                    <a:pt x="3352562" y="4224019"/>
                  </a:lnTo>
                  <a:lnTo>
                    <a:pt x="3305314" y="4181440"/>
                  </a:lnTo>
                  <a:lnTo>
                    <a:pt x="3258132" y="4139538"/>
                  </a:lnTo>
                  <a:lnTo>
                    <a:pt x="3211042" y="4098826"/>
                  </a:lnTo>
                  <a:lnTo>
                    <a:pt x="3164032" y="4059756"/>
                  </a:lnTo>
                  <a:lnTo>
                    <a:pt x="3117026" y="4022701"/>
                  </a:lnTo>
                  <a:lnTo>
                    <a:pt x="3069874" y="3987940"/>
                  </a:lnTo>
                  <a:lnTo>
                    <a:pt x="3022334" y="3955656"/>
                  </a:lnTo>
                  <a:lnTo>
                    <a:pt x="2974056" y="3925937"/>
                  </a:lnTo>
                  <a:lnTo>
                    <a:pt x="2924557" y="3898786"/>
                  </a:lnTo>
                  <a:lnTo>
                    <a:pt x="2896531" y="3884898"/>
                  </a:lnTo>
                  <a:lnTo>
                    <a:pt x="2849162" y="3863807"/>
                  </a:lnTo>
                  <a:lnTo>
                    <a:pt x="2799296" y="3844718"/>
                  </a:lnTo>
                  <a:lnTo>
                    <a:pt x="2746178" y="3827541"/>
                  </a:lnTo>
                  <a:lnTo>
                    <a:pt x="2688982" y="3812117"/>
                  </a:lnTo>
                  <a:lnTo>
                    <a:pt x="2626865" y="3798263"/>
                  </a:lnTo>
                  <a:lnTo>
                    <a:pt x="2559023" y="3785797"/>
                  </a:lnTo>
                  <a:lnTo>
                    <a:pt x="2484766" y="3774554"/>
                  </a:lnTo>
                  <a:lnTo>
                    <a:pt x="2403622" y="3764397"/>
                  </a:lnTo>
                  <a:lnTo>
                    <a:pt x="2315479" y="3755219"/>
                  </a:lnTo>
                  <a:lnTo>
                    <a:pt x="2220750" y="3746947"/>
                  </a:lnTo>
                  <a:lnTo>
                    <a:pt x="2120570" y="3739539"/>
                  </a:lnTo>
                  <a:lnTo>
                    <a:pt x="2016955" y="3732984"/>
                  </a:lnTo>
                  <a:lnTo>
                    <a:pt x="1912883" y="3727293"/>
                  </a:lnTo>
                  <a:lnTo>
                    <a:pt x="1812187" y="3722486"/>
                  </a:lnTo>
                  <a:lnTo>
                    <a:pt x="1719216" y="3718575"/>
                  </a:lnTo>
                  <a:lnTo>
                    <a:pt x="1638234" y="3715550"/>
                  </a:lnTo>
                  <a:lnTo>
                    <a:pt x="1572675" y="3713360"/>
                  </a:lnTo>
                  <a:lnTo>
                    <a:pt x="1524423" y="3711911"/>
                  </a:lnTo>
                  <a:lnTo>
                    <a:pt x="1493350" y="3711068"/>
                  </a:lnTo>
                  <a:lnTo>
                    <a:pt x="1477208" y="3710671"/>
                  </a:lnTo>
                  <a:lnTo>
                    <a:pt x="1471821" y="3710550"/>
                  </a:lnTo>
                  <a:lnTo>
                    <a:pt x="1471387" y="3710541"/>
                  </a:lnTo>
                  <a:lnTo>
                    <a:pt x="0" y="371054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32" name="pg1232"/>
            <p:cNvSpPr/>
            <p:nvPr/>
          </p:nvSpPr>
          <p:spPr>
            <a:xfrm>
              <a:off x="4799595" y="7112922"/>
              <a:ext cx="11981298" cy="2541802"/>
            </a:xfrm>
            <a:custGeom>
              <a:avLst/>
              <a:pathLst>
                <a:path w="11981298" h="2541802">
                  <a:moveTo>
                    <a:pt x="0" y="1487485"/>
                  </a:moveTo>
                  <a:lnTo>
                    <a:pt x="1471387" y="1487485"/>
                  </a:lnTo>
                  <a:lnTo>
                    <a:pt x="1472611" y="1487511"/>
                  </a:lnTo>
                  <a:lnTo>
                    <a:pt x="1480646" y="1487698"/>
                  </a:lnTo>
                  <a:lnTo>
                    <a:pt x="1500853" y="1488213"/>
                  </a:lnTo>
                  <a:lnTo>
                    <a:pt x="1536869" y="1489228"/>
                  </a:lnTo>
                  <a:lnTo>
                    <a:pt x="1590323" y="1490897"/>
                  </a:lnTo>
                  <a:lnTo>
                    <a:pt x="1660720" y="1493345"/>
                  </a:lnTo>
                  <a:lnTo>
                    <a:pt x="1745654" y="1496654"/>
                  </a:lnTo>
                  <a:lnTo>
                    <a:pt x="1841366" y="1500862"/>
                  </a:lnTo>
                  <a:lnTo>
                    <a:pt x="1943494" y="1505972"/>
                  </a:lnTo>
                  <a:lnTo>
                    <a:pt x="2047790" y="1511967"/>
                  </a:lnTo>
                  <a:lnTo>
                    <a:pt x="2150650" y="1518827"/>
                  </a:lnTo>
                  <a:lnTo>
                    <a:pt x="2249381" y="1526548"/>
                  </a:lnTo>
                  <a:lnTo>
                    <a:pt x="2342240" y="1535148"/>
                  </a:lnTo>
                  <a:lnTo>
                    <a:pt x="2428327" y="1544680"/>
                  </a:lnTo>
                  <a:lnTo>
                    <a:pt x="2507400" y="1555226"/>
                  </a:lnTo>
                  <a:lnTo>
                    <a:pt x="2579697" y="1566904"/>
                  </a:lnTo>
                  <a:lnTo>
                    <a:pt x="2645767" y="1579862"/>
                  </a:lnTo>
                  <a:lnTo>
                    <a:pt x="2706340" y="1594271"/>
                  </a:lnTo>
                  <a:lnTo>
                    <a:pt x="2762242" y="1610317"/>
                  </a:lnTo>
                  <a:lnTo>
                    <a:pt x="2814314" y="1628181"/>
                  </a:lnTo>
                  <a:lnTo>
                    <a:pt x="2863366" y="1648009"/>
                  </a:lnTo>
                  <a:lnTo>
                    <a:pt x="2896531" y="1663205"/>
                  </a:lnTo>
                  <a:lnTo>
                    <a:pt x="2946896" y="1689130"/>
                  </a:lnTo>
                  <a:lnTo>
                    <a:pt x="2995712" y="1717604"/>
                  </a:lnTo>
                  <a:lnTo>
                    <a:pt x="3043543" y="1748668"/>
                  </a:lnTo>
                  <a:lnTo>
                    <a:pt x="3090808" y="1782282"/>
                  </a:lnTo>
                  <a:lnTo>
                    <a:pt x="3137805" y="1818316"/>
                  </a:lnTo>
                  <a:lnTo>
                    <a:pt x="3184734" y="1856544"/>
                  </a:lnTo>
                  <a:lnTo>
                    <a:pt x="3231708" y="1896642"/>
                  </a:lnTo>
                  <a:lnTo>
                    <a:pt x="3278773" y="1938200"/>
                  </a:lnTo>
                  <a:lnTo>
                    <a:pt x="3325924" y="1980734"/>
                  </a:lnTo>
                  <a:lnTo>
                    <a:pt x="3373118" y="2023709"/>
                  </a:lnTo>
                  <a:lnTo>
                    <a:pt x="3420300" y="2066566"/>
                  </a:lnTo>
                  <a:lnTo>
                    <a:pt x="3467418" y="2108752"/>
                  </a:lnTo>
                  <a:lnTo>
                    <a:pt x="3514443" y="2149750"/>
                  </a:lnTo>
                  <a:lnTo>
                    <a:pt x="3561389" y="2189105"/>
                  </a:lnTo>
                  <a:lnTo>
                    <a:pt x="3608328" y="2226442"/>
                  </a:lnTo>
                  <a:lnTo>
                    <a:pt x="3655409" y="2261477"/>
                  </a:lnTo>
                  <a:lnTo>
                    <a:pt x="3702869" y="2294027"/>
                  </a:lnTo>
                  <a:lnTo>
                    <a:pt x="3751057" y="2324000"/>
                  </a:lnTo>
                  <a:lnTo>
                    <a:pt x="3800447" y="2351391"/>
                  </a:lnTo>
                  <a:lnTo>
                    <a:pt x="3829811" y="2366083"/>
                  </a:lnTo>
                  <a:lnTo>
                    <a:pt x="3877177" y="2387337"/>
                  </a:lnTo>
                  <a:lnTo>
                    <a:pt x="3927040" y="2406574"/>
                  </a:lnTo>
                  <a:lnTo>
                    <a:pt x="3980155" y="2423885"/>
                  </a:lnTo>
                  <a:lnTo>
                    <a:pt x="4037346" y="2439429"/>
                  </a:lnTo>
                  <a:lnTo>
                    <a:pt x="4099458" y="2453390"/>
                  </a:lnTo>
                  <a:lnTo>
                    <a:pt x="4167295" y="2465954"/>
                  </a:lnTo>
                  <a:lnTo>
                    <a:pt x="4241545" y="2477284"/>
                  </a:lnTo>
                  <a:lnTo>
                    <a:pt x="4322681" y="2487520"/>
                  </a:lnTo>
                  <a:lnTo>
                    <a:pt x="4410816" y="2496770"/>
                  </a:lnTo>
                  <a:lnTo>
                    <a:pt x="4505536" y="2505107"/>
                  </a:lnTo>
                  <a:lnTo>
                    <a:pt x="4605707" y="2512573"/>
                  </a:lnTo>
                  <a:lnTo>
                    <a:pt x="4709314" y="2519179"/>
                  </a:lnTo>
                  <a:lnTo>
                    <a:pt x="4813382" y="2524915"/>
                  </a:lnTo>
                  <a:lnTo>
                    <a:pt x="4914076" y="2529760"/>
                  </a:lnTo>
                  <a:lnTo>
                    <a:pt x="5007050" y="2533702"/>
                  </a:lnTo>
                  <a:lnTo>
                    <a:pt x="5088040" y="2536751"/>
                  </a:lnTo>
                  <a:lnTo>
                    <a:pt x="5153611" y="2538959"/>
                  </a:lnTo>
                  <a:lnTo>
                    <a:pt x="5201878" y="2540420"/>
                  </a:lnTo>
                  <a:lnTo>
                    <a:pt x="5232966" y="2541270"/>
                  </a:lnTo>
                  <a:lnTo>
                    <a:pt x="5249122" y="2541671"/>
                  </a:lnTo>
                  <a:lnTo>
                    <a:pt x="5254519" y="2541793"/>
                  </a:lnTo>
                  <a:lnTo>
                    <a:pt x="5254955" y="2541802"/>
                  </a:lnTo>
                  <a:lnTo>
                    <a:pt x="6726343" y="2541802"/>
                  </a:lnTo>
                  <a:lnTo>
                    <a:pt x="6727506" y="2541742"/>
                  </a:lnTo>
                  <a:lnTo>
                    <a:pt x="6735151" y="2541317"/>
                  </a:lnTo>
                  <a:lnTo>
                    <a:pt x="6754409" y="2540141"/>
                  </a:lnTo>
                  <a:lnTo>
                    <a:pt x="6788809" y="2537827"/>
                  </a:lnTo>
                  <a:lnTo>
                    <a:pt x="6840020" y="2534017"/>
                  </a:lnTo>
                  <a:lnTo>
                    <a:pt x="6907722" y="2528418"/>
                  </a:lnTo>
                  <a:lnTo>
                    <a:pt x="6989781" y="2520834"/>
                  </a:lnTo>
                  <a:lnTo>
                    <a:pt x="7082736" y="2511169"/>
                  </a:lnTo>
                  <a:lnTo>
                    <a:pt x="7182474" y="2499407"/>
                  </a:lnTo>
                  <a:lnTo>
                    <a:pt x="7284905" y="2485585"/>
                  </a:lnTo>
                  <a:lnTo>
                    <a:pt x="7386485" y="2469746"/>
                  </a:lnTo>
                  <a:lnTo>
                    <a:pt x="7484491" y="2451912"/>
                  </a:lnTo>
                  <a:lnTo>
                    <a:pt x="7577098" y="2432050"/>
                  </a:lnTo>
                  <a:lnTo>
                    <a:pt x="7663291" y="2410060"/>
                  </a:lnTo>
                  <a:lnTo>
                    <a:pt x="7742715" y="2385768"/>
                  </a:lnTo>
                  <a:lnTo>
                    <a:pt x="7815499" y="2358926"/>
                  </a:lnTo>
                  <a:lnTo>
                    <a:pt x="7882098" y="2329214"/>
                  </a:lnTo>
                  <a:lnTo>
                    <a:pt x="7943169" y="2296253"/>
                  </a:lnTo>
                  <a:lnTo>
                    <a:pt x="7999477" y="2259625"/>
                  </a:lnTo>
                  <a:lnTo>
                    <a:pt x="8051821" y="2218909"/>
                  </a:lnTo>
                  <a:lnTo>
                    <a:pt x="8100988" y="2173734"/>
                  </a:lnTo>
                  <a:lnTo>
                    <a:pt x="8147699" y="2123880"/>
                  </a:lnTo>
                  <a:lnTo>
                    <a:pt x="8151487" y="2119530"/>
                  </a:lnTo>
                  <a:lnTo>
                    <a:pt x="8190833" y="2071577"/>
                  </a:lnTo>
                  <a:lnTo>
                    <a:pt x="8229154" y="2019938"/>
                  </a:lnTo>
                  <a:lnTo>
                    <a:pt x="8266743" y="1964540"/>
                  </a:lnTo>
                  <a:lnTo>
                    <a:pt x="8303832" y="1905376"/>
                  </a:lnTo>
                  <a:lnTo>
                    <a:pt x="8340605" y="1842512"/>
                  </a:lnTo>
                  <a:lnTo>
                    <a:pt x="8377201" y="1776095"/>
                  </a:lnTo>
                  <a:lnTo>
                    <a:pt x="8413723" y="1706358"/>
                  </a:lnTo>
                  <a:lnTo>
                    <a:pt x="8450242" y="1633618"/>
                  </a:lnTo>
                  <a:lnTo>
                    <a:pt x="8486799" y="1558275"/>
                  </a:lnTo>
                  <a:lnTo>
                    <a:pt x="8523412" y="1480806"/>
                  </a:lnTo>
                  <a:lnTo>
                    <a:pt x="8560081" y="1401752"/>
                  </a:lnTo>
                  <a:lnTo>
                    <a:pt x="8596789" y="1321706"/>
                  </a:lnTo>
                  <a:lnTo>
                    <a:pt x="8633514" y="1241290"/>
                  </a:lnTo>
                  <a:lnTo>
                    <a:pt x="8670227" y="1161141"/>
                  </a:lnTo>
                  <a:lnTo>
                    <a:pt x="8706903" y="1081885"/>
                  </a:lnTo>
                  <a:lnTo>
                    <a:pt x="8743526" y="1004121"/>
                  </a:lnTo>
                  <a:lnTo>
                    <a:pt x="8780092" y="928399"/>
                  </a:lnTo>
                  <a:lnTo>
                    <a:pt x="8816614" y="855208"/>
                  </a:lnTo>
                  <a:lnTo>
                    <a:pt x="8853132" y="784961"/>
                  </a:lnTo>
                  <a:lnTo>
                    <a:pt x="8889710" y="717988"/>
                  </a:lnTo>
                  <a:lnTo>
                    <a:pt x="8926446" y="654536"/>
                  </a:lnTo>
                  <a:lnTo>
                    <a:pt x="8963472" y="594766"/>
                  </a:lnTo>
                  <a:lnTo>
                    <a:pt x="9000966" y="538756"/>
                  </a:lnTo>
                  <a:lnTo>
                    <a:pt x="9039150" y="486512"/>
                  </a:lnTo>
                  <a:lnTo>
                    <a:pt x="9078308" y="437969"/>
                  </a:lnTo>
                  <a:lnTo>
                    <a:pt x="9084767" y="430444"/>
                  </a:lnTo>
                  <a:lnTo>
                    <a:pt x="9131303" y="380200"/>
                  </a:lnTo>
                  <a:lnTo>
                    <a:pt x="9180239" y="334642"/>
                  </a:lnTo>
                  <a:lnTo>
                    <a:pt x="9232291" y="293568"/>
                  </a:lnTo>
                  <a:lnTo>
                    <a:pt x="9288239" y="256617"/>
                  </a:lnTo>
                  <a:lnTo>
                    <a:pt x="9348885" y="223368"/>
                  </a:lnTo>
                  <a:lnTo>
                    <a:pt x="9414998" y="193401"/>
                  </a:lnTo>
                  <a:lnTo>
                    <a:pt x="9487247" y="166334"/>
                  </a:lnTo>
                  <a:lnTo>
                    <a:pt x="9566109" y="141841"/>
                  </a:lnTo>
                  <a:lnTo>
                    <a:pt x="9651746" y="119668"/>
                  </a:lnTo>
                  <a:lnTo>
                    <a:pt x="9743849" y="99633"/>
                  </a:lnTo>
                  <a:lnTo>
                    <a:pt x="9841464" y="81633"/>
                  </a:lnTo>
                  <a:lnTo>
                    <a:pt x="9942839" y="65629"/>
                  </a:lnTo>
                  <a:lnTo>
                    <a:pt x="10045324" y="51637"/>
                  </a:lnTo>
                  <a:lnTo>
                    <a:pt x="10145436" y="39703"/>
                  </a:lnTo>
                  <a:lnTo>
                    <a:pt x="10239115" y="29863"/>
                  </a:lnTo>
                  <a:lnTo>
                    <a:pt x="10322224" y="22109"/>
                  </a:lnTo>
                  <a:lnTo>
                    <a:pt x="10391222" y="16351"/>
                  </a:lnTo>
                  <a:lnTo>
                    <a:pt x="10443841" y="12402"/>
                  </a:lnTo>
                  <a:lnTo>
                    <a:pt x="10479600" y="9977"/>
                  </a:lnTo>
                  <a:lnTo>
                    <a:pt x="10500005" y="8721"/>
                  </a:lnTo>
                  <a:lnTo>
                    <a:pt x="10508439" y="8248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8747" y="59"/>
                  </a:lnTo>
                  <a:lnTo>
                    <a:pt x="10501102" y="484"/>
                  </a:lnTo>
                  <a:lnTo>
                    <a:pt x="10481844" y="1660"/>
                  </a:lnTo>
                  <a:lnTo>
                    <a:pt x="10447444" y="3974"/>
                  </a:lnTo>
                  <a:lnTo>
                    <a:pt x="10396233" y="7785"/>
                  </a:lnTo>
                  <a:lnTo>
                    <a:pt x="10328532" y="13384"/>
                  </a:lnTo>
                  <a:lnTo>
                    <a:pt x="10246472" y="20967"/>
                  </a:lnTo>
                  <a:lnTo>
                    <a:pt x="10153517" y="30633"/>
                  </a:lnTo>
                  <a:lnTo>
                    <a:pt x="10053780" y="42394"/>
                  </a:lnTo>
                  <a:lnTo>
                    <a:pt x="9951348" y="56217"/>
                  </a:lnTo>
                  <a:lnTo>
                    <a:pt x="9849768" y="72055"/>
                  </a:lnTo>
                  <a:lnTo>
                    <a:pt x="9751762" y="89889"/>
                  </a:lnTo>
                  <a:lnTo>
                    <a:pt x="9659156" y="109752"/>
                  </a:lnTo>
                  <a:lnTo>
                    <a:pt x="9572962" y="131742"/>
                  </a:lnTo>
                  <a:lnTo>
                    <a:pt x="9493538" y="156033"/>
                  </a:lnTo>
                  <a:lnTo>
                    <a:pt x="9420755" y="182876"/>
                  </a:lnTo>
                  <a:lnTo>
                    <a:pt x="9354155" y="212588"/>
                  </a:lnTo>
                  <a:lnTo>
                    <a:pt x="9293084" y="245549"/>
                  </a:lnTo>
                  <a:lnTo>
                    <a:pt x="9236776" y="282176"/>
                  </a:lnTo>
                  <a:lnTo>
                    <a:pt x="9184432" y="322893"/>
                  </a:lnTo>
                  <a:lnTo>
                    <a:pt x="9135265" y="368068"/>
                  </a:lnTo>
                  <a:lnTo>
                    <a:pt x="9088554" y="417921"/>
                  </a:lnTo>
                  <a:lnTo>
                    <a:pt x="9084767" y="422271"/>
                  </a:lnTo>
                  <a:lnTo>
                    <a:pt x="9045421" y="470225"/>
                  </a:lnTo>
                  <a:lnTo>
                    <a:pt x="9007099" y="521864"/>
                  </a:lnTo>
                  <a:lnTo>
                    <a:pt x="8969510" y="577261"/>
                  </a:lnTo>
                  <a:lnTo>
                    <a:pt x="8932421" y="636426"/>
                  </a:lnTo>
                  <a:lnTo>
                    <a:pt x="8895649" y="699290"/>
                  </a:lnTo>
                  <a:lnTo>
                    <a:pt x="8859053" y="765706"/>
                  </a:lnTo>
                  <a:lnTo>
                    <a:pt x="8822530" y="835444"/>
                  </a:lnTo>
                  <a:lnTo>
                    <a:pt x="8786012" y="908184"/>
                  </a:lnTo>
                  <a:lnTo>
                    <a:pt x="8749455" y="983527"/>
                  </a:lnTo>
                  <a:lnTo>
                    <a:pt x="8712841" y="1060995"/>
                  </a:lnTo>
                  <a:lnTo>
                    <a:pt x="8676173" y="1140049"/>
                  </a:lnTo>
                  <a:lnTo>
                    <a:pt x="8639464" y="1220096"/>
                  </a:lnTo>
                  <a:lnTo>
                    <a:pt x="8602739" y="1300512"/>
                  </a:lnTo>
                  <a:lnTo>
                    <a:pt x="8566026" y="1380661"/>
                  </a:lnTo>
                  <a:lnTo>
                    <a:pt x="8529350" y="1459917"/>
                  </a:lnTo>
                  <a:lnTo>
                    <a:pt x="8492727" y="1537681"/>
                  </a:lnTo>
                  <a:lnTo>
                    <a:pt x="8456162" y="1613402"/>
                  </a:lnTo>
                  <a:lnTo>
                    <a:pt x="8419639" y="1686593"/>
                  </a:lnTo>
                  <a:lnTo>
                    <a:pt x="8383121" y="1756841"/>
                  </a:lnTo>
                  <a:lnTo>
                    <a:pt x="8346543" y="1823813"/>
                  </a:lnTo>
                  <a:lnTo>
                    <a:pt x="8309808" y="1887265"/>
                  </a:lnTo>
                  <a:lnTo>
                    <a:pt x="8272781" y="1947036"/>
                  </a:lnTo>
                  <a:lnTo>
                    <a:pt x="8235288" y="2003045"/>
                  </a:lnTo>
                  <a:lnTo>
                    <a:pt x="8197103" y="2055290"/>
                  </a:lnTo>
                  <a:lnTo>
                    <a:pt x="8157945" y="2103833"/>
                  </a:lnTo>
                  <a:lnTo>
                    <a:pt x="8151487" y="2111357"/>
                  </a:lnTo>
                  <a:lnTo>
                    <a:pt x="8104951" y="2161601"/>
                  </a:lnTo>
                  <a:lnTo>
                    <a:pt x="8056014" y="2207159"/>
                  </a:lnTo>
                  <a:lnTo>
                    <a:pt x="8003963" y="2248233"/>
                  </a:lnTo>
                  <a:lnTo>
                    <a:pt x="7948015" y="2285184"/>
                  </a:lnTo>
                  <a:lnTo>
                    <a:pt x="7887369" y="2318433"/>
                  </a:lnTo>
                  <a:lnTo>
                    <a:pt x="7821256" y="2348400"/>
                  </a:lnTo>
                  <a:lnTo>
                    <a:pt x="7749006" y="2375468"/>
                  </a:lnTo>
                  <a:lnTo>
                    <a:pt x="7670144" y="2399961"/>
                  </a:lnTo>
                  <a:lnTo>
                    <a:pt x="7584507" y="2422134"/>
                  </a:lnTo>
                  <a:lnTo>
                    <a:pt x="7492404" y="2442168"/>
                  </a:lnTo>
                  <a:lnTo>
                    <a:pt x="7394789" y="2460169"/>
                  </a:lnTo>
                  <a:lnTo>
                    <a:pt x="7293415" y="2476173"/>
                  </a:lnTo>
                  <a:lnTo>
                    <a:pt x="7190929" y="2490164"/>
                  </a:lnTo>
                  <a:lnTo>
                    <a:pt x="7090817" y="2502099"/>
                  </a:lnTo>
                  <a:lnTo>
                    <a:pt x="6997138" y="2511939"/>
                  </a:lnTo>
                  <a:lnTo>
                    <a:pt x="6914029" y="2519693"/>
                  </a:lnTo>
                  <a:lnTo>
                    <a:pt x="6845031" y="2525450"/>
                  </a:lnTo>
                  <a:lnTo>
                    <a:pt x="6792413" y="2529399"/>
                  </a:lnTo>
                  <a:lnTo>
                    <a:pt x="6756653" y="2531825"/>
                  </a:lnTo>
                  <a:lnTo>
                    <a:pt x="6736248" y="2533080"/>
                  </a:lnTo>
                  <a:lnTo>
                    <a:pt x="6727814" y="2533553"/>
                  </a:lnTo>
                  <a:lnTo>
                    <a:pt x="6726343" y="2533629"/>
                  </a:lnTo>
                  <a:lnTo>
                    <a:pt x="5254955" y="2533629"/>
                  </a:lnTo>
                  <a:lnTo>
                    <a:pt x="5253731" y="2533603"/>
                  </a:lnTo>
                  <a:lnTo>
                    <a:pt x="5245697" y="2533416"/>
                  </a:lnTo>
                  <a:lnTo>
                    <a:pt x="5225489" y="2532901"/>
                  </a:lnTo>
                  <a:lnTo>
                    <a:pt x="5189473" y="2531886"/>
                  </a:lnTo>
                  <a:lnTo>
                    <a:pt x="5136019" y="2530217"/>
                  </a:lnTo>
                  <a:lnTo>
                    <a:pt x="5065622" y="2527769"/>
                  </a:lnTo>
                  <a:lnTo>
                    <a:pt x="4980688" y="2524460"/>
                  </a:lnTo>
                  <a:lnTo>
                    <a:pt x="4884976" y="2520252"/>
                  </a:lnTo>
                  <a:lnTo>
                    <a:pt x="4782848" y="2515142"/>
                  </a:lnTo>
                  <a:lnTo>
                    <a:pt x="4678552" y="2509147"/>
                  </a:lnTo>
                  <a:lnTo>
                    <a:pt x="4575692" y="2502287"/>
                  </a:lnTo>
                  <a:lnTo>
                    <a:pt x="4476961" y="2494567"/>
                  </a:lnTo>
                  <a:lnTo>
                    <a:pt x="4384102" y="2485966"/>
                  </a:lnTo>
                  <a:lnTo>
                    <a:pt x="4298016" y="2476434"/>
                  </a:lnTo>
                  <a:lnTo>
                    <a:pt x="4218942" y="2465888"/>
                  </a:lnTo>
                  <a:lnTo>
                    <a:pt x="4146645" y="2454210"/>
                  </a:lnTo>
                  <a:lnTo>
                    <a:pt x="4080576" y="2441252"/>
                  </a:lnTo>
                  <a:lnTo>
                    <a:pt x="4020002" y="2426843"/>
                  </a:lnTo>
                  <a:lnTo>
                    <a:pt x="3964101" y="2410797"/>
                  </a:lnTo>
                  <a:lnTo>
                    <a:pt x="3912029" y="2392933"/>
                  </a:lnTo>
                  <a:lnTo>
                    <a:pt x="3862976" y="2373105"/>
                  </a:lnTo>
                  <a:lnTo>
                    <a:pt x="3829811" y="2357910"/>
                  </a:lnTo>
                  <a:lnTo>
                    <a:pt x="3779446" y="2331985"/>
                  </a:lnTo>
                  <a:lnTo>
                    <a:pt x="3730630" y="2303510"/>
                  </a:lnTo>
                  <a:lnTo>
                    <a:pt x="3682799" y="2272446"/>
                  </a:lnTo>
                  <a:lnTo>
                    <a:pt x="3635534" y="2238832"/>
                  </a:lnTo>
                  <a:lnTo>
                    <a:pt x="3588537" y="2202798"/>
                  </a:lnTo>
                  <a:lnTo>
                    <a:pt x="3541608" y="2164571"/>
                  </a:lnTo>
                  <a:lnTo>
                    <a:pt x="3494634" y="2124472"/>
                  </a:lnTo>
                  <a:lnTo>
                    <a:pt x="3447569" y="2082914"/>
                  </a:lnTo>
                  <a:lnTo>
                    <a:pt x="3400419" y="2040380"/>
                  </a:lnTo>
                  <a:lnTo>
                    <a:pt x="3353224" y="1997405"/>
                  </a:lnTo>
                  <a:lnTo>
                    <a:pt x="3306042" y="1954548"/>
                  </a:lnTo>
                  <a:lnTo>
                    <a:pt x="3258924" y="1912362"/>
                  </a:lnTo>
                  <a:lnTo>
                    <a:pt x="3211899" y="1871364"/>
                  </a:lnTo>
                  <a:lnTo>
                    <a:pt x="3164953" y="1832009"/>
                  </a:lnTo>
                  <a:lnTo>
                    <a:pt x="3118014" y="1794673"/>
                  </a:lnTo>
                  <a:lnTo>
                    <a:pt x="3070933" y="1759637"/>
                  </a:lnTo>
                  <a:lnTo>
                    <a:pt x="3023473" y="1727087"/>
                  </a:lnTo>
                  <a:lnTo>
                    <a:pt x="2975285" y="1697114"/>
                  </a:lnTo>
                  <a:lnTo>
                    <a:pt x="2925895" y="1669724"/>
                  </a:lnTo>
                  <a:lnTo>
                    <a:pt x="2896531" y="1655032"/>
                  </a:lnTo>
                  <a:lnTo>
                    <a:pt x="2849165" y="1633777"/>
                  </a:lnTo>
                  <a:lnTo>
                    <a:pt x="2799302" y="1614540"/>
                  </a:lnTo>
                  <a:lnTo>
                    <a:pt x="2746187" y="1597229"/>
                  </a:lnTo>
                  <a:lnTo>
                    <a:pt x="2688996" y="1581686"/>
                  </a:lnTo>
                  <a:lnTo>
                    <a:pt x="2626884" y="1567724"/>
                  </a:lnTo>
                  <a:lnTo>
                    <a:pt x="2559047" y="1555160"/>
                  </a:lnTo>
                  <a:lnTo>
                    <a:pt x="2484797" y="1543830"/>
                  </a:lnTo>
                  <a:lnTo>
                    <a:pt x="2403662" y="1533594"/>
                  </a:lnTo>
                  <a:lnTo>
                    <a:pt x="2315526" y="1524344"/>
                  </a:lnTo>
                  <a:lnTo>
                    <a:pt x="2220806" y="1516007"/>
                  </a:lnTo>
                  <a:lnTo>
                    <a:pt x="2120635" y="1508541"/>
                  </a:lnTo>
                  <a:lnTo>
                    <a:pt x="2017028" y="1501935"/>
                  </a:lnTo>
                  <a:lnTo>
                    <a:pt x="1912961" y="1496199"/>
                  </a:lnTo>
                  <a:lnTo>
                    <a:pt x="1812266" y="1491354"/>
                  </a:lnTo>
                  <a:lnTo>
                    <a:pt x="1719292" y="1487412"/>
                  </a:lnTo>
                  <a:lnTo>
                    <a:pt x="1638303" y="1484363"/>
                  </a:lnTo>
                  <a:lnTo>
                    <a:pt x="1572731" y="1482155"/>
                  </a:lnTo>
                  <a:lnTo>
                    <a:pt x="1524464" y="1480694"/>
                  </a:lnTo>
                  <a:lnTo>
                    <a:pt x="1493376" y="1479844"/>
                  </a:lnTo>
                  <a:lnTo>
                    <a:pt x="1477220" y="1479443"/>
                  </a:lnTo>
                  <a:lnTo>
                    <a:pt x="1471823" y="1479321"/>
                  </a:lnTo>
                  <a:lnTo>
                    <a:pt x="1471387" y="1479312"/>
                  </a:lnTo>
                  <a:lnTo>
                    <a:pt x="0" y="1479312"/>
                  </a:lnTo>
                  <a:close/>
                </a:path>
              </a:pathLst>
            </a:custGeom>
            <a:solidFill>
              <a:srgbClr val="67C1B3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233" name="pl1233"/>
            <p:cNvSpPr/>
            <p:nvPr/>
          </p:nvSpPr>
          <p:spPr>
            <a:xfrm>
              <a:off x="4799595" y="7121095"/>
              <a:ext cx="11981298" cy="2533629"/>
            </a:xfrm>
            <a:custGeom>
              <a:avLst/>
              <a:pathLst>
                <a:path w="11981298" h="2533629">
                  <a:moveTo>
                    <a:pt x="0" y="1479312"/>
                  </a:moveTo>
                  <a:lnTo>
                    <a:pt x="1471387" y="1479312"/>
                  </a:lnTo>
                  <a:lnTo>
                    <a:pt x="1472611" y="1479338"/>
                  </a:lnTo>
                  <a:lnTo>
                    <a:pt x="1480646" y="1479525"/>
                  </a:lnTo>
                  <a:lnTo>
                    <a:pt x="1500853" y="1480040"/>
                  </a:lnTo>
                  <a:lnTo>
                    <a:pt x="1536869" y="1481055"/>
                  </a:lnTo>
                  <a:lnTo>
                    <a:pt x="1590323" y="1482724"/>
                  </a:lnTo>
                  <a:lnTo>
                    <a:pt x="1660720" y="1485172"/>
                  </a:lnTo>
                  <a:lnTo>
                    <a:pt x="1745654" y="1488481"/>
                  </a:lnTo>
                  <a:lnTo>
                    <a:pt x="1841366" y="1492689"/>
                  </a:lnTo>
                  <a:lnTo>
                    <a:pt x="1943494" y="1497799"/>
                  </a:lnTo>
                  <a:lnTo>
                    <a:pt x="2047790" y="1503794"/>
                  </a:lnTo>
                  <a:lnTo>
                    <a:pt x="2150650" y="1510654"/>
                  </a:lnTo>
                  <a:lnTo>
                    <a:pt x="2249381" y="1518375"/>
                  </a:lnTo>
                  <a:lnTo>
                    <a:pt x="2342240" y="1526975"/>
                  </a:lnTo>
                  <a:lnTo>
                    <a:pt x="2428327" y="1536507"/>
                  </a:lnTo>
                  <a:lnTo>
                    <a:pt x="2507400" y="1547053"/>
                  </a:lnTo>
                  <a:lnTo>
                    <a:pt x="2579697" y="1558731"/>
                  </a:lnTo>
                  <a:lnTo>
                    <a:pt x="2645767" y="1571689"/>
                  </a:lnTo>
                  <a:lnTo>
                    <a:pt x="2706340" y="1586098"/>
                  </a:lnTo>
                  <a:lnTo>
                    <a:pt x="2762242" y="1602144"/>
                  </a:lnTo>
                  <a:lnTo>
                    <a:pt x="2814314" y="1620008"/>
                  </a:lnTo>
                  <a:lnTo>
                    <a:pt x="2863366" y="1639836"/>
                  </a:lnTo>
                  <a:lnTo>
                    <a:pt x="2896531" y="1655032"/>
                  </a:lnTo>
                  <a:lnTo>
                    <a:pt x="2946896" y="1680957"/>
                  </a:lnTo>
                  <a:lnTo>
                    <a:pt x="2995712" y="1709431"/>
                  </a:lnTo>
                  <a:lnTo>
                    <a:pt x="3043543" y="1740495"/>
                  </a:lnTo>
                  <a:lnTo>
                    <a:pt x="3090808" y="1774110"/>
                  </a:lnTo>
                  <a:lnTo>
                    <a:pt x="3137805" y="1810143"/>
                  </a:lnTo>
                  <a:lnTo>
                    <a:pt x="3184734" y="1848371"/>
                  </a:lnTo>
                  <a:lnTo>
                    <a:pt x="3231708" y="1888469"/>
                  </a:lnTo>
                  <a:lnTo>
                    <a:pt x="3278773" y="1930027"/>
                  </a:lnTo>
                  <a:lnTo>
                    <a:pt x="3325924" y="1972561"/>
                  </a:lnTo>
                  <a:lnTo>
                    <a:pt x="3373118" y="2015536"/>
                  </a:lnTo>
                  <a:lnTo>
                    <a:pt x="3420300" y="2058393"/>
                  </a:lnTo>
                  <a:lnTo>
                    <a:pt x="3467418" y="2100579"/>
                  </a:lnTo>
                  <a:lnTo>
                    <a:pt x="3514443" y="2141577"/>
                  </a:lnTo>
                  <a:lnTo>
                    <a:pt x="3561389" y="2180932"/>
                  </a:lnTo>
                  <a:lnTo>
                    <a:pt x="3608328" y="2218269"/>
                  </a:lnTo>
                  <a:lnTo>
                    <a:pt x="3655409" y="2253304"/>
                  </a:lnTo>
                  <a:lnTo>
                    <a:pt x="3702869" y="2285854"/>
                  </a:lnTo>
                  <a:lnTo>
                    <a:pt x="3751057" y="2315827"/>
                  </a:lnTo>
                  <a:lnTo>
                    <a:pt x="3800447" y="2343218"/>
                  </a:lnTo>
                  <a:lnTo>
                    <a:pt x="3829811" y="2357910"/>
                  </a:lnTo>
                  <a:lnTo>
                    <a:pt x="3877177" y="2379164"/>
                  </a:lnTo>
                  <a:lnTo>
                    <a:pt x="3927040" y="2398401"/>
                  </a:lnTo>
                  <a:lnTo>
                    <a:pt x="3980155" y="2415712"/>
                  </a:lnTo>
                  <a:lnTo>
                    <a:pt x="4037346" y="2431256"/>
                  </a:lnTo>
                  <a:lnTo>
                    <a:pt x="4099458" y="2445217"/>
                  </a:lnTo>
                  <a:lnTo>
                    <a:pt x="4167295" y="2457781"/>
                  </a:lnTo>
                  <a:lnTo>
                    <a:pt x="4241545" y="2469111"/>
                  </a:lnTo>
                  <a:lnTo>
                    <a:pt x="4322681" y="2479347"/>
                  </a:lnTo>
                  <a:lnTo>
                    <a:pt x="4410816" y="2488597"/>
                  </a:lnTo>
                  <a:lnTo>
                    <a:pt x="4505536" y="2496934"/>
                  </a:lnTo>
                  <a:lnTo>
                    <a:pt x="4605707" y="2504400"/>
                  </a:lnTo>
                  <a:lnTo>
                    <a:pt x="4709314" y="2511006"/>
                  </a:lnTo>
                  <a:lnTo>
                    <a:pt x="4813382" y="2516742"/>
                  </a:lnTo>
                  <a:lnTo>
                    <a:pt x="4914076" y="2521587"/>
                  </a:lnTo>
                  <a:lnTo>
                    <a:pt x="5007050" y="2525529"/>
                  </a:lnTo>
                  <a:lnTo>
                    <a:pt x="5088040" y="2528578"/>
                  </a:lnTo>
                  <a:lnTo>
                    <a:pt x="5153611" y="2530786"/>
                  </a:lnTo>
                  <a:lnTo>
                    <a:pt x="5201878" y="2532247"/>
                  </a:lnTo>
                  <a:lnTo>
                    <a:pt x="5232966" y="2533097"/>
                  </a:lnTo>
                  <a:lnTo>
                    <a:pt x="5249122" y="2533498"/>
                  </a:lnTo>
                  <a:lnTo>
                    <a:pt x="5254519" y="2533620"/>
                  </a:lnTo>
                  <a:lnTo>
                    <a:pt x="5254955" y="2533629"/>
                  </a:lnTo>
                  <a:lnTo>
                    <a:pt x="6726343" y="2533629"/>
                  </a:lnTo>
                  <a:lnTo>
                    <a:pt x="6727506" y="2533569"/>
                  </a:lnTo>
                  <a:lnTo>
                    <a:pt x="6735151" y="2533144"/>
                  </a:lnTo>
                  <a:lnTo>
                    <a:pt x="6754409" y="2531968"/>
                  </a:lnTo>
                  <a:lnTo>
                    <a:pt x="6788809" y="2529654"/>
                  </a:lnTo>
                  <a:lnTo>
                    <a:pt x="6840020" y="2525844"/>
                  </a:lnTo>
                  <a:lnTo>
                    <a:pt x="6907722" y="2520245"/>
                  </a:lnTo>
                  <a:lnTo>
                    <a:pt x="6989781" y="2512661"/>
                  </a:lnTo>
                  <a:lnTo>
                    <a:pt x="7082736" y="2502996"/>
                  </a:lnTo>
                  <a:lnTo>
                    <a:pt x="7182474" y="2491234"/>
                  </a:lnTo>
                  <a:lnTo>
                    <a:pt x="7284905" y="2477412"/>
                  </a:lnTo>
                  <a:lnTo>
                    <a:pt x="7386485" y="2461573"/>
                  </a:lnTo>
                  <a:lnTo>
                    <a:pt x="7484491" y="2443739"/>
                  </a:lnTo>
                  <a:lnTo>
                    <a:pt x="7577098" y="2423877"/>
                  </a:lnTo>
                  <a:lnTo>
                    <a:pt x="7663291" y="2401887"/>
                  </a:lnTo>
                  <a:lnTo>
                    <a:pt x="7742715" y="2377595"/>
                  </a:lnTo>
                  <a:lnTo>
                    <a:pt x="7815499" y="2350753"/>
                  </a:lnTo>
                  <a:lnTo>
                    <a:pt x="7882098" y="2321041"/>
                  </a:lnTo>
                  <a:lnTo>
                    <a:pt x="7943169" y="2288080"/>
                  </a:lnTo>
                  <a:lnTo>
                    <a:pt x="7999477" y="2251452"/>
                  </a:lnTo>
                  <a:lnTo>
                    <a:pt x="8051821" y="2210736"/>
                  </a:lnTo>
                  <a:lnTo>
                    <a:pt x="8100988" y="2165561"/>
                  </a:lnTo>
                  <a:lnTo>
                    <a:pt x="8147699" y="2115707"/>
                  </a:lnTo>
                  <a:lnTo>
                    <a:pt x="8151487" y="2111357"/>
                  </a:lnTo>
                  <a:lnTo>
                    <a:pt x="8190833" y="2063404"/>
                  </a:lnTo>
                  <a:lnTo>
                    <a:pt x="8229154" y="2011765"/>
                  </a:lnTo>
                  <a:lnTo>
                    <a:pt x="8266743" y="1956367"/>
                  </a:lnTo>
                  <a:lnTo>
                    <a:pt x="8303832" y="1897203"/>
                  </a:lnTo>
                  <a:lnTo>
                    <a:pt x="8340605" y="1834339"/>
                  </a:lnTo>
                  <a:lnTo>
                    <a:pt x="8377201" y="1767922"/>
                  </a:lnTo>
                  <a:lnTo>
                    <a:pt x="8413723" y="1698185"/>
                  </a:lnTo>
                  <a:lnTo>
                    <a:pt x="8450242" y="1625445"/>
                  </a:lnTo>
                  <a:lnTo>
                    <a:pt x="8486799" y="1550102"/>
                  </a:lnTo>
                  <a:lnTo>
                    <a:pt x="8523412" y="1472633"/>
                  </a:lnTo>
                  <a:lnTo>
                    <a:pt x="8560081" y="1393579"/>
                  </a:lnTo>
                  <a:lnTo>
                    <a:pt x="8596789" y="1313533"/>
                  </a:lnTo>
                  <a:lnTo>
                    <a:pt x="8633514" y="1233117"/>
                  </a:lnTo>
                  <a:lnTo>
                    <a:pt x="8670227" y="1152968"/>
                  </a:lnTo>
                  <a:lnTo>
                    <a:pt x="8706903" y="1073712"/>
                  </a:lnTo>
                  <a:lnTo>
                    <a:pt x="8743526" y="995948"/>
                  </a:lnTo>
                  <a:lnTo>
                    <a:pt x="8780092" y="920226"/>
                  </a:lnTo>
                  <a:lnTo>
                    <a:pt x="8816614" y="847035"/>
                  </a:lnTo>
                  <a:lnTo>
                    <a:pt x="8853132" y="776788"/>
                  </a:lnTo>
                  <a:lnTo>
                    <a:pt x="8889710" y="709815"/>
                  </a:lnTo>
                  <a:lnTo>
                    <a:pt x="8926446" y="646363"/>
                  </a:lnTo>
                  <a:lnTo>
                    <a:pt x="8963472" y="586593"/>
                  </a:lnTo>
                  <a:lnTo>
                    <a:pt x="9000966" y="530583"/>
                  </a:lnTo>
                  <a:lnTo>
                    <a:pt x="9039150" y="478339"/>
                  </a:lnTo>
                  <a:lnTo>
                    <a:pt x="9078308" y="429796"/>
                  </a:lnTo>
                  <a:lnTo>
                    <a:pt x="9084767" y="422271"/>
                  </a:lnTo>
                  <a:lnTo>
                    <a:pt x="9131303" y="372027"/>
                  </a:lnTo>
                  <a:lnTo>
                    <a:pt x="9180239" y="326469"/>
                  </a:lnTo>
                  <a:lnTo>
                    <a:pt x="9232291" y="285395"/>
                  </a:lnTo>
                  <a:lnTo>
                    <a:pt x="9288239" y="248444"/>
                  </a:lnTo>
                  <a:lnTo>
                    <a:pt x="9348885" y="215195"/>
                  </a:lnTo>
                  <a:lnTo>
                    <a:pt x="9414998" y="185228"/>
                  </a:lnTo>
                  <a:lnTo>
                    <a:pt x="9487247" y="158161"/>
                  </a:lnTo>
                  <a:lnTo>
                    <a:pt x="9566109" y="133668"/>
                  </a:lnTo>
                  <a:lnTo>
                    <a:pt x="9651746" y="111495"/>
                  </a:lnTo>
                  <a:lnTo>
                    <a:pt x="9743849" y="91460"/>
                  </a:lnTo>
                  <a:lnTo>
                    <a:pt x="9841464" y="73460"/>
                  </a:lnTo>
                  <a:lnTo>
                    <a:pt x="9942839" y="57456"/>
                  </a:lnTo>
                  <a:lnTo>
                    <a:pt x="10045324" y="43464"/>
                  </a:lnTo>
                  <a:lnTo>
                    <a:pt x="10145436" y="31530"/>
                  </a:lnTo>
                  <a:lnTo>
                    <a:pt x="10239115" y="21690"/>
                  </a:lnTo>
                  <a:lnTo>
                    <a:pt x="10322224" y="13936"/>
                  </a:lnTo>
                  <a:lnTo>
                    <a:pt x="10391222" y="8178"/>
                  </a:lnTo>
                  <a:lnTo>
                    <a:pt x="10443841" y="4229"/>
                  </a:lnTo>
                  <a:lnTo>
                    <a:pt x="10479600" y="1804"/>
                  </a:lnTo>
                  <a:lnTo>
                    <a:pt x="10500005" y="548"/>
                  </a:lnTo>
                  <a:lnTo>
                    <a:pt x="10508439" y="75"/>
                  </a:lnTo>
                  <a:lnTo>
                    <a:pt x="10509910" y="0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34" name="pl1234"/>
            <p:cNvSpPr/>
            <p:nvPr/>
          </p:nvSpPr>
          <p:spPr>
            <a:xfrm>
              <a:off x="4799595" y="7112922"/>
              <a:ext cx="11981298" cy="2533629"/>
            </a:xfrm>
            <a:custGeom>
              <a:avLst/>
              <a:pathLst>
                <a:path w="11981298" h="2533629">
                  <a:moveTo>
                    <a:pt x="11981298" y="0"/>
                  </a:moveTo>
                  <a:lnTo>
                    <a:pt x="10509911" y="0"/>
                  </a:lnTo>
                  <a:lnTo>
                    <a:pt x="10508747" y="59"/>
                  </a:lnTo>
                  <a:lnTo>
                    <a:pt x="10501102" y="484"/>
                  </a:lnTo>
                  <a:lnTo>
                    <a:pt x="10481844" y="1660"/>
                  </a:lnTo>
                  <a:lnTo>
                    <a:pt x="10447444" y="3974"/>
                  </a:lnTo>
                  <a:lnTo>
                    <a:pt x="10396233" y="7785"/>
                  </a:lnTo>
                  <a:lnTo>
                    <a:pt x="10328532" y="13384"/>
                  </a:lnTo>
                  <a:lnTo>
                    <a:pt x="10246472" y="20967"/>
                  </a:lnTo>
                  <a:lnTo>
                    <a:pt x="10153517" y="30633"/>
                  </a:lnTo>
                  <a:lnTo>
                    <a:pt x="10053780" y="42394"/>
                  </a:lnTo>
                  <a:lnTo>
                    <a:pt x="9951348" y="56217"/>
                  </a:lnTo>
                  <a:lnTo>
                    <a:pt x="9849768" y="72055"/>
                  </a:lnTo>
                  <a:lnTo>
                    <a:pt x="9751762" y="89889"/>
                  </a:lnTo>
                  <a:lnTo>
                    <a:pt x="9659156" y="109752"/>
                  </a:lnTo>
                  <a:lnTo>
                    <a:pt x="9572962" y="131742"/>
                  </a:lnTo>
                  <a:lnTo>
                    <a:pt x="9493538" y="156033"/>
                  </a:lnTo>
                  <a:lnTo>
                    <a:pt x="9420755" y="182876"/>
                  </a:lnTo>
                  <a:lnTo>
                    <a:pt x="9354155" y="212588"/>
                  </a:lnTo>
                  <a:lnTo>
                    <a:pt x="9293084" y="245549"/>
                  </a:lnTo>
                  <a:lnTo>
                    <a:pt x="9236776" y="282176"/>
                  </a:lnTo>
                  <a:lnTo>
                    <a:pt x="9184432" y="322893"/>
                  </a:lnTo>
                  <a:lnTo>
                    <a:pt x="9135265" y="368068"/>
                  </a:lnTo>
                  <a:lnTo>
                    <a:pt x="9088554" y="417921"/>
                  </a:lnTo>
                  <a:lnTo>
                    <a:pt x="9084767" y="422271"/>
                  </a:lnTo>
                  <a:lnTo>
                    <a:pt x="9045421" y="470225"/>
                  </a:lnTo>
                  <a:lnTo>
                    <a:pt x="9007099" y="521864"/>
                  </a:lnTo>
                  <a:lnTo>
                    <a:pt x="8969510" y="577261"/>
                  </a:lnTo>
                  <a:lnTo>
                    <a:pt x="8932421" y="636426"/>
                  </a:lnTo>
                  <a:lnTo>
                    <a:pt x="8895649" y="699290"/>
                  </a:lnTo>
                  <a:lnTo>
                    <a:pt x="8859053" y="765706"/>
                  </a:lnTo>
                  <a:lnTo>
                    <a:pt x="8822530" y="835444"/>
                  </a:lnTo>
                  <a:lnTo>
                    <a:pt x="8786012" y="908184"/>
                  </a:lnTo>
                  <a:lnTo>
                    <a:pt x="8749455" y="983527"/>
                  </a:lnTo>
                  <a:lnTo>
                    <a:pt x="8712841" y="1060995"/>
                  </a:lnTo>
                  <a:lnTo>
                    <a:pt x="8676173" y="1140049"/>
                  </a:lnTo>
                  <a:lnTo>
                    <a:pt x="8639464" y="1220096"/>
                  </a:lnTo>
                  <a:lnTo>
                    <a:pt x="8602739" y="1300512"/>
                  </a:lnTo>
                  <a:lnTo>
                    <a:pt x="8566026" y="1380661"/>
                  </a:lnTo>
                  <a:lnTo>
                    <a:pt x="8529350" y="1459917"/>
                  </a:lnTo>
                  <a:lnTo>
                    <a:pt x="8492727" y="1537681"/>
                  </a:lnTo>
                  <a:lnTo>
                    <a:pt x="8456162" y="1613402"/>
                  </a:lnTo>
                  <a:lnTo>
                    <a:pt x="8419639" y="1686593"/>
                  </a:lnTo>
                  <a:lnTo>
                    <a:pt x="8383121" y="1756841"/>
                  </a:lnTo>
                  <a:lnTo>
                    <a:pt x="8346543" y="1823813"/>
                  </a:lnTo>
                  <a:lnTo>
                    <a:pt x="8309808" y="1887265"/>
                  </a:lnTo>
                  <a:lnTo>
                    <a:pt x="8272781" y="1947036"/>
                  </a:lnTo>
                  <a:lnTo>
                    <a:pt x="8235288" y="2003045"/>
                  </a:lnTo>
                  <a:lnTo>
                    <a:pt x="8197103" y="2055290"/>
                  </a:lnTo>
                  <a:lnTo>
                    <a:pt x="8157945" y="2103833"/>
                  </a:lnTo>
                  <a:lnTo>
                    <a:pt x="8151487" y="2111357"/>
                  </a:lnTo>
                  <a:lnTo>
                    <a:pt x="8104951" y="2161601"/>
                  </a:lnTo>
                  <a:lnTo>
                    <a:pt x="8056014" y="2207159"/>
                  </a:lnTo>
                  <a:lnTo>
                    <a:pt x="8003963" y="2248233"/>
                  </a:lnTo>
                  <a:lnTo>
                    <a:pt x="7948015" y="2285184"/>
                  </a:lnTo>
                  <a:lnTo>
                    <a:pt x="7887369" y="2318433"/>
                  </a:lnTo>
                  <a:lnTo>
                    <a:pt x="7821256" y="2348400"/>
                  </a:lnTo>
                  <a:lnTo>
                    <a:pt x="7749006" y="2375468"/>
                  </a:lnTo>
                  <a:lnTo>
                    <a:pt x="7670144" y="2399961"/>
                  </a:lnTo>
                  <a:lnTo>
                    <a:pt x="7584507" y="2422134"/>
                  </a:lnTo>
                  <a:lnTo>
                    <a:pt x="7492404" y="2442168"/>
                  </a:lnTo>
                  <a:lnTo>
                    <a:pt x="7394789" y="2460169"/>
                  </a:lnTo>
                  <a:lnTo>
                    <a:pt x="7293415" y="2476173"/>
                  </a:lnTo>
                  <a:lnTo>
                    <a:pt x="7190929" y="2490164"/>
                  </a:lnTo>
                  <a:lnTo>
                    <a:pt x="7090817" y="2502099"/>
                  </a:lnTo>
                  <a:lnTo>
                    <a:pt x="6997138" y="2511939"/>
                  </a:lnTo>
                  <a:lnTo>
                    <a:pt x="6914029" y="2519693"/>
                  </a:lnTo>
                  <a:lnTo>
                    <a:pt x="6845031" y="2525450"/>
                  </a:lnTo>
                  <a:lnTo>
                    <a:pt x="6792413" y="2529399"/>
                  </a:lnTo>
                  <a:lnTo>
                    <a:pt x="6756653" y="2531825"/>
                  </a:lnTo>
                  <a:lnTo>
                    <a:pt x="6736248" y="2533080"/>
                  </a:lnTo>
                  <a:lnTo>
                    <a:pt x="6727814" y="2533553"/>
                  </a:lnTo>
                  <a:lnTo>
                    <a:pt x="6726343" y="2533629"/>
                  </a:lnTo>
                  <a:lnTo>
                    <a:pt x="6726343" y="2533629"/>
                  </a:lnTo>
                  <a:lnTo>
                    <a:pt x="5254955" y="2533629"/>
                  </a:lnTo>
                  <a:lnTo>
                    <a:pt x="5253731" y="2533603"/>
                  </a:lnTo>
                  <a:lnTo>
                    <a:pt x="5245697" y="2533416"/>
                  </a:lnTo>
                  <a:lnTo>
                    <a:pt x="5225489" y="2532901"/>
                  </a:lnTo>
                  <a:lnTo>
                    <a:pt x="5189473" y="2531886"/>
                  </a:lnTo>
                  <a:lnTo>
                    <a:pt x="5136019" y="2530217"/>
                  </a:lnTo>
                  <a:lnTo>
                    <a:pt x="5065622" y="2527769"/>
                  </a:lnTo>
                  <a:lnTo>
                    <a:pt x="4980688" y="2524460"/>
                  </a:lnTo>
                  <a:lnTo>
                    <a:pt x="4884976" y="2520252"/>
                  </a:lnTo>
                  <a:lnTo>
                    <a:pt x="4782848" y="2515142"/>
                  </a:lnTo>
                  <a:lnTo>
                    <a:pt x="4678552" y="2509147"/>
                  </a:lnTo>
                  <a:lnTo>
                    <a:pt x="4575692" y="2502287"/>
                  </a:lnTo>
                  <a:lnTo>
                    <a:pt x="4476961" y="2494567"/>
                  </a:lnTo>
                  <a:lnTo>
                    <a:pt x="4384102" y="2485966"/>
                  </a:lnTo>
                  <a:lnTo>
                    <a:pt x="4298016" y="2476434"/>
                  </a:lnTo>
                  <a:lnTo>
                    <a:pt x="4218942" y="2465888"/>
                  </a:lnTo>
                  <a:lnTo>
                    <a:pt x="4146645" y="2454210"/>
                  </a:lnTo>
                  <a:lnTo>
                    <a:pt x="4080576" y="2441252"/>
                  </a:lnTo>
                  <a:lnTo>
                    <a:pt x="4020002" y="2426843"/>
                  </a:lnTo>
                  <a:lnTo>
                    <a:pt x="3964101" y="2410797"/>
                  </a:lnTo>
                  <a:lnTo>
                    <a:pt x="3912029" y="2392933"/>
                  </a:lnTo>
                  <a:lnTo>
                    <a:pt x="3862976" y="2373105"/>
                  </a:lnTo>
                  <a:lnTo>
                    <a:pt x="3829811" y="2357910"/>
                  </a:lnTo>
                  <a:lnTo>
                    <a:pt x="3779446" y="2331985"/>
                  </a:lnTo>
                  <a:lnTo>
                    <a:pt x="3730630" y="2303510"/>
                  </a:lnTo>
                  <a:lnTo>
                    <a:pt x="3682799" y="2272446"/>
                  </a:lnTo>
                  <a:lnTo>
                    <a:pt x="3635534" y="2238832"/>
                  </a:lnTo>
                  <a:lnTo>
                    <a:pt x="3588537" y="2202798"/>
                  </a:lnTo>
                  <a:lnTo>
                    <a:pt x="3541608" y="2164571"/>
                  </a:lnTo>
                  <a:lnTo>
                    <a:pt x="3494634" y="2124472"/>
                  </a:lnTo>
                  <a:lnTo>
                    <a:pt x="3447569" y="2082914"/>
                  </a:lnTo>
                  <a:lnTo>
                    <a:pt x="3400419" y="2040380"/>
                  </a:lnTo>
                  <a:lnTo>
                    <a:pt x="3353224" y="1997405"/>
                  </a:lnTo>
                  <a:lnTo>
                    <a:pt x="3306042" y="1954548"/>
                  </a:lnTo>
                  <a:lnTo>
                    <a:pt x="3258924" y="1912362"/>
                  </a:lnTo>
                  <a:lnTo>
                    <a:pt x="3211899" y="1871364"/>
                  </a:lnTo>
                  <a:lnTo>
                    <a:pt x="3164953" y="1832009"/>
                  </a:lnTo>
                  <a:lnTo>
                    <a:pt x="3118014" y="1794673"/>
                  </a:lnTo>
                  <a:lnTo>
                    <a:pt x="3070933" y="1759637"/>
                  </a:lnTo>
                  <a:lnTo>
                    <a:pt x="3023473" y="1727087"/>
                  </a:lnTo>
                  <a:lnTo>
                    <a:pt x="2975285" y="1697114"/>
                  </a:lnTo>
                  <a:lnTo>
                    <a:pt x="2925895" y="1669724"/>
                  </a:lnTo>
                  <a:lnTo>
                    <a:pt x="2896531" y="1655032"/>
                  </a:lnTo>
                  <a:lnTo>
                    <a:pt x="2849165" y="1633777"/>
                  </a:lnTo>
                  <a:lnTo>
                    <a:pt x="2799302" y="1614540"/>
                  </a:lnTo>
                  <a:lnTo>
                    <a:pt x="2746187" y="1597229"/>
                  </a:lnTo>
                  <a:lnTo>
                    <a:pt x="2688996" y="1581686"/>
                  </a:lnTo>
                  <a:lnTo>
                    <a:pt x="2626884" y="1567724"/>
                  </a:lnTo>
                  <a:lnTo>
                    <a:pt x="2559047" y="1555160"/>
                  </a:lnTo>
                  <a:lnTo>
                    <a:pt x="2484797" y="1543830"/>
                  </a:lnTo>
                  <a:lnTo>
                    <a:pt x="2403662" y="1533594"/>
                  </a:lnTo>
                  <a:lnTo>
                    <a:pt x="2315526" y="1524344"/>
                  </a:lnTo>
                  <a:lnTo>
                    <a:pt x="2220806" y="1516007"/>
                  </a:lnTo>
                  <a:lnTo>
                    <a:pt x="2120635" y="1508541"/>
                  </a:lnTo>
                  <a:lnTo>
                    <a:pt x="2017028" y="1501935"/>
                  </a:lnTo>
                  <a:lnTo>
                    <a:pt x="1912961" y="1496199"/>
                  </a:lnTo>
                  <a:lnTo>
                    <a:pt x="1812266" y="1491354"/>
                  </a:lnTo>
                  <a:lnTo>
                    <a:pt x="1719292" y="1487412"/>
                  </a:lnTo>
                  <a:lnTo>
                    <a:pt x="1638303" y="1484363"/>
                  </a:lnTo>
                  <a:lnTo>
                    <a:pt x="1572731" y="1482155"/>
                  </a:lnTo>
                  <a:lnTo>
                    <a:pt x="1524464" y="1480694"/>
                  </a:lnTo>
                  <a:lnTo>
                    <a:pt x="1493376" y="1479844"/>
                  </a:lnTo>
                  <a:lnTo>
                    <a:pt x="1477220" y="1479443"/>
                  </a:lnTo>
                  <a:lnTo>
                    <a:pt x="1471823" y="1479321"/>
                  </a:lnTo>
                  <a:lnTo>
                    <a:pt x="1471387" y="1479312"/>
                  </a:lnTo>
                  <a:lnTo>
                    <a:pt x="0" y="147931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35" name="pg1235"/>
            <p:cNvSpPr/>
            <p:nvPr/>
          </p:nvSpPr>
          <p:spPr>
            <a:xfrm>
              <a:off x="4799595" y="7783108"/>
              <a:ext cx="11981298" cy="1879789"/>
            </a:xfrm>
            <a:custGeom>
              <a:avLst/>
              <a:pathLst>
                <a:path w="11981298" h="1879789">
                  <a:moveTo>
                    <a:pt x="0" y="825472"/>
                  </a:moveTo>
                  <a:lnTo>
                    <a:pt x="1471387" y="825472"/>
                  </a:lnTo>
                  <a:lnTo>
                    <a:pt x="1472611" y="825498"/>
                  </a:lnTo>
                  <a:lnTo>
                    <a:pt x="1480646" y="825685"/>
                  </a:lnTo>
                  <a:lnTo>
                    <a:pt x="1500853" y="826201"/>
                  </a:lnTo>
                  <a:lnTo>
                    <a:pt x="1536869" y="827215"/>
                  </a:lnTo>
                  <a:lnTo>
                    <a:pt x="1590323" y="828884"/>
                  </a:lnTo>
                  <a:lnTo>
                    <a:pt x="1660720" y="831332"/>
                  </a:lnTo>
                  <a:lnTo>
                    <a:pt x="1745654" y="834641"/>
                  </a:lnTo>
                  <a:lnTo>
                    <a:pt x="1841366" y="838850"/>
                  </a:lnTo>
                  <a:lnTo>
                    <a:pt x="1943494" y="843960"/>
                  </a:lnTo>
                  <a:lnTo>
                    <a:pt x="2047790" y="849954"/>
                  </a:lnTo>
                  <a:lnTo>
                    <a:pt x="2150650" y="856814"/>
                  </a:lnTo>
                  <a:lnTo>
                    <a:pt x="2249381" y="864535"/>
                  </a:lnTo>
                  <a:lnTo>
                    <a:pt x="2342240" y="873136"/>
                  </a:lnTo>
                  <a:lnTo>
                    <a:pt x="2428327" y="882667"/>
                  </a:lnTo>
                  <a:lnTo>
                    <a:pt x="2507400" y="893213"/>
                  </a:lnTo>
                  <a:lnTo>
                    <a:pt x="2579697" y="904891"/>
                  </a:lnTo>
                  <a:lnTo>
                    <a:pt x="2645767" y="917849"/>
                  </a:lnTo>
                  <a:lnTo>
                    <a:pt x="2706340" y="932258"/>
                  </a:lnTo>
                  <a:lnTo>
                    <a:pt x="2762242" y="948304"/>
                  </a:lnTo>
                  <a:lnTo>
                    <a:pt x="2814314" y="966168"/>
                  </a:lnTo>
                  <a:lnTo>
                    <a:pt x="2863366" y="985996"/>
                  </a:lnTo>
                  <a:lnTo>
                    <a:pt x="2896531" y="1001192"/>
                  </a:lnTo>
                  <a:lnTo>
                    <a:pt x="2946896" y="1027117"/>
                  </a:lnTo>
                  <a:lnTo>
                    <a:pt x="2995712" y="1055591"/>
                  </a:lnTo>
                  <a:lnTo>
                    <a:pt x="3043543" y="1086655"/>
                  </a:lnTo>
                  <a:lnTo>
                    <a:pt x="3090808" y="1120270"/>
                  </a:lnTo>
                  <a:lnTo>
                    <a:pt x="3137805" y="1156304"/>
                  </a:lnTo>
                  <a:lnTo>
                    <a:pt x="3184734" y="1194531"/>
                  </a:lnTo>
                  <a:lnTo>
                    <a:pt x="3231708" y="1234629"/>
                  </a:lnTo>
                  <a:lnTo>
                    <a:pt x="3278773" y="1276187"/>
                  </a:lnTo>
                  <a:lnTo>
                    <a:pt x="3325924" y="1318722"/>
                  </a:lnTo>
                  <a:lnTo>
                    <a:pt x="3373118" y="1361697"/>
                  </a:lnTo>
                  <a:lnTo>
                    <a:pt x="3420300" y="1404553"/>
                  </a:lnTo>
                  <a:lnTo>
                    <a:pt x="3467418" y="1446739"/>
                  </a:lnTo>
                  <a:lnTo>
                    <a:pt x="3514443" y="1487737"/>
                  </a:lnTo>
                  <a:lnTo>
                    <a:pt x="3561389" y="1527092"/>
                  </a:lnTo>
                  <a:lnTo>
                    <a:pt x="3608328" y="1564429"/>
                  </a:lnTo>
                  <a:lnTo>
                    <a:pt x="3655409" y="1599465"/>
                  </a:lnTo>
                  <a:lnTo>
                    <a:pt x="3702869" y="1632015"/>
                  </a:lnTo>
                  <a:lnTo>
                    <a:pt x="3751057" y="1661987"/>
                  </a:lnTo>
                  <a:lnTo>
                    <a:pt x="3800447" y="1689378"/>
                  </a:lnTo>
                  <a:lnTo>
                    <a:pt x="3829811" y="1704070"/>
                  </a:lnTo>
                  <a:lnTo>
                    <a:pt x="3877177" y="1725324"/>
                  </a:lnTo>
                  <a:lnTo>
                    <a:pt x="3927040" y="1744562"/>
                  </a:lnTo>
                  <a:lnTo>
                    <a:pt x="3980155" y="1761872"/>
                  </a:lnTo>
                  <a:lnTo>
                    <a:pt x="4037346" y="1777416"/>
                  </a:lnTo>
                  <a:lnTo>
                    <a:pt x="4099458" y="1791378"/>
                  </a:lnTo>
                  <a:lnTo>
                    <a:pt x="4167295" y="1803941"/>
                  </a:lnTo>
                  <a:lnTo>
                    <a:pt x="4241545" y="1815271"/>
                  </a:lnTo>
                  <a:lnTo>
                    <a:pt x="4322681" y="1825507"/>
                  </a:lnTo>
                  <a:lnTo>
                    <a:pt x="4410816" y="1834757"/>
                  </a:lnTo>
                  <a:lnTo>
                    <a:pt x="4505536" y="1843094"/>
                  </a:lnTo>
                  <a:lnTo>
                    <a:pt x="4605707" y="1850560"/>
                  </a:lnTo>
                  <a:lnTo>
                    <a:pt x="4709314" y="1857166"/>
                  </a:lnTo>
                  <a:lnTo>
                    <a:pt x="4813382" y="1862902"/>
                  </a:lnTo>
                  <a:lnTo>
                    <a:pt x="4914076" y="1867747"/>
                  </a:lnTo>
                  <a:lnTo>
                    <a:pt x="5007050" y="1871689"/>
                  </a:lnTo>
                  <a:lnTo>
                    <a:pt x="5088040" y="1874738"/>
                  </a:lnTo>
                  <a:lnTo>
                    <a:pt x="5153611" y="1876946"/>
                  </a:lnTo>
                  <a:lnTo>
                    <a:pt x="5201878" y="1878407"/>
                  </a:lnTo>
                  <a:lnTo>
                    <a:pt x="5232966" y="1879257"/>
                  </a:lnTo>
                  <a:lnTo>
                    <a:pt x="5249122" y="1879658"/>
                  </a:lnTo>
                  <a:lnTo>
                    <a:pt x="5254519" y="1879780"/>
                  </a:lnTo>
                  <a:lnTo>
                    <a:pt x="5254955" y="1879789"/>
                  </a:lnTo>
                  <a:lnTo>
                    <a:pt x="6726343" y="1879789"/>
                  </a:lnTo>
                  <a:lnTo>
                    <a:pt x="6727538" y="1879744"/>
                  </a:lnTo>
                  <a:lnTo>
                    <a:pt x="6735392" y="1879421"/>
                  </a:lnTo>
                  <a:lnTo>
                    <a:pt x="6755158" y="1878527"/>
                  </a:lnTo>
                  <a:lnTo>
                    <a:pt x="6790424" y="1876769"/>
                  </a:lnTo>
                  <a:lnTo>
                    <a:pt x="6842838" y="1873875"/>
                  </a:lnTo>
                  <a:lnTo>
                    <a:pt x="6911987" y="1869627"/>
                  </a:lnTo>
                  <a:lnTo>
                    <a:pt x="6995595" y="1863879"/>
                  </a:lnTo>
                  <a:lnTo>
                    <a:pt x="7090040" y="1856561"/>
                  </a:lnTo>
                  <a:lnTo>
                    <a:pt x="7191073" y="1847668"/>
                  </a:lnTo>
                  <a:lnTo>
                    <a:pt x="7294521" y="1837226"/>
                  </a:lnTo>
                  <a:lnTo>
                    <a:pt x="7396804" y="1825269"/>
                  </a:lnTo>
                  <a:lnTo>
                    <a:pt x="7495213" y="1811810"/>
                  </a:lnTo>
                  <a:lnTo>
                    <a:pt x="7587967" y="1796819"/>
                  </a:lnTo>
                  <a:lnTo>
                    <a:pt x="7674111" y="1780213"/>
                  </a:lnTo>
                  <a:lnTo>
                    <a:pt x="7753352" y="1761854"/>
                  </a:lnTo>
                  <a:lnTo>
                    <a:pt x="7825877" y="1741543"/>
                  </a:lnTo>
                  <a:lnTo>
                    <a:pt x="7892191" y="1719033"/>
                  </a:lnTo>
                  <a:lnTo>
                    <a:pt x="7952992" y="1694029"/>
                  </a:lnTo>
                  <a:lnTo>
                    <a:pt x="8009076" y="1666210"/>
                  </a:lnTo>
                  <a:lnTo>
                    <a:pt x="8061267" y="1635261"/>
                  </a:lnTo>
                  <a:lnTo>
                    <a:pt x="8110365" y="1600913"/>
                  </a:lnTo>
                  <a:lnTo>
                    <a:pt x="8151487" y="1567853"/>
                  </a:lnTo>
                  <a:lnTo>
                    <a:pt x="8195203" y="1528261"/>
                  </a:lnTo>
                  <a:lnTo>
                    <a:pt x="8237695" y="1485288"/>
                  </a:lnTo>
                  <a:lnTo>
                    <a:pt x="8279348" y="1438871"/>
                  </a:lnTo>
                  <a:lnTo>
                    <a:pt x="8320465" y="1389021"/>
                  </a:lnTo>
                  <a:lnTo>
                    <a:pt x="8361273" y="1335840"/>
                  </a:lnTo>
                  <a:lnTo>
                    <a:pt x="8401939" y="1279520"/>
                  </a:lnTo>
                  <a:lnTo>
                    <a:pt x="8442575" y="1220352"/>
                  </a:lnTo>
                  <a:lnTo>
                    <a:pt x="8483250" y="1158722"/>
                  </a:lnTo>
                  <a:lnTo>
                    <a:pt x="8523994" y="1095102"/>
                  </a:lnTo>
                  <a:lnTo>
                    <a:pt x="8564805" y="1030042"/>
                  </a:lnTo>
                  <a:lnTo>
                    <a:pt x="8605662" y="964146"/>
                  </a:lnTo>
                  <a:lnTo>
                    <a:pt x="8646531" y="898053"/>
                  </a:lnTo>
                  <a:lnTo>
                    <a:pt x="8687374" y="832408"/>
                  </a:lnTo>
                  <a:lnTo>
                    <a:pt x="8728161" y="767840"/>
                  </a:lnTo>
                  <a:lnTo>
                    <a:pt x="8768876" y="704935"/>
                  </a:lnTo>
                  <a:lnTo>
                    <a:pt x="8809531" y="644214"/>
                  </a:lnTo>
                  <a:lnTo>
                    <a:pt x="8850169" y="586116"/>
                  </a:lnTo>
                  <a:lnTo>
                    <a:pt x="8890873" y="530991"/>
                  </a:lnTo>
                  <a:lnTo>
                    <a:pt x="8931779" y="479092"/>
                  </a:lnTo>
                  <a:lnTo>
                    <a:pt x="8973074" y="430574"/>
                  </a:lnTo>
                  <a:lnTo>
                    <a:pt x="9015014" y="385503"/>
                  </a:lnTo>
                  <a:lnTo>
                    <a:pt x="9057932" y="343861"/>
                  </a:lnTo>
                  <a:lnTo>
                    <a:pt x="9084767" y="320109"/>
                  </a:lnTo>
                  <a:lnTo>
                    <a:pt x="9131750" y="282661"/>
                  </a:lnTo>
                  <a:lnTo>
                    <a:pt x="9181185" y="248740"/>
                  </a:lnTo>
                  <a:lnTo>
                    <a:pt x="9233808" y="218189"/>
                  </a:lnTo>
                  <a:lnTo>
                    <a:pt x="9290425" y="190732"/>
                  </a:lnTo>
                  <a:lnTo>
                    <a:pt x="9351858" y="166049"/>
                  </a:lnTo>
                  <a:lnTo>
                    <a:pt x="9418897" y="143823"/>
                  </a:lnTo>
                  <a:lnTo>
                    <a:pt x="9492220" y="123763"/>
                  </a:lnTo>
                  <a:lnTo>
                    <a:pt x="9572303" y="105628"/>
                  </a:lnTo>
                  <a:lnTo>
                    <a:pt x="9659282" y="89226"/>
                  </a:lnTo>
                  <a:lnTo>
                    <a:pt x="9752794" y="74425"/>
                  </a:lnTo>
                  <a:lnTo>
                    <a:pt x="9851791" y="61150"/>
                  </a:lnTo>
                  <a:lnTo>
                    <a:pt x="9954380" y="49377"/>
                  </a:lnTo>
                  <a:lnTo>
                    <a:pt x="10057740" y="39123"/>
                  </a:lnTo>
                  <a:lnTo>
                    <a:pt x="10158199" y="30421"/>
                  </a:lnTo>
                  <a:lnTo>
                    <a:pt x="10251542" y="23297"/>
                  </a:lnTo>
                  <a:lnTo>
                    <a:pt x="10333556" y="17737"/>
                  </a:lnTo>
                  <a:lnTo>
                    <a:pt x="10400748" y="13664"/>
                  </a:lnTo>
                  <a:lnTo>
                    <a:pt x="10451047" y="10922"/>
                  </a:lnTo>
                  <a:lnTo>
                    <a:pt x="10484288" y="9285"/>
                  </a:lnTo>
                  <a:lnTo>
                    <a:pt x="10502370" y="8477"/>
                  </a:lnTo>
                  <a:lnTo>
                    <a:pt x="10509096" y="8203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8715" y="45"/>
                  </a:lnTo>
                  <a:lnTo>
                    <a:pt x="10500862" y="368"/>
                  </a:lnTo>
                  <a:lnTo>
                    <a:pt x="10481095" y="1261"/>
                  </a:lnTo>
                  <a:lnTo>
                    <a:pt x="10445829" y="3020"/>
                  </a:lnTo>
                  <a:lnTo>
                    <a:pt x="10393416" y="5914"/>
                  </a:lnTo>
                  <a:lnTo>
                    <a:pt x="10324266" y="10162"/>
                  </a:lnTo>
                  <a:lnTo>
                    <a:pt x="10240658" y="15910"/>
                  </a:lnTo>
                  <a:lnTo>
                    <a:pt x="10146213" y="23227"/>
                  </a:lnTo>
                  <a:lnTo>
                    <a:pt x="10045180" y="32121"/>
                  </a:lnTo>
                  <a:lnTo>
                    <a:pt x="9941732" y="42563"/>
                  </a:lnTo>
                  <a:lnTo>
                    <a:pt x="9839450" y="54519"/>
                  </a:lnTo>
                  <a:lnTo>
                    <a:pt x="9741040" y="67978"/>
                  </a:lnTo>
                  <a:lnTo>
                    <a:pt x="9648286" y="82970"/>
                  </a:lnTo>
                  <a:lnTo>
                    <a:pt x="9562142" y="99575"/>
                  </a:lnTo>
                  <a:lnTo>
                    <a:pt x="9482901" y="117935"/>
                  </a:lnTo>
                  <a:lnTo>
                    <a:pt x="9410376" y="138245"/>
                  </a:lnTo>
                  <a:lnTo>
                    <a:pt x="9344063" y="160756"/>
                  </a:lnTo>
                  <a:lnTo>
                    <a:pt x="9283262" y="185760"/>
                  </a:lnTo>
                  <a:lnTo>
                    <a:pt x="9227178" y="213578"/>
                  </a:lnTo>
                  <a:lnTo>
                    <a:pt x="9174986" y="244528"/>
                  </a:lnTo>
                  <a:lnTo>
                    <a:pt x="9125888" y="278876"/>
                  </a:lnTo>
                  <a:lnTo>
                    <a:pt x="9084767" y="311936"/>
                  </a:lnTo>
                  <a:lnTo>
                    <a:pt x="9041050" y="351527"/>
                  </a:lnTo>
                  <a:lnTo>
                    <a:pt x="8998559" y="394500"/>
                  </a:lnTo>
                  <a:lnTo>
                    <a:pt x="8956905" y="440918"/>
                  </a:lnTo>
                  <a:lnTo>
                    <a:pt x="8915788" y="490767"/>
                  </a:lnTo>
                  <a:lnTo>
                    <a:pt x="8874980" y="543949"/>
                  </a:lnTo>
                  <a:lnTo>
                    <a:pt x="8834315" y="600268"/>
                  </a:lnTo>
                  <a:lnTo>
                    <a:pt x="8793678" y="659436"/>
                  </a:lnTo>
                  <a:lnTo>
                    <a:pt x="8753003" y="721067"/>
                  </a:lnTo>
                  <a:lnTo>
                    <a:pt x="8712259" y="784687"/>
                  </a:lnTo>
                  <a:lnTo>
                    <a:pt x="8671448" y="849747"/>
                  </a:lnTo>
                  <a:lnTo>
                    <a:pt x="8630591" y="915643"/>
                  </a:lnTo>
                  <a:lnTo>
                    <a:pt x="8589722" y="981736"/>
                  </a:lnTo>
                  <a:lnTo>
                    <a:pt x="8548879" y="1047381"/>
                  </a:lnTo>
                  <a:lnTo>
                    <a:pt x="8508092" y="1111948"/>
                  </a:lnTo>
                  <a:lnTo>
                    <a:pt x="8467377" y="1174853"/>
                  </a:lnTo>
                  <a:lnTo>
                    <a:pt x="8426722" y="1235575"/>
                  </a:lnTo>
                  <a:lnTo>
                    <a:pt x="8386085" y="1293673"/>
                  </a:lnTo>
                  <a:lnTo>
                    <a:pt x="8345380" y="1348798"/>
                  </a:lnTo>
                  <a:lnTo>
                    <a:pt x="8304474" y="1400697"/>
                  </a:lnTo>
                  <a:lnTo>
                    <a:pt x="8263179" y="1449215"/>
                  </a:lnTo>
                  <a:lnTo>
                    <a:pt x="8221239" y="1494286"/>
                  </a:lnTo>
                  <a:lnTo>
                    <a:pt x="8178321" y="1535928"/>
                  </a:lnTo>
                  <a:lnTo>
                    <a:pt x="8151487" y="1559680"/>
                  </a:lnTo>
                  <a:lnTo>
                    <a:pt x="8104504" y="1597127"/>
                  </a:lnTo>
                  <a:lnTo>
                    <a:pt x="8055068" y="1631049"/>
                  </a:lnTo>
                  <a:lnTo>
                    <a:pt x="8002445" y="1661600"/>
                  </a:lnTo>
                  <a:lnTo>
                    <a:pt x="7945828" y="1689057"/>
                  </a:lnTo>
                  <a:lnTo>
                    <a:pt x="7884395" y="1713739"/>
                  </a:lnTo>
                  <a:lnTo>
                    <a:pt x="7817357" y="1735966"/>
                  </a:lnTo>
                  <a:lnTo>
                    <a:pt x="7744033" y="1756025"/>
                  </a:lnTo>
                  <a:lnTo>
                    <a:pt x="7663950" y="1774161"/>
                  </a:lnTo>
                  <a:lnTo>
                    <a:pt x="7576971" y="1790563"/>
                  </a:lnTo>
                  <a:lnTo>
                    <a:pt x="7483459" y="1805364"/>
                  </a:lnTo>
                  <a:lnTo>
                    <a:pt x="7384462" y="1818639"/>
                  </a:lnTo>
                  <a:lnTo>
                    <a:pt x="7281873" y="1830411"/>
                  </a:lnTo>
                  <a:lnTo>
                    <a:pt x="7178513" y="1840666"/>
                  </a:lnTo>
                  <a:lnTo>
                    <a:pt x="7078054" y="1849368"/>
                  </a:lnTo>
                  <a:lnTo>
                    <a:pt x="6984711" y="1856492"/>
                  </a:lnTo>
                  <a:lnTo>
                    <a:pt x="6902697" y="1862051"/>
                  </a:lnTo>
                  <a:lnTo>
                    <a:pt x="6835505" y="1866125"/>
                  </a:lnTo>
                  <a:lnTo>
                    <a:pt x="6785206" y="1868867"/>
                  </a:lnTo>
                  <a:lnTo>
                    <a:pt x="6751965" y="1870504"/>
                  </a:lnTo>
                  <a:lnTo>
                    <a:pt x="6733883" y="1871312"/>
                  </a:lnTo>
                  <a:lnTo>
                    <a:pt x="6727157" y="1871586"/>
                  </a:lnTo>
                  <a:lnTo>
                    <a:pt x="6726343" y="1871616"/>
                  </a:lnTo>
                  <a:lnTo>
                    <a:pt x="5254955" y="1871616"/>
                  </a:lnTo>
                  <a:lnTo>
                    <a:pt x="5253731" y="1871590"/>
                  </a:lnTo>
                  <a:lnTo>
                    <a:pt x="5245697" y="1871403"/>
                  </a:lnTo>
                  <a:lnTo>
                    <a:pt x="5225489" y="1870888"/>
                  </a:lnTo>
                  <a:lnTo>
                    <a:pt x="5189473" y="1869873"/>
                  </a:lnTo>
                  <a:lnTo>
                    <a:pt x="5136019" y="1868205"/>
                  </a:lnTo>
                  <a:lnTo>
                    <a:pt x="5065622" y="1865756"/>
                  </a:lnTo>
                  <a:lnTo>
                    <a:pt x="4980688" y="1862447"/>
                  </a:lnTo>
                  <a:lnTo>
                    <a:pt x="4884976" y="1858239"/>
                  </a:lnTo>
                  <a:lnTo>
                    <a:pt x="4782848" y="1853129"/>
                  </a:lnTo>
                  <a:lnTo>
                    <a:pt x="4678552" y="1847134"/>
                  </a:lnTo>
                  <a:lnTo>
                    <a:pt x="4575692" y="1840274"/>
                  </a:lnTo>
                  <a:lnTo>
                    <a:pt x="4476961" y="1832554"/>
                  </a:lnTo>
                  <a:lnTo>
                    <a:pt x="4384102" y="1823953"/>
                  </a:lnTo>
                  <a:lnTo>
                    <a:pt x="4298016" y="1814422"/>
                  </a:lnTo>
                  <a:lnTo>
                    <a:pt x="4218942" y="1803875"/>
                  </a:lnTo>
                  <a:lnTo>
                    <a:pt x="4146645" y="1792197"/>
                  </a:lnTo>
                  <a:lnTo>
                    <a:pt x="4080576" y="1779239"/>
                  </a:lnTo>
                  <a:lnTo>
                    <a:pt x="4020002" y="1764830"/>
                  </a:lnTo>
                  <a:lnTo>
                    <a:pt x="3964101" y="1748784"/>
                  </a:lnTo>
                  <a:lnTo>
                    <a:pt x="3912029" y="1730920"/>
                  </a:lnTo>
                  <a:lnTo>
                    <a:pt x="3862976" y="1711093"/>
                  </a:lnTo>
                  <a:lnTo>
                    <a:pt x="3829811" y="1695897"/>
                  </a:lnTo>
                  <a:lnTo>
                    <a:pt x="3779446" y="1669972"/>
                  </a:lnTo>
                  <a:lnTo>
                    <a:pt x="3730630" y="1641497"/>
                  </a:lnTo>
                  <a:lnTo>
                    <a:pt x="3682799" y="1610433"/>
                  </a:lnTo>
                  <a:lnTo>
                    <a:pt x="3635534" y="1576819"/>
                  </a:lnTo>
                  <a:lnTo>
                    <a:pt x="3588537" y="1540785"/>
                  </a:lnTo>
                  <a:lnTo>
                    <a:pt x="3541608" y="1502558"/>
                  </a:lnTo>
                  <a:lnTo>
                    <a:pt x="3494634" y="1462460"/>
                  </a:lnTo>
                  <a:lnTo>
                    <a:pt x="3447569" y="1420901"/>
                  </a:lnTo>
                  <a:lnTo>
                    <a:pt x="3400419" y="1378367"/>
                  </a:lnTo>
                  <a:lnTo>
                    <a:pt x="3353224" y="1335392"/>
                  </a:lnTo>
                  <a:lnTo>
                    <a:pt x="3306042" y="1292535"/>
                  </a:lnTo>
                  <a:lnTo>
                    <a:pt x="3258924" y="1250349"/>
                  </a:lnTo>
                  <a:lnTo>
                    <a:pt x="3211899" y="1209351"/>
                  </a:lnTo>
                  <a:lnTo>
                    <a:pt x="3164953" y="1169996"/>
                  </a:lnTo>
                  <a:lnTo>
                    <a:pt x="3118014" y="1132660"/>
                  </a:lnTo>
                  <a:lnTo>
                    <a:pt x="3070933" y="1097624"/>
                  </a:lnTo>
                  <a:lnTo>
                    <a:pt x="3023473" y="1065074"/>
                  </a:lnTo>
                  <a:lnTo>
                    <a:pt x="2975285" y="1035101"/>
                  </a:lnTo>
                  <a:lnTo>
                    <a:pt x="2925895" y="1007711"/>
                  </a:lnTo>
                  <a:lnTo>
                    <a:pt x="2896531" y="993019"/>
                  </a:lnTo>
                  <a:lnTo>
                    <a:pt x="2849165" y="971764"/>
                  </a:lnTo>
                  <a:lnTo>
                    <a:pt x="2799302" y="952527"/>
                  </a:lnTo>
                  <a:lnTo>
                    <a:pt x="2746187" y="935216"/>
                  </a:lnTo>
                  <a:lnTo>
                    <a:pt x="2688996" y="919673"/>
                  </a:lnTo>
                  <a:lnTo>
                    <a:pt x="2626884" y="905711"/>
                  </a:lnTo>
                  <a:lnTo>
                    <a:pt x="2559047" y="893148"/>
                  </a:lnTo>
                  <a:lnTo>
                    <a:pt x="2484797" y="881817"/>
                  </a:lnTo>
                  <a:lnTo>
                    <a:pt x="2403662" y="871581"/>
                  </a:lnTo>
                  <a:lnTo>
                    <a:pt x="2315526" y="862332"/>
                  </a:lnTo>
                  <a:lnTo>
                    <a:pt x="2220806" y="853994"/>
                  </a:lnTo>
                  <a:lnTo>
                    <a:pt x="2120635" y="846528"/>
                  </a:lnTo>
                  <a:lnTo>
                    <a:pt x="2017028" y="839922"/>
                  </a:lnTo>
                  <a:lnTo>
                    <a:pt x="1912961" y="834186"/>
                  </a:lnTo>
                  <a:lnTo>
                    <a:pt x="1812266" y="829341"/>
                  </a:lnTo>
                  <a:lnTo>
                    <a:pt x="1719292" y="825399"/>
                  </a:lnTo>
                  <a:lnTo>
                    <a:pt x="1638303" y="822350"/>
                  </a:lnTo>
                  <a:lnTo>
                    <a:pt x="1572731" y="820142"/>
                  </a:lnTo>
                  <a:lnTo>
                    <a:pt x="1524464" y="818681"/>
                  </a:lnTo>
                  <a:lnTo>
                    <a:pt x="1493376" y="817831"/>
                  </a:lnTo>
                  <a:lnTo>
                    <a:pt x="1477220" y="817430"/>
                  </a:lnTo>
                  <a:lnTo>
                    <a:pt x="1471823" y="817308"/>
                  </a:lnTo>
                  <a:lnTo>
                    <a:pt x="1471387" y="817299"/>
                  </a:lnTo>
                  <a:lnTo>
                    <a:pt x="0" y="817299"/>
                  </a:lnTo>
                  <a:close/>
                </a:path>
              </a:pathLst>
            </a:custGeom>
            <a:solidFill>
              <a:srgbClr val="67C1B3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236" name="pl1236"/>
            <p:cNvSpPr/>
            <p:nvPr/>
          </p:nvSpPr>
          <p:spPr>
            <a:xfrm>
              <a:off x="4799595" y="7791281"/>
              <a:ext cx="11981298" cy="1871616"/>
            </a:xfrm>
            <a:custGeom>
              <a:avLst/>
              <a:pathLst>
                <a:path w="11981298" h="1871616">
                  <a:moveTo>
                    <a:pt x="0" y="817299"/>
                  </a:moveTo>
                  <a:lnTo>
                    <a:pt x="1471387" y="817299"/>
                  </a:lnTo>
                  <a:lnTo>
                    <a:pt x="1472611" y="817325"/>
                  </a:lnTo>
                  <a:lnTo>
                    <a:pt x="1480646" y="817512"/>
                  </a:lnTo>
                  <a:lnTo>
                    <a:pt x="1500853" y="818028"/>
                  </a:lnTo>
                  <a:lnTo>
                    <a:pt x="1536869" y="819042"/>
                  </a:lnTo>
                  <a:lnTo>
                    <a:pt x="1590323" y="820711"/>
                  </a:lnTo>
                  <a:lnTo>
                    <a:pt x="1660720" y="823159"/>
                  </a:lnTo>
                  <a:lnTo>
                    <a:pt x="1745654" y="826468"/>
                  </a:lnTo>
                  <a:lnTo>
                    <a:pt x="1841366" y="830677"/>
                  </a:lnTo>
                  <a:lnTo>
                    <a:pt x="1943494" y="835787"/>
                  </a:lnTo>
                  <a:lnTo>
                    <a:pt x="2047790" y="841781"/>
                  </a:lnTo>
                  <a:lnTo>
                    <a:pt x="2150650" y="848641"/>
                  </a:lnTo>
                  <a:lnTo>
                    <a:pt x="2249381" y="856362"/>
                  </a:lnTo>
                  <a:lnTo>
                    <a:pt x="2342240" y="864963"/>
                  </a:lnTo>
                  <a:lnTo>
                    <a:pt x="2428327" y="874494"/>
                  </a:lnTo>
                  <a:lnTo>
                    <a:pt x="2507400" y="885040"/>
                  </a:lnTo>
                  <a:lnTo>
                    <a:pt x="2579697" y="896718"/>
                  </a:lnTo>
                  <a:lnTo>
                    <a:pt x="2645767" y="909676"/>
                  </a:lnTo>
                  <a:lnTo>
                    <a:pt x="2706340" y="924085"/>
                  </a:lnTo>
                  <a:lnTo>
                    <a:pt x="2762242" y="940131"/>
                  </a:lnTo>
                  <a:lnTo>
                    <a:pt x="2814314" y="957995"/>
                  </a:lnTo>
                  <a:lnTo>
                    <a:pt x="2863366" y="977823"/>
                  </a:lnTo>
                  <a:lnTo>
                    <a:pt x="2896531" y="993019"/>
                  </a:lnTo>
                  <a:lnTo>
                    <a:pt x="2946896" y="1018944"/>
                  </a:lnTo>
                  <a:lnTo>
                    <a:pt x="2995712" y="1047418"/>
                  </a:lnTo>
                  <a:lnTo>
                    <a:pt x="3043543" y="1078482"/>
                  </a:lnTo>
                  <a:lnTo>
                    <a:pt x="3090808" y="1112097"/>
                  </a:lnTo>
                  <a:lnTo>
                    <a:pt x="3137805" y="1148131"/>
                  </a:lnTo>
                  <a:lnTo>
                    <a:pt x="3184734" y="1186358"/>
                  </a:lnTo>
                  <a:lnTo>
                    <a:pt x="3231708" y="1226456"/>
                  </a:lnTo>
                  <a:lnTo>
                    <a:pt x="3278773" y="1268014"/>
                  </a:lnTo>
                  <a:lnTo>
                    <a:pt x="3325924" y="1310549"/>
                  </a:lnTo>
                  <a:lnTo>
                    <a:pt x="3373118" y="1353524"/>
                  </a:lnTo>
                  <a:lnTo>
                    <a:pt x="3420300" y="1396380"/>
                  </a:lnTo>
                  <a:lnTo>
                    <a:pt x="3467418" y="1438566"/>
                  </a:lnTo>
                  <a:lnTo>
                    <a:pt x="3514443" y="1479564"/>
                  </a:lnTo>
                  <a:lnTo>
                    <a:pt x="3561389" y="1518919"/>
                  </a:lnTo>
                  <a:lnTo>
                    <a:pt x="3608328" y="1556256"/>
                  </a:lnTo>
                  <a:lnTo>
                    <a:pt x="3655409" y="1591292"/>
                  </a:lnTo>
                  <a:lnTo>
                    <a:pt x="3702869" y="1623842"/>
                  </a:lnTo>
                  <a:lnTo>
                    <a:pt x="3751057" y="1653814"/>
                  </a:lnTo>
                  <a:lnTo>
                    <a:pt x="3800447" y="1681205"/>
                  </a:lnTo>
                  <a:lnTo>
                    <a:pt x="3829811" y="1695897"/>
                  </a:lnTo>
                  <a:lnTo>
                    <a:pt x="3877177" y="1717151"/>
                  </a:lnTo>
                  <a:lnTo>
                    <a:pt x="3927040" y="1736389"/>
                  </a:lnTo>
                  <a:lnTo>
                    <a:pt x="3980155" y="1753699"/>
                  </a:lnTo>
                  <a:lnTo>
                    <a:pt x="4037346" y="1769243"/>
                  </a:lnTo>
                  <a:lnTo>
                    <a:pt x="4099458" y="1783205"/>
                  </a:lnTo>
                  <a:lnTo>
                    <a:pt x="4167295" y="1795768"/>
                  </a:lnTo>
                  <a:lnTo>
                    <a:pt x="4241545" y="1807098"/>
                  </a:lnTo>
                  <a:lnTo>
                    <a:pt x="4322681" y="1817334"/>
                  </a:lnTo>
                  <a:lnTo>
                    <a:pt x="4410816" y="1826584"/>
                  </a:lnTo>
                  <a:lnTo>
                    <a:pt x="4505536" y="1834921"/>
                  </a:lnTo>
                  <a:lnTo>
                    <a:pt x="4605707" y="1842387"/>
                  </a:lnTo>
                  <a:lnTo>
                    <a:pt x="4709314" y="1848993"/>
                  </a:lnTo>
                  <a:lnTo>
                    <a:pt x="4813382" y="1854729"/>
                  </a:lnTo>
                  <a:lnTo>
                    <a:pt x="4914076" y="1859574"/>
                  </a:lnTo>
                  <a:lnTo>
                    <a:pt x="5007050" y="1863516"/>
                  </a:lnTo>
                  <a:lnTo>
                    <a:pt x="5088040" y="1866565"/>
                  </a:lnTo>
                  <a:lnTo>
                    <a:pt x="5153611" y="1868773"/>
                  </a:lnTo>
                  <a:lnTo>
                    <a:pt x="5201878" y="1870234"/>
                  </a:lnTo>
                  <a:lnTo>
                    <a:pt x="5232966" y="1871084"/>
                  </a:lnTo>
                  <a:lnTo>
                    <a:pt x="5249122" y="1871485"/>
                  </a:lnTo>
                  <a:lnTo>
                    <a:pt x="5254519" y="1871607"/>
                  </a:lnTo>
                  <a:lnTo>
                    <a:pt x="5254955" y="1871616"/>
                  </a:lnTo>
                  <a:lnTo>
                    <a:pt x="6726343" y="1871616"/>
                  </a:lnTo>
                  <a:lnTo>
                    <a:pt x="6727538" y="1871571"/>
                  </a:lnTo>
                  <a:lnTo>
                    <a:pt x="6735392" y="1871248"/>
                  </a:lnTo>
                  <a:lnTo>
                    <a:pt x="6755158" y="1870354"/>
                  </a:lnTo>
                  <a:lnTo>
                    <a:pt x="6790424" y="1868596"/>
                  </a:lnTo>
                  <a:lnTo>
                    <a:pt x="6842838" y="1865702"/>
                  </a:lnTo>
                  <a:lnTo>
                    <a:pt x="6911987" y="1861454"/>
                  </a:lnTo>
                  <a:lnTo>
                    <a:pt x="6995595" y="1855706"/>
                  </a:lnTo>
                  <a:lnTo>
                    <a:pt x="7090040" y="1848388"/>
                  </a:lnTo>
                  <a:lnTo>
                    <a:pt x="7191073" y="1839495"/>
                  </a:lnTo>
                  <a:lnTo>
                    <a:pt x="7294521" y="1829053"/>
                  </a:lnTo>
                  <a:lnTo>
                    <a:pt x="7396804" y="1817096"/>
                  </a:lnTo>
                  <a:lnTo>
                    <a:pt x="7495213" y="1803637"/>
                  </a:lnTo>
                  <a:lnTo>
                    <a:pt x="7587967" y="1788646"/>
                  </a:lnTo>
                  <a:lnTo>
                    <a:pt x="7674111" y="1772040"/>
                  </a:lnTo>
                  <a:lnTo>
                    <a:pt x="7753352" y="1753681"/>
                  </a:lnTo>
                  <a:lnTo>
                    <a:pt x="7825877" y="1733370"/>
                  </a:lnTo>
                  <a:lnTo>
                    <a:pt x="7892191" y="1710860"/>
                  </a:lnTo>
                  <a:lnTo>
                    <a:pt x="7952992" y="1685856"/>
                  </a:lnTo>
                  <a:lnTo>
                    <a:pt x="8009076" y="1658037"/>
                  </a:lnTo>
                  <a:lnTo>
                    <a:pt x="8061267" y="1627088"/>
                  </a:lnTo>
                  <a:lnTo>
                    <a:pt x="8110365" y="1592740"/>
                  </a:lnTo>
                  <a:lnTo>
                    <a:pt x="8151487" y="1559680"/>
                  </a:lnTo>
                  <a:lnTo>
                    <a:pt x="8195203" y="1520088"/>
                  </a:lnTo>
                  <a:lnTo>
                    <a:pt x="8237695" y="1477115"/>
                  </a:lnTo>
                  <a:lnTo>
                    <a:pt x="8279348" y="1430698"/>
                  </a:lnTo>
                  <a:lnTo>
                    <a:pt x="8320465" y="1380848"/>
                  </a:lnTo>
                  <a:lnTo>
                    <a:pt x="8361273" y="1327667"/>
                  </a:lnTo>
                  <a:lnTo>
                    <a:pt x="8401939" y="1271347"/>
                  </a:lnTo>
                  <a:lnTo>
                    <a:pt x="8442575" y="1212179"/>
                  </a:lnTo>
                  <a:lnTo>
                    <a:pt x="8483250" y="1150549"/>
                  </a:lnTo>
                  <a:lnTo>
                    <a:pt x="8523994" y="1086929"/>
                  </a:lnTo>
                  <a:lnTo>
                    <a:pt x="8564805" y="1021869"/>
                  </a:lnTo>
                  <a:lnTo>
                    <a:pt x="8605662" y="955973"/>
                  </a:lnTo>
                  <a:lnTo>
                    <a:pt x="8646531" y="889880"/>
                  </a:lnTo>
                  <a:lnTo>
                    <a:pt x="8687374" y="824235"/>
                  </a:lnTo>
                  <a:lnTo>
                    <a:pt x="8728161" y="759667"/>
                  </a:lnTo>
                  <a:lnTo>
                    <a:pt x="8768876" y="696762"/>
                  </a:lnTo>
                  <a:lnTo>
                    <a:pt x="8809531" y="636041"/>
                  </a:lnTo>
                  <a:lnTo>
                    <a:pt x="8850169" y="577943"/>
                  </a:lnTo>
                  <a:lnTo>
                    <a:pt x="8890873" y="522818"/>
                  </a:lnTo>
                  <a:lnTo>
                    <a:pt x="8931779" y="470919"/>
                  </a:lnTo>
                  <a:lnTo>
                    <a:pt x="8973074" y="422401"/>
                  </a:lnTo>
                  <a:lnTo>
                    <a:pt x="9015014" y="377330"/>
                  </a:lnTo>
                  <a:lnTo>
                    <a:pt x="9057932" y="335688"/>
                  </a:lnTo>
                  <a:lnTo>
                    <a:pt x="9084767" y="311936"/>
                  </a:lnTo>
                  <a:lnTo>
                    <a:pt x="9131750" y="274488"/>
                  </a:lnTo>
                  <a:lnTo>
                    <a:pt x="9181185" y="240567"/>
                  </a:lnTo>
                  <a:lnTo>
                    <a:pt x="9233808" y="210016"/>
                  </a:lnTo>
                  <a:lnTo>
                    <a:pt x="9290425" y="182559"/>
                  </a:lnTo>
                  <a:lnTo>
                    <a:pt x="9351858" y="157876"/>
                  </a:lnTo>
                  <a:lnTo>
                    <a:pt x="9418897" y="135650"/>
                  </a:lnTo>
                  <a:lnTo>
                    <a:pt x="9492220" y="115590"/>
                  </a:lnTo>
                  <a:lnTo>
                    <a:pt x="9572303" y="97455"/>
                  </a:lnTo>
                  <a:lnTo>
                    <a:pt x="9659282" y="81053"/>
                  </a:lnTo>
                  <a:lnTo>
                    <a:pt x="9752794" y="66252"/>
                  </a:lnTo>
                  <a:lnTo>
                    <a:pt x="9851791" y="52977"/>
                  </a:lnTo>
                  <a:lnTo>
                    <a:pt x="9954380" y="41204"/>
                  </a:lnTo>
                  <a:lnTo>
                    <a:pt x="10057740" y="30950"/>
                  </a:lnTo>
                  <a:lnTo>
                    <a:pt x="10158199" y="22248"/>
                  </a:lnTo>
                  <a:lnTo>
                    <a:pt x="10251542" y="15124"/>
                  </a:lnTo>
                  <a:lnTo>
                    <a:pt x="10333556" y="9564"/>
                  </a:lnTo>
                  <a:lnTo>
                    <a:pt x="10400748" y="5491"/>
                  </a:lnTo>
                  <a:lnTo>
                    <a:pt x="10451047" y="2749"/>
                  </a:lnTo>
                  <a:lnTo>
                    <a:pt x="10484288" y="1112"/>
                  </a:lnTo>
                  <a:lnTo>
                    <a:pt x="10502370" y="304"/>
                  </a:lnTo>
                  <a:lnTo>
                    <a:pt x="10509096" y="30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37" name="pl1237"/>
            <p:cNvSpPr/>
            <p:nvPr/>
          </p:nvSpPr>
          <p:spPr>
            <a:xfrm>
              <a:off x="4799595" y="7783108"/>
              <a:ext cx="11981298" cy="1871616"/>
            </a:xfrm>
            <a:custGeom>
              <a:avLst/>
              <a:pathLst>
                <a:path w="11981298" h="1871616">
                  <a:moveTo>
                    <a:pt x="11981298" y="0"/>
                  </a:moveTo>
                  <a:lnTo>
                    <a:pt x="10509911" y="0"/>
                  </a:lnTo>
                  <a:lnTo>
                    <a:pt x="10508715" y="45"/>
                  </a:lnTo>
                  <a:lnTo>
                    <a:pt x="10500862" y="368"/>
                  </a:lnTo>
                  <a:lnTo>
                    <a:pt x="10481095" y="1261"/>
                  </a:lnTo>
                  <a:lnTo>
                    <a:pt x="10445829" y="3020"/>
                  </a:lnTo>
                  <a:lnTo>
                    <a:pt x="10393416" y="5914"/>
                  </a:lnTo>
                  <a:lnTo>
                    <a:pt x="10324266" y="10162"/>
                  </a:lnTo>
                  <a:lnTo>
                    <a:pt x="10240658" y="15910"/>
                  </a:lnTo>
                  <a:lnTo>
                    <a:pt x="10146213" y="23227"/>
                  </a:lnTo>
                  <a:lnTo>
                    <a:pt x="10045180" y="32121"/>
                  </a:lnTo>
                  <a:lnTo>
                    <a:pt x="9941732" y="42563"/>
                  </a:lnTo>
                  <a:lnTo>
                    <a:pt x="9839450" y="54519"/>
                  </a:lnTo>
                  <a:lnTo>
                    <a:pt x="9741040" y="67978"/>
                  </a:lnTo>
                  <a:lnTo>
                    <a:pt x="9648286" y="82970"/>
                  </a:lnTo>
                  <a:lnTo>
                    <a:pt x="9562142" y="99575"/>
                  </a:lnTo>
                  <a:lnTo>
                    <a:pt x="9482901" y="117935"/>
                  </a:lnTo>
                  <a:lnTo>
                    <a:pt x="9410376" y="138245"/>
                  </a:lnTo>
                  <a:lnTo>
                    <a:pt x="9344063" y="160756"/>
                  </a:lnTo>
                  <a:lnTo>
                    <a:pt x="9283262" y="185760"/>
                  </a:lnTo>
                  <a:lnTo>
                    <a:pt x="9227178" y="213578"/>
                  </a:lnTo>
                  <a:lnTo>
                    <a:pt x="9174986" y="244528"/>
                  </a:lnTo>
                  <a:lnTo>
                    <a:pt x="9125888" y="278876"/>
                  </a:lnTo>
                  <a:lnTo>
                    <a:pt x="9084767" y="311936"/>
                  </a:lnTo>
                  <a:lnTo>
                    <a:pt x="9041050" y="351527"/>
                  </a:lnTo>
                  <a:lnTo>
                    <a:pt x="8998559" y="394500"/>
                  </a:lnTo>
                  <a:lnTo>
                    <a:pt x="8956905" y="440918"/>
                  </a:lnTo>
                  <a:lnTo>
                    <a:pt x="8915788" y="490767"/>
                  </a:lnTo>
                  <a:lnTo>
                    <a:pt x="8874980" y="543949"/>
                  </a:lnTo>
                  <a:lnTo>
                    <a:pt x="8834315" y="600268"/>
                  </a:lnTo>
                  <a:lnTo>
                    <a:pt x="8793678" y="659436"/>
                  </a:lnTo>
                  <a:lnTo>
                    <a:pt x="8753003" y="721067"/>
                  </a:lnTo>
                  <a:lnTo>
                    <a:pt x="8712259" y="784687"/>
                  </a:lnTo>
                  <a:lnTo>
                    <a:pt x="8671448" y="849747"/>
                  </a:lnTo>
                  <a:lnTo>
                    <a:pt x="8630591" y="915643"/>
                  </a:lnTo>
                  <a:lnTo>
                    <a:pt x="8589722" y="981736"/>
                  </a:lnTo>
                  <a:lnTo>
                    <a:pt x="8548879" y="1047381"/>
                  </a:lnTo>
                  <a:lnTo>
                    <a:pt x="8508092" y="1111948"/>
                  </a:lnTo>
                  <a:lnTo>
                    <a:pt x="8467377" y="1174853"/>
                  </a:lnTo>
                  <a:lnTo>
                    <a:pt x="8426722" y="1235575"/>
                  </a:lnTo>
                  <a:lnTo>
                    <a:pt x="8386085" y="1293673"/>
                  </a:lnTo>
                  <a:lnTo>
                    <a:pt x="8345380" y="1348798"/>
                  </a:lnTo>
                  <a:lnTo>
                    <a:pt x="8304474" y="1400697"/>
                  </a:lnTo>
                  <a:lnTo>
                    <a:pt x="8263179" y="1449215"/>
                  </a:lnTo>
                  <a:lnTo>
                    <a:pt x="8221239" y="1494286"/>
                  </a:lnTo>
                  <a:lnTo>
                    <a:pt x="8178321" y="1535928"/>
                  </a:lnTo>
                  <a:lnTo>
                    <a:pt x="8151487" y="1559680"/>
                  </a:lnTo>
                  <a:lnTo>
                    <a:pt x="8104504" y="1597127"/>
                  </a:lnTo>
                  <a:lnTo>
                    <a:pt x="8055068" y="1631049"/>
                  </a:lnTo>
                  <a:lnTo>
                    <a:pt x="8002445" y="1661600"/>
                  </a:lnTo>
                  <a:lnTo>
                    <a:pt x="7945828" y="1689057"/>
                  </a:lnTo>
                  <a:lnTo>
                    <a:pt x="7884395" y="1713739"/>
                  </a:lnTo>
                  <a:lnTo>
                    <a:pt x="7817357" y="1735966"/>
                  </a:lnTo>
                  <a:lnTo>
                    <a:pt x="7744033" y="1756025"/>
                  </a:lnTo>
                  <a:lnTo>
                    <a:pt x="7663950" y="1774161"/>
                  </a:lnTo>
                  <a:lnTo>
                    <a:pt x="7576971" y="1790563"/>
                  </a:lnTo>
                  <a:lnTo>
                    <a:pt x="7483459" y="1805364"/>
                  </a:lnTo>
                  <a:lnTo>
                    <a:pt x="7384462" y="1818639"/>
                  </a:lnTo>
                  <a:lnTo>
                    <a:pt x="7281873" y="1830411"/>
                  </a:lnTo>
                  <a:lnTo>
                    <a:pt x="7178513" y="1840666"/>
                  </a:lnTo>
                  <a:lnTo>
                    <a:pt x="7078054" y="1849368"/>
                  </a:lnTo>
                  <a:lnTo>
                    <a:pt x="6984711" y="1856492"/>
                  </a:lnTo>
                  <a:lnTo>
                    <a:pt x="6902697" y="1862051"/>
                  </a:lnTo>
                  <a:lnTo>
                    <a:pt x="6835505" y="1866125"/>
                  </a:lnTo>
                  <a:lnTo>
                    <a:pt x="6785206" y="1868867"/>
                  </a:lnTo>
                  <a:lnTo>
                    <a:pt x="6751965" y="1870504"/>
                  </a:lnTo>
                  <a:lnTo>
                    <a:pt x="6733883" y="1871312"/>
                  </a:lnTo>
                  <a:lnTo>
                    <a:pt x="6727157" y="1871586"/>
                  </a:lnTo>
                  <a:lnTo>
                    <a:pt x="6726343" y="1871616"/>
                  </a:lnTo>
                  <a:lnTo>
                    <a:pt x="5254955" y="1871616"/>
                  </a:lnTo>
                  <a:lnTo>
                    <a:pt x="5253731" y="1871590"/>
                  </a:lnTo>
                  <a:lnTo>
                    <a:pt x="5245697" y="1871403"/>
                  </a:lnTo>
                  <a:lnTo>
                    <a:pt x="5225489" y="1870888"/>
                  </a:lnTo>
                  <a:lnTo>
                    <a:pt x="5189473" y="1869873"/>
                  </a:lnTo>
                  <a:lnTo>
                    <a:pt x="5136019" y="1868205"/>
                  </a:lnTo>
                  <a:lnTo>
                    <a:pt x="5065622" y="1865756"/>
                  </a:lnTo>
                  <a:lnTo>
                    <a:pt x="4980688" y="1862447"/>
                  </a:lnTo>
                  <a:lnTo>
                    <a:pt x="4884976" y="1858239"/>
                  </a:lnTo>
                  <a:lnTo>
                    <a:pt x="4782848" y="1853129"/>
                  </a:lnTo>
                  <a:lnTo>
                    <a:pt x="4678552" y="1847134"/>
                  </a:lnTo>
                  <a:lnTo>
                    <a:pt x="4575692" y="1840274"/>
                  </a:lnTo>
                  <a:lnTo>
                    <a:pt x="4476961" y="1832554"/>
                  </a:lnTo>
                  <a:lnTo>
                    <a:pt x="4384102" y="1823953"/>
                  </a:lnTo>
                  <a:lnTo>
                    <a:pt x="4298016" y="1814422"/>
                  </a:lnTo>
                  <a:lnTo>
                    <a:pt x="4218942" y="1803875"/>
                  </a:lnTo>
                  <a:lnTo>
                    <a:pt x="4146645" y="1792197"/>
                  </a:lnTo>
                  <a:lnTo>
                    <a:pt x="4080576" y="1779239"/>
                  </a:lnTo>
                  <a:lnTo>
                    <a:pt x="4020002" y="1764830"/>
                  </a:lnTo>
                  <a:lnTo>
                    <a:pt x="3964101" y="1748784"/>
                  </a:lnTo>
                  <a:lnTo>
                    <a:pt x="3912029" y="1730920"/>
                  </a:lnTo>
                  <a:lnTo>
                    <a:pt x="3862976" y="1711093"/>
                  </a:lnTo>
                  <a:lnTo>
                    <a:pt x="3829811" y="1695897"/>
                  </a:lnTo>
                  <a:lnTo>
                    <a:pt x="3779446" y="1669972"/>
                  </a:lnTo>
                  <a:lnTo>
                    <a:pt x="3730630" y="1641497"/>
                  </a:lnTo>
                  <a:lnTo>
                    <a:pt x="3682799" y="1610433"/>
                  </a:lnTo>
                  <a:lnTo>
                    <a:pt x="3635534" y="1576819"/>
                  </a:lnTo>
                  <a:lnTo>
                    <a:pt x="3588537" y="1540785"/>
                  </a:lnTo>
                  <a:lnTo>
                    <a:pt x="3541608" y="1502558"/>
                  </a:lnTo>
                  <a:lnTo>
                    <a:pt x="3494634" y="1462460"/>
                  </a:lnTo>
                  <a:lnTo>
                    <a:pt x="3447569" y="1420901"/>
                  </a:lnTo>
                  <a:lnTo>
                    <a:pt x="3400419" y="1378367"/>
                  </a:lnTo>
                  <a:lnTo>
                    <a:pt x="3353224" y="1335392"/>
                  </a:lnTo>
                  <a:lnTo>
                    <a:pt x="3306042" y="1292535"/>
                  </a:lnTo>
                  <a:lnTo>
                    <a:pt x="3258924" y="1250349"/>
                  </a:lnTo>
                  <a:lnTo>
                    <a:pt x="3211899" y="1209351"/>
                  </a:lnTo>
                  <a:lnTo>
                    <a:pt x="3164953" y="1169996"/>
                  </a:lnTo>
                  <a:lnTo>
                    <a:pt x="3118014" y="1132660"/>
                  </a:lnTo>
                  <a:lnTo>
                    <a:pt x="3070933" y="1097624"/>
                  </a:lnTo>
                  <a:lnTo>
                    <a:pt x="3023473" y="1065074"/>
                  </a:lnTo>
                  <a:lnTo>
                    <a:pt x="2975285" y="1035101"/>
                  </a:lnTo>
                  <a:lnTo>
                    <a:pt x="2925895" y="1007711"/>
                  </a:lnTo>
                  <a:lnTo>
                    <a:pt x="2896531" y="993019"/>
                  </a:lnTo>
                  <a:lnTo>
                    <a:pt x="2849165" y="971764"/>
                  </a:lnTo>
                  <a:lnTo>
                    <a:pt x="2799302" y="952527"/>
                  </a:lnTo>
                  <a:lnTo>
                    <a:pt x="2746187" y="935216"/>
                  </a:lnTo>
                  <a:lnTo>
                    <a:pt x="2688996" y="919673"/>
                  </a:lnTo>
                  <a:lnTo>
                    <a:pt x="2626884" y="905711"/>
                  </a:lnTo>
                  <a:lnTo>
                    <a:pt x="2559047" y="893148"/>
                  </a:lnTo>
                  <a:lnTo>
                    <a:pt x="2484797" y="881817"/>
                  </a:lnTo>
                  <a:lnTo>
                    <a:pt x="2403662" y="871581"/>
                  </a:lnTo>
                  <a:lnTo>
                    <a:pt x="2315526" y="862332"/>
                  </a:lnTo>
                  <a:lnTo>
                    <a:pt x="2220806" y="853994"/>
                  </a:lnTo>
                  <a:lnTo>
                    <a:pt x="2120635" y="846528"/>
                  </a:lnTo>
                  <a:lnTo>
                    <a:pt x="2017028" y="839922"/>
                  </a:lnTo>
                  <a:lnTo>
                    <a:pt x="1912961" y="834186"/>
                  </a:lnTo>
                  <a:lnTo>
                    <a:pt x="1812266" y="829341"/>
                  </a:lnTo>
                  <a:lnTo>
                    <a:pt x="1719292" y="825399"/>
                  </a:lnTo>
                  <a:lnTo>
                    <a:pt x="1638303" y="822350"/>
                  </a:lnTo>
                  <a:lnTo>
                    <a:pt x="1572731" y="820142"/>
                  </a:lnTo>
                  <a:lnTo>
                    <a:pt x="1524464" y="818681"/>
                  </a:lnTo>
                  <a:lnTo>
                    <a:pt x="1493376" y="817831"/>
                  </a:lnTo>
                  <a:lnTo>
                    <a:pt x="1477220" y="817430"/>
                  </a:lnTo>
                  <a:lnTo>
                    <a:pt x="1471823" y="817308"/>
                  </a:lnTo>
                  <a:lnTo>
                    <a:pt x="1471387" y="817299"/>
                  </a:lnTo>
                  <a:lnTo>
                    <a:pt x="0" y="81729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38" name="pg1238"/>
            <p:cNvSpPr/>
            <p:nvPr/>
          </p:nvSpPr>
          <p:spPr>
            <a:xfrm>
              <a:off x="4799595" y="8608581"/>
              <a:ext cx="11981298" cy="1160565"/>
            </a:xfrm>
            <a:custGeom>
              <a:avLst/>
              <a:pathLst>
                <a:path w="11981298" h="1160565">
                  <a:moveTo>
                    <a:pt x="0" y="8172"/>
                  </a:moveTo>
                  <a:lnTo>
                    <a:pt x="1471387" y="8172"/>
                  </a:lnTo>
                  <a:lnTo>
                    <a:pt x="1472609" y="8200"/>
                  </a:lnTo>
                  <a:lnTo>
                    <a:pt x="1480631" y="8400"/>
                  </a:lnTo>
                  <a:lnTo>
                    <a:pt x="1500809" y="8950"/>
                  </a:lnTo>
                  <a:lnTo>
                    <a:pt x="1536773" y="10034"/>
                  </a:lnTo>
                  <a:lnTo>
                    <a:pt x="1590156" y="11816"/>
                  </a:lnTo>
                  <a:lnTo>
                    <a:pt x="1660467" y="14431"/>
                  </a:lnTo>
                  <a:lnTo>
                    <a:pt x="1745310" y="17966"/>
                  </a:lnTo>
                  <a:lnTo>
                    <a:pt x="1840936" y="22461"/>
                  </a:lnTo>
                  <a:lnTo>
                    <a:pt x="1942989" y="27921"/>
                  </a:lnTo>
                  <a:lnTo>
                    <a:pt x="2047228" y="34325"/>
                  </a:lnTo>
                  <a:lnTo>
                    <a:pt x="2150049" y="41655"/>
                  </a:lnTo>
                  <a:lnTo>
                    <a:pt x="2248759" y="49904"/>
                  </a:lnTo>
                  <a:lnTo>
                    <a:pt x="2341612" y="59093"/>
                  </a:lnTo>
                  <a:lnTo>
                    <a:pt x="2427702" y="69276"/>
                  </a:lnTo>
                  <a:lnTo>
                    <a:pt x="2506788" y="80543"/>
                  </a:lnTo>
                  <a:lnTo>
                    <a:pt x="2579100" y="93019"/>
                  </a:lnTo>
                  <a:lnTo>
                    <a:pt x="2645186" y="106860"/>
                  </a:lnTo>
                  <a:lnTo>
                    <a:pt x="2705776" y="122250"/>
                  </a:lnTo>
                  <a:lnTo>
                    <a:pt x="2761689" y="139388"/>
                  </a:lnTo>
                  <a:lnTo>
                    <a:pt x="2813769" y="158467"/>
                  </a:lnTo>
                  <a:lnTo>
                    <a:pt x="2862824" y="179643"/>
                  </a:lnTo>
                  <a:lnTo>
                    <a:pt x="2896531" y="196151"/>
                  </a:lnTo>
                  <a:lnTo>
                    <a:pt x="2946270" y="223517"/>
                  </a:lnTo>
                  <a:lnTo>
                    <a:pt x="2994491" y="253541"/>
                  </a:lnTo>
                  <a:lnTo>
                    <a:pt x="3041740" y="286266"/>
                  </a:lnTo>
                  <a:lnTo>
                    <a:pt x="3088424" y="321653"/>
                  </a:lnTo>
                  <a:lnTo>
                    <a:pt x="3134835" y="359573"/>
                  </a:lnTo>
                  <a:lnTo>
                    <a:pt x="3181170" y="399799"/>
                  </a:lnTo>
                  <a:lnTo>
                    <a:pt x="3227543" y="442005"/>
                  </a:lnTo>
                  <a:lnTo>
                    <a:pt x="3274004" y="485775"/>
                  </a:lnTo>
                  <a:lnTo>
                    <a:pt x="3320550" y="530617"/>
                  </a:lnTo>
                  <a:lnTo>
                    <a:pt x="3367145" y="575984"/>
                  </a:lnTo>
                  <a:lnTo>
                    <a:pt x="3413735" y="621302"/>
                  </a:lnTo>
                  <a:lnTo>
                    <a:pt x="3460269" y="665999"/>
                  </a:lnTo>
                  <a:lnTo>
                    <a:pt x="3506714" y="709536"/>
                  </a:lnTo>
                  <a:lnTo>
                    <a:pt x="3553075" y="751431"/>
                  </a:lnTo>
                  <a:lnTo>
                    <a:pt x="3599413" y="791284"/>
                  </a:lnTo>
                  <a:lnTo>
                    <a:pt x="3645855" y="828785"/>
                  </a:lnTo>
                  <a:lnTo>
                    <a:pt x="3692612" y="863725"/>
                  </a:lnTo>
                  <a:lnTo>
                    <a:pt x="3739994" y="895989"/>
                  </a:lnTo>
                  <a:lnTo>
                    <a:pt x="3788430" y="925555"/>
                  </a:lnTo>
                  <a:lnTo>
                    <a:pt x="3829811" y="948067"/>
                  </a:lnTo>
                  <a:lnTo>
                    <a:pt x="3877151" y="970793"/>
                  </a:lnTo>
                  <a:lnTo>
                    <a:pt x="3926984" y="991363"/>
                  </a:lnTo>
                  <a:lnTo>
                    <a:pt x="3980066" y="1009874"/>
                  </a:lnTo>
                  <a:lnTo>
                    <a:pt x="4037218" y="1026496"/>
                  </a:lnTo>
                  <a:lnTo>
                    <a:pt x="4099283" y="1041428"/>
                  </a:lnTo>
                  <a:lnTo>
                    <a:pt x="4167065" y="1054865"/>
                  </a:lnTo>
                  <a:lnTo>
                    <a:pt x="4241252" y="1066983"/>
                  </a:lnTo>
                  <a:lnTo>
                    <a:pt x="4322315" y="1077932"/>
                  </a:lnTo>
                  <a:lnTo>
                    <a:pt x="4410371" y="1087827"/>
                  </a:lnTo>
                  <a:lnTo>
                    <a:pt x="4505008" y="1096746"/>
                  </a:lnTo>
                  <a:lnTo>
                    <a:pt x="4605100" y="1104733"/>
                  </a:lnTo>
                  <a:lnTo>
                    <a:pt x="4708638" y="1111802"/>
                  </a:lnTo>
                  <a:lnTo>
                    <a:pt x="4812658" y="1117941"/>
                  </a:lnTo>
                  <a:lnTo>
                    <a:pt x="4913338" y="1123129"/>
                  </a:lnTo>
                  <a:lnTo>
                    <a:pt x="5006340" y="1127351"/>
                  </a:lnTo>
                  <a:lnTo>
                    <a:pt x="5087402" y="1130619"/>
                  </a:lnTo>
                  <a:lnTo>
                    <a:pt x="5153086" y="1132987"/>
                  </a:lnTo>
                  <a:lnTo>
                    <a:pt x="5201493" y="1134556"/>
                  </a:lnTo>
                  <a:lnTo>
                    <a:pt x="5232729" y="1135471"/>
                  </a:lnTo>
                  <a:lnTo>
                    <a:pt x="5249014" y="1135903"/>
                  </a:lnTo>
                  <a:lnTo>
                    <a:pt x="5254498" y="1136036"/>
                  </a:lnTo>
                  <a:lnTo>
                    <a:pt x="5254955" y="1136046"/>
                  </a:lnTo>
                  <a:lnTo>
                    <a:pt x="6726343" y="1136046"/>
                  </a:lnTo>
                  <a:lnTo>
                    <a:pt x="6727580" y="1136047"/>
                  </a:lnTo>
                  <a:lnTo>
                    <a:pt x="6735702" y="1136051"/>
                  </a:lnTo>
                  <a:lnTo>
                    <a:pt x="6756123" y="1136063"/>
                  </a:lnTo>
                  <a:lnTo>
                    <a:pt x="6792501" y="1136087"/>
                  </a:lnTo>
                  <a:lnTo>
                    <a:pt x="6846456" y="1136127"/>
                  </a:lnTo>
                  <a:lnTo>
                    <a:pt x="6917452" y="1136184"/>
                  </a:lnTo>
                  <a:lnTo>
                    <a:pt x="7003020" y="1136262"/>
                  </a:lnTo>
                  <a:lnTo>
                    <a:pt x="7099336" y="1136361"/>
                  </a:lnTo>
                  <a:lnTo>
                    <a:pt x="7201982" y="1136481"/>
                  </a:lnTo>
                  <a:lnTo>
                    <a:pt x="7306677" y="1136621"/>
                  </a:lnTo>
                  <a:lnTo>
                    <a:pt x="7409805" y="1136782"/>
                  </a:lnTo>
                  <a:lnTo>
                    <a:pt x="7508682" y="1136963"/>
                  </a:lnTo>
                  <a:lnTo>
                    <a:pt x="7601585" y="1137165"/>
                  </a:lnTo>
                  <a:lnTo>
                    <a:pt x="7687639" y="1137389"/>
                  </a:lnTo>
                  <a:lnTo>
                    <a:pt x="7766629" y="1137636"/>
                  </a:lnTo>
                  <a:lnTo>
                    <a:pt x="7838816" y="1137911"/>
                  </a:lnTo>
                  <a:lnTo>
                    <a:pt x="7904768" y="1138215"/>
                  </a:lnTo>
                  <a:lnTo>
                    <a:pt x="7965235" y="1138554"/>
                  </a:lnTo>
                  <a:lnTo>
                    <a:pt x="8021052" y="1138931"/>
                  </a:lnTo>
                  <a:lnTo>
                    <a:pt x="8073070" y="1139351"/>
                  </a:lnTo>
                  <a:lnTo>
                    <a:pt x="8122106" y="1139818"/>
                  </a:lnTo>
                  <a:lnTo>
                    <a:pt x="8151487" y="1140133"/>
                  </a:lnTo>
                  <a:lnTo>
                    <a:pt x="8207719" y="1140811"/>
                  </a:lnTo>
                  <a:lnTo>
                    <a:pt x="8262102" y="1141564"/>
                  </a:lnTo>
                  <a:lnTo>
                    <a:pt x="8315389" y="1142392"/>
                  </a:lnTo>
                  <a:lnTo>
                    <a:pt x="8368113" y="1143293"/>
                  </a:lnTo>
                  <a:lnTo>
                    <a:pt x="8420633" y="1144262"/>
                  </a:lnTo>
                  <a:lnTo>
                    <a:pt x="8473161" y="1145290"/>
                  </a:lnTo>
                  <a:lnTo>
                    <a:pt x="8525792" y="1146363"/>
                  </a:lnTo>
                  <a:lnTo>
                    <a:pt x="8578534" y="1147468"/>
                  </a:lnTo>
                  <a:lnTo>
                    <a:pt x="8631335" y="1148586"/>
                  </a:lnTo>
                  <a:lnTo>
                    <a:pt x="8684115" y="1149699"/>
                  </a:lnTo>
                  <a:lnTo>
                    <a:pt x="8736805" y="1150790"/>
                  </a:lnTo>
                  <a:lnTo>
                    <a:pt x="8789379" y="1151842"/>
                  </a:lnTo>
                  <a:lnTo>
                    <a:pt x="8841884" y="1152842"/>
                  </a:lnTo>
                  <a:lnTo>
                    <a:pt x="8894471" y="1153778"/>
                  </a:lnTo>
                  <a:lnTo>
                    <a:pt x="8947422" y="1154643"/>
                  </a:lnTo>
                  <a:lnTo>
                    <a:pt x="9001178" y="1155434"/>
                  </a:lnTo>
                  <a:lnTo>
                    <a:pt x="9056376" y="1156149"/>
                  </a:lnTo>
                  <a:lnTo>
                    <a:pt x="9084767" y="1156479"/>
                  </a:lnTo>
                  <a:lnTo>
                    <a:pt x="9132316" y="1156975"/>
                  </a:lnTo>
                  <a:lnTo>
                    <a:pt x="9182384" y="1157424"/>
                  </a:lnTo>
                  <a:lnTo>
                    <a:pt x="9235734" y="1157827"/>
                  </a:lnTo>
                  <a:lnTo>
                    <a:pt x="9293202" y="1158190"/>
                  </a:lnTo>
                  <a:lnTo>
                    <a:pt x="9355640" y="1158515"/>
                  </a:lnTo>
                  <a:lnTo>
                    <a:pt x="9423860" y="1158808"/>
                  </a:lnTo>
                  <a:lnTo>
                    <a:pt x="9498556" y="1159071"/>
                  </a:lnTo>
                  <a:lnTo>
                    <a:pt x="9580197" y="1159310"/>
                  </a:lnTo>
                  <a:lnTo>
                    <a:pt x="9668887" y="1159525"/>
                  </a:lnTo>
                  <a:lnTo>
                    <a:pt x="9764186" y="1159719"/>
                  </a:lnTo>
                  <a:lnTo>
                    <a:pt x="9864917" y="1159892"/>
                  </a:lnTo>
                  <a:lnTo>
                    <a:pt x="9969003" y="1160046"/>
                  </a:lnTo>
                  <a:lnTo>
                    <a:pt x="10073395" y="1160179"/>
                  </a:lnTo>
                  <a:lnTo>
                    <a:pt x="10174181" y="1160291"/>
                  </a:lnTo>
                  <a:lnTo>
                    <a:pt x="10266952" y="1160381"/>
                  </a:lnTo>
                  <a:lnTo>
                    <a:pt x="10347423" y="1160451"/>
                  </a:lnTo>
                  <a:lnTo>
                    <a:pt x="10412195" y="1160502"/>
                  </a:lnTo>
                  <a:lnTo>
                    <a:pt x="10459477" y="1160535"/>
                  </a:lnTo>
                  <a:lnTo>
                    <a:pt x="10489540" y="1160554"/>
                  </a:lnTo>
                  <a:lnTo>
                    <a:pt x="10504798" y="1160563"/>
                  </a:lnTo>
                  <a:lnTo>
                    <a:pt x="10509604" y="1160565"/>
                  </a:lnTo>
                  <a:lnTo>
                    <a:pt x="10509911" y="1160565"/>
                  </a:lnTo>
                  <a:lnTo>
                    <a:pt x="11981298" y="1160565"/>
                  </a:lnTo>
                  <a:lnTo>
                    <a:pt x="11981298" y="1152392"/>
                  </a:lnTo>
                  <a:lnTo>
                    <a:pt x="10509911" y="1152392"/>
                  </a:lnTo>
                  <a:lnTo>
                    <a:pt x="10508673" y="1152392"/>
                  </a:lnTo>
                  <a:lnTo>
                    <a:pt x="10500551" y="1152387"/>
                  </a:lnTo>
                  <a:lnTo>
                    <a:pt x="10480130" y="1152375"/>
                  </a:lnTo>
                  <a:lnTo>
                    <a:pt x="10443752" y="1152351"/>
                  </a:lnTo>
                  <a:lnTo>
                    <a:pt x="10389797" y="1152312"/>
                  </a:lnTo>
                  <a:lnTo>
                    <a:pt x="10318801" y="1152254"/>
                  </a:lnTo>
                  <a:lnTo>
                    <a:pt x="10233233" y="1152177"/>
                  </a:lnTo>
                  <a:lnTo>
                    <a:pt x="10136917" y="1152078"/>
                  </a:lnTo>
                  <a:lnTo>
                    <a:pt x="10034271" y="1151958"/>
                  </a:lnTo>
                  <a:lnTo>
                    <a:pt x="9929577" y="1151817"/>
                  </a:lnTo>
                  <a:lnTo>
                    <a:pt x="9826448" y="1151656"/>
                  </a:lnTo>
                  <a:lnTo>
                    <a:pt x="9727571" y="1151475"/>
                  </a:lnTo>
                  <a:lnTo>
                    <a:pt x="9634668" y="1151273"/>
                  </a:lnTo>
                  <a:lnTo>
                    <a:pt x="9548614" y="1151050"/>
                  </a:lnTo>
                  <a:lnTo>
                    <a:pt x="9469624" y="1150802"/>
                  </a:lnTo>
                  <a:lnTo>
                    <a:pt x="9397437" y="1150528"/>
                  </a:lnTo>
                  <a:lnTo>
                    <a:pt x="9331485" y="1150224"/>
                  </a:lnTo>
                  <a:lnTo>
                    <a:pt x="9271018" y="1149885"/>
                  </a:lnTo>
                  <a:lnTo>
                    <a:pt x="9215202" y="1149507"/>
                  </a:lnTo>
                  <a:lnTo>
                    <a:pt x="9163183" y="1149087"/>
                  </a:lnTo>
                  <a:lnTo>
                    <a:pt x="9114148" y="1148621"/>
                  </a:lnTo>
                  <a:lnTo>
                    <a:pt x="9084767" y="1148306"/>
                  </a:lnTo>
                  <a:lnTo>
                    <a:pt x="9028534" y="1147627"/>
                  </a:lnTo>
                  <a:lnTo>
                    <a:pt x="8974151" y="1146874"/>
                  </a:lnTo>
                  <a:lnTo>
                    <a:pt x="8920864" y="1146046"/>
                  </a:lnTo>
                  <a:lnTo>
                    <a:pt x="8868140" y="1145145"/>
                  </a:lnTo>
                  <a:lnTo>
                    <a:pt x="8815620" y="1144176"/>
                  </a:lnTo>
                  <a:lnTo>
                    <a:pt x="8763093" y="1143149"/>
                  </a:lnTo>
                  <a:lnTo>
                    <a:pt x="8710461" y="1142075"/>
                  </a:lnTo>
                  <a:lnTo>
                    <a:pt x="8657719" y="1140971"/>
                  </a:lnTo>
                  <a:lnTo>
                    <a:pt x="8604919" y="1139853"/>
                  </a:lnTo>
                  <a:lnTo>
                    <a:pt x="8552139" y="1138739"/>
                  </a:lnTo>
                  <a:lnTo>
                    <a:pt x="8499448" y="1137648"/>
                  </a:lnTo>
                  <a:lnTo>
                    <a:pt x="8446874" y="1136596"/>
                  </a:lnTo>
                  <a:lnTo>
                    <a:pt x="8394369" y="1135597"/>
                  </a:lnTo>
                  <a:lnTo>
                    <a:pt x="8341782" y="1134661"/>
                  </a:lnTo>
                  <a:lnTo>
                    <a:pt x="8288831" y="1133796"/>
                  </a:lnTo>
                  <a:lnTo>
                    <a:pt x="8235075" y="1133005"/>
                  </a:lnTo>
                  <a:lnTo>
                    <a:pt x="8179877" y="1132290"/>
                  </a:lnTo>
                  <a:lnTo>
                    <a:pt x="8151487" y="1131960"/>
                  </a:lnTo>
                  <a:lnTo>
                    <a:pt x="8103938" y="1131464"/>
                  </a:lnTo>
                  <a:lnTo>
                    <a:pt x="8053870" y="1131015"/>
                  </a:lnTo>
                  <a:lnTo>
                    <a:pt x="8000519" y="1130611"/>
                  </a:lnTo>
                  <a:lnTo>
                    <a:pt x="7943052" y="1130249"/>
                  </a:lnTo>
                  <a:lnTo>
                    <a:pt x="7880614" y="1129924"/>
                  </a:lnTo>
                  <a:lnTo>
                    <a:pt x="7812394" y="1129631"/>
                  </a:lnTo>
                  <a:lnTo>
                    <a:pt x="7737698" y="1129367"/>
                  </a:lnTo>
                  <a:lnTo>
                    <a:pt x="7656056" y="1129129"/>
                  </a:lnTo>
                  <a:lnTo>
                    <a:pt x="7567366" y="1128914"/>
                  </a:lnTo>
                  <a:lnTo>
                    <a:pt x="7472068" y="1128720"/>
                  </a:lnTo>
                  <a:lnTo>
                    <a:pt x="7371337" y="1128546"/>
                  </a:lnTo>
                  <a:lnTo>
                    <a:pt x="7267250" y="1128393"/>
                  </a:lnTo>
                  <a:lnTo>
                    <a:pt x="7162859" y="1128260"/>
                  </a:lnTo>
                  <a:lnTo>
                    <a:pt x="7062073" y="1128148"/>
                  </a:lnTo>
                  <a:lnTo>
                    <a:pt x="6969301" y="1128057"/>
                  </a:lnTo>
                  <a:lnTo>
                    <a:pt x="6888830" y="1127987"/>
                  </a:lnTo>
                  <a:lnTo>
                    <a:pt x="6824058" y="1127937"/>
                  </a:lnTo>
                  <a:lnTo>
                    <a:pt x="6776776" y="1127904"/>
                  </a:lnTo>
                  <a:lnTo>
                    <a:pt x="6746714" y="1127885"/>
                  </a:lnTo>
                  <a:lnTo>
                    <a:pt x="6731455" y="1127876"/>
                  </a:lnTo>
                  <a:lnTo>
                    <a:pt x="6726649" y="1127873"/>
                  </a:lnTo>
                  <a:lnTo>
                    <a:pt x="6726343" y="1127873"/>
                  </a:lnTo>
                  <a:lnTo>
                    <a:pt x="5254955" y="1127873"/>
                  </a:lnTo>
                  <a:lnTo>
                    <a:pt x="5253733" y="1127845"/>
                  </a:lnTo>
                  <a:lnTo>
                    <a:pt x="5245711" y="1127646"/>
                  </a:lnTo>
                  <a:lnTo>
                    <a:pt x="5225534" y="1127096"/>
                  </a:lnTo>
                  <a:lnTo>
                    <a:pt x="5189569" y="1126012"/>
                  </a:lnTo>
                  <a:lnTo>
                    <a:pt x="5136186" y="1124230"/>
                  </a:lnTo>
                  <a:lnTo>
                    <a:pt x="5065875" y="1121615"/>
                  </a:lnTo>
                  <a:lnTo>
                    <a:pt x="4981032" y="1118080"/>
                  </a:lnTo>
                  <a:lnTo>
                    <a:pt x="4885406" y="1113584"/>
                  </a:lnTo>
                  <a:lnTo>
                    <a:pt x="4783353" y="1108125"/>
                  </a:lnTo>
                  <a:lnTo>
                    <a:pt x="4679114" y="1101721"/>
                  </a:lnTo>
                  <a:lnTo>
                    <a:pt x="4576293" y="1094391"/>
                  </a:lnTo>
                  <a:lnTo>
                    <a:pt x="4477583" y="1086142"/>
                  </a:lnTo>
                  <a:lnTo>
                    <a:pt x="4384730" y="1076953"/>
                  </a:lnTo>
                  <a:lnTo>
                    <a:pt x="4298640" y="1066769"/>
                  </a:lnTo>
                  <a:lnTo>
                    <a:pt x="4219554" y="1055502"/>
                  </a:lnTo>
                  <a:lnTo>
                    <a:pt x="4147242" y="1043027"/>
                  </a:lnTo>
                  <a:lnTo>
                    <a:pt x="4081156" y="1029186"/>
                  </a:lnTo>
                  <a:lnTo>
                    <a:pt x="4020566" y="1013795"/>
                  </a:lnTo>
                  <a:lnTo>
                    <a:pt x="3964653" y="996657"/>
                  </a:lnTo>
                  <a:lnTo>
                    <a:pt x="3912573" y="977579"/>
                  </a:lnTo>
                  <a:lnTo>
                    <a:pt x="3863518" y="956403"/>
                  </a:lnTo>
                  <a:lnTo>
                    <a:pt x="3829811" y="939894"/>
                  </a:lnTo>
                  <a:lnTo>
                    <a:pt x="3780072" y="912528"/>
                  </a:lnTo>
                  <a:lnTo>
                    <a:pt x="3731852" y="882505"/>
                  </a:lnTo>
                  <a:lnTo>
                    <a:pt x="3684603" y="849780"/>
                  </a:lnTo>
                  <a:lnTo>
                    <a:pt x="3637918" y="814393"/>
                  </a:lnTo>
                  <a:lnTo>
                    <a:pt x="3591507" y="776473"/>
                  </a:lnTo>
                  <a:lnTo>
                    <a:pt x="3545172" y="736247"/>
                  </a:lnTo>
                  <a:lnTo>
                    <a:pt x="3498799" y="694041"/>
                  </a:lnTo>
                  <a:lnTo>
                    <a:pt x="3452338" y="650271"/>
                  </a:lnTo>
                  <a:lnTo>
                    <a:pt x="3405792" y="605429"/>
                  </a:lnTo>
                  <a:lnTo>
                    <a:pt x="3359197" y="560061"/>
                  </a:lnTo>
                  <a:lnTo>
                    <a:pt x="3312607" y="514743"/>
                  </a:lnTo>
                  <a:lnTo>
                    <a:pt x="3266073" y="470047"/>
                  </a:lnTo>
                  <a:lnTo>
                    <a:pt x="3219629" y="426510"/>
                  </a:lnTo>
                  <a:lnTo>
                    <a:pt x="3173267" y="384615"/>
                  </a:lnTo>
                  <a:lnTo>
                    <a:pt x="3126929" y="344762"/>
                  </a:lnTo>
                  <a:lnTo>
                    <a:pt x="3080488" y="307261"/>
                  </a:lnTo>
                  <a:lnTo>
                    <a:pt x="3033731" y="272321"/>
                  </a:lnTo>
                  <a:lnTo>
                    <a:pt x="2986348" y="240056"/>
                  </a:lnTo>
                  <a:lnTo>
                    <a:pt x="2937912" y="210491"/>
                  </a:lnTo>
                  <a:lnTo>
                    <a:pt x="2896531" y="187978"/>
                  </a:lnTo>
                  <a:lnTo>
                    <a:pt x="2849191" y="165253"/>
                  </a:lnTo>
                  <a:lnTo>
                    <a:pt x="2799358" y="144683"/>
                  </a:lnTo>
                  <a:lnTo>
                    <a:pt x="2746276" y="126172"/>
                  </a:lnTo>
                  <a:lnTo>
                    <a:pt x="2689124" y="109549"/>
                  </a:lnTo>
                  <a:lnTo>
                    <a:pt x="2627059" y="94617"/>
                  </a:lnTo>
                  <a:lnTo>
                    <a:pt x="2559277" y="81181"/>
                  </a:lnTo>
                  <a:lnTo>
                    <a:pt x="2485091" y="69062"/>
                  </a:lnTo>
                  <a:lnTo>
                    <a:pt x="2404027" y="58113"/>
                  </a:lnTo>
                  <a:lnTo>
                    <a:pt x="2315971" y="48219"/>
                  </a:lnTo>
                  <a:lnTo>
                    <a:pt x="2221334" y="39300"/>
                  </a:lnTo>
                  <a:lnTo>
                    <a:pt x="2121242" y="31312"/>
                  </a:lnTo>
                  <a:lnTo>
                    <a:pt x="2017704" y="24243"/>
                  </a:lnTo>
                  <a:lnTo>
                    <a:pt x="1913684" y="18104"/>
                  </a:lnTo>
                  <a:lnTo>
                    <a:pt x="1813004" y="12917"/>
                  </a:lnTo>
                  <a:lnTo>
                    <a:pt x="1720002" y="8695"/>
                  </a:lnTo>
                  <a:lnTo>
                    <a:pt x="1638940" y="5427"/>
                  </a:lnTo>
                  <a:lnTo>
                    <a:pt x="1573256" y="3059"/>
                  </a:lnTo>
                  <a:lnTo>
                    <a:pt x="1524849" y="1490"/>
                  </a:lnTo>
                  <a:lnTo>
                    <a:pt x="1493613" y="575"/>
                  </a:lnTo>
                  <a:lnTo>
                    <a:pt x="1477328" y="142"/>
                  </a:lnTo>
                  <a:lnTo>
                    <a:pt x="1471844" y="10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C1B3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239" name="pl1239"/>
            <p:cNvSpPr/>
            <p:nvPr/>
          </p:nvSpPr>
          <p:spPr>
            <a:xfrm>
              <a:off x="4799595" y="8616754"/>
              <a:ext cx="11981298" cy="1152392"/>
            </a:xfrm>
            <a:custGeom>
              <a:avLst/>
              <a:pathLst>
                <a:path w="11981298" h="1152392">
                  <a:moveTo>
                    <a:pt x="0" y="0"/>
                  </a:moveTo>
                  <a:lnTo>
                    <a:pt x="1471387" y="0"/>
                  </a:lnTo>
                  <a:lnTo>
                    <a:pt x="1472609" y="27"/>
                  </a:lnTo>
                  <a:lnTo>
                    <a:pt x="1480631" y="227"/>
                  </a:lnTo>
                  <a:lnTo>
                    <a:pt x="1500809" y="777"/>
                  </a:lnTo>
                  <a:lnTo>
                    <a:pt x="1536773" y="1861"/>
                  </a:lnTo>
                  <a:lnTo>
                    <a:pt x="1590156" y="3643"/>
                  </a:lnTo>
                  <a:lnTo>
                    <a:pt x="1660467" y="6258"/>
                  </a:lnTo>
                  <a:lnTo>
                    <a:pt x="1745310" y="9793"/>
                  </a:lnTo>
                  <a:lnTo>
                    <a:pt x="1840936" y="14288"/>
                  </a:lnTo>
                  <a:lnTo>
                    <a:pt x="1942989" y="19748"/>
                  </a:lnTo>
                  <a:lnTo>
                    <a:pt x="2047228" y="26152"/>
                  </a:lnTo>
                  <a:lnTo>
                    <a:pt x="2150049" y="33482"/>
                  </a:lnTo>
                  <a:lnTo>
                    <a:pt x="2248759" y="41731"/>
                  </a:lnTo>
                  <a:lnTo>
                    <a:pt x="2341612" y="50920"/>
                  </a:lnTo>
                  <a:lnTo>
                    <a:pt x="2427702" y="61103"/>
                  </a:lnTo>
                  <a:lnTo>
                    <a:pt x="2506788" y="72370"/>
                  </a:lnTo>
                  <a:lnTo>
                    <a:pt x="2579100" y="84846"/>
                  </a:lnTo>
                  <a:lnTo>
                    <a:pt x="2645186" y="98687"/>
                  </a:lnTo>
                  <a:lnTo>
                    <a:pt x="2705776" y="114077"/>
                  </a:lnTo>
                  <a:lnTo>
                    <a:pt x="2761689" y="131215"/>
                  </a:lnTo>
                  <a:lnTo>
                    <a:pt x="2813769" y="150294"/>
                  </a:lnTo>
                  <a:lnTo>
                    <a:pt x="2862824" y="171470"/>
                  </a:lnTo>
                  <a:lnTo>
                    <a:pt x="2896531" y="187978"/>
                  </a:lnTo>
                  <a:lnTo>
                    <a:pt x="2946270" y="215344"/>
                  </a:lnTo>
                  <a:lnTo>
                    <a:pt x="2994491" y="245368"/>
                  </a:lnTo>
                  <a:lnTo>
                    <a:pt x="3041740" y="278093"/>
                  </a:lnTo>
                  <a:lnTo>
                    <a:pt x="3088424" y="313480"/>
                  </a:lnTo>
                  <a:lnTo>
                    <a:pt x="3134835" y="351400"/>
                  </a:lnTo>
                  <a:lnTo>
                    <a:pt x="3181170" y="391626"/>
                  </a:lnTo>
                  <a:lnTo>
                    <a:pt x="3227543" y="433832"/>
                  </a:lnTo>
                  <a:lnTo>
                    <a:pt x="3274004" y="477602"/>
                  </a:lnTo>
                  <a:lnTo>
                    <a:pt x="3320550" y="522444"/>
                  </a:lnTo>
                  <a:lnTo>
                    <a:pt x="3367145" y="567811"/>
                  </a:lnTo>
                  <a:lnTo>
                    <a:pt x="3413735" y="613129"/>
                  </a:lnTo>
                  <a:lnTo>
                    <a:pt x="3460269" y="657826"/>
                  </a:lnTo>
                  <a:lnTo>
                    <a:pt x="3506714" y="701363"/>
                  </a:lnTo>
                  <a:lnTo>
                    <a:pt x="3553075" y="743258"/>
                  </a:lnTo>
                  <a:lnTo>
                    <a:pt x="3599413" y="783111"/>
                  </a:lnTo>
                  <a:lnTo>
                    <a:pt x="3645855" y="820612"/>
                  </a:lnTo>
                  <a:lnTo>
                    <a:pt x="3692612" y="855552"/>
                  </a:lnTo>
                  <a:lnTo>
                    <a:pt x="3739994" y="887816"/>
                  </a:lnTo>
                  <a:lnTo>
                    <a:pt x="3788430" y="917382"/>
                  </a:lnTo>
                  <a:lnTo>
                    <a:pt x="3829811" y="939894"/>
                  </a:lnTo>
                  <a:lnTo>
                    <a:pt x="3877151" y="962620"/>
                  </a:lnTo>
                  <a:lnTo>
                    <a:pt x="3926984" y="983190"/>
                  </a:lnTo>
                  <a:lnTo>
                    <a:pt x="3980066" y="1001701"/>
                  </a:lnTo>
                  <a:lnTo>
                    <a:pt x="4037218" y="1018323"/>
                  </a:lnTo>
                  <a:lnTo>
                    <a:pt x="4099283" y="1033255"/>
                  </a:lnTo>
                  <a:lnTo>
                    <a:pt x="4167065" y="1046692"/>
                  </a:lnTo>
                  <a:lnTo>
                    <a:pt x="4241252" y="1058810"/>
                  </a:lnTo>
                  <a:lnTo>
                    <a:pt x="4322315" y="1069759"/>
                  </a:lnTo>
                  <a:lnTo>
                    <a:pt x="4410371" y="1079654"/>
                  </a:lnTo>
                  <a:lnTo>
                    <a:pt x="4505008" y="1088573"/>
                  </a:lnTo>
                  <a:lnTo>
                    <a:pt x="4605100" y="1096560"/>
                  </a:lnTo>
                  <a:lnTo>
                    <a:pt x="4708638" y="1103629"/>
                  </a:lnTo>
                  <a:lnTo>
                    <a:pt x="4812658" y="1109768"/>
                  </a:lnTo>
                  <a:lnTo>
                    <a:pt x="4913338" y="1114956"/>
                  </a:lnTo>
                  <a:lnTo>
                    <a:pt x="5006340" y="1119178"/>
                  </a:lnTo>
                  <a:lnTo>
                    <a:pt x="5087402" y="1122446"/>
                  </a:lnTo>
                  <a:lnTo>
                    <a:pt x="5153086" y="1124814"/>
                  </a:lnTo>
                  <a:lnTo>
                    <a:pt x="5201493" y="1126383"/>
                  </a:lnTo>
                  <a:lnTo>
                    <a:pt x="5232729" y="1127298"/>
                  </a:lnTo>
                  <a:lnTo>
                    <a:pt x="5249014" y="1127730"/>
                  </a:lnTo>
                  <a:lnTo>
                    <a:pt x="5254498" y="1127863"/>
                  </a:lnTo>
                  <a:lnTo>
                    <a:pt x="5254955" y="1127873"/>
                  </a:lnTo>
                  <a:lnTo>
                    <a:pt x="6726343" y="1127873"/>
                  </a:lnTo>
                  <a:lnTo>
                    <a:pt x="6727580" y="1127874"/>
                  </a:lnTo>
                  <a:lnTo>
                    <a:pt x="6735702" y="1127878"/>
                  </a:lnTo>
                  <a:lnTo>
                    <a:pt x="6756123" y="1127890"/>
                  </a:lnTo>
                  <a:lnTo>
                    <a:pt x="6792501" y="1127914"/>
                  </a:lnTo>
                  <a:lnTo>
                    <a:pt x="6846456" y="1127954"/>
                  </a:lnTo>
                  <a:lnTo>
                    <a:pt x="6917452" y="1128011"/>
                  </a:lnTo>
                  <a:lnTo>
                    <a:pt x="7003020" y="1128089"/>
                  </a:lnTo>
                  <a:lnTo>
                    <a:pt x="7099336" y="1128188"/>
                  </a:lnTo>
                  <a:lnTo>
                    <a:pt x="7201982" y="1128308"/>
                  </a:lnTo>
                  <a:lnTo>
                    <a:pt x="7306677" y="1128448"/>
                  </a:lnTo>
                  <a:lnTo>
                    <a:pt x="7409805" y="1128609"/>
                  </a:lnTo>
                  <a:lnTo>
                    <a:pt x="7508682" y="1128790"/>
                  </a:lnTo>
                  <a:lnTo>
                    <a:pt x="7601585" y="1128992"/>
                  </a:lnTo>
                  <a:lnTo>
                    <a:pt x="7687639" y="1129216"/>
                  </a:lnTo>
                  <a:lnTo>
                    <a:pt x="7766629" y="1129463"/>
                  </a:lnTo>
                  <a:lnTo>
                    <a:pt x="7838816" y="1129738"/>
                  </a:lnTo>
                  <a:lnTo>
                    <a:pt x="7904768" y="1130042"/>
                  </a:lnTo>
                  <a:lnTo>
                    <a:pt x="7965235" y="1130381"/>
                  </a:lnTo>
                  <a:lnTo>
                    <a:pt x="8021052" y="1130758"/>
                  </a:lnTo>
                  <a:lnTo>
                    <a:pt x="8073070" y="1131178"/>
                  </a:lnTo>
                  <a:lnTo>
                    <a:pt x="8122106" y="1131645"/>
                  </a:lnTo>
                  <a:lnTo>
                    <a:pt x="8151487" y="1131960"/>
                  </a:lnTo>
                  <a:lnTo>
                    <a:pt x="8207719" y="1132638"/>
                  </a:lnTo>
                  <a:lnTo>
                    <a:pt x="8262102" y="1133391"/>
                  </a:lnTo>
                  <a:lnTo>
                    <a:pt x="8315389" y="1134219"/>
                  </a:lnTo>
                  <a:lnTo>
                    <a:pt x="8368113" y="1135120"/>
                  </a:lnTo>
                  <a:lnTo>
                    <a:pt x="8420633" y="1136089"/>
                  </a:lnTo>
                  <a:lnTo>
                    <a:pt x="8473161" y="1137117"/>
                  </a:lnTo>
                  <a:lnTo>
                    <a:pt x="8525792" y="1138190"/>
                  </a:lnTo>
                  <a:lnTo>
                    <a:pt x="8578534" y="1139295"/>
                  </a:lnTo>
                  <a:lnTo>
                    <a:pt x="8631335" y="1140413"/>
                  </a:lnTo>
                  <a:lnTo>
                    <a:pt x="8684115" y="1141526"/>
                  </a:lnTo>
                  <a:lnTo>
                    <a:pt x="8736805" y="1142617"/>
                  </a:lnTo>
                  <a:lnTo>
                    <a:pt x="8789379" y="1143669"/>
                  </a:lnTo>
                  <a:lnTo>
                    <a:pt x="8841884" y="1144669"/>
                  </a:lnTo>
                  <a:lnTo>
                    <a:pt x="8894471" y="1145605"/>
                  </a:lnTo>
                  <a:lnTo>
                    <a:pt x="8947422" y="1146470"/>
                  </a:lnTo>
                  <a:lnTo>
                    <a:pt x="9001178" y="1147261"/>
                  </a:lnTo>
                  <a:lnTo>
                    <a:pt x="9056376" y="1147976"/>
                  </a:lnTo>
                  <a:lnTo>
                    <a:pt x="9084767" y="1148306"/>
                  </a:lnTo>
                  <a:lnTo>
                    <a:pt x="9132316" y="1148802"/>
                  </a:lnTo>
                  <a:lnTo>
                    <a:pt x="9182384" y="1149251"/>
                  </a:lnTo>
                  <a:lnTo>
                    <a:pt x="9235734" y="1149654"/>
                  </a:lnTo>
                  <a:lnTo>
                    <a:pt x="9293202" y="1150017"/>
                  </a:lnTo>
                  <a:lnTo>
                    <a:pt x="9355640" y="1150342"/>
                  </a:lnTo>
                  <a:lnTo>
                    <a:pt x="9423860" y="1150635"/>
                  </a:lnTo>
                  <a:lnTo>
                    <a:pt x="9498556" y="1150898"/>
                  </a:lnTo>
                  <a:lnTo>
                    <a:pt x="9580197" y="1151137"/>
                  </a:lnTo>
                  <a:lnTo>
                    <a:pt x="9668887" y="1151352"/>
                  </a:lnTo>
                  <a:lnTo>
                    <a:pt x="9764186" y="1151546"/>
                  </a:lnTo>
                  <a:lnTo>
                    <a:pt x="9864917" y="1151719"/>
                  </a:lnTo>
                  <a:lnTo>
                    <a:pt x="9969003" y="1151873"/>
                  </a:lnTo>
                  <a:lnTo>
                    <a:pt x="10073395" y="1152006"/>
                  </a:lnTo>
                  <a:lnTo>
                    <a:pt x="10174181" y="1152118"/>
                  </a:lnTo>
                  <a:lnTo>
                    <a:pt x="10266952" y="1152208"/>
                  </a:lnTo>
                  <a:lnTo>
                    <a:pt x="10347423" y="1152278"/>
                  </a:lnTo>
                  <a:lnTo>
                    <a:pt x="10412195" y="1152329"/>
                  </a:lnTo>
                  <a:lnTo>
                    <a:pt x="10459477" y="1152362"/>
                  </a:lnTo>
                  <a:lnTo>
                    <a:pt x="10489540" y="1152381"/>
                  </a:lnTo>
                  <a:lnTo>
                    <a:pt x="10504798" y="1152390"/>
                  </a:lnTo>
                  <a:lnTo>
                    <a:pt x="10509604" y="1152392"/>
                  </a:lnTo>
                  <a:lnTo>
                    <a:pt x="10509911" y="1152392"/>
                  </a:lnTo>
                  <a:lnTo>
                    <a:pt x="11981298" y="115239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40" name="pl1240"/>
            <p:cNvSpPr/>
            <p:nvPr/>
          </p:nvSpPr>
          <p:spPr>
            <a:xfrm>
              <a:off x="4799595" y="8608581"/>
              <a:ext cx="11981298" cy="1152392"/>
            </a:xfrm>
            <a:custGeom>
              <a:avLst/>
              <a:pathLst>
                <a:path w="11981298" h="1152392">
                  <a:moveTo>
                    <a:pt x="11981298" y="1152392"/>
                  </a:moveTo>
                  <a:lnTo>
                    <a:pt x="10509911" y="1152392"/>
                  </a:lnTo>
                  <a:lnTo>
                    <a:pt x="10508673" y="1152392"/>
                  </a:lnTo>
                  <a:lnTo>
                    <a:pt x="10500551" y="1152387"/>
                  </a:lnTo>
                  <a:lnTo>
                    <a:pt x="10480130" y="1152375"/>
                  </a:lnTo>
                  <a:lnTo>
                    <a:pt x="10443752" y="1152351"/>
                  </a:lnTo>
                  <a:lnTo>
                    <a:pt x="10389797" y="1152312"/>
                  </a:lnTo>
                  <a:lnTo>
                    <a:pt x="10318801" y="1152254"/>
                  </a:lnTo>
                  <a:lnTo>
                    <a:pt x="10233233" y="1152177"/>
                  </a:lnTo>
                  <a:lnTo>
                    <a:pt x="10136917" y="1152078"/>
                  </a:lnTo>
                  <a:lnTo>
                    <a:pt x="10034271" y="1151958"/>
                  </a:lnTo>
                  <a:lnTo>
                    <a:pt x="9929577" y="1151817"/>
                  </a:lnTo>
                  <a:lnTo>
                    <a:pt x="9826448" y="1151656"/>
                  </a:lnTo>
                  <a:lnTo>
                    <a:pt x="9727571" y="1151475"/>
                  </a:lnTo>
                  <a:lnTo>
                    <a:pt x="9634668" y="1151273"/>
                  </a:lnTo>
                  <a:lnTo>
                    <a:pt x="9548614" y="1151050"/>
                  </a:lnTo>
                  <a:lnTo>
                    <a:pt x="9469624" y="1150802"/>
                  </a:lnTo>
                  <a:lnTo>
                    <a:pt x="9397437" y="1150528"/>
                  </a:lnTo>
                  <a:lnTo>
                    <a:pt x="9331485" y="1150224"/>
                  </a:lnTo>
                  <a:lnTo>
                    <a:pt x="9271018" y="1149885"/>
                  </a:lnTo>
                  <a:lnTo>
                    <a:pt x="9215202" y="1149507"/>
                  </a:lnTo>
                  <a:lnTo>
                    <a:pt x="9163183" y="1149087"/>
                  </a:lnTo>
                  <a:lnTo>
                    <a:pt x="9114148" y="1148621"/>
                  </a:lnTo>
                  <a:lnTo>
                    <a:pt x="9084767" y="1148306"/>
                  </a:lnTo>
                  <a:lnTo>
                    <a:pt x="9028534" y="1147627"/>
                  </a:lnTo>
                  <a:lnTo>
                    <a:pt x="8974151" y="1146874"/>
                  </a:lnTo>
                  <a:lnTo>
                    <a:pt x="8920864" y="1146046"/>
                  </a:lnTo>
                  <a:lnTo>
                    <a:pt x="8868140" y="1145145"/>
                  </a:lnTo>
                  <a:lnTo>
                    <a:pt x="8815620" y="1144176"/>
                  </a:lnTo>
                  <a:lnTo>
                    <a:pt x="8763093" y="1143149"/>
                  </a:lnTo>
                  <a:lnTo>
                    <a:pt x="8710461" y="1142075"/>
                  </a:lnTo>
                  <a:lnTo>
                    <a:pt x="8657719" y="1140971"/>
                  </a:lnTo>
                  <a:lnTo>
                    <a:pt x="8604919" y="1139853"/>
                  </a:lnTo>
                  <a:lnTo>
                    <a:pt x="8552139" y="1138739"/>
                  </a:lnTo>
                  <a:lnTo>
                    <a:pt x="8499448" y="1137648"/>
                  </a:lnTo>
                  <a:lnTo>
                    <a:pt x="8446874" y="1136596"/>
                  </a:lnTo>
                  <a:lnTo>
                    <a:pt x="8394369" y="1135597"/>
                  </a:lnTo>
                  <a:lnTo>
                    <a:pt x="8341782" y="1134661"/>
                  </a:lnTo>
                  <a:lnTo>
                    <a:pt x="8288831" y="1133796"/>
                  </a:lnTo>
                  <a:lnTo>
                    <a:pt x="8235075" y="1133005"/>
                  </a:lnTo>
                  <a:lnTo>
                    <a:pt x="8179877" y="1132290"/>
                  </a:lnTo>
                  <a:lnTo>
                    <a:pt x="8151487" y="1131960"/>
                  </a:lnTo>
                  <a:lnTo>
                    <a:pt x="8103938" y="1131464"/>
                  </a:lnTo>
                  <a:lnTo>
                    <a:pt x="8053870" y="1131015"/>
                  </a:lnTo>
                  <a:lnTo>
                    <a:pt x="8000519" y="1130611"/>
                  </a:lnTo>
                  <a:lnTo>
                    <a:pt x="7943052" y="1130249"/>
                  </a:lnTo>
                  <a:lnTo>
                    <a:pt x="7880614" y="1129924"/>
                  </a:lnTo>
                  <a:lnTo>
                    <a:pt x="7812394" y="1129631"/>
                  </a:lnTo>
                  <a:lnTo>
                    <a:pt x="7737698" y="1129367"/>
                  </a:lnTo>
                  <a:lnTo>
                    <a:pt x="7656056" y="1129129"/>
                  </a:lnTo>
                  <a:lnTo>
                    <a:pt x="7567366" y="1128914"/>
                  </a:lnTo>
                  <a:lnTo>
                    <a:pt x="7472068" y="1128720"/>
                  </a:lnTo>
                  <a:lnTo>
                    <a:pt x="7371337" y="1128546"/>
                  </a:lnTo>
                  <a:lnTo>
                    <a:pt x="7267250" y="1128393"/>
                  </a:lnTo>
                  <a:lnTo>
                    <a:pt x="7162859" y="1128260"/>
                  </a:lnTo>
                  <a:lnTo>
                    <a:pt x="7062073" y="1128148"/>
                  </a:lnTo>
                  <a:lnTo>
                    <a:pt x="6969301" y="1128057"/>
                  </a:lnTo>
                  <a:lnTo>
                    <a:pt x="6888830" y="1127987"/>
                  </a:lnTo>
                  <a:lnTo>
                    <a:pt x="6824058" y="1127937"/>
                  </a:lnTo>
                  <a:lnTo>
                    <a:pt x="6776776" y="1127904"/>
                  </a:lnTo>
                  <a:lnTo>
                    <a:pt x="6746714" y="1127885"/>
                  </a:lnTo>
                  <a:lnTo>
                    <a:pt x="6731455" y="1127876"/>
                  </a:lnTo>
                  <a:lnTo>
                    <a:pt x="6726649" y="1127873"/>
                  </a:lnTo>
                  <a:lnTo>
                    <a:pt x="6726343" y="1127873"/>
                  </a:lnTo>
                  <a:lnTo>
                    <a:pt x="5254955" y="1127873"/>
                  </a:lnTo>
                  <a:lnTo>
                    <a:pt x="5253733" y="1127845"/>
                  </a:lnTo>
                  <a:lnTo>
                    <a:pt x="5245711" y="1127646"/>
                  </a:lnTo>
                  <a:lnTo>
                    <a:pt x="5225534" y="1127096"/>
                  </a:lnTo>
                  <a:lnTo>
                    <a:pt x="5189569" y="1126012"/>
                  </a:lnTo>
                  <a:lnTo>
                    <a:pt x="5136186" y="1124230"/>
                  </a:lnTo>
                  <a:lnTo>
                    <a:pt x="5065875" y="1121615"/>
                  </a:lnTo>
                  <a:lnTo>
                    <a:pt x="4981032" y="1118080"/>
                  </a:lnTo>
                  <a:lnTo>
                    <a:pt x="4885406" y="1113584"/>
                  </a:lnTo>
                  <a:lnTo>
                    <a:pt x="4783353" y="1108125"/>
                  </a:lnTo>
                  <a:lnTo>
                    <a:pt x="4679114" y="1101721"/>
                  </a:lnTo>
                  <a:lnTo>
                    <a:pt x="4576293" y="1094391"/>
                  </a:lnTo>
                  <a:lnTo>
                    <a:pt x="4477583" y="1086142"/>
                  </a:lnTo>
                  <a:lnTo>
                    <a:pt x="4384730" y="1076953"/>
                  </a:lnTo>
                  <a:lnTo>
                    <a:pt x="4298640" y="1066769"/>
                  </a:lnTo>
                  <a:lnTo>
                    <a:pt x="4219554" y="1055502"/>
                  </a:lnTo>
                  <a:lnTo>
                    <a:pt x="4147242" y="1043027"/>
                  </a:lnTo>
                  <a:lnTo>
                    <a:pt x="4081156" y="1029186"/>
                  </a:lnTo>
                  <a:lnTo>
                    <a:pt x="4020566" y="1013795"/>
                  </a:lnTo>
                  <a:lnTo>
                    <a:pt x="3964653" y="996657"/>
                  </a:lnTo>
                  <a:lnTo>
                    <a:pt x="3912573" y="977579"/>
                  </a:lnTo>
                  <a:lnTo>
                    <a:pt x="3863518" y="956403"/>
                  </a:lnTo>
                  <a:lnTo>
                    <a:pt x="3829811" y="939894"/>
                  </a:lnTo>
                  <a:lnTo>
                    <a:pt x="3780072" y="912528"/>
                  </a:lnTo>
                  <a:lnTo>
                    <a:pt x="3731852" y="882505"/>
                  </a:lnTo>
                  <a:lnTo>
                    <a:pt x="3684603" y="849780"/>
                  </a:lnTo>
                  <a:lnTo>
                    <a:pt x="3637918" y="814393"/>
                  </a:lnTo>
                  <a:lnTo>
                    <a:pt x="3591507" y="776473"/>
                  </a:lnTo>
                  <a:lnTo>
                    <a:pt x="3545172" y="736247"/>
                  </a:lnTo>
                  <a:lnTo>
                    <a:pt x="3498799" y="694041"/>
                  </a:lnTo>
                  <a:lnTo>
                    <a:pt x="3452338" y="650271"/>
                  </a:lnTo>
                  <a:lnTo>
                    <a:pt x="3405792" y="605429"/>
                  </a:lnTo>
                  <a:lnTo>
                    <a:pt x="3359197" y="560061"/>
                  </a:lnTo>
                  <a:lnTo>
                    <a:pt x="3312607" y="514743"/>
                  </a:lnTo>
                  <a:lnTo>
                    <a:pt x="3266073" y="470047"/>
                  </a:lnTo>
                  <a:lnTo>
                    <a:pt x="3219629" y="426510"/>
                  </a:lnTo>
                  <a:lnTo>
                    <a:pt x="3173267" y="384615"/>
                  </a:lnTo>
                  <a:lnTo>
                    <a:pt x="3126929" y="344762"/>
                  </a:lnTo>
                  <a:lnTo>
                    <a:pt x="3080488" y="307261"/>
                  </a:lnTo>
                  <a:lnTo>
                    <a:pt x="3033731" y="272321"/>
                  </a:lnTo>
                  <a:lnTo>
                    <a:pt x="2986348" y="240056"/>
                  </a:lnTo>
                  <a:lnTo>
                    <a:pt x="2937912" y="210491"/>
                  </a:lnTo>
                  <a:lnTo>
                    <a:pt x="2896531" y="187978"/>
                  </a:lnTo>
                  <a:lnTo>
                    <a:pt x="2849191" y="165253"/>
                  </a:lnTo>
                  <a:lnTo>
                    <a:pt x="2799358" y="144683"/>
                  </a:lnTo>
                  <a:lnTo>
                    <a:pt x="2746276" y="126172"/>
                  </a:lnTo>
                  <a:lnTo>
                    <a:pt x="2689124" y="109549"/>
                  </a:lnTo>
                  <a:lnTo>
                    <a:pt x="2627059" y="94617"/>
                  </a:lnTo>
                  <a:lnTo>
                    <a:pt x="2559277" y="81181"/>
                  </a:lnTo>
                  <a:lnTo>
                    <a:pt x="2485091" y="69062"/>
                  </a:lnTo>
                  <a:lnTo>
                    <a:pt x="2404027" y="58113"/>
                  </a:lnTo>
                  <a:lnTo>
                    <a:pt x="2315971" y="48219"/>
                  </a:lnTo>
                  <a:lnTo>
                    <a:pt x="2221334" y="39300"/>
                  </a:lnTo>
                  <a:lnTo>
                    <a:pt x="2121242" y="31312"/>
                  </a:lnTo>
                  <a:lnTo>
                    <a:pt x="2017704" y="24243"/>
                  </a:lnTo>
                  <a:lnTo>
                    <a:pt x="1913684" y="18104"/>
                  </a:lnTo>
                  <a:lnTo>
                    <a:pt x="1813004" y="12917"/>
                  </a:lnTo>
                  <a:lnTo>
                    <a:pt x="1720002" y="8695"/>
                  </a:lnTo>
                  <a:lnTo>
                    <a:pt x="1638940" y="5427"/>
                  </a:lnTo>
                  <a:lnTo>
                    <a:pt x="1573256" y="3059"/>
                  </a:lnTo>
                  <a:lnTo>
                    <a:pt x="1524849" y="1490"/>
                  </a:lnTo>
                  <a:lnTo>
                    <a:pt x="1493613" y="575"/>
                  </a:lnTo>
                  <a:lnTo>
                    <a:pt x="1477328" y="142"/>
                  </a:lnTo>
                  <a:lnTo>
                    <a:pt x="1471844" y="10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41" name="pg1241"/>
            <p:cNvSpPr/>
            <p:nvPr/>
          </p:nvSpPr>
          <p:spPr>
            <a:xfrm>
              <a:off x="4799595" y="7014846"/>
              <a:ext cx="11981298" cy="1430274"/>
            </a:xfrm>
            <a:custGeom>
              <a:avLst/>
              <a:pathLst>
                <a:path w="11981298" h="1430274">
                  <a:moveTo>
                    <a:pt x="0" y="1430274"/>
                  </a:moveTo>
                  <a:lnTo>
                    <a:pt x="1471387" y="1430274"/>
                  </a:lnTo>
                  <a:lnTo>
                    <a:pt x="1472619" y="1430257"/>
                  </a:lnTo>
                  <a:lnTo>
                    <a:pt x="1480704" y="1430135"/>
                  </a:lnTo>
                  <a:lnTo>
                    <a:pt x="1501034" y="1429797"/>
                  </a:lnTo>
                  <a:lnTo>
                    <a:pt x="1537257" y="1429132"/>
                  </a:lnTo>
                  <a:lnTo>
                    <a:pt x="1590998" y="1428038"/>
                  </a:lnTo>
                  <a:lnTo>
                    <a:pt x="1661739" y="1426434"/>
                  </a:lnTo>
                  <a:lnTo>
                    <a:pt x="1747037" y="1424267"/>
                  </a:lnTo>
                  <a:lnTo>
                    <a:pt x="1843096" y="1421511"/>
                  </a:lnTo>
                  <a:lnTo>
                    <a:pt x="1945521" y="1418165"/>
                  </a:lnTo>
                  <a:lnTo>
                    <a:pt x="2050047" y="1414242"/>
                  </a:lnTo>
                  <a:lnTo>
                    <a:pt x="2153061" y="1409752"/>
                  </a:lnTo>
                  <a:lnTo>
                    <a:pt x="2251877" y="1404700"/>
                  </a:lnTo>
                  <a:lnTo>
                    <a:pt x="2344762" y="1399071"/>
                  </a:lnTo>
                  <a:lnTo>
                    <a:pt x="2430830" y="1392833"/>
                  </a:lnTo>
                  <a:lnTo>
                    <a:pt x="2509856" y="1385929"/>
                  </a:lnTo>
                  <a:lnTo>
                    <a:pt x="2582090" y="1378281"/>
                  </a:lnTo>
                  <a:lnTo>
                    <a:pt x="2648092" y="1369794"/>
                  </a:lnTo>
                  <a:lnTo>
                    <a:pt x="2708604" y="1360352"/>
                  </a:lnTo>
                  <a:lnTo>
                    <a:pt x="2764456" y="1349836"/>
                  </a:lnTo>
                  <a:lnTo>
                    <a:pt x="2816498" y="1338125"/>
                  </a:lnTo>
                  <a:lnTo>
                    <a:pt x="2865540" y="1325128"/>
                  </a:lnTo>
                  <a:lnTo>
                    <a:pt x="2896531" y="1315852"/>
                  </a:lnTo>
                  <a:lnTo>
                    <a:pt x="2949872" y="1297902"/>
                  </a:lnTo>
                  <a:lnTo>
                    <a:pt x="3001512" y="1278084"/>
                  </a:lnTo>
                  <a:lnTo>
                    <a:pt x="3052109" y="1256371"/>
                  </a:lnTo>
                  <a:lnTo>
                    <a:pt x="3102137" y="1232804"/>
                  </a:lnTo>
                  <a:lnTo>
                    <a:pt x="3151928" y="1207500"/>
                  </a:lnTo>
                  <a:lnTo>
                    <a:pt x="3201688" y="1180656"/>
                  </a:lnTo>
                  <a:lnTo>
                    <a:pt x="3251525" y="1152544"/>
                  </a:lnTo>
                  <a:lnTo>
                    <a:pt x="3301467" y="1123508"/>
                  </a:lnTo>
                  <a:lnTo>
                    <a:pt x="3351485" y="1093943"/>
                  </a:lnTo>
                  <a:lnTo>
                    <a:pt x="3401520" y="1064277"/>
                  </a:lnTo>
                  <a:lnTo>
                    <a:pt x="3451504" y="1034942"/>
                  </a:lnTo>
                  <a:lnTo>
                    <a:pt x="3501391" y="1006352"/>
                  </a:lnTo>
                  <a:lnTo>
                    <a:pt x="3551178" y="978877"/>
                  </a:lnTo>
                  <a:lnTo>
                    <a:pt x="3600935" y="952825"/>
                  </a:lnTo>
                  <a:lnTo>
                    <a:pt x="3650820" y="928428"/>
                  </a:lnTo>
                  <a:lnTo>
                    <a:pt x="3701102" y="905839"/>
                  </a:lnTo>
                  <a:lnTo>
                    <a:pt x="3752185" y="885135"/>
                  </a:lnTo>
                  <a:lnTo>
                    <a:pt x="3804636" y="866319"/>
                  </a:lnTo>
                  <a:lnTo>
                    <a:pt x="3829811" y="858164"/>
                  </a:lnTo>
                  <a:lnTo>
                    <a:pt x="3877282" y="844296"/>
                  </a:lnTo>
                  <a:lnTo>
                    <a:pt x="3927263" y="831746"/>
                  </a:lnTo>
                  <a:lnTo>
                    <a:pt x="3980513" y="820456"/>
                  </a:lnTo>
                  <a:lnTo>
                    <a:pt x="4037863" y="810321"/>
                  </a:lnTo>
                  <a:lnTo>
                    <a:pt x="4100162" y="801219"/>
                  </a:lnTo>
                  <a:lnTo>
                    <a:pt x="4168218" y="793031"/>
                  </a:lnTo>
                  <a:lnTo>
                    <a:pt x="4242724" y="785648"/>
                  </a:lnTo>
                  <a:lnTo>
                    <a:pt x="4324150" y="778979"/>
                  </a:lnTo>
                  <a:lnTo>
                    <a:pt x="4412603" y="772954"/>
                  </a:lnTo>
                  <a:lnTo>
                    <a:pt x="4507655" y="767525"/>
                  </a:lnTo>
                  <a:lnTo>
                    <a:pt x="4608148" y="762666"/>
                  </a:lnTo>
                  <a:lnTo>
                    <a:pt x="4712031" y="758369"/>
                  </a:lnTo>
                  <a:lnTo>
                    <a:pt x="4816285" y="754642"/>
                  </a:lnTo>
                  <a:lnTo>
                    <a:pt x="4917034" y="751497"/>
                  </a:lnTo>
                  <a:lnTo>
                    <a:pt x="5009894" y="748943"/>
                  </a:lnTo>
                  <a:lnTo>
                    <a:pt x="5090588" y="746972"/>
                  </a:lnTo>
                  <a:lnTo>
                    <a:pt x="5155703" y="745550"/>
                  </a:lnTo>
                  <a:lnTo>
                    <a:pt x="5203405" y="744614"/>
                  </a:lnTo>
                  <a:lnTo>
                    <a:pt x="5233904" y="744073"/>
                  </a:lnTo>
                  <a:lnTo>
                    <a:pt x="5249543" y="743821"/>
                  </a:lnTo>
                  <a:lnTo>
                    <a:pt x="5254597" y="743747"/>
                  </a:lnTo>
                  <a:lnTo>
                    <a:pt x="5254955" y="743742"/>
                  </a:lnTo>
                  <a:lnTo>
                    <a:pt x="6726343" y="743742"/>
                  </a:lnTo>
                  <a:lnTo>
                    <a:pt x="6727574" y="743724"/>
                  </a:lnTo>
                  <a:lnTo>
                    <a:pt x="6735653" y="743593"/>
                  </a:lnTo>
                  <a:lnTo>
                    <a:pt x="6755969" y="743231"/>
                  </a:lnTo>
                  <a:lnTo>
                    <a:pt x="6792170" y="742519"/>
                  </a:lnTo>
                  <a:lnTo>
                    <a:pt x="6845880" y="741348"/>
                  </a:lnTo>
                  <a:lnTo>
                    <a:pt x="6916583" y="739631"/>
                  </a:lnTo>
                  <a:lnTo>
                    <a:pt x="7001841" y="737310"/>
                  </a:lnTo>
                  <a:lnTo>
                    <a:pt x="7097862" y="734359"/>
                  </a:lnTo>
                  <a:lnTo>
                    <a:pt x="7200255" y="730777"/>
                  </a:lnTo>
                  <a:lnTo>
                    <a:pt x="7304755" y="726575"/>
                  </a:lnTo>
                  <a:lnTo>
                    <a:pt x="7407753" y="721768"/>
                  </a:lnTo>
                  <a:lnTo>
                    <a:pt x="7506559" y="716357"/>
                  </a:lnTo>
                  <a:lnTo>
                    <a:pt x="7599442" y="710330"/>
                  </a:lnTo>
                  <a:lnTo>
                    <a:pt x="7685512" y="703650"/>
                  </a:lnTo>
                  <a:lnTo>
                    <a:pt x="7764543" y="696257"/>
                  </a:lnTo>
                  <a:lnTo>
                    <a:pt x="7836784" y="688068"/>
                  </a:lnTo>
                  <a:lnTo>
                    <a:pt x="7902793" y="678980"/>
                  </a:lnTo>
                  <a:lnTo>
                    <a:pt x="7963312" y="668872"/>
                  </a:lnTo>
                  <a:lnTo>
                    <a:pt x="8019170" y="657612"/>
                  </a:lnTo>
                  <a:lnTo>
                    <a:pt x="8071214" y="645074"/>
                  </a:lnTo>
                  <a:lnTo>
                    <a:pt x="8120258" y="631158"/>
                  </a:lnTo>
                  <a:lnTo>
                    <a:pt x="8151487" y="621147"/>
                  </a:lnTo>
                  <a:lnTo>
                    <a:pt x="8204458" y="602058"/>
                  </a:lnTo>
                  <a:lnTo>
                    <a:pt x="8255748" y="580995"/>
                  </a:lnTo>
                  <a:lnTo>
                    <a:pt x="8306002" y="557930"/>
                  </a:lnTo>
                  <a:lnTo>
                    <a:pt x="8355688" y="532905"/>
                  </a:lnTo>
                  <a:lnTo>
                    <a:pt x="8405131" y="506041"/>
                  </a:lnTo>
                  <a:lnTo>
                    <a:pt x="8454539" y="477540"/>
                  </a:lnTo>
                  <a:lnTo>
                    <a:pt x="8504020" y="447687"/>
                  </a:lnTo>
                  <a:lnTo>
                    <a:pt x="8553605" y="416837"/>
                  </a:lnTo>
                  <a:lnTo>
                    <a:pt x="8603268" y="385405"/>
                  </a:lnTo>
                  <a:lnTo>
                    <a:pt x="8652951" y="353835"/>
                  </a:lnTo>
                  <a:lnTo>
                    <a:pt x="8702589" y="322584"/>
                  </a:lnTo>
                  <a:lnTo>
                    <a:pt x="8752133" y="292089"/>
                  </a:lnTo>
                  <a:lnTo>
                    <a:pt x="8801577" y="262740"/>
                  </a:lnTo>
                  <a:lnTo>
                    <a:pt x="8850981" y="234867"/>
                  </a:lnTo>
                  <a:lnTo>
                    <a:pt x="8900490" y="208723"/>
                  </a:lnTo>
                  <a:lnTo>
                    <a:pt x="8950358" y="184476"/>
                  </a:lnTo>
                  <a:lnTo>
                    <a:pt x="9000962" y="162214"/>
                  </a:lnTo>
                  <a:lnTo>
                    <a:pt x="9052840" y="141951"/>
                  </a:lnTo>
                  <a:lnTo>
                    <a:pt x="9084767" y="130767"/>
                  </a:lnTo>
                  <a:lnTo>
                    <a:pt x="9132226" y="115911"/>
                  </a:lnTo>
                  <a:lnTo>
                    <a:pt x="9182194" y="102468"/>
                  </a:lnTo>
                  <a:lnTo>
                    <a:pt x="9235429" y="90374"/>
                  </a:lnTo>
                  <a:lnTo>
                    <a:pt x="9292762" y="79517"/>
                  </a:lnTo>
                  <a:lnTo>
                    <a:pt x="9355040" y="69766"/>
                  </a:lnTo>
                  <a:lnTo>
                    <a:pt x="9423072" y="60994"/>
                  </a:lnTo>
                  <a:lnTo>
                    <a:pt x="9497550" y="53084"/>
                  </a:lnTo>
                  <a:lnTo>
                    <a:pt x="9578945" y="45939"/>
                  </a:lnTo>
                  <a:lnTo>
                    <a:pt x="9667363" y="39484"/>
                  </a:lnTo>
                  <a:lnTo>
                    <a:pt x="9762379" y="33667"/>
                  </a:lnTo>
                  <a:lnTo>
                    <a:pt x="9862836" y="28461"/>
                  </a:lnTo>
                  <a:lnTo>
                    <a:pt x="9966689" y="23856"/>
                  </a:lnTo>
                  <a:lnTo>
                    <a:pt x="10070923" y="19862"/>
                  </a:lnTo>
                  <a:lnTo>
                    <a:pt x="10171666" y="16491"/>
                  </a:lnTo>
                  <a:lnTo>
                    <a:pt x="10264539" y="13753"/>
                  </a:lnTo>
                  <a:lnTo>
                    <a:pt x="10345266" y="11640"/>
                  </a:lnTo>
                  <a:lnTo>
                    <a:pt x="10410430" y="10115"/>
                  </a:lnTo>
                  <a:lnTo>
                    <a:pt x="10458195" y="9109"/>
                  </a:lnTo>
                  <a:lnTo>
                    <a:pt x="10488758" y="8528"/>
                  </a:lnTo>
                  <a:lnTo>
                    <a:pt x="10504454" y="8258"/>
                  </a:lnTo>
                  <a:lnTo>
                    <a:pt x="10509545" y="8178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8680" y="18"/>
                  </a:lnTo>
                  <a:lnTo>
                    <a:pt x="10500600" y="149"/>
                  </a:lnTo>
                  <a:lnTo>
                    <a:pt x="10480284" y="511"/>
                  </a:lnTo>
                  <a:lnTo>
                    <a:pt x="10444083" y="1222"/>
                  </a:lnTo>
                  <a:lnTo>
                    <a:pt x="10390373" y="2393"/>
                  </a:lnTo>
                  <a:lnTo>
                    <a:pt x="10319671" y="4111"/>
                  </a:lnTo>
                  <a:lnTo>
                    <a:pt x="10234413" y="6432"/>
                  </a:lnTo>
                  <a:lnTo>
                    <a:pt x="10138391" y="9383"/>
                  </a:lnTo>
                  <a:lnTo>
                    <a:pt x="10035998" y="12965"/>
                  </a:lnTo>
                  <a:lnTo>
                    <a:pt x="9931498" y="17166"/>
                  </a:lnTo>
                  <a:lnTo>
                    <a:pt x="9828500" y="21974"/>
                  </a:lnTo>
                  <a:lnTo>
                    <a:pt x="9729694" y="27384"/>
                  </a:lnTo>
                  <a:lnTo>
                    <a:pt x="9636811" y="33412"/>
                  </a:lnTo>
                  <a:lnTo>
                    <a:pt x="9550742" y="40092"/>
                  </a:lnTo>
                  <a:lnTo>
                    <a:pt x="9471710" y="47485"/>
                  </a:lnTo>
                  <a:lnTo>
                    <a:pt x="9399469" y="55673"/>
                  </a:lnTo>
                  <a:lnTo>
                    <a:pt x="9333460" y="64762"/>
                  </a:lnTo>
                  <a:lnTo>
                    <a:pt x="9272941" y="74870"/>
                  </a:lnTo>
                  <a:lnTo>
                    <a:pt x="9217083" y="86130"/>
                  </a:lnTo>
                  <a:lnTo>
                    <a:pt x="9165039" y="98668"/>
                  </a:lnTo>
                  <a:lnTo>
                    <a:pt x="9115996" y="112583"/>
                  </a:lnTo>
                  <a:lnTo>
                    <a:pt x="9084767" y="122594"/>
                  </a:lnTo>
                  <a:lnTo>
                    <a:pt x="9031795" y="141684"/>
                  </a:lnTo>
                  <a:lnTo>
                    <a:pt x="8980505" y="162747"/>
                  </a:lnTo>
                  <a:lnTo>
                    <a:pt x="8930251" y="185812"/>
                  </a:lnTo>
                  <a:lnTo>
                    <a:pt x="8880566" y="210837"/>
                  </a:lnTo>
                  <a:lnTo>
                    <a:pt x="8831122" y="237701"/>
                  </a:lnTo>
                  <a:lnTo>
                    <a:pt x="8781714" y="266202"/>
                  </a:lnTo>
                  <a:lnTo>
                    <a:pt x="8732233" y="296055"/>
                  </a:lnTo>
                  <a:lnTo>
                    <a:pt x="8682648" y="326905"/>
                  </a:lnTo>
                  <a:lnTo>
                    <a:pt x="8632985" y="358337"/>
                  </a:lnTo>
                  <a:lnTo>
                    <a:pt x="8583302" y="389907"/>
                  </a:lnTo>
                  <a:lnTo>
                    <a:pt x="8533664" y="421157"/>
                  </a:lnTo>
                  <a:lnTo>
                    <a:pt x="8484121" y="451653"/>
                  </a:lnTo>
                  <a:lnTo>
                    <a:pt x="8434677" y="481002"/>
                  </a:lnTo>
                  <a:lnTo>
                    <a:pt x="8385273" y="508875"/>
                  </a:lnTo>
                  <a:lnTo>
                    <a:pt x="8335763" y="535019"/>
                  </a:lnTo>
                  <a:lnTo>
                    <a:pt x="8285896" y="559266"/>
                  </a:lnTo>
                  <a:lnTo>
                    <a:pt x="8235291" y="581528"/>
                  </a:lnTo>
                  <a:lnTo>
                    <a:pt x="8183414" y="601791"/>
                  </a:lnTo>
                  <a:lnTo>
                    <a:pt x="8151487" y="612974"/>
                  </a:lnTo>
                  <a:lnTo>
                    <a:pt x="8104027" y="627830"/>
                  </a:lnTo>
                  <a:lnTo>
                    <a:pt x="8054059" y="641274"/>
                  </a:lnTo>
                  <a:lnTo>
                    <a:pt x="8000824" y="653368"/>
                  </a:lnTo>
                  <a:lnTo>
                    <a:pt x="7943492" y="664225"/>
                  </a:lnTo>
                  <a:lnTo>
                    <a:pt x="7881213" y="673976"/>
                  </a:lnTo>
                  <a:lnTo>
                    <a:pt x="7813181" y="682748"/>
                  </a:lnTo>
                  <a:lnTo>
                    <a:pt x="7738703" y="690658"/>
                  </a:lnTo>
                  <a:lnTo>
                    <a:pt x="7657309" y="697803"/>
                  </a:lnTo>
                  <a:lnTo>
                    <a:pt x="7568890" y="704258"/>
                  </a:lnTo>
                  <a:lnTo>
                    <a:pt x="7473875" y="710075"/>
                  </a:lnTo>
                  <a:lnTo>
                    <a:pt x="7373417" y="715281"/>
                  </a:lnTo>
                  <a:lnTo>
                    <a:pt x="7269564" y="719886"/>
                  </a:lnTo>
                  <a:lnTo>
                    <a:pt x="7165330" y="723880"/>
                  </a:lnTo>
                  <a:lnTo>
                    <a:pt x="7064587" y="727251"/>
                  </a:lnTo>
                  <a:lnTo>
                    <a:pt x="6971714" y="729988"/>
                  </a:lnTo>
                  <a:lnTo>
                    <a:pt x="6890987" y="732102"/>
                  </a:lnTo>
                  <a:lnTo>
                    <a:pt x="6825823" y="733627"/>
                  </a:lnTo>
                  <a:lnTo>
                    <a:pt x="6778058" y="734632"/>
                  </a:lnTo>
                  <a:lnTo>
                    <a:pt x="6747495" y="735213"/>
                  </a:lnTo>
                  <a:lnTo>
                    <a:pt x="6731800" y="735484"/>
                  </a:lnTo>
                  <a:lnTo>
                    <a:pt x="6726709" y="735564"/>
                  </a:lnTo>
                  <a:lnTo>
                    <a:pt x="6726343" y="735569"/>
                  </a:lnTo>
                  <a:lnTo>
                    <a:pt x="5254955" y="735569"/>
                  </a:lnTo>
                  <a:lnTo>
                    <a:pt x="5253723" y="735586"/>
                  </a:lnTo>
                  <a:lnTo>
                    <a:pt x="5245638" y="735709"/>
                  </a:lnTo>
                  <a:lnTo>
                    <a:pt x="5225308" y="736047"/>
                  </a:lnTo>
                  <a:lnTo>
                    <a:pt x="5189085" y="736712"/>
                  </a:lnTo>
                  <a:lnTo>
                    <a:pt x="5135344" y="737805"/>
                  </a:lnTo>
                  <a:lnTo>
                    <a:pt x="5064603" y="739409"/>
                  </a:lnTo>
                  <a:lnTo>
                    <a:pt x="4979306" y="741577"/>
                  </a:lnTo>
                  <a:lnTo>
                    <a:pt x="4883246" y="744333"/>
                  </a:lnTo>
                  <a:lnTo>
                    <a:pt x="4780821" y="747678"/>
                  </a:lnTo>
                  <a:lnTo>
                    <a:pt x="4676295" y="751602"/>
                  </a:lnTo>
                  <a:lnTo>
                    <a:pt x="4573281" y="756091"/>
                  </a:lnTo>
                  <a:lnTo>
                    <a:pt x="4474465" y="761144"/>
                  </a:lnTo>
                  <a:lnTo>
                    <a:pt x="4381580" y="766772"/>
                  </a:lnTo>
                  <a:lnTo>
                    <a:pt x="4295512" y="773011"/>
                  </a:lnTo>
                  <a:lnTo>
                    <a:pt x="4216486" y="779915"/>
                  </a:lnTo>
                  <a:lnTo>
                    <a:pt x="4144252" y="787562"/>
                  </a:lnTo>
                  <a:lnTo>
                    <a:pt x="4078250" y="796050"/>
                  </a:lnTo>
                  <a:lnTo>
                    <a:pt x="4017738" y="805491"/>
                  </a:lnTo>
                  <a:lnTo>
                    <a:pt x="3961886" y="816008"/>
                  </a:lnTo>
                  <a:lnTo>
                    <a:pt x="3909845" y="827718"/>
                  </a:lnTo>
                  <a:lnTo>
                    <a:pt x="3860802" y="840716"/>
                  </a:lnTo>
                  <a:lnTo>
                    <a:pt x="3829811" y="849991"/>
                  </a:lnTo>
                  <a:lnTo>
                    <a:pt x="3776470" y="867941"/>
                  </a:lnTo>
                  <a:lnTo>
                    <a:pt x="3724830" y="887760"/>
                  </a:lnTo>
                  <a:lnTo>
                    <a:pt x="3674234" y="909473"/>
                  </a:lnTo>
                  <a:lnTo>
                    <a:pt x="3624205" y="933040"/>
                  </a:lnTo>
                  <a:lnTo>
                    <a:pt x="3574414" y="958343"/>
                  </a:lnTo>
                  <a:lnTo>
                    <a:pt x="3524654" y="985188"/>
                  </a:lnTo>
                  <a:lnTo>
                    <a:pt x="3474817" y="1013299"/>
                  </a:lnTo>
                  <a:lnTo>
                    <a:pt x="3424875" y="1042335"/>
                  </a:lnTo>
                  <a:lnTo>
                    <a:pt x="3374857" y="1071900"/>
                  </a:lnTo>
                  <a:lnTo>
                    <a:pt x="3324822" y="1101567"/>
                  </a:lnTo>
                  <a:lnTo>
                    <a:pt x="3274838" y="1130902"/>
                  </a:lnTo>
                  <a:lnTo>
                    <a:pt x="3224952" y="1159492"/>
                  </a:lnTo>
                  <a:lnTo>
                    <a:pt x="3175164" y="1186966"/>
                  </a:lnTo>
                  <a:lnTo>
                    <a:pt x="3125407" y="1213019"/>
                  </a:lnTo>
                  <a:lnTo>
                    <a:pt x="3075522" y="1237416"/>
                  </a:lnTo>
                  <a:lnTo>
                    <a:pt x="3025241" y="1260004"/>
                  </a:lnTo>
                  <a:lnTo>
                    <a:pt x="2974158" y="1280709"/>
                  </a:lnTo>
                  <a:lnTo>
                    <a:pt x="2921706" y="1299524"/>
                  </a:lnTo>
                  <a:lnTo>
                    <a:pt x="2896531" y="1307679"/>
                  </a:lnTo>
                  <a:lnTo>
                    <a:pt x="2849060" y="1321548"/>
                  </a:lnTo>
                  <a:lnTo>
                    <a:pt x="2799079" y="1334098"/>
                  </a:lnTo>
                  <a:lnTo>
                    <a:pt x="2745829" y="1345387"/>
                  </a:lnTo>
                  <a:lnTo>
                    <a:pt x="2688479" y="1355523"/>
                  </a:lnTo>
                  <a:lnTo>
                    <a:pt x="2626181" y="1364624"/>
                  </a:lnTo>
                  <a:lnTo>
                    <a:pt x="2558124" y="1372813"/>
                  </a:lnTo>
                  <a:lnTo>
                    <a:pt x="2483618" y="1380196"/>
                  </a:lnTo>
                  <a:lnTo>
                    <a:pt x="2402192" y="1386865"/>
                  </a:lnTo>
                  <a:lnTo>
                    <a:pt x="2313739" y="1392889"/>
                  </a:lnTo>
                  <a:lnTo>
                    <a:pt x="2218687" y="1398318"/>
                  </a:lnTo>
                  <a:lnTo>
                    <a:pt x="2118194" y="1403178"/>
                  </a:lnTo>
                  <a:lnTo>
                    <a:pt x="2014311" y="1407475"/>
                  </a:lnTo>
                  <a:lnTo>
                    <a:pt x="1910057" y="1411202"/>
                  </a:lnTo>
                  <a:lnTo>
                    <a:pt x="1809308" y="1414347"/>
                  </a:lnTo>
                  <a:lnTo>
                    <a:pt x="1716448" y="1416900"/>
                  </a:lnTo>
                  <a:lnTo>
                    <a:pt x="1635754" y="1418871"/>
                  </a:lnTo>
                  <a:lnTo>
                    <a:pt x="1570640" y="1420293"/>
                  </a:lnTo>
                  <a:lnTo>
                    <a:pt x="1522937" y="1421230"/>
                  </a:lnTo>
                  <a:lnTo>
                    <a:pt x="1492438" y="1421771"/>
                  </a:lnTo>
                  <a:lnTo>
                    <a:pt x="1476799" y="1422022"/>
                  </a:lnTo>
                  <a:lnTo>
                    <a:pt x="1471745" y="1422096"/>
                  </a:lnTo>
                  <a:lnTo>
                    <a:pt x="1471387" y="1422101"/>
                  </a:lnTo>
                  <a:lnTo>
                    <a:pt x="0" y="1422101"/>
                  </a:lnTo>
                  <a:close/>
                </a:path>
              </a:pathLst>
            </a:custGeom>
            <a:solidFill>
              <a:srgbClr val="67C1B3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242" name="pl1242"/>
            <p:cNvSpPr/>
            <p:nvPr/>
          </p:nvSpPr>
          <p:spPr>
            <a:xfrm>
              <a:off x="4799595" y="7023019"/>
              <a:ext cx="11981298" cy="1422101"/>
            </a:xfrm>
            <a:custGeom>
              <a:avLst/>
              <a:pathLst>
                <a:path w="11981298" h="1422101">
                  <a:moveTo>
                    <a:pt x="0" y="1422101"/>
                  </a:moveTo>
                  <a:lnTo>
                    <a:pt x="1471387" y="1422101"/>
                  </a:lnTo>
                  <a:lnTo>
                    <a:pt x="1472619" y="1422084"/>
                  </a:lnTo>
                  <a:lnTo>
                    <a:pt x="1480704" y="1421962"/>
                  </a:lnTo>
                  <a:lnTo>
                    <a:pt x="1501034" y="1421624"/>
                  </a:lnTo>
                  <a:lnTo>
                    <a:pt x="1537257" y="1420959"/>
                  </a:lnTo>
                  <a:lnTo>
                    <a:pt x="1590998" y="1419865"/>
                  </a:lnTo>
                  <a:lnTo>
                    <a:pt x="1661739" y="1418261"/>
                  </a:lnTo>
                  <a:lnTo>
                    <a:pt x="1747037" y="1416094"/>
                  </a:lnTo>
                  <a:lnTo>
                    <a:pt x="1843096" y="1413338"/>
                  </a:lnTo>
                  <a:lnTo>
                    <a:pt x="1945521" y="1409992"/>
                  </a:lnTo>
                  <a:lnTo>
                    <a:pt x="2050047" y="1406069"/>
                  </a:lnTo>
                  <a:lnTo>
                    <a:pt x="2153061" y="1401579"/>
                  </a:lnTo>
                  <a:lnTo>
                    <a:pt x="2251877" y="1396527"/>
                  </a:lnTo>
                  <a:lnTo>
                    <a:pt x="2344762" y="1390898"/>
                  </a:lnTo>
                  <a:lnTo>
                    <a:pt x="2430830" y="1384660"/>
                  </a:lnTo>
                  <a:lnTo>
                    <a:pt x="2509856" y="1377756"/>
                  </a:lnTo>
                  <a:lnTo>
                    <a:pt x="2582090" y="1370108"/>
                  </a:lnTo>
                  <a:lnTo>
                    <a:pt x="2648092" y="1361621"/>
                  </a:lnTo>
                  <a:lnTo>
                    <a:pt x="2708604" y="1352179"/>
                  </a:lnTo>
                  <a:lnTo>
                    <a:pt x="2764456" y="1341663"/>
                  </a:lnTo>
                  <a:lnTo>
                    <a:pt x="2816498" y="1329952"/>
                  </a:lnTo>
                  <a:lnTo>
                    <a:pt x="2865540" y="1316955"/>
                  </a:lnTo>
                  <a:lnTo>
                    <a:pt x="2896531" y="1307679"/>
                  </a:lnTo>
                  <a:lnTo>
                    <a:pt x="2949872" y="1289729"/>
                  </a:lnTo>
                  <a:lnTo>
                    <a:pt x="3001512" y="1269911"/>
                  </a:lnTo>
                  <a:lnTo>
                    <a:pt x="3052109" y="1248198"/>
                  </a:lnTo>
                  <a:lnTo>
                    <a:pt x="3102137" y="1224631"/>
                  </a:lnTo>
                  <a:lnTo>
                    <a:pt x="3151928" y="1199327"/>
                  </a:lnTo>
                  <a:lnTo>
                    <a:pt x="3201688" y="1172483"/>
                  </a:lnTo>
                  <a:lnTo>
                    <a:pt x="3251525" y="1144371"/>
                  </a:lnTo>
                  <a:lnTo>
                    <a:pt x="3301467" y="1115335"/>
                  </a:lnTo>
                  <a:lnTo>
                    <a:pt x="3351485" y="1085770"/>
                  </a:lnTo>
                  <a:lnTo>
                    <a:pt x="3401520" y="1056104"/>
                  </a:lnTo>
                  <a:lnTo>
                    <a:pt x="3451504" y="1026769"/>
                  </a:lnTo>
                  <a:lnTo>
                    <a:pt x="3501391" y="998179"/>
                  </a:lnTo>
                  <a:lnTo>
                    <a:pt x="3551178" y="970704"/>
                  </a:lnTo>
                  <a:lnTo>
                    <a:pt x="3600935" y="944652"/>
                  </a:lnTo>
                  <a:lnTo>
                    <a:pt x="3650820" y="920255"/>
                  </a:lnTo>
                  <a:lnTo>
                    <a:pt x="3701102" y="897666"/>
                  </a:lnTo>
                  <a:lnTo>
                    <a:pt x="3752185" y="876962"/>
                  </a:lnTo>
                  <a:lnTo>
                    <a:pt x="3804636" y="858146"/>
                  </a:lnTo>
                  <a:lnTo>
                    <a:pt x="3829811" y="849991"/>
                  </a:lnTo>
                  <a:lnTo>
                    <a:pt x="3877282" y="836123"/>
                  </a:lnTo>
                  <a:lnTo>
                    <a:pt x="3927263" y="823573"/>
                  </a:lnTo>
                  <a:lnTo>
                    <a:pt x="3980513" y="812283"/>
                  </a:lnTo>
                  <a:lnTo>
                    <a:pt x="4037863" y="802148"/>
                  </a:lnTo>
                  <a:lnTo>
                    <a:pt x="4100162" y="793046"/>
                  </a:lnTo>
                  <a:lnTo>
                    <a:pt x="4168218" y="784858"/>
                  </a:lnTo>
                  <a:lnTo>
                    <a:pt x="4242724" y="777475"/>
                  </a:lnTo>
                  <a:lnTo>
                    <a:pt x="4324150" y="770806"/>
                  </a:lnTo>
                  <a:lnTo>
                    <a:pt x="4412603" y="764781"/>
                  </a:lnTo>
                  <a:lnTo>
                    <a:pt x="4507655" y="759352"/>
                  </a:lnTo>
                  <a:lnTo>
                    <a:pt x="4608148" y="754493"/>
                  </a:lnTo>
                  <a:lnTo>
                    <a:pt x="4712031" y="750196"/>
                  </a:lnTo>
                  <a:lnTo>
                    <a:pt x="4816285" y="746469"/>
                  </a:lnTo>
                  <a:lnTo>
                    <a:pt x="4917034" y="743324"/>
                  </a:lnTo>
                  <a:lnTo>
                    <a:pt x="5009894" y="740770"/>
                  </a:lnTo>
                  <a:lnTo>
                    <a:pt x="5090588" y="738799"/>
                  </a:lnTo>
                  <a:lnTo>
                    <a:pt x="5155703" y="737377"/>
                  </a:lnTo>
                  <a:lnTo>
                    <a:pt x="5203405" y="736441"/>
                  </a:lnTo>
                  <a:lnTo>
                    <a:pt x="5233904" y="735900"/>
                  </a:lnTo>
                  <a:lnTo>
                    <a:pt x="5249543" y="735648"/>
                  </a:lnTo>
                  <a:lnTo>
                    <a:pt x="5254597" y="735574"/>
                  </a:lnTo>
                  <a:lnTo>
                    <a:pt x="5254955" y="735569"/>
                  </a:lnTo>
                  <a:lnTo>
                    <a:pt x="6726343" y="735569"/>
                  </a:lnTo>
                  <a:lnTo>
                    <a:pt x="6727574" y="735551"/>
                  </a:lnTo>
                  <a:lnTo>
                    <a:pt x="6735653" y="735420"/>
                  </a:lnTo>
                  <a:lnTo>
                    <a:pt x="6755969" y="735058"/>
                  </a:lnTo>
                  <a:lnTo>
                    <a:pt x="6792170" y="734346"/>
                  </a:lnTo>
                  <a:lnTo>
                    <a:pt x="6845880" y="733175"/>
                  </a:lnTo>
                  <a:lnTo>
                    <a:pt x="6916583" y="731458"/>
                  </a:lnTo>
                  <a:lnTo>
                    <a:pt x="7001841" y="729137"/>
                  </a:lnTo>
                  <a:lnTo>
                    <a:pt x="7097862" y="726186"/>
                  </a:lnTo>
                  <a:lnTo>
                    <a:pt x="7200255" y="722604"/>
                  </a:lnTo>
                  <a:lnTo>
                    <a:pt x="7304755" y="718402"/>
                  </a:lnTo>
                  <a:lnTo>
                    <a:pt x="7407753" y="713595"/>
                  </a:lnTo>
                  <a:lnTo>
                    <a:pt x="7506559" y="708184"/>
                  </a:lnTo>
                  <a:lnTo>
                    <a:pt x="7599442" y="702157"/>
                  </a:lnTo>
                  <a:lnTo>
                    <a:pt x="7685512" y="695477"/>
                  </a:lnTo>
                  <a:lnTo>
                    <a:pt x="7764543" y="688084"/>
                  </a:lnTo>
                  <a:lnTo>
                    <a:pt x="7836784" y="679895"/>
                  </a:lnTo>
                  <a:lnTo>
                    <a:pt x="7902793" y="670807"/>
                  </a:lnTo>
                  <a:lnTo>
                    <a:pt x="7963312" y="660699"/>
                  </a:lnTo>
                  <a:lnTo>
                    <a:pt x="8019170" y="649439"/>
                  </a:lnTo>
                  <a:lnTo>
                    <a:pt x="8071214" y="636901"/>
                  </a:lnTo>
                  <a:lnTo>
                    <a:pt x="8120258" y="622985"/>
                  </a:lnTo>
                  <a:lnTo>
                    <a:pt x="8151487" y="612974"/>
                  </a:lnTo>
                  <a:lnTo>
                    <a:pt x="8204458" y="593885"/>
                  </a:lnTo>
                  <a:lnTo>
                    <a:pt x="8255748" y="572822"/>
                  </a:lnTo>
                  <a:lnTo>
                    <a:pt x="8306002" y="549757"/>
                  </a:lnTo>
                  <a:lnTo>
                    <a:pt x="8355688" y="524732"/>
                  </a:lnTo>
                  <a:lnTo>
                    <a:pt x="8405131" y="497868"/>
                  </a:lnTo>
                  <a:lnTo>
                    <a:pt x="8454539" y="469367"/>
                  </a:lnTo>
                  <a:lnTo>
                    <a:pt x="8504020" y="439514"/>
                  </a:lnTo>
                  <a:lnTo>
                    <a:pt x="8553605" y="408664"/>
                  </a:lnTo>
                  <a:lnTo>
                    <a:pt x="8603268" y="377232"/>
                  </a:lnTo>
                  <a:lnTo>
                    <a:pt x="8652951" y="345662"/>
                  </a:lnTo>
                  <a:lnTo>
                    <a:pt x="8702589" y="314411"/>
                  </a:lnTo>
                  <a:lnTo>
                    <a:pt x="8752133" y="283916"/>
                  </a:lnTo>
                  <a:lnTo>
                    <a:pt x="8801577" y="254567"/>
                  </a:lnTo>
                  <a:lnTo>
                    <a:pt x="8850981" y="226694"/>
                  </a:lnTo>
                  <a:lnTo>
                    <a:pt x="8900490" y="200550"/>
                  </a:lnTo>
                  <a:lnTo>
                    <a:pt x="8950358" y="176303"/>
                  </a:lnTo>
                  <a:lnTo>
                    <a:pt x="9000962" y="154041"/>
                  </a:lnTo>
                  <a:lnTo>
                    <a:pt x="9052840" y="133778"/>
                  </a:lnTo>
                  <a:lnTo>
                    <a:pt x="9084767" y="122594"/>
                  </a:lnTo>
                  <a:lnTo>
                    <a:pt x="9132226" y="107738"/>
                  </a:lnTo>
                  <a:lnTo>
                    <a:pt x="9182194" y="94295"/>
                  </a:lnTo>
                  <a:lnTo>
                    <a:pt x="9235429" y="82201"/>
                  </a:lnTo>
                  <a:lnTo>
                    <a:pt x="9292762" y="71344"/>
                  </a:lnTo>
                  <a:lnTo>
                    <a:pt x="9355040" y="61593"/>
                  </a:lnTo>
                  <a:lnTo>
                    <a:pt x="9423072" y="52821"/>
                  </a:lnTo>
                  <a:lnTo>
                    <a:pt x="9497550" y="44911"/>
                  </a:lnTo>
                  <a:lnTo>
                    <a:pt x="9578945" y="37766"/>
                  </a:lnTo>
                  <a:lnTo>
                    <a:pt x="9667363" y="31311"/>
                  </a:lnTo>
                  <a:lnTo>
                    <a:pt x="9762379" y="25494"/>
                  </a:lnTo>
                  <a:lnTo>
                    <a:pt x="9862836" y="20288"/>
                  </a:lnTo>
                  <a:lnTo>
                    <a:pt x="9966689" y="15683"/>
                  </a:lnTo>
                  <a:lnTo>
                    <a:pt x="10070923" y="11689"/>
                  </a:lnTo>
                  <a:lnTo>
                    <a:pt x="10171666" y="8318"/>
                  </a:lnTo>
                  <a:lnTo>
                    <a:pt x="10264539" y="5580"/>
                  </a:lnTo>
                  <a:lnTo>
                    <a:pt x="10345266" y="3467"/>
                  </a:lnTo>
                  <a:lnTo>
                    <a:pt x="10410430" y="1942"/>
                  </a:lnTo>
                  <a:lnTo>
                    <a:pt x="10458195" y="936"/>
                  </a:lnTo>
                  <a:lnTo>
                    <a:pt x="10488758" y="355"/>
                  </a:lnTo>
                  <a:lnTo>
                    <a:pt x="10504454" y="85"/>
                  </a:lnTo>
                  <a:lnTo>
                    <a:pt x="10509545" y="5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43" name="pl1243"/>
            <p:cNvSpPr/>
            <p:nvPr/>
          </p:nvSpPr>
          <p:spPr>
            <a:xfrm>
              <a:off x="4799595" y="7014846"/>
              <a:ext cx="11981298" cy="1422101"/>
            </a:xfrm>
            <a:custGeom>
              <a:avLst/>
              <a:pathLst>
                <a:path w="11981298" h="1422101">
                  <a:moveTo>
                    <a:pt x="11981298" y="0"/>
                  </a:moveTo>
                  <a:lnTo>
                    <a:pt x="10509911" y="0"/>
                  </a:lnTo>
                  <a:lnTo>
                    <a:pt x="10508680" y="18"/>
                  </a:lnTo>
                  <a:lnTo>
                    <a:pt x="10500600" y="149"/>
                  </a:lnTo>
                  <a:lnTo>
                    <a:pt x="10480284" y="511"/>
                  </a:lnTo>
                  <a:lnTo>
                    <a:pt x="10444083" y="1222"/>
                  </a:lnTo>
                  <a:lnTo>
                    <a:pt x="10390373" y="2393"/>
                  </a:lnTo>
                  <a:lnTo>
                    <a:pt x="10319671" y="4111"/>
                  </a:lnTo>
                  <a:lnTo>
                    <a:pt x="10234413" y="6432"/>
                  </a:lnTo>
                  <a:lnTo>
                    <a:pt x="10138391" y="9383"/>
                  </a:lnTo>
                  <a:lnTo>
                    <a:pt x="10035998" y="12965"/>
                  </a:lnTo>
                  <a:lnTo>
                    <a:pt x="9931498" y="17166"/>
                  </a:lnTo>
                  <a:lnTo>
                    <a:pt x="9828500" y="21974"/>
                  </a:lnTo>
                  <a:lnTo>
                    <a:pt x="9729694" y="27384"/>
                  </a:lnTo>
                  <a:lnTo>
                    <a:pt x="9636811" y="33412"/>
                  </a:lnTo>
                  <a:lnTo>
                    <a:pt x="9550742" y="40092"/>
                  </a:lnTo>
                  <a:lnTo>
                    <a:pt x="9471710" y="47485"/>
                  </a:lnTo>
                  <a:lnTo>
                    <a:pt x="9399469" y="55673"/>
                  </a:lnTo>
                  <a:lnTo>
                    <a:pt x="9333460" y="64762"/>
                  </a:lnTo>
                  <a:lnTo>
                    <a:pt x="9272941" y="74870"/>
                  </a:lnTo>
                  <a:lnTo>
                    <a:pt x="9217083" y="86130"/>
                  </a:lnTo>
                  <a:lnTo>
                    <a:pt x="9165039" y="98668"/>
                  </a:lnTo>
                  <a:lnTo>
                    <a:pt x="9115996" y="112583"/>
                  </a:lnTo>
                  <a:lnTo>
                    <a:pt x="9084767" y="122594"/>
                  </a:lnTo>
                  <a:lnTo>
                    <a:pt x="9031795" y="141684"/>
                  </a:lnTo>
                  <a:lnTo>
                    <a:pt x="8980505" y="162747"/>
                  </a:lnTo>
                  <a:lnTo>
                    <a:pt x="8930251" y="185812"/>
                  </a:lnTo>
                  <a:lnTo>
                    <a:pt x="8880566" y="210837"/>
                  </a:lnTo>
                  <a:lnTo>
                    <a:pt x="8831122" y="237701"/>
                  </a:lnTo>
                  <a:lnTo>
                    <a:pt x="8781714" y="266202"/>
                  </a:lnTo>
                  <a:lnTo>
                    <a:pt x="8732233" y="296055"/>
                  </a:lnTo>
                  <a:lnTo>
                    <a:pt x="8682648" y="326905"/>
                  </a:lnTo>
                  <a:lnTo>
                    <a:pt x="8632985" y="358337"/>
                  </a:lnTo>
                  <a:lnTo>
                    <a:pt x="8583302" y="389907"/>
                  </a:lnTo>
                  <a:lnTo>
                    <a:pt x="8533664" y="421157"/>
                  </a:lnTo>
                  <a:lnTo>
                    <a:pt x="8484121" y="451653"/>
                  </a:lnTo>
                  <a:lnTo>
                    <a:pt x="8434677" y="481002"/>
                  </a:lnTo>
                  <a:lnTo>
                    <a:pt x="8385273" y="508875"/>
                  </a:lnTo>
                  <a:lnTo>
                    <a:pt x="8335763" y="535019"/>
                  </a:lnTo>
                  <a:lnTo>
                    <a:pt x="8285896" y="559266"/>
                  </a:lnTo>
                  <a:lnTo>
                    <a:pt x="8235291" y="581528"/>
                  </a:lnTo>
                  <a:lnTo>
                    <a:pt x="8183414" y="601791"/>
                  </a:lnTo>
                  <a:lnTo>
                    <a:pt x="8151487" y="612974"/>
                  </a:lnTo>
                  <a:lnTo>
                    <a:pt x="8104027" y="627830"/>
                  </a:lnTo>
                  <a:lnTo>
                    <a:pt x="8054059" y="641274"/>
                  </a:lnTo>
                  <a:lnTo>
                    <a:pt x="8000824" y="653368"/>
                  </a:lnTo>
                  <a:lnTo>
                    <a:pt x="7943492" y="664225"/>
                  </a:lnTo>
                  <a:lnTo>
                    <a:pt x="7881213" y="673976"/>
                  </a:lnTo>
                  <a:lnTo>
                    <a:pt x="7813181" y="682748"/>
                  </a:lnTo>
                  <a:lnTo>
                    <a:pt x="7738703" y="690658"/>
                  </a:lnTo>
                  <a:lnTo>
                    <a:pt x="7657309" y="697803"/>
                  </a:lnTo>
                  <a:lnTo>
                    <a:pt x="7568890" y="704258"/>
                  </a:lnTo>
                  <a:lnTo>
                    <a:pt x="7473875" y="710075"/>
                  </a:lnTo>
                  <a:lnTo>
                    <a:pt x="7373417" y="715281"/>
                  </a:lnTo>
                  <a:lnTo>
                    <a:pt x="7269564" y="719886"/>
                  </a:lnTo>
                  <a:lnTo>
                    <a:pt x="7165330" y="723880"/>
                  </a:lnTo>
                  <a:lnTo>
                    <a:pt x="7064587" y="727251"/>
                  </a:lnTo>
                  <a:lnTo>
                    <a:pt x="6971714" y="729988"/>
                  </a:lnTo>
                  <a:lnTo>
                    <a:pt x="6890987" y="732102"/>
                  </a:lnTo>
                  <a:lnTo>
                    <a:pt x="6825823" y="733627"/>
                  </a:lnTo>
                  <a:lnTo>
                    <a:pt x="6778058" y="734632"/>
                  </a:lnTo>
                  <a:lnTo>
                    <a:pt x="6747495" y="735213"/>
                  </a:lnTo>
                  <a:lnTo>
                    <a:pt x="6731800" y="735484"/>
                  </a:lnTo>
                  <a:lnTo>
                    <a:pt x="6726709" y="735564"/>
                  </a:lnTo>
                  <a:lnTo>
                    <a:pt x="6726343" y="735569"/>
                  </a:lnTo>
                  <a:lnTo>
                    <a:pt x="5254955" y="735569"/>
                  </a:lnTo>
                  <a:lnTo>
                    <a:pt x="5253723" y="735586"/>
                  </a:lnTo>
                  <a:lnTo>
                    <a:pt x="5245638" y="735709"/>
                  </a:lnTo>
                  <a:lnTo>
                    <a:pt x="5225308" y="736047"/>
                  </a:lnTo>
                  <a:lnTo>
                    <a:pt x="5189085" y="736712"/>
                  </a:lnTo>
                  <a:lnTo>
                    <a:pt x="5135344" y="737805"/>
                  </a:lnTo>
                  <a:lnTo>
                    <a:pt x="5064603" y="739409"/>
                  </a:lnTo>
                  <a:lnTo>
                    <a:pt x="4979306" y="741577"/>
                  </a:lnTo>
                  <a:lnTo>
                    <a:pt x="4883246" y="744333"/>
                  </a:lnTo>
                  <a:lnTo>
                    <a:pt x="4780821" y="747678"/>
                  </a:lnTo>
                  <a:lnTo>
                    <a:pt x="4676295" y="751602"/>
                  </a:lnTo>
                  <a:lnTo>
                    <a:pt x="4573281" y="756091"/>
                  </a:lnTo>
                  <a:lnTo>
                    <a:pt x="4474465" y="761144"/>
                  </a:lnTo>
                  <a:lnTo>
                    <a:pt x="4381580" y="766772"/>
                  </a:lnTo>
                  <a:lnTo>
                    <a:pt x="4295512" y="773011"/>
                  </a:lnTo>
                  <a:lnTo>
                    <a:pt x="4216486" y="779915"/>
                  </a:lnTo>
                  <a:lnTo>
                    <a:pt x="4144252" y="787562"/>
                  </a:lnTo>
                  <a:lnTo>
                    <a:pt x="4078250" y="796050"/>
                  </a:lnTo>
                  <a:lnTo>
                    <a:pt x="4017738" y="805491"/>
                  </a:lnTo>
                  <a:lnTo>
                    <a:pt x="3961886" y="816008"/>
                  </a:lnTo>
                  <a:lnTo>
                    <a:pt x="3909845" y="827718"/>
                  </a:lnTo>
                  <a:lnTo>
                    <a:pt x="3860802" y="840716"/>
                  </a:lnTo>
                  <a:lnTo>
                    <a:pt x="3829811" y="849991"/>
                  </a:lnTo>
                  <a:lnTo>
                    <a:pt x="3776470" y="867941"/>
                  </a:lnTo>
                  <a:lnTo>
                    <a:pt x="3724830" y="887760"/>
                  </a:lnTo>
                  <a:lnTo>
                    <a:pt x="3674234" y="909473"/>
                  </a:lnTo>
                  <a:lnTo>
                    <a:pt x="3624205" y="933040"/>
                  </a:lnTo>
                  <a:lnTo>
                    <a:pt x="3574414" y="958343"/>
                  </a:lnTo>
                  <a:lnTo>
                    <a:pt x="3524654" y="985188"/>
                  </a:lnTo>
                  <a:lnTo>
                    <a:pt x="3474817" y="1013299"/>
                  </a:lnTo>
                  <a:lnTo>
                    <a:pt x="3424875" y="1042335"/>
                  </a:lnTo>
                  <a:lnTo>
                    <a:pt x="3374857" y="1071900"/>
                  </a:lnTo>
                  <a:lnTo>
                    <a:pt x="3324822" y="1101567"/>
                  </a:lnTo>
                  <a:lnTo>
                    <a:pt x="3274838" y="1130902"/>
                  </a:lnTo>
                  <a:lnTo>
                    <a:pt x="3224952" y="1159492"/>
                  </a:lnTo>
                  <a:lnTo>
                    <a:pt x="3175164" y="1186966"/>
                  </a:lnTo>
                  <a:lnTo>
                    <a:pt x="3125407" y="1213019"/>
                  </a:lnTo>
                  <a:lnTo>
                    <a:pt x="3075522" y="1237416"/>
                  </a:lnTo>
                  <a:lnTo>
                    <a:pt x="3025241" y="1260004"/>
                  </a:lnTo>
                  <a:lnTo>
                    <a:pt x="2974158" y="1280709"/>
                  </a:lnTo>
                  <a:lnTo>
                    <a:pt x="2921706" y="1299524"/>
                  </a:lnTo>
                  <a:lnTo>
                    <a:pt x="2896531" y="1307679"/>
                  </a:lnTo>
                  <a:lnTo>
                    <a:pt x="2849060" y="1321548"/>
                  </a:lnTo>
                  <a:lnTo>
                    <a:pt x="2799079" y="1334098"/>
                  </a:lnTo>
                  <a:lnTo>
                    <a:pt x="2745829" y="1345387"/>
                  </a:lnTo>
                  <a:lnTo>
                    <a:pt x="2688479" y="1355523"/>
                  </a:lnTo>
                  <a:lnTo>
                    <a:pt x="2626181" y="1364624"/>
                  </a:lnTo>
                  <a:lnTo>
                    <a:pt x="2558124" y="1372813"/>
                  </a:lnTo>
                  <a:lnTo>
                    <a:pt x="2483618" y="1380196"/>
                  </a:lnTo>
                  <a:lnTo>
                    <a:pt x="2402192" y="1386865"/>
                  </a:lnTo>
                  <a:lnTo>
                    <a:pt x="2313739" y="1392889"/>
                  </a:lnTo>
                  <a:lnTo>
                    <a:pt x="2218687" y="1398318"/>
                  </a:lnTo>
                  <a:lnTo>
                    <a:pt x="2118194" y="1403178"/>
                  </a:lnTo>
                  <a:lnTo>
                    <a:pt x="2014311" y="1407475"/>
                  </a:lnTo>
                  <a:lnTo>
                    <a:pt x="1910057" y="1411202"/>
                  </a:lnTo>
                  <a:lnTo>
                    <a:pt x="1809308" y="1414347"/>
                  </a:lnTo>
                  <a:lnTo>
                    <a:pt x="1716448" y="1416900"/>
                  </a:lnTo>
                  <a:lnTo>
                    <a:pt x="1635754" y="1418871"/>
                  </a:lnTo>
                  <a:lnTo>
                    <a:pt x="1570640" y="1420293"/>
                  </a:lnTo>
                  <a:lnTo>
                    <a:pt x="1522937" y="1421230"/>
                  </a:lnTo>
                  <a:lnTo>
                    <a:pt x="1492438" y="1421771"/>
                  </a:lnTo>
                  <a:lnTo>
                    <a:pt x="1476799" y="1422022"/>
                  </a:lnTo>
                  <a:lnTo>
                    <a:pt x="1471745" y="1422096"/>
                  </a:lnTo>
                  <a:lnTo>
                    <a:pt x="1471387" y="1422101"/>
                  </a:lnTo>
                  <a:lnTo>
                    <a:pt x="0" y="142210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44" name="pg1244"/>
            <p:cNvSpPr/>
            <p:nvPr/>
          </p:nvSpPr>
          <p:spPr>
            <a:xfrm>
              <a:off x="4799595" y="7864838"/>
              <a:ext cx="11981298" cy="1168738"/>
            </a:xfrm>
            <a:custGeom>
              <a:avLst/>
              <a:pathLst>
                <a:path w="11981298" h="1168738">
                  <a:moveTo>
                    <a:pt x="0" y="596628"/>
                  </a:moveTo>
                  <a:lnTo>
                    <a:pt x="1471387" y="596628"/>
                  </a:lnTo>
                  <a:lnTo>
                    <a:pt x="1472621" y="596614"/>
                  </a:lnTo>
                  <a:lnTo>
                    <a:pt x="1480716" y="596510"/>
                  </a:lnTo>
                  <a:lnTo>
                    <a:pt x="1501072" y="596224"/>
                  </a:lnTo>
                  <a:lnTo>
                    <a:pt x="1537339" y="595662"/>
                  </a:lnTo>
                  <a:lnTo>
                    <a:pt x="1591142" y="594736"/>
                  </a:lnTo>
                  <a:lnTo>
                    <a:pt x="1661955" y="593378"/>
                  </a:lnTo>
                  <a:lnTo>
                    <a:pt x="1747329" y="591544"/>
                  </a:lnTo>
                  <a:lnTo>
                    <a:pt x="1843462" y="589212"/>
                  </a:lnTo>
                  <a:lnTo>
                    <a:pt x="1945951" y="586381"/>
                  </a:lnTo>
                  <a:lnTo>
                    <a:pt x="2050524" y="583061"/>
                  </a:lnTo>
                  <a:lnTo>
                    <a:pt x="2153571" y="579262"/>
                  </a:lnTo>
                  <a:lnTo>
                    <a:pt x="2252404" y="574987"/>
                  </a:lnTo>
                  <a:lnTo>
                    <a:pt x="2345295" y="570225"/>
                  </a:lnTo>
                  <a:lnTo>
                    <a:pt x="2431359" y="564946"/>
                  </a:lnTo>
                  <a:lnTo>
                    <a:pt x="2510374" y="559104"/>
                  </a:lnTo>
                  <a:lnTo>
                    <a:pt x="2582595" y="552632"/>
                  </a:lnTo>
                  <a:lnTo>
                    <a:pt x="2648583" y="545449"/>
                  </a:lnTo>
                  <a:lnTo>
                    <a:pt x="2709082" y="537458"/>
                  </a:lnTo>
                  <a:lnTo>
                    <a:pt x="2764924" y="528557"/>
                  </a:lnTo>
                  <a:lnTo>
                    <a:pt x="2816959" y="518645"/>
                  </a:lnTo>
                  <a:lnTo>
                    <a:pt x="2865999" y="507644"/>
                  </a:lnTo>
                  <a:lnTo>
                    <a:pt x="2896531" y="499915"/>
                  </a:lnTo>
                  <a:lnTo>
                    <a:pt x="2950622" y="484514"/>
                  </a:lnTo>
                  <a:lnTo>
                    <a:pt x="3002975" y="467487"/>
                  </a:lnTo>
                  <a:lnTo>
                    <a:pt x="3054270" y="448813"/>
                  </a:lnTo>
                  <a:lnTo>
                    <a:pt x="3104998" y="428531"/>
                  </a:lnTo>
                  <a:lnTo>
                    <a:pt x="3155495" y="406745"/>
                  </a:lnTo>
                  <a:lnTo>
                    <a:pt x="3205972" y="383635"/>
                  </a:lnTo>
                  <a:lnTo>
                    <a:pt x="3256534" y="359447"/>
                  </a:lnTo>
                  <a:lnTo>
                    <a:pt x="3307202" y="334487"/>
                  </a:lnTo>
                  <a:lnTo>
                    <a:pt x="3357944" y="309109"/>
                  </a:lnTo>
                  <a:lnTo>
                    <a:pt x="3408693" y="283692"/>
                  </a:lnTo>
                  <a:lnTo>
                    <a:pt x="3459381" y="258616"/>
                  </a:lnTo>
                  <a:lnTo>
                    <a:pt x="3509965" y="234242"/>
                  </a:lnTo>
                  <a:lnTo>
                    <a:pt x="3560454" y="210887"/>
                  </a:lnTo>
                  <a:lnTo>
                    <a:pt x="3610934" y="188812"/>
                  </a:lnTo>
                  <a:lnTo>
                    <a:pt x="3661591" y="168209"/>
                  </a:lnTo>
                  <a:lnTo>
                    <a:pt x="3712734" y="149199"/>
                  </a:lnTo>
                  <a:lnTo>
                    <a:pt x="3764820" y="131833"/>
                  </a:lnTo>
                  <a:lnTo>
                    <a:pt x="3818487" y="116101"/>
                  </a:lnTo>
                  <a:lnTo>
                    <a:pt x="3829811" y="113059"/>
                  </a:lnTo>
                  <a:lnTo>
                    <a:pt x="3877304" y="101332"/>
                  </a:lnTo>
                  <a:lnTo>
                    <a:pt x="3927310" y="90720"/>
                  </a:lnTo>
                  <a:lnTo>
                    <a:pt x="3980588" y="81175"/>
                  </a:lnTo>
                  <a:lnTo>
                    <a:pt x="4037972" y="72605"/>
                  </a:lnTo>
                  <a:lnTo>
                    <a:pt x="4100310" y="64910"/>
                  </a:lnTo>
                  <a:lnTo>
                    <a:pt x="4168414" y="57988"/>
                  </a:lnTo>
                  <a:lnTo>
                    <a:pt x="4242974" y="51747"/>
                  </a:lnTo>
                  <a:lnTo>
                    <a:pt x="4324461" y="46109"/>
                  </a:lnTo>
                  <a:lnTo>
                    <a:pt x="4412982" y="41017"/>
                  </a:lnTo>
                  <a:lnTo>
                    <a:pt x="4508104" y="36428"/>
                  </a:lnTo>
                  <a:lnTo>
                    <a:pt x="4608665" y="32321"/>
                  </a:lnTo>
                  <a:lnTo>
                    <a:pt x="4712606" y="28690"/>
                  </a:lnTo>
                  <a:lnTo>
                    <a:pt x="4816900" y="25541"/>
                  </a:lnTo>
                  <a:lnTo>
                    <a:pt x="4917659" y="22884"/>
                  </a:lnTo>
                  <a:lnTo>
                    <a:pt x="5010495" y="20728"/>
                  </a:lnTo>
                  <a:lnTo>
                    <a:pt x="5091125" y="19065"/>
                  </a:lnTo>
                  <a:lnTo>
                    <a:pt x="5156142" y="17866"/>
                  </a:lnTo>
                  <a:lnTo>
                    <a:pt x="5203725" y="17077"/>
                  </a:lnTo>
                  <a:lnTo>
                    <a:pt x="5234100" y="16622"/>
                  </a:lnTo>
                  <a:lnTo>
                    <a:pt x="5249629" y="16411"/>
                  </a:lnTo>
                  <a:lnTo>
                    <a:pt x="5254612" y="16349"/>
                  </a:lnTo>
                  <a:lnTo>
                    <a:pt x="5254955" y="16345"/>
                  </a:lnTo>
                  <a:lnTo>
                    <a:pt x="6726343" y="16345"/>
                  </a:lnTo>
                  <a:lnTo>
                    <a:pt x="6727564" y="16374"/>
                  </a:lnTo>
                  <a:lnTo>
                    <a:pt x="6735582" y="16577"/>
                  </a:lnTo>
                  <a:lnTo>
                    <a:pt x="6755749" y="17140"/>
                  </a:lnTo>
                  <a:lnTo>
                    <a:pt x="6791695" y="18246"/>
                  </a:lnTo>
                  <a:lnTo>
                    <a:pt x="6845053" y="20066"/>
                  </a:lnTo>
                  <a:lnTo>
                    <a:pt x="6915334" y="22737"/>
                  </a:lnTo>
                  <a:lnTo>
                    <a:pt x="7000146" y="26346"/>
                  </a:lnTo>
                  <a:lnTo>
                    <a:pt x="7095742" y="30937"/>
                  </a:lnTo>
                  <a:lnTo>
                    <a:pt x="7197770" y="36513"/>
                  </a:lnTo>
                  <a:lnTo>
                    <a:pt x="7301988" y="43053"/>
                  </a:lnTo>
                  <a:lnTo>
                    <a:pt x="7404796" y="50539"/>
                  </a:lnTo>
                  <a:lnTo>
                    <a:pt x="7503498" y="58964"/>
                  </a:lnTo>
                  <a:lnTo>
                    <a:pt x="7596349" y="68349"/>
                  </a:lnTo>
                  <a:lnTo>
                    <a:pt x="7682441" y="78749"/>
                  </a:lnTo>
                  <a:lnTo>
                    <a:pt x="7761530" y="90256"/>
                  </a:lnTo>
                  <a:lnTo>
                    <a:pt x="7833848" y="102996"/>
                  </a:lnTo>
                  <a:lnTo>
                    <a:pt x="7899940" y="117131"/>
                  </a:lnTo>
                  <a:lnTo>
                    <a:pt x="7960535" y="132847"/>
                  </a:lnTo>
                  <a:lnTo>
                    <a:pt x="8016452" y="150348"/>
                  </a:lnTo>
                  <a:lnTo>
                    <a:pt x="8068535" y="169830"/>
                  </a:lnTo>
                  <a:lnTo>
                    <a:pt x="8117591" y="191454"/>
                  </a:lnTo>
                  <a:lnTo>
                    <a:pt x="8151487" y="208411"/>
                  </a:lnTo>
                  <a:lnTo>
                    <a:pt x="8201016" y="236246"/>
                  </a:lnTo>
                  <a:lnTo>
                    <a:pt x="8249038" y="266774"/>
                  </a:lnTo>
                  <a:lnTo>
                    <a:pt x="8296093" y="300038"/>
                  </a:lnTo>
                  <a:lnTo>
                    <a:pt x="8342583" y="336000"/>
                  </a:lnTo>
                  <a:lnTo>
                    <a:pt x="8388799" y="374531"/>
                  </a:lnTo>
                  <a:lnTo>
                    <a:pt x="8434936" y="415403"/>
                  </a:lnTo>
                  <a:lnTo>
                    <a:pt x="8481109" y="458292"/>
                  </a:lnTo>
                  <a:lnTo>
                    <a:pt x="8527368" y="502779"/>
                  </a:lnTo>
                  <a:lnTo>
                    <a:pt x="8573712" y="548370"/>
                  </a:lnTo>
                  <a:lnTo>
                    <a:pt x="8620107" y="594515"/>
                  </a:lnTo>
                  <a:lnTo>
                    <a:pt x="8666499" y="640635"/>
                  </a:lnTo>
                  <a:lnTo>
                    <a:pt x="8712837" y="686152"/>
                  </a:lnTo>
                  <a:lnTo>
                    <a:pt x="8759088" y="730521"/>
                  </a:lnTo>
                  <a:lnTo>
                    <a:pt x="8805255" y="773253"/>
                  </a:lnTo>
                  <a:lnTo>
                    <a:pt x="8851393" y="813937"/>
                  </a:lnTo>
                  <a:lnTo>
                    <a:pt x="8897624" y="852256"/>
                  </a:lnTo>
                  <a:lnTo>
                    <a:pt x="8944149" y="887992"/>
                  </a:lnTo>
                  <a:lnTo>
                    <a:pt x="8991269" y="921022"/>
                  </a:lnTo>
                  <a:lnTo>
                    <a:pt x="9039396" y="951317"/>
                  </a:lnTo>
                  <a:lnTo>
                    <a:pt x="9084767" y="976673"/>
                  </a:lnTo>
                  <a:lnTo>
                    <a:pt x="9132097" y="999889"/>
                  </a:lnTo>
                  <a:lnTo>
                    <a:pt x="9181921" y="1020902"/>
                  </a:lnTo>
                  <a:lnTo>
                    <a:pt x="9234990" y="1039813"/>
                  </a:lnTo>
                  <a:lnTo>
                    <a:pt x="9292129" y="1056795"/>
                  </a:lnTo>
                  <a:lnTo>
                    <a:pt x="9354178" y="1072050"/>
                  </a:lnTo>
                  <a:lnTo>
                    <a:pt x="9421941" y="1085778"/>
                  </a:lnTo>
                  <a:lnTo>
                    <a:pt x="9496105" y="1098159"/>
                  </a:lnTo>
                  <a:lnTo>
                    <a:pt x="9577143" y="1109345"/>
                  </a:lnTo>
                  <a:lnTo>
                    <a:pt x="9665172" y="1119454"/>
                  </a:lnTo>
                  <a:lnTo>
                    <a:pt x="9759780" y="1128567"/>
                  </a:lnTo>
                  <a:lnTo>
                    <a:pt x="9859844" y="1136729"/>
                  </a:lnTo>
                  <a:lnTo>
                    <a:pt x="9963358" y="1143952"/>
                  </a:lnTo>
                  <a:lnTo>
                    <a:pt x="10067362" y="1150226"/>
                  </a:lnTo>
                  <a:lnTo>
                    <a:pt x="10168037" y="1155527"/>
                  </a:lnTo>
                  <a:lnTo>
                    <a:pt x="10261049" y="1159843"/>
                  </a:lnTo>
                  <a:lnTo>
                    <a:pt x="10342136" y="1163184"/>
                  </a:lnTo>
                  <a:lnTo>
                    <a:pt x="10407859" y="1165606"/>
                  </a:lnTo>
                  <a:lnTo>
                    <a:pt x="10456315" y="1167212"/>
                  </a:lnTo>
                  <a:lnTo>
                    <a:pt x="10487602" y="1168148"/>
                  </a:lnTo>
                  <a:lnTo>
                    <a:pt x="10503932" y="1168591"/>
                  </a:lnTo>
                  <a:lnTo>
                    <a:pt x="10509446" y="1168728"/>
                  </a:lnTo>
                  <a:lnTo>
                    <a:pt x="10509911" y="1168738"/>
                  </a:lnTo>
                  <a:lnTo>
                    <a:pt x="11981298" y="1168738"/>
                  </a:lnTo>
                  <a:lnTo>
                    <a:pt x="11981298" y="1152392"/>
                  </a:lnTo>
                  <a:lnTo>
                    <a:pt x="10509911" y="1152392"/>
                  </a:lnTo>
                  <a:lnTo>
                    <a:pt x="10508689" y="1152364"/>
                  </a:lnTo>
                  <a:lnTo>
                    <a:pt x="10500672" y="1152160"/>
                  </a:lnTo>
                  <a:lnTo>
                    <a:pt x="10480505" y="1151598"/>
                  </a:lnTo>
                  <a:lnTo>
                    <a:pt x="10444558" y="1150492"/>
                  </a:lnTo>
                  <a:lnTo>
                    <a:pt x="10391200" y="1148671"/>
                  </a:lnTo>
                  <a:lnTo>
                    <a:pt x="10320919" y="1146001"/>
                  </a:lnTo>
                  <a:lnTo>
                    <a:pt x="10236107" y="1142391"/>
                  </a:lnTo>
                  <a:lnTo>
                    <a:pt x="10140511" y="1137800"/>
                  </a:lnTo>
                  <a:lnTo>
                    <a:pt x="10038484" y="1132225"/>
                  </a:lnTo>
                  <a:lnTo>
                    <a:pt x="9934265" y="1125684"/>
                  </a:lnTo>
                  <a:lnTo>
                    <a:pt x="9831458" y="1118199"/>
                  </a:lnTo>
                  <a:lnTo>
                    <a:pt x="9732755" y="1109774"/>
                  </a:lnTo>
                  <a:lnTo>
                    <a:pt x="9639905" y="1100389"/>
                  </a:lnTo>
                  <a:lnTo>
                    <a:pt x="9553813" y="1089989"/>
                  </a:lnTo>
                  <a:lnTo>
                    <a:pt x="9474723" y="1078482"/>
                  </a:lnTo>
                  <a:lnTo>
                    <a:pt x="9402405" y="1065742"/>
                  </a:lnTo>
                  <a:lnTo>
                    <a:pt x="9336313" y="1051607"/>
                  </a:lnTo>
                  <a:lnTo>
                    <a:pt x="9275718" y="1035890"/>
                  </a:lnTo>
                  <a:lnTo>
                    <a:pt x="9219801" y="1018390"/>
                  </a:lnTo>
                  <a:lnTo>
                    <a:pt x="9167718" y="998907"/>
                  </a:lnTo>
                  <a:lnTo>
                    <a:pt x="9118662" y="977284"/>
                  </a:lnTo>
                  <a:lnTo>
                    <a:pt x="9084767" y="960327"/>
                  </a:lnTo>
                  <a:lnTo>
                    <a:pt x="9035237" y="932491"/>
                  </a:lnTo>
                  <a:lnTo>
                    <a:pt x="8987215" y="901964"/>
                  </a:lnTo>
                  <a:lnTo>
                    <a:pt x="8940160" y="868700"/>
                  </a:lnTo>
                  <a:lnTo>
                    <a:pt x="8893670" y="832738"/>
                  </a:lnTo>
                  <a:lnTo>
                    <a:pt x="8847454" y="794207"/>
                  </a:lnTo>
                  <a:lnTo>
                    <a:pt x="8801317" y="753334"/>
                  </a:lnTo>
                  <a:lnTo>
                    <a:pt x="8755144" y="710446"/>
                  </a:lnTo>
                  <a:lnTo>
                    <a:pt x="8708886" y="665959"/>
                  </a:lnTo>
                  <a:lnTo>
                    <a:pt x="8662541" y="620368"/>
                  </a:lnTo>
                  <a:lnTo>
                    <a:pt x="8616146" y="574223"/>
                  </a:lnTo>
                  <a:lnTo>
                    <a:pt x="8569754" y="528103"/>
                  </a:lnTo>
                  <a:lnTo>
                    <a:pt x="8523416" y="482585"/>
                  </a:lnTo>
                  <a:lnTo>
                    <a:pt x="8477165" y="438217"/>
                  </a:lnTo>
                  <a:lnTo>
                    <a:pt x="8430998" y="395485"/>
                  </a:lnTo>
                  <a:lnTo>
                    <a:pt x="8384860" y="354801"/>
                  </a:lnTo>
                  <a:lnTo>
                    <a:pt x="8338630" y="316482"/>
                  </a:lnTo>
                  <a:lnTo>
                    <a:pt x="8292104" y="280746"/>
                  </a:lnTo>
                  <a:lnTo>
                    <a:pt x="8244984" y="247716"/>
                  </a:lnTo>
                  <a:lnTo>
                    <a:pt x="8196857" y="217421"/>
                  </a:lnTo>
                  <a:lnTo>
                    <a:pt x="8151487" y="192065"/>
                  </a:lnTo>
                  <a:lnTo>
                    <a:pt x="8104156" y="168849"/>
                  </a:lnTo>
                  <a:lnTo>
                    <a:pt x="8054332" y="147835"/>
                  </a:lnTo>
                  <a:lnTo>
                    <a:pt x="8001263" y="128925"/>
                  </a:lnTo>
                  <a:lnTo>
                    <a:pt x="7944125" y="111943"/>
                  </a:lnTo>
                  <a:lnTo>
                    <a:pt x="7882075" y="96688"/>
                  </a:lnTo>
                  <a:lnTo>
                    <a:pt x="7814313" y="82960"/>
                  </a:lnTo>
                  <a:lnTo>
                    <a:pt x="7740148" y="70579"/>
                  </a:lnTo>
                  <a:lnTo>
                    <a:pt x="7659110" y="59393"/>
                  </a:lnTo>
                  <a:lnTo>
                    <a:pt x="7571081" y="49284"/>
                  </a:lnTo>
                  <a:lnTo>
                    <a:pt x="7476473" y="40171"/>
                  </a:lnTo>
                  <a:lnTo>
                    <a:pt x="7376409" y="32009"/>
                  </a:lnTo>
                  <a:lnTo>
                    <a:pt x="7272895" y="24786"/>
                  </a:lnTo>
                  <a:lnTo>
                    <a:pt x="7168891" y="18512"/>
                  </a:lnTo>
                  <a:lnTo>
                    <a:pt x="7068216" y="13210"/>
                  </a:lnTo>
                  <a:lnTo>
                    <a:pt x="6975205" y="8895"/>
                  </a:lnTo>
                  <a:lnTo>
                    <a:pt x="6894118" y="5553"/>
                  </a:lnTo>
                  <a:lnTo>
                    <a:pt x="6828394" y="3132"/>
                  </a:lnTo>
                  <a:lnTo>
                    <a:pt x="6779938" y="1526"/>
                  </a:lnTo>
                  <a:lnTo>
                    <a:pt x="6748652" y="590"/>
                  </a:lnTo>
                  <a:lnTo>
                    <a:pt x="6732321" y="147"/>
                  </a:lnTo>
                  <a:lnTo>
                    <a:pt x="6726807" y="10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721" y="14"/>
                  </a:lnTo>
                  <a:lnTo>
                    <a:pt x="5245626" y="117"/>
                  </a:lnTo>
                  <a:lnTo>
                    <a:pt x="5225270" y="404"/>
                  </a:lnTo>
                  <a:lnTo>
                    <a:pt x="5189003" y="966"/>
                  </a:lnTo>
                  <a:lnTo>
                    <a:pt x="5135201" y="1892"/>
                  </a:lnTo>
                  <a:lnTo>
                    <a:pt x="5064388" y="3250"/>
                  </a:lnTo>
                  <a:lnTo>
                    <a:pt x="4979013" y="5084"/>
                  </a:lnTo>
                  <a:lnTo>
                    <a:pt x="4882880" y="7416"/>
                  </a:lnTo>
                  <a:lnTo>
                    <a:pt x="4780392" y="10247"/>
                  </a:lnTo>
                  <a:lnTo>
                    <a:pt x="4675818" y="13567"/>
                  </a:lnTo>
                  <a:lnTo>
                    <a:pt x="4572771" y="17366"/>
                  </a:lnTo>
                  <a:lnTo>
                    <a:pt x="4473938" y="21641"/>
                  </a:lnTo>
                  <a:lnTo>
                    <a:pt x="4381047" y="26403"/>
                  </a:lnTo>
                  <a:lnTo>
                    <a:pt x="4294984" y="31682"/>
                  </a:lnTo>
                  <a:lnTo>
                    <a:pt x="4215968" y="37524"/>
                  </a:lnTo>
                  <a:lnTo>
                    <a:pt x="4143747" y="43996"/>
                  </a:lnTo>
                  <a:lnTo>
                    <a:pt x="4077759" y="51179"/>
                  </a:lnTo>
                  <a:lnTo>
                    <a:pt x="4017260" y="59169"/>
                  </a:lnTo>
                  <a:lnTo>
                    <a:pt x="3961418" y="68071"/>
                  </a:lnTo>
                  <a:lnTo>
                    <a:pt x="3909383" y="77983"/>
                  </a:lnTo>
                  <a:lnTo>
                    <a:pt x="3860343" y="88984"/>
                  </a:lnTo>
                  <a:lnTo>
                    <a:pt x="3829811" y="96713"/>
                  </a:lnTo>
                  <a:lnTo>
                    <a:pt x="3775720" y="112114"/>
                  </a:lnTo>
                  <a:lnTo>
                    <a:pt x="3723367" y="129141"/>
                  </a:lnTo>
                  <a:lnTo>
                    <a:pt x="3672072" y="147815"/>
                  </a:lnTo>
                  <a:lnTo>
                    <a:pt x="3621345" y="168097"/>
                  </a:lnTo>
                  <a:lnTo>
                    <a:pt x="3570847" y="189882"/>
                  </a:lnTo>
                  <a:lnTo>
                    <a:pt x="3520370" y="212992"/>
                  </a:lnTo>
                  <a:lnTo>
                    <a:pt x="3469809" y="237181"/>
                  </a:lnTo>
                  <a:lnTo>
                    <a:pt x="3419140" y="262141"/>
                  </a:lnTo>
                  <a:lnTo>
                    <a:pt x="3368398" y="287519"/>
                  </a:lnTo>
                  <a:lnTo>
                    <a:pt x="3317649" y="312936"/>
                  </a:lnTo>
                  <a:lnTo>
                    <a:pt x="3266961" y="338012"/>
                  </a:lnTo>
                  <a:lnTo>
                    <a:pt x="3216377" y="362386"/>
                  </a:lnTo>
                  <a:lnTo>
                    <a:pt x="3165889" y="385741"/>
                  </a:lnTo>
                  <a:lnTo>
                    <a:pt x="3115409" y="407816"/>
                  </a:lnTo>
                  <a:lnTo>
                    <a:pt x="3064751" y="428419"/>
                  </a:lnTo>
                  <a:lnTo>
                    <a:pt x="3013608" y="447429"/>
                  </a:lnTo>
                  <a:lnTo>
                    <a:pt x="2961522" y="464795"/>
                  </a:lnTo>
                  <a:lnTo>
                    <a:pt x="2907855" y="480527"/>
                  </a:lnTo>
                  <a:lnTo>
                    <a:pt x="2896531" y="483569"/>
                  </a:lnTo>
                  <a:lnTo>
                    <a:pt x="2849038" y="495296"/>
                  </a:lnTo>
                  <a:lnTo>
                    <a:pt x="2799032" y="505908"/>
                  </a:lnTo>
                  <a:lnTo>
                    <a:pt x="2745754" y="515453"/>
                  </a:lnTo>
                  <a:lnTo>
                    <a:pt x="2688370" y="524022"/>
                  </a:lnTo>
                  <a:lnTo>
                    <a:pt x="2626032" y="531717"/>
                  </a:lnTo>
                  <a:lnTo>
                    <a:pt x="2557929" y="538640"/>
                  </a:lnTo>
                  <a:lnTo>
                    <a:pt x="2483368" y="544881"/>
                  </a:lnTo>
                  <a:lnTo>
                    <a:pt x="2401881" y="550519"/>
                  </a:lnTo>
                  <a:lnTo>
                    <a:pt x="2313360" y="555611"/>
                  </a:lnTo>
                  <a:lnTo>
                    <a:pt x="2218238" y="560200"/>
                  </a:lnTo>
                  <a:lnTo>
                    <a:pt x="2117677" y="564307"/>
                  </a:lnTo>
                  <a:lnTo>
                    <a:pt x="2013736" y="567938"/>
                  </a:lnTo>
                  <a:lnTo>
                    <a:pt x="1909442" y="571087"/>
                  </a:lnTo>
                  <a:lnTo>
                    <a:pt x="1808683" y="573743"/>
                  </a:lnTo>
                  <a:lnTo>
                    <a:pt x="1715847" y="575899"/>
                  </a:lnTo>
                  <a:lnTo>
                    <a:pt x="1635217" y="577563"/>
                  </a:lnTo>
                  <a:lnTo>
                    <a:pt x="1570200" y="578762"/>
                  </a:lnTo>
                  <a:lnTo>
                    <a:pt x="1522617" y="579551"/>
                  </a:lnTo>
                  <a:lnTo>
                    <a:pt x="1492243" y="580006"/>
                  </a:lnTo>
                  <a:lnTo>
                    <a:pt x="1476713" y="580217"/>
                  </a:lnTo>
                  <a:lnTo>
                    <a:pt x="1471730" y="580278"/>
                  </a:lnTo>
                  <a:lnTo>
                    <a:pt x="1471387" y="580282"/>
                  </a:lnTo>
                  <a:lnTo>
                    <a:pt x="0" y="580282"/>
                  </a:lnTo>
                  <a:close/>
                </a:path>
              </a:pathLst>
            </a:custGeom>
            <a:solidFill>
              <a:srgbClr val="67C1B3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245" name="pl1245"/>
            <p:cNvSpPr/>
            <p:nvPr/>
          </p:nvSpPr>
          <p:spPr>
            <a:xfrm>
              <a:off x="4799595" y="7881184"/>
              <a:ext cx="11981298" cy="1152392"/>
            </a:xfrm>
            <a:custGeom>
              <a:avLst/>
              <a:pathLst>
                <a:path w="11981298" h="1152392">
                  <a:moveTo>
                    <a:pt x="0" y="580282"/>
                  </a:moveTo>
                  <a:lnTo>
                    <a:pt x="1471387" y="580282"/>
                  </a:lnTo>
                  <a:lnTo>
                    <a:pt x="1472621" y="580268"/>
                  </a:lnTo>
                  <a:lnTo>
                    <a:pt x="1480716" y="580164"/>
                  </a:lnTo>
                  <a:lnTo>
                    <a:pt x="1501072" y="579878"/>
                  </a:lnTo>
                  <a:lnTo>
                    <a:pt x="1537339" y="579316"/>
                  </a:lnTo>
                  <a:lnTo>
                    <a:pt x="1591142" y="578390"/>
                  </a:lnTo>
                  <a:lnTo>
                    <a:pt x="1661955" y="577032"/>
                  </a:lnTo>
                  <a:lnTo>
                    <a:pt x="1747329" y="575198"/>
                  </a:lnTo>
                  <a:lnTo>
                    <a:pt x="1843462" y="572866"/>
                  </a:lnTo>
                  <a:lnTo>
                    <a:pt x="1945951" y="570035"/>
                  </a:lnTo>
                  <a:lnTo>
                    <a:pt x="2050524" y="566715"/>
                  </a:lnTo>
                  <a:lnTo>
                    <a:pt x="2153571" y="562916"/>
                  </a:lnTo>
                  <a:lnTo>
                    <a:pt x="2252404" y="558641"/>
                  </a:lnTo>
                  <a:lnTo>
                    <a:pt x="2345295" y="553879"/>
                  </a:lnTo>
                  <a:lnTo>
                    <a:pt x="2431359" y="548600"/>
                  </a:lnTo>
                  <a:lnTo>
                    <a:pt x="2510374" y="542758"/>
                  </a:lnTo>
                  <a:lnTo>
                    <a:pt x="2582595" y="536286"/>
                  </a:lnTo>
                  <a:lnTo>
                    <a:pt x="2648583" y="529103"/>
                  </a:lnTo>
                  <a:lnTo>
                    <a:pt x="2709082" y="521112"/>
                  </a:lnTo>
                  <a:lnTo>
                    <a:pt x="2764924" y="512211"/>
                  </a:lnTo>
                  <a:lnTo>
                    <a:pt x="2816959" y="502299"/>
                  </a:lnTo>
                  <a:lnTo>
                    <a:pt x="2865999" y="491298"/>
                  </a:lnTo>
                  <a:lnTo>
                    <a:pt x="2896531" y="483569"/>
                  </a:lnTo>
                  <a:lnTo>
                    <a:pt x="2950622" y="468168"/>
                  </a:lnTo>
                  <a:lnTo>
                    <a:pt x="3002975" y="451141"/>
                  </a:lnTo>
                  <a:lnTo>
                    <a:pt x="3054270" y="432467"/>
                  </a:lnTo>
                  <a:lnTo>
                    <a:pt x="3104998" y="412185"/>
                  </a:lnTo>
                  <a:lnTo>
                    <a:pt x="3155495" y="390399"/>
                  </a:lnTo>
                  <a:lnTo>
                    <a:pt x="3205972" y="367289"/>
                  </a:lnTo>
                  <a:lnTo>
                    <a:pt x="3256534" y="343101"/>
                  </a:lnTo>
                  <a:lnTo>
                    <a:pt x="3307202" y="318141"/>
                  </a:lnTo>
                  <a:lnTo>
                    <a:pt x="3357944" y="292763"/>
                  </a:lnTo>
                  <a:lnTo>
                    <a:pt x="3408693" y="267346"/>
                  </a:lnTo>
                  <a:lnTo>
                    <a:pt x="3459381" y="242270"/>
                  </a:lnTo>
                  <a:lnTo>
                    <a:pt x="3509965" y="217896"/>
                  </a:lnTo>
                  <a:lnTo>
                    <a:pt x="3560454" y="194541"/>
                  </a:lnTo>
                  <a:lnTo>
                    <a:pt x="3610934" y="172466"/>
                  </a:lnTo>
                  <a:lnTo>
                    <a:pt x="3661591" y="151863"/>
                  </a:lnTo>
                  <a:lnTo>
                    <a:pt x="3712734" y="132853"/>
                  </a:lnTo>
                  <a:lnTo>
                    <a:pt x="3764820" y="115487"/>
                  </a:lnTo>
                  <a:lnTo>
                    <a:pt x="3818487" y="99755"/>
                  </a:lnTo>
                  <a:lnTo>
                    <a:pt x="3829811" y="96713"/>
                  </a:lnTo>
                  <a:lnTo>
                    <a:pt x="3877304" y="84986"/>
                  </a:lnTo>
                  <a:lnTo>
                    <a:pt x="3927310" y="74374"/>
                  </a:lnTo>
                  <a:lnTo>
                    <a:pt x="3980588" y="64829"/>
                  </a:lnTo>
                  <a:lnTo>
                    <a:pt x="4037972" y="56259"/>
                  </a:lnTo>
                  <a:lnTo>
                    <a:pt x="4100310" y="48564"/>
                  </a:lnTo>
                  <a:lnTo>
                    <a:pt x="4168414" y="41642"/>
                  </a:lnTo>
                  <a:lnTo>
                    <a:pt x="4242974" y="35401"/>
                  </a:lnTo>
                  <a:lnTo>
                    <a:pt x="4324461" y="29763"/>
                  </a:lnTo>
                  <a:lnTo>
                    <a:pt x="4412982" y="24671"/>
                  </a:lnTo>
                  <a:lnTo>
                    <a:pt x="4508104" y="20082"/>
                  </a:lnTo>
                  <a:lnTo>
                    <a:pt x="4608665" y="15975"/>
                  </a:lnTo>
                  <a:lnTo>
                    <a:pt x="4712606" y="12344"/>
                  </a:lnTo>
                  <a:lnTo>
                    <a:pt x="4816900" y="9195"/>
                  </a:lnTo>
                  <a:lnTo>
                    <a:pt x="4917659" y="6538"/>
                  </a:lnTo>
                  <a:lnTo>
                    <a:pt x="5010495" y="4382"/>
                  </a:lnTo>
                  <a:lnTo>
                    <a:pt x="5091125" y="2719"/>
                  </a:lnTo>
                  <a:lnTo>
                    <a:pt x="5156142" y="1520"/>
                  </a:lnTo>
                  <a:lnTo>
                    <a:pt x="5203725" y="731"/>
                  </a:lnTo>
                  <a:lnTo>
                    <a:pt x="5234100" y="276"/>
                  </a:lnTo>
                  <a:lnTo>
                    <a:pt x="5249629" y="65"/>
                  </a:lnTo>
                  <a:lnTo>
                    <a:pt x="5254612" y="3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564" y="28"/>
                  </a:lnTo>
                  <a:lnTo>
                    <a:pt x="6735582" y="231"/>
                  </a:lnTo>
                  <a:lnTo>
                    <a:pt x="6755749" y="794"/>
                  </a:lnTo>
                  <a:lnTo>
                    <a:pt x="6791695" y="1900"/>
                  </a:lnTo>
                  <a:lnTo>
                    <a:pt x="6845053" y="3720"/>
                  </a:lnTo>
                  <a:lnTo>
                    <a:pt x="6915334" y="6391"/>
                  </a:lnTo>
                  <a:lnTo>
                    <a:pt x="7000146" y="10000"/>
                  </a:lnTo>
                  <a:lnTo>
                    <a:pt x="7095742" y="14591"/>
                  </a:lnTo>
                  <a:lnTo>
                    <a:pt x="7197770" y="20167"/>
                  </a:lnTo>
                  <a:lnTo>
                    <a:pt x="7301988" y="26707"/>
                  </a:lnTo>
                  <a:lnTo>
                    <a:pt x="7404796" y="34193"/>
                  </a:lnTo>
                  <a:lnTo>
                    <a:pt x="7503498" y="42618"/>
                  </a:lnTo>
                  <a:lnTo>
                    <a:pt x="7596349" y="52003"/>
                  </a:lnTo>
                  <a:lnTo>
                    <a:pt x="7682441" y="62403"/>
                  </a:lnTo>
                  <a:lnTo>
                    <a:pt x="7761530" y="73910"/>
                  </a:lnTo>
                  <a:lnTo>
                    <a:pt x="7833848" y="86650"/>
                  </a:lnTo>
                  <a:lnTo>
                    <a:pt x="7899940" y="100785"/>
                  </a:lnTo>
                  <a:lnTo>
                    <a:pt x="7960535" y="116501"/>
                  </a:lnTo>
                  <a:lnTo>
                    <a:pt x="8016452" y="134002"/>
                  </a:lnTo>
                  <a:lnTo>
                    <a:pt x="8068535" y="153484"/>
                  </a:lnTo>
                  <a:lnTo>
                    <a:pt x="8117591" y="175108"/>
                  </a:lnTo>
                  <a:lnTo>
                    <a:pt x="8151487" y="192065"/>
                  </a:lnTo>
                  <a:lnTo>
                    <a:pt x="8201016" y="219900"/>
                  </a:lnTo>
                  <a:lnTo>
                    <a:pt x="8249038" y="250428"/>
                  </a:lnTo>
                  <a:lnTo>
                    <a:pt x="8296093" y="283692"/>
                  </a:lnTo>
                  <a:lnTo>
                    <a:pt x="8342583" y="319654"/>
                  </a:lnTo>
                  <a:lnTo>
                    <a:pt x="8388799" y="358185"/>
                  </a:lnTo>
                  <a:lnTo>
                    <a:pt x="8434936" y="399057"/>
                  </a:lnTo>
                  <a:lnTo>
                    <a:pt x="8481109" y="441946"/>
                  </a:lnTo>
                  <a:lnTo>
                    <a:pt x="8527368" y="486433"/>
                  </a:lnTo>
                  <a:lnTo>
                    <a:pt x="8573712" y="532024"/>
                  </a:lnTo>
                  <a:lnTo>
                    <a:pt x="8620107" y="578169"/>
                  </a:lnTo>
                  <a:lnTo>
                    <a:pt x="8666499" y="624289"/>
                  </a:lnTo>
                  <a:lnTo>
                    <a:pt x="8712837" y="669806"/>
                  </a:lnTo>
                  <a:lnTo>
                    <a:pt x="8759088" y="714175"/>
                  </a:lnTo>
                  <a:lnTo>
                    <a:pt x="8805255" y="756907"/>
                  </a:lnTo>
                  <a:lnTo>
                    <a:pt x="8851393" y="797591"/>
                  </a:lnTo>
                  <a:lnTo>
                    <a:pt x="8897624" y="835910"/>
                  </a:lnTo>
                  <a:lnTo>
                    <a:pt x="8944149" y="871646"/>
                  </a:lnTo>
                  <a:lnTo>
                    <a:pt x="8991269" y="904676"/>
                  </a:lnTo>
                  <a:lnTo>
                    <a:pt x="9039396" y="934971"/>
                  </a:lnTo>
                  <a:lnTo>
                    <a:pt x="9084767" y="960327"/>
                  </a:lnTo>
                  <a:lnTo>
                    <a:pt x="9132097" y="983543"/>
                  </a:lnTo>
                  <a:lnTo>
                    <a:pt x="9181921" y="1004556"/>
                  </a:lnTo>
                  <a:lnTo>
                    <a:pt x="9234990" y="1023467"/>
                  </a:lnTo>
                  <a:lnTo>
                    <a:pt x="9292129" y="1040449"/>
                  </a:lnTo>
                  <a:lnTo>
                    <a:pt x="9354178" y="1055704"/>
                  </a:lnTo>
                  <a:lnTo>
                    <a:pt x="9421941" y="1069432"/>
                  </a:lnTo>
                  <a:lnTo>
                    <a:pt x="9496105" y="1081813"/>
                  </a:lnTo>
                  <a:lnTo>
                    <a:pt x="9577143" y="1092999"/>
                  </a:lnTo>
                  <a:lnTo>
                    <a:pt x="9665172" y="1103108"/>
                  </a:lnTo>
                  <a:lnTo>
                    <a:pt x="9759780" y="1112221"/>
                  </a:lnTo>
                  <a:lnTo>
                    <a:pt x="9859844" y="1120383"/>
                  </a:lnTo>
                  <a:lnTo>
                    <a:pt x="9963358" y="1127606"/>
                  </a:lnTo>
                  <a:lnTo>
                    <a:pt x="10067362" y="1133880"/>
                  </a:lnTo>
                  <a:lnTo>
                    <a:pt x="10168037" y="1139181"/>
                  </a:lnTo>
                  <a:lnTo>
                    <a:pt x="10261049" y="1143497"/>
                  </a:lnTo>
                  <a:lnTo>
                    <a:pt x="10342136" y="1146838"/>
                  </a:lnTo>
                  <a:lnTo>
                    <a:pt x="10407859" y="1149260"/>
                  </a:lnTo>
                  <a:lnTo>
                    <a:pt x="10456315" y="1150866"/>
                  </a:lnTo>
                  <a:lnTo>
                    <a:pt x="10487602" y="1151802"/>
                  </a:lnTo>
                  <a:lnTo>
                    <a:pt x="10503932" y="1152245"/>
                  </a:lnTo>
                  <a:lnTo>
                    <a:pt x="10509446" y="1152382"/>
                  </a:lnTo>
                  <a:lnTo>
                    <a:pt x="10509911" y="1152392"/>
                  </a:lnTo>
                  <a:lnTo>
                    <a:pt x="11981298" y="115239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46" name="pl1246"/>
            <p:cNvSpPr/>
            <p:nvPr/>
          </p:nvSpPr>
          <p:spPr>
            <a:xfrm>
              <a:off x="4799595" y="7864838"/>
              <a:ext cx="11981298" cy="1152392"/>
            </a:xfrm>
            <a:custGeom>
              <a:avLst/>
              <a:pathLst>
                <a:path w="11981298" h="1152392">
                  <a:moveTo>
                    <a:pt x="11981298" y="1152392"/>
                  </a:moveTo>
                  <a:lnTo>
                    <a:pt x="10509911" y="1152392"/>
                  </a:lnTo>
                  <a:lnTo>
                    <a:pt x="10508689" y="1152364"/>
                  </a:lnTo>
                  <a:lnTo>
                    <a:pt x="10500672" y="1152160"/>
                  </a:lnTo>
                  <a:lnTo>
                    <a:pt x="10480505" y="1151598"/>
                  </a:lnTo>
                  <a:lnTo>
                    <a:pt x="10444558" y="1150492"/>
                  </a:lnTo>
                  <a:lnTo>
                    <a:pt x="10391200" y="1148671"/>
                  </a:lnTo>
                  <a:lnTo>
                    <a:pt x="10320919" y="1146001"/>
                  </a:lnTo>
                  <a:lnTo>
                    <a:pt x="10236107" y="1142391"/>
                  </a:lnTo>
                  <a:lnTo>
                    <a:pt x="10140511" y="1137800"/>
                  </a:lnTo>
                  <a:lnTo>
                    <a:pt x="10038484" y="1132225"/>
                  </a:lnTo>
                  <a:lnTo>
                    <a:pt x="9934265" y="1125684"/>
                  </a:lnTo>
                  <a:lnTo>
                    <a:pt x="9831458" y="1118199"/>
                  </a:lnTo>
                  <a:lnTo>
                    <a:pt x="9732755" y="1109774"/>
                  </a:lnTo>
                  <a:lnTo>
                    <a:pt x="9639905" y="1100389"/>
                  </a:lnTo>
                  <a:lnTo>
                    <a:pt x="9553813" y="1089989"/>
                  </a:lnTo>
                  <a:lnTo>
                    <a:pt x="9474723" y="1078482"/>
                  </a:lnTo>
                  <a:lnTo>
                    <a:pt x="9402405" y="1065742"/>
                  </a:lnTo>
                  <a:lnTo>
                    <a:pt x="9336313" y="1051607"/>
                  </a:lnTo>
                  <a:lnTo>
                    <a:pt x="9275718" y="1035890"/>
                  </a:lnTo>
                  <a:lnTo>
                    <a:pt x="9219801" y="1018390"/>
                  </a:lnTo>
                  <a:lnTo>
                    <a:pt x="9167718" y="998907"/>
                  </a:lnTo>
                  <a:lnTo>
                    <a:pt x="9118662" y="977284"/>
                  </a:lnTo>
                  <a:lnTo>
                    <a:pt x="9084767" y="960327"/>
                  </a:lnTo>
                  <a:lnTo>
                    <a:pt x="9035237" y="932491"/>
                  </a:lnTo>
                  <a:lnTo>
                    <a:pt x="8987215" y="901964"/>
                  </a:lnTo>
                  <a:lnTo>
                    <a:pt x="8940160" y="868700"/>
                  </a:lnTo>
                  <a:lnTo>
                    <a:pt x="8893670" y="832738"/>
                  </a:lnTo>
                  <a:lnTo>
                    <a:pt x="8847454" y="794207"/>
                  </a:lnTo>
                  <a:lnTo>
                    <a:pt x="8801317" y="753334"/>
                  </a:lnTo>
                  <a:lnTo>
                    <a:pt x="8755144" y="710446"/>
                  </a:lnTo>
                  <a:lnTo>
                    <a:pt x="8708886" y="665959"/>
                  </a:lnTo>
                  <a:lnTo>
                    <a:pt x="8662541" y="620368"/>
                  </a:lnTo>
                  <a:lnTo>
                    <a:pt x="8616146" y="574223"/>
                  </a:lnTo>
                  <a:lnTo>
                    <a:pt x="8569754" y="528103"/>
                  </a:lnTo>
                  <a:lnTo>
                    <a:pt x="8523416" y="482585"/>
                  </a:lnTo>
                  <a:lnTo>
                    <a:pt x="8477165" y="438217"/>
                  </a:lnTo>
                  <a:lnTo>
                    <a:pt x="8430998" y="395485"/>
                  </a:lnTo>
                  <a:lnTo>
                    <a:pt x="8384860" y="354801"/>
                  </a:lnTo>
                  <a:lnTo>
                    <a:pt x="8338630" y="316482"/>
                  </a:lnTo>
                  <a:lnTo>
                    <a:pt x="8292104" y="280746"/>
                  </a:lnTo>
                  <a:lnTo>
                    <a:pt x="8244984" y="247716"/>
                  </a:lnTo>
                  <a:lnTo>
                    <a:pt x="8196857" y="217421"/>
                  </a:lnTo>
                  <a:lnTo>
                    <a:pt x="8151487" y="192065"/>
                  </a:lnTo>
                  <a:lnTo>
                    <a:pt x="8104156" y="168849"/>
                  </a:lnTo>
                  <a:lnTo>
                    <a:pt x="8054332" y="147835"/>
                  </a:lnTo>
                  <a:lnTo>
                    <a:pt x="8001263" y="128925"/>
                  </a:lnTo>
                  <a:lnTo>
                    <a:pt x="7944125" y="111943"/>
                  </a:lnTo>
                  <a:lnTo>
                    <a:pt x="7882075" y="96688"/>
                  </a:lnTo>
                  <a:lnTo>
                    <a:pt x="7814313" y="82960"/>
                  </a:lnTo>
                  <a:lnTo>
                    <a:pt x="7740148" y="70579"/>
                  </a:lnTo>
                  <a:lnTo>
                    <a:pt x="7659110" y="59393"/>
                  </a:lnTo>
                  <a:lnTo>
                    <a:pt x="7571081" y="49284"/>
                  </a:lnTo>
                  <a:lnTo>
                    <a:pt x="7476473" y="40171"/>
                  </a:lnTo>
                  <a:lnTo>
                    <a:pt x="7376409" y="32009"/>
                  </a:lnTo>
                  <a:lnTo>
                    <a:pt x="7272895" y="24786"/>
                  </a:lnTo>
                  <a:lnTo>
                    <a:pt x="7168891" y="18512"/>
                  </a:lnTo>
                  <a:lnTo>
                    <a:pt x="7068216" y="13210"/>
                  </a:lnTo>
                  <a:lnTo>
                    <a:pt x="6975205" y="8895"/>
                  </a:lnTo>
                  <a:lnTo>
                    <a:pt x="6894118" y="5553"/>
                  </a:lnTo>
                  <a:lnTo>
                    <a:pt x="6828394" y="3132"/>
                  </a:lnTo>
                  <a:lnTo>
                    <a:pt x="6779938" y="1526"/>
                  </a:lnTo>
                  <a:lnTo>
                    <a:pt x="6748652" y="590"/>
                  </a:lnTo>
                  <a:lnTo>
                    <a:pt x="6732321" y="147"/>
                  </a:lnTo>
                  <a:lnTo>
                    <a:pt x="6726807" y="10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721" y="14"/>
                  </a:lnTo>
                  <a:lnTo>
                    <a:pt x="5245626" y="117"/>
                  </a:lnTo>
                  <a:lnTo>
                    <a:pt x="5225270" y="404"/>
                  </a:lnTo>
                  <a:lnTo>
                    <a:pt x="5189003" y="966"/>
                  </a:lnTo>
                  <a:lnTo>
                    <a:pt x="5135201" y="1892"/>
                  </a:lnTo>
                  <a:lnTo>
                    <a:pt x="5064388" y="3250"/>
                  </a:lnTo>
                  <a:lnTo>
                    <a:pt x="4979013" y="5084"/>
                  </a:lnTo>
                  <a:lnTo>
                    <a:pt x="4882880" y="7416"/>
                  </a:lnTo>
                  <a:lnTo>
                    <a:pt x="4780392" y="10247"/>
                  </a:lnTo>
                  <a:lnTo>
                    <a:pt x="4675818" y="13567"/>
                  </a:lnTo>
                  <a:lnTo>
                    <a:pt x="4572771" y="17366"/>
                  </a:lnTo>
                  <a:lnTo>
                    <a:pt x="4473938" y="21641"/>
                  </a:lnTo>
                  <a:lnTo>
                    <a:pt x="4381047" y="26403"/>
                  </a:lnTo>
                  <a:lnTo>
                    <a:pt x="4294984" y="31682"/>
                  </a:lnTo>
                  <a:lnTo>
                    <a:pt x="4215968" y="37524"/>
                  </a:lnTo>
                  <a:lnTo>
                    <a:pt x="4143747" y="43996"/>
                  </a:lnTo>
                  <a:lnTo>
                    <a:pt x="4077759" y="51179"/>
                  </a:lnTo>
                  <a:lnTo>
                    <a:pt x="4017260" y="59169"/>
                  </a:lnTo>
                  <a:lnTo>
                    <a:pt x="3961418" y="68071"/>
                  </a:lnTo>
                  <a:lnTo>
                    <a:pt x="3909383" y="77983"/>
                  </a:lnTo>
                  <a:lnTo>
                    <a:pt x="3860343" y="88984"/>
                  </a:lnTo>
                  <a:lnTo>
                    <a:pt x="3829811" y="96713"/>
                  </a:lnTo>
                  <a:lnTo>
                    <a:pt x="3775720" y="112114"/>
                  </a:lnTo>
                  <a:lnTo>
                    <a:pt x="3723367" y="129141"/>
                  </a:lnTo>
                  <a:lnTo>
                    <a:pt x="3672072" y="147815"/>
                  </a:lnTo>
                  <a:lnTo>
                    <a:pt x="3621345" y="168097"/>
                  </a:lnTo>
                  <a:lnTo>
                    <a:pt x="3570847" y="189882"/>
                  </a:lnTo>
                  <a:lnTo>
                    <a:pt x="3520370" y="212992"/>
                  </a:lnTo>
                  <a:lnTo>
                    <a:pt x="3469809" y="237181"/>
                  </a:lnTo>
                  <a:lnTo>
                    <a:pt x="3419140" y="262141"/>
                  </a:lnTo>
                  <a:lnTo>
                    <a:pt x="3368398" y="287519"/>
                  </a:lnTo>
                  <a:lnTo>
                    <a:pt x="3317649" y="312936"/>
                  </a:lnTo>
                  <a:lnTo>
                    <a:pt x="3266961" y="338012"/>
                  </a:lnTo>
                  <a:lnTo>
                    <a:pt x="3216377" y="362386"/>
                  </a:lnTo>
                  <a:lnTo>
                    <a:pt x="3165889" y="385741"/>
                  </a:lnTo>
                  <a:lnTo>
                    <a:pt x="3115409" y="407816"/>
                  </a:lnTo>
                  <a:lnTo>
                    <a:pt x="3064751" y="428419"/>
                  </a:lnTo>
                  <a:lnTo>
                    <a:pt x="3013608" y="447429"/>
                  </a:lnTo>
                  <a:lnTo>
                    <a:pt x="2961522" y="464795"/>
                  </a:lnTo>
                  <a:lnTo>
                    <a:pt x="2907855" y="480527"/>
                  </a:lnTo>
                  <a:lnTo>
                    <a:pt x="2896531" y="483569"/>
                  </a:lnTo>
                  <a:lnTo>
                    <a:pt x="2849038" y="495296"/>
                  </a:lnTo>
                  <a:lnTo>
                    <a:pt x="2799032" y="505908"/>
                  </a:lnTo>
                  <a:lnTo>
                    <a:pt x="2745754" y="515453"/>
                  </a:lnTo>
                  <a:lnTo>
                    <a:pt x="2688370" y="524022"/>
                  </a:lnTo>
                  <a:lnTo>
                    <a:pt x="2626032" y="531717"/>
                  </a:lnTo>
                  <a:lnTo>
                    <a:pt x="2557929" y="538640"/>
                  </a:lnTo>
                  <a:lnTo>
                    <a:pt x="2483368" y="544881"/>
                  </a:lnTo>
                  <a:lnTo>
                    <a:pt x="2401881" y="550519"/>
                  </a:lnTo>
                  <a:lnTo>
                    <a:pt x="2313360" y="555611"/>
                  </a:lnTo>
                  <a:lnTo>
                    <a:pt x="2218238" y="560200"/>
                  </a:lnTo>
                  <a:lnTo>
                    <a:pt x="2117677" y="564307"/>
                  </a:lnTo>
                  <a:lnTo>
                    <a:pt x="2013736" y="567938"/>
                  </a:lnTo>
                  <a:lnTo>
                    <a:pt x="1909442" y="571087"/>
                  </a:lnTo>
                  <a:lnTo>
                    <a:pt x="1808683" y="573743"/>
                  </a:lnTo>
                  <a:lnTo>
                    <a:pt x="1715847" y="575899"/>
                  </a:lnTo>
                  <a:lnTo>
                    <a:pt x="1635217" y="577563"/>
                  </a:lnTo>
                  <a:lnTo>
                    <a:pt x="1570200" y="578762"/>
                  </a:lnTo>
                  <a:lnTo>
                    <a:pt x="1522617" y="579551"/>
                  </a:lnTo>
                  <a:lnTo>
                    <a:pt x="1492243" y="580006"/>
                  </a:lnTo>
                  <a:lnTo>
                    <a:pt x="1476713" y="580217"/>
                  </a:lnTo>
                  <a:lnTo>
                    <a:pt x="1471730" y="580278"/>
                  </a:lnTo>
                  <a:lnTo>
                    <a:pt x="1471387" y="580282"/>
                  </a:lnTo>
                  <a:lnTo>
                    <a:pt x="0" y="58028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47" name="pg1247"/>
            <p:cNvSpPr/>
            <p:nvPr/>
          </p:nvSpPr>
          <p:spPr>
            <a:xfrm>
              <a:off x="4799595" y="8641273"/>
              <a:ext cx="11981298" cy="1675464"/>
            </a:xfrm>
            <a:custGeom>
              <a:avLst/>
              <a:pathLst>
                <a:path w="11981298" h="1675464">
                  <a:moveTo>
                    <a:pt x="0" y="8172"/>
                  </a:moveTo>
                  <a:lnTo>
                    <a:pt x="1471387" y="8172"/>
                  </a:lnTo>
                  <a:lnTo>
                    <a:pt x="1472591" y="8213"/>
                  </a:lnTo>
                  <a:lnTo>
                    <a:pt x="1480498" y="8503"/>
                  </a:lnTo>
                  <a:lnTo>
                    <a:pt x="1500396" y="9305"/>
                  </a:lnTo>
                  <a:lnTo>
                    <a:pt x="1535884" y="10882"/>
                  </a:lnTo>
                  <a:lnTo>
                    <a:pt x="1588607" y="13479"/>
                  </a:lnTo>
                  <a:lnTo>
                    <a:pt x="1658128" y="17289"/>
                  </a:lnTo>
                  <a:lnTo>
                    <a:pt x="1742131" y="22443"/>
                  </a:lnTo>
                  <a:lnTo>
                    <a:pt x="1836955" y="29002"/>
                  </a:lnTo>
                  <a:lnTo>
                    <a:pt x="1938316" y="36972"/>
                  </a:lnTo>
                  <a:lnTo>
                    <a:pt x="2042019" y="46326"/>
                  </a:lnTo>
                  <a:lnTo>
                    <a:pt x="2144476" y="57036"/>
                  </a:lnTo>
                  <a:lnTo>
                    <a:pt x="2242984" y="69091"/>
                  </a:lnTo>
                  <a:lnTo>
                    <a:pt x="2335771" y="82519"/>
                  </a:lnTo>
                  <a:lnTo>
                    <a:pt x="2421900" y="97395"/>
                  </a:lnTo>
                  <a:lnTo>
                    <a:pt x="2501092" y="113846"/>
                  </a:lnTo>
                  <a:lnTo>
                    <a:pt x="2573549" y="132050"/>
                  </a:lnTo>
                  <a:lnTo>
                    <a:pt x="2639790" y="152233"/>
                  </a:lnTo>
                  <a:lnTo>
                    <a:pt x="2700523" y="174659"/>
                  </a:lnTo>
                  <a:lnTo>
                    <a:pt x="2756551" y="199616"/>
                  </a:lnTo>
                  <a:lnTo>
                    <a:pt x="2808706" y="227388"/>
                  </a:lnTo>
                  <a:lnTo>
                    <a:pt x="2857789" y="258211"/>
                  </a:lnTo>
                  <a:lnTo>
                    <a:pt x="2896531" y="286054"/>
                  </a:lnTo>
                  <a:lnTo>
                    <a:pt x="2941802" y="322654"/>
                  </a:lnTo>
                  <a:lnTo>
                    <a:pt x="2985773" y="362491"/>
                  </a:lnTo>
                  <a:lnTo>
                    <a:pt x="3028871" y="405623"/>
                  </a:lnTo>
                  <a:lnTo>
                    <a:pt x="3071422" y="452030"/>
                  </a:lnTo>
                  <a:lnTo>
                    <a:pt x="3113671" y="501603"/>
                  </a:lnTo>
                  <a:lnTo>
                    <a:pt x="3155793" y="554133"/>
                  </a:lnTo>
                  <a:lnTo>
                    <a:pt x="3197903" y="609314"/>
                  </a:lnTo>
                  <a:lnTo>
                    <a:pt x="3240065" y="666742"/>
                  </a:lnTo>
                  <a:lnTo>
                    <a:pt x="3282304" y="725928"/>
                  </a:lnTo>
                  <a:lnTo>
                    <a:pt x="3324609" y="786308"/>
                  </a:lnTo>
                  <a:lnTo>
                    <a:pt x="3366952" y="847268"/>
                  </a:lnTo>
                  <a:lnTo>
                    <a:pt x="3409291" y="908172"/>
                  </a:lnTo>
                  <a:lnTo>
                    <a:pt x="3451587" y="968382"/>
                  </a:lnTo>
                  <a:lnTo>
                    <a:pt x="3493811" y="1027294"/>
                  </a:lnTo>
                  <a:lnTo>
                    <a:pt x="3535962" y="1084354"/>
                  </a:lnTo>
                  <a:lnTo>
                    <a:pt x="3578068" y="1139089"/>
                  </a:lnTo>
                  <a:lnTo>
                    <a:pt x="3620202" y="1191111"/>
                  </a:lnTo>
                  <a:lnTo>
                    <a:pt x="3662490" y="1240130"/>
                  </a:lnTo>
                  <a:lnTo>
                    <a:pt x="3705119" y="1285958"/>
                  </a:lnTo>
                  <a:lnTo>
                    <a:pt x="3748346" y="1328501"/>
                  </a:lnTo>
                  <a:lnTo>
                    <a:pt x="3792515" y="1367752"/>
                  </a:lnTo>
                  <a:lnTo>
                    <a:pt x="3829811" y="1397582"/>
                  </a:lnTo>
                  <a:lnTo>
                    <a:pt x="3876908" y="1431017"/>
                  </a:lnTo>
                  <a:lnTo>
                    <a:pt x="3926471" y="1461296"/>
                  </a:lnTo>
                  <a:lnTo>
                    <a:pt x="3979241" y="1488559"/>
                  </a:lnTo>
                  <a:lnTo>
                    <a:pt x="4036028" y="1513055"/>
                  </a:lnTo>
                  <a:lnTo>
                    <a:pt x="4097664" y="1535070"/>
                  </a:lnTo>
                  <a:lnTo>
                    <a:pt x="4164940" y="1554890"/>
                  </a:lnTo>
                  <a:lnTo>
                    <a:pt x="4238539" y="1572774"/>
                  </a:lnTo>
                  <a:lnTo>
                    <a:pt x="4318935" y="1588940"/>
                  </a:lnTo>
                  <a:lnTo>
                    <a:pt x="4406258" y="1603556"/>
                  </a:lnTo>
                  <a:lnTo>
                    <a:pt x="4500130" y="1616741"/>
                  </a:lnTo>
                  <a:lnTo>
                    <a:pt x="4599478" y="1628561"/>
                  </a:lnTo>
                  <a:lnTo>
                    <a:pt x="4702373" y="1639037"/>
                  </a:lnTo>
                  <a:lnTo>
                    <a:pt x="4805948" y="1648153"/>
                  </a:lnTo>
                  <a:lnTo>
                    <a:pt x="4906484" y="1655878"/>
                  </a:lnTo>
                  <a:lnTo>
                    <a:pt x="4999724" y="1662191"/>
                  </a:lnTo>
                  <a:lnTo>
                    <a:pt x="5081441" y="1667105"/>
                  </a:lnTo>
                  <a:lnTo>
                    <a:pt x="5148157" y="1670692"/>
                  </a:lnTo>
                  <a:lnTo>
                    <a:pt x="5197854" y="1673096"/>
                  </a:lnTo>
                  <a:lnTo>
                    <a:pt x="5230453" y="1674520"/>
                  </a:lnTo>
                  <a:lnTo>
                    <a:pt x="5247953" y="1675213"/>
                  </a:lnTo>
                  <a:lnTo>
                    <a:pt x="5254270" y="1675441"/>
                  </a:lnTo>
                  <a:lnTo>
                    <a:pt x="5254955" y="1675464"/>
                  </a:lnTo>
                  <a:lnTo>
                    <a:pt x="6726343" y="1675464"/>
                  </a:lnTo>
                  <a:lnTo>
                    <a:pt x="6727565" y="1675437"/>
                  </a:lnTo>
                  <a:lnTo>
                    <a:pt x="6735590" y="1675240"/>
                  </a:lnTo>
                  <a:lnTo>
                    <a:pt x="6755774" y="1674697"/>
                  </a:lnTo>
                  <a:lnTo>
                    <a:pt x="6791750" y="1673629"/>
                  </a:lnTo>
                  <a:lnTo>
                    <a:pt x="6845149" y="1671872"/>
                  </a:lnTo>
                  <a:lnTo>
                    <a:pt x="6915480" y="1669294"/>
                  </a:lnTo>
                  <a:lnTo>
                    <a:pt x="7000344" y="1665809"/>
                  </a:lnTo>
                  <a:lnTo>
                    <a:pt x="7095990" y="1661377"/>
                  </a:lnTo>
                  <a:lnTo>
                    <a:pt x="7198060" y="1655996"/>
                  </a:lnTo>
                  <a:lnTo>
                    <a:pt x="7302311" y="1649682"/>
                  </a:lnTo>
                  <a:lnTo>
                    <a:pt x="7405141" y="1642457"/>
                  </a:lnTo>
                  <a:lnTo>
                    <a:pt x="7503856" y="1634325"/>
                  </a:lnTo>
                  <a:lnTo>
                    <a:pt x="7596710" y="1625266"/>
                  </a:lnTo>
                  <a:lnTo>
                    <a:pt x="7682800" y="1615228"/>
                  </a:lnTo>
                  <a:lnTo>
                    <a:pt x="7761883" y="1604121"/>
                  </a:lnTo>
                  <a:lnTo>
                    <a:pt x="7834192" y="1591822"/>
                  </a:lnTo>
                  <a:lnTo>
                    <a:pt x="7900274" y="1578177"/>
                  </a:lnTo>
                  <a:lnTo>
                    <a:pt x="7960860" y="1563004"/>
                  </a:lnTo>
                  <a:lnTo>
                    <a:pt x="8016770" y="1546108"/>
                  </a:lnTo>
                  <a:lnTo>
                    <a:pt x="8068848" y="1527299"/>
                  </a:lnTo>
                  <a:lnTo>
                    <a:pt x="8117903" y="1506422"/>
                  </a:lnTo>
                  <a:lnTo>
                    <a:pt x="8151487" y="1490210"/>
                  </a:lnTo>
                  <a:lnTo>
                    <a:pt x="8201365" y="1463160"/>
                  </a:lnTo>
                  <a:lnTo>
                    <a:pt x="8249718" y="1433475"/>
                  </a:lnTo>
                  <a:lnTo>
                    <a:pt x="8297096" y="1401114"/>
                  </a:lnTo>
                  <a:lnTo>
                    <a:pt x="8343910" y="1366114"/>
                  </a:lnTo>
                  <a:lnTo>
                    <a:pt x="8390452" y="1328606"/>
                  </a:lnTo>
                  <a:lnTo>
                    <a:pt x="8436919" y="1288817"/>
                  </a:lnTo>
                  <a:lnTo>
                    <a:pt x="8483425" y="1247072"/>
                  </a:lnTo>
                  <a:lnTo>
                    <a:pt x="8530021" y="1203785"/>
                  </a:lnTo>
                  <a:lnTo>
                    <a:pt x="8576701" y="1159448"/>
                  </a:lnTo>
                  <a:lnTo>
                    <a:pt x="8623430" y="1114604"/>
                  </a:lnTo>
                  <a:lnTo>
                    <a:pt x="8670152" y="1069826"/>
                  </a:lnTo>
                  <a:lnTo>
                    <a:pt x="8716815" y="1025681"/>
                  </a:lnTo>
                  <a:lnTo>
                    <a:pt x="8763389" y="982704"/>
                  </a:lnTo>
                  <a:lnTo>
                    <a:pt x="8809881" y="941369"/>
                  </a:lnTo>
                  <a:lnTo>
                    <a:pt x="8856352" y="902072"/>
                  </a:lnTo>
                  <a:lnTo>
                    <a:pt x="8902935" y="865117"/>
                  </a:lnTo>
                  <a:lnTo>
                    <a:pt x="8949847" y="830708"/>
                  </a:lnTo>
                  <a:lnTo>
                    <a:pt x="8997406" y="798954"/>
                  </a:lnTo>
                  <a:lnTo>
                    <a:pt x="9046051" y="769874"/>
                  </a:lnTo>
                  <a:lnTo>
                    <a:pt x="9084767" y="749191"/>
                  </a:lnTo>
                  <a:lnTo>
                    <a:pt x="9132112" y="726792"/>
                  </a:lnTo>
                  <a:lnTo>
                    <a:pt x="9181953" y="706518"/>
                  </a:lnTo>
                  <a:lnTo>
                    <a:pt x="9235041" y="688274"/>
                  </a:lnTo>
                  <a:lnTo>
                    <a:pt x="9292203" y="671891"/>
                  </a:lnTo>
                  <a:lnTo>
                    <a:pt x="9354279" y="657174"/>
                  </a:lnTo>
                  <a:lnTo>
                    <a:pt x="9422073" y="643932"/>
                  </a:lnTo>
                  <a:lnTo>
                    <a:pt x="9496274" y="631988"/>
                  </a:lnTo>
                  <a:lnTo>
                    <a:pt x="9577354" y="621198"/>
                  </a:lnTo>
                  <a:lnTo>
                    <a:pt x="9665428" y="611447"/>
                  </a:lnTo>
                  <a:lnTo>
                    <a:pt x="9760084" y="602657"/>
                  </a:lnTo>
                  <a:lnTo>
                    <a:pt x="9860194" y="594785"/>
                  </a:lnTo>
                  <a:lnTo>
                    <a:pt x="9963747" y="587819"/>
                  </a:lnTo>
                  <a:lnTo>
                    <a:pt x="10067778" y="581770"/>
                  </a:lnTo>
                  <a:lnTo>
                    <a:pt x="10168462" y="576659"/>
                  </a:lnTo>
                  <a:lnTo>
                    <a:pt x="10261458" y="572499"/>
                  </a:lnTo>
                  <a:lnTo>
                    <a:pt x="10342503" y="569280"/>
                  </a:lnTo>
                  <a:lnTo>
                    <a:pt x="10408161" y="566947"/>
                  </a:lnTo>
                  <a:lnTo>
                    <a:pt x="10456537" y="565402"/>
                  </a:lnTo>
                  <a:lnTo>
                    <a:pt x="10487739" y="564502"/>
                  </a:lnTo>
                  <a:lnTo>
                    <a:pt x="10503995" y="564077"/>
                  </a:lnTo>
                  <a:lnTo>
                    <a:pt x="10509458" y="563946"/>
                  </a:lnTo>
                  <a:lnTo>
                    <a:pt x="10509911" y="563936"/>
                  </a:lnTo>
                  <a:lnTo>
                    <a:pt x="11981298" y="563936"/>
                  </a:lnTo>
                  <a:lnTo>
                    <a:pt x="11981298" y="555763"/>
                  </a:lnTo>
                  <a:lnTo>
                    <a:pt x="10509911" y="555763"/>
                  </a:lnTo>
                  <a:lnTo>
                    <a:pt x="10508688" y="555791"/>
                  </a:lnTo>
                  <a:lnTo>
                    <a:pt x="10500663" y="555987"/>
                  </a:lnTo>
                  <a:lnTo>
                    <a:pt x="10480479" y="556530"/>
                  </a:lnTo>
                  <a:lnTo>
                    <a:pt x="10444503" y="557598"/>
                  </a:lnTo>
                  <a:lnTo>
                    <a:pt x="10391104" y="559356"/>
                  </a:lnTo>
                  <a:lnTo>
                    <a:pt x="10320773" y="561933"/>
                  </a:lnTo>
                  <a:lnTo>
                    <a:pt x="10235909" y="565418"/>
                  </a:lnTo>
                  <a:lnTo>
                    <a:pt x="10140264" y="569850"/>
                  </a:lnTo>
                  <a:lnTo>
                    <a:pt x="10038193" y="575232"/>
                  </a:lnTo>
                  <a:lnTo>
                    <a:pt x="9933942" y="581545"/>
                  </a:lnTo>
                  <a:lnTo>
                    <a:pt x="9831112" y="588771"/>
                  </a:lnTo>
                  <a:lnTo>
                    <a:pt x="9732397" y="596903"/>
                  </a:lnTo>
                  <a:lnTo>
                    <a:pt x="9639543" y="605961"/>
                  </a:lnTo>
                  <a:lnTo>
                    <a:pt x="9553453" y="616000"/>
                  </a:lnTo>
                  <a:lnTo>
                    <a:pt x="9474370" y="627107"/>
                  </a:lnTo>
                  <a:lnTo>
                    <a:pt x="9402061" y="639406"/>
                  </a:lnTo>
                  <a:lnTo>
                    <a:pt x="9335979" y="653051"/>
                  </a:lnTo>
                  <a:lnTo>
                    <a:pt x="9275393" y="668223"/>
                  </a:lnTo>
                  <a:lnTo>
                    <a:pt x="9219483" y="685119"/>
                  </a:lnTo>
                  <a:lnTo>
                    <a:pt x="9167405" y="703929"/>
                  </a:lnTo>
                  <a:lnTo>
                    <a:pt x="9118350" y="724805"/>
                  </a:lnTo>
                  <a:lnTo>
                    <a:pt x="9084767" y="741018"/>
                  </a:lnTo>
                  <a:lnTo>
                    <a:pt x="9034888" y="768068"/>
                  </a:lnTo>
                  <a:lnTo>
                    <a:pt x="8986535" y="797752"/>
                  </a:lnTo>
                  <a:lnTo>
                    <a:pt x="8939157" y="830114"/>
                  </a:lnTo>
                  <a:lnTo>
                    <a:pt x="8892343" y="865113"/>
                  </a:lnTo>
                  <a:lnTo>
                    <a:pt x="8845802" y="902621"/>
                  </a:lnTo>
                  <a:lnTo>
                    <a:pt x="8799335" y="942410"/>
                  </a:lnTo>
                  <a:lnTo>
                    <a:pt x="8752828" y="984156"/>
                  </a:lnTo>
                  <a:lnTo>
                    <a:pt x="8706233" y="1027443"/>
                  </a:lnTo>
                  <a:lnTo>
                    <a:pt x="8659552" y="1071780"/>
                  </a:lnTo>
                  <a:lnTo>
                    <a:pt x="8612824" y="1116623"/>
                  </a:lnTo>
                  <a:lnTo>
                    <a:pt x="8566101" y="1161401"/>
                  </a:lnTo>
                  <a:lnTo>
                    <a:pt x="8519438" y="1205546"/>
                  </a:lnTo>
                  <a:lnTo>
                    <a:pt x="8472864" y="1248524"/>
                  </a:lnTo>
                  <a:lnTo>
                    <a:pt x="8426373" y="1289859"/>
                  </a:lnTo>
                  <a:lnTo>
                    <a:pt x="8379901" y="1329155"/>
                  </a:lnTo>
                  <a:lnTo>
                    <a:pt x="8333318" y="1366110"/>
                  </a:lnTo>
                  <a:lnTo>
                    <a:pt x="8286406" y="1400519"/>
                  </a:lnTo>
                  <a:lnTo>
                    <a:pt x="8238847" y="1432274"/>
                  </a:lnTo>
                  <a:lnTo>
                    <a:pt x="8190202" y="1461354"/>
                  </a:lnTo>
                  <a:lnTo>
                    <a:pt x="8151487" y="1482037"/>
                  </a:lnTo>
                  <a:lnTo>
                    <a:pt x="8104141" y="1504436"/>
                  </a:lnTo>
                  <a:lnTo>
                    <a:pt x="8054301" y="1524710"/>
                  </a:lnTo>
                  <a:lnTo>
                    <a:pt x="8001212" y="1542954"/>
                  </a:lnTo>
                  <a:lnTo>
                    <a:pt x="7944051" y="1559337"/>
                  </a:lnTo>
                  <a:lnTo>
                    <a:pt x="7881975" y="1574053"/>
                  </a:lnTo>
                  <a:lnTo>
                    <a:pt x="7814180" y="1587296"/>
                  </a:lnTo>
                  <a:lnTo>
                    <a:pt x="7739979" y="1599239"/>
                  </a:lnTo>
                  <a:lnTo>
                    <a:pt x="7658899" y="1610030"/>
                  </a:lnTo>
                  <a:lnTo>
                    <a:pt x="7570825" y="1619781"/>
                  </a:lnTo>
                  <a:lnTo>
                    <a:pt x="7476169" y="1628570"/>
                  </a:lnTo>
                  <a:lnTo>
                    <a:pt x="7376059" y="1636442"/>
                  </a:lnTo>
                  <a:lnTo>
                    <a:pt x="7272506" y="1643408"/>
                  </a:lnTo>
                  <a:lnTo>
                    <a:pt x="7168475" y="1649458"/>
                  </a:lnTo>
                  <a:lnTo>
                    <a:pt x="7067791" y="1654569"/>
                  </a:lnTo>
                  <a:lnTo>
                    <a:pt x="6974796" y="1658728"/>
                  </a:lnTo>
                  <a:lnTo>
                    <a:pt x="6893750" y="1661948"/>
                  </a:lnTo>
                  <a:lnTo>
                    <a:pt x="6828092" y="1664280"/>
                  </a:lnTo>
                  <a:lnTo>
                    <a:pt x="6779717" y="1665825"/>
                  </a:lnTo>
                  <a:lnTo>
                    <a:pt x="6748514" y="1666726"/>
                  </a:lnTo>
                  <a:lnTo>
                    <a:pt x="6732259" y="1667151"/>
                  </a:lnTo>
                  <a:lnTo>
                    <a:pt x="6726795" y="1667281"/>
                  </a:lnTo>
                  <a:lnTo>
                    <a:pt x="6726343" y="1667291"/>
                  </a:lnTo>
                  <a:lnTo>
                    <a:pt x="5254955" y="1667291"/>
                  </a:lnTo>
                  <a:lnTo>
                    <a:pt x="5253751" y="1667250"/>
                  </a:lnTo>
                  <a:lnTo>
                    <a:pt x="5245844" y="1666960"/>
                  </a:lnTo>
                  <a:lnTo>
                    <a:pt x="5225946" y="1666159"/>
                  </a:lnTo>
                  <a:lnTo>
                    <a:pt x="5190458" y="1664581"/>
                  </a:lnTo>
                  <a:lnTo>
                    <a:pt x="5137735" y="1661985"/>
                  </a:lnTo>
                  <a:lnTo>
                    <a:pt x="5068214" y="1658175"/>
                  </a:lnTo>
                  <a:lnTo>
                    <a:pt x="4984211" y="1653021"/>
                  </a:lnTo>
                  <a:lnTo>
                    <a:pt x="4889387" y="1646462"/>
                  </a:lnTo>
                  <a:lnTo>
                    <a:pt x="4788026" y="1638492"/>
                  </a:lnTo>
                  <a:lnTo>
                    <a:pt x="4684323" y="1629137"/>
                  </a:lnTo>
                  <a:lnTo>
                    <a:pt x="4581866" y="1618427"/>
                  </a:lnTo>
                  <a:lnTo>
                    <a:pt x="4483358" y="1606372"/>
                  </a:lnTo>
                  <a:lnTo>
                    <a:pt x="4390571" y="1592944"/>
                  </a:lnTo>
                  <a:lnTo>
                    <a:pt x="4304442" y="1578069"/>
                  </a:lnTo>
                  <a:lnTo>
                    <a:pt x="4225250" y="1561618"/>
                  </a:lnTo>
                  <a:lnTo>
                    <a:pt x="4152793" y="1543414"/>
                  </a:lnTo>
                  <a:lnTo>
                    <a:pt x="4086552" y="1523231"/>
                  </a:lnTo>
                  <a:lnTo>
                    <a:pt x="4025820" y="1500805"/>
                  </a:lnTo>
                  <a:lnTo>
                    <a:pt x="3969791" y="1475848"/>
                  </a:lnTo>
                  <a:lnTo>
                    <a:pt x="3917636" y="1448075"/>
                  </a:lnTo>
                  <a:lnTo>
                    <a:pt x="3868553" y="1417253"/>
                  </a:lnTo>
                  <a:lnTo>
                    <a:pt x="3829811" y="1389409"/>
                  </a:lnTo>
                  <a:lnTo>
                    <a:pt x="3784540" y="1352809"/>
                  </a:lnTo>
                  <a:lnTo>
                    <a:pt x="3740569" y="1312973"/>
                  </a:lnTo>
                  <a:lnTo>
                    <a:pt x="3697471" y="1269841"/>
                  </a:lnTo>
                  <a:lnTo>
                    <a:pt x="3654920" y="1223434"/>
                  </a:lnTo>
                  <a:lnTo>
                    <a:pt x="3612671" y="1173861"/>
                  </a:lnTo>
                  <a:lnTo>
                    <a:pt x="3570549" y="1121331"/>
                  </a:lnTo>
                  <a:lnTo>
                    <a:pt x="3528440" y="1066150"/>
                  </a:lnTo>
                  <a:lnTo>
                    <a:pt x="3486277" y="1008721"/>
                  </a:lnTo>
                  <a:lnTo>
                    <a:pt x="3444038" y="949536"/>
                  </a:lnTo>
                  <a:lnTo>
                    <a:pt x="3401733" y="889156"/>
                  </a:lnTo>
                  <a:lnTo>
                    <a:pt x="3359390" y="828195"/>
                  </a:lnTo>
                  <a:lnTo>
                    <a:pt x="3317051" y="767292"/>
                  </a:lnTo>
                  <a:lnTo>
                    <a:pt x="3274756" y="707081"/>
                  </a:lnTo>
                  <a:lnTo>
                    <a:pt x="3232531" y="648170"/>
                  </a:lnTo>
                  <a:lnTo>
                    <a:pt x="3190380" y="591109"/>
                  </a:lnTo>
                  <a:lnTo>
                    <a:pt x="3148274" y="536375"/>
                  </a:lnTo>
                  <a:lnTo>
                    <a:pt x="3106140" y="484353"/>
                  </a:lnTo>
                  <a:lnTo>
                    <a:pt x="3063852" y="435334"/>
                  </a:lnTo>
                  <a:lnTo>
                    <a:pt x="3021223" y="389506"/>
                  </a:lnTo>
                  <a:lnTo>
                    <a:pt x="2977996" y="346963"/>
                  </a:lnTo>
                  <a:lnTo>
                    <a:pt x="2933827" y="307711"/>
                  </a:lnTo>
                  <a:lnTo>
                    <a:pt x="2896531" y="277881"/>
                  </a:lnTo>
                  <a:lnTo>
                    <a:pt x="2849434" y="244447"/>
                  </a:lnTo>
                  <a:lnTo>
                    <a:pt x="2799871" y="214168"/>
                  </a:lnTo>
                  <a:lnTo>
                    <a:pt x="2747101" y="186905"/>
                  </a:lnTo>
                  <a:lnTo>
                    <a:pt x="2690314" y="162409"/>
                  </a:lnTo>
                  <a:lnTo>
                    <a:pt x="2628678" y="140394"/>
                  </a:lnTo>
                  <a:lnTo>
                    <a:pt x="2561403" y="120573"/>
                  </a:lnTo>
                  <a:lnTo>
                    <a:pt x="2487803" y="102689"/>
                  </a:lnTo>
                  <a:lnTo>
                    <a:pt x="2407407" y="86524"/>
                  </a:lnTo>
                  <a:lnTo>
                    <a:pt x="2320084" y="71908"/>
                  </a:lnTo>
                  <a:lnTo>
                    <a:pt x="2226212" y="58723"/>
                  </a:lnTo>
                  <a:lnTo>
                    <a:pt x="2126864" y="46903"/>
                  </a:lnTo>
                  <a:lnTo>
                    <a:pt x="2023969" y="36427"/>
                  </a:lnTo>
                  <a:lnTo>
                    <a:pt x="1920394" y="27311"/>
                  </a:lnTo>
                  <a:lnTo>
                    <a:pt x="1819858" y="19585"/>
                  </a:lnTo>
                  <a:lnTo>
                    <a:pt x="1726618" y="13273"/>
                  </a:lnTo>
                  <a:lnTo>
                    <a:pt x="1644901" y="8359"/>
                  </a:lnTo>
                  <a:lnTo>
                    <a:pt x="1578185" y="4771"/>
                  </a:lnTo>
                  <a:lnTo>
                    <a:pt x="1528488" y="2368"/>
                  </a:lnTo>
                  <a:lnTo>
                    <a:pt x="1495890" y="944"/>
                  </a:lnTo>
                  <a:lnTo>
                    <a:pt x="1478389" y="250"/>
                  </a:lnTo>
                  <a:lnTo>
                    <a:pt x="1472072" y="22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C1B3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248" name="pl1248"/>
            <p:cNvSpPr/>
            <p:nvPr/>
          </p:nvSpPr>
          <p:spPr>
            <a:xfrm>
              <a:off x="4799595" y="8649446"/>
              <a:ext cx="11981298" cy="1667291"/>
            </a:xfrm>
            <a:custGeom>
              <a:avLst/>
              <a:pathLst>
                <a:path w="11981298" h="1667291">
                  <a:moveTo>
                    <a:pt x="0" y="0"/>
                  </a:moveTo>
                  <a:lnTo>
                    <a:pt x="1471387" y="0"/>
                  </a:lnTo>
                  <a:lnTo>
                    <a:pt x="1472591" y="40"/>
                  </a:lnTo>
                  <a:lnTo>
                    <a:pt x="1480498" y="330"/>
                  </a:lnTo>
                  <a:lnTo>
                    <a:pt x="1500396" y="1132"/>
                  </a:lnTo>
                  <a:lnTo>
                    <a:pt x="1535884" y="2709"/>
                  </a:lnTo>
                  <a:lnTo>
                    <a:pt x="1588607" y="5306"/>
                  </a:lnTo>
                  <a:lnTo>
                    <a:pt x="1658128" y="9116"/>
                  </a:lnTo>
                  <a:lnTo>
                    <a:pt x="1742131" y="14270"/>
                  </a:lnTo>
                  <a:lnTo>
                    <a:pt x="1836955" y="20829"/>
                  </a:lnTo>
                  <a:lnTo>
                    <a:pt x="1938316" y="28799"/>
                  </a:lnTo>
                  <a:lnTo>
                    <a:pt x="2042019" y="38153"/>
                  </a:lnTo>
                  <a:lnTo>
                    <a:pt x="2144476" y="48863"/>
                  </a:lnTo>
                  <a:lnTo>
                    <a:pt x="2242984" y="60918"/>
                  </a:lnTo>
                  <a:lnTo>
                    <a:pt x="2335771" y="74346"/>
                  </a:lnTo>
                  <a:lnTo>
                    <a:pt x="2421900" y="89222"/>
                  </a:lnTo>
                  <a:lnTo>
                    <a:pt x="2501092" y="105673"/>
                  </a:lnTo>
                  <a:lnTo>
                    <a:pt x="2573549" y="123877"/>
                  </a:lnTo>
                  <a:lnTo>
                    <a:pt x="2639790" y="144060"/>
                  </a:lnTo>
                  <a:lnTo>
                    <a:pt x="2700523" y="166486"/>
                  </a:lnTo>
                  <a:lnTo>
                    <a:pt x="2756551" y="191443"/>
                  </a:lnTo>
                  <a:lnTo>
                    <a:pt x="2808706" y="219215"/>
                  </a:lnTo>
                  <a:lnTo>
                    <a:pt x="2857789" y="250038"/>
                  </a:lnTo>
                  <a:lnTo>
                    <a:pt x="2896531" y="277881"/>
                  </a:lnTo>
                  <a:lnTo>
                    <a:pt x="2941802" y="314481"/>
                  </a:lnTo>
                  <a:lnTo>
                    <a:pt x="2985773" y="354318"/>
                  </a:lnTo>
                  <a:lnTo>
                    <a:pt x="3028871" y="397450"/>
                  </a:lnTo>
                  <a:lnTo>
                    <a:pt x="3071422" y="443857"/>
                  </a:lnTo>
                  <a:lnTo>
                    <a:pt x="3113671" y="493430"/>
                  </a:lnTo>
                  <a:lnTo>
                    <a:pt x="3155793" y="545960"/>
                  </a:lnTo>
                  <a:lnTo>
                    <a:pt x="3197903" y="601141"/>
                  </a:lnTo>
                  <a:lnTo>
                    <a:pt x="3240065" y="658569"/>
                  </a:lnTo>
                  <a:lnTo>
                    <a:pt x="3282304" y="717755"/>
                  </a:lnTo>
                  <a:lnTo>
                    <a:pt x="3324609" y="778135"/>
                  </a:lnTo>
                  <a:lnTo>
                    <a:pt x="3366952" y="839095"/>
                  </a:lnTo>
                  <a:lnTo>
                    <a:pt x="3409291" y="899999"/>
                  </a:lnTo>
                  <a:lnTo>
                    <a:pt x="3451587" y="960209"/>
                  </a:lnTo>
                  <a:lnTo>
                    <a:pt x="3493811" y="1019121"/>
                  </a:lnTo>
                  <a:lnTo>
                    <a:pt x="3535962" y="1076181"/>
                  </a:lnTo>
                  <a:lnTo>
                    <a:pt x="3578068" y="1130916"/>
                  </a:lnTo>
                  <a:lnTo>
                    <a:pt x="3620202" y="1182938"/>
                  </a:lnTo>
                  <a:lnTo>
                    <a:pt x="3662490" y="1231957"/>
                  </a:lnTo>
                  <a:lnTo>
                    <a:pt x="3705119" y="1277785"/>
                  </a:lnTo>
                  <a:lnTo>
                    <a:pt x="3748346" y="1320328"/>
                  </a:lnTo>
                  <a:lnTo>
                    <a:pt x="3792515" y="1359579"/>
                  </a:lnTo>
                  <a:lnTo>
                    <a:pt x="3829811" y="1389409"/>
                  </a:lnTo>
                  <a:lnTo>
                    <a:pt x="3876908" y="1422844"/>
                  </a:lnTo>
                  <a:lnTo>
                    <a:pt x="3926471" y="1453123"/>
                  </a:lnTo>
                  <a:lnTo>
                    <a:pt x="3979241" y="1480386"/>
                  </a:lnTo>
                  <a:lnTo>
                    <a:pt x="4036028" y="1504882"/>
                  </a:lnTo>
                  <a:lnTo>
                    <a:pt x="4097664" y="1526897"/>
                  </a:lnTo>
                  <a:lnTo>
                    <a:pt x="4164940" y="1546717"/>
                  </a:lnTo>
                  <a:lnTo>
                    <a:pt x="4238539" y="1564601"/>
                  </a:lnTo>
                  <a:lnTo>
                    <a:pt x="4318935" y="1580767"/>
                  </a:lnTo>
                  <a:lnTo>
                    <a:pt x="4406258" y="1595383"/>
                  </a:lnTo>
                  <a:lnTo>
                    <a:pt x="4500130" y="1608568"/>
                  </a:lnTo>
                  <a:lnTo>
                    <a:pt x="4599478" y="1620388"/>
                  </a:lnTo>
                  <a:lnTo>
                    <a:pt x="4702373" y="1630864"/>
                  </a:lnTo>
                  <a:lnTo>
                    <a:pt x="4805948" y="1639980"/>
                  </a:lnTo>
                  <a:lnTo>
                    <a:pt x="4906484" y="1647705"/>
                  </a:lnTo>
                  <a:lnTo>
                    <a:pt x="4999724" y="1654018"/>
                  </a:lnTo>
                  <a:lnTo>
                    <a:pt x="5081441" y="1658932"/>
                  </a:lnTo>
                  <a:lnTo>
                    <a:pt x="5148157" y="1662519"/>
                  </a:lnTo>
                  <a:lnTo>
                    <a:pt x="5197854" y="1664923"/>
                  </a:lnTo>
                  <a:lnTo>
                    <a:pt x="5230453" y="1666347"/>
                  </a:lnTo>
                  <a:lnTo>
                    <a:pt x="5247953" y="1667040"/>
                  </a:lnTo>
                  <a:lnTo>
                    <a:pt x="5254270" y="1667268"/>
                  </a:lnTo>
                  <a:lnTo>
                    <a:pt x="5254955" y="1667291"/>
                  </a:lnTo>
                  <a:lnTo>
                    <a:pt x="6726343" y="1667291"/>
                  </a:lnTo>
                  <a:lnTo>
                    <a:pt x="6727565" y="1667264"/>
                  </a:lnTo>
                  <a:lnTo>
                    <a:pt x="6735590" y="1667067"/>
                  </a:lnTo>
                  <a:lnTo>
                    <a:pt x="6755774" y="1666524"/>
                  </a:lnTo>
                  <a:lnTo>
                    <a:pt x="6791750" y="1665456"/>
                  </a:lnTo>
                  <a:lnTo>
                    <a:pt x="6845149" y="1663699"/>
                  </a:lnTo>
                  <a:lnTo>
                    <a:pt x="6915480" y="1661121"/>
                  </a:lnTo>
                  <a:lnTo>
                    <a:pt x="7000344" y="1657636"/>
                  </a:lnTo>
                  <a:lnTo>
                    <a:pt x="7095990" y="1653204"/>
                  </a:lnTo>
                  <a:lnTo>
                    <a:pt x="7198060" y="1647823"/>
                  </a:lnTo>
                  <a:lnTo>
                    <a:pt x="7302311" y="1641509"/>
                  </a:lnTo>
                  <a:lnTo>
                    <a:pt x="7405141" y="1634284"/>
                  </a:lnTo>
                  <a:lnTo>
                    <a:pt x="7503856" y="1626152"/>
                  </a:lnTo>
                  <a:lnTo>
                    <a:pt x="7596710" y="1617093"/>
                  </a:lnTo>
                  <a:lnTo>
                    <a:pt x="7682800" y="1607055"/>
                  </a:lnTo>
                  <a:lnTo>
                    <a:pt x="7761883" y="1595948"/>
                  </a:lnTo>
                  <a:lnTo>
                    <a:pt x="7834192" y="1583649"/>
                  </a:lnTo>
                  <a:lnTo>
                    <a:pt x="7900274" y="1570004"/>
                  </a:lnTo>
                  <a:lnTo>
                    <a:pt x="7960860" y="1554831"/>
                  </a:lnTo>
                  <a:lnTo>
                    <a:pt x="8016770" y="1537935"/>
                  </a:lnTo>
                  <a:lnTo>
                    <a:pt x="8068848" y="1519126"/>
                  </a:lnTo>
                  <a:lnTo>
                    <a:pt x="8117903" y="1498249"/>
                  </a:lnTo>
                  <a:lnTo>
                    <a:pt x="8151487" y="1482037"/>
                  </a:lnTo>
                  <a:lnTo>
                    <a:pt x="8201365" y="1454987"/>
                  </a:lnTo>
                  <a:lnTo>
                    <a:pt x="8249718" y="1425302"/>
                  </a:lnTo>
                  <a:lnTo>
                    <a:pt x="8297096" y="1392941"/>
                  </a:lnTo>
                  <a:lnTo>
                    <a:pt x="8343910" y="1357941"/>
                  </a:lnTo>
                  <a:lnTo>
                    <a:pt x="8390452" y="1320433"/>
                  </a:lnTo>
                  <a:lnTo>
                    <a:pt x="8436919" y="1280644"/>
                  </a:lnTo>
                  <a:lnTo>
                    <a:pt x="8483425" y="1238899"/>
                  </a:lnTo>
                  <a:lnTo>
                    <a:pt x="8530021" y="1195612"/>
                  </a:lnTo>
                  <a:lnTo>
                    <a:pt x="8576701" y="1151275"/>
                  </a:lnTo>
                  <a:lnTo>
                    <a:pt x="8623430" y="1106431"/>
                  </a:lnTo>
                  <a:lnTo>
                    <a:pt x="8670152" y="1061653"/>
                  </a:lnTo>
                  <a:lnTo>
                    <a:pt x="8716815" y="1017508"/>
                  </a:lnTo>
                  <a:lnTo>
                    <a:pt x="8763389" y="974531"/>
                  </a:lnTo>
                  <a:lnTo>
                    <a:pt x="8809881" y="933196"/>
                  </a:lnTo>
                  <a:lnTo>
                    <a:pt x="8856352" y="893899"/>
                  </a:lnTo>
                  <a:lnTo>
                    <a:pt x="8902935" y="856944"/>
                  </a:lnTo>
                  <a:lnTo>
                    <a:pt x="8949847" y="822535"/>
                  </a:lnTo>
                  <a:lnTo>
                    <a:pt x="8997406" y="790781"/>
                  </a:lnTo>
                  <a:lnTo>
                    <a:pt x="9046051" y="761701"/>
                  </a:lnTo>
                  <a:lnTo>
                    <a:pt x="9084767" y="741018"/>
                  </a:lnTo>
                  <a:lnTo>
                    <a:pt x="9132112" y="718619"/>
                  </a:lnTo>
                  <a:lnTo>
                    <a:pt x="9181953" y="698345"/>
                  </a:lnTo>
                  <a:lnTo>
                    <a:pt x="9235041" y="680101"/>
                  </a:lnTo>
                  <a:lnTo>
                    <a:pt x="9292203" y="663718"/>
                  </a:lnTo>
                  <a:lnTo>
                    <a:pt x="9354279" y="649001"/>
                  </a:lnTo>
                  <a:lnTo>
                    <a:pt x="9422073" y="635759"/>
                  </a:lnTo>
                  <a:lnTo>
                    <a:pt x="9496274" y="623815"/>
                  </a:lnTo>
                  <a:lnTo>
                    <a:pt x="9577354" y="613025"/>
                  </a:lnTo>
                  <a:lnTo>
                    <a:pt x="9665428" y="603274"/>
                  </a:lnTo>
                  <a:lnTo>
                    <a:pt x="9760084" y="594484"/>
                  </a:lnTo>
                  <a:lnTo>
                    <a:pt x="9860194" y="586612"/>
                  </a:lnTo>
                  <a:lnTo>
                    <a:pt x="9963747" y="579646"/>
                  </a:lnTo>
                  <a:lnTo>
                    <a:pt x="10067778" y="573597"/>
                  </a:lnTo>
                  <a:lnTo>
                    <a:pt x="10168462" y="568486"/>
                  </a:lnTo>
                  <a:lnTo>
                    <a:pt x="10261458" y="564326"/>
                  </a:lnTo>
                  <a:lnTo>
                    <a:pt x="10342503" y="561107"/>
                  </a:lnTo>
                  <a:lnTo>
                    <a:pt x="10408161" y="558774"/>
                  </a:lnTo>
                  <a:lnTo>
                    <a:pt x="10456537" y="557229"/>
                  </a:lnTo>
                  <a:lnTo>
                    <a:pt x="10487739" y="556329"/>
                  </a:lnTo>
                  <a:lnTo>
                    <a:pt x="10503995" y="555904"/>
                  </a:lnTo>
                  <a:lnTo>
                    <a:pt x="10509458" y="555773"/>
                  </a:lnTo>
                  <a:lnTo>
                    <a:pt x="10509911" y="555763"/>
                  </a:lnTo>
                  <a:lnTo>
                    <a:pt x="11981298" y="55576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49" name="pl1249"/>
            <p:cNvSpPr/>
            <p:nvPr/>
          </p:nvSpPr>
          <p:spPr>
            <a:xfrm>
              <a:off x="4799595" y="8641273"/>
              <a:ext cx="11981298" cy="1667291"/>
            </a:xfrm>
            <a:custGeom>
              <a:avLst/>
              <a:pathLst>
                <a:path w="11981298" h="1667291">
                  <a:moveTo>
                    <a:pt x="11981298" y="555763"/>
                  </a:moveTo>
                  <a:lnTo>
                    <a:pt x="10509911" y="555763"/>
                  </a:lnTo>
                  <a:lnTo>
                    <a:pt x="10508688" y="555791"/>
                  </a:lnTo>
                  <a:lnTo>
                    <a:pt x="10500663" y="555987"/>
                  </a:lnTo>
                  <a:lnTo>
                    <a:pt x="10480479" y="556530"/>
                  </a:lnTo>
                  <a:lnTo>
                    <a:pt x="10444503" y="557598"/>
                  </a:lnTo>
                  <a:lnTo>
                    <a:pt x="10391104" y="559356"/>
                  </a:lnTo>
                  <a:lnTo>
                    <a:pt x="10320773" y="561933"/>
                  </a:lnTo>
                  <a:lnTo>
                    <a:pt x="10235909" y="565418"/>
                  </a:lnTo>
                  <a:lnTo>
                    <a:pt x="10140264" y="569850"/>
                  </a:lnTo>
                  <a:lnTo>
                    <a:pt x="10038193" y="575232"/>
                  </a:lnTo>
                  <a:lnTo>
                    <a:pt x="9933942" y="581545"/>
                  </a:lnTo>
                  <a:lnTo>
                    <a:pt x="9831112" y="588771"/>
                  </a:lnTo>
                  <a:lnTo>
                    <a:pt x="9732397" y="596903"/>
                  </a:lnTo>
                  <a:lnTo>
                    <a:pt x="9639543" y="605961"/>
                  </a:lnTo>
                  <a:lnTo>
                    <a:pt x="9553453" y="616000"/>
                  </a:lnTo>
                  <a:lnTo>
                    <a:pt x="9474370" y="627107"/>
                  </a:lnTo>
                  <a:lnTo>
                    <a:pt x="9402061" y="639406"/>
                  </a:lnTo>
                  <a:lnTo>
                    <a:pt x="9335979" y="653051"/>
                  </a:lnTo>
                  <a:lnTo>
                    <a:pt x="9275393" y="668223"/>
                  </a:lnTo>
                  <a:lnTo>
                    <a:pt x="9219483" y="685119"/>
                  </a:lnTo>
                  <a:lnTo>
                    <a:pt x="9167405" y="703929"/>
                  </a:lnTo>
                  <a:lnTo>
                    <a:pt x="9118350" y="724805"/>
                  </a:lnTo>
                  <a:lnTo>
                    <a:pt x="9084767" y="741018"/>
                  </a:lnTo>
                  <a:lnTo>
                    <a:pt x="9034888" y="768068"/>
                  </a:lnTo>
                  <a:lnTo>
                    <a:pt x="8986535" y="797752"/>
                  </a:lnTo>
                  <a:lnTo>
                    <a:pt x="8939157" y="830114"/>
                  </a:lnTo>
                  <a:lnTo>
                    <a:pt x="8892343" y="865113"/>
                  </a:lnTo>
                  <a:lnTo>
                    <a:pt x="8845802" y="902621"/>
                  </a:lnTo>
                  <a:lnTo>
                    <a:pt x="8799335" y="942410"/>
                  </a:lnTo>
                  <a:lnTo>
                    <a:pt x="8752828" y="984156"/>
                  </a:lnTo>
                  <a:lnTo>
                    <a:pt x="8706233" y="1027443"/>
                  </a:lnTo>
                  <a:lnTo>
                    <a:pt x="8659552" y="1071780"/>
                  </a:lnTo>
                  <a:lnTo>
                    <a:pt x="8612824" y="1116623"/>
                  </a:lnTo>
                  <a:lnTo>
                    <a:pt x="8566101" y="1161401"/>
                  </a:lnTo>
                  <a:lnTo>
                    <a:pt x="8519438" y="1205546"/>
                  </a:lnTo>
                  <a:lnTo>
                    <a:pt x="8472864" y="1248524"/>
                  </a:lnTo>
                  <a:lnTo>
                    <a:pt x="8426373" y="1289859"/>
                  </a:lnTo>
                  <a:lnTo>
                    <a:pt x="8379901" y="1329155"/>
                  </a:lnTo>
                  <a:lnTo>
                    <a:pt x="8333318" y="1366110"/>
                  </a:lnTo>
                  <a:lnTo>
                    <a:pt x="8286406" y="1400519"/>
                  </a:lnTo>
                  <a:lnTo>
                    <a:pt x="8238847" y="1432274"/>
                  </a:lnTo>
                  <a:lnTo>
                    <a:pt x="8190202" y="1461354"/>
                  </a:lnTo>
                  <a:lnTo>
                    <a:pt x="8151487" y="1482037"/>
                  </a:lnTo>
                  <a:lnTo>
                    <a:pt x="8104141" y="1504436"/>
                  </a:lnTo>
                  <a:lnTo>
                    <a:pt x="8054301" y="1524710"/>
                  </a:lnTo>
                  <a:lnTo>
                    <a:pt x="8001212" y="1542954"/>
                  </a:lnTo>
                  <a:lnTo>
                    <a:pt x="7944051" y="1559337"/>
                  </a:lnTo>
                  <a:lnTo>
                    <a:pt x="7881975" y="1574053"/>
                  </a:lnTo>
                  <a:lnTo>
                    <a:pt x="7814180" y="1587296"/>
                  </a:lnTo>
                  <a:lnTo>
                    <a:pt x="7739979" y="1599239"/>
                  </a:lnTo>
                  <a:lnTo>
                    <a:pt x="7658899" y="1610030"/>
                  </a:lnTo>
                  <a:lnTo>
                    <a:pt x="7570825" y="1619781"/>
                  </a:lnTo>
                  <a:lnTo>
                    <a:pt x="7476169" y="1628570"/>
                  </a:lnTo>
                  <a:lnTo>
                    <a:pt x="7376059" y="1636442"/>
                  </a:lnTo>
                  <a:lnTo>
                    <a:pt x="7272506" y="1643408"/>
                  </a:lnTo>
                  <a:lnTo>
                    <a:pt x="7168475" y="1649458"/>
                  </a:lnTo>
                  <a:lnTo>
                    <a:pt x="7067791" y="1654569"/>
                  </a:lnTo>
                  <a:lnTo>
                    <a:pt x="6974796" y="1658728"/>
                  </a:lnTo>
                  <a:lnTo>
                    <a:pt x="6893750" y="1661948"/>
                  </a:lnTo>
                  <a:lnTo>
                    <a:pt x="6828092" y="1664280"/>
                  </a:lnTo>
                  <a:lnTo>
                    <a:pt x="6779717" y="1665825"/>
                  </a:lnTo>
                  <a:lnTo>
                    <a:pt x="6748514" y="1666726"/>
                  </a:lnTo>
                  <a:lnTo>
                    <a:pt x="6732259" y="1667151"/>
                  </a:lnTo>
                  <a:lnTo>
                    <a:pt x="6726795" y="1667281"/>
                  </a:lnTo>
                  <a:lnTo>
                    <a:pt x="6726343" y="1667291"/>
                  </a:lnTo>
                  <a:lnTo>
                    <a:pt x="5254955" y="1667291"/>
                  </a:lnTo>
                  <a:lnTo>
                    <a:pt x="5253751" y="1667250"/>
                  </a:lnTo>
                  <a:lnTo>
                    <a:pt x="5245844" y="1666960"/>
                  </a:lnTo>
                  <a:lnTo>
                    <a:pt x="5225946" y="1666159"/>
                  </a:lnTo>
                  <a:lnTo>
                    <a:pt x="5190458" y="1664581"/>
                  </a:lnTo>
                  <a:lnTo>
                    <a:pt x="5137735" y="1661985"/>
                  </a:lnTo>
                  <a:lnTo>
                    <a:pt x="5068214" y="1658175"/>
                  </a:lnTo>
                  <a:lnTo>
                    <a:pt x="4984211" y="1653021"/>
                  </a:lnTo>
                  <a:lnTo>
                    <a:pt x="4889387" y="1646462"/>
                  </a:lnTo>
                  <a:lnTo>
                    <a:pt x="4788026" y="1638492"/>
                  </a:lnTo>
                  <a:lnTo>
                    <a:pt x="4684323" y="1629137"/>
                  </a:lnTo>
                  <a:lnTo>
                    <a:pt x="4581866" y="1618427"/>
                  </a:lnTo>
                  <a:lnTo>
                    <a:pt x="4483358" y="1606372"/>
                  </a:lnTo>
                  <a:lnTo>
                    <a:pt x="4390571" y="1592944"/>
                  </a:lnTo>
                  <a:lnTo>
                    <a:pt x="4304442" y="1578069"/>
                  </a:lnTo>
                  <a:lnTo>
                    <a:pt x="4225250" y="1561618"/>
                  </a:lnTo>
                  <a:lnTo>
                    <a:pt x="4152793" y="1543414"/>
                  </a:lnTo>
                  <a:lnTo>
                    <a:pt x="4086552" y="1523231"/>
                  </a:lnTo>
                  <a:lnTo>
                    <a:pt x="4025820" y="1500805"/>
                  </a:lnTo>
                  <a:lnTo>
                    <a:pt x="3969791" y="1475848"/>
                  </a:lnTo>
                  <a:lnTo>
                    <a:pt x="3917636" y="1448075"/>
                  </a:lnTo>
                  <a:lnTo>
                    <a:pt x="3868553" y="1417253"/>
                  </a:lnTo>
                  <a:lnTo>
                    <a:pt x="3829811" y="1389409"/>
                  </a:lnTo>
                  <a:lnTo>
                    <a:pt x="3784540" y="1352809"/>
                  </a:lnTo>
                  <a:lnTo>
                    <a:pt x="3740569" y="1312973"/>
                  </a:lnTo>
                  <a:lnTo>
                    <a:pt x="3697471" y="1269841"/>
                  </a:lnTo>
                  <a:lnTo>
                    <a:pt x="3654920" y="1223434"/>
                  </a:lnTo>
                  <a:lnTo>
                    <a:pt x="3612671" y="1173861"/>
                  </a:lnTo>
                  <a:lnTo>
                    <a:pt x="3570549" y="1121331"/>
                  </a:lnTo>
                  <a:lnTo>
                    <a:pt x="3528440" y="1066150"/>
                  </a:lnTo>
                  <a:lnTo>
                    <a:pt x="3486277" y="1008721"/>
                  </a:lnTo>
                  <a:lnTo>
                    <a:pt x="3444038" y="949536"/>
                  </a:lnTo>
                  <a:lnTo>
                    <a:pt x="3401733" y="889156"/>
                  </a:lnTo>
                  <a:lnTo>
                    <a:pt x="3359390" y="828195"/>
                  </a:lnTo>
                  <a:lnTo>
                    <a:pt x="3317051" y="767292"/>
                  </a:lnTo>
                  <a:lnTo>
                    <a:pt x="3274756" y="707081"/>
                  </a:lnTo>
                  <a:lnTo>
                    <a:pt x="3232531" y="648170"/>
                  </a:lnTo>
                  <a:lnTo>
                    <a:pt x="3190380" y="591109"/>
                  </a:lnTo>
                  <a:lnTo>
                    <a:pt x="3148274" y="536375"/>
                  </a:lnTo>
                  <a:lnTo>
                    <a:pt x="3106140" y="484353"/>
                  </a:lnTo>
                  <a:lnTo>
                    <a:pt x="3063852" y="435334"/>
                  </a:lnTo>
                  <a:lnTo>
                    <a:pt x="3021223" y="389506"/>
                  </a:lnTo>
                  <a:lnTo>
                    <a:pt x="2977996" y="346963"/>
                  </a:lnTo>
                  <a:lnTo>
                    <a:pt x="2933827" y="307711"/>
                  </a:lnTo>
                  <a:lnTo>
                    <a:pt x="2896531" y="277881"/>
                  </a:lnTo>
                  <a:lnTo>
                    <a:pt x="2849434" y="244447"/>
                  </a:lnTo>
                  <a:lnTo>
                    <a:pt x="2799871" y="214168"/>
                  </a:lnTo>
                  <a:lnTo>
                    <a:pt x="2747101" y="186905"/>
                  </a:lnTo>
                  <a:lnTo>
                    <a:pt x="2690314" y="162409"/>
                  </a:lnTo>
                  <a:lnTo>
                    <a:pt x="2628678" y="140394"/>
                  </a:lnTo>
                  <a:lnTo>
                    <a:pt x="2561403" y="120573"/>
                  </a:lnTo>
                  <a:lnTo>
                    <a:pt x="2487803" y="102689"/>
                  </a:lnTo>
                  <a:lnTo>
                    <a:pt x="2407407" y="86524"/>
                  </a:lnTo>
                  <a:lnTo>
                    <a:pt x="2320084" y="71908"/>
                  </a:lnTo>
                  <a:lnTo>
                    <a:pt x="2226212" y="58723"/>
                  </a:lnTo>
                  <a:lnTo>
                    <a:pt x="2126864" y="46903"/>
                  </a:lnTo>
                  <a:lnTo>
                    <a:pt x="2023969" y="36427"/>
                  </a:lnTo>
                  <a:lnTo>
                    <a:pt x="1920394" y="27311"/>
                  </a:lnTo>
                  <a:lnTo>
                    <a:pt x="1819858" y="19585"/>
                  </a:lnTo>
                  <a:lnTo>
                    <a:pt x="1726618" y="13273"/>
                  </a:lnTo>
                  <a:lnTo>
                    <a:pt x="1644901" y="8359"/>
                  </a:lnTo>
                  <a:lnTo>
                    <a:pt x="1578185" y="4771"/>
                  </a:lnTo>
                  <a:lnTo>
                    <a:pt x="1528488" y="2368"/>
                  </a:lnTo>
                  <a:lnTo>
                    <a:pt x="1495890" y="944"/>
                  </a:lnTo>
                  <a:lnTo>
                    <a:pt x="1478389" y="250"/>
                  </a:lnTo>
                  <a:lnTo>
                    <a:pt x="1472072" y="22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50" name="pg1250"/>
            <p:cNvSpPr/>
            <p:nvPr/>
          </p:nvSpPr>
          <p:spPr>
            <a:xfrm>
              <a:off x="4799595" y="4399487"/>
              <a:ext cx="11981298" cy="3833136"/>
            </a:xfrm>
            <a:custGeom>
              <a:avLst/>
              <a:pathLst>
                <a:path w="11981298" h="3833136">
                  <a:moveTo>
                    <a:pt x="0" y="3833136"/>
                  </a:moveTo>
                  <a:lnTo>
                    <a:pt x="1471387" y="3833136"/>
                  </a:lnTo>
                  <a:lnTo>
                    <a:pt x="1472469" y="3833052"/>
                  </a:lnTo>
                  <a:lnTo>
                    <a:pt x="1479592" y="3832456"/>
                  </a:lnTo>
                  <a:lnTo>
                    <a:pt x="1497573" y="3830809"/>
                  </a:lnTo>
                  <a:lnTo>
                    <a:pt x="1529790" y="3827565"/>
                  </a:lnTo>
                  <a:lnTo>
                    <a:pt x="1577948" y="3822216"/>
                  </a:lnTo>
                  <a:lnTo>
                    <a:pt x="1641949" y="3814341"/>
                  </a:lnTo>
                  <a:lnTo>
                    <a:pt x="1720013" y="3803645"/>
                  </a:lnTo>
                  <a:lnTo>
                    <a:pt x="1809076" y="3789970"/>
                  </a:lnTo>
                  <a:lnTo>
                    <a:pt x="1905373" y="3773278"/>
                  </a:lnTo>
                  <a:lnTo>
                    <a:pt x="2005053" y="3753610"/>
                  </a:lnTo>
                  <a:lnTo>
                    <a:pt x="2104672" y="3731031"/>
                  </a:lnTo>
                  <a:lnTo>
                    <a:pt x="2201493" y="3705582"/>
                  </a:lnTo>
                  <a:lnTo>
                    <a:pt x="2293592" y="3677241"/>
                  </a:lnTo>
                  <a:lnTo>
                    <a:pt x="2379810" y="3645898"/>
                  </a:lnTo>
                  <a:lnTo>
                    <a:pt x="2459638" y="3611345"/>
                  </a:lnTo>
                  <a:lnTo>
                    <a:pt x="2533053" y="3573269"/>
                  </a:lnTo>
                  <a:lnTo>
                    <a:pt x="2600383" y="3531257"/>
                  </a:lnTo>
                  <a:lnTo>
                    <a:pt x="2662174" y="3484810"/>
                  </a:lnTo>
                  <a:lnTo>
                    <a:pt x="2719105" y="3433360"/>
                  </a:lnTo>
                  <a:lnTo>
                    <a:pt x="2771910" y="3376309"/>
                  </a:lnTo>
                  <a:lnTo>
                    <a:pt x="2821331" y="3313090"/>
                  </a:lnTo>
                  <a:lnTo>
                    <a:pt x="2868075" y="3243268"/>
                  </a:lnTo>
                  <a:lnTo>
                    <a:pt x="2896531" y="3195642"/>
                  </a:lnTo>
                  <a:lnTo>
                    <a:pt x="2929777" y="3134976"/>
                  </a:lnTo>
                  <a:lnTo>
                    <a:pt x="2962258" y="3070373"/>
                  </a:lnTo>
                  <a:lnTo>
                    <a:pt x="2994160" y="3001754"/>
                  </a:lnTo>
                  <a:lnTo>
                    <a:pt x="3025635" y="2929085"/>
                  </a:lnTo>
                  <a:lnTo>
                    <a:pt x="3056807" y="2852391"/>
                  </a:lnTo>
                  <a:lnTo>
                    <a:pt x="3087779" y="2771751"/>
                  </a:lnTo>
                  <a:lnTo>
                    <a:pt x="3118631" y="2687310"/>
                  </a:lnTo>
                  <a:lnTo>
                    <a:pt x="3149425" y="2599275"/>
                  </a:lnTo>
                  <a:lnTo>
                    <a:pt x="3180207" y="2507920"/>
                  </a:lnTo>
                  <a:lnTo>
                    <a:pt x="3211006" y="2413583"/>
                  </a:lnTo>
                  <a:lnTo>
                    <a:pt x="3241840" y="2316663"/>
                  </a:lnTo>
                  <a:lnTo>
                    <a:pt x="3272715" y="2217612"/>
                  </a:lnTo>
                  <a:lnTo>
                    <a:pt x="3303629" y="2116931"/>
                  </a:lnTo>
                  <a:lnTo>
                    <a:pt x="3334572" y="2015157"/>
                  </a:lnTo>
                  <a:lnTo>
                    <a:pt x="3365530" y="1912852"/>
                  </a:lnTo>
                  <a:lnTo>
                    <a:pt x="3396487" y="1810591"/>
                  </a:lnTo>
                  <a:lnTo>
                    <a:pt x="3427427" y="1708948"/>
                  </a:lnTo>
                  <a:lnTo>
                    <a:pt x="3458336" y="1608482"/>
                  </a:lnTo>
                  <a:lnTo>
                    <a:pt x="3489205" y="1509724"/>
                  </a:lnTo>
                  <a:lnTo>
                    <a:pt x="3520033" y="1413170"/>
                  </a:lnTo>
                  <a:lnTo>
                    <a:pt x="3550827" y="1319263"/>
                  </a:lnTo>
                  <a:lnTo>
                    <a:pt x="3581608" y="1228394"/>
                  </a:lnTo>
                  <a:lnTo>
                    <a:pt x="3612408" y="1140891"/>
                  </a:lnTo>
                  <a:lnTo>
                    <a:pt x="3643274" y="1057017"/>
                  </a:lnTo>
                  <a:lnTo>
                    <a:pt x="3674271" y="976971"/>
                  </a:lnTo>
                  <a:lnTo>
                    <a:pt x="3705482" y="900886"/>
                  </a:lnTo>
                  <a:lnTo>
                    <a:pt x="3737013" y="828835"/>
                  </a:lnTo>
                  <a:lnTo>
                    <a:pt x="3768993" y="760831"/>
                  </a:lnTo>
                  <a:lnTo>
                    <a:pt x="3801578" y="696834"/>
                  </a:lnTo>
                  <a:lnTo>
                    <a:pt x="3829811" y="645666"/>
                  </a:lnTo>
                  <a:lnTo>
                    <a:pt x="3875192" y="571571"/>
                  </a:lnTo>
                  <a:lnTo>
                    <a:pt x="3922843" y="504214"/>
                  </a:lnTo>
                  <a:lnTo>
                    <a:pt x="3973424" y="443324"/>
                  </a:lnTo>
                  <a:lnTo>
                    <a:pt x="4027660" y="388403"/>
                  </a:lnTo>
                  <a:lnTo>
                    <a:pt x="4086295" y="338862"/>
                  </a:lnTo>
                  <a:lnTo>
                    <a:pt x="4150050" y="294109"/>
                  </a:lnTo>
                  <a:lnTo>
                    <a:pt x="4219564" y="253599"/>
                  </a:lnTo>
                  <a:lnTo>
                    <a:pt x="4295316" y="216861"/>
                  </a:lnTo>
                  <a:lnTo>
                    <a:pt x="4377519" y="183520"/>
                  </a:lnTo>
                  <a:lnTo>
                    <a:pt x="4465991" y="153301"/>
                  </a:lnTo>
                  <a:lnTo>
                    <a:pt x="4560000" y="126031"/>
                  </a:lnTo>
                  <a:lnTo>
                    <a:pt x="4658118" y="101636"/>
                  </a:lnTo>
                  <a:lnTo>
                    <a:pt x="4758119" y="80121"/>
                  </a:lnTo>
                  <a:lnTo>
                    <a:pt x="4856986" y="61541"/>
                  </a:lnTo>
                  <a:lnTo>
                    <a:pt x="4951077" y="45957"/>
                  </a:lnTo>
                  <a:lnTo>
                    <a:pt x="5036508" y="33388"/>
                  </a:lnTo>
                  <a:lnTo>
                    <a:pt x="5109699" y="23755"/>
                  </a:lnTo>
                  <a:lnTo>
                    <a:pt x="5167995" y="16850"/>
                  </a:lnTo>
                  <a:lnTo>
                    <a:pt x="5210204" y="12330"/>
                  </a:lnTo>
                  <a:lnTo>
                    <a:pt x="5236893" y="9736"/>
                  </a:lnTo>
                  <a:lnTo>
                    <a:pt x="5250407" y="8540"/>
                  </a:lnTo>
                  <a:lnTo>
                    <a:pt x="5254676" y="8194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549" y="8212"/>
                  </a:lnTo>
                  <a:lnTo>
                    <a:pt x="6735470" y="8492"/>
                  </a:lnTo>
                  <a:lnTo>
                    <a:pt x="6755402" y="9268"/>
                  </a:lnTo>
                  <a:lnTo>
                    <a:pt x="6790949" y="10794"/>
                  </a:lnTo>
                  <a:lnTo>
                    <a:pt x="6843753" y="13306"/>
                  </a:lnTo>
                  <a:lnTo>
                    <a:pt x="6913371" y="16992"/>
                  </a:lnTo>
                  <a:lnTo>
                    <a:pt x="6997477" y="21978"/>
                  </a:lnTo>
                  <a:lnTo>
                    <a:pt x="7092400" y="28322"/>
                  </a:lnTo>
                  <a:lnTo>
                    <a:pt x="7193847" y="36030"/>
                  </a:lnTo>
                  <a:lnTo>
                    <a:pt x="7297615" y="45077"/>
                  </a:lnTo>
                  <a:lnTo>
                    <a:pt x="7400118" y="55434"/>
                  </a:lnTo>
                  <a:lnTo>
                    <a:pt x="7498651" y="67092"/>
                  </a:lnTo>
                  <a:lnTo>
                    <a:pt x="7591447" y="80078"/>
                  </a:lnTo>
                  <a:lnTo>
                    <a:pt x="7677571" y="94464"/>
                  </a:lnTo>
                  <a:lnTo>
                    <a:pt x="7756750" y="110375"/>
                  </a:lnTo>
                  <a:lnTo>
                    <a:pt x="7829190" y="127982"/>
                  </a:lnTo>
                  <a:lnTo>
                    <a:pt x="7895411" y="147506"/>
                  </a:lnTo>
                  <a:lnTo>
                    <a:pt x="7956126" y="169200"/>
                  </a:lnTo>
                  <a:lnTo>
                    <a:pt x="8012141" y="193346"/>
                  </a:lnTo>
                  <a:lnTo>
                    <a:pt x="8064286" y="220216"/>
                  </a:lnTo>
                  <a:lnTo>
                    <a:pt x="8113365" y="250038"/>
                  </a:lnTo>
                  <a:lnTo>
                    <a:pt x="8151487" y="276519"/>
                  </a:lnTo>
                  <a:lnTo>
                    <a:pt x="8197209" y="312238"/>
                  </a:lnTo>
                  <a:lnTo>
                    <a:pt x="8241611" y="351146"/>
                  </a:lnTo>
                  <a:lnTo>
                    <a:pt x="8285128" y="393302"/>
                  </a:lnTo>
                  <a:lnTo>
                    <a:pt x="8328096" y="438683"/>
                  </a:lnTo>
                  <a:lnTo>
                    <a:pt x="8370764" y="487177"/>
                  </a:lnTo>
                  <a:lnTo>
                    <a:pt x="8413310" y="538572"/>
                  </a:lnTo>
                  <a:lnTo>
                    <a:pt x="8455849" y="592557"/>
                  </a:lnTo>
                  <a:lnTo>
                    <a:pt x="8498445" y="648725"/>
                  </a:lnTo>
                  <a:lnTo>
                    <a:pt x="8541118" y="706582"/>
                  </a:lnTo>
                  <a:lnTo>
                    <a:pt x="8583858" y="765562"/>
                  </a:lnTo>
                  <a:lnTo>
                    <a:pt x="8626632" y="825051"/>
                  </a:lnTo>
                  <a:lnTo>
                    <a:pt x="8669397" y="884414"/>
                  </a:lnTo>
                  <a:lnTo>
                    <a:pt x="8712114" y="943019"/>
                  </a:lnTo>
                  <a:lnTo>
                    <a:pt x="8754756" y="1000268"/>
                  </a:lnTo>
                  <a:lnTo>
                    <a:pt x="8797325" y="1055623"/>
                  </a:lnTo>
                  <a:lnTo>
                    <a:pt x="8839856" y="1108622"/>
                  </a:lnTo>
                  <a:lnTo>
                    <a:pt x="8882433" y="1158894"/>
                  </a:lnTo>
                  <a:lnTo>
                    <a:pt x="8925196" y="1206170"/>
                  </a:lnTo>
                  <a:lnTo>
                    <a:pt x="8968348" y="1250277"/>
                  </a:lnTo>
                  <a:lnTo>
                    <a:pt x="9012172" y="1291140"/>
                  </a:lnTo>
                  <a:lnTo>
                    <a:pt x="9057040" y="1328768"/>
                  </a:lnTo>
                  <a:lnTo>
                    <a:pt x="9084767" y="1349906"/>
                  </a:lnTo>
                  <a:lnTo>
                    <a:pt x="9131894" y="1382213"/>
                  </a:lnTo>
                  <a:lnTo>
                    <a:pt x="9181490" y="1411468"/>
                  </a:lnTo>
                  <a:lnTo>
                    <a:pt x="9234298" y="1437808"/>
                  </a:lnTo>
                  <a:lnTo>
                    <a:pt x="9291130" y="1461472"/>
                  </a:lnTo>
                  <a:lnTo>
                    <a:pt x="9352818" y="1482739"/>
                  </a:lnTo>
                  <a:lnTo>
                    <a:pt x="9420156" y="1501884"/>
                  </a:lnTo>
                  <a:lnTo>
                    <a:pt x="9493828" y="1519158"/>
                  </a:lnTo>
                  <a:lnTo>
                    <a:pt x="9574306" y="1534771"/>
                  </a:lnTo>
                  <a:lnTo>
                    <a:pt x="9661719" y="1548887"/>
                  </a:lnTo>
                  <a:lnTo>
                    <a:pt x="9755685" y="1561620"/>
                  </a:lnTo>
                  <a:lnTo>
                    <a:pt x="9855125" y="1573033"/>
                  </a:lnTo>
                  <a:lnTo>
                    <a:pt x="9958099" y="1583146"/>
                  </a:lnTo>
                  <a:lnTo>
                    <a:pt x="10061730" y="1591944"/>
                  </a:lnTo>
                  <a:lnTo>
                    <a:pt x="10162284" y="1599398"/>
                  </a:lnTo>
                  <a:lnTo>
                    <a:pt x="10255497" y="1605486"/>
                  </a:lnTo>
                  <a:lnTo>
                    <a:pt x="10337135" y="1610221"/>
                  </a:lnTo>
                  <a:lnTo>
                    <a:pt x="10403726" y="1613675"/>
                  </a:lnTo>
                  <a:lnTo>
                    <a:pt x="10453265" y="1615986"/>
                  </a:lnTo>
                  <a:lnTo>
                    <a:pt x="10485696" y="1617353"/>
                  </a:lnTo>
                  <a:lnTo>
                    <a:pt x="10503045" y="1618016"/>
                  </a:lnTo>
                  <a:lnTo>
                    <a:pt x="10509257" y="1618232"/>
                  </a:lnTo>
                  <a:lnTo>
                    <a:pt x="10509911" y="1618253"/>
                  </a:lnTo>
                  <a:lnTo>
                    <a:pt x="11981298" y="1618253"/>
                  </a:lnTo>
                  <a:lnTo>
                    <a:pt x="11981298" y="1610080"/>
                  </a:lnTo>
                  <a:lnTo>
                    <a:pt x="10509911" y="1610080"/>
                  </a:lnTo>
                  <a:lnTo>
                    <a:pt x="10508704" y="1610041"/>
                  </a:lnTo>
                  <a:lnTo>
                    <a:pt x="10500783" y="1609760"/>
                  </a:lnTo>
                  <a:lnTo>
                    <a:pt x="10480851" y="1608985"/>
                  </a:lnTo>
                  <a:lnTo>
                    <a:pt x="10445305" y="1607458"/>
                  </a:lnTo>
                  <a:lnTo>
                    <a:pt x="10392501" y="1604947"/>
                  </a:lnTo>
                  <a:lnTo>
                    <a:pt x="10322882" y="1601261"/>
                  </a:lnTo>
                  <a:lnTo>
                    <a:pt x="10238776" y="1596275"/>
                  </a:lnTo>
                  <a:lnTo>
                    <a:pt x="10143854" y="1589931"/>
                  </a:lnTo>
                  <a:lnTo>
                    <a:pt x="10042407" y="1582223"/>
                  </a:lnTo>
                  <a:lnTo>
                    <a:pt x="9938638" y="1573176"/>
                  </a:lnTo>
                  <a:lnTo>
                    <a:pt x="9836135" y="1562818"/>
                  </a:lnTo>
                  <a:lnTo>
                    <a:pt x="9737602" y="1551160"/>
                  </a:lnTo>
                  <a:lnTo>
                    <a:pt x="9644807" y="1538175"/>
                  </a:lnTo>
                  <a:lnTo>
                    <a:pt x="9558682" y="1523788"/>
                  </a:lnTo>
                  <a:lnTo>
                    <a:pt x="9479503" y="1507878"/>
                  </a:lnTo>
                  <a:lnTo>
                    <a:pt x="9407064" y="1490270"/>
                  </a:lnTo>
                  <a:lnTo>
                    <a:pt x="9340842" y="1470747"/>
                  </a:lnTo>
                  <a:lnTo>
                    <a:pt x="9280127" y="1449052"/>
                  </a:lnTo>
                  <a:lnTo>
                    <a:pt x="9224113" y="1424907"/>
                  </a:lnTo>
                  <a:lnTo>
                    <a:pt x="9171967" y="1398037"/>
                  </a:lnTo>
                  <a:lnTo>
                    <a:pt x="9122888" y="1368215"/>
                  </a:lnTo>
                  <a:lnTo>
                    <a:pt x="9084767" y="1341733"/>
                  </a:lnTo>
                  <a:lnTo>
                    <a:pt x="9039044" y="1306015"/>
                  </a:lnTo>
                  <a:lnTo>
                    <a:pt x="8994643" y="1267107"/>
                  </a:lnTo>
                  <a:lnTo>
                    <a:pt x="8951125" y="1224951"/>
                  </a:lnTo>
                  <a:lnTo>
                    <a:pt x="8908157" y="1179569"/>
                  </a:lnTo>
                  <a:lnTo>
                    <a:pt x="8865489" y="1131076"/>
                  </a:lnTo>
                  <a:lnTo>
                    <a:pt x="8822943" y="1079681"/>
                  </a:lnTo>
                  <a:lnTo>
                    <a:pt x="8780404" y="1025696"/>
                  </a:lnTo>
                  <a:lnTo>
                    <a:pt x="8737808" y="969527"/>
                  </a:lnTo>
                  <a:lnTo>
                    <a:pt x="8695135" y="911671"/>
                  </a:lnTo>
                  <a:lnTo>
                    <a:pt x="8652395" y="852691"/>
                  </a:lnTo>
                  <a:lnTo>
                    <a:pt x="8609621" y="793201"/>
                  </a:lnTo>
                  <a:lnTo>
                    <a:pt x="8566856" y="733839"/>
                  </a:lnTo>
                  <a:lnTo>
                    <a:pt x="8524139" y="675234"/>
                  </a:lnTo>
                  <a:lnTo>
                    <a:pt x="8481497" y="617985"/>
                  </a:lnTo>
                  <a:lnTo>
                    <a:pt x="8438929" y="562630"/>
                  </a:lnTo>
                  <a:lnTo>
                    <a:pt x="8396397" y="509631"/>
                  </a:lnTo>
                  <a:lnTo>
                    <a:pt x="8353820" y="459358"/>
                  </a:lnTo>
                  <a:lnTo>
                    <a:pt x="8311057" y="412083"/>
                  </a:lnTo>
                  <a:lnTo>
                    <a:pt x="8267905" y="367975"/>
                  </a:lnTo>
                  <a:lnTo>
                    <a:pt x="8224081" y="327113"/>
                  </a:lnTo>
                  <a:lnTo>
                    <a:pt x="8179214" y="289484"/>
                  </a:lnTo>
                  <a:lnTo>
                    <a:pt x="8151487" y="268346"/>
                  </a:lnTo>
                  <a:lnTo>
                    <a:pt x="8104360" y="236040"/>
                  </a:lnTo>
                  <a:lnTo>
                    <a:pt x="8054764" y="206785"/>
                  </a:lnTo>
                  <a:lnTo>
                    <a:pt x="8001955" y="180445"/>
                  </a:lnTo>
                  <a:lnTo>
                    <a:pt x="7945123" y="156781"/>
                  </a:lnTo>
                  <a:lnTo>
                    <a:pt x="7883435" y="135514"/>
                  </a:lnTo>
                  <a:lnTo>
                    <a:pt x="7816097" y="116369"/>
                  </a:lnTo>
                  <a:lnTo>
                    <a:pt x="7742426" y="99095"/>
                  </a:lnTo>
                  <a:lnTo>
                    <a:pt x="7661948" y="83482"/>
                  </a:lnTo>
                  <a:lnTo>
                    <a:pt x="7574534" y="69366"/>
                  </a:lnTo>
                  <a:lnTo>
                    <a:pt x="7480568" y="56633"/>
                  </a:lnTo>
                  <a:lnTo>
                    <a:pt x="7381129" y="45220"/>
                  </a:lnTo>
                  <a:lnTo>
                    <a:pt x="7278154" y="35107"/>
                  </a:lnTo>
                  <a:lnTo>
                    <a:pt x="7174524" y="26308"/>
                  </a:lnTo>
                  <a:lnTo>
                    <a:pt x="7073969" y="18855"/>
                  </a:lnTo>
                  <a:lnTo>
                    <a:pt x="6980756" y="12767"/>
                  </a:lnTo>
                  <a:lnTo>
                    <a:pt x="6899118" y="8032"/>
                  </a:lnTo>
                  <a:lnTo>
                    <a:pt x="6832528" y="4577"/>
                  </a:lnTo>
                  <a:lnTo>
                    <a:pt x="6782989" y="2267"/>
                  </a:lnTo>
                  <a:lnTo>
                    <a:pt x="6750558" y="900"/>
                  </a:lnTo>
                  <a:lnTo>
                    <a:pt x="6733208" y="237"/>
                  </a:lnTo>
                  <a:lnTo>
                    <a:pt x="6726996" y="21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873" y="83"/>
                  </a:lnTo>
                  <a:lnTo>
                    <a:pt x="5246750" y="679"/>
                  </a:lnTo>
                  <a:lnTo>
                    <a:pt x="5228769" y="2326"/>
                  </a:lnTo>
                  <a:lnTo>
                    <a:pt x="5196552" y="5570"/>
                  </a:lnTo>
                  <a:lnTo>
                    <a:pt x="5148394" y="10919"/>
                  </a:lnTo>
                  <a:lnTo>
                    <a:pt x="5084393" y="18794"/>
                  </a:lnTo>
                  <a:lnTo>
                    <a:pt x="5006329" y="29490"/>
                  </a:lnTo>
                  <a:lnTo>
                    <a:pt x="4917266" y="43165"/>
                  </a:lnTo>
                  <a:lnTo>
                    <a:pt x="4820969" y="59857"/>
                  </a:lnTo>
                  <a:lnTo>
                    <a:pt x="4721289" y="79525"/>
                  </a:lnTo>
                  <a:lnTo>
                    <a:pt x="4621670" y="102104"/>
                  </a:lnTo>
                  <a:lnTo>
                    <a:pt x="4524849" y="127553"/>
                  </a:lnTo>
                  <a:lnTo>
                    <a:pt x="4432750" y="155894"/>
                  </a:lnTo>
                  <a:lnTo>
                    <a:pt x="4346532" y="187237"/>
                  </a:lnTo>
                  <a:lnTo>
                    <a:pt x="4266705" y="221790"/>
                  </a:lnTo>
                  <a:lnTo>
                    <a:pt x="4193289" y="259866"/>
                  </a:lnTo>
                  <a:lnTo>
                    <a:pt x="4125959" y="301878"/>
                  </a:lnTo>
                  <a:lnTo>
                    <a:pt x="4064168" y="348325"/>
                  </a:lnTo>
                  <a:lnTo>
                    <a:pt x="4007237" y="399775"/>
                  </a:lnTo>
                  <a:lnTo>
                    <a:pt x="3954432" y="456826"/>
                  </a:lnTo>
                  <a:lnTo>
                    <a:pt x="3905011" y="520046"/>
                  </a:lnTo>
                  <a:lnTo>
                    <a:pt x="3858267" y="589867"/>
                  </a:lnTo>
                  <a:lnTo>
                    <a:pt x="3829811" y="637493"/>
                  </a:lnTo>
                  <a:lnTo>
                    <a:pt x="3796566" y="698159"/>
                  </a:lnTo>
                  <a:lnTo>
                    <a:pt x="3764084" y="762762"/>
                  </a:lnTo>
                  <a:lnTo>
                    <a:pt x="3732182" y="831382"/>
                  </a:lnTo>
                  <a:lnTo>
                    <a:pt x="3700707" y="904050"/>
                  </a:lnTo>
                  <a:lnTo>
                    <a:pt x="3669535" y="980744"/>
                  </a:lnTo>
                  <a:lnTo>
                    <a:pt x="3638563" y="1061384"/>
                  </a:lnTo>
                  <a:lnTo>
                    <a:pt x="3607711" y="1145825"/>
                  </a:lnTo>
                  <a:lnTo>
                    <a:pt x="3576917" y="1233860"/>
                  </a:lnTo>
                  <a:lnTo>
                    <a:pt x="3546136" y="1325215"/>
                  </a:lnTo>
                  <a:lnTo>
                    <a:pt x="3515337" y="1419552"/>
                  </a:lnTo>
                  <a:lnTo>
                    <a:pt x="3484503" y="1516472"/>
                  </a:lnTo>
                  <a:lnTo>
                    <a:pt x="3453627" y="1615523"/>
                  </a:lnTo>
                  <a:lnTo>
                    <a:pt x="3422713" y="1716204"/>
                  </a:lnTo>
                  <a:lnTo>
                    <a:pt x="3391770" y="1817978"/>
                  </a:lnTo>
                  <a:lnTo>
                    <a:pt x="3360812" y="1920283"/>
                  </a:lnTo>
                  <a:lnTo>
                    <a:pt x="3329855" y="2022544"/>
                  </a:lnTo>
                  <a:lnTo>
                    <a:pt x="3298915" y="2124187"/>
                  </a:lnTo>
                  <a:lnTo>
                    <a:pt x="3268007" y="2224653"/>
                  </a:lnTo>
                  <a:lnTo>
                    <a:pt x="3237138" y="2323411"/>
                  </a:lnTo>
                  <a:lnTo>
                    <a:pt x="3206310" y="2419966"/>
                  </a:lnTo>
                  <a:lnTo>
                    <a:pt x="3175515" y="2513872"/>
                  </a:lnTo>
                  <a:lnTo>
                    <a:pt x="3144734" y="2604741"/>
                  </a:lnTo>
                  <a:lnTo>
                    <a:pt x="3113934" y="2692245"/>
                  </a:lnTo>
                  <a:lnTo>
                    <a:pt x="3083068" y="2776118"/>
                  </a:lnTo>
                  <a:lnTo>
                    <a:pt x="3052071" y="2856164"/>
                  </a:lnTo>
                  <a:lnTo>
                    <a:pt x="3020860" y="2932249"/>
                  </a:lnTo>
                  <a:lnTo>
                    <a:pt x="2989329" y="3004300"/>
                  </a:lnTo>
                  <a:lnTo>
                    <a:pt x="2957349" y="3072304"/>
                  </a:lnTo>
                  <a:lnTo>
                    <a:pt x="2924764" y="3136301"/>
                  </a:lnTo>
                  <a:lnTo>
                    <a:pt x="2896531" y="3187469"/>
                  </a:lnTo>
                  <a:lnTo>
                    <a:pt x="2851150" y="3261565"/>
                  </a:lnTo>
                  <a:lnTo>
                    <a:pt x="2803499" y="3328921"/>
                  </a:lnTo>
                  <a:lnTo>
                    <a:pt x="2752918" y="3389811"/>
                  </a:lnTo>
                  <a:lnTo>
                    <a:pt x="2698682" y="3444732"/>
                  </a:lnTo>
                  <a:lnTo>
                    <a:pt x="2640047" y="3494273"/>
                  </a:lnTo>
                  <a:lnTo>
                    <a:pt x="2576292" y="3539026"/>
                  </a:lnTo>
                  <a:lnTo>
                    <a:pt x="2506778" y="3579536"/>
                  </a:lnTo>
                  <a:lnTo>
                    <a:pt x="2431026" y="3616274"/>
                  </a:lnTo>
                  <a:lnTo>
                    <a:pt x="2348823" y="3649615"/>
                  </a:lnTo>
                  <a:lnTo>
                    <a:pt x="2260351" y="3679834"/>
                  </a:lnTo>
                  <a:lnTo>
                    <a:pt x="2166342" y="3707104"/>
                  </a:lnTo>
                  <a:lnTo>
                    <a:pt x="2068224" y="3731499"/>
                  </a:lnTo>
                  <a:lnTo>
                    <a:pt x="1968223" y="3753014"/>
                  </a:lnTo>
                  <a:lnTo>
                    <a:pt x="1869357" y="3771595"/>
                  </a:lnTo>
                  <a:lnTo>
                    <a:pt x="1775265" y="3787178"/>
                  </a:lnTo>
                  <a:lnTo>
                    <a:pt x="1689834" y="3799748"/>
                  </a:lnTo>
                  <a:lnTo>
                    <a:pt x="1616644" y="3809381"/>
                  </a:lnTo>
                  <a:lnTo>
                    <a:pt x="1558347" y="3816285"/>
                  </a:lnTo>
                  <a:lnTo>
                    <a:pt x="1516138" y="3820805"/>
                  </a:lnTo>
                  <a:lnTo>
                    <a:pt x="1489449" y="3823399"/>
                  </a:lnTo>
                  <a:lnTo>
                    <a:pt x="1475936" y="3824596"/>
                  </a:lnTo>
                  <a:lnTo>
                    <a:pt x="1471666" y="3824942"/>
                  </a:lnTo>
                  <a:lnTo>
                    <a:pt x="1471387" y="3824963"/>
                  </a:lnTo>
                  <a:lnTo>
                    <a:pt x="0" y="3824963"/>
                  </a:lnTo>
                  <a:close/>
                </a:path>
              </a:pathLst>
            </a:custGeom>
            <a:solidFill>
              <a:srgbClr val="67C1B3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251" name="pl1251"/>
            <p:cNvSpPr/>
            <p:nvPr/>
          </p:nvSpPr>
          <p:spPr>
            <a:xfrm>
              <a:off x="4799595" y="4407660"/>
              <a:ext cx="11981298" cy="3824963"/>
            </a:xfrm>
            <a:custGeom>
              <a:avLst/>
              <a:pathLst>
                <a:path w="11981298" h="3824963">
                  <a:moveTo>
                    <a:pt x="0" y="3824963"/>
                  </a:moveTo>
                  <a:lnTo>
                    <a:pt x="1471387" y="3824963"/>
                  </a:lnTo>
                  <a:lnTo>
                    <a:pt x="1472469" y="3824879"/>
                  </a:lnTo>
                  <a:lnTo>
                    <a:pt x="1479592" y="3824283"/>
                  </a:lnTo>
                  <a:lnTo>
                    <a:pt x="1497573" y="3822636"/>
                  </a:lnTo>
                  <a:lnTo>
                    <a:pt x="1529790" y="3819392"/>
                  </a:lnTo>
                  <a:lnTo>
                    <a:pt x="1577948" y="3814043"/>
                  </a:lnTo>
                  <a:lnTo>
                    <a:pt x="1641949" y="3806168"/>
                  </a:lnTo>
                  <a:lnTo>
                    <a:pt x="1720013" y="3795472"/>
                  </a:lnTo>
                  <a:lnTo>
                    <a:pt x="1809076" y="3781797"/>
                  </a:lnTo>
                  <a:lnTo>
                    <a:pt x="1905373" y="3765105"/>
                  </a:lnTo>
                  <a:lnTo>
                    <a:pt x="2005053" y="3745437"/>
                  </a:lnTo>
                  <a:lnTo>
                    <a:pt x="2104672" y="3722858"/>
                  </a:lnTo>
                  <a:lnTo>
                    <a:pt x="2201493" y="3697409"/>
                  </a:lnTo>
                  <a:lnTo>
                    <a:pt x="2293592" y="3669068"/>
                  </a:lnTo>
                  <a:lnTo>
                    <a:pt x="2379810" y="3637725"/>
                  </a:lnTo>
                  <a:lnTo>
                    <a:pt x="2459638" y="3603172"/>
                  </a:lnTo>
                  <a:lnTo>
                    <a:pt x="2533053" y="3565096"/>
                  </a:lnTo>
                  <a:lnTo>
                    <a:pt x="2600383" y="3523084"/>
                  </a:lnTo>
                  <a:lnTo>
                    <a:pt x="2662174" y="3476637"/>
                  </a:lnTo>
                  <a:lnTo>
                    <a:pt x="2719105" y="3425187"/>
                  </a:lnTo>
                  <a:lnTo>
                    <a:pt x="2771910" y="3368136"/>
                  </a:lnTo>
                  <a:lnTo>
                    <a:pt x="2821331" y="3304917"/>
                  </a:lnTo>
                  <a:lnTo>
                    <a:pt x="2868075" y="3235095"/>
                  </a:lnTo>
                  <a:lnTo>
                    <a:pt x="2896531" y="3187469"/>
                  </a:lnTo>
                  <a:lnTo>
                    <a:pt x="2929777" y="3126803"/>
                  </a:lnTo>
                  <a:lnTo>
                    <a:pt x="2962258" y="3062200"/>
                  </a:lnTo>
                  <a:lnTo>
                    <a:pt x="2994160" y="2993581"/>
                  </a:lnTo>
                  <a:lnTo>
                    <a:pt x="3025635" y="2920912"/>
                  </a:lnTo>
                  <a:lnTo>
                    <a:pt x="3056807" y="2844218"/>
                  </a:lnTo>
                  <a:lnTo>
                    <a:pt x="3087779" y="2763578"/>
                  </a:lnTo>
                  <a:lnTo>
                    <a:pt x="3118631" y="2679137"/>
                  </a:lnTo>
                  <a:lnTo>
                    <a:pt x="3149425" y="2591102"/>
                  </a:lnTo>
                  <a:lnTo>
                    <a:pt x="3180207" y="2499747"/>
                  </a:lnTo>
                  <a:lnTo>
                    <a:pt x="3211006" y="2405410"/>
                  </a:lnTo>
                  <a:lnTo>
                    <a:pt x="3241840" y="2308490"/>
                  </a:lnTo>
                  <a:lnTo>
                    <a:pt x="3272715" y="2209439"/>
                  </a:lnTo>
                  <a:lnTo>
                    <a:pt x="3303629" y="2108758"/>
                  </a:lnTo>
                  <a:lnTo>
                    <a:pt x="3334572" y="2006984"/>
                  </a:lnTo>
                  <a:lnTo>
                    <a:pt x="3365530" y="1904679"/>
                  </a:lnTo>
                  <a:lnTo>
                    <a:pt x="3396487" y="1802418"/>
                  </a:lnTo>
                  <a:lnTo>
                    <a:pt x="3427427" y="1700775"/>
                  </a:lnTo>
                  <a:lnTo>
                    <a:pt x="3458336" y="1600309"/>
                  </a:lnTo>
                  <a:lnTo>
                    <a:pt x="3489205" y="1501551"/>
                  </a:lnTo>
                  <a:lnTo>
                    <a:pt x="3520033" y="1404997"/>
                  </a:lnTo>
                  <a:lnTo>
                    <a:pt x="3550827" y="1311090"/>
                  </a:lnTo>
                  <a:lnTo>
                    <a:pt x="3581608" y="1220221"/>
                  </a:lnTo>
                  <a:lnTo>
                    <a:pt x="3612408" y="1132718"/>
                  </a:lnTo>
                  <a:lnTo>
                    <a:pt x="3643274" y="1048844"/>
                  </a:lnTo>
                  <a:lnTo>
                    <a:pt x="3674271" y="968798"/>
                  </a:lnTo>
                  <a:lnTo>
                    <a:pt x="3705482" y="892713"/>
                  </a:lnTo>
                  <a:lnTo>
                    <a:pt x="3737013" y="820662"/>
                  </a:lnTo>
                  <a:lnTo>
                    <a:pt x="3768993" y="752658"/>
                  </a:lnTo>
                  <a:lnTo>
                    <a:pt x="3801578" y="688661"/>
                  </a:lnTo>
                  <a:lnTo>
                    <a:pt x="3829811" y="637493"/>
                  </a:lnTo>
                  <a:lnTo>
                    <a:pt x="3875192" y="563398"/>
                  </a:lnTo>
                  <a:lnTo>
                    <a:pt x="3922843" y="496041"/>
                  </a:lnTo>
                  <a:lnTo>
                    <a:pt x="3973424" y="435151"/>
                  </a:lnTo>
                  <a:lnTo>
                    <a:pt x="4027660" y="380230"/>
                  </a:lnTo>
                  <a:lnTo>
                    <a:pt x="4086295" y="330689"/>
                  </a:lnTo>
                  <a:lnTo>
                    <a:pt x="4150050" y="285936"/>
                  </a:lnTo>
                  <a:lnTo>
                    <a:pt x="4219564" y="245426"/>
                  </a:lnTo>
                  <a:lnTo>
                    <a:pt x="4295316" y="208688"/>
                  </a:lnTo>
                  <a:lnTo>
                    <a:pt x="4377519" y="175347"/>
                  </a:lnTo>
                  <a:lnTo>
                    <a:pt x="4465991" y="145128"/>
                  </a:lnTo>
                  <a:lnTo>
                    <a:pt x="4560000" y="117858"/>
                  </a:lnTo>
                  <a:lnTo>
                    <a:pt x="4658118" y="93463"/>
                  </a:lnTo>
                  <a:lnTo>
                    <a:pt x="4758119" y="71948"/>
                  </a:lnTo>
                  <a:lnTo>
                    <a:pt x="4856986" y="53368"/>
                  </a:lnTo>
                  <a:lnTo>
                    <a:pt x="4951077" y="37784"/>
                  </a:lnTo>
                  <a:lnTo>
                    <a:pt x="5036508" y="25215"/>
                  </a:lnTo>
                  <a:lnTo>
                    <a:pt x="5109699" y="15582"/>
                  </a:lnTo>
                  <a:lnTo>
                    <a:pt x="5167995" y="8677"/>
                  </a:lnTo>
                  <a:lnTo>
                    <a:pt x="5210204" y="4157"/>
                  </a:lnTo>
                  <a:lnTo>
                    <a:pt x="5236893" y="1563"/>
                  </a:lnTo>
                  <a:lnTo>
                    <a:pt x="5250407" y="367"/>
                  </a:lnTo>
                  <a:lnTo>
                    <a:pt x="5254676" y="21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549" y="39"/>
                  </a:lnTo>
                  <a:lnTo>
                    <a:pt x="6735470" y="319"/>
                  </a:lnTo>
                  <a:lnTo>
                    <a:pt x="6755402" y="1095"/>
                  </a:lnTo>
                  <a:lnTo>
                    <a:pt x="6790949" y="2621"/>
                  </a:lnTo>
                  <a:lnTo>
                    <a:pt x="6843753" y="5133"/>
                  </a:lnTo>
                  <a:lnTo>
                    <a:pt x="6913371" y="8819"/>
                  </a:lnTo>
                  <a:lnTo>
                    <a:pt x="6997477" y="13805"/>
                  </a:lnTo>
                  <a:lnTo>
                    <a:pt x="7092400" y="20149"/>
                  </a:lnTo>
                  <a:lnTo>
                    <a:pt x="7193847" y="27857"/>
                  </a:lnTo>
                  <a:lnTo>
                    <a:pt x="7297615" y="36904"/>
                  </a:lnTo>
                  <a:lnTo>
                    <a:pt x="7400118" y="47261"/>
                  </a:lnTo>
                  <a:lnTo>
                    <a:pt x="7498651" y="58919"/>
                  </a:lnTo>
                  <a:lnTo>
                    <a:pt x="7591447" y="71905"/>
                  </a:lnTo>
                  <a:lnTo>
                    <a:pt x="7677571" y="86291"/>
                  </a:lnTo>
                  <a:lnTo>
                    <a:pt x="7756750" y="102202"/>
                  </a:lnTo>
                  <a:lnTo>
                    <a:pt x="7829190" y="119809"/>
                  </a:lnTo>
                  <a:lnTo>
                    <a:pt x="7895411" y="139333"/>
                  </a:lnTo>
                  <a:lnTo>
                    <a:pt x="7956126" y="161027"/>
                  </a:lnTo>
                  <a:lnTo>
                    <a:pt x="8012141" y="185173"/>
                  </a:lnTo>
                  <a:lnTo>
                    <a:pt x="8064286" y="212043"/>
                  </a:lnTo>
                  <a:lnTo>
                    <a:pt x="8113365" y="241865"/>
                  </a:lnTo>
                  <a:lnTo>
                    <a:pt x="8151487" y="268346"/>
                  </a:lnTo>
                  <a:lnTo>
                    <a:pt x="8197209" y="304065"/>
                  </a:lnTo>
                  <a:lnTo>
                    <a:pt x="8241611" y="342973"/>
                  </a:lnTo>
                  <a:lnTo>
                    <a:pt x="8285128" y="385129"/>
                  </a:lnTo>
                  <a:lnTo>
                    <a:pt x="8328096" y="430510"/>
                  </a:lnTo>
                  <a:lnTo>
                    <a:pt x="8370764" y="479004"/>
                  </a:lnTo>
                  <a:lnTo>
                    <a:pt x="8413310" y="530399"/>
                  </a:lnTo>
                  <a:lnTo>
                    <a:pt x="8455849" y="584384"/>
                  </a:lnTo>
                  <a:lnTo>
                    <a:pt x="8498445" y="640552"/>
                  </a:lnTo>
                  <a:lnTo>
                    <a:pt x="8541118" y="698409"/>
                  </a:lnTo>
                  <a:lnTo>
                    <a:pt x="8583858" y="757389"/>
                  </a:lnTo>
                  <a:lnTo>
                    <a:pt x="8626632" y="816878"/>
                  </a:lnTo>
                  <a:lnTo>
                    <a:pt x="8669397" y="876241"/>
                  </a:lnTo>
                  <a:lnTo>
                    <a:pt x="8712114" y="934846"/>
                  </a:lnTo>
                  <a:lnTo>
                    <a:pt x="8754756" y="992095"/>
                  </a:lnTo>
                  <a:lnTo>
                    <a:pt x="8797325" y="1047450"/>
                  </a:lnTo>
                  <a:lnTo>
                    <a:pt x="8839856" y="1100449"/>
                  </a:lnTo>
                  <a:lnTo>
                    <a:pt x="8882433" y="1150721"/>
                  </a:lnTo>
                  <a:lnTo>
                    <a:pt x="8925196" y="1197997"/>
                  </a:lnTo>
                  <a:lnTo>
                    <a:pt x="8968348" y="1242104"/>
                  </a:lnTo>
                  <a:lnTo>
                    <a:pt x="9012172" y="1282967"/>
                  </a:lnTo>
                  <a:lnTo>
                    <a:pt x="9057040" y="1320595"/>
                  </a:lnTo>
                  <a:lnTo>
                    <a:pt x="9084767" y="1341733"/>
                  </a:lnTo>
                  <a:lnTo>
                    <a:pt x="9131894" y="1374040"/>
                  </a:lnTo>
                  <a:lnTo>
                    <a:pt x="9181490" y="1403295"/>
                  </a:lnTo>
                  <a:lnTo>
                    <a:pt x="9234298" y="1429635"/>
                  </a:lnTo>
                  <a:lnTo>
                    <a:pt x="9291130" y="1453299"/>
                  </a:lnTo>
                  <a:lnTo>
                    <a:pt x="9352818" y="1474566"/>
                  </a:lnTo>
                  <a:lnTo>
                    <a:pt x="9420156" y="1493711"/>
                  </a:lnTo>
                  <a:lnTo>
                    <a:pt x="9493828" y="1510985"/>
                  </a:lnTo>
                  <a:lnTo>
                    <a:pt x="9574306" y="1526598"/>
                  </a:lnTo>
                  <a:lnTo>
                    <a:pt x="9661719" y="1540714"/>
                  </a:lnTo>
                  <a:lnTo>
                    <a:pt x="9755685" y="1553447"/>
                  </a:lnTo>
                  <a:lnTo>
                    <a:pt x="9855125" y="1564860"/>
                  </a:lnTo>
                  <a:lnTo>
                    <a:pt x="9958099" y="1574973"/>
                  </a:lnTo>
                  <a:lnTo>
                    <a:pt x="10061730" y="1583771"/>
                  </a:lnTo>
                  <a:lnTo>
                    <a:pt x="10162284" y="1591225"/>
                  </a:lnTo>
                  <a:lnTo>
                    <a:pt x="10255497" y="1597313"/>
                  </a:lnTo>
                  <a:lnTo>
                    <a:pt x="10337135" y="1602048"/>
                  </a:lnTo>
                  <a:lnTo>
                    <a:pt x="10403726" y="1605502"/>
                  </a:lnTo>
                  <a:lnTo>
                    <a:pt x="10453265" y="1607813"/>
                  </a:lnTo>
                  <a:lnTo>
                    <a:pt x="10485696" y="1609180"/>
                  </a:lnTo>
                  <a:lnTo>
                    <a:pt x="10503045" y="1609843"/>
                  </a:lnTo>
                  <a:lnTo>
                    <a:pt x="10509257" y="1610059"/>
                  </a:lnTo>
                  <a:lnTo>
                    <a:pt x="10509911" y="1610080"/>
                  </a:lnTo>
                  <a:lnTo>
                    <a:pt x="11981298" y="161008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52" name="pl1252"/>
            <p:cNvSpPr/>
            <p:nvPr/>
          </p:nvSpPr>
          <p:spPr>
            <a:xfrm>
              <a:off x="4799595" y="4399487"/>
              <a:ext cx="11981298" cy="3824963"/>
            </a:xfrm>
            <a:custGeom>
              <a:avLst/>
              <a:pathLst>
                <a:path w="11981298" h="3824963">
                  <a:moveTo>
                    <a:pt x="11981298" y="1610080"/>
                  </a:moveTo>
                  <a:lnTo>
                    <a:pt x="10509911" y="1610080"/>
                  </a:lnTo>
                  <a:lnTo>
                    <a:pt x="10508704" y="1610041"/>
                  </a:lnTo>
                  <a:lnTo>
                    <a:pt x="10500783" y="1609760"/>
                  </a:lnTo>
                  <a:lnTo>
                    <a:pt x="10480851" y="1608985"/>
                  </a:lnTo>
                  <a:lnTo>
                    <a:pt x="10445305" y="1607458"/>
                  </a:lnTo>
                  <a:lnTo>
                    <a:pt x="10392501" y="1604947"/>
                  </a:lnTo>
                  <a:lnTo>
                    <a:pt x="10322882" y="1601261"/>
                  </a:lnTo>
                  <a:lnTo>
                    <a:pt x="10238776" y="1596275"/>
                  </a:lnTo>
                  <a:lnTo>
                    <a:pt x="10143854" y="1589931"/>
                  </a:lnTo>
                  <a:lnTo>
                    <a:pt x="10042407" y="1582223"/>
                  </a:lnTo>
                  <a:lnTo>
                    <a:pt x="9938638" y="1573176"/>
                  </a:lnTo>
                  <a:lnTo>
                    <a:pt x="9836135" y="1562818"/>
                  </a:lnTo>
                  <a:lnTo>
                    <a:pt x="9737602" y="1551160"/>
                  </a:lnTo>
                  <a:lnTo>
                    <a:pt x="9644807" y="1538175"/>
                  </a:lnTo>
                  <a:lnTo>
                    <a:pt x="9558682" y="1523788"/>
                  </a:lnTo>
                  <a:lnTo>
                    <a:pt x="9479503" y="1507878"/>
                  </a:lnTo>
                  <a:lnTo>
                    <a:pt x="9407064" y="1490270"/>
                  </a:lnTo>
                  <a:lnTo>
                    <a:pt x="9340842" y="1470747"/>
                  </a:lnTo>
                  <a:lnTo>
                    <a:pt x="9280127" y="1449052"/>
                  </a:lnTo>
                  <a:lnTo>
                    <a:pt x="9224113" y="1424907"/>
                  </a:lnTo>
                  <a:lnTo>
                    <a:pt x="9171967" y="1398037"/>
                  </a:lnTo>
                  <a:lnTo>
                    <a:pt x="9122888" y="1368215"/>
                  </a:lnTo>
                  <a:lnTo>
                    <a:pt x="9084767" y="1341733"/>
                  </a:lnTo>
                  <a:lnTo>
                    <a:pt x="9039044" y="1306015"/>
                  </a:lnTo>
                  <a:lnTo>
                    <a:pt x="8994643" y="1267107"/>
                  </a:lnTo>
                  <a:lnTo>
                    <a:pt x="8951125" y="1224951"/>
                  </a:lnTo>
                  <a:lnTo>
                    <a:pt x="8908157" y="1179569"/>
                  </a:lnTo>
                  <a:lnTo>
                    <a:pt x="8865489" y="1131076"/>
                  </a:lnTo>
                  <a:lnTo>
                    <a:pt x="8822943" y="1079681"/>
                  </a:lnTo>
                  <a:lnTo>
                    <a:pt x="8780404" y="1025696"/>
                  </a:lnTo>
                  <a:lnTo>
                    <a:pt x="8737808" y="969527"/>
                  </a:lnTo>
                  <a:lnTo>
                    <a:pt x="8695135" y="911671"/>
                  </a:lnTo>
                  <a:lnTo>
                    <a:pt x="8652395" y="852691"/>
                  </a:lnTo>
                  <a:lnTo>
                    <a:pt x="8609621" y="793201"/>
                  </a:lnTo>
                  <a:lnTo>
                    <a:pt x="8566856" y="733839"/>
                  </a:lnTo>
                  <a:lnTo>
                    <a:pt x="8524139" y="675234"/>
                  </a:lnTo>
                  <a:lnTo>
                    <a:pt x="8481497" y="617985"/>
                  </a:lnTo>
                  <a:lnTo>
                    <a:pt x="8438929" y="562630"/>
                  </a:lnTo>
                  <a:lnTo>
                    <a:pt x="8396397" y="509631"/>
                  </a:lnTo>
                  <a:lnTo>
                    <a:pt x="8353820" y="459358"/>
                  </a:lnTo>
                  <a:lnTo>
                    <a:pt x="8311057" y="412083"/>
                  </a:lnTo>
                  <a:lnTo>
                    <a:pt x="8267905" y="367975"/>
                  </a:lnTo>
                  <a:lnTo>
                    <a:pt x="8224081" y="327113"/>
                  </a:lnTo>
                  <a:lnTo>
                    <a:pt x="8179214" y="289484"/>
                  </a:lnTo>
                  <a:lnTo>
                    <a:pt x="8151487" y="268346"/>
                  </a:lnTo>
                  <a:lnTo>
                    <a:pt x="8104360" y="236040"/>
                  </a:lnTo>
                  <a:lnTo>
                    <a:pt x="8054764" y="206785"/>
                  </a:lnTo>
                  <a:lnTo>
                    <a:pt x="8001955" y="180445"/>
                  </a:lnTo>
                  <a:lnTo>
                    <a:pt x="7945123" y="156781"/>
                  </a:lnTo>
                  <a:lnTo>
                    <a:pt x="7883435" y="135514"/>
                  </a:lnTo>
                  <a:lnTo>
                    <a:pt x="7816097" y="116369"/>
                  </a:lnTo>
                  <a:lnTo>
                    <a:pt x="7742426" y="99095"/>
                  </a:lnTo>
                  <a:lnTo>
                    <a:pt x="7661948" y="83482"/>
                  </a:lnTo>
                  <a:lnTo>
                    <a:pt x="7574534" y="69366"/>
                  </a:lnTo>
                  <a:lnTo>
                    <a:pt x="7480568" y="56633"/>
                  </a:lnTo>
                  <a:lnTo>
                    <a:pt x="7381129" y="45220"/>
                  </a:lnTo>
                  <a:lnTo>
                    <a:pt x="7278154" y="35107"/>
                  </a:lnTo>
                  <a:lnTo>
                    <a:pt x="7174524" y="26308"/>
                  </a:lnTo>
                  <a:lnTo>
                    <a:pt x="7073969" y="18855"/>
                  </a:lnTo>
                  <a:lnTo>
                    <a:pt x="6980756" y="12767"/>
                  </a:lnTo>
                  <a:lnTo>
                    <a:pt x="6899118" y="8032"/>
                  </a:lnTo>
                  <a:lnTo>
                    <a:pt x="6832528" y="4577"/>
                  </a:lnTo>
                  <a:lnTo>
                    <a:pt x="6782989" y="2267"/>
                  </a:lnTo>
                  <a:lnTo>
                    <a:pt x="6750558" y="900"/>
                  </a:lnTo>
                  <a:lnTo>
                    <a:pt x="6733208" y="237"/>
                  </a:lnTo>
                  <a:lnTo>
                    <a:pt x="6726996" y="21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873" y="83"/>
                  </a:lnTo>
                  <a:lnTo>
                    <a:pt x="5246750" y="679"/>
                  </a:lnTo>
                  <a:lnTo>
                    <a:pt x="5228769" y="2326"/>
                  </a:lnTo>
                  <a:lnTo>
                    <a:pt x="5196552" y="5570"/>
                  </a:lnTo>
                  <a:lnTo>
                    <a:pt x="5148394" y="10919"/>
                  </a:lnTo>
                  <a:lnTo>
                    <a:pt x="5084393" y="18794"/>
                  </a:lnTo>
                  <a:lnTo>
                    <a:pt x="5006329" y="29490"/>
                  </a:lnTo>
                  <a:lnTo>
                    <a:pt x="4917266" y="43165"/>
                  </a:lnTo>
                  <a:lnTo>
                    <a:pt x="4820969" y="59857"/>
                  </a:lnTo>
                  <a:lnTo>
                    <a:pt x="4721289" y="79525"/>
                  </a:lnTo>
                  <a:lnTo>
                    <a:pt x="4621670" y="102104"/>
                  </a:lnTo>
                  <a:lnTo>
                    <a:pt x="4524849" y="127553"/>
                  </a:lnTo>
                  <a:lnTo>
                    <a:pt x="4432750" y="155894"/>
                  </a:lnTo>
                  <a:lnTo>
                    <a:pt x="4346532" y="187237"/>
                  </a:lnTo>
                  <a:lnTo>
                    <a:pt x="4266705" y="221790"/>
                  </a:lnTo>
                  <a:lnTo>
                    <a:pt x="4193289" y="259866"/>
                  </a:lnTo>
                  <a:lnTo>
                    <a:pt x="4125959" y="301878"/>
                  </a:lnTo>
                  <a:lnTo>
                    <a:pt x="4064168" y="348325"/>
                  </a:lnTo>
                  <a:lnTo>
                    <a:pt x="4007237" y="399775"/>
                  </a:lnTo>
                  <a:lnTo>
                    <a:pt x="3954432" y="456826"/>
                  </a:lnTo>
                  <a:lnTo>
                    <a:pt x="3905011" y="520046"/>
                  </a:lnTo>
                  <a:lnTo>
                    <a:pt x="3858267" y="589867"/>
                  </a:lnTo>
                  <a:lnTo>
                    <a:pt x="3829811" y="637493"/>
                  </a:lnTo>
                  <a:lnTo>
                    <a:pt x="3796566" y="698159"/>
                  </a:lnTo>
                  <a:lnTo>
                    <a:pt x="3764084" y="762762"/>
                  </a:lnTo>
                  <a:lnTo>
                    <a:pt x="3732182" y="831382"/>
                  </a:lnTo>
                  <a:lnTo>
                    <a:pt x="3700707" y="904050"/>
                  </a:lnTo>
                  <a:lnTo>
                    <a:pt x="3669535" y="980744"/>
                  </a:lnTo>
                  <a:lnTo>
                    <a:pt x="3638563" y="1061384"/>
                  </a:lnTo>
                  <a:lnTo>
                    <a:pt x="3607711" y="1145825"/>
                  </a:lnTo>
                  <a:lnTo>
                    <a:pt x="3576917" y="1233860"/>
                  </a:lnTo>
                  <a:lnTo>
                    <a:pt x="3546136" y="1325215"/>
                  </a:lnTo>
                  <a:lnTo>
                    <a:pt x="3515337" y="1419552"/>
                  </a:lnTo>
                  <a:lnTo>
                    <a:pt x="3484503" y="1516472"/>
                  </a:lnTo>
                  <a:lnTo>
                    <a:pt x="3453627" y="1615523"/>
                  </a:lnTo>
                  <a:lnTo>
                    <a:pt x="3422713" y="1716204"/>
                  </a:lnTo>
                  <a:lnTo>
                    <a:pt x="3391770" y="1817978"/>
                  </a:lnTo>
                  <a:lnTo>
                    <a:pt x="3360812" y="1920283"/>
                  </a:lnTo>
                  <a:lnTo>
                    <a:pt x="3329855" y="2022544"/>
                  </a:lnTo>
                  <a:lnTo>
                    <a:pt x="3298915" y="2124187"/>
                  </a:lnTo>
                  <a:lnTo>
                    <a:pt x="3268007" y="2224653"/>
                  </a:lnTo>
                  <a:lnTo>
                    <a:pt x="3237138" y="2323411"/>
                  </a:lnTo>
                  <a:lnTo>
                    <a:pt x="3206310" y="2419966"/>
                  </a:lnTo>
                  <a:lnTo>
                    <a:pt x="3175515" y="2513872"/>
                  </a:lnTo>
                  <a:lnTo>
                    <a:pt x="3144734" y="2604741"/>
                  </a:lnTo>
                  <a:lnTo>
                    <a:pt x="3113934" y="2692245"/>
                  </a:lnTo>
                  <a:lnTo>
                    <a:pt x="3083068" y="2776118"/>
                  </a:lnTo>
                  <a:lnTo>
                    <a:pt x="3052071" y="2856164"/>
                  </a:lnTo>
                  <a:lnTo>
                    <a:pt x="3020860" y="2932249"/>
                  </a:lnTo>
                  <a:lnTo>
                    <a:pt x="2989329" y="3004300"/>
                  </a:lnTo>
                  <a:lnTo>
                    <a:pt x="2957349" y="3072304"/>
                  </a:lnTo>
                  <a:lnTo>
                    <a:pt x="2924764" y="3136301"/>
                  </a:lnTo>
                  <a:lnTo>
                    <a:pt x="2896531" y="3187469"/>
                  </a:lnTo>
                  <a:lnTo>
                    <a:pt x="2851150" y="3261565"/>
                  </a:lnTo>
                  <a:lnTo>
                    <a:pt x="2803499" y="3328921"/>
                  </a:lnTo>
                  <a:lnTo>
                    <a:pt x="2752918" y="3389811"/>
                  </a:lnTo>
                  <a:lnTo>
                    <a:pt x="2698682" y="3444732"/>
                  </a:lnTo>
                  <a:lnTo>
                    <a:pt x="2640047" y="3494273"/>
                  </a:lnTo>
                  <a:lnTo>
                    <a:pt x="2576292" y="3539026"/>
                  </a:lnTo>
                  <a:lnTo>
                    <a:pt x="2506778" y="3579536"/>
                  </a:lnTo>
                  <a:lnTo>
                    <a:pt x="2431026" y="3616274"/>
                  </a:lnTo>
                  <a:lnTo>
                    <a:pt x="2348823" y="3649615"/>
                  </a:lnTo>
                  <a:lnTo>
                    <a:pt x="2260351" y="3679834"/>
                  </a:lnTo>
                  <a:lnTo>
                    <a:pt x="2166342" y="3707104"/>
                  </a:lnTo>
                  <a:lnTo>
                    <a:pt x="2068224" y="3731499"/>
                  </a:lnTo>
                  <a:lnTo>
                    <a:pt x="1968223" y="3753014"/>
                  </a:lnTo>
                  <a:lnTo>
                    <a:pt x="1869357" y="3771595"/>
                  </a:lnTo>
                  <a:lnTo>
                    <a:pt x="1775265" y="3787178"/>
                  </a:lnTo>
                  <a:lnTo>
                    <a:pt x="1689834" y="3799748"/>
                  </a:lnTo>
                  <a:lnTo>
                    <a:pt x="1616644" y="3809381"/>
                  </a:lnTo>
                  <a:lnTo>
                    <a:pt x="1558347" y="3816285"/>
                  </a:lnTo>
                  <a:lnTo>
                    <a:pt x="1516138" y="3820805"/>
                  </a:lnTo>
                  <a:lnTo>
                    <a:pt x="1489449" y="3823399"/>
                  </a:lnTo>
                  <a:lnTo>
                    <a:pt x="1475936" y="3824596"/>
                  </a:lnTo>
                  <a:lnTo>
                    <a:pt x="1471666" y="3824942"/>
                  </a:lnTo>
                  <a:lnTo>
                    <a:pt x="1471387" y="3824963"/>
                  </a:lnTo>
                  <a:lnTo>
                    <a:pt x="0" y="382496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53" name="pg1253"/>
            <p:cNvSpPr/>
            <p:nvPr/>
          </p:nvSpPr>
          <p:spPr>
            <a:xfrm>
              <a:off x="4799595" y="4440352"/>
              <a:ext cx="11981298" cy="3808617"/>
            </a:xfrm>
            <a:custGeom>
              <a:avLst/>
              <a:pathLst>
                <a:path w="11981298" h="3808617">
                  <a:moveTo>
                    <a:pt x="0" y="3808617"/>
                  </a:moveTo>
                  <a:lnTo>
                    <a:pt x="1471387" y="3808617"/>
                  </a:lnTo>
                  <a:lnTo>
                    <a:pt x="1472472" y="3808534"/>
                  </a:lnTo>
                  <a:lnTo>
                    <a:pt x="1479609" y="3807941"/>
                  </a:lnTo>
                  <a:lnTo>
                    <a:pt x="1497626" y="3806305"/>
                  </a:lnTo>
                  <a:lnTo>
                    <a:pt x="1529904" y="3803082"/>
                  </a:lnTo>
                  <a:lnTo>
                    <a:pt x="1578148" y="3797768"/>
                  </a:lnTo>
                  <a:lnTo>
                    <a:pt x="1642254" y="3789944"/>
                  </a:lnTo>
                  <a:lnTo>
                    <a:pt x="1720432" y="3779318"/>
                  </a:lnTo>
                  <a:lnTo>
                    <a:pt x="1809607" y="3765734"/>
                  </a:lnTo>
                  <a:lnTo>
                    <a:pt x="1906004" y="3749156"/>
                  </a:lnTo>
                  <a:lnTo>
                    <a:pt x="2005765" y="3729622"/>
                  </a:lnTo>
                  <a:lnTo>
                    <a:pt x="2105443" y="3707199"/>
                  </a:lnTo>
                  <a:lnTo>
                    <a:pt x="2202301" y="3681926"/>
                  </a:lnTo>
                  <a:lnTo>
                    <a:pt x="2294416" y="3653781"/>
                  </a:lnTo>
                  <a:lnTo>
                    <a:pt x="2380637" y="3622655"/>
                  </a:lnTo>
                  <a:lnTo>
                    <a:pt x="2460454" y="3588339"/>
                  </a:lnTo>
                  <a:lnTo>
                    <a:pt x="2533852" y="3550520"/>
                  </a:lnTo>
                  <a:lnTo>
                    <a:pt x="2601161" y="3508789"/>
                  </a:lnTo>
                  <a:lnTo>
                    <a:pt x="2662932" y="3462648"/>
                  </a:lnTo>
                  <a:lnTo>
                    <a:pt x="2719844" y="3411532"/>
                  </a:lnTo>
                  <a:lnTo>
                    <a:pt x="2772634" y="3354847"/>
                  </a:lnTo>
                  <a:lnTo>
                    <a:pt x="2822047" y="3292031"/>
                  </a:lnTo>
                  <a:lnTo>
                    <a:pt x="2868789" y="3222655"/>
                  </a:lnTo>
                  <a:lnTo>
                    <a:pt x="2896531" y="3176572"/>
                  </a:lnTo>
                  <a:lnTo>
                    <a:pt x="2929901" y="3116189"/>
                  </a:lnTo>
                  <a:lnTo>
                    <a:pt x="2962502" y="3051873"/>
                  </a:lnTo>
                  <a:lnTo>
                    <a:pt x="2994520" y="2983544"/>
                  </a:lnTo>
                  <a:lnTo>
                    <a:pt x="3026109" y="2911171"/>
                  </a:lnTo>
                  <a:lnTo>
                    <a:pt x="3057395" y="2834776"/>
                  </a:lnTo>
                  <a:lnTo>
                    <a:pt x="3088481" y="2754442"/>
                  </a:lnTo>
                  <a:lnTo>
                    <a:pt x="3119448" y="2670315"/>
                  </a:lnTo>
                  <a:lnTo>
                    <a:pt x="3150358" y="2582604"/>
                  </a:lnTo>
                  <a:lnTo>
                    <a:pt x="3181256" y="2491586"/>
                  </a:lnTo>
                  <a:lnTo>
                    <a:pt x="3212173" y="2397601"/>
                  </a:lnTo>
                  <a:lnTo>
                    <a:pt x="3243125" y="2301052"/>
                  </a:lnTo>
                  <a:lnTo>
                    <a:pt x="3274119" y="2202394"/>
                  </a:lnTo>
                  <a:lnTo>
                    <a:pt x="3305152" y="2102132"/>
                  </a:lnTo>
                  <a:lnTo>
                    <a:pt x="3336214" y="2000805"/>
                  </a:lnTo>
                  <a:lnTo>
                    <a:pt x="3367290" y="1898978"/>
                  </a:lnTo>
                  <a:lnTo>
                    <a:pt x="3398363" y="1797228"/>
                  </a:lnTo>
                  <a:lnTo>
                    <a:pt x="3429419" y="1696129"/>
                  </a:lnTo>
                  <a:lnTo>
                    <a:pt x="3460442" y="1596241"/>
                  </a:lnTo>
                  <a:lnTo>
                    <a:pt x="3491425" y="1498095"/>
                  </a:lnTo>
                  <a:lnTo>
                    <a:pt x="3522367" y="1402183"/>
                  </a:lnTo>
                  <a:lnTo>
                    <a:pt x="3553276" y="1308948"/>
                  </a:lnTo>
                  <a:lnTo>
                    <a:pt x="3584174" y="1218776"/>
                  </a:lnTo>
                  <a:lnTo>
                    <a:pt x="3615094" y="1131991"/>
                  </a:lnTo>
                  <a:lnTo>
                    <a:pt x="3646086" y="1048851"/>
                  </a:lnTo>
                  <a:lnTo>
                    <a:pt x="3677216" y="969550"/>
                  </a:lnTo>
                  <a:lnTo>
                    <a:pt x="3708572" y="894215"/>
                  </a:lnTo>
                  <a:lnTo>
                    <a:pt x="3740261" y="822914"/>
                  </a:lnTo>
                  <a:lnTo>
                    <a:pt x="3772417" y="755654"/>
                  </a:lnTo>
                  <a:lnTo>
                    <a:pt x="3805203" y="692390"/>
                  </a:lnTo>
                  <a:lnTo>
                    <a:pt x="3829811" y="648391"/>
                  </a:lnTo>
                  <a:lnTo>
                    <a:pt x="3875225" y="574878"/>
                  </a:lnTo>
                  <a:lnTo>
                    <a:pt x="3922913" y="508057"/>
                  </a:lnTo>
                  <a:lnTo>
                    <a:pt x="3973536" y="447656"/>
                  </a:lnTo>
                  <a:lnTo>
                    <a:pt x="4027820" y="393179"/>
                  </a:lnTo>
                  <a:lnTo>
                    <a:pt x="4086512" y="344043"/>
                  </a:lnTo>
                  <a:lnTo>
                    <a:pt x="4150334" y="299658"/>
                  </a:lnTo>
                  <a:lnTo>
                    <a:pt x="4219926" y="259484"/>
                  </a:lnTo>
                  <a:lnTo>
                    <a:pt x="4295765" y="223054"/>
                  </a:lnTo>
                  <a:lnTo>
                    <a:pt x="4378066" y="189993"/>
                  </a:lnTo>
                  <a:lnTo>
                    <a:pt x="4466641" y="160031"/>
                  </a:lnTo>
                  <a:lnTo>
                    <a:pt x="4560754" y="132997"/>
                  </a:lnTo>
                  <a:lnTo>
                    <a:pt x="4658967" y="108816"/>
                  </a:lnTo>
                  <a:lnTo>
                    <a:pt x="4759043" y="87495"/>
                  </a:lnTo>
                  <a:lnTo>
                    <a:pt x="4857952" y="69089"/>
                  </a:lnTo>
                  <a:lnTo>
                    <a:pt x="4952040" y="53659"/>
                  </a:lnTo>
                  <a:lnTo>
                    <a:pt x="5037415" y="41220"/>
                  </a:lnTo>
                  <a:lnTo>
                    <a:pt x="5110496" y="31696"/>
                  </a:lnTo>
                  <a:lnTo>
                    <a:pt x="5168638" y="24878"/>
                  </a:lnTo>
                  <a:lnTo>
                    <a:pt x="5210665" y="20422"/>
                  </a:lnTo>
                  <a:lnTo>
                    <a:pt x="5237170" y="17871"/>
                  </a:lnTo>
                  <a:lnTo>
                    <a:pt x="5250527" y="16700"/>
                  </a:lnTo>
                  <a:lnTo>
                    <a:pt x="5254696" y="16365"/>
                  </a:lnTo>
                  <a:lnTo>
                    <a:pt x="5254955" y="16345"/>
                  </a:lnTo>
                  <a:lnTo>
                    <a:pt x="6726343" y="16345"/>
                  </a:lnTo>
                  <a:lnTo>
                    <a:pt x="6727536" y="16392"/>
                  </a:lnTo>
                  <a:lnTo>
                    <a:pt x="6735373" y="16724"/>
                  </a:lnTo>
                  <a:lnTo>
                    <a:pt x="6755101" y="17643"/>
                  </a:lnTo>
                  <a:lnTo>
                    <a:pt x="6790300" y="19451"/>
                  </a:lnTo>
                  <a:lnTo>
                    <a:pt x="6842622" y="22428"/>
                  </a:lnTo>
                  <a:lnTo>
                    <a:pt x="6911661" y="26797"/>
                  </a:lnTo>
                  <a:lnTo>
                    <a:pt x="6995151" y="32709"/>
                  </a:lnTo>
                  <a:lnTo>
                    <a:pt x="7089482" y="40236"/>
                  </a:lnTo>
                  <a:lnTo>
                    <a:pt x="7190418" y="49385"/>
                  </a:lnTo>
                  <a:lnTo>
                    <a:pt x="7293789" y="60128"/>
                  </a:lnTo>
                  <a:lnTo>
                    <a:pt x="7396019" y="72430"/>
                  </a:lnTo>
                  <a:lnTo>
                    <a:pt x="7494399" y="86278"/>
                  </a:lnTo>
                  <a:lnTo>
                    <a:pt x="7587142" y="101702"/>
                  </a:lnTo>
                  <a:lnTo>
                    <a:pt x="7673291" y="118787"/>
                  </a:lnTo>
                  <a:lnTo>
                    <a:pt x="7752547" y="137675"/>
                  </a:lnTo>
                  <a:lnTo>
                    <a:pt x="7825091" y="158568"/>
                  </a:lnTo>
                  <a:lnTo>
                    <a:pt x="7891427" y="181722"/>
                  </a:lnTo>
                  <a:lnTo>
                    <a:pt x="7952248" y="207438"/>
                  </a:lnTo>
                  <a:lnTo>
                    <a:pt x="8008349" y="236046"/>
                  </a:lnTo>
                  <a:lnTo>
                    <a:pt x="8060551" y="267873"/>
                  </a:lnTo>
                  <a:lnTo>
                    <a:pt x="8109654" y="303193"/>
                  </a:lnTo>
                  <a:lnTo>
                    <a:pt x="8151487" y="337817"/>
                  </a:lnTo>
                  <a:lnTo>
                    <a:pt x="8194786" y="378206"/>
                  </a:lnTo>
                  <a:lnTo>
                    <a:pt x="8236879" y="422011"/>
                  </a:lnTo>
                  <a:lnTo>
                    <a:pt x="8278144" y="469298"/>
                  </a:lnTo>
                  <a:lnTo>
                    <a:pt x="8318875" y="520054"/>
                  </a:lnTo>
                  <a:lnTo>
                    <a:pt x="8359296" y="574184"/>
                  </a:lnTo>
                  <a:lnTo>
                    <a:pt x="8399571" y="631498"/>
                  </a:lnTo>
                  <a:lnTo>
                    <a:pt x="8439812" y="691710"/>
                  </a:lnTo>
                  <a:lnTo>
                    <a:pt x="8480088" y="754440"/>
                  </a:lnTo>
                  <a:lnTo>
                    <a:pt x="8520430" y="819221"/>
                  </a:lnTo>
                  <a:lnTo>
                    <a:pt x="8560840" y="885509"/>
                  </a:lnTo>
                  <a:lnTo>
                    <a:pt x="8601297" y="952703"/>
                  </a:lnTo>
                  <a:lnTo>
                    <a:pt x="8641770" y="1020166"/>
                  </a:lnTo>
                  <a:lnTo>
                    <a:pt x="8682221" y="1087251"/>
                  </a:lnTo>
                  <a:lnTo>
                    <a:pt x="8722620" y="1153326"/>
                  </a:lnTo>
                  <a:lnTo>
                    <a:pt x="8762950" y="1217798"/>
                  </a:lnTo>
                  <a:lnTo>
                    <a:pt x="8803217" y="1280135"/>
                  </a:lnTo>
                  <a:lnTo>
                    <a:pt x="8843459" y="1339883"/>
                  </a:lnTo>
                  <a:lnTo>
                    <a:pt x="8883749" y="1396678"/>
                  </a:lnTo>
                  <a:lnTo>
                    <a:pt x="8924209" y="1450250"/>
                  </a:lnTo>
                  <a:lnTo>
                    <a:pt x="8965013" y="1500427"/>
                  </a:lnTo>
                  <a:lnTo>
                    <a:pt x="9006395" y="1547126"/>
                  </a:lnTo>
                  <a:lnTo>
                    <a:pt x="9048662" y="1590349"/>
                  </a:lnTo>
                  <a:lnTo>
                    <a:pt x="9084767" y="1623702"/>
                  </a:lnTo>
                  <a:lnTo>
                    <a:pt x="9131715" y="1662268"/>
                  </a:lnTo>
                  <a:lnTo>
                    <a:pt x="9181113" y="1697205"/>
                  </a:lnTo>
                  <a:lnTo>
                    <a:pt x="9233693" y="1728674"/>
                  </a:lnTo>
                  <a:lnTo>
                    <a:pt x="9290258" y="1756957"/>
                  </a:lnTo>
                  <a:lnTo>
                    <a:pt x="9351631" y="1782385"/>
                  </a:lnTo>
                  <a:lnTo>
                    <a:pt x="9418599" y="1805284"/>
                  </a:lnTo>
                  <a:lnTo>
                    <a:pt x="9491840" y="1825951"/>
                  </a:lnTo>
                  <a:lnTo>
                    <a:pt x="9571830" y="1844638"/>
                  </a:lnTo>
                  <a:lnTo>
                    <a:pt x="9658707" y="1861540"/>
                  </a:lnTo>
                  <a:lnTo>
                    <a:pt x="9752111" y="1876793"/>
                  </a:lnTo>
                  <a:lnTo>
                    <a:pt x="9851003" y="1890476"/>
                  </a:lnTo>
                  <a:lnTo>
                    <a:pt x="9953500" y="1902612"/>
                  </a:lnTo>
                  <a:lnTo>
                    <a:pt x="10056795" y="1913187"/>
                  </a:lnTo>
                  <a:lnTo>
                    <a:pt x="10157231" y="1922164"/>
                  </a:lnTo>
                  <a:lnTo>
                    <a:pt x="10250603" y="1929517"/>
                  </a:lnTo>
                  <a:lnTo>
                    <a:pt x="10332704" y="1935260"/>
                  </a:lnTo>
                  <a:lnTo>
                    <a:pt x="10400037" y="1939472"/>
                  </a:lnTo>
                  <a:lnTo>
                    <a:pt x="10450515" y="1942311"/>
                  </a:lnTo>
                  <a:lnTo>
                    <a:pt x="10483948" y="1944011"/>
                  </a:lnTo>
                  <a:lnTo>
                    <a:pt x="10502204" y="1944852"/>
                  </a:lnTo>
                  <a:lnTo>
                    <a:pt x="10509055" y="1945140"/>
                  </a:lnTo>
                  <a:lnTo>
                    <a:pt x="10509911" y="1945173"/>
                  </a:lnTo>
                  <a:lnTo>
                    <a:pt x="11981298" y="1945173"/>
                  </a:lnTo>
                  <a:lnTo>
                    <a:pt x="11981298" y="1928827"/>
                  </a:lnTo>
                  <a:lnTo>
                    <a:pt x="10509911" y="1928827"/>
                  </a:lnTo>
                  <a:lnTo>
                    <a:pt x="10508717" y="1928780"/>
                  </a:lnTo>
                  <a:lnTo>
                    <a:pt x="10500880" y="1928448"/>
                  </a:lnTo>
                  <a:lnTo>
                    <a:pt x="10481153" y="1927529"/>
                  </a:lnTo>
                  <a:lnTo>
                    <a:pt x="10445953" y="1925721"/>
                  </a:lnTo>
                  <a:lnTo>
                    <a:pt x="10393632" y="1922745"/>
                  </a:lnTo>
                  <a:lnTo>
                    <a:pt x="10324592" y="1918376"/>
                  </a:lnTo>
                  <a:lnTo>
                    <a:pt x="10241103" y="1912464"/>
                  </a:lnTo>
                  <a:lnTo>
                    <a:pt x="10146771" y="1904937"/>
                  </a:lnTo>
                  <a:lnTo>
                    <a:pt x="10045836" y="1895787"/>
                  </a:lnTo>
                  <a:lnTo>
                    <a:pt x="9942464" y="1885045"/>
                  </a:lnTo>
                  <a:lnTo>
                    <a:pt x="9840234" y="1872743"/>
                  </a:lnTo>
                  <a:lnTo>
                    <a:pt x="9741854" y="1858895"/>
                  </a:lnTo>
                  <a:lnTo>
                    <a:pt x="9649111" y="1843470"/>
                  </a:lnTo>
                  <a:lnTo>
                    <a:pt x="9562962" y="1826386"/>
                  </a:lnTo>
                  <a:lnTo>
                    <a:pt x="9483707" y="1807498"/>
                  </a:lnTo>
                  <a:lnTo>
                    <a:pt x="9411162" y="1786605"/>
                  </a:lnTo>
                  <a:lnTo>
                    <a:pt x="9344827" y="1763451"/>
                  </a:lnTo>
                  <a:lnTo>
                    <a:pt x="9284005" y="1737734"/>
                  </a:lnTo>
                  <a:lnTo>
                    <a:pt x="9227905" y="1709126"/>
                  </a:lnTo>
                  <a:lnTo>
                    <a:pt x="9175702" y="1677300"/>
                  </a:lnTo>
                  <a:lnTo>
                    <a:pt x="9126599" y="1641979"/>
                  </a:lnTo>
                  <a:lnTo>
                    <a:pt x="9084767" y="1607356"/>
                  </a:lnTo>
                  <a:lnTo>
                    <a:pt x="9041468" y="1566966"/>
                  </a:lnTo>
                  <a:lnTo>
                    <a:pt x="8999375" y="1523161"/>
                  </a:lnTo>
                  <a:lnTo>
                    <a:pt x="8958110" y="1475875"/>
                  </a:lnTo>
                  <a:lnTo>
                    <a:pt x="8917378" y="1425118"/>
                  </a:lnTo>
                  <a:lnTo>
                    <a:pt x="8876957" y="1370988"/>
                  </a:lnTo>
                  <a:lnTo>
                    <a:pt x="8836682" y="1313675"/>
                  </a:lnTo>
                  <a:lnTo>
                    <a:pt x="8796441" y="1253463"/>
                  </a:lnTo>
                  <a:lnTo>
                    <a:pt x="8756165" y="1190732"/>
                  </a:lnTo>
                  <a:lnTo>
                    <a:pt x="8715823" y="1125952"/>
                  </a:lnTo>
                  <a:lnTo>
                    <a:pt x="8675413" y="1059664"/>
                  </a:lnTo>
                  <a:lnTo>
                    <a:pt x="8634956" y="992470"/>
                  </a:lnTo>
                  <a:lnTo>
                    <a:pt x="8594483" y="925007"/>
                  </a:lnTo>
                  <a:lnTo>
                    <a:pt x="8554032" y="857922"/>
                  </a:lnTo>
                  <a:lnTo>
                    <a:pt x="8513633" y="791847"/>
                  </a:lnTo>
                  <a:lnTo>
                    <a:pt x="8473303" y="727375"/>
                  </a:lnTo>
                  <a:lnTo>
                    <a:pt x="8433036" y="665038"/>
                  </a:lnTo>
                  <a:lnTo>
                    <a:pt x="8392795" y="605290"/>
                  </a:lnTo>
                  <a:lnTo>
                    <a:pt x="8352504" y="548495"/>
                  </a:lnTo>
                  <a:lnTo>
                    <a:pt x="8312044" y="494923"/>
                  </a:lnTo>
                  <a:lnTo>
                    <a:pt x="8271240" y="444746"/>
                  </a:lnTo>
                  <a:lnTo>
                    <a:pt x="8229858" y="398047"/>
                  </a:lnTo>
                  <a:lnTo>
                    <a:pt x="8187591" y="354823"/>
                  </a:lnTo>
                  <a:lnTo>
                    <a:pt x="8151487" y="321471"/>
                  </a:lnTo>
                  <a:lnTo>
                    <a:pt x="8104538" y="282905"/>
                  </a:lnTo>
                  <a:lnTo>
                    <a:pt x="8055140" y="247967"/>
                  </a:lnTo>
                  <a:lnTo>
                    <a:pt x="8002561" y="216499"/>
                  </a:lnTo>
                  <a:lnTo>
                    <a:pt x="7945995" y="188215"/>
                  </a:lnTo>
                  <a:lnTo>
                    <a:pt x="7884622" y="162788"/>
                  </a:lnTo>
                  <a:lnTo>
                    <a:pt x="7817654" y="139889"/>
                  </a:lnTo>
                  <a:lnTo>
                    <a:pt x="7744413" y="119221"/>
                  </a:lnTo>
                  <a:lnTo>
                    <a:pt x="7664423" y="100534"/>
                  </a:lnTo>
                  <a:lnTo>
                    <a:pt x="7577547" y="83633"/>
                  </a:lnTo>
                  <a:lnTo>
                    <a:pt x="7484142" y="68379"/>
                  </a:lnTo>
                  <a:lnTo>
                    <a:pt x="7385250" y="54697"/>
                  </a:lnTo>
                  <a:lnTo>
                    <a:pt x="7282753" y="42561"/>
                  </a:lnTo>
                  <a:lnTo>
                    <a:pt x="7179458" y="31986"/>
                  </a:lnTo>
                  <a:lnTo>
                    <a:pt x="7079022" y="23009"/>
                  </a:lnTo>
                  <a:lnTo>
                    <a:pt x="6985651" y="15656"/>
                  </a:lnTo>
                  <a:lnTo>
                    <a:pt x="6903549" y="9913"/>
                  </a:lnTo>
                  <a:lnTo>
                    <a:pt x="6836216" y="5701"/>
                  </a:lnTo>
                  <a:lnTo>
                    <a:pt x="6785738" y="2861"/>
                  </a:lnTo>
                  <a:lnTo>
                    <a:pt x="6752305" y="1162"/>
                  </a:lnTo>
                  <a:lnTo>
                    <a:pt x="6734049" y="320"/>
                  </a:lnTo>
                  <a:lnTo>
                    <a:pt x="6727198" y="33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871" y="83"/>
                  </a:lnTo>
                  <a:lnTo>
                    <a:pt x="5246733" y="675"/>
                  </a:lnTo>
                  <a:lnTo>
                    <a:pt x="5228716" y="2311"/>
                  </a:lnTo>
                  <a:lnTo>
                    <a:pt x="5196438" y="5534"/>
                  </a:lnTo>
                  <a:lnTo>
                    <a:pt x="5148194" y="10849"/>
                  </a:lnTo>
                  <a:lnTo>
                    <a:pt x="5084088" y="18672"/>
                  </a:lnTo>
                  <a:lnTo>
                    <a:pt x="5005910" y="29298"/>
                  </a:lnTo>
                  <a:lnTo>
                    <a:pt x="4916735" y="42882"/>
                  </a:lnTo>
                  <a:lnTo>
                    <a:pt x="4820338" y="59461"/>
                  </a:lnTo>
                  <a:lnTo>
                    <a:pt x="4720577" y="78994"/>
                  </a:lnTo>
                  <a:lnTo>
                    <a:pt x="4620899" y="101417"/>
                  </a:lnTo>
                  <a:lnTo>
                    <a:pt x="4524041" y="126690"/>
                  </a:lnTo>
                  <a:lnTo>
                    <a:pt x="4431926" y="154835"/>
                  </a:lnTo>
                  <a:lnTo>
                    <a:pt x="4345706" y="185961"/>
                  </a:lnTo>
                  <a:lnTo>
                    <a:pt x="4265888" y="220278"/>
                  </a:lnTo>
                  <a:lnTo>
                    <a:pt x="4192490" y="258096"/>
                  </a:lnTo>
                  <a:lnTo>
                    <a:pt x="4125181" y="299827"/>
                  </a:lnTo>
                  <a:lnTo>
                    <a:pt x="4063410" y="345968"/>
                  </a:lnTo>
                  <a:lnTo>
                    <a:pt x="4006498" y="397084"/>
                  </a:lnTo>
                  <a:lnTo>
                    <a:pt x="3953708" y="453769"/>
                  </a:lnTo>
                  <a:lnTo>
                    <a:pt x="3904295" y="516585"/>
                  </a:lnTo>
                  <a:lnTo>
                    <a:pt x="3857554" y="585961"/>
                  </a:lnTo>
                  <a:lnTo>
                    <a:pt x="3829811" y="632045"/>
                  </a:lnTo>
                  <a:lnTo>
                    <a:pt x="3796441" y="692427"/>
                  </a:lnTo>
                  <a:lnTo>
                    <a:pt x="3763840" y="756743"/>
                  </a:lnTo>
                  <a:lnTo>
                    <a:pt x="3731822" y="825072"/>
                  </a:lnTo>
                  <a:lnTo>
                    <a:pt x="3700233" y="897446"/>
                  </a:lnTo>
                  <a:lnTo>
                    <a:pt x="3668947" y="973840"/>
                  </a:lnTo>
                  <a:lnTo>
                    <a:pt x="3637861" y="1054174"/>
                  </a:lnTo>
                  <a:lnTo>
                    <a:pt x="3606894" y="1138301"/>
                  </a:lnTo>
                  <a:lnTo>
                    <a:pt x="3575984" y="1226012"/>
                  </a:lnTo>
                  <a:lnTo>
                    <a:pt x="3545086" y="1317031"/>
                  </a:lnTo>
                  <a:lnTo>
                    <a:pt x="3514169" y="1411015"/>
                  </a:lnTo>
                  <a:lnTo>
                    <a:pt x="3483217" y="1507564"/>
                  </a:lnTo>
                  <a:lnTo>
                    <a:pt x="3452223" y="1606222"/>
                  </a:lnTo>
                  <a:lnTo>
                    <a:pt x="3421190" y="1706484"/>
                  </a:lnTo>
                  <a:lnTo>
                    <a:pt x="3390128" y="1807811"/>
                  </a:lnTo>
                  <a:lnTo>
                    <a:pt x="3359052" y="1909638"/>
                  </a:lnTo>
                  <a:lnTo>
                    <a:pt x="3327979" y="2011388"/>
                  </a:lnTo>
                  <a:lnTo>
                    <a:pt x="3296924" y="2112487"/>
                  </a:lnTo>
                  <a:lnTo>
                    <a:pt x="3265900" y="2212375"/>
                  </a:lnTo>
                  <a:lnTo>
                    <a:pt x="3234917" y="2310521"/>
                  </a:lnTo>
                  <a:lnTo>
                    <a:pt x="3203975" y="2406433"/>
                  </a:lnTo>
                  <a:lnTo>
                    <a:pt x="3173066" y="2499668"/>
                  </a:lnTo>
                  <a:lnTo>
                    <a:pt x="3142168" y="2589840"/>
                  </a:lnTo>
                  <a:lnTo>
                    <a:pt x="3111248" y="2676626"/>
                  </a:lnTo>
                  <a:lnTo>
                    <a:pt x="3080257" y="2759765"/>
                  </a:lnTo>
                  <a:lnTo>
                    <a:pt x="3049126" y="2839067"/>
                  </a:lnTo>
                  <a:lnTo>
                    <a:pt x="3017771" y="2914401"/>
                  </a:lnTo>
                  <a:lnTo>
                    <a:pt x="2986081" y="2985702"/>
                  </a:lnTo>
                  <a:lnTo>
                    <a:pt x="2953925" y="3052963"/>
                  </a:lnTo>
                  <a:lnTo>
                    <a:pt x="2921140" y="3116226"/>
                  </a:lnTo>
                  <a:lnTo>
                    <a:pt x="2896531" y="3160226"/>
                  </a:lnTo>
                  <a:lnTo>
                    <a:pt x="2851117" y="3233738"/>
                  </a:lnTo>
                  <a:lnTo>
                    <a:pt x="2803429" y="3300559"/>
                  </a:lnTo>
                  <a:lnTo>
                    <a:pt x="2752806" y="3360960"/>
                  </a:lnTo>
                  <a:lnTo>
                    <a:pt x="2698522" y="3415437"/>
                  </a:lnTo>
                  <a:lnTo>
                    <a:pt x="2639830" y="3464573"/>
                  </a:lnTo>
                  <a:lnTo>
                    <a:pt x="2576008" y="3508958"/>
                  </a:lnTo>
                  <a:lnTo>
                    <a:pt x="2506417" y="3549132"/>
                  </a:lnTo>
                  <a:lnTo>
                    <a:pt x="2430577" y="3585563"/>
                  </a:lnTo>
                  <a:lnTo>
                    <a:pt x="2348276" y="3618623"/>
                  </a:lnTo>
                  <a:lnTo>
                    <a:pt x="2259701" y="3648585"/>
                  </a:lnTo>
                  <a:lnTo>
                    <a:pt x="2165588" y="3675620"/>
                  </a:lnTo>
                  <a:lnTo>
                    <a:pt x="2067375" y="3699800"/>
                  </a:lnTo>
                  <a:lnTo>
                    <a:pt x="1967299" y="3721121"/>
                  </a:lnTo>
                  <a:lnTo>
                    <a:pt x="1868390" y="3739527"/>
                  </a:lnTo>
                  <a:lnTo>
                    <a:pt x="1774302" y="3754958"/>
                  </a:lnTo>
                  <a:lnTo>
                    <a:pt x="1688927" y="3767396"/>
                  </a:lnTo>
                  <a:lnTo>
                    <a:pt x="1615846" y="3776920"/>
                  </a:lnTo>
                  <a:lnTo>
                    <a:pt x="1557705" y="3783738"/>
                  </a:lnTo>
                  <a:lnTo>
                    <a:pt x="1515677" y="3788195"/>
                  </a:lnTo>
                  <a:lnTo>
                    <a:pt x="1489172" y="3790746"/>
                  </a:lnTo>
                  <a:lnTo>
                    <a:pt x="1475815" y="3791917"/>
                  </a:lnTo>
                  <a:lnTo>
                    <a:pt x="1471646" y="3792251"/>
                  </a:lnTo>
                  <a:lnTo>
                    <a:pt x="1471387" y="3792271"/>
                  </a:lnTo>
                  <a:lnTo>
                    <a:pt x="0" y="3792271"/>
                  </a:lnTo>
                  <a:close/>
                </a:path>
              </a:pathLst>
            </a:custGeom>
            <a:solidFill>
              <a:srgbClr val="67C1B3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254" name="pl1254"/>
            <p:cNvSpPr/>
            <p:nvPr/>
          </p:nvSpPr>
          <p:spPr>
            <a:xfrm>
              <a:off x="4799595" y="4456698"/>
              <a:ext cx="11981298" cy="3792271"/>
            </a:xfrm>
            <a:custGeom>
              <a:avLst/>
              <a:pathLst>
                <a:path w="11981298" h="3792271">
                  <a:moveTo>
                    <a:pt x="0" y="3792271"/>
                  </a:moveTo>
                  <a:lnTo>
                    <a:pt x="1471387" y="3792271"/>
                  </a:lnTo>
                  <a:lnTo>
                    <a:pt x="1472472" y="3792188"/>
                  </a:lnTo>
                  <a:lnTo>
                    <a:pt x="1479609" y="3791595"/>
                  </a:lnTo>
                  <a:lnTo>
                    <a:pt x="1497626" y="3789959"/>
                  </a:lnTo>
                  <a:lnTo>
                    <a:pt x="1529904" y="3786736"/>
                  </a:lnTo>
                  <a:lnTo>
                    <a:pt x="1578148" y="3781422"/>
                  </a:lnTo>
                  <a:lnTo>
                    <a:pt x="1642254" y="3773598"/>
                  </a:lnTo>
                  <a:lnTo>
                    <a:pt x="1720432" y="3762972"/>
                  </a:lnTo>
                  <a:lnTo>
                    <a:pt x="1809607" y="3749388"/>
                  </a:lnTo>
                  <a:lnTo>
                    <a:pt x="1906004" y="3732810"/>
                  </a:lnTo>
                  <a:lnTo>
                    <a:pt x="2005765" y="3713276"/>
                  </a:lnTo>
                  <a:lnTo>
                    <a:pt x="2105443" y="3690853"/>
                  </a:lnTo>
                  <a:lnTo>
                    <a:pt x="2202301" y="3665580"/>
                  </a:lnTo>
                  <a:lnTo>
                    <a:pt x="2294416" y="3637435"/>
                  </a:lnTo>
                  <a:lnTo>
                    <a:pt x="2380637" y="3606309"/>
                  </a:lnTo>
                  <a:lnTo>
                    <a:pt x="2460454" y="3571993"/>
                  </a:lnTo>
                  <a:lnTo>
                    <a:pt x="2533852" y="3534174"/>
                  </a:lnTo>
                  <a:lnTo>
                    <a:pt x="2601161" y="3492443"/>
                  </a:lnTo>
                  <a:lnTo>
                    <a:pt x="2662932" y="3446302"/>
                  </a:lnTo>
                  <a:lnTo>
                    <a:pt x="2719844" y="3395186"/>
                  </a:lnTo>
                  <a:lnTo>
                    <a:pt x="2772634" y="3338501"/>
                  </a:lnTo>
                  <a:lnTo>
                    <a:pt x="2822047" y="3275685"/>
                  </a:lnTo>
                  <a:lnTo>
                    <a:pt x="2868789" y="3206309"/>
                  </a:lnTo>
                  <a:lnTo>
                    <a:pt x="2896531" y="3160226"/>
                  </a:lnTo>
                  <a:lnTo>
                    <a:pt x="2929901" y="3099843"/>
                  </a:lnTo>
                  <a:lnTo>
                    <a:pt x="2962502" y="3035527"/>
                  </a:lnTo>
                  <a:lnTo>
                    <a:pt x="2994520" y="2967198"/>
                  </a:lnTo>
                  <a:lnTo>
                    <a:pt x="3026109" y="2894825"/>
                  </a:lnTo>
                  <a:lnTo>
                    <a:pt x="3057395" y="2818430"/>
                  </a:lnTo>
                  <a:lnTo>
                    <a:pt x="3088481" y="2738096"/>
                  </a:lnTo>
                  <a:lnTo>
                    <a:pt x="3119448" y="2653969"/>
                  </a:lnTo>
                  <a:lnTo>
                    <a:pt x="3150358" y="2566258"/>
                  </a:lnTo>
                  <a:lnTo>
                    <a:pt x="3181256" y="2475240"/>
                  </a:lnTo>
                  <a:lnTo>
                    <a:pt x="3212173" y="2381255"/>
                  </a:lnTo>
                  <a:lnTo>
                    <a:pt x="3243125" y="2284706"/>
                  </a:lnTo>
                  <a:lnTo>
                    <a:pt x="3274119" y="2186048"/>
                  </a:lnTo>
                  <a:lnTo>
                    <a:pt x="3305152" y="2085786"/>
                  </a:lnTo>
                  <a:lnTo>
                    <a:pt x="3336214" y="1984459"/>
                  </a:lnTo>
                  <a:lnTo>
                    <a:pt x="3367290" y="1882632"/>
                  </a:lnTo>
                  <a:lnTo>
                    <a:pt x="3398363" y="1780882"/>
                  </a:lnTo>
                  <a:lnTo>
                    <a:pt x="3429419" y="1679783"/>
                  </a:lnTo>
                  <a:lnTo>
                    <a:pt x="3460442" y="1579895"/>
                  </a:lnTo>
                  <a:lnTo>
                    <a:pt x="3491425" y="1481749"/>
                  </a:lnTo>
                  <a:lnTo>
                    <a:pt x="3522367" y="1385837"/>
                  </a:lnTo>
                  <a:lnTo>
                    <a:pt x="3553276" y="1292602"/>
                  </a:lnTo>
                  <a:lnTo>
                    <a:pt x="3584174" y="1202430"/>
                  </a:lnTo>
                  <a:lnTo>
                    <a:pt x="3615094" y="1115645"/>
                  </a:lnTo>
                  <a:lnTo>
                    <a:pt x="3646086" y="1032505"/>
                  </a:lnTo>
                  <a:lnTo>
                    <a:pt x="3677216" y="953204"/>
                  </a:lnTo>
                  <a:lnTo>
                    <a:pt x="3708572" y="877869"/>
                  </a:lnTo>
                  <a:lnTo>
                    <a:pt x="3740261" y="806568"/>
                  </a:lnTo>
                  <a:lnTo>
                    <a:pt x="3772417" y="739308"/>
                  </a:lnTo>
                  <a:lnTo>
                    <a:pt x="3805203" y="676044"/>
                  </a:lnTo>
                  <a:lnTo>
                    <a:pt x="3829811" y="632045"/>
                  </a:lnTo>
                  <a:lnTo>
                    <a:pt x="3875225" y="558532"/>
                  </a:lnTo>
                  <a:lnTo>
                    <a:pt x="3922913" y="491711"/>
                  </a:lnTo>
                  <a:lnTo>
                    <a:pt x="3973536" y="431310"/>
                  </a:lnTo>
                  <a:lnTo>
                    <a:pt x="4027820" y="376833"/>
                  </a:lnTo>
                  <a:lnTo>
                    <a:pt x="4086512" y="327697"/>
                  </a:lnTo>
                  <a:lnTo>
                    <a:pt x="4150334" y="283312"/>
                  </a:lnTo>
                  <a:lnTo>
                    <a:pt x="4219926" y="243138"/>
                  </a:lnTo>
                  <a:lnTo>
                    <a:pt x="4295765" y="206708"/>
                  </a:lnTo>
                  <a:lnTo>
                    <a:pt x="4378066" y="173647"/>
                  </a:lnTo>
                  <a:lnTo>
                    <a:pt x="4466641" y="143685"/>
                  </a:lnTo>
                  <a:lnTo>
                    <a:pt x="4560754" y="116651"/>
                  </a:lnTo>
                  <a:lnTo>
                    <a:pt x="4658967" y="92470"/>
                  </a:lnTo>
                  <a:lnTo>
                    <a:pt x="4759043" y="71149"/>
                  </a:lnTo>
                  <a:lnTo>
                    <a:pt x="4857952" y="52743"/>
                  </a:lnTo>
                  <a:lnTo>
                    <a:pt x="4952040" y="37313"/>
                  </a:lnTo>
                  <a:lnTo>
                    <a:pt x="5037415" y="24874"/>
                  </a:lnTo>
                  <a:lnTo>
                    <a:pt x="5110496" y="15350"/>
                  </a:lnTo>
                  <a:lnTo>
                    <a:pt x="5168638" y="8532"/>
                  </a:lnTo>
                  <a:lnTo>
                    <a:pt x="5210665" y="4076"/>
                  </a:lnTo>
                  <a:lnTo>
                    <a:pt x="5237170" y="1525"/>
                  </a:lnTo>
                  <a:lnTo>
                    <a:pt x="5250527" y="354"/>
                  </a:lnTo>
                  <a:lnTo>
                    <a:pt x="5254696" y="19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536" y="46"/>
                  </a:lnTo>
                  <a:lnTo>
                    <a:pt x="6735373" y="378"/>
                  </a:lnTo>
                  <a:lnTo>
                    <a:pt x="6755101" y="1297"/>
                  </a:lnTo>
                  <a:lnTo>
                    <a:pt x="6790300" y="3105"/>
                  </a:lnTo>
                  <a:lnTo>
                    <a:pt x="6842622" y="6082"/>
                  </a:lnTo>
                  <a:lnTo>
                    <a:pt x="6911661" y="10451"/>
                  </a:lnTo>
                  <a:lnTo>
                    <a:pt x="6995151" y="16363"/>
                  </a:lnTo>
                  <a:lnTo>
                    <a:pt x="7089482" y="23890"/>
                  </a:lnTo>
                  <a:lnTo>
                    <a:pt x="7190418" y="33039"/>
                  </a:lnTo>
                  <a:lnTo>
                    <a:pt x="7293789" y="43782"/>
                  </a:lnTo>
                  <a:lnTo>
                    <a:pt x="7396019" y="56084"/>
                  </a:lnTo>
                  <a:lnTo>
                    <a:pt x="7494399" y="69932"/>
                  </a:lnTo>
                  <a:lnTo>
                    <a:pt x="7587142" y="85356"/>
                  </a:lnTo>
                  <a:lnTo>
                    <a:pt x="7673291" y="102441"/>
                  </a:lnTo>
                  <a:lnTo>
                    <a:pt x="7752547" y="121329"/>
                  </a:lnTo>
                  <a:lnTo>
                    <a:pt x="7825091" y="142222"/>
                  </a:lnTo>
                  <a:lnTo>
                    <a:pt x="7891427" y="165376"/>
                  </a:lnTo>
                  <a:lnTo>
                    <a:pt x="7952248" y="191092"/>
                  </a:lnTo>
                  <a:lnTo>
                    <a:pt x="8008349" y="219700"/>
                  </a:lnTo>
                  <a:lnTo>
                    <a:pt x="8060551" y="251527"/>
                  </a:lnTo>
                  <a:lnTo>
                    <a:pt x="8109654" y="286847"/>
                  </a:lnTo>
                  <a:lnTo>
                    <a:pt x="8151487" y="321471"/>
                  </a:lnTo>
                  <a:lnTo>
                    <a:pt x="8194786" y="361860"/>
                  </a:lnTo>
                  <a:lnTo>
                    <a:pt x="8236879" y="405665"/>
                  </a:lnTo>
                  <a:lnTo>
                    <a:pt x="8278144" y="452952"/>
                  </a:lnTo>
                  <a:lnTo>
                    <a:pt x="8318875" y="503708"/>
                  </a:lnTo>
                  <a:lnTo>
                    <a:pt x="8359296" y="557838"/>
                  </a:lnTo>
                  <a:lnTo>
                    <a:pt x="8399571" y="615152"/>
                  </a:lnTo>
                  <a:lnTo>
                    <a:pt x="8439812" y="675364"/>
                  </a:lnTo>
                  <a:lnTo>
                    <a:pt x="8480088" y="738094"/>
                  </a:lnTo>
                  <a:lnTo>
                    <a:pt x="8520430" y="802875"/>
                  </a:lnTo>
                  <a:lnTo>
                    <a:pt x="8560840" y="869163"/>
                  </a:lnTo>
                  <a:lnTo>
                    <a:pt x="8601297" y="936357"/>
                  </a:lnTo>
                  <a:lnTo>
                    <a:pt x="8641770" y="1003820"/>
                  </a:lnTo>
                  <a:lnTo>
                    <a:pt x="8682221" y="1070905"/>
                  </a:lnTo>
                  <a:lnTo>
                    <a:pt x="8722620" y="1136980"/>
                  </a:lnTo>
                  <a:lnTo>
                    <a:pt x="8762950" y="1201452"/>
                  </a:lnTo>
                  <a:lnTo>
                    <a:pt x="8803217" y="1263789"/>
                  </a:lnTo>
                  <a:lnTo>
                    <a:pt x="8843459" y="1323537"/>
                  </a:lnTo>
                  <a:lnTo>
                    <a:pt x="8883749" y="1380332"/>
                  </a:lnTo>
                  <a:lnTo>
                    <a:pt x="8924209" y="1433904"/>
                  </a:lnTo>
                  <a:lnTo>
                    <a:pt x="8965013" y="1484081"/>
                  </a:lnTo>
                  <a:lnTo>
                    <a:pt x="9006395" y="1530780"/>
                  </a:lnTo>
                  <a:lnTo>
                    <a:pt x="9048662" y="1574003"/>
                  </a:lnTo>
                  <a:lnTo>
                    <a:pt x="9084767" y="1607356"/>
                  </a:lnTo>
                  <a:lnTo>
                    <a:pt x="9131715" y="1645922"/>
                  </a:lnTo>
                  <a:lnTo>
                    <a:pt x="9181113" y="1680859"/>
                  </a:lnTo>
                  <a:lnTo>
                    <a:pt x="9233693" y="1712328"/>
                  </a:lnTo>
                  <a:lnTo>
                    <a:pt x="9290258" y="1740611"/>
                  </a:lnTo>
                  <a:lnTo>
                    <a:pt x="9351631" y="1766039"/>
                  </a:lnTo>
                  <a:lnTo>
                    <a:pt x="9418599" y="1788938"/>
                  </a:lnTo>
                  <a:lnTo>
                    <a:pt x="9491840" y="1809605"/>
                  </a:lnTo>
                  <a:lnTo>
                    <a:pt x="9571830" y="1828292"/>
                  </a:lnTo>
                  <a:lnTo>
                    <a:pt x="9658707" y="1845194"/>
                  </a:lnTo>
                  <a:lnTo>
                    <a:pt x="9752111" y="1860447"/>
                  </a:lnTo>
                  <a:lnTo>
                    <a:pt x="9851003" y="1874130"/>
                  </a:lnTo>
                  <a:lnTo>
                    <a:pt x="9953500" y="1886266"/>
                  </a:lnTo>
                  <a:lnTo>
                    <a:pt x="10056795" y="1896841"/>
                  </a:lnTo>
                  <a:lnTo>
                    <a:pt x="10157231" y="1905818"/>
                  </a:lnTo>
                  <a:lnTo>
                    <a:pt x="10250603" y="1913171"/>
                  </a:lnTo>
                  <a:lnTo>
                    <a:pt x="10332704" y="1918914"/>
                  </a:lnTo>
                  <a:lnTo>
                    <a:pt x="10400037" y="1923126"/>
                  </a:lnTo>
                  <a:lnTo>
                    <a:pt x="10450515" y="1925965"/>
                  </a:lnTo>
                  <a:lnTo>
                    <a:pt x="10483948" y="1927665"/>
                  </a:lnTo>
                  <a:lnTo>
                    <a:pt x="10502204" y="1928506"/>
                  </a:lnTo>
                  <a:lnTo>
                    <a:pt x="10509055" y="1928794"/>
                  </a:lnTo>
                  <a:lnTo>
                    <a:pt x="10509911" y="1928827"/>
                  </a:lnTo>
                  <a:lnTo>
                    <a:pt x="11981298" y="192882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55" name="pl1255"/>
            <p:cNvSpPr/>
            <p:nvPr/>
          </p:nvSpPr>
          <p:spPr>
            <a:xfrm>
              <a:off x="4799595" y="4440352"/>
              <a:ext cx="11981298" cy="3792271"/>
            </a:xfrm>
            <a:custGeom>
              <a:avLst/>
              <a:pathLst>
                <a:path w="11981298" h="3792271">
                  <a:moveTo>
                    <a:pt x="11981298" y="1928827"/>
                  </a:moveTo>
                  <a:lnTo>
                    <a:pt x="10509911" y="1928827"/>
                  </a:lnTo>
                  <a:lnTo>
                    <a:pt x="10508717" y="1928780"/>
                  </a:lnTo>
                  <a:lnTo>
                    <a:pt x="10500880" y="1928448"/>
                  </a:lnTo>
                  <a:lnTo>
                    <a:pt x="10481153" y="1927529"/>
                  </a:lnTo>
                  <a:lnTo>
                    <a:pt x="10445953" y="1925721"/>
                  </a:lnTo>
                  <a:lnTo>
                    <a:pt x="10393632" y="1922745"/>
                  </a:lnTo>
                  <a:lnTo>
                    <a:pt x="10324592" y="1918376"/>
                  </a:lnTo>
                  <a:lnTo>
                    <a:pt x="10241103" y="1912464"/>
                  </a:lnTo>
                  <a:lnTo>
                    <a:pt x="10146771" y="1904937"/>
                  </a:lnTo>
                  <a:lnTo>
                    <a:pt x="10045836" y="1895787"/>
                  </a:lnTo>
                  <a:lnTo>
                    <a:pt x="9942464" y="1885045"/>
                  </a:lnTo>
                  <a:lnTo>
                    <a:pt x="9840234" y="1872743"/>
                  </a:lnTo>
                  <a:lnTo>
                    <a:pt x="9741854" y="1858895"/>
                  </a:lnTo>
                  <a:lnTo>
                    <a:pt x="9649111" y="1843470"/>
                  </a:lnTo>
                  <a:lnTo>
                    <a:pt x="9562962" y="1826386"/>
                  </a:lnTo>
                  <a:lnTo>
                    <a:pt x="9483707" y="1807498"/>
                  </a:lnTo>
                  <a:lnTo>
                    <a:pt x="9411162" y="1786605"/>
                  </a:lnTo>
                  <a:lnTo>
                    <a:pt x="9344827" y="1763451"/>
                  </a:lnTo>
                  <a:lnTo>
                    <a:pt x="9284005" y="1737734"/>
                  </a:lnTo>
                  <a:lnTo>
                    <a:pt x="9227905" y="1709126"/>
                  </a:lnTo>
                  <a:lnTo>
                    <a:pt x="9175702" y="1677300"/>
                  </a:lnTo>
                  <a:lnTo>
                    <a:pt x="9126599" y="1641979"/>
                  </a:lnTo>
                  <a:lnTo>
                    <a:pt x="9084767" y="1607356"/>
                  </a:lnTo>
                  <a:lnTo>
                    <a:pt x="9041468" y="1566966"/>
                  </a:lnTo>
                  <a:lnTo>
                    <a:pt x="8999375" y="1523161"/>
                  </a:lnTo>
                  <a:lnTo>
                    <a:pt x="8958110" y="1475875"/>
                  </a:lnTo>
                  <a:lnTo>
                    <a:pt x="8917378" y="1425118"/>
                  </a:lnTo>
                  <a:lnTo>
                    <a:pt x="8876957" y="1370988"/>
                  </a:lnTo>
                  <a:lnTo>
                    <a:pt x="8836682" y="1313675"/>
                  </a:lnTo>
                  <a:lnTo>
                    <a:pt x="8796441" y="1253463"/>
                  </a:lnTo>
                  <a:lnTo>
                    <a:pt x="8756165" y="1190732"/>
                  </a:lnTo>
                  <a:lnTo>
                    <a:pt x="8715823" y="1125952"/>
                  </a:lnTo>
                  <a:lnTo>
                    <a:pt x="8675413" y="1059664"/>
                  </a:lnTo>
                  <a:lnTo>
                    <a:pt x="8634956" y="992470"/>
                  </a:lnTo>
                  <a:lnTo>
                    <a:pt x="8594483" y="925007"/>
                  </a:lnTo>
                  <a:lnTo>
                    <a:pt x="8554032" y="857922"/>
                  </a:lnTo>
                  <a:lnTo>
                    <a:pt x="8513633" y="791847"/>
                  </a:lnTo>
                  <a:lnTo>
                    <a:pt x="8473303" y="727375"/>
                  </a:lnTo>
                  <a:lnTo>
                    <a:pt x="8433036" y="665038"/>
                  </a:lnTo>
                  <a:lnTo>
                    <a:pt x="8392795" y="605290"/>
                  </a:lnTo>
                  <a:lnTo>
                    <a:pt x="8352504" y="548495"/>
                  </a:lnTo>
                  <a:lnTo>
                    <a:pt x="8312044" y="494923"/>
                  </a:lnTo>
                  <a:lnTo>
                    <a:pt x="8271240" y="444746"/>
                  </a:lnTo>
                  <a:lnTo>
                    <a:pt x="8229858" y="398047"/>
                  </a:lnTo>
                  <a:lnTo>
                    <a:pt x="8187591" y="354823"/>
                  </a:lnTo>
                  <a:lnTo>
                    <a:pt x="8151487" y="321471"/>
                  </a:lnTo>
                  <a:lnTo>
                    <a:pt x="8104538" y="282905"/>
                  </a:lnTo>
                  <a:lnTo>
                    <a:pt x="8055140" y="247967"/>
                  </a:lnTo>
                  <a:lnTo>
                    <a:pt x="8002561" y="216499"/>
                  </a:lnTo>
                  <a:lnTo>
                    <a:pt x="7945995" y="188215"/>
                  </a:lnTo>
                  <a:lnTo>
                    <a:pt x="7884622" y="162788"/>
                  </a:lnTo>
                  <a:lnTo>
                    <a:pt x="7817654" y="139889"/>
                  </a:lnTo>
                  <a:lnTo>
                    <a:pt x="7744413" y="119221"/>
                  </a:lnTo>
                  <a:lnTo>
                    <a:pt x="7664423" y="100534"/>
                  </a:lnTo>
                  <a:lnTo>
                    <a:pt x="7577547" y="83633"/>
                  </a:lnTo>
                  <a:lnTo>
                    <a:pt x="7484142" y="68379"/>
                  </a:lnTo>
                  <a:lnTo>
                    <a:pt x="7385250" y="54697"/>
                  </a:lnTo>
                  <a:lnTo>
                    <a:pt x="7282753" y="42561"/>
                  </a:lnTo>
                  <a:lnTo>
                    <a:pt x="7179458" y="31986"/>
                  </a:lnTo>
                  <a:lnTo>
                    <a:pt x="7079022" y="23009"/>
                  </a:lnTo>
                  <a:lnTo>
                    <a:pt x="6985651" y="15656"/>
                  </a:lnTo>
                  <a:lnTo>
                    <a:pt x="6903549" y="9913"/>
                  </a:lnTo>
                  <a:lnTo>
                    <a:pt x="6836216" y="5701"/>
                  </a:lnTo>
                  <a:lnTo>
                    <a:pt x="6785738" y="2861"/>
                  </a:lnTo>
                  <a:lnTo>
                    <a:pt x="6752305" y="1162"/>
                  </a:lnTo>
                  <a:lnTo>
                    <a:pt x="6734049" y="320"/>
                  </a:lnTo>
                  <a:lnTo>
                    <a:pt x="6727198" y="33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871" y="83"/>
                  </a:lnTo>
                  <a:lnTo>
                    <a:pt x="5246733" y="675"/>
                  </a:lnTo>
                  <a:lnTo>
                    <a:pt x="5228716" y="2311"/>
                  </a:lnTo>
                  <a:lnTo>
                    <a:pt x="5196438" y="5534"/>
                  </a:lnTo>
                  <a:lnTo>
                    <a:pt x="5148194" y="10849"/>
                  </a:lnTo>
                  <a:lnTo>
                    <a:pt x="5084088" y="18672"/>
                  </a:lnTo>
                  <a:lnTo>
                    <a:pt x="5005910" y="29298"/>
                  </a:lnTo>
                  <a:lnTo>
                    <a:pt x="4916735" y="42882"/>
                  </a:lnTo>
                  <a:lnTo>
                    <a:pt x="4820338" y="59461"/>
                  </a:lnTo>
                  <a:lnTo>
                    <a:pt x="4720577" y="78994"/>
                  </a:lnTo>
                  <a:lnTo>
                    <a:pt x="4620899" y="101417"/>
                  </a:lnTo>
                  <a:lnTo>
                    <a:pt x="4524041" y="126690"/>
                  </a:lnTo>
                  <a:lnTo>
                    <a:pt x="4431926" y="154835"/>
                  </a:lnTo>
                  <a:lnTo>
                    <a:pt x="4345706" y="185961"/>
                  </a:lnTo>
                  <a:lnTo>
                    <a:pt x="4265888" y="220278"/>
                  </a:lnTo>
                  <a:lnTo>
                    <a:pt x="4192490" y="258096"/>
                  </a:lnTo>
                  <a:lnTo>
                    <a:pt x="4125181" y="299827"/>
                  </a:lnTo>
                  <a:lnTo>
                    <a:pt x="4063410" y="345968"/>
                  </a:lnTo>
                  <a:lnTo>
                    <a:pt x="4006498" y="397084"/>
                  </a:lnTo>
                  <a:lnTo>
                    <a:pt x="3953708" y="453769"/>
                  </a:lnTo>
                  <a:lnTo>
                    <a:pt x="3904295" y="516585"/>
                  </a:lnTo>
                  <a:lnTo>
                    <a:pt x="3857554" y="585961"/>
                  </a:lnTo>
                  <a:lnTo>
                    <a:pt x="3829811" y="632045"/>
                  </a:lnTo>
                  <a:lnTo>
                    <a:pt x="3796441" y="692427"/>
                  </a:lnTo>
                  <a:lnTo>
                    <a:pt x="3763840" y="756743"/>
                  </a:lnTo>
                  <a:lnTo>
                    <a:pt x="3731822" y="825072"/>
                  </a:lnTo>
                  <a:lnTo>
                    <a:pt x="3700233" y="897446"/>
                  </a:lnTo>
                  <a:lnTo>
                    <a:pt x="3668947" y="973840"/>
                  </a:lnTo>
                  <a:lnTo>
                    <a:pt x="3637861" y="1054174"/>
                  </a:lnTo>
                  <a:lnTo>
                    <a:pt x="3606894" y="1138301"/>
                  </a:lnTo>
                  <a:lnTo>
                    <a:pt x="3575984" y="1226012"/>
                  </a:lnTo>
                  <a:lnTo>
                    <a:pt x="3545086" y="1317031"/>
                  </a:lnTo>
                  <a:lnTo>
                    <a:pt x="3514169" y="1411015"/>
                  </a:lnTo>
                  <a:lnTo>
                    <a:pt x="3483217" y="1507564"/>
                  </a:lnTo>
                  <a:lnTo>
                    <a:pt x="3452223" y="1606222"/>
                  </a:lnTo>
                  <a:lnTo>
                    <a:pt x="3421190" y="1706484"/>
                  </a:lnTo>
                  <a:lnTo>
                    <a:pt x="3390128" y="1807811"/>
                  </a:lnTo>
                  <a:lnTo>
                    <a:pt x="3359052" y="1909638"/>
                  </a:lnTo>
                  <a:lnTo>
                    <a:pt x="3327979" y="2011388"/>
                  </a:lnTo>
                  <a:lnTo>
                    <a:pt x="3296924" y="2112487"/>
                  </a:lnTo>
                  <a:lnTo>
                    <a:pt x="3265900" y="2212375"/>
                  </a:lnTo>
                  <a:lnTo>
                    <a:pt x="3234917" y="2310521"/>
                  </a:lnTo>
                  <a:lnTo>
                    <a:pt x="3203975" y="2406433"/>
                  </a:lnTo>
                  <a:lnTo>
                    <a:pt x="3173066" y="2499668"/>
                  </a:lnTo>
                  <a:lnTo>
                    <a:pt x="3142168" y="2589840"/>
                  </a:lnTo>
                  <a:lnTo>
                    <a:pt x="3111248" y="2676626"/>
                  </a:lnTo>
                  <a:lnTo>
                    <a:pt x="3080257" y="2759765"/>
                  </a:lnTo>
                  <a:lnTo>
                    <a:pt x="3049126" y="2839067"/>
                  </a:lnTo>
                  <a:lnTo>
                    <a:pt x="3017771" y="2914401"/>
                  </a:lnTo>
                  <a:lnTo>
                    <a:pt x="2986081" y="2985702"/>
                  </a:lnTo>
                  <a:lnTo>
                    <a:pt x="2953925" y="3052963"/>
                  </a:lnTo>
                  <a:lnTo>
                    <a:pt x="2921140" y="3116226"/>
                  </a:lnTo>
                  <a:lnTo>
                    <a:pt x="2896531" y="3160226"/>
                  </a:lnTo>
                  <a:lnTo>
                    <a:pt x="2851117" y="3233738"/>
                  </a:lnTo>
                  <a:lnTo>
                    <a:pt x="2803429" y="3300559"/>
                  </a:lnTo>
                  <a:lnTo>
                    <a:pt x="2752806" y="3360960"/>
                  </a:lnTo>
                  <a:lnTo>
                    <a:pt x="2698522" y="3415437"/>
                  </a:lnTo>
                  <a:lnTo>
                    <a:pt x="2639830" y="3464573"/>
                  </a:lnTo>
                  <a:lnTo>
                    <a:pt x="2576008" y="3508958"/>
                  </a:lnTo>
                  <a:lnTo>
                    <a:pt x="2506417" y="3549132"/>
                  </a:lnTo>
                  <a:lnTo>
                    <a:pt x="2430577" y="3585563"/>
                  </a:lnTo>
                  <a:lnTo>
                    <a:pt x="2348276" y="3618623"/>
                  </a:lnTo>
                  <a:lnTo>
                    <a:pt x="2259701" y="3648585"/>
                  </a:lnTo>
                  <a:lnTo>
                    <a:pt x="2165588" y="3675620"/>
                  </a:lnTo>
                  <a:lnTo>
                    <a:pt x="2067375" y="3699800"/>
                  </a:lnTo>
                  <a:lnTo>
                    <a:pt x="1967299" y="3721121"/>
                  </a:lnTo>
                  <a:lnTo>
                    <a:pt x="1868390" y="3739527"/>
                  </a:lnTo>
                  <a:lnTo>
                    <a:pt x="1774302" y="3754958"/>
                  </a:lnTo>
                  <a:lnTo>
                    <a:pt x="1688927" y="3767396"/>
                  </a:lnTo>
                  <a:lnTo>
                    <a:pt x="1615846" y="3776920"/>
                  </a:lnTo>
                  <a:lnTo>
                    <a:pt x="1557705" y="3783738"/>
                  </a:lnTo>
                  <a:lnTo>
                    <a:pt x="1515677" y="3788195"/>
                  </a:lnTo>
                  <a:lnTo>
                    <a:pt x="1489172" y="3790746"/>
                  </a:lnTo>
                  <a:lnTo>
                    <a:pt x="1475815" y="3791917"/>
                  </a:lnTo>
                  <a:lnTo>
                    <a:pt x="1471646" y="3792251"/>
                  </a:lnTo>
                  <a:lnTo>
                    <a:pt x="1471387" y="3792271"/>
                  </a:lnTo>
                  <a:lnTo>
                    <a:pt x="0" y="379227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56" name="pg1256"/>
            <p:cNvSpPr/>
            <p:nvPr/>
          </p:nvSpPr>
          <p:spPr>
            <a:xfrm>
              <a:off x="4799595" y="4522082"/>
              <a:ext cx="11981298" cy="3735060"/>
            </a:xfrm>
            <a:custGeom>
              <a:avLst/>
              <a:pathLst>
                <a:path w="11981298" h="3735060">
                  <a:moveTo>
                    <a:pt x="0" y="3735060"/>
                  </a:moveTo>
                  <a:lnTo>
                    <a:pt x="1471387" y="3735060"/>
                  </a:lnTo>
                  <a:lnTo>
                    <a:pt x="1472476" y="3734978"/>
                  </a:lnTo>
                  <a:lnTo>
                    <a:pt x="1479642" y="3734393"/>
                  </a:lnTo>
                  <a:lnTo>
                    <a:pt x="1497731" y="3732778"/>
                  </a:lnTo>
                  <a:lnTo>
                    <a:pt x="1530131" y="3729597"/>
                  </a:lnTo>
                  <a:lnTo>
                    <a:pt x="1578546" y="3724353"/>
                  </a:lnTo>
                  <a:lnTo>
                    <a:pt x="1642860" y="3716632"/>
                  </a:lnTo>
                  <a:lnTo>
                    <a:pt x="1721264" y="3706149"/>
                  </a:lnTo>
                  <a:lnTo>
                    <a:pt x="1810661" y="3692749"/>
                  </a:lnTo>
                  <a:lnTo>
                    <a:pt x="1907256" y="3676398"/>
                  </a:lnTo>
                  <a:lnTo>
                    <a:pt x="2007178" y="3657136"/>
                  </a:lnTo>
                  <a:lnTo>
                    <a:pt x="2106972" y="3635027"/>
                  </a:lnTo>
                  <a:lnTo>
                    <a:pt x="2203903" y="3610109"/>
                  </a:lnTo>
                  <a:lnTo>
                    <a:pt x="2296052" y="3582360"/>
                  </a:lnTo>
                  <a:lnTo>
                    <a:pt x="2382274" y="3551670"/>
                  </a:lnTo>
                  <a:lnTo>
                    <a:pt x="2462071" y="3517831"/>
                  </a:lnTo>
                  <a:lnTo>
                    <a:pt x="2535436" y="3480532"/>
                  </a:lnTo>
                  <a:lnTo>
                    <a:pt x="2602704" y="3439368"/>
                  </a:lnTo>
                  <a:lnTo>
                    <a:pt x="2664433" y="3393844"/>
                  </a:lnTo>
                  <a:lnTo>
                    <a:pt x="2721308" y="3343403"/>
                  </a:lnTo>
                  <a:lnTo>
                    <a:pt x="2774070" y="3287459"/>
                  </a:lnTo>
                  <a:lnTo>
                    <a:pt x="2823466" y="3225457"/>
                  </a:lnTo>
                  <a:lnTo>
                    <a:pt x="2870202" y="3156981"/>
                  </a:lnTo>
                  <a:lnTo>
                    <a:pt x="2896531" y="3113912"/>
                  </a:lnTo>
                  <a:lnTo>
                    <a:pt x="2930154" y="3054101"/>
                  </a:lnTo>
                  <a:lnTo>
                    <a:pt x="2962997" y="2990364"/>
                  </a:lnTo>
                  <a:lnTo>
                    <a:pt x="2995251" y="2922621"/>
                  </a:lnTo>
                  <a:lnTo>
                    <a:pt x="3027072" y="2850843"/>
                  </a:lnTo>
                  <a:lnTo>
                    <a:pt x="3058590" y="2775054"/>
                  </a:lnTo>
                  <a:lnTo>
                    <a:pt x="3089908" y="2695338"/>
                  </a:lnTo>
                  <a:lnTo>
                    <a:pt x="3121108" y="2611845"/>
                  </a:lnTo>
                  <a:lnTo>
                    <a:pt x="3152253" y="2524790"/>
                  </a:lnTo>
                  <a:lnTo>
                    <a:pt x="3183388" y="2434453"/>
                  </a:lnTo>
                  <a:lnTo>
                    <a:pt x="3214544" y="2341182"/>
                  </a:lnTo>
                  <a:lnTo>
                    <a:pt x="3245737" y="2245385"/>
                  </a:lnTo>
                  <a:lnTo>
                    <a:pt x="3276973" y="2147524"/>
                  </a:lnTo>
                  <a:lnTo>
                    <a:pt x="3308247" y="2048111"/>
                  </a:lnTo>
                  <a:lnTo>
                    <a:pt x="3339549" y="1947691"/>
                  </a:lnTo>
                  <a:lnTo>
                    <a:pt x="3370863" y="1846833"/>
                  </a:lnTo>
                  <a:lnTo>
                    <a:pt x="3402174" y="1746118"/>
                  </a:lnTo>
                  <a:lnTo>
                    <a:pt x="3433464" y="1646122"/>
                  </a:lnTo>
                  <a:lnTo>
                    <a:pt x="3464720" y="1547405"/>
                  </a:lnTo>
                  <a:lnTo>
                    <a:pt x="3495934" y="1450498"/>
                  </a:lnTo>
                  <a:lnTo>
                    <a:pt x="3527108" y="1355887"/>
                  </a:lnTo>
                  <a:lnTo>
                    <a:pt x="3558251" y="1264010"/>
                  </a:lnTo>
                  <a:lnTo>
                    <a:pt x="3589386" y="1175246"/>
                  </a:lnTo>
                  <a:lnTo>
                    <a:pt x="3620551" y="1089909"/>
                  </a:lnTo>
                  <a:lnTo>
                    <a:pt x="3651800" y="1008249"/>
                  </a:lnTo>
                  <a:lnTo>
                    <a:pt x="3683205" y="930448"/>
                  </a:lnTo>
                  <a:lnTo>
                    <a:pt x="3714857" y="856623"/>
                  </a:lnTo>
                  <a:lnTo>
                    <a:pt x="3746874" y="786827"/>
                  </a:lnTo>
                  <a:lnTo>
                    <a:pt x="3779396" y="721060"/>
                  </a:lnTo>
                  <a:lnTo>
                    <a:pt x="3812596" y="659264"/>
                  </a:lnTo>
                  <a:lnTo>
                    <a:pt x="3829811" y="629320"/>
                  </a:lnTo>
                  <a:lnTo>
                    <a:pt x="3875291" y="556978"/>
                  </a:lnTo>
                  <a:lnTo>
                    <a:pt x="3923051" y="491230"/>
                  </a:lnTo>
                  <a:lnTo>
                    <a:pt x="3973757" y="431808"/>
                  </a:lnTo>
                  <a:lnTo>
                    <a:pt x="4028138" y="378222"/>
                  </a:lnTo>
                  <a:lnTo>
                    <a:pt x="4086943" y="329897"/>
                  </a:lnTo>
                  <a:lnTo>
                    <a:pt x="4150898" y="286250"/>
                  </a:lnTo>
                  <a:lnTo>
                    <a:pt x="4220643" y="246748"/>
                  </a:lnTo>
                  <a:lnTo>
                    <a:pt x="4296657" y="210932"/>
                  </a:lnTo>
                  <a:lnTo>
                    <a:pt x="4379151" y="178434"/>
                  </a:lnTo>
                  <a:lnTo>
                    <a:pt x="4467932" y="148987"/>
                  </a:lnTo>
                  <a:lnTo>
                    <a:pt x="4562250" y="122423"/>
                  </a:lnTo>
                  <a:lnTo>
                    <a:pt x="4660652" y="98671"/>
                  </a:lnTo>
                  <a:lnTo>
                    <a:pt x="4760877" y="77738"/>
                  </a:lnTo>
                  <a:lnTo>
                    <a:pt x="4859868" y="59679"/>
                  </a:lnTo>
                  <a:lnTo>
                    <a:pt x="4953949" y="44553"/>
                  </a:lnTo>
                  <a:lnTo>
                    <a:pt x="5039211" y="32376"/>
                  </a:lnTo>
                  <a:lnTo>
                    <a:pt x="5112072" y="23068"/>
                  </a:lnTo>
                  <a:lnTo>
                    <a:pt x="5169905" y="16420"/>
                  </a:lnTo>
                  <a:lnTo>
                    <a:pt x="5211570" y="12089"/>
                  </a:lnTo>
                  <a:lnTo>
                    <a:pt x="5237712" y="9623"/>
                  </a:lnTo>
                  <a:lnTo>
                    <a:pt x="5250759" y="8502"/>
                  </a:lnTo>
                  <a:lnTo>
                    <a:pt x="5254733" y="8189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485" y="8240"/>
                  </a:lnTo>
                  <a:lnTo>
                    <a:pt x="6734994" y="8717"/>
                  </a:lnTo>
                  <a:lnTo>
                    <a:pt x="6753922" y="10039"/>
                  </a:lnTo>
                  <a:lnTo>
                    <a:pt x="6787758" y="12639"/>
                  </a:lnTo>
                  <a:lnTo>
                    <a:pt x="6838182" y="16924"/>
                  </a:lnTo>
                  <a:lnTo>
                    <a:pt x="6904934" y="23222"/>
                  </a:lnTo>
                  <a:lnTo>
                    <a:pt x="6985974" y="31759"/>
                  </a:lnTo>
                  <a:lnTo>
                    <a:pt x="7077942" y="42648"/>
                  </a:lnTo>
                  <a:lnTo>
                    <a:pt x="7176814" y="55909"/>
                  </a:lnTo>
                  <a:lnTo>
                    <a:pt x="7278561" y="71504"/>
                  </a:lnTo>
                  <a:lnTo>
                    <a:pt x="7379660" y="89381"/>
                  </a:lnTo>
                  <a:lnTo>
                    <a:pt x="7477384" y="109516"/>
                  </a:lnTo>
                  <a:lnTo>
                    <a:pt x="7569879" y="131939"/>
                  </a:lnTo>
                  <a:lnTo>
                    <a:pt x="7656092" y="156757"/>
                  </a:lnTo>
                  <a:lnTo>
                    <a:pt x="7735629" y="184157"/>
                  </a:lnTo>
                  <a:lnTo>
                    <a:pt x="7808580" y="214413"/>
                  </a:lnTo>
                  <a:lnTo>
                    <a:pt x="7875366" y="247875"/>
                  </a:lnTo>
                  <a:lnTo>
                    <a:pt x="7936619" y="284964"/>
                  </a:lnTo>
                  <a:lnTo>
                    <a:pt x="7993080" y="326147"/>
                  </a:lnTo>
                  <a:lnTo>
                    <a:pt x="8045533" y="371899"/>
                  </a:lnTo>
                  <a:lnTo>
                    <a:pt x="8094754" y="422649"/>
                  </a:lnTo>
                  <a:lnTo>
                    <a:pt x="8141462" y="478674"/>
                  </a:lnTo>
                  <a:lnTo>
                    <a:pt x="8151487" y="491742"/>
                  </a:lnTo>
                  <a:lnTo>
                    <a:pt x="8188811" y="543693"/>
                  </a:lnTo>
                  <a:lnTo>
                    <a:pt x="8225201" y="599431"/>
                  </a:lnTo>
                  <a:lnTo>
                    <a:pt x="8260908" y="659033"/>
                  </a:lnTo>
                  <a:lnTo>
                    <a:pt x="8296137" y="722515"/>
                  </a:lnTo>
                  <a:lnTo>
                    <a:pt x="8331051" y="789825"/>
                  </a:lnTo>
                  <a:lnTo>
                    <a:pt x="8365777" y="860840"/>
                  </a:lnTo>
                  <a:lnTo>
                    <a:pt x="8400411" y="935356"/>
                  </a:lnTo>
                  <a:lnTo>
                    <a:pt x="8435023" y="1013092"/>
                  </a:lnTo>
                  <a:lnTo>
                    <a:pt x="8469656" y="1093688"/>
                  </a:lnTo>
                  <a:lnTo>
                    <a:pt x="8504335" y="1176712"/>
                  </a:lnTo>
                  <a:lnTo>
                    <a:pt x="8539067" y="1261665"/>
                  </a:lnTo>
                  <a:lnTo>
                    <a:pt x="8573843" y="1347993"/>
                  </a:lnTo>
                  <a:lnTo>
                    <a:pt x="8608648" y="1435106"/>
                  </a:lnTo>
                  <a:lnTo>
                    <a:pt x="8643460" y="1522388"/>
                  </a:lnTo>
                  <a:lnTo>
                    <a:pt x="8678254" y="1609219"/>
                  </a:lnTo>
                  <a:lnTo>
                    <a:pt x="8713012" y="1694993"/>
                  </a:lnTo>
                  <a:lnTo>
                    <a:pt x="8747719" y="1779132"/>
                  </a:lnTo>
                  <a:lnTo>
                    <a:pt x="8782376" y="1861109"/>
                  </a:lnTo>
                  <a:lnTo>
                    <a:pt x="8816995" y="1940452"/>
                  </a:lnTo>
                  <a:lnTo>
                    <a:pt x="8851611" y="2016761"/>
                  </a:lnTo>
                  <a:lnTo>
                    <a:pt x="8886277" y="2089712"/>
                  </a:lnTo>
                  <a:lnTo>
                    <a:pt x="8921074" y="2159060"/>
                  </a:lnTo>
                  <a:lnTo>
                    <a:pt x="8956114" y="2224638"/>
                  </a:lnTo>
                  <a:lnTo>
                    <a:pt x="8991538" y="2286355"/>
                  </a:lnTo>
                  <a:lnTo>
                    <a:pt x="9027528" y="2344191"/>
                  </a:lnTo>
                  <a:lnTo>
                    <a:pt x="9064309" y="2398191"/>
                  </a:lnTo>
                  <a:lnTo>
                    <a:pt x="9084767" y="2426018"/>
                  </a:lnTo>
                  <a:lnTo>
                    <a:pt x="9131008" y="2483216"/>
                  </a:lnTo>
                  <a:lnTo>
                    <a:pt x="9179616" y="2535113"/>
                  </a:lnTo>
                  <a:lnTo>
                    <a:pt x="9231292" y="2581934"/>
                  </a:lnTo>
                  <a:lnTo>
                    <a:pt x="9286801" y="2624084"/>
                  </a:lnTo>
                  <a:lnTo>
                    <a:pt x="9346931" y="2662034"/>
                  </a:lnTo>
                  <a:lnTo>
                    <a:pt x="9412438" y="2696258"/>
                  </a:lnTo>
                  <a:lnTo>
                    <a:pt x="9483984" y="2727188"/>
                  </a:lnTo>
                  <a:lnTo>
                    <a:pt x="9562047" y="2755192"/>
                  </a:lnTo>
                  <a:lnTo>
                    <a:pt x="9646803" y="2780559"/>
                  </a:lnTo>
                  <a:lnTo>
                    <a:pt x="9737978" y="2803499"/>
                  </a:lnTo>
                  <a:lnTo>
                    <a:pt x="9834678" y="2824133"/>
                  </a:lnTo>
                  <a:lnTo>
                    <a:pt x="9935237" y="2842508"/>
                  </a:lnTo>
                  <a:lnTo>
                    <a:pt x="10037119" y="2858611"/>
                  </a:lnTo>
                  <a:lnTo>
                    <a:pt x="10136960" y="2872390"/>
                  </a:lnTo>
                  <a:lnTo>
                    <a:pt x="10230806" y="2883804"/>
                  </a:lnTo>
                  <a:lnTo>
                    <a:pt x="10314578" y="2892853"/>
                  </a:lnTo>
                  <a:lnTo>
                    <a:pt x="10384710" y="2899630"/>
                  </a:lnTo>
                  <a:lnTo>
                    <a:pt x="10438824" y="2904333"/>
                  </a:lnTo>
                  <a:lnTo>
                    <a:pt x="10476240" y="2907272"/>
                  </a:lnTo>
                  <a:lnTo>
                    <a:pt x="10498215" y="2908838"/>
                  </a:lnTo>
                  <a:lnTo>
                    <a:pt x="10507859" y="2909465"/>
                  </a:lnTo>
                  <a:lnTo>
                    <a:pt x="10509911" y="2909587"/>
                  </a:lnTo>
                  <a:lnTo>
                    <a:pt x="11981298" y="2909587"/>
                  </a:lnTo>
                  <a:lnTo>
                    <a:pt x="11981298" y="2901414"/>
                  </a:lnTo>
                  <a:lnTo>
                    <a:pt x="10509911" y="2901414"/>
                  </a:lnTo>
                  <a:lnTo>
                    <a:pt x="10508768" y="2901347"/>
                  </a:lnTo>
                  <a:lnTo>
                    <a:pt x="10501259" y="2900869"/>
                  </a:lnTo>
                  <a:lnTo>
                    <a:pt x="10482331" y="2899548"/>
                  </a:lnTo>
                  <a:lnTo>
                    <a:pt x="10448495" y="2896947"/>
                  </a:lnTo>
                  <a:lnTo>
                    <a:pt x="10398071" y="2892662"/>
                  </a:lnTo>
                  <a:lnTo>
                    <a:pt x="10331319" y="2886364"/>
                  </a:lnTo>
                  <a:lnTo>
                    <a:pt x="10250279" y="2877827"/>
                  </a:lnTo>
                  <a:lnTo>
                    <a:pt x="10158311" y="2866938"/>
                  </a:lnTo>
                  <a:lnTo>
                    <a:pt x="10059440" y="2853677"/>
                  </a:lnTo>
                  <a:lnTo>
                    <a:pt x="9957693" y="2838083"/>
                  </a:lnTo>
                  <a:lnTo>
                    <a:pt x="9856593" y="2820205"/>
                  </a:lnTo>
                  <a:lnTo>
                    <a:pt x="9758869" y="2800071"/>
                  </a:lnTo>
                  <a:lnTo>
                    <a:pt x="9666375" y="2777647"/>
                  </a:lnTo>
                  <a:lnTo>
                    <a:pt x="9580161" y="2752830"/>
                  </a:lnTo>
                  <a:lnTo>
                    <a:pt x="9500624" y="2725429"/>
                  </a:lnTo>
                  <a:lnTo>
                    <a:pt x="9427673" y="2695174"/>
                  </a:lnTo>
                  <a:lnTo>
                    <a:pt x="9360887" y="2661711"/>
                  </a:lnTo>
                  <a:lnTo>
                    <a:pt x="9299634" y="2624622"/>
                  </a:lnTo>
                  <a:lnTo>
                    <a:pt x="9243174" y="2583440"/>
                  </a:lnTo>
                  <a:lnTo>
                    <a:pt x="9190720" y="2537687"/>
                  </a:lnTo>
                  <a:lnTo>
                    <a:pt x="9141499" y="2486937"/>
                  </a:lnTo>
                  <a:lnTo>
                    <a:pt x="9094791" y="2430913"/>
                  </a:lnTo>
                  <a:lnTo>
                    <a:pt x="9084767" y="2417845"/>
                  </a:lnTo>
                  <a:lnTo>
                    <a:pt x="9047442" y="2365893"/>
                  </a:lnTo>
                  <a:lnTo>
                    <a:pt x="9011052" y="2310155"/>
                  </a:lnTo>
                  <a:lnTo>
                    <a:pt x="8975345" y="2250553"/>
                  </a:lnTo>
                  <a:lnTo>
                    <a:pt x="8940116" y="2187072"/>
                  </a:lnTo>
                  <a:lnTo>
                    <a:pt x="8905203" y="2119761"/>
                  </a:lnTo>
                  <a:lnTo>
                    <a:pt x="8870477" y="2048747"/>
                  </a:lnTo>
                  <a:lnTo>
                    <a:pt x="8835842" y="1974231"/>
                  </a:lnTo>
                  <a:lnTo>
                    <a:pt x="8801230" y="1896495"/>
                  </a:lnTo>
                  <a:lnTo>
                    <a:pt x="8766597" y="1815898"/>
                  </a:lnTo>
                  <a:lnTo>
                    <a:pt x="8731918" y="1732874"/>
                  </a:lnTo>
                  <a:lnTo>
                    <a:pt x="8697186" y="1647922"/>
                  </a:lnTo>
                  <a:lnTo>
                    <a:pt x="8662410" y="1561593"/>
                  </a:lnTo>
                  <a:lnTo>
                    <a:pt x="8627605" y="1474480"/>
                  </a:lnTo>
                  <a:lnTo>
                    <a:pt x="8592794" y="1387198"/>
                  </a:lnTo>
                  <a:lnTo>
                    <a:pt x="8557999" y="1300367"/>
                  </a:lnTo>
                  <a:lnTo>
                    <a:pt x="8523242" y="1214594"/>
                  </a:lnTo>
                  <a:lnTo>
                    <a:pt x="8488534" y="1130454"/>
                  </a:lnTo>
                  <a:lnTo>
                    <a:pt x="8453877" y="1048478"/>
                  </a:lnTo>
                  <a:lnTo>
                    <a:pt x="8419258" y="969135"/>
                  </a:lnTo>
                  <a:lnTo>
                    <a:pt x="8384643" y="892825"/>
                  </a:lnTo>
                  <a:lnTo>
                    <a:pt x="8349977" y="819874"/>
                  </a:lnTo>
                  <a:lnTo>
                    <a:pt x="8315179" y="750526"/>
                  </a:lnTo>
                  <a:lnTo>
                    <a:pt x="8280139" y="684949"/>
                  </a:lnTo>
                  <a:lnTo>
                    <a:pt x="8244715" y="623232"/>
                  </a:lnTo>
                  <a:lnTo>
                    <a:pt x="8208725" y="565396"/>
                  </a:lnTo>
                  <a:lnTo>
                    <a:pt x="8171945" y="511395"/>
                  </a:lnTo>
                  <a:lnTo>
                    <a:pt x="8151487" y="483569"/>
                  </a:lnTo>
                  <a:lnTo>
                    <a:pt x="8105245" y="426371"/>
                  </a:lnTo>
                  <a:lnTo>
                    <a:pt x="8056637" y="374473"/>
                  </a:lnTo>
                  <a:lnTo>
                    <a:pt x="8004962" y="327652"/>
                  </a:lnTo>
                  <a:lnTo>
                    <a:pt x="7949453" y="285503"/>
                  </a:lnTo>
                  <a:lnTo>
                    <a:pt x="7889323" y="247552"/>
                  </a:lnTo>
                  <a:lnTo>
                    <a:pt x="7823815" y="213328"/>
                  </a:lnTo>
                  <a:lnTo>
                    <a:pt x="7752269" y="182398"/>
                  </a:lnTo>
                  <a:lnTo>
                    <a:pt x="7674206" y="154395"/>
                  </a:lnTo>
                  <a:lnTo>
                    <a:pt x="7589450" y="129027"/>
                  </a:lnTo>
                  <a:lnTo>
                    <a:pt x="7498276" y="106088"/>
                  </a:lnTo>
                  <a:lnTo>
                    <a:pt x="7401575" y="85454"/>
                  </a:lnTo>
                  <a:lnTo>
                    <a:pt x="7301016" y="67078"/>
                  </a:lnTo>
                  <a:lnTo>
                    <a:pt x="7199134" y="50976"/>
                  </a:lnTo>
                  <a:lnTo>
                    <a:pt x="7099293" y="37196"/>
                  </a:lnTo>
                  <a:lnTo>
                    <a:pt x="7005448" y="25783"/>
                  </a:lnTo>
                  <a:lnTo>
                    <a:pt x="6921676" y="16733"/>
                  </a:lnTo>
                  <a:lnTo>
                    <a:pt x="6851543" y="9957"/>
                  </a:lnTo>
                  <a:lnTo>
                    <a:pt x="6797429" y="5253"/>
                  </a:lnTo>
                  <a:lnTo>
                    <a:pt x="6760013" y="2314"/>
                  </a:lnTo>
                  <a:lnTo>
                    <a:pt x="6738038" y="748"/>
                  </a:lnTo>
                  <a:lnTo>
                    <a:pt x="6728395" y="122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866" y="81"/>
                  </a:lnTo>
                  <a:lnTo>
                    <a:pt x="5246700" y="666"/>
                  </a:lnTo>
                  <a:lnTo>
                    <a:pt x="5228612" y="2281"/>
                  </a:lnTo>
                  <a:lnTo>
                    <a:pt x="5196211" y="5462"/>
                  </a:lnTo>
                  <a:lnTo>
                    <a:pt x="5147797" y="10707"/>
                  </a:lnTo>
                  <a:lnTo>
                    <a:pt x="5083482" y="18427"/>
                  </a:lnTo>
                  <a:lnTo>
                    <a:pt x="5005078" y="28911"/>
                  </a:lnTo>
                  <a:lnTo>
                    <a:pt x="4915681" y="42310"/>
                  </a:lnTo>
                  <a:lnTo>
                    <a:pt x="4819086" y="58661"/>
                  </a:lnTo>
                  <a:lnTo>
                    <a:pt x="4719164" y="77923"/>
                  </a:lnTo>
                  <a:lnTo>
                    <a:pt x="4619370" y="100033"/>
                  </a:lnTo>
                  <a:lnTo>
                    <a:pt x="4522439" y="124950"/>
                  </a:lnTo>
                  <a:lnTo>
                    <a:pt x="4430290" y="152699"/>
                  </a:lnTo>
                  <a:lnTo>
                    <a:pt x="4344068" y="183389"/>
                  </a:lnTo>
                  <a:lnTo>
                    <a:pt x="4264271" y="217229"/>
                  </a:lnTo>
                  <a:lnTo>
                    <a:pt x="4190906" y="254527"/>
                  </a:lnTo>
                  <a:lnTo>
                    <a:pt x="4123638" y="295691"/>
                  </a:lnTo>
                  <a:lnTo>
                    <a:pt x="4061909" y="341215"/>
                  </a:lnTo>
                  <a:lnTo>
                    <a:pt x="4005034" y="391656"/>
                  </a:lnTo>
                  <a:lnTo>
                    <a:pt x="3952272" y="447601"/>
                  </a:lnTo>
                  <a:lnTo>
                    <a:pt x="3902876" y="509602"/>
                  </a:lnTo>
                  <a:lnTo>
                    <a:pt x="3856140" y="578078"/>
                  </a:lnTo>
                  <a:lnTo>
                    <a:pt x="3829811" y="621147"/>
                  </a:lnTo>
                  <a:lnTo>
                    <a:pt x="3796189" y="680959"/>
                  </a:lnTo>
                  <a:lnTo>
                    <a:pt x="3763345" y="744695"/>
                  </a:lnTo>
                  <a:lnTo>
                    <a:pt x="3731091" y="812438"/>
                  </a:lnTo>
                  <a:lnTo>
                    <a:pt x="3699270" y="884216"/>
                  </a:lnTo>
                  <a:lnTo>
                    <a:pt x="3667752" y="960005"/>
                  </a:lnTo>
                  <a:lnTo>
                    <a:pt x="3636434" y="1039721"/>
                  </a:lnTo>
                  <a:lnTo>
                    <a:pt x="3605234" y="1123214"/>
                  </a:lnTo>
                  <a:lnTo>
                    <a:pt x="3574089" y="1210270"/>
                  </a:lnTo>
                  <a:lnTo>
                    <a:pt x="3542954" y="1300606"/>
                  </a:lnTo>
                  <a:lnTo>
                    <a:pt x="3511798" y="1393877"/>
                  </a:lnTo>
                  <a:lnTo>
                    <a:pt x="3480605" y="1489675"/>
                  </a:lnTo>
                  <a:lnTo>
                    <a:pt x="3449369" y="1587535"/>
                  </a:lnTo>
                  <a:lnTo>
                    <a:pt x="3418095" y="1686948"/>
                  </a:lnTo>
                  <a:lnTo>
                    <a:pt x="3386794" y="1787369"/>
                  </a:lnTo>
                  <a:lnTo>
                    <a:pt x="3355479" y="1888226"/>
                  </a:lnTo>
                  <a:lnTo>
                    <a:pt x="3324168" y="1988942"/>
                  </a:lnTo>
                  <a:lnTo>
                    <a:pt x="3292878" y="2088937"/>
                  </a:lnTo>
                  <a:lnTo>
                    <a:pt x="3261622" y="2187654"/>
                  </a:lnTo>
                  <a:lnTo>
                    <a:pt x="3230408" y="2284562"/>
                  </a:lnTo>
                  <a:lnTo>
                    <a:pt x="3199235" y="2379172"/>
                  </a:lnTo>
                  <a:lnTo>
                    <a:pt x="3168092" y="2471049"/>
                  </a:lnTo>
                  <a:lnTo>
                    <a:pt x="3136956" y="2559813"/>
                  </a:lnTo>
                  <a:lnTo>
                    <a:pt x="3105791" y="2645150"/>
                  </a:lnTo>
                  <a:lnTo>
                    <a:pt x="3074542" y="2726810"/>
                  </a:lnTo>
                  <a:lnTo>
                    <a:pt x="3043137" y="2804611"/>
                  </a:lnTo>
                  <a:lnTo>
                    <a:pt x="3011485" y="2878437"/>
                  </a:lnTo>
                  <a:lnTo>
                    <a:pt x="2979469" y="2948232"/>
                  </a:lnTo>
                  <a:lnTo>
                    <a:pt x="2946947" y="3013999"/>
                  </a:lnTo>
                  <a:lnTo>
                    <a:pt x="2913746" y="3075795"/>
                  </a:lnTo>
                  <a:lnTo>
                    <a:pt x="2896531" y="3105739"/>
                  </a:lnTo>
                  <a:lnTo>
                    <a:pt x="2851051" y="3178081"/>
                  </a:lnTo>
                  <a:lnTo>
                    <a:pt x="2803291" y="3243829"/>
                  </a:lnTo>
                  <a:lnTo>
                    <a:pt x="2752585" y="3303251"/>
                  </a:lnTo>
                  <a:lnTo>
                    <a:pt x="2698204" y="3356837"/>
                  </a:lnTo>
                  <a:lnTo>
                    <a:pt x="2639399" y="3405163"/>
                  </a:lnTo>
                  <a:lnTo>
                    <a:pt x="2575444" y="3448809"/>
                  </a:lnTo>
                  <a:lnTo>
                    <a:pt x="2505699" y="3488311"/>
                  </a:lnTo>
                  <a:lnTo>
                    <a:pt x="2429685" y="3524127"/>
                  </a:lnTo>
                  <a:lnTo>
                    <a:pt x="2347191" y="3556625"/>
                  </a:lnTo>
                  <a:lnTo>
                    <a:pt x="2258410" y="3586073"/>
                  </a:lnTo>
                  <a:lnTo>
                    <a:pt x="2164092" y="3612637"/>
                  </a:lnTo>
                  <a:lnTo>
                    <a:pt x="2065690" y="3636388"/>
                  </a:lnTo>
                  <a:lnTo>
                    <a:pt x="1965465" y="3657321"/>
                  </a:lnTo>
                  <a:lnTo>
                    <a:pt x="1866474" y="3675380"/>
                  </a:lnTo>
                  <a:lnTo>
                    <a:pt x="1772393" y="3690506"/>
                  </a:lnTo>
                  <a:lnTo>
                    <a:pt x="1687131" y="3702683"/>
                  </a:lnTo>
                  <a:lnTo>
                    <a:pt x="1614270" y="3711991"/>
                  </a:lnTo>
                  <a:lnTo>
                    <a:pt x="1556438" y="3718640"/>
                  </a:lnTo>
                  <a:lnTo>
                    <a:pt x="1514772" y="3722970"/>
                  </a:lnTo>
                  <a:lnTo>
                    <a:pt x="1488630" y="3725436"/>
                  </a:lnTo>
                  <a:lnTo>
                    <a:pt x="1475583" y="3726558"/>
                  </a:lnTo>
                  <a:lnTo>
                    <a:pt x="1471609" y="3726870"/>
                  </a:lnTo>
                  <a:lnTo>
                    <a:pt x="1471387" y="3726887"/>
                  </a:lnTo>
                  <a:lnTo>
                    <a:pt x="0" y="3726887"/>
                  </a:lnTo>
                  <a:close/>
                </a:path>
              </a:pathLst>
            </a:custGeom>
            <a:solidFill>
              <a:srgbClr val="67C1B3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257" name="pl1257"/>
            <p:cNvSpPr/>
            <p:nvPr/>
          </p:nvSpPr>
          <p:spPr>
            <a:xfrm>
              <a:off x="4799595" y="4530255"/>
              <a:ext cx="11981298" cy="3726887"/>
            </a:xfrm>
            <a:custGeom>
              <a:avLst/>
              <a:pathLst>
                <a:path w="11981298" h="3726887">
                  <a:moveTo>
                    <a:pt x="0" y="3726887"/>
                  </a:moveTo>
                  <a:lnTo>
                    <a:pt x="1471387" y="3726887"/>
                  </a:lnTo>
                  <a:lnTo>
                    <a:pt x="1472476" y="3726805"/>
                  </a:lnTo>
                  <a:lnTo>
                    <a:pt x="1479642" y="3726220"/>
                  </a:lnTo>
                  <a:lnTo>
                    <a:pt x="1497731" y="3724605"/>
                  </a:lnTo>
                  <a:lnTo>
                    <a:pt x="1530131" y="3721424"/>
                  </a:lnTo>
                  <a:lnTo>
                    <a:pt x="1578546" y="3716180"/>
                  </a:lnTo>
                  <a:lnTo>
                    <a:pt x="1642860" y="3708459"/>
                  </a:lnTo>
                  <a:lnTo>
                    <a:pt x="1721264" y="3697976"/>
                  </a:lnTo>
                  <a:lnTo>
                    <a:pt x="1810661" y="3684576"/>
                  </a:lnTo>
                  <a:lnTo>
                    <a:pt x="1907256" y="3668225"/>
                  </a:lnTo>
                  <a:lnTo>
                    <a:pt x="2007178" y="3648963"/>
                  </a:lnTo>
                  <a:lnTo>
                    <a:pt x="2106972" y="3626854"/>
                  </a:lnTo>
                  <a:lnTo>
                    <a:pt x="2203903" y="3601936"/>
                  </a:lnTo>
                  <a:lnTo>
                    <a:pt x="2296052" y="3574187"/>
                  </a:lnTo>
                  <a:lnTo>
                    <a:pt x="2382274" y="3543497"/>
                  </a:lnTo>
                  <a:lnTo>
                    <a:pt x="2462071" y="3509658"/>
                  </a:lnTo>
                  <a:lnTo>
                    <a:pt x="2535436" y="3472359"/>
                  </a:lnTo>
                  <a:lnTo>
                    <a:pt x="2602704" y="3431195"/>
                  </a:lnTo>
                  <a:lnTo>
                    <a:pt x="2664433" y="3385671"/>
                  </a:lnTo>
                  <a:lnTo>
                    <a:pt x="2721308" y="3335230"/>
                  </a:lnTo>
                  <a:lnTo>
                    <a:pt x="2774070" y="3279286"/>
                  </a:lnTo>
                  <a:lnTo>
                    <a:pt x="2823466" y="3217284"/>
                  </a:lnTo>
                  <a:lnTo>
                    <a:pt x="2870202" y="3148808"/>
                  </a:lnTo>
                  <a:lnTo>
                    <a:pt x="2896531" y="3105739"/>
                  </a:lnTo>
                  <a:lnTo>
                    <a:pt x="2930154" y="3045928"/>
                  </a:lnTo>
                  <a:lnTo>
                    <a:pt x="2962997" y="2982191"/>
                  </a:lnTo>
                  <a:lnTo>
                    <a:pt x="2995251" y="2914448"/>
                  </a:lnTo>
                  <a:lnTo>
                    <a:pt x="3027072" y="2842670"/>
                  </a:lnTo>
                  <a:lnTo>
                    <a:pt x="3058590" y="2766881"/>
                  </a:lnTo>
                  <a:lnTo>
                    <a:pt x="3089908" y="2687165"/>
                  </a:lnTo>
                  <a:lnTo>
                    <a:pt x="3121108" y="2603672"/>
                  </a:lnTo>
                  <a:lnTo>
                    <a:pt x="3152253" y="2516617"/>
                  </a:lnTo>
                  <a:lnTo>
                    <a:pt x="3183388" y="2426280"/>
                  </a:lnTo>
                  <a:lnTo>
                    <a:pt x="3214544" y="2333009"/>
                  </a:lnTo>
                  <a:lnTo>
                    <a:pt x="3245737" y="2237212"/>
                  </a:lnTo>
                  <a:lnTo>
                    <a:pt x="3276973" y="2139351"/>
                  </a:lnTo>
                  <a:lnTo>
                    <a:pt x="3308247" y="2039938"/>
                  </a:lnTo>
                  <a:lnTo>
                    <a:pt x="3339549" y="1939518"/>
                  </a:lnTo>
                  <a:lnTo>
                    <a:pt x="3370863" y="1838660"/>
                  </a:lnTo>
                  <a:lnTo>
                    <a:pt x="3402174" y="1737945"/>
                  </a:lnTo>
                  <a:lnTo>
                    <a:pt x="3433464" y="1637949"/>
                  </a:lnTo>
                  <a:lnTo>
                    <a:pt x="3464720" y="1539232"/>
                  </a:lnTo>
                  <a:lnTo>
                    <a:pt x="3495934" y="1442325"/>
                  </a:lnTo>
                  <a:lnTo>
                    <a:pt x="3527108" y="1347714"/>
                  </a:lnTo>
                  <a:lnTo>
                    <a:pt x="3558251" y="1255837"/>
                  </a:lnTo>
                  <a:lnTo>
                    <a:pt x="3589386" y="1167073"/>
                  </a:lnTo>
                  <a:lnTo>
                    <a:pt x="3620551" y="1081736"/>
                  </a:lnTo>
                  <a:lnTo>
                    <a:pt x="3651800" y="1000076"/>
                  </a:lnTo>
                  <a:lnTo>
                    <a:pt x="3683205" y="922275"/>
                  </a:lnTo>
                  <a:lnTo>
                    <a:pt x="3714857" y="848450"/>
                  </a:lnTo>
                  <a:lnTo>
                    <a:pt x="3746874" y="778654"/>
                  </a:lnTo>
                  <a:lnTo>
                    <a:pt x="3779396" y="712887"/>
                  </a:lnTo>
                  <a:lnTo>
                    <a:pt x="3812596" y="651091"/>
                  </a:lnTo>
                  <a:lnTo>
                    <a:pt x="3829811" y="621147"/>
                  </a:lnTo>
                  <a:lnTo>
                    <a:pt x="3875291" y="548805"/>
                  </a:lnTo>
                  <a:lnTo>
                    <a:pt x="3923051" y="483057"/>
                  </a:lnTo>
                  <a:lnTo>
                    <a:pt x="3973757" y="423635"/>
                  </a:lnTo>
                  <a:lnTo>
                    <a:pt x="4028138" y="370049"/>
                  </a:lnTo>
                  <a:lnTo>
                    <a:pt x="4086943" y="321724"/>
                  </a:lnTo>
                  <a:lnTo>
                    <a:pt x="4150898" y="278077"/>
                  </a:lnTo>
                  <a:lnTo>
                    <a:pt x="4220643" y="238575"/>
                  </a:lnTo>
                  <a:lnTo>
                    <a:pt x="4296657" y="202759"/>
                  </a:lnTo>
                  <a:lnTo>
                    <a:pt x="4379151" y="170261"/>
                  </a:lnTo>
                  <a:lnTo>
                    <a:pt x="4467932" y="140814"/>
                  </a:lnTo>
                  <a:lnTo>
                    <a:pt x="4562250" y="114250"/>
                  </a:lnTo>
                  <a:lnTo>
                    <a:pt x="4660652" y="90498"/>
                  </a:lnTo>
                  <a:lnTo>
                    <a:pt x="4760877" y="69565"/>
                  </a:lnTo>
                  <a:lnTo>
                    <a:pt x="4859868" y="51506"/>
                  </a:lnTo>
                  <a:lnTo>
                    <a:pt x="4953949" y="36380"/>
                  </a:lnTo>
                  <a:lnTo>
                    <a:pt x="5039211" y="24203"/>
                  </a:lnTo>
                  <a:lnTo>
                    <a:pt x="5112072" y="14895"/>
                  </a:lnTo>
                  <a:lnTo>
                    <a:pt x="5169905" y="8247"/>
                  </a:lnTo>
                  <a:lnTo>
                    <a:pt x="5211570" y="3916"/>
                  </a:lnTo>
                  <a:lnTo>
                    <a:pt x="5237712" y="1450"/>
                  </a:lnTo>
                  <a:lnTo>
                    <a:pt x="5250759" y="329"/>
                  </a:lnTo>
                  <a:lnTo>
                    <a:pt x="5254733" y="16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485" y="67"/>
                  </a:lnTo>
                  <a:lnTo>
                    <a:pt x="6734994" y="544"/>
                  </a:lnTo>
                  <a:lnTo>
                    <a:pt x="6753922" y="1866"/>
                  </a:lnTo>
                  <a:lnTo>
                    <a:pt x="6787758" y="4466"/>
                  </a:lnTo>
                  <a:lnTo>
                    <a:pt x="6838182" y="8751"/>
                  </a:lnTo>
                  <a:lnTo>
                    <a:pt x="6904934" y="15049"/>
                  </a:lnTo>
                  <a:lnTo>
                    <a:pt x="6985974" y="23586"/>
                  </a:lnTo>
                  <a:lnTo>
                    <a:pt x="7077942" y="34475"/>
                  </a:lnTo>
                  <a:lnTo>
                    <a:pt x="7176814" y="47736"/>
                  </a:lnTo>
                  <a:lnTo>
                    <a:pt x="7278561" y="63331"/>
                  </a:lnTo>
                  <a:lnTo>
                    <a:pt x="7379660" y="81208"/>
                  </a:lnTo>
                  <a:lnTo>
                    <a:pt x="7477384" y="101343"/>
                  </a:lnTo>
                  <a:lnTo>
                    <a:pt x="7569879" y="123766"/>
                  </a:lnTo>
                  <a:lnTo>
                    <a:pt x="7656092" y="148584"/>
                  </a:lnTo>
                  <a:lnTo>
                    <a:pt x="7735629" y="175984"/>
                  </a:lnTo>
                  <a:lnTo>
                    <a:pt x="7808580" y="206240"/>
                  </a:lnTo>
                  <a:lnTo>
                    <a:pt x="7875366" y="239702"/>
                  </a:lnTo>
                  <a:lnTo>
                    <a:pt x="7936619" y="276791"/>
                  </a:lnTo>
                  <a:lnTo>
                    <a:pt x="7993080" y="317974"/>
                  </a:lnTo>
                  <a:lnTo>
                    <a:pt x="8045533" y="363726"/>
                  </a:lnTo>
                  <a:lnTo>
                    <a:pt x="8094754" y="414476"/>
                  </a:lnTo>
                  <a:lnTo>
                    <a:pt x="8141462" y="470501"/>
                  </a:lnTo>
                  <a:lnTo>
                    <a:pt x="8151487" y="483569"/>
                  </a:lnTo>
                  <a:lnTo>
                    <a:pt x="8188811" y="535520"/>
                  </a:lnTo>
                  <a:lnTo>
                    <a:pt x="8225201" y="591258"/>
                  </a:lnTo>
                  <a:lnTo>
                    <a:pt x="8260908" y="650860"/>
                  </a:lnTo>
                  <a:lnTo>
                    <a:pt x="8296137" y="714342"/>
                  </a:lnTo>
                  <a:lnTo>
                    <a:pt x="8331051" y="781652"/>
                  </a:lnTo>
                  <a:lnTo>
                    <a:pt x="8365777" y="852667"/>
                  </a:lnTo>
                  <a:lnTo>
                    <a:pt x="8400411" y="927183"/>
                  </a:lnTo>
                  <a:lnTo>
                    <a:pt x="8435023" y="1004919"/>
                  </a:lnTo>
                  <a:lnTo>
                    <a:pt x="8469656" y="1085515"/>
                  </a:lnTo>
                  <a:lnTo>
                    <a:pt x="8504335" y="1168539"/>
                  </a:lnTo>
                  <a:lnTo>
                    <a:pt x="8539067" y="1253492"/>
                  </a:lnTo>
                  <a:lnTo>
                    <a:pt x="8573843" y="1339820"/>
                  </a:lnTo>
                  <a:lnTo>
                    <a:pt x="8608648" y="1426933"/>
                  </a:lnTo>
                  <a:lnTo>
                    <a:pt x="8643460" y="1514215"/>
                  </a:lnTo>
                  <a:lnTo>
                    <a:pt x="8678254" y="1601046"/>
                  </a:lnTo>
                  <a:lnTo>
                    <a:pt x="8713012" y="1686820"/>
                  </a:lnTo>
                  <a:lnTo>
                    <a:pt x="8747719" y="1770959"/>
                  </a:lnTo>
                  <a:lnTo>
                    <a:pt x="8782376" y="1852936"/>
                  </a:lnTo>
                  <a:lnTo>
                    <a:pt x="8816995" y="1932279"/>
                  </a:lnTo>
                  <a:lnTo>
                    <a:pt x="8851611" y="2008588"/>
                  </a:lnTo>
                  <a:lnTo>
                    <a:pt x="8886277" y="2081539"/>
                  </a:lnTo>
                  <a:lnTo>
                    <a:pt x="8921074" y="2150887"/>
                  </a:lnTo>
                  <a:lnTo>
                    <a:pt x="8956114" y="2216465"/>
                  </a:lnTo>
                  <a:lnTo>
                    <a:pt x="8991538" y="2278182"/>
                  </a:lnTo>
                  <a:lnTo>
                    <a:pt x="9027528" y="2336018"/>
                  </a:lnTo>
                  <a:lnTo>
                    <a:pt x="9064309" y="2390018"/>
                  </a:lnTo>
                  <a:lnTo>
                    <a:pt x="9084767" y="2417845"/>
                  </a:lnTo>
                  <a:lnTo>
                    <a:pt x="9131008" y="2475043"/>
                  </a:lnTo>
                  <a:lnTo>
                    <a:pt x="9179616" y="2526940"/>
                  </a:lnTo>
                  <a:lnTo>
                    <a:pt x="9231292" y="2573761"/>
                  </a:lnTo>
                  <a:lnTo>
                    <a:pt x="9286801" y="2615911"/>
                  </a:lnTo>
                  <a:lnTo>
                    <a:pt x="9346931" y="2653861"/>
                  </a:lnTo>
                  <a:lnTo>
                    <a:pt x="9412438" y="2688085"/>
                  </a:lnTo>
                  <a:lnTo>
                    <a:pt x="9483984" y="2719015"/>
                  </a:lnTo>
                  <a:lnTo>
                    <a:pt x="9562047" y="2747019"/>
                  </a:lnTo>
                  <a:lnTo>
                    <a:pt x="9646803" y="2772386"/>
                  </a:lnTo>
                  <a:lnTo>
                    <a:pt x="9737978" y="2795326"/>
                  </a:lnTo>
                  <a:lnTo>
                    <a:pt x="9834678" y="2815960"/>
                  </a:lnTo>
                  <a:lnTo>
                    <a:pt x="9935237" y="2834335"/>
                  </a:lnTo>
                  <a:lnTo>
                    <a:pt x="10037119" y="2850438"/>
                  </a:lnTo>
                  <a:lnTo>
                    <a:pt x="10136960" y="2864217"/>
                  </a:lnTo>
                  <a:lnTo>
                    <a:pt x="10230806" y="2875631"/>
                  </a:lnTo>
                  <a:lnTo>
                    <a:pt x="10314578" y="2884680"/>
                  </a:lnTo>
                  <a:lnTo>
                    <a:pt x="10384710" y="2891457"/>
                  </a:lnTo>
                  <a:lnTo>
                    <a:pt x="10438824" y="2896160"/>
                  </a:lnTo>
                  <a:lnTo>
                    <a:pt x="10476240" y="2899099"/>
                  </a:lnTo>
                  <a:lnTo>
                    <a:pt x="10498215" y="2900665"/>
                  </a:lnTo>
                  <a:lnTo>
                    <a:pt x="10507859" y="2901292"/>
                  </a:lnTo>
                  <a:lnTo>
                    <a:pt x="10509898" y="2901413"/>
                  </a:lnTo>
                  <a:lnTo>
                    <a:pt x="10509911" y="2901414"/>
                  </a:lnTo>
                  <a:lnTo>
                    <a:pt x="11981298" y="290141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58" name="pl1258"/>
            <p:cNvSpPr/>
            <p:nvPr/>
          </p:nvSpPr>
          <p:spPr>
            <a:xfrm>
              <a:off x="4799595" y="4522082"/>
              <a:ext cx="11981298" cy="3726887"/>
            </a:xfrm>
            <a:custGeom>
              <a:avLst/>
              <a:pathLst>
                <a:path w="11981298" h="3726887">
                  <a:moveTo>
                    <a:pt x="11981298" y="2901414"/>
                  </a:moveTo>
                  <a:lnTo>
                    <a:pt x="10509911" y="2901414"/>
                  </a:lnTo>
                  <a:lnTo>
                    <a:pt x="10508768" y="2901347"/>
                  </a:lnTo>
                  <a:lnTo>
                    <a:pt x="10501259" y="2900869"/>
                  </a:lnTo>
                  <a:lnTo>
                    <a:pt x="10482331" y="2899548"/>
                  </a:lnTo>
                  <a:lnTo>
                    <a:pt x="10448495" y="2896947"/>
                  </a:lnTo>
                  <a:lnTo>
                    <a:pt x="10398071" y="2892662"/>
                  </a:lnTo>
                  <a:lnTo>
                    <a:pt x="10331319" y="2886364"/>
                  </a:lnTo>
                  <a:lnTo>
                    <a:pt x="10250279" y="2877827"/>
                  </a:lnTo>
                  <a:lnTo>
                    <a:pt x="10158311" y="2866938"/>
                  </a:lnTo>
                  <a:lnTo>
                    <a:pt x="10059440" y="2853677"/>
                  </a:lnTo>
                  <a:lnTo>
                    <a:pt x="9957693" y="2838083"/>
                  </a:lnTo>
                  <a:lnTo>
                    <a:pt x="9856593" y="2820205"/>
                  </a:lnTo>
                  <a:lnTo>
                    <a:pt x="9758869" y="2800071"/>
                  </a:lnTo>
                  <a:lnTo>
                    <a:pt x="9666375" y="2777647"/>
                  </a:lnTo>
                  <a:lnTo>
                    <a:pt x="9580161" y="2752830"/>
                  </a:lnTo>
                  <a:lnTo>
                    <a:pt x="9500624" y="2725429"/>
                  </a:lnTo>
                  <a:lnTo>
                    <a:pt x="9427673" y="2695174"/>
                  </a:lnTo>
                  <a:lnTo>
                    <a:pt x="9360887" y="2661711"/>
                  </a:lnTo>
                  <a:lnTo>
                    <a:pt x="9299634" y="2624622"/>
                  </a:lnTo>
                  <a:lnTo>
                    <a:pt x="9243174" y="2583440"/>
                  </a:lnTo>
                  <a:lnTo>
                    <a:pt x="9190720" y="2537687"/>
                  </a:lnTo>
                  <a:lnTo>
                    <a:pt x="9141499" y="2486937"/>
                  </a:lnTo>
                  <a:lnTo>
                    <a:pt x="9094791" y="2430913"/>
                  </a:lnTo>
                  <a:lnTo>
                    <a:pt x="9084767" y="2417845"/>
                  </a:lnTo>
                  <a:lnTo>
                    <a:pt x="9047442" y="2365893"/>
                  </a:lnTo>
                  <a:lnTo>
                    <a:pt x="9011052" y="2310155"/>
                  </a:lnTo>
                  <a:lnTo>
                    <a:pt x="8975345" y="2250553"/>
                  </a:lnTo>
                  <a:lnTo>
                    <a:pt x="8940116" y="2187072"/>
                  </a:lnTo>
                  <a:lnTo>
                    <a:pt x="8905203" y="2119761"/>
                  </a:lnTo>
                  <a:lnTo>
                    <a:pt x="8870477" y="2048747"/>
                  </a:lnTo>
                  <a:lnTo>
                    <a:pt x="8835842" y="1974231"/>
                  </a:lnTo>
                  <a:lnTo>
                    <a:pt x="8801230" y="1896495"/>
                  </a:lnTo>
                  <a:lnTo>
                    <a:pt x="8766597" y="1815898"/>
                  </a:lnTo>
                  <a:lnTo>
                    <a:pt x="8731918" y="1732874"/>
                  </a:lnTo>
                  <a:lnTo>
                    <a:pt x="8697186" y="1647922"/>
                  </a:lnTo>
                  <a:lnTo>
                    <a:pt x="8662410" y="1561593"/>
                  </a:lnTo>
                  <a:lnTo>
                    <a:pt x="8627605" y="1474480"/>
                  </a:lnTo>
                  <a:lnTo>
                    <a:pt x="8592794" y="1387198"/>
                  </a:lnTo>
                  <a:lnTo>
                    <a:pt x="8557999" y="1300367"/>
                  </a:lnTo>
                  <a:lnTo>
                    <a:pt x="8523242" y="1214594"/>
                  </a:lnTo>
                  <a:lnTo>
                    <a:pt x="8488534" y="1130454"/>
                  </a:lnTo>
                  <a:lnTo>
                    <a:pt x="8453877" y="1048478"/>
                  </a:lnTo>
                  <a:lnTo>
                    <a:pt x="8419258" y="969135"/>
                  </a:lnTo>
                  <a:lnTo>
                    <a:pt x="8384643" y="892825"/>
                  </a:lnTo>
                  <a:lnTo>
                    <a:pt x="8349977" y="819874"/>
                  </a:lnTo>
                  <a:lnTo>
                    <a:pt x="8315179" y="750526"/>
                  </a:lnTo>
                  <a:lnTo>
                    <a:pt x="8280139" y="684949"/>
                  </a:lnTo>
                  <a:lnTo>
                    <a:pt x="8244715" y="623232"/>
                  </a:lnTo>
                  <a:lnTo>
                    <a:pt x="8208725" y="565396"/>
                  </a:lnTo>
                  <a:lnTo>
                    <a:pt x="8171945" y="511395"/>
                  </a:lnTo>
                  <a:lnTo>
                    <a:pt x="8151487" y="483569"/>
                  </a:lnTo>
                  <a:lnTo>
                    <a:pt x="8105245" y="426371"/>
                  </a:lnTo>
                  <a:lnTo>
                    <a:pt x="8056637" y="374473"/>
                  </a:lnTo>
                  <a:lnTo>
                    <a:pt x="8004962" y="327652"/>
                  </a:lnTo>
                  <a:lnTo>
                    <a:pt x="7949453" y="285503"/>
                  </a:lnTo>
                  <a:lnTo>
                    <a:pt x="7889323" y="247552"/>
                  </a:lnTo>
                  <a:lnTo>
                    <a:pt x="7823815" y="213328"/>
                  </a:lnTo>
                  <a:lnTo>
                    <a:pt x="7752269" y="182398"/>
                  </a:lnTo>
                  <a:lnTo>
                    <a:pt x="7674206" y="154395"/>
                  </a:lnTo>
                  <a:lnTo>
                    <a:pt x="7589450" y="129027"/>
                  </a:lnTo>
                  <a:lnTo>
                    <a:pt x="7498276" y="106088"/>
                  </a:lnTo>
                  <a:lnTo>
                    <a:pt x="7401575" y="85454"/>
                  </a:lnTo>
                  <a:lnTo>
                    <a:pt x="7301016" y="67078"/>
                  </a:lnTo>
                  <a:lnTo>
                    <a:pt x="7199134" y="50976"/>
                  </a:lnTo>
                  <a:lnTo>
                    <a:pt x="7099293" y="37196"/>
                  </a:lnTo>
                  <a:lnTo>
                    <a:pt x="7005448" y="25783"/>
                  </a:lnTo>
                  <a:lnTo>
                    <a:pt x="6921676" y="16733"/>
                  </a:lnTo>
                  <a:lnTo>
                    <a:pt x="6851543" y="9957"/>
                  </a:lnTo>
                  <a:lnTo>
                    <a:pt x="6797429" y="5253"/>
                  </a:lnTo>
                  <a:lnTo>
                    <a:pt x="6760013" y="2314"/>
                  </a:lnTo>
                  <a:lnTo>
                    <a:pt x="6738038" y="748"/>
                  </a:lnTo>
                  <a:lnTo>
                    <a:pt x="6728395" y="122"/>
                  </a:lnTo>
                  <a:lnTo>
                    <a:pt x="6726355" y="0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866" y="81"/>
                  </a:lnTo>
                  <a:lnTo>
                    <a:pt x="5246700" y="666"/>
                  </a:lnTo>
                  <a:lnTo>
                    <a:pt x="5228612" y="2281"/>
                  </a:lnTo>
                  <a:lnTo>
                    <a:pt x="5196211" y="5462"/>
                  </a:lnTo>
                  <a:lnTo>
                    <a:pt x="5147797" y="10707"/>
                  </a:lnTo>
                  <a:lnTo>
                    <a:pt x="5083482" y="18427"/>
                  </a:lnTo>
                  <a:lnTo>
                    <a:pt x="5005078" y="28911"/>
                  </a:lnTo>
                  <a:lnTo>
                    <a:pt x="4915681" y="42310"/>
                  </a:lnTo>
                  <a:lnTo>
                    <a:pt x="4819086" y="58661"/>
                  </a:lnTo>
                  <a:lnTo>
                    <a:pt x="4719164" y="77923"/>
                  </a:lnTo>
                  <a:lnTo>
                    <a:pt x="4619370" y="100033"/>
                  </a:lnTo>
                  <a:lnTo>
                    <a:pt x="4522439" y="124950"/>
                  </a:lnTo>
                  <a:lnTo>
                    <a:pt x="4430290" y="152699"/>
                  </a:lnTo>
                  <a:lnTo>
                    <a:pt x="4344068" y="183389"/>
                  </a:lnTo>
                  <a:lnTo>
                    <a:pt x="4264271" y="217229"/>
                  </a:lnTo>
                  <a:lnTo>
                    <a:pt x="4190906" y="254527"/>
                  </a:lnTo>
                  <a:lnTo>
                    <a:pt x="4123638" y="295691"/>
                  </a:lnTo>
                  <a:lnTo>
                    <a:pt x="4061909" y="341215"/>
                  </a:lnTo>
                  <a:lnTo>
                    <a:pt x="4005034" y="391656"/>
                  </a:lnTo>
                  <a:lnTo>
                    <a:pt x="3952272" y="447601"/>
                  </a:lnTo>
                  <a:lnTo>
                    <a:pt x="3902876" y="509602"/>
                  </a:lnTo>
                  <a:lnTo>
                    <a:pt x="3856140" y="578078"/>
                  </a:lnTo>
                  <a:lnTo>
                    <a:pt x="3829811" y="621147"/>
                  </a:lnTo>
                  <a:lnTo>
                    <a:pt x="3796189" y="680959"/>
                  </a:lnTo>
                  <a:lnTo>
                    <a:pt x="3763345" y="744695"/>
                  </a:lnTo>
                  <a:lnTo>
                    <a:pt x="3731091" y="812438"/>
                  </a:lnTo>
                  <a:lnTo>
                    <a:pt x="3699270" y="884216"/>
                  </a:lnTo>
                  <a:lnTo>
                    <a:pt x="3667752" y="960005"/>
                  </a:lnTo>
                  <a:lnTo>
                    <a:pt x="3636434" y="1039721"/>
                  </a:lnTo>
                  <a:lnTo>
                    <a:pt x="3605234" y="1123214"/>
                  </a:lnTo>
                  <a:lnTo>
                    <a:pt x="3574089" y="1210270"/>
                  </a:lnTo>
                  <a:lnTo>
                    <a:pt x="3542954" y="1300606"/>
                  </a:lnTo>
                  <a:lnTo>
                    <a:pt x="3511798" y="1393877"/>
                  </a:lnTo>
                  <a:lnTo>
                    <a:pt x="3480605" y="1489675"/>
                  </a:lnTo>
                  <a:lnTo>
                    <a:pt x="3449369" y="1587535"/>
                  </a:lnTo>
                  <a:lnTo>
                    <a:pt x="3418095" y="1686948"/>
                  </a:lnTo>
                  <a:lnTo>
                    <a:pt x="3386794" y="1787369"/>
                  </a:lnTo>
                  <a:lnTo>
                    <a:pt x="3355479" y="1888226"/>
                  </a:lnTo>
                  <a:lnTo>
                    <a:pt x="3324168" y="1988942"/>
                  </a:lnTo>
                  <a:lnTo>
                    <a:pt x="3292878" y="2088937"/>
                  </a:lnTo>
                  <a:lnTo>
                    <a:pt x="3261622" y="2187654"/>
                  </a:lnTo>
                  <a:lnTo>
                    <a:pt x="3230408" y="2284562"/>
                  </a:lnTo>
                  <a:lnTo>
                    <a:pt x="3199235" y="2379172"/>
                  </a:lnTo>
                  <a:lnTo>
                    <a:pt x="3168092" y="2471049"/>
                  </a:lnTo>
                  <a:lnTo>
                    <a:pt x="3136956" y="2559813"/>
                  </a:lnTo>
                  <a:lnTo>
                    <a:pt x="3105791" y="2645150"/>
                  </a:lnTo>
                  <a:lnTo>
                    <a:pt x="3074542" y="2726810"/>
                  </a:lnTo>
                  <a:lnTo>
                    <a:pt x="3043137" y="2804611"/>
                  </a:lnTo>
                  <a:lnTo>
                    <a:pt x="3011485" y="2878437"/>
                  </a:lnTo>
                  <a:lnTo>
                    <a:pt x="2979469" y="2948232"/>
                  </a:lnTo>
                  <a:lnTo>
                    <a:pt x="2946947" y="3013999"/>
                  </a:lnTo>
                  <a:lnTo>
                    <a:pt x="2913746" y="3075795"/>
                  </a:lnTo>
                  <a:lnTo>
                    <a:pt x="2896531" y="3105739"/>
                  </a:lnTo>
                  <a:lnTo>
                    <a:pt x="2851051" y="3178081"/>
                  </a:lnTo>
                  <a:lnTo>
                    <a:pt x="2803291" y="3243829"/>
                  </a:lnTo>
                  <a:lnTo>
                    <a:pt x="2752585" y="3303251"/>
                  </a:lnTo>
                  <a:lnTo>
                    <a:pt x="2698204" y="3356837"/>
                  </a:lnTo>
                  <a:lnTo>
                    <a:pt x="2639399" y="3405163"/>
                  </a:lnTo>
                  <a:lnTo>
                    <a:pt x="2575444" y="3448809"/>
                  </a:lnTo>
                  <a:lnTo>
                    <a:pt x="2505699" y="3488311"/>
                  </a:lnTo>
                  <a:lnTo>
                    <a:pt x="2429685" y="3524127"/>
                  </a:lnTo>
                  <a:lnTo>
                    <a:pt x="2347191" y="3556625"/>
                  </a:lnTo>
                  <a:lnTo>
                    <a:pt x="2258410" y="3586073"/>
                  </a:lnTo>
                  <a:lnTo>
                    <a:pt x="2164092" y="3612637"/>
                  </a:lnTo>
                  <a:lnTo>
                    <a:pt x="2065690" y="3636388"/>
                  </a:lnTo>
                  <a:lnTo>
                    <a:pt x="1965465" y="3657321"/>
                  </a:lnTo>
                  <a:lnTo>
                    <a:pt x="1866474" y="3675380"/>
                  </a:lnTo>
                  <a:lnTo>
                    <a:pt x="1772393" y="3690506"/>
                  </a:lnTo>
                  <a:lnTo>
                    <a:pt x="1687131" y="3702683"/>
                  </a:lnTo>
                  <a:lnTo>
                    <a:pt x="1614270" y="3711991"/>
                  </a:lnTo>
                  <a:lnTo>
                    <a:pt x="1556438" y="3718640"/>
                  </a:lnTo>
                  <a:lnTo>
                    <a:pt x="1514772" y="3722970"/>
                  </a:lnTo>
                  <a:lnTo>
                    <a:pt x="1488630" y="3725436"/>
                  </a:lnTo>
                  <a:lnTo>
                    <a:pt x="1475583" y="3726558"/>
                  </a:lnTo>
                  <a:lnTo>
                    <a:pt x="1471609" y="3726870"/>
                  </a:lnTo>
                  <a:lnTo>
                    <a:pt x="1471387" y="3726887"/>
                  </a:lnTo>
                  <a:lnTo>
                    <a:pt x="0" y="372688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59" name="pg1259"/>
            <p:cNvSpPr/>
            <p:nvPr/>
          </p:nvSpPr>
          <p:spPr>
            <a:xfrm>
              <a:off x="4799595" y="2634119"/>
              <a:ext cx="11981298" cy="6652820"/>
            </a:xfrm>
            <a:custGeom>
              <a:avLst/>
              <a:pathLst>
                <a:path w="11981298" h="6652820">
                  <a:moveTo>
                    <a:pt x="0" y="5900904"/>
                  </a:moveTo>
                  <a:lnTo>
                    <a:pt x="1471387" y="5900904"/>
                  </a:lnTo>
                  <a:lnTo>
                    <a:pt x="1472618" y="5900923"/>
                  </a:lnTo>
                  <a:lnTo>
                    <a:pt x="1480695" y="5901057"/>
                  </a:lnTo>
                  <a:lnTo>
                    <a:pt x="1501007" y="5901427"/>
                  </a:lnTo>
                  <a:lnTo>
                    <a:pt x="1537200" y="5902154"/>
                  </a:lnTo>
                  <a:lnTo>
                    <a:pt x="1590899" y="5903351"/>
                  </a:lnTo>
                  <a:lnTo>
                    <a:pt x="1661588" y="5905106"/>
                  </a:lnTo>
                  <a:lnTo>
                    <a:pt x="1746832" y="5907478"/>
                  </a:lnTo>
                  <a:lnTo>
                    <a:pt x="1842841" y="5910494"/>
                  </a:lnTo>
                  <a:lnTo>
                    <a:pt x="1945222" y="5914155"/>
                  </a:lnTo>
                  <a:lnTo>
                    <a:pt x="2049714" y="5918449"/>
                  </a:lnTo>
                  <a:lnTo>
                    <a:pt x="2152706" y="5923362"/>
                  </a:lnTo>
                  <a:lnTo>
                    <a:pt x="2251509" y="5928892"/>
                  </a:lnTo>
                  <a:lnTo>
                    <a:pt x="2344390" y="5935052"/>
                  </a:lnTo>
                  <a:lnTo>
                    <a:pt x="2430461" y="5941879"/>
                  </a:lnTo>
                  <a:lnTo>
                    <a:pt x="2509494" y="5949435"/>
                  </a:lnTo>
                  <a:lnTo>
                    <a:pt x="2581737" y="5957804"/>
                  </a:lnTo>
                  <a:lnTo>
                    <a:pt x="2647749" y="5967092"/>
                  </a:lnTo>
                  <a:lnTo>
                    <a:pt x="2708271" y="5977423"/>
                  </a:lnTo>
                  <a:lnTo>
                    <a:pt x="2764130" y="5988930"/>
                  </a:lnTo>
                  <a:lnTo>
                    <a:pt x="2816176" y="6001743"/>
                  </a:lnTo>
                  <a:lnTo>
                    <a:pt x="2865219" y="6015964"/>
                  </a:lnTo>
                  <a:lnTo>
                    <a:pt x="2896531" y="6026224"/>
                  </a:lnTo>
                  <a:lnTo>
                    <a:pt x="2949377" y="6045688"/>
                  </a:lnTo>
                  <a:lnTo>
                    <a:pt x="3000548" y="6067160"/>
                  </a:lnTo>
                  <a:lnTo>
                    <a:pt x="3050685" y="6090668"/>
                  </a:lnTo>
                  <a:lnTo>
                    <a:pt x="3100253" y="6116171"/>
                  </a:lnTo>
                  <a:lnTo>
                    <a:pt x="3149579" y="6143546"/>
                  </a:lnTo>
                  <a:lnTo>
                    <a:pt x="3198867" y="6172589"/>
                  </a:lnTo>
                  <a:lnTo>
                    <a:pt x="3248227" y="6203013"/>
                  </a:lnTo>
                  <a:lnTo>
                    <a:pt x="3297690" y="6234457"/>
                  </a:lnTo>
                  <a:lnTo>
                    <a:pt x="3347232" y="6266503"/>
                  </a:lnTo>
                  <a:lnTo>
                    <a:pt x="3396796" y="6298698"/>
                  </a:lnTo>
                  <a:lnTo>
                    <a:pt x="3446315" y="6330580"/>
                  </a:lnTo>
                  <a:lnTo>
                    <a:pt x="3495742" y="6361706"/>
                  </a:lnTo>
                  <a:lnTo>
                    <a:pt x="3545069" y="6391675"/>
                  </a:lnTo>
                  <a:lnTo>
                    <a:pt x="3594353" y="6420152"/>
                  </a:lnTo>
                  <a:lnTo>
                    <a:pt x="3643736" y="6446878"/>
                  </a:lnTo>
                  <a:lnTo>
                    <a:pt x="3693464" y="6471678"/>
                  </a:lnTo>
                  <a:lnTo>
                    <a:pt x="3743908" y="6494461"/>
                  </a:lnTo>
                  <a:lnTo>
                    <a:pt x="3795592" y="6515210"/>
                  </a:lnTo>
                  <a:lnTo>
                    <a:pt x="3829811" y="6527501"/>
                  </a:lnTo>
                  <a:lnTo>
                    <a:pt x="3877266" y="6542686"/>
                  </a:lnTo>
                  <a:lnTo>
                    <a:pt x="3927230" y="6556427"/>
                  </a:lnTo>
                  <a:lnTo>
                    <a:pt x="3980460" y="6568789"/>
                  </a:lnTo>
                  <a:lnTo>
                    <a:pt x="4037786" y="6579887"/>
                  </a:lnTo>
                  <a:lnTo>
                    <a:pt x="4100058" y="6589854"/>
                  </a:lnTo>
                  <a:lnTo>
                    <a:pt x="4168082" y="6598821"/>
                  </a:lnTo>
                  <a:lnTo>
                    <a:pt x="4242550" y="6606907"/>
                  </a:lnTo>
                  <a:lnTo>
                    <a:pt x="4323933" y="6614210"/>
                  </a:lnTo>
                  <a:lnTo>
                    <a:pt x="4412339" y="6620808"/>
                  </a:lnTo>
                  <a:lnTo>
                    <a:pt x="4507342" y="6626754"/>
                  </a:lnTo>
                  <a:lnTo>
                    <a:pt x="4607788" y="6632077"/>
                  </a:lnTo>
                  <a:lnTo>
                    <a:pt x="4711630" y="6636784"/>
                  </a:lnTo>
                  <a:lnTo>
                    <a:pt x="4815857" y="6640867"/>
                  </a:lnTo>
                  <a:lnTo>
                    <a:pt x="4916598" y="6644313"/>
                  </a:lnTo>
                  <a:lnTo>
                    <a:pt x="5009476" y="6647112"/>
                  </a:lnTo>
                  <a:lnTo>
                    <a:pt x="5090213" y="6649273"/>
                  </a:lnTo>
                  <a:lnTo>
                    <a:pt x="5155395" y="6650833"/>
                  </a:lnTo>
                  <a:lnTo>
                    <a:pt x="5203182" y="6651861"/>
                  </a:lnTo>
                  <a:lnTo>
                    <a:pt x="5233768" y="6652456"/>
                  </a:lnTo>
                  <a:lnTo>
                    <a:pt x="5249482" y="6652733"/>
                  </a:lnTo>
                  <a:lnTo>
                    <a:pt x="5254586" y="6652815"/>
                  </a:lnTo>
                  <a:lnTo>
                    <a:pt x="5254955" y="6652820"/>
                  </a:lnTo>
                  <a:lnTo>
                    <a:pt x="6726343" y="6652820"/>
                  </a:lnTo>
                  <a:lnTo>
                    <a:pt x="6727119" y="6652717"/>
                  </a:lnTo>
                  <a:lnTo>
                    <a:pt x="6732260" y="6651981"/>
                  </a:lnTo>
                  <a:lnTo>
                    <a:pt x="6745357" y="6649951"/>
                  </a:lnTo>
                  <a:lnTo>
                    <a:pt x="6769111" y="6645946"/>
                  </a:lnTo>
                  <a:lnTo>
                    <a:pt x="6805204" y="6639310"/>
                  </a:lnTo>
                  <a:lnTo>
                    <a:pt x="6854186" y="6629462"/>
                  </a:lnTo>
                  <a:lnTo>
                    <a:pt x="6915464" y="6615940"/>
                  </a:lnTo>
                  <a:lnTo>
                    <a:pt x="6987442" y="6598429"/>
                  </a:lnTo>
                  <a:lnTo>
                    <a:pt x="7067787" y="6576769"/>
                  </a:lnTo>
                  <a:lnTo>
                    <a:pt x="7153781" y="6550926"/>
                  </a:lnTo>
                  <a:lnTo>
                    <a:pt x="7242668" y="6520950"/>
                  </a:lnTo>
                  <a:lnTo>
                    <a:pt x="7331936" y="6486924"/>
                  </a:lnTo>
                  <a:lnTo>
                    <a:pt x="7419508" y="6448910"/>
                  </a:lnTo>
                  <a:lnTo>
                    <a:pt x="7503817" y="6406914"/>
                  </a:lnTo>
                  <a:lnTo>
                    <a:pt x="7583807" y="6360850"/>
                  </a:lnTo>
                  <a:lnTo>
                    <a:pt x="7658879" y="6310529"/>
                  </a:lnTo>
                  <a:lnTo>
                    <a:pt x="7728803" y="6255646"/>
                  </a:lnTo>
                  <a:lnTo>
                    <a:pt x="7793638" y="6195784"/>
                  </a:lnTo>
                  <a:lnTo>
                    <a:pt x="7853642" y="6130417"/>
                  </a:lnTo>
                  <a:lnTo>
                    <a:pt x="7909211" y="6058921"/>
                  </a:lnTo>
                  <a:lnTo>
                    <a:pt x="7960825" y="5980599"/>
                  </a:lnTo>
                  <a:lnTo>
                    <a:pt x="8009003" y="5894710"/>
                  </a:lnTo>
                  <a:lnTo>
                    <a:pt x="8054278" y="5800527"/>
                  </a:lnTo>
                  <a:lnTo>
                    <a:pt x="8097167" y="5697425"/>
                  </a:lnTo>
                  <a:lnTo>
                    <a:pt x="8138151" y="5585006"/>
                  </a:lnTo>
                  <a:lnTo>
                    <a:pt x="8151487" y="5545379"/>
                  </a:lnTo>
                  <a:lnTo>
                    <a:pt x="8177309" y="5464349"/>
                  </a:lnTo>
                  <a:lnTo>
                    <a:pt x="8202645" y="5379241"/>
                  </a:lnTo>
                  <a:lnTo>
                    <a:pt x="8227588" y="5289977"/>
                  </a:lnTo>
                  <a:lnTo>
                    <a:pt x="8252215" y="5196509"/>
                  </a:lnTo>
                  <a:lnTo>
                    <a:pt x="8276594" y="5098820"/>
                  </a:lnTo>
                  <a:lnTo>
                    <a:pt x="8300783" y="4996928"/>
                  </a:lnTo>
                  <a:lnTo>
                    <a:pt x="8324833" y="4890886"/>
                  </a:lnTo>
                  <a:lnTo>
                    <a:pt x="8348784" y="4780786"/>
                  </a:lnTo>
                  <a:lnTo>
                    <a:pt x="8372672" y="4666759"/>
                  </a:lnTo>
                  <a:lnTo>
                    <a:pt x="8396525" y="4548978"/>
                  </a:lnTo>
                  <a:lnTo>
                    <a:pt x="8420365" y="4427656"/>
                  </a:lnTo>
                  <a:lnTo>
                    <a:pt x="8444207" y="4303047"/>
                  </a:lnTo>
                  <a:lnTo>
                    <a:pt x="8468065" y="4175445"/>
                  </a:lnTo>
                  <a:lnTo>
                    <a:pt x="8491943" y="4045179"/>
                  </a:lnTo>
                  <a:lnTo>
                    <a:pt x="8515847" y="3912613"/>
                  </a:lnTo>
                  <a:lnTo>
                    <a:pt x="8539775" y="3778143"/>
                  </a:lnTo>
                  <a:lnTo>
                    <a:pt x="8563725" y="3642189"/>
                  </a:lnTo>
                  <a:lnTo>
                    <a:pt x="8587691" y="3505191"/>
                  </a:lnTo>
                  <a:lnTo>
                    <a:pt x="8611667" y="3367604"/>
                  </a:lnTo>
                  <a:lnTo>
                    <a:pt x="8635645" y="3229891"/>
                  </a:lnTo>
                  <a:lnTo>
                    <a:pt x="8659617" y="3092519"/>
                  </a:lnTo>
                  <a:lnTo>
                    <a:pt x="8683576" y="2955946"/>
                  </a:lnTo>
                  <a:lnTo>
                    <a:pt x="8707516" y="2820623"/>
                  </a:lnTo>
                  <a:lnTo>
                    <a:pt x="8731433" y="2686980"/>
                  </a:lnTo>
                  <a:lnTo>
                    <a:pt x="8755325" y="2555428"/>
                  </a:lnTo>
                  <a:lnTo>
                    <a:pt x="8779194" y="2426347"/>
                  </a:lnTo>
                  <a:lnTo>
                    <a:pt x="8803043" y="2300086"/>
                  </a:lnTo>
                  <a:lnTo>
                    <a:pt x="8826882" y="2176959"/>
                  </a:lnTo>
                  <a:lnTo>
                    <a:pt x="8850726" y="2057242"/>
                  </a:lnTo>
                  <a:lnTo>
                    <a:pt x="8874592" y="1941168"/>
                  </a:lnTo>
                  <a:lnTo>
                    <a:pt x="8898505" y="1828933"/>
                  </a:lnTo>
                  <a:lnTo>
                    <a:pt x="8922497" y="1720690"/>
                  </a:lnTo>
                  <a:lnTo>
                    <a:pt x="8946606" y="1616553"/>
                  </a:lnTo>
                  <a:lnTo>
                    <a:pt x="8970876" y="1516595"/>
                  </a:lnTo>
                  <a:lnTo>
                    <a:pt x="8995362" y="1420853"/>
                  </a:lnTo>
                  <a:lnTo>
                    <a:pt x="9020125" y="1329328"/>
                  </a:lnTo>
                  <a:lnTo>
                    <a:pt x="9045239" y="1241989"/>
                  </a:lnTo>
                  <a:lnTo>
                    <a:pt x="9070787" y="1158773"/>
                  </a:lnTo>
                  <a:lnTo>
                    <a:pt x="9084767" y="1115614"/>
                  </a:lnTo>
                  <a:lnTo>
                    <a:pt x="9125211" y="1000063"/>
                  </a:lnTo>
                  <a:lnTo>
                    <a:pt x="9167413" y="893877"/>
                  </a:lnTo>
                  <a:lnTo>
                    <a:pt x="9211835" y="796777"/>
                  </a:lnTo>
                  <a:lnTo>
                    <a:pt x="9258985" y="708197"/>
                  </a:lnTo>
                  <a:lnTo>
                    <a:pt x="9309392" y="627431"/>
                  </a:lnTo>
                  <a:lnTo>
                    <a:pt x="9363584" y="553736"/>
                  </a:lnTo>
                  <a:lnTo>
                    <a:pt x="9422058" y="486396"/>
                  </a:lnTo>
                  <a:lnTo>
                    <a:pt x="9485243" y="424759"/>
                  </a:lnTo>
                  <a:lnTo>
                    <a:pt x="9553450" y="368266"/>
                  </a:lnTo>
                  <a:lnTo>
                    <a:pt x="9626812" y="316461"/>
                  </a:lnTo>
                  <a:lnTo>
                    <a:pt x="9705206" y="269002"/>
                  </a:lnTo>
                  <a:lnTo>
                    <a:pt x="9788166" y="225661"/>
                  </a:lnTo>
                  <a:lnTo>
                    <a:pt x="9874796" y="186321"/>
                  </a:lnTo>
                  <a:lnTo>
                    <a:pt x="9963705" y="150958"/>
                  </a:lnTo>
                  <a:lnTo>
                    <a:pt x="10052980" y="119621"/>
                  </a:lnTo>
                  <a:lnTo>
                    <a:pt x="10140239" y="92389"/>
                  </a:lnTo>
                  <a:lnTo>
                    <a:pt x="10222782" y="69331"/>
                  </a:lnTo>
                  <a:lnTo>
                    <a:pt x="10297840" y="50446"/>
                  </a:lnTo>
                  <a:lnTo>
                    <a:pt x="10362911" y="35619"/>
                  </a:lnTo>
                  <a:lnTo>
                    <a:pt x="10416119" y="24588"/>
                  </a:lnTo>
                  <a:lnTo>
                    <a:pt x="10456513" y="16939"/>
                  </a:lnTo>
                  <a:lnTo>
                    <a:pt x="10484254" y="12126"/>
                  </a:lnTo>
                  <a:lnTo>
                    <a:pt x="10500657" y="9512"/>
                  </a:lnTo>
                  <a:lnTo>
                    <a:pt x="10508098" y="8419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9135" y="103"/>
                  </a:lnTo>
                  <a:lnTo>
                    <a:pt x="10503993" y="838"/>
                  </a:lnTo>
                  <a:lnTo>
                    <a:pt x="10490896" y="2869"/>
                  </a:lnTo>
                  <a:lnTo>
                    <a:pt x="10467142" y="6874"/>
                  </a:lnTo>
                  <a:lnTo>
                    <a:pt x="10431049" y="13509"/>
                  </a:lnTo>
                  <a:lnTo>
                    <a:pt x="10382067" y="23357"/>
                  </a:lnTo>
                  <a:lnTo>
                    <a:pt x="10320789" y="36880"/>
                  </a:lnTo>
                  <a:lnTo>
                    <a:pt x="10248811" y="54391"/>
                  </a:lnTo>
                  <a:lnTo>
                    <a:pt x="10168466" y="76050"/>
                  </a:lnTo>
                  <a:lnTo>
                    <a:pt x="10082472" y="101893"/>
                  </a:lnTo>
                  <a:lnTo>
                    <a:pt x="9993585" y="131869"/>
                  </a:lnTo>
                  <a:lnTo>
                    <a:pt x="9904317" y="165896"/>
                  </a:lnTo>
                  <a:lnTo>
                    <a:pt x="9816745" y="203909"/>
                  </a:lnTo>
                  <a:lnTo>
                    <a:pt x="9732436" y="245906"/>
                  </a:lnTo>
                  <a:lnTo>
                    <a:pt x="9652446" y="291970"/>
                  </a:lnTo>
                  <a:lnTo>
                    <a:pt x="9577375" y="342291"/>
                  </a:lnTo>
                  <a:lnTo>
                    <a:pt x="9507450" y="397174"/>
                  </a:lnTo>
                  <a:lnTo>
                    <a:pt x="9442616" y="457036"/>
                  </a:lnTo>
                  <a:lnTo>
                    <a:pt x="9382612" y="522403"/>
                  </a:lnTo>
                  <a:lnTo>
                    <a:pt x="9327042" y="593899"/>
                  </a:lnTo>
                  <a:lnTo>
                    <a:pt x="9275429" y="672221"/>
                  </a:lnTo>
                  <a:lnTo>
                    <a:pt x="9227250" y="758110"/>
                  </a:lnTo>
                  <a:lnTo>
                    <a:pt x="9181976" y="852292"/>
                  </a:lnTo>
                  <a:lnTo>
                    <a:pt x="9139086" y="955395"/>
                  </a:lnTo>
                  <a:lnTo>
                    <a:pt x="9098103" y="1067814"/>
                  </a:lnTo>
                  <a:lnTo>
                    <a:pt x="9084767" y="1107441"/>
                  </a:lnTo>
                  <a:lnTo>
                    <a:pt x="9058945" y="1188471"/>
                  </a:lnTo>
                  <a:lnTo>
                    <a:pt x="9033608" y="1273579"/>
                  </a:lnTo>
                  <a:lnTo>
                    <a:pt x="9008665" y="1362843"/>
                  </a:lnTo>
                  <a:lnTo>
                    <a:pt x="8984039" y="1456311"/>
                  </a:lnTo>
                  <a:lnTo>
                    <a:pt x="8959660" y="1553999"/>
                  </a:lnTo>
                  <a:lnTo>
                    <a:pt x="8935470" y="1655891"/>
                  </a:lnTo>
                  <a:lnTo>
                    <a:pt x="8911421" y="1761934"/>
                  </a:lnTo>
                  <a:lnTo>
                    <a:pt x="8887469" y="1872034"/>
                  </a:lnTo>
                  <a:lnTo>
                    <a:pt x="8863581" y="1986061"/>
                  </a:lnTo>
                  <a:lnTo>
                    <a:pt x="8839728" y="2103842"/>
                  </a:lnTo>
                  <a:lnTo>
                    <a:pt x="8815888" y="2225164"/>
                  </a:lnTo>
                  <a:lnTo>
                    <a:pt x="8792046" y="2349772"/>
                  </a:lnTo>
                  <a:lnTo>
                    <a:pt x="8768189" y="2477375"/>
                  </a:lnTo>
                  <a:lnTo>
                    <a:pt x="8744310" y="2607641"/>
                  </a:lnTo>
                  <a:lnTo>
                    <a:pt x="8720406" y="2740206"/>
                  </a:lnTo>
                  <a:lnTo>
                    <a:pt x="8696478" y="2874676"/>
                  </a:lnTo>
                  <a:lnTo>
                    <a:pt x="8672528" y="3010631"/>
                  </a:lnTo>
                  <a:lnTo>
                    <a:pt x="8648562" y="3147629"/>
                  </a:lnTo>
                  <a:lnTo>
                    <a:pt x="8624586" y="3285216"/>
                  </a:lnTo>
                  <a:lnTo>
                    <a:pt x="8600609" y="3422928"/>
                  </a:lnTo>
                  <a:lnTo>
                    <a:pt x="8576637" y="3560301"/>
                  </a:lnTo>
                  <a:lnTo>
                    <a:pt x="8552677" y="3696873"/>
                  </a:lnTo>
                  <a:lnTo>
                    <a:pt x="8528737" y="3832197"/>
                  </a:lnTo>
                  <a:lnTo>
                    <a:pt x="8504820" y="3965839"/>
                  </a:lnTo>
                  <a:lnTo>
                    <a:pt x="8480928" y="4097392"/>
                  </a:lnTo>
                  <a:lnTo>
                    <a:pt x="8457059" y="4226472"/>
                  </a:lnTo>
                  <a:lnTo>
                    <a:pt x="8433210" y="4352733"/>
                  </a:lnTo>
                  <a:lnTo>
                    <a:pt x="8409371" y="4475860"/>
                  </a:lnTo>
                  <a:lnTo>
                    <a:pt x="8385527" y="4595578"/>
                  </a:lnTo>
                  <a:lnTo>
                    <a:pt x="8361661" y="4711652"/>
                  </a:lnTo>
                  <a:lnTo>
                    <a:pt x="8337748" y="4823887"/>
                  </a:lnTo>
                  <a:lnTo>
                    <a:pt x="8313756" y="4932129"/>
                  </a:lnTo>
                  <a:lnTo>
                    <a:pt x="8289647" y="5036267"/>
                  </a:lnTo>
                  <a:lnTo>
                    <a:pt x="8265377" y="5136224"/>
                  </a:lnTo>
                  <a:lnTo>
                    <a:pt x="8240892" y="5231967"/>
                  </a:lnTo>
                  <a:lnTo>
                    <a:pt x="8216128" y="5323491"/>
                  </a:lnTo>
                  <a:lnTo>
                    <a:pt x="8191015" y="5410831"/>
                  </a:lnTo>
                  <a:lnTo>
                    <a:pt x="8165466" y="5494047"/>
                  </a:lnTo>
                  <a:lnTo>
                    <a:pt x="8151487" y="5537206"/>
                  </a:lnTo>
                  <a:lnTo>
                    <a:pt x="8111043" y="5652757"/>
                  </a:lnTo>
                  <a:lnTo>
                    <a:pt x="8068840" y="5758943"/>
                  </a:lnTo>
                  <a:lnTo>
                    <a:pt x="8024418" y="5856042"/>
                  </a:lnTo>
                  <a:lnTo>
                    <a:pt x="7977269" y="5944623"/>
                  </a:lnTo>
                  <a:lnTo>
                    <a:pt x="7926861" y="6025389"/>
                  </a:lnTo>
                  <a:lnTo>
                    <a:pt x="7872669" y="6099084"/>
                  </a:lnTo>
                  <a:lnTo>
                    <a:pt x="7814195" y="6166424"/>
                  </a:lnTo>
                  <a:lnTo>
                    <a:pt x="7751010" y="6228061"/>
                  </a:lnTo>
                  <a:lnTo>
                    <a:pt x="7682804" y="6284554"/>
                  </a:lnTo>
                  <a:lnTo>
                    <a:pt x="7609441" y="6336359"/>
                  </a:lnTo>
                  <a:lnTo>
                    <a:pt x="7531047" y="6383818"/>
                  </a:lnTo>
                  <a:lnTo>
                    <a:pt x="7448087" y="6427158"/>
                  </a:lnTo>
                  <a:lnTo>
                    <a:pt x="7361457" y="6466498"/>
                  </a:lnTo>
                  <a:lnTo>
                    <a:pt x="7272548" y="6501861"/>
                  </a:lnTo>
                  <a:lnTo>
                    <a:pt x="7183273" y="6533199"/>
                  </a:lnTo>
                  <a:lnTo>
                    <a:pt x="7096014" y="6560430"/>
                  </a:lnTo>
                  <a:lnTo>
                    <a:pt x="7013471" y="6583488"/>
                  </a:lnTo>
                  <a:lnTo>
                    <a:pt x="6938414" y="6602374"/>
                  </a:lnTo>
                  <a:lnTo>
                    <a:pt x="6873342" y="6617201"/>
                  </a:lnTo>
                  <a:lnTo>
                    <a:pt x="6820134" y="6628232"/>
                  </a:lnTo>
                  <a:lnTo>
                    <a:pt x="6779741" y="6635880"/>
                  </a:lnTo>
                  <a:lnTo>
                    <a:pt x="6751999" y="6640693"/>
                  </a:lnTo>
                  <a:lnTo>
                    <a:pt x="6735596" y="6643308"/>
                  </a:lnTo>
                  <a:lnTo>
                    <a:pt x="6728155" y="6644401"/>
                  </a:lnTo>
                  <a:lnTo>
                    <a:pt x="6726343" y="6644647"/>
                  </a:lnTo>
                  <a:lnTo>
                    <a:pt x="5254955" y="6644647"/>
                  </a:lnTo>
                  <a:lnTo>
                    <a:pt x="5253724" y="6644628"/>
                  </a:lnTo>
                  <a:lnTo>
                    <a:pt x="5245647" y="6644495"/>
                  </a:lnTo>
                  <a:lnTo>
                    <a:pt x="5225335" y="6644125"/>
                  </a:lnTo>
                  <a:lnTo>
                    <a:pt x="5189142" y="6643397"/>
                  </a:lnTo>
                  <a:lnTo>
                    <a:pt x="5135443" y="6642201"/>
                  </a:lnTo>
                  <a:lnTo>
                    <a:pt x="5064754" y="6640445"/>
                  </a:lnTo>
                  <a:lnTo>
                    <a:pt x="4979510" y="6638073"/>
                  </a:lnTo>
                  <a:lnTo>
                    <a:pt x="4883502" y="6635058"/>
                  </a:lnTo>
                  <a:lnTo>
                    <a:pt x="4781120" y="6631396"/>
                  </a:lnTo>
                  <a:lnTo>
                    <a:pt x="4676628" y="6627102"/>
                  </a:lnTo>
                  <a:lnTo>
                    <a:pt x="4573637" y="6622189"/>
                  </a:lnTo>
                  <a:lnTo>
                    <a:pt x="4474833" y="6616659"/>
                  </a:lnTo>
                  <a:lnTo>
                    <a:pt x="4381952" y="6610499"/>
                  </a:lnTo>
                  <a:lnTo>
                    <a:pt x="4295881" y="6603672"/>
                  </a:lnTo>
                  <a:lnTo>
                    <a:pt x="4216848" y="6596116"/>
                  </a:lnTo>
                  <a:lnTo>
                    <a:pt x="4144605" y="6587748"/>
                  </a:lnTo>
                  <a:lnTo>
                    <a:pt x="4078593" y="6578460"/>
                  </a:lnTo>
                  <a:lnTo>
                    <a:pt x="4018072" y="6568129"/>
                  </a:lnTo>
                  <a:lnTo>
                    <a:pt x="3962212" y="6556621"/>
                  </a:lnTo>
                  <a:lnTo>
                    <a:pt x="3910167" y="6543809"/>
                  </a:lnTo>
                  <a:lnTo>
                    <a:pt x="3861123" y="6529587"/>
                  </a:lnTo>
                  <a:lnTo>
                    <a:pt x="3829811" y="6519328"/>
                  </a:lnTo>
                  <a:lnTo>
                    <a:pt x="3776965" y="6499864"/>
                  </a:lnTo>
                  <a:lnTo>
                    <a:pt x="3725794" y="6478392"/>
                  </a:lnTo>
                  <a:lnTo>
                    <a:pt x="3675657" y="6454883"/>
                  </a:lnTo>
                  <a:lnTo>
                    <a:pt x="3626089" y="6429381"/>
                  </a:lnTo>
                  <a:lnTo>
                    <a:pt x="3576763" y="6402005"/>
                  </a:lnTo>
                  <a:lnTo>
                    <a:pt x="3527475" y="6372962"/>
                  </a:lnTo>
                  <a:lnTo>
                    <a:pt x="3478116" y="6342538"/>
                  </a:lnTo>
                  <a:lnTo>
                    <a:pt x="3428652" y="6311094"/>
                  </a:lnTo>
                  <a:lnTo>
                    <a:pt x="3379110" y="6279048"/>
                  </a:lnTo>
                  <a:lnTo>
                    <a:pt x="3329546" y="6246853"/>
                  </a:lnTo>
                  <a:lnTo>
                    <a:pt x="3280027" y="6214971"/>
                  </a:lnTo>
                  <a:lnTo>
                    <a:pt x="3230600" y="6183846"/>
                  </a:lnTo>
                  <a:lnTo>
                    <a:pt x="3181273" y="6153877"/>
                  </a:lnTo>
                  <a:lnTo>
                    <a:pt x="3131989" y="6125400"/>
                  </a:lnTo>
                  <a:lnTo>
                    <a:pt x="3082606" y="6098674"/>
                  </a:lnTo>
                  <a:lnTo>
                    <a:pt x="3032878" y="6073873"/>
                  </a:lnTo>
                  <a:lnTo>
                    <a:pt x="2982434" y="6051090"/>
                  </a:lnTo>
                  <a:lnTo>
                    <a:pt x="2930750" y="6030342"/>
                  </a:lnTo>
                  <a:lnTo>
                    <a:pt x="2896531" y="6018051"/>
                  </a:lnTo>
                  <a:lnTo>
                    <a:pt x="2849076" y="6002866"/>
                  </a:lnTo>
                  <a:lnTo>
                    <a:pt x="2799112" y="5989125"/>
                  </a:lnTo>
                  <a:lnTo>
                    <a:pt x="2745882" y="5976762"/>
                  </a:lnTo>
                  <a:lnTo>
                    <a:pt x="2688556" y="5965664"/>
                  </a:lnTo>
                  <a:lnTo>
                    <a:pt x="2626284" y="5955697"/>
                  </a:lnTo>
                  <a:lnTo>
                    <a:pt x="2558260" y="5946730"/>
                  </a:lnTo>
                  <a:lnTo>
                    <a:pt x="2483792" y="5938645"/>
                  </a:lnTo>
                  <a:lnTo>
                    <a:pt x="2402409" y="5931341"/>
                  </a:lnTo>
                  <a:lnTo>
                    <a:pt x="2314003" y="5924743"/>
                  </a:lnTo>
                  <a:lnTo>
                    <a:pt x="2219000" y="5918797"/>
                  </a:lnTo>
                  <a:lnTo>
                    <a:pt x="2118554" y="5913475"/>
                  </a:lnTo>
                  <a:lnTo>
                    <a:pt x="2014712" y="5908768"/>
                  </a:lnTo>
                  <a:lnTo>
                    <a:pt x="1910485" y="5904684"/>
                  </a:lnTo>
                  <a:lnTo>
                    <a:pt x="1809744" y="5901238"/>
                  </a:lnTo>
                  <a:lnTo>
                    <a:pt x="1716867" y="5898439"/>
                  </a:lnTo>
                  <a:lnTo>
                    <a:pt x="1636129" y="5896278"/>
                  </a:lnTo>
                  <a:lnTo>
                    <a:pt x="1570947" y="5894719"/>
                  </a:lnTo>
                  <a:lnTo>
                    <a:pt x="1523161" y="5893690"/>
                  </a:lnTo>
                  <a:lnTo>
                    <a:pt x="1492575" y="5893096"/>
                  </a:lnTo>
                  <a:lnTo>
                    <a:pt x="1476860" y="5892819"/>
                  </a:lnTo>
                  <a:lnTo>
                    <a:pt x="1471756" y="5892737"/>
                  </a:lnTo>
                  <a:lnTo>
                    <a:pt x="1471387" y="5892731"/>
                  </a:lnTo>
                  <a:lnTo>
                    <a:pt x="0" y="5892731"/>
                  </a:lnTo>
                  <a:close/>
                </a:path>
              </a:pathLst>
            </a:custGeom>
            <a:solidFill>
              <a:srgbClr val="67C1B3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260" name="pl1260"/>
            <p:cNvSpPr/>
            <p:nvPr/>
          </p:nvSpPr>
          <p:spPr>
            <a:xfrm>
              <a:off x="4799595" y="2642292"/>
              <a:ext cx="11981298" cy="6644647"/>
            </a:xfrm>
            <a:custGeom>
              <a:avLst/>
              <a:pathLst>
                <a:path w="11981298" h="6644647">
                  <a:moveTo>
                    <a:pt x="0" y="5892731"/>
                  </a:moveTo>
                  <a:lnTo>
                    <a:pt x="1471387" y="5892731"/>
                  </a:lnTo>
                  <a:lnTo>
                    <a:pt x="1472618" y="5892750"/>
                  </a:lnTo>
                  <a:lnTo>
                    <a:pt x="1480695" y="5892884"/>
                  </a:lnTo>
                  <a:lnTo>
                    <a:pt x="1501007" y="5893254"/>
                  </a:lnTo>
                  <a:lnTo>
                    <a:pt x="1537200" y="5893981"/>
                  </a:lnTo>
                  <a:lnTo>
                    <a:pt x="1590899" y="5895178"/>
                  </a:lnTo>
                  <a:lnTo>
                    <a:pt x="1661588" y="5896933"/>
                  </a:lnTo>
                  <a:lnTo>
                    <a:pt x="1746832" y="5899305"/>
                  </a:lnTo>
                  <a:lnTo>
                    <a:pt x="1842841" y="5902321"/>
                  </a:lnTo>
                  <a:lnTo>
                    <a:pt x="1945222" y="5905982"/>
                  </a:lnTo>
                  <a:lnTo>
                    <a:pt x="2049714" y="5910276"/>
                  </a:lnTo>
                  <a:lnTo>
                    <a:pt x="2152706" y="5915189"/>
                  </a:lnTo>
                  <a:lnTo>
                    <a:pt x="2251509" y="5920719"/>
                  </a:lnTo>
                  <a:lnTo>
                    <a:pt x="2344390" y="5926879"/>
                  </a:lnTo>
                  <a:lnTo>
                    <a:pt x="2430461" y="5933706"/>
                  </a:lnTo>
                  <a:lnTo>
                    <a:pt x="2509494" y="5941262"/>
                  </a:lnTo>
                  <a:lnTo>
                    <a:pt x="2581737" y="5949631"/>
                  </a:lnTo>
                  <a:lnTo>
                    <a:pt x="2647749" y="5958919"/>
                  </a:lnTo>
                  <a:lnTo>
                    <a:pt x="2708271" y="5969250"/>
                  </a:lnTo>
                  <a:lnTo>
                    <a:pt x="2764130" y="5980757"/>
                  </a:lnTo>
                  <a:lnTo>
                    <a:pt x="2816176" y="5993570"/>
                  </a:lnTo>
                  <a:lnTo>
                    <a:pt x="2865219" y="6007791"/>
                  </a:lnTo>
                  <a:lnTo>
                    <a:pt x="2896531" y="6018051"/>
                  </a:lnTo>
                  <a:lnTo>
                    <a:pt x="2949377" y="6037515"/>
                  </a:lnTo>
                  <a:lnTo>
                    <a:pt x="3000548" y="6058987"/>
                  </a:lnTo>
                  <a:lnTo>
                    <a:pt x="3050685" y="6082495"/>
                  </a:lnTo>
                  <a:lnTo>
                    <a:pt x="3100253" y="6107998"/>
                  </a:lnTo>
                  <a:lnTo>
                    <a:pt x="3149579" y="6135373"/>
                  </a:lnTo>
                  <a:lnTo>
                    <a:pt x="3198867" y="6164416"/>
                  </a:lnTo>
                  <a:lnTo>
                    <a:pt x="3248227" y="6194840"/>
                  </a:lnTo>
                  <a:lnTo>
                    <a:pt x="3297690" y="6226284"/>
                  </a:lnTo>
                  <a:lnTo>
                    <a:pt x="3347232" y="6258330"/>
                  </a:lnTo>
                  <a:lnTo>
                    <a:pt x="3396796" y="6290525"/>
                  </a:lnTo>
                  <a:lnTo>
                    <a:pt x="3446315" y="6322407"/>
                  </a:lnTo>
                  <a:lnTo>
                    <a:pt x="3495742" y="6353533"/>
                  </a:lnTo>
                  <a:lnTo>
                    <a:pt x="3545069" y="6383502"/>
                  </a:lnTo>
                  <a:lnTo>
                    <a:pt x="3594353" y="6411979"/>
                  </a:lnTo>
                  <a:lnTo>
                    <a:pt x="3643736" y="6438705"/>
                  </a:lnTo>
                  <a:lnTo>
                    <a:pt x="3693464" y="6463505"/>
                  </a:lnTo>
                  <a:lnTo>
                    <a:pt x="3743908" y="6486288"/>
                  </a:lnTo>
                  <a:lnTo>
                    <a:pt x="3795592" y="6507037"/>
                  </a:lnTo>
                  <a:lnTo>
                    <a:pt x="3829811" y="6519328"/>
                  </a:lnTo>
                  <a:lnTo>
                    <a:pt x="3877266" y="6534513"/>
                  </a:lnTo>
                  <a:lnTo>
                    <a:pt x="3927230" y="6548254"/>
                  </a:lnTo>
                  <a:lnTo>
                    <a:pt x="3980460" y="6560616"/>
                  </a:lnTo>
                  <a:lnTo>
                    <a:pt x="4037786" y="6571714"/>
                  </a:lnTo>
                  <a:lnTo>
                    <a:pt x="4100058" y="6581681"/>
                  </a:lnTo>
                  <a:lnTo>
                    <a:pt x="4168082" y="6590648"/>
                  </a:lnTo>
                  <a:lnTo>
                    <a:pt x="4242550" y="6598734"/>
                  </a:lnTo>
                  <a:lnTo>
                    <a:pt x="4323933" y="6606037"/>
                  </a:lnTo>
                  <a:lnTo>
                    <a:pt x="4412339" y="6612635"/>
                  </a:lnTo>
                  <a:lnTo>
                    <a:pt x="4507342" y="6618581"/>
                  </a:lnTo>
                  <a:lnTo>
                    <a:pt x="4607788" y="6623904"/>
                  </a:lnTo>
                  <a:lnTo>
                    <a:pt x="4711630" y="6628611"/>
                  </a:lnTo>
                  <a:lnTo>
                    <a:pt x="4815857" y="6632694"/>
                  </a:lnTo>
                  <a:lnTo>
                    <a:pt x="4916598" y="6636140"/>
                  </a:lnTo>
                  <a:lnTo>
                    <a:pt x="5009476" y="6638939"/>
                  </a:lnTo>
                  <a:lnTo>
                    <a:pt x="5090213" y="6641100"/>
                  </a:lnTo>
                  <a:lnTo>
                    <a:pt x="5155395" y="6642660"/>
                  </a:lnTo>
                  <a:lnTo>
                    <a:pt x="5203182" y="6643688"/>
                  </a:lnTo>
                  <a:lnTo>
                    <a:pt x="5233768" y="6644283"/>
                  </a:lnTo>
                  <a:lnTo>
                    <a:pt x="5249482" y="6644560"/>
                  </a:lnTo>
                  <a:lnTo>
                    <a:pt x="5254586" y="6644642"/>
                  </a:lnTo>
                  <a:lnTo>
                    <a:pt x="5254955" y="6644647"/>
                  </a:lnTo>
                  <a:lnTo>
                    <a:pt x="6726343" y="6644647"/>
                  </a:lnTo>
                  <a:lnTo>
                    <a:pt x="6727119" y="6644544"/>
                  </a:lnTo>
                  <a:lnTo>
                    <a:pt x="6732260" y="6643808"/>
                  </a:lnTo>
                  <a:lnTo>
                    <a:pt x="6745357" y="6641778"/>
                  </a:lnTo>
                  <a:lnTo>
                    <a:pt x="6769111" y="6637773"/>
                  </a:lnTo>
                  <a:lnTo>
                    <a:pt x="6805204" y="6631137"/>
                  </a:lnTo>
                  <a:lnTo>
                    <a:pt x="6854186" y="6621289"/>
                  </a:lnTo>
                  <a:lnTo>
                    <a:pt x="6915464" y="6607767"/>
                  </a:lnTo>
                  <a:lnTo>
                    <a:pt x="6987442" y="6590256"/>
                  </a:lnTo>
                  <a:lnTo>
                    <a:pt x="7067787" y="6568596"/>
                  </a:lnTo>
                  <a:lnTo>
                    <a:pt x="7153781" y="6542753"/>
                  </a:lnTo>
                  <a:lnTo>
                    <a:pt x="7242668" y="6512777"/>
                  </a:lnTo>
                  <a:lnTo>
                    <a:pt x="7331936" y="6478751"/>
                  </a:lnTo>
                  <a:lnTo>
                    <a:pt x="7419508" y="6440737"/>
                  </a:lnTo>
                  <a:lnTo>
                    <a:pt x="7503817" y="6398741"/>
                  </a:lnTo>
                  <a:lnTo>
                    <a:pt x="7583807" y="6352677"/>
                  </a:lnTo>
                  <a:lnTo>
                    <a:pt x="7658879" y="6302356"/>
                  </a:lnTo>
                  <a:lnTo>
                    <a:pt x="7728803" y="6247473"/>
                  </a:lnTo>
                  <a:lnTo>
                    <a:pt x="7793638" y="6187611"/>
                  </a:lnTo>
                  <a:lnTo>
                    <a:pt x="7853642" y="6122244"/>
                  </a:lnTo>
                  <a:lnTo>
                    <a:pt x="7909211" y="6050748"/>
                  </a:lnTo>
                  <a:lnTo>
                    <a:pt x="7960825" y="5972426"/>
                  </a:lnTo>
                  <a:lnTo>
                    <a:pt x="8009003" y="5886537"/>
                  </a:lnTo>
                  <a:lnTo>
                    <a:pt x="8054278" y="5792354"/>
                  </a:lnTo>
                  <a:lnTo>
                    <a:pt x="8097167" y="5689252"/>
                  </a:lnTo>
                  <a:lnTo>
                    <a:pt x="8138151" y="5576833"/>
                  </a:lnTo>
                  <a:lnTo>
                    <a:pt x="8151487" y="5537206"/>
                  </a:lnTo>
                  <a:lnTo>
                    <a:pt x="8177309" y="5456176"/>
                  </a:lnTo>
                  <a:lnTo>
                    <a:pt x="8202645" y="5371068"/>
                  </a:lnTo>
                  <a:lnTo>
                    <a:pt x="8227588" y="5281804"/>
                  </a:lnTo>
                  <a:lnTo>
                    <a:pt x="8252215" y="5188336"/>
                  </a:lnTo>
                  <a:lnTo>
                    <a:pt x="8276594" y="5090647"/>
                  </a:lnTo>
                  <a:lnTo>
                    <a:pt x="8300783" y="4988755"/>
                  </a:lnTo>
                  <a:lnTo>
                    <a:pt x="8324833" y="4882713"/>
                  </a:lnTo>
                  <a:lnTo>
                    <a:pt x="8348784" y="4772613"/>
                  </a:lnTo>
                  <a:lnTo>
                    <a:pt x="8372672" y="4658586"/>
                  </a:lnTo>
                  <a:lnTo>
                    <a:pt x="8396525" y="4540805"/>
                  </a:lnTo>
                  <a:lnTo>
                    <a:pt x="8420365" y="4419483"/>
                  </a:lnTo>
                  <a:lnTo>
                    <a:pt x="8444207" y="4294874"/>
                  </a:lnTo>
                  <a:lnTo>
                    <a:pt x="8468065" y="4167272"/>
                  </a:lnTo>
                  <a:lnTo>
                    <a:pt x="8491943" y="4037006"/>
                  </a:lnTo>
                  <a:lnTo>
                    <a:pt x="8515847" y="3904440"/>
                  </a:lnTo>
                  <a:lnTo>
                    <a:pt x="8539775" y="3769970"/>
                  </a:lnTo>
                  <a:lnTo>
                    <a:pt x="8563725" y="3634016"/>
                  </a:lnTo>
                  <a:lnTo>
                    <a:pt x="8587691" y="3497018"/>
                  </a:lnTo>
                  <a:lnTo>
                    <a:pt x="8611667" y="3359431"/>
                  </a:lnTo>
                  <a:lnTo>
                    <a:pt x="8635645" y="3221718"/>
                  </a:lnTo>
                  <a:lnTo>
                    <a:pt x="8659617" y="3084346"/>
                  </a:lnTo>
                  <a:lnTo>
                    <a:pt x="8683576" y="2947773"/>
                  </a:lnTo>
                  <a:lnTo>
                    <a:pt x="8707516" y="2812450"/>
                  </a:lnTo>
                  <a:lnTo>
                    <a:pt x="8731433" y="2678807"/>
                  </a:lnTo>
                  <a:lnTo>
                    <a:pt x="8755325" y="2547255"/>
                  </a:lnTo>
                  <a:lnTo>
                    <a:pt x="8779194" y="2418174"/>
                  </a:lnTo>
                  <a:lnTo>
                    <a:pt x="8803043" y="2291913"/>
                  </a:lnTo>
                  <a:lnTo>
                    <a:pt x="8826882" y="2168786"/>
                  </a:lnTo>
                  <a:lnTo>
                    <a:pt x="8850726" y="2049069"/>
                  </a:lnTo>
                  <a:lnTo>
                    <a:pt x="8874592" y="1932995"/>
                  </a:lnTo>
                  <a:lnTo>
                    <a:pt x="8898505" y="1820760"/>
                  </a:lnTo>
                  <a:lnTo>
                    <a:pt x="8922497" y="1712517"/>
                  </a:lnTo>
                  <a:lnTo>
                    <a:pt x="8946606" y="1608380"/>
                  </a:lnTo>
                  <a:lnTo>
                    <a:pt x="8970876" y="1508422"/>
                  </a:lnTo>
                  <a:lnTo>
                    <a:pt x="8995362" y="1412680"/>
                  </a:lnTo>
                  <a:lnTo>
                    <a:pt x="9020125" y="1321155"/>
                  </a:lnTo>
                  <a:lnTo>
                    <a:pt x="9045239" y="1233816"/>
                  </a:lnTo>
                  <a:lnTo>
                    <a:pt x="9070787" y="1150600"/>
                  </a:lnTo>
                  <a:lnTo>
                    <a:pt x="9084767" y="1107441"/>
                  </a:lnTo>
                  <a:lnTo>
                    <a:pt x="9125211" y="991890"/>
                  </a:lnTo>
                  <a:lnTo>
                    <a:pt x="9167413" y="885704"/>
                  </a:lnTo>
                  <a:lnTo>
                    <a:pt x="9211835" y="788604"/>
                  </a:lnTo>
                  <a:lnTo>
                    <a:pt x="9258985" y="700024"/>
                  </a:lnTo>
                  <a:lnTo>
                    <a:pt x="9309392" y="619258"/>
                  </a:lnTo>
                  <a:lnTo>
                    <a:pt x="9363584" y="545563"/>
                  </a:lnTo>
                  <a:lnTo>
                    <a:pt x="9422058" y="478223"/>
                  </a:lnTo>
                  <a:lnTo>
                    <a:pt x="9485243" y="416586"/>
                  </a:lnTo>
                  <a:lnTo>
                    <a:pt x="9553450" y="360093"/>
                  </a:lnTo>
                  <a:lnTo>
                    <a:pt x="9626812" y="308288"/>
                  </a:lnTo>
                  <a:lnTo>
                    <a:pt x="9705206" y="260829"/>
                  </a:lnTo>
                  <a:lnTo>
                    <a:pt x="9788166" y="217488"/>
                  </a:lnTo>
                  <a:lnTo>
                    <a:pt x="9874796" y="178148"/>
                  </a:lnTo>
                  <a:lnTo>
                    <a:pt x="9963705" y="142785"/>
                  </a:lnTo>
                  <a:lnTo>
                    <a:pt x="10052980" y="111448"/>
                  </a:lnTo>
                  <a:lnTo>
                    <a:pt x="10140239" y="84216"/>
                  </a:lnTo>
                  <a:lnTo>
                    <a:pt x="10222782" y="61158"/>
                  </a:lnTo>
                  <a:lnTo>
                    <a:pt x="10297840" y="42273"/>
                  </a:lnTo>
                  <a:lnTo>
                    <a:pt x="10362911" y="27446"/>
                  </a:lnTo>
                  <a:lnTo>
                    <a:pt x="10416119" y="16415"/>
                  </a:lnTo>
                  <a:lnTo>
                    <a:pt x="10456513" y="8766"/>
                  </a:lnTo>
                  <a:lnTo>
                    <a:pt x="10484254" y="3953"/>
                  </a:lnTo>
                  <a:lnTo>
                    <a:pt x="10500657" y="1339"/>
                  </a:lnTo>
                  <a:lnTo>
                    <a:pt x="10508098" y="246"/>
                  </a:lnTo>
                  <a:lnTo>
                    <a:pt x="10509881" y="3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61" name="pl1261"/>
            <p:cNvSpPr/>
            <p:nvPr/>
          </p:nvSpPr>
          <p:spPr>
            <a:xfrm>
              <a:off x="4799595" y="2634119"/>
              <a:ext cx="11981298" cy="6644647"/>
            </a:xfrm>
            <a:custGeom>
              <a:avLst/>
              <a:pathLst>
                <a:path w="11981298" h="6644647">
                  <a:moveTo>
                    <a:pt x="11981298" y="0"/>
                  </a:moveTo>
                  <a:lnTo>
                    <a:pt x="10509911" y="0"/>
                  </a:lnTo>
                  <a:lnTo>
                    <a:pt x="10509135" y="103"/>
                  </a:lnTo>
                  <a:lnTo>
                    <a:pt x="10503993" y="838"/>
                  </a:lnTo>
                  <a:lnTo>
                    <a:pt x="10490896" y="2869"/>
                  </a:lnTo>
                  <a:lnTo>
                    <a:pt x="10467142" y="6874"/>
                  </a:lnTo>
                  <a:lnTo>
                    <a:pt x="10431049" y="13509"/>
                  </a:lnTo>
                  <a:lnTo>
                    <a:pt x="10382067" y="23357"/>
                  </a:lnTo>
                  <a:lnTo>
                    <a:pt x="10320789" y="36880"/>
                  </a:lnTo>
                  <a:lnTo>
                    <a:pt x="10248811" y="54391"/>
                  </a:lnTo>
                  <a:lnTo>
                    <a:pt x="10168466" y="76050"/>
                  </a:lnTo>
                  <a:lnTo>
                    <a:pt x="10082472" y="101893"/>
                  </a:lnTo>
                  <a:lnTo>
                    <a:pt x="9993585" y="131869"/>
                  </a:lnTo>
                  <a:lnTo>
                    <a:pt x="9904317" y="165896"/>
                  </a:lnTo>
                  <a:lnTo>
                    <a:pt x="9816745" y="203909"/>
                  </a:lnTo>
                  <a:lnTo>
                    <a:pt x="9732436" y="245906"/>
                  </a:lnTo>
                  <a:lnTo>
                    <a:pt x="9652446" y="291970"/>
                  </a:lnTo>
                  <a:lnTo>
                    <a:pt x="9577375" y="342291"/>
                  </a:lnTo>
                  <a:lnTo>
                    <a:pt x="9507450" y="397174"/>
                  </a:lnTo>
                  <a:lnTo>
                    <a:pt x="9442616" y="457036"/>
                  </a:lnTo>
                  <a:lnTo>
                    <a:pt x="9382612" y="522403"/>
                  </a:lnTo>
                  <a:lnTo>
                    <a:pt x="9327042" y="593899"/>
                  </a:lnTo>
                  <a:lnTo>
                    <a:pt x="9275429" y="672221"/>
                  </a:lnTo>
                  <a:lnTo>
                    <a:pt x="9227250" y="758110"/>
                  </a:lnTo>
                  <a:lnTo>
                    <a:pt x="9181976" y="852292"/>
                  </a:lnTo>
                  <a:lnTo>
                    <a:pt x="9139086" y="955395"/>
                  </a:lnTo>
                  <a:lnTo>
                    <a:pt x="9098103" y="1067814"/>
                  </a:lnTo>
                  <a:lnTo>
                    <a:pt x="9084767" y="1107441"/>
                  </a:lnTo>
                  <a:lnTo>
                    <a:pt x="9058945" y="1188471"/>
                  </a:lnTo>
                  <a:lnTo>
                    <a:pt x="9033608" y="1273579"/>
                  </a:lnTo>
                  <a:lnTo>
                    <a:pt x="9008665" y="1362843"/>
                  </a:lnTo>
                  <a:lnTo>
                    <a:pt x="8984039" y="1456311"/>
                  </a:lnTo>
                  <a:lnTo>
                    <a:pt x="8959660" y="1553999"/>
                  </a:lnTo>
                  <a:lnTo>
                    <a:pt x="8935470" y="1655891"/>
                  </a:lnTo>
                  <a:lnTo>
                    <a:pt x="8911421" y="1761934"/>
                  </a:lnTo>
                  <a:lnTo>
                    <a:pt x="8887469" y="1872034"/>
                  </a:lnTo>
                  <a:lnTo>
                    <a:pt x="8863581" y="1986061"/>
                  </a:lnTo>
                  <a:lnTo>
                    <a:pt x="8839728" y="2103842"/>
                  </a:lnTo>
                  <a:lnTo>
                    <a:pt x="8815888" y="2225164"/>
                  </a:lnTo>
                  <a:lnTo>
                    <a:pt x="8792046" y="2349772"/>
                  </a:lnTo>
                  <a:lnTo>
                    <a:pt x="8768189" y="2477375"/>
                  </a:lnTo>
                  <a:lnTo>
                    <a:pt x="8744310" y="2607641"/>
                  </a:lnTo>
                  <a:lnTo>
                    <a:pt x="8720406" y="2740206"/>
                  </a:lnTo>
                  <a:lnTo>
                    <a:pt x="8696478" y="2874676"/>
                  </a:lnTo>
                  <a:lnTo>
                    <a:pt x="8672528" y="3010631"/>
                  </a:lnTo>
                  <a:lnTo>
                    <a:pt x="8648562" y="3147629"/>
                  </a:lnTo>
                  <a:lnTo>
                    <a:pt x="8624586" y="3285216"/>
                  </a:lnTo>
                  <a:lnTo>
                    <a:pt x="8600609" y="3422928"/>
                  </a:lnTo>
                  <a:lnTo>
                    <a:pt x="8576637" y="3560301"/>
                  </a:lnTo>
                  <a:lnTo>
                    <a:pt x="8552677" y="3696873"/>
                  </a:lnTo>
                  <a:lnTo>
                    <a:pt x="8528737" y="3832197"/>
                  </a:lnTo>
                  <a:lnTo>
                    <a:pt x="8504820" y="3965839"/>
                  </a:lnTo>
                  <a:lnTo>
                    <a:pt x="8480928" y="4097392"/>
                  </a:lnTo>
                  <a:lnTo>
                    <a:pt x="8457059" y="4226472"/>
                  </a:lnTo>
                  <a:lnTo>
                    <a:pt x="8433210" y="4352733"/>
                  </a:lnTo>
                  <a:lnTo>
                    <a:pt x="8409371" y="4475860"/>
                  </a:lnTo>
                  <a:lnTo>
                    <a:pt x="8385527" y="4595578"/>
                  </a:lnTo>
                  <a:lnTo>
                    <a:pt x="8361661" y="4711652"/>
                  </a:lnTo>
                  <a:lnTo>
                    <a:pt x="8337748" y="4823887"/>
                  </a:lnTo>
                  <a:lnTo>
                    <a:pt x="8313756" y="4932129"/>
                  </a:lnTo>
                  <a:lnTo>
                    <a:pt x="8289647" y="5036267"/>
                  </a:lnTo>
                  <a:lnTo>
                    <a:pt x="8265377" y="5136224"/>
                  </a:lnTo>
                  <a:lnTo>
                    <a:pt x="8240892" y="5231967"/>
                  </a:lnTo>
                  <a:lnTo>
                    <a:pt x="8216128" y="5323491"/>
                  </a:lnTo>
                  <a:lnTo>
                    <a:pt x="8191015" y="5410831"/>
                  </a:lnTo>
                  <a:lnTo>
                    <a:pt x="8165466" y="5494047"/>
                  </a:lnTo>
                  <a:lnTo>
                    <a:pt x="8151487" y="5537206"/>
                  </a:lnTo>
                  <a:lnTo>
                    <a:pt x="8111043" y="5652757"/>
                  </a:lnTo>
                  <a:lnTo>
                    <a:pt x="8068840" y="5758943"/>
                  </a:lnTo>
                  <a:lnTo>
                    <a:pt x="8024418" y="5856042"/>
                  </a:lnTo>
                  <a:lnTo>
                    <a:pt x="7977269" y="5944623"/>
                  </a:lnTo>
                  <a:lnTo>
                    <a:pt x="7926861" y="6025389"/>
                  </a:lnTo>
                  <a:lnTo>
                    <a:pt x="7872669" y="6099084"/>
                  </a:lnTo>
                  <a:lnTo>
                    <a:pt x="7814195" y="6166424"/>
                  </a:lnTo>
                  <a:lnTo>
                    <a:pt x="7751010" y="6228061"/>
                  </a:lnTo>
                  <a:lnTo>
                    <a:pt x="7682804" y="6284554"/>
                  </a:lnTo>
                  <a:lnTo>
                    <a:pt x="7609441" y="6336359"/>
                  </a:lnTo>
                  <a:lnTo>
                    <a:pt x="7531047" y="6383818"/>
                  </a:lnTo>
                  <a:lnTo>
                    <a:pt x="7448087" y="6427158"/>
                  </a:lnTo>
                  <a:lnTo>
                    <a:pt x="7361457" y="6466498"/>
                  </a:lnTo>
                  <a:lnTo>
                    <a:pt x="7272548" y="6501861"/>
                  </a:lnTo>
                  <a:lnTo>
                    <a:pt x="7183273" y="6533199"/>
                  </a:lnTo>
                  <a:lnTo>
                    <a:pt x="7096014" y="6560430"/>
                  </a:lnTo>
                  <a:lnTo>
                    <a:pt x="7013471" y="6583488"/>
                  </a:lnTo>
                  <a:lnTo>
                    <a:pt x="6938414" y="6602374"/>
                  </a:lnTo>
                  <a:lnTo>
                    <a:pt x="6873342" y="6617201"/>
                  </a:lnTo>
                  <a:lnTo>
                    <a:pt x="6820134" y="6628232"/>
                  </a:lnTo>
                  <a:lnTo>
                    <a:pt x="6779741" y="6635880"/>
                  </a:lnTo>
                  <a:lnTo>
                    <a:pt x="6751999" y="6640693"/>
                  </a:lnTo>
                  <a:lnTo>
                    <a:pt x="6735596" y="6643308"/>
                  </a:lnTo>
                  <a:lnTo>
                    <a:pt x="6728155" y="6644401"/>
                  </a:lnTo>
                  <a:lnTo>
                    <a:pt x="6726372" y="6644643"/>
                  </a:lnTo>
                  <a:lnTo>
                    <a:pt x="6726343" y="6644647"/>
                  </a:lnTo>
                  <a:lnTo>
                    <a:pt x="5254955" y="6644647"/>
                  </a:lnTo>
                  <a:lnTo>
                    <a:pt x="5253724" y="6644628"/>
                  </a:lnTo>
                  <a:lnTo>
                    <a:pt x="5245647" y="6644495"/>
                  </a:lnTo>
                  <a:lnTo>
                    <a:pt x="5225335" y="6644125"/>
                  </a:lnTo>
                  <a:lnTo>
                    <a:pt x="5189142" y="6643397"/>
                  </a:lnTo>
                  <a:lnTo>
                    <a:pt x="5135443" y="6642201"/>
                  </a:lnTo>
                  <a:lnTo>
                    <a:pt x="5064754" y="6640445"/>
                  </a:lnTo>
                  <a:lnTo>
                    <a:pt x="4979510" y="6638073"/>
                  </a:lnTo>
                  <a:lnTo>
                    <a:pt x="4883502" y="6635058"/>
                  </a:lnTo>
                  <a:lnTo>
                    <a:pt x="4781120" y="6631396"/>
                  </a:lnTo>
                  <a:lnTo>
                    <a:pt x="4676628" y="6627102"/>
                  </a:lnTo>
                  <a:lnTo>
                    <a:pt x="4573637" y="6622189"/>
                  </a:lnTo>
                  <a:lnTo>
                    <a:pt x="4474833" y="6616659"/>
                  </a:lnTo>
                  <a:lnTo>
                    <a:pt x="4381952" y="6610499"/>
                  </a:lnTo>
                  <a:lnTo>
                    <a:pt x="4295881" y="6603672"/>
                  </a:lnTo>
                  <a:lnTo>
                    <a:pt x="4216848" y="6596116"/>
                  </a:lnTo>
                  <a:lnTo>
                    <a:pt x="4144605" y="6587748"/>
                  </a:lnTo>
                  <a:lnTo>
                    <a:pt x="4078593" y="6578460"/>
                  </a:lnTo>
                  <a:lnTo>
                    <a:pt x="4018072" y="6568129"/>
                  </a:lnTo>
                  <a:lnTo>
                    <a:pt x="3962212" y="6556621"/>
                  </a:lnTo>
                  <a:lnTo>
                    <a:pt x="3910167" y="6543809"/>
                  </a:lnTo>
                  <a:lnTo>
                    <a:pt x="3861123" y="6529587"/>
                  </a:lnTo>
                  <a:lnTo>
                    <a:pt x="3829811" y="6519328"/>
                  </a:lnTo>
                  <a:lnTo>
                    <a:pt x="3776965" y="6499864"/>
                  </a:lnTo>
                  <a:lnTo>
                    <a:pt x="3725794" y="6478392"/>
                  </a:lnTo>
                  <a:lnTo>
                    <a:pt x="3675657" y="6454883"/>
                  </a:lnTo>
                  <a:lnTo>
                    <a:pt x="3626089" y="6429381"/>
                  </a:lnTo>
                  <a:lnTo>
                    <a:pt x="3576763" y="6402005"/>
                  </a:lnTo>
                  <a:lnTo>
                    <a:pt x="3527475" y="6372962"/>
                  </a:lnTo>
                  <a:lnTo>
                    <a:pt x="3478116" y="6342538"/>
                  </a:lnTo>
                  <a:lnTo>
                    <a:pt x="3428652" y="6311094"/>
                  </a:lnTo>
                  <a:lnTo>
                    <a:pt x="3379110" y="6279048"/>
                  </a:lnTo>
                  <a:lnTo>
                    <a:pt x="3329546" y="6246853"/>
                  </a:lnTo>
                  <a:lnTo>
                    <a:pt x="3280027" y="6214971"/>
                  </a:lnTo>
                  <a:lnTo>
                    <a:pt x="3230600" y="6183846"/>
                  </a:lnTo>
                  <a:lnTo>
                    <a:pt x="3181273" y="6153877"/>
                  </a:lnTo>
                  <a:lnTo>
                    <a:pt x="3131989" y="6125400"/>
                  </a:lnTo>
                  <a:lnTo>
                    <a:pt x="3082606" y="6098674"/>
                  </a:lnTo>
                  <a:lnTo>
                    <a:pt x="3032878" y="6073873"/>
                  </a:lnTo>
                  <a:lnTo>
                    <a:pt x="2982434" y="6051090"/>
                  </a:lnTo>
                  <a:lnTo>
                    <a:pt x="2930750" y="6030342"/>
                  </a:lnTo>
                  <a:lnTo>
                    <a:pt x="2896531" y="6018051"/>
                  </a:lnTo>
                  <a:lnTo>
                    <a:pt x="2849076" y="6002866"/>
                  </a:lnTo>
                  <a:lnTo>
                    <a:pt x="2799112" y="5989125"/>
                  </a:lnTo>
                  <a:lnTo>
                    <a:pt x="2745882" y="5976762"/>
                  </a:lnTo>
                  <a:lnTo>
                    <a:pt x="2688556" y="5965664"/>
                  </a:lnTo>
                  <a:lnTo>
                    <a:pt x="2626284" y="5955697"/>
                  </a:lnTo>
                  <a:lnTo>
                    <a:pt x="2558260" y="5946730"/>
                  </a:lnTo>
                  <a:lnTo>
                    <a:pt x="2483792" y="5938645"/>
                  </a:lnTo>
                  <a:lnTo>
                    <a:pt x="2402409" y="5931341"/>
                  </a:lnTo>
                  <a:lnTo>
                    <a:pt x="2314003" y="5924743"/>
                  </a:lnTo>
                  <a:lnTo>
                    <a:pt x="2219000" y="5918797"/>
                  </a:lnTo>
                  <a:lnTo>
                    <a:pt x="2118554" y="5913475"/>
                  </a:lnTo>
                  <a:lnTo>
                    <a:pt x="2014712" y="5908768"/>
                  </a:lnTo>
                  <a:lnTo>
                    <a:pt x="1910485" y="5904684"/>
                  </a:lnTo>
                  <a:lnTo>
                    <a:pt x="1809744" y="5901238"/>
                  </a:lnTo>
                  <a:lnTo>
                    <a:pt x="1716867" y="5898439"/>
                  </a:lnTo>
                  <a:lnTo>
                    <a:pt x="1636129" y="5896278"/>
                  </a:lnTo>
                  <a:lnTo>
                    <a:pt x="1570947" y="5894719"/>
                  </a:lnTo>
                  <a:lnTo>
                    <a:pt x="1523161" y="5893690"/>
                  </a:lnTo>
                  <a:lnTo>
                    <a:pt x="1492575" y="5893096"/>
                  </a:lnTo>
                  <a:lnTo>
                    <a:pt x="1476860" y="5892819"/>
                  </a:lnTo>
                  <a:lnTo>
                    <a:pt x="1471756" y="5892737"/>
                  </a:lnTo>
                  <a:lnTo>
                    <a:pt x="1471387" y="5892731"/>
                  </a:lnTo>
                  <a:lnTo>
                    <a:pt x="0" y="589273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62" name="pg1262"/>
            <p:cNvSpPr/>
            <p:nvPr/>
          </p:nvSpPr>
          <p:spPr>
            <a:xfrm>
              <a:off x="4799595" y="5568226"/>
              <a:ext cx="11981298" cy="3759579"/>
            </a:xfrm>
            <a:custGeom>
              <a:avLst/>
              <a:pathLst>
                <a:path w="11981298" h="3759579">
                  <a:moveTo>
                    <a:pt x="0" y="2974971"/>
                  </a:moveTo>
                  <a:lnTo>
                    <a:pt x="1471387" y="2974971"/>
                  </a:lnTo>
                  <a:lnTo>
                    <a:pt x="1472617" y="2974990"/>
                  </a:lnTo>
                  <a:lnTo>
                    <a:pt x="1480690" y="2975130"/>
                  </a:lnTo>
                  <a:lnTo>
                    <a:pt x="1500993" y="2975516"/>
                  </a:lnTo>
                  <a:lnTo>
                    <a:pt x="1537169" y="2976274"/>
                  </a:lnTo>
                  <a:lnTo>
                    <a:pt x="1590846" y="2977523"/>
                  </a:lnTo>
                  <a:lnTo>
                    <a:pt x="1661508" y="2979353"/>
                  </a:lnTo>
                  <a:lnTo>
                    <a:pt x="1746723" y="2981827"/>
                  </a:lnTo>
                  <a:lnTo>
                    <a:pt x="1842704" y="2984973"/>
                  </a:lnTo>
                  <a:lnTo>
                    <a:pt x="1945063" y="2988791"/>
                  </a:lnTo>
                  <a:lnTo>
                    <a:pt x="2049536" y="2993270"/>
                  </a:lnTo>
                  <a:lnTo>
                    <a:pt x="2152516" y="2998395"/>
                  </a:lnTo>
                  <a:lnTo>
                    <a:pt x="2251312" y="3004163"/>
                  </a:lnTo>
                  <a:lnTo>
                    <a:pt x="2344192" y="3010588"/>
                  </a:lnTo>
                  <a:lnTo>
                    <a:pt x="2430264" y="3017710"/>
                  </a:lnTo>
                  <a:lnTo>
                    <a:pt x="2509301" y="3025591"/>
                  </a:lnTo>
                  <a:lnTo>
                    <a:pt x="2581549" y="3034319"/>
                  </a:lnTo>
                  <a:lnTo>
                    <a:pt x="2647566" y="3044006"/>
                  </a:lnTo>
                  <a:lnTo>
                    <a:pt x="2708092" y="3054781"/>
                  </a:lnTo>
                  <a:lnTo>
                    <a:pt x="2763956" y="3066783"/>
                  </a:lnTo>
                  <a:lnTo>
                    <a:pt x="2816004" y="3080146"/>
                  </a:lnTo>
                  <a:lnTo>
                    <a:pt x="2865048" y="3094978"/>
                  </a:lnTo>
                  <a:lnTo>
                    <a:pt x="2896531" y="3105739"/>
                  </a:lnTo>
                  <a:lnTo>
                    <a:pt x="2949122" y="3125945"/>
                  </a:lnTo>
                  <a:lnTo>
                    <a:pt x="3000051" y="3148224"/>
                  </a:lnTo>
                  <a:lnTo>
                    <a:pt x="3049951" y="3172608"/>
                  </a:lnTo>
                  <a:lnTo>
                    <a:pt x="3099283" y="3199054"/>
                  </a:lnTo>
                  <a:lnTo>
                    <a:pt x="3148368" y="3227439"/>
                  </a:lnTo>
                  <a:lnTo>
                    <a:pt x="3197413" y="3257553"/>
                  </a:lnTo>
                  <a:lnTo>
                    <a:pt x="3246528" y="3289103"/>
                  </a:lnTo>
                  <a:lnTo>
                    <a:pt x="3295744" y="3321722"/>
                  </a:lnTo>
                  <a:lnTo>
                    <a:pt x="3345041" y="3354980"/>
                  </a:lnTo>
                  <a:lnTo>
                    <a:pt x="3394362" y="3388414"/>
                  </a:lnTo>
                  <a:lnTo>
                    <a:pt x="3443642" y="3421547"/>
                  </a:lnTo>
                  <a:lnTo>
                    <a:pt x="3492832" y="3453922"/>
                  </a:lnTo>
                  <a:lnTo>
                    <a:pt x="3541922" y="3485125"/>
                  </a:lnTo>
                  <a:lnTo>
                    <a:pt x="3590963" y="3514807"/>
                  </a:lnTo>
                  <a:lnTo>
                    <a:pt x="3640089" y="3542694"/>
                  </a:lnTo>
                  <a:lnTo>
                    <a:pt x="3689535" y="3568603"/>
                  </a:lnTo>
                  <a:lnTo>
                    <a:pt x="3739656" y="3592431"/>
                  </a:lnTo>
                  <a:lnTo>
                    <a:pt x="3790956" y="3614155"/>
                  </a:lnTo>
                  <a:lnTo>
                    <a:pt x="3829811" y="3628811"/>
                  </a:lnTo>
                  <a:lnTo>
                    <a:pt x="3877258" y="3644653"/>
                  </a:lnTo>
                  <a:lnTo>
                    <a:pt x="3927212" y="3658990"/>
                  </a:lnTo>
                  <a:lnTo>
                    <a:pt x="3980432" y="3671888"/>
                  </a:lnTo>
                  <a:lnTo>
                    <a:pt x="4037746" y="3683467"/>
                  </a:lnTo>
                  <a:lnTo>
                    <a:pt x="4100002" y="3693867"/>
                  </a:lnTo>
                  <a:lnTo>
                    <a:pt x="4168009" y="3703223"/>
                  </a:lnTo>
                  <a:lnTo>
                    <a:pt x="4242457" y="3711659"/>
                  </a:lnTo>
                  <a:lnTo>
                    <a:pt x="4323817" y="3719280"/>
                  </a:lnTo>
                  <a:lnTo>
                    <a:pt x="4412199" y="3726165"/>
                  </a:lnTo>
                  <a:lnTo>
                    <a:pt x="4507175" y="3732369"/>
                  </a:lnTo>
                  <a:lnTo>
                    <a:pt x="4607596" y="3737924"/>
                  </a:lnTo>
                  <a:lnTo>
                    <a:pt x="4711416" y="3742836"/>
                  </a:lnTo>
                  <a:lnTo>
                    <a:pt x="4815629" y="3747097"/>
                  </a:lnTo>
                  <a:lnTo>
                    <a:pt x="4916365" y="3750694"/>
                  </a:lnTo>
                  <a:lnTo>
                    <a:pt x="5009252" y="3753616"/>
                  </a:lnTo>
                  <a:lnTo>
                    <a:pt x="5090013" y="3755872"/>
                  </a:lnTo>
                  <a:lnTo>
                    <a:pt x="5155231" y="3757501"/>
                  </a:lnTo>
                  <a:lnTo>
                    <a:pt x="5203062" y="3758576"/>
                  </a:lnTo>
                  <a:lnTo>
                    <a:pt x="5233694" y="3759197"/>
                  </a:lnTo>
                  <a:lnTo>
                    <a:pt x="5249450" y="3759487"/>
                  </a:lnTo>
                  <a:lnTo>
                    <a:pt x="5254580" y="3759573"/>
                  </a:lnTo>
                  <a:lnTo>
                    <a:pt x="5254955" y="3759579"/>
                  </a:lnTo>
                  <a:lnTo>
                    <a:pt x="6726343" y="3759579"/>
                  </a:lnTo>
                  <a:lnTo>
                    <a:pt x="6727430" y="3759496"/>
                  </a:lnTo>
                  <a:lnTo>
                    <a:pt x="6734585" y="3758909"/>
                  </a:lnTo>
                  <a:lnTo>
                    <a:pt x="6752647" y="3757286"/>
                  </a:lnTo>
                  <a:lnTo>
                    <a:pt x="6785002" y="3754089"/>
                  </a:lnTo>
                  <a:lnTo>
                    <a:pt x="6833352" y="3748818"/>
                  </a:lnTo>
                  <a:lnTo>
                    <a:pt x="6897589" y="3741059"/>
                  </a:lnTo>
                  <a:lnTo>
                    <a:pt x="6975909" y="3730522"/>
                  </a:lnTo>
                  <a:lnTo>
                    <a:pt x="7065222" y="3717053"/>
                  </a:lnTo>
                  <a:lnTo>
                    <a:pt x="7161743" y="3700616"/>
                  </a:lnTo>
                  <a:lnTo>
                    <a:pt x="7261605" y="3681252"/>
                  </a:lnTo>
                  <a:lnTo>
                    <a:pt x="7361356" y="3659024"/>
                  </a:lnTo>
                  <a:lnTo>
                    <a:pt x="7458260" y="3633973"/>
                  </a:lnTo>
                  <a:lnTo>
                    <a:pt x="7550396" y="3606075"/>
                  </a:lnTo>
                  <a:lnTo>
                    <a:pt x="7636618" y="3575221"/>
                  </a:lnTo>
                  <a:lnTo>
                    <a:pt x="7716423" y="3541202"/>
                  </a:lnTo>
                  <a:lnTo>
                    <a:pt x="7789800" y="3503708"/>
                  </a:lnTo>
                  <a:lnTo>
                    <a:pt x="7857083" y="3462331"/>
                  </a:lnTo>
                  <a:lnTo>
                    <a:pt x="7918828" y="3416575"/>
                  </a:lnTo>
                  <a:lnTo>
                    <a:pt x="7975717" y="3365880"/>
                  </a:lnTo>
                  <a:lnTo>
                    <a:pt x="8028489" y="3309656"/>
                  </a:lnTo>
                  <a:lnTo>
                    <a:pt x="8077891" y="3247348"/>
                  </a:lnTo>
                  <a:lnTo>
                    <a:pt x="8124630" y="3178533"/>
                  </a:lnTo>
                  <a:lnTo>
                    <a:pt x="8151487" y="3134344"/>
                  </a:lnTo>
                  <a:lnTo>
                    <a:pt x="8185014" y="3074318"/>
                  </a:lnTo>
                  <a:lnTo>
                    <a:pt x="8217766" y="3010363"/>
                  </a:lnTo>
                  <a:lnTo>
                    <a:pt x="8249931" y="2942400"/>
                  </a:lnTo>
                  <a:lnTo>
                    <a:pt x="8281664" y="2870398"/>
                  </a:lnTo>
                  <a:lnTo>
                    <a:pt x="8313095" y="2794380"/>
                  </a:lnTo>
                  <a:lnTo>
                    <a:pt x="8344325" y="2714432"/>
                  </a:lnTo>
                  <a:lnTo>
                    <a:pt x="8375437" y="2630700"/>
                  </a:lnTo>
                  <a:lnTo>
                    <a:pt x="8406493" y="2543398"/>
                  </a:lnTo>
                  <a:lnTo>
                    <a:pt x="8437539" y="2452804"/>
                  </a:lnTo>
                  <a:lnTo>
                    <a:pt x="8468605" y="2359264"/>
                  </a:lnTo>
                  <a:lnTo>
                    <a:pt x="8499707" y="2263183"/>
                  </a:lnTo>
                  <a:lnTo>
                    <a:pt x="8530851" y="2165022"/>
                  </a:lnTo>
                  <a:lnTo>
                    <a:pt x="8562034" y="2065289"/>
                  </a:lnTo>
                  <a:lnTo>
                    <a:pt x="8593245" y="1964527"/>
                  </a:lnTo>
                  <a:lnTo>
                    <a:pt x="8624470" y="1863303"/>
                  </a:lnTo>
                  <a:lnTo>
                    <a:pt x="8655691" y="1762198"/>
                  </a:lnTo>
                  <a:lnTo>
                    <a:pt x="8686892" y="1661786"/>
                  </a:lnTo>
                  <a:lnTo>
                    <a:pt x="8718061" y="1562628"/>
                  </a:lnTo>
                  <a:lnTo>
                    <a:pt x="8749188" y="1465253"/>
                  </a:lnTo>
                  <a:lnTo>
                    <a:pt x="8780274" y="1370152"/>
                  </a:lnTo>
                  <a:lnTo>
                    <a:pt x="8811329" y="1277764"/>
                  </a:lnTo>
                  <a:lnTo>
                    <a:pt x="8842374" y="1188469"/>
                  </a:lnTo>
                  <a:lnTo>
                    <a:pt x="8873447" y="1102587"/>
                  </a:lnTo>
                  <a:lnTo>
                    <a:pt x="8904598" y="1020371"/>
                  </a:lnTo>
                  <a:lnTo>
                    <a:pt x="8935899" y="942005"/>
                  </a:lnTo>
                  <a:lnTo>
                    <a:pt x="8967439" y="867613"/>
                  </a:lnTo>
                  <a:lnTo>
                    <a:pt x="8999331" y="797252"/>
                  </a:lnTo>
                  <a:lnTo>
                    <a:pt x="9031714" y="730924"/>
                  </a:lnTo>
                  <a:lnTo>
                    <a:pt x="9064756" y="668577"/>
                  </a:lnTo>
                  <a:lnTo>
                    <a:pt x="9084767" y="633407"/>
                  </a:lnTo>
                  <a:lnTo>
                    <a:pt x="9130222" y="560626"/>
                  </a:lnTo>
                  <a:lnTo>
                    <a:pt x="9177955" y="494475"/>
                  </a:lnTo>
                  <a:lnTo>
                    <a:pt x="9228630" y="434685"/>
                  </a:lnTo>
                  <a:lnTo>
                    <a:pt x="9282975" y="380765"/>
                  </a:lnTo>
                  <a:lnTo>
                    <a:pt x="9341738" y="332135"/>
                  </a:lnTo>
                  <a:lnTo>
                    <a:pt x="9405643" y="288211"/>
                  </a:lnTo>
                  <a:lnTo>
                    <a:pt x="9475330" y="248457"/>
                  </a:lnTo>
                  <a:lnTo>
                    <a:pt x="9551279" y="212411"/>
                  </a:lnTo>
                  <a:lnTo>
                    <a:pt x="9633701" y="179702"/>
                  </a:lnTo>
                  <a:lnTo>
                    <a:pt x="9722405" y="150061"/>
                  </a:lnTo>
                  <a:lnTo>
                    <a:pt x="9816646" y="123321"/>
                  </a:lnTo>
                  <a:lnTo>
                    <a:pt x="9914977" y="99408"/>
                  </a:lnTo>
                  <a:lnTo>
                    <a:pt x="10015147" y="78330"/>
                  </a:lnTo>
                  <a:lnTo>
                    <a:pt x="10114107" y="60141"/>
                  </a:lnTo>
                  <a:lnTo>
                    <a:pt x="10208192" y="44901"/>
                  </a:lnTo>
                  <a:lnTo>
                    <a:pt x="10293496" y="32627"/>
                  </a:lnTo>
                  <a:lnTo>
                    <a:pt x="10366439" y="23237"/>
                  </a:lnTo>
                  <a:lnTo>
                    <a:pt x="10424388" y="16526"/>
                  </a:lnTo>
                  <a:lnTo>
                    <a:pt x="10466189" y="12148"/>
                  </a:lnTo>
                  <a:lnTo>
                    <a:pt x="10492466" y="9650"/>
                  </a:lnTo>
                  <a:lnTo>
                    <a:pt x="10505629" y="8511"/>
                  </a:lnTo>
                  <a:lnTo>
                    <a:pt x="10509675" y="8190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8823" y="82"/>
                  </a:lnTo>
                  <a:lnTo>
                    <a:pt x="10501668" y="669"/>
                  </a:lnTo>
                  <a:lnTo>
                    <a:pt x="10483606" y="2292"/>
                  </a:lnTo>
                  <a:lnTo>
                    <a:pt x="10451252" y="5489"/>
                  </a:lnTo>
                  <a:lnTo>
                    <a:pt x="10402901" y="10760"/>
                  </a:lnTo>
                  <a:lnTo>
                    <a:pt x="10338664" y="18519"/>
                  </a:lnTo>
                  <a:lnTo>
                    <a:pt x="10260345" y="29057"/>
                  </a:lnTo>
                  <a:lnTo>
                    <a:pt x="10171031" y="42525"/>
                  </a:lnTo>
                  <a:lnTo>
                    <a:pt x="10074510" y="58962"/>
                  </a:lnTo>
                  <a:lnTo>
                    <a:pt x="9974648" y="78326"/>
                  </a:lnTo>
                  <a:lnTo>
                    <a:pt x="9874897" y="100554"/>
                  </a:lnTo>
                  <a:lnTo>
                    <a:pt x="9777993" y="125605"/>
                  </a:lnTo>
                  <a:lnTo>
                    <a:pt x="9685857" y="153503"/>
                  </a:lnTo>
                  <a:lnTo>
                    <a:pt x="9599635" y="184357"/>
                  </a:lnTo>
                  <a:lnTo>
                    <a:pt x="9519831" y="218376"/>
                  </a:lnTo>
                  <a:lnTo>
                    <a:pt x="9446453" y="255870"/>
                  </a:lnTo>
                  <a:lnTo>
                    <a:pt x="9379170" y="297247"/>
                  </a:lnTo>
                  <a:lnTo>
                    <a:pt x="9317425" y="343003"/>
                  </a:lnTo>
                  <a:lnTo>
                    <a:pt x="9260537" y="393699"/>
                  </a:lnTo>
                  <a:lnTo>
                    <a:pt x="9207764" y="449922"/>
                  </a:lnTo>
                  <a:lnTo>
                    <a:pt x="9158362" y="512231"/>
                  </a:lnTo>
                  <a:lnTo>
                    <a:pt x="9111624" y="581046"/>
                  </a:lnTo>
                  <a:lnTo>
                    <a:pt x="9084767" y="625234"/>
                  </a:lnTo>
                  <a:lnTo>
                    <a:pt x="9051239" y="685260"/>
                  </a:lnTo>
                  <a:lnTo>
                    <a:pt x="9018488" y="749215"/>
                  </a:lnTo>
                  <a:lnTo>
                    <a:pt x="8986323" y="817178"/>
                  </a:lnTo>
                  <a:lnTo>
                    <a:pt x="8954589" y="889180"/>
                  </a:lnTo>
                  <a:lnTo>
                    <a:pt x="8923158" y="965198"/>
                  </a:lnTo>
                  <a:lnTo>
                    <a:pt x="8891928" y="1045146"/>
                  </a:lnTo>
                  <a:lnTo>
                    <a:pt x="8860816" y="1128878"/>
                  </a:lnTo>
                  <a:lnTo>
                    <a:pt x="8829760" y="1216181"/>
                  </a:lnTo>
                  <a:lnTo>
                    <a:pt x="8798714" y="1306774"/>
                  </a:lnTo>
                  <a:lnTo>
                    <a:pt x="8767648" y="1400314"/>
                  </a:lnTo>
                  <a:lnTo>
                    <a:pt x="8736546" y="1496395"/>
                  </a:lnTo>
                  <a:lnTo>
                    <a:pt x="8705402" y="1594556"/>
                  </a:lnTo>
                  <a:lnTo>
                    <a:pt x="8674219" y="1694289"/>
                  </a:lnTo>
                  <a:lnTo>
                    <a:pt x="8643008" y="1795052"/>
                  </a:lnTo>
                  <a:lnTo>
                    <a:pt x="8611783" y="1896275"/>
                  </a:lnTo>
                  <a:lnTo>
                    <a:pt x="8580562" y="1997381"/>
                  </a:lnTo>
                  <a:lnTo>
                    <a:pt x="8549361" y="2097792"/>
                  </a:lnTo>
                  <a:lnTo>
                    <a:pt x="8518193" y="2196951"/>
                  </a:lnTo>
                  <a:lnTo>
                    <a:pt x="8487065" y="2294325"/>
                  </a:lnTo>
                  <a:lnTo>
                    <a:pt x="8455979" y="2389426"/>
                  </a:lnTo>
                  <a:lnTo>
                    <a:pt x="8424925" y="2481815"/>
                  </a:lnTo>
                  <a:lnTo>
                    <a:pt x="8393879" y="2571109"/>
                  </a:lnTo>
                  <a:lnTo>
                    <a:pt x="8362806" y="2656991"/>
                  </a:lnTo>
                  <a:lnTo>
                    <a:pt x="8331655" y="2739208"/>
                  </a:lnTo>
                  <a:lnTo>
                    <a:pt x="8300354" y="2817573"/>
                  </a:lnTo>
                  <a:lnTo>
                    <a:pt x="8268814" y="2891966"/>
                  </a:lnTo>
                  <a:lnTo>
                    <a:pt x="8236922" y="2962327"/>
                  </a:lnTo>
                  <a:lnTo>
                    <a:pt x="8204539" y="3028655"/>
                  </a:lnTo>
                  <a:lnTo>
                    <a:pt x="8171497" y="3091001"/>
                  </a:lnTo>
                  <a:lnTo>
                    <a:pt x="8151487" y="3126171"/>
                  </a:lnTo>
                  <a:lnTo>
                    <a:pt x="8106031" y="3198953"/>
                  </a:lnTo>
                  <a:lnTo>
                    <a:pt x="8058298" y="3265104"/>
                  </a:lnTo>
                  <a:lnTo>
                    <a:pt x="8007623" y="3324893"/>
                  </a:lnTo>
                  <a:lnTo>
                    <a:pt x="7953278" y="3378813"/>
                  </a:lnTo>
                  <a:lnTo>
                    <a:pt x="7894516" y="3427443"/>
                  </a:lnTo>
                  <a:lnTo>
                    <a:pt x="7830611" y="3471367"/>
                  </a:lnTo>
                  <a:lnTo>
                    <a:pt x="7760923" y="3511121"/>
                  </a:lnTo>
                  <a:lnTo>
                    <a:pt x="7684974" y="3547167"/>
                  </a:lnTo>
                  <a:lnTo>
                    <a:pt x="7602552" y="3579876"/>
                  </a:lnTo>
                  <a:lnTo>
                    <a:pt x="7513848" y="3609517"/>
                  </a:lnTo>
                  <a:lnTo>
                    <a:pt x="7419607" y="3636257"/>
                  </a:lnTo>
                  <a:lnTo>
                    <a:pt x="7321276" y="3660170"/>
                  </a:lnTo>
                  <a:lnTo>
                    <a:pt x="7221106" y="3681248"/>
                  </a:lnTo>
                  <a:lnTo>
                    <a:pt x="7122146" y="3699437"/>
                  </a:lnTo>
                  <a:lnTo>
                    <a:pt x="7028062" y="3714677"/>
                  </a:lnTo>
                  <a:lnTo>
                    <a:pt x="6942757" y="3726952"/>
                  </a:lnTo>
                  <a:lnTo>
                    <a:pt x="6869814" y="3736341"/>
                  </a:lnTo>
                  <a:lnTo>
                    <a:pt x="6811865" y="3743053"/>
                  </a:lnTo>
                  <a:lnTo>
                    <a:pt x="6770064" y="3747430"/>
                  </a:lnTo>
                  <a:lnTo>
                    <a:pt x="6743787" y="3749928"/>
                  </a:lnTo>
                  <a:lnTo>
                    <a:pt x="6730625" y="3751067"/>
                  </a:lnTo>
                  <a:lnTo>
                    <a:pt x="6726578" y="3751388"/>
                  </a:lnTo>
                  <a:lnTo>
                    <a:pt x="6726343" y="3751406"/>
                  </a:lnTo>
                  <a:lnTo>
                    <a:pt x="5254955" y="3751406"/>
                  </a:lnTo>
                  <a:lnTo>
                    <a:pt x="5253725" y="3751386"/>
                  </a:lnTo>
                  <a:lnTo>
                    <a:pt x="5245652" y="3751247"/>
                  </a:lnTo>
                  <a:lnTo>
                    <a:pt x="5225349" y="3750861"/>
                  </a:lnTo>
                  <a:lnTo>
                    <a:pt x="5189173" y="3750102"/>
                  </a:lnTo>
                  <a:lnTo>
                    <a:pt x="5135497" y="3748854"/>
                  </a:lnTo>
                  <a:lnTo>
                    <a:pt x="5064834" y="3747024"/>
                  </a:lnTo>
                  <a:lnTo>
                    <a:pt x="4979619" y="3744550"/>
                  </a:lnTo>
                  <a:lnTo>
                    <a:pt x="4883638" y="3741404"/>
                  </a:lnTo>
                  <a:lnTo>
                    <a:pt x="4781279" y="3737585"/>
                  </a:lnTo>
                  <a:lnTo>
                    <a:pt x="4676806" y="3733106"/>
                  </a:lnTo>
                  <a:lnTo>
                    <a:pt x="4573826" y="3727981"/>
                  </a:lnTo>
                  <a:lnTo>
                    <a:pt x="4475030" y="3722214"/>
                  </a:lnTo>
                  <a:lnTo>
                    <a:pt x="4382150" y="3715788"/>
                  </a:lnTo>
                  <a:lnTo>
                    <a:pt x="4296078" y="3708667"/>
                  </a:lnTo>
                  <a:lnTo>
                    <a:pt x="4217041" y="3700786"/>
                  </a:lnTo>
                  <a:lnTo>
                    <a:pt x="4144793" y="3692057"/>
                  </a:lnTo>
                  <a:lnTo>
                    <a:pt x="4078776" y="3682370"/>
                  </a:lnTo>
                  <a:lnTo>
                    <a:pt x="4018250" y="3671595"/>
                  </a:lnTo>
                  <a:lnTo>
                    <a:pt x="3962386" y="3659594"/>
                  </a:lnTo>
                  <a:lnTo>
                    <a:pt x="3910338" y="3646231"/>
                  </a:lnTo>
                  <a:lnTo>
                    <a:pt x="3861294" y="3631399"/>
                  </a:lnTo>
                  <a:lnTo>
                    <a:pt x="3829811" y="3620638"/>
                  </a:lnTo>
                  <a:lnTo>
                    <a:pt x="3777220" y="3600432"/>
                  </a:lnTo>
                  <a:lnTo>
                    <a:pt x="3726291" y="3578152"/>
                  </a:lnTo>
                  <a:lnTo>
                    <a:pt x="3676391" y="3553768"/>
                  </a:lnTo>
                  <a:lnTo>
                    <a:pt x="3627059" y="3527322"/>
                  </a:lnTo>
                  <a:lnTo>
                    <a:pt x="3577974" y="3498938"/>
                  </a:lnTo>
                  <a:lnTo>
                    <a:pt x="3528929" y="3468824"/>
                  </a:lnTo>
                  <a:lnTo>
                    <a:pt x="3479815" y="3437273"/>
                  </a:lnTo>
                  <a:lnTo>
                    <a:pt x="3430598" y="3404655"/>
                  </a:lnTo>
                  <a:lnTo>
                    <a:pt x="3381301" y="3371396"/>
                  </a:lnTo>
                  <a:lnTo>
                    <a:pt x="3331980" y="3337963"/>
                  </a:lnTo>
                  <a:lnTo>
                    <a:pt x="3282700" y="3304830"/>
                  </a:lnTo>
                  <a:lnTo>
                    <a:pt x="3233511" y="3272454"/>
                  </a:lnTo>
                  <a:lnTo>
                    <a:pt x="3184421" y="3241251"/>
                  </a:lnTo>
                  <a:lnTo>
                    <a:pt x="3135379" y="3211570"/>
                  </a:lnTo>
                  <a:lnTo>
                    <a:pt x="3086253" y="3183682"/>
                  </a:lnTo>
                  <a:lnTo>
                    <a:pt x="3036807" y="3157774"/>
                  </a:lnTo>
                  <a:lnTo>
                    <a:pt x="2986686" y="3133946"/>
                  </a:lnTo>
                  <a:lnTo>
                    <a:pt x="2935386" y="3112221"/>
                  </a:lnTo>
                  <a:lnTo>
                    <a:pt x="2896531" y="3097566"/>
                  </a:lnTo>
                  <a:lnTo>
                    <a:pt x="2849084" y="3081723"/>
                  </a:lnTo>
                  <a:lnTo>
                    <a:pt x="2799130" y="3067387"/>
                  </a:lnTo>
                  <a:lnTo>
                    <a:pt x="2745911" y="3054489"/>
                  </a:lnTo>
                  <a:lnTo>
                    <a:pt x="2688596" y="3042909"/>
                  </a:lnTo>
                  <a:lnTo>
                    <a:pt x="2626340" y="3032510"/>
                  </a:lnTo>
                  <a:lnTo>
                    <a:pt x="2558333" y="3023154"/>
                  </a:lnTo>
                  <a:lnTo>
                    <a:pt x="2483885" y="3014717"/>
                  </a:lnTo>
                  <a:lnTo>
                    <a:pt x="2402525" y="3007097"/>
                  </a:lnTo>
                  <a:lnTo>
                    <a:pt x="2314143" y="3000212"/>
                  </a:lnTo>
                  <a:lnTo>
                    <a:pt x="2219167" y="2994007"/>
                  </a:lnTo>
                  <a:lnTo>
                    <a:pt x="2118746" y="2988453"/>
                  </a:lnTo>
                  <a:lnTo>
                    <a:pt x="2014926" y="2983541"/>
                  </a:lnTo>
                  <a:lnTo>
                    <a:pt x="1910714" y="2979279"/>
                  </a:lnTo>
                  <a:lnTo>
                    <a:pt x="1809977" y="2975683"/>
                  </a:lnTo>
                  <a:lnTo>
                    <a:pt x="1717090" y="2972761"/>
                  </a:lnTo>
                  <a:lnTo>
                    <a:pt x="1636329" y="2970505"/>
                  </a:lnTo>
                  <a:lnTo>
                    <a:pt x="1571111" y="2968875"/>
                  </a:lnTo>
                  <a:lnTo>
                    <a:pt x="1523280" y="2967801"/>
                  </a:lnTo>
                  <a:lnTo>
                    <a:pt x="1492648" y="2967180"/>
                  </a:lnTo>
                  <a:lnTo>
                    <a:pt x="1476893" y="2966890"/>
                  </a:lnTo>
                  <a:lnTo>
                    <a:pt x="1471762" y="2966804"/>
                  </a:lnTo>
                  <a:lnTo>
                    <a:pt x="1471387" y="2966798"/>
                  </a:lnTo>
                  <a:lnTo>
                    <a:pt x="0" y="2966798"/>
                  </a:lnTo>
                  <a:close/>
                </a:path>
              </a:pathLst>
            </a:custGeom>
            <a:solidFill>
              <a:srgbClr val="67C1B3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263" name="pl1263"/>
            <p:cNvSpPr/>
            <p:nvPr/>
          </p:nvSpPr>
          <p:spPr>
            <a:xfrm>
              <a:off x="4799595" y="5576399"/>
              <a:ext cx="11981298" cy="3751406"/>
            </a:xfrm>
            <a:custGeom>
              <a:avLst/>
              <a:pathLst>
                <a:path w="11981298" h="3751406">
                  <a:moveTo>
                    <a:pt x="0" y="2966798"/>
                  </a:moveTo>
                  <a:lnTo>
                    <a:pt x="1471387" y="2966798"/>
                  </a:lnTo>
                  <a:lnTo>
                    <a:pt x="1472617" y="2966817"/>
                  </a:lnTo>
                  <a:lnTo>
                    <a:pt x="1480690" y="2966957"/>
                  </a:lnTo>
                  <a:lnTo>
                    <a:pt x="1500993" y="2967343"/>
                  </a:lnTo>
                  <a:lnTo>
                    <a:pt x="1537169" y="2968101"/>
                  </a:lnTo>
                  <a:lnTo>
                    <a:pt x="1590846" y="2969350"/>
                  </a:lnTo>
                  <a:lnTo>
                    <a:pt x="1661508" y="2971180"/>
                  </a:lnTo>
                  <a:lnTo>
                    <a:pt x="1746723" y="2973654"/>
                  </a:lnTo>
                  <a:lnTo>
                    <a:pt x="1842704" y="2976800"/>
                  </a:lnTo>
                  <a:lnTo>
                    <a:pt x="1945063" y="2980618"/>
                  </a:lnTo>
                  <a:lnTo>
                    <a:pt x="2049536" y="2985097"/>
                  </a:lnTo>
                  <a:lnTo>
                    <a:pt x="2152516" y="2990222"/>
                  </a:lnTo>
                  <a:lnTo>
                    <a:pt x="2251312" y="2995990"/>
                  </a:lnTo>
                  <a:lnTo>
                    <a:pt x="2344192" y="3002415"/>
                  </a:lnTo>
                  <a:lnTo>
                    <a:pt x="2430264" y="3009537"/>
                  </a:lnTo>
                  <a:lnTo>
                    <a:pt x="2509301" y="3017418"/>
                  </a:lnTo>
                  <a:lnTo>
                    <a:pt x="2581549" y="3026146"/>
                  </a:lnTo>
                  <a:lnTo>
                    <a:pt x="2647566" y="3035833"/>
                  </a:lnTo>
                  <a:lnTo>
                    <a:pt x="2708092" y="3046608"/>
                  </a:lnTo>
                  <a:lnTo>
                    <a:pt x="2763956" y="3058610"/>
                  </a:lnTo>
                  <a:lnTo>
                    <a:pt x="2816004" y="3071973"/>
                  </a:lnTo>
                  <a:lnTo>
                    <a:pt x="2865048" y="3086805"/>
                  </a:lnTo>
                  <a:lnTo>
                    <a:pt x="2896531" y="3097566"/>
                  </a:lnTo>
                  <a:lnTo>
                    <a:pt x="2949122" y="3117772"/>
                  </a:lnTo>
                  <a:lnTo>
                    <a:pt x="3000051" y="3140051"/>
                  </a:lnTo>
                  <a:lnTo>
                    <a:pt x="3049951" y="3164435"/>
                  </a:lnTo>
                  <a:lnTo>
                    <a:pt x="3099283" y="3190881"/>
                  </a:lnTo>
                  <a:lnTo>
                    <a:pt x="3148368" y="3219266"/>
                  </a:lnTo>
                  <a:lnTo>
                    <a:pt x="3197413" y="3249380"/>
                  </a:lnTo>
                  <a:lnTo>
                    <a:pt x="3246528" y="3280930"/>
                  </a:lnTo>
                  <a:lnTo>
                    <a:pt x="3295744" y="3313549"/>
                  </a:lnTo>
                  <a:lnTo>
                    <a:pt x="3345041" y="3346807"/>
                  </a:lnTo>
                  <a:lnTo>
                    <a:pt x="3394362" y="3380241"/>
                  </a:lnTo>
                  <a:lnTo>
                    <a:pt x="3443642" y="3413374"/>
                  </a:lnTo>
                  <a:lnTo>
                    <a:pt x="3492832" y="3445749"/>
                  </a:lnTo>
                  <a:lnTo>
                    <a:pt x="3541922" y="3476952"/>
                  </a:lnTo>
                  <a:lnTo>
                    <a:pt x="3590963" y="3506634"/>
                  </a:lnTo>
                  <a:lnTo>
                    <a:pt x="3640089" y="3534521"/>
                  </a:lnTo>
                  <a:lnTo>
                    <a:pt x="3689535" y="3560430"/>
                  </a:lnTo>
                  <a:lnTo>
                    <a:pt x="3739656" y="3584258"/>
                  </a:lnTo>
                  <a:lnTo>
                    <a:pt x="3790956" y="3605982"/>
                  </a:lnTo>
                  <a:lnTo>
                    <a:pt x="3829811" y="3620638"/>
                  </a:lnTo>
                  <a:lnTo>
                    <a:pt x="3877258" y="3636480"/>
                  </a:lnTo>
                  <a:lnTo>
                    <a:pt x="3927212" y="3650817"/>
                  </a:lnTo>
                  <a:lnTo>
                    <a:pt x="3980432" y="3663715"/>
                  </a:lnTo>
                  <a:lnTo>
                    <a:pt x="4037746" y="3675294"/>
                  </a:lnTo>
                  <a:lnTo>
                    <a:pt x="4100002" y="3685694"/>
                  </a:lnTo>
                  <a:lnTo>
                    <a:pt x="4168009" y="3695050"/>
                  </a:lnTo>
                  <a:lnTo>
                    <a:pt x="4242457" y="3703486"/>
                  </a:lnTo>
                  <a:lnTo>
                    <a:pt x="4323817" y="3711107"/>
                  </a:lnTo>
                  <a:lnTo>
                    <a:pt x="4412199" y="3717992"/>
                  </a:lnTo>
                  <a:lnTo>
                    <a:pt x="4507175" y="3724196"/>
                  </a:lnTo>
                  <a:lnTo>
                    <a:pt x="4607596" y="3729751"/>
                  </a:lnTo>
                  <a:lnTo>
                    <a:pt x="4711416" y="3734663"/>
                  </a:lnTo>
                  <a:lnTo>
                    <a:pt x="4815629" y="3738924"/>
                  </a:lnTo>
                  <a:lnTo>
                    <a:pt x="4916365" y="3742521"/>
                  </a:lnTo>
                  <a:lnTo>
                    <a:pt x="5009252" y="3745443"/>
                  </a:lnTo>
                  <a:lnTo>
                    <a:pt x="5090013" y="3747699"/>
                  </a:lnTo>
                  <a:lnTo>
                    <a:pt x="5155231" y="3749328"/>
                  </a:lnTo>
                  <a:lnTo>
                    <a:pt x="5203062" y="3750403"/>
                  </a:lnTo>
                  <a:lnTo>
                    <a:pt x="5233694" y="3751024"/>
                  </a:lnTo>
                  <a:lnTo>
                    <a:pt x="5249450" y="3751314"/>
                  </a:lnTo>
                  <a:lnTo>
                    <a:pt x="5254580" y="3751400"/>
                  </a:lnTo>
                  <a:lnTo>
                    <a:pt x="5254955" y="3751406"/>
                  </a:lnTo>
                  <a:lnTo>
                    <a:pt x="6726343" y="3751406"/>
                  </a:lnTo>
                  <a:lnTo>
                    <a:pt x="6727430" y="3751323"/>
                  </a:lnTo>
                  <a:lnTo>
                    <a:pt x="6734585" y="3750736"/>
                  </a:lnTo>
                  <a:lnTo>
                    <a:pt x="6752647" y="3749113"/>
                  </a:lnTo>
                  <a:lnTo>
                    <a:pt x="6785002" y="3745916"/>
                  </a:lnTo>
                  <a:lnTo>
                    <a:pt x="6833352" y="3740645"/>
                  </a:lnTo>
                  <a:lnTo>
                    <a:pt x="6897589" y="3732886"/>
                  </a:lnTo>
                  <a:lnTo>
                    <a:pt x="6975909" y="3722349"/>
                  </a:lnTo>
                  <a:lnTo>
                    <a:pt x="7065222" y="3708880"/>
                  </a:lnTo>
                  <a:lnTo>
                    <a:pt x="7161743" y="3692443"/>
                  </a:lnTo>
                  <a:lnTo>
                    <a:pt x="7261605" y="3673079"/>
                  </a:lnTo>
                  <a:lnTo>
                    <a:pt x="7361356" y="3650851"/>
                  </a:lnTo>
                  <a:lnTo>
                    <a:pt x="7458260" y="3625800"/>
                  </a:lnTo>
                  <a:lnTo>
                    <a:pt x="7550396" y="3597902"/>
                  </a:lnTo>
                  <a:lnTo>
                    <a:pt x="7636618" y="3567048"/>
                  </a:lnTo>
                  <a:lnTo>
                    <a:pt x="7716423" y="3533029"/>
                  </a:lnTo>
                  <a:lnTo>
                    <a:pt x="7789800" y="3495535"/>
                  </a:lnTo>
                  <a:lnTo>
                    <a:pt x="7857083" y="3454158"/>
                  </a:lnTo>
                  <a:lnTo>
                    <a:pt x="7918828" y="3408402"/>
                  </a:lnTo>
                  <a:lnTo>
                    <a:pt x="7975717" y="3357707"/>
                  </a:lnTo>
                  <a:lnTo>
                    <a:pt x="8028489" y="3301483"/>
                  </a:lnTo>
                  <a:lnTo>
                    <a:pt x="8077891" y="3239175"/>
                  </a:lnTo>
                  <a:lnTo>
                    <a:pt x="8124630" y="3170360"/>
                  </a:lnTo>
                  <a:lnTo>
                    <a:pt x="8151487" y="3126171"/>
                  </a:lnTo>
                  <a:lnTo>
                    <a:pt x="8185014" y="3066145"/>
                  </a:lnTo>
                  <a:lnTo>
                    <a:pt x="8217766" y="3002190"/>
                  </a:lnTo>
                  <a:lnTo>
                    <a:pt x="8249931" y="2934227"/>
                  </a:lnTo>
                  <a:lnTo>
                    <a:pt x="8281664" y="2862225"/>
                  </a:lnTo>
                  <a:lnTo>
                    <a:pt x="8313095" y="2786207"/>
                  </a:lnTo>
                  <a:lnTo>
                    <a:pt x="8344325" y="2706259"/>
                  </a:lnTo>
                  <a:lnTo>
                    <a:pt x="8375437" y="2622527"/>
                  </a:lnTo>
                  <a:lnTo>
                    <a:pt x="8406493" y="2535225"/>
                  </a:lnTo>
                  <a:lnTo>
                    <a:pt x="8437539" y="2444631"/>
                  </a:lnTo>
                  <a:lnTo>
                    <a:pt x="8468605" y="2351091"/>
                  </a:lnTo>
                  <a:lnTo>
                    <a:pt x="8499707" y="2255010"/>
                  </a:lnTo>
                  <a:lnTo>
                    <a:pt x="8530851" y="2156849"/>
                  </a:lnTo>
                  <a:lnTo>
                    <a:pt x="8562034" y="2057116"/>
                  </a:lnTo>
                  <a:lnTo>
                    <a:pt x="8593245" y="1956354"/>
                  </a:lnTo>
                  <a:lnTo>
                    <a:pt x="8624470" y="1855130"/>
                  </a:lnTo>
                  <a:lnTo>
                    <a:pt x="8655691" y="1754025"/>
                  </a:lnTo>
                  <a:lnTo>
                    <a:pt x="8686892" y="1653613"/>
                  </a:lnTo>
                  <a:lnTo>
                    <a:pt x="8718061" y="1554455"/>
                  </a:lnTo>
                  <a:lnTo>
                    <a:pt x="8749188" y="1457080"/>
                  </a:lnTo>
                  <a:lnTo>
                    <a:pt x="8780274" y="1361979"/>
                  </a:lnTo>
                  <a:lnTo>
                    <a:pt x="8811329" y="1269591"/>
                  </a:lnTo>
                  <a:lnTo>
                    <a:pt x="8842374" y="1180296"/>
                  </a:lnTo>
                  <a:lnTo>
                    <a:pt x="8873447" y="1094414"/>
                  </a:lnTo>
                  <a:lnTo>
                    <a:pt x="8904598" y="1012198"/>
                  </a:lnTo>
                  <a:lnTo>
                    <a:pt x="8935899" y="933832"/>
                  </a:lnTo>
                  <a:lnTo>
                    <a:pt x="8967439" y="859440"/>
                  </a:lnTo>
                  <a:lnTo>
                    <a:pt x="8999331" y="789079"/>
                  </a:lnTo>
                  <a:lnTo>
                    <a:pt x="9031714" y="722751"/>
                  </a:lnTo>
                  <a:lnTo>
                    <a:pt x="9064756" y="660404"/>
                  </a:lnTo>
                  <a:lnTo>
                    <a:pt x="9084767" y="625234"/>
                  </a:lnTo>
                  <a:lnTo>
                    <a:pt x="9130222" y="552453"/>
                  </a:lnTo>
                  <a:lnTo>
                    <a:pt x="9177955" y="486302"/>
                  </a:lnTo>
                  <a:lnTo>
                    <a:pt x="9228630" y="426512"/>
                  </a:lnTo>
                  <a:lnTo>
                    <a:pt x="9282975" y="372592"/>
                  </a:lnTo>
                  <a:lnTo>
                    <a:pt x="9341738" y="323962"/>
                  </a:lnTo>
                  <a:lnTo>
                    <a:pt x="9405643" y="280038"/>
                  </a:lnTo>
                  <a:lnTo>
                    <a:pt x="9475330" y="240284"/>
                  </a:lnTo>
                  <a:lnTo>
                    <a:pt x="9551279" y="204238"/>
                  </a:lnTo>
                  <a:lnTo>
                    <a:pt x="9633701" y="171529"/>
                  </a:lnTo>
                  <a:lnTo>
                    <a:pt x="9722405" y="141888"/>
                  </a:lnTo>
                  <a:lnTo>
                    <a:pt x="9816646" y="115148"/>
                  </a:lnTo>
                  <a:lnTo>
                    <a:pt x="9914977" y="91235"/>
                  </a:lnTo>
                  <a:lnTo>
                    <a:pt x="10015147" y="70157"/>
                  </a:lnTo>
                  <a:lnTo>
                    <a:pt x="10114107" y="51968"/>
                  </a:lnTo>
                  <a:lnTo>
                    <a:pt x="10208192" y="36728"/>
                  </a:lnTo>
                  <a:lnTo>
                    <a:pt x="10293496" y="24454"/>
                  </a:lnTo>
                  <a:lnTo>
                    <a:pt x="10366439" y="15064"/>
                  </a:lnTo>
                  <a:lnTo>
                    <a:pt x="10424388" y="8353"/>
                  </a:lnTo>
                  <a:lnTo>
                    <a:pt x="10466189" y="3975"/>
                  </a:lnTo>
                  <a:lnTo>
                    <a:pt x="10492466" y="1477"/>
                  </a:lnTo>
                  <a:lnTo>
                    <a:pt x="10505629" y="338"/>
                  </a:lnTo>
                  <a:lnTo>
                    <a:pt x="10509675" y="17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64" name="pl1264"/>
            <p:cNvSpPr/>
            <p:nvPr/>
          </p:nvSpPr>
          <p:spPr>
            <a:xfrm>
              <a:off x="4799595" y="5568226"/>
              <a:ext cx="11981298" cy="3751406"/>
            </a:xfrm>
            <a:custGeom>
              <a:avLst/>
              <a:pathLst>
                <a:path w="11981298" h="3751406">
                  <a:moveTo>
                    <a:pt x="11981298" y="0"/>
                  </a:moveTo>
                  <a:lnTo>
                    <a:pt x="10509911" y="0"/>
                  </a:lnTo>
                  <a:lnTo>
                    <a:pt x="10508823" y="82"/>
                  </a:lnTo>
                  <a:lnTo>
                    <a:pt x="10501668" y="669"/>
                  </a:lnTo>
                  <a:lnTo>
                    <a:pt x="10483606" y="2292"/>
                  </a:lnTo>
                  <a:lnTo>
                    <a:pt x="10451252" y="5489"/>
                  </a:lnTo>
                  <a:lnTo>
                    <a:pt x="10402901" y="10760"/>
                  </a:lnTo>
                  <a:lnTo>
                    <a:pt x="10338664" y="18519"/>
                  </a:lnTo>
                  <a:lnTo>
                    <a:pt x="10260345" y="29057"/>
                  </a:lnTo>
                  <a:lnTo>
                    <a:pt x="10171031" y="42525"/>
                  </a:lnTo>
                  <a:lnTo>
                    <a:pt x="10074510" y="58962"/>
                  </a:lnTo>
                  <a:lnTo>
                    <a:pt x="9974648" y="78326"/>
                  </a:lnTo>
                  <a:lnTo>
                    <a:pt x="9874897" y="100554"/>
                  </a:lnTo>
                  <a:lnTo>
                    <a:pt x="9777993" y="125605"/>
                  </a:lnTo>
                  <a:lnTo>
                    <a:pt x="9685857" y="153503"/>
                  </a:lnTo>
                  <a:lnTo>
                    <a:pt x="9599635" y="184357"/>
                  </a:lnTo>
                  <a:lnTo>
                    <a:pt x="9519831" y="218376"/>
                  </a:lnTo>
                  <a:lnTo>
                    <a:pt x="9446453" y="255870"/>
                  </a:lnTo>
                  <a:lnTo>
                    <a:pt x="9379170" y="297247"/>
                  </a:lnTo>
                  <a:lnTo>
                    <a:pt x="9317425" y="343003"/>
                  </a:lnTo>
                  <a:lnTo>
                    <a:pt x="9260537" y="393699"/>
                  </a:lnTo>
                  <a:lnTo>
                    <a:pt x="9207764" y="449922"/>
                  </a:lnTo>
                  <a:lnTo>
                    <a:pt x="9158362" y="512231"/>
                  </a:lnTo>
                  <a:lnTo>
                    <a:pt x="9111624" y="581046"/>
                  </a:lnTo>
                  <a:lnTo>
                    <a:pt x="9084767" y="625234"/>
                  </a:lnTo>
                  <a:lnTo>
                    <a:pt x="9051239" y="685260"/>
                  </a:lnTo>
                  <a:lnTo>
                    <a:pt x="9018488" y="749215"/>
                  </a:lnTo>
                  <a:lnTo>
                    <a:pt x="8986323" y="817178"/>
                  </a:lnTo>
                  <a:lnTo>
                    <a:pt x="8954589" y="889180"/>
                  </a:lnTo>
                  <a:lnTo>
                    <a:pt x="8923158" y="965198"/>
                  </a:lnTo>
                  <a:lnTo>
                    <a:pt x="8891928" y="1045146"/>
                  </a:lnTo>
                  <a:lnTo>
                    <a:pt x="8860816" y="1128878"/>
                  </a:lnTo>
                  <a:lnTo>
                    <a:pt x="8829760" y="1216181"/>
                  </a:lnTo>
                  <a:lnTo>
                    <a:pt x="8798714" y="1306774"/>
                  </a:lnTo>
                  <a:lnTo>
                    <a:pt x="8767648" y="1400314"/>
                  </a:lnTo>
                  <a:lnTo>
                    <a:pt x="8736546" y="1496395"/>
                  </a:lnTo>
                  <a:lnTo>
                    <a:pt x="8705402" y="1594556"/>
                  </a:lnTo>
                  <a:lnTo>
                    <a:pt x="8674219" y="1694289"/>
                  </a:lnTo>
                  <a:lnTo>
                    <a:pt x="8643008" y="1795052"/>
                  </a:lnTo>
                  <a:lnTo>
                    <a:pt x="8611783" y="1896275"/>
                  </a:lnTo>
                  <a:lnTo>
                    <a:pt x="8580562" y="1997381"/>
                  </a:lnTo>
                  <a:lnTo>
                    <a:pt x="8549361" y="2097792"/>
                  </a:lnTo>
                  <a:lnTo>
                    <a:pt x="8518193" y="2196951"/>
                  </a:lnTo>
                  <a:lnTo>
                    <a:pt x="8487065" y="2294325"/>
                  </a:lnTo>
                  <a:lnTo>
                    <a:pt x="8455979" y="2389426"/>
                  </a:lnTo>
                  <a:lnTo>
                    <a:pt x="8424925" y="2481815"/>
                  </a:lnTo>
                  <a:lnTo>
                    <a:pt x="8393879" y="2571109"/>
                  </a:lnTo>
                  <a:lnTo>
                    <a:pt x="8362806" y="2656991"/>
                  </a:lnTo>
                  <a:lnTo>
                    <a:pt x="8331655" y="2739208"/>
                  </a:lnTo>
                  <a:lnTo>
                    <a:pt x="8300354" y="2817573"/>
                  </a:lnTo>
                  <a:lnTo>
                    <a:pt x="8268814" y="2891966"/>
                  </a:lnTo>
                  <a:lnTo>
                    <a:pt x="8236922" y="2962327"/>
                  </a:lnTo>
                  <a:lnTo>
                    <a:pt x="8204539" y="3028655"/>
                  </a:lnTo>
                  <a:lnTo>
                    <a:pt x="8171497" y="3091001"/>
                  </a:lnTo>
                  <a:lnTo>
                    <a:pt x="8151487" y="3126171"/>
                  </a:lnTo>
                  <a:lnTo>
                    <a:pt x="8106031" y="3198953"/>
                  </a:lnTo>
                  <a:lnTo>
                    <a:pt x="8058298" y="3265104"/>
                  </a:lnTo>
                  <a:lnTo>
                    <a:pt x="8007623" y="3324893"/>
                  </a:lnTo>
                  <a:lnTo>
                    <a:pt x="7953278" y="3378813"/>
                  </a:lnTo>
                  <a:lnTo>
                    <a:pt x="7894516" y="3427443"/>
                  </a:lnTo>
                  <a:lnTo>
                    <a:pt x="7830611" y="3471367"/>
                  </a:lnTo>
                  <a:lnTo>
                    <a:pt x="7760923" y="3511121"/>
                  </a:lnTo>
                  <a:lnTo>
                    <a:pt x="7684974" y="3547167"/>
                  </a:lnTo>
                  <a:lnTo>
                    <a:pt x="7602552" y="3579876"/>
                  </a:lnTo>
                  <a:lnTo>
                    <a:pt x="7513848" y="3609517"/>
                  </a:lnTo>
                  <a:lnTo>
                    <a:pt x="7419607" y="3636257"/>
                  </a:lnTo>
                  <a:lnTo>
                    <a:pt x="7321276" y="3660170"/>
                  </a:lnTo>
                  <a:lnTo>
                    <a:pt x="7221106" y="3681248"/>
                  </a:lnTo>
                  <a:lnTo>
                    <a:pt x="7122146" y="3699437"/>
                  </a:lnTo>
                  <a:lnTo>
                    <a:pt x="7028062" y="3714677"/>
                  </a:lnTo>
                  <a:lnTo>
                    <a:pt x="6942757" y="3726952"/>
                  </a:lnTo>
                  <a:lnTo>
                    <a:pt x="6869814" y="3736341"/>
                  </a:lnTo>
                  <a:lnTo>
                    <a:pt x="6811865" y="3743053"/>
                  </a:lnTo>
                  <a:lnTo>
                    <a:pt x="6770064" y="3747430"/>
                  </a:lnTo>
                  <a:lnTo>
                    <a:pt x="6743787" y="3749928"/>
                  </a:lnTo>
                  <a:lnTo>
                    <a:pt x="6730625" y="3751067"/>
                  </a:lnTo>
                  <a:lnTo>
                    <a:pt x="6726578" y="3751388"/>
                  </a:lnTo>
                  <a:lnTo>
                    <a:pt x="6726343" y="3751406"/>
                  </a:lnTo>
                  <a:lnTo>
                    <a:pt x="5254955" y="3751406"/>
                  </a:lnTo>
                  <a:lnTo>
                    <a:pt x="5253725" y="3751386"/>
                  </a:lnTo>
                  <a:lnTo>
                    <a:pt x="5245652" y="3751247"/>
                  </a:lnTo>
                  <a:lnTo>
                    <a:pt x="5225349" y="3750861"/>
                  </a:lnTo>
                  <a:lnTo>
                    <a:pt x="5189173" y="3750102"/>
                  </a:lnTo>
                  <a:lnTo>
                    <a:pt x="5135497" y="3748854"/>
                  </a:lnTo>
                  <a:lnTo>
                    <a:pt x="5064834" y="3747024"/>
                  </a:lnTo>
                  <a:lnTo>
                    <a:pt x="4979619" y="3744550"/>
                  </a:lnTo>
                  <a:lnTo>
                    <a:pt x="4883638" y="3741404"/>
                  </a:lnTo>
                  <a:lnTo>
                    <a:pt x="4781279" y="3737585"/>
                  </a:lnTo>
                  <a:lnTo>
                    <a:pt x="4676806" y="3733106"/>
                  </a:lnTo>
                  <a:lnTo>
                    <a:pt x="4573826" y="3727981"/>
                  </a:lnTo>
                  <a:lnTo>
                    <a:pt x="4475030" y="3722214"/>
                  </a:lnTo>
                  <a:lnTo>
                    <a:pt x="4382150" y="3715788"/>
                  </a:lnTo>
                  <a:lnTo>
                    <a:pt x="4296078" y="3708667"/>
                  </a:lnTo>
                  <a:lnTo>
                    <a:pt x="4217041" y="3700786"/>
                  </a:lnTo>
                  <a:lnTo>
                    <a:pt x="4144793" y="3692057"/>
                  </a:lnTo>
                  <a:lnTo>
                    <a:pt x="4078776" y="3682370"/>
                  </a:lnTo>
                  <a:lnTo>
                    <a:pt x="4018250" y="3671595"/>
                  </a:lnTo>
                  <a:lnTo>
                    <a:pt x="3962386" y="3659594"/>
                  </a:lnTo>
                  <a:lnTo>
                    <a:pt x="3910338" y="3646231"/>
                  </a:lnTo>
                  <a:lnTo>
                    <a:pt x="3861294" y="3631399"/>
                  </a:lnTo>
                  <a:lnTo>
                    <a:pt x="3829811" y="3620638"/>
                  </a:lnTo>
                  <a:lnTo>
                    <a:pt x="3777220" y="3600432"/>
                  </a:lnTo>
                  <a:lnTo>
                    <a:pt x="3726291" y="3578152"/>
                  </a:lnTo>
                  <a:lnTo>
                    <a:pt x="3676391" y="3553768"/>
                  </a:lnTo>
                  <a:lnTo>
                    <a:pt x="3627059" y="3527322"/>
                  </a:lnTo>
                  <a:lnTo>
                    <a:pt x="3577974" y="3498938"/>
                  </a:lnTo>
                  <a:lnTo>
                    <a:pt x="3528929" y="3468824"/>
                  </a:lnTo>
                  <a:lnTo>
                    <a:pt x="3479815" y="3437273"/>
                  </a:lnTo>
                  <a:lnTo>
                    <a:pt x="3430598" y="3404655"/>
                  </a:lnTo>
                  <a:lnTo>
                    <a:pt x="3381301" y="3371396"/>
                  </a:lnTo>
                  <a:lnTo>
                    <a:pt x="3331980" y="3337963"/>
                  </a:lnTo>
                  <a:lnTo>
                    <a:pt x="3282700" y="3304830"/>
                  </a:lnTo>
                  <a:lnTo>
                    <a:pt x="3233511" y="3272454"/>
                  </a:lnTo>
                  <a:lnTo>
                    <a:pt x="3184421" y="3241251"/>
                  </a:lnTo>
                  <a:lnTo>
                    <a:pt x="3135379" y="3211570"/>
                  </a:lnTo>
                  <a:lnTo>
                    <a:pt x="3086253" y="3183682"/>
                  </a:lnTo>
                  <a:lnTo>
                    <a:pt x="3036807" y="3157774"/>
                  </a:lnTo>
                  <a:lnTo>
                    <a:pt x="2986686" y="3133946"/>
                  </a:lnTo>
                  <a:lnTo>
                    <a:pt x="2935386" y="3112221"/>
                  </a:lnTo>
                  <a:lnTo>
                    <a:pt x="2896531" y="3097566"/>
                  </a:lnTo>
                  <a:lnTo>
                    <a:pt x="2849084" y="3081723"/>
                  </a:lnTo>
                  <a:lnTo>
                    <a:pt x="2799130" y="3067387"/>
                  </a:lnTo>
                  <a:lnTo>
                    <a:pt x="2745911" y="3054489"/>
                  </a:lnTo>
                  <a:lnTo>
                    <a:pt x="2688596" y="3042909"/>
                  </a:lnTo>
                  <a:lnTo>
                    <a:pt x="2626340" y="3032510"/>
                  </a:lnTo>
                  <a:lnTo>
                    <a:pt x="2558333" y="3023154"/>
                  </a:lnTo>
                  <a:lnTo>
                    <a:pt x="2483885" y="3014717"/>
                  </a:lnTo>
                  <a:lnTo>
                    <a:pt x="2402525" y="3007097"/>
                  </a:lnTo>
                  <a:lnTo>
                    <a:pt x="2314143" y="3000212"/>
                  </a:lnTo>
                  <a:lnTo>
                    <a:pt x="2219167" y="2994007"/>
                  </a:lnTo>
                  <a:lnTo>
                    <a:pt x="2118746" y="2988453"/>
                  </a:lnTo>
                  <a:lnTo>
                    <a:pt x="2014926" y="2983541"/>
                  </a:lnTo>
                  <a:lnTo>
                    <a:pt x="1910714" y="2979279"/>
                  </a:lnTo>
                  <a:lnTo>
                    <a:pt x="1809977" y="2975683"/>
                  </a:lnTo>
                  <a:lnTo>
                    <a:pt x="1717090" y="2972761"/>
                  </a:lnTo>
                  <a:lnTo>
                    <a:pt x="1636329" y="2970505"/>
                  </a:lnTo>
                  <a:lnTo>
                    <a:pt x="1571111" y="2968875"/>
                  </a:lnTo>
                  <a:lnTo>
                    <a:pt x="1523280" y="2967801"/>
                  </a:lnTo>
                  <a:lnTo>
                    <a:pt x="1492648" y="2967180"/>
                  </a:lnTo>
                  <a:lnTo>
                    <a:pt x="1476893" y="2966890"/>
                  </a:lnTo>
                  <a:lnTo>
                    <a:pt x="1471762" y="2966804"/>
                  </a:lnTo>
                  <a:lnTo>
                    <a:pt x="1471387" y="2966798"/>
                  </a:lnTo>
                  <a:lnTo>
                    <a:pt x="0" y="296679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65" name="pg1265"/>
            <p:cNvSpPr/>
            <p:nvPr/>
          </p:nvSpPr>
          <p:spPr>
            <a:xfrm>
              <a:off x="4799595" y="8543197"/>
              <a:ext cx="11981298" cy="1176911"/>
            </a:xfrm>
            <a:custGeom>
              <a:avLst/>
              <a:pathLst>
                <a:path w="11981298" h="1176911">
                  <a:moveTo>
                    <a:pt x="0" y="16345"/>
                  </a:moveTo>
                  <a:lnTo>
                    <a:pt x="1471387" y="16345"/>
                  </a:lnTo>
                  <a:lnTo>
                    <a:pt x="1472615" y="16368"/>
                  </a:lnTo>
                  <a:lnTo>
                    <a:pt x="1480670" y="16531"/>
                  </a:lnTo>
                  <a:lnTo>
                    <a:pt x="1500930" y="16980"/>
                  </a:lnTo>
                  <a:lnTo>
                    <a:pt x="1537034" y="17863"/>
                  </a:lnTo>
                  <a:lnTo>
                    <a:pt x="1590611" y="19316"/>
                  </a:lnTo>
                  <a:lnTo>
                    <a:pt x="1661154" y="21447"/>
                  </a:lnTo>
                  <a:lnTo>
                    <a:pt x="1746243" y="24327"/>
                  </a:lnTo>
                  <a:lnTo>
                    <a:pt x="1842103" y="27990"/>
                  </a:lnTo>
                  <a:lnTo>
                    <a:pt x="1944358" y="32437"/>
                  </a:lnTo>
                  <a:lnTo>
                    <a:pt x="2048752" y="37652"/>
                  </a:lnTo>
                  <a:lnTo>
                    <a:pt x="2151678" y="43621"/>
                  </a:lnTo>
                  <a:lnTo>
                    <a:pt x="2250445" y="50339"/>
                  </a:lnTo>
                  <a:lnTo>
                    <a:pt x="2343316" y="57822"/>
                  </a:lnTo>
                  <a:lnTo>
                    <a:pt x="2429394" y="66115"/>
                  </a:lnTo>
                  <a:lnTo>
                    <a:pt x="2508447" y="75293"/>
                  </a:lnTo>
                  <a:lnTo>
                    <a:pt x="2580718" y="85456"/>
                  </a:lnTo>
                  <a:lnTo>
                    <a:pt x="2646758" y="96735"/>
                  </a:lnTo>
                  <a:lnTo>
                    <a:pt x="2707306" y="109278"/>
                  </a:lnTo>
                  <a:lnTo>
                    <a:pt x="2763186" y="123248"/>
                  </a:lnTo>
                  <a:lnTo>
                    <a:pt x="2815245" y="138803"/>
                  </a:lnTo>
                  <a:lnTo>
                    <a:pt x="2864293" y="156066"/>
                  </a:lnTo>
                  <a:lnTo>
                    <a:pt x="2896531" y="168908"/>
                  </a:lnTo>
                  <a:lnTo>
                    <a:pt x="2948064" y="191974"/>
                  </a:lnTo>
                  <a:lnTo>
                    <a:pt x="2997988" y="217361"/>
                  </a:lnTo>
                  <a:lnTo>
                    <a:pt x="3046905" y="245104"/>
                  </a:lnTo>
                  <a:lnTo>
                    <a:pt x="3095253" y="275160"/>
                  </a:lnTo>
                  <a:lnTo>
                    <a:pt x="3143345" y="307402"/>
                  </a:lnTo>
                  <a:lnTo>
                    <a:pt x="3191383" y="341608"/>
                  </a:lnTo>
                  <a:lnTo>
                    <a:pt x="3239478" y="377468"/>
                  </a:lnTo>
                  <a:lnTo>
                    <a:pt x="3287672" y="414587"/>
                  </a:lnTo>
                  <a:lnTo>
                    <a:pt x="3335948" y="452504"/>
                  </a:lnTo>
                  <a:lnTo>
                    <a:pt x="3384259" y="490715"/>
                  </a:lnTo>
                  <a:lnTo>
                    <a:pt x="3432543" y="528699"/>
                  </a:lnTo>
                  <a:lnTo>
                    <a:pt x="3480749" y="565946"/>
                  </a:lnTo>
                  <a:lnTo>
                    <a:pt x="3528856" y="601989"/>
                  </a:lnTo>
                  <a:lnTo>
                    <a:pt x="3576897" y="636424"/>
                  </a:lnTo>
                  <a:lnTo>
                    <a:pt x="3624973" y="668929"/>
                  </a:lnTo>
                  <a:lnTo>
                    <a:pt x="3673274" y="699272"/>
                  </a:lnTo>
                  <a:lnTo>
                    <a:pt x="3722096" y="727313"/>
                  </a:lnTo>
                  <a:lnTo>
                    <a:pt x="3771863" y="752998"/>
                  </a:lnTo>
                  <a:lnTo>
                    <a:pt x="3823152" y="776355"/>
                  </a:lnTo>
                  <a:lnTo>
                    <a:pt x="3829811" y="779159"/>
                  </a:lnTo>
                  <a:lnTo>
                    <a:pt x="3877222" y="797629"/>
                  </a:lnTo>
                  <a:lnTo>
                    <a:pt x="3927135" y="814344"/>
                  </a:lnTo>
                  <a:lnTo>
                    <a:pt x="3980307" y="829383"/>
                  </a:lnTo>
                  <a:lnTo>
                    <a:pt x="4037566" y="842886"/>
                  </a:lnTo>
                  <a:lnTo>
                    <a:pt x="4099758" y="855014"/>
                  </a:lnTo>
                  <a:lnTo>
                    <a:pt x="4167688" y="865926"/>
                  </a:lnTo>
                  <a:lnTo>
                    <a:pt x="4242047" y="875766"/>
                  </a:lnTo>
                  <a:lnTo>
                    <a:pt x="4323306" y="884655"/>
                  </a:lnTo>
                  <a:lnTo>
                    <a:pt x="4411577" y="892687"/>
                  </a:lnTo>
                  <a:lnTo>
                    <a:pt x="4506439" y="899925"/>
                  </a:lnTo>
                  <a:lnTo>
                    <a:pt x="4606747" y="906406"/>
                  </a:lnTo>
                  <a:lnTo>
                    <a:pt x="4710472" y="912139"/>
                  </a:lnTo>
                  <a:lnTo>
                    <a:pt x="4814619" y="917115"/>
                  </a:lnTo>
                  <a:lnTo>
                    <a:pt x="4915337" y="921316"/>
                  </a:lnTo>
                  <a:lnTo>
                    <a:pt x="5008264" y="924731"/>
                  </a:lnTo>
                  <a:lnTo>
                    <a:pt x="5089128" y="927370"/>
                  </a:lnTo>
                  <a:lnTo>
                    <a:pt x="5154505" y="929278"/>
                  </a:lnTo>
                  <a:lnTo>
                    <a:pt x="5202532" y="930538"/>
                  </a:lnTo>
                  <a:lnTo>
                    <a:pt x="5233369" y="931269"/>
                  </a:lnTo>
                  <a:lnTo>
                    <a:pt x="5249304" y="931611"/>
                  </a:lnTo>
                  <a:lnTo>
                    <a:pt x="5254553" y="931714"/>
                  </a:lnTo>
                  <a:lnTo>
                    <a:pt x="5254955" y="931721"/>
                  </a:lnTo>
                  <a:lnTo>
                    <a:pt x="6726343" y="931721"/>
                  </a:lnTo>
                  <a:lnTo>
                    <a:pt x="6727580" y="931727"/>
                  </a:lnTo>
                  <a:lnTo>
                    <a:pt x="6735697" y="931771"/>
                  </a:lnTo>
                  <a:lnTo>
                    <a:pt x="6756106" y="931893"/>
                  </a:lnTo>
                  <a:lnTo>
                    <a:pt x="6792465" y="932131"/>
                  </a:lnTo>
                  <a:lnTo>
                    <a:pt x="6846393" y="932523"/>
                  </a:lnTo>
                  <a:lnTo>
                    <a:pt x="6917356" y="933098"/>
                  </a:lnTo>
                  <a:lnTo>
                    <a:pt x="7002889" y="933876"/>
                  </a:lnTo>
                  <a:lnTo>
                    <a:pt x="7099173" y="934863"/>
                  </a:lnTo>
                  <a:lnTo>
                    <a:pt x="7201791" y="936062"/>
                  </a:lnTo>
                  <a:lnTo>
                    <a:pt x="7306464" y="937468"/>
                  </a:lnTo>
                  <a:lnTo>
                    <a:pt x="7409578" y="939077"/>
                  </a:lnTo>
                  <a:lnTo>
                    <a:pt x="7508447" y="940887"/>
                  </a:lnTo>
                  <a:lnTo>
                    <a:pt x="7601349" y="942904"/>
                  </a:lnTo>
                  <a:lnTo>
                    <a:pt x="7687404" y="945139"/>
                  </a:lnTo>
                  <a:lnTo>
                    <a:pt x="7766399" y="947614"/>
                  </a:lnTo>
                  <a:lnTo>
                    <a:pt x="7838591" y="950355"/>
                  </a:lnTo>
                  <a:lnTo>
                    <a:pt x="7904550" y="953398"/>
                  </a:lnTo>
                  <a:lnTo>
                    <a:pt x="7965023" y="956783"/>
                  </a:lnTo>
                  <a:lnTo>
                    <a:pt x="8020844" y="960555"/>
                  </a:lnTo>
                  <a:lnTo>
                    <a:pt x="8072865" y="964755"/>
                  </a:lnTo>
                  <a:lnTo>
                    <a:pt x="8121901" y="969417"/>
                  </a:lnTo>
                  <a:lnTo>
                    <a:pt x="8151487" y="972586"/>
                  </a:lnTo>
                  <a:lnTo>
                    <a:pt x="8207308" y="979317"/>
                  </a:lnTo>
                  <a:lnTo>
                    <a:pt x="8261302" y="986781"/>
                  </a:lnTo>
                  <a:lnTo>
                    <a:pt x="8314206" y="994987"/>
                  </a:lnTo>
                  <a:lnTo>
                    <a:pt x="8366547" y="1003914"/>
                  </a:lnTo>
                  <a:lnTo>
                    <a:pt x="8418678" y="1013510"/>
                  </a:lnTo>
                  <a:lnTo>
                    <a:pt x="8470811" y="1023686"/>
                  </a:lnTo>
                  <a:lnTo>
                    <a:pt x="8523045" y="1034322"/>
                  </a:lnTo>
                  <a:lnTo>
                    <a:pt x="8575389" y="1045272"/>
                  </a:lnTo>
                  <a:lnTo>
                    <a:pt x="8627794" y="1056365"/>
                  </a:lnTo>
                  <a:lnTo>
                    <a:pt x="8680185" y="1067426"/>
                  </a:lnTo>
                  <a:lnTo>
                    <a:pt x="8732492" y="1078279"/>
                  </a:lnTo>
                  <a:lnTo>
                    <a:pt x="8784684" y="1088762"/>
                  </a:lnTo>
                  <a:lnTo>
                    <a:pt x="8836799" y="1098736"/>
                  </a:lnTo>
                  <a:lnTo>
                    <a:pt x="8888976" y="1108093"/>
                  </a:lnTo>
                  <a:lnTo>
                    <a:pt x="8941475" y="1116758"/>
                  </a:lnTo>
                  <a:lnTo>
                    <a:pt x="8994710" y="1124691"/>
                  </a:lnTo>
                  <a:lnTo>
                    <a:pt x="9049279" y="1131882"/>
                  </a:lnTo>
                  <a:lnTo>
                    <a:pt x="9084767" y="1136046"/>
                  </a:lnTo>
                  <a:lnTo>
                    <a:pt x="9132306" y="1141006"/>
                  </a:lnTo>
                  <a:lnTo>
                    <a:pt x="9182363" y="1145493"/>
                  </a:lnTo>
                  <a:lnTo>
                    <a:pt x="9235700" y="1149530"/>
                  </a:lnTo>
                  <a:lnTo>
                    <a:pt x="9293153" y="1153152"/>
                  </a:lnTo>
                  <a:lnTo>
                    <a:pt x="9355573" y="1156405"/>
                  </a:lnTo>
                  <a:lnTo>
                    <a:pt x="9423773" y="1159332"/>
                  </a:lnTo>
                  <a:lnTo>
                    <a:pt x="9498445" y="1161970"/>
                  </a:lnTo>
                  <a:lnTo>
                    <a:pt x="9580059" y="1164352"/>
                  </a:lnTo>
                  <a:lnTo>
                    <a:pt x="9668719" y="1166504"/>
                  </a:lnTo>
                  <a:lnTo>
                    <a:pt x="9763986" y="1168443"/>
                  </a:lnTo>
                  <a:lnTo>
                    <a:pt x="9864686" y="1170178"/>
                  </a:lnTo>
                  <a:lnTo>
                    <a:pt x="9968747" y="1171712"/>
                  </a:lnTo>
                  <a:lnTo>
                    <a:pt x="10073121" y="1173041"/>
                  </a:lnTo>
                  <a:lnTo>
                    <a:pt x="10173903" y="1174162"/>
                  </a:lnTo>
                  <a:lnTo>
                    <a:pt x="10266686" y="1175071"/>
                  </a:lnTo>
                  <a:lnTo>
                    <a:pt x="10347185" y="1175771"/>
                  </a:lnTo>
                  <a:lnTo>
                    <a:pt x="10412001" y="1176275"/>
                  </a:lnTo>
                  <a:lnTo>
                    <a:pt x="10459337" y="1176607"/>
                  </a:lnTo>
                  <a:lnTo>
                    <a:pt x="10489454" y="1176797"/>
                  </a:lnTo>
                  <a:lnTo>
                    <a:pt x="10504760" y="1176884"/>
                  </a:lnTo>
                  <a:lnTo>
                    <a:pt x="10509598" y="1176910"/>
                  </a:lnTo>
                  <a:lnTo>
                    <a:pt x="10509911" y="1176911"/>
                  </a:lnTo>
                  <a:lnTo>
                    <a:pt x="11981298" y="1176911"/>
                  </a:lnTo>
                  <a:lnTo>
                    <a:pt x="11981298" y="1160565"/>
                  </a:lnTo>
                  <a:lnTo>
                    <a:pt x="10509911" y="1160565"/>
                  </a:lnTo>
                  <a:lnTo>
                    <a:pt x="10508674" y="1160559"/>
                  </a:lnTo>
                  <a:lnTo>
                    <a:pt x="10500556" y="1160515"/>
                  </a:lnTo>
                  <a:lnTo>
                    <a:pt x="10480147" y="1160394"/>
                  </a:lnTo>
                  <a:lnTo>
                    <a:pt x="10443789" y="1160156"/>
                  </a:lnTo>
                  <a:lnTo>
                    <a:pt x="10389861" y="1159763"/>
                  </a:lnTo>
                  <a:lnTo>
                    <a:pt x="10318898" y="1159188"/>
                  </a:lnTo>
                  <a:lnTo>
                    <a:pt x="10233364" y="1158411"/>
                  </a:lnTo>
                  <a:lnTo>
                    <a:pt x="10137080" y="1157423"/>
                  </a:lnTo>
                  <a:lnTo>
                    <a:pt x="10034462" y="1156224"/>
                  </a:lnTo>
                  <a:lnTo>
                    <a:pt x="9929789" y="1154818"/>
                  </a:lnTo>
                  <a:lnTo>
                    <a:pt x="9826675" y="1153210"/>
                  </a:lnTo>
                  <a:lnTo>
                    <a:pt x="9727806" y="1151399"/>
                  </a:lnTo>
                  <a:lnTo>
                    <a:pt x="9634905" y="1149383"/>
                  </a:lnTo>
                  <a:lnTo>
                    <a:pt x="9548849" y="1147147"/>
                  </a:lnTo>
                  <a:lnTo>
                    <a:pt x="9469855" y="1144673"/>
                  </a:lnTo>
                  <a:lnTo>
                    <a:pt x="9397662" y="1141932"/>
                  </a:lnTo>
                  <a:lnTo>
                    <a:pt x="9331703" y="1138889"/>
                  </a:lnTo>
                  <a:lnTo>
                    <a:pt x="9271230" y="1135503"/>
                  </a:lnTo>
                  <a:lnTo>
                    <a:pt x="9215409" y="1131732"/>
                  </a:lnTo>
                  <a:lnTo>
                    <a:pt x="9163388" y="1127531"/>
                  </a:lnTo>
                  <a:lnTo>
                    <a:pt x="9114352" y="1122869"/>
                  </a:lnTo>
                  <a:lnTo>
                    <a:pt x="9084767" y="1119700"/>
                  </a:lnTo>
                  <a:lnTo>
                    <a:pt x="9028945" y="1112969"/>
                  </a:lnTo>
                  <a:lnTo>
                    <a:pt x="8974952" y="1105505"/>
                  </a:lnTo>
                  <a:lnTo>
                    <a:pt x="8922047" y="1097299"/>
                  </a:lnTo>
                  <a:lnTo>
                    <a:pt x="8869707" y="1088372"/>
                  </a:lnTo>
                  <a:lnTo>
                    <a:pt x="8817576" y="1078777"/>
                  </a:lnTo>
                  <a:lnTo>
                    <a:pt x="8765442" y="1068601"/>
                  </a:lnTo>
                  <a:lnTo>
                    <a:pt x="8713208" y="1057964"/>
                  </a:lnTo>
                  <a:lnTo>
                    <a:pt x="8660864" y="1047015"/>
                  </a:lnTo>
                  <a:lnTo>
                    <a:pt x="8608459" y="1035921"/>
                  </a:lnTo>
                  <a:lnTo>
                    <a:pt x="8556068" y="1024860"/>
                  </a:lnTo>
                  <a:lnTo>
                    <a:pt x="8503761" y="1014008"/>
                  </a:lnTo>
                  <a:lnTo>
                    <a:pt x="8451570" y="1003525"/>
                  </a:lnTo>
                  <a:lnTo>
                    <a:pt x="8399454" y="993551"/>
                  </a:lnTo>
                  <a:lnTo>
                    <a:pt x="8347277" y="984194"/>
                  </a:lnTo>
                  <a:lnTo>
                    <a:pt x="8294778" y="975528"/>
                  </a:lnTo>
                  <a:lnTo>
                    <a:pt x="8241544" y="967595"/>
                  </a:lnTo>
                  <a:lnTo>
                    <a:pt x="8186975" y="960404"/>
                  </a:lnTo>
                  <a:lnTo>
                    <a:pt x="8151487" y="956240"/>
                  </a:lnTo>
                  <a:lnTo>
                    <a:pt x="8103948" y="951281"/>
                  </a:lnTo>
                  <a:lnTo>
                    <a:pt x="8053891" y="946793"/>
                  </a:lnTo>
                  <a:lnTo>
                    <a:pt x="8000553" y="942757"/>
                  </a:lnTo>
                  <a:lnTo>
                    <a:pt x="7943100" y="939134"/>
                  </a:lnTo>
                  <a:lnTo>
                    <a:pt x="7880680" y="935881"/>
                  </a:lnTo>
                  <a:lnTo>
                    <a:pt x="7812481" y="932955"/>
                  </a:lnTo>
                  <a:lnTo>
                    <a:pt x="7737809" y="930317"/>
                  </a:lnTo>
                  <a:lnTo>
                    <a:pt x="7656194" y="927934"/>
                  </a:lnTo>
                  <a:lnTo>
                    <a:pt x="7567535" y="925782"/>
                  </a:lnTo>
                  <a:lnTo>
                    <a:pt x="7472268" y="923844"/>
                  </a:lnTo>
                  <a:lnTo>
                    <a:pt x="7371567" y="922109"/>
                  </a:lnTo>
                  <a:lnTo>
                    <a:pt x="7267506" y="920575"/>
                  </a:lnTo>
                  <a:lnTo>
                    <a:pt x="7163132" y="919246"/>
                  </a:lnTo>
                  <a:lnTo>
                    <a:pt x="7062350" y="918125"/>
                  </a:lnTo>
                  <a:lnTo>
                    <a:pt x="6969567" y="917216"/>
                  </a:lnTo>
                  <a:lnTo>
                    <a:pt x="6889068" y="916515"/>
                  </a:lnTo>
                  <a:lnTo>
                    <a:pt x="6824252" y="916011"/>
                  </a:lnTo>
                  <a:lnTo>
                    <a:pt x="6776917" y="915680"/>
                  </a:lnTo>
                  <a:lnTo>
                    <a:pt x="6746799" y="915490"/>
                  </a:lnTo>
                  <a:lnTo>
                    <a:pt x="6731493" y="915402"/>
                  </a:lnTo>
                  <a:lnTo>
                    <a:pt x="6726655" y="915377"/>
                  </a:lnTo>
                  <a:lnTo>
                    <a:pt x="6726343" y="915375"/>
                  </a:lnTo>
                  <a:lnTo>
                    <a:pt x="5254955" y="915375"/>
                  </a:lnTo>
                  <a:lnTo>
                    <a:pt x="5253728" y="915353"/>
                  </a:lnTo>
                  <a:lnTo>
                    <a:pt x="5245672" y="915190"/>
                  </a:lnTo>
                  <a:lnTo>
                    <a:pt x="5225412" y="914741"/>
                  </a:lnTo>
                  <a:lnTo>
                    <a:pt x="5189308" y="913858"/>
                  </a:lnTo>
                  <a:lnTo>
                    <a:pt x="5135731" y="912405"/>
                  </a:lnTo>
                  <a:lnTo>
                    <a:pt x="5065188" y="910274"/>
                  </a:lnTo>
                  <a:lnTo>
                    <a:pt x="4980099" y="907394"/>
                  </a:lnTo>
                  <a:lnTo>
                    <a:pt x="4884239" y="903731"/>
                  </a:lnTo>
                  <a:lnTo>
                    <a:pt x="4781984" y="899284"/>
                  </a:lnTo>
                  <a:lnTo>
                    <a:pt x="4677590" y="894068"/>
                  </a:lnTo>
                  <a:lnTo>
                    <a:pt x="4574664" y="888099"/>
                  </a:lnTo>
                  <a:lnTo>
                    <a:pt x="4475897" y="881382"/>
                  </a:lnTo>
                  <a:lnTo>
                    <a:pt x="4383027" y="873899"/>
                  </a:lnTo>
                  <a:lnTo>
                    <a:pt x="4296948" y="865605"/>
                  </a:lnTo>
                  <a:lnTo>
                    <a:pt x="4217895" y="856428"/>
                  </a:lnTo>
                  <a:lnTo>
                    <a:pt x="4145624" y="846265"/>
                  </a:lnTo>
                  <a:lnTo>
                    <a:pt x="4079584" y="834986"/>
                  </a:lnTo>
                  <a:lnTo>
                    <a:pt x="4019036" y="822443"/>
                  </a:lnTo>
                  <a:lnTo>
                    <a:pt x="3963156" y="808472"/>
                  </a:lnTo>
                  <a:lnTo>
                    <a:pt x="3911097" y="792918"/>
                  </a:lnTo>
                  <a:lnTo>
                    <a:pt x="3862049" y="775655"/>
                  </a:lnTo>
                  <a:lnTo>
                    <a:pt x="3829811" y="762813"/>
                  </a:lnTo>
                  <a:lnTo>
                    <a:pt x="3778278" y="739746"/>
                  </a:lnTo>
                  <a:lnTo>
                    <a:pt x="3728354" y="714359"/>
                  </a:lnTo>
                  <a:lnTo>
                    <a:pt x="3679438" y="686617"/>
                  </a:lnTo>
                  <a:lnTo>
                    <a:pt x="3631089" y="656561"/>
                  </a:lnTo>
                  <a:lnTo>
                    <a:pt x="3582997" y="624319"/>
                  </a:lnTo>
                  <a:lnTo>
                    <a:pt x="3534960" y="590113"/>
                  </a:lnTo>
                  <a:lnTo>
                    <a:pt x="3486864" y="554253"/>
                  </a:lnTo>
                  <a:lnTo>
                    <a:pt x="3438670" y="517134"/>
                  </a:lnTo>
                  <a:lnTo>
                    <a:pt x="3390394" y="479217"/>
                  </a:lnTo>
                  <a:lnTo>
                    <a:pt x="3342083" y="441005"/>
                  </a:lnTo>
                  <a:lnTo>
                    <a:pt x="3293799" y="403022"/>
                  </a:lnTo>
                  <a:lnTo>
                    <a:pt x="3245593" y="365775"/>
                  </a:lnTo>
                  <a:lnTo>
                    <a:pt x="3197486" y="329732"/>
                  </a:lnTo>
                  <a:lnTo>
                    <a:pt x="3149445" y="295296"/>
                  </a:lnTo>
                  <a:lnTo>
                    <a:pt x="3101370" y="262791"/>
                  </a:lnTo>
                  <a:lnTo>
                    <a:pt x="3053068" y="232448"/>
                  </a:lnTo>
                  <a:lnTo>
                    <a:pt x="3004246" y="204408"/>
                  </a:lnTo>
                  <a:lnTo>
                    <a:pt x="2954479" y="178722"/>
                  </a:lnTo>
                  <a:lnTo>
                    <a:pt x="2903190" y="155366"/>
                  </a:lnTo>
                  <a:lnTo>
                    <a:pt x="2896531" y="152562"/>
                  </a:lnTo>
                  <a:lnTo>
                    <a:pt x="2849120" y="134092"/>
                  </a:lnTo>
                  <a:lnTo>
                    <a:pt x="2799207" y="117377"/>
                  </a:lnTo>
                  <a:lnTo>
                    <a:pt x="2746035" y="102338"/>
                  </a:lnTo>
                  <a:lnTo>
                    <a:pt x="2688776" y="88835"/>
                  </a:lnTo>
                  <a:lnTo>
                    <a:pt x="2626584" y="76707"/>
                  </a:lnTo>
                  <a:lnTo>
                    <a:pt x="2558654" y="65795"/>
                  </a:lnTo>
                  <a:lnTo>
                    <a:pt x="2484295" y="55955"/>
                  </a:lnTo>
                  <a:lnTo>
                    <a:pt x="2403036" y="47066"/>
                  </a:lnTo>
                  <a:lnTo>
                    <a:pt x="2314765" y="39034"/>
                  </a:lnTo>
                  <a:lnTo>
                    <a:pt x="2219904" y="31795"/>
                  </a:lnTo>
                  <a:lnTo>
                    <a:pt x="2119595" y="25314"/>
                  </a:lnTo>
                  <a:lnTo>
                    <a:pt x="2015870" y="19581"/>
                  </a:lnTo>
                  <a:lnTo>
                    <a:pt x="1911723" y="14606"/>
                  </a:lnTo>
                  <a:lnTo>
                    <a:pt x="1811005" y="10405"/>
                  </a:lnTo>
                  <a:lnTo>
                    <a:pt x="1718078" y="6990"/>
                  </a:lnTo>
                  <a:lnTo>
                    <a:pt x="1637214" y="4351"/>
                  </a:lnTo>
                  <a:lnTo>
                    <a:pt x="1571837" y="2443"/>
                  </a:lnTo>
                  <a:lnTo>
                    <a:pt x="1523810" y="1183"/>
                  </a:lnTo>
                  <a:lnTo>
                    <a:pt x="1492973" y="452"/>
                  </a:lnTo>
                  <a:lnTo>
                    <a:pt x="1477038" y="110"/>
                  </a:lnTo>
                  <a:lnTo>
                    <a:pt x="1471789" y="7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C1B3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266" name="pl1266"/>
            <p:cNvSpPr/>
            <p:nvPr/>
          </p:nvSpPr>
          <p:spPr>
            <a:xfrm>
              <a:off x="4799595" y="8559543"/>
              <a:ext cx="11981298" cy="1160565"/>
            </a:xfrm>
            <a:custGeom>
              <a:avLst/>
              <a:pathLst>
                <a:path w="11981298" h="1160565">
                  <a:moveTo>
                    <a:pt x="0" y="0"/>
                  </a:moveTo>
                  <a:lnTo>
                    <a:pt x="1471387" y="0"/>
                  </a:lnTo>
                  <a:lnTo>
                    <a:pt x="1472615" y="22"/>
                  </a:lnTo>
                  <a:lnTo>
                    <a:pt x="1480670" y="185"/>
                  </a:lnTo>
                  <a:lnTo>
                    <a:pt x="1500930" y="634"/>
                  </a:lnTo>
                  <a:lnTo>
                    <a:pt x="1537034" y="1517"/>
                  </a:lnTo>
                  <a:lnTo>
                    <a:pt x="1590611" y="2970"/>
                  </a:lnTo>
                  <a:lnTo>
                    <a:pt x="1661154" y="5101"/>
                  </a:lnTo>
                  <a:lnTo>
                    <a:pt x="1746243" y="7981"/>
                  </a:lnTo>
                  <a:lnTo>
                    <a:pt x="1842103" y="11644"/>
                  </a:lnTo>
                  <a:lnTo>
                    <a:pt x="1944358" y="16091"/>
                  </a:lnTo>
                  <a:lnTo>
                    <a:pt x="2048752" y="21306"/>
                  </a:lnTo>
                  <a:lnTo>
                    <a:pt x="2151678" y="27275"/>
                  </a:lnTo>
                  <a:lnTo>
                    <a:pt x="2250445" y="33993"/>
                  </a:lnTo>
                  <a:lnTo>
                    <a:pt x="2343316" y="41476"/>
                  </a:lnTo>
                  <a:lnTo>
                    <a:pt x="2429394" y="49769"/>
                  </a:lnTo>
                  <a:lnTo>
                    <a:pt x="2508447" y="58947"/>
                  </a:lnTo>
                  <a:lnTo>
                    <a:pt x="2580718" y="69110"/>
                  </a:lnTo>
                  <a:lnTo>
                    <a:pt x="2646758" y="80389"/>
                  </a:lnTo>
                  <a:lnTo>
                    <a:pt x="2707306" y="92932"/>
                  </a:lnTo>
                  <a:lnTo>
                    <a:pt x="2763186" y="106902"/>
                  </a:lnTo>
                  <a:lnTo>
                    <a:pt x="2815245" y="122457"/>
                  </a:lnTo>
                  <a:lnTo>
                    <a:pt x="2864293" y="139720"/>
                  </a:lnTo>
                  <a:lnTo>
                    <a:pt x="2896531" y="152562"/>
                  </a:lnTo>
                  <a:lnTo>
                    <a:pt x="2948064" y="175628"/>
                  </a:lnTo>
                  <a:lnTo>
                    <a:pt x="2997988" y="201015"/>
                  </a:lnTo>
                  <a:lnTo>
                    <a:pt x="3046905" y="228758"/>
                  </a:lnTo>
                  <a:lnTo>
                    <a:pt x="3095253" y="258814"/>
                  </a:lnTo>
                  <a:lnTo>
                    <a:pt x="3143345" y="291056"/>
                  </a:lnTo>
                  <a:lnTo>
                    <a:pt x="3191383" y="325262"/>
                  </a:lnTo>
                  <a:lnTo>
                    <a:pt x="3239478" y="361122"/>
                  </a:lnTo>
                  <a:lnTo>
                    <a:pt x="3287672" y="398241"/>
                  </a:lnTo>
                  <a:lnTo>
                    <a:pt x="3335948" y="436158"/>
                  </a:lnTo>
                  <a:lnTo>
                    <a:pt x="3384259" y="474369"/>
                  </a:lnTo>
                  <a:lnTo>
                    <a:pt x="3432543" y="512353"/>
                  </a:lnTo>
                  <a:lnTo>
                    <a:pt x="3480749" y="549600"/>
                  </a:lnTo>
                  <a:lnTo>
                    <a:pt x="3528856" y="585643"/>
                  </a:lnTo>
                  <a:lnTo>
                    <a:pt x="3576897" y="620078"/>
                  </a:lnTo>
                  <a:lnTo>
                    <a:pt x="3624973" y="652583"/>
                  </a:lnTo>
                  <a:lnTo>
                    <a:pt x="3673274" y="682926"/>
                  </a:lnTo>
                  <a:lnTo>
                    <a:pt x="3722096" y="710967"/>
                  </a:lnTo>
                  <a:lnTo>
                    <a:pt x="3771863" y="736652"/>
                  </a:lnTo>
                  <a:lnTo>
                    <a:pt x="3823152" y="760009"/>
                  </a:lnTo>
                  <a:lnTo>
                    <a:pt x="3829811" y="762813"/>
                  </a:lnTo>
                  <a:lnTo>
                    <a:pt x="3877222" y="781283"/>
                  </a:lnTo>
                  <a:lnTo>
                    <a:pt x="3927135" y="797998"/>
                  </a:lnTo>
                  <a:lnTo>
                    <a:pt x="3980307" y="813037"/>
                  </a:lnTo>
                  <a:lnTo>
                    <a:pt x="4037566" y="826540"/>
                  </a:lnTo>
                  <a:lnTo>
                    <a:pt x="4099758" y="838668"/>
                  </a:lnTo>
                  <a:lnTo>
                    <a:pt x="4167688" y="849580"/>
                  </a:lnTo>
                  <a:lnTo>
                    <a:pt x="4242047" y="859420"/>
                  </a:lnTo>
                  <a:lnTo>
                    <a:pt x="4323306" y="868309"/>
                  </a:lnTo>
                  <a:lnTo>
                    <a:pt x="4411577" y="876341"/>
                  </a:lnTo>
                  <a:lnTo>
                    <a:pt x="4506439" y="883579"/>
                  </a:lnTo>
                  <a:lnTo>
                    <a:pt x="4606747" y="890060"/>
                  </a:lnTo>
                  <a:lnTo>
                    <a:pt x="4710472" y="895793"/>
                  </a:lnTo>
                  <a:lnTo>
                    <a:pt x="4814619" y="900769"/>
                  </a:lnTo>
                  <a:lnTo>
                    <a:pt x="4915337" y="904970"/>
                  </a:lnTo>
                  <a:lnTo>
                    <a:pt x="5008264" y="908385"/>
                  </a:lnTo>
                  <a:lnTo>
                    <a:pt x="5089128" y="911024"/>
                  </a:lnTo>
                  <a:lnTo>
                    <a:pt x="5154505" y="912932"/>
                  </a:lnTo>
                  <a:lnTo>
                    <a:pt x="5202532" y="914192"/>
                  </a:lnTo>
                  <a:lnTo>
                    <a:pt x="5233369" y="914923"/>
                  </a:lnTo>
                  <a:lnTo>
                    <a:pt x="5249304" y="915265"/>
                  </a:lnTo>
                  <a:lnTo>
                    <a:pt x="5254553" y="915368"/>
                  </a:lnTo>
                  <a:lnTo>
                    <a:pt x="5254955" y="915375"/>
                  </a:lnTo>
                  <a:lnTo>
                    <a:pt x="6726343" y="915375"/>
                  </a:lnTo>
                  <a:lnTo>
                    <a:pt x="6727580" y="915381"/>
                  </a:lnTo>
                  <a:lnTo>
                    <a:pt x="6735697" y="915425"/>
                  </a:lnTo>
                  <a:lnTo>
                    <a:pt x="6756106" y="915547"/>
                  </a:lnTo>
                  <a:lnTo>
                    <a:pt x="6792465" y="915785"/>
                  </a:lnTo>
                  <a:lnTo>
                    <a:pt x="6846393" y="916177"/>
                  </a:lnTo>
                  <a:lnTo>
                    <a:pt x="6917356" y="916752"/>
                  </a:lnTo>
                  <a:lnTo>
                    <a:pt x="7002889" y="917530"/>
                  </a:lnTo>
                  <a:lnTo>
                    <a:pt x="7099173" y="918517"/>
                  </a:lnTo>
                  <a:lnTo>
                    <a:pt x="7201791" y="919716"/>
                  </a:lnTo>
                  <a:lnTo>
                    <a:pt x="7306464" y="921122"/>
                  </a:lnTo>
                  <a:lnTo>
                    <a:pt x="7409578" y="922731"/>
                  </a:lnTo>
                  <a:lnTo>
                    <a:pt x="7508447" y="924541"/>
                  </a:lnTo>
                  <a:lnTo>
                    <a:pt x="7601349" y="926558"/>
                  </a:lnTo>
                  <a:lnTo>
                    <a:pt x="7687404" y="928793"/>
                  </a:lnTo>
                  <a:lnTo>
                    <a:pt x="7766399" y="931268"/>
                  </a:lnTo>
                  <a:lnTo>
                    <a:pt x="7838591" y="934009"/>
                  </a:lnTo>
                  <a:lnTo>
                    <a:pt x="7904550" y="937052"/>
                  </a:lnTo>
                  <a:lnTo>
                    <a:pt x="7965023" y="940437"/>
                  </a:lnTo>
                  <a:lnTo>
                    <a:pt x="8020844" y="944209"/>
                  </a:lnTo>
                  <a:lnTo>
                    <a:pt x="8072865" y="948409"/>
                  </a:lnTo>
                  <a:lnTo>
                    <a:pt x="8121901" y="953071"/>
                  </a:lnTo>
                  <a:lnTo>
                    <a:pt x="8151487" y="956240"/>
                  </a:lnTo>
                  <a:lnTo>
                    <a:pt x="8207308" y="962971"/>
                  </a:lnTo>
                  <a:lnTo>
                    <a:pt x="8261302" y="970435"/>
                  </a:lnTo>
                  <a:lnTo>
                    <a:pt x="8314206" y="978641"/>
                  </a:lnTo>
                  <a:lnTo>
                    <a:pt x="8366547" y="987568"/>
                  </a:lnTo>
                  <a:lnTo>
                    <a:pt x="8418678" y="997164"/>
                  </a:lnTo>
                  <a:lnTo>
                    <a:pt x="8470811" y="1007340"/>
                  </a:lnTo>
                  <a:lnTo>
                    <a:pt x="8523045" y="1017976"/>
                  </a:lnTo>
                  <a:lnTo>
                    <a:pt x="8575389" y="1028926"/>
                  </a:lnTo>
                  <a:lnTo>
                    <a:pt x="8627794" y="1040019"/>
                  </a:lnTo>
                  <a:lnTo>
                    <a:pt x="8680185" y="1051080"/>
                  </a:lnTo>
                  <a:lnTo>
                    <a:pt x="8732492" y="1061933"/>
                  </a:lnTo>
                  <a:lnTo>
                    <a:pt x="8784684" y="1072416"/>
                  </a:lnTo>
                  <a:lnTo>
                    <a:pt x="8836799" y="1082390"/>
                  </a:lnTo>
                  <a:lnTo>
                    <a:pt x="8888976" y="1091747"/>
                  </a:lnTo>
                  <a:lnTo>
                    <a:pt x="8941475" y="1100412"/>
                  </a:lnTo>
                  <a:lnTo>
                    <a:pt x="8994710" y="1108345"/>
                  </a:lnTo>
                  <a:lnTo>
                    <a:pt x="9049279" y="1115536"/>
                  </a:lnTo>
                  <a:lnTo>
                    <a:pt x="9084767" y="1119700"/>
                  </a:lnTo>
                  <a:lnTo>
                    <a:pt x="9132306" y="1124660"/>
                  </a:lnTo>
                  <a:lnTo>
                    <a:pt x="9182363" y="1129147"/>
                  </a:lnTo>
                  <a:lnTo>
                    <a:pt x="9235700" y="1133184"/>
                  </a:lnTo>
                  <a:lnTo>
                    <a:pt x="9293153" y="1136806"/>
                  </a:lnTo>
                  <a:lnTo>
                    <a:pt x="9355573" y="1140059"/>
                  </a:lnTo>
                  <a:lnTo>
                    <a:pt x="9423773" y="1142986"/>
                  </a:lnTo>
                  <a:lnTo>
                    <a:pt x="9498445" y="1145624"/>
                  </a:lnTo>
                  <a:lnTo>
                    <a:pt x="9580059" y="1148006"/>
                  </a:lnTo>
                  <a:lnTo>
                    <a:pt x="9668719" y="1150158"/>
                  </a:lnTo>
                  <a:lnTo>
                    <a:pt x="9763986" y="1152097"/>
                  </a:lnTo>
                  <a:lnTo>
                    <a:pt x="9864686" y="1153832"/>
                  </a:lnTo>
                  <a:lnTo>
                    <a:pt x="9968747" y="1155366"/>
                  </a:lnTo>
                  <a:lnTo>
                    <a:pt x="10073121" y="1156695"/>
                  </a:lnTo>
                  <a:lnTo>
                    <a:pt x="10173903" y="1157816"/>
                  </a:lnTo>
                  <a:lnTo>
                    <a:pt x="10266686" y="1158725"/>
                  </a:lnTo>
                  <a:lnTo>
                    <a:pt x="10347185" y="1159425"/>
                  </a:lnTo>
                  <a:lnTo>
                    <a:pt x="10412001" y="1159929"/>
                  </a:lnTo>
                  <a:lnTo>
                    <a:pt x="10459337" y="1160261"/>
                  </a:lnTo>
                  <a:lnTo>
                    <a:pt x="10489454" y="1160451"/>
                  </a:lnTo>
                  <a:lnTo>
                    <a:pt x="10504760" y="1160538"/>
                  </a:lnTo>
                  <a:lnTo>
                    <a:pt x="10509598" y="1160564"/>
                  </a:lnTo>
                  <a:lnTo>
                    <a:pt x="10509911" y="1160565"/>
                  </a:lnTo>
                  <a:lnTo>
                    <a:pt x="11981298" y="116056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67" name="pl1267"/>
            <p:cNvSpPr/>
            <p:nvPr/>
          </p:nvSpPr>
          <p:spPr>
            <a:xfrm>
              <a:off x="4799595" y="8543197"/>
              <a:ext cx="11981298" cy="1160565"/>
            </a:xfrm>
            <a:custGeom>
              <a:avLst/>
              <a:pathLst>
                <a:path w="11981298" h="1160565">
                  <a:moveTo>
                    <a:pt x="11981298" y="1160565"/>
                  </a:moveTo>
                  <a:lnTo>
                    <a:pt x="10509911" y="1160565"/>
                  </a:lnTo>
                  <a:lnTo>
                    <a:pt x="10508674" y="1160559"/>
                  </a:lnTo>
                  <a:lnTo>
                    <a:pt x="10500556" y="1160515"/>
                  </a:lnTo>
                  <a:lnTo>
                    <a:pt x="10480147" y="1160394"/>
                  </a:lnTo>
                  <a:lnTo>
                    <a:pt x="10443789" y="1160156"/>
                  </a:lnTo>
                  <a:lnTo>
                    <a:pt x="10389861" y="1159763"/>
                  </a:lnTo>
                  <a:lnTo>
                    <a:pt x="10318898" y="1159188"/>
                  </a:lnTo>
                  <a:lnTo>
                    <a:pt x="10233364" y="1158411"/>
                  </a:lnTo>
                  <a:lnTo>
                    <a:pt x="10137080" y="1157423"/>
                  </a:lnTo>
                  <a:lnTo>
                    <a:pt x="10034462" y="1156224"/>
                  </a:lnTo>
                  <a:lnTo>
                    <a:pt x="9929789" y="1154818"/>
                  </a:lnTo>
                  <a:lnTo>
                    <a:pt x="9826675" y="1153210"/>
                  </a:lnTo>
                  <a:lnTo>
                    <a:pt x="9727806" y="1151399"/>
                  </a:lnTo>
                  <a:lnTo>
                    <a:pt x="9634905" y="1149383"/>
                  </a:lnTo>
                  <a:lnTo>
                    <a:pt x="9548849" y="1147147"/>
                  </a:lnTo>
                  <a:lnTo>
                    <a:pt x="9469855" y="1144673"/>
                  </a:lnTo>
                  <a:lnTo>
                    <a:pt x="9397662" y="1141932"/>
                  </a:lnTo>
                  <a:lnTo>
                    <a:pt x="9331703" y="1138889"/>
                  </a:lnTo>
                  <a:lnTo>
                    <a:pt x="9271230" y="1135503"/>
                  </a:lnTo>
                  <a:lnTo>
                    <a:pt x="9215409" y="1131732"/>
                  </a:lnTo>
                  <a:lnTo>
                    <a:pt x="9163388" y="1127531"/>
                  </a:lnTo>
                  <a:lnTo>
                    <a:pt x="9114352" y="1122869"/>
                  </a:lnTo>
                  <a:lnTo>
                    <a:pt x="9084767" y="1119700"/>
                  </a:lnTo>
                  <a:lnTo>
                    <a:pt x="9028945" y="1112969"/>
                  </a:lnTo>
                  <a:lnTo>
                    <a:pt x="8974952" y="1105505"/>
                  </a:lnTo>
                  <a:lnTo>
                    <a:pt x="8922047" y="1097299"/>
                  </a:lnTo>
                  <a:lnTo>
                    <a:pt x="8869707" y="1088372"/>
                  </a:lnTo>
                  <a:lnTo>
                    <a:pt x="8817576" y="1078777"/>
                  </a:lnTo>
                  <a:lnTo>
                    <a:pt x="8765442" y="1068601"/>
                  </a:lnTo>
                  <a:lnTo>
                    <a:pt x="8713208" y="1057964"/>
                  </a:lnTo>
                  <a:lnTo>
                    <a:pt x="8660864" y="1047015"/>
                  </a:lnTo>
                  <a:lnTo>
                    <a:pt x="8608459" y="1035921"/>
                  </a:lnTo>
                  <a:lnTo>
                    <a:pt x="8556068" y="1024860"/>
                  </a:lnTo>
                  <a:lnTo>
                    <a:pt x="8503761" y="1014008"/>
                  </a:lnTo>
                  <a:lnTo>
                    <a:pt x="8451570" y="1003525"/>
                  </a:lnTo>
                  <a:lnTo>
                    <a:pt x="8399454" y="993551"/>
                  </a:lnTo>
                  <a:lnTo>
                    <a:pt x="8347277" y="984194"/>
                  </a:lnTo>
                  <a:lnTo>
                    <a:pt x="8294778" y="975528"/>
                  </a:lnTo>
                  <a:lnTo>
                    <a:pt x="8241544" y="967595"/>
                  </a:lnTo>
                  <a:lnTo>
                    <a:pt x="8186975" y="960404"/>
                  </a:lnTo>
                  <a:lnTo>
                    <a:pt x="8151487" y="956240"/>
                  </a:lnTo>
                  <a:lnTo>
                    <a:pt x="8103948" y="951281"/>
                  </a:lnTo>
                  <a:lnTo>
                    <a:pt x="8053891" y="946793"/>
                  </a:lnTo>
                  <a:lnTo>
                    <a:pt x="8000553" y="942757"/>
                  </a:lnTo>
                  <a:lnTo>
                    <a:pt x="7943100" y="939134"/>
                  </a:lnTo>
                  <a:lnTo>
                    <a:pt x="7880680" y="935881"/>
                  </a:lnTo>
                  <a:lnTo>
                    <a:pt x="7812481" y="932955"/>
                  </a:lnTo>
                  <a:lnTo>
                    <a:pt x="7737809" y="930317"/>
                  </a:lnTo>
                  <a:lnTo>
                    <a:pt x="7656194" y="927934"/>
                  </a:lnTo>
                  <a:lnTo>
                    <a:pt x="7567535" y="925782"/>
                  </a:lnTo>
                  <a:lnTo>
                    <a:pt x="7472268" y="923844"/>
                  </a:lnTo>
                  <a:lnTo>
                    <a:pt x="7371567" y="922109"/>
                  </a:lnTo>
                  <a:lnTo>
                    <a:pt x="7267506" y="920575"/>
                  </a:lnTo>
                  <a:lnTo>
                    <a:pt x="7163132" y="919246"/>
                  </a:lnTo>
                  <a:lnTo>
                    <a:pt x="7062350" y="918125"/>
                  </a:lnTo>
                  <a:lnTo>
                    <a:pt x="6969567" y="917216"/>
                  </a:lnTo>
                  <a:lnTo>
                    <a:pt x="6889068" y="916515"/>
                  </a:lnTo>
                  <a:lnTo>
                    <a:pt x="6824252" y="916011"/>
                  </a:lnTo>
                  <a:lnTo>
                    <a:pt x="6776917" y="915680"/>
                  </a:lnTo>
                  <a:lnTo>
                    <a:pt x="6746799" y="915490"/>
                  </a:lnTo>
                  <a:lnTo>
                    <a:pt x="6731493" y="915402"/>
                  </a:lnTo>
                  <a:lnTo>
                    <a:pt x="6726655" y="915377"/>
                  </a:lnTo>
                  <a:lnTo>
                    <a:pt x="6726343" y="915375"/>
                  </a:lnTo>
                  <a:lnTo>
                    <a:pt x="5254955" y="915375"/>
                  </a:lnTo>
                  <a:lnTo>
                    <a:pt x="5253728" y="915353"/>
                  </a:lnTo>
                  <a:lnTo>
                    <a:pt x="5245672" y="915190"/>
                  </a:lnTo>
                  <a:lnTo>
                    <a:pt x="5225412" y="914741"/>
                  </a:lnTo>
                  <a:lnTo>
                    <a:pt x="5189308" y="913858"/>
                  </a:lnTo>
                  <a:lnTo>
                    <a:pt x="5135731" y="912405"/>
                  </a:lnTo>
                  <a:lnTo>
                    <a:pt x="5065188" y="910274"/>
                  </a:lnTo>
                  <a:lnTo>
                    <a:pt x="4980099" y="907394"/>
                  </a:lnTo>
                  <a:lnTo>
                    <a:pt x="4884239" y="903731"/>
                  </a:lnTo>
                  <a:lnTo>
                    <a:pt x="4781984" y="899284"/>
                  </a:lnTo>
                  <a:lnTo>
                    <a:pt x="4677590" y="894068"/>
                  </a:lnTo>
                  <a:lnTo>
                    <a:pt x="4574664" y="888099"/>
                  </a:lnTo>
                  <a:lnTo>
                    <a:pt x="4475897" y="881382"/>
                  </a:lnTo>
                  <a:lnTo>
                    <a:pt x="4383027" y="873899"/>
                  </a:lnTo>
                  <a:lnTo>
                    <a:pt x="4296948" y="865605"/>
                  </a:lnTo>
                  <a:lnTo>
                    <a:pt x="4217895" y="856428"/>
                  </a:lnTo>
                  <a:lnTo>
                    <a:pt x="4145624" y="846265"/>
                  </a:lnTo>
                  <a:lnTo>
                    <a:pt x="4079584" y="834986"/>
                  </a:lnTo>
                  <a:lnTo>
                    <a:pt x="4019036" y="822443"/>
                  </a:lnTo>
                  <a:lnTo>
                    <a:pt x="3963156" y="808472"/>
                  </a:lnTo>
                  <a:lnTo>
                    <a:pt x="3911097" y="792918"/>
                  </a:lnTo>
                  <a:lnTo>
                    <a:pt x="3862049" y="775655"/>
                  </a:lnTo>
                  <a:lnTo>
                    <a:pt x="3829811" y="762813"/>
                  </a:lnTo>
                  <a:lnTo>
                    <a:pt x="3778278" y="739746"/>
                  </a:lnTo>
                  <a:lnTo>
                    <a:pt x="3728354" y="714359"/>
                  </a:lnTo>
                  <a:lnTo>
                    <a:pt x="3679438" y="686617"/>
                  </a:lnTo>
                  <a:lnTo>
                    <a:pt x="3631089" y="656561"/>
                  </a:lnTo>
                  <a:lnTo>
                    <a:pt x="3582997" y="624319"/>
                  </a:lnTo>
                  <a:lnTo>
                    <a:pt x="3534960" y="590113"/>
                  </a:lnTo>
                  <a:lnTo>
                    <a:pt x="3486864" y="554253"/>
                  </a:lnTo>
                  <a:lnTo>
                    <a:pt x="3438670" y="517134"/>
                  </a:lnTo>
                  <a:lnTo>
                    <a:pt x="3390394" y="479217"/>
                  </a:lnTo>
                  <a:lnTo>
                    <a:pt x="3342083" y="441005"/>
                  </a:lnTo>
                  <a:lnTo>
                    <a:pt x="3293799" y="403022"/>
                  </a:lnTo>
                  <a:lnTo>
                    <a:pt x="3245593" y="365775"/>
                  </a:lnTo>
                  <a:lnTo>
                    <a:pt x="3197486" y="329732"/>
                  </a:lnTo>
                  <a:lnTo>
                    <a:pt x="3149445" y="295296"/>
                  </a:lnTo>
                  <a:lnTo>
                    <a:pt x="3101370" y="262791"/>
                  </a:lnTo>
                  <a:lnTo>
                    <a:pt x="3053068" y="232448"/>
                  </a:lnTo>
                  <a:lnTo>
                    <a:pt x="3004246" y="204408"/>
                  </a:lnTo>
                  <a:lnTo>
                    <a:pt x="2954479" y="178722"/>
                  </a:lnTo>
                  <a:lnTo>
                    <a:pt x="2903190" y="155366"/>
                  </a:lnTo>
                  <a:lnTo>
                    <a:pt x="2896531" y="152562"/>
                  </a:lnTo>
                  <a:lnTo>
                    <a:pt x="2849120" y="134092"/>
                  </a:lnTo>
                  <a:lnTo>
                    <a:pt x="2799207" y="117377"/>
                  </a:lnTo>
                  <a:lnTo>
                    <a:pt x="2746035" y="102338"/>
                  </a:lnTo>
                  <a:lnTo>
                    <a:pt x="2688776" y="88835"/>
                  </a:lnTo>
                  <a:lnTo>
                    <a:pt x="2626584" y="76707"/>
                  </a:lnTo>
                  <a:lnTo>
                    <a:pt x="2558654" y="65795"/>
                  </a:lnTo>
                  <a:lnTo>
                    <a:pt x="2484295" y="55955"/>
                  </a:lnTo>
                  <a:lnTo>
                    <a:pt x="2403036" y="47066"/>
                  </a:lnTo>
                  <a:lnTo>
                    <a:pt x="2314765" y="39034"/>
                  </a:lnTo>
                  <a:lnTo>
                    <a:pt x="2219904" y="31795"/>
                  </a:lnTo>
                  <a:lnTo>
                    <a:pt x="2119595" y="25314"/>
                  </a:lnTo>
                  <a:lnTo>
                    <a:pt x="2015870" y="19581"/>
                  </a:lnTo>
                  <a:lnTo>
                    <a:pt x="1911723" y="14606"/>
                  </a:lnTo>
                  <a:lnTo>
                    <a:pt x="1811005" y="10405"/>
                  </a:lnTo>
                  <a:lnTo>
                    <a:pt x="1718078" y="6990"/>
                  </a:lnTo>
                  <a:lnTo>
                    <a:pt x="1637214" y="4351"/>
                  </a:lnTo>
                  <a:lnTo>
                    <a:pt x="1571837" y="2443"/>
                  </a:lnTo>
                  <a:lnTo>
                    <a:pt x="1523810" y="1183"/>
                  </a:lnTo>
                  <a:lnTo>
                    <a:pt x="1492973" y="452"/>
                  </a:lnTo>
                  <a:lnTo>
                    <a:pt x="1477038" y="110"/>
                  </a:lnTo>
                  <a:lnTo>
                    <a:pt x="1471789" y="7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68" name="pg1268"/>
            <p:cNvSpPr/>
            <p:nvPr/>
          </p:nvSpPr>
          <p:spPr>
            <a:xfrm>
              <a:off x="4799595" y="7219171"/>
              <a:ext cx="11981298" cy="2934106"/>
            </a:xfrm>
            <a:custGeom>
              <a:avLst/>
              <a:pathLst>
                <a:path w="11981298" h="2934106">
                  <a:moveTo>
                    <a:pt x="0" y="1413928"/>
                  </a:moveTo>
                  <a:lnTo>
                    <a:pt x="1471387" y="1413928"/>
                  </a:lnTo>
                  <a:lnTo>
                    <a:pt x="1472597" y="1413965"/>
                  </a:lnTo>
                  <a:lnTo>
                    <a:pt x="1480539" y="1414231"/>
                  </a:lnTo>
                  <a:lnTo>
                    <a:pt x="1500523" y="1414965"/>
                  </a:lnTo>
                  <a:lnTo>
                    <a:pt x="1536157" y="1416411"/>
                  </a:lnTo>
                  <a:lnTo>
                    <a:pt x="1589083" y="1418789"/>
                  </a:lnTo>
                  <a:lnTo>
                    <a:pt x="1658848" y="1422278"/>
                  </a:lnTo>
                  <a:lnTo>
                    <a:pt x="1743110" y="1426997"/>
                  </a:lnTo>
                  <a:lnTo>
                    <a:pt x="1838181" y="1433002"/>
                  </a:lnTo>
                  <a:lnTo>
                    <a:pt x="1939757" y="1440297"/>
                  </a:lnTo>
                  <a:lnTo>
                    <a:pt x="2043625" y="1448858"/>
                  </a:lnTo>
                  <a:lnTo>
                    <a:pt x="2146196" y="1458658"/>
                  </a:lnTo>
                  <a:lnTo>
                    <a:pt x="2244767" y="1469688"/>
                  </a:lnTo>
                  <a:lnTo>
                    <a:pt x="2337575" y="1481975"/>
                  </a:lnTo>
                  <a:lnTo>
                    <a:pt x="2423692" y="1495588"/>
                  </a:lnTo>
                  <a:lnTo>
                    <a:pt x="2502852" y="1510645"/>
                  </a:lnTo>
                  <a:lnTo>
                    <a:pt x="2575265" y="1527309"/>
                  </a:lnTo>
                  <a:lnTo>
                    <a:pt x="2641458" y="1545789"/>
                  </a:lnTo>
                  <a:lnTo>
                    <a:pt x="2702146" y="1566327"/>
                  </a:lnTo>
                  <a:lnTo>
                    <a:pt x="2758139" y="1589188"/>
                  </a:lnTo>
                  <a:lnTo>
                    <a:pt x="2810270" y="1614630"/>
                  </a:lnTo>
                  <a:lnTo>
                    <a:pt x="2859344" y="1642868"/>
                  </a:lnTo>
                  <a:lnTo>
                    <a:pt x="2896531" y="1667291"/>
                  </a:lnTo>
                  <a:lnTo>
                    <a:pt x="2942977" y="1701582"/>
                  </a:lnTo>
                  <a:lnTo>
                    <a:pt x="2988066" y="1738983"/>
                  </a:lnTo>
                  <a:lnTo>
                    <a:pt x="3032256" y="1779551"/>
                  </a:lnTo>
                  <a:lnTo>
                    <a:pt x="3075892" y="1823259"/>
                  </a:lnTo>
                  <a:lnTo>
                    <a:pt x="3119233" y="1869990"/>
                  </a:lnTo>
                  <a:lnTo>
                    <a:pt x="3162458" y="1919528"/>
                  </a:lnTo>
                  <a:lnTo>
                    <a:pt x="3205685" y="1971557"/>
                  </a:lnTo>
                  <a:lnTo>
                    <a:pt x="3248975" y="2025663"/>
                  </a:lnTo>
                  <a:lnTo>
                    <a:pt x="3292345" y="2081348"/>
                  </a:lnTo>
                  <a:lnTo>
                    <a:pt x="3335780" y="2138043"/>
                  </a:lnTo>
                  <a:lnTo>
                    <a:pt x="3379244" y="2195135"/>
                  </a:lnTo>
                  <a:lnTo>
                    <a:pt x="3422690" y="2251994"/>
                  </a:lnTo>
                  <a:lnTo>
                    <a:pt x="3466080" y="2307999"/>
                  </a:lnTo>
                  <a:lnTo>
                    <a:pt x="3509390" y="2362567"/>
                  </a:lnTo>
                  <a:lnTo>
                    <a:pt x="3552630" y="2415181"/>
                  </a:lnTo>
                  <a:lnTo>
                    <a:pt x="3595847" y="2465402"/>
                  </a:lnTo>
                  <a:lnTo>
                    <a:pt x="3639143" y="2512889"/>
                  </a:lnTo>
                  <a:lnTo>
                    <a:pt x="3682681" y="2557400"/>
                  </a:lnTo>
                  <a:lnTo>
                    <a:pt x="3726697" y="2598791"/>
                  </a:lnTo>
                  <a:lnTo>
                    <a:pt x="3771512" y="2637015"/>
                  </a:lnTo>
                  <a:lnTo>
                    <a:pt x="3817554" y="2672106"/>
                  </a:lnTo>
                  <a:lnTo>
                    <a:pt x="3829811" y="2680743"/>
                  </a:lnTo>
                  <a:lnTo>
                    <a:pt x="3876983" y="2711272"/>
                  </a:lnTo>
                  <a:lnTo>
                    <a:pt x="3926629" y="2738916"/>
                  </a:lnTo>
                  <a:lnTo>
                    <a:pt x="3979495" y="2763802"/>
                  </a:lnTo>
                  <a:lnTo>
                    <a:pt x="4036395" y="2786158"/>
                  </a:lnTo>
                  <a:lnTo>
                    <a:pt x="4098163" y="2806247"/>
                  </a:lnTo>
                  <a:lnTo>
                    <a:pt x="4165594" y="2824330"/>
                  </a:lnTo>
                  <a:lnTo>
                    <a:pt x="4239374" y="2840645"/>
                  </a:lnTo>
                  <a:lnTo>
                    <a:pt x="4319976" y="2855390"/>
                  </a:lnTo>
                  <a:lnTo>
                    <a:pt x="4407525" y="2868719"/>
                  </a:lnTo>
                  <a:lnTo>
                    <a:pt x="4501633" y="2880741"/>
                  </a:lnTo>
                  <a:lnTo>
                    <a:pt x="4601210" y="2891514"/>
                  </a:lnTo>
                  <a:lnTo>
                    <a:pt x="4704304" y="2901059"/>
                  </a:lnTo>
                  <a:lnTo>
                    <a:pt x="4808018" y="2909359"/>
                  </a:lnTo>
                  <a:lnTo>
                    <a:pt x="4908601" y="2916387"/>
                  </a:lnTo>
                  <a:lnTo>
                    <a:pt x="5001771" y="2922122"/>
                  </a:lnTo>
                  <a:lnTo>
                    <a:pt x="5083289" y="2926580"/>
                  </a:lnTo>
                  <a:lnTo>
                    <a:pt x="5149690" y="2929826"/>
                  </a:lnTo>
                  <a:lnTo>
                    <a:pt x="5198991" y="2931994"/>
                  </a:lnTo>
                  <a:lnTo>
                    <a:pt x="5231169" y="2933272"/>
                  </a:lnTo>
                  <a:lnTo>
                    <a:pt x="5248292" y="2933889"/>
                  </a:lnTo>
                  <a:lnTo>
                    <a:pt x="5254347" y="2934087"/>
                  </a:lnTo>
                  <a:lnTo>
                    <a:pt x="5254955" y="2934106"/>
                  </a:lnTo>
                  <a:lnTo>
                    <a:pt x="6726343" y="2934106"/>
                  </a:lnTo>
                  <a:lnTo>
                    <a:pt x="6727484" y="2934038"/>
                  </a:lnTo>
                  <a:lnTo>
                    <a:pt x="6734983" y="2933557"/>
                  </a:lnTo>
                  <a:lnTo>
                    <a:pt x="6753888" y="2932227"/>
                  </a:lnTo>
                  <a:lnTo>
                    <a:pt x="6787685" y="2929607"/>
                  </a:lnTo>
                  <a:lnTo>
                    <a:pt x="6838053" y="2925292"/>
                  </a:lnTo>
                  <a:lnTo>
                    <a:pt x="6904739" y="2918949"/>
                  </a:lnTo>
                  <a:lnTo>
                    <a:pt x="6985707" y="2910350"/>
                  </a:lnTo>
                  <a:lnTo>
                    <a:pt x="7077605" y="2899381"/>
                  </a:lnTo>
                  <a:lnTo>
                    <a:pt x="7176416" y="2886023"/>
                  </a:lnTo>
                  <a:lnTo>
                    <a:pt x="7278115" y="2870313"/>
                  </a:lnTo>
                  <a:lnTo>
                    <a:pt x="7379180" y="2852303"/>
                  </a:lnTo>
                  <a:lnTo>
                    <a:pt x="7476883" y="2832019"/>
                  </a:lnTo>
                  <a:lnTo>
                    <a:pt x="7569370" y="2809429"/>
                  </a:lnTo>
                  <a:lnTo>
                    <a:pt x="7655584" y="2784427"/>
                  </a:lnTo>
                  <a:lnTo>
                    <a:pt x="7735129" y="2756825"/>
                  </a:lnTo>
                  <a:lnTo>
                    <a:pt x="7808091" y="2726347"/>
                  </a:lnTo>
                  <a:lnTo>
                    <a:pt x="7874891" y="2692641"/>
                  </a:lnTo>
                  <a:lnTo>
                    <a:pt x="7936156" y="2655285"/>
                  </a:lnTo>
                  <a:lnTo>
                    <a:pt x="7992628" y="2613808"/>
                  </a:lnTo>
                  <a:lnTo>
                    <a:pt x="8045089" y="2567731"/>
                  </a:lnTo>
                  <a:lnTo>
                    <a:pt x="8094314" y="2516621"/>
                  </a:lnTo>
                  <a:lnTo>
                    <a:pt x="8141023" y="2460198"/>
                  </a:lnTo>
                  <a:lnTo>
                    <a:pt x="8151487" y="2446450"/>
                  </a:lnTo>
                  <a:lnTo>
                    <a:pt x="8188686" y="2394245"/>
                  </a:lnTo>
                  <a:lnTo>
                    <a:pt x="8224955" y="2338247"/>
                  </a:lnTo>
                  <a:lnTo>
                    <a:pt x="8260545" y="2278380"/>
                  </a:lnTo>
                  <a:lnTo>
                    <a:pt x="8295658" y="2214627"/>
                  </a:lnTo>
                  <a:lnTo>
                    <a:pt x="8330457" y="2147038"/>
                  </a:lnTo>
                  <a:lnTo>
                    <a:pt x="8365067" y="2075736"/>
                  </a:lnTo>
                  <a:lnTo>
                    <a:pt x="8399584" y="2000921"/>
                  </a:lnTo>
                  <a:lnTo>
                    <a:pt x="8434078" y="1922875"/>
                  </a:lnTo>
                  <a:lnTo>
                    <a:pt x="8468592" y="1841952"/>
                  </a:lnTo>
                  <a:lnTo>
                    <a:pt x="8503151" y="1758584"/>
                  </a:lnTo>
                  <a:lnTo>
                    <a:pt x="8537762" y="1673266"/>
                  </a:lnTo>
                  <a:lnTo>
                    <a:pt x="8572418" y="1586547"/>
                  </a:lnTo>
                  <a:lnTo>
                    <a:pt x="8607104" y="1499019"/>
                  </a:lnTo>
                  <a:lnTo>
                    <a:pt x="8641797" y="1411294"/>
                  </a:lnTo>
                  <a:lnTo>
                    <a:pt x="8676474" y="1323991"/>
                  </a:lnTo>
                  <a:lnTo>
                    <a:pt x="8711115" y="1237716"/>
                  </a:lnTo>
                  <a:lnTo>
                    <a:pt x="8745707" y="1153048"/>
                  </a:lnTo>
                  <a:lnTo>
                    <a:pt x="8780248" y="1070517"/>
                  </a:lnTo>
                  <a:lnTo>
                    <a:pt x="8814751" y="990597"/>
                  </a:lnTo>
                  <a:lnTo>
                    <a:pt x="8849247" y="913691"/>
                  </a:lnTo>
                  <a:lnTo>
                    <a:pt x="8883789" y="840129"/>
                  </a:lnTo>
                  <a:lnTo>
                    <a:pt x="8918455" y="770162"/>
                  </a:lnTo>
                  <a:lnTo>
                    <a:pt x="8953352" y="703960"/>
                  </a:lnTo>
                  <a:lnTo>
                    <a:pt x="8988618" y="641622"/>
                  </a:lnTo>
                  <a:lnTo>
                    <a:pt x="9024430" y="583171"/>
                  </a:lnTo>
                  <a:lnTo>
                    <a:pt x="9061006" y="528567"/>
                  </a:lnTo>
                  <a:lnTo>
                    <a:pt x="9084767" y="495828"/>
                  </a:lnTo>
                  <a:lnTo>
                    <a:pt x="9130987" y="438171"/>
                  </a:lnTo>
                  <a:lnTo>
                    <a:pt x="9179572" y="385855"/>
                  </a:lnTo>
                  <a:lnTo>
                    <a:pt x="9231221" y="338653"/>
                  </a:lnTo>
                  <a:lnTo>
                    <a:pt x="9286700" y="296159"/>
                  </a:lnTo>
                  <a:lnTo>
                    <a:pt x="9346793" y="257897"/>
                  </a:lnTo>
                  <a:lnTo>
                    <a:pt x="9412258" y="223390"/>
                  </a:lnTo>
                  <a:lnTo>
                    <a:pt x="9483755" y="192204"/>
                  </a:lnTo>
                  <a:lnTo>
                    <a:pt x="9561762" y="163967"/>
                  </a:lnTo>
                  <a:lnTo>
                    <a:pt x="9646456" y="138386"/>
                  </a:lnTo>
                  <a:lnTo>
                    <a:pt x="9737566" y="115253"/>
                  </a:lnTo>
                  <a:lnTo>
                    <a:pt x="9834202" y="94443"/>
                  </a:lnTo>
                  <a:lnTo>
                    <a:pt x="9934703" y="75909"/>
                  </a:lnTo>
                  <a:lnTo>
                    <a:pt x="10036542" y="59665"/>
                  </a:lnTo>
                  <a:lnTo>
                    <a:pt x="10136362" y="45761"/>
                  </a:lnTo>
                  <a:lnTo>
                    <a:pt x="10230218" y="34241"/>
                  </a:lnTo>
                  <a:lnTo>
                    <a:pt x="10314035" y="25103"/>
                  </a:lnTo>
                  <a:lnTo>
                    <a:pt x="10384246" y="18257"/>
                  </a:lnTo>
                  <a:lnTo>
                    <a:pt x="10438463" y="13501"/>
                  </a:lnTo>
                  <a:lnTo>
                    <a:pt x="10475996" y="10525"/>
                  </a:lnTo>
                  <a:lnTo>
                    <a:pt x="10498082" y="8936"/>
                  </a:lnTo>
                  <a:lnTo>
                    <a:pt x="10507813" y="8299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8770" y="67"/>
                  </a:lnTo>
                  <a:lnTo>
                    <a:pt x="10501270" y="548"/>
                  </a:lnTo>
                  <a:lnTo>
                    <a:pt x="10482365" y="1879"/>
                  </a:lnTo>
                  <a:lnTo>
                    <a:pt x="10448568" y="4498"/>
                  </a:lnTo>
                  <a:lnTo>
                    <a:pt x="10398200" y="8813"/>
                  </a:lnTo>
                  <a:lnTo>
                    <a:pt x="10331514" y="15157"/>
                  </a:lnTo>
                  <a:lnTo>
                    <a:pt x="10250546" y="23755"/>
                  </a:lnTo>
                  <a:lnTo>
                    <a:pt x="10158648" y="34724"/>
                  </a:lnTo>
                  <a:lnTo>
                    <a:pt x="10059837" y="48082"/>
                  </a:lnTo>
                  <a:lnTo>
                    <a:pt x="9958139" y="63792"/>
                  </a:lnTo>
                  <a:lnTo>
                    <a:pt x="9857074" y="81802"/>
                  </a:lnTo>
                  <a:lnTo>
                    <a:pt x="9759370" y="102087"/>
                  </a:lnTo>
                  <a:lnTo>
                    <a:pt x="9666884" y="124677"/>
                  </a:lnTo>
                  <a:lnTo>
                    <a:pt x="9580669" y="149678"/>
                  </a:lnTo>
                  <a:lnTo>
                    <a:pt x="9501124" y="177281"/>
                  </a:lnTo>
                  <a:lnTo>
                    <a:pt x="9428162" y="207758"/>
                  </a:lnTo>
                  <a:lnTo>
                    <a:pt x="9361362" y="241464"/>
                  </a:lnTo>
                  <a:lnTo>
                    <a:pt x="9300097" y="278820"/>
                  </a:lnTo>
                  <a:lnTo>
                    <a:pt x="9243625" y="320297"/>
                  </a:lnTo>
                  <a:lnTo>
                    <a:pt x="9191164" y="366375"/>
                  </a:lnTo>
                  <a:lnTo>
                    <a:pt x="9141939" y="417485"/>
                  </a:lnTo>
                  <a:lnTo>
                    <a:pt x="9095231" y="473907"/>
                  </a:lnTo>
                  <a:lnTo>
                    <a:pt x="9084767" y="487655"/>
                  </a:lnTo>
                  <a:lnTo>
                    <a:pt x="9047567" y="539860"/>
                  </a:lnTo>
                  <a:lnTo>
                    <a:pt x="9011298" y="595858"/>
                  </a:lnTo>
                  <a:lnTo>
                    <a:pt x="8975708" y="655725"/>
                  </a:lnTo>
                  <a:lnTo>
                    <a:pt x="8940595" y="719478"/>
                  </a:lnTo>
                  <a:lnTo>
                    <a:pt x="8905796" y="787068"/>
                  </a:lnTo>
                  <a:lnTo>
                    <a:pt x="8871186" y="858370"/>
                  </a:lnTo>
                  <a:lnTo>
                    <a:pt x="8836669" y="933184"/>
                  </a:lnTo>
                  <a:lnTo>
                    <a:pt x="8802175" y="1011231"/>
                  </a:lnTo>
                  <a:lnTo>
                    <a:pt x="8767661" y="1092154"/>
                  </a:lnTo>
                  <a:lnTo>
                    <a:pt x="8733102" y="1175522"/>
                  </a:lnTo>
                  <a:lnTo>
                    <a:pt x="8698491" y="1260840"/>
                  </a:lnTo>
                  <a:lnTo>
                    <a:pt x="8663835" y="1347558"/>
                  </a:lnTo>
                  <a:lnTo>
                    <a:pt x="8629149" y="1435086"/>
                  </a:lnTo>
                  <a:lnTo>
                    <a:pt x="8594457" y="1522812"/>
                  </a:lnTo>
                  <a:lnTo>
                    <a:pt x="8559779" y="1610115"/>
                  </a:lnTo>
                  <a:lnTo>
                    <a:pt x="8525138" y="1696389"/>
                  </a:lnTo>
                  <a:lnTo>
                    <a:pt x="8490546" y="1781057"/>
                  </a:lnTo>
                  <a:lnTo>
                    <a:pt x="8456005" y="1863588"/>
                  </a:lnTo>
                  <a:lnTo>
                    <a:pt x="8421502" y="1943509"/>
                  </a:lnTo>
                  <a:lnTo>
                    <a:pt x="8387006" y="2020414"/>
                  </a:lnTo>
                  <a:lnTo>
                    <a:pt x="8352464" y="2093976"/>
                  </a:lnTo>
                  <a:lnTo>
                    <a:pt x="8317798" y="2163944"/>
                  </a:lnTo>
                  <a:lnTo>
                    <a:pt x="8282901" y="2230145"/>
                  </a:lnTo>
                  <a:lnTo>
                    <a:pt x="8247635" y="2292484"/>
                  </a:lnTo>
                  <a:lnTo>
                    <a:pt x="8211823" y="2350935"/>
                  </a:lnTo>
                  <a:lnTo>
                    <a:pt x="8175247" y="2405538"/>
                  </a:lnTo>
                  <a:lnTo>
                    <a:pt x="8151487" y="2438277"/>
                  </a:lnTo>
                  <a:lnTo>
                    <a:pt x="8105266" y="2495935"/>
                  </a:lnTo>
                  <a:lnTo>
                    <a:pt x="8056681" y="2548251"/>
                  </a:lnTo>
                  <a:lnTo>
                    <a:pt x="8005032" y="2595452"/>
                  </a:lnTo>
                  <a:lnTo>
                    <a:pt x="7949553" y="2637946"/>
                  </a:lnTo>
                  <a:lnTo>
                    <a:pt x="7889460" y="2676208"/>
                  </a:lnTo>
                  <a:lnTo>
                    <a:pt x="7823995" y="2710715"/>
                  </a:lnTo>
                  <a:lnTo>
                    <a:pt x="7752498" y="2741902"/>
                  </a:lnTo>
                  <a:lnTo>
                    <a:pt x="7674491" y="2770139"/>
                  </a:lnTo>
                  <a:lnTo>
                    <a:pt x="7589797" y="2795719"/>
                  </a:lnTo>
                  <a:lnTo>
                    <a:pt x="7498687" y="2818852"/>
                  </a:lnTo>
                  <a:lnTo>
                    <a:pt x="7402052" y="2839662"/>
                  </a:lnTo>
                  <a:lnTo>
                    <a:pt x="7301550" y="2858196"/>
                  </a:lnTo>
                  <a:lnTo>
                    <a:pt x="7199712" y="2874440"/>
                  </a:lnTo>
                  <a:lnTo>
                    <a:pt x="7099891" y="2888344"/>
                  </a:lnTo>
                  <a:lnTo>
                    <a:pt x="7006035" y="2899864"/>
                  </a:lnTo>
                  <a:lnTo>
                    <a:pt x="6922218" y="2909002"/>
                  </a:lnTo>
                  <a:lnTo>
                    <a:pt x="6852007" y="2915849"/>
                  </a:lnTo>
                  <a:lnTo>
                    <a:pt x="6797790" y="2920605"/>
                  </a:lnTo>
                  <a:lnTo>
                    <a:pt x="6760257" y="2923580"/>
                  </a:lnTo>
                  <a:lnTo>
                    <a:pt x="6738171" y="2925169"/>
                  </a:lnTo>
                  <a:lnTo>
                    <a:pt x="6728440" y="2925807"/>
                  </a:lnTo>
                  <a:lnTo>
                    <a:pt x="6726343" y="2925933"/>
                  </a:lnTo>
                  <a:lnTo>
                    <a:pt x="5254955" y="2925933"/>
                  </a:lnTo>
                  <a:lnTo>
                    <a:pt x="5253745" y="2925896"/>
                  </a:lnTo>
                  <a:lnTo>
                    <a:pt x="5245803" y="2925630"/>
                  </a:lnTo>
                  <a:lnTo>
                    <a:pt x="5225820" y="2924896"/>
                  </a:lnTo>
                  <a:lnTo>
                    <a:pt x="5190185" y="2923451"/>
                  </a:lnTo>
                  <a:lnTo>
                    <a:pt x="5137259" y="2921072"/>
                  </a:lnTo>
                  <a:lnTo>
                    <a:pt x="5067494" y="2917583"/>
                  </a:lnTo>
                  <a:lnTo>
                    <a:pt x="4983232" y="2912864"/>
                  </a:lnTo>
                  <a:lnTo>
                    <a:pt x="4888161" y="2906859"/>
                  </a:lnTo>
                  <a:lnTo>
                    <a:pt x="4786585" y="2899564"/>
                  </a:lnTo>
                  <a:lnTo>
                    <a:pt x="4682717" y="2891004"/>
                  </a:lnTo>
                  <a:lnTo>
                    <a:pt x="4580146" y="2881204"/>
                  </a:lnTo>
                  <a:lnTo>
                    <a:pt x="4481576" y="2870173"/>
                  </a:lnTo>
                  <a:lnTo>
                    <a:pt x="4388767" y="2857886"/>
                  </a:lnTo>
                  <a:lnTo>
                    <a:pt x="4302650" y="2844273"/>
                  </a:lnTo>
                  <a:lnTo>
                    <a:pt x="4223490" y="2829216"/>
                  </a:lnTo>
                  <a:lnTo>
                    <a:pt x="4151077" y="2812552"/>
                  </a:lnTo>
                  <a:lnTo>
                    <a:pt x="4084884" y="2794072"/>
                  </a:lnTo>
                  <a:lnTo>
                    <a:pt x="4024196" y="2773534"/>
                  </a:lnTo>
                  <a:lnTo>
                    <a:pt x="3968203" y="2750673"/>
                  </a:lnTo>
                  <a:lnTo>
                    <a:pt x="3916072" y="2725231"/>
                  </a:lnTo>
                  <a:lnTo>
                    <a:pt x="3866998" y="2696993"/>
                  </a:lnTo>
                  <a:lnTo>
                    <a:pt x="3829811" y="2672570"/>
                  </a:lnTo>
                  <a:lnTo>
                    <a:pt x="3783365" y="2638279"/>
                  </a:lnTo>
                  <a:lnTo>
                    <a:pt x="3738276" y="2600878"/>
                  </a:lnTo>
                  <a:lnTo>
                    <a:pt x="3694086" y="2560310"/>
                  </a:lnTo>
                  <a:lnTo>
                    <a:pt x="3650450" y="2516602"/>
                  </a:lnTo>
                  <a:lnTo>
                    <a:pt x="3607110" y="2469871"/>
                  </a:lnTo>
                  <a:lnTo>
                    <a:pt x="3563884" y="2420333"/>
                  </a:lnTo>
                  <a:lnTo>
                    <a:pt x="3520657" y="2368304"/>
                  </a:lnTo>
                  <a:lnTo>
                    <a:pt x="3477367" y="2314198"/>
                  </a:lnTo>
                  <a:lnTo>
                    <a:pt x="3433997" y="2258513"/>
                  </a:lnTo>
                  <a:lnTo>
                    <a:pt x="3390562" y="2201818"/>
                  </a:lnTo>
                  <a:lnTo>
                    <a:pt x="3347099" y="2144726"/>
                  </a:lnTo>
                  <a:lnTo>
                    <a:pt x="3303652" y="2087867"/>
                  </a:lnTo>
                  <a:lnTo>
                    <a:pt x="3260262" y="2031862"/>
                  </a:lnTo>
                  <a:lnTo>
                    <a:pt x="3216952" y="1977294"/>
                  </a:lnTo>
                  <a:lnTo>
                    <a:pt x="3173712" y="1924680"/>
                  </a:lnTo>
                  <a:lnTo>
                    <a:pt x="3130495" y="1874459"/>
                  </a:lnTo>
                  <a:lnTo>
                    <a:pt x="3087199" y="1826972"/>
                  </a:lnTo>
                  <a:lnTo>
                    <a:pt x="3043661" y="1782461"/>
                  </a:lnTo>
                  <a:lnTo>
                    <a:pt x="2999646" y="1741070"/>
                  </a:lnTo>
                  <a:lnTo>
                    <a:pt x="2954830" y="1702846"/>
                  </a:lnTo>
                  <a:lnTo>
                    <a:pt x="2908788" y="1667755"/>
                  </a:lnTo>
                  <a:lnTo>
                    <a:pt x="2896531" y="1659118"/>
                  </a:lnTo>
                  <a:lnTo>
                    <a:pt x="2849359" y="1628589"/>
                  </a:lnTo>
                  <a:lnTo>
                    <a:pt x="2799713" y="1600945"/>
                  </a:lnTo>
                  <a:lnTo>
                    <a:pt x="2746847" y="1576059"/>
                  </a:lnTo>
                  <a:lnTo>
                    <a:pt x="2689947" y="1553703"/>
                  </a:lnTo>
                  <a:lnTo>
                    <a:pt x="2628179" y="1533614"/>
                  </a:lnTo>
                  <a:lnTo>
                    <a:pt x="2560748" y="1515531"/>
                  </a:lnTo>
                  <a:lnTo>
                    <a:pt x="2486968" y="1499216"/>
                  </a:lnTo>
                  <a:lnTo>
                    <a:pt x="2406366" y="1484472"/>
                  </a:lnTo>
                  <a:lnTo>
                    <a:pt x="2318817" y="1471142"/>
                  </a:lnTo>
                  <a:lnTo>
                    <a:pt x="2224709" y="1459121"/>
                  </a:lnTo>
                  <a:lnTo>
                    <a:pt x="2125132" y="1448347"/>
                  </a:lnTo>
                  <a:lnTo>
                    <a:pt x="2022038" y="1438803"/>
                  </a:lnTo>
                  <a:lnTo>
                    <a:pt x="1918324" y="1430502"/>
                  </a:lnTo>
                  <a:lnTo>
                    <a:pt x="1817741" y="1423474"/>
                  </a:lnTo>
                  <a:lnTo>
                    <a:pt x="1724571" y="1417739"/>
                  </a:lnTo>
                  <a:lnTo>
                    <a:pt x="1643053" y="1413282"/>
                  </a:lnTo>
                  <a:lnTo>
                    <a:pt x="1576652" y="1410035"/>
                  </a:lnTo>
                  <a:lnTo>
                    <a:pt x="1527351" y="1407867"/>
                  </a:lnTo>
                  <a:lnTo>
                    <a:pt x="1495173" y="1406589"/>
                  </a:lnTo>
                  <a:lnTo>
                    <a:pt x="1478050" y="1405972"/>
                  </a:lnTo>
                  <a:lnTo>
                    <a:pt x="1471995" y="1405774"/>
                  </a:lnTo>
                  <a:lnTo>
                    <a:pt x="1471387" y="1405755"/>
                  </a:lnTo>
                  <a:lnTo>
                    <a:pt x="0" y="1405755"/>
                  </a:lnTo>
                  <a:close/>
                </a:path>
              </a:pathLst>
            </a:custGeom>
            <a:solidFill>
              <a:srgbClr val="67C1B3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269" name="pl1269"/>
            <p:cNvSpPr/>
            <p:nvPr/>
          </p:nvSpPr>
          <p:spPr>
            <a:xfrm>
              <a:off x="4799595" y="7227344"/>
              <a:ext cx="11981298" cy="2925933"/>
            </a:xfrm>
            <a:custGeom>
              <a:avLst/>
              <a:pathLst>
                <a:path w="11981298" h="2925933">
                  <a:moveTo>
                    <a:pt x="0" y="1405755"/>
                  </a:moveTo>
                  <a:lnTo>
                    <a:pt x="1471387" y="1405755"/>
                  </a:lnTo>
                  <a:lnTo>
                    <a:pt x="1472597" y="1405792"/>
                  </a:lnTo>
                  <a:lnTo>
                    <a:pt x="1480539" y="1406058"/>
                  </a:lnTo>
                  <a:lnTo>
                    <a:pt x="1500523" y="1406792"/>
                  </a:lnTo>
                  <a:lnTo>
                    <a:pt x="1536157" y="1408238"/>
                  </a:lnTo>
                  <a:lnTo>
                    <a:pt x="1589083" y="1410616"/>
                  </a:lnTo>
                  <a:lnTo>
                    <a:pt x="1658848" y="1414105"/>
                  </a:lnTo>
                  <a:lnTo>
                    <a:pt x="1743110" y="1418824"/>
                  </a:lnTo>
                  <a:lnTo>
                    <a:pt x="1838181" y="1424829"/>
                  </a:lnTo>
                  <a:lnTo>
                    <a:pt x="1939757" y="1432124"/>
                  </a:lnTo>
                  <a:lnTo>
                    <a:pt x="2043625" y="1440685"/>
                  </a:lnTo>
                  <a:lnTo>
                    <a:pt x="2146196" y="1450485"/>
                  </a:lnTo>
                  <a:lnTo>
                    <a:pt x="2244767" y="1461515"/>
                  </a:lnTo>
                  <a:lnTo>
                    <a:pt x="2337575" y="1473802"/>
                  </a:lnTo>
                  <a:lnTo>
                    <a:pt x="2423692" y="1487415"/>
                  </a:lnTo>
                  <a:lnTo>
                    <a:pt x="2502852" y="1502472"/>
                  </a:lnTo>
                  <a:lnTo>
                    <a:pt x="2575265" y="1519136"/>
                  </a:lnTo>
                  <a:lnTo>
                    <a:pt x="2641458" y="1537616"/>
                  </a:lnTo>
                  <a:lnTo>
                    <a:pt x="2702146" y="1558154"/>
                  </a:lnTo>
                  <a:lnTo>
                    <a:pt x="2758139" y="1581015"/>
                  </a:lnTo>
                  <a:lnTo>
                    <a:pt x="2810270" y="1606457"/>
                  </a:lnTo>
                  <a:lnTo>
                    <a:pt x="2859344" y="1634695"/>
                  </a:lnTo>
                  <a:lnTo>
                    <a:pt x="2896531" y="1659118"/>
                  </a:lnTo>
                  <a:lnTo>
                    <a:pt x="2942977" y="1693409"/>
                  </a:lnTo>
                  <a:lnTo>
                    <a:pt x="2988066" y="1730810"/>
                  </a:lnTo>
                  <a:lnTo>
                    <a:pt x="3032256" y="1771378"/>
                  </a:lnTo>
                  <a:lnTo>
                    <a:pt x="3075892" y="1815086"/>
                  </a:lnTo>
                  <a:lnTo>
                    <a:pt x="3119233" y="1861817"/>
                  </a:lnTo>
                  <a:lnTo>
                    <a:pt x="3162458" y="1911355"/>
                  </a:lnTo>
                  <a:lnTo>
                    <a:pt x="3205685" y="1963384"/>
                  </a:lnTo>
                  <a:lnTo>
                    <a:pt x="3248975" y="2017490"/>
                  </a:lnTo>
                  <a:lnTo>
                    <a:pt x="3292345" y="2073175"/>
                  </a:lnTo>
                  <a:lnTo>
                    <a:pt x="3335780" y="2129870"/>
                  </a:lnTo>
                  <a:lnTo>
                    <a:pt x="3379244" y="2186962"/>
                  </a:lnTo>
                  <a:lnTo>
                    <a:pt x="3422690" y="2243821"/>
                  </a:lnTo>
                  <a:lnTo>
                    <a:pt x="3466080" y="2299826"/>
                  </a:lnTo>
                  <a:lnTo>
                    <a:pt x="3509390" y="2354394"/>
                  </a:lnTo>
                  <a:lnTo>
                    <a:pt x="3552630" y="2407008"/>
                  </a:lnTo>
                  <a:lnTo>
                    <a:pt x="3595847" y="2457229"/>
                  </a:lnTo>
                  <a:lnTo>
                    <a:pt x="3639143" y="2504716"/>
                  </a:lnTo>
                  <a:lnTo>
                    <a:pt x="3682681" y="2549227"/>
                  </a:lnTo>
                  <a:lnTo>
                    <a:pt x="3726697" y="2590618"/>
                  </a:lnTo>
                  <a:lnTo>
                    <a:pt x="3771512" y="2628842"/>
                  </a:lnTo>
                  <a:lnTo>
                    <a:pt x="3817554" y="2663933"/>
                  </a:lnTo>
                  <a:lnTo>
                    <a:pt x="3829811" y="2672570"/>
                  </a:lnTo>
                  <a:lnTo>
                    <a:pt x="3876983" y="2703099"/>
                  </a:lnTo>
                  <a:lnTo>
                    <a:pt x="3926629" y="2730743"/>
                  </a:lnTo>
                  <a:lnTo>
                    <a:pt x="3979495" y="2755629"/>
                  </a:lnTo>
                  <a:lnTo>
                    <a:pt x="4036395" y="2777985"/>
                  </a:lnTo>
                  <a:lnTo>
                    <a:pt x="4098163" y="2798074"/>
                  </a:lnTo>
                  <a:lnTo>
                    <a:pt x="4165594" y="2816157"/>
                  </a:lnTo>
                  <a:lnTo>
                    <a:pt x="4239374" y="2832472"/>
                  </a:lnTo>
                  <a:lnTo>
                    <a:pt x="4319976" y="2847217"/>
                  </a:lnTo>
                  <a:lnTo>
                    <a:pt x="4407525" y="2860546"/>
                  </a:lnTo>
                  <a:lnTo>
                    <a:pt x="4501633" y="2872568"/>
                  </a:lnTo>
                  <a:lnTo>
                    <a:pt x="4601210" y="2883341"/>
                  </a:lnTo>
                  <a:lnTo>
                    <a:pt x="4704304" y="2892886"/>
                  </a:lnTo>
                  <a:lnTo>
                    <a:pt x="4808018" y="2901186"/>
                  </a:lnTo>
                  <a:lnTo>
                    <a:pt x="4908601" y="2908214"/>
                  </a:lnTo>
                  <a:lnTo>
                    <a:pt x="5001771" y="2913949"/>
                  </a:lnTo>
                  <a:lnTo>
                    <a:pt x="5083289" y="2918407"/>
                  </a:lnTo>
                  <a:lnTo>
                    <a:pt x="5149690" y="2921653"/>
                  </a:lnTo>
                  <a:lnTo>
                    <a:pt x="5198991" y="2923821"/>
                  </a:lnTo>
                  <a:lnTo>
                    <a:pt x="5231169" y="2925099"/>
                  </a:lnTo>
                  <a:lnTo>
                    <a:pt x="5248292" y="2925716"/>
                  </a:lnTo>
                  <a:lnTo>
                    <a:pt x="5254347" y="2925914"/>
                  </a:lnTo>
                  <a:lnTo>
                    <a:pt x="5254955" y="2925933"/>
                  </a:lnTo>
                  <a:lnTo>
                    <a:pt x="6726343" y="2925933"/>
                  </a:lnTo>
                  <a:lnTo>
                    <a:pt x="6727484" y="2925865"/>
                  </a:lnTo>
                  <a:lnTo>
                    <a:pt x="6734983" y="2925384"/>
                  </a:lnTo>
                  <a:lnTo>
                    <a:pt x="6753888" y="2924054"/>
                  </a:lnTo>
                  <a:lnTo>
                    <a:pt x="6787685" y="2921434"/>
                  </a:lnTo>
                  <a:lnTo>
                    <a:pt x="6838053" y="2917119"/>
                  </a:lnTo>
                  <a:lnTo>
                    <a:pt x="6904739" y="2910776"/>
                  </a:lnTo>
                  <a:lnTo>
                    <a:pt x="6985707" y="2902177"/>
                  </a:lnTo>
                  <a:lnTo>
                    <a:pt x="7077605" y="2891208"/>
                  </a:lnTo>
                  <a:lnTo>
                    <a:pt x="7176416" y="2877850"/>
                  </a:lnTo>
                  <a:lnTo>
                    <a:pt x="7278115" y="2862140"/>
                  </a:lnTo>
                  <a:lnTo>
                    <a:pt x="7379180" y="2844130"/>
                  </a:lnTo>
                  <a:lnTo>
                    <a:pt x="7476883" y="2823846"/>
                  </a:lnTo>
                  <a:lnTo>
                    <a:pt x="7569370" y="2801256"/>
                  </a:lnTo>
                  <a:lnTo>
                    <a:pt x="7655584" y="2776254"/>
                  </a:lnTo>
                  <a:lnTo>
                    <a:pt x="7735129" y="2748652"/>
                  </a:lnTo>
                  <a:lnTo>
                    <a:pt x="7808091" y="2718174"/>
                  </a:lnTo>
                  <a:lnTo>
                    <a:pt x="7874891" y="2684468"/>
                  </a:lnTo>
                  <a:lnTo>
                    <a:pt x="7936156" y="2647112"/>
                  </a:lnTo>
                  <a:lnTo>
                    <a:pt x="7992628" y="2605635"/>
                  </a:lnTo>
                  <a:lnTo>
                    <a:pt x="8045089" y="2559558"/>
                  </a:lnTo>
                  <a:lnTo>
                    <a:pt x="8094314" y="2508448"/>
                  </a:lnTo>
                  <a:lnTo>
                    <a:pt x="8141023" y="2452025"/>
                  </a:lnTo>
                  <a:lnTo>
                    <a:pt x="8151487" y="2438277"/>
                  </a:lnTo>
                  <a:lnTo>
                    <a:pt x="8188686" y="2386072"/>
                  </a:lnTo>
                  <a:lnTo>
                    <a:pt x="8224955" y="2330074"/>
                  </a:lnTo>
                  <a:lnTo>
                    <a:pt x="8260545" y="2270207"/>
                  </a:lnTo>
                  <a:lnTo>
                    <a:pt x="8295658" y="2206454"/>
                  </a:lnTo>
                  <a:lnTo>
                    <a:pt x="8330457" y="2138865"/>
                  </a:lnTo>
                  <a:lnTo>
                    <a:pt x="8365067" y="2067563"/>
                  </a:lnTo>
                  <a:lnTo>
                    <a:pt x="8399584" y="1992748"/>
                  </a:lnTo>
                  <a:lnTo>
                    <a:pt x="8434078" y="1914702"/>
                  </a:lnTo>
                  <a:lnTo>
                    <a:pt x="8468592" y="1833779"/>
                  </a:lnTo>
                  <a:lnTo>
                    <a:pt x="8503151" y="1750411"/>
                  </a:lnTo>
                  <a:lnTo>
                    <a:pt x="8537762" y="1665093"/>
                  </a:lnTo>
                  <a:lnTo>
                    <a:pt x="8572418" y="1578374"/>
                  </a:lnTo>
                  <a:lnTo>
                    <a:pt x="8607104" y="1490846"/>
                  </a:lnTo>
                  <a:lnTo>
                    <a:pt x="8641797" y="1403121"/>
                  </a:lnTo>
                  <a:lnTo>
                    <a:pt x="8676474" y="1315818"/>
                  </a:lnTo>
                  <a:lnTo>
                    <a:pt x="8711115" y="1229543"/>
                  </a:lnTo>
                  <a:lnTo>
                    <a:pt x="8745707" y="1144875"/>
                  </a:lnTo>
                  <a:lnTo>
                    <a:pt x="8780248" y="1062344"/>
                  </a:lnTo>
                  <a:lnTo>
                    <a:pt x="8814751" y="982424"/>
                  </a:lnTo>
                  <a:lnTo>
                    <a:pt x="8849247" y="905518"/>
                  </a:lnTo>
                  <a:lnTo>
                    <a:pt x="8883789" y="831956"/>
                  </a:lnTo>
                  <a:lnTo>
                    <a:pt x="8918455" y="761989"/>
                  </a:lnTo>
                  <a:lnTo>
                    <a:pt x="8953352" y="695787"/>
                  </a:lnTo>
                  <a:lnTo>
                    <a:pt x="8988618" y="633449"/>
                  </a:lnTo>
                  <a:lnTo>
                    <a:pt x="9024430" y="574998"/>
                  </a:lnTo>
                  <a:lnTo>
                    <a:pt x="9061006" y="520394"/>
                  </a:lnTo>
                  <a:lnTo>
                    <a:pt x="9084767" y="487655"/>
                  </a:lnTo>
                  <a:lnTo>
                    <a:pt x="9130987" y="429998"/>
                  </a:lnTo>
                  <a:lnTo>
                    <a:pt x="9179572" y="377682"/>
                  </a:lnTo>
                  <a:lnTo>
                    <a:pt x="9231221" y="330480"/>
                  </a:lnTo>
                  <a:lnTo>
                    <a:pt x="9286700" y="287986"/>
                  </a:lnTo>
                  <a:lnTo>
                    <a:pt x="9346793" y="249724"/>
                  </a:lnTo>
                  <a:lnTo>
                    <a:pt x="9412258" y="215217"/>
                  </a:lnTo>
                  <a:lnTo>
                    <a:pt x="9483755" y="184031"/>
                  </a:lnTo>
                  <a:lnTo>
                    <a:pt x="9561762" y="155794"/>
                  </a:lnTo>
                  <a:lnTo>
                    <a:pt x="9646456" y="130213"/>
                  </a:lnTo>
                  <a:lnTo>
                    <a:pt x="9737566" y="107080"/>
                  </a:lnTo>
                  <a:lnTo>
                    <a:pt x="9834202" y="86270"/>
                  </a:lnTo>
                  <a:lnTo>
                    <a:pt x="9934703" y="67736"/>
                  </a:lnTo>
                  <a:lnTo>
                    <a:pt x="10036542" y="51492"/>
                  </a:lnTo>
                  <a:lnTo>
                    <a:pt x="10136362" y="37588"/>
                  </a:lnTo>
                  <a:lnTo>
                    <a:pt x="10230218" y="26068"/>
                  </a:lnTo>
                  <a:lnTo>
                    <a:pt x="10314035" y="16930"/>
                  </a:lnTo>
                  <a:lnTo>
                    <a:pt x="10384246" y="10084"/>
                  </a:lnTo>
                  <a:lnTo>
                    <a:pt x="10438463" y="5328"/>
                  </a:lnTo>
                  <a:lnTo>
                    <a:pt x="10475996" y="2352"/>
                  </a:lnTo>
                  <a:lnTo>
                    <a:pt x="10498082" y="763"/>
                  </a:lnTo>
                  <a:lnTo>
                    <a:pt x="10507813" y="126"/>
                  </a:lnTo>
                  <a:lnTo>
                    <a:pt x="10509896" y="0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70" name="pl1270"/>
            <p:cNvSpPr/>
            <p:nvPr/>
          </p:nvSpPr>
          <p:spPr>
            <a:xfrm>
              <a:off x="4799595" y="7219171"/>
              <a:ext cx="11981298" cy="2925933"/>
            </a:xfrm>
            <a:custGeom>
              <a:avLst/>
              <a:pathLst>
                <a:path w="11981298" h="2925933">
                  <a:moveTo>
                    <a:pt x="11981298" y="0"/>
                  </a:moveTo>
                  <a:lnTo>
                    <a:pt x="10509911" y="0"/>
                  </a:lnTo>
                  <a:lnTo>
                    <a:pt x="10508770" y="67"/>
                  </a:lnTo>
                  <a:lnTo>
                    <a:pt x="10501270" y="548"/>
                  </a:lnTo>
                  <a:lnTo>
                    <a:pt x="10482365" y="1879"/>
                  </a:lnTo>
                  <a:lnTo>
                    <a:pt x="10448568" y="4498"/>
                  </a:lnTo>
                  <a:lnTo>
                    <a:pt x="10398200" y="8813"/>
                  </a:lnTo>
                  <a:lnTo>
                    <a:pt x="10331514" y="15157"/>
                  </a:lnTo>
                  <a:lnTo>
                    <a:pt x="10250546" y="23755"/>
                  </a:lnTo>
                  <a:lnTo>
                    <a:pt x="10158648" y="34724"/>
                  </a:lnTo>
                  <a:lnTo>
                    <a:pt x="10059837" y="48082"/>
                  </a:lnTo>
                  <a:lnTo>
                    <a:pt x="9958139" y="63792"/>
                  </a:lnTo>
                  <a:lnTo>
                    <a:pt x="9857074" y="81802"/>
                  </a:lnTo>
                  <a:lnTo>
                    <a:pt x="9759370" y="102087"/>
                  </a:lnTo>
                  <a:lnTo>
                    <a:pt x="9666884" y="124677"/>
                  </a:lnTo>
                  <a:lnTo>
                    <a:pt x="9580669" y="149678"/>
                  </a:lnTo>
                  <a:lnTo>
                    <a:pt x="9501124" y="177281"/>
                  </a:lnTo>
                  <a:lnTo>
                    <a:pt x="9428162" y="207758"/>
                  </a:lnTo>
                  <a:lnTo>
                    <a:pt x="9361362" y="241464"/>
                  </a:lnTo>
                  <a:lnTo>
                    <a:pt x="9300097" y="278820"/>
                  </a:lnTo>
                  <a:lnTo>
                    <a:pt x="9243625" y="320297"/>
                  </a:lnTo>
                  <a:lnTo>
                    <a:pt x="9191164" y="366375"/>
                  </a:lnTo>
                  <a:lnTo>
                    <a:pt x="9141939" y="417485"/>
                  </a:lnTo>
                  <a:lnTo>
                    <a:pt x="9095231" y="473907"/>
                  </a:lnTo>
                  <a:lnTo>
                    <a:pt x="9084767" y="487655"/>
                  </a:lnTo>
                  <a:lnTo>
                    <a:pt x="9047567" y="539860"/>
                  </a:lnTo>
                  <a:lnTo>
                    <a:pt x="9011298" y="595858"/>
                  </a:lnTo>
                  <a:lnTo>
                    <a:pt x="8975708" y="655725"/>
                  </a:lnTo>
                  <a:lnTo>
                    <a:pt x="8940595" y="719478"/>
                  </a:lnTo>
                  <a:lnTo>
                    <a:pt x="8905796" y="787068"/>
                  </a:lnTo>
                  <a:lnTo>
                    <a:pt x="8871186" y="858370"/>
                  </a:lnTo>
                  <a:lnTo>
                    <a:pt x="8836669" y="933184"/>
                  </a:lnTo>
                  <a:lnTo>
                    <a:pt x="8802175" y="1011231"/>
                  </a:lnTo>
                  <a:lnTo>
                    <a:pt x="8767661" y="1092154"/>
                  </a:lnTo>
                  <a:lnTo>
                    <a:pt x="8733102" y="1175522"/>
                  </a:lnTo>
                  <a:lnTo>
                    <a:pt x="8698491" y="1260840"/>
                  </a:lnTo>
                  <a:lnTo>
                    <a:pt x="8663835" y="1347558"/>
                  </a:lnTo>
                  <a:lnTo>
                    <a:pt x="8629149" y="1435086"/>
                  </a:lnTo>
                  <a:lnTo>
                    <a:pt x="8594457" y="1522812"/>
                  </a:lnTo>
                  <a:lnTo>
                    <a:pt x="8559779" y="1610115"/>
                  </a:lnTo>
                  <a:lnTo>
                    <a:pt x="8525138" y="1696389"/>
                  </a:lnTo>
                  <a:lnTo>
                    <a:pt x="8490546" y="1781057"/>
                  </a:lnTo>
                  <a:lnTo>
                    <a:pt x="8456005" y="1863588"/>
                  </a:lnTo>
                  <a:lnTo>
                    <a:pt x="8421502" y="1943509"/>
                  </a:lnTo>
                  <a:lnTo>
                    <a:pt x="8387006" y="2020414"/>
                  </a:lnTo>
                  <a:lnTo>
                    <a:pt x="8352464" y="2093976"/>
                  </a:lnTo>
                  <a:lnTo>
                    <a:pt x="8317798" y="2163944"/>
                  </a:lnTo>
                  <a:lnTo>
                    <a:pt x="8282901" y="2230145"/>
                  </a:lnTo>
                  <a:lnTo>
                    <a:pt x="8247635" y="2292484"/>
                  </a:lnTo>
                  <a:lnTo>
                    <a:pt x="8211823" y="2350935"/>
                  </a:lnTo>
                  <a:lnTo>
                    <a:pt x="8175247" y="2405538"/>
                  </a:lnTo>
                  <a:lnTo>
                    <a:pt x="8151487" y="2438277"/>
                  </a:lnTo>
                  <a:lnTo>
                    <a:pt x="8105266" y="2495935"/>
                  </a:lnTo>
                  <a:lnTo>
                    <a:pt x="8056681" y="2548251"/>
                  </a:lnTo>
                  <a:lnTo>
                    <a:pt x="8005032" y="2595452"/>
                  </a:lnTo>
                  <a:lnTo>
                    <a:pt x="7949553" y="2637946"/>
                  </a:lnTo>
                  <a:lnTo>
                    <a:pt x="7889460" y="2676208"/>
                  </a:lnTo>
                  <a:lnTo>
                    <a:pt x="7823995" y="2710715"/>
                  </a:lnTo>
                  <a:lnTo>
                    <a:pt x="7752498" y="2741902"/>
                  </a:lnTo>
                  <a:lnTo>
                    <a:pt x="7674491" y="2770139"/>
                  </a:lnTo>
                  <a:lnTo>
                    <a:pt x="7589797" y="2795719"/>
                  </a:lnTo>
                  <a:lnTo>
                    <a:pt x="7498687" y="2818852"/>
                  </a:lnTo>
                  <a:lnTo>
                    <a:pt x="7402052" y="2839662"/>
                  </a:lnTo>
                  <a:lnTo>
                    <a:pt x="7301550" y="2858196"/>
                  </a:lnTo>
                  <a:lnTo>
                    <a:pt x="7199712" y="2874440"/>
                  </a:lnTo>
                  <a:lnTo>
                    <a:pt x="7099891" y="2888344"/>
                  </a:lnTo>
                  <a:lnTo>
                    <a:pt x="7006035" y="2899864"/>
                  </a:lnTo>
                  <a:lnTo>
                    <a:pt x="6922218" y="2909002"/>
                  </a:lnTo>
                  <a:lnTo>
                    <a:pt x="6852007" y="2915849"/>
                  </a:lnTo>
                  <a:lnTo>
                    <a:pt x="6797790" y="2920605"/>
                  </a:lnTo>
                  <a:lnTo>
                    <a:pt x="6760257" y="2923580"/>
                  </a:lnTo>
                  <a:lnTo>
                    <a:pt x="6738171" y="2925169"/>
                  </a:lnTo>
                  <a:lnTo>
                    <a:pt x="6728440" y="2925807"/>
                  </a:lnTo>
                  <a:lnTo>
                    <a:pt x="6726357" y="2925932"/>
                  </a:lnTo>
                  <a:lnTo>
                    <a:pt x="6726343" y="2925933"/>
                  </a:lnTo>
                  <a:lnTo>
                    <a:pt x="5254955" y="2925933"/>
                  </a:lnTo>
                  <a:lnTo>
                    <a:pt x="5253745" y="2925896"/>
                  </a:lnTo>
                  <a:lnTo>
                    <a:pt x="5245803" y="2925630"/>
                  </a:lnTo>
                  <a:lnTo>
                    <a:pt x="5225820" y="2924896"/>
                  </a:lnTo>
                  <a:lnTo>
                    <a:pt x="5190185" y="2923451"/>
                  </a:lnTo>
                  <a:lnTo>
                    <a:pt x="5137259" y="2921072"/>
                  </a:lnTo>
                  <a:lnTo>
                    <a:pt x="5067494" y="2917583"/>
                  </a:lnTo>
                  <a:lnTo>
                    <a:pt x="4983232" y="2912864"/>
                  </a:lnTo>
                  <a:lnTo>
                    <a:pt x="4888161" y="2906859"/>
                  </a:lnTo>
                  <a:lnTo>
                    <a:pt x="4786585" y="2899564"/>
                  </a:lnTo>
                  <a:lnTo>
                    <a:pt x="4682717" y="2891004"/>
                  </a:lnTo>
                  <a:lnTo>
                    <a:pt x="4580146" y="2881204"/>
                  </a:lnTo>
                  <a:lnTo>
                    <a:pt x="4481576" y="2870173"/>
                  </a:lnTo>
                  <a:lnTo>
                    <a:pt x="4388767" y="2857886"/>
                  </a:lnTo>
                  <a:lnTo>
                    <a:pt x="4302650" y="2844273"/>
                  </a:lnTo>
                  <a:lnTo>
                    <a:pt x="4223490" y="2829216"/>
                  </a:lnTo>
                  <a:lnTo>
                    <a:pt x="4151077" y="2812552"/>
                  </a:lnTo>
                  <a:lnTo>
                    <a:pt x="4084884" y="2794072"/>
                  </a:lnTo>
                  <a:lnTo>
                    <a:pt x="4024196" y="2773534"/>
                  </a:lnTo>
                  <a:lnTo>
                    <a:pt x="3968203" y="2750673"/>
                  </a:lnTo>
                  <a:lnTo>
                    <a:pt x="3916072" y="2725231"/>
                  </a:lnTo>
                  <a:lnTo>
                    <a:pt x="3866998" y="2696993"/>
                  </a:lnTo>
                  <a:lnTo>
                    <a:pt x="3829811" y="2672570"/>
                  </a:lnTo>
                  <a:lnTo>
                    <a:pt x="3783365" y="2638279"/>
                  </a:lnTo>
                  <a:lnTo>
                    <a:pt x="3738276" y="2600878"/>
                  </a:lnTo>
                  <a:lnTo>
                    <a:pt x="3694086" y="2560310"/>
                  </a:lnTo>
                  <a:lnTo>
                    <a:pt x="3650450" y="2516602"/>
                  </a:lnTo>
                  <a:lnTo>
                    <a:pt x="3607110" y="2469871"/>
                  </a:lnTo>
                  <a:lnTo>
                    <a:pt x="3563884" y="2420333"/>
                  </a:lnTo>
                  <a:lnTo>
                    <a:pt x="3520657" y="2368304"/>
                  </a:lnTo>
                  <a:lnTo>
                    <a:pt x="3477367" y="2314198"/>
                  </a:lnTo>
                  <a:lnTo>
                    <a:pt x="3433997" y="2258513"/>
                  </a:lnTo>
                  <a:lnTo>
                    <a:pt x="3390562" y="2201818"/>
                  </a:lnTo>
                  <a:lnTo>
                    <a:pt x="3347099" y="2144726"/>
                  </a:lnTo>
                  <a:lnTo>
                    <a:pt x="3303652" y="2087867"/>
                  </a:lnTo>
                  <a:lnTo>
                    <a:pt x="3260262" y="2031862"/>
                  </a:lnTo>
                  <a:lnTo>
                    <a:pt x="3216952" y="1977294"/>
                  </a:lnTo>
                  <a:lnTo>
                    <a:pt x="3173712" y="1924680"/>
                  </a:lnTo>
                  <a:lnTo>
                    <a:pt x="3130495" y="1874459"/>
                  </a:lnTo>
                  <a:lnTo>
                    <a:pt x="3087199" y="1826972"/>
                  </a:lnTo>
                  <a:lnTo>
                    <a:pt x="3043661" y="1782461"/>
                  </a:lnTo>
                  <a:lnTo>
                    <a:pt x="2999646" y="1741070"/>
                  </a:lnTo>
                  <a:lnTo>
                    <a:pt x="2954830" y="1702846"/>
                  </a:lnTo>
                  <a:lnTo>
                    <a:pt x="2908788" y="1667755"/>
                  </a:lnTo>
                  <a:lnTo>
                    <a:pt x="2896531" y="1659118"/>
                  </a:lnTo>
                  <a:lnTo>
                    <a:pt x="2849359" y="1628589"/>
                  </a:lnTo>
                  <a:lnTo>
                    <a:pt x="2799713" y="1600945"/>
                  </a:lnTo>
                  <a:lnTo>
                    <a:pt x="2746847" y="1576059"/>
                  </a:lnTo>
                  <a:lnTo>
                    <a:pt x="2689947" y="1553703"/>
                  </a:lnTo>
                  <a:lnTo>
                    <a:pt x="2628179" y="1533614"/>
                  </a:lnTo>
                  <a:lnTo>
                    <a:pt x="2560748" y="1515531"/>
                  </a:lnTo>
                  <a:lnTo>
                    <a:pt x="2486968" y="1499216"/>
                  </a:lnTo>
                  <a:lnTo>
                    <a:pt x="2406366" y="1484472"/>
                  </a:lnTo>
                  <a:lnTo>
                    <a:pt x="2318817" y="1471142"/>
                  </a:lnTo>
                  <a:lnTo>
                    <a:pt x="2224709" y="1459121"/>
                  </a:lnTo>
                  <a:lnTo>
                    <a:pt x="2125132" y="1448347"/>
                  </a:lnTo>
                  <a:lnTo>
                    <a:pt x="2022038" y="1438803"/>
                  </a:lnTo>
                  <a:lnTo>
                    <a:pt x="1918324" y="1430502"/>
                  </a:lnTo>
                  <a:lnTo>
                    <a:pt x="1817741" y="1423474"/>
                  </a:lnTo>
                  <a:lnTo>
                    <a:pt x="1724571" y="1417739"/>
                  </a:lnTo>
                  <a:lnTo>
                    <a:pt x="1643053" y="1413282"/>
                  </a:lnTo>
                  <a:lnTo>
                    <a:pt x="1576652" y="1410035"/>
                  </a:lnTo>
                  <a:lnTo>
                    <a:pt x="1527351" y="1407867"/>
                  </a:lnTo>
                  <a:lnTo>
                    <a:pt x="1495173" y="1406589"/>
                  </a:lnTo>
                  <a:lnTo>
                    <a:pt x="1478050" y="1405972"/>
                  </a:lnTo>
                  <a:lnTo>
                    <a:pt x="1471995" y="1405774"/>
                  </a:lnTo>
                  <a:lnTo>
                    <a:pt x="1471387" y="1405755"/>
                  </a:lnTo>
                  <a:lnTo>
                    <a:pt x="0" y="140575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71" name="pg1271"/>
            <p:cNvSpPr/>
            <p:nvPr/>
          </p:nvSpPr>
          <p:spPr>
            <a:xfrm>
              <a:off x="4799595" y="8633100"/>
              <a:ext cx="11981298" cy="1544696"/>
            </a:xfrm>
            <a:custGeom>
              <a:avLst/>
              <a:pathLst>
                <a:path w="11981298" h="1544696">
                  <a:moveTo>
                    <a:pt x="0" y="8172"/>
                  </a:moveTo>
                  <a:lnTo>
                    <a:pt x="1471387" y="8172"/>
                  </a:lnTo>
                  <a:lnTo>
                    <a:pt x="1472596" y="8210"/>
                  </a:lnTo>
                  <a:lnTo>
                    <a:pt x="1480535" y="8479"/>
                  </a:lnTo>
                  <a:lnTo>
                    <a:pt x="1500509" y="9220"/>
                  </a:lnTo>
                  <a:lnTo>
                    <a:pt x="1536128" y="10680"/>
                  </a:lnTo>
                  <a:lnTo>
                    <a:pt x="1589033" y="13083"/>
                  </a:lnTo>
                  <a:lnTo>
                    <a:pt x="1658771" y="16608"/>
                  </a:lnTo>
                  <a:lnTo>
                    <a:pt x="1743005" y="21376"/>
                  </a:lnTo>
                  <a:lnTo>
                    <a:pt x="1838050" y="27442"/>
                  </a:lnTo>
                  <a:lnTo>
                    <a:pt x="1939603" y="34813"/>
                  </a:lnTo>
                  <a:lnTo>
                    <a:pt x="2043454" y="43462"/>
                  </a:lnTo>
                  <a:lnTo>
                    <a:pt x="2146012" y="53364"/>
                  </a:lnTo>
                  <a:lnTo>
                    <a:pt x="2244576" y="64508"/>
                  </a:lnTo>
                  <a:lnTo>
                    <a:pt x="2337382" y="76923"/>
                  </a:lnTo>
                  <a:lnTo>
                    <a:pt x="2423501" y="90677"/>
                  </a:lnTo>
                  <a:lnTo>
                    <a:pt x="2502664" y="105889"/>
                  </a:lnTo>
                  <a:lnTo>
                    <a:pt x="2575082" y="122726"/>
                  </a:lnTo>
                  <a:lnTo>
                    <a:pt x="2641280" y="141396"/>
                  </a:lnTo>
                  <a:lnTo>
                    <a:pt x="2701973" y="162145"/>
                  </a:lnTo>
                  <a:lnTo>
                    <a:pt x="2757969" y="185240"/>
                  </a:lnTo>
                  <a:lnTo>
                    <a:pt x="2810103" y="210943"/>
                  </a:lnTo>
                  <a:lnTo>
                    <a:pt x="2859178" y="239470"/>
                  </a:lnTo>
                  <a:lnTo>
                    <a:pt x="2896531" y="264260"/>
                  </a:lnTo>
                  <a:lnTo>
                    <a:pt x="2942844" y="298814"/>
                  </a:lnTo>
                  <a:lnTo>
                    <a:pt x="2987808" y="336494"/>
                  </a:lnTo>
                  <a:lnTo>
                    <a:pt x="3031874" y="377355"/>
                  </a:lnTo>
                  <a:lnTo>
                    <a:pt x="3075387" y="421374"/>
                  </a:lnTo>
                  <a:lnTo>
                    <a:pt x="3118604" y="468431"/>
                  </a:lnTo>
                  <a:lnTo>
                    <a:pt x="3161705" y="518314"/>
                  </a:lnTo>
                  <a:lnTo>
                    <a:pt x="3204806" y="570706"/>
                  </a:lnTo>
                  <a:lnTo>
                    <a:pt x="3247969" y="625195"/>
                  </a:lnTo>
                  <a:lnTo>
                    <a:pt x="3291211" y="681282"/>
                  </a:lnTo>
                  <a:lnTo>
                    <a:pt x="3334519" y="738401"/>
                  </a:lnTo>
                  <a:lnTo>
                    <a:pt x="3377855" y="795937"/>
                  </a:lnTo>
                  <a:lnTo>
                    <a:pt x="3421177" y="853259"/>
                  </a:lnTo>
                  <a:lnTo>
                    <a:pt x="3464443" y="909743"/>
                  </a:lnTo>
                  <a:lnTo>
                    <a:pt x="3507631" y="964805"/>
                  </a:lnTo>
                  <a:lnTo>
                    <a:pt x="3550747" y="1017922"/>
                  </a:lnTo>
                  <a:lnTo>
                    <a:pt x="3593838" y="1068653"/>
                  </a:lnTo>
                  <a:lnTo>
                    <a:pt x="3637002" y="1116650"/>
                  </a:lnTo>
                  <a:lnTo>
                    <a:pt x="3680396" y="1161665"/>
                  </a:lnTo>
                  <a:lnTo>
                    <a:pt x="3724251" y="1203551"/>
                  </a:lnTo>
                  <a:lnTo>
                    <a:pt x="3768881" y="1242254"/>
                  </a:lnTo>
                  <a:lnTo>
                    <a:pt x="3814702" y="1277805"/>
                  </a:lnTo>
                  <a:lnTo>
                    <a:pt x="3829811" y="1288609"/>
                  </a:lnTo>
                  <a:lnTo>
                    <a:pt x="3876975" y="1319462"/>
                  </a:lnTo>
                  <a:lnTo>
                    <a:pt x="3926612" y="1347399"/>
                  </a:lnTo>
                  <a:lnTo>
                    <a:pt x="3979468" y="1372549"/>
                  </a:lnTo>
                  <a:lnTo>
                    <a:pt x="4036356" y="1395143"/>
                  </a:lnTo>
                  <a:lnTo>
                    <a:pt x="4098109" y="1415446"/>
                  </a:lnTo>
                  <a:lnTo>
                    <a:pt x="4165524" y="1433723"/>
                  </a:lnTo>
                  <a:lnTo>
                    <a:pt x="4239285" y="1450212"/>
                  </a:lnTo>
                  <a:lnTo>
                    <a:pt x="4319864" y="1465115"/>
                  </a:lnTo>
                  <a:lnTo>
                    <a:pt x="4407390" y="1478587"/>
                  </a:lnTo>
                  <a:lnTo>
                    <a:pt x="4501472" y="1490738"/>
                  </a:lnTo>
                  <a:lnTo>
                    <a:pt x="4601025" y="1501628"/>
                  </a:lnTo>
                  <a:lnTo>
                    <a:pt x="4704098" y="1511276"/>
                  </a:lnTo>
                  <a:lnTo>
                    <a:pt x="4807797" y="1519666"/>
                  </a:lnTo>
                  <a:lnTo>
                    <a:pt x="4908375" y="1526772"/>
                  </a:lnTo>
                  <a:lnTo>
                    <a:pt x="5001553" y="1532571"/>
                  </a:lnTo>
                  <a:lnTo>
                    <a:pt x="5083092" y="1537079"/>
                  </a:lnTo>
                  <a:lnTo>
                    <a:pt x="5149527" y="1540363"/>
                  </a:lnTo>
                  <a:lnTo>
                    <a:pt x="5198870" y="1542556"/>
                  </a:lnTo>
                  <a:lnTo>
                    <a:pt x="5231093" y="1543850"/>
                  </a:lnTo>
                  <a:lnTo>
                    <a:pt x="5248257" y="1544475"/>
                  </a:lnTo>
                  <a:lnTo>
                    <a:pt x="5254339" y="1544677"/>
                  </a:lnTo>
                  <a:lnTo>
                    <a:pt x="5254955" y="1544696"/>
                  </a:lnTo>
                  <a:lnTo>
                    <a:pt x="6726343" y="1544696"/>
                  </a:lnTo>
                  <a:lnTo>
                    <a:pt x="6727553" y="1544659"/>
                  </a:lnTo>
                  <a:lnTo>
                    <a:pt x="6735499" y="1544396"/>
                  </a:lnTo>
                  <a:lnTo>
                    <a:pt x="6755492" y="1543670"/>
                  </a:lnTo>
                  <a:lnTo>
                    <a:pt x="6791142" y="1542239"/>
                  </a:lnTo>
                  <a:lnTo>
                    <a:pt x="6844090" y="1539886"/>
                  </a:lnTo>
                  <a:lnTo>
                    <a:pt x="6913880" y="1536432"/>
                  </a:lnTo>
                  <a:lnTo>
                    <a:pt x="6998169" y="1531761"/>
                  </a:lnTo>
                  <a:lnTo>
                    <a:pt x="7093267" y="1525819"/>
                  </a:lnTo>
                  <a:lnTo>
                    <a:pt x="7194865" y="1518600"/>
                  </a:lnTo>
                  <a:lnTo>
                    <a:pt x="7298751" y="1510127"/>
                  </a:lnTo>
                  <a:lnTo>
                    <a:pt x="7401333" y="1500429"/>
                  </a:lnTo>
                  <a:lnTo>
                    <a:pt x="7499911" y="1489513"/>
                  </a:lnTo>
                  <a:lnTo>
                    <a:pt x="7592721" y="1477354"/>
                  </a:lnTo>
                  <a:lnTo>
                    <a:pt x="7678838" y="1463882"/>
                  </a:lnTo>
                  <a:lnTo>
                    <a:pt x="7757994" y="1448981"/>
                  </a:lnTo>
                  <a:lnTo>
                    <a:pt x="7830402" y="1432489"/>
                  </a:lnTo>
                  <a:lnTo>
                    <a:pt x="7896590" y="1414200"/>
                  </a:lnTo>
                  <a:lnTo>
                    <a:pt x="7957274" y="1393873"/>
                  </a:lnTo>
                  <a:lnTo>
                    <a:pt x="8013262" y="1371247"/>
                  </a:lnTo>
                  <a:lnTo>
                    <a:pt x="8065391" y="1346065"/>
                  </a:lnTo>
                  <a:lnTo>
                    <a:pt x="8114464" y="1318117"/>
                  </a:lnTo>
                  <a:lnTo>
                    <a:pt x="8151487" y="1294058"/>
                  </a:lnTo>
                  <a:lnTo>
                    <a:pt x="8198066" y="1260032"/>
                  </a:lnTo>
                  <a:lnTo>
                    <a:pt x="8243282" y="1222912"/>
                  </a:lnTo>
                  <a:lnTo>
                    <a:pt x="8287595" y="1182640"/>
                  </a:lnTo>
                  <a:lnTo>
                    <a:pt x="8331354" y="1139245"/>
                  </a:lnTo>
                  <a:lnTo>
                    <a:pt x="8374819" y="1092843"/>
                  </a:lnTo>
                  <a:lnTo>
                    <a:pt x="8418169" y="1043653"/>
                  </a:lnTo>
                  <a:lnTo>
                    <a:pt x="8461523" y="991990"/>
                  </a:lnTo>
                  <a:lnTo>
                    <a:pt x="8504941" y="938270"/>
                  </a:lnTo>
                  <a:lnTo>
                    <a:pt x="8548440" y="882992"/>
                  </a:lnTo>
                  <a:lnTo>
                    <a:pt x="8592003" y="826724"/>
                  </a:lnTo>
                  <a:lnTo>
                    <a:pt x="8635593" y="770079"/>
                  </a:lnTo>
                  <a:lnTo>
                    <a:pt x="8679164" y="713686"/>
                  </a:lnTo>
                  <a:lnTo>
                    <a:pt x="8722678" y="658164"/>
                  </a:lnTo>
                  <a:lnTo>
                    <a:pt x="8766112" y="604093"/>
                  </a:lnTo>
                  <a:lnTo>
                    <a:pt x="8809475" y="551986"/>
                  </a:lnTo>
                  <a:lnTo>
                    <a:pt x="8852819" y="502275"/>
                  </a:lnTo>
                  <a:lnTo>
                    <a:pt x="8896248" y="455299"/>
                  </a:lnTo>
                  <a:lnTo>
                    <a:pt x="8939931" y="411294"/>
                  </a:lnTo>
                  <a:lnTo>
                    <a:pt x="8984110" y="370397"/>
                  </a:lnTo>
                  <a:lnTo>
                    <a:pt x="9029114" y="332653"/>
                  </a:lnTo>
                  <a:lnTo>
                    <a:pt x="9075379" y="298021"/>
                  </a:lnTo>
                  <a:lnTo>
                    <a:pt x="9084767" y="291503"/>
                  </a:lnTo>
                  <a:lnTo>
                    <a:pt x="9131946" y="261297"/>
                  </a:lnTo>
                  <a:lnTo>
                    <a:pt x="9181602" y="233947"/>
                  </a:lnTo>
                  <a:lnTo>
                    <a:pt x="9234477" y="209326"/>
                  </a:lnTo>
                  <a:lnTo>
                    <a:pt x="9291389" y="187208"/>
                  </a:lnTo>
                  <a:lnTo>
                    <a:pt x="9353171" y="167333"/>
                  </a:lnTo>
                  <a:lnTo>
                    <a:pt x="9420619" y="149443"/>
                  </a:lnTo>
                  <a:lnTo>
                    <a:pt x="9494418" y="133303"/>
                  </a:lnTo>
                  <a:lnTo>
                    <a:pt x="9575042" y="118716"/>
                  </a:lnTo>
                  <a:lnTo>
                    <a:pt x="9662615" y="105530"/>
                  </a:lnTo>
                  <a:lnTo>
                    <a:pt x="9756748" y="93638"/>
                  </a:lnTo>
                  <a:lnTo>
                    <a:pt x="9856349" y="82980"/>
                  </a:lnTo>
                  <a:lnTo>
                    <a:pt x="9959464" y="73539"/>
                  </a:lnTo>
                  <a:lnTo>
                    <a:pt x="10063193" y="65329"/>
                  </a:lnTo>
                  <a:lnTo>
                    <a:pt x="10163781" y="58379"/>
                  </a:lnTo>
                  <a:lnTo>
                    <a:pt x="10256943" y="52707"/>
                  </a:lnTo>
                  <a:lnTo>
                    <a:pt x="10338440" y="48300"/>
                  </a:lnTo>
                  <a:lnTo>
                    <a:pt x="10404807" y="45091"/>
                  </a:lnTo>
                  <a:lnTo>
                    <a:pt x="10454066" y="42949"/>
                  </a:lnTo>
                  <a:lnTo>
                    <a:pt x="10486200" y="41687"/>
                  </a:lnTo>
                  <a:lnTo>
                    <a:pt x="10503283" y="41078"/>
                  </a:lnTo>
                  <a:lnTo>
                    <a:pt x="10509310" y="40883"/>
                  </a:lnTo>
                  <a:lnTo>
                    <a:pt x="10509911" y="40864"/>
                  </a:lnTo>
                  <a:lnTo>
                    <a:pt x="11981298" y="40864"/>
                  </a:lnTo>
                  <a:lnTo>
                    <a:pt x="11981298" y="32691"/>
                  </a:lnTo>
                  <a:lnTo>
                    <a:pt x="10509911" y="32691"/>
                  </a:lnTo>
                  <a:lnTo>
                    <a:pt x="10508700" y="32728"/>
                  </a:lnTo>
                  <a:lnTo>
                    <a:pt x="10500754" y="32991"/>
                  </a:lnTo>
                  <a:lnTo>
                    <a:pt x="10480762" y="33718"/>
                  </a:lnTo>
                  <a:lnTo>
                    <a:pt x="10445111" y="35148"/>
                  </a:lnTo>
                  <a:lnTo>
                    <a:pt x="10392164" y="37502"/>
                  </a:lnTo>
                  <a:lnTo>
                    <a:pt x="10322373" y="40956"/>
                  </a:lnTo>
                  <a:lnTo>
                    <a:pt x="10238084" y="45626"/>
                  </a:lnTo>
                  <a:lnTo>
                    <a:pt x="10142986" y="51569"/>
                  </a:lnTo>
                  <a:lnTo>
                    <a:pt x="10041388" y="58788"/>
                  </a:lnTo>
                  <a:lnTo>
                    <a:pt x="9937502" y="67260"/>
                  </a:lnTo>
                  <a:lnTo>
                    <a:pt x="9834920" y="76958"/>
                  </a:lnTo>
                  <a:lnTo>
                    <a:pt x="9736342" y="87874"/>
                  </a:lnTo>
                  <a:lnTo>
                    <a:pt x="9643532" y="100034"/>
                  </a:lnTo>
                  <a:lnTo>
                    <a:pt x="9557416" y="113506"/>
                  </a:lnTo>
                  <a:lnTo>
                    <a:pt x="9478259" y="128407"/>
                  </a:lnTo>
                  <a:lnTo>
                    <a:pt x="9405851" y="144899"/>
                  </a:lnTo>
                  <a:lnTo>
                    <a:pt x="9339663" y="163188"/>
                  </a:lnTo>
                  <a:lnTo>
                    <a:pt x="9278980" y="183515"/>
                  </a:lnTo>
                  <a:lnTo>
                    <a:pt x="9222991" y="206141"/>
                  </a:lnTo>
                  <a:lnTo>
                    <a:pt x="9170862" y="231322"/>
                  </a:lnTo>
                  <a:lnTo>
                    <a:pt x="9121789" y="259270"/>
                  </a:lnTo>
                  <a:lnTo>
                    <a:pt x="9084767" y="283330"/>
                  </a:lnTo>
                  <a:lnTo>
                    <a:pt x="9038188" y="317355"/>
                  </a:lnTo>
                  <a:lnTo>
                    <a:pt x="8992971" y="354476"/>
                  </a:lnTo>
                  <a:lnTo>
                    <a:pt x="8948658" y="394747"/>
                  </a:lnTo>
                  <a:lnTo>
                    <a:pt x="8904899" y="438143"/>
                  </a:lnTo>
                  <a:lnTo>
                    <a:pt x="8861435" y="484544"/>
                  </a:lnTo>
                  <a:lnTo>
                    <a:pt x="8818084" y="533735"/>
                  </a:lnTo>
                  <a:lnTo>
                    <a:pt x="8774730" y="585397"/>
                  </a:lnTo>
                  <a:lnTo>
                    <a:pt x="8731312" y="639117"/>
                  </a:lnTo>
                  <a:lnTo>
                    <a:pt x="8687814" y="694396"/>
                  </a:lnTo>
                  <a:lnTo>
                    <a:pt x="8644251" y="750664"/>
                  </a:lnTo>
                  <a:lnTo>
                    <a:pt x="8600661" y="807309"/>
                  </a:lnTo>
                  <a:lnTo>
                    <a:pt x="8557089" y="863702"/>
                  </a:lnTo>
                  <a:lnTo>
                    <a:pt x="8513575" y="919223"/>
                  </a:lnTo>
                  <a:lnTo>
                    <a:pt x="8470142" y="973295"/>
                  </a:lnTo>
                  <a:lnTo>
                    <a:pt x="8426778" y="1025402"/>
                  </a:lnTo>
                  <a:lnTo>
                    <a:pt x="8383434" y="1075112"/>
                  </a:lnTo>
                  <a:lnTo>
                    <a:pt x="8340005" y="1122088"/>
                  </a:lnTo>
                  <a:lnTo>
                    <a:pt x="8296322" y="1166093"/>
                  </a:lnTo>
                  <a:lnTo>
                    <a:pt x="8252144" y="1206990"/>
                  </a:lnTo>
                  <a:lnTo>
                    <a:pt x="8207140" y="1244735"/>
                  </a:lnTo>
                  <a:lnTo>
                    <a:pt x="8160874" y="1279367"/>
                  </a:lnTo>
                  <a:lnTo>
                    <a:pt x="8151487" y="1285885"/>
                  </a:lnTo>
                  <a:lnTo>
                    <a:pt x="8104307" y="1316091"/>
                  </a:lnTo>
                  <a:lnTo>
                    <a:pt x="8054652" y="1343441"/>
                  </a:lnTo>
                  <a:lnTo>
                    <a:pt x="8001776" y="1368062"/>
                  </a:lnTo>
                  <a:lnTo>
                    <a:pt x="7944864" y="1390180"/>
                  </a:lnTo>
                  <a:lnTo>
                    <a:pt x="7883082" y="1410054"/>
                  </a:lnTo>
                  <a:lnTo>
                    <a:pt x="7815634" y="1427945"/>
                  </a:lnTo>
                  <a:lnTo>
                    <a:pt x="7741835" y="1444085"/>
                  </a:lnTo>
                  <a:lnTo>
                    <a:pt x="7661212" y="1458671"/>
                  </a:lnTo>
                  <a:lnTo>
                    <a:pt x="7573639" y="1471858"/>
                  </a:lnTo>
                  <a:lnTo>
                    <a:pt x="7479506" y="1483750"/>
                  </a:lnTo>
                  <a:lnTo>
                    <a:pt x="7379904" y="1494408"/>
                  </a:lnTo>
                  <a:lnTo>
                    <a:pt x="7276789" y="1503849"/>
                  </a:lnTo>
                  <a:lnTo>
                    <a:pt x="7173060" y="1512058"/>
                  </a:lnTo>
                  <a:lnTo>
                    <a:pt x="7072473" y="1519009"/>
                  </a:lnTo>
                  <a:lnTo>
                    <a:pt x="6979310" y="1524681"/>
                  </a:lnTo>
                  <a:lnTo>
                    <a:pt x="6897813" y="1529088"/>
                  </a:lnTo>
                  <a:lnTo>
                    <a:pt x="6831446" y="1532297"/>
                  </a:lnTo>
                  <a:lnTo>
                    <a:pt x="6782187" y="1534439"/>
                  </a:lnTo>
                  <a:lnTo>
                    <a:pt x="6750053" y="1535701"/>
                  </a:lnTo>
                  <a:lnTo>
                    <a:pt x="6732970" y="1536309"/>
                  </a:lnTo>
                  <a:lnTo>
                    <a:pt x="6726943" y="1536505"/>
                  </a:lnTo>
                  <a:lnTo>
                    <a:pt x="6726343" y="1536523"/>
                  </a:lnTo>
                  <a:lnTo>
                    <a:pt x="5254955" y="1536523"/>
                  </a:lnTo>
                  <a:lnTo>
                    <a:pt x="5253746" y="1536486"/>
                  </a:lnTo>
                  <a:lnTo>
                    <a:pt x="5245807" y="1536217"/>
                  </a:lnTo>
                  <a:lnTo>
                    <a:pt x="5225833" y="1535475"/>
                  </a:lnTo>
                  <a:lnTo>
                    <a:pt x="5190214" y="1534015"/>
                  </a:lnTo>
                  <a:lnTo>
                    <a:pt x="5137310" y="1531613"/>
                  </a:lnTo>
                  <a:lnTo>
                    <a:pt x="5067571" y="1528088"/>
                  </a:lnTo>
                  <a:lnTo>
                    <a:pt x="4983337" y="1523320"/>
                  </a:lnTo>
                  <a:lnTo>
                    <a:pt x="4888292" y="1517253"/>
                  </a:lnTo>
                  <a:lnTo>
                    <a:pt x="4786739" y="1509883"/>
                  </a:lnTo>
                  <a:lnTo>
                    <a:pt x="4682888" y="1501234"/>
                  </a:lnTo>
                  <a:lnTo>
                    <a:pt x="4580330" y="1491332"/>
                  </a:lnTo>
                  <a:lnTo>
                    <a:pt x="4481766" y="1480187"/>
                  </a:lnTo>
                  <a:lnTo>
                    <a:pt x="4388960" y="1467773"/>
                  </a:lnTo>
                  <a:lnTo>
                    <a:pt x="4302841" y="1454019"/>
                  </a:lnTo>
                  <a:lnTo>
                    <a:pt x="4223678" y="1438806"/>
                  </a:lnTo>
                  <a:lnTo>
                    <a:pt x="4151260" y="1421970"/>
                  </a:lnTo>
                  <a:lnTo>
                    <a:pt x="4085062" y="1403300"/>
                  </a:lnTo>
                  <a:lnTo>
                    <a:pt x="4024369" y="1382551"/>
                  </a:lnTo>
                  <a:lnTo>
                    <a:pt x="3968373" y="1359456"/>
                  </a:lnTo>
                  <a:lnTo>
                    <a:pt x="3916239" y="1333753"/>
                  </a:lnTo>
                  <a:lnTo>
                    <a:pt x="3867164" y="1305226"/>
                  </a:lnTo>
                  <a:lnTo>
                    <a:pt x="3829811" y="1280436"/>
                  </a:lnTo>
                  <a:lnTo>
                    <a:pt x="3783498" y="1245882"/>
                  </a:lnTo>
                  <a:lnTo>
                    <a:pt x="3738535" y="1208202"/>
                  </a:lnTo>
                  <a:lnTo>
                    <a:pt x="3694469" y="1167340"/>
                  </a:lnTo>
                  <a:lnTo>
                    <a:pt x="3650955" y="1123322"/>
                  </a:lnTo>
                  <a:lnTo>
                    <a:pt x="3607738" y="1076264"/>
                  </a:lnTo>
                  <a:lnTo>
                    <a:pt x="3564637" y="1026382"/>
                  </a:lnTo>
                  <a:lnTo>
                    <a:pt x="3521536" y="973990"/>
                  </a:lnTo>
                  <a:lnTo>
                    <a:pt x="3478374" y="919501"/>
                  </a:lnTo>
                  <a:lnTo>
                    <a:pt x="3435131" y="863414"/>
                  </a:lnTo>
                  <a:lnTo>
                    <a:pt x="3391824" y="806295"/>
                  </a:lnTo>
                  <a:lnTo>
                    <a:pt x="3348487" y="748759"/>
                  </a:lnTo>
                  <a:lnTo>
                    <a:pt x="3305165" y="691437"/>
                  </a:lnTo>
                  <a:lnTo>
                    <a:pt x="3261899" y="634953"/>
                  </a:lnTo>
                  <a:lnTo>
                    <a:pt x="3218711" y="579891"/>
                  </a:lnTo>
                  <a:lnTo>
                    <a:pt x="3175595" y="526773"/>
                  </a:lnTo>
                  <a:lnTo>
                    <a:pt x="3132504" y="476043"/>
                  </a:lnTo>
                  <a:lnTo>
                    <a:pt x="3089340" y="428046"/>
                  </a:lnTo>
                  <a:lnTo>
                    <a:pt x="3045946" y="383030"/>
                  </a:lnTo>
                  <a:lnTo>
                    <a:pt x="3002091" y="341144"/>
                  </a:lnTo>
                  <a:lnTo>
                    <a:pt x="2957461" y="302441"/>
                  </a:lnTo>
                  <a:lnTo>
                    <a:pt x="2911640" y="266890"/>
                  </a:lnTo>
                  <a:lnTo>
                    <a:pt x="2896531" y="256087"/>
                  </a:lnTo>
                  <a:lnTo>
                    <a:pt x="2849367" y="225234"/>
                  </a:lnTo>
                  <a:lnTo>
                    <a:pt x="2799730" y="197297"/>
                  </a:lnTo>
                  <a:lnTo>
                    <a:pt x="2746874" y="172146"/>
                  </a:lnTo>
                  <a:lnTo>
                    <a:pt x="2689986" y="149553"/>
                  </a:lnTo>
                  <a:lnTo>
                    <a:pt x="2628233" y="129249"/>
                  </a:lnTo>
                  <a:lnTo>
                    <a:pt x="2560818" y="110973"/>
                  </a:lnTo>
                  <a:lnTo>
                    <a:pt x="2487057" y="94484"/>
                  </a:lnTo>
                  <a:lnTo>
                    <a:pt x="2406478" y="79581"/>
                  </a:lnTo>
                  <a:lnTo>
                    <a:pt x="2318953" y="66109"/>
                  </a:lnTo>
                  <a:lnTo>
                    <a:pt x="2224870" y="53958"/>
                  </a:lnTo>
                  <a:lnTo>
                    <a:pt x="2125317" y="43068"/>
                  </a:lnTo>
                  <a:lnTo>
                    <a:pt x="2022244" y="33420"/>
                  </a:lnTo>
                  <a:lnTo>
                    <a:pt x="1918545" y="25029"/>
                  </a:lnTo>
                  <a:lnTo>
                    <a:pt x="1817967" y="17924"/>
                  </a:lnTo>
                  <a:lnTo>
                    <a:pt x="1724790" y="12125"/>
                  </a:lnTo>
                  <a:lnTo>
                    <a:pt x="1643250" y="7617"/>
                  </a:lnTo>
                  <a:lnTo>
                    <a:pt x="1576815" y="4333"/>
                  </a:lnTo>
                  <a:lnTo>
                    <a:pt x="1527472" y="2139"/>
                  </a:lnTo>
                  <a:lnTo>
                    <a:pt x="1495249" y="845"/>
                  </a:lnTo>
                  <a:lnTo>
                    <a:pt x="1478085" y="220"/>
                  </a:lnTo>
                  <a:lnTo>
                    <a:pt x="1472003" y="18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C1B3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272" name="pl1272"/>
            <p:cNvSpPr/>
            <p:nvPr/>
          </p:nvSpPr>
          <p:spPr>
            <a:xfrm>
              <a:off x="4799595" y="8641273"/>
              <a:ext cx="11981298" cy="1536523"/>
            </a:xfrm>
            <a:custGeom>
              <a:avLst/>
              <a:pathLst>
                <a:path w="11981298" h="1536523">
                  <a:moveTo>
                    <a:pt x="0" y="0"/>
                  </a:moveTo>
                  <a:lnTo>
                    <a:pt x="1471387" y="0"/>
                  </a:lnTo>
                  <a:lnTo>
                    <a:pt x="1472596" y="37"/>
                  </a:lnTo>
                  <a:lnTo>
                    <a:pt x="1480535" y="306"/>
                  </a:lnTo>
                  <a:lnTo>
                    <a:pt x="1500509" y="1047"/>
                  </a:lnTo>
                  <a:lnTo>
                    <a:pt x="1536128" y="2507"/>
                  </a:lnTo>
                  <a:lnTo>
                    <a:pt x="1589033" y="4910"/>
                  </a:lnTo>
                  <a:lnTo>
                    <a:pt x="1658771" y="8435"/>
                  </a:lnTo>
                  <a:lnTo>
                    <a:pt x="1743005" y="13203"/>
                  </a:lnTo>
                  <a:lnTo>
                    <a:pt x="1838050" y="19269"/>
                  </a:lnTo>
                  <a:lnTo>
                    <a:pt x="1939603" y="26640"/>
                  </a:lnTo>
                  <a:lnTo>
                    <a:pt x="2043454" y="35289"/>
                  </a:lnTo>
                  <a:lnTo>
                    <a:pt x="2146012" y="45191"/>
                  </a:lnTo>
                  <a:lnTo>
                    <a:pt x="2244576" y="56335"/>
                  </a:lnTo>
                  <a:lnTo>
                    <a:pt x="2337382" y="68750"/>
                  </a:lnTo>
                  <a:lnTo>
                    <a:pt x="2423501" y="82504"/>
                  </a:lnTo>
                  <a:lnTo>
                    <a:pt x="2502664" y="97716"/>
                  </a:lnTo>
                  <a:lnTo>
                    <a:pt x="2575082" y="114553"/>
                  </a:lnTo>
                  <a:lnTo>
                    <a:pt x="2641280" y="133223"/>
                  </a:lnTo>
                  <a:lnTo>
                    <a:pt x="2701973" y="153972"/>
                  </a:lnTo>
                  <a:lnTo>
                    <a:pt x="2757969" y="177067"/>
                  </a:lnTo>
                  <a:lnTo>
                    <a:pt x="2810103" y="202770"/>
                  </a:lnTo>
                  <a:lnTo>
                    <a:pt x="2859178" y="231297"/>
                  </a:lnTo>
                  <a:lnTo>
                    <a:pt x="2896531" y="256087"/>
                  </a:lnTo>
                  <a:lnTo>
                    <a:pt x="2942844" y="290641"/>
                  </a:lnTo>
                  <a:lnTo>
                    <a:pt x="2987808" y="328321"/>
                  </a:lnTo>
                  <a:lnTo>
                    <a:pt x="3031874" y="369182"/>
                  </a:lnTo>
                  <a:lnTo>
                    <a:pt x="3075387" y="413201"/>
                  </a:lnTo>
                  <a:lnTo>
                    <a:pt x="3118604" y="460258"/>
                  </a:lnTo>
                  <a:lnTo>
                    <a:pt x="3161705" y="510141"/>
                  </a:lnTo>
                  <a:lnTo>
                    <a:pt x="3204806" y="562533"/>
                  </a:lnTo>
                  <a:lnTo>
                    <a:pt x="3247969" y="617022"/>
                  </a:lnTo>
                  <a:lnTo>
                    <a:pt x="3291211" y="673109"/>
                  </a:lnTo>
                  <a:lnTo>
                    <a:pt x="3334519" y="730228"/>
                  </a:lnTo>
                  <a:lnTo>
                    <a:pt x="3377855" y="787764"/>
                  </a:lnTo>
                  <a:lnTo>
                    <a:pt x="3421177" y="845086"/>
                  </a:lnTo>
                  <a:lnTo>
                    <a:pt x="3464443" y="901570"/>
                  </a:lnTo>
                  <a:lnTo>
                    <a:pt x="3507631" y="956632"/>
                  </a:lnTo>
                  <a:lnTo>
                    <a:pt x="3550747" y="1009749"/>
                  </a:lnTo>
                  <a:lnTo>
                    <a:pt x="3593838" y="1060480"/>
                  </a:lnTo>
                  <a:lnTo>
                    <a:pt x="3637002" y="1108477"/>
                  </a:lnTo>
                  <a:lnTo>
                    <a:pt x="3680396" y="1153492"/>
                  </a:lnTo>
                  <a:lnTo>
                    <a:pt x="3724251" y="1195378"/>
                  </a:lnTo>
                  <a:lnTo>
                    <a:pt x="3768881" y="1234081"/>
                  </a:lnTo>
                  <a:lnTo>
                    <a:pt x="3814702" y="1269632"/>
                  </a:lnTo>
                  <a:lnTo>
                    <a:pt x="3829811" y="1280436"/>
                  </a:lnTo>
                  <a:lnTo>
                    <a:pt x="3876975" y="1311289"/>
                  </a:lnTo>
                  <a:lnTo>
                    <a:pt x="3926612" y="1339226"/>
                  </a:lnTo>
                  <a:lnTo>
                    <a:pt x="3979468" y="1364376"/>
                  </a:lnTo>
                  <a:lnTo>
                    <a:pt x="4036356" y="1386970"/>
                  </a:lnTo>
                  <a:lnTo>
                    <a:pt x="4098109" y="1407273"/>
                  </a:lnTo>
                  <a:lnTo>
                    <a:pt x="4165524" y="1425550"/>
                  </a:lnTo>
                  <a:lnTo>
                    <a:pt x="4239285" y="1442039"/>
                  </a:lnTo>
                  <a:lnTo>
                    <a:pt x="4319864" y="1456942"/>
                  </a:lnTo>
                  <a:lnTo>
                    <a:pt x="4407390" y="1470414"/>
                  </a:lnTo>
                  <a:lnTo>
                    <a:pt x="4501472" y="1482565"/>
                  </a:lnTo>
                  <a:lnTo>
                    <a:pt x="4601025" y="1493455"/>
                  </a:lnTo>
                  <a:lnTo>
                    <a:pt x="4704098" y="1503103"/>
                  </a:lnTo>
                  <a:lnTo>
                    <a:pt x="4807797" y="1511493"/>
                  </a:lnTo>
                  <a:lnTo>
                    <a:pt x="4908375" y="1518599"/>
                  </a:lnTo>
                  <a:lnTo>
                    <a:pt x="5001553" y="1524398"/>
                  </a:lnTo>
                  <a:lnTo>
                    <a:pt x="5083092" y="1528906"/>
                  </a:lnTo>
                  <a:lnTo>
                    <a:pt x="5149527" y="1532190"/>
                  </a:lnTo>
                  <a:lnTo>
                    <a:pt x="5198870" y="1534383"/>
                  </a:lnTo>
                  <a:lnTo>
                    <a:pt x="5231093" y="1535677"/>
                  </a:lnTo>
                  <a:lnTo>
                    <a:pt x="5248257" y="1536302"/>
                  </a:lnTo>
                  <a:lnTo>
                    <a:pt x="5254339" y="1536504"/>
                  </a:lnTo>
                  <a:lnTo>
                    <a:pt x="5254955" y="1536523"/>
                  </a:lnTo>
                  <a:lnTo>
                    <a:pt x="6726343" y="1536523"/>
                  </a:lnTo>
                  <a:lnTo>
                    <a:pt x="6727553" y="1536486"/>
                  </a:lnTo>
                  <a:lnTo>
                    <a:pt x="6735499" y="1536223"/>
                  </a:lnTo>
                  <a:lnTo>
                    <a:pt x="6755492" y="1535497"/>
                  </a:lnTo>
                  <a:lnTo>
                    <a:pt x="6791142" y="1534066"/>
                  </a:lnTo>
                  <a:lnTo>
                    <a:pt x="6844090" y="1531713"/>
                  </a:lnTo>
                  <a:lnTo>
                    <a:pt x="6913880" y="1528259"/>
                  </a:lnTo>
                  <a:lnTo>
                    <a:pt x="6998169" y="1523588"/>
                  </a:lnTo>
                  <a:lnTo>
                    <a:pt x="7093267" y="1517646"/>
                  </a:lnTo>
                  <a:lnTo>
                    <a:pt x="7194865" y="1510427"/>
                  </a:lnTo>
                  <a:lnTo>
                    <a:pt x="7298751" y="1501954"/>
                  </a:lnTo>
                  <a:lnTo>
                    <a:pt x="7401333" y="1492256"/>
                  </a:lnTo>
                  <a:lnTo>
                    <a:pt x="7499911" y="1481340"/>
                  </a:lnTo>
                  <a:lnTo>
                    <a:pt x="7592721" y="1469181"/>
                  </a:lnTo>
                  <a:lnTo>
                    <a:pt x="7678838" y="1455709"/>
                  </a:lnTo>
                  <a:lnTo>
                    <a:pt x="7757994" y="1440808"/>
                  </a:lnTo>
                  <a:lnTo>
                    <a:pt x="7830402" y="1424316"/>
                  </a:lnTo>
                  <a:lnTo>
                    <a:pt x="7896590" y="1406027"/>
                  </a:lnTo>
                  <a:lnTo>
                    <a:pt x="7957274" y="1385700"/>
                  </a:lnTo>
                  <a:lnTo>
                    <a:pt x="8013262" y="1363074"/>
                  </a:lnTo>
                  <a:lnTo>
                    <a:pt x="8065391" y="1337892"/>
                  </a:lnTo>
                  <a:lnTo>
                    <a:pt x="8114464" y="1309944"/>
                  </a:lnTo>
                  <a:lnTo>
                    <a:pt x="8151487" y="1285885"/>
                  </a:lnTo>
                  <a:lnTo>
                    <a:pt x="8198066" y="1251859"/>
                  </a:lnTo>
                  <a:lnTo>
                    <a:pt x="8243282" y="1214739"/>
                  </a:lnTo>
                  <a:lnTo>
                    <a:pt x="8287595" y="1174467"/>
                  </a:lnTo>
                  <a:lnTo>
                    <a:pt x="8331354" y="1131072"/>
                  </a:lnTo>
                  <a:lnTo>
                    <a:pt x="8374819" y="1084670"/>
                  </a:lnTo>
                  <a:lnTo>
                    <a:pt x="8418169" y="1035480"/>
                  </a:lnTo>
                  <a:lnTo>
                    <a:pt x="8461523" y="983817"/>
                  </a:lnTo>
                  <a:lnTo>
                    <a:pt x="8504941" y="930097"/>
                  </a:lnTo>
                  <a:lnTo>
                    <a:pt x="8548440" y="874819"/>
                  </a:lnTo>
                  <a:lnTo>
                    <a:pt x="8592003" y="818551"/>
                  </a:lnTo>
                  <a:lnTo>
                    <a:pt x="8635593" y="761906"/>
                  </a:lnTo>
                  <a:lnTo>
                    <a:pt x="8679164" y="705513"/>
                  </a:lnTo>
                  <a:lnTo>
                    <a:pt x="8722678" y="649991"/>
                  </a:lnTo>
                  <a:lnTo>
                    <a:pt x="8766112" y="595920"/>
                  </a:lnTo>
                  <a:lnTo>
                    <a:pt x="8809475" y="543813"/>
                  </a:lnTo>
                  <a:lnTo>
                    <a:pt x="8852819" y="494102"/>
                  </a:lnTo>
                  <a:lnTo>
                    <a:pt x="8896248" y="447126"/>
                  </a:lnTo>
                  <a:lnTo>
                    <a:pt x="8939931" y="403121"/>
                  </a:lnTo>
                  <a:lnTo>
                    <a:pt x="8984110" y="362224"/>
                  </a:lnTo>
                  <a:lnTo>
                    <a:pt x="9029114" y="324480"/>
                  </a:lnTo>
                  <a:lnTo>
                    <a:pt x="9075379" y="289848"/>
                  </a:lnTo>
                  <a:lnTo>
                    <a:pt x="9084767" y="283330"/>
                  </a:lnTo>
                  <a:lnTo>
                    <a:pt x="9131946" y="253124"/>
                  </a:lnTo>
                  <a:lnTo>
                    <a:pt x="9181602" y="225774"/>
                  </a:lnTo>
                  <a:lnTo>
                    <a:pt x="9234477" y="201153"/>
                  </a:lnTo>
                  <a:lnTo>
                    <a:pt x="9291389" y="179035"/>
                  </a:lnTo>
                  <a:lnTo>
                    <a:pt x="9353171" y="159160"/>
                  </a:lnTo>
                  <a:lnTo>
                    <a:pt x="9420619" y="141270"/>
                  </a:lnTo>
                  <a:lnTo>
                    <a:pt x="9494418" y="125130"/>
                  </a:lnTo>
                  <a:lnTo>
                    <a:pt x="9575042" y="110543"/>
                  </a:lnTo>
                  <a:lnTo>
                    <a:pt x="9662615" y="97357"/>
                  </a:lnTo>
                  <a:lnTo>
                    <a:pt x="9756748" y="85465"/>
                  </a:lnTo>
                  <a:lnTo>
                    <a:pt x="9856349" y="74807"/>
                  </a:lnTo>
                  <a:lnTo>
                    <a:pt x="9959464" y="65366"/>
                  </a:lnTo>
                  <a:lnTo>
                    <a:pt x="10063193" y="57156"/>
                  </a:lnTo>
                  <a:lnTo>
                    <a:pt x="10163781" y="50206"/>
                  </a:lnTo>
                  <a:lnTo>
                    <a:pt x="10256943" y="44534"/>
                  </a:lnTo>
                  <a:lnTo>
                    <a:pt x="10338440" y="40127"/>
                  </a:lnTo>
                  <a:lnTo>
                    <a:pt x="10404807" y="36918"/>
                  </a:lnTo>
                  <a:lnTo>
                    <a:pt x="10454066" y="34776"/>
                  </a:lnTo>
                  <a:lnTo>
                    <a:pt x="10486200" y="33514"/>
                  </a:lnTo>
                  <a:lnTo>
                    <a:pt x="10503283" y="32905"/>
                  </a:lnTo>
                  <a:lnTo>
                    <a:pt x="10509310" y="32710"/>
                  </a:lnTo>
                  <a:lnTo>
                    <a:pt x="10509911" y="32691"/>
                  </a:lnTo>
                  <a:lnTo>
                    <a:pt x="11981298" y="3269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73" name="pl1273"/>
            <p:cNvSpPr/>
            <p:nvPr/>
          </p:nvSpPr>
          <p:spPr>
            <a:xfrm>
              <a:off x="4799595" y="8633100"/>
              <a:ext cx="11981298" cy="1536523"/>
            </a:xfrm>
            <a:custGeom>
              <a:avLst/>
              <a:pathLst>
                <a:path w="11981298" h="1536523">
                  <a:moveTo>
                    <a:pt x="11981298" y="32691"/>
                  </a:moveTo>
                  <a:lnTo>
                    <a:pt x="10509911" y="32691"/>
                  </a:lnTo>
                  <a:lnTo>
                    <a:pt x="10508700" y="32728"/>
                  </a:lnTo>
                  <a:lnTo>
                    <a:pt x="10500754" y="32991"/>
                  </a:lnTo>
                  <a:lnTo>
                    <a:pt x="10480762" y="33718"/>
                  </a:lnTo>
                  <a:lnTo>
                    <a:pt x="10445111" y="35148"/>
                  </a:lnTo>
                  <a:lnTo>
                    <a:pt x="10392164" y="37502"/>
                  </a:lnTo>
                  <a:lnTo>
                    <a:pt x="10322373" y="40956"/>
                  </a:lnTo>
                  <a:lnTo>
                    <a:pt x="10238084" y="45626"/>
                  </a:lnTo>
                  <a:lnTo>
                    <a:pt x="10142986" y="51569"/>
                  </a:lnTo>
                  <a:lnTo>
                    <a:pt x="10041388" y="58788"/>
                  </a:lnTo>
                  <a:lnTo>
                    <a:pt x="9937502" y="67260"/>
                  </a:lnTo>
                  <a:lnTo>
                    <a:pt x="9834920" y="76958"/>
                  </a:lnTo>
                  <a:lnTo>
                    <a:pt x="9736342" y="87874"/>
                  </a:lnTo>
                  <a:lnTo>
                    <a:pt x="9643532" y="100034"/>
                  </a:lnTo>
                  <a:lnTo>
                    <a:pt x="9557416" y="113506"/>
                  </a:lnTo>
                  <a:lnTo>
                    <a:pt x="9478259" y="128407"/>
                  </a:lnTo>
                  <a:lnTo>
                    <a:pt x="9405851" y="144899"/>
                  </a:lnTo>
                  <a:lnTo>
                    <a:pt x="9339663" y="163188"/>
                  </a:lnTo>
                  <a:lnTo>
                    <a:pt x="9278980" y="183515"/>
                  </a:lnTo>
                  <a:lnTo>
                    <a:pt x="9222991" y="206141"/>
                  </a:lnTo>
                  <a:lnTo>
                    <a:pt x="9170862" y="231322"/>
                  </a:lnTo>
                  <a:lnTo>
                    <a:pt x="9121789" y="259270"/>
                  </a:lnTo>
                  <a:lnTo>
                    <a:pt x="9084767" y="283330"/>
                  </a:lnTo>
                  <a:lnTo>
                    <a:pt x="9038188" y="317355"/>
                  </a:lnTo>
                  <a:lnTo>
                    <a:pt x="8992971" y="354476"/>
                  </a:lnTo>
                  <a:lnTo>
                    <a:pt x="8948658" y="394747"/>
                  </a:lnTo>
                  <a:lnTo>
                    <a:pt x="8904899" y="438143"/>
                  </a:lnTo>
                  <a:lnTo>
                    <a:pt x="8861435" y="484544"/>
                  </a:lnTo>
                  <a:lnTo>
                    <a:pt x="8818084" y="533735"/>
                  </a:lnTo>
                  <a:lnTo>
                    <a:pt x="8774730" y="585397"/>
                  </a:lnTo>
                  <a:lnTo>
                    <a:pt x="8731312" y="639117"/>
                  </a:lnTo>
                  <a:lnTo>
                    <a:pt x="8687814" y="694396"/>
                  </a:lnTo>
                  <a:lnTo>
                    <a:pt x="8644251" y="750664"/>
                  </a:lnTo>
                  <a:lnTo>
                    <a:pt x="8600661" y="807309"/>
                  </a:lnTo>
                  <a:lnTo>
                    <a:pt x="8557089" y="863702"/>
                  </a:lnTo>
                  <a:lnTo>
                    <a:pt x="8513575" y="919223"/>
                  </a:lnTo>
                  <a:lnTo>
                    <a:pt x="8470142" y="973295"/>
                  </a:lnTo>
                  <a:lnTo>
                    <a:pt x="8426778" y="1025402"/>
                  </a:lnTo>
                  <a:lnTo>
                    <a:pt x="8383434" y="1075112"/>
                  </a:lnTo>
                  <a:lnTo>
                    <a:pt x="8340005" y="1122088"/>
                  </a:lnTo>
                  <a:lnTo>
                    <a:pt x="8296322" y="1166093"/>
                  </a:lnTo>
                  <a:lnTo>
                    <a:pt x="8252144" y="1206990"/>
                  </a:lnTo>
                  <a:lnTo>
                    <a:pt x="8207140" y="1244735"/>
                  </a:lnTo>
                  <a:lnTo>
                    <a:pt x="8160874" y="1279367"/>
                  </a:lnTo>
                  <a:lnTo>
                    <a:pt x="8151487" y="1285885"/>
                  </a:lnTo>
                  <a:lnTo>
                    <a:pt x="8104307" y="1316091"/>
                  </a:lnTo>
                  <a:lnTo>
                    <a:pt x="8054652" y="1343441"/>
                  </a:lnTo>
                  <a:lnTo>
                    <a:pt x="8001776" y="1368062"/>
                  </a:lnTo>
                  <a:lnTo>
                    <a:pt x="7944864" y="1390180"/>
                  </a:lnTo>
                  <a:lnTo>
                    <a:pt x="7883082" y="1410054"/>
                  </a:lnTo>
                  <a:lnTo>
                    <a:pt x="7815634" y="1427945"/>
                  </a:lnTo>
                  <a:lnTo>
                    <a:pt x="7741835" y="1444085"/>
                  </a:lnTo>
                  <a:lnTo>
                    <a:pt x="7661212" y="1458671"/>
                  </a:lnTo>
                  <a:lnTo>
                    <a:pt x="7573639" y="1471858"/>
                  </a:lnTo>
                  <a:lnTo>
                    <a:pt x="7479506" y="1483750"/>
                  </a:lnTo>
                  <a:lnTo>
                    <a:pt x="7379904" y="1494408"/>
                  </a:lnTo>
                  <a:lnTo>
                    <a:pt x="7276789" y="1503849"/>
                  </a:lnTo>
                  <a:lnTo>
                    <a:pt x="7173060" y="1512058"/>
                  </a:lnTo>
                  <a:lnTo>
                    <a:pt x="7072473" y="1519009"/>
                  </a:lnTo>
                  <a:lnTo>
                    <a:pt x="6979310" y="1524681"/>
                  </a:lnTo>
                  <a:lnTo>
                    <a:pt x="6897813" y="1529088"/>
                  </a:lnTo>
                  <a:lnTo>
                    <a:pt x="6831446" y="1532297"/>
                  </a:lnTo>
                  <a:lnTo>
                    <a:pt x="6782187" y="1534439"/>
                  </a:lnTo>
                  <a:lnTo>
                    <a:pt x="6750053" y="1535701"/>
                  </a:lnTo>
                  <a:lnTo>
                    <a:pt x="6732970" y="1536309"/>
                  </a:lnTo>
                  <a:lnTo>
                    <a:pt x="6726943" y="1536505"/>
                  </a:lnTo>
                  <a:lnTo>
                    <a:pt x="6726343" y="1536523"/>
                  </a:lnTo>
                  <a:lnTo>
                    <a:pt x="5254955" y="1536523"/>
                  </a:lnTo>
                  <a:lnTo>
                    <a:pt x="5253746" y="1536486"/>
                  </a:lnTo>
                  <a:lnTo>
                    <a:pt x="5245807" y="1536217"/>
                  </a:lnTo>
                  <a:lnTo>
                    <a:pt x="5225833" y="1535475"/>
                  </a:lnTo>
                  <a:lnTo>
                    <a:pt x="5190214" y="1534015"/>
                  </a:lnTo>
                  <a:lnTo>
                    <a:pt x="5137310" y="1531613"/>
                  </a:lnTo>
                  <a:lnTo>
                    <a:pt x="5067571" y="1528088"/>
                  </a:lnTo>
                  <a:lnTo>
                    <a:pt x="4983337" y="1523320"/>
                  </a:lnTo>
                  <a:lnTo>
                    <a:pt x="4888292" y="1517253"/>
                  </a:lnTo>
                  <a:lnTo>
                    <a:pt x="4786739" y="1509883"/>
                  </a:lnTo>
                  <a:lnTo>
                    <a:pt x="4682888" y="1501234"/>
                  </a:lnTo>
                  <a:lnTo>
                    <a:pt x="4580330" y="1491332"/>
                  </a:lnTo>
                  <a:lnTo>
                    <a:pt x="4481766" y="1480187"/>
                  </a:lnTo>
                  <a:lnTo>
                    <a:pt x="4388960" y="1467773"/>
                  </a:lnTo>
                  <a:lnTo>
                    <a:pt x="4302841" y="1454019"/>
                  </a:lnTo>
                  <a:lnTo>
                    <a:pt x="4223678" y="1438806"/>
                  </a:lnTo>
                  <a:lnTo>
                    <a:pt x="4151260" y="1421970"/>
                  </a:lnTo>
                  <a:lnTo>
                    <a:pt x="4085062" y="1403300"/>
                  </a:lnTo>
                  <a:lnTo>
                    <a:pt x="4024369" y="1382551"/>
                  </a:lnTo>
                  <a:lnTo>
                    <a:pt x="3968373" y="1359456"/>
                  </a:lnTo>
                  <a:lnTo>
                    <a:pt x="3916239" y="1333753"/>
                  </a:lnTo>
                  <a:lnTo>
                    <a:pt x="3867164" y="1305226"/>
                  </a:lnTo>
                  <a:lnTo>
                    <a:pt x="3829811" y="1280436"/>
                  </a:lnTo>
                  <a:lnTo>
                    <a:pt x="3783498" y="1245882"/>
                  </a:lnTo>
                  <a:lnTo>
                    <a:pt x="3738535" y="1208202"/>
                  </a:lnTo>
                  <a:lnTo>
                    <a:pt x="3694469" y="1167340"/>
                  </a:lnTo>
                  <a:lnTo>
                    <a:pt x="3650955" y="1123322"/>
                  </a:lnTo>
                  <a:lnTo>
                    <a:pt x="3607738" y="1076264"/>
                  </a:lnTo>
                  <a:lnTo>
                    <a:pt x="3564637" y="1026382"/>
                  </a:lnTo>
                  <a:lnTo>
                    <a:pt x="3521536" y="973990"/>
                  </a:lnTo>
                  <a:lnTo>
                    <a:pt x="3478374" y="919501"/>
                  </a:lnTo>
                  <a:lnTo>
                    <a:pt x="3435131" y="863414"/>
                  </a:lnTo>
                  <a:lnTo>
                    <a:pt x="3391824" y="806295"/>
                  </a:lnTo>
                  <a:lnTo>
                    <a:pt x="3348487" y="748759"/>
                  </a:lnTo>
                  <a:lnTo>
                    <a:pt x="3305165" y="691437"/>
                  </a:lnTo>
                  <a:lnTo>
                    <a:pt x="3261899" y="634953"/>
                  </a:lnTo>
                  <a:lnTo>
                    <a:pt x="3218711" y="579891"/>
                  </a:lnTo>
                  <a:lnTo>
                    <a:pt x="3175595" y="526773"/>
                  </a:lnTo>
                  <a:lnTo>
                    <a:pt x="3132504" y="476043"/>
                  </a:lnTo>
                  <a:lnTo>
                    <a:pt x="3089340" y="428046"/>
                  </a:lnTo>
                  <a:lnTo>
                    <a:pt x="3045946" y="383030"/>
                  </a:lnTo>
                  <a:lnTo>
                    <a:pt x="3002091" y="341144"/>
                  </a:lnTo>
                  <a:lnTo>
                    <a:pt x="2957461" y="302441"/>
                  </a:lnTo>
                  <a:lnTo>
                    <a:pt x="2911640" y="266890"/>
                  </a:lnTo>
                  <a:lnTo>
                    <a:pt x="2896531" y="256087"/>
                  </a:lnTo>
                  <a:lnTo>
                    <a:pt x="2849367" y="225234"/>
                  </a:lnTo>
                  <a:lnTo>
                    <a:pt x="2799730" y="197297"/>
                  </a:lnTo>
                  <a:lnTo>
                    <a:pt x="2746874" y="172146"/>
                  </a:lnTo>
                  <a:lnTo>
                    <a:pt x="2689986" y="149553"/>
                  </a:lnTo>
                  <a:lnTo>
                    <a:pt x="2628233" y="129249"/>
                  </a:lnTo>
                  <a:lnTo>
                    <a:pt x="2560818" y="110973"/>
                  </a:lnTo>
                  <a:lnTo>
                    <a:pt x="2487057" y="94484"/>
                  </a:lnTo>
                  <a:lnTo>
                    <a:pt x="2406478" y="79581"/>
                  </a:lnTo>
                  <a:lnTo>
                    <a:pt x="2318953" y="66109"/>
                  </a:lnTo>
                  <a:lnTo>
                    <a:pt x="2224870" y="53958"/>
                  </a:lnTo>
                  <a:lnTo>
                    <a:pt x="2125317" y="43068"/>
                  </a:lnTo>
                  <a:lnTo>
                    <a:pt x="2022244" y="33420"/>
                  </a:lnTo>
                  <a:lnTo>
                    <a:pt x="1918545" y="25029"/>
                  </a:lnTo>
                  <a:lnTo>
                    <a:pt x="1817967" y="17924"/>
                  </a:lnTo>
                  <a:lnTo>
                    <a:pt x="1724790" y="12125"/>
                  </a:lnTo>
                  <a:lnTo>
                    <a:pt x="1643250" y="7617"/>
                  </a:lnTo>
                  <a:lnTo>
                    <a:pt x="1576815" y="4333"/>
                  </a:lnTo>
                  <a:lnTo>
                    <a:pt x="1527472" y="2139"/>
                  </a:lnTo>
                  <a:lnTo>
                    <a:pt x="1495249" y="845"/>
                  </a:lnTo>
                  <a:lnTo>
                    <a:pt x="1478085" y="220"/>
                  </a:lnTo>
                  <a:lnTo>
                    <a:pt x="1472003" y="18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74" name="pg1274"/>
            <p:cNvSpPr/>
            <p:nvPr/>
          </p:nvSpPr>
          <p:spPr>
            <a:xfrm>
              <a:off x="4799595" y="4481217"/>
              <a:ext cx="11981298" cy="3988423"/>
            </a:xfrm>
            <a:custGeom>
              <a:avLst/>
              <a:pathLst>
                <a:path w="11981298" h="3988423">
                  <a:moveTo>
                    <a:pt x="0" y="3988423"/>
                  </a:moveTo>
                  <a:lnTo>
                    <a:pt x="1471387" y="3988423"/>
                  </a:lnTo>
                  <a:lnTo>
                    <a:pt x="1472622" y="3988411"/>
                  </a:lnTo>
                  <a:lnTo>
                    <a:pt x="1480726" y="3988326"/>
                  </a:lnTo>
                  <a:lnTo>
                    <a:pt x="1501104" y="3988092"/>
                  </a:lnTo>
                  <a:lnTo>
                    <a:pt x="1537408" y="3987632"/>
                  </a:lnTo>
                  <a:lnTo>
                    <a:pt x="1591261" y="3986875"/>
                  </a:lnTo>
                  <a:lnTo>
                    <a:pt x="1662135" y="3985765"/>
                  </a:lnTo>
                  <a:lnTo>
                    <a:pt x="1747574" y="3984265"/>
                  </a:lnTo>
                  <a:lnTo>
                    <a:pt x="1843768" y="3982358"/>
                  </a:lnTo>
                  <a:lnTo>
                    <a:pt x="1946308" y="3980043"/>
                  </a:lnTo>
                  <a:lnTo>
                    <a:pt x="2050922" y="3977328"/>
                  </a:lnTo>
                  <a:lnTo>
                    <a:pt x="2153996" y="3974222"/>
                  </a:lnTo>
                  <a:lnTo>
                    <a:pt x="2252844" y="3970727"/>
                  </a:lnTo>
                  <a:lnTo>
                    <a:pt x="2345739" y="3966833"/>
                  </a:lnTo>
                  <a:lnTo>
                    <a:pt x="2431799" y="3962517"/>
                  </a:lnTo>
                  <a:lnTo>
                    <a:pt x="2510807" y="3957740"/>
                  </a:lnTo>
                  <a:lnTo>
                    <a:pt x="2583016" y="3952448"/>
                  </a:lnTo>
                  <a:lnTo>
                    <a:pt x="2648992" y="3946574"/>
                  </a:lnTo>
                  <a:lnTo>
                    <a:pt x="2709481" y="3940039"/>
                  </a:lnTo>
                  <a:lnTo>
                    <a:pt x="2765314" y="3932759"/>
                  </a:lnTo>
                  <a:lnTo>
                    <a:pt x="2817344" y="3924653"/>
                  </a:lnTo>
                  <a:lnTo>
                    <a:pt x="2866382" y="3915655"/>
                  </a:lnTo>
                  <a:lnTo>
                    <a:pt x="2896531" y="3909417"/>
                  </a:lnTo>
                  <a:lnTo>
                    <a:pt x="2951290" y="3896669"/>
                  </a:lnTo>
                  <a:lnTo>
                    <a:pt x="3004276" y="3882560"/>
                  </a:lnTo>
                  <a:lnTo>
                    <a:pt x="3056192" y="3867070"/>
                  </a:lnTo>
                  <a:lnTo>
                    <a:pt x="3107542" y="3850236"/>
                  </a:lnTo>
                  <a:lnTo>
                    <a:pt x="3158669" y="3832150"/>
                  </a:lnTo>
                  <a:lnTo>
                    <a:pt x="3209785" y="3812965"/>
                  </a:lnTo>
                  <a:lnTo>
                    <a:pt x="3260991" y="3792895"/>
                  </a:lnTo>
                  <a:lnTo>
                    <a:pt x="3312307" y="3772203"/>
                  </a:lnTo>
                  <a:lnTo>
                    <a:pt x="3363691" y="3751193"/>
                  </a:lnTo>
                  <a:lnTo>
                    <a:pt x="3415074" y="3730186"/>
                  </a:lnTo>
                  <a:lnTo>
                    <a:pt x="3466388" y="3709504"/>
                  </a:lnTo>
                  <a:lnTo>
                    <a:pt x="3517592" y="3689449"/>
                  </a:lnTo>
                  <a:lnTo>
                    <a:pt x="3568706" y="3670284"/>
                  </a:lnTo>
                  <a:lnTo>
                    <a:pt x="3619836" y="3652222"/>
                  </a:lnTo>
                  <a:lnTo>
                    <a:pt x="3671193" y="3635414"/>
                  </a:lnTo>
                  <a:lnTo>
                    <a:pt x="3723125" y="3619953"/>
                  </a:lnTo>
                  <a:lnTo>
                    <a:pt x="3776139" y="3605871"/>
                  </a:lnTo>
                  <a:lnTo>
                    <a:pt x="3829811" y="3593394"/>
                  </a:lnTo>
                  <a:lnTo>
                    <a:pt x="3877323" y="3583811"/>
                  </a:lnTo>
                  <a:lnTo>
                    <a:pt x="3927349" y="3575139"/>
                  </a:lnTo>
                  <a:lnTo>
                    <a:pt x="3980652" y="3567339"/>
                  </a:lnTo>
                  <a:lnTo>
                    <a:pt x="4038063" y="3560338"/>
                  </a:lnTo>
                  <a:lnTo>
                    <a:pt x="4100435" y="3554050"/>
                  </a:lnTo>
                  <a:lnTo>
                    <a:pt x="4168577" y="3548394"/>
                  </a:lnTo>
                  <a:lnTo>
                    <a:pt x="4243182" y="3543295"/>
                  </a:lnTo>
                  <a:lnTo>
                    <a:pt x="4324721" y="3538689"/>
                  </a:lnTo>
                  <a:lnTo>
                    <a:pt x="4413298" y="3534529"/>
                  </a:lnTo>
                  <a:lnTo>
                    <a:pt x="4508479" y="3530781"/>
                  </a:lnTo>
                  <a:lnTo>
                    <a:pt x="4609096" y="3527426"/>
                  </a:lnTo>
                  <a:lnTo>
                    <a:pt x="4713085" y="3524460"/>
                  </a:lnTo>
                  <a:lnTo>
                    <a:pt x="4817412" y="3521889"/>
                  </a:lnTo>
                  <a:lnTo>
                    <a:pt x="4918180" y="3519720"/>
                  </a:lnTo>
                  <a:lnTo>
                    <a:pt x="5010995" y="3517960"/>
                  </a:lnTo>
                  <a:lnTo>
                    <a:pt x="5091572" y="3516603"/>
                  </a:lnTo>
                  <a:lnTo>
                    <a:pt x="5156508" y="3515626"/>
                  </a:lnTo>
                  <a:lnTo>
                    <a:pt x="5203991" y="3514983"/>
                  </a:lnTo>
                  <a:lnTo>
                    <a:pt x="5234261" y="3514613"/>
                  </a:lnTo>
                  <a:lnTo>
                    <a:pt x="5249701" y="3514442"/>
                  </a:lnTo>
                  <a:lnTo>
                    <a:pt x="5254625" y="3514392"/>
                  </a:lnTo>
                  <a:lnTo>
                    <a:pt x="5254955" y="3514389"/>
                  </a:lnTo>
                  <a:lnTo>
                    <a:pt x="6726343" y="3514389"/>
                  </a:lnTo>
                  <a:lnTo>
                    <a:pt x="6727447" y="3514311"/>
                  </a:lnTo>
                  <a:lnTo>
                    <a:pt x="6734709" y="3513753"/>
                  </a:lnTo>
                  <a:lnTo>
                    <a:pt x="6753033" y="3512212"/>
                  </a:lnTo>
                  <a:lnTo>
                    <a:pt x="6785837" y="3509177"/>
                  </a:lnTo>
                  <a:lnTo>
                    <a:pt x="6834817" y="3504175"/>
                  </a:lnTo>
                  <a:lnTo>
                    <a:pt x="6899819" y="3496814"/>
                  </a:lnTo>
                  <a:lnTo>
                    <a:pt x="6978970" y="3486824"/>
                  </a:lnTo>
                  <a:lnTo>
                    <a:pt x="7069098" y="3474062"/>
                  </a:lnTo>
                  <a:lnTo>
                    <a:pt x="7166343" y="3458498"/>
                  </a:lnTo>
                  <a:lnTo>
                    <a:pt x="7266790" y="3440173"/>
                  </a:lnTo>
                  <a:lnTo>
                    <a:pt x="7366964" y="3419146"/>
                  </a:lnTo>
                  <a:lnTo>
                    <a:pt x="7464128" y="3395453"/>
                  </a:lnTo>
                  <a:lnTo>
                    <a:pt x="7556384" y="3369069"/>
                  </a:lnTo>
                  <a:lnTo>
                    <a:pt x="7642610" y="3339882"/>
                  </a:lnTo>
                  <a:lnTo>
                    <a:pt x="7722339" y="3307689"/>
                  </a:lnTo>
                  <a:lnTo>
                    <a:pt x="7795588" y="3272188"/>
                  </a:lnTo>
                  <a:lnTo>
                    <a:pt x="7862721" y="3232983"/>
                  </a:lnTo>
                  <a:lnTo>
                    <a:pt x="7924314" y="3189599"/>
                  </a:lnTo>
                  <a:lnTo>
                    <a:pt x="7981069" y="3141499"/>
                  </a:lnTo>
                  <a:lnTo>
                    <a:pt x="8033740" y="3088125"/>
                  </a:lnTo>
                  <a:lnTo>
                    <a:pt x="8083081" y="3028955"/>
                  </a:lnTo>
                  <a:lnTo>
                    <a:pt x="8129804" y="2963612"/>
                  </a:lnTo>
                  <a:lnTo>
                    <a:pt x="8151487" y="2930019"/>
                  </a:lnTo>
                  <a:lnTo>
                    <a:pt x="8186002" y="2872186"/>
                  </a:lnTo>
                  <a:lnTo>
                    <a:pt x="8219701" y="2810455"/>
                  </a:lnTo>
                  <a:lnTo>
                    <a:pt x="8252788" y="2744748"/>
                  </a:lnTo>
                  <a:lnTo>
                    <a:pt x="8285431" y="2675038"/>
                  </a:lnTo>
                  <a:lnTo>
                    <a:pt x="8317766" y="2601354"/>
                  </a:lnTo>
                  <a:lnTo>
                    <a:pt x="8349904" y="2523792"/>
                  </a:lnTo>
                  <a:lnTo>
                    <a:pt x="8381929" y="2442512"/>
                  </a:lnTo>
                  <a:lnTo>
                    <a:pt x="8413906" y="2357746"/>
                  </a:lnTo>
                  <a:lnTo>
                    <a:pt x="8445882" y="2269794"/>
                  </a:lnTo>
                  <a:lnTo>
                    <a:pt x="8477884" y="2179024"/>
                  </a:lnTo>
                  <a:lnTo>
                    <a:pt x="8509928" y="2085866"/>
                  </a:lnTo>
                  <a:lnTo>
                    <a:pt x="8542017" y="1990807"/>
                  </a:lnTo>
                  <a:lnTo>
                    <a:pt x="8574143" y="1894379"/>
                  </a:lnTo>
                  <a:lnTo>
                    <a:pt x="8606293" y="1797147"/>
                  </a:lnTo>
                  <a:lnTo>
                    <a:pt x="8638450" y="1699698"/>
                  </a:lnTo>
                  <a:lnTo>
                    <a:pt x="8670596" y="1602622"/>
                  </a:lnTo>
                  <a:lnTo>
                    <a:pt x="8702713" y="1506501"/>
                  </a:lnTo>
                  <a:lnTo>
                    <a:pt x="8734790" y="1411894"/>
                  </a:lnTo>
                  <a:lnTo>
                    <a:pt x="8766822" y="1319322"/>
                  </a:lnTo>
                  <a:lnTo>
                    <a:pt x="8798815" y="1229256"/>
                  </a:lnTo>
                  <a:lnTo>
                    <a:pt x="8830788" y="1142112"/>
                  </a:lnTo>
                  <a:lnTo>
                    <a:pt x="8862773" y="1058240"/>
                  </a:lnTo>
                  <a:lnTo>
                    <a:pt x="8894821" y="977922"/>
                  </a:lnTo>
                  <a:lnTo>
                    <a:pt x="8927001" y="901371"/>
                  </a:lnTo>
                  <a:lnTo>
                    <a:pt x="8959406" y="828730"/>
                  </a:lnTo>
                  <a:lnTo>
                    <a:pt x="8992152" y="760076"/>
                  </a:lnTo>
                  <a:lnTo>
                    <a:pt x="9025383" y="695424"/>
                  </a:lnTo>
                  <a:lnTo>
                    <a:pt x="9059276" y="634732"/>
                  </a:lnTo>
                  <a:lnTo>
                    <a:pt x="9084767" y="592542"/>
                  </a:lnTo>
                  <a:lnTo>
                    <a:pt x="9130462" y="524182"/>
                  </a:lnTo>
                  <a:lnTo>
                    <a:pt x="9178463" y="462083"/>
                  </a:lnTo>
                  <a:lnTo>
                    <a:pt x="9229443" y="405986"/>
                  </a:lnTo>
                  <a:lnTo>
                    <a:pt x="9284142" y="355425"/>
                  </a:lnTo>
                  <a:lnTo>
                    <a:pt x="9343321" y="309847"/>
                  </a:lnTo>
                  <a:lnTo>
                    <a:pt x="9407714" y="268700"/>
                  </a:lnTo>
                  <a:lnTo>
                    <a:pt x="9477967" y="231476"/>
                  </a:lnTo>
                  <a:lnTo>
                    <a:pt x="9554559" y="197738"/>
                  </a:lnTo>
                  <a:lnTo>
                    <a:pt x="9637691" y="167140"/>
                  </a:lnTo>
                  <a:lnTo>
                    <a:pt x="9727149" y="139430"/>
                  </a:lnTo>
                  <a:lnTo>
                    <a:pt x="9822145" y="114454"/>
                  </a:lnTo>
                  <a:lnTo>
                    <a:pt x="9921164" y="92146"/>
                  </a:lnTo>
                  <a:lnTo>
                    <a:pt x="10021872" y="72517"/>
                  </a:lnTo>
                  <a:lnTo>
                    <a:pt x="10121125" y="55621"/>
                  </a:lnTo>
                  <a:lnTo>
                    <a:pt x="10215168" y="41512"/>
                  </a:lnTo>
                  <a:lnTo>
                    <a:pt x="10300041" y="30202"/>
                  </a:lnTo>
                  <a:lnTo>
                    <a:pt x="10372160" y="21605"/>
                  </a:lnTo>
                  <a:lnTo>
                    <a:pt x="10428962" y="15513"/>
                  </a:lnTo>
                  <a:lnTo>
                    <a:pt x="10469431" y="11589"/>
                  </a:lnTo>
                  <a:lnTo>
                    <a:pt x="10494378" y="9394"/>
                  </a:lnTo>
                  <a:lnTo>
                    <a:pt x="10506424" y="8428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8807" y="78"/>
                  </a:lnTo>
                  <a:lnTo>
                    <a:pt x="10501544" y="635"/>
                  </a:lnTo>
                  <a:lnTo>
                    <a:pt x="10483220" y="2176"/>
                  </a:lnTo>
                  <a:lnTo>
                    <a:pt x="10450417" y="5211"/>
                  </a:lnTo>
                  <a:lnTo>
                    <a:pt x="10401436" y="10213"/>
                  </a:lnTo>
                  <a:lnTo>
                    <a:pt x="10336434" y="17574"/>
                  </a:lnTo>
                  <a:lnTo>
                    <a:pt x="10257283" y="27565"/>
                  </a:lnTo>
                  <a:lnTo>
                    <a:pt x="10167156" y="40326"/>
                  </a:lnTo>
                  <a:lnTo>
                    <a:pt x="10069910" y="55890"/>
                  </a:lnTo>
                  <a:lnTo>
                    <a:pt x="9969463" y="74215"/>
                  </a:lnTo>
                  <a:lnTo>
                    <a:pt x="9869290" y="95242"/>
                  </a:lnTo>
                  <a:lnTo>
                    <a:pt x="9772125" y="118935"/>
                  </a:lnTo>
                  <a:lnTo>
                    <a:pt x="9679870" y="145320"/>
                  </a:lnTo>
                  <a:lnTo>
                    <a:pt x="9593643" y="174506"/>
                  </a:lnTo>
                  <a:lnTo>
                    <a:pt x="9513915" y="206699"/>
                  </a:lnTo>
                  <a:lnTo>
                    <a:pt x="9440665" y="242201"/>
                  </a:lnTo>
                  <a:lnTo>
                    <a:pt x="9373532" y="281406"/>
                  </a:lnTo>
                  <a:lnTo>
                    <a:pt x="9311939" y="324790"/>
                  </a:lnTo>
                  <a:lnTo>
                    <a:pt x="9255184" y="372889"/>
                  </a:lnTo>
                  <a:lnTo>
                    <a:pt x="9202514" y="426263"/>
                  </a:lnTo>
                  <a:lnTo>
                    <a:pt x="9153172" y="485433"/>
                  </a:lnTo>
                  <a:lnTo>
                    <a:pt x="9106449" y="550776"/>
                  </a:lnTo>
                  <a:lnTo>
                    <a:pt x="9084767" y="584369"/>
                  </a:lnTo>
                  <a:lnTo>
                    <a:pt x="9050252" y="642202"/>
                  </a:lnTo>
                  <a:lnTo>
                    <a:pt x="9016553" y="703933"/>
                  </a:lnTo>
                  <a:lnTo>
                    <a:pt x="8983465" y="769640"/>
                  </a:lnTo>
                  <a:lnTo>
                    <a:pt x="8950823" y="839351"/>
                  </a:lnTo>
                  <a:lnTo>
                    <a:pt x="8918487" y="913034"/>
                  </a:lnTo>
                  <a:lnTo>
                    <a:pt x="8886350" y="990596"/>
                  </a:lnTo>
                  <a:lnTo>
                    <a:pt x="8854324" y="1071876"/>
                  </a:lnTo>
                  <a:lnTo>
                    <a:pt x="8822347" y="1156642"/>
                  </a:lnTo>
                  <a:lnTo>
                    <a:pt x="8790371" y="1244594"/>
                  </a:lnTo>
                  <a:lnTo>
                    <a:pt x="8758369" y="1335365"/>
                  </a:lnTo>
                  <a:lnTo>
                    <a:pt x="8726325" y="1428523"/>
                  </a:lnTo>
                  <a:lnTo>
                    <a:pt x="8694237" y="1523582"/>
                  </a:lnTo>
                  <a:lnTo>
                    <a:pt x="8662111" y="1620010"/>
                  </a:lnTo>
                  <a:lnTo>
                    <a:pt x="8629960" y="1717241"/>
                  </a:lnTo>
                  <a:lnTo>
                    <a:pt x="8597803" y="1814691"/>
                  </a:lnTo>
                  <a:lnTo>
                    <a:pt x="8565658" y="1911767"/>
                  </a:lnTo>
                  <a:lnTo>
                    <a:pt x="8533540" y="2007887"/>
                  </a:lnTo>
                  <a:lnTo>
                    <a:pt x="8501463" y="2102494"/>
                  </a:lnTo>
                  <a:lnTo>
                    <a:pt x="8469431" y="2195067"/>
                  </a:lnTo>
                  <a:lnTo>
                    <a:pt x="8437438" y="2285132"/>
                  </a:lnTo>
                  <a:lnTo>
                    <a:pt x="8405465" y="2372276"/>
                  </a:lnTo>
                  <a:lnTo>
                    <a:pt x="8373480" y="2456148"/>
                  </a:lnTo>
                  <a:lnTo>
                    <a:pt x="8341433" y="2536466"/>
                  </a:lnTo>
                  <a:lnTo>
                    <a:pt x="8309252" y="2613017"/>
                  </a:lnTo>
                  <a:lnTo>
                    <a:pt x="8276847" y="2685658"/>
                  </a:lnTo>
                  <a:lnTo>
                    <a:pt x="8244101" y="2754312"/>
                  </a:lnTo>
                  <a:lnTo>
                    <a:pt x="8210870" y="2818965"/>
                  </a:lnTo>
                  <a:lnTo>
                    <a:pt x="8176977" y="2879657"/>
                  </a:lnTo>
                  <a:lnTo>
                    <a:pt x="8151487" y="2921846"/>
                  </a:lnTo>
                  <a:lnTo>
                    <a:pt x="8105791" y="2990206"/>
                  </a:lnTo>
                  <a:lnTo>
                    <a:pt x="8057791" y="3052306"/>
                  </a:lnTo>
                  <a:lnTo>
                    <a:pt x="8006810" y="3108402"/>
                  </a:lnTo>
                  <a:lnTo>
                    <a:pt x="7952111" y="3158964"/>
                  </a:lnTo>
                  <a:lnTo>
                    <a:pt x="7892932" y="3204541"/>
                  </a:lnTo>
                  <a:lnTo>
                    <a:pt x="7828540" y="3245688"/>
                  </a:lnTo>
                  <a:lnTo>
                    <a:pt x="7758287" y="3282913"/>
                  </a:lnTo>
                  <a:lnTo>
                    <a:pt x="7681695" y="3316650"/>
                  </a:lnTo>
                  <a:lnTo>
                    <a:pt x="7598562" y="3347248"/>
                  </a:lnTo>
                  <a:lnTo>
                    <a:pt x="7509104" y="3374958"/>
                  </a:lnTo>
                  <a:lnTo>
                    <a:pt x="7414109" y="3399935"/>
                  </a:lnTo>
                  <a:lnTo>
                    <a:pt x="7315089" y="3422242"/>
                  </a:lnTo>
                  <a:lnTo>
                    <a:pt x="7214381" y="3441871"/>
                  </a:lnTo>
                  <a:lnTo>
                    <a:pt x="7115128" y="3458768"/>
                  </a:lnTo>
                  <a:lnTo>
                    <a:pt x="7021085" y="3472876"/>
                  </a:lnTo>
                  <a:lnTo>
                    <a:pt x="6936212" y="3484186"/>
                  </a:lnTo>
                  <a:lnTo>
                    <a:pt x="6864093" y="3492783"/>
                  </a:lnTo>
                  <a:lnTo>
                    <a:pt x="6807292" y="3498875"/>
                  </a:lnTo>
                  <a:lnTo>
                    <a:pt x="6766822" y="3502799"/>
                  </a:lnTo>
                  <a:lnTo>
                    <a:pt x="6741875" y="3504995"/>
                  </a:lnTo>
                  <a:lnTo>
                    <a:pt x="6729829" y="3505960"/>
                  </a:lnTo>
                  <a:lnTo>
                    <a:pt x="6726343" y="3506216"/>
                  </a:lnTo>
                  <a:lnTo>
                    <a:pt x="5254955" y="3506216"/>
                  </a:lnTo>
                  <a:lnTo>
                    <a:pt x="5253720" y="3506228"/>
                  </a:lnTo>
                  <a:lnTo>
                    <a:pt x="5245616" y="3506312"/>
                  </a:lnTo>
                  <a:lnTo>
                    <a:pt x="5225238" y="3506546"/>
                  </a:lnTo>
                  <a:lnTo>
                    <a:pt x="5188934" y="3507006"/>
                  </a:lnTo>
                  <a:lnTo>
                    <a:pt x="5135081" y="3507764"/>
                  </a:lnTo>
                  <a:lnTo>
                    <a:pt x="5064208" y="3508874"/>
                  </a:lnTo>
                  <a:lnTo>
                    <a:pt x="4978768" y="3510374"/>
                  </a:lnTo>
                  <a:lnTo>
                    <a:pt x="4882575" y="3512281"/>
                  </a:lnTo>
                  <a:lnTo>
                    <a:pt x="4780034" y="3514596"/>
                  </a:lnTo>
                  <a:lnTo>
                    <a:pt x="4675420" y="3517310"/>
                  </a:lnTo>
                  <a:lnTo>
                    <a:pt x="4572346" y="3520416"/>
                  </a:lnTo>
                  <a:lnTo>
                    <a:pt x="4473498" y="3523911"/>
                  </a:lnTo>
                  <a:lnTo>
                    <a:pt x="4380603" y="3527805"/>
                  </a:lnTo>
                  <a:lnTo>
                    <a:pt x="4294543" y="3532121"/>
                  </a:lnTo>
                  <a:lnTo>
                    <a:pt x="4215535" y="3536898"/>
                  </a:lnTo>
                  <a:lnTo>
                    <a:pt x="4143326" y="3542190"/>
                  </a:lnTo>
                  <a:lnTo>
                    <a:pt x="4077350" y="3548064"/>
                  </a:lnTo>
                  <a:lnTo>
                    <a:pt x="4016861" y="3554599"/>
                  </a:lnTo>
                  <a:lnTo>
                    <a:pt x="3961028" y="3561879"/>
                  </a:lnTo>
                  <a:lnTo>
                    <a:pt x="3908999" y="3569986"/>
                  </a:lnTo>
                  <a:lnTo>
                    <a:pt x="3859960" y="3578983"/>
                  </a:lnTo>
                  <a:lnTo>
                    <a:pt x="3829811" y="3585221"/>
                  </a:lnTo>
                  <a:lnTo>
                    <a:pt x="3775052" y="3597969"/>
                  </a:lnTo>
                  <a:lnTo>
                    <a:pt x="3722066" y="3612079"/>
                  </a:lnTo>
                  <a:lnTo>
                    <a:pt x="3670150" y="3627568"/>
                  </a:lnTo>
                  <a:lnTo>
                    <a:pt x="3618800" y="3644402"/>
                  </a:lnTo>
                  <a:lnTo>
                    <a:pt x="3567673" y="3662489"/>
                  </a:lnTo>
                  <a:lnTo>
                    <a:pt x="3516557" y="3681674"/>
                  </a:lnTo>
                  <a:lnTo>
                    <a:pt x="3465351" y="3701744"/>
                  </a:lnTo>
                  <a:lnTo>
                    <a:pt x="3414035" y="3722435"/>
                  </a:lnTo>
                  <a:lnTo>
                    <a:pt x="3362651" y="3743446"/>
                  </a:lnTo>
                  <a:lnTo>
                    <a:pt x="3311268" y="3764453"/>
                  </a:lnTo>
                  <a:lnTo>
                    <a:pt x="3259954" y="3785135"/>
                  </a:lnTo>
                  <a:lnTo>
                    <a:pt x="3208750" y="3805189"/>
                  </a:lnTo>
                  <a:lnTo>
                    <a:pt x="3157636" y="3824354"/>
                  </a:lnTo>
                  <a:lnTo>
                    <a:pt x="3106506" y="3842416"/>
                  </a:lnTo>
                  <a:lnTo>
                    <a:pt x="3055149" y="3859224"/>
                  </a:lnTo>
                  <a:lnTo>
                    <a:pt x="3003217" y="3874686"/>
                  </a:lnTo>
                  <a:lnTo>
                    <a:pt x="2950203" y="3888768"/>
                  </a:lnTo>
                  <a:lnTo>
                    <a:pt x="2896531" y="3901244"/>
                  </a:lnTo>
                  <a:lnTo>
                    <a:pt x="2849019" y="3910828"/>
                  </a:lnTo>
                  <a:lnTo>
                    <a:pt x="2798993" y="3919499"/>
                  </a:lnTo>
                  <a:lnTo>
                    <a:pt x="2745691" y="3927299"/>
                  </a:lnTo>
                  <a:lnTo>
                    <a:pt x="2688279" y="3934301"/>
                  </a:lnTo>
                  <a:lnTo>
                    <a:pt x="2625907" y="3940588"/>
                  </a:lnTo>
                  <a:lnTo>
                    <a:pt x="2557765" y="3946244"/>
                  </a:lnTo>
                  <a:lnTo>
                    <a:pt x="2483160" y="3951343"/>
                  </a:lnTo>
                  <a:lnTo>
                    <a:pt x="2401621" y="3955949"/>
                  </a:lnTo>
                  <a:lnTo>
                    <a:pt x="2313044" y="3960109"/>
                  </a:lnTo>
                  <a:lnTo>
                    <a:pt x="2217864" y="3963858"/>
                  </a:lnTo>
                  <a:lnTo>
                    <a:pt x="2117246" y="3967213"/>
                  </a:lnTo>
                  <a:lnTo>
                    <a:pt x="2013257" y="3970178"/>
                  </a:lnTo>
                  <a:lnTo>
                    <a:pt x="1908930" y="3972750"/>
                  </a:lnTo>
                  <a:lnTo>
                    <a:pt x="1808162" y="3974918"/>
                  </a:lnTo>
                  <a:lnTo>
                    <a:pt x="1715347" y="3976678"/>
                  </a:lnTo>
                  <a:lnTo>
                    <a:pt x="1634770" y="3978035"/>
                  </a:lnTo>
                  <a:lnTo>
                    <a:pt x="1569834" y="3979013"/>
                  </a:lnTo>
                  <a:lnTo>
                    <a:pt x="1522351" y="3979656"/>
                  </a:lnTo>
                  <a:lnTo>
                    <a:pt x="1492081" y="3980026"/>
                  </a:lnTo>
                  <a:lnTo>
                    <a:pt x="1476641" y="3980197"/>
                  </a:lnTo>
                  <a:lnTo>
                    <a:pt x="1471717" y="3980247"/>
                  </a:lnTo>
                  <a:lnTo>
                    <a:pt x="1471387" y="3980250"/>
                  </a:lnTo>
                  <a:lnTo>
                    <a:pt x="0" y="3980250"/>
                  </a:lnTo>
                  <a:close/>
                </a:path>
              </a:pathLst>
            </a:custGeom>
            <a:solidFill>
              <a:srgbClr val="67C1B3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275" name="pl1275"/>
            <p:cNvSpPr/>
            <p:nvPr/>
          </p:nvSpPr>
          <p:spPr>
            <a:xfrm>
              <a:off x="4799595" y="4489390"/>
              <a:ext cx="11981298" cy="3980250"/>
            </a:xfrm>
            <a:custGeom>
              <a:avLst/>
              <a:pathLst>
                <a:path w="11981298" h="3980250">
                  <a:moveTo>
                    <a:pt x="0" y="3980250"/>
                  </a:moveTo>
                  <a:lnTo>
                    <a:pt x="1471387" y="3980250"/>
                  </a:lnTo>
                  <a:lnTo>
                    <a:pt x="1472622" y="3980238"/>
                  </a:lnTo>
                  <a:lnTo>
                    <a:pt x="1480726" y="3980153"/>
                  </a:lnTo>
                  <a:lnTo>
                    <a:pt x="1501104" y="3979919"/>
                  </a:lnTo>
                  <a:lnTo>
                    <a:pt x="1537408" y="3979459"/>
                  </a:lnTo>
                  <a:lnTo>
                    <a:pt x="1591261" y="3978702"/>
                  </a:lnTo>
                  <a:lnTo>
                    <a:pt x="1662135" y="3977592"/>
                  </a:lnTo>
                  <a:lnTo>
                    <a:pt x="1747574" y="3976092"/>
                  </a:lnTo>
                  <a:lnTo>
                    <a:pt x="1843768" y="3974185"/>
                  </a:lnTo>
                  <a:lnTo>
                    <a:pt x="1946308" y="3971870"/>
                  </a:lnTo>
                  <a:lnTo>
                    <a:pt x="2050922" y="3969155"/>
                  </a:lnTo>
                  <a:lnTo>
                    <a:pt x="2153996" y="3966049"/>
                  </a:lnTo>
                  <a:lnTo>
                    <a:pt x="2252844" y="3962554"/>
                  </a:lnTo>
                  <a:lnTo>
                    <a:pt x="2345739" y="3958660"/>
                  </a:lnTo>
                  <a:lnTo>
                    <a:pt x="2431799" y="3954344"/>
                  </a:lnTo>
                  <a:lnTo>
                    <a:pt x="2510807" y="3949567"/>
                  </a:lnTo>
                  <a:lnTo>
                    <a:pt x="2583016" y="3944275"/>
                  </a:lnTo>
                  <a:lnTo>
                    <a:pt x="2648992" y="3938401"/>
                  </a:lnTo>
                  <a:lnTo>
                    <a:pt x="2709481" y="3931866"/>
                  </a:lnTo>
                  <a:lnTo>
                    <a:pt x="2765314" y="3924586"/>
                  </a:lnTo>
                  <a:lnTo>
                    <a:pt x="2817344" y="3916480"/>
                  </a:lnTo>
                  <a:lnTo>
                    <a:pt x="2866382" y="3907482"/>
                  </a:lnTo>
                  <a:lnTo>
                    <a:pt x="2896531" y="3901244"/>
                  </a:lnTo>
                  <a:lnTo>
                    <a:pt x="2951290" y="3888496"/>
                  </a:lnTo>
                  <a:lnTo>
                    <a:pt x="3004276" y="3874387"/>
                  </a:lnTo>
                  <a:lnTo>
                    <a:pt x="3056192" y="3858897"/>
                  </a:lnTo>
                  <a:lnTo>
                    <a:pt x="3107542" y="3842063"/>
                  </a:lnTo>
                  <a:lnTo>
                    <a:pt x="3158669" y="3823977"/>
                  </a:lnTo>
                  <a:lnTo>
                    <a:pt x="3209785" y="3804792"/>
                  </a:lnTo>
                  <a:lnTo>
                    <a:pt x="3260991" y="3784722"/>
                  </a:lnTo>
                  <a:lnTo>
                    <a:pt x="3312307" y="3764030"/>
                  </a:lnTo>
                  <a:lnTo>
                    <a:pt x="3363691" y="3743020"/>
                  </a:lnTo>
                  <a:lnTo>
                    <a:pt x="3415074" y="3722013"/>
                  </a:lnTo>
                  <a:lnTo>
                    <a:pt x="3466388" y="3701331"/>
                  </a:lnTo>
                  <a:lnTo>
                    <a:pt x="3517592" y="3681276"/>
                  </a:lnTo>
                  <a:lnTo>
                    <a:pt x="3568706" y="3662111"/>
                  </a:lnTo>
                  <a:lnTo>
                    <a:pt x="3619836" y="3644049"/>
                  </a:lnTo>
                  <a:lnTo>
                    <a:pt x="3671193" y="3627241"/>
                  </a:lnTo>
                  <a:lnTo>
                    <a:pt x="3723125" y="3611780"/>
                  </a:lnTo>
                  <a:lnTo>
                    <a:pt x="3776139" y="3597698"/>
                  </a:lnTo>
                  <a:lnTo>
                    <a:pt x="3829811" y="3585221"/>
                  </a:lnTo>
                  <a:lnTo>
                    <a:pt x="3877323" y="3575638"/>
                  </a:lnTo>
                  <a:lnTo>
                    <a:pt x="3927349" y="3566966"/>
                  </a:lnTo>
                  <a:lnTo>
                    <a:pt x="3980652" y="3559166"/>
                  </a:lnTo>
                  <a:lnTo>
                    <a:pt x="4038063" y="3552165"/>
                  </a:lnTo>
                  <a:lnTo>
                    <a:pt x="4100435" y="3545877"/>
                  </a:lnTo>
                  <a:lnTo>
                    <a:pt x="4168577" y="3540221"/>
                  </a:lnTo>
                  <a:lnTo>
                    <a:pt x="4243182" y="3535122"/>
                  </a:lnTo>
                  <a:lnTo>
                    <a:pt x="4324721" y="3530516"/>
                  </a:lnTo>
                  <a:lnTo>
                    <a:pt x="4413298" y="3526356"/>
                  </a:lnTo>
                  <a:lnTo>
                    <a:pt x="4508479" y="3522608"/>
                  </a:lnTo>
                  <a:lnTo>
                    <a:pt x="4609096" y="3519253"/>
                  </a:lnTo>
                  <a:lnTo>
                    <a:pt x="4713085" y="3516287"/>
                  </a:lnTo>
                  <a:lnTo>
                    <a:pt x="4817412" y="3513716"/>
                  </a:lnTo>
                  <a:lnTo>
                    <a:pt x="4918180" y="3511547"/>
                  </a:lnTo>
                  <a:lnTo>
                    <a:pt x="5010995" y="3509787"/>
                  </a:lnTo>
                  <a:lnTo>
                    <a:pt x="5091572" y="3508430"/>
                  </a:lnTo>
                  <a:lnTo>
                    <a:pt x="5156508" y="3507453"/>
                  </a:lnTo>
                  <a:lnTo>
                    <a:pt x="5203991" y="3506810"/>
                  </a:lnTo>
                  <a:lnTo>
                    <a:pt x="5234261" y="3506440"/>
                  </a:lnTo>
                  <a:lnTo>
                    <a:pt x="5249701" y="3506269"/>
                  </a:lnTo>
                  <a:lnTo>
                    <a:pt x="5254625" y="3506219"/>
                  </a:lnTo>
                  <a:lnTo>
                    <a:pt x="5254955" y="3506216"/>
                  </a:lnTo>
                  <a:lnTo>
                    <a:pt x="6726343" y="3506216"/>
                  </a:lnTo>
                  <a:lnTo>
                    <a:pt x="6727447" y="3506138"/>
                  </a:lnTo>
                  <a:lnTo>
                    <a:pt x="6734709" y="3505580"/>
                  </a:lnTo>
                  <a:lnTo>
                    <a:pt x="6753033" y="3504039"/>
                  </a:lnTo>
                  <a:lnTo>
                    <a:pt x="6785837" y="3501004"/>
                  </a:lnTo>
                  <a:lnTo>
                    <a:pt x="6834817" y="3496002"/>
                  </a:lnTo>
                  <a:lnTo>
                    <a:pt x="6899819" y="3488641"/>
                  </a:lnTo>
                  <a:lnTo>
                    <a:pt x="6978970" y="3478651"/>
                  </a:lnTo>
                  <a:lnTo>
                    <a:pt x="7069098" y="3465889"/>
                  </a:lnTo>
                  <a:lnTo>
                    <a:pt x="7166343" y="3450325"/>
                  </a:lnTo>
                  <a:lnTo>
                    <a:pt x="7266790" y="3432000"/>
                  </a:lnTo>
                  <a:lnTo>
                    <a:pt x="7366964" y="3410973"/>
                  </a:lnTo>
                  <a:lnTo>
                    <a:pt x="7464128" y="3387280"/>
                  </a:lnTo>
                  <a:lnTo>
                    <a:pt x="7556384" y="3360896"/>
                  </a:lnTo>
                  <a:lnTo>
                    <a:pt x="7642610" y="3331709"/>
                  </a:lnTo>
                  <a:lnTo>
                    <a:pt x="7722339" y="3299516"/>
                  </a:lnTo>
                  <a:lnTo>
                    <a:pt x="7795588" y="3264015"/>
                  </a:lnTo>
                  <a:lnTo>
                    <a:pt x="7862721" y="3224810"/>
                  </a:lnTo>
                  <a:lnTo>
                    <a:pt x="7924314" y="3181426"/>
                  </a:lnTo>
                  <a:lnTo>
                    <a:pt x="7981069" y="3133326"/>
                  </a:lnTo>
                  <a:lnTo>
                    <a:pt x="8033740" y="3079952"/>
                  </a:lnTo>
                  <a:lnTo>
                    <a:pt x="8083081" y="3020782"/>
                  </a:lnTo>
                  <a:lnTo>
                    <a:pt x="8129804" y="2955439"/>
                  </a:lnTo>
                  <a:lnTo>
                    <a:pt x="8151487" y="2921846"/>
                  </a:lnTo>
                  <a:lnTo>
                    <a:pt x="8186002" y="2864013"/>
                  </a:lnTo>
                  <a:lnTo>
                    <a:pt x="8219701" y="2802282"/>
                  </a:lnTo>
                  <a:lnTo>
                    <a:pt x="8252788" y="2736575"/>
                  </a:lnTo>
                  <a:lnTo>
                    <a:pt x="8285431" y="2666865"/>
                  </a:lnTo>
                  <a:lnTo>
                    <a:pt x="8317766" y="2593181"/>
                  </a:lnTo>
                  <a:lnTo>
                    <a:pt x="8349904" y="2515619"/>
                  </a:lnTo>
                  <a:lnTo>
                    <a:pt x="8381929" y="2434339"/>
                  </a:lnTo>
                  <a:lnTo>
                    <a:pt x="8413906" y="2349573"/>
                  </a:lnTo>
                  <a:lnTo>
                    <a:pt x="8445882" y="2261621"/>
                  </a:lnTo>
                  <a:lnTo>
                    <a:pt x="8477884" y="2170851"/>
                  </a:lnTo>
                  <a:lnTo>
                    <a:pt x="8509928" y="2077693"/>
                  </a:lnTo>
                  <a:lnTo>
                    <a:pt x="8542017" y="1982634"/>
                  </a:lnTo>
                  <a:lnTo>
                    <a:pt x="8574143" y="1886206"/>
                  </a:lnTo>
                  <a:lnTo>
                    <a:pt x="8606293" y="1788974"/>
                  </a:lnTo>
                  <a:lnTo>
                    <a:pt x="8638450" y="1691525"/>
                  </a:lnTo>
                  <a:lnTo>
                    <a:pt x="8670596" y="1594449"/>
                  </a:lnTo>
                  <a:lnTo>
                    <a:pt x="8702713" y="1498328"/>
                  </a:lnTo>
                  <a:lnTo>
                    <a:pt x="8734790" y="1403721"/>
                  </a:lnTo>
                  <a:lnTo>
                    <a:pt x="8766822" y="1311149"/>
                  </a:lnTo>
                  <a:lnTo>
                    <a:pt x="8798815" y="1221083"/>
                  </a:lnTo>
                  <a:lnTo>
                    <a:pt x="8830788" y="1133939"/>
                  </a:lnTo>
                  <a:lnTo>
                    <a:pt x="8862773" y="1050067"/>
                  </a:lnTo>
                  <a:lnTo>
                    <a:pt x="8894821" y="969749"/>
                  </a:lnTo>
                  <a:lnTo>
                    <a:pt x="8927001" y="893198"/>
                  </a:lnTo>
                  <a:lnTo>
                    <a:pt x="8959406" y="820557"/>
                  </a:lnTo>
                  <a:lnTo>
                    <a:pt x="8992152" y="751903"/>
                  </a:lnTo>
                  <a:lnTo>
                    <a:pt x="9025383" y="687251"/>
                  </a:lnTo>
                  <a:lnTo>
                    <a:pt x="9059276" y="626559"/>
                  </a:lnTo>
                  <a:lnTo>
                    <a:pt x="9084767" y="584369"/>
                  </a:lnTo>
                  <a:lnTo>
                    <a:pt x="9130462" y="516009"/>
                  </a:lnTo>
                  <a:lnTo>
                    <a:pt x="9178463" y="453910"/>
                  </a:lnTo>
                  <a:lnTo>
                    <a:pt x="9229443" y="397813"/>
                  </a:lnTo>
                  <a:lnTo>
                    <a:pt x="9284142" y="347252"/>
                  </a:lnTo>
                  <a:lnTo>
                    <a:pt x="9343321" y="301674"/>
                  </a:lnTo>
                  <a:lnTo>
                    <a:pt x="9407714" y="260527"/>
                  </a:lnTo>
                  <a:lnTo>
                    <a:pt x="9477967" y="223303"/>
                  </a:lnTo>
                  <a:lnTo>
                    <a:pt x="9554559" y="189565"/>
                  </a:lnTo>
                  <a:lnTo>
                    <a:pt x="9637691" y="158967"/>
                  </a:lnTo>
                  <a:lnTo>
                    <a:pt x="9727149" y="131257"/>
                  </a:lnTo>
                  <a:lnTo>
                    <a:pt x="9822145" y="106281"/>
                  </a:lnTo>
                  <a:lnTo>
                    <a:pt x="9921164" y="83973"/>
                  </a:lnTo>
                  <a:lnTo>
                    <a:pt x="10021872" y="64344"/>
                  </a:lnTo>
                  <a:lnTo>
                    <a:pt x="10121125" y="47448"/>
                  </a:lnTo>
                  <a:lnTo>
                    <a:pt x="10215168" y="33339"/>
                  </a:lnTo>
                  <a:lnTo>
                    <a:pt x="10300041" y="22029"/>
                  </a:lnTo>
                  <a:lnTo>
                    <a:pt x="10372160" y="13432"/>
                  </a:lnTo>
                  <a:lnTo>
                    <a:pt x="10428962" y="7340"/>
                  </a:lnTo>
                  <a:lnTo>
                    <a:pt x="10469431" y="3416"/>
                  </a:lnTo>
                  <a:lnTo>
                    <a:pt x="10494378" y="1221"/>
                  </a:lnTo>
                  <a:lnTo>
                    <a:pt x="10506424" y="255"/>
                  </a:lnTo>
                  <a:lnTo>
                    <a:pt x="10509785" y="8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76" name="pl1276"/>
            <p:cNvSpPr/>
            <p:nvPr/>
          </p:nvSpPr>
          <p:spPr>
            <a:xfrm>
              <a:off x="4799595" y="4481217"/>
              <a:ext cx="11981298" cy="3980250"/>
            </a:xfrm>
            <a:custGeom>
              <a:avLst/>
              <a:pathLst>
                <a:path w="11981298" h="3980250">
                  <a:moveTo>
                    <a:pt x="11981298" y="0"/>
                  </a:moveTo>
                  <a:lnTo>
                    <a:pt x="10509911" y="0"/>
                  </a:lnTo>
                  <a:lnTo>
                    <a:pt x="10508807" y="78"/>
                  </a:lnTo>
                  <a:lnTo>
                    <a:pt x="10501544" y="635"/>
                  </a:lnTo>
                  <a:lnTo>
                    <a:pt x="10483220" y="2176"/>
                  </a:lnTo>
                  <a:lnTo>
                    <a:pt x="10450417" y="5211"/>
                  </a:lnTo>
                  <a:lnTo>
                    <a:pt x="10401436" y="10213"/>
                  </a:lnTo>
                  <a:lnTo>
                    <a:pt x="10336434" y="17574"/>
                  </a:lnTo>
                  <a:lnTo>
                    <a:pt x="10257283" y="27565"/>
                  </a:lnTo>
                  <a:lnTo>
                    <a:pt x="10167156" y="40326"/>
                  </a:lnTo>
                  <a:lnTo>
                    <a:pt x="10069910" y="55890"/>
                  </a:lnTo>
                  <a:lnTo>
                    <a:pt x="9969463" y="74215"/>
                  </a:lnTo>
                  <a:lnTo>
                    <a:pt x="9869290" y="95242"/>
                  </a:lnTo>
                  <a:lnTo>
                    <a:pt x="9772125" y="118935"/>
                  </a:lnTo>
                  <a:lnTo>
                    <a:pt x="9679870" y="145320"/>
                  </a:lnTo>
                  <a:lnTo>
                    <a:pt x="9593643" y="174506"/>
                  </a:lnTo>
                  <a:lnTo>
                    <a:pt x="9513915" y="206699"/>
                  </a:lnTo>
                  <a:lnTo>
                    <a:pt x="9440665" y="242201"/>
                  </a:lnTo>
                  <a:lnTo>
                    <a:pt x="9373532" y="281406"/>
                  </a:lnTo>
                  <a:lnTo>
                    <a:pt x="9311939" y="324790"/>
                  </a:lnTo>
                  <a:lnTo>
                    <a:pt x="9255184" y="372889"/>
                  </a:lnTo>
                  <a:lnTo>
                    <a:pt x="9202514" y="426263"/>
                  </a:lnTo>
                  <a:lnTo>
                    <a:pt x="9153172" y="485433"/>
                  </a:lnTo>
                  <a:lnTo>
                    <a:pt x="9106449" y="550776"/>
                  </a:lnTo>
                  <a:lnTo>
                    <a:pt x="9084767" y="584369"/>
                  </a:lnTo>
                  <a:lnTo>
                    <a:pt x="9050252" y="642202"/>
                  </a:lnTo>
                  <a:lnTo>
                    <a:pt x="9016553" y="703933"/>
                  </a:lnTo>
                  <a:lnTo>
                    <a:pt x="8983465" y="769640"/>
                  </a:lnTo>
                  <a:lnTo>
                    <a:pt x="8950823" y="839351"/>
                  </a:lnTo>
                  <a:lnTo>
                    <a:pt x="8918487" y="913034"/>
                  </a:lnTo>
                  <a:lnTo>
                    <a:pt x="8886350" y="990596"/>
                  </a:lnTo>
                  <a:lnTo>
                    <a:pt x="8854324" y="1071876"/>
                  </a:lnTo>
                  <a:lnTo>
                    <a:pt x="8822347" y="1156642"/>
                  </a:lnTo>
                  <a:lnTo>
                    <a:pt x="8790371" y="1244594"/>
                  </a:lnTo>
                  <a:lnTo>
                    <a:pt x="8758369" y="1335365"/>
                  </a:lnTo>
                  <a:lnTo>
                    <a:pt x="8726325" y="1428523"/>
                  </a:lnTo>
                  <a:lnTo>
                    <a:pt x="8694237" y="1523582"/>
                  </a:lnTo>
                  <a:lnTo>
                    <a:pt x="8662111" y="1620010"/>
                  </a:lnTo>
                  <a:lnTo>
                    <a:pt x="8629960" y="1717241"/>
                  </a:lnTo>
                  <a:lnTo>
                    <a:pt x="8597803" y="1814691"/>
                  </a:lnTo>
                  <a:lnTo>
                    <a:pt x="8565658" y="1911767"/>
                  </a:lnTo>
                  <a:lnTo>
                    <a:pt x="8533540" y="2007887"/>
                  </a:lnTo>
                  <a:lnTo>
                    <a:pt x="8501463" y="2102494"/>
                  </a:lnTo>
                  <a:lnTo>
                    <a:pt x="8469431" y="2195067"/>
                  </a:lnTo>
                  <a:lnTo>
                    <a:pt x="8437438" y="2285132"/>
                  </a:lnTo>
                  <a:lnTo>
                    <a:pt x="8405465" y="2372276"/>
                  </a:lnTo>
                  <a:lnTo>
                    <a:pt x="8373480" y="2456148"/>
                  </a:lnTo>
                  <a:lnTo>
                    <a:pt x="8341433" y="2536466"/>
                  </a:lnTo>
                  <a:lnTo>
                    <a:pt x="8309252" y="2613017"/>
                  </a:lnTo>
                  <a:lnTo>
                    <a:pt x="8276847" y="2685658"/>
                  </a:lnTo>
                  <a:lnTo>
                    <a:pt x="8244101" y="2754312"/>
                  </a:lnTo>
                  <a:lnTo>
                    <a:pt x="8210870" y="2818965"/>
                  </a:lnTo>
                  <a:lnTo>
                    <a:pt x="8176977" y="2879657"/>
                  </a:lnTo>
                  <a:lnTo>
                    <a:pt x="8151487" y="2921846"/>
                  </a:lnTo>
                  <a:lnTo>
                    <a:pt x="8105791" y="2990206"/>
                  </a:lnTo>
                  <a:lnTo>
                    <a:pt x="8057791" y="3052306"/>
                  </a:lnTo>
                  <a:lnTo>
                    <a:pt x="8006810" y="3108402"/>
                  </a:lnTo>
                  <a:lnTo>
                    <a:pt x="7952111" y="3158964"/>
                  </a:lnTo>
                  <a:lnTo>
                    <a:pt x="7892932" y="3204541"/>
                  </a:lnTo>
                  <a:lnTo>
                    <a:pt x="7828540" y="3245688"/>
                  </a:lnTo>
                  <a:lnTo>
                    <a:pt x="7758287" y="3282913"/>
                  </a:lnTo>
                  <a:lnTo>
                    <a:pt x="7681695" y="3316650"/>
                  </a:lnTo>
                  <a:lnTo>
                    <a:pt x="7598562" y="3347248"/>
                  </a:lnTo>
                  <a:lnTo>
                    <a:pt x="7509104" y="3374958"/>
                  </a:lnTo>
                  <a:lnTo>
                    <a:pt x="7414109" y="3399935"/>
                  </a:lnTo>
                  <a:lnTo>
                    <a:pt x="7315089" y="3422242"/>
                  </a:lnTo>
                  <a:lnTo>
                    <a:pt x="7214381" y="3441871"/>
                  </a:lnTo>
                  <a:lnTo>
                    <a:pt x="7115128" y="3458768"/>
                  </a:lnTo>
                  <a:lnTo>
                    <a:pt x="7021085" y="3472876"/>
                  </a:lnTo>
                  <a:lnTo>
                    <a:pt x="6936212" y="3484186"/>
                  </a:lnTo>
                  <a:lnTo>
                    <a:pt x="6864093" y="3492783"/>
                  </a:lnTo>
                  <a:lnTo>
                    <a:pt x="6807292" y="3498875"/>
                  </a:lnTo>
                  <a:lnTo>
                    <a:pt x="6766822" y="3502799"/>
                  </a:lnTo>
                  <a:lnTo>
                    <a:pt x="6741875" y="3504995"/>
                  </a:lnTo>
                  <a:lnTo>
                    <a:pt x="6729829" y="3505960"/>
                  </a:lnTo>
                  <a:lnTo>
                    <a:pt x="6726468" y="3506207"/>
                  </a:lnTo>
                  <a:lnTo>
                    <a:pt x="6726343" y="3506216"/>
                  </a:lnTo>
                  <a:lnTo>
                    <a:pt x="5254955" y="3506216"/>
                  </a:lnTo>
                  <a:lnTo>
                    <a:pt x="5253720" y="3506228"/>
                  </a:lnTo>
                  <a:lnTo>
                    <a:pt x="5245616" y="3506312"/>
                  </a:lnTo>
                  <a:lnTo>
                    <a:pt x="5225238" y="3506546"/>
                  </a:lnTo>
                  <a:lnTo>
                    <a:pt x="5188934" y="3507006"/>
                  </a:lnTo>
                  <a:lnTo>
                    <a:pt x="5135081" y="3507764"/>
                  </a:lnTo>
                  <a:lnTo>
                    <a:pt x="5064208" y="3508874"/>
                  </a:lnTo>
                  <a:lnTo>
                    <a:pt x="4978768" y="3510374"/>
                  </a:lnTo>
                  <a:lnTo>
                    <a:pt x="4882575" y="3512281"/>
                  </a:lnTo>
                  <a:lnTo>
                    <a:pt x="4780034" y="3514596"/>
                  </a:lnTo>
                  <a:lnTo>
                    <a:pt x="4675420" y="3517310"/>
                  </a:lnTo>
                  <a:lnTo>
                    <a:pt x="4572346" y="3520416"/>
                  </a:lnTo>
                  <a:lnTo>
                    <a:pt x="4473498" y="3523911"/>
                  </a:lnTo>
                  <a:lnTo>
                    <a:pt x="4380603" y="3527805"/>
                  </a:lnTo>
                  <a:lnTo>
                    <a:pt x="4294543" y="3532121"/>
                  </a:lnTo>
                  <a:lnTo>
                    <a:pt x="4215535" y="3536898"/>
                  </a:lnTo>
                  <a:lnTo>
                    <a:pt x="4143326" y="3542190"/>
                  </a:lnTo>
                  <a:lnTo>
                    <a:pt x="4077350" y="3548064"/>
                  </a:lnTo>
                  <a:lnTo>
                    <a:pt x="4016861" y="3554599"/>
                  </a:lnTo>
                  <a:lnTo>
                    <a:pt x="3961028" y="3561879"/>
                  </a:lnTo>
                  <a:lnTo>
                    <a:pt x="3908999" y="3569986"/>
                  </a:lnTo>
                  <a:lnTo>
                    <a:pt x="3859960" y="3578983"/>
                  </a:lnTo>
                  <a:lnTo>
                    <a:pt x="3829811" y="3585221"/>
                  </a:lnTo>
                  <a:lnTo>
                    <a:pt x="3775052" y="3597969"/>
                  </a:lnTo>
                  <a:lnTo>
                    <a:pt x="3722066" y="3612079"/>
                  </a:lnTo>
                  <a:lnTo>
                    <a:pt x="3670150" y="3627568"/>
                  </a:lnTo>
                  <a:lnTo>
                    <a:pt x="3618800" y="3644402"/>
                  </a:lnTo>
                  <a:lnTo>
                    <a:pt x="3567673" y="3662489"/>
                  </a:lnTo>
                  <a:lnTo>
                    <a:pt x="3516557" y="3681674"/>
                  </a:lnTo>
                  <a:lnTo>
                    <a:pt x="3465351" y="3701744"/>
                  </a:lnTo>
                  <a:lnTo>
                    <a:pt x="3414035" y="3722435"/>
                  </a:lnTo>
                  <a:lnTo>
                    <a:pt x="3362651" y="3743446"/>
                  </a:lnTo>
                  <a:lnTo>
                    <a:pt x="3311268" y="3764453"/>
                  </a:lnTo>
                  <a:lnTo>
                    <a:pt x="3259954" y="3785135"/>
                  </a:lnTo>
                  <a:lnTo>
                    <a:pt x="3208750" y="3805189"/>
                  </a:lnTo>
                  <a:lnTo>
                    <a:pt x="3157636" y="3824354"/>
                  </a:lnTo>
                  <a:lnTo>
                    <a:pt x="3106506" y="3842416"/>
                  </a:lnTo>
                  <a:lnTo>
                    <a:pt x="3055149" y="3859224"/>
                  </a:lnTo>
                  <a:lnTo>
                    <a:pt x="3003217" y="3874686"/>
                  </a:lnTo>
                  <a:lnTo>
                    <a:pt x="2950203" y="3888768"/>
                  </a:lnTo>
                  <a:lnTo>
                    <a:pt x="2896531" y="3901244"/>
                  </a:lnTo>
                  <a:lnTo>
                    <a:pt x="2849019" y="3910828"/>
                  </a:lnTo>
                  <a:lnTo>
                    <a:pt x="2798993" y="3919499"/>
                  </a:lnTo>
                  <a:lnTo>
                    <a:pt x="2745691" y="3927299"/>
                  </a:lnTo>
                  <a:lnTo>
                    <a:pt x="2688279" y="3934301"/>
                  </a:lnTo>
                  <a:lnTo>
                    <a:pt x="2625907" y="3940588"/>
                  </a:lnTo>
                  <a:lnTo>
                    <a:pt x="2557765" y="3946244"/>
                  </a:lnTo>
                  <a:lnTo>
                    <a:pt x="2483160" y="3951343"/>
                  </a:lnTo>
                  <a:lnTo>
                    <a:pt x="2401621" y="3955949"/>
                  </a:lnTo>
                  <a:lnTo>
                    <a:pt x="2313044" y="3960109"/>
                  </a:lnTo>
                  <a:lnTo>
                    <a:pt x="2217864" y="3963858"/>
                  </a:lnTo>
                  <a:lnTo>
                    <a:pt x="2117246" y="3967213"/>
                  </a:lnTo>
                  <a:lnTo>
                    <a:pt x="2013257" y="3970178"/>
                  </a:lnTo>
                  <a:lnTo>
                    <a:pt x="1908930" y="3972750"/>
                  </a:lnTo>
                  <a:lnTo>
                    <a:pt x="1808162" y="3974918"/>
                  </a:lnTo>
                  <a:lnTo>
                    <a:pt x="1715347" y="3976678"/>
                  </a:lnTo>
                  <a:lnTo>
                    <a:pt x="1634770" y="3978035"/>
                  </a:lnTo>
                  <a:lnTo>
                    <a:pt x="1569834" y="3979013"/>
                  </a:lnTo>
                  <a:lnTo>
                    <a:pt x="1522351" y="3979656"/>
                  </a:lnTo>
                  <a:lnTo>
                    <a:pt x="1492081" y="3980026"/>
                  </a:lnTo>
                  <a:lnTo>
                    <a:pt x="1476641" y="3980197"/>
                  </a:lnTo>
                  <a:lnTo>
                    <a:pt x="1471717" y="3980247"/>
                  </a:lnTo>
                  <a:lnTo>
                    <a:pt x="1471387" y="3980250"/>
                  </a:lnTo>
                  <a:lnTo>
                    <a:pt x="0" y="398025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77" name="pg1277"/>
            <p:cNvSpPr/>
            <p:nvPr/>
          </p:nvSpPr>
          <p:spPr>
            <a:xfrm>
              <a:off x="4799595" y="8175412"/>
              <a:ext cx="11981298" cy="890856"/>
            </a:xfrm>
            <a:custGeom>
              <a:avLst/>
              <a:pathLst>
                <a:path w="11981298" h="890856">
                  <a:moveTo>
                    <a:pt x="0" y="302400"/>
                  </a:moveTo>
                  <a:lnTo>
                    <a:pt x="1471387" y="302400"/>
                  </a:lnTo>
                  <a:lnTo>
                    <a:pt x="1472624" y="302393"/>
                  </a:lnTo>
                  <a:lnTo>
                    <a:pt x="1480739" y="302340"/>
                  </a:lnTo>
                  <a:lnTo>
                    <a:pt x="1501143" y="302195"/>
                  </a:lnTo>
                  <a:lnTo>
                    <a:pt x="1537493" y="301909"/>
                  </a:lnTo>
                  <a:lnTo>
                    <a:pt x="1591409" y="301438"/>
                  </a:lnTo>
                  <a:lnTo>
                    <a:pt x="1662357" y="300748"/>
                  </a:lnTo>
                  <a:lnTo>
                    <a:pt x="1747876" y="299816"/>
                  </a:lnTo>
                  <a:lnTo>
                    <a:pt x="1844145" y="298631"/>
                  </a:lnTo>
                  <a:lnTo>
                    <a:pt x="1946751" y="297193"/>
                  </a:lnTo>
                  <a:lnTo>
                    <a:pt x="2051414" y="295506"/>
                  </a:lnTo>
                  <a:lnTo>
                    <a:pt x="2154522" y="293576"/>
                  </a:lnTo>
                  <a:lnTo>
                    <a:pt x="2253388" y="291404"/>
                  </a:lnTo>
                  <a:lnTo>
                    <a:pt x="2346288" y="288984"/>
                  </a:lnTo>
                  <a:lnTo>
                    <a:pt x="2432344" y="286302"/>
                  </a:lnTo>
                  <a:lnTo>
                    <a:pt x="2511341" y="283334"/>
                  </a:lnTo>
                  <a:lnTo>
                    <a:pt x="2583536" y="280045"/>
                  </a:lnTo>
                  <a:lnTo>
                    <a:pt x="2649498" y="276395"/>
                  </a:lnTo>
                  <a:lnTo>
                    <a:pt x="2709973" y="272333"/>
                  </a:lnTo>
                  <a:lnTo>
                    <a:pt x="2765796" y="267808"/>
                  </a:lnTo>
                  <a:lnTo>
                    <a:pt x="2817819" y="262769"/>
                  </a:lnTo>
                  <a:lnTo>
                    <a:pt x="2866855" y="257176"/>
                  </a:lnTo>
                  <a:lnTo>
                    <a:pt x="2896531" y="253362"/>
                  </a:lnTo>
                  <a:lnTo>
                    <a:pt x="2952175" y="245313"/>
                  </a:lnTo>
                  <a:lnTo>
                    <a:pt x="3006000" y="236389"/>
                  </a:lnTo>
                  <a:lnTo>
                    <a:pt x="3058738" y="226581"/>
                  </a:lnTo>
                  <a:lnTo>
                    <a:pt x="3110913" y="215913"/>
                  </a:lnTo>
                  <a:lnTo>
                    <a:pt x="3162876" y="204447"/>
                  </a:lnTo>
                  <a:lnTo>
                    <a:pt x="3214839" y="192287"/>
                  </a:lnTo>
                  <a:lnTo>
                    <a:pt x="3266901" y="179574"/>
                  </a:lnTo>
                  <a:lnTo>
                    <a:pt x="3319072" y="166485"/>
                  </a:lnTo>
                  <a:lnTo>
                    <a:pt x="3371307" y="153217"/>
                  </a:lnTo>
                  <a:lnTo>
                    <a:pt x="3423530" y="139983"/>
                  </a:lnTo>
                  <a:lnTo>
                    <a:pt x="3475670" y="126990"/>
                  </a:lnTo>
                  <a:lnTo>
                    <a:pt x="3527696" y="114432"/>
                  </a:lnTo>
                  <a:lnTo>
                    <a:pt x="3579644" y="102474"/>
                  </a:lnTo>
                  <a:lnTo>
                    <a:pt x="3631644" y="91248"/>
                  </a:lnTo>
                  <a:lnTo>
                    <a:pt x="3683949" y="80842"/>
                  </a:lnTo>
                  <a:lnTo>
                    <a:pt x="3736961" y="71309"/>
                  </a:lnTo>
                  <a:lnTo>
                    <a:pt x="3791263" y="62661"/>
                  </a:lnTo>
                  <a:lnTo>
                    <a:pt x="3829811" y="57210"/>
                  </a:lnTo>
                  <a:lnTo>
                    <a:pt x="3877346" y="51259"/>
                  </a:lnTo>
                  <a:lnTo>
                    <a:pt x="3927398" y="45875"/>
                  </a:lnTo>
                  <a:lnTo>
                    <a:pt x="3980730" y="41032"/>
                  </a:lnTo>
                  <a:lnTo>
                    <a:pt x="4038176" y="36685"/>
                  </a:lnTo>
                  <a:lnTo>
                    <a:pt x="4100588" y="32781"/>
                  </a:lnTo>
                  <a:lnTo>
                    <a:pt x="4168778" y="29270"/>
                  </a:lnTo>
                  <a:lnTo>
                    <a:pt x="4243440" y="26104"/>
                  </a:lnTo>
                  <a:lnTo>
                    <a:pt x="4325042" y="23245"/>
                  </a:lnTo>
                  <a:lnTo>
                    <a:pt x="4413688" y="20663"/>
                  </a:lnTo>
                  <a:lnTo>
                    <a:pt x="4508941" y="18336"/>
                  </a:lnTo>
                  <a:lnTo>
                    <a:pt x="4609629" y="16254"/>
                  </a:lnTo>
                  <a:lnTo>
                    <a:pt x="4713678" y="14414"/>
                  </a:lnTo>
                  <a:lnTo>
                    <a:pt x="4818044" y="12818"/>
                  </a:lnTo>
                  <a:lnTo>
                    <a:pt x="4918824" y="11473"/>
                  </a:lnTo>
                  <a:lnTo>
                    <a:pt x="5011612" y="10382"/>
                  </a:lnTo>
                  <a:lnTo>
                    <a:pt x="5092124" y="9542"/>
                  </a:lnTo>
                  <a:lnTo>
                    <a:pt x="5156959" y="8936"/>
                  </a:lnTo>
                  <a:lnTo>
                    <a:pt x="5204318" y="8539"/>
                  </a:lnTo>
                  <a:lnTo>
                    <a:pt x="5234460" y="8310"/>
                  </a:lnTo>
                  <a:lnTo>
                    <a:pt x="5249788" y="8205"/>
                  </a:lnTo>
                  <a:lnTo>
                    <a:pt x="5254640" y="8174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571" y="8194"/>
                  </a:lnTo>
                  <a:lnTo>
                    <a:pt x="6735631" y="8351"/>
                  </a:lnTo>
                  <a:lnTo>
                    <a:pt x="6755902" y="8784"/>
                  </a:lnTo>
                  <a:lnTo>
                    <a:pt x="6792026" y="9636"/>
                  </a:lnTo>
                  <a:lnTo>
                    <a:pt x="6845628" y="11038"/>
                  </a:lnTo>
                  <a:lnTo>
                    <a:pt x="6916203" y="13094"/>
                  </a:lnTo>
                  <a:lnTo>
                    <a:pt x="7001325" y="15874"/>
                  </a:lnTo>
                  <a:lnTo>
                    <a:pt x="7097217" y="19407"/>
                  </a:lnTo>
                  <a:lnTo>
                    <a:pt x="7199500" y="23697"/>
                  </a:lnTo>
                  <a:lnTo>
                    <a:pt x="7303914" y="28729"/>
                  </a:lnTo>
                  <a:lnTo>
                    <a:pt x="7406855" y="34488"/>
                  </a:lnTo>
                  <a:lnTo>
                    <a:pt x="7505630" y="40968"/>
                  </a:lnTo>
                  <a:lnTo>
                    <a:pt x="7598503" y="48187"/>
                  </a:lnTo>
                  <a:lnTo>
                    <a:pt x="7684579" y="56188"/>
                  </a:lnTo>
                  <a:lnTo>
                    <a:pt x="7763628" y="65042"/>
                  </a:lnTo>
                  <a:lnTo>
                    <a:pt x="7835893" y="74848"/>
                  </a:lnTo>
                  <a:lnTo>
                    <a:pt x="7901927" y="85729"/>
                  </a:lnTo>
                  <a:lnTo>
                    <a:pt x="7962469" y="97832"/>
                  </a:lnTo>
                  <a:lnTo>
                    <a:pt x="8018345" y="111311"/>
                  </a:lnTo>
                  <a:lnTo>
                    <a:pt x="8070401" y="126319"/>
                  </a:lnTo>
                  <a:lnTo>
                    <a:pt x="8119448" y="142976"/>
                  </a:lnTo>
                  <a:lnTo>
                    <a:pt x="8151487" y="155286"/>
                  </a:lnTo>
                  <a:lnTo>
                    <a:pt x="8203289" y="177653"/>
                  </a:lnTo>
                  <a:lnTo>
                    <a:pt x="8253469" y="202282"/>
                  </a:lnTo>
                  <a:lnTo>
                    <a:pt x="8302636" y="229206"/>
                  </a:lnTo>
                  <a:lnTo>
                    <a:pt x="8351234" y="258384"/>
                  </a:lnTo>
                  <a:lnTo>
                    <a:pt x="8399579" y="289688"/>
                  </a:lnTo>
                  <a:lnTo>
                    <a:pt x="8447873" y="322900"/>
                  </a:lnTo>
                  <a:lnTo>
                    <a:pt x="8496228" y="357712"/>
                  </a:lnTo>
                  <a:lnTo>
                    <a:pt x="8544682" y="393735"/>
                  </a:lnTo>
                  <a:lnTo>
                    <a:pt x="8593218" y="430517"/>
                  </a:lnTo>
                  <a:lnTo>
                    <a:pt x="8641786" y="467560"/>
                  </a:lnTo>
                  <a:lnTo>
                    <a:pt x="8690324" y="504355"/>
                  </a:lnTo>
                  <a:lnTo>
                    <a:pt x="8738780" y="540404"/>
                  </a:lnTo>
                  <a:lnTo>
                    <a:pt x="8787137" y="575252"/>
                  </a:lnTo>
                  <a:lnTo>
                    <a:pt x="8835432" y="608509"/>
                  </a:lnTo>
                  <a:lnTo>
                    <a:pt x="8883773" y="639865"/>
                  </a:lnTo>
                  <a:lnTo>
                    <a:pt x="8932362" y="669100"/>
                  </a:lnTo>
                  <a:lnTo>
                    <a:pt x="8981509" y="696083"/>
                  </a:lnTo>
                  <a:lnTo>
                    <a:pt x="9031656" y="720771"/>
                  </a:lnTo>
                  <a:lnTo>
                    <a:pt x="9083408" y="743195"/>
                  </a:lnTo>
                  <a:lnTo>
                    <a:pt x="9084767" y="743742"/>
                  </a:lnTo>
                  <a:lnTo>
                    <a:pt x="9132187" y="761556"/>
                  </a:lnTo>
                  <a:lnTo>
                    <a:pt x="9182111" y="777677"/>
                  </a:lnTo>
                  <a:lnTo>
                    <a:pt x="9235296" y="792181"/>
                  </a:lnTo>
                  <a:lnTo>
                    <a:pt x="9292569" y="805204"/>
                  </a:lnTo>
                  <a:lnTo>
                    <a:pt x="9354778" y="816900"/>
                  </a:lnTo>
                  <a:lnTo>
                    <a:pt x="9422728" y="827423"/>
                  </a:lnTo>
                  <a:lnTo>
                    <a:pt x="9497111" y="836912"/>
                  </a:lnTo>
                  <a:lnTo>
                    <a:pt x="9578397" y="845484"/>
                  </a:lnTo>
                  <a:lnTo>
                    <a:pt x="9666697" y="853229"/>
                  </a:lnTo>
                  <a:lnTo>
                    <a:pt x="9761589" y="860209"/>
                  </a:lnTo>
                  <a:lnTo>
                    <a:pt x="9861927" y="866458"/>
                  </a:lnTo>
                  <a:lnTo>
                    <a:pt x="9965677" y="871986"/>
                  </a:lnTo>
                  <a:lnTo>
                    <a:pt x="10069841" y="876783"/>
                  </a:lnTo>
                  <a:lnTo>
                    <a:pt x="10170565" y="880833"/>
                  </a:lnTo>
                  <a:lnTo>
                    <a:pt x="10263480" y="884124"/>
                  </a:lnTo>
                  <a:lnTo>
                    <a:pt x="10344317" y="886667"/>
                  </a:lnTo>
                  <a:lnTo>
                    <a:pt x="10409653" y="888505"/>
                  </a:lnTo>
                  <a:lnTo>
                    <a:pt x="10457628" y="889718"/>
                  </a:lnTo>
                  <a:lnTo>
                    <a:pt x="10488411" y="890422"/>
                  </a:lnTo>
                  <a:lnTo>
                    <a:pt x="10504298" y="890751"/>
                  </a:lnTo>
                  <a:lnTo>
                    <a:pt x="10509516" y="890849"/>
                  </a:lnTo>
                  <a:lnTo>
                    <a:pt x="10509911" y="890856"/>
                  </a:lnTo>
                  <a:lnTo>
                    <a:pt x="11981298" y="890856"/>
                  </a:lnTo>
                  <a:lnTo>
                    <a:pt x="11981298" y="882683"/>
                  </a:lnTo>
                  <a:lnTo>
                    <a:pt x="10509911" y="882683"/>
                  </a:lnTo>
                  <a:lnTo>
                    <a:pt x="10508682" y="882661"/>
                  </a:lnTo>
                  <a:lnTo>
                    <a:pt x="10500622" y="882505"/>
                  </a:lnTo>
                  <a:lnTo>
                    <a:pt x="10480351" y="882072"/>
                  </a:lnTo>
                  <a:lnTo>
                    <a:pt x="10444228" y="881219"/>
                  </a:lnTo>
                  <a:lnTo>
                    <a:pt x="10390625" y="879817"/>
                  </a:lnTo>
                  <a:lnTo>
                    <a:pt x="10320050" y="877761"/>
                  </a:lnTo>
                  <a:lnTo>
                    <a:pt x="10234928" y="874982"/>
                  </a:lnTo>
                  <a:lnTo>
                    <a:pt x="10139036" y="871449"/>
                  </a:lnTo>
                  <a:lnTo>
                    <a:pt x="10036754" y="867159"/>
                  </a:lnTo>
                  <a:lnTo>
                    <a:pt x="9932339" y="862127"/>
                  </a:lnTo>
                  <a:lnTo>
                    <a:pt x="9829399" y="856368"/>
                  </a:lnTo>
                  <a:lnTo>
                    <a:pt x="9730624" y="849888"/>
                  </a:lnTo>
                  <a:lnTo>
                    <a:pt x="9637751" y="842669"/>
                  </a:lnTo>
                  <a:lnTo>
                    <a:pt x="9551674" y="834667"/>
                  </a:lnTo>
                  <a:lnTo>
                    <a:pt x="9472625" y="825814"/>
                  </a:lnTo>
                  <a:lnTo>
                    <a:pt x="9400360" y="816008"/>
                  </a:lnTo>
                  <a:lnTo>
                    <a:pt x="9334326" y="805126"/>
                  </a:lnTo>
                  <a:lnTo>
                    <a:pt x="9273784" y="793024"/>
                  </a:lnTo>
                  <a:lnTo>
                    <a:pt x="9217908" y="779545"/>
                  </a:lnTo>
                  <a:lnTo>
                    <a:pt x="9165852" y="764537"/>
                  </a:lnTo>
                  <a:lnTo>
                    <a:pt x="9116805" y="747880"/>
                  </a:lnTo>
                  <a:lnTo>
                    <a:pt x="9084767" y="735569"/>
                  </a:lnTo>
                  <a:lnTo>
                    <a:pt x="9032964" y="713202"/>
                  </a:lnTo>
                  <a:lnTo>
                    <a:pt x="8982784" y="688574"/>
                  </a:lnTo>
                  <a:lnTo>
                    <a:pt x="8933618" y="661649"/>
                  </a:lnTo>
                  <a:lnTo>
                    <a:pt x="8885019" y="632471"/>
                  </a:lnTo>
                  <a:lnTo>
                    <a:pt x="8836674" y="601168"/>
                  </a:lnTo>
                  <a:lnTo>
                    <a:pt x="8788380" y="567956"/>
                  </a:lnTo>
                  <a:lnTo>
                    <a:pt x="8740025" y="533144"/>
                  </a:lnTo>
                  <a:lnTo>
                    <a:pt x="8691572" y="497121"/>
                  </a:lnTo>
                  <a:lnTo>
                    <a:pt x="8643035" y="460339"/>
                  </a:lnTo>
                  <a:lnTo>
                    <a:pt x="8594467" y="423296"/>
                  </a:lnTo>
                  <a:lnTo>
                    <a:pt x="8545929" y="386501"/>
                  </a:lnTo>
                  <a:lnTo>
                    <a:pt x="8497473" y="350452"/>
                  </a:lnTo>
                  <a:lnTo>
                    <a:pt x="8449116" y="315604"/>
                  </a:lnTo>
                  <a:lnTo>
                    <a:pt x="8400821" y="282347"/>
                  </a:lnTo>
                  <a:lnTo>
                    <a:pt x="8352480" y="250991"/>
                  </a:lnTo>
                  <a:lnTo>
                    <a:pt x="8303891" y="221756"/>
                  </a:lnTo>
                  <a:lnTo>
                    <a:pt x="8254744" y="194773"/>
                  </a:lnTo>
                  <a:lnTo>
                    <a:pt x="8204597" y="170085"/>
                  </a:lnTo>
                  <a:lnTo>
                    <a:pt x="8152846" y="147661"/>
                  </a:lnTo>
                  <a:lnTo>
                    <a:pt x="8151487" y="147113"/>
                  </a:lnTo>
                  <a:lnTo>
                    <a:pt x="8104066" y="129300"/>
                  </a:lnTo>
                  <a:lnTo>
                    <a:pt x="8054142" y="113179"/>
                  </a:lnTo>
                  <a:lnTo>
                    <a:pt x="8000958" y="98675"/>
                  </a:lnTo>
                  <a:lnTo>
                    <a:pt x="7943684" y="85652"/>
                  </a:lnTo>
                  <a:lnTo>
                    <a:pt x="7881475" y="73956"/>
                  </a:lnTo>
                  <a:lnTo>
                    <a:pt x="7813525" y="63433"/>
                  </a:lnTo>
                  <a:lnTo>
                    <a:pt x="7739142" y="53944"/>
                  </a:lnTo>
                  <a:lnTo>
                    <a:pt x="7657856" y="45372"/>
                  </a:lnTo>
                  <a:lnTo>
                    <a:pt x="7569556" y="37627"/>
                  </a:lnTo>
                  <a:lnTo>
                    <a:pt x="7474665" y="30647"/>
                  </a:lnTo>
                  <a:lnTo>
                    <a:pt x="7374326" y="24397"/>
                  </a:lnTo>
                  <a:lnTo>
                    <a:pt x="7270577" y="18870"/>
                  </a:lnTo>
                  <a:lnTo>
                    <a:pt x="7166412" y="14073"/>
                  </a:lnTo>
                  <a:lnTo>
                    <a:pt x="7065689" y="10023"/>
                  </a:lnTo>
                  <a:lnTo>
                    <a:pt x="6972773" y="6732"/>
                  </a:lnTo>
                  <a:lnTo>
                    <a:pt x="6891936" y="4189"/>
                  </a:lnTo>
                  <a:lnTo>
                    <a:pt x="6826601" y="2351"/>
                  </a:lnTo>
                  <a:lnTo>
                    <a:pt x="6778625" y="1137"/>
                  </a:lnTo>
                  <a:lnTo>
                    <a:pt x="6747842" y="434"/>
                  </a:lnTo>
                  <a:lnTo>
                    <a:pt x="6731955" y="105"/>
                  </a:lnTo>
                  <a:lnTo>
                    <a:pt x="6726737" y="6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718" y="7"/>
                  </a:lnTo>
                  <a:lnTo>
                    <a:pt x="5245603" y="59"/>
                  </a:lnTo>
                  <a:lnTo>
                    <a:pt x="5225199" y="205"/>
                  </a:lnTo>
                  <a:lnTo>
                    <a:pt x="5188849" y="491"/>
                  </a:lnTo>
                  <a:lnTo>
                    <a:pt x="5134933" y="962"/>
                  </a:lnTo>
                  <a:lnTo>
                    <a:pt x="5063985" y="1652"/>
                  </a:lnTo>
                  <a:lnTo>
                    <a:pt x="4978466" y="2584"/>
                  </a:lnTo>
                  <a:lnTo>
                    <a:pt x="4882197" y="3769"/>
                  </a:lnTo>
                  <a:lnTo>
                    <a:pt x="4779591" y="5207"/>
                  </a:lnTo>
                  <a:lnTo>
                    <a:pt x="4674928" y="6894"/>
                  </a:lnTo>
                  <a:lnTo>
                    <a:pt x="4571820" y="8824"/>
                  </a:lnTo>
                  <a:lnTo>
                    <a:pt x="4472954" y="10996"/>
                  </a:lnTo>
                  <a:lnTo>
                    <a:pt x="4380054" y="13416"/>
                  </a:lnTo>
                  <a:lnTo>
                    <a:pt x="4293998" y="16097"/>
                  </a:lnTo>
                  <a:lnTo>
                    <a:pt x="4215001" y="19066"/>
                  </a:lnTo>
                  <a:lnTo>
                    <a:pt x="4142806" y="22355"/>
                  </a:lnTo>
                  <a:lnTo>
                    <a:pt x="4076844" y="26005"/>
                  </a:lnTo>
                  <a:lnTo>
                    <a:pt x="4016369" y="30067"/>
                  </a:lnTo>
                  <a:lnTo>
                    <a:pt x="3960546" y="34592"/>
                  </a:lnTo>
                  <a:lnTo>
                    <a:pt x="3908523" y="39631"/>
                  </a:lnTo>
                  <a:lnTo>
                    <a:pt x="3859487" y="45224"/>
                  </a:lnTo>
                  <a:lnTo>
                    <a:pt x="3829811" y="49037"/>
                  </a:lnTo>
                  <a:lnTo>
                    <a:pt x="3774167" y="57087"/>
                  </a:lnTo>
                  <a:lnTo>
                    <a:pt x="3720343" y="66011"/>
                  </a:lnTo>
                  <a:lnTo>
                    <a:pt x="3667604" y="75818"/>
                  </a:lnTo>
                  <a:lnTo>
                    <a:pt x="3615429" y="86487"/>
                  </a:lnTo>
                  <a:lnTo>
                    <a:pt x="3563466" y="97953"/>
                  </a:lnTo>
                  <a:lnTo>
                    <a:pt x="3511503" y="110113"/>
                  </a:lnTo>
                  <a:lnTo>
                    <a:pt x="3459441" y="122826"/>
                  </a:lnTo>
                  <a:lnTo>
                    <a:pt x="3407270" y="135915"/>
                  </a:lnTo>
                  <a:lnTo>
                    <a:pt x="3355035" y="149183"/>
                  </a:lnTo>
                  <a:lnTo>
                    <a:pt x="3302813" y="162417"/>
                  </a:lnTo>
                  <a:lnTo>
                    <a:pt x="3250672" y="175410"/>
                  </a:lnTo>
                  <a:lnTo>
                    <a:pt x="3198646" y="187968"/>
                  </a:lnTo>
                  <a:lnTo>
                    <a:pt x="3146698" y="199926"/>
                  </a:lnTo>
                  <a:lnTo>
                    <a:pt x="3094698" y="211152"/>
                  </a:lnTo>
                  <a:lnTo>
                    <a:pt x="3042393" y="221558"/>
                  </a:lnTo>
                  <a:lnTo>
                    <a:pt x="2989381" y="231091"/>
                  </a:lnTo>
                  <a:lnTo>
                    <a:pt x="2935079" y="239739"/>
                  </a:lnTo>
                  <a:lnTo>
                    <a:pt x="2896531" y="245189"/>
                  </a:lnTo>
                  <a:lnTo>
                    <a:pt x="2848996" y="251141"/>
                  </a:lnTo>
                  <a:lnTo>
                    <a:pt x="2798944" y="256525"/>
                  </a:lnTo>
                  <a:lnTo>
                    <a:pt x="2745612" y="261368"/>
                  </a:lnTo>
                  <a:lnTo>
                    <a:pt x="2688166" y="265715"/>
                  </a:lnTo>
                  <a:lnTo>
                    <a:pt x="2625754" y="269619"/>
                  </a:lnTo>
                  <a:lnTo>
                    <a:pt x="2557564" y="273130"/>
                  </a:lnTo>
                  <a:lnTo>
                    <a:pt x="2482903" y="276296"/>
                  </a:lnTo>
                  <a:lnTo>
                    <a:pt x="2401300" y="279155"/>
                  </a:lnTo>
                  <a:lnTo>
                    <a:pt x="2312654" y="281737"/>
                  </a:lnTo>
                  <a:lnTo>
                    <a:pt x="2217401" y="284064"/>
                  </a:lnTo>
                  <a:lnTo>
                    <a:pt x="2116713" y="286146"/>
                  </a:lnTo>
                  <a:lnTo>
                    <a:pt x="2012664" y="287986"/>
                  </a:lnTo>
                  <a:lnTo>
                    <a:pt x="1908298" y="289581"/>
                  </a:lnTo>
                  <a:lnTo>
                    <a:pt x="1807518" y="290926"/>
                  </a:lnTo>
                  <a:lnTo>
                    <a:pt x="1714730" y="292017"/>
                  </a:lnTo>
                  <a:lnTo>
                    <a:pt x="1634218" y="292858"/>
                  </a:lnTo>
                  <a:lnTo>
                    <a:pt x="1569383" y="293464"/>
                  </a:lnTo>
                  <a:lnTo>
                    <a:pt x="1522024" y="293861"/>
                  </a:lnTo>
                  <a:lnTo>
                    <a:pt x="1491882" y="294090"/>
                  </a:lnTo>
                  <a:lnTo>
                    <a:pt x="1476554" y="294195"/>
                  </a:lnTo>
                  <a:lnTo>
                    <a:pt x="1471702" y="294226"/>
                  </a:lnTo>
                  <a:lnTo>
                    <a:pt x="1471387" y="294227"/>
                  </a:lnTo>
                  <a:lnTo>
                    <a:pt x="0" y="294227"/>
                  </a:lnTo>
                  <a:close/>
                </a:path>
              </a:pathLst>
            </a:custGeom>
            <a:solidFill>
              <a:srgbClr val="67C1B3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278" name="pl1278"/>
            <p:cNvSpPr/>
            <p:nvPr/>
          </p:nvSpPr>
          <p:spPr>
            <a:xfrm>
              <a:off x="4799595" y="8183585"/>
              <a:ext cx="11981298" cy="882683"/>
            </a:xfrm>
            <a:custGeom>
              <a:avLst/>
              <a:pathLst>
                <a:path w="11981298" h="882683">
                  <a:moveTo>
                    <a:pt x="0" y="294227"/>
                  </a:moveTo>
                  <a:lnTo>
                    <a:pt x="1471387" y="294227"/>
                  </a:lnTo>
                  <a:lnTo>
                    <a:pt x="1472624" y="294220"/>
                  </a:lnTo>
                  <a:lnTo>
                    <a:pt x="1480739" y="294167"/>
                  </a:lnTo>
                  <a:lnTo>
                    <a:pt x="1501143" y="294022"/>
                  </a:lnTo>
                  <a:lnTo>
                    <a:pt x="1537493" y="293736"/>
                  </a:lnTo>
                  <a:lnTo>
                    <a:pt x="1591409" y="293265"/>
                  </a:lnTo>
                  <a:lnTo>
                    <a:pt x="1662357" y="292575"/>
                  </a:lnTo>
                  <a:lnTo>
                    <a:pt x="1747876" y="291643"/>
                  </a:lnTo>
                  <a:lnTo>
                    <a:pt x="1844145" y="290458"/>
                  </a:lnTo>
                  <a:lnTo>
                    <a:pt x="1946751" y="289020"/>
                  </a:lnTo>
                  <a:lnTo>
                    <a:pt x="2051414" y="287333"/>
                  </a:lnTo>
                  <a:lnTo>
                    <a:pt x="2154522" y="285403"/>
                  </a:lnTo>
                  <a:lnTo>
                    <a:pt x="2253388" y="283231"/>
                  </a:lnTo>
                  <a:lnTo>
                    <a:pt x="2346288" y="280811"/>
                  </a:lnTo>
                  <a:lnTo>
                    <a:pt x="2432344" y="278129"/>
                  </a:lnTo>
                  <a:lnTo>
                    <a:pt x="2511341" y="275161"/>
                  </a:lnTo>
                  <a:lnTo>
                    <a:pt x="2583536" y="271872"/>
                  </a:lnTo>
                  <a:lnTo>
                    <a:pt x="2649498" y="268222"/>
                  </a:lnTo>
                  <a:lnTo>
                    <a:pt x="2709973" y="264160"/>
                  </a:lnTo>
                  <a:lnTo>
                    <a:pt x="2765796" y="259635"/>
                  </a:lnTo>
                  <a:lnTo>
                    <a:pt x="2817819" y="254596"/>
                  </a:lnTo>
                  <a:lnTo>
                    <a:pt x="2866855" y="249003"/>
                  </a:lnTo>
                  <a:lnTo>
                    <a:pt x="2896531" y="245189"/>
                  </a:lnTo>
                  <a:lnTo>
                    <a:pt x="2952175" y="237140"/>
                  </a:lnTo>
                  <a:lnTo>
                    <a:pt x="3006000" y="228216"/>
                  </a:lnTo>
                  <a:lnTo>
                    <a:pt x="3058738" y="218408"/>
                  </a:lnTo>
                  <a:lnTo>
                    <a:pt x="3110913" y="207740"/>
                  </a:lnTo>
                  <a:lnTo>
                    <a:pt x="3162876" y="196274"/>
                  </a:lnTo>
                  <a:lnTo>
                    <a:pt x="3214839" y="184114"/>
                  </a:lnTo>
                  <a:lnTo>
                    <a:pt x="3266901" y="171401"/>
                  </a:lnTo>
                  <a:lnTo>
                    <a:pt x="3319072" y="158312"/>
                  </a:lnTo>
                  <a:lnTo>
                    <a:pt x="3371307" y="145044"/>
                  </a:lnTo>
                  <a:lnTo>
                    <a:pt x="3423530" y="131810"/>
                  </a:lnTo>
                  <a:lnTo>
                    <a:pt x="3475670" y="118817"/>
                  </a:lnTo>
                  <a:lnTo>
                    <a:pt x="3527696" y="106259"/>
                  </a:lnTo>
                  <a:lnTo>
                    <a:pt x="3579644" y="94301"/>
                  </a:lnTo>
                  <a:lnTo>
                    <a:pt x="3631644" y="83075"/>
                  </a:lnTo>
                  <a:lnTo>
                    <a:pt x="3683949" y="72669"/>
                  </a:lnTo>
                  <a:lnTo>
                    <a:pt x="3736961" y="63136"/>
                  </a:lnTo>
                  <a:lnTo>
                    <a:pt x="3791263" y="54488"/>
                  </a:lnTo>
                  <a:lnTo>
                    <a:pt x="3829811" y="49037"/>
                  </a:lnTo>
                  <a:lnTo>
                    <a:pt x="3877346" y="43086"/>
                  </a:lnTo>
                  <a:lnTo>
                    <a:pt x="3927398" y="37702"/>
                  </a:lnTo>
                  <a:lnTo>
                    <a:pt x="3980730" y="32859"/>
                  </a:lnTo>
                  <a:lnTo>
                    <a:pt x="4038176" y="28512"/>
                  </a:lnTo>
                  <a:lnTo>
                    <a:pt x="4100588" y="24608"/>
                  </a:lnTo>
                  <a:lnTo>
                    <a:pt x="4168778" y="21097"/>
                  </a:lnTo>
                  <a:lnTo>
                    <a:pt x="4243440" y="17931"/>
                  </a:lnTo>
                  <a:lnTo>
                    <a:pt x="4325042" y="15072"/>
                  </a:lnTo>
                  <a:lnTo>
                    <a:pt x="4413688" y="12490"/>
                  </a:lnTo>
                  <a:lnTo>
                    <a:pt x="4508941" y="10163"/>
                  </a:lnTo>
                  <a:lnTo>
                    <a:pt x="4609629" y="8081"/>
                  </a:lnTo>
                  <a:lnTo>
                    <a:pt x="4713678" y="6241"/>
                  </a:lnTo>
                  <a:lnTo>
                    <a:pt x="4818044" y="4645"/>
                  </a:lnTo>
                  <a:lnTo>
                    <a:pt x="4918824" y="3300"/>
                  </a:lnTo>
                  <a:lnTo>
                    <a:pt x="5011612" y="2209"/>
                  </a:lnTo>
                  <a:lnTo>
                    <a:pt x="5092124" y="1369"/>
                  </a:lnTo>
                  <a:lnTo>
                    <a:pt x="5156959" y="763"/>
                  </a:lnTo>
                  <a:lnTo>
                    <a:pt x="5204318" y="366"/>
                  </a:lnTo>
                  <a:lnTo>
                    <a:pt x="5234460" y="137"/>
                  </a:lnTo>
                  <a:lnTo>
                    <a:pt x="5249788" y="32"/>
                  </a:lnTo>
                  <a:lnTo>
                    <a:pt x="5254640" y="1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571" y="21"/>
                  </a:lnTo>
                  <a:lnTo>
                    <a:pt x="6735631" y="178"/>
                  </a:lnTo>
                  <a:lnTo>
                    <a:pt x="6755902" y="611"/>
                  </a:lnTo>
                  <a:lnTo>
                    <a:pt x="6792026" y="1463"/>
                  </a:lnTo>
                  <a:lnTo>
                    <a:pt x="6845628" y="2865"/>
                  </a:lnTo>
                  <a:lnTo>
                    <a:pt x="6916203" y="4921"/>
                  </a:lnTo>
                  <a:lnTo>
                    <a:pt x="7001325" y="7701"/>
                  </a:lnTo>
                  <a:lnTo>
                    <a:pt x="7097217" y="11234"/>
                  </a:lnTo>
                  <a:lnTo>
                    <a:pt x="7199500" y="15524"/>
                  </a:lnTo>
                  <a:lnTo>
                    <a:pt x="7303914" y="20556"/>
                  </a:lnTo>
                  <a:lnTo>
                    <a:pt x="7406855" y="26315"/>
                  </a:lnTo>
                  <a:lnTo>
                    <a:pt x="7505630" y="32795"/>
                  </a:lnTo>
                  <a:lnTo>
                    <a:pt x="7598503" y="40014"/>
                  </a:lnTo>
                  <a:lnTo>
                    <a:pt x="7684579" y="48015"/>
                  </a:lnTo>
                  <a:lnTo>
                    <a:pt x="7763628" y="56869"/>
                  </a:lnTo>
                  <a:lnTo>
                    <a:pt x="7835893" y="66675"/>
                  </a:lnTo>
                  <a:lnTo>
                    <a:pt x="7901927" y="77556"/>
                  </a:lnTo>
                  <a:lnTo>
                    <a:pt x="7962469" y="89659"/>
                  </a:lnTo>
                  <a:lnTo>
                    <a:pt x="8018345" y="103138"/>
                  </a:lnTo>
                  <a:lnTo>
                    <a:pt x="8070401" y="118146"/>
                  </a:lnTo>
                  <a:lnTo>
                    <a:pt x="8119448" y="134803"/>
                  </a:lnTo>
                  <a:lnTo>
                    <a:pt x="8151487" y="147113"/>
                  </a:lnTo>
                  <a:lnTo>
                    <a:pt x="8203289" y="169480"/>
                  </a:lnTo>
                  <a:lnTo>
                    <a:pt x="8253469" y="194109"/>
                  </a:lnTo>
                  <a:lnTo>
                    <a:pt x="8302636" y="221033"/>
                  </a:lnTo>
                  <a:lnTo>
                    <a:pt x="8351234" y="250211"/>
                  </a:lnTo>
                  <a:lnTo>
                    <a:pt x="8399579" y="281515"/>
                  </a:lnTo>
                  <a:lnTo>
                    <a:pt x="8447873" y="314727"/>
                  </a:lnTo>
                  <a:lnTo>
                    <a:pt x="8496228" y="349539"/>
                  </a:lnTo>
                  <a:lnTo>
                    <a:pt x="8544682" y="385562"/>
                  </a:lnTo>
                  <a:lnTo>
                    <a:pt x="8593218" y="422344"/>
                  </a:lnTo>
                  <a:lnTo>
                    <a:pt x="8641786" y="459387"/>
                  </a:lnTo>
                  <a:lnTo>
                    <a:pt x="8690324" y="496182"/>
                  </a:lnTo>
                  <a:lnTo>
                    <a:pt x="8738780" y="532231"/>
                  </a:lnTo>
                  <a:lnTo>
                    <a:pt x="8787137" y="567079"/>
                  </a:lnTo>
                  <a:lnTo>
                    <a:pt x="8835432" y="600336"/>
                  </a:lnTo>
                  <a:lnTo>
                    <a:pt x="8883773" y="631692"/>
                  </a:lnTo>
                  <a:lnTo>
                    <a:pt x="8932362" y="660927"/>
                  </a:lnTo>
                  <a:lnTo>
                    <a:pt x="8981509" y="687910"/>
                  </a:lnTo>
                  <a:lnTo>
                    <a:pt x="9031656" y="712598"/>
                  </a:lnTo>
                  <a:lnTo>
                    <a:pt x="9083408" y="735022"/>
                  </a:lnTo>
                  <a:lnTo>
                    <a:pt x="9084767" y="735569"/>
                  </a:lnTo>
                  <a:lnTo>
                    <a:pt x="9132187" y="753383"/>
                  </a:lnTo>
                  <a:lnTo>
                    <a:pt x="9182111" y="769504"/>
                  </a:lnTo>
                  <a:lnTo>
                    <a:pt x="9235296" y="784008"/>
                  </a:lnTo>
                  <a:lnTo>
                    <a:pt x="9292569" y="797031"/>
                  </a:lnTo>
                  <a:lnTo>
                    <a:pt x="9354778" y="808727"/>
                  </a:lnTo>
                  <a:lnTo>
                    <a:pt x="9422728" y="819250"/>
                  </a:lnTo>
                  <a:lnTo>
                    <a:pt x="9497111" y="828739"/>
                  </a:lnTo>
                  <a:lnTo>
                    <a:pt x="9578397" y="837311"/>
                  </a:lnTo>
                  <a:lnTo>
                    <a:pt x="9666697" y="845056"/>
                  </a:lnTo>
                  <a:lnTo>
                    <a:pt x="9761589" y="852036"/>
                  </a:lnTo>
                  <a:lnTo>
                    <a:pt x="9861927" y="858285"/>
                  </a:lnTo>
                  <a:lnTo>
                    <a:pt x="9965677" y="863813"/>
                  </a:lnTo>
                  <a:lnTo>
                    <a:pt x="10069841" y="868610"/>
                  </a:lnTo>
                  <a:lnTo>
                    <a:pt x="10170565" y="872660"/>
                  </a:lnTo>
                  <a:lnTo>
                    <a:pt x="10263480" y="875951"/>
                  </a:lnTo>
                  <a:lnTo>
                    <a:pt x="10344317" y="878494"/>
                  </a:lnTo>
                  <a:lnTo>
                    <a:pt x="10409653" y="880332"/>
                  </a:lnTo>
                  <a:lnTo>
                    <a:pt x="10457628" y="881545"/>
                  </a:lnTo>
                  <a:lnTo>
                    <a:pt x="10488411" y="882249"/>
                  </a:lnTo>
                  <a:lnTo>
                    <a:pt x="10504298" y="882578"/>
                  </a:lnTo>
                  <a:lnTo>
                    <a:pt x="10509516" y="882676"/>
                  </a:lnTo>
                  <a:lnTo>
                    <a:pt x="10509911" y="882683"/>
                  </a:lnTo>
                  <a:lnTo>
                    <a:pt x="11981298" y="88268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79" name="pl1279"/>
            <p:cNvSpPr/>
            <p:nvPr/>
          </p:nvSpPr>
          <p:spPr>
            <a:xfrm>
              <a:off x="4799595" y="8175412"/>
              <a:ext cx="11981298" cy="882683"/>
            </a:xfrm>
            <a:custGeom>
              <a:avLst/>
              <a:pathLst>
                <a:path w="11981298" h="882683">
                  <a:moveTo>
                    <a:pt x="11981298" y="882683"/>
                  </a:moveTo>
                  <a:lnTo>
                    <a:pt x="10509911" y="882683"/>
                  </a:lnTo>
                  <a:lnTo>
                    <a:pt x="10508682" y="882661"/>
                  </a:lnTo>
                  <a:lnTo>
                    <a:pt x="10500622" y="882505"/>
                  </a:lnTo>
                  <a:lnTo>
                    <a:pt x="10480351" y="882072"/>
                  </a:lnTo>
                  <a:lnTo>
                    <a:pt x="10444228" y="881219"/>
                  </a:lnTo>
                  <a:lnTo>
                    <a:pt x="10390625" y="879817"/>
                  </a:lnTo>
                  <a:lnTo>
                    <a:pt x="10320050" y="877761"/>
                  </a:lnTo>
                  <a:lnTo>
                    <a:pt x="10234928" y="874982"/>
                  </a:lnTo>
                  <a:lnTo>
                    <a:pt x="10139036" y="871449"/>
                  </a:lnTo>
                  <a:lnTo>
                    <a:pt x="10036754" y="867159"/>
                  </a:lnTo>
                  <a:lnTo>
                    <a:pt x="9932339" y="862127"/>
                  </a:lnTo>
                  <a:lnTo>
                    <a:pt x="9829399" y="856368"/>
                  </a:lnTo>
                  <a:lnTo>
                    <a:pt x="9730624" y="849888"/>
                  </a:lnTo>
                  <a:lnTo>
                    <a:pt x="9637751" y="842669"/>
                  </a:lnTo>
                  <a:lnTo>
                    <a:pt x="9551674" y="834667"/>
                  </a:lnTo>
                  <a:lnTo>
                    <a:pt x="9472625" y="825814"/>
                  </a:lnTo>
                  <a:lnTo>
                    <a:pt x="9400360" y="816008"/>
                  </a:lnTo>
                  <a:lnTo>
                    <a:pt x="9334326" y="805126"/>
                  </a:lnTo>
                  <a:lnTo>
                    <a:pt x="9273784" y="793024"/>
                  </a:lnTo>
                  <a:lnTo>
                    <a:pt x="9217908" y="779545"/>
                  </a:lnTo>
                  <a:lnTo>
                    <a:pt x="9165852" y="764537"/>
                  </a:lnTo>
                  <a:lnTo>
                    <a:pt x="9116805" y="747880"/>
                  </a:lnTo>
                  <a:lnTo>
                    <a:pt x="9084767" y="735569"/>
                  </a:lnTo>
                  <a:lnTo>
                    <a:pt x="9032964" y="713202"/>
                  </a:lnTo>
                  <a:lnTo>
                    <a:pt x="8982784" y="688574"/>
                  </a:lnTo>
                  <a:lnTo>
                    <a:pt x="8933618" y="661649"/>
                  </a:lnTo>
                  <a:lnTo>
                    <a:pt x="8885019" y="632471"/>
                  </a:lnTo>
                  <a:lnTo>
                    <a:pt x="8836674" y="601168"/>
                  </a:lnTo>
                  <a:lnTo>
                    <a:pt x="8788380" y="567956"/>
                  </a:lnTo>
                  <a:lnTo>
                    <a:pt x="8740025" y="533144"/>
                  </a:lnTo>
                  <a:lnTo>
                    <a:pt x="8691572" y="497121"/>
                  </a:lnTo>
                  <a:lnTo>
                    <a:pt x="8643035" y="460339"/>
                  </a:lnTo>
                  <a:lnTo>
                    <a:pt x="8594467" y="423296"/>
                  </a:lnTo>
                  <a:lnTo>
                    <a:pt x="8545929" y="386501"/>
                  </a:lnTo>
                  <a:lnTo>
                    <a:pt x="8497473" y="350452"/>
                  </a:lnTo>
                  <a:lnTo>
                    <a:pt x="8449116" y="315604"/>
                  </a:lnTo>
                  <a:lnTo>
                    <a:pt x="8400821" y="282347"/>
                  </a:lnTo>
                  <a:lnTo>
                    <a:pt x="8352480" y="250991"/>
                  </a:lnTo>
                  <a:lnTo>
                    <a:pt x="8303891" y="221756"/>
                  </a:lnTo>
                  <a:lnTo>
                    <a:pt x="8254744" y="194773"/>
                  </a:lnTo>
                  <a:lnTo>
                    <a:pt x="8204597" y="170085"/>
                  </a:lnTo>
                  <a:lnTo>
                    <a:pt x="8152846" y="147661"/>
                  </a:lnTo>
                  <a:lnTo>
                    <a:pt x="8151487" y="147113"/>
                  </a:lnTo>
                  <a:lnTo>
                    <a:pt x="8104066" y="129300"/>
                  </a:lnTo>
                  <a:lnTo>
                    <a:pt x="8054142" y="113179"/>
                  </a:lnTo>
                  <a:lnTo>
                    <a:pt x="8000958" y="98675"/>
                  </a:lnTo>
                  <a:lnTo>
                    <a:pt x="7943684" y="85652"/>
                  </a:lnTo>
                  <a:lnTo>
                    <a:pt x="7881475" y="73956"/>
                  </a:lnTo>
                  <a:lnTo>
                    <a:pt x="7813525" y="63433"/>
                  </a:lnTo>
                  <a:lnTo>
                    <a:pt x="7739142" y="53944"/>
                  </a:lnTo>
                  <a:lnTo>
                    <a:pt x="7657856" y="45372"/>
                  </a:lnTo>
                  <a:lnTo>
                    <a:pt x="7569556" y="37627"/>
                  </a:lnTo>
                  <a:lnTo>
                    <a:pt x="7474665" y="30647"/>
                  </a:lnTo>
                  <a:lnTo>
                    <a:pt x="7374326" y="24397"/>
                  </a:lnTo>
                  <a:lnTo>
                    <a:pt x="7270577" y="18870"/>
                  </a:lnTo>
                  <a:lnTo>
                    <a:pt x="7166412" y="14073"/>
                  </a:lnTo>
                  <a:lnTo>
                    <a:pt x="7065689" y="10023"/>
                  </a:lnTo>
                  <a:lnTo>
                    <a:pt x="6972773" y="6732"/>
                  </a:lnTo>
                  <a:lnTo>
                    <a:pt x="6891936" y="4189"/>
                  </a:lnTo>
                  <a:lnTo>
                    <a:pt x="6826601" y="2351"/>
                  </a:lnTo>
                  <a:lnTo>
                    <a:pt x="6778625" y="1137"/>
                  </a:lnTo>
                  <a:lnTo>
                    <a:pt x="6747842" y="434"/>
                  </a:lnTo>
                  <a:lnTo>
                    <a:pt x="6731955" y="105"/>
                  </a:lnTo>
                  <a:lnTo>
                    <a:pt x="6726737" y="6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718" y="7"/>
                  </a:lnTo>
                  <a:lnTo>
                    <a:pt x="5245603" y="59"/>
                  </a:lnTo>
                  <a:lnTo>
                    <a:pt x="5225199" y="205"/>
                  </a:lnTo>
                  <a:lnTo>
                    <a:pt x="5188849" y="491"/>
                  </a:lnTo>
                  <a:lnTo>
                    <a:pt x="5134933" y="962"/>
                  </a:lnTo>
                  <a:lnTo>
                    <a:pt x="5063985" y="1652"/>
                  </a:lnTo>
                  <a:lnTo>
                    <a:pt x="4978466" y="2584"/>
                  </a:lnTo>
                  <a:lnTo>
                    <a:pt x="4882197" y="3769"/>
                  </a:lnTo>
                  <a:lnTo>
                    <a:pt x="4779591" y="5207"/>
                  </a:lnTo>
                  <a:lnTo>
                    <a:pt x="4674928" y="6894"/>
                  </a:lnTo>
                  <a:lnTo>
                    <a:pt x="4571820" y="8824"/>
                  </a:lnTo>
                  <a:lnTo>
                    <a:pt x="4472954" y="10996"/>
                  </a:lnTo>
                  <a:lnTo>
                    <a:pt x="4380054" y="13416"/>
                  </a:lnTo>
                  <a:lnTo>
                    <a:pt x="4293998" y="16097"/>
                  </a:lnTo>
                  <a:lnTo>
                    <a:pt x="4215001" y="19066"/>
                  </a:lnTo>
                  <a:lnTo>
                    <a:pt x="4142806" y="22355"/>
                  </a:lnTo>
                  <a:lnTo>
                    <a:pt x="4076844" y="26005"/>
                  </a:lnTo>
                  <a:lnTo>
                    <a:pt x="4016369" y="30067"/>
                  </a:lnTo>
                  <a:lnTo>
                    <a:pt x="3960546" y="34592"/>
                  </a:lnTo>
                  <a:lnTo>
                    <a:pt x="3908523" y="39631"/>
                  </a:lnTo>
                  <a:lnTo>
                    <a:pt x="3859487" y="45224"/>
                  </a:lnTo>
                  <a:lnTo>
                    <a:pt x="3829811" y="49037"/>
                  </a:lnTo>
                  <a:lnTo>
                    <a:pt x="3774167" y="57087"/>
                  </a:lnTo>
                  <a:lnTo>
                    <a:pt x="3720343" y="66011"/>
                  </a:lnTo>
                  <a:lnTo>
                    <a:pt x="3667604" y="75818"/>
                  </a:lnTo>
                  <a:lnTo>
                    <a:pt x="3615429" y="86487"/>
                  </a:lnTo>
                  <a:lnTo>
                    <a:pt x="3563466" y="97953"/>
                  </a:lnTo>
                  <a:lnTo>
                    <a:pt x="3511503" y="110113"/>
                  </a:lnTo>
                  <a:lnTo>
                    <a:pt x="3459441" y="122826"/>
                  </a:lnTo>
                  <a:lnTo>
                    <a:pt x="3407270" y="135915"/>
                  </a:lnTo>
                  <a:lnTo>
                    <a:pt x="3355035" y="149183"/>
                  </a:lnTo>
                  <a:lnTo>
                    <a:pt x="3302813" y="162417"/>
                  </a:lnTo>
                  <a:lnTo>
                    <a:pt x="3250672" y="175410"/>
                  </a:lnTo>
                  <a:lnTo>
                    <a:pt x="3198646" y="187968"/>
                  </a:lnTo>
                  <a:lnTo>
                    <a:pt x="3146698" y="199926"/>
                  </a:lnTo>
                  <a:lnTo>
                    <a:pt x="3094698" y="211152"/>
                  </a:lnTo>
                  <a:lnTo>
                    <a:pt x="3042393" y="221558"/>
                  </a:lnTo>
                  <a:lnTo>
                    <a:pt x="2989381" y="231091"/>
                  </a:lnTo>
                  <a:lnTo>
                    <a:pt x="2935079" y="239739"/>
                  </a:lnTo>
                  <a:lnTo>
                    <a:pt x="2896531" y="245189"/>
                  </a:lnTo>
                  <a:lnTo>
                    <a:pt x="2848996" y="251141"/>
                  </a:lnTo>
                  <a:lnTo>
                    <a:pt x="2798944" y="256525"/>
                  </a:lnTo>
                  <a:lnTo>
                    <a:pt x="2745612" y="261368"/>
                  </a:lnTo>
                  <a:lnTo>
                    <a:pt x="2688166" y="265715"/>
                  </a:lnTo>
                  <a:lnTo>
                    <a:pt x="2625754" y="269619"/>
                  </a:lnTo>
                  <a:lnTo>
                    <a:pt x="2557564" y="273130"/>
                  </a:lnTo>
                  <a:lnTo>
                    <a:pt x="2482903" y="276296"/>
                  </a:lnTo>
                  <a:lnTo>
                    <a:pt x="2401300" y="279155"/>
                  </a:lnTo>
                  <a:lnTo>
                    <a:pt x="2312654" y="281737"/>
                  </a:lnTo>
                  <a:lnTo>
                    <a:pt x="2217401" y="284064"/>
                  </a:lnTo>
                  <a:lnTo>
                    <a:pt x="2116713" y="286146"/>
                  </a:lnTo>
                  <a:lnTo>
                    <a:pt x="2012664" y="287986"/>
                  </a:lnTo>
                  <a:lnTo>
                    <a:pt x="1908298" y="289581"/>
                  </a:lnTo>
                  <a:lnTo>
                    <a:pt x="1807518" y="290926"/>
                  </a:lnTo>
                  <a:lnTo>
                    <a:pt x="1714730" y="292017"/>
                  </a:lnTo>
                  <a:lnTo>
                    <a:pt x="1634218" y="292858"/>
                  </a:lnTo>
                  <a:lnTo>
                    <a:pt x="1569383" y="293464"/>
                  </a:lnTo>
                  <a:lnTo>
                    <a:pt x="1522024" y="293861"/>
                  </a:lnTo>
                  <a:lnTo>
                    <a:pt x="1491882" y="294090"/>
                  </a:lnTo>
                  <a:lnTo>
                    <a:pt x="1476554" y="294195"/>
                  </a:lnTo>
                  <a:lnTo>
                    <a:pt x="1471702" y="294226"/>
                  </a:lnTo>
                  <a:lnTo>
                    <a:pt x="1471387" y="294227"/>
                  </a:lnTo>
                  <a:lnTo>
                    <a:pt x="0" y="29422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80" name="pg1280"/>
            <p:cNvSpPr/>
            <p:nvPr/>
          </p:nvSpPr>
          <p:spPr>
            <a:xfrm>
              <a:off x="4799595" y="6753310"/>
              <a:ext cx="11981298" cy="3138431"/>
            </a:xfrm>
            <a:custGeom>
              <a:avLst/>
              <a:pathLst>
                <a:path w="11981298" h="3138431">
                  <a:moveTo>
                    <a:pt x="0" y="1871616"/>
                  </a:moveTo>
                  <a:lnTo>
                    <a:pt x="1471387" y="1871616"/>
                  </a:lnTo>
                  <a:lnTo>
                    <a:pt x="1472605" y="1871647"/>
                  </a:lnTo>
                  <a:lnTo>
                    <a:pt x="1480601" y="1871870"/>
                  </a:lnTo>
                  <a:lnTo>
                    <a:pt x="1500716" y="1872487"/>
                  </a:lnTo>
                  <a:lnTo>
                    <a:pt x="1536574" y="1873700"/>
                  </a:lnTo>
                  <a:lnTo>
                    <a:pt x="1589810" y="1875695"/>
                  </a:lnTo>
                  <a:lnTo>
                    <a:pt x="1659945" y="1878623"/>
                  </a:lnTo>
                  <a:lnTo>
                    <a:pt x="1744600" y="1882581"/>
                  </a:lnTo>
                  <a:lnTo>
                    <a:pt x="1840048" y="1887615"/>
                  </a:lnTo>
                  <a:lnTo>
                    <a:pt x="1941948" y="1893730"/>
                  </a:lnTo>
                  <a:lnTo>
                    <a:pt x="2046067" y="1900904"/>
                  </a:lnTo>
                  <a:lnTo>
                    <a:pt x="2148808" y="1909116"/>
                  </a:lnTo>
                  <a:lnTo>
                    <a:pt x="2247474" y="1918357"/>
                  </a:lnTo>
                  <a:lnTo>
                    <a:pt x="2340313" y="1928652"/>
                  </a:lnTo>
                  <a:lnTo>
                    <a:pt x="2426412" y="1940060"/>
                  </a:lnTo>
                  <a:lnTo>
                    <a:pt x="2505522" y="1952680"/>
                  </a:lnTo>
                  <a:lnTo>
                    <a:pt x="2577867" y="1966652"/>
                  </a:lnTo>
                  <a:lnTo>
                    <a:pt x="2643987" y="1982151"/>
                  </a:lnTo>
                  <a:lnTo>
                    <a:pt x="2704608" y="1999382"/>
                  </a:lnTo>
                  <a:lnTo>
                    <a:pt x="2760547" y="2018566"/>
                  </a:lnTo>
                  <a:lnTo>
                    <a:pt x="2812643" y="2039922"/>
                  </a:lnTo>
                  <a:lnTo>
                    <a:pt x="2861704" y="2063625"/>
                  </a:lnTo>
                  <a:lnTo>
                    <a:pt x="2896531" y="2082752"/>
                  </a:lnTo>
                  <a:lnTo>
                    <a:pt x="2945087" y="2112710"/>
                  </a:lnTo>
                  <a:lnTo>
                    <a:pt x="2992183" y="2145509"/>
                  </a:lnTo>
                  <a:lnTo>
                    <a:pt x="3038333" y="2181197"/>
                  </a:lnTo>
                  <a:lnTo>
                    <a:pt x="3083921" y="2219739"/>
                  </a:lnTo>
                  <a:lnTo>
                    <a:pt x="3129227" y="2261008"/>
                  </a:lnTo>
                  <a:lnTo>
                    <a:pt x="3174442" y="2304778"/>
                  </a:lnTo>
                  <a:lnTo>
                    <a:pt x="3219682" y="2350724"/>
                  </a:lnTo>
                  <a:lnTo>
                    <a:pt x="3265002" y="2398424"/>
                  </a:lnTo>
                  <a:lnTo>
                    <a:pt x="3310407" y="2447378"/>
                  </a:lnTo>
                  <a:lnTo>
                    <a:pt x="3355868" y="2497025"/>
                  </a:lnTo>
                  <a:lnTo>
                    <a:pt x="3401337" y="2546769"/>
                  </a:lnTo>
                  <a:lnTo>
                    <a:pt x="3446764" y="2596009"/>
                  </a:lnTo>
                  <a:lnTo>
                    <a:pt x="3492113" y="2644170"/>
                  </a:lnTo>
                  <a:lnTo>
                    <a:pt x="3537375" y="2690729"/>
                  </a:lnTo>
                  <a:lnTo>
                    <a:pt x="3582589" y="2735239"/>
                  </a:lnTo>
                  <a:lnTo>
                    <a:pt x="3627849" y="2777341"/>
                  </a:lnTo>
                  <a:lnTo>
                    <a:pt x="3673321" y="2816777"/>
                  </a:lnTo>
                  <a:lnTo>
                    <a:pt x="3719253" y="2853390"/>
                  </a:lnTo>
                  <a:lnTo>
                    <a:pt x="3765996" y="2887115"/>
                  </a:lnTo>
                  <a:lnTo>
                    <a:pt x="3814018" y="2917976"/>
                  </a:lnTo>
                  <a:lnTo>
                    <a:pt x="3829811" y="2927295"/>
                  </a:lnTo>
                  <a:lnTo>
                    <a:pt x="3877097" y="2952793"/>
                  </a:lnTo>
                  <a:lnTo>
                    <a:pt x="3926870" y="2975876"/>
                  </a:lnTo>
                  <a:lnTo>
                    <a:pt x="3979882" y="2996650"/>
                  </a:lnTo>
                  <a:lnTo>
                    <a:pt x="4036953" y="3015307"/>
                  </a:lnTo>
                  <a:lnTo>
                    <a:pt x="4098922" y="3032068"/>
                  </a:lnTo>
                  <a:lnTo>
                    <a:pt x="4166591" y="3047153"/>
                  </a:lnTo>
                  <a:lnTo>
                    <a:pt x="4240646" y="3060759"/>
                  </a:lnTo>
                  <a:lnTo>
                    <a:pt x="4321561" y="3073054"/>
                  </a:lnTo>
                  <a:lnTo>
                    <a:pt x="4409453" y="3084165"/>
                  </a:lnTo>
                  <a:lnTo>
                    <a:pt x="4503920" y="3094183"/>
                  </a:lnTo>
                  <a:lnTo>
                    <a:pt x="4603846" y="3103157"/>
                  </a:lnTo>
                  <a:lnTo>
                    <a:pt x="4707242" y="3111101"/>
                  </a:lnTo>
                  <a:lnTo>
                    <a:pt x="4811164" y="3118003"/>
                  </a:lnTo>
                  <a:lnTo>
                    <a:pt x="4911814" y="3123840"/>
                  </a:lnTo>
                  <a:lnTo>
                    <a:pt x="5004872" y="3128594"/>
                  </a:lnTo>
                  <a:lnTo>
                    <a:pt x="5086082" y="3132279"/>
                  </a:lnTo>
                  <a:lnTo>
                    <a:pt x="5151999" y="3134953"/>
                  </a:lnTo>
                  <a:lnTo>
                    <a:pt x="5200695" y="3136730"/>
                  </a:lnTo>
                  <a:lnTo>
                    <a:pt x="5232234" y="3137769"/>
                  </a:lnTo>
                  <a:lnTo>
                    <a:pt x="5248788" y="3138264"/>
                  </a:lnTo>
                  <a:lnTo>
                    <a:pt x="5254452" y="3138418"/>
                  </a:lnTo>
                  <a:lnTo>
                    <a:pt x="5254955" y="3138431"/>
                  </a:lnTo>
                  <a:lnTo>
                    <a:pt x="6726343" y="3138431"/>
                  </a:lnTo>
                  <a:lnTo>
                    <a:pt x="6727471" y="3138359"/>
                  </a:lnTo>
                  <a:lnTo>
                    <a:pt x="6734890" y="3137850"/>
                  </a:lnTo>
                  <a:lnTo>
                    <a:pt x="6753597" y="3136443"/>
                  </a:lnTo>
                  <a:lnTo>
                    <a:pt x="6787057" y="3133672"/>
                  </a:lnTo>
                  <a:lnTo>
                    <a:pt x="6836955" y="3129107"/>
                  </a:lnTo>
                  <a:lnTo>
                    <a:pt x="6903070" y="3122394"/>
                  </a:lnTo>
                  <a:lnTo>
                    <a:pt x="6983424" y="3113290"/>
                  </a:lnTo>
                  <a:lnTo>
                    <a:pt x="7074726" y="3101671"/>
                  </a:lnTo>
                  <a:lnTo>
                    <a:pt x="7173011" y="3087514"/>
                  </a:lnTo>
                  <a:lnTo>
                    <a:pt x="7274290" y="3070859"/>
                  </a:lnTo>
                  <a:lnTo>
                    <a:pt x="7375059" y="3051759"/>
                  </a:lnTo>
                  <a:lnTo>
                    <a:pt x="7472586" y="3030244"/>
                  </a:lnTo>
                  <a:lnTo>
                    <a:pt x="7564998" y="3006284"/>
                  </a:lnTo>
                  <a:lnTo>
                    <a:pt x="7651221" y="2979772"/>
                  </a:lnTo>
                  <a:lnTo>
                    <a:pt x="7730830" y="2950510"/>
                  </a:lnTo>
                  <a:lnTo>
                    <a:pt x="7803890" y="2918215"/>
                  </a:lnTo>
                  <a:lnTo>
                    <a:pt x="7870803" y="2882516"/>
                  </a:lnTo>
                  <a:lnTo>
                    <a:pt x="7932178" y="2842971"/>
                  </a:lnTo>
                  <a:lnTo>
                    <a:pt x="7988744" y="2799087"/>
                  </a:lnTo>
                  <a:lnTo>
                    <a:pt x="8041274" y="2750352"/>
                  </a:lnTo>
                  <a:lnTo>
                    <a:pt x="8090536" y="2696304"/>
                  </a:lnTo>
                  <a:lnTo>
                    <a:pt x="8137247" y="2636629"/>
                  </a:lnTo>
                  <a:lnTo>
                    <a:pt x="8151487" y="2616721"/>
                  </a:lnTo>
                  <a:lnTo>
                    <a:pt x="8187680" y="2562455"/>
                  </a:lnTo>
                  <a:lnTo>
                    <a:pt x="8222986" y="2504354"/>
                  </a:lnTo>
                  <a:lnTo>
                    <a:pt x="8257638" y="2442339"/>
                  </a:lnTo>
                  <a:lnTo>
                    <a:pt x="8291826" y="2376391"/>
                  </a:lnTo>
                  <a:lnTo>
                    <a:pt x="8325700" y="2306551"/>
                  </a:lnTo>
                  <a:lnTo>
                    <a:pt x="8359382" y="2232932"/>
                  </a:lnTo>
                  <a:lnTo>
                    <a:pt x="8392963" y="2155719"/>
                  </a:lnTo>
                  <a:lnTo>
                    <a:pt x="8426512" y="2075175"/>
                  </a:lnTo>
                  <a:lnTo>
                    <a:pt x="8460072" y="1991633"/>
                  </a:lnTo>
                  <a:lnTo>
                    <a:pt x="8493671" y="1905503"/>
                  </a:lnTo>
                  <a:lnTo>
                    <a:pt x="8527319" y="1817256"/>
                  </a:lnTo>
                  <a:lnTo>
                    <a:pt x="8561012" y="1727419"/>
                  </a:lnTo>
                  <a:lnTo>
                    <a:pt x="8594739" y="1636562"/>
                  </a:lnTo>
                  <a:lnTo>
                    <a:pt x="8628481" y="1545283"/>
                  </a:lnTo>
                  <a:lnTo>
                    <a:pt x="8662216" y="1454191"/>
                  </a:lnTo>
                  <a:lnTo>
                    <a:pt x="8695924" y="1363891"/>
                  </a:lnTo>
                  <a:lnTo>
                    <a:pt x="8729591" y="1274965"/>
                  </a:lnTo>
                  <a:lnTo>
                    <a:pt x="8763208" y="1187958"/>
                  </a:lnTo>
                  <a:lnTo>
                    <a:pt x="8796781" y="1103364"/>
                  </a:lnTo>
                  <a:lnTo>
                    <a:pt x="8830330" y="1021618"/>
                  </a:lnTo>
                  <a:lnTo>
                    <a:pt x="8863892" y="943084"/>
                  </a:lnTo>
                  <a:lnTo>
                    <a:pt x="8897525" y="868050"/>
                  </a:lnTo>
                  <a:lnTo>
                    <a:pt x="8931313" y="796733"/>
                  </a:lnTo>
                  <a:lnTo>
                    <a:pt x="8965363" y="729273"/>
                  </a:lnTo>
                  <a:lnTo>
                    <a:pt x="8999815" y="665738"/>
                  </a:lnTo>
                  <a:lnTo>
                    <a:pt x="9034844" y="606131"/>
                  </a:lnTo>
                  <a:lnTo>
                    <a:pt x="9070664" y="550396"/>
                  </a:lnTo>
                  <a:lnTo>
                    <a:pt x="9084767" y="529882"/>
                  </a:lnTo>
                  <a:lnTo>
                    <a:pt x="9130810" y="468419"/>
                  </a:lnTo>
                  <a:lnTo>
                    <a:pt x="9179197" y="412628"/>
                  </a:lnTo>
                  <a:lnTo>
                    <a:pt x="9230620" y="362271"/>
                  </a:lnTo>
                  <a:lnTo>
                    <a:pt x="9285835" y="316917"/>
                  </a:lnTo>
                  <a:lnTo>
                    <a:pt x="9345619" y="276065"/>
                  </a:lnTo>
                  <a:lnTo>
                    <a:pt x="9410720" y="239210"/>
                  </a:lnTo>
                  <a:lnTo>
                    <a:pt x="9481796" y="205889"/>
                  </a:lnTo>
                  <a:lnTo>
                    <a:pt x="9559323" y="175710"/>
                  </a:lnTo>
                  <a:lnTo>
                    <a:pt x="9643489" y="148360"/>
                  </a:lnTo>
                  <a:lnTo>
                    <a:pt x="9734040" y="123614"/>
                  </a:lnTo>
                  <a:lnTo>
                    <a:pt x="9830123" y="101338"/>
                  </a:lnTo>
                  <a:lnTo>
                    <a:pt x="9930127" y="81480"/>
                  </a:lnTo>
                  <a:lnTo>
                    <a:pt x="10031591" y="64051"/>
                  </a:lnTo>
                  <a:lnTo>
                    <a:pt x="10131231" y="49104"/>
                  </a:lnTo>
                  <a:lnTo>
                    <a:pt x="10225165" y="36687"/>
                  </a:lnTo>
                  <a:lnTo>
                    <a:pt x="10309356" y="26802"/>
                  </a:lnTo>
                  <a:lnTo>
                    <a:pt x="10380228" y="19359"/>
                  </a:lnTo>
                  <a:lnTo>
                    <a:pt x="10435329" y="14152"/>
                  </a:lnTo>
                  <a:lnTo>
                    <a:pt x="10473857" y="10862"/>
                  </a:lnTo>
                  <a:lnTo>
                    <a:pt x="10496902" y="9076"/>
                  </a:lnTo>
                  <a:lnTo>
                    <a:pt x="10507394" y="8335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8782" y="71"/>
                  </a:lnTo>
                  <a:lnTo>
                    <a:pt x="10501363" y="580"/>
                  </a:lnTo>
                  <a:lnTo>
                    <a:pt x="10482656" y="1987"/>
                  </a:lnTo>
                  <a:lnTo>
                    <a:pt x="10449196" y="4758"/>
                  </a:lnTo>
                  <a:lnTo>
                    <a:pt x="10399299" y="9323"/>
                  </a:lnTo>
                  <a:lnTo>
                    <a:pt x="10333183" y="16036"/>
                  </a:lnTo>
                  <a:lnTo>
                    <a:pt x="10252829" y="25141"/>
                  </a:lnTo>
                  <a:lnTo>
                    <a:pt x="10161528" y="36759"/>
                  </a:lnTo>
                  <a:lnTo>
                    <a:pt x="10063243" y="50916"/>
                  </a:lnTo>
                  <a:lnTo>
                    <a:pt x="9961963" y="67572"/>
                  </a:lnTo>
                  <a:lnTo>
                    <a:pt x="9861194" y="86671"/>
                  </a:lnTo>
                  <a:lnTo>
                    <a:pt x="9763668" y="108186"/>
                  </a:lnTo>
                  <a:lnTo>
                    <a:pt x="9671255" y="132146"/>
                  </a:lnTo>
                  <a:lnTo>
                    <a:pt x="9585033" y="158659"/>
                  </a:lnTo>
                  <a:lnTo>
                    <a:pt x="9505424" y="187920"/>
                  </a:lnTo>
                  <a:lnTo>
                    <a:pt x="9432363" y="220216"/>
                  </a:lnTo>
                  <a:lnTo>
                    <a:pt x="9365450" y="255914"/>
                  </a:lnTo>
                  <a:lnTo>
                    <a:pt x="9304075" y="295459"/>
                  </a:lnTo>
                  <a:lnTo>
                    <a:pt x="9247509" y="339344"/>
                  </a:lnTo>
                  <a:lnTo>
                    <a:pt x="9194979" y="388079"/>
                  </a:lnTo>
                  <a:lnTo>
                    <a:pt x="9145717" y="442126"/>
                  </a:lnTo>
                  <a:lnTo>
                    <a:pt x="9099007" y="501801"/>
                  </a:lnTo>
                  <a:lnTo>
                    <a:pt x="9084767" y="521709"/>
                  </a:lnTo>
                  <a:lnTo>
                    <a:pt x="9048574" y="575975"/>
                  </a:lnTo>
                  <a:lnTo>
                    <a:pt x="9013267" y="634076"/>
                  </a:lnTo>
                  <a:lnTo>
                    <a:pt x="8978615" y="696091"/>
                  </a:lnTo>
                  <a:lnTo>
                    <a:pt x="8944428" y="762040"/>
                  </a:lnTo>
                  <a:lnTo>
                    <a:pt x="8910553" y="831880"/>
                  </a:lnTo>
                  <a:lnTo>
                    <a:pt x="8876871" y="905499"/>
                  </a:lnTo>
                  <a:lnTo>
                    <a:pt x="8843290" y="982711"/>
                  </a:lnTo>
                  <a:lnTo>
                    <a:pt x="8809742" y="1063256"/>
                  </a:lnTo>
                  <a:lnTo>
                    <a:pt x="8776181" y="1146797"/>
                  </a:lnTo>
                  <a:lnTo>
                    <a:pt x="8742582" y="1232927"/>
                  </a:lnTo>
                  <a:lnTo>
                    <a:pt x="8708935" y="1321174"/>
                  </a:lnTo>
                  <a:lnTo>
                    <a:pt x="8675241" y="1411011"/>
                  </a:lnTo>
                  <a:lnTo>
                    <a:pt x="8641514" y="1501868"/>
                  </a:lnTo>
                  <a:lnTo>
                    <a:pt x="8607772" y="1593147"/>
                  </a:lnTo>
                  <a:lnTo>
                    <a:pt x="8574037" y="1684239"/>
                  </a:lnTo>
                  <a:lnTo>
                    <a:pt x="8540329" y="1774539"/>
                  </a:lnTo>
                  <a:lnTo>
                    <a:pt x="8506662" y="1863466"/>
                  </a:lnTo>
                  <a:lnTo>
                    <a:pt x="8473045" y="1950473"/>
                  </a:lnTo>
                  <a:lnTo>
                    <a:pt x="8439472" y="2035066"/>
                  </a:lnTo>
                  <a:lnTo>
                    <a:pt x="8405923" y="2116812"/>
                  </a:lnTo>
                  <a:lnTo>
                    <a:pt x="8372361" y="2195347"/>
                  </a:lnTo>
                  <a:lnTo>
                    <a:pt x="8338728" y="2270380"/>
                  </a:lnTo>
                  <a:lnTo>
                    <a:pt x="8304940" y="2341697"/>
                  </a:lnTo>
                  <a:lnTo>
                    <a:pt x="8270890" y="2409158"/>
                  </a:lnTo>
                  <a:lnTo>
                    <a:pt x="8236438" y="2472693"/>
                  </a:lnTo>
                  <a:lnTo>
                    <a:pt x="8201409" y="2532299"/>
                  </a:lnTo>
                  <a:lnTo>
                    <a:pt x="8165589" y="2588034"/>
                  </a:lnTo>
                  <a:lnTo>
                    <a:pt x="8151487" y="2608548"/>
                  </a:lnTo>
                  <a:lnTo>
                    <a:pt x="8105443" y="2670011"/>
                  </a:lnTo>
                  <a:lnTo>
                    <a:pt x="8057056" y="2725802"/>
                  </a:lnTo>
                  <a:lnTo>
                    <a:pt x="8005633" y="2776160"/>
                  </a:lnTo>
                  <a:lnTo>
                    <a:pt x="7950418" y="2821513"/>
                  </a:lnTo>
                  <a:lnTo>
                    <a:pt x="7890634" y="2862365"/>
                  </a:lnTo>
                  <a:lnTo>
                    <a:pt x="7825533" y="2899221"/>
                  </a:lnTo>
                  <a:lnTo>
                    <a:pt x="7754458" y="2932541"/>
                  </a:lnTo>
                  <a:lnTo>
                    <a:pt x="7676930" y="2962720"/>
                  </a:lnTo>
                  <a:lnTo>
                    <a:pt x="7592765" y="2990070"/>
                  </a:lnTo>
                  <a:lnTo>
                    <a:pt x="7502213" y="3014816"/>
                  </a:lnTo>
                  <a:lnTo>
                    <a:pt x="7406131" y="3037092"/>
                  </a:lnTo>
                  <a:lnTo>
                    <a:pt x="7306126" y="3056951"/>
                  </a:lnTo>
                  <a:lnTo>
                    <a:pt x="7204662" y="3074379"/>
                  </a:lnTo>
                  <a:lnTo>
                    <a:pt x="7105022" y="3089326"/>
                  </a:lnTo>
                  <a:lnTo>
                    <a:pt x="7011088" y="3101743"/>
                  </a:lnTo>
                  <a:lnTo>
                    <a:pt x="6926897" y="3111628"/>
                  </a:lnTo>
                  <a:lnTo>
                    <a:pt x="6856026" y="3119072"/>
                  </a:lnTo>
                  <a:lnTo>
                    <a:pt x="6800924" y="3124278"/>
                  </a:lnTo>
                  <a:lnTo>
                    <a:pt x="6762396" y="3127569"/>
                  </a:lnTo>
                  <a:lnTo>
                    <a:pt x="6739351" y="3129354"/>
                  </a:lnTo>
                  <a:lnTo>
                    <a:pt x="6728859" y="3130095"/>
                  </a:lnTo>
                  <a:lnTo>
                    <a:pt x="6726343" y="3130258"/>
                  </a:lnTo>
                  <a:lnTo>
                    <a:pt x="5254955" y="3130258"/>
                  </a:lnTo>
                  <a:lnTo>
                    <a:pt x="5253737" y="3130227"/>
                  </a:lnTo>
                  <a:lnTo>
                    <a:pt x="5245741" y="3130004"/>
                  </a:lnTo>
                  <a:lnTo>
                    <a:pt x="5225626" y="3129387"/>
                  </a:lnTo>
                  <a:lnTo>
                    <a:pt x="5189768" y="3128174"/>
                  </a:lnTo>
                  <a:lnTo>
                    <a:pt x="5136532" y="3126179"/>
                  </a:lnTo>
                  <a:lnTo>
                    <a:pt x="5066397" y="3123251"/>
                  </a:lnTo>
                  <a:lnTo>
                    <a:pt x="4981742" y="3119293"/>
                  </a:lnTo>
                  <a:lnTo>
                    <a:pt x="4886294" y="3114258"/>
                  </a:lnTo>
                  <a:lnTo>
                    <a:pt x="4784394" y="3108144"/>
                  </a:lnTo>
                  <a:lnTo>
                    <a:pt x="4680275" y="3100970"/>
                  </a:lnTo>
                  <a:lnTo>
                    <a:pt x="4577534" y="3092758"/>
                  </a:lnTo>
                  <a:lnTo>
                    <a:pt x="4478868" y="3083517"/>
                  </a:lnTo>
                  <a:lnTo>
                    <a:pt x="4386029" y="3073222"/>
                  </a:lnTo>
                  <a:lnTo>
                    <a:pt x="4299930" y="3061814"/>
                  </a:lnTo>
                  <a:lnTo>
                    <a:pt x="4220820" y="3049194"/>
                  </a:lnTo>
                  <a:lnTo>
                    <a:pt x="4148475" y="3035222"/>
                  </a:lnTo>
                  <a:lnTo>
                    <a:pt x="4082355" y="3019723"/>
                  </a:lnTo>
                  <a:lnTo>
                    <a:pt x="4021734" y="3002492"/>
                  </a:lnTo>
                  <a:lnTo>
                    <a:pt x="3965795" y="2983307"/>
                  </a:lnTo>
                  <a:lnTo>
                    <a:pt x="3913699" y="2961952"/>
                  </a:lnTo>
                  <a:lnTo>
                    <a:pt x="3864638" y="2938249"/>
                  </a:lnTo>
                  <a:lnTo>
                    <a:pt x="3829811" y="2919122"/>
                  </a:lnTo>
                  <a:lnTo>
                    <a:pt x="3781255" y="2889164"/>
                  </a:lnTo>
                  <a:lnTo>
                    <a:pt x="3734159" y="2856365"/>
                  </a:lnTo>
                  <a:lnTo>
                    <a:pt x="3688010" y="2820677"/>
                  </a:lnTo>
                  <a:lnTo>
                    <a:pt x="3642421" y="2782135"/>
                  </a:lnTo>
                  <a:lnTo>
                    <a:pt x="3597115" y="2740866"/>
                  </a:lnTo>
                  <a:lnTo>
                    <a:pt x="3551900" y="2697096"/>
                  </a:lnTo>
                  <a:lnTo>
                    <a:pt x="3506660" y="2651150"/>
                  </a:lnTo>
                  <a:lnTo>
                    <a:pt x="3461340" y="2603450"/>
                  </a:lnTo>
                  <a:lnTo>
                    <a:pt x="3415935" y="2554496"/>
                  </a:lnTo>
                  <a:lnTo>
                    <a:pt x="3370474" y="2504849"/>
                  </a:lnTo>
                  <a:lnTo>
                    <a:pt x="3325005" y="2455105"/>
                  </a:lnTo>
                  <a:lnTo>
                    <a:pt x="3279578" y="2405865"/>
                  </a:lnTo>
                  <a:lnTo>
                    <a:pt x="3234230" y="2357704"/>
                  </a:lnTo>
                  <a:lnTo>
                    <a:pt x="3188967" y="2311145"/>
                  </a:lnTo>
                  <a:lnTo>
                    <a:pt x="3143753" y="2266635"/>
                  </a:lnTo>
                  <a:lnTo>
                    <a:pt x="3098493" y="2224533"/>
                  </a:lnTo>
                  <a:lnTo>
                    <a:pt x="3053022" y="2185097"/>
                  </a:lnTo>
                  <a:lnTo>
                    <a:pt x="3007089" y="2148484"/>
                  </a:lnTo>
                  <a:lnTo>
                    <a:pt x="2960346" y="2114759"/>
                  </a:lnTo>
                  <a:lnTo>
                    <a:pt x="2912324" y="2083898"/>
                  </a:lnTo>
                  <a:lnTo>
                    <a:pt x="2896531" y="2074579"/>
                  </a:lnTo>
                  <a:lnTo>
                    <a:pt x="2849246" y="2049081"/>
                  </a:lnTo>
                  <a:lnTo>
                    <a:pt x="2799472" y="2025998"/>
                  </a:lnTo>
                  <a:lnTo>
                    <a:pt x="2746460" y="2005224"/>
                  </a:lnTo>
                  <a:lnTo>
                    <a:pt x="2689389" y="1986567"/>
                  </a:lnTo>
                  <a:lnTo>
                    <a:pt x="2627420" y="1969806"/>
                  </a:lnTo>
                  <a:lnTo>
                    <a:pt x="2559751" y="1954721"/>
                  </a:lnTo>
                  <a:lnTo>
                    <a:pt x="2485696" y="1941115"/>
                  </a:lnTo>
                  <a:lnTo>
                    <a:pt x="2404781" y="1928820"/>
                  </a:lnTo>
                  <a:lnTo>
                    <a:pt x="2316889" y="1917709"/>
                  </a:lnTo>
                  <a:lnTo>
                    <a:pt x="2222422" y="1907691"/>
                  </a:lnTo>
                  <a:lnTo>
                    <a:pt x="2122496" y="1898717"/>
                  </a:lnTo>
                  <a:lnTo>
                    <a:pt x="2019101" y="1890773"/>
                  </a:lnTo>
                  <a:lnTo>
                    <a:pt x="1915178" y="1883871"/>
                  </a:lnTo>
                  <a:lnTo>
                    <a:pt x="1814528" y="1878034"/>
                  </a:lnTo>
                  <a:lnTo>
                    <a:pt x="1721470" y="1873280"/>
                  </a:lnTo>
                  <a:lnTo>
                    <a:pt x="1640260" y="1869595"/>
                  </a:lnTo>
                  <a:lnTo>
                    <a:pt x="1574343" y="1866921"/>
                  </a:lnTo>
                  <a:lnTo>
                    <a:pt x="1525648" y="1865144"/>
                  </a:lnTo>
                  <a:lnTo>
                    <a:pt x="1494109" y="1864105"/>
                  </a:lnTo>
                  <a:lnTo>
                    <a:pt x="1477554" y="1863610"/>
                  </a:lnTo>
                  <a:lnTo>
                    <a:pt x="1471890" y="1863456"/>
                  </a:lnTo>
                  <a:lnTo>
                    <a:pt x="1471387" y="1863443"/>
                  </a:lnTo>
                  <a:lnTo>
                    <a:pt x="0" y="1863443"/>
                  </a:lnTo>
                  <a:close/>
                </a:path>
              </a:pathLst>
            </a:custGeom>
            <a:solidFill>
              <a:srgbClr val="67C1B3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281" name="pl1281"/>
            <p:cNvSpPr/>
            <p:nvPr/>
          </p:nvSpPr>
          <p:spPr>
            <a:xfrm>
              <a:off x="4799595" y="6761483"/>
              <a:ext cx="11981298" cy="3130258"/>
            </a:xfrm>
            <a:custGeom>
              <a:avLst/>
              <a:pathLst>
                <a:path w="11981298" h="3130258">
                  <a:moveTo>
                    <a:pt x="0" y="1863443"/>
                  </a:moveTo>
                  <a:lnTo>
                    <a:pt x="1471387" y="1863443"/>
                  </a:lnTo>
                  <a:lnTo>
                    <a:pt x="1472605" y="1863474"/>
                  </a:lnTo>
                  <a:lnTo>
                    <a:pt x="1480601" y="1863697"/>
                  </a:lnTo>
                  <a:lnTo>
                    <a:pt x="1500716" y="1864314"/>
                  </a:lnTo>
                  <a:lnTo>
                    <a:pt x="1536574" y="1865527"/>
                  </a:lnTo>
                  <a:lnTo>
                    <a:pt x="1589810" y="1867522"/>
                  </a:lnTo>
                  <a:lnTo>
                    <a:pt x="1659945" y="1870450"/>
                  </a:lnTo>
                  <a:lnTo>
                    <a:pt x="1744600" y="1874408"/>
                  </a:lnTo>
                  <a:lnTo>
                    <a:pt x="1840048" y="1879443"/>
                  </a:lnTo>
                  <a:lnTo>
                    <a:pt x="1941948" y="1885557"/>
                  </a:lnTo>
                  <a:lnTo>
                    <a:pt x="2046067" y="1892731"/>
                  </a:lnTo>
                  <a:lnTo>
                    <a:pt x="2148808" y="1900943"/>
                  </a:lnTo>
                  <a:lnTo>
                    <a:pt x="2247474" y="1910184"/>
                  </a:lnTo>
                  <a:lnTo>
                    <a:pt x="2340313" y="1920479"/>
                  </a:lnTo>
                  <a:lnTo>
                    <a:pt x="2426412" y="1931887"/>
                  </a:lnTo>
                  <a:lnTo>
                    <a:pt x="2505522" y="1944507"/>
                  </a:lnTo>
                  <a:lnTo>
                    <a:pt x="2577867" y="1958479"/>
                  </a:lnTo>
                  <a:lnTo>
                    <a:pt x="2643987" y="1973978"/>
                  </a:lnTo>
                  <a:lnTo>
                    <a:pt x="2704608" y="1991209"/>
                  </a:lnTo>
                  <a:lnTo>
                    <a:pt x="2760547" y="2010393"/>
                  </a:lnTo>
                  <a:lnTo>
                    <a:pt x="2812643" y="2031749"/>
                  </a:lnTo>
                  <a:lnTo>
                    <a:pt x="2861704" y="2055452"/>
                  </a:lnTo>
                  <a:lnTo>
                    <a:pt x="2896531" y="2074579"/>
                  </a:lnTo>
                  <a:lnTo>
                    <a:pt x="2945087" y="2104537"/>
                  </a:lnTo>
                  <a:lnTo>
                    <a:pt x="2992183" y="2137336"/>
                  </a:lnTo>
                  <a:lnTo>
                    <a:pt x="3038333" y="2173024"/>
                  </a:lnTo>
                  <a:lnTo>
                    <a:pt x="3083921" y="2211566"/>
                  </a:lnTo>
                  <a:lnTo>
                    <a:pt x="3129227" y="2252835"/>
                  </a:lnTo>
                  <a:lnTo>
                    <a:pt x="3174442" y="2296605"/>
                  </a:lnTo>
                  <a:lnTo>
                    <a:pt x="3219682" y="2342551"/>
                  </a:lnTo>
                  <a:lnTo>
                    <a:pt x="3265002" y="2390251"/>
                  </a:lnTo>
                  <a:lnTo>
                    <a:pt x="3310407" y="2439205"/>
                  </a:lnTo>
                  <a:lnTo>
                    <a:pt x="3355868" y="2488852"/>
                  </a:lnTo>
                  <a:lnTo>
                    <a:pt x="3401337" y="2538596"/>
                  </a:lnTo>
                  <a:lnTo>
                    <a:pt x="3446764" y="2587836"/>
                  </a:lnTo>
                  <a:lnTo>
                    <a:pt x="3492113" y="2635997"/>
                  </a:lnTo>
                  <a:lnTo>
                    <a:pt x="3537375" y="2682556"/>
                  </a:lnTo>
                  <a:lnTo>
                    <a:pt x="3582589" y="2727066"/>
                  </a:lnTo>
                  <a:lnTo>
                    <a:pt x="3627849" y="2769168"/>
                  </a:lnTo>
                  <a:lnTo>
                    <a:pt x="3673321" y="2808604"/>
                  </a:lnTo>
                  <a:lnTo>
                    <a:pt x="3719253" y="2845217"/>
                  </a:lnTo>
                  <a:lnTo>
                    <a:pt x="3765996" y="2878942"/>
                  </a:lnTo>
                  <a:lnTo>
                    <a:pt x="3814018" y="2909803"/>
                  </a:lnTo>
                  <a:lnTo>
                    <a:pt x="3829811" y="2919122"/>
                  </a:lnTo>
                  <a:lnTo>
                    <a:pt x="3877097" y="2944620"/>
                  </a:lnTo>
                  <a:lnTo>
                    <a:pt x="3926870" y="2967703"/>
                  </a:lnTo>
                  <a:lnTo>
                    <a:pt x="3979882" y="2988477"/>
                  </a:lnTo>
                  <a:lnTo>
                    <a:pt x="4036953" y="3007134"/>
                  </a:lnTo>
                  <a:lnTo>
                    <a:pt x="4098922" y="3023895"/>
                  </a:lnTo>
                  <a:lnTo>
                    <a:pt x="4166591" y="3038980"/>
                  </a:lnTo>
                  <a:lnTo>
                    <a:pt x="4240646" y="3052586"/>
                  </a:lnTo>
                  <a:lnTo>
                    <a:pt x="4321561" y="3064881"/>
                  </a:lnTo>
                  <a:lnTo>
                    <a:pt x="4409453" y="3075992"/>
                  </a:lnTo>
                  <a:lnTo>
                    <a:pt x="4503920" y="3086010"/>
                  </a:lnTo>
                  <a:lnTo>
                    <a:pt x="4603846" y="3094984"/>
                  </a:lnTo>
                  <a:lnTo>
                    <a:pt x="4707242" y="3102928"/>
                  </a:lnTo>
                  <a:lnTo>
                    <a:pt x="4811164" y="3109830"/>
                  </a:lnTo>
                  <a:lnTo>
                    <a:pt x="4911814" y="3115667"/>
                  </a:lnTo>
                  <a:lnTo>
                    <a:pt x="5004872" y="3120421"/>
                  </a:lnTo>
                  <a:lnTo>
                    <a:pt x="5086082" y="3124106"/>
                  </a:lnTo>
                  <a:lnTo>
                    <a:pt x="5151999" y="3126780"/>
                  </a:lnTo>
                  <a:lnTo>
                    <a:pt x="5200695" y="3128557"/>
                  </a:lnTo>
                  <a:lnTo>
                    <a:pt x="5232234" y="3129596"/>
                  </a:lnTo>
                  <a:lnTo>
                    <a:pt x="5248788" y="3130091"/>
                  </a:lnTo>
                  <a:lnTo>
                    <a:pt x="5254452" y="3130245"/>
                  </a:lnTo>
                  <a:lnTo>
                    <a:pt x="5254955" y="3130258"/>
                  </a:lnTo>
                  <a:lnTo>
                    <a:pt x="6726343" y="3130258"/>
                  </a:lnTo>
                  <a:lnTo>
                    <a:pt x="6727471" y="3130186"/>
                  </a:lnTo>
                  <a:lnTo>
                    <a:pt x="6734890" y="3129677"/>
                  </a:lnTo>
                  <a:lnTo>
                    <a:pt x="6753597" y="3128270"/>
                  </a:lnTo>
                  <a:lnTo>
                    <a:pt x="6787057" y="3125499"/>
                  </a:lnTo>
                  <a:lnTo>
                    <a:pt x="6836955" y="3120934"/>
                  </a:lnTo>
                  <a:lnTo>
                    <a:pt x="6903070" y="3114221"/>
                  </a:lnTo>
                  <a:lnTo>
                    <a:pt x="6983424" y="3105117"/>
                  </a:lnTo>
                  <a:lnTo>
                    <a:pt x="7074726" y="3093498"/>
                  </a:lnTo>
                  <a:lnTo>
                    <a:pt x="7173011" y="3079341"/>
                  </a:lnTo>
                  <a:lnTo>
                    <a:pt x="7274290" y="3062686"/>
                  </a:lnTo>
                  <a:lnTo>
                    <a:pt x="7375059" y="3043586"/>
                  </a:lnTo>
                  <a:lnTo>
                    <a:pt x="7472586" y="3022071"/>
                  </a:lnTo>
                  <a:lnTo>
                    <a:pt x="7564998" y="2998111"/>
                  </a:lnTo>
                  <a:lnTo>
                    <a:pt x="7651221" y="2971599"/>
                  </a:lnTo>
                  <a:lnTo>
                    <a:pt x="7730830" y="2942337"/>
                  </a:lnTo>
                  <a:lnTo>
                    <a:pt x="7803890" y="2910042"/>
                  </a:lnTo>
                  <a:lnTo>
                    <a:pt x="7870803" y="2874343"/>
                  </a:lnTo>
                  <a:lnTo>
                    <a:pt x="7932178" y="2834798"/>
                  </a:lnTo>
                  <a:lnTo>
                    <a:pt x="7988744" y="2790914"/>
                  </a:lnTo>
                  <a:lnTo>
                    <a:pt x="8041274" y="2742179"/>
                  </a:lnTo>
                  <a:lnTo>
                    <a:pt x="8090536" y="2688131"/>
                  </a:lnTo>
                  <a:lnTo>
                    <a:pt x="8137247" y="2628456"/>
                  </a:lnTo>
                  <a:lnTo>
                    <a:pt x="8151487" y="2608548"/>
                  </a:lnTo>
                  <a:lnTo>
                    <a:pt x="8187680" y="2554282"/>
                  </a:lnTo>
                  <a:lnTo>
                    <a:pt x="8222986" y="2496181"/>
                  </a:lnTo>
                  <a:lnTo>
                    <a:pt x="8257638" y="2434166"/>
                  </a:lnTo>
                  <a:lnTo>
                    <a:pt x="8291826" y="2368218"/>
                  </a:lnTo>
                  <a:lnTo>
                    <a:pt x="8325700" y="2298378"/>
                  </a:lnTo>
                  <a:lnTo>
                    <a:pt x="8359382" y="2224759"/>
                  </a:lnTo>
                  <a:lnTo>
                    <a:pt x="8392963" y="2147546"/>
                  </a:lnTo>
                  <a:lnTo>
                    <a:pt x="8426512" y="2067002"/>
                  </a:lnTo>
                  <a:lnTo>
                    <a:pt x="8460072" y="1983460"/>
                  </a:lnTo>
                  <a:lnTo>
                    <a:pt x="8493671" y="1897330"/>
                  </a:lnTo>
                  <a:lnTo>
                    <a:pt x="8527319" y="1809083"/>
                  </a:lnTo>
                  <a:lnTo>
                    <a:pt x="8561012" y="1719246"/>
                  </a:lnTo>
                  <a:lnTo>
                    <a:pt x="8594739" y="1628389"/>
                  </a:lnTo>
                  <a:lnTo>
                    <a:pt x="8628481" y="1537110"/>
                  </a:lnTo>
                  <a:lnTo>
                    <a:pt x="8662216" y="1446018"/>
                  </a:lnTo>
                  <a:lnTo>
                    <a:pt x="8695924" y="1355718"/>
                  </a:lnTo>
                  <a:lnTo>
                    <a:pt x="8729591" y="1266792"/>
                  </a:lnTo>
                  <a:lnTo>
                    <a:pt x="8763208" y="1179785"/>
                  </a:lnTo>
                  <a:lnTo>
                    <a:pt x="8796781" y="1095191"/>
                  </a:lnTo>
                  <a:lnTo>
                    <a:pt x="8830330" y="1013445"/>
                  </a:lnTo>
                  <a:lnTo>
                    <a:pt x="8863892" y="934911"/>
                  </a:lnTo>
                  <a:lnTo>
                    <a:pt x="8897525" y="859877"/>
                  </a:lnTo>
                  <a:lnTo>
                    <a:pt x="8931313" y="788560"/>
                  </a:lnTo>
                  <a:lnTo>
                    <a:pt x="8965363" y="721100"/>
                  </a:lnTo>
                  <a:lnTo>
                    <a:pt x="8999815" y="657565"/>
                  </a:lnTo>
                  <a:lnTo>
                    <a:pt x="9034844" y="597958"/>
                  </a:lnTo>
                  <a:lnTo>
                    <a:pt x="9070664" y="542223"/>
                  </a:lnTo>
                  <a:lnTo>
                    <a:pt x="9084767" y="521709"/>
                  </a:lnTo>
                  <a:lnTo>
                    <a:pt x="9130810" y="460246"/>
                  </a:lnTo>
                  <a:lnTo>
                    <a:pt x="9179197" y="404455"/>
                  </a:lnTo>
                  <a:lnTo>
                    <a:pt x="9230620" y="354098"/>
                  </a:lnTo>
                  <a:lnTo>
                    <a:pt x="9285835" y="308744"/>
                  </a:lnTo>
                  <a:lnTo>
                    <a:pt x="9345619" y="267892"/>
                  </a:lnTo>
                  <a:lnTo>
                    <a:pt x="9410720" y="231037"/>
                  </a:lnTo>
                  <a:lnTo>
                    <a:pt x="9481796" y="197716"/>
                  </a:lnTo>
                  <a:lnTo>
                    <a:pt x="9559323" y="167537"/>
                  </a:lnTo>
                  <a:lnTo>
                    <a:pt x="9643489" y="140187"/>
                  </a:lnTo>
                  <a:lnTo>
                    <a:pt x="9734040" y="115441"/>
                  </a:lnTo>
                  <a:lnTo>
                    <a:pt x="9830123" y="93165"/>
                  </a:lnTo>
                  <a:lnTo>
                    <a:pt x="9930127" y="73307"/>
                  </a:lnTo>
                  <a:lnTo>
                    <a:pt x="10031591" y="55878"/>
                  </a:lnTo>
                  <a:lnTo>
                    <a:pt x="10131231" y="40931"/>
                  </a:lnTo>
                  <a:lnTo>
                    <a:pt x="10225165" y="28514"/>
                  </a:lnTo>
                  <a:lnTo>
                    <a:pt x="10309356" y="18629"/>
                  </a:lnTo>
                  <a:lnTo>
                    <a:pt x="10380228" y="11186"/>
                  </a:lnTo>
                  <a:lnTo>
                    <a:pt x="10435329" y="5979"/>
                  </a:lnTo>
                  <a:lnTo>
                    <a:pt x="10473857" y="2689"/>
                  </a:lnTo>
                  <a:lnTo>
                    <a:pt x="10496902" y="903"/>
                  </a:lnTo>
                  <a:lnTo>
                    <a:pt x="10507394" y="162"/>
                  </a:lnTo>
                  <a:lnTo>
                    <a:pt x="10509874" y="2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82" name="pl1282"/>
            <p:cNvSpPr/>
            <p:nvPr/>
          </p:nvSpPr>
          <p:spPr>
            <a:xfrm>
              <a:off x="4799595" y="6753310"/>
              <a:ext cx="11981298" cy="3130258"/>
            </a:xfrm>
            <a:custGeom>
              <a:avLst/>
              <a:pathLst>
                <a:path w="11981298" h="3130258">
                  <a:moveTo>
                    <a:pt x="11981298" y="0"/>
                  </a:moveTo>
                  <a:lnTo>
                    <a:pt x="10509911" y="0"/>
                  </a:lnTo>
                  <a:lnTo>
                    <a:pt x="10508782" y="71"/>
                  </a:lnTo>
                  <a:lnTo>
                    <a:pt x="10501363" y="580"/>
                  </a:lnTo>
                  <a:lnTo>
                    <a:pt x="10482656" y="1987"/>
                  </a:lnTo>
                  <a:lnTo>
                    <a:pt x="10449196" y="4758"/>
                  </a:lnTo>
                  <a:lnTo>
                    <a:pt x="10399299" y="9323"/>
                  </a:lnTo>
                  <a:lnTo>
                    <a:pt x="10333183" y="16036"/>
                  </a:lnTo>
                  <a:lnTo>
                    <a:pt x="10252829" y="25141"/>
                  </a:lnTo>
                  <a:lnTo>
                    <a:pt x="10161528" y="36759"/>
                  </a:lnTo>
                  <a:lnTo>
                    <a:pt x="10063243" y="50916"/>
                  </a:lnTo>
                  <a:lnTo>
                    <a:pt x="9961963" y="67572"/>
                  </a:lnTo>
                  <a:lnTo>
                    <a:pt x="9861194" y="86671"/>
                  </a:lnTo>
                  <a:lnTo>
                    <a:pt x="9763668" y="108186"/>
                  </a:lnTo>
                  <a:lnTo>
                    <a:pt x="9671255" y="132146"/>
                  </a:lnTo>
                  <a:lnTo>
                    <a:pt x="9585033" y="158659"/>
                  </a:lnTo>
                  <a:lnTo>
                    <a:pt x="9505424" y="187920"/>
                  </a:lnTo>
                  <a:lnTo>
                    <a:pt x="9432363" y="220216"/>
                  </a:lnTo>
                  <a:lnTo>
                    <a:pt x="9365450" y="255914"/>
                  </a:lnTo>
                  <a:lnTo>
                    <a:pt x="9304075" y="295459"/>
                  </a:lnTo>
                  <a:lnTo>
                    <a:pt x="9247509" y="339344"/>
                  </a:lnTo>
                  <a:lnTo>
                    <a:pt x="9194979" y="388079"/>
                  </a:lnTo>
                  <a:lnTo>
                    <a:pt x="9145717" y="442126"/>
                  </a:lnTo>
                  <a:lnTo>
                    <a:pt x="9099007" y="501801"/>
                  </a:lnTo>
                  <a:lnTo>
                    <a:pt x="9084767" y="521709"/>
                  </a:lnTo>
                  <a:lnTo>
                    <a:pt x="9048574" y="575975"/>
                  </a:lnTo>
                  <a:lnTo>
                    <a:pt x="9013267" y="634076"/>
                  </a:lnTo>
                  <a:lnTo>
                    <a:pt x="8978615" y="696091"/>
                  </a:lnTo>
                  <a:lnTo>
                    <a:pt x="8944428" y="762040"/>
                  </a:lnTo>
                  <a:lnTo>
                    <a:pt x="8910553" y="831880"/>
                  </a:lnTo>
                  <a:lnTo>
                    <a:pt x="8876871" y="905499"/>
                  </a:lnTo>
                  <a:lnTo>
                    <a:pt x="8843290" y="982711"/>
                  </a:lnTo>
                  <a:lnTo>
                    <a:pt x="8809742" y="1063256"/>
                  </a:lnTo>
                  <a:lnTo>
                    <a:pt x="8776181" y="1146797"/>
                  </a:lnTo>
                  <a:lnTo>
                    <a:pt x="8742582" y="1232927"/>
                  </a:lnTo>
                  <a:lnTo>
                    <a:pt x="8708935" y="1321174"/>
                  </a:lnTo>
                  <a:lnTo>
                    <a:pt x="8675241" y="1411011"/>
                  </a:lnTo>
                  <a:lnTo>
                    <a:pt x="8641514" y="1501868"/>
                  </a:lnTo>
                  <a:lnTo>
                    <a:pt x="8607772" y="1593147"/>
                  </a:lnTo>
                  <a:lnTo>
                    <a:pt x="8574037" y="1684239"/>
                  </a:lnTo>
                  <a:lnTo>
                    <a:pt x="8540329" y="1774539"/>
                  </a:lnTo>
                  <a:lnTo>
                    <a:pt x="8506662" y="1863466"/>
                  </a:lnTo>
                  <a:lnTo>
                    <a:pt x="8473045" y="1950473"/>
                  </a:lnTo>
                  <a:lnTo>
                    <a:pt x="8439472" y="2035066"/>
                  </a:lnTo>
                  <a:lnTo>
                    <a:pt x="8405923" y="2116812"/>
                  </a:lnTo>
                  <a:lnTo>
                    <a:pt x="8372361" y="2195347"/>
                  </a:lnTo>
                  <a:lnTo>
                    <a:pt x="8338728" y="2270380"/>
                  </a:lnTo>
                  <a:lnTo>
                    <a:pt x="8304940" y="2341697"/>
                  </a:lnTo>
                  <a:lnTo>
                    <a:pt x="8270890" y="2409158"/>
                  </a:lnTo>
                  <a:lnTo>
                    <a:pt x="8236438" y="2472693"/>
                  </a:lnTo>
                  <a:lnTo>
                    <a:pt x="8201409" y="2532299"/>
                  </a:lnTo>
                  <a:lnTo>
                    <a:pt x="8165589" y="2588034"/>
                  </a:lnTo>
                  <a:lnTo>
                    <a:pt x="8151487" y="2608548"/>
                  </a:lnTo>
                  <a:lnTo>
                    <a:pt x="8105443" y="2670011"/>
                  </a:lnTo>
                  <a:lnTo>
                    <a:pt x="8057056" y="2725802"/>
                  </a:lnTo>
                  <a:lnTo>
                    <a:pt x="8005633" y="2776160"/>
                  </a:lnTo>
                  <a:lnTo>
                    <a:pt x="7950418" y="2821513"/>
                  </a:lnTo>
                  <a:lnTo>
                    <a:pt x="7890634" y="2862365"/>
                  </a:lnTo>
                  <a:lnTo>
                    <a:pt x="7825533" y="2899221"/>
                  </a:lnTo>
                  <a:lnTo>
                    <a:pt x="7754458" y="2932541"/>
                  </a:lnTo>
                  <a:lnTo>
                    <a:pt x="7676930" y="2962720"/>
                  </a:lnTo>
                  <a:lnTo>
                    <a:pt x="7592765" y="2990070"/>
                  </a:lnTo>
                  <a:lnTo>
                    <a:pt x="7502213" y="3014816"/>
                  </a:lnTo>
                  <a:lnTo>
                    <a:pt x="7406131" y="3037092"/>
                  </a:lnTo>
                  <a:lnTo>
                    <a:pt x="7306126" y="3056951"/>
                  </a:lnTo>
                  <a:lnTo>
                    <a:pt x="7204662" y="3074379"/>
                  </a:lnTo>
                  <a:lnTo>
                    <a:pt x="7105022" y="3089326"/>
                  </a:lnTo>
                  <a:lnTo>
                    <a:pt x="7011088" y="3101743"/>
                  </a:lnTo>
                  <a:lnTo>
                    <a:pt x="6926897" y="3111628"/>
                  </a:lnTo>
                  <a:lnTo>
                    <a:pt x="6856026" y="3119072"/>
                  </a:lnTo>
                  <a:lnTo>
                    <a:pt x="6800924" y="3124278"/>
                  </a:lnTo>
                  <a:lnTo>
                    <a:pt x="6762396" y="3127569"/>
                  </a:lnTo>
                  <a:lnTo>
                    <a:pt x="6739351" y="3129354"/>
                  </a:lnTo>
                  <a:lnTo>
                    <a:pt x="6728859" y="3130095"/>
                  </a:lnTo>
                  <a:lnTo>
                    <a:pt x="6726379" y="3130256"/>
                  </a:lnTo>
                  <a:lnTo>
                    <a:pt x="6726343" y="3130258"/>
                  </a:lnTo>
                  <a:lnTo>
                    <a:pt x="5254955" y="3130258"/>
                  </a:lnTo>
                  <a:lnTo>
                    <a:pt x="5253737" y="3130227"/>
                  </a:lnTo>
                  <a:lnTo>
                    <a:pt x="5245741" y="3130004"/>
                  </a:lnTo>
                  <a:lnTo>
                    <a:pt x="5225626" y="3129387"/>
                  </a:lnTo>
                  <a:lnTo>
                    <a:pt x="5189768" y="3128174"/>
                  </a:lnTo>
                  <a:lnTo>
                    <a:pt x="5136532" y="3126179"/>
                  </a:lnTo>
                  <a:lnTo>
                    <a:pt x="5066397" y="3123251"/>
                  </a:lnTo>
                  <a:lnTo>
                    <a:pt x="4981742" y="3119293"/>
                  </a:lnTo>
                  <a:lnTo>
                    <a:pt x="4886294" y="3114258"/>
                  </a:lnTo>
                  <a:lnTo>
                    <a:pt x="4784394" y="3108144"/>
                  </a:lnTo>
                  <a:lnTo>
                    <a:pt x="4680275" y="3100970"/>
                  </a:lnTo>
                  <a:lnTo>
                    <a:pt x="4577534" y="3092758"/>
                  </a:lnTo>
                  <a:lnTo>
                    <a:pt x="4478868" y="3083517"/>
                  </a:lnTo>
                  <a:lnTo>
                    <a:pt x="4386029" y="3073222"/>
                  </a:lnTo>
                  <a:lnTo>
                    <a:pt x="4299930" y="3061814"/>
                  </a:lnTo>
                  <a:lnTo>
                    <a:pt x="4220820" y="3049194"/>
                  </a:lnTo>
                  <a:lnTo>
                    <a:pt x="4148475" y="3035222"/>
                  </a:lnTo>
                  <a:lnTo>
                    <a:pt x="4082355" y="3019723"/>
                  </a:lnTo>
                  <a:lnTo>
                    <a:pt x="4021734" y="3002492"/>
                  </a:lnTo>
                  <a:lnTo>
                    <a:pt x="3965795" y="2983307"/>
                  </a:lnTo>
                  <a:lnTo>
                    <a:pt x="3913699" y="2961952"/>
                  </a:lnTo>
                  <a:lnTo>
                    <a:pt x="3864638" y="2938249"/>
                  </a:lnTo>
                  <a:lnTo>
                    <a:pt x="3829811" y="2919122"/>
                  </a:lnTo>
                  <a:lnTo>
                    <a:pt x="3781255" y="2889164"/>
                  </a:lnTo>
                  <a:lnTo>
                    <a:pt x="3734159" y="2856365"/>
                  </a:lnTo>
                  <a:lnTo>
                    <a:pt x="3688010" y="2820677"/>
                  </a:lnTo>
                  <a:lnTo>
                    <a:pt x="3642421" y="2782135"/>
                  </a:lnTo>
                  <a:lnTo>
                    <a:pt x="3597115" y="2740866"/>
                  </a:lnTo>
                  <a:lnTo>
                    <a:pt x="3551900" y="2697096"/>
                  </a:lnTo>
                  <a:lnTo>
                    <a:pt x="3506660" y="2651150"/>
                  </a:lnTo>
                  <a:lnTo>
                    <a:pt x="3461340" y="2603450"/>
                  </a:lnTo>
                  <a:lnTo>
                    <a:pt x="3415935" y="2554496"/>
                  </a:lnTo>
                  <a:lnTo>
                    <a:pt x="3370474" y="2504849"/>
                  </a:lnTo>
                  <a:lnTo>
                    <a:pt x="3325005" y="2455105"/>
                  </a:lnTo>
                  <a:lnTo>
                    <a:pt x="3279578" y="2405865"/>
                  </a:lnTo>
                  <a:lnTo>
                    <a:pt x="3234230" y="2357704"/>
                  </a:lnTo>
                  <a:lnTo>
                    <a:pt x="3188967" y="2311145"/>
                  </a:lnTo>
                  <a:lnTo>
                    <a:pt x="3143753" y="2266635"/>
                  </a:lnTo>
                  <a:lnTo>
                    <a:pt x="3098493" y="2224533"/>
                  </a:lnTo>
                  <a:lnTo>
                    <a:pt x="3053022" y="2185097"/>
                  </a:lnTo>
                  <a:lnTo>
                    <a:pt x="3007089" y="2148484"/>
                  </a:lnTo>
                  <a:lnTo>
                    <a:pt x="2960346" y="2114759"/>
                  </a:lnTo>
                  <a:lnTo>
                    <a:pt x="2912324" y="2083898"/>
                  </a:lnTo>
                  <a:lnTo>
                    <a:pt x="2896531" y="2074579"/>
                  </a:lnTo>
                  <a:lnTo>
                    <a:pt x="2849246" y="2049081"/>
                  </a:lnTo>
                  <a:lnTo>
                    <a:pt x="2799472" y="2025998"/>
                  </a:lnTo>
                  <a:lnTo>
                    <a:pt x="2746460" y="2005224"/>
                  </a:lnTo>
                  <a:lnTo>
                    <a:pt x="2689389" y="1986567"/>
                  </a:lnTo>
                  <a:lnTo>
                    <a:pt x="2627420" y="1969806"/>
                  </a:lnTo>
                  <a:lnTo>
                    <a:pt x="2559751" y="1954721"/>
                  </a:lnTo>
                  <a:lnTo>
                    <a:pt x="2485696" y="1941115"/>
                  </a:lnTo>
                  <a:lnTo>
                    <a:pt x="2404781" y="1928820"/>
                  </a:lnTo>
                  <a:lnTo>
                    <a:pt x="2316889" y="1917709"/>
                  </a:lnTo>
                  <a:lnTo>
                    <a:pt x="2222422" y="1907691"/>
                  </a:lnTo>
                  <a:lnTo>
                    <a:pt x="2122496" y="1898717"/>
                  </a:lnTo>
                  <a:lnTo>
                    <a:pt x="2019101" y="1890773"/>
                  </a:lnTo>
                  <a:lnTo>
                    <a:pt x="1915178" y="1883871"/>
                  </a:lnTo>
                  <a:lnTo>
                    <a:pt x="1814528" y="1878034"/>
                  </a:lnTo>
                  <a:lnTo>
                    <a:pt x="1721470" y="1873280"/>
                  </a:lnTo>
                  <a:lnTo>
                    <a:pt x="1640260" y="1869595"/>
                  </a:lnTo>
                  <a:lnTo>
                    <a:pt x="1574343" y="1866921"/>
                  </a:lnTo>
                  <a:lnTo>
                    <a:pt x="1525648" y="1865144"/>
                  </a:lnTo>
                  <a:lnTo>
                    <a:pt x="1494109" y="1864105"/>
                  </a:lnTo>
                  <a:lnTo>
                    <a:pt x="1477554" y="1863610"/>
                  </a:lnTo>
                  <a:lnTo>
                    <a:pt x="1471890" y="1863456"/>
                  </a:lnTo>
                  <a:lnTo>
                    <a:pt x="1471387" y="1863443"/>
                  </a:lnTo>
                  <a:lnTo>
                    <a:pt x="0" y="186344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83" name="pg1283"/>
            <p:cNvSpPr/>
            <p:nvPr/>
          </p:nvSpPr>
          <p:spPr>
            <a:xfrm>
              <a:off x="4799595" y="2756714"/>
              <a:ext cx="11981298" cy="5402351"/>
            </a:xfrm>
            <a:custGeom>
              <a:avLst/>
              <a:pathLst>
                <a:path w="11981298" h="5402351">
                  <a:moveTo>
                    <a:pt x="0" y="5402351"/>
                  </a:moveTo>
                  <a:lnTo>
                    <a:pt x="1471387" y="5402351"/>
                  </a:lnTo>
                  <a:lnTo>
                    <a:pt x="1472242" y="5402259"/>
                  </a:lnTo>
                  <a:lnTo>
                    <a:pt x="1477899" y="5401599"/>
                  </a:lnTo>
                  <a:lnTo>
                    <a:pt x="1492272" y="5399777"/>
                  </a:lnTo>
                  <a:lnTo>
                    <a:pt x="1518255" y="5396183"/>
                  </a:lnTo>
                  <a:lnTo>
                    <a:pt x="1557561" y="5390238"/>
                  </a:lnTo>
                  <a:lnTo>
                    <a:pt x="1610605" y="5381431"/>
                  </a:lnTo>
                  <a:lnTo>
                    <a:pt x="1676513" y="5369374"/>
                  </a:lnTo>
                  <a:lnTo>
                    <a:pt x="1753319" y="5353814"/>
                  </a:lnTo>
                  <a:lnTo>
                    <a:pt x="1838307" y="5334640"/>
                  </a:lnTo>
                  <a:lnTo>
                    <a:pt x="1928430" y="5311847"/>
                  </a:lnTo>
                  <a:lnTo>
                    <a:pt x="2020704" y="5285493"/>
                  </a:lnTo>
                  <a:lnTo>
                    <a:pt x="2112509" y="5255650"/>
                  </a:lnTo>
                  <a:lnTo>
                    <a:pt x="2201765" y="5222359"/>
                  </a:lnTo>
                  <a:lnTo>
                    <a:pt x="2286983" y="5185592"/>
                  </a:lnTo>
                  <a:lnTo>
                    <a:pt x="2367234" y="5145233"/>
                  </a:lnTo>
                  <a:lnTo>
                    <a:pt x="2442067" y="5101061"/>
                  </a:lnTo>
                  <a:lnTo>
                    <a:pt x="2511404" y="5052751"/>
                  </a:lnTo>
                  <a:lnTo>
                    <a:pt x="2575441" y="4999874"/>
                  </a:lnTo>
                  <a:lnTo>
                    <a:pt x="2634561" y="4941905"/>
                  </a:lnTo>
                  <a:lnTo>
                    <a:pt x="2689262" y="4878243"/>
                  </a:lnTo>
                  <a:lnTo>
                    <a:pt x="2740109" y="4808232"/>
                  </a:lnTo>
                  <a:lnTo>
                    <a:pt x="2787686" y="4731211"/>
                  </a:lnTo>
                  <a:lnTo>
                    <a:pt x="2832572" y="4646585"/>
                  </a:lnTo>
                  <a:lnTo>
                    <a:pt x="2875311" y="4553936"/>
                  </a:lnTo>
                  <a:lnTo>
                    <a:pt x="2896531" y="4503322"/>
                  </a:lnTo>
                  <a:lnTo>
                    <a:pt x="2925005" y="4430521"/>
                  </a:lnTo>
                  <a:lnTo>
                    <a:pt x="2952900" y="4353677"/>
                  </a:lnTo>
                  <a:lnTo>
                    <a:pt x="2980336" y="4272711"/>
                  </a:lnTo>
                  <a:lnTo>
                    <a:pt x="3007413" y="4187578"/>
                  </a:lnTo>
                  <a:lnTo>
                    <a:pt x="3034219" y="4098273"/>
                  </a:lnTo>
                  <a:lnTo>
                    <a:pt x="3060827" y="4004834"/>
                  </a:lnTo>
                  <a:lnTo>
                    <a:pt x="3087297" y="3907343"/>
                  </a:lnTo>
                  <a:lnTo>
                    <a:pt x="3113679" y="3805929"/>
                  </a:lnTo>
                  <a:lnTo>
                    <a:pt x="3140013" y="3700770"/>
                  </a:lnTo>
                  <a:lnTo>
                    <a:pt x="3166328" y="3592094"/>
                  </a:lnTo>
                  <a:lnTo>
                    <a:pt x="3192648" y="3480178"/>
                  </a:lnTo>
                  <a:lnTo>
                    <a:pt x="3218987" y="3365346"/>
                  </a:lnTo>
                  <a:lnTo>
                    <a:pt x="3245354" y="3247966"/>
                  </a:lnTo>
                  <a:lnTo>
                    <a:pt x="3271751" y="3128445"/>
                  </a:lnTo>
                  <a:lnTo>
                    <a:pt x="3298177" y="3007226"/>
                  </a:lnTo>
                  <a:lnTo>
                    <a:pt x="3324626" y="2884780"/>
                  </a:lnTo>
                  <a:lnTo>
                    <a:pt x="3351089" y="2761599"/>
                  </a:lnTo>
                  <a:lnTo>
                    <a:pt x="3377557" y="2638186"/>
                  </a:lnTo>
                  <a:lnTo>
                    <a:pt x="3404020" y="2515048"/>
                  </a:lnTo>
                  <a:lnTo>
                    <a:pt x="3430467" y="2392690"/>
                  </a:lnTo>
                  <a:lnTo>
                    <a:pt x="3456890" y="2271601"/>
                  </a:lnTo>
                  <a:lnTo>
                    <a:pt x="3483285" y="2152249"/>
                  </a:lnTo>
                  <a:lnTo>
                    <a:pt x="3509649" y="2035075"/>
                  </a:lnTo>
                  <a:lnTo>
                    <a:pt x="3535986" y="1920482"/>
                  </a:lnTo>
                  <a:lnTo>
                    <a:pt x="3562305" y="1808837"/>
                  </a:lnTo>
                  <a:lnTo>
                    <a:pt x="3588621" y="1700457"/>
                  </a:lnTo>
                  <a:lnTo>
                    <a:pt x="3614957" y="1595616"/>
                  </a:lnTo>
                  <a:lnTo>
                    <a:pt x="3641345" y="1494537"/>
                  </a:lnTo>
                  <a:lnTo>
                    <a:pt x="3667825" y="1397393"/>
                  </a:lnTo>
                  <a:lnTo>
                    <a:pt x="3694447" y="1304312"/>
                  </a:lnTo>
                  <a:lnTo>
                    <a:pt x="3721274" y="1215370"/>
                  </a:lnTo>
                  <a:lnTo>
                    <a:pt x="3748379" y="1130600"/>
                  </a:lnTo>
                  <a:lnTo>
                    <a:pt x="3775850" y="1049995"/>
                  </a:lnTo>
                  <a:lnTo>
                    <a:pt x="3803791" y="973507"/>
                  </a:lnTo>
                  <a:lnTo>
                    <a:pt x="3829811" y="907202"/>
                  </a:lnTo>
                  <a:lnTo>
                    <a:pt x="3871639" y="810385"/>
                  </a:lnTo>
                  <a:lnTo>
                    <a:pt x="3915360" y="721684"/>
                  </a:lnTo>
                  <a:lnTo>
                    <a:pt x="3961489" y="640833"/>
                  </a:lnTo>
                  <a:lnTo>
                    <a:pt x="4010587" y="567312"/>
                  </a:lnTo>
                  <a:lnTo>
                    <a:pt x="4063241" y="500481"/>
                  </a:lnTo>
                  <a:lnTo>
                    <a:pt x="4120030" y="439674"/>
                  </a:lnTo>
                  <a:lnTo>
                    <a:pt x="4181491" y="384260"/>
                  </a:lnTo>
                  <a:lnTo>
                    <a:pt x="4248075" y="333670"/>
                  </a:lnTo>
                  <a:lnTo>
                    <a:pt x="4320083" y="287425"/>
                  </a:lnTo>
                  <a:lnTo>
                    <a:pt x="4397588" y="245147"/>
                  </a:lnTo>
                  <a:lnTo>
                    <a:pt x="4480345" y="206561"/>
                  </a:lnTo>
                  <a:lnTo>
                    <a:pt x="4567682" y="171498"/>
                  </a:lnTo>
                  <a:lnTo>
                    <a:pt x="4658404" y="139887"/>
                  </a:lnTo>
                  <a:lnTo>
                    <a:pt x="4750734" y="111738"/>
                  </a:lnTo>
                  <a:lnTo>
                    <a:pt x="4842314" y="87111"/>
                  </a:lnTo>
                  <a:lnTo>
                    <a:pt x="4930317" y="66078"/>
                  </a:lnTo>
                  <a:lnTo>
                    <a:pt x="5011685" y="48674"/>
                  </a:lnTo>
                  <a:lnTo>
                    <a:pt x="5083478" y="34844"/>
                  </a:lnTo>
                  <a:lnTo>
                    <a:pt x="5143297" y="24413"/>
                  </a:lnTo>
                  <a:lnTo>
                    <a:pt x="5189673" y="17058"/>
                  </a:lnTo>
                  <a:lnTo>
                    <a:pt x="5222347" y="12329"/>
                  </a:lnTo>
                  <a:lnTo>
                    <a:pt x="5242377" y="9675"/>
                  </a:lnTo>
                  <a:lnTo>
                    <a:pt x="5252071" y="8496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469" y="8245"/>
                  </a:lnTo>
                  <a:lnTo>
                    <a:pt x="6734875" y="8758"/>
                  </a:lnTo>
                  <a:lnTo>
                    <a:pt x="6753550" y="10177"/>
                  </a:lnTo>
                  <a:lnTo>
                    <a:pt x="6786954" y="12972"/>
                  </a:lnTo>
                  <a:lnTo>
                    <a:pt x="6836774" y="17576"/>
                  </a:lnTo>
                  <a:lnTo>
                    <a:pt x="6902796" y="24347"/>
                  </a:lnTo>
                  <a:lnTo>
                    <a:pt x="6983049" y="33531"/>
                  </a:lnTo>
                  <a:lnTo>
                    <a:pt x="7074253" y="45252"/>
                  </a:lnTo>
                  <a:lnTo>
                    <a:pt x="7172451" y="59534"/>
                  </a:lnTo>
                  <a:lnTo>
                    <a:pt x="7273661" y="76338"/>
                  </a:lnTo>
                  <a:lnTo>
                    <a:pt x="7374381" y="95610"/>
                  </a:lnTo>
                  <a:lnTo>
                    <a:pt x="7471878" y="117318"/>
                  </a:lnTo>
                  <a:lnTo>
                    <a:pt x="7564278" y="141494"/>
                  </a:lnTo>
                  <a:lnTo>
                    <a:pt x="7650501" y="168245"/>
                  </a:lnTo>
                  <a:lnTo>
                    <a:pt x="7730121" y="197768"/>
                  </a:lnTo>
                  <a:lnTo>
                    <a:pt x="7803197" y="230349"/>
                  </a:lnTo>
                  <a:lnTo>
                    <a:pt x="7870128" y="266361"/>
                  </a:lnTo>
                  <a:lnTo>
                    <a:pt x="7931522" y="306249"/>
                  </a:lnTo>
                  <a:lnTo>
                    <a:pt x="7988103" y="350512"/>
                  </a:lnTo>
                  <a:lnTo>
                    <a:pt x="8040645" y="399663"/>
                  </a:lnTo>
                  <a:lnTo>
                    <a:pt x="8089913" y="454171"/>
                  </a:lnTo>
                  <a:lnTo>
                    <a:pt x="8136624" y="514355"/>
                  </a:lnTo>
                  <a:lnTo>
                    <a:pt x="8151487" y="535331"/>
                  </a:lnTo>
                  <a:lnTo>
                    <a:pt x="8187525" y="589918"/>
                  </a:lnTo>
                  <a:lnTo>
                    <a:pt x="8222684" y="648347"/>
                  </a:lnTo>
                  <a:lnTo>
                    <a:pt x="8257192" y="710695"/>
                  </a:lnTo>
                  <a:lnTo>
                    <a:pt x="8291237" y="776984"/>
                  </a:lnTo>
                  <a:lnTo>
                    <a:pt x="8324970" y="847173"/>
                  </a:lnTo>
                  <a:lnTo>
                    <a:pt x="8358509" y="921150"/>
                  </a:lnTo>
                  <a:lnTo>
                    <a:pt x="8391947" y="998733"/>
                  </a:lnTo>
                  <a:lnTo>
                    <a:pt x="8425350" y="1079663"/>
                  </a:lnTo>
                  <a:lnTo>
                    <a:pt x="8458764" y="1163608"/>
                  </a:lnTo>
                  <a:lnTo>
                    <a:pt x="8492216" y="1250163"/>
                  </a:lnTo>
                  <a:lnTo>
                    <a:pt x="8525716" y="1338860"/>
                  </a:lnTo>
                  <a:lnTo>
                    <a:pt x="8559262" y="1429177"/>
                  </a:lnTo>
                  <a:lnTo>
                    <a:pt x="8592841" y="1520545"/>
                  </a:lnTo>
                  <a:lnTo>
                    <a:pt x="8626437" y="1612371"/>
                  </a:lnTo>
                  <a:lnTo>
                    <a:pt x="8660027" y="1704046"/>
                  </a:lnTo>
                  <a:lnTo>
                    <a:pt x="8693592" y="1794966"/>
                  </a:lnTo>
                  <a:lnTo>
                    <a:pt x="8727116" y="1884550"/>
                  </a:lnTo>
                  <a:lnTo>
                    <a:pt x="8760592" y="1972250"/>
                  </a:lnTo>
                  <a:lnTo>
                    <a:pt x="8794022" y="2057569"/>
                  </a:lnTo>
                  <a:lnTo>
                    <a:pt x="8827427" y="2140068"/>
                  </a:lnTo>
                  <a:lnTo>
                    <a:pt x="8860840" y="2219379"/>
                  </a:lnTo>
                  <a:lnTo>
                    <a:pt x="8894319" y="2295206"/>
                  </a:lnTo>
                  <a:lnTo>
                    <a:pt x="8927940" y="2367327"/>
                  </a:lnTo>
                  <a:lnTo>
                    <a:pt x="8961811" y="2435597"/>
                  </a:lnTo>
                  <a:lnTo>
                    <a:pt x="8996064" y="2499937"/>
                  </a:lnTo>
                  <a:lnTo>
                    <a:pt x="9030868" y="2560340"/>
                  </a:lnTo>
                  <a:lnTo>
                    <a:pt x="9066430" y="2616855"/>
                  </a:lnTo>
                  <a:lnTo>
                    <a:pt x="9084767" y="2643964"/>
                  </a:lnTo>
                  <a:lnTo>
                    <a:pt x="9130781" y="2706033"/>
                  </a:lnTo>
                  <a:lnTo>
                    <a:pt x="9179136" y="2762377"/>
                  </a:lnTo>
                  <a:lnTo>
                    <a:pt x="9230521" y="2813237"/>
                  </a:lnTo>
                  <a:lnTo>
                    <a:pt x="9285693" y="2859046"/>
                  </a:lnTo>
                  <a:lnTo>
                    <a:pt x="9345426" y="2900311"/>
                  </a:lnTo>
                  <a:lnTo>
                    <a:pt x="9410468" y="2937541"/>
                  </a:lnTo>
                  <a:lnTo>
                    <a:pt x="9481474" y="2971202"/>
                  </a:lnTo>
                  <a:lnTo>
                    <a:pt x="9558923" y="3001692"/>
                  </a:lnTo>
                  <a:lnTo>
                    <a:pt x="9643001" y="3029325"/>
                  </a:lnTo>
                  <a:lnTo>
                    <a:pt x="9733461" y="3054328"/>
                  </a:lnTo>
                  <a:lnTo>
                    <a:pt x="9829452" y="3076839"/>
                  </a:lnTo>
                  <a:lnTo>
                    <a:pt x="9929375" y="3096910"/>
                  </a:lnTo>
                  <a:lnTo>
                    <a:pt x="10030776" y="3114529"/>
                  </a:lnTo>
                  <a:lnTo>
                    <a:pt x="10130386" y="3129644"/>
                  </a:lnTo>
                  <a:lnTo>
                    <a:pt x="10224332" y="3142205"/>
                  </a:lnTo>
                  <a:lnTo>
                    <a:pt x="10308582" y="3152212"/>
                  </a:lnTo>
                  <a:lnTo>
                    <a:pt x="10379561" y="3159753"/>
                  </a:lnTo>
                  <a:lnTo>
                    <a:pt x="10434807" y="3165033"/>
                  </a:lnTo>
                  <a:lnTo>
                    <a:pt x="10473498" y="3168376"/>
                  </a:lnTo>
                  <a:lnTo>
                    <a:pt x="10496701" y="3170195"/>
                  </a:lnTo>
                  <a:lnTo>
                    <a:pt x="10507321" y="3170953"/>
                  </a:lnTo>
                  <a:lnTo>
                    <a:pt x="10509911" y="3171123"/>
                  </a:lnTo>
                  <a:lnTo>
                    <a:pt x="11981298" y="3171123"/>
                  </a:lnTo>
                  <a:lnTo>
                    <a:pt x="11981298" y="3162950"/>
                  </a:lnTo>
                  <a:lnTo>
                    <a:pt x="10509911" y="3162950"/>
                  </a:lnTo>
                  <a:lnTo>
                    <a:pt x="10508784" y="3162878"/>
                  </a:lnTo>
                  <a:lnTo>
                    <a:pt x="10501378" y="3162364"/>
                  </a:lnTo>
                  <a:lnTo>
                    <a:pt x="10482703" y="3160945"/>
                  </a:lnTo>
                  <a:lnTo>
                    <a:pt x="10449299" y="3158151"/>
                  </a:lnTo>
                  <a:lnTo>
                    <a:pt x="10399479" y="3153546"/>
                  </a:lnTo>
                  <a:lnTo>
                    <a:pt x="10333457" y="3146775"/>
                  </a:lnTo>
                  <a:lnTo>
                    <a:pt x="10253204" y="3137592"/>
                  </a:lnTo>
                  <a:lnTo>
                    <a:pt x="10162001" y="3125871"/>
                  </a:lnTo>
                  <a:lnTo>
                    <a:pt x="10063802" y="3111588"/>
                  </a:lnTo>
                  <a:lnTo>
                    <a:pt x="9962592" y="3094784"/>
                  </a:lnTo>
                  <a:lnTo>
                    <a:pt x="9861872" y="3075513"/>
                  </a:lnTo>
                  <a:lnTo>
                    <a:pt x="9764375" y="3053804"/>
                  </a:lnTo>
                  <a:lnTo>
                    <a:pt x="9671975" y="3029628"/>
                  </a:lnTo>
                  <a:lnTo>
                    <a:pt x="9585752" y="3002878"/>
                  </a:lnTo>
                  <a:lnTo>
                    <a:pt x="9506133" y="2973355"/>
                  </a:lnTo>
                  <a:lnTo>
                    <a:pt x="9433056" y="2940773"/>
                  </a:lnTo>
                  <a:lnTo>
                    <a:pt x="9366125" y="2904761"/>
                  </a:lnTo>
                  <a:lnTo>
                    <a:pt x="9304731" y="2864873"/>
                  </a:lnTo>
                  <a:lnTo>
                    <a:pt x="9248150" y="2820611"/>
                  </a:lnTo>
                  <a:lnTo>
                    <a:pt x="9195608" y="2771460"/>
                  </a:lnTo>
                  <a:lnTo>
                    <a:pt x="9146340" y="2716952"/>
                  </a:lnTo>
                  <a:lnTo>
                    <a:pt x="9099629" y="2656768"/>
                  </a:lnTo>
                  <a:lnTo>
                    <a:pt x="9084767" y="2635791"/>
                  </a:lnTo>
                  <a:lnTo>
                    <a:pt x="9048728" y="2581204"/>
                  </a:lnTo>
                  <a:lnTo>
                    <a:pt x="9013570" y="2522776"/>
                  </a:lnTo>
                  <a:lnTo>
                    <a:pt x="8979061" y="2460428"/>
                  </a:lnTo>
                  <a:lnTo>
                    <a:pt x="8945016" y="2394138"/>
                  </a:lnTo>
                  <a:lnTo>
                    <a:pt x="8911284" y="2323950"/>
                  </a:lnTo>
                  <a:lnTo>
                    <a:pt x="8877744" y="2249972"/>
                  </a:lnTo>
                  <a:lnTo>
                    <a:pt x="8844306" y="2172389"/>
                  </a:lnTo>
                  <a:lnTo>
                    <a:pt x="8810903" y="2091459"/>
                  </a:lnTo>
                  <a:lnTo>
                    <a:pt x="8777489" y="2007515"/>
                  </a:lnTo>
                  <a:lnTo>
                    <a:pt x="8744037" y="1920959"/>
                  </a:lnTo>
                  <a:lnTo>
                    <a:pt x="8710537" y="1832262"/>
                  </a:lnTo>
                  <a:lnTo>
                    <a:pt x="8676991" y="1741946"/>
                  </a:lnTo>
                  <a:lnTo>
                    <a:pt x="8643412" y="1650577"/>
                  </a:lnTo>
                  <a:lnTo>
                    <a:pt x="8609816" y="1558752"/>
                  </a:lnTo>
                  <a:lnTo>
                    <a:pt x="8576226" y="1467077"/>
                  </a:lnTo>
                  <a:lnTo>
                    <a:pt x="8542661" y="1376156"/>
                  </a:lnTo>
                  <a:lnTo>
                    <a:pt x="8509137" y="1286572"/>
                  </a:lnTo>
                  <a:lnTo>
                    <a:pt x="8475662" y="1198872"/>
                  </a:lnTo>
                  <a:lnTo>
                    <a:pt x="8442231" y="1113554"/>
                  </a:lnTo>
                  <a:lnTo>
                    <a:pt x="8408826" y="1031054"/>
                  </a:lnTo>
                  <a:lnTo>
                    <a:pt x="8375413" y="951743"/>
                  </a:lnTo>
                  <a:lnTo>
                    <a:pt x="8341935" y="875916"/>
                  </a:lnTo>
                  <a:lnTo>
                    <a:pt x="8308313" y="803795"/>
                  </a:lnTo>
                  <a:lnTo>
                    <a:pt x="8274442" y="735526"/>
                  </a:lnTo>
                  <a:lnTo>
                    <a:pt x="8240189" y="671185"/>
                  </a:lnTo>
                  <a:lnTo>
                    <a:pt x="8205385" y="610782"/>
                  </a:lnTo>
                  <a:lnTo>
                    <a:pt x="8169823" y="554267"/>
                  </a:lnTo>
                  <a:lnTo>
                    <a:pt x="8151487" y="527158"/>
                  </a:lnTo>
                  <a:lnTo>
                    <a:pt x="8105473" y="465090"/>
                  </a:lnTo>
                  <a:lnTo>
                    <a:pt x="8057117" y="408746"/>
                  </a:lnTo>
                  <a:lnTo>
                    <a:pt x="8005732" y="357886"/>
                  </a:lnTo>
                  <a:lnTo>
                    <a:pt x="7950560" y="312077"/>
                  </a:lnTo>
                  <a:lnTo>
                    <a:pt x="7890827" y="270811"/>
                  </a:lnTo>
                  <a:lnTo>
                    <a:pt x="7825786" y="233581"/>
                  </a:lnTo>
                  <a:lnTo>
                    <a:pt x="7754780" y="199920"/>
                  </a:lnTo>
                  <a:lnTo>
                    <a:pt x="7677331" y="169431"/>
                  </a:lnTo>
                  <a:lnTo>
                    <a:pt x="7593252" y="141798"/>
                  </a:lnTo>
                  <a:lnTo>
                    <a:pt x="7502793" y="116794"/>
                  </a:lnTo>
                  <a:lnTo>
                    <a:pt x="7406801" y="94284"/>
                  </a:lnTo>
                  <a:lnTo>
                    <a:pt x="7306878" y="74212"/>
                  </a:lnTo>
                  <a:lnTo>
                    <a:pt x="7205477" y="56594"/>
                  </a:lnTo>
                  <a:lnTo>
                    <a:pt x="7105867" y="41479"/>
                  </a:lnTo>
                  <a:lnTo>
                    <a:pt x="7011922" y="28917"/>
                  </a:lnTo>
                  <a:lnTo>
                    <a:pt x="6927672" y="18910"/>
                  </a:lnTo>
                  <a:lnTo>
                    <a:pt x="6856693" y="11369"/>
                  </a:lnTo>
                  <a:lnTo>
                    <a:pt x="6801447" y="6089"/>
                  </a:lnTo>
                  <a:lnTo>
                    <a:pt x="6762755" y="2746"/>
                  </a:lnTo>
                  <a:lnTo>
                    <a:pt x="6739552" y="927"/>
                  </a:lnTo>
                  <a:lnTo>
                    <a:pt x="6728932" y="169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100" y="92"/>
                  </a:lnTo>
                  <a:lnTo>
                    <a:pt x="5248443" y="752"/>
                  </a:lnTo>
                  <a:lnTo>
                    <a:pt x="5234070" y="2574"/>
                  </a:lnTo>
                  <a:lnTo>
                    <a:pt x="5208087" y="6167"/>
                  </a:lnTo>
                  <a:lnTo>
                    <a:pt x="5168781" y="12113"/>
                  </a:lnTo>
                  <a:lnTo>
                    <a:pt x="5115737" y="20920"/>
                  </a:lnTo>
                  <a:lnTo>
                    <a:pt x="5049829" y="32977"/>
                  </a:lnTo>
                  <a:lnTo>
                    <a:pt x="4973023" y="48537"/>
                  </a:lnTo>
                  <a:lnTo>
                    <a:pt x="4888035" y="67711"/>
                  </a:lnTo>
                  <a:lnTo>
                    <a:pt x="4797912" y="90504"/>
                  </a:lnTo>
                  <a:lnTo>
                    <a:pt x="4705639" y="116858"/>
                  </a:lnTo>
                  <a:lnTo>
                    <a:pt x="4613833" y="146701"/>
                  </a:lnTo>
                  <a:lnTo>
                    <a:pt x="4524577" y="179992"/>
                  </a:lnTo>
                  <a:lnTo>
                    <a:pt x="4439359" y="216758"/>
                  </a:lnTo>
                  <a:lnTo>
                    <a:pt x="4359108" y="257118"/>
                  </a:lnTo>
                  <a:lnTo>
                    <a:pt x="4284275" y="301290"/>
                  </a:lnTo>
                  <a:lnTo>
                    <a:pt x="4214939" y="349600"/>
                  </a:lnTo>
                  <a:lnTo>
                    <a:pt x="4150901" y="402477"/>
                  </a:lnTo>
                  <a:lnTo>
                    <a:pt x="4091782" y="460446"/>
                  </a:lnTo>
                  <a:lnTo>
                    <a:pt x="4037080" y="524108"/>
                  </a:lnTo>
                  <a:lnTo>
                    <a:pt x="3986233" y="594119"/>
                  </a:lnTo>
                  <a:lnTo>
                    <a:pt x="3938656" y="671140"/>
                  </a:lnTo>
                  <a:lnTo>
                    <a:pt x="3893770" y="755766"/>
                  </a:lnTo>
                  <a:lnTo>
                    <a:pt x="3851031" y="848415"/>
                  </a:lnTo>
                  <a:lnTo>
                    <a:pt x="3829811" y="899029"/>
                  </a:lnTo>
                  <a:lnTo>
                    <a:pt x="3801337" y="971830"/>
                  </a:lnTo>
                  <a:lnTo>
                    <a:pt x="3773442" y="1048674"/>
                  </a:lnTo>
                  <a:lnTo>
                    <a:pt x="3746007" y="1129640"/>
                  </a:lnTo>
                  <a:lnTo>
                    <a:pt x="3718929" y="1214773"/>
                  </a:lnTo>
                  <a:lnTo>
                    <a:pt x="3692123" y="1304078"/>
                  </a:lnTo>
                  <a:lnTo>
                    <a:pt x="3665515" y="1397517"/>
                  </a:lnTo>
                  <a:lnTo>
                    <a:pt x="3639045" y="1495008"/>
                  </a:lnTo>
                  <a:lnTo>
                    <a:pt x="3612663" y="1596422"/>
                  </a:lnTo>
                  <a:lnTo>
                    <a:pt x="3586330" y="1701581"/>
                  </a:lnTo>
                  <a:lnTo>
                    <a:pt x="3560014" y="1810257"/>
                  </a:lnTo>
                  <a:lnTo>
                    <a:pt x="3533694" y="1922172"/>
                  </a:lnTo>
                  <a:lnTo>
                    <a:pt x="3507355" y="2037005"/>
                  </a:lnTo>
                  <a:lnTo>
                    <a:pt x="3480988" y="2154385"/>
                  </a:lnTo>
                  <a:lnTo>
                    <a:pt x="3454591" y="2273906"/>
                  </a:lnTo>
                  <a:lnTo>
                    <a:pt x="3428165" y="2395125"/>
                  </a:lnTo>
                  <a:lnTo>
                    <a:pt x="3401717" y="2517570"/>
                  </a:lnTo>
                  <a:lnTo>
                    <a:pt x="3375253" y="2640752"/>
                  </a:lnTo>
                  <a:lnTo>
                    <a:pt x="3348785" y="2764165"/>
                  </a:lnTo>
                  <a:lnTo>
                    <a:pt x="3322323" y="2887303"/>
                  </a:lnTo>
                  <a:lnTo>
                    <a:pt x="3295876" y="3009661"/>
                  </a:lnTo>
                  <a:lnTo>
                    <a:pt x="3269452" y="3130750"/>
                  </a:lnTo>
                  <a:lnTo>
                    <a:pt x="3243057" y="3250102"/>
                  </a:lnTo>
                  <a:lnTo>
                    <a:pt x="3216693" y="3367276"/>
                  </a:lnTo>
                  <a:lnTo>
                    <a:pt x="3190356" y="3481868"/>
                  </a:lnTo>
                  <a:lnTo>
                    <a:pt x="3164037" y="3593514"/>
                  </a:lnTo>
                  <a:lnTo>
                    <a:pt x="3137721" y="3701894"/>
                  </a:lnTo>
                  <a:lnTo>
                    <a:pt x="3111385" y="3806735"/>
                  </a:lnTo>
                  <a:lnTo>
                    <a:pt x="3084997" y="3907814"/>
                  </a:lnTo>
                  <a:lnTo>
                    <a:pt x="3058517" y="4004957"/>
                  </a:lnTo>
                  <a:lnTo>
                    <a:pt x="3031895" y="4098039"/>
                  </a:lnTo>
                  <a:lnTo>
                    <a:pt x="3005068" y="4186981"/>
                  </a:lnTo>
                  <a:lnTo>
                    <a:pt x="2977963" y="4271751"/>
                  </a:lnTo>
                  <a:lnTo>
                    <a:pt x="2950492" y="4352356"/>
                  </a:lnTo>
                  <a:lnTo>
                    <a:pt x="2922552" y="4428844"/>
                  </a:lnTo>
                  <a:lnTo>
                    <a:pt x="2896531" y="4495149"/>
                  </a:lnTo>
                  <a:lnTo>
                    <a:pt x="2854703" y="4591966"/>
                  </a:lnTo>
                  <a:lnTo>
                    <a:pt x="2810982" y="4680667"/>
                  </a:lnTo>
                  <a:lnTo>
                    <a:pt x="2764854" y="4761518"/>
                  </a:lnTo>
                  <a:lnTo>
                    <a:pt x="2715755" y="4835039"/>
                  </a:lnTo>
                  <a:lnTo>
                    <a:pt x="2663101" y="4901870"/>
                  </a:lnTo>
                  <a:lnTo>
                    <a:pt x="2606312" y="4962677"/>
                  </a:lnTo>
                  <a:lnTo>
                    <a:pt x="2544851" y="5018091"/>
                  </a:lnTo>
                  <a:lnTo>
                    <a:pt x="2478267" y="5068681"/>
                  </a:lnTo>
                  <a:lnTo>
                    <a:pt x="2406259" y="5114925"/>
                  </a:lnTo>
                  <a:lnTo>
                    <a:pt x="2328754" y="5157204"/>
                  </a:lnTo>
                  <a:lnTo>
                    <a:pt x="2245997" y="5195790"/>
                  </a:lnTo>
                  <a:lnTo>
                    <a:pt x="2158661" y="5230853"/>
                  </a:lnTo>
                  <a:lnTo>
                    <a:pt x="2067938" y="5262464"/>
                  </a:lnTo>
                  <a:lnTo>
                    <a:pt x="1975608" y="5290613"/>
                  </a:lnTo>
                  <a:lnTo>
                    <a:pt x="1884028" y="5315240"/>
                  </a:lnTo>
                  <a:lnTo>
                    <a:pt x="1796025" y="5336273"/>
                  </a:lnTo>
                  <a:lnTo>
                    <a:pt x="1714657" y="5353677"/>
                  </a:lnTo>
                  <a:lnTo>
                    <a:pt x="1642864" y="5367506"/>
                  </a:lnTo>
                  <a:lnTo>
                    <a:pt x="1583045" y="5377938"/>
                  </a:lnTo>
                  <a:lnTo>
                    <a:pt x="1536669" y="5385293"/>
                  </a:lnTo>
                  <a:lnTo>
                    <a:pt x="1503995" y="5390022"/>
                  </a:lnTo>
                  <a:lnTo>
                    <a:pt x="1483965" y="5392676"/>
                  </a:lnTo>
                  <a:lnTo>
                    <a:pt x="1474271" y="5393855"/>
                  </a:lnTo>
                  <a:lnTo>
                    <a:pt x="1471387" y="5394178"/>
                  </a:lnTo>
                  <a:lnTo>
                    <a:pt x="0" y="5394178"/>
                  </a:lnTo>
                  <a:close/>
                </a:path>
              </a:pathLst>
            </a:custGeom>
            <a:solidFill>
              <a:srgbClr val="67C1B3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284" name="pl1284"/>
            <p:cNvSpPr/>
            <p:nvPr/>
          </p:nvSpPr>
          <p:spPr>
            <a:xfrm>
              <a:off x="4799595" y="2764887"/>
              <a:ext cx="11981298" cy="5394178"/>
            </a:xfrm>
            <a:custGeom>
              <a:avLst/>
              <a:pathLst>
                <a:path w="11981298" h="5394178">
                  <a:moveTo>
                    <a:pt x="0" y="5394178"/>
                  </a:moveTo>
                  <a:lnTo>
                    <a:pt x="1471387" y="5394178"/>
                  </a:lnTo>
                  <a:lnTo>
                    <a:pt x="1472242" y="5394086"/>
                  </a:lnTo>
                  <a:lnTo>
                    <a:pt x="1477899" y="5393426"/>
                  </a:lnTo>
                  <a:lnTo>
                    <a:pt x="1492272" y="5391604"/>
                  </a:lnTo>
                  <a:lnTo>
                    <a:pt x="1518255" y="5388010"/>
                  </a:lnTo>
                  <a:lnTo>
                    <a:pt x="1557561" y="5382065"/>
                  </a:lnTo>
                  <a:lnTo>
                    <a:pt x="1610605" y="5373258"/>
                  </a:lnTo>
                  <a:lnTo>
                    <a:pt x="1676513" y="5361201"/>
                  </a:lnTo>
                  <a:lnTo>
                    <a:pt x="1753319" y="5345641"/>
                  </a:lnTo>
                  <a:lnTo>
                    <a:pt x="1838307" y="5326467"/>
                  </a:lnTo>
                  <a:lnTo>
                    <a:pt x="1928430" y="5303674"/>
                  </a:lnTo>
                  <a:lnTo>
                    <a:pt x="2020704" y="5277320"/>
                  </a:lnTo>
                  <a:lnTo>
                    <a:pt x="2112509" y="5247477"/>
                  </a:lnTo>
                  <a:lnTo>
                    <a:pt x="2201765" y="5214186"/>
                  </a:lnTo>
                  <a:lnTo>
                    <a:pt x="2286983" y="5177419"/>
                  </a:lnTo>
                  <a:lnTo>
                    <a:pt x="2367234" y="5137060"/>
                  </a:lnTo>
                  <a:lnTo>
                    <a:pt x="2442067" y="5092888"/>
                  </a:lnTo>
                  <a:lnTo>
                    <a:pt x="2511404" y="5044578"/>
                  </a:lnTo>
                  <a:lnTo>
                    <a:pt x="2575441" y="4991701"/>
                  </a:lnTo>
                  <a:lnTo>
                    <a:pt x="2634561" y="4933732"/>
                  </a:lnTo>
                  <a:lnTo>
                    <a:pt x="2689262" y="4870070"/>
                  </a:lnTo>
                  <a:lnTo>
                    <a:pt x="2740109" y="4800059"/>
                  </a:lnTo>
                  <a:lnTo>
                    <a:pt x="2787686" y="4723038"/>
                  </a:lnTo>
                  <a:lnTo>
                    <a:pt x="2832572" y="4638412"/>
                  </a:lnTo>
                  <a:lnTo>
                    <a:pt x="2875311" y="4545763"/>
                  </a:lnTo>
                  <a:lnTo>
                    <a:pt x="2896531" y="4495149"/>
                  </a:lnTo>
                  <a:lnTo>
                    <a:pt x="2925005" y="4422348"/>
                  </a:lnTo>
                  <a:lnTo>
                    <a:pt x="2952900" y="4345504"/>
                  </a:lnTo>
                  <a:lnTo>
                    <a:pt x="2980336" y="4264538"/>
                  </a:lnTo>
                  <a:lnTo>
                    <a:pt x="3007413" y="4179405"/>
                  </a:lnTo>
                  <a:lnTo>
                    <a:pt x="3034219" y="4090100"/>
                  </a:lnTo>
                  <a:lnTo>
                    <a:pt x="3060827" y="3996661"/>
                  </a:lnTo>
                  <a:lnTo>
                    <a:pt x="3087297" y="3899170"/>
                  </a:lnTo>
                  <a:lnTo>
                    <a:pt x="3113679" y="3797756"/>
                  </a:lnTo>
                  <a:lnTo>
                    <a:pt x="3140013" y="3692597"/>
                  </a:lnTo>
                  <a:lnTo>
                    <a:pt x="3166328" y="3583921"/>
                  </a:lnTo>
                  <a:lnTo>
                    <a:pt x="3192648" y="3472005"/>
                  </a:lnTo>
                  <a:lnTo>
                    <a:pt x="3218987" y="3357173"/>
                  </a:lnTo>
                  <a:lnTo>
                    <a:pt x="3245354" y="3239793"/>
                  </a:lnTo>
                  <a:lnTo>
                    <a:pt x="3271751" y="3120272"/>
                  </a:lnTo>
                  <a:lnTo>
                    <a:pt x="3298177" y="2999053"/>
                  </a:lnTo>
                  <a:lnTo>
                    <a:pt x="3324626" y="2876607"/>
                  </a:lnTo>
                  <a:lnTo>
                    <a:pt x="3351089" y="2753426"/>
                  </a:lnTo>
                  <a:lnTo>
                    <a:pt x="3377557" y="2630013"/>
                  </a:lnTo>
                  <a:lnTo>
                    <a:pt x="3404020" y="2506875"/>
                  </a:lnTo>
                  <a:lnTo>
                    <a:pt x="3430467" y="2384517"/>
                  </a:lnTo>
                  <a:lnTo>
                    <a:pt x="3456890" y="2263428"/>
                  </a:lnTo>
                  <a:lnTo>
                    <a:pt x="3483285" y="2144076"/>
                  </a:lnTo>
                  <a:lnTo>
                    <a:pt x="3509649" y="2026902"/>
                  </a:lnTo>
                  <a:lnTo>
                    <a:pt x="3535986" y="1912309"/>
                  </a:lnTo>
                  <a:lnTo>
                    <a:pt x="3562305" y="1800664"/>
                  </a:lnTo>
                  <a:lnTo>
                    <a:pt x="3588621" y="1692284"/>
                  </a:lnTo>
                  <a:lnTo>
                    <a:pt x="3614957" y="1587443"/>
                  </a:lnTo>
                  <a:lnTo>
                    <a:pt x="3641345" y="1486364"/>
                  </a:lnTo>
                  <a:lnTo>
                    <a:pt x="3667825" y="1389220"/>
                  </a:lnTo>
                  <a:lnTo>
                    <a:pt x="3694447" y="1296139"/>
                  </a:lnTo>
                  <a:lnTo>
                    <a:pt x="3721274" y="1207197"/>
                  </a:lnTo>
                  <a:lnTo>
                    <a:pt x="3748379" y="1122427"/>
                  </a:lnTo>
                  <a:lnTo>
                    <a:pt x="3775850" y="1041822"/>
                  </a:lnTo>
                  <a:lnTo>
                    <a:pt x="3803791" y="965334"/>
                  </a:lnTo>
                  <a:lnTo>
                    <a:pt x="3829811" y="899029"/>
                  </a:lnTo>
                  <a:lnTo>
                    <a:pt x="3871639" y="802212"/>
                  </a:lnTo>
                  <a:lnTo>
                    <a:pt x="3915360" y="713511"/>
                  </a:lnTo>
                  <a:lnTo>
                    <a:pt x="3961489" y="632660"/>
                  </a:lnTo>
                  <a:lnTo>
                    <a:pt x="4010587" y="559139"/>
                  </a:lnTo>
                  <a:lnTo>
                    <a:pt x="4063241" y="492308"/>
                  </a:lnTo>
                  <a:lnTo>
                    <a:pt x="4120030" y="431501"/>
                  </a:lnTo>
                  <a:lnTo>
                    <a:pt x="4181491" y="376087"/>
                  </a:lnTo>
                  <a:lnTo>
                    <a:pt x="4248075" y="325497"/>
                  </a:lnTo>
                  <a:lnTo>
                    <a:pt x="4320083" y="279252"/>
                  </a:lnTo>
                  <a:lnTo>
                    <a:pt x="4397588" y="236974"/>
                  </a:lnTo>
                  <a:lnTo>
                    <a:pt x="4480345" y="198388"/>
                  </a:lnTo>
                  <a:lnTo>
                    <a:pt x="4567682" y="163325"/>
                  </a:lnTo>
                  <a:lnTo>
                    <a:pt x="4658404" y="131714"/>
                  </a:lnTo>
                  <a:lnTo>
                    <a:pt x="4750734" y="103565"/>
                  </a:lnTo>
                  <a:lnTo>
                    <a:pt x="4842314" y="78938"/>
                  </a:lnTo>
                  <a:lnTo>
                    <a:pt x="4930317" y="57905"/>
                  </a:lnTo>
                  <a:lnTo>
                    <a:pt x="5011685" y="40501"/>
                  </a:lnTo>
                  <a:lnTo>
                    <a:pt x="5083478" y="26671"/>
                  </a:lnTo>
                  <a:lnTo>
                    <a:pt x="5143297" y="16240"/>
                  </a:lnTo>
                  <a:lnTo>
                    <a:pt x="5189673" y="8885"/>
                  </a:lnTo>
                  <a:lnTo>
                    <a:pt x="5222347" y="4156"/>
                  </a:lnTo>
                  <a:lnTo>
                    <a:pt x="5242377" y="1502"/>
                  </a:lnTo>
                  <a:lnTo>
                    <a:pt x="5252071" y="323"/>
                  </a:lnTo>
                  <a:lnTo>
                    <a:pt x="5254837" y="12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469" y="72"/>
                  </a:lnTo>
                  <a:lnTo>
                    <a:pt x="6734875" y="585"/>
                  </a:lnTo>
                  <a:lnTo>
                    <a:pt x="6753550" y="2004"/>
                  </a:lnTo>
                  <a:lnTo>
                    <a:pt x="6786954" y="4799"/>
                  </a:lnTo>
                  <a:lnTo>
                    <a:pt x="6836774" y="9403"/>
                  </a:lnTo>
                  <a:lnTo>
                    <a:pt x="6902796" y="16174"/>
                  </a:lnTo>
                  <a:lnTo>
                    <a:pt x="6983049" y="25358"/>
                  </a:lnTo>
                  <a:lnTo>
                    <a:pt x="7074253" y="37079"/>
                  </a:lnTo>
                  <a:lnTo>
                    <a:pt x="7172451" y="51361"/>
                  </a:lnTo>
                  <a:lnTo>
                    <a:pt x="7273661" y="68165"/>
                  </a:lnTo>
                  <a:lnTo>
                    <a:pt x="7374381" y="87437"/>
                  </a:lnTo>
                  <a:lnTo>
                    <a:pt x="7471878" y="109145"/>
                  </a:lnTo>
                  <a:lnTo>
                    <a:pt x="7564278" y="133321"/>
                  </a:lnTo>
                  <a:lnTo>
                    <a:pt x="7650501" y="160072"/>
                  </a:lnTo>
                  <a:lnTo>
                    <a:pt x="7730121" y="189595"/>
                  </a:lnTo>
                  <a:lnTo>
                    <a:pt x="7803197" y="222176"/>
                  </a:lnTo>
                  <a:lnTo>
                    <a:pt x="7870128" y="258188"/>
                  </a:lnTo>
                  <a:lnTo>
                    <a:pt x="7931522" y="298076"/>
                  </a:lnTo>
                  <a:lnTo>
                    <a:pt x="7988103" y="342339"/>
                  </a:lnTo>
                  <a:lnTo>
                    <a:pt x="8040645" y="391490"/>
                  </a:lnTo>
                  <a:lnTo>
                    <a:pt x="8089913" y="445998"/>
                  </a:lnTo>
                  <a:lnTo>
                    <a:pt x="8136624" y="506182"/>
                  </a:lnTo>
                  <a:lnTo>
                    <a:pt x="8151487" y="527158"/>
                  </a:lnTo>
                  <a:lnTo>
                    <a:pt x="8187525" y="581745"/>
                  </a:lnTo>
                  <a:lnTo>
                    <a:pt x="8222684" y="640174"/>
                  </a:lnTo>
                  <a:lnTo>
                    <a:pt x="8257192" y="702522"/>
                  </a:lnTo>
                  <a:lnTo>
                    <a:pt x="8291237" y="768811"/>
                  </a:lnTo>
                  <a:lnTo>
                    <a:pt x="8324970" y="839000"/>
                  </a:lnTo>
                  <a:lnTo>
                    <a:pt x="8358509" y="912977"/>
                  </a:lnTo>
                  <a:lnTo>
                    <a:pt x="8391947" y="990560"/>
                  </a:lnTo>
                  <a:lnTo>
                    <a:pt x="8425350" y="1071490"/>
                  </a:lnTo>
                  <a:lnTo>
                    <a:pt x="8458764" y="1155435"/>
                  </a:lnTo>
                  <a:lnTo>
                    <a:pt x="8492216" y="1241990"/>
                  </a:lnTo>
                  <a:lnTo>
                    <a:pt x="8525716" y="1330687"/>
                  </a:lnTo>
                  <a:lnTo>
                    <a:pt x="8559262" y="1421004"/>
                  </a:lnTo>
                  <a:lnTo>
                    <a:pt x="8592841" y="1512372"/>
                  </a:lnTo>
                  <a:lnTo>
                    <a:pt x="8626437" y="1604198"/>
                  </a:lnTo>
                  <a:lnTo>
                    <a:pt x="8660027" y="1695873"/>
                  </a:lnTo>
                  <a:lnTo>
                    <a:pt x="8693592" y="1786793"/>
                  </a:lnTo>
                  <a:lnTo>
                    <a:pt x="8727116" y="1876377"/>
                  </a:lnTo>
                  <a:lnTo>
                    <a:pt x="8760592" y="1964077"/>
                  </a:lnTo>
                  <a:lnTo>
                    <a:pt x="8794022" y="2049396"/>
                  </a:lnTo>
                  <a:lnTo>
                    <a:pt x="8827427" y="2131895"/>
                  </a:lnTo>
                  <a:lnTo>
                    <a:pt x="8860840" y="2211206"/>
                  </a:lnTo>
                  <a:lnTo>
                    <a:pt x="8894319" y="2287033"/>
                  </a:lnTo>
                  <a:lnTo>
                    <a:pt x="8927940" y="2359154"/>
                  </a:lnTo>
                  <a:lnTo>
                    <a:pt x="8961811" y="2427424"/>
                  </a:lnTo>
                  <a:lnTo>
                    <a:pt x="8996064" y="2491764"/>
                  </a:lnTo>
                  <a:lnTo>
                    <a:pt x="9030868" y="2552167"/>
                  </a:lnTo>
                  <a:lnTo>
                    <a:pt x="9066430" y="2608682"/>
                  </a:lnTo>
                  <a:lnTo>
                    <a:pt x="9084767" y="2635791"/>
                  </a:lnTo>
                  <a:lnTo>
                    <a:pt x="9130781" y="2697860"/>
                  </a:lnTo>
                  <a:lnTo>
                    <a:pt x="9179136" y="2754204"/>
                  </a:lnTo>
                  <a:lnTo>
                    <a:pt x="9230521" y="2805064"/>
                  </a:lnTo>
                  <a:lnTo>
                    <a:pt x="9285693" y="2850873"/>
                  </a:lnTo>
                  <a:lnTo>
                    <a:pt x="9345426" y="2892138"/>
                  </a:lnTo>
                  <a:lnTo>
                    <a:pt x="9410468" y="2929368"/>
                  </a:lnTo>
                  <a:lnTo>
                    <a:pt x="9481474" y="2963029"/>
                  </a:lnTo>
                  <a:lnTo>
                    <a:pt x="9558923" y="2993519"/>
                  </a:lnTo>
                  <a:lnTo>
                    <a:pt x="9643001" y="3021152"/>
                  </a:lnTo>
                  <a:lnTo>
                    <a:pt x="9733461" y="3046155"/>
                  </a:lnTo>
                  <a:lnTo>
                    <a:pt x="9829452" y="3068666"/>
                  </a:lnTo>
                  <a:lnTo>
                    <a:pt x="9929375" y="3088737"/>
                  </a:lnTo>
                  <a:lnTo>
                    <a:pt x="10030776" y="3106356"/>
                  </a:lnTo>
                  <a:lnTo>
                    <a:pt x="10130386" y="3121471"/>
                  </a:lnTo>
                  <a:lnTo>
                    <a:pt x="10224332" y="3134032"/>
                  </a:lnTo>
                  <a:lnTo>
                    <a:pt x="10308582" y="3144039"/>
                  </a:lnTo>
                  <a:lnTo>
                    <a:pt x="10379561" y="3151580"/>
                  </a:lnTo>
                  <a:lnTo>
                    <a:pt x="10434807" y="3156860"/>
                  </a:lnTo>
                  <a:lnTo>
                    <a:pt x="10473498" y="3160203"/>
                  </a:lnTo>
                  <a:lnTo>
                    <a:pt x="10496701" y="3162022"/>
                  </a:lnTo>
                  <a:lnTo>
                    <a:pt x="10507321" y="3162780"/>
                  </a:lnTo>
                  <a:lnTo>
                    <a:pt x="10509869" y="3162947"/>
                  </a:lnTo>
                  <a:lnTo>
                    <a:pt x="10509911" y="3162950"/>
                  </a:lnTo>
                  <a:lnTo>
                    <a:pt x="11981298" y="316295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85" name="pl1285"/>
            <p:cNvSpPr/>
            <p:nvPr/>
          </p:nvSpPr>
          <p:spPr>
            <a:xfrm>
              <a:off x="4799595" y="2756714"/>
              <a:ext cx="11981298" cy="5394178"/>
            </a:xfrm>
            <a:custGeom>
              <a:avLst/>
              <a:pathLst>
                <a:path w="11981298" h="5394178">
                  <a:moveTo>
                    <a:pt x="11981298" y="3162950"/>
                  </a:moveTo>
                  <a:lnTo>
                    <a:pt x="10509911" y="3162950"/>
                  </a:lnTo>
                  <a:lnTo>
                    <a:pt x="10508784" y="3162878"/>
                  </a:lnTo>
                  <a:lnTo>
                    <a:pt x="10501378" y="3162364"/>
                  </a:lnTo>
                  <a:lnTo>
                    <a:pt x="10482703" y="3160945"/>
                  </a:lnTo>
                  <a:lnTo>
                    <a:pt x="10449299" y="3158151"/>
                  </a:lnTo>
                  <a:lnTo>
                    <a:pt x="10399479" y="3153546"/>
                  </a:lnTo>
                  <a:lnTo>
                    <a:pt x="10333457" y="3146775"/>
                  </a:lnTo>
                  <a:lnTo>
                    <a:pt x="10253204" y="3137592"/>
                  </a:lnTo>
                  <a:lnTo>
                    <a:pt x="10162001" y="3125871"/>
                  </a:lnTo>
                  <a:lnTo>
                    <a:pt x="10063802" y="3111588"/>
                  </a:lnTo>
                  <a:lnTo>
                    <a:pt x="9962592" y="3094784"/>
                  </a:lnTo>
                  <a:lnTo>
                    <a:pt x="9861872" y="3075513"/>
                  </a:lnTo>
                  <a:lnTo>
                    <a:pt x="9764375" y="3053804"/>
                  </a:lnTo>
                  <a:lnTo>
                    <a:pt x="9671975" y="3029628"/>
                  </a:lnTo>
                  <a:lnTo>
                    <a:pt x="9585752" y="3002878"/>
                  </a:lnTo>
                  <a:lnTo>
                    <a:pt x="9506133" y="2973355"/>
                  </a:lnTo>
                  <a:lnTo>
                    <a:pt x="9433056" y="2940773"/>
                  </a:lnTo>
                  <a:lnTo>
                    <a:pt x="9366125" y="2904761"/>
                  </a:lnTo>
                  <a:lnTo>
                    <a:pt x="9304731" y="2864873"/>
                  </a:lnTo>
                  <a:lnTo>
                    <a:pt x="9248150" y="2820611"/>
                  </a:lnTo>
                  <a:lnTo>
                    <a:pt x="9195608" y="2771460"/>
                  </a:lnTo>
                  <a:lnTo>
                    <a:pt x="9146340" y="2716952"/>
                  </a:lnTo>
                  <a:lnTo>
                    <a:pt x="9099629" y="2656768"/>
                  </a:lnTo>
                  <a:lnTo>
                    <a:pt x="9084767" y="2635791"/>
                  </a:lnTo>
                  <a:lnTo>
                    <a:pt x="9048728" y="2581204"/>
                  </a:lnTo>
                  <a:lnTo>
                    <a:pt x="9013570" y="2522776"/>
                  </a:lnTo>
                  <a:lnTo>
                    <a:pt x="8979061" y="2460428"/>
                  </a:lnTo>
                  <a:lnTo>
                    <a:pt x="8945016" y="2394138"/>
                  </a:lnTo>
                  <a:lnTo>
                    <a:pt x="8911284" y="2323950"/>
                  </a:lnTo>
                  <a:lnTo>
                    <a:pt x="8877744" y="2249972"/>
                  </a:lnTo>
                  <a:lnTo>
                    <a:pt x="8844306" y="2172389"/>
                  </a:lnTo>
                  <a:lnTo>
                    <a:pt x="8810903" y="2091459"/>
                  </a:lnTo>
                  <a:lnTo>
                    <a:pt x="8777489" y="2007515"/>
                  </a:lnTo>
                  <a:lnTo>
                    <a:pt x="8744037" y="1920959"/>
                  </a:lnTo>
                  <a:lnTo>
                    <a:pt x="8710537" y="1832262"/>
                  </a:lnTo>
                  <a:lnTo>
                    <a:pt x="8676991" y="1741946"/>
                  </a:lnTo>
                  <a:lnTo>
                    <a:pt x="8643412" y="1650577"/>
                  </a:lnTo>
                  <a:lnTo>
                    <a:pt x="8609816" y="1558752"/>
                  </a:lnTo>
                  <a:lnTo>
                    <a:pt x="8576226" y="1467077"/>
                  </a:lnTo>
                  <a:lnTo>
                    <a:pt x="8542661" y="1376156"/>
                  </a:lnTo>
                  <a:lnTo>
                    <a:pt x="8509137" y="1286572"/>
                  </a:lnTo>
                  <a:lnTo>
                    <a:pt x="8475662" y="1198872"/>
                  </a:lnTo>
                  <a:lnTo>
                    <a:pt x="8442231" y="1113554"/>
                  </a:lnTo>
                  <a:lnTo>
                    <a:pt x="8408826" y="1031054"/>
                  </a:lnTo>
                  <a:lnTo>
                    <a:pt x="8375413" y="951743"/>
                  </a:lnTo>
                  <a:lnTo>
                    <a:pt x="8341935" y="875916"/>
                  </a:lnTo>
                  <a:lnTo>
                    <a:pt x="8308313" y="803795"/>
                  </a:lnTo>
                  <a:lnTo>
                    <a:pt x="8274442" y="735526"/>
                  </a:lnTo>
                  <a:lnTo>
                    <a:pt x="8240189" y="671185"/>
                  </a:lnTo>
                  <a:lnTo>
                    <a:pt x="8205385" y="610782"/>
                  </a:lnTo>
                  <a:lnTo>
                    <a:pt x="8169823" y="554267"/>
                  </a:lnTo>
                  <a:lnTo>
                    <a:pt x="8151487" y="527158"/>
                  </a:lnTo>
                  <a:lnTo>
                    <a:pt x="8105473" y="465090"/>
                  </a:lnTo>
                  <a:lnTo>
                    <a:pt x="8057117" y="408746"/>
                  </a:lnTo>
                  <a:lnTo>
                    <a:pt x="8005732" y="357886"/>
                  </a:lnTo>
                  <a:lnTo>
                    <a:pt x="7950560" y="312077"/>
                  </a:lnTo>
                  <a:lnTo>
                    <a:pt x="7890827" y="270811"/>
                  </a:lnTo>
                  <a:lnTo>
                    <a:pt x="7825786" y="233581"/>
                  </a:lnTo>
                  <a:lnTo>
                    <a:pt x="7754780" y="199920"/>
                  </a:lnTo>
                  <a:lnTo>
                    <a:pt x="7677331" y="169431"/>
                  </a:lnTo>
                  <a:lnTo>
                    <a:pt x="7593252" y="141798"/>
                  </a:lnTo>
                  <a:lnTo>
                    <a:pt x="7502793" y="116794"/>
                  </a:lnTo>
                  <a:lnTo>
                    <a:pt x="7406801" y="94284"/>
                  </a:lnTo>
                  <a:lnTo>
                    <a:pt x="7306878" y="74212"/>
                  </a:lnTo>
                  <a:lnTo>
                    <a:pt x="7205477" y="56594"/>
                  </a:lnTo>
                  <a:lnTo>
                    <a:pt x="7105867" y="41479"/>
                  </a:lnTo>
                  <a:lnTo>
                    <a:pt x="7011922" y="28917"/>
                  </a:lnTo>
                  <a:lnTo>
                    <a:pt x="6927672" y="18910"/>
                  </a:lnTo>
                  <a:lnTo>
                    <a:pt x="6856693" y="11369"/>
                  </a:lnTo>
                  <a:lnTo>
                    <a:pt x="6801447" y="6089"/>
                  </a:lnTo>
                  <a:lnTo>
                    <a:pt x="6762755" y="2746"/>
                  </a:lnTo>
                  <a:lnTo>
                    <a:pt x="6739552" y="927"/>
                  </a:lnTo>
                  <a:lnTo>
                    <a:pt x="6728932" y="169"/>
                  </a:lnTo>
                  <a:lnTo>
                    <a:pt x="6726384" y="2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100" y="92"/>
                  </a:lnTo>
                  <a:lnTo>
                    <a:pt x="5248443" y="752"/>
                  </a:lnTo>
                  <a:lnTo>
                    <a:pt x="5234070" y="2574"/>
                  </a:lnTo>
                  <a:lnTo>
                    <a:pt x="5208087" y="6167"/>
                  </a:lnTo>
                  <a:lnTo>
                    <a:pt x="5168781" y="12113"/>
                  </a:lnTo>
                  <a:lnTo>
                    <a:pt x="5115737" y="20920"/>
                  </a:lnTo>
                  <a:lnTo>
                    <a:pt x="5049829" y="32977"/>
                  </a:lnTo>
                  <a:lnTo>
                    <a:pt x="4973023" y="48537"/>
                  </a:lnTo>
                  <a:lnTo>
                    <a:pt x="4888035" y="67711"/>
                  </a:lnTo>
                  <a:lnTo>
                    <a:pt x="4797912" y="90504"/>
                  </a:lnTo>
                  <a:lnTo>
                    <a:pt x="4705639" y="116858"/>
                  </a:lnTo>
                  <a:lnTo>
                    <a:pt x="4613833" y="146701"/>
                  </a:lnTo>
                  <a:lnTo>
                    <a:pt x="4524577" y="179992"/>
                  </a:lnTo>
                  <a:lnTo>
                    <a:pt x="4439359" y="216758"/>
                  </a:lnTo>
                  <a:lnTo>
                    <a:pt x="4359108" y="257118"/>
                  </a:lnTo>
                  <a:lnTo>
                    <a:pt x="4284275" y="301290"/>
                  </a:lnTo>
                  <a:lnTo>
                    <a:pt x="4214939" y="349600"/>
                  </a:lnTo>
                  <a:lnTo>
                    <a:pt x="4150901" y="402477"/>
                  </a:lnTo>
                  <a:lnTo>
                    <a:pt x="4091782" y="460446"/>
                  </a:lnTo>
                  <a:lnTo>
                    <a:pt x="4037080" y="524108"/>
                  </a:lnTo>
                  <a:lnTo>
                    <a:pt x="3986233" y="594119"/>
                  </a:lnTo>
                  <a:lnTo>
                    <a:pt x="3938656" y="671140"/>
                  </a:lnTo>
                  <a:lnTo>
                    <a:pt x="3893770" y="755766"/>
                  </a:lnTo>
                  <a:lnTo>
                    <a:pt x="3851031" y="848415"/>
                  </a:lnTo>
                  <a:lnTo>
                    <a:pt x="3829811" y="899029"/>
                  </a:lnTo>
                  <a:lnTo>
                    <a:pt x="3801337" y="971830"/>
                  </a:lnTo>
                  <a:lnTo>
                    <a:pt x="3773442" y="1048674"/>
                  </a:lnTo>
                  <a:lnTo>
                    <a:pt x="3746007" y="1129640"/>
                  </a:lnTo>
                  <a:lnTo>
                    <a:pt x="3718929" y="1214773"/>
                  </a:lnTo>
                  <a:lnTo>
                    <a:pt x="3692123" y="1304078"/>
                  </a:lnTo>
                  <a:lnTo>
                    <a:pt x="3665515" y="1397517"/>
                  </a:lnTo>
                  <a:lnTo>
                    <a:pt x="3639045" y="1495008"/>
                  </a:lnTo>
                  <a:lnTo>
                    <a:pt x="3612663" y="1596422"/>
                  </a:lnTo>
                  <a:lnTo>
                    <a:pt x="3586330" y="1701581"/>
                  </a:lnTo>
                  <a:lnTo>
                    <a:pt x="3560014" y="1810257"/>
                  </a:lnTo>
                  <a:lnTo>
                    <a:pt x="3533694" y="1922172"/>
                  </a:lnTo>
                  <a:lnTo>
                    <a:pt x="3507355" y="2037005"/>
                  </a:lnTo>
                  <a:lnTo>
                    <a:pt x="3480988" y="2154385"/>
                  </a:lnTo>
                  <a:lnTo>
                    <a:pt x="3454591" y="2273906"/>
                  </a:lnTo>
                  <a:lnTo>
                    <a:pt x="3428165" y="2395125"/>
                  </a:lnTo>
                  <a:lnTo>
                    <a:pt x="3401717" y="2517570"/>
                  </a:lnTo>
                  <a:lnTo>
                    <a:pt x="3375253" y="2640752"/>
                  </a:lnTo>
                  <a:lnTo>
                    <a:pt x="3348785" y="2764165"/>
                  </a:lnTo>
                  <a:lnTo>
                    <a:pt x="3322323" y="2887303"/>
                  </a:lnTo>
                  <a:lnTo>
                    <a:pt x="3295876" y="3009661"/>
                  </a:lnTo>
                  <a:lnTo>
                    <a:pt x="3269452" y="3130750"/>
                  </a:lnTo>
                  <a:lnTo>
                    <a:pt x="3243057" y="3250102"/>
                  </a:lnTo>
                  <a:lnTo>
                    <a:pt x="3216693" y="3367276"/>
                  </a:lnTo>
                  <a:lnTo>
                    <a:pt x="3190356" y="3481868"/>
                  </a:lnTo>
                  <a:lnTo>
                    <a:pt x="3164037" y="3593514"/>
                  </a:lnTo>
                  <a:lnTo>
                    <a:pt x="3137721" y="3701894"/>
                  </a:lnTo>
                  <a:lnTo>
                    <a:pt x="3111385" y="3806735"/>
                  </a:lnTo>
                  <a:lnTo>
                    <a:pt x="3084997" y="3907814"/>
                  </a:lnTo>
                  <a:lnTo>
                    <a:pt x="3058517" y="4004957"/>
                  </a:lnTo>
                  <a:lnTo>
                    <a:pt x="3031895" y="4098039"/>
                  </a:lnTo>
                  <a:lnTo>
                    <a:pt x="3005068" y="4186981"/>
                  </a:lnTo>
                  <a:lnTo>
                    <a:pt x="2977963" y="4271751"/>
                  </a:lnTo>
                  <a:lnTo>
                    <a:pt x="2950492" y="4352356"/>
                  </a:lnTo>
                  <a:lnTo>
                    <a:pt x="2922552" y="4428844"/>
                  </a:lnTo>
                  <a:lnTo>
                    <a:pt x="2896531" y="4495149"/>
                  </a:lnTo>
                  <a:lnTo>
                    <a:pt x="2854703" y="4591966"/>
                  </a:lnTo>
                  <a:lnTo>
                    <a:pt x="2810982" y="4680667"/>
                  </a:lnTo>
                  <a:lnTo>
                    <a:pt x="2764854" y="4761518"/>
                  </a:lnTo>
                  <a:lnTo>
                    <a:pt x="2715755" y="4835039"/>
                  </a:lnTo>
                  <a:lnTo>
                    <a:pt x="2663101" y="4901870"/>
                  </a:lnTo>
                  <a:lnTo>
                    <a:pt x="2606312" y="4962677"/>
                  </a:lnTo>
                  <a:lnTo>
                    <a:pt x="2544851" y="5018091"/>
                  </a:lnTo>
                  <a:lnTo>
                    <a:pt x="2478267" y="5068681"/>
                  </a:lnTo>
                  <a:lnTo>
                    <a:pt x="2406259" y="5114925"/>
                  </a:lnTo>
                  <a:lnTo>
                    <a:pt x="2328754" y="5157204"/>
                  </a:lnTo>
                  <a:lnTo>
                    <a:pt x="2245997" y="5195790"/>
                  </a:lnTo>
                  <a:lnTo>
                    <a:pt x="2158661" y="5230853"/>
                  </a:lnTo>
                  <a:lnTo>
                    <a:pt x="2067938" y="5262464"/>
                  </a:lnTo>
                  <a:lnTo>
                    <a:pt x="1975608" y="5290613"/>
                  </a:lnTo>
                  <a:lnTo>
                    <a:pt x="1884028" y="5315240"/>
                  </a:lnTo>
                  <a:lnTo>
                    <a:pt x="1796025" y="5336273"/>
                  </a:lnTo>
                  <a:lnTo>
                    <a:pt x="1714657" y="5353677"/>
                  </a:lnTo>
                  <a:lnTo>
                    <a:pt x="1642864" y="5367506"/>
                  </a:lnTo>
                  <a:lnTo>
                    <a:pt x="1583045" y="5377938"/>
                  </a:lnTo>
                  <a:lnTo>
                    <a:pt x="1536669" y="5385293"/>
                  </a:lnTo>
                  <a:lnTo>
                    <a:pt x="1503995" y="5390022"/>
                  </a:lnTo>
                  <a:lnTo>
                    <a:pt x="1483965" y="5392676"/>
                  </a:lnTo>
                  <a:lnTo>
                    <a:pt x="1474271" y="5393855"/>
                  </a:lnTo>
                  <a:lnTo>
                    <a:pt x="1471505" y="5394166"/>
                  </a:lnTo>
                  <a:lnTo>
                    <a:pt x="1471387" y="5394178"/>
                  </a:lnTo>
                  <a:lnTo>
                    <a:pt x="0" y="539417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86" name="pg1286"/>
            <p:cNvSpPr/>
            <p:nvPr/>
          </p:nvSpPr>
          <p:spPr>
            <a:xfrm>
              <a:off x="4799595" y="2993731"/>
              <a:ext cx="11981298" cy="5230718"/>
            </a:xfrm>
            <a:custGeom>
              <a:avLst/>
              <a:pathLst>
                <a:path w="11981298" h="5230718">
                  <a:moveTo>
                    <a:pt x="0" y="5173507"/>
                  </a:moveTo>
                  <a:lnTo>
                    <a:pt x="1471387" y="5173507"/>
                  </a:lnTo>
                  <a:lnTo>
                    <a:pt x="1472257" y="5173417"/>
                  </a:lnTo>
                  <a:lnTo>
                    <a:pt x="1478008" y="5172774"/>
                  </a:lnTo>
                  <a:lnTo>
                    <a:pt x="1492615" y="5170998"/>
                  </a:lnTo>
                  <a:lnTo>
                    <a:pt x="1519005" y="5167498"/>
                  </a:lnTo>
                  <a:lnTo>
                    <a:pt x="1558896" y="5161705"/>
                  </a:lnTo>
                  <a:lnTo>
                    <a:pt x="1612674" y="5153130"/>
                  </a:lnTo>
                  <a:lnTo>
                    <a:pt x="1679412" y="5141395"/>
                  </a:lnTo>
                  <a:lnTo>
                    <a:pt x="1757074" y="5126261"/>
                  </a:lnTo>
                  <a:lnTo>
                    <a:pt x="1842874" y="5107624"/>
                  </a:lnTo>
                  <a:lnTo>
                    <a:pt x="1933707" y="5085482"/>
                  </a:lnTo>
                  <a:lnTo>
                    <a:pt x="2026552" y="5059896"/>
                  </a:lnTo>
                  <a:lnTo>
                    <a:pt x="2118774" y="5030935"/>
                  </a:lnTo>
                  <a:lnTo>
                    <a:pt x="2208293" y="4998634"/>
                  </a:lnTo>
                  <a:lnTo>
                    <a:pt x="2293639" y="4962961"/>
                  </a:lnTo>
                  <a:lnTo>
                    <a:pt x="2373909" y="4923795"/>
                  </a:lnTo>
                  <a:lnTo>
                    <a:pt x="2448677" y="4880912"/>
                  </a:lnTo>
                  <a:lnTo>
                    <a:pt x="2517895" y="4833987"/>
                  </a:lnTo>
                  <a:lnTo>
                    <a:pt x="2581783" y="4782592"/>
                  </a:lnTo>
                  <a:lnTo>
                    <a:pt x="2640745" y="4726208"/>
                  </a:lnTo>
                  <a:lnTo>
                    <a:pt x="2695298" y="4664242"/>
                  </a:lnTo>
                  <a:lnTo>
                    <a:pt x="2746019" y="4596051"/>
                  </a:lnTo>
                  <a:lnTo>
                    <a:pt x="2793504" y="4520997"/>
                  </a:lnTo>
                  <a:lnTo>
                    <a:pt x="2838340" y="4438511"/>
                  </a:lnTo>
                  <a:lnTo>
                    <a:pt x="2881071" y="4348222"/>
                  </a:lnTo>
                  <a:lnTo>
                    <a:pt x="2896531" y="4312618"/>
                  </a:lnTo>
                  <a:lnTo>
                    <a:pt x="2925581" y="4241440"/>
                  </a:lnTo>
                  <a:lnTo>
                    <a:pt x="2954031" y="4166228"/>
                  </a:lnTo>
                  <a:lnTo>
                    <a:pt x="2982007" y="4086903"/>
                  </a:lnTo>
                  <a:lnTo>
                    <a:pt x="3009616" y="4003422"/>
                  </a:lnTo>
                  <a:lnTo>
                    <a:pt x="3036949" y="3915783"/>
                  </a:lnTo>
                  <a:lnTo>
                    <a:pt x="3064082" y="3824027"/>
                  </a:lnTo>
                  <a:lnTo>
                    <a:pt x="3091079" y="3728244"/>
                  </a:lnTo>
                  <a:lnTo>
                    <a:pt x="3117991" y="3628572"/>
                  </a:lnTo>
                  <a:lnTo>
                    <a:pt x="3144858" y="3525200"/>
                  </a:lnTo>
                  <a:lnTo>
                    <a:pt x="3171711" y="3418369"/>
                  </a:lnTo>
                  <a:lnTo>
                    <a:pt x="3198573" y="3308369"/>
                  </a:lnTo>
                  <a:lnTo>
                    <a:pt x="3225457" y="3195540"/>
                  </a:lnTo>
                  <a:lnTo>
                    <a:pt x="3252371" y="3080266"/>
                  </a:lnTo>
                  <a:lnTo>
                    <a:pt x="3279317" y="2962973"/>
                  </a:lnTo>
                  <a:lnTo>
                    <a:pt x="3306291" y="2844118"/>
                  </a:lnTo>
                  <a:lnTo>
                    <a:pt x="3333286" y="2724189"/>
                  </a:lnTo>
                  <a:lnTo>
                    <a:pt x="3360294" y="2603689"/>
                  </a:lnTo>
                  <a:lnTo>
                    <a:pt x="3387302" y="2483134"/>
                  </a:lnTo>
                  <a:lnTo>
                    <a:pt x="3414301" y="2363040"/>
                  </a:lnTo>
                  <a:lnTo>
                    <a:pt x="3441281" y="2243915"/>
                  </a:lnTo>
                  <a:lnTo>
                    <a:pt x="3468233" y="2126250"/>
                  </a:lnTo>
                  <a:lnTo>
                    <a:pt x="3495154" y="2010509"/>
                  </a:lnTo>
                  <a:lnTo>
                    <a:pt x="3522044" y="1897125"/>
                  </a:lnTo>
                  <a:lnTo>
                    <a:pt x="3548909" y="1786493"/>
                  </a:lnTo>
                  <a:lnTo>
                    <a:pt x="3575762" y="1678960"/>
                  </a:lnTo>
                  <a:lnTo>
                    <a:pt x="3602624" y="1574829"/>
                  </a:lnTo>
                  <a:lnTo>
                    <a:pt x="3629523" y="1474351"/>
                  </a:lnTo>
                  <a:lnTo>
                    <a:pt x="3656498" y="1377726"/>
                  </a:lnTo>
                  <a:lnTo>
                    <a:pt x="3683598" y="1285104"/>
                  </a:lnTo>
                  <a:lnTo>
                    <a:pt x="3710883" y="1196582"/>
                  </a:lnTo>
                  <a:lnTo>
                    <a:pt x="3738426" y="1112214"/>
                  </a:lnTo>
                  <a:lnTo>
                    <a:pt x="3766315" y="1032006"/>
                  </a:lnTo>
                  <a:lnTo>
                    <a:pt x="3794654" y="955923"/>
                  </a:lnTo>
                  <a:lnTo>
                    <a:pt x="3823564" y="883894"/>
                  </a:lnTo>
                  <a:lnTo>
                    <a:pt x="3829811" y="869062"/>
                  </a:lnTo>
                  <a:lnTo>
                    <a:pt x="3871884" y="775841"/>
                  </a:lnTo>
                  <a:lnTo>
                    <a:pt x="3915876" y="690481"/>
                  </a:lnTo>
                  <a:lnTo>
                    <a:pt x="3962309" y="612720"/>
                  </a:lnTo>
                  <a:lnTo>
                    <a:pt x="4011756" y="542048"/>
                  </a:lnTo>
                  <a:lnTo>
                    <a:pt x="4064814" y="477842"/>
                  </a:lnTo>
                  <a:lnTo>
                    <a:pt x="4122071" y="419454"/>
                  </a:lnTo>
                  <a:lnTo>
                    <a:pt x="4184071" y="366268"/>
                  </a:lnTo>
                  <a:lnTo>
                    <a:pt x="4251269" y="317735"/>
                  </a:lnTo>
                  <a:lnTo>
                    <a:pt x="4323961" y="273392"/>
                  </a:lnTo>
                  <a:lnTo>
                    <a:pt x="4402211" y="232874"/>
                  </a:lnTo>
                  <a:lnTo>
                    <a:pt x="4485746" y="195921"/>
                  </a:lnTo>
                  <a:lnTo>
                    <a:pt x="4573853" y="162373"/>
                  </a:lnTo>
                  <a:lnTo>
                    <a:pt x="4665280" y="132168"/>
                  </a:lnTo>
                  <a:lnTo>
                    <a:pt x="4758173" y="105319"/>
                  </a:lnTo>
                  <a:lnTo>
                    <a:pt x="4850092" y="81888"/>
                  </a:lnTo>
                  <a:lnTo>
                    <a:pt x="4938131" y="61942"/>
                  </a:lnTo>
                  <a:lnTo>
                    <a:pt x="5019173" y="45511"/>
                  </a:lnTo>
                  <a:lnTo>
                    <a:pt x="5090262" y="32532"/>
                  </a:lnTo>
                  <a:lnTo>
                    <a:pt x="5149036" y="22817"/>
                  </a:lnTo>
                  <a:lnTo>
                    <a:pt x="5194122" y="16041"/>
                  </a:lnTo>
                  <a:lnTo>
                    <a:pt x="5225404" y="11751"/>
                  </a:lnTo>
                  <a:lnTo>
                    <a:pt x="5244114" y="9402"/>
                  </a:lnTo>
                  <a:lnTo>
                    <a:pt x="5252749" y="8407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209" y="8263"/>
                  </a:lnTo>
                  <a:lnTo>
                    <a:pt x="6732936" y="8911"/>
                  </a:lnTo>
                  <a:lnTo>
                    <a:pt x="6747485" y="10698"/>
                  </a:lnTo>
                  <a:lnTo>
                    <a:pt x="6773774" y="14223"/>
                  </a:lnTo>
                  <a:lnTo>
                    <a:pt x="6813519" y="20054"/>
                  </a:lnTo>
                  <a:lnTo>
                    <a:pt x="6867114" y="28689"/>
                  </a:lnTo>
                  <a:lnTo>
                    <a:pt x="6933645" y="40506"/>
                  </a:lnTo>
                  <a:lnTo>
                    <a:pt x="7011094" y="55748"/>
                  </a:lnTo>
                  <a:lnTo>
                    <a:pt x="7096693" y="74522"/>
                  </a:lnTo>
                  <a:lnTo>
                    <a:pt x="7187350" y="96829"/>
                  </a:lnTo>
                  <a:lnTo>
                    <a:pt x="7280053" y="122611"/>
                  </a:lnTo>
                  <a:lnTo>
                    <a:pt x="7372173" y="151796"/>
                  </a:lnTo>
                  <a:lnTo>
                    <a:pt x="7461628" y="184348"/>
                  </a:lnTo>
                  <a:lnTo>
                    <a:pt x="7546943" y="220299"/>
                  </a:lnTo>
                  <a:lnTo>
                    <a:pt x="7627208" y="259768"/>
                  </a:lnTo>
                  <a:lnTo>
                    <a:pt x="7701993" y="302978"/>
                  </a:lnTo>
                  <a:lnTo>
                    <a:pt x="7771241" y="350255"/>
                  </a:lnTo>
                  <a:lnTo>
                    <a:pt x="7835167" y="402027"/>
                  </a:lnTo>
                  <a:lnTo>
                    <a:pt x="7894168" y="458814"/>
                  </a:lnTo>
                  <a:lnTo>
                    <a:pt x="7948757" y="521213"/>
                  </a:lnTo>
                  <a:lnTo>
                    <a:pt x="7999509" y="589868"/>
                  </a:lnTo>
                  <a:lnTo>
                    <a:pt x="8047017" y="665425"/>
                  </a:lnTo>
                  <a:lnTo>
                    <a:pt x="8091865" y="748457"/>
                  </a:lnTo>
                  <a:lnTo>
                    <a:pt x="8134597" y="839350"/>
                  </a:lnTo>
                  <a:lnTo>
                    <a:pt x="8151487" y="878597"/>
                  </a:lnTo>
                  <a:lnTo>
                    <a:pt x="8180390" y="950185"/>
                  </a:lnTo>
                  <a:lnTo>
                    <a:pt x="8208698" y="1025809"/>
                  </a:lnTo>
                  <a:lnTo>
                    <a:pt x="8236535" y="1105548"/>
                  </a:lnTo>
                  <a:lnTo>
                    <a:pt x="8264009" y="1189447"/>
                  </a:lnTo>
                  <a:lnTo>
                    <a:pt x="8291207" y="1277507"/>
                  </a:lnTo>
                  <a:lnTo>
                    <a:pt x="8318206" y="1369688"/>
                  </a:lnTo>
                  <a:lnTo>
                    <a:pt x="8345069" y="1465903"/>
                  </a:lnTo>
                  <a:lnTo>
                    <a:pt x="8371845" y="1566016"/>
                  </a:lnTo>
                  <a:lnTo>
                    <a:pt x="8398576" y="1669840"/>
                  </a:lnTo>
                  <a:lnTo>
                    <a:pt x="8425292" y="1777139"/>
                  </a:lnTo>
                  <a:lnTo>
                    <a:pt x="8452015" y="1887624"/>
                  </a:lnTo>
                  <a:lnTo>
                    <a:pt x="8478759" y="2000962"/>
                  </a:lnTo>
                  <a:lnTo>
                    <a:pt x="8505534" y="2116770"/>
                  </a:lnTo>
                  <a:lnTo>
                    <a:pt x="8532339" y="2234630"/>
                  </a:lnTo>
                  <a:lnTo>
                    <a:pt x="8559173" y="2354085"/>
                  </a:lnTo>
                  <a:lnTo>
                    <a:pt x="8586029" y="2474655"/>
                  </a:lnTo>
                  <a:lnTo>
                    <a:pt x="8612898" y="2595837"/>
                  </a:lnTo>
                  <a:lnTo>
                    <a:pt x="8639768" y="2717119"/>
                  </a:lnTo>
                  <a:lnTo>
                    <a:pt x="8666630" y="2837988"/>
                  </a:lnTo>
                  <a:lnTo>
                    <a:pt x="8693474" y="2957935"/>
                  </a:lnTo>
                  <a:lnTo>
                    <a:pt x="8720291" y="3076472"/>
                  </a:lnTo>
                  <a:lnTo>
                    <a:pt x="8747078" y="3193131"/>
                  </a:lnTo>
                  <a:lnTo>
                    <a:pt x="8773833" y="3307477"/>
                  </a:lnTo>
                  <a:lnTo>
                    <a:pt x="8800564" y="3419115"/>
                  </a:lnTo>
                  <a:lnTo>
                    <a:pt x="8827280" y="3527691"/>
                  </a:lnTo>
                  <a:lnTo>
                    <a:pt x="8854002" y="3632899"/>
                  </a:lnTo>
                  <a:lnTo>
                    <a:pt x="8880756" y="3734481"/>
                  </a:lnTo>
                  <a:lnTo>
                    <a:pt x="8907579" y="3832232"/>
                  </a:lnTo>
                  <a:lnTo>
                    <a:pt x="8934519" y="3925996"/>
                  </a:lnTo>
                  <a:lnTo>
                    <a:pt x="8961631" y="4015667"/>
                  </a:lnTo>
                  <a:lnTo>
                    <a:pt x="8988988" y="4101187"/>
                  </a:lnTo>
                  <a:lnTo>
                    <a:pt x="9016672" y="4182542"/>
                  </a:lnTo>
                  <a:lnTo>
                    <a:pt x="9044783" y="4259760"/>
                  </a:lnTo>
                  <a:lnTo>
                    <a:pt x="9073439" y="4332907"/>
                  </a:lnTo>
                  <a:lnTo>
                    <a:pt x="9084767" y="4360294"/>
                  </a:lnTo>
                  <a:lnTo>
                    <a:pt x="9126779" y="4454419"/>
                  </a:lnTo>
                  <a:lnTo>
                    <a:pt x="9170704" y="4540619"/>
                  </a:lnTo>
                  <a:lnTo>
                    <a:pt x="9217061" y="4619155"/>
                  </a:lnTo>
                  <a:lnTo>
                    <a:pt x="9266421" y="4690542"/>
                  </a:lnTo>
                  <a:lnTo>
                    <a:pt x="9319378" y="4755406"/>
                  </a:lnTo>
                  <a:lnTo>
                    <a:pt x="9376518" y="4814401"/>
                  </a:lnTo>
                  <a:lnTo>
                    <a:pt x="9438385" y="4868146"/>
                  </a:lnTo>
                  <a:lnTo>
                    <a:pt x="9505429" y="4917194"/>
                  </a:lnTo>
                  <a:lnTo>
                    <a:pt x="9577951" y="4962013"/>
                  </a:lnTo>
                  <a:lnTo>
                    <a:pt x="9656016" y="5002971"/>
                  </a:lnTo>
                  <a:lnTo>
                    <a:pt x="9739357" y="5040333"/>
                  </a:lnTo>
                  <a:lnTo>
                    <a:pt x="9827272" y="5074259"/>
                  </a:lnTo>
                  <a:lnTo>
                    <a:pt x="9918525" y="5104815"/>
                  </a:lnTo>
                  <a:lnTo>
                    <a:pt x="10011279" y="5131989"/>
                  </a:lnTo>
                  <a:lnTo>
                    <a:pt x="10103116" y="5155718"/>
                  </a:lnTo>
                  <a:lnTo>
                    <a:pt x="10191149" y="5175934"/>
                  </a:lnTo>
                  <a:lnTo>
                    <a:pt x="10272275" y="5192606"/>
                  </a:lnTo>
                  <a:lnTo>
                    <a:pt x="10343543" y="5205796"/>
                  </a:lnTo>
                  <a:lnTo>
                    <a:pt x="10402580" y="5215687"/>
                  </a:lnTo>
                  <a:lnTo>
                    <a:pt x="10447988" y="5222605"/>
                  </a:lnTo>
                  <a:lnTo>
                    <a:pt x="10479616" y="5227002"/>
                  </a:lnTo>
                  <a:lnTo>
                    <a:pt x="10498653" y="5229424"/>
                  </a:lnTo>
                  <a:lnTo>
                    <a:pt x="10507547" y="5230464"/>
                  </a:lnTo>
                  <a:lnTo>
                    <a:pt x="10509911" y="5230718"/>
                  </a:lnTo>
                  <a:lnTo>
                    <a:pt x="11981298" y="5230718"/>
                  </a:lnTo>
                  <a:lnTo>
                    <a:pt x="11981298" y="5222545"/>
                  </a:lnTo>
                  <a:lnTo>
                    <a:pt x="10509911" y="5222545"/>
                  </a:lnTo>
                  <a:lnTo>
                    <a:pt x="10509044" y="5222454"/>
                  </a:lnTo>
                  <a:lnTo>
                    <a:pt x="10503317" y="5221807"/>
                  </a:lnTo>
                  <a:lnTo>
                    <a:pt x="10488768" y="5220020"/>
                  </a:lnTo>
                  <a:lnTo>
                    <a:pt x="10462480" y="5216495"/>
                  </a:lnTo>
                  <a:lnTo>
                    <a:pt x="10422734" y="5210664"/>
                  </a:lnTo>
                  <a:lnTo>
                    <a:pt x="10369140" y="5202029"/>
                  </a:lnTo>
                  <a:lnTo>
                    <a:pt x="10302608" y="5190212"/>
                  </a:lnTo>
                  <a:lnTo>
                    <a:pt x="10225159" y="5174970"/>
                  </a:lnTo>
                  <a:lnTo>
                    <a:pt x="10139561" y="5156196"/>
                  </a:lnTo>
                  <a:lnTo>
                    <a:pt x="10048904" y="5133888"/>
                  </a:lnTo>
                  <a:lnTo>
                    <a:pt x="9956200" y="5108107"/>
                  </a:lnTo>
                  <a:lnTo>
                    <a:pt x="9864081" y="5078922"/>
                  </a:lnTo>
                  <a:lnTo>
                    <a:pt x="9774626" y="5046370"/>
                  </a:lnTo>
                  <a:lnTo>
                    <a:pt x="9689310" y="5010419"/>
                  </a:lnTo>
                  <a:lnTo>
                    <a:pt x="9609045" y="4970950"/>
                  </a:lnTo>
                  <a:lnTo>
                    <a:pt x="9534260" y="4927740"/>
                  </a:lnTo>
                  <a:lnTo>
                    <a:pt x="9465012" y="4880463"/>
                  </a:lnTo>
                  <a:lnTo>
                    <a:pt x="9401087" y="4828691"/>
                  </a:lnTo>
                  <a:lnTo>
                    <a:pt x="9342085" y="4771904"/>
                  </a:lnTo>
                  <a:lnTo>
                    <a:pt x="9287496" y="4709505"/>
                  </a:lnTo>
                  <a:lnTo>
                    <a:pt x="9236744" y="4640850"/>
                  </a:lnTo>
                  <a:lnTo>
                    <a:pt x="9189236" y="4565293"/>
                  </a:lnTo>
                  <a:lnTo>
                    <a:pt x="9144389" y="4482261"/>
                  </a:lnTo>
                  <a:lnTo>
                    <a:pt x="9101656" y="4391368"/>
                  </a:lnTo>
                  <a:lnTo>
                    <a:pt x="9084767" y="4352121"/>
                  </a:lnTo>
                  <a:lnTo>
                    <a:pt x="9055864" y="4280533"/>
                  </a:lnTo>
                  <a:lnTo>
                    <a:pt x="9027555" y="4204909"/>
                  </a:lnTo>
                  <a:lnTo>
                    <a:pt x="8999718" y="4125170"/>
                  </a:lnTo>
                  <a:lnTo>
                    <a:pt x="8972245" y="4041271"/>
                  </a:lnTo>
                  <a:lnTo>
                    <a:pt x="8945046" y="3953211"/>
                  </a:lnTo>
                  <a:lnTo>
                    <a:pt x="8918047" y="3861030"/>
                  </a:lnTo>
                  <a:lnTo>
                    <a:pt x="8891184" y="3764815"/>
                  </a:lnTo>
                  <a:lnTo>
                    <a:pt x="8864408" y="3664702"/>
                  </a:lnTo>
                  <a:lnTo>
                    <a:pt x="8837677" y="3560878"/>
                  </a:lnTo>
                  <a:lnTo>
                    <a:pt x="8810962" y="3453579"/>
                  </a:lnTo>
                  <a:lnTo>
                    <a:pt x="8784239" y="3343094"/>
                  </a:lnTo>
                  <a:lnTo>
                    <a:pt x="8757494" y="3229756"/>
                  </a:lnTo>
                  <a:lnTo>
                    <a:pt x="8730720" y="3113948"/>
                  </a:lnTo>
                  <a:lnTo>
                    <a:pt x="8703914" y="2996088"/>
                  </a:lnTo>
                  <a:lnTo>
                    <a:pt x="8677080" y="2876632"/>
                  </a:lnTo>
                  <a:lnTo>
                    <a:pt x="8650224" y="2756063"/>
                  </a:lnTo>
                  <a:lnTo>
                    <a:pt x="8623356" y="2634881"/>
                  </a:lnTo>
                  <a:lnTo>
                    <a:pt x="8596485" y="2513599"/>
                  </a:lnTo>
                  <a:lnTo>
                    <a:pt x="8569623" y="2392730"/>
                  </a:lnTo>
                  <a:lnTo>
                    <a:pt x="8542779" y="2272783"/>
                  </a:lnTo>
                  <a:lnTo>
                    <a:pt x="8515962" y="2154246"/>
                  </a:lnTo>
                  <a:lnTo>
                    <a:pt x="8489176" y="2037587"/>
                  </a:lnTo>
                  <a:lnTo>
                    <a:pt x="8462420" y="1923241"/>
                  </a:lnTo>
                  <a:lnTo>
                    <a:pt x="8435690" y="1811603"/>
                  </a:lnTo>
                  <a:lnTo>
                    <a:pt x="8408973" y="1703027"/>
                  </a:lnTo>
                  <a:lnTo>
                    <a:pt x="8382252" y="1597819"/>
                  </a:lnTo>
                  <a:lnTo>
                    <a:pt x="8355497" y="1496237"/>
                  </a:lnTo>
                  <a:lnTo>
                    <a:pt x="8328674" y="1398486"/>
                  </a:lnTo>
                  <a:lnTo>
                    <a:pt x="8301735" y="1304722"/>
                  </a:lnTo>
                  <a:lnTo>
                    <a:pt x="8274622" y="1215051"/>
                  </a:lnTo>
                  <a:lnTo>
                    <a:pt x="8247265" y="1129531"/>
                  </a:lnTo>
                  <a:lnTo>
                    <a:pt x="8219581" y="1048176"/>
                  </a:lnTo>
                  <a:lnTo>
                    <a:pt x="8191470" y="970958"/>
                  </a:lnTo>
                  <a:lnTo>
                    <a:pt x="8162815" y="897811"/>
                  </a:lnTo>
                  <a:lnTo>
                    <a:pt x="8151487" y="870424"/>
                  </a:lnTo>
                  <a:lnTo>
                    <a:pt x="8109474" y="776299"/>
                  </a:lnTo>
                  <a:lnTo>
                    <a:pt x="8065550" y="690099"/>
                  </a:lnTo>
                  <a:lnTo>
                    <a:pt x="8019193" y="611563"/>
                  </a:lnTo>
                  <a:lnTo>
                    <a:pt x="7969832" y="540176"/>
                  </a:lnTo>
                  <a:lnTo>
                    <a:pt x="7916875" y="475311"/>
                  </a:lnTo>
                  <a:lnTo>
                    <a:pt x="7859735" y="416317"/>
                  </a:lnTo>
                  <a:lnTo>
                    <a:pt x="7797869" y="362572"/>
                  </a:lnTo>
                  <a:lnTo>
                    <a:pt x="7730824" y="313524"/>
                  </a:lnTo>
                  <a:lnTo>
                    <a:pt x="7658302" y="268705"/>
                  </a:lnTo>
                  <a:lnTo>
                    <a:pt x="7580238" y="227747"/>
                  </a:lnTo>
                  <a:lnTo>
                    <a:pt x="7496896" y="190385"/>
                  </a:lnTo>
                  <a:lnTo>
                    <a:pt x="7408981" y="156459"/>
                  </a:lnTo>
                  <a:lnTo>
                    <a:pt x="7317729" y="125903"/>
                  </a:lnTo>
                  <a:lnTo>
                    <a:pt x="7224974" y="98729"/>
                  </a:lnTo>
                  <a:lnTo>
                    <a:pt x="7133137" y="75000"/>
                  </a:lnTo>
                  <a:lnTo>
                    <a:pt x="7045104" y="54784"/>
                  </a:lnTo>
                  <a:lnTo>
                    <a:pt x="6963978" y="38112"/>
                  </a:lnTo>
                  <a:lnTo>
                    <a:pt x="6892710" y="24922"/>
                  </a:lnTo>
                  <a:lnTo>
                    <a:pt x="6833673" y="15031"/>
                  </a:lnTo>
                  <a:lnTo>
                    <a:pt x="6788265" y="8113"/>
                  </a:lnTo>
                  <a:lnTo>
                    <a:pt x="6756637" y="3716"/>
                  </a:lnTo>
                  <a:lnTo>
                    <a:pt x="6737600" y="1293"/>
                  </a:lnTo>
                  <a:lnTo>
                    <a:pt x="6728706" y="254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085" y="90"/>
                  </a:lnTo>
                  <a:lnTo>
                    <a:pt x="5248334" y="733"/>
                  </a:lnTo>
                  <a:lnTo>
                    <a:pt x="5233727" y="2508"/>
                  </a:lnTo>
                  <a:lnTo>
                    <a:pt x="5207337" y="6009"/>
                  </a:lnTo>
                  <a:lnTo>
                    <a:pt x="5167446" y="11802"/>
                  </a:lnTo>
                  <a:lnTo>
                    <a:pt x="5113668" y="20377"/>
                  </a:lnTo>
                  <a:lnTo>
                    <a:pt x="5046930" y="32112"/>
                  </a:lnTo>
                  <a:lnTo>
                    <a:pt x="4969268" y="47246"/>
                  </a:lnTo>
                  <a:lnTo>
                    <a:pt x="4883468" y="65883"/>
                  </a:lnTo>
                  <a:lnTo>
                    <a:pt x="4792635" y="88025"/>
                  </a:lnTo>
                  <a:lnTo>
                    <a:pt x="4699790" y="113611"/>
                  </a:lnTo>
                  <a:lnTo>
                    <a:pt x="4607569" y="142572"/>
                  </a:lnTo>
                  <a:lnTo>
                    <a:pt x="4518049" y="174873"/>
                  </a:lnTo>
                  <a:lnTo>
                    <a:pt x="4432703" y="210546"/>
                  </a:lnTo>
                  <a:lnTo>
                    <a:pt x="4352433" y="249712"/>
                  </a:lnTo>
                  <a:lnTo>
                    <a:pt x="4277665" y="292595"/>
                  </a:lnTo>
                  <a:lnTo>
                    <a:pt x="4208447" y="339520"/>
                  </a:lnTo>
                  <a:lnTo>
                    <a:pt x="4144559" y="390915"/>
                  </a:lnTo>
                  <a:lnTo>
                    <a:pt x="4085597" y="447299"/>
                  </a:lnTo>
                  <a:lnTo>
                    <a:pt x="4031044" y="509265"/>
                  </a:lnTo>
                  <a:lnTo>
                    <a:pt x="3980323" y="577456"/>
                  </a:lnTo>
                  <a:lnTo>
                    <a:pt x="3932838" y="652510"/>
                  </a:lnTo>
                  <a:lnTo>
                    <a:pt x="3888002" y="734996"/>
                  </a:lnTo>
                  <a:lnTo>
                    <a:pt x="3845271" y="825285"/>
                  </a:lnTo>
                  <a:lnTo>
                    <a:pt x="3829811" y="860889"/>
                  </a:lnTo>
                  <a:lnTo>
                    <a:pt x="3800761" y="932067"/>
                  </a:lnTo>
                  <a:lnTo>
                    <a:pt x="3772311" y="1007279"/>
                  </a:lnTo>
                  <a:lnTo>
                    <a:pt x="3744335" y="1086604"/>
                  </a:lnTo>
                  <a:lnTo>
                    <a:pt x="3716726" y="1170085"/>
                  </a:lnTo>
                  <a:lnTo>
                    <a:pt x="3689393" y="1257724"/>
                  </a:lnTo>
                  <a:lnTo>
                    <a:pt x="3662260" y="1349480"/>
                  </a:lnTo>
                  <a:lnTo>
                    <a:pt x="3635263" y="1445263"/>
                  </a:lnTo>
                  <a:lnTo>
                    <a:pt x="3608351" y="1544935"/>
                  </a:lnTo>
                  <a:lnTo>
                    <a:pt x="3581484" y="1648307"/>
                  </a:lnTo>
                  <a:lnTo>
                    <a:pt x="3554631" y="1755138"/>
                  </a:lnTo>
                  <a:lnTo>
                    <a:pt x="3527769" y="1865138"/>
                  </a:lnTo>
                  <a:lnTo>
                    <a:pt x="3500885" y="1977967"/>
                  </a:lnTo>
                  <a:lnTo>
                    <a:pt x="3473971" y="2093241"/>
                  </a:lnTo>
                  <a:lnTo>
                    <a:pt x="3447026" y="2210534"/>
                  </a:lnTo>
                  <a:lnTo>
                    <a:pt x="3420051" y="2329389"/>
                  </a:lnTo>
                  <a:lnTo>
                    <a:pt x="3393056" y="2449318"/>
                  </a:lnTo>
                  <a:lnTo>
                    <a:pt x="3366048" y="2569818"/>
                  </a:lnTo>
                  <a:lnTo>
                    <a:pt x="3339040" y="2690373"/>
                  </a:lnTo>
                  <a:lnTo>
                    <a:pt x="3312041" y="2810466"/>
                  </a:lnTo>
                  <a:lnTo>
                    <a:pt x="3285061" y="2929592"/>
                  </a:lnTo>
                  <a:lnTo>
                    <a:pt x="3258109" y="3047257"/>
                  </a:lnTo>
                  <a:lnTo>
                    <a:pt x="3231188" y="3162998"/>
                  </a:lnTo>
                  <a:lnTo>
                    <a:pt x="3204298" y="3276382"/>
                  </a:lnTo>
                  <a:lnTo>
                    <a:pt x="3177433" y="3387014"/>
                  </a:lnTo>
                  <a:lnTo>
                    <a:pt x="3150580" y="3494547"/>
                  </a:lnTo>
                  <a:lnTo>
                    <a:pt x="3123718" y="3598678"/>
                  </a:lnTo>
                  <a:lnTo>
                    <a:pt x="3096819" y="3699156"/>
                  </a:lnTo>
                  <a:lnTo>
                    <a:pt x="3069844" y="3795780"/>
                  </a:lnTo>
                  <a:lnTo>
                    <a:pt x="3042744" y="3888403"/>
                  </a:lnTo>
                  <a:lnTo>
                    <a:pt x="3015460" y="3976925"/>
                  </a:lnTo>
                  <a:lnTo>
                    <a:pt x="2987916" y="4061293"/>
                  </a:lnTo>
                  <a:lnTo>
                    <a:pt x="2960027" y="4141501"/>
                  </a:lnTo>
                  <a:lnTo>
                    <a:pt x="2931688" y="4217584"/>
                  </a:lnTo>
                  <a:lnTo>
                    <a:pt x="2902778" y="4289613"/>
                  </a:lnTo>
                  <a:lnTo>
                    <a:pt x="2896531" y="4304445"/>
                  </a:lnTo>
                  <a:lnTo>
                    <a:pt x="2854458" y="4397666"/>
                  </a:lnTo>
                  <a:lnTo>
                    <a:pt x="2810466" y="4483026"/>
                  </a:lnTo>
                  <a:lnTo>
                    <a:pt x="2764033" y="4560787"/>
                  </a:lnTo>
                  <a:lnTo>
                    <a:pt x="2714586" y="4631458"/>
                  </a:lnTo>
                  <a:lnTo>
                    <a:pt x="2661528" y="4695665"/>
                  </a:lnTo>
                  <a:lnTo>
                    <a:pt x="2604271" y="4754053"/>
                  </a:lnTo>
                  <a:lnTo>
                    <a:pt x="2542271" y="4807239"/>
                  </a:lnTo>
                  <a:lnTo>
                    <a:pt x="2475073" y="4855772"/>
                  </a:lnTo>
                  <a:lnTo>
                    <a:pt x="2402381" y="4900115"/>
                  </a:lnTo>
                  <a:lnTo>
                    <a:pt x="2324131" y="4940633"/>
                  </a:lnTo>
                  <a:lnTo>
                    <a:pt x="2240596" y="4977586"/>
                  </a:lnTo>
                  <a:lnTo>
                    <a:pt x="2152489" y="5011134"/>
                  </a:lnTo>
                  <a:lnTo>
                    <a:pt x="2061063" y="5041339"/>
                  </a:lnTo>
                  <a:lnTo>
                    <a:pt x="1968169" y="5068188"/>
                  </a:lnTo>
                  <a:lnTo>
                    <a:pt x="1876250" y="5091619"/>
                  </a:lnTo>
                  <a:lnTo>
                    <a:pt x="1788211" y="5111565"/>
                  </a:lnTo>
                  <a:lnTo>
                    <a:pt x="1707169" y="5127996"/>
                  </a:lnTo>
                  <a:lnTo>
                    <a:pt x="1636080" y="5140975"/>
                  </a:lnTo>
                  <a:lnTo>
                    <a:pt x="1577306" y="5150690"/>
                  </a:lnTo>
                  <a:lnTo>
                    <a:pt x="1532221" y="5157465"/>
                  </a:lnTo>
                  <a:lnTo>
                    <a:pt x="1500938" y="5161756"/>
                  </a:lnTo>
                  <a:lnTo>
                    <a:pt x="1482228" y="5164105"/>
                  </a:lnTo>
                  <a:lnTo>
                    <a:pt x="1473593" y="5165100"/>
                  </a:lnTo>
                  <a:lnTo>
                    <a:pt x="1471387" y="5165334"/>
                  </a:lnTo>
                  <a:lnTo>
                    <a:pt x="0" y="5165334"/>
                  </a:lnTo>
                  <a:close/>
                </a:path>
              </a:pathLst>
            </a:custGeom>
            <a:solidFill>
              <a:srgbClr val="67C1B3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287" name="pl1287"/>
            <p:cNvSpPr/>
            <p:nvPr/>
          </p:nvSpPr>
          <p:spPr>
            <a:xfrm>
              <a:off x="4799595" y="3001904"/>
              <a:ext cx="11981298" cy="5222545"/>
            </a:xfrm>
            <a:custGeom>
              <a:avLst/>
              <a:pathLst>
                <a:path w="11981298" h="5222545">
                  <a:moveTo>
                    <a:pt x="0" y="5165334"/>
                  </a:moveTo>
                  <a:lnTo>
                    <a:pt x="1471387" y="5165334"/>
                  </a:lnTo>
                  <a:lnTo>
                    <a:pt x="1472257" y="5165244"/>
                  </a:lnTo>
                  <a:lnTo>
                    <a:pt x="1478008" y="5164601"/>
                  </a:lnTo>
                  <a:lnTo>
                    <a:pt x="1492615" y="5162825"/>
                  </a:lnTo>
                  <a:lnTo>
                    <a:pt x="1519005" y="5159325"/>
                  </a:lnTo>
                  <a:lnTo>
                    <a:pt x="1558896" y="5153532"/>
                  </a:lnTo>
                  <a:lnTo>
                    <a:pt x="1612674" y="5144957"/>
                  </a:lnTo>
                  <a:lnTo>
                    <a:pt x="1679412" y="5133222"/>
                  </a:lnTo>
                  <a:lnTo>
                    <a:pt x="1757074" y="5118088"/>
                  </a:lnTo>
                  <a:lnTo>
                    <a:pt x="1842874" y="5099451"/>
                  </a:lnTo>
                  <a:lnTo>
                    <a:pt x="1933707" y="5077309"/>
                  </a:lnTo>
                  <a:lnTo>
                    <a:pt x="2026552" y="5051723"/>
                  </a:lnTo>
                  <a:lnTo>
                    <a:pt x="2118774" y="5022762"/>
                  </a:lnTo>
                  <a:lnTo>
                    <a:pt x="2208293" y="4990461"/>
                  </a:lnTo>
                  <a:lnTo>
                    <a:pt x="2293639" y="4954788"/>
                  </a:lnTo>
                  <a:lnTo>
                    <a:pt x="2373909" y="4915622"/>
                  </a:lnTo>
                  <a:lnTo>
                    <a:pt x="2448677" y="4872739"/>
                  </a:lnTo>
                  <a:lnTo>
                    <a:pt x="2517895" y="4825814"/>
                  </a:lnTo>
                  <a:lnTo>
                    <a:pt x="2581783" y="4774419"/>
                  </a:lnTo>
                  <a:lnTo>
                    <a:pt x="2640745" y="4718035"/>
                  </a:lnTo>
                  <a:lnTo>
                    <a:pt x="2695298" y="4656069"/>
                  </a:lnTo>
                  <a:lnTo>
                    <a:pt x="2746019" y="4587878"/>
                  </a:lnTo>
                  <a:lnTo>
                    <a:pt x="2793504" y="4512824"/>
                  </a:lnTo>
                  <a:lnTo>
                    <a:pt x="2838340" y="4430338"/>
                  </a:lnTo>
                  <a:lnTo>
                    <a:pt x="2881071" y="4340049"/>
                  </a:lnTo>
                  <a:lnTo>
                    <a:pt x="2896531" y="4304445"/>
                  </a:lnTo>
                  <a:lnTo>
                    <a:pt x="2925581" y="4233267"/>
                  </a:lnTo>
                  <a:lnTo>
                    <a:pt x="2954031" y="4158055"/>
                  </a:lnTo>
                  <a:lnTo>
                    <a:pt x="2982007" y="4078730"/>
                  </a:lnTo>
                  <a:lnTo>
                    <a:pt x="3009616" y="3995249"/>
                  </a:lnTo>
                  <a:lnTo>
                    <a:pt x="3036949" y="3907610"/>
                  </a:lnTo>
                  <a:lnTo>
                    <a:pt x="3064082" y="3815854"/>
                  </a:lnTo>
                  <a:lnTo>
                    <a:pt x="3091079" y="3720071"/>
                  </a:lnTo>
                  <a:lnTo>
                    <a:pt x="3117991" y="3620399"/>
                  </a:lnTo>
                  <a:lnTo>
                    <a:pt x="3144858" y="3517027"/>
                  </a:lnTo>
                  <a:lnTo>
                    <a:pt x="3171711" y="3410196"/>
                  </a:lnTo>
                  <a:lnTo>
                    <a:pt x="3198573" y="3300196"/>
                  </a:lnTo>
                  <a:lnTo>
                    <a:pt x="3225457" y="3187367"/>
                  </a:lnTo>
                  <a:lnTo>
                    <a:pt x="3252371" y="3072093"/>
                  </a:lnTo>
                  <a:lnTo>
                    <a:pt x="3279317" y="2954800"/>
                  </a:lnTo>
                  <a:lnTo>
                    <a:pt x="3306291" y="2835945"/>
                  </a:lnTo>
                  <a:lnTo>
                    <a:pt x="3333286" y="2716016"/>
                  </a:lnTo>
                  <a:lnTo>
                    <a:pt x="3360294" y="2595516"/>
                  </a:lnTo>
                  <a:lnTo>
                    <a:pt x="3387302" y="2474961"/>
                  </a:lnTo>
                  <a:lnTo>
                    <a:pt x="3414301" y="2354867"/>
                  </a:lnTo>
                  <a:lnTo>
                    <a:pt x="3441281" y="2235742"/>
                  </a:lnTo>
                  <a:lnTo>
                    <a:pt x="3468233" y="2118077"/>
                  </a:lnTo>
                  <a:lnTo>
                    <a:pt x="3495154" y="2002336"/>
                  </a:lnTo>
                  <a:lnTo>
                    <a:pt x="3522044" y="1888952"/>
                  </a:lnTo>
                  <a:lnTo>
                    <a:pt x="3548909" y="1778320"/>
                  </a:lnTo>
                  <a:lnTo>
                    <a:pt x="3575762" y="1670787"/>
                  </a:lnTo>
                  <a:lnTo>
                    <a:pt x="3602624" y="1566656"/>
                  </a:lnTo>
                  <a:lnTo>
                    <a:pt x="3629523" y="1466178"/>
                  </a:lnTo>
                  <a:lnTo>
                    <a:pt x="3656498" y="1369553"/>
                  </a:lnTo>
                  <a:lnTo>
                    <a:pt x="3683598" y="1276931"/>
                  </a:lnTo>
                  <a:lnTo>
                    <a:pt x="3710883" y="1188409"/>
                  </a:lnTo>
                  <a:lnTo>
                    <a:pt x="3738426" y="1104041"/>
                  </a:lnTo>
                  <a:lnTo>
                    <a:pt x="3766315" y="1023833"/>
                  </a:lnTo>
                  <a:lnTo>
                    <a:pt x="3794654" y="947750"/>
                  </a:lnTo>
                  <a:lnTo>
                    <a:pt x="3823564" y="875721"/>
                  </a:lnTo>
                  <a:lnTo>
                    <a:pt x="3829811" y="860889"/>
                  </a:lnTo>
                  <a:lnTo>
                    <a:pt x="3871884" y="767668"/>
                  </a:lnTo>
                  <a:lnTo>
                    <a:pt x="3915876" y="682308"/>
                  </a:lnTo>
                  <a:lnTo>
                    <a:pt x="3962309" y="604547"/>
                  </a:lnTo>
                  <a:lnTo>
                    <a:pt x="4011756" y="533875"/>
                  </a:lnTo>
                  <a:lnTo>
                    <a:pt x="4064814" y="469669"/>
                  </a:lnTo>
                  <a:lnTo>
                    <a:pt x="4122071" y="411281"/>
                  </a:lnTo>
                  <a:lnTo>
                    <a:pt x="4184071" y="358095"/>
                  </a:lnTo>
                  <a:lnTo>
                    <a:pt x="4251269" y="309562"/>
                  </a:lnTo>
                  <a:lnTo>
                    <a:pt x="4323961" y="265219"/>
                  </a:lnTo>
                  <a:lnTo>
                    <a:pt x="4402211" y="224701"/>
                  </a:lnTo>
                  <a:lnTo>
                    <a:pt x="4485746" y="187748"/>
                  </a:lnTo>
                  <a:lnTo>
                    <a:pt x="4573853" y="154200"/>
                  </a:lnTo>
                  <a:lnTo>
                    <a:pt x="4665280" y="123995"/>
                  </a:lnTo>
                  <a:lnTo>
                    <a:pt x="4758173" y="97146"/>
                  </a:lnTo>
                  <a:lnTo>
                    <a:pt x="4850092" y="73715"/>
                  </a:lnTo>
                  <a:lnTo>
                    <a:pt x="4938131" y="53769"/>
                  </a:lnTo>
                  <a:lnTo>
                    <a:pt x="5019173" y="37338"/>
                  </a:lnTo>
                  <a:lnTo>
                    <a:pt x="5090262" y="24359"/>
                  </a:lnTo>
                  <a:lnTo>
                    <a:pt x="5149036" y="14644"/>
                  </a:lnTo>
                  <a:lnTo>
                    <a:pt x="5194122" y="7869"/>
                  </a:lnTo>
                  <a:lnTo>
                    <a:pt x="5225404" y="3578"/>
                  </a:lnTo>
                  <a:lnTo>
                    <a:pt x="5244114" y="1229"/>
                  </a:lnTo>
                  <a:lnTo>
                    <a:pt x="5252749" y="234"/>
                  </a:lnTo>
                  <a:lnTo>
                    <a:pt x="5254909" y="4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209" y="90"/>
                  </a:lnTo>
                  <a:lnTo>
                    <a:pt x="6732936" y="738"/>
                  </a:lnTo>
                  <a:lnTo>
                    <a:pt x="6747485" y="2525"/>
                  </a:lnTo>
                  <a:lnTo>
                    <a:pt x="6773774" y="6050"/>
                  </a:lnTo>
                  <a:lnTo>
                    <a:pt x="6813519" y="11881"/>
                  </a:lnTo>
                  <a:lnTo>
                    <a:pt x="6867114" y="20516"/>
                  </a:lnTo>
                  <a:lnTo>
                    <a:pt x="6933645" y="32333"/>
                  </a:lnTo>
                  <a:lnTo>
                    <a:pt x="7011094" y="47575"/>
                  </a:lnTo>
                  <a:lnTo>
                    <a:pt x="7096693" y="66349"/>
                  </a:lnTo>
                  <a:lnTo>
                    <a:pt x="7187350" y="88656"/>
                  </a:lnTo>
                  <a:lnTo>
                    <a:pt x="7280053" y="114438"/>
                  </a:lnTo>
                  <a:lnTo>
                    <a:pt x="7372173" y="143623"/>
                  </a:lnTo>
                  <a:lnTo>
                    <a:pt x="7461628" y="176175"/>
                  </a:lnTo>
                  <a:lnTo>
                    <a:pt x="7546943" y="212126"/>
                  </a:lnTo>
                  <a:lnTo>
                    <a:pt x="7627208" y="251595"/>
                  </a:lnTo>
                  <a:lnTo>
                    <a:pt x="7701993" y="294805"/>
                  </a:lnTo>
                  <a:lnTo>
                    <a:pt x="7771241" y="342082"/>
                  </a:lnTo>
                  <a:lnTo>
                    <a:pt x="7835167" y="393854"/>
                  </a:lnTo>
                  <a:lnTo>
                    <a:pt x="7894168" y="450641"/>
                  </a:lnTo>
                  <a:lnTo>
                    <a:pt x="7948757" y="513040"/>
                  </a:lnTo>
                  <a:lnTo>
                    <a:pt x="7999509" y="581695"/>
                  </a:lnTo>
                  <a:lnTo>
                    <a:pt x="8047017" y="657252"/>
                  </a:lnTo>
                  <a:lnTo>
                    <a:pt x="8091865" y="740284"/>
                  </a:lnTo>
                  <a:lnTo>
                    <a:pt x="8134597" y="831177"/>
                  </a:lnTo>
                  <a:lnTo>
                    <a:pt x="8151487" y="870424"/>
                  </a:lnTo>
                  <a:lnTo>
                    <a:pt x="8180390" y="942012"/>
                  </a:lnTo>
                  <a:lnTo>
                    <a:pt x="8208698" y="1017636"/>
                  </a:lnTo>
                  <a:lnTo>
                    <a:pt x="8236535" y="1097375"/>
                  </a:lnTo>
                  <a:lnTo>
                    <a:pt x="8264009" y="1181274"/>
                  </a:lnTo>
                  <a:lnTo>
                    <a:pt x="8291207" y="1269334"/>
                  </a:lnTo>
                  <a:lnTo>
                    <a:pt x="8318206" y="1361515"/>
                  </a:lnTo>
                  <a:lnTo>
                    <a:pt x="8345069" y="1457730"/>
                  </a:lnTo>
                  <a:lnTo>
                    <a:pt x="8371845" y="1557843"/>
                  </a:lnTo>
                  <a:lnTo>
                    <a:pt x="8398576" y="1661667"/>
                  </a:lnTo>
                  <a:lnTo>
                    <a:pt x="8425292" y="1768966"/>
                  </a:lnTo>
                  <a:lnTo>
                    <a:pt x="8452015" y="1879451"/>
                  </a:lnTo>
                  <a:lnTo>
                    <a:pt x="8478759" y="1992789"/>
                  </a:lnTo>
                  <a:lnTo>
                    <a:pt x="8505534" y="2108597"/>
                  </a:lnTo>
                  <a:lnTo>
                    <a:pt x="8532339" y="2226457"/>
                  </a:lnTo>
                  <a:lnTo>
                    <a:pt x="8559173" y="2345912"/>
                  </a:lnTo>
                  <a:lnTo>
                    <a:pt x="8586029" y="2466482"/>
                  </a:lnTo>
                  <a:lnTo>
                    <a:pt x="8612898" y="2587664"/>
                  </a:lnTo>
                  <a:lnTo>
                    <a:pt x="8639768" y="2708946"/>
                  </a:lnTo>
                  <a:lnTo>
                    <a:pt x="8666630" y="2829815"/>
                  </a:lnTo>
                  <a:lnTo>
                    <a:pt x="8693474" y="2949762"/>
                  </a:lnTo>
                  <a:lnTo>
                    <a:pt x="8720291" y="3068299"/>
                  </a:lnTo>
                  <a:lnTo>
                    <a:pt x="8747078" y="3184958"/>
                  </a:lnTo>
                  <a:lnTo>
                    <a:pt x="8773833" y="3299304"/>
                  </a:lnTo>
                  <a:lnTo>
                    <a:pt x="8800564" y="3410942"/>
                  </a:lnTo>
                  <a:lnTo>
                    <a:pt x="8827280" y="3519518"/>
                  </a:lnTo>
                  <a:lnTo>
                    <a:pt x="8854002" y="3624726"/>
                  </a:lnTo>
                  <a:lnTo>
                    <a:pt x="8880756" y="3726308"/>
                  </a:lnTo>
                  <a:lnTo>
                    <a:pt x="8907579" y="3824059"/>
                  </a:lnTo>
                  <a:lnTo>
                    <a:pt x="8934519" y="3917823"/>
                  </a:lnTo>
                  <a:lnTo>
                    <a:pt x="8961631" y="4007494"/>
                  </a:lnTo>
                  <a:lnTo>
                    <a:pt x="8988988" y="4093014"/>
                  </a:lnTo>
                  <a:lnTo>
                    <a:pt x="9016672" y="4174369"/>
                  </a:lnTo>
                  <a:lnTo>
                    <a:pt x="9044783" y="4251587"/>
                  </a:lnTo>
                  <a:lnTo>
                    <a:pt x="9073439" y="4324734"/>
                  </a:lnTo>
                  <a:lnTo>
                    <a:pt x="9084767" y="4352121"/>
                  </a:lnTo>
                  <a:lnTo>
                    <a:pt x="9126779" y="4446246"/>
                  </a:lnTo>
                  <a:lnTo>
                    <a:pt x="9170704" y="4532446"/>
                  </a:lnTo>
                  <a:lnTo>
                    <a:pt x="9217061" y="4610982"/>
                  </a:lnTo>
                  <a:lnTo>
                    <a:pt x="9266421" y="4682369"/>
                  </a:lnTo>
                  <a:lnTo>
                    <a:pt x="9319378" y="4747233"/>
                  </a:lnTo>
                  <a:lnTo>
                    <a:pt x="9376518" y="4806228"/>
                  </a:lnTo>
                  <a:lnTo>
                    <a:pt x="9438385" y="4859973"/>
                  </a:lnTo>
                  <a:lnTo>
                    <a:pt x="9505429" y="4909021"/>
                  </a:lnTo>
                  <a:lnTo>
                    <a:pt x="9577951" y="4953840"/>
                  </a:lnTo>
                  <a:lnTo>
                    <a:pt x="9656016" y="4994798"/>
                  </a:lnTo>
                  <a:lnTo>
                    <a:pt x="9739357" y="5032160"/>
                  </a:lnTo>
                  <a:lnTo>
                    <a:pt x="9827272" y="5066086"/>
                  </a:lnTo>
                  <a:lnTo>
                    <a:pt x="9918525" y="5096642"/>
                  </a:lnTo>
                  <a:lnTo>
                    <a:pt x="10011279" y="5123816"/>
                  </a:lnTo>
                  <a:lnTo>
                    <a:pt x="10103116" y="5147545"/>
                  </a:lnTo>
                  <a:lnTo>
                    <a:pt x="10191149" y="5167761"/>
                  </a:lnTo>
                  <a:lnTo>
                    <a:pt x="10272275" y="5184433"/>
                  </a:lnTo>
                  <a:lnTo>
                    <a:pt x="10343543" y="5197623"/>
                  </a:lnTo>
                  <a:lnTo>
                    <a:pt x="10402580" y="5207514"/>
                  </a:lnTo>
                  <a:lnTo>
                    <a:pt x="10447988" y="5214432"/>
                  </a:lnTo>
                  <a:lnTo>
                    <a:pt x="10479616" y="5218829"/>
                  </a:lnTo>
                  <a:lnTo>
                    <a:pt x="10498653" y="5221251"/>
                  </a:lnTo>
                  <a:lnTo>
                    <a:pt x="10507547" y="5222291"/>
                  </a:lnTo>
                  <a:lnTo>
                    <a:pt x="10509851" y="5222539"/>
                  </a:lnTo>
                  <a:lnTo>
                    <a:pt x="10509911" y="5222545"/>
                  </a:lnTo>
                  <a:lnTo>
                    <a:pt x="11981298" y="522254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88" name="pl1288"/>
            <p:cNvSpPr/>
            <p:nvPr/>
          </p:nvSpPr>
          <p:spPr>
            <a:xfrm>
              <a:off x="4799595" y="2993731"/>
              <a:ext cx="11981298" cy="5222545"/>
            </a:xfrm>
            <a:custGeom>
              <a:avLst/>
              <a:pathLst>
                <a:path w="11981298" h="5222545">
                  <a:moveTo>
                    <a:pt x="11981298" y="5222545"/>
                  </a:moveTo>
                  <a:lnTo>
                    <a:pt x="10509911" y="5222545"/>
                  </a:lnTo>
                  <a:lnTo>
                    <a:pt x="10509044" y="5222454"/>
                  </a:lnTo>
                  <a:lnTo>
                    <a:pt x="10503317" y="5221807"/>
                  </a:lnTo>
                  <a:lnTo>
                    <a:pt x="10488768" y="5220020"/>
                  </a:lnTo>
                  <a:lnTo>
                    <a:pt x="10462480" y="5216495"/>
                  </a:lnTo>
                  <a:lnTo>
                    <a:pt x="10422734" y="5210664"/>
                  </a:lnTo>
                  <a:lnTo>
                    <a:pt x="10369140" y="5202029"/>
                  </a:lnTo>
                  <a:lnTo>
                    <a:pt x="10302608" y="5190212"/>
                  </a:lnTo>
                  <a:lnTo>
                    <a:pt x="10225159" y="5174970"/>
                  </a:lnTo>
                  <a:lnTo>
                    <a:pt x="10139561" y="5156196"/>
                  </a:lnTo>
                  <a:lnTo>
                    <a:pt x="10048904" y="5133888"/>
                  </a:lnTo>
                  <a:lnTo>
                    <a:pt x="9956200" y="5108107"/>
                  </a:lnTo>
                  <a:lnTo>
                    <a:pt x="9864081" y="5078922"/>
                  </a:lnTo>
                  <a:lnTo>
                    <a:pt x="9774626" y="5046370"/>
                  </a:lnTo>
                  <a:lnTo>
                    <a:pt x="9689310" y="5010419"/>
                  </a:lnTo>
                  <a:lnTo>
                    <a:pt x="9609045" y="4970950"/>
                  </a:lnTo>
                  <a:lnTo>
                    <a:pt x="9534260" y="4927740"/>
                  </a:lnTo>
                  <a:lnTo>
                    <a:pt x="9465012" y="4880463"/>
                  </a:lnTo>
                  <a:lnTo>
                    <a:pt x="9401087" y="4828691"/>
                  </a:lnTo>
                  <a:lnTo>
                    <a:pt x="9342085" y="4771904"/>
                  </a:lnTo>
                  <a:lnTo>
                    <a:pt x="9287496" y="4709505"/>
                  </a:lnTo>
                  <a:lnTo>
                    <a:pt x="9236744" y="4640850"/>
                  </a:lnTo>
                  <a:lnTo>
                    <a:pt x="9189236" y="4565293"/>
                  </a:lnTo>
                  <a:lnTo>
                    <a:pt x="9144389" y="4482261"/>
                  </a:lnTo>
                  <a:lnTo>
                    <a:pt x="9101656" y="4391368"/>
                  </a:lnTo>
                  <a:lnTo>
                    <a:pt x="9084767" y="4352121"/>
                  </a:lnTo>
                  <a:lnTo>
                    <a:pt x="9055864" y="4280533"/>
                  </a:lnTo>
                  <a:lnTo>
                    <a:pt x="9027555" y="4204909"/>
                  </a:lnTo>
                  <a:lnTo>
                    <a:pt x="8999718" y="4125170"/>
                  </a:lnTo>
                  <a:lnTo>
                    <a:pt x="8972245" y="4041271"/>
                  </a:lnTo>
                  <a:lnTo>
                    <a:pt x="8945046" y="3953211"/>
                  </a:lnTo>
                  <a:lnTo>
                    <a:pt x="8918047" y="3861030"/>
                  </a:lnTo>
                  <a:lnTo>
                    <a:pt x="8891184" y="3764815"/>
                  </a:lnTo>
                  <a:lnTo>
                    <a:pt x="8864408" y="3664702"/>
                  </a:lnTo>
                  <a:lnTo>
                    <a:pt x="8837677" y="3560878"/>
                  </a:lnTo>
                  <a:lnTo>
                    <a:pt x="8810962" y="3453579"/>
                  </a:lnTo>
                  <a:lnTo>
                    <a:pt x="8784239" y="3343094"/>
                  </a:lnTo>
                  <a:lnTo>
                    <a:pt x="8757494" y="3229756"/>
                  </a:lnTo>
                  <a:lnTo>
                    <a:pt x="8730720" y="3113948"/>
                  </a:lnTo>
                  <a:lnTo>
                    <a:pt x="8703914" y="2996088"/>
                  </a:lnTo>
                  <a:lnTo>
                    <a:pt x="8677080" y="2876632"/>
                  </a:lnTo>
                  <a:lnTo>
                    <a:pt x="8650224" y="2756063"/>
                  </a:lnTo>
                  <a:lnTo>
                    <a:pt x="8623356" y="2634881"/>
                  </a:lnTo>
                  <a:lnTo>
                    <a:pt x="8596485" y="2513599"/>
                  </a:lnTo>
                  <a:lnTo>
                    <a:pt x="8569623" y="2392730"/>
                  </a:lnTo>
                  <a:lnTo>
                    <a:pt x="8542779" y="2272783"/>
                  </a:lnTo>
                  <a:lnTo>
                    <a:pt x="8515962" y="2154246"/>
                  </a:lnTo>
                  <a:lnTo>
                    <a:pt x="8489176" y="2037587"/>
                  </a:lnTo>
                  <a:lnTo>
                    <a:pt x="8462420" y="1923241"/>
                  </a:lnTo>
                  <a:lnTo>
                    <a:pt x="8435690" y="1811603"/>
                  </a:lnTo>
                  <a:lnTo>
                    <a:pt x="8408973" y="1703027"/>
                  </a:lnTo>
                  <a:lnTo>
                    <a:pt x="8382252" y="1597819"/>
                  </a:lnTo>
                  <a:lnTo>
                    <a:pt x="8355497" y="1496237"/>
                  </a:lnTo>
                  <a:lnTo>
                    <a:pt x="8328674" y="1398486"/>
                  </a:lnTo>
                  <a:lnTo>
                    <a:pt x="8301735" y="1304722"/>
                  </a:lnTo>
                  <a:lnTo>
                    <a:pt x="8274622" y="1215051"/>
                  </a:lnTo>
                  <a:lnTo>
                    <a:pt x="8247265" y="1129531"/>
                  </a:lnTo>
                  <a:lnTo>
                    <a:pt x="8219581" y="1048176"/>
                  </a:lnTo>
                  <a:lnTo>
                    <a:pt x="8191470" y="970958"/>
                  </a:lnTo>
                  <a:lnTo>
                    <a:pt x="8162815" y="897811"/>
                  </a:lnTo>
                  <a:lnTo>
                    <a:pt x="8151487" y="870424"/>
                  </a:lnTo>
                  <a:lnTo>
                    <a:pt x="8109474" y="776299"/>
                  </a:lnTo>
                  <a:lnTo>
                    <a:pt x="8065550" y="690099"/>
                  </a:lnTo>
                  <a:lnTo>
                    <a:pt x="8019193" y="611563"/>
                  </a:lnTo>
                  <a:lnTo>
                    <a:pt x="7969832" y="540176"/>
                  </a:lnTo>
                  <a:lnTo>
                    <a:pt x="7916875" y="475311"/>
                  </a:lnTo>
                  <a:lnTo>
                    <a:pt x="7859735" y="416317"/>
                  </a:lnTo>
                  <a:lnTo>
                    <a:pt x="7797869" y="362572"/>
                  </a:lnTo>
                  <a:lnTo>
                    <a:pt x="7730824" y="313524"/>
                  </a:lnTo>
                  <a:lnTo>
                    <a:pt x="7658302" y="268705"/>
                  </a:lnTo>
                  <a:lnTo>
                    <a:pt x="7580238" y="227747"/>
                  </a:lnTo>
                  <a:lnTo>
                    <a:pt x="7496896" y="190385"/>
                  </a:lnTo>
                  <a:lnTo>
                    <a:pt x="7408981" y="156459"/>
                  </a:lnTo>
                  <a:lnTo>
                    <a:pt x="7317729" y="125903"/>
                  </a:lnTo>
                  <a:lnTo>
                    <a:pt x="7224974" y="98729"/>
                  </a:lnTo>
                  <a:lnTo>
                    <a:pt x="7133137" y="75000"/>
                  </a:lnTo>
                  <a:lnTo>
                    <a:pt x="7045104" y="54784"/>
                  </a:lnTo>
                  <a:lnTo>
                    <a:pt x="6963978" y="38112"/>
                  </a:lnTo>
                  <a:lnTo>
                    <a:pt x="6892710" y="24922"/>
                  </a:lnTo>
                  <a:lnTo>
                    <a:pt x="6833673" y="15031"/>
                  </a:lnTo>
                  <a:lnTo>
                    <a:pt x="6788265" y="8113"/>
                  </a:lnTo>
                  <a:lnTo>
                    <a:pt x="6756637" y="3716"/>
                  </a:lnTo>
                  <a:lnTo>
                    <a:pt x="6737600" y="1293"/>
                  </a:lnTo>
                  <a:lnTo>
                    <a:pt x="6728706" y="254"/>
                  </a:lnTo>
                  <a:lnTo>
                    <a:pt x="6726403" y="6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085" y="90"/>
                  </a:lnTo>
                  <a:lnTo>
                    <a:pt x="5248334" y="733"/>
                  </a:lnTo>
                  <a:lnTo>
                    <a:pt x="5233727" y="2508"/>
                  </a:lnTo>
                  <a:lnTo>
                    <a:pt x="5207337" y="6009"/>
                  </a:lnTo>
                  <a:lnTo>
                    <a:pt x="5167446" y="11802"/>
                  </a:lnTo>
                  <a:lnTo>
                    <a:pt x="5113668" y="20377"/>
                  </a:lnTo>
                  <a:lnTo>
                    <a:pt x="5046930" y="32112"/>
                  </a:lnTo>
                  <a:lnTo>
                    <a:pt x="4969268" y="47246"/>
                  </a:lnTo>
                  <a:lnTo>
                    <a:pt x="4883468" y="65883"/>
                  </a:lnTo>
                  <a:lnTo>
                    <a:pt x="4792635" y="88025"/>
                  </a:lnTo>
                  <a:lnTo>
                    <a:pt x="4699790" y="113611"/>
                  </a:lnTo>
                  <a:lnTo>
                    <a:pt x="4607569" y="142572"/>
                  </a:lnTo>
                  <a:lnTo>
                    <a:pt x="4518049" y="174873"/>
                  </a:lnTo>
                  <a:lnTo>
                    <a:pt x="4432703" y="210546"/>
                  </a:lnTo>
                  <a:lnTo>
                    <a:pt x="4352433" y="249712"/>
                  </a:lnTo>
                  <a:lnTo>
                    <a:pt x="4277665" y="292595"/>
                  </a:lnTo>
                  <a:lnTo>
                    <a:pt x="4208447" y="339520"/>
                  </a:lnTo>
                  <a:lnTo>
                    <a:pt x="4144559" y="390915"/>
                  </a:lnTo>
                  <a:lnTo>
                    <a:pt x="4085597" y="447299"/>
                  </a:lnTo>
                  <a:lnTo>
                    <a:pt x="4031044" y="509265"/>
                  </a:lnTo>
                  <a:lnTo>
                    <a:pt x="3980323" y="577456"/>
                  </a:lnTo>
                  <a:lnTo>
                    <a:pt x="3932838" y="652510"/>
                  </a:lnTo>
                  <a:lnTo>
                    <a:pt x="3888002" y="734996"/>
                  </a:lnTo>
                  <a:lnTo>
                    <a:pt x="3845271" y="825285"/>
                  </a:lnTo>
                  <a:lnTo>
                    <a:pt x="3829811" y="860889"/>
                  </a:lnTo>
                  <a:lnTo>
                    <a:pt x="3800761" y="932067"/>
                  </a:lnTo>
                  <a:lnTo>
                    <a:pt x="3772311" y="1007279"/>
                  </a:lnTo>
                  <a:lnTo>
                    <a:pt x="3744335" y="1086604"/>
                  </a:lnTo>
                  <a:lnTo>
                    <a:pt x="3716726" y="1170085"/>
                  </a:lnTo>
                  <a:lnTo>
                    <a:pt x="3689393" y="1257724"/>
                  </a:lnTo>
                  <a:lnTo>
                    <a:pt x="3662260" y="1349480"/>
                  </a:lnTo>
                  <a:lnTo>
                    <a:pt x="3635263" y="1445263"/>
                  </a:lnTo>
                  <a:lnTo>
                    <a:pt x="3608351" y="1544935"/>
                  </a:lnTo>
                  <a:lnTo>
                    <a:pt x="3581484" y="1648307"/>
                  </a:lnTo>
                  <a:lnTo>
                    <a:pt x="3554631" y="1755138"/>
                  </a:lnTo>
                  <a:lnTo>
                    <a:pt x="3527769" y="1865138"/>
                  </a:lnTo>
                  <a:lnTo>
                    <a:pt x="3500885" y="1977967"/>
                  </a:lnTo>
                  <a:lnTo>
                    <a:pt x="3473971" y="2093241"/>
                  </a:lnTo>
                  <a:lnTo>
                    <a:pt x="3447026" y="2210534"/>
                  </a:lnTo>
                  <a:lnTo>
                    <a:pt x="3420051" y="2329389"/>
                  </a:lnTo>
                  <a:lnTo>
                    <a:pt x="3393056" y="2449318"/>
                  </a:lnTo>
                  <a:lnTo>
                    <a:pt x="3366048" y="2569818"/>
                  </a:lnTo>
                  <a:lnTo>
                    <a:pt x="3339040" y="2690373"/>
                  </a:lnTo>
                  <a:lnTo>
                    <a:pt x="3312041" y="2810466"/>
                  </a:lnTo>
                  <a:lnTo>
                    <a:pt x="3285061" y="2929592"/>
                  </a:lnTo>
                  <a:lnTo>
                    <a:pt x="3258109" y="3047257"/>
                  </a:lnTo>
                  <a:lnTo>
                    <a:pt x="3231188" y="3162998"/>
                  </a:lnTo>
                  <a:lnTo>
                    <a:pt x="3204298" y="3276382"/>
                  </a:lnTo>
                  <a:lnTo>
                    <a:pt x="3177433" y="3387014"/>
                  </a:lnTo>
                  <a:lnTo>
                    <a:pt x="3150580" y="3494547"/>
                  </a:lnTo>
                  <a:lnTo>
                    <a:pt x="3123718" y="3598678"/>
                  </a:lnTo>
                  <a:lnTo>
                    <a:pt x="3096819" y="3699156"/>
                  </a:lnTo>
                  <a:lnTo>
                    <a:pt x="3069844" y="3795780"/>
                  </a:lnTo>
                  <a:lnTo>
                    <a:pt x="3042744" y="3888403"/>
                  </a:lnTo>
                  <a:lnTo>
                    <a:pt x="3015460" y="3976925"/>
                  </a:lnTo>
                  <a:lnTo>
                    <a:pt x="2987916" y="4061293"/>
                  </a:lnTo>
                  <a:lnTo>
                    <a:pt x="2960027" y="4141501"/>
                  </a:lnTo>
                  <a:lnTo>
                    <a:pt x="2931688" y="4217584"/>
                  </a:lnTo>
                  <a:lnTo>
                    <a:pt x="2902778" y="4289613"/>
                  </a:lnTo>
                  <a:lnTo>
                    <a:pt x="2896531" y="4304445"/>
                  </a:lnTo>
                  <a:lnTo>
                    <a:pt x="2854458" y="4397666"/>
                  </a:lnTo>
                  <a:lnTo>
                    <a:pt x="2810466" y="4483026"/>
                  </a:lnTo>
                  <a:lnTo>
                    <a:pt x="2764033" y="4560787"/>
                  </a:lnTo>
                  <a:lnTo>
                    <a:pt x="2714586" y="4631458"/>
                  </a:lnTo>
                  <a:lnTo>
                    <a:pt x="2661528" y="4695665"/>
                  </a:lnTo>
                  <a:lnTo>
                    <a:pt x="2604271" y="4754053"/>
                  </a:lnTo>
                  <a:lnTo>
                    <a:pt x="2542271" y="4807239"/>
                  </a:lnTo>
                  <a:lnTo>
                    <a:pt x="2475073" y="4855772"/>
                  </a:lnTo>
                  <a:lnTo>
                    <a:pt x="2402381" y="4900115"/>
                  </a:lnTo>
                  <a:lnTo>
                    <a:pt x="2324131" y="4940633"/>
                  </a:lnTo>
                  <a:lnTo>
                    <a:pt x="2240596" y="4977586"/>
                  </a:lnTo>
                  <a:lnTo>
                    <a:pt x="2152489" y="5011134"/>
                  </a:lnTo>
                  <a:lnTo>
                    <a:pt x="2061063" y="5041339"/>
                  </a:lnTo>
                  <a:lnTo>
                    <a:pt x="1968169" y="5068188"/>
                  </a:lnTo>
                  <a:lnTo>
                    <a:pt x="1876250" y="5091619"/>
                  </a:lnTo>
                  <a:lnTo>
                    <a:pt x="1788211" y="5111565"/>
                  </a:lnTo>
                  <a:lnTo>
                    <a:pt x="1707169" y="5127996"/>
                  </a:lnTo>
                  <a:lnTo>
                    <a:pt x="1636080" y="5140975"/>
                  </a:lnTo>
                  <a:lnTo>
                    <a:pt x="1577306" y="5150690"/>
                  </a:lnTo>
                  <a:lnTo>
                    <a:pt x="1532221" y="5157465"/>
                  </a:lnTo>
                  <a:lnTo>
                    <a:pt x="1500938" y="5161756"/>
                  </a:lnTo>
                  <a:lnTo>
                    <a:pt x="1482228" y="5164105"/>
                  </a:lnTo>
                  <a:lnTo>
                    <a:pt x="1473593" y="5165100"/>
                  </a:lnTo>
                  <a:lnTo>
                    <a:pt x="1471433" y="5165330"/>
                  </a:lnTo>
                  <a:lnTo>
                    <a:pt x="1471387" y="5165334"/>
                  </a:lnTo>
                  <a:lnTo>
                    <a:pt x="0" y="516533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89" name="pg1289"/>
            <p:cNvSpPr/>
            <p:nvPr/>
          </p:nvSpPr>
          <p:spPr>
            <a:xfrm>
              <a:off x="4799595" y="3140845"/>
              <a:ext cx="11981298" cy="7502812"/>
            </a:xfrm>
            <a:custGeom>
              <a:avLst/>
              <a:pathLst>
                <a:path w="11981298" h="7502812">
                  <a:moveTo>
                    <a:pt x="0" y="5034566"/>
                  </a:moveTo>
                  <a:lnTo>
                    <a:pt x="1471387" y="5034566"/>
                  </a:lnTo>
                  <a:lnTo>
                    <a:pt x="1472266" y="5034478"/>
                  </a:lnTo>
                  <a:lnTo>
                    <a:pt x="1478074" y="5033846"/>
                  </a:lnTo>
                  <a:lnTo>
                    <a:pt x="1492823" y="5032099"/>
                  </a:lnTo>
                  <a:lnTo>
                    <a:pt x="1519459" y="5028657"/>
                  </a:lnTo>
                  <a:lnTo>
                    <a:pt x="1559703" y="5022963"/>
                  </a:lnTo>
                  <a:lnTo>
                    <a:pt x="1613923" y="5014534"/>
                  </a:lnTo>
                  <a:lnTo>
                    <a:pt x="1681160" y="5003003"/>
                  </a:lnTo>
                  <a:lnTo>
                    <a:pt x="1759335" y="4988139"/>
                  </a:lnTo>
                  <a:lnTo>
                    <a:pt x="1845620" y="4969840"/>
                  </a:lnTo>
                  <a:lnTo>
                    <a:pt x="1936876" y="4948110"/>
                  </a:lnTo>
                  <a:lnTo>
                    <a:pt x="2030060" y="4923007"/>
                  </a:lnTo>
                  <a:lnTo>
                    <a:pt x="2122525" y="4894599"/>
                  </a:lnTo>
                  <a:lnTo>
                    <a:pt x="2212198" y="4862919"/>
                  </a:lnTo>
                  <a:lnTo>
                    <a:pt x="2297617" y="4827932"/>
                  </a:lnTo>
                  <a:lnTo>
                    <a:pt x="2377894" y="4789513"/>
                  </a:lnTo>
                  <a:lnTo>
                    <a:pt x="2452621" y="4747440"/>
                  </a:lnTo>
                  <a:lnTo>
                    <a:pt x="2521766" y="4701385"/>
                  </a:lnTo>
                  <a:lnTo>
                    <a:pt x="2585563" y="4650923"/>
                  </a:lnTo>
                  <a:lnTo>
                    <a:pt x="2644431" y="4595540"/>
                  </a:lnTo>
                  <a:lnTo>
                    <a:pt x="2698895" y="4534646"/>
                  </a:lnTo>
                  <a:lnTo>
                    <a:pt x="2749542" y="4467610"/>
                  </a:lnTo>
                  <a:lnTo>
                    <a:pt x="2796974" y="4393806"/>
                  </a:lnTo>
                  <a:lnTo>
                    <a:pt x="2841782" y="4312685"/>
                  </a:lnTo>
                  <a:lnTo>
                    <a:pt x="2884512" y="4223902"/>
                  </a:lnTo>
                  <a:lnTo>
                    <a:pt x="2896531" y="4196834"/>
                  </a:lnTo>
                  <a:lnTo>
                    <a:pt x="2925948" y="4126661"/>
                  </a:lnTo>
                  <a:lnTo>
                    <a:pt x="2954750" y="4052462"/>
                  </a:lnTo>
                  <a:lnTo>
                    <a:pt x="2983069" y="3974156"/>
                  </a:lnTo>
                  <a:lnTo>
                    <a:pt x="3011016" y="3891701"/>
                  </a:lnTo>
                  <a:lnTo>
                    <a:pt x="3038685" y="3805096"/>
                  </a:lnTo>
                  <a:lnTo>
                    <a:pt x="3066153" y="3714388"/>
                  </a:lnTo>
                  <a:lnTo>
                    <a:pt x="3093485" y="3619669"/>
                  </a:lnTo>
                  <a:lnTo>
                    <a:pt x="3120735" y="3521083"/>
                  </a:lnTo>
                  <a:lnTo>
                    <a:pt x="3147941" y="3418827"/>
                  </a:lnTo>
                  <a:lnTo>
                    <a:pt x="3175137" y="3313148"/>
                  </a:lnTo>
                  <a:lnTo>
                    <a:pt x="3202344" y="3204348"/>
                  </a:lnTo>
                  <a:lnTo>
                    <a:pt x="3229575" y="3092776"/>
                  </a:lnTo>
                  <a:lnTo>
                    <a:pt x="3256838" y="2978826"/>
                  </a:lnTo>
                  <a:lnTo>
                    <a:pt x="3284132" y="2862934"/>
                  </a:lnTo>
                  <a:lnTo>
                    <a:pt x="3311455" y="2745569"/>
                  </a:lnTo>
                  <a:lnTo>
                    <a:pt x="3338798" y="2627226"/>
                  </a:lnTo>
                  <a:lnTo>
                    <a:pt x="3366151" y="2508418"/>
                  </a:lnTo>
                  <a:lnTo>
                    <a:pt x="3393503" y="2389668"/>
                  </a:lnTo>
                  <a:lnTo>
                    <a:pt x="3420843" y="2271495"/>
                  </a:lnTo>
                  <a:lnTo>
                    <a:pt x="3448160" y="2154409"/>
                  </a:lnTo>
                  <a:lnTo>
                    <a:pt x="3475448" y="2038901"/>
                  </a:lnTo>
                  <a:lnTo>
                    <a:pt x="3502704" y="1925434"/>
                  </a:lnTo>
                  <a:lnTo>
                    <a:pt x="3529929" y="1814433"/>
                  </a:lnTo>
                  <a:lnTo>
                    <a:pt x="3557131" y="1706285"/>
                  </a:lnTo>
                  <a:lnTo>
                    <a:pt x="3584327" y="1601328"/>
                  </a:lnTo>
                  <a:lnTo>
                    <a:pt x="3611541" y="1499853"/>
                  </a:lnTo>
                  <a:lnTo>
                    <a:pt x="3638804" y="1402094"/>
                  </a:lnTo>
                  <a:lnTo>
                    <a:pt x="3666161" y="1308239"/>
                  </a:lnTo>
                  <a:lnTo>
                    <a:pt x="3693667" y="1218419"/>
                  </a:lnTo>
                  <a:lnTo>
                    <a:pt x="3721389" y="1132716"/>
                  </a:lnTo>
                  <a:lnTo>
                    <a:pt x="3749408" y="1051167"/>
                  </a:lnTo>
                  <a:lnTo>
                    <a:pt x="3777823" y="973761"/>
                  </a:lnTo>
                  <a:lnTo>
                    <a:pt x="3806747" y="900447"/>
                  </a:lnTo>
                  <a:lnTo>
                    <a:pt x="3829811" y="845905"/>
                  </a:lnTo>
                  <a:lnTo>
                    <a:pt x="3872032" y="754893"/>
                  </a:lnTo>
                  <a:lnTo>
                    <a:pt x="3916186" y="671583"/>
                  </a:lnTo>
                  <a:lnTo>
                    <a:pt x="3962802" y="595716"/>
                  </a:lnTo>
                  <a:lnTo>
                    <a:pt x="4012459" y="526789"/>
                  </a:lnTo>
                  <a:lnTo>
                    <a:pt x="4065759" y="464188"/>
                  </a:lnTo>
                  <a:lnTo>
                    <a:pt x="4123298" y="407276"/>
                  </a:lnTo>
                  <a:lnTo>
                    <a:pt x="4185623" y="355450"/>
                  </a:lnTo>
                  <a:lnTo>
                    <a:pt x="4253190" y="308171"/>
                  </a:lnTo>
                  <a:lnTo>
                    <a:pt x="4326295" y="264986"/>
                  </a:lnTo>
                  <a:lnTo>
                    <a:pt x="4404993" y="225539"/>
                  </a:lnTo>
                  <a:lnTo>
                    <a:pt x="4488995" y="189579"/>
                  </a:lnTo>
                  <a:lnTo>
                    <a:pt x="4577563" y="156951"/>
                  </a:lnTo>
                  <a:lnTo>
                    <a:pt x="4669409" y="127597"/>
                  </a:lnTo>
                  <a:lnTo>
                    <a:pt x="4762633" y="101534"/>
                  </a:lnTo>
                  <a:lnTo>
                    <a:pt x="4854745" y="78822"/>
                  </a:lnTo>
                  <a:lnTo>
                    <a:pt x="4942791" y="59529"/>
                  </a:lnTo>
                  <a:lnTo>
                    <a:pt x="5023620" y="43679"/>
                  </a:lnTo>
                  <a:lnTo>
                    <a:pt x="5094270" y="31203"/>
                  </a:lnTo>
                  <a:lnTo>
                    <a:pt x="5152401" y="21910"/>
                  </a:lnTo>
                  <a:lnTo>
                    <a:pt x="5196703" y="15472"/>
                  </a:lnTo>
                  <a:lnTo>
                    <a:pt x="5227150" y="11434"/>
                  </a:lnTo>
                  <a:lnTo>
                    <a:pt x="5245079" y="9257"/>
                  </a:lnTo>
                  <a:lnTo>
                    <a:pt x="5253101" y="8363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067" y="8281"/>
                  </a:lnTo>
                  <a:lnTo>
                    <a:pt x="6731871" y="9054"/>
                  </a:lnTo>
                  <a:lnTo>
                    <a:pt x="6744128" y="11187"/>
                  </a:lnTo>
                  <a:lnTo>
                    <a:pt x="6766409" y="15394"/>
                  </a:lnTo>
                  <a:lnTo>
                    <a:pt x="6800363" y="22370"/>
                  </a:lnTo>
                  <a:lnTo>
                    <a:pt x="6846616" y="32736"/>
                  </a:lnTo>
                  <a:lnTo>
                    <a:pt x="6904747" y="46999"/>
                  </a:lnTo>
                  <a:lnTo>
                    <a:pt x="6973393" y="65511"/>
                  </a:lnTo>
                  <a:lnTo>
                    <a:pt x="7050475" y="88468"/>
                  </a:lnTo>
                  <a:lnTo>
                    <a:pt x="7133503" y="115930"/>
                  </a:lnTo>
                  <a:lnTo>
                    <a:pt x="7219886" y="147857"/>
                  </a:lnTo>
                  <a:lnTo>
                    <a:pt x="7307209" y="184167"/>
                  </a:lnTo>
                  <a:lnTo>
                    <a:pt x="7393416" y="224782"/>
                  </a:lnTo>
                  <a:lnTo>
                    <a:pt x="7476904" y="269676"/>
                  </a:lnTo>
                  <a:lnTo>
                    <a:pt x="7556546" y="318906"/>
                  </a:lnTo>
                  <a:lnTo>
                    <a:pt x="7631646" y="372632"/>
                  </a:lnTo>
                  <a:lnTo>
                    <a:pt x="7701880" y="431132"/>
                  </a:lnTo>
                  <a:lnTo>
                    <a:pt x="7767207" y="494798"/>
                  </a:lnTo>
                  <a:lnTo>
                    <a:pt x="7827801" y="564140"/>
                  </a:lnTo>
                  <a:lnTo>
                    <a:pt x="7883985" y="639771"/>
                  </a:lnTo>
                  <a:lnTo>
                    <a:pt x="7936176" y="722392"/>
                  </a:lnTo>
                  <a:lnTo>
                    <a:pt x="7984843" y="812767"/>
                  </a:lnTo>
                  <a:lnTo>
                    <a:pt x="8030482" y="911675"/>
                  </a:lnTo>
                  <a:lnTo>
                    <a:pt x="8073584" y="1019846"/>
                  </a:lnTo>
                  <a:lnTo>
                    <a:pt x="8114620" y="1137850"/>
                  </a:lnTo>
                  <a:lnTo>
                    <a:pt x="8151487" y="1257279"/>
                  </a:lnTo>
                  <a:lnTo>
                    <a:pt x="8175870" y="1343411"/>
                  </a:lnTo>
                  <a:lnTo>
                    <a:pt x="8199816" y="1433636"/>
                  </a:lnTo>
                  <a:lnTo>
                    <a:pt x="8223402" y="1528028"/>
                  </a:lnTo>
                  <a:lnTo>
                    <a:pt x="8246696" y="1626637"/>
                  </a:lnTo>
                  <a:lnTo>
                    <a:pt x="8269757" y="1729486"/>
                  </a:lnTo>
                  <a:lnTo>
                    <a:pt x="8292636" y="1836567"/>
                  </a:lnTo>
                  <a:lnTo>
                    <a:pt x="8315375" y="1947839"/>
                  </a:lnTo>
                  <a:lnTo>
                    <a:pt x="8338014" y="2063229"/>
                  </a:lnTo>
                  <a:lnTo>
                    <a:pt x="8360583" y="2182629"/>
                  </a:lnTo>
                  <a:lnTo>
                    <a:pt x="8383109" y="2305893"/>
                  </a:lnTo>
                  <a:lnTo>
                    <a:pt x="8405612" y="2432841"/>
                  </a:lnTo>
                  <a:lnTo>
                    <a:pt x="8428110" y="2563253"/>
                  </a:lnTo>
                  <a:lnTo>
                    <a:pt x="8450614" y="2696876"/>
                  </a:lnTo>
                  <a:lnTo>
                    <a:pt x="8473134" y="2833421"/>
                  </a:lnTo>
                  <a:lnTo>
                    <a:pt x="8495673" y="2972568"/>
                  </a:lnTo>
                  <a:lnTo>
                    <a:pt x="8518235" y="3113965"/>
                  </a:lnTo>
                  <a:lnTo>
                    <a:pt x="8540819" y="3257234"/>
                  </a:lnTo>
                  <a:lnTo>
                    <a:pt x="8563421" y="3401975"/>
                  </a:lnTo>
                  <a:lnTo>
                    <a:pt x="8586039" y="3547771"/>
                  </a:lnTo>
                  <a:lnTo>
                    <a:pt x="8608665" y="3694191"/>
                  </a:lnTo>
                  <a:lnTo>
                    <a:pt x="8631294" y="3840795"/>
                  </a:lnTo>
                  <a:lnTo>
                    <a:pt x="8653919" y="3987142"/>
                  </a:lnTo>
                  <a:lnTo>
                    <a:pt x="8676534" y="4132794"/>
                  </a:lnTo>
                  <a:lnTo>
                    <a:pt x="8699134" y="4277323"/>
                  </a:lnTo>
                  <a:lnTo>
                    <a:pt x="8721714" y="4420312"/>
                  </a:lnTo>
                  <a:lnTo>
                    <a:pt x="8744272" y="4561366"/>
                  </a:lnTo>
                  <a:lnTo>
                    <a:pt x="8766809" y="4700109"/>
                  </a:lnTo>
                  <a:lnTo>
                    <a:pt x="8789325" y="4836198"/>
                  </a:lnTo>
                  <a:lnTo>
                    <a:pt x="8811828" y="4969314"/>
                  </a:lnTo>
                  <a:lnTo>
                    <a:pt x="8834325" y="5099175"/>
                  </a:lnTo>
                  <a:lnTo>
                    <a:pt x="8856831" y="5225533"/>
                  </a:lnTo>
                  <a:lnTo>
                    <a:pt x="8879362" y="5348176"/>
                  </a:lnTo>
                  <a:lnTo>
                    <a:pt x="8901941" y="5466928"/>
                  </a:lnTo>
                  <a:lnTo>
                    <a:pt x="8924594" y="5581651"/>
                  </a:lnTo>
                  <a:lnTo>
                    <a:pt x="8947353" y="5692241"/>
                  </a:lnTo>
                  <a:lnTo>
                    <a:pt x="8970258" y="5798630"/>
                  </a:lnTo>
                  <a:lnTo>
                    <a:pt x="8993354" y="5900785"/>
                  </a:lnTo>
                  <a:lnTo>
                    <a:pt x="9016692" y="5998701"/>
                  </a:lnTo>
                  <a:lnTo>
                    <a:pt x="9040332" y="6092407"/>
                  </a:lnTo>
                  <a:lnTo>
                    <a:pt x="9064344" y="6181955"/>
                  </a:lnTo>
                  <a:lnTo>
                    <a:pt x="9084767" y="6253705"/>
                  </a:lnTo>
                  <a:lnTo>
                    <a:pt x="9124255" y="6381138"/>
                  </a:lnTo>
                  <a:lnTo>
                    <a:pt x="9165412" y="6498488"/>
                  </a:lnTo>
                  <a:lnTo>
                    <a:pt x="9208665" y="6606035"/>
                  </a:lnTo>
                  <a:lnTo>
                    <a:pt x="9254486" y="6704364"/>
                  </a:lnTo>
                  <a:lnTo>
                    <a:pt x="9303369" y="6794209"/>
                  </a:lnTo>
                  <a:lnTo>
                    <a:pt x="9355806" y="6876351"/>
                  </a:lnTo>
                  <a:lnTo>
                    <a:pt x="9412266" y="6951551"/>
                  </a:lnTo>
                  <a:lnTo>
                    <a:pt x="9473160" y="7020505"/>
                  </a:lnTo>
                  <a:lnTo>
                    <a:pt x="9538804" y="7083821"/>
                  </a:lnTo>
                  <a:lnTo>
                    <a:pt x="9609358" y="7141998"/>
                  </a:lnTo>
                  <a:lnTo>
                    <a:pt x="9684769" y="7195424"/>
                  </a:lnTo>
                  <a:lnTo>
                    <a:pt x="9764687" y="7244368"/>
                  </a:lnTo>
                  <a:lnTo>
                    <a:pt x="9848392" y="7288982"/>
                  </a:lnTo>
                  <a:lnTo>
                    <a:pt x="9934725" y="7329317"/>
                  </a:lnTo>
                  <a:lnTo>
                    <a:pt x="10022054" y="7365344"/>
                  </a:lnTo>
                  <a:lnTo>
                    <a:pt x="10108296" y="7396983"/>
                  </a:lnTo>
                  <a:lnTo>
                    <a:pt x="10191015" y="7424151"/>
                  </a:lnTo>
                  <a:lnTo>
                    <a:pt x="10267620" y="7446815"/>
                  </a:lnTo>
                  <a:lnTo>
                    <a:pt x="10335637" y="7465042"/>
                  </a:lnTo>
                  <a:lnTo>
                    <a:pt x="10393025" y="7479038"/>
                  </a:lnTo>
                  <a:lnTo>
                    <a:pt x="10438478" y="7489167"/>
                  </a:lnTo>
                  <a:lnTo>
                    <a:pt x="10471641" y="7495942"/>
                  </a:lnTo>
                  <a:lnTo>
                    <a:pt x="10493207" y="7499992"/>
                  </a:lnTo>
                  <a:lnTo>
                    <a:pt x="10504891" y="7502015"/>
                  </a:lnTo>
                  <a:lnTo>
                    <a:pt x="10509317" y="7502723"/>
                  </a:lnTo>
                  <a:lnTo>
                    <a:pt x="10509911" y="7502812"/>
                  </a:lnTo>
                  <a:lnTo>
                    <a:pt x="11981298" y="7502812"/>
                  </a:lnTo>
                  <a:lnTo>
                    <a:pt x="11981298" y="7494639"/>
                  </a:lnTo>
                  <a:lnTo>
                    <a:pt x="10509911" y="7494639"/>
                  </a:lnTo>
                  <a:lnTo>
                    <a:pt x="10509186" y="7494530"/>
                  </a:lnTo>
                  <a:lnTo>
                    <a:pt x="10504383" y="7493758"/>
                  </a:lnTo>
                  <a:lnTo>
                    <a:pt x="10492125" y="7491625"/>
                  </a:lnTo>
                  <a:lnTo>
                    <a:pt x="10469844" y="7487417"/>
                  </a:lnTo>
                  <a:lnTo>
                    <a:pt x="10435890" y="7480442"/>
                  </a:lnTo>
                  <a:lnTo>
                    <a:pt x="10389637" y="7470075"/>
                  </a:lnTo>
                  <a:lnTo>
                    <a:pt x="10331506" y="7455813"/>
                  </a:lnTo>
                  <a:lnTo>
                    <a:pt x="10262860" y="7437301"/>
                  </a:lnTo>
                  <a:lnTo>
                    <a:pt x="10185778" y="7414343"/>
                  </a:lnTo>
                  <a:lnTo>
                    <a:pt x="10102751" y="7386882"/>
                  </a:lnTo>
                  <a:lnTo>
                    <a:pt x="10016367" y="7354954"/>
                  </a:lnTo>
                  <a:lnTo>
                    <a:pt x="9929044" y="7318644"/>
                  </a:lnTo>
                  <a:lnTo>
                    <a:pt x="9842837" y="7278029"/>
                  </a:lnTo>
                  <a:lnTo>
                    <a:pt x="9759349" y="7233135"/>
                  </a:lnTo>
                  <a:lnTo>
                    <a:pt x="9679708" y="7183906"/>
                  </a:lnTo>
                  <a:lnTo>
                    <a:pt x="9604607" y="7130179"/>
                  </a:lnTo>
                  <a:lnTo>
                    <a:pt x="9534373" y="7071680"/>
                  </a:lnTo>
                  <a:lnTo>
                    <a:pt x="9469047" y="7008013"/>
                  </a:lnTo>
                  <a:lnTo>
                    <a:pt x="9408452" y="6938671"/>
                  </a:lnTo>
                  <a:lnTo>
                    <a:pt x="9352268" y="6863041"/>
                  </a:lnTo>
                  <a:lnTo>
                    <a:pt x="9300078" y="6780420"/>
                  </a:lnTo>
                  <a:lnTo>
                    <a:pt x="9251410" y="6690045"/>
                  </a:lnTo>
                  <a:lnTo>
                    <a:pt x="9205771" y="6591136"/>
                  </a:lnTo>
                  <a:lnTo>
                    <a:pt x="9162669" y="6482965"/>
                  </a:lnTo>
                  <a:lnTo>
                    <a:pt x="9121633" y="6364962"/>
                  </a:lnTo>
                  <a:lnTo>
                    <a:pt x="9084767" y="6245532"/>
                  </a:lnTo>
                  <a:lnTo>
                    <a:pt x="9060384" y="6159400"/>
                  </a:lnTo>
                  <a:lnTo>
                    <a:pt x="9036437" y="6069176"/>
                  </a:lnTo>
                  <a:lnTo>
                    <a:pt x="9012851" y="5974784"/>
                  </a:lnTo>
                  <a:lnTo>
                    <a:pt x="8989557" y="5876174"/>
                  </a:lnTo>
                  <a:lnTo>
                    <a:pt x="8966496" y="5773325"/>
                  </a:lnTo>
                  <a:lnTo>
                    <a:pt x="8943618" y="5666245"/>
                  </a:lnTo>
                  <a:lnTo>
                    <a:pt x="8920878" y="5554973"/>
                  </a:lnTo>
                  <a:lnTo>
                    <a:pt x="8898239" y="5439582"/>
                  </a:lnTo>
                  <a:lnTo>
                    <a:pt x="8875670" y="5320183"/>
                  </a:lnTo>
                  <a:lnTo>
                    <a:pt x="8853145" y="5196918"/>
                  </a:lnTo>
                  <a:lnTo>
                    <a:pt x="8830641" y="5069971"/>
                  </a:lnTo>
                  <a:lnTo>
                    <a:pt x="8808143" y="4939559"/>
                  </a:lnTo>
                  <a:lnTo>
                    <a:pt x="8785639" y="4805935"/>
                  </a:lnTo>
                  <a:lnTo>
                    <a:pt x="8763120" y="4669390"/>
                  </a:lnTo>
                  <a:lnTo>
                    <a:pt x="8740580" y="4530243"/>
                  </a:lnTo>
                  <a:lnTo>
                    <a:pt x="8718018" y="4388847"/>
                  </a:lnTo>
                  <a:lnTo>
                    <a:pt x="8695435" y="4245578"/>
                  </a:lnTo>
                  <a:lnTo>
                    <a:pt x="8672832" y="4100836"/>
                  </a:lnTo>
                  <a:lnTo>
                    <a:pt x="8650215" y="3955040"/>
                  </a:lnTo>
                  <a:lnTo>
                    <a:pt x="8627588" y="3808621"/>
                  </a:lnTo>
                  <a:lnTo>
                    <a:pt x="8604959" y="3662017"/>
                  </a:lnTo>
                  <a:lnTo>
                    <a:pt x="8582334" y="3515670"/>
                  </a:lnTo>
                  <a:lnTo>
                    <a:pt x="8559719" y="3370017"/>
                  </a:lnTo>
                  <a:lnTo>
                    <a:pt x="8537119" y="3225489"/>
                  </a:lnTo>
                  <a:lnTo>
                    <a:pt x="8514539" y="3082499"/>
                  </a:lnTo>
                  <a:lnTo>
                    <a:pt x="8491981" y="2941446"/>
                  </a:lnTo>
                  <a:lnTo>
                    <a:pt x="8469445" y="2802702"/>
                  </a:lnTo>
                  <a:lnTo>
                    <a:pt x="8446928" y="2666614"/>
                  </a:lnTo>
                  <a:lnTo>
                    <a:pt x="8424426" y="2533498"/>
                  </a:lnTo>
                  <a:lnTo>
                    <a:pt x="8401928" y="2403636"/>
                  </a:lnTo>
                  <a:lnTo>
                    <a:pt x="8379422" y="2277278"/>
                  </a:lnTo>
                  <a:lnTo>
                    <a:pt x="8356891" y="2154635"/>
                  </a:lnTo>
                  <a:lnTo>
                    <a:pt x="8334312" y="2035883"/>
                  </a:lnTo>
                  <a:lnTo>
                    <a:pt x="8311660" y="1921160"/>
                  </a:lnTo>
                  <a:lnTo>
                    <a:pt x="8288900" y="1810571"/>
                  </a:lnTo>
                  <a:lnTo>
                    <a:pt x="8265995" y="1704181"/>
                  </a:lnTo>
                  <a:lnTo>
                    <a:pt x="8242899" y="1602027"/>
                  </a:lnTo>
                  <a:lnTo>
                    <a:pt x="8219562" y="1504110"/>
                  </a:lnTo>
                  <a:lnTo>
                    <a:pt x="8195921" y="1410405"/>
                  </a:lnTo>
                  <a:lnTo>
                    <a:pt x="8171909" y="1320856"/>
                  </a:lnTo>
                  <a:lnTo>
                    <a:pt x="8151487" y="1249106"/>
                  </a:lnTo>
                  <a:lnTo>
                    <a:pt x="8111998" y="1121673"/>
                  </a:lnTo>
                  <a:lnTo>
                    <a:pt x="8070841" y="1004323"/>
                  </a:lnTo>
                  <a:lnTo>
                    <a:pt x="8027588" y="896776"/>
                  </a:lnTo>
                  <a:lnTo>
                    <a:pt x="7981767" y="798447"/>
                  </a:lnTo>
                  <a:lnTo>
                    <a:pt x="7932884" y="708602"/>
                  </a:lnTo>
                  <a:lnTo>
                    <a:pt x="7880447" y="626460"/>
                  </a:lnTo>
                  <a:lnTo>
                    <a:pt x="7823988" y="551260"/>
                  </a:lnTo>
                  <a:lnTo>
                    <a:pt x="7763093" y="482306"/>
                  </a:lnTo>
                  <a:lnTo>
                    <a:pt x="7697449" y="418991"/>
                  </a:lnTo>
                  <a:lnTo>
                    <a:pt x="7626895" y="360813"/>
                  </a:lnTo>
                  <a:lnTo>
                    <a:pt x="7551484" y="307387"/>
                  </a:lnTo>
                  <a:lnTo>
                    <a:pt x="7471566" y="258444"/>
                  </a:lnTo>
                  <a:lnTo>
                    <a:pt x="7387861" y="213830"/>
                  </a:lnTo>
                  <a:lnTo>
                    <a:pt x="7301528" y="173494"/>
                  </a:lnTo>
                  <a:lnTo>
                    <a:pt x="7214199" y="137467"/>
                  </a:lnTo>
                  <a:lnTo>
                    <a:pt x="7127958" y="105829"/>
                  </a:lnTo>
                  <a:lnTo>
                    <a:pt x="7045239" y="78661"/>
                  </a:lnTo>
                  <a:lnTo>
                    <a:pt x="6968633" y="55996"/>
                  </a:lnTo>
                  <a:lnTo>
                    <a:pt x="6900616" y="37769"/>
                  </a:lnTo>
                  <a:lnTo>
                    <a:pt x="6843228" y="23773"/>
                  </a:lnTo>
                  <a:lnTo>
                    <a:pt x="6797775" y="13644"/>
                  </a:lnTo>
                  <a:lnTo>
                    <a:pt x="6764613" y="6869"/>
                  </a:lnTo>
                  <a:lnTo>
                    <a:pt x="6743046" y="2819"/>
                  </a:lnTo>
                  <a:lnTo>
                    <a:pt x="6731363" y="797"/>
                  </a:lnTo>
                  <a:lnTo>
                    <a:pt x="6726936" y="88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076" y="88"/>
                  </a:lnTo>
                  <a:lnTo>
                    <a:pt x="5248268" y="720"/>
                  </a:lnTo>
                  <a:lnTo>
                    <a:pt x="5233519" y="2466"/>
                  </a:lnTo>
                  <a:lnTo>
                    <a:pt x="5206883" y="5909"/>
                  </a:lnTo>
                  <a:lnTo>
                    <a:pt x="5166639" y="11603"/>
                  </a:lnTo>
                  <a:lnTo>
                    <a:pt x="5112419" y="20032"/>
                  </a:lnTo>
                  <a:lnTo>
                    <a:pt x="5045183" y="31563"/>
                  </a:lnTo>
                  <a:lnTo>
                    <a:pt x="4967007" y="46427"/>
                  </a:lnTo>
                  <a:lnTo>
                    <a:pt x="4880722" y="64726"/>
                  </a:lnTo>
                  <a:lnTo>
                    <a:pt x="4789466" y="86456"/>
                  </a:lnTo>
                  <a:lnTo>
                    <a:pt x="4696283" y="111559"/>
                  </a:lnTo>
                  <a:lnTo>
                    <a:pt x="4603817" y="139967"/>
                  </a:lnTo>
                  <a:lnTo>
                    <a:pt x="4514144" y="171647"/>
                  </a:lnTo>
                  <a:lnTo>
                    <a:pt x="4428725" y="206634"/>
                  </a:lnTo>
                  <a:lnTo>
                    <a:pt x="4348448" y="245053"/>
                  </a:lnTo>
                  <a:lnTo>
                    <a:pt x="4273721" y="287126"/>
                  </a:lnTo>
                  <a:lnTo>
                    <a:pt x="4204576" y="333181"/>
                  </a:lnTo>
                  <a:lnTo>
                    <a:pt x="4140779" y="383643"/>
                  </a:lnTo>
                  <a:lnTo>
                    <a:pt x="4081911" y="439026"/>
                  </a:lnTo>
                  <a:lnTo>
                    <a:pt x="4027447" y="499920"/>
                  </a:lnTo>
                  <a:lnTo>
                    <a:pt x="3976800" y="566956"/>
                  </a:lnTo>
                  <a:lnTo>
                    <a:pt x="3929368" y="640760"/>
                  </a:lnTo>
                  <a:lnTo>
                    <a:pt x="3884560" y="721881"/>
                  </a:lnTo>
                  <a:lnTo>
                    <a:pt x="3841831" y="810664"/>
                  </a:lnTo>
                  <a:lnTo>
                    <a:pt x="3829811" y="837732"/>
                  </a:lnTo>
                  <a:lnTo>
                    <a:pt x="3800394" y="907905"/>
                  </a:lnTo>
                  <a:lnTo>
                    <a:pt x="3771592" y="982104"/>
                  </a:lnTo>
                  <a:lnTo>
                    <a:pt x="3743273" y="1060410"/>
                  </a:lnTo>
                  <a:lnTo>
                    <a:pt x="3715326" y="1142865"/>
                  </a:lnTo>
                  <a:lnTo>
                    <a:pt x="3687657" y="1229469"/>
                  </a:lnTo>
                  <a:lnTo>
                    <a:pt x="3660189" y="1320178"/>
                  </a:lnTo>
                  <a:lnTo>
                    <a:pt x="3632857" y="1414897"/>
                  </a:lnTo>
                  <a:lnTo>
                    <a:pt x="3605608" y="1513483"/>
                  </a:lnTo>
                  <a:lnTo>
                    <a:pt x="3578401" y="1615739"/>
                  </a:lnTo>
                  <a:lnTo>
                    <a:pt x="3551205" y="1721418"/>
                  </a:lnTo>
                  <a:lnTo>
                    <a:pt x="3523998" y="1830218"/>
                  </a:lnTo>
                  <a:lnTo>
                    <a:pt x="3496767" y="1941790"/>
                  </a:lnTo>
                  <a:lnTo>
                    <a:pt x="3469505" y="2055740"/>
                  </a:lnTo>
                  <a:lnTo>
                    <a:pt x="3442210" y="2171632"/>
                  </a:lnTo>
                  <a:lnTo>
                    <a:pt x="3414887" y="2288997"/>
                  </a:lnTo>
                  <a:lnTo>
                    <a:pt x="3387544" y="2407340"/>
                  </a:lnTo>
                  <a:lnTo>
                    <a:pt x="3360191" y="2526148"/>
                  </a:lnTo>
                  <a:lnTo>
                    <a:pt x="3332839" y="2644898"/>
                  </a:lnTo>
                  <a:lnTo>
                    <a:pt x="3305499" y="2763071"/>
                  </a:lnTo>
                  <a:lnTo>
                    <a:pt x="3278182" y="2880157"/>
                  </a:lnTo>
                  <a:lnTo>
                    <a:pt x="3250894" y="2995665"/>
                  </a:lnTo>
                  <a:lnTo>
                    <a:pt x="3223639" y="3109132"/>
                  </a:lnTo>
                  <a:lnTo>
                    <a:pt x="3196414" y="3220133"/>
                  </a:lnTo>
                  <a:lnTo>
                    <a:pt x="3169211" y="3328281"/>
                  </a:lnTo>
                  <a:lnTo>
                    <a:pt x="3142015" y="3433237"/>
                  </a:lnTo>
                  <a:lnTo>
                    <a:pt x="3114802" y="3534713"/>
                  </a:lnTo>
                  <a:lnTo>
                    <a:pt x="3087538" y="3632472"/>
                  </a:lnTo>
                  <a:lnTo>
                    <a:pt x="3060181" y="3726327"/>
                  </a:lnTo>
                  <a:lnTo>
                    <a:pt x="3032675" y="3816147"/>
                  </a:lnTo>
                  <a:lnTo>
                    <a:pt x="3004953" y="3901850"/>
                  </a:lnTo>
                  <a:lnTo>
                    <a:pt x="2976934" y="3983399"/>
                  </a:lnTo>
                  <a:lnTo>
                    <a:pt x="2948519" y="4060805"/>
                  </a:lnTo>
                  <a:lnTo>
                    <a:pt x="2919595" y="4134119"/>
                  </a:lnTo>
                  <a:lnTo>
                    <a:pt x="2896531" y="4188661"/>
                  </a:lnTo>
                  <a:lnTo>
                    <a:pt x="2854310" y="4279672"/>
                  </a:lnTo>
                  <a:lnTo>
                    <a:pt x="2810156" y="4362983"/>
                  </a:lnTo>
                  <a:lnTo>
                    <a:pt x="2763540" y="4438850"/>
                  </a:lnTo>
                  <a:lnTo>
                    <a:pt x="2713883" y="4507777"/>
                  </a:lnTo>
                  <a:lnTo>
                    <a:pt x="2660583" y="4570378"/>
                  </a:lnTo>
                  <a:lnTo>
                    <a:pt x="2603044" y="4627290"/>
                  </a:lnTo>
                  <a:lnTo>
                    <a:pt x="2540719" y="4679116"/>
                  </a:lnTo>
                  <a:lnTo>
                    <a:pt x="2473152" y="4726395"/>
                  </a:lnTo>
                  <a:lnTo>
                    <a:pt x="2400047" y="4769580"/>
                  </a:lnTo>
                  <a:lnTo>
                    <a:pt x="2321349" y="4809026"/>
                  </a:lnTo>
                  <a:lnTo>
                    <a:pt x="2237347" y="4844987"/>
                  </a:lnTo>
                  <a:lnTo>
                    <a:pt x="2148779" y="4877615"/>
                  </a:lnTo>
                  <a:lnTo>
                    <a:pt x="2056934" y="4906969"/>
                  </a:lnTo>
                  <a:lnTo>
                    <a:pt x="1963709" y="4933032"/>
                  </a:lnTo>
                  <a:lnTo>
                    <a:pt x="1871597" y="4955744"/>
                  </a:lnTo>
                  <a:lnTo>
                    <a:pt x="1783551" y="4975037"/>
                  </a:lnTo>
                  <a:lnTo>
                    <a:pt x="1702722" y="4990887"/>
                  </a:lnTo>
                  <a:lnTo>
                    <a:pt x="1632073" y="5003363"/>
                  </a:lnTo>
                  <a:lnTo>
                    <a:pt x="1573941" y="5012656"/>
                  </a:lnTo>
                  <a:lnTo>
                    <a:pt x="1529639" y="5019094"/>
                  </a:lnTo>
                  <a:lnTo>
                    <a:pt x="1499192" y="5023132"/>
                  </a:lnTo>
                  <a:lnTo>
                    <a:pt x="1481263" y="5025309"/>
                  </a:lnTo>
                  <a:lnTo>
                    <a:pt x="1473241" y="5026203"/>
                  </a:lnTo>
                  <a:lnTo>
                    <a:pt x="1471387" y="5026393"/>
                  </a:lnTo>
                  <a:lnTo>
                    <a:pt x="0" y="5026393"/>
                  </a:lnTo>
                  <a:close/>
                </a:path>
              </a:pathLst>
            </a:custGeom>
            <a:solidFill>
              <a:srgbClr val="67C1B3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290" name="pl1290"/>
            <p:cNvSpPr/>
            <p:nvPr/>
          </p:nvSpPr>
          <p:spPr>
            <a:xfrm>
              <a:off x="4799595" y="3149018"/>
              <a:ext cx="11981298" cy="7494639"/>
            </a:xfrm>
            <a:custGeom>
              <a:avLst/>
              <a:pathLst>
                <a:path w="11981298" h="7494639">
                  <a:moveTo>
                    <a:pt x="0" y="5026393"/>
                  </a:moveTo>
                  <a:lnTo>
                    <a:pt x="1471387" y="5026393"/>
                  </a:lnTo>
                  <a:lnTo>
                    <a:pt x="1472266" y="5026305"/>
                  </a:lnTo>
                  <a:lnTo>
                    <a:pt x="1478074" y="5025673"/>
                  </a:lnTo>
                  <a:lnTo>
                    <a:pt x="1492823" y="5023926"/>
                  </a:lnTo>
                  <a:lnTo>
                    <a:pt x="1519459" y="5020484"/>
                  </a:lnTo>
                  <a:lnTo>
                    <a:pt x="1559703" y="5014790"/>
                  </a:lnTo>
                  <a:lnTo>
                    <a:pt x="1613923" y="5006361"/>
                  </a:lnTo>
                  <a:lnTo>
                    <a:pt x="1681160" y="4994830"/>
                  </a:lnTo>
                  <a:lnTo>
                    <a:pt x="1759335" y="4979966"/>
                  </a:lnTo>
                  <a:lnTo>
                    <a:pt x="1845620" y="4961667"/>
                  </a:lnTo>
                  <a:lnTo>
                    <a:pt x="1936876" y="4939937"/>
                  </a:lnTo>
                  <a:lnTo>
                    <a:pt x="2030060" y="4914834"/>
                  </a:lnTo>
                  <a:lnTo>
                    <a:pt x="2122525" y="4886426"/>
                  </a:lnTo>
                  <a:lnTo>
                    <a:pt x="2212198" y="4854746"/>
                  </a:lnTo>
                  <a:lnTo>
                    <a:pt x="2297617" y="4819759"/>
                  </a:lnTo>
                  <a:lnTo>
                    <a:pt x="2377894" y="4781340"/>
                  </a:lnTo>
                  <a:lnTo>
                    <a:pt x="2452621" y="4739267"/>
                  </a:lnTo>
                  <a:lnTo>
                    <a:pt x="2521766" y="4693212"/>
                  </a:lnTo>
                  <a:lnTo>
                    <a:pt x="2585563" y="4642750"/>
                  </a:lnTo>
                  <a:lnTo>
                    <a:pt x="2644431" y="4587367"/>
                  </a:lnTo>
                  <a:lnTo>
                    <a:pt x="2698895" y="4526473"/>
                  </a:lnTo>
                  <a:lnTo>
                    <a:pt x="2749542" y="4459437"/>
                  </a:lnTo>
                  <a:lnTo>
                    <a:pt x="2796974" y="4385633"/>
                  </a:lnTo>
                  <a:lnTo>
                    <a:pt x="2841782" y="4304512"/>
                  </a:lnTo>
                  <a:lnTo>
                    <a:pt x="2884512" y="4215729"/>
                  </a:lnTo>
                  <a:lnTo>
                    <a:pt x="2896531" y="4188661"/>
                  </a:lnTo>
                  <a:lnTo>
                    <a:pt x="2925948" y="4118488"/>
                  </a:lnTo>
                  <a:lnTo>
                    <a:pt x="2954750" y="4044289"/>
                  </a:lnTo>
                  <a:lnTo>
                    <a:pt x="2983069" y="3965983"/>
                  </a:lnTo>
                  <a:lnTo>
                    <a:pt x="3011016" y="3883528"/>
                  </a:lnTo>
                  <a:lnTo>
                    <a:pt x="3038685" y="3796923"/>
                  </a:lnTo>
                  <a:lnTo>
                    <a:pt x="3066153" y="3706215"/>
                  </a:lnTo>
                  <a:lnTo>
                    <a:pt x="3093485" y="3611496"/>
                  </a:lnTo>
                  <a:lnTo>
                    <a:pt x="3120735" y="3512910"/>
                  </a:lnTo>
                  <a:lnTo>
                    <a:pt x="3147941" y="3410654"/>
                  </a:lnTo>
                  <a:lnTo>
                    <a:pt x="3175137" y="3304975"/>
                  </a:lnTo>
                  <a:lnTo>
                    <a:pt x="3202344" y="3196175"/>
                  </a:lnTo>
                  <a:lnTo>
                    <a:pt x="3229575" y="3084603"/>
                  </a:lnTo>
                  <a:lnTo>
                    <a:pt x="3256838" y="2970653"/>
                  </a:lnTo>
                  <a:lnTo>
                    <a:pt x="3284132" y="2854761"/>
                  </a:lnTo>
                  <a:lnTo>
                    <a:pt x="3311455" y="2737396"/>
                  </a:lnTo>
                  <a:lnTo>
                    <a:pt x="3338798" y="2619053"/>
                  </a:lnTo>
                  <a:lnTo>
                    <a:pt x="3366151" y="2500245"/>
                  </a:lnTo>
                  <a:lnTo>
                    <a:pt x="3393503" y="2381495"/>
                  </a:lnTo>
                  <a:lnTo>
                    <a:pt x="3420843" y="2263322"/>
                  </a:lnTo>
                  <a:lnTo>
                    <a:pt x="3448160" y="2146236"/>
                  </a:lnTo>
                  <a:lnTo>
                    <a:pt x="3475448" y="2030728"/>
                  </a:lnTo>
                  <a:lnTo>
                    <a:pt x="3502704" y="1917261"/>
                  </a:lnTo>
                  <a:lnTo>
                    <a:pt x="3529929" y="1806260"/>
                  </a:lnTo>
                  <a:lnTo>
                    <a:pt x="3557131" y="1698112"/>
                  </a:lnTo>
                  <a:lnTo>
                    <a:pt x="3584327" y="1593156"/>
                  </a:lnTo>
                  <a:lnTo>
                    <a:pt x="3611541" y="1491680"/>
                  </a:lnTo>
                  <a:lnTo>
                    <a:pt x="3638804" y="1393921"/>
                  </a:lnTo>
                  <a:lnTo>
                    <a:pt x="3666161" y="1300066"/>
                  </a:lnTo>
                  <a:lnTo>
                    <a:pt x="3693667" y="1210246"/>
                  </a:lnTo>
                  <a:lnTo>
                    <a:pt x="3721389" y="1124543"/>
                  </a:lnTo>
                  <a:lnTo>
                    <a:pt x="3749408" y="1042994"/>
                  </a:lnTo>
                  <a:lnTo>
                    <a:pt x="3777823" y="965588"/>
                  </a:lnTo>
                  <a:lnTo>
                    <a:pt x="3806747" y="892274"/>
                  </a:lnTo>
                  <a:lnTo>
                    <a:pt x="3829811" y="837732"/>
                  </a:lnTo>
                  <a:lnTo>
                    <a:pt x="3872032" y="746720"/>
                  </a:lnTo>
                  <a:lnTo>
                    <a:pt x="3916186" y="663410"/>
                  </a:lnTo>
                  <a:lnTo>
                    <a:pt x="3962802" y="587543"/>
                  </a:lnTo>
                  <a:lnTo>
                    <a:pt x="4012459" y="518616"/>
                  </a:lnTo>
                  <a:lnTo>
                    <a:pt x="4065759" y="456015"/>
                  </a:lnTo>
                  <a:lnTo>
                    <a:pt x="4123298" y="399103"/>
                  </a:lnTo>
                  <a:lnTo>
                    <a:pt x="4185623" y="347277"/>
                  </a:lnTo>
                  <a:lnTo>
                    <a:pt x="4253190" y="299998"/>
                  </a:lnTo>
                  <a:lnTo>
                    <a:pt x="4326295" y="256813"/>
                  </a:lnTo>
                  <a:lnTo>
                    <a:pt x="4404993" y="217366"/>
                  </a:lnTo>
                  <a:lnTo>
                    <a:pt x="4488995" y="181406"/>
                  </a:lnTo>
                  <a:lnTo>
                    <a:pt x="4577563" y="148778"/>
                  </a:lnTo>
                  <a:lnTo>
                    <a:pt x="4669409" y="119424"/>
                  </a:lnTo>
                  <a:lnTo>
                    <a:pt x="4762633" y="93361"/>
                  </a:lnTo>
                  <a:lnTo>
                    <a:pt x="4854745" y="70649"/>
                  </a:lnTo>
                  <a:lnTo>
                    <a:pt x="4942791" y="51356"/>
                  </a:lnTo>
                  <a:lnTo>
                    <a:pt x="5023620" y="35506"/>
                  </a:lnTo>
                  <a:lnTo>
                    <a:pt x="5094270" y="23030"/>
                  </a:lnTo>
                  <a:lnTo>
                    <a:pt x="5152401" y="13737"/>
                  </a:lnTo>
                  <a:lnTo>
                    <a:pt x="5196703" y="7299"/>
                  </a:lnTo>
                  <a:lnTo>
                    <a:pt x="5227150" y="3261"/>
                  </a:lnTo>
                  <a:lnTo>
                    <a:pt x="5245079" y="1084"/>
                  </a:lnTo>
                  <a:lnTo>
                    <a:pt x="5253101" y="190"/>
                  </a:lnTo>
                  <a:lnTo>
                    <a:pt x="5254933" y="2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067" y="108"/>
                  </a:lnTo>
                  <a:lnTo>
                    <a:pt x="6731871" y="881"/>
                  </a:lnTo>
                  <a:lnTo>
                    <a:pt x="6744128" y="3014"/>
                  </a:lnTo>
                  <a:lnTo>
                    <a:pt x="6766409" y="7221"/>
                  </a:lnTo>
                  <a:lnTo>
                    <a:pt x="6800363" y="14197"/>
                  </a:lnTo>
                  <a:lnTo>
                    <a:pt x="6846616" y="24563"/>
                  </a:lnTo>
                  <a:lnTo>
                    <a:pt x="6904747" y="38826"/>
                  </a:lnTo>
                  <a:lnTo>
                    <a:pt x="6973393" y="57338"/>
                  </a:lnTo>
                  <a:lnTo>
                    <a:pt x="7050475" y="80295"/>
                  </a:lnTo>
                  <a:lnTo>
                    <a:pt x="7133503" y="107757"/>
                  </a:lnTo>
                  <a:lnTo>
                    <a:pt x="7219886" y="139684"/>
                  </a:lnTo>
                  <a:lnTo>
                    <a:pt x="7307209" y="175994"/>
                  </a:lnTo>
                  <a:lnTo>
                    <a:pt x="7393416" y="216609"/>
                  </a:lnTo>
                  <a:lnTo>
                    <a:pt x="7476904" y="261503"/>
                  </a:lnTo>
                  <a:lnTo>
                    <a:pt x="7556546" y="310733"/>
                  </a:lnTo>
                  <a:lnTo>
                    <a:pt x="7631646" y="364459"/>
                  </a:lnTo>
                  <a:lnTo>
                    <a:pt x="7701880" y="422959"/>
                  </a:lnTo>
                  <a:lnTo>
                    <a:pt x="7767207" y="486625"/>
                  </a:lnTo>
                  <a:lnTo>
                    <a:pt x="7827801" y="555967"/>
                  </a:lnTo>
                  <a:lnTo>
                    <a:pt x="7883985" y="631598"/>
                  </a:lnTo>
                  <a:lnTo>
                    <a:pt x="7936176" y="714219"/>
                  </a:lnTo>
                  <a:lnTo>
                    <a:pt x="7984843" y="804594"/>
                  </a:lnTo>
                  <a:lnTo>
                    <a:pt x="8030482" y="903502"/>
                  </a:lnTo>
                  <a:lnTo>
                    <a:pt x="8073584" y="1011673"/>
                  </a:lnTo>
                  <a:lnTo>
                    <a:pt x="8114620" y="1129677"/>
                  </a:lnTo>
                  <a:lnTo>
                    <a:pt x="8151487" y="1249106"/>
                  </a:lnTo>
                  <a:lnTo>
                    <a:pt x="8175870" y="1335238"/>
                  </a:lnTo>
                  <a:lnTo>
                    <a:pt x="8199816" y="1425463"/>
                  </a:lnTo>
                  <a:lnTo>
                    <a:pt x="8223402" y="1519855"/>
                  </a:lnTo>
                  <a:lnTo>
                    <a:pt x="8246696" y="1618464"/>
                  </a:lnTo>
                  <a:lnTo>
                    <a:pt x="8269757" y="1721313"/>
                  </a:lnTo>
                  <a:lnTo>
                    <a:pt x="8292636" y="1828394"/>
                  </a:lnTo>
                  <a:lnTo>
                    <a:pt x="8315375" y="1939666"/>
                  </a:lnTo>
                  <a:lnTo>
                    <a:pt x="8338014" y="2055056"/>
                  </a:lnTo>
                  <a:lnTo>
                    <a:pt x="8360583" y="2174456"/>
                  </a:lnTo>
                  <a:lnTo>
                    <a:pt x="8383109" y="2297720"/>
                  </a:lnTo>
                  <a:lnTo>
                    <a:pt x="8405612" y="2424668"/>
                  </a:lnTo>
                  <a:lnTo>
                    <a:pt x="8428110" y="2555080"/>
                  </a:lnTo>
                  <a:lnTo>
                    <a:pt x="8450614" y="2688703"/>
                  </a:lnTo>
                  <a:lnTo>
                    <a:pt x="8473134" y="2825248"/>
                  </a:lnTo>
                  <a:lnTo>
                    <a:pt x="8495673" y="2964395"/>
                  </a:lnTo>
                  <a:lnTo>
                    <a:pt x="8518235" y="3105792"/>
                  </a:lnTo>
                  <a:lnTo>
                    <a:pt x="8540819" y="3249061"/>
                  </a:lnTo>
                  <a:lnTo>
                    <a:pt x="8563421" y="3393802"/>
                  </a:lnTo>
                  <a:lnTo>
                    <a:pt x="8586039" y="3539598"/>
                  </a:lnTo>
                  <a:lnTo>
                    <a:pt x="8608665" y="3686018"/>
                  </a:lnTo>
                  <a:lnTo>
                    <a:pt x="8631294" y="3832622"/>
                  </a:lnTo>
                  <a:lnTo>
                    <a:pt x="8653919" y="3978969"/>
                  </a:lnTo>
                  <a:lnTo>
                    <a:pt x="8676534" y="4124621"/>
                  </a:lnTo>
                  <a:lnTo>
                    <a:pt x="8699134" y="4269150"/>
                  </a:lnTo>
                  <a:lnTo>
                    <a:pt x="8721714" y="4412139"/>
                  </a:lnTo>
                  <a:lnTo>
                    <a:pt x="8744272" y="4553193"/>
                  </a:lnTo>
                  <a:lnTo>
                    <a:pt x="8766809" y="4691936"/>
                  </a:lnTo>
                  <a:lnTo>
                    <a:pt x="8789325" y="4828025"/>
                  </a:lnTo>
                  <a:lnTo>
                    <a:pt x="8811828" y="4961141"/>
                  </a:lnTo>
                  <a:lnTo>
                    <a:pt x="8834325" y="5091002"/>
                  </a:lnTo>
                  <a:lnTo>
                    <a:pt x="8856831" y="5217360"/>
                  </a:lnTo>
                  <a:lnTo>
                    <a:pt x="8879362" y="5340003"/>
                  </a:lnTo>
                  <a:lnTo>
                    <a:pt x="8901941" y="5458755"/>
                  </a:lnTo>
                  <a:lnTo>
                    <a:pt x="8924594" y="5573478"/>
                  </a:lnTo>
                  <a:lnTo>
                    <a:pt x="8947353" y="5684068"/>
                  </a:lnTo>
                  <a:lnTo>
                    <a:pt x="8970258" y="5790457"/>
                  </a:lnTo>
                  <a:lnTo>
                    <a:pt x="8993354" y="5892612"/>
                  </a:lnTo>
                  <a:lnTo>
                    <a:pt x="9016692" y="5990528"/>
                  </a:lnTo>
                  <a:lnTo>
                    <a:pt x="9040332" y="6084234"/>
                  </a:lnTo>
                  <a:lnTo>
                    <a:pt x="9064344" y="6173782"/>
                  </a:lnTo>
                  <a:lnTo>
                    <a:pt x="9084767" y="6245532"/>
                  </a:lnTo>
                  <a:lnTo>
                    <a:pt x="9124255" y="6372965"/>
                  </a:lnTo>
                  <a:lnTo>
                    <a:pt x="9165412" y="6490315"/>
                  </a:lnTo>
                  <a:lnTo>
                    <a:pt x="9208665" y="6597862"/>
                  </a:lnTo>
                  <a:lnTo>
                    <a:pt x="9254486" y="6696191"/>
                  </a:lnTo>
                  <a:lnTo>
                    <a:pt x="9303369" y="6786036"/>
                  </a:lnTo>
                  <a:lnTo>
                    <a:pt x="9355806" y="6868178"/>
                  </a:lnTo>
                  <a:lnTo>
                    <a:pt x="9412266" y="6943378"/>
                  </a:lnTo>
                  <a:lnTo>
                    <a:pt x="9473160" y="7012332"/>
                  </a:lnTo>
                  <a:lnTo>
                    <a:pt x="9538804" y="7075648"/>
                  </a:lnTo>
                  <a:lnTo>
                    <a:pt x="9609358" y="7133825"/>
                  </a:lnTo>
                  <a:lnTo>
                    <a:pt x="9684769" y="7187251"/>
                  </a:lnTo>
                  <a:lnTo>
                    <a:pt x="9764687" y="7236195"/>
                  </a:lnTo>
                  <a:lnTo>
                    <a:pt x="9848392" y="7280809"/>
                  </a:lnTo>
                  <a:lnTo>
                    <a:pt x="9934725" y="7321144"/>
                  </a:lnTo>
                  <a:lnTo>
                    <a:pt x="10022054" y="7357171"/>
                  </a:lnTo>
                  <a:lnTo>
                    <a:pt x="10108296" y="7388810"/>
                  </a:lnTo>
                  <a:lnTo>
                    <a:pt x="10191015" y="7415978"/>
                  </a:lnTo>
                  <a:lnTo>
                    <a:pt x="10267620" y="7438642"/>
                  </a:lnTo>
                  <a:lnTo>
                    <a:pt x="10335637" y="7456869"/>
                  </a:lnTo>
                  <a:lnTo>
                    <a:pt x="10393025" y="7470865"/>
                  </a:lnTo>
                  <a:lnTo>
                    <a:pt x="10438478" y="7480994"/>
                  </a:lnTo>
                  <a:lnTo>
                    <a:pt x="10471641" y="7487769"/>
                  </a:lnTo>
                  <a:lnTo>
                    <a:pt x="10493207" y="7491819"/>
                  </a:lnTo>
                  <a:lnTo>
                    <a:pt x="10504891" y="7493842"/>
                  </a:lnTo>
                  <a:lnTo>
                    <a:pt x="10509317" y="7494550"/>
                  </a:lnTo>
                  <a:lnTo>
                    <a:pt x="10509911" y="7494639"/>
                  </a:lnTo>
                  <a:lnTo>
                    <a:pt x="11981298" y="749463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91" name="pl1291"/>
            <p:cNvSpPr/>
            <p:nvPr/>
          </p:nvSpPr>
          <p:spPr>
            <a:xfrm>
              <a:off x="4799595" y="3140845"/>
              <a:ext cx="11981298" cy="7494639"/>
            </a:xfrm>
            <a:custGeom>
              <a:avLst/>
              <a:pathLst>
                <a:path w="11981298" h="7494639">
                  <a:moveTo>
                    <a:pt x="11981298" y="7494639"/>
                  </a:moveTo>
                  <a:lnTo>
                    <a:pt x="10509911" y="7494639"/>
                  </a:lnTo>
                  <a:lnTo>
                    <a:pt x="10509186" y="7494530"/>
                  </a:lnTo>
                  <a:lnTo>
                    <a:pt x="10504383" y="7493758"/>
                  </a:lnTo>
                  <a:lnTo>
                    <a:pt x="10492125" y="7491625"/>
                  </a:lnTo>
                  <a:lnTo>
                    <a:pt x="10469844" y="7487417"/>
                  </a:lnTo>
                  <a:lnTo>
                    <a:pt x="10435890" y="7480442"/>
                  </a:lnTo>
                  <a:lnTo>
                    <a:pt x="10389637" y="7470075"/>
                  </a:lnTo>
                  <a:lnTo>
                    <a:pt x="10331506" y="7455813"/>
                  </a:lnTo>
                  <a:lnTo>
                    <a:pt x="10262860" y="7437301"/>
                  </a:lnTo>
                  <a:lnTo>
                    <a:pt x="10185778" y="7414343"/>
                  </a:lnTo>
                  <a:lnTo>
                    <a:pt x="10102751" y="7386882"/>
                  </a:lnTo>
                  <a:lnTo>
                    <a:pt x="10016367" y="7354954"/>
                  </a:lnTo>
                  <a:lnTo>
                    <a:pt x="9929044" y="7318644"/>
                  </a:lnTo>
                  <a:lnTo>
                    <a:pt x="9842837" y="7278029"/>
                  </a:lnTo>
                  <a:lnTo>
                    <a:pt x="9759349" y="7233135"/>
                  </a:lnTo>
                  <a:lnTo>
                    <a:pt x="9679708" y="7183906"/>
                  </a:lnTo>
                  <a:lnTo>
                    <a:pt x="9604607" y="7130179"/>
                  </a:lnTo>
                  <a:lnTo>
                    <a:pt x="9534373" y="7071680"/>
                  </a:lnTo>
                  <a:lnTo>
                    <a:pt x="9469047" y="7008013"/>
                  </a:lnTo>
                  <a:lnTo>
                    <a:pt x="9408452" y="6938671"/>
                  </a:lnTo>
                  <a:lnTo>
                    <a:pt x="9352268" y="6863041"/>
                  </a:lnTo>
                  <a:lnTo>
                    <a:pt x="9300078" y="6780420"/>
                  </a:lnTo>
                  <a:lnTo>
                    <a:pt x="9251410" y="6690045"/>
                  </a:lnTo>
                  <a:lnTo>
                    <a:pt x="9205771" y="6591136"/>
                  </a:lnTo>
                  <a:lnTo>
                    <a:pt x="9162669" y="6482965"/>
                  </a:lnTo>
                  <a:lnTo>
                    <a:pt x="9121633" y="6364962"/>
                  </a:lnTo>
                  <a:lnTo>
                    <a:pt x="9084767" y="6245532"/>
                  </a:lnTo>
                  <a:lnTo>
                    <a:pt x="9060384" y="6159400"/>
                  </a:lnTo>
                  <a:lnTo>
                    <a:pt x="9036437" y="6069176"/>
                  </a:lnTo>
                  <a:lnTo>
                    <a:pt x="9012851" y="5974784"/>
                  </a:lnTo>
                  <a:lnTo>
                    <a:pt x="8989557" y="5876174"/>
                  </a:lnTo>
                  <a:lnTo>
                    <a:pt x="8966496" y="5773325"/>
                  </a:lnTo>
                  <a:lnTo>
                    <a:pt x="8943618" y="5666245"/>
                  </a:lnTo>
                  <a:lnTo>
                    <a:pt x="8920878" y="5554973"/>
                  </a:lnTo>
                  <a:lnTo>
                    <a:pt x="8898239" y="5439582"/>
                  </a:lnTo>
                  <a:lnTo>
                    <a:pt x="8875670" y="5320183"/>
                  </a:lnTo>
                  <a:lnTo>
                    <a:pt x="8853145" y="5196918"/>
                  </a:lnTo>
                  <a:lnTo>
                    <a:pt x="8830641" y="5069971"/>
                  </a:lnTo>
                  <a:lnTo>
                    <a:pt x="8808143" y="4939559"/>
                  </a:lnTo>
                  <a:lnTo>
                    <a:pt x="8785639" y="4805935"/>
                  </a:lnTo>
                  <a:lnTo>
                    <a:pt x="8763120" y="4669390"/>
                  </a:lnTo>
                  <a:lnTo>
                    <a:pt x="8740580" y="4530243"/>
                  </a:lnTo>
                  <a:lnTo>
                    <a:pt x="8718018" y="4388847"/>
                  </a:lnTo>
                  <a:lnTo>
                    <a:pt x="8695435" y="4245578"/>
                  </a:lnTo>
                  <a:lnTo>
                    <a:pt x="8672832" y="4100836"/>
                  </a:lnTo>
                  <a:lnTo>
                    <a:pt x="8650215" y="3955040"/>
                  </a:lnTo>
                  <a:lnTo>
                    <a:pt x="8627588" y="3808621"/>
                  </a:lnTo>
                  <a:lnTo>
                    <a:pt x="8604959" y="3662017"/>
                  </a:lnTo>
                  <a:lnTo>
                    <a:pt x="8582334" y="3515670"/>
                  </a:lnTo>
                  <a:lnTo>
                    <a:pt x="8559719" y="3370017"/>
                  </a:lnTo>
                  <a:lnTo>
                    <a:pt x="8537119" y="3225489"/>
                  </a:lnTo>
                  <a:lnTo>
                    <a:pt x="8514539" y="3082499"/>
                  </a:lnTo>
                  <a:lnTo>
                    <a:pt x="8491981" y="2941446"/>
                  </a:lnTo>
                  <a:lnTo>
                    <a:pt x="8469445" y="2802702"/>
                  </a:lnTo>
                  <a:lnTo>
                    <a:pt x="8446928" y="2666614"/>
                  </a:lnTo>
                  <a:lnTo>
                    <a:pt x="8424426" y="2533498"/>
                  </a:lnTo>
                  <a:lnTo>
                    <a:pt x="8401928" y="2403636"/>
                  </a:lnTo>
                  <a:lnTo>
                    <a:pt x="8379422" y="2277278"/>
                  </a:lnTo>
                  <a:lnTo>
                    <a:pt x="8356891" y="2154635"/>
                  </a:lnTo>
                  <a:lnTo>
                    <a:pt x="8334312" y="2035883"/>
                  </a:lnTo>
                  <a:lnTo>
                    <a:pt x="8311660" y="1921160"/>
                  </a:lnTo>
                  <a:lnTo>
                    <a:pt x="8288900" y="1810571"/>
                  </a:lnTo>
                  <a:lnTo>
                    <a:pt x="8265995" y="1704181"/>
                  </a:lnTo>
                  <a:lnTo>
                    <a:pt x="8242899" y="1602027"/>
                  </a:lnTo>
                  <a:lnTo>
                    <a:pt x="8219562" y="1504110"/>
                  </a:lnTo>
                  <a:lnTo>
                    <a:pt x="8195921" y="1410405"/>
                  </a:lnTo>
                  <a:lnTo>
                    <a:pt x="8171909" y="1320856"/>
                  </a:lnTo>
                  <a:lnTo>
                    <a:pt x="8151487" y="1249106"/>
                  </a:lnTo>
                  <a:lnTo>
                    <a:pt x="8111998" y="1121673"/>
                  </a:lnTo>
                  <a:lnTo>
                    <a:pt x="8070841" y="1004323"/>
                  </a:lnTo>
                  <a:lnTo>
                    <a:pt x="8027588" y="896776"/>
                  </a:lnTo>
                  <a:lnTo>
                    <a:pt x="7981767" y="798447"/>
                  </a:lnTo>
                  <a:lnTo>
                    <a:pt x="7932884" y="708602"/>
                  </a:lnTo>
                  <a:lnTo>
                    <a:pt x="7880447" y="626460"/>
                  </a:lnTo>
                  <a:lnTo>
                    <a:pt x="7823988" y="551260"/>
                  </a:lnTo>
                  <a:lnTo>
                    <a:pt x="7763093" y="482306"/>
                  </a:lnTo>
                  <a:lnTo>
                    <a:pt x="7697449" y="418991"/>
                  </a:lnTo>
                  <a:lnTo>
                    <a:pt x="7626895" y="360813"/>
                  </a:lnTo>
                  <a:lnTo>
                    <a:pt x="7551484" y="307387"/>
                  </a:lnTo>
                  <a:lnTo>
                    <a:pt x="7471566" y="258444"/>
                  </a:lnTo>
                  <a:lnTo>
                    <a:pt x="7387861" y="213830"/>
                  </a:lnTo>
                  <a:lnTo>
                    <a:pt x="7301528" y="173494"/>
                  </a:lnTo>
                  <a:lnTo>
                    <a:pt x="7214199" y="137467"/>
                  </a:lnTo>
                  <a:lnTo>
                    <a:pt x="7127958" y="105829"/>
                  </a:lnTo>
                  <a:lnTo>
                    <a:pt x="7045239" y="78661"/>
                  </a:lnTo>
                  <a:lnTo>
                    <a:pt x="6968633" y="55996"/>
                  </a:lnTo>
                  <a:lnTo>
                    <a:pt x="6900616" y="37769"/>
                  </a:lnTo>
                  <a:lnTo>
                    <a:pt x="6843228" y="23773"/>
                  </a:lnTo>
                  <a:lnTo>
                    <a:pt x="6797775" y="13644"/>
                  </a:lnTo>
                  <a:lnTo>
                    <a:pt x="6764613" y="6869"/>
                  </a:lnTo>
                  <a:lnTo>
                    <a:pt x="6743046" y="2819"/>
                  </a:lnTo>
                  <a:lnTo>
                    <a:pt x="6731363" y="797"/>
                  </a:lnTo>
                  <a:lnTo>
                    <a:pt x="6726936" y="88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076" y="88"/>
                  </a:lnTo>
                  <a:lnTo>
                    <a:pt x="5248268" y="720"/>
                  </a:lnTo>
                  <a:lnTo>
                    <a:pt x="5233519" y="2466"/>
                  </a:lnTo>
                  <a:lnTo>
                    <a:pt x="5206883" y="5909"/>
                  </a:lnTo>
                  <a:lnTo>
                    <a:pt x="5166639" y="11603"/>
                  </a:lnTo>
                  <a:lnTo>
                    <a:pt x="5112419" y="20032"/>
                  </a:lnTo>
                  <a:lnTo>
                    <a:pt x="5045183" y="31563"/>
                  </a:lnTo>
                  <a:lnTo>
                    <a:pt x="4967007" y="46427"/>
                  </a:lnTo>
                  <a:lnTo>
                    <a:pt x="4880722" y="64726"/>
                  </a:lnTo>
                  <a:lnTo>
                    <a:pt x="4789466" y="86456"/>
                  </a:lnTo>
                  <a:lnTo>
                    <a:pt x="4696283" y="111559"/>
                  </a:lnTo>
                  <a:lnTo>
                    <a:pt x="4603817" y="139967"/>
                  </a:lnTo>
                  <a:lnTo>
                    <a:pt x="4514144" y="171647"/>
                  </a:lnTo>
                  <a:lnTo>
                    <a:pt x="4428725" y="206634"/>
                  </a:lnTo>
                  <a:lnTo>
                    <a:pt x="4348448" y="245053"/>
                  </a:lnTo>
                  <a:lnTo>
                    <a:pt x="4273721" y="287126"/>
                  </a:lnTo>
                  <a:lnTo>
                    <a:pt x="4204576" y="333181"/>
                  </a:lnTo>
                  <a:lnTo>
                    <a:pt x="4140779" y="383643"/>
                  </a:lnTo>
                  <a:lnTo>
                    <a:pt x="4081911" y="439026"/>
                  </a:lnTo>
                  <a:lnTo>
                    <a:pt x="4027447" y="499920"/>
                  </a:lnTo>
                  <a:lnTo>
                    <a:pt x="3976800" y="566956"/>
                  </a:lnTo>
                  <a:lnTo>
                    <a:pt x="3929368" y="640760"/>
                  </a:lnTo>
                  <a:lnTo>
                    <a:pt x="3884560" y="721881"/>
                  </a:lnTo>
                  <a:lnTo>
                    <a:pt x="3841831" y="810664"/>
                  </a:lnTo>
                  <a:lnTo>
                    <a:pt x="3829811" y="837732"/>
                  </a:lnTo>
                  <a:lnTo>
                    <a:pt x="3800394" y="907905"/>
                  </a:lnTo>
                  <a:lnTo>
                    <a:pt x="3771592" y="982104"/>
                  </a:lnTo>
                  <a:lnTo>
                    <a:pt x="3743273" y="1060410"/>
                  </a:lnTo>
                  <a:lnTo>
                    <a:pt x="3715326" y="1142865"/>
                  </a:lnTo>
                  <a:lnTo>
                    <a:pt x="3687657" y="1229469"/>
                  </a:lnTo>
                  <a:lnTo>
                    <a:pt x="3660189" y="1320178"/>
                  </a:lnTo>
                  <a:lnTo>
                    <a:pt x="3632857" y="1414897"/>
                  </a:lnTo>
                  <a:lnTo>
                    <a:pt x="3605608" y="1513483"/>
                  </a:lnTo>
                  <a:lnTo>
                    <a:pt x="3578401" y="1615739"/>
                  </a:lnTo>
                  <a:lnTo>
                    <a:pt x="3551205" y="1721418"/>
                  </a:lnTo>
                  <a:lnTo>
                    <a:pt x="3523998" y="1830218"/>
                  </a:lnTo>
                  <a:lnTo>
                    <a:pt x="3496767" y="1941790"/>
                  </a:lnTo>
                  <a:lnTo>
                    <a:pt x="3469505" y="2055740"/>
                  </a:lnTo>
                  <a:lnTo>
                    <a:pt x="3442210" y="2171632"/>
                  </a:lnTo>
                  <a:lnTo>
                    <a:pt x="3414887" y="2288997"/>
                  </a:lnTo>
                  <a:lnTo>
                    <a:pt x="3387544" y="2407340"/>
                  </a:lnTo>
                  <a:lnTo>
                    <a:pt x="3360191" y="2526148"/>
                  </a:lnTo>
                  <a:lnTo>
                    <a:pt x="3332839" y="2644898"/>
                  </a:lnTo>
                  <a:lnTo>
                    <a:pt x="3305499" y="2763071"/>
                  </a:lnTo>
                  <a:lnTo>
                    <a:pt x="3278182" y="2880157"/>
                  </a:lnTo>
                  <a:lnTo>
                    <a:pt x="3250894" y="2995665"/>
                  </a:lnTo>
                  <a:lnTo>
                    <a:pt x="3223639" y="3109132"/>
                  </a:lnTo>
                  <a:lnTo>
                    <a:pt x="3196414" y="3220133"/>
                  </a:lnTo>
                  <a:lnTo>
                    <a:pt x="3169211" y="3328281"/>
                  </a:lnTo>
                  <a:lnTo>
                    <a:pt x="3142015" y="3433237"/>
                  </a:lnTo>
                  <a:lnTo>
                    <a:pt x="3114802" y="3534713"/>
                  </a:lnTo>
                  <a:lnTo>
                    <a:pt x="3087538" y="3632472"/>
                  </a:lnTo>
                  <a:lnTo>
                    <a:pt x="3060181" y="3726327"/>
                  </a:lnTo>
                  <a:lnTo>
                    <a:pt x="3032675" y="3816147"/>
                  </a:lnTo>
                  <a:lnTo>
                    <a:pt x="3004953" y="3901850"/>
                  </a:lnTo>
                  <a:lnTo>
                    <a:pt x="2976934" y="3983399"/>
                  </a:lnTo>
                  <a:lnTo>
                    <a:pt x="2948519" y="4060805"/>
                  </a:lnTo>
                  <a:lnTo>
                    <a:pt x="2919595" y="4134119"/>
                  </a:lnTo>
                  <a:lnTo>
                    <a:pt x="2896531" y="4188661"/>
                  </a:lnTo>
                  <a:lnTo>
                    <a:pt x="2854310" y="4279672"/>
                  </a:lnTo>
                  <a:lnTo>
                    <a:pt x="2810156" y="4362983"/>
                  </a:lnTo>
                  <a:lnTo>
                    <a:pt x="2763540" y="4438850"/>
                  </a:lnTo>
                  <a:lnTo>
                    <a:pt x="2713883" y="4507777"/>
                  </a:lnTo>
                  <a:lnTo>
                    <a:pt x="2660583" y="4570378"/>
                  </a:lnTo>
                  <a:lnTo>
                    <a:pt x="2603044" y="4627290"/>
                  </a:lnTo>
                  <a:lnTo>
                    <a:pt x="2540719" y="4679116"/>
                  </a:lnTo>
                  <a:lnTo>
                    <a:pt x="2473152" y="4726395"/>
                  </a:lnTo>
                  <a:lnTo>
                    <a:pt x="2400047" y="4769580"/>
                  </a:lnTo>
                  <a:lnTo>
                    <a:pt x="2321349" y="4809026"/>
                  </a:lnTo>
                  <a:lnTo>
                    <a:pt x="2237347" y="4844987"/>
                  </a:lnTo>
                  <a:lnTo>
                    <a:pt x="2148779" y="4877615"/>
                  </a:lnTo>
                  <a:lnTo>
                    <a:pt x="2056934" y="4906969"/>
                  </a:lnTo>
                  <a:lnTo>
                    <a:pt x="1963709" y="4933032"/>
                  </a:lnTo>
                  <a:lnTo>
                    <a:pt x="1871597" y="4955744"/>
                  </a:lnTo>
                  <a:lnTo>
                    <a:pt x="1783551" y="4975037"/>
                  </a:lnTo>
                  <a:lnTo>
                    <a:pt x="1702722" y="4990887"/>
                  </a:lnTo>
                  <a:lnTo>
                    <a:pt x="1632073" y="5003363"/>
                  </a:lnTo>
                  <a:lnTo>
                    <a:pt x="1573941" y="5012656"/>
                  </a:lnTo>
                  <a:lnTo>
                    <a:pt x="1529639" y="5019094"/>
                  </a:lnTo>
                  <a:lnTo>
                    <a:pt x="1499192" y="5023132"/>
                  </a:lnTo>
                  <a:lnTo>
                    <a:pt x="1481263" y="5025309"/>
                  </a:lnTo>
                  <a:lnTo>
                    <a:pt x="1473241" y="5026203"/>
                  </a:lnTo>
                  <a:lnTo>
                    <a:pt x="1471409" y="5026391"/>
                  </a:lnTo>
                  <a:lnTo>
                    <a:pt x="1471387" y="5026393"/>
                  </a:lnTo>
                  <a:lnTo>
                    <a:pt x="0" y="502639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92" name="pg1292"/>
            <p:cNvSpPr/>
            <p:nvPr/>
          </p:nvSpPr>
          <p:spPr>
            <a:xfrm>
              <a:off x="4799595" y="5821589"/>
              <a:ext cx="11981298" cy="2664397"/>
            </a:xfrm>
            <a:custGeom>
              <a:avLst/>
              <a:pathLst>
                <a:path w="11981298" h="2664397">
                  <a:moveTo>
                    <a:pt x="0" y="2664397"/>
                  </a:moveTo>
                  <a:lnTo>
                    <a:pt x="1471387" y="2664397"/>
                  </a:lnTo>
                  <a:lnTo>
                    <a:pt x="1472625" y="2664396"/>
                  </a:lnTo>
                  <a:lnTo>
                    <a:pt x="1480747" y="2664389"/>
                  </a:lnTo>
                  <a:lnTo>
                    <a:pt x="1501168" y="2664368"/>
                  </a:lnTo>
                  <a:lnTo>
                    <a:pt x="1537545" y="2664329"/>
                  </a:lnTo>
                  <a:lnTo>
                    <a:pt x="1591500" y="2664263"/>
                  </a:lnTo>
                  <a:lnTo>
                    <a:pt x="1662494" y="2664167"/>
                  </a:lnTo>
                  <a:lnTo>
                    <a:pt x="1748062" y="2664038"/>
                  </a:lnTo>
                  <a:lnTo>
                    <a:pt x="1844378" y="2663873"/>
                  </a:lnTo>
                  <a:lnTo>
                    <a:pt x="1947023" y="2663673"/>
                  </a:lnTo>
                  <a:lnTo>
                    <a:pt x="2051717" y="2663439"/>
                  </a:lnTo>
                  <a:lnTo>
                    <a:pt x="2154845" y="2663170"/>
                  </a:lnTo>
                  <a:lnTo>
                    <a:pt x="2253722" y="2662869"/>
                  </a:lnTo>
                  <a:lnTo>
                    <a:pt x="2346626" y="2662532"/>
                  </a:lnTo>
                  <a:lnTo>
                    <a:pt x="2432679" y="2662160"/>
                  </a:lnTo>
                  <a:lnTo>
                    <a:pt x="2511669" y="2661747"/>
                  </a:lnTo>
                  <a:lnTo>
                    <a:pt x="2583856" y="2661290"/>
                  </a:lnTo>
                  <a:lnTo>
                    <a:pt x="2649809" y="2660782"/>
                  </a:lnTo>
                  <a:lnTo>
                    <a:pt x="2710276" y="2660218"/>
                  </a:lnTo>
                  <a:lnTo>
                    <a:pt x="2766092" y="2659589"/>
                  </a:lnTo>
                  <a:lnTo>
                    <a:pt x="2818111" y="2658888"/>
                  </a:lnTo>
                  <a:lnTo>
                    <a:pt x="2867146" y="2658111"/>
                  </a:lnTo>
                  <a:lnTo>
                    <a:pt x="2896531" y="2657586"/>
                  </a:lnTo>
                  <a:lnTo>
                    <a:pt x="2952756" y="2656456"/>
                  </a:lnTo>
                  <a:lnTo>
                    <a:pt x="3007132" y="2655201"/>
                  </a:lnTo>
                  <a:lnTo>
                    <a:pt x="3060412" y="2653821"/>
                  </a:lnTo>
                  <a:lnTo>
                    <a:pt x="3113129" y="2652319"/>
                  </a:lnTo>
                  <a:lnTo>
                    <a:pt x="3165642" y="2650705"/>
                  </a:lnTo>
                  <a:lnTo>
                    <a:pt x="3218162" y="2648993"/>
                  </a:lnTo>
                  <a:lnTo>
                    <a:pt x="3270786" y="2647204"/>
                  </a:lnTo>
                  <a:lnTo>
                    <a:pt x="3323521" y="2645363"/>
                  </a:lnTo>
                  <a:lnTo>
                    <a:pt x="3376314" y="2643500"/>
                  </a:lnTo>
                  <a:lnTo>
                    <a:pt x="3429087" y="2641645"/>
                  </a:lnTo>
                  <a:lnTo>
                    <a:pt x="3481771" y="2639826"/>
                  </a:lnTo>
                  <a:lnTo>
                    <a:pt x="3534338" y="2638073"/>
                  </a:lnTo>
                  <a:lnTo>
                    <a:pt x="3586836" y="2636407"/>
                  </a:lnTo>
                  <a:lnTo>
                    <a:pt x="3639415" y="2634847"/>
                  </a:lnTo>
                  <a:lnTo>
                    <a:pt x="3692357" y="2633405"/>
                  </a:lnTo>
                  <a:lnTo>
                    <a:pt x="3746104" y="2632088"/>
                  </a:lnTo>
                  <a:lnTo>
                    <a:pt x="3801290" y="2630895"/>
                  </a:lnTo>
                  <a:lnTo>
                    <a:pt x="3829811" y="2630343"/>
                  </a:lnTo>
                  <a:lnTo>
                    <a:pt x="3877360" y="2629516"/>
                  </a:lnTo>
                  <a:lnTo>
                    <a:pt x="3927428" y="2628768"/>
                  </a:lnTo>
                  <a:lnTo>
                    <a:pt x="3980778" y="2628095"/>
                  </a:lnTo>
                  <a:lnTo>
                    <a:pt x="4038245" y="2627491"/>
                  </a:lnTo>
                  <a:lnTo>
                    <a:pt x="4100683" y="2626949"/>
                  </a:lnTo>
                  <a:lnTo>
                    <a:pt x="4168902" y="2626461"/>
                  </a:lnTo>
                  <a:lnTo>
                    <a:pt x="4243598" y="2626022"/>
                  </a:lnTo>
                  <a:lnTo>
                    <a:pt x="4325239" y="2625625"/>
                  </a:lnTo>
                  <a:lnTo>
                    <a:pt x="4413929" y="2625266"/>
                  </a:lnTo>
                  <a:lnTo>
                    <a:pt x="4509226" y="2624943"/>
                  </a:lnTo>
                  <a:lnTo>
                    <a:pt x="4609957" y="2624654"/>
                  </a:lnTo>
                  <a:lnTo>
                    <a:pt x="4714043" y="2624398"/>
                  </a:lnTo>
                  <a:lnTo>
                    <a:pt x="4818434" y="2624176"/>
                  </a:lnTo>
                  <a:lnTo>
                    <a:pt x="4919220" y="2623990"/>
                  </a:lnTo>
                  <a:lnTo>
                    <a:pt x="5011992" y="2623838"/>
                  </a:lnTo>
                  <a:lnTo>
                    <a:pt x="5092463" y="2623722"/>
                  </a:lnTo>
                  <a:lnTo>
                    <a:pt x="5157236" y="2623638"/>
                  </a:lnTo>
                  <a:lnTo>
                    <a:pt x="5204519" y="2623583"/>
                  </a:lnTo>
                  <a:lnTo>
                    <a:pt x="5234582" y="2623551"/>
                  </a:lnTo>
                  <a:lnTo>
                    <a:pt x="5249842" y="2623536"/>
                  </a:lnTo>
                  <a:lnTo>
                    <a:pt x="5254649" y="2623532"/>
                  </a:lnTo>
                  <a:lnTo>
                    <a:pt x="5254955" y="2623532"/>
                  </a:lnTo>
                  <a:lnTo>
                    <a:pt x="6726343" y="2623532"/>
                  </a:lnTo>
                  <a:lnTo>
                    <a:pt x="6727502" y="2623471"/>
                  </a:lnTo>
                  <a:lnTo>
                    <a:pt x="6735117" y="2623033"/>
                  </a:lnTo>
                  <a:lnTo>
                    <a:pt x="6754305" y="2621825"/>
                  </a:lnTo>
                  <a:lnTo>
                    <a:pt x="6788585" y="2619445"/>
                  </a:lnTo>
                  <a:lnTo>
                    <a:pt x="6839627" y="2615527"/>
                  </a:lnTo>
                  <a:lnTo>
                    <a:pt x="6907126" y="2609770"/>
                  </a:lnTo>
                  <a:lnTo>
                    <a:pt x="6988968" y="2601970"/>
                  </a:lnTo>
                  <a:lnTo>
                    <a:pt x="7081713" y="2592027"/>
                  </a:lnTo>
                  <a:lnTo>
                    <a:pt x="7181267" y="2579926"/>
                  </a:lnTo>
                  <a:lnTo>
                    <a:pt x="7283553" y="2565703"/>
                  </a:lnTo>
                  <a:lnTo>
                    <a:pt x="7385032" y="2549404"/>
                  </a:lnTo>
                  <a:lnTo>
                    <a:pt x="7482979" y="2531050"/>
                  </a:lnTo>
                  <a:lnTo>
                    <a:pt x="7575563" y="2510609"/>
                  </a:lnTo>
                  <a:lnTo>
                    <a:pt x="7661761" y="2487980"/>
                  </a:lnTo>
                  <a:lnTo>
                    <a:pt x="7741210" y="2462985"/>
                  </a:lnTo>
                  <a:lnTo>
                    <a:pt x="7814029" y="2435370"/>
                  </a:lnTo>
                  <a:lnTo>
                    <a:pt x="7880668" y="2404808"/>
                  </a:lnTo>
                  <a:lnTo>
                    <a:pt x="7941778" y="2370911"/>
                  </a:lnTo>
                  <a:lnTo>
                    <a:pt x="7998118" y="2333250"/>
                  </a:lnTo>
                  <a:lnTo>
                    <a:pt x="8050485" y="2291389"/>
                  </a:lnTo>
                  <a:lnTo>
                    <a:pt x="8099663" y="2244946"/>
                  </a:lnTo>
                  <a:lnTo>
                    <a:pt x="8146373" y="2193690"/>
                  </a:lnTo>
                  <a:lnTo>
                    <a:pt x="8151487" y="2187639"/>
                  </a:lnTo>
                  <a:lnTo>
                    <a:pt x="8190360" y="2138764"/>
                  </a:lnTo>
                  <a:lnTo>
                    <a:pt x="8228231" y="2086178"/>
                  </a:lnTo>
                  <a:lnTo>
                    <a:pt x="8265380" y="2029806"/>
                  </a:lnTo>
                  <a:lnTo>
                    <a:pt x="8302034" y="1969640"/>
                  </a:lnTo>
                  <a:lnTo>
                    <a:pt x="8338372" y="1905741"/>
                  </a:lnTo>
                  <a:lnTo>
                    <a:pt x="8374531" y="1838253"/>
                  </a:lnTo>
                  <a:lnTo>
                    <a:pt x="8410611" y="1767400"/>
                  </a:lnTo>
                  <a:lnTo>
                    <a:pt x="8446683" y="1693491"/>
                  </a:lnTo>
                  <a:lnTo>
                    <a:pt x="8482790" y="1616918"/>
                  </a:lnTo>
                  <a:lnTo>
                    <a:pt x="8518951" y="1538146"/>
                  </a:lnTo>
                  <a:lnTo>
                    <a:pt x="8555167" y="1457710"/>
                  </a:lnTo>
                  <a:lnTo>
                    <a:pt x="8591424" y="1376190"/>
                  </a:lnTo>
                  <a:lnTo>
                    <a:pt x="8627701" y="1294206"/>
                  </a:lnTo>
                  <a:lnTo>
                    <a:pt x="8663971" y="1212389"/>
                  </a:lnTo>
                  <a:lnTo>
                    <a:pt x="8700208" y="1131366"/>
                  </a:lnTo>
                  <a:lnTo>
                    <a:pt x="8736396" y="1051738"/>
                  </a:lnTo>
                  <a:lnTo>
                    <a:pt x="8772527" y="974065"/>
                  </a:lnTo>
                  <a:lnTo>
                    <a:pt x="8808612" y="898844"/>
                  </a:lnTo>
                  <a:lnTo>
                    <a:pt x="8844681" y="826505"/>
                  </a:lnTo>
                  <a:lnTo>
                    <a:pt x="8880792" y="757394"/>
                  </a:lnTo>
                  <a:lnTo>
                    <a:pt x="8917031" y="691778"/>
                  </a:lnTo>
                  <a:lnTo>
                    <a:pt x="8953516" y="629837"/>
                  </a:lnTo>
                  <a:lnTo>
                    <a:pt x="8990407" y="571670"/>
                  </a:lnTo>
                  <a:lnTo>
                    <a:pt x="9027905" y="517302"/>
                  </a:lnTo>
                  <a:lnTo>
                    <a:pt x="9066266" y="466688"/>
                  </a:lnTo>
                  <a:lnTo>
                    <a:pt x="9084767" y="444066"/>
                  </a:lnTo>
                  <a:lnTo>
                    <a:pt x="9131240" y="392266"/>
                  </a:lnTo>
                  <a:lnTo>
                    <a:pt x="9180106" y="345291"/>
                  </a:lnTo>
                  <a:lnTo>
                    <a:pt x="9232078" y="302934"/>
                  </a:lnTo>
                  <a:lnTo>
                    <a:pt x="9287932" y="264822"/>
                  </a:lnTo>
                  <a:lnTo>
                    <a:pt x="9348468" y="230525"/>
                  </a:lnTo>
                  <a:lnTo>
                    <a:pt x="9414451" y="199609"/>
                  </a:lnTo>
                  <a:lnTo>
                    <a:pt x="9486551" y="171681"/>
                  </a:lnTo>
                  <a:lnTo>
                    <a:pt x="9565242" y="146406"/>
                  </a:lnTo>
                  <a:lnTo>
                    <a:pt x="9650691" y="123522"/>
                  </a:lnTo>
                  <a:lnTo>
                    <a:pt x="9742596" y="102843"/>
                  </a:lnTo>
                  <a:lnTo>
                    <a:pt x="9840017" y="84257"/>
                  </a:lnTo>
                  <a:lnTo>
                    <a:pt x="9941218" y="67727"/>
                  </a:lnTo>
                  <a:lnTo>
                    <a:pt x="10043577" y="53269"/>
                  </a:lnTo>
                  <a:lnTo>
                    <a:pt x="10143634" y="40928"/>
                  </a:lnTo>
                  <a:lnTo>
                    <a:pt x="10237352" y="30742"/>
                  </a:lnTo>
                  <a:lnTo>
                    <a:pt x="10320606" y="22705"/>
                  </a:lnTo>
                  <a:lnTo>
                    <a:pt x="10389849" y="16727"/>
                  </a:lnTo>
                  <a:lnTo>
                    <a:pt x="10442789" y="12616"/>
                  </a:lnTo>
                  <a:lnTo>
                    <a:pt x="10478902" y="10081"/>
                  </a:lnTo>
                  <a:lnTo>
                    <a:pt x="10499639" y="8761"/>
                  </a:lnTo>
                  <a:lnTo>
                    <a:pt x="10508326" y="8257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8752" y="61"/>
                  </a:lnTo>
                  <a:lnTo>
                    <a:pt x="10501136" y="498"/>
                  </a:lnTo>
                  <a:lnTo>
                    <a:pt x="10481948" y="1707"/>
                  </a:lnTo>
                  <a:lnTo>
                    <a:pt x="10447669" y="4086"/>
                  </a:lnTo>
                  <a:lnTo>
                    <a:pt x="10396626" y="8004"/>
                  </a:lnTo>
                  <a:lnTo>
                    <a:pt x="10329127" y="13762"/>
                  </a:lnTo>
                  <a:lnTo>
                    <a:pt x="10247285" y="21562"/>
                  </a:lnTo>
                  <a:lnTo>
                    <a:pt x="10154540" y="31504"/>
                  </a:lnTo>
                  <a:lnTo>
                    <a:pt x="10054987" y="43605"/>
                  </a:lnTo>
                  <a:lnTo>
                    <a:pt x="9952700" y="57829"/>
                  </a:lnTo>
                  <a:lnTo>
                    <a:pt x="9851222" y="74128"/>
                  </a:lnTo>
                  <a:lnTo>
                    <a:pt x="9753274" y="92482"/>
                  </a:lnTo>
                  <a:lnTo>
                    <a:pt x="9660691" y="112923"/>
                  </a:lnTo>
                  <a:lnTo>
                    <a:pt x="9574492" y="135551"/>
                  </a:lnTo>
                  <a:lnTo>
                    <a:pt x="9495044" y="160546"/>
                  </a:lnTo>
                  <a:lnTo>
                    <a:pt x="9422224" y="188161"/>
                  </a:lnTo>
                  <a:lnTo>
                    <a:pt x="9355585" y="218723"/>
                  </a:lnTo>
                  <a:lnTo>
                    <a:pt x="9294475" y="252620"/>
                  </a:lnTo>
                  <a:lnTo>
                    <a:pt x="9238135" y="290282"/>
                  </a:lnTo>
                  <a:lnTo>
                    <a:pt x="9185768" y="332143"/>
                  </a:lnTo>
                  <a:lnTo>
                    <a:pt x="9136590" y="378585"/>
                  </a:lnTo>
                  <a:lnTo>
                    <a:pt x="9089881" y="429842"/>
                  </a:lnTo>
                  <a:lnTo>
                    <a:pt x="9084767" y="435893"/>
                  </a:lnTo>
                  <a:lnTo>
                    <a:pt x="9045893" y="484768"/>
                  </a:lnTo>
                  <a:lnTo>
                    <a:pt x="9008023" y="537354"/>
                  </a:lnTo>
                  <a:lnTo>
                    <a:pt x="8970873" y="593725"/>
                  </a:lnTo>
                  <a:lnTo>
                    <a:pt x="8934219" y="653892"/>
                  </a:lnTo>
                  <a:lnTo>
                    <a:pt x="8897881" y="717790"/>
                  </a:lnTo>
                  <a:lnTo>
                    <a:pt x="8861723" y="785278"/>
                  </a:lnTo>
                  <a:lnTo>
                    <a:pt x="8825642" y="856132"/>
                  </a:lnTo>
                  <a:lnTo>
                    <a:pt x="8789570" y="930041"/>
                  </a:lnTo>
                  <a:lnTo>
                    <a:pt x="8753463" y="1006614"/>
                  </a:lnTo>
                  <a:lnTo>
                    <a:pt x="8717302" y="1085385"/>
                  </a:lnTo>
                  <a:lnTo>
                    <a:pt x="8681087" y="1165822"/>
                  </a:lnTo>
                  <a:lnTo>
                    <a:pt x="8644829" y="1247341"/>
                  </a:lnTo>
                  <a:lnTo>
                    <a:pt x="8608552" y="1329325"/>
                  </a:lnTo>
                  <a:lnTo>
                    <a:pt x="8572283" y="1411143"/>
                  </a:lnTo>
                  <a:lnTo>
                    <a:pt x="8536045" y="1492166"/>
                  </a:lnTo>
                  <a:lnTo>
                    <a:pt x="8499857" y="1571793"/>
                  </a:lnTo>
                  <a:lnTo>
                    <a:pt x="8463726" y="1649467"/>
                  </a:lnTo>
                  <a:lnTo>
                    <a:pt x="8427641" y="1724687"/>
                  </a:lnTo>
                  <a:lnTo>
                    <a:pt x="8391572" y="1797027"/>
                  </a:lnTo>
                  <a:lnTo>
                    <a:pt x="8355461" y="1866137"/>
                  </a:lnTo>
                  <a:lnTo>
                    <a:pt x="8319223" y="1931754"/>
                  </a:lnTo>
                  <a:lnTo>
                    <a:pt x="8282737" y="1993695"/>
                  </a:lnTo>
                  <a:lnTo>
                    <a:pt x="8245847" y="2051861"/>
                  </a:lnTo>
                  <a:lnTo>
                    <a:pt x="8208348" y="2106229"/>
                  </a:lnTo>
                  <a:lnTo>
                    <a:pt x="8169988" y="2156843"/>
                  </a:lnTo>
                  <a:lnTo>
                    <a:pt x="8151487" y="2179466"/>
                  </a:lnTo>
                  <a:lnTo>
                    <a:pt x="8105013" y="2231265"/>
                  </a:lnTo>
                  <a:lnTo>
                    <a:pt x="8056147" y="2278240"/>
                  </a:lnTo>
                  <a:lnTo>
                    <a:pt x="8004176" y="2320598"/>
                  </a:lnTo>
                  <a:lnTo>
                    <a:pt x="7948321" y="2358709"/>
                  </a:lnTo>
                  <a:lnTo>
                    <a:pt x="7887786" y="2393007"/>
                  </a:lnTo>
                  <a:lnTo>
                    <a:pt x="7821802" y="2423923"/>
                  </a:lnTo>
                  <a:lnTo>
                    <a:pt x="7749703" y="2451851"/>
                  </a:lnTo>
                  <a:lnTo>
                    <a:pt x="7671011" y="2477125"/>
                  </a:lnTo>
                  <a:lnTo>
                    <a:pt x="7585562" y="2500009"/>
                  </a:lnTo>
                  <a:lnTo>
                    <a:pt x="7493657" y="2520689"/>
                  </a:lnTo>
                  <a:lnTo>
                    <a:pt x="7396237" y="2539274"/>
                  </a:lnTo>
                  <a:lnTo>
                    <a:pt x="7295035" y="2555804"/>
                  </a:lnTo>
                  <a:lnTo>
                    <a:pt x="7192676" y="2570262"/>
                  </a:lnTo>
                  <a:lnTo>
                    <a:pt x="7092620" y="2582604"/>
                  </a:lnTo>
                  <a:lnTo>
                    <a:pt x="6998902" y="2592789"/>
                  </a:lnTo>
                  <a:lnTo>
                    <a:pt x="6915647" y="2600826"/>
                  </a:lnTo>
                  <a:lnTo>
                    <a:pt x="6846404" y="2606804"/>
                  </a:lnTo>
                  <a:lnTo>
                    <a:pt x="6793464" y="2610916"/>
                  </a:lnTo>
                  <a:lnTo>
                    <a:pt x="6757351" y="2613450"/>
                  </a:lnTo>
                  <a:lnTo>
                    <a:pt x="6736614" y="2614771"/>
                  </a:lnTo>
                  <a:lnTo>
                    <a:pt x="6727927" y="2615274"/>
                  </a:lnTo>
                  <a:lnTo>
                    <a:pt x="6726343" y="2615359"/>
                  </a:lnTo>
                  <a:lnTo>
                    <a:pt x="5254955" y="2615359"/>
                  </a:lnTo>
                  <a:lnTo>
                    <a:pt x="5253717" y="2615360"/>
                  </a:lnTo>
                  <a:lnTo>
                    <a:pt x="5245595" y="2615367"/>
                  </a:lnTo>
                  <a:lnTo>
                    <a:pt x="5225175" y="2615388"/>
                  </a:lnTo>
                  <a:lnTo>
                    <a:pt x="5188797" y="2615427"/>
                  </a:lnTo>
                  <a:lnTo>
                    <a:pt x="5134842" y="2615493"/>
                  </a:lnTo>
                  <a:lnTo>
                    <a:pt x="5063848" y="2615589"/>
                  </a:lnTo>
                  <a:lnTo>
                    <a:pt x="4978280" y="2615718"/>
                  </a:lnTo>
                  <a:lnTo>
                    <a:pt x="4881964" y="2615883"/>
                  </a:lnTo>
                  <a:lnTo>
                    <a:pt x="4779319" y="2616083"/>
                  </a:lnTo>
                  <a:lnTo>
                    <a:pt x="4674625" y="2616317"/>
                  </a:lnTo>
                  <a:lnTo>
                    <a:pt x="4571497" y="2616586"/>
                  </a:lnTo>
                  <a:lnTo>
                    <a:pt x="4472620" y="2616887"/>
                  </a:lnTo>
                  <a:lnTo>
                    <a:pt x="4379716" y="2617224"/>
                  </a:lnTo>
                  <a:lnTo>
                    <a:pt x="4293663" y="2617596"/>
                  </a:lnTo>
                  <a:lnTo>
                    <a:pt x="4214673" y="2618009"/>
                  </a:lnTo>
                  <a:lnTo>
                    <a:pt x="4142486" y="2618466"/>
                  </a:lnTo>
                  <a:lnTo>
                    <a:pt x="4076533" y="2618974"/>
                  </a:lnTo>
                  <a:lnTo>
                    <a:pt x="4016066" y="2619538"/>
                  </a:lnTo>
                  <a:lnTo>
                    <a:pt x="3960250" y="2620167"/>
                  </a:lnTo>
                  <a:lnTo>
                    <a:pt x="3908231" y="2620868"/>
                  </a:lnTo>
                  <a:lnTo>
                    <a:pt x="3859196" y="2621645"/>
                  </a:lnTo>
                  <a:lnTo>
                    <a:pt x="3829811" y="2622170"/>
                  </a:lnTo>
                  <a:lnTo>
                    <a:pt x="3773586" y="2623300"/>
                  </a:lnTo>
                  <a:lnTo>
                    <a:pt x="3719210" y="2624555"/>
                  </a:lnTo>
                  <a:lnTo>
                    <a:pt x="3665930" y="2625935"/>
                  </a:lnTo>
                  <a:lnTo>
                    <a:pt x="3613213" y="2627437"/>
                  </a:lnTo>
                  <a:lnTo>
                    <a:pt x="3560701" y="2629051"/>
                  </a:lnTo>
                  <a:lnTo>
                    <a:pt x="3508180" y="2630763"/>
                  </a:lnTo>
                  <a:lnTo>
                    <a:pt x="3455556" y="2632552"/>
                  </a:lnTo>
                  <a:lnTo>
                    <a:pt x="3402821" y="2634393"/>
                  </a:lnTo>
                  <a:lnTo>
                    <a:pt x="3350028" y="2636256"/>
                  </a:lnTo>
                  <a:lnTo>
                    <a:pt x="3297255" y="2638111"/>
                  </a:lnTo>
                  <a:lnTo>
                    <a:pt x="3244571" y="2639929"/>
                  </a:lnTo>
                  <a:lnTo>
                    <a:pt x="3192004" y="2641683"/>
                  </a:lnTo>
                  <a:lnTo>
                    <a:pt x="3139507" y="2643349"/>
                  </a:lnTo>
                  <a:lnTo>
                    <a:pt x="3086927" y="2644909"/>
                  </a:lnTo>
                  <a:lnTo>
                    <a:pt x="3033985" y="2646351"/>
                  </a:lnTo>
                  <a:lnTo>
                    <a:pt x="2980238" y="2647668"/>
                  </a:lnTo>
                  <a:lnTo>
                    <a:pt x="2925052" y="2648861"/>
                  </a:lnTo>
                  <a:lnTo>
                    <a:pt x="2896531" y="2649413"/>
                  </a:lnTo>
                  <a:lnTo>
                    <a:pt x="2848982" y="2650240"/>
                  </a:lnTo>
                  <a:lnTo>
                    <a:pt x="2798915" y="2650988"/>
                  </a:lnTo>
                  <a:lnTo>
                    <a:pt x="2745564" y="2651661"/>
                  </a:lnTo>
                  <a:lnTo>
                    <a:pt x="2688097" y="2652265"/>
                  </a:lnTo>
                  <a:lnTo>
                    <a:pt x="2625659" y="2652807"/>
                  </a:lnTo>
                  <a:lnTo>
                    <a:pt x="2557440" y="2653295"/>
                  </a:lnTo>
                  <a:lnTo>
                    <a:pt x="2482744" y="2653734"/>
                  </a:lnTo>
                  <a:lnTo>
                    <a:pt x="2401103" y="2654131"/>
                  </a:lnTo>
                  <a:lnTo>
                    <a:pt x="2312413" y="2654490"/>
                  </a:lnTo>
                  <a:lnTo>
                    <a:pt x="2217116" y="2654813"/>
                  </a:lnTo>
                  <a:lnTo>
                    <a:pt x="2116385" y="2655102"/>
                  </a:lnTo>
                  <a:lnTo>
                    <a:pt x="2012299" y="2655358"/>
                  </a:lnTo>
                  <a:lnTo>
                    <a:pt x="1907908" y="2655579"/>
                  </a:lnTo>
                  <a:lnTo>
                    <a:pt x="1807122" y="2655766"/>
                  </a:lnTo>
                  <a:lnTo>
                    <a:pt x="1714350" y="2655918"/>
                  </a:lnTo>
                  <a:lnTo>
                    <a:pt x="1633879" y="2656034"/>
                  </a:lnTo>
                  <a:lnTo>
                    <a:pt x="1569106" y="2656118"/>
                  </a:lnTo>
                  <a:lnTo>
                    <a:pt x="1521823" y="2656173"/>
                  </a:lnTo>
                  <a:lnTo>
                    <a:pt x="1491760" y="2656205"/>
                  </a:lnTo>
                  <a:lnTo>
                    <a:pt x="1476501" y="2656220"/>
                  </a:lnTo>
                  <a:lnTo>
                    <a:pt x="1471693" y="2656224"/>
                  </a:lnTo>
                  <a:lnTo>
                    <a:pt x="1471387" y="2656224"/>
                  </a:lnTo>
                  <a:lnTo>
                    <a:pt x="0" y="2656224"/>
                  </a:lnTo>
                  <a:close/>
                </a:path>
              </a:pathLst>
            </a:custGeom>
            <a:solidFill>
              <a:srgbClr val="67C1B3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293" name="pl1293"/>
            <p:cNvSpPr/>
            <p:nvPr/>
          </p:nvSpPr>
          <p:spPr>
            <a:xfrm>
              <a:off x="4799595" y="5829762"/>
              <a:ext cx="11981298" cy="2656224"/>
            </a:xfrm>
            <a:custGeom>
              <a:avLst/>
              <a:pathLst>
                <a:path w="11981298" h="2656224">
                  <a:moveTo>
                    <a:pt x="0" y="2656224"/>
                  </a:moveTo>
                  <a:lnTo>
                    <a:pt x="1471387" y="2656224"/>
                  </a:lnTo>
                  <a:lnTo>
                    <a:pt x="1472625" y="2656223"/>
                  </a:lnTo>
                  <a:lnTo>
                    <a:pt x="1480747" y="2656216"/>
                  </a:lnTo>
                  <a:lnTo>
                    <a:pt x="1501168" y="2656195"/>
                  </a:lnTo>
                  <a:lnTo>
                    <a:pt x="1537545" y="2656156"/>
                  </a:lnTo>
                  <a:lnTo>
                    <a:pt x="1591500" y="2656090"/>
                  </a:lnTo>
                  <a:lnTo>
                    <a:pt x="1662494" y="2655994"/>
                  </a:lnTo>
                  <a:lnTo>
                    <a:pt x="1748062" y="2655865"/>
                  </a:lnTo>
                  <a:lnTo>
                    <a:pt x="1844378" y="2655700"/>
                  </a:lnTo>
                  <a:lnTo>
                    <a:pt x="1947023" y="2655500"/>
                  </a:lnTo>
                  <a:lnTo>
                    <a:pt x="2051717" y="2655266"/>
                  </a:lnTo>
                  <a:lnTo>
                    <a:pt x="2154845" y="2654997"/>
                  </a:lnTo>
                  <a:lnTo>
                    <a:pt x="2253722" y="2654696"/>
                  </a:lnTo>
                  <a:lnTo>
                    <a:pt x="2346626" y="2654359"/>
                  </a:lnTo>
                  <a:lnTo>
                    <a:pt x="2432679" y="2653987"/>
                  </a:lnTo>
                  <a:lnTo>
                    <a:pt x="2511669" y="2653574"/>
                  </a:lnTo>
                  <a:lnTo>
                    <a:pt x="2583856" y="2653117"/>
                  </a:lnTo>
                  <a:lnTo>
                    <a:pt x="2649809" y="2652609"/>
                  </a:lnTo>
                  <a:lnTo>
                    <a:pt x="2710276" y="2652045"/>
                  </a:lnTo>
                  <a:lnTo>
                    <a:pt x="2766092" y="2651416"/>
                  </a:lnTo>
                  <a:lnTo>
                    <a:pt x="2818111" y="2650715"/>
                  </a:lnTo>
                  <a:lnTo>
                    <a:pt x="2867146" y="2649938"/>
                  </a:lnTo>
                  <a:lnTo>
                    <a:pt x="2896531" y="2649413"/>
                  </a:lnTo>
                  <a:lnTo>
                    <a:pt x="2952756" y="2648283"/>
                  </a:lnTo>
                  <a:lnTo>
                    <a:pt x="3007132" y="2647028"/>
                  </a:lnTo>
                  <a:lnTo>
                    <a:pt x="3060412" y="2645648"/>
                  </a:lnTo>
                  <a:lnTo>
                    <a:pt x="3113129" y="2644146"/>
                  </a:lnTo>
                  <a:lnTo>
                    <a:pt x="3165642" y="2642532"/>
                  </a:lnTo>
                  <a:lnTo>
                    <a:pt x="3218162" y="2640820"/>
                  </a:lnTo>
                  <a:lnTo>
                    <a:pt x="3270786" y="2639031"/>
                  </a:lnTo>
                  <a:lnTo>
                    <a:pt x="3323521" y="2637190"/>
                  </a:lnTo>
                  <a:lnTo>
                    <a:pt x="3376314" y="2635327"/>
                  </a:lnTo>
                  <a:lnTo>
                    <a:pt x="3429087" y="2633472"/>
                  </a:lnTo>
                  <a:lnTo>
                    <a:pt x="3481771" y="2631653"/>
                  </a:lnTo>
                  <a:lnTo>
                    <a:pt x="3534338" y="2629900"/>
                  </a:lnTo>
                  <a:lnTo>
                    <a:pt x="3586836" y="2628234"/>
                  </a:lnTo>
                  <a:lnTo>
                    <a:pt x="3639415" y="2626674"/>
                  </a:lnTo>
                  <a:lnTo>
                    <a:pt x="3692357" y="2625232"/>
                  </a:lnTo>
                  <a:lnTo>
                    <a:pt x="3746104" y="2623915"/>
                  </a:lnTo>
                  <a:lnTo>
                    <a:pt x="3801290" y="2622722"/>
                  </a:lnTo>
                  <a:lnTo>
                    <a:pt x="3829811" y="2622170"/>
                  </a:lnTo>
                  <a:lnTo>
                    <a:pt x="3877360" y="2621343"/>
                  </a:lnTo>
                  <a:lnTo>
                    <a:pt x="3927428" y="2620595"/>
                  </a:lnTo>
                  <a:lnTo>
                    <a:pt x="3980778" y="2619922"/>
                  </a:lnTo>
                  <a:lnTo>
                    <a:pt x="4038245" y="2619318"/>
                  </a:lnTo>
                  <a:lnTo>
                    <a:pt x="4100683" y="2618776"/>
                  </a:lnTo>
                  <a:lnTo>
                    <a:pt x="4168902" y="2618288"/>
                  </a:lnTo>
                  <a:lnTo>
                    <a:pt x="4243598" y="2617849"/>
                  </a:lnTo>
                  <a:lnTo>
                    <a:pt x="4325239" y="2617452"/>
                  </a:lnTo>
                  <a:lnTo>
                    <a:pt x="4413929" y="2617093"/>
                  </a:lnTo>
                  <a:lnTo>
                    <a:pt x="4509226" y="2616770"/>
                  </a:lnTo>
                  <a:lnTo>
                    <a:pt x="4609957" y="2616481"/>
                  </a:lnTo>
                  <a:lnTo>
                    <a:pt x="4714043" y="2616225"/>
                  </a:lnTo>
                  <a:lnTo>
                    <a:pt x="4818434" y="2616003"/>
                  </a:lnTo>
                  <a:lnTo>
                    <a:pt x="4919220" y="2615817"/>
                  </a:lnTo>
                  <a:lnTo>
                    <a:pt x="5011992" y="2615665"/>
                  </a:lnTo>
                  <a:lnTo>
                    <a:pt x="5092463" y="2615549"/>
                  </a:lnTo>
                  <a:lnTo>
                    <a:pt x="5157236" y="2615465"/>
                  </a:lnTo>
                  <a:lnTo>
                    <a:pt x="5204519" y="2615410"/>
                  </a:lnTo>
                  <a:lnTo>
                    <a:pt x="5234582" y="2615378"/>
                  </a:lnTo>
                  <a:lnTo>
                    <a:pt x="5249842" y="2615363"/>
                  </a:lnTo>
                  <a:lnTo>
                    <a:pt x="5254649" y="2615359"/>
                  </a:lnTo>
                  <a:lnTo>
                    <a:pt x="5254955" y="2615359"/>
                  </a:lnTo>
                  <a:lnTo>
                    <a:pt x="6726343" y="2615359"/>
                  </a:lnTo>
                  <a:lnTo>
                    <a:pt x="6727502" y="2615298"/>
                  </a:lnTo>
                  <a:lnTo>
                    <a:pt x="6735117" y="2614860"/>
                  </a:lnTo>
                  <a:lnTo>
                    <a:pt x="6754305" y="2613652"/>
                  </a:lnTo>
                  <a:lnTo>
                    <a:pt x="6788585" y="2611272"/>
                  </a:lnTo>
                  <a:lnTo>
                    <a:pt x="6839627" y="2607354"/>
                  </a:lnTo>
                  <a:lnTo>
                    <a:pt x="6907126" y="2601597"/>
                  </a:lnTo>
                  <a:lnTo>
                    <a:pt x="6988968" y="2593797"/>
                  </a:lnTo>
                  <a:lnTo>
                    <a:pt x="7081713" y="2583854"/>
                  </a:lnTo>
                  <a:lnTo>
                    <a:pt x="7181267" y="2571753"/>
                  </a:lnTo>
                  <a:lnTo>
                    <a:pt x="7283553" y="2557530"/>
                  </a:lnTo>
                  <a:lnTo>
                    <a:pt x="7385032" y="2541231"/>
                  </a:lnTo>
                  <a:lnTo>
                    <a:pt x="7482979" y="2522877"/>
                  </a:lnTo>
                  <a:lnTo>
                    <a:pt x="7575563" y="2502436"/>
                  </a:lnTo>
                  <a:lnTo>
                    <a:pt x="7661761" y="2479807"/>
                  </a:lnTo>
                  <a:lnTo>
                    <a:pt x="7741210" y="2454812"/>
                  </a:lnTo>
                  <a:lnTo>
                    <a:pt x="7814029" y="2427197"/>
                  </a:lnTo>
                  <a:lnTo>
                    <a:pt x="7880668" y="2396635"/>
                  </a:lnTo>
                  <a:lnTo>
                    <a:pt x="7941778" y="2362738"/>
                  </a:lnTo>
                  <a:lnTo>
                    <a:pt x="7998118" y="2325077"/>
                  </a:lnTo>
                  <a:lnTo>
                    <a:pt x="8050485" y="2283216"/>
                  </a:lnTo>
                  <a:lnTo>
                    <a:pt x="8099663" y="2236773"/>
                  </a:lnTo>
                  <a:lnTo>
                    <a:pt x="8146373" y="2185517"/>
                  </a:lnTo>
                  <a:lnTo>
                    <a:pt x="8151487" y="2179466"/>
                  </a:lnTo>
                  <a:lnTo>
                    <a:pt x="8190360" y="2130591"/>
                  </a:lnTo>
                  <a:lnTo>
                    <a:pt x="8228231" y="2078005"/>
                  </a:lnTo>
                  <a:lnTo>
                    <a:pt x="8265380" y="2021633"/>
                  </a:lnTo>
                  <a:lnTo>
                    <a:pt x="8302034" y="1961467"/>
                  </a:lnTo>
                  <a:lnTo>
                    <a:pt x="8338372" y="1897568"/>
                  </a:lnTo>
                  <a:lnTo>
                    <a:pt x="8374531" y="1830080"/>
                  </a:lnTo>
                  <a:lnTo>
                    <a:pt x="8410611" y="1759227"/>
                  </a:lnTo>
                  <a:lnTo>
                    <a:pt x="8446683" y="1685318"/>
                  </a:lnTo>
                  <a:lnTo>
                    <a:pt x="8482790" y="1608745"/>
                  </a:lnTo>
                  <a:lnTo>
                    <a:pt x="8518951" y="1529973"/>
                  </a:lnTo>
                  <a:lnTo>
                    <a:pt x="8555167" y="1449537"/>
                  </a:lnTo>
                  <a:lnTo>
                    <a:pt x="8591424" y="1368017"/>
                  </a:lnTo>
                  <a:lnTo>
                    <a:pt x="8627701" y="1286033"/>
                  </a:lnTo>
                  <a:lnTo>
                    <a:pt x="8663971" y="1204216"/>
                  </a:lnTo>
                  <a:lnTo>
                    <a:pt x="8700208" y="1123193"/>
                  </a:lnTo>
                  <a:lnTo>
                    <a:pt x="8736396" y="1043565"/>
                  </a:lnTo>
                  <a:lnTo>
                    <a:pt x="8772527" y="965892"/>
                  </a:lnTo>
                  <a:lnTo>
                    <a:pt x="8808612" y="890671"/>
                  </a:lnTo>
                  <a:lnTo>
                    <a:pt x="8844681" y="818332"/>
                  </a:lnTo>
                  <a:lnTo>
                    <a:pt x="8880792" y="749221"/>
                  </a:lnTo>
                  <a:lnTo>
                    <a:pt x="8917031" y="683605"/>
                  </a:lnTo>
                  <a:lnTo>
                    <a:pt x="8953516" y="621664"/>
                  </a:lnTo>
                  <a:lnTo>
                    <a:pt x="8990407" y="563497"/>
                  </a:lnTo>
                  <a:lnTo>
                    <a:pt x="9027905" y="509130"/>
                  </a:lnTo>
                  <a:lnTo>
                    <a:pt x="9066266" y="458515"/>
                  </a:lnTo>
                  <a:lnTo>
                    <a:pt x="9084767" y="435893"/>
                  </a:lnTo>
                  <a:lnTo>
                    <a:pt x="9131240" y="384093"/>
                  </a:lnTo>
                  <a:lnTo>
                    <a:pt x="9180106" y="337118"/>
                  </a:lnTo>
                  <a:lnTo>
                    <a:pt x="9232078" y="294761"/>
                  </a:lnTo>
                  <a:lnTo>
                    <a:pt x="9287932" y="256649"/>
                  </a:lnTo>
                  <a:lnTo>
                    <a:pt x="9348468" y="222352"/>
                  </a:lnTo>
                  <a:lnTo>
                    <a:pt x="9414451" y="191436"/>
                  </a:lnTo>
                  <a:lnTo>
                    <a:pt x="9486551" y="163508"/>
                  </a:lnTo>
                  <a:lnTo>
                    <a:pt x="9565242" y="138234"/>
                  </a:lnTo>
                  <a:lnTo>
                    <a:pt x="9650691" y="115349"/>
                  </a:lnTo>
                  <a:lnTo>
                    <a:pt x="9742596" y="94670"/>
                  </a:lnTo>
                  <a:lnTo>
                    <a:pt x="9840017" y="76084"/>
                  </a:lnTo>
                  <a:lnTo>
                    <a:pt x="9941218" y="59554"/>
                  </a:lnTo>
                  <a:lnTo>
                    <a:pt x="10043577" y="45096"/>
                  </a:lnTo>
                  <a:lnTo>
                    <a:pt x="10143634" y="32755"/>
                  </a:lnTo>
                  <a:lnTo>
                    <a:pt x="10237352" y="22569"/>
                  </a:lnTo>
                  <a:lnTo>
                    <a:pt x="10320606" y="14532"/>
                  </a:lnTo>
                  <a:lnTo>
                    <a:pt x="10389849" y="8554"/>
                  </a:lnTo>
                  <a:lnTo>
                    <a:pt x="10442789" y="4443"/>
                  </a:lnTo>
                  <a:lnTo>
                    <a:pt x="10478902" y="1908"/>
                  </a:lnTo>
                  <a:lnTo>
                    <a:pt x="10499639" y="588"/>
                  </a:lnTo>
                  <a:lnTo>
                    <a:pt x="10508326" y="84"/>
                  </a:lnTo>
                  <a:lnTo>
                    <a:pt x="10509909" y="0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94" name="pl1294"/>
            <p:cNvSpPr/>
            <p:nvPr/>
          </p:nvSpPr>
          <p:spPr>
            <a:xfrm>
              <a:off x="4799595" y="5821589"/>
              <a:ext cx="11981298" cy="2656224"/>
            </a:xfrm>
            <a:custGeom>
              <a:avLst/>
              <a:pathLst>
                <a:path w="11981298" h="2656224">
                  <a:moveTo>
                    <a:pt x="11981298" y="0"/>
                  </a:moveTo>
                  <a:lnTo>
                    <a:pt x="10509911" y="0"/>
                  </a:lnTo>
                  <a:lnTo>
                    <a:pt x="10508752" y="61"/>
                  </a:lnTo>
                  <a:lnTo>
                    <a:pt x="10501136" y="498"/>
                  </a:lnTo>
                  <a:lnTo>
                    <a:pt x="10481948" y="1707"/>
                  </a:lnTo>
                  <a:lnTo>
                    <a:pt x="10447669" y="4086"/>
                  </a:lnTo>
                  <a:lnTo>
                    <a:pt x="10396626" y="8004"/>
                  </a:lnTo>
                  <a:lnTo>
                    <a:pt x="10329127" y="13762"/>
                  </a:lnTo>
                  <a:lnTo>
                    <a:pt x="10247285" y="21562"/>
                  </a:lnTo>
                  <a:lnTo>
                    <a:pt x="10154540" y="31504"/>
                  </a:lnTo>
                  <a:lnTo>
                    <a:pt x="10054987" y="43605"/>
                  </a:lnTo>
                  <a:lnTo>
                    <a:pt x="9952700" y="57829"/>
                  </a:lnTo>
                  <a:lnTo>
                    <a:pt x="9851222" y="74128"/>
                  </a:lnTo>
                  <a:lnTo>
                    <a:pt x="9753274" y="92482"/>
                  </a:lnTo>
                  <a:lnTo>
                    <a:pt x="9660691" y="112923"/>
                  </a:lnTo>
                  <a:lnTo>
                    <a:pt x="9574492" y="135551"/>
                  </a:lnTo>
                  <a:lnTo>
                    <a:pt x="9495044" y="160546"/>
                  </a:lnTo>
                  <a:lnTo>
                    <a:pt x="9422224" y="188161"/>
                  </a:lnTo>
                  <a:lnTo>
                    <a:pt x="9355585" y="218723"/>
                  </a:lnTo>
                  <a:lnTo>
                    <a:pt x="9294475" y="252620"/>
                  </a:lnTo>
                  <a:lnTo>
                    <a:pt x="9238135" y="290282"/>
                  </a:lnTo>
                  <a:lnTo>
                    <a:pt x="9185768" y="332143"/>
                  </a:lnTo>
                  <a:lnTo>
                    <a:pt x="9136590" y="378585"/>
                  </a:lnTo>
                  <a:lnTo>
                    <a:pt x="9089881" y="429842"/>
                  </a:lnTo>
                  <a:lnTo>
                    <a:pt x="9084767" y="435893"/>
                  </a:lnTo>
                  <a:lnTo>
                    <a:pt x="9045893" y="484768"/>
                  </a:lnTo>
                  <a:lnTo>
                    <a:pt x="9008023" y="537354"/>
                  </a:lnTo>
                  <a:lnTo>
                    <a:pt x="8970873" y="593725"/>
                  </a:lnTo>
                  <a:lnTo>
                    <a:pt x="8934219" y="653892"/>
                  </a:lnTo>
                  <a:lnTo>
                    <a:pt x="8897881" y="717790"/>
                  </a:lnTo>
                  <a:lnTo>
                    <a:pt x="8861723" y="785278"/>
                  </a:lnTo>
                  <a:lnTo>
                    <a:pt x="8825642" y="856132"/>
                  </a:lnTo>
                  <a:lnTo>
                    <a:pt x="8789570" y="930041"/>
                  </a:lnTo>
                  <a:lnTo>
                    <a:pt x="8753463" y="1006614"/>
                  </a:lnTo>
                  <a:lnTo>
                    <a:pt x="8717302" y="1085385"/>
                  </a:lnTo>
                  <a:lnTo>
                    <a:pt x="8681087" y="1165822"/>
                  </a:lnTo>
                  <a:lnTo>
                    <a:pt x="8644829" y="1247341"/>
                  </a:lnTo>
                  <a:lnTo>
                    <a:pt x="8608552" y="1329325"/>
                  </a:lnTo>
                  <a:lnTo>
                    <a:pt x="8572283" y="1411143"/>
                  </a:lnTo>
                  <a:lnTo>
                    <a:pt x="8536045" y="1492166"/>
                  </a:lnTo>
                  <a:lnTo>
                    <a:pt x="8499857" y="1571793"/>
                  </a:lnTo>
                  <a:lnTo>
                    <a:pt x="8463726" y="1649467"/>
                  </a:lnTo>
                  <a:lnTo>
                    <a:pt x="8427641" y="1724687"/>
                  </a:lnTo>
                  <a:lnTo>
                    <a:pt x="8391572" y="1797027"/>
                  </a:lnTo>
                  <a:lnTo>
                    <a:pt x="8355461" y="1866137"/>
                  </a:lnTo>
                  <a:lnTo>
                    <a:pt x="8319223" y="1931754"/>
                  </a:lnTo>
                  <a:lnTo>
                    <a:pt x="8282737" y="1993695"/>
                  </a:lnTo>
                  <a:lnTo>
                    <a:pt x="8245847" y="2051861"/>
                  </a:lnTo>
                  <a:lnTo>
                    <a:pt x="8208348" y="2106229"/>
                  </a:lnTo>
                  <a:lnTo>
                    <a:pt x="8169988" y="2156843"/>
                  </a:lnTo>
                  <a:lnTo>
                    <a:pt x="8151487" y="2179466"/>
                  </a:lnTo>
                  <a:lnTo>
                    <a:pt x="8105013" y="2231265"/>
                  </a:lnTo>
                  <a:lnTo>
                    <a:pt x="8056147" y="2278240"/>
                  </a:lnTo>
                  <a:lnTo>
                    <a:pt x="8004176" y="2320598"/>
                  </a:lnTo>
                  <a:lnTo>
                    <a:pt x="7948321" y="2358709"/>
                  </a:lnTo>
                  <a:lnTo>
                    <a:pt x="7887786" y="2393007"/>
                  </a:lnTo>
                  <a:lnTo>
                    <a:pt x="7821802" y="2423923"/>
                  </a:lnTo>
                  <a:lnTo>
                    <a:pt x="7749703" y="2451851"/>
                  </a:lnTo>
                  <a:lnTo>
                    <a:pt x="7671011" y="2477125"/>
                  </a:lnTo>
                  <a:lnTo>
                    <a:pt x="7585562" y="2500009"/>
                  </a:lnTo>
                  <a:lnTo>
                    <a:pt x="7493657" y="2520689"/>
                  </a:lnTo>
                  <a:lnTo>
                    <a:pt x="7396237" y="2539274"/>
                  </a:lnTo>
                  <a:lnTo>
                    <a:pt x="7295035" y="2555804"/>
                  </a:lnTo>
                  <a:lnTo>
                    <a:pt x="7192676" y="2570262"/>
                  </a:lnTo>
                  <a:lnTo>
                    <a:pt x="7092620" y="2582604"/>
                  </a:lnTo>
                  <a:lnTo>
                    <a:pt x="6998902" y="2592789"/>
                  </a:lnTo>
                  <a:lnTo>
                    <a:pt x="6915647" y="2600826"/>
                  </a:lnTo>
                  <a:lnTo>
                    <a:pt x="6846404" y="2606804"/>
                  </a:lnTo>
                  <a:lnTo>
                    <a:pt x="6793464" y="2610916"/>
                  </a:lnTo>
                  <a:lnTo>
                    <a:pt x="6757351" y="2613450"/>
                  </a:lnTo>
                  <a:lnTo>
                    <a:pt x="6736614" y="2614771"/>
                  </a:lnTo>
                  <a:lnTo>
                    <a:pt x="6727927" y="2615274"/>
                  </a:lnTo>
                  <a:lnTo>
                    <a:pt x="6726344" y="2615359"/>
                  </a:lnTo>
                  <a:lnTo>
                    <a:pt x="6726343" y="2615359"/>
                  </a:lnTo>
                  <a:lnTo>
                    <a:pt x="5254955" y="2615359"/>
                  </a:lnTo>
                  <a:lnTo>
                    <a:pt x="5253717" y="2615360"/>
                  </a:lnTo>
                  <a:lnTo>
                    <a:pt x="5245595" y="2615367"/>
                  </a:lnTo>
                  <a:lnTo>
                    <a:pt x="5225175" y="2615388"/>
                  </a:lnTo>
                  <a:lnTo>
                    <a:pt x="5188797" y="2615427"/>
                  </a:lnTo>
                  <a:lnTo>
                    <a:pt x="5134842" y="2615493"/>
                  </a:lnTo>
                  <a:lnTo>
                    <a:pt x="5063848" y="2615589"/>
                  </a:lnTo>
                  <a:lnTo>
                    <a:pt x="4978280" y="2615718"/>
                  </a:lnTo>
                  <a:lnTo>
                    <a:pt x="4881964" y="2615883"/>
                  </a:lnTo>
                  <a:lnTo>
                    <a:pt x="4779319" y="2616083"/>
                  </a:lnTo>
                  <a:lnTo>
                    <a:pt x="4674625" y="2616317"/>
                  </a:lnTo>
                  <a:lnTo>
                    <a:pt x="4571497" y="2616586"/>
                  </a:lnTo>
                  <a:lnTo>
                    <a:pt x="4472620" y="2616887"/>
                  </a:lnTo>
                  <a:lnTo>
                    <a:pt x="4379716" y="2617224"/>
                  </a:lnTo>
                  <a:lnTo>
                    <a:pt x="4293663" y="2617596"/>
                  </a:lnTo>
                  <a:lnTo>
                    <a:pt x="4214673" y="2618009"/>
                  </a:lnTo>
                  <a:lnTo>
                    <a:pt x="4142486" y="2618466"/>
                  </a:lnTo>
                  <a:lnTo>
                    <a:pt x="4076533" y="2618974"/>
                  </a:lnTo>
                  <a:lnTo>
                    <a:pt x="4016066" y="2619538"/>
                  </a:lnTo>
                  <a:lnTo>
                    <a:pt x="3960250" y="2620167"/>
                  </a:lnTo>
                  <a:lnTo>
                    <a:pt x="3908231" y="2620868"/>
                  </a:lnTo>
                  <a:lnTo>
                    <a:pt x="3859196" y="2621645"/>
                  </a:lnTo>
                  <a:lnTo>
                    <a:pt x="3829811" y="2622170"/>
                  </a:lnTo>
                  <a:lnTo>
                    <a:pt x="3773586" y="2623300"/>
                  </a:lnTo>
                  <a:lnTo>
                    <a:pt x="3719210" y="2624555"/>
                  </a:lnTo>
                  <a:lnTo>
                    <a:pt x="3665930" y="2625935"/>
                  </a:lnTo>
                  <a:lnTo>
                    <a:pt x="3613213" y="2627437"/>
                  </a:lnTo>
                  <a:lnTo>
                    <a:pt x="3560701" y="2629051"/>
                  </a:lnTo>
                  <a:lnTo>
                    <a:pt x="3508180" y="2630763"/>
                  </a:lnTo>
                  <a:lnTo>
                    <a:pt x="3455556" y="2632552"/>
                  </a:lnTo>
                  <a:lnTo>
                    <a:pt x="3402821" y="2634393"/>
                  </a:lnTo>
                  <a:lnTo>
                    <a:pt x="3350028" y="2636256"/>
                  </a:lnTo>
                  <a:lnTo>
                    <a:pt x="3297255" y="2638111"/>
                  </a:lnTo>
                  <a:lnTo>
                    <a:pt x="3244571" y="2639929"/>
                  </a:lnTo>
                  <a:lnTo>
                    <a:pt x="3192004" y="2641683"/>
                  </a:lnTo>
                  <a:lnTo>
                    <a:pt x="3139507" y="2643349"/>
                  </a:lnTo>
                  <a:lnTo>
                    <a:pt x="3086927" y="2644909"/>
                  </a:lnTo>
                  <a:lnTo>
                    <a:pt x="3033985" y="2646351"/>
                  </a:lnTo>
                  <a:lnTo>
                    <a:pt x="2980238" y="2647668"/>
                  </a:lnTo>
                  <a:lnTo>
                    <a:pt x="2925052" y="2648861"/>
                  </a:lnTo>
                  <a:lnTo>
                    <a:pt x="2896531" y="2649413"/>
                  </a:lnTo>
                  <a:lnTo>
                    <a:pt x="2848982" y="2650240"/>
                  </a:lnTo>
                  <a:lnTo>
                    <a:pt x="2798915" y="2650988"/>
                  </a:lnTo>
                  <a:lnTo>
                    <a:pt x="2745564" y="2651661"/>
                  </a:lnTo>
                  <a:lnTo>
                    <a:pt x="2688097" y="2652265"/>
                  </a:lnTo>
                  <a:lnTo>
                    <a:pt x="2625659" y="2652807"/>
                  </a:lnTo>
                  <a:lnTo>
                    <a:pt x="2557440" y="2653295"/>
                  </a:lnTo>
                  <a:lnTo>
                    <a:pt x="2482744" y="2653734"/>
                  </a:lnTo>
                  <a:lnTo>
                    <a:pt x="2401103" y="2654131"/>
                  </a:lnTo>
                  <a:lnTo>
                    <a:pt x="2312413" y="2654490"/>
                  </a:lnTo>
                  <a:lnTo>
                    <a:pt x="2217116" y="2654813"/>
                  </a:lnTo>
                  <a:lnTo>
                    <a:pt x="2116385" y="2655102"/>
                  </a:lnTo>
                  <a:lnTo>
                    <a:pt x="2012299" y="2655358"/>
                  </a:lnTo>
                  <a:lnTo>
                    <a:pt x="1907908" y="2655579"/>
                  </a:lnTo>
                  <a:lnTo>
                    <a:pt x="1807122" y="2655766"/>
                  </a:lnTo>
                  <a:lnTo>
                    <a:pt x="1714350" y="2655918"/>
                  </a:lnTo>
                  <a:lnTo>
                    <a:pt x="1633879" y="2656034"/>
                  </a:lnTo>
                  <a:lnTo>
                    <a:pt x="1569106" y="2656118"/>
                  </a:lnTo>
                  <a:lnTo>
                    <a:pt x="1521823" y="2656173"/>
                  </a:lnTo>
                  <a:lnTo>
                    <a:pt x="1491760" y="2656205"/>
                  </a:lnTo>
                  <a:lnTo>
                    <a:pt x="1476501" y="2656220"/>
                  </a:lnTo>
                  <a:lnTo>
                    <a:pt x="1471693" y="2656224"/>
                  </a:lnTo>
                  <a:lnTo>
                    <a:pt x="1471387" y="2656224"/>
                  </a:lnTo>
                  <a:lnTo>
                    <a:pt x="0" y="265622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95" name="pg1295"/>
            <p:cNvSpPr/>
            <p:nvPr/>
          </p:nvSpPr>
          <p:spPr>
            <a:xfrm>
              <a:off x="4799595" y="8485986"/>
              <a:ext cx="11981298" cy="1185084"/>
            </a:xfrm>
            <a:custGeom>
              <a:avLst/>
              <a:pathLst>
                <a:path w="11981298" h="1185084">
                  <a:moveTo>
                    <a:pt x="0" y="8172"/>
                  </a:moveTo>
                  <a:lnTo>
                    <a:pt x="1471387" y="8172"/>
                  </a:lnTo>
                  <a:lnTo>
                    <a:pt x="1472625" y="8172"/>
                  </a:lnTo>
                  <a:lnTo>
                    <a:pt x="1480747" y="8172"/>
                  </a:lnTo>
                  <a:lnTo>
                    <a:pt x="1501168" y="8172"/>
                  </a:lnTo>
                  <a:lnTo>
                    <a:pt x="1537546" y="8172"/>
                  </a:lnTo>
                  <a:lnTo>
                    <a:pt x="1591501" y="8172"/>
                  </a:lnTo>
                  <a:lnTo>
                    <a:pt x="1662497" y="8172"/>
                  </a:lnTo>
                  <a:lnTo>
                    <a:pt x="1748066" y="8172"/>
                  </a:lnTo>
                  <a:lnTo>
                    <a:pt x="1844382" y="8172"/>
                  </a:lnTo>
                  <a:lnTo>
                    <a:pt x="1947029" y="8172"/>
                  </a:lnTo>
                  <a:lnTo>
                    <a:pt x="2051723" y="8172"/>
                  </a:lnTo>
                  <a:lnTo>
                    <a:pt x="2154852" y="8172"/>
                  </a:lnTo>
                  <a:lnTo>
                    <a:pt x="2253729" y="8172"/>
                  </a:lnTo>
                  <a:lnTo>
                    <a:pt x="2346632" y="8172"/>
                  </a:lnTo>
                  <a:lnTo>
                    <a:pt x="2432686" y="8172"/>
                  </a:lnTo>
                  <a:lnTo>
                    <a:pt x="2511676" y="8172"/>
                  </a:lnTo>
                  <a:lnTo>
                    <a:pt x="2583863" y="8172"/>
                  </a:lnTo>
                  <a:lnTo>
                    <a:pt x="2649815" y="8172"/>
                  </a:lnTo>
                  <a:lnTo>
                    <a:pt x="2710282" y="8172"/>
                  </a:lnTo>
                  <a:lnTo>
                    <a:pt x="2766098" y="8172"/>
                  </a:lnTo>
                  <a:lnTo>
                    <a:pt x="2818117" y="8172"/>
                  </a:lnTo>
                  <a:lnTo>
                    <a:pt x="2867152" y="8172"/>
                  </a:lnTo>
                  <a:lnTo>
                    <a:pt x="2896531" y="8172"/>
                  </a:lnTo>
                  <a:lnTo>
                    <a:pt x="2952768" y="8172"/>
                  </a:lnTo>
                  <a:lnTo>
                    <a:pt x="3007155" y="8172"/>
                  </a:lnTo>
                  <a:lnTo>
                    <a:pt x="3060446" y="8172"/>
                  </a:lnTo>
                  <a:lnTo>
                    <a:pt x="3113174" y="8172"/>
                  </a:lnTo>
                  <a:lnTo>
                    <a:pt x="3165697" y="8172"/>
                  </a:lnTo>
                  <a:lnTo>
                    <a:pt x="3218229" y="8172"/>
                  </a:lnTo>
                  <a:lnTo>
                    <a:pt x="3270865" y="8172"/>
                  </a:lnTo>
                  <a:lnTo>
                    <a:pt x="3323611" y="8172"/>
                  </a:lnTo>
                  <a:lnTo>
                    <a:pt x="3376415" y="8172"/>
                  </a:lnTo>
                  <a:lnTo>
                    <a:pt x="3429200" y="8172"/>
                  </a:lnTo>
                  <a:lnTo>
                    <a:pt x="3481894" y="8172"/>
                  </a:lnTo>
                  <a:lnTo>
                    <a:pt x="3534472" y="8172"/>
                  </a:lnTo>
                  <a:lnTo>
                    <a:pt x="3586981" y="8172"/>
                  </a:lnTo>
                  <a:lnTo>
                    <a:pt x="3639572" y="8172"/>
                  </a:lnTo>
                  <a:lnTo>
                    <a:pt x="3692528" y="8172"/>
                  </a:lnTo>
                  <a:lnTo>
                    <a:pt x="3746289" y="8172"/>
                  </a:lnTo>
                  <a:lnTo>
                    <a:pt x="3801494" y="8172"/>
                  </a:lnTo>
                  <a:lnTo>
                    <a:pt x="3829811" y="8172"/>
                  </a:lnTo>
                  <a:lnTo>
                    <a:pt x="3877360" y="8172"/>
                  </a:lnTo>
                  <a:lnTo>
                    <a:pt x="3927428" y="8172"/>
                  </a:lnTo>
                  <a:lnTo>
                    <a:pt x="3980779" y="8172"/>
                  </a:lnTo>
                  <a:lnTo>
                    <a:pt x="4038247" y="8172"/>
                  </a:lnTo>
                  <a:lnTo>
                    <a:pt x="4100685" y="8172"/>
                  </a:lnTo>
                  <a:lnTo>
                    <a:pt x="4168905" y="8172"/>
                  </a:lnTo>
                  <a:lnTo>
                    <a:pt x="4243601" y="8172"/>
                  </a:lnTo>
                  <a:lnTo>
                    <a:pt x="4325243" y="8172"/>
                  </a:lnTo>
                  <a:lnTo>
                    <a:pt x="4413933" y="8172"/>
                  </a:lnTo>
                  <a:lnTo>
                    <a:pt x="4509232" y="8172"/>
                  </a:lnTo>
                  <a:lnTo>
                    <a:pt x="4609963" y="8172"/>
                  </a:lnTo>
                  <a:lnTo>
                    <a:pt x="4714050" y="8172"/>
                  </a:lnTo>
                  <a:lnTo>
                    <a:pt x="4818442" y="8172"/>
                  </a:lnTo>
                  <a:lnTo>
                    <a:pt x="4919228" y="8172"/>
                  </a:lnTo>
                  <a:lnTo>
                    <a:pt x="5012000" y="8172"/>
                  </a:lnTo>
                  <a:lnTo>
                    <a:pt x="5092470" y="8172"/>
                  </a:lnTo>
                  <a:lnTo>
                    <a:pt x="5157242" y="8172"/>
                  </a:lnTo>
                  <a:lnTo>
                    <a:pt x="5204523" y="8172"/>
                  </a:lnTo>
                  <a:lnTo>
                    <a:pt x="5234585" y="8172"/>
                  </a:lnTo>
                  <a:lnTo>
                    <a:pt x="5249843" y="8172"/>
                  </a:lnTo>
                  <a:lnTo>
                    <a:pt x="5254649" y="8172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563" y="8202"/>
                  </a:lnTo>
                  <a:lnTo>
                    <a:pt x="6735577" y="8409"/>
                  </a:lnTo>
                  <a:lnTo>
                    <a:pt x="6755733" y="8983"/>
                  </a:lnTo>
                  <a:lnTo>
                    <a:pt x="6791661" y="10112"/>
                  </a:lnTo>
                  <a:lnTo>
                    <a:pt x="6844993" y="11970"/>
                  </a:lnTo>
                  <a:lnTo>
                    <a:pt x="6915245" y="14696"/>
                  </a:lnTo>
                  <a:lnTo>
                    <a:pt x="7000024" y="18381"/>
                  </a:lnTo>
                  <a:lnTo>
                    <a:pt x="7095589" y="23067"/>
                  </a:lnTo>
                  <a:lnTo>
                    <a:pt x="7197590" y="28758"/>
                  </a:lnTo>
                  <a:lnTo>
                    <a:pt x="7301789" y="35435"/>
                  </a:lnTo>
                  <a:lnTo>
                    <a:pt x="7404582" y="43076"/>
                  </a:lnTo>
                  <a:lnTo>
                    <a:pt x="7503277" y="51677"/>
                  </a:lnTo>
                  <a:lnTo>
                    <a:pt x="7596125" y="61257"/>
                  </a:lnTo>
                  <a:lnTo>
                    <a:pt x="7682219" y="71874"/>
                  </a:lnTo>
                  <a:lnTo>
                    <a:pt x="7761313" y="83620"/>
                  </a:lnTo>
                  <a:lnTo>
                    <a:pt x="7833636" y="96625"/>
                  </a:lnTo>
                  <a:lnTo>
                    <a:pt x="7899734" y="111053"/>
                  </a:lnTo>
                  <a:lnTo>
                    <a:pt x="7960334" y="127095"/>
                  </a:lnTo>
                  <a:lnTo>
                    <a:pt x="8016256" y="144957"/>
                  </a:lnTo>
                  <a:lnTo>
                    <a:pt x="8068341" y="164843"/>
                  </a:lnTo>
                  <a:lnTo>
                    <a:pt x="8117399" y="186913"/>
                  </a:lnTo>
                  <a:lnTo>
                    <a:pt x="8151487" y="204324"/>
                  </a:lnTo>
                  <a:lnTo>
                    <a:pt x="8200807" y="232624"/>
                  </a:lnTo>
                  <a:lnTo>
                    <a:pt x="8248630" y="263649"/>
                  </a:lnTo>
                  <a:lnTo>
                    <a:pt x="8295491" y="297445"/>
                  </a:lnTo>
                  <a:lnTo>
                    <a:pt x="8341787" y="333974"/>
                  </a:lnTo>
                  <a:lnTo>
                    <a:pt x="8387808" y="373107"/>
                  </a:lnTo>
                  <a:lnTo>
                    <a:pt x="8433747" y="414618"/>
                  </a:lnTo>
                  <a:lnTo>
                    <a:pt x="8479719" y="458179"/>
                  </a:lnTo>
                  <a:lnTo>
                    <a:pt x="8525776" y="503372"/>
                  </a:lnTo>
                  <a:lnTo>
                    <a:pt x="8571919" y="549702"/>
                  </a:lnTo>
                  <a:lnTo>
                    <a:pt x="8618113" y="596615"/>
                  </a:lnTo>
                  <a:lnTo>
                    <a:pt x="8664307" y="643528"/>
                  </a:lnTo>
                  <a:lnTo>
                    <a:pt x="8710450" y="689858"/>
                  </a:lnTo>
                  <a:lnTo>
                    <a:pt x="8756507" y="735052"/>
                  </a:lnTo>
                  <a:lnTo>
                    <a:pt x="8802480" y="778614"/>
                  </a:lnTo>
                  <a:lnTo>
                    <a:pt x="8848419" y="820126"/>
                  </a:lnTo>
                  <a:lnTo>
                    <a:pt x="8894439" y="859261"/>
                  </a:lnTo>
                  <a:lnTo>
                    <a:pt x="8940735" y="895791"/>
                  </a:lnTo>
                  <a:lnTo>
                    <a:pt x="8987595" y="929589"/>
                  </a:lnTo>
                  <a:lnTo>
                    <a:pt x="9035418" y="960615"/>
                  </a:lnTo>
                  <a:lnTo>
                    <a:pt x="9084767" y="988932"/>
                  </a:lnTo>
                  <a:lnTo>
                    <a:pt x="9132088" y="1012638"/>
                  </a:lnTo>
                  <a:lnTo>
                    <a:pt x="9181901" y="1034095"/>
                  </a:lnTo>
                  <a:lnTo>
                    <a:pt x="9234959" y="1053405"/>
                  </a:lnTo>
                  <a:lnTo>
                    <a:pt x="9292083" y="1070747"/>
                  </a:lnTo>
                  <a:lnTo>
                    <a:pt x="9354116" y="1086324"/>
                  </a:lnTo>
                  <a:lnTo>
                    <a:pt x="9421859" y="1100343"/>
                  </a:lnTo>
                  <a:lnTo>
                    <a:pt x="9496001" y="1112987"/>
                  </a:lnTo>
                  <a:lnTo>
                    <a:pt x="9577014" y="1124411"/>
                  </a:lnTo>
                  <a:lnTo>
                    <a:pt x="9665014" y="1134735"/>
                  </a:lnTo>
                  <a:lnTo>
                    <a:pt x="9759593" y="1144041"/>
                  </a:lnTo>
                  <a:lnTo>
                    <a:pt x="9859629" y="1152377"/>
                  </a:lnTo>
                  <a:lnTo>
                    <a:pt x="9963118" y="1159755"/>
                  </a:lnTo>
                  <a:lnTo>
                    <a:pt x="10067105" y="1166163"/>
                  </a:lnTo>
                  <a:lnTo>
                    <a:pt x="10167775" y="1171579"/>
                  </a:lnTo>
                  <a:lnTo>
                    <a:pt x="10260796" y="1175988"/>
                  </a:lnTo>
                  <a:lnTo>
                    <a:pt x="10341909" y="1179403"/>
                  </a:lnTo>
                  <a:lnTo>
                    <a:pt x="10407672" y="1181879"/>
                  </a:lnTo>
                  <a:lnTo>
                    <a:pt x="10456178" y="1183521"/>
                  </a:lnTo>
                  <a:lnTo>
                    <a:pt x="10487517" y="1184479"/>
                  </a:lnTo>
                  <a:lnTo>
                    <a:pt x="10503893" y="1184933"/>
                  </a:lnTo>
                  <a:lnTo>
                    <a:pt x="10509438" y="1185073"/>
                  </a:lnTo>
                  <a:lnTo>
                    <a:pt x="10509911" y="1185084"/>
                  </a:lnTo>
                  <a:lnTo>
                    <a:pt x="11981298" y="1185084"/>
                  </a:lnTo>
                  <a:lnTo>
                    <a:pt x="11981298" y="1176911"/>
                  </a:lnTo>
                  <a:lnTo>
                    <a:pt x="10509911" y="1176911"/>
                  </a:lnTo>
                  <a:lnTo>
                    <a:pt x="10508690" y="1176882"/>
                  </a:lnTo>
                  <a:lnTo>
                    <a:pt x="10500677" y="1176675"/>
                  </a:lnTo>
                  <a:lnTo>
                    <a:pt x="10480521" y="1176101"/>
                  </a:lnTo>
                  <a:lnTo>
                    <a:pt x="10444592" y="1174971"/>
                  </a:lnTo>
                  <a:lnTo>
                    <a:pt x="10391260" y="1173113"/>
                  </a:lnTo>
                  <a:lnTo>
                    <a:pt x="10321009" y="1170388"/>
                  </a:lnTo>
                  <a:lnTo>
                    <a:pt x="10236229" y="1166703"/>
                  </a:lnTo>
                  <a:lnTo>
                    <a:pt x="10140664" y="1162017"/>
                  </a:lnTo>
                  <a:lnTo>
                    <a:pt x="10038663" y="1156326"/>
                  </a:lnTo>
                  <a:lnTo>
                    <a:pt x="9934465" y="1149649"/>
                  </a:lnTo>
                  <a:lnTo>
                    <a:pt x="9831671" y="1142007"/>
                  </a:lnTo>
                  <a:lnTo>
                    <a:pt x="9732976" y="1133407"/>
                  </a:lnTo>
                  <a:lnTo>
                    <a:pt x="9640128" y="1123827"/>
                  </a:lnTo>
                  <a:lnTo>
                    <a:pt x="9554034" y="1113210"/>
                  </a:lnTo>
                  <a:lnTo>
                    <a:pt x="9474941" y="1101464"/>
                  </a:lnTo>
                  <a:lnTo>
                    <a:pt x="9402617" y="1088459"/>
                  </a:lnTo>
                  <a:lnTo>
                    <a:pt x="9336519" y="1074031"/>
                  </a:lnTo>
                  <a:lnTo>
                    <a:pt x="9275919" y="1057989"/>
                  </a:lnTo>
                  <a:lnTo>
                    <a:pt x="9219997" y="1040126"/>
                  </a:lnTo>
                  <a:lnTo>
                    <a:pt x="9167912" y="1020241"/>
                  </a:lnTo>
                  <a:lnTo>
                    <a:pt x="9118855" y="998171"/>
                  </a:lnTo>
                  <a:lnTo>
                    <a:pt x="9084767" y="980759"/>
                  </a:lnTo>
                  <a:lnTo>
                    <a:pt x="9035446" y="952460"/>
                  </a:lnTo>
                  <a:lnTo>
                    <a:pt x="8987623" y="921434"/>
                  </a:lnTo>
                  <a:lnTo>
                    <a:pt x="8940762" y="887639"/>
                  </a:lnTo>
                  <a:lnTo>
                    <a:pt x="8894466" y="851110"/>
                  </a:lnTo>
                  <a:lnTo>
                    <a:pt x="8848445" y="811976"/>
                  </a:lnTo>
                  <a:lnTo>
                    <a:pt x="8802507" y="770466"/>
                  </a:lnTo>
                  <a:lnTo>
                    <a:pt x="8756534" y="726905"/>
                  </a:lnTo>
                  <a:lnTo>
                    <a:pt x="8710477" y="681712"/>
                  </a:lnTo>
                  <a:lnTo>
                    <a:pt x="8664334" y="635382"/>
                  </a:lnTo>
                  <a:lnTo>
                    <a:pt x="8618140" y="588469"/>
                  </a:lnTo>
                  <a:lnTo>
                    <a:pt x="8571946" y="541556"/>
                  </a:lnTo>
                  <a:lnTo>
                    <a:pt x="8525803" y="495226"/>
                  </a:lnTo>
                  <a:lnTo>
                    <a:pt x="8479746" y="450031"/>
                  </a:lnTo>
                  <a:lnTo>
                    <a:pt x="8433773" y="406469"/>
                  </a:lnTo>
                  <a:lnTo>
                    <a:pt x="8387835" y="364958"/>
                  </a:lnTo>
                  <a:lnTo>
                    <a:pt x="8341814" y="325823"/>
                  </a:lnTo>
                  <a:lnTo>
                    <a:pt x="8295518" y="289292"/>
                  </a:lnTo>
                  <a:lnTo>
                    <a:pt x="8248658" y="255495"/>
                  </a:lnTo>
                  <a:lnTo>
                    <a:pt x="8200835" y="224468"/>
                  </a:lnTo>
                  <a:lnTo>
                    <a:pt x="8151487" y="196151"/>
                  </a:lnTo>
                  <a:lnTo>
                    <a:pt x="8104165" y="172446"/>
                  </a:lnTo>
                  <a:lnTo>
                    <a:pt x="8054352" y="150989"/>
                  </a:lnTo>
                  <a:lnTo>
                    <a:pt x="8001295" y="131678"/>
                  </a:lnTo>
                  <a:lnTo>
                    <a:pt x="7944170" y="114337"/>
                  </a:lnTo>
                  <a:lnTo>
                    <a:pt x="7882137" y="98759"/>
                  </a:lnTo>
                  <a:lnTo>
                    <a:pt x="7814394" y="84741"/>
                  </a:lnTo>
                  <a:lnTo>
                    <a:pt x="7740252" y="72097"/>
                  </a:lnTo>
                  <a:lnTo>
                    <a:pt x="7659239" y="60673"/>
                  </a:lnTo>
                  <a:lnTo>
                    <a:pt x="7571239" y="50349"/>
                  </a:lnTo>
                  <a:lnTo>
                    <a:pt x="7476660" y="41042"/>
                  </a:lnTo>
                  <a:lnTo>
                    <a:pt x="7376625" y="32707"/>
                  </a:lnTo>
                  <a:lnTo>
                    <a:pt x="7273135" y="25329"/>
                  </a:lnTo>
                  <a:lnTo>
                    <a:pt x="7169148" y="18921"/>
                  </a:lnTo>
                  <a:lnTo>
                    <a:pt x="7068478" y="13505"/>
                  </a:lnTo>
                  <a:lnTo>
                    <a:pt x="6975457" y="9095"/>
                  </a:lnTo>
                  <a:lnTo>
                    <a:pt x="6894344" y="5681"/>
                  </a:lnTo>
                  <a:lnTo>
                    <a:pt x="6828581" y="3205"/>
                  </a:lnTo>
                  <a:lnTo>
                    <a:pt x="6780075" y="1563"/>
                  </a:lnTo>
                  <a:lnTo>
                    <a:pt x="6748737" y="605"/>
                  </a:lnTo>
                  <a:lnTo>
                    <a:pt x="6732360" y="151"/>
                  </a:lnTo>
                  <a:lnTo>
                    <a:pt x="6726815" y="11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717" y="0"/>
                  </a:lnTo>
                  <a:lnTo>
                    <a:pt x="5245595" y="0"/>
                  </a:lnTo>
                  <a:lnTo>
                    <a:pt x="5225174" y="0"/>
                  </a:lnTo>
                  <a:lnTo>
                    <a:pt x="5188796" y="0"/>
                  </a:lnTo>
                  <a:lnTo>
                    <a:pt x="5134841" y="0"/>
                  </a:lnTo>
                  <a:lnTo>
                    <a:pt x="5063845" y="0"/>
                  </a:lnTo>
                  <a:lnTo>
                    <a:pt x="4978276" y="0"/>
                  </a:lnTo>
                  <a:lnTo>
                    <a:pt x="4881960" y="0"/>
                  </a:lnTo>
                  <a:lnTo>
                    <a:pt x="4779314" y="0"/>
                  </a:lnTo>
                  <a:lnTo>
                    <a:pt x="4674619" y="0"/>
                  </a:lnTo>
                  <a:lnTo>
                    <a:pt x="4571490" y="0"/>
                  </a:lnTo>
                  <a:lnTo>
                    <a:pt x="4472613" y="0"/>
                  </a:lnTo>
                  <a:lnTo>
                    <a:pt x="4379710" y="0"/>
                  </a:lnTo>
                  <a:lnTo>
                    <a:pt x="4293656" y="0"/>
                  </a:lnTo>
                  <a:lnTo>
                    <a:pt x="4214666" y="0"/>
                  </a:lnTo>
                  <a:lnTo>
                    <a:pt x="4142479" y="0"/>
                  </a:lnTo>
                  <a:lnTo>
                    <a:pt x="4076527" y="0"/>
                  </a:lnTo>
                  <a:lnTo>
                    <a:pt x="4016060" y="0"/>
                  </a:lnTo>
                  <a:lnTo>
                    <a:pt x="3960244" y="0"/>
                  </a:lnTo>
                  <a:lnTo>
                    <a:pt x="3908225" y="0"/>
                  </a:lnTo>
                  <a:lnTo>
                    <a:pt x="3859190" y="0"/>
                  </a:lnTo>
                  <a:lnTo>
                    <a:pt x="3829811" y="0"/>
                  </a:lnTo>
                  <a:lnTo>
                    <a:pt x="3773574" y="0"/>
                  </a:lnTo>
                  <a:lnTo>
                    <a:pt x="3719187" y="0"/>
                  </a:lnTo>
                  <a:lnTo>
                    <a:pt x="3665897" y="0"/>
                  </a:lnTo>
                  <a:lnTo>
                    <a:pt x="3613168" y="0"/>
                  </a:lnTo>
                  <a:lnTo>
                    <a:pt x="3560645" y="0"/>
                  </a:lnTo>
                  <a:lnTo>
                    <a:pt x="3508113" y="0"/>
                  </a:lnTo>
                  <a:lnTo>
                    <a:pt x="3455477" y="0"/>
                  </a:lnTo>
                  <a:lnTo>
                    <a:pt x="3402731" y="0"/>
                  </a:lnTo>
                  <a:lnTo>
                    <a:pt x="3349927" y="0"/>
                  </a:lnTo>
                  <a:lnTo>
                    <a:pt x="3297143" y="0"/>
                  </a:lnTo>
                  <a:lnTo>
                    <a:pt x="3244448" y="0"/>
                  </a:lnTo>
                  <a:lnTo>
                    <a:pt x="3191870" y="0"/>
                  </a:lnTo>
                  <a:lnTo>
                    <a:pt x="3139361" y="0"/>
                  </a:lnTo>
                  <a:lnTo>
                    <a:pt x="3086770" y="0"/>
                  </a:lnTo>
                  <a:lnTo>
                    <a:pt x="3033815" y="0"/>
                  </a:lnTo>
                  <a:lnTo>
                    <a:pt x="2980053" y="0"/>
                  </a:lnTo>
                  <a:lnTo>
                    <a:pt x="2924848" y="0"/>
                  </a:lnTo>
                  <a:lnTo>
                    <a:pt x="2896531" y="0"/>
                  </a:lnTo>
                  <a:lnTo>
                    <a:pt x="2848982" y="0"/>
                  </a:lnTo>
                  <a:lnTo>
                    <a:pt x="2798914" y="0"/>
                  </a:lnTo>
                  <a:lnTo>
                    <a:pt x="2745563" y="0"/>
                  </a:lnTo>
                  <a:lnTo>
                    <a:pt x="2688096" y="0"/>
                  </a:lnTo>
                  <a:lnTo>
                    <a:pt x="2625657" y="0"/>
                  </a:lnTo>
                  <a:lnTo>
                    <a:pt x="2557437" y="0"/>
                  </a:lnTo>
                  <a:lnTo>
                    <a:pt x="2482741" y="0"/>
                  </a:lnTo>
                  <a:lnTo>
                    <a:pt x="2401099" y="0"/>
                  </a:lnTo>
                  <a:lnTo>
                    <a:pt x="2312409" y="0"/>
                  </a:lnTo>
                  <a:lnTo>
                    <a:pt x="2217110" y="0"/>
                  </a:lnTo>
                  <a:lnTo>
                    <a:pt x="2116379" y="0"/>
                  </a:lnTo>
                  <a:lnTo>
                    <a:pt x="2012292" y="0"/>
                  </a:lnTo>
                  <a:lnTo>
                    <a:pt x="1907900" y="0"/>
                  </a:lnTo>
                  <a:lnTo>
                    <a:pt x="1807114" y="0"/>
                  </a:lnTo>
                  <a:lnTo>
                    <a:pt x="1714343" y="0"/>
                  </a:lnTo>
                  <a:lnTo>
                    <a:pt x="1633872" y="0"/>
                  </a:lnTo>
                  <a:lnTo>
                    <a:pt x="1569100" y="0"/>
                  </a:lnTo>
                  <a:lnTo>
                    <a:pt x="1521819" y="0"/>
                  </a:lnTo>
                  <a:lnTo>
                    <a:pt x="1491757" y="0"/>
                  </a:lnTo>
                  <a:lnTo>
                    <a:pt x="1476500" y="0"/>
                  </a:lnTo>
                  <a:lnTo>
                    <a:pt x="1471693" y="0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C1B3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296" name="pl1296"/>
            <p:cNvSpPr/>
            <p:nvPr/>
          </p:nvSpPr>
          <p:spPr>
            <a:xfrm>
              <a:off x="4799595" y="8494159"/>
              <a:ext cx="11981298" cy="1176911"/>
            </a:xfrm>
            <a:custGeom>
              <a:avLst/>
              <a:pathLst>
                <a:path w="11981298" h="1176911">
                  <a:moveTo>
                    <a:pt x="0" y="0"/>
                  </a:moveTo>
                  <a:lnTo>
                    <a:pt x="1471387" y="0"/>
                  </a:lnTo>
                  <a:lnTo>
                    <a:pt x="1472625" y="0"/>
                  </a:lnTo>
                  <a:lnTo>
                    <a:pt x="1480747" y="0"/>
                  </a:lnTo>
                  <a:lnTo>
                    <a:pt x="1501168" y="0"/>
                  </a:lnTo>
                  <a:lnTo>
                    <a:pt x="1537546" y="0"/>
                  </a:lnTo>
                  <a:lnTo>
                    <a:pt x="1591501" y="0"/>
                  </a:lnTo>
                  <a:lnTo>
                    <a:pt x="1662497" y="0"/>
                  </a:lnTo>
                  <a:lnTo>
                    <a:pt x="1748066" y="0"/>
                  </a:lnTo>
                  <a:lnTo>
                    <a:pt x="1844382" y="0"/>
                  </a:lnTo>
                  <a:lnTo>
                    <a:pt x="1947029" y="0"/>
                  </a:lnTo>
                  <a:lnTo>
                    <a:pt x="2051723" y="0"/>
                  </a:lnTo>
                  <a:lnTo>
                    <a:pt x="2154852" y="0"/>
                  </a:lnTo>
                  <a:lnTo>
                    <a:pt x="2253729" y="0"/>
                  </a:lnTo>
                  <a:lnTo>
                    <a:pt x="2346632" y="0"/>
                  </a:lnTo>
                  <a:lnTo>
                    <a:pt x="2432686" y="0"/>
                  </a:lnTo>
                  <a:lnTo>
                    <a:pt x="2511676" y="0"/>
                  </a:lnTo>
                  <a:lnTo>
                    <a:pt x="2583863" y="0"/>
                  </a:lnTo>
                  <a:lnTo>
                    <a:pt x="2649815" y="0"/>
                  </a:lnTo>
                  <a:lnTo>
                    <a:pt x="2710282" y="0"/>
                  </a:lnTo>
                  <a:lnTo>
                    <a:pt x="2766098" y="0"/>
                  </a:lnTo>
                  <a:lnTo>
                    <a:pt x="2818117" y="0"/>
                  </a:lnTo>
                  <a:lnTo>
                    <a:pt x="2867152" y="0"/>
                  </a:lnTo>
                  <a:lnTo>
                    <a:pt x="2896531" y="0"/>
                  </a:lnTo>
                  <a:lnTo>
                    <a:pt x="2952768" y="0"/>
                  </a:lnTo>
                  <a:lnTo>
                    <a:pt x="3007155" y="0"/>
                  </a:lnTo>
                  <a:lnTo>
                    <a:pt x="3060446" y="0"/>
                  </a:lnTo>
                  <a:lnTo>
                    <a:pt x="3113174" y="0"/>
                  </a:lnTo>
                  <a:lnTo>
                    <a:pt x="3165697" y="0"/>
                  </a:lnTo>
                  <a:lnTo>
                    <a:pt x="3218229" y="0"/>
                  </a:lnTo>
                  <a:lnTo>
                    <a:pt x="3270865" y="0"/>
                  </a:lnTo>
                  <a:lnTo>
                    <a:pt x="3323611" y="0"/>
                  </a:lnTo>
                  <a:lnTo>
                    <a:pt x="3376415" y="0"/>
                  </a:lnTo>
                  <a:lnTo>
                    <a:pt x="3429200" y="0"/>
                  </a:lnTo>
                  <a:lnTo>
                    <a:pt x="3481894" y="0"/>
                  </a:lnTo>
                  <a:lnTo>
                    <a:pt x="3534472" y="0"/>
                  </a:lnTo>
                  <a:lnTo>
                    <a:pt x="3586981" y="0"/>
                  </a:lnTo>
                  <a:lnTo>
                    <a:pt x="3639572" y="0"/>
                  </a:lnTo>
                  <a:lnTo>
                    <a:pt x="3692528" y="0"/>
                  </a:lnTo>
                  <a:lnTo>
                    <a:pt x="3746289" y="0"/>
                  </a:lnTo>
                  <a:lnTo>
                    <a:pt x="3801494" y="0"/>
                  </a:lnTo>
                  <a:lnTo>
                    <a:pt x="3829811" y="0"/>
                  </a:lnTo>
                  <a:lnTo>
                    <a:pt x="3877360" y="0"/>
                  </a:lnTo>
                  <a:lnTo>
                    <a:pt x="3927428" y="0"/>
                  </a:lnTo>
                  <a:lnTo>
                    <a:pt x="3980779" y="0"/>
                  </a:lnTo>
                  <a:lnTo>
                    <a:pt x="4038247" y="0"/>
                  </a:lnTo>
                  <a:lnTo>
                    <a:pt x="4100685" y="0"/>
                  </a:lnTo>
                  <a:lnTo>
                    <a:pt x="4168905" y="0"/>
                  </a:lnTo>
                  <a:lnTo>
                    <a:pt x="4243601" y="0"/>
                  </a:lnTo>
                  <a:lnTo>
                    <a:pt x="4325243" y="0"/>
                  </a:lnTo>
                  <a:lnTo>
                    <a:pt x="4413933" y="0"/>
                  </a:lnTo>
                  <a:lnTo>
                    <a:pt x="4509232" y="0"/>
                  </a:lnTo>
                  <a:lnTo>
                    <a:pt x="4609963" y="0"/>
                  </a:lnTo>
                  <a:lnTo>
                    <a:pt x="4714050" y="0"/>
                  </a:lnTo>
                  <a:lnTo>
                    <a:pt x="4818442" y="0"/>
                  </a:lnTo>
                  <a:lnTo>
                    <a:pt x="4919228" y="0"/>
                  </a:lnTo>
                  <a:lnTo>
                    <a:pt x="5012000" y="0"/>
                  </a:lnTo>
                  <a:lnTo>
                    <a:pt x="5092470" y="0"/>
                  </a:lnTo>
                  <a:lnTo>
                    <a:pt x="5157242" y="0"/>
                  </a:lnTo>
                  <a:lnTo>
                    <a:pt x="5204523" y="0"/>
                  </a:lnTo>
                  <a:lnTo>
                    <a:pt x="5234585" y="0"/>
                  </a:lnTo>
                  <a:lnTo>
                    <a:pt x="5249843" y="0"/>
                  </a:lnTo>
                  <a:lnTo>
                    <a:pt x="5254649" y="0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563" y="29"/>
                  </a:lnTo>
                  <a:lnTo>
                    <a:pt x="6735577" y="236"/>
                  </a:lnTo>
                  <a:lnTo>
                    <a:pt x="6755733" y="810"/>
                  </a:lnTo>
                  <a:lnTo>
                    <a:pt x="6791661" y="1939"/>
                  </a:lnTo>
                  <a:lnTo>
                    <a:pt x="6844993" y="3797"/>
                  </a:lnTo>
                  <a:lnTo>
                    <a:pt x="6915245" y="6523"/>
                  </a:lnTo>
                  <a:lnTo>
                    <a:pt x="7000024" y="10208"/>
                  </a:lnTo>
                  <a:lnTo>
                    <a:pt x="7095589" y="14894"/>
                  </a:lnTo>
                  <a:lnTo>
                    <a:pt x="7197590" y="20585"/>
                  </a:lnTo>
                  <a:lnTo>
                    <a:pt x="7301789" y="27262"/>
                  </a:lnTo>
                  <a:lnTo>
                    <a:pt x="7404582" y="34903"/>
                  </a:lnTo>
                  <a:lnTo>
                    <a:pt x="7503277" y="43504"/>
                  </a:lnTo>
                  <a:lnTo>
                    <a:pt x="7596125" y="53084"/>
                  </a:lnTo>
                  <a:lnTo>
                    <a:pt x="7682219" y="63701"/>
                  </a:lnTo>
                  <a:lnTo>
                    <a:pt x="7761313" y="75447"/>
                  </a:lnTo>
                  <a:lnTo>
                    <a:pt x="7833636" y="88452"/>
                  </a:lnTo>
                  <a:lnTo>
                    <a:pt x="7899734" y="102880"/>
                  </a:lnTo>
                  <a:lnTo>
                    <a:pt x="7960334" y="118922"/>
                  </a:lnTo>
                  <a:lnTo>
                    <a:pt x="8016256" y="136784"/>
                  </a:lnTo>
                  <a:lnTo>
                    <a:pt x="8068341" y="156670"/>
                  </a:lnTo>
                  <a:lnTo>
                    <a:pt x="8117399" y="178740"/>
                  </a:lnTo>
                  <a:lnTo>
                    <a:pt x="8151487" y="196151"/>
                  </a:lnTo>
                  <a:lnTo>
                    <a:pt x="8200807" y="224451"/>
                  </a:lnTo>
                  <a:lnTo>
                    <a:pt x="8248630" y="255476"/>
                  </a:lnTo>
                  <a:lnTo>
                    <a:pt x="8295491" y="289272"/>
                  </a:lnTo>
                  <a:lnTo>
                    <a:pt x="8341787" y="325801"/>
                  </a:lnTo>
                  <a:lnTo>
                    <a:pt x="8387808" y="364934"/>
                  </a:lnTo>
                  <a:lnTo>
                    <a:pt x="8433747" y="406445"/>
                  </a:lnTo>
                  <a:lnTo>
                    <a:pt x="8479719" y="450006"/>
                  </a:lnTo>
                  <a:lnTo>
                    <a:pt x="8525776" y="495199"/>
                  </a:lnTo>
                  <a:lnTo>
                    <a:pt x="8571919" y="541529"/>
                  </a:lnTo>
                  <a:lnTo>
                    <a:pt x="8618113" y="588442"/>
                  </a:lnTo>
                  <a:lnTo>
                    <a:pt x="8664307" y="635355"/>
                  </a:lnTo>
                  <a:lnTo>
                    <a:pt x="8710450" y="681685"/>
                  </a:lnTo>
                  <a:lnTo>
                    <a:pt x="8756507" y="726879"/>
                  </a:lnTo>
                  <a:lnTo>
                    <a:pt x="8802480" y="770441"/>
                  </a:lnTo>
                  <a:lnTo>
                    <a:pt x="8848419" y="811953"/>
                  </a:lnTo>
                  <a:lnTo>
                    <a:pt x="8894439" y="851088"/>
                  </a:lnTo>
                  <a:lnTo>
                    <a:pt x="8940735" y="887618"/>
                  </a:lnTo>
                  <a:lnTo>
                    <a:pt x="8987595" y="921416"/>
                  </a:lnTo>
                  <a:lnTo>
                    <a:pt x="9035418" y="952442"/>
                  </a:lnTo>
                  <a:lnTo>
                    <a:pt x="9084737" y="980744"/>
                  </a:lnTo>
                  <a:lnTo>
                    <a:pt x="9084767" y="980759"/>
                  </a:lnTo>
                  <a:lnTo>
                    <a:pt x="9132088" y="1004465"/>
                  </a:lnTo>
                  <a:lnTo>
                    <a:pt x="9181901" y="1025922"/>
                  </a:lnTo>
                  <a:lnTo>
                    <a:pt x="9234959" y="1045232"/>
                  </a:lnTo>
                  <a:lnTo>
                    <a:pt x="9292083" y="1062574"/>
                  </a:lnTo>
                  <a:lnTo>
                    <a:pt x="9354116" y="1078151"/>
                  </a:lnTo>
                  <a:lnTo>
                    <a:pt x="9421859" y="1092170"/>
                  </a:lnTo>
                  <a:lnTo>
                    <a:pt x="9496001" y="1104814"/>
                  </a:lnTo>
                  <a:lnTo>
                    <a:pt x="9577014" y="1116238"/>
                  </a:lnTo>
                  <a:lnTo>
                    <a:pt x="9665014" y="1126562"/>
                  </a:lnTo>
                  <a:lnTo>
                    <a:pt x="9759593" y="1135868"/>
                  </a:lnTo>
                  <a:lnTo>
                    <a:pt x="9859629" y="1144204"/>
                  </a:lnTo>
                  <a:lnTo>
                    <a:pt x="9963118" y="1151582"/>
                  </a:lnTo>
                  <a:lnTo>
                    <a:pt x="10067105" y="1157990"/>
                  </a:lnTo>
                  <a:lnTo>
                    <a:pt x="10167775" y="1163406"/>
                  </a:lnTo>
                  <a:lnTo>
                    <a:pt x="10260796" y="1167815"/>
                  </a:lnTo>
                  <a:lnTo>
                    <a:pt x="10341909" y="1171230"/>
                  </a:lnTo>
                  <a:lnTo>
                    <a:pt x="10407672" y="1173706"/>
                  </a:lnTo>
                  <a:lnTo>
                    <a:pt x="10456178" y="1175348"/>
                  </a:lnTo>
                  <a:lnTo>
                    <a:pt x="10487517" y="1176306"/>
                  </a:lnTo>
                  <a:lnTo>
                    <a:pt x="10503893" y="1176760"/>
                  </a:lnTo>
                  <a:lnTo>
                    <a:pt x="10509438" y="1176900"/>
                  </a:lnTo>
                  <a:lnTo>
                    <a:pt x="10509911" y="1176911"/>
                  </a:lnTo>
                  <a:lnTo>
                    <a:pt x="11981298" y="117691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97" name="pl1297"/>
            <p:cNvSpPr/>
            <p:nvPr/>
          </p:nvSpPr>
          <p:spPr>
            <a:xfrm>
              <a:off x="4799595" y="8485986"/>
              <a:ext cx="11981298" cy="1176911"/>
            </a:xfrm>
            <a:custGeom>
              <a:avLst/>
              <a:pathLst>
                <a:path w="11981298" h="1176911">
                  <a:moveTo>
                    <a:pt x="11981298" y="1176911"/>
                  </a:moveTo>
                  <a:lnTo>
                    <a:pt x="10509911" y="1176911"/>
                  </a:lnTo>
                  <a:lnTo>
                    <a:pt x="10508690" y="1176882"/>
                  </a:lnTo>
                  <a:lnTo>
                    <a:pt x="10500677" y="1176675"/>
                  </a:lnTo>
                  <a:lnTo>
                    <a:pt x="10480521" y="1176101"/>
                  </a:lnTo>
                  <a:lnTo>
                    <a:pt x="10444592" y="1174971"/>
                  </a:lnTo>
                  <a:lnTo>
                    <a:pt x="10391260" y="1173113"/>
                  </a:lnTo>
                  <a:lnTo>
                    <a:pt x="10321009" y="1170388"/>
                  </a:lnTo>
                  <a:lnTo>
                    <a:pt x="10236229" y="1166703"/>
                  </a:lnTo>
                  <a:lnTo>
                    <a:pt x="10140664" y="1162017"/>
                  </a:lnTo>
                  <a:lnTo>
                    <a:pt x="10038663" y="1156326"/>
                  </a:lnTo>
                  <a:lnTo>
                    <a:pt x="9934465" y="1149649"/>
                  </a:lnTo>
                  <a:lnTo>
                    <a:pt x="9831671" y="1142007"/>
                  </a:lnTo>
                  <a:lnTo>
                    <a:pt x="9732976" y="1133407"/>
                  </a:lnTo>
                  <a:lnTo>
                    <a:pt x="9640128" y="1123827"/>
                  </a:lnTo>
                  <a:lnTo>
                    <a:pt x="9554034" y="1113210"/>
                  </a:lnTo>
                  <a:lnTo>
                    <a:pt x="9474941" y="1101464"/>
                  </a:lnTo>
                  <a:lnTo>
                    <a:pt x="9402617" y="1088459"/>
                  </a:lnTo>
                  <a:lnTo>
                    <a:pt x="9336519" y="1074031"/>
                  </a:lnTo>
                  <a:lnTo>
                    <a:pt x="9275919" y="1057989"/>
                  </a:lnTo>
                  <a:lnTo>
                    <a:pt x="9219997" y="1040126"/>
                  </a:lnTo>
                  <a:lnTo>
                    <a:pt x="9167912" y="1020241"/>
                  </a:lnTo>
                  <a:lnTo>
                    <a:pt x="9118855" y="998171"/>
                  </a:lnTo>
                  <a:lnTo>
                    <a:pt x="9084767" y="980759"/>
                  </a:lnTo>
                  <a:lnTo>
                    <a:pt x="9035446" y="952460"/>
                  </a:lnTo>
                  <a:lnTo>
                    <a:pt x="8987623" y="921434"/>
                  </a:lnTo>
                  <a:lnTo>
                    <a:pt x="8940762" y="887639"/>
                  </a:lnTo>
                  <a:lnTo>
                    <a:pt x="8894466" y="851110"/>
                  </a:lnTo>
                  <a:lnTo>
                    <a:pt x="8848445" y="811976"/>
                  </a:lnTo>
                  <a:lnTo>
                    <a:pt x="8802507" y="770466"/>
                  </a:lnTo>
                  <a:lnTo>
                    <a:pt x="8756534" y="726905"/>
                  </a:lnTo>
                  <a:lnTo>
                    <a:pt x="8710477" y="681712"/>
                  </a:lnTo>
                  <a:lnTo>
                    <a:pt x="8664334" y="635382"/>
                  </a:lnTo>
                  <a:lnTo>
                    <a:pt x="8618140" y="588469"/>
                  </a:lnTo>
                  <a:lnTo>
                    <a:pt x="8571946" y="541556"/>
                  </a:lnTo>
                  <a:lnTo>
                    <a:pt x="8525803" y="495226"/>
                  </a:lnTo>
                  <a:lnTo>
                    <a:pt x="8479746" y="450031"/>
                  </a:lnTo>
                  <a:lnTo>
                    <a:pt x="8433773" y="406469"/>
                  </a:lnTo>
                  <a:lnTo>
                    <a:pt x="8387835" y="364958"/>
                  </a:lnTo>
                  <a:lnTo>
                    <a:pt x="8341814" y="325823"/>
                  </a:lnTo>
                  <a:lnTo>
                    <a:pt x="8295518" y="289292"/>
                  </a:lnTo>
                  <a:lnTo>
                    <a:pt x="8248658" y="255495"/>
                  </a:lnTo>
                  <a:lnTo>
                    <a:pt x="8200835" y="224468"/>
                  </a:lnTo>
                  <a:lnTo>
                    <a:pt x="8151516" y="196167"/>
                  </a:lnTo>
                  <a:lnTo>
                    <a:pt x="8151487" y="196151"/>
                  </a:lnTo>
                  <a:lnTo>
                    <a:pt x="8104165" y="172446"/>
                  </a:lnTo>
                  <a:lnTo>
                    <a:pt x="8054352" y="150989"/>
                  </a:lnTo>
                  <a:lnTo>
                    <a:pt x="8001295" y="131678"/>
                  </a:lnTo>
                  <a:lnTo>
                    <a:pt x="7944170" y="114337"/>
                  </a:lnTo>
                  <a:lnTo>
                    <a:pt x="7882137" y="98759"/>
                  </a:lnTo>
                  <a:lnTo>
                    <a:pt x="7814394" y="84741"/>
                  </a:lnTo>
                  <a:lnTo>
                    <a:pt x="7740252" y="72097"/>
                  </a:lnTo>
                  <a:lnTo>
                    <a:pt x="7659239" y="60673"/>
                  </a:lnTo>
                  <a:lnTo>
                    <a:pt x="7571239" y="50349"/>
                  </a:lnTo>
                  <a:lnTo>
                    <a:pt x="7476660" y="41042"/>
                  </a:lnTo>
                  <a:lnTo>
                    <a:pt x="7376625" y="32707"/>
                  </a:lnTo>
                  <a:lnTo>
                    <a:pt x="7273135" y="25329"/>
                  </a:lnTo>
                  <a:lnTo>
                    <a:pt x="7169148" y="18921"/>
                  </a:lnTo>
                  <a:lnTo>
                    <a:pt x="7068478" y="13505"/>
                  </a:lnTo>
                  <a:lnTo>
                    <a:pt x="6975457" y="9095"/>
                  </a:lnTo>
                  <a:lnTo>
                    <a:pt x="6894344" y="5681"/>
                  </a:lnTo>
                  <a:lnTo>
                    <a:pt x="6828581" y="3205"/>
                  </a:lnTo>
                  <a:lnTo>
                    <a:pt x="6780075" y="1563"/>
                  </a:lnTo>
                  <a:lnTo>
                    <a:pt x="6748737" y="605"/>
                  </a:lnTo>
                  <a:lnTo>
                    <a:pt x="6732360" y="151"/>
                  </a:lnTo>
                  <a:lnTo>
                    <a:pt x="6726815" y="11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717" y="0"/>
                  </a:lnTo>
                  <a:lnTo>
                    <a:pt x="5245595" y="0"/>
                  </a:lnTo>
                  <a:lnTo>
                    <a:pt x="5225174" y="0"/>
                  </a:lnTo>
                  <a:lnTo>
                    <a:pt x="5188796" y="0"/>
                  </a:lnTo>
                  <a:lnTo>
                    <a:pt x="5134841" y="0"/>
                  </a:lnTo>
                  <a:lnTo>
                    <a:pt x="5063845" y="0"/>
                  </a:lnTo>
                  <a:lnTo>
                    <a:pt x="4978276" y="0"/>
                  </a:lnTo>
                  <a:lnTo>
                    <a:pt x="4881960" y="0"/>
                  </a:lnTo>
                  <a:lnTo>
                    <a:pt x="4779314" y="0"/>
                  </a:lnTo>
                  <a:lnTo>
                    <a:pt x="4674619" y="0"/>
                  </a:lnTo>
                  <a:lnTo>
                    <a:pt x="4571490" y="0"/>
                  </a:lnTo>
                  <a:lnTo>
                    <a:pt x="4472613" y="0"/>
                  </a:lnTo>
                  <a:lnTo>
                    <a:pt x="4379710" y="0"/>
                  </a:lnTo>
                  <a:lnTo>
                    <a:pt x="4293656" y="0"/>
                  </a:lnTo>
                  <a:lnTo>
                    <a:pt x="4214666" y="0"/>
                  </a:lnTo>
                  <a:lnTo>
                    <a:pt x="4142479" y="0"/>
                  </a:lnTo>
                  <a:lnTo>
                    <a:pt x="4076527" y="0"/>
                  </a:lnTo>
                  <a:lnTo>
                    <a:pt x="4016060" y="0"/>
                  </a:lnTo>
                  <a:lnTo>
                    <a:pt x="3960244" y="0"/>
                  </a:lnTo>
                  <a:lnTo>
                    <a:pt x="3908225" y="0"/>
                  </a:lnTo>
                  <a:lnTo>
                    <a:pt x="3859190" y="0"/>
                  </a:lnTo>
                  <a:lnTo>
                    <a:pt x="3829811" y="0"/>
                  </a:lnTo>
                  <a:lnTo>
                    <a:pt x="3773574" y="0"/>
                  </a:lnTo>
                  <a:lnTo>
                    <a:pt x="3719187" y="0"/>
                  </a:lnTo>
                  <a:lnTo>
                    <a:pt x="3665897" y="0"/>
                  </a:lnTo>
                  <a:lnTo>
                    <a:pt x="3613168" y="0"/>
                  </a:lnTo>
                  <a:lnTo>
                    <a:pt x="3560645" y="0"/>
                  </a:lnTo>
                  <a:lnTo>
                    <a:pt x="3508113" y="0"/>
                  </a:lnTo>
                  <a:lnTo>
                    <a:pt x="3455477" y="0"/>
                  </a:lnTo>
                  <a:lnTo>
                    <a:pt x="3402731" y="0"/>
                  </a:lnTo>
                  <a:lnTo>
                    <a:pt x="3349927" y="0"/>
                  </a:lnTo>
                  <a:lnTo>
                    <a:pt x="3297143" y="0"/>
                  </a:lnTo>
                  <a:lnTo>
                    <a:pt x="3244448" y="0"/>
                  </a:lnTo>
                  <a:lnTo>
                    <a:pt x="3191870" y="0"/>
                  </a:lnTo>
                  <a:lnTo>
                    <a:pt x="3139361" y="0"/>
                  </a:lnTo>
                  <a:lnTo>
                    <a:pt x="3086770" y="0"/>
                  </a:lnTo>
                  <a:lnTo>
                    <a:pt x="3033815" y="0"/>
                  </a:lnTo>
                  <a:lnTo>
                    <a:pt x="2980053" y="0"/>
                  </a:lnTo>
                  <a:lnTo>
                    <a:pt x="2924848" y="0"/>
                  </a:lnTo>
                  <a:lnTo>
                    <a:pt x="2896531" y="0"/>
                  </a:lnTo>
                  <a:lnTo>
                    <a:pt x="2848982" y="0"/>
                  </a:lnTo>
                  <a:lnTo>
                    <a:pt x="2798914" y="0"/>
                  </a:lnTo>
                  <a:lnTo>
                    <a:pt x="2745563" y="0"/>
                  </a:lnTo>
                  <a:lnTo>
                    <a:pt x="2688096" y="0"/>
                  </a:lnTo>
                  <a:lnTo>
                    <a:pt x="2625657" y="0"/>
                  </a:lnTo>
                  <a:lnTo>
                    <a:pt x="2557437" y="0"/>
                  </a:lnTo>
                  <a:lnTo>
                    <a:pt x="2482741" y="0"/>
                  </a:lnTo>
                  <a:lnTo>
                    <a:pt x="2401099" y="0"/>
                  </a:lnTo>
                  <a:lnTo>
                    <a:pt x="2312409" y="0"/>
                  </a:lnTo>
                  <a:lnTo>
                    <a:pt x="2217110" y="0"/>
                  </a:lnTo>
                  <a:lnTo>
                    <a:pt x="2116379" y="0"/>
                  </a:lnTo>
                  <a:lnTo>
                    <a:pt x="2012292" y="0"/>
                  </a:lnTo>
                  <a:lnTo>
                    <a:pt x="1907900" y="0"/>
                  </a:lnTo>
                  <a:lnTo>
                    <a:pt x="1807114" y="0"/>
                  </a:lnTo>
                  <a:lnTo>
                    <a:pt x="1714343" y="0"/>
                  </a:lnTo>
                  <a:lnTo>
                    <a:pt x="1633872" y="0"/>
                  </a:lnTo>
                  <a:lnTo>
                    <a:pt x="1569100" y="0"/>
                  </a:lnTo>
                  <a:lnTo>
                    <a:pt x="1521819" y="0"/>
                  </a:lnTo>
                  <a:lnTo>
                    <a:pt x="1491757" y="0"/>
                  </a:lnTo>
                  <a:lnTo>
                    <a:pt x="1476500" y="0"/>
                  </a:lnTo>
                  <a:lnTo>
                    <a:pt x="1471693" y="0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298" name="pg1298"/>
            <p:cNvSpPr/>
            <p:nvPr/>
          </p:nvSpPr>
          <p:spPr>
            <a:xfrm>
              <a:off x="4799595" y="8494159"/>
              <a:ext cx="11981298" cy="1920654"/>
            </a:xfrm>
            <a:custGeom>
              <a:avLst/>
              <a:pathLst>
                <a:path w="11981298" h="1920654">
                  <a:moveTo>
                    <a:pt x="0" y="8172"/>
                  </a:moveTo>
                  <a:lnTo>
                    <a:pt x="1471387" y="8172"/>
                  </a:lnTo>
                  <a:lnTo>
                    <a:pt x="1472625" y="8173"/>
                  </a:lnTo>
                  <a:lnTo>
                    <a:pt x="1480747" y="8174"/>
                  </a:lnTo>
                  <a:lnTo>
                    <a:pt x="1501168" y="8178"/>
                  </a:lnTo>
                  <a:lnTo>
                    <a:pt x="1537546" y="8186"/>
                  </a:lnTo>
                  <a:lnTo>
                    <a:pt x="1591501" y="8199"/>
                  </a:lnTo>
                  <a:lnTo>
                    <a:pt x="1662497" y="8218"/>
                  </a:lnTo>
                  <a:lnTo>
                    <a:pt x="1748066" y="8244"/>
                  </a:lnTo>
                  <a:lnTo>
                    <a:pt x="1844382" y="8277"/>
                  </a:lnTo>
                  <a:lnTo>
                    <a:pt x="1947028" y="8317"/>
                  </a:lnTo>
                  <a:lnTo>
                    <a:pt x="2051723" y="8364"/>
                  </a:lnTo>
                  <a:lnTo>
                    <a:pt x="2154851" y="8418"/>
                  </a:lnTo>
                  <a:lnTo>
                    <a:pt x="2253729" y="8478"/>
                  </a:lnTo>
                  <a:lnTo>
                    <a:pt x="2346632" y="8545"/>
                  </a:lnTo>
                  <a:lnTo>
                    <a:pt x="2432685" y="8620"/>
                  </a:lnTo>
                  <a:lnTo>
                    <a:pt x="2511676" y="8703"/>
                  </a:lnTo>
                  <a:lnTo>
                    <a:pt x="2583862" y="8794"/>
                  </a:lnTo>
                  <a:lnTo>
                    <a:pt x="2649815" y="8895"/>
                  </a:lnTo>
                  <a:lnTo>
                    <a:pt x="2710282" y="9008"/>
                  </a:lnTo>
                  <a:lnTo>
                    <a:pt x="2766098" y="9134"/>
                  </a:lnTo>
                  <a:lnTo>
                    <a:pt x="2818117" y="9274"/>
                  </a:lnTo>
                  <a:lnTo>
                    <a:pt x="2867152" y="9430"/>
                  </a:lnTo>
                  <a:lnTo>
                    <a:pt x="2896531" y="9535"/>
                  </a:lnTo>
                  <a:lnTo>
                    <a:pt x="2952767" y="9761"/>
                  </a:lnTo>
                  <a:lnTo>
                    <a:pt x="3007154" y="10012"/>
                  </a:lnTo>
                  <a:lnTo>
                    <a:pt x="3060444" y="10288"/>
                  </a:lnTo>
                  <a:lnTo>
                    <a:pt x="3113172" y="10588"/>
                  </a:lnTo>
                  <a:lnTo>
                    <a:pt x="3165695" y="10911"/>
                  </a:lnTo>
                  <a:lnTo>
                    <a:pt x="3218227" y="11254"/>
                  </a:lnTo>
                  <a:lnTo>
                    <a:pt x="3270862" y="11612"/>
                  </a:lnTo>
                  <a:lnTo>
                    <a:pt x="3323608" y="11980"/>
                  </a:lnTo>
                  <a:lnTo>
                    <a:pt x="3376411" y="12353"/>
                  </a:lnTo>
                  <a:lnTo>
                    <a:pt x="3429195" y="12724"/>
                  </a:lnTo>
                  <a:lnTo>
                    <a:pt x="3481889" y="13087"/>
                  </a:lnTo>
                  <a:lnTo>
                    <a:pt x="3534467" y="13438"/>
                  </a:lnTo>
                  <a:lnTo>
                    <a:pt x="3586975" y="13771"/>
                  </a:lnTo>
                  <a:lnTo>
                    <a:pt x="3639566" y="14083"/>
                  </a:lnTo>
                  <a:lnTo>
                    <a:pt x="3692521" y="14372"/>
                  </a:lnTo>
                  <a:lnTo>
                    <a:pt x="3746282" y="14635"/>
                  </a:lnTo>
                  <a:lnTo>
                    <a:pt x="3801486" y="14874"/>
                  </a:lnTo>
                  <a:lnTo>
                    <a:pt x="3829811" y="14983"/>
                  </a:lnTo>
                  <a:lnTo>
                    <a:pt x="3877360" y="15149"/>
                  </a:lnTo>
                  <a:lnTo>
                    <a:pt x="3927428" y="15298"/>
                  </a:lnTo>
                  <a:lnTo>
                    <a:pt x="3980779" y="15433"/>
                  </a:lnTo>
                  <a:lnTo>
                    <a:pt x="4038246" y="15554"/>
                  </a:lnTo>
                  <a:lnTo>
                    <a:pt x="4100685" y="15662"/>
                  </a:lnTo>
                  <a:lnTo>
                    <a:pt x="4168905" y="15760"/>
                  </a:lnTo>
                  <a:lnTo>
                    <a:pt x="4243601" y="15848"/>
                  </a:lnTo>
                  <a:lnTo>
                    <a:pt x="4325243" y="15927"/>
                  </a:lnTo>
                  <a:lnTo>
                    <a:pt x="4413933" y="15999"/>
                  </a:lnTo>
                  <a:lnTo>
                    <a:pt x="4509232" y="16063"/>
                  </a:lnTo>
                  <a:lnTo>
                    <a:pt x="4609963" y="16121"/>
                  </a:lnTo>
                  <a:lnTo>
                    <a:pt x="4714050" y="16172"/>
                  </a:lnTo>
                  <a:lnTo>
                    <a:pt x="4818441" y="16217"/>
                  </a:lnTo>
                  <a:lnTo>
                    <a:pt x="4919227" y="16254"/>
                  </a:lnTo>
                  <a:lnTo>
                    <a:pt x="5011999" y="16284"/>
                  </a:lnTo>
                  <a:lnTo>
                    <a:pt x="5092470" y="16308"/>
                  </a:lnTo>
                  <a:lnTo>
                    <a:pt x="5157241" y="16324"/>
                  </a:lnTo>
                  <a:lnTo>
                    <a:pt x="5204523" y="16335"/>
                  </a:lnTo>
                  <a:lnTo>
                    <a:pt x="5234585" y="16342"/>
                  </a:lnTo>
                  <a:lnTo>
                    <a:pt x="5249843" y="16345"/>
                  </a:lnTo>
                  <a:lnTo>
                    <a:pt x="5254649" y="16345"/>
                  </a:lnTo>
                  <a:lnTo>
                    <a:pt x="5254955" y="16345"/>
                  </a:lnTo>
                  <a:lnTo>
                    <a:pt x="6726343" y="16345"/>
                  </a:lnTo>
                  <a:lnTo>
                    <a:pt x="6727537" y="16392"/>
                  </a:lnTo>
                  <a:lnTo>
                    <a:pt x="6735381" y="16720"/>
                  </a:lnTo>
                  <a:lnTo>
                    <a:pt x="6755125" y="17628"/>
                  </a:lnTo>
                  <a:lnTo>
                    <a:pt x="6790353" y="19415"/>
                  </a:lnTo>
                  <a:lnTo>
                    <a:pt x="6842715" y="22356"/>
                  </a:lnTo>
                  <a:lnTo>
                    <a:pt x="6911802" y="26673"/>
                  </a:lnTo>
                  <a:lnTo>
                    <a:pt x="6995342" y="32515"/>
                  </a:lnTo>
                  <a:lnTo>
                    <a:pt x="7089723" y="39952"/>
                  </a:lnTo>
                  <a:lnTo>
                    <a:pt x="7190701" y="48992"/>
                  </a:lnTo>
                  <a:lnTo>
                    <a:pt x="7294105" y="59606"/>
                  </a:lnTo>
                  <a:lnTo>
                    <a:pt x="7396358" y="71760"/>
                  </a:lnTo>
                  <a:lnTo>
                    <a:pt x="7494750" y="85442"/>
                  </a:lnTo>
                  <a:lnTo>
                    <a:pt x="7587499" y="100681"/>
                  </a:lnTo>
                  <a:lnTo>
                    <a:pt x="7673645" y="117561"/>
                  </a:lnTo>
                  <a:lnTo>
                    <a:pt x="7752895" y="136222"/>
                  </a:lnTo>
                  <a:lnTo>
                    <a:pt x="7825431" y="156866"/>
                  </a:lnTo>
                  <a:lnTo>
                    <a:pt x="7891757" y="179745"/>
                  </a:lnTo>
                  <a:lnTo>
                    <a:pt x="7952569" y="205157"/>
                  </a:lnTo>
                  <a:lnTo>
                    <a:pt x="8008663" y="233427"/>
                  </a:lnTo>
                  <a:lnTo>
                    <a:pt x="8060860" y="264878"/>
                  </a:lnTo>
                  <a:lnTo>
                    <a:pt x="8109961" y="299783"/>
                  </a:lnTo>
                  <a:lnTo>
                    <a:pt x="8151487" y="333730"/>
                  </a:lnTo>
                  <a:lnTo>
                    <a:pt x="8194964" y="373780"/>
                  </a:lnTo>
                  <a:lnTo>
                    <a:pt x="8237226" y="417231"/>
                  </a:lnTo>
                  <a:lnTo>
                    <a:pt x="8278657" y="464147"/>
                  </a:lnTo>
                  <a:lnTo>
                    <a:pt x="8319553" y="514518"/>
                  </a:lnTo>
                  <a:lnTo>
                    <a:pt x="8360139" y="568244"/>
                  </a:lnTo>
                  <a:lnTo>
                    <a:pt x="8400580" y="625135"/>
                  </a:lnTo>
                  <a:lnTo>
                    <a:pt x="8440990" y="684904"/>
                  </a:lnTo>
                  <a:lnTo>
                    <a:pt x="8481436" y="747166"/>
                  </a:lnTo>
                  <a:lnTo>
                    <a:pt x="8521949" y="811454"/>
                  </a:lnTo>
                  <a:lnTo>
                    <a:pt x="8562530" y="877219"/>
                  </a:lnTo>
                  <a:lnTo>
                    <a:pt x="8603158" y="943861"/>
                  </a:lnTo>
                  <a:lnTo>
                    <a:pt x="8643800" y="1010742"/>
                  </a:lnTo>
                  <a:lnTo>
                    <a:pt x="8684418" y="1077214"/>
                  </a:lnTo>
                  <a:lnTo>
                    <a:pt x="8724982" y="1142647"/>
                  </a:lnTo>
                  <a:lnTo>
                    <a:pt x="8765477" y="1206451"/>
                  </a:lnTo>
                  <a:lnTo>
                    <a:pt x="8805909" y="1268099"/>
                  </a:lnTo>
                  <a:lnTo>
                    <a:pt x="8846319" y="1327142"/>
                  </a:lnTo>
                  <a:lnTo>
                    <a:pt x="8886785" y="1383224"/>
                  </a:lnTo>
                  <a:lnTo>
                    <a:pt x="8927435" y="1436081"/>
                  </a:lnTo>
                  <a:lnTo>
                    <a:pt x="8968446" y="1485548"/>
                  </a:lnTo>
                  <a:lnTo>
                    <a:pt x="9010064" y="1531549"/>
                  </a:lnTo>
                  <a:lnTo>
                    <a:pt x="9052606" y="1574095"/>
                  </a:lnTo>
                  <a:lnTo>
                    <a:pt x="9084767" y="1603269"/>
                  </a:lnTo>
                  <a:lnTo>
                    <a:pt x="9131730" y="1641356"/>
                  </a:lnTo>
                  <a:lnTo>
                    <a:pt x="9181144" y="1675858"/>
                  </a:lnTo>
                  <a:lnTo>
                    <a:pt x="9233743" y="1706934"/>
                  </a:lnTo>
                  <a:lnTo>
                    <a:pt x="9290330" y="1734863"/>
                  </a:lnTo>
                  <a:lnTo>
                    <a:pt x="9351729" y="1759972"/>
                  </a:lnTo>
                  <a:lnTo>
                    <a:pt x="9418727" y="1782583"/>
                  </a:lnTo>
                  <a:lnTo>
                    <a:pt x="9492004" y="1802990"/>
                  </a:lnTo>
                  <a:lnTo>
                    <a:pt x="9572034" y="1821440"/>
                  </a:lnTo>
                  <a:lnTo>
                    <a:pt x="9658955" y="1838128"/>
                  </a:lnTo>
                  <a:lnTo>
                    <a:pt x="9752406" y="1853187"/>
                  </a:lnTo>
                  <a:lnTo>
                    <a:pt x="9851343" y="1866695"/>
                  </a:lnTo>
                  <a:lnTo>
                    <a:pt x="9953880" y="1878675"/>
                  </a:lnTo>
                  <a:lnTo>
                    <a:pt x="10057203" y="1889113"/>
                  </a:lnTo>
                  <a:lnTo>
                    <a:pt x="10157649" y="1897972"/>
                  </a:lnTo>
                  <a:lnTo>
                    <a:pt x="10251008" y="1905227"/>
                  </a:lnTo>
                  <a:lnTo>
                    <a:pt x="10333072" y="1910891"/>
                  </a:lnTo>
                  <a:lnTo>
                    <a:pt x="10400345" y="1915043"/>
                  </a:lnTo>
                  <a:lnTo>
                    <a:pt x="10450745" y="1917841"/>
                  </a:lnTo>
                  <a:lnTo>
                    <a:pt x="10484095" y="1919513"/>
                  </a:lnTo>
                  <a:lnTo>
                    <a:pt x="10502276" y="1920340"/>
                  </a:lnTo>
                  <a:lnTo>
                    <a:pt x="10509073" y="1920622"/>
                  </a:lnTo>
                  <a:lnTo>
                    <a:pt x="10509911" y="1920654"/>
                  </a:lnTo>
                  <a:lnTo>
                    <a:pt x="11981298" y="1920654"/>
                  </a:lnTo>
                  <a:lnTo>
                    <a:pt x="11981298" y="1912481"/>
                  </a:lnTo>
                  <a:lnTo>
                    <a:pt x="10509911" y="1912481"/>
                  </a:lnTo>
                  <a:lnTo>
                    <a:pt x="10508716" y="1912435"/>
                  </a:lnTo>
                  <a:lnTo>
                    <a:pt x="10500872" y="1912107"/>
                  </a:lnTo>
                  <a:lnTo>
                    <a:pt x="10481128" y="1911199"/>
                  </a:lnTo>
                  <a:lnTo>
                    <a:pt x="10445900" y="1909412"/>
                  </a:lnTo>
                  <a:lnTo>
                    <a:pt x="10393538" y="1906471"/>
                  </a:lnTo>
                  <a:lnTo>
                    <a:pt x="10324451" y="1902153"/>
                  </a:lnTo>
                  <a:lnTo>
                    <a:pt x="10240911" y="1896311"/>
                  </a:lnTo>
                  <a:lnTo>
                    <a:pt x="10146530" y="1888874"/>
                  </a:lnTo>
                  <a:lnTo>
                    <a:pt x="10045552" y="1879834"/>
                  </a:lnTo>
                  <a:lnTo>
                    <a:pt x="9942148" y="1869220"/>
                  </a:lnTo>
                  <a:lnTo>
                    <a:pt x="9839896" y="1857066"/>
                  </a:lnTo>
                  <a:lnTo>
                    <a:pt x="9741503" y="1843385"/>
                  </a:lnTo>
                  <a:lnTo>
                    <a:pt x="9648755" y="1828146"/>
                  </a:lnTo>
                  <a:lnTo>
                    <a:pt x="9562608" y="1811266"/>
                  </a:lnTo>
                  <a:lnTo>
                    <a:pt x="9483359" y="1792604"/>
                  </a:lnTo>
                  <a:lnTo>
                    <a:pt x="9410823" y="1771961"/>
                  </a:lnTo>
                  <a:lnTo>
                    <a:pt x="9344497" y="1749082"/>
                  </a:lnTo>
                  <a:lnTo>
                    <a:pt x="9283684" y="1723670"/>
                  </a:lnTo>
                  <a:lnTo>
                    <a:pt x="9227591" y="1695400"/>
                  </a:lnTo>
                  <a:lnTo>
                    <a:pt x="9175393" y="1663948"/>
                  </a:lnTo>
                  <a:lnTo>
                    <a:pt x="9126292" y="1629044"/>
                  </a:lnTo>
                  <a:lnTo>
                    <a:pt x="9084767" y="1595096"/>
                  </a:lnTo>
                  <a:lnTo>
                    <a:pt x="9041290" y="1555047"/>
                  </a:lnTo>
                  <a:lnTo>
                    <a:pt x="8999027" y="1511596"/>
                  </a:lnTo>
                  <a:lnTo>
                    <a:pt x="8957596" y="1464679"/>
                  </a:lnTo>
                  <a:lnTo>
                    <a:pt x="8916700" y="1414309"/>
                  </a:lnTo>
                  <a:lnTo>
                    <a:pt x="8876114" y="1360582"/>
                  </a:lnTo>
                  <a:lnTo>
                    <a:pt x="8835673" y="1303691"/>
                  </a:lnTo>
                  <a:lnTo>
                    <a:pt x="8795263" y="1243923"/>
                  </a:lnTo>
                  <a:lnTo>
                    <a:pt x="8754817" y="1181660"/>
                  </a:lnTo>
                  <a:lnTo>
                    <a:pt x="8714304" y="1117373"/>
                  </a:lnTo>
                  <a:lnTo>
                    <a:pt x="8673723" y="1051607"/>
                  </a:lnTo>
                  <a:lnTo>
                    <a:pt x="8633095" y="984965"/>
                  </a:lnTo>
                  <a:lnTo>
                    <a:pt x="8592454" y="918085"/>
                  </a:lnTo>
                  <a:lnTo>
                    <a:pt x="8551835" y="851613"/>
                  </a:lnTo>
                  <a:lnTo>
                    <a:pt x="8511271" y="786180"/>
                  </a:lnTo>
                  <a:lnTo>
                    <a:pt x="8470777" y="722376"/>
                  </a:lnTo>
                  <a:lnTo>
                    <a:pt x="8430344" y="660728"/>
                  </a:lnTo>
                  <a:lnTo>
                    <a:pt x="8389934" y="601684"/>
                  </a:lnTo>
                  <a:lnTo>
                    <a:pt x="8349468" y="545603"/>
                  </a:lnTo>
                  <a:lnTo>
                    <a:pt x="8308819" y="492746"/>
                  </a:lnTo>
                  <a:lnTo>
                    <a:pt x="8267807" y="443279"/>
                  </a:lnTo>
                  <a:lnTo>
                    <a:pt x="8226189" y="397277"/>
                  </a:lnTo>
                  <a:lnTo>
                    <a:pt x="8183647" y="354732"/>
                  </a:lnTo>
                  <a:lnTo>
                    <a:pt x="8151487" y="325557"/>
                  </a:lnTo>
                  <a:lnTo>
                    <a:pt x="8104523" y="287470"/>
                  </a:lnTo>
                  <a:lnTo>
                    <a:pt x="8055109" y="252968"/>
                  </a:lnTo>
                  <a:lnTo>
                    <a:pt x="8002511" y="221893"/>
                  </a:lnTo>
                  <a:lnTo>
                    <a:pt x="7945923" y="193963"/>
                  </a:lnTo>
                  <a:lnTo>
                    <a:pt x="7884524" y="168855"/>
                  </a:lnTo>
                  <a:lnTo>
                    <a:pt x="7817526" y="146244"/>
                  </a:lnTo>
                  <a:lnTo>
                    <a:pt x="7744249" y="125837"/>
                  </a:lnTo>
                  <a:lnTo>
                    <a:pt x="7664219" y="107386"/>
                  </a:lnTo>
                  <a:lnTo>
                    <a:pt x="7577298" y="90699"/>
                  </a:lnTo>
                  <a:lnTo>
                    <a:pt x="7483847" y="75640"/>
                  </a:lnTo>
                  <a:lnTo>
                    <a:pt x="7384910" y="62132"/>
                  </a:lnTo>
                  <a:lnTo>
                    <a:pt x="7282373" y="50151"/>
                  </a:lnTo>
                  <a:lnTo>
                    <a:pt x="7179050" y="39714"/>
                  </a:lnTo>
                  <a:lnTo>
                    <a:pt x="7078604" y="30855"/>
                  </a:lnTo>
                  <a:lnTo>
                    <a:pt x="6985245" y="23600"/>
                  </a:lnTo>
                  <a:lnTo>
                    <a:pt x="6903181" y="17936"/>
                  </a:lnTo>
                  <a:lnTo>
                    <a:pt x="6835909" y="13784"/>
                  </a:lnTo>
                  <a:lnTo>
                    <a:pt x="6785508" y="10986"/>
                  </a:lnTo>
                  <a:lnTo>
                    <a:pt x="6752158" y="9313"/>
                  </a:lnTo>
                  <a:lnTo>
                    <a:pt x="6733977" y="8486"/>
                  </a:lnTo>
                  <a:lnTo>
                    <a:pt x="6727180" y="8205"/>
                  </a:lnTo>
                  <a:lnTo>
                    <a:pt x="6726343" y="8172"/>
                  </a:lnTo>
                  <a:lnTo>
                    <a:pt x="5254955" y="8172"/>
                  </a:lnTo>
                  <a:lnTo>
                    <a:pt x="5253717" y="8172"/>
                  </a:lnTo>
                  <a:lnTo>
                    <a:pt x="5245595" y="8171"/>
                  </a:lnTo>
                  <a:lnTo>
                    <a:pt x="5225174" y="8167"/>
                  </a:lnTo>
                  <a:lnTo>
                    <a:pt x="5188796" y="8159"/>
                  </a:lnTo>
                  <a:lnTo>
                    <a:pt x="5134841" y="8146"/>
                  </a:lnTo>
                  <a:lnTo>
                    <a:pt x="5063845" y="8127"/>
                  </a:lnTo>
                  <a:lnTo>
                    <a:pt x="4978277" y="8101"/>
                  </a:lnTo>
                  <a:lnTo>
                    <a:pt x="4881960" y="8068"/>
                  </a:lnTo>
                  <a:lnTo>
                    <a:pt x="4779314" y="8028"/>
                  </a:lnTo>
                  <a:lnTo>
                    <a:pt x="4674619" y="7981"/>
                  </a:lnTo>
                  <a:lnTo>
                    <a:pt x="4571491" y="7927"/>
                  </a:lnTo>
                  <a:lnTo>
                    <a:pt x="4472614" y="7867"/>
                  </a:lnTo>
                  <a:lnTo>
                    <a:pt x="4379710" y="7800"/>
                  </a:lnTo>
                  <a:lnTo>
                    <a:pt x="4293657" y="7725"/>
                  </a:lnTo>
                  <a:lnTo>
                    <a:pt x="4214667" y="7642"/>
                  </a:lnTo>
                  <a:lnTo>
                    <a:pt x="4142480" y="7551"/>
                  </a:lnTo>
                  <a:lnTo>
                    <a:pt x="4076527" y="7450"/>
                  </a:lnTo>
                  <a:lnTo>
                    <a:pt x="4016061" y="7337"/>
                  </a:lnTo>
                  <a:lnTo>
                    <a:pt x="3960244" y="7211"/>
                  </a:lnTo>
                  <a:lnTo>
                    <a:pt x="3908225" y="7071"/>
                  </a:lnTo>
                  <a:lnTo>
                    <a:pt x="3859190" y="6915"/>
                  </a:lnTo>
                  <a:lnTo>
                    <a:pt x="3829811" y="6810"/>
                  </a:lnTo>
                  <a:lnTo>
                    <a:pt x="3773575" y="6584"/>
                  </a:lnTo>
                  <a:lnTo>
                    <a:pt x="3719188" y="6333"/>
                  </a:lnTo>
                  <a:lnTo>
                    <a:pt x="3665898" y="6057"/>
                  </a:lnTo>
                  <a:lnTo>
                    <a:pt x="3613170" y="5757"/>
                  </a:lnTo>
                  <a:lnTo>
                    <a:pt x="3560647" y="5434"/>
                  </a:lnTo>
                  <a:lnTo>
                    <a:pt x="3508116" y="5091"/>
                  </a:lnTo>
                  <a:lnTo>
                    <a:pt x="3455480" y="4733"/>
                  </a:lnTo>
                  <a:lnTo>
                    <a:pt x="3402735" y="4365"/>
                  </a:lnTo>
                  <a:lnTo>
                    <a:pt x="3349931" y="3992"/>
                  </a:lnTo>
                  <a:lnTo>
                    <a:pt x="3297147" y="3621"/>
                  </a:lnTo>
                  <a:lnTo>
                    <a:pt x="3244453" y="3258"/>
                  </a:lnTo>
                  <a:lnTo>
                    <a:pt x="3191876" y="2907"/>
                  </a:lnTo>
                  <a:lnTo>
                    <a:pt x="3139367" y="2574"/>
                  </a:lnTo>
                  <a:lnTo>
                    <a:pt x="3086776" y="2262"/>
                  </a:lnTo>
                  <a:lnTo>
                    <a:pt x="3033821" y="1973"/>
                  </a:lnTo>
                  <a:lnTo>
                    <a:pt x="2980061" y="1710"/>
                  </a:lnTo>
                  <a:lnTo>
                    <a:pt x="2924856" y="1471"/>
                  </a:lnTo>
                  <a:lnTo>
                    <a:pt x="2896531" y="1362"/>
                  </a:lnTo>
                  <a:lnTo>
                    <a:pt x="2848982" y="1196"/>
                  </a:lnTo>
                  <a:lnTo>
                    <a:pt x="2798914" y="1047"/>
                  </a:lnTo>
                  <a:lnTo>
                    <a:pt x="2745563" y="912"/>
                  </a:lnTo>
                  <a:lnTo>
                    <a:pt x="2688096" y="791"/>
                  </a:lnTo>
                  <a:lnTo>
                    <a:pt x="2625658" y="683"/>
                  </a:lnTo>
                  <a:lnTo>
                    <a:pt x="2557437" y="585"/>
                  </a:lnTo>
                  <a:lnTo>
                    <a:pt x="2482741" y="497"/>
                  </a:lnTo>
                  <a:lnTo>
                    <a:pt x="2401099" y="418"/>
                  </a:lnTo>
                  <a:lnTo>
                    <a:pt x="2312409" y="346"/>
                  </a:lnTo>
                  <a:lnTo>
                    <a:pt x="2217110" y="282"/>
                  </a:lnTo>
                  <a:lnTo>
                    <a:pt x="2116379" y="224"/>
                  </a:lnTo>
                  <a:lnTo>
                    <a:pt x="2012293" y="173"/>
                  </a:lnTo>
                  <a:lnTo>
                    <a:pt x="1907901" y="128"/>
                  </a:lnTo>
                  <a:lnTo>
                    <a:pt x="1807115" y="91"/>
                  </a:lnTo>
                  <a:lnTo>
                    <a:pt x="1714343" y="61"/>
                  </a:lnTo>
                  <a:lnTo>
                    <a:pt x="1633872" y="37"/>
                  </a:lnTo>
                  <a:lnTo>
                    <a:pt x="1569101" y="21"/>
                  </a:lnTo>
                  <a:lnTo>
                    <a:pt x="1521819" y="10"/>
                  </a:lnTo>
                  <a:lnTo>
                    <a:pt x="1491757" y="3"/>
                  </a:lnTo>
                  <a:lnTo>
                    <a:pt x="1476500" y="0"/>
                  </a:lnTo>
                  <a:lnTo>
                    <a:pt x="1471693" y="0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C1B3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299" name="pl1299"/>
            <p:cNvSpPr/>
            <p:nvPr/>
          </p:nvSpPr>
          <p:spPr>
            <a:xfrm>
              <a:off x="4799595" y="8502332"/>
              <a:ext cx="11981298" cy="1912481"/>
            </a:xfrm>
            <a:custGeom>
              <a:avLst/>
              <a:pathLst>
                <a:path w="11981298" h="1912481">
                  <a:moveTo>
                    <a:pt x="0" y="0"/>
                  </a:moveTo>
                  <a:lnTo>
                    <a:pt x="1471387" y="0"/>
                  </a:lnTo>
                  <a:lnTo>
                    <a:pt x="1472625" y="0"/>
                  </a:lnTo>
                  <a:lnTo>
                    <a:pt x="1480747" y="1"/>
                  </a:lnTo>
                  <a:lnTo>
                    <a:pt x="1501168" y="5"/>
                  </a:lnTo>
                  <a:lnTo>
                    <a:pt x="1537546" y="13"/>
                  </a:lnTo>
                  <a:lnTo>
                    <a:pt x="1591501" y="26"/>
                  </a:lnTo>
                  <a:lnTo>
                    <a:pt x="1662497" y="45"/>
                  </a:lnTo>
                  <a:lnTo>
                    <a:pt x="1748066" y="71"/>
                  </a:lnTo>
                  <a:lnTo>
                    <a:pt x="1844382" y="104"/>
                  </a:lnTo>
                  <a:lnTo>
                    <a:pt x="1947028" y="144"/>
                  </a:lnTo>
                  <a:lnTo>
                    <a:pt x="2051723" y="191"/>
                  </a:lnTo>
                  <a:lnTo>
                    <a:pt x="2154851" y="245"/>
                  </a:lnTo>
                  <a:lnTo>
                    <a:pt x="2253729" y="305"/>
                  </a:lnTo>
                  <a:lnTo>
                    <a:pt x="2346632" y="372"/>
                  </a:lnTo>
                  <a:lnTo>
                    <a:pt x="2432685" y="447"/>
                  </a:lnTo>
                  <a:lnTo>
                    <a:pt x="2511676" y="530"/>
                  </a:lnTo>
                  <a:lnTo>
                    <a:pt x="2583862" y="621"/>
                  </a:lnTo>
                  <a:lnTo>
                    <a:pt x="2649815" y="722"/>
                  </a:lnTo>
                  <a:lnTo>
                    <a:pt x="2710282" y="835"/>
                  </a:lnTo>
                  <a:lnTo>
                    <a:pt x="2766098" y="961"/>
                  </a:lnTo>
                  <a:lnTo>
                    <a:pt x="2818117" y="1101"/>
                  </a:lnTo>
                  <a:lnTo>
                    <a:pt x="2867152" y="1257"/>
                  </a:lnTo>
                  <a:lnTo>
                    <a:pt x="2896531" y="1362"/>
                  </a:lnTo>
                  <a:lnTo>
                    <a:pt x="2952767" y="1588"/>
                  </a:lnTo>
                  <a:lnTo>
                    <a:pt x="3007154" y="1839"/>
                  </a:lnTo>
                  <a:lnTo>
                    <a:pt x="3060444" y="2115"/>
                  </a:lnTo>
                  <a:lnTo>
                    <a:pt x="3113172" y="2415"/>
                  </a:lnTo>
                  <a:lnTo>
                    <a:pt x="3165695" y="2738"/>
                  </a:lnTo>
                  <a:lnTo>
                    <a:pt x="3218227" y="3081"/>
                  </a:lnTo>
                  <a:lnTo>
                    <a:pt x="3270862" y="3439"/>
                  </a:lnTo>
                  <a:lnTo>
                    <a:pt x="3323608" y="3807"/>
                  </a:lnTo>
                  <a:lnTo>
                    <a:pt x="3376411" y="4180"/>
                  </a:lnTo>
                  <a:lnTo>
                    <a:pt x="3429195" y="4551"/>
                  </a:lnTo>
                  <a:lnTo>
                    <a:pt x="3481889" y="4914"/>
                  </a:lnTo>
                  <a:lnTo>
                    <a:pt x="3534467" y="5265"/>
                  </a:lnTo>
                  <a:lnTo>
                    <a:pt x="3586975" y="5598"/>
                  </a:lnTo>
                  <a:lnTo>
                    <a:pt x="3639566" y="5910"/>
                  </a:lnTo>
                  <a:lnTo>
                    <a:pt x="3692521" y="6199"/>
                  </a:lnTo>
                  <a:lnTo>
                    <a:pt x="3746282" y="6462"/>
                  </a:lnTo>
                  <a:lnTo>
                    <a:pt x="3801486" y="6701"/>
                  </a:lnTo>
                  <a:lnTo>
                    <a:pt x="3829811" y="6810"/>
                  </a:lnTo>
                  <a:lnTo>
                    <a:pt x="3877360" y="6976"/>
                  </a:lnTo>
                  <a:lnTo>
                    <a:pt x="3927428" y="7125"/>
                  </a:lnTo>
                  <a:lnTo>
                    <a:pt x="3980779" y="7260"/>
                  </a:lnTo>
                  <a:lnTo>
                    <a:pt x="4038246" y="7381"/>
                  </a:lnTo>
                  <a:lnTo>
                    <a:pt x="4100685" y="7489"/>
                  </a:lnTo>
                  <a:lnTo>
                    <a:pt x="4168905" y="7587"/>
                  </a:lnTo>
                  <a:lnTo>
                    <a:pt x="4243601" y="7675"/>
                  </a:lnTo>
                  <a:lnTo>
                    <a:pt x="4325243" y="7754"/>
                  </a:lnTo>
                  <a:lnTo>
                    <a:pt x="4413933" y="7826"/>
                  </a:lnTo>
                  <a:lnTo>
                    <a:pt x="4509232" y="7890"/>
                  </a:lnTo>
                  <a:lnTo>
                    <a:pt x="4609963" y="7948"/>
                  </a:lnTo>
                  <a:lnTo>
                    <a:pt x="4714050" y="7999"/>
                  </a:lnTo>
                  <a:lnTo>
                    <a:pt x="4818441" y="8044"/>
                  </a:lnTo>
                  <a:lnTo>
                    <a:pt x="4919227" y="8081"/>
                  </a:lnTo>
                  <a:lnTo>
                    <a:pt x="5011999" y="8111"/>
                  </a:lnTo>
                  <a:lnTo>
                    <a:pt x="5092470" y="8135"/>
                  </a:lnTo>
                  <a:lnTo>
                    <a:pt x="5157241" y="8151"/>
                  </a:lnTo>
                  <a:lnTo>
                    <a:pt x="5204523" y="8162"/>
                  </a:lnTo>
                  <a:lnTo>
                    <a:pt x="5234585" y="8169"/>
                  </a:lnTo>
                  <a:lnTo>
                    <a:pt x="5249843" y="8172"/>
                  </a:lnTo>
                  <a:lnTo>
                    <a:pt x="5254649" y="8172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537" y="8219"/>
                  </a:lnTo>
                  <a:lnTo>
                    <a:pt x="6735381" y="8547"/>
                  </a:lnTo>
                  <a:lnTo>
                    <a:pt x="6755125" y="9455"/>
                  </a:lnTo>
                  <a:lnTo>
                    <a:pt x="6790353" y="11242"/>
                  </a:lnTo>
                  <a:lnTo>
                    <a:pt x="6842715" y="14183"/>
                  </a:lnTo>
                  <a:lnTo>
                    <a:pt x="6911802" y="18500"/>
                  </a:lnTo>
                  <a:lnTo>
                    <a:pt x="6995342" y="24342"/>
                  </a:lnTo>
                  <a:lnTo>
                    <a:pt x="7089723" y="31779"/>
                  </a:lnTo>
                  <a:lnTo>
                    <a:pt x="7190701" y="40819"/>
                  </a:lnTo>
                  <a:lnTo>
                    <a:pt x="7294105" y="51433"/>
                  </a:lnTo>
                  <a:lnTo>
                    <a:pt x="7396358" y="63587"/>
                  </a:lnTo>
                  <a:lnTo>
                    <a:pt x="7494750" y="77269"/>
                  </a:lnTo>
                  <a:lnTo>
                    <a:pt x="7587499" y="92508"/>
                  </a:lnTo>
                  <a:lnTo>
                    <a:pt x="7673645" y="109388"/>
                  </a:lnTo>
                  <a:lnTo>
                    <a:pt x="7752895" y="128049"/>
                  </a:lnTo>
                  <a:lnTo>
                    <a:pt x="7825431" y="148693"/>
                  </a:lnTo>
                  <a:lnTo>
                    <a:pt x="7891757" y="171572"/>
                  </a:lnTo>
                  <a:lnTo>
                    <a:pt x="7952569" y="196984"/>
                  </a:lnTo>
                  <a:lnTo>
                    <a:pt x="8008663" y="225254"/>
                  </a:lnTo>
                  <a:lnTo>
                    <a:pt x="8060860" y="256705"/>
                  </a:lnTo>
                  <a:lnTo>
                    <a:pt x="8109961" y="291610"/>
                  </a:lnTo>
                  <a:lnTo>
                    <a:pt x="8151487" y="325557"/>
                  </a:lnTo>
                  <a:lnTo>
                    <a:pt x="8194964" y="365607"/>
                  </a:lnTo>
                  <a:lnTo>
                    <a:pt x="8237226" y="409058"/>
                  </a:lnTo>
                  <a:lnTo>
                    <a:pt x="8278657" y="455974"/>
                  </a:lnTo>
                  <a:lnTo>
                    <a:pt x="8319553" y="506345"/>
                  </a:lnTo>
                  <a:lnTo>
                    <a:pt x="8360139" y="560071"/>
                  </a:lnTo>
                  <a:lnTo>
                    <a:pt x="8400580" y="616962"/>
                  </a:lnTo>
                  <a:lnTo>
                    <a:pt x="8440990" y="676731"/>
                  </a:lnTo>
                  <a:lnTo>
                    <a:pt x="8481436" y="738993"/>
                  </a:lnTo>
                  <a:lnTo>
                    <a:pt x="8521949" y="803281"/>
                  </a:lnTo>
                  <a:lnTo>
                    <a:pt x="8562530" y="869046"/>
                  </a:lnTo>
                  <a:lnTo>
                    <a:pt x="8603158" y="935688"/>
                  </a:lnTo>
                  <a:lnTo>
                    <a:pt x="8643800" y="1002569"/>
                  </a:lnTo>
                  <a:lnTo>
                    <a:pt x="8684418" y="1069041"/>
                  </a:lnTo>
                  <a:lnTo>
                    <a:pt x="8724982" y="1134474"/>
                  </a:lnTo>
                  <a:lnTo>
                    <a:pt x="8765477" y="1198278"/>
                  </a:lnTo>
                  <a:lnTo>
                    <a:pt x="8805909" y="1259926"/>
                  </a:lnTo>
                  <a:lnTo>
                    <a:pt x="8846319" y="1318969"/>
                  </a:lnTo>
                  <a:lnTo>
                    <a:pt x="8886785" y="1375051"/>
                  </a:lnTo>
                  <a:lnTo>
                    <a:pt x="8927435" y="1427908"/>
                  </a:lnTo>
                  <a:lnTo>
                    <a:pt x="8968446" y="1477375"/>
                  </a:lnTo>
                  <a:lnTo>
                    <a:pt x="9010064" y="1523376"/>
                  </a:lnTo>
                  <a:lnTo>
                    <a:pt x="9052606" y="1565922"/>
                  </a:lnTo>
                  <a:lnTo>
                    <a:pt x="9084767" y="1595096"/>
                  </a:lnTo>
                  <a:lnTo>
                    <a:pt x="9131730" y="1633183"/>
                  </a:lnTo>
                  <a:lnTo>
                    <a:pt x="9181144" y="1667685"/>
                  </a:lnTo>
                  <a:lnTo>
                    <a:pt x="9233743" y="1698761"/>
                  </a:lnTo>
                  <a:lnTo>
                    <a:pt x="9290330" y="1726690"/>
                  </a:lnTo>
                  <a:lnTo>
                    <a:pt x="9351729" y="1751799"/>
                  </a:lnTo>
                  <a:lnTo>
                    <a:pt x="9418727" y="1774410"/>
                  </a:lnTo>
                  <a:lnTo>
                    <a:pt x="9492004" y="1794817"/>
                  </a:lnTo>
                  <a:lnTo>
                    <a:pt x="9572034" y="1813267"/>
                  </a:lnTo>
                  <a:lnTo>
                    <a:pt x="9658955" y="1829955"/>
                  </a:lnTo>
                  <a:lnTo>
                    <a:pt x="9752406" y="1845014"/>
                  </a:lnTo>
                  <a:lnTo>
                    <a:pt x="9851343" y="1858522"/>
                  </a:lnTo>
                  <a:lnTo>
                    <a:pt x="9953880" y="1870502"/>
                  </a:lnTo>
                  <a:lnTo>
                    <a:pt x="10057203" y="1880940"/>
                  </a:lnTo>
                  <a:lnTo>
                    <a:pt x="10157649" y="1889799"/>
                  </a:lnTo>
                  <a:lnTo>
                    <a:pt x="10251008" y="1897054"/>
                  </a:lnTo>
                  <a:lnTo>
                    <a:pt x="10333072" y="1902718"/>
                  </a:lnTo>
                  <a:lnTo>
                    <a:pt x="10400345" y="1906870"/>
                  </a:lnTo>
                  <a:lnTo>
                    <a:pt x="10450745" y="1909668"/>
                  </a:lnTo>
                  <a:lnTo>
                    <a:pt x="10484095" y="1911340"/>
                  </a:lnTo>
                  <a:lnTo>
                    <a:pt x="10502276" y="1912167"/>
                  </a:lnTo>
                  <a:lnTo>
                    <a:pt x="10509073" y="1912449"/>
                  </a:lnTo>
                  <a:lnTo>
                    <a:pt x="10509911" y="1912481"/>
                  </a:lnTo>
                  <a:lnTo>
                    <a:pt x="11981298" y="191248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00" name="pl1300"/>
            <p:cNvSpPr/>
            <p:nvPr/>
          </p:nvSpPr>
          <p:spPr>
            <a:xfrm>
              <a:off x="4799595" y="8494159"/>
              <a:ext cx="11981298" cy="1912481"/>
            </a:xfrm>
            <a:custGeom>
              <a:avLst/>
              <a:pathLst>
                <a:path w="11981298" h="1912481">
                  <a:moveTo>
                    <a:pt x="11981298" y="1912481"/>
                  </a:moveTo>
                  <a:lnTo>
                    <a:pt x="10509911" y="1912481"/>
                  </a:lnTo>
                  <a:lnTo>
                    <a:pt x="10508716" y="1912435"/>
                  </a:lnTo>
                  <a:lnTo>
                    <a:pt x="10500872" y="1912107"/>
                  </a:lnTo>
                  <a:lnTo>
                    <a:pt x="10481128" y="1911199"/>
                  </a:lnTo>
                  <a:lnTo>
                    <a:pt x="10445900" y="1909412"/>
                  </a:lnTo>
                  <a:lnTo>
                    <a:pt x="10393538" y="1906471"/>
                  </a:lnTo>
                  <a:lnTo>
                    <a:pt x="10324451" y="1902153"/>
                  </a:lnTo>
                  <a:lnTo>
                    <a:pt x="10240911" y="1896311"/>
                  </a:lnTo>
                  <a:lnTo>
                    <a:pt x="10146530" y="1888874"/>
                  </a:lnTo>
                  <a:lnTo>
                    <a:pt x="10045552" y="1879834"/>
                  </a:lnTo>
                  <a:lnTo>
                    <a:pt x="9942148" y="1869220"/>
                  </a:lnTo>
                  <a:lnTo>
                    <a:pt x="9839896" y="1857066"/>
                  </a:lnTo>
                  <a:lnTo>
                    <a:pt x="9741503" y="1843385"/>
                  </a:lnTo>
                  <a:lnTo>
                    <a:pt x="9648755" y="1828146"/>
                  </a:lnTo>
                  <a:lnTo>
                    <a:pt x="9562608" y="1811266"/>
                  </a:lnTo>
                  <a:lnTo>
                    <a:pt x="9483359" y="1792604"/>
                  </a:lnTo>
                  <a:lnTo>
                    <a:pt x="9410823" y="1771961"/>
                  </a:lnTo>
                  <a:lnTo>
                    <a:pt x="9344497" y="1749082"/>
                  </a:lnTo>
                  <a:lnTo>
                    <a:pt x="9283684" y="1723670"/>
                  </a:lnTo>
                  <a:lnTo>
                    <a:pt x="9227591" y="1695400"/>
                  </a:lnTo>
                  <a:lnTo>
                    <a:pt x="9175393" y="1663948"/>
                  </a:lnTo>
                  <a:lnTo>
                    <a:pt x="9126292" y="1629044"/>
                  </a:lnTo>
                  <a:lnTo>
                    <a:pt x="9084767" y="1595096"/>
                  </a:lnTo>
                  <a:lnTo>
                    <a:pt x="9041290" y="1555047"/>
                  </a:lnTo>
                  <a:lnTo>
                    <a:pt x="8999027" y="1511596"/>
                  </a:lnTo>
                  <a:lnTo>
                    <a:pt x="8957596" y="1464679"/>
                  </a:lnTo>
                  <a:lnTo>
                    <a:pt x="8916700" y="1414309"/>
                  </a:lnTo>
                  <a:lnTo>
                    <a:pt x="8876114" y="1360582"/>
                  </a:lnTo>
                  <a:lnTo>
                    <a:pt x="8835673" y="1303691"/>
                  </a:lnTo>
                  <a:lnTo>
                    <a:pt x="8795263" y="1243923"/>
                  </a:lnTo>
                  <a:lnTo>
                    <a:pt x="8754817" y="1181660"/>
                  </a:lnTo>
                  <a:lnTo>
                    <a:pt x="8714304" y="1117373"/>
                  </a:lnTo>
                  <a:lnTo>
                    <a:pt x="8673723" y="1051607"/>
                  </a:lnTo>
                  <a:lnTo>
                    <a:pt x="8633095" y="984965"/>
                  </a:lnTo>
                  <a:lnTo>
                    <a:pt x="8592454" y="918085"/>
                  </a:lnTo>
                  <a:lnTo>
                    <a:pt x="8551835" y="851613"/>
                  </a:lnTo>
                  <a:lnTo>
                    <a:pt x="8511271" y="786180"/>
                  </a:lnTo>
                  <a:lnTo>
                    <a:pt x="8470777" y="722376"/>
                  </a:lnTo>
                  <a:lnTo>
                    <a:pt x="8430344" y="660728"/>
                  </a:lnTo>
                  <a:lnTo>
                    <a:pt x="8389934" y="601684"/>
                  </a:lnTo>
                  <a:lnTo>
                    <a:pt x="8349468" y="545603"/>
                  </a:lnTo>
                  <a:lnTo>
                    <a:pt x="8308819" y="492746"/>
                  </a:lnTo>
                  <a:lnTo>
                    <a:pt x="8267807" y="443279"/>
                  </a:lnTo>
                  <a:lnTo>
                    <a:pt x="8226189" y="397277"/>
                  </a:lnTo>
                  <a:lnTo>
                    <a:pt x="8183647" y="354732"/>
                  </a:lnTo>
                  <a:lnTo>
                    <a:pt x="8151487" y="325557"/>
                  </a:lnTo>
                  <a:lnTo>
                    <a:pt x="8104523" y="287470"/>
                  </a:lnTo>
                  <a:lnTo>
                    <a:pt x="8055109" y="252968"/>
                  </a:lnTo>
                  <a:lnTo>
                    <a:pt x="8002511" y="221893"/>
                  </a:lnTo>
                  <a:lnTo>
                    <a:pt x="7945923" y="193963"/>
                  </a:lnTo>
                  <a:lnTo>
                    <a:pt x="7884524" y="168855"/>
                  </a:lnTo>
                  <a:lnTo>
                    <a:pt x="7817526" y="146244"/>
                  </a:lnTo>
                  <a:lnTo>
                    <a:pt x="7744249" y="125837"/>
                  </a:lnTo>
                  <a:lnTo>
                    <a:pt x="7664219" y="107386"/>
                  </a:lnTo>
                  <a:lnTo>
                    <a:pt x="7577298" y="90699"/>
                  </a:lnTo>
                  <a:lnTo>
                    <a:pt x="7483847" y="75640"/>
                  </a:lnTo>
                  <a:lnTo>
                    <a:pt x="7384910" y="62132"/>
                  </a:lnTo>
                  <a:lnTo>
                    <a:pt x="7282373" y="50151"/>
                  </a:lnTo>
                  <a:lnTo>
                    <a:pt x="7179050" y="39714"/>
                  </a:lnTo>
                  <a:lnTo>
                    <a:pt x="7078604" y="30855"/>
                  </a:lnTo>
                  <a:lnTo>
                    <a:pt x="6985245" y="23600"/>
                  </a:lnTo>
                  <a:lnTo>
                    <a:pt x="6903181" y="17936"/>
                  </a:lnTo>
                  <a:lnTo>
                    <a:pt x="6835909" y="13784"/>
                  </a:lnTo>
                  <a:lnTo>
                    <a:pt x="6785508" y="10986"/>
                  </a:lnTo>
                  <a:lnTo>
                    <a:pt x="6752158" y="9313"/>
                  </a:lnTo>
                  <a:lnTo>
                    <a:pt x="6733977" y="8486"/>
                  </a:lnTo>
                  <a:lnTo>
                    <a:pt x="6727180" y="8205"/>
                  </a:lnTo>
                  <a:lnTo>
                    <a:pt x="6726343" y="8172"/>
                  </a:lnTo>
                  <a:lnTo>
                    <a:pt x="5254955" y="8172"/>
                  </a:lnTo>
                  <a:lnTo>
                    <a:pt x="5253717" y="8172"/>
                  </a:lnTo>
                  <a:lnTo>
                    <a:pt x="5245595" y="8171"/>
                  </a:lnTo>
                  <a:lnTo>
                    <a:pt x="5225174" y="8167"/>
                  </a:lnTo>
                  <a:lnTo>
                    <a:pt x="5188796" y="8159"/>
                  </a:lnTo>
                  <a:lnTo>
                    <a:pt x="5134841" y="8146"/>
                  </a:lnTo>
                  <a:lnTo>
                    <a:pt x="5063845" y="8127"/>
                  </a:lnTo>
                  <a:lnTo>
                    <a:pt x="4978277" y="8101"/>
                  </a:lnTo>
                  <a:lnTo>
                    <a:pt x="4881960" y="8068"/>
                  </a:lnTo>
                  <a:lnTo>
                    <a:pt x="4779314" y="8028"/>
                  </a:lnTo>
                  <a:lnTo>
                    <a:pt x="4674619" y="7981"/>
                  </a:lnTo>
                  <a:lnTo>
                    <a:pt x="4571491" y="7927"/>
                  </a:lnTo>
                  <a:lnTo>
                    <a:pt x="4472614" y="7867"/>
                  </a:lnTo>
                  <a:lnTo>
                    <a:pt x="4379710" y="7800"/>
                  </a:lnTo>
                  <a:lnTo>
                    <a:pt x="4293657" y="7725"/>
                  </a:lnTo>
                  <a:lnTo>
                    <a:pt x="4214667" y="7642"/>
                  </a:lnTo>
                  <a:lnTo>
                    <a:pt x="4142480" y="7551"/>
                  </a:lnTo>
                  <a:lnTo>
                    <a:pt x="4076527" y="7450"/>
                  </a:lnTo>
                  <a:lnTo>
                    <a:pt x="4016061" y="7337"/>
                  </a:lnTo>
                  <a:lnTo>
                    <a:pt x="3960244" y="7211"/>
                  </a:lnTo>
                  <a:lnTo>
                    <a:pt x="3908225" y="7071"/>
                  </a:lnTo>
                  <a:lnTo>
                    <a:pt x="3859190" y="6915"/>
                  </a:lnTo>
                  <a:lnTo>
                    <a:pt x="3829811" y="6810"/>
                  </a:lnTo>
                  <a:lnTo>
                    <a:pt x="3773575" y="6584"/>
                  </a:lnTo>
                  <a:lnTo>
                    <a:pt x="3719188" y="6333"/>
                  </a:lnTo>
                  <a:lnTo>
                    <a:pt x="3665898" y="6057"/>
                  </a:lnTo>
                  <a:lnTo>
                    <a:pt x="3613170" y="5757"/>
                  </a:lnTo>
                  <a:lnTo>
                    <a:pt x="3560647" y="5434"/>
                  </a:lnTo>
                  <a:lnTo>
                    <a:pt x="3508116" y="5091"/>
                  </a:lnTo>
                  <a:lnTo>
                    <a:pt x="3455480" y="4733"/>
                  </a:lnTo>
                  <a:lnTo>
                    <a:pt x="3402735" y="4365"/>
                  </a:lnTo>
                  <a:lnTo>
                    <a:pt x="3349931" y="3992"/>
                  </a:lnTo>
                  <a:lnTo>
                    <a:pt x="3297147" y="3621"/>
                  </a:lnTo>
                  <a:lnTo>
                    <a:pt x="3244453" y="3258"/>
                  </a:lnTo>
                  <a:lnTo>
                    <a:pt x="3191876" y="2907"/>
                  </a:lnTo>
                  <a:lnTo>
                    <a:pt x="3139367" y="2574"/>
                  </a:lnTo>
                  <a:lnTo>
                    <a:pt x="3086776" y="2262"/>
                  </a:lnTo>
                  <a:lnTo>
                    <a:pt x="3033821" y="1973"/>
                  </a:lnTo>
                  <a:lnTo>
                    <a:pt x="2980061" y="1710"/>
                  </a:lnTo>
                  <a:lnTo>
                    <a:pt x="2924856" y="1471"/>
                  </a:lnTo>
                  <a:lnTo>
                    <a:pt x="2896531" y="1362"/>
                  </a:lnTo>
                  <a:lnTo>
                    <a:pt x="2848982" y="1196"/>
                  </a:lnTo>
                  <a:lnTo>
                    <a:pt x="2798914" y="1047"/>
                  </a:lnTo>
                  <a:lnTo>
                    <a:pt x="2745563" y="912"/>
                  </a:lnTo>
                  <a:lnTo>
                    <a:pt x="2688096" y="791"/>
                  </a:lnTo>
                  <a:lnTo>
                    <a:pt x="2625658" y="683"/>
                  </a:lnTo>
                  <a:lnTo>
                    <a:pt x="2557437" y="585"/>
                  </a:lnTo>
                  <a:lnTo>
                    <a:pt x="2482741" y="497"/>
                  </a:lnTo>
                  <a:lnTo>
                    <a:pt x="2401099" y="418"/>
                  </a:lnTo>
                  <a:lnTo>
                    <a:pt x="2312409" y="346"/>
                  </a:lnTo>
                  <a:lnTo>
                    <a:pt x="2217110" y="282"/>
                  </a:lnTo>
                  <a:lnTo>
                    <a:pt x="2116379" y="224"/>
                  </a:lnTo>
                  <a:lnTo>
                    <a:pt x="2012293" y="173"/>
                  </a:lnTo>
                  <a:lnTo>
                    <a:pt x="1907901" y="128"/>
                  </a:lnTo>
                  <a:lnTo>
                    <a:pt x="1807115" y="91"/>
                  </a:lnTo>
                  <a:lnTo>
                    <a:pt x="1714343" y="61"/>
                  </a:lnTo>
                  <a:lnTo>
                    <a:pt x="1633872" y="37"/>
                  </a:lnTo>
                  <a:lnTo>
                    <a:pt x="1569101" y="21"/>
                  </a:lnTo>
                  <a:lnTo>
                    <a:pt x="1521819" y="10"/>
                  </a:lnTo>
                  <a:lnTo>
                    <a:pt x="1491757" y="3"/>
                  </a:lnTo>
                  <a:lnTo>
                    <a:pt x="1476500" y="0"/>
                  </a:lnTo>
                  <a:lnTo>
                    <a:pt x="1471693" y="0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01" name="pg1301"/>
            <p:cNvSpPr/>
            <p:nvPr/>
          </p:nvSpPr>
          <p:spPr>
            <a:xfrm>
              <a:off x="4799595" y="2887482"/>
              <a:ext cx="11981298" cy="5296102"/>
            </a:xfrm>
            <a:custGeom>
              <a:avLst/>
              <a:pathLst>
                <a:path w="11981298" h="5296102">
                  <a:moveTo>
                    <a:pt x="0" y="5296102"/>
                  </a:moveTo>
                  <a:lnTo>
                    <a:pt x="1471387" y="5296102"/>
                  </a:lnTo>
                  <a:lnTo>
                    <a:pt x="1472267" y="5296014"/>
                  </a:lnTo>
                  <a:lnTo>
                    <a:pt x="1478086" y="5295384"/>
                  </a:lnTo>
                  <a:lnTo>
                    <a:pt x="1492860" y="5293643"/>
                  </a:lnTo>
                  <a:lnTo>
                    <a:pt x="1519539" y="5290211"/>
                  </a:lnTo>
                  <a:lnTo>
                    <a:pt x="1559845" y="5284534"/>
                  </a:lnTo>
                  <a:lnTo>
                    <a:pt x="1614143" y="5276132"/>
                  </a:lnTo>
                  <a:lnTo>
                    <a:pt x="1681467" y="5264638"/>
                  </a:lnTo>
                  <a:lnTo>
                    <a:pt x="1759732" y="5249822"/>
                  </a:lnTo>
                  <a:lnTo>
                    <a:pt x="1846103" y="5231584"/>
                  </a:lnTo>
                  <a:lnTo>
                    <a:pt x="1937433" y="5209928"/>
                  </a:lnTo>
                  <a:lnTo>
                    <a:pt x="2030675" y="5184911"/>
                  </a:lnTo>
                  <a:lnTo>
                    <a:pt x="2123183" y="5156602"/>
                  </a:lnTo>
                  <a:lnTo>
                    <a:pt x="2212883" y="5125033"/>
                  </a:lnTo>
                  <a:lnTo>
                    <a:pt x="2298314" y="5090169"/>
                  </a:lnTo>
                  <a:lnTo>
                    <a:pt x="2378591" y="5051884"/>
                  </a:lnTo>
                  <a:lnTo>
                    <a:pt x="2453311" y="5009956"/>
                  </a:lnTo>
                  <a:lnTo>
                    <a:pt x="2522443" y="4964057"/>
                  </a:lnTo>
                  <a:lnTo>
                    <a:pt x="2586225" y="4913763"/>
                  </a:lnTo>
                  <a:lnTo>
                    <a:pt x="2645075" y="4858558"/>
                  </a:lnTo>
                  <a:lnTo>
                    <a:pt x="2699524" y="4797857"/>
                  </a:lnTo>
                  <a:lnTo>
                    <a:pt x="2750158" y="4731030"/>
                  </a:lnTo>
                  <a:lnTo>
                    <a:pt x="2797582" y="4657450"/>
                  </a:lnTo>
                  <a:lnTo>
                    <a:pt x="2842385" y="4576575"/>
                  </a:lnTo>
                  <a:lnTo>
                    <a:pt x="2885114" y="4488064"/>
                  </a:lnTo>
                  <a:lnTo>
                    <a:pt x="2896531" y="4462457"/>
                  </a:lnTo>
                  <a:lnTo>
                    <a:pt x="2926014" y="4392463"/>
                  </a:lnTo>
                  <a:lnTo>
                    <a:pt x="2954880" y="4318444"/>
                  </a:lnTo>
                  <a:lnTo>
                    <a:pt x="2983261" y="4240319"/>
                  </a:lnTo>
                  <a:lnTo>
                    <a:pt x="3011269" y="4158047"/>
                  </a:lnTo>
                  <a:lnTo>
                    <a:pt x="3038998" y="4071628"/>
                  </a:lnTo>
                  <a:lnTo>
                    <a:pt x="3066526" y="3981106"/>
                  </a:lnTo>
                  <a:lnTo>
                    <a:pt x="3093919" y="3886577"/>
                  </a:lnTo>
                  <a:lnTo>
                    <a:pt x="3121229" y="3788185"/>
                  </a:lnTo>
                  <a:lnTo>
                    <a:pt x="3148497" y="3686128"/>
                  </a:lnTo>
                  <a:lnTo>
                    <a:pt x="3175755" y="3580656"/>
                  </a:lnTo>
                  <a:lnTo>
                    <a:pt x="3203024" y="3472071"/>
                  </a:lnTo>
                  <a:lnTo>
                    <a:pt x="3230317" y="3360724"/>
                  </a:lnTo>
                  <a:lnTo>
                    <a:pt x="3257643" y="3247011"/>
                  </a:lnTo>
                  <a:lnTo>
                    <a:pt x="3285001" y="3131370"/>
                  </a:lnTo>
                  <a:lnTo>
                    <a:pt x="3312386" y="3014272"/>
                  </a:lnTo>
                  <a:lnTo>
                    <a:pt x="3339792" y="2896214"/>
                  </a:lnTo>
                  <a:lnTo>
                    <a:pt x="3367207" y="2777711"/>
                  </a:lnTo>
                  <a:lnTo>
                    <a:pt x="3394621" y="2659284"/>
                  </a:lnTo>
                  <a:lnTo>
                    <a:pt x="3422022" y="2541456"/>
                  </a:lnTo>
                  <a:lnTo>
                    <a:pt x="3449400" y="2424737"/>
                  </a:lnTo>
                  <a:lnTo>
                    <a:pt x="3476749" y="2309616"/>
                  </a:lnTo>
                  <a:lnTo>
                    <a:pt x="3504064" y="2196556"/>
                  </a:lnTo>
                  <a:lnTo>
                    <a:pt x="3531350" y="2085983"/>
                  </a:lnTo>
                  <a:lnTo>
                    <a:pt x="3558614" y="1978280"/>
                  </a:lnTo>
                  <a:lnTo>
                    <a:pt x="3585872" y="1873784"/>
                  </a:lnTo>
                  <a:lnTo>
                    <a:pt x="3613148" y="1772783"/>
                  </a:lnTo>
                  <a:lnTo>
                    <a:pt x="3640478" y="1675510"/>
                  </a:lnTo>
                  <a:lnTo>
                    <a:pt x="3667905" y="1582148"/>
                  </a:lnTo>
                  <a:lnTo>
                    <a:pt x="3695485" y="1492827"/>
                  </a:lnTo>
                  <a:lnTo>
                    <a:pt x="3723287" y="1407626"/>
                  </a:lnTo>
                  <a:lnTo>
                    <a:pt x="3751394" y="1326577"/>
                  </a:lnTo>
                  <a:lnTo>
                    <a:pt x="3779906" y="1249668"/>
                  </a:lnTo>
                  <a:lnTo>
                    <a:pt x="3808939" y="1176844"/>
                  </a:lnTo>
                  <a:lnTo>
                    <a:pt x="3829811" y="1127873"/>
                  </a:lnTo>
                  <a:lnTo>
                    <a:pt x="3872058" y="1037254"/>
                  </a:lnTo>
                  <a:lnTo>
                    <a:pt x="3916241" y="954307"/>
                  </a:lnTo>
                  <a:lnTo>
                    <a:pt x="3962888" y="878776"/>
                  </a:lnTo>
                  <a:lnTo>
                    <a:pt x="4012582" y="810157"/>
                  </a:lnTo>
                  <a:lnTo>
                    <a:pt x="4065925" y="747840"/>
                  </a:lnTo>
                  <a:lnTo>
                    <a:pt x="4123513" y="691190"/>
                  </a:lnTo>
                  <a:lnTo>
                    <a:pt x="4185896" y="639604"/>
                  </a:lnTo>
                  <a:lnTo>
                    <a:pt x="4253528" y="592546"/>
                  </a:lnTo>
                  <a:lnTo>
                    <a:pt x="4326705" y="549566"/>
                  </a:lnTo>
                  <a:lnTo>
                    <a:pt x="4405482" y="510309"/>
                  </a:lnTo>
                  <a:lnTo>
                    <a:pt x="4489566" y="474524"/>
                  </a:lnTo>
                  <a:lnTo>
                    <a:pt x="4578215" y="442058"/>
                  </a:lnTo>
                  <a:lnTo>
                    <a:pt x="4670133" y="412855"/>
                  </a:lnTo>
                  <a:lnTo>
                    <a:pt x="4763415" y="386930"/>
                  </a:lnTo>
                  <a:lnTo>
                    <a:pt x="4855560" y="364345"/>
                  </a:lnTo>
                  <a:lnTo>
                    <a:pt x="4943606" y="345166"/>
                  </a:lnTo>
                  <a:lnTo>
                    <a:pt x="5024397" y="329417"/>
                  </a:lnTo>
                  <a:lnTo>
                    <a:pt x="5094968" y="317029"/>
                  </a:lnTo>
                  <a:lnTo>
                    <a:pt x="5152986" y="307810"/>
                  </a:lnTo>
                  <a:lnTo>
                    <a:pt x="5197149" y="301430"/>
                  </a:lnTo>
                  <a:lnTo>
                    <a:pt x="5227449" y="297435"/>
                  </a:lnTo>
                  <a:lnTo>
                    <a:pt x="5245242" y="295288"/>
                  </a:lnTo>
                  <a:lnTo>
                    <a:pt x="5253159" y="294411"/>
                  </a:lnTo>
                  <a:lnTo>
                    <a:pt x="5254955" y="294227"/>
                  </a:lnTo>
                  <a:lnTo>
                    <a:pt x="6726343" y="294227"/>
                  </a:lnTo>
                  <a:lnTo>
                    <a:pt x="6727579" y="294220"/>
                  </a:lnTo>
                  <a:lnTo>
                    <a:pt x="6735695" y="294169"/>
                  </a:lnTo>
                  <a:lnTo>
                    <a:pt x="6756100" y="294028"/>
                  </a:lnTo>
                  <a:lnTo>
                    <a:pt x="6792451" y="293750"/>
                  </a:lnTo>
                  <a:lnTo>
                    <a:pt x="6846369" y="293292"/>
                  </a:lnTo>
                  <a:lnTo>
                    <a:pt x="6917320" y="292621"/>
                  </a:lnTo>
                  <a:lnTo>
                    <a:pt x="7002842" y="291715"/>
                  </a:lnTo>
                  <a:lnTo>
                    <a:pt x="7099114" y="290562"/>
                  </a:lnTo>
                  <a:lnTo>
                    <a:pt x="7201722" y="289164"/>
                  </a:lnTo>
                  <a:lnTo>
                    <a:pt x="7306387" y="287524"/>
                  </a:lnTo>
                  <a:lnTo>
                    <a:pt x="7409496" y="285648"/>
                  </a:lnTo>
                  <a:lnTo>
                    <a:pt x="7508362" y="283536"/>
                  </a:lnTo>
                  <a:lnTo>
                    <a:pt x="7601262" y="281184"/>
                  </a:lnTo>
                  <a:lnTo>
                    <a:pt x="7687318" y="278576"/>
                  </a:lnTo>
                  <a:lnTo>
                    <a:pt x="7766315" y="275690"/>
                  </a:lnTo>
                  <a:lnTo>
                    <a:pt x="7838510" y="272492"/>
                  </a:lnTo>
                  <a:lnTo>
                    <a:pt x="7904471" y="268943"/>
                  </a:lnTo>
                  <a:lnTo>
                    <a:pt x="7964945" y="264994"/>
                  </a:lnTo>
                  <a:lnTo>
                    <a:pt x="8020768" y="260595"/>
                  </a:lnTo>
                  <a:lnTo>
                    <a:pt x="8072791" y="255695"/>
                  </a:lnTo>
                  <a:lnTo>
                    <a:pt x="8121827" y="250258"/>
                  </a:lnTo>
                  <a:lnTo>
                    <a:pt x="8151487" y="246552"/>
                  </a:lnTo>
                  <a:lnTo>
                    <a:pt x="8207162" y="238721"/>
                  </a:lnTo>
                  <a:lnTo>
                    <a:pt x="8261017" y="230039"/>
                  </a:lnTo>
                  <a:lnTo>
                    <a:pt x="8313785" y="220497"/>
                  </a:lnTo>
                  <a:lnTo>
                    <a:pt x="8365989" y="210118"/>
                  </a:lnTo>
                  <a:lnTo>
                    <a:pt x="8417982" y="198962"/>
                  </a:lnTo>
                  <a:lnTo>
                    <a:pt x="8469975" y="187130"/>
                  </a:lnTo>
                  <a:lnTo>
                    <a:pt x="8522068" y="174762"/>
                  </a:lnTo>
                  <a:lnTo>
                    <a:pt x="8574270" y="162027"/>
                  </a:lnTo>
                  <a:lnTo>
                    <a:pt x="8626535" y="149121"/>
                  </a:lnTo>
                  <a:lnTo>
                    <a:pt x="8678788" y="136247"/>
                  </a:lnTo>
                  <a:lnTo>
                    <a:pt x="8730958" y="123610"/>
                  </a:lnTo>
                  <a:lnTo>
                    <a:pt x="8783014" y="111397"/>
                  </a:lnTo>
                  <a:lnTo>
                    <a:pt x="8834991" y="99770"/>
                  </a:lnTo>
                  <a:lnTo>
                    <a:pt x="8887023" y="88854"/>
                  </a:lnTo>
                  <a:lnTo>
                    <a:pt x="8939362" y="78739"/>
                  </a:lnTo>
                  <a:lnTo>
                    <a:pt x="8992414" y="69473"/>
                  </a:lnTo>
                  <a:lnTo>
                    <a:pt x="9046763" y="61068"/>
                  </a:lnTo>
                  <a:lnTo>
                    <a:pt x="9084767" y="55848"/>
                  </a:lnTo>
                  <a:lnTo>
                    <a:pt x="9132302" y="50062"/>
                  </a:lnTo>
                  <a:lnTo>
                    <a:pt x="9182355" y="44828"/>
                  </a:lnTo>
                  <a:lnTo>
                    <a:pt x="9235688" y="40119"/>
                  </a:lnTo>
                  <a:lnTo>
                    <a:pt x="9293135" y="35892"/>
                  </a:lnTo>
                  <a:lnTo>
                    <a:pt x="9355549" y="32097"/>
                  </a:lnTo>
                  <a:lnTo>
                    <a:pt x="9423741" y="28684"/>
                  </a:lnTo>
                  <a:lnTo>
                    <a:pt x="9498404" y="25606"/>
                  </a:lnTo>
                  <a:lnTo>
                    <a:pt x="9580008" y="22826"/>
                  </a:lnTo>
                  <a:lnTo>
                    <a:pt x="9668657" y="20316"/>
                  </a:lnTo>
                  <a:lnTo>
                    <a:pt x="9763913" y="18054"/>
                  </a:lnTo>
                  <a:lnTo>
                    <a:pt x="9864603" y="16030"/>
                  </a:lnTo>
                  <a:lnTo>
                    <a:pt x="9968654" y="14240"/>
                  </a:lnTo>
                  <a:lnTo>
                    <a:pt x="10073022" y="12689"/>
                  </a:lnTo>
                  <a:lnTo>
                    <a:pt x="10173802" y="11382"/>
                  </a:lnTo>
                  <a:lnTo>
                    <a:pt x="10266589" y="10321"/>
                  </a:lnTo>
                  <a:lnTo>
                    <a:pt x="10347099" y="9503"/>
                  </a:lnTo>
                  <a:lnTo>
                    <a:pt x="10411930" y="8915"/>
                  </a:lnTo>
                  <a:lnTo>
                    <a:pt x="10459285" y="8528"/>
                  </a:lnTo>
                  <a:lnTo>
                    <a:pt x="10489423" y="8306"/>
                  </a:lnTo>
                  <a:lnTo>
                    <a:pt x="10504747" y="8204"/>
                  </a:lnTo>
                  <a:lnTo>
                    <a:pt x="10509596" y="8174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8674" y="7"/>
                  </a:lnTo>
                  <a:lnTo>
                    <a:pt x="10500558" y="58"/>
                  </a:lnTo>
                  <a:lnTo>
                    <a:pt x="10480153" y="199"/>
                  </a:lnTo>
                  <a:lnTo>
                    <a:pt x="10443802" y="477"/>
                  </a:lnTo>
                  <a:lnTo>
                    <a:pt x="10389884" y="935"/>
                  </a:lnTo>
                  <a:lnTo>
                    <a:pt x="10318933" y="1606"/>
                  </a:lnTo>
                  <a:lnTo>
                    <a:pt x="10233411" y="2512"/>
                  </a:lnTo>
                  <a:lnTo>
                    <a:pt x="10137139" y="3664"/>
                  </a:lnTo>
                  <a:lnTo>
                    <a:pt x="10034532" y="5063"/>
                  </a:lnTo>
                  <a:lnTo>
                    <a:pt x="9929866" y="6703"/>
                  </a:lnTo>
                  <a:lnTo>
                    <a:pt x="9826758" y="8579"/>
                  </a:lnTo>
                  <a:lnTo>
                    <a:pt x="9727891" y="10691"/>
                  </a:lnTo>
                  <a:lnTo>
                    <a:pt x="9634991" y="13043"/>
                  </a:lnTo>
                  <a:lnTo>
                    <a:pt x="9548935" y="15651"/>
                  </a:lnTo>
                  <a:lnTo>
                    <a:pt x="9469939" y="18537"/>
                  </a:lnTo>
                  <a:lnTo>
                    <a:pt x="9397744" y="21735"/>
                  </a:lnTo>
                  <a:lnTo>
                    <a:pt x="9331783" y="25284"/>
                  </a:lnTo>
                  <a:lnTo>
                    <a:pt x="9271308" y="29233"/>
                  </a:lnTo>
                  <a:lnTo>
                    <a:pt x="9215485" y="33632"/>
                  </a:lnTo>
                  <a:lnTo>
                    <a:pt x="9163463" y="38532"/>
                  </a:lnTo>
                  <a:lnTo>
                    <a:pt x="9114426" y="43969"/>
                  </a:lnTo>
                  <a:lnTo>
                    <a:pt x="9084767" y="47675"/>
                  </a:lnTo>
                  <a:lnTo>
                    <a:pt x="9029091" y="55506"/>
                  </a:lnTo>
                  <a:lnTo>
                    <a:pt x="8975236" y="64187"/>
                  </a:lnTo>
                  <a:lnTo>
                    <a:pt x="8922468" y="73730"/>
                  </a:lnTo>
                  <a:lnTo>
                    <a:pt x="8870264" y="84109"/>
                  </a:lnTo>
                  <a:lnTo>
                    <a:pt x="8818271" y="95265"/>
                  </a:lnTo>
                  <a:lnTo>
                    <a:pt x="8766278" y="107097"/>
                  </a:lnTo>
                  <a:lnTo>
                    <a:pt x="8714185" y="119465"/>
                  </a:lnTo>
                  <a:lnTo>
                    <a:pt x="8661983" y="132200"/>
                  </a:lnTo>
                  <a:lnTo>
                    <a:pt x="8609718" y="145106"/>
                  </a:lnTo>
                  <a:lnTo>
                    <a:pt x="8557465" y="157980"/>
                  </a:lnTo>
                  <a:lnTo>
                    <a:pt x="8505295" y="170617"/>
                  </a:lnTo>
                  <a:lnTo>
                    <a:pt x="8453240" y="182830"/>
                  </a:lnTo>
                  <a:lnTo>
                    <a:pt x="8401262" y="194457"/>
                  </a:lnTo>
                  <a:lnTo>
                    <a:pt x="8349231" y="205372"/>
                  </a:lnTo>
                  <a:lnTo>
                    <a:pt x="8296891" y="215487"/>
                  </a:lnTo>
                  <a:lnTo>
                    <a:pt x="8243839" y="224754"/>
                  </a:lnTo>
                  <a:lnTo>
                    <a:pt x="8189490" y="233159"/>
                  </a:lnTo>
                  <a:lnTo>
                    <a:pt x="8151487" y="238379"/>
                  </a:lnTo>
                  <a:lnTo>
                    <a:pt x="8103951" y="244165"/>
                  </a:lnTo>
                  <a:lnTo>
                    <a:pt x="8053898" y="249399"/>
                  </a:lnTo>
                  <a:lnTo>
                    <a:pt x="8000565" y="254108"/>
                  </a:lnTo>
                  <a:lnTo>
                    <a:pt x="7943118" y="258335"/>
                  </a:lnTo>
                  <a:lnTo>
                    <a:pt x="7880704" y="262130"/>
                  </a:lnTo>
                  <a:lnTo>
                    <a:pt x="7812512" y="265543"/>
                  </a:lnTo>
                  <a:lnTo>
                    <a:pt x="7737849" y="268621"/>
                  </a:lnTo>
                  <a:lnTo>
                    <a:pt x="7656245" y="271401"/>
                  </a:lnTo>
                  <a:lnTo>
                    <a:pt x="7567596" y="273911"/>
                  </a:lnTo>
                  <a:lnTo>
                    <a:pt x="7472340" y="276173"/>
                  </a:lnTo>
                  <a:lnTo>
                    <a:pt x="7371651" y="278197"/>
                  </a:lnTo>
                  <a:lnTo>
                    <a:pt x="7267600" y="279987"/>
                  </a:lnTo>
                  <a:lnTo>
                    <a:pt x="7163231" y="281538"/>
                  </a:lnTo>
                  <a:lnTo>
                    <a:pt x="7062452" y="282845"/>
                  </a:lnTo>
                  <a:lnTo>
                    <a:pt x="6969664" y="283906"/>
                  </a:lnTo>
                  <a:lnTo>
                    <a:pt x="6889155" y="284723"/>
                  </a:lnTo>
                  <a:lnTo>
                    <a:pt x="6824323" y="285312"/>
                  </a:lnTo>
                  <a:lnTo>
                    <a:pt x="6776968" y="285698"/>
                  </a:lnTo>
                  <a:lnTo>
                    <a:pt x="6746830" y="285921"/>
                  </a:lnTo>
                  <a:lnTo>
                    <a:pt x="6731507" y="286023"/>
                  </a:lnTo>
                  <a:lnTo>
                    <a:pt x="6726657" y="286053"/>
                  </a:lnTo>
                  <a:lnTo>
                    <a:pt x="6726343" y="286054"/>
                  </a:lnTo>
                  <a:lnTo>
                    <a:pt x="5254955" y="286054"/>
                  </a:lnTo>
                  <a:lnTo>
                    <a:pt x="5254075" y="286143"/>
                  </a:lnTo>
                  <a:lnTo>
                    <a:pt x="5248256" y="286773"/>
                  </a:lnTo>
                  <a:lnTo>
                    <a:pt x="5233483" y="288514"/>
                  </a:lnTo>
                  <a:lnTo>
                    <a:pt x="5206803" y="291946"/>
                  </a:lnTo>
                  <a:lnTo>
                    <a:pt x="5166497" y="297622"/>
                  </a:lnTo>
                  <a:lnTo>
                    <a:pt x="5112199" y="306025"/>
                  </a:lnTo>
                  <a:lnTo>
                    <a:pt x="5044875" y="317519"/>
                  </a:lnTo>
                  <a:lnTo>
                    <a:pt x="4966610" y="332335"/>
                  </a:lnTo>
                  <a:lnTo>
                    <a:pt x="4880240" y="350573"/>
                  </a:lnTo>
                  <a:lnTo>
                    <a:pt x="4788909" y="372229"/>
                  </a:lnTo>
                  <a:lnTo>
                    <a:pt x="4695667" y="397246"/>
                  </a:lnTo>
                  <a:lnTo>
                    <a:pt x="4603159" y="425555"/>
                  </a:lnTo>
                  <a:lnTo>
                    <a:pt x="4513460" y="457124"/>
                  </a:lnTo>
                  <a:lnTo>
                    <a:pt x="4428028" y="491988"/>
                  </a:lnTo>
                  <a:lnTo>
                    <a:pt x="4347751" y="530273"/>
                  </a:lnTo>
                  <a:lnTo>
                    <a:pt x="4273031" y="572201"/>
                  </a:lnTo>
                  <a:lnTo>
                    <a:pt x="4203899" y="618100"/>
                  </a:lnTo>
                  <a:lnTo>
                    <a:pt x="4140117" y="668394"/>
                  </a:lnTo>
                  <a:lnTo>
                    <a:pt x="4081267" y="723599"/>
                  </a:lnTo>
                  <a:lnTo>
                    <a:pt x="4026818" y="784300"/>
                  </a:lnTo>
                  <a:lnTo>
                    <a:pt x="3976184" y="851127"/>
                  </a:lnTo>
                  <a:lnTo>
                    <a:pt x="3928760" y="924707"/>
                  </a:lnTo>
                  <a:lnTo>
                    <a:pt x="3883957" y="1005582"/>
                  </a:lnTo>
                  <a:lnTo>
                    <a:pt x="3841228" y="1094093"/>
                  </a:lnTo>
                  <a:lnTo>
                    <a:pt x="3829811" y="1119700"/>
                  </a:lnTo>
                  <a:lnTo>
                    <a:pt x="3800328" y="1189694"/>
                  </a:lnTo>
                  <a:lnTo>
                    <a:pt x="3771462" y="1263713"/>
                  </a:lnTo>
                  <a:lnTo>
                    <a:pt x="3743081" y="1341837"/>
                  </a:lnTo>
                  <a:lnTo>
                    <a:pt x="3715073" y="1424110"/>
                  </a:lnTo>
                  <a:lnTo>
                    <a:pt x="3687344" y="1510529"/>
                  </a:lnTo>
                  <a:lnTo>
                    <a:pt x="3659816" y="1601051"/>
                  </a:lnTo>
                  <a:lnTo>
                    <a:pt x="3632423" y="1695580"/>
                  </a:lnTo>
                  <a:lnTo>
                    <a:pt x="3605113" y="1793971"/>
                  </a:lnTo>
                  <a:lnTo>
                    <a:pt x="3577845" y="1896028"/>
                  </a:lnTo>
                  <a:lnTo>
                    <a:pt x="3550587" y="2001501"/>
                  </a:lnTo>
                  <a:lnTo>
                    <a:pt x="3523318" y="2110086"/>
                  </a:lnTo>
                  <a:lnTo>
                    <a:pt x="3496025" y="2221433"/>
                  </a:lnTo>
                  <a:lnTo>
                    <a:pt x="3468699" y="2335146"/>
                  </a:lnTo>
                  <a:lnTo>
                    <a:pt x="3441342" y="2450787"/>
                  </a:lnTo>
                  <a:lnTo>
                    <a:pt x="3413956" y="2567885"/>
                  </a:lnTo>
                  <a:lnTo>
                    <a:pt x="3386550" y="2685943"/>
                  </a:lnTo>
                  <a:lnTo>
                    <a:pt x="3359135" y="2804446"/>
                  </a:lnTo>
                  <a:lnTo>
                    <a:pt x="3331721" y="2922873"/>
                  </a:lnTo>
                  <a:lnTo>
                    <a:pt x="3304320" y="3040701"/>
                  </a:lnTo>
                  <a:lnTo>
                    <a:pt x="3276942" y="3157420"/>
                  </a:lnTo>
                  <a:lnTo>
                    <a:pt x="3249594" y="3272541"/>
                  </a:lnTo>
                  <a:lnTo>
                    <a:pt x="3222278" y="3385601"/>
                  </a:lnTo>
                  <a:lnTo>
                    <a:pt x="3194992" y="3496174"/>
                  </a:lnTo>
                  <a:lnTo>
                    <a:pt x="3167729" y="3603877"/>
                  </a:lnTo>
                  <a:lnTo>
                    <a:pt x="3140471" y="3708373"/>
                  </a:lnTo>
                  <a:lnTo>
                    <a:pt x="3113194" y="3809374"/>
                  </a:lnTo>
                  <a:lnTo>
                    <a:pt x="3085864" y="3906647"/>
                  </a:lnTo>
                  <a:lnTo>
                    <a:pt x="3058437" y="4000009"/>
                  </a:lnTo>
                  <a:lnTo>
                    <a:pt x="3030857" y="4089330"/>
                  </a:lnTo>
                  <a:lnTo>
                    <a:pt x="3003055" y="4174531"/>
                  </a:lnTo>
                  <a:lnTo>
                    <a:pt x="2974948" y="4255580"/>
                  </a:lnTo>
                  <a:lnTo>
                    <a:pt x="2946436" y="4332489"/>
                  </a:lnTo>
                  <a:lnTo>
                    <a:pt x="2917403" y="4405313"/>
                  </a:lnTo>
                  <a:lnTo>
                    <a:pt x="2896531" y="4454284"/>
                  </a:lnTo>
                  <a:lnTo>
                    <a:pt x="2854284" y="4544903"/>
                  </a:lnTo>
                  <a:lnTo>
                    <a:pt x="2810102" y="4627850"/>
                  </a:lnTo>
                  <a:lnTo>
                    <a:pt x="2763454" y="4703381"/>
                  </a:lnTo>
                  <a:lnTo>
                    <a:pt x="2713760" y="4771999"/>
                  </a:lnTo>
                  <a:lnTo>
                    <a:pt x="2660417" y="4834317"/>
                  </a:lnTo>
                  <a:lnTo>
                    <a:pt x="2602829" y="4890967"/>
                  </a:lnTo>
                  <a:lnTo>
                    <a:pt x="2540447" y="4942553"/>
                  </a:lnTo>
                  <a:lnTo>
                    <a:pt x="2472814" y="4989610"/>
                  </a:lnTo>
                  <a:lnTo>
                    <a:pt x="2399637" y="5032591"/>
                  </a:lnTo>
                  <a:lnTo>
                    <a:pt x="2320860" y="5071848"/>
                  </a:lnTo>
                  <a:lnTo>
                    <a:pt x="2236776" y="5107633"/>
                  </a:lnTo>
                  <a:lnTo>
                    <a:pt x="2148127" y="5140099"/>
                  </a:lnTo>
                  <a:lnTo>
                    <a:pt x="2056209" y="5169302"/>
                  </a:lnTo>
                  <a:lnTo>
                    <a:pt x="1962927" y="5195227"/>
                  </a:lnTo>
                  <a:lnTo>
                    <a:pt x="1870782" y="5217812"/>
                  </a:lnTo>
                  <a:lnTo>
                    <a:pt x="1782736" y="5236991"/>
                  </a:lnTo>
                  <a:lnTo>
                    <a:pt x="1701945" y="5252740"/>
                  </a:lnTo>
                  <a:lnTo>
                    <a:pt x="1631374" y="5265128"/>
                  </a:lnTo>
                  <a:lnTo>
                    <a:pt x="1573356" y="5274347"/>
                  </a:lnTo>
                  <a:lnTo>
                    <a:pt x="1529193" y="5280727"/>
                  </a:lnTo>
                  <a:lnTo>
                    <a:pt x="1498893" y="5284722"/>
                  </a:lnTo>
                  <a:lnTo>
                    <a:pt x="1481100" y="5286869"/>
                  </a:lnTo>
                  <a:lnTo>
                    <a:pt x="1473183" y="5287746"/>
                  </a:lnTo>
                  <a:lnTo>
                    <a:pt x="1471387" y="5287929"/>
                  </a:lnTo>
                  <a:lnTo>
                    <a:pt x="0" y="5287929"/>
                  </a:lnTo>
                  <a:close/>
                </a:path>
              </a:pathLst>
            </a:custGeom>
            <a:solidFill>
              <a:srgbClr val="67C1B3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302" name="pl1302"/>
            <p:cNvSpPr/>
            <p:nvPr/>
          </p:nvSpPr>
          <p:spPr>
            <a:xfrm>
              <a:off x="4799595" y="2895655"/>
              <a:ext cx="11981298" cy="5287929"/>
            </a:xfrm>
            <a:custGeom>
              <a:avLst/>
              <a:pathLst>
                <a:path w="11981298" h="5287929">
                  <a:moveTo>
                    <a:pt x="0" y="5287929"/>
                  </a:moveTo>
                  <a:lnTo>
                    <a:pt x="1471387" y="5287929"/>
                  </a:lnTo>
                  <a:lnTo>
                    <a:pt x="1472267" y="5287841"/>
                  </a:lnTo>
                  <a:lnTo>
                    <a:pt x="1478086" y="5287211"/>
                  </a:lnTo>
                  <a:lnTo>
                    <a:pt x="1492860" y="5285470"/>
                  </a:lnTo>
                  <a:lnTo>
                    <a:pt x="1519539" y="5282038"/>
                  </a:lnTo>
                  <a:lnTo>
                    <a:pt x="1559845" y="5276361"/>
                  </a:lnTo>
                  <a:lnTo>
                    <a:pt x="1614143" y="5267959"/>
                  </a:lnTo>
                  <a:lnTo>
                    <a:pt x="1681467" y="5256465"/>
                  </a:lnTo>
                  <a:lnTo>
                    <a:pt x="1759732" y="5241649"/>
                  </a:lnTo>
                  <a:lnTo>
                    <a:pt x="1846103" y="5223411"/>
                  </a:lnTo>
                  <a:lnTo>
                    <a:pt x="1937433" y="5201755"/>
                  </a:lnTo>
                  <a:lnTo>
                    <a:pt x="2030675" y="5176738"/>
                  </a:lnTo>
                  <a:lnTo>
                    <a:pt x="2123183" y="5148429"/>
                  </a:lnTo>
                  <a:lnTo>
                    <a:pt x="2212883" y="5116860"/>
                  </a:lnTo>
                  <a:lnTo>
                    <a:pt x="2298314" y="5081996"/>
                  </a:lnTo>
                  <a:lnTo>
                    <a:pt x="2378591" y="5043711"/>
                  </a:lnTo>
                  <a:lnTo>
                    <a:pt x="2453311" y="5001783"/>
                  </a:lnTo>
                  <a:lnTo>
                    <a:pt x="2522443" y="4955884"/>
                  </a:lnTo>
                  <a:lnTo>
                    <a:pt x="2586225" y="4905590"/>
                  </a:lnTo>
                  <a:lnTo>
                    <a:pt x="2645075" y="4850385"/>
                  </a:lnTo>
                  <a:lnTo>
                    <a:pt x="2699524" y="4789684"/>
                  </a:lnTo>
                  <a:lnTo>
                    <a:pt x="2750158" y="4722857"/>
                  </a:lnTo>
                  <a:lnTo>
                    <a:pt x="2797582" y="4649277"/>
                  </a:lnTo>
                  <a:lnTo>
                    <a:pt x="2842385" y="4568402"/>
                  </a:lnTo>
                  <a:lnTo>
                    <a:pt x="2885114" y="4479891"/>
                  </a:lnTo>
                  <a:lnTo>
                    <a:pt x="2896531" y="4454284"/>
                  </a:lnTo>
                  <a:lnTo>
                    <a:pt x="2926014" y="4384290"/>
                  </a:lnTo>
                  <a:lnTo>
                    <a:pt x="2954880" y="4310271"/>
                  </a:lnTo>
                  <a:lnTo>
                    <a:pt x="2983261" y="4232146"/>
                  </a:lnTo>
                  <a:lnTo>
                    <a:pt x="3011269" y="4149874"/>
                  </a:lnTo>
                  <a:lnTo>
                    <a:pt x="3038998" y="4063455"/>
                  </a:lnTo>
                  <a:lnTo>
                    <a:pt x="3066526" y="3972933"/>
                  </a:lnTo>
                  <a:lnTo>
                    <a:pt x="3093919" y="3878404"/>
                  </a:lnTo>
                  <a:lnTo>
                    <a:pt x="3121229" y="3780012"/>
                  </a:lnTo>
                  <a:lnTo>
                    <a:pt x="3148497" y="3677955"/>
                  </a:lnTo>
                  <a:lnTo>
                    <a:pt x="3175755" y="3572483"/>
                  </a:lnTo>
                  <a:lnTo>
                    <a:pt x="3203024" y="3463898"/>
                  </a:lnTo>
                  <a:lnTo>
                    <a:pt x="3230317" y="3352551"/>
                  </a:lnTo>
                  <a:lnTo>
                    <a:pt x="3257643" y="3238838"/>
                  </a:lnTo>
                  <a:lnTo>
                    <a:pt x="3285001" y="3123197"/>
                  </a:lnTo>
                  <a:lnTo>
                    <a:pt x="3312386" y="3006099"/>
                  </a:lnTo>
                  <a:lnTo>
                    <a:pt x="3339792" y="2888041"/>
                  </a:lnTo>
                  <a:lnTo>
                    <a:pt x="3367207" y="2769538"/>
                  </a:lnTo>
                  <a:lnTo>
                    <a:pt x="3394621" y="2651111"/>
                  </a:lnTo>
                  <a:lnTo>
                    <a:pt x="3422022" y="2533283"/>
                  </a:lnTo>
                  <a:lnTo>
                    <a:pt x="3449400" y="2416564"/>
                  </a:lnTo>
                  <a:lnTo>
                    <a:pt x="3476749" y="2301443"/>
                  </a:lnTo>
                  <a:lnTo>
                    <a:pt x="3504064" y="2188383"/>
                  </a:lnTo>
                  <a:lnTo>
                    <a:pt x="3531350" y="2077810"/>
                  </a:lnTo>
                  <a:lnTo>
                    <a:pt x="3558614" y="1970107"/>
                  </a:lnTo>
                  <a:lnTo>
                    <a:pt x="3585872" y="1865611"/>
                  </a:lnTo>
                  <a:lnTo>
                    <a:pt x="3613148" y="1764610"/>
                  </a:lnTo>
                  <a:lnTo>
                    <a:pt x="3640478" y="1667337"/>
                  </a:lnTo>
                  <a:lnTo>
                    <a:pt x="3667905" y="1573975"/>
                  </a:lnTo>
                  <a:lnTo>
                    <a:pt x="3695485" y="1484654"/>
                  </a:lnTo>
                  <a:lnTo>
                    <a:pt x="3723287" y="1399453"/>
                  </a:lnTo>
                  <a:lnTo>
                    <a:pt x="3751394" y="1318404"/>
                  </a:lnTo>
                  <a:lnTo>
                    <a:pt x="3779906" y="1241495"/>
                  </a:lnTo>
                  <a:lnTo>
                    <a:pt x="3808939" y="1168671"/>
                  </a:lnTo>
                  <a:lnTo>
                    <a:pt x="3829811" y="1119700"/>
                  </a:lnTo>
                  <a:lnTo>
                    <a:pt x="3872058" y="1029081"/>
                  </a:lnTo>
                  <a:lnTo>
                    <a:pt x="3916241" y="946134"/>
                  </a:lnTo>
                  <a:lnTo>
                    <a:pt x="3962888" y="870603"/>
                  </a:lnTo>
                  <a:lnTo>
                    <a:pt x="4012582" y="801984"/>
                  </a:lnTo>
                  <a:lnTo>
                    <a:pt x="4065925" y="739667"/>
                  </a:lnTo>
                  <a:lnTo>
                    <a:pt x="4123513" y="683017"/>
                  </a:lnTo>
                  <a:lnTo>
                    <a:pt x="4185896" y="631431"/>
                  </a:lnTo>
                  <a:lnTo>
                    <a:pt x="4253528" y="584373"/>
                  </a:lnTo>
                  <a:lnTo>
                    <a:pt x="4326705" y="541393"/>
                  </a:lnTo>
                  <a:lnTo>
                    <a:pt x="4405482" y="502136"/>
                  </a:lnTo>
                  <a:lnTo>
                    <a:pt x="4489566" y="466351"/>
                  </a:lnTo>
                  <a:lnTo>
                    <a:pt x="4578215" y="433885"/>
                  </a:lnTo>
                  <a:lnTo>
                    <a:pt x="4670133" y="404682"/>
                  </a:lnTo>
                  <a:lnTo>
                    <a:pt x="4763415" y="378757"/>
                  </a:lnTo>
                  <a:lnTo>
                    <a:pt x="4855560" y="356172"/>
                  </a:lnTo>
                  <a:lnTo>
                    <a:pt x="4943606" y="336993"/>
                  </a:lnTo>
                  <a:lnTo>
                    <a:pt x="5024397" y="321244"/>
                  </a:lnTo>
                  <a:lnTo>
                    <a:pt x="5094968" y="308856"/>
                  </a:lnTo>
                  <a:lnTo>
                    <a:pt x="5152986" y="299637"/>
                  </a:lnTo>
                  <a:lnTo>
                    <a:pt x="5197149" y="293257"/>
                  </a:lnTo>
                  <a:lnTo>
                    <a:pt x="5227449" y="289262"/>
                  </a:lnTo>
                  <a:lnTo>
                    <a:pt x="5245242" y="287115"/>
                  </a:lnTo>
                  <a:lnTo>
                    <a:pt x="5253159" y="286238"/>
                  </a:lnTo>
                  <a:lnTo>
                    <a:pt x="5254936" y="286056"/>
                  </a:lnTo>
                  <a:lnTo>
                    <a:pt x="5254955" y="286054"/>
                  </a:lnTo>
                  <a:lnTo>
                    <a:pt x="6726343" y="286054"/>
                  </a:lnTo>
                  <a:lnTo>
                    <a:pt x="6727579" y="286047"/>
                  </a:lnTo>
                  <a:lnTo>
                    <a:pt x="6735695" y="285996"/>
                  </a:lnTo>
                  <a:lnTo>
                    <a:pt x="6756100" y="285855"/>
                  </a:lnTo>
                  <a:lnTo>
                    <a:pt x="6792451" y="285577"/>
                  </a:lnTo>
                  <a:lnTo>
                    <a:pt x="6846369" y="285119"/>
                  </a:lnTo>
                  <a:lnTo>
                    <a:pt x="6917320" y="284448"/>
                  </a:lnTo>
                  <a:lnTo>
                    <a:pt x="7002842" y="283542"/>
                  </a:lnTo>
                  <a:lnTo>
                    <a:pt x="7099114" y="282389"/>
                  </a:lnTo>
                  <a:lnTo>
                    <a:pt x="7201722" y="280991"/>
                  </a:lnTo>
                  <a:lnTo>
                    <a:pt x="7306387" y="279351"/>
                  </a:lnTo>
                  <a:lnTo>
                    <a:pt x="7409496" y="277475"/>
                  </a:lnTo>
                  <a:lnTo>
                    <a:pt x="7508362" y="275363"/>
                  </a:lnTo>
                  <a:lnTo>
                    <a:pt x="7601262" y="273011"/>
                  </a:lnTo>
                  <a:lnTo>
                    <a:pt x="7687318" y="270403"/>
                  </a:lnTo>
                  <a:lnTo>
                    <a:pt x="7766315" y="267517"/>
                  </a:lnTo>
                  <a:lnTo>
                    <a:pt x="7838510" y="264319"/>
                  </a:lnTo>
                  <a:lnTo>
                    <a:pt x="7904471" y="260770"/>
                  </a:lnTo>
                  <a:lnTo>
                    <a:pt x="7964945" y="256821"/>
                  </a:lnTo>
                  <a:lnTo>
                    <a:pt x="8020768" y="252422"/>
                  </a:lnTo>
                  <a:lnTo>
                    <a:pt x="8072791" y="247522"/>
                  </a:lnTo>
                  <a:lnTo>
                    <a:pt x="8121827" y="242085"/>
                  </a:lnTo>
                  <a:lnTo>
                    <a:pt x="8151487" y="238379"/>
                  </a:lnTo>
                  <a:lnTo>
                    <a:pt x="8207162" y="230548"/>
                  </a:lnTo>
                  <a:lnTo>
                    <a:pt x="8261017" y="221866"/>
                  </a:lnTo>
                  <a:lnTo>
                    <a:pt x="8313785" y="212324"/>
                  </a:lnTo>
                  <a:lnTo>
                    <a:pt x="8365989" y="201945"/>
                  </a:lnTo>
                  <a:lnTo>
                    <a:pt x="8417982" y="190789"/>
                  </a:lnTo>
                  <a:lnTo>
                    <a:pt x="8469975" y="178957"/>
                  </a:lnTo>
                  <a:lnTo>
                    <a:pt x="8522068" y="166589"/>
                  </a:lnTo>
                  <a:lnTo>
                    <a:pt x="8574270" y="153854"/>
                  </a:lnTo>
                  <a:lnTo>
                    <a:pt x="8626535" y="140948"/>
                  </a:lnTo>
                  <a:lnTo>
                    <a:pt x="8678788" y="128074"/>
                  </a:lnTo>
                  <a:lnTo>
                    <a:pt x="8730958" y="115437"/>
                  </a:lnTo>
                  <a:lnTo>
                    <a:pt x="8783014" y="103224"/>
                  </a:lnTo>
                  <a:lnTo>
                    <a:pt x="8834991" y="91597"/>
                  </a:lnTo>
                  <a:lnTo>
                    <a:pt x="8887023" y="80681"/>
                  </a:lnTo>
                  <a:lnTo>
                    <a:pt x="8939362" y="70566"/>
                  </a:lnTo>
                  <a:lnTo>
                    <a:pt x="8992414" y="61300"/>
                  </a:lnTo>
                  <a:lnTo>
                    <a:pt x="9046763" y="52895"/>
                  </a:lnTo>
                  <a:lnTo>
                    <a:pt x="9084767" y="47675"/>
                  </a:lnTo>
                  <a:lnTo>
                    <a:pt x="9132302" y="41889"/>
                  </a:lnTo>
                  <a:lnTo>
                    <a:pt x="9182355" y="36655"/>
                  </a:lnTo>
                  <a:lnTo>
                    <a:pt x="9235688" y="31946"/>
                  </a:lnTo>
                  <a:lnTo>
                    <a:pt x="9293135" y="27719"/>
                  </a:lnTo>
                  <a:lnTo>
                    <a:pt x="9355549" y="23924"/>
                  </a:lnTo>
                  <a:lnTo>
                    <a:pt x="9423741" y="20511"/>
                  </a:lnTo>
                  <a:lnTo>
                    <a:pt x="9498404" y="17433"/>
                  </a:lnTo>
                  <a:lnTo>
                    <a:pt x="9580008" y="14653"/>
                  </a:lnTo>
                  <a:lnTo>
                    <a:pt x="9668657" y="12143"/>
                  </a:lnTo>
                  <a:lnTo>
                    <a:pt x="9763913" y="9881"/>
                  </a:lnTo>
                  <a:lnTo>
                    <a:pt x="9864603" y="7857"/>
                  </a:lnTo>
                  <a:lnTo>
                    <a:pt x="9968654" y="6067"/>
                  </a:lnTo>
                  <a:lnTo>
                    <a:pt x="10073022" y="4516"/>
                  </a:lnTo>
                  <a:lnTo>
                    <a:pt x="10173802" y="3209"/>
                  </a:lnTo>
                  <a:lnTo>
                    <a:pt x="10266589" y="2148"/>
                  </a:lnTo>
                  <a:lnTo>
                    <a:pt x="10347099" y="1330"/>
                  </a:lnTo>
                  <a:lnTo>
                    <a:pt x="10411930" y="742"/>
                  </a:lnTo>
                  <a:lnTo>
                    <a:pt x="10459285" y="355"/>
                  </a:lnTo>
                  <a:lnTo>
                    <a:pt x="10489423" y="133"/>
                  </a:lnTo>
                  <a:lnTo>
                    <a:pt x="10504747" y="31"/>
                  </a:lnTo>
                  <a:lnTo>
                    <a:pt x="10509596" y="1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03" name="pl1303"/>
            <p:cNvSpPr/>
            <p:nvPr/>
          </p:nvSpPr>
          <p:spPr>
            <a:xfrm>
              <a:off x="4799595" y="2887482"/>
              <a:ext cx="11981298" cy="5287929"/>
            </a:xfrm>
            <a:custGeom>
              <a:avLst/>
              <a:pathLst>
                <a:path w="11981298" h="5287929">
                  <a:moveTo>
                    <a:pt x="11981298" y="0"/>
                  </a:moveTo>
                  <a:lnTo>
                    <a:pt x="10509911" y="0"/>
                  </a:lnTo>
                  <a:lnTo>
                    <a:pt x="10508674" y="7"/>
                  </a:lnTo>
                  <a:lnTo>
                    <a:pt x="10500558" y="58"/>
                  </a:lnTo>
                  <a:lnTo>
                    <a:pt x="10480153" y="199"/>
                  </a:lnTo>
                  <a:lnTo>
                    <a:pt x="10443802" y="477"/>
                  </a:lnTo>
                  <a:lnTo>
                    <a:pt x="10389884" y="935"/>
                  </a:lnTo>
                  <a:lnTo>
                    <a:pt x="10318933" y="1606"/>
                  </a:lnTo>
                  <a:lnTo>
                    <a:pt x="10233411" y="2512"/>
                  </a:lnTo>
                  <a:lnTo>
                    <a:pt x="10137139" y="3664"/>
                  </a:lnTo>
                  <a:lnTo>
                    <a:pt x="10034532" y="5063"/>
                  </a:lnTo>
                  <a:lnTo>
                    <a:pt x="9929866" y="6703"/>
                  </a:lnTo>
                  <a:lnTo>
                    <a:pt x="9826758" y="8579"/>
                  </a:lnTo>
                  <a:lnTo>
                    <a:pt x="9727891" y="10691"/>
                  </a:lnTo>
                  <a:lnTo>
                    <a:pt x="9634991" y="13043"/>
                  </a:lnTo>
                  <a:lnTo>
                    <a:pt x="9548935" y="15651"/>
                  </a:lnTo>
                  <a:lnTo>
                    <a:pt x="9469939" y="18537"/>
                  </a:lnTo>
                  <a:lnTo>
                    <a:pt x="9397744" y="21735"/>
                  </a:lnTo>
                  <a:lnTo>
                    <a:pt x="9331783" y="25284"/>
                  </a:lnTo>
                  <a:lnTo>
                    <a:pt x="9271308" y="29233"/>
                  </a:lnTo>
                  <a:lnTo>
                    <a:pt x="9215485" y="33632"/>
                  </a:lnTo>
                  <a:lnTo>
                    <a:pt x="9163463" y="38532"/>
                  </a:lnTo>
                  <a:lnTo>
                    <a:pt x="9114426" y="43969"/>
                  </a:lnTo>
                  <a:lnTo>
                    <a:pt x="9084767" y="47675"/>
                  </a:lnTo>
                  <a:lnTo>
                    <a:pt x="9029091" y="55506"/>
                  </a:lnTo>
                  <a:lnTo>
                    <a:pt x="8975236" y="64187"/>
                  </a:lnTo>
                  <a:lnTo>
                    <a:pt x="8922468" y="73730"/>
                  </a:lnTo>
                  <a:lnTo>
                    <a:pt x="8870264" y="84109"/>
                  </a:lnTo>
                  <a:lnTo>
                    <a:pt x="8818271" y="95265"/>
                  </a:lnTo>
                  <a:lnTo>
                    <a:pt x="8766278" y="107097"/>
                  </a:lnTo>
                  <a:lnTo>
                    <a:pt x="8714185" y="119465"/>
                  </a:lnTo>
                  <a:lnTo>
                    <a:pt x="8661983" y="132200"/>
                  </a:lnTo>
                  <a:lnTo>
                    <a:pt x="8609718" y="145106"/>
                  </a:lnTo>
                  <a:lnTo>
                    <a:pt x="8557465" y="157980"/>
                  </a:lnTo>
                  <a:lnTo>
                    <a:pt x="8505295" y="170617"/>
                  </a:lnTo>
                  <a:lnTo>
                    <a:pt x="8453240" y="182830"/>
                  </a:lnTo>
                  <a:lnTo>
                    <a:pt x="8401262" y="194457"/>
                  </a:lnTo>
                  <a:lnTo>
                    <a:pt x="8349231" y="205372"/>
                  </a:lnTo>
                  <a:lnTo>
                    <a:pt x="8296891" y="215487"/>
                  </a:lnTo>
                  <a:lnTo>
                    <a:pt x="8243839" y="224754"/>
                  </a:lnTo>
                  <a:lnTo>
                    <a:pt x="8189490" y="233159"/>
                  </a:lnTo>
                  <a:lnTo>
                    <a:pt x="8151487" y="238379"/>
                  </a:lnTo>
                  <a:lnTo>
                    <a:pt x="8103951" y="244165"/>
                  </a:lnTo>
                  <a:lnTo>
                    <a:pt x="8053898" y="249399"/>
                  </a:lnTo>
                  <a:lnTo>
                    <a:pt x="8000565" y="254108"/>
                  </a:lnTo>
                  <a:lnTo>
                    <a:pt x="7943118" y="258335"/>
                  </a:lnTo>
                  <a:lnTo>
                    <a:pt x="7880704" y="262130"/>
                  </a:lnTo>
                  <a:lnTo>
                    <a:pt x="7812512" y="265543"/>
                  </a:lnTo>
                  <a:lnTo>
                    <a:pt x="7737849" y="268621"/>
                  </a:lnTo>
                  <a:lnTo>
                    <a:pt x="7656245" y="271401"/>
                  </a:lnTo>
                  <a:lnTo>
                    <a:pt x="7567596" y="273911"/>
                  </a:lnTo>
                  <a:lnTo>
                    <a:pt x="7472340" y="276173"/>
                  </a:lnTo>
                  <a:lnTo>
                    <a:pt x="7371651" y="278197"/>
                  </a:lnTo>
                  <a:lnTo>
                    <a:pt x="7267600" y="279987"/>
                  </a:lnTo>
                  <a:lnTo>
                    <a:pt x="7163231" y="281538"/>
                  </a:lnTo>
                  <a:lnTo>
                    <a:pt x="7062452" y="282845"/>
                  </a:lnTo>
                  <a:lnTo>
                    <a:pt x="6969664" y="283906"/>
                  </a:lnTo>
                  <a:lnTo>
                    <a:pt x="6889155" y="284723"/>
                  </a:lnTo>
                  <a:lnTo>
                    <a:pt x="6824323" y="285312"/>
                  </a:lnTo>
                  <a:lnTo>
                    <a:pt x="6776968" y="285698"/>
                  </a:lnTo>
                  <a:lnTo>
                    <a:pt x="6746830" y="285921"/>
                  </a:lnTo>
                  <a:lnTo>
                    <a:pt x="6731507" y="286023"/>
                  </a:lnTo>
                  <a:lnTo>
                    <a:pt x="6726657" y="286053"/>
                  </a:lnTo>
                  <a:lnTo>
                    <a:pt x="6726343" y="286054"/>
                  </a:lnTo>
                  <a:lnTo>
                    <a:pt x="5254955" y="286054"/>
                  </a:lnTo>
                  <a:lnTo>
                    <a:pt x="5254075" y="286143"/>
                  </a:lnTo>
                  <a:lnTo>
                    <a:pt x="5248256" y="286773"/>
                  </a:lnTo>
                  <a:lnTo>
                    <a:pt x="5233483" y="288514"/>
                  </a:lnTo>
                  <a:lnTo>
                    <a:pt x="5206803" y="291946"/>
                  </a:lnTo>
                  <a:lnTo>
                    <a:pt x="5166497" y="297622"/>
                  </a:lnTo>
                  <a:lnTo>
                    <a:pt x="5112199" y="306025"/>
                  </a:lnTo>
                  <a:lnTo>
                    <a:pt x="5044875" y="317519"/>
                  </a:lnTo>
                  <a:lnTo>
                    <a:pt x="4966610" y="332335"/>
                  </a:lnTo>
                  <a:lnTo>
                    <a:pt x="4880240" y="350573"/>
                  </a:lnTo>
                  <a:lnTo>
                    <a:pt x="4788909" y="372229"/>
                  </a:lnTo>
                  <a:lnTo>
                    <a:pt x="4695667" y="397246"/>
                  </a:lnTo>
                  <a:lnTo>
                    <a:pt x="4603159" y="425555"/>
                  </a:lnTo>
                  <a:lnTo>
                    <a:pt x="4513460" y="457124"/>
                  </a:lnTo>
                  <a:lnTo>
                    <a:pt x="4428028" y="491988"/>
                  </a:lnTo>
                  <a:lnTo>
                    <a:pt x="4347751" y="530273"/>
                  </a:lnTo>
                  <a:lnTo>
                    <a:pt x="4273031" y="572201"/>
                  </a:lnTo>
                  <a:lnTo>
                    <a:pt x="4203899" y="618100"/>
                  </a:lnTo>
                  <a:lnTo>
                    <a:pt x="4140117" y="668394"/>
                  </a:lnTo>
                  <a:lnTo>
                    <a:pt x="4081267" y="723599"/>
                  </a:lnTo>
                  <a:lnTo>
                    <a:pt x="4026818" y="784300"/>
                  </a:lnTo>
                  <a:lnTo>
                    <a:pt x="3976184" y="851127"/>
                  </a:lnTo>
                  <a:lnTo>
                    <a:pt x="3928760" y="924707"/>
                  </a:lnTo>
                  <a:lnTo>
                    <a:pt x="3883957" y="1005582"/>
                  </a:lnTo>
                  <a:lnTo>
                    <a:pt x="3841228" y="1094093"/>
                  </a:lnTo>
                  <a:lnTo>
                    <a:pt x="3829811" y="1119700"/>
                  </a:lnTo>
                  <a:lnTo>
                    <a:pt x="3800328" y="1189694"/>
                  </a:lnTo>
                  <a:lnTo>
                    <a:pt x="3771462" y="1263713"/>
                  </a:lnTo>
                  <a:lnTo>
                    <a:pt x="3743081" y="1341837"/>
                  </a:lnTo>
                  <a:lnTo>
                    <a:pt x="3715073" y="1424110"/>
                  </a:lnTo>
                  <a:lnTo>
                    <a:pt x="3687344" y="1510529"/>
                  </a:lnTo>
                  <a:lnTo>
                    <a:pt x="3659816" y="1601051"/>
                  </a:lnTo>
                  <a:lnTo>
                    <a:pt x="3632423" y="1695580"/>
                  </a:lnTo>
                  <a:lnTo>
                    <a:pt x="3605113" y="1793971"/>
                  </a:lnTo>
                  <a:lnTo>
                    <a:pt x="3577845" y="1896028"/>
                  </a:lnTo>
                  <a:lnTo>
                    <a:pt x="3550587" y="2001501"/>
                  </a:lnTo>
                  <a:lnTo>
                    <a:pt x="3523318" y="2110086"/>
                  </a:lnTo>
                  <a:lnTo>
                    <a:pt x="3496025" y="2221433"/>
                  </a:lnTo>
                  <a:lnTo>
                    <a:pt x="3468699" y="2335146"/>
                  </a:lnTo>
                  <a:lnTo>
                    <a:pt x="3441342" y="2450787"/>
                  </a:lnTo>
                  <a:lnTo>
                    <a:pt x="3413956" y="2567885"/>
                  </a:lnTo>
                  <a:lnTo>
                    <a:pt x="3386550" y="2685943"/>
                  </a:lnTo>
                  <a:lnTo>
                    <a:pt x="3359135" y="2804446"/>
                  </a:lnTo>
                  <a:lnTo>
                    <a:pt x="3331721" y="2922873"/>
                  </a:lnTo>
                  <a:lnTo>
                    <a:pt x="3304320" y="3040701"/>
                  </a:lnTo>
                  <a:lnTo>
                    <a:pt x="3276942" y="3157420"/>
                  </a:lnTo>
                  <a:lnTo>
                    <a:pt x="3249594" y="3272541"/>
                  </a:lnTo>
                  <a:lnTo>
                    <a:pt x="3222278" y="3385601"/>
                  </a:lnTo>
                  <a:lnTo>
                    <a:pt x="3194992" y="3496174"/>
                  </a:lnTo>
                  <a:lnTo>
                    <a:pt x="3167729" y="3603877"/>
                  </a:lnTo>
                  <a:lnTo>
                    <a:pt x="3140471" y="3708373"/>
                  </a:lnTo>
                  <a:lnTo>
                    <a:pt x="3113194" y="3809374"/>
                  </a:lnTo>
                  <a:lnTo>
                    <a:pt x="3085864" y="3906647"/>
                  </a:lnTo>
                  <a:lnTo>
                    <a:pt x="3058437" y="4000009"/>
                  </a:lnTo>
                  <a:lnTo>
                    <a:pt x="3030857" y="4089330"/>
                  </a:lnTo>
                  <a:lnTo>
                    <a:pt x="3003055" y="4174531"/>
                  </a:lnTo>
                  <a:lnTo>
                    <a:pt x="2974948" y="4255580"/>
                  </a:lnTo>
                  <a:lnTo>
                    <a:pt x="2946436" y="4332489"/>
                  </a:lnTo>
                  <a:lnTo>
                    <a:pt x="2917403" y="4405313"/>
                  </a:lnTo>
                  <a:lnTo>
                    <a:pt x="2896531" y="4454284"/>
                  </a:lnTo>
                  <a:lnTo>
                    <a:pt x="2854284" y="4544903"/>
                  </a:lnTo>
                  <a:lnTo>
                    <a:pt x="2810102" y="4627850"/>
                  </a:lnTo>
                  <a:lnTo>
                    <a:pt x="2763454" y="4703381"/>
                  </a:lnTo>
                  <a:lnTo>
                    <a:pt x="2713760" y="4771999"/>
                  </a:lnTo>
                  <a:lnTo>
                    <a:pt x="2660417" y="4834317"/>
                  </a:lnTo>
                  <a:lnTo>
                    <a:pt x="2602829" y="4890967"/>
                  </a:lnTo>
                  <a:lnTo>
                    <a:pt x="2540447" y="4942553"/>
                  </a:lnTo>
                  <a:lnTo>
                    <a:pt x="2472814" y="4989610"/>
                  </a:lnTo>
                  <a:lnTo>
                    <a:pt x="2399637" y="5032591"/>
                  </a:lnTo>
                  <a:lnTo>
                    <a:pt x="2320860" y="5071848"/>
                  </a:lnTo>
                  <a:lnTo>
                    <a:pt x="2236776" y="5107633"/>
                  </a:lnTo>
                  <a:lnTo>
                    <a:pt x="2148127" y="5140099"/>
                  </a:lnTo>
                  <a:lnTo>
                    <a:pt x="2056209" y="5169302"/>
                  </a:lnTo>
                  <a:lnTo>
                    <a:pt x="1962927" y="5195227"/>
                  </a:lnTo>
                  <a:lnTo>
                    <a:pt x="1870782" y="5217812"/>
                  </a:lnTo>
                  <a:lnTo>
                    <a:pt x="1782736" y="5236991"/>
                  </a:lnTo>
                  <a:lnTo>
                    <a:pt x="1701945" y="5252740"/>
                  </a:lnTo>
                  <a:lnTo>
                    <a:pt x="1631374" y="5265128"/>
                  </a:lnTo>
                  <a:lnTo>
                    <a:pt x="1573356" y="5274347"/>
                  </a:lnTo>
                  <a:lnTo>
                    <a:pt x="1529193" y="5280727"/>
                  </a:lnTo>
                  <a:lnTo>
                    <a:pt x="1498893" y="5284722"/>
                  </a:lnTo>
                  <a:lnTo>
                    <a:pt x="1481100" y="5286869"/>
                  </a:lnTo>
                  <a:lnTo>
                    <a:pt x="1473183" y="5287746"/>
                  </a:lnTo>
                  <a:lnTo>
                    <a:pt x="1471406" y="5287928"/>
                  </a:lnTo>
                  <a:lnTo>
                    <a:pt x="1471387" y="5287929"/>
                  </a:lnTo>
                  <a:lnTo>
                    <a:pt x="0" y="528792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04" name="pg1304"/>
            <p:cNvSpPr/>
            <p:nvPr/>
          </p:nvSpPr>
          <p:spPr>
            <a:xfrm>
              <a:off x="4799595" y="3279786"/>
              <a:ext cx="11981298" cy="4911971"/>
            </a:xfrm>
            <a:custGeom>
              <a:avLst/>
              <a:pathLst>
                <a:path w="11981298" h="4911971">
                  <a:moveTo>
                    <a:pt x="0" y="4911971"/>
                  </a:moveTo>
                  <a:lnTo>
                    <a:pt x="1471387" y="4911971"/>
                  </a:lnTo>
                  <a:lnTo>
                    <a:pt x="1472274" y="4911884"/>
                  </a:lnTo>
                  <a:lnTo>
                    <a:pt x="1478132" y="4911262"/>
                  </a:lnTo>
                  <a:lnTo>
                    <a:pt x="1493005" y="4909543"/>
                  </a:lnTo>
                  <a:lnTo>
                    <a:pt x="1519858" y="4906154"/>
                  </a:lnTo>
                  <a:lnTo>
                    <a:pt x="1560411" y="4900549"/>
                  </a:lnTo>
                  <a:lnTo>
                    <a:pt x="1615019" y="4892253"/>
                  </a:lnTo>
                  <a:lnTo>
                    <a:pt x="1682692" y="4880908"/>
                  </a:lnTo>
                  <a:lnTo>
                    <a:pt x="1761316" y="4866288"/>
                  </a:lnTo>
                  <a:lnTo>
                    <a:pt x="1848024" y="4848297"/>
                  </a:lnTo>
                  <a:lnTo>
                    <a:pt x="1939648" y="4826939"/>
                  </a:lnTo>
                  <a:lnTo>
                    <a:pt x="2033124" y="4802273"/>
                  </a:lnTo>
                  <a:lnTo>
                    <a:pt x="2125801" y="4774364"/>
                  </a:lnTo>
                  <a:lnTo>
                    <a:pt x="2215604" y="4743245"/>
                  </a:lnTo>
                  <a:lnTo>
                    <a:pt x="2301084" y="4708876"/>
                  </a:lnTo>
                  <a:lnTo>
                    <a:pt x="2381364" y="4671133"/>
                  </a:lnTo>
                  <a:lnTo>
                    <a:pt x="2456054" y="4629790"/>
                  </a:lnTo>
                  <a:lnTo>
                    <a:pt x="2525133" y="4584522"/>
                  </a:lnTo>
                  <a:lnTo>
                    <a:pt x="2588852" y="4534906"/>
                  </a:lnTo>
                  <a:lnTo>
                    <a:pt x="2647636" y="4480428"/>
                  </a:lnTo>
                  <a:lnTo>
                    <a:pt x="2702024" y="4420509"/>
                  </a:lnTo>
                  <a:lnTo>
                    <a:pt x="2752607" y="4354524"/>
                  </a:lnTo>
                  <a:lnTo>
                    <a:pt x="2799995" y="4281859"/>
                  </a:lnTo>
                  <a:lnTo>
                    <a:pt x="2844780" y="4201984"/>
                  </a:lnTo>
                  <a:lnTo>
                    <a:pt x="2887510" y="4114576"/>
                  </a:lnTo>
                  <a:lnTo>
                    <a:pt x="2896531" y="4094672"/>
                  </a:lnTo>
                  <a:lnTo>
                    <a:pt x="2926282" y="4025400"/>
                  </a:lnTo>
                  <a:lnTo>
                    <a:pt x="2955407" y="3952108"/>
                  </a:lnTo>
                  <a:lnTo>
                    <a:pt x="2984039" y="3874716"/>
                  </a:lnTo>
                  <a:lnTo>
                    <a:pt x="3012295" y="3793182"/>
                  </a:lnTo>
                  <a:lnTo>
                    <a:pt x="3040269" y="3707507"/>
                  </a:lnTo>
                  <a:lnTo>
                    <a:pt x="3068043" y="3617739"/>
                  </a:lnTo>
                  <a:lnTo>
                    <a:pt x="3095682" y="3523977"/>
                  </a:lnTo>
                  <a:lnTo>
                    <a:pt x="3123239" y="3426369"/>
                  </a:lnTo>
                  <a:lnTo>
                    <a:pt x="3150757" y="3325117"/>
                  </a:lnTo>
                  <a:lnTo>
                    <a:pt x="3178266" y="3220479"/>
                  </a:lnTo>
                  <a:lnTo>
                    <a:pt x="3205788" y="3112762"/>
                  </a:lnTo>
                  <a:lnTo>
                    <a:pt x="3233336" y="3002325"/>
                  </a:lnTo>
                  <a:lnTo>
                    <a:pt x="3260917" y="2889574"/>
                  </a:lnTo>
                  <a:lnTo>
                    <a:pt x="3288531" y="2774951"/>
                  </a:lnTo>
                  <a:lnTo>
                    <a:pt x="3316172" y="2658936"/>
                  </a:lnTo>
                  <a:lnTo>
                    <a:pt x="3343832" y="2542033"/>
                  </a:lnTo>
                  <a:lnTo>
                    <a:pt x="3371500" y="2424762"/>
                  </a:lnTo>
                  <a:lnTo>
                    <a:pt x="3399165" y="2307649"/>
                  </a:lnTo>
                  <a:lnTo>
                    <a:pt x="3426815" y="2191219"/>
                  </a:lnTo>
                  <a:lnTo>
                    <a:pt x="3454441" y="2075984"/>
                  </a:lnTo>
                  <a:lnTo>
                    <a:pt x="3482035" y="1962432"/>
                  </a:lnTo>
                  <a:lnTo>
                    <a:pt x="3509596" y="1851024"/>
                  </a:lnTo>
                  <a:lnTo>
                    <a:pt x="3537127" y="1742179"/>
                  </a:lnTo>
                  <a:lnTo>
                    <a:pt x="3564639" y="1636276"/>
                  </a:lnTo>
                  <a:lnTo>
                    <a:pt x="3592150" y="1533643"/>
                  </a:lnTo>
                  <a:lnTo>
                    <a:pt x="3619687" y="1434558"/>
                  </a:lnTo>
                  <a:lnTo>
                    <a:pt x="3647288" y="1339244"/>
                  </a:lnTo>
                  <a:lnTo>
                    <a:pt x="3675001" y="1247872"/>
                  </a:lnTo>
                  <a:lnTo>
                    <a:pt x="3702887" y="1160560"/>
                  </a:lnTo>
                  <a:lnTo>
                    <a:pt x="3731020" y="1077376"/>
                  </a:lnTo>
                  <a:lnTo>
                    <a:pt x="3759490" y="998338"/>
                  </a:lnTo>
                  <a:lnTo>
                    <a:pt x="3788403" y="923422"/>
                  </a:lnTo>
                  <a:lnTo>
                    <a:pt x="3817888" y="852562"/>
                  </a:lnTo>
                  <a:lnTo>
                    <a:pt x="3829811" y="825472"/>
                  </a:lnTo>
                  <a:lnTo>
                    <a:pt x="3872161" y="736427"/>
                  </a:lnTo>
                  <a:lnTo>
                    <a:pt x="3916457" y="654939"/>
                  </a:lnTo>
                  <a:lnTo>
                    <a:pt x="3963233" y="580754"/>
                  </a:lnTo>
                  <a:lnTo>
                    <a:pt x="4013073" y="513375"/>
                  </a:lnTo>
                  <a:lnTo>
                    <a:pt x="4066587" y="452196"/>
                  </a:lnTo>
                  <a:lnTo>
                    <a:pt x="4124372" y="396593"/>
                  </a:lnTo>
                  <a:lnTo>
                    <a:pt x="4186982" y="345971"/>
                  </a:lnTo>
                  <a:lnTo>
                    <a:pt x="4254873" y="299801"/>
                  </a:lnTo>
                  <a:lnTo>
                    <a:pt x="4328340" y="257640"/>
                  </a:lnTo>
                  <a:lnTo>
                    <a:pt x="4407429" y="219141"/>
                  </a:lnTo>
                  <a:lnTo>
                    <a:pt x="4491840" y="184056"/>
                  </a:lnTo>
                  <a:lnTo>
                    <a:pt x="4580810" y="152240"/>
                  </a:lnTo>
                  <a:lnTo>
                    <a:pt x="4673020" y="123636"/>
                  </a:lnTo>
                  <a:lnTo>
                    <a:pt x="4766529" y="98264"/>
                  </a:lnTo>
                  <a:lnTo>
                    <a:pt x="4858803" y="76184"/>
                  </a:lnTo>
                  <a:lnTo>
                    <a:pt x="4946846" y="57461"/>
                  </a:lnTo>
                  <a:lnTo>
                    <a:pt x="5027479" y="42116"/>
                  </a:lnTo>
                  <a:lnTo>
                    <a:pt x="5097733" y="30077"/>
                  </a:lnTo>
                  <a:lnTo>
                    <a:pt x="5155294" y="21148"/>
                  </a:lnTo>
                  <a:lnTo>
                    <a:pt x="5198906" y="14997"/>
                  </a:lnTo>
                  <a:lnTo>
                    <a:pt x="5228622" y="11173"/>
                  </a:lnTo>
                  <a:lnTo>
                    <a:pt x="5245876" y="9141"/>
                  </a:lnTo>
                  <a:lnTo>
                    <a:pt x="5253377" y="8330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565" y="8200"/>
                  </a:lnTo>
                  <a:lnTo>
                    <a:pt x="6735592" y="8395"/>
                  </a:lnTo>
                  <a:lnTo>
                    <a:pt x="6755779" y="8934"/>
                  </a:lnTo>
                  <a:lnTo>
                    <a:pt x="6791761" y="9994"/>
                  </a:lnTo>
                  <a:lnTo>
                    <a:pt x="6845168" y="11739"/>
                  </a:lnTo>
                  <a:lnTo>
                    <a:pt x="6915509" y="14298"/>
                  </a:lnTo>
                  <a:lnTo>
                    <a:pt x="7000383" y="17758"/>
                  </a:lnTo>
                  <a:lnTo>
                    <a:pt x="7096038" y="22158"/>
                  </a:lnTo>
                  <a:lnTo>
                    <a:pt x="7198117" y="27501"/>
                  </a:lnTo>
                  <a:lnTo>
                    <a:pt x="7302375" y="33769"/>
                  </a:lnTo>
                  <a:lnTo>
                    <a:pt x="7405209" y="40942"/>
                  </a:lnTo>
                  <a:lnTo>
                    <a:pt x="7503926" y="49015"/>
                  </a:lnTo>
                  <a:lnTo>
                    <a:pt x="7596781" y="58009"/>
                  </a:lnTo>
                  <a:lnTo>
                    <a:pt x="7682870" y="67975"/>
                  </a:lnTo>
                  <a:lnTo>
                    <a:pt x="7761952" y="79002"/>
                  </a:lnTo>
                  <a:lnTo>
                    <a:pt x="7834259" y="91212"/>
                  </a:lnTo>
                  <a:lnTo>
                    <a:pt x="7900340" y="104759"/>
                  </a:lnTo>
                  <a:lnTo>
                    <a:pt x="7960924" y="119823"/>
                  </a:lnTo>
                  <a:lnTo>
                    <a:pt x="8016833" y="136598"/>
                  </a:lnTo>
                  <a:lnTo>
                    <a:pt x="8068910" y="155272"/>
                  </a:lnTo>
                  <a:lnTo>
                    <a:pt x="8117964" y="175999"/>
                  </a:lnTo>
                  <a:lnTo>
                    <a:pt x="8151487" y="192065"/>
                  </a:lnTo>
                  <a:lnTo>
                    <a:pt x="8201435" y="218956"/>
                  </a:lnTo>
                  <a:lnTo>
                    <a:pt x="8249854" y="248470"/>
                  </a:lnTo>
                  <a:lnTo>
                    <a:pt x="8297297" y="280648"/>
                  </a:lnTo>
                  <a:lnTo>
                    <a:pt x="8344175" y="315453"/>
                  </a:lnTo>
                  <a:lnTo>
                    <a:pt x="8390782" y="352753"/>
                  </a:lnTo>
                  <a:lnTo>
                    <a:pt x="8437315" y="392322"/>
                  </a:lnTo>
                  <a:lnTo>
                    <a:pt x="8483889" y="433836"/>
                  </a:lnTo>
                  <a:lnTo>
                    <a:pt x="8530551" y="476879"/>
                  </a:lnTo>
                  <a:lnTo>
                    <a:pt x="8577299" y="520962"/>
                  </a:lnTo>
                  <a:lnTo>
                    <a:pt x="8624094" y="565542"/>
                  </a:lnTo>
                  <a:lnTo>
                    <a:pt x="8670882" y="610049"/>
                  </a:lnTo>
                  <a:lnTo>
                    <a:pt x="8717611" y="653916"/>
                  </a:lnTo>
                  <a:lnTo>
                    <a:pt x="8764249" y="696614"/>
                  </a:lnTo>
                  <a:lnTo>
                    <a:pt x="8810805" y="737667"/>
                  </a:lnTo>
                  <a:lnTo>
                    <a:pt x="8857343" y="776685"/>
                  </a:lnTo>
                  <a:lnTo>
                    <a:pt x="8903997" y="813367"/>
                  </a:lnTo>
                  <a:lnTo>
                    <a:pt x="8950987" y="847510"/>
                  </a:lnTo>
                  <a:lnTo>
                    <a:pt x="8998635" y="879009"/>
                  </a:lnTo>
                  <a:lnTo>
                    <a:pt x="9047385" y="907847"/>
                  </a:lnTo>
                  <a:lnTo>
                    <a:pt x="9084767" y="927635"/>
                  </a:lnTo>
                  <a:lnTo>
                    <a:pt x="9132115" y="949871"/>
                  </a:lnTo>
                  <a:lnTo>
                    <a:pt x="9181959" y="969996"/>
                  </a:lnTo>
                  <a:lnTo>
                    <a:pt x="9235052" y="988107"/>
                  </a:lnTo>
                  <a:lnTo>
                    <a:pt x="9292217" y="1004370"/>
                  </a:lnTo>
                  <a:lnTo>
                    <a:pt x="9354298" y="1018979"/>
                  </a:lnTo>
                  <a:lnTo>
                    <a:pt x="9422099" y="1032125"/>
                  </a:lnTo>
                  <a:lnTo>
                    <a:pt x="9496307" y="1043980"/>
                  </a:lnTo>
                  <a:lnTo>
                    <a:pt x="9577395" y="1054692"/>
                  </a:lnTo>
                  <a:lnTo>
                    <a:pt x="9665478" y="1064371"/>
                  </a:lnTo>
                  <a:lnTo>
                    <a:pt x="9760143" y="1073096"/>
                  </a:lnTo>
                  <a:lnTo>
                    <a:pt x="9860262" y="1080910"/>
                  </a:lnTo>
                  <a:lnTo>
                    <a:pt x="9963824" y="1087825"/>
                  </a:lnTo>
                  <a:lnTo>
                    <a:pt x="10067860" y="1093829"/>
                  </a:lnTo>
                  <a:lnTo>
                    <a:pt x="10168545" y="1098903"/>
                  </a:lnTo>
                  <a:lnTo>
                    <a:pt x="10261538" y="1103031"/>
                  </a:lnTo>
                  <a:lnTo>
                    <a:pt x="10342575" y="1106226"/>
                  </a:lnTo>
                  <a:lnTo>
                    <a:pt x="10408221" y="1108540"/>
                  </a:lnTo>
                  <a:lnTo>
                    <a:pt x="10456580" y="1110074"/>
                  </a:lnTo>
                  <a:lnTo>
                    <a:pt x="10487766" y="1110967"/>
                  </a:lnTo>
                  <a:lnTo>
                    <a:pt x="10504007" y="1111388"/>
                  </a:lnTo>
                  <a:lnTo>
                    <a:pt x="10509461" y="1111517"/>
                  </a:lnTo>
                  <a:lnTo>
                    <a:pt x="10509911" y="1111527"/>
                  </a:lnTo>
                  <a:lnTo>
                    <a:pt x="11981298" y="1111527"/>
                  </a:lnTo>
                  <a:lnTo>
                    <a:pt x="11981298" y="1103354"/>
                  </a:lnTo>
                  <a:lnTo>
                    <a:pt x="10509911" y="1103354"/>
                  </a:lnTo>
                  <a:lnTo>
                    <a:pt x="10508688" y="1103327"/>
                  </a:lnTo>
                  <a:lnTo>
                    <a:pt x="10500662" y="1103132"/>
                  </a:lnTo>
                  <a:lnTo>
                    <a:pt x="10480474" y="1102593"/>
                  </a:lnTo>
                  <a:lnTo>
                    <a:pt x="10444492" y="1101533"/>
                  </a:lnTo>
                  <a:lnTo>
                    <a:pt x="10391085" y="1099788"/>
                  </a:lnTo>
                  <a:lnTo>
                    <a:pt x="10320745" y="1097229"/>
                  </a:lnTo>
                  <a:lnTo>
                    <a:pt x="10235871" y="1093769"/>
                  </a:lnTo>
                  <a:lnTo>
                    <a:pt x="10140215" y="1089369"/>
                  </a:lnTo>
                  <a:lnTo>
                    <a:pt x="10038136" y="1084026"/>
                  </a:lnTo>
                  <a:lnTo>
                    <a:pt x="9933878" y="1077758"/>
                  </a:lnTo>
                  <a:lnTo>
                    <a:pt x="9831044" y="1070585"/>
                  </a:lnTo>
                  <a:lnTo>
                    <a:pt x="9732327" y="1062511"/>
                  </a:lnTo>
                  <a:lnTo>
                    <a:pt x="9639472" y="1053518"/>
                  </a:lnTo>
                  <a:lnTo>
                    <a:pt x="9553383" y="1043552"/>
                  </a:lnTo>
                  <a:lnTo>
                    <a:pt x="9474301" y="1032525"/>
                  </a:lnTo>
                  <a:lnTo>
                    <a:pt x="9401994" y="1020315"/>
                  </a:lnTo>
                  <a:lnTo>
                    <a:pt x="9335914" y="1006767"/>
                  </a:lnTo>
                  <a:lnTo>
                    <a:pt x="9275330" y="991704"/>
                  </a:lnTo>
                  <a:lnTo>
                    <a:pt x="9219420" y="974929"/>
                  </a:lnTo>
                  <a:lnTo>
                    <a:pt x="9167343" y="956254"/>
                  </a:lnTo>
                  <a:lnTo>
                    <a:pt x="9118289" y="935527"/>
                  </a:lnTo>
                  <a:lnTo>
                    <a:pt x="9084767" y="919462"/>
                  </a:lnTo>
                  <a:lnTo>
                    <a:pt x="9034819" y="892571"/>
                  </a:lnTo>
                  <a:lnTo>
                    <a:pt x="8986400" y="863057"/>
                  </a:lnTo>
                  <a:lnTo>
                    <a:pt x="8938956" y="830879"/>
                  </a:lnTo>
                  <a:lnTo>
                    <a:pt x="8892078" y="796074"/>
                  </a:lnTo>
                  <a:lnTo>
                    <a:pt x="8845471" y="758774"/>
                  </a:lnTo>
                  <a:lnTo>
                    <a:pt x="8798938" y="719205"/>
                  </a:lnTo>
                  <a:lnTo>
                    <a:pt x="8752365" y="677691"/>
                  </a:lnTo>
                  <a:lnTo>
                    <a:pt x="8705702" y="634648"/>
                  </a:lnTo>
                  <a:lnTo>
                    <a:pt x="8658954" y="590565"/>
                  </a:lnTo>
                  <a:lnTo>
                    <a:pt x="8612159" y="545985"/>
                  </a:lnTo>
                  <a:lnTo>
                    <a:pt x="8565371" y="501478"/>
                  </a:lnTo>
                  <a:lnTo>
                    <a:pt x="8518643" y="457610"/>
                  </a:lnTo>
                  <a:lnTo>
                    <a:pt x="8472004" y="414913"/>
                  </a:lnTo>
                  <a:lnTo>
                    <a:pt x="8425448" y="373860"/>
                  </a:lnTo>
                  <a:lnTo>
                    <a:pt x="8378910" y="334842"/>
                  </a:lnTo>
                  <a:lnTo>
                    <a:pt x="8332256" y="298160"/>
                  </a:lnTo>
                  <a:lnTo>
                    <a:pt x="8285266" y="264017"/>
                  </a:lnTo>
                  <a:lnTo>
                    <a:pt x="8237618" y="232518"/>
                  </a:lnTo>
                  <a:lnTo>
                    <a:pt x="8188868" y="203680"/>
                  </a:lnTo>
                  <a:lnTo>
                    <a:pt x="8151487" y="183892"/>
                  </a:lnTo>
                  <a:lnTo>
                    <a:pt x="8104138" y="161656"/>
                  </a:lnTo>
                  <a:lnTo>
                    <a:pt x="8054294" y="141530"/>
                  </a:lnTo>
                  <a:lnTo>
                    <a:pt x="8001202" y="123419"/>
                  </a:lnTo>
                  <a:lnTo>
                    <a:pt x="7944036" y="107156"/>
                  </a:lnTo>
                  <a:lnTo>
                    <a:pt x="7881955" y="92548"/>
                  </a:lnTo>
                  <a:lnTo>
                    <a:pt x="7814155" y="79402"/>
                  </a:lnTo>
                  <a:lnTo>
                    <a:pt x="7739946" y="67546"/>
                  </a:lnTo>
                  <a:lnTo>
                    <a:pt x="7658858" y="56835"/>
                  </a:lnTo>
                  <a:lnTo>
                    <a:pt x="7570775" y="47156"/>
                  </a:lnTo>
                  <a:lnTo>
                    <a:pt x="7476110" y="38431"/>
                  </a:lnTo>
                  <a:lnTo>
                    <a:pt x="7375991" y="30617"/>
                  </a:lnTo>
                  <a:lnTo>
                    <a:pt x="7272430" y="23702"/>
                  </a:lnTo>
                  <a:lnTo>
                    <a:pt x="7168393" y="17697"/>
                  </a:lnTo>
                  <a:lnTo>
                    <a:pt x="7067708" y="12624"/>
                  </a:lnTo>
                  <a:lnTo>
                    <a:pt x="6974716" y="8496"/>
                  </a:lnTo>
                  <a:lnTo>
                    <a:pt x="6893679" y="5301"/>
                  </a:lnTo>
                  <a:lnTo>
                    <a:pt x="6828033" y="2986"/>
                  </a:lnTo>
                  <a:lnTo>
                    <a:pt x="6779673" y="1453"/>
                  </a:lnTo>
                  <a:lnTo>
                    <a:pt x="6748488" y="560"/>
                  </a:lnTo>
                  <a:lnTo>
                    <a:pt x="6732246" y="138"/>
                  </a:lnTo>
                  <a:lnTo>
                    <a:pt x="6726793" y="9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068" y="87"/>
                  </a:lnTo>
                  <a:lnTo>
                    <a:pt x="5248210" y="709"/>
                  </a:lnTo>
                  <a:lnTo>
                    <a:pt x="5233337" y="2428"/>
                  </a:lnTo>
                  <a:lnTo>
                    <a:pt x="5206484" y="5817"/>
                  </a:lnTo>
                  <a:lnTo>
                    <a:pt x="5165931" y="11422"/>
                  </a:lnTo>
                  <a:lnTo>
                    <a:pt x="5111323" y="19718"/>
                  </a:lnTo>
                  <a:lnTo>
                    <a:pt x="5043650" y="31063"/>
                  </a:lnTo>
                  <a:lnTo>
                    <a:pt x="4965027" y="45683"/>
                  </a:lnTo>
                  <a:lnTo>
                    <a:pt x="4878318" y="63674"/>
                  </a:lnTo>
                  <a:lnTo>
                    <a:pt x="4786694" y="85032"/>
                  </a:lnTo>
                  <a:lnTo>
                    <a:pt x="4693218" y="109698"/>
                  </a:lnTo>
                  <a:lnTo>
                    <a:pt x="4600541" y="137607"/>
                  </a:lnTo>
                  <a:lnTo>
                    <a:pt x="4510738" y="168726"/>
                  </a:lnTo>
                  <a:lnTo>
                    <a:pt x="4425258" y="203095"/>
                  </a:lnTo>
                  <a:lnTo>
                    <a:pt x="4344978" y="240838"/>
                  </a:lnTo>
                  <a:lnTo>
                    <a:pt x="4270288" y="282180"/>
                  </a:lnTo>
                  <a:lnTo>
                    <a:pt x="4201209" y="327449"/>
                  </a:lnTo>
                  <a:lnTo>
                    <a:pt x="4137490" y="377065"/>
                  </a:lnTo>
                  <a:lnTo>
                    <a:pt x="4078706" y="431543"/>
                  </a:lnTo>
                  <a:lnTo>
                    <a:pt x="4024318" y="491462"/>
                  </a:lnTo>
                  <a:lnTo>
                    <a:pt x="3973735" y="557447"/>
                  </a:lnTo>
                  <a:lnTo>
                    <a:pt x="3926347" y="630112"/>
                  </a:lnTo>
                  <a:lnTo>
                    <a:pt x="3881562" y="709987"/>
                  </a:lnTo>
                  <a:lnTo>
                    <a:pt x="3838832" y="797395"/>
                  </a:lnTo>
                  <a:lnTo>
                    <a:pt x="3829811" y="817299"/>
                  </a:lnTo>
                  <a:lnTo>
                    <a:pt x="3800060" y="886571"/>
                  </a:lnTo>
                  <a:lnTo>
                    <a:pt x="3770935" y="959863"/>
                  </a:lnTo>
                  <a:lnTo>
                    <a:pt x="3742303" y="1037255"/>
                  </a:lnTo>
                  <a:lnTo>
                    <a:pt x="3714047" y="1118789"/>
                  </a:lnTo>
                  <a:lnTo>
                    <a:pt x="3686073" y="1204464"/>
                  </a:lnTo>
                  <a:lnTo>
                    <a:pt x="3658299" y="1294232"/>
                  </a:lnTo>
                  <a:lnTo>
                    <a:pt x="3630660" y="1387994"/>
                  </a:lnTo>
                  <a:lnTo>
                    <a:pt x="3603103" y="1485602"/>
                  </a:lnTo>
                  <a:lnTo>
                    <a:pt x="3575585" y="1586854"/>
                  </a:lnTo>
                  <a:lnTo>
                    <a:pt x="3548076" y="1691492"/>
                  </a:lnTo>
                  <a:lnTo>
                    <a:pt x="3520554" y="1799209"/>
                  </a:lnTo>
                  <a:lnTo>
                    <a:pt x="3493006" y="1909646"/>
                  </a:lnTo>
                  <a:lnTo>
                    <a:pt x="3465425" y="2022397"/>
                  </a:lnTo>
                  <a:lnTo>
                    <a:pt x="3437812" y="2137020"/>
                  </a:lnTo>
                  <a:lnTo>
                    <a:pt x="3410170" y="2253035"/>
                  </a:lnTo>
                  <a:lnTo>
                    <a:pt x="3382510" y="2369938"/>
                  </a:lnTo>
                  <a:lnTo>
                    <a:pt x="3354842" y="2487209"/>
                  </a:lnTo>
                  <a:lnTo>
                    <a:pt x="3327177" y="2604322"/>
                  </a:lnTo>
                  <a:lnTo>
                    <a:pt x="3299527" y="2720752"/>
                  </a:lnTo>
                  <a:lnTo>
                    <a:pt x="3271902" y="2835987"/>
                  </a:lnTo>
                  <a:lnTo>
                    <a:pt x="3244307" y="2949539"/>
                  </a:lnTo>
                  <a:lnTo>
                    <a:pt x="3216746" y="3060947"/>
                  </a:lnTo>
                  <a:lnTo>
                    <a:pt x="3189215" y="3169792"/>
                  </a:lnTo>
                  <a:lnTo>
                    <a:pt x="3161703" y="3275695"/>
                  </a:lnTo>
                  <a:lnTo>
                    <a:pt x="3134192" y="3378328"/>
                  </a:lnTo>
                  <a:lnTo>
                    <a:pt x="3106655" y="3477413"/>
                  </a:lnTo>
                  <a:lnTo>
                    <a:pt x="3079054" y="3572727"/>
                  </a:lnTo>
                  <a:lnTo>
                    <a:pt x="3051341" y="3664099"/>
                  </a:lnTo>
                  <a:lnTo>
                    <a:pt x="3023456" y="3751411"/>
                  </a:lnTo>
                  <a:lnTo>
                    <a:pt x="2995323" y="3834595"/>
                  </a:lnTo>
                  <a:lnTo>
                    <a:pt x="2966853" y="3913633"/>
                  </a:lnTo>
                  <a:lnTo>
                    <a:pt x="2937939" y="3988549"/>
                  </a:lnTo>
                  <a:lnTo>
                    <a:pt x="2908455" y="4059409"/>
                  </a:lnTo>
                  <a:lnTo>
                    <a:pt x="2896531" y="4086499"/>
                  </a:lnTo>
                  <a:lnTo>
                    <a:pt x="2854181" y="4175544"/>
                  </a:lnTo>
                  <a:lnTo>
                    <a:pt x="2809885" y="4257032"/>
                  </a:lnTo>
                  <a:lnTo>
                    <a:pt x="2763109" y="4331217"/>
                  </a:lnTo>
                  <a:lnTo>
                    <a:pt x="2713269" y="4398596"/>
                  </a:lnTo>
                  <a:lnTo>
                    <a:pt x="2659756" y="4459775"/>
                  </a:lnTo>
                  <a:lnTo>
                    <a:pt x="2601970" y="4515378"/>
                  </a:lnTo>
                  <a:lnTo>
                    <a:pt x="2539360" y="4566000"/>
                  </a:lnTo>
                  <a:lnTo>
                    <a:pt x="2471469" y="4612170"/>
                  </a:lnTo>
                  <a:lnTo>
                    <a:pt x="2398002" y="4654331"/>
                  </a:lnTo>
                  <a:lnTo>
                    <a:pt x="2318913" y="4692830"/>
                  </a:lnTo>
                  <a:lnTo>
                    <a:pt x="2234502" y="4727915"/>
                  </a:lnTo>
                  <a:lnTo>
                    <a:pt x="2145532" y="4759731"/>
                  </a:lnTo>
                  <a:lnTo>
                    <a:pt x="2053323" y="4788335"/>
                  </a:lnTo>
                  <a:lnTo>
                    <a:pt x="1959813" y="4813707"/>
                  </a:lnTo>
                  <a:lnTo>
                    <a:pt x="1867539" y="4835787"/>
                  </a:lnTo>
                  <a:lnTo>
                    <a:pt x="1779496" y="4854510"/>
                  </a:lnTo>
                  <a:lnTo>
                    <a:pt x="1698863" y="4869855"/>
                  </a:lnTo>
                  <a:lnTo>
                    <a:pt x="1628610" y="4881894"/>
                  </a:lnTo>
                  <a:lnTo>
                    <a:pt x="1571048" y="4890823"/>
                  </a:lnTo>
                  <a:lnTo>
                    <a:pt x="1527436" y="4896974"/>
                  </a:lnTo>
                  <a:lnTo>
                    <a:pt x="1497720" y="4900798"/>
                  </a:lnTo>
                  <a:lnTo>
                    <a:pt x="1480466" y="4902830"/>
                  </a:lnTo>
                  <a:lnTo>
                    <a:pt x="1472965" y="4903641"/>
                  </a:lnTo>
                  <a:lnTo>
                    <a:pt x="1471387" y="4903798"/>
                  </a:lnTo>
                  <a:lnTo>
                    <a:pt x="0" y="4903798"/>
                  </a:lnTo>
                  <a:close/>
                </a:path>
              </a:pathLst>
            </a:custGeom>
            <a:solidFill>
              <a:srgbClr val="67C1B3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305" name="pl1305"/>
            <p:cNvSpPr/>
            <p:nvPr/>
          </p:nvSpPr>
          <p:spPr>
            <a:xfrm>
              <a:off x="4799595" y="3287959"/>
              <a:ext cx="11981298" cy="4903798"/>
            </a:xfrm>
            <a:custGeom>
              <a:avLst/>
              <a:pathLst>
                <a:path w="11981298" h="4903798">
                  <a:moveTo>
                    <a:pt x="0" y="4903798"/>
                  </a:moveTo>
                  <a:lnTo>
                    <a:pt x="1471387" y="4903798"/>
                  </a:lnTo>
                  <a:lnTo>
                    <a:pt x="1472274" y="4903711"/>
                  </a:lnTo>
                  <a:lnTo>
                    <a:pt x="1478132" y="4903089"/>
                  </a:lnTo>
                  <a:lnTo>
                    <a:pt x="1493005" y="4901370"/>
                  </a:lnTo>
                  <a:lnTo>
                    <a:pt x="1519858" y="4897981"/>
                  </a:lnTo>
                  <a:lnTo>
                    <a:pt x="1560411" y="4892376"/>
                  </a:lnTo>
                  <a:lnTo>
                    <a:pt x="1615019" y="4884080"/>
                  </a:lnTo>
                  <a:lnTo>
                    <a:pt x="1682692" y="4872735"/>
                  </a:lnTo>
                  <a:lnTo>
                    <a:pt x="1761316" y="4858115"/>
                  </a:lnTo>
                  <a:lnTo>
                    <a:pt x="1848024" y="4840124"/>
                  </a:lnTo>
                  <a:lnTo>
                    <a:pt x="1939648" y="4818766"/>
                  </a:lnTo>
                  <a:lnTo>
                    <a:pt x="2033124" y="4794100"/>
                  </a:lnTo>
                  <a:lnTo>
                    <a:pt x="2125801" y="4766191"/>
                  </a:lnTo>
                  <a:lnTo>
                    <a:pt x="2215604" y="4735072"/>
                  </a:lnTo>
                  <a:lnTo>
                    <a:pt x="2301084" y="4700703"/>
                  </a:lnTo>
                  <a:lnTo>
                    <a:pt x="2381364" y="4662960"/>
                  </a:lnTo>
                  <a:lnTo>
                    <a:pt x="2456054" y="4621617"/>
                  </a:lnTo>
                  <a:lnTo>
                    <a:pt x="2525133" y="4576349"/>
                  </a:lnTo>
                  <a:lnTo>
                    <a:pt x="2588852" y="4526733"/>
                  </a:lnTo>
                  <a:lnTo>
                    <a:pt x="2647636" y="4472255"/>
                  </a:lnTo>
                  <a:lnTo>
                    <a:pt x="2702024" y="4412336"/>
                  </a:lnTo>
                  <a:lnTo>
                    <a:pt x="2752607" y="4346351"/>
                  </a:lnTo>
                  <a:lnTo>
                    <a:pt x="2799995" y="4273686"/>
                  </a:lnTo>
                  <a:lnTo>
                    <a:pt x="2844780" y="4193811"/>
                  </a:lnTo>
                  <a:lnTo>
                    <a:pt x="2887510" y="4106403"/>
                  </a:lnTo>
                  <a:lnTo>
                    <a:pt x="2896531" y="4086499"/>
                  </a:lnTo>
                  <a:lnTo>
                    <a:pt x="2926282" y="4017227"/>
                  </a:lnTo>
                  <a:lnTo>
                    <a:pt x="2955407" y="3943935"/>
                  </a:lnTo>
                  <a:lnTo>
                    <a:pt x="2984039" y="3866543"/>
                  </a:lnTo>
                  <a:lnTo>
                    <a:pt x="3012295" y="3785009"/>
                  </a:lnTo>
                  <a:lnTo>
                    <a:pt x="3040269" y="3699334"/>
                  </a:lnTo>
                  <a:lnTo>
                    <a:pt x="3068043" y="3609566"/>
                  </a:lnTo>
                  <a:lnTo>
                    <a:pt x="3095682" y="3515804"/>
                  </a:lnTo>
                  <a:lnTo>
                    <a:pt x="3123239" y="3418196"/>
                  </a:lnTo>
                  <a:lnTo>
                    <a:pt x="3150757" y="3316944"/>
                  </a:lnTo>
                  <a:lnTo>
                    <a:pt x="3178266" y="3212306"/>
                  </a:lnTo>
                  <a:lnTo>
                    <a:pt x="3205788" y="3104589"/>
                  </a:lnTo>
                  <a:lnTo>
                    <a:pt x="3233336" y="2994152"/>
                  </a:lnTo>
                  <a:lnTo>
                    <a:pt x="3260917" y="2881401"/>
                  </a:lnTo>
                  <a:lnTo>
                    <a:pt x="3288531" y="2766778"/>
                  </a:lnTo>
                  <a:lnTo>
                    <a:pt x="3316172" y="2650763"/>
                  </a:lnTo>
                  <a:lnTo>
                    <a:pt x="3343832" y="2533860"/>
                  </a:lnTo>
                  <a:lnTo>
                    <a:pt x="3371500" y="2416589"/>
                  </a:lnTo>
                  <a:lnTo>
                    <a:pt x="3399165" y="2299476"/>
                  </a:lnTo>
                  <a:lnTo>
                    <a:pt x="3426815" y="2183046"/>
                  </a:lnTo>
                  <a:lnTo>
                    <a:pt x="3454441" y="2067811"/>
                  </a:lnTo>
                  <a:lnTo>
                    <a:pt x="3482035" y="1954259"/>
                  </a:lnTo>
                  <a:lnTo>
                    <a:pt x="3509596" y="1842851"/>
                  </a:lnTo>
                  <a:lnTo>
                    <a:pt x="3537127" y="1734006"/>
                  </a:lnTo>
                  <a:lnTo>
                    <a:pt x="3564639" y="1628103"/>
                  </a:lnTo>
                  <a:lnTo>
                    <a:pt x="3592150" y="1525470"/>
                  </a:lnTo>
                  <a:lnTo>
                    <a:pt x="3619687" y="1426385"/>
                  </a:lnTo>
                  <a:lnTo>
                    <a:pt x="3647288" y="1331071"/>
                  </a:lnTo>
                  <a:lnTo>
                    <a:pt x="3675001" y="1239699"/>
                  </a:lnTo>
                  <a:lnTo>
                    <a:pt x="3702887" y="1152387"/>
                  </a:lnTo>
                  <a:lnTo>
                    <a:pt x="3731020" y="1069203"/>
                  </a:lnTo>
                  <a:lnTo>
                    <a:pt x="3759490" y="990165"/>
                  </a:lnTo>
                  <a:lnTo>
                    <a:pt x="3788403" y="915249"/>
                  </a:lnTo>
                  <a:lnTo>
                    <a:pt x="3817888" y="844389"/>
                  </a:lnTo>
                  <a:lnTo>
                    <a:pt x="3829811" y="817299"/>
                  </a:lnTo>
                  <a:lnTo>
                    <a:pt x="3872161" y="728254"/>
                  </a:lnTo>
                  <a:lnTo>
                    <a:pt x="3916457" y="646766"/>
                  </a:lnTo>
                  <a:lnTo>
                    <a:pt x="3963233" y="572581"/>
                  </a:lnTo>
                  <a:lnTo>
                    <a:pt x="4013073" y="505202"/>
                  </a:lnTo>
                  <a:lnTo>
                    <a:pt x="4066587" y="444023"/>
                  </a:lnTo>
                  <a:lnTo>
                    <a:pt x="4124372" y="388420"/>
                  </a:lnTo>
                  <a:lnTo>
                    <a:pt x="4186982" y="337798"/>
                  </a:lnTo>
                  <a:lnTo>
                    <a:pt x="4254873" y="291628"/>
                  </a:lnTo>
                  <a:lnTo>
                    <a:pt x="4328340" y="249467"/>
                  </a:lnTo>
                  <a:lnTo>
                    <a:pt x="4407429" y="210968"/>
                  </a:lnTo>
                  <a:lnTo>
                    <a:pt x="4491840" y="175883"/>
                  </a:lnTo>
                  <a:lnTo>
                    <a:pt x="4580810" y="144067"/>
                  </a:lnTo>
                  <a:lnTo>
                    <a:pt x="4673020" y="115463"/>
                  </a:lnTo>
                  <a:lnTo>
                    <a:pt x="4766529" y="90091"/>
                  </a:lnTo>
                  <a:lnTo>
                    <a:pt x="4858803" y="68011"/>
                  </a:lnTo>
                  <a:lnTo>
                    <a:pt x="4946846" y="49288"/>
                  </a:lnTo>
                  <a:lnTo>
                    <a:pt x="5027479" y="33943"/>
                  </a:lnTo>
                  <a:lnTo>
                    <a:pt x="5097733" y="21904"/>
                  </a:lnTo>
                  <a:lnTo>
                    <a:pt x="5155294" y="12975"/>
                  </a:lnTo>
                  <a:lnTo>
                    <a:pt x="5198906" y="6824"/>
                  </a:lnTo>
                  <a:lnTo>
                    <a:pt x="5228622" y="3000"/>
                  </a:lnTo>
                  <a:lnTo>
                    <a:pt x="5245876" y="968"/>
                  </a:lnTo>
                  <a:lnTo>
                    <a:pt x="5253377" y="157"/>
                  </a:lnTo>
                  <a:lnTo>
                    <a:pt x="5254946" y="0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565" y="27"/>
                  </a:lnTo>
                  <a:lnTo>
                    <a:pt x="6735592" y="222"/>
                  </a:lnTo>
                  <a:lnTo>
                    <a:pt x="6755779" y="761"/>
                  </a:lnTo>
                  <a:lnTo>
                    <a:pt x="6791761" y="1821"/>
                  </a:lnTo>
                  <a:lnTo>
                    <a:pt x="6845168" y="3566"/>
                  </a:lnTo>
                  <a:lnTo>
                    <a:pt x="6915509" y="6125"/>
                  </a:lnTo>
                  <a:lnTo>
                    <a:pt x="7000383" y="9585"/>
                  </a:lnTo>
                  <a:lnTo>
                    <a:pt x="7096038" y="13985"/>
                  </a:lnTo>
                  <a:lnTo>
                    <a:pt x="7198117" y="19328"/>
                  </a:lnTo>
                  <a:lnTo>
                    <a:pt x="7302375" y="25596"/>
                  </a:lnTo>
                  <a:lnTo>
                    <a:pt x="7405209" y="32769"/>
                  </a:lnTo>
                  <a:lnTo>
                    <a:pt x="7503926" y="40842"/>
                  </a:lnTo>
                  <a:lnTo>
                    <a:pt x="7596781" y="49836"/>
                  </a:lnTo>
                  <a:lnTo>
                    <a:pt x="7682870" y="59802"/>
                  </a:lnTo>
                  <a:lnTo>
                    <a:pt x="7761952" y="70829"/>
                  </a:lnTo>
                  <a:lnTo>
                    <a:pt x="7834259" y="83039"/>
                  </a:lnTo>
                  <a:lnTo>
                    <a:pt x="7900340" y="96586"/>
                  </a:lnTo>
                  <a:lnTo>
                    <a:pt x="7960924" y="111650"/>
                  </a:lnTo>
                  <a:lnTo>
                    <a:pt x="8016833" y="128425"/>
                  </a:lnTo>
                  <a:lnTo>
                    <a:pt x="8068910" y="147099"/>
                  </a:lnTo>
                  <a:lnTo>
                    <a:pt x="8117964" y="167826"/>
                  </a:lnTo>
                  <a:lnTo>
                    <a:pt x="8151487" y="183892"/>
                  </a:lnTo>
                  <a:lnTo>
                    <a:pt x="8201435" y="210783"/>
                  </a:lnTo>
                  <a:lnTo>
                    <a:pt x="8249854" y="240297"/>
                  </a:lnTo>
                  <a:lnTo>
                    <a:pt x="8297297" y="272475"/>
                  </a:lnTo>
                  <a:lnTo>
                    <a:pt x="8344175" y="307280"/>
                  </a:lnTo>
                  <a:lnTo>
                    <a:pt x="8390782" y="344580"/>
                  </a:lnTo>
                  <a:lnTo>
                    <a:pt x="8437315" y="384149"/>
                  </a:lnTo>
                  <a:lnTo>
                    <a:pt x="8483889" y="425663"/>
                  </a:lnTo>
                  <a:lnTo>
                    <a:pt x="8530551" y="468706"/>
                  </a:lnTo>
                  <a:lnTo>
                    <a:pt x="8577299" y="512789"/>
                  </a:lnTo>
                  <a:lnTo>
                    <a:pt x="8624094" y="557369"/>
                  </a:lnTo>
                  <a:lnTo>
                    <a:pt x="8670882" y="601876"/>
                  </a:lnTo>
                  <a:lnTo>
                    <a:pt x="8717611" y="645743"/>
                  </a:lnTo>
                  <a:lnTo>
                    <a:pt x="8764249" y="688441"/>
                  </a:lnTo>
                  <a:lnTo>
                    <a:pt x="8810805" y="729494"/>
                  </a:lnTo>
                  <a:lnTo>
                    <a:pt x="8857343" y="768512"/>
                  </a:lnTo>
                  <a:lnTo>
                    <a:pt x="8903997" y="805194"/>
                  </a:lnTo>
                  <a:lnTo>
                    <a:pt x="8950987" y="839337"/>
                  </a:lnTo>
                  <a:lnTo>
                    <a:pt x="8998635" y="870836"/>
                  </a:lnTo>
                  <a:lnTo>
                    <a:pt x="9047385" y="899674"/>
                  </a:lnTo>
                  <a:lnTo>
                    <a:pt x="9084767" y="919462"/>
                  </a:lnTo>
                  <a:lnTo>
                    <a:pt x="9132115" y="941698"/>
                  </a:lnTo>
                  <a:lnTo>
                    <a:pt x="9181959" y="961823"/>
                  </a:lnTo>
                  <a:lnTo>
                    <a:pt x="9235052" y="979934"/>
                  </a:lnTo>
                  <a:lnTo>
                    <a:pt x="9292217" y="996197"/>
                  </a:lnTo>
                  <a:lnTo>
                    <a:pt x="9354298" y="1010806"/>
                  </a:lnTo>
                  <a:lnTo>
                    <a:pt x="9422099" y="1023952"/>
                  </a:lnTo>
                  <a:lnTo>
                    <a:pt x="9496307" y="1035807"/>
                  </a:lnTo>
                  <a:lnTo>
                    <a:pt x="9577395" y="1046519"/>
                  </a:lnTo>
                  <a:lnTo>
                    <a:pt x="9665478" y="1056198"/>
                  </a:lnTo>
                  <a:lnTo>
                    <a:pt x="9760143" y="1064923"/>
                  </a:lnTo>
                  <a:lnTo>
                    <a:pt x="9860262" y="1072737"/>
                  </a:lnTo>
                  <a:lnTo>
                    <a:pt x="9963824" y="1079652"/>
                  </a:lnTo>
                  <a:lnTo>
                    <a:pt x="10067860" y="1085656"/>
                  </a:lnTo>
                  <a:lnTo>
                    <a:pt x="10168545" y="1090730"/>
                  </a:lnTo>
                  <a:lnTo>
                    <a:pt x="10261538" y="1094858"/>
                  </a:lnTo>
                  <a:lnTo>
                    <a:pt x="10342575" y="1098053"/>
                  </a:lnTo>
                  <a:lnTo>
                    <a:pt x="10408221" y="1100367"/>
                  </a:lnTo>
                  <a:lnTo>
                    <a:pt x="10456580" y="1101901"/>
                  </a:lnTo>
                  <a:lnTo>
                    <a:pt x="10487766" y="1102794"/>
                  </a:lnTo>
                  <a:lnTo>
                    <a:pt x="10504007" y="1103215"/>
                  </a:lnTo>
                  <a:lnTo>
                    <a:pt x="10509461" y="1103344"/>
                  </a:lnTo>
                  <a:lnTo>
                    <a:pt x="10509911" y="1103354"/>
                  </a:lnTo>
                  <a:lnTo>
                    <a:pt x="11981298" y="110335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06" name="pl1306"/>
            <p:cNvSpPr/>
            <p:nvPr/>
          </p:nvSpPr>
          <p:spPr>
            <a:xfrm>
              <a:off x="4799595" y="3279786"/>
              <a:ext cx="11981298" cy="4903798"/>
            </a:xfrm>
            <a:custGeom>
              <a:avLst/>
              <a:pathLst>
                <a:path w="11981298" h="4903798">
                  <a:moveTo>
                    <a:pt x="11981298" y="1103354"/>
                  </a:moveTo>
                  <a:lnTo>
                    <a:pt x="10509911" y="1103354"/>
                  </a:lnTo>
                  <a:lnTo>
                    <a:pt x="10508688" y="1103327"/>
                  </a:lnTo>
                  <a:lnTo>
                    <a:pt x="10500662" y="1103132"/>
                  </a:lnTo>
                  <a:lnTo>
                    <a:pt x="10480474" y="1102593"/>
                  </a:lnTo>
                  <a:lnTo>
                    <a:pt x="10444492" y="1101533"/>
                  </a:lnTo>
                  <a:lnTo>
                    <a:pt x="10391085" y="1099788"/>
                  </a:lnTo>
                  <a:lnTo>
                    <a:pt x="10320745" y="1097229"/>
                  </a:lnTo>
                  <a:lnTo>
                    <a:pt x="10235871" y="1093769"/>
                  </a:lnTo>
                  <a:lnTo>
                    <a:pt x="10140215" y="1089369"/>
                  </a:lnTo>
                  <a:lnTo>
                    <a:pt x="10038136" y="1084026"/>
                  </a:lnTo>
                  <a:lnTo>
                    <a:pt x="9933878" y="1077758"/>
                  </a:lnTo>
                  <a:lnTo>
                    <a:pt x="9831044" y="1070585"/>
                  </a:lnTo>
                  <a:lnTo>
                    <a:pt x="9732327" y="1062511"/>
                  </a:lnTo>
                  <a:lnTo>
                    <a:pt x="9639472" y="1053518"/>
                  </a:lnTo>
                  <a:lnTo>
                    <a:pt x="9553383" y="1043552"/>
                  </a:lnTo>
                  <a:lnTo>
                    <a:pt x="9474301" y="1032525"/>
                  </a:lnTo>
                  <a:lnTo>
                    <a:pt x="9401994" y="1020315"/>
                  </a:lnTo>
                  <a:lnTo>
                    <a:pt x="9335914" y="1006767"/>
                  </a:lnTo>
                  <a:lnTo>
                    <a:pt x="9275330" y="991704"/>
                  </a:lnTo>
                  <a:lnTo>
                    <a:pt x="9219420" y="974929"/>
                  </a:lnTo>
                  <a:lnTo>
                    <a:pt x="9167343" y="956254"/>
                  </a:lnTo>
                  <a:lnTo>
                    <a:pt x="9118289" y="935527"/>
                  </a:lnTo>
                  <a:lnTo>
                    <a:pt x="9084767" y="919462"/>
                  </a:lnTo>
                  <a:lnTo>
                    <a:pt x="9034819" y="892571"/>
                  </a:lnTo>
                  <a:lnTo>
                    <a:pt x="8986400" y="863057"/>
                  </a:lnTo>
                  <a:lnTo>
                    <a:pt x="8938956" y="830879"/>
                  </a:lnTo>
                  <a:lnTo>
                    <a:pt x="8892078" y="796074"/>
                  </a:lnTo>
                  <a:lnTo>
                    <a:pt x="8845471" y="758774"/>
                  </a:lnTo>
                  <a:lnTo>
                    <a:pt x="8798938" y="719205"/>
                  </a:lnTo>
                  <a:lnTo>
                    <a:pt x="8752365" y="677691"/>
                  </a:lnTo>
                  <a:lnTo>
                    <a:pt x="8705702" y="634648"/>
                  </a:lnTo>
                  <a:lnTo>
                    <a:pt x="8658954" y="590565"/>
                  </a:lnTo>
                  <a:lnTo>
                    <a:pt x="8612159" y="545985"/>
                  </a:lnTo>
                  <a:lnTo>
                    <a:pt x="8565371" y="501478"/>
                  </a:lnTo>
                  <a:lnTo>
                    <a:pt x="8518643" y="457610"/>
                  </a:lnTo>
                  <a:lnTo>
                    <a:pt x="8472004" y="414913"/>
                  </a:lnTo>
                  <a:lnTo>
                    <a:pt x="8425448" y="373860"/>
                  </a:lnTo>
                  <a:lnTo>
                    <a:pt x="8378910" y="334842"/>
                  </a:lnTo>
                  <a:lnTo>
                    <a:pt x="8332256" y="298160"/>
                  </a:lnTo>
                  <a:lnTo>
                    <a:pt x="8285266" y="264017"/>
                  </a:lnTo>
                  <a:lnTo>
                    <a:pt x="8237618" y="232518"/>
                  </a:lnTo>
                  <a:lnTo>
                    <a:pt x="8188868" y="203680"/>
                  </a:lnTo>
                  <a:lnTo>
                    <a:pt x="8151487" y="183892"/>
                  </a:lnTo>
                  <a:lnTo>
                    <a:pt x="8104138" y="161656"/>
                  </a:lnTo>
                  <a:lnTo>
                    <a:pt x="8054294" y="141530"/>
                  </a:lnTo>
                  <a:lnTo>
                    <a:pt x="8001202" y="123419"/>
                  </a:lnTo>
                  <a:lnTo>
                    <a:pt x="7944036" y="107156"/>
                  </a:lnTo>
                  <a:lnTo>
                    <a:pt x="7881955" y="92548"/>
                  </a:lnTo>
                  <a:lnTo>
                    <a:pt x="7814155" y="79402"/>
                  </a:lnTo>
                  <a:lnTo>
                    <a:pt x="7739946" y="67546"/>
                  </a:lnTo>
                  <a:lnTo>
                    <a:pt x="7658858" y="56835"/>
                  </a:lnTo>
                  <a:lnTo>
                    <a:pt x="7570775" y="47156"/>
                  </a:lnTo>
                  <a:lnTo>
                    <a:pt x="7476110" y="38431"/>
                  </a:lnTo>
                  <a:lnTo>
                    <a:pt x="7375991" y="30617"/>
                  </a:lnTo>
                  <a:lnTo>
                    <a:pt x="7272430" y="23702"/>
                  </a:lnTo>
                  <a:lnTo>
                    <a:pt x="7168393" y="17697"/>
                  </a:lnTo>
                  <a:lnTo>
                    <a:pt x="7067708" y="12624"/>
                  </a:lnTo>
                  <a:lnTo>
                    <a:pt x="6974716" y="8496"/>
                  </a:lnTo>
                  <a:lnTo>
                    <a:pt x="6893679" y="5301"/>
                  </a:lnTo>
                  <a:lnTo>
                    <a:pt x="6828033" y="2986"/>
                  </a:lnTo>
                  <a:lnTo>
                    <a:pt x="6779673" y="1453"/>
                  </a:lnTo>
                  <a:lnTo>
                    <a:pt x="6748488" y="560"/>
                  </a:lnTo>
                  <a:lnTo>
                    <a:pt x="6732246" y="138"/>
                  </a:lnTo>
                  <a:lnTo>
                    <a:pt x="6726793" y="9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068" y="87"/>
                  </a:lnTo>
                  <a:lnTo>
                    <a:pt x="5248210" y="709"/>
                  </a:lnTo>
                  <a:lnTo>
                    <a:pt x="5233337" y="2428"/>
                  </a:lnTo>
                  <a:lnTo>
                    <a:pt x="5206484" y="5817"/>
                  </a:lnTo>
                  <a:lnTo>
                    <a:pt x="5165931" y="11422"/>
                  </a:lnTo>
                  <a:lnTo>
                    <a:pt x="5111323" y="19718"/>
                  </a:lnTo>
                  <a:lnTo>
                    <a:pt x="5043650" y="31063"/>
                  </a:lnTo>
                  <a:lnTo>
                    <a:pt x="4965027" y="45683"/>
                  </a:lnTo>
                  <a:lnTo>
                    <a:pt x="4878318" y="63674"/>
                  </a:lnTo>
                  <a:lnTo>
                    <a:pt x="4786694" y="85032"/>
                  </a:lnTo>
                  <a:lnTo>
                    <a:pt x="4693218" y="109698"/>
                  </a:lnTo>
                  <a:lnTo>
                    <a:pt x="4600541" y="137607"/>
                  </a:lnTo>
                  <a:lnTo>
                    <a:pt x="4510738" y="168726"/>
                  </a:lnTo>
                  <a:lnTo>
                    <a:pt x="4425258" y="203095"/>
                  </a:lnTo>
                  <a:lnTo>
                    <a:pt x="4344978" y="240838"/>
                  </a:lnTo>
                  <a:lnTo>
                    <a:pt x="4270288" y="282180"/>
                  </a:lnTo>
                  <a:lnTo>
                    <a:pt x="4201209" y="327449"/>
                  </a:lnTo>
                  <a:lnTo>
                    <a:pt x="4137490" y="377065"/>
                  </a:lnTo>
                  <a:lnTo>
                    <a:pt x="4078706" y="431543"/>
                  </a:lnTo>
                  <a:lnTo>
                    <a:pt x="4024318" y="491462"/>
                  </a:lnTo>
                  <a:lnTo>
                    <a:pt x="3973735" y="557447"/>
                  </a:lnTo>
                  <a:lnTo>
                    <a:pt x="3926347" y="630112"/>
                  </a:lnTo>
                  <a:lnTo>
                    <a:pt x="3881562" y="709987"/>
                  </a:lnTo>
                  <a:lnTo>
                    <a:pt x="3838832" y="797395"/>
                  </a:lnTo>
                  <a:lnTo>
                    <a:pt x="3829811" y="817299"/>
                  </a:lnTo>
                  <a:lnTo>
                    <a:pt x="3800060" y="886571"/>
                  </a:lnTo>
                  <a:lnTo>
                    <a:pt x="3770935" y="959863"/>
                  </a:lnTo>
                  <a:lnTo>
                    <a:pt x="3742303" y="1037255"/>
                  </a:lnTo>
                  <a:lnTo>
                    <a:pt x="3714047" y="1118789"/>
                  </a:lnTo>
                  <a:lnTo>
                    <a:pt x="3686073" y="1204464"/>
                  </a:lnTo>
                  <a:lnTo>
                    <a:pt x="3658299" y="1294232"/>
                  </a:lnTo>
                  <a:lnTo>
                    <a:pt x="3630660" y="1387994"/>
                  </a:lnTo>
                  <a:lnTo>
                    <a:pt x="3603103" y="1485602"/>
                  </a:lnTo>
                  <a:lnTo>
                    <a:pt x="3575585" y="1586854"/>
                  </a:lnTo>
                  <a:lnTo>
                    <a:pt x="3548076" y="1691492"/>
                  </a:lnTo>
                  <a:lnTo>
                    <a:pt x="3520554" y="1799209"/>
                  </a:lnTo>
                  <a:lnTo>
                    <a:pt x="3493006" y="1909646"/>
                  </a:lnTo>
                  <a:lnTo>
                    <a:pt x="3465425" y="2022397"/>
                  </a:lnTo>
                  <a:lnTo>
                    <a:pt x="3437812" y="2137020"/>
                  </a:lnTo>
                  <a:lnTo>
                    <a:pt x="3410170" y="2253035"/>
                  </a:lnTo>
                  <a:lnTo>
                    <a:pt x="3382510" y="2369938"/>
                  </a:lnTo>
                  <a:lnTo>
                    <a:pt x="3354842" y="2487209"/>
                  </a:lnTo>
                  <a:lnTo>
                    <a:pt x="3327177" y="2604322"/>
                  </a:lnTo>
                  <a:lnTo>
                    <a:pt x="3299527" y="2720752"/>
                  </a:lnTo>
                  <a:lnTo>
                    <a:pt x="3271902" y="2835987"/>
                  </a:lnTo>
                  <a:lnTo>
                    <a:pt x="3244307" y="2949539"/>
                  </a:lnTo>
                  <a:lnTo>
                    <a:pt x="3216746" y="3060947"/>
                  </a:lnTo>
                  <a:lnTo>
                    <a:pt x="3189215" y="3169792"/>
                  </a:lnTo>
                  <a:lnTo>
                    <a:pt x="3161703" y="3275695"/>
                  </a:lnTo>
                  <a:lnTo>
                    <a:pt x="3134192" y="3378328"/>
                  </a:lnTo>
                  <a:lnTo>
                    <a:pt x="3106655" y="3477413"/>
                  </a:lnTo>
                  <a:lnTo>
                    <a:pt x="3079054" y="3572727"/>
                  </a:lnTo>
                  <a:lnTo>
                    <a:pt x="3051341" y="3664099"/>
                  </a:lnTo>
                  <a:lnTo>
                    <a:pt x="3023456" y="3751411"/>
                  </a:lnTo>
                  <a:lnTo>
                    <a:pt x="2995323" y="3834595"/>
                  </a:lnTo>
                  <a:lnTo>
                    <a:pt x="2966853" y="3913633"/>
                  </a:lnTo>
                  <a:lnTo>
                    <a:pt x="2937939" y="3988549"/>
                  </a:lnTo>
                  <a:lnTo>
                    <a:pt x="2908455" y="4059409"/>
                  </a:lnTo>
                  <a:lnTo>
                    <a:pt x="2896531" y="4086499"/>
                  </a:lnTo>
                  <a:lnTo>
                    <a:pt x="2854181" y="4175544"/>
                  </a:lnTo>
                  <a:lnTo>
                    <a:pt x="2809885" y="4257032"/>
                  </a:lnTo>
                  <a:lnTo>
                    <a:pt x="2763109" y="4331217"/>
                  </a:lnTo>
                  <a:lnTo>
                    <a:pt x="2713269" y="4398596"/>
                  </a:lnTo>
                  <a:lnTo>
                    <a:pt x="2659756" y="4459775"/>
                  </a:lnTo>
                  <a:lnTo>
                    <a:pt x="2601970" y="4515378"/>
                  </a:lnTo>
                  <a:lnTo>
                    <a:pt x="2539360" y="4566000"/>
                  </a:lnTo>
                  <a:lnTo>
                    <a:pt x="2471469" y="4612170"/>
                  </a:lnTo>
                  <a:lnTo>
                    <a:pt x="2398002" y="4654331"/>
                  </a:lnTo>
                  <a:lnTo>
                    <a:pt x="2318913" y="4692830"/>
                  </a:lnTo>
                  <a:lnTo>
                    <a:pt x="2234502" y="4727915"/>
                  </a:lnTo>
                  <a:lnTo>
                    <a:pt x="2145532" y="4759731"/>
                  </a:lnTo>
                  <a:lnTo>
                    <a:pt x="2053323" y="4788335"/>
                  </a:lnTo>
                  <a:lnTo>
                    <a:pt x="1959813" y="4813707"/>
                  </a:lnTo>
                  <a:lnTo>
                    <a:pt x="1867539" y="4835787"/>
                  </a:lnTo>
                  <a:lnTo>
                    <a:pt x="1779496" y="4854510"/>
                  </a:lnTo>
                  <a:lnTo>
                    <a:pt x="1698863" y="4869855"/>
                  </a:lnTo>
                  <a:lnTo>
                    <a:pt x="1628610" y="4881894"/>
                  </a:lnTo>
                  <a:lnTo>
                    <a:pt x="1571048" y="4890823"/>
                  </a:lnTo>
                  <a:lnTo>
                    <a:pt x="1527436" y="4896974"/>
                  </a:lnTo>
                  <a:lnTo>
                    <a:pt x="1497720" y="4900798"/>
                  </a:lnTo>
                  <a:lnTo>
                    <a:pt x="1480466" y="4902830"/>
                  </a:lnTo>
                  <a:lnTo>
                    <a:pt x="1472965" y="4903641"/>
                  </a:lnTo>
                  <a:lnTo>
                    <a:pt x="1471396" y="4903798"/>
                  </a:lnTo>
                  <a:lnTo>
                    <a:pt x="1471387" y="4903798"/>
                  </a:lnTo>
                  <a:lnTo>
                    <a:pt x="0" y="490379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07" name="pg1307"/>
            <p:cNvSpPr/>
            <p:nvPr/>
          </p:nvSpPr>
          <p:spPr>
            <a:xfrm>
              <a:off x="4799595" y="3459592"/>
              <a:ext cx="11981298" cy="4740339"/>
            </a:xfrm>
            <a:custGeom>
              <a:avLst/>
              <a:pathLst>
                <a:path w="11981298" h="4740339">
                  <a:moveTo>
                    <a:pt x="0" y="4740339"/>
                  </a:moveTo>
                  <a:lnTo>
                    <a:pt x="1471387" y="4740339"/>
                  </a:lnTo>
                  <a:lnTo>
                    <a:pt x="1472284" y="4740253"/>
                  </a:lnTo>
                  <a:lnTo>
                    <a:pt x="1478213" y="4739645"/>
                  </a:lnTo>
                  <a:lnTo>
                    <a:pt x="1493260" y="4737965"/>
                  </a:lnTo>
                  <a:lnTo>
                    <a:pt x="1520413" y="4734654"/>
                  </a:lnTo>
                  <a:lnTo>
                    <a:pt x="1561396" y="4729178"/>
                  </a:lnTo>
                  <a:lnTo>
                    <a:pt x="1616542" y="4721076"/>
                  </a:lnTo>
                  <a:lnTo>
                    <a:pt x="1684820" y="4710000"/>
                  </a:lnTo>
                  <a:lnTo>
                    <a:pt x="1764063" y="4695734"/>
                  </a:lnTo>
                  <a:lnTo>
                    <a:pt x="1851356" y="4678186"/>
                  </a:lnTo>
                  <a:lnTo>
                    <a:pt x="1943485" y="4657363"/>
                  </a:lnTo>
                  <a:lnTo>
                    <a:pt x="2037362" y="4633325"/>
                  </a:lnTo>
                  <a:lnTo>
                    <a:pt x="2130325" y="4606135"/>
                  </a:lnTo>
                  <a:lnTo>
                    <a:pt x="2220305" y="4575820"/>
                  </a:lnTo>
                  <a:lnTo>
                    <a:pt x="2305865" y="4542340"/>
                  </a:lnTo>
                  <a:lnTo>
                    <a:pt x="2386147" y="4505566"/>
                  </a:lnTo>
                  <a:lnTo>
                    <a:pt x="2460782" y="4465273"/>
                  </a:lnTo>
                  <a:lnTo>
                    <a:pt x="2529770" y="4421136"/>
                  </a:lnTo>
                  <a:lnTo>
                    <a:pt x="2593377" y="4372736"/>
                  </a:lnTo>
                  <a:lnTo>
                    <a:pt x="2652048" y="4319567"/>
                  </a:lnTo>
                  <a:lnTo>
                    <a:pt x="2706330" y="4261057"/>
                  </a:lnTo>
                  <a:lnTo>
                    <a:pt x="2756828" y="4196594"/>
                  </a:lnTo>
                  <a:lnTo>
                    <a:pt x="2804156" y="4125582"/>
                  </a:lnTo>
                  <a:lnTo>
                    <a:pt x="2848912" y="4047516"/>
                  </a:lnTo>
                  <a:lnTo>
                    <a:pt x="2891645" y="3962109"/>
                  </a:lnTo>
                  <a:lnTo>
                    <a:pt x="2896531" y="3951644"/>
                  </a:lnTo>
                  <a:lnTo>
                    <a:pt x="2926769" y="3883658"/>
                  </a:lnTo>
                  <a:lnTo>
                    <a:pt x="2956362" y="3811661"/>
                  </a:lnTo>
                  <a:lnTo>
                    <a:pt x="2985451" y="3735572"/>
                  </a:lnTo>
                  <a:lnTo>
                    <a:pt x="3014156" y="3655353"/>
                  </a:lnTo>
                  <a:lnTo>
                    <a:pt x="3042576" y="3571006"/>
                  </a:lnTo>
                  <a:lnTo>
                    <a:pt x="3070795" y="3482584"/>
                  </a:lnTo>
                  <a:lnTo>
                    <a:pt x="3098880" y="3390191"/>
                  </a:lnTo>
                  <a:lnTo>
                    <a:pt x="3126887" y="3293983"/>
                  </a:lnTo>
                  <a:lnTo>
                    <a:pt x="3154857" y="3194174"/>
                  </a:lnTo>
                  <a:lnTo>
                    <a:pt x="3182823" y="3091029"/>
                  </a:lnTo>
                  <a:lnTo>
                    <a:pt x="3210804" y="2984871"/>
                  </a:lnTo>
                  <a:lnTo>
                    <a:pt x="3238815" y="2876071"/>
                  </a:lnTo>
                  <a:lnTo>
                    <a:pt x="3266860" y="2765047"/>
                  </a:lnTo>
                  <a:lnTo>
                    <a:pt x="3294937" y="2652258"/>
                  </a:lnTo>
                  <a:lnTo>
                    <a:pt x="3323042" y="2538195"/>
                  </a:lnTo>
                  <a:lnTo>
                    <a:pt x="3351163" y="2423374"/>
                  </a:lnTo>
                  <a:lnTo>
                    <a:pt x="3379290" y="2308325"/>
                  </a:lnTo>
                  <a:lnTo>
                    <a:pt x="3407410" y="2193582"/>
                  </a:lnTo>
                  <a:lnTo>
                    <a:pt x="3435511" y="2079673"/>
                  </a:lnTo>
                  <a:lnTo>
                    <a:pt x="3463584" y="1967112"/>
                  </a:lnTo>
                  <a:lnTo>
                    <a:pt x="3491624" y="1856386"/>
                  </a:lnTo>
                  <a:lnTo>
                    <a:pt x="3519630" y="1747947"/>
                  </a:lnTo>
                  <a:lnTo>
                    <a:pt x="3547608" y="1642207"/>
                  </a:lnTo>
                  <a:lnTo>
                    <a:pt x="3575573" y="1539531"/>
                  </a:lnTo>
                  <a:lnTo>
                    <a:pt x="3603546" y="1440233"/>
                  </a:lnTo>
                  <a:lnTo>
                    <a:pt x="3631562" y="1344571"/>
                  </a:lnTo>
                  <a:lnTo>
                    <a:pt x="3659663" y="1252750"/>
                  </a:lnTo>
                  <a:lnTo>
                    <a:pt x="3687907" y="1164919"/>
                  </a:lnTo>
                  <a:lnTo>
                    <a:pt x="3716363" y="1081173"/>
                  </a:lnTo>
                  <a:lnTo>
                    <a:pt x="3745117" y="1001558"/>
                  </a:lnTo>
                  <a:lnTo>
                    <a:pt x="3774271" y="926071"/>
                  </a:lnTo>
                  <a:lnTo>
                    <a:pt x="3803949" y="854667"/>
                  </a:lnTo>
                  <a:lnTo>
                    <a:pt x="3829811" y="796867"/>
                  </a:lnTo>
                  <a:lnTo>
                    <a:pt x="3872339" y="710599"/>
                  </a:lnTo>
                  <a:lnTo>
                    <a:pt x="3916832" y="631684"/>
                  </a:lnTo>
                  <a:lnTo>
                    <a:pt x="3963829" y="559870"/>
                  </a:lnTo>
                  <a:lnTo>
                    <a:pt x="4013924" y="494672"/>
                  </a:lnTo>
                  <a:lnTo>
                    <a:pt x="4067733" y="435497"/>
                  </a:lnTo>
                  <a:lnTo>
                    <a:pt x="4125860" y="381734"/>
                  </a:lnTo>
                  <a:lnTo>
                    <a:pt x="4188865" y="332804"/>
                  </a:lnTo>
                  <a:lnTo>
                    <a:pt x="4257206" y="288193"/>
                  </a:lnTo>
                  <a:lnTo>
                    <a:pt x="4331175" y="247469"/>
                  </a:lnTo>
                  <a:lnTo>
                    <a:pt x="4410808" y="210297"/>
                  </a:lnTo>
                  <a:lnTo>
                    <a:pt x="4495784" y="176440"/>
                  </a:lnTo>
                  <a:lnTo>
                    <a:pt x="4585309" y="145759"/>
                  </a:lnTo>
                  <a:lnTo>
                    <a:pt x="4678018" y="118203"/>
                  </a:lnTo>
                  <a:lnTo>
                    <a:pt x="4771916" y="93793"/>
                  </a:lnTo>
                  <a:lnTo>
                    <a:pt x="4864403" y="72591"/>
                  </a:lnTo>
                  <a:lnTo>
                    <a:pt x="4952428" y="54659"/>
                  </a:lnTo>
                  <a:lnTo>
                    <a:pt x="5032772" y="40011"/>
                  </a:lnTo>
                  <a:lnTo>
                    <a:pt x="5102463" y="28571"/>
                  </a:lnTo>
                  <a:lnTo>
                    <a:pt x="5159222" y="20137"/>
                  </a:lnTo>
                  <a:lnTo>
                    <a:pt x="5201871" y="14376"/>
                  </a:lnTo>
                  <a:lnTo>
                    <a:pt x="5230578" y="10838"/>
                  </a:lnTo>
                  <a:lnTo>
                    <a:pt x="5246909" y="8996"/>
                  </a:lnTo>
                  <a:lnTo>
                    <a:pt x="5253712" y="8292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486" y="8239"/>
                  </a:lnTo>
                  <a:lnTo>
                    <a:pt x="6735005" y="8714"/>
                  </a:lnTo>
                  <a:lnTo>
                    <a:pt x="6753956" y="10025"/>
                  </a:lnTo>
                  <a:lnTo>
                    <a:pt x="6787831" y="12607"/>
                  </a:lnTo>
                  <a:lnTo>
                    <a:pt x="6838310" y="16861"/>
                  </a:lnTo>
                  <a:lnTo>
                    <a:pt x="6905128" y="23114"/>
                  </a:lnTo>
                  <a:lnTo>
                    <a:pt x="6986239" y="31589"/>
                  </a:lnTo>
                  <a:lnTo>
                    <a:pt x="7078276" y="42399"/>
                  </a:lnTo>
                  <a:lnTo>
                    <a:pt x="7177209" y="55562"/>
                  </a:lnTo>
                  <a:lnTo>
                    <a:pt x="7279004" y="71041"/>
                  </a:lnTo>
                  <a:lnTo>
                    <a:pt x="7380137" y="88785"/>
                  </a:lnTo>
                  <a:lnTo>
                    <a:pt x="7477882" y="108770"/>
                  </a:lnTo>
                  <a:lnTo>
                    <a:pt x="7570384" y="131026"/>
                  </a:lnTo>
                  <a:lnTo>
                    <a:pt x="7656597" y="155658"/>
                  </a:lnTo>
                  <a:lnTo>
                    <a:pt x="7736126" y="182856"/>
                  </a:lnTo>
                  <a:lnTo>
                    <a:pt x="7809065" y="212889"/>
                  </a:lnTo>
                  <a:lnTo>
                    <a:pt x="7875839" y="246108"/>
                  </a:lnTo>
                  <a:lnTo>
                    <a:pt x="7937079" y="282929"/>
                  </a:lnTo>
                  <a:lnTo>
                    <a:pt x="7993528" y="323815"/>
                  </a:lnTo>
                  <a:lnTo>
                    <a:pt x="8045974" y="369241"/>
                  </a:lnTo>
                  <a:lnTo>
                    <a:pt x="8095191" y="419630"/>
                  </a:lnTo>
                  <a:lnTo>
                    <a:pt x="8141899" y="475255"/>
                  </a:lnTo>
                  <a:lnTo>
                    <a:pt x="8151487" y="487655"/>
                  </a:lnTo>
                  <a:lnTo>
                    <a:pt x="8188938" y="539351"/>
                  </a:lnTo>
                  <a:lnTo>
                    <a:pt x="8225449" y="594828"/>
                  </a:lnTo>
                  <a:lnTo>
                    <a:pt x="8261274" y="654163"/>
                  </a:lnTo>
                  <a:lnTo>
                    <a:pt x="8296619" y="717372"/>
                  </a:lnTo>
                  <a:lnTo>
                    <a:pt x="8331650" y="784401"/>
                  </a:lnTo>
                  <a:lnTo>
                    <a:pt x="8366493" y="855126"/>
                  </a:lnTo>
                  <a:lnTo>
                    <a:pt x="8401245" y="929342"/>
                  </a:lnTo>
                  <a:lnTo>
                    <a:pt x="8435976" y="1006764"/>
                  </a:lnTo>
                  <a:lnTo>
                    <a:pt x="8470730" y="1087032"/>
                  </a:lnTo>
                  <a:lnTo>
                    <a:pt x="8505530" y="1169708"/>
                  </a:lnTo>
                  <a:lnTo>
                    <a:pt x="8540383" y="1254292"/>
                  </a:lnTo>
                  <a:lnTo>
                    <a:pt x="8575281" y="1340228"/>
                  </a:lnTo>
                  <a:lnTo>
                    <a:pt x="8610206" y="1426922"/>
                  </a:lnTo>
                  <a:lnTo>
                    <a:pt x="8645137" y="1513757"/>
                  </a:lnTo>
                  <a:lnTo>
                    <a:pt x="8680050" y="1600112"/>
                  </a:lnTo>
                  <a:lnTo>
                    <a:pt x="8714925" y="1685380"/>
                  </a:lnTo>
                  <a:lnTo>
                    <a:pt x="8749749" y="1768987"/>
                  </a:lnTo>
                  <a:lnTo>
                    <a:pt x="8784522" y="1850405"/>
                  </a:lnTo>
                  <a:lnTo>
                    <a:pt x="8819259" y="1929167"/>
                  </a:lnTo>
                  <a:lnTo>
                    <a:pt x="8853995" y="2004877"/>
                  </a:lnTo>
                  <a:lnTo>
                    <a:pt x="8888787" y="2077215"/>
                  </a:lnTo>
                  <a:lnTo>
                    <a:pt x="8923718" y="2145941"/>
                  </a:lnTo>
                  <a:lnTo>
                    <a:pt x="8958902" y="2210892"/>
                  </a:lnTo>
                  <a:lnTo>
                    <a:pt x="8994487" y="2271986"/>
                  </a:lnTo>
                  <a:lnTo>
                    <a:pt x="9030658" y="2329206"/>
                  </a:lnTo>
                  <a:lnTo>
                    <a:pt x="9067648" y="2382604"/>
                  </a:lnTo>
                  <a:lnTo>
                    <a:pt x="9084767" y="2405585"/>
                  </a:lnTo>
                  <a:lnTo>
                    <a:pt x="9131029" y="2462323"/>
                  </a:lnTo>
                  <a:lnTo>
                    <a:pt x="9179660" y="2513801"/>
                  </a:lnTo>
                  <a:lnTo>
                    <a:pt x="9231361" y="2560241"/>
                  </a:lnTo>
                  <a:lnTo>
                    <a:pt x="9286901" y="2602046"/>
                  </a:lnTo>
                  <a:lnTo>
                    <a:pt x="9347067" y="2639685"/>
                  </a:lnTo>
                  <a:lnTo>
                    <a:pt x="9412616" y="2673626"/>
                  </a:lnTo>
                  <a:lnTo>
                    <a:pt x="9484212" y="2704299"/>
                  </a:lnTo>
                  <a:lnTo>
                    <a:pt x="9562330" y="2732069"/>
                  </a:lnTo>
                  <a:lnTo>
                    <a:pt x="9647148" y="2757224"/>
                  </a:lnTo>
                  <a:lnTo>
                    <a:pt x="9738387" y="2779970"/>
                  </a:lnTo>
                  <a:lnTo>
                    <a:pt x="9835152" y="2800429"/>
                  </a:lnTo>
                  <a:lnTo>
                    <a:pt x="9935768" y="2818646"/>
                  </a:lnTo>
                  <a:lnTo>
                    <a:pt x="10037693" y="2834606"/>
                  </a:lnTo>
                  <a:lnTo>
                    <a:pt x="10137554" y="2848262"/>
                  </a:lnTo>
                  <a:lnTo>
                    <a:pt x="10231389" y="2859569"/>
                  </a:lnTo>
                  <a:lnTo>
                    <a:pt x="10315116" y="2868530"/>
                  </a:lnTo>
                  <a:lnTo>
                    <a:pt x="10385171" y="2875236"/>
                  </a:lnTo>
                  <a:lnTo>
                    <a:pt x="10439181" y="2879888"/>
                  </a:lnTo>
                  <a:lnTo>
                    <a:pt x="10476482" y="2882791"/>
                  </a:lnTo>
                  <a:lnTo>
                    <a:pt x="10498346" y="2884335"/>
                  </a:lnTo>
                  <a:lnTo>
                    <a:pt x="10507903" y="2884949"/>
                  </a:lnTo>
                  <a:lnTo>
                    <a:pt x="10509911" y="2885068"/>
                  </a:lnTo>
                  <a:lnTo>
                    <a:pt x="11981298" y="2885068"/>
                  </a:lnTo>
                  <a:lnTo>
                    <a:pt x="11981298" y="2876895"/>
                  </a:lnTo>
                  <a:lnTo>
                    <a:pt x="10509911" y="2876895"/>
                  </a:lnTo>
                  <a:lnTo>
                    <a:pt x="10508767" y="2876828"/>
                  </a:lnTo>
                  <a:lnTo>
                    <a:pt x="10501248" y="2876354"/>
                  </a:lnTo>
                  <a:lnTo>
                    <a:pt x="10482297" y="2875042"/>
                  </a:lnTo>
                  <a:lnTo>
                    <a:pt x="10448422" y="2872460"/>
                  </a:lnTo>
                  <a:lnTo>
                    <a:pt x="10397943" y="2868206"/>
                  </a:lnTo>
                  <a:lnTo>
                    <a:pt x="10331125" y="2861953"/>
                  </a:lnTo>
                  <a:lnTo>
                    <a:pt x="10250014" y="2853478"/>
                  </a:lnTo>
                  <a:lnTo>
                    <a:pt x="10157977" y="2842669"/>
                  </a:lnTo>
                  <a:lnTo>
                    <a:pt x="10059044" y="2829506"/>
                  </a:lnTo>
                  <a:lnTo>
                    <a:pt x="9957249" y="2814027"/>
                  </a:lnTo>
                  <a:lnTo>
                    <a:pt x="9856116" y="2796282"/>
                  </a:lnTo>
                  <a:lnTo>
                    <a:pt x="9758372" y="2776298"/>
                  </a:lnTo>
                  <a:lnTo>
                    <a:pt x="9665869" y="2754042"/>
                  </a:lnTo>
                  <a:lnTo>
                    <a:pt x="9579656" y="2729409"/>
                  </a:lnTo>
                  <a:lnTo>
                    <a:pt x="9500127" y="2702211"/>
                  </a:lnTo>
                  <a:lnTo>
                    <a:pt x="9427188" y="2672178"/>
                  </a:lnTo>
                  <a:lnTo>
                    <a:pt x="9360414" y="2638960"/>
                  </a:lnTo>
                  <a:lnTo>
                    <a:pt x="9299175" y="2602139"/>
                  </a:lnTo>
                  <a:lnTo>
                    <a:pt x="9242725" y="2561252"/>
                  </a:lnTo>
                  <a:lnTo>
                    <a:pt x="9190279" y="2515826"/>
                  </a:lnTo>
                  <a:lnTo>
                    <a:pt x="9141062" y="2465437"/>
                  </a:lnTo>
                  <a:lnTo>
                    <a:pt x="9094354" y="2409813"/>
                  </a:lnTo>
                  <a:lnTo>
                    <a:pt x="9084767" y="2397412"/>
                  </a:lnTo>
                  <a:lnTo>
                    <a:pt x="9047315" y="2345716"/>
                  </a:lnTo>
                  <a:lnTo>
                    <a:pt x="9010804" y="2290239"/>
                  </a:lnTo>
                  <a:lnTo>
                    <a:pt x="8974979" y="2230904"/>
                  </a:lnTo>
                  <a:lnTo>
                    <a:pt x="8939634" y="2167696"/>
                  </a:lnTo>
                  <a:lnTo>
                    <a:pt x="8904604" y="2100666"/>
                  </a:lnTo>
                  <a:lnTo>
                    <a:pt x="8869761" y="2029942"/>
                  </a:lnTo>
                  <a:lnTo>
                    <a:pt x="8835008" y="1955726"/>
                  </a:lnTo>
                  <a:lnTo>
                    <a:pt x="8800277" y="1878303"/>
                  </a:lnTo>
                  <a:lnTo>
                    <a:pt x="8765523" y="1798036"/>
                  </a:lnTo>
                  <a:lnTo>
                    <a:pt x="8730723" y="1715359"/>
                  </a:lnTo>
                  <a:lnTo>
                    <a:pt x="8695870" y="1630776"/>
                  </a:lnTo>
                  <a:lnTo>
                    <a:pt x="8660973" y="1544840"/>
                  </a:lnTo>
                  <a:lnTo>
                    <a:pt x="8626047" y="1458146"/>
                  </a:lnTo>
                  <a:lnTo>
                    <a:pt x="8591116" y="1371311"/>
                  </a:lnTo>
                  <a:lnTo>
                    <a:pt x="8556203" y="1284956"/>
                  </a:lnTo>
                  <a:lnTo>
                    <a:pt x="8521329" y="1199687"/>
                  </a:lnTo>
                  <a:lnTo>
                    <a:pt x="8486504" y="1116080"/>
                  </a:lnTo>
                  <a:lnTo>
                    <a:pt x="8451731" y="1034662"/>
                  </a:lnTo>
                  <a:lnTo>
                    <a:pt x="8416994" y="955900"/>
                  </a:lnTo>
                  <a:lnTo>
                    <a:pt x="8382258" y="880190"/>
                  </a:lnTo>
                  <a:lnTo>
                    <a:pt x="8347467" y="807852"/>
                  </a:lnTo>
                  <a:lnTo>
                    <a:pt x="8312535" y="739127"/>
                  </a:lnTo>
                  <a:lnTo>
                    <a:pt x="8277351" y="674175"/>
                  </a:lnTo>
                  <a:lnTo>
                    <a:pt x="8241766" y="613082"/>
                  </a:lnTo>
                  <a:lnTo>
                    <a:pt x="8205595" y="555861"/>
                  </a:lnTo>
                  <a:lnTo>
                    <a:pt x="8168605" y="502464"/>
                  </a:lnTo>
                  <a:lnTo>
                    <a:pt x="8151487" y="479482"/>
                  </a:lnTo>
                  <a:lnTo>
                    <a:pt x="8105225" y="422744"/>
                  </a:lnTo>
                  <a:lnTo>
                    <a:pt x="8056593" y="371266"/>
                  </a:lnTo>
                  <a:lnTo>
                    <a:pt x="8004892" y="324826"/>
                  </a:lnTo>
                  <a:lnTo>
                    <a:pt x="7949352" y="283021"/>
                  </a:lnTo>
                  <a:lnTo>
                    <a:pt x="7889186" y="245383"/>
                  </a:lnTo>
                  <a:lnTo>
                    <a:pt x="7823637" y="211441"/>
                  </a:lnTo>
                  <a:lnTo>
                    <a:pt x="7752042" y="180768"/>
                  </a:lnTo>
                  <a:lnTo>
                    <a:pt x="7673923" y="152998"/>
                  </a:lnTo>
                  <a:lnTo>
                    <a:pt x="7589105" y="127843"/>
                  </a:lnTo>
                  <a:lnTo>
                    <a:pt x="7497866" y="105097"/>
                  </a:lnTo>
                  <a:lnTo>
                    <a:pt x="7401102" y="84639"/>
                  </a:lnTo>
                  <a:lnTo>
                    <a:pt x="7300485" y="66422"/>
                  </a:lnTo>
                  <a:lnTo>
                    <a:pt x="7198560" y="50461"/>
                  </a:lnTo>
                  <a:lnTo>
                    <a:pt x="7098700" y="36806"/>
                  </a:lnTo>
                  <a:lnTo>
                    <a:pt x="7004864" y="25499"/>
                  </a:lnTo>
                  <a:lnTo>
                    <a:pt x="6921137" y="16537"/>
                  </a:lnTo>
                  <a:lnTo>
                    <a:pt x="6851082" y="9831"/>
                  </a:lnTo>
                  <a:lnTo>
                    <a:pt x="6797072" y="5180"/>
                  </a:lnTo>
                  <a:lnTo>
                    <a:pt x="6759771" y="2277"/>
                  </a:lnTo>
                  <a:lnTo>
                    <a:pt x="6737907" y="733"/>
                  </a:lnTo>
                  <a:lnTo>
                    <a:pt x="6728350" y="118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058" y="85"/>
                  </a:lnTo>
                  <a:lnTo>
                    <a:pt x="5248129" y="693"/>
                  </a:lnTo>
                  <a:lnTo>
                    <a:pt x="5233083" y="2373"/>
                  </a:lnTo>
                  <a:lnTo>
                    <a:pt x="5205929" y="5684"/>
                  </a:lnTo>
                  <a:lnTo>
                    <a:pt x="5164946" y="11160"/>
                  </a:lnTo>
                  <a:lnTo>
                    <a:pt x="5109800" y="19262"/>
                  </a:lnTo>
                  <a:lnTo>
                    <a:pt x="5041522" y="30338"/>
                  </a:lnTo>
                  <a:lnTo>
                    <a:pt x="4962279" y="44604"/>
                  </a:lnTo>
                  <a:lnTo>
                    <a:pt x="4874986" y="62152"/>
                  </a:lnTo>
                  <a:lnTo>
                    <a:pt x="4782857" y="82975"/>
                  </a:lnTo>
                  <a:lnTo>
                    <a:pt x="4688980" y="107013"/>
                  </a:lnTo>
                  <a:lnTo>
                    <a:pt x="4596017" y="134203"/>
                  </a:lnTo>
                  <a:lnTo>
                    <a:pt x="4506037" y="164518"/>
                  </a:lnTo>
                  <a:lnTo>
                    <a:pt x="4420477" y="197998"/>
                  </a:lnTo>
                  <a:lnTo>
                    <a:pt x="4340195" y="234772"/>
                  </a:lnTo>
                  <a:lnTo>
                    <a:pt x="4265560" y="275065"/>
                  </a:lnTo>
                  <a:lnTo>
                    <a:pt x="4196572" y="319202"/>
                  </a:lnTo>
                  <a:lnTo>
                    <a:pt x="4132965" y="367602"/>
                  </a:lnTo>
                  <a:lnTo>
                    <a:pt x="4074294" y="420771"/>
                  </a:lnTo>
                  <a:lnTo>
                    <a:pt x="4020012" y="479282"/>
                  </a:lnTo>
                  <a:lnTo>
                    <a:pt x="3969514" y="543744"/>
                  </a:lnTo>
                  <a:lnTo>
                    <a:pt x="3922186" y="614756"/>
                  </a:lnTo>
                  <a:lnTo>
                    <a:pt x="3877430" y="692822"/>
                  </a:lnTo>
                  <a:lnTo>
                    <a:pt x="3834697" y="778229"/>
                  </a:lnTo>
                  <a:lnTo>
                    <a:pt x="3829811" y="788694"/>
                  </a:lnTo>
                  <a:lnTo>
                    <a:pt x="3799573" y="856680"/>
                  </a:lnTo>
                  <a:lnTo>
                    <a:pt x="3769980" y="928677"/>
                  </a:lnTo>
                  <a:lnTo>
                    <a:pt x="3740891" y="1004766"/>
                  </a:lnTo>
                  <a:lnTo>
                    <a:pt x="3712186" y="1084985"/>
                  </a:lnTo>
                  <a:lnTo>
                    <a:pt x="3683766" y="1169332"/>
                  </a:lnTo>
                  <a:lnTo>
                    <a:pt x="3655548" y="1257754"/>
                  </a:lnTo>
                  <a:lnTo>
                    <a:pt x="3627462" y="1350147"/>
                  </a:lnTo>
                  <a:lnTo>
                    <a:pt x="3599455" y="1446355"/>
                  </a:lnTo>
                  <a:lnTo>
                    <a:pt x="3571485" y="1546164"/>
                  </a:lnTo>
                  <a:lnTo>
                    <a:pt x="3543520" y="1649309"/>
                  </a:lnTo>
                  <a:lnTo>
                    <a:pt x="3515538" y="1755467"/>
                  </a:lnTo>
                  <a:lnTo>
                    <a:pt x="3487527" y="1864267"/>
                  </a:lnTo>
                  <a:lnTo>
                    <a:pt x="3459482" y="1975291"/>
                  </a:lnTo>
                  <a:lnTo>
                    <a:pt x="3431405" y="2088080"/>
                  </a:lnTo>
                  <a:lnTo>
                    <a:pt x="3403300" y="2202143"/>
                  </a:lnTo>
                  <a:lnTo>
                    <a:pt x="3375179" y="2316964"/>
                  </a:lnTo>
                  <a:lnTo>
                    <a:pt x="3347052" y="2432013"/>
                  </a:lnTo>
                  <a:lnTo>
                    <a:pt x="3318932" y="2546756"/>
                  </a:lnTo>
                  <a:lnTo>
                    <a:pt x="3290831" y="2660665"/>
                  </a:lnTo>
                  <a:lnTo>
                    <a:pt x="3262758" y="2773226"/>
                  </a:lnTo>
                  <a:lnTo>
                    <a:pt x="3234718" y="2883952"/>
                  </a:lnTo>
                  <a:lnTo>
                    <a:pt x="3206712" y="2992391"/>
                  </a:lnTo>
                  <a:lnTo>
                    <a:pt x="3178734" y="3098131"/>
                  </a:lnTo>
                  <a:lnTo>
                    <a:pt x="3150769" y="3200807"/>
                  </a:lnTo>
                  <a:lnTo>
                    <a:pt x="3122796" y="3300105"/>
                  </a:lnTo>
                  <a:lnTo>
                    <a:pt x="3094780" y="3395767"/>
                  </a:lnTo>
                  <a:lnTo>
                    <a:pt x="3066679" y="3487588"/>
                  </a:lnTo>
                  <a:lnTo>
                    <a:pt x="3038436" y="3575419"/>
                  </a:lnTo>
                  <a:lnTo>
                    <a:pt x="3009980" y="3659165"/>
                  </a:lnTo>
                  <a:lnTo>
                    <a:pt x="2981226" y="3738780"/>
                  </a:lnTo>
                  <a:lnTo>
                    <a:pt x="2952071" y="3814267"/>
                  </a:lnTo>
                  <a:lnTo>
                    <a:pt x="2922393" y="3885671"/>
                  </a:lnTo>
                  <a:lnTo>
                    <a:pt x="2896531" y="3943471"/>
                  </a:lnTo>
                  <a:lnTo>
                    <a:pt x="2854003" y="4029739"/>
                  </a:lnTo>
                  <a:lnTo>
                    <a:pt x="2809510" y="4108655"/>
                  </a:lnTo>
                  <a:lnTo>
                    <a:pt x="2762513" y="4180468"/>
                  </a:lnTo>
                  <a:lnTo>
                    <a:pt x="2712418" y="4245666"/>
                  </a:lnTo>
                  <a:lnTo>
                    <a:pt x="2658609" y="4304841"/>
                  </a:lnTo>
                  <a:lnTo>
                    <a:pt x="2600482" y="4358604"/>
                  </a:lnTo>
                  <a:lnTo>
                    <a:pt x="2537477" y="4407534"/>
                  </a:lnTo>
                  <a:lnTo>
                    <a:pt x="2469136" y="4452145"/>
                  </a:lnTo>
                  <a:lnTo>
                    <a:pt x="2395168" y="4492869"/>
                  </a:lnTo>
                  <a:lnTo>
                    <a:pt x="2315534" y="4530041"/>
                  </a:lnTo>
                  <a:lnTo>
                    <a:pt x="2230558" y="4563898"/>
                  </a:lnTo>
                  <a:lnTo>
                    <a:pt x="2141033" y="4594579"/>
                  </a:lnTo>
                  <a:lnTo>
                    <a:pt x="2048324" y="4622135"/>
                  </a:lnTo>
                  <a:lnTo>
                    <a:pt x="1954426" y="4646545"/>
                  </a:lnTo>
                  <a:lnTo>
                    <a:pt x="1861939" y="4667747"/>
                  </a:lnTo>
                  <a:lnTo>
                    <a:pt x="1773915" y="4685679"/>
                  </a:lnTo>
                  <a:lnTo>
                    <a:pt x="1693570" y="4700327"/>
                  </a:lnTo>
                  <a:lnTo>
                    <a:pt x="1623879" y="4711767"/>
                  </a:lnTo>
                  <a:lnTo>
                    <a:pt x="1567120" y="4720201"/>
                  </a:lnTo>
                  <a:lnTo>
                    <a:pt x="1524471" y="4725962"/>
                  </a:lnTo>
                  <a:lnTo>
                    <a:pt x="1495764" y="4729500"/>
                  </a:lnTo>
                  <a:lnTo>
                    <a:pt x="1479434" y="4731342"/>
                  </a:lnTo>
                  <a:lnTo>
                    <a:pt x="1472630" y="4732046"/>
                  </a:lnTo>
                  <a:lnTo>
                    <a:pt x="1471387" y="4732166"/>
                  </a:lnTo>
                  <a:lnTo>
                    <a:pt x="0" y="4732166"/>
                  </a:lnTo>
                  <a:close/>
                </a:path>
              </a:pathLst>
            </a:custGeom>
            <a:solidFill>
              <a:srgbClr val="67C1B3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308" name="pl1308"/>
            <p:cNvSpPr/>
            <p:nvPr/>
          </p:nvSpPr>
          <p:spPr>
            <a:xfrm>
              <a:off x="4799595" y="3467765"/>
              <a:ext cx="11981298" cy="4732166"/>
            </a:xfrm>
            <a:custGeom>
              <a:avLst/>
              <a:pathLst>
                <a:path w="11981298" h="4732166">
                  <a:moveTo>
                    <a:pt x="0" y="4732166"/>
                  </a:moveTo>
                  <a:lnTo>
                    <a:pt x="1471387" y="4732166"/>
                  </a:lnTo>
                  <a:lnTo>
                    <a:pt x="1472284" y="4732080"/>
                  </a:lnTo>
                  <a:lnTo>
                    <a:pt x="1478213" y="4731472"/>
                  </a:lnTo>
                  <a:lnTo>
                    <a:pt x="1493260" y="4729792"/>
                  </a:lnTo>
                  <a:lnTo>
                    <a:pt x="1520413" y="4726481"/>
                  </a:lnTo>
                  <a:lnTo>
                    <a:pt x="1561396" y="4721005"/>
                  </a:lnTo>
                  <a:lnTo>
                    <a:pt x="1616542" y="4712903"/>
                  </a:lnTo>
                  <a:lnTo>
                    <a:pt x="1684820" y="4701827"/>
                  </a:lnTo>
                  <a:lnTo>
                    <a:pt x="1764063" y="4687561"/>
                  </a:lnTo>
                  <a:lnTo>
                    <a:pt x="1851356" y="4670013"/>
                  </a:lnTo>
                  <a:lnTo>
                    <a:pt x="1943485" y="4649190"/>
                  </a:lnTo>
                  <a:lnTo>
                    <a:pt x="2037362" y="4625152"/>
                  </a:lnTo>
                  <a:lnTo>
                    <a:pt x="2130325" y="4597962"/>
                  </a:lnTo>
                  <a:lnTo>
                    <a:pt x="2220305" y="4567647"/>
                  </a:lnTo>
                  <a:lnTo>
                    <a:pt x="2305865" y="4534167"/>
                  </a:lnTo>
                  <a:lnTo>
                    <a:pt x="2386147" y="4497393"/>
                  </a:lnTo>
                  <a:lnTo>
                    <a:pt x="2460782" y="4457100"/>
                  </a:lnTo>
                  <a:lnTo>
                    <a:pt x="2529770" y="4412963"/>
                  </a:lnTo>
                  <a:lnTo>
                    <a:pt x="2593377" y="4364563"/>
                  </a:lnTo>
                  <a:lnTo>
                    <a:pt x="2652048" y="4311394"/>
                  </a:lnTo>
                  <a:lnTo>
                    <a:pt x="2706330" y="4252884"/>
                  </a:lnTo>
                  <a:lnTo>
                    <a:pt x="2756828" y="4188421"/>
                  </a:lnTo>
                  <a:lnTo>
                    <a:pt x="2804156" y="4117409"/>
                  </a:lnTo>
                  <a:lnTo>
                    <a:pt x="2848912" y="4039343"/>
                  </a:lnTo>
                  <a:lnTo>
                    <a:pt x="2891645" y="3953936"/>
                  </a:lnTo>
                  <a:lnTo>
                    <a:pt x="2896531" y="3943471"/>
                  </a:lnTo>
                  <a:lnTo>
                    <a:pt x="2926769" y="3875485"/>
                  </a:lnTo>
                  <a:lnTo>
                    <a:pt x="2956362" y="3803488"/>
                  </a:lnTo>
                  <a:lnTo>
                    <a:pt x="2985451" y="3727399"/>
                  </a:lnTo>
                  <a:lnTo>
                    <a:pt x="3014156" y="3647180"/>
                  </a:lnTo>
                  <a:lnTo>
                    <a:pt x="3042576" y="3562833"/>
                  </a:lnTo>
                  <a:lnTo>
                    <a:pt x="3070795" y="3474411"/>
                  </a:lnTo>
                  <a:lnTo>
                    <a:pt x="3098880" y="3382018"/>
                  </a:lnTo>
                  <a:lnTo>
                    <a:pt x="3126887" y="3285810"/>
                  </a:lnTo>
                  <a:lnTo>
                    <a:pt x="3154857" y="3186001"/>
                  </a:lnTo>
                  <a:lnTo>
                    <a:pt x="3182823" y="3082856"/>
                  </a:lnTo>
                  <a:lnTo>
                    <a:pt x="3210804" y="2976698"/>
                  </a:lnTo>
                  <a:lnTo>
                    <a:pt x="3238815" y="2867898"/>
                  </a:lnTo>
                  <a:lnTo>
                    <a:pt x="3266860" y="2756874"/>
                  </a:lnTo>
                  <a:lnTo>
                    <a:pt x="3294937" y="2644085"/>
                  </a:lnTo>
                  <a:lnTo>
                    <a:pt x="3323042" y="2530022"/>
                  </a:lnTo>
                  <a:lnTo>
                    <a:pt x="3351163" y="2415201"/>
                  </a:lnTo>
                  <a:lnTo>
                    <a:pt x="3379290" y="2300152"/>
                  </a:lnTo>
                  <a:lnTo>
                    <a:pt x="3407410" y="2185409"/>
                  </a:lnTo>
                  <a:lnTo>
                    <a:pt x="3435511" y="2071500"/>
                  </a:lnTo>
                  <a:lnTo>
                    <a:pt x="3463584" y="1958939"/>
                  </a:lnTo>
                  <a:lnTo>
                    <a:pt x="3491624" y="1848213"/>
                  </a:lnTo>
                  <a:lnTo>
                    <a:pt x="3519630" y="1739774"/>
                  </a:lnTo>
                  <a:lnTo>
                    <a:pt x="3547608" y="1634034"/>
                  </a:lnTo>
                  <a:lnTo>
                    <a:pt x="3575573" y="1531358"/>
                  </a:lnTo>
                  <a:lnTo>
                    <a:pt x="3603546" y="1432060"/>
                  </a:lnTo>
                  <a:lnTo>
                    <a:pt x="3631562" y="1336398"/>
                  </a:lnTo>
                  <a:lnTo>
                    <a:pt x="3659663" y="1244577"/>
                  </a:lnTo>
                  <a:lnTo>
                    <a:pt x="3687907" y="1156746"/>
                  </a:lnTo>
                  <a:lnTo>
                    <a:pt x="3716363" y="1073000"/>
                  </a:lnTo>
                  <a:lnTo>
                    <a:pt x="3745117" y="993385"/>
                  </a:lnTo>
                  <a:lnTo>
                    <a:pt x="3774271" y="917898"/>
                  </a:lnTo>
                  <a:lnTo>
                    <a:pt x="3803949" y="846494"/>
                  </a:lnTo>
                  <a:lnTo>
                    <a:pt x="3829811" y="788694"/>
                  </a:lnTo>
                  <a:lnTo>
                    <a:pt x="3872339" y="702426"/>
                  </a:lnTo>
                  <a:lnTo>
                    <a:pt x="3916832" y="623511"/>
                  </a:lnTo>
                  <a:lnTo>
                    <a:pt x="3963829" y="551697"/>
                  </a:lnTo>
                  <a:lnTo>
                    <a:pt x="4013924" y="486499"/>
                  </a:lnTo>
                  <a:lnTo>
                    <a:pt x="4067733" y="427324"/>
                  </a:lnTo>
                  <a:lnTo>
                    <a:pt x="4125860" y="373561"/>
                  </a:lnTo>
                  <a:lnTo>
                    <a:pt x="4188865" y="324631"/>
                  </a:lnTo>
                  <a:lnTo>
                    <a:pt x="4257206" y="280020"/>
                  </a:lnTo>
                  <a:lnTo>
                    <a:pt x="4331175" y="239296"/>
                  </a:lnTo>
                  <a:lnTo>
                    <a:pt x="4410808" y="202124"/>
                  </a:lnTo>
                  <a:lnTo>
                    <a:pt x="4495784" y="168267"/>
                  </a:lnTo>
                  <a:lnTo>
                    <a:pt x="4585309" y="137586"/>
                  </a:lnTo>
                  <a:lnTo>
                    <a:pt x="4678018" y="110030"/>
                  </a:lnTo>
                  <a:lnTo>
                    <a:pt x="4771916" y="85620"/>
                  </a:lnTo>
                  <a:lnTo>
                    <a:pt x="4864403" y="64418"/>
                  </a:lnTo>
                  <a:lnTo>
                    <a:pt x="4952428" y="46486"/>
                  </a:lnTo>
                  <a:lnTo>
                    <a:pt x="5032772" y="31838"/>
                  </a:lnTo>
                  <a:lnTo>
                    <a:pt x="5102463" y="20398"/>
                  </a:lnTo>
                  <a:lnTo>
                    <a:pt x="5159222" y="11964"/>
                  </a:lnTo>
                  <a:lnTo>
                    <a:pt x="5201871" y="6203"/>
                  </a:lnTo>
                  <a:lnTo>
                    <a:pt x="5230578" y="2665"/>
                  </a:lnTo>
                  <a:lnTo>
                    <a:pt x="5246909" y="823"/>
                  </a:lnTo>
                  <a:lnTo>
                    <a:pt x="5253712" y="119"/>
                  </a:lnTo>
                  <a:lnTo>
                    <a:pt x="5254954" y="0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486" y="66"/>
                  </a:lnTo>
                  <a:lnTo>
                    <a:pt x="6735005" y="541"/>
                  </a:lnTo>
                  <a:lnTo>
                    <a:pt x="6753956" y="1852"/>
                  </a:lnTo>
                  <a:lnTo>
                    <a:pt x="6787831" y="4434"/>
                  </a:lnTo>
                  <a:lnTo>
                    <a:pt x="6838310" y="8688"/>
                  </a:lnTo>
                  <a:lnTo>
                    <a:pt x="6905128" y="14941"/>
                  </a:lnTo>
                  <a:lnTo>
                    <a:pt x="6986239" y="23416"/>
                  </a:lnTo>
                  <a:lnTo>
                    <a:pt x="7078276" y="34226"/>
                  </a:lnTo>
                  <a:lnTo>
                    <a:pt x="7177209" y="47389"/>
                  </a:lnTo>
                  <a:lnTo>
                    <a:pt x="7279004" y="62868"/>
                  </a:lnTo>
                  <a:lnTo>
                    <a:pt x="7380137" y="80612"/>
                  </a:lnTo>
                  <a:lnTo>
                    <a:pt x="7477882" y="100597"/>
                  </a:lnTo>
                  <a:lnTo>
                    <a:pt x="7570384" y="122853"/>
                  </a:lnTo>
                  <a:lnTo>
                    <a:pt x="7656597" y="147485"/>
                  </a:lnTo>
                  <a:lnTo>
                    <a:pt x="7736126" y="174683"/>
                  </a:lnTo>
                  <a:lnTo>
                    <a:pt x="7809065" y="204716"/>
                  </a:lnTo>
                  <a:lnTo>
                    <a:pt x="7875839" y="237935"/>
                  </a:lnTo>
                  <a:lnTo>
                    <a:pt x="7937079" y="274756"/>
                  </a:lnTo>
                  <a:lnTo>
                    <a:pt x="7993528" y="315642"/>
                  </a:lnTo>
                  <a:lnTo>
                    <a:pt x="8045974" y="361068"/>
                  </a:lnTo>
                  <a:lnTo>
                    <a:pt x="8095191" y="411457"/>
                  </a:lnTo>
                  <a:lnTo>
                    <a:pt x="8141899" y="467082"/>
                  </a:lnTo>
                  <a:lnTo>
                    <a:pt x="8151487" y="479482"/>
                  </a:lnTo>
                  <a:lnTo>
                    <a:pt x="8188938" y="531178"/>
                  </a:lnTo>
                  <a:lnTo>
                    <a:pt x="8225449" y="586655"/>
                  </a:lnTo>
                  <a:lnTo>
                    <a:pt x="8261274" y="645990"/>
                  </a:lnTo>
                  <a:lnTo>
                    <a:pt x="8296619" y="709199"/>
                  </a:lnTo>
                  <a:lnTo>
                    <a:pt x="8331650" y="776228"/>
                  </a:lnTo>
                  <a:lnTo>
                    <a:pt x="8366493" y="846953"/>
                  </a:lnTo>
                  <a:lnTo>
                    <a:pt x="8401245" y="921169"/>
                  </a:lnTo>
                  <a:lnTo>
                    <a:pt x="8435976" y="998591"/>
                  </a:lnTo>
                  <a:lnTo>
                    <a:pt x="8470730" y="1078859"/>
                  </a:lnTo>
                  <a:lnTo>
                    <a:pt x="8505530" y="1161535"/>
                  </a:lnTo>
                  <a:lnTo>
                    <a:pt x="8540383" y="1246119"/>
                  </a:lnTo>
                  <a:lnTo>
                    <a:pt x="8575281" y="1332055"/>
                  </a:lnTo>
                  <a:lnTo>
                    <a:pt x="8610206" y="1418749"/>
                  </a:lnTo>
                  <a:lnTo>
                    <a:pt x="8645137" y="1505584"/>
                  </a:lnTo>
                  <a:lnTo>
                    <a:pt x="8680050" y="1591939"/>
                  </a:lnTo>
                  <a:lnTo>
                    <a:pt x="8714925" y="1677207"/>
                  </a:lnTo>
                  <a:lnTo>
                    <a:pt x="8749749" y="1760814"/>
                  </a:lnTo>
                  <a:lnTo>
                    <a:pt x="8784522" y="1842232"/>
                  </a:lnTo>
                  <a:lnTo>
                    <a:pt x="8819259" y="1920994"/>
                  </a:lnTo>
                  <a:lnTo>
                    <a:pt x="8853995" y="1996704"/>
                  </a:lnTo>
                  <a:lnTo>
                    <a:pt x="8888787" y="2069042"/>
                  </a:lnTo>
                  <a:lnTo>
                    <a:pt x="8923718" y="2137768"/>
                  </a:lnTo>
                  <a:lnTo>
                    <a:pt x="8958902" y="2202719"/>
                  </a:lnTo>
                  <a:lnTo>
                    <a:pt x="8994487" y="2263813"/>
                  </a:lnTo>
                  <a:lnTo>
                    <a:pt x="9030658" y="2321033"/>
                  </a:lnTo>
                  <a:lnTo>
                    <a:pt x="9067648" y="2374431"/>
                  </a:lnTo>
                  <a:lnTo>
                    <a:pt x="9084767" y="2397412"/>
                  </a:lnTo>
                  <a:lnTo>
                    <a:pt x="9131029" y="2454150"/>
                  </a:lnTo>
                  <a:lnTo>
                    <a:pt x="9179660" y="2505628"/>
                  </a:lnTo>
                  <a:lnTo>
                    <a:pt x="9231361" y="2552068"/>
                  </a:lnTo>
                  <a:lnTo>
                    <a:pt x="9286901" y="2593873"/>
                  </a:lnTo>
                  <a:lnTo>
                    <a:pt x="9347067" y="2631512"/>
                  </a:lnTo>
                  <a:lnTo>
                    <a:pt x="9412616" y="2665453"/>
                  </a:lnTo>
                  <a:lnTo>
                    <a:pt x="9484212" y="2696126"/>
                  </a:lnTo>
                  <a:lnTo>
                    <a:pt x="9562330" y="2723896"/>
                  </a:lnTo>
                  <a:lnTo>
                    <a:pt x="9647148" y="2749051"/>
                  </a:lnTo>
                  <a:lnTo>
                    <a:pt x="9738387" y="2771797"/>
                  </a:lnTo>
                  <a:lnTo>
                    <a:pt x="9835152" y="2792256"/>
                  </a:lnTo>
                  <a:lnTo>
                    <a:pt x="9935768" y="2810473"/>
                  </a:lnTo>
                  <a:lnTo>
                    <a:pt x="10037693" y="2826433"/>
                  </a:lnTo>
                  <a:lnTo>
                    <a:pt x="10137554" y="2840089"/>
                  </a:lnTo>
                  <a:lnTo>
                    <a:pt x="10231389" y="2851396"/>
                  </a:lnTo>
                  <a:lnTo>
                    <a:pt x="10315116" y="2860357"/>
                  </a:lnTo>
                  <a:lnTo>
                    <a:pt x="10385171" y="2867063"/>
                  </a:lnTo>
                  <a:lnTo>
                    <a:pt x="10439181" y="2871715"/>
                  </a:lnTo>
                  <a:lnTo>
                    <a:pt x="10476482" y="2874618"/>
                  </a:lnTo>
                  <a:lnTo>
                    <a:pt x="10498346" y="2876162"/>
                  </a:lnTo>
                  <a:lnTo>
                    <a:pt x="10507903" y="2876776"/>
                  </a:lnTo>
                  <a:lnTo>
                    <a:pt x="10509899" y="2876894"/>
                  </a:lnTo>
                  <a:lnTo>
                    <a:pt x="10509911" y="2876895"/>
                  </a:lnTo>
                  <a:lnTo>
                    <a:pt x="11981298" y="287689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09" name="pl1309"/>
            <p:cNvSpPr/>
            <p:nvPr/>
          </p:nvSpPr>
          <p:spPr>
            <a:xfrm>
              <a:off x="4799595" y="3459592"/>
              <a:ext cx="11981298" cy="4732166"/>
            </a:xfrm>
            <a:custGeom>
              <a:avLst/>
              <a:pathLst>
                <a:path w="11981298" h="4732166">
                  <a:moveTo>
                    <a:pt x="11981298" y="2876895"/>
                  </a:moveTo>
                  <a:lnTo>
                    <a:pt x="10509911" y="2876895"/>
                  </a:lnTo>
                  <a:lnTo>
                    <a:pt x="10508767" y="2876828"/>
                  </a:lnTo>
                  <a:lnTo>
                    <a:pt x="10501248" y="2876354"/>
                  </a:lnTo>
                  <a:lnTo>
                    <a:pt x="10482297" y="2875042"/>
                  </a:lnTo>
                  <a:lnTo>
                    <a:pt x="10448422" y="2872460"/>
                  </a:lnTo>
                  <a:lnTo>
                    <a:pt x="10397943" y="2868206"/>
                  </a:lnTo>
                  <a:lnTo>
                    <a:pt x="10331125" y="2861953"/>
                  </a:lnTo>
                  <a:lnTo>
                    <a:pt x="10250014" y="2853478"/>
                  </a:lnTo>
                  <a:lnTo>
                    <a:pt x="10157977" y="2842669"/>
                  </a:lnTo>
                  <a:lnTo>
                    <a:pt x="10059044" y="2829506"/>
                  </a:lnTo>
                  <a:lnTo>
                    <a:pt x="9957249" y="2814027"/>
                  </a:lnTo>
                  <a:lnTo>
                    <a:pt x="9856116" y="2796282"/>
                  </a:lnTo>
                  <a:lnTo>
                    <a:pt x="9758372" y="2776298"/>
                  </a:lnTo>
                  <a:lnTo>
                    <a:pt x="9665869" y="2754042"/>
                  </a:lnTo>
                  <a:lnTo>
                    <a:pt x="9579656" y="2729409"/>
                  </a:lnTo>
                  <a:lnTo>
                    <a:pt x="9500127" y="2702211"/>
                  </a:lnTo>
                  <a:lnTo>
                    <a:pt x="9427188" y="2672178"/>
                  </a:lnTo>
                  <a:lnTo>
                    <a:pt x="9360414" y="2638960"/>
                  </a:lnTo>
                  <a:lnTo>
                    <a:pt x="9299175" y="2602139"/>
                  </a:lnTo>
                  <a:lnTo>
                    <a:pt x="9242725" y="2561252"/>
                  </a:lnTo>
                  <a:lnTo>
                    <a:pt x="9190279" y="2515826"/>
                  </a:lnTo>
                  <a:lnTo>
                    <a:pt x="9141062" y="2465437"/>
                  </a:lnTo>
                  <a:lnTo>
                    <a:pt x="9094354" y="2409813"/>
                  </a:lnTo>
                  <a:lnTo>
                    <a:pt x="9084767" y="2397412"/>
                  </a:lnTo>
                  <a:lnTo>
                    <a:pt x="9047315" y="2345716"/>
                  </a:lnTo>
                  <a:lnTo>
                    <a:pt x="9010804" y="2290239"/>
                  </a:lnTo>
                  <a:lnTo>
                    <a:pt x="8974979" y="2230904"/>
                  </a:lnTo>
                  <a:lnTo>
                    <a:pt x="8939634" y="2167696"/>
                  </a:lnTo>
                  <a:lnTo>
                    <a:pt x="8904604" y="2100666"/>
                  </a:lnTo>
                  <a:lnTo>
                    <a:pt x="8869761" y="2029942"/>
                  </a:lnTo>
                  <a:lnTo>
                    <a:pt x="8835008" y="1955726"/>
                  </a:lnTo>
                  <a:lnTo>
                    <a:pt x="8800277" y="1878303"/>
                  </a:lnTo>
                  <a:lnTo>
                    <a:pt x="8765523" y="1798036"/>
                  </a:lnTo>
                  <a:lnTo>
                    <a:pt x="8730723" y="1715359"/>
                  </a:lnTo>
                  <a:lnTo>
                    <a:pt x="8695870" y="1630776"/>
                  </a:lnTo>
                  <a:lnTo>
                    <a:pt x="8660973" y="1544840"/>
                  </a:lnTo>
                  <a:lnTo>
                    <a:pt x="8626047" y="1458146"/>
                  </a:lnTo>
                  <a:lnTo>
                    <a:pt x="8591116" y="1371311"/>
                  </a:lnTo>
                  <a:lnTo>
                    <a:pt x="8556203" y="1284956"/>
                  </a:lnTo>
                  <a:lnTo>
                    <a:pt x="8521329" y="1199687"/>
                  </a:lnTo>
                  <a:lnTo>
                    <a:pt x="8486504" y="1116080"/>
                  </a:lnTo>
                  <a:lnTo>
                    <a:pt x="8451731" y="1034662"/>
                  </a:lnTo>
                  <a:lnTo>
                    <a:pt x="8416994" y="955900"/>
                  </a:lnTo>
                  <a:lnTo>
                    <a:pt x="8382258" y="880190"/>
                  </a:lnTo>
                  <a:lnTo>
                    <a:pt x="8347467" y="807852"/>
                  </a:lnTo>
                  <a:lnTo>
                    <a:pt x="8312535" y="739127"/>
                  </a:lnTo>
                  <a:lnTo>
                    <a:pt x="8277351" y="674175"/>
                  </a:lnTo>
                  <a:lnTo>
                    <a:pt x="8241766" y="613082"/>
                  </a:lnTo>
                  <a:lnTo>
                    <a:pt x="8205595" y="555861"/>
                  </a:lnTo>
                  <a:lnTo>
                    <a:pt x="8168605" y="502464"/>
                  </a:lnTo>
                  <a:lnTo>
                    <a:pt x="8151487" y="479482"/>
                  </a:lnTo>
                  <a:lnTo>
                    <a:pt x="8105225" y="422744"/>
                  </a:lnTo>
                  <a:lnTo>
                    <a:pt x="8056593" y="371266"/>
                  </a:lnTo>
                  <a:lnTo>
                    <a:pt x="8004892" y="324826"/>
                  </a:lnTo>
                  <a:lnTo>
                    <a:pt x="7949352" y="283021"/>
                  </a:lnTo>
                  <a:lnTo>
                    <a:pt x="7889186" y="245383"/>
                  </a:lnTo>
                  <a:lnTo>
                    <a:pt x="7823637" y="211441"/>
                  </a:lnTo>
                  <a:lnTo>
                    <a:pt x="7752042" y="180768"/>
                  </a:lnTo>
                  <a:lnTo>
                    <a:pt x="7673923" y="152998"/>
                  </a:lnTo>
                  <a:lnTo>
                    <a:pt x="7589105" y="127843"/>
                  </a:lnTo>
                  <a:lnTo>
                    <a:pt x="7497866" y="105097"/>
                  </a:lnTo>
                  <a:lnTo>
                    <a:pt x="7401102" y="84639"/>
                  </a:lnTo>
                  <a:lnTo>
                    <a:pt x="7300485" y="66422"/>
                  </a:lnTo>
                  <a:lnTo>
                    <a:pt x="7198560" y="50461"/>
                  </a:lnTo>
                  <a:lnTo>
                    <a:pt x="7098700" y="36806"/>
                  </a:lnTo>
                  <a:lnTo>
                    <a:pt x="7004864" y="25499"/>
                  </a:lnTo>
                  <a:lnTo>
                    <a:pt x="6921137" y="16537"/>
                  </a:lnTo>
                  <a:lnTo>
                    <a:pt x="6851082" y="9831"/>
                  </a:lnTo>
                  <a:lnTo>
                    <a:pt x="6797072" y="5180"/>
                  </a:lnTo>
                  <a:lnTo>
                    <a:pt x="6759771" y="2277"/>
                  </a:lnTo>
                  <a:lnTo>
                    <a:pt x="6737907" y="733"/>
                  </a:lnTo>
                  <a:lnTo>
                    <a:pt x="6728350" y="118"/>
                  </a:lnTo>
                  <a:lnTo>
                    <a:pt x="6726354" y="0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058" y="85"/>
                  </a:lnTo>
                  <a:lnTo>
                    <a:pt x="5248129" y="693"/>
                  </a:lnTo>
                  <a:lnTo>
                    <a:pt x="5233083" y="2373"/>
                  </a:lnTo>
                  <a:lnTo>
                    <a:pt x="5205929" y="5684"/>
                  </a:lnTo>
                  <a:lnTo>
                    <a:pt x="5164946" y="11160"/>
                  </a:lnTo>
                  <a:lnTo>
                    <a:pt x="5109800" y="19262"/>
                  </a:lnTo>
                  <a:lnTo>
                    <a:pt x="5041522" y="30338"/>
                  </a:lnTo>
                  <a:lnTo>
                    <a:pt x="4962279" y="44604"/>
                  </a:lnTo>
                  <a:lnTo>
                    <a:pt x="4874986" y="62152"/>
                  </a:lnTo>
                  <a:lnTo>
                    <a:pt x="4782857" y="82975"/>
                  </a:lnTo>
                  <a:lnTo>
                    <a:pt x="4688980" y="107013"/>
                  </a:lnTo>
                  <a:lnTo>
                    <a:pt x="4596017" y="134203"/>
                  </a:lnTo>
                  <a:lnTo>
                    <a:pt x="4506037" y="164518"/>
                  </a:lnTo>
                  <a:lnTo>
                    <a:pt x="4420477" y="197998"/>
                  </a:lnTo>
                  <a:lnTo>
                    <a:pt x="4340195" y="234772"/>
                  </a:lnTo>
                  <a:lnTo>
                    <a:pt x="4265560" y="275065"/>
                  </a:lnTo>
                  <a:lnTo>
                    <a:pt x="4196572" y="319202"/>
                  </a:lnTo>
                  <a:lnTo>
                    <a:pt x="4132965" y="367602"/>
                  </a:lnTo>
                  <a:lnTo>
                    <a:pt x="4074294" y="420771"/>
                  </a:lnTo>
                  <a:lnTo>
                    <a:pt x="4020012" y="479282"/>
                  </a:lnTo>
                  <a:lnTo>
                    <a:pt x="3969514" y="543744"/>
                  </a:lnTo>
                  <a:lnTo>
                    <a:pt x="3922186" y="614756"/>
                  </a:lnTo>
                  <a:lnTo>
                    <a:pt x="3877430" y="692822"/>
                  </a:lnTo>
                  <a:lnTo>
                    <a:pt x="3834697" y="778229"/>
                  </a:lnTo>
                  <a:lnTo>
                    <a:pt x="3829811" y="788694"/>
                  </a:lnTo>
                  <a:lnTo>
                    <a:pt x="3799573" y="856680"/>
                  </a:lnTo>
                  <a:lnTo>
                    <a:pt x="3769980" y="928677"/>
                  </a:lnTo>
                  <a:lnTo>
                    <a:pt x="3740891" y="1004766"/>
                  </a:lnTo>
                  <a:lnTo>
                    <a:pt x="3712186" y="1084985"/>
                  </a:lnTo>
                  <a:lnTo>
                    <a:pt x="3683766" y="1169332"/>
                  </a:lnTo>
                  <a:lnTo>
                    <a:pt x="3655548" y="1257754"/>
                  </a:lnTo>
                  <a:lnTo>
                    <a:pt x="3627462" y="1350147"/>
                  </a:lnTo>
                  <a:lnTo>
                    <a:pt x="3599455" y="1446355"/>
                  </a:lnTo>
                  <a:lnTo>
                    <a:pt x="3571485" y="1546164"/>
                  </a:lnTo>
                  <a:lnTo>
                    <a:pt x="3543520" y="1649309"/>
                  </a:lnTo>
                  <a:lnTo>
                    <a:pt x="3515538" y="1755467"/>
                  </a:lnTo>
                  <a:lnTo>
                    <a:pt x="3487527" y="1864267"/>
                  </a:lnTo>
                  <a:lnTo>
                    <a:pt x="3459482" y="1975291"/>
                  </a:lnTo>
                  <a:lnTo>
                    <a:pt x="3431405" y="2088080"/>
                  </a:lnTo>
                  <a:lnTo>
                    <a:pt x="3403300" y="2202143"/>
                  </a:lnTo>
                  <a:lnTo>
                    <a:pt x="3375179" y="2316964"/>
                  </a:lnTo>
                  <a:lnTo>
                    <a:pt x="3347052" y="2432013"/>
                  </a:lnTo>
                  <a:lnTo>
                    <a:pt x="3318932" y="2546756"/>
                  </a:lnTo>
                  <a:lnTo>
                    <a:pt x="3290831" y="2660665"/>
                  </a:lnTo>
                  <a:lnTo>
                    <a:pt x="3262758" y="2773226"/>
                  </a:lnTo>
                  <a:lnTo>
                    <a:pt x="3234718" y="2883952"/>
                  </a:lnTo>
                  <a:lnTo>
                    <a:pt x="3206712" y="2992391"/>
                  </a:lnTo>
                  <a:lnTo>
                    <a:pt x="3178734" y="3098131"/>
                  </a:lnTo>
                  <a:lnTo>
                    <a:pt x="3150769" y="3200807"/>
                  </a:lnTo>
                  <a:lnTo>
                    <a:pt x="3122796" y="3300105"/>
                  </a:lnTo>
                  <a:lnTo>
                    <a:pt x="3094780" y="3395767"/>
                  </a:lnTo>
                  <a:lnTo>
                    <a:pt x="3066679" y="3487588"/>
                  </a:lnTo>
                  <a:lnTo>
                    <a:pt x="3038436" y="3575419"/>
                  </a:lnTo>
                  <a:lnTo>
                    <a:pt x="3009980" y="3659165"/>
                  </a:lnTo>
                  <a:lnTo>
                    <a:pt x="2981226" y="3738780"/>
                  </a:lnTo>
                  <a:lnTo>
                    <a:pt x="2952071" y="3814267"/>
                  </a:lnTo>
                  <a:lnTo>
                    <a:pt x="2922393" y="3885671"/>
                  </a:lnTo>
                  <a:lnTo>
                    <a:pt x="2896531" y="3943471"/>
                  </a:lnTo>
                  <a:lnTo>
                    <a:pt x="2854003" y="4029739"/>
                  </a:lnTo>
                  <a:lnTo>
                    <a:pt x="2809510" y="4108655"/>
                  </a:lnTo>
                  <a:lnTo>
                    <a:pt x="2762513" y="4180468"/>
                  </a:lnTo>
                  <a:lnTo>
                    <a:pt x="2712418" y="4245666"/>
                  </a:lnTo>
                  <a:lnTo>
                    <a:pt x="2658609" y="4304841"/>
                  </a:lnTo>
                  <a:lnTo>
                    <a:pt x="2600482" y="4358604"/>
                  </a:lnTo>
                  <a:lnTo>
                    <a:pt x="2537477" y="4407534"/>
                  </a:lnTo>
                  <a:lnTo>
                    <a:pt x="2469136" y="4452145"/>
                  </a:lnTo>
                  <a:lnTo>
                    <a:pt x="2395168" y="4492869"/>
                  </a:lnTo>
                  <a:lnTo>
                    <a:pt x="2315534" y="4530041"/>
                  </a:lnTo>
                  <a:lnTo>
                    <a:pt x="2230558" y="4563898"/>
                  </a:lnTo>
                  <a:lnTo>
                    <a:pt x="2141033" y="4594579"/>
                  </a:lnTo>
                  <a:lnTo>
                    <a:pt x="2048324" y="4622135"/>
                  </a:lnTo>
                  <a:lnTo>
                    <a:pt x="1954426" y="4646545"/>
                  </a:lnTo>
                  <a:lnTo>
                    <a:pt x="1861939" y="4667747"/>
                  </a:lnTo>
                  <a:lnTo>
                    <a:pt x="1773915" y="4685679"/>
                  </a:lnTo>
                  <a:lnTo>
                    <a:pt x="1693570" y="4700327"/>
                  </a:lnTo>
                  <a:lnTo>
                    <a:pt x="1623879" y="4711767"/>
                  </a:lnTo>
                  <a:lnTo>
                    <a:pt x="1567120" y="4720201"/>
                  </a:lnTo>
                  <a:lnTo>
                    <a:pt x="1524471" y="4725962"/>
                  </a:lnTo>
                  <a:lnTo>
                    <a:pt x="1495764" y="4729500"/>
                  </a:lnTo>
                  <a:lnTo>
                    <a:pt x="1479434" y="4731342"/>
                  </a:lnTo>
                  <a:lnTo>
                    <a:pt x="1472630" y="4732046"/>
                  </a:lnTo>
                  <a:lnTo>
                    <a:pt x="1471389" y="4732165"/>
                  </a:lnTo>
                  <a:lnTo>
                    <a:pt x="1471387" y="4732166"/>
                  </a:lnTo>
                  <a:lnTo>
                    <a:pt x="0" y="473216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10" name="pg1310"/>
            <p:cNvSpPr/>
            <p:nvPr/>
          </p:nvSpPr>
          <p:spPr>
            <a:xfrm>
              <a:off x="4799595" y="3475938"/>
              <a:ext cx="11981298" cy="4732166"/>
            </a:xfrm>
            <a:custGeom>
              <a:avLst/>
              <a:pathLst>
                <a:path w="11981298" h="4732166">
                  <a:moveTo>
                    <a:pt x="0" y="4732166"/>
                  </a:moveTo>
                  <a:lnTo>
                    <a:pt x="1471387" y="4732166"/>
                  </a:lnTo>
                  <a:lnTo>
                    <a:pt x="1472285" y="4732080"/>
                  </a:lnTo>
                  <a:lnTo>
                    <a:pt x="1478217" y="4731473"/>
                  </a:lnTo>
                  <a:lnTo>
                    <a:pt x="1493272" y="4729795"/>
                  </a:lnTo>
                  <a:lnTo>
                    <a:pt x="1520439" y="4726488"/>
                  </a:lnTo>
                  <a:lnTo>
                    <a:pt x="1561443" y="4721018"/>
                  </a:lnTo>
                  <a:lnTo>
                    <a:pt x="1616614" y="4712926"/>
                  </a:lnTo>
                  <a:lnTo>
                    <a:pt x="1684921" y="4701863"/>
                  </a:lnTo>
                  <a:lnTo>
                    <a:pt x="1764194" y="4687613"/>
                  </a:lnTo>
                  <a:lnTo>
                    <a:pt x="1851513" y="4670087"/>
                  </a:lnTo>
                  <a:lnTo>
                    <a:pt x="1943667" y="4649290"/>
                  </a:lnTo>
                  <a:lnTo>
                    <a:pt x="2037563" y="4625282"/>
                  </a:lnTo>
                  <a:lnTo>
                    <a:pt x="2130539" y="4598127"/>
                  </a:lnTo>
                  <a:lnTo>
                    <a:pt x="2220527" y="4567851"/>
                  </a:lnTo>
                  <a:lnTo>
                    <a:pt x="2306090" y="4534413"/>
                  </a:lnTo>
                  <a:lnTo>
                    <a:pt x="2386373" y="4497686"/>
                  </a:lnTo>
                  <a:lnTo>
                    <a:pt x="2461005" y="4457444"/>
                  </a:lnTo>
                  <a:lnTo>
                    <a:pt x="2529988" y="4413363"/>
                  </a:lnTo>
                  <a:lnTo>
                    <a:pt x="2593591" y="4365021"/>
                  </a:lnTo>
                  <a:lnTo>
                    <a:pt x="2652256" y="4311916"/>
                  </a:lnTo>
                  <a:lnTo>
                    <a:pt x="2706533" y="4253473"/>
                  </a:lnTo>
                  <a:lnTo>
                    <a:pt x="2757027" y="4189085"/>
                  </a:lnTo>
                  <a:lnTo>
                    <a:pt x="2804352" y="4118154"/>
                  </a:lnTo>
                  <a:lnTo>
                    <a:pt x="2849107" y="4040176"/>
                  </a:lnTo>
                  <a:lnTo>
                    <a:pt x="2891840" y="3954866"/>
                  </a:lnTo>
                  <a:lnTo>
                    <a:pt x="2896531" y="3944833"/>
                  </a:lnTo>
                  <a:lnTo>
                    <a:pt x="2926793" y="3876909"/>
                  </a:lnTo>
                  <a:lnTo>
                    <a:pt x="2956409" y="3804974"/>
                  </a:lnTo>
                  <a:lnTo>
                    <a:pt x="2985520" y="3728949"/>
                  </a:lnTo>
                  <a:lnTo>
                    <a:pt x="3014247" y="3648792"/>
                  </a:lnTo>
                  <a:lnTo>
                    <a:pt x="3042688" y="3564509"/>
                  </a:lnTo>
                  <a:lnTo>
                    <a:pt x="3070929" y="3476153"/>
                  </a:lnTo>
                  <a:lnTo>
                    <a:pt x="3099036" y="3383826"/>
                  </a:lnTo>
                  <a:lnTo>
                    <a:pt x="3127065" y="3287686"/>
                  </a:lnTo>
                  <a:lnTo>
                    <a:pt x="3155057" y="3187946"/>
                  </a:lnTo>
                  <a:lnTo>
                    <a:pt x="3183045" y="3084874"/>
                  </a:lnTo>
                  <a:lnTo>
                    <a:pt x="3211049" y="2978791"/>
                  </a:lnTo>
                  <a:lnTo>
                    <a:pt x="3239082" y="2870070"/>
                  </a:lnTo>
                  <a:lnTo>
                    <a:pt x="3267150" y="2759130"/>
                  </a:lnTo>
                  <a:lnTo>
                    <a:pt x="3295250" y="2646430"/>
                  </a:lnTo>
                  <a:lnTo>
                    <a:pt x="3323377" y="2532462"/>
                  </a:lnTo>
                  <a:lnTo>
                    <a:pt x="3351521" y="2417742"/>
                  </a:lnTo>
                  <a:lnTo>
                    <a:pt x="3379670" y="2302801"/>
                  </a:lnTo>
                  <a:lnTo>
                    <a:pt x="3407812" y="2188173"/>
                  </a:lnTo>
                  <a:lnTo>
                    <a:pt x="3435936" y="2074387"/>
                  </a:lnTo>
                  <a:lnTo>
                    <a:pt x="3464030" y="1961956"/>
                  </a:lnTo>
                  <a:lnTo>
                    <a:pt x="3492092" y="1851367"/>
                  </a:lnTo>
                  <a:lnTo>
                    <a:pt x="3520120" y="1743072"/>
                  </a:lnTo>
                  <a:lnTo>
                    <a:pt x="3548120" y="1637482"/>
                  </a:lnTo>
                  <a:lnTo>
                    <a:pt x="3576106" y="1534963"/>
                  </a:lnTo>
                  <a:lnTo>
                    <a:pt x="3604103" y="1435826"/>
                  </a:lnTo>
                  <a:lnTo>
                    <a:pt x="3632142" y="1340329"/>
                  </a:lnTo>
                  <a:lnTo>
                    <a:pt x="3660268" y="1248676"/>
                  </a:lnTo>
                  <a:lnTo>
                    <a:pt x="3688537" y="1161015"/>
                  </a:lnTo>
                  <a:lnTo>
                    <a:pt x="3717022" y="1077441"/>
                  </a:lnTo>
                  <a:lnTo>
                    <a:pt x="3745807" y="997998"/>
                  </a:lnTo>
                  <a:lnTo>
                    <a:pt x="3774996" y="922681"/>
                  </a:lnTo>
                  <a:lnTo>
                    <a:pt x="3804712" y="851444"/>
                  </a:lnTo>
                  <a:lnTo>
                    <a:pt x="3829811" y="795505"/>
                  </a:lnTo>
                  <a:lnTo>
                    <a:pt x="3872347" y="709370"/>
                  </a:lnTo>
                  <a:lnTo>
                    <a:pt x="3916849" y="630577"/>
                  </a:lnTo>
                  <a:lnTo>
                    <a:pt x="3963857" y="558878"/>
                  </a:lnTo>
                  <a:lnTo>
                    <a:pt x="4013965" y="493784"/>
                  </a:lnTo>
                  <a:lnTo>
                    <a:pt x="4067787" y="434705"/>
                  </a:lnTo>
                  <a:lnTo>
                    <a:pt x="4125931" y="381030"/>
                  </a:lnTo>
                  <a:lnTo>
                    <a:pt x="4188954" y="332180"/>
                  </a:lnTo>
                  <a:lnTo>
                    <a:pt x="4257316" y="287643"/>
                  </a:lnTo>
                  <a:lnTo>
                    <a:pt x="4331309" y="246988"/>
                  </a:lnTo>
                  <a:lnTo>
                    <a:pt x="4410968" y="209880"/>
                  </a:lnTo>
                  <a:lnTo>
                    <a:pt x="4495971" y="176081"/>
                  </a:lnTo>
                  <a:lnTo>
                    <a:pt x="4585522" y="145454"/>
                  </a:lnTo>
                  <a:lnTo>
                    <a:pt x="4678255" y="117948"/>
                  </a:lnTo>
                  <a:lnTo>
                    <a:pt x="4772170" y="93584"/>
                  </a:lnTo>
                  <a:lnTo>
                    <a:pt x="4864667" y="72423"/>
                  </a:lnTo>
                  <a:lnTo>
                    <a:pt x="4952691" y="54528"/>
                  </a:lnTo>
                  <a:lnTo>
                    <a:pt x="5033021" y="39913"/>
                  </a:lnTo>
                  <a:lnTo>
                    <a:pt x="5102685" y="28501"/>
                  </a:lnTo>
                  <a:lnTo>
                    <a:pt x="5159405" y="20090"/>
                  </a:lnTo>
                  <a:lnTo>
                    <a:pt x="5202009" y="14347"/>
                  </a:lnTo>
                  <a:lnTo>
                    <a:pt x="5230668" y="10823"/>
                  </a:lnTo>
                  <a:lnTo>
                    <a:pt x="5246955" y="8990"/>
                  </a:lnTo>
                  <a:lnTo>
                    <a:pt x="5253727" y="8290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457" y="8248"/>
                  </a:lnTo>
                  <a:lnTo>
                    <a:pt x="6734785" y="8786"/>
                  </a:lnTo>
                  <a:lnTo>
                    <a:pt x="6753270" y="10273"/>
                  </a:lnTo>
                  <a:lnTo>
                    <a:pt x="6786350" y="13201"/>
                  </a:lnTo>
                  <a:lnTo>
                    <a:pt x="6835717" y="18026"/>
                  </a:lnTo>
                  <a:lnTo>
                    <a:pt x="6901188" y="25125"/>
                  </a:lnTo>
                  <a:lnTo>
                    <a:pt x="6980847" y="34756"/>
                  </a:lnTo>
                  <a:lnTo>
                    <a:pt x="7071471" y="47054"/>
                  </a:lnTo>
                  <a:lnTo>
                    <a:pt x="7169157" y="62047"/>
                  </a:lnTo>
                  <a:lnTo>
                    <a:pt x="7269957" y="79694"/>
                  </a:lnTo>
                  <a:lnTo>
                    <a:pt x="7370385" y="99937"/>
                  </a:lnTo>
                  <a:lnTo>
                    <a:pt x="7467704" y="122744"/>
                  </a:lnTo>
                  <a:lnTo>
                    <a:pt x="7560028" y="148142"/>
                  </a:lnTo>
                  <a:lnTo>
                    <a:pt x="7646255" y="176241"/>
                  </a:lnTo>
                  <a:lnTo>
                    <a:pt x="7725934" y="207243"/>
                  </a:lnTo>
                  <a:lnTo>
                    <a:pt x="7799104" y="241442"/>
                  </a:lnTo>
                  <a:lnTo>
                    <a:pt x="7866144" y="279224"/>
                  </a:lnTo>
                  <a:lnTo>
                    <a:pt x="7927645" y="321052"/>
                  </a:lnTo>
                  <a:lnTo>
                    <a:pt x="7984320" y="367445"/>
                  </a:lnTo>
                  <a:lnTo>
                    <a:pt x="8036930" y="418943"/>
                  </a:lnTo>
                  <a:lnTo>
                    <a:pt x="8086237" y="476042"/>
                  </a:lnTo>
                  <a:lnTo>
                    <a:pt x="8132953" y="539094"/>
                  </a:lnTo>
                  <a:lnTo>
                    <a:pt x="8151487" y="566661"/>
                  </a:lnTo>
                  <a:lnTo>
                    <a:pt x="8186669" y="623053"/>
                  </a:lnTo>
                  <a:lnTo>
                    <a:pt x="8221008" y="683319"/>
                  </a:lnTo>
                  <a:lnTo>
                    <a:pt x="8254718" y="747538"/>
                  </a:lnTo>
                  <a:lnTo>
                    <a:pt x="8287975" y="815734"/>
                  </a:lnTo>
                  <a:lnTo>
                    <a:pt x="8320923" y="887873"/>
                  </a:lnTo>
                  <a:lnTo>
                    <a:pt x="8353674" y="963852"/>
                  </a:lnTo>
                  <a:lnTo>
                    <a:pt x="8386318" y="1043500"/>
                  </a:lnTo>
                  <a:lnTo>
                    <a:pt x="8418920" y="1126576"/>
                  </a:lnTo>
                  <a:lnTo>
                    <a:pt x="8451525" y="1212764"/>
                  </a:lnTo>
                  <a:lnTo>
                    <a:pt x="8484161" y="1301681"/>
                  </a:lnTo>
                  <a:lnTo>
                    <a:pt x="8516843" y="1392879"/>
                  </a:lnTo>
                  <a:lnTo>
                    <a:pt x="8549570" y="1485855"/>
                  </a:lnTo>
                  <a:lnTo>
                    <a:pt x="8582333" y="1580061"/>
                  </a:lnTo>
                  <a:lnTo>
                    <a:pt x="8615117" y="1674919"/>
                  </a:lnTo>
                  <a:lnTo>
                    <a:pt x="8647903" y="1769832"/>
                  </a:lnTo>
                  <a:lnTo>
                    <a:pt x="8680672" y="1864203"/>
                  </a:lnTo>
                  <a:lnTo>
                    <a:pt x="8713406" y="1957447"/>
                  </a:lnTo>
                  <a:lnTo>
                    <a:pt x="8746096" y="2049010"/>
                  </a:lnTo>
                  <a:lnTo>
                    <a:pt x="8778741" y="2138381"/>
                  </a:lnTo>
                  <a:lnTo>
                    <a:pt x="8811350" y="2225101"/>
                  </a:lnTo>
                  <a:lnTo>
                    <a:pt x="8843950" y="2308773"/>
                  </a:lnTo>
                  <a:lnTo>
                    <a:pt x="8876581" y="2389071"/>
                  </a:lnTo>
                  <a:lnTo>
                    <a:pt x="8909307" y="2465739"/>
                  </a:lnTo>
                  <a:lnTo>
                    <a:pt x="8942211" y="2538592"/>
                  </a:lnTo>
                  <a:lnTo>
                    <a:pt x="8975401" y="2607516"/>
                  </a:lnTo>
                  <a:lnTo>
                    <a:pt x="9009016" y="2672465"/>
                  </a:lnTo>
                  <a:lnTo>
                    <a:pt x="9043225" y="2733452"/>
                  </a:lnTo>
                  <a:lnTo>
                    <a:pt x="9078234" y="2790548"/>
                  </a:lnTo>
                  <a:lnTo>
                    <a:pt x="9084767" y="2800614"/>
                  </a:lnTo>
                  <a:lnTo>
                    <a:pt x="9130609" y="2866142"/>
                  </a:lnTo>
                  <a:lnTo>
                    <a:pt x="9178773" y="2925649"/>
                  </a:lnTo>
                  <a:lnTo>
                    <a:pt x="9229940" y="2979386"/>
                  </a:lnTo>
                  <a:lnTo>
                    <a:pt x="9284857" y="3027805"/>
                  </a:lnTo>
                  <a:lnTo>
                    <a:pt x="9344291" y="3071437"/>
                  </a:lnTo>
                  <a:lnTo>
                    <a:pt x="9408982" y="3110817"/>
                  </a:lnTo>
                  <a:lnTo>
                    <a:pt x="9479581" y="3146432"/>
                  </a:lnTo>
                  <a:lnTo>
                    <a:pt x="9556568" y="3178702"/>
                  </a:lnTo>
                  <a:lnTo>
                    <a:pt x="9640136" y="3207960"/>
                  </a:lnTo>
                  <a:lnTo>
                    <a:pt x="9730055" y="3234446"/>
                  </a:lnTo>
                  <a:lnTo>
                    <a:pt x="9825510" y="3258307"/>
                  </a:lnTo>
                  <a:lnTo>
                    <a:pt x="9924947" y="3279601"/>
                  </a:lnTo>
                  <a:lnTo>
                    <a:pt x="10025978" y="3298318"/>
                  </a:lnTo>
                  <a:lnTo>
                    <a:pt x="10125400" y="3314404"/>
                  </a:lnTo>
                  <a:lnTo>
                    <a:pt x="10219404" y="3327808"/>
                  </a:lnTo>
                  <a:lnTo>
                    <a:pt x="10303997" y="3338522"/>
                  </a:lnTo>
                  <a:lnTo>
                    <a:pt x="10375597" y="3346633"/>
                  </a:lnTo>
                  <a:lnTo>
                    <a:pt x="10431687" y="3352350"/>
                  </a:lnTo>
                  <a:lnTo>
                    <a:pt x="10471338" y="3356004"/>
                  </a:lnTo>
                  <a:lnTo>
                    <a:pt x="10495478" y="3358022"/>
                  </a:lnTo>
                  <a:lnTo>
                    <a:pt x="10506859" y="3358889"/>
                  </a:lnTo>
                  <a:lnTo>
                    <a:pt x="10509911" y="3359102"/>
                  </a:lnTo>
                  <a:lnTo>
                    <a:pt x="11981298" y="3359102"/>
                  </a:lnTo>
                  <a:lnTo>
                    <a:pt x="11981298" y="3350929"/>
                  </a:lnTo>
                  <a:lnTo>
                    <a:pt x="10509911" y="3350929"/>
                  </a:lnTo>
                  <a:lnTo>
                    <a:pt x="10508796" y="3350853"/>
                  </a:lnTo>
                  <a:lnTo>
                    <a:pt x="10501468" y="3350315"/>
                  </a:lnTo>
                  <a:lnTo>
                    <a:pt x="10482983" y="3348828"/>
                  </a:lnTo>
                  <a:lnTo>
                    <a:pt x="10449903" y="3345900"/>
                  </a:lnTo>
                  <a:lnTo>
                    <a:pt x="10400536" y="3341075"/>
                  </a:lnTo>
                  <a:lnTo>
                    <a:pt x="10335065" y="3333976"/>
                  </a:lnTo>
                  <a:lnTo>
                    <a:pt x="10255406" y="3324345"/>
                  </a:lnTo>
                  <a:lnTo>
                    <a:pt x="10164782" y="3312047"/>
                  </a:lnTo>
                  <a:lnTo>
                    <a:pt x="10067096" y="3297055"/>
                  </a:lnTo>
                  <a:lnTo>
                    <a:pt x="9966296" y="3279408"/>
                  </a:lnTo>
                  <a:lnTo>
                    <a:pt x="9865869" y="3259164"/>
                  </a:lnTo>
                  <a:lnTo>
                    <a:pt x="9768549" y="3236358"/>
                  </a:lnTo>
                  <a:lnTo>
                    <a:pt x="9676225" y="3210959"/>
                  </a:lnTo>
                  <a:lnTo>
                    <a:pt x="9589998" y="3182860"/>
                  </a:lnTo>
                  <a:lnTo>
                    <a:pt x="9510319" y="3151859"/>
                  </a:lnTo>
                  <a:lnTo>
                    <a:pt x="9437149" y="3117659"/>
                  </a:lnTo>
                  <a:lnTo>
                    <a:pt x="9370109" y="3079877"/>
                  </a:lnTo>
                  <a:lnTo>
                    <a:pt x="9308608" y="3038049"/>
                  </a:lnTo>
                  <a:lnTo>
                    <a:pt x="9251934" y="2991656"/>
                  </a:lnTo>
                  <a:lnTo>
                    <a:pt x="9199323" y="2940159"/>
                  </a:lnTo>
                  <a:lnTo>
                    <a:pt x="9150017" y="2883060"/>
                  </a:lnTo>
                  <a:lnTo>
                    <a:pt x="9103300" y="2820008"/>
                  </a:lnTo>
                  <a:lnTo>
                    <a:pt x="9084767" y="2792441"/>
                  </a:lnTo>
                  <a:lnTo>
                    <a:pt x="9049584" y="2736048"/>
                  </a:lnTo>
                  <a:lnTo>
                    <a:pt x="9015245" y="2675782"/>
                  </a:lnTo>
                  <a:lnTo>
                    <a:pt x="8981535" y="2611563"/>
                  </a:lnTo>
                  <a:lnTo>
                    <a:pt x="8948278" y="2543367"/>
                  </a:lnTo>
                  <a:lnTo>
                    <a:pt x="8915330" y="2471229"/>
                  </a:lnTo>
                  <a:lnTo>
                    <a:pt x="8882579" y="2395250"/>
                  </a:lnTo>
                  <a:lnTo>
                    <a:pt x="8849935" y="2315601"/>
                  </a:lnTo>
                  <a:lnTo>
                    <a:pt x="8817334" y="2232525"/>
                  </a:lnTo>
                  <a:lnTo>
                    <a:pt x="8784729" y="2146337"/>
                  </a:lnTo>
                  <a:lnTo>
                    <a:pt x="8752092" y="2057420"/>
                  </a:lnTo>
                  <a:lnTo>
                    <a:pt x="8719410" y="1966223"/>
                  </a:lnTo>
                  <a:lnTo>
                    <a:pt x="8686683" y="1873247"/>
                  </a:lnTo>
                  <a:lnTo>
                    <a:pt x="8653920" y="1779040"/>
                  </a:lnTo>
                  <a:lnTo>
                    <a:pt x="8621136" y="1684182"/>
                  </a:lnTo>
                  <a:lnTo>
                    <a:pt x="8588350" y="1589269"/>
                  </a:lnTo>
                  <a:lnTo>
                    <a:pt x="8555581" y="1494898"/>
                  </a:lnTo>
                  <a:lnTo>
                    <a:pt x="8522847" y="1401654"/>
                  </a:lnTo>
                  <a:lnTo>
                    <a:pt x="8490157" y="1310091"/>
                  </a:lnTo>
                  <a:lnTo>
                    <a:pt x="8457512" y="1220720"/>
                  </a:lnTo>
                  <a:lnTo>
                    <a:pt x="8424903" y="1134001"/>
                  </a:lnTo>
                  <a:lnTo>
                    <a:pt x="8392304" y="1050328"/>
                  </a:lnTo>
                  <a:lnTo>
                    <a:pt x="8359672" y="970030"/>
                  </a:lnTo>
                  <a:lnTo>
                    <a:pt x="8326946" y="893362"/>
                  </a:lnTo>
                  <a:lnTo>
                    <a:pt x="8294043" y="820509"/>
                  </a:lnTo>
                  <a:lnTo>
                    <a:pt x="8260852" y="751585"/>
                  </a:lnTo>
                  <a:lnTo>
                    <a:pt x="8227237" y="686636"/>
                  </a:lnTo>
                  <a:lnTo>
                    <a:pt x="8193029" y="625649"/>
                  </a:lnTo>
                  <a:lnTo>
                    <a:pt x="8158019" y="568554"/>
                  </a:lnTo>
                  <a:lnTo>
                    <a:pt x="8151487" y="558488"/>
                  </a:lnTo>
                  <a:lnTo>
                    <a:pt x="8105644" y="492960"/>
                  </a:lnTo>
                  <a:lnTo>
                    <a:pt x="8057480" y="433452"/>
                  </a:lnTo>
                  <a:lnTo>
                    <a:pt x="8006314" y="379715"/>
                  </a:lnTo>
                  <a:lnTo>
                    <a:pt x="7951397" y="331296"/>
                  </a:lnTo>
                  <a:lnTo>
                    <a:pt x="7891963" y="287664"/>
                  </a:lnTo>
                  <a:lnTo>
                    <a:pt x="7827271" y="248285"/>
                  </a:lnTo>
                  <a:lnTo>
                    <a:pt x="7756672" y="212669"/>
                  </a:lnTo>
                  <a:lnTo>
                    <a:pt x="7679686" y="180399"/>
                  </a:lnTo>
                  <a:lnTo>
                    <a:pt x="7596117" y="151141"/>
                  </a:lnTo>
                  <a:lnTo>
                    <a:pt x="7506198" y="124655"/>
                  </a:lnTo>
                  <a:lnTo>
                    <a:pt x="7410743" y="100794"/>
                  </a:lnTo>
                  <a:lnTo>
                    <a:pt x="7311306" y="79500"/>
                  </a:lnTo>
                  <a:lnTo>
                    <a:pt x="7210275" y="60783"/>
                  </a:lnTo>
                  <a:lnTo>
                    <a:pt x="7110853" y="44697"/>
                  </a:lnTo>
                  <a:lnTo>
                    <a:pt x="7016849" y="31294"/>
                  </a:lnTo>
                  <a:lnTo>
                    <a:pt x="6932257" y="20580"/>
                  </a:lnTo>
                  <a:lnTo>
                    <a:pt x="6860656" y="12468"/>
                  </a:lnTo>
                  <a:lnTo>
                    <a:pt x="6804567" y="6751"/>
                  </a:lnTo>
                  <a:lnTo>
                    <a:pt x="6764915" y="3098"/>
                  </a:lnTo>
                  <a:lnTo>
                    <a:pt x="6740775" y="1079"/>
                  </a:lnTo>
                  <a:lnTo>
                    <a:pt x="6729394" y="212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057" y="85"/>
                  </a:lnTo>
                  <a:lnTo>
                    <a:pt x="5248125" y="692"/>
                  </a:lnTo>
                  <a:lnTo>
                    <a:pt x="5233071" y="2370"/>
                  </a:lnTo>
                  <a:lnTo>
                    <a:pt x="5205903" y="5677"/>
                  </a:lnTo>
                  <a:lnTo>
                    <a:pt x="5164899" y="11147"/>
                  </a:lnTo>
                  <a:lnTo>
                    <a:pt x="5109728" y="19240"/>
                  </a:lnTo>
                  <a:lnTo>
                    <a:pt x="5041421" y="30302"/>
                  </a:lnTo>
                  <a:lnTo>
                    <a:pt x="4962149" y="44552"/>
                  </a:lnTo>
                  <a:lnTo>
                    <a:pt x="4874829" y="62078"/>
                  </a:lnTo>
                  <a:lnTo>
                    <a:pt x="4782676" y="82875"/>
                  </a:lnTo>
                  <a:lnTo>
                    <a:pt x="4688780" y="106883"/>
                  </a:lnTo>
                  <a:lnTo>
                    <a:pt x="4595803" y="134038"/>
                  </a:lnTo>
                  <a:lnTo>
                    <a:pt x="4505815" y="164314"/>
                  </a:lnTo>
                  <a:lnTo>
                    <a:pt x="4420252" y="197752"/>
                  </a:lnTo>
                  <a:lnTo>
                    <a:pt x="4339969" y="234479"/>
                  </a:lnTo>
                  <a:lnTo>
                    <a:pt x="4265337" y="274721"/>
                  </a:lnTo>
                  <a:lnTo>
                    <a:pt x="4196354" y="318802"/>
                  </a:lnTo>
                  <a:lnTo>
                    <a:pt x="4132752" y="367144"/>
                  </a:lnTo>
                  <a:lnTo>
                    <a:pt x="4074086" y="420249"/>
                  </a:lnTo>
                  <a:lnTo>
                    <a:pt x="4019809" y="478692"/>
                  </a:lnTo>
                  <a:lnTo>
                    <a:pt x="3969316" y="543080"/>
                  </a:lnTo>
                  <a:lnTo>
                    <a:pt x="3921990" y="614011"/>
                  </a:lnTo>
                  <a:lnTo>
                    <a:pt x="3877235" y="691989"/>
                  </a:lnTo>
                  <a:lnTo>
                    <a:pt x="3834502" y="777299"/>
                  </a:lnTo>
                  <a:lnTo>
                    <a:pt x="3829811" y="787332"/>
                  </a:lnTo>
                  <a:lnTo>
                    <a:pt x="3799549" y="855256"/>
                  </a:lnTo>
                  <a:lnTo>
                    <a:pt x="3769933" y="927191"/>
                  </a:lnTo>
                  <a:lnTo>
                    <a:pt x="3740822" y="1003216"/>
                  </a:lnTo>
                  <a:lnTo>
                    <a:pt x="3712096" y="1083373"/>
                  </a:lnTo>
                  <a:lnTo>
                    <a:pt x="3683654" y="1167656"/>
                  </a:lnTo>
                  <a:lnTo>
                    <a:pt x="3655413" y="1256012"/>
                  </a:lnTo>
                  <a:lnTo>
                    <a:pt x="3627306" y="1348339"/>
                  </a:lnTo>
                  <a:lnTo>
                    <a:pt x="3599277" y="1444479"/>
                  </a:lnTo>
                  <a:lnTo>
                    <a:pt x="3571285" y="1544219"/>
                  </a:lnTo>
                  <a:lnTo>
                    <a:pt x="3543297" y="1647291"/>
                  </a:lnTo>
                  <a:lnTo>
                    <a:pt x="3515293" y="1753374"/>
                  </a:lnTo>
                  <a:lnTo>
                    <a:pt x="3487260" y="1862095"/>
                  </a:lnTo>
                  <a:lnTo>
                    <a:pt x="3459192" y="1973035"/>
                  </a:lnTo>
                  <a:lnTo>
                    <a:pt x="3431092" y="2085735"/>
                  </a:lnTo>
                  <a:lnTo>
                    <a:pt x="3402965" y="2199703"/>
                  </a:lnTo>
                  <a:lnTo>
                    <a:pt x="3374821" y="2314423"/>
                  </a:lnTo>
                  <a:lnTo>
                    <a:pt x="3346672" y="2429364"/>
                  </a:lnTo>
                  <a:lnTo>
                    <a:pt x="3318530" y="2543992"/>
                  </a:lnTo>
                  <a:lnTo>
                    <a:pt x="3290407" y="2657778"/>
                  </a:lnTo>
                  <a:lnTo>
                    <a:pt x="3262312" y="2770209"/>
                  </a:lnTo>
                  <a:lnTo>
                    <a:pt x="3234250" y="2880798"/>
                  </a:lnTo>
                  <a:lnTo>
                    <a:pt x="3206223" y="2989093"/>
                  </a:lnTo>
                  <a:lnTo>
                    <a:pt x="3178222" y="3094683"/>
                  </a:lnTo>
                  <a:lnTo>
                    <a:pt x="3150236" y="3197202"/>
                  </a:lnTo>
                  <a:lnTo>
                    <a:pt x="3122239" y="3296339"/>
                  </a:lnTo>
                  <a:lnTo>
                    <a:pt x="3094201" y="3391836"/>
                  </a:lnTo>
                  <a:lnTo>
                    <a:pt x="3066075" y="3483489"/>
                  </a:lnTo>
                  <a:lnTo>
                    <a:pt x="3037805" y="3571150"/>
                  </a:lnTo>
                  <a:lnTo>
                    <a:pt x="3009320" y="3654724"/>
                  </a:lnTo>
                  <a:lnTo>
                    <a:pt x="2980535" y="3734167"/>
                  </a:lnTo>
                  <a:lnTo>
                    <a:pt x="2951346" y="3809484"/>
                  </a:lnTo>
                  <a:lnTo>
                    <a:pt x="2921630" y="3880721"/>
                  </a:lnTo>
                  <a:lnTo>
                    <a:pt x="2896531" y="3936660"/>
                  </a:lnTo>
                  <a:lnTo>
                    <a:pt x="2853995" y="4022796"/>
                  </a:lnTo>
                  <a:lnTo>
                    <a:pt x="2809493" y="4101588"/>
                  </a:lnTo>
                  <a:lnTo>
                    <a:pt x="2762485" y="4173287"/>
                  </a:lnTo>
                  <a:lnTo>
                    <a:pt x="2712378" y="4238381"/>
                  </a:lnTo>
                  <a:lnTo>
                    <a:pt x="2658555" y="4297460"/>
                  </a:lnTo>
                  <a:lnTo>
                    <a:pt x="2600411" y="4351135"/>
                  </a:lnTo>
                  <a:lnTo>
                    <a:pt x="2537388" y="4399985"/>
                  </a:lnTo>
                  <a:lnTo>
                    <a:pt x="2469026" y="4444522"/>
                  </a:lnTo>
                  <a:lnTo>
                    <a:pt x="2395033" y="4485177"/>
                  </a:lnTo>
                  <a:lnTo>
                    <a:pt x="2315374" y="4522285"/>
                  </a:lnTo>
                  <a:lnTo>
                    <a:pt x="2230372" y="4556084"/>
                  </a:lnTo>
                  <a:lnTo>
                    <a:pt x="2140820" y="4586711"/>
                  </a:lnTo>
                  <a:lnTo>
                    <a:pt x="2048087" y="4614217"/>
                  </a:lnTo>
                  <a:lnTo>
                    <a:pt x="1954172" y="4638581"/>
                  </a:lnTo>
                  <a:lnTo>
                    <a:pt x="1861675" y="4659742"/>
                  </a:lnTo>
                  <a:lnTo>
                    <a:pt x="1773652" y="4677637"/>
                  </a:lnTo>
                  <a:lnTo>
                    <a:pt x="1693321" y="4692252"/>
                  </a:lnTo>
                  <a:lnTo>
                    <a:pt x="1623658" y="4703664"/>
                  </a:lnTo>
                  <a:lnTo>
                    <a:pt x="1566937" y="4712075"/>
                  </a:lnTo>
                  <a:lnTo>
                    <a:pt x="1524333" y="4717818"/>
                  </a:lnTo>
                  <a:lnTo>
                    <a:pt x="1495674" y="4721342"/>
                  </a:lnTo>
                  <a:lnTo>
                    <a:pt x="1479387" y="4723175"/>
                  </a:lnTo>
                  <a:lnTo>
                    <a:pt x="1472615" y="4723875"/>
                  </a:lnTo>
                  <a:lnTo>
                    <a:pt x="1471387" y="4723993"/>
                  </a:lnTo>
                  <a:lnTo>
                    <a:pt x="0" y="4723993"/>
                  </a:lnTo>
                  <a:close/>
                </a:path>
              </a:pathLst>
            </a:custGeom>
            <a:solidFill>
              <a:srgbClr val="67C1B3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311" name="pl1311"/>
            <p:cNvSpPr/>
            <p:nvPr/>
          </p:nvSpPr>
          <p:spPr>
            <a:xfrm>
              <a:off x="4799595" y="3484111"/>
              <a:ext cx="11981298" cy="4723993"/>
            </a:xfrm>
            <a:custGeom>
              <a:avLst/>
              <a:pathLst>
                <a:path w="11981298" h="4723993">
                  <a:moveTo>
                    <a:pt x="0" y="4723993"/>
                  </a:moveTo>
                  <a:lnTo>
                    <a:pt x="1471387" y="4723993"/>
                  </a:lnTo>
                  <a:lnTo>
                    <a:pt x="1472285" y="4723907"/>
                  </a:lnTo>
                  <a:lnTo>
                    <a:pt x="1478217" y="4723300"/>
                  </a:lnTo>
                  <a:lnTo>
                    <a:pt x="1493272" y="4721622"/>
                  </a:lnTo>
                  <a:lnTo>
                    <a:pt x="1520439" y="4718315"/>
                  </a:lnTo>
                  <a:lnTo>
                    <a:pt x="1561443" y="4712845"/>
                  </a:lnTo>
                  <a:lnTo>
                    <a:pt x="1616614" y="4704753"/>
                  </a:lnTo>
                  <a:lnTo>
                    <a:pt x="1684921" y="4693690"/>
                  </a:lnTo>
                  <a:lnTo>
                    <a:pt x="1764194" y="4679440"/>
                  </a:lnTo>
                  <a:lnTo>
                    <a:pt x="1851513" y="4661914"/>
                  </a:lnTo>
                  <a:lnTo>
                    <a:pt x="1943667" y="4641117"/>
                  </a:lnTo>
                  <a:lnTo>
                    <a:pt x="2037563" y="4617109"/>
                  </a:lnTo>
                  <a:lnTo>
                    <a:pt x="2130539" y="4589954"/>
                  </a:lnTo>
                  <a:lnTo>
                    <a:pt x="2220527" y="4559678"/>
                  </a:lnTo>
                  <a:lnTo>
                    <a:pt x="2306090" y="4526240"/>
                  </a:lnTo>
                  <a:lnTo>
                    <a:pt x="2386373" y="4489513"/>
                  </a:lnTo>
                  <a:lnTo>
                    <a:pt x="2461005" y="4449271"/>
                  </a:lnTo>
                  <a:lnTo>
                    <a:pt x="2529988" y="4405190"/>
                  </a:lnTo>
                  <a:lnTo>
                    <a:pt x="2593591" y="4356848"/>
                  </a:lnTo>
                  <a:lnTo>
                    <a:pt x="2652256" y="4303743"/>
                  </a:lnTo>
                  <a:lnTo>
                    <a:pt x="2706533" y="4245300"/>
                  </a:lnTo>
                  <a:lnTo>
                    <a:pt x="2757027" y="4180912"/>
                  </a:lnTo>
                  <a:lnTo>
                    <a:pt x="2804352" y="4109981"/>
                  </a:lnTo>
                  <a:lnTo>
                    <a:pt x="2849107" y="4032003"/>
                  </a:lnTo>
                  <a:lnTo>
                    <a:pt x="2891840" y="3946693"/>
                  </a:lnTo>
                  <a:lnTo>
                    <a:pt x="2896531" y="3936660"/>
                  </a:lnTo>
                  <a:lnTo>
                    <a:pt x="2926793" y="3868736"/>
                  </a:lnTo>
                  <a:lnTo>
                    <a:pt x="2956409" y="3796801"/>
                  </a:lnTo>
                  <a:lnTo>
                    <a:pt x="2985520" y="3720776"/>
                  </a:lnTo>
                  <a:lnTo>
                    <a:pt x="3014247" y="3640619"/>
                  </a:lnTo>
                  <a:lnTo>
                    <a:pt x="3042688" y="3556336"/>
                  </a:lnTo>
                  <a:lnTo>
                    <a:pt x="3070929" y="3467980"/>
                  </a:lnTo>
                  <a:lnTo>
                    <a:pt x="3099036" y="3375653"/>
                  </a:lnTo>
                  <a:lnTo>
                    <a:pt x="3127065" y="3279513"/>
                  </a:lnTo>
                  <a:lnTo>
                    <a:pt x="3155057" y="3179773"/>
                  </a:lnTo>
                  <a:lnTo>
                    <a:pt x="3183045" y="3076701"/>
                  </a:lnTo>
                  <a:lnTo>
                    <a:pt x="3211049" y="2970618"/>
                  </a:lnTo>
                  <a:lnTo>
                    <a:pt x="3239082" y="2861897"/>
                  </a:lnTo>
                  <a:lnTo>
                    <a:pt x="3267150" y="2750957"/>
                  </a:lnTo>
                  <a:lnTo>
                    <a:pt x="3295250" y="2638257"/>
                  </a:lnTo>
                  <a:lnTo>
                    <a:pt x="3323377" y="2524289"/>
                  </a:lnTo>
                  <a:lnTo>
                    <a:pt x="3351521" y="2409569"/>
                  </a:lnTo>
                  <a:lnTo>
                    <a:pt x="3379670" y="2294628"/>
                  </a:lnTo>
                  <a:lnTo>
                    <a:pt x="3407812" y="2180000"/>
                  </a:lnTo>
                  <a:lnTo>
                    <a:pt x="3435936" y="2066214"/>
                  </a:lnTo>
                  <a:lnTo>
                    <a:pt x="3464030" y="1953783"/>
                  </a:lnTo>
                  <a:lnTo>
                    <a:pt x="3492092" y="1843194"/>
                  </a:lnTo>
                  <a:lnTo>
                    <a:pt x="3520120" y="1734899"/>
                  </a:lnTo>
                  <a:lnTo>
                    <a:pt x="3548120" y="1629309"/>
                  </a:lnTo>
                  <a:lnTo>
                    <a:pt x="3576106" y="1526790"/>
                  </a:lnTo>
                  <a:lnTo>
                    <a:pt x="3604103" y="1427653"/>
                  </a:lnTo>
                  <a:lnTo>
                    <a:pt x="3632142" y="1332156"/>
                  </a:lnTo>
                  <a:lnTo>
                    <a:pt x="3660268" y="1240503"/>
                  </a:lnTo>
                  <a:lnTo>
                    <a:pt x="3688537" y="1152842"/>
                  </a:lnTo>
                  <a:lnTo>
                    <a:pt x="3717022" y="1069268"/>
                  </a:lnTo>
                  <a:lnTo>
                    <a:pt x="3745807" y="989825"/>
                  </a:lnTo>
                  <a:lnTo>
                    <a:pt x="3774996" y="914508"/>
                  </a:lnTo>
                  <a:lnTo>
                    <a:pt x="3804712" y="843271"/>
                  </a:lnTo>
                  <a:lnTo>
                    <a:pt x="3829811" y="787332"/>
                  </a:lnTo>
                  <a:lnTo>
                    <a:pt x="3872347" y="701197"/>
                  </a:lnTo>
                  <a:lnTo>
                    <a:pt x="3916849" y="622404"/>
                  </a:lnTo>
                  <a:lnTo>
                    <a:pt x="3963857" y="550705"/>
                  </a:lnTo>
                  <a:lnTo>
                    <a:pt x="4013965" y="485611"/>
                  </a:lnTo>
                  <a:lnTo>
                    <a:pt x="4067787" y="426532"/>
                  </a:lnTo>
                  <a:lnTo>
                    <a:pt x="4125931" y="372857"/>
                  </a:lnTo>
                  <a:lnTo>
                    <a:pt x="4188954" y="324007"/>
                  </a:lnTo>
                  <a:lnTo>
                    <a:pt x="4257316" y="279470"/>
                  </a:lnTo>
                  <a:lnTo>
                    <a:pt x="4331309" y="238815"/>
                  </a:lnTo>
                  <a:lnTo>
                    <a:pt x="4410968" y="201707"/>
                  </a:lnTo>
                  <a:lnTo>
                    <a:pt x="4495971" y="167908"/>
                  </a:lnTo>
                  <a:lnTo>
                    <a:pt x="4585522" y="137281"/>
                  </a:lnTo>
                  <a:lnTo>
                    <a:pt x="4678255" y="109775"/>
                  </a:lnTo>
                  <a:lnTo>
                    <a:pt x="4772170" y="85411"/>
                  </a:lnTo>
                  <a:lnTo>
                    <a:pt x="4864667" y="64250"/>
                  </a:lnTo>
                  <a:lnTo>
                    <a:pt x="4952691" y="46355"/>
                  </a:lnTo>
                  <a:lnTo>
                    <a:pt x="5033021" y="31740"/>
                  </a:lnTo>
                  <a:lnTo>
                    <a:pt x="5102685" y="20328"/>
                  </a:lnTo>
                  <a:lnTo>
                    <a:pt x="5159405" y="11917"/>
                  </a:lnTo>
                  <a:lnTo>
                    <a:pt x="5202009" y="6174"/>
                  </a:lnTo>
                  <a:lnTo>
                    <a:pt x="5230668" y="2650"/>
                  </a:lnTo>
                  <a:lnTo>
                    <a:pt x="5246955" y="817"/>
                  </a:lnTo>
                  <a:lnTo>
                    <a:pt x="5253727" y="117"/>
                  </a:lnTo>
                  <a:lnTo>
                    <a:pt x="5254954" y="0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457" y="75"/>
                  </a:lnTo>
                  <a:lnTo>
                    <a:pt x="6734785" y="613"/>
                  </a:lnTo>
                  <a:lnTo>
                    <a:pt x="6753270" y="2100"/>
                  </a:lnTo>
                  <a:lnTo>
                    <a:pt x="6786350" y="5028"/>
                  </a:lnTo>
                  <a:lnTo>
                    <a:pt x="6835717" y="9853"/>
                  </a:lnTo>
                  <a:lnTo>
                    <a:pt x="6901188" y="16952"/>
                  </a:lnTo>
                  <a:lnTo>
                    <a:pt x="6980847" y="26583"/>
                  </a:lnTo>
                  <a:lnTo>
                    <a:pt x="7071471" y="38881"/>
                  </a:lnTo>
                  <a:lnTo>
                    <a:pt x="7169157" y="53874"/>
                  </a:lnTo>
                  <a:lnTo>
                    <a:pt x="7269957" y="71521"/>
                  </a:lnTo>
                  <a:lnTo>
                    <a:pt x="7370385" y="91764"/>
                  </a:lnTo>
                  <a:lnTo>
                    <a:pt x="7467704" y="114571"/>
                  </a:lnTo>
                  <a:lnTo>
                    <a:pt x="7560028" y="139969"/>
                  </a:lnTo>
                  <a:lnTo>
                    <a:pt x="7646255" y="168068"/>
                  </a:lnTo>
                  <a:lnTo>
                    <a:pt x="7725934" y="199070"/>
                  </a:lnTo>
                  <a:lnTo>
                    <a:pt x="7799104" y="233269"/>
                  </a:lnTo>
                  <a:lnTo>
                    <a:pt x="7866144" y="271051"/>
                  </a:lnTo>
                  <a:lnTo>
                    <a:pt x="7927645" y="312879"/>
                  </a:lnTo>
                  <a:lnTo>
                    <a:pt x="7984320" y="359272"/>
                  </a:lnTo>
                  <a:lnTo>
                    <a:pt x="8036930" y="410770"/>
                  </a:lnTo>
                  <a:lnTo>
                    <a:pt x="8086237" y="467869"/>
                  </a:lnTo>
                  <a:lnTo>
                    <a:pt x="8132953" y="530921"/>
                  </a:lnTo>
                  <a:lnTo>
                    <a:pt x="8151487" y="558488"/>
                  </a:lnTo>
                  <a:lnTo>
                    <a:pt x="8186669" y="614880"/>
                  </a:lnTo>
                  <a:lnTo>
                    <a:pt x="8221008" y="675146"/>
                  </a:lnTo>
                  <a:lnTo>
                    <a:pt x="8254718" y="739365"/>
                  </a:lnTo>
                  <a:lnTo>
                    <a:pt x="8287975" y="807561"/>
                  </a:lnTo>
                  <a:lnTo>
                    <a:pt x="8320923" y="879700"/>
                  </a:lnTo>
                  <a:lnTo>
                    <a:pt x="8353674" y="955679"/>
                  </a:lnTo>
                  <a:lnTo>
                    <a:pt x="8386318" y="1035327"/>
                  </a:lnTo>
                  <a:lnTo>
                    <a:pt x="8418920" y="1118403"/>
                  </a:lnTo>
                  <a:lnTo>
                    <a:pt x="8451525" y="1204591"/>
                  </a:lnTo>
                  <a:lnTo>
                    <a:pt x="8484161" y="1293508"/>
                  </a:lnTo>
                  <a:lnTo>
                    <a:pt x="8516843" y="1384706"/>
                  </a:lnTo>
                  <a:lnTo>
                    <a:pt x="8549570" y="1477682"/>
                  </a:lnTo>
                  <a:lnTo>
                    <a:pt x="8582333" y="1571888"/>
                  </a:lnTo>
                  <a:lnTo>
                    <a:pt x="8615117" y="1666746"/>
                  </a:lnTo>
                  <a:lnTo>
                    <a:pt x="8647903" y="1761659"/>
                  </a:lnTo>
                  <a:lnTo>
                    <a:pt x="8680672" y="1856030"/>
                  </a:lnTo>
                  <a:lnTo>
                    <a:pt x="8713406" y="1949274"/>
                  </a:lnTo>
                  <a:lnTo>
                    <a:pt x="8746096" y="2040837"/>
                  </a:lnTo>
                  <a:lnTo>
                    <a:pt x="8778741" y="2130208"/>
                  </a:lnTo>
                  <a:lnTo>
                    <a:pt x="8811350" y="2216928"/>
                  </a:lnTo>
                  <a:lnTo>
                    <a:pt x="8843950" y="2300600"/>
                  </a:lnTo>
                  <a:lnTo>
                    <a:pt x="8876581" y="2380898"/>
                  </a:lnTo>
                  <a:lnTo>
                    <a:pt x="8909307" y="2457566"/>
                  </a:lnTo>
                  <a:lnTo>
                    <a:pt x="8942211" y="2530419"/>
                  </a:lnTo>
                  <a:lnTo>
                    <a:pt x="8975401" y="2599343"/>
                  </a:lnTo>
                  <a:lnTo>
                    <a:pt x="9009016" y="2664292"/>
                  </a:lnTo>
                  <a:lnTo>
                    <a:pt x="9043225" y="2725279"/>
                  </a:lnTo>
                  <a:lnTo>
                    <a:pt x="9078234" y="2782375"/>
                  </a:lnTo>
                  <a:lnTo>
                    <a:pt x="9084767" y="2792441"/>
                  </a:lnTo>
                  <a:lnTo>
                    <a:pt x="9130609" y="2857969"/>
                  </a:lnTo>
                  <a:lnTo>
                    <a:pt x="9178773" y="2917476"/>
                  </a:lnTo>
                  <a:lnTo>
                    <a:pt x="9229940" y="2971213"/>
                  </a:lnTo>
                  <a:lnTo>
                    <a:pt x="9284857" y="3019632"/>
                  </a:lnTo>
                  <a:lnTo>
                    <a:pt x="9344291" y="3063264"/>
                  </a:lnTo>
                  <a:lnTo>
                    <a:pt x="9408982" y="3102644"/>
                  </a:lnTo>
                  <a:lnTo>
                    <a:pt x="9479581" y="3138259"/>
                  </a:lnTo>
                  <a:lnTo>
                    <a:pt x="9556568" y="3170529"/>
                  </a:lnTo>
                  <a:lnTo>
                    <a:pt x="9640136" y="3199787"/>
                  </a:lnTo>
                  <a:lnTo>
                    <a:pt x="9730055" y="3226273"/>
                  </a:lnTo>
                  <a:lnTo>
                    <a:pt x="9825510" y="3250134"/>
                  </a:lnTo>
                  <a:lnTo>
                    <a:pt x="9924947" y="3271428"/>
                  </a:lnTo>
                  <a:lnTo>
                    <a:pt x="10025978" y="3290145"/>
                  </a:lnTo>
                  <a:lnTo>
                    <a:pt x="10125400" y="3306231"/>
                  </a:lnTo>
                  <a:lnTo>
                    <a:pt x="10219404" y="3319635"/>
                  </a:lnTo>
                  <a:lnTo>
                    <a:pt x="10303997" y="3330349"/>
                  </a:lnTo>
                  <a:lnTo>
                    <a:pt x="10375597" y="3338460"/>
                  </a:lnTo>
                  <a:lnTo>
                    <a:pt x="10431687" y="3344177"/>
                  </a:lnTo>
                  <a:lnTo>
                    <a:pt x="10471338" y="3347831"/>
                  </a:lnTo>
                  <a:lnTo>
                    <a:pt x="10495478" y="3349849"/>
                  </a:lnTo>
                  <a:lnTo>
                    <a:pt x="10506859" y="3350716"/>
                  </a:lnTo>
                  <a:lnTo>
                    <a:pt x="10509832" y="3350924"/>
                  </a:lnTo>
                  <a:lnTo>
                    <a:pt x="10509911" y="3350929"/>
                  </a:lnTo>
                  <a:lnTo>
                    <a:pt x="11981298" y="335092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12" name="pl1312"/>
            <p:cNvSpPr/>
            <p:nvPr/>
          </p:nvSpPr>
          <p:spPr>
            <a:xfrm>
              <a:off x="4799595" y="3475938"/>
              <a:ext cx="11981298" cy="4723993"/>
            </a:xfrm>
            <a:custGeom>
              <a:avLst/>
              <a:pathLst>
                <a:path w="11981298" h="4723993">
                  <a:moveTo>
                    <a:pt x="11981298" y="3350929"/>
                  </a:moveTo>
                  <a:lnTo>
                    <a:pt x="10509911" y="3350929"/>
                  </a:lnTo>
                  <a:lnTo>
                    <a:pt x="10508796" y="3350853"/>
                  </a:lnTo>
                  <a:lnTo>
                    <a:pt x="10501468" y="3350315"/>
                  </a:lnTo>
                  <a:lnTo>
                    <a:pt x="10482983" y="3348828"/>
                  </a:lnTo>
                  <a:lnTo>
                    <a:pt x="10449903" y="3345900"/>
                  </a:lnTo>
                  <a:lnTo>
                    <a:pt x="10400536" y="3341075"/>
                  </a:lnTo>
                  <a:lnTo>
                    <a:pt x="10335065" y="3333976"/>
                  </a:lnTo>
                  <a:lnTo>
                    <a:pt x="10255406" y="3324345"/>
                  </a:lnTo>
                  <a:lnTo>
                    <a:pt x="10164782" y="3312047"/>
                  </a:lnTo>
                  <a:lnTo>
                    <a:pt x="10067096" y="3297055"/>
                  </a:lnTo>
                  <a:lnTo>
                    <a:pt x="9966296" y="3279408"/>
                  </a:lnTo>
                  <a:lnTo>
                    <a:pt x="9865869" y="3259164"/>
                  </a:lnTo>
                  <a:lnTo>
                    <a:pt x="9768549" y="3236358"/>
                  </a:lnTo>
                  <a:lnTo>
                    <a:pt x="9676225" y="3210959"/>
                  </a:lnTo>
                  <a:lnTo>
                    <a:pt x="9589998" y="3182860"/>
                  </a:lnTo>
                  <a:lnTo>
                    <a:pt x="9510319" y="3151859"/>
                  </a:lnTo>
                  <a:lnTo>
                    <a:pt x="9437149" y="3117659"/>
                  </a:lnTo>
                  <a:lnTo>
                    <a:pt x="9370109" y="3079877"/>
                  </a:lnTo>
                  <a:lnTo>
                    <a:pt x="9308608" y="3038049"/>
                  </a:lnTo>
                  <a:lnTo>
                    <a:pt x="9251934" y="2991656"/>
                  </a:lnTo>
                  <a:lnTo>
                    <a:pt x="9199323" y="2940159"/>
                  </a:lnTo>
                  <a:lnTo>
                    <a:pt x="9150017" y="2883060"/>
                  </a:lnTo>
                  <a:lnTo>
                    <a:pt x="9103300" y="2820008"/>
                  </a:lnTo>
                  <a:lnTo>
                    <a:pt x="9084767" y="2792441"/>
                  </a:lnTo>
                  <a:lnTo>
                    <a:pt x="9049584" y="2736048"/>
                  </a:lnTo>
                  <a:lnTo>
                    <a:pt x="9015245" y="2675782"/>
                  </a:lnTo>
                  <a:lnTo>
                    <a:pt x="8981535" y="2611563"/>
                  </a:lnTo>
                  <a:lnTo>
                    <a:pt x="8948278" y="2543367"/>
                  </a:lnTo>
                  <a:lnTo>
                    <a:pt x="8915330" y="2471229"/>
                  </a:lnTo>
                  <a:lnTo>
                    <a:pt x="8882579" y="2395250"/>
                  </a:lnTo>
                  <a:lnTo>
                    <a:pt x="8849935" y="2315601"/>
                  </a:lnTo>
                  <a:lnTo>
                    <a:pt x="8817334" y="2232525"/>
                  </a:lnTo>
                  <a:lnTo>
                    <a:pt x="8784729" y="2146337"/>
                  </a:lnTo>
                  <a:lnTo>
                    <a:pt x="8752092" y="2057420"/>
                  </a:lnTo>
                  <a:lnTo>
                    <a:pt x="8719410" y="1966223"/>
                  </a:lnTo>
                  <a:lnTo>
                    <a:pt x="8686683" y="1873247"/>
                  </a:lnTo>
                  <a:lnTo>
                    <a:pt x="8653920" y="1779040"/>
                  </a:lnTo>
                  <a:lnTo>
                    <a:pt x="8621136" y="1684182"/>
                  </a:lnTo>
                  <a:lnTo>
                    <a:pt x="8588350" y="1589269"/>
                  </a:lnTo>
                  <a:lnTo>
                    <a:pt x="8555581" y="1494898"/>
                  </a:lnTo>
                  <a:lnTo>
                    <a:pt x="8522847" y="1401654"/>
                  </a:lnTo>
                  <a:lnTo>
                    <a:pt x="8490157" y="1310091"/>
                  </a:lnTo>
                  <a:lnTo>
                    <a:pt x="8457512" y="1220720"/>
                  </a:lnTo>
                  <a:lnTo>
                    <a:pt x="8424903" y="1134001"/>
                  </a:lnTo>
                  <a:lnTo>
                    <a:pt x="8392304" y="1050328"/>
                  </a:lnTo>
                  <a:lnTo>
                    <a:pt x="8359672" y="970030"/>
                  </a:lnTo>
                  <a:lnTo>
                    <a:pt x="8326946" y="893362"/>
                  </a:lnTo>
                  <a:lnTo>
                    <a:pt x="8294043" y="820509"/>
                  </a:lnTo>
                  <a:lnTo>
                    <a:pt x="8260852" y="751585"/>
                  </a:lnTo>
                  <a:lnTo>
                    <a:pt x="8227237" y="686636"/>
                  </a:lnTo>
                  <a:lnTo>
                    <a:pt x="8193029" y="625649"/>
                  </a:lnTo>
                  <a:lnTo>
                    <a:pt x="8158019" y="568554"/>
                  </a:lnTo>
                  <a:lnTo>
                    <a:pt x="8151487" y="558488"/>
                  </a:lnTo>
                  <a:lnTo>
                    <a:pt x="8105644" y="492960"/>
                  </a:lnTo>
                  <a:lnTo>
                    <a:pt x="8057480" y="433452"/>
                  </a:lnTo>
                  <a:lnTo>
                    <a:pt x="8006314" y="379715"/>
                  </a:lnTo>
                  <a:lnTo>
                    <a:pt x="7951397" y="331296"/>
                  </a:lnTo>
                  <a:lnTo>
                    <a:pt x="7891963" y="287664"/>
                  </a:lnTo>
                  <a:lnTo>
                    <a:pt x="7827271" y="248285"/>
                  </a:lnTo>
                  <a:lnTo>
                    <a:pt x="7756672" y="212669"/>
                  </a:lnTo>
                  <a:lnTo>
                    <a:pt x="7679686" y="180399"/>
                  </a:lnTo>
                  <a:lnTo>
                    <a:pt x="7596117" y="151141"/>
                  </a:lnTo>
                  <a:lnTo>
                    <a:pt x="7506198" y="124655"/>
                  </a:lnTo>
                  <a:lnTo>
                    <a:pt x="7410743" y="100794"/>
                  </a:lnTo>
                  <a:lnTo>
                    <a:pt x="7311306" y="79500"/>
                  </a:lnTo>
                  <a:lnTo>
                    <a:pt x="7210275" y="60783"/>
                  </a:lnTo>
                  <a:lnTo>
                    <a:pt x="7110853" y="44697"/>
                  </a:lnTo>
                  <a:lnTo>
                    <a:pt x="7016849" y="31294"/>
                  </a:lnTo>
                  <a:lnTo>
                    <a:pt x="6932257" y="20580"/>
                  </a:lnTo>
                  <a:lnTo>
                    <a:pt x="6860656" y="12468"/>
                  </a:lnTo>
                  <a:lnTo>
                    <a:pt x="6804567" y="6751"/>
                  </a:lnTo>
                  <a:lnTo>
                    <a:pt x="6764915" y="3098"/>
                  </a:lnTo>
                  <a:lnTo>
                    <a:pt x="6740775" y="1079"/>
                  </a:lnTo>
                  <a:lnTo>
                    <a:pt x="6729394" y="212"/>
                  </a:lnTo>
                  <a:lnTo>
                    <a:pt x="6726422" y="5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057" y="85"/>
                  </a:lnTo>
                  <a:lnTo>
                    <a:pt x="5248125" y="692"/>
                  </a:lnTo>
                  <a:lnTo>
                    <a:pt x="5233071" y="2370"/>
                  </a:lnTo>
                  <a:lnTo>
                    <a:pt x="5205903" y="5677"/>
                  </a:lnTo>
                  <a:lnTo>
                    <a:pt x="5164899" y="11147"/>
                  </a:lnTo>
                  <a:lnTo>
                    <a:pt x="5109728" y="19240"/>
                  </a:lnTo>
                  <a:lnTo>
                    <a:pt x="5041421" y="30302"/>
                  </a:lnTo>
                  <a:lnTo>
                    <a:pt x="4962149" y="44552"/>
                  </a:lnTo>
                  <a:lnTo>
                    <a:pt x="4874829" y="62078"/>
                  </a:lnTo>
                  <a:lnTo>
                    <a:pt x="4782676" y="82875"/>
                  </a:lnTo>
                  <a:lnTo>
                    <a:pt x="4688780" y="106883"/>
                  </a:lnTo>
                  <a:lnTo>
                    <a:pt x="4595803" y="134038"/>
                  </a:lnTo>
                  <a:lnTo>
                    <a:pt x="4505815" y="164314"/>
                  </a:lnTo>
                  <a:lnTo>
                    <a:pt x="4420252" y="197752"/>
                  </a:lnTo>
                  <a:lnTo>
                    <a:pt x="4339969" y="234479"/>
                  </a:lnTo>
                  <a:lnTo>
                    <a:pt x="4265337" y="274721"/>
                  </a:lnTo>
                  <a:lnTo>
                    <a:pt x="4196354" y="318802"/>
                  </a:lnTo>
                  <a:lnTo>
                    <a:pt x="4132752" y="367144"/>
                  </a:lnTo>
                  <a:lnTo>
                    <a:pt x="4074086" y="420249"/>
                  </a:lnTo>
                  <a:lnTo>
                    <a:pt x="4019809" y="478692"/>
                  </a:lnTo>
                  <a:lnTo>
                    <a:pt x="3969316" y="543080"/>
                  </a:lnTo>
                  <a:lnTo>
                    <a:pt x="3921990" y="614011"/>
                  </a:lnTo>
                  <a:lnTo>
                    <a:pt x="3877235" y="691989"/>
                  </a:lnTo>
                  <a:lnTo>
                    <a:pt x="3834502" y="777299"/>
                  </a:lnTo>
                  <a:lnTo>
                    <a:pt x="3829811" y="787332"/>
                  </a:lnTo>
                  <a:lnTo>
                    <a:pt x="3799549" y="855256"/>
                  </a:lnTo>
                  <a:lnTo>
                    <a:pt x="3769933" y="927191"/>
                  </a:lnTo>
                  <a:lnTo>
                    <a:pt x="3740822" y="1003216"/>
                  </a:lnTo>
                  <a:lnTo>
                    <a:pt x="3712096" y="1083373"/>
                  </a:lnTo>
                  <a:lnTo>
                    <a:pt x="3683654" y="1167656"/>
                  </a:lnTo>
                  <a:lnTo>
                    <a:pt x="3655413" y="1256012"/>
                  </a:lnTo>
                  <a:lnTo>
                    <a:pt x="3627306" y="1348339"/>
                  </a:lnTo>
                  <a:lnTo>
                    <a:pt x="3599277" y="1444479"/>
                  </a:lnTo>
                  <a:lnTo>
                    <a:pt x="3571285" y="1544219"/>
                  </a:lnTo>
                  <a:lnTo>
                    <a:pt x="3543297" y="1647291"/>
                  </a:lnTo>
                  <a:lnTo>
                    <a:pt x="3515293" y="1753374"/>
                  </a:lnTo>
                  <a:lnTo>
                    <a:pt x="3487260" y="1862095"/>
                  </a:lnTo>
                  <a:lnTo>
                    <a:pt x="3459192" y="1973035"/>
                  </a:lnTo>
                  <a:lnTo>
                    <a:pt x="3431092" y="2085735"/>
                  </a:lnTo>
                  <a:lnTo>
                    <a:pt x="3402965" y="2199703"/>
                  </a:lnTo>
                  <a:lnTo>
                    <a:pt x="3374821" y="2314423"/>
                  </a:lnTo>
                  <a:lnTo>
                    <a:pt x="3346672" y="2429364"/>
                  </a:lnTo>
                  <a:lnTo>
                    <a:pt x="3318530" y="2543992"/>
                  </a:lnTo>
                  <a:lnTo>
                    <a:pt x="3290407" y="2657778"/>
                  </a:lnTo>
                  <a:lnTo>
                    <a:pt x="3262312" y="2770209"/>
                  </a:lnTo>
                  <a:lnTo>
                    <a:pt x="3234250" y="2880798"/>
                  </a:lnTo>
                  <a:lnTo>
                    <a:pt x="3206223" y="2989093"/>
                  </a:lnTo>
                  <a:lnTo>
                    <a:pt x="3178222" y="3094683"/>
                  </a:lnTo>
                  <a:lnTo>
                    <a:pt x="3150236" y="3197202"/>
                  </a:lnTo>
                  <a:lnTo>
                    <a:pt x="3122239" y="3296339"/>
                  </a:lnTo>
                  <a:lnTo>
                    <a:pt x="3094201" y="3391836"/>
                  </a:lnTo>
                  <a:lnTo>
                    <a:pt x="3066075" y="3483489"/>
                  </a:lnTo>
                  <a:lnTo>
                    <a:pt x="3037805" y="3571150"/>
                  </a:lnTo>
                  <a:lnTo>
                    <a:pt x="3009320" y="3654724"/>
                  </a:lnTo>
                  <a:lnTo>
                    <a:pt x="2980535" y="3734167"/>
                  </a:lnTo>
                  <a:lnTo>
                    <a:pt x="2951346" y="3809484"/>
                  </a:lnTo>
                  <a:lnTo>
                    <a:pt x="2921630" y="3880721"/>
                  </a:lnTo>
                  <a:lnTo>
                    <a:pt x="2896531" y="3936660"/>
                  </a:lnTo>
                  <a:lnTo>
                    <a:pt x="2853995" y="4022796"/>
                  </a:lnTo>
                  <a:lnTo>
                    <a:pt x="2809493" y="4101588"/>
                  </a:lnTo>
                  <a:lnTo>
                    <a:pt x="2762485" y="4173287"/>
                  </a:lnTo>
                  <a:lnTo>
                    <a:pt x="2712378" y="4238381"/>
                  </a:lnTo>
                  <a:lnTo>
                    <a:pt x="2658555" y="4297460"/>
                  </a:lnTo>
                  <a:lnTo>
                    <a:pt x="2600411" y="4351135"/>
                  </a:lnTo>
                  <a:lnTo>
                    <a:pt x="2537388" y="4399985"/>
                  </a:lnTo>
                  <a:lnTo>
                    <a:pt x="2469026" y="4444522"/>
                  </a:lnTo>
                  <a:lnTo>
                    <a:pt x="2395033" y="4485177"/>
                  </a:lnTo>
                  <a:lnTo>
                    <a:pt x="2315374" y="4522285"/>
                  </a:lnTo>
                  <a:lnTo>
                    <a:pt x="2230372" y="4556084"/>
                  </a:lnTo>
                  <a:lnTo>
                    <a:pt x="2140820" y="4586711"/>
                  </a:lnTo>
                  <a:lnTo>
                    <a:pt x="2048087" y="4614217"/>
                  </a:lnTo>
                  <a:lnTo>
                    <a:pt x="1954172" y="4638581"/>
                  </a:lnTo>
                  <a:lnTo>
                    <a:pt x="1861675" y="4659742"/>
                  </a:lnTo>
                  <a:lnTo>
                    <a:pt x="1773652" y="4677637"/>
                  </a:lnTo>
                  <a:lnTo>
                    <a:pt x="1693321" y="4692252"/>
                  </a:lnTo>
                  <a:lnTo>
                    <a:pt x="1623658" y="4703664"/>
                  </a:lnTo>
                  <a:lnTo>
                    <a:pt x="1566937" y="4712075"/>
                  </a:lnTo>
                  <a:lnTo>
                    <a:pt x="1524333" y="4717818"/>
                  </a:lnTo>
                  <a:lnTo>
                    <a:pt x="1495674" y="4721342"/>
                  </a:lnTo>
                  <a:lnTo>
                    <a:pt x="1479387" y="4723175"/>
                  </a:lnTo>
                  <a:lnTo>
                    <a:pt x="1472615" y="4723875"/>
                  </a:lnTo>
                  <a:lnTo>
                    <a:pt x="1471388" y="4723992"/>
                  </a:lnTo>
                  <a:lnTo>
                    <a:pt x="1471387" y="4723993"/>
                  </a:lnTo>
                  <a:lnTo>
                    <a:pt x="0" y="472399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13" name="pg1313"/>
            <p:cNvSpPr/>
            <p:nvPr/>
          </p:nvSpPr>
          <p:spPr>
            <a:xfrm>
              <a:off x="4799595" y="3508630"/>
              <a:ext cx="11981298" cy="4707647"/>
            </a:xfrm>
            <a:custGeom>
              <a:avLst/>
              <a:pathLst>
                <a:path w="11981298" h="4707647">
                  <a:moveTo>
                    <a:pt x="0" y="4707647"/>
                  </a:moveTo>
                  <a:lnTo>
                    <a:pt x="1471387" y="4707647"/>
                  </a:lnTo>
                  <a:lnTo>
                    <a:pt x="1472287" y="4707562"/>
                  </a:lnTo>
                  <a:lnTo>
                    <a:pt x="1478228" y="4706956"/>
                  </a:lnTo>
                  <a:lnTo>
                    <a:pt x="1493308" y="4705284"/>
                  </a:lnTo>
                  <a:lnTo>
                    <a:pt x="1520518" y="4701988"/>
                  </a:lnTo>
                  <a:lnTo>
                    <a:pt x="1561583" y="4696537"/>
                  </a:lnTo>
                  <a:lnTo>
                    <a:pt x="1616830" y="4688473"/>
                  </a:lnTo>
                  <a:lnTo>
                    <a:pt x="1685223" y="4677450"/>
                  </a:lnTo>
                  <a:lnTo>
                    <a:pt x="1764583" y="4663252"/>
                  </a:lnTo>
                  <a:lnTo>
                    <a:pt x="1851986" y="4645790"/>
                  </a:lnTo>
                  <a:lnTo>
                    <a:pt x="1944210" y="4625072"/>
                  </a:lnTo>
                  <a:lnTo>
                    <a:pt x="2038162" y="4601155"/>
                  </a:lnTo>
                  <a:lnTo>
                    <a:pt x="2131179" y="4574104"/>
                  </a:lnTo>
                  <a:lnTo>
                    <a:pt x="2221192" y="4543945"/>
                  </a:lnTo>
                  <a:lnTo>
                    <a:pt x="2306765" y="4510637"/>
                  </a:lnTo>
                  <a:lnTo>
                    <a:pt x="2387048" y="4474051"/>
                  </a:lnTo>
                  <a:lnTo>
                    <a:pt x="2461672" y="4433962"/>
                  </a:lnTo>
                  <a:lnTo>
                    <a:pt x="2530642" y="4390045"/>
                  </a:lnTo>
                  <a:lnTo>
                    <a:pt x="2594229" y="4341881"/>
                  </a:lnTo>
                  <a:lnTo>
                    <a:pt x="2652878" y="4288966"/>
                  </a:lnTo>
                  <a:lnTo>
                    <a:pt x="2707141" y="4230730"/>
                  </a:lnTo>
                  <a:lnTo>
                    <a:pt x="2757622" y="4166564"/>
                  </a:lnTo>
                  <a:lnTo>
                    <a:pt x="2804939" y="4095875"/>
                  </a:lnTo>
                  <a:lnTo>
                    <a:pt x="2849690" y="4018163"/>
                  </a:lnTo>
                  <a:lnTo>
                    <a:pt x="2892424" y="3933146"/>
                  </a:lnTo>
                  <a:lnTo>
                    <a:pt x="2896531" y="3924401"/>
                  </a:lnTo>
                  <a:lnTo>
                    <a:pt x="2926865" y="3856662"/>
                  </a:lnTo>
                  <a:lnTo>
                    <a:pt x="2956549" y="3784915"/>
                  </a:lnTo>
                  <a:lnTo>
                    <a:pt x="2985728" y="3709079"/>
                  </a:lnTo>
                  <a:lnTo>
                    <a:pt x="3014520" y="3629113"/>
                  </a:lnTo>
                  <a:lnTo>
                    <a:pt x="3043027" y="3545023"/>
                  </a:lnTo>
                  <a:lnTo>
                    <a:pt x="3071333" y="3456861"/>
                  </a:lnTo>
                  <a:lnTo>
                    <a:pt x="3099506" y="3364733"/>
                  </a:lnTo>
                  <a:lnTo>
                    <a:pt x="3127601" y="3268797"/>
                  </a:lnTo>
                  <a:lnTo>
                    <a:pt x="3155660" y="3169267"/>
                  </a:lnTo>
                  <a:lnTo>
                    <a:pt x="3183715" y="3066412"/>
                  </a:lnTo>
                  <a:lnTo>
                    <a:pt x="3211787" y="2960556"/>
                  </a:lnTo>
                  <a:lnTo>
                    <a:pt x="3239888" y="2852074"/>
                  </a:lnTo>
                  <a:lnTo>
                    <a:pt x="3268024" y="2741387"/>
                  </a:lnTo>
                  <a:lnTo>
                    <a:pt x="3296192" y="2628955"/>
                  </a:lnTo>
                  <a:lnTo>
                    <a:pt x="3324387" y="2515272"/>
                  </a:lnTo>
                  <a:lnTo>
                    <a:pt x="3352599" y="2400857"/>
                  </a:lnTo>
                  <a:lnTo>
                    <a:pt x="3380816" y="2286241"/>
                  </a:lnTo>
                  <a:lnTo>
                    <a:pt x="3409025" y="2171960"/>
                  </a:lnTo>
                  <a:lnTo>
                    <a:pt x="3437214" y="2058543"/>
                  </a:lnTo>
                  <a:lnTo>
                    <a:pt x="3465375" y="1946503"/>
                  </a:lnTo>
                  <a:lnTo>
                    <a:pt x="3493502" y="1836326"/>
                  </a:lnTo>
                  <a:lnTo>
                    <a:pt x="3521595" y="1728465"/>
                  </a:lnTo>
                  <a:lnTo>
                    <a:pt x="3549661" y="1623328"/>
                  </a:lnTo>
                  <a:lnTo>
                    <a:pt x="3577714" y="1521279"/>
                  </a:lnTo>
                  <a:lnTo>
                    <a:pt x="3605779" y="1422626"/>
                  </a:lnTo>
                  <a:lnTo>
                    <a:pt x="3633889" y="1327627"/>
                  </a:lnTo>
                  <a:lnTo>
                    <a:pt x="3662090" y="1236480"/>
                  </a:lnTo>
                  <a:lnTo>
                    <a:pt x="3690439" y="1149331"/>
                  </a:lnTo>
                  <a:lnTo>
                    <a:pt x="3719009" y="1066272"/>
                  </a:lnTo>
                  <a:lnTo>
                    <a:pt x="3747888" y="987343"/>
                  </a:lnTo>
                  <a:lnTo>
                    <a:pt x="3777181" y="912537"/>
                  </a:lnTo>
                  <a:lnTo>
                    <a:pt x="3807014" y="841804"/>
                  </a:lnTo>
                  <a:lnTo>
                    <a:pt x="3829811" y="791418"/>
                  </a:lnTo>
                  <a:lnTo>
                    <a:pt x="3872373" y="705682"/>
                  </a:lnTo>
                  <a:lnTo>
                    <a:pt x="3916903" y="627260"/>
                  </a:lnTo>
                  <a:lnTo>
                    <a:pt x="3963942" y="555901"/>
                  </a:lnTo>
                  <a:lnTo>
                    <a:pt x="4014085" y="491120"/>
                  </a:lnTo>
                  <a:lnTo>
                    <a:pt x="4067949" y="432328"/>
                  </a:lnTo>
                  <a:lnTo>
                    <a:pt x="4126142" y="378917"/>
                  </a:lnTo>
                  <a:lnTo>
                    <a:pt x="4189221" y="330310"/>
                  </a:lnTo>
                  <a:lnTo>
                    <a:pt x="4257647" y="285996"/>
                  </a:lnTo>
                  <a:lnTo>
                    <a:pt x="4331711" y="245546"/>
                  </a:lnTo>
                  <a:lnTo>
                    <a:pt x="4411447" y="208628"/>
                  </a:lnTo>
                  <a:lnTo>
                    <a:pt x="4496530" y="175005"/>
                  </a:lnTo>
                  <a:lnTo>
                    <a:pt x="4586160" y="144540"/>
                  </a:lnTo>
                  <a:lnTo>
                    <a:pt x="4678963" y="117183"/>
                  </a:lnTo>
                  <a:lnTo>
                    <a:pt x="4772932" y="92956"/>
                  </a:lnTo>
                  <a:lnTo>
                    <a:pt x="4865458" y="71920"/>
                  </a:lnTo>
                  <a:lnTo>
                    <a:pt x="4953478" y="54137"/>
                  </a:lnTo>
                  <a:lnTo>
                    <a:pt x="5033766" y="39621"/>
                  </a:lnTo>
                  <a:lnTo>
                    <a:pt x="5103348" y="28293"/>
                  </a:lnTo>
                  <a:lnTo>
                    <a:pt x="5159954" y="19952"/>
                  </a:lnTo>
                  <a:lnTo>
                    <a:pt x="5202420" y="14263"/>
                  </a:lnTo>
                  <a:lnTo>
                    <a:pt x="5230937" y="10778"/>
                  </a:lnTo>
                  <a:lnTo>
                    <a:pt x="5247095" y="8971"/>
                  </a:lnTo>
                  <a:lnTo>
                    <a:pt x="5253770" y="8285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421" y="8257"/>
                  </a:lnTo>
                  <a:lnTo>
                    <a:pt x="6734522" y="8859"/>
                  </a:lnTo>
                  <a:lnTo>
                    <a:pt x="6752450" y="10521"/>
                  </a:lnTo>
                  <a:lnTo>
                    <a:pt x="6784574" y="13796"/>
                  </a:lnTo>
                  <a:lnTo>
                    <a:pt x="6832602" y="19196"/>
                  </a:lnTo>
                  <a:lnTo>
                    <a:pt x="6896445" y="27148"/>
                  </a:lnTo>
                  <a:lnTo>
                    <a:pt x="6974337" y="37949"/>
                  </a:lnTo>
                  <a:lnTo>
                    <a:pt x="7063231" y="51760"/>
                  </a:lnTo>
                  <a:lnTo>
                    <a:pt x="7159376" y="68620"/>
                  </a:lnTo>
                  <a:lnTo>
                    <a:pt x="7258934" y="88488"/>
                  </a:lnTo>
                  <a:lnTo>
                    <a:pt x="7358464" y="111299"/>
                  </a:lnTo>
                  <a:lnTo>
                    <a:pt x="7455229" y="137011"/>
                  </a:lnTo>
                  <a:lnTo>
                    <a:pt x="7547301" y="165645"/>
                  </a:lnTo>
                  <a:lnTo>
                    <a:pt x="7633518" y="197310"/>
                  </a:lnTo>
                  <a:lnTo>
                    <a:pt x="7713360" y="232216"/>
                  </a:lnTo>
                  <a:lnTo>
                    <a:pt x="7786801" y="270677"/>
                  </a:lnTo>
                  <a:lnTo>
                    <a:pt x="7854162" y="313107"/>
                  </a:lnTo>
                  <a:lnTo>
                    <a:pt x="7915985" y="360010"/>
                  </a:lnTo>
                  <a:lnTo>
                    <a:pt x="7972944" y="411957"/>
                  </a:lnTo>
                  <a:lnTo>
                    <a:pt x="8025771" y="469553"/>
                  </a:lnTo>
                  <a:lnTo>
                    <a:pt x="8075206" y="533371"/>
                  </a:lnTo>
                  <a:lnTo>
                    <a:pt x="8121954" y="603855"/>
                  </a:lnTo>
                  <a:lnTo>
                    <a:pt x="8151487" y="653839"/>
                  </a:lnTo>
                  <a:lnTo>
                    <a:pt x="8184548" y="714927"/>
                  </a:lnTo>
                  <a:lnTo>
                    <a:pt x="8216853" y="779957"/>
                  </a:lnTo>
                  <a:lnTo>
                    <a:pt x="8248583" y="849010"/>
                  </a:lnTo>
                  <a:lnTo>
                    <a:pt x="8279888" y="922117"/>
                  </a:lnTo>
                  <a:lnTo>
                    <a:pt x="8310892" y="999257"/>
                  </a:lnTo>
                  <a:lnTo>
                    <a:pt x="8341695" y="1080352"/>
                  </a:lnTo>
                  <a:lnTo>
                    <a:pt x="8372377" y="1165260"/>
                  </a:lnTo>
                  <a:lnTo>
                    <a:pt x="8402999" y="1253776"/>
                  </a:lnTo>
                  <a:lnTo>
                    <a:pt x="8433608" y="1345631"/>
                  </a:lnTo>
                  <a:lnTo>
                    <a:pt x="8464233" y="1440491"/>
                  </a:lnTo>
                  <a:lnTo>
                    <a:pt x="8494891" y="1537963"/>
                  </a:lnTo>
                  <a:lnTo>
                    <a:pt x="8525591" y="1637597"/>
                  </a:lnTo>
                  <a:lnTo>
                    <a:pt x="8556329" y="1738899"/>
                  </a:lnTo>
                  <a:lnTo>
                    <a:pt x="8587097" y="1841336"/>
                  </a:lnTo>
                  <a:lnTo>
                    <a:pt x="8617881" y="1944350"/>
                  </a:lnTo>
                  <a:lnTo>
                    <a:pt x="8648665" y="2047368"/>
                  </a:lnTo>
                  <a:lnTo>
                    <a:pt x="8679433" y="2149818"/>
                  </a:lnTo>
                  <a:lnTo>
                    <a:pt x="8710172" y="2251143"/>
                  </a:lnTo>
                  <a:lnTo>
                    <a:pt x="8740872" y="2350808"/>
                  </a:lnTo>
                  <a:lnTo>
                    <a:pt x="8771531" y="2448318"/>
                  </a:lnTo>
                  <a:lnTo>
                    <a:pt x="8802156" y="2543223"/>
                  </a:lnTo>
                  <a:lnTo>
                    <a:pt x="8832765" y="2635129"/>
                  </a:lnTo>
                  <a:lnTo>
                    <a:pt x="8863387" y="2723700"/>
                  </a:lnTo>
                  <a:lnTo>
                    <a:pt x="8894068" y="2808668"/>
                  </a:lnTo>
                  <a:lnTo>
                    <a:pt x="8924868" y="2889825"/>
                  </a:lnTo>
                  <a:lnTo>
                    <a:pt x="8955868" y="2967029"/>
                  </a:lnTo>
                  <a:lnTo>
                    <a:pt x="8987167" y="3040201"/>
                  </a:lnTo>
                  <a:lnTo>
                    <a:pt x="9018889" y="3109318"/>
                  </a:lnTo>
                  <a:lnTo>
                    <a:pt x="9051184" y="3174412"/>
                  </a:lnTo>
                  <a:lnTo>
                    <a:pt x="9084232" y="3235562"/>
                  </a:lnTo>
                  <a:lnTo>
                    <a:pt x="9084767" y="3236507"/>
                  </a:lnTo>
                  <a:lnTo>
                    <a:pt x="9130098" y="3311476"/>
                  </a:lnTo>
                  <a:lnTo>
                    <a:pt x="9177694" y="3379633"/>
                  </a:lnTo>
                  <a:lnTo>
                    <a:pt x="9228212" y="3441255"/>
                  </a:lnTo>
                  <a:lnTo>
                    <a:pt x="9282374" y="3496842"/>
                  </a:lnTo>
                  <a:lnTo>
                    <a:pt x="9340923" y="3546989"/>
                  </a:lnTo>
                  <a:lnTo>
                    <a:pt x="9404578" y="3592294"/>
                  </a:lnTo>
                  <a:lnTo>
                    <a:pt x="9473975" y="3633307"/>
                  </a:lnTo>
                  <a:lnTo>
                    <a:pt x="9549594" y="3670505"/>
                  </a:lnTo>
                  <a:lnTo>
                    <a:pt x="9631651" y="3704267"/>
                  </a:lnTo>
                  <a:lnTo>
                    <a:pt x="9719967" y="3734872"/>
                  </a:lnTo>
                  <a:lnTo>
                    <a:pt x="9813819" y="3762495"/>
                  </a:lnTo>
                  <a:lnTo>
                    <a:pt x="9911793" y="3787212"/>
                  </a:lnTo>
                  <a:lnTo>
                    <a:pt x="10011680" y="3809019"/>
                  </a:lnTo>
                  <a:lnTo>
                    <a:pt x="10110482" y="3827861"/>
                  </a:lnTo>
                  <a:lnTo>
                    <a:pt x="10204577" y="3843675"/>
                  </a:lnTo>
                  <a:lnTo>
                    <a:pt x="10290091" y="3856442"/>
                  </a:lnTo>
                  <a:lnTo>
                    <a:pt x="10363447" y="3866240"/>
                  </a:lnTo>
                  <a:lnTo>
                    <a:pt x="10421976" y="3873274"/>
                  </a:lnTo>
                  <a:lnTo>
                    <a:pt x="10464460" y="3877890"/>
                  </a:lnTo>
                  <a:lnTo>
                    <a:pt x="10491426" y="3880550"/>
                  </a:lnTo>
                  <a:lnTo>
                    <a:pt x="10505177" y="3881786"/>
                  </a:lnTo>
                  <a:lnTo>
                    <a:pt x="10509600" y="3882150"/>
                  </a:lnTo>
                  <a:lnTo>
                    <a:pt x="10509911" y="3882174"/>
                  </a:lnTo>
                  <a:lnTo>
                    <a:pt x="11981298" y="3882174"/>
                  </a:lnTo>
                  <a:lnTo>
                    <a:pt x="11981298" y="3874001"/>
                  </a:lnTo>
                  <a:lnTo>
                    <a:pt x="10509911" y="3874001"/>
                  </a:lnTo>
                  <a:lnTo>
                    <a:pt x="10508832" y="3873916"/>
                  </a:lnTo>
                  <a:lnTo>
                    <a:pt x="10501731" y="3873315"/>
                  </a:lnTo>
                  <a:lnTo>
                    <a:pt x="10483804" y="3871652"/>
                  </a:lnTo>
                  <a:lnTo>
                    <a:pt x="10451679" y="3868377"/>
                  </a:lnTo>
                  <a:lnTo>
                    <a:pt x="10403651" y="3862977"/>
                  </a:lnTo>
                  <a:lnTo>
                    <a:pt x="10339808" y="3855026"/>
                  </a:lnTo>
                  <a:lnTo>
                    <a:pt x="10261916" y="3844224"/>
                  </a:lnTo>
                  <a:lnTo>
                    <a:pt x="10173022" y="3830413"/>
                  </a:lnTo>
                  <a:lnTo>
                    <a:pt x="10076877" y="3813554"/>
                  </a:lnTo>
                  <a:lnTo>
                    <a:pt x="9977320" y="3793685"/>
                  </a:lnTo>
                  <a:lnTo>
                    <a:pt x="9877790" y="3770874"/>
                  </a:lnTo>
                  <a:lnTo>
                    <a:pt x="9781024" y="3745162"/>
                  </a:lnTo>
                  <a:lnTo>
                    <a:pt x="9688952" y="3716528"/>
                  </a:lnTo>
                  <a:lnTo>
                    <a:pt x="9602736" y="3684863"/>
                  </a:lnTo>
                  <a:lnTo>
                    <a:pt x="9522893" y="3649957"/>
                  </a:lnTo>
                  <a:lnTo>
                    <a:pt x="9449452" y="3611497"/>
                  </a:lnTo>
                  <a:lnTo>
                    <a:pt x="9382091" y="3569067"/>
                  </a:lnTo>
                  <a:lnTo>
                    <a:pt x="9320268" y="3522164"/>
                  </a:lnTo>
                  <a:lnTo>
                    <a:pt x="9263309" y="3470216"/>
                  </a:lnTo>
                  <a:lnTo>
                    <a:pt x="9210483" y="3412620"/>
                  </a:lnTo>
                  <a:lnTo>
                    <a:pt x="9161048" y="3348802"/>
                  </a:lnTo>
                  <a:lnTo>
                    <a:pt x="9114300" y="3278319"/>
                  </a:lnTo>
                  <a:lnTo>
                    <a:pt x="9084767" y="3228334"/>
                  </a:lnTo>
                  <a:lnTo>
                    <a:pt x="9051705" y="3167246"/>
                  </a:lnTo>
                  <a:lnTo>
                    <a:pt x="9019400" y="3102216"/>
                  </a:lnTo>
                  <a:lnTo>
                    <a:pt x="8987670" y="3033163"/>
                  </a:lnTo>
                  <a:lnTo>
                    <a:pt x="8956365" y="2960056"/>
                  </a:lnTo>
                  <a:lnTo>
                    <a:pt x="8925362" y="2882916"/>
                  </a:lnTo>
                  <a:lnTo>
                    <a:pt x="8894559" y="2801821"/>
                  </a:lnTo>
                  <a:lnTo>
                    <a:pt x="8863877" y="2716913"/>
                  </a:lnTo>
                  <a:lnTo>
                    <a:pt x="8833254" y="2628397"/>
                  </a:lnTo>
                  <a:lnTo>
                    <a:pt x="8802645" y="2536542"/>
                  </a:lnTo>
                  <a:lnTo>
                    <a:pt x="8772021" y="2441682"/>
                  </a:lnTo>
                  <a:lnTo>
                    <a:pt x="8741362" y="2344211"/>
                  </a:lnTo>
                  <a:lnTo>
                    <a:pt x="8710662" y="2244576"/>
                  </a:lnTo>
                  <a:lnTo>
                    <a:pt x="8679924" y="2143274"/>
                  </a:lnTo>
                  <a:lnTo>
                    <a:pt x="8649156" y="2040837"/>
                  </a:lnTo>
                  <a:lnTo>
                    <a:pt x="8618372" y="1937823"/>
                  </a:lnTo>
                  <a:lnTo>
                    <a:pt x="8587588" y="1834806"/>
                  </a:lnTo>
                  <a:lnTo>
                    <a:pt x="8556820" y="1732355"/>
                  </a:lnTo>
                  <a:lnTo>
                    <a:pt x="8526081" y="1631030"/>
                  </a:lnTo>
                  <a:lnTo>
                    <a:pt x="8495381" y="1531365"/>
                  </a:lnTo>
                  <a:lnTo>
                    <a:pt x="8464722" y="1433855"/>
                  </a:lnTo>
                  <a:lnTo>
                    <a:pt x="8434097" y="1338950"/>
                  </a:lnTo>
                  <a:lnTo>
                    <a:pt x="8403488" y="1247045"/>
                  </a:lnTo>
                  <a:lnTo>
                    <a:pt x="8372866" y="1158473"/>
                  </a:lnTo>
                  <a:lnTo>
                    <a:pt x="8342185" y="1073505"/>
                  </a:lnTo>
                  <a:lnTo>
                    <a:pt x="8311385" y="992349"/>
                  </a:lnTo>
                  <a:lnTo>
                    <a:pt x="8280385" y="915144"/>
                  </a:lnTo>
                  <a:lnTo>
                    <a:pt x="8249086" y="841973"/>
                  </a:lnTo>
                  <a:lnTo>
                    <a:pt x="8217364" y="772855"/>
                  </a:lnTo>
                  <a:lnTo>
                    <a:pt x="8185069" y="707762"/>
                  </a:lnTo>
                  <a:lnTo>
                    <a:pt x="8152022" y="646612"/>
                  </a:lnTo>
                  <a:lnTo>
                    <a:pt x="8151487" y="645666"/>
                  </a:lnTo>
                  <a:lnTo>
                    <a:pt x="8106155" y="570698"/>
                  </a:lnTo>
                  <a:lnTo>
                    <a:pt x="8058560" y="502540"/>
                  </a:lnTo>
                  <a:lnTo>
                    <a:pt x="8008041" y="440919"/>
                  </a:lnTo>
                  <a:lnTo>
                    <a:pt x="7953879" y="385331"/>
                  </a:lnTo>
                  <a:lnTo>
                    <a:pt x="7895330" y="335184"/>
                  </a:lnTo>
                  <a:lnTo>
                    <a:pt x="7831676" y="289879"/>
                  </a:lnTo>
                  <a:lnTo>
                    <a:pt x="7762278" y="248866"/>
                  </a:lnTo>
                  <a:lnTo>
                    <a:pt x="7686659" y="211668"/>
                  </a:lnTo>
                  <a:lnTo>
                    <a:pt x="7604602" y="177906"/>
                  </a:lnTo>
                  <a:lnTo>
                    <a:pt x="7516287" y="147301"/>
                  </a:lnTo>
                  <a:lnTo>
                    <a:pt x="7422434" y="119678"/>
                  </a:lnTo>
                  <a:lnTo>
                    <a:pt x="7324460" y="94961"/>
                  </a:lnTo>
                  <a:lnTo>
                    <a:pt x="7224573" y="73154"/>
                  </a:lnTo>
                  <a:lnTo>
                    <a:pt x="7125771" y="54312"/>
                  </a:lnTo>
                  <a:lnTo>
                    <a:pt x="7031677" y="38498"/>
                  </a:lnTo>
                  <a:lnTo>
                    <a:pt x="6946162" y="25731"/>
                  </a:lnTo>
                  <a:lnTo>
                    <a:pt x="6872807" y="15934"/>
                  </a:lnTo>
                  <a:lnTo>
                    <a:pt x="6814277" y="8899"/>
                  </a:lnTo>
                  <a:lnTo>
                    <a:pt x="6771794" y="4283"/>
                  </a:lnTo>
                  <a:lnTo>
                    <a:pt x="6744827" y="1623"/>
                  </a:lnTo>
                  <a:lnTo>
                    <a:pt x="6731076" y="387"/>
                  </a:lnTo>
                  <a:lnTo>
                    <a:pt x="6726654" y="23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056" y="85"/>
                  </a:lnTo>
                  <a:lnTo>
                    <a:pt x="5248114" y="690"/>
                  </a:lnTo>
                  <a:lnTo>
                    <a:pt x="5233034" y="2362"/>
                  </a:lnTo>
                  <a:lnTo>
                    <a:pt x="5205824" y="5658"/>
                  </a:lnTo>
                  <a:lnTo>
                    <a:pt x="5164759" y="11109"/>
                  </a:lnTo>
                  <a:lnTo>
                    <a:pt x="5109512" y="19173"/>
                  </a:lnTo>
                  <a:lnTo>
                    <a:pt x="5041119" y="30196"/>
                  </a:lnTo>
                  <a:lnTo>
                    <a:pt x="4961759" y="44394"/>
                  </a:lnTo>
                  <a:lnTo>
                    <a:pt x="4874357" y="61856"/>
                  </a:lnTo>
                  <a:lnTo>
                    <a:pt x="4782132" y="82574"/>
                  </a:lnTo>
                  <a:lnTo>
                    <a:pt x="4688180" y="106491"/>
                  </a:lnTo>
                  <a:lnTo>
                    <a:pt x="4595163" y="133542"/>
                  </a:lnTo>
                  <a:lnTo>
                    <a:pt x="4505151" y="163701"/>
                  </a:lnTo>
                  <a:lnTo>
                    <a:pt x="4419577" y="197009"/>
                  </a:lnTo>
                  <a:lnTo>
                    <a:pt x="4339294" y="233595"/>
                  </a:lnTo>
                  <a:lnTo>
                    <a:pt x="4264670" y="273684"/>
                  </a:lnTo>
                  <a:lnTo>
                    <a:pt x="4195700" y="317601"/>
                  </a:lnTo>
                  <a:lnTo>
                    <a:pt x="4132113" y="365765"/>
                  </a:lnTo>
                  <a:lnTo>
                    <a:pt x="4073464" y="418680"/>
                  </a:lnTo>
                  <a:lnTo>
                    <a:pt x="4019202" y="476916"/>
                  </a:lnTo>
                  <a:lnTo>
                    <a:pt x="3968720" y="541082"/>
                  </a:lnTo>
                  <a:lnTo>
                    <a:pt x="3921403" y="611771"/>
                  </a:lnTo>
                  <a:lnTo>
                    <a:pt x="3876652" y="689483"/>
                  </a:lnTo>
                  <a:lnTo>
                    <a:pt x="3833918" y="774500"/>
                  </a:lnTo>
                  <a:lnTo>
                    <a:pt x="3829811" y="783245"/>
                  </a:lnTo>
                  <a:lnTo>
                    <a:pt x="3799477" y="850984"/>
                  </a:lnTo>
                  <a:lnTo>
                    <a:pt x="3769793" y="922731"/>
                  </a:lnTo>
                  <a:lnTo>
                    <a:pt x="3740614" y="998567"/>
                  </a:lnTo>
                  <a:lnTo>
                    <a:pt x="3711822" y="1078533"/>
                  </a:lnTo>
                  <a:lnTo>
                    <a:pt x="3683315" y="1162623"/>
                  </a:lnTo>
                  <a:lnTo>
                    <a:pt x="3655009" y="1250785"/>
                  </a:lnTo>
                  <a:lnTo>
                    <a:pt x="3626836" y="1342913"/>
                  </a:lnTo>
                  <a:lnTo>
                    <a:pt x="3598741" y="1438849"/>
                  </a:lnTo>
                  <a:lnTo>
                    <a:pt x="3570682" y="1538379"/>
                  </a:lnTo>
                  <a:lnTo>
                    <a:pt x="3542627" y="1641234"/>
                  </a:lnTo>
                  <a:lnTo>
                    <a:pt x="3514555" y="1747090"/>
                  </a:lnTo>
                  <a:lnTo>
                    <a:pt x="3486454" y="1855572"/>
                  </a:lnTo>
                  <a:lnTo>
                    <a:pt x="3458319" y="1966259"/>
                  </a:lnTo>
                  <a:lnTo>
                    <a:pt x="3430150" y="2078691"/>
                  </a:lnTo>
                  <a:lnTo>
                    <a:pt x="3401955" y="2192374"/>
                  </a:lnTo>
                  <a:lnTo>
                    <a:pt x="3373743" y="2306789"/>
                  </a:lnTo>
                  <a:lnTo>
                    <a:pt x="3345526" y="2421405"/>
                  </a:lnTo>
                  <a:lnTo>
                    <a:pt x="3317317" y="2535686"/>
                  </a:lnTo>
                  <a:lnTo>
                    <a:pt x="3289128" y="2649103"/>
                  </a:lnTo>
                  <a:lnTo>
                    <a:pt x="3260967" y="2761143"/>
                  </a:lnTo>
                  <a:lnTo>
                    <a:pt x="3232841" y="2871320"/>
                  </a:lnTo>
                  <a:lnTo>
                    <a:pt x="3204747" y="2979181"/>
                  </a:lnTo>
                  <a:lnTo>
                    <a:pt x="3176681" y="3084318"/>
                  </a:lnTo>
                  <a:lnTo>
                    <a:pt x="3148628" y="3186367"/>
                  </a:lnTo>
                  <a:lnTo>
                    <a:pt x="3120563" y="3285020"/>
                  </a:lnTo>
                  <a:lnTo>
                    <a:pt x="3092453" y="3380019"/>
                  </a:lnTo>
                  <a:lnTo>
                    <a:pt x="3064253" y="3471166"/>
                  </a:lnTo>
                  <a:lnTo>
                    <a:pt x="3035903" y="3558315"/>
                  </a:lnTo>
                  <a:lnTo>
                    <a:pt x="3007333" y="3641374"/>
                  </a:lnTo>
                  <a:lnTo>
                    <a:pt x="2978454" y="3720303"/>
                  </a:lnTo>
                  <a:lnTo>
                    <a:pt x="2949161" y="3795109"/>
                  </a:lnTo>
                  <a:lnTo>
                    <a:pt x="2919328" y="3865842"/>
                  </a:lnTo>
                  <a:lnTo>
                    <a:pt x="2896531" y="3916228"/>
                  </a:lnTo>
                  <a:lnTo>
                    <a:pt x="2853969" y="4001964"/>
                  </a:lnTo>
                  <a:lnTo>
                    <a:pt x="2809440" y="4080386"/>
                  </a:lnTo>
                  <a:lnTo>
                    <a:pt x="2762400" y="4151745"/>
                  </a:lnTo>
                  <a:lnTo>
                    <a:pt x="2712257" y="4216526"/>
                  </a:lnTo>
                  <a:lnTo>
                    <a:pt x="2658393" y="4275318"/>
                  </a:lnTo>
                  <a:lnTo>
                    <a:pt x="2600201" y="4328729"/>
                  </a:lnTo>
                  <a:lnTo>
                    <a:pt x="2537121" y="4377336"/>
                  </a:lnTo>
                  <a:lnTo>
                    <a:pt x="2468695" y="4421650"/>
                  </a:lnTo>
                  <a:lnTo>
                    <a:pt x="2394632" y="4462100"/>
                  </a:lnTo>
                  <a:lnTo>
                    <a:pt x="2314895" y="4499018"/>
                  </a:lnTo>
                  <a:lnTo>
                    <a:pt x="2229813" y="4532641"/>
                  </a:lnTo>
                  <a:lnTo>
                    <a:pt x="2140182" y="4563106"/>
                  </a:lnTo>
                  <a:lnTo>
                    <a:pt x="2047380" y="4590463"/>
                  </a:lnTo>
                  <a:lnTo>
                    <a:pt x="1953410" y="4614690"/>
                  </a:lnTo>
                  <a:lnTo>
                    <a:pt x="1860884" y="4635726"/>
                  </a:lnTo>
                  <a:lnTo>
                    <a:pt x="1772864" y="4653509"/>
                  </a:lnTo>
                  <a:lnTo>
                    <a:pt x="1692576" y="4668025"/>
                  </a:lnTo>
                  <a:lnTo>
                    <a:pt x="1622994" y="4679353"/>
                  </a:lnTo>
                  <a:lnTo>
                    <a:pt x="1566388" y="4687694"/>
                  </a:lnTo>
                  <a:lnTo>
                    <a:pt x="1523922" y="4693383"/>
                  </a:lnTo>
                  <a:lnTo>
                    <a:pt x="1495405" y="4696868"/>
                  </a:lnTo>
                  <a:lnTo>
                    <a:pt x="1479248" y="4698675"/>
                  </a:lnTo>
                  <a:lnTo>
                    <a:pt x="1472573" y="4699361"/>
                  </a:lnTo>
                  <a:lnTo>
                    <a:pt x="1471387" y="4699474"/>
                  </a:lnTo>
                  <a:lnTo>
                    <a:pt x="0" y="4699474"/>
                  </a:lnTo>
                  <a:close/>
                </a:path>
              </a:pathLst>
            </a:custGeom>
            <a:solidFill>
              <a:srgbClr val="67C1B3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314" name="pl1314"/>
            <p:cNvSpPr/>
            <p:nvPr/>
          </p:nvSpPr>
          <p:spPr>
            <a:xfrm>
              <a:off x="4799595" y="3516803"/>
              <a:ext cx="11981298" cy="4699474"/>
            </a:xfrm>
            <a:custGeom>
              <a:avLst/>
              <a:pathLst>
                <a:path w="11981298" h="4699474">
                  <a:moveTo>
                    <a:pt x="0" y="4699474"/>
                  </a:moveTo>
                  <a:lnTo>
                    <a:pt x="1471387" y="4699474"/>
                  </a:lnTo>
                  <a:lnTo>
                    <a:pt x="1472287" y="4699389"/>
                  </a:lnTo>
                  <a:lnTo>
                    <a:pt x="1478228" y="4698783"/>
                  </a:lnTo>
                  <a:lnTo>
                    <a:pt x="1493308" y="4697111"/>
                  </a:lnTo>
                  <a:lnTo>
                    <a:pt x="1520518" y="4693815"/>
                  </a:lnTo>
                  <a:lnTo>
                    <a:pt x="1561583" y="4688364"/>
                  </a:lnTo>
                  <a:lnTo>
                    <a:pt x="1616830" y="4680300"/>
                  </a:lnTo>
                  <a:lnTo>
                    <a:pt x="1685223" y="4669277"/>
                  </a:lnTo>
                  <a:lnTo>
                    <a:pt x="1764583" y="4655079"/>
                  </a:lnTo>
                  <a:lnTo>
                    <a:pt x="1851986" y="4637617"/>
                  </a:lnTo>
                  <a:lnTo>
                    <a:pt x="1944210" y="4616899"/>
                  </a:lnTo>
                  <a:lnTo>
                    <a:pt x="2038162" y="4592982"/>
                  </a:lnTo>
                  <a:lnTo>
                    <a:pt x="2131179" y="4565931"/>
                  </a:lnTo>
                  <a:lnTo>
                    <a:pt x="2221192" y="4535772"/>
                  </a:lnTo>
                  <a:lnTo>
                    <a:pt x="2306765" y="4502464"/>
                  </a:lnTo>
                  <a:lnTo>
                    <a:pt x="2387048" y="4465878"/>
                  </a:lnTo>
                  <a:lnTo>
                    <a:pt x="2461672" y="4425789"/>
                  </a:lnTo>
                  <a:lnTo>
                    <a:pt x="2530642" y="4381872"/>
                  </a:lnTo>
                  <a:lnTo>
                    <a:pt x="2594229" y="4333708"/>
                  </a:lnTo>
                  <a:lnTo>
                    <a:pt x="2652878" y="4280793"/>
                  </a:lnTo>
                  <a:lnTo>
                    <a:pt x="2707141" y="4222557"/>
                  </a:lnTo>
                  <a:lnTo>
                    <a:pt x="2757622" y="4158391"/>
                  </a:lnTo>
                  <a:lnTo>
                    <a:pt x="2804939" y="4087702"/>
                  </a:lnTo>
                  <a:lnTo>
                    <a:pt x="2849690" y="4009990"/>
                  </a:lnTo>
                  <a:lnTo>
                    <a:pt x="2892424" y="3924973"/>
                  </a:lnTo>
                  <a:lnTo>
                    <a:pt x="2896531" y="3916228"/>
                  </a:lnTo>
                  <a:lnTo>
                    <a:pt x="2926865" y="3848489"/>
                  </a:lnTo>
                  <a:lnTo>
                    <a:pt x="2956549" y="3776742"/>
                  </a:lnTo>
                  <a:lnTo>
                    <a:pt x="2985728" y="3700906"/>
                  </a:lnTo>
                  <a:lnTo>
                    <a:pt x="3014520" y="3620940"/>
                  </a:lnTo>
                  <a:lnTo>
                    <a:pt x="3043027" y="3536850"/>
                  </a:lnTo>
                  <a:lnTo>
                    <a:pt x="3071333" y="3448688"/>
                  </a:lnTo>
                  <a:lnTo>
                    <a:pt x="3099506" y="3356560"/>
                  </a:lnTo>
                  <a:lnTo>
                    <a:pt x="3127601" y="3260624"/>
                  </a:lnTo>
                  <a:lnTo>
                    <a:pt x="3155660" y="3161094"/>
                  </a:lnTo>
                  <a:lnTo>
                    <a:pt x="3183715" y="3058239"/>
                  </a:lnTo>
                  <a:lnTo>
                    <a:pt x="3211787" y="2952383"/>
                  </a:lnTo>
                  <a:lnTo>
                    <a:pt x="3239888" y="2843901"/>
                  </a:lnTo>
                  <a:lnTo>
                    <a:pt x="3268024" y="2733214"/>
                  </a:lnTo>
                  <a:lnTo>
                    <a:pt x="3296192" y="2620782"/>
                  </a:lnTo>
                  <a:lnTo>
                    <a:pt x="3324387" y="2507099"/>
                  </a:lnTo>
                  <a:lnTo>
                    <a:pt x="3352599" y="2392684"/>
                  </a:lnTo>
                  <a:lnTo>
                    <a:pt x="3380816" y="2278068"/>
                  </a:lnTo>
                  <a:lnTo>
                    <a:pt x="3409025" y="2163787"/>
                  </a:lnTo>
                  <a:lnTo>
                    <a:pt x="3437214" y="2050370"/>
                  </a:lnTo>
                  <a:lnTo>
                    <a:pt x="3465375" y="1938330"/>
                  </a:lnTo>
                  <a:lnTo>
                    <a:pt x="3493502" y="1828153"/>
                  </a:lnTo>
                  <a:lnTo>
                    <a:pt x="3521595" y="1720292"/>
                  </a:lnTo>
                  <a:lnTo>
                    <a:pt x="3549661" y="1615155"/>
                  </a:lnTo>
                  <a:lnTo>
                    <a:pt x="3577714" y="1513106"/>
                  </a:lnTo>
                  <a:lnTo>
                    <a:pt x="3605779" y="1414453"/>
                  </a:lnTo>
                  <a:lnTo>
                    <a:pt x="3633889" y="1319454"/>
                  </a:lnTo>
                  <a:lnTo>
                    <a:pt x="3662090" y="1228307"/>
                  </a:lnTo>
                  <a:lnTo>
                    <a:pt x="3690439" y="1141158"/>
                  </a:lnTo>
                  <a:lnTo>
                    <a:pt x="3719009" y="1058099"/>
                  </a:lnTo>
                  <a:lnTo>
                    <a:pt x="3747888" y="979170"/>
                  </a:lnTo>
                  <a:lnTo>
                    <a:pt x="3777181" y="904364"/>
                  </a:lnTo>
                  <a:lnTo>
                    <a:pt x="3807014" y="833631"/>
                  </a:lnTo>
                  <a:lnTo>
                    <a:pt x="3829811" y="783245"/>
                  </a:lnTo>
                  <a:lnTo>
                    <a:pt x="3872373" y="697509"/>
                  </a:lnTo>
                  <a:lnTo>
                    <a:pt x="3916903" y="619087"/>
                  </a:lnTo>
                  <a:lnTo>
                    <a:pt x="3963942" y="547728"/>
                  </a:lnTo>
                  <a:lnTo>
                    <a:pt x="4014085" y="482947"/>
                  </a:lnTo>
                  <a:lnTo>
                    <a:pt x="4067949" y="424155"/>
                  </a:lnTo>
                  <a:lnTo>
                    <a:pt x="4126142" y="370744"/>
                  </a:lnTo>
                  <a:lnTo>
                    <a:pt x="4189221" y="322137"/>
                  </a:lnTo>
                  <a:lnTo>
                    <a:pt x="4257647" y="277823"/>
                  </a:lnTo>
                  <a:lnTo>
                    <a:pt x="4331711" y="237373"/>
                  </a:lnTo>
                  <a:lnTo>
                    <a:pt x="4411447" y="200455"/>
                  </a:lnTo>
                  <a:lnTo>
                    <a:pt x="4496530" y="166832"/>
                  </a:lnTo>
                  <a:lnTo>
                    <a:pt x="4586160" y="136367"/>
                  </a:lnTo>
                  <a:lnTo>
                    <a:pt x="4678963" y="109010"/>
                  </a:lnTo>
                  <a:lnTo>
                    <a:pt x="4772932" y="84783"/>
                  </a:lnTo>
                  <a:lnTo>
                    <a:pt x="4865458" y="63747"/>
                  </a:lnTo>
                  <a:lnTo>
                    <a:pt x="4953478" y="45964"/>
                  </a:lnTo>
                  <a:lnTo>
                    <a:pt x="5033766" y="31448"/>
                  </a:lnTo>
                  <a:lnTo>
                    <a:pt x="5103348" y="20120"/>
                  </a:lnTo>
                  <a:lnTo>
                    <a:pt x="5159954" y="11779"/>
                  </a:lnTo>
                  <a:lnTo>
                    <a:pt x="5202420" y="6090"/>
                  </a:lnTo>
                  <a:lnTo>
                    <a:pt x="5230937" y="2605"/>
                  </a:lnTo>
                  <a:lnTo>
                    <a:pt x="5247095" y="798"/>
                  </a:lnTo>
                  <a:lnTo>
                    <a:pt x="5253770" y="112"/>
                  </a:lnTo>
                  <a:lnTo>
                    <a:pt x="5254954" y="0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421" y="84"/>
                  </a:lnTo>
                  <a:lnTo>
                    <a:pt x="6734522" y="686"/>
                  </a:lnTo>
                  <a:lnTo>
                    <a:pt x="6752450" y="2348"/>
                  </a:lnTo>
                  <a:lnTo>
                    <a:pt x="6784574" y="5623"/>
                  </a:lnTo>
                  <a:lnTo>
                    <a:pt x="6832602" y="11023"/>
                  </a:lnTo>
                  <a:lnTo>
                    <a:pt x="6896445" y="18975"/>
                  </a:lnTo>
                  <a:lnTo>
                    <a:pt x="6974337" y="29776"/>
                  </a:lnTo>
                  <a:lnTo>
                    <a:pt x="7063231" y="43587"/>
                  </a:lnTo>
                  <a:lnTo>
                    <a:pt x="7159376" y="60447"/>
                  </a:lnTo>
                  <a:lnTo>
                    <a:pt x="7258934" y="80315"/>
                  </a:lnTo>
                  <a:lnTo>
                    <a:pt x="7358464" y="103126"/>
                  </a:lnTo>
                  <a:lnTo>
                    <a:pt x="7455229" y="128838"/>
                  </a:lnTo>
                  <a:lnTo>
                    <a:pt x="7547301" y="157472"/>
                  </a:lnTo>
                  <a:lnTo>
                    <a:pt x="7633518" y="189137"/>
                  </a:lnTo>
                  <a:lnTo>
                    <a:pt x="7713360" y="224043"/>
                  </a:lnTo>
                  <a:lnTo>
                    <a:pt x="7786801" y="262504"/>
                  </a:lnTo>
                  <a:lnTo>
                    <a:pt x="7854162" y="304934"/>
                  </a:lnTo>
                  <a:lnTo>
                    <a:pt x="7915985" y="351837"/>
                  </a:lnTo>
                  <a:lnTo>
                    <a:pt x="7972944" y="403784"/>
                  </a:lnTo>
                  <a:lnTo>
                    <a:pt x="8025771" y="461380"/>
                  </a:lnTo>
                  <a:lnTo>
                    <a:pt x="8075206" y="525198"/>
                  </a:lnTo>
                  <a:lnTo>
                    <a:pt x="8121954" y="595682"/>
                  </a:lnTo>
                  <a:lnTo>
                    <a:pt x="8151487" y="645666"/>
                  </a:lnTo>
                  <a:lnTo>
                    <a:pt x="8184548" y="706754"/>
                  </a:lnTo>
                  <a:lnTo>
                    <a:pt x="8216853" y="771784"/>
                  </a:lnTo>
                  <a:lnTo>
                    <a:pt x="8248583" y="840837"/>
                  </a:lnTo>
                  <a:lnTo>
                    <a:pt x="8279888" y="913944"/>
                  </a:lnTo>
                  <a:lnTo>
                    <a:pt x="8310892" y="991084"/>
                  </a:lnTo>
                  <a:lnTo>
                    <a:pt x="8341695" y="1072179"/>
                  </a:lnTo>
                  <a:lnTo>
                    <a:pt x="8372377" y="1157087"/>
                  </a:lnTo>
                  <a:lnTo>
                    <a:pt x="8402999" y="1245603"/>
                  </a:lnTo>
                  <a:lnTo>
                    <a:pt x="8433608" y="1337458"/>
                  </a:lnTo>
                  <a:lnTo>
                    <a:pt x="8464233" y="1432318"/>
                  </a:lnTo>
                  <a:lnTo>
                    <a:pt x="8494891" y="1529790"/>
                  </a:lnTo>
                  <a:lnTo>
                    <a:pt x="8525591" y="1629424"/>
                  </a:lnTo>
                  <a:lnTo>
                    <a:pt x="8556329" y="1730726"/>
                  </a:lnTo>
                  <a:lnTo>
                    <a:pt x="8587097" y="1833163"/>
                  </a:lnTo>
                  <a:lnTo>
                    <a:pt x="8617881" y="1936177"/>
                  </a:lnTo>
                  <a:lnTo>
                    <a:pt x="8648665" y="2039195"/>
                  </a:lnTo>
                  <a:lnTo>
                    <a:pt x="8679433" y="2141645"/>
                  </a:lnTo>
                  <a:lnTo>
                    <a:pt x="8710172" y="2242970"/>
                  </a:lnTo>
                  <a:lnTo>
                    <a:pt x="8740872" y="2342635"/>
                  </a:lnTo>
                  <a:lnTo>
                    <a:pt x="8771531" y="2440145"/>
                  </a:lnTo>
                  <a:lnTo>
                    <a:pt x="8802156" y="2535050"/>
                  </a:lnTo>
                  <a:lnTo>
                    <a:pt x="8832765" y="2626956"/>
                  </a:lnTo>
                  <a:lnTo>
                    <a:pt x="8863387" y="2715528"/>
                  </a:lnTo>
                  <a:lnTo>
                    <a:pt x="8894068" y="2800495"/>
                  </a:lnTo>
                  <a:lnTo>
                    <a:pt x="8924868" y="2881652"/>
                  </a:lnTo>
                  <a:lnTo>
                    <a:pt x="8955868" y="2958856"/>
                  </a:lnTo>
                  <a:lnTo>
                    <a:pt x="8987167" y="3032028"/>
                  </a:lnTo>
                  <a:lnTo>
                    <a:pt x="9018889" y="3101145"/>
                  </a:lnTo>
                  <a:lnTo>
                    <a:pt x="9051184" y="3166239"/>
                  </a:lnTo>
                  <a:lnTo>
                    <a:pt x="9084232" y="3227389"/>
                  </a:lnTo>
                  <a:lnTo>
                    <a:pt x="9084767" y="3228334"/>
                  </a:lnTo>
                  <a:lnTo>
                    <a:pt x="9130098" y="3303303"/>
                  </a:lnTo>
                  <a:lnTo>
                    <a:pt x="9177694" y="3371460"/>
                  </a:lnTo>
                  <a:lnTo>
                    <a:pt x="9228212" y="3433082"/>
                  </a:lnTo>
                  <a:lnTo>
                    <a:pt x="9282374" y="3488669"/>
                  </a:lnTo>
                  <a:lnTo>
                    <a:pt x="9340923" y="3538816"/>
                  </a:lnTo>
                  <a:lnTo>
                    <a:pt x="9404578" y="3584121"/>
                  </a:lnTo>
                  <a:lnTo>
                    <a:pt x="9473975" y="3625134"/>
                  </a:lnTo>
                  <a:lnTo>
                    <a:pt x="9549594" y="3662332"/>
                  </a:lnTo>
                  <a:lnTo>
                    <a:pt x="9631651" y="3696094"/>
                  </a:lnTo>
                  <a:lnTo>
                    <a:pt x="9719967" y="3726699"/>
                  </a:lnTo>
                  <a:lnTo>
                    <a:pt x="9813819" y="3754322"/>
                  </a:lnTo>
                  <a:lnTo>
                    <a:pt x="9911793" y="3779039"/>
                  </a:lnTo>
                  <a:lnTo>
                    <a:pt x="10011680" y="3800846"/>
                  </a:lnTo>
                  <a:lnTo>
                    <a:pt x="10110482" y="3819688"/>
                  </a:lnTo>
                  <a:lnTo>
                    <a:pt x="10204577" y="3835502"/>
                  </a:lnTo>
                  <a:lnTo>
                    <a:pt x="10290091" y="3848269"/>
                  </a:lnTo>
                  <a:lnTo>
                    <a:pt x="10363447" y="3858067"/>
                  </a:lnTo>
                  <a:lnTo>
                    <a:pt x="10421976" y="3865101"/>
                  </a:lnTo>
                  <a:lnTo>
                    <a:pt x="10464460" y="3869717"/>
                  </a:lnTo>
                  <a:lnTo>
                    <a:pt x="10491426" y="3872377"/>
                  </a:lnTo>
                  <a:lnTo>
                    <a:pt x="10505177" y="3873613"/>
                  </a:lnTo>
                  <a:lnTo>
                    <a:pt x="10509600" y="3873977"/>
                  </a:lnTo>
                  <a:lnTo>
                    <a:pt x="10509911" y="3874001"/>
                  </a:lnTo>
                  <a:lnTo>
                    <a:pt x="11981298" y="387400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15" name="pl1315"/>
            <p:cNvSpPr/>
            <p:nvPr/>
          </p:nvSpPr>
          <p:spPr>
            <a:xfrm>
              <a:off x="4799595" y="3508630"/>
              <a:ext cx="11981298" cy="4699474"/>
            </a:xfrm>
            <a:custGeom>
              <a:avLst/>
              <a:pathLst>
                <a:path w="11981298" h="4699474">
                  <a:moveTo>
                    <a:pt x="11981298" y="3874001"/>
                  </a:moveTo>
                  <a:lnTo>
                    <a:pt x="10509911" y="3874001"/>
                  </a:lnTo>
                  <a:lnTo>
                    <a:pt x="10508832" y="3873916"/>
                  </a:lnTo>
                  <a:lnTo>
                    <a:pt x="10501731" y="3873315"/>
                  </a:lnTo>
                  <a:lnTo>
                    <a:pt x="10483804" y="3871652"/>
                  </a:lnTo>
                  <a:lnTo>
                    <a:pt x="10451679" y="3868377"/>
                  </a:lnTo>
                  <a:lnTo>
                    <a:pt x="10403651" y="3862977"/>
                  </a:lnTo>
                  <a:lnTo>
                    <a:pt x="10339808" y="3855026"/>
                  </a:lnTo>
                  <a:lnTo>
                    <a:pt x="10261916" y="3844224"/>
                  </a:lnTo>
                  <a:lnTo>
                    <a:pt x="10173022" y="3830413"/>
                  </a:lnTo>
                  <a:lnTo>
                    <a:pt x="10076877" y="3813554"/>
                  </a:lnTo>
                  <a:lnTo>
                    <a:pt x="9977320" y="3793685"/>
                  </a:lnTo>
                  <a:lnTo>
                    <a:pt x="9877790" y="3770874"/>
                  </a:lnTo>
                  <a:lnTo>
                    <a:pt x="9781024" y="3745162"/>
                  </a:lnTo>
                  <a:lnTo>
                    <a:pt x="9688952" y="3716528"/>
                  </a:lnTo>
                  <a:lnTo>
                    <a:pt x="9602736" y="3684863"/>
                  </a:lnTo>
                  <a:lnTo>
                    <a:pt x="9522893" y="3649957"/>
                  </a:lnTo>
                  <a:lnTo>
                    <a:pt x="9449452" y="3611497"/>
                  </a:lnTo>
                  <a:lnTo>
                    <a:pt x="9382091" y="3569067"/>
                  </a:lnTo>
                  <a:lnTo>
                    <a:pt x="9320268" y="3522164"/>
                  </a:lnTo>
                  <a:lnTo>
                    <a:pt x="9263309" y="3470216"/>
                  </a:lnTo>
                  <a:lnTo>
                    <a:pt x="9210483" y="3412620"/>
                  </a:lnTo>
                  <a:lnTo>
                    <a:pt x="9161048" y="3348802"/>
                  </a:lnTo>
                  <a:lnTo>
                    <a:pt x="9114300" y="3278319"/>
                  </a:lnTo>
                  <a:lnTo>
                    <a:pt x="9084767" y="3228334"/>
                  </a:lnTo>
                  <a:lnTo>
                    <a:pt x="9051705" y="3167246"/>
                  </a:lnTo>
                  <a:lnTo>
                    <a:pt x="9019400" y="3102216"/>
                  </a:lnTo>
                  <a:lnTo>
                    <a:pt x="8987670" y="3033163"/>
                  </a:lnTo>
                  <a:lnTo>
                    <a:pt x="8956365" y="2960056"/>
                  </a:lnTo>
                  <a:lnTo>
                    <a:pt x="8925362" y="2882916"/>
                  </a:lnTo>
                  <a:lnTo>
                    <a:pt x="8894559" y="2801821"/>
                  </a:lnTo>
                  <a:lnTo>
                    <a:pt x="8863877" y="2716913"/>
                  </a:lnTo>
                  <a:lnTo>
                    <a:pt x="8833254" y="2628397"/>
                  </a:lnTo>
                  <a:lnTo>
                    <a:pt x="8802645" y="2536542"/>
                  </a:lnTo>
                  <a:lnTo>
                    <a:pt x="8772021" y="2441682"/>
                  </a:lnTo>
                  <a:lnTo>
                    <a:pt x="8741362" y="2344211"/>
                  </a:lnTo>
                  <a:lnTo>
                    <a:pt x="8710662" y="2244576"/>
                  </a:lnTo>
                  <a:lnTo>
                    <a:pt x="8679924" y="2143274"/>
                  </a:lnTo>
                  <a:lnTo>
                    <a:pt x="8649156" y="2040837"/>
                  </a:lnTo>
                  <a:lnTo>
                    <a:pt x="8618372" y="1937823"/>
                  </a:lnTo>
                  <a:lnTo>
                    <a:pt x="8587588" y="1834806"/>
                  </a:lnTo>
                  <a:lnTo>
                    <a:pt x="8556820" y="1732355"/>
                  </a:lnTo>
                  <a:lnTo>
                    <a:pt x="8526081" y="1631030"/>
                  </a:lnTo>
                  <a:lnTo>
                    <a:pt x="8495381" y="1531365"/>
                  </a:lnTo>
                  <a:lnTo>
                    <a:pt x="8464722" y="1433855"/>
                  </a:lnTo>
                  <a:lnTo>
                    <a:pt x="8434097" y="1338950"/>
                  </a:lnTo>
                  <a:lnTo>
                    <a:pt x="8403488" y="1247045"/>
                  </a:lnTo>
                  <a:lnTo>
                    <a:pt x="8372866" y="1158473"/>
                  </a:lnTo>
                  <a:lnTo>
                    <a:pt x="8342185" y="1073505"/>
                  </a:lnTo>
                  <a:lnTo>
                    <a:pt x="8311385" y="992349"/>
                  </a:lnTo>
                  <a:lnTo>
                    <a:pt x="8280385" y="915144"/>
                  </a:lnTo>
                  <a:lnTo>
                    <a:pt x="8249086" y="841973"/>
                  </a:lnTo>
                  <a:lnTo>
                    <a:pt x="8217364" y="772855"/>
                  </a:lnTo>
                  <a:lnTo>
                    <a:pt x="8185069" y="707762"/>
                  </a:lnTo>
                  <a:lnTo>
                    <a:pt x="8152022" y="646612"/>
                  </a:lnTo>
                  <a:lnTo>
                    <a:pt x="8151487" y="645666"/>
                  </a:lnTo>
                  <a:lnTo>
                    <a:pt x="8106155" y="570698"/>
                  </a:lnTo>
                  <a:lnTo>
                    <a:pt x="8058560" y="502540"/>
                  </a:lnTo>
                  <a:lnTo>
                    <a:pt x="8008041" y="440919"/>
                  </a:lnTo>
                  <a:lnTo>
                    <a:pt x="7953879" y="385331"/>
                  </a:lnTo>
                  <a:lnTo>
                    <a:pt x="7895330" y="335184"/>
                  </a:lnTo>
                  <a:lnTo>
                    <a:pt x="7831676" y="289879"/>
                  </a:lnTo>
                  <a:lnTo>
                    <a:pt x="7762278" y="248866"/>
                  </a:lnTo>
                  <a:lnTo>
                    <a:pt x="7686659" y="211668"/>
                  </a:lnTo>
                  <a:lnTo>
                    <a:pt x="7604602" y="177906"/>
                  </a:lnTo>
                  <a:lnTo>
                    <a:pt x="7516287" y="147301"/>
                  </a:lnTo>
                  <a:lnTo>
                    <a:pt x="7422434" y="119678"/>
                  </a:lnTo>
                  <a:lnTo>
                    <a:pt x="7324460" y="94961"/>
                  </a:lnTo>
                  <a:lnTo>
                    <a:pt x="7224573" y="73154"/>
                  </a:lnTo>
                  <a:lnTo>
                    <a:pt x="7125771" y="54312"/>
                  </a:lnTo>
                  <a:lnTo>
                    <a:pt x="7031677" y="38498"/>
                  </a:lnTo>
                  <a:lnTo>
                    <a:pt x="6946162" y="25731"/>
                  </a:lnTo>
                  <a:lnTo>
                    <a:pt x="6872807" y="15934"/>
                  </a:lnTo>
                  <a:lnTo>
                    <a:pt x="6814277" y="8899"/>
                  </a:lnTo>
                  <a:lnTo>
                    <a:pt x="6771794" y="4283"/>
                  </a:lnTo>
                  <a:lnTo>
                    <a:pt x="6744827" y="1623"/>
                  </a:lnTo>
                  <a:lnTo>
                    <a:pt x="6731076" y="387"/>
                  </a:lnTo>
                  <a:lnTo>
                    <a:pt x="6726654" y="23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056" y="85"/>
                  </a:lnTo>
                  <a:lnTo>
                    <a:pt x="5248114" y="690"/>
                  </a:lnTo>
                  <a:lnTo>
                    <a:pt x="5233034" y="2362"/>
                  </a:lnTo>
                  <a:lnTo>
                    <a:pt x="5205824" y="5658"/>
                  </a:lnTo>
                  <a:lnTo>
                    <a:pt x="5164759" y="11109"/>
                  </a:lnTo>
                  <a:lnTo>
                    <a:pt x="5109512" y="19173"/>
                  </a:lnTo>
                  <a:lnTo>
                    <a:pt x="5041119" y="30196"/>
                  </a:lnTo>
                  <a:lnTo>
                    <a:pt x="4961759" y="44394"/>
                  </a:lnTo>
                  <a:lnTo>
                    <a:pt x="4874357" y="61856"/>
                  </a:lnTo>
                  <a:lnTo>
                    <a:pt x="4782132" y="82574"/>
                  </a:lnTo>
                  <a:lnTo>
                    <a:pt x="4688180" y="106491"/>
                  </a:lnTo>
                  <a:lnTo>
                    <a:pt x="4595163" y="133542"/>
                  </a:lnTo>
                  <a:lnTo>
                    <a:pt x="4505151" y="163701"/>
                  </a:lnTo>
                  <a:lnTo>
                    <a:pt x="4419577" y="197009"/>
                  </a:lnTo>
                  <a:lnTo>
                    <a:pt x="4339294" y="233595"/>
                  </a:lnTo>
                  <a:lnTo>
                    <a:pt x="4264670" y="273684"/>
                  </a:lnTo>
                  <a:lnTo>
                    <a:pt x="4195700" y="317601"/>
                  </a:lnTo>
                  <a:lnTo>
                    <a:pt x="4132113" y="365765"/>
                  </a:lnTo>
                  <a:lnTo>
                    <a:pt x="4073464" y="418680"/>
                  </a:lnTo>
                  <a:lnTo>
                    <a:pt x="4019202" y="476916"/>
                  </a:lnTo>
                  <a:lnTo>
                    <a:pt x="3968720" y="541082"/>
                  </a:lnTo>
                  <a:lnTo>
                    <a:pt x="3921403" y="611771"/>
                  </a:lnTo>
                  <a:lnTo>
                    <a:pt x="3876652" y="689483"/>
                  </a:lnTo>
                  <a:lnTo>
                    <a:pt x="3833918" y="774500"/>
                  </a:lnTo>
                  <a:lnTo>
                    <a:pt x="3829811" y="783245"/>
                  </a:lnTo>
                  <a:lnTo>
                    <a:pt x="3799477" y="850984"/>
                  </a:lnTo>
                  <a:lnTo>
                    <a:pt x="3769793" y="922731"/>
                  </a:lnTo>
                  <a:lnTo>
                    <a:pt x="3740614" y="998567"/>
                  </a:lnTo>
                  <a:lnTo>
                    <a:pt x="3711822" y="1078533"/>
                  </a:lnTo>
                  <a:lnTo>
                    <a:pt x="3683315" y="1162623"/>
                  </a:lnTo>
                  <a:lnTo>
                    <a:pt x="3655009" y="1250785"/>
                  </a:lnTo>
                  <a:lnTo>
                    <a:pt x="3626836" y="1342913"/>
                  </a:lnTo>
                  <a:lnTo>
                    <a:pt x="3598741" y="1438849"/>
                  </a:lnTo>
                  <a:lnTo>
                    <a:pt x="3570682" y="1538379"/>
                  </a:lnTo>
                  <a:lnTo>
                    <a:pt x="3542627" y="1641234"/>
                  </a:lnTo>
                  <a:lnTo>
                    <a:pt x="3514555" y="1747090"/>
                  </a:lnTo>
                  <a:lnTo>
                    <a:pt x="3486454" y="1855572"/>
                  </a:lnTo>
                  <a:lnTo>
                    <a:pt x="3458319" y="1966259"/>
                  </a:lnTo>
                  <a:lnTo>
                    <a:pt x="3430150" y="2078691"/>
                  </a:lnTo>
                  <a:lnTo>
                    <a:pt x="3401955" y="2192374"/>
                  </a:lnTo>
                  <a:lnTo>
                    <a:pt x="3373743" y="2306789"/>
                  </a:lnTo>
                  <a:lnTo>
                    <a:pt x="3345526" y="2421405"/>
                  </a:lnTo>
                  <a:lnTo>
                    <a:pt x="3317317" y="2535686"/>
                  </a:lnTo>
                  <a:lnTo>
                    <a:pt x="3289128" y="2649103"/>
                  </a:lnTo>
                  <a:lnTo>
                    <a:pt x="3260967" y="2761143"/>
                  </a:lnTo>
                  <a:lnTo>
                    <a:pt x="3232841" y="2871320"/>
                  </a:lnTo>
                  <a:lnTo>
                    <a:pt x="3204747" y="2979181"/>
                  </a:lnTo>
                  <a:lnTo>
                    <a:pt x="3176681" y="3084318"/>
                  </a:lnTo>
                  <a:lnTo>
                    <a:pt x="3148628" y="3186367"/>
                  </a:lnTo>
                  <a:lnTo>
                    <a:pt x="3120563" y="3285020"/>
                  </a:lnTo>
                  <a:lnTo>
                    <a:pt x="3092453" y="3380019"/>
                  </a:lnTo>
                  <a:lnTo>
                    <a:pt x="3064253" y="3471166"/>
                  </a:lnTo>
                  <a:lnTo>
                    <a:pt x="3035903" y="3558315"/>
                  </a:lnTo>
                  <a:lnTo>
                    <a:pt x="3007333" y="3641374"/>
                  </a:lnTo>
                  <a:lnTo>
                    <a:pt x="2978454" y="3720303"/>
                  </a:lnTo>
                  <a:lnTo>
                    <a:pt x="2949161" y="3795109"/>
                  </a:lnTo>
                  <a:lnTo>
                    <a:pt x="2919328" y="3865842"/>
                  </a:lnTo>
                  <a:lnTo>
                    <a:pt x="2896531" y="3916228"/>
                  </a:lnTo>
                  <a:lnTo>
                    <a:pt x="2853969" y="4001964"/>
                  </a:lnTo>
                  <a:lnTo>
                    <a:pt x="2809440" y="4080386"/>
                  </a:lnTo>
                  <a:lnTo>
                    <a:pt x="2762400" y="4151745"/>
                  </a:lnTo>
                  <a:lnTo>
                    <a:pt x="2712257" y="4216526"/>
                  </a:lnTo>
                  <a:lnTo>
                    <a:pt x="2658393" y="4275318"/>
                  </a:lnTo>
                  <a:lnTo>
                    <a:pt x="2600201" y="4328729"/>
                  </a:lnTo>
                  <a:lnTo>
                    <a:pt x="2537121" y="4377336"/>
                  </a:lnTo>
                  <a:lnTo>
                    <a:pt x="2468695" y="4421650"/>
                  </a:lnTo>
                  <a:lnTo>
                    <a:pt x="2394632" y="4462100"/>
                  </a:lnTo>
                  <a:lnTo>
                    <a:pt x="2314895" y="4499018"/>
                  </a:lnTo>
                  <a:lnTo>
                    <a:pt x="2229813" y="4532641"/>
                  </a:lnTo>
                  <a:lnTo>
                    <a:pt x="2140182" y="4563106"/>
                  </a:lnTo>
                  <a:lnTo>
                    <a:pt x="2047380" y="4590463"/>
                  </a:lnTo>
                  <a:lnTo>
                    <a:pt x="1953410" y="4614690"/>
                  </a:lnTo>
                  <a:lnTo>
                    <a:pt x="1860884" y="4635726"/>
                  </a:lnTo>
                  <a:lnTo>
                    <a:pt x="1772864" y="4653509"/>
                  </a:lnTo>
                  <a:lnTo>
                    <a:pt x="1692576" y="4668025"/>
                  </a:lnTo>
                  <a:lnTo>
                    <a:pt x="1622994" y="4679353"/>
                  </a:lnTo>
                  <a:lnTo>
                    <a:pt x="1566388" y="4687694"/>
                  </a:lnTo>
                  <a:lnTo>
                    <a:pt x="1523922" y="4693383"/>
                  </a:lnTo>
                  <a:lnTo>
                    <a:pt x="1495405" y="4696868"/>
                  </a:lnTo>
                  <a:lnTo>
                    <a:pt x="1479248" y="4698675"/>
                  </a:lnTo>
                  <a:lnTo>
                    <a:pt x="1472573" y="4699361"/>
                  </a:lnTo>
                  <a:lnTo>
                    <a:pt x="1471388" y="4699473"/>
                  </a:lnTo>
                  <a:lnTo>
                    <a:pt x="1471387" y="4699474"/>
                  </a:lnTo>
                  <a:lnTo>
                    <a:pt x="0" y="469947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16" name="pg1316"/>
            <p:cNvSpPr/>
            <p:nvPr/>
          </p:nvSpPr>
          <p:spPr>
            <a:xfrm>
              <a:off x="4799595" y="6606196"/>
              <a:ext cx="11981298" cy="1765367"/>
            </a:xfrm>
            <a:custGeom>
              <a:avLst/>
              <a:pathLst>
                <a:path w="11981298" h="1765367">
                  <a:moveTo>
                    <a:pt x="0" y="1765367"/>
                  </a:moveTo>
                  <a:lnTo>
                    <a:pt x="1471387" y="1765367"/>
                  </a:lnTo>
                  <a:lnTo>
                    <a:pt x="1472588" y="1765324"/>
                  </a:lnTo>
                  <a:lnTo>
                    <a:pt x="1480472" y="1765020"/>
                  </a:lnTo>
                  <a:lnTo>
                    <a:pt x="1500313" y="1764177"/>
                  </a:lnTo>
                  <a:lnTo>
                    <a:pt x="1535706" y="1762520"/>
                  </a:lnTo>
                  <a:lnTo>
                    <a:pt x="1588297" y="1759792"/>
                  </a:lnTo>
                  <a:lnTo>
                    <a:pt x="1657660" y="1755788"/>
                  </a:lnTo>
                  <a:lnTo>
                    <a:pt x="1741494" y="1750371"/>
                  </a:lnTo>
                  <a:lnTo>
                    <a:pt x="1836156" y="1743477"/>
                  </a:lnTo>
                  <a:lnTo>
                    <a:pt x="1937377" y="1735098"/>
                  </a:lnTo>
                  <a:lnTo>
                    <a:pt x="2040971" y="1725263"/>
                  </a:lnTo>
                  <a:lnTo>
                    <a:pt x="2143354" y="1714002"/>
                  </a:lnTo>
                  <a:lnTo>
                    <a:pt x="2241820" y="1701326"/>
                  </a:lnTo>
                  <a:lnTo>
                    <a:pt x="2334593" y="1687207"/>
                  </a:lnTo>
                  <a:lnTo>
                    <a:pt x="2420728" y="1671567"/>
                  </a:lnTo>
                  <a:lnTo>
                    <a:pt x="2499942" y="1654272"/>
                  </a:lnTo>
                  <a:lnTo>
                    <a:pt x="2572427" y="1635136"/>
                  </a:lnTo>
                  <a:lnTo>
                    <a:pt x="2638699" y="1613924"/>
                  </a:lnTo>
                  <a:lnTo>
                    <a:pt x="2699461" y="1590357"/>
                  </a:lnTo>
                  <a:lnTo>
                    <a:pt x="2755513" y="1564133"/>
                  </a:lnTo>
                  <a:lnTo>
                    <a:pt x="2807684" y="1534954"/>
                  </a:lnTo>
                  <a:lnTo>
                    <a:pt x="2856773" y="1502571"/>
                  </a:lnTo>
                  <a:lnTo>
                    <a:pt x="2896531" y="1472501"/>
                  </a:lnTo>
                  <a:lnTo>
                    <a:pt x="2941107" y="1434556"/>
                  </a:lnTo>
                  <a:lnTo>
                    <a:pt x="2984416" y="1393307"/>
                  </a:lnTo>
                  <a:lnTo>
                    <a:pt x="3026867" y="1348692"/>
                  </a:lnTo>
                  <a:lnTo>
                    <a:pt x="3068776" y="1300729"/>
                  </a:lnTo>
                  <a:lnTo>
                    <a:pt x="3110380" y="1249524"/>
                  </a:lnTo>
                  <a:lnTo>
                    <a:pt x="3151849" y="1195278"/>
                  </a:lnTo>
                  <a:lnTo>
                    <a:pt x="3193299" y="1138290"/>
                  </a:lnTo>
                  <a:lnTo>
                    <a:pt x="3234796" y="1078957"/>
                  </a:lnTo>
                  <a:lnTo>
                    <a:pt x="3276365" y="1017763"/>
                  </a:lnTo>
                  <a:lnTo>
                    <a:pt x="3318002" y="955265"/>
                  </a:lnTo>
                  <a:lnTo>
                    <a:pt x="3359680" y="892073"/>
                  </a:lnTo>
                  <a:lnTo>
                    <a:pt x="3401362" y="828827"/>
                  </a:lnTo>
                  <a:lnTo>
                    <a:pt x="3443008" y="766168"/>
                  </a:lnTo>
                  <a:lnTo>
                    <a:pt x="3484590" y="704715"/>
                  </a:lnTo>
                  <a:lnTo>
                    <a:pt x="3526098" y="645035"/>
                  </a:lnTo>
                  <a:lnTo>
                    <a:pt x="3567552" y="587624"/>
                  </a:lnTo>
                  <a:lnTo>
                    <a:pt x="3609012" y="532895"/>
                  </a:lnTo>
                  <a:lnTo>
                    <a:pt x="3650583" y="481164"/>
                  </a:lnTo>
                  <a:lnTo>
                    <a:pt x="3692426" y="432648"/>
                  </a:lnTo>
                  <a:lnTo>
                    <a:pt x="3734767" y="387469"/>
                  </a:lnTo>
                  <a:lnTo>
                    <a:pt x="3777907" y="345659"/>
                  </a:lnTo>
                  <a:lnTo>
                    <a:pt x="3822237" y="307168"/>
                  </a:lnTo>
                  <a:lnTo>
                    <a:pt x="3829811" y="301038"/>
                  </a:lnTo>
                  <a:lnTo>
                    <a:pt x="3876859" y="265835"/>
                  </a:lnTo>
                  <a:lnTo>
                    <a:pt x="3926368" y="233950"/>
                  </a:lnTo>
                  <a:lnTo>
                    <a:pt x="3979075" y="205238"/>
                  </a:lnTo>
                  <a:lnTo>
                    <a:pt x="4035790" y="179438"/>
                  </a:lnTo>
                  <a:lnTo>
                    <a:pt x="4097339" y="156248"/>
                  </a:lnTo>
                  <a:lnTo>
                    <a:pt x="4164513" y="135368"/>
                  </a:lnTo>
                  <a:lnTo>
                    <a:pt x="4237994" y="116526"/>
                  </a:lnTo>
                  <a:lnTo>
                    <a:pt x="4318256" y="99494"/>
                  </a:lnTo>
                  <a:lnTo>
                    <a:pt x="4405433" y="84091"/>
                  </a:lnTo>
                  <a:lnTo>
                    <a:pt x="4499151" y="70196"/>
                  </a:lnTo>
                  <a:lnTo>
                    <a:pt x="4598349" y="57736"/>
                  </a:lnTo>
                  <a:lnTo>
                    <a:pt x="4701113" y="46690"/>
                  </a:lnTo>
                  <a:lnTo>
                    <a:pt x="4804597" y="37074"/>
                  </a:lnTo>
                  <a:lnTo>
                    <a:pt x="4905101" y="28920"/>
                  </a:lnTo>
                  <a:lnTo>
                    <a:pt x="4998385" y="22251"/>
                  </a:lnTo>
                  <a:lnTo>
                    <a:pt x="5080230" y="17055"/>
                  </a:lnTo>
                  <a:lnTo>
                    <a:pt x="5147150" y="13255"/>
                  </a:lnTo>
                  <a:lnTo>
                    <a:pt x="5197105" y="10705"/>
                  </a:lnTo>
                  <a:lnTo>
                    <a:pt x="5229978" y="9188"/>
                  </a:lnTo>
                  <a:lnTo>
                    <a:pt x="5247726" y="8446"/>
                  </a:lnTo>
                  <a:lnTo>
                    <a:pt x="5254216" y="8198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570" y="8196"/>
                  </a:lnTo>
                  <a:lnTo>
                    <a:pt x="6735623" y="8361"/>
                  </a:lnTo>
                  <a:lnTo>
                    <a:pt x="6755877" y="8818"/>
                  </a:lnTo>
                  <a:lnTo>
                    <a:pt x="6791972" y="9716"/>
                  </a:lnTo>
                  <a:lnTo>
                    <a:pt x="6845535" y="11195"/>
                  </a:lnTo>
                  <a:lnTo>
                    <a:pt x="6916061" y="13363"/>
                  </a:lnTo>
                  <a:lnTo>
                    <a:pt x="7001133" y="16294"/>
                  </a:lnTo>
                  <a:lnTo>
                    <a:pt x="7096977" y="20021"/>
                  </a:lnTo>
                  <a:lnTo>
                    <a:pt x="7199218" y="24546"/>
                  </a:lnTo>
                  <a:lnTo>
                    <a:pt x="7303601" y="29854"/>
                  </a:lnTo>
                  <a:lnTo>
                    <a:pt x="7406520" y="35928"/>
                  </a:lnTo>
                  <a:lnTo>
                    <a:pt x="7505283" y="42764"/>
                  </a:lnTo>
                  <a:lnTo>
                    <a:pt x="7598152" y="50379"/>
                  </a:lnTo>
                  <a:lnTo>
                    <a:pt x="7684232" y="58819"/>
                  </a:lnTo>
                  <a:lnTo>
                    <a:pt x="7763287" y="68157"/>
                  </a:lnTo>
                  <a:lnTo>
                    <a:pt x="7835561" y="78500"/>
                  </a:lnTo>
                  <a:lnTo>
                    <a:pt x="7901604" y="89976"/>
                  </a:lnTo>
                  <a:lnTo>
                    <a:pt x="7962155" y="102740"/>
                  </a:lnTo>
                  <a:lnTo>
                    <a:pt x="8018037" y="116955"/>
                  </a:lnTo>
                  <a:lnTo>
                    <a:pt x="8070097" y="132782"/>
                  </a:lnTo>
                  <a:lnTo>
                    <a:pt x="8119146" y="150349"/>
                  </a:lnTo>
                  <a:lnTo>
                    <a:pt x="8151487" y="163459"/>
                  </a:lnTo>
                  <a:lnTo>
                    <a:pt x="8202884" y="186872"/>
                  </a:lnTo>
                  <a:lnTo>
                    <a:pt x="8252679" y="212633"/>
                  </a:lnTo>
                  <a:lnTo>
                    <a:pt x="8301470" y="240779"/>
                  </a:lnTo>
                  <a:lnTo>
                    <a:pt x="8349692" y="271269"/>
                  </a:lnTo>
                  <a:lnTo>
                    <a:pt x="8397657" y="303973"/>
                  </a:lnTo>
                  <a:lnTo>
                    <a:pt x="8445565" y="338669"/>
                  </a:lnTo>
                  <a:lnTo>
                    <a:pt x="8493531" y="375045"/>
                  </a:lnTo>
                  <a:lnTo>
                    <a:pt x="8541593" y="412705"/>
                  </a:lnTo>
                  <a:lnTo>
                    <a:pt x="8589739" y="451183"/>
                  </a:lnTo>
                  <a:lnTo>
                    <a:pt x="8637920" y="489972"/>
                  </a:lnTo>
                  <a:lnTo>
                    <a:pt x="8686076" y="528544"/>
                  </a:lnTo>
                  <a:lnTo>
                    <a:pt x="8734156" y="566385"/>
                  </a:lnTo>
                  <a:lnTo>
                    <a:pt x="8782137" y="603021"/>
                  </a:lnTo>
                  <a:lnTo>
                    <a:pt x="8830050" y="638043"/>
                  </a:lnTo>
                  <a:lnTo>
                    <a:pt x="8877993" y="671121"/>
                  </a:lnTo>
                  <a:lnTo>
                    <a:pt x="8926150" y="702018"/>
                  </a:lnTo>
                  <a:lnTo>
                    <a:pt x="8974811" y="730587"/>
                  </a:lnTo>
                  <a:lnTo>
                    <a:pt x="9024388" y="756774"/>
                  </a:lnTo>
                  <a:lnTo>
                    <a:pt x="9075448" y="780599"/>
                  </a:lnTo>
                  <a:lnTo>
                    <a:pt x="9084767" y="784607"/>
                  </a:lnTo>
                  <a:lnTo>
                    <a:pt x="9132172" y="803405"/>
                  </a:lnTo>
                  <a:lnTo>
                    <a:pt x="9182080" y="820417"/>
                  </a:lnTo>
                  <a:lnTo>
                    <a:pt x="9235246" y="835724"/>
                  </a:lnTo>
                  <a:lnTo>
                    <a:pt x="9292498" y="849468"/>
                  </a:lnTo>
                  <a:lnTo>
                    <a:pt x="9354680" y="861811"/>
                  </a:lnTo>
                  <a:lnTo>
                    <a:pt x="9422600" y="872918"/>
                  </a:lnTo>
                  <a:lnTo>
                    <a:pt x="9496947" y="882933"/>
                  </a:lnTo>
                  <a:lnTo>
                    <a:pt x="9578193" y="891981"/>
                  </a:lnTo>
                  <a:lnTo>
                    <a:pt x="9666449" y="900156"/>
                  </a:lnTo>
                  <a:lnTo>
                    <a:pt x="9761294" y="907524"/>
                  </a:lnTo>
                  <a:lnTo>
                    <a:pt x="9861588" y="914120"/>
                  </a:lnTo>
                  <a:lnTo>
                    <a:pt x="9965299" y="919956"/>
                  </a:lnTo>
                  <a:lnTo>
                    <a:pt x="10069438" y="925021"/>
                  </a:lnTo>
                  <a:lnTo>
                    <a:pt x="10170154" y="929297"/>
                  </a:lnTo>
                  <a:lnTo>
                    <a:pt x="10263085" y="932774"/>
                  </a:lnTo>
                  <a:lnTo>
                    <a:pt x="10343963" y="935461"/>
                  </a:lnTo>
                  <a:lnTo>
                    <a:pt x="10409362" y="937404"/>
                  </a:lnTo>
                  <a:lnTo>
                    <a:pt x="10457415" y="938688"/>
                  </a:lnTo>
                  <a:lnTo>
                    <a:pt x="10488280" y="939433"/>
                  </a:lnTo>
                  <a:lnTo>
                    <a:pt x="10504240" y="939782"/>
                  </a:lnTo>
                  <a:lnTo>
                    <a:pt x="10509505" y="939887"/>
                  </a:lnTo>
                  <a:lnTo>
                    <a:pt x="10509911" y="939894"/>
                  </a:lnTo>
                  <a:lnTo>
                    <a:pt x="11981298" y="939894"/>
                  </a:lnTo>
                  <a:lnTo>
                    <a:pt x="11981298" y="931721"/>
                  </a:lnTo>
                  <a:lnTo>
                    <a:pt x="10509911" y="931721"/>
                  </a:lnTo>
                  <a:lnTo>
                    <a:pt x="10508684" y="931698"/>
                  </a:lnTo>
                  <a:lnTo>
                    <a:pt x="10500630" y="931533"/>
                  </a:lnTo>
                  <a:lnTo>
                    <a:pt x="10480376" y="931076"/>
                  </a:lnTo>
                  <a:lnTo>
                    <a:pt x="10444282" y="930177"/>
                  </a:lnTo>
                  <a:lnTo>
                    <a:pt x="10390719" y="928699"/>
                  </a:lnTo>
                  <a:lnTo>
                    <a:pt x="10320192" y="926531"/>
                  </a:lnTo>
                  <a:lnTo>
                    <a:pt x="10235120" y="923599"/>
                  </a:lnTo>
                  <a:lnTo>
                    <a:pt x="10139276" y="919872"/>
                  </a:lnTo>
                  <a:lnTo>
                    <a:pt x="10037035" y="915347"/>
                  </a:lnTo>
                  <a:lnTo>
                    <a:pt x="9932652" y="910040"/>
                  </a:lnTo>
                  <a:lnTo>
                    <a:pt x="9829734" y="903966"/>
                  </a:lnTo>
                  <a:lnTo>
                    <a:pt x="9730970" y="897130"/>
                  </a:lnTo>
                  <a:lnTo>
                    <a:pt x="9638101" y="889515"/>
                  </a:lnTo>
                  <a:lnTo>
                    <a:pt x="9552022" y="881075"/>
                  </a:lnTo>
                  <a:lnTo>
                    <a:pt x="9472966" y="871736"/>
                  </a:lnTo>
                  <a:lnTo>
                    <a:pt x="9400693" y="861394"/>
                  </a:lnTo>
                  <a:lnTo>
                    <a:pt x="9334649" y="849917"/>
                  </a:lnTo>
                  <a:lnTo>
                    <a:pt x="9274098" y="837154"/>
                  </a:lnTo>
                  <a:lnTo>
                    <a:pt x="9218216" y="822939"/>
                  </a:lnTo>
                  <a:lnTo>
                    <a:pt x="9166156" y="807112"/>
                  </a:lnTo>
                  <a:lnTo>
                    <a:pt x="9117107" y="789545"/>
                  </a:lnTo>
                  <a:lnTo>
                    <a:pt x="9084767" y="776434"/>
                  </a:lnTo>
                  <a:lnTo>
                    <a:pt x="9033369" y="753022"/>
                  </a:lnTo>
                  <a:lnTo>
                    <a:pt x="8983574" y="727261"/>
                  </a:lnTo>
                  <a:lnTo>
                    <a:pt x="8934784" y="699114"/>
                  </a:lnTo>
                  <a:lnTo>
                    <a:pt x="8886561" y="668625"/>
                  </a:lnTo>
                  <a:lnTo>
                    <a:pt x="8838596" y="635921"/>
                  </a:lnTo>
                  <a:lnTo>
                    <a:pt x="8790688" y="601225"/>
                  </a:lnTo>
                  <a:lnTo>
                    <a:pt x="8742722" y="564849"/>
                  </a:lnTo>
                  <a:lnTo>
                    <a:pt x="8694660" y="527189"/>
                  </a:lnTo>
                  <a:lnTo>
                    <a:pt x="8646514" y="488711"/>
                  </a:lnTo>
                  <a:lnTo>
                    <a:pt x="8598333" y="449922"/>
                  </a:lnTo>
                  <a:lnTo>
                    <a:pt x="8550177" y="411350"/>
                  </a:lnTo>
                  <a:lnTo>
                    <a:pt x="8502097" y="373509"/>
                  </a:lnTo>
                  <a:lnTo>
                    <a:pt x="8454116" y="336873"/>
                  </a:lnTo>
                  <a:lnTo>
                    <a:pt x="8406203" y="301851"/>
                  </a:lnTo>
                  <a:lnTo>
                    <a:pt x="8358261" y="268773"/>
                  </a:lnTo>
                  <a:lnTo>
                    <a:pt x="8310103" y="237876"/>
                  </a:lnTo>
                  <a:lnTo>
                    <a:pt x="8261442" y="209306"/>
                  </a:lnTo>
                  <a:lnTo>
                    <a:pt x="8211865" y="183120"/>
                  </a:lnTo>
                  <a:lnTo>
                    <a:pt x="8160805" y="159295"/>
                  </a:lnTo>
                  <a:lnTo>
                    <a:pt x="8151487" y="155286"/>
                  </a:lnTo>
                  <a:lnTo>
                    <a:pt x="8104081" y="136489"/>
                  </a:lnTo>
                  <a:lnTo>
                    <a:pt x="8054173" y="119476"/>
                  </a:lnTo>
                  <a:lnTo>
                    <a:pt x="8001007" y="104170"/>
                  </a:lnTo>
                  <a:lnTo>
                    <a:pt x="7943756" y="90426"/>
                  </a:lnTo>
                  <a:lnTo>
                    <a:pt x="7881573" y="78083"/>
                  </a:lnTo>
                  <a:lnTo>
                    <a:pt x="7813653" y="66976"/>
                  </a:lnTo>
                  <a:lnTo>
                    <a:pt x="7739306" y="56961"/>
                  </a:lnTo>
                  <a:lnTo>
                    <a:pt x="7658060" y="47913"/>
                  </a:lnTo>
                  <a:lnTo>
                    <a:pt x="7569805" y="39738"/>
                  </a:lnTo>
                  <a:lnTo>
                    <a:pt x="7474959" y="32370"/>
                  </a:lnTo>
                  <a:lnTo>
                    <a:pt x="7374665" y="25773"/>
                  </a:lnTo>
                  <a:lnTo>
                    <a:pt x="7270954" y="19938"/>
                  </a:lnTo>
                  <a:lnTo>
                    <a:pt x="7166815" y="14873"/>
                  </a:lnTo>
                  <a:lnTo>
                    <a:pt x="7066100" y="10596"/>
                  </a:lnTo>
                  <a:lnTo>
                    <a:pt x="6973168" y="7120"/>
                  </a:lnTo>
                  <a:lnTo>
                    <a:pt x="6892290" y="4433"/>
                  </a:lnTo>
                  <a:lnTo>
                    <a:pt x="6826891" y="2490"/>
                  </a:lnTo>
                  <a:lnTo>
                    <a:pt x="6778838" y="1206"/>
                  </a:lnTo>
                  <a:lnTo>
                    <a:pt x="6747973" y="461"/>
                  </a:lnTo>
                  <a:lnTo>
                    <a:pt x="6732013" y="112"/>
                  </a:lnTo>
                  <a:lnTo>
                    <a:pt x="6726748" y="7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754" y="42"/>
                  </a:lnTo>
                  <a:lnTo>
                    <a:pt x="5245870" y="347"/>
                  </a:lnTo>
                  <a:lnTo>
                    <a:pt x="5226029" y="1189"/>
                  </a:lnTo>
                  <a:lnTo>
                    <a:pt x="5190636" y="2847"/>
                  </a:lnTo>
                  <a:lnTo>
                    <a:pt x="5138045" y="5575"/>
                  </a:lnTo>
                  <a:lnTo>
                    <a:pt x="5068683" y="9579"/>
                  </a:lnTo>
                  <a:lnTo>
                    <a:pt x="4984848" y="14996"/>
                  </a:lnTo>
                  <a:lnTo>
                    <a:pt x="4890187" y="21890"/>
                  </a:lnTo>
                  <a:lnTo>
                    <a:pt x="4788965" y="30268"/>
                  </a:lnTo>
                  <a:lnTo>
                    <a:pt x="4685371" y="40104"/>
                  </a:lnTo>
                  <a:lnTo>
                    <a:pt x="4582988" y="51365"/>
                  </a:lnTo>
                  <a:lnTo>
                    <a:pt x="4484522" y="64040"/>
                  </a:lnTo>
                  <a:lnTo>
                    <a:pt x="4391749" y="78159"/>
                  </a:lnTo>
                  <a:lnTo>
                    <a:pt x="4305614" y="93800"/>
                  </a:lnTo>
                  <a:lnTo>
                    <a:pt x="4226401" y="111095"/>
                  </a:lnTo>
                  <a:lnTo>
                    <a:pt x="4153915" y="130230"/>
                  </a:lnTo>
                  <a:lnTo>
                    <a:pt x="4087643" y="151443"/>
                  </a:lnTo>
                  <a:lnTo>
                    <a:pt x="4026881" y="175010"/>
                  </a:lnTo>
                  <a:lnTo>
                    <a:pt x="3970829" y="201233"/>
                  </a:lnTo>
                  <a:lnTo>
                    <a:pt x="3918658" y="230412"/>
                  </a:lnTo>
                  <a:lnTo>
                    <a:pt x="3869569" y="262796"/>
                  </a:lnTo>
                  <a:lnTo>
                    <a:pt x="3829811" y="292865"/>
                  </a:lnTo>
                  <a:lnTo>
                    <a:pt x="3785236" y="330811"/>
                  </a:lnTo>
                  <a:lnTo>
                    <a:pt x="3741926" y="372060"/>
                  </a:lnTo>
                  <a:lnTo>
                    <a:pt x="3699475" y="416674"/>
                  </a:lnTo>
                  <a:lnTo>
                    <a:pt x="3657566" y="464637"/>
                  </a:lnTo>
                  <a:lnTo>
                    <a:pt x="3615962" y="515843"/>
                  </a:lnTo>
                  <a:lnTo>
                    <a:pt x="3574493" y="570089"/>
                  </a:lnTo>
                  <a:lnTo>
                    <a:pt x="3533043" y="627076"/>
                  </a:lnTo>
                  <a:lnTo>
                    <a:pt x="3491546" y="686409"/>
                  </a:lnTo>
                  <a:lnTo>
                    <a:pt x="3449977" y="747603"/>
                  </a:lnTo>
                  <a:lnTo>
                    <a:pt x="3408340" y="810102"/>
                  </a:lnTo>
                  <a:lnTo>
                    <a:pt x="3366662" y="873294"/>
                  </a:lnTo>
                  <a:lnTo>
                    <a:pt x="3324980" y="936540"/>
                  </a:lnTo>
                  <a:lnTo>
                    <a:pt x="3283334" y="999198"/>
                  </a:lnTo>
                  <a:lnTo>
                    <a:pt x="3241752" y="1060652"/>
                  </a:lnTo>
                  <a:lnTo>
                    <a:pt x="3200244" y="1120332"/>
                  </a:lnTo>
                  <a:lnTo>
                    <a:pt x="3158790" y="1177742"/>
                  </a:lnTo>
                  <a:lnTo>
                    <a:pt x="3117330" y="1232471"/>
                  </a:lnTo>
                  <a:lnTo>
                    <a:pt x="3075759" y="1284203"/>
                  </a:lnTo>
                  <a:lnTo>
                    <a:pt x="3033916" y="1332719"/>
                  </a:lnTo>
                  <a:lnTo>
                    <a:pt x="2991575" y="1377897"/>
                  </a:lnTo>
                  <a:lnTo>
                    <a:pt x="2948436" y="1419708"/>
                  </a:lnTo>
                  <a:lnTo>
                    <a:pt x="2904105" y="1458199"/>
                  </a:lnTo>
                  <a:lnTo>
                    <a:pt x="2896531" y="1464328"/>
                  </a:lnTo>
                  <a:lnTo>
                    <a:pt x="2849483" y="1499532"/>
                  </a:lnTo>
                  <a:lnTo>
                    <a:pt x="2799974" y="1531416"/>
                  </a:lnTo>
                  <a:lnTo>
                    <a:pt x="2747267" y="1560128"/>
                  </a:lnTo>
                  <a:lnTo>
                    <a:pt x="2690553" y="1585928"/>
                  </a:lnTo>
                  <a:lnTo>
                    <a:pt x="2629004" y="1609118"/>
                  </a:lnTo>
                  <a:lnTo>
                    <a:pt x="2561829" y="1629998"/>
                  </a:lnTo>
                  <a:lnTo>
                    <a:pt x="2488348" y="1648840"/>
                  </a:lnTo>
                  <a:lnTo>
                    <a:pt x="2408086" y="1665873"/>
                  </a:lnTo>
                  <a:lnTo>
                    <a:pt x="2320909" y="1681275"/>
                  </a:lnTo>
                  <a:lnTo>
                    <a:pt x="2227191" y="1695171"/>
                  </a:lnTo>
                  <a:lnTo>
                    <a:pt x="2127993" y="1707631"/>
                  </a:lnTo>
                  <a:lnTo>
                    <a:pt x="2025229" y="1718677"/>
                  </a:lnTo>
                  <a:lnTo>
                    <a:pt x="1921745" y="1728293"/>
                  </a:lnTo>
                  <a:lnTo>
                    <a:pt x="1821242" y="1736447"/>
                  </a:lnTo>
                  <a:lnTo>
                    <a:pt x="1727957" y="1743115"/>
                  </a:lnTo>
                  <a:lnTo>
                    <a:pt x="1646112" y="1748312"/>
                  </a:lnTo>
                  <a:lnTo>
                    <a:pt x="1579192" y="1752111"/>
                  </a:lnTo>
                  <a:lnTo>
                    <a:pt x="1529237" y="1754662"/>
                  </a:lnTo>
                  <a:lnTo>
                    <a:pt x="1496364" y="1756178"/>
                  </a:lnTo>
                  <a:lnTo>
                    <a:pt x="1478616" y="1756921"/>
                  </a:lnTo>
                  <a:lnTo>
                    <a:pt x="1472126" y="1757168"/>
                  </a:lnTo>
                  <a:lnTo>
                    <a:pt x="1471387" y="1757194"/>
                  </a:lnTo>
                  <a:lnTo>
                    <a:pt x="0" y="1757194"/>
                  </a:lnTo>
                  <a:close/>
                </a:path>
              </a:pathLst>
            </a:custGeom>
            <a:solidFill>
              <a:srgbClr val="67C1B3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317" name="pl1317"/>
            <p:cNvSpPr/>
            <p:nvPr/>
          </p:nvSpPr>
          <p:spPr>
            <a:xfrm>
              <a:off x="4799595" y="6614369"/>
              <a:ext cx="11981298" cy="1757194"/>
            </a:xfrm>
            <a:custGeom>
              <a:avLst/>
              <a:pathLst>
                <a:path w="11981298" h="1757194">
                  <a:moveTo>
                    <a:pt x="0" y="1757194"/>
                  </a:moveTo>
                  <a:lnTo>
                    <a:pt x="1471387" y="1757194"/>
                  </a:lnTo>
                  <a:lnTo>
                    <a:pt x="1472588" y="1757151"/>
                  </a:lnTo>
                  <a:lnTo>
                    <a:pt x="1480472" y="1756847"/>
                  </a:lnTo>
                  <a:lnTo>
                    <a:pt x="1500313" y="1756004"/>
                  </a:lnTo>
                  <a:lnTo>
                    <a:pt x="1535706" y="1754347"/>
                  </a:lnTo>
                  <a:lnTo>
                    <a:pt x="1588297" y="1751619"/>
                  </a:lnTo>
                  <a:lnTo>
                    <a:pt x="1657660" y="1747615"/>
                  </a:lnTo>
                  <a:lnTo>
                    <a:pt x="1741494" y="1742198"/>
                  </a:lnTo>
                  <a:lnTo>
                    <a:pt x="1836156" y="1735304"/>
                  </a:lnTo>
                  <a:lnTo>
                    <a:pt x="1937377" y="1726925"/>
                  </a:lnTo>
                  <a:lnTo>
                    <a:pt x="2040971" y="1717090"/>
                  </a:lnTo>
                  <a:lnTo>
                    <a:pt x="2143354" y="1705829"/>
                  </a:lnTo>
                  <a:lnTo>
                    <a:pt x="2241820" y="1693153"/>
                  </a:lnTo>
                  <a:lnTo>
                    <a:pt x="2334593" y="1679034"/>
                  </a:lnTo>
                  <a:lnTo>
                    <a:pt x="2420728" y="1663394"/>
                  </a:lnTo>
                  <a:lnTo>
                    <a:pt x="2499942" y="1646099"/>
                  </a:lnTo>
                  <a:lnTo>
                    <a:pt x="2572427" y="1626963"/>
                  </a:lnTo>
                  <a:lnTo>
                    <a:pt x="2638699" y="1605751"/>
                  </a:lnTo>
                  <a:lnTo>
                    <a:pt x="2699461" y="1582184"/>
                  </a:lnTo>
                  <a:lnTo>
                    <a:pt x="2755513" y="1555960"/>
                  </a:lnTo>
                  <a:lnTo>
                    <a:pt x="2807684" y="1526781"/>
                  </a:lnTo>
                  <a:lnTo>
                    <a:pt x="2856773" y="1494398"/>
                  </a:lnTo>
                  <a:lnTo>
                    <a:pt x="2896531" y="1464328"/>
                  </a:lnTo>
                  <a:lnTo>
                    <a:pt x="2941107" y="1426383"/>
                  </a:lnTo>
                  <a:lnTo>
                    <a:pt x="2984416" y="1385134"/>
                  </a:lnTo>
                  <a:lnTo>
                    <a:pt x="3026867" y="1340519"/>
                  </a:lnTo>
                  <a:lnTo>
                    <a:pt x="3068776" y="1292556"/>
                  </a:lnTo>
                  <a:lnTo>
                    <a:pt x="3110380" y="1241351"/>
                  </a:lnTo>
                  <a:lnTo>
                    <a:pt x="3151849" y="1187105"/>
                  </a:lnTo>
                  <a:lnTo>
                    <a:pt x="3193299" y="1130117"/>
                  </a:lnTo>
                  <a:lnTo>
                    <a:pt x="3234796" y="1070784"/>
                  </a:lnTo>
                  <a:lnTo>
                    <a:pt x="3276365" y="1009590"/>
                  </a:lnTo>
                  <a:lnTo>
                    <a:pt x="3318002" y="947092"/>
                  </a:lnTo>
                  <a:lnTo>
                    <a:pt x="3359680" y="883900"/>
                  </a:lnTo>
                  <a:lnTo>
                    <a:pt x="3401362" y="820654"/>
                  </a:lnTo>
                  <a:lnTo>
                    <a:pt x="3443008" y="757995"/>
                  </a:lnTo>
                  <a:lnTo>
                    <a:pt x="3484590" y="696542"/>
                  </a:lnTo>
                  <a:lnTo>
                    <a:pt x="3526098" y="636862"/>
                  </a:lnTo>
                  <a:lnTo>
                    <a:pt x="3567552" y="579451"/>
                  </a:lnTo>
                  <a:lnTo>
                    <a:pt x="3609012" y="524722"/>
                  </a:lnTo>
                  <a:lnTo>
                    <a:pt x="3650583" y="472991"/>
                  </a:lnTo>
                  <a:lnTo>
                    <a:pt x="3692426" y="424475"/>
                  </a:lnTo>
                  <a:lnTo>
                    <a:pt x="3734767" y="379296"/>
                  </a:lnTo>
                  <a:lnTo>
                    <a:pt x="3777907" y="337486"/>
                  </a:lnTo>
                  <a:lnTo>
                    <a:pt x="3822237" y="298995"/>
                  </a:lnTo>
                  <a:lnTo>
                    <a:pt x="3829811" y="292865"/>
                  </a:lnTo>
                  <a:lnTo>
                    <a:pt x="3876859" y="257662"/>
                  </a:lnTo>
                  <a:lnTo>
                    <a:pt x="3926368" y="225777"/>
                  </a:lnTo>
                  <a:lnTo>
                    <a:pt x="3979075" y="197065"/>
                  </a:lnTo>
                  <a:lnTo>
                    <a:pt x="4035790" y="171265"/>
                  </a:lnTo>
                  <a:lnTo>
                    <a:pt x="4097339" y="148075"/>
                  </a:lnTo>
                  <a:lnTo>
                    <a:pt x="4164513" y="127195"/>
                  </a:lnTo>
                  <a:lnTo>
                    <a:pt x="4237994" y="108353"/>
                  </a:lnTo>
                  <a:lnTo>
                    <a:pt x="4318256" y="91321"/>
                  </a:lnTo>
                  <a:lnTo>
                    <a:pt x="4405433" y="75918"/>
                  </a:lnTo>
                  <a:lnTo>
                    <a:pt x="4499151" y="62023"/>
                  </a:lnTo>
                  <a:lnTo>
                    <a:pt x="4598349" y="49563"/>
                  </a:lnTo>
                  <a:lnTo>
                    <a:pt x="4701113" y="38517"/>
                  </a:lnTo>
                  <a:lnTo>
                    <a:pt x="4804597" y="28901"/>
                  </a:lnTo>
                  <a:lnTo>
                    <a:pt x="4905101" y="20747"/>
                  </a:lnTo>
                  <a:lnTo>
                    <a:pt x="4998385" y="14078"/>
                  </a:lnTo>
                  <a:lnTo>
                    <a:pt x="5080230" y="8882"/>
                  </a:lnTo>
                  <a:lnTo>
                    <a:pt x="5147150" y="5082"/>
                  </a:lnTo>
                  <a:lnTo>
                    <a:pt x="5197105" y="2532"/>
                  </a:lnTo>
                  <a:lnTo>
                    <a:pt x="5229978" y="1015"/>
                  </a:lnTo>
                  <a:lnTo>
                    <a:pt x="5247726" y="273"/>
                  </a:lnTo>
                  <a:lnTo>
                    <a:pt x="5254216" y="25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570" y="23"/>
                  </a:lnTo>
                  <a:lnTo>
                    <a:pt x="6735623" y="188"/>
                  </a:lnTo>
                  <a:lnTo>
                    <a:pt x="6755877" y="645"/>
                  </a:lnTo>
                  <a:lnTo>
                    <a:pt x="6791972" y="1543"/>
                  </a:lnTo>
                  <a:lnTo>
                    <a:pt x="6845535" y="3022"/>
                  </a:lnTo>
                  <a:lnTo>
                    <a:pt x="6916061" y="5190"/>
                  </a:lnTo>
                  <a:lnTo>
                    <a:pt x="7001133" y="8121"/>
                  </a:lnTo>
                  <a:lnTo>
                    <a:pt x="7096977" y="11848"/>
                  </a:lnTo>
                  <a:lnTo>
                    <a:pt x="7199218" y="16373"/>
                  </a:lnTo>
                  <a:lnTo>
                    <a:pt x="7303601" y="21681"/>
                  </a:lnTo>
                  <a:lnTo>
                    <a:pt x="7406520" y="27755"/>
                  </a:lnTo>
                  <a:lnTo>
                    <a:pt x="7505283" y="34591"/>
                  </a:lnTo>
                  <a:lnTo>
                    <a:pt x="7598152" y="42206"/>
                  </a:lnTo>
                  <a:lnTo>
                    <a:pt x="7684232" y="50646"/>
                  </a:lnTo>
                  <a:lnTo>
                    <a:pt x="7763287" y="59984"/>
                  </a:lnTo>
                  <a:lnTo>
                    <a:pt x="7835561" y="70327"/>
                  </a:lnTo>
                  <a:lnTo>
                    <a:pt x="7901604" y="81803"/>
                  </a:lnTo>
                  <a:lnTo>
                    <a:pt x="7962155" y="94567"/>
                  </a:lnTo>
                  <a:lnTo>
                    <a:pt x="8018037" y="108782"/>
                  </a:lnTo>
                  <a:lnTo>
                    <a:pt x="8070097" y="124609"/>
                  </a:lnTo>
                  <a:lnTo>
                    <a:pt x="8119146" y="142176"/>
                  </a:lnTo>
                  <a:lnTo>
                    <a:pt x="8151487" y="155286"/>
                  </a:lnTo>
                  <a:lnTo>
                    <a:pt x="8202884" y="178699"/>
                  </a:lnTo>
                  <a:lnTo>
                    <a:pt x="8252679" y="204460"/>
                  </a:lnTo>
                  <a:lnTo>
                    <a:pt x="8301470" y="232606"/>
                  </a:lnTo>
                  <a:lnTo>
                    <a:pt x="8349692" y="263096"/>
                  </a:lnTo>
                  <a:lnTo>
                    <a:pt x="8397657" y="295800"/>
                  </a:lnTo>
                  <a:lnTo>
                    <a:pt x="8445565" y="330496"/>
                  </a:lnTo>
                  <a:lnTo>
                    <a:pt x="8493531" y="366872"/>
                  </a:lnTo>
                  <a:lnTo>
                    <a:pt x="8541593" y="404532"/>
                  </a:lnTo>
                  <a:lnTo>
                    <a:pt x="8589739" y="443010"/>
                  </a:lnTo>
                  <a:lnTo>
                    <a:pt x="8637920" y="481799"/>
                  </a:lnTo>
                  <a:lnTo>
                    <a:pt x="8686076" y="520371"/>
                  </a:lnTo>
                  <a:lnTo>
                    <a:pt x="8734156" y="558212"/>
                  </a:lnTo>
                  <a:lnTo>
                    <a:pt x="8782137" y="594848"/>
                  </a:lnTo>
                  <a:lnTo>
                    <a:pt x="8830050" y="629870"/>
                  </a:lnTo>
                  <a:lnTo>
                    <a:pt x="8877993" y="662948"/>
                  </a:lnTo>
                  <a:lnTo>
                    <a:pt x="8926150" y="693845"/>
                  </a:lnTo>
                  <a:lnTo>
                    <a:pt x="8974811" y="722414"/>
                  </a:lnTo>
                  <a:lnTo>
                    <a:pt x="9024388" y="748601"/>
                  </a:lnTo>
                  <a:lnTo>
                    <a:pt x="9075448" y="772426"/>
                  </a:lnTo>
                  <a:lnTo>
                    <a:pt x="9084767" y="776434"/>
                  </a:lnTo>
                  <a:lnTo>
                    <a:pt x="9132172" y="795232"/>
                  </a:lnTo>
                  <a:lnTo>
                    <a:pt x="9182080" y="812244"/>
                  </a:lnTo>
                  <a:lnTo>
                    <a:pt x="9235246" y="827551"/>
                  </a:lnTo>
                  <a:lnTo>
                    <a:pt x="9292498" y="841295"/>
                  </a:lnTo>
                  <a:lnTo>
                    <a:pt x="9354680" y="853638"/>
                  </a:lnTo>
                  <a:lnTo>
                    <a:pt x="9422600" y="864745"/>
                  </a:lnTo>
                  <a:lnTo>
                    <a:pt x="9496947" y="874760"/>
                  </a:lnTo>
                  <a:lnTo>
                    <a:pt x="9578193" y="883808"/>
                  </a:lnTo>
                  <a:lnTo>
                    <a:pt x="9666449" y="891983"/>
                  </a:lnTo>
                  <a:lnTo>
                    <a:pt x="9761294" y="899351"/>
                  </a:lnTo>
                  <a:lnTo>
                    <a:pt x="9861588" y="905947"/>
                  </a:lnTo>
                  <a:lnTo>
                    <a:pt x="9965299" y="911783"/>
                  </a:lnTo>
                  <a:lnTo>
                    <a:pt x="10069438" y="916848"/>
                  </a:lnTo>
                  <a:lnTo>
                    <a:pt x="10170154" y="921124"/>
                  </a:lnTo>
                  <a:lnTo>
                    <a:pt x="10263085" y="924601"/>
                  </a:lnTo>
                  <a:lnTo>
                    <a:pt x="10343963" y="927288"/>
                  </a:lnTo>
                  <a:lnTo>
                    <a:pt x="10409362" y="929231"/>
                  </a:lnTo>
                  <a:lnTo>
                    <a:pt x="10457415" y="930515"/>
                  </a:lnTo>
                  <a:lnTo>
                    <a:pt x="10488280" y="931260"/>
                  </a:lnTo>
                  <a:lnTo>
                    <a:pt x="10504240" y="931609"/>
                  </a:lnTo>
                  <a:lnTo>
                    <a:pt x="10509505" y="931714"/>
                  </a:lnTo>
                  <a:lnTo>
                    <a:pt x="10509911" y="931721"/>
                  </a:lnTo>
                  <a:lnTo>
                    <a:pt x="11981298" y="93172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18" name="pl1318"/>
            <p:cNvSpPr/>
            <p:nvPr/>
          </p:nvSpPr>
          <p:spPr>
            <a:xfrm>
              <a:off x="4799595" y="6606196"/>
              <a:ext cx="11981298" cy="1757194"/>
            </a:xfrm>
            <a:custGeom>
              <a:avLst/>
              <a:pathLst>
                <a:path w="11981298" h="1757194">
                  <a:moveTo>
                    <a:pt x="11981298" y="931721"/>
                  </a:moveTo>
                  <a:lnTo>
                    <a:pt x="10509911" y="931721"/>
                  </a:lnTo>
                  <a:lnTo>
                    <a:pt x="10508684" y="931698"/>
                  </a:lnTo>
                  <a:lnTo>
                    <a:pt x="10500630" y="931533"/>
                  </a:lnTo>
                  <a:lnTo>
                    <a:pt x="10480376" y="931076"/>
                  </a:lnTo>
                  <a:lnTo>
                    <a:pt x="10444282" y="930177"/>
                  </a:lnTo>
                  <a:lnTo>
                    <a:pt x="10390719" y="928699"/>
                  </a:lnTo>
                  <a:lnTo>
                    <a:pt x="10320192" y="926531"/>
                  </a:lnTo>
                  <a:lnTo>
                    <a:pt x="10235120" y="923599"/>
                  </a:lnTo>
                  <a:lnTo>
                    <a:pt x="10139276" y="919872"/>
                  </a:lnTo>
                  <a:lnTo>
                    <a:pt x="10037035" y="915347"/>
                  </a:lnTo>
                  <a:lnTo>
                    <a:pt x="9932652" y="910040"/>
                  </a:lnTo>
                  <a:lnTo>
                    <a:pt x="9829734" y="903966"/>
                  </a:lnTo>
                  <a:lnTo>
                    <a:pt x="9730970" y="897130"/>
                  </a:lnTo>
                  <a:lnTo>
                    <a:pt x="9638101" y="889515"/>
                  </a:lnTo>
                  <a:lnTo>
                    <a:pt x="9552022" y="881075"/>
                  </a:lnTo>
                  <a:lnTo>
                    <a:pt x="9472966" y="871736"/>
                  </a:lnTo>
                  <a:lnTo>
                    <a:pt x="9400693" y="861394"/>
                  </a:lnTo>
                  <a:lnTo>
                    <a:pt x="9334649" y="849917"/>
                  </a:lnTo>
                  <a:lnTo>
                    <a:pt x="9274098" y="837154"/>
                  </a:lnTo>
                  <a:lnTo>
                    <a:pt x="9218216" y="822939"/>
                  </a:lnTo>
                  <a:lnTo>
                    <a:pt x="9166156" y="807112"/>
                  </a:lnTo>
                  <a:lnTo>
                    <a:pt x="9117107" y="789545"/>
                  </a:lnTo>
                  <a:lnTo>
                    <a:pt x="9084767" y="776434"/>
                  </a:lnTo>
                  <a:lnTo>
                    <a:pt x="9033369" y="753022"/>
                  </a:lnTo>
                  <a:lnTo>
                    <a:pt x="8983574" y="727261"/>
                  </a:lnTo>
                  <a:lnTo>
                    <a:pt x="8934784" y="699114"/>
                  </a:lnTo>
                  <a:lnTo>
                    <a:pt x="8886561" y="668625"/>
                  </a:lnTo>
                  <a:lnTo>
                    <a:pt x="8838596" y="635921"/>
                  </a:lnTo>
                  <a:lnTo>
                    <a:pt x="8790688" y="601225"/>
                  </a:lnTo>
                  <a:lnTo>
                    <a:pt x="8742722" y="564849"/>
                  </a:lnTo>
                  <a:lnTo>
                    <a:pt x="8694660" y="527189"/>
                  </a:lnTo>
                  <a:lnTo>
                    <a:pt x="8646514" y="488711"/>
                  </a:lnTo>
                  <a:lnTo>
                    <a:pt x="8598333" y="449922"/>
                  </a:lnTo>
                  <a:lnTo>
                    <a:pt x="8550177" y="411350"/>
                  </a:lnTo>
                  <a:lnTo>
                    <a:pt x="8502097" y="373509"/>
                  </a:lnTo>
                  <a:lnTo>
                    <a:pt x="8454116" y="336873"/>
                  </a:lnTo>
                  <a:lnTo>
                    <a:pt x="8406203" y="301851"/>
                  </a:lnTo>
                  <a:lnTo>
                    <a:pt x="8358261" y="268773"/>
                  </a:lnTo>
                  <a:lnTo>
                    <a:pt x="8310103" y="237876"/>
                  </a:lnTo>
                  <a:lnTo>
                    <a:pt x="8261442" y="209306"/>
                  </a:lnTo>
                  <a:lnTo>
                    <a:pt x="8211865" y="183120"/>
                  </a:lnTo>
                  <a:lnTo>
                    <a:pt x="8160805" y="159295"/>
                  </a:lnTo>
                  <a:lnTo>
                    <a:pt x="8151487" y="155286"/>
                  </a:lnTo>
                  <a:lnTo>
                    <a:pt x="8104081" y="136489"/>
                  </a:lnTo>
                  <a:lnTo>
                    <a:pt x="8054173" y="119476"/>
                  </a:lnTo>
                  <a:lnTo>
                    <a:pt x="8001007" y="104170"/>
                  </a:lnTo>
                  <a:lnTo>
                    <a:pt x="7943756" y="90426"/>
                  </a:lnTo>
                  <a:lnTo>
                    <a:pt x="7881573" y="78083"/>
                  </a:lnTo>
                  <a:lnTo>
                    <a:pt x="7813653" y="66976"/>
                  </a:lnTo>
                  <a:lnTo>
                    <a:pt x="7739306" y="56961"/>
                  </a:lnTo>
                  <a:lnTo>
                    <a:pt x="7658060" y="47913"/>
                  </a:lnTo>
                  <a:lnTo>
                    <a:pt x="7569805" y="39738"/>
                  </a:lnTo>
                  <a:lnTo>
                    <a:pt x="7474959" y="32370"/>
                  </a:lnTo>
                  <a:lnTo>
                    <a:pt x="7374665" y="25773"/>
                  </a:lnTo>
                  <a:lnTo>
                    <a:pt x="7270954" y="19938"/>
                  </a:lnTo>
                  <a:lnTo>
                    <a:pt x="7166815" y="14873"/>
                  </a:lnTo>
                  <a:lnTo>
                    <a:pt x="7066100" y="10596"/>
                  </a:lnTo>
                  <a:lnTo>
                    <a:pt x="6973168" y="7120"/>
                  </a:lnTo>
                  <a:lnTo>
                    <a:pt x="6892290" y="4433"/>
                  </a:lnTo>
                  <a:lnTo>
                    <a:pt x="6826891" y="2490"/>
                  </a:lnTo>
                  <a:lnTo>
                    <a:pt x="6778838" y="1206"/>
                  </a:lnTo>
                  <a:lnTo>
                    <a:pt x="6747973" y="461"/>
                  </a:lnTo>
                  <a:lnTo>
                    <a:pt x="6732013" y="112"/>
                  </a:lnTo>
                  <a:lnTo>
                    <a:pt x="6726748" y="7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754" y="42"/>
                  </a:lnTo>
                  <a:lnTo>
                    <a:pt x="5245870" y="347"/>
                  </a:lnTo>
                  <a:lnTo>
                    <a:pt x="5226029" y="1189"/>
                  </a:lnTo>
                  <a:lnTo>
                    <a:pt x="5190636" y="2847"/>
                  </a:lnTo>
                  <a:lnTo>
                    <a:pt x="5138045" y="5575"/>
                  </a:lnTo>
                  <a:lnTo>
                    <a:pt x="5068683" y="9579"/>
                  </a:lnTo>
                  <a:lnTo>
                    <a:pt x="4984848" y="14996"/>
                  </a:lnTo>
                  <a:lnTo>
                    <a:pt x="4890187" y="21890"/>
                  </a:lnTo>
                  <a:lnTo>
                    <a:pt x="4788965" y="30268"/>
                  </a:lnTo>
                  <a:lnTo>
                    <a:pt x="4685371" y="40104"/>
                  </a:lnTo>
                  <a:lnTo>
                    <a:pt x="4582988" y="51365"/>
                  </a:lnTo>
                  <a:lnTo>
                    <a:pt x="4484522" y="64040"/>
                  </a:lnTo>
                  <a:lnTo>
                    <a:pt x="4391749" y="78159"/>
                  </a:lnTo>
                  <a:lnTo>
                    <a:pt x="4305614" y="93800"/>
                  </a:lnTo>
                  <a:lnTo>
                    <a:pt x="4226401" y="111095"/>
                  </a:lnTo>
                  <a:lnTo>
                    <a:pt x="4153915" y="130230"/>
                  </a:lnTo>
                  <a:lnTo>
                    <a:pt x="4087643" y="151443"/>
                  </a:lnTo>
                  <a:lnTo>
                    <a:pt x="4026881" y="175010"/>
                  </a:lnTo>
                  <a:lnTo>
                    <a:pt x="3970829" y="201233"/>
                  </a:lnTo>
                  <a:lnTo>
                    <a:pt x="3918658" y="230412"/>
                  </a:lnTo>
                  <a:lnTo>
                    <a:pt x="3869569" y="262796"/>
                  </a:lnTo>
                  <a:lnTo>
                    <a:pt x="3829811" y="292865"/>
                  </a:lnTo>
                  <a:lnTo>
                    <a:pt x="3785236" y="330811"/>
                  </a:lnTo>
                  <a:lnTo>
                    <a:pt x="3741926" y="372060"/>
                  </a:lnTo>
                  <a:lnTo>
                    <a:pt x="3699475" y="416674"/>
                  </a:lnTo>
                  <a:lnTo>
                    <a:pt x="3657566" y="464637"/>
                  </a:lnTo>
                  <a:lnTo>
                    <a:pt x="3615962" y="515843"/>
                  </a:lnTo>
                  <a:lnTo>
                    <a:pt x="3574493" y="570089"/>
                  </a:lnTo>
                  <a:lnTo>
                    <a:pt x="3533043" y="627076"/>
                  </a:lnTo>
                  <a:lnTo>
                    <a:pt x="3491546" y="686409"/>
                  </a:lnTo>
                  <a:lnTo>
                    <a:pt x="3449977" y="747603"/>
                  </a:lnTo>
                  <a:lnTo>
                    <a:pt x="3408340" y="810102"/>
                  </a:lnTo>
                  <a:lnTo>
                    <a:pt x="3366662" y="873294"/>
                  </a:lnTo>
                  <a:lnTo>
                    <a:pt x="3324980" y="936540"/>
                  </a:lnTo>
                  <a:lnTo>
                    <a:pt x="3283334" y="999198"/>
                  </a:lnTo>
                  <a:lnTo>
                    <a:pt x="3241752" y="1060652"/>
                  </a:lnTo>
                  <a:lnTo>
                    <a:pt x="3200244" y="1120332"/>
                  </a:lnTo>
                  <a:lnTo>
                    <a:pt x="3158790" y="1177742"/>
                  </a:lnTo>
                  <a:lnTo>
                    <a:pt x="3117330" y="1232471"/>
                  </a:lnTo>
                  <a:lnTo>
                    <a:pt x="3075759" y="1284203"/>
                  </a:lnTo>
                  <a:lnTo>
                    <a:pt x="3033916" y="1332719"/>
                  </a:lnTo>
                  <a:lnTo>
                    <a:pt x="2991575" y="1377897"/>
                  </a:lnTo>
                  <a:lnTo>
                    <a:pt x="2948436" y="1419708"/>
                  </a:lnTo>
                  <a:lnTo>
                    <a:pt x="2904105" y="1458199"/>
                  </a:lnTo>
                  <a:lnTo>
                    <a:pt x="2896531" y="1464328"/>
                  </a:lnTo>
                  <a:lnTo>
                    <a:pt x="2849483" y="1499532"/>
                  </a:lnTo>
                  <a:lnTo>
                    <a:pt x="2799974" y="1531416"/>
                  </a:lnTo>
                  <a:lnTo>
                    <a:pt x="2747267" y="1560128"/>
                  </a:lnTo>
                  <a:lnTo>
                    <a:pt x="2690553" y="1585928"/>
                  </a:lnTo>
                  <a:lnTo>
                    <a:pt x="2629004" y="1609118"/>
                  </a:lnTo>
                  <a:lnTo>
                    <a:pt x="2561829" y="1629998"/>
                  </a:lnTo>
                  <a:lnTo>
                    <a:pt x="2488348" y="1648840"/>
                  </a:lnTo>
                  <a:lnTo>
                    <a:pt x="2408086" y="1665873"/>
                  </a:lnTo>
                  <a:lnTo>
                    <a:pt x="2320909" y="1681275"/>
                  </a:lnTo>
                  <a:lnTo>
                    <a:pt x="2227191" y="1695171"/>
                  </a:lnTo>
                  <a:lnTo>
                    <a:pt x="2127993" y="1707631"/>
                  </a:lnTo>
                  <a:lnTo>
                    <a:pt x="2025229" y="1718677"/>
                  </a:lnTo>
                  <a:lnTo>
                    <a:pt x="1921745" y="1728293"/>
                  </a:lnTo>
                  <a:lnTo>
                    <a:pt x="1821242" y="1736447"/>
                  </a:lnTo>
                  <a:lnTo>
                    <a:pt x="1727957" y="1743115"/>
                  </a:lnTo>
                  <a:lnTo>
                    <a:pt x="1646112" y="1748312"/>
                  </a:lnTo>
                  <a:lnTo>
                    <a:pt x="1579192" y="1752111"/>
                  </a:lnTo>
                  <a:lnTo>
                    <a:pt x="1529237" y="1754662"/>
                  </a:lnTo>
                  <a:lnTo>
                    <a:pt x="1496364" y="1756178"/>
                  </a:lnTo>
                  <a:lnTo>
                    <a:pt x="1478616" y="1756921"/>
                  </a:lnTo>
                  <a:lnTo>
                    <a:pt x="1472126" y="1757168"/>
                  </a:lnTo>
                  <a:lnTo>
                    <a:pt x="1471387" y="1757194"/>
                  </a:lnTo>
                  <a:lnTo>
                    <a:pt x="0" y="175719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19" name="pg1319"/>
            <p:cNvSpPr/>
            <p:nvPr/>
          </p:nvSpPr>
          <p:spPr>
            <a:xfrm>
              <a:off x="4799595" y="4137951"/>
              <a:ext cx="11981298" cy="4813896"/>
            </a:xfrm>
            <a:custGeom>
              <a:avLst/>
              <a:pathLst>
                <a:path w="11981298" h="4813896">
                  <a:moveTo>
                    <a:pt x="0" y="4813896"/>
                  </a:moveTo>
                  <a:lnTo>
                    <a:pt x="1471387" y="4813896"/>
                  </a:lnTo>
                  <a:lnTo>
                    <a:pt x="1472498" y="4813819"/>
                  </a:lnTo>
                  <a:lnTo>
                    <a:pt x="1479806" y="4813275"/>
                  </a:lnTo>
                  <a:lnTo>
                    <a:pt x="1498240" y="4811771"/>
                  </a:lnTo>
                  <a:lnTo>
                    <a:pt x="1531234" y="4808809"/>
                  </a:lnTo>
                  <a:lnTo>
                    <a:pt x="1580480" y="4803927"/>
                  </a:lnTo>
                  <a:lnTo>
                    <a:pt x="1645804" y="4796745"/>
                  </a:lnTo>
                  <a:lnTo>
                    <a:pt x="1725304" y="4786999"/>
                  </a:lnTo>
                  <a:lnTo>
                    <a:pt x="1815773" y="4774553"/>
                  </a:lnTo>
                  <a:lnTo>
                    <a:pt x="1913322" y="4759379"/>
                  </a:lnTo>
                  <a:lnTo>
                    <a:pt x="2014012" y="4741516"/>
                  </a:lnTo>
                  <a:lnTo>
                    <a:pt x="2114360" y="4721023"/>
                  </a:lnTo>
                  <a:lnTo>
                    <a:pt x="2211632" y="4697935"/>
                  </a:lnTo>
                  <a:lnTo>
                    <a:pt x="2303935" y="4672222"/>
                  </a:lnTo>
                  <a:lnTo>
                    <a:pt x="2390161" y="4643777"/>
                  </a:lnTo>
                  <a:lnTo>
                    <a:pt x="2469856" y="4612397"/>
                  </a:lnTo>
                  <a:lnTo>
                    <a:pt x="2543051" y="4577783"/>
                  </a:lnTo>
                  <a:lnTo>
                    <a:pt x="2610120" y="4539547"/>
                  </a:lnTo>
                  <a:lnTo>
                    <a:pt x="2671650" y="4497223"/>
                  </a:lnTo>
                  <a:lnTo>
                    <a:pt x="2728350" y="4450286"/>
                  </a:lnTo>
                  <a:lnTo>
                    <a:pt x="2780979" y="4398190"/>
                  </a:lnTo>
                  <a:lnTo>
                    <a:pt x="2830296" y="4340430"/>
                  </a:lnTo>
                  <a:lnTo>
                    <a:pt x="2877014" y="4276647"/>
                  </a:lnTo>
                  <a:lnTo>
                    <a:pt x="2896531" y="4247234"/>
                  </a:lnTo>
                  <a:lnTo>
                    <a:pt x="2931499" y="4190382"/>
                  </a:lnTo>
                  <a:lnTo>
                    <a:pt x="2965632" y="4129649"/>
                  </a:lnTo>
                  <a:lnTo>
                    <a:pt x="2999142" y="4064955"/>
                  </a:lnTo>
                  <a:lnTo>
                    <a:pt x="3032202" y="3996274"/>
                  </a:lnTo>
                  <a:lnTo>
                    <a:pt x="3064953" y="3923642"/>
                  </a:lnTo>
                  <a:lnTo>
                    <a:pt x="3097507" y="3847156"/>
                  </a:lnTo>
                  <a:lnTo>
                    <a:pt x="3129952" y="3766986"/>
                  </a:lnTo>
                  <a:lnTo>
                    <a:pt x="3162353" y="3683369"/>
                  </a:lnTo>
                  <a:lnTo>
                    <a:pt x="3194755" y="3596615"/>
                  </a:lnTo>
                  <a:lnTo>
                    <a:pt x="3227188" y="3507104"/>
                  </a:lnTo>
                  <a:lnTo>
                    <a:pt x="3259665" y="3415278"/>
                  </a:lnTo>
                  <a:lnTo>
                    <a:pt x="3292186" y="3321633"/>
                  </a:lnTo>
                  <a:lnTo>
                    <a:pt x="3324745" y="3226713"/>
                  </a:lnTo>
                  <a:lnTo>
                    <a:pt x="3357326" y="3131094"/>
                  </a:lnTo>
                  <a:lnTo>
                    <a:pt x="3389910" y="3035367"/>
                  </a:lnTo>
                  <a:lnTo>
                    <a:pt x="3422478" y="2940128"/>
                  </a:lnTo>
                  <a:lnTo>
                    <a:pt x="3455014" y="2845962"/>
                  </a:lnTo>
                  <a:lnTo>
                    <a:pt x="3487507" y="2753423"/>
                  </a:lnTo>
                  <a:lnTo>
                    <a:pt x="3519955" y="2663027"/>
                  </a:lnTo>
                  <a:lnTo>
                    <a:pt x="3552366" y="2575238"/>
                  </a:lnTo>
                  <a:lnTo>
                    <a:pt x="3584763" y="2490456"/>
                  </a:lnTo>
                  <a:lnTo>
                    <a:pt x="3617186" y="2409018"/>
                  </a:lnTo>
                  <a:lnTo>
                    <a:pt x="3649692" y="2331187"/>
                  </a:lnTo>
                  <a:lnTo>
                    <a:pt x="3682361" y="2257157"/>
                  </a:lnTo>
                  <a:lnTo>
                    <a:pt x="3715295" y="2187052"/>
                  </a:lnTo>
                  <a:lnTo>
                    <a:pt x="3748625" y="2120928"/>
                  </a:lnTo>
                  <a:lnTo>
                    <a:pt x="3782513" y="2058780"/>
                  </a:lnTo>
                  <a:lnTo>
                    <a:pt x="3817154" y="2000547"/>
                  </a:lnTo>
                  <a:lnTo>
                    <a:pt x="3829811" y="1980589"/>
                  </a:lnTo>
                  <a:lnTo>
                    <a:pt x="3875607" y="1914165"/>
                  </a:lnTo>
                  <a:lnTo>
                    <a:pt x="3923720" y="1853836"/>
                  </a:lnTo>
                  <a:lnTo>
                    <a:pt x="3974829" y="1799353"/>
                  </a:lnTo>
                  <a:lnTo>
                    <a:pt x="4029678" y="1750256"/>
                  </a:lnTo>
                  <a:lnTo>
                    <a:pt x="4089032" y="1706008"/>
                  </a:lnTo>
                  <a:lnTo>
                    <a:pt x="4153630" y="1666070"/>
                  </a:lnTo>
                  <a:lnTo>
                    <a:pt x="4224121" y="1629946"/>
                  </a:lnTo>
                  <a:lnTo>
                    <a:pt x="4300984" y="1597212"/>
                  </a:lnTo>
                  <a:lnTo>
                    <a:pt x="4384416" y="1567531"/>
                  </a:lnTo>
                  <a:lnTo>
                    <a:pt x="4474191" y="1540658"/>
                  </a:lnTo>
                  <a:lnTo>
                    <a:pt x="4569502" y="1516445"/>
                  </a:lnTo>
                  <a:lnTo>
                    <a:pt x="4668809" y="1494831"/>
                  </a:lnTo>
                  <a:lnTo>
                    <a:pt x="4769739" y="1475827"/>
                  </a:lnTo>
                  <a:lnTo>
                    <a:pt x="4869109" y="1459485"/>
                  </a:lnTo>
                  <a:lnTo>
                    <a:pt x="4963127" y="1445860"/>
                  </a:lnTo>
                  <a:lnTo>
                    <a:pt x="5047808" y="1434959"/>
                  </a:lnTo>
                  <a:lnTo>
                    <a:pt x="5119572" y="1426696"/>
                  </a:lnTo>
                  <a:lnTo>
                    <a:pt x="5175885" y="1420861"/>
                  </a:lnTo>
                  <a:lnTo>
                    <a:pt x="5215792" y="1417124"/>
                  </a:lnTo>
                  <a:lnTo>
                    <a:pt x="5240184" y="1415051"/>
                  </a:lnTo>
                  <a:lnTo>
                    <a:pt x="5251771" y="1414154"/>
                  </a:lnTo>
                  <a:lnTo>
                    <a:pt x="5254955" y="1413928"/>
                  </a:lnTo>
                  <a:lnTo>
                    <a:pt x="6726343" y="1413928"/>
                  </a:lnTo>
                  <a:lnTo>
                    <a:pt x="6727557" y="1413894"/>
                  </a:lnTo>
                  <a:lnTo>
                    <a:pt x="6735526" y="1413649"/>
                  </a:lnTo>
                  <a:lnTo>
                    <a:pt x="6755576" y="1412971"/>
                  </a:lnTo>
                  <a:lnTo>
                    <a:pt x="6791323" y="1411638"/>
                  </a:lnTo>
                  <a:lnTo>
                    <a:pt x="6844406" y="1409444"/>
                  </a:lnTo>
                  <a:lnTo>
                    <a:pt x="6914357" y="1406225"/>
                  </a:lnTo>
                  <a:lnTo>
                    <a:pt x="6998818" y="1401872"/>
                  </a:lnTo>
                  <a:lnTo>
                    <a:pt x="7094079" y="1396334"/>
                  </a:lnTo>
                  <a:lnTo>
                    <a:pt x="7195819" y="1389608"/>
                  </a:lnTo>
                  <a:lnTo>
                    <a:pt x="7299815" y="1381715"/>
                  </a:lnTo>
                  <a:lnTo>
                    <a:pt x="7402471" y="1372681"/>
                  </a:lnTo>
                  <a:lnTo>
                    <a:pt x="7501090" y="1362512"/>
                  </a:lnTo>
                  <a:lnTo>
                    <a:pt x="7593914" y="1351185"/>
                  </a:lnTo>
                  <a:lnTo>
                    <a:pt x="7680023" y="1338635"/>
                  </a:lnTo>
                  <a:lnTo>
                    <a:pt x="7759157" y="1324752"/>
                  </a:lnTo>
                  <a:lnTo>
                    <a:pt x="7831536" y="1309384"/>
                  </a:lnTo>
                  <a:lnTo>
                    <a:pt x="7897692" y="1292339"/>
                  </a:lnTo>
                  <a:lnTo>
                    <a:pt x="7958346" y="1273393"/>
                  </a:lnTo>
                  <a:lnTo>
                    <a:pt x="8014312" y="1252301"/>
                  </a:lnTo>
                  <a:lnTo>
                    <a:pt x="8066425" y="1228825"/>
                  </a:lnTo>
                  <a:lnTo>
                    <a:pt x="8115493" y="1202769"/>
                  </a:lnTo>
                  <a:lnTo>
                    <a:pt x="8151487" y="1180998"/>
                  </a:lnTo>
                  <a:lnTo>
                    <a:pt x="8198942" y="1148743"/>
                  </a:lnTo>
                  <a:lnTo>
                    <a:pt x="8244992" y="1113500"/>
                  </a:lnTo>
                  <a:lnTo>
                    <a:pt x="8290119" y="1075215"/>
                  </a:lnTo>
                  <a:lnTo>
                    <a:pt x="8334689" y="1033918"/>
                  </a:lnTo>
                  <a:lnTo>
                    <a:pt x="8378970" y="989733"/>
                  </a:lnTo>
                  <a:lnTo>
                    <a:pt x="8423146" y="942881"/>
                  </a:lnTo>
                  <a:lnTo>
                    <a:pt x="8467335" y="893685"/>
                  </a:lnTo>
                  <a:lnTo>
                    <a:pt x="8511596" y="842563"/>
                  </a:lnTo>
                  <a:lnTo>
                    <a:pt x="8555940" y="790018"/>
                  </a:lnTo>
                  <a:lnTo>
                    <a:pt x="8600344" y="736616"/>
                  </a:lnTo>
                  <a:lnTo>
                    <a:pt x="8644769" y="682967"/>
                  </a:lnTo>
                  <a:lnTo>
                    <a:pt x="8689164" y="629688"/>
                  </a:lnTo>
                  <a:lnTo>
                    <a:pt x="8733492" y="577383"/>
                  </a:lnTo>
                  <a:lnTo>
                    <a:pt x="8777736" y="526608"/>
                  </a:lnTo>
                  <a:lnTo>
                    <a:pt x="8821917" y="477849"/>
                  </a:lnTo>
                  <a:lnTo>
                    <a:pt x="8866102" y="431506"/>
                  </a:lnTo>
                  <a:lnTo>
                    <a:pt x="8910423" y="387883"/>
                  </a:lnTo>
                  <a:lnTo>
                    <a:pt x="8955080" y="347180"/>
                  </a:lnTo>
                  <a:lnTo>
                    <a:pt x="9000359" y="309502"/>
                  </a:lnTo>
                  <a:lnTo>
                    <a:pt x="9046646" y="274861"/>
                  </a:lnTo>
                  <a:lnTo>
                    <a:pt x="9084767" y="249276"/>
                  </a:lnTo>
                  <a:lnTo>
                    <a:pt x="9131996" y="221177"/>
                  </a:lnTo>
                  <a:lnTo>
                    <a:pt x="9181706" y="195737"/>
                  </a:lnTo>
                  <a:lnTo>
                    <a:pt x="9234646" y="172838"/>
                  </a:lnTo>
                  <a:lnTo>
                    <a:pt x="9291632" y="152270"/>
                  </a:lnTo>
                  <a:lnTo>
                    <a:pt x="9353502" y="133789"/>
                  </a:lnTo>
                  <a:lnTo>
                    <a:pt x="9421053" y="117156"/>
                  </a:lnTo>
                  <a:lnTo>
                    <a:pt x="9494972" y="102151"/>
                  </a:lnTo>
                  <a:lnTo>
                    <a:pt x="9575732" y="88591"/>
                  </a:lnTo>
                  <a:lnTo>
                    <a:pt x="9663454" y="76335"/>
                  </a:lnTo>
                  <a:lnTo>
                    <a:pt x="9757743" y="65283"/>
                  </a:lnTo>
                  <a:lnTo>
                    <a:pt x="9857497" y="55380"/>
                  </a:lnTo>
                  <a:lnTo>
                    <a:pt x="9960743" y="46611"/>
                  </a:lnTo>
                  <a:lnTo>
                    <a:pt x="10064563" y="38988"/>
                  </a:lnTo>
                  <a:lnTo>
                    <a:pt x="10165181" y="32538"/>
                  </a:lnTo>
                  <a:lnTo>
                    <a:pt x="10258295" y="27279"/>
                  </a:lnTo>
                  <a:lnTo>
                    <a:pt x="10339658" y="23198"/>
                  </a:lnTo>
                  <a:lnTo>
                    <a:pt x="10405815" y="20231"/>
                  </a:lnTo>
                  <a:lnTo>
                    <a:pt x="10454811" y="18254"/>
                  </a:lnTo>
                  <a:lnTo>
                    <a:pt x="10486666" y="17094"/>
                  </a:lnTo>
                  <a:lnTo>
                    <a:pt x="10503501" y="16537"/>
                  </a:lnTo>
                  <a:lnTo>
                    <a:pt x="10509357" y="16361"/>
                  </a:lnTo>
                  <a:lnTo>
                    <a:pt x="10509911" y="16345"/>
                  </a:lnTo>
                  <a:lnTo>
                    <a:pt x="11981298" y="16345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8697" y="34"/>
                  </a:lnTo>
                  <a:lnTo>
                    <a:pt x="10500727" y="279"/>
                  </a:lnTo>
                  <a:lnTo>
                    <a:pt x="10480677" y="957"/>
                  </a:lnTo>
                  <a:lnTo>
                    <a:pt x="10444930" y="2290"/>
                  </a:lnTo>
                  <a:lnTo>
                    <a:pt x="10391848" y="4484"/>
                  </a:lnTo>
                  <a:lnTo>
                    <a:pt x="10321896" y="7703"/>
                  </a:lnTo>
                  <a:lnTo>
                    <a:pt x="10237435" y="12056"/>
                  </a:lnTo>
                  <a:lnTo>
                    <a:pt x="10142174" y="17593"/>
                  </a:lnTo>
                  <a:lnTo>
                    <a:pt x="10040434" y="24320"/>
                  </a:lnTo>
                  <a:lnTo>
                    <a:pt x="9936439" y="32212"/>
                  </a:lnTo>
                  <a:lnTo>
                    <a:pt x="9833782" y="41247"/>
                  </a:lnTo>
                  <a:lnTo>
                    <a:pt x="9735163" y="51416"/>
                  </a:lnTo>
                  <a:lnTo>
                    <a:pt x="9642339" y="62743"/>
                  </a:lnTo>
                  <a:lnTo>
                    <a:pt x="9556231" y="75293"/>
                  </a:lnTo>
                  <a:lnTo>
                    <a:pt x="9477096" y="89176"/>
                  </a:lnTo>
                  <a:lnTo>
                    <a:pt x="9404717" y="104544"/>
                  </a:lnTo>
                  <a:lnTo>
                    <a:pt x="9338561" y="121588"/>
                  </a:lnTo>
                  <a:lnTo>
                    <a:pt x="9277907" y="140535"/>
                  </a:lnTo>
                  <a:lnTo>
                    <a:pt x="9221941" y="161626"/>
                  </a:lnTo>
                  <a:lnTo>
                    <a:pt x="9169828" y="185103"/>
                  </a:lnTo>
                  <a:lnTo>
                    <a:pt x="9120761" y="211158"/>
                  </a:lnTo>
                  <a:lnTo>
                    <a:pt x="9084767" y="232930"/>
                  </a:lnTo>
                  <a:lnTo>
                    <a:pt x="9037311" y="265184"/>
                  </a:lnTo>
                  <a:lnTo>
                    <a:pt x="8991261" y="300428"/>
                  </a:lnTo>
                  <a:lnTo>
                    <a:pt x="8946134" y="338713"/>
                  </a:lnTo>
                  <a:lnTo>
                    <a:pt x="8901564" y="380009"/>
                  </a:lnTo>
                  <a:lnTo>
                    <a:pt x="8857284" y="424194"/>
                  </a:lnTo>
                  <a:lnTo>
                    <a:pt x="8813107" y="471046"/>
                  </a:lnTo>
                  <a:lnTo>
                    <a:pt x="8768918" y="520243"/>
                  </a:lnTo>
                  <a:lnTo>
                    <a:pt x="8724657" y="571365"/>
                  </a:lnTo>
                  <a:lnTo>
                    <a:pt x="8680314" y="623910"/>
                  </a:lnTo>
                  <a:lnTo>
                    <a:pt x="8635909" y="677311"/>
                  </a:lnTo>
                  <a:lnTo>
                    <a:pt x="8591485" y="730961"/>
                  </a:lnTo>
                  <a:lnTo>
                    <a:pt x="8547089" y="784239"/>
                  </a:lnTo>
                  <a:lnTo>
                    <a:pt x="8502761" y="836544"/>
                  </a:lnTo>
                  <a:lnTo>
                    <a:pt x="8458517" y="887320"/>
                  </a:lnTo>
                  <a:lnTo>
                    <a:pt x="8414337" y="936079"/>
                  </a:lnTo>
                  <a:lnTo>
                    <a:pt x="8370151" y="982422"/>
                  </a:lnTo>
                  <a:lnTo>
                    <a:pt x="8325830" y="1026045"/>
                  </a:lnTo>
                  <a:lnTo>
                    <a:pt x="8281173" y="1066748"/>
                  </a:lnTo>
                  <a:lnTo>
                    <a:pt x="8235894" y="1104426"/>
                  </a:lnTo>
                  <a:lnTo>
                    <a:pt x="8189607" y="1139066"/>
                  </a:lnTo>
                  <a:lnTo>
                    <a:pt x="8151487" y="1164652"/>
                  </a:lnTo>
                  <a:lnTo>
                    <a:pt x="8104257" y="1192751"/>
                  </a:lnTo>
                  <a:lnTo>
                    <a:pt x="8054547" y="1218191"/>
                  </a:lnTo>
                  <a:lnTo>
                    <a:pt x="8001607" y="1241090"/>
                  </a:lnTo>
                  <a:lnTo>
                    <a:pt x="7944621" y="1261658"/>
                  </a:lnTo>
                  <a:lnTo>
                    <a:pt x="7882751" y="1280139"/>
                  </a:lnTo>
                  <a:lnTo>
                    <a:pt x="7815200" y="1296772"/>
                  </a:lnTo>
                  <a:lnTo>
                    <a:pt x="7741281" y="1311777"/>
                  </a:lnTo>
                  <a:lnTo>
                    <a:pt x="7660522" y="1325336"/>
                  </a:lnTo>
                  <a:lnTo>
                    <a:pt x="7572799" y="1337593"/>
                  </a:lnTo>
                  <a:lnTo>
                    <a:pt x="7478510" y="1348645"/>
                  </a:lnTo>
                  <a:lnTo>
                    <a:pt x="7378756" y="1358548"/>
                  </a:lnTo>
                  <a:lnTo>
                    <a:pt x="7275510" y="1367317"/>
                  </a:lnTo>
                  <a:lnTo>
                    <a:pt x="7171690" y="1374940"/>
                  </a:lnTo>
                  <a:lnTo>
                    <a:pt x="7071073" y="1381390"/>
                  </a:lnTo>
                  <a:lnTo>
                    <a:pt x="6977959" y="1386648"/>
                  </a:lnTo>
                  <a:lnTo>
                    <a:pt x="6896595" y="1390730"/>
                  </a:lnTo>
                  <a:lnTo>
                    <a:pt x="6830438" y="1393697"/>
                  </a:lnTo>
                  <a:lnTo>
                    <a:pt x="6781442" y="1395673"/>
                  </a:lnTo>
                  <a:lnTo>
                    <a:pt x="6749587" y="1396834"/>
                  </a:lnTo>
                  <a:lnTo>
                    <a:pt x="6732752" y="1397390"/>
                  </a:lnTo>
                  <a:lnTo>
                    <a:pt x="6726896" y="1397567"/>
                  </a:lnTo>
                  <a:lnTo>
                    <a:pt x="6726343" y="1397582"/>
                  </a:lnTo>
                  <a:lnTo>
                    <a:pt x="5254955" y="1397582"/>
                  </a:lnTo>
                  <a:lnTo>
                    <a:pt x="5253844" y="1397659"/>
                  </a:lnTo>
                  <a:lnTo>
                    <a:pt x="5246536" y="1398203"/>
                  </a:lnTo>
                  <a:lnTo>
                    <a:pt x="5228102" y="1399707"/>
                  </a:lnTo>
                  <a:lnTo>
                    <a:pt x="5195108" y="1402669"/>
                  </a:lnTo>
                  <a:lnTo>
                    <a:pt x="5145863" y="1407551"/>
                  </a:lnTo>
                  <a:lnTo>
                    <a:pt x="5080538" y="1414733"/>
                  </a:lnTo>
                  <a:lnTo>
                    <a:pt x="5001038" y="1424479"/>
                  </a:lnTo>
                  <a:lnTo>
                    <a:pt x="4910569" y="1436925"/>
                  </a:lnTo>
                  <a:lnTo>
                    <a:pt x="4813020" y="1452099"/>
                  </a:lnTo>
                  <a:lnTo>
                    <a:pt x="4712330" y="1469962"/>
                  </a:lnTo>
                  <a:lnTo>
                    <a:pt x="4611982" y="1490454"/>
                  </a:lnTo>
                  <a:lnTo>
                    <a:pt x="4514710" y="1513543"/>
                  </a:lnTo>
                  <a:lnTo>
                    <a:pt x="4422408" y="1539255"/>
                  </a:lnTo>
                  <a:lnTo>
                    <a:pt x="4336181" y="1567700"/>
                  </a:lnTo>
                  <a:lnTo>
                    <a:pt x="4256486" y="1599081"/>
                  </a:lnTo>
                  <a:lnTo>
                    <a:pt x="4183291" y="1633695"/>
                  </a:lnTo>
                  <a:lnTo>
                    <a:pt x="4116222" y="1671931"/>
                  </a:lnTo>
                  <a:lnTo>
                    <a:pt x="4054692" y="1714254"/>
                  </a:lnTo>
                  <a:lnTo>
                    <a:pt x="3997993" y="1761191"/>
                  </a:lnTo>
                  <a:lnTo>
                    <a:pt x="3945364" y="1813288"/>
                  </a:lnTo>
                  <a:lnTo>
                    <a:pt x="3896046" y="1871047"/>
                  </a:lnTo>
                  <a:lnTo>
                    <a:pt x="3849328" y="1934831"/>
                  </a:lnTo>
                  <a:lnTo>
                    <a:pt x="3829811" y="1964243"/>
                  </a:lnTo>
                  <a:lnTo>
                    <a:pt x="3794843" y="2021096"/>
                  </a:lnTo>
                  <a:lnTo>
                    <a:pt x="3760710" y="2081829"/>
                  </a:lnTo>
                  <a:lnTo>
                    <a:pt x="3727200" y="2146523"/>
                  </a:lnTo>
                  <a:lnTo>
                    <a:pt x="3694140" y="2215203"/>
                  </a:lnTo>
                  <a:lnTo>
                    <a:pt x="3661389" y="2287836"/>
                  </a:lnTo>
                  <a:lnTo>
                    <a:pt x="3628835" y="2364321"/>
                  </a:lnTo>
                  <a:lnTo>
                    <a:pt x="3596390" y="2444492"/>
                  </a:lnTo>
                  <a:lnTo>
                    <a:pt x="3563989" y="2528109"/>
                  </a:lnTo>
                  <a:lnTo>
                    <a:pt x="3531587" y="2614863"/>
                  </a:lnTo>
                  <a:lnTo>
                    <a:pt x="3499154" y="2704374"/>
                  </a:lnTo>
                  <a:lnTo>
                    <a:pt x="3466677" y="2796200"/>
                  </a:lnTo>
                  <a:lnTo>
                    <a:pt x="3434156" y="2889845"/>
                  </a:lnTo>
                  <a:lnTo>
                    <a:pt x="3401597" y="2984764"/>
                  </a:lnTo>
                  <a:lnTo>
                    <a:pt x="3369017" y="3080384"/>
                  </a:lnTo>
                  <a:lnTo>
                    <a:pt x="3336433" y="3176111"/>
                  </a:lnTo>
                  <a:lnTo>
                    <a:pt x="3303864" y="3271349"/>
                  </a:lnTo>
                  <a:lnTo>
                    <a:pt x="3271328" y="3365516"/>
                  </a:lnTo>
                  <a:lnTo>
                    <a:pt x="3238835" y="3458054"/>
                  </a:lnTo>
                  <a:lnTo>
                    <a:pt x="3206387" y="3548450"/>
                  </a:lnTo>
                  <a:lnTo>
                    <a:pt x="3173976" y="3636240"/>
                  </a:lnTo>
                  <a:lnTo>
                    <a:pt x="3141579" y="3721022"/>
                  </a:lnTo>
                  <a:lnTo>
                    <a:pt x="3109156" y="3802460"/>
                  </a:lnTo>
                  <a:lnTo>
                    <a:pt x="3076650" y="3880291"/>
                  </a:lnTo>
                  <a:lnTo>
                    <a:pt x="3043982" y="3954320"/>
                  </a:lnTo>
                  <a:lnTo>
                    <a:pt x="3011047" y="4024426"/>
                  </a:lnTo>
                  <a:lnTo>
                    <a:pt x="2977717" y="4090550"/>
                  </a:lnTo>
                  <a:lnTo>
                    <a:pt x="2943829" y="4152698"/>
                  </a:lnTo>
                  <a:lnTo>
                    <a:pt x="2909188" y="4210931"/>
                  </a:lnTo>
                  <a:lnTo>
                    <a:pt x="2896531" y="4230888"/>
                  </a:lnTo>
                  <a:lnTo>
                    <a:pt x="2850735" y="4297313"/>
                  </a:lnTo>
                  <a:lnTo>
                    <a:pt x="2802622" y="4357641"/>
                  </a:lnTo>
                  <a:lnTo>
                    <a:pt x="2751513" y="4412125"/>
                  </a:lnTo>
                  <a:lnTo>
                    <a:pt x="2696664" y="4461222"/>
                  </a:lnTo>
                  <a:lnTo>
                    <a:pt x="2637310" y="4505470"/>
                  </a:lnTo>
                  <a:lnTo>
                    <a:pt x="2572712" y="4545408"/>
                  </a:lnTo>
                  <a:lnTo>
                    <a:pt x="2502222" y="4581532"/>
                  </a:lnTo>
                  <a:lnTo>
                    <a:pt x="2425358" y="4614266"/>
                  </a:lnTo>
                  <a:lnTo>
                    <a:pt x="2341927" y="4643947"/>
                  </a:lnTo>
                  <a:lnTo>
                    <a:pt x="2252151" y="4670820"/>
                  </a:lnTo>
                  <a:lnTo>
                    <a:pt x="2156840" y="4695033"/>
                  </a:lnTo>
                  <a:lnTo>
                    <a:pt x="2057533" y="4716647"/>
                  </a:lnTo>
                  <a:lnTo>
                    <a:pt x="1956603" y="4735651"/>
                  </a:lnTo>
                  <a:lnTo>
                    <a:pt x="1857233" y="4751993"/>
                  </a:lnTo>
                  <a:lnTo>
                    <a:pt x="1763215" y="4765617"/>
                  </a:lnTo>
                  <a:lnTo>
                    <a:pt x="1678534" y="4776519"/>
                  </a:lnTo>
                  <a:lnTo>
                    <a:pt x="1606770" y="4784782"/>
                  </a:lnTo>
                  <a:lnTo>
                    <a:pt x="1550457" y="4790616"/>
                  </a:lnTo>
                  <a:lnTo>
                    <a:pt x="1510550" y="4794354"/>
                  </a:lnTo>
                  <a:lnTo>
                    <a:pt x="1486158" y="4796427"/>
                  </a:lnTo>
                  <a:lnTo>
                    <a:pt x="1474571" y="4797324"/>
                  </a:lnTo>
                  <a:lnTo>
                    <a:pt x="1471387" y="4797550"/>
                  </a:lnTo>
                  <a:lnTo>
                    <a:pt x="0" y="4797550"/>
                  </a:lnTo>
                  <a:close/>
                </a:path>
              </a:pathLst>
            </a:custGeom>
            <a:solidFill>
              <a:srgbClr val="E78AC3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320" name="pl1320"/>
            <p:cNvSpPr/>
            <p:nvPr/>
          </p:nvSpPr>
          <p:spPr>
            <a:xfrm>
              <a:off x="4799595" y="4154297"/>
              <a:ext cx="11981298" cy="4797550"/>
            </a:xfrm>
            <a:custGeom>
              <a:avLst/>
              <a:pathLst>
                <a:path w="11981298" h="4797550">
                  <a:moveTo>
                    <a:pt x="0" y="4797550"/>
                  </a:moveTo>
                  <a:lnTo>
                    <a:pt x="1471387" y="4797550"/>
                  </a:lnTo>
                  <a:lnTo>
                    <a:pt x="1472498" y="4797473"/>
                  </a:lnTo>
                  <a:lnTo>
                    <a:pt x="1479806" y="4796929"/>
                  </a:lnTo>
                  <a:lnTo>
                    <a:pt x="1498240" y="4795425"/>
                  </a:lnTo>
                  <a:lnTo>
                    <a:pt x="1531234" y="4792463"/>
                  </a:lnTo>
                  <a:lnTo>
                    <a:pt x="1580480" y="4787581"/>
                  </a:lnTo>
                  <a:lnTo>
                    <a:pt x="1645804" y="4780399"/>
                  </a:lnTo>
                  <a:lnTo>
                    <a:pt x="1725304" y="4770653"/>
                  </a:lnTo>
                  <a:lnTo>
                    <a:pt x="1815773" y="4758207"/>
                  </a:lnTo>
                  <a:lnTo>
                    <a:pt x="1913322" y="4743033"/>
                  </a:lnTo>
                  <a:lnTo>
                    <a:pt x="2014012" y="4725170"/>
                  </a:lnTo>
                  <a:lnTo>
                    <a:pt x="2114360" y="4704677"/>
                  </a:lnTo>
                  <a:lnTo>
                    <a:pt x="2211632" y="4681589"/>
                  </a:lnTo>
                  <a:lnTo>
                    <a:pt x="2303935" y="4655876"/>
                  </a:lnTo>
                  <a:lnTo>
                    <a:pt x="2390161" y="4627431"/>
                  </a:lnTo>
                  <a:lnTo>
                    <a:pt x="2469856" y="4596051"/>
                  </a:lnTo>
                  <a:lnTo>
                    <a:pt x="2543051" y="4561437"/>
                  </a:lnTo>
                  <a:lnTo>
                    <a:pt x="2610120" y="4523201"/>
                  </a:lnTo>
                  <a:lnTo>
                    <a:pt x="2671650" y="4480877"/>
                  </a:lnTo>
                  <a:lnTo>
                    <a:pt x="2728350" y="4433940"/>
                  </a:lnTo>
                  <a:lnTo>
                    <a:pt x="2780979" y="4381844"/>
                  </a:lnTo>
                  <a:lnTo>
                    <a:pt x="2830296" y="4324084"/>
                  </a:lnTo>
                  <a:lnTo>
                    <a:pt x="2877014" y="4260301"/>
                  </a:lnTo>
                  <a:lnTo>
                    <a:pt x="2896531" y="4230888"/>
                  </a:lnTo>
                  <a:lnTo>
                    <a:pt x="2931499" y="4174036"/>
                  </a:lnTo>
                  <a:lnTo>
                    <a:pt x="2965632" y="4113303"/>
                  </a:lnTo>
                  <a:lnTo>
                    <a:pt x="2999142" y="4048609"/>
                  </a:lnTo>
                  <a:lnTo>
                    <a:pt x="3032202" y="3979928"/>
                  </a:lnTo>
                  <a:lnTo>
                    <a:pt x="3064953" y="3907296"/>
                  </a:lnTo>
                  <a:lnTo>
                    <a:pt x="3097507" y="3830810"/>
                  </a:lnTo>
                  <a:lnTo>
                    <a:pt x="3129952" y="3750640"/>
                  </a:lnTo>
                  <a:lnTo>
                    <a:pt x="3162353" y="3667023"/>
                  </a:lnTo>
                  <a:lnTo>
                    <a:pt x="3194755" y="3580269"/>
                  </a:lnTo>
                  <a:lnTo>
                    <a:pt x="3227188" y="3490758"/>
                  </a:lnTo>
                  <a:lnTo>
                    <a:pt x="3259665" y="3398932"/>
                  </a:lnTo>
                  <a:lnTo>
                    <a:pt x="3292186" y="3305287"/>
                  </a:lnTo>
                  <a:lnTo>
                    <a:pt x="3324745" y="3210367"/>
                  </a:lnTo>
                  <a:lnTo>
                    <a:pt x="3357326" y="3114748"/>
                  </a:lnTo>
                  <a:lnTo>
                    <a:pt x="3389910" y="3019021"/>
                  </a:lnTo>
                  <a:lnTo>
                    <a:pt x="3422478" y="2923782"/>
                  </a:lnTo>
                  <a:lnTo>
                    <a:pt x="3455014" y="2829616"/>
                  </a:lnTo>
                  <a:lnTo>
                    <a:pt x="3487507" y="2737077"/>
                  </a:lnTo>
                  <a:lnTo>
                    <a:pt x="3519955" y="2646681"/>
                  </a:lnTo>
                  <a:lnTo>
                    <a:pt x="3552366" y="2558892"/>
                  </a:lnTo>
                  <a:lnTo>
                    <a:pt x="3584763" y="2474110"/>
                  </a:lnTo>
                  <a:lnTo>
                    <a:pt x="3617186" y="2392672"/>
                  </a:lnTo>
                  <a:lnTo>
                    <a:pt x="3649692" y="2314841"/>
                  </a:lnTo>
                  <a:lnTo>
                    <a:pt x="3682361" y="2240811"/>
                  </a:lnTo>
                  <a:lnTo>
                    <a:pt x="3715295" y="2170706"/>
                  </a:lnTo>
                  <a:lnTo>
                    <a:pt x="3748625" y="2104582"/>
                  </a:lnTo>
                  <a:lnTo>
                    <a:pt x="3782513" y="2042434"/>
                  </a:lnTo>
                  <a:lnTo>
                    <a:pt x="3817154" y="1984201"/>
                  </a:lnTo>
                  <a:lnTo>
                    <a:pt x="3829811" y="1964243"/>
                  </a:lnTo>
                  <a:lnTo>
                    <a:pt x="3875607" y="1897819"/>
                  </a:lnTo>
                  <a:lnTo>
                    <a:pt x="3923720" y="1837490"/>
                  </a:lnTo>
                  <a:lnTo>
                    <a:pt x="3974829" y="1783007"/>
                  </a:lnTo>
                  <a:lnTo>
                    <a:pt x="4029678" y="1733910"/>
                  </a:lnTo>
                  <a:lnTo>
                    <a:pt x="4089032" y="1689662"/>
                  </a:lnTo>
                  <a:lnTo>
                    <a:pt x="4153630" y="1649724"/>
                  </a:lnTo>
                  <a:lnTo>
                    <a:pt x="4224121" y="1613600"/>
                  </a:lnTo>
                  <a:lnTo>
                    <a:pt x="4300984" y="1580866"/>
                  </a:lnTo>
                  <a:lnTo>
                    <a:pt x="4384416" y="1551185"/>
                  </a:lnTo>
                  <a:lnTo>
                    <a:pt x="4474191" y="1524312"/>
                  </a:lnTo>
                  <a:lnTo>
                    <a:pt x="4569502" y="1500099"/>
                  </a:lnTo>
                  <a:lnTo>
                    <a:pt x="4668809" y="1478485"/>
                  </a:lnTo>
                  <a:lnTo>
                    <a:pt x="4769739" y="1459481"/>
                  </a:lnTo>
                  <a:lnTo>
                    <a:pt x="4869109" y="1443139"/>
                  </a:lnTo>
                  <a:lnTo>
                    <a:pt x="4963127" y="1429514"/>
                  </a:lnTo>
                  <a:lnTo>
                    <a:pt x="5047808" y="1418613"/>
                  </a:lnTo>
                  <a:lnTo>
                    <a:pt x="5119572" y="1410350"/>
                  </a:lnTo>
                  <a:lnTo>
                    <a:pt x="5175885" y="1404515"/>
                  </a:lnTo>
                  <a:lnTo>
                    <a:pt x="5215792" y="1400778"/>
                  </a:lnTo>
                  <a:lnTo>
                    <a:pt x="5240184" y="1398705"/>
                  </a:lnTo>
                  <a:lnTo>
                    <a:pt x="5251771" y="1397808"/>
                  </a:lnTo>
                  <a:lnTo>
                    <a:pt x="5254863" y="1397588"/>
                  </a:lnTo>
                  <a:lnTo>
                    <a:pt x="5254955" y="1397582"/>
                  </a:lnTo>
                  <a:lnTo>
                    <a:pt x="6726343" y="1397582"/>
                  </a:lnTo>
                  <a:lnTo>
                    <a:pt x="6727557" y="1397548"/>
                  </a:lnTo>
                  <a:lnTo>
                    <a:pt x="6735526" y="1397303"/>
                  </a:lnTo>
                  <a:lnTo>
                    <a:pt x="6755576" y="1396625"/>
                  </a:lnTo>
                  <a:lnTo>
                    <a:pt x="6791323" y="1395292"/>
                  </a:lnTo>
                  <a:lnTo>
                    <a:pt x="6844406" y="1393098"/>
                  </a:lnTo>
                  <a:lnTo>
                    <a:pt x="6914357" y="1389879"/>
                  </a:lnTo>
                  <a:lnTo>
                    <a:pt x="6998818" y="1385526"/>
                  </a:lnTo>
                  <a:lnTo>
                    <a:pt x="7094079" y="1379988"/>
                  </a:lnTo>
                  <a:lnTo>
                    <a:pt x="7195819" y="1373262"/>
                  </a:lnTo>
                  <a:lnTo>
                    <a:pt x="7299815" y="1365369"/>
                  </a:lnTo>
                  <a:lnTo>
                    <a:pt x="7402471" y="1356335"/>
                  </a:lnTo>
                  <a:lnTo>
                    <a:pt x="7501090" y="1346166"/>
                  </a:lnTo>
                  <a:lnTo>
                    <a:pt x="7593914" y="1334839"/>
                  </a:lnTo>
                  <a:lnTo>
                    <a:pt x="7680023" y="1322289"/>
                  </a:lnTo>
                  <a:lnTo>
                    <a:pt x="7759157" y="1308406"/>
                  </a:lnTo>
                  <a:lnTo>
                    <a:pt x="7831536" y="1293038"/>
                  </a:lnTo>
                  <a:lnTo>
                    <a:pt x="7897692" y="1275993"/>
                  </a:lnTo>
                  <a:lnTo>
                    <a:pt x="7958346" y="1257047"/>
                  </a:lnTo>
                  <a:lnTo>
                    <a:pt x="8014312" y="1235955"/>
                  </a:lnTo>
                  <a:lnTo>
                    <a:pt x="8066425" y="1212479"/>
                  </a:lnTo>
                  <a:lnTo>
                    <a:pt x="8115493" y="1186423"/>
                  </a:lnTo>
                  <a:lnTo>
                    <a:pt x="8151487" y="1164652"/>
                  </a:lnTo>
                  <a:lnTo>
                    <a:pt x="8198942" y="1132398"/>
                  </a:lnTo>
                  <a:lnTo>
                    <a:pt x="8244992" y="1097154"/>
                  </a:lnTo>
                  <a:lnTo>
                    <a:pt x="8290119" y="1058869"/>
                  </a:lnTo>
                  <a:lnTo>
                    <a:pt x="8334689" y="1017572"/>
                  </a:lnTo>
                  <a:lnTo>
                    <a:pt x="8378970" y="973387"/>
                  </a:lnTo>
                  <a:lnTo>
                    <a:pt x="8423146" y="926535"/>
                  </a:lnTo>
                  <a:lnTo>
                    <a:pt x="8467335" y="877339"/>
                  </a:lnTo>
                  <a:lnTo>
                    <a:pt x="8511596" y="826217"/>
                  </a:lnTo>
                  <a:lnTo>
                    <a:pt x="8555940" y="773672"/>
                  </a:lnTo>
                  <a:lnTo>
                    <a:pt x="8600344" y="720270"/>
                  </a:lnTo>
                  <a:lnTo>
                    <a:pt x="8644769" y="666621"/>
                  </a:lnTo>
                  <a:lnTo>
                    <a:pt x="8689164" y="613342"/>
                  </a:lnTo>
                  <a:lnTo>
                    <a:pt x="8733492" y="561037"/>
                  </a:lnTo>
                  <a:lnTo>
                    <a:pt x="8777736" y="510262"/>
                  </a:lnTo>
                  <a:lnTo>
                    <a:pt x="8821917" y="461503"/>
                  </a:lnTo>
                  <a:lnTo>
                    <a:pt x="8866102" y="415160"/>
                  </a:lnTo>
                  <a:lnTo>
                    <a:pt x="8910423" y="371537"/>
                  </a:lnTo>
                  <a:lnTo>
                    <a:pt x="8955080" y="330834"/>
                  </a:lnTo>
                  <a:lnTo>
                    <a:pt x="9000359" y="293156"/>
                  </a:lnTo>
                  <a:lnTo>
                    <a:pt x="9046646" y="258515"/>
                  </a:lnTo>
                  <a:lnTo>
                    <a:pt x="9084767" y="232930"/>
                  </a:lnTo>
                  <a:lnTo>
                    <a:pt x="9131996" y="204831"/>
                  </a:lnTo>
                  <a:lnTo>
                    <a:pt x="9181706" y="179391"/>
                  </a:lnTo>
                  <a:lnTo>
                    <a:pt x="9234646" y="156492"/>
                  </a:lnTo>
                  <a:lnTo>
                    <a:pt x="9291632" y="135924"/>
                  </a:lnTo>
                  <a:lnTo>
                    <a:pt x="9353502" y="117443"/>
                  </a:lnTo>
                  <a:lnTo>
                    <a:pt x="9421053" y="100810"/>
                  </a:lnTo>
                  <a:lnTo>
                    <a:pt x="9494972" y="85805"/>
                  </a:lnTo>
                  <a:lnTo>
                    <a:pt x="9575732" y="72245"/>
                  </a:lnTo>
                  <a:lnTo>
                    <a:pt x="9663454" y="59989"/>
                  </a:lnTo>
                  <a:lnTo>
                    <a:pt x="9757743" y="48937"/>
                  </a:lnTo>
                  <a:lnTo>
                    <a:pt x="9857497" y="39034"/>
                  </a:lnTo>
                  <a:lnTo>
                    <a:pt x="9960743" y="30265"/>
                  </a:lnTo>
                  <a:lnTo>
                    <a:pt x="10064563" y="22642"/>
                  </a:lnTo>
                  <a:lnTo>
                    <a:pt x="10165181" y="16192"/>
                  </a:lnTo>
                  <a:lnTo>
                    <a:pt x="10258295" y="10933"/>
                  </a:lnTo>
                  <a:lnTo>
                    <a:pt x="10339658" y="6852"/>
                  </a:lnTo>
                  <a:lnTo>
                    <a:pt x="10405815" y="3885"/>
                  </a:lnTo>
                  <a:lnTo>
                    <a:pt x="10454811" y="1908"/>
                  </a:lnTo>
                  <a:lnTo>
                    <a:pt x="10486666" y="748"/>
                  </a:lnTo>
                  <a:lnTo>
                    <a:pt x="10503501" y="191"/>
                  </a:lnTo>
                  <a:lnTo>
                    <a:pt x="10509357" y="15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21" name="pl1321"/>
            <p:cNvSpPr/>
            <p:nvPr/>
          </p:nvSpPr>
          <p:spPr>
            <a:xfrm>
              <a:off x="4799595" y="4137951"/>
              <a:ext cx="11981298" cy="4797550"/>
            </a:xfrm>
            <a:custGeom>
              <a:avLst/>
              <a:pathLst>
                <a:path w="11981298" h="4797550">
                  <a:moveTo>
                    <a:pt x="11981298" y="0"/>
                  </a:moveTo>
                  <a:lnTo>
                    <a:pt x="10509911" y="0"/>
                  </a:lnTo>
                  <a:lnTo>
                    <a:pt x="10508697" y="34"/>
                  </a:lnTo>
                  <a:lnTo>
                    <a:pt x="10500727" y="279"/>
                  </a:lnTo>
                  <a:lnTo>
                    <a:pt x="10480677" y="957"/>
                  </a:lnTo>
                  <a:lnTo>
                    <a:pt x="10444930" y="2290"/>
                  </a:lnTo>
                  <a:lnTo>
                    <a:pt x="10391848" y="4484"/>
                  </a:lnTo>
                  <a:lnTo>
                    <a:pt x="10321896" y="7703"/>
                  </a:lnTo>
                  <a:lnTo>
                    <a:pt x="10237435" y="12056"/>
                  </a:lnTo>
                  <a:lnTo>
                    <a:pt x="10142174" y="17593"/>
                  </a:lnTo>
                  <a:lnTo>
                    <a:pt x="10040434" y="24320"/>
                  </a:lnTo>
                  <a:lnTo>
                    <a:pt x="9936439" y="32212"/>
                  </a:lnTo>
                  <a:lnTo>
                    <a:pt x="9833782" y="41247"/>
                  </a:lnTo>
                  <a:lnTo>
                    <a:pt x="9735163" y="51416"/>
                  </a:lnTo>
                  <a:lnTo>
                    <a:pt x="9642339" y="62743"/>
                  </a:lnTo>
                  <a:lnTo>
                    <a:pt x="9556231" y="75293"/>
                  </a:lnTo>
                  <a:lnTo>
                    <a:pt x="9477096" y="89176"/>
                  </a:lnTo>
                  <a:lnTo>
                    <a:pt x="9404717" y="104544"/>
                  </a:lnTo>
                  <a:lnTo>
                    <a:pt x="9338561" y="121588"/>
                  </a:lnTo>
                  <a:lnTo>
                    <a:pt x="9277907" y="140535"/>
                  </a:lnTo>
                  <a:lnTo>
                    <a:pt x="9221941" y="161626"/>
                  </a:lnTo>
                  <a:lnTo>
                    <a:pt x="9169828" y="185103"/>
                  </a:lnTo>
                  <a:lnTo>
                    <a:pt x="9120761" y="211158"/>
                  </a:lnTo>
                  <a:lnTo>
                    <a:pt x="9084767" y="232930"/>
                  </a:lnTo>
                  <a:lnTo>
                    <a:pt x="9037311" y="265184"/>
                  </a:lnTo>
                  <a:lnTo>
                    <a:pt x="8991261" y="300428"/>
                  </a:lnTo>
                  <a:lnTo>
                    <a:pt x="8946134" y="338713"/>
                  </a:lnTo>
                  <a:lnTo>
                    <a:pt x="8901564" y="380009"/>
                  </a:lnTo>
                  <a:lnTo>
                    <a:pt x="8857284" y="424194"/>
                  </a:lnTo>
                  <a:lnTo>
                    <a:pt x="8813107" y="471046"/>
                  </a:lnTo>
                  <a:lnTo>
                    <a:pt x="8768918" y="520243"/>
                  </a:lnTo>
                  <a:lnTo>
                    <a:pt x="8724657" y="571365"/>
                  </a:lnTo>
                  <a:lnTo>
                    <a:pt x="8680314" y="623910"/>
                  </a:lnTo>
                  <a:lnTo>
                    <a:pt x="8635909" y="677311"/>
                  </a:lnTo>
                  <a:lnTo>
                    <a:pt x="8591485" y="730961"/>
                  </a:lnTo>
                  <a:lnTo>
                    <a:pt x="8547089" y="784239"/>
                  </a:lnTo>
                  <a:lnTo>
                    <a:pt x="8502761" y="836544"/>
                  </a:lnTo>
                  <a:lnTo>
                    <a:pt x="8458517" y="887320"/>
                  </a:lnTo>
                  <a:lnTo>
                    <a:pt x="8414337" y="936079"/>
                  </a:lnTo>
                  <a:lnTo>
                    <a:pt x="8370151" y="982422"/>
                  </a:lnTo>
                  <a:lnTo>
                    <a:pt x="8325830" y="1026045"/>
                  </a:lnTo>
                  <a:lnTo>
                    <a:pt x="8281173" y="1066748"/>
                  </a:lnTo>
                  <a:lnTo>
                    <a:pt x="8235894" y="1104426"/>
                  </a:lnTo>
                  <a:lnTo>
                    <a:pt x="8189607" y="1139066"/>
                  </a:lnTo>
                  <a:lnTo>
                    <a:pt x="8151487" y="1164652"/>
                  </a:lnTo>
                  <a:lnTo>
                    <a:pt x="8104257" y="1192751"/>
                  </a:lnTo>
                  <a:lnTo>
                    <a:pt x="8054547" y="1218191"/>
                  </a:lnTo>
                  <a:lnTo>
                    <a:pt x="8001607" y="1241090"/>
                  </a:lnTo>
                  <a:lnTo>
                    <a:pt x="7944621" y="1261658"/>
                  </a:lnTo>
                  <a:lnTo>
                    <a:pt x="7882751" y="1280139"/>
                  </a:lnTo>
                  <a:lnTo>
                    <a:pt x="7815200" y="1296772"/>
                  </a:lnTo>
                  <a:lnTo>
                    <a:pt x="7741281" y="1311777"/>
                  </a:lnTo>
                  <a:lnTo>
                    <a:pt x="7660522" y="1325336"/>
                  </a:lnTo>
                  <a:lnTo>
                    <a:pt x="7572799" y="1337593"/>
                  </a:lnTo>
                  <a:lnTo>
                    <a:pt x="7478510" y="1348645"/>
                  </a:lnTo>
                  <a:lnTo>
                    <a:pt x="7378756" y="1358548"/>
                  </a:lnTo>
                  <a:lnTo>
                    <a:pt x="7275510" y="1367317"/>
                  </a:lnTo>
                  <a:lnTo>
                    <a:pt x="7171690" y="1374940"/>
                  </a:lnTo>
                  <a:lnTo>
                    <a:pt x="7071073" y="1381390"/>
                  </a:lnTo>
                  <a:lnTo>
                    <a:pt x="6977959" y="1386648"/>
                  </a:lnTo>
                  <a:lnTo>
                    <a:pt x="6896595" y="1390730"/>
                  </a:lnTo>
                  <a:lnTo>
                    <a:pt x="6830438" y="1393697"/>
                  </a:lnTo>
                  <a:lnTo>
                    <a:pt x="6781442" y="1395673"/>
                  </a:lnTo>
                  <a:lnTo>
                    <a:pt x="6749587" y="1396834"/>
                  </a:lnTo>
                  <a:lnTo>
                    <a:pt x="6732752" y="1397390"/>
                  </a:lnTo>
                  <a:lnTo>
                    <a:pt x="6726896" y="1397567"/>
                  </a:lnTo>
                  <a:lnTo>
                    <a:pt x="6726343" y="1397582"/>
                  </a:lnTo>
                  <a:lnTo>
                    <a:pt x="5254955" y="1397582"/>
                  </a:lnTo>
                  <a:lnTo>
                    <a:pt x="5253844" y="1397659"/>
                  </a:lnTo>
                  <a:lnTo>
                    <a:pt x="5246536" y="1398203"/>
                  </a:lnTo>
                  <a:lnTo>
                    <a:pt x="5228102" y="1399707"/>
                  </a:lnTo>
                  <a:lnTo>
                    <a:pt x="5195108" y="1402669"/>
                  </a:lnTo>
                  <a:lnTo>
                    <a:pt x="5145863" y="1407551"/>
                  </a:lnTo>
                  <a:lnTo>
                    <a:pt x="5080538" y="1414733"/>
                  </a:lnTo>
                  <a:lnTo>
                    <a:pt x="5001038" y="1424479"/>
                  </a:lnTo>
                  <a:lnTo>
                    <a:pt x="4910569" y="1436925"/>
                  </a:lnTo>
                  <a:lnTo>
                    <a:pt x="4813020" y="1452099"/>
                  </a:lnTo>
                  <a:lnTo>
                    <a:pt x="4712330" y="1469962"/>
                  </a:lnTo>
                  <a:lnTo>
                    <a:pt x="4611982" y="1490454"/>
                  </a:lnTo>
                  <a:lnTo>
                    <a:pt x="4514710" y="1513543"/>
                  </a:lnTo>
                  <a:lnTo>
                    <a:pt x="4422408" y="1539255"/>
                  </a:lnTo>
                  <a:lnTo>
                    <a:pt x="4336181" y="1567700"/>
                  </a:lnTo>
                  <a:lnTo>
                    <a:pt x="4256486" y="1599081"/>
                  </a:lnTo>
                  <a:lnTo>
                    <a:pt x="4183291" y="1633695"/>
                  </a:lnTo>
                  <a:lnTo>
                    <a:pt x="4116222" y="1671931"/>
                  </a:lnTo>
                  <a:lnTo>
                    <a:pt x="4054692" y="1714254"/>
                  </a:lnTo>
                  <a:lnTo>
                    <a:pt x="3997993" y="1761191"/>
                  </a:lnTo>
                  <a:lnTo>
                    <a:pt x="3945364" y="1813288"/>
                  </a:lnTo>
                  <a:lnTo>
                    <a:pt x="3896046" y="1871047"/>
                  </a:lnTo>
                  <a:lnTo>
                    <a:pt x="3849328" y="1934831"/>
                  </a:lnTo>
                  <a:lnTo>
                    <a:pt x="3829811" y="1964243"/>
                  </a:lnTo>
                  <a:lnTo>
                    <a:pt x="3794843" y="2021096"/>
                  </a:lnTo>
                  <a:lnTo>
                    <a:pt x="3760710" y="2081829"/>
                  </a:lnTo>
                  <a:lnTo>
                    <a:pt x="3727200" y="2146523"/>
                  </a:lnTo>
                  <a:lnTo>
                    <a:pt x="3694140" y="2215203"/>
                  </a:lnTo>
                  <a:lnTo>
                    <a:pt x="3661389" y="2287836"/>
                  </a:lnTo>
                  <a:lnTo>
                    <a:pt x="3628835" y="2364321"/>
                  </a:lnTo>
                  <a:lnTo>
                    <a:pt x="3596390" y="2444492"/>
                  </a:lnTo>
                  <a:lnTo>
                    <a:pt x="3563989" y="2528109"/>
                  </a:lnTo>
                  <a:lnTo>
                    <a:pt x="3531587" y="2614863"/>
                  </a:lnTo>
                  <a:lnTo>
                    <a:pt x="3499154" y="2704374"/>
                  </a:lnTo>
                  <a:lnTo>
                    <a:pt x="3466677" y="2796200"/>
                  </a:lnTo>
                  <a:lnTo>
                    <a:pt x="3434156" y="2889845"/>
                  </a:lnTo>
                  <a:lnTo>
                    <a:pt x="3401597" y="2984764"/>
                  </a:lnTo>
                  <a:lnTo>
                    <a:pt x="3369017" y="3080384"/>
                  </a:lnTo>
                  <a:lnTo>
                    <a:pt x="3336433" y="3176111"/>
                  </a:lnTo>
                  <a:lnTo>
                    <a:pt x="3303864" y="3271349"/>
                  </a:lnTo>
                  <a:lnTo>
                    <a:pt x="3271328" y="3365516"/>
                  </a:lnTo>
                  <a:lnTo>
                    <a:pt x="3238835" y="3458054"/>
                  </a:lnTo>
                  <a:lnTo>
                    <a:pt x="3206387" y="3548450"/>
                  </a:lnTo>
                  <a:lnTo>
                    <a:pt x="3173976" y="3636240"/>
                  </a:lnTo>
                  <a:lnTo>
                    <a:pt x="3141579" y="3721022"/>
                  </a:lnTo>
                  <a:lnTo>
                    <a:pt x="3109156" y="3802460"/>
                  </a:lnTo>
                  <a:lnTo>
                    <a:pt x="3076650" y="3880291"/>
                  </a:lnTo>
                  <a:lnTo>
                    <a:pt x="3043982" y="3954320"/>
                  </a:lnTo>
                  <a:lnTo>
                    <a:pt x="3011047" y="4024426"/>
                  </a:lnTo>
                  <a:lnTo>
                    <a:pt x="2977717" y="4090550"/>
                  </a:lnTo>
                  <a:lnTo>
                    <a:pt x="2943829" y="4152698"/>
                  </a:lnTo>
                  <a:lnTo>
                    <a:pt x="2909188" y="4210931"/>
                  </a:lnTo>
                  <a:lnTo>
                    <a:pt x="2896531" y="4230888"/>
                  </a:lnTo>
                  <a:lnTo>
                    <a:pt x="2850735" y="4297313"/>
                  </a:lnTo>
                  <a:lnTo>
                    <a:pt x="2802622" y="4357641"/>
                  </a:lnTo>
                  <a:lnTo>
                    <a:pt x="2751513" y="4412125"/>
                  </a:lnTo>
                  <a:lnTo>
                    <a:pt x="2696664" y="4461222"/>
                  </a:lnTo>
                  <a:lnTo>
                    <a:pt x="2637310" y="4505470"/>
                  </a:lnTo>
                  <a:lnTo>
                    <a:pt x="2572712" y="4545408"/>
                  </a:lnTo>
                  <a:lnTo>
                    <a:pt x="2502222" y="4581532"/>
                  </a:lnTo>
                  <a:lnTo>
                    <a:pt x="2425358" y="4614266"/>
                  </a:lnTo>
                  <a:lnTo>
                    <a:pt x="2341927" y="4643947"/>
                  </a:lnTo>
                  <a:lnTo>
                    <a:pt x="2252151" y="4670820"/>
                  </a:lnTo>
                  <a:lnTo>
                    <a:pt x="2156840" y="4695033"/>
                  </a:lnTo>
                  <a:lnTo>
                    <a:pt x="2057533" y="4716647"/>
                  </a:lnTo>
                  <a:lnTo>
                    <a:pt x="1956603" y="4735651"/>
                  </a:lnTo>
                  <a:lnTo>
                    <a:pt x="1857233" y="4751993"/>
                  </a:lnTo>
                  <a:lnTo>
                    <a:pt x="1763215" y="4765617"/>
                  </a:lnTo>
                  <a:lnTo>
                    <a:pt x="1678534" y="4776519"/>
                  </a:lnTo>
                  <a:lnTo>
                    <a:pt x="1606770" y="4784782"/>
                  </a:lnTo>
                  <a:lnTo>
                    <a:pt x="1550457" y="4790616"/>
                  </a:lnTo>
                  <a:lnTo>
                    <a:pt x="1510550" y="4794354"/>
                  </a:lnTo>
                  <a:lnTo>
                    <a:pt x="1486158" y="4796427"/>
                  </a:lnTo>
                  <a:lnTo>
                    <a:pt x="1474571" y="4797324"/>
                  </a:lnTo>
                  <a:lnTo>
                    <a:pt x="1471479" y="4797543"/>
                  </a:lnTo>
                  <a:lnTo>
                    <a:pt x="1471387" y="4797550"/>
                  </a:lnTo>
                  <a:lnTo>
                    <a:pt x="0" y="479755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22" name="pg1322"/>
            <p:cNvSpPr/>
            <p:nvPr/>
          </p:nvSpPr>
          <p:spPr>
            <a:xfrm>
              <a:off x="4799595" y="4734580"/>
              <a:ext cx="11981298" cy="4225440"/>
            </a:xfrm>
            <a:custGeom>
              <a:avLst/>
              <a:pathLst>
                <a:path w="11981298" h="4225440">
                  <a:moveTo>
                    <a:pt x="0" y="4225440"/>
                  </a:moveTo>
                  <a:lnTo>
                    <a:pt x="1471387" y="4225440"/>
                  </a:lnTo>
                  <a:lnTo>
                    <a:pt x="1472499" y="4225364"/>
                  </a:lnTo>
                  <a:lnTo>
                    <a:pt x="1479814" y="4224821"/>
                  </a:lnTo>
                  <a:lnTo>
                    <a:pt x="1498265" y="4223323"/>
                  </a:lnTo>
                  <a:lnTo>
                    <a:pt x="1531287" y="4220372"/>
                  </a:lnTo>
                  <a:lnTo>
                    <a:pt x="1580574" y="4215509"/>
                  </a:lnTo>
                  <a:lnTo>
                    <a:pt x="1645948" y="4208355"/>
                  </a:lnTo>
                  <a:lnTo>
                    <a:pt x="1725500" y="4198647"/>
                  </a:lnTo>
                  <a:lnTo>
                    <a:pt x="1816021" y="4186250"/>
                  </a:lnTo>
                  <a:lnTo>
                    <a:pt x="1913616" y="4171136"/>
                  </a:lnTo>
                  <a:lnTo>
                    <a:pt x="2014343" y="4153345"/>
                  </a:lnTo>
                  <a:lnTo>
                    <a:pt x="2114718" y="4132936"/>
                  </a:lnTo>
                  <a:lnTo>
                    <a:pt x="2212005" y="4109941"/>
                  </a:lnTo>
                  <a:lnTo>
                    <a:pt x="2304315" y="4084333"/>
                  </a:lnTo>
                  <a:lnTo>
                    <a:pt x="2390542" y="4056003"/>
                  </a:lnTo>
                  <a:lnTo>
                    <a:pt x="2470231" y="4024748"/>
                  </a:lnTo>
                  <a:lnTo>
                    <a:pt x="2543419" y="3990272"/>
                  </a:lnTo>
                  <a:lnTo>
                    <a:pt x="2610478" y="3952187"/>
                  </a:lnTo>
                  <a:lnTo>
                    <a:pt x="2671998" y="3910028"/>
                  </a:lnTo>
                  <a:lnTo>
                    <a:pt x="2728689" y="3863272"/>
                  </a:lnTo>
                  <a:lnTo>
                    <a:pt x="2781312" y="3811375"/>
                  </a:lnTo>
                  <a:lnTo>
                    <a:pt x="2830625" y="3753835"/>
                  </a:lnTo>
                  <a:lnTo>
                    <a:pt x="2877343" y="3690294"/>
                  </a:lnTo>
                  <a:lnTo>
                    <a:pt x="2896531" y="3661503"/>
                  </a:lnTo>
                  <a:lnTo>
                    <a:pt x="2931570" y="3604803"/>
                  </a:lnTo>
                  <a:lnTo>
                    <a:pt x="2965772" y="3544225"/>
                  </a:lnTo>
                  <a:lnTo>
                    <a:pt x="2999348" y="3479689"/>
                  </a:lnTo>
                  <a:lnTo>
                    <a:pt x="3032473" y="3411169"/>
                  </a:lnTo>
                  <a:lnTo>
                    <a:pt x="3065289" y="3338701"/>
                  </a:lnTo>
                  <a:lnTo>
                    <a:pt x="3097909" y="3262384"/>
                  </a:lnTo>
                  <a:lnTo>
                    <a:pt x="3130419" y="3182386"/>
                  </a:lnTo>
                  <a:lnTo>
                    <a:pt x="3162887" y="3098949"/>
                  </a:lnTo>
                  <a:lnTo>
                    <a:pt x="3195357" y="3012383"/>
                  </a:lnTo>
                  <a:lnTo>
                    <a:pt x="3227857" y="2923069"/>
                  </a:lnTo>
                  <a:lnTo>
                    <a:pt x="3260402" y="2831451"/>
                  </a:lnTo>
                  <a:lnTo>
                    <a:pt x="3292991" y="2738028"/>
                  </a:lnTo>
                  <a:lnTo>
                    <a:pt x="3325618" y="2643345"/>
                  </a:lnTo>
                  <a:lnTo>
                    <a:pt x="3358266" y="2547978"/>
                  </a:lnTo>
                  <a:lnTo>
                    <a:pt x="3390917" y="2452521"/>
                  </a:lnTo>
                  <a:lnTo>
                    <a:pt x="3423552" y="2357570"/>
                  </a:lnTo>
                  <a:lnTo>
                    <a:pt x="3456154" y="2263710"/>
                  </a:lnTo>
                  <a:lnTo>
                    <a:pt x="3488712" y="2171495"/>
                  </a:lnTo>
                  <a:lnTo>
                    <a:pt x="3521225" y="2081439"/>
                  </a:lnTo>
                  <a:lnTo>
                    <a:pt x="3553702" y="1994005"/>
                  </a:lnTo>
                  <a:lnTo>
                    <a:pt x="3586166" y="1909592"/>
                  </a:lnTo>
                  <a:lnTo>
                    <a:pt x="3618658" y="1828532"/>
                  </a:lnTo>
                  <a:lnTo>
                    <a:pt x="3651236" y="1751088"/>
                  </a:lnTo>
                  <a:lnTo>
                    <a:pt x="3683982" y="1677450"/>
                  </a:lnTo>
                  <a:lnTo>
                    <a:pt x="3717001" y="1607737"/>
                  </a:lnTo>
                  <a:lnTo>
                    <a:pt x="3750426" y="1542004"/>
                  </a:lnTo>
                  <a:lnTo>
                    <a:pt x="3784419" y="1480243"/>
                  </a:lnTo>
                  <a:lnTo>
                    <a:pt x="3819181" y="1422390"/>
                  </a:lnTo>
                  <a:lnTo>
                    <a:pt x="3829811" y="1405755"/>
                  </a:lnTo>
                  <a:lnTo>
                    <a:pt x="3875623" y="1339629"/>
                  </a:lnTo>
                  <a:lnTo>
                    <a:pt x="3923753" y="1279574"/>
                  </a:lnTo>
                  <a:lnTo>
                    <a:pt x="3974881" y="1225339"/>
                  </a:lnTo>
                  <a:lnTo>
                    <a:pt x="4029752" y="1176468"/>
                  </a:lnTo>
                  <a:lnTo>
                    <a:pt x="4089133" y="1132426"/>
                  </a:lnTo>
                  <a:lnTo>
                    <a:pt x="4153762" y="1092674"/>
                  </a:lnTo>
                  <a:lnTo>
                    <a:pt x="4224289" y="1056719"/>
                  </a:lnTo>
                  <a:lnTo>
                    <a:pt x="4301194" y="1024140"/>
                  </a:lnTo>
                  <a:lnTo>
                    <a:pt x="4384671" y="994599"/>
                  </a:lnTo>
                  <a:lnTo>
                    <a:pt x="4474495" y="967855"/>
                  </a:lnTo>
                  <a:lnTo>
                    <a:pt x="4569854" y="943760"/>
                  </a:lnTo>
                  <a:lnTo>
                    <a:pt x="4669204" y="922253"/>
                  </a:lnTo>
                  <a:lnTo>
                    <a:pt x="4770168" y="903344"/>
                  </a:lnTo>
                  <a:lnTo>
                    <a:pt x="4869556" y="887088"/>
                  </a:lnTo>
                  <a:lnTo>
                    <a:pt x="4963569" y="873537"/>
                  </a:lnTo>
                  <a:lnTo>
                    <a:pt x="5048221" y="862698"/>
                  </a:lnTo>
                  <a:lnTo>
                    <a:pt x="5119930" y="854486"/>
                  </a:lnTo>
                  <a:lnTo>
                    <a:pt x="5176168" y="848691"/>
                  </a:lnTo>
                  <a:lnTo>
                    <a:pt x="5215990" y="844981"/>
                  </a:lnTo>
                  <a:lnTo>
                    <a:pt x="5240298" y="842926"/>
                  </a:lnTo>
                  <a:lnTo>
                    <a:pt x="5251816" y="842039"/>
                  </a:lnTo>
                  <a:lnTo>
                    <a:pt x="5254955" y="841818"/>
                  </a:lnTo>
                  <a:lnTo>
                    <a:pt x="6726343" y="841818"/>
                  </a:lnTo>
                  <a:lnTo>
                    <a:pt x="6727572" y="841798"/>
                  </a:lnTo>
                  <a:lnTo>
                    <a:pt x="6735639" y="841649"/>
                  </a:lnTo>
                  <a:lnTo>
                    <a:pt x="6755926" y="841240"/>
                  </a:lnTo>
                  <a:lnTo>
                    <a:pt x="6792077" y="840435"/>
                  </a:lnTo>
                  <a:lnTo>
                    <a:pt x="6845717" y="839109"/>
                  </a:lnTo>
                  <a:lnTo>
                    <a:pt x="6916337" y="837166"/>
                  </a:lnTo>
                  <a:lnTo>
                    <a:pt x="7001507" y="834539"/>
                  </a:lnTo>
                  <a:lnTo>
                    <a:pt x="7097445" y="831199"/>
                  </a:lnTo>
                  <a:lnTo>
                    <a:pt x="7199766" y="827145"/>
                  </a:lnTo>
                  <a:lnTo>
                    <a:pt x="7304211" y="822389"/>
                  </a:lnTo>
                  <a:lnTo>
                    <a:pt x="7407172" y="816947"/>
                  </a:lnTo>
                  <a:lnTo>
                    <a:pt x="7505958" y="810823"/>
                  </a:lnTo>
                  <a:lnTo>
                    <a:pt x="7598834" y="804000"/>
                  </a:lnTo>
                  <a:lnTo>
                    <a:pt x="7684909" y="796438"/>
                  </a:lnTo>
                  <a:lnTo>
                    <a:pt x="7763951" y="788070"/>
                  </a:lnTo>
                  <a:lnTo>
                    <a:pt x="7836208" y="778803"/>
                  </a:lnTo>
                  <a:lnTo>
                    <a:pt x="7902233" y="768518"/>
                  </a:lnTo>
                  <a:lnTo>
                    <a:pt x="7962767" y="757078"/>
                  </a:lnTo>
                  <a:lnTo>
                    <a:pt x="8018636" y="744337"/>
                  </a:lnTo>
                  <a:lnTo>
                    <a:pt x="8070688" y="730150"/>
                  </a:lnTo>
                  <a:lnTo>
                    <a:pt x="8119734" y="714405"/>
                  </a:lnTo>
                  <a:lnTo>
                    <a:pt x="8151487" y="702877"/>
                  </a:lnTo>
                  <a:lnTo>
                    <a:pt x="8203687" y="681579"/>
                  </a:lnTo>
                  <a:lnTo>
                    <a:pt x="8254246" y="658111"/>
                  </a:lnTo>
                  <a:lnTo>
                    <a:pt x="8303783" y="632441"/>
                  </a:lnTo>
                  <a:lnTo>
                    <a:pt x="8352752" y="604610"/>
                  </a:lnTo>
                  <a:lnTo>
                    <a:pt x="8401470" y="574746"/>
                  </a:lnTo>
                  <a:lnTo>
                    <a:pt x="8450144" y="543062"/>
                  </a:lnTo>
                  <a:lnTo>
                    <a:pt x="8498882" y="509858"/>
                  </a:lnTo>
                  <a:lnTo>
                    <a:pt x="8547721" y="475515"/>
                  </a:lnTo>
                  <a:lnTo>
                    <a:pt x="8596642" y="440474"/>
                  </a:lnTo>
                  <a:lnTo>
                    <a:pt x="8645590" y="405215"/>
                  </a:lnTo>
                  <a:lnTo>
                    <a:pt x="8694503" y="370234"/>
                  </a:lnTo>
                  <a:lnTo>
                    <a:pt x="8743330" y="336007"/>
                  </a:lnTo>
                  <a:lnTo>
                    <a:pt x="8792057" y="302970"/>
                  </a:lnTo>
                  <a:lnTo>
                    <a:pt x="8840728" y="271494"/>
                  </a:lnTo>
                  <a:lnTo>
                    <a:pt x="8889465" y="241869"/>
                  </a:lnTo>
                  <a:lnTo>
                    <a:pt x="8938483" y="214297"/>
                  </a:lnTo>
                  <a:lnTo>
                    <a:pt x="8988118" y="188895"/>
                  </a:lnTo>
                  <a:lnTo>
                    <a:pt x="9038840" y="165695"/>
                  </a:lnTo>
                  <a:lnTo>
                    <a:pt x="9084767" y="147113"/>
                  </a:lnTo>
                  <a:lnTo>
                    <a:pt x="9132201" y="130285"/>
                  </a:lnTo>
                  <a:lnTo>
                    <a:pt x="9182140" y="115056"/>
                  </a:lnTo>
                  <a:lnTo>
                    <a:pt x="9235343" y="101355"/>
                  </a:lnTo>
                  <a:lnTo>
                    <a:pt x="9292637" y="89053"/>
                  </a:lnTo>
                  <a:lnTo>
                    <a:pt x="9354870" y="78006"/>
                  </a:lnTo>
                  <a:lnTo>
                    <a:pt x="9422850" y="68066"/>
                  </a:lnTo>
                  <a:lnTo>
                    <a:pt x="9497266" y="59103"/>
                  </a:lnTo>
                  <a:lnTo>
                    <a:pt x="9578590" y="51006"/>
                  </a:lnTo>
                  <a:lnTo>
                    <a:pt x="9666932" y="43691"/>
                  </a:lnTo>
                  <a:lnTo>
                    <a:pt x="9761868" y="37099"/>
                  </a:lnTo>
                  <a:lnTo>
                    <a:pt x="9862248" y="31198"/>
                  </a:lnTo>
                  <a:lnTo>
                    <a:pt x="9966034" y="25978"/>
                  </a:lnTo>
                  <a:lnTo>
                    <a:pt x="10070223" y="21448"/>
                  </a:lnTo>
                  <a:lnTo>
                    <a:pt x="10170954" y="17625"/>
                  </a:lnTo>
                  <a:lnTo>
                    <a:pt x="10263855" y="14519"/>
                  </a:lnTo>
                  <a:lnTo>
                    <a:pt x="10344653" y="12120"/>
                  </a:lnTo>
                  <a:lnTo>
                    <a:pt x="10409928" y="10386"/>
                  </a:lnTo>
                  <a:lnTo>
                    <a:pt x="10457828" y="9243"/>
                  </a:lnTo>
                  <a:lnTo>
                    <a:pt x="10488534" y="8580"/>
                  </a:lnTo>
                  <a:lnTo>
                    <a:pt x="10504353" y="8271"/>
                  </a:lnTo>
                  <a:lnTo>
                    <a:pt x="10509526" y="8179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8681" y="20"/>
                  </a:lnTo>
                  <a:lnTo>
                    <a:pt x="10500614" y="168"/>
                  </a:lnTo>
                  <a:lnTo>
                    <a:pt x="10480327" y="578"/>
                  </a:lnTo>
                  <a:lnTo>
                    <a:pt x="10444177" y="1383"/>
                  </a:lnTo>
                  <a:lnTo>
                    <a:pt x="10390536" y="2708"/>
                  </a:lnTo>
                  <a:lnTo>
                    <a:pt x="10319916" y="4652"/>
                  </a:lnTo>
                  <a:lnTo>
                    <a:pt x="10234746" y="7279"/>
                  </a:lnTo>
                  <a:lnTo>
                    <a:pt x="10138808" y="10618"/>
                  </a:lnTo>
                  <a:lnTo>
                    <a:pt x="10036487" y="14673"/>
                  </a:lnTo>
                  <a:lnTo>
                    <a:pt x="9932042" y="19429"/>
                  </a:lnTo>
                  <a:lnTo>
                    <a:pt x="9829081" y="24871"/>
                  </a:lnTo>
                  <a:lnTo>
                    <a:pt x="9730295" y="30995"/>
                  </a:lnTo>
                  <a:lnTo>
                    <a:pt x="9637419" y="37818"/>
                  </a:lnTo>
                  <a:lnTo>
                    <a:pt x="9551345" y="45380"/>
                  </a:lnTo>
                  <a:lnTo>
                    <a:pt x="9472302" y="53747"/>
                  </a:lnTo>
                  <a:lnTo>
                    <a:pt x="9400046" y="63015"/>
                  </a:lnTo>
                  <a:lnTo>
                    <a:pt x="9334020" y="73300"/>
                  </a:lnTo>
                  <a:lnTo>
                    <a:pt x="9273486" y="84740"/>
                  </a:lnTo>
                  <a:lnTo>
                    <a:pt x="9217617" y="97481"/>
                  </a:lnTo>
                  <a:lnTo>
                    <a:pt x="9165565" y="111667"/>
                  </a:lnTo>
                  <a:lnTo>
                    <a:pt x="9116519" y="127413"/>
                  </a:lnTo>
                  <a:lnTo>
                    <a:pt x="9084767" y="138940"/>
                  </a:lnTo>
                  <a:lnTo>
                    <a:pt x="9032566" y="160239"/>
                  </a:lnTo>
                  <a:lnTo>
                    <a:pt x="8982007" y="183707"/>
                  </a:lnTo>
                  <a:lnTo>
                    <a:pt x="8932471" y="209377"/>
                  </a:lnTo>
                  <a:lnTo>
                    <a:pt x="8883502" y="237208"/>
                  </a:lnTo>
                  <a:lnTo>
                    <a:pt x="8834783" y="267072"/>
                  </a:lnTo>
                  <a:lnTo>
                    <a:pt x="8786110" y="298756"/>
                  </a:lnTo>
                  <a:lnTo>
                    <a:pt x="8737371" y="331959"/>
                  </a:lnTo>
                  <a:lnTo>
                    <a:pt x="8688532" y="366303"/>
                  </a:lnTo>
                  <a:lnTo>
                    <a:pt x="8639612" y="401344"/>
                  </a:lnTo>
                  <a:lnTo>
                    <a:pt x="8590663" y="436603"/>
                  </a:lnTo>
                  <a:lnTo>
                    <a:pt x="8541750" y="471584"/>
                  </a:lnTo>
                  <a:lnTo>
                    <a:pt x="8492923" y="505811"/>
                  </a:lnTo>
                  <a:lnTo>
                    <a:pt x="8444196" y="538847"/>
                  </a:lnTo>
                  <a:lnTo>
                    <a:pt x="8395525" y="570324"/>
                  </a:lnTo>
                  <a:lnTo>
                    <a:pt x="8346789" y="599949"/>
                  </a:lnTo>
                  <a:lnTo>
                    <a:pt x="8297770" y="627521"/>
                  </a:lnTo>
                  <a:lnTo>
                    <a:pt x="8248135" y="652923"/>
                  </a:lnTo>
                  <a:lnTo>
                    <a:pt x="8197413" y="676123"/>
                  </a:lnTo>
                  <a:lnTo>
                    <a:pt x="8151487" y="694704"/>
                  </a:lnTo>
                  <a:lnTo>
                    <a:pt x="8104053" y="711533"/>
                  </a:lnTo>
                  <a:lnTo>
                    <a:pt x="8054113" y="726762"/>
                  </a:lnTo>
                  <a:lnTo>
                    <a:pt x="8000911" y="740463"/>
                  </a:lnTo>
                  <a:lnTo>
                    <a:pt x="7943616" y="752764"/>
                  </a:lnTo>
                  <a:lnTo>
                    <a:pt x="7881383" y="763812"/>
                  </a:lnTo>
                  <a:lnTo>
                    <a:pt x="7813403" y="773752"/>
                  </a:lnTo>
                  <a:lnTo>
                    <a:pt x="7738987" y="782715"/>
                  </a:lnTo>
                  <a:lnTo>
                    <a:pt x="7657663" y="790811"/>
                  </a:lnTo>
                  <a:lnTo>
                    <a:pt x="7569321" y="798126"/>
                  </a:lnTo>
                  <a:lnTo>
                    <a:pt x="7474386" y="804719"/>
                  </a:lnTo>
                  <a:lnTo>
                    <a:pt x="7374005" y="810620"/>
                  </a:lnTo>
                  <a:lnTo>
                    <a:pt x="7270219" y="815840"/>
                  </a:lnTo>
                  <a:lnTo>
                    <a:pt x="7166030" y="820369"/>
                  </a:lnTo>
                  <a:lnTo>
                    <a:pt x="7065300" y="824192"/>
                  </a:lnTo>
                  <a:lnTo>
                    <a:pt x="6972399" y="827299"/>
                  </a:lnTo>
                  <a:lnTo>
                    <a:pt x="6891601" y="829698"/>
                  </a:lnTo>
                  <a:lnTo>
                    <a:pt x="6826326" y="831431"/>
                  </a:lnTo>
                  <a:lnTo>
                    <a:pt x="6778425" y="832575"/>
                  </a:lnTo>
                  <a:lnTo>
                    <a:pt x="6747719" y="833237"/>
                  </a:lnTo>
                  <a:lnTo>
                    <a:pt x="6731900" y="833547"/>
                  </a:lnTo>
                  <a:lnTo>
                    <a:pt x="6726727" y="833639"/>
                  </a:lnTo>
                  <a:lnTo>
                    <a:pt x="6726343" y="833645"/>
                  </a:lnTo>
                  <a:lnTo>
                    <a:pt x="5254955" y="833645"/>
                  </a:lnTo>
                  <a:lnTo>
                    <a:pt x="5253843" y="833721"/>
                  </a:lnTo>
                  <a:lnTo>
                    <a:pt x="5246528" y="834264"/>
                  </a:lnTo>
                  <a:lnTo>
                    <a:pt x="5228077" y="835762"/>
                  </a:lnTo>
                  <a:lnTo>
                    <a:pt x="5195055" y="838713"/>
                  </a:lnTo>
                  <a:lnTo>
                    <a:pt x="5145768" y="843576"/>
                  </a:lnTo>
                  <a:lnTo>
                    <a:pt x="5080395" y="850730"/>
                  </a:lnTo>
                  <a:lnTo>
                    <a:pt x="5000842" y="860438"/>
                  </a:lnTo>
                  <a:lnTo>
                    <a:pt x="4910321" y="872835"/>
                  </a:lnTo>
                  <a:lnTo>
                    <a:pt x="4812726" y="887949"/>
                  </a:lnTo>
                  <a:lnTo>
                    <a:pt x="4711999" y="905740"/>
                  </a:lnTo>
                  <a:lnTo>
                    <a:pt x="4611625" y="926149"/>
                  </a:lnTo>
                  <a:lnTo>
                    <a:pt x="4514337" y="949144"/>
                  </a:lnTo>
                  <a:lnTo>
                    <a:pt x="4422027" y="974752"/>
                  </a:lnTo>
                  <a:lnTo>
                    <a:pt x="4335800" y="1003082"/>
                  </a:lnTo>
                  <a:lnTo>
                    <a:pt x="4256111" y="1034337"/>
                  </a:lnTo>
                  <a:lnTo>
                    <a:pt x="4182924" y="1068813"/>
                  </a:lnTo>
                  <a:lnTo>
                    <a:pt x="4115864" y="1106898"/>
                  </a:lnTo>
                  <a:lnTo>
                    <a:pt x="4054344" y="1149056"/>
                  </a:lnTo>
                  <a:lnTo>
                    <a:pt x="3997653" y="1195813"/>
                  </a:lnTo>
                  <a:lnTo>
                    <a:pt x="3945030" y="1247710"/>
                  </a:lnTo>
                  <a:lnTo>
                    <a:pt x="3895717" y="1305250"/>
                  </a:lnTo>
                  <a:lnTo>
                    <a:pt x="3848999" y="1368791"/>
                  </a:lnTo>
                  <a:lnTo>
                    <a:pt x="3829811" y="1397582"/>
                  </a:lnTo>
                  <a:lnTo>
                    <a:pt x="3794772" y="1454282"/>
                  </a:lnTo>
                  <a:lnTo>
                    <a:pt x="3760571" y="1514860"/>
                  </a:lnTo>
                  <a:lnTo>
                    <a:pt x="3726994" y="1579396"/>
                  </a:lnTo>
                  <a:lnTo>
                    <a:pt x="3693869" y="1647916"/>
                  </a:lnTo>
                  <a:lnTo>
                    <a:pt x="3661053" y="1720384"/>
                  </a:lnTo>
                  <a:lnTo>
                    <a:pt x="3628433" y="1796701"/>
                  </a:lnTo>
                  <a:lnTo>
                    <a:pt x="3595923" y="1876699"/>
                  </a:lnTo>
                  <a:lnTo>
                    <a:pt x="3563455" y="1960136"/>
                  </a:lnTo>
                  <a:lnTo>
                    <a:pt x="3530985" y="2046702"/>
                  </a:lnTo>
                  <a:lnTo>
                    <a:pt x="3498485" y="2136016"/>
                  </a:lnTo>
                  <a:lnTo>
                    <a:pt x="3465941" y="2227634"/>
                  </a:lnTo>
                  <a:lnTo>
                    <a:pt x="3433351" y="2321057"/>
                  </a:lnTo>
                  <a:lnTo>
                    <a:pt x="3400724" y="2415740"/>
                  </a:lnTo>
                  <a:lnTo>
                    <a:pt x="3368076" y="2511107"/>
                  </a:lnTo>
                  <a:lnTo>
                    <a:pt x="3335425" y="2606564"/>
                  </a:lnTo>
                  <a:lnTo>
                    <a:pt x="3302791" y="2701515"/>
                  </a:lnTo>
                  <a:lnTo>
                    <a:pt x="3270189" y="2795375"/>
                  </a:lnTo>
                  <a:lnTo>
                    <a:pt x="3237630" y="2887590"/>
                  </a:lnTo>
                  <a:lnTo>
                    <a:pt x="3205117" y="2977646"/>
                  </a:lnTo>
                  <a:lnTo>
                    <a:pt x="3172640" y="3065080"/>
                  </a:lnTo>
                  <a:lnTo>
                    <a:pt x="3140176" y="3149493"/>
                  </a:lnTo>
                  <a:lnTo>
                    <a:pt x="3107685" y="3230553"/>
                  </a:lnTo>
                  <a:lnTo>
                    <a:pt x="3075106" y="3307997"/>
                  </a:lnTo>
                  <a:lnTo>
                    <a:pt x="3042360" y="3381635"/>
                  </a:lnTo>
                  <a:lnTo>
                    <a:pt x="3009341" y="3451348"/>
                  </a:lnTo>
                  <a:lnTo>
                    <a:pt x="2975917" y="3517081"/>
                  </a:lnTo>
                  <a:lnTo>
                    <a:pt x="2941923" y="3578842"/>
                  </a:lnTo>
                  <a:lnTo>
                    <a:pt x="2907161" y="3636695"/>
                  </a:lnTo>
                  <a:lnTo>
                    <a:pt x="2896531" y="3653330"/>
                  </a:lnTo>
                  <a:lnTo>
                    <a:pt x="2850719" y="3719456"/>
                  </a:lnTo>
                  <a:lnTo>
                    <a:pt x="2802589" y="3779511"/>
                  </a:lnTo>
                  <a:lnTo>
                    <a:pt x="2751461" y="3833746"/>
                  </a:lnTo>
                  <a:lnTo>
                    <a:pt x="2696590" y="3882617"/>
                  </a:lnTo>
                  <a:lnTo>
                    <a:pt x="2637209" y="3926659"/>
                  </a:lnTo>
                  <a:lnTo>
                    <a:pt x="2572580" y="3966411"/>
                  </a:lnTo>
                  <a:lnTo>
                    <a:pt x="2502053" y="4002366"/>
                  </a:lnTo>
                  <a:lnTo>
                    <a:pt x="2425148" y="4034945"/>
                  </a:lnTo>
                  <a:lnTo>
                    <a:pt x="2341671" y="4064486"/>
                  </a:lnTo>
                  <a:lnTo>
                    <a:pt x="2251848" y="4091230"/>
                  </a:lnTo>
                  <a:lnTo>
                    <a:pt x="2156488" y="4115325"/>
                  </a:lnTo>
                  <a:lnTo>
                    <a:pt x="2057138" y="4136832"/>
                  </a:lnTo>
                  <a:lnTo>
                    <a:pt x="1956174" y="4155741"/>
                  </a:lnTo>
                  <a:lnTo>
                    <a:pt x="1856786" y="4171997"/>
                  </a:lnTo>
                  <a:lnTo>
                    <a:pt x="1762773" y="4185548"/>
                  </a:lnTo>
                  <a:lnTo>
                    <a:pt x="1678121" y="4196387"/>
                  </a:lnTo>
                  <a:lnTo>
                    <a:pt x="1606412" y="4204599"/>
                  </a:lnTo>
                  <a:lnTo>
                    <a:pt x="1550174" y="4210394"/>
                  </a:lnTo>
                  <a:lnTo>
                    <a:pt x="1510352" y="4214104"/>
                  </a:lnTo>
                  <a:lnTo>
                    <a:pt x="1486044" y="4216159"/>
                  </a:lnTo>
                  <a:lnTo>
                    <a:pt x="1474526" y="4217045"/>
                  </a:lnTo>
                  <a:lnTo>
                    <a:pt x="1471387" y="4217267"/>
                  </a:lnTo>
                  <a:lnTo>
                    <a:pt x="0" y="4217267"/>
                  </a:lnTo>
                  <a:close/>
                </a:path>
              </a:pathLst>
            </a:custGeom>
            <a:solidFill>
              <a:srgbClr val="E78AC3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323" name="pl1323"/>
            <p:cNvSpPr/>
            <p:nvPr/>
          </p:nvSpPr>
          <p:spPr>
            <a:xfrm>
              <a:off x="4799595" y="4742753"/>
              <a:ext cx="11981298" cy="4217267"/>
            </a:xfrm>
            <a:custGeom>
              <a:avLst/>
              <a:pathLst>
                <a:path w="11981298" h="4217267">
                  <a:moveTo>
                    <a:pt x="0" y="4217267"/>
                  </a:moveTo>
                  <a:lnTo>
                    <a:pt x="1471387" y="4217267"/>
                  </a:lnTo>
                  <a:lnTo>
                    <a:pt x="1472499" y="4217191"/>
                  </a:lnTo>
                  <a:lnTo>
                    <a:pt x="1479814" y="4216648"/>
                  </a:lnTo>
                  <a:lnTo>
                    <a:pt x="1498265" y="4215150"/>
                  </a:lnTo>
                  <a:lnTo>
                    <a:pt x="1531287" y="4212199"/>
                  </a:lnTo>
                  <a:lnTo>
                    <a:pt x="1580574" y="4207336"/>
                  </a:lnTo>
                  <a:lnTo>
                    <a:pt x="1645948" y="4200182"/>
                  </a:lnTo>
                  <a:lnTo>
                    <a:pt x="1725500" y="4190474"/>
                  </a:lnTo>
                  <a:lnTo>
                    <a:pt x="1816021" y="4178077"/>
                  </a:lnTo>
                  <a:lnTo>
                    <a:pt x="1913616" y="4162963"/>
                  </a:lnTo>
                  <a:lnTo>
                    <a:pt x="2014343" y="4145172"/>
                  </a:lnTo>
                  <a:lnTo>
                    <a:pt x="2114718" y="4124763"/>
                  </a:lnTo>
                  <a:lnTo>
                    <a:pt x="2212005" y="4101768"/>
                  </a:lnTo>
                  <a:lnTo>
                    <a:pt x="2304315" y="4076160"/>
                  </a:lnTo>
                  <a:lnTo>
                    <a:pt x="2390542" y="4047830"/>
                  </a:lnTo>
                  <a:lnTo>
                    <a:pt x="2470231" y="4016575"/>
                  </a:lnTo>
                  <a:lnTo>
                    <a:pt x="2543419" y="3982099"/>
                  </a:lnTo>
                  <a:lnTo>
                    <a:pt x="2610478" y="3944014"/>
                  </a:lnTo>
                  <a:lnTo>
                    <a:pt x="2671998" y="3901855"/>
                  </a:lnTo>
                  <a:lnTo>
                    <a:pt x="2728689" y="3855099"/>
                  </a:lnTo>
                  <a:lnTo>
                    <a:pt x="2781312" y="3803202"/>
                  </a:lnTo>
                  <a:lnTo>
                    <a:pt x="2830625" y="3745662"/>
                  </a:lnTo>
                  <a:lnTo>
                    <a:pt x="2877343" y="3682121"/>
                  </a:lnTo>
                  <a:lnTo>
                    <a:pt x="2896531" y="3653330"/>
                  </a:lnTo>
                  <a:lnTo>
                    <a:pt x="2931570" y="3596630"/>
                  </a:lnTo>
                  <a:lnTo>
                    <a:pt x="2965772" y="3536052"/>
                  </a:lnTo>
                  <a:lnTo>
                    <a:pt x="2999348" y="3471516"/>
                  </a:lnTo>
                  <a:lnTo>
                    <a:pt x="3032473" y="3402996"/>
                  </a:lnTo>
                  <a:lnTo>
                    <a:pt x="3065289" y="3330528"/>
                  </a:lnTo>
                  <a:lnTo>
                    <a:pt x="3097909" y="3254211"/>
                  </a:lnTo>
                  <a:lnTo>
                    <a:pt x="3130419" y="3174213"/>
                  </a:lnTo>
                  <a:lnTo>
                    <a:pt x="3162887" y="3090776"/>
                  </a:lnTo>
                  <a:lnTo>
                    <a:pt x="3195357" y="3004210"/>
                  </a:lnTo>
                  <a:lnTo>
                    <a:pt x="3227857" y="2914896"/>
                  </a:lnTo>
                  <a:lnTo>
                    <a:pt x="3260402" y="2823278"/>
                  </a:lnTo>
                  <a:lnTo>
                    <a:pt x="3292991" y="2729855"/>
                  </a:lnTo>
                  <a:lnTo>
                    <a:pt x="3325618" y="2635172"/>
                  </a:lnTo>
                  <a:lnTo>
                    <a:pt x="3358266" y="2539805"/>
                  </a:lnTo>
                  <a:lnTo>
                    <a:pt x="3390917" y="2444348"/>
                  </a:lnTo>
                  <a:lnTo>
                    <a:pt x="3423552" y="2349397"/>
                  </a:lnTo>
                  <a:lnTo>
                    <a:pt x="3456154" y="2255537"/>
                  </a:lnTo>
                  <a:lnTo>
                    <a:pt x="3488712" y="2163322"/>
                  </a:lnTo>
                  <a:lnTo>
                    <a:pt x="3521225" y="2073266"/>
                  </a:lnTo>
                  <a:lnTo>
                    <a:pt x="3553702" y="1985832"/>
                  </a:lnTo>
                  <a:lnTo>
                    <a:pt x="3586166" y="1901419"/>
                  </a:lnTo>
                  <a:lnTo>
                    <a:pt x="3618658" y="1820359"/>
                  </a:lnTo>
                  <a:lnTo>
                    <a:pt x="3651236" y="1742915"/>
                  </a:lnTo>
                  <a:lnTo>
                    <a:pt x="3683982" y="1669277"/>
                  </a:lnTo>
                  <a:lnTo>
                    <a:pt x="3717001" y="1599564"/>
                  </a:lnTo>
                  <a:lnTo>
                    <a:pt x="3750426" y="1533831"/>
                  </a:lnTo>
                  <a:lnTo>
                    <a:pt x="3784419" y="1472070"/>
                  </a:lnTo>
                  <a:lnTo>
                    <a:pt x="3819181" y="1414217"/>
                  </a:lnTo>
                  <a:lnTo>
                    <a:pt x="3829811" y="1397582"/>
                  </a:lnTo>
                  <a:lnTo>
                    <a:pt x="3875623" y="1331456"/>
                  </a:lnTo>
                  <a:lnTo>
                    <a:pt x="3923753" y="1271401"/>
                  </a:lnTo>
                  <a:lnTo>
                    <a:pt x="3974881" y="1217166"/>
                  </a:lnTo>
                  <a:lnTo>
                    <a:pt x="4029752" y="1168295"/>
                  </a:lnTo>
                  <a:lnTo>
                    <a:pt x="4089133" y="1124253"/>
                  </a:lnTo>
                  <a:lnTo>
                    <a:pt x="4153762" y="1084501"/>
                  </a:lnTo>
                  <a:lnTo>
                    <a:pt x="4224289" y="1048546"/>
                  </a:lnTo>
                  <a:lnTo>
                    <a:pt x="4301194" y="1015967"/>
                  </a:lnTo>
                  <a:lnTo>
                    <a:pt x="4384671" y="986426"/>
                  </a:lnTo>
                  <a:lnTo>
                    <a:pt x="4474495" y="959682"/>
                  </a:lnTo>
                  <a:lnTo>
                    <a:pt x="4569854" y="935587"/>
                  </a:lnTo>
                  <a:lnTo>
                    <a:pt x="4669204" y="914080"/>
                  </a:lnTo>
                  <a:lnTo>
                    <a:pt x="4770168" y="895171"/>
                  </a:lnTo>
                  <a:lnTo>
                    <a:pt x="4869556" y="878915"/>
                  </a:lnTo>
                  <a:lnTo>
                    <a:pt x="4963569" y="865364"/>
                  </a:lnTo>
                  <a:lnTo>
                    <a:pt x="5048221" y="854525"/>
                  </a:lnTo>
                  <a:lnTo>
                    <a:pt x="5119930" y="846313"/>
                  </a:lnTo>
                  <a:lnTo>
                    <a:pt x="5176168" y="840518"/>
                  </a:lnTo>
                  <a:lnTo>
                    <a:pt x="5215990" y="836808"/>
                  </a:lnTo>
                  <a:lnTo>
                    <a:pt x="5240298" y="834753"/>
                  </a:lnTo>
                  <a:lnTo>
                    <a:pt x="5251816" y="833867"/>
                  </a:lnTo>
                  <a:lnTo>
                    <a:pt x="5254867" y="833651"/>
                  </a:lnTo>
                  <a:lnTo>
                    <a:pt x="5254955" y="833645"/>
                  </a:lnTo>
                  <a:lnTo>
                    <a:pt x="6726343" y="833645"/>
                  </a:lnTo>
                  <a:lnTo>
                    <a:pt x="6727572" y="833625"/>
                  </a:lnTo>
                  <a:lnTo>
                    <a:pt x="6735639" y="833476"/>
                  </a:lnTo>
                  <a:lnTo>
                    <a:pt x="6755926" y="833067"/>
                  </a:lnTo>
                  <a:lnTo>
                    <a:pt x="6792077" y="832262"/>
                  </a:lnTo>
                  <a:lnTo>
                    <a:pt x="6845717" y="830936"/>
                  </a:lnTo>
                  <a:lnTo>
                    <a:pt x="6916337" y="828993"/>
                  </a:lnTo>
                  <a:lnTo>
                    <a:pt x="7001507" y="826366"/>
                  </a:lnTo>
                  <a:lnTo>
                    <a:pt x="7097445" y="823026"/>
                  </a:lnTo>
                  <a:lnTo>
                    <a:pt x="7199766" y="818972"/>
                  </a:lnTo>
                  <a:lnTo>
                    <a:pt x="7304211" y="814216"/>
                  </a:lnTo>
                  <a:lnTo>
                    <a:pt x="7407172" y="808774"/>
                  </a:lnTo>
                  <a:lnTo>
                    <a:pt x="7505958" y="802650"/>
                  </a:lnTo>
                  <a:lnTo>
                    <a:pt x="7598834" y="795827"/>
                  </a:lnTo>
                  <a:lnTo>
                    <a:pt x="7684909" y="788265"/>
                  </a:lnTo>
                  <a:lnTo>
                    <a:pt x="7763951" y="779897"/>
                  </a:lnTo>
                  <a:lnTo>
                    <a:pt x="7836208" y="770630"/>
                  </a:lnTo>
                  <a:lnTo>
                    <a:pt x="7902233" y="760345"/>
                  </a:lnTo>
                  <a:lnTo>
                    <a:pt x="7962767" y="748905"/>
                  </a:lnTo>
                  <a:lnTo>
                    <a:pt x="8018636" y="736164"/>
                  </a:lnTo>
                  <a:lnTo>
                    <a:pt x="8070688" y="721977"/>
                  </a:lnTo>
                  <a:lnTo>
                    <a:pt x="8119734" y="706232"/>
                  </a:lnTo>
                  <a:lnTo>
                    <a:pt x="8151487" y="694704"/>
                  </a:lnTo>
                  <a:lnTo>
                    <a:pt x="8203687" y="673406"/>
                  </a:lnTo>
                  <a:lnTo>
                    <a:pt x="8254246" y="649938"/>
                  </a:lnTo>
                  <a:lnTo>
                    <a:pt x="8303783" y="624268"/>
                  </a:lnTo>
                  <a:lnTo>
                    <a:pt x="8352752" y="596437"/>
                  </a:lnTo>
                  <a:lnTo>
                    <a:pt x="8401470" y="566573"/>
                  </a:lnTo>
                  <a:lnTo>
                    <a:pt x="8450144" y="534889"/>
                  </a:lnTo>
                  <a:lnTo>
                    <a:pt x="8498882" y="501685"/>
                  </a:lnTo>
                  <a:lnTo>
                    <a:pt x="8547721" y="467342"/>
                  </a:lnTo>
                  <a:lnTo>
                    <a:pt x="8596642" y="432301"/>
                  </a:lnTo>
                  <a:lnTo>
                    <a:pt x="8645590" y="397042"/>
                  </a:lnTo>
                  <a:lnTo>
                    <a:pt x="8694503" y="362061"/>
                  </a:lnTo>
                  <a:lnTo>
                    <a:pt x="8743330" y="327834"/>
                  </a:lnTo>
                  <a:lnTo>
                    <a:pt x="8792057" y="294797"/>
                  </a:lnTo>
                  <a:lnTo>
                    <a:pt x="8840728" y="263321"/>
                  </a:lnTo>
                  <a:lnTo>
                    <a:pt x="8889465" y="233696"/>
                  </a:lnTo>
                  <a:lnTo>
                    <a:pt x="8938483" y="206124"/>
                  </a:lnTo>
                  <a:lnTo>
                    <a:pt x="8988118" y="180722"/>
                  </a:lnTo>
                  <a:lnTo>
                    <a:pt x="9038840" y="157522"/>
                  </a:lnTo>
                  <a:lnTo>
                    <a:pt x="9084767" y="138940"/>
                  </a:lnTo>
                  <a:lnTo>
                    <a:pt x="9132201" y="122112"/>
                  </a:lnTo>
                  <a:lnTo>
                    <a:pt x="9182140" y="106883"/>
                  </a:lnTo>
                  <a:lnTo>
                    <a:pt x="9235343" y="93182"/>
                  </a:lnTo>
                  <a:lnTo>
                    <a:pt x="9292637" y="80880"/>
                  </a:lnTo>
                  <a:lnTo>
                    <a:pt x="9354870" y="69833"/>
                  </a:lnTo>
                  <a:lnTo>
                    <a:pt x="9422850" y="59893"/>
                  </a:lnTo>
                  <a:lnTo>
                    <a:pt x="9497266" y="50930"/>
                  </a:lnTo>
                  <a:lnTo>
                    <a:pt x="9578590" y="42833"/>
                  </a:lnTo>
                  <a:lnTo>
                    <a:pt x="9666932" y="35518"/>
                  </a:lnTo>
                  <a:lnTo>
                    <a:pt x="9761868" y="28926"/>
                  </a:lnTo>
                  <a:lnTo>
                    <a:pt x="9862248" y="23025"/>
                  </a:lnTo>
                  <a:lnTo>
                    <a:pt x="9966034" y="17805"/>
                  </a:lnTo>
                  <a:lnTo>
                    <a:pt x="10070223" y="13275"/>
                  </a:lnTo>
                  <a:lnTo>
                    <a:pt x="10170954" y="9452"/>
                  </a:lnTo>
                  <a:lnTo>
                    <a:pt x="10263855" y="6346"/>
                  </a:lnTo>
                  <a:lnTo>
                    <a:pt x="10344653" y="3947"/>
                  </a:lnTo>
                  <a:lnTo>
                    <a:pt x="10409928" y="2213"/>
                  </a:lnTo>
                  <a:lnTo>
                    <a:pt x="10457828" y="1070"/>
                  </a:lnTo>
                  <a:lnTo>
                    <a:pt x="10488534" y="407"/>
                  </a:lnTo>
                  <a:lnTo>
                    <a:pt x="10504353" y="98"/>
                  </a:lnTo>
                  <a:lnTo>
                    <a:pt x="10509526" y="6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24" name="pl1324"/>
            <p:cNvSpPr/>
            <p:nvPr/>
          </p:nvSpPr>
          <p:spPr>
            <a:xfrm>
              <a:off x="4799595" y="4734580"/>
              <a:ext cx="11981298" cy="4217267"/>
            </a:xfrm>
            <a:custGeom>
              <a:avLst/>
              <a:pathLst>
                <a:path w="11981298" h="4217267">
                  <a:moveTo>
                    <a:pt x="11981298" y="0"/>
                  </a:moveTo>
                  <a:lnTo>
                    <a:pt x="10509911" y="0"/>
                  </a:lnTo>
                  <a:lnTo>
                    <a:pt x="10508681" y="20"/>
                  </a:lnTo>
                  <a:lnTo>
                    <a:pt x="10500614" y="168"/>
                  </a:lnTo>
                  <a:lnTo>
                    <a:pt x="10480327" y="578"/>
                  </a:lnTo>
                  <a:lnTo>
                    <a:pt x="10444177" y="1383"/>
                  </a:lnTo>
                  <a:lnTo>
                    <a:pt x="10390536" y="2708"/>
                  </a:lnTo>
                  <a:lnTo>
                    <a:pt x="10319916" y="4652"/>
                  </a:lnTo>
                  <a:lnTo>
                    <a:pt x="10234746" y="7279"/>
                  </a:lnTo>
                  <a:lnTo>
                    <a:pt x="10138808" y="10618"/>
                  </a:lnTo>
                  <a:lnTo>
                    <a:pt x="10036487" y="14673"/>
                  </a:lnTo>
                  <a:lnTo>
                    <a:pt x="9932042" y="19429"/>
                  </a:lnTo>
                  <a:lnTo>
                    <a:pt x="9829081" y="24871"/>
                  </a:lnTo>
                  <a:lnTo>
                    <a:pt x="9730295" y="30995"/>
                  </a:lnTo>
                  <a:lnTo>
                    <a:pt x="9637419" y="37818"/>
                  </a:lnTo>
                  <a:lnTo>
                    <a:pt x="9551345" y="45380"/>
                  </a:lnTo>
                  <a:lnTo>
                    <a:pt x="9472302" y="53747"/>
                  </a:lnTo>
                  <a:lnTo>
                    <a:pt x="9400046" y="63015"/>
                  </a:lnTo>
                  <a:lnTo>
                    <a:pt x="9334020" y="73300"/>
                  </a:lnTo>
                  <a:lnTo>
                    <a:pt x="9273486" y="84740"/>
                  </a:lnTo>
                  <a:lnTo>
                    <a:pt x="9217617" y="97481"/>
                  </a:lnTo>
                  <a:lnTo>
                    <a:pt x="9165565" y="111667"/>
                  </a:lnTo>
                  <a:lnTo>
                    <a:pt x="9116519" y="127413"/>
                  </a:lnTo>
                  <a:lnTo>
                    <a:pt x="9084767" y="138940"/>
                  </a:lnTo>
                  <a:lnTo>
                    <a:pt x="9032566" y="160239"/>
                  </a:lnTo>
                  <a:lnTo>
                    <a:pt x="8982007" y="183707"/>
                  </a:lnTo>
                  <a:lnTo>
                    <a:pt x="8932471" y="209377"/>
                  </a:lnTo>
                  <a:lnTo>
                    <a:pt x="8883502" y="237208"/>
                  </a:lnTo>
                  <a:lnTo>
                    <a:pt x="8834783" y="267072"/>
                  </a:lnTo>
                  <a:lnTo>
                    <a:pt x="8786110" y="298756"/>
                  </a:lnTo>
                  <a:lnTo>
                    <a:pt x="8737371" y="331959"/>
                  </a:lnTo>
                  <a:lnTo>
                    <a:pt x="8688532" y="366303"/>
                  </a:lnTo>
                  <a:lnTo>
                    <a:pt x="8639612" y="401344"/>
                  </a:lnTo>
                  <a:lnTo>
                    <a:pt x="8590663" y="436603"/>
                  </a:lnTo>
                  <a:lnTo>
                    <a:pt x="8541750" y="471584"/>
                  </a:lnTo>
                  <a:lnTo>
                    <a:pt x="8492923" y="505811"/>
                  </a:lnTo>
                  <a:lnTo>
                    <a:pt x="8444196" y="538847"/>
                  </a:lnTo>
                  <a:lnTo>
                    <a:pt x="8395525" y="570324"/>
                  </a:lnTo>
                  <a:lnTo>
                    <a:pt x="8346789" y="599949"/>
                  </a:lnTo>
                  <a:lnTo>
                    <a:pt x="8297770" y="627521"/>
                  </a:lnTo>
                  <a:lnTo>
                    <a:pt x="8248135" y="652923"/>
                  </a:lnTo>
                  <a:lnTo>
                    <a:pt x="8197413" y="676123"/>
                  </a:lnTo>
                  <a:lnTo>
                    <a:pt x="8151487" y="694704"/>
                  </a:lnTo>
                  <a:lnTo>
                    <a:pt x="8104053" y="711533"/>
                  </a:lnTo>
                  <a:lnTo>
                    <a:pt x="8054113" y="726762"/>
                  </a:lnTo>
                  <a:lnTo>
                    <a:pt x="8000911" y="740463"/>
                  </a:lnTo>
                  <a:lnTo>
                    <a:pt x="7943616" y="752764"/>
                  </a:lnTo>
                  <a:lnTo>
                    <a:pt x="7881383" y="763812"/>
                  </a:lnTo>
                  <a:lnTo>
                    <a:pt x="7813403" y="773752"/>
                  </a:lnTo>
                  <a:lnTo>
                    <a:pt x="7738987" y="782715"/>
                  </a:lnTo>
                  <a:lnTo>
                    <a:pt x="7657663" y="790811"/>
                  </a:lnTo>
                  <a:lnTo>
                    <a:pt x="7569321" y="798126"/>
                  </a:lnTo>
                  <a:lnTo>
                    <a:pt x="7474386" y="804719"/>
                  </a:lnTo>
                  <a:lnTo>
                    <a:pt x="7374005" y="810620"/>
                  </a:lnTo>
                  <a:lnTo>
                    <a:pt x="7270219" y="815840"/>
                  </a:lnTo>
                  <a:lnTo>
                    <a:pt x="7166030" y="820369"/>
                  </a:lnTo>
                  <a:lnTo>
                    <a:pt x="7065300" y="824192"/>
                  </a:lnTo>
                  <a:lnTo>
                    <a:pt x="6972399" y="827299"/>
                  </a:lnTo>
                  <a:lnTo>
                    <a:pt x="6891601" y="829698"/>
                  </a:lnTo>
                  <a:lnTo>
                    <a:pt x="6826326" y="831431"/>
                  </a:lnTo>
                  <a:lnTo>
                    <a:pt x="6778425" y="832575"/>
                  </a:lnTo>
                  <a:lnTo>
                    <a:pt x="6747719" y="833237"/>
                  </a:lnTo>
                  <a:lnTo>
                    <a:pt x="6731900" y="833547"/>
                  </a:lnTo>
                  <a:lnTo>
                    <a:pt x="6726727" y="833639"/>
                  </a:lnTo>
                  <a:lnTo>
                    <a:pt x="6726343" y="833645"/>
                  </a:lnTo>
                  <a:lnTo>
                    <a:pt x="5254955" y="833645"/>
                  </a:lnTo>
                  <a:lnTo>
                    <a:pt x="5253843" y="833721"/>
                  </a:lnTo>
                  <a:lnTo>
                    <a:pt x="5246528" y="834264"/>
                  </a:lnTo>
                  <a:lnTo>
                    <a:pt x="5228077" y="835762"/>
                  </a:lnTo>
                  <a:lnTo>
                    <a:pt x="5195055" y="838713"/>
                  </a:lnTo>
                  <a:lnTo>
                    <a:pt x="5145768" y="843576"/>
                  </a:lnTo>
                  <a:lnTo>
                    <a:pt x="5080395" y="850730"/>
                  </a:lnTo>
                  <a:lnTo>
                    <a:pt x="5000842" y="860438"/>
                  </a:lnTo>
                  <a:lnTo>
                    <a:pt x="4910321" y="872835"/>
                  </a:lnTo>
                  <a:lnTo>
                    <a:pt x="4812726" y="887949"/>
                  </a:lnTo>
                  <a:lnTo>
                    <a:pt x="4711999" y="905740"/>
                  </a:lnTo>
                  <a:lnTo>
                    <a:pt x="4611625" y="926149"/>
                  </a:lnTo>
                  <a:lnTo>
                    <a:pt x="4514337" y="949144"/>
                  </a:lnTo>
                  <a:lnTo>
                    <a:pt x="4422027" y="974752"/>
                  </a:lnTo>
                  <a:lnTo>
                    <a:pt x="4335800" y="1003082"/>
                  </a:lnTo>
                  <a:lnTo>
                    <a:pt x="4256111" y="1034337"/>
                  </a:lnTo>
                  <a:lnTo>
                    <a:pt x="4182924" y="1068813"/>
                  </a:lnTo>
                  <a:lnTo>
                    <a:pt x="4115864" y="1106898"/>
                  </a:lnTo>
                  <a:lnTo>
                    <a:pt x="4054344" y="1149056"/>
                  </a:lnTo>
                  <a:lnTo>
                    <a:pt x="3997653" y="1195813"/>
                  </a:lnTo>
                  <a:lnTo>
                    <a:pt x="3945030" y="1247710"/>
                  </a:lnTo>
                  <a:lnTo>
                    <a:pt x="3895717" y="1305250"/>
                  </a:lnTo>
                  <a:lnTo>
                    <a:pt x="3848999" y="1368791"/>
                  </a:lnTo>
                  <a:lnTo>
                    <a:pt x="3829811" y="1397582"/>
                  </a:lnTo>
                  <a:lnTo>
                    <a:pt x="3794772" y="1454282"/>
                  </a:lnTo>
                  <a:lnTo>
                    <a:pt x="3760571" y="1514860"/>
                  </a:lnTo>
                  <a:lnTo>
                    <a:pt x="3726994" y="1579396"/>
                  </a:lnTo>
                  <a:lnTo>
                    <a:pt x="3693869" y="1647916"/>
                  </a:lnTo>
                  <a:lnTo>
                    <a:pt x="3661053" y="1720384"/>
                  </a:lnTo>
                  <a:lnTo>
                    <a:pt x="3628433" y="1796701"/>
                  </a:lnTo>
                  <a:lnTo>
                    <a:pt x="3595923" y="1876699"/>
                  </a:lnTo>
                  <a:lnTo>
                    <a:pt x="3563455" y="1960136"/>
                  </a:lnTo>
                  <a:lnTo>
                    <a:pt x="3530985" y="2046702"/>
                  </a:lnTo>
                  <a:lnTo>
                    <a:pt x="3498485" y="2136016"/>
                  </a:lnTo>
                  <a:lnTo>
                    <a:pt x="3465941" y="2227634"/>
                  </a:lnTo>
                  <a:lnTo>
                    <a:pt x="3433351" y="2321057"/>
                  </a:lnTo>
                  <a:lnTo>
                    <a:pt x="3400724" y="2415740"/>
                  </a:lnTo>
                  <a:lnTo>
                    <a:pt x="3368076" y="2511107"/>
                  </a:lnTo>
                  <a:lnTo>
                    <a:pt x="3335425" y="2606564"/>
                  </a:lnTo>
                  <a:lnTo>
                    <a:pt x="3302791" y="2701515"/>
                  </a:lnTo>
                  <a:lnTo>
                    <a:pt x="3270189" y="2795375"/>
                  </a:lnTo>
                  <a:lnTo>
                    <a:pt x="3237630" y="2887590"/>
                  </a:lnTo>
                  <a:lnTo>
                    <a:pt x="3205117" y="2977646"/>
                  </a:lnTo>
                  <a:lnTo>
                    <a:pt x="3172640" y="3065080"/>
                  </a:lnTo>
                  <a:lnTo>
                    <a:pt x="3140176" y="3149493"/>
                  </a:lnTo>
                  <a:lnTo>
                    <a:pt x="3107685" y="3230553"/>
                  </a:lnTo>
                  <a:lnTo>
                    <a:pt x="3075106" y="3307997"/>
                  </a:lnTo>
                  <a:lnTo>
                    <a:pt x="3042360" y="3381635"/>
                  </a:lnTo>
                  <a:lnTo>
                    <a:pt x="3009341" y="3451348"/>
                  </a:lnTo>
                  <a:lnTo>
                    <a:pt x="2975917" y="3517081"/>
                  </a:lnTo>
                  <a:lnTo>
                    <a:pt x="2941923" y="3578842"/>
                  </a:lnTo>
                  <a:lnTo>
                    <a:pt x="2907161" y="3636695"/>
                  </a:lnTo>
                  <a:lnTo>
                    <a:pt x="2896531" y="3653330"/>
                  </a:lnTo>
                  <a:lnTo>
                    <a:pt x="2850719" y="3719456"/>
                  </a:lnTo>
                  <a:lnTo>
                    <a:pt x="2802589" y="3779511"/>
                  </a:lnTo>
                  <a:lnTo>
                    <a:pt x="2751461" y="3833746"/>
                  </a:lnTo>
                  <a:lnTo>
                    <a:pt x="2696590" y="3882617"/>
                  </a:lnTo>
                  <a:lnTo>
                    <a:pt x="2637209" y="3926659"/>
                  </a:lnTo>
                  <a:lnTo>
                    <a:pt x="2572580" y="3966411"/>
                  </a:lnTo>
                  <a:lnTo>
                    <a:pt x="2502053" y="4002366"/>
                  </a:lnTo>
                  <a:lnTo>
                    <a:pt x="2425148" y="4034945"/>
                  </a:lnTo>
                  <a:lnTo>
                    <a:pt x="2341671" y="4064486"/>
                  </a:lnTo>
                  <a:lnTo>
                    <a:pt x="2251848" y="4091230"/>
                  </a:lnTo>
                  <a:lnTo>
                    <a:pt x="2156488" y="4115325"/>
                  </a:lnTo>
                  <a:lnTo>
                    <a:pt x="2057138" y="4136832"/>
                  </a:lnTo>
                  <a:lnTo>
                    <a:pt x="1956174" y="4155741"/>
                  </a:lnTo>
                  <a:lnTo>
                    <a:pt x="1856786" y="4171997"/>
                  </a:lnTo>
                  <a:lnTo>
                    <a:pt x="1762773" y="4185548"/>
                  </a:lnTo>
                  <a:lnTo>
                    <a:pt x="1678121" y="4196387"/>
                  </a:lnTo>
                  <a:lnTo>
                    <a:pt x="1606412" y="4204599"/>
                  </a:lnTo>
                  <a:lnTo>
                    <a:pt x="1550174" y="4210394"/>
                  </a:lnTo>
                  <a:lnTo>
                    <a:pt x="1510352" y="4214104"/>
                  </a:lnTo>
                  <a:lnTo>
                    <a:pt x="1486044" y="4216159"/>
                  </a:lnTo>
                  <a:lnTo>
                    <a:pt x="1474526" y="4217045"/>
                  </a:lnTo>
                  <a:lnTo>
                    <a:pt x="1471475" y="4217261"/>
                  </a:lnTo>
                  <a:lnTo>
                    <a:pt x="1471387" y="4217267"/>
                  </a:lnTo>
                  <a:lnTo>
                    <a:pt x="0" y="421726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25" name="pg1325"/>
            <p:cNvSpPr/>
            <p:nvPr/>
          </p:nvSpPr>
          <p:spPr>
            <a:xfrm>
              <a:off x="4799595" y="4996116"/>
              <a:ext cx="11981298" cy="3972077"/>
            </a:xfrm>
            <a:custGeom>
              <a:avLst/>
              <a:pathLst>
                <a:path w="11981298" h="3972077">
                  <a:moveTo>
                    <a:pt x="0" y="3972077"/>
                  </a:moveTo>
                  <a:lnTo>
                    <a:pt x="1471387" y="3972077"/>
                  </a:lnTo>
                  <a:lnTo>
                    <a:pt x="1472501" y="3972001"/>
                  </a:lnTo>
                  <a:lnTo>
                    <a:pt x="1479826" y="3971462"/>
                  </a:lnTo>
                  <a:lnTo>
                    <a:pt x="1498302" y="3969972"/>
                  </a:lnTo>
                  <a:lnTo>
                    <a:pt x="1531368" y="3967039"/>
                  </a:lnTo>
                  <a:lnTo>
                    <a:pt x="1580714" y="3962204"/>
                  </a:lnTo>
                  <a:lnTo>
                    <a:pt x="1646162" y="3955091"/>
                  </a:lnTo>
                  <a:lnTo>
                    <a:pt x="1725794" y="3945441"/>
                  </a:lnTo>
                  <a:lnTo>
                    <a:pt x="1816392" y="3933118"/>
                  </a:lnTo>
                  <a:lnTo>
                    <a:pt x="1914055" y="3918095"/>
                  </a:lnTo>
                  <a:lnTo>
                    <a:pt x="2014838" y="3900412"/>
                  </a:lnTo>
                  <a:lnTo>
                    <a:pt x="2115252" y="3880127"/>
                  </a:lnTo>
                  <a:lnTo>
                    <a:pt x="2212563" y="3857273"/>
                  </a:lnTo>
                  <a:lnTo>
                    <a:pt x="2304884" y="3831822"/>
                  </a:lnTo>
                  <a:lnTo>
                    <a:pt x="2391110" y="3803665"/>
                  </a:lnTo>
                  <a:lnTo>
                    <a:pt x="2470792" y="3772600"/>
                  </a:lnTo>
                  <a:lnTo>
                    <a:pt x="2543967" y="3738332"/>
                  </a:lnTo>
                  <a:lnTo>
                    <a:pt x="2611011" y="3700474"/>
                  </a:lnTo>
                  <a:lnTo>
                    <a:pt x="2672517" y="3658563"/>
                  </a:lnTo>
                  <a:lnTo>
                    <a:pt x="2729196" y="3612079"/>
                  </a:lnTo>
                  <a:lnTo>
                    <a:pt x="2781809" y="3560481"/>
                  </a:lnTo>
                  <a:lnTo>
                    <a:pt x="2831118" y="3503272"/>
                  </a:lnTo>
                  <a:lnTo>
                    <a:pt x="2877835" y="3440097"/>
                  </a:lnTo>
                  <a:lnTo>
                    <a:pt x="2896531" y="3412226"/>
                  </a:lnTo>
                  <a:lnTo>
                    <a:pt x="2931678" y="3355757"/>
                  </a:lnTo>
                  <a:lnTo>
                    <a:pt x="2965982" y="3295413"/>
                  </a:lnTo>
                  <a:lnTo>
                    <a:pt x="2999658" y="3231114"/>
                  </a:lnTo>
                  <a:lnTo>
                    <a:pt x="3032883" y="3162837"/>
                  </a:lnTo>
                  <a:lnTo>
                    <a:pt x="3065797" y="3090616"/>
                  </a:lnTo>
                  <a:lnTo>
                    <a:pt x="3098515" y="3014552"/>
                  </a:lnTo>
                  <a:lnTo>
                    <a:pt x="3131126" y="2934816"/>
                  </a:lnTo>
                  <a:lnTo>
                    <a:pt x="3163694" y="2851649"/>
                  </a:lnTo>
                  <a:lnTo>
                    <a:pt x="3196265" y="2765367"/>
                  </a:lnTo>
                  <a:lnTo>
                    <a:pt x="3228867" y="2676350"/>
                  </a:lnTo>
                  <a:lnTo>
                    <a:pt x="3261514" y="2585047"/>
                  </a:lnTo>
                  <a:lnTo>
                    <a:pt x="3294207" y="2491959"/>
                  </a:lnTo>
                  <a:lnTo>
                    <a:pt x="3326936" y="2397632"/>
                  </a:lnTo>
                  <a:lnTo>
                    <a:pt x="3359686" y="2302647"/>
                  </a:lnTo>
                  <a:lnTo>
                    <a:pt x="3392438" y="2207597"/>
                  </a:lnTo>
                  <a:lnTo>
                    <a:pt x="3425173" y="2113081"/>
                  </a:lnTo>
                  <a:lnTo>
                    <a:pt x="3457874" y="2019682"/>
                  </a:lnTo>
                  <a:lnTo>
                    <a:pt x="3490531" y="1927956"/>
                  </a:lnTo>
                  <a:lnTo>
                    <a:pt x="3523143" y="1838413"/>
                  </a:lnTo>
                  <a:lnTo>
                    <a:pt x="3555719" y="1751514"/>
                  </a:lnTo>
                  <a:lnTo>
                    <a:pt x="3588284" y="1667656"/>
                  </a:lnTo>
                  <a:lnTo>
                    <a:pt x="3620880" y="1587167"/>
                  </a:lnTo>
                  <a:lnTo>
                    <a:pt x="3653569" y="1510305"/>
                  </a:lnTo>
                  <a:lnTo>
                    <a:pt x="3686433" y="1437255"/>
                  </a:lnTo>
                  <a:lnTo>
                    <a:pt x="3719581" y="1368134"/>
                  </a:lnTo>
                  <a:lnTo>
                    <a:pt x="3753147" y="1302989"/>
                  </a:lnTo>
                  <a:lnTo>
                    <a:pt x="3787302" y="1241808"/>
                  </a:lnTo>
                  <a:lnTo>
                    <a:pt x="3822249" y="1184523"/>
                  </a:lnTo>
                  <a:lnTo>
                    <a:pt x="3829811" y="1172825"/>
                  </a:lnTo>
                  <a:lnTo>
                    <a:pt x="3875646" y="1107147"/>
                  </a:lnTo>
                  <a:lnTo>
                    <a:pt x="3923801" y="1047503"/>
                  </a:lnTo>
                  <a:lnTo>
                    <a:pt x="3974958" y="993641"/>
                  </a:lnTo>
                  <a:lnTo>
                    <a:pt x="4029864" y="945109"/>
                  </a:lnTo>
                  <a:lnTo>
                    <a:pt x="4089285" y="901374"/>
                  </a:lnTo>
                  <a:lnTo>
                    <a:pt x="4153960" y="861902"/>
                  </a:lnTo>
                  <a:lnTo>
                    <a:pt x="4224542" y="826201"/>
                  </a:lnTo>
                  <a:lnTo>
                    <a:pt x="4301508" y="793854"/>
                  </a:lnTo>
                  <a:lnTo>
                    <a:pt x="4385053" y="764525"/>
                  </a:lnTo>
                  <a:lnTo>
                    <a:pt x="4474949" y="737975"/>
                  </a:lnTo>
                  <a:lnTo>
                    <a:pt x="4570380" y="714056"/>
                  </a:lnTo>
                  <a:lnTo>
                    <a:pt x="4669795" y="692708"/>
                  </a:lnTo>
                  <a:lnTo>
                    <a:pt x="4770809" y="673943"/>
                  </a:lnTo>
                  <a:lnTo>
                    <a:pt x="4870223" y="657814"/>
                  </a:lnTo>
                  <a:lnTo>
                    <a:pt x="4964229" y="644374"/>
                  </a:lnTo>
                  <a:lnTo>
                    <a:pt x="5048837" y="633629"/>
                  </a:lnTo>
                  <a:lnTo>
                    <a:pt x="5120464" y="625492"/>
                  </a:lnTo>
                  <a:lnTo>
                    <a:pt x="5176591" y="619756"/>
                  </a:lnTo>
                  <a:lnTo>
                    <a:pt x="5216285" y="616089"/>
                  </a:lnTo>
                  <a:lnTo>
                    <a:pt x="5240467" y="614061"/>
                  </a:lnTo>
                  <a:lnTo>
                    <a:pt x="5251882" y="613189"/>
                  </a:lnTo>
                  <a:lnTo>
                    <a:pt x="5254955" y="612974"/>
                  </a:lnTo>
                  <a:lnTo>
                    <a:pt x="6726343" y="612974"/>
                  </a:lnTo>
                  <a:lnTo>
                    <a:pt x="6727576" y="612959"/>
                  </a:lnTo>
                  <a:lnTo>
                    <a:pt x="6735669" y="612851"/>
                  </a:lnTo>
                  <a:lnTo>
                    <a:pt x="6756019" y="612553"/>
                  </a:lnTo>
                  <a:lnTo>
                    <a:pt x="6792277" y="611967"/>
                  </a:lnTo>
                  <a:lnTo>
                    <a:pt x="6846066" y="611003"/>
                  </a:lnTo>
                  <a:lnTo>
                    <a:pt x="6916863" y="609588"/>
                  </a:lnTo>
                  <a:lnTo>
                    <a:pt x="7002222" y="607677"/>
                  </a:lnTo>
                  <a:lnTo>
                    <a:pt x="7098339" y="605246"/>
                  </a:lnTo>
                  <a:lnTo>
                    <a:pt x="7200813" y="602297"/>
                  </a:lnTo>
                  <a:lnTo>
                    <a:pt x="7305377" y="598837"/>
                  </a:lnTo>
                  <a:lnTo>
                    <a:pt x="7408417" y="594879"/>
                  </a:lnTo>
                  <a:lnTo>
                    <a:pt x="7507246" y="590424"/>
                  </a:lnTo>
                  <a:lnTo>
                    <a:pt x="7600135" y="585462"/>
                  </a:lnTo>
                  <a:lnTo>
                    <a:pt x="7686200" y="579961"/>
                  </a:lnTo>
                  <a:lnTo>
                    <a:pt x="7765218" y="573874"/>
                  </a:lnTo>
                  <a:lnTo>
                    <a:pt x="7837441" y="567130"/>
                  </a:lnTo>
                  <a:lnTo>
                    <a:pt x="7903432" y="559646"/>
                  </a:lnTo>
                  <a:lnTo>
                    <a:pt x="7963935" y="551320"/>
                  </a:lnTo>
                  <a:lnTo>
                    <a:pt x="8019779" y="542045"/>
                  </a:lnTo>
                  <a:lnTo>
                    <a:pt x="8071815" y="531718"/>
                  </a:lnTo>
                  <a:lnTo>
                    <a:pt x="8120855" y="520255"/>
                  </a:lnTo>
                  <a:lnTo>
                    <a:pt x="8151487" y="512174"/>
                  </a:lnTo>
                  <a:lnTo>
                    <a:pt x="8205411" y="496175"/>
                  </a:lnTo>
                  <a:lnTo>
                    <a:pt x="8257606" y="478493"/>
                  </a:lnTo>
                  <a:lnTo>
                    <a:pt x="8308746" y="459105"/>
                  </a:lnTo>
                  <a:lnTo>
                    <a:pt x="8359318" y="438049"/>
                  </a:lnTo>
                  <a:lnTo>
                    <a:pt x="8409659" y="415436"/>
                  </a:lnTo>
                  <a:lnTo>
                    <a:pt x="8459977" y="391447"/>
                  </a:lnTo>
                  <a:lnTo>
                    <a:pt x="8510377" y="366335"/>
                  </a:lnTo>
                  <a:lnTo>
                    <a:pt x="8560885" y="340417"/>
                  </a:lnTo>
                  <a:lnTo>
                    <a:pt x="8611466" y="314056"/>
                  </a:lnTo>
                  <a:lnTo>
                    <a:pt x="8662056" y="287643"/>
                  </a:lnTo>
                  <a:lnTo>
                    <a:pt x="8712588" y="261572"/>
                  </a:lnTo>
                  <a:lnTo>
                    <a:pt x="8763017" y="236215"/>
                  </a:lnTo>
                  <a:lnTo>
                    <a:pt x="8813350" y="211903"/>
                  </a:lnTo>
                  <a:lnTo>
                    <a:pt x="8863669" y="188906"/>
                  </a:lnTo>
                  <a:lnTo>
                    <a:pt x="8914154" y="167427"/>
                  </a:lnTo>
                  <a:lnTo>
                    <a:pt x="8965104" y="147593"/>
                  </a:lnTo>
                  <a:lnTo>
                    <a:pt x="9016963" y="129462"/>
                  </a:lnTo>
                  <a:lnTo>
                    <a:pt x="9070355" y="113025"/>
                  </a:lnTo>
                  <a:lnTo>
                    <a:pt x="9084767" y="108973"/>
                  </a:lnTo>
                  <a:lnTo>
                    <a:pt x="9132255" y="96751"/>
                  </a:lnTo>
                  <a:lnTo>
                    <a:pt x="9182255" y="85692"/>
                  </a:lnTo>
                  <a:lnTo>
                    <a:pt x="9235528" y="75744"/>
                  </a:lnTo>
                  <a:lnTo>
                    <a:pt x="9292904" y="66813"/>
                  </a:lnTo>
                  <a:lnTo>
                    <a:pt x="9355234" y="58793"/>
                  </a:lnTo>
                  <a:lnTo>
                    <a:pt x="9423327" y="51579"/>
                  </a:lnTo>
                  <a:lnTo>
                    <a:pt x="9497875" y="45074"/>
                  </a:lnTo>
                  <a:lnTo>
                    <a:pt x="9579349" y="39198"/>
                  </a:lnTo>
                  <a:lnTo>
                    <a:pt x="9667856" y="33890"/>
                  </a:lnTo>
                  <a:lnTo>
                    <a:pt x="9762963" y="29108"/>
                  </a:lnTo>
                  <a:lnTo>
                    <a:pt x="9863509" y="24827"/>
                  </a:lnTo>
                  <a:lnTo>
                    <a:pt x="9967437" y="21043"/>
                  </a:lnTo>
                  <a:lnTo>
                    <a:pt x="10071723" y="17760"/>
                  </a:lnTo>
                  <a:lnTo>
                    <a:pt x="10172480" y="14991"/>
                  </a:lnTo>
                  <a:lnTo>
                    <a:pt x="10265321" y="12744"/>
                  </a:lnTo>
                  <a:lnTo>
                    <a:pt x="10345965" y="11010"/>
                  </a:lnTo>
                  <a:lnTo>
                    <a:pt x="10411003" y="9759"/>
                  </a:lnTo>
                  <a:lnTo>
                    <a:pt x="10458612" y="8936"/>
                  </a:lnTo>
                  <a:lnTo>
                    <a:pt x="10489013" y="8461"/>
                  </a:lnTo>
                  <a:lnTo>
                    <a:pt x="10504566" y="8241"/>
                  </a:lnTo>
                  <a:lnTo>
                    <a:pt x="10509565" y="8177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8677" y="15"/>
                  </a:lnTo>
                  <a:lnTo>
                    <a:pt x="10500584" y="122"/>
                  </a:lnTo>
                  <a:lnTo>
                    <a:pt x="10480234" y="420"/>
                  </a:lnTo>
                  <a:lnTo>
                    <a:pt x="10443976" y="1007"/>
                  </a:lnTo>
                  <a:lnTo>
                    <a:pt x="10390187" y="1971"/>
                  </a:lnTo>
                  <a:lnTo>
                    <a:pt x="10319390" y="3386"/>
                  </a:lnTo>
                  <a:lnTo>
                    <a:pt x="10234031" y="5297"/>
                  </a:lnTo>
                  <a:lnTo>
                    <a:pt x="10137915" y="7727"/>
                  </a:lnTo>
                  <a:lnTo>
                    <a:pt x="10035440" y="10677"/>
                  </a:lnTo>
                  <a:lnTo>
                    <a:pt x="9930877" y="14137"/>
                  </a:lnTo>
                  <a:lnTo>
                    <a:pt x="9827837" y="18095"/>
                  </a:lnTo>
                  <a:lnTo>
                    <a:pt x="9729007" y="22550"/>
                  </a:lnTo>
                  <a:lnTo>
                    <a:pt x="9636118" y="27512"/>
                  </a:lnTo>
                  <a:lnTo>
                    <a:pt x="9550053" y="33013"/>
                  </a:lnTo>
                  <a:lnTo>
                    <a:pt x="9471035" y="39100"/>
                  </a:lnTo>
                  <a:lnTo>
                    <a:pt x="9398812" y="45843"/>
                  </a:lnTo>
                  <a:lnTo>
                    <a:pt x="9332821" y="53328"/>
                  </a:lnTo>
                  <a:lnTo>
                    <a:pt x="9272319" y="61654"/>
                  </a:lnTo>
                  <a:lnTo>
                    <a:pt x="9216474" y="70929"/>
                  </a:lnTo>
                  <a:lnTo>
                    <a:pt x="9164438" y="81256"/>
                  </a:lnTo>
                  <a:lnTo>
                    <a:pt x="9115398" y="92719"/>
                  </a:lnTo>
                  <a:lnTo>
                    <a:pt x="9084767" y="100800"/>
                  </a:lnTo>
                  <a:lnTo>
                    <a:pt x="9030842" y="116798"/>
                  </a:lnTo>
                  <a:lnTo>
                    <a:pt x="8978647" y="134481"/>
                  </a:lnTo>
                  <a:lnTo>
                    <a:pt x="8927508" y="153869"/>
                  </a:lnTo>
                  <a:lnTo>
                    <a:pt x="8876935" y="174925"/>
                  </a:lnTo>
                  <a:lnTo>
                    <a:pt x="8826594" y="197538"/>
                  </a:lnTo>
                  <a:lnTo>
                    <a:pt x="8776277" y="221527"/>
                  </a:lnTo>
                  <a:lnTo>
                    <a:pt x="8725876" y="246639"/>
                  </a:lnTo>
                  <a:lnTo>
                    <a:pt x="8675369" y="272557"/>
                  </a:lnTo>
                  <a:lnTo>
                    <a:pt x="8624787" y="298918"/>
                  </a:lnTo>
                  <a:lnTo>
                    <a:pt x="8574197" y="325331"/>
                  </a:lnTo>
                  <a:lnTo>
                    <a:pt x="8523665" y="351402"/>
                  </a:lnTo>
                  <a:lnTo>
                    <a:pt x="8473236" y="376759"/>
                  </a:lnTo>
                  <a:lnTo>
                    <a:pt x="8422903" y="401071"/>
                  </a:lnTo>
                  <a:lnTo>
                    <a:pt x="8372584" y="424067"/>
                  </a:lnTo>
                  <a:lnTo>
                    <a:pt x="8322099" y="445547"/>
                  </a:lnTo>
                  <a:lnTo>
                    <a:pt x="8271149" y="465381"/>
                  </a:lnTo>
                  <a:lnTo>
                    <a:pt x="8219290" y="483512"/>
                  </a:lnTo>
                  <a:lnTo>
                    <a:pt x="8165898" y="499949"/>
                  </a:lnTo>
                  <a:lnTo>
                    <a:pt x="8151487" y="504001"/>
                  </a:lnTo>
                  <a:lnTo>
                    <a:pt x="8103998" y="516223"/>
                  </a:lnTo>
                  <a:lnTo>
                    <a:pt x="8053998" y="527282"/>
                  </a:lnTo>
                  <a:lnTo>
                    <a:pt x="8000726" y="537230"/>
                  </a:lnTo>
                  <a:lnTo>
                    <a:pt x="7943349" y="546161"/>
                  </a:lnTo>
                  <a:lnTo>
                    <a:pt x="7881019" y="554181"/>
                  </a:lnTo>
                  <a:lnTo>
                    <a:pt x="7812926" y="561395"/>
                  </a:lnTo>
                  <a:lnTo>
                    <a:pt x="7738378" y="567900"/>
                  </a:lnTo>
                  <a:lnTo>
                    <a:pt x="7656904" y="573776"/>
                  </a:lnTo>
                  <a:lnTo>
                    <a:pt x="7568398" y="579083"/>
                  </a:lnTo>
                  <a:lnTo>
                    <a:pt x="7473291" y="583866"/>
                  </a:lnTo>
                  <a:lnTo>
                    <a:pt x="7372744" y="588146"/>
                  </a:lnTo>
                  <a:lnTo>
                    <a:pt x="7268816" y="591931"/>
                  </a:lnTo>
                  <a:lnTo>
                    <a:pt x="7164531" y="595214"/>
                  </a:lnTo>
                  <a:lnTo>
                    <a:pt x="7063773" y="597983"/>
                  </a:lnTo>
                  <a:lnTo>
                    <a:pt x="6970933" y="600230"/>
                  </a:lnTo>
                  <a:lnTo>
                    <a:pt x="6890288" y="601964"/>
                  </a:lnTo>
                  <a:lnTo>
                    <a:pt x="6825250" y="603215"/>
                  </a:lnTo>
                  <a:lnTo>
                    <a:pt x="6777642" y="604038"/>
                  </a:lnTo>
                  <a:lnTo>
                    <a:pt x="6747240" y="604512"/>
                  </a:lnTo>
                  <a:lnTo>
                    <a:pt x="6731687" y="604733"/>
                  </a:lnTo>
                  <a:lnTo>
                    <a:pt x="6726689" y="604797"/>
                  </a:lnTo>
                  <a:lnTo>
                    <a:pt x="6726343" y="604801"/>
                  </a:lnTo>
                  <a:lnTo>
                    <a:pt x="5254955" y="604801"/>
                  </a:lnTo>
                  <a:lnTo>
                    <a:pt x="5253841" y="604877"/>
                  </a:lnTo>
                  <a:lnTo>
                    <a:pt x="5246517" y="605416"/>
                  </a:lnTo>
                  <a:lnTo>
                    <a:pt x="5228040" y="606906"/>
                  </a:lnTo>
                  <a:lnTo>
                    <a:pt x="5194974" y="609839"/>
                  </a:lnTo>
                  <a:lnTo>
                    <a:pt x="5145628" y="614674"/>
                  </a:lnTo>
                  <a:lnTo>
                    <a:pt x="5080180" y="621787"/>
                  </a:lnTo>
                  <a:lnTo>
                    <a:pt x="5000548" y="631437"/>
                  </a:lnTo>
                  <a:lnTo>
                    <a:pt x="4909950" y="643760"/>
                  </a:lnTo>
                  <a:lnTo>
                    <a:pt x="4812287" y="658783"/>
                  </a:lnTo>
                  <a:lnTo>
                    <a:pt x="4711505" y="676466"/>
                  </a:lnTo>
                  <a:lnTo>
                    <a:pt x="4611091" y="696751"/>
                  </a:lnTo>
                  <a:lnTo>
                    <a:pt x="4513779" y="719605"/>
                  </a:lnTo>
                  <a:lnTo>
                    <a:pt x="4421458" y="745056"/>
                  </a:lnTo>
                  <a:lnTo>
                    <a:pt x="4335232" y="773213"/>
                  </a:lnTo>
                  <a:lnTo>
                    <a:pt x="4255550" y="804278"/>
                  </a:lnTo>
                  <a:lnTo>
                    <a:pt x="4182375" y="838546"/>
                  </a:lnTo>
                  <a:lnTo>
                    <a:pt x="4115331" y="876404"/>
                  </a:lnTo>
                  <a:lnTo>
                    <a:pt x="4053825" y="918315"/>
                  </a:lnTo>
                  <a:lnTo>
                    <a:pt x="3997146" y="964799"/>
                  </a:lnTo>
                  <a:lnTo>
                    <a:pt x="3944533" y="1016397"/>
                  </a:lnTo>
                  <a:lnTo>
                    <a:pt x="3895225" y="1073606"/>
                  </a:lnTo>
                  <a:lnTo>
                    <a:pt x="3848508" y="1136781"/>
                  </a:lnTo>
                  <a:lnTo>
                    <a:pt x="3829811" y="1164652"/>
                  </a:lnTo>
                  <a:lnTo>
                    <a:pt x="3794664" y="1221121"/>
                  </a:lnTo>
                  <a:lnTo>
                    <a:pt x="3760360" y="1281465"/>
                  </a:lnTo>
                  <a:lnTo>
                    <a:pt x="3726684" y="1345764"/>
                  </a:lnTo>
                  <a:lnTo>
                    <a:pt x="3693459" y="1414041"/>
                  </a:lnTo>
                  <a:lnTo>
                    <a:pt x="3660545" y="1486262"/>
                  </a:lnTo>
                  <a:lnTo>
                    <a:pt x="3627827" y="1562326"/>
                  </a:lnTo>
                  <a:lnTo>
                    <a:pt x="3595216" y="1642062"/>
                  </a:lnTo>
                  <a:lnTo>
                    <a:pt x="3562649" y="1725229"/>
                  </a:lnTo>
                  <a:lnTo>
                    <a:pt x="3530077" y="1811512"/>
                  </a:lnTo>
                  <a:lnTo>
                    <a:pt x="3497475" y="1900528"/>
                  </a:lnTo>
                  <a:lnTo>
                    <a:pt x="3464828" y="1991831"/>
                  </a:lnTo>
                  <a:lnTo>
                    <a:pt x="3432135" y="2084919"/>
                  </a:lnTo>
                  <a:lnTo>
                    <a:pt x="3399406" y="2179246"/>
                  </a:lnTo>
                  <a:lnTo>
                    <a:pt x="3366656" y="2274231"/>
                  </a:lnTo>
                  <a:lnTo>
                    <a:pt x="3333904" y="2369281"/>
                  </a:lnTo>
                  <a:lnTo>
                    <a:pt x="3301169" y="2463797"/>
                  </a:lnTo>
                  <a:lnTo>
                    <a:pt x="3268468" y="2557196"/>
                  </a:lnTo>
                  <a:lnTo>
                    <a:pt x="3235811" y="2648922"/>
                  </a:lnTo>
                  <a:lnTo>
                    <a:pt x="3203200" y="2738465"/>
                  </a:lnTo>
                  <a:lnTo>
                    <a:pt x="3170624" y="2825364"/>
                  </a:lnTo>
                  <a:lnTo>
                    <a:pt x="3138058" y="2909222"/>
                  </a:lnTo>
                  <a:lnTo>
                    <a:pt x="3105462" y="2989711"/>
                  </a:lnTo>
                  <a:lnTo>
                    <a:pt x="3072773" y="3066573"/>
                  </a:lnTo>
                  <a:lnTo>
                    <a:pt x="3039909" y="3139623"/>
                  </a:lnTo>
                  <a:lnTo>
                    <a:pt x="3006761" y="3208744"/>
                  </a:lnTo>
                  <a:lnTo>
                    <a:pt x="2973195" y="3273889"/>
                  </a:lnTo>
                  <a:lnTo>
                    <a:pt x="2939040" y="3335070"/>
                  </a:lnTo>
                  <a:lnTo>
                    <a:pt x="2904093" y="3392355"/>
                  </a:lnTo>
                  <a:lnTo>
                    <a:pt x="2896531" y="3404053"/>
                  </a:lnTo>
                  <a:lnTo>
                    <a:pt x="2850696" y="3469731"/>
                  </a:lnTo>
                  <a:lnTo>
                    <a:pt x="2802541" y="3529375"/>
                  </a:lnTo>
                  <a:lnTo>
                    <a:pt x="2751384" y="3583237"/>
                  </a:lnTo>
                  <a:lnTo>
                    <a:pt x="2696478" y="3631769"/>
                  </a:lnTo>
                  <a:lnTo>
                    <a:pt x="2637057" y="3675504"/>
                  </a:lnTo>
                  <a:lnTo>
                    <a:pt x="2572382" y="3714976"/>
                  </a:lnTo>
                  <a:lnTo>
                    <a:pt x="2501800" y="3750677"/>
                  </a:lnTo>
                  <a:lnTo>
                    <a:pt x="2424834" y="3783024"/>
                  </a:lnTo>
                  <a:lnTo>
                    <a:pt x="2341289" y="3812353"/>
                  </a:lnTo>
                  <a:lnTo>
                    <a:pt x="2251393" y="3838903"/>
                  </a:lnTo>
                  <a:lnTo>
                    <a:pt x="2155962" y="3862822"/>
                  </a:lnTo>
                  <a:lnTo>
                    <a:pt x="2056547" y="3884170"/>
                  </a:lnTo>
                  <a:lnTo>
                    <a:pt x="1955533" y="3902935"/>
                  </a:lnTo>
                  <a:lnTo>
                    <a:pt x="1856119" y="3919064"/>
                  </a:lnTo>
                  <a:lnTo>
                    <a:pt x="1762113" y="3932504"/>
                  </a:lnTo>
                  <a:lnTo>
                    <a:pt x="1677505" y="3943249"/>
                  </a:lnTo>
                  <a:lnTo>
                    <a:pt x="1605878" y="3951386"/>
                  </a:lnTo>
                  <a:lnTo>
                    <a:pt x="1549751" y="3957122"/>
                  </a:lnTo>
                  <a:lnTo>
                    <a:pt x="1510057" y="3960790"/>
                  </a:lnTo>
                  <a:lnTo>
                    <a:pt x="1485875" y="3962817"/>
                  </a:lnTo>
                  <a:lnTo>
                    <a:pt x="1474461" y="3963689"/>
                  </a:lnTo>
                  <a:lnTo>
                    <a:pt x="1471387" y="3963904"/>
                  </a:lnTo>
                  <a:lnTo>
                    <a:pt x="0" y="3963904"/>
                  </a:lnTo>
                  <a:close/>
                </a:path>
              </a:pathLst>
            </a:custGeom>
            <a:solidFill>
              <a:srgbClr val="E78AC3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326" name="pl1326"/>
            <p:cNvSpPr/>
            <p:nvPr/>
          </p:nvSpPr>
          <p:spPr>
            <a:xfrm>
              <a:off x="4799595" y="5004289"/>
              <a:ext cx="11981298" cy="3963904"/>
            </a:xfrm>
            <a:custGeom>
              <a:avLst/>
              <a:pathLst>
                <a:path w="11981298" h="3963904">
                  <a:moveTo>
                    <a:pt x="0" y="3963904"/>
                  </a:moveTo>
                  <a:lnTo>
                    <a:pt x="1471387" y="3963904"/>
                  </a:lnTo>
                  <a:lnTo>
                    <a:pt x="1472501" y="3963828"/>
                  </a:lnTo>
                  <a:lnTo>
                    <a:pt x="1479826" y="3963289"/>
                  </a:lnTo>
                  <a:lnTo>
                    <a:pt x="1498302" y="3961799"/>
                  </a:lnTo>
                  <a:lnTo>
                    <a:pt x="1531368" y="3958866"/>
                  </a:lnTo>
                  <a:lnTo>
                    <a:pt x="1580714" y="3954031"/>
                  </a:lnTo>
                  <a:lnTo>
                    <a:pt x="1646162" y="3946918"/>
                  </a:lnTo>
                  <a:lnTo>
                    <a:pt x="1725794" y="3937268"/>
                  </a:lnTo>
                  <a:lnTo>
                    <a:pt x="1816392" y="3924945"/>
                  </a:lnTo>
                  <a:lnTo>
                    <a:pt x="1914055" y="3909922"/>
                  </a:lnTo>
                  <a:lnTo>
                    <a:pt x="2014838" y="3892239"/>
                  </a:lnTo>
                  <a:lnTo>
                    <a:pt x="2115252" y="3871954"/>
                  </a:lnTo>
                  <a:lnTo>
                    <a:pt x="2212563" y="3849100"/>
                  </a:lnTo>
                  <a:lnTo>
                    <a:pt x="2304884" y="3823649"/>
                  </a:lnTo>
                  <a:lnTo>
                    <a:pt x="2391110" y="3795492"/>
                  </a:lnTo>
                  <a:lnTo>
                    <a:pt x="2470792" y="3764427"/>
                  </a:lnTo>
                  <a:lnTo>
                    <a:pt x="2543967" y="3730159"/>
                  </a:lnTo>
                  <a:lnTo>
                    <a:pt x="2611011" y="3692301"/>
                  </a:lnTo>
                  <a:lnTo>
                    <a:pt x="2672517" y="3650390"/>
                  </a:lnTo>
                  <a:lnTo>
                    <a:pt x="2729196" y="3603906"/>
                  </a:lnTo>
                  <a:lnTo>
                    <a:pt x="2781809" y="3552308"/>
                  </a:lnTo>
                  <a:lnTo>
                    <a:pt x="2831118" y="3495099"/>
                  </a:lnTo>
                  <a:lnTo>
                    <a:pt x="2877835" y="3431924"/>
                  </a:lnTo>
                  <a:lnTo>
                    <a:pt x="2896531" y="3404053"/>
                  </a:lnTo>
                  <a:lnTo>
                    <a:pt x="2931678" y="3347584"/>
                  </a:lnTo>
                  <a:lnTo>
                    <a:pt x="2965982" y="3287240"/>
                  </a:lnTo>
                  <a:lnTo>
                    <a:pt x="2999658" y="3222941"/>
                  </a:lnTo>
                  <a:lnTo>
                    <a:pt x="3032883" y="3154664"/>
                  </a:lnTo>
                  <a:lnTo>
                    <a:pt x="3065797" y="3082443"/>
                  </a:lnTo>
                  <a:lnTo>
                    <a:pt x="3098515" y="3006379"/>
                  </a:lnTo>
                  <a:lnTo>
                    <a:pt x="3131126" y="2926643"/>
                  </a:lnTo>
                  <a:lnTo>
                    <a:pt x="3163694" y="2843476"/>
                  </a:lnTo>
                  <a:lnTo>
                    <a:pt x="3196265" y="2757194"/>
                  </a:lnTo>
                  <a:lnTo>
                    <a:pt x="3228867" y="2668177"/>
                  </a:lnTo>
                  <a:lnTo>
                    <a:pt x="3261514" y="2576874"/>
                  </a:lnTo>
                  <a:lnTo>
                    <a:pt x="3294207" y="2483786"/>
                  </a:lnTo>
                  <a:lnTo>
                    <a:pt x="3326936" y="2389459"/>
                  </a:lnTo>
                  <a:lnTo>
                    <a:pt x="3359686" y="2294474"/>
                  </a:lnTo>
                  <a:lnTo>
                    <a:pt x="3392438" y="2199424"/>
                  </a:lnTo>
                  <a:lnTo>
                    <a:pt x="3425173" y="2104908"/>
                  </a:lnTo>
                  <a:lnTo>
                    <a:pt x="3457874" y="2011509"/>
                  </a:lnTo>
                  <a:lnTo>
                    <a:pt x="3490531" y="1919783"/>
                  </a:lnTo>
                  <a:lnTo>
                    <a:pt x="3523143" y="1830240"/>
                  </a:lnTo>
                  <a:lnTo>
                    <a:pt x="3555719" y="1743341"/>
                  </a:lnTo>
                  <a:lnTo>
                    <a:pt x="3588284" y="1659483"/>
                  </a:lnTo>
                  <a:lnTo>
                    <a:pt x="3620880" y="1578994"/>
                  </a:lnTo>
                  <a:lnTo>
                    <a:pt x="3653569" y="1502132"/>
                  </a:lnTo>
                  <a:lnTo>
                    <a:pt x="3686433" y="1429082"/>
                  </a:lnTo>
                  <a:lnTo>
                    <a:pt x="3719581" y="1359961"/>
                  </a:lnTo>
                  <a:lnTo>
                    <a:pt x="3753147" y="1294816"/>
                  </a:lnTo>
                  <a:lnTo>
                    <a:pt x="3787302" y="1233635"/>
                  </a:lnTo>
                  <a:lnTo>
                    <a:pt x="3822249" y="1176350"/>
                  </a:lnTo>
                  <a:lnTo>
                    <a:pt x="3829811" y="1164652"/>
                  </a:lnTo>
                  <a:lnTo>
                    <a:pt x="3875646" y="1098974"/>
                  </a:lnTo>
                  <a:lnTo>
                    <a:pt x="3923801" y="1039330"/>
                  </a:lnTo>
                  <a:lnTo>
                    <a:pt x="3974958" y="985468"/>
                  </a:lnTo>
                  <a:lnTo>
                    <a:pt x="4029864" y="936936"/>
                  </a:lnTo>
                  <a:lnTo>
                    <a:pt x="4089285" y="893201"/>
                  </a:lnTo>
                  <a:lnTo>
                    <a:pt x="4153960" y="853729"/>
                  </a:lnTo>
                  <a:lnTo>
                    <a:pt x="4224542" y="818028"/>
                  </a:lnTo>
                  <a:lnTo>
                    <a:pt x="4301508" y="785681"/>
                  </a:lnTo>
                  <a:lnTo>
                    <a:pt x="4385053" y="756352"/>
                  </a:lnTo>
                  <a:lnTo>
                    <a:pt x="4474949" y="729802"/>
                  </a:lnTo>
                  <a:lnTo>
                    <a:pt x="4570380" y="705883"/>
                  </a:lnTo>
                  <a:lnTo>
                    <a:pt x="4669795" y="684535"/>
                  </a:lnTo>
                  <a:lnTo>
                    <a:pt x="4770809" y="665770"/>
                  </a:lnTo>
                  <a:lnTo>
                    <a:pt x="4870223" y="649641"/>
                  </a:lnTo>
                  <a:lnTo>
                    <a:pt x="4964229" y="636201"/>
                  </a:lnTo>
                  <a:lnTo>
                    <a:pt x="5048837" y="625456"/>
                  </a:lnTo>
                  <a:lnTo>
                    <a:pt x="5120464" y="617319"/>
                  </a:lnTo>
                  <a:lnTo>
                    <a:pt x="5176591" y="611583"/>
                  </a:lnTo>
                  <a:lnTo>
                    <a:pt x="5216285" y="607916"/>
                  </a:lnTo>
                  <a:lnTo>
                    <a:pt x="5240467" y="605888"/>
                  </a:lnTo>
                  <a:lnTo>
                    <a:pt x="5251882" y="605016"/>
                  </a:lnTo>
                  <a:lnTo>
                    <a:pt x="5254874" y="604807"/>
                  </a:lnTo>
                  <a:lnTo>
                    <a:pt x="5254955" y="604801"/>
                  </a:lnTo>
                  <a:lnTo>
                    <a:pt x="6726343" y="604801"/>
                  </a:lnTo>
                  <a:lnTo>
                    <a:pt x="6727576" y="604786"/>
                  </a:lnTo>
                  <a:lnTo>
                    <a:pt x="6735669" y="604678"/>
                  </a:lnTo>
                  <a:lnTo>
                    <a:pt x="6756019" y="604380"/>
                  </a:lnTo>
                  <a:lnTo>
                    <a:pt x="6792277" y="603794"/>
                  </a:lnTo>
                  <a:lnTo>
                    <a:pt x="6846066" y="602830"/>
                  </a:lnTo>
                  <a:lnTo>
                    <a:pt x="6916863" y="601415"/>
                  </a:lnTo>
                  <a:lnTo>
                    <a:pt x="7002222" y="599504"/>
                  </a:lnTo>
                  <a:lnTo>
                    <a:pt x="7098339" y="597073"/>
                  </a:lnTo>
                  <a:lnTo>
                    <a:pt x="7200813" y="594124"/>
                  </a:lnTo>
                  <a:lnTo>
                    <a:pt x="7305377" y="590664"/>
                  </a:lnTo>
                  <a:lnTo>
                    <a:pt x="7408417" y="586706"/>
                  </a:lnTo>
                  <a:lnTo>
                    <a:pt x="7507246" y="582251"/>
                  </a:lnTo>
                  <a:lnTo>
                    <a:pt x="7600135" y="577289"/>
                  </a:lnTo>
                  <a:lnTo>
                    <a:pt x="7686200" y="571788"/>
                  </a:lnTo>
                  <a:lnTo>
                    <a:pt x="7765218" y="565701"/>
                  </a:lnTo>
                  <a:lnTo>
                    <a:pt x="7837441" y="558957"/>
                  </a:lnTo>
                  <a:lnTo>
                    <a:pt x="7903432" y="551473"/>
                  </a:lnTo>
                  <a:lnTo>
                    <a:pt x="7963935" y="543147"/>
                  </a:lnTo>
                  <a:lnTo>
                    <a:pt x="8019779" y="533872"/>
                  </a:lnTo>
                  <a:lnTo>
                    <a:pt x="8071815" y="523545"/>
                  </a:lnTo>
                  <a:lnTo>
                    <a:pt x="8120855" y="512082"/>
                  </a:lnTo>
                  <a:lnTo>
                    <a:pt x="8151487" y="504001"/>
                  </a:lnTo>
                  <a:lnTo>
                    <a:pt x="8205411" y="488002"/>
                  </a:lnTo>
                  <a:lnTo>
                    <a:pt x="8257606" y="470320"/>
                  </a:lnTo>
                  <a:lnTo>
                    <a:pt x="8308746" y="450932"/>
                  </a:lnTo>
                  <a:lnTo>
                    <a:pt x="8359318" y="429876"/>
                  </a:lnTo>
                  <a:lnTo>
                    <a:pt x="8409659" y="407263"/>
                  </a:lnTo>
                  <a:lnTo>
                    <a:pt x="8459977" y="383274"/>
                  </a:lnTo>
                  <a:lnTo>
                    <a:pt x="8510377" y="358162"/>
                  </a:lnTo>
                  <a:lnTo>
                    <a:pt x="8560885" y="332244"/>
                  </a:lnTo>
                  <a:lnTo>
                    <a:pt x="8611466" y="305883"/>
                  </a:lnTo>
                  <a:lnTo>
                    <a:pt x="8662056" y="279470"/>
                  </a:lnTo>
                  <a:lnTo>
                    <a:pt x="8712588" y="253399"/>
                  </a:lnTo>
                  <a:lnTo>
                    <a:pt x="8763017" y="228042"/>
                  </a:lnTo>
                  <a:lnTo>
                    <a:pt x="8813350" y="203730"/>
                  </a:lnTo>
                  <a:lnTo>
                    <a:pt x="8863669" y="180733"/>
                  </a:lnTo>
                  <a:lnTo>
                    <a:pt x="8914154" y="159254"/>
                  </a:lnTo>
                  <a:lnTo>
                    <a:pt x="8965104" y="139420"/>
                  </a:lnTo>
                  <a:lnTo>
                    <a:pt x="9016963" y="121289"/>
                  </a:lnTo>
                  <a:lnTo>
                    <a:pt x="9070355" y="104852"/>
                  </a:lnTo>
                  <a:lnTo>
                    <a:pt x="9084767" y="100800"/>
                  </a:lnTo>
                  <a:lnTo>
                    <a:pt x="9132255" y="88578"/>
                  </a:lnTo>
                  <a:lnTo>
                    <a:pt x="9182255" y="77519"/>
                  </a:lnTo>
                  <a:lnTo>
                    <a:pt x="9235528" y="67571"/>
                  </a:lnTo>
                  <a:lnTo>
                    <a:pt x="9292904" y="58640"/>
                  </a:lnTo>
                  <a:lnTo>
                    <a:pt x="9355234" y="50620"/>
                  </a:lnTo>
                  <a:lnTo>
                    <a:pt x="9423327" y="43406"/>
                  </a:lnTo>
                  <a:lnTo>
                    <a:pt x="9497875" y="36901"/>
                  </a:lnTo>
                  <a:lnTo>
                    <a:pt x="9579349" y="31025"/>
                  </a:lnTo>
                  <a:lnTo>
                    <a:pt x="9667856" y="25717"/>
                  </a:lnTo>
                  <a:lnTo>
                    <a:pt x="9762963" y="20935"/>
                  </a:lnTo>
                  <a:lnTo>
                    <a:pt x="9863509" y="16654"/>
                  </a:lnTo>
                  <a:lnTo>
                    <a:pt x="9967437" y="12870"/>
                  </a:lnTo>
                  <a:lnTo>
                    <a:pt x="10071723" y="9587"/>
                  </a:lnTo>
                  <a:lnTo>
                    <a:pt x="10172480" y="6818"/>
                  </a:lnTo>
                  <a:lnTo>
                    <a:pt x="10265321" y="4571"/>
                  </a:lnTo>
                  <a:lnTo>
                    <a:pt x="10345965" y="2837"/>
                  </a:lnTo>
                  <a:lnTo>
                    <a:pt x="10411003" y="1586"/>
                  </a:lnTo>
                  <a:lnTo>
                    <a:pt x="10458612" y="763"/>
                  </a:lnTo>
                  <a:lnTo>
                    <a:pt x="10489013" y="288"/>
                  </a:lnTo>
                  <a:lnTo>
                    <a:pt x="10504566" y="68"/>
                  </a:lnTo>
                  <a:lnTo>
                    <a:pt x="10509565" y="4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27" name="pl1327"/>
            <p:cNvSpPr/>
            <p:nvPr/>
          </p:nvSpPr>
          <p:spPr>
            <a:xfrm>
              <a:off x="4799595" y="4996116"/>
              <a:ext cx="11981298" cy="3963904"/>
            </a:xfrm>
            <a:custGeom>
              <a:avLst/>
              <a:pathLst>
                <a:path w="11981298" h="3963904">
                  <a:moveTo>
                    <a:pt x="11981298" y="0"/>
                  </a:moveTo>
                  <a:lnTo>
                    <a:pt x="10509911" y="0"/>
                  </a:lnTo>
                  <a:lnTo>
                    <a:pt x="10508677" y="15"/>
                  </a:lnTo>
                  <a:lnTo>
                    <a:pt x="10500584" y="122"/>
                  </a:lnTo>
                  <a:lnTo>
                    <a:pt x="10480234" y="420"/>
                  </a:lnTo>
                  <a:lnTo>
                    <a:pt x="10443976" y="1007"/>
                  </a:lnTo>
                  <a:lnTo>
                    <a:pt x="10390187" y="1971"/>
                  </a:lnTo>
                  <a:lnTo>
                    <a:pt x="10319390" y="3386"/>
                  </a:lnTo>
                  <a:lnTo>
                    <a:pt x="10234031" y="5297"/>
                  </a:lnTo>
                  <a:lnTo>
                    <a:pt x="10137915" y="7727"/>
                  </a:lnTo>
                  <a:lnTo>
                    <a:pt x="10035440" y="10677"/>
                  </a:lnTo>
                  <a:lnTo>
                    <a:pt x="9930877" y="14137"/>
                  </a:lnTo>
                  <a:lnTo>
                    <a:pt x="9827837" y="18095"/>
                  </a:lnTo>
                  <a:lnTo>
                    <a:pt x="9729007" y="22550"/>
                  </a:lnTo>
                  <a:lnTo>
                    <a:pt x="9636118" y="27512"/>
                  </a:lnTo>
                  <a:lnTo>
                    <a:pt x="9550053" y="33013"/>
                  </a:lnTo>
                  <a:lnTo>
                    <a:pt x="9471035" y="39100"/>
                  </a:lnTo>
                  <a:lnTo>
                    <a:pt x="9398812" y="45843"/>
                  </a:lnTo>
                  <a:lnTo>
                    <a:pt x="9332821" y="53328"/>
                  </a:lnTo>
                  <a:lnTo>
                    <a:pt x="9272319" y="61654"/>
                  </a:lnTo>
                  <a:lnTo>
                    <a:pt x="9216474" y="70929"/>
                  </a:lnTo>
                  <a:lnTo>
                    <a:pt x="9164438" y="81256"/>
                  </a:lnTo>
                  <a:lnTo>
                    <a:pt x="9115398" y="92719"/>
                  </a:lnTo>
                  <a:lnTo>
                    <a:pt x="9084767" y="100800"/>
                  </a:lnTo>
                  <a:lnTo>
                    <a:pt x="9030842" y="116798"/>
                  </a:lnTo>
                  <a:lnTo>
                    <a:pt x="8978647" y="134481"/>
                  </a:lnTo>
                  <a:lnTo>
                    <a:pt x="8927508" y="153869"/>
                  </a:lnTo>
                  <a:lnTo>
                    <a:pt x="8876935" y="174925"/>
                  </a:lnTo>
                  <a:lnTo>
                    <a:pt x="8826594" y="197538"/>
                  </a:lnTo>
                  <a:lnTo>
                    <a:pt x="8776277" y="221527"/>
                  </a:lnTo>
                  <a:lnTo>
                    <a:pt x="8725876" y="246639"/>
                  </a:lnTo>
                  <a:lnTo>
                    <a:pt x="8675369" y="272557"/>
                  </a:lnTo>
                  <a:lnTo>
                    <a:pt x="8624787" y="298918"/>
                  </a:lnTo>
                  <a:lnTo>
                    <a:pt x="8574197" y="325331"/>
                  </a:lnTo>
                  <a:lnTo>
                    <a:pt x="8523665" y="351402"/>
                  </a:lnTo>
                  <a:lnTo>
                    <a:pt x="8473236" y="376759"/>
                  </a:lnTo>
                  <a:lnTo>
                    <a:pt x="8422903" y="401071"/>
                  </a:lnTo>
                  <a:lnTo>
                    <a:pt x="8372584" y="424067"/>
                  </a:lnTo>
                  <a:lnTo>
                    <a:pt x="8322099" y="445547"/>
                  </a:lnTo>
                  <a:lnTo>
                    <a:pt x="8271149" y="465381"/>
                  </a:lnTo>
                  <a:lnTo>
                    <a:pt x="8219290" y="483512"/>
                  </a:lnTo>
                  <a:lnTo>
                    <a:pt x="8165898" y="499949"/>
                  </a:lnTo>
                  <a:lnTo>
                    <a:pt x="8151487" y="504001"/>
                  </a:lnTo>
                  <a:lnTo>
                    <a:pt x="8103998" y="516223"/>
                  </a:lnTo>
                  <a:lnTo>
                    <a:pt x="8053998" y="527282"/>
                  </a:lnTo>
                  <a:lnTo>
                    <a:pt x="8000726" y="537230"/>
                  </a:lnTo>
                  <a:lnTo>
                    <a:pt x="7943349" y="546161"/>
                  </a:lnTo>
                  <a:lnTo>
                    <a:pt x="7881019" y="554181"/>
                  </a:lnTo>
                  <a:lnTo>
                    <a:pt x="7812926" y="561395"/>
                  </a:lnTo>
                  <a:lnTo>
                    <a:pt x="7738378" y="567900"/>
                  </a:lnTo>
                  <a:lnTo>
                    <a:pt x="7656904" y="573776"/>
                  </a:lnTo>
                  <a:lnTo>
                    <a:pt x="7568398" y="579083"/>
                  </a:lnTo>
                  <a:lnTo>
                    <a:pt x="7473291" y="583866"/>
                  </a:lnTo>
                  <a:lnTo>
                    <a:pt x="7372744" y="588146"/>
                  </a:lnTo>
                  <a:lnTo>
                    <a:pt x="7268816" y="591931"/>
                  </a:lnTo>
                  <a:lnTo>
                    <a:pt x="7164531" y="595214"/>
                  </a:lnTo>
                  <a:lnTo>
                    <a:pt x="7063773" y="597983"/>
                  </a:lnTo>
                  <a:lnTo>
                    <a:pt x="6970933" y="600230"/>
                  </a:lnTo>
                  <a:lnTo>
                    <a:pt x="6890288" y="601964"/>
                  </a:lnTo>
                  <a:lnTo>
                    <a:pt x="6825250" y="603215"/>
                  </a:lnTo>
                  <a:lnTo>
                    <a:pt x="6777642" y="604038"/>
                  </a:lnTo>
                  <a:lnTo>
                    <a:pt x="6747240" y="604512"/>
                  </a:lnTo>
                  <a:lnTo>
                    <a:pt x="6731687" y="604733"/>
                  </a:lnTo>
                  <a:lnTo>
                    <a:pt x="6726689" y="604797"/>
                  </a:lnTo>
                  <a:lnTo>
                    <a:pt x="6726343" y="604801"/>
                  </a:lnTo>
                  <a:lnTo>
                    <a:pt x="5254955" y="604801"/>
                  </a:lnTo>
                  <a:lnTo>
                    <a:pt x="5253841" y="604877"/>
                  </a:lnTo>
                  <a:lnTo>
                    <a:pt x="5246517" y="605416"/>
                  </a:lnTo>
                  <a:lnTo>
                    <a:pt x="5228040" y="606906"/>
                  </a:lnTo>
                  <a:lnTo>
                    <a:pt x="5194974" y="609839"/>
                  </a:lnTo>
                  <a:lnTo>
                    <a:pt x="5145628" y="614674"/>
                  </a:lnTo>
                  <a:lnTo>
                    <a:pt x="5080180" y="621787"/>
                  </a:lnTo>
                  <a:lnTo>
                    <a:pt x="5000548" y="631437"/>
                  </a:lnTo>
                  <a:lnTo>
                    <a:pt x="4909950" y="643760"/>
                  </a:lnTo>
                  <a:lnTo>
                    <a:pt x="4812287" y="658783"/>
                  </a:lnTo>
                  <a:lnTo>
                    <a:pt x="4711505" y="676466"/>
                  </a:lnTo>
                  <a:lnTo>
                    <a:pt x="4611091" y="696751"/>
                  </a:lnTo>
                  <a:lnTo>
                    <a:pt x="4513779" y="719605"/>
                  </a:lnTo>
                  <a:lnTo>
                    <a:pt x="4421458" y="745056"/>
                  </a:lnTo>
                  <a:lnTo>
                    <a:pt x="4335232" y="773213"/>
                  </a:lnTo>
                  <a:lnTo>
                    <a:pt x="4255550" y="804278"/>
                  </a:lnTo>
                  <a:lnTo>
                    <a:pt x="4182375" y="838546"/>
                  </a:lnTo>
                  <a:lnTo>
                    <a:pt x="4115331" y="876404"/>
                  </a:lnTo>
                  <a:lnTo>
                    <a:pt x="4053825" y="918315"/>
                  </a:lnTo>
                  <a:lnTo>
                    <a:pt x="3997146" y="964799"/>
                  </a:lnTo>
                  <a:lnTo>
                    <a:pt x="3944533" y="1016397"/>
                  </a:lnTo>
                  <a:lnTo>
                    <a:pt x="3895225" y="1073606"/>
                  </a:lnTo>
                  <a:lnTo>
                    <a:pt x="3848508" y="1136781"/>
                  </a:lnTo>
                  <a:lnTo>
                    <a:pt x="3829811" y="1164652"/>
                  </a:lnTo>
                  <a:lnTo>
                    <a:pt x="3794664" y="1221121"/>
                  </a:lnTo>
                  <a:lnTo>
                    <a:pt x="3760360" y="1281465"/>
                  </a:lnTo>
                  <a:lnTo>
                    <a:pt x="3726684" y="1345764"/>
                  </a:lnTo>
                  <a:lnTo>
                    <a:pt x="3693459" y="1414041"/>
                  </a:lnTo>
                  <a:lnTo>
                    <a:pt x="3660545" y="1486262"/>
                  </a:lnTo>
                  <a:lnTo>
                    <a:pt x="3627827" y="1562326"/>
                  </a:lnTo>
                  <a:lnTo>
                    <a:pt x="3595216" y="1642062"/>
                  </a:lnTo>
                  <a:lnTo>
                    <a:pt x="3562649" y="1725229"/>
                  </a:lnTo>
                  <a:lnTo>
                    <a:pt x="3530077" y="1811512"/>
                  </a:lnTo>
                  <a:lnTo>
                    <a:pt x="3497475" y="1900528"/>
                  </a:lnTo>
                  <a:lnTo>
                    <a:pt x="3464828" y="1991831"/>
                  </a:lnTo>
                  <a:lnTo>
                    <a:pt x="3432135" y="2084919"/>
                  </a:lnTo>
                  <a:lnTo>
                    <a:pt x="3399406" y="2179246"/>
                  </a:lnTo>
                  <a:lnTo>
                    <a:pt x="3366656" y="2274231"/>
                  </a:lnTo>
                  <a:lnTo>
                    <a:pt x="3333904" y="2369281"/>
                  </a:lnTo>
                  <a:lnTo>
                    <a:pt x="3301169" y="2463797"/>
                  </a:lnTo>
                  <a:lnTo>
                    <a:pt x="3268468" y="2557196"/>
                  </a:lnTo>
                  <a:lnTo>
                    <a:pt x="3235811" y="2648922"/>
                  </a:lnTo>
                  <a:lnTo>
                    <a:pt x="3203200" y="2738465"/>
                  </a:lnTo>
                  <a:lnTo>
                    <a:pt x="3170624" y="2825364"/>
                  </a:lnTo>
                  <a:lnTo>
                    <a:pt x="3138058" y="2909222"/>
                  </a:lnTo>
                  <a:lnTo>
                    <a:pt x="3105462" y="2989711"/>
                  </a:lnTo>
                  <a:lnTo>
                    <a:pt x="3072773" y="3066573"/>
                  </a:lnTo>
                  <a:lnTo>
                    <a:pt x="3039909" y="3139623"/>
                  </a:lnTo>
                  <a:lnTo>
                    <a:pt x="3006761" y="3208744"/>
                  </a:lnTo>
                  <a:lnTo>
                    <a:pt x="2973195" y="3273889"/>
                  </a:lnTo>
                  <a:lnTo>
                    <a:pt x="2939040" y="3335070"/>
                  </a:lnTo>
                  <a:lnTo>
                    <a:pt x="2904093" y="3392355"/>
                  </a:lnTo>
                  <a:lnTo>
                    <a:pt x="2896531" y="3404053"/>
                  </a:lnTo>
                  <a:lnTo>
                    <a:pt x="2850696" y="3469731"/>
                  </a:lnTo>
                  <a:lnTo>
                    <a:pt x="2802541" y="3529375"/>
                  </a:lnTo>
                  <a:lnTo>
                    <a:pt x="2751384" y="3583237"/>
                  </a:lnTo>
                  <a:lnTo>
                    <a:pt x="2696478" y="3631769"/>
                  </a:lnTo>
                  <a:lnTo>
                    <a:pt x="2637057" y="3675504"/>
                  </a:lnTo>
                  <a:lnTo>
                    <a:pt x="2572382" y="3714976"/>
                  </a:lnTo>
                  <a:lnTo>
                    <a:pt x="2501800" y="3750677"/>
                  </a:lnTo>
                  <a:lnTo>
                    <a:pt x="2424834" y="3783024"/>
                  </a:lnTo>
                  <a:lnTo>
                    <a:pt x="2341289" y="3812353"/>
                  </a:lnTo>
                  <a:lnTo>
                    <a:pt x="2251393" y="3838903"/>
                  </a:lnTo>
                  <a:lnTo>
                    <a:pt x="2155962" y="3862822"/>
                  </a:lnTo>
                  <a:lnTo>
                    <a:pt x="2056547" y="3884170"/>
                  </a:lnTo>
                  <a:lnTo>
                    <a:pt x="1955533" y="3902935"/>
                  </a:lnTo>
                  <a:lnTo>
                    <a:pt x="1856119" y="3919064"/>
                  </a:lnTo>
                  <a:lnTo>
                    <a:pt x="1762113" y="3932504"/>
                  </a:lnTo>
                  <a:lnTo>
                    <a:pt x="1677505" y="3943249"/>
                  </a:lnTo>
                  <a:lnTo>
                    <a:pt x="1605878" y="3951386"/>
                  </a:lnTo>
                  <a:lnTo>
                    <a:pt x="1549751" y="3957122"/>
                  </a:lnTo>
                  <a:lnTo>
                    <a:pt x="1510057" y="3960790"/>
                  </a:lnTo>
                  <a:lnTo>
                    <a:pt x="1485875" y="3962817"/>
                  </a:lnTo>
                  <a:lnTo>
                    <a:pt x="1474461" y="3963689"/>
                  </a:lnTo>
                  <a:lnTo>
                    <a:pt x="1471468" y="3963898"/>
                  </a:lnTo>
                  <a:lnTo>
                    <a:pt x="1471387" y="3963904"/>
                  </a:lnTo>
                  <a:lnTo>
                    <a:pt x="0" y="396390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28" name="pg1328"/>
            <p:cNvSpPr/>
            <p:nvPr/>
          </p:nvSpPr>
          <p:spPr>
            <a:xfrm>
              <a:off x="4799595" y="5216787"/>
              <a:ext cx="11981298" cy="5443216"/>
            </a:xfrm>
            <a:custGeom>
              <a:avLst/>
              <a:pathLst>
                <a:path w="11981298" h="5443216">
                  <a:moveTo>
                    <a:pt x="0" y="4004769"/>
                  </a:moveTo>
                  <a:lnTo>
                    <a:pt x="1471387" y="4004769"/>
                  </a:lnTo>
                  <a:lnTo>
                    <a:pt x="1472600" y="4004804"/>
                  </a:lnTo>
                  <a:lnTo>
                    <a:pt x="1480560" y="4005056"/>
                  </a:lnTo>
                  <a:lnTo>
                    <a:pt x="1500589" y="4005753"/>
                  </a:lnTo>
                  <a:lnTo>
                    <a:pt x="1536299" y="4007123"/>
                  </a:lnTo>
                  <a:lnTo>
                    <a:pt x="1589331" y="4009379"/>
                  </a:lnTo>
                  <a:lnTo>
                    <a:pt x="1659222" y="4012688"/>
                  </a:lnTo>
                  <a:lnTo>
                    <a:pt x="1743618" y="4017164"/>
                  </a:lnTo>
                  <a:lnTo>
                    <a:pt x="1838818" y="4022857"/>
                  </a:lnTo>
                  <a:lnTo>
                    <a:pt x="1940504" y="4029774"/>
                  </a:lnTo>
                  <a:lnTo>
                    <a:pt x="2044459" y="4037890"/>
                  </a:lnTo>
                  <a:lnTo>
                    <a:pt x="2147087" y="4047180"/>
                  </a:lnTo>
                  <a:lnTo>
                    <a:pt x="2245691" y="4057637"/>
                  </a:lnTo>
                  <a:lnTo>
                    <a:pt x="2338510" y="4069285"/>
                  </a:lnTo>
                  <a:lnTo>
                    <a:pt x="2424621" y="4082191"/>
                  </a:lnTo>
                  <a:lnTo>
                    <a:pt x="2503764" y="4096466"/>
                  </a:lnTo>
                  <a:lnTo>
                    <a:pt x="2576154" y="4112267"/>
                  </a:lnTo>
                  <a:lnTo>
                    <a:pt x="2642322" y="4129792"/>
                  </a:lnTo>
                  <a:lnTo>
                    <a:pt x="2702987" y="4149271"/>
                  </a:lnTo>
                  <a:lnTo>
                    <a:pt x="2758961" y="4170954"/>
                  </a:lnTo>
                  <a:lnTo>
                    <a:pt x="2811080" y="4195088"/>
                  </a:lnTo>
                  <a:lnTo>
                    <a:pt x="2860150" y="4221874"/>
                  </a:lnTo>
                  <a:lnTo>
                    <a:pt x="2896531" y="4244510"/>
                  </a:lnTo>
                  <a:lnTo>
                    <a:pt x="2943647" y="4277455"/>
                  </a:lnTo>
                  <a:lnTo>
                    <a:pt x="2989375" y="4313432"/>
                  </a:lnTo>
                  <a:lnTo>
                    <a:pt x="3034187" y="4352493"/>
                  </a:lnTo>
                  <a:lnTo>
                    <a:pt x="3078443" y="4394611"/>
                  </a:lnTo>
                  <a:lnTo>
                    <a:pt x="3122407" y="4439664"/>
                  </a:lnTo>
                  <a:lnTo>
                    <a:pt x="3166264" y="4487432"/>
                  </a:lnTo>
                  <a:lnTo>
                    <a:pt x="3210130" y="4537595"/>
                  </a:lnTo>
                  <a:lnTo>
                    <a:pt x="3254064" y="4589734"/>
                  </a:lnTo>
                  <a:lnTo>
                    <a:pt x="3298080" y="4643350"/>
                  </a:lnTo>
                  <a:lnTo>
                    <a:pt x="3342159" y="4697873"/>
                  </a:lnTo>
                  <a:lnTo>
                    <a:pt x="3386261" y="4752693"/>
                  </a:lnTo>
                  <a:lnTo>
                    <a:pt x="3430338" y="4807187"/>
                  </a:lnTo>
                  <a:lnTo>
                    <a:pt x="3474350" y="4860745"/>
                  </a:lnTo>
                  <a:lnTo>
                    <a:pt x="3518281" y="4912802"/>
                  </a:lnTo>
                  <a:lnTo>
                    <a:pt x="3562144" y="4962860"/>
                  </a:lnTo>
                  <a:lnTo>
                    <a:pt x="3606003" y="5010507"/>
                  </a:lnTo>
                  <a:lnTo>
                    <a:pt x="3649976" y="5055426"/>
                  </a:lnTo>
                  <a:lnTo>
                    <a:pt x="3694252" y="5097402"/>
                  </a:lnTo>
                  <a:lnTo>
                    <a:pt x="3739098" y="5136318"/>
                  </a:lnTo>
                  <a:lnTo>
                    <a:pt x="3784880" y="5172150"/>
                  </a:lnTo>
                  <a:lnTo>
                    <a:pt x="3829811" y="5203475"/>
                  </a:lnTo>
                  <a:lnTo>
                    <a:pt x="3877022" y="5232385"/>
                  </a:lnTo>
                  <a:lnTo>
                    <a:pt x="3926711" y="5258560"/>
                  </a:lnTo>
                  <a:lnTo>
                    <a:pt x="3979627" y="5282122"/>
                  </a:lnTo>
                  <a:lnTo>
                    <a:pt x="4036585" y="5303287"/>
                  </a:lnTo>
                  <a:lnTo>
                    <a:pt x="4098422" y="5322304"/>
                  </a:lnTo>
                  <a:lnTo>
                    <a:pt x="4165934" y="5339421"/>
                  </a:lnTo>
                  <a:lnTo>
                    <a:pt x="4239808" y="5354863"/>
                  </a:lnTo>
                  <a:lnTo>
                    <a:pt x="4320516" y="5368817"/>
                  </a:lnTo>
                  <a:lnTo>
                    <a:pt x="4408182" y="5381431"/>
                  </a:lnTo>
                  <a:lnTo>
                    <a:pt x="4502413" y="5392807"/>
                  </a:lnTo>
                  <a:lnTo>
                    <a:pt x="4602109" y="5403000"/>
                  </a:lnTo>
                  <a:lnTo>
                    <a:pt x="4705306" y="5412027"/>
                  </a:lnTo>
                  <a:lnTo>
                    <a:pt x="4809092" y="5419875"/>
                  </a:lnTo>
                  <a:lnTo>
                    <a:pt x="4909698" y="5426518"/>
                  </a:lnTo>
                  <a:lnTo>
                    <a:pt x="5002830" y="5431935"/>
                  </a:lnTo>
                  <a:lnTo>
                    <a:pt x="5084244" y="5436141"/>
                  </a:lnTo>
                  <a:lnTo>
                    <a:pt x="5150481" y="5439201"/>
                  </a:lnTo>
                  <a:lnTo>
                    <a:pt x="5199576" y="5441241"/>
                  </a:lnTo>
                  <a:lnTo>
                    <a:pt x="5231536" y="5442440"/>
                  </a:lnTo>
                  <a:lnTo>
                    <a:pt x="5248464" y="5443016"/>
                  </a:lnTo>
                  <a:lnTo>
                    <a:pt x="5254384" y="5443200"/>
                  </a:lnTo>
                  <a:lnTo>
                    <a:pt x="5254955" y="5443216"/>
                  </a:lnTo>
                  <a:lnTo>
                    <a:pt x="6726343" y="5443216"/>
                  </a:lnTo>
                  <a:lnTo>
                    <a:pt x="6727196" y="5443123"/>
                  </a:lnTo>
                  <a:lnTo>
                    <a:pt x="6732839" y="5442461"/>
                  </a:lnTo>
                  <a:lnTo>
                    <a:pt x="6747178" y="5440632"/>
                  </a:lnTo>
                  <a:lnTo>
                    <a:pt x="6773103" y="5437027"/>
                  </a:lnTo>
                  <a:lnTo>
                    <a:pt x="6812325" y="5431060"/>
                  </a:lnTo>
                  <a:lnTo>
                    <a:pt x="6865264" y="5422221"/>
                  </a:lnTo>
                  <a:lnTo>
                    <a:pt x="6931053" y="5410119"/>
                  </a:lnTo>
                  <a:lnTo>
                    <a:pt x="7007736" y="5394501"/>
                  </a:lnTo>
                  <a:lnTo>
                    <a:pt x="7092606" y="5375252"/>
                  </a:lnTo>
                  <a:lnTo>
                    <a:pt x="7182626" y="5352368"/>
                  </a:lnTo>
                  <a:lnTo>
                    <a:pt x="7274817" y="5325907"/>
                  </a:lnTo>
                  <a:lnTo>
                    <a:pt x="7366562" y="5295941"/>
                  </a:lnTo>
                  <a:lnTo>
                    <a:pt x="7455779" y="5262512"/>
                  </a:lnTo>
                  <a:lnTo>
                    <a:pt x="7540978" y="5225593"/>
                  </a:lnTo>
                  <a:lnTo>
                    <a:pt x="7621225" y="5185067"/>
                  </a:lnTo>
                  <a:lnTo>
                    <a:pt x="7696067" y="5140715"/>
                  </a:lnTo>
                  <a:lnTo>
                    <a:pt x="7765420" y="5092212"/>
                  </a:lnTo>
                  <a:lnTo>
                    <a:pt x="7829479" y="5039129"/>
                  </a:lnTo>
                  <a:lnTo>
                    <a:pt x="7888622" y="4980940"/>
                  </a:lnTo>
                  <a:lnTo>
                    <a:pt x="7943345" y="4917042"/>
                  </a:lnTo>
                  <a:lnTo>
                    <a:pt x="7994210" y="4846780"/>
                  </a:lnTo>
                  <a:lnTo>
                    <a:pt x="8041800" y="4769487"/>
                  </a:lnTo>
                  <a:lnTo>
                    <a:pt x="8086695" y="4684566"/>
                  </a:lnTo>
                  <a:lnTo>
                    <a:pt x="8129435" y="4591591"/>
                  </a:lnTo>
                  <a:lnTo>
                    <a:pt x="8151487" y="4538738"/>
                  </a:lnTo>
                  <a:lnTo>
                    <a:pt x="8179881" y="4465709"/>
                  </a:lnTo>
                  <a:lnTo>
                    <a:pt x="8207699" y="4388635"/>
                  </a:lnTo>
                  <a:lnTo>
                    <a:pt x="8235060" y="4307438"/>
                  </a:lnTo>
                  <a:lnTo>
                    <a:pt x="8262064" y="4222073"/>
                  </a:lnTo>
                  <a:lnTo>
                    <a:pt x="8288797" y="4132534"/>
                  </a:lnTo>
                  <a:lnTo>
                    <a:pt x="8315332" y="4038858"/>
                  </a:lnTo>
                  <a:lnTo>
                    <a:pt x="8341730" y="3941127"/>
                  </a:lnTo>
                  <a:lnTo>
                    <a:pt x="8368038" y="3839469"/>
                  </a:lnTo>
                  <a:lnTo>
                    <a:pt x="8394298" y="3734059"/>
                  </a:lnTo>
                  <a:lnTo>
                    <a:pt x="8420539" y="3625126"/>
                  </a:lnTo>
                  <a:lnTo>
                    <a:pt x="8446785" y="3512942"/>
                  </a:lnTo>
                  <a:lnTo>
                    <a:pt x="8473048" y="3397830"/>
                  </a:lnTo>
                  <a:lnTo>
                    <a:pt x="8499340" y="3280156"/>
                  </a:lnTo>
                  <a:lnTo>
                    <a:pt x="8525661" y="3160324"/>
                  </a:lnTo>
                  <a:lnTo>
                    <a:pt x="8552011" y="3038776"/>
                  </a:lnTo>
                  <a:lnTo>
                    <a:pt x="8578384" y="2915980"/>
                  </a:lnTo>
                  <a:lnTo>
                    <a:pt x="8604772" y="2792426"/>
                  </a:lnTo>
                  <a:lnTo>
                    <a:pt x="8631166" y="2668615"/>
                  </a:lnTo>
                  <a:lnTo>
                    <a:pt x="8657554" y="2545055"/>
                  </a:lnTo>
                  <a:lnTo>
                    <a:pt x="8683927" y="2422247"/>
                  </a:lnTo>
                  <a:lnTo>
                    <a:pt x="8710277" y="2300681"/>
                  </a:lnTo>
                  <a:lnTo>
                    <a:pt x="8736599" y="2180827"/>
                  </a:lnTo>
                  <a:lnTo>
                    <a:pt x="8762891" y="2063124"/>
                  </a:lnTo>
                  <a:lnTo>
                    <a:pt x="8789155" y="1947979"/>
                  </a:lnTo>
                  <a:lnTo>
                    <a:pt x="8815400" y="1835758"/>
                  </a:lnTo>
                  <a:lnTo>
                    <a:pt x="8841641" y="1726784"/>
                  </a:lnTo>
                  <a:lnTo>
                    <a:pt x="8867901" y="1621331"/>
                  </a:lnTo>
                  <a:lnTo>
                    <a:pt x="8894209" y="1519627"/>
                  </a:lnTo>
                  <a:lnTo>
                    <a:pt x="8920605" y="1421848"/>
                  </a:lnTo>
                  <a:lnTo>
                    <a:pt x="8947138" y="1328123"/>
                  </a:lnTo>
                  <a:lnTo>
                    <a:pt x="8973868" y="1238535"/>
                  </a:lnTo>
                  <a:lnTo>
                    <a:pt x="9000869" y="1153120"/>
                  </a:lnTo>
                  <a:lnTo>
                    <a:pt x="9028224" y="1071873"/>
                  </a:lnTo>
                  <a:lnTo>
                    <a:pt x="9056036" y="994750"/>
                  </a:lnTo>
                  <a:lnTo>
                    <a:pt x="9084423" y="921673"/>
                  </a:lnTo>
                  <a:lnTo>
                    <a:pt x="9084767" y="920824"/>
                  </a:lnTo>
                  <a:lnTo>
                    <a:pt x="9126559" y="823497"/>
                  </a:lnTo>
                  <a:lnTo>
                    <a:pt x="9170242" y="734322"/>
                  </a:lnTo>
                  <a:lnTo>
                    <a:pt x="9216326" y="653033"/>
                  </a:lnTo>
                  <a:lnTo>
                    <a:pt x="9265374" y="579107"/>
                  </a:lnTo>
                  <a:lnTo>
                    <a:pt x="9317970" y="511903"/>
                  </a:lnTo>
                  <a:lnTo>
                    <a:pt x="9374692" y="450753"/>
                  </a:lnTo>
                  <a:lnTo>
                    <a:pt x="9436076" y="395021"/>
                  </a:lnTo>
                  <a:lnTo>
                    <a:pt x="9502572" y="344138"/>
                  </a:lnTo>
                  <a:lnTo>
                    <a:pt x="9574481" y="297623"/>
                  </a:lnTo>
                  <a:lnTo>
                    <a:pt x="9651880" y="255093"/>
                  </a:lnTo>
                  <a:lnTo>
                    <a:pt x="9734525" y="216274"/>
                  </a:lnTo>
                  <a:lnTo>
                    <a:pt x="9821750" y="180994"/>
                  </a:lnTo>
                  <a:lnTo>
                    <a:pt x="9912370" y="149182"/>
                  </a:lnTo>
                  <a:lnTo>
                    <a:pt x="10004618" y="120847"/>
                  </a:lnTo>
                  <a:lnTo>
                    <a:pt x="10096148" y="96048"/>
                  </a:lnTo>
                  <a:lnTo>
                    <a:pt x="10184143" y="74859"/>
                  </a:lnTo>
                  <a:lnTo>
                    <a:pt x="10265555" y="57313"/>
                  </a:lnTo>
                  <a:lnTo>
                    <a:pt x="10337447" y="43361"/>
                  </a:lnTo>
                  <a:lnTo>
                    <a:pt x="10397413" y="32824"/>
                  </a:lnTo>
                  <a:lnTo>
                    <a:pt x="10443973" y="25385"/>
                  </a:lnTo>
                  <a:lnTo>
                    <a:pt x="10476847" y="20590"/>
                  </a:lnTo>
                  <a:lnTo>
                    <a:pt x="10497069" y="17891"/>
                  </a:lnTo>
                  <a:lnTo>
                    <a:pt x="10506919" y="16683"/>
                  </a:lnTo>
                  <a:lnTo>
                    <a:pt x="10509779" y="16359"/>
                  </a:lnTo>
                  <a:lnTo>
                    <a:pt x="10509911" y="16345"/>
                  </a:lnTo>
                  <a:lnTo>
                    <a:pt x="11981298" y="16345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9057" y="93"/>
                  </a:lnTo>
                  <a:lnTo>
                    <a:pt x="10503415" y="755"/>
                  </a:lnTo>
                  <a:lnTo>
                    <a:pt x="10489075" y="2583"/>
                  </a:lnTo>
                  <a:lnTo>
                    <a:pt x="10463150" y="6189"/>
                  </a:lnTo>
                  <a:lnTo>
                    <a:pt x="10423928" y="12156"/>
                  </a:lnTo>
                  <a:lnTo>
                    <a:pt x="10370989" y="20995"/>
                  </a:lnTo>
                  <a:lnTo>
                    <a:pt x="10305200" y="33097"/>
                  </a:lnTo>
                  <a:lnTo>
                    <a:pt x="10228517" y="48715"/>
                  </a:lnTo>
                  <a:lnTo>
                    <a:pt x="10143647" y="67964"/>
                  </a:lnTo>
                  <a:lnTo>
                    <a:pt x="10053627" y="90848"/>
                  </a:lnTo>
                  <a:lnTo>
                    <a:pt x="9961436" y="117309"/>
                  </a:lnTo>
                  <a:lnTo>
                    <a:pt x="9869691" y="147274"/>
                  </a:lnTo>
                  <a:lnTo>
                    <a:pt x="9780474" y="180704"/>
                  </a:lnTo>
                  <a:lnTo>
                    <a:pt x="9695275" y="217623"/>
                  </a:lnTo>
                  <a:lnTo>
                    <a:pt x="9615028" y="258149"/>
                  </a:lnTo>
                  <a:lnTo>
                    <a:pt x="9540186" y="302501"/>
                  </a:lnTo>
                  <a:lnTo>
                    <a:pt x="9470833" y="351003"/>
                  </a:lnTo>
                  <a:lnTo>
                    <a:pt x="9406774" y="404087"/>
                  </a:lnTo>
                  <a:lnTo>
                    <a:pt x="9347632" y="462276"/>
                  </a:lnTo>
                  <a:lnTo>
                    <a:pt x="9292908" y="526173"/>
                  </a:lnTo>
                  <a:lnTo>
                    <a:pt x="9242044" y="596436"/>
                  </a:lnTo>
                  <a:lnTo>
                    <a:pt x="9194453" y="673728"/>
                  </a:lnTo>
                  <a:lnTo>
                    <a:pt x="9149559" y="758650"/>
                  </a:lnTo>
                  <a:lnTo>
                    <a:pt x="9106819" y="851625"/>
                  </a:lnTo>
                  <a:lnTo>
                    <a:pt x="9084767" y="904478"/>
                  </a:lnTo>
                  <a:lnTo>
                    <a:pt x="9056372" y="977507"/>
                  </a:lnTo>
                  <a:lnTo>
                    <a:pt x="9028554" y="1054581"/>
                  </a:lnTo>
                  <a:lnTo>
                    <a:pt x="9001193" y="1135778"/>
                  </a:lnTo>
                  <a:lnTo>
                    <a:pt x="8974189" y="1221143"/>
                  </a:lnTo>
                  <a:lnTo>
                    <a:pt x="8947456" y="1310682"/>
                  </a:lnTo>
                  <a:lnTo>
                    <a:pt x="8920921" y="1404357"/>
                  </a:lnTo>
                  <a:lnTo>
                    <a:pt x="8894523" y="1502089"/>
                  </a:lnTo>
                  <a:lnTo>
                    <a:pt x="8868215" y="1603747"/>
                  </a:lnTo>
                  <a:lnTo>
                    <a:pt x="8841955" y="1709156"/>
                  </a:lnTo>
                  <a:lnTo>
                    <a:pt x="8815714" y="1818090"/>
                  </a:lnTo>
                  <a:lnTo>
                    <a:pt x="8789469" y="1930274"/>
                  </a:lnTo>
                  <a:lnTo>
                    <a:pt x="8763205" y="2045386"/>
                  </a:lnTo>
                  <a:lnTo>
                    <a:pt x="8736914" y="2163060"/>
                  </a:lnTo>
                  <a:lnTo>
                    <a:pt x="8710592" y="2282892"/>
                  </a:lnTo>
                  <a:lnTo>
                    <a:pt x="8684242" y="2404440"/>
                  </a:lnTo>
                  <a:lnTo>
                    <a:pt x="8657869" y="2527236"/>
                  </a:lnTo>
                  <a:lnTo>
                    <a:pt x="8631481" y="2650790"/>
                  </a:lnTo>
                  <a:lnTo>
                    <a:pt x="8605088" y="2774601"/>
                  </a:lnTo>
                  <a:lnTo>
                    <a:pt x="8578699" y="2898161"/>
                  </a:lnTo>
                  <a:lnTo>
                    <a:pt x="8552326" y="3020969"/>
                  </a:lnTo>
                  <a:lnTo>
                    <a:pt x="8525976" y="3142535"/>
                  </a:lnTo>
                  <a:lnTo>
                    <a:pt x="8499654" y="3262389"/>
                  </a:lnTo>
                  <a:lnTo>
                    <a:pt x="8473362" y="3380092"/>
                  </a:lnTo>
                  <a:lnTo>
                    <a:pt x="8447098" y="3495237"/>
                  </a:lnTo>
                  <a:lnTo>
                    <a:pt x="8420853" y="3607458"/>
                  </a:lnTo>
                  <a:lnTo>
                    <a:pt x="8394612" y="3716432"/>
                  </a:lnTo>
                  <a:lnTo>
                    <a:pt x="8368353" y="3821885"/>
                  </a:lnTo>
                  <a:lnTo>
                    <a:pt x="8342045" y="3923589"/>
                  </a:lnTo>
                  <a:lnTo>
                    <a:pt x="8315649" y="4021368"/>
                  </a:lnTo>
                  <a:lnTo>
                    <a:pt x="8289116" y="4115093"/>
                  </a:lnTo>
                  <a:lnTo>
                    <a:pt x="8262385" y="4204681"/>
                  </a:lnTo>
                  <a:lnTo>
                    <a:pt x="8235385" y="4290096"/>
                  </a:lnTo>
                  <a:lnTo>
                    <a:pt x="8208029" y="4371343"/>
                  </a:lnTo>
                  <a:lnTo>
                    <a:pt x="8180217" y="4448466"/>
                  </a:lnTo>
                  <a:lnTo>
                    <a:pt x="8151830" y="4521543"/>
                  </a:lnTo>
                  <a:lnTo>
                    <a:pt x="8151487" y="4522392"/>
                  </a:lnTo>
                  <a:lnTo>
                    <a:pt x="8109694" y="4619719"/>
                  </a:lnTo>
                  <a:lnTo>
                    <a:pt x="8066011" y="4708894"/>
                  </a:lnTo>
                  <a:lnTo>
                    <a:pt x="8019927" y="4790183"/>
                  </a:lnTo>
                  <a:lnTo>
                    <a:pt x="7970879" y="4864109"/>
                  </a:lnTo>
                  <a:lnTo>
                    <a:pt x="7918283" y="4931313"/>
                  </a:lnTo>
                  <a:lnTo>
                    <a:pt x="7861561" y="4992463"/>
                  </a:lnTo>
                  <a:lnTo>
                    <a:pt x="7800177" y="5048195"/>
                  </a:lnTo>
                  <a:lnTo>
                    <a:pt x="7733681" y="5099078"/>
                  </a:lnTo>
                  <a:lnTo>
                    <a:pt x="7661772" y="5145593"/>
                  </a:lnTo>
                  <a:lnTo>
                    <a:pt x="7584373" y="5188123"/>
                  </a:lnTo>
                  <a:lnTo>
                    <a:pt x="7501728" y="5226942"/>
                  </a:lnTo>
                  <a:lnTo>
                    <a:pt x="7414503" y="5262222"/>
                  </a:lnTo>
                  <a:lnTo>
                    <a:pt x="7323883" y="5294033"/>
                  </a:lnTo>
                  <a:lnTo>
                    <a:pt x="7231635" y="5322369"/>
                  </a:lnTo>
                  <a:lnTo>
                    <a:pt x="7140106" y="5347168"/>
                  </a:lnTo>
                  <a:lnTo>
                    <a:pt x="7052110" y="5368357"/>
                  </a:lnTo>
                  <a:lnTo>
                    <a:pt x="6970698" y="5385903"/>
                  </a:lnTo>
                  <a:lnTo>
                    <a:pt x="6898807" y="5399855"/>
                  </a:lnTo>
                  <a:lnTo>
                    <a:pt x="6838840" y="5410392"/>
                  </a:lnTo>
                  <a:lnTo>
                    <a:pt x="6792281" y="5417831"/>
                  </a:lnTo>
                  <a:lnTo>
                    <a:pt x="6759406" y="5422625"/>
                  </a:lnTo>
                  <a:lnTo>
                    <a:pt x="6739185" y="5425325"/>
                  </a:lnTo>
                  <a:lnTo>
                    <a:pt x="6729334" y="5426533"/>
                  </a:lnTo>
                  <a:lnTo>
                    <a:pt x="6726475" y="5426856"/>
                  </a:lnTo>
                  <a:lnTo>
                    <a:pt x="6726343" y="5426870"/>
                  </a:lnTo>
                  <a:lnTo>
                    <a:pt x="5254955" y="5426870"/>
                  </a:lnTo>
                  <a:lnTo>
                    <a:pt x="5253742" y="5426835"/>
                  </a:lnTo>
                  <a:lnTo>
                    <a:pt x="5245782" y="5426583"/>
                  </a:lnTo>
                  <a:lnTo>
                    <a:pt x="5225754" y="5425886"/>
                  </a:lnTo>
                  <a:lnTo>
                    <a:pt x="5190043" y="5424516"/>
                  </a:lnTo>
                  <a:lnTo>
                    <a:pt x="5137011" y="5422260"/>
                  </a:lnTo>
                  <a:lnTo>
                    <a:pt x="5067120" y="5418951"/>
                  </a:lnTo>
                  <a:lnTo>
                    <a:pt x="4982724" y="5414475"/>
                  </a:lnTo>
                  <a:lnTo>
                    <a:pt x="4887524" y="5408782"/>
                  </a:lnTo>
                  <a:lnTo>
                    <a:pt x="4785838" y="5401865"/>
                  </a:lnTo>
                  <a:lnTo>
                    <a:pt x="4681884" y="5393749"/>
                  </a:lnTo>
                  <a:lnTo>
                    <a:pt x="4579255" y="5384459"/>
                  </a:lnTo>
                  <a:lnTo>
                    <a:pt x="4480652" y="5374002"/>
                  </a:lnTo>
                  <a:lnTo>
                    <a:pt x="4387833" y="5362354"/>
                  </a:lnTo>
                  <a:lnTo>
                    <a:pt x="4301721" y="5349448"/>
                  </a:lnTo>
                  <a:lnTo>
                    <a:pt x="4222578" y="5335173"/>
                  </a:lnTo>
                  <a:lnTo>
                    <a:pt x="4150189" y="5319372"/>
                  </a:lnTo>
                  <a:lnTo>
                    <a:pt x="4084020" y="5301847"/>
                  </a:lnTo>
                  <a:lnTo>
                    <a:pt x="4023355" y="5282369"/>
                  </a:lnTo>
                  <a:lnTo>
                    <a:pt x="3967381" y="5260685"/>
                  </a:lnTo>
                  <a:lnTo>
                    <a:pt x="3915262" y="5236551"/>
                  </a:lnTo>
                  <a:lnTo>
                    <a:pt x="3866192" y="5209765"/>
                  </a:lnTo>
                  <a:lnTo>
                    <a:pt x="3829811" y="5187129"/>
                  </a:lnTo>
                  <a:lnTo>
                    <a:pt x="3782695" y="5154184"/>
                  </a:lnTo>
                  <a:lnTo>
                    <a:pt x="3736968" y="5118207"/>
                  </a:lnTo>
                  <a:lnTo>
                    <a:pt x="3692155" y="5079146"/>
                  </a:lnTo>
                  <a:lnTo>
                    <a:pt x="3647899" y="5037028"/>
                  </a:lnTo>
                  <a:lnTo>
                    <a:pt x="3603935" y="4991975"/>
                  </a:lnTo>
                  <a:lnTo>
                    <a:pt x="3560078" y="4944207"/>
                  </a:lnTo>
                  <a:lnTo>
                    <a:pt x="3516213" y="4894044"/>
                  </a:lnTo>
                  <a:lnTo>
                    <a:pt x="3472278" y="4841905"/>
                  </a:lnTo>
                  <a:lnTo>
                    <a:pt x="3428262" y="4788289"/>
                  </a:lnTo>
                  <a:lnTo>
                    <a:pt x="3384183" y="4733766"/>
                  </a:lnTo>
                  <a:lnTo>
                    <a:pt x="3340081" y="4678946"/>
                  </a:lnTo>
                  <a:lnTo>
                    <a:pt x="3296004" y="4624452"/>
                  </a:lnTo>
                  <a:lnTo>
                    <a:pt x="3251992" y="4570894"/>
                  </a:lnTo>
                  <a:lnTo>
                    <a:pt x="3208061" y="4518837"/>
                  </a:lnTo>
                  <a:lnTo>
                    <a:pt x="3164198" y="4468779"/>
                  </a:lnTo>
                  <a:lnTo>
                    <a:pt x="3120339" y="4421132"/>
                  </a:lnTo>
                  <a:lnTo>
                    <a:pt x="3076366" y="4376213"/>
                  </a:lnTo>
                  <a:lnTo>
                    <a:pt x="3032090" y="4334237"/>
                  </a:lnTo>
                  <a:lnTo>
                    <a:pt x="2987244" y="4295321"/>
                  </a:lnTo>
                  <a:lnTo>
                    <a:pt x="2941463" y="4259489"/>
                  </a:lnTo>
                  <a:lnTo>
                    <a:pt x="2896531" y="4228164"/>
                  </a:lnTo>
                  <a:lnTo>
                    <a:pt x="2849320" y="4199254"/>
                  </a:lnTo>
                  <a:lnTo>
                    <a:pt x="2799631" y="4173079"/>
                  </a:lnTo>
                  <a:lnTo>
                    <a:pt x="2746715" y="4149517"/>
                  </a:lnTo>
                  <a:lnTo>
                    <a:pt x="2689757" y="4128352"/>
                  </a:lnTo>
                  <a:lnTo>
                    <a:pt x="2627920" y="4109335"/>
                  </a:lnTo>
                  <a:lnTo>
                    <a:pt x="2560408" y="4092218"/>
                  </a:lnTo>
                  <a:lnTo>
                    <a:pt x="2486534" y="4076776"/>
                  </a:lnTo>
                  <a:lnTo>
                    <a:pt x="2405826" y="4062822"/>
                  </a:lnTo>
                  <a:lnTo>
                    <a:pt x="2318160" y="4050208"/>
                  </a:lnTo>
                  <a:lnTo>
                    <a:pt x="2223929" y="4038832"/>
                  </a:lnTo>
                  <a:lnTo>
                    <a:pt x="2124233" y="4028639"/>
                  </a:lnTo>
                  <a:lnTo>
                    <a:pt x="2021036" y="4019612"/>
                  </a:lnTo>
                  <a:lnTo>
                    <a:pt x="1917250" y="4011764"/>
                  </a:lnTo>
                  <a:lnTo>
                    <a:pt x="1816644" y="4005121"/>
                  </a:lnTo>
                  <a:lnTo>
                    <a:pt x="1723512" y="3999704"/>
                  </a:lnTo>
                  <a:lnTo>
                    <a:pt x="1642098" y="3995498"/>
                  </a:lnTo>
                  <a:lnTo>
                    <a:pt x="1575861" y="3992438"/>
                  </a:lnTo>
                  <a:lnTo>
                    <a:pt x="1526766" y="3990398"/>
                  </a:lnTo>
                  <a:lnTo>
                    <a:pt x="1494806" y="3989199"/>
                  </a:lnTo>
                  <a:lnTo>
                    <a:pt x="1477878" y="3988623"/>
                  </a:lnTo>
                  <a:lnTo>
                    <a:pt x="1471958" y="3988439"/>
                  </a:lnTo>
                  <a:lnTo>
                    <a:pt x="1471387" y="3988423"/>
                  </a:lnTo>
                  <a:lnTo>
                    <a:pt x="0" y="3988423"/>
                  </a:lnTo>
                  <a:close/>
                </a:path>
              </a:pathLst>
            </a:custGeom>
            <a:solidFill>
              <a:srgbClr val="E78AC3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329" name="pl1329"/>
            <p:cNvSpPr/>
            <p:nvPr/>
          </p:nvSpPr>
          <p:spPr>
            <a:xfrm>
              <a:off x="4799595" y="5233133"/>
              <a:ext cx="11981298" cy="5426870"/>
            </a:xfrm>
            <a:custGeom>
              <a:avLst/>
              <a:pathLst>
                <a:path w="11981298" h="5426870">
                  <a:moveTo>
                    <a:pt x="0" y="3988423"/>
                  </a:moveTo>
                  <a:lnTo>
                    <a:pt x="1471387" y="3988423"/>
                  </a:lnTo>
                  <a:lnTo>
                    <a:pt x="1472600" y="3988458"/>
                  </a:lnTo>
                  <a:lnTo>
                    <a:pt x="1480560" y="3988710"/>
                  </a:lnTo>
                  <a:lnTo>
                    <a:pt x="1500589" y="3989407"/>
                  </a:lnTo>
                  <a:lnTo>
                    <a:pt x="1536299" y="3990777"/>
                  </a:lnTo>
                  <a:lnTo>
                    <a:pt x="1589331" y="3993033"/>
                  </a:lnTo>
                  <a:lnTo>
                    <a:pt x="1659222" y="3996342"/>
                  </a:lnTo>
                  <a:lnTo>
                    <a:pt x="1743618" y="4000818"/>
                  </a:lnTo>
                  <a:lnTo>
                    <a:pt x="1838818" y="4006511"/>
                  </a:lnTo>
                  <a:lnTo>
                    <a:pt x="1940504" y="4013428"/>
                  </a:lnTo>
                  <a:lnTo>
                    <a:pt x="2044459" y="4021544"/>
                  </a:lnTo>
                  <a:lnTo>
                    <a:pt x="2147087" y="4030834"/>
                  </a:lnTo>
                  <a:lnTo>
                    <a:pt x="2245691" y="4041291"/>
                  </a:lnTo>
                  <a:lnTo>
                    <a:pt x="2338510" y="4052939"/>
                  </a:lnTo>
                  <a:lnTo>
                    <a:pt x="2424621" y="4065845"/>
                  </a:lnTo>
                  <a:lnTo>
                    <a:pt x="2503764" y="4080120"/>
                  </a:lnTo>
                  <a:lnTo>
                    <a:pt x="2576154" y="4095921"/>
                  </a:lnTo>
                  <a:lnTo>
                    <a:pt x="2642322" y="4113446"/>
                  </a:lnTo>
                  <a:lnTo>
                    <a:pt x="2702987" y="4132925"/>
                  </a:lnTo>
                  <a:lnTo>
                    <a:pt x="2758961" y="4154608"/>
                  </a:lnTo>
                  <a:lnTo>
                    <a:pt x="2811080" y="4178742"/>
                  </a:lnTo>
                  <a:lnTo>
                    <a:pt x="2860150" y="4205528"/>
                  </a:lnTo>
                  <a:lnTo>
                    <a:pt x="2896531" y="4228164"/>
                  </a:lnTo>
                  <a:lnTo>
                    <a:pt x="2943647" y="4261109"/>
                  </a:lnTo>
                  <a:lnTo>
                    <a:pt x="2989375" y="4297086"/>
                  </a:lnTo>
                  <a:lnTo>
                    <a:pt x="3034187" y="4336147"/>
                  </a:lnTo>
                  <a:lnTo>
                    <a:pt x="3078443" y="4378265"/>
                  </a:lnTo>
                  <a:lnTo>
                    <a:pt x="3122407" y="4423318"/>
                  </a:lnTo>
                  <a:lnTo>
                    <a:pt x="3166264" y="4471086"/>
                  </a:lnTo>
                  <a:lnTo>
                    <a:pt x="3210130" y="4521249"/>
                  </a:lnTo>
                  <a:lnTo>
                    <a:pt x="3254064" y="4573388"/>
                  </a:lnTo>
                  <a:lnTo>
                    <a:pt x="3298080" y="4627004"/>
                  </a:lnTo>
                  <a:lnTo>
                    <a:pt x="3342159" y="4681527"/>
                  </a:lnTo>
                  <a:lnTo>
                    <a:pt x="3386261" y="4736347"/>
                  </a:lnTo>
                  <a:lnTo>
                    <a:pt x="3430338" y="4790841"/>
                  </a:lnTo>
                  <a:lnTo>
                    <a:pt x="3474350" y="4844399"/>
                  </a:lnTo>
                  <a:lnTo>
                    <a:pt x="3518281" y="4896456"/>
                  </a:lnTo>
                  <a:lnTo>
                    <a:pt x="3562144" y="4946514"/>
                  </a:lnTo>
                  <a:lnTo>
                    <a:pt x="3606003" y="4994161"/>
                  </a:lnTo>
                  <a:lnTo>
                    <a:pt x="3649976" y="5039080"/>
                  </a:lnTo>
                  <a:lnTo>
                    <a:pt x="3694252" y="5081056"/>
                  </a:lnTo>
                  <a:lnTo>
                    <a:pt x="3739098" y="5119972"/>
                  </a:lnTo>
                  <a:lnTo>
                    <a:pt x="3784880" y="5155804"/>
                  </a:lnTo>
                  <a:lnTo>
                    <a:pt x="3829811" y="5187129"/>
                  </a:lnTo>
                  <a:lnTo>
                    <a:pt x="3877022" y="5216039"/>
                  </a:lnTo>
                  <a:lnTo>
                    <a:pt x="3926711" y="5242214"/>
                  </a:lnTo>
                  <a:lnTo>
                    <a:pt x="3979627" y="5265776"/>
                  </a:lnTo>
                  <a:lnTo>
                    <a:pt x="4036585" y="5286941"/>
                  </a:lnTo>
                  <a:lnTo>
                    <a:pt x="4098422" y="5305958"/>
                  </a:lnTo>
                  <a:lnTo>
                    <a:pt x="4165934" y="5323075"/>
                  </a:lnTo>
                  <a:lnTo>
                    <a:pt x="4239808" y="5338517"/>
                  </a:lnTo>
                  <a:lnTo>
                    <a:pt x="4320516" y="5352471"/>
                  </a:lnTo>
                  <a:lnTo>
                    <a:pt x="4408182" y="5365085"/>
                  </a:lnTo>
                  <a:lnTo>
                    <a:pt x="4502413" y="5376461"/>
                  </a:lnTo>
                  <a:lnTo>
                    <a:pt x="4602109" y="5386654"/>
                  </a:lnTo>
                  <a:lnTo>
                    <a:pt x="4705306" y="5395681"/>
                  </a:lnTo>
                  <a:lnTo>
                    <a:pt x="4809092" y="5403529"/>
                  </a:lnTo>
                  <a:lnTo>
                    <a:pt x="4909698" y="5410172"/>
                  </a:lnTo>
                  <a:lnTo>
                    <a:pt x="5002830" y="5415589"/>
                  </a:lnTo>
                  <a:lnTo>
                    <a:pt x="5084244" y="5419795"/>
                  </a:lnTo>
                  <a:lnTo>
                    <a:pt x="5150481" y="5422855"/>
                  </a:lnTo>
                  <a:lnTo>
                    <a:pt x="5199576" y="5424895"/>
                  </a:lnTo>
                  <a:lnTo>
                    <a:pt x="5231536" y="5426094"/>
                  </a:lnTo>
                  <a:lnTo>
                    <a:pt x="5248464" y="5426670"/>
                  </a:lnTo>
                  <a:lnTo>
                    <a:pt x="5254384" y="5426854"/>
                  </a:lnTo>
                  <a:lnTo>
                    <a:pt x="5254955" y="5426870"/>
                  </a:lnTo>
                  <a:lnTo>
                    <a:pt x="6726343" y="5426870"/>
                  </a:lnTo>
                  <a:lnTo>
                    <a:pt x="6727196" y="5426777"/>
                  </a:lnTo>
                  <a:lnTo>
                    <a:pt x="6732839" y="5426115"/>
                  </a:lnTo>
                  <a:lnTo>
                    <a:pt x="6747178" y="5424286"/>
                  </a:lnTo>
                  <a:lnTo>
                    <a:pt x="6773103" y="5420681"/>
                  </a:lnTo>
                  <a:lnTo>
                    <a:pt x="6812325" y="5414714"/>
                  </a:lnTo>
                  <a:lnTo>
                    <a:pt x="6865264" y="5405875"/>
                  </a:lnTo>
                  <a:lnTo>
                    <a:pt x="6931053" y="5393773"/>
                  </a:lnTo>
                  <a:lnTo>
                    <a:pt x="7007736" y="5378155"/>
                  </a:lnTo>
                  <a:lnTo>
                    <a:pt x="7092606" y="5358906"/>
                  </a:lnTo>
                  <a:lnTo>
                    <a:pt x="7182626" y="5336022"/>
                  </a:lnTo>
                  <a:lnTo>
                    <a:pt x="7274817" y="5309561"/>
                  </a:lnTo>
                  <a:lnTo>
                    <a:pt x="7366562" y="5279595"/>
                  </a:lnTo>
                  <a:lnTo>
                    <a:pt x="7455779" y="5246166"/>
                  </a:lnTo>
                  <a:lnTo>
                    <a:pt x="7540978" y="5209247"/>
                  </a:lnTo>
                  <a:lnTo>
                    <a:pt x="7621225" y="5168721"/>
                  </a:lnTo>
                  <a:lnTo>
                    <a:pt x="7696067" y="5124369"/>
                  </a:lnTo>
                  <a:lnTo>
                    <a:pt x="7765420" y="5075866"/>
                  </a:lnTo>
                  <a:lnTo>
                    <a:pt x="7829479" y="5022783"/>
                  </a:lnTo>
                  <a:lnTo>
                    <a:pt x="7888622" y="4964594"/>
                  </a:lnTo>
                  <a:lnTo>
                    <a:pt x="7943345" y="4900696"/>
                  </a:lnTo>
                  <a:lnTo>
                    <a:pt x="7994210" y="4830434"/>
                  </a:lnTo>
                  <a:lnTo>
                    <a:pt x="8041800" y="4753141"/>
                  </a:lnTo>
                  <a:lnTo>
                    <a:pt x="8086695" y="4668220"/>
                  </a:lnTo>
                  <a:lnTo>
                    <a:pt x="8129435" y="4575245"/>
                  </a:lnTo>
                  <a:lnTo>
                    <a:pt x="8151487" y="4522392"/>
                  </a:lnTo>
                  <a:lnTo>
                    <a:pt x="8179881" y="4449363"/>
                  </a:lnTo>
                  <a:lnTo>
                    <a:pt x="8207699" y="4372289"/>
                  </a:lnTo>
                  <a:lnTo>
                    <a:pt x="8235060" y="4291092"/>
                  </a:lnTo>
                  <a:lnTo>
                    <a:pt x="8262064" y="4205727"/>
                  </a:lnTo>
                  <a:lnTo>
                    <a:pt x="8288797" y="4116188"/>
                  </a:lnTo>
                  <a:lnTo>
                    <a:pt x="8315332" y="4022513"/>
                  </a:lnTo>
                  <a:lnTo>
                    <a:pt x="8341730" y="3924781"/>
                  </a:lnTo>
                  <a:lnTo>
                    <a:pt x="8368038" y="3823123"/>
                  </a:lnTo>
                  <a:lnTo>
                    <a:pt x="8394298" y="3717713"/>
                  </a:lnTo>
                  <a:lnTo>
                    <a:pt x="8420539" y="3608780"/>
                  </a:lnTo>
                  <a:lnTo>
                    <a:pt x="8446785" y="3496596"/>
                  </a:lnTo>
                  <a:lnTo>
                    <a:pt x="8473048" y="3381484"/>
                  </a:lnTo>
                  <a:lnTo>
                    <a:pt x="8499340" y="3263810"/>
                  </a:lnTo>
                  <a:lnTo>
                    <a:pt x="8525661" y="3143978"/>
                  </a:lnTo>
                  <a:lnTo>
                    <a:pt x="8552011" y="3022430"/>
                  </a:lnTo>
                  <a:lnTo>
                    <a:pt x="8578384" y="2899634"/>
                  </a:lnTo>
                  <a:lnTo>
                    <a:pt x="8604772" y="2776080"/>
                  </a:lnTo>
                  <a:lnTo>
                    <a:pt x="8631166" y="2652269"/>
                  </a:lnTo>
                  <a:lnTo>
                    <a:pt x="8657554" y="2528709"/>
                  </a:lnTo>
                  <a:lnTo>
                    <a:pt x="8683927" y="2405901"/>
                  </a:lnTo>
                  <a:lnTo>
                    <a:pt x="8710277" y="2284335"/>
                  </a:lnTo>
                  <a:lnTo>
                    <a:pt x="8736599" y="2164481"/>
                  </a:lnTo>
                  <a:lnTo>
                    <a:pt x="8762891" y="2046778"/>
                  </a:lnTo>
                  <a:lnTo>
                    <a:pt x="8789155" y="1931633"/>
                  </a:lnTo>
                  <a:lnTo>
                    <a:pt x="8815400" y="1819412"/>
                  </a:lnTo>
                  <a:lnTo>
                    <a:pt x="8841641" y="1710438"/>
                  </a:lnTo>
                  <a:lnTo>
                    <a:pt x="8867901" y="1604985"/>
                  </a:lnTo>
                  <a:lnTo>
                    <a:pt x="8894209" y="1503281"/>
                  </a:lnTo>
                  <a:lnTo>
                    <a:pt x="8920605" y="1405502"/>
                  </a:lnTo>
                  <a:lnTo>
                    <a:pt x="8947138" y="1311777"/>
                  </a:lnTo>
                  <a:lnTo>
                    <a:pt x="8973868" y="1222189"/>
                  </a:lnTo>
                  <a:lnTo>
                    <a:pt x="9000869" y="1136774"/>
                  </a:lnTo>
                  <a:lnTo>
                    <a:pt x="9028224" y="1055527"/>
                  </a:lnTo>
                  <a:lnTo>
                    <a:pt x="9056036" y="978404"/>
                  </a:lnTo>
                  <a:lnTo>
                    <a:pt x="9084423" y="905327"/>
                  </a:lnTo>
                  <a:lnTo>
                    <a:pt x="9084767" y="904478"/>
                  </a:lnTo>
                  <a:lnTo>
                    <a:pt x="9126559" y="807151"/>
                  </a:lnTo>
                  <a:lnTo>
                    <a:pt x="9170242" y="717976"/>
                  </a:lnTo>
                  <a:lnTo>
                    <a:pt x="9216326" y="636687"/>
                  </a:lnTo>
                  <a:lnTo>
                    <a:pt x="9265374" y="562761"/>
                  </a:lnTo>
                  <a:lnTo>
                    <a:pt x="9317970" y="495557"/>
                  </a:lnTo>
                  <a:lnTo>
                    <a:pt x="9374692" y="434407"/>
                  </a:lnTo>
                  <a:lnTo>
                    <a:pt x="9436076" y="378675"/>
                  </a:lnTo>
                  <a:lnTo>
                    <a:pt x="9502572" y="327792"/>
                  </a:lnTo>
                  <a:lnTo>
                    <a:pt x="9574481" y="281277"/>
                  </a:lnTo>
                  <a:lnTo>
                    <a:pt x="9651880" y="238747"/>
                  </a:lnTo>
                  <a:lnTo>
                    <a:pt x="9734525" y="199928"/>
                  </a:lnTo>
                  <a:lnTo>
                    <a:pt x="9821750" y="164648"/>
                  </a:lnTo>
                  <a:lnTo>
                    <a:pt x="9912370" y="132836"/>
                  </a:lnTo>
                  <a:lnTo>
                    <a:pt x="10004618" y="104501"/>
                  </a:lnTo>
                  <a:lnTo>
                    <a:pt x="10096148" y="79702"/>
                  </a:lnTo>
                  <a:lnTo>
                    <a:pt x="10184143" y="58513"/>
                  </a:lnTo>
                  <a:lnTo>
                    <a:pt x="10265555" y="40967"/>
                  </a:lnTo>
                  <a:lnTo>
                    <a:pt x="10337447" y="27015"/>
                  </a:lnTo>
                  <a:lnTo>
                    <a:pt x="10397413" y="16478"/>
                  </a:lnTo>
                  <a:lnTo>
                    <a:pt x="10443973" y="9039"/>
                  </a:lnTo>
                  <a:lnTo>
                    <a:pt x="10476847" y="4244"/>
                  </a:lnTo>
                  <a:lnTo>
                    <a:pt x="10497069" y="1545"/>
                  </a:lnTo>
                  <a:lnTo>
                    <a:pt x="10506919" y="337"/>
                  </a:lnTo>
                  <a:lnTo>
                    <a:pt x="10509779" y="13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30" name="pl1330"/>
            <p:cNvSpPr/>
            <p:nvPr/>
          </p:nvSpPr>
          <p:spPr>
            <a:xfrm>
              <a:off x="4799595" y="5216787"/>
              <a:ext cx="11981298" cy="5426870"/>
            </a:xfrm>
            <a:custGeom>
              <a:avLst/>
              <a:pathLst>
                <a:path w="11981298" h="5426870">
                  <a:moveTo>
                    <a:pt x="11981298" y="0"/>
                  </a:moveTo>
                  <a:lnTo>
                    <a:pt x="10509911" y="0"/>
                  </a:lnTo>
                  <a:lnTo>
                    <a:pt x="10509057" y="93"/>
                  </a:lnTo>
                  <a:lnTo>
                    <a:pt x="10503415" y="755"/>
                  </a:lnTo>
                  <a:lnTo>
                    <a:pt x="10489075" y="2583"/>
                  </a:lnTo>
                  <a:lnTo>
                    <a:pt x="10463150" y="6189"/>
                  </a:lnTo>
                  <a:lnTo>
                    <a:pt x="10423928" y="12156"/>
                  </a:lnTo>
                  <a:lnTo>
                    <a:pt x="10370989" y="20995"/>
                  </a:lnTo>
                  <a:lnTo>
                    <a:pt x="10305200" y="33097"/>
                  </a:lnTo>
                  <a:lnTo>
                    <a:pt x="10228517" y="48715"/>
                  </a:lnTo>
                  <a:lnTo>
                    <a:pt x="10143647" y="67964"/>
                  </a:lnTo>
                  <a:lnTo>
                    <a:pt x="10053627" y="90848"/>
                  </a:lnTo>
                  <a:lnTo>
                    <a:pt x="9961436" y="117309"/>
                  </a:lnTo>
                  <a:lnTo>
                    <a:pt x="9869691" y="147274"/>
                  </a:lnTo>
                  <a:lnTo>
                    <a:pt x="9780474" y="180704"/>
                  </a:lnTo>
                  <a:lnTo>
                    <a:pt x="9695275" y="217623"/>
                  </a:lnTo>
                  <a:lnTo>
                    <a:pt x="9615028" y="258149"/>
                  </a:lnTo>
                  <a:lnTo>
                    <a:pt x="9540186" y="302501"/>
                  </a:lnTo>
                  <a:lnTo>
                    <a:pt x="9470833" y="351003"/>
                  </a:lnTo>
                  <a:lnTo>
                    <a:pt x="9406774" y="404087"/>
                  </a:lnTo>
                  <a:lnTo>
                    <a:pt x="9347632" y="462276"/>
                  </a:lnTo>
                  <a:lnTo>
                    <a:pt x="9292908" y="526173"/>
                  </a:lnTo>
                  <a:lnTo>
                    <a:pt x="9242044" y="596436"/>
                  </a:lnTo>
                  <a:lnTo>
                    <a:pt x="9194453" y="673728"/>
                  </a:lnTo>
                  <a:lnTo>
                    <a:pt x="9149559" y="758650"/>
                  </a:lnTo>
                  <a:lnTo>
                    <a:pt x="9106819" y="851625"/>
                  </a:lnTo>
                  <a:lnTo>
                    <a:pt x="9084767" y="904478"/>
                  </a:lnTo>
                  <a:lnTo>
                    <a:pt x="9056372" y="977507"/>
                  </a:lnTo>
                  <a:lnTo>
                    <a:pt x="9028554" y="1054581"/>
                  </a:lnTo>
                  <a:lnTo>
                    <a:pt x="9001193" y="1135778"/>
                  </a:lnTo>
                  <a:lnTo>
                    <a:pt x="8974189" y="1221143"/>
                  </a:lnTo>
                  <a:lnTo>
                    <a:pt x="8947456" y="1310682"/>
                  </a:lnTo>
                  <a:lnTo>
                    <a:pt x="8920921" y="1404357"/>
                  </a:lnTo>
                  <a:lnTo>
                    <a:pt x="8894523" y="1502089"/>
                  </a:lnTo>
                  <a:lnTo>
                    <a:pt x="8868215" y="1603747"/>
                  </a:lnTo>
                  <a:lnTo>
                    <a:pt x="8841955" y="1709156"/>
                  </a:lnTo>
                  <a:lnTo>
                    <a:pt x="8815714" y="1818090"/>
                  </a:lnTo>
                  <a:lnTo>
                    <a:pt x="8789469" y="1930274"/>
                  </a:lnTo>
                  <a:lnTo>
                    <a:pt x="8763205" y="2045386"/>
                  </a:lnTo>
                  <a:lnTo>
                    <a:pt x="8736914" y="2163060"/>
                  </a:lnTo>
                  <a:lnTo>
                    <a:pt x="8710592" y="2282892"/>
                  </a:lnTo>
                  <a:lnTo>
                    <a:pt x="8684242" y="2404440"/>
                  </a:lnTo>
                  <a:lnTo>
                    <a:pt x="8657869" y="2527236"/>
                  </a:lnTo>
                  <a:lnTo>
                    <a:pt x="8631481" y="2650790"/>
                  </a:lnTo>
                  <a:lnTo>
                    <a:pt x="8605088" y="2774601"/>
                  </a:lnTo>
                  <a:lnTo>
                    <a:pt x="8578699" y="2898161"/>
                  </a:lnTo>
                  <a:lnTo>
                    <a:pt x="8552326" y="3020969"/>
                  </a:lnTo>
                  <a:lnTo>
                    <a:pt x="8525976" y="3142535"/>
                  </a:lnTo>
                  <a:lnTo>
                    <a:pt x="8499654" y="3262389"/>
                  </a:lnTo>
                  <a:lnTo>
                    <a:pt x="8473362" y="3380092"/>
                  </a:lnTo>
                  <a:lnTo>
                    <a:pt x="8447098" y="3495237"/>
                  </a:lnTo>
                  <a:lnTo>
                    <a:pt x="8420853" y="3607458"/>
                  </a:lnTo>
                  <a:lnTo>
                    <a:pt x="8394612" y="3716432"/>
                  </a:lnTo>
                  <a:lnTo>
                    <a:pt x="8368353" y="3821885"/>
                  </a:lnTo>
                  <a:lnTo>
                    <a:pt x="8342045" y="3923589"/>
                  </a:lnTo>
                  <a:lnTo>
                    <a:pt x="8315649" y="4021368"/>
                  </a:lnTo>
                  <a:lnTo>
                    <a:pt x="8289116" y="4115093"/>
                  </a:lnTo>
                  <a:lnTo>
                    <a:pt x="8262385" y="4204681"/>
                  </a:lnTo>
                  <a:lnTo>
                    <a:pt x="8235385" y="4290096"/>
                  </a:lnTo>
                  <a:lnTo>
                    <a:pt x="8208029" y="4371343"/>
                  </a:lnTo>
                  <a:lnTo>
                    <a:pt x="8180217" y="4448466"/>
                  </a:lnTo>
                  <a:lnTo>
                    <a:pt x="8151830" y="4521543"/>
                  </a:lnTo>
                  <a:lnTo>
                    <a:pt x="8151487" y="4522392"/>
                  </a:lnTo>
                  <a:lnTo>
                    <a:pt x="8109694" y="4619719"/>
                  </a:lnTo>
                  <a:lnTo>
                    <a:pt x="8066011" y="4708894"/>
                  </a:lnTo>
                  <a:lnTo>
                    <a:pt x="8019927" y="4790183"/>
                  </a:lnTo>
                  <a:lnTo>
                    <a:pt x="7970879" y="4864109"/>
                  </a:lnTo>
                  <a:lnTo>
                    <a:pt x="7918283" y="4931313"/>
                  </a:lnTo>
                  <a:lnTo>
                    <a:pt x="7861561" y="4992463"/>
                  </a:lnTo>
                  <a:lnTo>
                    <a:pt x="7800177" y="5048195"/>
                  </a:lnTo>
                  <a:lnTo>
                    <a:pt x="7733681" y="5099078"/>
                  </a:lnTo>
                  <a:lnTo>
                    <a:pt x="7661772" y="5145593"/>
                  </a:lnTo>
                  <a:lnTo>
                    <a:pt x="7584373" y="5188123"/>
                  </a:lnTo>
                  <a:lnTo>
                    <a:pt x="7501728" y="5226942"/>
                  </a:lnTo>
                  <a:lnTo>
                    <a:pt x="7414503" y="5262222"/>
                  </a:lnTo>
                  <a:lnTo>
                    <a:pt x="7323883" y="5294033"/>
                  </a:lnTo>
                  <a:lnTo>
                    <a:pt x="7231635" y="5322369"/>
                  </a:lnTo>
                  <a:lnTo>
                    <a:pt x="7140106" y="5347168"/>
                  </a:lnTo>
                  <a:lnTo>
                    <a:pt x="7052110" y="5368357"/>
                  </a:lnTo>
                  <a:lnTo>
                    <a:pt x="6970698" y="5385903"/>
                  </a:lnTo>
                  <a:lnTo>
                    <a:pt x="6898807" y="5399855"/>
                  </a:lnTo>
                  <a:lnTo>
                    <a:pt x="6838840" y="5410392"/>
                  </a:lnTo>
                  <a:lnTo>
                    <a:pt x="6792281" y="5417831"/>
                  </a:lnTo>
                  <a:lnTo>
                    <a:pt x="6759406" y="5422625"/>
                  </a:lnTo>
                  <a:lnTo>
                    <a:pt x="6739185" y="5425325"/>
                  </a:lnTo>
                  <a:lnTo>
                    <a:pt x="6729334" y="5426533"/>
                  </a:lnTo>
                  <a:lnTo>
                    <a:pt x="6726475" y="5426856"/>
                  </a:lnTo>
                  <a:lnTo>
                    <a:pt x="6726343" y="5426870"/>
                  </a:lnTo>
                  <a:lnTo>
                    <a:pt x="5254955" y="5426870"/>
                  </a:lnTo>
                  <a:lnTo>
                    <a:pt x="5253742" y="5426835"/>
                  </a:lnTo>
                  <a:lnTo>
                    <a:pt x="5245782" y="5426583"/>
                  </a:lnTo>
                  <a:lnTo>
                    <a:pt x="5225754" y="5425886"/>
                  </a:lnTo>
                  <a:lnTo>
                    <a:pt x="5190043" y="5424516"/>
                  </a:lnTo>
                  <a:lnTo>
                    <a:pt x="5137011" y="5422260"/>
                  </a:lnTo>
                  <a:lnTo>
                    <a:pt x="5067120" y="5418951"/>
                  </a:lnTo>
                  <a:lnTo>
                    <a:pt x="4982724" y="5414475"/>
                  </a:lnTo>
                  <a:lnTo>
                    <a:pt x="4887524" y="5408782"/>
                  </a:lnTo>
                  <a:lnTo>
                    <a:pt x="4785838" y="5401865"/>
                  </a:lnTo>
                  <a:lnTo>
                    <a:pt x="4681884" y="5393749"/>
                  </a:lnTo>
                  <a:lnTo>
                    <a:pt x="4579255" y="5384459"/>
                  </a:lnTo>
                  <a:lnTo>
                    <a:pt x="4480652" y="5374002"/>
                  </a:lnTo>
                  <a:lnTo>
                    <a:pt x="4387833" y="5362354"/>
                  </a:lnTo>
                  <a:lnTo>
                    <a:pt x="4301721" y="5349448"/>
                  </a:lnTo>
                  <a:lnTo>
                    <a:pt x="4222578" y="5335173"/>
                  </a:lnTo>
                  <a:lnTo>
                    <a:pt x="4150189" y="5319372"/>
                  </a:lnTo>
                  <a:lnTo>
                    <a:pt x="4084020" y="5301847"/>
                  </a:lnTo>
                  <a:lnTo>
                    <a:pt x="4023355" y="5282369"/>
                  </a:lnTo>
                  <a:lnTo>
                    <a:pt x="3967381" y="5260685"/>
                  </a:lnTo>
                  <a:lnTo>
                    <a:pt x="3915262" y="5236551"/>
                  </a:lnTo>
                  <a:lnTo>
                    <a:pt x="3866192" y="5209765"/>
                  </a:lnTo>
                  <a:lnTo>
                    <a:pt x="3829811" y="5187129"/>
                  </a:lnTo>
                  <a:lnTo>
                    <a:pt x="3782695" y="5154184"/>
                  </a:lnTo>
                  <a:lnTo>
                    <a:pt x="3736968" y="5118207"/>
                  </a:lnTo>
                  <a:lnTo>
                    <a:pt x="3692155" y="5079146"/>
                  </a:lnTo>
                  <a:lnTo>
                    <a:pt x="3647899" y="5037028"/>
                  </a:lnTo>
                  <a:lnTo>
                    <a:pt x="3603935" y="4991975"/>
                  </a:lnTo>
                  <a:lnTo>
                    <a:pt x="3560078" y="4944207"/>
                  </a:lnTo>
                  <a:lnTo>
                    <a:pt x="3516213" y="4894044"/>
                  </a:lnTo>
                  <a:lnTo>
                    <a:pt x="3472278" y="4841905"/>
                  </a:lnTo>
                  <a:lnTo>
                    <a:pt x="3428262" y="4788289"/>
                  </a:lnTo>
                  <a:lnTo>
                    <a:pt x="3384183" y="4733766"/>
                  </a:lnTo>
                  <a:lnTo>
                    <a:pt x="3340081" y="4678946"/>
                  </a:lnTo>
                  <a:lnTo>
                    <a:pt x="3296004" y="4624452"/>
                  </a:lnTo>
                  <a:lnTo>
                    <a:pt x="3251992" y="4570894"/>
                  </a:lnTo>
                  <a:lnTo>
                    <a:pt x="3208061" y="4518837"/>
                  </a:lnTo>
                  <a:lnTo>
                    <a:pt x="3164198" y="4468779"/>
                  </a:lnTo>
                  <a:lnTo>
                    <a:pt x="3120339" y="4421132"/>
                  </a:lnTo>
                  <a:lnTo>
                    <a:pt x="3076366" y="4376213"/>
                  </a:lnTo>
                  <a:lnTo>
                    <a:pt x="3032090" y="4334237"/>
                  </a:lnTo>
                  <a:lnTo>
                    <a:pt x="2987244" y="4295321"/>
                  </a:lnTo>
                  <a:lnTo>
                    <a:pt x="2941463" y="4259489"/>
                  </a:lnTo>
                  <a:lnTo>
                    <a:pt x="2896531" y="4228164"/>
                  </a:lnTo>
                  <a:lnTo>
                    <a:pt x="2849320" y="4199254"/>
                  </a:lnTo>
                  <a:lnTo>
                    <a:pt x="2799631" y="4173079"/>
                  </a:lnTo>
                  <a:lnTo>
                    <a:pt x="2746715" y="4149517"/>
                  </a:lnTo>
                  <a:lnTo>
                    <a:pt x="2689757" y="4128352"/>
                  </a:lnTo>
                  <a:lnTo>
                    <a:pt x="2627920" y="4109335"/>
                  </a:lnTo>
                  <a:lnTo>
                    <a:pt x="2560408" y="4092218"/>
                  </a:lnTo>
                  <a:lnTo>
                    <a:pt x="2486534" y="4076776"/>
                  </a:lnTo>
                  <a:lnTo>
                    <a:pt x="2405826" y="4062822"/>
                  </a:lnTo>
                  <a:lnTo>
                    <a:pt x="2318160" y="4050208"/>
                  </a:lnTo>
                  <a:lnTo>
                    <a:pt x="2223929" y="4038832"/>
                  </a:lnTo>
                  <a:lnTo>
                    <a:pt x="2124233" y="4028639"/>
                  </a:lnTo>
                  <a:lnTo>
                    <a:pt x="2021036" y="4019612"/>
                  </a:lnTo>
                  <a:lnTo>
                    <a:pt x="1917250" y="4011764"/>
                  </a:lnTo>
                  <a:lnTo>
                    <a:pt x="1816644" y="4005121"/>
                  </a:lnTo>
                  <a:lnTo>
                    <a:pt x="1723512" y="3999704"/>
                  </a:lnTo>
                  <a:lnTo>
                    <a:pt x="1642098" y="3995498"/>
                  </a:lnTo>
                  <a:lnTo>
                    <a:pt x="1575861" y="3992438"/>
                  </a:lnTo>
                  <a:lnTo>
                    <a:pt x="1526766" y="3990398"/>
                  </a:lnTo>
                  <a:lnTo>
                    <a:pt x="1494806" y="3989199"/>
                  </a:lnTo>
                  <a:lnTo>
                    <a:pt x="1477878" y="3988623"/>
                  </a:lnTo>
                  <a:lnTo>
                    <a:pt x="1471958" y="3988439"/>
                  </a:lnTo>
                  <a:lnTo>
                    <a:pt x="1471387" y="3988423"/>
                  </a:lnTo>
                  <a:lnTo>
                    <a:pt x="0" y="398842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31" name="pg1331"/>
            <p:cNvSpPr/>
            <p:nvPr/>
          </p:nvSpPr>
          <p:spPr>
            <a:xfrm>
              <a:off x="4799595" y="4366795"/>
              <a:ext cx="11981298" cy="6750896"/>
            </a:xfrm>
            <a:custGeom>
              <a:avLst/>
              <a:pathLst>
                <a:path w="11981298" h="6750896">
                  <a:moveTo>
                    <a:pt x="0" y="4879279"/>
                  </a:moveTo>
                  <a:lnTo>
                    <a:pt x="1471387" y="4879279"/>
                  </a:lnTo>
                  <a:lnTo>
                    <a:pt x="1472583" y="4879325"/>
                  </a:lnTo>
                  <a:lnTo>
                    <a:pt x="1480436" y="4879648"/>
                  </a:lnTo>
                  <a:lnTo>
                    <a:pt x="1500203" y="4880541"/>
                  </a:lnTo>
                  <a:lnTo>
                    <a:pt x="1535468" y="4882300"/>
                  </a:lnTo>
                  <a:lnTo>
                    <a:pt x="1587882" y="4885194"/>
                  </a:lnTo>
                  <a:lnTo>
                    <a:pt x="1657032" y="4889442"/>
                  </a:lnTo>
                  <a:lnTo>
                    <a:pt x="1740640" y="4895190"/>
                  </a:lnTo>
                  <a:lnTo>
                    <a:pt x="1835084" y="4902507"/>
                  </a:lnTo>
                  <a:lnTo>
                    <a:pt x="1936118" y="4911401"/>
                  </a:lnTo>
                  <a:lnTo>
                    <a:pt x="2039566" y="4921843"/>
                  </a:lnTo>
                  <a:lnTo>
                    <a:pt x="2141848" y="4933799"/>
                  </a:lnTo>
                  <a:lnTo>
                    <a:pt x="2240258" y="4947258"/>
                  </a:lnTo>
                  <a:lnTo>
                    <a:pt x="2333012" y="4962250"/>
                  </a:lnTo>
                  <a:lnTo>
                    <a:pt x="2419156" y="4978855"/>
                  </a:lnTo>
                  <a:lnTo>
                    <a:pt x="2498397" y="4997215"/>
                  </a:lnTo>
                  <a:lnTo>
                    <a:pt x="2570921" y="5017525"/>
                  </a:lnTo>
                  <a:lnTo>
                    <a:pt x="2637235" y="5040036"/>
                  </a:lnTo>
                  <a:lnTo>
                    <a:pt x="2698036" y="5065040"/>
                  </a:lnTo>
                  <a:lnTo>
                    <a:pt x="2754120" y="5092858"/>
                  </a:lnTo>
                  <a:lnTo>
                    <a:pt x="2806311" y="5123808"/>
                  </a:lnTo>
                  <a:lnTo>
                    <a:pt x="2855409" y="5158156"/>
                  </a:lnTo>
                  <a:lnTo>
                    <a:pt x="2896531" y="5191216"/>
                  </a:lnTo>
                  <a:lnTo>
                    <a:pt x="2940248" y="5230807"/>
                  </a:lnTo>
                  <a:lnTo>
                    <a:pt x="2982739" y="5273780"/>
                  </a:lnTo>
                  <a:lnTo>
                    <a:pt x="3024393" y="5320198"/>
                  </a:lnTo>
                  <a:lnTo>
                    <a:pt x="3065509" y="5370047"/>
                  </a:lnTo>
                  <a:lnTo>
                    <a:pt x="3106317" y="5423229"/>
                  </a:lnTo>
                  <a:lnTo>
                    <a:pt x="3146983" y="5479548"/>
                  </a:lnTo>
                  <a:lnTo>
                    <a:pt x="3187620" y="5538716"/>
                  </a:lnTo>
                  <a:lnTo>
                    <a:pt x="3228295" y="5600347"/>
                  </a:lnTo>
                  <a:lnTo>
                    <a:pt x="3269038" y="5663967"/>
                  </a:lnTo>
                  <a:lnTo>
                    <a:pt x="3309850" y="5729027"/>
                  </a:lnTo>
                  <a:lnTo>
                    <a:pt x="3350707" y="5794923"/>
                  </a:lnTo>
                  <a:lnTo>
                    <a:pt x="3391576" y="5861016"/>
                  </a:lnTo>
                  <a:lnTo>
                    <a:pt x="3432419" y="5926661"/>
                  </a:lnTo>
                  <a:lnTo>
                    <a:pt x="3473205" y="5991228"/>
                  </a:lnTo>
                  <a:lnTo>
                    <a:pt x="3513921" y="6054133"/>
                  </a:lnTo>
                  <a:lnTo>
                    <a:pt x="3554575" y="6114855"/>
                  </a:lnTo>
                  <a:lnTo>
                    <a:pt x="3595213" y="6172953"/>
                  </a:lnTo>
                  <a:lnTo>
                    <a:pt x="3635918" y="6228078"/>
                  </a:lnTo>
                  <a:lnTo>
                    <a:pt x="3676823" y="6279977"/>
                  </a:lnTo>
                  <a:lnTo>
                    <a:pt x="3718119" y="6328495"/>
                  </a:lnTo>
                  <a:lnTo>
                    <a:pt x="3760059" y="6373566"/>
                  </a:lnTo>
                  <a:lnTo>
                    <a:pt x="3802976" y="6415208"/>
                  </a:lnTo>
                  <a:lnTo>
                    <a:pt x="3829811" y="6438960"/>
                  </a:lnTo>
                  <a:lnTo>
                    <a:pt x="3876794" y="6476407"/>
                  </a:lnTo>
                  <a:lnTo>
                    <a:pt x="3926229" y="6510329"/>
                  </a:lnTo>
                  <a:lnTo>
                    <a:pt x="3978853" y="6540880"/>
                  </a:lnTo>
                  <a:lnTo>
                    <a:pt x="4035469" y="6568337"/>
                  </a:lnTo>
                  <a:lnTo>
                    <a:pt x="4096903" y="6593019"/>
                  </a:lnTo>
                  <a:lnTo>
                    <a:pt x="4163941" y="6615246"/>
                  </a:lnTo>
                  <a:lnTo>
                    <a:pt x="4237264" y="6635305"/>
                  </a:lnTo>
                  <a:lnTo>
                    <a:pt x="4317347" y="6653441"/>
                  </a:lnTo>
                  <a:lnTo>
                    <a:pt x="4404327" y="6669843"/>
                  </a:lnTo>
                  <a:lnTo>
                    <a:pt x="4497839" y="6684644"/>
                  </a:lnTo>
                  <a:lnTo>
                    <a:pt x="4596835" y="6697919"/>
                  </a:lnTo>
                  <a:lnTo>
                    <a:pt x="4699424" y="6709691"/>
                  </a:lnTo>
                  <a:lnTo>
                    <a:pt x="4802784" y="6719946"/>
                  </a:lnTo>
                  <a:lnTo>
                    <a:pt x="4903244" y="6728648"/>
                  </a:lnTo>
                  <a:lnTo>
                    <a:pt x="4996586" y="6735772"/>
                  </a:lnTo>
                  <a:lnTo>
                    <a:pt x="5078600" y="6741331"/>
                  </a:lnTo>
                  <a:lnTo>
                    <a:pt x="5145793" y="6745405"/>
                  </a:lnTo>
                  <a:lnTo>
                    <a:pt x="5196091" y="6748147"/>
                  </a:lnTo>
                  <a:lnTo>
                    <a:pt x="5229333" y="6749784"/>
                  </a:lnTo>
                  <a:lnTo>
                    <a:pt x="5247414" y="6750592"/>
                  </a:lnTo>
                  <a:lnTo>
                    <a:pt x="5254141" y="6750866"/>
                  </a:lnTo>
                  <a:lnTo>
                    <a:pt x="5254955" y="6750896"/>
                  </a:lnTo>
                  <a:lnTo>
                    <a:pt x="6726343" y="6750896"/>
                  </a:lnTo>
                  <a:lnTo>
                    <a:pt x="6727113" y="6750792"/>
                  </a:lnTo>
                  <a:lnTo>
                    <a:pt x="6732214" y="6750052"/>
                  </a:lnTo>
                  <a:lnTo>
                    <a:pt x="6745213" y="6748008"/>
                  </a:lnTo>
                  <a:lnTo>
                    <a:pt x="6768794" y="6743976"/>
                  </a:lnTo>
                  <a:lnTo>
                    <a:pt x="6804637" y="6737297"/>
                  </a:lnTo>
                  <a:lnTo>
                    <a:pt x="6853301" y="6727382"/>
                  </a:lnTo>
                  <a:lnTo>
                    <a:pt x="6914214" y="6713764"/>
                  </a:lnTo>
                  <a:lnTo>
                    <a:pt x="6985808" y="6696125"/>
                  </a:lnTo>
                  <a:lnTo>
                    <a:pt x="7065779" y="6674301"/>
                  </a:lnTo>
                  <a:lnTo>
                    <a:pt x="7151436" y="6648253"/>
                  </a:lnTo>
                  <a:lnTo>
                    <a:pt x="7240040" y="6618032"/>
                  </a:lnTo>
                  <a:lnTo>
                    <a:pt x="7329093" y="6583721"/>
                  </a:lnTo>
                  <a:lnTo>
                    <a:pt x="7416516" y="6545383"/>
                  </a:lnTo>
                  <a:lnTo>
                    <a:pt x="7500738" y="6503027"/>
                  </a:lnTo>
                  <a:lnTo>
                    <a:pt x="7580695" y="6456570"/>
                  </a:lnTo>
                  <a:lnTo>
                    <a:pt x="7655776" y="6405826"/>
                  </a:lnTo>
                  <a:lnTo>
                    <a:pt x="7725741" y="6350494"/>
                  </a:lnTo>
                  <a:lnTo>
                    <a:pt x="7790635" y="6290157"/>
                  </a:lnTo>
                  <a:lnTo>
                    <a:pt x="7850708" y="6224291"/>
                  </a:lnTo>
                  <a:lnTo>
                    <a:pt x="7906348" y="6152274"/>
                  </a:lnTo>
                  <a:lnTo>
                    <a:pt x="7958026" y="6073405"/>
                  </a:lnTo>
                  <a:lnTo>
                    <a:pt x="8006258" y="5986942"/>
                  </a:lnTo>
                  <a:lnTo>
                    <a:pt x="8051571" y="5892148"/>
                  </a:lnTo>
                  <a:lnTo>
                    <a:pt x="8094480" y="5788385"/>
                  </a:lnTo>
                  <a:lnTo>
                    <a:pt x="8135465" y="5675233"/>
                  </a:lnTo>
                  <a:lnTo>
                    <a:pt x="8151487" y="5627109"/>
                  </a:lnTo>
                  <a:lnTo>
                    <a:pt x="8177130" y="5545472"/>
                  </a:lnTo>
                  <a:lnTo>
                    <a:pt x="8202294" y="5459755"/>
                  </a:lnTo>
                  <a:lnTo>
                    <a:pt x="8227068" y="5369881"/>
                  </a:lnTo>
                  <a:lnTo>
                    <a:pt x="8251529" y="5275801"/>
                  </a:lnTo>
                  <a:lnTo>
                    <a:pt x="8275744" y="5177498"/>
                  </a:lnTo>
                  <a:lnTo>
                    <a:pt x="8299771" y="5074987"/>
                  </a:lnTo>
                  <a:lnTo>
                    <a:pt x="8323658" y="4968321"/>
                  </a:lnTo>
                  <a:lnTo>
                    <a:pt x="8347446" y="4857589"/>
                  </a:lnTo>
                  <a:lnTo>
                    <a:pt x="8371170" y="4742919"/>
                  </a:lnTo>
                  <a:lnTo>
                    <a:pt x="8394858" y="4624480"/>
                  </a:lnTo>
                  <a:lnTo>
                    <a:pt x="8418531" y="4502483"/>
                  </a:lnTo>
                  <a:lnTo>
                    <a:pt x="8442206" y="4377175"/>
                  </a:lnTo>
                  <a:lnTo>
                    <a:pt x="8465894" y="4248845"/>
                  </a:lnTo>
                  <a:lnTo>
                    <a:pt x="8489604" y="4117819"/>
                  </a:lnTo>
                  <a:lnTo>
                    <a:pt x="8513338" y="3984455"/>
                  </a:lnTo>
                  <a:lnTo>
                    <a:pt x="8537096" y="3849143"/>
                  </a:lnTo>
                  <a:lnTo>
                    <a:pt x="8560876" y="3712296"/>
                  </a:lnTo>
                  <a:lnTo>
                    <a:pt x="8584673" y="3574353"/>
                  </a:lnTo>
                  <a:lnTo>
                    <a:pt x="8608480" y="3435762"/>
                  </a:lnTo>
                  <a:lnTo>
                    <a:pt x="8632290" y="3296983"/>
                  </a:lnTo>
                  <a:lnTo>
                    <a:pt x="8656096" y="3158480"/>
                  </a:lnTo>
                  <a:lnTo>
                    <a:pt x="8679890" y="3020710"/>
                  </a:lnTo>
                  <a:lnTo>
                    <a:pt x="8703666" y="2884122"/>
                  </a:lnTo>
                  <a:lnTo>
                    <a:pt x="8727420" y="2749148"/>
                  </a:lnTo>
                  <a:lnTo>
                    <a:pt x="8751149" y="2616199"/>
                  </a:lnTo>
                  <a:lnTo>
                    <a:pt x="8774855" y="2485658"/>
                  </a:lnTo>
                  <a:lnTo>
                    <a:pt x="8798540" y="2357878"/>
                  </a:lnTo>
                  <a:lnTo>
                    <a:pt x="8822214" y="2233177"/>
                  </a:lnTo>
                  <a:lnTo>
                    <a:pt x="8845888" y="2111836"/>
                  </a:lnTo>
                  <a:lnTo>
                    <a:pt x="8869581" y="1994098"/>
                  </a:lnTo>
                  <a:lnTo>
                    <a:pt x="8893315" y="1880163"/>
                  </a:lnTo>
                  <a:lnTo>
                    <a:pt x="8917119" y="1770194"/>
                  </a:lnTo>
                  <a:lnTo>
                    <a:pt x="8941029" y="1664310"/>
                  </a:lnTo>
                  <a:lnTo>
                    <a:pt x="8965087" y="1562595"/>
                  </a:lnTo>
                  <a:lnTo>
                    <a:pt x="8989344" y="1465093"/>
                  </a:lnTo>
                  <a:lnTo>
                    <a:pt x="9013859" y="1371813"/>
                  </a:lnTo>
                  <a:lnTo>
                    <a:pt x="9038701" y="1282732"/>
                  </a:lnTo>
                  <a:lnTo>
                    <a:pt x="9063949" y="1197797"/>
                  </a:lnTo>
                  <a:lnTo>
                    <a:pt x="9084767" y="1131960"/>
                  </a:lnTo>
                  <a:lnTo>
                    <a:pt x="9125100" y="1015004"/>
                  </a:lnTo>
                  <a:lnTo>
                    <a:pt x="9167182" y="907501"/>
                  </a:lnTo>
                  <a:lnTo>
                    <a:pt x="9211469" y="809171"/>
                  </a:lnTo>
                  <a:lnTo>
                    <a:pt x="9258465" y="719446"/>
                  </a:lnTo>
                  <a:lnTo>
                    <a:pt x="9308695" y="637616"/>
                  </a:lnTo>
                  <a:lnTo>
                    <a:pt x="9362684" y="562934"/>
                  </a:lnTo>
                  <a:lnTo>
                    <a:pt x="9420923" y="494677"/>
                  </a:lnTo>
                  <a:lnTo>
                    <a:pt x="9483841" y="432188"/>
                  </a:lnTo>
                  <a:lnTo>
                    <a:pt x="9551750" y="374901"/>
                  </a:lnTo>
                  <a:lnTo>
                    <a:pt x="9624786" y="322356"/>
                  </a:lnTo>
                  <a:lnTo>
                    <a:pt x="9702835" y="274206"/>
                  </a:lnTo>
                  <a:lnTo>
                    <a:pt x="9785445" y="230218"/>
                  </a:lnTo>
                  <a:lnTo>
                    <a:pt x="9871742" y="190269"/>
                  </a:lnTo>
                  <a:lnTo>
                    <a:pt x="9960361" y="154334"/>
                  </a:lnTo>
                  <a:lnTo>
                    <a:pt x="10049426" y="122460"/>
                  </a:lnTo>
                  <a:lnTo>
                    <a:pt x="10136588" y="94727"/>
                  </a:lnTo>
                  <a:lnTo>
                    <a:pt x="10219177" y="71204"/>
                  </a:lnTo>
                  <a:lnTo>
                    <a:pt x="10294442" y="51895"/>
                  </a:lnTo>
                  <a:lnTo>
                    <a:pt x="10359883" y="36691"/>
                  </a:lnTo>
                  <a:lnTo>
                    <a:pt x="10413598" y="25337"/>
                  </a:lnTo>
                  <a:lnTo>
                    <a:pt x="10454589" y="17422"/>
                  </a:lnTo>
                  <a:lnTo>
                    <a:pt x="10482956" y="12403"/>
                  </a:lnTo>
                  <a:lnTo>
                    <a:pt x="10499937" y="9643"/>
                  </a:lnTo>
                  <a:lnTo>
                    <a:pt x="10507830" y="8461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9141" y="104"/>
                  </a:lnTo>
                  <a:lnTo>
                    <a:pt x="10504039" y="844"/>
                  </a:lnTo>
                  <a:lnTo>
                    <a:pt x="10491040" y="2888"/>
                  </a:lnTo>
                  <a:lnTo>
                    <a:pt x="10467459" y="6919"/>
                  </a:lnTo>
                  <a:lnTo>
                    <a:pt x="10431616" y="13599"/>
                  </a:lnTo>
                  <a:lnTo>
                    <a:pt x="10382952" y="23514"/>
                  </a:lnTo>
                  <a:lnTo>
                    <a:pt x="10322039" y="37131"/>
                  </a:lnTo>
                  <a:lnTo>
                    <a:pt x="10250446" y="54770"/>
                  </a:lnTo>
                  <a:lnTo>
                    <a:pt x="10170474" y="76595"/>
                  </a:lnTo>
                  <a:lnTo>
                    <a:pt x="10084818" y="102642"/>
                  </a:lnTo>
                  <a:lnTo>
                    <a:pt x="9996213" y="132863"/>
                  </a:lnTo>
                  <a:lnTo>
                    <a:pt x="9907161" y="167175"/>
                  </a:lnTo>
                  <a:lnTo>
                    <a:pt x="9819738" y="205513"/>
                  </a:lnTo>
                  <a:lnTo>
                    <a:pt x="9735515" y="247869"/>
                  </a:lnTo>
                  <a:lnTo>
                    <a:pt x="9655558" y="294326"/>
                  </a:lnTo>
                  <a:lnTo>
                    <a:pt x="9580477" y="345070"/>
                  </a:lnTo>
                  <a:lnTo>
                    <a:pt x="9510513" y="400402"/>
                  </a:lnTo>
                  <a:lnTo>
                    <a:pt x="9445619" y="460739"/>
                  </a:lnTo>
                  <a:lnTo>
                    <a:pt x="9385545" y="526604"/>
                  </a:lnTo>
                  <a:lnTo>
                    <a:pt x="9329905" y="598622"/>
                  </a:lnTo>
                  <a:lnTo>
                    <a:pt x="9278227" y="677490"/>
                  </a:lnTo>
                  <a:lnTo>
                    <a:pt x="9229995" y="763954"/>
                  </a:lnTo>
                  <a:lnTo>
                    <a:pt x="9184682" y="858747"/>
                  </a:lnTo>
                  <a:lnTo>
                    <a:pt x="9141773" y="962511"/>
                  </a:lnTo>
                  <a:lnTo>
                    <a:pt x="9100788" y="1075662"/>
                  </a:lnTo>
                  <a:lnTo>
                    <a:pt x="9084767" y="1123787"/>
                  </a:lnTo>
                  <a:lnTo>
                    <a:pt x="9059123" y="1205423"/>
                  </a:lnTo>
                  <a:lnTo>
                    <a:pt x="9033959" y="1291140"/>
                  </a:lnTo>
                  <a:lnTo>
                    <a:pt x="9009185" y="1381014"/>
                  </a:lnTo>
                  <a:lnTo>
                    <a:pt x="8984724" y="1475094"/>
                  </a:lnTo>
                  <a:lnTo>
                    <a:pt x="8960509" y="1573397"/>
                  </a:lnTo>
                  <a:lnTo>
                    <a:pt x="8936482" y="1675908"/>
                  </a:lnTo>
                  <a:lnTo>
                    <a:pt x="8912595" y="1782574"/>
                  </a:lnTo>
                  <a:lnTo>
                    <a:pt x="8888807" y="1893307"/>
                  </a:lnTo>
                  <a:lnTo>
                    <a:pt x="8865083" y="2007977"/>
                  </a:lnTo>
                  <a:lnTo>
                    <a:pt x="8841396" y="2126415"/>
                  </a:lnTo>
                  <a:lnTo>
                    <a:pt x="8817723" y="2248413"/>
                  </a:lnTo>
                  <a:lnTo>
                    <a:pt x="8794048" y="2373721"/>
                  </a:lnTo>
                  <a:lnTo>
                    <a:pt x="8770359" y="2502050"/>
                  </a:lnTo>
                  <a:lnTo>
                    <a:pt x="8746649" y="2633077"/>
                  </a:lnTo>
                  <a:lnTo>
                    <a:pt x="8722915" y="2766441"/>
                  </a:lnTo>
                  <a:lnTo>
                    <a:pt x="8699157" y="2901753"/>
                  </a:lnTo>
                  <a:lnTo>
                    <a:pt x="8675377" y="3038599"/>
                  </a:lnTo>
                  <a:lnTo>
                    <a:pt x="8651580" y="3176543"/>
                  </a:lnTo>
                  <a:lnTo>
                    <a:pt x="8627773" y="3315134"/>
                  </a:lnTo>
                  <a:lnTo>
                    <a:pt x="8603963" y="3453912"/>
                  </a:lnTo>
                  <a:lnTo>
                    <a:pt x="8580157" y="3592415"/>
                  </a:lnTo>
                  <a:lnTo>
                    <a:pt x="8556363" y="3730185"/>
                  </a:lnTo>
                  <a:lnTo>
                    <a:pt x="8532587" y="3866773"/>
                  </a:lnTo>
                  <a:lnTo>
                    <a:pt x="8508833" y="4001747"/>
                  </a:lnTo>
                  <a:lnTo>
                    <a:pt x="8485104" y="4134697"/>
                  </a:lnTo>
                  <a:lnTo>
                    <a:pt x="8461398" y="4265238"/>
                  </a:lnTo>
                  <a:lnTo>
                    <a:pt x="8437713" y="4393018"/>
                  </a:lnTo>
                  <a:lnTo>
                    <a:pt x="8414039" y="4517719"/>
                  </a:lnTo>
                  <a:lnTo>
                    <a:pt x="8390365" y="4639059"/>
                  </a:lnTo>
                  <a:lnTo>
                    <a:pt x="8366672" y="4756798"/>
                  </a:lnTo>
                  <a:lnTo>
                    <a:pt x="8342939" y="4870732"/>
                  </a:lnTo>
                  <a:lnTo>
                    <a:pt x="8319134" y="4980702"/>
                  </a:lnTo>
                  <a:lnTo>
                    <a:pt x="8295225" y="5086585"/>
                  </a:lnTo>
                  <a:lnTo>
                    <a:pt x="8271166" y="5188301"/>
                  </a:lnTo>
                  <a:lnTo>
                    <a:pt x="8246909" y="5285803"/>
                  </a:lnTo>
                  <a:lnTo>
                    <a:pt x="8222394" y="5379082"/>
                  </a:lnTo>
                  <a:lnTo>
                    <a:pt x="8197552" y="5468163"/>
                  </a:lnTo>
                  <a:lnTo>
                    <a:pt x="8172304" y="5553099"/>
                  </a:lnTo>
                  <a:lnTo>
                    <a:pt x="8151487" y="5618936"/>
                  </a:lnTo>
                  <a:lnTo>
                    <a:pt x="8111153" y="5735892"/>
                  </a:lnTo>
                  <a:lnTo>
                    <a:pt x="8069071" y="5843395"/>
                  </a:lnTo>
                  <a:lnTo>
                    <a:pt x="8024784" y="5941724"/>
                  </a:lnTo>
                  <a:lnTo>
                    <a:pt x="7977788" y="6031449"/>
                  </a:lnTo>
                  <a:lnTo>
                    <a:pt x="7927558" y="6113279"/>
                  </a:lnTo>
                  <a:lnTo>
                    <a:pt x="7873570" y="6187962"/>
                  </a:lnTo>
                  <a:lnTo>
                    <a:pt x="7815330" y="6256219"/>
                  </a:lnTo>
                  <a:lnTo>
                    <a:pt x="7752412" y="6318708"/>
                  </a:lnTo>
                  <a:lnTo>
                    <a:pt x="7684503" y="6375995"/>
                  </a:lnTo>
                  <a:lnTo>
                    <a:pt x="7611467" y="6428539"/>
                  </a:lnTo>
                  <a:lnTo>
                    <a:pt x="7533418" y="6476690"/>
                  </a:lnTo>
                  <a:lnTo>
                    <a:pt x="7450808" y="6520678"/>
                  </a:lnTo>
                  <a:lnTo>
                    <a:pt x="7364512" y="6560627"/>
                  </a:lnTo>
                  <a:lnTo>
                    <a:pt x="7275892" y="6596561"/>
                  </a:lnTo>
                  <a:lnTo>
                    <a:pt x="7186828" y="6628436"/>
                  </a:lnTo>
                  <a:lnTo>
                    <a:pt x="7099665" y="6656169"/>
                  </a:lnTo>
                  <a:lnTo>
                    <a:pt x="7017077" y="6679692"/>
                  </a:lnTo>
                  <a:lnTo>
                    <a:pt x="6941811" y="6699000"/>
                  </a:lnTo>
                  <a:lnTo>
                    <a:pt x="6876370" y="6714204"/>
                  </a:lnTo>
                  <a:lnTo>
                    <a:pt x="6822656" y="6725559"/>
                  </a:lnTo>
                  <a:lnTo>
                    <a:pt x="6781664" y="6733473"/>
                  </a:lnTo>
                  <a:lnTo>
                    <a:pt x="6753297" y="6738492"/>
                  </a:lnTo>
                  <a:lnTo>
                    <a:pt x="6736316" y="6741253"/>
                  </a:lnTo>
                  <a:lnTo>
                    <a:pt x="6728423" y="6742435"/>
                  </a:lnTo>
                  <a:lnTo>
                    <a:pt x="6726343" y="6742723"/>
                  </a:lnTo>
                  <a:lnTo>
                    <a:pt x="5254955" y="6742723"/>
                  </a:lnTo>
                  <a:lnTo>
                    <a:pt x="5253759" y="6742678"/>
                  </a:lnTo>
                  <a:lnTo>
                    <a:pt x="5245906" y="6742355"/>
                  </a:lnTo>
                  <a:lnTo>
                    <a:pt x="5226140" y="6741461"/>
                  </a:lnTo>
                  <a:lnTo>
                    <a:pt x="5190874" y="6739703"/>
                  </a:lnTo>
                  <a:lnTo>
                    <a:pt x="5138460" y="6736809"/>
                  </a:lnTo>
                  <a:lnTo>
                    <a:pt x="5069310" y="6732561"/>
                  </a:lnTo>
                  <a:lnTo>
                    <a:pt x="4985703" y="6726813"/>
                  </a:lnTo>
                  <a:lnTo>
                    <a:pt x="4891258" y="6719495"/>
                  </a:lnTo>
                  <a:lnTo>
                    <a:pt x="4790224" y="6710602"/>
                  </a:lnTo>
                  <a:lnTo>
                    <a:pt x="4686777" y="6700160"/>
                  </a:lnTo>
                  <a:lnTo>
                    <a:pt x="4584494" y="6688203"/>
                  </a:lnTo>
                  <a:lnTo>
                    <a:pt x="4486085" y="6674744"/>
                  </a:lnTo>
                  <a:lnTo>
                    <a:pt x="4393331" y="6659753"/>
                  </a:lnTo>
                  <a:lnTo>
                    <a:pt x="4307186" y="6643147"/>
                  </a:lnTo>
                  <a:lnTo>
                    <a:pt x="4227945" y="6624788"/>
                  </a:lnTo>
                  <a:lnTo>
                    <a:pt x="4155421" y="6604477"/>
                  </a:lnTo>
                  <a:lnTo>
                    <a:pt x="4089107" y="6581967"/>
                  </a:lnTo>
                  <a:lnTo>
                    <a:pt x="4028306" y="6556963"/>
                  </a:lnTo>
                  <a:lnTo>
                    <a:pt x="3972222" y="6529144"/>
                  </a:lnTo>
                  <a:lnTo>
                    <a:pt x="3920031" y="6498195"/>
                  </a:lnTo>
                  <a:lnTo>
                    <a:pt x="3870933" y="6463847"/>
                  </a:lnTo>
                  <a:lnTo>
                    <a:pt x="3829811" y="6430787"/>
                  </a:lnTo>
                  <a:lnTo>
                    <a:pt x="3786094" y="6391195"/>
                  </a:lnTo>
                  <a:lnTo>
                    <a:pt x="3743603" y="6348222"/>
                  </a:lnTo>
                  <a:lnTo>
                    <a:pt x="3701949" y="6301805"/>
                  </a:lnTo>
                  <a:lnTo>
                    <a:pt x="3660833" y="6251955"/>
                  </a:lnTo>
                  <a:lnTo>
                    <a:pt x="3620025" y="6198774"/>
                  </a:lnTo>
                  <a:lnTo>
                    <a:pt x="3579359" y="6142454"/>
                  </a:lnTo>
                  <a:lnTo>
                    <a:pt x="3538723" y="6083286"/>
                  </a:lnTo>
                  <a:lnTo>
                    <a:pt x="3498047" y="6021656"/>
                  </a:lnTo>
                  <a:lnTo>
                    <a:pt x="3457304" y="5958036"/>
                  </a:lnTo>
                  <a:lnTo>
                    <a:pt x="3416493" y="5892976"/>
                  </a:lnTo>
                  <a:lnTo>
                    <a:pt x="3375635" y="5827080"/>
                  </a:lnTo>
                  <a:lnTo>
                    <a:pt x="3334766" y="5760987"/>
                  </a:lnTo>
                  <a:lnTo>
                    <a:pt x="3293923" y="5695342"/>
                  </a:lnTo>
                  <a:lnTo>
                    <a:pt x="3253137" y="5630774"/>
                  </a:lnTo>
                  <a:lnTo>
                    <a:pt x="3212421" y="5567869"/>
                  </a:lnTo>
                  <a:lnTo>
                    <a:pt x="3171767" y="5507148"/>
                  </a:lnTo>
                  <a:lnTo>
                    <a:pt x="3131129" y="5449050"/>
                  </a:lnTo>
                  <a:lnTo>
                    <a:pt x="3090424" y="5393925"/>
                  </a:lnTo>
                  <a:lnTo>
                    <a:pt x="3049519" y="5342026"/>
                  </a:lnTo>
                  <a:lnTo>
                    <a:pt x="3008224" y="5293508"/>
                  </a:lnTo>
                  <a:lnTo>
                    <a:pt x="2966284" y="5248437"/>
                  </a:lnTo>
                  <a:lnTo>
                    <a:pt x="2923366" y="5206795"/>
                  </a:lnTo>
                  <a:lnTo>
                    <a:pt x="2896531" y="5183043"/>
                  </a:lnTo>
                  <a:lnTo>
                    <a:pt x="2849548" y="5145595"/>
                  </a:lnTo>
                  <a:lnTo>
                    <a:pt x="2800113" y="5111674"/>
                  </a:lnTo>
                  <a:lnTo>
                    <a:pt x="2747489" y="5081123"/>
                  </a:lnTo>
                  <a:lnTo>
                    <a:pt x="2690873" y="5053666"/>
                  </a:lnTo>
                  <a:lnTo>
                    <a:pt x="2629439" y="5028983"/>
                  </a:lnTo>
                  <a:lnTo>
                    <a:pt x="2562401" y="5006757"/>
                  </a:lnTo>
                  <a:lnTo>
                    <a:pt x="2489078" y="4986697"/>
                  </a:lnTo>
                  <a:lnTo>
                    <a:pt x="2408995" y="4968562"/>
                  </a:lnTo>
                  <a:lnTo>
                    <a:pt x="2322015" y="4952160"/>
                  </a:lnTo>
                  <a:lnTo>
                    <a:pt x="2228503" y="4937359"/>
                  </a:lnTo>
                  <a:lnTo>
                    <a:pt x="2129507" y="4924084"/>
                  </a:lnTo>
                  <a:lnTo>
                    <a:pt x="2026918" y="4912311"/>
                  </a:lnTo>
                  <a:lnTo>
                    <a:pt x="1923558" y="4902057"/>
                  </a:lnTo>
                  <a:lnTo>
                    <a:pt x="1823098" y="4893355"/>
                  </a:lnTo>
                  <a:lnTo>
                    <a:pt x="1729756" y="4886231"/>
                  </a:lnTo>
                  <a:lnTo>
                    <a:pt x="1647742" y="4880671"/>
                  </a:lnTo>
                  <a:lnTo>
                    <a:pt x="1580549" y="4876598"/>
                  </a:lnTo>
                  <a:lnTo>
                    <a:pt x="1530251" y="4873856"/>
                  </a:lnTo>
                  <a:lnTo>
                    <a:pt x="1497009" y="4872219"/>
                  </a:lnTo>
                  <a:lnTo>
                    <a:pt x="1478928" y="4871411"/>
                  </a:lnTo>
                  <a:lnTo>
                    <a:pt x="1472201" y="4871137"/>
                  </a:lnTo>
                  <a:lnTo>
                    <a:pt x="1471387" y="4871106"/>
                  </a:lnTo>
                  <a:lnTo>
                    <a:pt x="0" y="4871106"/>
                  </a:lnTo>
                  <a:close/>
                </a:path>
              </a:pathLst>
            </a:custGeom>
            <a:solidFill>
              <a:srgbClr val="E78AC3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332" name="pl1332"/>
            <p:cNvSpPr/>
            <p:nvPr/>
          </p:nvSpPr>
          <p:spPr>
            <a:xfrm>
              <a:off x="4799595" y="4374968"/>
              <a:ext cx="11981298" cy="6742723"/>
            </a:xfrm>
            <a:custGeom>
              <a:avLst/>
              <a:pathLst>
                <a:path w="11981298" h="6742723">
                  <a:moveTo>
                    <a:pt x="0" y="4871106"/>
                  </a:moveTo>
                  <a:lnTo>
                    <a:pt x="1471387" y="4871106"/>
                  </a:lnTo>
                  <a:lnTo>
                    <a:pt x="1472583" y="4871152"/>
                  </a:lnTo>
                  <a:lnTo>
                    <a:pt x="1480436" y="4871475"/>
                  </a:lnTo>
                  <a:lnTo>
                    <a:pt x="1500203" y="4872368"/>
                  </a:lnTo>
                  <a:lnTo>
                    <a:pt x="1535468" y="4874127"/>
                  </a:lnTo>
                  <a:lnTo>
                    <a:pt x="1587882" y="4877021"/>
                  </a:lnTo>
                  <a:lnTo>
                    <a:pt x="1657032" y="4881269"/>
                  </a:lnTo>
                  <a:lnTo>
                    <a:pt x="1740640" y="4887017"/>
                  </a:lnTo>
                  <a:lnTo>
                    <a:pt x="1835084" y="4894334"/>
                  </a:lnTo>
                  <a:lnTo>
                    <a:pt x="1936118" y="4903228"/>
                  </a:lnTo>
                  <a:lnTo>
                    <a:pt x="2039566" y="4913670"/>
                  </a:lnTo>
                  <a:lnTo>
                    <a:pt x="2141848" y="4925626"/>
                  </a:lnTo>
                  <a:lnTo>
                    <a:pt x="2240258" y="4939085"/>
                  </a:lnTo>
                  <a:lnTo>
                    <a:pt x="2333012" y="4954077"/>
                  </a:lnTo>
                  <a:lnTo>
                    <a:pt x="2419156" y="4970682"/>
                  </a:lnTo>
                  <a:lnTo>
                    <a:pt x="2498397" y="4989042"/>
                  </a:lnTo>
                  <a:lnTo>
                    <a:pt x="2570921" y="5009352"/>
                  </a:lnTo>
                  <a:lnTo>
                    <a:pt x="2637235" y="5031863"/>
                  </a:lnTo>
                  <a:lnTo>
                    <a:pt x="2698036" y="5056867"/>
                  </a:lnTo>
                  <a:lnTo>
                    <a:pt x="2754120" y="5084685"/>
                  </a:lnTo>
                  <a:lnTo>
                    <a:pt x="2806311" y="5115635"/>
                  </a:lnTo>
                  <a:lnTo>
                    <a:pt x="2855409" y="5149983"/>
                  </a:lnTo>
                  <a:lnTo>
                    <a:pt x="2896531" y="5183043"/>
                  </a:lnTo>
                  <a:lnTo>
                    <a:pt x="2940248" y="5222634"/>
                  </a:lnTo>
                  <a:lnTo>
                    <a:pt x="2982739" y="5265607"/>
                  </a:lnTo>
                  <a:lnTo>
                    <a:pt x="3024393" y="5312025"/>
                  </a:lnTo>
                  <a:lnTo>
                    <a:pt x="3065509" y="5361874"/>
                  </a:lnTo>
                  <a:lnTo>
                    <a:pt x="3106317" y="5415056"/>
                  </a:lnTo>
                  <a:lnTo>
                    <a:pt x="3146983" y="5471375"/>
                  </a:lnTo>
                  <a:lnTo>
                    <a:pt x="3187620" y="5530543"/>
                  </a:lnTo>
                  <a:lnTo>
                    <a:pt x="3228295" y="5592174"/>
                  </a:lnTo>
                  <a:lnTo>
                    <a:pt x="3269038" y="5655794"/>
                  </a:lnTo>
                  <a:lnTo>
                    <a:pt x="3309850" y="5720854"/>
                  </a:lnTo>
                  <a:lnTo>
                    <a:pt x="3350707" y="5786750"/>
                  </a:lnTo>
                  <a:lnTo>
                    <a:pt x="3391576" y="5852843"/>
                  </a:lnTo>
                  <a:lnTo>
                    <a:pt x="3432419" y="5918488"/>
                  </a:lnTo>
                  <a:lnTo>
                    <a:pt x="3473205" y="5983055"/>
                  </a:lnTo>
                  <a:lnTo>
                    <a:pt x="3513921" y="6045960"/>
                  </a:lnTo>
                  <a:lnTo>
                    <a:pt x="3554575" y="6106682"/>
                  </a:lnTo>
                  <a:lnTo>
                    <a:pt x="3595213" y="6164780"/>
                  </a:lnTo>
                  <a:lnTo>
                    <a:pt x="3635918" y="6219905"/>
                  </a:lnTo>
                  <a:lnTo>
                    <a:pt x="3676823" y="6271804"/>
                  </a:lnTo>
                  <a:lnTo>
                    <a:pt x="3718119" y="6320322"/>
                  </a:lnTo>
                  <a:lnTo>
                    <a:pt x="3760059" y="6365393"/>
                  </a:lnTo>
                  <a:lnTo>
                    <a:pt x="3802976" y="6407035"/>
                  </a:lnTo>
                  <a:lnTo>
                    <a:pt x="3829811" y="6430787"/>
                  </a:lnTo>
                  <a:lnTo>
                    <a:pt x="3876794" y="6468234"/>
                  </a:lnTo>
                  <a:lnTo>
                    <a:pt x="3926229" y="6502156"/>
                  </a:lnTo>
                  <a:lnTo>
                    <a:pt x="3978853" y="6532707"/>
                  </a:lnTo>
                  <a:lnTo>
                    <a:pt x="4035469" y="6560164"/>
                  </a:lnTo>
                  <a:lnTo>
                    <a:pt x="4096903" y="6584846"/>
                  </a:lnTo>
                  <a:lnTo>
                    <a:pt x="4163941" y="6607073"/>
                  </a:lnTo>
                  <a:lnTo>
                    <a:pt x="4237264" y="6627132"/>
                  </a:lnTo>
                  <a:lnTo>
                    <a:pt x="4317347" y="6645268"/>
                  </a:lnTo>
                  <a:lnTo>
                    <a:pt x="4404327" y="6661670"/>
                  </a:lnTo>
                  <a:lnTo>
                    <a:pt x="4497839" y="6676471"/>
                  </a:lnTo>
                  <a:lnTo>
                    <a:pt x="4596835" y="6689746"/>
                  </a:lnTo>
                  <a:lnTo>
                    <a:pt x="4699424" y="6701518"/>
                  </a:lnTo>
                  <a:lnTo>
                    <a:pt x="4802784" y="6711773"/>
                  </a:lnTo>
                  <a:lnTo>
                    <a:pt x="4903244" y="6720475"/>
                  </a:lnTo>
                  <a:lnTo>
                    <a:pt x="4996586" y="6727599"/>
                  </a:lnTo>
                  <a:lnTo>
                    <a:pt x="5078600" y="6733158"/>
                  </a:lnTo>
                  <a:lnTo>
                    <a:pt x="5145793" y="6737232"/>
                  </a:lnTo>
                  <a:lnTo>
                    <a:pt x="5196091" y="6739974"/>
                  </a:lnTo>
                  <a:lnTo>
                    <a:pt x="5229333" y="6741611"/>
                  </a:lnTo>
                  <a:lnTo>
                    <a:pt x="5247414" y="6742419"/>
                  </a:lnTo>
                  <a:lnTo>
                    <a:pt x="5254141" y="6742693"/>
                  </a:lnTo>
                  <a:lnTo>
                    <a:pt x="5254955" y="6742723"/>
                  </a:lnTo>
                  <a:lnTo>
                    <a:pt x="6726343" y="6742723"/>
                  </a:lnTo>
                  <a:lnTo>
                    <a:pt x="6727113" y="6742619"/>
                  </a:lnTo>
                  <a:lnTo>
                    <a:pt x="6732214" y="6741879"/>
                  </a:lnTo>
                  <a:lnTo>
                    <a:pt x="6745213" y="6739835"/>
                  </a:lnTo>
                  <a:lnTo>
                    <a:pt x="6768794" y="6735803"/>
                  </a:lnTo>
                  <a:lnTo>
                    <a:pt x="6804637" y="6729124"/>
                  </a:lnTo>
                  <a:lnTo>
                    <a:pt x="6853301" y="6719209"/>
                  </a:lnTo>
                  <a:lnTo>
                    <a:pt x="6914214" y="6705591"/>
                  </a:lnTo>
                  <a:lnTo>
                    <a:pt x="6985808" y="6687952"/>
                  </a:lnTo>
                  <a:lnTo>
                    <a:pt x="7065779" y="6666128"/>
                  </a:lnTo>
                  <a:lnTo>
                    <a:pt x="7151436" y="6640080"/>
                  </a:lnTo>
                  <a:lnTo>
                    <a:pt x="7240040" y="6609859"/>
                  </a:lnTo>
                  <a:lnTo>
                    <a:pt x="7329093" y="6575548"/>
                  </a:lnTo>
                  <a:lnTo>
                    <a:pt x="7416516" y="6537210"/>
                  </a:lnTo>
                  <a:lnTo>
                    <a:pt x="7500738" y="6494854"/>
                  </a:lnTo>
                  <a:lnTo>
                    <a:pt x="7580695" y="6448397"/>
                  </a:lnTo>
                  <a:lnTo>
                    <a:pt x="7655776" y="6397653"/>
                  </a:lnTo>
                  <a:lnTo>
                    <a:pt x="7725741" y="6342321"/>
                  </a:lnTo>
                  <a:lnTo>
                    <a:pt x="7790635" y="6281984"/>
                  </a:lnTo>
                  <a:lnTo>
                    <a:pt x="7850708" y="6216118"/>
                  </a:lnTo>
                  <a:lnTo>
                    <a:pt x="7906348" y="6144101"/>
                  </a:lnTo>
                  <a:lnTo>
                    <a:pt x="7958026" y="6065232"/>
                  </a:lnTo>
                  <a:lnTo>
                    <a:pt x="8006258" y="5978769"/>
                  </a:lnTo>
                  <a:lnTo>
                    <a:pt x="8051571" y="5883975"/>
                  </a:lnTo>
                  <a:lnTo>
                    <a:pt x="8094480" y="5780212"/>
                  </a:lnTo>
                  <a:lnTo>
                    <a:pt x="8135465" y="5667060"/>
                  </a:lnTo>
                  <a:lnTo>
                    <a:pt x="8151487" y="5618936"/>
                  </a:lnTo>
                  <a:lnTo>
                    <a:pt x="8177130" y="5537299"/>
                  </a:lnTo>
                  <a:lnTo>
                    <a:pt x="8202294" y="5451582"/>
                  </a:lnTo>
                  <a:lnTo>
                    <a:pt x="8227068" y="5361708"/>
                  </a:lnTo>
                  <a:lnTo>
                    <a:pt x="8251529" y="5267628"/>
                  </a:lnTo>
                  <a:lnTo>
                    <a:pt x="8275744" y="5169325"/>
                  </a:lnTo>
                  <a:lnTo>
                    <a:pt x="8299771" y="5066814"/>
                  </a:lnTo>
                  <a:lnTo>
                    <a:pt x="8323658" y="4960148"/>
                  </a:lnTo>
                  <a:lnTo>
                    <a:pt x="8347446" y="4849416"/>
                  </a:lnTo>
                  <a:lnTo>
                    <a:pt x="8371170" y="4734746"/>
                  </a:lnTo>
                  <a:lnTo>
                    <a:pt x="8394858" y="4616307"/>
                  </a:lnTo>
                  <a:lnTo>
                    <a:pt x="8418531" y="4494310"/>
                  </a:lnTo>
                  <a:lnTo>
                    <a:pt x="8442206" y="4369002"/>
                  </a:lnTo>
                  <a:lnTo>
                    <a:pt x="8465894" y="4240672"/>
                  </a:lnTo>
                  <a:lnTo>
                    <a:pt x="8489604" y="4109646"/>
                  </a:lnTo>
                  <a:lnTo>
                    <a:pt x="8513338" y="3976282"/>
                  </a:lnTo>
                  <a:lnTo>
                    <a:pt x="8537096" y="3840970"/>
                  </a:lnTo>
                  <a:lnTo>
                    <a:pt x="8560876" y="3704123"/>
                  </a:lnTo>
                  <a:lnTo>
                    <a:pt x="8584673" y="3566180"/>
                  </a:lnTo>
                  <a:lnTo>
                    <a:pt x="8608480" y="3427589"/>
                  </a:lnTo>
                  <a:lnTo>
                    <a:pt x="8632290" y="3288810"/>
                  </a:lnTo>
                  <a:lnTo>
                    <a:pt x="8656096" y="3150307"/>
                  </a:lnTo>
                  <a:lnTo>
                    <a:pt x="8679890" y="3012537"/>
                  </a:lnTo>
                  <a:lnTo>
                    <a:pt x="8703666" y="2875949"/>
                  </a:lnTo>
                  <a:lnTo>
                    <a:pt x="8727420" y="2740975"/>
                  </a:lnTo>
                  <a:lnTo>
                    <a:pt x="8751149" y="2608026"/>
                  </a:lnTo>
                  <a:lnTo>
                    <a:pt x="8774855" y="2477485"/>
                  </a:lnTo>
                  <a:lnTo>
                    <a:pt x="8798540" y="2349705"/>
                  </a:lnTo>
                  <a:lnTo>
                    <a:pt x="8822214" y="2225004"/>
                  </a:lnTo>
                  <a:lnTo>
                    <a:pt x="8845888" y="2103663"/>
                  </a:lnTo>
                  <a:lnTo>
                    <a:pt x="8869581" y="1985925"/>
                  </a:lnTo>
                  <a:lnTo>
                    <a:pt x="8893315" y="1871990"/>
                  </a:lnTo>
                  <a:lnTo>
                    <a:pt x="8917119" y="1762021"/>
                  </a:lnTo>
                  <a:lnTo>
                    <a:pt x="8941029" y="1656137"/>
                  </a:lnTo>
                  <a:lnTo>
                    <a:pt x="8965087" y="1554422"/>
                  </a:lnTo>
                  <a:lnTo>
                    <a:pt x="8989344" y="1456920"/>
                  </a:lnTo>
                  <a:lnTo>
                    <a:pt x="9013859" y="1363640"/>
                  </a:lnTo>
                  <a:lnTo>
                    <a:pt x="9038701" y="1274559"/>
                  </a:lnTo>
                  <a:lnTo>
                    <a:pt x="9063949" y="1189624"/>
                  </a:lnTo>
                  <a:lnTo>
                    <a:pt x="9084767" y="1123787"/>
                  </a:lnTo>
                  <a:lnTo>
                    <a:pt x="9125100" y="1006831"/>
                  </a:lnTo>
                  <a:lnTo>
                    <a:pt x="9167182" y="899328"/>
                  </a:lnTo>
                  <a:lnTo>
                    <a:pt x="9211469" y="800998"/>
                  </a:lnTo>
                  <a:lnTo>
                    <a:pt x="9258465" y="711273"/>
                  </a:lnTo>
                  <a:lnTo>
                    <a:pt x="9308695" y="629443"/>
                  </a:lnTo>
                  <a:lnTo>
                    <a:pt x="9362684" y="554761"/>
                  </a:lnTo>
                  <a:lnTo>
                    <a:pt x="9420923" y="486504"/>
                  </a:lnTo>
                  <a:lnTo>
                    <a:pt x="9483841" y="424015"/>
                  </a:lnTo>
                  <a:lnTo>
                    <a:pt x="9551750" y="366728"/>
                  </a:lnTo>
                  <a:lnTo>
                    <a:pt x="9624786" y="314183"/>
                  </a:lnTo>
                  <a:lnTo>
                    <a:pt x="9702835" y="266033"/>
                  </a:lnTo>
                  <a:lnTo>
                    <a:pt x="9785445" y="222045"/>
                  </a:lnTo>
                  <a:lnTo>
                    <a:pt x="9871742" y="182096"/>
                  </a:lnTo>
                  <a:lnTo>
                    <a:pt x="9960361" y="146161"/>
                  </a:lnTo>
                  <a:lnTo>
                    <a:pt x="10049426" y="114287"/>
                  </a:lnTo>
                  <a:lnTo>
                    <a:pt x="10136588" y="86554"/>
                  </a:lnTo>
                  <a:lnTo>
                    <a:pt x="10219177" y="63031"/>
                  </a:lnTo>
                  <a:lnTo>
                    <a:pt x="10294442" y="43722"/>
                  </a:lnTo>
                  <a:lnTo>
                    <a:pt x="10359883" y="28518"/>
                  </a:lnTo>
                  <a:lnTo>
                    <a:pt x="10413598" y="17164"/>
                  </a:lnTo>
                  <a:lnTo>
                    <a:pt x="10454589" y="9249"/>
                  </a:lnTo>
                  <a:lnTo>
                    <a:pt x="10482956" y="4230"/>
                  </a:lnTo>
                  <a:lnTo>
                    <a:pt x="10499937" y="1470"/>
                  </a:lnTo>
                  <a:lnTo>
                    <a:pt x="10507830" y="288"/>
                  </a:lnTo>
                  <a:lnTo>
                    <a:pt x="10509859" y="6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33" name="pl1333"/>
            <p:cNvSpPr/>
            <p:nvPr/>
          </p:nvSpPr>
          <p:spPr>
            <a:xfrm>
              <a:off x="4799595" y="4366795"/>
              <a:ext cx="11981298" cy="6742723"/>
            </a:xfrm>
            <a:custGeom>
              <a:avLst/>
              <a:pathLst>
                <a:path w="11981298" h="6742723">
                  <a:moveTo>
                    <a:pt x="11981298" y="0"/>
                  </a:moveTo>
                  <a:lnTo>
                    <a:pt x="10509911" y="0"/>
                  </a:lnTo>
                  <a:lnTo>
                    <a:pt x="10509141" y="104"/>
                  </a:lnTo>
                  <a:lnTo>
                    <a:pt x="10504039" y="844"/>
                  </a:lnTo>
                  <a:lnTo>
                    <a:pt x="10491040" y="2888"/>
                  </a:lnTo>
                  <a:lnTo>
                    <a:pt x="10467459" y="6919"/>
                  </a:lnTo>
                  <a:lnTo>
                    <a:pt x="10431616" y="13599"/>
                  </a:lnTo>
                  <a:lnTo>
                    <a:pt x="10382952" y="23514"/>
                  </a:lnTo>
                  <a:lnTo>
                    <a:pt x="10322039" y="37131"/>
                  </a:lnTo>
                  <a:lnTo>
                    <a:pt x="10250446" y="54770"/>
                  </a:lnTo>
                  <a:lnTo>
                    <a:pt x="10170474" y="76595"/>
                  </a:lnTo>
                  <a:lnTo>
                    <a:pt x="10084818" y="102642"/>
                  </a:lnTo>
                  <a:lnTo>
                    <a:pt x="9996213" y="132863"/>
                  </a:lnTo>
                  <a:lnTo>
                    <a:pt x="9907161" y="167175"/>
                  </a:lnTo>
                  <a:lnTo>
                    <a:pt x="9819738" y="205513"/>
                  </a:lnTo>
                  <a:lnTo>
                    <a:pt x="9735515" y="247869"/>
                  </a:lnTo>
                  <a:lnTo>
                    <a:pt x="9655558" y="294326"/>
                  </a:lnTo>
                  <a:lnTo>
                    <a:pt x="9580477" y="345070"/>
                  </a:lnTo>
                  <a:lnTo>
                    <a:pt x="9510513" y="400402"/>
                  </a:lnTo>
                  <a:lnTo>
                    <a:pt x="9445619" y="460739"/>
                  </a:lnTo>
                  <a:lnTo>
                    <a:pt x="9385545" y="526604"/>
                  </a:lnTo>
                  <a:lnTo>
                    <a:pt x="9329905" y="598622"/>
                  </a:lnTo>
                  <a:lnTo>
                    <a:pt x="9278227" y="677490"/>
                  </a:lnTo>
                  <a:lnTo>
                    <a:pt x="9229995" y="763954"/>
                  </a:lnTo>
                  <a:lnTo>
                    <a:pt x="9184682" y="858747"/>
                  </a:lnTo>
                  <a:lnTo>
                    <a:pt x="9141773" y="962511"/>
                  </a:lnTo>
                  <a:lnTo>
                    <a:pt x="9100788" y="1075662"/>
                  </a:lnTo>
                  <a:lnTo>
                    <a:pt x="9084767" y="1123787"/>
                  </a:lnTo>
                  <a:lnTo>
                    <a:pt x="9059123" y="1205423"/>
                  </a:lnTo>
                  <a:lnTo>
                    <a:pt x="9033959" y="1291140"/>
                  </a:lnTo>
                  <a:lnTo>
                    <a:pt x="9009185" y="1381014"/>
                  </a:lnTo>
                  <a:lnTo>
                    <a:pt x="8984724" y="1475094"/>
                  </a:lnTo>
                  <a:lnTo>
                    <a:pt x="8960509" y="1573397"/>
                  </a:lnTo>
                  <a:lnTo>
                    <a:pt x="8936482" y="1675908"/>
                  </a:lnTo>
                  <a:lnTo>
                    <a:pt x="8912595" y="1782574"/>
                  </a:lnTo>
                  <a:lnTo>
                    <a:pt x="8888807" y="1893307"/>
                  </a:lnTo>
                  <a:lnTo>
                    <a:pt x="8865083" y="2007977"/>
                  </a:lnTo>
                  <a:lnTo>
                    <a:pt x="8841396" y="2126415"/>
                  </a:lnTo>
                  <a:lnTo>
                    <a:pt x="8817723" y="2248413"/>
                  </a:lnTo>
                  <a:lnTo>
                    <a:pt x="8794048" y="2373721"/>
                  </a:lnTo>
                  <a:lnTo>
                    <a:pt x="8770359" y="2502050"/>
                  </a:lnTo>
                  <a:lnTo>
                    <a:pt x="8746649" y="2633077"/>
                  </a:lnTo>
                  <a:lnTo>
                    <a:pt x="8722915" y="2766441"/>
                  </a:lnTo>
                  <a:lnTo>
                    <a:pt x="8699157" y="2901753"/>
                  </a:lnTo>
                  <a:lnTo>
                    <a:pt x="8675377" y="3038599"/>
                  </a:lnTo>
                  <a:lnTo>
                    <a:pt x="8651580" y="3176543"/>
                  </a:lnTo>
                  <a:lnTo>
                    <a:pt x="8627773" y="3315134"/>
                  </a:lnTo>
                  <a:lnTo>
                    <a:pt x="8603963" y="3453912"/>
                  </a:lnTo>
                  <a:lnTo>
                    <a:pt x="8580157" y="3592415"/>
                  </a:lnTo>
                  <a:lnTo>
                    <a:pt x="8556363" y="3730185"/>
                  </a:lnTo>
                  <a:lnTo>
                    <a:pt x="8532587" y="3866773"/>
                  </a:lnTo>
                  <a:lnTo>
                    <a:pt x="8508833" y="4001747"/>
                  </a:lnTo>
                  <a:lnTo>
                    <a:pt x="8485104" y="4134697"/>
                  </a:lnTo>
                  <a:lnTo>
                    <a:pt x="8461398" y="4265238"/>
                  </a:lnTo>
                  <a:lnTo>
                    <a:pt x="8437713" y="4393018"/>
                  </a:lnTo>
                  <a:lnTo>
                    <a:pt x="8414039" y="4517719"/>
                  </a:lnTo>
                  <a:lnTo>
                    <a:pt x="8390365" y="4639059"/>
                  </a:lnTo>
                  <a:lnTo>
                    <a:pt x="8366672" y="4756798"/>
                  </a:lnTo>
                  <a:lnTo>
                    <a:pt x="8342939" y="4870732"/>
                  </a:lnTo>
                  <a:lnTo>
                    <a:pt x="8319134" y="4980702"/>
                  </a:lnTo>
                  <a:lnTo>
                    <a:pt x="8295225" y="5086585"/>
                  </a:lnTo>
                  <a:lnTo>
                    <a:pt x="8271166" y="5188301"/>
                  </a:lnTo>
                  <a:lnTo>
                    <a:pt x="8246909" y="5285803"/>
                  </a:lnTo>
                  <a:lnTo>
                    <a:pt x="8222394" y="5379082"/>
                  </a:lnTo>
                  <a:lnTo>
                    <a:pt x="8197552" y="5468163"/>
                  </a:lnTo>
                  <a:lnTo>
                    <a:pt x="8172304" y="5553099"/>
                  </a:lnTo>
                  <a:lnTo>
                    <a:pt x="8151487" y="5618936"/>
                  </a:lnTo>
                  <a:lnTo>
                    <a:pt x="8111153" y="5735892"/>
                  </a:lnTo>
                  <a:lnTo>
                    <a:pt x="8069071" y="5843395"/>
                  </a:lnTo>
                  <a:lnTo>
                    <a:pt x="8024784" y="5941724"/>
                  </a:lnTo>
                  <a:lnTo>
                    <a:pt x="7977788" y="6031449"/>
                  </a:lnTo>
                  <a:lnTo>
                    <a:pt x="7927558" y="6113279"/>
                  </a:lnTo>
                  <a:lnTo>
                    <a:pt x="7873570" y="6187962"/>
                  </a:lnTo>
                  <a:lnTo>
                    <a:pt x="7815330" y="6256219"/>
                  </a:lnTo>
                  <a:lnTo>
                    <a:pt x="7752412" y="6318708"/>
                  </a:lnTo>
                  <a:lnTo>
                    <a:pt x="7684503" y="6375995"/>
                  </a:lnTo>
                  <a:lnTo>
                    <a:pt x="7611467" y="6428539"/>
                  </a:lnTo>
                  <a:lnTo>
                    <a:pt x="7533418" y="6476690"/>
                  </a:lnTo>
                  <a:lnTo>
                    <a:pt x="7450808" y="6520678"/>
                  </a:lnTo>
                  <a:lnTo>
                    <a:pt x="7364512" y="6560627"/>
                  </a:lnTo>
                  <a:lnTo>
                    <a:pt x="7275892" y="6596561"/>
                  </a:lnTo>
                  <a:lnTo>
                    <a:pt x="7186828" y="6628436"/>
                  </a:lnTo>
                  <a:lnTo>
                    <a:pt x="7099665" y="6656169"/>
                  </a:lnTo>
                  <a:lnTo>
                    <a:pt x="7017077" y="6679692"/>
                  </a:lnTo>
                  <a:lnTo>
                    <a:pt x="6941811" y="6699000"/>
                  </a:lnTo>
                  <a:lnTo>
                    <a:pt x="6876370" y="6714204"/>
                  </a:lnTo>
                  <a:lnTo>
                    <a:pt x="6822656" y="6725559"/>
                  </a:lnTo>
                  <a:lnTo>
                    <a:pt x="6781664" y="6733473"/>
                  </a:lnTo>
                  <a:lnTo>
                    <a:pt x="6753297" y="6738492"/>
                  </a:lnTo>
                  <a:lnTo>
                    <a:pt x="6736316" y="6741253"/>
                  </a:lnTo>
                  <a:lnTo>
                    <a:pt x="6728423" y="6742435"/>
                  </a:lnTo>
                  <a:lnTo>
                    <a:pt x="6726394" y="6742716"/>
                  </a:lnTo>
                  <a:lnTo>
                    <a:pt x="6726343" y="6742723"/>
                  </a:lnTo>
                  <a:lnTo>
                    <a:pt x="5254955" y="6742723"/>
                  </a:lnTo>
                  <a:lnTo>
                    <a:pt x="5253759" y="6742678"/>
                  </a:lnTo>
                  <a:lnTo>
                    <a:pt x="5245906" y="6742355"/>
                  </a:lnTo>
                  <a:lnTo>
                    <a:pt x="5226140" y="6741461"/>
                  </a:lnTo>
                  <a:lnTo>
                    <a:pt x="5190874" y="6739703"/>
                  </a:lnTo>
                  <a:lnTo>
                    <a:pt x="5138460" y="6736809"/>
                  </a:lnTo>
                  <a:lnTo>
                    <a:pt x="5069310" y="6732561"/>
                  </a:lnTo>
                  <a:lnTo>
                    <a:pt x="4985703" y="6726813"/>
                  </a:lnTo>
                  <a:lnTo>
                    <a:pt x="4891258" y="6719495"/>
                  </a:lnTo>
                  <a:lnTo>
                    <a:pt x="4790224" y="6710602"/>
                  </a:lnTo>
                  <a:lnTo>
                    <a:pt x="4686777" y="6700160"/>
                  </a:lnTo>
                  <a:lnTo>
                    <a:pt x="4584494" y="6688203"/>
                  </a:lnTo>
                  <a:lnTo>
                    <a:pt x="4486085" y="6674744"/>
                  </a:lnTo>
                  <a:lnTo>
                    <a:pt x="4393331" y="6659753"/>
                  </a:lnTo>
                  <a:lnTo>
                    <a:pt x="4307186" y="6643147"/>
                  </a:lnTo>
                  <a:lnTo>
                    <a:pt x="4227945" y="6624788"/>
                  </a:lnTo>
                  <a:lnTo>
                    <a:pt x="4155421" y="6604477"/>
                  </a:lnTo>
                  <a:lnTo>
                    <a:pt x="4089107" y="6581967"/>
                  </a:lnTo>
                  <a:lnTo>
                    <a:pt x="4028306" y="6556963"/>
                  </a:lnTo>
                  <a:lnTo>
                    <a:pt x="3972222" y="6529144"/>
                  </a:lnTo>
                  <a:lnTo>
                    <a:pt x="3920031" y="6498195"/>
                  </a:lnTo>
                  <a:lnTo>
                    <a:pt x="3870933" y="6463847"/>
                  </a:lnTo>
                  <a:lnTo>
                    <a:pt x="3829811" y="6430787"/>
                  </a:lnTo>
                  <a:lnTo>
                    <a:pt x="3786094" y="6391195"/>
                  </a:lnTo>
                  <a:lnTo>
                    <a:pt x="3743603" y="6348222"/>
                  </a:lnTo>
                  <a:lnTo>
                    <a:pt x="3701949" y="6301805"/>
                  </a:lnTo>
                  <a:lnTo>
                    <a:pt x="3660833" y="6251955"/>
                  </a:lnTo>
                  <a:lnTo>
                    <a:pt x="3620025" y="6198774"/>
                  </a:lnTo>
                  <a:lnTo>
                    <a:pt x="3579359" y="6142454"/>
                  </a:lnTo>
                  <a:lnTo>
                    <a:pt x="3538723" y="6083286"/>
                  </a:lnTo>
                  <a:lnTo>
                    <a:pt x="3498047" y="6021656"/>
                  </a:lnTo>
                  <a:lnTo>
                    <a:pt x="3457304" y="5958036"/>
                  </a:lnTo>
                  <a:lnTo>
                    <a:pt x="3416493" y="5892976"/>
                  </a:lnTo>
                  <a:lnTo>
                    <a:pt x="3375635" y="5827080"/>
                  </a:lnTo>
                  <a:lnTo>
                    <a:pt x="3334766" y="5760987"/>
                  </a:lnTo>
                  <a:lnTo>
                    <a:pt x="3293923" y="5695342"/>
                  </a:lnTo>
                  <a:lnTo>
                    <a:pt x="3253137" y="5630774"/>
                  </a:lnTo>
                  <a:lnTo>
                    <a:pt x="3212421" y="5567869"/>
                  </a:lnTo>
                  <a:lnTo>
                    <a:pt x="3171767" y="5507148"/>
                  </a:lnTo>
                  <a:lnTo>
                    <a:pt x="3131129" y="5449050"/>
                  </a:lnTo>
                  <a:lnTo>
                    <a:pt x="3090424" y="5393925"/>
                  </a:lnTo>
                  <a:lnTo>
                    <a:pt x="3049519" y="5342026"/>
                  </a:lnTo>
                  <a:lnTo>
                    <a:pt x="3008224" y="5293508"/>
                  </a:lnTo>
                  <a:lnTo>
                    <a:pt x="2966284" y="5248437"/>
                  </a:lnTo>
                  <a:lnTo>
                    <a:pt x="2923366" y="5206795"/>
                  </a:lnTo>
                  <a:lnTo>
                    <a:pt x="2896531" y="5183043"/>
                  </a:lnTo>
                  <a:lnTo>
                    <a:pt x="2849548" y="5145595"/>
                  </a:lnTo>
                  <a:lnTo>
                    <a:pt x="2800113" y="5111674"/>
                  </a:lnTo>
                  <a:lnTo>
                    <a:pt x="2747489" y="5081123"/>
                  </a:lnTo>
                  <a:lnTo>
                    <a:pt x="2690873" y="5053666"/>
                  </a:lnTo>
                  <a:lnTo>
                    <a:pt x="2629439" y="5028983"/>
                  </a:lnTo>
                  <a:lnTo>
                    <a:pt x="2562401" y="5006757"/>
                  </a:lnTo>
                  <a:lnTo>
                    <a:pt x="2489078" y="4986697"/>
                  </a:lnTo>
                  <a:lnTo>
                    <a:pt x="2408995" y="4968562"/>
                  </a:lnTo>
                  <a:lnTo>
                    <a:pt x="2322015" y="4952160"/>
                  </a:lnTo>
                  <a:lnTo>
                    <a:pt x="2228503" y="4937359"/>
                  </a:lnTo>
                  <a:lnTo>
                    <a:pt x="2129507" y="4924084"/>
                  </a:lnTo>
                  <a:lnTo>
                    <a:pt x="2026918" y="4912311"/>
                  </a:lnTo>
                  <a:lnTo>
                    <a:pt x="1923558" y="4902057"/>
                  </a:lnTo>
                  <a:lnTo>
                    <a:pt x="1823098" y="4893355"/>
                  </a:lnTo>
                  <a:lnTo>
                    <a:pt x="1729756" y="4886231"/>
                  </a:lnTo>
                  <a:lnTo>
                    <a:pt x="1647742" y="4880671"/>
                  </a:lnTo>
                  <a:lnTo>
                    <a:pt x="1580549" y="4876598"/>
                  </a:lnTo>
                  <a:lnTo>
                    <a:pt x="1530251" y="4873856"/>
                  </a:lnTo>
                  <a:lnTo>
                    <a:pt x="1497009" y="4872219"/>
                  </a:lnTo>
                  <a:lnTo>
                    <a:pt x="1478928" y="4871411"/>
                  </a:lnTo>
                  <a:lnTo>
                    <a:pt x="1472201" y="4871137"/>
                  </a:lnTo>
                  <a:lnTo>
                    <a:pt x="1471387" y="4871106"/>
                  </a:lnTo>
                  <a:lnTo>
                    <a:pt x="0" y="487110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34" name="pg1334"/>
            <p:cNvSpPr/>
            <p:nvPr/>
          </p:nvSpPr>
          <p:spPr>
            <a:xfrm>
              <a:off x="4799595" y="2715849"/>
              <a:ext cx="11981298" cy="7993192"/>
            </a:xfrm>
            <a:custGeom>
              <a:avLst/>
              <a:pathLst>
                <a:path w="11981298" h="7993192">
                  <a:moveTo>
                    <a:pt x="0" y="6513879"/>
                  </a:moveTo>
                  <a:lnTo>
                    <a:pt x="1471387" y="6513879"/>
                  </a:lnTo>
                  <a:lnTo>
                    <a:pt x="1472598" y="6513915"/>
                  </a:lnTo>
                  <a:lnTo>
                    <a:pt x="1480550" y="6514174"/>
                  </a:lnTo>
                  <a:lnTo>
                    <a:pt x="1500556" y="6514890"/>
                  </a:lnTo>
                  <a:lnTo>
                    <a:pt x="1536229" y="6516298"/>
                  </a:lnTo>
                  <a:lnTo>
                    <a:pt x="1589209" y="6518615"/>
                  </a:lnTo>
                  <a:lnTo>
                    <a:pt x="1659037" y="6522014"/>
                  </a:lnTo>
                  <a:lnTo>
                    <a:pt x="1743367" y="6526612"/>
                  </a:lnTo>
                  <a:lnTo>
                    <a:pt x="1838504" y="6532461"/>
                  </a:lnTo>
                  <a:lnTo>
                    <a:pt x="1940135" y="6539567"/>
                  </a:lnTo>
                  <a:lnTo>
                    <a:pt x="2044047" y="6547906"/>
                  </a:lnTo>
                  <a:lnTo>
                    <a:pt x="2146647" y="6557451"/>
                  </a:lnTo>
                  <a:lnTo>
                    <a:pt x="2245235" y="6568195"/>
                  </a:lnTo>
                  <a:lnTo>
                    <a:pt x="2338048" y="6580163"/>
                  </a:lnTo>
                  <a:lnTo>
                    <a:pt x="2424163" y="6593423"/>
                  </a:lnTo>
                  <a:lnTo>
                    <a:pt x="2503314" y="6608090"/>
                  </a:lnTo>
                  <a:lnTo>
                    <a:pt x="2575715" y="6624323"/>
                  </a:lnTo>
                  <a:lnTo>
                    <a:pt x="2641895" y="6642326"/>
                  </a:lnTo>
                  <a:lnTo>
                    <a:pt x="2702572" y="6662336"/>
                  </a:lnTo>
                  <a:lnTo>
                    <a:pt x="2758556" y="6684609"/>
                  </a:lnTo>
                  <a:lnTo>
                    <a:pt x="2810681" y="6709398"/>
                  </a:lnTo>
                  <a:lnTo>
                    <a:pt x="2859752" y="6736911"/>
                  </a:lnTo>
                  <a:lnTo>
                    <a:pt x="2896531" y="6760431"/>
                  </a:lnTo>
                  <a:lnTo>
                    <a:pt x="2943311" y="6794055"/>
                  </a:lnTo>
                  <a:lnTo>
                    <a:pt x="2988718" y="6830751"/>
                  </a:lnTo>
                  <a:lnTo>
                    <a:pt x="3033217" y="6870573"/>
                  </a:lnTo>
                  <a:lnTo>
                    <a:pt x="3077162" y="6913494"/>
                  </a:lnTo>
                  <a:lnTo>
                    <a:pt x="3120813" y="6959396"/>
                  </a:lnTo>
                  <a:lnTo>
                    <a:pt x="3164353" y="7008059"/>
                  </a:lnTo>
                  <a:lnTo>
                    <a:pt x="3207897" y="7059166"/>
                  </a:lnTo>
                  <a:lnTo>
                    <a:pt x="3251508" y="7112300"/>
                  </a:lnTo>
                  <a:lnTo>
                    <a:pt x="3295200" y="7166962"/>
                  </a:lnTo>
                  <a:lnTo>
                    <a:pt x="3338956" y="7222582"/>
                  </a:lnTo>
                  <a:lnTo>
                    <a:pt x="3382737" y="7278550"/>
                  </a:lnTo>
                  <a:lnTo>
                    <a:pt x="3426497" y="7334237"/>
                  </a:lnTo>
                  <a:lnTo>
                    <a:pt x="3470197" y="7389028"/>
                  </a:lnTo>
                  <a:lnTo>
                    <a:pt x="3513816" y="7442350"/>
                  </a:lnTo>
                  <a:lnTo>
                    <a:pt x="3557366" y="7493693"/>
                  </a:lnTo>
                  <a:lnTo>
                    <a:pt x="3600902" y="7542633"/>
                  </a:lnTo>
                  <a:lnTo>
                    <a:pt x="3644534" y="7588840"/>
                  </a:lnTo>
                  <a:lnTo>
                    <a:pt x="3688436" y="7632085"/>
                  </a:lnTo>
                  <a:lnTo>
                    <a:pt x="3732862" y="7672239"/>
                  </a:lnTo>
                  <a:lnTo>
                    <a:pt x="3778153" y="7709266"/>
                  </a:lnTo>
                  <a:lnTo>
                    <a:pt x="3824761" y="7743211"/>
                  </a:lnTo>
                  <a:lnTo>
                    <a:pt x="3829811" y="7746640"/>
                  </a:lnTo>
                  <a:lnTo>
                    <a:pt x="3877003" y="7776360"/>
                  </a:lnTo>
                  <a:lnTo>
                    <a:pt x="3926671" y="7803270"/>
                  </a:lnTo>
                  <a:lnTo>
                    <a:pt x="3979562" y="7827494"/>
                  </a:lnTo>
                  <a:lnTo>
                    <a:pt x="4036491" y="7849254"/>
                  </a:lnTo>
                  <a:lnTo>
                    <a:pt x="4098294" y="7868808"/>
                  </a:lnTo>
                  <a:lnTo>
                    <a:pt x="4165766" y="7886408"/>
                  </a:lnTo>
                  <a:lnTo>
                    <a:pt x="4239594" y="7902286"/>
                  </a:lnTo>
                  <a:lnTo>
                    <a:pt x="4320249" y="7916636"/>
                  </a:lnTo>
                  <a:lnTo>
                    <a:pt x="4407858" y="7929608"/>
                  </a:lnTo>
                  <a:lnTo>
                    <a:pt x="4502028" y="7941306"/>
                  </a:lnTo>
                  <a:lnTo>
                    <a:pt x="4601666" y="7951790"/>
                  </a:lnTo>
                  <a:lnTo>
                    <a:pt x="4704812" y="7961075"/>
                  </a:lnTo>
                  <a:lnTo>
                    <a:pt x="4808562" y="7969149"/>
                  </a:lnTo>
                  <a:lnTo>
                    <a:pt x="4909157" y="7975984"/>
                  </a:lnTo>
                  <a:lnTo>
                    <a:pt x="5002308" y="7981561"/>
                  </a:lnTo>
                  <a:lnTo>
                    <a:pt x="5083773" y="7985892"/>
                  </a:lnTo>
                  <a:lnTo>
                    <a:pt x="5150091" y="7989045"/>
                  </a:lnTo>
                  <a:lnTo>
                    <a:pt x="5199288" y="7991149"/>
                  </a:lnTo>
                  <a:lnTo>
                    <a:pt x="5231355" y="7992387"/>
                  </a:lnTo>
                  <a:lnTo>
                    <a:pt x="5248380" y="7992983"/>
                  </a:lnTo>
                  <a:lnTo>
                    <a:pt x="5254366" y="7993174"/>
                  </a:lnTo>
                  <a:lnTo>
                    <a:pt x="5254955" y="7993192"/>
                  </a:lnTo>
                  <a:lnTo>
                    <a:pt x="6726343" y="7993192"/>
                  </a:lnTo>
                  <a:lnTo>
                    <a:pt x="6727038" y="7993081"/>
                  </a:lnTo>
                  <a:lnTo>
                    <a:pt x="6731655" y="7992291"/>
                  </a:lnTo>
                  <a:lnTo>
                    <a:pt x="6743445" y="7990111"/>
                  </a:lnTo>
                  <a:lnTo>
                    <a:pt x="6764905" y="7985812"/>
                  </a:lnTo>
                  <a:lnTo>
                    <a:pt x="6797661" y="7978680"/>
                  </a:lnTo>
                  <a:lnTo>
                    <a:pt x="6842378" y="7968073"/>
                  </a:lnTo>
                  <a:lnTo>
                    <a:pt x="6898722" y="7953465"/>
                  </a:lnTo>
                  <a:lnTo>
                    <a:pt x="6965460" y="7934479"/>
                  </a:lnTo>
                  <a:lnTo>
                    <a:pt x="7040652" y="7910900"/>
                  </a:lnTo>
                  <a:lnTo>
                    <a:pt x="7121937" y="7882652"/>
                  </a:lnTo>
                  <a:lnTo>
                    <a:pt x="7206825" y="7849765"/>
                  </a:lnTo>
                  <a:lnTo>
                    <a:pt x="7292960" y="7812322"/>
                  </a:lnTo>
                  <a:lnTo>
                    <a:pt x="7378306" y="7770405"/>
                  </a:lnTo>
                  <a:lnTo>
                    <a:pt x="7461249" y="7724054"/>
                  </a:lnTo>
                  <a:lnTo>
                    <a:pt x="7540623" y="7673228"/>
                  </a:lnTo>
                  <a:lnTo>
                    <a:pt x="7615684" y="7617784"/>
                  </a:lnTo>
                  <a:lnTo>
                    <a:pt x="7686053" y="7557466"/>
                  </a:lnTo>
                  <a:lnTo>
                    <a:pt x="7751634" y="7491897"/>
                  </a:lnTo>
                  <a:lnTo>
                    <a:pt x="7812554" y="7420585"/>
                  </a:lnTo>
                  <a:lnTo>
                    <a:pt x="7869091" y="7342929"/>
                  </a:lnTo>
                  <a:lnTo>
                    <a:pt x="7921625" y="7258232"/>
                  </a:lnTo>
                  <a:lnTo>
                    <a:pt x="7970597" y="7165729"/>
                  </a:lnTo>
                  <a:lnTo>
                    <a:pt x="8016477" y="7064620"/>
                  </a:lnTo>
                  <a:lnTo>
                    <a:pt x="8059741" y="6954135"/>
                  </a:lnTo>
                  <a:lnTo>
                    <a:pt x="8100848" y="6833622"/>
                  </a:lnTo>
                  <a:lnTo>
                    <a:pt x="8140223" y="6702694"/>
                  </a:lnTo>
                  <a:lnTo>
                    <a:pt x="8151487" y="6662355"/>
                  </a:lnTo>
                  <a:lnTo>
                    <a:pt x="8175140" y="6573424"/>
                  </a:lnTo>
                  <a:lnTo>
                    <a:pt x="8198379" y="6480394"/>
                  </a:lnTo>
                  <a:lnTo>
                    <a:pt x="8221277" y="6383193"/>
                  </a:lnTo>
                  <a:lnTo>
                    <a:pt x="8243894" y="6281769"/>
                  </a:lnTo>
                  <a:lnTo>
                    <a:pt x="8266286" y="6176097"/>
                  </a:lnTo>
                  <a:lnTo>
                    <a:pt x="8288499" y="6066183"/>
                  </a:lnTo>
                  <a:lnTo>
                    <a:pt x="8310575" y="5952058"/>
                  </a:lnTo>
                  <a:lnTo>
                    <a:pt x="8332549" y="5833788"/>
                  </a:lnTo>
                  <a:lnTo>
                    <a:pt x="8354450" y="5711471"/>
                  </a:lnTo>
                  <a:lnTo>
                    <a:pt x="8376305" y="5585238"/>
                  </a:lnTo>
                  <a:lnTo>
                    <a:pt x="8398133" y="5455256"/>
                  </a:lnTo>
                  <a:lnTo>
                    <a:pt x="8419952" y="5321725"/>
                  </a:lnTo>
                  <a:lnTo>
                    <a:pt x="8441772" y="5184880"/>
                  </a:lnTo>
                  <a:lnTo>
                    <a:pt x="8463604" y="5044989"/>
                  </a:lnTo>
                  <a:lnTo>
                    <a:pt x="8485454" y="4902352"/>
                  </a:lnTo>
                  <a:lnTo>
                    <a:pt x="8507324" y="4757297"/>
                  </a:lnTo>
                  <a:lnTo>
                    <a:pt x="8529215" y="4610180"/>
                  </a:lnTo>
                  <a:lnTo>
                    <a:pt x="8551125" y="4461378"/>
                  </a:lnTo>
                  <a:lnTo>
                    <a:pt x="8573052" y="4311291"/>
                  </a:lnTo>
                  <a:lnTo>
                    <a:pt x="8594990" y="4160329"/>
                  </a:lnTo>
                  <a:lnTo>
                    <a:pt x="8616934" y="4008916"/>
                  </a:lnTo>
                  <a:lnTo>
                    <a:pt x="8638879" y="3857479"/>
                  </a:lnTo>
                  <a:lnTo>
                    <a:pt x="8660818" y="3706448"/>
                  </a:lnTo>
                  <a:lnTo>
                    <a:pt x="8682746" y="3556245"/>
                  </a:lnTo>
                  <a:lnTo>
                    <a:pt x="8704658" y="3407284"/>
                  </a:lnTo>
                  <a:lnTo>
                    <a:pt x="8726551" y="3259965"/>
                  </a:lnTo>
                  <a:lnTo>
                    <a:pt x="8748423" y="3114668"/>
                  </a:lnTo>
                  <a:lnTo>
                    <a:pt x="8770275" y="2971752"/>
                  </a:lnTo>
                  <a:lnTo>
                    <a:pt x="8792109" y="2831547"/>
                  </a:lnTo>
                  <a:lnTo>
                    <a:pt x="8813930" y="2694358"/>
                  </a:lnTo>
                  <a:lnTo>
                    <a:pt x="8835748" y="2560455"/>
                  </a:lnTo>
                  <a:lnTo>
                    <a:pt x="8857575" y="2430076"/>
                  </a:lnTo>
                  <a:lnTo>
                    <a:pt x="8879425" y="2303427"/>
                  </a:lnTo>
                  <a:lnTo>
                    <a:pt x="8901321" y="2180678"/>
                  </a:lnTo>
                  <a:lnTo>
                    <a:pt x="8923286" y="2061962"/>
                  </a:lnTo>
                  <a:lnTo>
                    <a:pt x="8945349" y="1947383"/>
                  </a:lnTo>
                  <a:lnTo>
                    <a:pt x="8967545" y="1837009"/>
                  </a:lnTo>
                  <a:lnTo>
                    <a:pt x="8989915" y="1730876"/>
                  </a:lnTo>
                  <a:lnTo>
                    <a:pt x="9012505" y="1628991"/>
                  </a:lnTo>
                  <a:lnTo>
                    <a:pt x="9035369" y="1531332"/>
                  </a:lnTo>
                  <a:lnTo>
                    <a:pt x="9058569" y="1437853"/>
                  </a:lnTo>
                  <a:lnTo>
                    <a:pt x="9082173" y="1348480"/>
                  </a:lnTo>
                  <a:lnTo>
                    <a:pt x="9084767" y="1339009"/>
                  </a:lnTo>
                  <a:lnTo>
                    <a:pt x="9123707" y="1205016"/>
                  </a:lnTo>
                  <a:lnTo>
                    <a:pt x="9164265" y="1081476"/>
                  </a:lnTo>
                  <a:lnTo>
                    <a:pt x="9206850" y="968112"/>
                  </a:lnTo>
                  <a:lnTo>
                    <a:pt x="9251915" y="864332"/>
                  </a:lnTo>
                  <a:lnTo>
                    <a:pt x="9299932" y="769390"/>
                  </a:lnTo>
                  <a:lnTo>
                    <a:pt x="9351375" y="682488"/>
                  </a:lnTo>
                  <a:lnTo>
                    <a:pt x="9406696" y="602845"/>
                  </a:lnTo>
                  <a:lnTo>
                    <a:pt x="9466297" y="529741"/>
                  </a:lnTo>
                  <a:lnTo>
                    <a:pt x="9530492" y="462546"/>
                  </a:lnTo>
                  <a:lnTo>
                    <a:pt x="9599457" y="400733"/>
                  </a:lnTo>
                  <a:lnTo>
                    <a:pt x="9673168" y="343893"/>
                  </a:lnTo>
                  <a:lnTo>
                    <a:pt x="9751338" y="291734"/>
                  </a:lnTo>
                  <a:lnTo>
                    <a:pt x="9833336" y="244080"/>
                  </a:lnTo>
                  <a:lnTo>
                    <a:pt x="9918125" y="200863"/>
                  </a:lnTo>
                  <a:lnTo>
                    <a:pt x="10004222" y="162102"/>
                  </a:lnTo>
                  <a:lnTo>
                    <a:pt x="10089709" y="127871"/>
                  </a:lnTo>
                  <a:lnTo>
                    <a:pt x="10172306" y="98257"/>
                  </a:lnTo>
                  <a:lnTo>
                    <a:pt x="10249539" y="73312"/>
                  </a:lnTo>
                  <a:lnTo>
                    <a:pt x="10318979" y="52996"/>
                  </a:lnTo>
                  <a:lnTo>
                    <a:pt x="10378532" y="37137"/>
                  </a:lnTo>
                  <a:lnTo>
                    <a:pt x="10426733" y="25406"/>
                  </a:lnTo>
                  <a:lnTo>
                    <a:pt x="10462970" y="17318"/>
                  </a:lnTo>
                  <a:lnTo>
                    <a:pt x="10487612" y="12261"/>
                  </a:lnTo>
                  <a:lnTo>
                    <a:pt x="10502014" y="9535"/>
                  </a:lnTo>
                  <a:lnTo>
                    <a:pt x="10508428" y="8414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9215" y="111"/>
                  </a:lnTo>
                  <a:lnTo>
                    <a:pt x="10504599" y="900"/>
                  </a:lnTo>
                  <a:lnTo>
                    <a:pt x="10492808" y="3080"/>
                  </a:lnTo>
                  <a:lnTo>
                    <a:pt x="10471349" y="7380"/>
                  </a:lnTo>
                  <a:lnTo>
                    <a:pt x="10438592" y="14511"/>
                  </a:lnTo>
                  <a:lnTo>
                    <a:pt x="10393876" y="25118"/>
                  </a:lnTo>
                  <a:lnTo>
                    <a:pt x="10337531" y="39726"/>
                  </a:lnTo>
                  <a:lnTo>
                    <a:pt x="10270794" y="58712"/>
                  </a:lnTo>
                  <a:lnTo>
                    <a:pt x="10195601" y="82292"/>
                  </a:lnTo>
                  <a:lnTo>
                    <a:pt x="10114316" y="110540"/>
                  </a:lnTo>
                  <a:lnTo>
                    <a:pt x="10029428" y="143426"/>
                  </a:lnTo>
                  <a:lnTo>
                    <a:pt x="9943293" y="180870"/>
                  </a:lnTo>
                  <a:lnTo>
                    <a:pt x="9857947" y="222786"/>
                  </a:lnTo>
                  <a:lnTo>
                    <a:pt x="9775004" y="269137"/>
                  </a:lnTo>
                  <a:lnTo>
                    <a:pt x="9695631" y="319963"/>
                  </a:lnTo>
                  <a:lnTo>
                    <a:pt x="9620569" y="375407"/>
                  </a:lnTo>
                  <a:lnTo>
                    <a:pt x="9550201" y="435726"/>
                  </a:lnTo>
                  <a:lnTo>
                    <a:pt x="9484619" y="501295"/>
                  </a:lnTo>
                  <a:lnTo>
                    <a:pt x="9423699" y="572606"/>
                  </a:lnTo>
                  <a:lnTo>
                    <a:pt x="9367162" y="650263"/>
                  </a:lnTo>
                  <a:lnTo>
                    <a:pt x="9314628" y="734959"/>
                  </a:lnTo>
                  <a:lnTo>
                    <a:pt x="9265656" y="827462"/>
                  </a:lnTo>
                  <a:lnTo>
                    <a:pt x="9219776" y="928571"/>
                  </a:lnTo>
                  <a:lnTo>
                    <a:pt x="9176512" y="1039057"/>
                  </a:lnTo>
                  <a:lnTo>
                    <a:pt x="9135405" y="1159569"/>
                  </a:lnTo>
                  <a:lnTo>
                    <a:pt x="9096030" y="1290497"/>
                  </a:lnTo>
                  <a:lnTo>
                    <a:pt x="9084767" y="1330836"/>
                  </a:lnTo>
                  <a:lnTo>
                    <a:pt x="9061114" y="1419768"/>
                  </a:lnTo>
                  <a:lnTo>
                    <a:pt x="9037874" y="1512797"/>
                  </a:lnTo>
                  <a:lnTo>
                    <a:pt x="9014976" y="1609999"/>
                  </a:lnTo>
                  <a:lnTo>
                    <a:pt x="8992359" y="1711423"/>
                  </a:lnTo>
                  <a:lnTo>
                    <a:pt x="8969967" y="1817094"/>
                  </a:lnTo>
                  <a:lnTo>
                    <a:pt x="8947754" y="1927009"/>
                  </a:lnTo>
                  <a:lnTo>
                    <a:pt x="8925678" y="2041133"/>
                  </a:lnTo>
                  <a:lnTo>
                    <a:pt x="8903705" y="2159403"/>
                  </a:lnTo>
                  <a:lnTo>
                    <a:pt x="8881803" y="2281720"/>
                  </a:lnTo>
                  <a:lnTo>
                    <a:pt x="8859948" y="2407953"/>
                  </a:lnTo>
                  <a:lnTo>
                    <a:pt x="8838120" y="2537935"/>
                  </a:lnTo>
                  <a:lnTo>
                    <a:pt x="8816302" y="2671466"/>
                  </a:lnTo>
                  <a:lnTo>
                    <a:pt x="8794481" y="2808311"/>
                  </a:lnTo>
                  <a:lnTo>
                    <a:pt x="8772649" y="2948202"/>
                  </a:lnTo>
                  <a:lnTo>
                    <a:pt x="8750799" y="3090839"/>
                  </a:lnTo>
                  <a:lnTo>
                    <a:pt x="8728929" y="3235894"/>
                  </a:lnTo>
                  <a:lnTo>
                    <a:pt x="8707038" y="3383012"/>
                  </a:lnTo>
                  <a:lnTo>
                    <a:pt x="8685128" y="3531813"/>
                  </a:lnTo>
                  <a:lnTo>
                    <a:pt x="8663202" y="3681901"/>
                  </a:lnTo>
                  <a:lnTo>
                    <a:pt x="8641264" y="3832863"/>
                  </a:lnTo>
                  <a:lnTo>
                    <a:pt x="8619319" y="3984276"/>
                  </a:lnTo>
                  <a:lnTo>
                    <a:pt x="8597375" y="4135712"/>
                  </a:lnTo>
                  <a:lnTo>
                    <a:pt x="8575436" y="4286743"/>
                  </a:lnTo>
                  <a:lnTo>
                    <a:pt x="8553508" y="4436946"/>
                  </a:lnTo>
                  <a:lnTo>
                    <a:pt x="8531595" y="4585907"/>
                  </a:lnTo>
                  <a:lnTo>
                    <a:pt x="8509702" y="4733226"/>
                  </a:lnTo>
                  <a:lnTo>
                    <a:pt x="8487830" y="4878523"/>
                  </a:lnTo>
                  <a:lnTo>
                    <a:pt x="8465978" y="5021440"/>
                  </a:lnTo>
                  <a:lnTo>
                    <a:pt x="8444145" y="5161644"/>
                  </a:lnTo>
                  <a:lnTo>
                    <a:pt x="8422323" y="5298834"/>
                  </a:lnTo>
                  <a:lnTo>
                    <a:pt x="8400505" y="5432737"/>
                  </a:lnTo>
                  <a:lnTo>
                    <a:pt x="8378679" y="5563115"/>
                  </a:lnTo>
                  <a:lnTo>
                    <a:pt x="8356828" y="5689764"/>
                  </a:lnTo>
                  <a:lnTo>
                    <a:pt x="8334932" y="5812514"/>
                  </a:lnTo>
                  <a:lnTo>
                    <a:pt x="8312968" y="5931229"/>
                  </a:lnTo>
                  <a:lnTo>
                    <a:pt x="8290905" y="6045808"/>
                  </a:lnTo>
                  <a:lnTo>
                    <a:pt x="8268708" y="6156182"/>
                  </a:lnTo>
                  <a:lnTo>
                    <a:pt x="8246338" y="6262316"/>
                  </a:lnTo>
                  <a:lnTo>
                    <a:pt x="8223748" y="6364201"/>
                  </a:lnTo>
                  <a:lnTo>
                    <a:pt x="8200884" y="6461859"/>
                  </a:lnTo>
                  <a:lnTo>
                    <a:pt x="8177684" y="6555339"/>
                  </a:lnTo>
                  <a:lnTo>
                    <a:pt x="8154080" y="6644712"/>
                  </a:lnTo>
                  <a:lnTo>
                    <a:pt x="8151487" y="6654182"/>
                  </a:lnTo>
                  <a:lnTo>
                    <a:pt x="8112546" y="6788176"/>
                  </a:lnTo>
                  <a:lnTo>
                    <a:pt x="8071988" y="6911715"/>
                  </a:lnTo>
                  <a:lnTo>
                    <a:pt x="8029403" y="7025080"/>
                  </a:lnTo>
                  <a:lnTo>
                    <a:pt x="7984338" y="7128859"/>
                  </a:lnTo>
                  <a:lnTo>
                    <a:pt x="7936321" y="7223801"/>
                  </a:lnTo>
                  <a:lnTo>
                    <a:pt x="7884879" y="7310703"/>
                  </a:lnTo>
                  <a:lnTo>
                    <a:pt x="7829557" y="7390346"/>
                  </a:lnTo>
                  <a:lnTo>
                    <a:pt x="7769956" y="7463450"/>
                  </a:lnTo>
                  <a:lnTo>
                    <a:pt x="7705761" y="7530645"/>
                  </a:lnTo>
                  <a:lnTo>
                    <a:pt x="7636797" y="7592458"/>
                  </a:lnTo>
                  <a:lnTo>
                    <a:pt x="7563085" y="7649298"/>
                  </a:lnTo>
                  <a:lnTo>
                    <a:pt x="7484915" y="7701457"/>
                  </a:lnTo>
                  <a:lnTo>
                    <a:pt x="7402917" y="7749111"/>
                  </a:lnTo>
                  <a:lnTo>
                    <a:pt x="7318128" y="7792328"/>
                  </a:lnTo>
                  <a:lnTo>
                    <a:pt x="7232031" y="7831089"/>
                  </a:lnTo>
                  <a:lnTo>
                    <a:pt x="7146545" y="7865321"/>
                  </a:lnTo>
                  <a:lnTo>
                    <a:pt x="7063948" y="7894934"/>
                  </a:lnTo>
                  <a:lnTo>
                    <a:pt x="6986714" y="7919879"/>
                  </a:lnTo>
                  <a:lnTo>
                    <a:pt x="6917274" y="7940195"/>
                  </a:lnTo>
                  <a:lnTo>
                    <a:pt x="6857721" y="7956054"/>
                  </a:lnTo>
                  <a:lnTo>
                    <a:pt x="6809520" y="7967785"/>
                  </a:lnTo>
                  <a:lnTo>
                    <a:pt x="6773283" y="7975873"/>
                  </a:lnTo>
                  <a:lnTo>
                    <a:pt x="6748641" y="7980931"/>
                  </a:lnTo>
                  <a:lnTo>
                    <a:pt x="6734239" y="7983656"/>
                  </a:lnTo>
                  <a:lnTo>
                    <a:pt x="6727826" y="7984778"/>
                  </a:lnTo>
                  <a:lnTo>
                    <a:pt x="6726343" y="7985019"/>
                  </a:lnTo>
                  <a:lnTo>
                    <a:pt x="5254955" y="7985019"/>
                  </a:lnTo>
                  <a:lnTo>
                    <a:pt x="5253744" y="7984983"/>
                  </a:lnTo>
                  <a:lnTo>
                    <a:pt x="5245792" y="7984724"/>
                  </a:lnTo>
                  <a:lnTo>
                    <a:pt x="5225786" y="7984008"/>
                  </a:lnTo>
                  <a:lnTo>
                    <a:pt x="5190113" y="7982600"/>
                  </a:lnTo>
                  <a:lnTo>
                    <a:pt x="5137133" y="7980283"/>
                  </a:lnTo>
                  <a:lnTo>
                    <a:pt x="5067305" y="7976884"/>
                  </a:lnTo>
                  <a:lnTo>
                    <a:pt x="4982975" y="7972286"/>
                  </a:lnTo>
                  <a:lnTo>
                    <a:pt x="4887839" y="7966437"/>
                  </a:lnTo>
                  <a:lnTo>
                    <a:pt x="4786207" y="7959331"/>
                  </a:lnTo>
                  <a:lnTo>
                    <a:pt x="4682295" y="7950992"/>
                  </a:lnTo>
                  <a:lnTo>
                    <a:pt x="4579695" y="7941447"/>
                  </a:lnTo>
                  <a:lnTo>
                    <a:pt x="4481108" y="7930703"/>
                  </a:lnTo>
                  <a:lnTo>
                    <a:pt x="4388294" y="7918735"/>
                  </a:lnTo>
                  <a:lnTo>
                    <a:pt x="4302179" y="7905475"/>
                  </a:lnTo>
                  <a:lnTo>
                    <a:pt x="4223028" y="7890808"/>
                  </a:lnTo>
                  <a:lnTo>
                    <a:pt x="4150627" y="7874575"/>
                  </a:lnTo>
                  <a:lnTo>
                    <a:pt x="4084447" y="7856572"/>
                  </a:lnTo>
                  <a:lnTo>
                    <a:pt x="4023770" y="7836562"/>
                  </a:lnTo>
                  <a:lnTo>
                    <a:pt x="3967787" y="7814289"/>
                  </a:lnTo>
                  <a:lnTo>
                    <a:pt x="3915662" y="7789500"/>
                  </a:lnTo>
                  <a:lnTo>
                    <a:pt x="3866590" y="7761987"/>
                  </a:lnTo>
                  <a:lnTo>
                    <a:pt x="3829811" y="7738467"/>
                  </a:lnTo>
                  <a:lnTo>
                    <a:pt x="3783032" y="7704843"/>
                  </a:lnTo>
                  <a:lnTo>
                    <a:pt x="3737624" y="7668147"/>
                  </a:lnTo>
                  <a:lnTo>
                    <a:pt x="3693125" y="7628325"/>
                  </a:lnTo>
                  <a:lnTo>
                    <a:pt x="3649180" y="7585404"/>
                  </a:lnTo>
                  <a:lnTo>
                    <a:pt x="3605529" y="7539502"/>
                  </a:lnTo>
                  <a:lnTo>
                    <a:pt x="3561990" y="7490839"/>
                  </a:lnTo>
                  <a:lnTo>
                    <a:pt x="3518445" y="7439732"/>
                  </a:lnTo>
                  <a:lnTo>
                    <a:pt x="3474834" y="7386598"/>
                  </a:lnTo>
                  <a:lnTo>
                    <a:pt x="3431142" y="7331936"/>
                  </a:lnTo>
                  <a:lnTo>
                    <a:pt x="3387386" y="7276316"/>
                  </a:lnTo>
                  <a:lnTo>
                    <a:pt x="3343605" y="7220348"/>
                  </a:lnTo>
                  <a:lnTo>
                    <a:pt x="3299845" y="7164661"/>
                  </a:lnTo>
                  <a:lnTo>
                    <a:pt x="3256145" y="7109870"/>
                  </a:lnTo>
                  <a:lnTo>
                    <a:pt x="3212526" y="7056548"/>
                  </a:lnTo>
                  <a:lnTo>
                    <a:pt x="3168976" y="7005205"/>
                  </a:lnTo>
                  <a:lnTo>
                    <a:pt x="3125440" y="6956265"/>
                  </a:lnTo>
                  <a:lnTo>
                    <a:pt x="3081808" y="6910058"/>
                  </a:lnTo>
                  <a:lnTo>
                    <a:pt x="3037906" y="6866813"/>
                  </a:lnTo>
                  <a:lnTo>
                    <a:pt x="2993480" y="6826659"/>
                  </a:lnTo>
                  <a:lnTo>
                    <a:pt x="2948189" y="6789632"/>
                  </a:lnTo>
                  <a:lnTo>
                    <a:pt x="2901582" y="6755687"/>
                  </a:lnTo>
                  <a:lnTo>
                    <a:pt x="2896531" y="6752258"/>
                  </a:lnTo>
                  <a:lnTo>
                    <a:pt x="2849340" y="6722538"/>
                  </a:lnTo>
                  <a:lnTo>
                    <a:pt x="2799671" y="6695628"/>
                  </a:lnTo>
                  <a:lnTo>
                    <a:pt x="2746780" y="6671404"/>
                  </a:lnTo>
                  <a:lnTo>
                    <a:pt x="2689851" y="6649644"/>
                  </a:lnTo>
                  <a:lnTo>
                    <a:pt x="2628048" y="6630090"/>
                  </a:lnTo>
                  <a:lnTo>
                    <a:pt x="2560576" y="6612490"/>
                  </a:lnTo>
                  <a:lnTo>
                    <a:pt x="2486748" y="6596612"/>
                  </a:lnTo>
                  <a:lnTo>
                    <a:pt x="2406093" y="6582262"/>
                  </a:lnTo>
                  <a:lnTo>
                    <a:pt x="2318484" y="6569290"/>
                  </a:lnTo>
                  <a:lnTo>
                    <a:pt x="2224314" y="6557592"/>
                  </a:lnTo>
                  <a:lnTo>
                    <a:pt x="2124677" y="6547108"/>
                  </a:lnTo>
                  <a:lnTo>
                    <a:pt x="2021530" y="6537823"/>
                  </a:lnTo>
                  <a:lnTo>
                    <a:pt x="1917780" y="6529749"/>
                  </a:lnTo>
                  <a:lnTo>
                    <a:pt x="1817185" y="6522914"/>
                  </a:lnTo>
                  <a:lnTo>
                    <a:pt x="1724034" y="6517337"/>
                  </a:lnTo>
                  <a:lnTo>
                    <a:pt x="1642569" y="6513006"/>
                  </a:lnTo>
                  <a:lnTo>
                    <a:pt x="1576251" y="6509853"/>
                  </a:lnTo>
                  <a:lnTo>
                    <a:pt x="1527055" y="6507749"/>
                  </a:lnTo>
                  <a:lnTo>
                    <a:pt x="1494987" y="6506511"/>
                  </a:lnTo>
                  <a:lnTo>
                    <a:pt x="1477962" y="6505915"/>
                  </a:lnTo>
                  <a:lnTo>
                    <a:pt x="1471976" y="6505724"/>
                  </a:lnTo>
                  <a:lnTo>
                    <a:pt x="1471387" y="6505706"/>
                  </a:lnTo>
                  <a:lnTo>
                    <a:pt x="0" y="6505706"/>
                  </a:lnTo>
                  <a:close/>
                </a:path>
              </a:pathLst>
            </a:custGeom>
            <a:solidFill>
              <a:srgbClr val="E78AC3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335" name="pl1335"/>
            <p:cNvSpPr/>
            <p:nvPr/>
          </p:nvSpPr>
          <p:spPr>
            <a:xfrm>
              <a:off x="4799595" y="2724022"/>
              <a:ext cx="11981298" cy="7985019"/>
            </a:xfrm>
            <a:custGeom>
              <a:avLst/>
              <a:pathLst>
                <a:path w="11981298" h="7985019">
                  <a:moveTo>
                    <a:pt x="0" y="6505706"/>
                  </a:moveTo>
                  <a:lnTo>
                    <a:pt x="1471387" y="6505706"/>
                  </a:lnTo>
                  <a:lnTo>
                    <a:pt x="1472598" y="6505742"/>
                  </a:lnTo>
                  <a:lnTo>
                    <a:pt x="1480550" y="6506001"/>
                  </a:lnTo>
                  <a:lnTo>
                    <a:pt x="1500556" y="6506717"/>
                  </a:lnTo>
                  <a:lnTo>
                    <a:pt x="1536229" y="6508125"/>
                  </a:lnTo>
                  <a:lnTo>
                    <a:pt x="1589209" y="6510442"/>
                  </a:lnTo>
                  <a:lnTo>
                    <a:pt x="1659037" y="6513841"/>
                  </a:lnTo>
                  <a:lnTo>
                    <a:pt x="1743367" y="6518439"/>
                  </a:lnTo>
                  <a:lnTo>
                    <a:pt x="1838504" y="6524288"/>
                  </a:lnTo>
                  <a:lnTo>
                    <a:pt x="1940135" y="6531394"/>
                  </a:lnTo>
                  <a:lnTo>
                    <a:pt x="2044047" y="6539733"/>
                  </a:lnTo>
                  <a:lnTo>
                    <a:pt x="2146647" y="6549278"/>
                  </a:lnTo>
                  <a:lnTo>
                    <a:pt x="2245235" y="6560022"/>
                  </a:lnTo>
                  <a:lnTo>
                    <a:pt x="2338048" y="6571990"/>
                  </a:lnTo>
                  <a:lnTo>
                    <a:pt x="2424163" y="6585250"/>
                  </a:lnTo>
                  <a:lnTo>
                    <a:pt x="2503314" y="6599917"/>
                  </a:lnTo>
                  <a:lnTo>
                    <a:pt x="2575715" y="6616150"/>
                  </a:lnTo>
                  <a:lnTo>
                    <a:pt x="2641895" y="6634153"/>
                  </a:lnTo>
                  <a:lnTo>
                    <a:pt x="2702572" y="6654163"/>
                  </a:lnTo>
                  <a:lnTo>
                    <a:pt x="2758556" y="6676436"/>
                  </a:lnTo>
                  <a:lnTo>
                    <a:pt x="2810681" y="6701225"/>
                  </a:lnTo>
                  <a:lnTo>
                    <a:pt x="2859752" y="6728738"/>
                  </a:lnTo>
                  <a:lnTo>
                    <a:pt x="2896531" y="6752258"/>
                  </a:lnTo>
                  <a:lnTo>
                    <a:pt x="2943311" y="6785882"/>
                  </a:lnTo>
                  <a:lnTo>
                    <a:pt x="2988718" y="6822578"/>
                  </a:lnTo>
                  <a:lnTo>
                    <a:pt x="3033217" y="6862400"/>
                  </a:lnTo>
                  <a:lnTo>
                    <a:pt x="3077162" y="6905321"/>
                  </a:lnTo>
                  <a:lnTo>
                    <a:pt x="3120813" y="6951223"/>
                  </a:lnTo>
                  <a:lnTo>
                    <a:pt x="3164353" y="6999886"/>
                  </a:lnTo>
                  <a:lnTo>
                    <a:pt x="3207897" y="7050993"/>
                  </a:lnTo>
                  <a:lnTo>
                    <a:pt x="3251508" y="7104127"/>
                  </a:lnTo>
                  <a:lnTo>
                    <a:pt x="3295200" y="7158789"/>
                  </a:lnTo>
                  <a:lnTo>
                    <a:pt x="3338956" y="7214409"/>
                  </a:lnTo>
                  <a:lnTo>
                    <a:pt x="3382737" y="7270377"/>
                  </a:lnTo>
                  <a:lnTo>
                    <a:pt x="3426497" y="7326064"/>
                  </a:lnTo>
                  <a:lnTo>
                    <a:pt x="3470197" y="7380855"/>
                  </a:lnTo>
                  <a:lnTo>
                    <a:pt x="3513816" y="7434177"/>
                  </a:lnTo>
                  <a:lnTo>
                    <a:pt x="3557366" y="7485520"/>
                  </a:lnTo>
                  <a:lnTo>
                    <a:pt x="3600902" y="7534460"/>
                  </a:lnTo>
                  <a:lnTo>
                    <a:pt x="3644534" y="7580667"/>
                  </a:lnTo>
                  <a:lnTo>
                    <a:pt x="3688436" y="7623912"/>
                  </a:lnTo>
                  <a:lnTo>
                    <a:pt x="3732862" y="7664066"/>
                  </a:lnTo>
                  <a:lnTo>
                    <a:pt x="3778153" y="7701093"/>
                  </a:lnTo>
                  <a:lnTo>
                    <a:pt x="3824761" y="7735038"/>
                  </a:lnTo>
                  <a:lnTo>
                    <a:pt x="3829811" y="7738467"/>
                  </a:lnTo>
                  <a:lnTo>
                    <a:pt x="3877003" y="7768187"/>
                  </a:lnTo>
                  <a:lnTo>
                    <a:pt x="3926671" y="7795097"/>
                  </a:lnTo>
                  <a:lnTo>
                    <a:pt x="3979562" y="7819321"/>
                  </a:lnTo>
                  <a:lnTo>
                    <a:pt x="4036491" y="7841081"/>
                  </a:lnTo>
                  <a:lnTo>
                    <a:pt x="4098294" y="7860635"/>
                  </a:lnTo>
                  <a:lnTo>
                    <a:pt x="4165766" y="7878235"/>
                  </a:lnTo>
                  <a:lnTo>
                    <a:pt x="4239594" y="7894113"/>
                  </a:lnTo>
                  <a:lnTo>
                    <a:pt x="4320249" y="7908463"/>
                  </a:lnTo>
                  <a:lnTo>
                    <a:pt x="4407858" y="7921435"/>
                  </a:lnTo>
                  <a:lnTo>
                    <a:pt x="4502028" y="7933133"/>
                  </a:lnTo>
                  <a:lnTo>
                    <a:pt x="4601666" y="7943617"/>
                  </a:lnTo>
                  <a:lnTo>
                    <a:pt x="4704812" y="7952902"/>
                  </a:lnTo>
                  <a:lnTo>
                    <a:pt x="4808562" y="7960976"/>
                  </a:lnTo>
                  <a:lnTo>
                    <a:pt x="4909157" y="7967811"/>
                  </a:lnTo>
                  <a:lnTo>
                    <a:pt x="5002308" y="7973388"/>
                  </a:lnTo>
                  <a:lnTo>
                    <a:pt x="5083773" y="7977719"/>
                  </a:lnTo>
                  <a:lnTo>
                    <a:pt x="5150091" y="7980872"/>
                  </a:lnTo>
                  <a:lnTo>
                    <a:pt x="5199288" y="7982976"/>
                  </a:lnTo>
                  <a:lnTo>
                    <a:pt x="5231355" y="7984214"/>
                  </a:lnTo>
                  <a:lnTo>
                    <a:pt x="5248380" y="7984810"/>
                  </a:lnTo>
                  <a:lnTo>
                    <a:pt x="5254366" y="7985001"/>
                  </a:lnTo>
                  <a:lnTo>
                    <a:pt x="5254955" y="7985019"/>
                  </a:lnTo>
                  <a:lnTo>
                    <a:pt x="6726343" y="7985019"/>
                  </a:lnTo>
                  <a:lnTo>
                    <a:pt x="6727038" y="7984908"/>
                  </a:lnTo>
                  <a:lnTo>
                    <a:pt x="6731655" y="7984118"/>
                  </a:lnTo>
                  <a:lnTo>
                    <a:pt x="6743445" y="7981938"/>
                  </a:lnTo>
                  <a:lnTo>
                    <a:pt x="6764905" y="7977639"/>
                  </a:lnTo>
                  <a:lnTo>
                    <a:pt x="6797661" y="7970507"/>
                  </a:lnTo>
                  <a:lnTo>
                    <a:pt x="6842378" y="7959900"/>
                  </a:lnTo>
                  <a:lnTo>
                    <a:pt x="6898722" y="7945292"/>
                  </a:lnTo>
                  <a:lnTo>
                    <a:pt x="6965460" y="7926306"/>
                  </a:lnTo>
                  <a:lnTo>
                    <a:pt x="7040652" y="7902727"/>
                  </a:lnTo>
                  <a:lnTo>
                    <a:pt x="7121937" y="7874479"/>
                  </a:lnTo>
                  <a:lnTo>
                    <a:pt x="7206825" y="7841592"/>
                  </a:lnTo>
                  <a:lnTo>
                    <a:pt x="7292960" y="7804149"/>
                  </a:lnTo>
                  <a:lnTo>
                    <a:pt x="7378306" y="7762232"/>
                  </a:lnTo>
                  <a:lnTo>
                    <a:pt x="7461249" y="7715881"/>
                  </a:lnTo>
                  <a:lnTo>
                    <a:pt x="7540623" y="7665055"/>
                  </a:lnTo>
                  <a:lnTo>
                    <a:pt x="7615684" y="7609611"/>
                  </a:lnTo>
                  <a:lnTo>
                    <a:pt x="7686053" y="7549293"/>
                  </a:lnTo>
                  <a:lnTo>
                    <a:pt x="7751634" y="7483724"/>
                  </a:lnTo>
                  <a:lnTo>
                    <a:pt x="7812554" y="7412412"/>
                  </a:lnTo>
                  <a:lnTo>
                    <a:pt x="7869091" y="7334756"/>
                  </a:lnTo>
                  <a:lnTo>
                    <a:pt x="7921625" y="7250059"/>
                  </a:lnTo>
                  <a:lnTo>
                    <a:pt x="7970597" y="7157556"/>
                  </a:lnTo>
                  <a:lnTo>
                    <a:pt x="8016477" y="7056447"/>
                  </a:lnTo>
                  <a:lnTo>
                    <a:pt x="8059741" y="6945962"/>
                  </a:lnTo>
                  <a:lnTo>
                    <a:pt x="8100848" y="6825450"/>
                  </a:lnTo>
                  <a:lnTo>
                    <a:pt x="8140223" y="6694521"/>
                  </a:lnTo>
                  <a:lnTo>
                    <a:pt x="8151487" y="6654182"/>
                  </a:lnTo>
                  <a:lnTo>
                    <a:pt x="8175140" y="6565251"/>
                  </a:lnTo>
                  <a:lnTo>
                    <a:pt x="8198379" y="6472221"/>
                  </a:lnTo>
                  <a:lnTo>
                    <a:pt x="8221277" y="6375020"/>
                  </a:lnTo>
                  <a:lnTo>
                    <a:pt x="8243894" y="6273596"/>
                  </a:lnTo>
                  <a:lnTo>
                    <a:pt x="8266286" y="6167924"/>
                  </a:lnTo>
                  <a:lnTo>
                    <a:pt x="8288499" y="6058010"/>
                  </a:lnTo>
                  <a:lnTo>
                    <a:pt x="8310575" y="5943885"/>
                  </a:lnTo>
                  <a:lnTo>
                    <a:pt x="8332549" y="5825615"/>
                  </a:lnTo>
                  <a:lnTo>
                    <a:pt x="8354450" y="5703298"/>
                  </a:lnTo>
                  <a:lnTo>
                    <a:pt x="8376305" y="5577065"/>
                  </a:lnTo>
                  <a:lnTo>
                    <a:pt x="8398133" y="5447083"/>
                  </a:lnTo>
                  <a:lnTo>
                    <a:pt x="8419952" y="5313552"/>
                  </a:lnTo>
                  <a:lnTo>
                    <a:pt x="8441772" y="5176707"/>
                  </a:lnTo>
                  <a:lnTo>
                    <a:pt x="8463604" y="5036816"/>
                  </a:lnTo>
                  <a:lnTo>
                    <a:pt x="8485454" y="4894179"/>
                  </a:lnTo>
                  <a:lnTo>
                    <a:pt x="8507324" y="4749124"/>
                  </a:lnTo>
                  <a:lnTo>
                    <a:pt x="8529215" y="4602007"/>
                  </a:lnTo>
                  <a:lnTo>
                    <a:pt x="8551125" y="4453205"/>
                  </a:lnTo>
                  <a:lnTo>
                    <a:pt x="8573052" y="4303118"/>
                  </a:lnTo>
                  <a:lnTo>
                    <a:pt x="8594990" y="4152156"/>
                  </a:lnTo>
                  <a:lnTo>
                    <a:pt x="8616934" y="4000743"/>
                  </a:lnTo>
                  <a:lnTo>
                    <a:pt x="8638879" y="3849306"/>
                  </a:lnTo>
                  <a:lnTo>
                    <a:pt x="8660818" y="3698275"/>
                  </a:lnTo>
                  <a:lnTo>
                    <a:pt x="8682746" y="3548072"/>
                  </a:lnTo>
                  <a:lnTo>
                    <a:pt x="8704658" y="3399111"/>
                  </a:lnTo>
                  <a:lnTo>
                    <a:pt x="8726551" y="3251792"/>
                  </a:lnTo>
                  <a:lnTo>
                    <a:pt x="8748423" y="3106495"/>
                  </a:lnTo>
                  <a:lnTo>
                    <a:pt x="8770275" y="2963579"/>
                  </a:lnTo>
                  <a:lnTo>
                    <a:pt x="8792109" y="2823374"/>
                  </a:lnTo>
                  <a:lnTo>
                    <a:pt x="8813930" y="2686185"/>
                  </a:lnTo>
                  <a:lnTo>
                    <a:pt x="8835748" y="2552282"/>
                  </a:lnTo>
                  <a:lnTo>
                    <a:pt x="8857575" y="2421903"/>
                  </a:lnTo>
                  <a:lnTo>
                    <a:pt x="8879425" y="2295254"/>
                  </a:lnTo>
                  <a:lnTo>
                    <a:pt x="8901321" y="2172505"/>
                  </a:lnTo>
                  <a:lnTo>
                    <a:pt x="8923286" y="2053789"/>
                  </a:lnTo>
                  <a:lnTo>
                    <a:pt x="8945349" y="1939210"/>
                  </a:lnTo>
                  <a:lnTo>
                    <a:pt x="8967545" y="1828836"/>
                  </a:lnTo>
                  <a:lnTo>
                    <a:pt x="8989915" y="1722703"/>
                  </a:lnTo>
                  <a:lnTo>
                    <a:pt x="9012505" y="1620818"/>
                  </a:lnTo>
                  <a:lnTo>
                    <a:pt x="9035369" y="1523159"/>
                  </a:lnTo>
                  <a:lnTo>
                    <a:pt x="9058569" y="1429680"/>
                  </a:lnTo>
                  <a:lnTo>
                    <a:pt x="9082173" y="1340307"/>
                  </a:lnTo>
                  <a:lnTo>
                    <a:pt x="9084767" y="1330836"/>
                  </a:lnTo>
                  <a:lnTo>
                    <a:pt x="9123707" y="1196843"/>
                  </a:lnTo>
                  <a:lnTo>
                    <a:pt x="9164265" y="1073303"/>
                  </a:lnTo>
                  <a:lnTo>
                    <a:pt x="9206850" y="959939"/>
                  </a:lnTo>
                  <a:lnTo>
                    <a:pt x="9251915" y="856159"/>
                  </a:lnTo>
                  <a:lnTo>
                    <a:pt x="9299932" y="761217"/>
                  </a:lnTo>
                  <a:lnTo>
                    <a:pt x="9351375" y="674315"/>
                  </a:lnTo>
                  <a:lnTo>
                    <a:pt x="9406696" y="594672"/>
                  </a:lnTo>
                  <a:lnTo>
                    <a:pt x="9466297" y="521568"/>
                  </a:lnTo>
                  <a:lnTo>
                    <a:pt x="9530492" y="454373"/>
                  </a:lnTo>
                  <a:lnTo>
                    <a:pt x="9599457" y="392560"/>
                  </a:lnTo>
                  <a:lnTo>
                    <a:pt x="9673168" y="335720"/>
                  </a:lnTo>
                  <a:lnTo>
                    <a:pt x="9751338" y="283561"/>
                  </a:lnTo>
                  <a:lnTo>
                    <a:pt x="9833336" y="235907"/>
                  </a:lnTo>
                  <a:lnTo>
                    <a:pt x="9918125" y="192690"/>
                  </a:lnTo>
                  <a:lnTo>
                    <a:pt x="10004222" y="153929"/>
                  </a:lnTo>
                  <a:lnTo>
                    <a:pt x="10089709" y="119698"/>
                  </a:lnTo>
                  <a:lnTo>
                    <a:pt x="10172306" y="90084"/>
                  </a:lnTo>
                  <a:lnTo>
                    <a:pt x="10249539" y="65139"/>
                  </a:lnTo>
                  <a:lnTo>
                    <a:pt x="10318979" y="44823"/>
                  </a:lnTo>
                  <a:lnTo>
                    <a:pt x="10378532" y="28964"/>
                  </a:lnTo>
                  <a:lnTo>
                    <a:pt x="10426733" y="17233"/>
                  </a:lnTo>
                  <a:lnTo>
                    <a:pt x="10462970" y="9145"/>
                  </a:lnTo>
                  <a:lnTo>
                    <a:pt x="10487612" y="4088"/>
                  </a:lnTo>
                  <a:lnTo>
                    <a:pt x="10502014" y="1362"/>
                  </a:lnTo>
                  <a:lnTo>
                    <a:pt x="10508428" y="241"/>
                  </a:lnTo>
                  <a:lnTo>
                    <a:pt x="10509893" y="2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36" name="pl1336"/>
            <p:cNvSpPr/>
            <p:nvPr/>
          </p:nvSpPr>
          <p:spPr>
            <a:xfrm>
              <a:off x="4799595" y="2715849"/>
              <a:ext cx="11981298" cy="7985019"/>
            </a:xfrm>
            <a:custGeom>
              <a:avLst/>
              <a:pathLst>
                <a:path w="11981298" h="7985019">
                  <a:moveTo>
                    <a:pt x="11981298" y="0"/>
                  </a:moveTo>
                  <a:lnTo>
                    <a:pt x="10509911" y="0"/>
                  </a:lnTo>
                  <a:lnTo>
                    <a:pt x="10509215" y="111"/>
                  </a:lnTo>
                  <a:lnTo>
                    <a:pt x="10504599" y="900"/>
                  </a:lnTo>
                  <a:lnTo>
                    <a:pt x="10492808" y="3080"/>
                  </a:lnTo>
                  <a:lnTo>
                    <a:pt x="10471349" y="7380"/>
                  </a:lnTo>
                  <a:lnTo>
                    <a:pt x="10438592" y="14511"/>
                  </a:lnTo>
                  <a:lnTo>
                    <a:pt x="10393876" y="25118"/>
                  </a:lnTo>
                  <a:lnTo>
                    <a:pt x="10337531" y="39726"/>
                  </a:lnTo>
                  <a:lnTo>
                    <a:pt x="10270794" y="58712"/>
                  </a:lnTo>
                  <a:lnTo>
                    <a:pt x="10195601" y="82292"/>
                  </a:lnTo>
                  <a:lnTo>
                    <a:pt x="10114316" y="110540"/>
                  </a:lnTo>
                  <a:lnTo>
                    <a:pt x="10029428" y="143426"/>
                  </a:lnTo>
                  <a:lnTo>
                    <a:pt x="9943293" y="180870"/>
                  </a:lnTo>
                  <a:lnTo>
                    <a:pt x="9857947" y="222786"/>
                  </a:lnTo>
                  <a:lnTo>
                    <a:pt x="9775004" y="269137"/>
                  </a:lnTo>
                  <a:lnTo>
                    <a:pt x="9695631" y="319963"/>
                  </a:lnTo>
                  <a:lnTo>
                    <a:pt x="9620569" y="375407"/>
                  </a:lnTo>
                  <a:lnTo>
                    <a:pt x="9550201" y="435726"/>
                  </a:lnTo>
                  <a:lnTo>
                    <a:pt x="9484619" y="501295"/>
                  </a:lnTo>
                  <a:lnTo>
                    <a:pt x="9423699" y="572606"/>
                  </a:lnTo>
                  <a:lnTo>
                    <a:pt x="9367162" y="650263"/>
                  </a:lnTo>
                  <a:lnTo>
                    <a:pt x="9314628" y="734959"/>
                  </a:lnTo>
                  <a:lnTo>
                    <a:pt x="9265656" y="827462"/>
                  </a:lnTo>
                  <a:lnTo>
                    <a:pt x="9219776" y="928571"/>
                  </a:lnTo>
                  <a:lnTo>
                    <a:pt x="9176512" y="1039057"/>
                  </a:lnTo>
                  <a:lnTo>
                    <a:pt x="9135405" y="1159569"/>
                  </a:lnTo>
                  <a:lnTo>
                    <a:pt x="9096030" y="1290497"/>
                  </a:lnTo>
                  <a:lnTo>
                    <a:pt x="9084767" y="1330836"/>
                  </a:lnTo>
                  <a:lnTo>
                    <a:pt x="9061114" y="1419768"/>
                  </a:lnTo>
                  <a:lnTo>
                    <a:pt x="9037874" y="1512797"/>
                  </a:lnTo>
                  <a:lnTo>
                    <a:pt x="9014976" y="1609999"/>
                  </a:lnTo>
                  <a:lnTo>
                    <a:pt x="8992359" y="1711423"/>
                  </a:lnTo>
                  <a:lnTo>
                    <a:pt x="8969967" y="1817094"/>
                  </a:lnTo>
                  <a:lnTo>
                    <a:pt x="8947754" y="1927009"/>
                  </a:lnTo>
                  <a:lnTo>
                    <a:pt x="8925678" y="2041133"/>
                  </a:lnTo>
                  <a:lnTo>
                    <a:pt x="8903705" y="2159403"/>
                  </a:lnTo>
                  <a:lnTo>
                    <a:pt x="8881803" y="2281720"/>
                  </a:lnTo>
                  <a:lnTo>
                    <a:pt x="8859948" y="2407953"/>
                  </a:lnTo>
                  <a:lnTo>
                    <a:pt x="8838120" y="2537935"/>
                  </a:lnTo>
                  <a:lnTo>
                    <a:pt x="8816302" y="2671466"/>
                  </a:lnTo>
                  <a:lnTo>
                    <a:pt x="8794481" y="2808311"/>
                  </a:lnTo>
                  <a:lnTo>
                    <a:pt x="8772649" y="2948202"/>
                  </a:lnTo>
                  <a:lnTo>
                    <a:pt x="8750799" y="3090839"/>
                  </a:lnTo>
                  <a:lnTo>
                    <a:pt x="8728929" y="3235894"/>
                  </a:lnTo>
                  <a:lnTo>
                    <a:pt x="8707038" y="3383012"/>
                  </a:lnTo>
                  <a:lnTo>
                    <a:pt x="8685128" y="3531813"/>
                  </a:lnTo>
                  <a:lnTo>
                    <a:pt x="8663202" y="3681901"/>
                  </a:lnTo>
                  <a:lnTo>
                    <a:pt x="8641264" y="3832863"/>
                  </a:lnTo>
                  <a:lnTo>
                    <a:pt x="8619319" y="3984276"/>
                  </a:lnTo>
                  <a:lnTo>
                    <a:pt x="8597375" y="4135712"/>
                  </a:lnTo>
                  <a:lnTo>
                    <a:pt x="8575436" y="4286743"/>
                  </a:lnTo>
                  <a:lnTo>
                    <a:pt x="8553508" y="4436946"/>
                  </a:lnTo>
                  <a:lnTo>
                    <a:pt x="8531595" y="4585907"/>
                  </a:lnTo>
                  <a:lnTo>
                    <a:pt x="8509702" y="4733226"/>
                  </a:lnTo>
                  <a:lnTo>
                    <a:pt x="8487830" y="4878523"/>
                  </a:lnTo>
                  <a:lnTo>
                    <a:pt x="8465978" y="5021440"/>
                  </a:lnTo>
                  <a:lnTo>
                    <a:pt x="8444145" y="5161644"/>
                  </a:lnTo>
                  <a:lnTo>
                    <a:pt x="8422323" y="5298834"/>
                  </a:lnTo>
                  <a:lnTo>
                    <a:pt x="8400505" y="5432737"/>
                  </a:lnTo>
                  <a:lnTo>
                    <a:pt x="8378679" y="5563115"/>
                  </a:lnTo>
                  <a:lnTo>
                    <a:pt x="8356828" y="5689764"/>
                  </a:lnTo>
                  <a:lnTo>
                    <a:pt x="8334932" y="5812514"/>
                  </a:lnTo>
                  <a:lnTo>
                    <a:pt x="8312968" y="5931229"/>
                  </a:lnTo>
                  <a:lnTo>
                    <a:pt x="8290905" y="6045808"/>
                  </a:lnTo>
                  <a:lnTo>
                    <a:pt x="8268708" y="6156182"/>
                  </a:lnTo>
                  <a:lnTo>
                    <a:pt x="8246338" y="6262316"/>
                  </a:lnTo>
                  <a:lnTo>
                    <a:pt x="8223748" y="6364201"/>
                  </a:lnTo>
                  <a:lnTo>
                    <a:pt x="8200884" y="6461859"/>
                  </a:lnTo>
                  <a:lnTo>
                    <a:pt x="8177684" y="6555339"/>
                  </a:lnTo>
                  <a:lnTo>
                    <a:pt x="8154080" y="6644712"/>
                  </a:lnTo>
                  <a:lnTo>
                    <a:pt x="8151487" y="6654182"/>
                  </a:lnTo>
                  <a:lnTo>
                    <a:pt x="8112546" y="6788176"/>
                  </a:lnTo>
                  <a:lnTo>
                    <a:pt x="8071988" y="6911715"/>
                  </a:lnTo>
                  <a:lnTo>
                    <a:pt x="8029403" y="7025080"/>
                  </a:lnTo>
                  <a:lnTo>
                    <a:pt x="7984338" y="7128859"/>
                  </a:lnTo>
                  <a:lnTo>
                    <a:pt x="7936321" y="7223801"/>
                  </a:lnTo>
                  <a:lnTo>
                    <a:pt x="7884879" y="7310703"/>
                  </a:lnTo>
                  <a:lnTo>
                    <a:pt x="7829557" y="7390346"/>
                  </a:lnTo>
                  <a:lnTo>
                    <a:pt x="7769956" y="7463450"/>
                  </a:lnTo>
                  <a:lnTo>
                    <a:pt x="7705761" y="7530645"/>
                  </a:lnTo>
                  <a:lnTo>
                    <a:pt x="7636797" y="7592458"/>
                  </a:lnTo>
                  <a:lnTo>
                    <a:pt x="7563085" y="7649298"/>
                  </a:lnTo>
                  <a:lnTo>
                    <a:pt x="7484915" y="7701457"/>
                  </a:lnTo>
                  <a:lnTo>
                    <a:pt x="7402917" y="7749111"/>
                  </a:lnTo>
                  <a:lnTo>
                    <a:pt x="7318128" y="7792328"/>
                  </a:lnTo>
                  <a:lnTo>
                    <a:pt x="7232031" y="7831089"/>
                  </a:lnTo>
                  <a:lnTo>
                    <a:pt x="7146545" y="7865321"/>
                  </a:lnTo>
                  <a:lnTo>
                    <a:pt x="7063948" y="7894934"/>
                  </a:lnTo>
                  <a:lnTo>
                    <a:pt x="6986714" y="7919879"/>
                  </a:lnTo>
                  <a:lnTo>
                    <a:pt x="6917274" y="7940195"/>
                  </a:lnTo>
                  <a:lnTo>
                    <a:pt x="6857721" y="7956054"/>
                  </a:lnTo>
                  <a:lnTo>
                    <a:pt x="6809520" y="7967785"/>
                  </a:lnTo>
                  <a:lnTo>
                    <a:pt x="6773283" y="7975873"/>
                  </a:lnTo>
                  <a:lnTo>
                    <a:pt x="6748641" y="7980931"/>
                  </a:lnTo>
                  <a:lnTo>
                    <a:pt x="6734239" y="7983656"/>
                  </a:lnTo>
                  <a:lnTo>
                    <a:pt x="6727826" y="7984778"/>
                  </a:lnTo>
                  <a:lnTo>
                    <a:pt x="6726361" y="7985016"/>
                  </a:lnTo>
                  <a:lnTo>
                    <a:pt x="6726343" y="7985019"/>
                  </a:lnTo>
                  <a:lnTo>
                    <a:pt x="5254955" y="7985019"/>
                  </a:lnTo>
                  <a:lnTo>
                    <a:pt x="5253744" y="7984983"/>
                  </a:lnTo>
                  <a:lnTo>
                    <a:pt x="5245792" y="7984724"/>
                  </a:lnTo>
                  <a:lnTo>
                    <a:pt x="5225786" y="7984008"/>
                  </a:lnTo>
                  <a:lnTo>
                    <a:pt x="5190113" y="7982600"/>
                  </a:lnTo>
                  <a:lnTo>
                    <a:pt x="5137133" y="7980283"/>
                  </a:lnTo>
                  <a:lnTo>
                    <a:pt x="5067305" y="7976884"/>
                  </a:lnTo>
                  <a:lnTo>
                    <a:pt x="4982975" y="7972286"/>
                  </a:lnTo>
                  <a:lnTo>
                    <a:pt x="4887839" y="7966437"/>
                  </a:lnTo>
                  <a:lnTo>
                    <a:pt x="4786207" y="7959331"/>
                  </a:lnTo>
                  <a:lnTo>
                    <a:pt x="4682295" y="7950992"/>
                  </a:lnTo>
                  <a:lnTo>
                    <a:pt x="4579695" y="7941447"/>
                  </a:lnTo>
                  <a:lnTo>
                    <a:pt x="4481108" y="7930703"/>
                  </a:lnTo>
                  <a:lnTo>
                    <a:pt x="4388294" y="7918735"/>
                  </a:lnTo>
                  <a:lnTo>
                    <a:pt x="4302179" y="7905475"/>
                  </a:lnTo>
                  <a:lnTo>
                    <a:pt x="4223028" y="7890808"/>
                  </a:lnTo>
                  <a:lnTo>
                    <a:pt x="4150627" y="7874575"/>
                  </a:lnTo>
                  <a:lnTo>
                    <a:pt x="4084447" y="7856572"/>
                  </a:lnTo>
                  <a:lnTo>
                    <a:pt x="4023770" y="7836562"/>
                  </a:lnTo>
                  <a:lnTo>
                    <a:pt x="3967787" y="7814289"/>
                  </a:lnTo>
                  <a:lnTo>
                    <a:pt x="3915662" y="7789500"/>
                  </a:lnTo>
                  <a:lnTo>
                    <a:pt x="3866590" y="7761987"/>
                  </a:lnTo>
                  <a:lnTo>
                    <a:pt x="3829811" y="7738467"/>
                  </a:lnTo>
                  <a:lnTo>
                    <a:pt x="3783032" y="7704843"/>
                  </a:lnTo>
                  <a:lnTo>
                    <a:pt x="3737624" y="7668147"/>
                  </a:lnTo>
                  <a:lnTo>
                    <a:pt x="3693125" y="7628325"/>
                  </a:lnTo>
                  <a:lnTo>
                    <a:pt x="3649180" y="7585404"/>
                  </a:lnTo>
                  <a:lnTo>
                    <a:pt x="3605529" y="7539502"/>
                  </a:lnTo>
                  <a:lnTo>
                    <a:pt x="3561990" y="7490839"/>
                  </a:lnTo>
                  <a:lnTo>
                    <a:pt x="3518445" y="7439732"/>
                  </a:lnTo>
                  <a:lnTo>
                    <a:pt x="3474834" y="7386598"/>
                  </a:lnTo>
                  <a:lnTo>
                    <a:pt x="3431142" y="7331936"/>
                  </a:lnTo>
                  <a:lnTo>
                    <a:pt x="3387386" y="7276316"/>
                  </a:lnTo>
                  <a:lnTo>
                    <a:pt x="3343605" y="7220348"/>
                  </a:lnTo>
                  <a:lnTo>
                    <a:pt x="3299845" y="7164661"/>
                  </a:lnTo>
                  <a:lnTo>
                    <a:pt x="3256145" y="7109870"/>
                  </a:lnTo>
                  <a:lnTo>
                    <a:pt x="3212526" y="7056548"/>
                  </a:lnTo>
                  <a:lnTo>
                    <a:pt x="3168976" y="7005205"/>
                  </a:lnTo>
                  <a:lnTo>
                    <a:pt x="3125440" y="6956265"/>
                  </a:lnTo>
                  <a:lnTo>
                    <a:pt x="3081808" y="6910058"/>
                  </a:lnTo>
                  <a:lnTo>
                    <a:pt x="3037906" y="6866813"/>
                  </a:lnTo>
                  <a:lnTo>
                    <a:pt x="2993480" y="6826659"/>
                  </a:lnTo>
                  <a:lnTo>
                    <a:pt x="2948189" y="6789632"/>
                  </a:lnTo>
                  <a:lnTo>
                    <a:pt x="2901582" y="6755687"/>
                  </a:lnTo>
                  <a:lnTo>
                    <a:pt x="2896531" y="6752258"/>
                  </a:lnTo>
                  <a:lnTo>
                    <a:pt x="2849340" y="6722538"/>
                  </a:lnTo>
                  <a:lnTo>
                    <a:pt x="2799671" y="6695628"/>
                  </a:lnTo>
                  <a:lnTo>
                    <a:pt x="2746780" y="6671404"/>
                  </a:lnTo>
                  <a:lnTo>
                    <a:pt x="2689851" y="6649644"/>
                  </a:lnTo>
                  <a:lnTo>
                    <a:pt x="2628048" y="6630090"/>
                  </a:lnTo>
                  <a:lnTo>
                    <a:pt x="2560576" y="6612490"/>
                  </a:lnTo>
                  <a:lnTo>
                    <a:pt x="2486748" y="6596612"/>
                  </a:lnTo>
                  <a:lnTo>
                    <a:pt x="2406093" y="6582262"/>
                  </a:lnTo>
                  <a:lnTo>
                    <a:pt x="2318484" y="6569290"/>
                  </a:lnTo>
                  <a:lnTo>
                    <a:pt x="2224314" y="6557592"/>
                  </a:lnTo>
                  <a:lnTo>
                    <a:pt x="2124677" y="6547108"/>
                  </a:lnTo>
                  <a:lnTo>
                    <a:pt x="2021530" y="6537823"/>
                  </a:lnTo>
                  <a:lnTo>
                    <a:pt x="1917780" y="6529749"/>
                  </a:lnTo>
                  <a:lnTo>
                    <a:pt x="1817185" y="6522914"/>
                  </a:lnTo>
                  <a:lnTo>
                    <a:pt x="1724034" y="6517337"/>
                  </a:lnTo>
                  <a:lnTo>
                    <a:pt x="1642569" y="6513006"/>
                  </a:lnTo>
                  <a:lnTo>
                    <a:pt x="1576251" y="6509853"/>
                  </a:lnTo>
                  <a:lnTo>
                    <a:pt x="1527055" y="6507749"/>
                  </a:lnTo>
                  <a:lnTo>
                    <a:pt x="1494987" y="6506511"/>
                  </a:lnTo>
                  <a:lnTo>
                    <a:pt x="1477962" y="6505915"/>
                  </a:lnTo>
                  <a:lnTo>
                    <a:pt x="1471976" y="6505724"/>
                  </a:lnTo>
                  <a:lnTo>
                    <a:pt x="1471387" y="6505706"/>
                  </a:lnTo>
                  <a:lnTo>
                    <a:pt x="0" y="650570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37" name="pg1337"/>
            <p:cNvSpPr/>
            <p:nvPr/>
          </p:nvSpPr>
          <p:spPr>
            <a:xfrm>
              <a:off x="4799595" y="3516803"/>
              <a:ext cx="11981298" cy="5320621"/>
            </a:xfrm>
            <a:custGeom>
              <a:avLst/>
              <a:pathLst>
                <a:path w="11981298" h="5320621">
                  <a:moveTo>
                    <a:pt x="0" y="5320621"/>
                  </a:moveTo>
                  <a:lnTo>
                    <a:pt x="1471387" y="5320621"/>
                  </a:lnTo>
                  <a:lnTo>
                    <a:pt x="1472319" y="5320543"/>
                  </a:lnTo>
                  <a:lnTo>
                    <a:pt x="1478474" y="5319986"/>
                  </a:lnTo>
                  <a:lnTo>
                    <a:pt x="1494077" y="5318447"/>
                  </a:lnTo>
                  <a:lnTo>
                    <a:pt x="1522196" y="5315414"/>
                  </a:lnTo>
                  <a:lnTo>
                    <a:pt x="1564559" y="5310401"/>
                  </a:lnTo>
                  <a:lnTo>
                    <a:pt x="1621423" y="5302990"/>
                  </a:lnTo>
                  <a:lnTo>
                    <a:pt x="1691626" y="5292872"/>
                  </a:lnTo>
                  <a:lnTo>
                    <a:pt x="1772832" y="5279858"/>
                  </a:lnTo>
                  <a:lnTo>
                    <a:pt x="1861961" y="5263875"/>
                  </a:lnTo>
                  <a:lnTo>
                    <a:pt x="1955668" y="5244937"/>
                  </a:lnTo>
                  <a:lnTo>
                    <a:pt x="2050784" y="5223101"/>
                  </a:lnTo>
                  <a:lnTo>
                    <a:pt x="2144621" y="5198421"/>
                  </a:lnTo>
                  <a:lnTo>
                    <a:pt x="2235124" y="5170916"/>
                  </a:lnTo>
                  <a:lnTo>
                    <a:pt x="2320905" y="5140536"/>
                  </a:lnTo>
                  <a:lnTo>
                    <a:pt x="2401168" y="5107148"/>
                  </a:lnTo>
                  <a:lnTo>
                    <a:pt x="2475610" y="5070529"/>
                  </a:lnTo>
                  <a:lnTo>
                    <a:pt x="2544295" y="5030363"/>
                  </a:lnTo>
                  <a:lnTo>
                    <a:pt x="2607548" y="4986248"/>
                  </a:lnTo>
                  <a:lnTo>
                    <a:pt x="2665858" y="4937706"/>
                  </a:lnTo>
                  <a:lnTo>
                    <a:pt x="2719816" y="4884201"/>
                  </a:lnTo>
                  <a:lnTo>
                    <a:pt x="2770054" y="4825172"/>
                  </a:lnTo>
                  <a:lnTo>
                    <a:pt x="2817210" y="4760086"/>
                  </a:lnTo>
                  <a:lnTo>
                    <a:pt x="2861895" y="4688524"/>
                  </a:lnTo>
                  <a:lnTo>
                    <a:pt x="2896531" y="4625917"/>
                  </a:lnTo>
                  <a:lnTo>
                    <a:pt x="2928544" y="4562365"/>
                  </a:lnTo>
                  <a:lnTo>
                    <a:pt x="2959842" y="4494843"/>
                  </a:lnTo>
                  <a:lnTo>
                    <a:pt x="2990591" y="4423270"/>
                  </a:lnTo>
                  <a:lnTo>
                    <a:pt x="3020931" y="4347611"/>
                  </a:lnTo>
                  <a:lnTo>
                    <a:pt x="3050974" y="4267880"/>
                  </a:lnTo>
                  <a:lnTo>
                    <a:pt x="3080816" y="4184146"/>
                  </a:lnTo>
                  <a:lnTo>
                    <a:pt x="3110532" y="4096536"/>
                  </a:lnTo>
                  <a:lnTo>
                    <a:pt x="3140180" y="4005236"/>
                  </a:lnTo>
                  <a:lnTo>
                    <a:pt x="3169806" y="3910495"/>
                  </a:lnTo>
                  <a:lnTo>
                    <a:pt x="3199440" y="3812621"/>
                  </a:lnTo>
                  <a:lnTo>
                    <a:pt x="3229102" y="3711980"/>
                  </a:lnTo>
                  <a:lnTo>
                    <a:pt x="3258801" y="3608994"/>
                  </a:lnTo>
                  <a:lnTo>
                    <a:pt x="3288538" y="3504129"/>
                  </a:lnTo>
                  <a:lnTo>
                    <a:pt x="3318307" y="3397892"/>
                  </a:lnTo>
                  <a:lnTo>
                    <a:pt x="3348097" y="3290818"/>
                  </a:lnTo>
                  <a:lnTo>
                    <a:pt x="3377894" y="3183461"/>
                  </a:lnTo>
                  <a:lnTo>
                    <a:pt x="3407684" y="3076381"/>
                  </a:lnTo>
                  <a:lnTo>
                    <a:pt x="3437454" y="2970130"/>
                  </a:lnTo>
                  <a:lnTo>
                    <a:pt x="3467191" y="2865246"/>
                  </a:lnTo>
                  <a:lnTo>
                    <a:pt x="3496890" y="2762235"/>
                  </a:lnTo>
                  <a:lnTo>
                    <a:pt x="3526553" y="2661564"/>
                  </a:lnTo>
                  <a:lnTo>
                    <a:pt x="3556187" y="2563655"/>
                  </a:lnTo>
                  <a:lnTo>
                    <a:pt x="3585813" y="2468875"/>
                  </a:lnTo>
                  <a:lnTo>
                    <a:pt x="3615461" y="2377533"/>
                  </a:lnTo>
                  <a:lnTo>
                    <a:pt x="3645175" y="2289878"/>
                  </a:lnTo>
                  <a:lnTo>
                    <a:pt x="3675015" y="2206098"/>
                  </a:lnTo>
                  <a:lnTo>
                    <a:pt x="3705056" y="2126319"/>
                  </a:lnTo>
                  <a:lnTo>
                    <a:pt x="3735391" y="2050612"/>
                  </a:lnTo>
                  <a:lnTo>
                    <a:pt x="3766135" y="1978991"/>
                  </a:lnTo>
                  <a:lnTo>
                    <a:pt x="3797426" y="1911421"/>
                  </a:lnTo>
                  <a:lnTo>
                    <a:pt x="3829429" y="1847824"/>
                  </a:lnTo>
                  <a:lnTo>
                    <a:pt x="3829811" y="1847097"/>
                  </a:lnTo>
                  <a:lnTo>
                    <a:pt x="3872904" y="1770163"/>
                  </a:lnTo>
                  <a:lnTo>
                    <a:pt x="3918021" y="1699874"/>
                  </a:lnTo>
                  <a:lnTo>
                    <a:pt x="3965723" y="1635995"/>
                  </a:lnTo>
                  <a:lnTo>
                    <a:pt x="4016629" y="1578075"/>
                  </a:lnTo>
                  <a:lnTo>
                    <a:pt x="4071378" y="1525571"/>
                  </a:lnTo>
                  <a:lnTo>
                    <a:pt x="4130599" y="1477923"/>
                  </a:lnTo>
                  <a:lnTo>
                    <a:pt x="4194865" y="1434606"/>
                  </a:lnTo>
                  <a:lnTo>
                    <a:pt x="4264643" y="1395153"/>
                  </a:lnTo>
                  <a:lnTo>
                    <a:pt x="4340213" y="1359179"/>
                  </a:lnTo>
                  <a:lnTo>
                    <a:pt x="4421578" y="1326386"/>
                  </a:lnTo>
                  <a:lnTo>
                    <a:pt x="4508349" y="1296568"/>
                  </a:lnTo>
                  <a:lnTo>
                    <a:pt x="4599624" y="1269610"/>
                  </a:lnTo>
                  <a:lnTo>
                    <a:pt x="4693888" y="1245476"/>
                  </a:lnTo>
                  <a:lnTo>
                    <a:pt x="4788960" y="1224194"/>
                  </a:lnTo>
                  <a:lnTo>
                    <a:pt x="4882041" y="1205823"/>
                  </a:lnTo>
                  <a:lnTo>
                    <a:pt x="4969899" y="1190414"/>
                  </a:lnTo>
                  <a:lnTo>
                    <a:pt x="5049205" y="1177968"/>
                  </a:lnTo>
                  <a:lnTo>
                    <a:pt x="5116985" y="1168390"/>
                  </a:lnTo>
                  <a:lnTo>
                    <a:pt x="5171100" y="1161471"/>
                  </a:lnTo>
                  <a:lnTo>
                    <a:pt x="5210648" y="1156874"/>
                  </a:lnTo>
                  <a:lnTo>
                    <a:pt x="5236173" y="1154169"/>
                  </a:lnTo>
                  <a:lnTo>
                    <a:pt x="5249676" y="1152859"/>
                  </a:lnTo>
                  <a:lnTo>
                    <a:pt x="5254460" y="1152433"/>
                  </a:lnTo>
                  <a:lnTo>
                    <a:pt x="5254955" y="1152392"/>
                  </a:lnTo>
                  <a:lnTo>
                    <a:pt x="6726343" y="1152392"/>
                  </a:lnTo>
                  <a:lnTo>
                    <a:pt x="6727564" y="1152364"/>
                  </a:lnTo>
                  <a:lnTo>
                    <a:pt x="6735583" y="1152162"/>
                  </a:lnTo>
                  <a:lnTo>
                    <a:pt x="6755754" y="1151604"/>
                  </a:lnTo>
                  <a:lnTo>
                    <a:pt x="6791706" y="1150505"/>
                  </a:lnTo>
                  <a:lnTo>
                    <a:pt x="6845072" y="1148697"/>
                  </a:lnTo>
                  <a:lnTo>
                    <a:pt x="6915364" y="1146045"/>
                  </a:lnTo>
                  <a:lnTo>
                    <a:pt x="7000186" y="1142460"/>
                  </a:lnTo>
                  <a:lnTo>
                    <a:pt x="7095792" y="1137901"/>
                  </a:lnTo>
                  <a:lnTo>
                    <a:pt x="7197828" y="1132365"/>
                  </a:lnTo>
                  <a:lnTo>
                    <a:pt x="7302054" y="1125869"/>
                  </a:lnTo>
                  <a:lnTo>
                    <a:pt x="7404866" y="1118436"/>
                  </a:lnTo>
                  <a:lnTo>
                    <a:pt x="7503571" y="1110069"/>
                  </a:lnTo>
                  <a:lnTo>
                    <a:pt x="7596422" y="1100750"/>
                  </a:lnTo>
                  <a:lnTo>
                    <a:pt x="7682514" y="1090422"/>
                  </a:lnTo>
                  <a:lnTo>
                    <a:pt x="7761602" y="1078995"/>
                  </a:lnTo>
                  <a:lnTo>
                    <a:pt x="7833918" y="1066343"/>
                  </a:lnTo>
                  <a:lnTo>
                    <a:pt x="7900008" y="1052306"/>
                  </a:lnTo>
                  <a:lnTo>
                    <a:pt x="7960601" y="1036698"/>
                  </a:lnTo>
                  <a:lnTo>
                    <a:pt x="8016517" y="1019318"/>
                  </a:lnTo>
                  <a:lnTo>
                    <a:pt x="8068598" y="999970"/>
                  </a:lnTo>
                  <a:lnTo>
                    <a:pt x="8117654" y="978496"/>
                  </a:lnTo>
                  <a:lnTo>
                    <a:pt x="8151487" y="961689"/>
                  </a:lnTo>
                  <a:lnTo>
                    <a:pt x="8201086" y="934009"/>
                  </a:lnTo>
                  <a:lnTo>
                    <a:pt x="8249174" y="903649"/>
                  </a:lnTo>
                  <a:lnTo>
                    <a:pt x="8296294" y="870564"/>
                  </a:lnTo>
                  <a:lnTo>
                    <a:pt x="8342849" y="834793"/>
                  </a:lnTo>
                  <a:lnTo>
                    <a:pt x="8389130" y="796465"/>
                  </a:lnTo>
                  <a:lnTo>
                    <a:pt x="8435332" y="755807"/>
                  </a:lnTo>
                  <a:lnTo>
                    <a:pt x="8481572" y="713144"/>
                  </a:lnTo>
                  <a:lnTo>
                    <a:pt x="8527898" y="668895"/>
                  </a:lnTo>
                  <a:lnTo>
                    <a:pt x="8574310" y="623553"/>
                  </a:lnTo>
                  <a:lnTo>
                    <a:pt x="8620771" y="577666"/>
                  </a:lnTo>
                  <a:lnTo>
                    <a:pt x="8667230" y="531812"/>
                  </a:lnTo>
                  <a:lnTo>
                    <a:pt x="8713633" y="486568"/>
                  </a:lnTo>
                  <a:lnTo>
                    <a:pt x="8759949" y="442475"/>
                  </a:lnTo>
                  <a:lnTo>
                    <a:pt x="8806180" y="400022"/>
                  </a:lnTo>
                  <a:lnTo>
                    <a:pt x="8852385" y="359615"/>
                  </a:lnTo>
                  <a:lnTo>
                    <a:pt x="8898686" y="321568"/>
                  </a:lnTo>
                  <a:lnTo>
                    <a:pt x="8945288" y="286097"/>
                  </a:lnTo>
                  <a:lnTo>
                    <a:pt x="8992495" y="253322"/>
                  </a:lnTo>
                  <a:lnTo>
                    <a:pt x="9040725" y="223271"/>
                  </a:lnTo>
                  <a:lnTo>
                    <a:pt x="9084767" y="198876"/>
                  </a:lnTo>
                  <a:lnTo>
                    <a:pt x="9132100" y="175823"/>
                  </a:lnTo>
                  <a:lnTo>
                    <a:pt x="9181927" y="154957"/>
                  </a:lnTo>
                  <a:lnTo>
                    <a:pt x="9235001" y="136180"/>
                  </a:lnTo>
                  <a:lnTo>
                    <a:pt x="9292144" y="119318"/>
                  </a:lnTo>
                  <a:lnTo>
                    <a:pt x="9354198" y="104171"/>
                  </a:lnTo>
                  <a:lnTo>
                    <a:pt x="9421967" y="90540"/>
                  </a:lnTo>
                  <a:lnTo>
                    <a:pt x="9496139" y="78246"/>
                  </a:lnTo>
                  <a:lnTo>
                    <a:pt x="9577186" y="67139"/>
                  </a:lnTo>
                  <a:lnTo>
                    <a:pt x="9665224" y="57102"/>
                  </a:lnTo>
                  <a:lnTo>
                    <a:pt x="9759842" y="48053"/>
                  </a:lnTo>
                  <a:lnTo>
                    <a:pt x="9859915" y="39950"/>
                  </a:lnTo>
                  <a:lnTo>
                    <a:pt x="9963437" y="32778"/>
                  </a:lnTo>
                  <a:lnTo>
                    <a:pt x="10067446" y="26549"/>
                  </a:lnTo>
                  <a:lnTo>
                    <a:pt x="10168123" y="21285"/>
                  </a:lnTo>
                  <a:lnTo>
                    <a:pt x="10261132" y="17001"/>
                  </a:lnTo>
                  <a:lnTo>
                    <a:pt x="10342210" y="13684"/>
                  </a:lnTo>
                  <a:lnTo>
                    <a:pt x="10407920" y="11280"/>
                  </a:lnTo>
                  <a:lnTo>
                    <a:pt x="10456360" y="9687"/>
                  </a:lnTo>
                  <a:lnTo>
                    <a:pt x="10487629" y="8758"/>
                  </a:lnTo>
                  <a:lnTo>
                    <a:pt x="10503945" y="8318"/>
                  </a:lnTo>
                  <a:lnTo>
                    <a:pt x="10509448" y="8183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8689" y="28"/>
                  </a:lnTo>
                  <a:lnTo>
                    <a:pt x="10500670" y="230"/>
                  </a:lnTo>
                  <a:lnTo>
                    <a:pt x="10480499" y="788"/>
                  </a:lnTo>
                  <a:lnTo>
                    <a:pt x="10444547" y="1887"/>
                  </a:lnTo>
                  <a:lnTo>
                    <a:pt x="10391181" y="3695"/>
                  </a:lnTo>
                  <a:lnTo>
                    <a:pt x="10320889" y="6346"/>
                  </a:lnTo>
                  <a:lnTo>
                    <a:pt x="10236067" y="9931"/>
                  </a:lnTo>
                  <a:lnTo>
                    <a:pt x="10140461" y="14491"/>
                  </a:lnTo>
                  <a:lnTo>
                    <a:pt x="10038425" y="20027"/>
                  </a:lnTo>
                  <a:lnTo>
                    <a:pt x="9934200" y="26522"/>
                  </a:lnTo>
                  <a:lnTo>
                    <a:pt x="9831387" y="33956"/>
                  </a:lnTo>
                  <a:lnTo>
                    <a:pt x="9732683" y="42322"/>
                  </a:lnTo>
                  <a:lnTo>
                    <a:pt x="9639831" y="51642"/>
                  </a:lnTo>
                  <a:lnTo>
                    <a:pt x="9553740" y="61970"/>
                  </a:lnTo>
                  <a:lnTo>
                    <a:pt x="9474652" y="73397"/>
                  </a:lnTo>
                  <a:lnTo>
                    <a:pt x="9402335" y="86049"/>
                  </a:lnTo>
                  <a:lnTo>
                    <a:pt x="9336245" y="100086"/>
                  </a:lnTo>
                  <a:lnTo>
                    <a:pt x="9275653" y="115694"/>
                  </a:lnTo>
                  <a:lnTo>
                    <a:pt x="9219736" y="133073"/>
                  </a:lnTo>
                  <a:lnTo>
                    <a:pt x="9167655" y="152421"/>
                  </a:lnTo>
                  <a:lnTo>
                    <a:pt x="9118599" y="173896"/>
                  </a:lnTo>
                  <a:lnTo>
                    <a:pt x="9084767" y="190703"/>
                  </a:lnTo>
                  <a:lnTo>
                    <a:pt x="9035167" y="218382"/>
                  </a:lnTo>
                  <a:lnTo>
                    <a:pt x="8987079" y="248743"/>
                  </a:lnTo>
                  <a:lnTo>
                    <a:pt x="8939960" y="281827"/>
                  </a:lnTo>
                  <a:lnTo>
                    <a:pt x="8893405" y="317599"/>
                  </a:lnTo>
                  <a:lnTo>
                    <a:pt x="8847123" y="355927"/>
                  </a:lnTo>
                  <a:lnTo>
                    <a:pt x="8800921" y="396585"/>
                  </a:lnTo>
                  <a:lnTo>
                    <a:pt x="8754681" y="439247"/>
                  </a:lnTo>
                  <a:lnTo>
                    <a:pt x="8708355" y="483496"/>
                  </a:lnTo>
                  <a:lnTo>
                    <a:pt x="8661943" y="528839"/>
                  </a:lnTo>
                  <a:lnTo>
                    <a:pt x="8615482" y="574726"/>
                  </a:lnTo>
                  <a:lnTo>
                    <a:pt x="8569024" y="620579"/>
                  </a:lnTo>
                  <a:lnTo>
                    <a:pt x="8522620" y="665824"/>
                  </a:lnTo>
                  <a:lnTo>
                    <a:pt x="8476305" y="709916"/>
                  </a:lnTo>
                  <a:lnTo>
                    <a:pt x="8430073" y="752370"/>
                  </a:lnTo>
                  <a:lnTo>
                    <a:pt x="8383868" y="792777"/>
                  </a:lnTo>
                  <a:lnTo>
                    <a:pt x="8337568" y="830824"/>
                  </a:lnTo>
                  <a:lnTo>
                    <a:pt x="8290965" y="866294"/>
                  </a:lnTo>
                  <a:lnTo>
                    <a:pt x="8243758" y="899069"/>
                  </a:lnTo>
                  <a:lnTo>
                    <a:pt x="8195528" y="929121"/>
                  </a:lnTo>
                  <a:lnTo>
                    <a:pt x="8151487" y="953516"/>
                  </a:lnTo>
                  <a:lnTo>
                    <a:pt x="8104153" y="976568"/>
                  </a:lnTo>
                  <a:lnTo>
                    <a:pt x="8054326" y="997434"/>
                  </a:lnTo>
                  <a:lnTo>
                    <a:pt x="8001253" y="1016212"/>
                  </a:lnTo>
                  <a:lnTo>
                    <a:pt x="7944110" y="1033074"/>
                  </a:lnTo>
                  <a:lnTo>
                    <a:pt x="7882055" y="1048221"/>
                  </a:lnTo>
                  <a:lnTo>
                    <a:pt x="7814286" y="1061852"/>
                  </a:lnTo>
                  <a:lnTo>
                    <a:pt x="7740114" y="1074145"/>
                  </a:lnTo>
                  <a:lnTo>
                    <a:pt x="7659067" y="1085253"/>
                  </a:lnTo>
                  <a:lnTo>
                    <a:pt x="7571029" y="1095290"/>
                  </a:lnTo>
                  <a:lnTo>
                    <a:pt x="7476411" y="1104338"/>
                  </a:lnTo>
                  <a:lnTo>
                    <a:pt x="7376338" y="1112442"/>
                  </a:lnTo>
                  <a:lnTo>
                    <a:pt x="7272816" y="1119614"/>
                  </a:lnTo>
                  <a:lnTo>
                    <a:pt x="7168807" y="1125843"/>
                  </a:lnTo>
                  <a:lnTo>
                    <a:pt x="7068130" y="1131106"/>
                  </a:lnTo>
                  <a:lnTo>
                    <a:pt x="6975122" y="1135391"/>
                  </a:lnTo>
                  <a:lnTo>
                    <a:pt x="6894043" y="1138708"/>
                  </a:lnTo>
                  <a:lnTo>
                    <a:pt x="6828333" y="1141111"/>
                  </a:lnTo>
                  <a:lnTo>
                    <a:pt x="6779893" y="1142705"/>
                  </a:lnTo>
                  <a:lnTo>
                    <a:pt x="6748624" y="1143634"/>
                  </a:lnTo>
                  <a:lnTo>
                    <a:pt x="6732308" y="1144074"/>
                  </a:lnTo>
                  <a:lnTo>
                    <a:pt x="6726805" y="1144209"/>
                  </a:lnTo>
                  <a:lnTo>
                    <a:pt x="6726343" y="1144219"/>
                  </a:lnTo>
                  <a:lnTo>
                    <a:pt x="5254955" y="1144219"/>
                  </a:lnTo>
                  <a:lnTo>
                    <a:pt x="5254023" y="1144297"/>
                  </a:lnTo>
                  <a:lnTo>
                    <a:pt x="5247868" y="1144855"/>
                  </a:lnTo>
                  <a:lnTo>
                    <a:pt x="5232265" y="1146393"/>
                  </a:lnTo>
                  <a:lnTo>
                    <a:pt x="5204146" y="1149427"/>
                  </a:lnTo>
                  <a:lnTo>
                    <a:pt x="5161784" y="1154440"/>
                  </a:lnTo>
                  <a:lnTo>
                    <a:pt x="5104919" y="1161850"/>
                  </a:lnTo>
                  <a:lnTo>
                    <a:pt x="5034716" y="1171969"/>
                  </a:lnTo>
                  <a:lnTo>
                    <a:pt x="4953510" y="1184983"/>
                  </a:lnTo>
                  <a:lnTo>
                    <a:pt x="4864382" y="1200965"/>
                  </a:lnTo>
                  <a:lnTo>
                    <a:pt x="4770674" y="1219903"/>
                  </a:lnTo>
                  <a:lnTo>
                    <a:pt x="4675558" y="1241740"/>
                  </a:lnTo>
                  <a:lnTo>
                    <a:pt x="4581722" y="1266419"/>
                  </a:lnTo>
                  <a:lnTo>
                    <a:pt x="4491218" y="1293924"/>
                  </a:lnTo>
                  <a:lnTo>
                    <a:pt x="4405438" y="1324304"/>
                  </a:lnTo>
                  <a:lnTo>
                    <a:pt x="4325174" y="1357692"/>
                  </a:lnTo>
                  <a:lnTo>
                    <a:pt x="4250732" y="1394311"/>
                  </a:lnTo>
                  <a:lnTo>
                    <a:pt x="4182047" y="1434477"/>
                  </a:lnTo>
                  <a:lnTo>
                    <a:pt x="4118794" y="1478592"/>
                  </a:lnTo>
                  <a:lnTo>
                    <a:pt x="4060484" y="1527134"/>
                  </a:lnTo>
                  <a:lnTo>
                    <a:pt x="4006526" y="1580640"/>
                  </a:lnTo>
                  <a:lnTo>
                    <a:pt x="3956288" y="1639669"/>
                  </a:lnTo>
                  <a:lnTo>
                    <a:pt x="3909132" y="1704755"/>
                  </a:lnTo>
                  <a:lnTo>
                    <a:pt x="3864447" y="1776317"/>
                  </a:lnTo>
                  <a:lnTo>
                    <a:pt x="3829811" y="1838924"/>
                  </a:lnTo>
                  <a:lnTo>
                    <a:pt x="3797799" y="1902476"/>
                  </a:lnTo>
                  <a:lnTo>
                    <a:pt x="3766500" y="1969998"/>
                  </a:lnTo>
                  <a:lnTo>
                    <a:pt x="3735751" y="2041571"/>
                  </a:lnTo>
                  <a:lnTo>
                    <a:pt x="3705412" y="2117230"/>
                  </a:lnTo>
                  <a:lnTo>
                    <a:pt x="3675368" y="2196961"/>
                  </a:lnTo>
                  <a:lnTo>
                    <a:pt x="3645526" y="2280694"/>
                  </a:lnTo>
                  <a:lnTo>
                    <a:pt x="3615811" y="2368305"/>
                  </a:lnTo>
                  <a:lnTo>
                    <a:pt x="3586162" y="2459604"/>
                  </a:lnTo>
                  <a:lnTo>
                    <a:pt x="3556536" y="2554345"/>
                  </a:lnTo>
                  <a:lnTo>
                    <a:pt x="3526902" y="2652220"/>
                  </a:lnTo>
                  <a:lnTo>
                    <a:pt x="3497240" y="2752860"/>
                  </a:lnTo>
                  <a:lnTo>
                    <a:pt x="3467541" y="2855847"/>
                  </a:lnTo>
                  <a:lnTo>
                    <a:pt x="3437804" y="2960712"/>
                  </a:lnTo>
                  <a:lnTo>
                    <a:pt x="3408036" y="3066949"/>
                  </a:lnTo>
                  <a:lnTo>
                    <a:pt x="3378245" y="3174023"/>
                  </a:lnTo>
                  <a:lnTo>
                    <a:pt x="3348448" y="3281380"/>
                  </a:lnTo>
                  <a:lnTo>
                    <a:pt x="3318658" y="3388460"/>
                  </a:lnTo>
                  <a:lnTo>
                    <a:pt x="3288888" y="3494710"/>
                  </a:lnTo>
                  <a:lnTo>
                    <a:pt x="3259151" y="3599595"/>
                  </a:lnTo>
                  <a:lnTo>
                    <a:pt x="3229452" y="3702606"/>
                  </a:lnTo>
                  <a:lnTo>
                    <a:pt x="3199790" y="3803277"/>
                  </a:lnTo>
                  <a:lnTo>
                    <a:pt x="3170155" y="3901186"/>
                  </a:lnTo>
                  <a:lnTo>
                    <a:pt x="3140529" y="3995966"/>
                  </a:lnTo>
                  <a:lnTo>
                    <a:pt x="3110881" y="4087308"/>
                  </a:lnTo>
                  <a:lnTo>
                    <a:pt x="3081167" y="4174963"/>
                  </a:lnTo>
                  <a:lnTo>
                    <a:pt x="3051327" y="4258743"/>
                  </a:lnTo>
                  <a:lnTo>
                    <a:pt x="3021286" y="4338521"/>
                  </a:lnTo>
                  <a:lnTo>
                    <a:pt x="2990951" y="4414229"/>
                  </a:lnTo>
                  <a:lnTo>
                    <a:pt x="2960207" y="4485850"/>
                  </a:lnTo>
                  <a:lnTo>
                    <a:pt x="2928916" y="4553419"/>
                  </a:lnTo>
                  <a:lnTo>
                    <a:pt x="2896913" y="4617017"/>
                  </a:lnTo>
                  <a:lnTo>
                    <a:pt x="2896531" y="4617744"/>
                  </a:lnTo>
                  <a:lnTo>
                    <a:pt x="2853438" y="4694677"/>
                  </a:lnTo>
                  <a:lnTo>
                    <a:pt x="2808321" y="4764966"/>
                  </a:lnTo>
                  <a:lnTo>
                    <a:pt x="2760619" y="4828846"/>
                  </a:lnTo>
                  <a:lnTo>
                    <a:pt x="2709713" y="4886766"/>
                  </a:lnTo>
                  <a:lnTo>
                    <a:pt x="2654964" y="4939270"/>
                  </a:lnTo>
                  <a:lnTo>
                    <a:pt x="2595744" y="4986917"/>
                  </a:lnTo>
                  <a:lnTo>
                    <a:pt x="2531477" y="5030235"/>
                  </a:lnTo>
                  <a:lnTo>
                    <a:pt x="2461699" y="5069688"/>
                  </a:lnTo>
                  <a:lnTo>
                    <a:pt x="2386129" y="5105662"/>
                  </a:lnTo>
                  <a:lnTo>
                    <a:pt x="2304764" y="5138455"/>
                  </a:lnTo>
                  <a:lnTo>
                    <a:pt x="2217993" y="5168272"/>
                  </a:lnTo>
                  <a:lnTo>
                    <a:pt x="2126718" y="5195231"/>
                  </a:lnTo>
                  <a:lnTo>
                    <a:pt x="2032454" y="5219364"/>
                  </a:lnTo>
                  <a:lnTo>
                    <a:pt x="1937382" y="5240647"/>
                  </a:lnTo>
                  <a:lnTo>
                    <a:pt x="1844301" y="5259018"/>
                  </a:lnTo>
                  <a:lnTo>
                    <a:pt x="1756443" y="5274427"/>
                  </a:lnTo>
                  <a:lnTo>
                    <a:pt x="1677137" y="5286873"/>
                  </a:lnTo>
                  <a:lnTo>
                    <a:pt x="1609357" y="5296450"/>
                  </a:lnTo>
                  <a:lnTo>
                    <a:pt x="1555242" y="5303370"/>
                  </a:lnTo>
                  <a:lnTo>
                    <a:pt x="1515695" y="5307966"/>
                  </a:lnTo>
                  <a:lnTo>
                    <a:pt x="1490169" y="5310672"/>
                  </a:lnTo>
                  <a:lnTo>
                    <a:pt x="1476666" y="5311981"/>
                  </a:lnTo>
                  <a:lnTo>
                    <a:pt x="1471882" y="5312407"/>
                  </a:lnTo>
                  <a:lnTo>
                    <a:pt x="1471387" y="5312448"/>
                  </a:lnTo>
                  <a:lnTo>
                    <a:pt x="0" y="5312448"/>
                  </a:lnTo>
                  <a:close/>
                </a:path>
              </a:pathLst>
            </a:custGeom>
            <a:solidFill>
              <a:srgbClr val="E78AC3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338" name="pl1338"/>
            <p:cNvSpPr/>
            <p:nvPr/>
          </p:nvSpPr>
          <p:spPr>
            <a:xfrm>
              <a:off x="4799595" y="3524976"/>
              <a:ext cx="11981298" cy="5312448"/>
            </a:xfrm>
            <a:custGeom>
              <a:avLst/>
              <a:pathLst>
                <a:path w="11981298" h="5312448">
                  <a:moveTo>
                    <a:pt x="0" y="5312448"/>
                  </a:moveTo>
                  <a:lnTo>
                    <a:pt x="1471387" y="5312448"/>
                  </a:lnTo>
                  <a:lnTo>
                    <a:pt x="1472319" y="5312370"/>
                  </a:lnTo>
                  <a:lnTo>
                    <a:pt x="1478474" y="5311813"/>
                  </a:lnTo>
                  <a:lnTo>
                    <a:pt x="1494077" y="5310274"/>
                  </a:lnTo>
                  <a:lnTo>
                    <a:pt x="1522196" y="5307241"/>
                  </a:lnTo>
                  <a:lnTo>
                    <a:pt x="1564559" y="5302228"/>
                  </a:lnTo>
                  <a:lnTo>
                    <a:pt x="1621423" y="5294817"/>
                  </a:lnTo>
                  <a:lnTo>
                    <a:pt x="1691626" y="5284699"/>
                  </a:lnTo>
                  <a:lnTo>
                    <a:pt x="1772832" y="5271685"/>
                  </a:lnTo>
                  <a:lnTo>
                    <a:pt x="1861961" y="5255702"/>
                  </a:lnTo>
                  <a:lnTo>
                    <a:pt x="1955668" y="5236764"/>
                  </a:lnTo>
                  <a:lnTo>
                    <a:pt x="2050784" y="5214928"/>
                  </a:lnTo>
                  <a:lnTo>
                    <a:pt x="2144621" y="5190248"/>
                  </a:lnTo>
                  <a:lnTo>
                    <a:pt x="2235124" y="5162743"/>
                  </a:lnTo>
                  <a:lnTo>
                    <a:pt x="2320905" y="5132363"/>
                  </a:lnTo>
                  <a:lnTo>
                    <a:pt x="2401168" y="5098975"/>
                  </a:lnTo>
                  <a:lnTo>
                    <a:pt x="2475610" y="5062356"/>
                  </a:lnTo>
                  <a:lnTo>
                    <a:pt x="2544295" y="5022190"/>
                  </a:lnTo>
                  <a:lnTo>
                    <a:pt x="2607548" y="4978075"/>
                  </a:lnTo>
                  <a:lnTo>
                    <a:pt x="2665858" y="4929533"/>
                  </a:lnTo>
                  <a:lnTo>
                    <a:pt x="2719816" y="4876028"/>
                  </a:lnTo>
                  <a:lnTo>
                    <a:pt x="2770054" y="4816999"/>
                  </a:lnTo>
                  <a:lnTo>
                    <a:pt x="2817210" y="4751913"/>
                  </a:lnTo>
                  <a:lnTo>
                    <a:pt x="2861895" y="4680351"/>
                  </a:lnTo>
                  <a:lnTo>
                    <a:pt x="2896531" y="4617744"/>
                  </a:lnTo>
                  <a:lnTo>
                    <a:pt x="2928544" y="4554192"/>
                  </a:lnTo>
                  <a:lnTo>
                    <a:pt x="2959842" y="4486670"/>
                  </a:lnTo>
                  <a:lnTo>
                    <a:pt x="2990591" y="4415097"/>
                  </a:lnTo>
                  <a:lnTo>
                    <a:pt x="3020931" y="4339438"/>
                  </a:lnTo>
                  <a:lnTo>
                    <a:pt x="3050974" y="4259707"/>
                  </a:lnTo>
                  <a:lnTo>
                    <a:pt x="3080816" y="4175973"/>
                  </a:lnTo>
                  <a:lnTo>
                    <a:pt x="3110532" y="4088363"/>
                  </a:lnTo>
                  <a:lnTo>
                    <a:pt x="3140180" y="3997063"/>
                  </a:lnTo>
                  <a:lnTo>
                    <a:pt x="3169806" y="3902322"/>
                  </a:lnTo>
                  <a:lnTo>
                    <a:pt x="3199440" y="3804448"/>
                  </a:lnTo>
                  <a:lnTo>
                    <a:pt x="3229102" y="3703807"/>
                  </a:lnTo>
                  <a:lnTo>
                    <a:pt x="3258801" y="3600821"/>
                  </a:lnTo>
                  <a:lnTo>
                    <a:pt x="3288538" y="3495956"/>
                  </a:lnTo>
                  <a:lnTo>
                    <a:pt x="3318307" y="3389719"/>
                  </a:lnTo>
                  <a:lnTo>
                    <a:pt x="3348097" y="3282645"/>
                  </a:lnTo>
                  <a:lnTo>
                    <a:pt x="3377894" y="3175288"/>
                  </a:lnTo>
                  <a:lnTo>
                    <a:pt x="3407684" y="3068208"/>
                  </a:lnTo>
                  <a:lnTo>
                    <a:pt x="3437454" y="2961957"/>
                  </a:lnTo>
                  <a:lnTo>
                    <a:pt x="3467191" y="2857073"/>
                  </a:lnTo>
                  <a:lnTo>
                    <a:pt x="3496890" y="2754062"/>
                  </a:lnTo>
                  <a:lnTo>
                    <a:pt x="3526553" y="2653391"/>
                  </a:lnTo>
                  <a:lnTo>
                    <a:pt x="3556187" y="2555482"/>
                  </a:lnTo>
                  <a:lnTo>
                    <a:pt x="3585813" y="2460702"/>
                  </a:lnTo>
                  <a:lnTo>
                    <a:pt x="3615461" y="2369360"/>
                  </a:lnTo>
                  <a:lnTo>
                    <a:pt x="3645175" y="2281705"/>
                  </a:lnTo>
                  <a:lnTo>
                    <a:pt x="3675015" y="2197925"/>
                  </a:lnTo>
                  <a:lnTo>
                    <a:pt x="3705056" y="2118146"/>
                  </a:lnTo>
                  <a:lnTo>
                    <a:pt x="3735391" y="2042439"/>
                  </a:lnTo>
                  <a:lnTo>
                    <a:pt x="3766135" y="1970818"/>
                  </a:lnTo>
                  <a:lnTo>
                    <a:pt x="3797426" y="1903248"/>
                  </a:lnTo>
                  <a:lnTo>
                    <a:pt x="3829429" y="1839651"/>
                  </a:lnTo>
                  <a:lnTo>
                    <a:pt x="3829811" y="1838924"/>
                  </a:lnTo>
                  <a:lnTo>
                    <a:pt x="3872904" y="1761990"/>
                  </a:lnTo>
                  <a:lnTo>
                    <a:pt x="3918021" y="1691701"/>
                  </a:lnTo>
                  <a:lnTo>
                    <a:pt x="3965723" y="1627822"/>
                  </a:lnTo>
                  <a:lnTo>
                    <a:pt x="4016629" y="1569902"/>
                  </a:lnTo>
                  <a:lnTo>
                    <a:pt x="4071378" y="1517398"/>
                  </a:lnTo>
                  <a:lnTo>
                    <a:pt x="4130599" y="1469750"/>
                  </a:lnTo>
                  <a:lnTo>
                    <a:pt x="4194865" y="1426433"/>
                  </a:lnTo>
                  <a:lnTo>
                    <a:pt x="4264643" y="1386980"/>
                  </a:lnTo>
                  <a:lnTo>
                    <a:pt x="4340213" y="1351006"/>
                  </a:lnTo>
                  <a:lnTo>
                    <a:pt x="4421578" y="1318213"/>
                  </a:lnTo>
                  <a:lnTo>
                    <a:pt x="4508349" y="1288395"/>
                  </a:lnTo>
                  <a:lnTo>
                    <a:pt x="4599624" y="1261437"/>
                  </a:lnTo>
                  <a:lnTo>
                    <a:pt x="4693888" y="1237303"/>
                  </a:lnTo>
                  <a:lnTo>
                    <a:pt x="4788960" y="1216021"/>
                  </a:lnTo>
                  <a:lnTo>
                    <a:pt x="4882041" y="1197650"/>
                  </a:lnTo>
                  <a:lnTo>
                    <a:pt x="4969899" y="1182241"/>
                  </a:lnTo>
                  <a:lnTo>
                    <a:pt x="5049205" y="1169795"/>
                  </a:lnTo>
                  <a:lnTo>
                    <a:pt x="5116985" y="1160217"/>
                  </a:lnTo>
                  <a:lnTo>
                    <a:pt x="5171100" y="1153298"/>
                  </a:lnTo>
                  <a:lnTo>
                    <a:pt x="5210648" y="1148701"/>
                  </a:lnTo>
                  <a:lnTo>
                    <a:pt x="5236173" y="1145996"/>
                  </a:lnTo>
                  <a:lnTo>
                    <a:pt x="5249676" y="1144686"/>
                  </a:lnTo>
                  <a:lnTo>
                    <a:pt x="5254460" y="1144260"/>
                  </a:lnTo>
                  <a:lnTo>
                    <a:pt x="5254955" y="1144219"/>
                  </a:lnTo>
                  <a:lnTo>
                    <a:pt x="6726343" y="1144219"/>
                  </a:lnTo>
                  <a:lnTo>
                    <a:pt x="6727564" y="1144191"/>
                  </a:lnTo>
                  <a:lnTo>
                    <a:pt x="6735583" y="1143989"/>
                  </a:lnTo>
                  <a:lnTo>
                    <a:pt x="6755754" y="1143431"/>
                  </a:lnTo>
                  <a:lnTo>
                    <a:pt x="6791706" y="1142332"/>
                  </a:lnTo>
                  <a:lnTo>
                    <a:pt x="6845072" y="1140524"/>
                  </a:lnTo>
                  <a:lnTo>
                    <a:pt x="6915364" y="1137872"/>
                  </a:lnTo>
                  <a:lnTo>
                    <a:pt x="7000186" y="1134287"/>
                  </a:lnTo>
                  <a:lnTo>
                    <a:pt x="7095792" y="1129728"/>
                  </a:lnTo>
                  <a:lnTo>
                    <a:pt x="7197828" y="1124192"/>
                  </a:lnTo>
                  <a:lnTo>
                    <a:pt x="7302054" y="1117696"/>
                  </a:lnTo>
                  <a:lnTo>
                    <a:pt x="7404866" y="1110263"/>
                  </a:lnTo>
                  <a:lnTo>
                    <a:pt x="7503571" y="1101896"/>
                  </a:lnTo>
                  <a:lnTo>
                    <a:pt x="7596422" y="1092577"/>
                  </a:lnTo>
                  <a:lnTo>
                    <a:pt x="7682514" y="1082249"/>
                  </a:lnTo>
                  <a:lnTo>
                    <a:pt x="7761602" y="1070822"/>
                  </a:lnTo>
                  <a:lnTo>
                    <a:pt x="7833918" y="1058170"/>
                  </a:lnTo>
                  <a:lnTo>
                    <a:pt x="7900008" y="1044133"/>
                  </a:lnTo>
                  <a:lnTo>
                    <a:pt x="7960601" y="1028525"/>
                  </a:lnTo>
                  <a:lnTo>
                    <a:pt x="8016517" y="1011145"/>
                  </a:lnTo>
                  <a:lnTo>
                    <a:pt x="8068598" y="991797"/>
                  </a:lnTo>
                  <a:lnTo>
                    <a:pt x="8117654" y="970323"/>
                  </a:lnTo>
                  <a:lnTo>
                    <a:pt x="8151487" y="953516"/>
                  </a:lnTo>
                  <a:lnTo>
                    <a:pt x="8201086" y="925836"/>
                  </a:lnTo>
                  <a:lnTo>
                    <a:pt x="8249174" y="895476"/>
                  </a:lnTo>
                  <a:lnTo>
                    <a:pt x="8296294" y="862391"/>
                  </a:lnTo>
                  <a:lnTo>
                    <a:pt x="8342849" y="826620"/>
                  </a:lnTo>
                  <a:lnTo>
                    <a:pt x="8389130" y="788292"/>
                  </a:lnTo>
                  <a:lnTo>
                    <a:pt x="8435332" y="747634"/>
                  </a:lnTo>
                  <a:lnTo>
                    <a:pt x="8481572" y="704971"/>
                  </a:lnTo>
                  <a:lnTo>
                    <a:pt x="8527898" y="660722"/>
                  </a:lnTo>
                  <a:lnTo>
                    <a:pt x="8574310" y="615380"/>
                  </a:lnTo>
                  <a:lnTo>
                    <a:pt x="8620771" y="569493"/>
                  </a:lnTo>
                  <a:lnTo>
                    <a:pt x="8667230" y="523639"/>
                  </a:lnTo>
                  <a:lnTo>
                    <a:pt x="8713633" y="478395"/>
                  </a:lnTo>
                  <a:lnTo>
                    <a:pt x="8759949" y="434302"/>
                  </a:lnTo>
                  <a:lnTo>
                    <a:pt x="8806180" y="391849"/>
                  </a:lnTo>
                  <a:lnTo>
                    <a:pt x="8852385" y="351442"/>
                  </a:lnTo>
                  <a:lnTo>
                    <a:pt x="8898686" y="313395"/>
                  </a:lnTo>
                  <a:lnTo>
                    <a:pt x="8945288" y="277924"/>
                  </a:lnTo>
                  <a:lnTo>
                    <a:pt x="8992495" y="245149"/>
                  </a:lnTo>
                  <a:lnTo>
                    <a:pt x="9040725" y="215098"/>
                  </a:lnTo>
                  <a:lnTo>
                    <a:pt x="9084767" y="190703"/>
                  </a:lnTo>
                  <a:lnTo>
                    <a:pt x="9132100" y="167650"/>
                  </a:lnTo>
                  <a:lnTo>
                    <a:pt x="9181927" y="146784"/>
                  </a:lnTo>
                  <a:lnTo>
                    <a:pt x="9235001" y="128007"/>
                  </a:lnTo>
                  <a:lnTo>
                    <a:pt x="9292144" y="111145"/>
                  </a:lnTo>
                  <a:lnTo>
                    <a:pt x="9354198" y="95998"/>
                  </a:lnTo>
                  <a:lnTo>
                    <a:pt x="9421967" y="82367"/>
                  </a:lnTo>
                  <a:lnTo>
                    <a:pt x="9496139" y="70073"/>
                  </a:lnTo>
                  <a:lnTo>
                    <a:pt x="9577186" y="58966"/>
                  </a:lnTo>
                  <a:lnTo>
                    <a:pt x="9665224" y="48929"/>
                  </a:lnTo>
                  <a:lnTo>
                    <a:pt x="9759842" y="39880"/>
                  </a:lnTo>
                  <a:lnTo>
                    <a:pt x="9859915" y="31777"/>
                  </a:lnTo>
                  <a:lnTo>
                    <a:pt x="9963437" y="24605"/>
                  </a:lnTo>
                  <a:lnTo>
                    <a:pt x="10067446" y="18376"/>
                  </a:lnTo>
                  <a:lnTo>
                    <a:pt x="10168123" y="13112"/>
                  </a:lnTo>
                  <a:lnTo>
                    <a:pt x="10261132" y="8828"/>
                  </a:lnTo>
                  <a:lnTo>
                    <a:pt x="10342210" y="5511"/>
                  </a:lnTo>
                  <a:lnTo>
                    <a:pt x="10407920" y="3107"/>
                  </a:lnTo>
                  <a:lnTo>
                    <a:pt x="10456360" y="1514"/>
                  </a:lnTo>
                  <a:lnTo>
                    <a:pt x="10487629" y="585"/>
                  </a:lnTo>
                  <a:lnTo>
                    <a:pt x="10503945" y="145"/>
                  </a:lnTo>
                  <a:lnTo>
                    <a:pt x="10509448" y="10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39" name="pl1339"/>
            <p:cNvSpPr/>
            <p:nvPr/>
          </p:nvSpPr>
          <p:spPr>
            <a:xfrm>
              <a:off x="4799595" y="3516803"/>
              <a:ext cx="11981298" cy="5312448"/>
            </a:xfrm>
            <a:custGeom>
              <a:avLst/>
              <a:pathLst>
                <a:path w="11981298" h="5312448">
                  <a:moveTo>
                    <a:pt x="11981298" y="0"/>
                  </a:moveTo>
                  <a:lnTo>
                    <a:pt x="10509911" y="0"/>
                  </a:lnTo>
                  <a:lnTo>
                    <a:pt x="10508689" y="28"/>
                  </a:lnTo>
                  <a:lnTo>
                    <a:pt x="10500670" y="230"/>
                  </a:lnTo>
                  <a:lnTo>
                    <a:pt x="10480499" y="788"/>
                  </a:lnTo>
                  <a:lnTo>
                    <a:pt x="10444547" y="1887"/>
                  </a:lnTo>
                  <a:lnTo>
                    <a:pt x="10391181" y="3695"/>
                  </a:lnTo>
                  <a:lnTo>
                    <a:pt x="10320889" y="6346"/>
                  </a:lnTo>
                  <a:lnTo>
                    <a:pt x="10236067" y="9931"/>
                  </a:lnTo>
                  <a:lnTo>
                    <a:pt x="10140461" y="14491"/>
                  </a:lnTo>
                  <a:lnTo>
                    <a:pt x="10038425" y="20027"/>
                  </a:lnTo>
                  <a:lnTo>
                    <a:pt x="9934200" y="26522"/>
                  </a:lnTo>
                  <a:lnTo>
                    <a:pt x="9831387" y="33956"/>
                  </a:lnTo>
                  <a:lnTo>
                    <a:pt x="9732683" y="42322"/>
                  </a:lnTo>
                  <a:lnTo>
                    <a:pt x="9639831" y="51642"/>
                  </a:lnTo>
                  <a:lnTo>
                    <a:pt x="9553740" y="61970"/>
                  </a:lnTo>
                  <a:lnTo>
                    <a:pt x="9474652" y="73397"/>
                  </a:lnTo>
                  <a:lnTo>
                    <a:pt x="9402335" y="86049"/>
                  </a:lnTo>
                  <a:lnTo>
                    <a:pt x="9336245" y="100086"/>
                  </a:lnTo>
                  <a:lnTo>
                    <a:pt x="9275653" y="115694"/>
                  </a:lnTo>
                  <a:lnTo>
                    <a:pt x="9219736" y="133073"/>
                  </a:lnTo>
                  <a:lnTo>
                    <a:pt x="9167655" y="152421"/>
                  </a:lnTo>
                  <a:lnTo>
                    <a:pt x="9118599" y="173896"/>
                  </a:lnTo>
                  <a:lnTo>
                    <a:pt x="9084767" y="190703"/>
                  </a:lnTo>
                  <a:lnTo>
                    <a:pt x="9035167" y="218382"/>
                  </a:lnTo>
                  <a:lnTo>
                    <a:pt x="8987079" y="248743"/>
                  </a:lnTo>
                  <a:lnTo>
                    <a:pt x="8939960" y="281827"/>
                  </a:lnTo>
                  <a:lnTo>
                    <a:pt x="8893405" y="317599"/>
                  </a:lnTo>
                  <a:lnTo>
                    <a:pt x="8847123" y="355927"/>
                  </a:lnTo>
                  <a:lnTo>
                    <a:pt x="8800921" y="396585"/>
                  </a:lnTo>
                  <a:lnTo>
                    <a:pt x="8754681" y="439247"/>
                  </a:lnTo>
                  <a:lnTo>
                    <a:pt x="8708355" y="483496"/>
                  </a:lnTo>
                  <a:lnTo>
                    <a:pt x="8661943" y="528839"/>
                  </a:lnTo>
                  <a:lnTo>
                    <a:pt x="8615482" y="574726"/>
                  </a:lnTo>
                  <a:lnTo>
                    <a:pt x="8569024" y="620579"/>
                  </a:lnTo>
                  <a:lnTo>
                    <a:pt x="8522620" y="665824"/>
                  </a:lnTo>
                  <a:lnTo>
                    <a:pt x="8476305" y="709916"/>
                  </a:lnTo>
                  <a:lnTo>
                    <a:pt x="8430073" y="752370"/>
                  </a:lnTo>
                  <a:lnTo>
                    <a:pt x="8383868" y="792777"/>
                  </a:lnTo>
                  <a:lnTo>
                    <a:pt x="8337568" y="830824"/>
                  </a:lnTo>
                  <a:lnTo>
                    <a:pt x="8290965" y="866294"/>
                  </a:lnTo>
                  <a:lnTo>
                    <a:pt x="8243758" y="899069"/>
                  </a:lnTo>
                  <a:lnTo>
                    <a:pt x="8195528" y="929121"/>
                  </a:lnTo>
                  <a:lnTo>
                    <a:pt x="8151487" y="953516"/>
                  </a:lnTo>
                  <a:lnTo>
                    <a:pt x="8104153" y="976568"/>
                  </a:lnTo>
                  <a:lnTo>
                    <a:pt x="8054326" y="997434"/>
                  </a:lnTo>
                  <a:lnTo>
                    <a:pt x="8001253" y="1016212"/>
                  </a:lnTo>
                  <a:lnTo>
                    <a:pt x="7944110" y="1033074"/>
                  </a:lnTo>
                  <a:lnTo>
                    <a:pt x="7882055" y="1048221"/>
                  </a:lnTo>
                  <a:lnTo>
                    <a:pt x="7814286" y="1061852"/>
                  </a:lnTo>
                  <a:lnTo>
                    <a:pt x="7740114" y="1074145"/>
                  </a:lnTo>
                  <a:lnTo>
                    <a:pt x="7659067" y="1085253"/>
                  </a:lnTo>
                  <a:lnTo>
                    <a:pt x="7571029" y="1095290"/>
                  </a:lnTo>
                  <a:lnTo>
                    <a:pt x="7476411" y="1104338"/>
                  </a:lnTo>
                  <a:lnTo>
                    <a:pt x="7376338" y="1112442"/>
                  </a:lnTo>
                  <a:lnTo>
                    <a:pt x="7272816" y="1119614"/>
                  </a:lnTo>
                  <a:lnTo>
                    <a:pt x="7168807" y="1125843"/>
                  </a:lnTo>
                  <a:lnTo>
                    <a:pt x="7068130" y="1131106"/>
                  </a:lnTo>
                  <a:lnTo>
                    <a:pt x="6975122" y="1135391"/>
                  </a:lnTo>
                  <a:lnTo>
                    <a:pt x="6894043" y="1138708"/>
                  </a:lnTo>
                  <a:lnTo>
                    <a:pt x="6828333" y="1141111"/>
                  </a:lnTo>
                  <a:lnTo>
                    <a:pt x="6779893" y="1142705"/>
                  </a:lnTo>
                  <a:lnTo>
                    <a:pt x="6748624" y="1143634"/>
                  </a:lnTo>
                  <a:lnTo>
                    <a:pt x="6732308" y="1144074"/>
                  </a:lnTo>
                  <a:lnTo>
                    <a:pt x="6726805" y="1144209"/>
                  </a:lnTo>
                  <a:lnTo>
                    <a:pt x="6726343" y="1144219"/>
                  </a:lnTo>
                  <a:lnTo>
                    <a:pt x="5254955" y="1144219"/>
                  </a:lnTo>
                  <a:lnTo>
                    <a:pt x="5254023" y="1144297"/>
                  </a:lnTo>
                  <a:lnTo>
                    <a:pt x="5247868" y="1144855"/>
                  </a:lnTo>
                  <a:lnTo>
                    <a:pt x="5232265" y="1146393"/>
                  </a:lnTo>
                  <a:lnTo>
                    <a:pt x="5204146" y="1149427"/>
                  </a:lnTo>
                  <a:lnTo>
                    <a:pt x="5161784" y="1154440"/>
                  </a:lnTo>
                  <a:lnTo>
                    <a:pt x="5104919" y="1161850"/>
                  </a:lnTo>
                  <a:lnTo>
                    <a:pt x="5034716" y="1171969"/>
                  </a:lnTo>
                  <a:lnTo>
                    <a:pt x="4953510" y="1184983"/>
                  </a:lnTo>
                  <a:lnTo>
                    <a:pt x="4864382" y="1200965"/>
                  </a:lnTo>
                  <a:lnTo>
                    <a:pt x="4770674" y="1219903"/>
                  </a:lnTo>
                  <a:lnTo>
                    <a:pt x="4675558" y="1241740"/>
                  </a:lnTo>
                  <a:lnTo>
                    <a:pt x="4581722" y="1266419"/>
                  </a:lnTo>
                  <a:lnTo>
                    <a:pt x="4491218" y="1293924"/>
                  </a:lnTo>
                  <a:lnTo>
                    <a:pt x="4405438" y="1324304"/>
                  </a:lnTo>
                  <a:lnTo>
                    <a:pt x="4325174" y="1357692"/>
                  </a:lnTo>
                  <a:lnTo>
                    <a:pt x="4250732" y="1394311"/>
                  </a:lnTo>
                  <a:lnTo>
                    <a:pt x="4182047" y="1434477"/>
                  </a:lnTo>
                  <a:lnTo>
                    <a:pt x="4118794" y="1478592"/>
                  </a:lnTo>
                  <a:lnTo>
                    <a:pt x="4060484" y="1527134"/>
                  </a:lnTo>
                  <a:lnTo>
                    <a:pt x="4006526" y="1580640"/>
                  </a:lnTo>
                  <a:lnTo>
                    <a:pt x="3956288" y="1639669"/>
                  </a:lnTo>
                  <a:lnTo>
                    <a:pt x="3909132" y="1704755"/>
                  </a:lnTo>
                  <a:lnTo>
                    <a:pt x="3864447" y="1776317"/>
                  </a:lnTo>
                  <a:lnTo>
                    <a:pt x="3829811" y="1838924"/>
                  </a:lnTo>
                  <a:lnTo>
                    <a:pt x="3797799" y="1902476"/>
                  </a:lnTo>
                  <a:lnTo>
                    <a:pt x="3766500" y="1969998"/>
                  </a:lnTo>
                  <a:lnTo>
                    <a:pt x="3735751" y="2041571"/>
                  </a:lnTo>
                  <a:lnTo>
                    <a:pt x="3705412" y="2117230"/>
                  </a:lnTo>
                  <a:lnTo>
                    <a:pt x="3675368" y="2196961"/>
                  </a:lnTo>
                  <a:lnTo>
                    <a:pt x="3645526" y="2280694"/>
                  </a:lnTo>
                  <a:lnTo>
                    <a:pt x="3615811" y="2368305"/>
                  </a:lnTo>
                  <a:lnTo>
                    <a:pt x="3586162" y="2459604"/>
                  </a:lnTo>
                  <a:lnTo>
                    <a:pt x="3556536" y="2554345"/>
                  </a:lnTo>
                  <a:lnTo>
                    <a:pt x="3526902" y="2652220"/>
                  </a:lnTo>
                  <a:lnTo>
                    <a:pt x="3497240" y="2752860"/>
                  </a:lnTo>
                  <a:lnTo>
                    <a:pt x="3467541" y="2855847"/>
                  </a:lnTo>
                  <a:lnTo>
                    <a:pt x="3437804" y="2960712"/>
                  </a:lnTo>
                  <a:lnTo>
                    <a:pt x="3408036" y="3066949"/>
                  </a:lnTo>
                  <a:lnTo>
                    <a:pt x="3378245" y="3174023"/>
                  </a:lnTo>
                  <a:lnTo>
                    <a:pt x="3348448" y="3281380"/>
                  </a:lnTo>
                  <a:lnTo>
                    <a:pt x="3318658" y="3388460"/>
                  </a:lnTo>
                  <a:lnTo>
                    <a:pt x="3288888" y="3494710"/>
                  </a:lnTo>
                  <a:lnTo>
                    <a:pt x="3259151" y="3599595"/>
                  </a:lnTo>
                  <a:lnTo>
                    <a:pt x="3229452" y="3702606"/>
                  </a:lnTo>
                  <a:lnTo>
                    <a:pt x="3199790" y="3803277"/>
                  </a:lnTo>
                  <a:lnTo>
                    <a:pt x="3170155" y="3901186"/>
                  </a:lnTo>
                  <a:lnTo>
                    <a:pt x="3140529" y="3995966"/>
                  </a:lnTo>
                  <a:lnTo>
                    <a:pt x="3110881" y="4087308"/>
                  </a:lnTo>
                  <a:lnTo>
                    <a:pt x="3081167" y="4174963"/>
                  </a:lnTo>
                  <a:lnTo>
                    <a:pt x="3051327" y="4258743"/>
                  </a:lnTo>
                  <a:lnTo>
                    <a:pt x="3021286" y="4338521"/>
                  </a:lnTo>
                  <a:lnTo>
                    <a:pt x="2990951" y="4414229"/>
                  </a:lnTo>
                  <a:lnTo>
                    <a:pt x="2960207" y="4485850"/>
                  </a:lnTo>
                  <a:lnTo>
                    <a:pt x="2928916" y="4553419"/>
                  </a:lnTo>
                  <a:lnTo>
                    <a:pt x="2896913" y="4617017"/>
                  </a:lnTo>
                  <a:lnTo>
                    <a:pt x="2896531" y="4617744"/>
                  </a:lnTo>
                  <a:lnTo>
                    <a:pt x="2853438" y="4694677"/>
                  </a:lnTo>
                  <a:lnTo>
                    <a:pt x="2808321" y="4764966"/>
                  </a:lnTo>
                  <a:lnTo>
                    <a:pt x="2760619" y="4828846"/>
                  </a:lnTo>
                  <a:lnTo>
                    <a:pt x="2709713" y="4886766"/>
                  </a:lnTo>
                  <a:lnTo>
                    <a:pt x="2654964" y="4939270"/>
                  </a:lnTo>
                  <a:lnTo>
                    <a:pt x="2595744" y="4986917"/>
                  </a:lnTo>
                  <a:lnTo>
                    <a:pt x="2531477" y="5030235"/>
                  </a:lnTo>
                  <a:lnTo>
                    <a:pt x="2461699" y="5069688"/>
                  </a:lnTo>
                  <a:lnTo>
                    <a:pt x="2386129" y="5105662"/>
                  </a:lnTo>
                  <a:lnTo>
                    <a:pt x="2304764" y="5138455"/>
                  </a:lnTo>
                  <a:lnTo>
                    <a:pt x="2217993" y="5168272"/>
                  </a:lnTo>
                  <a:lnTo>
                    <a:pt x="2126718" y="5195231"/>
                  </a:lnTo>
                  <a:lnTo>
                    <a:pt x="2032454" y="5219364"/>
                  </a:lnTo>
                  <a:lnTo>
                    <a:pt x="1937382" y="5240647"/>
                  </a:lnTo>
                  <a:lnTo>
                    <a:pt x="1844301" y="5259018"/>
                  </a:lnTo>
                  <a:lnTo>
                    <a:pt x="1756443" y="5274427"/>
                  </a:lnTo>
                  <a:lnTo>
                    <a:pt x="1677137" y="5286873"/>
                  </a:lnTo>
                  <a:lnTo>
                    <a:pt x="1609357" y="5296450"/>
                  </a:lnTo>
                  <a:lnTo>
                    <a:pt x="1555242" y="5303370"/>
                  </a:lnTo>
                  <a:lnTo>
                    <a:pt x="1515695" y="5307966"/>
                  </a:lnTo>
                  <a:lnTo>
                    <a:pt x="1490169" y="5310672"/>
                  </a:lnTo>
                  <a:lnTo>
                    <a:pt x="1476666" y="5311981"/>
                  </a:lnTo>
                  <a:lnTo>
                    <a:pt x="1471882" y="5312407"/>
                  </a:lnTo>
                  <a:lnTo>
                    <a:pt x="1471387" y="5312448"/>
                  </a:lnTo>
                  <a:lnTo>
                    <a:pt x="0" y="531244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40" name="pg1340"/>
            <p:cNvSpPr/>
            <p:nvPr/>
          </p:nvSpPr>
          <p:spPr>
            <a:xfrm>
              <a:off x="4799595" y="4710061"/>
              <a:ext cx="11981298" cy="4135537"/>
            </a:xfrm>
            <a:custGeom>
              <a:avLst/>
              <a:pathLst>
                <a:path w="11981298" h="4135537">
                  <a:moveTo>
                    <a:pt x="0" y="4135537"/>
                  </a:moveTo>
                  <a:lnTo>
                    <a:pt x="1471387" y="4135537"/>
                  </a:lnTo>
                  <a:lnTo>
                    <a:pt x="1472322" y="4135459"/>
                  </a:lnTo>
                  <a:lnTo>
                    <a:pt x="1478492" y="4134906"/>
                  </a:lnTo>
                  <a:lnTo>
                    <a:pt x="1494135" y="4133378"/>
                  </a:lnTo>
                  <a:lnTo>
                    <a:pt x="1522323" y="4130366"/>
                  </a:lnTo>
                  <a:lnTo>
                    <a:pt x="1564782" y="4125389"/>
                  </a:lnTo>
                  <a:lnTo>
                    <a:pt x="1621768" y="4118032"/>
                  </a:lnTo>
                  <a:lnTo>
                    <a:pt x="1692106" y="4107987"/>
                  </a:lnTo>
                  <a:lnTo>
                    <a:pt x="1773449" y="4095070"/>
                  </a:lnTo>
                  <a:lnTo>
                    <a:pt x="1862705" y="4079207"/>
                  </a:lnTo>
                  <a:lnTo>
                    <a:pt x="1956521" y="4060413"/>
                  </a:lnTo>
                  <a:lnTo>
                    <a:pt x="2051723" y="4038744"/>
                  </a:lnTo>
                  <a:lnTo>
                    <a:pt x="2145618" y="4014256"/>
                  </a:lnTo>
                  <a:lnTo>
                    <a:pt x="2236157" y="3986964"/>
                  </a:lnTo>
                  <a:lnTo>
                    <a:pt x="2321950" y="3956820"/>
                  </a:lnTo>
                  <a:lnTo>
                    <a:pt x="2402211" y="3923689"/>
                  </a:lnTo>
                  <a:lnTo>
                    <a:pt x="2476638" y="3887350"/>
                  </a:lnTo>
                  <a:lnTo>
                    <a:pt x="2545302" y="3847487"/>
                  </a:lnTo>
                  <a:lnTo>
                    <a:pt x="2608529" y="3803700"/>
                  </a:lnTo>
                  <a:lnTo>
                    <a:pt x="2666815" y="3755513"/>
                  </a:lnTo>
                  <a:lnTo>
                    <a:pt x="2720750" y="3702393"/>
                  </a:lnTo>
                  <a:lnTo>
                    <a:pt x="2770971" y="3643784"/>
                  </a:lnTo>
                  <a:lnTo>
                    <a:pt x="2818116" y="3579158"/>
                  </a:lnTo>
                  <a:lnTo>
                    <a:pt x="2862797" y="3508101"/>
                  </a:lnTo>
                  <a:lnTo>
                    <a:pt x="2896531" y="3447643"/>
                  </a:lnTo>
                  <a:lnTo>
                    <a:pt x="2928684" y="3384426"/>
                  </a:lnTo>
                  <a:lnTo>
                    <a:pt x="2960117" y="3317243"/>
                  </a:lnTo>
                  <a:lnTo>
                    <a:pt x="2990997" y="3246013"/>
                  </a:lnTo>
                  <a:lnTo>
                    <a:pt x="3021465" y="3170701"/>
                  </a:lnTo>
                  <a:lnTo>
                    <a:pt x="3051637" y="3091321"/>
                  </a:lnTo>
                  <a:lnTo>
                    <a:pt x="3081607" y="3007945"/>
                  </a:lnTo>
                  <a:lnTo>
                    <a:pt x="3111452" y="2920701"/>
                  </a:lnTo>
                  <a:lnTo>
                    <a:pt x="3141231" y="2829778"/>
                  </a:lnTo>
                  <a:lnTo>
                    <a:pt x="3170988" y="2735427"/>
                  </a:lnTo>
                  <a:lnTo>
                    <a:pt x="3200754" y="2637959"/>
                  </a:lnTo>
                  <a:lnTo>
                    <a:pt x="3230549" y="2537745"/>
                  </a:lnTo>
                  <a:lnTo>
                    <a:pt x="3260381" y="2435210"/>
                  </a:lnTo>
                  <a:lnTo>
                    <a:pt x="3290252" y="2330823"/>
                  </a:lnTo>
                  <a:lnTo>
                    <a:pt x="3320155" y="2225097"/>
                  </a:lnTo>
                  <a:lnTo>
                    <a:pt x="3350078" y="2118568"/>
                  </a:lnTo>
                  <a:lnTo>
                    <a:pt x="3380007" y="2011794"/>
                  </a:lnTo>
                  <a:lnTo>
                    <a:pt x="3409928" y="1905336"/>
                  </a:lnTo>
                  <a:lnTo>
                    <a:pt x="3439827" y="1799748"/>
                  </a:lnTo>
                  <a:lnTo>
                    <a:pt x="3469693" y="1695566"/>
                  </a:lnTo>
                  <a:lnTo>
                    <a:pt x="3499521" y="1593296"/>
                  </a:lnTo>
                  <a:lnTo>
                    <a:pt x="3529312" y="1493403"/>
                  </a:lnTo>
                  <a:lnTo>
                    <a:pt x="3559076" y="1396306"/>
                  </a:lnTo>
                  <a:lnTo>
                    <a:pt x="3588833" y="1302368"/>
                  </a:lnTo>
                  <a:lnTo>
                    <a:pt x="3618617" y="1211892"/>
                  </a:lnTo>
                  <a:lnTo>
                    <a:pt x="3648474" y="1125122"/>
                  </a:lnTo>
                  <a:lnTo>
                    <a:pt x="3678465" y="1042240"/>
                  </a:lnTo>
                  <a:lnTo>
                    <a:pt x="3708668" y="963367"/>
                  </a:lnTo>
                  <a:lnTo>
                    <a:pt x="3739182" y="888565"/>
                  </a:lnTo>
                  <a:lnTo>
                    <a:pt x="3770123" y="817844"/>
                  </a:lnTo>
                  <a:lnTo>
                    <a:pt x="3801636" y="751162"/>
                  </a:lnTo>
                  <a:lnTo>
                    <a:pt x="3829811" y="696067"/>
                  </a:lnTo>
                  <a:lnTo>
                    <a:pt x="3872944" y="619822"/>
                  </a:lnTo>
                  <a:lnTo>
                    <a:pt x="3918104" y="550168"/>
                  </a:lnTo>
                  <a:lnTo>
                    <a:pt x="3965856" y="486872"/>
                  </a:lnTo>
                  <a:lnTo>
                    <a:pt x="4016819" y="429486"/>
                  </a:lnTo>
                  <a:lnTo>
                    <a:pt x="4071634" y="377470"/>
                  </a:lnTo>
                  <a:lnTo>
                    <a:pt x="4130931" y="330270"/>
                  </a:lnTo>
                  <a:lnTo>
                    <a:pt x="4195287" y="287362"/>
                  </a:lnTo>
                  <a:lnTo>
                    <a:pt x="4265166" y="248285"/>
                  </a:lnTo>
                  <a:lnTo>
                    <a:pt x="4340849" y="212657"/>
                  </a:lnTo>
                  <a:lnTo>
                    <a:pt x="4422335" y="180182"/>
                  </a:lnTo>
                  <a:lnTo>
                    <a:pt x="4509231" y="150657"/>
                  </a:lnTo>
                  <a:lnTo>
                    <a:pt x="4600628" y="123968"/>
                  </a:lnTo>
                  <a:lnTo>
                    <a:pt x="4694999" y="100081"/>
                  </a:lnTo>
                  <a:lnTo>
                    <a:pt x="4790150" y="79023"/>
                  </a:lnTo>
                  <a:lnTo>
                    <a:pt x="4883268" y="60854"/>
                  </a:lnTo>
                  <a:lnTo>
                    <a:pt x="4971109" y="45623"/>
                  </a:lnTo>
                  <a:lnTo>
                    <a:pt x="5050335" y="33331"/>
                  </a:lnTo>
                  <a:lnTo>
                    <a:pt x="5117974" y="23883"/>
                  </a:lnTo>
                  <a:lnTo>
                    <a:pt x="5171899" y="17066"/>
                  </a:lnTo>
                  <a:lnTo>
                    <a:pt x="5211227" y="12547"/>
                  </a:lnTo>
                  <a:lnTo>
                    <a:pt x="5236531" y="9896"/>
                  </a:lnTo>
                  <a:lnTo>
                    <a:pt x="5249842" y="8620"/>
                  </a:lnTo>
                  <a:lnTo>
                    <a:pt x="5254497" y="8210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575" y="8189"/>
                  </a:lnTo>
                  <a:lnTo>
                    <a:pt x="6735661" y="8309"/>
                  </a:lnTo>
                  <a:lnTo>
                    <a:pt x="6755995" y="8639"/>
                  </a:lnTo>
                  <a:lnTo>
                    <a:pt x="6792226" y="9288"/>
                  </a:lnTo>
                  <a:lnTo>
                    <a:pt x="6845978" y="10356"/>
                  </a:lnTo>
                  <a:lnTo>
                    <a:pt x="6916730" y="11922"/>
                  </a:lnTo>
                  <a:lnTo>
                    <a:pt x="7002040" y="14038"/>
                  </a:lnTo>
                  <a:lnTo>
                    <a:pt x="7098112" y="16729"/>
                  </a:lnTo>
                  <a:lnTo>
                    <a:pt x="7200548" y="19995"/>
                  </a:lnTo>
                  <a:lnTo>
                    <a:pt x="7305081" y="23826"/>
                  </a:lnTo>
                  <a:lnTo>
                    <a:pt x="7408101" y="28210"/>
                  </a:lnTo>
                  <a:lnTo>
                    <a:pt x="7506919" y="33143"/>
                  </a:lnTo>
                  <a:lnTo>
                    <a:pt x="7599805" y="38638"/>
                  </a:lnTo>
                  <a:lnTo>
                    <a:pt x="7685872" y="44729"/>
                  </a:lnTo>
                  <a:lnTo>
                    <a:pt x="7764897" y="51470"/>
                  </a:lnTo>
                  <a:lnTo>
                    <a:pt x="7837128" y="58937"/>
                  </a:lnTo>
                  <a:lnTo>
                    <a:pt x="7903128" y="67224"/>
                  </a:lnTo>
                  <a:lnTo>
                    <a:pt x="7963638" y="76443"/>
                  </a:lnTo>
                  <a:lnTo>
                    <a:pt x="8019489" y="86711"/>
                  </a:lnTo>
                  <a:lnTo>
                    <a:pt x="8071529" y="98145"/>
                  </a:lnTo>
                  <a:lnTo>
                    <a:pt x="8120571" y="110836"/>
                  </a:lnTo>
                  <a:lnTo>
                    <a:pt x="8151487" y="119870"/>
                  </a:lnTo>
                  <a:lnTo>
                    <a:pt x="8204947" y="137435"/>
                  </a:lnTo>
                  <a:lnTo>
                    <a:pt x="8256702" y="156832"/>
                  </a:lnTo>
                  <a:lnTo>
                    <a:pt x="8307410" y="178088"/>
                  </a:lnTo>
                  <a:lnTo>
                    <a:pt x="8357550" y="201160"/>
                  </a:lnTo>
                  <a:lnTo>
                    <a:pt x="8407454" y="225935"/>
                  </a:lnTo>
                  <a:lnTo>
                    <a:pt x="8457329" y="252217"/>
                  </a:lnTo>
                  <a:lnTo>
                    <a:pt x="8507281" y="279739"/>
                  </a:lnTo>
                  <a:lnTo>
                    <a:pt x="8557339" y="308161"/>
                  </a:lnTo>
                  <a:lnTo>
                    <a:pt x="8607474" y="337094"/>
                  </a:lnTo>
                  <a:lnTo>
                    <a:pt x="8657623" y="366118"/>
                  </a:lnTo>
                  <a:lnTo>
                    <a:pt x="8707720" y="394807"/>
                  </a:lnTo>
                  <a:lnTo>
                    <a:pt x="8757718" y="422756"/>
                  </a:lnTo>
                  <a:lnTo>
                    <a:pt x="8807617" y="449602"/>
                  </a:lnTo>
                  <a:lnTo>
                    <a:pt x="8857489" y="475045"/>
                  </a:lnTo>
                  <a:lnTo>
                    <a:pt x="8907497" y="498859"/>
                  </a:lnTo>
                  <a:lnTo>
                    <a:pt x="8957915" y="520896"/>
                  </a:lnTo>
                  <a:lnTo>
                    <a:pt x="9009155" y="541083"/>
                  </a:lnTo>
                  <a:lnTo>
                    <a:pt x="9061797" y="559419"/>
                  </a:lnTo>
                  <a:lnTo>
                    <a:pt x="9084767" y="566661"/>
                  </a:lnTo>
                  <a:lnTo>
                    <a:pt x="9132241" y="580200"/>
                  </a:lnTo>
                  <a:lnTo>
                    <a:pt x="9182226" y="592452"/>
                  </a:lnTo>
                  <a:lnTo>
                    <a:pt x="9235481" y="603473"/>
                  </a:lnTo>
                  <a:lnTo>
                    <a:pt x="9292836" y="613368"/>
                  </a:lnTo>
                  <a:lnTo>
                    <a:pt x="9355142" y="622253"/>
                  </a:lnTo>
                  <a:lnTo>
                    <a:pt x="9423206" y="630247"/>
                  </a:lnTo>
                  <a:lnTo>
                    <a:pt x="9497721" y="637454"/>
                  </a:lnTo>
                  <a:lnTo>
                    <a:pt x="9579157" y="643964"/>
                  </a:lnTo>
                  <a:lnTo>
                    <a:pt x="9667621" y="649846"/>
                  </a:lnTo>
                  <a:lnTo>
                    <a:pt x="9762685" y="655145"/>
                  </a:lnTo>
                  <a:lnTo>
                    <a:pt x="9863189" y="659889"/>
                  </a:lnTo>
                  <a:lnTo>
                    <a:pt x="9967081" y="664084"/>
                  </a:lnTo>
                  <a:lnTo>
                    <a:pt x="10071342" y="667722"/>
                  </a:lnTo>
                  <a:lnTo>
                    <a:pt x="10172093" y="670791"/>
                  </a:lnTo>
                  <a:lnTo>
                    <a:pt x="10264949" y="673284"/>
                  </a:lnTo>
                  <a:lnTo>
                    <a:pt x="10345632" y="675207"/>
                  </a:lnTo>
                  <a:lnTo>
                    <a:pt x="10410731" y="676595"/>
                  </a:lnTo>
                  <a:lnTo>
                    <a:pt x="10458414" y="677509"/>
                  </a:lnTo>
                  <a:lnTo>
                    <a:pt x="10488892" y="678036"/>
                  </a:lnTo>
                  <a:lnTo>
                    <a:pt x="10504513" y="678281"/>
                  </a:lnTo>
                  <a:lnTo>
                    <a:pt x="10509555" y="678354"/>
                  </a:lnTo>
                  <a:lnTo>
                    <a:pt x="10509911" y="678358"/>
                  </a:lnTo>
                  <a:lnTo>
                    <a:pt x="11981298" y="678358"/>
                  </a:lnTo>
                  <a:lnTo>
                    <a:pt x="11981298" y="670185"/>
                  </a:lnTo>
                  <a:lnTo>
                    <a:pt x="10509911" y="670185"/>
                  </a:lnTo>
                  <a:lnTo>
                    <a:pt x="10508678" y="670169"/>
                  </a:lnTo>
                  <a:lnTo>
                    <a:pt x="10500592" y="670049"/>
                  </a:lnTo>
                  <a:lnTo>
                    <a:pt x="10480258" y="669719"/>
                  </a:lnTo>
                  <a:lnTo>
                    <a:pt x="10444027" y="669070"/>
                  </a:lnTo>
                  <a:lnTo>
                    <a:pt x="10390276" y="668002"/>
                  </a:lnTo>
                  <a:lnTo>
                    <a:pt x="10319523" y="666436"/>
                  </a:lnTo>
                  <a:lnTo>
                    <a:pt x="10234213" y="664320"/>
                  </a:lnTo>
                  <a:lnTo>
                    <a:pt x="10138142" y="661629"/>
                  </a:lnTo>
                  <a:lnTo>
                    <a:pt x="10035706" y="658362"/>
                  </a:lnTo>
                  <a:lnTo>
                    <a:pt x="9931172" y="654532"/>
                  </a:lnTo>
                  <a:lnTo>
                    <a:pt x="9828152" y="650148"/>
                  </a:lnTo>
                  <a:lnTo>
                    <a:pt x="9729334" y="645215"/>
                  </a:lnTo>
                  <a:lnTo>
                    <a:pt x="9636448" y="639720"/>
                  </a:lnTo>
                  <a:lnTo>
                    <a:pt x="9550381" y="633629"/>
                  </a:lnTo>
                  <a:lnTo>
                    <a:pt x="9471357" y="626888"/>
                  </a:lnTo>
                  <a:lnTo>
                    <a:pt x="9399125" y="619421"/>
                  </a:lnTo>
                  <a:lnTo>
                    <a:pt x="9333125" y="611134"/>
                  </a:lnTo>
                  <a:lnTo>
                    <a:pt x="9272615" y="601915"/>
                  </a:lnTo>
                  <a:lnTo>
                    <a:pt x="9216764" y="591647"/>
                  </a:lnTo>
                  <a:lnTo>
                    <a:pt x="9164724" y="580212"/>
                  </a:lnTo>
                  <a:lnTo>
                    <a:pt x="9115682" y="567522"/>
                  </a:lnTo>
                  <a:lnTo>
                    <a:pt x="9084767" y="558488"/>
                  </a:lnTo>
                  <a:lnTo>
                    <a:pt x="9031306" y="540923"/>
                  </a:lnTo>
                  <a:lnTo>
                    <a:pt x="8979552" y="521526"/>
                  </a:lnTo>
                  <a:lnTo>
                    <a:pt x="8928843" y="500270"/>
                  </a:lnTo>
                  <a:lnTo>
                    <a:pt x="8878703" y="477198"/>
                  </a:lnTo>
                  <a:lnTo>
                    <a:pt x="8828799" y="452423"/>
                  </a:lnTo>
                  <a:lnTo>
                    <a:pt x="8778925" y="426141"/>
                  </a:lnTo>
                  <a:lnTo>
                    <a:pt x="8728972" y="398619"/>
                  </a:lnTo>
                  <a:lnTo>
                    <a:pt x="8678914" y="370197"/>
                  </a:lnTo>
                  <a:lnTo>
                    <a:pt x="8628779" y="341264"/>
                  </a:lnTo>
                  <a:lnTo>
                    <a:pt x="8578630" y="312240"/>
                  </a:lnTo>
                  <a:lnTo>
                    <a:pt x="8528534" y="283551"/>
                  </a:lnTo>
                  <a:lnTo>
                    <a:pt x="8478536" y="255602"/>
                  </a:lnTo>
                  <a:lnTo>
                    <a:pt x="8428636" y="228756"/>
                  </a:lnTo>
                  <a:lnTo>
                    <a:pt x="8378764" y="203313"/>
                  </a:lnTo>
                  <a:lnTo>
                    <a:pt x="8328757" y="179499"/>
                  </a:lnTo>
                  <a:lnTo>
                    <a:pt x="8278339" y="157462"/>
                  </a:lnTo>
                  <a:lnTo>
                    <a:pt x="8227098" y="137275"/>
                  </a:lnTo>
                  <a:lnTo>
                    <a:pt x="8174456" y="118939"/>
                  </a:lnTo>
                  <a:lnTo>
                    <a:pt x="8151487" y="111697"/>
                  </a:lnTo>
                  <a:lnTo>
                    <a:pt x="8104012" y="98158"/>
                  </a:lnTo>
                  <a:lnTo>
                    <a:pt x="8054027" y="85906"/>
                  </a:lnTo>
                  <a:lnTo>
                    <a:pt x="8000773" y="74884"/>
                  </a:lnTo>
                  <a:lnTo>
                    <a:pt x="7943417" y="64990"/>
                  </a:lnTo>
                  <a:lnTo>
                    <a:pt x="7881112" y="56105"/>
                  </a:lnTo>
                  <a:lnTo>
                    <a:pt x="7813047" y="48111"/>
                  </a:lnTo>
                  <a:lnTo>
                    <a:pt x="7738533" y="40904"/>
                  </a:lnTo>
                  <a:lnTo>
                    <a:pt x="7657097" y="34393"/>
                  </a:lnTo>
                  <a:lnTo>
                    <a:pt x="7568632" y="28512"/>
                  </a:lnTo>
                  <a:lnTo>
                    <a:pt x="7473569" y="23212"/>
                  </a:lnTo>
                  <a:lnTo>
                    <a:pt x="7373064" y="18469"/>
                  </a:lnTo>
                  <a:lnTo>
                    <a:pt x="7269172" y="14274"/>
                  </a:lnTo>
                  <a:lnTo>
                    <a:pt x="7164911" y="10636"/>
                  </a:lnTo>
                  <a:lnTo>
                    <a:pt x="7064161" y="7566"/>
                  </a:lnTo>
                  <a:lnTo>
                    <a:pt x="6971304" y="5074"/>
                  </a:lnTo>
                  <a:lnTo>
                    <a:pt x="6890621" y="3151"/>
                  </a:lnTo>
                  <a:lnTo>
                    <a:pt x="6825523" y="1763"/>
                  </a:lnTo>
                  <a:lnTo>
                    <a:pt x="6777840" y="849"/>
                  </a:lnTo>
                  <a:lnTo>
                    <a:pt x="6747361" y="322"/>
                  </a:lnTo>
                  <a:lnTo>
                    <a:pt x="6731740" y="76"/>
                  </a:lnTo>
                  <a:lnTo>
                    <a:pt x="6726698" y="4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020" y="77"/>
                  </a:lnTo>
                  <a:lnTo>
                    <a:pt x="5247850" y="630"/>
                  </a:lnTo>
                  <a:lnTo>
                    <a:pt x="5232207" y="2158"/>
                  </a:lnTo>
                  <a:lnTo>
                    <a:pt x="5204019" y="5170"/>
                  </a:lnTo>
                  <a:lnTo>
                    <a:pt x="5161560" y="10147"/>
                  </a:lnTo>
                  <a:lnTo>
                    <a:pt x="5104574" y="17504"/>
                  </a:lnTo>
                  <a:lnTo>
                    <a:pt x="5034236" y="27549"/>
                  </a:lnTo>
                  <a:lnTo>
                    <a:pt x="4952893" y="40467"/>
                  </a:lnTo>
                  <a:lnTo>
                    <a:pt x="4863637" y="56329"/>
                  </a:lnTo>
                  <a:lnTo>
                    <a:pt x="4769821" y="75123"/>
                  </a:lnTo>
                  <a:lnTo>
                    <a:pt x="4674619" y="96792"/>
                  </a:lnTo>
                  <a:lnTo>
                    <a:pt x="4580724" y="121280"/>
                  </a:lnTo>
                  <a:lnTo>
                    <a:pt x="4490186" y="148572"/>
                  </a:lnTo>
                  <a:lnTo>
                    <a:pt x="4404392" y="178716"/>
                  </a:lnTo>
                  <a:lnTo>
                    <a:pt x="4324131" y="211847"/>
                  </a:lnTo>
                  <a:lnTo>
                    <a:pt x="4249704" y="248186"/>
                  </a:lnTo>
                  <a:lnTo>
                    <a:pt x="4181040" y="288049"/>
                  </a:lnTo>
                  <a:lnTo>
                    <a:pt x="4117813" y="331836"/>
                  </a:lnTo>
                  <a:lnTo>
                    <a:pt x="4059527" y="380023"/>
                  </a:lnTo>
                  <a:lnTo>
                    <a:pt x="4005592" y="433143"/>
                  </a:lnTo>
                  <a:lnTo>
                    <a:pt x="3955371" y="491752"/>
                  </a:lnTo>
                  <a:lnTo>
                    <a:pt x="3908226" y="556378"/>
                  </a:lnTo>
                  <a:lnTo>
                    <a:pt x="3863545" y="627435"/>
                  </a:lnTo>
                  <a:lnTo>
                    <a:pt x="3829811" y="687894"/>
                  </a:lnTo>
                  <a:lnTo>
                    <a:pt x="3797658" y="751110"/>
                  </a:lnTo>
                  <a:lnTo>
                    <a:pt x="3766226" y="818293"/>
                  </a:lnTo>
                  <a:lnTo>
                    <a:pt x="3735345" y="889523"/>
                  </a:lnTo>
                  <a:lnTo>
                    <a:pt x="3704877" y="964835"/>
                  </a:lnTo>
                  <a:lnTo>
                    <a:pt x="3674705" y="1044215"/>
                  </a:lnTo>
                  <a:lnTo>
                    <a:pt x="3644735" y="1127591"/>
                  </a:lnTo>
                  <a:lnTo>
                    <a:pt x="3614890" y="1214835"/>
                  </a:lnTo>
                  <a:lnTo>
                    <a:pt x="3585111" y="1305758"/>
                  </a:lnTo>
                  <a:lnTo>
                    <a:pt x="3555354" y="1400110"/>
                  </a:lnTo>
                  <a:lnTo>
                    <a:pt x="3525588" y="1497577"/>
                  </a:lnTo>
                  <a:lnTo>
                    <a:pt x="3495793" y="1597791"/>
                  </a:lnTo>
                  <a:lnTo>
                    <a:pt x="3465961" y="1700327"/>
                  </a:lnTo>
                  <a:lnTo>
                    <a:pt x="3436090" y="1804713"/>
                  </a:lnTo>
                  <a:lnTo>
                    <a:pt x="3406188" y="1910439"/>
                  </a:lnTo>
                  <a:lnTo>
                    <a:pt x="3376265" y="2016968"/>
                  </a:lnTo>
                  <a:lnTo>
                    <a:pt x="3346335" y="2123742"/>
                  </a:lnTo>
                  <a:lnTo>
                    <a:pt x="3316414" y="2230200"/>
                  </a:lnTo>
                  <a:lnTo>
                    <a:pt x="3286515" y="2335788"/>
                  </a:lnTo>
                  <a:lnTo>
                    <a:pt x="3256649" y="2439970"/>
                  </a:lnTo>
                  <a:lnTo>
                    <a:pt x="3226821" y="2542240"/>
                  </a:lnTo>
                  <a:lnTo>
                    <a:pt x="3197030" y="2642133"/>
                  </a:lnTo>
                  <a:lnTo>
                    <a:pt x="3167266" y="2739230"/>
                  </a:lnTo>
                  <a:lnTo>
                    <a:pt x="3137509" y="2833169"/>
                  </a:lnTo>
                  <a:lnTo>
                    <a:pt x="3107725" y="2923644"/>
                  </a:lnTo>
                  <a:lnTo>
                    <a:pt x="3077868" y="3010414"/>
                  </a:lnTo>
                  <a:lnTo>
                    <a:pt x="3047877" y="3093296"/>
                  </a:lnTo>
                  <a:lnTo>
                    <a:pt x="3017674" y="3172169"/>
                  </a:lnTo>
                  <a:lnTo>
                    <a:pt x="2987161" y="3246971"/>
                  </a:lnTo>
                  <a:lnTo>
                    <a:pt x="2956219" y="3317692"/>
                  </a:lnTo>
                  <a:lnTo>
                    <a:pt x="2924706" y="3384374"/>
                  </a:lnTo>
                  <a:lnTo>
                    <a:pt x="2896531" y="3439470"/>
                  </a:lnTo>
                  <a:lnTo>
                    <a:pt x="2853398" y="3515715"/>
                  </a:lnTo>
                  <a:lnTo>
                    <a:pt x="2808238" y="3585368"/>
                  </a:lnTo>
                  <a:lnTo>
                    <a:pt x="2760486" y="3648665"/>
                  </a:lnTo>
                  <a:lnTo>
                    <a:pt x="2709524" y="3706050"/>
                  </a:lnTo>
                  <a:lnTo>
                    <a:pt x="2654708" y="3758066"/>
                  </a:lnTo>
                  <a:lnTo>
                    <a:pt x="2595411" y="3805267"/>
                  </a:lnTo>
                  <a:lnTo>
                    <a:pt x="2531055" y="3848175"/>
                  </a:lnTo>
                  <a:lnTo>
                    <a:pt x="2461176" y="3887251"/>
                  </a:lnTo>
                  <a:lnTo>
                    <a:pt x="2385494" y="3922879"/>
                  </a:lnTo>
                  <a:lnTo>
                    <a:pt x="2304007" y="3955354"/>
                  </a:lnTo>
                  <a:lnTo>
                    <a:pt x="2217111" y="3984879"/>
                  </a:lnTo>
                  <a:lnTo>
                    <a:pt x="2125714" y="4011568"/>
                  </a:lnTo>
                  <a:lnTo>
                    <a:pt x="2031343" y="4035455"/>
                  </a:lnTo>
                  <a:lnTo>
                    <a:pt x="1936192" y="4056513"/>
                  </a:lnTo>
                  <a:lnTo>
                    <a:pt x="1843074" y="4074682"/>
                  </a:lnTo>
                  <a:lnTo>
                    <a:pt x="1755233" y="4089913"/>
                  </a:lnTo>
                  <a:lnTo>
                    <a:pt x="1676007" y="4102205"/>
                  </a:lnTo>
                  <a:lnTo>
                    <a:pt x="1608368" y="4111653"/>
                  </a:lnTo>
                  <a:lnTo>
                    <a:pt x="1554443" y="4118470"/>
                  </a:lnTo>
                  <a:lnTo>
                    <a:pt x="1515115" y="4122989"/>
                  </a:lnTo>
                  <a:lnTo>
                    <a:pt x="1489811" y="4125640"/>
                  </a:lnTo>
                  <a:lnTo>
                    <a:pt x="1476500" y="4126916"/>
                  </a:lnTo>
                  <a:lnTo>
                    <a:pt x="1471845" y="4127326"/>
                  </a:lnTo>
                  <a:lnTo>
                    <a:pt x="1471387" y="4127364"/>
                  </a:lnTo>
                  <a:lnTo>
                    <a:pt x="0" y="4127364"/>
                  </a:lnTo>
                  <a:close/>
                </a:path>
              </a:pathLst>
            </a:custGeom>
            <a:solidFill>
              <a:srgbClr val="E78AC3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341" name="pl1341"/>
            <p:cNvSpPr/>
            <p:nvPr/>
          </p:nvSpPr>
          <p:spPr>
            <a:xfrm>
              <a:off x="4799595" y="4718234"/>
              <a:ext cx="11981298" cy="4127364"/>
            </a:xfrm>
            <a:custGeom>
              <a:avLst/>
              <a:pathLst>
                <a:path w="11981298" h="4127364">
                  <a:moveTo>
                    <a:pt x="0" y="4127364"/>
                  </a:moveTo>
                  <a:lnTo>
                    <a:pt x="1471387" y="4127364"/>
                  </a:lnTo>
                  <a:lnTo>
                    <a:pt x="1472322" y="4127286"/>
                  </a:lnTo>
                  <a:lnTo>
                    <a:pt x="1478492" y="4126733"/>
                  </a:lnTo>
                  <a:lnTo>
                    <a:pt x="1494135" y="4125205"/>
                  </a:lnTo>
                  <a:lnTo>
                    <a:pt x="1522323" y="4122193"/>
                  </a:lnTo>
                  <a:lnTo>
                    <a:pt x="1564782" y="4117216"/>
                  </a:lnTo>
                  <a:lnTo>
                    <a:pt x="1621768" y="4109859"/>
                  </a:lnTo>
                  <a:lnTo>
                    <a:pt x="1692106" y="4099814"/>
                  </a:lnTo>
                  <a:lnTo>
                    <a:pt x="1773449" y="4086897"/>
                  </a:lnTo>
                  <a:lnTo>
                    <a:pt x="1862705" y="4071034"/>
                  </a:lnTo>
                  <a:lnTo>
                    <a:pt x="1956521" y="4052240"/>
                  </a:lnTo>
                  <a:lnTo>
                    <a:pt x="2051723" y="4030571"/>
                  </a:lnTo>
                  <a:lnTo>
                    <a:pt x="2145618" y="4006083"/>
                  </a:lnTo>
                  <a:lnTo>
                    <a:pt x="2236157" y="3978791"/>
                  </a:lnTo>
                  <a:lnTo>
                    <a:pt x="2321950" y="3948647"/>
                  </a:lnTo>
                  <a:lnTo>
                    <a:pt x="2402211" y="3915516"/>
                  </a:lnTo>
                  <a:lnTo>
                    <a:pt x="2476638" y="3879177"/>
                  </a:lnTo>
                  <a:lnTo>
                    <a:pt x="2545302" y="3839314"/>
                  </a:lnTo>
                  <a:lnTo>
                    <a:pt x="2608529" y="3795527"/>
                  </a:lnTo>
                  <a:lnTo>
                    <a:pt x="2666815" y="3747340"/>
                  </a:lnTo>
                  <a:lnTo>
                    <a:pt x="2720750" y="3694220"/>
                  </a:lnTo>
                  <a:lnTo>
                    <a:pt x="2770971" y="3635611"/>
                  </a:lnTo>
                  <a:lnTo>
                    <a:pt x="2818116" y="3570985"/>
                  </a:lnTo>
                  <a:lnTo>
                    <a:pt x="2862797" y="3499928"/>
                  </a:lnTo>
                  <a:lnTo>
                    <a:pt x="2896531" y="3439470"/>
                  </a:lnTo>
                  <a:lnTo>
                    <a:pt x="2928684" y="3376253"/>
                  </a:lnTo>
                  <a:lnTo>
                    <a:pt x="2960117" y="3309070"/>
                  </a:lnTo>
                  <a:lnTo>
                    <a:pt x="2990997" y="3237840"/>
                  </a:lnTo>
                  <a:lnTo>
                    <a:pt x="3021465" y="3162528"/>
                  </a:lnTo>
                  <a:lnTo>
                    <a:pt x="3051637" y="3083148"/>
                  </a:lnTo>
                  <a:lnTo>
                    <a:pt x="3081607" y="2999772"/>
                  </a:lnTo>
                  <a:lnTo>
                    <a:pt x="3111452" y="2912528"/>
                  </a:lnTo>
                  <a:lnTo>
                    <a:pt x="3141231" y="2821605"/>
                  </a:lnTo>
                  <a:lnTo>
                    <a:pt x="3170988" y="2727254"/>
                  </a:lnTo>
                  <a:lnTo>
                    <a:pt x="3200754" y="2629786"/>
                  </a:lnTo>
                  <a:lnTo>
                    <a:pt x="3230549" y="2529572"/>
                  </a:lnTo>
                  <a:lnTo>
                    <a:pt x="3260381" y="2427037"/>
                  </a:lnTo>
                  <a:lnTo>
                    <a:pt x="3290252" y="2322650"/>
                  </a:lnTo>
                  <a:lnTo>
                    <a:pt x="3320155" y="2216924"/>
                  </a:lnTo>
                  <a:lnTo>
                    <a:pt x="3350078" y="2110395"/>
                  </a:lnTo>
                  <a:lnTo>
                    <a:pt x="3380007" y="2003621"/>
                  </a:lnTo>
                  <a:lnTo>
                    <a:pt x="3409928" y="1897163"/>
                  </a:lnTo>
                  <a:lnTo>
                    <a:pt x="3439827" y="1791575"/>
                  </a:lnTo>
                  <a:lnTo>
                    <a:pt x="3469693" y="1687393"/>
                  </a:lnTo>
                  <a:lnTo>
                    <a:pt x="3499521" y="1585123"/>
                  </a:lnTo>
                  <a:lnTo>
                    <a:pt x="3529312" y="1485230"/>
                  </a:lnTo>
                  <a:lnTo>
                    <a:pt x="3559076" y="1388133"/>
                  </a:lnTo>
                  <a:lnTo>
                    <a:pt x="3588833" y="1294195"/>
                  </a:lnTo>
                  <a:lnTo>
                    <a:pt x="3618617" y="1203719"/>
                  </a:lnTo>
                  <a:lnTo>
                    <a:pt x="3648474" y="1116949"/>
                  </a:lnTo>
                  <a:lnTo>
                    <a:pt x="3678465" y="1034067"/>
                  </a:lnTo>
                  <a:lnTo>
                    <a:pt x="3708668" y="955194"/>
                  </a:lnTo>
                  <a:lnTo>
                    <a:pt x="3739182" y="880392"/>
                  </a:lnTo>
                  <a:lnTo>
                    <a:pt x="3770123" y="809671"/>
                  </a:lnTo>
                  <a:lnTo>
                    <a:pt x="3801636" y="742989"/>
                  </a:lnTo>
                  <a:lnTo>
                    <a:pt x="3829811" y="687894"/>
                  </a:lnTo>
                  <a:lnTo>
                    <a:pt x="3872944" y="611649"/>
                  </a:lnTo>
                  <a:lnTo>
                    <a:pt x="3918104" y="541995"/>
                  </a:lnTo>
                  <a:lnTo>
                    <a:pt x="3965856" y="478699"/>
                  </a:lnTo>
                  <a:lnTo>
                    <a:pt x="4016819" y="421313"/>
                  </a:lnTo>
                  <a:lnTo>
                    <a:pt x="4071634" y="369297"/>
                  </a:lnTo>
                  <a:lnTo>
                    <a:pt x="4130931" y="322097"/>
                  </a:lnTo>
                  <a:lnTo>
                    <a:pt x="4195287" y="279189"/>
                  </a:lnTo>
                  <a:lnTo>
                    <a:pt x="4265166" y="240112"/>
                  </a:lnTo>
                  <a:lnTo>
                    <a:pt x="4340849" y="204484"/>
                  </a:lnTo>
                  <a:lnTo>
                    <a:pt x="4422335" y="172009"/>
                  </a:lnTo>
                  <a:lnTo>
                    <a:pt x="4509231" y="142484"/>
                  </a:lnTo>
                  <a:lnTo>
                    <a:pt x="4600628" y="115795"/>
                  </a:lnTo>
                  <a:lnTo>
                    <a:pt x="4694999" y="91908"/>
                  </a:lnTo>
                  <a:lnTo>
                    <a:pt x="4790150" y="70850"/>
                  </a:lnTo>
                  <a:lnTo>
                    <a:pt x="4883268" y="52681"/>
                  </a:lnTo>
                  <a:lnTo>
                    <a:pt x="4971109" y="37450"/>
                  </a:lnTo>
                  <a:lnTo>
                    <a:pt x="5050335" y="25158"/>
                  </a:lnTo>
                  <a:lnTo>
                    <a:pt x="5117974" y="15710"/>
                  </a:lnTo>
                  <a:lnTo>
                    <a:pt x="5171899" y="8893"/>
                  </a:lnTo>
                  <a:lnTo>
                    <a:pt x="5211227" y="4374"/>
                  </a:lnTo>
                  <a:lnTo>
                    <a:pt x="5236531" y="1723"/>
                  </a:lnTo>
                  <a:lnTo>
                    <a:pt x="5249842" y="447"/>
                  </a:lnTo>
                  <a:lnTo>
                    <a:pt x="5254497" y="37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575" y="16"/>
                  </a:lnTo>
                  <a:lnTo>
                    <a:pt x="6735661" y="136"/>
                  </a:lnTo>
                  <a:lnTo>
                    <a:pt x="6755995" y="466"/>
                  </a:lnTo>
                  <a:lnTo>
                    <a:pt x="6792226" y="1115"/>
                  </a:lnTo>
                  <a:lnTo>
                    <a:pt x="6845978" y="2183"/>
                  </a:lnTo>
                  <a:lnTo>
                    <a:pt x="6916730" y="3749"/>
                  </a:lnTo>
                  <a:lnTo>
                    <a:pt x="7002040" y="5865"/>
                  </a:lnTo>
                  <a:lnTo>
                    <a:pt x="7098112" y="8556"/>
                  </a:lnTo>
                  <a:lnTo>
                    <a:pt x="7200548" y="11822"/>
                  </a:lnTo>
                  <a:lnTo>
                    <a:pt x="7305081" y="15653"/>
                  </a:lnTo>
                  <a:lnTo>
                    <a:pt x="7408101" y="20037"/>
                  </a:lnTo>
                  <a:lnTo>
                    <a:pt x="7506919" y="24970"/>
                  </a:lnTo>
                  <a:lnTo>
                    <a:pt x="7599805" y="30465"/>
                  </a:lnTo>
                  <a:lnTo>
                    <a:pt x="7685872" y="36556"/>
                  </a:lnTo>
                  <a:lnTo>
                    <a:pt x="7764897" y="43297"/>
                  </a:lnTo>
                  <a:lnTo>
                    <a:pt x="7837128" y="50764"/>
                  </a:lnTo>
                  <a:lnTo>
                    <a:pt x="7903128" y="59051"/>
                  </a:lnTo>
                  <a:lnTo>
                    <a:pt x="7963638" y="68270"/>
                  </a:lnTo>
                  <a:lnTo>
                    <a:pt x="8019489" y="78538"/>
                  </a:lnTo>
                  <a:lnTo>
                    <a:pt x="8071529" y="89972"/>
                  </a:lnTo>
                  <a:lnTo>
                    <a:pt x="8120571" y="102663"/>
                  </a:lnTo>
                  <a:lnTo>
                    <a:pt x="8151487" y="111697"/>
                  </a:lnTo>
                  <a:lnTo>
                    <a:pt x="8204947" y="129262"/>
                  </a:lnTo>
                  <a:lnTo>
                    <a:pt x="8256702" y="148659"/>
                  </a:lnTo>
                  <a:lnTo>
                    <a:pt x="8307410" y="169915"/>
                  </a:lnTo>
                  <a:lnTo>
                    <a:pt x="8357550" y="192987"/>
                  </a:lnTo>
                  <a:lnTo>
                    <a:pt x="8407454" y="217762"/>
                  </a:lnTo>
                  <a:lnTo>
                    <a:pt x="8457329" y="244044"/>
                  </a:lnTo>
                  <a:lnTo>
                    <a:pt x="8507281" y="271566"/>
                  </a:lnTo>
                  <a:lnTo>
                    <a:pt x="8557339" y="299988"/>
                  </a:lnTo>
                  <a:lnTo>
                    <a:pt x="8607474" y="328921"/>
                  </a:lnTo>
                  <a:lnTo>
                    <a:pt x="8657623" y="357945"/>
                  </a:lnTo>
                  <a:lnTo>
                    <a:pt x="8707720" y="386634"/>
                  </a:lnTo>
                  <a:lnTo>
                    <a:pt x="8757718" y="414583"/>
                  </a:lnTo>
                  <a:lnTo>
                    <a:pt x="8807617" y="441429"/>
                  </a:lnTo>
                  <a:lnTo>
                    <a:pt x="8857489" y="466872"/>
                  </a:lnTo>
                  <a:lnTo>
                    <a:pt x="8907497" y="490686"/>
                  </a:lnTo>
                  <a:lnTo>
                    <a:pt x="8957915" y="512723"/>
                  </a:lnTo>
                  <a:lnTo>
                    <a:pt x="9009155" y="532910"/>
                  </a:lnTo>
                  <a:lnTo>
                    <a:pt x="9061797" y="551246"/>
                  </a:lnTo>
                  <a:lnTo>
                    <a:pt x="9084767" y="558488"/>
                  </a:lnTo>
                  <a:lnTo>
                    <a:pt x="9132241" y="572027"/>
                  </a:lnTo>
                  <a:lnTo>
                    <a:pt x="9182226" y="584279"/>
                  </a:lnTo>
                  <a:lnTo>
                    <a:pt x="9235481" y="595300"/>
                  </a:lnTo>
                  <a:lnTo>
                    <a:pt x="9292836" y="605195"/>
                  </a:lnTo>
                  <a:lnTo>
                    <a:pt x="9355142" y="614080"/>
                  </a:lnTo>
                  <a:lnTo>
                    <a:pt x="9423206" y="622074"/>
                  </a:lnTo>
                  <a:lnTo>
                    <a:pt x="9497721" y="629281"/>
                  </a:lnTo>
                  <a:lnTo>
                    <a:pt x="9579157" y="635791"/>
                  </a:lnTo>
                  <a:lnTo>
                    <a:pt x="9667621" y="641673"/>
                  </a:lnTo>
                  <a:lnTo>
                    <a:pt x="9762685" y="646972"/>
                  </a:lnTo>
                  <a:lnTo>
                    <a:pt x="9863189" y="651716"/>
                  </a:lnTo>
                  <a:lnTo>
                    <a:pt x="9967081" y="655911"/>
                  </a:lnTo>
                  <a:lnTo>
                    <a:pt x="10071342" y="659549"/>
                  </a:lnTo>
                  <a:lnTo>
                    <a:pt x="10172093" y="662618"/>
                  </a:lnTo>
                  <a:lnTo>
                    <a:pt x="10264949" y="665111"/>
                  </a:lnTo>
                  <a:lnTo>
                    <a:pt x="10345632" y="667034"/>
                  </a:lnTo>
                  <a:lnTo>
                    <a:pt x="10410731" y="668422"/>
                  </a:lnTo>
                  <a:lnTo>
                    <a:pt x="10458414" y="669336"/>
                  </a:lnTo>
                  <a:lnTo>
                    <a:pt x="10488892" y="669863"/>
                  </a:lnTo>
                  <a:lnTo>
                    <a:pt x="10504513" y="670108"/>
                  </a:lnTo>
                  <a:lnTo>
                    <a:pt x="10509555" y="670181"/>
                  </a:lnTo>
                  <a:lnTo>
                    <a:pt x="10509911" y="670185"/>
                  </a:lnTo>
                  <a:lnTo>
                    <a:pt x="11981298" y="67018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42" name="pl1342"/>
            <p:cNvSpPr/>
            <p:nvPr/>
          </p:nvSpPr>
          <p:spPr>
            <a:xfrm>
              <a:off x="4799595" y="4710061"/>
              <a:ext cx="11981298" cy="4127364"/>
            </a:xfrm>
            <a:custGeom>
              <a:avLst/>
              <a:pathLst>
                <a:path w="11981298" h="4127364">
                  <a:moveTo>
                    <a:pt x="11981298" y="670185"/>
                  </a:moveTo>
                  <a:lnTo>
                    <a:pt x="10509911" y="670185"/>
                  </a:lnTo>
                  <a:lnTo>
                    <a:pt x="10508678" y="670169"/>
                  </a:lnTo>
                  <a:lnTo>
                    <a:pt x="10500592" y="670049"/>
                  </a:lnTo>
                  <a:lnTo>
                    <a:pt x="10480258" y="669719"/>
                  </a:lnTo>
                  <a:lnTo>
                    <a:pt x="10444027" y="669070"/>
                  </a:lnTo>
                  <a:lnTo>
                    <a:pt x="10390276" y="668002"/>
                  </a:lnTo>
                  <a:lnTo>
                    <a:pt x="10319523" y="666436"/>
                  </a:lnTo>
                  <a:lnTo>
                    <a:pt x="10234213" y="664320"/>
                  </a:lnTo>
                  <a:lnTo>
                    <a:pt x="10138142" y="661629"/>
                  </a:lnTo>
                  <a:lnTo>
                    <a:pt x="10035706" y="658362"/>
                  </a:lnTo>
                  <a:lnTo>
                    <a:pt x="9931172" y="654532"/>
                  </a:lnTo>
                  <a:lnTo>
                    <a:pt x="9828152" y="650148"/>
                  </a:lnTo>
                  <a:lnTo>
                    <a:pt x="9729334" y="645215"/>
                  </a:lnTo>
                  <a:lnTo>
                    <a:pt x="9636448" y="639720"/>
                  </a:lnTo>
                  <a:lnTo>
                    <a:pt x="9550381" y="633629"/>
                  </a:lnTo>
                  <a:lnTo>
                    <a:pt x="9471357" y="626888"/>
                  </a:lnTo>
                  <a:lnTo>
                    <a:pt x="9399125" y="619421"/>
                  </a:lnTo>
                  <a:lnTo>
                    <a:pt x="9333125" y="611134"/>
                  </a:lnTo>
                  <a:lnTo>
                    <a:pt x="9272615" y="601915"/>
                  </a:lnTo>
                  <a:lnTo>
                    <a:pt x="9216764" y="591647"/>
                  </a:lnTo>
                  <a:lnTo>
                    <a:pt x="9164724" y="580212"/>
                  </a:lnTo>
                  <a:lnTo>
                    <a:pt x="9115682" y="567522"/>
                  </a:lnTo>
                  <a:lnTo>
                    <a:pt x="9084767" y="558488"/>
                  </a:lnTo>
                  <a:lnTo>
                    <a:pt x="9031306" y="540923"/>
                  </a:lnTo>
                  <a:lnTo>
                    <a:pt x="8979552" y="521526"/>
                  </a:lnTo>
                  <a:lnTo>
                    <a:pt x="8928843" y="500270"/>
                  </a:lnTo>
                  <a:lnTo>
                    <a:pt x="8878703" y="477198"/>
                  </a:lnTo>
                  <a:lnTo>
                    <a:pt x="8828799" y="452423"/>
                  </a:lnTo>
                  <a:lnTo>
                    <a:pt x="8778925" y="426141"/>
                  </a:lnTo>
                  <a:lnTo>
                    <a:pt x="8728972" y="398619"/>
                  </a:lnTo>
                  <a:lnTo>
                    <a:pt x="8678914" y="370197"/>
                  </a:lnTo>
                  <a:lnTo>
                    <a:pt x="8628779" y="341264"/>
                  </a:lnTo>
                  <a:lnTo>
                    <a:pt x="8578630" y="312240"/>
                  </a:lnTo>
                  <a:lnTo>
                    <a:pt x="8528534" y="283551"/>
                  </a:lnTo>
                  <a:lnTo>
                    <a:pt x="8478536" y="255602"/>
                  </a:lnTo>
                  <a:lnTo>
                    <a:pt x="8428636" y="228756"/>
                  </a:lnTo>
                  <a:lnTo>
                    <a:pt x="8378764" y="203313"/>
                  </a:lnTo>
                  <a:lnTo>
                    <a:pt x="8328757" y="179499"/>
                  </a:lnTo>
                  <a:lnTo>
                    <a:pt x="8278339" y="157462"/>
                  </a:lnTo>
                  <a:lnTo>
                    <a:pt x="8227098" y="137275"/>
                  </a:lnTo>
                  <a:lnTo>
                    <a:pt x="8174456" y="118939"/>
                  </a:lnTo>
                  <a:lnTo>
                    <a:pt x="8151487" y="111697"/>
                  </a:lnTo>
                  <a:lnTo>
                    <a:pt x="8104012" y="98158"/>
                  </a:lnTo>
                  <a:lnTo>
                    <a:pt x="8054027" y="85906"/>
                  </a:lnTo>
                  <a:lnTo>
                    <a:pt x="8000773" y="74884"/>
                  </a:lnTo>
                  <a:lnTo>
                    <a:pt x="7943417" y="64990"/>
                  </a:lnTo>
                  <a:lnTo>
                    <a:pt x="7881112" y="56105"/>
                  </a:lnTo>
                  <a:lnTo>
                    <a:pt x="7813047" y="48111"/>
                  </a:lnTo>
                  <a:lnTo>
                    <a:pt x="7738533" y="40904"/>
                  </a:lnTo>
                  <a:lnTo>
                    <a:pt x="7657097" y="34393"/>
                  </a:lnTo>
                  <a:lnTo>
                    <a:pt x="7568632" y="28512"/>
                  </a:lnTo>
                  <a:lnTo>
                    <a:pt x="7473569" y="23212"/>
                  </a:lnTo>
                  <a:lnTo>
                    <a:pt x="7373064" y="18469"/>
                  </a:lnTo>
                  <a:lnTo>
                    <a:pt x="7269172" y="14274"/>
                  </a:lnTo>
                  <a:lnTo>
                    <a:pt x="7164911" y="10636"/>
                  </a:lnTo>
                  <a:lnTo>
                    <a:pt x="7064161" y="7566"/>
                  </a:lnTo>
                  <a:lnTo>
                    <a:pt x="6971304" y="5074"/>
                  </a:lnTo>
                  <a:lnTo>
                    <a:pt x="6890621" y="3151"/>
                  </a:lnTo>
                  <a:lnTo>
                    <a:pt x="6825523" y="1763"/>
                  </a:lnTo>
                  <a:lnTo>
                    <a:pt x="6777840" y="849"/>
                  </a:lnTo>
                  <a:lnTo>
                    <a:pt x="6747361" y="322"/>
                  </a:lnTo>
                  <a:lnTo>
                    <a:pt x="6731740" y="76"/>
                  </a:lnTo>
                  <a:lnTo>
                    <a:pt x="6726698" y="4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020" y="77"/>
                  </a:lnTo>
                  <a:lnTo>
                    <a:pt x="5247850" y="630"/>
                  </a:lnTo>
                  <a:lnTo>
                    <a:pt x="5232207" y="2158"/>
                  </a:lnTo>
                  <a:lnTo>
                    <a:pt x="5204019" y="5170"/>
                  </a:lnTo>
                  <a:lnTo>
                    <a:pt x="5161560" y="10147"/>
                  </a:lnTo>
                  <a:lnTo>
                    <a:pt x="5104574" y="17504"/>
                  </a:lnTo>
                  <a:lnTo>
                    <a:pt x="5034236" y="27549"/>
                  </a:lnTo>
                  <a:lnTo>
                    <a:pt x="4952893" y="40467"/>
                  </a:lnTo>
                  <a:lnTo>
                    <a:pt x="4863637" y="56329"/>
                  </a:lnTo>
                  <a:lnTo>
                    <a:pt x="4769821" y="75123"/>
                  </a:lnTo>
                  <a:lnTo>
                    <a:pt x="4674619" y="96792"/>
                  </a:lnTo>
                  <a:lnTo>
                    <a:pt x="4580724" y="121280"/>
                  </a:lnTo>
                  <a:lnTo>
                    <a:pt x="4490186" y="148572"/>
                  </a:lnTo>
                  <a:lnTo>
                    <a:pt x="4404392" y="178716"/>
                  </a:lnTo>
                  <a:lnTo>
                    <a:pt x="4324131" y="211847"/>
                  </a:lnTo>
                  <a:lnTo>
                    <a:pt x="4249704" y="248186"/>
                  </a:lnTo>
                  <a:lnTo>
                    <a:pt x="4181040" y="288049"/>
                  </a:lnTo>
                  <a:lnTo>
                    <a:pt x="4117813" y="331836"/>
                  </a:lnTo>
                  <a:lnTo>
                    <a:pt x="4059527" y="380023"/>
                  </a:lnTo>
                  <a:lnTo>
                    <a:pt x="4005592" y="433143"/>
                  </a:lnTo>
                  <a:lnTo>
                    <a:pt x="3955371" y="491752"/>
                  </a:lnTo>
                  <a:lnTo>
                    <a:pt x="3908226" y="556378"/>
                  </a:lnTo>
                  <a:lnTo>
                    <a:pt x="3863545" y="627435"/>
                  </a:lnTo>
                  <a:lnTo>
                    <a:pt x="3829811" y="687894"/>
                  </a:lnTo>
                  <a:lnTo>
                    <a:pt x="3797658" y="751110"/>
                  </a:lnTo>
                  <a:lnTo>
                    <a:pt x="3766226" y="818293"/>
                  </a:lnTo>
                  <a:lnTo>
                    <a:pt x="3735345" y="889523"/>
                  </a:lnTo>
                  <a:lnTo>
                    <a:pt x="3704877" y="964835"/>
                  </a:lnTo>
                  <a:lnTo>
                    <a:pt x="3674705" y="1044215"/>
                  </a:lnTo>
                  <a:lnTo>
                    <a:pt x="3644735" y="1127591"/>
                  </a:lnTo>
                  <a:lnTo>
                    <a:pt x="3614890" y="1214835"/>
                  </a:lnTo>
                  <a:lnTo>
                    <a:pt x="3585111" y="1305758"/>
                  </a:lnTo>
                  <a:lnTo>
                    <a:pt x="3555354" y="1400110"/>
                  </a:lnTo>
                  <a:lnTo>
                    <a:pt x="3525588" y="1497577"/>
                  </a:lnTo>
                  <a:lnTo>
                    <a:pt x="3495793" y="1597791"/>
                  </a:lnTo>
                  <a:lnTo>
                    <a:pt x="3465961" y="1700327"/>
                  </a:lnTo>
                  <a:lnTo>
                    <a:pt x="3436090" y="1804713"/>
                  </a:lnTo>
                  <a:lnTo>
                    <a:pt x="3406188" y="1910439"/>
                  </a:lnTo>
                  <a:lnTo>
                    <a:pt x="3376265" y="2016968"/>
                  </a:lnTo>
                  <a:lnTo>
                    <a:pt x="3346335" y="2123742"/>
                  </a:lnTo>
                  <a:lnTo>
                    <a:pt x="3316414" y="2230200"/>
                  </a:lnTo>
                  <a:lnTo>
                    <a:pt x="3286515" y="2335788"/>
                  </a:lnTo>
                  <a:lnTo>
                    <a:pt x="3256649" y="2439970"/>
                  </a:lnTo>
                  <a:lnTo>
                    <a:pt x="3226821" y="2542240"/>
                  </a:lnTo>
                  <a:lnTo>
                    <a:pt x="3197030" y="2642133"/>
                  </a:lnTo>
                  <a:lnTo>
                    <a:pt x="3167266" y="2739230"/>
                  </a:lnTo>
                  <a:lnTo>
                    <a:pt x="3137509" y="2833169"/>
                  </a:lnTo>
                  <a:lnTo>
                    <a:pt x="3107725" y="2923644"/>
                  </a:lnTo>
                  <a:lnTo>
                    <a:pt x="3077868" y="3010414"/>
                  </a:lnTo>
                  <a:lnTo>
                    <a:pt x="3047877" y="3093296"/>
                  </a:lnTo>
                  <a:lnTo>
                    <a:pt x="3017674" y="3172169"/>
                  </a:lnTo>
                  <a:lnTo>
                    <a:pt x="2987161" y="3246971"/>
                  </a:lnTo>
                  <a:lnTo>
                    <a:pt x="2956219" y="3317692"/>
                  </a:lnTo>
                  <a:lnTo>
                    <a:pt x="2924706" y="3384374"/>
                  </a:lnTo>
                  <a:lnTo>
                    <a:pt x="2896531" y="3439470"/>
                  </a:lnTo>
                  <a:lnTo>
                    <a:pt x="2853398" y="3515715"/>
                  </a:lnTo>
                  <a:lnTo>
                    <a:pt x="2808238" y="3585368"/>
                  </a:lnTo>
                  <a:lnTo>
                    <a:pt x="2760486" y="3648665"/>
                  </a:lnTo>
                  <a:lnTo>
                    <a:pt x="2709524" y="3706050"/>
                  </a:lnTo>
                  <a:lnTo>
                    <a:pt x="2654708" y="3758066"/>
                  </a:lnTo>
                  <a:lnTo>
                    <a:pt x="2595411" y="3805267"/>
                  </a:lnTo>
                  <a:lnTo>
                    <a:pt x="2531055" y="3848175"/>
                  </a:lnTo>
                  <a:lnTo>
                    <a:pt x="2461176" y="3887251"/>
                  </a:lnTo>
                  <a:lnTo>
                    <a:pt x="2385494" y="3922879"/>
                  </a:lnTo>
                  <a:lnTo>
                    <a:pt x="2304007" y="3955354"/>
                  </a:lnTo>
                  <a:lnTo>
                    <a:pt x="2217111" y="3984879"/>
                  </a:lnTo>
                  <a:lnTo>
                    <a:pt x="2125714" y="4011568"/>
                  </a:lnTo>
                  <a:lnTo>
                    <a:pt x="2031343" y="4035455"/>
                  </a:lnTo>
                  <a:lnTo>
                    <a:pt x="1936192" y="4056513"/>
                  </a:lnTo>
                  <a:lnTo>
                    <a:pt x="1843074" y="4074682"/>
                  </a:lnTo>
                  <a:lnTo>
                    <a:pt x="1755233" y="4089913"/>
                  </a:lnTo>
                  <a:lnTo>
                    <a:pt x="1676007" y="4102205"/>
                  </a:lnTo>
                  <a:lnTo>
                    <a:pt x="1608368" y="4111653"/>
                  </a:lnTo>
                  <a:lnTo>
                    <a:pt x="1554443" y="4118470"/>
                  </a:lnTo>
                  <a:lnTo>
                    <a:pt x="1515115" y="4122989"/>
                  </a:lnTo>
                  <a:lnTo>
                    <a:pt x="1489811" y="4125640"/>
                  </a:lnTo>
                  <a:lnTo>
                    <a:pt x="1476500" y="4126916"/>
                  </a:lnTo>
                  <a:lnTo>
                    <a:pt x="1471845" y="4127326"/>
                  </a:lnTo>
                  <a:lnTo>
                    <a:pt x="1471387" y="4127364"/>
                  </a:lnTo>
                  <a:lnTo>
                    <a:pt x="0" y="412736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43" name="pg1343"/>
            <p:cNvSpPr/>
            <p:nvPr/>
          </p:nvSpPr>
          <p:spPr>
            <a:xfrm>
              <a:off x="4799595" y="4734580"/>
              <a:ext cx="11981298" cy="4127364"/>
            </a:xfrm>
            <a:custGeom>
              <a:avLst/>
              <a:pathLst>
                <a:path w="11981298" h="4127364">
                  <a:moveTo>
                    <a:pt x="0" y="4127364"/>
                  </a:moveTo>
                  <a:lnTo>
                    <a:pt x="1471387" y="4127364"/>
                  </a:lnTo>
                  <a:lnTo>
                    <a:pt x="1472323" y="4127286"/>
                  </a:lnTo>
                  <a:lnTo>
                    <a:pt x="1478500" y="4126735"/>
                  </a:lnTo>
                  <a:lnTo>
                    <a:pt x="1494158" y="4125211"/>
                  </a:lnTo>
                  <a:lnTo>
                    <a:pt x="1522373" y="4122208"/>
                  </a:lnTo>
                  <a:lnTo>
                    <a:pt x="1564871" y="4117245"/>
                  </a:lnTo>
                  <a:lnTo>
                    <a:pt x="1621906" y="4109910"/>
                  </a:lnTo>
                  <a:lnTo>
                    <a:pt x="1692297" y="4099895"/>
                  </a:lnTo>
                  <a:lnTo>
                    <a:pt x="1773695" y="4087016"/>
                  </a:lnTo>
                  <a:lnTo>
                    <a:pt x="1863002" y="4071201"/>
                  </a:lnTo>
                  <a:lnTo>
                    <a:pt x="1956862" y="4052465"/>
                  </a:lnTo>
                  <a:lnTo>
                    <a:pt x="2052097" y="4030864"/>
                  </a:lnTo>
                  <a:lnTo>
                    <a:pt x="2146016" y="4006452"/>
                  </a:lnTo>
                  <a:lnTo>
                    <a:pt x="2236568" y="3979247"/>
                  </a:lnTo>
                  <a:lnTo>
                    <a:pt x="2322367" y="3949197"/>
                  </a:lnTo>
                  <a:lnTo>
                    <a:pt x="2402626" y="3916170"/>
                  </a:lnTo>
                  <a:lnTo>
                    <a:pt x="2477048" y="3879943"/>
                  </a:lnTo>
                  <a:lnTo>
                    <a:pt x="2545703" y="3840202"/>
                  </a:lnTo>
                  <a:lnTo>
                    <a:pt x="2608920" y="3796547"/>
                  </a:lnTo>
                  <a:lnTo>
                    <a:pt x="2667196" y="3748502"/>
                  </a:lnTo>
                  <a:lnTo>
                    <a:pt x="2721122" y="3695538"/>
                  </a:lnTo>
                  <a:lnTo>
                    <a:pt x="2771336" y="3637098"/>
                  </a:lnTo>
                  <a:lnTo>
                    <a:pt x="2818477" y="3572656"/>
                  </a:lnTo>
                  <a:lnTo>
                    <a:pt x="2863156" y="3501802"/>
                  </a:lnTo>
                  <a:lnTo>
                    <a:pt x="2896531" y="3442194"/>
                  </a:lnTo>
                  <a:lnTo>
                    <a:pt x="2928740" y="3379113"/>
                  </a:lnTo>
                  <a:lnTo>
                    <a:pt x="2960227" y="3312066"/>
                  </a:lnTo>
                  <a:lnTo>
                    <a:pt x="2991161" y="3240973"/>
                  </a:lnTo>
                  <a:lnTo>
                    <a:pt x="3021681" y="3165800"/>
                  </a:lnTo>
                  <a:lnTo>
                    <a:pt x="3051905" y="3086562"/>
                  </a:lnTo>
                  <a:lnTo>
                    <a:pt x="3081927" y="3003330"/>
                  </a:lnTo>
                  <a:lnTo>
                    <a:pt x="3111824" y="2916233"/>
                  </a:lnTo>
                  <a:lnTo>
                    <a:pt x="3141655" y="2825461"/>
                  </a:lnTo>
                  <a:lnTo>
                    <a:pt x="3171464" y="2731267"/>
                  </a:lnTo>
                  <a:lnTo>
                    <a:pt x="3201284" y="2633963"/>
                  </a:lnTo>
                  <a:lnTo>
                    <a:pt x="3231133" y="2533921"/>
                  </a:lnTo>
                  <a:lnTo>
                    <a:pt x="3261019" y="2431567"/>
                  </a:lnTo>
                  <a:lnTo>
                    <a:pt x="3290944" y="2327374"/>
                  </a:lnTo>
                  <a:lnTo>
                    <a:pt x="3320900" y="2221853"/>
                  </a:lnTo>
                  <a:lnTo>
                    <a:pt x="3350877" y="2115544"/>
                  </a:lnTo>
                  <a:lnTo>
                    <a:pt x="3380860" y="2009005"/>
                  </a:lnTo>
                  <a:lnTo>
                    <a:pt x="3410834" y="1902797"/>
                  </a:lnTo>
                  <a:lnTo>
                    <a:pt x="3440785" y="1797476"/>
                  </a:lnTo>
                  <a:lnTo>
                    <a:pt x="3470703" y="1693577"/>
                  </a:lnTo>
                  <a:lnTo>
                    <a:pt x="3500582" y="1591605"/>
                  </a:lnTo>
                  <a:lnTo>
                    <a:pt x="3530425" y="1492026"/>
                  </a:lnTo>
                  <a:lnTo>
                    <a:pt x="3560241" y="1395256"/>
                  </a:lnTo>
                  <a:lnTo>
                    <a:pt x="3590052" y="1301656"/>
                  </a:lnTo>
                  <a:lnTo>
                    <a:pt x="3619891" y="1211528"/>
                  </a:lnTo>
                  <a:lnTo>
                    <a:pt x="3649806" y="1125114"/>
                  </a:lnTo>
                  <a:lnTo>
                    <a:pt x="3679858" y="1042593"/>
                  </a:lnTo>
                  <a:lnTo>
                    <a:pt x="3710127" y="964083"/>
                  </a:lnTo>
                  <a:lnTo>
                    <a:pt x="3740713" y="889644"/>
                  </a:lnTo>
                  <a:lnTo>
                    <a:pt x="3771735" y="819283"/>
                  </a:lnTo>
                  <a:lnTo>
                    <a:pt x="3803338" y="752957"/>
                  </a:lnTo>
                  <a:lnTo>
                    <a:pt x="3829811" y="701515"/>
                  </a:lnTo>
                  <a:lnTo>
                    <a:pt x="3872960" y="625546"/>
                  </a:lnTo>
                  <a:lnTo>
                    <a:pt x="3918138" y="556147"/>
                  </a:lnTo>
                  <a:lnTo>
                    <a:pt x="3965909" y="493084"/>
                  </a:lnTo>
                  <a:lnTo>
                    <a:pt x="4016894" y="435912"/>
                  </a:lnTo>
                  <a:lnTo>
                    <a:pt x="4071736" y="384092"/>
                  </a:lnTo>
                  <a:lnTo>
                    <a:pt x="4131064" y="337071"/>
                  </a:lnTo>
                  <a:lnTo>
                    <a:pt x="4195455" y="294327"/>
                  </a:lnTo>
                  <a:lnTo>
                    <a:pt x="4265374" y="255401"/>
                  </a:lnTo>
                  <a:lnTo>
                    <a:pt x="4341102" y="219911"/>
                  </a:lnTo>
                  <a:lnTo>
                    <a:pt x="4422637" y="187563"/>
                  </a:lnTo>
                  <a:lnTo>
                    <a:pt x="4509583" y="158156"/>
                  </a:lnTo>
                  <a:lnTo>
                    <a:pt x="4601029" y="131575"/>
                  </a:lnTo>
                  <a:lnTo>
                    <a:pt x="4695443" y="107786"/>
                  </a:lnTo>
                  <a:lnTo>
                    <a:pt x="4790625" y="86818"/>
                  </a:lnTo>
                  <a:lnTo>
                    <a:pt x="4883757" y="68729"/>
                  </a:lnTo>
                  <a:lnTo>
                    <a:pt x="4971590" y="53570"/>
                  </a:lnTo>
                  <a:lnTo>
                    <a:pt x="5050785" y="41339"/>
                  </a:lnTo>
                  <a:lnTo>
                    <a:pt x="5118367" y="31942"/>
                  </a:lnTo>
                  <a:lnTo>
                    <a:pt x="5172216" y="25166"/>
                  </a:lnTo>
                  <a:lnTo>
                    <a:pt x="5211456" y="20678"/>
                  </a:lnTo>
                  <a:lnTo>
                    <a:pt x="5236672" y="18048"/>
                  </a:lnTo>
                  <a:lnTo>
                    <a:pt x="5249908" y="16785"/>
                  </a:lnTo>
                  <a:lnTo>
                    <a:pt x="5254511" y="16382"/>
                  </a:lnTo>
                  <a:lnTo>
                    <a:pt x="5254955" y="16345"/>
                  </a:lnTo>
                  <a:lnTo>
                    <a:pt x="6726343" y="16345"/>
                  </a:lnTo>
                  <a:lnTo>
                    <a:pt x="6727568" y="16370"/>
                  </a:lnTo>
                  <a:lnTo>
                    <a:pt x="6735613" y="16545"/>
                  </a:lnTo>
                  <a:lnTo>
                    <a:pt x="6755846" y="17029"/>
                  </a:lnTo>
                  <a:lnTo>
                    <a:pt x="6791905" y="17982"/>
                  </a:lnTo>
                  <a:lnTo>
                    <a:pt x="6845419" y="19550"/>
                  </a:lnTo>
                  <a:lnTo>
                    <a:pt x="6915887" y="21849"/>
                  </a:lnTo>
                  <a:lnTo>
                    <a:pt x="7000897" y="24957"/>
                  </a:lnTo>
                  <a:lnTo>
                    <a:pt x="7096681" y="28909"/>
                  </a:lnTo>
                  <a:lnTo>
                    <a:pt x="7198871" y="33707"/>
                  </a:lnTo>
                  <a:lnTo>
                    <a:pt x="7303214" y="39336"/>
                  </a:lnTo>
                  <a:lnTo>
                    <a:pt x="7406107" y="45778"/>
                  </a:lnTo>
                  <a:lnTo>
                    <a:pt x="7504855" y="53027"/>
                  </a:lnTo>
                  <a:lnTo>
                    <a:pt x="7597720" y="61103"/>
                  </a:lnTo>
                  <a:lnTo>
                    <a:pt x="7683803" y="70052"/>
                  </a:lnTo>
                  <a:lnTo>
                    <a:pt x="7762867" y="79956"/>
                  </a:lnTo>
                  <a:lnTo>
                    <a:pt x="7835151" y="90922"/>
                  </a:lnTo>
                  <a:lnTo>
                    <a:pt x="7901206" y="103091"/>
                  </a:lnTo>
                  <a:lnTo>
                    <a:pt x="7961767" y="116624"/>
                  </a:lnTo>
                  <a:lnTo>
                    <a:pt x="8017658" y="131696"/>
                  </a:lnTo>
                  <a:lnTo>
                    <a:pt x="8069723" y="148475"/>
                  </a:lnTo>
                  <a:lnTo>
                    <a:pt x="8118774" y="167099"/>
                  </a:lnTo>
                  <a:lnTo>
                    <a:pt x="8151487" y="181168"/>
                  </a:lnTo>
                  <a:lnTo>
                    <a:pt x="8202405" y="205770"/>
                  </a:lnTo>
                  <a:lnTo>
                    <a:pt x="8251746" y="232818"/>
                  </a:lnTo>
                  <a:lnTo>
                    <a:pt x="8300091" y="262350"/>
                  </a:lnTo>
                  <a:lnTo>
                    <a:pt x="8347869" y="294325"/>
                  </a:lnTo>
                  <a:lnTo>
                    <a:pt x="8395385" y="328613"/>
                  </a:lnTo>
                  <a:lnTo>
                    <a:pt x="8442838" y="364988"/>
                  </a:lnTo>
                  <a:lnTo>
                    <a:pt x="8490343" y="403135"/>
                  </a:lnTo>
                  <a:lnTo>
                    <a:pt x="8537943" y="442647"/>
                  </a:lnTo>
                  <a:lnTo>
                    <a:pt x="8585627" y="483051"/>
                  </a:lnTo>
                  <a:lnTo>
                    <a:pt x="8633350" y="523825"/>
                  </a:lnTo>
                  <a:lnTo>
                    <a:pt x="8681055" y="564425"/>
                  </a:lnTo>
                  <a:lnTo>
                    <a:pt x="8728688" y="604318"/>
                  </a:lnTo>
                  <a:lnTo>
                    <a:pt x="8776226" y="643010"/>
                  </a:lnTo>
                  <a:lnTo>
                    <a:pt x="8823689" y="680068"/>
                  </a:lnTo>
                  <a:lnTo>
                    <a:pt x="8871164" y="715143"/>
                  </a:lnTo>
                  <a:lnTo>
                    <a:pt x="8918818" y="747975"/>
                  </a:lnTo>
                  <a:lnTo>
                    <a:pt x="8966915" y="778400"/>
                  </a:lnTo>
                  <a:lnTo>
                    <a:pt x="9015837" y="806347"/>
                  </a:lnTo>
                  <a:lnTo>
                    <a:pt x="9066106" y="831826"/>
                  </a:lnTo>
                  <a:lnTo>
                    <a:pt x="9084767" y="840456"/>
                  </a:lnTo>
                  <a:lnTo>
                    <a:pt x="9132154" y="860401"/>
                  </a:lnTo>
                  <a:lnTo>
                    <a:pt x="9182042" y="878452"/>
                  </a:lnTo>
                  <a:lnTo>
                    <a:pt x="9235185" y="894695"/>
                  </a:lnTo>
                  <a:lnTo>
                    <a:pt x="9292409" y="909278"/>
                  </a:lnTo>
                  <a:lnTo>
                    <a:pt x="9354560" y="922378"/>
                  </a:lnTo>
                  <a:lnTo>
                    <a:pt x="9422442" y="934164"/>
                  </a:lnTo>
                  <a:lnTo>
                    <a:pt x="9496745" y="944793"/>
                  </a:lnTo>
                  <a:lnTo>
                    <a:pt x="9577941" y="954396"/>
                  </a:lnTo>
                  <a:lnTo>
                    <a:pt x="9666143" y="963072"/>
                  </a:lnTo>
                  <a:lnTo>
                    <a:pt x="9760931" y="970892"/>
                  </a:lnTo>
                  <a:lnTo>
                    <a:pt x="9861170" y="977895"/>
                  </a:lnTo>
                  <a:lnTo>
                    <a:pt x="9964834" y="984090"/>
                  </a:lnTo>
                  <a:lnTo>
                    <a:pt x="10068941" y="989468"/>
                  </a:lnTo>
                  <a:lnTo>
                    <a:pt x="10169647" y="994009"/>
                  </a:lnTo>
                  <a:lnTo>
                    <a:pt x="10262598" y="997703"/>
                  </a:lnTo>
                  <a:lnTo>
                    <a:pt x="10343526" y="1000558"/>
                  </a:lnTo>
                  <a:lnTo>
                    <a:pt x="10409003" y="1002625"/>
                  </a:lnTo>
                  <a:lnTo>
                    <a:pt x="10457153" y="1003991"/>
                  </a:lnTo>
                  <a:lnTo>
                    <a:pt x="10488119" y="1004784"/>
                  </a:lnTo>
                  <a:lnTo>
                    <a:pt x="10504167" y="1005157"/>
                  </a:lnTo>
                  <a:lnTo>
                    <a:pt x="10509492" y="1005270"/>
                  </a:lnTo>
                  <a:lnTo>
                    <a:pt x="10509911" y="1005278"/>
                  </a:lnTo>
                  <a:lnTo>
                    <a:pt x="11981298" y="1005278"/>
                  </a:lnTo>
                  <a:lnTo>
                    <a:pt x="11981298" y="988932"/>
                  </a:lnTo>
                  <a:lnTo>
                    <a:pt x="10509911" y="988932"/>
                  </a:lnTo>
                  <a:lnTo>
                    <a:pt x="10508685" y="988908"/>
                  </a:lnTo>
                  <a:lnTo>
                    <a:pt x="10500640" y="988733"/>
                  </a:lnTo>
                  <a:lnTo>
                    <a:pt x="10480407" y="988248"/>
                  </a:lnTo>
                  <a:lnTo>
                    <a:pt x="10444348" y="987295"/>
                  </a:lnTo>
                  <a:lnTo>
                    <a:pt x="10390834" y="985728"/>
                  </a:lnTo>
                  <a:lnTo>
                    <a:pt x="10320366" y="983429"/>
                  </a:lnTo>
                  <a:lnTo>
                    <a:pt x="10235357" y="980321"/>
                  </a:lnTo>
                  <a:lnTo>
                    <a:pt x="10139572" y="976369"/>
                  </a:lnTo>
                  <a:lnTo>
                    <a:pt x="10037382" y="971570"/>
                  </a:lnTo>
                  <a:lnTo>
                    <a:pt x="9933039" y="965942"/>
                  </a:lnTo>
                  <a:lnTo>
                    <a:pt x="9830147" y="959500"/>
                  </a:lnTo>
                  <a:lnTo>
                    <a:pt x="9731398" y="952251"/>
                  </a:lnTo>
                  <a:lnTo>
                    <a:pt x="9638533" y="944175"/>
                  </a:lnTo>
                  <a:lnTo>
                    <a:pt x="9552450" y="935225"/>
                  </a:lnTo>
                  <a:lnTo>
                    <a:pt x="9473387" y="925322"/>
                  </a:lnTo>
                  <a:lnTo>
                    <a:pt x="9401103" y="914355"/>
                  </a:lnTo>
                  <a:lnTo>
                    <a:pt x="9335047" y="902186"/>
                  </a:lnTo>
                  <a:lnTo>
                    <a:pt x="9274486" y="888653"/>
                  </a:lnTo>
                  <a:lnTo>
                    <a:pt x="9218595" y="873582"/>
                  </a:lnTo>
                  <a:lnTo>
                    <a:pt x="9166530" y="856802"/>
                  </a:lnTo>
                  <a:lnTo>
                    <a:pt x="9117480" y="838179"/>
                  </a:lnTo>
                  <a:lnTo>
                    <a:pt x="9084767" y="824110"/>
                  </a:lnTo>
                  <a:lnTo>
                    <a:pt x="9033848" y="799508"/>
                  </a:lnTo>
                  <a:lnTo>
                    <a:pt x="8984507" y="772459"/>
                  </a:lnTo>
                  <a:lnTo>
                    <a:pt x="8936162" y="742927"/>
                  </a:lnTo>
                  <a:lnTo>
                    <a:pt x="8888384" y="710953"/>
                  </a:lnTo>
                  <a:lnTo>
                    <a:pt x="8840869" y="676665"/>
                  </a:lnTo>
                  <a:lnTo>
                    <a:pt x="8793415" y="640289"/>
                  </a:lnTo>
                  <a:lnTo>
                    <a:pt x="8745910" y="602143"/>
                  </a:lnTo>
                  <a:lnTo>
                    <a:pt x="8698310" y="562631"/>
                  </a:lnTo>
                  <a:lnTo>
                    <a:pt x="8650627" y="522226"/>
                  </a:lnTo>
                  <a:lnTo>
                    <a:pt x="8602903" y="481453"/>
                  </a:lnTo>
                  <a:lnTo>
                    <a:pt x="8555198" y="440853"/>
                  </a:lnTo>
                  <a:lnTo>
                    <a:pt x="8507565" y="400960"/>
                  </a:lnTo>
                  <a:lnTo>
                    <a:pt x="8460027" y="362268"/>
                  </a:lnTo>
                  <a:lnTo>
                    <a:pt x="8412564" y="325210"/>
                  </a:lnTo>
                  <a:lnTo>
                    <a:pt x="8365089" y="290135"/>
                  </a:lnTo>
                  <a:lnTo>
                    <a:pt x="8317436" y="257303"/>
                  </a:lnTo>
                  <a:lnTo>
                    <a:pt x="8269338" y="226878"/>
                  </a:lnTo>
                  <a:lnTo>
                    <a:pt x="8220416" y="198931"/>
                  </a:lnTo>
                  <a:lnTo>
                    <a:pt x="8170147" y="173452"/>
                  </a:lnTo>
                  <a:lnTo>
                    <a:pt x="8151487" y="164822"/>
                  </a:lnTo>
                  <a:lnTo>
                    <a:pt x="8104099" y="144877"/>
                  </a:lnTo>
                  <a:lnTo>
                    <a:pt x="8054211" y="126825"/>
                  </a:lnTo>
                  <a:lnTo>
                    <a:pt x="8001069" y="110583"/>
                  </a:lnTo>
                  <a:lnTo>
                    <a:pt x="7943844" y="95999"/>
                  </a:lnTo>
                  <a:lnTo>
                    <a:pt x="7881693" y="82900"/>
                  </a:lnTo>
                  <a:lnTo>
                    <a:pt x="7813811" y="71114"/>
                  </a:lnTo>
                  <a:lnTo>
                    <a:pt x="7739508" y="60485"/>
                  </a:lnTo>
                  <a:lnTo>
                    <a:pt x="7658312" y="50882"/>
                  </a:lnTo>
                  <a:lnTo>
                    <a:pt x="7570111" y="42206"/>
                  </a:lnTo>
                  <a:lnTo>
                    <a:pt x="7475322" y="34385"/>
                  </a:lnTo>
                  <a:lnTo>
                    <a:pt x="7375083" y="27383"/>
                  </a:lnTo>
                  <a:lnTo>
                    <a:pt x="7271419" y="21188"/>
                  </a:lnTo>
                  <a:lnTo>
                    <a:pt x="7167313" y="15810"/>
                  </a:lnTo>
                  <a:lnTo>
                    <a:pt x="7066606" y="11268"/>
                  </a:lnTo>
                  <a:lnTo>
                    <a:pt x="6973655" y="7575"/>
                  </a:lnTo>
                  <a:lnTo>
                    <a:pt x="6892727" y="4719"/>
                  </a:lnTo>
                  <a:lnTo>
                    <a:pt x="6827250" y="2653"/>
                  </a:lnTo>
                  <a:lnTo>
                    <a:pt x="6779100" y="1287"/>
                  </a:lnTo>
                  <a:lnTo>
                    <a:pt x="6748134" y="493"/>
                  </a:lnTo>
                  <a:lnTo>
                    <a:pt x="6732086" y="121"/>
                  </a:lnTo>
                  <a:lnTo>
                    <a:pt x="6726762" y="8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019" y="77"/>
                  </a:lnTo>
                  <a:lnTo>
                    <a:pt x="5247842" y="628"/>
                  </a:lnTo>
                  <a:lnTo>
                    <a:pt x="5232184" y="2152"/>
                  </a:lnTo>
                  <a:lnTo>
                    <a:pt x="5203969" y="5155"/>
                  </a:lnTo>
                  <a:lnTo>
                    <a:pt x="5161471" y="10118"/>
                  </a:lnTo>
                  <a:lnTo>
                    <a:pt x="5104437" y="17454"/>
                  </a:lnTo>
                  <a:lnTo>
                    <a:pt x="5034045" y="27468"/>
                  </a:lnTo>
                  <a:lnTo>
                    <a:pt x="4952647" y="40347"/>
                  </a:lnTo>
                  <a:lnTo>
                    <a:pt x="4863340" y="56162"/>
                  </a:lnTo>
                  <a:lnTo>
                    <a:pt x="4769481" y="74898"/>
                  </a:lnTo>
                  <a:lnTo>
                    <a:pt x="4674246" y="96499"/>
                  </a:lnTo>
                  <a:lnTo>
                    <a:pt x="4580327" y="120911"/>
                  </a:lnTo>
                  <a:lnTo>
                    <a:pt x="4489774" y="148117"/>
                  </a:lnTo>
                  <a:lnTo>
                    <a:pt x="4403975" y="178166"/>
                  </a:lnTo>
                  <a:lnTo>
                    <a:pt x="4323716" y="211193"/>
                  </a:lnTo>
                  <a:lnTo>
                    <a:pt x="4249294" y="247420"/>
                  </a:lnTo>
                  <a:lnTo>
                    <a:pt x="4180639" y="287162"/>
                  </a:lnTo>
                  <a:lnTo>
                    <a:pt x="4117422" y="330817"/>
                  </a:lnTo>
                  <a:lnTo>
                    <a:pt x="4059146" y="378861"/>
                  </a:lnTo>
                  <a:lnTo>
                    <a:pt x="4005220" y="431825"/>
                  </a:lnTo>
                  <a:lnTo>
                    <a:pt x="3955006" y="490265"/>
                  </a:lnTo>
                  <a:lnTo>
                    <a:pt x="3907865" y="554707"/>
                  </a:lnTo>
                  <a:lnTo>
                    <a:pt x="3863186" y="625561"/>
                  </a:lnTo>
                  <a:lnTo>
                    <a:pt x="3829811" y="685169"/>
                  </a:lnTo>
                  <a:lnTo>
                    <a:pt x="3797602" y="748251"/>
                  </a:lnTo>
                  <a:lnTo>
                    <a:pt x="3766115" y="815297"/>
                  </a:lnTo>
                  <a:lnTo>
                    <a:pt x="3735181" y="886390"/>
                  </a:lnTo>
                  <a:lnTo>
                    <a:pt x="3704661" y="961563"/>
                  </a:lnTo>
                  <a:lnTo>
                    <a:pt x="3674437" y="1040801"/>
                  </a:lnTo>
                  <a:lnTo>
                    <a:pt x="3644415" y="1124033"/>
                  </a:lnTo>
                  <a:lnTo>
                    <a:pt x="3614519" y="1211130"/>
                  </a:lnTo>
                  <a:lnTo>
                    <a:pt x="3584687" y="1301902"/>
                  </a:lnTo>
                  <a:lnTo>
                    <a:pt x="3554878" y="1396097"/>
                  </a:lnTo>
                  <a:lnTo>
                    <a:pt x="3525058" y="1493401"/>
                  </a:lnTo>
                  <a:lnTo>
                    <a:pt x="3495209" y="1593442"/>
                  </a:lnTo>
                  <a:lnTo>
                    <a:pt x="3465323" y="1695796"/>
                  </a:lnTo>
                  <a:lnTo>
                    <a:pt x="3435398" y="1799989"/>
                  </a:lnTo>
                  <a:lnTo>
                    <a:pt x="3405442" y="1905510"/>
                  </a:lnTo>
                  <a:lnTo>
                    <a:pt x="3375465" y="2011819"/>
                  </a:lnTo>
                  <a:lnTo>
                    <a:pt x="3345482" y="2118359"/>
                  </a:lnTo>
                  <a:lnTo>
                    <a:pt x="3315508" y="2224566"/>
                  </a:lnTo>
                  <a:lnTo>
                    <a:pt x="3285557" y="2329888"/>
                  </a:lnTo>
                  <a:lnTo>
                    <a:pt x="3255639" y="2433787"/>
                  </a:lnTo>
                  <a:lnTo>
                    <a:pt x="3225760" y="2535758"/>
                  </a:lnTo>
                  <a:lnTo>
                    <a:pt x="3195917" y="2635337"/>
                  </a:lnTo>
                  <a:lnTo>
                    <a:pt x="3166101" y="2732108"/>
                  </a:lnTo>
                  <a:lnTo>
                    <a:pt x="3136290" y="2825708"/>
                  </a:lnTo>
                  <a:lnTo>
                    <a:pt x="3106451" y="2915835"/>
                  </a:lnTo>
                  <a:lnTo>
                    <a:pt x="3076536" y="3002249"/>
                  </a:lnTo>
                  <a:lnTo>
                    <a:pt x="3046484" y="3084770"/>
                  </a:lnTo>
                  <a:lnTo>
                    <a:pt x="3016215" y="3163280"/>
                  </a:lnTo>
                  <a:lnTo>
                    <a:pt x="2985629" y="3237719"/>
                  </a:lnTo>
                  <a:lnTo>
                    <a:pt x="2954607" y="3308080"/>
                  </a:lnTo>
                  <a:lnTo>
                    <a:pt x="2923004" y="3374406"/>
                  </a:lnTo>
                  <a:lnTo>
                    <a:pt x="2896531" y="3425848"/>
                  </a:lnTo>
                  <a:lnTo>
                    <a:pt x="2853382" y="3501817"/>
                  </a:lnTo>
                  <a:lnTo>
                    <a:pt x="2808205" y="3571216"/>
                  </a:lnTo>
                  <a:lnTo>
                    <a:pt x="2760433" y="3634279"/>
                  </a:lnTo>
                  <a:lnTo>
                    <a:pt x="2709448" y="3691451"/>
                  </a:lnTo>
                  <a:lnTo>
                    <a:pt x="2654606" y="3743271"/>
                  </a:lnTo>
                  <a:lnTo>
                    <a:pt x="2595278" y="3790292"/>
                  </a:lnTo>
                  <a:lnTo>
                    <a:pt x="2530887" y="3833036"/>
                  </a:lnTo>
                  <a:lnTo>
                    <a:pt x="2460968" y="3871963"/>
                  </a:lnTo>
                  <a:lnTo>
                    <a:pt x="2385240" y="3907452"/>
                  </a:lnTo>
                  <a:lnTo>
                    <a:pt x="2303705" y="3939800"/>
                  </a:lnTo>
                  <a:lnTo>
                    <a:pt x="2216759" y="3969207"/>
                  </a:lnTo>
                  <a:lnTo>
                    <a:pt x="2125313" y="3995789"/>
                  </a:lnTo>
                  <a:lnTo>
                    <a:pt x="2030900" y="4019577"/>
                  </a:lnTo>
                  <a:lnTo>
                    <a:pt x="1935717" y="4040545"/>
                  </a:lnTo>
                  <a:lnTo>
                    <a:pt x="1842585" y="4058634"/>
                  </a:lnTo>
                  <a:lnTo>
                    <a:pt x="1754752" y="4073793"/>
                  </a:lnTo>
                  <a:lnTo>
                    <a:pt x="1675558" y="4086024"/>
                  </a:lnTo>
                  <a:lnTo>
                    <a:pt x="1607975" y="4095421"/>
                  </a:lnTo>
                  <a:lnTo>
                    <a:pt x="1554126" y="4102198"/>
                  </a:lnTo>
                  <a:lnTo>
                    <a:pt x="1514886" y="4106685"/>
                  </a:lnTo>
                  <a:lnTo>
                    <a:pt x="1489670" y="4109315"/>
                  </a:lnTo>
                  <a:lnTo>
                    <a:pt x="1476434" y="4110578"/>
                  </a:lnTo>
                  <a:lnTo>
                    <a:pt x="1471831" y="4110981"/>
                  </a:lnTo>
                  <a:lnTo>
                    <a:pt x="1471387" y="4111018"/>
                  </a:lnTo>
                  <a:lnTo>
                    <a:pt x="0" y="4111018"/>
                  </a:lnTo>
                  <a:close/>
                </a:path>
              </a:pathLst>
            </a:custGeom>
            <a:solidFill>
              <a:srgbClr val="E78AC3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344" name="pl1344"/>
            <p:cNvSpPr/>
            <p:nvPr/>
          </p:nvSpPr>
          <p:spPr>
            <a:xfrm>
              <a:off x="4799595" y="4750926"/>
              <a:ext cx="11981298" cy="4111018"/>
            </a:xfrm>
            <a:custGeom>
              <a:avLst/>
              <a:pathLst>
                <a:path w="11981298" h="4111018">
                  <a:moveTo>
                    <a:pt x="0" y="4111018"/>
                  </a:moveTo>
                  <a:lnTo>
                    <a:pt x="1471387" y="4111018"/>
                  </a:lnTo>
                  <a:lnTo>
                    <a:pt x="1472323" y="4110940"/>
                  </a:lnTo>
                  <a:lnTo>
                    <a:pt x="1478500" y="4110389"/>
                  </a:lnTo>
                  <a:lnTo>
                    <a:pt x="1494158" y="4108865"/>
                  </a:lnTo>
                  <a:lnTo>
                    <a:pt x="1522373" y="4105862"/>
                  </a:lnTo>
                  <a:lnTo>
                    <a:pt x="1564871" y="4100899"/>
                  </a:lnTo>
                  <a:lnTo>
                    <a:pt x="1621906" y="4093564"/>
                  </a:lnTo>
                  <a:lnTo>
                    <a:pt x="1692297" y="4083549"/>
                  </a:lnTo>
                  <a:lnTo>
                    <a:pt x="1773695" y="4070670"/>
                  </a:lnTo>
                  <a:lnTo>
                    <a:pt x="1863002" y="4054855"/>
                  </a:lnTo>
                  <a:lnTo>
                    <a:pt x="1956862" y="4036119"/>
                  </a:lnTo>
                  <a:lnTo>
                    <a:pt x="2052097" y="4014518"/>
                  </a:lnTo>
                  <a:lnTo>
                    <a:pt x="2146016" y="3990106"/>
                  </a:lnTo>
                  <a:lnTo>
                    <a:pt x="2236568" y="3962901"/>
                  </a:lnTo>
                  <a:lnTo>
                    <a:pt x="2322367" y="3932851"/>
                  </a:lnTo>
                  <a:lnTo>
                    <a:pt x="2402626" y="3899824"/>
                  </a:lnTo>
                  <a:lnTo>
                    <a:pt x="2477048" y="3863597"/>
                  </a:lnTo>
                  <a:lnTo>
                    <a:pt x="2545703" y="3823856"/>
                  </a:lnTo>
                  <a:lnTo>
                    <a:pt x="2608920" y="3780201"/>
                  </a:lnTo>
                  <a:lnTo>
                    <a:pt x="2667196" y="3732156"/>
                  </a:lnTo>
                  <a:lnTo>
                    <a:pt x="2721122" y="3679192"/>
                  </a:lnTo>
                  <a:lnTo>
                    <a:pt x="2771336" y="3620752"/>
                  </a:lnTo>
                  <a:lnTo>
                    <a:pt x="2818477" y="3556310"/>
                  </a:lnTo>
                  <a:lnTo>
                    <a:pt x="2863156" y="3485456"/>
                  </a:lnTo>
                  <a:lnTo>
                    <a:pt x="2896531" y="3425848"/>
                  </a:lnTo>
                  <a:lnTo>
                    <a:pt x="2928740" y="3362767"/>
                  </a:lnTo>
                  <a:lnTo>
                    <a:pt x="2960227" y="3295720"/>
                  </a:lnTo>
                  <a:lnTo>
                    <a:pt x="2991161" y="3224627"/>
                  </a:lnTo>
                  <a:lnTo>
                    <a:pt x="3021681" y="3149454"/>
                  </a:lnTo>
                  <a:lnTo>
                    <a:pt x="3051905" y="3070216"/>
                  </a:lnTo>
                  <a:lnTo>
                    <a:pt x="3081927" y="2986984"/>
                  </a:lnTo>
                  <a:lnTo>
                    <a:pt x="3111824" y="2899887"/>
                  </a:lnTo>
                  <a:lnTo>
                    <a:pt x="3141655" y="2809115"/>
                  </a:lnTo>
                  <a:lnTo>
                    <a:pt x="3171464" y="2714921"/>
                  </a:lnTo>
                  <a:lnTo>
                    <a:pt x="3201284" y="2617617"/>
                  </a:lnTo>
                  <a:lnTo>
                    <a:pt x="3231133" y="2517575"/>
                  </a:lnTo>
                  <a:lnTo>
                    <a:pt x="3261019" y="2415221"/>
                  </a:lnTo>
                  <a:lnTo>
                    <a:pt x="3290944" y="2311028"/>
                  </a:lnTo>
                  <a:lnTo>
                    <a:pt x="3320900" y="2205507"/>
                  </a:lnTo>
                  <a:lnTo>
                    <a:pt x="3350877" y="2099198"/>
                  </a:lnTo>
                  <a:lnTo>
                    <a:pt x="3380860" y="1992659"/>
                  </a:lnTo>
                  <a:lnTo>
                    <a:pt x="3410834" y="1886451"/>
                  </a:lnTo>
                  <a:lnTo>
                    <a:pt x="3440785" y="1781130"/>
                  </a:lnTo>
                  <a:lnTo>
                    <a:pt x="3470703" y="1677231"/>
                  </a:lnTo>
                  <a:lnTo>
                    <a:pt x="3500582" y="1575259"/>
                  </a:lnTo>
                  <a:lnTo>
                    <a:pt x="3530425" y="1475680"/>
                  </a:lnTo>
                  <a:lnTo>
                    <a:pt x="3560241" y="1378910"/>
                  </a:lnTo>
                  <a:lnTo>
                    <a:pt x="3590052" y="1285310"/>
                  </a:lnTo>
                  <a:lnTo>
                    <a:pt x="3619891" y="1195182"/>
                  </a:lnTo>
                  <a:lnTo>
                    <a:pt x="3649806" y="1108768"/>
                  </a:lnTo>
                  <a:lnTo>
                    <a:pt x="3679858" y="1026247"/>
                  </a:lnTo>
                  <a:lnTo>
                    <a:pt x="3710127" y="947737"/>
                  </a:lnTo>
                  <a:lnTo>
                    <a:pt x="3740713" y="873298"/>
                  </a:lnTo>
                  <a:lnTo>
                    <a:pt x="3771735" y="802937"/>
                  </a:lnTo>
                  <a:lnTo>
                    <a:pt x="3803338" y="736611"/>
                  </a:lnTo>
                  <a:lnTo>
                    <a:pt x="3829811" y="685169"/>
                  </a:lnTo>
                  <a:lnTo>
                    <a:pt x="3872960" y="609200"/>
                  </a:lnTo>
                  <a:lnTo>
                    <a:pt x="3918138" y="539801"/>
                  </a:lnTo>
                  <a:lnTo>
                    <a:pt x="3965909" y="476738"/>
                  </a:lnTo>
                  <a:lnTo>
                    <a:pt x="4016894" y="419566"/>
                  </a:lnTo>
                  <a:lnTo>
                    <a:pt x="4071736" y="367746"/>
                  </a:lnTo>
                  <a:lnTo>
                    <a:pt x="4131064" y="320725"/>
                  </a:lnTo>
                  <a:lnTo>
                    <a:pt x="4195455" y="277981"/>
                  </a:lnTo>
                  <a:lnTo>
                    <a:pt x="4265374" y="239055"/>
                  </a:lnTo>
                  <a:lnTo>
                    <a:pt x="4341102" y="203565"/>
                  </a:lnTo>
                  <a:lnTo>
                    <a:pt x="4422637" y="171217"/>
                  </a:lnTo>
                  <a:lnTo>
                    <a:pt x="4509583" y="141810"/>
                  </a:lnTo>
                  <a:lnTo>
                    <a:pt x="4601029" y="115229"/>
                  </a:lnTo>
                  <a:lnTo>
                    <a:pt x="4695443" y="91440"/>
                  </a:lnTo>
                  <a:lnTo>
                    <a:pt x="4790625" y="70472"/>
                  </a:lnTo>
                  <a:lnTo>
                    <a:pt x="4883757" y="52383"/>
                  </a:lnTo>
                  <a:lnTo>
                    <a:pt x="4971590" y="37224"/>
                  </a:lnTo>
                  <a:lnTo>
                    <a:pt x="5050785" y="24993"/>
                  </a:lnTo>
                  <a:lnTo>
                    <a:pt x="5118367" y="15596"/>
                  </a:lnTo>
                  <a:lnTo>
                    <a:pt x="5172216" y="8820"/>
                  </a:lnTo>
                  <a:lnTo>
                    <a:pt x="5211456" y="4332"/>
                  </a:lnTo>
                  <a:lnTo>
                    <a:pt x="5236672" y="1702"/>
                  </a:lnTo>
                  <a:lnTo>
                    <a:pt x="5249908" y="439"/>
                  </a:lnTo>
                  <a:lnTo>
                    <a:pt x="5254511" y="36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568" y="24"/>
                  </a:lnTo>
                  <a:lnTo>
                    <a:pt x="6735613" y="199"/>
                  </a:lnTo>
                  <a:lnTo>
                    <a:pt x="6755846" y="683"/>
                  </a:lnTo>
                  <a:lnTo>
                    <a:pt x="6791905" y="1636"/>
                  </a:lnTo>
                  <a:lnTo>
                    <a:pt x="6845419" y="3204"/>
                  </a:lnTo>
                  <a:lnTo>
                    <a:pt x="6915887" y="5503"/>
                  </a:lnTo>
                  <a:lnTo>
                    <a:pt x="7000897" y="8611"/>
                  </a:lnTo>
                  <a:lnTo>
                    <a:pt x="7096681" y="12563"/>
                  </a:lnTo>
                  <a:lnTo>
                    <a:pt x="7198871" y="17361"/>
                  </a:lnTo>
                  <a:lnTo>
                    <a:pt x="7303214" y="22990"/>
                  </a:lnTo>
                  <a:lnTo>
                    <a:pt x="7406107" y="29432"/>
                  </a:lnTo>
                  <a:lnTo>
                    <a:pt x="7504855" y="36681"/>
                  </a:lnTo>
                  <a:lnTo>
                    <a:pt x="7597720" y="44757"/>
                  </a:lnTo>
                  <a:lnTo>
                    <a:pt x="7683803" y="53706"/>
                  </a:lnTo>
                  <a:lnTo>
                    <a:pt x="7762867" y="63610"/>
                  </a:lnTo>
                  <a:lnTo>
                    <a:pt x="7835151" y="74576"/>
                  </a:lnTo>
                  <a:lnTo>
                    <a:pt x="7901206" y="86745"/>
                  </a:lnTo>
                  <a:lnTo>
                    <a:pt x="7961767" y="100278"/>
                  </a:lnTo>
                  <a:lnTo>
                    <a:pt x="8017658" y="115350"/>
                  </a:lnTo>
                  <a:lnTo>
                    <a:pt x="8069723" y="132129"/>
                  </a:lnTo>
                  <a:lnTo>
                    <a:pt x="8118774" y="150753"/>
                  </a:lnTo>
                  <a:lnTo>
                    <a:pt x="8151487" y="164822"/>
                  </a:lnTo>
                  <a:lnTo>
                    <a:pt x="8202405" y="189424"/>
                  </a:lnTo>
                  <a:lnTo>
                    <a:pt x="8251746" y="216472"/>
                  </a:lnTo>
                  <a:lnTo>
                    <a:pt x="8300091" y="246004"/>
                  </a:lnTo>
                  <a:lnTo>
                    <a:pt x="8347869" y="277979"/>
                  </a:lnTo>
                  <a:lnTo>
                    <a:pt x="8395385" y="312267"/>
                  </a:lnTo>
                  <a:lnTo>
                    <a:pt x="8442838" y="348642"/>
                  </a:lnTo>
                  <a:lnTo>
                    <a:pt x="8490343" y="386789"/>
                  </a:lnTo>
                  <a:lnTo>
                    <a:pt x="8537943" y="426301"/>
                  </a:lnTo>
                  <a:lnTo>
                    <a:pt x="8585627" y="466706"/>
                  </a:lnTo>
                  <a:lnTo>
                    <a:pt x="8633350" y="507479"/>
                  </a:lnTo>
                  <a:lnTo>
                    <a:pt x="8681055" y="548079"/>
                  </a:lnTo>
                  <a:lnTo>
                    <a:pt x="8728688" y="587972"/>
                  </a:lnTo>
                  <a:lnTo>
                    <a:pt x="8776226" y="626664"/>
                  </a:lnTo>
                  <a:lnTo>
                    <a:pt x="8823689" y="663722"/>
                  </a:lnTo>
                  <a:lnTo>
                    <a:pt x="8871164" y="698797"/>
                  </a:lnTo>
                  <a:lnTo>
                    <a:pt x="8918818" y="731629"/>
                  </a:lnTo>
                  <a:lnTo>
                    <a:pt x="8966915" y="762054"/>
                  </a:lnTo>
                  <a:lnTo>
                    <a:pt x="9015837" y="790001"/>
                  </a:lnTo>
                  <a:lnTo>
                    <a:pt x="9066106" y="815480"/>
                  </a:lnTo>
                  <a:lnTo>
                    <a:pt x="9084767" y="824110"/>
                  </a:lnTo>
                  <a:lnTo>
                    <a:pt x="9132154" y="844055"/>
                  </a:lnTo>
                  <a:lnTo>
                    <a:pt x="9182042" y="862106"/>
                  </a:lnTo>
                  <a:lnTo>
                    <a:pt x="9235185" y="878349"/>
                  </a:lnTo>
                  <a:lnTo>
                    <a:pt x="9292409" y="892932"/>
                  </a:lnTo>
                  <a:lnTo>
                    <a:pt x="9354560" y="906032"/>
                  </a:lnTo>
                  <a:lnTo>
                    <a:pt x="9422442" y="917818"/>
                  </a:lnTo>
                  <a:lnTo>
                    <a:pt x="9496745" y="928447"/>
                  </a:lnTo>
                  <a:lnTo>
                    <a:pt x="9577941" y="938050"/>
                  </a:lnTo>
                  <a:lnTo>
                    <a:pt x="9666143" y="946726"/>
                  </a:lnTo>
                  <a:lnTo>
                    <a:pt x="9760931" y="954546"/>
                  </a:lnTo>
                  <a:lnTo>
                    <a:pt x="9861170" y="961549"/>
                  </a:lnTo>
                  <a:lnTo>
                    <a:pt x="9964834" y="967744"/>
                  </a:lnTo>
                  <a:lnTo>
                    <a:pt x="10068941" y="973122"/>
                  </a:lnTo>
                  <a:lnTo>
                    <a:pt x="10169647" y="977663"/>
                  </a:lnTo>
                  <a:lnTo>
                    <a:pt x="10262598" y="981357"/>
                  </a:lnTo>
                  <a:lnTo>
                    <a:pt x="10343526" y="984212"/>
                  </a:lnTo>
                  <a:lnTo>
                    <a:pt x="10409003" y="986279"/>
                  </a:lnTo>
                  <a:lnTo>
                    <a:pt x="10457153" y="987645"/>
                  </a:lnTo>
                  <a:lnTo>
                    <a:pt x="10488119" y="988438"/>
                  </a:lnTo>
                  <a:lnTo>
                    <a:pt x="10504167" y="988811"/>
                  </a:lnTo>
                  <a:lnTo>
                    <a:pt x="10509492" y="988924"/>
                  </a:lnTo>
                  <a:lnTo>
                    <a:pt x="10509911" y="988932"/>
                  </a:lnTo>
                  <a:lnTo>
                    <a:pt x="11981298" y="98893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45" name="pl1345"/>
            <p:cNvSpPr/>
            <p:nvPr/>
          </p:nvSpPr>
          <p:spPr>
            <a:xfrm>
              <a:off x="4799595" y="4734580"/>
              <a:ext cx="11981298" cy="4111018"/>
            </a:xfrm>
            <a:custGeom>
              <a:avLst/>
              <a:pathLst>
                <a:path w="11981298" h="4111018">
                  <a:moveTo>
                    <a:pt x="11981298" y="988932"/>
                  </a:moveTo>
                  <a:lnTo>
                    <a:pt x="10509911" y="988932"/>
                  </a:lnTo>
                  <a:lnTo>
                    <a:pt x="10508685" y="988908"/>
                  </a:lnTo>
                  <a:lnTo>
                    <a:pt x="10500640" y="988733"/>
                  </a:lnTo>
                  <a:lnTo>
                    <a:pt x="10480407" y="988248"/>
                  </a:lnTo>
                  <a:lnTo>
                    <a:pt x="10444348" y="987295"/>
                  </a:lnTo>
                  <a:lnTo>
                    <a:pt x="10390834" y="985728"/>
                  </a:lnTo>
                  <a:lnTo>
                    <a:pt x="10320366" y="983429"/>
                  </a:lnTo>
                  <a:lnTo>
                    <a:pt x="10235357" y="980321"/>
                  </a:lnTo>
                  <a:lnTo>
                    <a:pt x="10139572" y="976369"/>
                  </a:lnTo>
                  <a:lnTo>
                    <a:pt x="10037382" y="971570"/>
                  </a:lnTo>
                  <a:lnTo>
                    <a:pt x="9933039" y="965942"/>
                  </a:lnTo>
                  <a:lnTo>
                    <a:pt x="9830147" y="959500"/>
                  </a:lnTo>
                  <a:lnTo>
                    <a:pt x="9731398" y="952251"/>
                  </a:lnTo>
                  <a:lnTo>
                    <a:pt x="9638533" y="944175"/>
                  </a:lnTo>
                  <a:lnTo>
                    <a:pt x="9552450" y="935225"/>
                  </a:lnTo>
                  <a:lnTo>
                    <a:pt x="9473387" y="925322"/>
                  </a:lnTo>
                  <a:lnTo>
                    <a:pt x="9401103" y="914355"/>
                  </a:lnTo>
                  <a:lnTo>
                    <a:pt x="9335047" y="902186"/>
                  </a:lnTo>
                  <a:lnTo>
                    <a:pt x="9274486" y="888653"/>
                  </a:lnTo>
                  <a:lnTo>
                    <a:pt x="9218595" y="873582"/>
                  </a:lnTo>
                  <a:lnTo>
                    <a:pt x="9166530" y="856802"/>
                  </a:lnTo>
                  <a:lnTo>
                    <a:pt x="9117480" y="838179"/>
                  </a:lnTo>
                  <a:lnTo>
                    <a:pt x="9084767" y="824110"/>
                  </a:lnTo>
                  <a:lnTo>
                    <a:pt x="9033848" y="799508"/>
                  </a:lnTo>
                  <a:lnTo>
                    <a:pt x="8984507" y="772459"/>
                  </a:lnTo>
                  <a:lnTo>
                    <a:pt x="8936162" y="742927"/>
                  </a:lnTo>
                  <a:lnTo>
                    <a:pt x="8888384" y="710953"/>
                  </a:lnTo>
                  <a:lnTo>
                    <a:pt x="8840869" y="676665"/>
                  </a:lnTo>
                  <a:lnTo>
                    <a:pt x="8793415" y="640289"/>
                  </a:lnTo>
                  <a:lnTo>
                    <a:pt x="8745910" y="602143"/>
                  </a:lnTo>
                  <a:lnTo>
                    <a:pt x="8698310" y="562631"/>
                  </a:lnTo>
                  <a:lnTo>
                    <a:pt x="8650627" y="522226"/>
                  </a:lnTo>
                  <a:lnTo>
                    <a:pt x="8602903" y="481453"/>
                  </a:lnTo>
                  <a:lnTo>
                    <a:pt x="8555198" y="440853"/>
                  </a:lnTo>
                  <a:lnTo>
                    <a:pt x="8507565" y="400960"/>
                  </a:lnTo>
                  <a:lnTo>
                    <a:pt x="8460027" y="362268"/>
                  </a:lnTo>
                  <a:lnTo>
                    <a:pt x="8412564" y="325210"/>
                  </a:lnTo>
                  <a:lnTo>
                    <a:pt x="8365089" y="290135"/>
                  </a:lnTo>
                  <a:lnTo>
                    <a:pt x="8317436" y="257303"/>
                  </a:lnTo>
                  <a:lnTo>
                    <a:pt x="8269338" y="226878"/>
                  </a:lnTo>
                  <a:lnTo>
                    <a:pt x="8220416" y="198931"/>
                  </a:lnTo>
                  <a:lnTo>
                    <a:pt x="8170147" y="173452"/>
                  </a:lnTo>
                  <a:lnTo>
                    <a:pt x="8151487" y="164822"/>
                  </a:lnTo>
                  <a:lnTo>
                    <a:pt x="8104099" y="144877"/>
                  </a:lnTo>
                  <a:lnTo>
                    <a:pt x="8054211" y="126825"/>
                  </a:lnTo>
                  <a:lnTo>
                    <a:pt x="8001069" y="110583"/>
                  </a:lnTo>
                  <a:lnTo>
                    <a:pt x="7943844" y="95999"/>
                  </a:lnTo>
                  <a:lnTo>
                    <a:pt x="7881693" y="82900"/>
                  </a:lnTo>
                  <a:lnTo>
                    <a:pt x="7813811" y="71114"/>
                  </a:lnTo>
                  <a:lnTo>
                    <a:pt x="7739508" y="60485"/>
                  </a:lnTo>
                  <a:lnTo>
                    <a:pt x="7658312" y="50882"/>
                  </a:lnTo>
                  <a:lnTo>
                    <a:pt x="7570111" y="42206"/>
                  </a:lnTo>
                  <a:lnTo>
                    <a:pt x="7475322" y="34385"/>
                  </a:lnTo>
                  <a:lnTo>
                    <a:pt x="7375083" y="27383"/>
                  </a:lnTo>
                  <a:lnTo>
                    <a:pt x="7271419" y="21188"/>
                  </a:lnTo>
                  <a:lnTo>
                    <a:pt x="7167313" y="15810"/>
                  </a:lnTo>
                  <a:lnTo>
                    <a:pt x="7066606" y="11268"/>
                  </a:lnTo>
                  <a:lnTo>
                    <a:pt x="6973655" y="7575"/>
                  </a:lnTo>
                  <a:lnTo>
                    <a:pt x="6892727" y="4719"/>
                  </a:lnTo>
                  <a:lnTo>
                    <a:pt x="6827250" y="2653"/>
                  </a:lnTo>
                  <a:lnTo>
                    <a:pt x="6779100" y="1287"/>
                  </a:lnTo>
                  <a:lnTo>
                    <a:pt x="6748134" y="493"/>
                  </a:lnTo>
                  <a:lnTo>
                    <a:pt x="6732086" y="121"/>
                  </a:lnTo>
                  <a:lnTo>
                    <a:pt x="6726762" y="8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019" y="77"/>
                  </a:lnTo>
                  <a:lnTo>
                    <a:pt x="5247842" y="628"/>
                  </a:lnTo>
                  <a:lnTo>
                    <a:pt x="5232184" y="2152"/>
                  </a:lnTo>
                  <a:lnTo>
                    <a:pt x="5203969" y="5155"/>
                  </a:lnTo>
                  <a:lnTo>
                    <a:pt x="5161471" y="10118"/>
                  </a:lnTo>
                  <a:lnTo>
                    <a:pt x="5104437" y="17454"/>
                  </a:lnTo>
                  <a:lnTo>
                    <a:pt x="5034045" y="27468"/>
                  </a:lnTo>
                  <a:lnTo>
                    <a:pt x="4952647" y="40347"/>
                  </a:lnTo>
                  <a:lnTo>
                    <a:pt x="4863340" y="56162"/>
                  </a:lnTo>
                  <a:lnTo>
                    <a:pt x="4769481" y="74898"/>
                  </a:lnTo>
                  <a:lnTo>
                    <a:pt x="4674246" y="96499"/>
                  </a:lnTo>
                  <a:lnTo>
                    <a:pt x="4580327" y="120911"/>
                  </a:lnTo>
                  <a:lnTo>
                    <a:pt x="4489774" y="148117"/>
                  </a:lnTo>
                  <a:lnTo>
                    <a:pt x="4403975" y="178166"/>
                  </a:lnTo>
                  <a:lnTo>
                    <a:pt x="4323716" y="211193"/>
                  </a:lnTo>
                  <a:lnTo>
                    <a:pt x="4249294" y="247420"/>
                  </a:lnTo>
                  <a:lnTo>
                    <a:pt x="4180639" y="287162"/>
                  </a:lnTo>
                  <a:lnTo>
                    <a:pt x="4117422" y="330817"/>
                  </a:lnTo>
                  <a:lnTo>
                    <a:pt x="4059146" y="378861"/>
                  </a:lnTo>
                  <a:lnTo>
                    <a:pt x="4005220" y="431825"/>
                  </a:lnTo>
                  <a:lnTo>
                    <a:pt x="3955006" y="490265"/>
                  </a:lnTo>
                  <a:lnTo>
                    <a:pt x="3907865" y="554707"/>
                  </a:lnTo>
                  <a:lnTo>
                    <a:pt x="3863186" y="625561"/>
                  </a:lnTo>
                  <a:lnTo>
                    <a:pt x="3829811" y="685169"/>
                  </a:lnTo>
                  <a:lnTo>
                    <a:pt x="3797602" y="748251"/>
                  </a:lnTo>
                  <a:lnTo>
                    <a:pt x="3766115" y="815297"/>
                  </a:lnTo>
                  <a:lnTo>
                    <a:pt x="3735181" y="886390"/>
                  </a:lnTo>
                  <a:lnTo>
                    <a:pt x="3704661" y="961563"/>
                  </a:lnTo>
                  <a:lnTo>
                    <a:pt x="3674437" y="1040801"/>
                  </a:lnTo>
                  <a:lnTo>
                    <a:pt x="3644415" y="1124033"/>
                  </a:lnTo>
                  <a:lnTo>
                    <a:pt x="3614519" y="1211130"/>
                  </a:lnTo>
                  <a:lnTo>
                    <a:pt x="3584687" y="1301902"/>
                  </a:lnTo>
                  <a:lnTo>
                    <a:pt x="3554878" y="1396097"/>
                  </a:lnTo>
                  <a:lnTo>
                    <a:pt x="3525058" y="1493401"/>
                  </a:lnTo>
                  <a:lnTo>
                    <a:pt x="3495209" y="1593442"/>
                  </a:lnTo>
                  <a:lnTo>
                    <a:pt x="3465323" y="1695796"/>
                  </a:lnTo>
                  <a:lnTo>
                    <a:pt x="3435398" y="1799989"/>
                  </a:lnTo>
                  <a:lnTo>
                    <a:pt x="3405442" y="1905510"/>
                  </a:lnTo>
                  <a:lnTo>
                    <a:pt x="3375465" y="2011819"/>
                  </a:lnTo>
                  <a:lnTo>
                    <a:pt x="3345482" y="2118359"/>
                  </a:lnTo>
                  <a:lnTo>
                    <a:pt x="3315508" y="2224566"/>
                  </a:lnTo>
                  <a:lnTo>
                    <a:pt x="3285557" y="2329888"/>
                  </a:lnTo>
                  <a:lnTo>
                    <a:pt x="3255639" y="2433787"/>
                  </a:lnTo>
                  <a:lnTo>
                    <a:pt x="3225760" y="2535758"/>
                  </a:lnTo>
                  <a:lnTo>
                    <a:pt x="3195917" y="2635337"/>
                  </a:lnTo>
                  <a:lnTo>
                    <a:pt x="3166101" y="2732108"/>
                  </a:lnTo>
                  <a:lnTo>
                    <a:pt x="3136290" y="2825708"/>
                  </a:lnTo>
                  <a:lnTo>
                    <a:pt x="3106451" y="2915835"/>
                  </a:lnTo>
                  <a:lnTo>
                    <a:pt x="3076536" y="3002249"/>
                  </a:lnTo>
                  <a:lnTo>
                    <a:pt x="3046484" y="3084770"/>
                  </a:lnTo>
                  <a:lnTo>
                    <a:pt x="3016215" y="3163280"/>
                  </a:lnTo>
                  <a:lnTo>
                    <a:pt x="2985629" y="3237719"/>
                  </a:lnTo>
                  <a:lnTo>
                    <a:pt x="2954607" y="3308080"/>
                  </a:lnTo>
                  <a:lnTo>
                    <a:pt x="2923004" y="3374406"/>
                  </a:lnTo>
                  <a:lnTo>
                    <a:pt x="2896531" y="3425848"/>
                  </a:lnTo>
                  <a:lnTo>
                    <a:pt x="2853382" y="3501817"/>
                  </a:lnTo>
                  <a:lnTo>
                    <a:pt x="2808205" y="3571216"/>
                  </a:lnTo>
                  <a:lnTo>
                    <a:pt x="2760433" y="3634279"/>
                  </a:lnTo>
                  <a:lnTo>
                    <a:pt x="2709448" y="3691451"/>
                  </a:lnTo>
                  <a:lnTo>
                    <a:pt x="2654606" y="3743271"/>
                  </a:lnTo>
                  <a:lnTo>
                    <a:pt x="2595278" y="3790292"/>
                  </a:lnTo>
                  <a:lnTo>
                    <a:pt x="2530887" y="3833036"/>
                  </a:lnTo>
                  <a:lnTo>
                    <a:pt x="2460968" y="3871963"/>
                  </a:lnTo>
                  <a:lnTo>
                    <a:pt x="2385240" y="3907452"/>
                  </a:lnTo>
                  <a:lnTo>
                    <a:pt x="2303705" y="3939800"/>
                  </a:lnTo>
                  <a:lnTo>
                    <a:pt x="2216759" y="3969207"/>
                  </a:lnTo>
                  <a:lnTo>
                    <a:pt x="2125313" y="3995789"/>
                  </a:lnTo>
                  <a:lnTo>
                    <a:pt x="2030900" y="4019577"/>
                  </a:lnTo>
                  <a:lnTo>
                    <a:pt x="1935717" y="4040545"/>
                  </a:lnTo>
                  <a:lnTo>
                    <a:pt x="1842585" y="4058634"/>
                  </a:lnTo>
                  <a:lnTo>
                    <a:pt x="1754752" y="4073793"/>
                  </a:lnTo>
                  <a:lnTo>
                    <a:pt x="1675558" y="4086024"/>
                  </a:lnTo>
                  <a:lnTo>
                    <a:pt x="1607975" y="4095421"/>
                  </a:lnTo>
                  <a:lnTo>
                    <a:pt x="1554126" y="4102198"/>
                  </a:lnTo>
                  <a:lnTo>
                    <a:pt x="1514886" y="4106685"/>
                  </a:lnTo>
                  <a:lnTo>
                    <a:pt x="1489670" y="4109315"/>
                  </a:lnTo>
                  <a:lnTo>
                    <a:pt x="1476434" y="4110578"/>
                  </a:lnTo>
                  <a:lnTo>
                    <a:pt x="1471831" y="4110981"/>
                  </a:lnTo>
                  <a:lnTo>
                    <a:pt x="1471387" y="4111018"/>
                  </a:lnTo>
                  <a:lnTo>
                    <a:pt x="0" y="411101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46" name="pg1346"/>
            <p:cNvSpPr/>
            <p:nvPr/>
          </p:nvSpPr>
          <p:spPr>
            <a:xfrm>
              <a:off x="4799595" y="4832656"/>
              <a:ext cx="11981298" cy="4037461"/>
            </a:xfrm>
            <a:custGeom>
              <a:avLst/>
              <a:pathLst>
                <a:path w="11981298" h="4037461">
                  <a:moveTo>
                    <a:pt x="0" y="4037461"/>
                  </a:moveTo>
                  <a:lnTo>
                    <a:pt x="1471387" y="4037461"/>
                  </a:lnTo>
                  <a:lnTo>
                    <a:pt x="1472328" y="4037384"/>
                  </a:lnTo>
                  <a:lnTo>
                    <a:pt x="1478536" y="4036841"/>
                  </a:lnTo>
                  <a:lnTo>
                    <a:pt x="1494273" y="4035340"/>
                  </a:lnTo>
                  <a:lnTo>
                    <a:pt x="1522624" y="4032380"/>
                  </a:lnTo>
                  <a:lnTo>
                    <a:pt x="1565315" y="4027490"/>
                  </a:lnTo>
                  <a:lnTo>
                    <a:pt x="1622589" y="4020263"/>
                  </a:lnTo>
                  <a:lnTo>
                    <a:pt x="1693249" y="4010398"/>
                  </a:lnTo>
                  <a:lnTo>
                    <a:pt x="1774918" y="3997715"/>
                  </a:lnTo>
                  <a:lnTo>
                    <a:pt x="1864477" y="3982143"/>
                  </a:lnTo>
                  <a:lnTo>
                    <a:pt x="1958552" y="3963699"/>
                  </a:lnTo>
                  <a:lnTo>
                    <a:pt x="2053954" y="3942438"/>
                  </a:lnTo>
                  <a:lnTo>
                    <a:pt x="2147989" y="3918413"/>
                  </a:lnTo>
                  <a:lnTo>
                    <a:pt x="2238609" y="3891639"/>
                  </a:lnTo>
                  <a:lnTo>
                    <a:pt x="2324434" y="3862066"/>
                  </a:lnTo>
                  <a:lnTo>
                    <a:pt x="2404687" y="3829560"/>
                  </a:lnTo>
                  <a:lnTo>
                    <a:pt x="2479080" y="3793900"/>
                  </a:lnTo>
                  <a:lnTo>
                    <a:pt x="2547691" y="3754773"/>
                  </a:lnTo>
                  <a:lnTo>
                    <a:pt x="2610859" y="3711783"/>
                  </a:lnTo>
                  <a:lnTo>
                    <a:pt x="2669085" y="3664459"/>
                  </a:lnTo>
                  <a:lnTo>
                    <a:pt x="2722968" y="3612278"/>
                  </a:lnTo>
                  <a:lnTo>
                    <a:pt x="2773148" y="3554692"/>
                  </a:lnTo>
                  <a:lnTo>
                    <a:pt x="2820267" y="3491185"/>
                  </a:lnTo>
                  <a:lnTo>
                    <a:pt x="2864939" y="3421359"/>
                  </a:lnTo>
                  <a:lnTo>
                    <a:pt x="2896531" y="3365913"/>
                  </a:lnTo>
                  <a:lnTo>
                    <a:pt x="2929027" y="3303510"/>
                  </a:lnTo>
                  <a:lnTo>
                    <a:pt x="2960790" y="3237150"/>
                  </a:lnTo>
                  <a:lnTo>
                    <a:pt x="2991991" y="3166752"/>
                  </a:lnTo>
                  <a:lnTo>
                    <a:pt x="3022776" y="3092281"/>
                  </a:lnTo>
                  <a:lnTo>
                    <a:pt x="3053262" y="3013756"/>
                  </a:lnTo>
                  <a:lnTo>
                    <a:pt x="3083547" y="2931250"/>
                  </a:lnTo>
                  <a:lnTo>
                    <a:pt x="3113708" y="2844896"/>
                  </a:lnTo>
                  <a:lnTo>
                    <a:pt x="3143806" y="2754889"/>
                  </a:lnTo>
                  <a:lnTo>
                    <a:pt x="3173884" y="2661487"/>
                  </a:lnTo>
                  <a:lnTo>
                    <a:pt x="3203975" y="2565011"/>
                  </a:lnTo>
                  <a:lnTo>
                    <a:pt x="3234096" y="2465838"/>
                  </a:lnTo>
                  <a:lnTo>
                    <a:pt x="3264256" y="2364404"/>
                  </a:lnTo>
                  <a:lnTo>
                    <a:pt x="3294455" y="2261188"/>
                  </a:lnTo>
                  <a:lnTo>
                    <a:pt x="3324684" y="2156708"/>
                  </a:lnTo>
                  <a:lnTo>
                    <a:pt x="3354933" y="2051512"/>
                  </a:lnTo>
                  <a:lnTo>
                    <a:pt x="3385186" y="1946162"/>
                  </a:lnTo>
                  <a:lnTo>
                    <a:pt x="3415427" y="1841224"/>
                  </a:lnTo>
                  <a:lnTo>
                    <a:pt x="3445644" y="1737253"/>
                  </a:lnTo>
                  <a:lnTo>
                    <a:pt x="3475826" y="1634786"/>
                  </a:lnTo>
                  <a:lnTo>
                    <a:pt x="3505968" y="1534325"/>
                  </a:lnTo>
                  <a:lnTo>
                    <a:pt x="3536073" y="1436329"/>
                  </a:lnTo>
                  <a:lnTo>
                    <a:pt x="3566155" y="1341210"/>
                  </a:lnTo>
                  <a:lnTo>
                    <a:pt x="3596238" y="1249318"/>
                  </a:lnTo>
                  <a:lnTo>
                    <a:pt x="3626358" y="1160946"/>
                  </a:lnTo>
                  <a:lnTo>
                    <a:pt x="3656567" y="1076324"/>
                  </a:lnTo>
                  <a:lnTo>
                    <a:pt x="3686933" y="995618"/>
                  </a:lnTo>
                  <a:lnTo>
                    <a:pt x="3717542" y="918934"/>
                  </a:lnTo>
                  <a:lnTo>
                    <a:pt x="3748500" y="846319"/>
                  </a:lnTo>
                  <a:lnTo>
                    <a:pt x="3779938" y="777766"/>
                  </a:lnTo>
                  <a:lnTo>
                    <a:pt x="3812011" y="713221"/>
                  </a:lnTo>
                  <a:lnTo>
                    <a:pt x="3829811" y="679721"/>
                  </a:lnTo>
                  <a:lnTo>
                    <a:pt x="3873038" y="605135"/>
                  </a:lnTo>
                  <a:lnTo>
                    <a:pt x="3918302" y="537012"/>
                  </a:lnTo>
                  <a:lnTo>
                    <a:pt x="3966172" y="475120"/>
                  </a:lnTo>
                  <a:lnTo>
                    <a:pt x="4017270" y="419019"/>
                  </a:lnTo>
                  <a:lnTo>
                    <a:pt x="4072243" y="368178"/>
                  </a:lnTo>
                  <a:lnTo>
                    <a:pt x="4131723" y="322053"/>
                  </a:lnTo>
                  <a:lnTo>
                    <a:pt x="4196290" y="280130"/>
                  </a:lnTo>
                  <a:lnTo>
                    <a:pt x="4266410" y="241957"/>
                  </a:lnTo>
                  <a:lnTo>
                    <a:pt x="4342361" y="207160"/>
                  </a:lnTo>
                  <a:lnTo>
                    <a:pt x="4424138" y="175449"/>
                  </a:lnTo>
                  <a:lnTo>
                    <a:pt x="4511333" y="146628"/>
                  </a:lnTo>
                  <a:lnTo>
                    <a:pt x="4603019" y="120585"/>
                  </a:lnTo>
                  <a:lnTo>
                    <a:pt x="4697644" y="97289"/>
                  </a:lnTo>
                  <a:lnTo>
                    <a:pt x="4792981" y="76768"/>
                  </a:lnTo>
                  <a:lnTo>
                    <a:pt x="4886183" y="59081"/>
                  </a:lnTo>
                  <a:lnTo>
                    <a:pt x="4973978" y="44276"/>
                  </a:lnTo>
                  <a:lnTo>
                    <a:pt x="5053011" y="32351"/>
                  </a:lnTo>
                  <a:lnTo>
                    <a:pt x="5120312" y="23208"/>
                  </a:lnTo>
                  <a:lnTo>
                    <a:pt x="5173781" y="16634"/>
                  </a:lnTo>
                  <a:lnTo>
                    <a:pt x="5212585" y="12299"/>
                  </a:lnTo>
                  <a:lnTo>
                    <a:pt x="5237365" y="9774"/>
                  </a:lnTo>
                  <a:lnTo>
                    <a:pt x="5250224" y="8575"/>
                  </a:lnTo>
                  <a:lnTo>
                    <a:pt x="5254577" y="8203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501" y="8234"/>
                  </a:lnTo>
                  <a:lnTo>
                    <a:pt x="6735114" y="8672"/>
                  </a:lnTo>
                  <a:lnTo>
                    <a:pt x="6754294" y="9884"/>
                  </a:lnTo>
                  <a:lnTo>
                    <a:pt x="6788562" y="12270"/>
                  </a:lnTo>
                  <a:lnTo>
                    <a:pt x="6839587" y="16199"/>
                  </a:lnTo>
                  <a:lnTo>
                    <a:pt x="6907066" y="21972"/>
                  </a:lnTo>
                  <a:lnTo>
                    <a:pt x="6988886" y="29794"/>
                  </a:lnTo>
                  <a:lnTo>
                    <a:pt x="7081609" y="39764"/>
                  </a:lnTo>
                  <a:lnTo>
                    <a:pt x="7181144" y="51899"/>
                  </a:lnTo>
                  <a:lnTo>
                    <a:pt x="7283416" y="66162"/>
                  </a:lnTo>
                  <a:lnTo>
                    <a:pt x="7384884" y="82507"/>
                  </a:lnTo>
                  <a:lnTo>
                    <a:pt x="7482826" y="100912"/>
                  </a:lnTo>
                  <a:lnTo>
                    <a:pt x="7575407" y="121411"/>
                  </a:lnTo>
                  <a:lnTo>
                    <a:pt x="7661606" y="144103"/>
                  </a:lnTo>
                  <a:lnTo>
                    <a:pt x="7741057" y="169168"/>
                  </a:lnTo>
                  <a:lnTo>
                    <a:pt x="7813880" y="196860"/>
                  </a:lnTo>
                  <a:lnTo>
                    <a:pt x="7880523" y="227506"/>
                  </a:lnTo>
                  <a:lnTo>
                    <a:pt x="7941637" y="261496"/>
                  </a:lnTo>
                  <a:lnTo>
                    <a:pt x="7997980" y="299261"/>
                  </a:lnTo>
                  <a:lnTo>
                    <a:pt x="8050350" y="341235"/>
                  </a:lnTo>
                  <a:lnTo>
                    <a:pt x="8099529" y="387804"/>
                  </a:lnTo>
                  <a:lnTo>
                    <a:pt x="8146238" y="439199"/>
                  </a:lnTo>
                  <a:lnTo>
                    <a:pt x="8151487" y="445428"/>
                  </a:lnTo>
                  <a:lnTo>
                    <a:pt x="8190314" y="494394"/>
                  </a:lnTo>
                  <a:lnTo>
                    <a:pt x="8228140" y="547074"/>
                  </a:lnTo>
                  <a:lnTo>
                    <a:pt x="8265246" y="603541"/>
                  </a:lnTo>
                  <a:lnTo>
                    <a:pt x="8301858" y="663806"/>
                  </a:lnTo>
                  <a:lnTo>
                    <a:pt x="8338153" y="727806"/>
                  </a:lnTo>
                  <a:lnTo>
                    <a:pt x="8374268" y="795400"/>
                  </a:lnTo>
                  <a:lnTo>
                    <a:pt x="8410305" y="866363"/>
                  </a:lnTo>
                  <a:lnTo>
                    <a:pt x="8446333" y="940387"/>
                  </a:lnTo>
                  <a:lnTo>
                    <a:pt x="8482396" y="1017081"/>
                  </a:lnTo>
                  <a:lnTo>
                    <a:pt x="8518512" y="1095980"/>
                  </a:lnTo>
                  <a:lnTo>
                    <a:pt x="8554683" y="1176553"/>
                  </a:lnTo>
                  <a:lnTo>
                    <a:pt x="8590896" y="1258217"/>
                  </a:lnTo>
                  <a:lnTo>
                    <a:pt x="8627129" y="1340356"/>
                  </a:lnTo>
                  <a:lnTo>
                    <a:pt x="8663355" y="1422337"/>
                  </a:lnTo>
                  <a:lnTo>
                    <a:pt x="8699550" y="1503534"/>
                  </a:lnTo>
                  <a:lnTo>
                    <a:pt x="8735694" y="1583345"/>
                  </a:lnTo>
                  <a:lnTo>
                    <a:pt x="8771783" y="1661211"/>
                  </a:lnTo>
                  <a:lnTo>
                    <a:pt x="8807825" y="1736632"/>
                  </a:lnTo>
                  <a:lnTo>
                    <a:pt x="8843850" y="1809179"/>
                  </a:lnTo>
                  <a:lnTo>
                    <a:pt x="8879915" y="1878501"/>
                  </a:lnTo>
                  <a:lnTo>
                    <a:pt x="8916105" y="1944332"/>
                  </a:lnTo>
                  <a:lnTo>
                    <a:pt x="8952538" y="2006489"/>
                  </a:lnTo>
                  <a:lnTo>
                    <a:pt x="8989370" y="2064870"/>
                  </a:lnTo>
                  <a:lnTo>
                    <a:pt x="9026803" y="2119450"/>
                  </a:lnTo>
                  <a:lnTo>
                    <a:pt x="9065087" y="2170271"/>
                  </a:lnTo>
                  <a:lnTo>
                    <a:pt x="9084767" y="2194450"/>
                  </a:lnTo>
                  <a:lnTo>
                    <a:pt x="9131233" y="2246404"/>
                  </a:lnTo>
                  <a:lnTo>
                    <a:pt x="9180093" y="2293521"/>
                  </a:lnTo>
                  <a:lnTo>
                    <a:pt x="9232056" y="2336006"/>
                  </a:lnTo>
                  <a:lnTo>
                    <a:pt x="9287901" y="2374234"/>
                  </a:lnTo>
                  <a:lnTo>
                    <a:pt x="9348425" y="2408636"/>
                  </a:lnTo>
                  <a:lnTo>
                    <a:pt x="9414396" y="2439647"/>
                  </a:lnTo>
                  <a:lnTo>
                    <a:pt x="9486480" y="2467661"/>
                  </a:lnTo>
                  <a:lnTo>
                    <a:pt x="9565154" y="2493013"/>
                  </a:lnTo>
                  <a:lnTo>
                    <a:pt x="9650584" y="2515968"/>
                  </a:lnTo>
                  <a:lnTo>
                    <a:pt x="9742469" y="2536713"/>
                  </a:lnTo>
                  <a:lnTo>
                    <a:pt x="9839870" y="2555357"/>
                  </a:lnTo>
                  <a:lnTo>
                    <a:pt x="9941054" y="2571939"/>
                  </a:lnTo>
                  <a:lnTo>
                    <a:pt x="10043400" y="2586444"/>
                  </a:lnTo>
                  <a:lnTo>
                    <a:pt x="10143451" y="2598826"/>
                  </a:lnTo>
                  <a:lnTo>
                    <a:pt x="10237173" y="2609046"/>
                  </a:lnTo>
                  <a:lnTo>
                    <a:pt x="10320442" y="2617112"/>
                  </a:lnTo>
                  <a:lnTo>
                    <a:pt x="10389710" y="2623112"/>
                  </a:lnTo>
                  <a:lnTo>
                    <a:pt x="10442682" y="2627240"/>
                  </a:lnTo>
                  <a:lnTo>
                    <a:pt x="10478831" y="2629786"/>
                  </a:lnTo>
                  <a:lnTo>
                    <a:pt x="10499602" y="2631113"/>
                  </a:lnTo>
                  <a:lnTo>
                    <a:pt x="10508314" y="2631620"/>
                  </a:lnTo>
                  <a:lnTo>
                    <a:pt x="10509911" y="2631705"/>
                  </a:lnTo>
                  <a:lnTo>
                    <a:pt x="11981298" y="2631705"/>
                  </a:lnTo>
                  <a:lnTo>
                    <a:pt x="11981298" y="2623532"/>
                  </a:lnTo>
                  <a:lnTo>
                    <a:pt x="10509911" y="2623532"/>
                  </a:lnTo>
                  <a:lnTo>
                    <a:pt x="10508752" y="2623470"/>
                  </a:lnTo>
                  <a:lnTo>
                    <a:pt x="10501139" y="2623032"/>
                  </a:lnTo>
                  <a:lnTo>
                    <a:pt x="10481959" y="2621820"/>
                  </a:lnTo>
                  <a:lnTo>
                    <a:pt x="10447691" y="2619434"/>
                  </a:lnTo>
                  <a:lnTo>
                    <a:pt x="10396666" y="2615505"/>
                  </a:lnTo>
                  <a:lnTo>
                    <a:pt x="10329188" y="2609732"/>
                  </a:lnTo>
                  <a:lnTo>
                    <a:pt x="10247367" y="2601911"/>
                  </a:lnTo>
                  <a:lnTo>
                    <a:pt x="10154644" y="2591940"/>
                  </a:lnTo>
                  <a:lnTo>
                    <a:pt x="10055109" y="2579806"/>
                  </a:lnTo>
                  <a:lnTo>
                    <a:pt x="9952837" y="2565543"/>
                  </a:lnTo>
                  <a:lnTo>
                    <a:pt x="9851369" y="2549198"/>
                  </a:lnTo>
                  <a:lnTo>
                    <a:pt x="9753428" y="2530792"/>
                  </a:lnTo>
                  <a:lnTo>
                    <a:pt x="9660846" y="2510294"/>
                  </a:lnTo>
                  <a:lnTo>
                    <a:pt x="9574647" y="2487601"/>
                  </a:lnTo>
                  <a:lnTo>
                    <a:pt x="9495196" y="2462537"/>
                  </a:lnTo>
                  <a:lnTo>
                    <a:pt x="9422373" y="2434845"/>
                  </a:lnTo>
                  <a:lnTo>
                    <a:pt x="9355730" y="2404198"/>
                  </a:lnTo>
                  <a:lnTo>
                    <a:pt x="9294616" y="2370208"/>
                  </a:lnTo>
                  <a:lnTo>
                    <a:pt x="9238273" y="2332444"/>
                  </a:lnTo>
                  <a:lnTo>
                    <a:pt x="9185903" y="2290469"/>
                  </a:lnTo>
                  <a:lnTo>
                    <a:pt x="9136725" y="2243901"/>
                  </a:lnTo>
                  <a:lnTo>
                    <a:pt x="9090015" y="2192505"/>
                  </a:lnTo>
                  <a:lnTo>
                    <a:pt x="9084767" y="2186277"/>
                  </a:lnTo>
                  <a:lnTo>
                    <a:pt x="9045939" y="2137310"/>
                  </a:lnTo>
                  <a:lnTo>
                    <a:pt x="9008113" y="2084631"/>
                  </a:lnTo>
                  <a:lnTo>
                    <a:pt x="8971007" y="2028164"/>
                  </a:lnTo>
                  <a:lnTo>
                    <a:pt x="8934396" y="1967898"/>
                  </a:lnTo>
                  <a:lnTo>
                    <a:pt x="8898101" y="1903898"/>
                  </a:lnTo>
                  <a:lnTo>
                    <a:pt x="8861985" y="1836304"/>
                  </a:lnTo>
                  <a:lnTo>
                    <a:pt x="8825948" y="1765341"/>
                  </a:lnTo>
                  <a:lnTo>
                    <a:pt x="8789920" y="1691317"/>
                  </a:lnTo>
                  <a:lnTo>
                    <a:pt x="8753858" y="1614623"/>
                  </a:lnTo>
                  <a:lnTo>
                    <a:pt x="8717741" y="1535724"/>
                  </a:lnTo>
                  <a:lnTo>
                    <a:pt x="8681570" y="1455151"/>
                  </a:lnTo>
                  <a:lnTo>
                    <a:pt x="8645357" y="1373487"/>
                  </a:lnTo>
                  <a:lnTo>
                    <a:pt x="8609124" y="1291349"/>
                  </a:lnTo>
                  <a:lnTo>
                    <a:pt x="8572898" y="1209368"/>
                  </a:lnTo>
                  <a:lnTo>
                    <a:pt x="8536704" y="1128170"/>
                  </a:lnTo>
                  <a:lnTo>
                    <a:pt x="8500559" y="1048359"/>
                  </a:lnTo>
                  <a:lnTo>
                    <a:pt x="8464470" y="970493"/>
                  </a:lnTo>
                  <a:lnTo>
                    <a:pt x="8428429" y="895072"/>
                  </a:lnTo>
                  <a:lnTo>
                    <a:pt x="8392403" y="822526"/>
                  </a:lnTo>
                  <a:lnTo>
                    <a:pt x="8356338" y="753203"/>
                  </a:lnTo>
                  <a:lnTo>
                    <a:pt x="8320148" y="687372"/>
                  </a:lnTo>
                  <a:lnTo>
                    <a:pt x="8283715" y="625215"/>
                  </a:lnTo>
                  <a:lnTo>
                    <a:pt x="8246883" y="566834"/>
                  </a:lnTo>
                  <a:lnTo>
                    <a:pt x="8209450" y="512254"/>
                  </a:lnTo>
                  <a:lnTo>
                    <a:pt x="8171166" y="461433"/>
                  </a:lnTo>
                  <a:lnTo>
                    <a:pt x="8151487" y="437255"/>
                  </a:lnTo>
                  <a:lnTo>
                    <a:pt x="8105020" y="385300"/>
                  </a:lnTo>
                  <a:lnTo>
                    <a:pt x="8056160" y="338184"/>
                  </a:lnTo>
                  <a:lnTo>
                    <a:pt x="8004197" y="295698"/>
                  </a:lnTo>
                  <a:lnTo>
                    <a:pt x="7948352" y="257471"/>
                  </a:lnTo>
                  <a:lnTo>
                    <a:pt x="7887828" y="223069"/>
                  </a:lnTo>
                  <a:lnTo>
                    <a:pt x="7821857" y="192058"/>
                  </a:lnTo>
                  <a:lnTo>
                    <a:pt x="7749773" y="164044"/>
                  </a:lnTo>
                  <a:lnTo>
                    <a:pt x="7671099" y="138691"/>
                  </a:lnTo>
                  <a:lnTo>
                    <a:pt x="7585669" y="115736"/>
                  </a:lnTo>
                  <a:lnTo>
                    <a:pt x="7493784" y="94992"/>
                  </a:lnTo>
                  <a:lnTo>
                    <a:pt x="7396383" y="76348"/>
                  </a:lnTo>
                  <a:lnTo>
                    <a:pt x="7295200" y="59765"/>
                  </a:lnTo>
                  <a:lnTo>
                    <a:pt x="7192854" y="45260"/>
                  </a:lnTo>
                  <a:lnTo>
                    <a:pt x="7092802" y="32878"/>
                  </a:lnTo>
                  <a:lnTo>
                    <a:pt x="6999081" y="22658"/>
                  </a:lnTo>
                  <a:lnTo>
                    <a:pt x="6915811" y="14593"/>
                  </a:lnTo>
                  <a:lnTo>
                    <a:pt x="6846543" y="8592"/>
                  </a:lnTo>
                  <a:lnTo>
                    <a:pt x="6793571" y="4464"/>
                  </a:lnTo>
                  <a:lnTo>
                    <a:pt x="6757422" y="1919"/>
                  </a:lnTo>
                  <a:lnTo>
                    <a:pt x="6736651" y="592"/>
                  </a:lnTo>
                  <a:lnTo>
                    <a:pt x="6727939" y="85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014" y="76"/>
                  </a:lnTo>
                  <a:lnTo>
                    <a:pt x="5247806" y="619"/>
                  </a:lnTo>
                  <a:lnTo>
                    <a:pt x="5232069" y="2121"/>
                  </a:lnTo>
                  <a:lnTo>
                    <a:pt x="5203718" y="5080"/>
                  </a:lnTo>
                  <a:lnTo>
                    <a:pt x="5161027" y="9970"/>
                  </a:lnTo>
                  <a:lnTo>
                    <a:pt x="5103753" y="17197"/>
                  </a:lnTo>
                  <a:lnTo>
                    <a:pt x="5033094" y="27062"/>
                  </a:lnTo>
                  <a:lnTo>
                    <a:pt x="4951424" y="39745"/>
                  </a:lnTo>
                  <a:lnTo>
                    <a:pt x="4861865" y="55317"/>
                  </a:lnTo>
                  <a:lnTo>
                    <a:pt x="4767790" y="73761"/>
                  </a:lnTo>
                  <a:lnTo>
                    <a:pt x="4672388" y="95023"/>
                  </a:lnTo>
                  <a:lnTo>
                    <a:pt x="4578353" y="119047"/>
                  </a:lnTo>
                  <a:lnTo>
                    <a:pt x="4487733" y="145821"/>
                  </a:lnTo>
                  <a:lnTo>
                    <a:pt x="4401908" y="175394"/>
                  </a:lnTo>
                  <a:lnTo>
                    <a:pt x="4321655" y="207900"/>
                  </a:lnTo>
                  <a:lnTo>
                    <a:pt x="4247262" y="243560"/>
                  </a:lnTo>
                  <a:lnTo>
                    <a:pt x="4178651" y="282688"/>
                  </a:lnTo>
                  <a:lnTo>
                    <a:pt x="4115483" y="325678"/>
                  </a:lnTo>
                  <a:lnTo>
                    <a:pt x="4057257" y="373001"/>
                  </a:lnTo>
                  <a:lnTo>
                    <a:pt x="4003374" y="425182"/>
                  </a:lnTo>
                  <a:lnTo>
                    <a:pt x="3953195" y="482768"/>
                  </a:lnTo>
                  <a:lnTo>
                    <a:pt x="3906075" y="546275"/>
                  </a:lnTo>
                  <a:lnTo>
                    <a:pt x="3861403" y="616101"/>
                  </a:lnTo>
                  <a:lnTo>
                    <a:pt x="3829811" y="671548"/>
                  </a:lnTo>
                  <a:lnTo>
                    <a:pt x="3797315" y="733950"/>
                  </a:lnTo>
                  <a:lnTo>
                    <a:pt x="3765552" y="800310"/>
                  </a:lnTo>
                  <a:lnTo>
                    <a:pt x="3734351" y="870709"/>
                  </a:lnTo>
                  <a:lnTo>
                    <a:pt x="3703566" y="945179"/>
                  </a:lnTo>
                  <a:lnTo>
                    <a:pt x="3673080" y="1023704"/>
                  </a:lnTo>
                  <a:lnTo>
                    <a:pt x="3642795" y="1106210"/>
                  </a:lnTo>
                  <a:lnTo>
                    <a:pt x="3612634" y="1192564"/>
                  </a:lnTo>
                  <a:lnTo>
                    <a:pt x="3582536" y="1282571"/>
                  </a:lnTo>
                  <a:lnTo>
                    <a:pt x="3552458" y="1375973"/>
                  </a:lnTo>
                  <a:lnTo>
                    <a:pt x="3522367" y="1472450"/>
                  </a:lnTo>
                  <a:lnTo>
                    <a:pt x="3492246" y="1571622"/>
                  </a:lnTo>
                  <a:lnTo>
                    <a:pt x="3462086" y="1673056"/>
                  </a:lnTo>
                  <a:lnTo>
                    <a:pt x="3431888" y="1776273"/>
                  </a:lnTo>
                  <a:lnTo>
                    <a:pt x="3401658" y="1880752"/>
                  </a:lnTo>
                  <a:lnTo>
                    <a:pt x="3371409" y="1985948"/>
                  </a:lnTo>
                  <a:lnTo>
                    <a:pt x="3341156" y="2091298"/>
                  </a:lnTo>
                  <a:lnTo>
                    <a:pt x="3310915" y="2196237"/>
                  </a:lnTo>
                  <a:lnTo>
                    <a:pt x="3280698" y="2300207"/>
                  </a:lnTo>
                  <a:lnTo>
                    <a:pt x="3250516" y="2402674"/>
                  </a:lnTo>
                  <a:lnTo>
                    <a:pt x="3220374" y="2503136"/>
                  </a:lnTo>
                  <a:lnTo>
                    <a:pt x="3190269" y="2601131"/>
                  </a:lnTo>
                  <a:lnTo>
                    <a:pt x="3160187" y="2696251"/>
                  </a:lnTo>
                  <a:lnTo>
                    <a:pt x="3130104" y="2788142"/>
                  </a:lnTo>
                  <a:lnTo>
                    <a:pt x="3099984" y="2876514"/>
                  </a:lnTo>
                  <a:lnTo>
                    <a:pt x="3069775" y="2961136"/>
                  </a:lnTo>
                  <a:lnTo>
                    <a:pt x="3039409" y="3041842"/>
                  </a:lnTo>
                  <a:lnTo>
                    <a:pt x="3008801" y="3118526"/>
                  </a:lnTo>
                  <a:lnTo>
                    <a:pt x="2977842" y="3191142"/>
                  </a:lnTo>
                  <a:lnTo>
                    <a:pt x="2946405" y="3259694"/>
                  </a:lnTo>
                  <a:lnTo>
                    <a:pt x="2914331" y="3324239"/>
                  </a:lnTo>
                  <a:lnTo>
                    <a:pt x="2896531" y="3357740"/>
                  </a:lnTo>
                  <a:lnTo>
                    <a:pt x="2853304" y="3432325"/>
                  </a:lnTo>
                  <a:lnTo>
                    <a:pt x="2808040" y="3500449"/>
                  </a:lnTo>
                  <a:lnTo>
                    <a:pt x="2760170" y="3562341"/>
                  </a:lnTo>
                  <a:lnTo>
                    <a:pt x="2709072" y="3618441"/>
                  </a:lnTo>
                  <a:lnTo>
                    <a:pt x="2654100" y="3669282"/>
                  </a:lnTo>
                  <a:lnTo>
                    <a:pt x="2594619" y="3715407"/>
                  </a:lnTo>
                  <a:lnTo>
                    <a:pt x="2530052" y="3757330"/>
                  </a:lnTo>
                  <a:lnTo>
                    <a:pt x="2459932" y="3795503"/>
                  </a:lnTo>
                  <a:lnTo>
                    <a:pt x="2383981" y="3830300"/>
                  </a:lnTo>
                  <a:lnTo>
                    <a:pt x="2302204" y="3862011"/>
                  </a:lnTo>
                  <a:lnTo>
                    <a:pt x="2215009" y="3890833"/>
                  </a:lnTo>
                  <a:lnTo>
                    <a:pt x="2123323" y="3916876"/>
                  </a:lnTo>
                  <a:lnTo>
                    <a:pt x="2028698" y="3940172"/>
                  </a:lnTo>
                  <a:lnTo>
                    <a:pt x="1933361" y="3960692"/>
                  </a:lnTo>
                  <a:lnTo>
                    <a:pt x="1840159" y="3978380"/>
                  </a:lnTo>
                  <a:lnTo>
                    <a:pt x="1752364" y="3993184"/>
                  </a:lnTo>
                  <a:lnTo>
                    <a:pt x="1673331" y="4005110"/>
                  </a:lnTo>
                  <a:lnTo>
                    <a:pt x="1606030" y="4014252"/>
                  </a:lnTo>
                  <a:lnTo>
                    <a:pt x="1552561" y="4020826"/>
                  </a:lnTo>
                  <a:lnTo>
                    <a:pt x="1513757" y="4025161"/>
                  </a:lnTo>
                  <a:lnTo>
                    <a:pt x="1488977" y="4027686"/>
                  </a:lnTo>
                  <a:lnTo>
                    <a:pt x="1476118" y="4028885"/>
                  </a:lnTo>
                  <a:lnTo>
                    <a:pt x="1471766" y="4029257"/>
                  </a:lnTo>
                  <a:lnTo>
                    <a:pt x="1471387" y="4029288"/>
                  </a:lnTo>
                  <a:lnTo>
                    <a:pt x="0" y="4029288"/>
                  </a:lnTo>
                  <a:close/>
                </a:path>
              </a:pathLst>
            </a:custGeom>
            <a:solidFill>
              <a:srgbClr val="E78AC3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347" name="pl1347"/>
            <p:cNvSpPr/>
            <p:nvPr/>
          </p:nvSpPr>
          <p:spPr>
            <a:xfrm>
              <a:off x="4799595" y="4840829"/>
              <a:ext cx="11981298" cy="4029288"/>
            </a:xfrm>
            <a:custGeom>
              <a:avLst/>
              <a:pathLst>
                <a:path w="11981298" h="4029288">
                  <a:moveTo>
                    <a:pt x="0" y="4029288"/>
                  </a:moveTo>
                  <a:lnTo>
                    <a:pt x="1471387" y="4029288"/>
                  </a:lnTo>
                  <a:lnTo>
                    <a:pt x="1472328" y="4029211"/>
                  </a:lnTo>
                  <a:lnTo>
                    <a:pt x="1478536" y="4028668"/>
                  </a:lnTo>
                  <a:lnTo>
                    <a:pt x="1494273" y="4027167"/>
                  </a:lnTo>
                  <a:lnTo>
                    <a:pt x="1522624" y="4024207"/>
                  </a:lnTo>
                  <a:lnTo>
                    <a:pt x="1565315" y="4019317"/>
                  </a:lnTo>
                  <a:lnTo>
                    <a:pt x="1622589" y="4012090"/>
                  </a:lnTo>
                  <a:lnTo>
                    <a:pt x="1693249" y="4002225"/>
                  </a:lnTo>
                  <a:lnTo>
                    <a:pt x="1774918" y="3989542"/>
                  </a:lnTo>
                  <a:lnTo>
                    <a:pt x="1864477" y="3973970"/>
                  </a:lnTo>
                  <a:lnTo>
                    <a:pt x="1958552" y="3955526"/>
                  </a:lnTo>
                  <a:lnTo>
                    <a:pt x="2053954" y="3934265"/>
                  </a:lnTo>
                  <a:lnTo>
                    <a:pt x="2147989" y="3910240"/>
                  </a:lnTo>
                  <a:lnTo>
                    <a:pt x="2238609" y="3883466"/>
                  </a:lnTo>
                  <a:lnTo>
                    <a:pt x="2324434" y="3853893"/>
                  </a:lnTo>
                  <a:lnTo>
                    <a:pt x="2404687" y="3821387"/>
                  </a:lnTo>
                  <a:lnTo>
                    <a:pt x="2479080" y="3785727"/>
                  </a:lnTo>
                  <a:lnTo>
                    <a:pt x="2547691" y="3746600"/>
                  </a:lnTo>
                  <a:lnTo>
                    <a:pt x="2610859" y="3703610"/>
                  </a:lnTo>
                  <a:lnTo>
                    <a:pt x="2669085" y="3656286"/>
                  </a:lnTo>
                  <a:lnTo>
                    <a:pt x="2722968" y="3604105"/>
                  </a:lnTo>
                  <a:lnTo>
                    <a:pt x="2773148" y="3546519"/>
                  </a:lnTo>
                  <a:lnTo>
                    <a:pt x="2820267" y="3483012"/>
                  </a:lnTo>
                  <a:lnTo>
                    <a:pt x="2864939" y="3413186"/>
                  </a:lnTo>
                  <a:lnTo>
                    <a:pt x="2896531" y="3357740"/>
                  </a:lnTo>
                  <a:lnTo>
                    <a:pt x="2929027" y="3295337"/>
                  </a:lnTo>
                  <a:lnTo>
                    <a:pt x="2960790" y="3228977"/>
                  </a:lnTo>
                  <a:lnTo>
                    <a:pt x="2991991" y="3158579"/>
                  </a:lnTo>
                  <a:lnTo>
                    <a:pt x="3022776" y="3084108"/>
                  </a:lnTo>
                  <a:lnTo>
                    <a:pt x="3053262" y="3005583"/>
                  </a:lnTo>
                  <a:lnTo>
                    <a:pt x="3083547" y="2923077"/>
                  </a:lnTo>
                  <a:lnTo>
                    <a:pt x="3113708" y="2836723"/>
                  </a:lnTo>
                  <a:lnTo>
                    <a:pt x="3143806" y="2746716"/>
                  </a:lnTo>
                  <a:lnTo>
                    <a:pt x="3173884" y="2653314"/>
                  </a:lnTo>
                  <a:lnTo>
                    <a:pt x="3203975" y="2556838"/>
                  </a:lnTo>
                  <a:lnTo>
                    <a:pt x="3234096" y="2457665"/>
                  </a:lnTo>
                  <a:lnTo>
                    <a:pt x="3264256" y="2356231"/>
                  </a:lnTo>
                  <a:lnTo>
                    <a:pt x="3294455" y="2253015"/>
                  </a:lnTo>
                  <a:lnTo>
                    <a:pt x="3324684" y="2148535"/>
                  </a:lnTo>
                  <a:lnTo>
                    <a:pt x="3354933" y="2043339"/>
                  </a:lnTo>
                  <a:lnTo>
                    <a:pt x="3385186" y="1937989"/>
                  </a:lnTo>
                  <a:lnTo>
                    <a:pt x="3415427" y="1833051"/>
                  </a:lnTo>
                  <a:lnTo>
                    <a:pt x="3445644" y="1729080"/>
                  </a:lnTo>
                  <a:lnTo>
                    <a:pt x="3475826" y="1626613"/>
                  </a:lnTo>
                  <a:lnTo>
                    <a:pt x="3505968" y="1526152"/>
                  </a:lnTo>
                  <a:lnTo>
                    <a:pt x="3536073" y="1428156"/>
                  </a:lnTo>
                  <a:lnTo>
                    <a:pt x="3566155" y="1333037"/>
                  </a:lnTo>
                  <a:lnTo>
                    <a:pt x="3596238" y="1241145"/>
                  </a:lnTo>
                  <a:lnTo>
                    <a:pt x="3626358" y="1152773"/>
                  </a:lnTo>
                  <a:lnTo>
                    <a:pt x="3656567" y="1068151"/>
                  </a:lnTo>
                  <a:lnTo>
                    <a:pt x="3686933" y="987445"/>
                  </a:lnTo>
                  <a:lnTo>
                    <a:pt x="3717542" y="910761"/>
                  </a:lnTo>
                  <a:lnTo>
                    <a:pt x="3748500" y="838146"/>
                  </a:lnTo>
                  <a:lnTo>
                    <a:pt x="3779938" y="769593"/>
                  </a:lnTo>
                  <a:lnTo>
                    <a:pt x="3812011" y="705048"/>
                  </a:lnTo>
                  <a:lnTo>
                    <a:pt x="3829811" y="671548"/>
                  </a:lnTo>
                  <a:lnTo>
                    <a:pt x="3873038" y="596962"/>
                  </a:lnTo>
                  <a:lnTo>
                    <a:pt x="3918302" y="528839"/>
                  </a:lnTo>
                  <a:lnTo>
                    <a:pt x="3966172" y="466947"/>
                  </a:lnTo>
                  <a:lnTo>
                    <a:pt x="4017270" y="410846"/>
                  </a:lnTo>
                  <a:lnTo>
                    <a:pt x="4072243" y="360005"/>
                  </a:lnTo>
                  <a:lnTo>
                    <a:pt x="4131723" y="313880"/>
                  </a:lnTo>
                  <a:lnTo>
                    <a:pt x="4196290" y="271957"/>
                  </a:lnTo>
                  <a:lnTo>
                    <a:pt x="4266410" y="233784"/>
                  </a:lnTo>
                  <a:lnTo>
                    <a:pt x="4342361" y="198987"/>
                  </a:lnTo>
                  <a:lnTo>
                    <a:pt x="4424138" y="167276"/>
                  </a:lnTo>
                  <a:lnTo>
                    <a:pt x="4511333" y="138455"/>
                  </a:lnTo>
                  <a:lnTo>
                    <a:pt x="4603019" y="112412"/>
                  </a:lnTo>
                  <a:lnTo>
                    <a:pt x="4697644" y="89116"/>
                  </a:lnTo>
                  <a:lnTo>
                    <a:pt x="4792981" y="68595"/>
                  </a:lnTo>
                  <a:lnTo>
                    <a:pt x="4886183" y="50908"/>
                  </a:lnTo>
                  <a:lnTo>
                    <a:pt x="4973978" y="36103"/>
                  </a:lnTo>
                  <a:lnTo>
                    <a:pt x="5053011" y="24178"/>
                  </a:lnTo>
                  <a:lnTo>
                    <a:pt x="5120312" y="15035"/>
                  </a:lnTo>
                  <a:lnTo>
                    <a:pt x="5173781" y="8461"/>
                  </a:lnTo>
                  <a:lnTo>
                    <a:pt x="5212585" y="4126"/>
                  </a:lnTo>
                  <a:lnTo>
                    <a:pt x="5237365" y="1601"/>
                  </a:lnTo>
                  <a:lnTo>
                    <a:pt x="5250224" y="402"/>
                  </a:lnTo>
                  <a:lnTo>
                    <a:pt x="5254577" y="30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501" y="61"/>
                  </a:lnTo>
                  <a:lnTo>
                    <a:pt x="6735114" y="499"/>
                  </a:lnTo>
                  <a:lnTo>
                    <a:pt x="6754294" y="1711"/>
                  </a:lnTo>
                  <a:lnTo>
                    <a:pt x="6788562" y="4097"/>
                  </a:lnTo>
                  <a:lnTo>
                    <a:pt x="6839587" y="8026"/>
                  </a:lnTo>
                  <a:lnTo>
                    <a:pt x="6907066" y="13799"/>
                  </a:lnTo>
                  <a:lnTo>
                    <a:pt x="6988886" y="21621"/>
                  </a:lnTo>
                  <a:lnTo>
                    <a:pt x="7081609" y="31591"/>
                  </a:lnTo>
                  <a:lnTo>
                    <a:pt x="7181144" y="43726"/>
                  </a:lnTo>
                  <a:lnTo>
                    <a:pt x="7283416" y="57989"/>
                  </a:lnTo>
                  <a:lnTo>
                    <a:pt x="7384884" y="74334"/>
                  </a:lnTo>
                  <a:lnTo>
                    <a:pt x="7482826" y="92739"/>
                  </a:lnTo>
                  <a:lnTo>
                    <a:pt x="7575407" y="113238"/>
                  </a:lnTo>
                  <a:lnTo>
                    <a:pt x="7661606" y="135930"/>
                  </a:lnTo>
                  <a:lnTo>
                    <a:pt x="7741057" y="160995"/>
                  </a:lnTo>
                  <a:lnTo>
                    <a:pt x="7813880" y="188687"/>
                  </a:lnTo>
                  <a:lnTo>
                    <a:pt x="7880523" y="219333"/>
                  </a:lnTo>
                  <a:lnTo>
                    <a:pt x="7941637" y="253323"/>
                  </a:lnTo>
                  <a:lnTo>
                    <a:pt x="7997980" y="291088"/>
                  </a:lnTo>
                  <a:lnTo>
                    <a:pt x="8050350" y="333062"/>
                  </a:lnTo>
                  <a:lnTo>
                    <a:pt x="8099529" y="379631"/>
                  </a:lnTo>
                  <a:lnTo>
                    <a:pt x="8146238" y="431026"/>
                  </a:lnTo>
                  <a:lnTo>
                    <a:pt x="8151487" y="437255"/>
                  </a:lnTo>
                  <a:lnTo>
                    <a:pt x="8190314" y="486221"/>
                  </a:lnTo>
                  <a:lnTo>
                    <a:pt x="8228140" y="538901"/>
                  </a:lnTo>
                  <a:lnTo>
                    <a:pt x="8265246" y="595368"/>
                  </a:lnTo>
                  <a:lnTo>
                    <a:pt x="8301858" y="655633"/>
                  </a:lnTo>
                  <a:lnTo>
                    <a:pt x="8338153" y="719633"/>
                  </a:lnTo>
                  <a:lnTo>
                    <a:pt x="8374268" y="787227"/>
                  </a:lnTo>
                  <a:lnTo>
                    <a:pt x="8410305" y="858190"/>
                  </a:lnTo>
                  <a:lnTo>
                    <a:pt x="8446333" y="932214"/>
                  </a:lnTo>
                  <a:lnTo>
                    <a:pt x="8482396" y="1008908"/>
                  </a:lnTo>
                  <a:lnTo>
                    <a:pt x="8518512" y="1087807"/>
                  </a:lnTo>
                  <a:lnTo>
                    <a:pt x="8554683" y="1168380"/>
                  </a:lnTo>
                  <a:lnTo>
                    <a:pt x="8590896" y="1250044"/>
                  </a:lnTo>
                  <a:lnTo>
                    <a:pt x="8627129" y="1332183"/>
                  </a:lnTo>
                  <a:lnTo>
                    <a:pt x="8663355" y="1414164"/>
                  </a:lnTo>
                  <a:lnTo>
                    <a:pt x="8699550" y="1495361"/>
                  </a:lnTo>
                  <a:lnTo>
                    <a:pt x="8735694" y="1575172"/>
                  </a:lnTo>
                  <a:lnTo>
                    <a:pt x="8771783" y="1653038"/>
                  </a:lnTo>
                  <a:lnTo>
                    <a:pt x="8807825" y="1728459"/>
                  </a:lnTo>
                  <a:lnTo>
                    <a:pt x="8843850" y="1801006"/>
                  </a:lnTo>
                  <a:lnTo>
                    <a:pt x="8879915" y="1870328"/>
                  </a:lnTo>
                  <a:lnTo>
                    <a:pt x="8916105" y="1936159"/>
                  </a:lnTo>
                  <a:lnTo>
                    <a:pt x="8952538" y="1998316"/>
                  </a:lnTo>
                  <a:lnTo>
                    <a:pt x="8989370" y="2056697"/>
                  </a:lnTo>
                  <a:lnTo>
                    <a:pt x="9026803" y="2111277"/>
                  </a:lnTo>
                  <a:lnTo>
                    <a:pt x="9065087" y="2162098"/>
                  </a:lnTo>
                  <a:lnTo>
                    <a:pt x="9084767" y="2186277"/>
                  </a:lnTo>
                  <a:lnTo>
                    <a:pt x="9131233" y="2238231"/>
                  </a:lnTo>
                  <a:lnTo>
                    <a:pt x="9180093" y="2285348"/>
                  </a:lnTo>
                  <a:lnTo>
                    <a:pt x="9232056" y="2327833"/>
                  </a:lnTo>
                  <a:lnTo>
                    <a:pt x="9287901" y="2366061"/>
                  </a:lnTo>
                  <a:lnTo>
                    <a:pt x="9348425" y="2400463"/>
                  </a:lnTo>
                  <a:lnTo>
                    <a:pt x="9414396" y="2431474"/>
                  </a:lnTo>
                  <a:lnTo>
                    <a:pt x="9486480" y="2459488"/>
                  </a:lnTo>
                  <a:lnTo>
                    <a:pt x="9565154" y="2484840"/>
                  </a:lnTo>
                  <a:lnTo>
                    <a:pt x="9650584" y="2507795"/>
                  </a:lnTo>
                  <a:lnTo>
                    <a:pt x="9742469" y="2528540"/>
                  </a:lnTo>
                  <a:lnTo>
                    <a:pt x="9839870" y="2547184"/>
                  </a:lnTo>
                  <a:lnTo>
                    <a:pt x="9941054" y="2563766"/>
                  </a:lnTo>
                  <a:lnTo>
                    <a:pt x="10043400" y="2578271"/>
                  </a:lnTo>
                  <a:lnTo>
                    <a:pt x="10143451" y="2590653"/>
                  </a:lnTo>
                  <a:lnTo>
                    <a:pt x="10237173" y="2600873"/>
                  </a:lnTo>
                  <a:lnTo>
                    <a:pt x="10320442" y="2608939"/>
                  </a:lnTo>
                  <a:lnTo>
                    <a:pt x="10389710" y="2614939"/>
                  </a:lnTo>
                  <a:lnTo>
                    <a:pt x="10442682" y="2619067"/>
                  </a:lnTo>
                  <a:lnTo>
                    <a:pt x="10478831" y="2621613"/>
                  </a:lnTo>
                  <a:lnTo>
                    <a:pt x="10499602" y="2622940"/>
                  </a:lnTo>
                  <a:lnTo>
                    <a:pt x="10508314" y="2623447"/>
                  </a:lnTo>
                  <a:lnTo>
                    <a:pt x="10509909" y="2623532"/>
                  </a:lnTo>
                  <a:lnTo>
                    <a:pt x="10509911" y="2623532"/>
                  </a:lnTo>
                  <a:lnTo>
                    <a:pt x="11981298" y="262353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48" name="pl1348"/>
            <p:cNvSpPr/>
            <p:nvPr/>
          </p:nvSpPr>
          <p:spPr>
            <a:xfrm>
              <a:off x="4799595" y="4832656"/>
              <a:ext cx="11981298" cy="4029288"/>
            </a:xfrm>
            <a:custGeom>
              <a:avLst/>
              <a:pathLst>
                <a:path w="11981298" h="4029288">
                  <a:moveTo>
                    <a:pt x="11981298" y="2623532"/>
                  </a:moveTo>
                  <a:lnTo>
                    <a:pt x="10509911" y="2623532"/>
                  </a:lnTo>
                  <a:lnTo>
                    <a:pt x="10508752" y="2623470"/>
                  </a:lnTo>
                  <a:lnTo>
                    <a:pt x="10501139" y="2623032"/>
                  </a:lnTo>
                  <a:lnTo>
                    <a:pt x="10481959" y="2621820"/>
                  </a:lnTo>
                  <a:lnTo>
                    <a:pt x="10447691" y="2619434"/>
                  </a:lnTo>
                  <a:lnTo>
                    <a:pt x="10396666" y="2615505"/>
                  </a:lnTo>
                  <a:lnTo>
                    <a:pt x="10329188" y="2609732"/>
                  </a:lnTo>
                  <a:lnTo>
                    <a:pt x="10247367" y="2601911"/>
                  </a:lnTo>
                  <a:lnTo>
                    <a:pt x="10154644" y="2591940"/>
                  </a:lnTo>
                  <a:lnTo>
                    <a:pt x="10055109" y="2579806"/>
                  </a:lnTo>
                  <a:lnTo>
                    <a:pt x="9952837" y="2565543"/>
                  </a:lnTo>
                  <a:lnTo>
                    <a:pt x="9851369" y="2549198"/>
                  </a:lnTo>
                  <a:lnTo>
                    <a:pt x="9753428" y="2530792"/>
                  </a:lnTo>
                  <a:lnTo>
                    <a:pt x="9660846" y="2510294"/>
                  </a:lnTo>
                  <a:lnTo>
                    <a:pt x="9574647" y="2487601"/>
                  </a:lnTo>
                  <a:lnTo>
                    <a:pt x="9495196" y="2462537"/>
                  </a:lnTo>
                  <a:lnTo>
                    <a:pt x="9422373" y="2434845"/>
                  </a:lnTo>
                  <a:lnTo>
                    <a:pt x="9355730" y="2404198"/>
                  </a:lnTo>
                  <a:lnTo>
                    <a:pt x="9294616" y="2370208"/>
                  </a:lnTo>
                  <a:lnTo>
                    <a:pt x="9238273" y="2332444"/>
                  </a:lnTo>
                  <a:lnTo>
                    <a:pt x="9185903" y="2290469"/>
                  </a:lnTo>
                  <a:lnTo>
                    <a:pt x="9136725" y="2243901"/>
                  </a:lnTo>
                  <a:lnTo>
                    <a:pt x="9090015" y="2192505"/>
                  </a:lnTo>
                  <a:lnTo>
                    <a:pt x="9084767" y="2186277"/>
                  </a:lnTo>
                  <a:lnTo>
                    <a:pt x="9045939" y="2137310"/>
                  </a:lnTo>
                  <a:lnTo>
                    <a:pt x="9008113" y="2084631"/>
                  </a:lnTo>
                  <a:lnTo>
                    <a:pt x="8971007" y="2028164"/>
                  </a:lnTo>
                  <a:lnTo>
                    <a:pt x="8934396" y="1967898"/>
                  </a:lnTo>
                  <a:lnTo>
                    <a:pt x="8898101" y="1903898"/>
                  </a:lnTo>
                  <a:lnTo>
                    <a:pt x="8861985" y="1836304"/>
                  </a:lnTo>
                  <a:lnTo>
                    <a:pt x="8825948" y="1765341"/>
                  </a:lnTo>
                  <a:lnTo>
                    <a:pt x="8789920" y="1691317"/>
                  </a:lnTo>
                  <a:lnTo>
                    <a:pt x="8753858" y="1614623"/>
                  </a:lnTo>
                  <a:lnTo>
                    <a:pt x="8717741" y="1535724"/>
                  </a:lnTo>
                  <a:lnTo>
                    <a:pt x="8681570" y="1455151"/>
                  </a:lnTo>
                  <a:lnTo>
                    <a:pt x="8645357" y="1373487"/>
                  </a:lnTo>
                  <a:lnTo>
                    <a:pt x="8609124" y="1291349"/>
                  </a:lnTo>
                  <a:lnTo>
                    <a:pt x="8572898" y="1209368"/>
                  </a:lnTo>
                  <a:lnTo>
                    <a:pt x="8536704" y="1128170"/>
                  </a:lnTo>
                  <a:lnTo>
                    <a:pt x="8500559" y="1048359"/>
                  </a:lnTo>
                  <a:lnTo>
                    <a:pt x="8464470" y="970493"/>
                  </a:lnTo>
                  <a:lnTo>
                    <a:pt x="8428429" y="895072"/>
                  </a:lnTo>
                  <a:lnTo>
                    <a:pt x="8392403" y="822526"/>
                  </a:lnTo>
                  <a:lnTo>
                    <a:pt x="8356338" y="753203"/>
                  </a:lnTo>
                  <a:lnTo>
                    <a:pt x="8320148" y="687372"/>
                  </a:lnTo>
                  <a:lnTo>
                    <a:pt x="8283715" y="625215"/>
                  </a:lnTo>
                  <a:lnTo>
                    <a:pt x="8246883" y="566834"/>
                  </a:lnTo>
                  <a:lnTo>
                    <a:pt x="8209450" y="512254"/>
                  </a:lnTo>
                  <a:lnTo>
                    <a:pt x="8171166" y="461433"/>
                  </a:lnTo>
                  <a:lnTo>
                    <a:pt x="8151487" y="437255"/>
                  </a:lnTo>
                  <a:lnTo>
                    <a:pt x="8105020" y="385300"/>
                  </a:lnTo>
                  <a:lnTo>
                    <a:pt x="8056160" y="338184"/>
                  </a:lnTo>
                  <a:lnTo>
                    <a:pt x="8004197" y="295698"/>
                  </a:lnTo>
                  <a:lnTo>
                    <a:pt x="7948352" y="257471"/>
                  </a:lnTo>
                  <a:lnTo>
                    <a:pt x="7887828" y="223069"/>
                  </a:lnTo>
                  <a:lnTo>
                    <a:pt x="7821857" y="192058"/>
                  </a:lnTo>
                  <a:lnTo>
                    <a:pt x="7749773" y="164044"/>
                  </a:lnTo>
                  <a:lnTo>
                    <a:pt x="7671099" y="138691"/>
                  </a:lnTo>
                  <a:lnTo>
                    <a:pt x="7585669" y="115736"/>
                  </a:lnTo>
                  <a:lnTo>
                    <a:pt x="7493784" y="94992"/>
                  </a:lnTo>
                  <a:lnTo>
                    <a:pt x="7396383" y="76348"/>
                  </a:lnTo>
                  <a:lnTo>
                    <a:pt x="7295200" y="59765"/>
                  </a:lnTo>
                  <a:lnTo>
                    <a:pt x="7192854" y="45260"/>
                  </a:lnTo>
                  <a:lnTo>
                    <a:pt x="7092802" y="32878"/>
                  </a:lnTo>
                  <a:lnTo>
                    <a:pt x="6999081" y="22658"/>
                  </a:lnTo>
                  <a:lnTo>
                    <a:pt x="6915811" y="14593"/>
                  </a:lnTo>
                  <a:lnTo>
                    <a:pt x="6846543" y="8592"/>
                  </a:lnTo>
                  <a:lnTo>
                    <a:pt x="6793571" y="4464"/>
                  </a:lnTo>
                  <a:lnTo>
                    <a:pt x="6757422" y="1919"/>
                  </a:lnTo>
                  <a:lnTo>
                    <a:pt x="6736651" y="592"/>
                  </a:lnTo>
                  <a:lnTo>
                    <a:pt x="6727939" y="85"/>
                  </a:lnTo>
                  <a:lnTo>
                    <a:pt x="6726344" y="0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014" y="76"/>
                  </a:lnTo>
                  <a:lnTo>
                    <a:pt x="5247806" y="619"/>
                  </a:lnTo>
                  <a:lnTo>
                    <a:pt x="5232069" y="2121"/>
                  </a:lnTo>
                  <a:lnTo>
                    <a:pt x="5203718" y="5080"/>
                  </a:lnTo>
                  <a:lnTo>
                    <a:pt x="5161027" y="9970"/>
                  </a:lnTo>
                  <a:lnTo>
                    <a:pt x="5103753" y="17197"/>
                  </a:lnTo>
                  <a:lnTo>
                    <a:pt x="5033094" y="27062"/>
                  </a:lnTo>
                  <a:lnTo>
                    <a:pt x="4951424" y="39745"/>
                  </a:lnTo>
                  <a:lnTo>
                    <a:pt x="4861865" y="55317"/>
                  </a:lnTo>
                  <a:lnTo>
                    <a:pt x="4767790" y="73761"/>
                  </a:lnTo>
                  <a:lnTo>
                    <a:pt x="4672388" y="95023"/>
                  </a:lnTo>
                  <a:lnTo>
                    <a:pt x="4578353" y="119047"/>
                  </a:lnTo>
                  <a:lnTo>
                    <a:pt x="4487733" y="145821"/>
                  </a:lnTo>
                  <a:lnTo>
                    <a:pt x="4401908" y="175394"/>
                  </a:lnTo>
                  <a:lnTo>
                    <a:pt x="4321655" y="207900"/>
                  </a:lnTo>
                  <a:lnTo>
                    <a:pt x="4247262" y="243560"/>
                  </a:lnTo>
                  <a:lnTo>
                    <a:pt x="4178651" y="282688"/>
                  </a:lnTo>
                  <a:lnTo>
                    <a:pt x="4115483" y="325678"/>
                  </a:lnTo>
                  <a:lnTo>
                    <a:pt x="4057257" y="373001"/>
                  </a:lnTo>
                  <a:lnTo>
                    <a:pt x="4003374" y="425182"/>
                  </a:lnTo>
                  <a:lnTo>
                    <a:pt x="3953195" y="482768"/>
                  </a:lnTo>
                  <a:lnTo>
                    <a:pt x="3906075" y="546275"/>
                  </a:lnTo>
                  <a:lnTo>
                    <a:pt x="3861403" y="616101"/>
                  </a:lnTo>
                  <a:lnTo>
                    <a:pt x="3829811" y="671548"/>
                  </a:lnTo>
                  <a:lnTo>
                    <a:pt x="3797315" y="733950"/>
                  </a:lnTo>
                  <a:lnTo>
                    <a:pt x="3765552" y="800310"/>
                  </a:lnTo>
                  <a:lnTo>
                    <a:pt x="3734351" y="870709"/>
                  </a:lnTo>
                  <a:lnTo>
                    <a:pt x="3703566" y="945179"/>
                  </a:lnTo>
                  <a:lnTo>
                    <a:pt x="3673080" y="1023704"/>
                  </a:lnTo>
                  <a:lnTo>
                    <a:pt x="3642795" y="1106210"/>
                  </a:lnTo>
                  <a:lnTo>
                    <a:pt x="3612634" y="1192564"/>
                  </a:lnTo>
                  <a:lnTo>
                    <a:pt x="3582536" y="1282571"/>
                  </a:lnTo>
                  <a:lnTo>
                    <a:pt x="3552458" y="1375973"/>
                  </a:lnTo>
                  <a:lnTo>
                    <a:pt x="3522367" y="1472450"/>
                  </a:lnTo>
                  <a:lnTo>
                    <a:pt x="3492246" y="1571622"/>
                  </a:lnTo>
                  <a:lnTo>
                    <a:pt x="3462086" y="1673056"/>
                  </a:lnTo>
                  <a:lnTo>
                    <a:pt x="3431888" y="1776273"/>
                  </a:lnTo>
                  <a:lnTo>
                    <a:pt x="3401658" y="1880752"/>
                  </a:lnTo>
                  <a:lnTo>
                    <a:pt x="3371409" y="1985948"/>
                  </a:lnTo>
                  <a:lnTo>
                    <a:pt x="3341156" y="2091298"/>
                  </a:lnTo>
                  <a:lnTo>
                    <a:pt x="3310915" y="2196237"/>
                  </a:lnTo>
                  <a:lnTo>
                    <a:pt x="3280698" y="2300207"/>
                  </a:lnTo>
                  <a:lnTo>
                    <a:pt x="3250516" y="2402674"/>
                  </a:lnTo>
                  <a:lnTo>
                    <a:pt x="3220374" y="2503136"/>
                  </a:lnTo>
                  <a:lnTo>
                    <a:pt x="3190269" y="2601131"/>
                  </a:lnTo>
                  <a:lnTo>
                    <a:pt x="3160187" y="2696251"/>
                  </a:lnTo>
                  <a:lnTo>
                    <a:pt x="3130104" y="2788142"/>
                  </a:lnTo>
                  <a:lnTo>
                    <a:pt x="3099984" y="2876514"/>
                  </a:lnTo>
                  <a:lnTo>
                    <a:pt x="3069775" y="2961136"/>
                  </a:lnTo>
                  <a:lnTo>
                    <a:pt x="3039409" y="3041842"/>
                  </a:lnTo>
                  <a:lnTo>
                    <a:pt x="3008801" y="3118526"/>
                  </a:lnTo>
                  <a:lnTo>
                    <a:pt x="2977842" y="3191142"/>
                  </a:lnTo>
                  <a:lnTo>
                    <a:pt x="2946405" y="3259694"/>
                  </a:lnTo>
                  <a:lnTo>
                    <a:pt x="2914331" y="3324239"/>
                  </a:lnTo>
                  <a:lnTo>
                    <a:pt x="2896531" y="3357740"/>
                  </a:lnTo>
                  <a:lnTo>
                    <a:pt x="2853304" y="3432325"/>
                  </a:lnTo>
                  <a:lnTo>
                    <a:pt x="2808040" y="3500449"/>
                  </a:lnTo>
                  <a:lnTo>
                    <a:pt x="2760170" y="3562341"/>
                  </a:lnTo>
                  <a:lnTo>
                    <a:pt x="2709072" y="3618441"/>
                  </a:lnTo>
                  <a:lnTo>
                    <a:pt x="2654100" y="3669282"/>
                  </a:lnTo>
                  <a:lnTo>
                    <a:pt x="2594619" y="3715407"/>
                  </a:lnTo>
                  <a:lnTo>
                    <a:pt x="2530052" y="3757330"/>
                  </a:lnTo>
                  <a:lnTo>
                    <a:pt x="2459932" y="3795503"/>
                  </a:lnTo>
                  <a:lnTo>
                    <a:pt x="2383981" y="3830300"/>
                  </a:lnTo>
                  <a:lnTo>
                    <a:pt x="2302204" y="3862011"/>
                  </a:lnTo>
                  <a:lnTo>
                    <a:pt x="2215009" y="3890833"/>
                  </a:lnTo>
                  <a:lnTo>
                    <a:pt x="2123323" y="3916876"/>
                  </a:lnTo>
                  <a:lnTo>
                    <a:pt x="2028698" y="3940172"/>
                  </a:lnTo>
                  <a:lnTo>
                    <a:pt x="1933361" y="3960692"/>
                  </a:lnTo>
                  <a:lnTo>
                    <a:pt x="1840159" y="3978380"/>
                  </a:lnTo>
                  <a:lnTo>
                    <a:pt x="1752364" y="3993184"/>
                  </a:lnTo>
                  <a:lnTo>
                    <a:pt x="1673331" y="4005110"/>
                  </a:lnTo>
                  <a:lnTo>
                    <a:pt x="1606030" y="4014252"/>
                  </a:lnTo>
                  <a:lnTo>
                    <a:pt x="1552561" y="4020826"/>
                  </a:lnTo>
                  <a:lnTo>
                    <a:pt x="1513757" y="4025161"/>
                  </a:lnTo>
                  <a:lnTo>
                    <a:pt x="1488977" y="4027686"/>
                  </a:lnTo>
                  <a:lnTo>
                    <a:pt x="1476118" y="4028885"/>
                  </a:lnTo>
                  <a:lnTo>
                    <a:pt x="1471766" y="4029257"/>
                  </a:lnTo>
                  <a:lnTo>
                    <a:pt x="1471387" y="4029288"/>
                  </a:lnTo>
                  <a:lnTo>
                    <a:pt x="0" y="402928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49" name="pg1349"/>
            <p:cNvSpPr/>
            <p:nvPr/>
          </p:nvSpPr>
          <p:spPr>
            <a:xfrm>
              <a:off x="4799595" y="4930732"/>
              <a:ext cx="11981298" cy="3947558"/>
            </a:xfrm>
            <a:custGeom>
              <a:avLst/>
              <a:pathLst>
                <a:path w="11981298" h="3947558">
                  <a:moveTo>
                    <a:pt x="0" y="3947558"/>
                  </a:moveTo>
                  <a:lnTo>
                    <a:pt x="1471387" y="3947558"/>
                  </a:lnTo>
                  <a:lnTo>
                    <a:pt x="1472333" y="3947483"/>
                  </a:lnTo>
                  <a:lnTo>
                    <a:pt x="1478576" y="3946948"/>
                  </a:lnTo>
                  <a:lnTo>
                    <a:pt x="1494399" y="3945472"/>
                  </a:lnTo>
                  <a:lnTo>
                    <a:pt x="1522897" y="3942562"/>
                  </a:lnTo>
                  <a:lnTo>
                    <a:pt x="1565799" y="3937753"/>
                  </a:lnTo>
                  <a:lnTo>
                    <a:pt x="1623334" y="3930647"/>
                  </a:lnTo>
                  <a:lnTo>
                    <a:pt x="1694285" y="3920950"/>
                  </a:lnTo>
                  <a:lnTo>
                    <a:pt x="1776249" y="3908485"/>
                  </a:lnTo>
                  <a:lnTo>
                    <a:pt x="1866082" y="3893185"/>
                  </a:lnTo>
                  <a:lnTo>
                    <a:pt x="1960390" y="3875067"/>
                  </a:lnTo>
                  <a:lnTo>
                    <a:pt x="2055972" y="3854184"/>
                  </a:lnTo>
                  <a:lnTo>
                    <a:pt x="2150132" y="3830590"/>
                  </a:lnTo>
                  <a:lnTo>
                    <a:pt x="2240825" y="3804299"/>
                  </a:lnTo>
                  <a:lnTo>
                    <a:pt x="2326678" y="3775257"/>
                  </a:lnTo>
                  <a:lnTo>
                    <a:pt x="2406923" y="3743332"/>
                  </a:lnTo>
                  <a:lnTo>
                    <a:pt x="2481283" y="3708303"/>
                  </a:lnTo>
                  <a:lnTo>
                    <a:pt x="2549847" y="3669861"/>
                  </a:lnTo>
                  <a:lnTo>
                    <a:pt x="2612961" y="3627613"/>
                  </a:lnTo>
                  <a:lnTo>
                    <a:pt x="2671134" y="3581096"/>
                  </a:lnTo>
                  <a:lnTo>
                    <a:pt x="2724969" y="3529791"/>
                  </a:lnTo>
                  <a:lnTo>
                    <a:pt x="2775112" y="3473161"/>
                  </a:lnTo>
                  <a:lnTo>
                    <a:pt x="2822209" y="3410700"/>
                  </a:lnTo>
                  <a:lnTo>
                    <a:pt x="2866874" y="3342026"/>
                  </a:lnTo>
                  <a:lnTo>
                    <a:pt x="2896531" y="3290993"/>
                  </a:lnTo>
                  <a:lnTo>
                    <a:pt x="2929351" y="3229348"/>
                  </a:lnTo>
                  <a:lnTo>
                    <a:pt x="2961425" y="3163754"/>
                  </a:lnTo>
                  <a:lnTo>
                    <a:pt x="2992929" y="3094130"/>
                  </a:lnTo>
                  <a:lnTo>
                    <a:pt x="3024012" y="3020444"/>
                  </a:lnTo>
                  <a:lnTo>
                    <a:pt x="3054795" y="2942716"/>
                  </a:lnTo>
                  <a:lnTo>
                    <a:pt x="3085377" y="2861022"/>
                  </a:lnTo>
                  <a:lnTo>
                    <a:pt x="3115836" y="2775499"/>
                  </a:lnTo>
                  <a:lnTo>
                    <a:pt x="3146235" y="2686349"/>
                  </a:lnTo>
                  <a:lnTo>
                    <a:pt x="3176617" y="2593836"/>
                  </a:lnTo>
                  <a:lnTo>
                    <a:pt x="3207013" y="2498288"/>
                  </a:lnTo>
                  <a:lnTo>
                    <a:pt x="3237442" y="2400093"/>
                  </a:lnTo>
                  <a:lnTo>
                    <a:pt x="3267912" y="2299691"/>
                  </a:lnTo>
                  <a:lnTo>
                    <a:pt x="3298419" y="2197574"/>
                  </a:lnTo>
                  <a:lnTo>
                    <a:pt x="3328958" y="2094266"/>
                  </a:lnTo>
                  <a:lnTo>
                    <a:pt x="3359513" y="1990323"/>
                  </a:lnTo>
                  <a:lnTo>
                    <a:pt x="3390071" y="1886311"/>
                  </a:lnTo>
                  <a:lnTo>
                    <a:pt x="3420614" y="1782800"/>
                  </a:lnTo>
                  <a:lnTo>
                    <a:pt x="3451130" y="1680349"/>
                  </a:lnTo>
                  <a:lnTo>
                    <a:pt x="3481609" y="1579490"/>
                  </a:lnTo>
                  <a:lnTo>
                    <a:pt x="3512048" y="1480724"/>
                  </a:lnTo>
                  <a:lnTo>
                    <a:pt x="3542451" y="1384505"/>
                  </a:lnTo>
                  <a:lnTo>
                    <a:pt x="3572834" y="1291234"/>
                  </a:lnTo>
                  <a:lnTo>
                    <a:pt x="3603225" y="1201252"/>
                  </a:lnTo>
                  <a:lnTo>
                    <a:pt x="3633665" y="1114840"/>
                  </a:lnTo>
                  <a:lnTo>
                    <a:pt x="3664211" y="1032215"/>
                  </a:lnTo>
                  <a:lnTo>
                    <a:pt x="3694938" y="953528"/>
                  </a:lnTo>
                  <a:lnTo>
                    <a:pt x="3725938" y="878870"/>
                  </a:lnTo>
                  <a:lnTo>
                    <a:pt x="3757330" y="808275"/>
                  </a:lnTo>
                  <a:lnTo>
                    <a:pt x="3789252" y="741722"/>
                  </a:lnTo>
                  <a:lnTo>
                    <a:pt x="3821875" y="679141"/>
                  </a:lnTo>
                  <a:lnTo>
                    <a:pt x="3829811" y="664737"/>
                  </a:lnTo>
                  <a:lnTo>
                    <a:pt x="3873123" y="591681"/>
                  </a:lnTo>
                  <a:lnTo>
                    <a:pt x="3918482" y="524967"/>
                  </a:lnTo>
                  <a:lnTo>
                    <a:pt x="3966458" y="464368"/>
                  </a:lnTo>
                  <a:lnTo>
                    <a:pt x="4017678" y="409449"/>
                  </a:lnTo>
                  <a:lnTo>
                    <a:pt x="4072794" y="359690"/>
                  </a:lnTo>
                  <a:lnTo>
                    <a:pt x="4132441" y="314553"/>
                  </a:lnTo>
                  <a:lnTo>
                    <a:pt x="4197200" y="273535"/>
                  </a:lnTo>
                  <a:lnTo>
                    <a:pt x="4267538" y="236192"/>
                  </a:lnTo>
                  <a:lnTo>
                    <a:pt x="4343732" y="202156"/>
                  </a:lnTo>
                  <a:lnTo>
                    <a:pt x="4425771" y="171147"/>
                  </a:lnTo>
                  <a:lnTo>
                    <a:pt x="4513236" y="142970"/>
                  </a:lnTo>
                  <a:lnTo>
                    <a:pt x="4605184" y="117519"/>
                  </a:lnTo>
                  <a:lnTo>
                    <a:pt x="4700037" y="94764"/>
                  </a:lnTo>
                  <a:lnTo>
                    <a:pt x="4795541" y="74734"/>
                  </a:lnTo>
                  <a:lnTo>
                    <a:pt x="4888817" y="57486"/>
                  </a:lnTo>
                  <a:lnTo>
                    <a:pt x="4976566" y="43069"/>
                  </a:lnTo>
                  <a:lnTo>
                    <a:pt x="5055419" y="31476"/>
                  </a:lnTo>
                  <a:lnTo>
                    <a:pt x="5122409" y="22608"/>
                  </a:lnTo>
                  <a:lnTo>
                    <a:pt x="5175463" y="16254"/>
                  </a:lnTo>
                  <a:lnTo>
                    <a:pt x="5213793" y="12082"/>
                  </a:lnTo>
                  <a:lnTo>
                    <a:pt x="5238099" y="9669"/>
                  </a:lnTo>
                  <a:lnTo>
                    <a:pt x="5250554" y="8538"/>
                  </a:lnTo>
                  <a:lnTo>
                    <a:pt x="5254640" y="8197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419" y="8257"/>
                  </a:lnTo>
                  <a:lnTo>
                    <a:pt x="6734505" y="8863"/>
                  </a:lnTo>
                  <a:lnTo>
                    <a:pt x="6752396" y="10536"/>
                  </a:lnTo>
                  <a:lnTo>
                    <a:pt x="6784459" y="13831"/>
                  </a:lnTo>
                  <a:lnTo>
                    <a:pt x="6832400" y="19265"/>
                  </a:lnTo>
                  <a:lnTo>
                    <a:pt x="6896137" y="27267"/>
                  </a:lnTo>
                  <a:lnTo>
                    <a:pt x="6973914" y="38138"/>
                  </a:lnTo>
                  <a:lnTo>
                    <a:pt x="7062694" y="52039"/>
                  </a:lnTo>
                  <a:lnTo>
                    <a:pt x="7158738" y="69010"/>
                  </a:lnTo>
                  <a:lnTo>
                    <a:pt x="7258213" y="89011"/>
                  </a:lnTo>
                  <a:lnTo>
                    <a:pt x="7357683" y="111976"/>
                  </a:lnTo>
                  <a:lnTo>
                    <a:pt x="7454411" y="137862"/>
                  </a:lnTo>
                  <a:lnTo>
                    <a:pt x="7546465" y="166690"/>
                  </a:lnTo>
                  <a:lnTo>
                    <a:pt x="7632680" y="198568"/>
                  </a:lnTo>
                  <a:lnTo>
                    <a:pt x="7712532" y="233708"/>
                  </a:lnTo>
                  <a:lnTo>
                    <a:pt x="7785990" y="272423"/>
                  </a:lnTo>
                  <a:lnTo>
                    <a:pt x="7853372" y="315130"/>
                  </a:lnTo>
                  <a:lnTo>
                    <a:pt x="7915216" y="362334"/>
                  </a:lnTo>
                  <a:lnTo>
                    <a:pt x="7972194" y="414610"/>
                  </a:lnTo>
                  <a:lnTo>
                    <a:pt x="8025035" y="472566"/>
                  </a:lnTo>
                  <a:lnTo>
                    <a:pt x="8074480" y="536780"/>
                  </a:lnTo>
                  <a:lnTo>
                    <a:pt x="8121230" y="607701"/>
                  </a:lnTo>
                  <a:lnTo>
                    <a:pt x="8151487" y="659288"/>
                  </a:lnTo>
                  <a:lnTo>
                    <a:pt x="8184427" y="720655"/>
                  </a:lnTo>
                  <a:lnTo>
                    <a:pt x="8216615" y="785968"/>
                  </a:lnTo>
                  <a:lnTo>
                    <a:pt x="8248232" y="855307"/>
                  </a:lnTo>
                  <a:lnTo>
                    <a:pt x="8279425" y="928705"/>
                  </a:lnTo>
                  <a:lnTo>
                    <a:pt x="8310318" y="1006140"/>
                  </a:lnTo>
                  <a:lnTo>
                    <a:pt x="8341010" y="1087535"/>
                  </a:lnTo>
                  <a:lnTo>
                    <a:pt x="8371580" y="1172752"/>
                  </a:lnTo>
                  <a:lnTo>
                    <a:pt x="8402090" y="1261586"/>
                  </a:lnTo>
                  <a:lnTo>
                    <a:pt x="8432585" y="1353771"/>
                  </a:lnTo>
                  <a:lnTo>
                    <a:pt x="8463095" y="1448977"/>
                  </a:lnTo>
                  <a:lnTo>
                    <a:pt x="8493638" y="1546812"/>
                  </a:lnTo>
                  <a:lnTo>
                    <a:pt x="8524222" y="1646831"/>
                  </a:lnTo>
                  <a:lnTo>
                    <a:pt x="8554844" y="1748543"/>
                  </a:lnTo>
                  <a:lnTo>
                    <a:pt x="8585497" y="1851417"/>
                  </a:lnTo>
                  <a:lnTo>
                    <a:pt x="8616166" y="1954897"/>
                  </a:lnTo>
                  <a:lnTo>
                    <a:pt x="8646836" y="2058415"/>
                  </a:lnTo>
                  <a:lnTo>
                    <a:pt x="8677492" y="2161398"/>
                  </a:lnTo>
                  <a:lnTo>
                    <a:pt x="8708119" y="2263288"/>
                  </a:lnTo>
                  <a:lnTo>
                    <a:pt x="8738708" y="2363552"/>
                  </a:lnTo>
                  <a:lnTo>
                    <a:pt x="8769256" y="2461692"/>
                  </a:lnTo>
                  <a:lnTo>
                    <a:pt x="8799769" y="2557257"/>
                  </a:lnTo>
                  <a:lnTo>
                    <a:pt x="8830265" y="2649848"/>
                  </a:lnTo>
                  <a:lnTo>
                    <a:pt x="8860770" y="2739127"/>
                  </a:lnTo>
                  <a:lnTo>
                    <a:pt x="8891330" y="2824818"/>
                  </a:lnTo>
                  <a:lnTo>
                    <a:pt x="8922002" y="2906711"/>
                  </a:lnTo>
                  <a:lnTo>
                    <a:pt x="8952864" y="2984658"/>
                  </a:lnTo>
                  <a:lnTo>
                    <a:pt x="8984013" y="3058574"/>
                  </a:lnTo>
                  <a:lnTo>
                    <a:pt x="9015568" y="3128431"/>
                  </a:lnTo>
                  <a:lnTo>
                    <a:pt x="9047674" y="3194255"/>
                  </a:lnTo>
                  <a:lnTo>
                    <a:pt x="9080507" y="3256121"/>
                  </a:lnTo>
                  <a:lnTo>
                    <a:pt x="9084767" y="3263750"/>
                  </a:lnTo>
                  <a:lnTo>
                    <a:pt x="9130065" y="3339300"/>
                  </a:lnTo>
                  <a:lnTo>
                    <a:pt x="9177623" y="3407990"/>
                  </a:lnTo>
                  <a:lnTo>
                    <a:pt x="9228099" y="3470098"/>
                  </a:lnTo>
                  <a:lnTo>
                    <a:pt x="9282212" y="3526129"/>
                  </a:lnTo>
                  <a:lnTo>
                    <a:pt x="9340704" y="3576679"/>
                  </a:lnTo>
                  <a:lnTo>
                    <a:pt x="9404291" y="3622352"/>
                  </a:lnTo>
                  <a:lnTo>
                    <a:pt x="9473610" y="3663701"/>
                  </a:lnTo>
                  <a:lnTo>
                    <a:pt x="9549140" y="3701205"/>
                  </a:lnTo>
                  <a:lnTo>
                    <a:pt x="9631098" y="3735248"/>
                  </a:lnTo>
                  <a:lnTo>
                    <a:pt x="9719309" y="3766110"/>
                  </a:lnTo>
                  <a:lnTo>
                    <a:pt x="9813057" y="3793968"/>
                  </a:lnTo>
                  <a:lnTo>
                    <a:pt x="9910934" y="3818900"/>
                  </a:lnTo>
                  <a:lnTo>
                    <a:pt x="10010745" y="3840902"/>
                  </a:lnTo>
                  <a:lnTo>
                    <a:pt x="10109503" y="3859918"/>
                  </a:lnTo>
                  <a:lnTo>
                    <a:pt x="10203599" y="3875886"/>
                  </a:lnTo>
                  <a:lnTo>
                    <a:pt x="10289169" y="3888786"/>
                  </a:lnTo>
                  <a:lnTo>
                    <a:pt x="10362634" y="3898693"/>
                  </a:lnTo>
                  <a:lnTo>
                    <a:pt x="10421319" y="3905815"/>
                  </a:lnTo>
                  <a:lnTo>
                    <a:pt x="10463986" y="3910497"/>
                  </a:lnTo>
                  <a:lnTo>
                    <a:pt x="10491139" y="3913202"/>
                  </a:lnTo>
                  <a:lnTo>
                    <a:pt x="10505050" y="3914464"/>
                  </a:lnTo>
                  <a:lnTo>
                    <a:pt x="10509577" y="3914840"/>
                  </a:lnTo>
                  <a:lnTo>
                    <a:pt x="10509911" y="3914866"/>
                  </a:lnTo>
                  <a:lnTo>
                    <a:pt x="11981298" y="3914866"/>
                  </a:lnTo>
                  <a:lnTo>
                    <a:pt x="11981298" y="3906693"/>
                  </a:lnTo>
                  <a:lnTo>
                    <a:pt x="10509911" y="3906693"/>
                  </a:lnTo>
                  <a:lnTo>
                    <a:pt x="10508834" y="3906608"/>
                  </a:lnTo>
                  <a:lnTo>
                    <a:pt x="10501748" y="3906002"/>
                  </a:lnTo>
                  <a:lnTo>
                    <a:pt x="10483857" y="3904329"/>
                  </a:lnTo>
                  <a:lnTo>
                    <a:pt x="10451794" y="3901034"/>
                  </a:lnTo>
                  <a:lnTo>
                    <a:pt x="10403853" y="3895600"/>
                  </a:lnTo>
                  <a:lnTo>
                    <a:pt x="10340116" y="3887598"/>
                  </a:lnTo>
                  <a:lnTo>
                    <a:pt x="10262339" y="3876727"/>
                  </a:lnTo>
                  <a:lnTo>
                    <a:pt x="10173559" y="3862827"/>
                  </a:lnTo>
                  <a:lnTo>
                    <a:pt x="10077515" y="3845856"/>
                  </a:lnTo>
                  <a:lnTo>
                    <a:pt x="9978040" y="3825855"/>
                  </a:lnTo>
                  <a:lnTo>
                    <a:pt x="9878571" y="3802890"/>
                  </a:lnTo>
                  <a:lnTo>
                    <a:pt x="9781842" y="3777003"/>
                  </a:lnTo>
                  <a:lnTo>
                    <a:pt x="9689788" y="3748175"/>
                  </a:lnTo>
                  <a:lnTo>
                    <a:pt x="9603574" y="3716297"/>
                  </a:lnTo>
                  <a:lnTo>
                    <a:pt x="9523722" y="3681157"/>
                  </a:lnTo>
                  <a:lnTo>
                    <a:pt x="9450263" y="3642442"/>
                  </a:lnTo>
                  <a:lnTo>
                    <a:pt x="9382881" y="3599735"/>
                  </a:lnTo>
                  <a:lnTo>
                    <a:pt x="9321037" y="3552531"/>
                  </a:lnTo>
                  <a:lnTo>
                    <a:pt x="9264059" y="3500255"/>
                  </a:lnTo>
                  <a:lnTo>
                    <a:pt x="9211218" y="3442299"/>
                  </a:lnTo>
                  <a:lnTo>
                    <a:pt x="9161774" y="3378085"/>
                  </a:lnTo>
                  <a:lnTo>
                    <a:pt x="9115023" y="3307164"/>
                  </a:lnTo>
                  <a:lnTo>
                    <a:pt x="9084767" y="3255577"/>
                  </a:lnTo>
                  <a:lnTo>
                    <a:pt x="9051827" y="3194210"/>
                  </a:lnTo>
                  <a:lnTo>
                    <a:pt x="9019638" y="3128897"/>
                  </a:lnTo>
                  <a:lnTo>
                    <a:pt x="8988021" y="3059558"/>
                  </a:lnTo>
                  <a:lnTo>
                    <a:pt x="8956828" y="2986161"/>
                  </a:lnTo>
                  <a:lnTo>
                    <a:pt x="8925935" y="2908725"/>
                  </a:lnTo>
                  <a:lnTo>
                    <a:pt x="8895243" y="2827330"/>
                  </a:lnTo>
                  <a:lnTo>
                    <a:pt x="8864673" y="2742114"/>
                  </a:lnTo>
                  <a:lnTo>
                    <a:pt x="8834163" y="2653279"/>
                  </a:lnTo>
                  <a:lnTo>
                    <a:pt x="8803668" y="2561094"/>
                  </a:lnTo>
                  <a:lnTo>
                    <a:pt x="8773158" y="2465889"/>
                  </a:lnTo>
                  <a:lnTo>
                    <a:pt x="8742615" y="2368054"/>
                  </a:lnTo>
                  <a:lnTo>
                    <a:pt x="8712031" y="2268034"/>
                  </a:lnTo>
                  <a:lnTo>
                    <a:pt x="8681409" y="2166322"/>
                  </a:lnTo>
                  <a:lnTo>
                    <a:pt x="8650756" y="2063448"/>
                  </a:lnTo>
                  <a:lnTo>
                    <a:pt x="8620087" y="1959968"/>
                  </a:lnTo>
                  <a:lnTo>
                    <a:pt x="8589417" y="1856451"/>
                  </a:lnTo>
                  <a:lnTo>
                    <a:pt x="8558762" y="1753468"/>
                  </a:lnTo>
                  <a:lnTo>
                    <a:pt x="8528135" y="1651577"/>
                  </a:lnTo>
                  <a:lnTo>
                    <a:pt x="8497546" y="1551313"/>
                  </a:lnTo>
                  <a:lnTo>
                    <a:pt x="8466997" y="1453173"/>
                  </a:lnTo>
                  <a:lnTo>
                    <a:pt x="8436484" y="1357608"/>
                  </a:lnTo>
                  <a:lnTo>
                    <a:pt x="8405989" y="1265017"/>
                  </a:lnTo>
                  <a:lnTo>
                    <a:pt x="8375483" y="1175738"/>
                  </a:lnTo>
                  <a:lnTo>
                    <a:pt x="8344923" y="1090047"/>
                  </a:lnTo>
                  <a:lnTo>
                    <a:pt x="8314251" y="1008154"/>
                  </a:lnTo>
                  <a:lnTo>
                    <a:pt x="8283389" y="930207"/>
                  </a:lnTo>
                  <a:lnTo>
                    <a:pt x="8252240" y="856291"/>
                  </a:lnTo>
                  <a:lnTo>
                    <a:pt x="8220686" y="786434"/>
                  </a:lnTo>
                  <a:lnTo>
                    <a:pt x="8188579" y="720610"/>
                  </a:lnTo>
                  <a:lnTo>
                    <a:pt x="8155747" y="658744"/>
                  </a:lnTo>
                  <a:lnTo>
                    <a:pt x="8151487" y="651115"/>
                  </a:lnTo>
                  <a:lnTo>
                    <a:pt x="8106189" y="575565"/>
                  </a:lnTo>
                  <a:lnTo>
                    <a:pt x="8058630" y="506875"/>
                  </a:lnTo>
                  <a:lnTo>
                    <a:pt x="8008154" y="444767"/>
                  </a:lnTo>
                  <a:lnTo>
                    <a:pt x="7954041" y="388736"/>
                  </a:lnTo>
                  <a:lnTo>
                    <a:pt x="7895550" y="338186"/>
                  </a:lnTo>
                  <a:lnTo>
                    <a:pt x="7831963" y="292514"/>
                  </a:lnTo>
                  <a:lnTo>
                    <a:pt x="7762643" y="251164"/>
                  </a:lnTo>
                  <a:lnTo>
                    <a:pt x="7687113" y="213660"/>
                  </a:lnTo>
                  <a:lnTo>
                    <a:pt x="7605155" y="179618"/>
                  </a:lnTo>
                  <a:lnTo>
                    <a:pt x="7516944" y="148755"/>
                  </a:lnTo>
                  <a:lnTo>
                    <a:pt x="7423196" y="120897"/>
                  </a:lnTo>
                  <a:lnTo>
                    <a:pt x="7325319" y="95965"/>
                  </a:lnTo>
                  <a:lnTo>
                    <a:pt x="7225508" y="73963"/>
                  </a:lnTo>
                  <a:lnTo>
                    <a:pt x="7126751" y="54947"/>
                  </a:lnTo>
                  <a:lnTo>
                    <a:pt x="7032654" y="38979"/>
                  </a:lnTo>
                  <a:lnTo>
                    <a:pt x="6947085" y="26079"/>
                  </a:lnTo>
                  <a:lnTo>
                    <a:pt x="6873619" y="16172"/>
                  </a:lnTo>
                  <a:lnTo>
                    <a:pt x="6814934" y="9050"/>
                  </a:lnTo>
                  <a:lnTo>
                    <a:pt x="6772267" y="4368"/>
                  </a:lnTo>
                  <a:lnTo>
                    <a:pt x="6745114" y="1664"/>
                  </a:lnTo>
                  <a:lnTo>
                    <a:pt x="6731203" y="401"/>
                  </a:lnTo>
                  <a:lnTo>
                    <a:pt x="6726676" y="25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009" y="75"/>
                  </a:lnTo>
                  <a:lnTo>
                    <a:pt x="5247766" y="609"/>
                  </a:lnTo>
                  <a:lnTo>
                    <a:pt x="5231943" y="2085"/>
                  </a:lnTo>
                  <a:lnTo>
                    <a:pt x="5203445" y="4995"/>
                  </a:lnTo>
                  <a:lnTo>
                    <a:pt x="5160543" y="9804"/>
                  </a:lnTo>
                  <a:lnTo>
                    <a:pt x="5103008" y="16910"/>
                  </a:lnTo>
                  <a:lnTo>
                    <a:pt x="5032057" y="26607"/>
                  </a:lnTo>
                  <a:lnTo>
                    <a:pt x="4950093" y="39072"/>
                  </a:lnTo>
                  <a:lnTo>
                    <a:pt x="4860260" y="54372"/>
                  </a:lnTo>
                  <a:lnTo>
                    <a:pt x="4765953" y="72490"/>
                  </a:lnTo>
                  <a:lnTo>
                    <a:pt x="4670370" y="93373"/>
                  </a:lnTo>
                  <a:lnTo>
                    <a:pt x="4576210" y="116967"/>
                  </a:lnTo>
                  <a:lnTo>
                    <a:pt x="4485518" y="143259"/>
                  </a:lnTo>
                  <a:lnTo>
                    <a:pt x="4399664" y="172301"/>
                  </a:lnTo>
                  <a:lnTo>
                    <a:pt x="4319419" y="204226"/>
                  </a:lnTo>
                  <a:lnTo>
                    <a:pt x="4245059" y="239255"/>
                  </a:lnTo>
                  <a:lnTo>
                    <a:pt x="4176495" y="277697"/>
                  </a:lnTo>
                  <a:lnTo>
                    <a:pt x="4113381" y="319944"/>
                  </a:lnTo>
                  <a:lnTo>
                    <a:pt x="4055209" y="366461"/>
                  </a:lnTo>
                  <a:lnTo>
                    <a:pt x="4001373" y="417766"/>
                  </a:lnTo>
                  <a:lnTo>
                    <a:pt x="3951230" y="474397"/>
                  </a:lnTo>
                  <a:lnTo>
                    <a:pt x="3904133" y="536857"/>
                  </a:lnTo>
                  <a:lnTo>
                    <a:pt x="3859468" y="605531"/>
                  </a:lnTo>
                  <a:lnTo>
                    <a:pt x="3829811" y="656564"/>
                  </a:lnTo>
                  <a:lnTo>
                    <a:pt x="3796991" y="718209"/>
                  </a:lnTo>
                  <a:lnTo>
                    <a:pt x="3764917" y="783803"/>
                  </a:lnTo>
                  <a:lnTo>
                    <a:pt x="3733413" y="853427"/>
                  </a:lnTo>
                  <a:lnTo>
                    <a:pt x="3702330" y="927113"/>
                  </a:lnTo>
                  <a:lnTo>
                    <a:pt x="3671547" y="1004841"/>
                  </a:lnTo>
                  <a:lnTo>
                    <a:pt x="3640966" y="1086536"/>
                  </a:lnTo>
                  <a:lnTo>
                    <a:pt x="3610506" y="1172058"/>
                  </a:lnTo>
                  <a:lnTo>
                    <a:pt x="3580108" y="1261208"/>
                  </a:lnTo>
                  <a:lnTo>
                    <a:pt x="3549725" y="1353721"/>
                  </a:lnTo>
                  <a:lnTo>
                    <a:pt x="3519329" y="1449269"/>
                  </a:lnTo>
                  <a:lnTo>
                    <a:pt x="3488900" y="1547465"/>
                  </a:lnTo>
                  <a:lnTo>
                    <a:pt x="3458430" y="1647866"/>
                  </a:lnTo>
                  <a:lnTo>
                    <a:pt x="3427923" y="1749984"/>
                  </a:lnTo>
                  <a:lnTo>
                    <a:pt x="3397385" y="1853291"/>
                  </a:lnTo>
                  <a:lnTo>
                    <a:pt x="3366829" y="1957234"/>
                  </a:lnTo>
                  <a:lnTo>
                    <a:pt x="3336271" y="2061246"/>
                  </a:lnTo>
                  <a:lnTo>
                    <a:pt x="3305728" y="2164757"/>
                  </a:lnTo>
                  <a:lnTo>
                    <a:pt x="3275212" y="2267209"/>
                  </a:lnTo>
                  <a:lnTo>
                    <a:pt x="3244733" y="2368067"/>
                  </a:lnTo>
                  <a:lnTo>
                    <a:pt x="3214295" y="2466833"/>
                  </a:lnTo>
                  <a:lnTo>
                    <a:pt x="3183891" y="2563052"/>
                  </a:lnTo>
                  <a:lnTo>
                    <a:pt x="3153508" y="2656324"/>
                  </a:lnTo>
                  <a:lnTo>
                    <a:pt x="3123117" y="2746305"/>
                  </a:lnTo>
                  <a:lnTo>
                    <a:pt x="3092677" y="2832717"/>
                  </a:lnTo>
                  <a:lnTo>
                    <a:pt x="3062131" y="2915342"/>
                  </a:lnTo>
                  <a:lnTo>
                    <a:pt x="3031404" y="2994029"/>
                  </a:lnTo>
                  <a:lnTo>
                    <a:pt x="3000404" y="3068687"/>
                  </a:lnTo>
                  <a:lnTo>
                    <a:pt x="2969013" y="3139282"/>
                  </a:lnTo>
                  <a:lnTo>
                    <a:pt x="2937090" y="3205835"/>
                  </a:lnTo>
                  <a:lnTo>
                    <a:pt x="2904467" y="3268416"/>
                  </a:lnTo>
                  <a:lnTo>
                    <a:pt x="2896531" y="3282820"/>
                  </a:lnTo>
                  <a:lnTo>
                    <a:pt x="2853219" y="3355876"/>
                  </a:lnTo>
                  <a:lnTo>
                    <a:pt x="2807860" y="3422590"/>
                  </a:lnTo>
                  <a:lnTo>
                    <a:pt x="2759884" y="3483190"/>
                  </a:lnTo>
                  <a:lnTo>
                    <a:pt x="2708664" y="3538108"/>
                  </a:lnTo>
                  <a:lnTo>
                    <a:pt x="2653548" y="3587868"/>
                  </a:lnTo>
                  <a:lnTo>
                    <a:pt x="2593901" y="3633004"/>
                  </a:lnTo>
                  <a:lnTo>
                    <a:pt x="2529143" y="3674023"/>
                  </a:lnTo>
                  <a:lnTo>
                    <a:pt x="2458804" y="3711366"/>
                  </a:lnTo>
                  <a:lnTo>
                    <a:pt x="2382610" y="3745401"/>
                  </a:lnTo>
                  <a:lnTo>
                    <a:pt x="2300571" y="3776410"/>
                  </a:lnTo>
                  <a:lnTo>
                    <a:pt x="2213106" y="3804587"/>
                  </a:lnTo>
                  <a:lnTo>
                    <a:pt x="2121158" y="3830039"/>
                  </a:lnTo>
                  <a:lnTo>
                    <a:pt x="2026305" y="3852794"/>
                  </a:lnTo>
                  <a:lnTo>
                    <a:pt x="1930801" y="3872824"/>
                  </a:lnTo>
                  <a:lnTo>
                    <a:pt x="1837525" y="3890071"/>
                  </a:lnTo>
                  <a:lnTo>
                    <a:pt x="1749776" y="3904488"/>
                  </a:lnTo>
                  <a:lnTo>
                    <a:pt x="1670923" y="3916082"/>
                  </a:lnTo>
                  <a:lnTo>
                    <a:pt x="1603933" y="3924949"/>
                  </a:lnTo>
                  <a:lnTo>
                    <a:pt x="1550879" y="3931303"/>
                  </a:lnTo>
                  <a:lnTo>
                    <a:pt x="1512549" y="3935476"/>
                  </a:lnTo>
                  <a:lnTo>
                    <a:pt x="1488243" y="3937888"/>
                  </a:lnTo>
                  <a:lnTo>
                    <a:pt x="1475789" y="3939019"/>
                  </a:lnTo>
                  <a:lnTo>
                    <a:pt x="1471702" y="3939360"/>
                  </a:lnTo>
                  <a:lnTo>
                    <a:pt x="1471387" y="3939385"/>
                  </a:lnTo>
                  <a:lnTo>
                    <a:pt x="0" y="3939385"/>
                  </a:lnTo>
                  <a:close/>
                </a:path>
              </a:pathLst>
            </a:custGeom>
            <a:solidFill>
              <a:srgbClr val="E78AC3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350" name="pl1350"/>
            <p:cNvSpPr/>
            <p:nvPr/>
          </p:nvSpPr>
          <p:spPr>
            <a:xfrm>
              <a:off x="4799595" y="4938905"/>
              <a:ext cx="11981298" cy="3939385"/>
            </a:xfrm>
            <a:custGeom>
              <a:avLst/>
              <a:pathLst>
                <a:path w="11981298" h="3939385">
                  <a:moveTo>
                    <a:pt x="0" y="3939385"/>
                  </a:moveTo>
                  <a:lnTo>
                    <a:pt x="1471387" y="3939385"/>
                  </a:lnTo>
                  <a:lnTo>
                    <a:pt x="1472333" y="3939310"/>
                  </a:lnTo>
                  <a:lnTo>
                    <a:pt x="1478576" y="3938775"/>
                  </a:lnTo>
                  <a:lnTo>
                    <a:pt x="1494399" y="3937299"/>
                  </a:lnTo>
                  <a:lnTo>
                    <a:pt x="1522897" y="3934389"/>
                  </a:lnTo>
                  <a:lnTo>
                    <a:pt x="1565799" y="3929580"/>
                  </a:lnTo>
                  <a:lnTo>
                    <a:pt x="1623334" y="3922474"/>
                  </a:lnTo>
                  <a:lnTo>
                    <a:pt x="1694285" y="3912777"/>
                  </a:lnTo>
                  <a:lnTo>
                    <a:pt x="1776249" y="3900312"/>
                  </a:lnTo>
                  <a:lnTo>
                    <a:pt x="1866082" y="3885012"/>
                  </a:lnTo>
                  <a:lnTo>
                    <a:pt x="1960390" y="3866894"/>
                  </a:lnTo>
                  <a:lnTo>
                    <a:pt x="2055972" y="3846011"/>
                  </a:lnTo>
                  <a:lnTo>
                    <a:pt x="2150132" y="3822417"/>
                  </a:lnTo>
                  <a:lnTo>
                    <a:pt x="2240825" y="3796126"/>
                  </a:lnTo>
                  <a:lnTo>
                    <a:pt x="2326678" y="3767084"/>
                  </a:lnTo>
                  <a:lnTo>
                    <a:pt x="2406923" y="3735159"/>
                  </a:lnTo>
                  <a:lnTo>
                    <a:pt x="2481283" y="3700130"/>
                  </a:lnTo>
                  <a:lnTo>
                    <a:pt x="2549847" y="3661688"/>
                  </a:lnTo>
                  <a:lnTo>
                    <a:pt x="2612961" y="3619440"/>
                  </a:lnTo>
                  <a:lnTo>
                    <a:pt x="2671134" y="3572923"/>
                  </a:lnTo>
                  <a:lnTo>
                    <a:pt x="2724969" y="3521618"/>
                  </a:lnTo>
                  <a:lnTo>
                    <a:pt x="2775112" y="3464988"/>
                  </a:lnTo>
                  <a:lnTo>
                    <a:pt x="2822209" y="3402527"/>
                  </a:lnTo>
                  <a:lnTo>
                    <a:pt x="2866874" y="3333853"/>
                  </a:lnTo>
                  <a:lnTo>
                    <a:pt x="2896531" y="3282820"/>
                  </a:lnTo>
                  <a:lnTo>
                    <a:pt x="2929351" y="3221175"/>
                  </a:lnTo>
                  <a:lnTo>
                    <a:pt x="2961425" y="3155581"/>
                  </a:lnTo>
                  <a:lnTo>
                    <a:pt x="2992929" y="3085957"/>
                  </a:lnTo>
                  <a:lnTo>
                    <a:pt x="3024012" y="3012271"/>
                  </a:lnTo>
                  <a:lnTo>
                    <a:pt x="3054795" y="2934543"/>
                  </a:lnTo>
                  <a:lnTo>
                    <a:pt x="3085377" y="2852849"/>
                  </a:lnTo>
                  <a:lnTo>
                    <a:pt x="3115836" y="2767326"/>
                  </a:lnTo>
                  <a:lnTo>
                    <a:pt x="3146235" y="2678176"/>
                  </a:lnTo>
                  <a:lnTo>
                    <a:pt x="3176617" y="2585663"/>
                  </a:lnTo>
                  <a:lnTo>
                    <a:pt x="3207013" y="2490115"/>
                  </a:lnTo>
                  <a:lnTo>
                    <a:pt x="3237442" y="2391920"/>
                  </a:lnTo>
                  <a:lnTo>
                    <a:pt x="3267912" y="2291518"/>
                  </a:lnTo>
                  <a:lnTo>
                    <a:pt x="3298419" y="2189401"/>
                  </a:lnTo>
                  <a:lnTo>
                    <a:pt x="3328958" y="2086093"/>
                  </a:lnTo>
                  <a:lnTo>
                    <a:pt x="3359513" y="1982150"/>
                  </a:lnTo>
                  <a:lnTo>
                    <a:pt x="3390071" y="1878138"/>
                  </a:lnTo>
                  <a:lnTo>
                    <a:pt x="3420614" y="1774627"/>
                  </a:lnTo>
                  <a:lnTo>
                    <a:pt x="3451130" y="1672176"/>
                  </a:lnTo>
                  <a:lnTo>
                    <a:pt x="3481609" y="1571317"/>
                  </a:lnTo>
                  <a:lnTo>
                    <a:pt x="3512048" y="1472551"/>
                  </a:lnTo>
                  <a:lnTo>
                    <a:pt x="3542451" y="1376332"/>
                  </a:lnTo>
                  <a:lnTo>
                    <a:pt x="3572834" y="1283061"/>
                  </a:lnTo>
                  <a:lnTo>
                    <a:pt x="3603225" y="1193079"/>
                  </a:lnTo>
                  <a:lnTo>
                    <a:pt x="3633665" y="1106667"/>
                  </a:lnTo>
                  <a:lnTo>
                    <a:pt x="3664211" y="1024042"/>
                  </a:lnTo>
                  <a:lnTo>
                    <a:pt x="3694938" y="945355"/>
                  </a:lnTo>
                  <a:lnTo>
                    <a:pt x="3725938" y="870697"/>
                  </a:lnTo>
                  <a:lnTo>
                    <a:pt x="3757330" y="800102"/>
                  </a:lnTo>
                  <a:lnTo>
                    <a:pt x="3789252" y="733549"/>
                  </a:lnTo>
                  <a:lnTo>
                    <a:pt x="3821875" y="670968"/>
                  </a:lnTo>
                  <a:lnTo>
                    <a:pt x="3829811" y="656564"/>
                  </a:lnTo>
                  <a:lnTo>
                    <a:pt x="3873123" y="583508"/>
                  </a:lnTo>
                  <a:lnTo>
                    <a:pt x="3918482" y="516794"/>
                  </a:lnTo>
                  <a:lnTo>
                    <a:pt x="3966458" y="456195"/>
                  </a:lnTo>
                  <a:lnTo>
                    <a:pt x="4017678" y="401276"/>
                  </a:lnTo>
                  <a:lnTo>
                    <a:pt x="4072794" y="351517"/>
                  </a:lnTo>
                  <a:lnTo>
                    <a:pt x="4132441" y="306380"/>
                  </a:lnTo>
                  <a:lnTo>
                    <a:pt x="4197200" y="265362"/>
                  </a:lnTo>
                  <a:lnTo>
                    <a:pt x="4267538" y="228019"/>
                  </a:lnTo>
                  <a:lnTo>
                    <a:pt x="4343732" y="193983"/>
                  </a:lnTo>
                  <a:lnTo>
                    <a:pt x="4425771" y="162974"/>
                  </a:lnTo>
                  <a:lnTo>
                    <a:pt x="4513236" y="134797"/>
                  </a:lnTo>
                  <a:lnTo>
                    <a:pt x="4605184" y="109346"/>
                  </a:lnTo>
                  <a:lnTo>
                    <a:pt x="4700037" y="86591"/>
                  </a:lnTo>
                  <a:lnTo>
                    <a:pt x="4795541" y="66561"/>
                  </a:lnTo>
                  <a:lnTo>
                    <a:pt x="4888817" y="49313"/>
                  </a:lnTo>
                  <a:lnTo>
                    <a:pt x="4976566" y="34896"/>
                  </a:lnTo>
                  <a:lnTo>
                    <a:pt x="5055419" y="23303"/>
                  </a:lnTo>
                  <a:lnTo>
                    <a:pt x="5122409" y="14435"/>
                  </a:lnTo>
                  <a:lnTo>
                    <a:pt x="5175463" y="8081"/>
                  </a:lnTo>
                  <a:lnTo>
                    <a:pt x="5213793" y="3909"/>
                  </a:lnTo>
                  <a:lnTo>
                    <a:pt x="5238099" y="1496"/>
                  </a:lnTo>
                  <a:lnTo>
                    <a:pt x="5250554" y="365"/>
                  </a:lnTo>
                  <a:lnTo>
                    <a:pt x="5254640" y="24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419" y="84"/>
                  </a:lnTo>
                  <a:lnTo>
                    <a:pt x="6734505" y="690"/>
                  </a:lnTo>
                  <a:lnTo>
                    <a:pt x="6752396" y="2363"/>
                  </a:lnTo>
                  <a:lnTo>
                    <a:pt x="6784459" y="5658"/>
                  </a:lnTo>
                  <a:lnTo>
                    <a:pt x="6832400" y="11092"/>
                  </a:lnTo>
                  <a:lnTo>
                    <a:pt x="6896137" y="19094"/>
                  </a:lnTo>
                  <a:lnTo>
                    <a:pt x="6973914" y="29965"/>
                  </a:lnTo>
                  <a:lnTo>
                    <a:pt x="7062694" y="43866"/>
                  </a:lnTo>
                  <a:lnTo>
                    <a:pt x="7158738" y="60837"/>
                  </a:lnTo>
                  <a:lnTo>
                    <a:pt x="7258213" y="80838"/>
                  </a:lnTo>
                  <a:lnTo>
                    <a:pt x="7357683" y="103803"/>
                  </a:lnTo>
                  <a:lnTo>
                    <a:pt x="7454411" y="129689"/>
                  </a:lnTo>
                  <a:lnTo>
                    <a:pt x="7546465" y="158517"/>
                  </a:lnTo>
                  <a:lnTo>
                    <a:pt x="7632680" y="190395"/>
                  </a:lnTo>
                  <a:lnTo>
                    <a:pt x="7712532" y="225535"/>
                  </a:lnTo>
                  <a:lnTo>
                    <a:pt x="7785990" y="264250"/>
                  </a:lnTo>
                  <a:lnTo>
                    <a:pt x="7853372" y="306957"/>
                  </a:lnTo>
                  <a:lnTo>
                    <a:pt x="7915216" y="354161"/>
                  </a:lnTo>
                  <a:lnTo>
                    <a:pt x="7972194" y="406437"/>
                  </a:lnTo>
                  <a:lnTo>
                    <a:pt x="8025035" y="464393"/>
                  </a:lnTo>
                  <a:lnTo>
                    <a:pt x="8074480" y="528607"/>
                  </a:lnTo>
                  <a:lnTo>
                    <a:pt x="8121230" y="599528"/>
                  </a:lnTo>
                  <a:lnTo>
                    <a:pt x="8151487" y="651115"/>
                  </a:lnTo>
                  <a:lnTo>
                    <a:pt x="8184427" y="712482"/>
                  </a:lnTo>
                  <a:lnTo>
                    <a:pt x="8216615" y="777795"/>
                  </a:lnTo>
                  <a:lnTo>
                    <a:pt x="8248232" y="847134"/>
                  </a:lnTo>
                  <a:lnTo>
                    <a:pt x="8279425" y="920532"/>
                  </a:lnTo>
                  <a:lnTo>
                    <a:pt x="8310318" y="997967"/>
                  </a:lnTo>
                  <a:lnTo>
                    <a:pt x="8341010" y="1079362"/>
                  </a:lnTo>
                  <a:lnTo>
                    <a:pt x="8371580" y="1164579"/>
                  </a:lnTo>
                  <a:lnTo>
                    <a:pt x="8402090" y="1253413"/>
                  </a:lnTo>
                  <a:lnTo>
                    <a:pt x="8432585" y="1345598"/>
                  </a:lnTo>
                  <a:lnTo>
                    <a:pt x="8463095" y="1440804"/>
                  </a:lnTo>
                  <a:lnTo>
                    <a:pt x="8493638" y="1538639"/>
                  </a:lnTo>
                  <a:lnTo>
                    <a:pt x="8524222" y="1638658"/>
                  </a:lnTo>
                  <a:lnTo>
                    <a:pt x="8554844" y="1740370"/>
                  </a:lnTo>
                  <a:lnTo>
                    <a:pt x="8585497" y="1843244"/>
                  </a:lnTo>
                  <a:lnTo>
                    <a:pt x="8616166" y="1946724"/>
                  </a:lnTo>
                  <a:lnTo>
                    <a:pt x="8646836" y="2050242"/>
                  </a:lnTo>
                  <a:lnTo>
                    <a:pt x="8677492" y="2153225"/>
                  </a:lnTo>
                  <a:lnTo>
                    <a:pt x="8708119" y="2255115"/>
                  </a:lnTo>
                  <a:lnTo>
                    <a:pt x="8738708" y="2355379"/>
                  </a:lnTo>
                  <a:lnTo>
                    <a:pt x="8769256" y="2453519"/>
                  </a:lnTo>
                  <a:lnTo>
                    <a:pt x="8799769" y="2549084"/>
                  </a:lnTo>
                  <a:lnTo>
                    <a:pt x="8830265" y="2641675"/>
                  </a:lnTo>
                  <a:lnTo>
                    <a:pt x="8860770" y="2730954"/>
                  </a:lnTo>
                  <a:lnTo>
                    <a:pt x="8891330" y="2816645"/>
                  </a:lnTo>
                  <a:lnTo>
                    <a:pt x="8922002" y="2898538"/>
                  </a:lnTo>
                  <a:lnTo>
                    <a:pt x="8952864" y="2976485"/>
                  </a:lnTo>
                  <a:lnTo>
                    <a:pt x="8984013" y="3050401"/>
                  </a:lnTo>
                  <a:lnTo>
                    <a:pt x="9015568" y="3120258"/>
                  </a:lnTo>
                  <a:lnTo>
                    <a:pt x="9047674" y="3186082"/>
                  </a:lnTo>
                  <a:lnTo>
                    <a:pt x="9080507" y="3247948"/>
                  </a:lnTo>
                  <a:lnTo>
                    <a:pt x="9084767" y="3255577"/>
                  </a:lnTo>
                  <a:lnTo>
                    <a:pt x="9130065" y="3331127"/>
                  </a:lnTo>
                  <a:lnTo>
                    <a:pt x="9177623" y="3399817"/>
                  </a:lnTo>
                  <a:lnTo>
                    <a:pt x="9228099" y="3461925"/>
                  </a:lnTo>
                  <a:lnTo>
                    <a:pt x="9282212" y="3517956"/>
                  </a:lnTo>
                  <a:lnTo>
                    <a:pt x="9340704" y="3568506"/>
                  </a:lnTo>
                  <a:lnTo>
                    <a:pt x="9404291" y="3614179"/>
                  </a:lnTo>
                  <a:lnTo>
                    <a:pt x="9473610" y="3655528"/>
                  </a:lnTo>
                  <a:lnTo>
                    <a:pt x="9549140" y="3693032"/>
                  </a:lnTo>
                  <a:lnTo>
                    <a:pt x="9631098" y="3727075"/>
                  </a:lnTo>
                  <a:lnTo>
                    <a:pt x="9719309" y="3757937"/>
                  </a:lnTo>
                  <a:lnTo>
                    <a:pt x="9813057" y="3785795"/>
                  </a:lnTo>
                  <a:lnTo>
                    <a:pt x="9910934" y="3810727"/>
                  </a:lnTo>
                  <a:lnTo>
                    <a:pt x="10010745" y="3832729"/>
                  </a:lnTo>
                  <a:lnTo>
                    <a:pt x="10109503" y="3851745"/>
                  </a:lnTo>
                  <a:lnTo>
                    <a:pt x="10203599" y="3867713"/>
                  </a:lnTo>
                  <a:lnTo>
                    <a:pt x="10289169" y="3880613"/>
                  </a:lnTo>
                  <a:lnTo>
                    <a:pt x="10362634" y="3890520"/>
                  </a:lnTo>
                  <a:lnTo>
                    <a:pt x="10421319" y="3897642"/>
                  </a:lnTo>
                  <a:lnTo>
                    <a:pt x="10463986" y="3902324"/>
                  </a:lnTo>
                  <a:lnTo>
                    <a:pt x="10491139" y="3905029"/>
                  </a:lnTo>
                  <a:lnTo>
                    <a:pt x="10505050" y="3906291"/>
                  </a:lnTo>
                  <a:lnTo>
                    <a:pt x="10509577" y="3906667"/>
                  </a:lnTo>
                  <a:lnTo>
                    <a:pt x="10509911" y="3906693"/>
                  </a:lnTo>
                  <a:lnTo>
                    <a:pt x="11981298" y="390669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51" name="pl1351"/>
            <p:cNvSpPr/>
            <p:nvPr/>
          </p:nvSpPr>
          <p:spPr>
            <a:xfrm>
              <a:off x="4799595" y="4930732"/>
              <a:ext cx="11981298" cy="3939385"/>
            </a:xfrm>
            <a:custGeom>
              <a:avLst/>
              <a:pathLst>
                <a:path w="11981298" h="3939385">
                  <a:moveTo>
                    <a:pt x="11981298" y="3906693"/>
                  </a:moveTo>
                  <a:lnTo>
                    <a:pt x="10509911" y="3906693"/>
                  </a:lnTo>
                  <a:lnTo>
                    <a:pt x="10508834" y="3906608"/>
                  </a:lnTo>
                  <a:lnTo>
                    <a:pt x="10501748" y="3906002"/>
                  </a:lnTo>
                  <a:lnTo>
                    <a:pt x="10483857" y="3904329"/>
                  </a:lnTo>
                  <a:lnTo>
                    <a:pt x="10451794" y="3901034"/>
                  </a:lnTo>
                  <a:lnTo>
                    <a:pt x="10403853" y="3895600"/>
                  </a:lnTo>
                  <a:lnTo>
                    <a:pt x="10340116" y="3887598"/>
                  </a:lnTo>
                  <a:lnTo>
                    <a:pt x="10262339" y="3876727"/>
                  </a:lnTo>
                  <a:lnTo>
                    <a:pt x="10173559" y="3862827"/>
                  </a:lnTo>
                  <a:lnTo>
                    <a:pt x="10077515" y="3845856"/>
                  </a:lnTo>
                  <a:lnTo>
                    <a:pt x="9978040" y="3825855"/>
                  </a:lnTo>
                  <a:lnTo>
                    <a:pt x="9878571" y="3802890"/>
                  </a:lnTo>
                  <a:lnTo>
                    <a:pt x="9781842" y="3777003"/>
                  </a:lnTo>
                  <a:lnTo>
                    <a:pt x="9689788" y="3748175"/>
                  </a:lnTo>
                  <a:lnTo>
                    <a:pt x="9603574" y="3716297"/>
                  </a:lnTo>
                  <a:lnTo>
                    <a:pt x="9523722" y="3681157"/>
                  </a:lnTo>
                  <a:lnTo>
                    <a:pt x="9450263" y="3642442"/>
                  </a:lnTo>
                  <a:lnTo>
                    <a:pt x="9382881" y="3599735"/>
                  </a:lnTo>
                  <a:lnTo>
                    <a:pt x="9321037" y="3552531"/>
                  </a:lnTo>
                  <a:lnTo>
                    <a:pt x="9264059" y="3500255"/>
                  </a:lnTo>
                  <a:lnTo>
                    <a:pt x="9211218" y="3442299"/>
                  </a:lnTo>
                  <a:lnTo>
                    <a:pt x="9161774" y="3378085"/>
                  </a:lnTo>
                  <a:lnTo>
                    <a:pt x="9115023" y="3307164"/>
                  </a:lnTo>
                  <a:lnTo>
                    <a:pt x="9084767" y="3255577"/>
                  </a:lnTo>
                  <a:lnTo>
                    <a:pt x="9051827" y="3194210"/>
                  </a:lnTo>
                  <a:lnTo>
                    <a:pt x="9019638" y="3128897"/>
                  </a:lnTo>
                  <a:lnTo>
                    <a:pt x="8988021" y="3059558"/>
                  </a:lnTo>
                  <a:lnTo>
                    <a:pt x="8956828" y="2986161"/>
                  </a:lnTo>
                  <a:lnTo>
                    <a:pt x="8925935" y="2908725"/>
                  </a:lnTo>
                  <a:lnTo>
                    <a:pt x="8895243" y="2827330"/>
                  </a:lnTo>
                  <a:lnTo>
                    <a:pt x="8864673" y="2742114"/>
                  </a:lnTo>
                  <a:lnTo>
                    <a:pt x="8834163" y="2653279"/>
                  </a:lnTo>
                  <a:lnTo>
                    <a:pt x="8803668" y="2561094"/>
                  </a:lnTo>
                  <a:lnTo>
                    <a:pt x="8773158" y="2465889"/>
                  </a:lnTo>
                  <a:lnTo>
                    <a:pt x="8742615" y="2368054"/>
                  </a:lnTo>
                  <a:lnTo>
                    <a:pt x="8712031" y="2268034"/>
                  </a:lnTo>
                  <a:lnTo>
                    <a:pt x="8681409" y="2166322"/>
                  </a:lnTo>
                  <a:lnTo>
                    <a:pt x="8650756" y="2063448"/>
                  </a:lnTo>
                  <a:lnTo>
                    <a:pt x="8620087" y="1959968"/>
                  </a:lnTo>
                  <a:lnTo>
                    <a:pt x="8589417" y="1856451"/>
                  </a:lnTo>
                  <a:lnTo>
                    <a:pt x="8558762" y="1753468"/>
                  </a:lnTo>
                  <a:lnTo>
                    <a:pt x="8528135" y="1651577"/>
                  </a:lnTo>
                  <a:lnTo>
                    <a:pt x="8497546" y="1551313"/>
                  </a:lnTo>
                  <a:lnTo>
                    <a:pt x="8466997" y="1453173"/>
                  </a:lnTo>
                  <a:lnTo>
                    <a:pt x="8436484" y="1357608"/>
                  </a:lnTo>
                  <a:lnTo>
                    <a:pt x="8405989" y="1265017"/>
                  </a:lnTo>
                  <a:lnTo>
                    <a:pt x="8375483" y="1175738"/>
                  </a:lnTo>
                  <a:lnTo>
                    <a:pt x="8344923" y="1090047"/>
                  </a:lnTo>
                  <a:lnTo>
                    <a:pt x="8314251" y="1008154"/>
                  </a:lnTo>
                  <a:lnTo>
                    <a:pt x="8283389" y="930207"/>
                  </a:lnTo>
                  <a:lnTo>
                    <a:pt x="8252240" y="856291"/>
                  </a:lnTo>
                  <a:lnTo>
                    <a:pt x="8220686" y="786434"/>
                  </a:lnTo>
                  <a:lnTo>
                    <a:pt x="8188579" y="720610"/>
                  </a:lnTo>
                  <a:lnTo>
                    <a:pt x="8155747" y="658744"/>
                  </a:lnTo>
                  <a:lnTo>
                    <a:pt x="8151487" y="651115"/>
                  </a:lnTo>
                  <a:lnTo>
                    <a:pt x="8106189" y="575565"/>
                  </a:lnTo>
                  <a:lnTo>
                    <a:pt x="8058630" y="506875"/>
                  </a:lnTo>
                  <a:lnTo>
                    <a:pt x="8008154" y="444767"/>
                  </a:lnTo>
                  <a:lnTo>
                    <a:pt x="7954041" y="388736"/>
                  </a:lnTo>
                  <a:lnTo>
                    <a:pt x="7895550" y="338186"/>
                  </a:lnTo>
                  <a:lnTo>
                    <a:pt x="7831963" y="292514"/>
                  </a:lnTo>
                  <a:lnTo>
                    <a:pt x="7762643" y="251164"/>
                  </a:lnTo>
                  <a:lnTo>
                    <a:pt x="7687113" y="213660"/>
                  </a:lnTo>
                  <a:lnTo>
                    <a:pt x="7605155" y="179618"/>
                  </a:lnTo>
                  <a:lnTo>
                    <a:pt x="7516944" y="148755"/>
                  </a:lnTo>
                  <a:lnTo>
                    <a:pt x="7423196" y="120897"/>
                  </a:lnTo>
                  <a:lnTo>
                    <a:pt x="7325319" y="95965"/>
                  </a:lnTo>
                  <a:lnTo>
                    <a:pt x="7225508" y="73963"/>
                  </a:lnTo>
                  <a:lnTo>
                    <a:pt x="7126751" y="54947"/>
                  </a:lnTo>
                  <a:lnTo>
                    <a:pt x="7032654" y="38979"/>
                  </a:lnTo>
                  <a:lnTo>
                    <a:pt x="6947085" y="26079"/>
                  </a:lnTo>
                  <a:lnTo>
                    <a:pt x="6873619" y="16172"/>
                  </a:lnTo>
                  <a:lnTo>
                    <a:pt x="6814934" y="9050"/>
                  </a:lnTo>
                  <a:lnTo>
                    <a:pt x="6772267" y="4368"/>
                  </a:lnTo>
                  <a:lnTo>
                    <a:pt x="6745114" y="1664"/>
                  </a:lnTo>
                  <a:lnTo>
                    <a:pt x="6731203" y="401"/>
                  </a:lnTo>
                  <a:lnTo>
                    <a:pt x="6726676" y="25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009" y="75"/>
                  </a:lnTo>
                  <a:lnTo>
                    <a:pt x="5247766" y="609"/>
                  </a:lnTo>
                  <a:lnTo>
                    <a:pt x="5231943" y="2085"/>
                  </a:lnTo>
                  <a:lnTo>
                    <a:pt x="5203445" y="4995"/>
                  </a:lnTo>
                  <a:lnTo>
                    <a:pt x="5160543" y="9804"/>
                  </a:lnTo>
                  <a:lnTo>
                    <a:pt x="5103008" y="16910"/>
                  </a:lnTo>
                  <a:lnTo>
                    <a:pt x="5032057" y="26607"/>
                  </a:lnTo>
                  <a:lnTo>
                    <a:pt x="4950093" y="39072"/>
                  </a:lnTo>
                  <a:lnTo>
                    <a:pt x="4860260" y="54372"/>
                  </a:lnTo>
                  <a:lnTo>
                    <a:pt x="4765953" y="72490"/>
                  </a:lnTo>
                  <a:lnTo>
                    <a:pt x="4670370" y="93373"/>
                  </a:lnTo>
                  <a:lnTo>
                    <a:pt x="4576210" y="116967"/>
                  </a:lnTo>
                  <a:lnTo>
                    <a:pt x="4485518" y="143259"/>
                  </a:lnTo>
                  <a:lnTo>
                    <a:pt x="4399664" y="172301"/>
                  </a:lnTo>
                  <a:lnTo>
                    <a:pt x="4319419" y="204226"/>
                  </a:lnTo>
                  <a:lnTo>
                    <a:pt x="4245059" y="239255"/>
                  </a:lnTo>
                  <a:lnTo>
                    <a:pt x="4176495" y="277697"/>
                  </a:lnTo>
                  <a:lnTo>
                    <a:pt x="4113381" y="319944"/>
                  </a:lnTo>
                  <a:lnTo>
                    <a:pt x="4055209" y="366461"/>
                  </a:lnTo>
                  <a:lnTo>
                    <a:pt x="4001373" y="417766"/>
                  </a:lnTo>
                  <a:lnTo>
                    <a:pt x="3951230" y="474397"/>
                  </a:lnTo>
                  <a:lnTo>
                    <a:pt x="3904133" y="536857"/>
                  </a:lnTo>
                  <a:lnTo>
                    <a:pt x="3859468" y="605531"/>
                  </a:lnTo>
                  <a:lnTo>
                    <a:pt x="3829811" y="656564"/>
                  </a:lnTo>
                  <a:lnTo>
                    <a:pt x="3796991" y="718209"/>
                  </a:lnTo>
                  <a:lnTo>
                    <a:pt x="3764917" y="783803"/>
                  </a:lnTo>
                  <a:lnTo>
                    <a:pt x="3733413" y="853427"/>
                  </a:lnTo>
                  <a:lnTo>
                    <a:pt x="3702330" y="927113"/>
                  </a:lnTo>
                  <a:lnTo>
                    <a:pt x="3671547" y="1004841"/>
                  </a:lnTo>
                  <a:lnTo>
                    <a:pt x="3640966" y="1086536"/>
                  </a:lnTo>
                  <a:lnTo>
                    <a:pt x="3610506" y="1172058"/>
                  </a:lnTo>
                  <a:lnTo>
                    <a:pt x="3580108" y="1261208"/>
                  </a:lnTo>
                  <a:lnTo>
                    <a:pt x="3549725" y="1353721"/>
                  </a:lnTo>
                  <a:lnTo>
                    <a:pt x="3519329" y="1449269"/>
                  </a:lnTo>
                  <a:lnTo>
                    <a:pt x="3488900" y="1547465"/>
                  </a:lnTo>
                  <a:lnTo>
                    <a:pt x="3458430" y="1647866"/>
                  </a:lnTo>
                  <a:lnTo>
                    <a:pt x="3427923" y="1749984"/>
                  </a:lnTo>
                  <a:lnTo>
                    <a:pt x="3397385" y="1853291"/>
                  </a:lnTo>
                  <a:lnTo>
                    <a:pt x="3366829" y="1957234"/>
                  </a:lnTo>
                  <a:lnTo>
                    <a:pt x="3336271" y="2061246"/>
                  </a:lnTo>
                  <a:lnTo>
                    <a:pt x="3305728" y="2164757"/>
                  </a:lnTo>
                  <a:lnTo>
                    <a:pt x="3275212" y="2267209"/>
                  </a:lnTo>
                  <a:lnTo>
                    <a:pt x="3244733" y="2368067"/>
                  </a:lnTo>
                  <a:lnTo>
                    <a:pt x="3214295" y="2466833"/>
                  </a:lnTo>
                  <a:lnTo>
                    <a:pt x="3183891" y="2563052"/>
                  </a:lnTo>
                  <a:lnTo>
                    <a:pt x="3153508" y="2656324"/>
                  </a:lnTo>
                  <a:lnTo>
                    <a:pt x="3123117" y="2746305"/>
                  </a:lnTo>
                  <a:lnTo>
                    <a:pt x="3092677" y="2832717"/>
                  </a:lnTo>
                  <a:lnTo>
                    <a:pt x="3062131" y="2915342"/>
                  </a:lnTo>
                  <a:lnTo>
                    <a:pt x="3031404" y="2994029"/>
                  </a:lnTo>
                  <a:lnTo>
                    <a:pt x="3000404" y="3068687"/>
                  </a:lnTo>
                  <a:lnTo>
                    <a:pt x="2969013" y="3139282"/>
                  </a:lnTo>
                  <a:lnTo>
                    <a:pt x="2937090" y="3205835"/>
                  </a:lnTo>
                  <a:lnTo>
                    <a:pt x="2904467" y="3268416"/>
                  </a:lnTo>
                  <a:lnTo>
                    <a:pt x="2896531" y="3282820"/>
                  </a:lnTo>
                  <a:lnTo>
                    <a:pt x="2853219" y="3355876"/>
                  </a:lnTo>
                  <a:lnTo>
                    <a:pt x="2807860" y="3422590"/>
                  </a:lnTo>
                  <a:lnTo>
                    <a:pt x="2759884" y="3483190"/>
                  </a:lnTo>
                  <a:lnTo>
                    <a:pt x="2708664" y="3538108"/>
                  </a:lnTo>
                  <a:lnTo>
                    <a:pt x="2653548" y="3587868"/>
                  </a:lnTo>
                  <a:lnTo>
                    <a:pt x="2593901" y="3633004"/>
                  </a:lnTo>
                  <a:lnTo>
                    <a:pt x="2529143" y="3674023"/>
                  </a:lnTo>
                  <a:lnTo>
                    <a:pt x="2458804" y="3711366"/>
                  </a:lnTo>
                  <a:lnTo>
                    <a:pt x="2382610" y="3745401"/>
                  </a:lnTo>
                  <a:lnTo>
                    <a:pt x="2300571" y="3776410"/>
                  </a:lnTo>
                  <a:lnTo>
                    <a:pt x="2213106" y="3804587"/>
                  </a:lnTo>
                  <a:lnTo>
                    <a:pt x="2121158" y="3830039"/>
                  </a:lnTo>
                  <a:lnTo>
                    <a:pt x="2026305" y="3852794"/>
                  </a:lnTo>
                  <a:lnTo>
                    <a:pt x="1930801" y="3872824"/>
                  </a:lnTo>
                  <a:lnTo>
                    <a:pt x="1837525" y="3890071"/>
                  </a:lnTo>
                  <a:lnTo>
                    <a:pt x="1749776" y="3904488"/>
                  </a:lnTo>
                  <a:lnTo>
                    <a:pt x="1670923" y="3916082"/>
                  </a:lnTo>
                  <a:lnTo>
                    <a:pt x="1603933" y="3924949"/>
                  </a:lnTo>
                  <a:lnTo>
                    <a:pt x="1550879" y="3931303"/>
                  </a:lnTo>
                  <a:lnTo>
                    <a:pt x="1512549" y="3935476"/>
                  </a:lnTo>
                  <a:lnTo>
                    <a:pt x="1488243" y="3937888"/>
                  </a:lnTo>
                  <a:lnTo>
                    <a:pt x="1475789" y="3939019"/>
                  </a:lnTo>
                  <a:lnTo>
                    <a:pt x="1471702" y="3939360"/>
                  </a:lnTo>
                  <a:lnTo>
                    <a:pt x="1471387" y="3939385"/>
                  </a:lnTo>
                  <a:lnTo>
                    <a:pt x="0" y="393938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52" name="pg1352"/>
            <p:cNvSpPr/>
            <p:nvPr/>
          </p:nvSpPr>
          <p:spPr>
            <a:xfrm>
              <a:off x="4799595" y="4979770"/>
              <a:ext cx="11981298" cy="4388900"/>
            </a:xfrm>
            <a:custGeom>
              <a:avLst/>
              <a:pathLst>
                <a:path w="11981298" h="4388900">
                  <a:moveTo>
                    <a:pt x="0" y="3906693"/>
                  </a:moveTo>
                  <a:lnTo>
                    <a:pt x="1471387" y="3906693"/>
                  </a:lnTo>
                  <a:lnTo>
                    <a:pt x="1472464" y="3906608"/>
                  </a:lnTo>
                  <a:lnTo>
                    <a:pt x="1479554" y="3906003"/>
                  </a:lnTo>
                  <a:lnTo>
                    <a:pt x="1497454" y="3904333"/>
                  </a:lnTo>
                  <a:lnTo>
                    <a:pt x="1529532" y="3901043"/>
                  </a:lnTo>
                  <a:lnTo>
                    <a:pt x="1577495" y="3895617"/>
                  </a:lnTo>
                  <a:lnTo>
                    <a:pt x="1641259" y="3887628"/>
                  </a:lnTo>
                  <a:lnTo>
                    <a:pt x="1719064" y="3876775"/>
                  </a:lnTo>
                  <a:lnTo>
                    <a:pt x="1807873" y="3862896"/>
                  </a:lnTo>
                  <a:lnTo>
                    <a:pt x="1903942" y="3845953"/>
                  </a:lnTo>
                  <a:lnTo>
                    <a:pt x="2003438" y="3825985"/>
                  </a:lnTo>
                  <a:lnTo>
                    <a:pt x="2102923" y="3803058"/>
                  </a:lnTo>
                  <a:lnTo>
                    <a:pt x="2199660" y="3777216"/>
                  </a:lnTo>
                  <a:lnTo>
                    <a:pt x="2291719" y="3748436"/>
                  </a:lnTo>
                  <a:lnTo>
                    <a:pt x="2377934" y="3716611"/>
                  </a:lnTo>
                  <a:lnTo>
                    <a:pt x="2457784" y="3681530"/>
                  </a:lnTo>
                  <a:lnTo>
                    <a:pt x="2531238" y="3642878"/>
                  </a:lnTo>
                  <a:lnTo>
                    <a:pt x="2598614" y="3600240"/>
                  </a:lnTo>
                  <a:lnTo>
                    <a:pt x="2660453" y="3553111"/>
                  </a:lnTo>
                  <a:lnTo>
                    <a:pt x="2717426" y="3500917"/>
                  </a:lnTo>
                  <a:lnTo>
                    <a:pt x="2770264" y="3443051"/>
                  </a:lnTo>
                  <a:lnTo>
                    <a:pt x="2819706" y="3378935"/>
                  </a:lnTo>
                  <a:lnTo>
                    <a:pt x="2866456" y="3308123"/>
                  </a:lnTo>
                  <a:lnTo>
                    <a:pt x="2896531" y="3256939"/>
                  </a:lnTo>
                  <a:lnTo>
                    <a:pt x="2929501" y="3195642"/>
                  </a:lnTo>
                  <a:lnTo>
                    <a:pt x="2961719" y="3130399"/>
                  </a:lnTo>
                  <a:lnTo>
                    <a:pt x="2993364" y="3061132"/>
                  </a:lnTo>
                  <a:lnTo>
                    <a:pt x="3024585" y="2987807"/>
                  </a:lnTo>
                  <a:lnTo>
                    <a:pt x="3055505" y="2910445"/>
                  </a:lnTo>
                  <a:lnTo>
                    <a:pt x="3086225" y="2829125"/>
                  </a:lnTo>
                  <a:lnTo>
                    <a:pt x="3116823" y="2743985"/>
                  </a:lnTo>
                  <a:lnTo>
                    <a:pt x="3147361" y="2655230"/>
                  </a:lnTo>
                  <a:lnTo>
                    <a:pt x="3177884" y="2563128"/>
                  </a:lnTo>
                  <a:lnTo>
                    <a:pt x="3208423" y="2468008"/>
                  </a:lnTo>
                  <a:lnTo>
                    <a:pt x="3238995" y="2370264"/>
                  </a:lnTo>
                  <a:lnTo>
                    <a:pt x="3269607" y="2270340"/>
                  </a:lnTo>
                  <a:lnTo>
                    <a:pt x="3300259" y="2168730"/>
                  </a:lnTo>
                  <a:lnTo>
                    <a:pt x="3330940" y="2065965"/>
                  </a:lnTo>
                  <a:lnTo>
                    <a:pt x="3361638" y="1962601"/>
                  </a:lnTo>
                  <a:lnTo>
                    <a:pt x="3392336" y="1859208"/>
                  </a:lnTo>
                  <a:lnTo>
                    <a:pt x="3423020" y="1756358"/>
                  </a:lnTo>
                  <a:lnTo>
                    <a:pt x="3453674" y="1654609"/>
                  </a:lnTo>
                  <a:lnTo>
                    <a:pt x="3484291" y="1554494"/>
                  </a:lnTo>
                  <a:lnTo>
                    <a:pt x="3514867" y="1456511"/>
                  </a:lnTo>
                  <a:lnTo>
                    <a:pt x="3545408" y="1361110"/>
                  </a:lnTo>
                  <a:lnTo>
                    <a:pt x="3575932" y="1268690"/>
                  </a:lnTo>
                  <a:lnTo>
                    <a:pt x="3606467" y="1179588"/>
                  </a:lnTo>
                  <a:lnTo>
                    <a:pt x="3637056" y="1094077"/>
                  </a:lnTo>
                  <a:lnTo>
                    <a:pt x="3667760" y="1012368"/>
                  </a:lnTo>
                  <a:lnTo>
                    <a:pt x="3698657" y="934606"/>
                  </a:lnTo>
                  <a:lnTo>
                    <a:pt x="3729842" y="860876"/>
                  </a:lnTo>
                  <a:lnTo>
                    <a:pt x="3761439" y="791204"/>
                  </a:lnTo>
                  <a:lnTo>
                    <a:pt x="3793592" y="725562"/>
                  </a:lnTo>
                  <a:lnTo>
                    <a:pt x="3826478" y="663875"/>
                  </a:lnTo>
                  <a:lnTo>
                    <a:pt x="3829811" y="657926"/>
                  </a:lnTo>
                  <a:lnTo>
                    <a:pt x="3875117" y="582521"/>
                  </a:lnTo>
                  <a:lnTo>
                    <a:pt x="3922685" y="513964"/>
                  </a:lnTo>
                  <a:lnTo>
                    <a:pt x="3973172" y="451978"/>
                  </a:lnTo>
                  <a:lnTo>
                    <a:pt x="4027297" y="396058"/>
                  </a:lnTo>
                  <a:lnTo>
                    <a:pt x="4085803" y="345608"/>
                  </a:lnTo>
                  <a:lnTo>
                    <a:pt x="4149407" y="300028"/>
                  </a:lnTo>
                  <a:lnTo>
                    <a:pt x="4218746" y="258762"/>
                  </a:lnTo>
                  <a:lnTo>
                    <a:pt x="4294298" y="221335"/>
                  </a:lnTo>
                  <a:lnTo>
                    <a:pt x="4376281" y="187362"/>
                  </a:lnTo>
                  <a:lnTo>
                    <a:pt x="4464518" y="156564"/>
                  </a:lnTo>
                  <a:lnTo>
                    <a:pt x="4558292" y="128765"/>
                  </a:lnTo>
                  <a:lnTo>
                    <a:pt x="4656194" y="103887"/>
                  </a:lnTo>
                  <a:lnTo>
                    <a:pt x="4756024" y="81934"/>
                  </a:lnTo>
                  <a:lnTo>
                    <a:pt x="4854792" y="62961"/>
                  </a:lnTo>
                  <a:lnTo>
                    <a:pt x="4948888" y="47031"/>
                  </a:lnTo>
                  <a:lnTo>
                    <a:pt x="5034444" y="34165"/>
                  </a:lnTo>
                  <a:lnTo>
                    <a:pt x="5107882" y="24285"/>
                  </a:lnTo>
                  <a:lnTo>
                    <a:pt x="5166529" y="17185"/>
                  </a:lnTo>
                  <a:lnTo>
                    <a:pt x="5209150" y="12520"/>
                  </a:lnTo>
                  <a:lnTo>
                    <a:pt x="5236255" y="9826"/>
                  </a:lnTo>
                  <a:lnTo>
                    <a:pt x="5250126" y="8571"/>
                  </a:lnTo>
                  <a:lnTo>
                    <a:pt x="5254627" y="8198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262" y="8254"/>
                  </a:lnTo>
                  <a:lnTo>
                    <a:pt x="6733332" y="8831"/>
                  </a:lnTo>
                  <a:lnTo>
                    <a:pt x="6748728" y="10425"/>
                  </a:lnTo>
                  <a:lnTo>
                    <a:pt x="6776488" y="13567"/>
                  </a:lnTo>
                  <a:lnTo>
                    <a:pt x="6818338" y="18761"/>
                  </a:lnTo>
                  <a:lnTo>
                    <a:pt x="6874565" y="26442"/>
                  </a:lnTo>
                  <a:lnTo>
                    <a:pt x="6944055" y="36935"/>
                  </a:lnTo>
                  <a:lnTo>
                    <a:pt x="7024537" y="50437"/>
                  </a:lnTo>
                  <a:lnTo>
                    <a:pt x="7112989" y="67030"/>
                  </a:lnTo>
                  <a:lnTo>
                    <a:pt x="7206117" y="86700"/>
                  </a:lnTo>
                  <a:lnTo>
                    <a:pt x="7300781" y="109391"/>
                  </a:lnTo>
                  <a:lnTo>
                    <a:pt x="7394301" y="135044"/>
                  </a:lnTo>
                  <a:lnTo>
                    <a:pt x="7484618" y="163638"/>
                  </a:lnTo>
                  <a:lnTo>
                    <a:pt x="7570322" y="195219"/>
                  </a:lnTo>
                  <a:lnTo>
                    <a:pt x="7650596" y="229919"/>
                  </a:lnTo>
                  <a:lnTo>
                    <a:pt x="7725113" y="267964"/>
                  </a:lnTo>
                  <a:lnTo>
                    <a:pt x="7793912" y="309672"/>
                  </a:lnTo>
                  <a:lnTo>
                    <a:pt x="7857297" y="355454"/>
                  </a:lnTo>
                  <a:lnTo>
                    <a:pt x="7915740" y="405800"/>
                  </a:lnTo>
                  <a:lnTo>
                    <a:pt x="7969816" y="461260"/>
                  </a:lnTo>
                  <a:lnTo>
                    <a:pt x="8020147" y="522415"/>
                  </a:lnTo>
                  <a:lnTo>
                    <a:pt x="8067364" y="589824"/>
                  </a:lnTo>
                  <a:lnTo>
                    <a:pt x="8112072" y="663939"/>
                  </a:lnTo>
                  <a:lnTo>
                    <a:pt x="8151487" y="738294"/>
                  </a:lnTo>
                  <a:lnTo>
                    <a:pt x="8182797" y="803557"/>
                  </a:lnTo>
                  <a:lnTo>
                    <a:pt x="8213420" y="872809"/>
                  </a:lnTo>
                  <a:lnTo>
                    <a:pt x="8243513" y="946128"/>
                  </a:lnTo>
                  <a:lnTo>
                    <a:pt x="8273205" y="1023552"/>
                  </a:lnTo>
                  <a:lnTo>
                    <a:pt x="8302606" y="1105072"/>
                  </a:lnTo>
                  <a:lnTo>
                    <a:pt x="8331805" y="1190624"/>
                  </a:lnTo>
                  <a:lnTo>
                    <a:pt x="8360875" y="1280093"/>
                  </a:lnTo>
                  <a:lnTo>
                    <a:pt x="8389873" y="1373301"/>
                  </a:lnTo>
                  <a:lnTo>
                    <a:pt x="8418842" y="1470018"/>
                  </a:lnTo>
                  <a:lnTo>
                    <a:pt x="8447815" y="1569949"/>
                  </a:lnTo>
                  <a:lnTo>
                    <a:pt x="8476810" y="1672747"/>
                  </a:lnTo>
                  <a:lnTo>
                    <a:pt x="8505840" y="1778010"/>
                  </a:lnTo>
                  <a:lnTo>
                    <a:pt x="8534907" y="1885290"/>
                  </a:lnTo>
                  <a:lnTo>
                    <a:pt x="8564007" y="1994099"/>
                  </a:lnTo>
                  <a:lnTo>
                    <a:pt x="8593130" y="2103919"/>
                  </a:lnTo>
                  <a:lnTo>
                    <a:pt x="8622265" y="2214210"/>
                  </a:lnTo>
                  <a:lnTo>
                    <a:pt x="8651398" y="2324422"/>
                  </a:lnTo>
                  <a:lnTo>
                    <a:pt x="8680516" y="2434009"/>
                  </a:lnTo>
                  <a:lnTo>
                    <a:pt x="8709607" y="2542436"/>
                  </a:lnTo>
                  <a:lnTo>
                    <a:pt x="8738663" y="2649191"/>
                  </a:lnTo>
                  <a:lnTo>
                    <a:pt x="8767683" y="2753797"/>
                  </a:lnTo>
                  <a:lnTo>
                    <a:pt x="8796671" y="2855820"/>
                  </a:lnTo>
                  <a:lnTo>
                    <a:pt x="8825640" y="2954870"/>
                  </a:lnTo>
                  <a:lnTo>
                    <a:pt x="8854614" y="3050618"/>
                  </a:lnTo>
                  <a:lnTo>
                    <a:pt x="8883627" y="3142785"/>
                  </a:lnTo>
                  <a:lnTo>
                    <a:pt x="8912727" y="3231156"/>
                  </a:lnTo>
                  <a:lnTo>
                    <a:pt x="8941975" y="3315572"/>
                  </a:lnTo>
                  <a:lnTo>
                    <a:pt x="8971449" y="3395932"/>
                  </a:lnTo>
                  <a:lnTo>
                    <a:pt x="9001243" y="3472190"/>
                  </a:lnTo>
                  <a:lnTo>
                    <a:pt x="9031472" y="3544347"/>
                  </a:lnTo>
                  <a:lnTo>
                    <a:pt x="9062274" y="3612456"/>
                  </a:lnTo>
                  <a:lnTo>
                    <a:pt x="9084767" y="3658778"/>
                  </a:lnTo>
                  <a:lnTo>
                    <a:pt x="9127651" y="3739267"/>
                  </a:lnTo>
                  <a:lnTo>
                    <a:pt x="9172537" y="3812837"/>
                  </a:lnTo>
                  <a:lnTo>
                    <a:pt x="9219978" y="3879731"/>
                  </a:lnTo>
                  <a:lnTo>
                    <a:pt x="9270584" y="3940414"/>
                  </a:lnTo>
                  <a:lnTo>
                    <a:pt x="9324984" y="3995447"/>
                  </a:lnTo>
                  <a:lnTo>
                    <a:pt x="9383799" y="4045411"/>
                  </a:lnTo>
                  <a:lnTo>
                    <a:pt x="9447598" y="4090853"/>
                  </a:lnTo>
                  <a:lnTo>
                    <a:pt x="9516842" y="4132257"/>
                  </a:lnTo>
                  <a:lnTo>
                    <a:pt x="9591819" y="4170025"/>
                  </a:lnTo>
                  <a:lnTo>
                    <a:pt x="9672542" y="4204471"/>
                  </a:lnTo>
                  <a:lnTo>
                    <a:pt x="9758649" y="4235811"/>
                  </a:lnTo>
                  <a:lnTo>
                    <a:pt x="9849279" y="4264171"/>
                  </a:lnTo>
                  <a:lnTo>
                    <a:pt x="9942974" y="4289590"/>
                  </a:lnTo>
                  <a:lnTo>
                    <a:pt x="10037622" y="4312044"/>
                  </a:lnTo>
                  <a:lnTo>
                    <a:pt x="10130498" y="4331472"/>
                  </a:lnTo>
                  <a:lnTo>
                    <a:pt x="10218437" y="4347819"/>
                  </a:lnTo>
                  <a:lnTo>
                    <a:pt x="10298150" y="4361078"/>
                  </a:lnTo>
                  <a:lnTo>
                    <a:pt x="10366657" y="4371338"/>
                  </a:lnTo>
                  <a:lnTo>
                    <a:pt x="10421767" y="4378809"/>
                  </a:lnTo>
                  <a:lnTo>
                    <a:pt x="10462469" y="4383823"/>
                  </a:lnTo>
                  <a:lnTo>
                    <a:pt x="10489166" y="4386824"/>
                  </a:lnTo>
                  <a:lnTo>
                    <a:pt x="10503695" y="4388317"/>
                  </a:lnTo>
                  <a:lnTo>
                    <a:pt x="10509190" y="4388836"/>
                  </a:lnTo>
                  <a:lnTo>
                    <a:pt x="10509911" y="4388900"/>
                  </a:lnTo>
                  <a:lnTo>
                    <a:pt x="11981298" y="4388900"/>
                  </a:lnTo>
                  <a:lnTo>
                    <a:pt x="11981298" y="4380727"/>
                  </a:lnTo>
                  <a:lnTo>
                    <a:pt x="10509911" y="4380727"/>
                  </a:lnTo>
                  <a:lnTo>
                    <a:pt x="10508991" y="4380646"/>
                  </a:lnTo>
                  <a:lnTo>
                    <a:pt x="10502921" y="4380069"/>
                  </a:lnTo>
                  <a:lnTo>
                    <a:pt x="10487525" y="4378474"/>
                  </a:lnTo>
                  <a:lnTo>
                    <a:pt x="10459765" y="4375332"/>
                  </a:lnTo>
                  <a:lnTo>
                    <a:pt x="10417915" y="4370138"/>
                  </a:lnTo>
                  <a:lnTo>
                    <a:pt x="10361688" y="4362457"/>
                  </a:lnTo>
                  <a:lnTo>
                    <a:pt x="10292198" y="4351964"/>
                  </a:lnTo>
                  <a:lnTo>
                    <a:pt x="10211717" y="4338462"/>
                  </a:lnTo>
                  <a:lnTo>
                    <a:pt x="10123264" y="4321870"/>
                  </a:lnTo>
                  <a:lnTo>
                    <a:pt x="10030136" y="4302199"/>
                  </a:lnTo>
                  <a:lnTo>
                    <a:pt x="9935472" y="4279508"/>
                  </a:lnTo>
                  <a:lnTo>
                    <a:pt x="9841952" y="4253855"/>
                  </a:lnTo>
                  <a:lnTo>
                    <a:pt x="9751636" y="4225261"/>
                  </a:lnTo>
                  <a:lnTo>
                    <a:pt x="9665932" y="4193680"/>
                  </a:lnTo>
                  <a:lnTo>
                    <a:pt x="9585657" y="4158980"/>
                  </a:lnTo>
                  <a:lnTo>
                    <a:pt x="9511140" y="4120935"/>
                  </a:lnTo>
                  <a:lnTo>
                    <a:pt x="9442341" y="4079227"/>
                  </a:lnTo>
                  <a:lnTo>
                    <a:pt x="9378957" y="4033445"/>
                  </a:lnTo>
                  <a:lnTo>
                    <a:pt x="9320513" y="3983099"/>
                  </a:lnTo>
                  <a:lnTo>
                    <a:pt x="9266437" y="3927639"/>
                  </a:lnTo>
                  <a:lnTo>
                    <a:pt x="9216106" y="3866484"/>
                  </a:lnTo>
                  <a:lnTo>
                    <a:pt x="9168889" y="3799075"/>
                  </a:lnTo>
                  <a:lnTo>
                    <a:pt x="9124181" y="3724960"/>
                  </a:lnTo>
                  <a:lnTo>
                    <a:pt x="9084767" y="3650605"/>
                  </a:lnTo>
                  <a:lnTo>
                    <a:pt x="9053456" y="3585342"/>
                  </a:lnTo>
                  <a:lnTo>
                    <a:pt x="9022833" y="3516090"/>
                  </a:lnTo>
                  <a:lnTo>
                    <a:pt x="8992740" y="3442771"/>
                  </a:lnTo>
                  <a:lnTo>
                    <a:pt x="8963048" y="3365347"/>
                  </a:lnTo>
                  <a:lnTo>
                    <a:pt x="8933647" y="3283827"/>
                  </a:lnTo>
                  <a:lnTo>
                    <a:pt x="8904448" y="3198275"/>
                  </a:lnTo>
                  <a:lnTo>
                    <a:pt x="8875378" y="3108807"/>
                  </a:lnTo>
                  <a:lnTo>
                    <a:pt x="8846381" y="3015598"/>
                  </a:lnTo>
                  <a:lnTo>
                    <a:pt x="8817411" y="2918881"/>
                  </a:lnTo>
                  <a:lnTo>
                    <a:pt x="8788439" y="2818950"/>
                  </a:lnTo>
                  <a:lnTo>
                    <a:pt x="8759443" y="2716152"/>
                  </a:lnTo>
                  <a:lnTo>
                    <a:pt x="8730413" y="2610889"/>
                  </a:lnTo>
                  <a:lnTo>
                    <a:pt x="8701346" y="2503609"/>
                  </a:lnTo>
                  <a:lnTo>
                    <a:pt x="8672247" y="2394800"/>
                  </a:lnTo>
                  <a:lnTo>
                    <a:pt x="8643123" y="2284980"/>
                  </a:lnTo>
                  <a:lnTo>
                    <a:pt x="8613988" y="2174689"/>
                  </a:lnTo>
                  <a:lnTo>
                    <a:pt x="8584855" y="2064477"/>
                  </a:lnTo>
                  <a:lnTo>
                    <a:pt x="8555737" y="1954890"/>
                  </a:lnTo>
                  <a:lnTo>
                    <a:pt x="8526646" y="1846463"/>
                  </a:lnTo>
                  <a:lnTo>
                    <a:pt x="8497590" y="1739708"/>
                  </a:lnTo>
                  <a:lnTo>
                    <a:pt x="8468570" y="1635102"/>
                  </a:lnTo>
                  <a:lnTo>
                    <a:pt x="8439582" y="1533080"/>
                  </a:lnTo>
                  <a:lnTo>
                    <a:pt x="8410613" y="1434029"/>
                  </a:lnTo>
                  <a:lnTo>
                    <a:pt x="8381639" y="1338282"/>
                  </a:lnTo>
                  <a:lnTo>
                    <a:pt x="8352626" y="1246114"/>
                  </a:lnTo>
                  <a:lnTo>
                    <a:pt x="8323526" y="1157743"/>
                  </a:lnTo>
                  <a:lnTo>
                    <a:pt x="8294278" y="1073327"/>
                  </a:lnTo>
                  <a:lnTo>
                    <a:pt x="8264804" y="992967"/>
                  </a:lnTo>
                  <a:lnTo>
                    <a:pt x="8235010" y="916710"/>
                  </a:lnTo>
                  <a:lnTo>
                    <a:pt x="8204781" y="844552"/>
                  </a:lnTo>
                  <a:lnTo>
                    <a:pt x="8173979" y="776443"/>
                  </a:lnTo>
                  <a:lnTo>
                    <a:pt x="8151487" y="730121"/>
                  </a:lnTo>
                  <a:lnTo>
                    <a:pt x="8108602" y="649632"/>
                  </a:lnTo>
                  <a:lnTo>
                    <a:pt x="8063716" y="576062"/>
                  </a:lnTo>
                  <a:lnTo>
                    <a:pt x="8016275" y="509168"/>
                  </a:lnTo>
                  <a:lnTo>
                    <a:pt x="7965670" y="448485"/>
                  </a:lnTo>
                  <a:lnTo>
                    <a:pt x="7911269" y="393452"/>
                  </a:lnTo>
                  <a:lnTo>
                    <a:pt x="7852454" y="343488"/>
                  </a:lnTo>
                  <a:lnTo>
                    <a:pt x="7788655" y="298046"/>
                  </a:lnTo>
                  <a:lnTo>
                    <a:pt x="7719411" y="256642"/>
                  </a:lnTo>
                  <a:lnTo>
                    <a:pt x="7644435" y="218874"/>
                  </a:lnTo>
                  <a:lnTo>
                    <a:pt x="7563711" y="184428"/>
                  </a:lnTo>
                  <a:lnTo>
                    <a:pt x="7477604" y="153088"/>
                  </a:lnTo>
                  <a:lnTo>
                    <a:pt x="7386974" y="124728"/>
                  </a:lnTo>
                  <a:lnTo>
                    <a:pt x="7293279" y="99309"/>
                  </a:lnTo>
                  <a:lnTo>
                    <a:pt x="7198632" y="76855"/>
                  </a:lnTo>
                  <a:lnTo>
                    <a:pt x="7105755" y="57427"/>
                  </a:lnTo>
                  <a:lnTo>
                    <a:pt x="7017816" y="41080"/>
                  </a:lnTo>
                  <a:lnTo>
                    <a:pt x="6938103" y="27821"/>
                  </a:lnTo>
                  <a:lnTo>
                    <a:pt x="6869596" y="17561"/>
                  </a:lnTo>
                  <a:lnTo>
                    <a:pt x="6814486" y="10091"/>
                  </a:lnTo>
                  <a:lnTo>
                    <a:pt x="6773784" y="5076"/>
                  </a:lnTo>
                  <a:lnTo>
                    <a:pt x="6747087" y="2076"/>
                  </a:lnTo>
                  <a:lnTo>
                    <a:pt x="6732558" y="582"/>
                  </a:lnTo>
                  <a:lnTo>
                    <a:pt x="6727063" y="63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878" y="84"/>
                  </a:lnTo>
                  <a:lnTo>
                    <a:pt x="5246789" y="689"/>
                  </a:lnTo>
                  <a:lnTo>
                    <a:pt x="5228888" y="2359"/>
                  </a:lnTo>
                  <a:lnTo>
                    <a:pt x="5196810" y="5649"/>
                  </a:lnTo>
                  <a:lnTo>
                    <a:pt x="5148847" y="11075"/>
                  </a:lnTo>
                  <a:lnTo>
                    <a:pt x="5085083" y="19064"/>
                  </a:lnTo>
                  <a:lnTo>
                    <a:pt x="5007278" y="29918"/>
                  </a:lnTo>
                  <a:lnTo>
                    <a:pt x="4918469" y="43796"/>
                  </a:lnTo>
                  <a:lnTo>
                    <a:pt x="4822400" y="60739"/>
                  </a:lnTo>
                  <a:lnTo>
                    <a:pt x="4722904" y="80707"/>
                  </a:lnTo>
                  <a:lnTo>
                    <a:pt x="4623419" y="103634"/>
                  </a:lnTo>
                  <a:lnTo>
                    <a:pt x="4526682" y="129477"/>
                  </a:lnTo>
                  <a:lnTo>
                    <a:pt x="4434623" y="158256"/>
                  </a:lnTo>
                  <a:lnTo>
                    <a:pt x="4348408" y="190081"/>
                  </a:lnTo>
                  <a:lnTo>
                    <a:pt x="4268559" y="225163"/>
                  </a:lnTo>
                  <a:lnTo>
                    <a:pt x="4195104" y="263814"/>
                  </a:lnTo>
                  <a:lnTo>
                    <a:pt x="4127728" y="306452"/>
                  </a:lnTo>
                  <a:lnTo>
                    <a:pt x="4065889" y="353581"/>
                  </a:lnTo>
                  <a:lnTo>
                    <a:pt x="4008916" y="405776"/>
                  </a:lnTo>
                  <a:lnTo>
                    <a:pt x="3956078" y="463642"/>
                  </a:lnTo>
                  <a:lnTo>
                    <a:pt x="3906636" y="527757"/>
                  </a:lnTo>
                  <a:lnTo>
                    <a:pt x="3859886" y="598569"/>
                  </a:lnTo>
                  <a:lnTo>
                    <a:pt x="3829811" y="649753"/>
                  </a:lnTo>
                  <a:lnTo>
                    <a:pt x="3796841" y="711051"/>
                  </a:lnTo>
                  <a:lnTo>
                    <a:pt x="3764623" y="776293"/>
                  </a:lnTo>
                  <a:lnTo>
                    <a:pt x="3732978" y="845560"/>
                  </a:lnTo>
                  <a:lnTo>
                    <a:pt x="3701757" y="918885"/>
                  </a:lnTo>
                  <a:lnTo>
                    <a:pt x="3670837" y="996247"/>
                  </a:lnTo>
                  <a:lnTo>
                    <a:pt x="3640117" y="1077567"/>
                  </a:lnTo>
                  <a:lnTo>
                    <a:pt x="3609519" y="1162707"/>
                  </a:lnTo>
                  <a:lnTo>
                    <a:pt x="3578981" y="1251462"/>
                  </a:lnTo>
                  <a:lnTo>
                    <a:pt x="3548458" y="1343565"/>
                  </a:lnTo>
                  <a:lnTo>
                    <a:pt x="3517919" y="1438684"/>
                  </a:lnTo>
                  <a:lnTo>
                    <a:pt x="3487347" y="1536429"/>
                  </a:lnTo>
                  <a:lnTo>
                    <a:pt x="3456735" y="1636352"/>
                  </a:lnTo>
                  <a:lnTo>
                    <a:pt x="3426084" y="1737962"/>
                  </a:lnTo>
                  <a:lnTo>
                    <a:pt x="3395402" y="1840727"/>
                  </a:lnTo>
                  <a:lnTo>
                    <a:pt x="3364705" y="1944091"/>
                  </a:lnTo>
                  <a:lnTo>
                    <a:pt x="3334006" y="2047484"/>
                  </a:lnTo>
                  <a:lnTo>
                    <a:pt x="3303322" y="2150334"/>
                  </a:lnTo>
                  <a:lnTo>
                    <a:pt x="3272668" y="2252084"/>
                  </a:lnTo>
                  <a:lnTo>
                    <a:pt x="3242051" y="2352199"/>
                  </a:lnTo>
                  <a:lnTo>
                    <a:pt x="3211475" y="2450182"/>
                  </a:lnTo>
                  <a:lnTo>
                    <a:pt x="3180934" y="2545582"/>
                  </a:lnTo>
                  <a:lnTo>
                    <a:pt x="3150410" y="2638002"/>
                  </a:lnTo>
                  <a:lnTo>
                    <a:pt x="3119876" y="2727104"/>
                  </a:lnTo>
                  <a:lnTo>
                    <a:pt x="3089286" y="2812615"/>
                  </a:lnTo>
                  <a:lnTo>
                    <a:pt x="3058582" y="2894324"/>
                  </a:lnTo>
                  <a:lnTo>
                    <a:pt x="3027686" y="2972086"/>
                  </a:lnTo>
                  <a:lnTo>
                    <a:pt x="2996500" y="3045816"/>
                  </a:lnTo>
                  <a:lnTo>
                    <a:pt x="2964903" y="3115488"/>
                  </a:lnTo>
                  <a:lnTo>
                    <a:pt x="2932750" y="3181130"/>
                  </a:lnTo>
                  <a:lnTo>
                    <a:pt x="2899864" y="3242817"/>
                  </a:lnTo>
                  <a:lnTo>
                    <a:pt x="2896531" y="3248766"/>
                  </a:lnTo>
                  <a:lnTo>
                    <a:pt x="2851225" y="3324171"/>
                  </a:lnTo>
                  <a:lnTo>
                    <a:pt x="2803657" y="3392728"/>
                  </a:lnTo>
                  <a:lnTo>
                    <a:pt x="2753170" y="3454715"/>
                  </a:lnTo>
                  <a:lnTo>
                    <a:pt x="2699045" y="3510635"/>
                  </a:lnTo>
                  <a:lnTo>
                    <a:pt x="2640539" y="3561084"/>
                  </a:lnTo>
                  <a:lnTo>
                    <a:pt x="2576935" y="3606665"/>
                  </a:lnTo>
                  <a:lnTo>
                    <a:pt x="2507596" y="3647930"/>
                  </a:lnTo>
                  <a:lnTo>
                    <a:pt x="2432044" y="3685357"/>
                  </a:lnTo>
                  <a:lnTo>
                    <a:pt x="2350061" y="3719330"/>
                  </a:lnTo>
                  <a:lnTo>
                    <a:pt x="2261824" y="3750128"/>
                  </a:lnTo>
                  <a:lnTo>
                    <a:pt x="2168050" y="3777927"/>
                  </a:lnTo>
                  <a:lnTo>
                    <a:pt x="2070148" y="3802805"/>
                  </a:lnTo>
                  <a:lnTo>
                    <a:pt x="1970319" y="3824759"/>
                  </a:lnTo>
                  <a:lnTo>
                    <a:pt x="1871550" y="3843731"/>
                  </a:lnTo>
                  <a:lnTo>
                    <a:pt x="1777454" y="3859661"/>
                  </a:lnTo>
                  <a:lnTo>
                    <a:pt x="1691898" y="3872527"/>
                  </a:lnTo>
                  <a:lnTo>
                    <a:pt x="1618460" y="3882407"/>
                  </a:lnTo>
                  <a:lnTo>
                    <a:pt x="1559814" y="3889507"/>
                  </a:lnTo>
                  <a:lnTo>
                    <a:pt x="1517193" y="3894172"/>
                  </a:lnTo>
                  <a:lnTo>
                    <a:pt x="1490087" y="3896866"/>
                  </a:lnTo>
                  <a:lnTo>
                    <a:pt x="1476216" y="3898121"/>
                  </a:lnTo>
                  <a:lnTo>
                    <a:pt x="1471715" y="3898494"/>
                  </a:lnTo>
                  <a:lnTo>
                    <a:pt x="1471387" y="3898520"/>
                  </a:lnTo>
                  <a:lnTo>
                    <a:pt x="0" y="3898520"/>
                  </a:lnTo>
                  <a:close/>
                </a:path>
              </a:pathLst>
            </a:custGeom>
            <a:solidFill>
              <a:srgbClr val="E78AC3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353" name="pl1353"/>
            <p:cNvSpPr/>
            <p:nvPr/>
          </p:nvSpPr>
          <p:spPr>
            <a:xfrm>
              <a:off x="4799595" y="4987943"/>
              <a:ext cx="11981298" cy="4380727"/>
            </a:xfrm>
            <a:custGeom>
              <a:avLst/>
              <a:pathLst>
                <a:path w="11981298" h="4380727">
                  <a:moveTo>
                    <a:pt x="0" y="3898520"/>
                  </a:moveTo>
                  <a:lnTo>
                    <a:pt x="1471387" y="3898520"/>
                  </a:lnTo>
                  <a:lnTo>
                    <a:pt x="1472464" y="3898435"/>
                  </a:lnTo>
                  <a:lnTo>
                    <a:pt x="1479554" y="3897830"/>
                  </a:lnTo>
                  <a:lnTo>
                    <a:pt x="1497454" y="3896160"/>
                  </a:lnTo>
                  <a:lnTo>
                    <a:pt x="1529532" y="3892870"/>
                  </a:lnTo>
                  <a:lnTo>
                    <a:pt x="1577495" y="3887444"/>
                  </a:lnTo>
                  <a:lnTo>
                    <a:pt x="1641259" y="3879455"/>
                  </a:lnTo>
                  <a:lnTo>
                    <a:pt x="1719064" y="3868602"/>
                  </a:lnTo>
                  <a:lnTo>
                    <a:pt x="1807873" y="3854723"/>
                  </a:lnTo>
                  <a:lnTo>
                    <a:pt x="1903942" y="3837780"/>
                  </a:lnTo>
                  <a:lnTo>
                    <a:pt x="2003438" y="3817812"/>
                  </a:lnTo>
                  <a:lnTo>
                    <a:pt x="2102923" y="3794885"/>
                  </a:lnTo>
                  <a:lnTo>
                    <a:pt x="2199660" y="3769043"/>
                  </a:lnTo>
                  <a:lnTo>
                    <a:pt x="2291719" y="3740263"/>
                  </a:lnTo>
                  <a:lnTo>
                    <a:pt x="2377934" y="3708438"/>
                  </a:lnTo>
                  <a:lnTo>
                    <a:pt x="2457784" y="3673357"/>
                  </a:lnTo>
                  <a:lnTo>
                    <a:pt x="2531238" y="3634705"/>
                  </a:lnTo>
                  <a:lnTo>
                    <a:pt x="2598614" y="3592067"/>
                  </a:lnTo>
                  <a:lnTo>
                    <a:pt x="2660453" y="3544938"/>
                  </a:lnTo>
                  <a:lnTo>
                    <a:pt x="2717426" y="3492744"/>
                  </a:lnTo>
                  <a:lnTo>
                    <a:pt x="2770264" y="3434878"/>
                  </a:lnTo>
                  <a:lnTo>
                    <a:pt x="2819706" y="3370762"/>
                  </a:lnTo>
                  <a:lnTo>
                    <a:pt x="2866456" y="3299950"/>
                  </a:lnTo>
                  <a:lnTo>
                    <a:pt x="2896531" y="3248766"/>
                  </a:lnTo>
                  <a:lnTo>
                    <a:pt x="2929501" y="3187469"/>
                  </a:lnTo>
                  <a:lnTo>
                    <a:pt x="2961719" y="3122226"/>
                  </a:lnTo>
                  <a:lnTo>
                    <a:pt x="2993364" y="3052959"/>
                  </a:lnTo>
                  <a:lnTo>
                    <a:pt x="3024585" y="2979634"/>
                  </a:lnTo>
                  <a:lnTo>
                    <a:pt x="3055505" y="2902272"/>
                  </a:lnTo>
                  <a:lnTo>
                    <a:pt x="3086225" y="2820952"/>
                  </a:lnTo>
                  <a:lnTo>
                    <a:pt x="3116823" y="2735812"/>
                  </a:lnTo>
                  <a:lnTo>
                    <a:pt x="3147361" y="2647057"/>
                  </a:lnTo>
                  <a:lnTo>
                    <a:pt x="3177884" y="2554955"/>
                  </a:lnTo>
                  <a:lnTo>
                    <a:pt x="3208423" y="2459835"/>
                  </a:lnTo>
                  <a:lnTo>
                    <a:pt x="3238995" y="2362091"/>
                  </a:lnTo>
                  <a:lnTo>
                    <a:pt x="3269607" y="2262167"/>
                  </a:lnTo>
                  <a:lnTo>
                    <a:pt x="3300259" y="2160557"/>
                  </a:lnTo>
                  <a:lnTo>
                    <a:pt x="3330940" y="2057792"/>
                  </a:lnTo>
                  <a:lnTo>
                    <a:pt x="3361638" y="1954428"/>
                  </a:lnTo>
                  <a:lnTo>
                    <a:pt x="3392336" y="1851035"/>
                  </a:lnTo>
                  <a:lnTo>
                    <a:pt x="3423020" y="1748185"/>
                  </a:lnTo>
                  <a:lnTo>
                    <a:pt x="3453674" y="1646436"/>
                  </a:lnTo>
                  <a:lnTo>
                    <a:pt x="3484291" y="1546321"/>
                  </a:lnTo>
                  <a:lnTo>
                    <a:pt x="3514867" y="1448338"/>
                  </a:lnTo>
                  <a:lnTo>
                    <a:pt x="3545408" y="1352937"/>
                  </a:lnTo>
                  <a:lnTo>
                    <a:pt x="3575932" y="1260517"/>
                  </a:lnTo>
                  <a:lnTo>
                    <a:pt x="3606467" y="1171415"/>
                  </a:lnTo>
                  <a:lnTo>
                    <a:pt x="3637056" y="1085904"/>
                  </a:lnTo>
                  <a:lnTo>
                    <a:pt x="3667760" y="1004195"/>
                  </a:lnTo>
                  <a:lnTo>
                    <a:pt x="3698657" y="926433"/>
                  </a:lnTo>
                  <a:lnTo>
                    <a:pt x="3729842" y="852703"/>
                  </a:lnTo>
                  <a:lnTo>
                    <a:pt x="3761439" y="783031"/>
                  </a:lnTo>
                  <a:lnTo>
                    <a:pt x="3793592" y="717389"/>
                  </a:lnTo>
                  <a:lnTo>
                    <a:pt x="3826478" y="655702"/>
                  </a:lnTo>
                  <a:lnTo>
                    <a:pt x="3829811" y="649753"/>
                  </a:lnTo>
                  <a:lnTo>
                    <a:pt x="3875117" y="574348"/>
                  </a:lnTo>
                  <a:lnTo>
                    <a:pt x="3922685" y="505791"/>
                  </a:lnTo>
                  <a:lnTo>
                    <a:pt x="3973172" y="443805"/>
                  </a:lnTo>
                  <a:lnTo>
                    <a:pt x="4027297" y="387885"/>
                  </a:lnTo>
                  <a:lnTo>
                    <a:pt x="4085803" y="337435"/>
                  </a:lnTo>
                  <a:lnTo>
                    <a:pt x="4149407" y="291855"/>
                  </a:lnTo>
                  <a:lnTo>
                    <a:pt x="4218746" y="250589"/>
                  </a:lnTo>
                  <a:lnTo>
                    <a:pt x="4294298" y="213162"/>
                  </a:lnTo>
                  <a:lnTo>
                    <a:pt x="4376281" y="179189"/>
                  </a:lnTo>
                  <a:lnTo>
                    <a:pt x="4464518" y="148391"/>
                  </a:lnTo>
                  <a:lnTo>
                    <a:pt x="4558292" y="120592"/>
                  </a:lnTo>
                  <a:lnTo>
                    <a:pt x="4656194" y="95714"/>
                  </a:lnTo>
                  <a:lnTo>
                    <a:pt x="4756024" y="73761"/>
                  </a:lnTo>
                  <a:lnTo>
                    <a:pt x="4854792" y="54788"/>
                  </a:lnTo>
                  <a:lnTo>
                    <a:pt x="4948888" y="38858"/>
                  </a:lnTo>
                  <a:lnTo>
                    <a:pt x="5034444" y="25992"/>
                  </a:lnTo>
                  <a:lnTo>
                    <a:pt x="5107882" y="16112"/>
                  </a:lnTo>
                  <a:lnTo>
                    <a:pt x="5166529" y="9012"/>
                  </a:lnTo>
                  <a:lnTo>
                    <a:pt x="5209150" y="4347"/>
                  </a:lnTo>
                  <a:lnTo>
                    <a:pt x="5236255" y="1653"/>
                  </a:lnTo>
                  <a:lnTo>
                    <a:pt x="5250126" y="398"/>
                  </a:lnTo>
                  <a:lnTo>
                    <a:pt x="5254627" y="25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262" y="81"/>
                  </a:lnTo>
                  <a:lnTo>
                    <a:pt x="6733332" y="658"/>
                  </a:lnTo>
                  <a:lnTo>
                    <a:pt x="6748728" y="2252"/>
                  </a:lnTo>
                  <a:lnTo>
                    <a:pt x="6776488" y="5394"/>
                  </a:lnTo>
                  <a:lnTo>
                    <a:pt x="6818338" y="10589"/>
                  </a:lnTo>
                  <a:lnTo>
                    <a:pt x="6874565" y="18269"/>
                  </a:lnTo>
                  <a:lnTo>
                    <a:pt x="6944055" y="28762"/>
                  </a:lnTo>
                  <a:lnTo>
                    <a:pt x="7024537" y="42264"/>
                  </a:lnTo>
                  <a:lnTo>
                    <a:pt x="7112989" y="58857"/>
                  </a:lnTo>
                  <a:lnTo>
                    <a:pt x="7206117" y="78527"/>
                  </a:lnTo>
                  <a:lnTo>
                    <a:pt x="7300781" y="101218"/>
                  </a:lnTo>
                  <a:lnTo>
                    <a:pt x="7394301" y="126871"/>
                  </a:lnTo>
                  <a:lnTo>
                    <a:pt x="7484618" y="155465"/>
                  </a:lnTo>
                  <a:lnTo>
                    <a:pt x="7570322" y="187046"/>
                  </a:lnTo>
                  <a:lnTo>
                    <a:pt x="7650596" y="221746"/>
                  </a:lnTo>
                  <a:lnTo>
                    <a:pt x="7725113" y="259791"/>
                  </a:lnTo>
                  <a:lnTo>
                    <a:pt x="7793912" y="301499"/>
                  </a:lnTo>
                  <a:lnTo>
                    <a:pt x="7857297" y="347281"/>
                  </a:lnTo>
                  <a:lnTo>
                    <a:pt x="7915740" y="397627"/>
                  </a:lnTo>
                  <a:lnTo>
                    <a:pt x="7969816" y="453087"/>
                  </a:lnTo>
                  <a:lnTo>
                    <a:pt x="8020147" y="514242"/>
                  </a:lnTo>
                  <a:lnTo>
                    <a:pt x="8067364" y="581651"/>
                  </a:lnTo>
                  <a:lnTo>
                    <a:pt x="8112072" y="655766"/>
                  </a:lnTo>
                  <a:lnTo>
                    <a:pt x="8151487" y="730121"/>
                  </a:lnTo>
                  <a:lnTo>
                    <a:pt x="8182797" y="795384"/>
                  </a:lnTo>
                  <a:lnTo>
                    <a:pt x="8213420" y="864636"/>
                  </a:lnTo>
                  <a:lnTo>
                    <a:pt x="8243513" y="937955"/>
                  </a:lnTo>
                  <a:lnTo>
                    <a:pt x="8273205" y="1015379"/>
                  </a:lnTo>
                  <a:lnTo>
                    <a:pt x="8302606" y="1096899"/>
                  </a:lnTo>
                  <a:lnTo>
                    <a:pt x="8331805" y="1182451"/>
                  </a:lnTo>
                  <a:lnTo>
                    <a:pt x="8360875" y="1271920"/>
                  </a:lnTo>
                  <a:lnTo>
                    <a:pt x="8389873" y="1365128"/>
                  </a:lnTo>
                  <a:lnTo>
                    <a:pt x="8418842" y="1461845"/>
                  </a:lnTo>
                  <a:lnTo>
                    <a:pt x="8447815" y="1561776"/>
                  </a:lnTo>
                  <a:lnTo>
                    <a:pt x="8476810" y="1664574"/>
                  </a:lnTo>
                  <a:lnTo>
                    <a:pt x="8505840" y="1769837"/>
                  </a:lnTo>
                  <a:lnTo>
                    <a:pt x="8534907" y="1877117"/>
                  </a:lnTo>
                  <a:lnTo>
                    <a:pt x="8564007" y="1985926"/>
                  </a:lnTo>
                  <a:lnTo>
                    <a:pt x="8593130" y="2095746"/>
                  </a:lnTo>
                  <a:lnTo>
                    <a:pt x="8622265" y="2206037"/>
                  </a:lnTo>
                  <a:lnTo>
                    <a:pt x="8651398" y="2316249"/>
                  </a:lnTo>
                  <a:lnTo>
                    <a:pt x="8680516" y="2425836"/>
                  </a:lnTo>
                  <a:lnTo>
                    <a:pt x="8709607" y="2534263"/>
                  </a:lnTo>
                  <a:lnTo>
                    <a:pt x="8738663" y="2641018"/>
                  </a:lnTo>
                  <a:lnTo>
                    <a:pt x="8767683" y="2745624"/>
                  </a:lnTo>
                  <a:lnTo>
                    <a:pt x="8796671" y="2847647"/>
                  </a:lnTo>
                  <a:lnTo>
                    <a:pt x="8825640" y="2946697"/>
                  </a:lnTo>
                  <a:lnTo>
                    <a:pt x="8854614" y="3042445"/>
                  </a:lnTo>
                  <a:lnTo>
                    <a:pt x="8883627" y="3134612"/>
                  </a:lnTo>
                  <a:lnTo>
                    <a:pt x="8912727" y="3222983"/>
                  </a:lnTo>
                  <a:lnTo>
                    <a:pt x="8941975" y="3307399"/>
                  </a:lnTo>
                  <a:lnTo>
                    <a:pt x="8971449" y="3387759"/>
                  </a:lnTo>
                  <a:lnTo>
                    <a:pt x="9001243" y="3464017"/>
                  </a:lnTo>
                  <a:lnTo>
                    <a:pt x="9031472" y="3536174"/>
                  </a:lnTo>
                  <a:lnTo>
                    <a:pt x="9062274" y="3604283"/>
                  </a:lnTo>
                  <a:lnTo>
                    <a:pt x="9084767" y="3650605"/>
                  </a:lnTo>
                  <a:lnTo>
                    <a:pt x="9127651" y="3731094"/>
                  </a:lnTo>
                  <a:lnTo>
                    <a:pt x="9172537" y="3804664"/>
                  </a:lnTo>
                  <a:lnTo>
                    <a:pt x="9219978" y="3871558"/>
                  </a:lnTo>
                  <a:lnTo>
                    <a:pt x="9270584" y="3932241"/>
                  </a:lnTo>
                  <a:lnTo>
                    <a:pt x="9324984" y="3987274"/>
                  </a:lnTo>
                  <a:lnTo>
                    <a:pt x="9383799" y="4037238"/>
                  </a:lnTo>
                  <a:lnTo>
                    <a:pt x="9447598" y="4082680"/>
                  </a:lnTo>
                  <a:lnTo>
                    <a:pt x="9516842" y="4124084"/>
                  </a:lnTo>
                  <a:lnTo>
                    <a:pt x="9591819" y="4161852"/>
                  </a:lnTo>
                  <a:lnTo>
                    <a:pt x="9672542" y="4196298"/>
                  </a:lnTo>
                  <a:lnTo>
                    <a:pt x="9758649" y="4227638"/>
                  </a:lnTo>
                  <a:lnTo>
                    <a:pt x="9849279" y="4255998"/>
                  </a:lnTo>
                  <a:lnTo>
                    <a:pt x="9942974" y="4281417"/>
                  </a:lnTo>
                  <a:lnTo>
                    <a:pt x="10037622" y="4303871"/>
                  </a:lnTo>
                  <a:lnTo>
                    <a:pt x="10130498" y="4323299"/>
                  </a:lnTo>
                  <a:lnTo>
                    <a:pt x="10218437" y="4339646"/>
                  </a:lnTo>
                  <a:lnTo>
                    <a:pt x="10298150" y="4352905"/>
                  </a:lnTo>
                  <a:lnTo>
                    <a:pt x="10366657" y="4363165"/>
                  </a:lnTo>
                  <a:lnTo>
                    <a:pt x="10421767" y="4370636"/>
                  </a:lnTo>
                  <a:lnTo>
                    <a:pt x="10462469" y="4375650"/>
                  </a:lnTo>
                  <a:lnTo>
                    <a:pt x="10489166" y="4378651"/>
                  </a:lnTo>
                  <a:lnTo>
                    <a:pt x="10503695" y="4380144"/>
                  </a:lnTo>
                  <a:lnTo>
                    <a:pt x="10509190" y="4380663"/>
                  </a:lnTo>
                  <a:lnTo>
                    <a:pt x="10509911" y="4380727"/>
                  </a:lnTo>
                  <a:lnTo>
                    <a:pt x="11981298" y="438072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54" name="pl1354"/>
            <p:cNvSpPr/>
            <p:nvPr/>
          </p:nvSpPr>
          <p:spPr>
            <a:xfrm>
              <a:off x="4799595" y="4979770"/>
              <a:ext cx="11981298" cy="4380727"/>
            </a:xfrm>
            <a:custGeom>
              <a:avLst/>
              <a:pathLst>
                <a:path w="11981298" h="4380727">
                  <a:moveTo>
                    <a:pt x="11981298" y="4380727"/>
                  </a:moveTo>
                  <a:lnTo>
                    <a:pt x="10509911" y="4380727"/>
                  </a:lnTo>
                  <a:lnTo>
                    <a:pt x="10508991" y="4380646"/>
                  </a:lnTo>
                  <a:lnTo>
                    <a:pt x="10502921" y="4380069"/>
                  </a:lnTo>
                  <a:lnTo>
                    <a:pt x="10487525" y="4378474"/>
                  </a:lnTo>
                  <a:lnTo>
                    <a:pt x="10459765" y="4375332"/>
                  </a:lnTo>
                  <a:lnTo>
                    <a:pt x="10417915" y="4370138"/>
                  </a:lnTo>
                  <a:lnTo>
                    <a:pt x="10361688" y="4362457"/>
                  </a:lnTo>
                  <a:lnTo>
                    <a:pt x="10292198" y="4351964"/>
                  </a:lnTo>
                  <a:lnTo>
                    <a:pt x="10211717" y="4338462"/>
                  </a:lnTo>
                  <a:lnTo>
                    <a:pt x="10123264" y="4321870"/>
                  </a:lnTo>
                  <a:lnTo>
                    <a:pt x="10030136" y="4302199"/>
                  </a:lnTo>
                  <a:lnTo>
                    <a:pt x="9935472" y="4279508"/>
                  </a:lnTo>
                  <a:lnTo>
                    <a:pt x="9841952" y="4253855"/>
                  </a:lnTo>
                  <a:lnTo>
                    <a:pt x="9751636" y="4225261"/>
                  </a:lnTo>
                  <a:lnTo>
                    <a:pt x="9665932" y="4193680"/>
                  </a:lnTo>
                  <a:lnTo>
                    <a:pt x="9585657" y="4158980"/>
                  </a:lnTo>
                  <a:lnTo>
                    <a:pt x="9511140" y="4120935"/>
                  </a:lnTo>
                  <a:lnTo>
                    <a:pt x="9442341" y="4079227"/>
                  </a:lnTo>
                  <a:lnTo>
                    <a:pt x="9378957" y="4033445"/>
                  </a:lnTo>
                  <a:lnTo>
                    <a:pt x="9320513" y="3983099"/>
                  </a:lnTo>
                  <a:lnTo>
                    <a:pt x="9266437" y="3927639"/>
                  </a:lnTo>
                  <a:lnTo>
                    <a:pt x="9216106" y="3866484"/>
                  </a:lnTo>
                  <a:lnTo>
                    <a:pt x="9168889" y="3799075"/>
                  </a:lnTo>
                  <a:lnTo>
                    <a:pt x="9124181" y="3724960"/>
                  </a:lnTo>
                  <a:lnTo>
                    <a:pt x="9084767" y="3650605"/>
                  </a:lnTo>
                  <a:lnTo>
                    <a:pt x="9053456" y="3585342"/>
                  </a:lnTo>
                  <a:lnTo>
                    <a:pt x="9022833" y="3516090"/>
                  </a:lnTo>
                  <a:lnTo>
                    <a:pt x="8992740" y="3442771"/>
                  </a:lnTo>
                  <a:lnTo>
                    <a:pt x="8963048" y="3365347"/>
                  </a:lnTo>
                  <a:lnTo>
                    <a:pt x="8933647" y="3283827"/>
                  </a:lnTo>
                  <a:lnTo>
                    <a:pt x="8904448" y="3198275"/>
                  </a:lnTo>
                  <a:lnTo>
                    <a:pt x="8875378" y="3108807"/>
                  </a:lnTo>
                  <a:lnTo>
                    <a:pt x="8846381" y="3015598"/>
                  </a:lnTo>
                  <a:lnTo>
                    <a:pt x="8817411" y="2918881"/>
                  </a:lnTo>
                  <a:lnTo>
                    <a:pt x="8788439" y="2818950"/>
                  </a:lnTo>
                  <a:lnTo>
                    <a:pt x="8759443" y="2716152"/>
                  </a:lnTo>
                  <a:lnTo>
                    <a:pt x="8730413" y="2610889"/>
                  </a:lnTo>
                  <a:lnTo>
                    <a:pt x="8701346" y="2503609"/>
                  </a:lnTo>
                  <a:lnTo>
                    <a:pt x="8672247" y="2394800"/>
                  </a:lnTo>
                  <a:lnTo>
                    <a:pt x="8643123" y="2284980"/>
                  </a:lnTo>
                  <a:lnTo>
                    <a:pt x="8613988" y="2174689"/>
                  </a:lnTo>
                  <a:lnTo>
                    <a:pt x="8584855" y="2064477"/>
                  </a:lnTo>
                  <a:lnTo>
                    <a:pt x="8555737" y="1954890"/>
                  </a:lnTo>
                  <a:lnTo>
                    <a:pt x="8526646" y="1846463"/>
                  </a:lnTo>
                  <a:lnTo>
                    <a:pt x="8497590" y="1739708"/>
                  </a:lnTo>
                  <a:lnTo>
                    <a:pt x="8468570" y="1635102"/>
                  </a:lnTo>
                  <a:lnTo>
                    <a:pt x="8439582" y="1533080"/>
                  </a:lnTo>
                  <a:lnTo>
                    <a:pt x="8410613" y="1434029"/>
                  </a:lnTo>
                  <a:lnTo>
                    <a:pt x="8381639" y="1338282"/>
                  </a:lnTo>
                  <a:lnTo>
                    <a:pt x="8352626" y="1246114"/>
                  </a:lnTo>
                  <a:lnTo>
                    <a:pt x="8323526" y="1157743"/>
                  </a:lnTo>
                  <a:lnTo>
                    <a:pt x="8294278" y="1073327"/>
                  </a:lnTo>
                  <a:lnTo>
                    <a:pt x="8264804" y="992967"/>
                  </a:lnTo>
                  <a:lnTo>
                    <a:pt x="8235010" y="916710"/>
                  </a:lnTo>
                  <a:lnTo>
                    <a:pt x="8204781" y="844552"/>
                  </a:lnTo>
                  <a:lnTo>
                    <a:pt x="8173979" y="776443"/>
                  </a:lnTo>
                  <a:lnTo>
                    <a:pt x="8151487" y="730121"/>
                  </a:lnTo>
                  <a:lnTo>
                    <a:pt x="8108602" y="649632"/>
                  </a:lnTo>
                  <a:lnTo>
                    <a:pt x="8063716" y="576062"/>
                  </a:lnTo>
                  <a:lnTo>
                    <a:pt x="8016275" y="509168"/>
                  </a:lnTo>
                  <a:lnTo>
                    <a:pt x="7965670" y="448485"/>
                  </a:lnTo>
                  <a:lnTo>
                    <a:pt x="7911269" y="393452"/>
                  </a:lnTo>
                  <a:lnTo>
                    <a:pt x="7852454" y="343488"/>
                  </a:lnTo>
                  <a:lnTo>
                    <a:pt x="7788655" y="298046"/>
                  </a:lnTo>
                  <a:lnTo>
                    <a:pt x="7719411" y="256642"/>
                  </a:lnTo>
                  <a:lnTo>
                    <a:pt x="7644435" y="218874"/>
                  </a:lnTo>
                  <a:lnTo>
                    <a:pt x="7563711" y="184428"/>
                  </a:lnTo>
                  <a:lnTo>
                    <a:pt x="7477604" y="153088"/>
                  </a:lnTo>
                  <a:lnTo>
                    <a:pt x="7386974" y="124728"/>
                  </a:lnTo>
                  <a:lnTo>
                    <a:pt x="7293279" y="99309"/>
                  </a:lnTo>
                  <a:lnTo>
                    <a:pt x="7198632" y="76855"/>
                  </a:lnTo>
                  <a:lnTo>
                    <a:pt x="7105755" y="57427"/>
                  </a:lnTo>
                  <a:lnTo>
                    <a:pt x="7017816" y="41080"/>
                  </a:lnTo>
                  <a:lnTo>
                    <a:pt x="6938103" y="27821"/>
                  </a:lnTo>
                  <a:lnTo>
                    <a:pt x="6869596" y="17561"/>
                  </a:lnTo>
                  <a:lnTo>
                    <a:pt x="6814486" y="10091"/>
                  </a:lnTo>
                  <a:lnTo>
                    <a:pt x="6773784" y="5076"/>
                  </a:lnTo>
                  <a:lnTo>
                    <a:pt x="6747087" y="2076"/>
                  </a:lnTo>
                  <a:lnTo>
                    <a:pt x="6732558" y="582"/>
                  </a:lnTo>
                  <a:lnTo>
                    <a:pt x="6727063" y="63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878" y="84"/>
                  </a:lnTo>
                  <a:lnTo>
                    <a:pt x="5246789" y="689"/>
                  </a:lnTo>
                  <a:lnTo>
                    <a:pt x="5228888" y="2359"/>
                  </a:lnTo>
                  <a:lnTo>
                    <a:pt x="5196810" y="5649"/>
                  </a:lnTo>
                  <a:lnTo>
                    <a:pt x="5148847" y="11075"/>
                  </a:lnTo>
                  <a:lnTo>
                    <a:pt x="5085083" y="19064"/>
                  </a:lnTo>
                  <a:lnTo>
                    <a:pt x="5007278" y="29918"/>
                  </a:lnTo>
                  <a:lnTo>
                    <a:pt x="4918469" y="43796"/>
                  </a:lnTo>
                  <a:lnTo>
                    <a:pt x="4822400" y="60739"/>
                  </a:lnTo>
                  <a:lnTo>
                    <a:pt x="4722904" y="80707"/>
                  </a:lnTo>
                  <a:lnTo>
                    <a:pt x="4623419" y="103634"/>
                  </a:lnTo>
                  <a:lnTo>
                    <a:pt x="4526682" y="129477"/>
                  </a:lnTo>
                  <a:lnTo>
                    <a:pt x="4434623" y="158256"/>
                  </a:lnTo>
                  <a:lnTo>
                    <a:pt x="4348408" y="190081"/>
                  </a:lnTo>
                  <a:lnTo>
                    <a:pt x="4268559" y="225163"/>
                  </a:lnTo>
                  <a:lnTo>
                    <a:pt x="4195104" y="263814"/>
                  </a:lnTo>
                  <a:lnTo>
                    <a:pt x="4127728" y="306452"/>
                  </a:lnTo>
                  <a:lnTo>
                    <a:pt x="4065889" y="353581"/>
                  </a:lnTo>
                  <a:lnTo>
                    <a:pt x="4008916" y="405776"/>
                  </a:lnTo>
                  <a:lnTo>
                    <a:pt x="3956078" y="463642"/>
                  </a:lnTo>
                  <a:lnTo>
                    <a:pt x="3906636" y="527757"/>
                  </a:lnTo>
                  <a:lnTo>
                    <a:pt x="3859886" y="598569"/>
                  </a:lnTo>
                  <a:lnTo>
                    <a:pt x="3829811" y="649753"/>
                  </a:lnTo>
                  <a:lnTo>
                    <a:pt x="3796841" y="711051"/>
                  </a:lnTo>
                  <a:lnTo>
                    <a:pt x="3764623" y="776293"/>
                  </a:lnTo>
                  <a:lnTo>
                    <a:pt x="3732978" y="845560"/>
                  </a:lnTo>
                  <a:lnTo>
                    <a:pt x="3701757" y="918885"/>
                  </a:lnTo>
                  <a:lnTo>
                    <a:pt x="3670837" y="996247"/>
                  </a:lnTo>
                  <a:lnTo>
                    <a:pt x="3640117" y="1077567"/>
                  </a:lnTo>
                  <a:lnTo>
                    <a:pt x="3609519" y="1162707"/>
                  </a:lnTo>
                  <a:lnTo>
                    <a:pt x="3578981" y="1251462"/>
                  </a:lnTo>
                  <a:lnTo>
                    <a:pt x="3548458" y="1343565"/>
                  </a:lnTo>
                  <a:lnTo>
                    <a:pt x="3517919" y="1438684"/>
                  </a:lnTo>
                  <a:lnTo>
                    <a:pt x="3487347" y="1536429"/>
                  </a:lnTo>
                  <a:lnTo>
                    <a:pt x="3456735" y="1636352"/>
                  </a:lnTo>
                  <a:lnTo>
                    <a:pt x="3426084" y="1737962"/>
                  </a:lnTo>
                  <a:lnTo>
                    <a:pt x="3395402" y="1840727"/>
                  </a:lnTo>
                  <a:lnTo>
                    <a:pt x="3364705" y="1944091"/>
                  </a:lnTo>
                  <a:lnTo>
                    <a:pt x="3334006" y="2047484"/>
                  </a:lnTo>
                  <a:lnTo>
                    <a:pt x="3303322" y="2150334"/>
                  </a:lnTo>
                  <a:lnTo>
                    <a:pt x="3272668" y="2252084"/>
                  </a:lnTo>
                  <a:lnTo>
                    <a:pt x="3242051" y="2352199"/>
                  </a:lnTo>
                  <a:lnTo>
                    <a:pt x="3211475" y="2450182"/>
                  </a:lnTo>
                  <a:lnTo>
                    <a:pt x="3180934" y="2545582"/>
                  </a:lnTo>
                  <a:lnTo>
                    <a:pt x="3150410" y="2638002"/>
                  </a:lnTo>
                  <a:lnTo>
                    <a:pt x="3119876" y="2727104"/>
                  </a:lnTo>
                  <a:lnTo>
                    <a:pt x="3089286" y="2812615"/>
                  </a:lnTo>
                  <a:lnTo>
                    <a:pt x="3058582" y="2894324"/>
                  </a:lnTo>
                  <a:lnTo>
                    <a:pt x="3027686" y="2972086"/>
                  </a:lnTo>
                  <a:lnTo>
                    <a:pt x="2996500" y="3045816"/>
                  </a:lnTo>
                  <a:lnTo>
                    <a:pt x="2964903" y="3115488"/>
                  </a:lnTo>
                  <a:lnTo>
                    <a:pt x="2932750" y="3181130"/>
                  </a:lnTo>
                  <a:lnTo>
                    <a:pt x="2899864" y="3242817"/>
                  </a:lnTo>
                  <a:lnTo>
                    <a:pt x="2896531" y="3248766"/>
                  </a:lnTo>
                  <a:lnTo>
                    <a:pt x="2851225" y="3324171"/>
                  </a:lnTo>
                  <a:lnTo>
                    <a:pt x="2803657" y="3392728"/>
                  </a:lnTo>
                  <a:lnTo>
                    <a:pt x="2753170" y="3454715"/>
                  </a:lnTo>
                  <a:lnTo>
                    <a:pt x="2699045" y="3510635"/>
                  </a:lnTo>
                  <a:lnTo>
                    <a:pt x="2640539" y="3561084"/>
                  </a:lnTo>
                  <a:lnTo>
                    <a:pt x="2576935" y="3606665"/>
                  </a:lnTo>
                  <a:lnTo>
                    <a:pt x="2507596" y="3647930"/>
                  </a:lnTo>
                  <a:lnTo>
                    <a:pt x="2432044" y="3685357"/>
                  </a:lnTo>
                  <a:lnTo>
                    <a:pt x="2350061" y="3719330"/>
                  </a:lnTo>
                  <a:lnTo>
                    <a:pt x="2261824" y="3750128"/>
                  </a:lnTo>
                  <a:lnTo>
                    <a:pt x="2168050" y="3777927"/>
                  </a:lnTo>
                  <a:lnTo>
                    <a:pt x="2070148" y="3802805"/>
                  </a:lnTo>
                  <a:lnTo>
                    <a:pt x="1970319" y="3824759"/>
                  </a:lnTo>
                  <a:lnTo>
                    <a:pt x="1871550" y="3843731"/>
                  </a:lnTo>
                  <a:lnTo>
                    <a:pt x="1777454" y="3859661"/>
                  </a:lnTo>
                  <a:lnTo>
                    <a:pt x="1691898" y="3872527"/>
                  </a:lnTo>
                  <a:lnTo>
                    <a:pt x="1618460" y="3882407"/>
                  </a:lnTo>
                  <a:lnTo>
                    <a:pt x="1559814" y="3889507"/>
                  </a:lnTo>
                  <a:lnTo>
                    <a:pt x="1517193" y="3894172"/>
                  </a:lnTo>
                  <a:lnTo>
                    <a:pt x="1490087" y="3896866"/>
                  </a:lnTo>
                  <a:lnTo>
                    <a:pt x="1476216" y="3898121"/>
                  </a:lnTo>
                  <a:lnTo>
                    <a:pt x="1471715" y="3898494"/>
                  </a:lnTo>
                  <a:lnTo>
                    <a:pt x="1471387" y="3898520"/>
                  </a:lnTo>
                  <a:lnTo>
                    <a:pt x="0" y="389852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55" name="pg1355"/>
            <p:cNvSpPr/>
            <p:nvPr/>
          </p:nvSpPr>
          <p:spPr>
            <a:xfrm>
              <a:off x="4799595" y="5004289"/>
              <a:ext cx="11981298" cy="4977355"/>
            </a:xfrm>
            <a:custGeom>
              <a:avLst/>
              <a:pathLst>
                <a:path w="11981298" h="4977355">
                  <a:moveTo>
                    <a:pt x="0" y="3890347"/>
                  </a:moveTo>
                  <a:lnTo>
                    <a:pt x="1471387" y="3890347"/>
                  </a:lnTo>
                  <a:lnTo>
                    <a:pt x="1472465" y="3890262"/>
                  </a:lnTo>
                  <a:lnTo>
                    <a:pt x="1479562" y="3889660"/>
                  </a:lnTo>
                  <a:lnTo>
                    <a:pt x="1497481" y="3887994"/>
                  </a:lnTo>
                  <a:lnTo>
                    <a:pt x="1529590" y="3884714"/>
                  </a:lnTo>
                  <a:lnTo>
                    <a:pt x="1577596" y="3879306"/>
                  </a:lnTo>
                  <a:lnTo>
                    <a:pt x="1641413" y="3871342"/>
                  </a:lnTo>
                  <a:lnTo>
                    <a:pt x="1719276" y="3860523"/>
                  </a:lnTo>
                  <a:lnTo>
                    <a:pt x="1808141" y="3846689"/>
                  </a:lnTo>
                  <a:lnTo>
                    <a:pt x="1904262" y="3829802"/>
                  </a:lnTo>
                  <a:lnTo>
                    <a:pt x="2003798" y="3809900"/>
                  </a:lnTo>
                  <a:lnTo>
                    <a:pt x="2103313" y="3787051"/>
                  </a:lnTo>
                  <a:lnTo>
                    <a:pt x="2200070" y="3761295"/>
                  </a:lnTo>
                  <a:lnTo>
                    <a:pt x="2292137" y="3732612"/>
                  </a:lnTo>
                  <a:lnTo>
                    <a:pt x="2378353" y="3700894"/>
                  </a:lnTo>
                  <a:lnTo>
                    <a:pt x="2458198" y="3665930"/>
                  </a:lnTo>
                  <a:lnTo>
                    <a:pt x="2531643" y="3627405"/>
                  </a:lnTo>
                  <a:lnTo>
                    <a:pt x="2599009" y="3584906"/>
                  </a:lnTo>
                  <a:lnTo>
                    <a:pt x="2660838" y="3537927"/>
                  </a:lnTo>
                  <a:lnTo>
                    <a:pt x="2717801" y="3485897"/>
                  </a:lnTo>
                  <a:lnTo>
                    <a:pt x="2770632" y="3428211"/>
                  </a:lnTo>
                  <a:lnTo>
                    <a:pt x="2820069" y="3364294"/>
                  </a:lnTo>
                  <a:lnTo>
                    <a:pt x="2866818" y="3293701"/>
                  </a:lnTo>
                  <a:lnTo>
                    <a:pt x="2896531" y="3243318"/>
                  </a:lnTo>
                  <a:lnTo>
                    <a:pt x="2929562" y="3182160"/>
                  </a:lnTo>
                  <a:lnTo>
                    <a:pt x="2961838" y="3117059"/>
                  </a:lnTo>
                  <a:lnTo>
                    <a:pt x="2993539" y="3047934"/>
                  </a:lnTo>
                  <a:lnTo>
                    <a:pt x="3024816" y="2974755"/>
                  </a:lnTo>
                  <a:lnTo>
                    <a:pt x="3055792" y="2897540"/>
                  </a:lnTo>
                  <a:lnTo>
                    <a:pt x="3086567" y="2816370"/>
                  </a:lnTo>
                  <a:lnTo>
                    <a:pt x="3117221" y="2731385"/>
                  </a:lnTo>
                  <a:lnTo>
                    <a:pt x="3147816" y="2642789"/>
                  </a:lnTo>
                  <a:lnTo>
                    <a:pt x="3178396" y="2550852"/>
                  </a:lnTo>
                  <a:lnTo>
                    <a:pt x="3208992" y="2455905"/>
                  </a:lnTo>
                  <a:lnTo>
                    <a:pt x="3239621" y="2358342"/>
                  </a:lnTo>
                  <a:lnTo>
                    <a:pt x="3270292" y="2258611"/>
                  </a:lnTo>
                  <a:lnTo>
                    <a:pt x="3301001" y="2157206"/>
                  </a:lnTo>
                  <a:lnTo>
                    <a:pt x="3331740" y="2054660"/>
                  </a:lnTo>
                  <a:lnTo>
                    <a:pt x="3362495" y="1951529"/>
                  </a:lnTo>
                  <a:lnTo>
                    <a:pt x="3393250" y="1848386"/>
                  </a:lnTo>
                  <a:lnTo>
                    <a:pt x="3423990" y="1745802"/>
                  </a:lnTo>
                  <a:lnTo>
                    <a:pt x="3454701" y="1644335"/>
                  </a:lnTo>
                  <a:lnTo>
                    <a:pt x="3485373" y="1544520"/>
                  </a:lnTo>
                  <a:lnTo>
                    <a:pt x="3516005" y="1446852"/>
                  </a:lnTo>
                  <a:lnTo>
                    <a:pt x="3546602" y="1351782"/>
                  </a:lnTo>
                  <a:lnTo>
                    <a:pt x="3577182" y="1259704"/>
                  </a:lnTo>
                  <a:lnTo>
                    <a:pt x="3607775" y="1170955"/>
                  </a:lnTo>
                  <a:lnTo>
                    <a:pt x="3638425" y="1085806"/>
                  </a:lnTo>
                  <a:lnTo>
                    <a:pt x="3669193" y="1004465"/>
                  </a:lnTo>
                  <a:lnTo>
                    <a:pt x="3700159" y="927075"/>
                  </a:lnTo>
                  <a:lnTo>
                    <a:pt x="3731420" y="853717"/>
                  </a:lnTo>
                  <a:lnTo>
                    <a:pt x="3763100" y="784415"/>
                  </a:lnTo>
                  <a:lnTo>
                    <a:pt x="3795347" y="719138"/>
                  </a:lnTo>
                  <a:lnTo>
                    <a:pt x="3828340" y="657809"/>
                  </a:lnTo>
                  <a:lnTo>
                    <a:pt x="3829811" y="655202"/>
                  </a:lnTo>
                  <a:lnTo>
                    <a:pt x="3875134" y="580087"/>
                  </a:lnTo>
                  <a:lnTo>
                    <a:pt x="3922720" y="511796"/>
                  </a:lnTo>
                  <a:lnTo>
                    <a:pt x="3973228" y="450053"/>
                  </a:lnTo>
                  <a:lnTo>
                    <a:pt x="4027378" y="394355"/>
                  </a:lnTo>
                  <a:lnTo>
                    <a:pt x="4085913" y="344107"/>
                  </a:lnTo>
                  <a:lnTo>
                    <a:pt x="4149550" y="298711"/>
                  </a:lnTo>
                  <a:lnTo>
                    <a:pt x="4218928" y="257613"/>
                  </a:lnTo>
                  <a:lnTo>
                    <a:pt x="4294525" y="220339"/>
                  </a:lnTo>
                  <a:lnTo>
                    <a:pt x="4376557" y="186506"/>
                  </a:lnTo>
                  <a:lnTo>
                    <a:pt x="4464847" y="155837"/>
                  </a:lnTo>
                  <a:lnTo>
                    <a:pt x="4558673" y="128155"/>
                  </a:lnTo>
                  <a:lnTo>
                    <a:pt x="4656623" y="103385"/>
                  </a:lnTo>
                  <a:lnTo>
                    <a:pt x="4756491" y="81529"/>
                  </a:lnTo>
                  <a:lnTo>
                    <a:pt x="4855282" y="62643"/>
                  </a:lnTo>
                  <a:lnTo>
                    <a:pt x="4949377" y="46791"/>
                  </a:lnTo>
                  <a:lnTo>
                    <a:pt x="5034905" y="33991"/>
                  </a:lnTo>
                  <a:lnTo>
                    <a:pt x="5108288" y="24166"/>
                  </a:lnTo>
                  <a:lnTo>
                    <a:pt x="5166857" y="17110"/>
                  </a:lnTo>
                  <a:lnTo>
                    <a:pt x="5209386" y="12477"/>
                  </a:lnTo>
                  <a:lnTo>
                    <a:pt x="5236399" y="9806"/>
                  </a:lnTo>
                  <a:lnTo>
                    <a:pt x="5250190" y="8564"/>
                  </a:lnTo>
                  <a:lnTo>
                    <a:pt x="5254639" y="8197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225" y="8261"/>
                  </a:lnTo>
                  <a:lnTo>
                    <a:pt x="6733057" y="8888"/>
                  </a:lnTo>
                  <a:lnTo>
                    <a:pt x="6747864" y="10622"/>
                  </a:lnTo>
                  <a:lnTo>
                    <a:pt x="6774601" y="14039"/>
                  </a:lnTo>
                  <a:lnTo>
                    <a:pt x="6814989" y="19693"/>
                  </a:lnTo>
                  <a:lnTo>
                    <a:pt x="6869391" y="28060"/>
                  </a:lnTo>
                  <a:lnTo>
                    <a:pt x="6936831" y="39504"/>
                  </a:lnTo>
                  <a:lnTo>
                    <a:pt x="7015216" y="54255"/>
                  </a:lnTo>
                  <a:lnTo>
                    <a:pt x="7101700" y="72411"/>
                  </a:lnTo>
                  <a:lnTo>
                    <a:pt x="7193128" y="93969"/>
                  </a:lnTo>
                  <a:lnTo>
                    <a:pt x="7286449" y="118870"/>
                  </a:lnTo>
                  <a:lnTo>
                    <a:pt x="7379014" y="147046"/>
                  </a:lnTo>
                  <a:lnTo>
                    <a:pt x="7468748" y="178466"/>
                  </a:lnTo>
                  <a:lnTo>
                    <a:pt x="7554196" y="213166"/>
                  </a:lnTo>
                  <a:lnTo>
                    <a:pt x="7634474" y="251271"/>
                  </a:lnTo>
                  <a:lnTo>
                    <a:pt x="7709184" y="293005"/>
                  </a:lnTo>
                  <a:lnTo>
                    <a:pt x="7778299" y="338695"/>
                  </a:lnTo>
                  <a:lnTo>
                    <a:pt x="7842059" y="388765"/>
                  </a:lnTo>
                  <a:lnTo>
                    <a:pt x="7900888" y="443729"/>
                  </a:lnTo>
                  <a:lnTo>
                    <a:pt x="7955316" y="504171"/>
                  </a:lnTo>
                  <a:lnTo>
                    <a:pt x="8005933" y="570720"/>
                  </a:lnTo>
                  <a:lnTo>
                    <a:pt x="8053345" y="643997"/>
                  </a:lnTo>
                  <a:lnTo>
                    <a:pt x="8098142" y="724541"/>
                  </a:lnTo>
                  <a:lnTo>
                    <a:pt x="8140871" y="812688"/>
                  </a:lnTo>
                  <a:lnTo>
                    <a:pt x="8151487" y="836370"/>
                  </a:lnTo>
                  <a:lnTo>
                    <a:pt x="8181058" y="906123"/>
                  </a:lnTo>
                  <a:lnTo>
                    <a:pt x="8210009" y="979901"/>
                  </a:lnTo>
                  <a:lnTo>
                    <a:pt x="8238474" y="1057783"/>
                  </a:lnTo>
                  <a:lnTo>
                    <a:pt x="8266563" y="1139810"/>
                  </a:lnTo>
                  <a:lnTo>
                    <a:pt x="8294373" y="1225982"/>
                  </a:lnTo>
                  <a:lnTo>
                    <a:pt x="8321983" y="1316254"/>
                  </a:lnTo>
                  <a:lnTo>
                    <a:pt x="8349457" y="1410528"/>
                  </a:lnTo>
                  <a:lnTo>
                    <a:pt x="8376849" y="1508660"/>
                  </a:lnTo>
                  <a:lnTo>
                    <a:pt x="8404200" y="1610450"/>
                  </a:lnTo>
                  <a:lnTo>
                    <a:pt x="8431540" y="1715646"/>
                  </a:lnTo>
                  <a:lnTo>
                    <a:pt x="8458893" y="1823944"/>
                  </a:lnTo>
                  <a:lnTo>
                    <a:pt x="8486270" y="1934989"/>
                  </a:lnTo>
                  <a:lnTo>
                    <a:pt x="8513680" y="2048384"/>
                  </a:lnTo>
                  <a:lnTo>
                    <a:pt x="8541122" y="2163687"/>
                  </a:lnTo>
                  <a:lnTo>
                    <a:pt x="8568593" y="2280427"/>
                  </a:lnTo>
                  <a:lnTo>
                    <a:pt x="8596082" y="2398102"/>
                  </a:lnTo>
                  <a:lnTo>
                    <a:pt x="8623582" y="2516198"/>
                  </a:lnTo>
                  <a:lnTo>
                    <a:pt x="8651078" y="2634190"/>
                  </a:lnTo>
                  <a:lnTo>
                    <a:pt x="8678562" y="2751555"/>
                  </a:lnTo>
                  <a:lnTo>
                    <a:pt x="8706021" y="2867783"/>
                  </a:lnTo>
                  <a:lnTo>
                    <a:pt x="8733451" y="2982385"/>
                  </a:lnTo>
                  <a:lnTo>
                    <a:pt x="8760848" y="3094898"/>
                  </a:lnTo>
                  <a:lnTo>
                    <a:pt x="8788215" y="3204898"/>
                  </a:lnTo>
                  <a:lnTo>
                    <a:pt x="8815560" y="3312005"/>
                  </a:lnTo>
                  <a:lnTo>
                    <a:pt x="8842902" y="3415883"/>
                  </a:lnTo>
                  <a:lnTo>
                    <a:pt x="8870264" y="3516249"/>
                  </a:lnTo>
                  <a:lnTo>
                    <a:pt x="8897683" y="3612872"/>
                  </a:lnTo>
                  <a:lnTo>
                    <a:pt x="8925204" y="3705573"/>
                  </a:lnTo>
                  <a:lnTo>
                    <a:pt x="8952885" y="3794227"/>
                  </a:lnTo>
                  <a:lnTo>
                    <a:pt x="8980795" y="3878757"/>
                  </a:lnTo>
                  <a:lnTo>
                    <a:pt x="9009021" y="3959138"/>
                  </a:lnTo>
                  <a:lnTo>
                    <a:pt x="9037664" y="4035384"/>
                  </a:lnTo>
                  <a:lnTo>
                    <a:pt x="9066845" y="4107553"/>
                  </a:lnTo>
                  <a:lnTo>
                    <a:pt x="9084767" y="4149158"/>
                  </a:lnTo>
                  <a:lnTo>
                    <a:pt x="9127048" y="4239254"/>
                  </a:lnTo>
                  <a:lnTo>
                    <a:pt x="9171268" y="4321716"/>
                  </a:lnTo>
                  <a:lnTo>
                    <a:pt x="9217959" y="4396799"/>
                  </a:lnTo>
                  <a:lnTo>
                    <a:pt x="9267702" y="4465005"/>
                  </a:lnTo>
                  <a:lnTo>
                    <a:pt x="9321102" y="4526943"/>
                  </a:lnTo>
                  <a:lnTo>
                    <a:pt x="9378756" y="4583244"/>
                  </a:lnTo>
                  <a:lnTo>
                    <a:pt x="9441214" y="4634509"/>
                  </a:lnTo>
                  <a:lnTo>
                    <a:pt x="9508933" y="4681271"/>
                  </a:lnTo>
                  <a:lnTo>
                    <a:pt x="9582207" y="4723979"/>
                  </a:lnTo>
                  <a:lnTo>
                    <a:pt x="9661088" y="4762983"/>
                  </a:lnTo>
                  <a:lnTo>
                    <a:pt x="9745281" y="4798535"/>
                  </a:lnTo>
                  <a:lnTo>
                    <a:pt x="9834037" y="4830784"/>
                  </a:lnTo>
                  <a:lnTo>
                    <a:pt x="9926053" y="4859787"/>
                  </a:lnTo>
                  <a:lnTo>
                    <a:pt x="10019412" y="4885528"/>
                  </a:lnTo>
                  <a:lnTo>
                    <a:pt x="10111600" y="4907945"/>
                  </a:lnTo>
                  <a:lnTo>
                    <a:pt x="10199646" y="4926971"/>
                  </a:lnTo>
                  <a:lnTo>
                    <a:pt x="10280384" y="4942585"/>
                  </a:lnTo>
                  <a:lnTo>
                    <a:pt x="10350850" y="4954856"/>
                  </a:lnTo>
                  <a:lnTo>
                    <a:pt x="10408716" y="4963978"/>
                  </a:lnTo>
                  <a:lnTo>
                    <a:pt x="10452695" y="4970281"/>
                  </a:lnTo>
                  <a:lnTo>
                    <a:pt x="10482800" y="4974218"/>
                  </a:lnTo>
                  <a:lnTo>
                    <a:pt x="10500413" y="4976326"/>
                  </a:lnTo>
                  <a:lnTo>
                    <a:pt x="10508189" y="4977181"/>
                  </a:lnTo>
                  <a:lnTo>
                    <a:pt x="10509911" y="4977355"/>
                  </a:lnTo>
                  <a:lnTo>
                    <a:pt x="11981298" y="4977355"/>
                  </a:lnTo>
                  <a:lnTo>
                    <a:pt x="11981298" y="4969182"/>
                  </a:lnTo>
                  <a:lnTo>
                    <a:pt x="10509911" y="4969182"/>
                  </a:lnTo>
                  <a:lnTo>
                    <a:pt x="10509028" y="4969094"/>
                  </a:lnTo>
                  <a:lnTo>
                    <a:pt x="10503196" y="4968467"/>
                  </a:lnTo>
                  <a:lnTo>
                    <a:pt x="10488389" y="4966733"/>
                  </a:lnTo>
                  <a:lnTo>
                    <a:pt x="10461652" y="4963316"/>
                  </a:lnTo>
                  <a:lnTo>
                    <a:pt x="10421264" y="4957662"/>
                  </a:lnTo>
                  <a:lnTo>
                    <a:pt x="10366863" y="4949295"/>
                  </a:lnTo>
                  <a:lnTo>
                    <a:pt x="10299422" y="4937851"/>
                  </a:lnTo>
                  <a:lnTo>
                    <a:pt x="10221037" y="4923100"/>
                  </a:lnTo>
                  <a:lnTo>
                    <a:pt x="10134553" y="4904944"/>
                  </a:lnTo>
                  <a:lnTo>
                    <a:pt x="10043125" y="4883386"/>
                  </a:lnTo>
                  <a:lnTo>
                    <a:pt x="9949804" y="4858485"/>
                  </a:lnTo>
                  <a:lnTo>
                    <a:pt x="9857240" y="4830309"/>
                  </a:lnTo>
                  <a:lnTo>
                    <a:pt x="9767505" y="4798889"/>
                  </a:lnTo>
                  <a:lnTo>
                    <a:pt x="9682058" y="4764189"/>
                  </a:lnTo>
                  <a:lnTo>
                    <a:pt x="9601779" y="4726084"/>
                  </a:lnTo>
                  <a:lnTo>
                    <a:pt x="9527069" y="4684350"/>
                  </a:lnTo>
                  <a:lnTo>
                    <a:pt x="9457955" y="4638660"/>
                  </a:lnTo>
                  <a:lnTo>
                    <a:pt x="9394194" y="4588590"/>
                  </a:lnTo>
                  <a:lnTo>
                    <a:pt x="9335366" y="4533626"/>
                  </a:lnTo>
                  <a:lnTo>
                    <a:pt x="9280937" y="4473184"/>
                  </a:lnTo>
                  <a:lnTo>
                    <a:pt x="9230320" y="4406635"/>
                  </a:lnTo>
                  <a:lnTo>
                    <a:pt x="9182909" y="4333358"/>
                  </a:lnTo>
                  <a:lnTo>
                    <a:pt x="9138112" y="4252814"/>
                  </a:lnTo>
                  <a:lnTo>
                    <a:pt x="9095382" y="4164667"/>
                  </a:lnTo>
                  <a:lnTo>
                    <a:pt x="9084767" y="4140985"/>
                  </a:lnTo>
                  <a:lnTo>
                    <a:pt x="9055195" y="4071232"/>
                  </a:lnTo>
                  <a:lnTo>
                    <a:pt x="9026244" y="3997454"/>
                  </a:lnTo>
                  <a:lnTo>
                    <a:pt x="8997779" y="3919572"/>
                  </a:lnTo>
                  <a:lnTo>
                    <a:pt x="8969690" y="3837545"/>
                  </a:lnTo>
                  <a:lnTo>
                    <a:pt x="8941880" y="3751373"/>
                  </a:lnTo>
                  <a:lnTo>
                    <a:pt x="8914270" y="3661101"/>
                  </a:lnTo>
                  <a:lnTo>
                    <a:pt x="8886796" y="3566827"/>
                  </a:lnTo>
                  <a:lnTo>
                    <a:pt x="8859404" y="3468695"/>
                  </a:lnTo>
                  <a:lnTo>
                    <a:pt x="8832054" y="3366905"/>
                  </a:lnTo>
                  <a:lnTo>
                    <a:pt x="8804713" y="3261709"/>
                  </a:lnTo>
                  <a:lnTo>
                    <a:pt x="8777361" y="3153411"/>
                  </a:lnTo>
                  <a:lnTo>
                    <a:pt x="8749983" y="3042366"/>
                  </a:lnTo>
                  <a:lnTo>
                    <a:pt x="8722573" y="2928971"/>
                  </a:lnTo>
                  <a:lnTo>
                    <a:pt x="8695131" y="2813668"/>
                  </a:lnTo>
                  <a:lnTo>
                    <a:pt x="8667661" y="2696928"/>
                  </a:lnTo>
                  <a:lnTo>
                    <a:pt x="8640171" y="2579253"/>
                  </a:lnTo>
                  <a:lnTo>
                    <a:pt x="8612672" y="2461157"/>
                  </a:lnTo>
                  <a:lnTo>
                    <a:pt x="8585175" y="2343165"/>
                  </a:lnTo>
                  <a:lnTo>
                    <a:pt x="8557692" y="2225800"/>
                  </a:lnTo>
                  <a:lnTo>
                    <a:pt x="8530232" y="2109572"/>
                  </a:lnTo>
                  <a:lnTo>
                    <a:pt x="8502802" y="1994970"/>
                  </a:lnTo>
                  <a:lnTo>
                    <a:pt x="8475405" y="1882457"/>
                  </a:lnTo>
                  <a:lnTo>
                    <a:pt x="8448039" y="1772457"/>
                  </a:lnTo>
                  <a:lnTo>
                    <a:pt x="8420693" y="1665350"/>
                  </a:lnTo>
                  <a:lnTo>
                    <a:pt x="8393352" y="1561472"/>
                  </a:lnTo>
                  <a:lnTo>
                    <a:pt x="8365989" y="1461106"/>
                  </a:lnTo>
                  <a:lnTo>
                    <a:pt x="8338570" y="1364483"/>
                  </a:lnTo>
                  <a:lnTo>
                    <a:pt x="8311049" y="1271782"/>
                  </a:lnTo>
                  <a:lnTo>
                    <a:pt x="8283369" y="1183128"/>
                  </a:lnTo>
                  <a:lnTo>
                    <a:pt x="8255458" y="1098598"/>
                  </a:lnTo>
                  <a:lnTo>
                    <a:pt x="8227232" y="1018217"/>
                  </a:lnTo>
                  <a:lnTo>
                    <a:pt x="8198589" y="941971"/>
                  </a:lnTo>
                  <a:lnTo>
                    <a:pt x="8169409" y="869802"/>
                  </a:lnTo>
                  <a:lnTo>
                    <a:pt x="8151487" y="828197"/>
                  </a:lnTo>
                  <a:lnTo>
                    <a:pt x="8109206" y="738101"/>
                  </a:lnTo>
                  <a:lnTo>
                    <a:pt x="8064985" y="655639"/>
                  </a:lnTo>
                  <a:lnTo>
                    <a:pt x="8018294" y="580556"/>
                  </a:lnTo>
                  <a:lnTo>
                    <a:pt x="7968552" y="512350"/>
                  </a:lnTo>
                  <a:lnTo>
                    <a:pt x="7915151" y="450412"/>
                  </a:lnTo>
                  <a:lnTo>
                    <a:pt x="7857498" y="394111"/>
                  </a:lnTo>
                  <a:lnTo>
                    <a:pt x="7795039" y="342846"/>
                  </a:lnTo>
                  <a:lnTo>
                    <a:pt x="7727321" y="296084"/>
                  </a:lnTo>
                  <a:lnTo>
                    <a:pt x="7654046" y="253376"/>
                  </a:lnTo>
                  <a:lnTo>
                    <a:pt x="7575165" y="214372"/>
                  </a:lnTo>
                  <a:lnTo>
                    <a:pt x="7490972" y="178820"/>
                  </a:lnTo>
                  <a:lnTo>
                    <a:pt x="7402216" y="146571"/>
                  </a:lnTo>
                  <a:lnTo>
                    <a:pt x="7310200" y="117567"/>
                  </a:lnTo>
                  <a:lnTo>
                    <a:pt x="7216842" y="91827"/>
                  </a:lnTo>
                  <a:lnTo>
                    <a:pt x="7124653" y="69410"/>
                  </a:lnTo>
                  <a:lnTo>
                    <a:pt x="7036608" y="50384"/>
                  </a:lnTo>
                  <a:lnTo>
                    <a:pt x="6955869" y="34770"/>
                  </a:lnTo>
                  <a:lnTo>
                    <a:pt x="6885403" y="22499"/>
                  </a:lnTo>
                  <a:lnTo>
                    <a:pt x="6827537" y="13377"/>
                  </a:lnTo>
                  <a:lnTo>
                    <a:pt x="6783558" y="7074"/>
                  </a:lnTo>
                  <a:lnTo>
                    <a:pt x="6753453" y="3137"/>
                  </a:lnTo>
                  <a:lnTo>
                    <a:pt x="6735841" y="1029"/>
                  </a:lnTo>
                  <a:lnTo>
                    <a:pt x="6728064" y="174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877" y="84"/>
                  </a:lnTo>
                  <a:lnTo>
                    <a:pt x="5246780" y="687"/>
                  </a:lnTo>
                  <a:lnTo>
                    <a:pt x="5228861" y="2352"/>
                  </a:lnTo>
                  <a:lnTo>
                    <a:pt x="5196752" y="5632"/>
                  </a:lnTo>
                  <a:lnTo>
                    <a:pt x="5148746" y="11041"/>
                  </a:lnTo>
                  <a:lnTo>
                    <a:pt x="5084929" y="19005"/>
                  </a:lnTo>
                  <a:lnTo>
                    <a:pt x="5007066" y="29823"/>
                  </a:lnTo>
                  <a:lnTo>
                    <a:pt x="4918201" y="43657"/>
                  </a:lnTo>
                  <a:lnTo>
                    <a:pt x="4822081" y="60544"/>
                  </a:lnTo>
                  <a:lnTo>
                    <a:pt x="4722544" y="80446"/>
                  </a:lnTo>
                  <a:lnTo>
                    <a:pt x="4623029" y="103296"/>
                  </a:lnTo>
                  <a:lnTo>
                    <a:pt x="4526273" y="129051"/>
                  </a:lnTo>
                  <a:lnTo>
                    <a:pt x="4434205" y="157734"/>
                  </a:lnTo>
                  <a:lnTo>
                    <a:pt x="4347989" y="189452"/>
                  </a:lnTo>
                  <a:lnTo>
                    <a:pt x="4268144" y="224417"/>
                  </a:lnTo>
                  <a:lnTo>
                    <a:pt x="4194699" y="262941"/>
                  </a:lnTo>
                  <a:lnTo>
                    <a:pt x="4127333" y="305440"/>
                  </a:lnTo>
                  <a:lnTo>
                    <a:pt x="4065504" y="352419"/>
                  </a:lnTo>
                  <a:lnTo>
                    <a:pt x="4008541" y="404449"/>
                  </a:lnTo>
                  <a:lnTo>
                    <a:pt x="3955710" y="462135"/>
                  </a:lnTo>
                  <a:lnTo>
                    <a:pt x="3906273" y="526052"/>
                  </a:lnTo>
                  <a:lnTo>
                    <a:pt x="3859524" y="596645"/>
                  </a:lnTo>
                  <a:lnTo>
                    <a:pt x="3829811" y="647029"/>
                  </a:lnTo>
                  <a:lnTo>
                    <a:pt x="3796780" y="708187"/>
                  </a:lnTo>
                  <a:lnTo>
                    <a:pt x="3764504" y="773287"/>
                  </a:lnTo>
                  <a:lnTo>
                    <a:pt x="3732803" y="842412"/>
                  </a:lnTo>
                  <a:lnTo>
                    <a:pt x="3701526" y="915591"/>
                  </a:lnTo>
                  <a:lnTo>
                    <a:pt x="3670550" y="992806"/>
                  </a:lnTo>
                  <a:lnTo>
                    <a:pt x="3639775" y="1073976"/>
                  </a:lnTo>
                  <a:lnTo>
                    <a:pt x="3609121" y="1158961"/>
                  </a:lnTo>
                  <a:lnTo>
                    <a:pt x="3578526" y="1247557"/>
                  </a:lnTo>
                  <a:lnTo>
                    <a:pt x="3547947" y="1339495"/>
                  </a:lnTo>
                  <a:lnTo>
                    <a:pt x="3517351" y="1434441"/>
                  </a:lnTo>
                  <a:lnTo>
                    <a:pt x="3486721" y="1532004"/>
                  </a:lnTo>
                  <a:lnTo>
                    <a:pt x="3456050" y="1631735"/>
                  </a:lnTo>
                  <a:lnTo>
                    <a:pt x="3425341" y="1733140"/>
                  </a:lnTo>
                  <a:lnTo>
                    <a:pt x="3394602" y="1835687"/>
                  </a:lnTo>
                  <a:lnTo>
                    <a:pt x="3363847" y="1938817"/>
                  </a:lnTo>
                  <a:lnTo>
                    <a:pt x="3333092" y="2041960"/>
                  </a:lnTo>
                  <a:lnTo>
                    <a:pt x="3302352" y="2144545"/>
                  </a:lnTo>
                  <a:lnTo>
                    <a:pt x="3271641" y="2246011"/>
                  </a:lnTo>
                  <a:lnTo>
                    <a:pt x="3240969" y="2345826"/>
                  </a:lnTo>
                  <a:lnTo>
                    <a:pt x="3210337" y="2443494"/>
                  </a:lnTo>
                  <a:lnTo>
                    <a:pt x="3179740" y="2538565"/>
                  </a:lnTo>
                  <a:lnTo>
                    <a:pt x="3149160" y="2630642"/>
                  </a:lnTo>
                  <a:lnTo>
                    <a:pt x="3118567" y="2719391"/>
                  </a:lnTo>
                  <a:lnTo>
                    <a:pt x="3087917" y="2804540"/>
                  </a:lnTo>
                  <a:lnTo>
                    <a:pt x="3057149" y="2885881"/>
                  </a:lnTo>
                  <a:lnTo>
                    <a:pt x="3026184" y="2963271"/>
                  </a:lnTo>
                  <a:lnTo>
                    <a:pt x="2994922" y="3036629"/>
                  </a:lnTo>
                  <a:lnTo>
                    <a:pt x="2963242" y="3105932"/>
                  </a:lnTo>
                  <a:lnTo>
                    <a:pt x="2930995" y="3171208"/>
                  </a:lnTo>
                  <a:lnTo>
                    <a:pt x="2898002" y="3232537"/>
                  </a:lnTo>
                  <a:lnTo>
                    <a:pt x="2896531" y="3235145"/>
                  </a:lnTo>
                  <a:lnTo>
                    <a:pt x="2851208" y="3310259"/>
                  </a:lnTo>
                  <a:lnTo>
                    <a:pt x="2803622" y="3378550"/>
                  </a:lnTo>
                  <a:lnTo>
                    <a:pt x="2753114" y="3440293"/>
                  </a:lnTo>
                  <a:lnTo>
                    <a:pt x="2698964" y="3495991"/>
                  </a:lnTo>
                  <a:lnTo>
                    <a:pt x="2640429" y="3546239"/>
                  </a:lnTo>
                  <a:lnTo>
                    <a:pt x="2576792" y="3591636"/>
                  </a:lnTo>
                  <a:lnTo>
                    <a:pt x="2507414" y="3632733"/>
                  </a:lnTo>
                  <a:lnTo>
                    <a:pt x="2431817" y="3670007"/>
                  </a:lnTo>
                  <a:lnTo>
                    <a:pt x="2349785" y="3703840"/>
                  </a:lnTo>
                  <a:lnTo>
                    <a:pt x="2261495" y="3734509"/>
                  </a:lnTo>
                  <a:lnTo>
                    <a:pt x="2167669" y="3762191"/>
                  </a:lnTo>
                  <a:lnTo>
                    <a:pt x="2069719" y="3786962"/>
                  </a:lnTo>
                  <a:lnTo>
                    <a:pt x="1969851" y="3808817"/>
                  </a:lnTo>
                  <a:lnTo>
                    <a:pt x="1871060" y="3827703"/>
                  </a:lnTo>
                  <a:lnTo>
                    <a:pt x="1776965" y="3843555"/>
                  </a:lnTo>
                  <a:lnTo>
                    <a:pt x="1691437" y="3856355"/>
                  </a:lnTo>
                  <a:lnTo>
                    <a:pt x="1618054" y="3866180"/>
                  </a:lnTo>
                  <a:lnTo>
                    <a:pt x="1559485" y="3873236"/>
                  </a:lnTo>
                  <a:lnTo>
                    <a:pt x="1516956" y="3877869"/>
                  </a:lnTo>
                  <a:lnTo>
                    <a:pt x="1489943" y="3880540"/>
                  </a:lnTo>
                  <a:lnTo>
                    <a:pt x="1476152" y="3881783"/>
                  </a:lnTo>
                  <a:lnTo>
                    <a:pt x="1471704" y="3882149"/>
                  </a:lnTo>
                  <a:lnTo>
                    <a:pt x="1471387" y="3882174"/>
                  </a:lnTo>
                  <a:lnTo>
                    <a:pt x="0" y="3882174"/>
                  </a:lnTo>
                  <a:close/>
                </a:path>
              </a:pathLst>
            </a:custGeom>
            <a:solidFill>
              <a:srgbClr val="E78AC3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356" name="pl1356"/>
            <p:cNvSpPr/>
            <p:nvPr/>
          </p:nvSpPr>
          <p:spPr>
            <a:xfrm>
              <a:off x="4799595" y="5012462"/>
              <a:ext cx="11981298" cy="4969182"/>
            </a:xfrm>
            <a:custGeom>
              <a:avLst/>
              <a:pathLst>
                <a:path w="11981298" h="4969182">
                  <a:moveTo>
                    <a:pt x="0" y="3882174"/>
                  </a:moveTo>
                  <a:lnTo>
                    <a:pt x="1471387" y="3882174"/>
                  </a:lnTo>
                  <a:lnTo>
                    <a:pt x="1472465" y="3882089"/>
                  </a:lnTo>
                  <a:lnTo>
                    <a:pt x="1479562" y="3881487"/>
                  </a:lnTo>
                  <a:lnTo>
                    <a:pt x="1497481" y="3879821"/>
                  </a:lnTo>
                  <a:lnTo>
                    <a:pt x="1529590" y="3876541"/>
                  </a:lnTo>
                  <a:lnTo>
                    <a:pt x="1577596" y="3871133"/>
                  </a:lnTo>
                  <a:lnTo>
                    <a:pt x="1641413" y="3863169"/>
                  </a:lnTo>
                  <a:lnTo>
                    <a:pt x="1719276" y="3852350"/>
                  </a:lnTo>
                  <a:lnTo>
                    <a:pt x="1808141" y="3838516"/>
                  </a:lnTo>
                  <a:lnTo>
                    <a:pt x="1904262" y="3821629"/>
                  </a:lnTo>
                  <a:lnTo>
                    <a:pt x="2003798" y="3801727"/>
                  </a:lnTo>
                  <a:lnTo>
                    <a:pt x="2103313" y="3778878"/>
                  </a:lnTo>
                  <a:lnTo>
                    <a:pt x="2200070" y="3753122"/>
                  </a:lnTo>
                  <a:lnTo>
                    <a:pt x="2292137" y="3724439"/>
                  </a:lnTo>
                  <a:lnTo>
                    <a:pt x="2378353" y="3692721"/>
                  </a:lnTo>
                  <a:lnTo>
                    <a:pt x="2458198" y="3657757"/>
                  </a:lnTo>
                  <a:lnTo>
                    <a:pt x="2531643" y="3619232"/>
                  </a:lnTo>
                  <a:lnTo>
                    <a:pt x="2599009" y="3576733"/>
                  </a:lnTo>
                  <a:lnTo>
                    <a:pt x="2660838" y="3529754"/>
                  </a:lnTo>
                  <a:lnTo>
                    <a:pt x="2717801" y="3477724"/>
                  </a:lnTo>
                  <a:lnTo>
                    <a:pt x="2770632" y="3420038"/>
                  </a:lnTo>
                  <a:lnTo>
                    <a:pt x="2820069" y="3356121"/>
                  </a:lnTo>
                  <a:lnTo>
                    <a:pt x="2866818" y="3285528"/>
                  </a:lnTo>
                  <a:lnTo>
                    <a:pt x="2896531" y="3235145"/>
                  </a:lnTo>
                  <a:lnTo>
                    <a:pt x="2929562" y="3173987"/>
                  </a:lnTo>
                  <a:lnTo>
                    <a:pt x="2961838" y="3108886"/>
                  </a:lnTo>
                  <a:lnTo>
                    <a:pt x="2993539" y="3039761"/>
                  </a:lnTo>
                  <a:lnTo>
                    <a:pt x="3024816" y="2966582"/>
                  </a:lnTo>
                  <a:lnTo>
                    <a:pt x="3055792" y="2889367"/>
                  </a:lnTo>
                  <a:lnTo>
                    <a:pt x="3086567" y="2808197"/>
                  </a:lnTo>
                  <a:lnTo>
                    <a:pt x="3117221" y="2723212"/>
                  </a:lnTo>
                  <a:lnTo>
                    <a:pt x="3147816" y="2634616"/>
                  </a:lnTo>
                  <a:lnTo>
                    <a:pt x="3178396" y="2542679"/>
                  </a:lnTo>
                  <a:lnTo>
                    <a:pt x="3208992" y="2447732"/>
                  </a:lnTo>
                  <a:lnTo>
                    <a:pt x="3239621" y="2350169"/>
                  </a:lnTo>
                  <a:lnTo>
                    <a:pt x="3270292" y="2250438"/>
                  </a:lnTo>
                  <a:lnTo>
                    <a:pt x="3301001" y="2149033"/>
                  </a:lnTo>
                  <a:lnTo>
                    <a:pt x="3331740" y="2046487"/>
                  </a:lnTo>
                  <a:lnTo>
                    <a:pt x="3362495" y="1943356"/>
                  </a:lnTo>
                  <a:lnTo>
                    <a:pt x="3393250" y="1840213"/>
                  </a:lnTo>
                  <a:lnTo>
                    <a:pt x="3423990" y="1737629"/>
                  </a:lnTo>
                  <a:lnTo>
                    <a:pt x="3454701" y="1636162"/>
                  </a:lnTo>
                  <a:lnTo>
                    <a:pt x="3485373" y="1536347"/>
                  </a:lnTo>
                  <a:lnTo>
                    <a:pt x="3516005" y="1438679"/>
                  </a:lnTo>
                  <a:lnTo>
                    <a:pt x="3546602" y="1343609"/>
                  </a:lnTo>
                  <a:lnTo>
                    <a:pt x="3577182" y="1251531"/>
                  </a:lnTo>
                  <a:lnTo>
                    <a:pt x="3607775" y="1162782"/>
                  </a:lnTo>
                  <a:lnTo>
                    <a:pt x="3638425" y="1077633"/>
                  </a:lnTo>
                  <a:lnTo>
                    <a:pt x="3669193" y="996292"/>
                  </a:lnTo>
                  <a:lnTo>
                    <a:pt x="3700159" y="918902"/>
                  </a:lnTo>
                  <a:lnTo>
                    <a:pt x="3731420" y="845544"/>
                  </a:lnTo>
                  <a:lnTo>
                    <a:pt x="3763100" y="776242"/>
                  </a:lnTo>
                  <a:lnTo>
                    <a:pt x="3795347" y="710965"/>
                  </a:lnTo>
                  <a:lnTo>
                    <a:pt x="3828340" y="649636"/>
                  </a:lnTo>
                  <a:lnTo>
                    <a:pt x="3829811" y="647029"/>
                  </a:lnTo>
                  <a:lnTo>
                    <a:pt x="3875134" y="571914"/>
                  </a:lnTo>
                  <a:lnTo>
                    <a:pt x="3922720" y="503623"/>
                  </a:lnTo>
                  <a:lnTo>
                    <a:pt x="3973228" y="441880"/>
                  </a:lnTo>
                  <a:lnTo>
                    <a:pt x="4027378" y="386182"/>
                  </a:lnTo>
                  <a:lnTo>
                    <a:pt x="4085913" y="335934"/>
                  </a:lnTo>
                  <a:lnTo>
                    <a:pt x="4149550" y="290538"/>
                  </a:lnTo>
                  <a:lnTo>
                    <a:pt x="4218928" y="249440"/>
                  </a:lnTo>
                  <a:lnTo>
                    <a:pt x="4294525" y="212166"/>
                  </a:lnTo>
                  <a:lnTo>
                    <a:pt x="4376557" y="178333"/>
                  </a:lnTo>
                  <a:lnTo>
                    <a:pt x="4464847" y="147664"/>
                  </a:lnTo>
                  <a:lnTo>
                    <a:pt x="4558673" y="119982"/>
                  </a:lnTo>
                  <a:lnTo>
                    <a:pt x="4656623" y="95212"/>
                  </a:lnTo>
                  <a:lnTo>
                    <a:pt x="4756491" y="73356"/>
                  </a:lnTo>
                  <a:lnTo>
                    <a:pt x="4855282" y="54470"/>
                  </a:lnTo>
                  <a:lnTo>
                    <a:pt x="4949377" y="38618"/>
                  </a:lnTo>
                  <a:lnTo>
                    <a:pt x="5034905" y="25818"/>
                  </a:lnTo>
                  <a:lnTo>
                    <a:pt x="5108288" y="15993"/>
                  </a:lnTo>
                  <a:lnTo>
                    <a:pt x="5166857" y="8937"/>
                  </a:lnTo>
                  <a:lnTo>
                    <a:pt x="5209386" y="4304"/>
                  </a:lnTo>
                  <a:lnTo>
                    <a:pt x="5236399" y="1633"/>
                  </a:lnTo>
                  <a:lnTo>
                    <a:pt x="5250190" y="391"/>
                  </a:lnTo>
                  <a:lnTo>
                    <a:pt x="5254639" y="24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225" y="88"/>
                  </a:lnTo>
                  <a:lnTo>
                    <a:pt x="6733057" y="715"/>
                  </a:lnTo>
                  <a:lnTo>
                    <a:pt x="6747864" y="2449"/>
                  </a:lnTo>
                  <a:lnTo>
                    <a:pt x="6774601" y="5866"/>
                  </a:lnTo>
                  <a:lnTo>
                    <a:pt x="6814989" y="11520"/>
                  </a:lnTo>
                  <a:lnTo>
                    <a:pt x="6869391" y="19887"/>
                  </a:lnTo>
                  <a:lnTo>
                    <a:pt x="6936831" y="31331"/>
                  </a:lnTo>
                  <a:lnTo>
                    <a:pt x="7015216" y="46082"/>
                  </a:lnTo>
                  <a:lnTo>
                    <a:pt x="7101700" y="64238"/>
                  </a:lnTo>
                  <a:lnTo>
                    <a:pt x="7193128" y="85796"/>
                  </a:lnTo>
                  <a:lnTo>
                    <a:pt x="7286449" y="110697"/>
                  </a:lnTo>
                  <a:lnTo>
                    <a:pt x="7379014" y="138873"/>
                  </a:lnTo>
                  <a:lnTo>
                    <a:pt x="7468748" y="170293"/>
                  </a:lnTo>
                  <a:lnTo>
                    <a:pt x="7554196" y="204993"/>
                  </a:lnTo>
                  <a:lnTo>
                    <a:pt x="7634474" y="243098"/>
                  </a:lnTo>
                  <a:lnTo>
                    <a:pt x="7709184" y="284832"/>
                  </a:lnTo>
                  <a:lnTo>
                    <a:pt x="7778299" y="330522"/>
                  </a:lnTo>
                  <a:lnTo>
                    <a:pt x="7842059" y="380592"/>
                  </a:lnTo>
                  <a:lnTo>
                    <a:pt x="7900888" y="435556"/>
                  </a:lnTo>
                  <a:lnTo>
                    <a:pt x="7955316" y="495998"/>
                  </a:lnTo>
                  <a:lnTo>
                    <a:pt x="8005933" y="562547"/>
                  </a:lnTo>
                  <a:lnTo>
                    <a:pt x="8053345" y="635824"/>
                  </a:lnTo>
                  <a:lnTo>
                    <a:pt x="8098142" y="716368"/>
                  </a:lnTo>
                  <a:lnTo>
                    <a:pt x="8140871" y="804515"/>
                  </a:lnTo>
                  <a:lnTo>
                    <a:pt x="8151487" y="828197"/>
                  </a:lnTo>
                  <a:lnTo>
                    <a:pt x="8181058" y="897950"/>
                  </a:lnTo>
                  <a:lnTo>
                    <a:pt x="8210009" y="971728"/>
                  </a:lnTo>
                  <a:lnTo>
                    <a:pt x="8238474" y="1049610"/>
                  </a:lnTo>
                  <a:lnTo>
                    <a:pt x="8266563" y="1131637"/>
                  </a:lnTo>
                  <a:lnTo>
                    <a:pt x="8294373" y="1217809"/>
                  </a:lnTo>
                  <a:lnTo>
                    <a:pt x="8321983" y="1308081"/>
                  </a:lnTo>
                  <a:lnTo>
                    <a:pt x="8349457" y="1402355"/>
                  </a:lnTo>
                  <a:lnTo>
                    <a:pt x="8376849" y="1500487"/>
                  </a:lnTo>
                  <a:lnTo>
                    <a:pt x="8404200" y="1602277"/>
                  </a:lnTo>
                  <a:lnTo>
                    <a:pt x="8431540" y="1707473"/>
                  </a:lnTo>
                  <a:lnTo>
                    <a:pt x="8458893" y="1815771"/>
                  </a:lnTo>
                  <a:lnTo>
                    <a:pt x="8486270" y="1926816"/>
                  </a:lnTo>
                  <a:lnTo>
                    <a:pt x="8513680" y="2040211"/>
                  </a:lnTo>
                  <a:lnTo>
                    <a:pt x="8541122" y="2155514"/>
                  </a:lnTo>
                  <a:lnTo>
                    <a:pt x="8568593" y="2272254"/>
                  </a:lnTo>
                  <a:lnTo>
                    <a:pt x="8596082" y="2389929"/>
                  </a:lnTo>
                  <a:lnTo>
                    <a:pt x="8623582" y="2508025"/>
                  </a:lnTo>
                  <a:lnTo>
                    <a:pt x="8651078" y="2626017"/>
                  </a:lnTo>
                  <a:lnTo>
                    <a:pt x="8678562" y="2743382"/>
                  </a:lnTo>
                  <a:lnTo>
                    <a:pt x="8706021" y="2859610"/>
                  </a:lnTo>
                  <a:lnTo>
                    <a:pt x="8733451" y="2974212"/>
                  </a:lnTo>
                  <a:lnTo>
                    <a:pt x="8760848" y="3086725"/>
                  </a:lnTo>
                  <a:lnTo>
                    <a:pt x="8788215" y="3196725"/>
                  </a:lnTo>
                  <a:lnTo>
                    <a:pt x="8815560" y="3303832"/>
                  </a:lnTo>
                  <a:lnTo>
                    <a:pt x="8842902" y="3407710"/>
                  </a:lnTo>
                  <a:lnTo>
                    <a:pt x="8870264" y="3508076"/>
                  </a:lnTo>
                  <a:lnTo>
                    <a:pt x="8897683" y="3604699"/>
                  </a:lnTo>
                  <a:lnTo>
                    <a:pt x="8925204" y="3697400"/>
                  </a:lnTo>
                  <a:lnTo>
                    <a:pt x="8952885" y="3786054"/>
                  </a:lnTo>
                  <a:lnTo>
                    <a:pt x="8980795" y="3870584"/>
                  </a:lnTo>
                  <a:lnTo>
                    <a:pt x="9009021" y="3950965"/>
                  </a:lnTo>
                  <a:lnTo>
                    <a:pt x="9037664" y="4027211"/>
                  </a:lnTo>
                  <a:lnTo>
                    <a:pt x="9066845" y="4099380"/>
                  </a:lnTo>
                  <a:lnTo>
                    <a:pt x="9084767" y="4140985"/>
                  </a:lnTo>
                  <a:lnTo>
                    <a:pt x="9127048" y="4231081"/>
                  </a:lnTo>
                  <a:lnTo>
                    <a:pt x="9171268" y="4313543"/>
                  </a:lnTo>
                  <a:lnTo>
                    <a:pt x="9217959" y="4388626"/>
                  </a:lnTo>
                  <a:lnTo>
                    <a:pt x="9267702" y="4456832"/>
                  </a:lnTo>
                  <a:lnTo>
                    <a:pt x="9321102" y="4518770"/>
                  </a:lnTo>
                  <a:lnTo>
                    <a:pt x="9378756" y="4575071"/>
                  </a:lnTo>
                  <a:lnTo>
                    <a:pt x="9441214" y="4626336"/>
                  </a:lnTo>
                  <a:lnTo>
                    <a:pt x="9508933" y="4673098"/>
                  </a:lnTo>
                  <a:lnTo>
                    <a:pt x="9582207" y="4715806"/>
                  </a:lnTo>
                  <a:lnTo>
                    <a:pt x="9661088" y="4754810"/>
                  </a:lnTo>
                  <a:lnTo>
                    <a:pt x="9745281" y="4790362"/>
                  </a:lnTo>
                  <a:lnTo>
                    <a:pt x="9834037" y="4822611"/>
                  </a:lnTo>
                  <a:lnTo>
                    <a:pt x="9926053" y="4851615"/>
                  </a:lnTo>
                  <a:lnTo>
                    <a:pt x="10019412" y="4877355"/>
                  </a:lnTo>
                  <a:lnTo>
                    <a:pt x="10111600" y="4899772"/>
                  </a:lnTo>
                  <a:lnTo>
                    <a:pt x="10199646" y="4918798"/>
                  </a:lnTo>
                  <a:lnTo>
                    <a:pt x="10280384" y="4934412"/>
                  </a:lnTo>
                  <a:lnTo>
                    <a:pt x="10350850" y="4946683"/>
                  </a:lnTo>
                  <a:lnTo>
                    <a:pt x="10408716" y="4955805"/>
                  </a:lnTo>
                  <a:lnTo>
                    <a:pt x="10452695" y="4962108"/>
                  </a:lnTo>
                  <a:lnTo>
                    <a:pt x="10482800" y="4966045"/>
                  </a:lnTo>
                  <a:lnTo>
                    <a:pt x="10500413" y="4968153"/>
                  </a:lnTo>
                  <a:lnTo>
                    <a:pt x="10508189" y="4969008"/>
                  </a:lnTo>
                  <a:lnTo>
                    <a:pt x="10509895" y="4969181"/>
                  </a:lnTo>
                  <a:lnTo>
                    <a:pt x="10509911" y="4969182"/>
                  </a:lnTo>
                  <a:lnTo>
                    <a:pt x="11981298" y="496918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57" name="pl1357"/>
            <p:cNvSpPr/>
            <p:nvPr/>
          </p:nvSpPr>
          <p:spPr>
            <a:xfrm>
              <a:off x="4799595" y="5004289"/>
              <a:ext cx="11981298" cy="4969182"/>
            </a:xfrm>
            <a:custGeom>
              <a:avLst/>
              <a:pathLst>
                <a:path w="11981298" h="4969182">
                  <a:moveTo>
                    <a:pt x="11981298" y="4969182"/>
                  </a:moveTo>
                  <a:lnTo>
                    <a:pt x="10509911" y="4969182"/>
                  </a:lnTo>
                  <a:lnTo>
                    <a:pt x="10509028" y="4969094"/>
                  </a:lnTo>
                  <a:lnTo>
                    <a:pt x="10503196" y="4968467"/>
                  </a:lnTo>
                  <a:lnTo>
                    <a:pt x="10488389" y="4966733"/>
                  </a:lnTo>
                  <a:lnTo>
                    <a:pt x="10461652" y="4963316"/>
                  </a:lnTo>
                  <a:lnTo>
                    <a:pt x="10421264" y="4957662"/>
                  </a:lnTo>
                  <a:lnTo>
                    <a:pt x="10366863" y="4949295"/>
                  </a:lnTo>
                  <a:lnTo>
                    <a:pt x="10299422" y="4937851"/>
                  </a:lnTo>
                  <a:lnTo>
                    <a:pt x="10221037" y="4923100"/>
                  </a:lnTo>
                  <a:lnTo>
                    <a:pt x="10134553" y="4904944"/>
                  </a:lnTo>
                  <a:lnTo>
                    <a:pt x="10043125" y="4883386"/>
                  </a:lnTo>
                  <a:lnTo>
                    <a:pt x="9949804" y="4858485"/>
                  </a:lnTo>
                  <a:lnTo>
                    <a:pt x="9857240" y="4830309"/>
                  </a:lnTo>
                  <a:lnTo>
                    <a:pt x="9767505" y="4798889"/>
                  </a:lnTo>
                  <a:lnTo>
                    <a:pt x="9682058" y="4764189"/>
                  </a:lnTo>
                  <a:lnTo>
                    <a:pt x="9601779" y="4726084"/>
                  </a:lnTo>
                  <a:lnTo>
                    <a:pt x="9527069" y="4684350"/>
                  </a:lnTo>
                  <a:lnTo>
                    <a:pt x="9457955" y="4638660"/>
                  </a:lnTo>
                  <a:lnTo>
                    <a:pt x="9394194" y="4588590"/>
                  </a:lnTo>
                  <a:lnTo>
                    <a:pt x="9335366" y="4533626"/>
                  </a:lnTo>
                  <a:lnTo>
                    <a:pt x="9280937" y="4473184"/>
                  </a:lnTo>
                  <a:lnTo>
                    <a:pt x="9230320" y="4406635"/>
                  </a:lnTo>
                  <a:lnTo>
                    <a:pt x="9182909" y="4333358"/>
                  </a:lnTo>
                  <a:lnTo>
                    <a:pt x="9138112" y="4252814"/>
                  </a:lnTo>
                  <a:lnTo>
                    <a:pt x="9095382" y="4164667"/>
                  </a:lnTo>
                  <a:lnTo>
                    <a:pt x="9084767" y="4140985"/>
                  </a:lnTo>
                  <a:lnTo>
                    <a:pt x="9055195" y="4071232"/>
                  </a:lnTo>
                  <a:lnTo>
                    <a:pt x="9026244" y="3997454"/>
                  </a:lnTo>
                  <a:lnTo>
                    <a:pt x="8997779" y="3919572"/>
                  </a:lnTo>
                  <a:lnTo>
                    <a:pt x="8969690" y="3837545"/>
                  </a:lnTo>
                  <a:lnTo>
                    <a:pt x="8941880" y="3751373"/>
                  </a:lnTo>
                  <a:lnTo>
                    <a:pt x="8914270" y="3661101"/>
                  </a:lnTo>
                  <a:lnTo>
                    <a:pt x="8886796" y="3566827"/>
                  </a:lnTo>
                  <a:lnTo>
                    <a:pt x="8859404" y="3468695"/>
                  </a:lnTo>
                  <a:lnTo>
                    <a:pt x="8832054" y="3366905"/>
                  </a:lnTo>
                  <a:lnTo>
                    <a:pt x="8804713" y="3261709"/>
                  </a:lnTo>
                  <a:lnTo>
                    <a:pt x="8777361" y="3153411"/>
                  </a:lnTo>
                  <a:lnTo>
                    <a:pt x="8749983" y="3042366"/>
                  </a:lnTo>
                  <a:lnTo>
                    <a:pt x="8722573" y="2928971"/>
                  </a:lnTo>
                  <a:lnTo>
                    <a:pt x="8695131" y="2813668"/>
                  </a:lnTo>
                  <a:lnTo>
                    <a:pt x="8667661" y="2696928"/>
                  </a:lnTo>
                  <a:lnTo>
                    <a:pt x="8640171" y="2579253"/>
                  </a:lnTo>
                  <a:lnTo>
                    <a:pt x="8612672" y="2461157"/>
                  </a:lnTo>
                  <a:lnTo>
                    <a:pt x="8585175" y="2343165"/>
                  </a:lnTo>
                  <a:lnTo>
                    <a:pt x="8557692" y="2225800"/>
                  </a:lnTo>
                  <a:lnTo>
                    <a:pt x="8530232" y="2109572"/>
                  </a:lnTo>
                  <a:lnTo>
                    <a:pt x="8502802" y="1994970"/>
                  </a:lnTo>
                  <a:lnTo>
                    <a:pt x="8475405" y="1882457"/>
                  </a:lnTo>
                  <a:lnTo>
                    <a:pt x="8448039" y="1772457"/>
                  </a:lnTo>
                  <a:lnTo>
                    <a:pt x="8420693" y="1665350"/>
                  </a:lnTo>
                  <a:lnTo>
                    <a:pt x="8393352" y="1561472"/>
                  </a:lnTo>
                  <a:lnTo>
                    <a:pt x="8365989" y="1461106"/>
                  </a:lnTo>
                  <a:lnTo>
                    <a:pt x="8338570" y="1364483"/>
                  </a:lnTo>
                  <a:lnTo>
                    <a:pt x="8311049" y="1271782"/>
                  </a:lnTo>
                  <a:lnTo>
                    <a:pt x="8283369" y="1183128"/>
                  </a:lnTo>
                  <a:lnTo>
                    <a:pt x="8255458" y="1098598"/>
                  </a:lnTo>
                  <a:lnTo>
                    <a:pt x="8227232" y="1018217"/>
                  </a:lnTo>
                  <a:lnTo>
                    <a:pt x="8198589" y="941971"/>
                  </a:lnTo>
                  <a:lnTo>
                    <a:pt x="8169409" y="869802"/>
                  </a:lnTo>
                  <a:lnTo>
                    <a:pt x="8151487" y="828197"/>
                  </a:lnTo>
                  <a:lnTo>
                    <a:pt x="8109206" y="738101"/>
                  </a:lnTo>
                  <a:lnTo>
                    <a:pt x="8064985" y="655639"/>
                  </a:lnTo>
                  <a:lnTo>
                    <a:pt x="8018294" y="580556"/>
                  </a:lnTo>
                  <a:lnTo>
                    <a:pt x="7968552" y="512350"/>
                  </a:lnTo>
                  <a:lnTo>
                    <a:pt x="7915151" y="450412"/>
                  </a:lnTo>
                  <a:lnTo>
                    <a:pt x="7857498" y="394111"/>
                  </a:lnTo>
                  <a:lnTo>
                    <a:pt x="7795039" y="342846"/>
                  </a:lnTo>
                  <a:lnTo>
                    <a:pt x="7727321" y="296084"/>
                  </a:lnTo>
                  <a:lnTo>
                    <a:pt x="7654046" y="253376"/>
                  </a:lnTo>
                  <a:lnTo>
                    <a:pt x="7575165" y="214372"/>
                  </a:lnTo>
                  <a:lnTo>
                    <a:pt x="7490972" y="178820"/>
                  </a:lnTo>
                  <a:lnTo>
                    <a:pt x="7402216" y="146571"/>
                  </a:lnTo>
                  <a:lnTo>
                    <a:pt x="7310200" y="117567"/>
                  </a:lnTo>
                  <a:lnTo>
                    <a:pt x="7216842" y="91827"/>
                  </a:lnTo>
                  <a:lnTo>
                    <a:pt x="7124653" y="69410"/>
                  </a:lnTo>
                  <a:lnTo>
                    <a:pt x="7036608" y="50384"/>
                  </a:lnTo>
                  <a:lnTo>
                    <a:pt x="6955869" y="34770"/>
                  </a:lnTo>
                  <a:lnTo>
                    <a:pt x="6885403" y="22499"/>
                  </a:lnTo>
                  <a:lnTo>
                    <a:pt x="6827537" y="13377"/>
                  </a:lnTo>
                  <a:lnTo>
                    <a:pt x="6783558" y="7074"/>
                  </a:lnTo>
                  <a:lnTo>
                    <a:pt x="6753453" y="3137"/>
                  </a:lnTo>
                  <a:lnTo>
                    <a:pt x="6735841" y="1029"/>
                  </a:lnTo>
                  <a:lnTo>
                    <a:pt x="6728064" y="174"/>
                  </a:lnTo>
                  <a:lnTo>
                    <a:pt x="6726358" y="1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877" y="84"/>
                  </a:lnTo>
                  <a:lnTo>
                    <a:pt x="5246780" y="687"/>
                  </a:lnTo>
                  <a:lnTo>
                    <a:pt x="5228861" y="2352"/>
                  </a:lnTo>
                  <a:lnTo>
                    <a:pt x="5196752" y="5632"/>
                  </a:lnTo>
                  <a:lnTo>
                    <a:pt x="5148746" y="11041"/>
                  </a:lnTo>
                  <a:lnTo>
                    <a:pt x="5084929" y="19005"/>
                  </a:lnTo>
                  <a:lnTo>
                    <a:pt x="5007066" y="29823"/>
                  </a:lnTo>
                  <a:lnTo>
                    <a:pt x="4918201" y="43657"/>
                  </a:lnTo>
                  <a:lnTo>
                    <a:pt x="4822081" y="60544"/>
                  </a:lnTo>
                  <a:lnTo>
                    <a:pt x="4722544" y="80446"/>
                  </a:lnTo>
                  <a:lnTo>
                    <a:pt x="4623029" y="103296"/>
                  </a:lnTo>
                  <a:lnTo>
                    <a:pt x="4526273" y="129051"/>
                  </a:lnTo>
                  <a:lnTo>
                    <a:pt x="4434205" y="157734"/>
                  </a:lnTo>
                  <a:lnTo>
                    <a:pt x="4347989" y="189452"/>
                  </a:lnTo>
                  <a:lnTo>
                    <a:pt x="4268144" y="224417"/>
                  </a:lnTo>
                  <a:lnTo>
                    <a:pt x="4194699" y="262941"/>
                  </a:lnTo>
                  <a:lnTo>
                    <a:pt x="4127333" y="305440"/>
                  </a:lnTo>
                  <a:lnTo>
                    <a:pt x="4065504" y="352419"/>
                  </a:lnTo>
                  <a:lnTo>
                    <a:pt x="4008541" y="404449"/>
                  </a:lnTo>
                  <a:lnTo>
                    <a:pt x="3955710" y="462135"/>
                  </a:lnTo>
                  <a:lnTo>
                    <a:pt x="3906273" y="526052"/>
                  </a:lnTo>
                  <a:lnTo>
                    <a:pt x="3859524" y="596645"/>
                  </a:lnTo>
                  <a:lnTo>
                    <a:pt x="3829811" y="647029"/>
                  </a:lnTo>
                  <a:lnTo>
                    <a:pt x="3796780" y="708187"/>
                  </a:lnTo>
                  <a:lnTo>
                    <a:pt x="3764504" y="773287"/>
                  </a:lnTo>
                  <a:lnTo>
                    <a:pt x="3732803" y="842412"/>
                  </a:lnTo>
                  <a:lnTo>
                    <a:pt x="3701526" y="915591"/>
                  </a:lnTo>
                  <a:lnTo>
                    <a:pt x="3670550" y="992806"/>
                  </a:lnTo>
                  <a:lnTo>
                    <a:pt x="3639775" y="1073976"/>
                  </a:lnTo>
                  <a:lnTo>
                    <a:pt x="3609121" y="1158961"/>
                  </a:lnTo>
                  <a:lnTo>
                    <a:pt x="3578526" y="1247557"/>
                  </a:lnTo>
                  <a:lnTo>
                    <a:pt x="3547947" y="1339495"/>
                  </a:lnTo>
                  <a:lnTo>
                    <a:pt x="3517351" y="1434441"/>
                  </a:lnTo>
                  <a:lnTo>
                    <a:pt x="3486721" y="1532004"/>
                  </a:lnTo>
                  <a:lnTo>
                    <a:pt x="3456050" y="1631735"/>
                  </a:lnTo>
                  <a:lnTo>
                    <a:pt x="3425341" y="1733140"/>
                  </a:lnTo>
                  <a:lnTo>
                    <a:pt x="3394602" y="1835687"/>
                  </a:lnTo>
                  <a:lnTo>
                    <a:pt x="3363847" y="1938817"/>
                  </a:lnTo>
                  <a:lnTo>
                    <a:pt x="3333092" y="2041960"/>
                  </a:lnTo>
                  <a:lnTo>
                    <a:pt x="3302352" y="2144545"/>
                  </a:lnTo>
                  <a:lnTo>
                    <a:pt x="3271641" y="2246011"/>
                  </a:lnTo>
                  <a:lnTo>
                    <a:pt x="3240969" y="2345826"/>
                  </a:lnTo>
                  <a:lnTo>
                    <a:pt x="3210337" y="2443494"/>
                  </a:lnTo>
                  <a:lnTo>
                    <a:pt x="3179740" y="2538565"/>
                  </a:lnTo>
                  <a:lnTo>
                    <a:pt x="3149160" y="2630642"/>
                  </a:lnTo>
                  <a:lnTo>
                    <a:pt x="3118567" y="2719391"/>
                  </a:lnTo>
                  <a:lnTo>
                    <a:pt x="3087917" y="2804540"/>
                  </a:lnTo>
                  <a:lnTo>
                    <a:pt x="3057149" y="2885881"/>
                  </a:lnTo>
                  <a:lnTo>
                    <a:pt x="3026184" y="2963271"/>
                  </a:lnTo>
                  <a:lnTo>
                    <a:pt x="2994922" y="3036629"/>
                  </a:lnTo>
                  <a:lnTo>
                    <a:pt x="2963242" y="3105932"/>
                  </a:lnTo>
                  <a:lnTo>
                    <a:pt x="2930995" y="3171208"/>
                  </a:lnTo>
                  <a:lnTo>
                    <a:pt x="2898002" y="3232537"/>
                  </a:lnTo>
                  <a:lnTo>
                    <a:pt x="2896531" y="3235145"/>
                  </a:lnTo>
                  <a:lnTo>
                    <a:pt x="2851208" y="3310259"/>
                  </a:lnTo>
                  <a:lnTo>
                    <a:pt x="2803622" y="3378550"/>
                  </a:lnTo>
                  <a:lnTo>
                    <a:pt x="2753114" y="3440293"/>
                  </a:lnTo>
                  <a:lnTo>
                    <a:pt x="2698964" y="3495991"/>
                  </a:lnTo>
                  <a:lnTo>
                    <a:pt x="2640429" y="3546239"/>
                  </a:lnTo>
                  <a:lnTo>
                    <a:pt x="2576792" y="3591636"/>
                  </a:lnTo>
                  <a:lnTo>
                    <a:pt x="2507414" y="3632733"/>
                  </a:lnTo>
                  <a:lnTo>
                    <a:pt x="2431817" y="3670007"/>
                  </a:lnTo>
                  <a:lnTo>
                    <a:pt x="2349785" y="3703840"/>
                  </a:lnTo>
                  <a:lnTo>
                    <a:pt x="2261495" y="3734509"/>
                  </a:lnTo>
                  <a:lnTo>
                    <a:pt x="2167669" y="3762191"/>
                  </a:lnTo>
                  <a:lnTo>
                    <a:pt x="2069719" y="3786962"/>
                  </a:lnTo>
                  <a:lnTo>
                    <a:pt x="1969851" y="3808817"/>
                  </a:lnTo>
                  <a:lnTo>
                    <a:pt x="1871060" y="3827703"/>
                  </a:lnTo>
                  <a:lnTo>
                    <a:pt x="1776965" y="3843555"/>
                  </a:lnTo>
                  <a:lnTo>
                    <a:pt x="1691437" y="3856355"/>
                  </a:lnTo>
                  <a:lnTo>
                    <a:pt x="1618054" y="3866180"/>
                  </a:lnTo>
                  <a:lnTo>
                    <a:pt x="1559485" y="3873236"/>
                  </a:lnTo>
                  <a:lnTo>
                    <a:pt x="1516956" y="3877869"/>
                  </a:lnTo>
                  <a:lnTo>
                    <a:pt x="1489943" y="3880540"/>
                  </a:lnTo>
                  <a:lnTo>
                    <a:pt x="1476152" y="3881783"/>
                  </a:lnTo>
                  <a:lnTo>
                    <a:pt x="1471704" y="3882149"/>
                  </a:lnTo>
                  <a:lnTo>
                    <a:pt x="1471387" y="3882174"/>
                  </a:lnTo>
                  <a:lnTo>
                    <a:pt x="0" y="388217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58" name="pg1358"/>
            <p:cNvSpPr/>
            <p:nvPr/>
          </p:nvSpPr>
          <p:spPr>
            <a:xfrm>
              <a:off x="4799595" y="5077846"/>
              <a:ext cx="11981298" cy="5770136"/>
            </a:xfrm>
            <a:custGeom>
              <a:avLst/>
              <a:pathLst>
                <a:path w="11981298" h="5770136">
                  <a:moveTo>
                    <a:pt x="0" y="3833136"/>
                  </a:moveTo>
                  <a:lnTo>
                    <a:pt x="1471387" y="3833136"/>
                  </a:lnTo>
                  <a:lnTo>
                    <a:pt x="1472470" y="3833052"/>
                  </a:lnTo>
                  <a:lnTo>
                    <a:pt x="1479596" y="3832457"/>
                  </a:lnTo>
                  <a:lnTo>
                    <a:pt x="1497586" y="3830813"/>
                  </a:lnTo>
                  <a:lnTo>
                    <a:pt x="1529819" y="3827574"/>
                  </a:lnTo>
                  <a:lnTo>
                    <a:pt x="1577998" y="3822234"/>
                  </a:lnTo>
                  <a:lnTo>
                    <a:pt x="1642025" y="3814372"/>
                  </a:lnTo>
                  <a:lnTo>
                    <a:pt x="1720118" y="3803693"/>
                  </a:lnTo>
                  <a:lnTo>
                    <a:pt x="1809209" y="3790040"/>
                  </a:lnTo>
                  <a:lnTo>
                    <a:pt x="1905531" y="3773377"/>
                  </a:lnTo>
                  <a:lnTo>
                    <a:pt x="2005231" y="3753743"/>
                  </a:lnTo>
                  <a:lnTo>
                    <a:pt x="2104865" y="3731203"/>
                  </a:lnTo>
                  <a:lnTo>
                    <a:pt x="2201696" y="3705797"/>
                  </a:lnTo>
                  <a:lnTo>
                    <a:pt x="2293798" y="3677505"/>
                  </a:lnTo>
                  <a:lnTo>
                    <a:pt x="2380017" y="3646217"/>
                  </a:lnTo>
                  <a:lnTo>
                    <a:pt x="2459842" y="3611723"/>
                  </a:lnTo>
                  <a:lnTo>
                    <a:pt x="2533253" y="3573711"/>
                  </a:lnTo>
                  <a:lnTo>
                    <a:pt x="2600578" y="3531769"/>
                  </a:lnTo>
                  <a:lnTo>
                    <a:pt x="2662364" y="3485398"/>
                  </a:lnTo>
                  <a:lnTo>
                    <a:pt x="2719290" y="3434031"/>
                  </a:lnTo>
                  <a:lnTo>
                    <a:pt x="2772091" y="3377072"/>
                  </a:lnTo>
                  <a:lnTo>
                    <a:pt x="2821511" y="3313953"/>
                  </a:lnTo>
                  <a:lnTo>
                    <a:pt x="2868254" y="3244242"/>
                  </a:lnTo>
                  <a:lnTo>
                    <a:pt x="2896531" y="3197004"/>
                  </a:lnTo>
                  <a:lnTo>
                    <a:pt x="2929808" y="3136409"/>
                  </a:lnTo>
                  <a:lnTo>
                    <a:pt x="2962319" y="3071878"/>
                  </a:lnTo>
                  <a:lnTo>
                    <a:pt x="2994250" y="3003330"/>
                  </a:lnTo>
                  <a:lnTo>
                    <a:pt x="3025753" y="2930736"/>
                  </a:lnTo>
                  <a:lnTo>
                    <a:pt x="3056954" y="2854116"/>
                  </a:lnTo>
                  <a:lnTo>
                    <a:pt x="3087954" y="2773553"/>
                  </a:lnTo>
                  <a:lnTo>
                    <a:pt x="3118835" y="2689190"/>
                  </a:lnTo>
                  <a:lnTo>
                    <a:pt x="3149658" y="2601236"/>
                  </a:lnTo>
                  <a:lnTo>
                    <a:pt x="3180468" y="2509965"/>
                  </a:lnTo>
                  <a:lnTo>
                    <a:pt x="3211296" y="2415716"/>
                  </a:lnTo>
                  <a:lnTo>
                    <a:pt x="3242160" y="2318888"/>
                  </a:lnTo>
                  <a:lnTo>
                    <a:pt x="3273065" y="2219935"/>
                  </a:lnTo>
                  <a:lnTo>
                    <a:pt x="3304008" y="2119358"/>
                  </a:lnTo>
                  <a:lnTo>
                    <a:pt x="3334981" y="2017695"/>
                  </a:lnTo>
                  <a:lnTo>
                    <a:pt x="3365969" y="1915510"/>
                  </a:lnTo>
                  <a:lnTo>
                    <a:pt x="3396955" y="1813376"/>
                  </a:lnTo>
                  <a:lnTo>
                    <a:pt x="3427923" y="1711869"/>
                  </a:lnTo>
                  <a:lnTo>
                    <a:pt x="3458860" y="1611546"/>
                  </a:lnTo>
                  <a:lnTo>
                    <a:pt x="3489758" y="1512941"/>
                  </a:lnTo>
                  <a:lnTo>
                    <a:pt x="3520614" y="1416547"/>
                  </a:lnTo>
                  <a:lnTo>
                    <a:pt x="3551437" y="1322807"/>
                  </a:lnTo>
                  <a:lnTo>
                    <a:pt x="3582247" y="1232112"/>
                  </a:lnTo>
                  <a:lnTo>
                    <a:pt x="3613077" y="1144788"/>
                  </a:lnTo>
                  <a:lnTo>
                    <a:pt x="3643974" y="1061097"/>
                  </a:lnTo>
                  <a:lnTo>
                    <a:pt x="3675004" y="981237"/>
                  </a:lnTo>
                  <a:lnTo>
                    <a:pt x="3706251" y="905340"/>
                  </a:lnTo>
                  <a:lnTo>
                    <a:pt x="3737821" y="833476"/>
                  </a:lnTo>
                  <a:lnTo>
                    <a:pt x="3769845" y="765658"/>
                  </a:lnTo>
                  <a:lnTo>
                    <a:pt x="3802480" y="701844"/>
                  </a:lnTo>
                  <a:lnTo>
                    <a:pt x="3829811" y="652477"/>
                  </a:lnTo>
                  <a:lnTo>
                    <a:pt x="3875200" y="578527"/>
                  </a:lnTo>
                  <a:lnTo>
                    <a:pt x="3922861" y="511304"/>
                  </a:lnTo>
                  <a:lnTo>
                    <a:pt x="3973452" y="450537"/>
                  </a:lnTo>
                  <a:lnTo>
                    <a:pt x="4027700" y="395726"/>
                  </a:lnTo>
                  <a:lnTo>
                    <a:pt x="4086349" y="346287"/>
                  </a:lnTo>
                  <a:lnTo>
                    <a:pt x="4150121" y="301626"/>
                  </a:lnTo>
                  <a:lnTo>
                    <a:pt x="4219655" y="261200"/>
                  </a:lnTo>
                  <a:lnTo>
                    <a:pt x="4295429" y="224539"/>
                  </a:lnTo>
                  <a:lnTo>
                    <a:pt x="4377656" y="191268"/>
                  </a:lnTo>
                  <a:lnTo>
                    <a:pt x="4466154" y="161113"/>
                  </a:lnTo>
                  <a:lnTo>
                    <a:pt x="4560189" y="133902"/>
                  </a:lnTo>
                  <a:lnTo>
                    <a:pt x="4658331" y="109560"/>
                  </a:lnTo>
                  <a:lnTo>
                    <a:pt x="4758351" y="88094"/>
                  </a:lnTo>
                  <a:lnTo>
                    <a:pt x="4857228" y="69557"/>
                  </a:lnTo>
                  <a:lnTo>
                    <a:pt x="4951318" y="54012"/>
                  </a:lnTo>
                  <a:lnTo>
                    <a:pt x="5036735" y="41475"/>
                  </a:lnTo>
                  <a:lnTo>
                    <a:pt x="5109898" y="31869"/>
                  </a:lnTo>
                  <a:lnTo>
                    <a:pt x="5168156" y="24987"/>
                  </a:lnTo>
                  <a:lnTo>
                    <a:pt x="5210320" y="20483"/>
                  </a:lnTo>
                  <a:lnTo>
                    <a:pt x="5236963" y="17900"/>
                  </a:lnTo>
                  <a:lnTo>
                    <a:pt x="5250437" y="16709"/>
                  </a:lnTo>
                  <a:lnTo>
                    <a:pt x="5254681" y="16366"/>
                  </a:lnTo>
                  <a:lnTo>
                    <a:pt x="5254955" y="16345"/>
                  </a:lnTo>
                  <a:lnTo>
                    <a:pt x="6726343" y="16345"/>
                  </a:lnTo>
                  <a:lnTo>
                    <a:pt x="6727175" y="16442"/>
                  </a:lnTo>
                  <a:lnTo>
                    <a:pt x="6732682" y="17126"/>
                  </a:lnTo>
                  <a:lnTo>
                    <a:pt x="6746687" y="19016"/>
                  </a:lnTo>
                  <a:lnTo>
                    <a:pt x="6772027" y="22743"/>
                  </a:lnTo>
                  <a:lnTo>
                    <a:pt x="6810409" y="28913"/>
                  </a:lnTo>
                  <a:lnTo>
                    <a:pt x="6862289" y="38056"/>
                  </a:lnTo>
                  <a:lnTo>
                    <a:pt x="6926878" y="50585"/>
                  </a:lnTo>
                  <a:lnTo>
                    <a:pt x="7002317" y="66768"/>
                  </a:lnTo>
                  <a:lnTo>
                    <a:pt x="7086000" y="86733"/>
                  </a:lnTo>
                  <a:lnTo>
                    <a:pt x="7174975" y="110491"/>
                  </a:lnTo>
                  <a:lnTo>
                    <a:pt x="7266318" y="137984"/>
                  </a:lnTo>
                  <a:lnTo>
                    <a:pt x="7357439" y="169138"/>
                  </a:lnTo>
                  <a:lnTo>
                    <a:pt x="7446252" y="203904"/>
                  </a:lnTo>
                  <a:lnTo>
                    <a:pt x="7531245" y="242301"/>
                  </a:lnTo>
                  <a:lnTo>
                    <a:pt x="7611449" y="284439"/>
                  </a:lnTo>
                  <a:lnTo>
                    <a:pt x="7686371" y="330531"/>
                  </a:lnTo>
                  <a:lnTo>
                    <a:pt x="7755889" y="380898"/>
                  </a:lnTo>
                  <a:lnTo>
                    <a:pt x="7820161" y="435971"/>
                  </a:lnTo>
                  <a:lnTo>
                    <a:pt x="7879532" y="496279"/>
                  </a:lnTo>
                  <a:lnTo>
                    <a:pt x="7934476" y="562434"/>
                  </a:lnTo>
                  <a:lnTo>
                    <a:pt x="7985530" y="635108"/>
                  </a:lnTo>
                  <a:lnTo>
                    <a:pt x="8033263" y="714992"/>
                  </a:lnTo>
                  <a:lnTo>
                    <a:pt x="8078242" y="802725"/>
                  </a:lnTo>
                  <a:lnTo>
                    <a:pt x="8121004" y="898791"/>
                  </a:lnTo>
                  <a:lnTo>
                    <a:pt x="8151487" y="975311"/>
                  </a:lnTo>
                  <a:lnTo>
                    <a:pt x="8179119" y="1050581"/>
                  </a:lnTo>
                  <a:lnTo>
                    <a:pt x="8206202" y="1129908"/>
                  </a:lnTo>
                  <a:lnTo>
                    <a:pt x="8232847" y="1213369"/>
                  </a:lnTo>
                  <a:lnTo>
                    <a:pt x="8259146" y="1301011"/>
                  </a:lnTo>
                  <a:lnTo>
                    <a:pt x="8285182" y="1392841"/>
                  </a:lnTo>
                  <a:lnTo>
                    <a:pt x="8311022" y="1488831"/>
                  </a:lnTo>
                  <a:lnTo>
                    <a:pt x="8336722" y="1588908"/>
                  </a:lnTo>
                  <a:lnTo>
                    <a:pt x="8362331" y="1692953"/>
                  </a:lnTo>
                  <a:lnTo>
                    <a:pt x="8387886" y="1800806"/>
                  </a:lnTo>
                  <a:lnTo>
                    <a:pt x="8413417" y="1912255"/>
                  </a:lnTo>
                  <a:lnTo>
                    <a:pt x="8438947" y="2027045"/>
                  </a:lnTo>
                  <a:lnTo>
                    <a:pt x="8464491" y="2144875"/>
                  </a:lnTo>
                  <a:lnTo>
                    <a:pt x="8490059" y="2265400"/>
                  </a:lnTo>
                  <a:lnTo>
                    <a:pt x="8515655" y="2388238"/>
                  </a:lnTo>
                  <a:lnTo>
                    <a:pt x="8541279" y="2512971"/>
                  </a:lnTo>
                  <a:lnTo>
                    <a:pt x="8566928" y="2639150"/>
                  </a:lnTo>
                  <a:lnTo>
                    <a:pt x="8592594" y="2766306"/>
                  </a:lnTo>
                  <a:lnTo>
                    <a:pt x="8618270" y="2893952"/>
                  </a:lnTo>
                  <a:lnTo>
                    <a:pt x="8643945" y="3021596"/>
                  </a:lnTo>
                  <a:lnTo>
                    <a:pt x="8669611" y="3148744"/>
                  </a:lnTo>
                  <a:lnTo>
                    <a:pt x="8695260" y="3274909"/>
                  </a:lnTo>
                  <a:lnTo>
                    <a:pt x="8720884" y="3399623"/>
                  </a:lnTo>
                  <a:lnTo>
                    <a:pt x="8746480" y="3522438"/>
                  </a:lnTo>
                  <a:lnTo>
                    <a:pt x="8772047" y="3642935"/>
                  </a:lnTo>
                  <a:lnTo>
                    <a:pt x="8797591" y="3760733"/>
                  </a:lnTo>
                  <a:lnTo>
                    <a:pt x="8823121" y="3875488"/>
                  </a:lnTo>
                  <a:lnTo>
                    <a:pt x="8848652" y="3986898"/>
                  </a:lnTo>
                  <a:lnTo>
                    <a:pt x="8874207" y="4094709"/>
                  </a:lnTo>
                  <a:lnTo>
                    <a:pt x="8899817" y="4198711"/>
                  </a:lnTo>
                  <a:lnTo>
                    <a:pt x="8925519" y="4298742"/>
                  </a:lnTo>
                  <a:lnTo>
                    <a:pt x="8951360" y="4394686"/>
                  </a:lnTo>
                  <a:lnTo>
                    <a:pt x="8977398" y="4486471"/>
                  </a:lnTo>
                  <a:lnTo>
                    <a:pt x="9003701" y="4574065"/>
                  </a:lnTo>
                  <a:lnTo>
                    <a:pt x="9030350" y="4657480"/>
                  </a:lnTo>
                  <a:lnTo>
                    <a:pt x="9057439" y="4736761"/>
                  </a:lnTo>
                  <a:lnTo>
                    <a:pt x="9084767" y="4811171"/>
                  </a:lnTo>
                  <a:lnTo>
                    <a:pt x="9126202" y="4913534"/>
                  </a:lnTo>
                  <a:lnTo>
                    <a:pt x="9169493" y="5007397"/>
                  </a:lnTo>
                  <a:lnTo>
                    <a:pt x="9215136" y="5093030"/>
                  </a:lnTo>
                  <a:lnTo>
                    <a:pt x="9263679" y="5170970"/>
                  </a:lnTo>
                  <a:lnTo>
                    <a:pt x="9315692" y="5241880"/>
                  </a:lnTo>
                  <a:lnTo>
                    <a:pt x="9371739" y="5306449"/>
                  </a:lnTo>
                  <a:lnTo>
                    <a:pt x="9432346" y="5365337"/>
                  </a:lnTo>
                  <a:lnTo>
                    <a:pt x="9497956" y="5419137"/>
                  </a:lnTo>
                  <a:lnTo>
                    <a:pt x="9568877" y="5468354"/>
                  </a:lnTo>
                  <a:lnTo>
                    <a:pt x="9645200" y="5513389"/>
                  </a:lnTo>
                  <a:lnTo>
                    <a:pt x="9726717" y="5554537"/>
                  </a:lnTo>
                  <a:lnTo>
                    <a:pt x="9812819" y="5591982"/>
                  </a:lnTo>
                  <a:lnTo>
                    <a:pt x="9902402" y="5625808"/>
                  </a:lnTo>
                  <a:lnTo>
                    <a:pt x="9993804" y="5656014"/>
                  </a:lnTo>
                  <a:lnTo>
                    <a:pt x="10084797" y="5682542"/>
                  </a:lnTo>
                  <a:lnTo>
                    <a:pt x="10172682" y="5705316"/>
                  </a:lnTo>
                  <a:lnTo>
                    <a:pt x="10254496" y="5724290"/>
                  </a:lnTo>
                  <a:lnTo>
                    <a:pt x="10327336" y="5739504"/>
                  </a:lnTo>
                  <a:lnTo>
                    <a:pt x="10388755" y="5751120"/>
                  </a:lnTo>
                  <a:lnTo>
                    <a:pt x="10437146" y="5759443"/>
                  </a:lnTo>
                  <a:lnTo>
                    <a:pt x="10472036" y="5764921"/>
                  </a:lnTo>
                  <a:lnTo>
                    <a:pt x="10494210" y="5768109"/>
                  </a:lnTo>
                  <a:lnTo>
                    <a:pt x="10505686" y="5769625"/>
                  </a:lnTo>
                  <a:lnTo>
                    <a:pt x="10509570" y="5770098"/>
                  </a:lnTo>
                  <a:lnTo>
                    <a:pt x="10509911" y="5770136"/>
                  </a:lnTo>
                  <a:lnTo>
                    <a:pt x="11981298" y="5770136"/>
                  </a:lnTo>
                  <a:lnTo>
                    <a:pt x="11981298" y="5753790"/>
                  </a:lnTo>
                  <a:lnTo>
                    <a:pt x="10509911" y="5753790"/>
                  </a:lnTo>
                  <a:lnTo>
                    <a:pt x="10509078" y="5753694"/>
                  </a:lnTo>
                  <a:lnTo>
                    <a:pt x="10503571" y="5753010"/>
                  </a:lnTo>
                  <a:lnTo>
                    <a:pt x="10489566" y="5751120"/>
                  </a:lnTo>
                  <a:lnTo>
                    <a:pt x="10464227" y="5747393"/>
                  </a:lnTo>
                  <a:lnTo>
                    <a:pt x="10425844" y="5741223"/>
                  </a:lnTo>
                  <a:lnTo>
                    <a:pt x="10373964" y="5732080"/>
                  </a:lnTo>
                  <a:lnTo>
                    <a:pt x="10309375" y="5719551"/>
                  </a:lnTo>
                  <a:lnTo>
                    <a:pt x="10233937" y="5703368"/>
                  </a:lnTo>
                  <a:lnTo>
                    <a:pt x="10150253" y="5683403"/>
                  </a:lnTo>
                  <a:lnTo>
                    <a:pt x="10061279" y="5659645"/>
                  </a:lnTo>
                  <a:lnTo>
                    <a:pt x="9969935" y="5632151"/>
                  </a:lnTo>
                  <a:lnTo>
                    <a:pt x="9878815" y="5600998"/>
                  </a:lnTo>
                  <a:lnTo>
                    <a:pt x="9790001" y="5566232"/>
                  </a:lnTo>
                  <a:lnTo>
                    <a:pt x="9705009" y="5527835"/>
                  </a:lnTo>
                  <a:lnTo>
                    <a:pt x="9624804" y="5485697"/>
                  </a:lnTo>
                  <a:lnTo>
                    <a:pt x="9549882" y="5439605"/>
                  </a:lnTo>
                  <a:lnTo>
                    <a:pt x="9480364" y="5389238"/>
                  </a:lnTo>
                  <a:lnTo>
                    <a:pt x="9416093" y="5334164"/>
                  </a:lnTo>
                  <a:lnTo>
                    <a:pt x="9356721" y="5273857"/>
                  </a:lnTo>
                  <a:lnTo>
                    <a:pt x="9301778" y="5207702"/>
                  </a:lnTo>
                  <a:lnTo>
                    <a:pt x="9250724" y="5135027"/>
                  </a:lnTo>
                  <a:lnTo>
                    <a:pt x="9202990" y="5055144"/>
                  </a:lnTo>
                  <a:lnTo>
                    <a:pt x="9158011" y="4967411"/>
                  </a:lnTo>
                  <a:lnTo>
                    <a:pt x="9115249" y="4871345"/>
                  </a:lnTo>
                  <a:lnTo>
                    <a:pt x="9084767" y="4794825"/>
                  </a:lnTo>
                  <a:lnTo>
                    <a:pt x="9057135" y="4719554"/>
                  </a:lnTo>
                  <a:lnTo>
                    <a:pt x="9030051" y="4640228"/>
                  </a:lnTo>
                  <a:lnTo>
                    <a:pt x="9003407" y="4556767"/>
                  </a:lnTo>
                  <a:lnTo>
                    <a:pt x="8977107" y="4469125"/>
                  </a:lnTo>
                  <a:lnTo>
                    <a:pt x="8951071" y="4377294"/>
                  </a:lnTo>
                  <a:lnTo>
                    <a:pt x="8925232" y="4281304"/>
                  </a:lnTo>
                  <a:lnTo>
                    <a:pt x="8899531" y="4181228"/>
                  </a:lnTo>
                  <a:lnTo>
                    <a:pt x="8873923" y="4077182"/>
                  </a:lnTo>
                  <a:lnTo>
                    <a:pt x="8848368" y="3969330"/>
                  </a:lnTo>
                  <a:lnTo>
                    <a:pt x="8822836" y="3857881"/>
                  </a:lnTo>
                  <a:lnTo>
                    <a:pt x="8797307" y="3743091"/>
                  </a:lnTo>
                  <a:lnTo>
                    <a:pt x="8771763" y="3625261"/>
                  </a:lnTo>
                  <a:lnTo>
                    <a:pt x="8746195" y="3504735"/>
                  </a:lnTo>
                  <a:lnTo>
                    <a:pt x="8720599" y="3381897"/>
                  </a:lnTo>
                  <a:lnTo>
                    <a:pt x="8694974" y="3257165"/>
                  </a:lnTo>
                  <a:lnTo>
                    <a:pt x="8669326" y="3130986"/>
                  </a:lnTo>
                  <a:lnTo>
                    <a:pt x="8643659" y="3003830"/>
                  </a:lnTo>
                  <a:lnTo>
                    <a:pt x="8617984" y="2876183"/>
                  </a:lnTo>
                  <a:lnTo>
                    <a:pt x="8592308" y="2748540"/>
                  </a:lnTo>
                  <a:lnTo>
                    <a:pt x="8566642" y="2621392"/>
                  </a:lnTo>
                  <a:lnTo>
                    <a:pt x="8540993" y="2495226"/>
                  </a:lnTo>
                  <a:lnTo>
                    <a:pt x="8515369" y="2370513"/>
                  </a:lnTo>
                  <a:lnTo>
                    <a:pt x="8489774" y="2247698"/>
                  </a:lnTo>
                  <a:lnTo>
                    <a:pt x="8464206" y="2127201"/>
                  </a:lnTo>
                  <a:lnTo>
                    <a:pt x="8438662" y="2009403"/>
                  </a:lnTo>
                  <a:lnTo>
                    <a:pt x="8413132" y="1894648"/>
                  </a:lnTo>
                  <a:lnTo>
                    <a:pt x="8387601" y="1783238"/>
                  </a:lnTo>
                  <a:lnTo>
                    <a:pt x="8362046" y="1675427"/>
                  </a:lnTo>
                  <a:lnTo>
                    <a:pt x="8336436" y="1571425"/>
                  </a:lnTo>
                  <a:lnTo>
                    <a:pt x="8310735" y="1471393"/>
                  </a:lnTo>
                  <a:lnTo>
                    <a:pt x="8284893" y="1375449"/>
                  </a:lnTo>
                  <a:lnTo>
                    <a:pt x="8258855" y="1283665"/>
                  </a:lnTo>
                  <a:lnTo>
                    <a:pt x="8232552" y="1196070"/>
                  </a:lnTo>
                  <a:lnTo>
                    <a:pt x="8205903" y="1112656"/>
                  </a:lnTo>
                  <a:lnTo>
                    <a:pt x="8178814" y="1033375"/>
                  </a:lnTo>
                  <a:lnTo>
                    <a:pt x="8151487" y="958965"/>
                  </a:lnTo>
                  <a:lnTo>
                    <a:pt x="8110051" y="856602"/>
                  </a:lnTo>
                  <a:lnTo>
                    <a:pt x="8066760" y="762739"/>
                  </a:lnTo>
                  <a:lnTo>
                    <a:pt x="8021117" y="677106"/>
                  </a:lnTo>
                  <a:lnTo>
                    <a:pt x="7972574" y="599165"/>
                  </a:lnTo>
                  <a:lnTo>
                    <a:pt x="7920561" y="528256"/>
                  </a:lnTo>
                  <a:lnTo>
                    <a:pt x="7864514" y="463687"/>
                  </a:lnTo>
                  <a:lnTo>
                    <a:pt x="7803908" y="404799"/>
                  </a:lnTo>
                  <a:lnTo>
                    <a:pt x="7738297" y="350998"/>
                  </a:lnTo>
                  <a:lnTo>
                    <a:pt x="7667377" y="301782"/>
                  </a:lnTo>
                  <a:lnTo>
                    <a:pt x="7591054" y="256747"/>
                  </a:lnTo>
                  <a:lnTo>
                    <a:pt x="7509537" y="215599"/>
                  </a:lnTo>
                  <a:lnTo>
                    <a:pt x="7423435" y="178154"/>
                  </a:lnTo>
                  <a:lnTo>
                    <a:pt x="7333851" y="144328"/>
                  </a:lnTo>
                  <a:lnTo>
                    <a:pt x="7242449" y="114122"/>
                  </a:lnTo>
                  <a:lnTo>
                    <a:pt x="7151456" y="87594"/>
                  </a:lnTo>
                  <a:lnTo>
                    <a:pt x="7063571" y="64820"/>
                  </a:lnTo>
                  <a:lnTo>
                    <a:pt x="6981757" y="45845"/>
                  </a:lnTo>
                  <a:lnTo>
                    <a:pt x="6908917" y="30631"/>
                  </a:lnTo>
                  <a:lnTo>
                    <a:pt x="6847498" y="19016"/>
                  </a:lnTo>
                  <a:lnTo>
                    <a:pt x="6799107" y="10693"/>
                  </a:lnTo>
                  <a:lnTo>
                    <a:pt x="6764218" y="5215"/>
                  </a:lnTo>
                  <a:lnTo>
                    <a:pt x="6742043" y="2026"/>
                  </a:lnTo>
                  <a:lnTo>
                    <a:pt x="6730568" y="511"/>
                  </a:lnTo>
                  <a:lnTo>
                    <a:pt x="6726684" y="38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872" y="83"/>
                  </a:lnTo>
                  <a:lnTo>
                    <a:pt x="5246746" y="678"/>
                  </a:lnTo>
                  <a:lnTo>
                    <a:pt x="5228756" y="2322"/>
                  </a:lnTo>
                  <a:lnTo>
                    <a:pt x="5196523" y="5561"/>
                  </a:lnTo>
                  <a:lnTo>
                    <a:pt x="5148344" y="10901"/>
                  </a:lnTo>
                  <a:lnTo>
                    <a:pt x="5084317" y="18764"/>
                  </a:lnTo>
                  <a:lnTo>
                    <a:pt x="5006224" y="29442"/>
                  </a:lnTo>
                  <a:lnTo>
                    <a:pt x="4917133" y="43095"/>
                  </a:lnTo>
                  <a:lnTo>
                    <a:pt x="4820811" y="59758"/>
                  </a:lnTo>
                  <a:lnTo>
                    <a:pt x="4721111" y="79392"/>
                  </a:lnTo>
                  <a:lnTo>
                    <a:pt x="4621477" y="101933"/>
                  </a:lnTo>
                  <a:lnTo>
                    <a:pt x="4524646" y="127338"/>
                  </a:lnTo>
                  <a:lnTo>
                    <a:pt x="4432544" y="155630"/>
                  </a:lnTo>
                  <a:lnTo>
                    <a:pt x="4346325" y="186919"/>
                  </a:lnTo>
                  <a:lnTo>
                    <a:pt x="4266500" y="221412"/>
                  </a:lnTo>
                  <a:lnTo>
                    <a:pt x="4193089" y="259424"/>
                  </a:lnTo>
                  <a:lnTo>
                    <a:pt x="4125764" y="301366"/>
                  </a:lnTo>
                  <a:lnTo>
                    <a:pt x="4063978" y="347737"/>
                  </a:lnTo>
                  <a:lnTo>
                    <a:pt x="4007052" y="399104"/>
                  </a:lnTo>
                  <a:lnTo>
                    <a:pt x="3954251" y="456064"/>
                  </a:lnTo>
                  <a:lnTo>
                    <a:pt x="3904831" y="519182"/>
                  </a:lnTo>
                  <a:lnTo>
                    <a:pt x="3858088" y="588893"/>
                  </a:lnTo>
                  <a:lnTo>
                    <a:pt x="3829811" y="636131"/>
                  </a:lnTo>
                  <a:lnTo>
                    <a:pt x="3796535" y="696726"/>
                  </a:lnTo>
                  <a:lnTo>
                    <a:pt x="3764023" y="761258"/>
                  </a:lnTo>
                  <a:lnTo>
                    <a:pt x="3732092" y="829805"/>
                  </a:lnTo>
                  <a:lnTo>
                    <a:pt x="3700589" y="902399"/>
                  </a:lnTo>
                  <a:lnTo>
                    <a:pt x="3669388" y="979019"/>
                  </a:lnTo>
                  <a:lnTo>
                    <a:pt x="3638388" y="1059582"/>
                  </a:lnTo>
                  <a:lnTo>
                    <a:pt x="3607507" y="1143946"/>
                  </a:lnTo>
                  <a:lnTo>
                    <a:pt x="3576685" y="1231900"/>
                  </a:lnTo>
                  <a:lnTo>
                    <a:pt x="3545874" y="1323171"/>
                  </a:lnTo>
                  <a:lnTo>
                    <a:pt x="3515046" y="1417420"/>
                  </a:lnTo>
                  <a:lnTo>
                    <a:pt x="3484182" y="1514248"/>
                  </a:lnTo>
                  <a:lnTo>
                    <a:pt x="3453277" y="1613201"/>
                  </a:lnTo>
                  <a:lnTo>
                    <a:pt x="3422334" y="1713777"/>
                  </a:lnTo>
                  <a:lnTo>
                    <a:pt x="3391361" y="1815440"/>
                  </a:lnTo>
                  <a:lnTo>
                    <a:pt x="3360374" y="1917625"/>
                  </a:lnTo>
                  <a:lnTo>
                    <a:pt x="3329388" y="2019759"/>
                  </a:lnTo>
                  <a:lnTo>
                    <a:pt x="3298419" y="2121267"/>
                  </a:lnTo>
                  <a:lnTo>
                    <a:pt x="3267482" y="2221589"/>
                  </a:lnTo>
                  <a:lnTo>
                    <a:pt x="3236585" y="2320194"/>
                  </a:lnTo>
                  <a:lnTo>
                    <a:pt x="3205728" y="2416589"/>
                  </a:lnTo>
                  <a:lnTo>
                    <a:pt x="3174905" y="2510328"/>
                  </a:lnTo>
                  <a:lnTo>
                    <a:pt x="3144095" y="2601023"/>
                  </a:lnTo>
                  <a:lnTo>
                    <a:pt x="3113265" y="2688347"/>
                  </a:lnTo>
                  <a:lnTo>
                    <a:pt x="3082368" y="2772038"/>
                  </a:lnTo>
                  <a:lnTo>
                    <a:pt x="3051338" y="2851898"/>
                  </a:lnTo>
                  <a:lnTo>
                    <a:pt x="3020091" y="2927795"/>
                  </a:lnTo>
                  <a:lnTo>
                    <a:pt x="2988521" y="2999659"/>
                  </a:lnTo>
                  <a:lnTo>
                    <a:pt x="2956497" y="3067478"/>
                  </a:lnTo>
                  <a:lnTo>
                    <a:pt x="2923862" y="3131291"/>
                  </a:lnTo>
                  <a:lnTo>
                    <a:pt x="2896531" y="3180658"/>
                  </a:lnTo>
                  <a:lnTo>
                    <a:pt x="2851142" y="3254608"/>
                  </a:lnTo>
                  <a:lnTo>
                    <a:pt x="2803482" y="3321831"/>
                  </a:lnTo>
                  <a:lnTo>
                    <a:pt x="2752890" y="3382599"/>
                  </a:lnTo>
                  <a:lnTo>
                    <a:pt x="2698642" y="3437409"/>
                  </a:lnTo>
                  <a:lnTo>
                    <a:pt x="2639993" y="3486849"/>
                  </a:lnTo>
                  <a:lnTo>
                    <a:pt x="2576221" y="3531509"/>
                  </a:lnTo>
                  <a:lnTo>
                    <a:pt x="2506687" y="3571936"/>
                  </a:lnTo>
                  <a:lnTo>
                    <a:pt x="2430914" y="3608596"/>
                  </a:lnTo>
                  <a:lnTo>
                    <a:pt x="2348686" y="3641867"/>
                  </a:lnTo>
                  <a:lnTo>
                    <a:pt x="2260188" y="3672022"/>
                  </a:lnTo>
                  <a:lnTo>
                    <a:pt x="2166153" y="3699233"/>
                  </a:lnTo>
                  <a:lnTo>
                    <a:pt x="2068011" y="3723575"/>
                  </a:lnTo>
                  <a:lnTo>
                    <a:pt x="1967991" y="3745041"/>
                  </a:lnTo>
                  <a:lnTo>
                    <a:pt x="1869115" y="3763578"/>
                  </a:lnTo>
                  <a:lnTo>
                    <a:pt x="1775024" y="3779123"/>
                  </a:lnTo>
                  <a:lnTo>
                    <a:pt x="1689607" y="3791660"/>
                  </a:lnTo>
                  <a:lnTo>
                    <a:pt x="1616444" y="3801266"/>
                  </a:lnTo>
                  <a:lnTo>
                    <a:pt x="1558186" y="3808148"/>
                  </a:lnTo>
                  <a:lnTo>
                    <a:pt x="1516022" y="3812652"/>
                  </a:lnTo>
                  <a:lnTo>
                    <a:pt x="1489379" y="3815236"/>
                  </a:lnTo>
                  <a:lnTo>
                    <a:pt x="1475905" y="3816426"/>
                  </a:lnTo>
                  <a:lnTo>
                    <a:pt x="1471661" y="3816769"/>
                  </a:lnTo>
                  <a:lnTo>
                    <a:pt x="1471387" y="3816790"/>
                  </a:lnTo>
                  <a:lnTo>
                    <a:pt x="0" y="3816790"/>
                  </a:lnTo>
                  <a:close/>
                </a:path>
              </a:pathLst>
            </a:custGeom>
            <a:solidFill>
              <a:srgbClr val="E78AC3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359" name="pl1359"/>
            <p:cNvSpPr/>
            <p:nvPr/>
          </p:nvSpPr>
          <p:spPr>
            <a:xfrm>
              <a:off x="4799595" y="5094192"/>
              <a:ext cx="11981298" cy="5753790"/>
            </a:xfrm>
            <a:custGeom>
              <a:avLst/>
              <a:pathLst>
                <a:path w="11981298" h="5753790">
                  <a:moveTo>
                    <a:pt x="0" y="3816790"/>
                  </a:moveTo>
                  <a:lnTo>
                    <a:pt x="1471387" y="3816790"/>
                  </a:lnTo>
                  <a:lnTo>
                    <a:pt x="1472470" y="3816706"/>
                  </a:lnTo>
                  <a:lnTo>
                    <a:pt x="1479596" y="3816111"/>
                  </a:lnTo>
                  <a:lnTo>
                    <a:pt x="1497586" y="3814467"/>
                  </a:lnTo>
                  <a:lnTo>
                    <a:pt x="1529819" y="3811228"/>
                  </a:lnTo>
                  <a:lnTo>
                    <a:pt x="1577998" y="3805888"/>
                  </a:lnTo>
                  <a:lnTo>
                    <a:pt x="1642025" y="3798026"/>
                  </a:lnTo>
                  <a:lnTo>
                    <a:pt x="1720118" y="3787347"/>
                  </a:lnTo>
                  <a:lnTo>
                    <a:pt x="1809209" y="3773694"/>
                  </a:lnTo>
                  <a:lnTo>
                    <a:pt x="1905531" y="3757031"/>
                  </a:lnTo>
                  <a:lnTo>
                    <a:pt x="2005231" y="3737397"/>
                  </a:lnTo>
                  <a:lnTo>
                    <a:pt x="2104865" y="3714857"/>
                  </a:lnTo>
                  <a:lnTo>
                    <a:pt x="2201696" y="3689451"/>
                  </a:lnTo>
                  <a:lnTo>
                    <a:pt x="2293798" y="3661159"/>
                  </a:lnTo>
                  <a:lnTo>
                    <a:pt x="2380017" y="3629871"/>
                  </a:lnTo>
                  <a:lnTo>
                    <a:pt x="2459842" y="3595377"/>
                  </a:lnTo>
                  <a:lnTo>
                    <a:pt x="2533253" y="3557365"/>
                  </a:lnTo>
                  <a:lnTo>
                    <a:pt x="2600578" y="3515423"/>
                  </a:lnTo>
                  <a:lnTo>
                    <a:pt x="2662364" y="3469052"/>
                  </a:lnTo>
                  <a:lnTo>
                    <a:pt x="2719290" y="3417685"/>
                  </a:lnTo>
                  <a:lnTo>
                    <a:pt x="2772091" y="3360726"/>
                  </a:lnTo>
                  <a:lnTo>
                    <a:pt x="2821511" y="3297607"/>
                  </a:lnTo>
                  <a:lnTo>
                    <a:pt x="2868254" y="3227896"/>
                  </a:lnTo>
                  <a:lnTo>
                    <a:pt x="2896531" y="3180658"/>
                  </a:lnTo>
                  <a:lnTo>
                    <a:pt x="2929808" y="3120063"/>
                  </a:lnTo>
                  <a:lnTo>
                    <a:pt x="2962319" y="3055532"/>
                  </a:lnTo>
                  <a:lnTo>
                    <a:pt x="2994250" y="2986984"/>
                  </a:lnTo>
                  <a:lnTo>
                    <a:pt x="3025753" y="2914390"/>
                  </a:lnTo>
                  <a:lnTo>
                    <a:pt x="3056954" y="2837770"/>
                  </a:lnTo>
                  <a:lnTo>
                    <a:pt x="3087954" y="2757207"/>
                  </a:lnTo>
                  <a:lnTo>
                    <a:pt x="3118835" y="2672844"/>
                  </a:lnTo>
                  <a:lnTo>
                    <a:pt x="3149658" y="2584890"/>
                  </a:lnTo>
                  <a:lnTo>
                    <a:pt x="3180468" y="2493619"/>
                  </a:lnTo>
                  <a:lnTo>
                    <a:pt x="3211296" y="2399370"/>
                  </a:lnTo>
                  <a:lnTo>
                    <a:pt x="3242160" y="2302542"/>
                  </a:lnTo>
                  <a:lnTo>
                    <a:pt x="3273065" y="2203589"/>
                  </a:lnTo>
                  <a:lnTo>
                    <a:pt x="3304008" y="2103012"/>
                  </a:lnTo>
                  <a:lnTo>
                    <a:pt x="3334981" y="2001349"/>
                  </a:lnTo>
                  <a:lnTo>
                    <a:pt x="3365969" y="1899164"/>
                  </a:lnTo>
                  <a:lnTo>
                    <a:pt x="3396955" y="1797030"/>
                  </a:lnTo>
                  <a:lnTo>
                    <a:pt x="3427923" y="1695523"/>
                  </a:lnTo>
                  <a:lnTo>
                    <a:pt x="3458860" y="1595200"/>
                  </a:lnTo>
                  <a:lnTo>
                    <a:pt x="3489758" y="1496595"/>
                  </a:lnTo>
                  <a:lnTo>
                    <a:pt x="3520614" y="1400201"/>
                  </a:lnTo>
                  <a:lnTo>
                    <a:pt x="3551437" y="1306461"/>
                  </a:lnTo>
                  <a:lnTo>
                    <a:pt x="3582247" y="1215766"/>
                  </a:lnTo>
                  <a:lnTo>
                    <a:pt x="3613077" y="1128442"/>
                  </a:lnTo>
                  <a:lnTo>
                    <a:pt x="3643974" y="1044751"/>
                  </a:lnTo>
                  <a:lnTo>
                    <a:pt x="3675004" y="964891"/>
                  </a:lnTo>
                  <a:lnTo>
                    <a:pt x="3706251" y="888994"/>
                  </a:lnTo>
                  <a:lnTo>
                    <a:pt x="3737821" y="817130"/>
                  </a:lnTo>
                  <a:lnTo>
                    <a:pt x="3769845" y="749312"/>
                  </a:lnTo>
                  <a:lnTo>
                    <a:pt x="3802480" y="685498"/>
                  </a:lnTo>
                  <a:lnTo>
                    <a:pt x="3829811" y="636131"/>
                  </a:lnTo>
                  <a:lnTo>
                    <a:pt x="3875200" y="562181"/>
                  </a:lnTo>
                  <a:lnTo>
                    <a:pt x="3922861" y="494958"/>
                  </a:lnTo>
                  <a:lnTo>
                    <a:pt x="3973452" y="434191"/>
                  </a:lnTo>
                  <a:lnTo>
                    <a:pt x="4027700" y="379380"/>
                  </a:lnTo>
                  <a:lnTo>
                    <a:pt x="4086349" y="329941"/>
                  </a:lnTo>
                  <a:lnTo>
                    <a:pt x="4150121" y="285280"/>
                  </a:lnTo>
                  <a:lnTo>
                    <a:pt x="4219655" y="244854"/>
                  </a:lnTo>
                  <a:lnTo>
                    <a:pt x="4295429" y="208193"/>
                  </a:lnTo>
                  <a:lnTo>
                    <a:pt x="4377656" y="174922"/>
                  </a:lnTo>
                  <a:lnTo>
                    <a:pt x="4466154" y="144767"/>
                  </a:lnTo>
                  <a:lnTo>
                    <a:pt x="4560189" y="117556"/>
                  </a:lnTo>
                  <a:lnTo>
                    <a:pt x="4658331" y="93214"/>
                  </a:lnTo>
                  <a:lnTo>
                    <a:pt x="4758351" y="71748"/>
                  </a:lnTo>
                  <a:lnTo>
                    <a:pt x="4857228" y="53211"/>
                  </a:lnTo>
                  <a:lnTo>
                    <a:pt x="4951318" y="37666"/>
                  </a:lnTo>
                  <a:lnTo>
                    <a:pt x="5036735" y="25129"/>
                  </a:lnTo>
                  <a:lnTo>
                    <a:pt x="5109898" y="15523"/>
                  </a:lnTo>
                  <a:lnTo>
                    <a:pt x="5168156" y="8641"/>
                  </a:lnTo>
                  <a:lnTo>
                    <a:pt x="5210320" y="4137"/>
                  </a:lnTo>
                  <a:lnTo>
                    <a:pt x="5236963" y="1554"/>
                  </a:lnTo>
                  <a:lnTo>
                    <a:pt x="5250437" y="363"/>
                  </a:lnTo>
                  <a:lnTo>
                    <a:pt x="5254681" y="20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175" y="96"/>
                  </a:lnTo>
                  <a:lnTo>
                    <a:pt x="6732682" y="780"/>
                  </a:lnTo>
                  <a:lnTo>
                    <a:pt x="6746687" y="2670"/>
                  </a:lnTo>
                  <a:lnTo>
                    <a:pt x="6772027" y="6397"/>
                  </a:lnTo>
                  <a:lnTo>
                    <a:pt x="6810409" y="12567"/>
                  </a:lnTo>
                  <a:lnTo>
                    <a:pt x="6862289" y="21710"/>
                  </a:lnTo>
                  <a:lnTo>
                    <a:pt x="6926878" y="34239"/>
                  </a:lnTo>
                  <a:lnTo>
                    <a:pt x="7002317" y="50422"/>
                  </a:lnTo>
                  <a:lnTo>
                    <a:pt x="7086000" y="70387"/>
                  </a:lnTo>
                  <a:lnTo>
                    <a:pt x="7174975" y="94145"/>
                  </a:lnTo>
                  <a:lnTo>
                    <a:pt x="7266318" y="121638"/>
                  </a:lnTo>
                  <a:lnTo>
                    <a:pt x="7357439" y="152792"/>
                  </a:lnTo>
                  <a:lnTo>
                    <a:pt x="7446252" y="187558"/>
                  </a:lnTo>
                  <a:lnTo>
                    <a:pt x="7531245" y="225955"/>
                  </a:lnTo>
                  <a:lnTo>
                    <a:pt x="7611449" y="268093"/>
                  </a:lnTo>
                  <a:lnTo>
                    <a:pt x="7686371" y="314185"/>
                  </a:lnTo>
                  <a:lnTo>
                    <a:pt x="7755889" y="364552"/>
                  </a:lnTo>
                  <a:lnTo>
                    <a:pt x="7820161" y="419625"/>
                  </a:lnTo>
                  <a:lnTo>
                    <a:pt x="7879532" y="479933"/>
                  </a:lnTo>
                  <a:lnTo>
                    <a:pt x="7934476" y="546088"/>
                  </a:lnTo>
                  <a:lnTo>
                    <a:pt x="7985530" y="618762"/>
                  </a:lnTo>
                  <a:lnTo>
                    <a:pt x="8033263" y="698646"/>
                  </a:lnTo>
                  <a:lnTo>
                    <a:pt x="8078242" y="786379"/>
                  </a:lnTo>
                  <a:lnTo>
                    <a:pt x="8121004" y="882445"/>
                  </a:lnTo>
                  <a:lnTo>
                    <a:pt x="8151487" y="958965"/>
                  </a:lnTo>
                  <a:lnTo>
                    <a:pt x="8179119" y="1034235"/>
                  </a:lnTo>
                  <a:lnTo>
                    <a:pt x="8206202" y="1113562"/>
                  </a:lnTo>
                  <a:lnTo>
                    <a:pt x="8232847" y="1197023"/>
                  </a:lnTo>
                  <a:lnTo>
                    <a:pt x="8259146" y="1284665"/>
                  </a:lnTo>
                  <a:lnTo>
                    <a:pt x="8285182" y="1376495"/>
                  </a:lnTo>
                  <a:lnTo>
                    <a:pt x="8311022" y="1472485"/>
                  </a:lnTo>
                  <a:lnTo>
                    <a:pt x="8336722" y="1572562"/>
                  </a:lnTo>
                  <a:lnTo>
                    <a:pt x="8362331" y="1676607"/>
                  </a:lnTo>
                  <a:lnTo>
                    <a:pt x="8387886" y="1784460"/>
                  </a:lnTo>
                  <a:lnTo>
                    <a:pt x="8413417" y="1895909"/>
                  </a:lnTo>
                  <a:lnTo>
                    <a:pt x="8438947" y="2010699"/>
                  </a:lnTo>
                  <a:lnTo>
                    <a:pt x="8464491" y="2128529"/>
                  </a:lnTo>
                  <a:lnTo>
                    <a:pt x="8490059" y="2249054"/>
                  </a:lnTo>
                  <a:lnTo>
                    <a:pt x="8515655" y="2371892"/>
                  </a:lnTo>
                  <a:lnTo>
                    <a:pt x="8541279" y="2496625"/>
                  </a:lnTo>
                  <a:lnTo>
                    <a:pt x="8566928" y="2622804"/>
                  </a:lnTo>
                  <a:lnTo>
                    <a:pt x="8592594" y="2749960"/>
                  </a:lnTo>
                  <a:lnTo>
                    <a:pt x="8618270" y="2877606"/>
                  </a:lnTo>
                  <a:lnTo>
                    <a:pt x="8643945" y="3005250"/>
                  </a:lnTo>
                  <a:lnTo>
                    <a:pt x="8669611" y="3132398"/>
                  </a:lnTo>
                  <a:lnTo>
                    <a:pt x="8695260" y="3258563"/>
                  </a:lnTo>
                  <a:lnTo>
                    <a:pt x="8720884" y="3383277"/>
                  </a:lnTo>
                  <a:lnTo>
                    <a:pt x="8746480" y="3506092"/>
                  </a:lnTo>
                  <a:lnTo>
                    <a:pt x="8772047" y="3626589"/>
                  </a:lnTo>
                  <a:lnTo>
                    <a:pt x="8797591" y="3744387"/>
                  </a:lnTo>
                  <a:lnTo>
                    <a:pt x="8823121" y="3859142"/>
                  </a:lnTo>
                  <a:lnTo>
                    <a:pt x="8848652" y="3970552"/>
                  </a:lnTo>
                  <a:lnTo>
                    <a:pt x="8874207" y="4078363"/>
                  </a:lnTo>
                  <a:lnTo>
                    <a:pt x="8899817" y="4182365"/>
                  </a:lnTo>
                  <a:lnTo>
                    <a:pt x="8925519" y="4282396"/>
                  </a:lnTo>
                  <a:lnTo>
                    <a:pt x="8951360" y="4378340"/>
                  </a:lnTo>
                  <a:lnTo>
                    <a:pt x="8977398" y="4470125"/>
                  </a:lnTo>
                  <a:lnTo>
                    <a:pt x="9003701" y="4557719"/>
                  </a:lnTo>
                  <a:lnTo>
                    <a:pt x="9030350" y="4641134"/>
                  </a:lnTo>
                  <a:lnTo>
                    <a:pt x="9057439" y="4720415"/>
                  </a:lnTo>
                  <a:lnTo>
                    <a:pt x="9084767" y="4794825"/>
                  </a:lnTo>
                  <a:lnTo>
                    <a:pt x="9126202" y="4897188"/>
                  </a:lnTo>
                  <a:lnTo>
                    <a:pt x="9169493" y="4991051"/>
                  </a:lnTo>
                  <a:lnTo>
                    <a:pt x="9215136" y="5076684"/>
                  </a:lnTo>
                  <a:lnTo>
                    <a:pt x="9263679" y="5154624"/>
                  </a:lnTo>
                  <a:lnTo>
                    <a:pt x="9315692" y="5225534"/>
                  </a:lnTo>
                  <a:lnTo>
                    <a:pt x="9371739" y="5290103"/>
                  </a:lnTo>
                  <a:lnTo>
                    <a:pt x="9432346" y="5348991"/>
                  </a:lnTo>
                  <a:lnTo>
                    <a:pt x="9497956" y="5402791"/>
                  </a:lnTo>
                  <a:lnTo>
                    <a:pt x="9568877" y="5452008"/>
                  </a:lnTo>
                  <a:lnTo>
                    <a:pt x="9645200" y="5497043"/>
                  </a:lnTo>
                  <a:lnTo>
                    <a:pt x="9726717" y="5538191"/>
                  </a:lnTo>
                  <a:lnTo>
                    <a:pt x="9812819" y="5575636"/>
                  </a:lnTo>
                  <a:lnTo>
                    <a:pt x="9902402" y="5609462"/>
                  </a:lnTo>
                  <a:lnTo>
                    <a:pt x="9993804" y="5639668"/>
                  </a:lnTo>
                  <a:lnTo>
                    <a:pt x="10084797" y="5666196"/>
                  </a:lnTo>
                  <a:lnTo>
                    <a:pt x="10172682" y="5688970"/>
                  </a:lnTo>
                  <a:lnTo>
                    <a:pt x="10254496" y="5707944"/>
                  </a:lnTo>
                  <a:lnTo>
                    <a:pt x="10327336" y="5723158"/>
                  </a:lnTo>
                  <a:lnTo>
                    <a:pt x="10388755" y="5734774"/>
                  </a:lnTo>
                  <a:lnTo>
                    <a:pt x="10437146" y="5743097"/>
                  </a:lnTo>
                  <a:lnTo>
                    <a:pt x="10472036" y="5748575"/>
                  </a:lnTo>
                  <a:lnTo>
                    <a:pt x="10494210" y="5751763"/>
                  </a:lnTo>
                  <a:lnTo>
                    <a:pt x="10505686" y="5753279"/>
                  </a:lnTo>
                  <a:lnTo>
                    <a:pt x="10509570" y="5753752"/>
                  </a:lnTo>
                  <a:lnTo>
                    <a:pt x="10509911" y="5753790"/>
                  </a:lnTo>
                  <a:lnTo>
                    <a:pt x="11981298" y="575379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60" name="pl1360"/>
            <p:cNvSpPr/>
            <p:nvPr/>
          </p:nvSpPr>
          <p:spPr>
            <a:xfrm>
              <a:off x="4799595" y="5077846"/>
              <a:ext cx="11981298" cy="5753790"/>
            </a:xfrm>
            <a:custGeom>
              <a:avLst/>
              <a:pathLst>
                <a:path w="11981298" h="5753790">
                  <a:moveTo>
                    <a:pt x="11981298" y="5753790"/>
                  </a:moveTo>
                  <a:lnTo>
                    <a:pt x="10509911" y="5753790"/>
                  </a:lnTo>
                  <a:lnTo>
                    <a:pt x="10509078" y="5753694"/>
                  </a:lnTo>
                  <a:lnTo>
                    <a:pt x="10503571" y="5753010"/>
                  </a:lnTo>
                  <a:lnTo>
                    <a:pt x="10489566" y="5751120"/>
                  </a:lnTo>
                  <a:lnTo>
                    <a:pt x="10464227" y="5747393"/>
                  </a:lnTo>
                  <a:lnTo>
                    <a:pt x="10425844" y="5741223"/>
                  </a:lnTo>
                  <a:lnTo>
                    <a:pt x="10373964" y="5732080"/>
                  </a:lnTo>
                  <a:lnTo>
                    <a:pt x="10309375" y="5719551"/>
                  </a:lnTo>
                  <a:lnTo>
                    <a:pt x="10233937" y="5703368"/>
                  </a:lnTo>
                  <a:lnTo>
                    <a:pt x="10150253" y="5683403"/>
                  </a:lnTo>
                  <a:lnTo>
                    <a:pt x="10061279" y="5659645"/>
                  </a:lnTo>
                  <a:lnTo>
                    <a:pt x="9969935" y="5632151"/>
                  </a:lnTo>
                  <a:lnTo>
                    <a:pt x="9878815" y="5600998"/>
                  </a:lnTo>
                  <a:lnTo>
                    <a:pt x="9790001" y="5566232"/>
                  </a:lnTo>
                  <a:lnTo>
                    <a:pt x="9705009" y="5527835"/>
                  </a:lnTo>
                  <a:lnTo>
                    <a:pt x="9624804" y="5485697"/>
                  </a:lnTo>
                  <a:lnTo>
                    <a:pt x="9549882" y="5439605"/>
                  </a:lnTo>
                  <a:lnTo>
                    <a:pt x="9480364" y="5389238"/>
                  </a:lnTo>
                  <a:lnTo>
                    <a:pt x="9416093" y="5334164"/>
                  </a:lnTo>
                  <a:lnTo>
                    <a:pt x="9356721" y="5273857"/>
                  </a:lnTo>
                  <a:lnTo>
                    <a:pt x="9301778" y="5207702"/>
                  </a:lnTo>
                  <a:lnTo>
                    <a:pt x="9250724" y="5135027"/>
                  </a:lnTo>
                  <a:lnTo>
                    <a:pt x="9202990" y="5055144"/>
                  </a:lnTo>
                  <a:lnTo>
                    <a:pt x="9158011" y="4967411"/>
                  </a:lnTo>
                  <a:lnTo>
                    <a:pt x="9115249" y="4871345"/>
                  </a:lnTo>
                  <a:lnTo>
                    <a:pt x="9084767" y="4794825"/>
                  </a:lnTo>
                  <a:lnTo>
                    <a:pt x="9057135" y="4719554"/>
                  </a:lnTo>
                  <a:lnTo>
                    <a:pt x="9030051" y="4640228"/>
                  </a:lnTo>
                  <a:lnTo>
                    <a:pt x="9003407" y="4556767"/>
                  </a:lnTo>
                  <a:lnTo>
                    <a:pt x="8977107" y="4469125"/>
                  </a:lnTo>
                  <a:lnTo>
                    <a:pt x="8951071" y="4377294"/>
                  </a:lnTo>
                  <a:lnTo>
                    <a:pt x="8925232" y="4281304"/>
                  </a:lnTo>
                  <a:lnTo>
                    <a:pt x="8899531" y="4181228"/>
                  </a:lnTo>
                  <a:lnTo>
                    <a:pt x="8873923" y="4077182"/>
                  </a:lnTo>
                  <a:lnTo>
                    <a:pt x="8848368" y="3969330"/>
                  </a:lnTo>
                  <a:lnTo>
                    <a:pt x="8822836" y="3857881"/>
                  </a:lnTo>
                  <a:lnTo>
                    <a:pt x="8797307" y="3743091"/>
                  </a:lnTo>
                  <a:lnTo>
                    <a:pt x="8771763" y="3625261"/>
                  </a:lnTo>
                  <a:lnTo>
                    <a:pt x="8746195" y="3504735"/>
                  </a:lnTo>
                  <a:lnTo>
                    <a:pt x="8720599" y="3381897"/>
                  </a:lnTo>
                  <a:lnTo>
                    <a:pt x="8694974" y="3257165"/>
                  </a:lnTo>
                  <a:lnTo>
                    <a:pt x="8669326" y="3130986"/>
                  </a:lnTo>
                  <a:lnTo>
                    <a:pt x="8643659" y="3003830"/>
                  </a:lnTo>
                  <a:lnTo>
                    <a:pt x="8617984" y="2876183"/>
                  </a:lnTo>
                  <a:lnTo>
                    <a:pt x="8592308" y="2748540"/>
                  </a:lnTo>
                  <a:lnTo>
                    <a:pt x="8566642" y="2621392"/>
                  </a:lnTo>
                  <a:lnTo>
                    <a:pt x="8540993" y="2495226"/>
                  </a:lnTo>
                  <a:lnTo>
                    <a:pt x="8515369" y="2370513"/>
                  </a:lnTo>
                  <a:lnTo>
                    <a:pt x="8489774" y="2247698"/>
                  </a:lnTo>
                  <a:lnTo>
                    <a:pt x="8464206" y="2127201"/>
                  </a:lnTo>
                  <a:lnTo>
                    <a:pt x="8438662" y="2009403"/>
                  </a:lnTo>
                  <a:lnTo>
                    <a:pt x="8413132" y="1894648"/>
                  </a:lnTo>
                  <a:lnTo>
                    <a:pt x="8387601" y="1783238"/>
                  </a:lnTo>
                  <a:lnTo>
                    <a:pt x="8362046" y="1675427"/>
                  </a:lnTo>
                  <a:lnTo>
                    <a:pt x="8336436" y="1571425"/>
                  </a:lnTo>
                  <a:lnTo>
                    <a:pt x="8310735" y="1471393"/>
                  </a:lnTo>
                  <a:lnTo>
                    <a:pt x="8284893" y="1375449"/>
                  </a:lnTo>
                  <a:lnTo>
                    <a:pt x="8258855" y="1283665"/>
                  </a:lnTo>
                  <a:lnTo>
                    <a:pt x="8232552" y="1196070"/>
                  </a:lnTo>
                  <a:lnTo>
                    <a:pt x="8205903" y="1112656"/>
                  </a:lnTo>
                  <a:lnTo>
                    <a:pt x="8178814" y="1033375"/>
                  </a:lnTo>
                  <a:lnTo>
                    <a:pt x="8151487" y="958965"/>
                  </a:lnTo>
                  <a:lnTo>
                    <a:pt x="8110051" y="856602"/>
                  </a:lnTo>
                  <a:lnTo>
                    <a:pt x="8066760" y="762739"/>
                  </a:lnTo>
                  <a:lnTo>
                    <a:pt x="8021117" y="677106"/>
                  </a:lnTo>
                  <a:lnTo>
                    <a:pt x="7972574" y="599165"/>
                  </a:lnTo>
                  <a:lnTo>
                    <a:pt x="7920561" y="528256"/>
                  </a:lnTo>
                  <a:lnTo>
                    <a:pt x="7864514" y="463687"/>
                  </a:lnTo>
                  <a:lnTo>
                    <a:pt x="7803908" y="404799"/>
                  </a:lnTo>
                  <a:lnTo>
                    <a:pt x="7738297" y="350998"/>
                  </a:lnTo>
                  <a:lnTo>
                    <a:pt x="7667377" y="301782"/>
                  </a:lnTo>
                  <a:lnTo>
                    <a:pt x="7591054" y="256747"/>
                  </a:lnTo>
                  <a:lnTo>
                    <a:pt x="7509537" y="215599"/>
                  </a:lnTo>
                  <a:lnTo>
                    <a:pt x="7423435" y="178154"/>
                  </a:lnTo>
                  <a:lnTo>
                    <a:pt x="7333851" y="144328"/>
                  </a:lnTo>
                  <a:lnTo>
                    <a:pt x="7242449" y="114122"/>
                  </a:lnTo>
                  <a:lnTo>
                    <a:pt x="7151456" y="87594"/>
                  </a:lnTo>
                  <a:lnTo>
                    <a:pt x="7063571" y="64820"/>
                  </a:lnTo>
                  <a:lnTo>
                    <a:pt x="6981757" y="45845"/>
                  </a:lnTo>
                  <a:lnTo>
                    <a:pt x="6908917" y="30631"/>
                  </a:lnTo>
                  <a:lnTo>
                    <a:pt x="6847498" y="19016"/>
                  </a:lnTo>
                  <a:lnTo>
                    <a:pt x="6799107" y="10693"/>
                  </a:lnTo>
                  <a:lnTo>
                    <a:pt x="6764218" y="5215"/>
                  </a:lnTo>
                  <a:lnTo>
                    <a:pt x="6742043" y="2026"/>
                  </a:lnTo>
                  <a:lnTo>
                    <a:pt x="6730568" y="511"/>
                  </a:lnTo>
                  <a:lnTo>
                    <a:pt x="6726684" y="38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872" y="83"/>
                  </a:lnTo>
                  <a:lnTo>
                    <a:pt x="5246746" y="678"/>
                  </a:lnTo>
                  <a:lnTo>
                    <a:pt x="5228756" y="2322"/>
                  </a:lnTo>
                  <a:lnTo>
                    <a:pt x="5196523" y="5561"/>
                  </a:lnTo>
                  <a:lnTo>
                    <a:pt x="5148344" y="10901"/>
                  </a:lnTo>
                  <a:lnTo>
                    <a:pt x="5084317" y="18764"/>
                  </a:lnTo>
                  <a:lnTo>
                    <a:pt x="5006224" y="29442"/>
                  </a:lnTo>
                  <a:lnTo>
                    <a:pt x="4917133" y="43095"/>
                  </a:lnTo>
                  <a:lnTo>
                    <a:pt x="4820811" y="59758"/>
                  </a:lnTo>
                  <a:lnTo>
                    <a:pt x="4721111" y="79392"/>
                  </a:lnTo>
                  <a:lnTo>
                    <a:pt x="4621477" y="101933"/>
                  </a:lnTo>
                  <a:lnTo>
                    <a:pt x="4524646" y="127338"/>
                  </a:lnTo>
                  <a:lnTo>
                    <a:pt x="4432544" y="155630"/>
                  </a:lnTo>
                  <a:lnTo>
                    <a:pt x="4346325" y="186919"/>
                  </a:lnTo>
                  <a:lnTo>
                    <a:pt x="4266500" y="221412"/>
                  </a:lnTo>
                  <a:lnTo>
                    <a:pt x="4193089" y="259424"/>
                  </a:lnTo>
                  <a:lnTo>
                    <a:pt x="4125764" y="301366"/>
                  </a:lnTo>
                  <a:lnTo>
                    <a:pt x="4063978" y="347737"/>
                  </a:lnTo>
                  <a:lnTo>
                    <a:pt x="4007052" y="399104"/>
                  </a:lnTo>
                  <a:lnTo>
                    <a:pt x="3954251" y="456064"/>
                  </a:lnTo>
                  <a:lnTo>
                    <a:pt x="3904831" y="519182"/>
                  </a:lnTo>
                  <a:lnTo>
                    <a:pt x="3858088" y="588893"/>
                  </a:lnTo>
                  <a:lnTo>
                    <a:pt x="3829811" y="636131"/>
                  </a:lnTo>
                  <a:lnTo>
                    <a:pt x="3796535" y="696726"/>
                  </a:lnTo>
                  <a:lnTo>
                    <a:pt x="3764023" y="761258"/>
                  </a:lnTo>
                  <a:lnTo>
                    <a:pt x="3732092" y="829805"/>
                  </a:lnTo>
                  <a:lnTo>
                    <a:pt x="3700589" y="902399"/>
                  </a:lnTo>
                  <a:lnTo>
                    <a:pt x="3669388" y="979019"/>
                  </a:lnTo>
                  <a:lnTo>
                    <a:pt x="3638388" y="1059582"/>
                  </a:lnTo>
                  <a:lnTo>
                    <a:pt x="3607507" y="1143946"/>
                  </a:lnTo>
                  <a:lnTo>
                    <a:pt x="3576685" y="1231900"/>
                  </a:lnTo>
                  <a:lnTo>
                    <a:pt x="3545874" y="1323171"/>
                  </a:lnTo>
                  <a:lnTo>
                    <a:pt x="3515046" y="1417420"/>
                  </a:lnTo>
                  <a:lnTo>
                    <a:pt x="3484182" y="1514248"/>
                  </a:lnTo>
                  <a:lnTo>
                    <a:pt x="3453277" y="1613201"/>
                  </a:lnTo>
                  <a:lnTo>
                    <a:pt x="3422334" y="1713777"/>
                  </a:lnTo>
                  <a:lnTo>
                    <a:pt x="3391361" y="1815440"/>
                  </a:lnTo>
                  <a:lnTo>
                    <a:pt x="3360374" y="1917625"/>
                  </a:lnTo>
                  <a:lnTo>
                    <a:pt x="3329388" y="2019759"/>
                  </a:lnTo>
                  <a:lnTo>
                    <a:pt x="3298419" y="2121267"/>
                  </a:lnTo>
                  <a:lnTo>
                    <a:pt x="3267482" y="2221589"/>
                  </a:lnTo>
                  <a:lnTo>
                    <a:pt x="3236585" y="2320194"/>
                  </a:lnTo>
                  <a:lnTo>
                    <a:pt x="3205728" y="2416589"/>
                  </a:lnTo>
                  <a:lnTo>
                    <a:pt x="3174905" y="2510328"/>
                  </a:lnTo>
                  <a:lnTo>
                    <a:pt x="3144095" y="2601023"/>
                  </a:lnTo>
                  <a:lnTo>
                    <a:pt x="3113265" y="2688347"/>
                  </a:lnTo>
                  <a:lnTo>
                    <a:pt x="3082368" y="2772038"/>
                  </a:lnTo>
                  <a:lnTo>
                    <a:pt x="3051338" y="2851898"/>
                  </a:lnTo>
                  <a:lnTo>
                    <a:pt x="3020091" y="2927795"/>
                  </a:lnTo>
                  <a:lnTo>
                    <a:pt x="2988521" y="2999659"/>
                  </a:lnTo>
                  <a:lnTo>
                    <a:pt x="2956497" y="3067478"/>
                  </a:lnTo>
                  <a:lnTo>
                    <a:pt x="2923862" y="3131291"/>
                  </a:lnTo>
                  <a:lnTo>
                    <a:pt x="2896531" y="3180658"/>
                  </a:lnTo>
                  <a:lnTo>
                    <a:pt x="2851142" y="3254608"/>
                  </a:lnTo>
                  <a:lnTo>
                    <a:pt x="2803482" y="3321831"/>
                  </a:lnTo>
                  <a:lnTo>
                    <a:pt x="2752890" y="3382599"/>
                  </a:lnTo>
                  <a:lnTo>
                    <a:pt x="2698642" y="3437409"/>
                  </a:lnTo>
                  <a:lnTo>
                    <a:pt x="2639993" y="3486849"/>
                  </a:lnTo>
                  <a:lnTo>
                    <a:pt x="2576221" y="3531509"/>
                  </a:lnTo>
                  <a:lnTo>
                    <a:pt x="2506687" y="3571936"/>
                  </a:lnTo>
                  <a:lnTo>
                    <a:pt x="2430914" y="3608596"/>
                  </a:lnTo>
                  <a:lnTo>
                    <a:pt x="2348686" y="3641867"/>
                  </a:lnTo>
                  <a:lnTo>
                    <a:pt x="2260188" y="3672022"/>
                  </a:lnTo>
                  <a:lnTo>
                    <a:pt x="2166153" y="3699233"/>
                  </a:lnTo>
                  <a:lnTo>
                    <a:pt x="2068011" y="3723575"/>
                  </a:lnTo>
                  <a:lnTo>
                    <a:pt x="1967991" y="3745041"/>
                  </a:lnTo>
                  <a:lnTo>
                    <a:pt x="1869115" y="3763578"/>
                  </a:lnTo>
                  <a:lnTo>
                    <a:pt x="1775024" y="3779123"/>
                  </a:lnTo>
                  <a:lnTo>
                    <a:pt x="1689607" y="3791660"/>
                  </a:lnTo>
                  <a:lnTo>
                    <a:pt x="1616444" y="3801266"/>
                  </a:lnTo>
                  <a:lnTo>
                    <a:pt x="1558186" y="3808148"/>
                  </a:lnTo>
                  <a:lnTo>
                    <a:pt x="1516022" y="3812652"/>
                  </a:lnTo>
                  <a:lnTo>
                    <a:pt x="1489379" y="3815236"/>
                  </a:lnTo>
                  <a:lnTo>
                    <a:pt x="1475905" y="3816426"/>
                  </a:lnTo>
                  <a:lnTo>
                    <a:pt x="1471661" y="3816769"/>
                  </a:lnTo>
                  <a:lnTo>
                    <a:pt x="1471387" y="3816790"/>
                  </a:lnTo>
                  <a:lnTo>
                    <a:pt x="0" y="381679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61" name="pg1361"/>
            <p:cNvSpPr/>
            <p:nvPr/>
          </p:nvSpPr>
          <p:spPr>
            <a:xfrm>
              <a:off x="4799595" y="9229729"/>
              <a:ext cx="11981298" cy="1650945"/>
            </a:xfrm>
            <a:custGeom>
              <a:avLst/>
              <a:pathLst>
                <a:path w="11981298" h="1650945">
                  <a:moveTo>
                    <a:pt x="0" y="8172"/>
                  </a:moveTo>
                  <a:lnTo>
                    <a:pt x="1471387" y="8172"/>
                  </a:lnTo>
                  <a:lnTo>
                    <a:pt x="1472592" y="8213"/>
                  </a:lnTo>
                  <a:lnTo>
                    <a:pt x="1480505" y="8499"/>
                  </a:lnTo>
                  <a:lnTo>
                    <a:pt x="1500418" y="9289"/>
                  </a:lnTo>
                  <a:lnTo>
                    <a:pt x="1535931" y="10845"/>
                  </a:lnTo>
                  <a:lnTo>
                    <a:pt x="1588689" y="13405"/>
                  </a:lnTo>
                  <a:lnTo>
                    <a:pt x="1658252" y="17162"/>
                  </a:lnTo>
                  <a:lnTo>
                    <a:pt x="1742300" y="22244"/>
                  </a:lnTo>
                  <a:lnTo>
                    <a:pt x="1837166" y="28711"/>
                  </a:lnTo>
                  <a:lnTo>
                    <a:pt x="1938565" y="36569"/>
                  </a:lnTo>
                  <a:lnTo>
                    <a:pt x="2042296" y="45792"/>
                  </a:lnTo>
                  <a:lnTo>
                    <a:pt x="2144773" y="56351"/>
                  </a:lnTo>
                  <a:lnTo>
                    <a:pt x="2243292" y="68236"/>
                  </a:lnTo>
                  <a:lnTo>
                    <a:pt x="2336083" y="81474"/>
                  </a:lnTo>
                  <a:lnTo>
                    <a:pt x="2422209" y="96141"/>
                  </a:lnTo>
                  <a:lnTo>
                    <a:pt x="2501396" y="112360"/>
                  </a:lnTo>
                  <a:lnTo>
                    <a:pt x="2573845" y="130309"/>
                  </a:lnTo>
                  <a:lnTo>
                    <a:pt x="2640078" y="150210"/>
                  </a:lnTo>
                  <a:lnTo>
                    <a:pt x="2700803" y="172323"/>
                  </a:lnTo>
                  <a:lnTo>
                    <a:pt x="2756825" y="196932"/>
                  </a:lnTo>
                  <a:lnTo>
                    <a:pt x="2808976" y="224319"/>
                  </a:lnTo>
                  <a:lnTo>
                    <a:pt x="2858057" y="254713"/>
                  </a:lnTo>
                  <a:lnTo>
                    <a:pt x="2896531" y="281968"/>
                  </a:lnTo>
                  <a:lnTo>
                    <a:pt x="2941995" y="318193"/>
                  </a:lnTo>
                  <a:lnTo>
                    <a:pt x="2986150" y="357634"/>
                  </a:lnTo>
                  <a:lnTo>
                    <a:pt x="3029426" y="400351"/>
                  </a:lnTo>
                  <a:lnTo>
                    <a:pt x="3072155" y="446322"/>
                  </a:lnTo>
                  <a:lnTo>
                    <a:pt x="3114583" y="495436"/>
                  </a:lnTo>
                  <a:lnTo>
                    <a:pt x="3156886" y="547484"/>
                  </a:lnTo>
                  <a:lnTo>
                    <a:pt x="3199179" y="602157"/>
                  </a:lnTo>
                  <a:lnTo>
                    <a:pt x="3241526" y="659050"/>
                  </a:lnTo>
                  <a:lnTo>
                    <a:pt x="3283950" y="717671"/>
                  </a:lnTo>
                  <a:lnTo>
                    <a:pt x="3326441" y="777456"/>
                  </a:lnTo>
                  <a:lnTo>
                    <a:pt x="3368968" y="837791"/>
                  </a:lnTo>
                  <a:lnTo>
                    <a:pt x="3411489" y="898039"/>
                  </a:lnTo>
                  <a:lnTo>
                    <a:pt x="3453964" y="957566"/>
                  </a:lnTo>
                  <a:lnTo>
                    <a:pt x="3496367" y="1015769"/>
                  </a:lnTo>
                  <a:lnTo>
                    <a:pt x="3538696" y="1072103"/>
                  </a:lnTo>
                  <a:lnTo>
                    <a:pt x="3580983" y="1126097"/>
                  </a:lnTo>
                  <a:lnTo>
                    <a:pt x="3623306" y="1177371"/>
                  </a:lnTo>
                  <a:lnTo>
                    <a:pt x="3665795" y="1225645"/>
                  </a:lnTo>
                  <a:lnTo>
                    <a:pt x="3708646" y="1270736"/>
                  </a:lnTo>
                  <a:lnTo>
                    <a:pt x="3752126" y="1312559"/>
                  </a:lnTo>
                  <a:lnTo>
                    <a:pt x="3796590" y="1351114"/>
                  </a:lnTo>
                  <a:lnTo>
                    <a:pt x="3829811" y="1377150"/>
                  </a:lnTo>
                  <a:lnTo>
                    <a:pt x="3876921" y="1410101"/>
                  </a:lnTo>
                  <a:lnTo>
                    <a:pt x="3926498" y="1439942"/>
                  </a:lnTo>
                  <a:lnTo>
                    <a:pt x="3979285" y="1466809"/>
                  </a:lnTo>
                  <a:lnTo>
                    <a:pt x="4036092" y="1490949"/>
                  </a:lnTo>
                  <a:lnTo>
                    <a:pt x="4097750" y="1512643"/>
                  </a:lnTo>
                  <a:lnTo>
                    <a:pt x="4165052" y="1532174"/>
                  </a:lnTo>
                  <a:lnTo>
                    <a:pt x="4238683" y="1549797"/>
                  </a:lnTo>
                  <a:lnTo>
                    <a:pt x="4319114" y="1565725"/>
                  </a:lnTo>
                  <a:lnTo>
                    <a:pt x="4406477" y="1580127"/>
                  </a:lnTo>
                  <a:lnTo>
                    <a:pt x="4500389" y="1593118"/>
                  </a:lnTo>
                  <a:lnTo>
                    <a:pt x="4599777" y="1604764"/>
                  </a:lnTo>
                  <a:lnTo>
                    <a:pt x="4702706" y="1615084"/>
                  </a:lnTo>
                  <a:lnTo>
                    <a:pt x="4806305" y="1624064"/>
                  </a:lnTo>
                  <a:lnTo>
                    <a:pt x="4906849" y="1631673"/>
                  </a:lnTo>
                  <a:lnTo>
                    <a:pt x="5000078" y="1637889"/>
                  </a:lnTo>
                  <a:lnTo>
                    <a:pt x="5081760" y="1642727"/>
                  </a:lnTo>
                  <a:lnTo>
                    <a:pt x="5148422" y="1646257"/>
                  </a:lnTo>
                  <a:lnTo>
                    <a:pt x="5198051" y="1648620"/>
                  </a:lnTo>
                  <a:lnTo>
                    <a:pt x="5230577" y="1650020"/>
                  </a:lnTo>
                  <a:lnTo>
                    <a:pt x="5248013" y="1650700"/>
                  </a:lnTo>
                  <a:lnTo>
                    <a:pt x="5254284" y="1650923"/>
                  </a:lnTo>
                  <a:lnTo>
                    <a:pt x="5254955" y="1650945"/>
                  </a:lnTo>
                  <a:lnTo>
                    <a:pt x="6726343" y="1650945"/>
                  </a:lnTo>
                  <a:lnTo>
                    <a:pt x="6727566" y="1650919"/>
                  </a:lnTo>
                  <a:lnTo>
                    <a:pt x="6735598" y="1650729"/>
                  </a:lnTo>
                  <a:lnTo>
                    <a:pt x="6755799" y="1650206"/>
                  </a:lnTo>
                  <a:lnTo>
                    <a:pt x="6791804" y="1649176"/>
                  </a:lnTo>
                  <a:lnTo>
                    <a:pt x="6845243" y="1647482"/>
                  </a:lnTo>
                  <a:lnTo>
                    <a:pt x="6915621" y="1644997"/>
                  </a:lnTo>
                  <a:lnTo>
                    <a:pt x="7000535" y="1641637"/>
                  </a:lnTo>
                  <a:lnTo>
                    <a:pt x="7096229" y="1637365"/>
                  </a:lnTo>
                  <a:lnTo>
                    <a:pt x="7198340" y="1632177"/>
                  </a:lnTo>
                  <a:lnTo>
                    <a:pt x="7302624" y="1626092"/>
                  </a:lnTo>
                  <a:lnTo>
                    <a:pt x="7405475" y="1619127"/>
                  </a:lnTo>
                  <a:lnTo>
                    <a:pt x="7504202" y="1611289"/>
                  </a:lnTo>
                  <a:lnTo>
                    <a:pt x="7597060" y="1602557"/>
                  </a:lnTo>
                  <a:lnTo>
                    <a:pt x="7683147" y="1592880"/>
                  </a:lnTo>
                  <a:lnTo>
                    <a:pt x="7762223" y="1582174"/>
                  </a:lnTo>
                  <a:lnTo>
                    <a:pt x="7834524" y="1570318"/>
                  </a:lnTo>
                  <a:lnTo>
                    <a:pt x="7900596" y="1557164"/>
                  </a:lnTo>
                  <a:lnTo>
                    <a:pt x="7961174" y="1542536"/>
                  </a:lnTo>
                  <a:lnTo>
                    <a:pt x="8017077" y="1526247"/>
                  </a:lnTo>
                  <a:lnTo>
                    <a:pt x="8069151" y="1508112"/>
                  </a:lnTo>
                  <a:lnTo>
                    <a:pt x="8118204" y="1487985"/>
                  </a:lnTo>
                  <a:lnTo>
                    <a:pt x="8151487" y="1472501"/>
                  </a:lnTo>
                  <a:lnTo>
                    <a:pt x="8201713" y="1446252"/>
                  </a:lnTo>
                  <a:lnTo>
                    <a:pt x="8250396" y="1417428"/>
                  </a:lnTo>
                  <a:lnTo>
                    <a:pt x="8298098" y="1385989"/>
                  </a:lnTo>
                  <a:lnTo>
                    <a:pt x="8345234" y="1351975"/>
                  </a:lnTo>
                  <a:lnTo>
                    <a:pt x="8392102" y="1315515"/>
                  </a:lnTo>
                  <a:lnTo>
                    <a:pt x="8438899" y="1276836"/>
                  </a:lnTo>
                  <a:lnTo>
                    <a:pt x="8485739" y="1236261"/>
                  </a:lnTo>
                  <a:lnTo>
                    <a:pt x="8532671" y="1194203"/>
                  </a:lnTo>
                  <a:lnTo>
                    <a:pt x="8579687" y="1151148"/>
                  </a:lnTo>
                  <a:lnTo>
                    <a:pt x="8626749" y="1107634"/>
                  </a:lnTo>
                  <a:lnTo>
                    <a:pt x="8673800" y="1064223"/>
                  </a:lnTo>
                  <a:lnTo>
                    <a:pt x="8720788" y="1021473"/>
                  </a:lnTo>
                  <a:lnTo>
                    <a:pt x="8767684" y="979905"/>
                  </a:lnTo>
                  <a:lnTo>
                    <a:pt x="8814500" y="939982"/>
                  </a:lnTo>
                  <a:lnTo>
                    <a:pt x="8861305" y="902083"/>
                  </a:lnTo>
                  <a:lnTo>
                    <a:pt x="8908243" y="866498"/>
                  </a:lnTo>
                  <a:lnTo>
                    <a:pt x="8955547" y="833417"/>
                  </a:lnTo>
                  <a:lnTo>
                    <a:pt x="9003553" y="802936"/>
                  </a:lnTo>
                  <a:lnTo>
                    <a:pt x="9052728" y="775064"/>
                  </a:lnTo>
                  <a:lnTo>
                    <a:pt x="9084767" y="758726"/>
                  </a:lnTo>
                  <a:lnTo>
                    <a:pt x="9132127" y="737144"/>
                  </a:lnTo>
                  <a:lnTo>
                    <a:pt x="9181983" y="717611"/>
                  </a:lnTo>
                  <a:lnTo>
                    <a:pt x="9235091" y="700034"/>
                  </a:lnTo>
                  <a:lnTo>
                    <a:pt x="9292274" y="684250"/>
                  </a:lnTo>
                  <a:lnTo>
                    <a:pt x="9354376" y="670072"/>
                  </a:lnTo>
                  <a:lnTo>
                    <a:pt x="9422200" y="657315"/>
                  </a:lnTo>
                  <a:lnTo>
                    <a:pt x="9496437" y="645810"/>
                  </a:lnTo>
                  <a:lnTo>
                    <a:pt x="9577557" y="635415"/>
                  </a:lnTo>
                  <a:lnTo>
                    <a:pt x="9665675" y="626022"/>
                  </a:lnTo>
                  <a:lnTo>
                    <a:pt x="9760377" y="617556"/>
                  </a:lnTo>
                  <a:lnTo>
                    <a:pt x="9860531" y="609974"/>
                  </a:lnTo>
                  <a:lnTo>
                    <a:pt x="9964123" y="603265"/>
                  </a:lnTo>
                  <a:lnTo>
                    <a:pt x="10068180" y="597439"/>
                  </a:lnTo>
                  <a:lnTo>
                    <a:pt x="10168872" y="592518"/>
                  </a:lnTo>
                  <a:lnTo>
                    <a:pt x="10261852" y="588514"/>
                  </a:lnTo>
                  <a:lnTo>
                    <a:pt x="10342857" y="585416"/>
                  </a:lnTo>
                  <a:lnTo>
                    <a:pt x="10408453" y="583173"/>
                  </a:lnTo>
                  <a:lnTo>
                    <a:pt x="10456750" y="581688"/>
                  </a:lnTo>
                  <a:lnTo>
                    <a:pt x="10487871" y="580824"/>
                  </a:lnTo>
                  <a:lnTo>
                    <a:pt x="10504055" y="580416"/>
                  </a:lnTo>
                  <a:lnTo>
                    <a:pt x="10509470" y="580292"/>
                  </a:lnTo>
                  <a:lnTo>
                    <a:pt x="10509911" y="580282"/>
                  </a:lnTo>
                  <a:lnTo>
                    <a:pt x="11981298" y="580282"/>
                  </a:lnTo>
                  <a:lnTo>
                    <a:pt x="11981298" y="572109"/>
                  </a:lnTo>
                  <a:lnTo>
                    <a:pt x="10509911" y="572109"/>
                  </a:lnTo>
                  <a:lnTo>
                    <a:pt x="10508687" y="572136"/>
                  </a:lnTo>
                  <a:lnTo>
                    <a:pt x="10500655" y="572325"/>
                  </a:lnTo>
                  <a:lnTo>
                    <a:pt x="10480454" y="572849"/>
                  </a:lnTo>
                  <a:lnTo>
                    <a:pt x="10444449" y="573878"/>
                  </a:lnTo>
                  <a:lnTo>
                    <a:pt x="10391011" y="575573"/>
                  </a:lnTo>
                  <a:lnTo>
                    <a:pt x="10320632" y="578058"/>
                  </a:lnTo>
                  <a:lnTo>
                    <a:pt x="10235718" y="581417"/>
                  </a:lnTo>
                  <a:lnTo>
                    <a:pt x="10140025" y="585690"/>
                  </a:lnTo>
                  <a:lnTo>
                    <a:pt x="10037913" y="590877"/>
                  </a:lnTo>
                  <a:lnTo>
                    <a:pt x="9933629" y="596963"/>
                  </a:lnTo>
                  <a:lnTo>
                    <a:pt x="9830778" y="603928"/>
                  </a:lnTo>
                  <a:lnTo>
                    <a:pt x="9732052" y="611766"/>
                  </a:lnTo>
                  <a:lnTo>
                    <a:pt x="9639193" y="620498"/>
                  </a:lnTo>
                  <a:lnTo>
                    <a:pt x="9553106" y="630174"/>
                  </a:lnTo>
                  <a:lnTo>
                    <a:pt x="9474030" y="640881"/>
                  </a:lnTo>
                  <a:lnTo>
                    <a:pt x="9401730" y="652736"/>
                  </a:lnTo>
                  <a:lnTo>
                    <a:pt x="9335657" y="665891"/>
                  </a:lnTo>
                  <a:lnTo>
                    <a:pt x="9275080" y="680518"/>
                  </a:lnTo>
                  <a:lnTo>
                    <a:pt x="9219176" y="696807"/>
                  </a:lnTo>
                  <a:lnTo>
                    <a:pt x="9167102" y="714942"/>
                  </a:lnTo>
                  <a:lnTo>
                    <a:pt x="9118049" y="735070"/>
                  </a:lnTo>
                  <a:lnTo>
                    <a:pt x="9084767" y="750553"/>
                  </a:lnTo>
                  <a:lnTo>
                    <a:pt x="9034540" y="776803"/>
                  </a:lnTo>
                  <a:lnTo>
                    <a:pt x="8985857" y="805626"/>
                  </a:lnTo>
                  <a:lnTo>
                    <a:pt x="8938155" y="837065"/>
                  </a:lnTo>
                  <a:lnTo>
                    <a:pt x="8891019" y="871080"/>
                  </a:lnTo>
                  <a:lnTo>
                    <a:pt x="8844151" y="907540"/>
                  </a:lnTo>
                  <a:lnTo>
                    <a:pt x="8797354" y="946219"/>
                  </a:lnTo>
                  <a:lnTo>
                    <a:pt x="8750514" y="986793"/>
                  </a:lnTo>
                  <a:lnTo>
                    <a:pt x="8703583" y="1028851"/>
                  </a:lnTo>
                  <a:lnTo>
                    <a:pt x="8656566" y="1071907"/>
                  </a:lnTo>
                  <a:lnTo>
                    <a:pt x="8609505" y="1115421"/>
                  </a:lnTo>
                  <a:lnTo>
                    <a:pt x="8562454" y="1158832"/>
                  </a:lnTo>
                  <a:lnTo>
                    <a:pt x="8515465" y="1201582"/>
                  </a:lnTo>
                  <a:lnTo>
                    <a:pt x="8468569" y="1243149"/>
                  </a:lnTo>
                  <a:lnTo>
                    <a:pt x="8421753" y="1283073"/>
                  </a:lnTo>
                  <a:lnTo>
                    <a:pt x="8374948" y="1320971"/>
                  </a:lnTo>
                  <a:lnTo>
                    <a:pt x="8328010" y="1356556"/>
                  </a:lnTo>
                  <a:lnTo>
                    <a:pt x="8280707" y="1389638"/>
                  </a:lnTo>
                  <a:lnTo>
                    <a:pt x="8232700" y="1420118"/>
                  </a:lnTo>
                  <a:lnTo>
                    <a:pt x="8183525" y="1447990"/>
                  </a:lnTo>
                  <a:lnTo>
                    <a:pt x="8151487" y="1464328"/>
                  </a:lnTo>
                  <a:lnTo>
                    <a:pt x="8104127" y="1485910"/>
                  </a:lnTo>
                  <a:lnTo>
                    <a:pt x="8054270" y="1505444"/>
                  </a:lnTo>
                  <a:lnTo>
                    <a:pt x="8001162" y="1523021"/>
                  </a:lnTo>
                  <a:lnTo>
                    <a:pt x="7943979" y="1538805"/>
                  </a:lnTo>
                  <a:lnTo>
                    <a:pt x="7881877" y="1552982"/>
                  </a:lnTo>
                  <a:lnTo>
                    <a:pt x="7814053" y="1565740"/>
                  </a:lnTo>
                  <a:lnTo>
                    <a:pt x="7739816" y="1577245"/>
                  </a:lnTo>
                  <a:lnTo>
                    <a:pt x="7658696" y="1587639"/>
                  </a:lnTo>
                  <a:lnTo>
                    <a:pt x="7570578" y="1597032"/>
                  </a:lnTo>
                  <a:lnTo>
                    <a:pt x="7475876" y="1605499"/>
                  </a:lnTo>
                  <a:lnTo>
                    <a:pt x="7375722" y="1613081"/>
                  </a:lnTo>
                  <a:lnTo>
                    <a:pt x="7272130" y="1619790"/>
                  </a:lnTo>
                  <a:lnTo>
                    <a:pt x="7168073" y="1625615"/>
                  </a:lnTo>
                  <a:lnTo>
                    <a:pt x="7067381" y="1630537"/>
                  </a:lnTo>
                  <a:lnTo>
                    <a:pt x="6974401" y="1634540"/>
                  </a:lnTo>
                  <a:lnTo>
                    <a:pt x="6893396" y="1637638"/>
                  </a:lnTo>
                  <a:lnTo>
                    <a:pt x="6827800" y="1639881"/>
                  </a:lnTo>
                  <a:lnTo>
                    <a:pt x="6779503" y="1641366"/>
                  </a:lnTo>
                  <a:lnTo>
                    <a:pt x="6748383" y="1642231"/>
                  </a:lnTo>
                  <a:lnTo>
                    <a:pt x="6732199" y="1642638"/>
                  </a:lnTo>
                  <a:lnTo>
                    <a:pt x="6726783" y="1642763"/>
                  </a:lnTo>
                  <a:lnTo>
                    <a:pt x="6726343" y="1642772"/>
                  </a:lnTo>
                  <a:lnTo>
                    <a:pt x="5254955" y="1642772"/>
                  </a:lnTo>
                  <a:lnTo>
                    <a:pt x="5253750" y="1642732"/>
                  </a:lnTo>
                  <a:lnTo>
                    <a:pt x="5245837" y="1642446"/>
                  </a:lnTo>
                  <a:lnTo>
                    <a:pt x="5225925" y="1641656"/>
                  </a:lnTo>
                  <a:lnTo>
                    <a:pt x="5190411" y="1640100"/>
                  </a:lnTo>
                  <a:lnTo>
                    <a:pt x="5137653" y="1637540"/>
                  </a:lnTo>
                  <a:lnTo>
                    <a:pt x="5068090" y="1633783"/>
                  </a:lnTo>
                  <a:lnTo>
                    <a:pt x="4984042" y="1628701"/>
                  </a:lnTo>
                  <a:lnTo>
                    <a:pt x="4889176" y="1622234"/>
                  </a:lnTo>
                  <a:lnTo>
                    <a:pt x="4787777" y="1614376"/>
                  </a:lnTo>
                  <a:lnTo>
                    <a:pt x="4684046" y="1605153"/>
                  </a:lnTo>
                  <a:lnTo>
                    <a:pt x="4581569" y="1594594"/>
                  </a:lnTo>
                  <a:lnTo>
                    <a:pt x="4483051" y="1582709"/>
                  </a:lnTo>
                  <a:lnTo>
                    <a:pt x="4390260" y="1569470"/>
                  </a:lnTo>
                  <a:lnTo>
                    <a:pt x="4304133" y="1554804"/>
                  </a:lnTo>
                  <a:lnTo>
                    <a:pt x="4224946" y="1538584"/>
                  </a:lnTo>
                  <a:lnTo>
                    <a:pt x="4152497" y="1520636"/>
                  </a:lnTo>
                  <a:lnTo>
                    <a:pt x="4086264" y="1500735"/>
                  </a:lnTo>
                  <a:lnTo>
                    <a:pt x="4025539" y="1478622"/>
                  </a:lnTo>
                  <a:lnTo>
                    <a:pt x="3969517" y="1454012"/>
                  </a:lnTo>
                  <a:lnTo>
                    <a:pt x="3917366" y="1426626"/>
                  </a:lnTo>
                  <a:lnTo>
                    <a:pt x="3868285" y="1396231"/>
                  </a:lnTo>
                  <a:lnTo>
                    <a:pt x="3829811" y="1368977"/>
                  </a:lnTo>
                  <a:lnTo>
                    <a:pt x="3784347" y="1332752"/>
                  </a:lnTo>
                  <a:lnTo>
                    <a:pt x="3740193" y="1293311"/>
                  </a:lnTo>
                  <a:lnTo>
                    <a:pt x="3696916" y="1250594"/>
                  </a:lnTo>
                  <a:lnTo>
                    <a:pt x="3654187" y="1204623"/>
                  </a:lnTo>
                  <a:lnTo>
                    <a:pt x="3611759" y="1155509"/>
                  </a:lnTo>
                  <a:lnTo>
                    <a:pt x="3569456" y="1103461"/>
                  </a:lnTo>
                  <a:lnTo>
                    <a:pt x="3527163" y="1048788"/>
                  </a:lnTo>
                  <a:lnTo>
                    <a:pt x="3484816" y="991894"/>
                  </a:lnTo>
                  <a:lnTo>
                    <a:pt x="3442392" y="933273"/>
                  </a:lnTo>
                  <a:lnTo>
                    <a:pt x="3399901" y="873488"/>
                  </a:lnTo>
                  <a:lnTo>
                    <a:pt x="3357374" y="813153"/>
                  </a:lnTo>
                  <a:lnTo>
                    <a:pt x="3314853" y="752905"/>
                  </a:lnTo>
                  <a:lnTo>
                    <a:pt x="3272378" y="693378"/>
                  </a:lnTo>
                  <a:lnTo>
                    <a:pt x="3229975" y="635175"/>
                  </a:lnTo>
                  <a:lnTo>
                    <a:pt x="3187646" y="578842"/>
                  </a:lnTo>
                  <a:lnTo>
                    <a:pt x="3145359" y="524848"/>
                  </a:lnTo>
                  <a:lnTo>
                    <a:pt x="3103036" y="473574"/>
                  </a:lnTo>
                  <a:lnTo>
                    <a:pt x="3060547" y="425300"/>
                  </a:lnTo>
                  <a:lnTo>
                    <a:pt x="3017696" y="380208"/>
                  </a:lnTo>
                  <a:lnTo>
                    <a:pt x="2974216" y="338386"/>
                  </a:lnTo>
                  <a:lnTo>
                    <a:pt x="2929752" y="299830"/>
                  </a:lnTo>
                  <a:lnTo>
                    <a:pt x="2896531" y="273795"/>
                  </a:lnTo>
                  <a:lnTo>
                    <a:pt x="2849421" y="240844"/>
                  </a:lnTo>
                  <a:lnTo>
                    <a:pt x="2799844" y="211003"/>
                  </a:lnTo>
                  <a:lnTo>
                    <a:pt x="2747057" y="184135"/>
                  </a:lnTo>
                  <a:lnTo>
                    <a:pt x="2690250" y="159996"/>
                  </a:lnTo>
                  <a:lnTo>
                    <a:pt x="2628592" y="138302"/>
                  </a:lnTo>
                  <a:lnTo>
                    <a:pt x="2561290" y="118770"/>
                  </a:lnTo>
                  <a:lnTo>
                    <a:pt x="2487659" y="101148"/>
                  </a:lnTo>
                  <a:lnTo>
                    <a:pt x="2407228" y="85219"/>
                  </a:lnTo>
                  <a:lnTo>
                    <a:pt x="2319865" y="70817"/>
                  </a:lnTo>
                  <a:lnTo>
                    <a:pt x="2225953" y="57826"/>
                  </a:lnTo>
                  <a:lnTo>
                    <a:pt x="2126565" y="46181"/>
                  </a:lnTo>
                  <a:lnTo>
                    <a:pt x="2023636" y="35860"/>
                  </a:lnTo>
                  <a:lnTo>
                    <a:pt x="1920037" y="26881"/>
                  </a:lnTo>
                  <a:lnTo>
                    <a:pt x="1819493" y="19272"/>
                  </a:lnTo>
                  <a:lnTo>
                    <a:pt x="1726264" y="13055"/>
                  </a:lnTo>
                  <a:lnTo>
                    <a:pt x="1644582" y="8218"/>
                  </a:lnTo>
                  <a:lnTo>
                    <a:pt x="1577920" y="4688"/>
                  </a:lnTo>
                  <a:lnTo>
                    <a:pt x="1528291" y="2324"/>
                  </a:lnTo>
                  <a:lnTo>
                    <a:pt x="1495765" y="925"/>
                  </a:lnTo>
                  <a:lnTo>
                    <a:pt x="1478330" y="245"/>
                  </a:lnTo>
                  <a:lnTo>
                    <a:pt x="1472059" y="22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78AC3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362" name="pl1362"/>
            <p:cNvSpPr/>
            <p:nvPr/>
          </p:nvSpPr>
          <p:spPr>
            <a:xfrm>
              <a:off x="4799595" y="9237902"/>
              <a:ext cx="11981298" cy="1642772"/>
            </a:xfrm>
            <a:custGeom>
              <a:avLst/>
              <a:pathLst>
                <a:path w="11981298" h="1642772">
                  <a:moveTo>
                    <a:pt x="0" y="0"/>
                  </a:moveTo>
                  <a:lnTo>
                    <a:pt x="1471387" y="0"/>
                  </a:lnTo>
                  <a:lnTo>
                    <a:pt x="1472592" y="40"/>
                  </a:lnTo>
                  <a:lnTo>
                    <a:pt x="1480505" y="326"/>
                  </a:lnTo>
                  <a:lnTo>
                    <a:pt x="1500418" y="1116"/>
                  </a:lnTo>
                  <a:lnTo>
                    <a:pt x="1535931" y="2672"/>
                  </a:lnTo>
                  <a:lnTo>
                    <a:pt x="1588689" y="5232"/>
                  </a:lnTo>
                  <a:lnTo>
                    <a:pt x="1658252" y="8989"/>
                  </a:lnTo>
                  <a:lnTo>
                    <a:pt x="1742300" y="14071"/>
                  </a:lnTo>
                  <a:lnTo>
                    <a:pt x="1837166" y="20538"/>
                  </a:lnTo>
                  <a:lnTo>
                    <a:pt x="1938565" y="28396"/>
                  </a:lnTo>
                  <a:lnTo>
                    <a:pt x="2042296" y="37619"/>
                  </a:lnTo>
                  <a:lnTo>
                    <a:pt x="2144773" y="48178"/>
                  </a:lnTo>
                  <a:lnTo>
                    <a:pt x="2243292" y="60063"/>
                  </a:lnTo>
                  <a:lnTo>
                    <a:pt x="2336083" y="73301"/>
                  </a:lnTo>
                  <a:lnTo>
                    <a:pt x="2422209" y="87968"/>
                  </a:lnTo>
                  <a:lnTo>
                    <a:pt x="2501396" y="104187"/>
                  </a:lnTo>
                  <a:lnTo>
                    <a:pt x="2573845" y="122136"/>
                  </a:lnTo>
                  <a:lnTo>
                    <a:pt x="2640078" y="142037"/>
                  </a:lnTo>
                  <a:lnTo>
                    <a:pt x="2700803" y="164150"/>
                  </a:lnTo>
                  <a:lnTo>
                    <a:pt x="2756825" y="188759"/>
                  </a:lnTo>
                  <a:lnTo>
                    <a:pt x="2808976" y="216146"/>
                  </a:lnTo>
                  <a:lnTo>
                    <a:pt x="2858057" y="246540"/>
                  </a:lnTo>
                  <a:lnTo>
                    <a:pt x="2896531" y="273795"/>
                  </a:lnTo>
                  <a:lnTo>
                    <a:pt x="2941995" y="310020"/>
                  </a:lnTo>
                  <a:lnTo>
                    <a:pt x="2986150" y="349461"/>
                  </a:lnTo>
                  <a:lnTo>
                    <a:pt x="3029426" y="392178"/>
                  </a:lnTo>
                  <a:lnTo>
                    <a:pt x="3072155" y="438149"/>
                  </a:lnTo>
                  <a:lnTo>
                    <a:pt x="3114583" y="487263"/>
                  </a:lnTo>
                  <a:lnTo>
                    <a:pt x="3156886" y="539311"/>
                  </a:lnTo>
                  <a:lnTo>
                    <a:pt x="3199179" y="593984"/>
                  </a:lnTo>
                  <a:lnTo>
                    <a:pt x="3241526" y="650877"/>
                  </a:lnTo>
                  <a:lnTo>
                    <a:pt x="3283950" y="709498"/>
                  </a:lnTo>
                  <a:lnTo>
                    <a:pt x="3326441" y="769283"/>
                  </a:lnTo>
                  <a:lnTo>
                    <a:pt x="3368968" y="829618"/>
                  </a:lnTo>
                  <a:lnTo>
                    <a:pt x="3411489" y="889866"/>
                  </a:lnTo>
                  <a:lnTo>
                    <a:pt x="3453964" y="949393"/>
                  </a:lnTo>
                  <a:lnTo>
                    <a:pt x="3496367" y="1007596"/>
                  </a:lnTo>
                  <a:lnTo>
                    <a:pt x="3538696" y="1063930"/>
                  </a:lnTo>
                  <a:lnTo>
                    <a:pt x="3580983" y="1117924"/>
                  </a:lnTo>
                  <a:lnTo>
                    <a:pt x="3623306" y="1169198"/>
                  </a:lnTo>
                  <a:lnTo>
                    <a:pt x="3665795" y="1217472"/>
                  </a:lnTo>
                  <a:lnTo>
                    <a:pt x="3708646" y="1262563"/>
                  </a:lnTo>
                  <a:lnTo>
                    <a:pt x="3752126" y="1304386"/>
                  </a:lnTo>
                  <a:lnTo>
                    <a:pt x="3796590" y="1342941"/>
                  </a:lnTo>
                  <a:lnTo>
                    <a:pt x="3829811" y="1368977"/>
                  </a:lnTo>
                  <a:lnTo>
                    <a:pt x="3876921" y="1401928"/>
                  </a:lnTo>
                  <a:lnTo>
                    <a:pt x="3926498" y="1431769"/>
                  </a:lnTo>
                  <a:lnTo>
                    <a:pt x="3979285" y="1458636"/>
                  </a:lnTo>
                  <a:lnTo>
                    <a:pt x="4036092" y="1482776"/>
                  </a:lnTo>
                  <a:lnTo>
                    <a:pt x="4097750" y="1504470"/>
                  </a:lnTo>
                  <a:lnTo>
                    <a:pt x="4165052" y="1524001"/>
                  </a:lnTo>
                  <a:lnTo>
                    <a:pt x="4238683" y="1541624"/>
                  </a:lnTo>
                  <a:lnTo>
                    <a:pt x="4319114" y="1557552"/>
                  </a:lnTo>
                  <a:lnTo>
                    <a:pt x="4406477" y="1571954"/>
                  </a:lnTo>
                  <a:lnTo>
                    <a:pt x="4500389" y="1584945"/>
                  </a:lnTo>
                  <a:lnTo>
                    <a:pt x="4599777" y="1596591"/>
                  </a:lnTo>
                  <a:lnTo>
                    <a:pt x="4702706" y="1606911"/>
                  </a:lnTo>
                  <a:lnTo>
                    <a:pt x="4806305" y="1615891"/>
                  </a:lnTo>
                  <a:lnTo>
                    <a:pt x="4906849" y="1623500"/>
                  </a:lnTo>
                  <a:lnTo>
                    <a:pt x="5000078" y="1629716"/>
                  </a:lnTo>
                  <a:lnTo>
                    <a:pt x="5081760" y="1634554"/>
                  </a:lnTo>
                  <a:lnTo>
                    <a:pt x="5148422" y="1638084"/>
                  </a:lnTo>
                  <a:lnTo>
                    <a:pt x="5198051" y="1640447"/>
                  </a:lnTo>
                  <a:lnTo>
                    <a:pt x="5230577" y="1641847"/>
                  </a:lnTo>
                  <a:lnTo>
                    <a:pt x="5248013" y="1642527"/>
                  </a:lnTo>
                  <a:lnTo>
                    <a:pt x="5254284" y="1642750"/>
                  </a:lnTo>
                  <a:lnTo>
                    <a:pt x="5254955" y="1642772"/>
                  </a:lnTo>
                  <a:lnTo>
                    <a:pt x="6726343" y="1642772"/>
                  </a:lnTo>
                  <a:lnTo>
                    <a:pt x="6727566" y="1642746"/>
                  </a:lnTo>
                  <a:lnTo>
                    <a:pt x="6735598" y="1642556"/>
                  </a:lnTo>
                  <a:lnTo>
                    <a:pt x="6755799" y="1642033"/>
                  </a:lnTo>
                  <a:lnTo>
                    <a:pt x="6791804" y="1641003"/>
                  </a:lnTo>
                  <a:lnTo>
                    <a:pt x="6845243" y="1639309"/>
                  </a:lnTo>
                  <a:lnTo>
                    <a:pt x="6915621" y="1636824"/>
                  </a:lnTo>
                  <a:lnTo>
                    <a:pt x="7000535" y="1633464"/>
                  </a:lnTo>
                  <a:lnTo>
                    <a:pt x="7096229" y="1629192"/>
                  </a:lnTo>
                  <a:lnTo>
                    <a:pt x="7198340" y="1624004"/>
                  </a:lnTo>
                  <a:lnTo>
                    <a:pt x="7302624" y="1617919"/>
                  </a:lnTo>
                  <a:lnTo>
                    <a:pt x="7405475" y="1610954"/>
                  </a:lnTo>
                  <a:lnTo>
                    <a:pt x="7504202" y="1603116"/>
                  </a:lnTo>
                  <a:lnTo>
                    <a:pt x="7597060" y="1594384"/>
                  </a:lnTo>
                  <a:lnTo>
                    <a:pt x="7683147" y="1584707"/>
                  </a:lnTo>
                  <a:lnTo>
                    <a:pt x="7762223" y="1574001"/>
                  </a:lnTo>
                  <a:lnTo>
                    <a:pt x="7834524" y="1562145"/>
                  </a:lnTo>
                  <a:lnTo>
                    <a:pt x="7900596" y="1548991"/>
                  </a:lnTo>
                  <a:lnTo>
                    <a:pt x="7961174" y="1534363"/>
                  </a:lnTo>
                  <a:lnTo>
                    <a:pt x="8017077" y="1518074"/>
                  </a:lnTo>
                  <a:lnTo>
                    <a:pt x="8069151" y="1499939"/>
                  </a:lnTo>
                  <a:lnTo>
                    <a:pt x="8118204" y="1479812"/>
                  </a:lnTo>
                  <a:lnTo>
                    <a:pt x="8151487" y="1464328"/>
                  </a:lnTo>
                  <a:lnTo>
                    <a:pt x="8201713" y="1438079"/>
                  </a:lnTo>
                  <a:lnTo>
                    <a:pt x="8250396" y="1409255"/>
                  </a:lnTo>
                  <a:lnTo>
                    <a:pt x="8298098" y="1377816"/>
                  </a:lnTo>
                  <a:lnTo>
                    <a:pt x="8345234" y="1343802"/>
                  </a:lnTo>
                  <a:lnTo>
                    <a:pt x="8392102" y="1307342"/>
                  </a:lnTo>
                  <a:lnTo>
                    <a:pt x="8438899" y="1268663"/>
                  </a:lnTo>
                  <a:lnTo>
                    <a:pt x="8485739" y="1228088"/>
                  </a:lnTo>
                  <a:lnTo>
                    <a:pt x="8532671" y="1186030"/>
                  </a:lnTo>
                  <a:lnTo>
                    <a:pt x="8579687" y="1142975"/>
                  </a:lnTo>
                  <a:lnTo>
                    <a:pt x="8626749" y="1099461"/>
                  </a:lnTo>
                  <a:lnTo>
                    <a:pt x="8673800" y="1056050"/>
                  </a:lnTo>
                  <a:lnTo>
                    <a:pt x="8720788" y="1013300"/>
                  </a:lnTo>
                  <a:lnTo>
                    <a:pt x="8767684" y="971732"/>
                  </a:lnTo>
                  <a:lnTo>
                    <a:pt x="8814500" y="931809"/>
                  </a:lnTo>
                  <a:lnTo>
                    <a:pt x="8861305" y="893910"/>
                  </a:lnTo>
                  <a:lnTo>
                    <a:pt x="8908243" y="858325"/>
                  </a:lnTo>
                  <a:lnTo>
                    <a:pt x="8955547" y="825244"/>
                  </a:lnTo>
                  <a:lnTo>
                    <a:pt x="9003553" y="794763"/>
                  </a:lnTo>
                  <a:lnTo>
                    <a:pt x="9052728" y="766891"/>
                  </a:lnTo>
                  <a:lnTo>
                    <a:pt x="9084767" y="750553"/>
                  </a:lnTo>
                  <a:lnTo>
                    <a:pt x="9132127" y="728971"/>
                  </a:lnTo>
                  <a:lnTo>
                    <a:pt x="9181983" y="709438"/>
                  </a:lnTo>
                  <a:lnTo>
                    <a:pt x="9235091" y="691861"/>
                  </a:lnTo>
                  <a:lnTo>
                    <a:pt x="9292274" y="676077"/>
                  </a:lnTo>
                  <a:lnTo>
                    <a:pt x="9354376" y="661899"/>
                  </a:lnTo>
                  <a:lnTo>
                    <a:pt x="9422200" y="649142"/>
                  </a:lnTo>
                  <a:lnTo>
                    <a:pt x="9496437" y="637637"/>
                  </a:lnTo>
                  <a:lnTo>
                    <a:pt x="9577557" y="627242"/>
                  </a:lnTo>
                  <a:lnTo>
                    <a:pt x="9665675" y="617849"/>
                  </a:lnTo>
                  <a:lnTo>
                    <a:pt x="9760377" y="609383"/>
                  </a:lnTo>
                  <a:lnTo>
                    <a:pt x="9860531" y="601801"/>
                  </a:lnTo>
                  <a:lnTo>
                    <a:pt x="9964123" y="595092"/>
                  </a:lnTo>
                  <a:lnTo>
                    <a:pt x="10068180" y="589266"/>
                  </a:lnTo>
                  <a:lnTo>
                    <a:pt x="10168872" y="584345"/>
                  </a:lnTo>
                  <a:lnTo>
                    <a:pt x="10261852" y="580341"/>
                  </a:lnTo>
                  <a:lnTo>
                    <a:pt x="10342857" y="577243"/>
                  </a:lnTo>
                  <a:lnTo>
                    <a:pt x="10408453" y="575000"/>
                  </a:lnTo>
                  <a:lnTo>
                    <a:pt x="10456750" y="573515"/>
                  </a:lnTo>
                  <a:lnTo>
                    <a:pt x="10487871" y="572651"/>
                  </a:lnTo>
                  <a:lnTo>
                    <a:pt x="10504055" y="572243"/>
                  </a:lnTo>
                  <a:lnTo>
                    <a:pt x="10509470" y="572119"/>
                  </a:lnTo>
                  <a:lnTo>
                    <a:pt x="10509911" y="572109"/>
                  </a:lnTo>
                  <a:lnTo>
                    <a:pt x="11981298" y="57210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63" name="pl1363"/>
            <p:cNvSpPr/>
            <p:nvPr/>
          </p:nvSpPr>
          <p:spPr>
            <a:xfrm>
              <a:off x="4799595" y="9229729"/>
              <a:ext cx="11981298" cy="1642772"/>
            </a:xfrm>
            <a:custGeom>
              <a:avLst/>
              <a:pathLst>
                <a:path w="11981298" h="1642772">
                  <a:moveTo>
                    <a:pt x="11981298" y="572109"/>
                  </a:moveTo>
                  <a:lnTo>
                    <a:pt x="10509911" y="572109"/>
                  </a:lnTo>
                  <a:lnTo>
                    <a:pt x="10508687" y="572136"/>
                  </a:lnTo>
                  <a:lnTo>
                    <a:pt x="10500655" y="572325"/>
                  </a:lnTo>
                  <a:lnTo>
                    <a:pt x="10480454" y="572849"/>
                  </a:lnTo>
                  <a:lnTo>
                    <a:pt x="10444449" y="573878"/>
                  </a:lnTo>
                  <a:lnTo>
                    <a:pt x="10391011" y="575573"/>
                  </a:lnTo>
                  <a:lnTo>
                    <a:pt x="10320632" y="578058"/>
                  </a:lnTo>
                  <a:lnTo>
                    <a:pt x="10235718" y="581417"/>
                  </a:lnTo>
                  <a:lnTo>
                    <a:pt x="10140025" y="585690"/>
                  </a:lnTo>
                  <a:lnTo>
                    <a:pt x="10037913" y="590877"/>
                  </a:lnTo>
                  <a:lnTo>
                    <a:pt x="9933629" y="596963"/>
                  </a:lnTo>
                  <a:lnTo>
                    <a:pt x="9830778" y="603928"/>
                  </a:lnTo>
                  <a:lnTo>
                    <a:pt x="9732052" y="611766"/>
                  </a:lnTo>
                  <a:lnTo>
                    <a:pt x="9639193" y="620498"/>
                  </a:lnTo>
                  <a:lnTo>
                    <a:pt x="9553106" y="630174"/>
                  </a:lnTo>
                  <a:lnTo>
                    <a:pt x="9474030" y="640881"/>
                  </a:lnTo>
                  <a:lnTo>
                    <a:pt x="9401730" y="652736"/>
                  </a:lnTo>
                  <a:lnTo>
                    <a:pt x="9335657" y="665891"/>
                  </a:lnTo>
                  <a:lnTo>
                    <a:pt x="9275080" y="680518"/>
                  </a:lnTo>
                  <a:lnTo>
                    <a:pt x="9219176" y="696807"/>
                  </a:lnTo>
                  <a:lnTo>
                    <a:pt x="9167102" y="714942"/>
                  </a:lnTo>
                  <a:lnTo>
                    <a:pt x="9118049" y="735070"/>
                  </a:lnTo>
                  <a:lnTo>
                    <a:pt x="9084767" y="750553"/>
                  </a:lnTo>
                  <a:lnTo>
                    <a:pt x="9034540" y="776803"/>
                  </a:lnTo>
                  <a:lnTo>
                    <a:pt x="8985857" y="805626"/>
                  </a:lnTo>
                  <a:lnTo>
                    <a:pt x="8938155" y="837065"/>
                  </a:lnTo>
                  <a:lnTo>
                    <a:pt x="8891019" y="871080"/>
                  </a:lnTo>
                  <a:lnTo>
                    <a:pt x="8844151" y="907540"/>
                  </a:lnTo>
                  <a:lnTo>
                    <a:pt x="8797354" y="946219"/>
                  </a:lnTo>
                  <a:lnTo>
                    <a:pt x="8750514" y="986793"/>
                  </a:lnTo>
                  <a:lnTo>
                    <a:pt x="8703583" y="1028851"/>
                  </a:lnTo>
                  <a:lnTo>
                    <a:pt x="8656566" y="1071907"/>
                  </a:lnTo>
                  <a:lnTo>
                    <a:pt x="8609505" y="1115421"/>
                  </a:lnTo>
                  <a:lnTo>
                    <a:pt x="8562454" y="1158832"/>
                  </a:lnTo>
                  <a:lnTo>
                    <a:pt x="8515465" y="1201582"/>
                  </a:lnTo>
                  <a:lnTo>
                    <a:pt x="8468569" y="1243149"/>
                  </a:lnTo>
                  <a:lnTo>
                    <a:pt x="8421753" y="1283073"/>
                  </a:lnTo>
                  <a:lnTo>
                    <a:pt x="8374948" y="1320971"/>
                  </a:lnTo>
                  <a:lnTo>
                    <a:pt x="8328010" y="1356556"/>
                  </a:lnTo>
                  <a:lnTo>
                    <a:pt x="8280707" y="1389638"/>
                  </a:lnTo>
                  <a:lnTo>
                    <a:pt x="8232700" y="1420118"/>
                  </a:lnTo>
                  <a:lnTo>
                    <a:pt x="8183525" y="1447990"/>
                  </a:lnTo>
                  <a:lnTo>
                    <a:pt x="8151487" y="1464328"/>
                  </a:lnTo>
                  <a:lnTo>
                    <a:pt x="8104127" y="1485910"/>
                  </a:lnTo>
                  <a:lnTo>
                    <a:pt x="8054270" y="1505444"/>
                  </a:lnTo>
                  <a:lnTo>
                    <a:pt x="8001162" y="1523021"/>
                  </a:lnTo>
                  <a:lnTo>
                    <a:pt x="7943979" y="1538805"/>
                  </a:lnTo>
                  <a:lnTo>
                    <a:pt x="7881877" y="1552982"/>
                  </a:lnTo>
                  <a:lnTo>
                    <a:pt x="7814053" y="1565740"/>
                  </a:lnTo>
                  <a:lnTo>
                    <a:pt x="7739816" y="1577245"/>
                  </a:lnTo>
                  <a:lnTo>
                    <a:pt x="7658696" y="1587639"/>
                  </a:lnTo>
                  <a:lnTo>
                    <a:pt x="7570578" y="1597032"/>
                  </a:lnTo>
                  <a:lnTo>
                    <a:pt x="7475876" y="1605499"/>
                  </a:lnTo>
                  <a:lnTo>
                    <a:pt x="7375722" y="1613081"/>
                  </a:lnTo>
                  <a:lnTo>
                    <a:pt x="7272130" y="1619790"/>
                  </a:lnTo>
                  <a:lnTo>
                    <a:pt x="7168073" y="1625615"/>
                  </a:lnTo>
                  <a:lnTo>
                    <a:pt x="7067381" y="1630537"/>
                  </a:lnTo>
                  <a:lnTo>
                    <a:pt x="6974401" y="1634540"/>
                  </a:lnTo>
                  <a:lnTo>
                    <a:pt x="6893396" y="1637638"/>
                  </a:lnTo>
                  <a:lnTo>
                    <a:pt x="6827800" y="1639881"/>
                  </a:lnTo>
                  <a:lnTo>
                    <a:pt x="6779503" y="1641366"/>
                  </a:lnTo>
                  <a:lnTo>
                    <a:pt x="6748383" y="1642231"/>
                  </a:lnTo>
                  <a:lnTo>
                    <a:pt x="6732199" y="1642638"/>
                  </a:lnTo>
                  <a:lnTo>
                    <a:pt x="6726783" y="1642763"/>
                  </a:lnTo>
                  <a:lnTo>
                    <a:pt x="6726343" y="1642772"/>
                  </a:lnTo>
                  <a:lnTo>
                    <a:pt x="5254955" y="1642772"/>
                  </a:lnTo>
                  <a:lnTo>
                    <a:pt x="5253750" y="1642732"/>
                  </a:lnTo>
                  <a:lnTo>
                    <a:pt x="5245837" y="1642446"/>
                  </a:lnTo>
                  <a:lnTo>
                    <a:pt x="5225925" y="1641656"/>
                  </a:lnTo>
                  <a:lnTo>
                    <a:pt x="5190411" y="1640100"/>
                  </a:lnTo>
                  <a:lnTo>
                    <a:pt x="5137653" y="1637540"/>
                  </a:lnTo>
                  <a:lnTo>
                    <a:pt x="5068090" y="1633783"/>
                  </a:lnTo>
                  <a:lnTo>
                    <a:pt x="4984042" y="1628701"/>
                  </a:lnTo>
                  <a:lnTo>
                    <a:pt x="4889176" y="1622234"/>
                  </a:lnTo>
                  <a:lnTo>
                    <a:pt x="4787777" y="1614376"/>
                  </a:lnTo>
                  <a:lnTo>
                    <a:pt x="4684046" y="1605153"/>
                  </a:lnTo>
                  <a:lnTo>
                    <a:pt x="4581569" y="1594594"/>
                  </a:lnTo>
                  <a:lnTo>
                    <a:pt x="4483051" y="1582709"/>
                  </a:lnTo>
                  <a:lnTo>
                    <a:pt x="4390260" y="1569470"/>
                  </a:lnTo>
                  <a:lnTo>
                    <a:pt x="4304133" y="1554804"/>
                  </a:lnTo>
                  <a:lnTo>
                    <a:pt x="4224946" y="1538584"/>
                  </a:lnTo>
                  <a:lnTo>
                    <a:pt x="4152497" y="1520636"/>
                  </a:lnTo>
                  <a:lnTo>
                    <a:pt x="4086264" y="1500735"/>
                  </a:lnTo>
                  <a:lnTo>
                    <a:pt x="4025539" y="1478622"/>
                  </a:lnTo>
                  <a:lnTo>
                    <a:pt x="3969517" y="1454012"/>
                  </a:lnTo>
                  <a:lnTo>
                    <a:pt x="3917366" y="1426626"/>
                  </a:lnTo>
                  <a:lnTo>
                    <a:pt x="3868285" y="1396231"/>
                  </a:lnTo>
                  <a:lnTo>
                    <a:pt x="3829811" y="1368977"/>
                  </a:lnTo>
                  <a:lnTo>
                    <a:pt x="3784347" y="1332752"/>
                  </a:lnTo>
                  <a:lnTo>
                    <a:pt x="3740193" y="1293311"/>
                  </a:lnTo>
                  <a:lnTo>
                    <a:pt x="3696916" y="1250594"/>
                  </a:lnTo>
                  <a:lnTo>
                    <a:pt x="3654187" y="1204623"/>
                  </a:lnTo>
                  <a:lnTo>
                    <a:pt x="3611759" y="1155509"/>
                  </a:lnTo>
                  <a:lnTo>
                    <a:pt x="3569456" y="1103461"/>
                  </a:lnTo>
                  <a:lnTo>
                    <a:pt x="3527163" y="1048788"/>
                  </a:lnTo>
                  <a:lnTo>
                    <a:pt x="3484816" y="991894"/>
                  </a:lnTo>
                  <a:lnTo>
                    <a:pt x="3442392" y="933273"/>
                  </a:lnTo>
                  <a:lnTo>
                    <a:pt x="3399901" y="873488"/>
                  </a:lnTo>
                  <a:lnTo>
                    <a:pt x="3357374" y="813153"/>
                  </a:lnTo>
                  <a:lnTo>
                    <a:pt x="3314853" y="752905"/>
                  </a:lnTo>
                  <a:lnTo>
                    <a:pt x="3272378" y="693378"/>
                  </a:lnTo>
                  <a:lnTo>
                    <a:pt x="3229975" y="635175"/>
                  </a:lnTo>
                  <a:lnTo>
                    <a:pt x="3187646" y="578842"/>
                  </a:lnTo>
                  <a:lnTo>
                    <a:pt x="3145359" y="524848"/>
                  </a:lnTo>
                  <a:lnTo>
                    <a:pt x="3103036" y="473574"/>
                  </a:lnTo>
                  <a:lnTo>
                    <a:pt x="3060547" y="425300"/>
                  </a:lnTo>
                  <a:lnTo>
                    <a:pt x="3017696" y="380208"/>
                  </a:lnTo>
                  <a:lnTo>
                    <a:pt x="2974216" y="338386"/>
                  </a:lnTo>
                  <a:lnTo>
                    <a:pt x="2929752" y="299830"/>
                  </a:lnTo>
                  <a:lnTo>
                    <a:pt x="2896531" y="273795"/>
                  </a:lnTo>
                  <a:lnTo>
                    <a:pt x="2849421" y="240844"/>
                  </a:lnTo>
                  <a:lnTo>
                    <a:pt x="2799844" y="211003"/>
                  </a:lnTo>
                  <a:lnTo>
                    <a:pt x="2747057" y="184135"/>
                  </a:lnTo>
                  <a:lnTo>
                    <a:pt x="2690250" y="159996"/>
                  </a:lnTo>
                  <a:lnTo>
                    <a:pt x="2628592" y="138302"/>
                  </a:lnTo>
                  <a:lnTo>
                    <a:pt x="2561290" y="118770"/>
                  </a:lnTo>
                  <a:lnTo>
                    <a:pt x="2487659" y="101148"/>
                  </a:lnTo>
                  <a:lnTo>
                    <a:pt x="2407228" y="85219"/>
                  </a:lnTo>
                  <a:lnTo>
                    <a:pt x="2319865" y="70817"/>
                  </a:lnTo>
                  <a:lnTo>
                    <a:pt x="2225953" y="57826"/>
                  </a:lnTo>
                  <a:lnTo>
                    <a:pt x="2126565" y="46181"/>
                  </a:lnTo>
                  <a:lnTo>
                    <a:pt x="2023636" y="35860"/>
                  </a:lnTo>
                  <a:lnTo>
                    <a:pt x="1920037" y="26881"/>
                  </a:lnTo>
                  <a:lnTo>
                    <a:pt x="1819493" y="19272"/>
                  </a:lnTo>
                  <a:lnTo>
                    <a:pt x="1726264" y="13055"/>
                  </a:lnTo>
                  <a:lnTo>
                    <a:pt x="1644582" y="8218"/>
                  </a:lnTo>
                  <a:lnTo>
                    <a:pt x="1577920" y="4688"/>
                  </a:lnTo>
                  <a:lnTo>
                    <a:pt x="1528291" y="2324"/>
                  </a:lnTo>
                  <a:lnTo>
                    <a:pt x="1495765" y="925"/>
                  </a:lnTo>
                  <a:lnTo>
                    <a:pt x="1478330" y="245"/>
                  </a:lnTo>
                  <a:lnTo>
                    <a:pt x="1472059" y="22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64" name="pg1364"/>
            <p:cNvSpPr/>
            <p:nvPr/>
          </p:nvSpPr>
          <p:spPr>
            <a:xfrm>
              <a:off x="4799595" y="5036981"/>
              <a:ext cx="11981298" cy="3939385"/>
            </a:xfrm>
            <a:custGeom>
              <a:avLst/>
              <a:pathLst>
                <a:path w="11981298" h="3939385">
                  <a:moveTo>
                    <a:pt x="0" y="3939385"/>
                  </a:moveTo>
                  <a:lnTo>
                    <a:pt x="1471387" y="3939385"/>
                  </a:lnTo>
                  <a:lnTo>
                    <a:pt x="1472528" y="3939317"/>
                  </a:lnTo>
                  <a:lnTo>
                    <a:pt x="1480032" y="3938837"/>
                  </a:lnTo>
                  <a:lnTo>
                    <a:pt x="1498944" y="3937510"/>
                  </a:lnTo>
                  <a:lnTo>
                    <a:pt x="1532754" y="3934897"/>
                  </a:lnTo>
                  <a:lnTo>
                    <a:pt x="1583141" y="3930592"/>
                  </a:lnTo>
                  <a:lnTo>
                    <a:pt x="1649849" y="3924263"/>
                  </a:lnTo>
                  <a:lnTo>
                    <a:pt x="1730841" y="3915685"/>
                  </a:lnTo>
                  <a:lnTo>
                    <a:pt x="1822762" y="3904743"/>
                  </a:lnTo>
                  <a:lnTo>
                    <a:pt x="1921593" y="3891417"/>
                  </a:lnTo>
                  <a:lnTo>
                    <a:pt x="2023308" y="3875746"/>
                  </a:lnTo>
                  <a:lnTo>
                    <a:pt x="2124385" y="3857780"/>
                  </a:lnTo>
                  <a:lnTo>
                    <a:pt x="2222095" y="3837545"/>
                  </a:lnTo>
                  <a:lnTo>
                    <a:pt x="2314584" y="3815011"/>
                  </a:lnTo>
                  <a:lnTo>
                    <a:pt x="2400799" y="3790070"/>
                  </a:lnTo>
                  <a:lnTo>
                    <a:pt x="2480341" y="3762535"/>
                  </a:lnTo>
                  <a:lnTo>
                    <a:pt x="2553299" y="3732132"/>
                  </a:lnTo>
                  <a:lnTo>
                    <a:pt x="2620094" y="3698507"/>
                  </a:lnTo>
                  <a:lnTo>
                    <a:pt x="2681355" y="3661239"/>
                  </a:lnTo>
                  <a:lnTo>
                    <a:pt x="2737823" y="3619861"/>
                  </a:lnTo>
                  <a:lnTo>
                    <a:pt x="2790282" y="3573891"/>
                  </a:lnTo>
                  <a:lnTo>
                    <a:pt x="2839506" y="3522901"/>
                  </a:lnTo>
                  <a:lnTo>
                    <a:pt x="2886214" y="3466611"/>
                  </a:lnTo>
                  <a:lnTo>
                    <a:pt x="2896531" y="3453091"/>
                  </a:lnTo>
                  <a:lnTo>
                    <a:pt x="2933772" y="3400970"/>
                  </a:lnTo>
                  <a:lnTo>
                    <a:pt x="2970081" y="3345059"/>
                  </a:lnTo>
                  <a:lnTo>
                    <a:pt x="3005710" y="3285280"/>
                  </a:lnTo>
                  <a:lnTo>
                    <a:pt x="3040862" y="3221617"/>
                  </a:lnTo>
                  <a:lnTo>
                    <a:pt x="3075699" y="3154121"/>
                  </a:lnTo>
                  <a:lnTo>
                    <a:pt x="3110347" y="3082914"/>
                  </a:lnTo>
                  <a:lnTo>
                    <a:pt x="3144904" y="3008199"/>
                  </a:lnTo>
                  <a:lnTo>
                    <a:pt x="3179436" y="2930256"/>
                  </a:lnTo>
                  <a:lnTo>
                    <a:pt x="3213990" y="2849441"/>
                  </a:lnTo>
                  <a:lnTo>
                    <a:pt x="3248589" y="2766188"/>
                  </a:lnTo>
                  <a:lnTo>
                    <a:pt x="3283240" y="2680991"/>
                  </a:lnTo>
                  <a:lnTo>
                    <a:pt x="3317936" y="2594402"/>
                  </a:lnTo>
                  <a:lnTo>
                    <a:pt x="3352662" y="2507012"/>
                  </a:lnTo>
                  <a:lnTo>
                    <a:pt x="3387394" y="2419434"/>
                  </a:lnTo>
                  <a:lnTo>
                    <a:pt x="3422110" y="2332288"/>
                  </a:lnTo>
                  <a:lnTo>
                    <a:pt x="3456790" y="2246180"/>
                  </a:lnTo>
                  <a:lnTo>
                    <a:pt x="3491420" y="2161688"/>
                  </a:lnTo>
                  <a:lnTo>
                    <a:pt x="3526000" y="2079341"/>
                  </a:lnTo>
                  <a:lnTo>
                    <a:pt x="3560542" y="1999613"/>
                  </a:lnTo>
                  <a:lnTo>
                    <a:pt x="3595077" y="1922906"/>
                  </a:lnTo>
                  <a:lnTo>
                    <a:pt x="3629660" y="1849547"/>
                  </a:lnTo>
                  <a:lnTo>
                    <a:pt x="3664370" y="1779786"/>
                  </a:lnTo>
                  <a:lnTo>
                    <a:pt x="3699314" y="1713792"/>
                  </a:lnTo>
                  <a:lnTo>
                    <a:pt x="3734633" y="1651661"/>
                  </a:lnTo>
                  <a:lnTo>
                    <a:pt x="3770503" y="1593414"/>
                  </a:lnTo>
                  <a:lnTo>
                    <a:pt x="3807148" y="1539012"/>
                  </a:lnTo>
                  <a:lnTo>
                    <a:pt x="3829811" y="1507918"/>
                  </a:lnTo>
                  <a:lnTo>
                    <a:pt x="3876039" y="1450414"/>
                  </a:lnTo>
                  <a:lnTo>
                    <a:pt x="3924632" y="1398237"/>
                  </a:lnTo>
                  <a:lnTo>
                    <a:pt x="3976289" y="1351162"/>
                  </a:lnTo>
                  <a:lnTo>
                    <a:pt x="4031778" y="1308783"/>
                  </a:lnTo>
                  <a:lnTo>
                    <a:pt x="4091884" y="1270625"/>
                  </a:lnTo>
                  <a:lnTo>
                    <a:pt x="4157363" y="1236212"/>
                  </a:lnTo>
                  <a:lnTo>
                    <a:pt x="4228876" y="1205111"/>
                  </a:lnTo>
                  <a:lnTo>
                    <a:pt x="4306902" y="1176952"/>
                  </a:lnTo>
                  <a:lnTo>
                    <a:pt x="4391617" y="1151442"/>
                  </a:lnTo>
                  <a:lnTo>
                    <a:pt x="4482748" y="1128374"/>
                  </a:lnTo>
                  <a:lnTo>
                    <a:pt x="4579405" y="1107623"/>
                  </a:lnTo>
                  <a:lnTo>
                    <a:pt x="4679926" y="1089141"/>
                  </a:lnTo>
                  <a:lnTo>
                    <a:pt x="4781779" y="1072945"/>
                  </a:lnTo>
                  <a:lnTo>
                    <a:pt x="4881606" y="1059082"/>
                  </a:lnTo>
                  <a:lnTo>
                    <a:pt x="4975459" y="1047598"/>
                  </a:lnTo>
                  <a:lnTo>
                    <a:pt x="5059261" y="1038489"/>
                  </a:lnTo>
                  <a:lnTo>
                    <a:pt x="5129446" y="1031666"/>
                  </a:lnTo>
                  <a:lnTo>
                    <a:pt x="5183628" y="1026928"/>
                  </a:lnTo>
                  <a:lnTo>
                    <a:pt x="5221122" y="1023964"/>
                  </a:lnTo>
                  <a:lnTo>
                    <a:pt x="5243171" y="1022383"/>
                  </a:lnTo>
                  <a:lnTo>
                    <a:pt x="5252873" y="1021749"/>
                  </a:lnTo>
                  <a:lnTo>
                    <a:pt x="5254955" y="1021624"/>
                  </a:lnTo>
                  <a:lnTo>
                    <a:pt x="6726343" y="1021624"/>
                  </a:lnTo>
                  <a:lnTo>
                    <a:pt x="6727568" y="1021599"/>
                  </a:lnTo>
                  <a:lnTo>
                    <a:pt x="6735609" y="1021420"/>
                  </a:lnTo>
                  <a:lnTo>
                    <a:pt x="6755833" y="1020924"/>
                  </a:lnTo>
                  <a:lnTo>
                    <a:pt x="6791876" y="1019948"/>
                  </a:lnTo>
                  <a:lnTo>
                    <a:pt x="6845368" y="1018342"/>
                  </a:lnTo>
                  <a:lnTo>
                    <a:pt x="6915809" y="1015987"/>
                  </a:lnTo>
                  <a:lnTo>
                    <a:pt x="7000791" y="1012804"/>
                  </a:lnTo>
                  <a:lnTo>
                    <a:pt x="7096549" y="1008755"/>
                  </a:lnTo>
                  <a:lnTo>
                    <a:pt x="7198716" y="1003840"/>
                  </a:lnTo>
                  <a:lnTo>
                    <a:pt x="7303042" y="998074"/>
                  </a:lnTo>
                  <a:lnTo>
                    <a:pt x="7405922" y="991475"/>
                  </a:lnTo>
                  <a:lnTo>
                    <a:pt x="7504665" y="984049"/>
                  </a:lnTo>
                  <a:lnTo>
                    <a:pt x="7597527" y="975776"/>
                  </a:lnTo>
                  <a:lnTo>
                    <a:pt x="7683611" y="966608"/>
                  </a:lnTo>
                  <a:lnTo>
                    <a:pt x="7762679" y="956464"/>
                  </a:lnTo>
                  <a:lnTo>
                    <a:pt x="7834968" y="945230"/>
                  </a:lnTo>
                  <a:lnTo>
                    <a:pt x="7901028" y="932765"/>
                  </a:lnTo>
                  <a:lnTo>
                    <a:pt x="7961594" y="918903"/>
                  </a:lnTo>
                  <a:lnTo>
                    <a:pt x="8017488" y="903465"/>
                  </a:lnTo>
                  <a:lnTo>
                    <a:pt x="8069556" y="886278"/>
                  </a:lnTo>
                  <a:lnTo>
                    <a:pt x="8118607" y="867203"/>
                  </a:lnTo>
                  <a:lnTo>
                    <a:pt x="8151487" y="852716"/>
                  </a:lnTo>
                  <a:lnTo>
                    <a:pt x="8202198" y="827613"/>
                  </a:lnTo>
                  <a:lnTo>
                    <a:pt x="8251343" y="800024"/>
                  </a:lnTo>
                  <a:lnTo>
                    <a:pt x="8299495" y="769911"/>
                  </a:lnTo>
                  <a:lnTo>
                    <a:pt x="8347082" y="737314"/>
                  </a:lnTo>
                  <a:lnTo>
                    <a:pt x="8394403" y="702364"/>
                  </a:lnTo>
                  <a:lnTo>
                    <a:pt x="8441661" y="665286"/>
                  </a:lnTo>
                  <a:lnTo>
                    <a:pt x="8488967" y="626399"/>
                  </a:lnTo>
                  <a:lnTo>
                    <a:pt x="8536367" y="586110"/>
                  </a:lnTo>
                  <a:lnTo>
                    <a:pt x="8583851" y="544898"/>
                  </a:lnTo>
                  <a:lnTo>
                    <a:pt x="8631377" y="503291"/>
                  </a:lnTo>
                  <a:lnTo>
                    <a:pt x="8678886" y="461837"/>
                  </a:lnTo>
                  <a:lnTo>
                    <a:pt x="8726327" y="421077"/>
                  </a:lnTo>
                  <a:lnTo>
                    <a:pt x="8773673" y="381515"/>
                  </a:lnTo>
                  <a:lnTo>
                    <a:pt x="8820942" y="343592"/>
                  </a:lnTo>
                  <a:lnTo>
                    <a:pt x="8868216" y="307666"/>
                  </a:lnTo>
                  <a:lnTo>
                    <a:pt x="8915655" y="274007"/>
                  </a:lnTo>
                  <a:lnTo>
                    <a:pt x="8963512" y="242785"/>
                  </a:lnTo>
                  <a:lnTo>
                    <a:pt x="9012157" y="214080"/>
                  </a:lnTo>
                  <a:lnTo>
                    <a:pt x="9062093" y="187886"/>
                  </a:lnTo>
                  <a:lnTo>
                    <a:pt x="9084767" y="177081"/>
                  </a:lnTo>
                  <a:lnTo>
                    <a:pt x="9132146" y="156645"/>
                  </a:lnTo>
                  <a:lnTo>
                    <a:pt x="9182025" y="138149"/>
                  </a:lnTo>
                  <a:lnTo>
                    <a:pt x="9235157" y="121506"/>
                  </a:lnTo>
                  <a:lnTo>
                    <a:pt x="9292370" y="106562"/>
                  </a:lnTo>
                  <a:lnTo>
                    <a:pt x="9354506" y="93139"/>
                  </a:lnTo>
                  <a:lnTo>
                    <a:pt x="9422371" y="81061"/>
                  </a:lnTo>
                  <a:lnTo>
                    <a:pt x="9496655" y="70169"/>
                  </a:lnTo>
                  <a:lnTo>
                    <a:pt x="9577829" y="60329"/>
                  </a:lnTo>
                  <a:lnTo>
                    <a:pt x="9666006" y="51438"/>
                  </a:lnTo>
                  <a:lnTo>
                    <a:pt x="9760770" y="43423"/>
                  </a:lnTo>
                  <a:lnTo>
                    <a:pt x="9860983" y="36247"/>
                  </a:lnTo>
                  <a:lnTo>
                    <a:pt x="9964627" y="29898"/>
                  </a:lnTo>
                  <a:lnTo>
                    <a:pt x="10068719" y="24386"/>
                  </a:lnTo>
                  <a:lnTo>
                    <a:pt x="10169421" y="19731"/>
                  </a:lnTo>
                  <a:lnTo>
                    <a:pt x="10262380" y="15944"/>
                  </a:lnTo>
                  <a:lnTo>
                    <a:pt x="10343331" y="13016"/>
                  </a:lnTo>
                  <a:lnTo>
                    <a:pt x="10408843" y="10897"/>
                  </a:lnTo>
                  <a:lnTo>
                    <a:pt x="10457036" y="9495"/>
                  </a:lnTo>
                  <a:lnTo>
                    <a:pt x="10488047" y="8681"/>
                  </a:lnTo>
                  <a:lnTo>
                    <a:pt x="10504134" y="8297"/>
                  </a:lnTo>
                  <a:lnTo>
                    <a:pt x="10509485" y="8181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8685" y="25"/>
                  </a:lnTo>
                  <a:lnTo>
                    <a:pt x="10500644" y="204"/>
                  </a:lnTo>
                  <a:lnTo>
                    <a:pt x="10480421" y="700"/>
                  </a:lnTo>
                  <a:lnTo>
                    <a:pt x="10444378" y="1676"/>
                  </a:lnTo>
                  <a:lnTo>
                    <a:pt x="10390886" y="3282"/>
                  </a:lnTo>
                  <a:lnTo>
                    <a:pt x="10320444" y="5637"/>
                  </a:lnTo>
                  <a:lnTo>
                    <a:pt x="10235462" y="8820"/>
                  </a:lnTo>
                  <a:lnTo>
                    <a:pt x="10139704" y="12868"/>
                  </a:lnTo>
                  <a:lnTo>
                    <a:pt x="10037537" y="17784"/>
                  </a:lnTo>
                  <a:lnTo>
                    <a:pt x="9933211" y="23550"/>
                  </a:lnTo>
                  <a:lnTo>
                    <a:pt x="9830331" y="30148"/>
                  </a:lnTo>
                  <a:lnTo>
                    <a:pt x="9731589" y="37575"/>
                  </a:lnTo>
                  <a:lnTo>
                    <a:pt x="9638726" y="45848"/>
                  </a:lnTo>
                  <a:lnTo>
                    <a:pt x="9552642" y="55016"/>
                  </a:lnTo>
                  <a:lnTo>
                    <a:pt x="9473575" y="65160"/>
                  </a:lnTo>
                  <a:lnTo>
                    <a:pt x="9401286" y="76394"/>
                  </a:lnTo>
                  <a:lnTo>
                    <a:pt x="9335225" y="88859"/>
                  </a:lnTo>
                  <a:lnTo>
                    <a:pt x="9274659" y="102721"/>
                  </a:lnTo>
                  <a:lnTo>
                    <a:pt x="9218765" y="118158"/>
                  </a:lnTo>
                  <a:lnTo>
                    <a:pt x="9166697" y="135345"/>
                  </a:lnTo>
                  <a:lnTo>
                    <a:pt x="9117646" y="154421"/>
                  </a:lnTo>
                  <a:lnTo>
                    <a:pt x="9084767" y="168908"/>
                  </a:lnTo>
                  <a:lnTo>
                    <a:pt x="9034055" y="194011"/>
                  </a:lnTo>
                  <a:lnTo>
                    <a:pt x="8984911" y="221600"/>
                  </a:lnTo>
                  <a:lnTo>
                    <a:pt x="8936758" y="251713"/>
                  </a:lnTo>
                  <a:lnTo>
                    <a:pt x="8889172" y="284309"/>
                  </a:lnTo>
                  <a:lnTo>
                    <a:pt x="8841850" y="319260"/>
                  </a:lnTo>
                  <a:lnTo>
                    <a:pt x="8794593" y="356338"/>
                  </a:lnTo>
                  <a:lnTo>
                    <a:pt x="8747286" y="395225"/>
                  </a:lnTo>
                  <a:lnTo>
                    <a:pt x="8699887" y="435514"/>
                  </a:lnTo>
                  <a:lnTo>
                    <a:pt x="8652402" y="476726"/>
                  </a:lnTo>
                  <a:lnTo>
                    <a:pt x="8604876" y="518333"/>
                  </a:lnTo>
                  <a:lnTo>
                    <a:pt x="8557367" y="559787"/>
                  </a:lnTo>
                  <a:lnTo>
                    <a:pt x="8509926" y="600546"/>
                  </a:lnTo>
                  <a:lnTo>
                    <a:pt x="8462580" y="640109"/>
                  </a:lnTo>
                  <a:lnTo>
                    <a:pt x="8415311" y="678032"/>
                  </a:lnTo>
                  <a:lnTo>
                    <a:pt x="8368037" y="713957"/>
                  </a:lnTo>
                  <a:lnTo>
                    <a:pt x="8320598" y="747617"/>
                  </a:lnTo>
                  <a:lnTo>
                    <a:pt x="8272741" y="778839"/>
                  </a:lnTo>
                  <a:lnTo>
                    <a:pt x="8224097" y="807544"/>
                  </a:lnTo>
                  <a:lnTo>
                    <a:pt x="8174160" y="833737"/>
                  </a:lnTo>
                  <a:lnTo>
                    <a:pt x="8151487" y="844543"/>
                  </a:lnTo>
                  <a:lnTo>
                    <a:pt x="8104107" y="864979"/>
                  </a:lnTo>
                  <a:lnTo>
                    <a:pt x="8054229" y="883475"/>
                  </a:lnTo>
                  <a:lnTo>
                    <a:pt x="8001096" y="900118"/>
                  </a:lnTo>
                  <a:lnTo>
                    <a:pt x="7943884" y="915062"/>
                  </a:lnTo>
                  <a:lnTo>
                    <a:pt x="7881747" y="928485"/>
                  </a:lnTo>
                  <a:lnTo>
                    <a:pt x="7813882" y="940563"/>
                  </a:lnTo>
                  <a:lnTo>
                    <a:pt x="7739598" y="951455"/>
                  </a:lnTo>
                  <a:lnTo>
                    <a:pt x="7658424" y="961295"/>
                  </a:lnTo>
                  <a:lnTo>
                    <a:pt x="7570247" y="970186"/>
                  </a:lnTo>
                  <a:lnTo>
                    <a:pt x="7475484" y="978200"/>
                  </a:lnTo>
                  <a:lnTo>
                    <a:pt x="7375270" y="985377"/>
                  </a:lnTo>
                  <a:lnTo>
                    <a:pt x="7271627" y="991726"/>
                  </a:lnTo>
                  <a:lnTo>
                    <a:pt x="7167534" y="997238"/>
                  </a:lnTo>
                  <a:lnTo>
                    <a:pt x="7066833" y="1001893"/>
                  </a:lnTo>
                  <a:lnTo>
                    <a:pt x="6973873" y="1005679"/>
                  </a:lnTo>
                  <a:lnTo>
                    <a:pt x="6892922" y="1008608"/>
                  </a:lnTo>
                  <a:lnTo>
                    <a:pt x="6827411" y="1010727"/>
                  </a:lnTo>
                  <a:lnTo>
                    <a:pt x="6779218" y="1012129"/>
                  </a:lnTo>
                  <a:lnTo>
                    <a:pt x="6748207" y="1012943"/>
                  </a:lnTo>
                  <a:lnTo>
                    <a:pt x="6732119" y="1013327"/>
                  </a:lnTo>
                  <a:lnTo>
                    <a:pt x="6726768" y="1013443"/>
                  </a:lnTo>
                  <a:lnTo>
                    <a:pt x="6726343" y="1013451"/>
                  </a:lnTo>
                  <a:lnTo>
                    <a:pt x="5254955" y="1013451"/>
                  </a:lnTo>
                  <a:lnTo>
                    <a:pt x="5253814" y="1013519"/>
                  </a:lnTo>
                  <a:lnTo>
                    <a:pt x="5246311" y="1013999"/>
                  </a:lnTo>
                  <a:lnTo>
                    <a:pt x="5227398" y="1015326"/>
                  </a:lnTo>
                  <a:lnTo>
                    <a:pt x="5193588" y="1017939"/>
                  </a:lnTo>
                  <a:lnTo>
                    <a:pt x="5143201" y="1022244"/>
                  </a:lnTo>
                  <a:lnTo>
                    <a:pt x="5076493" y="1028573"/>
                  </a:lnTo>
                  <a:lnTo>
                    <a:pt x="4995502" y="1037151"/>
                  </a:lnTo>
                  <a:lnTo>
                    <a:pt x="4903580" y="1048093"/>
                  </a:lnTo>
                  <a:lnTo>
                    <a:pt x="4804749" y="1061419"/>
                  </a:lnTo>
                  <a:lnTo>
                    <a:pt x="4703034" y="1077090"/>
                  </a:lnTo>
                  <a:lnTo>
                    <a:pt x="4601958" y="1095056"/>
                  </a:lnTo>
                  <a:lnTo>
                    <a:pt x="4504247" y="1115291"/>
                  </a:lnTo>
                  <a:lnTo>
                    <a:pt x="4411758" y="1137825"/>
                  </a:lnTo>
                  <a:lnTo>
                    <a:pt x="4325544" y="1162766"/>
                  </a:lnTo>
                  <a:lnTo>
                    <a:pt x="4246002" y="1190301"/>
                  </a:lnTo>
                  <a:lnTo>
                    <a:pt x="4173043" y="1220704"/>
                  </a:lnTo>
                  <a:lnTo>
                    <a:pt x="4106248" y="1254329"/>
                  </a:lnTo>
                  <a:lnTo>
                    <a:pt x="4044987" y="1291597"/>
                  </a:lnTo>
                  <a:lnTo>
                    <a:pt x="3988519" y="1332975"/>
                  </a:lnTo>
                  <a:lnTo>
                    <a:pt x="3936060" y="1378945"/>
                  </a:lnTo>
                  <a:lnTo>
                    <a:pt x="3886836" y="1429935"/>
                  </a:lnTo>
                  <a:lnTo>
                    <a:pt x="3840128" y="1486225"/>
                  </a:lnTo>
                  <a:lnTo>
                    <a:pt x="3829811" y="1499745"/>
                  </a:lnTo>
                  <a:lnTo>
                    <a:pt x="3792570" y="1551866"/>
                  </a:lnTo>
                  <a:lnTo>
                    <a:pt x="3756261" y="1607777"/>
                  </a:lnTo>
                  <a:lnTo>
                    <a:pt x="3720632" y="1667556"/>
                  </a:lnTo>
                  <a:lnTo>
                    <a:pt x="3685480" y="1731219"/>
                  </a:lnTo>
                  <a:lnTo>
                    <a:pt x="3650644" y="1798715"/>
                  </a:lnTo>
                  <a:lnTo>
                    <a:pt x="3615995" y="1869922"/>
                  </a:lnTo>
                  <a:lnTo>
                    <a:pt x="3581439" y="1944637"/>
                  </a:lnTo>
                  <a:lnTo>
                    <a:pt x="3546906" y="2022580"/>
                  </a:lnTo>
                  <a:lnTo>
                    <a:pt x="3512352" y="2103395"/>
                  </a:lnTo>
                  <a:lnTo>
                    <a:pt x="3477753" y="2186648"/>
                  </a:lnTo>
                  <a:lnTo>
                    <a:pt x="3443102" y="2271845"/>
                  </a:lnTo>
                  <a:lnTo>
                    <a:pt x="3408406" y="2358434"/>
                  </a:lnTo>
                  <a:lnTo>
                    <a:pt x="3373681" y="2445824"/>
                  </a:lnTo>
                  <a:lnTo>
                    <a:pt x="3338948" y="2533402"/>
                  </a:lnTo>
                  <a:lnTo>
                    <a:pt x="3304232" y="2620548"/>
                  </a:lnTo>
                  <a:lnTo>
                    <a:pt x="3269552" y="2706656"/>
                  </a:lnTo>
                  <a:lnTo>
                    <a:pt x="3234922" y="2791148"/>
                  </a:lnTo>
                  <a:lnTo>
                    <a:pt x="3200342" y="2873495"/>
                  </a:lnTo>
                  <a:lnTo>
                    <a:pt x="3165801" y="2953223"/>
                  </a:lnTo>
                  <a:lnTo>
                    <a:pt x="3131265" y="3029930"/>
                  </a:lnTo>
                  <a:lnTo>
                    <a:pt x="3096682" y="3103289"/>
                  </a:lnTo>
                  <a:lnTo>
                    <a:pt x="3061972" y="3173050"/>
                  </a:lnTo>
                  <a:lnTo>
                    <a:pt x="3027028" y="3239044"/>
                  </a:lnTo>
                  <a:lnTo>
                    <a:pt x="2991710" y="3301175"/>
                  </a:lnTo>
                  <a:lnTo>
                    <a:pt x="2955839" y="3359422"/>
                  </a:lnTo>
                  <a:lnTo>
                    <a:pt x="2919195" y="3413824"/>
                  </a:lnTo>
                  <a:lnTo>
                    <a:pt x="2896531" y="3444918"/>
                  </a:lnTo>
                  <a:lnTo>
                    <a:pt x="2850303" y="3502422"/>
                  </a:lnTo>
                  <a:lnTo>
                    <a:pt x="2801711" y="3554599"/>
                  </a:lnTo>
                  <a:lnTo>
                    <a:pt x="2750053" y="3601674"/>
                  </a:lnTo>
                  <a:lnTo>
                    <a:pt x="2694564" y="3644053"/>
                  </a:lnTo>
                  <a:lnTo>
                    <a:pt x="2634458" y="3682211"/>
                  </a:lnTo>
                  <a:lnTo>
                    <a:pt x="2568979" y="3716624"/>
                  </a:lnTo>
                  <a:lnTo>
                    <a:pt x="2497466" y="3747725"/>
                  </a:lnTo>
                  <a:lnTo>
                    <a:pt x="2419440" y="3775884"/>
                  </a:lnTo>
                  <a:lnTo>
                    <a:pt x="2334726" y="3801394"/>
                  </a:lnTo>
                  <a:lnTo>
                    <a:pt x="2243594" y="3824462"/>
                  </a:lnTo>
                  <a:lnTo>
                    <a:pt x="2146937" y="3845213"/>
                  </a:lnTo>
                  <a:lnTo>
                    <a:pt x="2046416" y="3863695"/>
                  </a:lnTo>
                  <a:lnTo>
                    <a:pt x="1944563" y="3879891"/>
                  </a:lnTo>
                  <a:lnTo>
                    <a:pt x="1844736" y="3893754"/>
                  </a:lnTo>
                  <a:lnTo>
                    <a:pt x="1750883" y="3905238"/>
                  </a:lnTo>
                  <a:lnTo>
                    <a:pt x="1667081" y="3914347"/>
                  </a:lnTo>
                  <a:lnTo>
                    <a:pt x="1596896" y="3921170"/>
                  </a:lnTo>
                  <a:lnTo>
                    <a:pt x="1542714" y="3925908"/>
                  </a:lnTo>
                  <a:lnTo>
                    <a:pt x="1505220" y="3928872"/>
                  </a:lnTo>
                  <a:lnTo>
                    <a:pt x="1483171" y="3930453"/>
                  </a:lnTo>
                  <a:lnTo>
                    <a:pt x="1473469" y="3931087"/>
                  </a:lnTo>
                  <a:lnTo>
                    <a:pt x="1471387" y="3931212"/>
                  </a:lnTo>
                  <a:lnTo>
                    <a:pt x="0" y="3931212"/>
                  </a:lnTo>
                  <a:close/>
                </a:path>
              </a:pathLst>
            </a:custGeom>
            <a:solidFill>
              <a:srgbClr val="E78AC3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365" name="pl1365"/>
            <p:cNvSpPr/>
            <p:nvPr/>
          </p:nvSpPr>
          <p:spPr>
            <a:xfrm>
              <a:off x="4799595" y="5045154"/>
              <a:ext cx="11981298" cy="3931212"/>
            </a:xfrm>
            <a:custGeom>
              <a:avLst/>
              <a:pathLst>
                <a:path w="11981298" h="3931212">
                  <a:moveTo>
                    <a:pt x="0" y="3931212"/>
                  </a:moveTo>
                  <a:lnTo>
                    <a:pt x="1471387" y="3931212"/>
                  </a:lnTo>
                  <a:lnTo>
                    <a:pt x="1472528" y="3931144"/>
                  </a:lnTo>
                  <a:lnTo>
                    <a:pt x="1480032" y="3930664"/>
                  </a:lnTo>
                  <a:lnTo>
                    <a:pt x="1498944" y="3929337"/>
                  </a:lnTo>
                  <a:lnTo>
                    <a:pt x="1532754" y="3926724"/>
                  </a:lnTo>
                  <a:lnTo>
                    <a:pt x="1583141" y="3922419"/>
                  </a:lnTo>
                  <a:lnTo>
                    <a:pt x="1649849" y="3916090"/>
                  </a:lnTo>
                  <a:lnTo>
                    <a:pt x="1730841" y="3907512"/>
                  </a:lnTo>
                  <a:lnTo>
                    <a:pt x="1822762" y="3896570"/>
                  </a:lnTo>
                  <a:lnTo>
                    <a:pt x="1921593" y="3883244"/>
                  </a:lnTo>
                  <a:lnTo>
                    <a:pt x="2023308" y="3867573"/>
                  </a:lnTo>
                  <a:lnTo>
                    <a:pt x="2124385" y="3849607"/>
                  </a:lnTo>
                  <a:lnTo>
                    <a:pt x="2222095" y="3829372"/>
                  </a:lnTo>
                  <a:lnTo>
                    <a:pt x="2314584" y="3806838"/>
                  </a:lnTo>
                  <a:lnTo>
                    <a:pt x="2400799" y="3781897"/>
                  </a:lnTo>
                  <a:lnTo>
                    <a:pt x="2480341" y="3754362"/>
                  </a:lnTo>
                  <a:lnTo>
                    <a:pt x="2553299" y="3723959"/>
                  </a:lnTo>
                  <a:lnTo>
                    <a:pt x="2620094" y="3690334"/>
                  </a:lnTo>
                  <a:lnTo>
                    <a:pt x="2681355" y="3653066"/>
                  </a:lnTo>
                  <a:lnTo>
                    <a:pt x="2737823" y="3611688"/>
                  </a:lnTo>
                  <a:lnTo>
                    <a:pt x="2790282" y="3565718"/>
                  </a:lnTo>
                  <a:lnTo>
                    <a:pt x="2839506" y="3514728"/>
                  </a:lnTo>
                  <a:lnTo>
                    <a:pt x="2886214" y="3458438"/>
                  </a:lnTo>
                  <a:lnTo>
                    <a:pt x="2896531" y="3444918"/>
                  </a:lnTo>
                  <a:lnTo>
                    <a:pt x="2933772" y="3392797"/>
                  </a:lnTo>
                  <a:lnTo>
                    <a:pt x="2970081" y="3336886"/>
                  </a:lnTo>
                  <a:lnTo>
                    <a:pt x="3005710" y="3277107"/>
                  </a:lnTo>
                  <a:lnTo>
                    <a:pt x="3040862" y="3213444"/>
                  </a:lnTo>
                  <a:lnTo>
                    <a:pt x="3075699" y="3145948"/>
                  </a:lnTo>
                  <a:lnTo>
                    <a:pt x="3110347" y="3074741"/>
                  </a:lnTo>
                  <a:lnTo>
                    <a:pt x="3144904" y="3000026"/>
                  </a:lnTo>
                  <a:lnTo>
                    <a:pt x="3179436" y="2922083"/>
                  </a:lnTo>
                  <a:lnTo>
                    <a:pt x="3213990" y="2841268"/>
                  </a:lnTo>
                  <a:lnTo>
                    <a:pt x="3248589" y="2758015"/>
                  </a:lnTo>
                  <a:lnTo>
                    <a:pt x="3283240" y="2672818"/>
                  </a:lnTo>
                  <a:lnTo>
                    <a:pt x="3317936" y="2586229"/>
                  </a:lnTo>
                  <a:lnTo>
                    <a:pt x="3352662" y="2498839"/>
                  </a:lnTo>
                  <a:lnTo>
                    <a:pt x="3387394" y="2411261"/>
                  </a:lnTo>
                  <a:lnTo>
                    <a:pt x="3422110" y="2324115"/>
                  </a:lnTo>
                  <a:lnTo>
                    <a:pt x="3456790" y="2238007"/>
                  </a:lnTo>
                  <a:lnTo>
                    <a:pt x="3491420" y="2153515"/>
                  </a:lnTo>
                  <a:lnTo>
                    <a:pt x="3526000" y="2071168"/>
                  </a:lnTo>
                  <a:lnTo>
                    <a:pt x="3560542" y="1991440"/>
                  </a:lnTo>
                  <a:lnTo>
                    <a:pt x="3595077" y="1914733"/>
                  </a:lnTo>
                  <a:lnTo>
                    <a:pt x="3629660" y="1841374"/>
                  </a:lnTo>
                  <a:lnTo>
                    <a:pt x="3664370" y="1771613"/>
                  </a:lnTo>
                  <a:lnTo>
                    <a:pt x="3699314" y="1705619"/>
                  </a:lnTo>
                  <a:lnTo>
                    <a:pt x="3734633" y="1643488"/>
                  </a:lnTo>
                  <a:lnTo>
                    <a:pt x="3770503" y="1585241"/>
                  </a:lnTo>
                  <a:lnTo>
                    <a:pt x="3807148" y="1530839"/>
                  </a:lnTo>
                  <a:lnTo>
                    <a:pt x="3829811" y="1499745"/>
                  </a:lnTo>
                  <a:lnTo>
                    <a:pt x="3876039" y="1442241"/>
                  </a:lnTo>
                  <a:lnTo>
                    <a:pt x="3924632" y="1390064"/>
                  </a:lnTo>
                  <a:lnTo>
                    <a:pt x="3976289" y="1342989"/>
                  </a:lnTo>
                  <a:lnTo>
                    <a:pt x="4031778" y="1300610"/>
                  </a:lnTo>
                  <a:lnTo>
                    <a:pt x="4091884" y="1262452"/>
                  </a:lnTo>
                  <a:lnTo>
                    <a:pt x="4157363" y="1228039"/>
                  </a:lnTo>
                  <a:lnTo>
                    <a:pt x="4228876" y="1196938"/>
                  </a:lnTo>
                  <a:lnTo>
                    <a:pt x="4306902" y="1168779"/>
                  </a:lnTo>
                  <a:lnTo>
                    <a:pt x="4391617" y="1143269"/>
                  </a:lnTo>
                  <a:lnTo>
                    <a:pt x="4482748" y="1120201"/>
                  </a:lnTo>
                  <a:lnTo>
                    <a:pt x="4579405" y="1099450"/>
                  </a:lnTo>
                  <a:lnTo>
                    <a:pt x="4679926" y="1080968"/>
                  </a:lnTo>
                  <a:lnTo>
                    <a:pt x="4781779" y="1064772"/>
                  </a:lnTo>
                  <a:lnTo>
                    <a:pt x="4881606" y="1050909"/>
                  </a:lnTo>
                  <a:lnTo>
                    <a:pt x="4975459" y="1039425"/>
                  </a:lnTo>
                  <a:lnTo>
                    <a:pt x="5059261" y="1030316"/>
                  </a:lnTo>
                  <a:lnTo>
                    <a:pt x="5129446" y="1023493"/>
                  </a:lnTo>
                  <a:lnTo>
                    <a:pt x="5183628" y="1018755"/>
                  </a:lnTo>
                  <a:lnTo>
                    <a:pt x="5221122" y="1015791"/>
                  </a:lnTo>
                  <a:lnTo>
                    <a:pt x="5243171" y="1014210"/>
                  </a:lnTo>
                  <a:lnTo>
                    <a:pt x="5252873" y="1013576"/>
                  </a:lnTo>
                  <a:lnTo>
                    <a:pt x="5254941" y="1013452"/>
                  </a:lnTo>
                  <a:lnTo>
                    <a:pt x="5254955" y="1013451"/>
                  </a:lnTo>
                  <a:lnTo>
                    <a:pt x="6726343" y="1013451"/>
                  </a:lnTo>
                  <a:lnTo>
                    <a:pt x="6727568" y="1013426"/>
                  </a:lnTo>
                  <a:lnTo>
                    <a:pt x="6735609" y="1013247"/>
                  </a:lnTo>
                  <a:lnTo>
                    <a:pt x="6755833" y="1012751"/>
                  </a:lnTo>
                  <a:lnTo>
                    <a:pt x="6791876" y="1011775"/>
                  </a:lnTo>
                  <a:lnTo>
                    <a:pt x="6845368" y="1010169"/>
                  </a:lnTo>
                  <a:lnTo>
                    <a:pt x="6915809" y="1007814"/>
                  </a:lnTo>
                  <a:lnTo>
                    <a:pt x="7000791" y="1004631"/>
                  </a:lnTo>
                  <a:lnTo>
                    <a:pt x="7096549" y="1000582"/>
                  </a:lnTo>
                  <a:lnTo>
                    <a:pt x="7198716" y="995667"/>
                  </a:lnTo>
                  <a:lnTo>
                    <a:pt x="7303042" y="989901"/>
                  </a:lnTo>
                  <a:lnTo>
                    <a:pt x="7405922" y="983302"/>
                  </a:lnTo>
                  <a:lnTo>
                    <a:pt x="7504665" y="975876"/>
                  </a:lnTo>
                  <a:lnTo>
                    <a:pt x="7597527" y="967603"/>
                  </a:lnTo>
                  <a:lnTo>
                    <a:pt x="7683611" y="958435"/>
                  </a:lnTo>
                  <a:lnTo>
                    <a:pt x="7762679" y="948291"/>
                  </a:lnTo>
                  <a:lnTo>
                    <a:pt x="7834968" y="937057"/>
                  </a:lnTo>
                  <a:lnTo>
                    <a:pt x="7901028" y="924592"/>
                  </a:lnTo>
                  <a:lnTo>
                    <a:pt x="7961594" y="910730"/>
                  </a:lnTo>
                  <a:lnTo>
                    <a:pt x="8017488" y="895292"/>
                  </a:lnTo>
                  <a:lnTo>
                    <a:pt x="8069556" y="878105"/>
                  </a:lnTo>
                  <a:lnTo>
                    <a:pt x="8118607" y="859030"/>
                  </a:lnTo>
                  <a:lnTo>
                    <a:pt x="8151487" y="844543"/>
                  </a:lnTo>
                  <a:lnTo>
                    <a:pt x="8202198" y="819440"/>
                  </a:lnTo>
                  <a:lnTo>
                    <a:pt x="8251343" y="791851"/>
                  </a:lnTo>
                  <a:lnTo>
                    <a:pt x="8299495" y="761738"/>
                  </a:lnTo>
                  <a:lnTo>
                    <a:pt x="8347082" y="729141"/>
                  </a:lnTo>
                  <a:lnTo>
                    <a:pt x="8394403" y="694191"/>
                  </a:lnTo>
                  <a:lnTo>
                    <a:pt x="8441661" y="657113"/>
                  </a:lnTo>
                  <a:lnTo>
                    <a:pt x="8488967" y="618226"/>
                  </a:lnTo>
                  <a:lnTo>
                    <a:pt x="8536367" y="577937"/>
                  </a:lnTo>
                  <a:lnTo>
                    <a:pt x="8583851" y="536725"/>
                  </a:lnTo>
                  <a:lnTo>
                    <a:pt x="8631377" y="495118"/>
                  </a:lnTo>
                  <a:lnTo>
                    <a:pt x="8678886" y="453664"/>
                  </a:lnTo>
                  <a:lnTo>
                    <a:pt x="8726327" y="412904"/>
                  </a:lnTo>
                  <a:lnTo>
                    <a:pt x="8773673" y="373342"/>
                  </a:lnTo>
                  <a:lnTo>
                    <a:pt x="8820942" y="335419"/>
                  </a:lnTo>
                  <a:lnTo>
                    <a:pt x="8868216" y="299493"/>
                  </a:lnTo>
                  <a:lnTo>
                    <a:pt x="8915655" y="265834"/>
                  </a:lnTo>
                  <a:lnTo>
                    <a:pt x="8963512" y="234612"/>
                  </a:lnTo>
                  <a:lnTo>
                    <a:pt x="9012157" y="205907"/>
                  </a:lnTo>
                  <a:lnTo>
                    <a:pt x="9062093" y="179713"/>
                  </a:lnTo>
                  <a:lnTo>
                    <a:pt x="9084767" y="168908"/>
                  </a:lnTo>
                  <a:lnTo>
                    <a:pt x="9132146" y="148472"/>
                  </a:lnTo>
                  <a:lnTo>
                    <a:pt x="9182025" y="129976"/>
                  </a:lnTo>
                  <a:lnTo>
                    <a:pt x="9235157" y="113333"/>
                  </a:lnTo>
                  <a:lnTo>
                    <a:pt x="9292370" y="98389"/>
                  </a:lnTo>
                  <a:lnTo>
                    <a:pt x="9354506" y="84966"/>
                  </a:lnTo>
                  <a:lnTo>
                    <a:pt x="9422371" y="72888"/>
                  </a:lnTo>
                  <a:lnTo>
                    <a:pt x="9496655" y="61996"/>
                  </a:lnTo>
                  <a:lnTo>
                    <a:pt x="9577829" y="52156"/>
                  </a:lnTo>
                  <a:lnTo>
                    <a:pt x="9666006" y="43265"/>
                  </a:lnTo>
                  <a:lnTo>
                    <a:pt x="9760770" y="35250"/>
                  </a:lnTo>
                  <a:lnTo>
                    <a:pt x="9860983" y="28074"/>
                  </a:lnTo>
                  <a:lnTo>
                    <a:pt x="9964627" y="21725"/>
                  </a:lnTo>
                  <a:lnTo>
                    <a:pt x="10068719" y="16213"/>
                  </a:lnTo>
                  <a:lnTo>
                    <a:pt x="10169421" y="11558"/>
                  </a:lnTo>
                  <a:lnTo>
                    <a:pt x="10262380" y="7771"/>
                  </a:lnTo>
                  <a:lnTo>
                    <a:pt x="10343331" y="4843"/>
                  </a:lnTo>
                  <a:lnTo>
                    <a:pt x="10408843" y="2724"/>
                  </a:lnTo>
                  <a:lnTo>
                    <a:pt x="10457036" y="1322"/>
                  </a:lnTo>
                  <a:lnTo>
                    <a:pt x="10488047" y="508"/>
                  </a:lnTo>
                  <a:lnTo>
                    <a:pt x="10504134" y="124"/>
                  </a:lnTo>
                  <a:lnTo>
                    <a:pt x="10509485" y="8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66" name="pl1366"/>
            <p:cNvSpPr/>
            <p:nvPr/>
          </p:nvSpPr>
          <p:spPr>
            <a:xfrm>
              <a:off x="4799595" y="5036981"/>
              <a:ext cx="11981298" cy="3931212"/>
            </a:xfrm>
            <a:custGeom>
              <a:avLst/>
              <a:pathLst>
                <a:path w="11981298" h="3931212">
                  <a:moveTo>
                    <a:pt x="11981298" y="0"/>
                  </a:moveTo>
                  <a:lnTo>
                    <a:pt x="10509911" y="0"/>
                  </a:lnTo>
                  <a:lnTo>
                    <a:pt x="10508685" y="25"/>
                  </a:lnTo>
                  <a:lnTo>
                    <a:pt x="10500644" y="204"/>
                  </a:lnTo>
                  <a:lnTo>
                    <a:pt x="10480421" y="700"/>
                  </a:lnTo>
                  <a:lnTo>
                    <a:pt x="10444378" y="1676"/>
                  </a:lnTo>
                  <a:lnTo>
                    <a:pt x="10390886" y="3282"/>
                  </a:lnTo>
                  <a:lnTo>
                    <a:pt x="10320444" y="5637"/>
                  </a:lnTo>
                  <a:lnTo>
                    <a:pt x="10235462" y="8820"/>
                  </a:lnTo>
                  <a:lnTo>
                    <a:pt x="10139704" y="12868"/>
                  </a:lnTo>
                  <a:lnTo>
                    <a:pt x="10037537" y="17784"/>
                  </a:lnTo>
                  <a:lnTo>
                    <a:pt x="9933211" y="23550"/>
                  </a:lnTo>
                  <a:lnTo>
                    <a:pt x="9830331" y="30148"/>
                  </a:lnTo>
                  <a:lnTo>
                    <a:pt x="9731589" y="37575"/>
                  </a:lnTo>
                  <a:lnTo>
                    <a:pt x="9638726" y="45848"/>
                  </a:lnTo>
                  <a:lnTo>
                    <a:pt x="9552642" y="55016"/>
                  </a:lnTo>
                  <a:lnTo>
                    <a:pt x="9473575" y="65160"/>
                  </a:lnTo>
                  <a:lnTo>
                    <a:pt x="9401286" y="76394"/>
                  </a:lnTo>
                  <a:lnTo>
                    <a:pt x="9335225" y="88859"/>
                  </a:lnTo>
                  <a:lnTo>
                    <a:pt x="9274659" y="102721"/>
                  </a:lnTo>
                  <a:lnTo>
                    <a:pt x="9218765" y="118158"/>
                  </a:lnTo>
                  <a:lnTo>
                    <a:pt x="9166697" y="135345"/>
                  </a:lnTo>
                  <a:lnTo>
                    <a:pt x="9117646" y="154421"/>
                  </a:lnTo>
                  <a:lnTo>
                    <a:pt x="9084767" y="168908"/>
                  </a:lnTo>
                  <a:lnTo>
                    <a:pt x="9034055" y="194011"/>
                  </a:lnTo>
                  <a:lnTo>
                    <a:pt x="8984911" y="221600"/>
                  </a:lnTo>
                  <a:lnTo>
                    <a:pt x="8936758" y="251713"/>
                  </a:lnTo>
                  <a:lnTo>
                    <a:pt x="8889172" y="284309"/>
                  </a:lnTo>
                  <a:lnTo>
                    <a:pt x="8841850" y="319260"/>
                  </a:lnTo>
                  <a:lnTo>
                    <a:pt x="8794593" y="356338"/>
                  </a:lnTo>
                  <a:lnTo>
                    <a:pt x="8747286" y="395225"/>
                  </a:lnTo>
                  <a:lnTo>
                    <a:pt x="8699887" y="435514"/>
                  </a:lnTo>
                  <a:lnTo>
                    <a:pt x="8652402" y="476726"/>
                  </a:lnTo>
                  <a:lnTo>
                    <a:pt x="8604876" y="518333"/>
                  </a:lnTo>
                  <a:lnTo>
                    <a:pt x="8557367" y="559787"/>
                  </a:lnTo>
                  <a:lnTo>
                    <a:pt x="8509926" y="600546"/>
                  </a:lnTo>
                  <a:lnTo>
                    <a:pt x="8462580" y="640109"/>
                  </a:lnTo>
                  <a:lnTo>
                    <a:pt x="8415311" y="678032"/>
                  </a:lnTo>
                  <a:lnTo>
                    <a:pt x="8368037" y="713957"/>
                  </a:lnTo>
                  <a:lnTo>
                    <a:pt x="8320598" y="747617"/>
                  </a:lnTo>
                  <a:lnTo>
                    <a:pt x="8272741" y="778839"/>
                  </a:lnTo>
                  <a:lnTo>
                    <a:pt x="8224097" y="807544"/>
                  </a:lnTo>
                  <a:lnTo>
                    <a:pt x="8174160" y="833737"/>
                  </a:lnTo>
                  <a:lnTo>
                    <a:pt x="8151487" y="844543"/>
                  </a:lnTo>
                  <a:lnTo>
                    <a:pt x="8104107" y="864979"/>
                  </a:lnTo>
                  <a:lnTo>
                    <a:pt x="8054229" y="883475"/>
                  </a:lnTo>
                  <a:lnTo>
                    <a:pt x="8001096" y="900118"/>
                  </a:lnTo>
                  <a:lnTo>
                    <a:pt x="7943884" y="915062"/>
                  </a:lnTo>
                  <a:lnTo>
                    <a:pt x="7881747" y="928485"/>
                  </a:lnTo>
                  <a:lnTo>
                    <a:pt x="7813882" y="940563"/>
                  </a:lnTo>
                  <a:lnTo>
                    <a:pt x="7739598" y="951455"/>
                  </a:lnTo>
                  <a:lnTo>
                    <a:pt x="7658424" y="961295"/>
                  </a:lnTo>
                  <a:lnTo>
                    <a:pt x="7570247" y="970186"/>
                  </a:lnTo>
                  <a:lnTo>
                    <a:pt x="7475484" y="978200"/>
                  </a:lnTo>
                  <a:lnTo>
                    <a:pt x="7375270" y="985377"/>
                  </a:lnTo>
                  <a:lnTo>
                    <a:pt x="7271627" y="991726"/>
                  </a:lnTo>
                  <a:lnTo>
                    <a:pt x="7167534" y="997238"/>
                  </a:lnTo>
                  <a:lnTo>
                    <a:pt x="7066833" y="1001893"/>
                  </a:lnTo>
                  <a:lnTo>
                    <a:pt x="6973873" y="1005679"/>
                  </a:lnTo>
                  <a:lnTo>
                    <a:pt x="6892922" y="1008608"/>
                  </a:lnTo>
                  <a:lnTo>
                    <a:pt x="6827411" y="1010727"/>
                  </a:lnTo>
                  <a:lnTo>
                    <a:pt x="6779218" y="1012129"/>
                  </a:lnTo>
                  <a:lnTo>
                    <a:pt x="6748207" y="1012943"/>
                  </a:lnTo>
                  <a:lnTo>
                    <a:pt x="6732119" y="1013327"/>
                  </a:lnTo>
                  <a:lnTo>
                    <a:pt x="6726768" y="1013443"/>
                  </a:lnTo>
                  <a:lnTo>
                    <a:pt x="6726343" y="1013451"/>
                  </a:lnTo>
                  <a:lnTo>
                    <a:pt x="5254955" y="1013451"/>
                  </a:lnTo>
                  <a:lnTo>
                    <a:pt x="5253814" y="1013519"/>
                  </a:lnTo>
                  <a:lnTo>
                    <a:pt x="5246311" y="1013999"/>
                  </a:lnTo>
                  <a:lnTo>
                    <a:pt x="5227398" y="1015326"/>
                  </a:lnTo>
                  <a:lnTo>
                    <a:pt x="5193588" y="1017939"/>
                  </a:lnTo>
                  <a:lnTo>
                    <a:pt x="5143201" y="1022244"/>
                  </a:lnTo>
                  <a:lnTo>
                    <a:pt x="5076493" y="1028573"/>
                  </a:lnTo>
                  <a:lnTo>
                    <a:pt x="4995502" y="1037151"/>
                  </a:lnTo>
                  <a:lnTo>
                    <a:pt x="4903580" y="1048093"/>
                  </a:lnTo>
                  <a:lnTo>
                    <a:pt x="4804749" y="1061419"/>
                  </a:lnTo>
                  <a:lnTo>
                    <a:pt x="4703034" y="1077090"/>
                  </a:lnTo>
                  <a:lnTo>
                    <a:pt x="4601958" y="1095056"/>
                  </a:lnTo>
                  <a:lnTo>
                    <a:pt x="4504247" y="1115291"/>
                  </a:lnTo>
                  <a:lnTo>
                    <a:pt x="4411758" y="1137825"/>
                  </a:lnTo>
                  <a:lnTo>
                    <a:pt x="4325544" y="1162766"/>
                  </a:lnTo>
                  <a:lnTo>
                    <a:pt x="4246002" y="1190301"/>
                  </a:lnTo>
                  <a:lnTo>
                    <a:pt x="4173043" y="1220704"/>
                  </a:lnTo>
                  <a:lnTo>
                    <a:pt x="4106248" y="1254329"/>
                  </a:lnTo>
                  <a:lnTo>
                    <a:pt x="4044987" y="1291597"/>
                  </a:lnTo>
                  <a:lnTo>
                    <a:pt x="3988519" y="1332975"/>
                  </a:lnTo>
                  <a:lnTo>
                    <a:pt x="3936060" y="1378945"/>
                  </a:lnTo>
                  <a:lnTo>
                    <a:pt x="3886836" y="1429935"/>
                  </a:lnTo>
                  <a:lnTo>
                    <a:pt x="3840128" y="1486225"/>
                  </a:lnTo>
                  <a:lnTo>
                    <a:pt x="3829811" y="1499745"/>
                  </a:lnTo>
                  <a:lnTo>
                    <a:pt x="3792570" y="1551866"/>
                  </a:lnTo>
                  <a:lnTo>
                    <a:pt x="3756261" y="1607777"/>
                  </a:lnTo>
                  <a:lnTo>
                    <a:pt x="3720632" y="1667556"/>
                  </a:lnTo>
                  <a:lnTo>
                    <a:pt x="3685480" y="1731219"/>
                  </a:lnTo>
                  <a:lnTo>
                    <a:pt x="3650644" y="1798715"/>
                  </a:lnTo>
                  <a:lnTo>
                    <a:pt x="3615995" y="1869922"/>
                  </a:lnTo>
                  <a:lnTo>
                    <a:pt x="3581439" y="1944637"/>
                  </a:lnTo>
                  <a:lnTo>
                    <a:pt x="3546906" y="2022580"/>
                  </a:lnTo>
                  <a:lnTo>
                    <a:pt x="3512352" y="2103395"/>
                  </a:lnTo>
                  <a:lnTo>
                    <a:pt x="3477753" y="2186648"/>
                  </a:lnTo>
                  <a:lnTo>
                    <a:pt x="3443102" y="2271845"/>
                  </a:lnTo>
                  <a:lnTo>
                    <a:pt x="3408406" y="2358434"/>
                  </a:lnTo>
                  <a:lnTo>
                    <a:pt x="3373681" y="2445824"/>
                  </a:lnTo>
                  <a:lnTo>
                    <a:pt x="3338948" y="2533402"/>
                  </a:lnTo>
                  <a:lnTo>
                    <a:pt x="3304232" y="2620548"/>
                  </a:lnTo>
                  <a:lnTo>
                    <a:pt x="3269552" y="2706656"/>
                  </a:lnTo>
                  <a:lnTo>
                    <a:pt x="3234922" y="2791148"/>
                  </a:lnTo>
                  <a:lnTo>
                    <a:pt x="3200342" y="2873495"/>
                  </a:lnTo>
                  <a:lnTo>
                    <a:pt x="3165801" y="2953223"/>
                  </a:lnTo>
                  <a:lnTo>
                    <a:pt x="3131265" y="3029930"/>
                  </a:lnTo>
                  <a:lnTo>
                    <a:pt x="3096682" y="3103289"/>
                  </a:lnTo>
                  <a:lnTo>
                    <a:pt x="3061972" y="3173050"/>
                  </a:lnTo>
                  <a:lnTo>
                    <a:pt x="3027028" y="3239044"/>
                  </a:lnTo>
                  <a:lnTo>
                    <a:pt x="2991710" y="3301175"/>
                  </a:lnTo>
                  <a:lnTo>
                    <a:pt x="2955839" y="3359422"/>
                  </a:lnTo>
                  <a:lnTo>
                    <a:pt x="2919195" y="3413824"/>
                  </a:lnTo>
                  <a:lnTo>
                    <a:pt x="2896531" y="3444918"/>
                  </a:lnTo>
                  <a:lnTo>
                    <a:pt x="2850303" y="3502422"/>
                  </a:lnTo>
                  <a:lnTo>
                    <a:pt x="2801711" y="3554599"/>
                  </a:lnTo>
                  <a:lnTo>
                    <a:pt x="2750053" y="3601674"/>
                  </a:lnTo>
                  <a:lnTo>
                    <a:pt x="2694564" y="3644053"/>
                  </a:lnTo>
                  <a:lnTo>
                    <a:pt x="2634458" y="3682211"/>
                  </a:lnTo>
                  <a:lnTo>
                    <a:pt x="2568979" y="3716624"/>
                  </a:lnTo>
                  <a:lnTo>
                    <a:pt x="2497466" y="3747725"/>
                  </a:lnTo>
                  <a:lnTo>
                    <a:pt x="2419440" y="3775884"/>
                  </a:lnTo>
                  <a:lnTo>
                    <a:pt x="2334726" y="3801394"/>
                  </a:lnTo>
                  <a:lnTo>
                    <a:pt x="2243594" y="3824462"/>
                  </a:lnTo>
                  <a:lnTo>
                    <a:pt x="2146937" y="3845213"/>
                  </a:lnTo>
                  <a:lnTo>
                    <a:pt x="2046416" y="3863695"/>
                  </a:lnTo>
                  <a:lnTo>
                    <a:pt x="1944563" y="3879891"/>
                  </a:lnTo>
                  <a:lnTo>
                    <a:pt x="1844736" y="3893754"/>
                  </a:lnTo>
                  <a:lnTo>
                    <a:pt x="1750883" y="3905238"/>
                  </a:lnTo>
                  <a:lnTo>
                    <a:pt x="1667081" y="3914347"/>
                  </a:lnTo>
                  <a:lnTo>
                    <a:pt x="1596896" y="3921170"/>
                  </a:lnTo>
                  <a:lnTo>
                    <a:pt x="1542714" y="3925908"/>
                  </a:lnTo>
                  <a:lnTo>
                    <a:pt x="1505220" y="3928872"/>
                  </a:lnTo>
                  <a:lnTo>
                    <a:pt x="1483171" y="3930453"/>
                  </a:lnTo>
                  <a:lnTo>
                    <a:pt x="1473469" y="3931087"/>
                  </a:lnTo>
                  <a:lnTo>
                    <a:pt x="1471401" y="3931211"/>
                  </a:lnTo>
                  <a:lnTo>
                    <a:pt x="1471387" y="3931212"/>
                  </a:lnTo>
                  <a:lnTo>
                    <a:pt x="0" y="393121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67" name="pg1367"/>
            <p:cNvSpPr/>
            <p:nvPr/>
          </p:nvSpPr>
          <p:spPr>
            <a:xfrm>
              <a:off x="4799595" y="6123990"/>
              <a:ext cx="11981298" cy="2860549"/>
            </a:xfrm>
            <a:custGeom>
              <a:avLst/>
              <a:pathLst>
                <a:path w="11981298" h="2860549">
                  <a:moveTo>
                    <a:pt x="0" y="2860549"/>
                  </a:moveTo>
                  <a:lnTo>
                    <a:pt x="1471387" y="2860549"/>
                  </a:lnTo>
                  <a:lnTo>
                    <a:pt x="1472532" y="2860483"/>
                  </a:lnTo>
                  <a:lnTo>
                    <a:pt x="1480061" y="2860012"/>
                  </a:lnTo>
                  <a:lnTo>
                    <a:pt x="1499034" y="2858710"/>
                  </a:lnTo>
                  <a:lnTo>
                    <a:pt x="1532949" y="2856146"/>
                  </a:lnTo>
                  <a:lnTo>
                    <a:pt x="1583482" y="2851923"/>
                  </a:lnTo>
                  <a:lnTo>
                    <a:pt x="1650366" y="2845716"/>
                  </a:lnTo>
                  <a:lnTo>
                    <a:pt x="1731547" y="2837303"/>
                  </a:lnTo>
                  <a:lnTo>
                    <a:pt x="1823653" y="2826573"/>
                  </a:lnTo>
                  <a:lnTo>
                    <a:pt x="1922646" y="2813508"/>
                  </a:lnTo>
                  <a:lnTo>
                    <a:pt x="2024489" y="2798145"/>
                  </a:lnTo>
                  <a:lnTo>
                    <a:pt x="2125656" y="2780535"/>
                  </a:lnTo>
                  <a:lnTo>
                    <a:pt x="2223420" y="2760701"/>
                  </a:lnTo>
                  <a:lnTo>
                    <a:pt x="2315931" y="2738612"/>
                  </a:lnTo>
                  <a:lnTo>
                    <a:pt x="2402143" y="2714165"/>
                  </a:lnTo>
                  <a:lnTo>
                    <a:pt x="2481664" y="2687171"/>
                  </a:lnTo>
                  <a:lnTo>
                    <a:pt x="2554592" y="2657361"/>
                  </a:lnTo>
                  <a:lnTo>
                    <a:pt x="2621352" y="2624387"/>
                  </a:lnTo>
                  <a:lnTo>
                    <a:pt x="2682580" y="2587835"/>
                  </a:lnTo>
                  <a:lnTo>
                    <a:pt x="2739018" y="2547246"/>
                  </a:lnTo>
                  <a:lnTo>
                    <a:pt x="2791456" y="2502148"/>
                  </a:lnTo>
                  <a:lnTo>
                    <a:pt x="2840669" y="2452121"/>
                  </a:lnTo>
                  <a:lnTo>
                    <a:pt x="2887378" y="2396898"/>
                  </a:lnTo>
                  <a:lnTo>
                    <a:pt x="2896531" y="2385153"/>
                  </a:lnTo>
                  <a:lnTo>
                    <a:pt x="2934110" y="2333713"/>
                  </a:lnTo>
                  <a:lnTo>
                    <a:pt x="2970743" y="2278499"/>
                  </a:lnTo>
                  <a:lnTo>
                    <a:pt x="3006688" y="2219433"/>
                  </a:lnTo>
                  <a:lnTo>
                    <a:pt x="3042151" y="2156500"/>
                  </a:lnTo>
                  <a:lnTo>
                    <a:pt x="3077298" y="2089753"/>
                  </a:lnTo>
                  <a:lnTo>
                    <a:pt x="3112259" y="2019320"/>
                  </a:lnTo>
                  <a:lnTo>
                    <a:pt x="3147131" y="1945408"/>
                  </a:lnTo>
                  <a:lnTo>
                    <a:pt x="3181982" y="1868301"/>
                  </a:lnTo>
                  <a:lnTo>
                    <a:pt x="3216858" y="1788365"/>
                  </a:lnTo>
                  <a:lnTo>
                    <a:pt x="3251780" y="1706039"/>
                  </a:lnTo>
                  <a:lnTo>
                    <a:pt x="3286755" y="1621828"/>
                  </a:lnTo>
                  <a:lnTo>
                    <a:pt x="3321775" y="1536288"/>
                  </a:lnTo>
                  <a:lnTo>
                    <a:pt x="3356822" y="1450017"/>
                  </a:lnTo>
                  <a:lnTo>
                    <a:pt x="3391874" y="1363633"/>
                  </a:lnTo>
                  <a:lnTo>
                    <a:pt x="3426906" y="1277757"/>
                  </a:lnTo>
                  <a:lnTo>
                    <a:pt x="3461899" y="1192998"/>
                  </a:lnTo>
                  <a:lnTo>
                    <a:pt x="3496840" y="1109927"/>
                  </a:lnTo>
                  <a:lnTo>
                    <a:pt x="3531731" y="1029072"/>
                  </a:lnTo>
                  <a:lnTo>
                    <a:pt x="3566587" y="950894"/>
                  </a:lnTo>
                  <a:lnTo>
                    <a:pt x="3601445" y="875787"/>
                  </a:lnTo>
                  <a:lnTo>
                    <a:pt x="3636364" y="804065"/>
                  </a:lnTo>
                  <a:lnTo>
                    <a:pt x="3671431" y="735965"/>
                  </a:lnTo>
                  <a:lnTo>
                    <a:pt x="3706762" y="671640"/>
                  </a:lnTo>
                  <a:lnTo>
                    <a:pt x="3742510" y="611172"/>
                  </a:lnTo>
                  <a:lnTo>
                    <a:pt x="3778867" y="554568"/>
                  </a:lnTo>
                  <a:lnTo>
                    <a:pt x="3816070" y="501773"/>
                  </a:lnTo>
                  <a:lnTo>
                    <a:pt x="3829811" y="483569"/>
                  </a:lnTo>
                  <a:lnTo>
                    <a:pt x="3876093" y="427291"/>
                  </a:lnTo>
                  <a:lnTo>
                    <a:pt x="3924747" y="376233"/>
                  </a:lnTo>
                  <a:lnTo>
                    <a:pt x="3976475" y="330174"/>
                  </a:lnTo>
                  <a:lnTo>
                    <a:pt x="4032045" y="288714"/>
                  </a:lnTo>
                  <a:lnTo>
                    <a:pt x="4092247" y="251388"/>
                  </a:lnTo>
                  <a:lnTo>
                    <a:pt x="4157838" y="217730"/>
                  </a:lnTo>
                  <a:lnTo>
                    <a:pt x="4229482" y="187313"/>
                  </a:lnTo>
                  <a:lnTo>
                    <a:pt x="4307656" y="159777"/>
                  </a:lnTo>
                  <a:lnTo>
                    <a:pt x="4392535" y="134834"/>
                  </a:lnTo>
                  <a:lnTo>
                    <a:pt x="4483839" y="112282"/>
                  </a:lnTo>
                  <a:lnTo>
                    <a:pt x="4580667" y="91999"/>
                  </a:lnTo>
                  <a:lnTo>
                    <a:pt x="4681340" y="73941"/>
                  </a:lnTo>
                  <a:lnTo>
                    <a:pt x="4783307" y="58122"/>
                  </a:lnTo>
                  <a:lnTo>
                    <a:pt x="4883188" y="44590"/>
                  </a:lnTo>
                  <a:lnTo>
                    <a:pt x="4977013" y="33390"/>
                  </a:lnTo>
                  <a:lnTo>
                    <a:pt x="5060695" y="24516"/>
                  </a:lnTo>
                  <a:lnTo>
                    <a:pt x="5130673" y="17879"/>
                  </a:lnTo>
                  <a:lnTo>
                    <a:pt x="5184580" y="13280"/>
                  </a:lnTo>
                  <a:lnTo>
                    <a:pt x="5221766" y="10413"/>
                  </a:lnTo>
                  <a:lnTo>
                    <a:pt x="5243520" y="8891"/>
                  </a:lnTo>
                  <a:lnTo>
                    <a:pt x="5252992" y="8287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518" y="8227"/>
                  </a:lnTo>
                  <a:lnTo>
                    <a:pt x="6735240" y="8618"/>
                  </a:lnTo>
                  <a:lnTo>
                    <a:pt x="6754688" y="9699"/>
                  </a:lnTo>
                  <a:lnTo>
                    <a:pt x="6789411" y="11827"/>
                  </a:lnTo>
                  <a:lnTo>
                    <a:pt x="6841070" y="15329"/>
                  </a:lnTo>
                  <a:lnTo>
                    <a:pt x="6909313" y="20474"/>
                  </a:lnTo>
                  <a:lnTo>
                    <a:pt x="6991951" y="27440"/>
                  </a:lnTo>
                  <a:lnTo>
                    <a:pt x="7085465" y="36314"/>
                  </a:lnTo>
                  <a:lnTo>
                    <a:pt x="7185690" y="47107"/>
                  </a:lnTo>
                  <a:lnTo>
                    <a:pt x="7288504" y="59787"/>
                  </a:lnTo>
                  <a:lnTo>
                    <a:pt x="7390351" y="74313"/>
                  </a:lnTo>
                  <a:lnTo>
                    <a:pt x="7488511" y="90667"/>
                  </a:lnTo>
                  <a:lnTo>
                    <a:pt x="7581176" y="108881"/>
                  </a:lnTo>
                  <a:lnTo>
                    <a:pt x="7667354" y="129051"/>
                  </a:lnTo>
                  <a:lnTo>
                    <a:pt x="7746711" y="151339"/>
                  </a:lnTo>
                  <a:lnTo>
                    <a:pt x="7819398" y="175977"/>
                  </a:lnTo>
                  <a:lnTo>
                    <a:pt x="7885891" y="203262"/>
                  </a:lnTo>
                  <a:lnTo>
                    <a:pt x="7946860" y="233546"/>
                  </a:lnTo>
                  <a:lnTo>
                    <a:pt x="8003083" y="267213"/>
                  </a:lnTo>
                  <a:lnTo>
                    <a:pt x="8055369" y="304651"/>
                  </a:lnTo>
                  <a:lnTo>
                    <a:pt x="8104508" y="346193"/>
                  </a:lnTo>
                  <a:lnTo>
                    <a:pt x="8151223" y="392027"/>
                  </a:lnTo>
                  <a:lnTo>
                    <a:pt x="8151487" y="392303"/>
                  </a:lnTo>
                  <a:lnTo>
                    <a:pt x="8192231" y="437561"/>
                  </a:lnTo>
                  <a:lnTo>
                    <a:pt x="8231887" y="486421"/>
                  </a:lnTo>
                  <a:lnTo>
                    <a:pt x="8270777" y="538953"/>
                  </a:lnTo>
                  <a:lnTo>
                    <a:pt x="8309153" y="595160"/>
                  </a:lnTo>
                  <a:lnTo>
                    <a:pt x="8347214" y="654963"/>
                  </a:lnTo>
                  <a:lnTo>
                    <a:pt x="8385108" y="718200"/>
                  </a:lnTo>
                  <a:lnTo>
                    <a:pt x="8422941" y="784619"/>
                  </a:lnTo>
                  <a:lnTo>
                    <a:pt x="8460785" y="853878"/>
                  </a:lnTo>
                  <a:lnTo>
                    <a:pt x="8498677" y="925551"/>
                  </a:lnTo>
                  <a:lnTo>
                    <a:pt x="8536632" y="999135"/>
                  </a:lnTo>
                  <a:lnTo>
                    <a:pt x="8574641" y="1074062"/>
                  </a:lnTo>
                  <a:lnTo>
                    <a:pt x="8612684" y="1149720"/>
                  </a:lnTo>
                  <a:lnTo>
                    <a:pt x="8650731" y="1225470"/>
                  </a:lnTo>
                  <a:lnTo>
                    <a:pt x="8688752" y="1300671"/>
                  </a:lnTo>
                  <a:lnTo>
                    <a:pt x="8726724" y="1374699"/>
                  </a:lnTo>
                  <a:lnTo>
                    <a:pt x="8764634" y="1446973"/>
                  </a:lnTo>
                  <a:lnTo>
                    <a:pt x="8802489" y="1516971"/>
                  </a:lnTo>
                  <a:lnTo>
                    <a:pt x="8840319" y="1584241"/>
                  </a:lnTo>
                  <a:lnTo>
                    <a:pt x="8878187" y="1648418"/>
                  </a:lnTo>
                  <a:lnTo>
                    <a:pt x="8916186" y="1709224"/>
                  </a:lnTo>
                  <a:lnTo>
                    <a:pt x="8954455" y="1766471"/>
                  </a:lnTo>
                  <a:lnTo>
                    <a:pt x="8993174" y="1820057"/>
                  </a:lnTo>
                  <a:lnTo>
                    <a:pt x="9032582" y="1869963"/>
                  </a:lnTo>
                  <a:lnTo>
                    <a:pt x="9072977" y="1916241"/>
                  </a:lnTo>
                  <a:lnTo>
                    <a:pt x="9084767" y="1928827"/>
                  </a:lnTo>
                  <a:lnTo>
                    <a:pt x="9131470" y="1974686"/>
                  </a:lnTo>
                  <a:lnTo>
                    <a:pt x="9180593" y="2016252"/>
                  </a:lnTo>
                  <a:lnTo>
                    <a:pt x="9232858" y="2053713"/>
                  </a:lnTo>
                  <a:lnTo>
                    <a:pt x="9289056" y="2087400"/>
                  </a:lnTo>
                  <a:lnTo>
                    <a:pt x="9349996" y="2117702"/>
                  </a:lnTo>
                  <a:lnTo>
                    <a:pt x="9416454" y="2145004"/>
                  </a:lnTo>
                  <a:lnTo>
                    <a:pt x="9489105" y="2169657"/>
                  </a:lnTo>
                  <a:lnTo>
                    <a:pt x="9568423" y="2191957"/>
                  </a:lnTo>
                  <a:lnTo>
                    <a:pt x="9654561" y="2212138"/>
                  </a:lnTo>
                  <a:lnTo>
                    <a:pt x="9747190" y="2230364"/>
                  </a:lnTo>
                  <a:lnTo>
                    <a:pt x="9845324" y="2246729"/>
                  </a:lnTo>
                  <a:lnTo>
                    <a:pt x="9947156" y="2261265"/>
                  </a:lnTo>
                  <a:lnTo>
                    <a:pt x="10049975" y="2273956"/>
                  </a:lnTo>
                  <a:lnTo>
                    <a:pt x="10150226" y="2284760"/>
                  </a:lnTo>
                  <a:lnTo>
                    <a:pt x="10243790" y="2293645"/>
                  </a:lnTo>
                  <a:lnTo>
                    <a:pt x="10326503" y="2300622"/>
                  </a:lnTo>
                  <a:lnTo>
                    <a:pt x="10394836" y="2305776"/>
                  </a:lnTo>
                  <a:lnTo>
                    <a:pt x="10446594" y="2309288"/>
                  </a:lnTo>
                  <a:lnTo>
                    <a:pt x="10481411" y="2311422"/>
                  </a:lnTo>
                  <a:lnTo>
                    <a:pt x="10500938" y="2312508"/>
                  </a:lnTo>
                  <a:lnTo>
                    <a:pt x="10508715" y="2312902"/>
                  </a:lnTo>
                  <a:lnTo>
                    <a:pt x="10509911" y="2312958"/>
                  </a:lnTo>
                  <a:lnTo>
                    <a:pt x="11981298" y="2312958"/>
                  </a:lnTo>
                  <a:lnTo>
                    <a:pt x="11981298" y="2304785"/>
                  </a:lnTo>
                  <a:lnTo>
                    <a:pt x="10509911" y="2304785"/>
                  </a:lnTo>
                  <a:lnTo>
                    <a:pt x="10508735" y="2304730"/>
                  </a:lnTo>
                  <a:lnTo>
                    <a:pt x="10501013" y="2304339"/>
                  </a:lnTo>
                  <a:lnTo>
                    <a:pt x="10481565" y="2303258"/>
                  </a:lnTo>
                  <a:lnTo>
                    <a:pt x="10446843" y="2301131"/>
                  </a:lnTo>
                  <a:lnTo>
                    <a:pt x="10395183" y="2297628"/>
                  </a:lnTo>
                  <a:lnTo>
                    <a:pt x="10326941" y="2292483"/>
                  </a:lnTo>
                  <a:lnTo>
                    <a:pt x="10244302" y="2285518"/>
                  </a:lnTo>
                  <a:lnTo>
                    <a:pt x="10150788" y="2276644"/>
                  </a:lnTo>
                  <a:lnTo>
                    <a:pt x="10050564" y="2265850"/>
                  </a:lnTo>
                  <a:lnTo>
                    <a:pt x="9947749" y="2253170"/>
                  </a:lnTo>
                  <a:lnTo>
                    <a:pt x="9845903" y="2238645"/>
                  </a:lnTo>
                  <a:lnTo>
                    <a:pt x="9747742" y="2222291"/>
                  </a:lnTo>
                  <a:lnTo>
                    <a:pt x="9655077" y="2204076"/>
                  </a:lnTo>
                  <a:lnTo>
                    <a:pt x="9568900" y="2183907"/>
                  </a:lnTo>
                  <a:lnTo>
                    <a:pt x="9489542" y="2161619"/>
                  </a:lnTo>
                  <a:lnTo>
                    <a:pt x="9416855" y="2136981"/>
                  </a:lnTo>
                  <a:lnTo>
                    <a:pt x="9350363" y="2109695"/>
                  </a:lnTo>
                  <a:lnTo>
                    <a:pt x="9289393" y="2079412"/>
                  </a:lnTo>
                  <a:lnTo>
                    <a:pt x="9233170" y="2045744"/>
                  </a:lnTo>
                  <a:lnTo>
                    <a:pt x="9180885" y="2008307"/>
                  </a:lnTo>
                  <a:lnTo>
                    <a:pt x="9131745" y="1966765"/>
                  </a:lnTo>
                  <a:lnTo>
                    <a:pt x="9085030" y="1920931"/>
                  </a:lnTo>
                  <a:lnTo>
                    <a:pt x="9084767" y="1920654"/>
                  </a:lnTo>
                  <a:lnTo>
                    <a:pt x="9044023" y="1875396"/>
                  </a:lnTo>
                  <a:lnTo>
                    <a:pt x="9004366" y="1826537"/>
                  </a:lnTo>
                  <a:lnTo>
                    <a:pt x="8965477" y="1774004"/>
                  </a:lnTo>
                  <a:lnTo>
                    <a:pt x="8927100" y="1717798"/>
                  </a:lnTo>
                  <a:lnTo>
                    <a:pt x="8889039" y="1657995"/>
                  </a:lnTo>
                  <a:lnTo>
                    <a:pt x="8851146" y="1594758"/>
                  </a:lnTo>
                  <a:lnTo>
                    <a:pt x="8813312" y="1528339"/>
                  </a:lnTo>
                  <a:lnTo>
                    <a:pt x="8775469" y="1459080"/>
                  </a:lnTo>
                  <a:lnTo>
                    <a:pt x="8737576" y="1387406"/>
                  </a:lnTo>
                  <a:lnTo>
                    <a:pt x="8699622" y="1313822"/>
                  </a:lnTo>
                  <a:lnTo>
                    <a:pt x="8661612" y="1238895"/>
                  </a:lnTo>
                  <a:lnTo>
                    <a:pt x="8623569" y="1163237"/>
                  </a:lnTo>
                  <a:lnTo>
                    <a:pt x="8585522" y="1087487"/>
                  </a:lnTo>
                  <a:lnTo>
                    <a:pt x="8547501" y="1012287"/>
                  </a:lnTo>
                  <a:lnTo>
                    <a:pt x="8509529" y="938258"/>
                  </a:lnTo>
                  <a:lnTo>
                    <a:pt x="8471619" y="865984"/>
                  </a:lnTo>
                  <a:lnTo>
                    <a:pt x="8433764" y="795987"/>
                  </a:lnTo>
                  <a:lnTo>
                    <a:pt x="8395934" y="728717"/>
                  </a:lnTo>
                  <a:lnTo>
                    <a:pt x="8358066" y="664540"/>
                  </a:lnTo>
                  <a:lnTo>
                    <a:pt x="8320067" y="603734"/>
                  </a:lnTo>
                  <a:lnTo>
                    <a:pt x="8281798" y="546487"/>
                  </a:lnTo>
                  <a:lnTo>
                    <a:pt x="8243079" y="492900"/>
                  </a:lnTo>
                  <a:lnTo>
                    <a:pt x="8203671" y="442994"/>
                  </a:lnTo>
                  <a:lnTo>
                    <a:pt x="8163276" y="396717"/>
                  </a:lnTo>
                  <a:lnTo>
                    <a:pt x="8151487" y="384130"/>
                  </a:lnTo>
                  <a:lnTo>
                    <a:pt x="8104783" y="338272"/>
                  </a:lnTo>
                  <a:lnTo>
                    <a:pt x="8055660" y="296705"/>
                  </a:lnTo>
                  <a:lnTo>
                    <a:pt x="8003395" y="259245"/>
                  </a:lnTo>
                  <a:lnTo>
                    <a:pt x="7947197" y="225557"/>
                  </a:lnTo>
                  <a:lnTo>
                    <a:pt x="7886257" y="195255"/>
                  </a:lnTo>
                  <a:lnTo>
                    <a:pt x="7819799" y="167953"/>
                  </a:lnTo>
                  <a:lnTo>
                    <a:pt x="7747149" y="143301"/>
                  </a:lnTo>
                  <a:lnTo>
                    <a:pt x="7667831" y="121000"/>
                  </a:lnTo>
                  <a:lnTo>
                    <a:pt x="7581692" y="100819"/>
                  </a:lnTo>
                  <a:lnTo>
                    <a:pt x="7489063" y="82594"/>
                  </a:lnTo>
                  <a:lnTo>
                    <a:pt x="7390929" y="66229"/>
                  </a:lnTo>
                  <a:lnTo>
                    <a:pt x="7289098" y="51693"/>
                  </a:lnTo>
                  <a:lnTo>
                    <a:pt x="7186279" y="39002"/>
                  </a:lnTo>
                  <a:lnTo>
                    <a:pt x="7086028" y="28197"/>
                  </a:lnTo>
                  <a:lnTo>
                    <a:pt x="6992463" y="19312"/>
                  </a:lnTo>
                  <a:lnTo>
                    <a:pt x="6909751" y="12336"/>
                  </a:lnTo>
                  <a:lnTo>
                    <a:pt x="6841417" y="7181"/>
                  </a:lnTo>
                  <a:lnTo>
                    <a:pt x="6789659" y="3670"/>
                  </a:lnTo>
                  <a:lnTo>
                    <a:pt x="6754842" y="1535"/>
                  </a:lnTo>
                  <a:lnTo>
                    <a:pt x="6735315" y="449"/>
                  </a:lnTo>
                  <a:lnTo>
                    <a:pt x="6727538" y="55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810" y="66"/>
                  </a:lnTo>
                  <a:lnTo>
                    <a:pt x="5246282" y="537"/>
                  </a:lnTo>
                  <a:lnTo>
                    <a:pt x="5227308" y="1839"/>
                  </a:lnTo>
                  <a:lnTo>
                    <a:pt x="5193394" y="4402"/>
                  </a:lnTo>
                  <a:lnTo>
                    <a:pt x="5142861" y="8625"/>
                  </a:lnTo>
                  <a:lnTo>
                    <a:pt x="5075976" y="14832"/>
                  </a:lnTo>
                  <a:lnTo>
                    <a:pt x="4994795" y="23245"/>
                  </a:lnTo>
                  <a:lnTo>
                    <a:pt x="4902689" y="33975"/>
                  </a:lnTo>
                  <a:lnTo>
                    <a:pt x="4803696" y="47040"/>
                  </a:lnTo>
                  <a:lnTo>
                    <a:pt x="4701853" y="62403"/>
                  </a:lnTo>
                  <a:lnTo>
                    <a:pt x="4600686" y="80014"/>
                  </a:lnTo>
                  <a:lnTo>
                    <a:pt x="4502922" y="99848"/>
                  </a:lnTo>
                  <a:lnTo>
                    <a:pt x="4410411" y="121936"/>
                  </a:lnTo>
                  <a:lnTo>
                    <a:pt x="4324200" y="146384"/>
                  </a:lnTo>
                  <a:lnTo>
                    <a:pt x="4244678" y="173378"/>
                  </a:lnTo>
                  <a:lnTo>
                    <a:pt x="4171751" y="203188"/>
                  </a:lnTo>
                  <a:lnTo>
                    <a:pt x="4104990" y="236161"/>
                  </a:lnTo>
                  <a:lnTo>
                    <a:pt x="4043763" y="272713"/>
                  </a:lnTo>
                  <a:lnTo>
                    <a:pt x="3987324" y="313303"/>
                  </a:lnTo>
                  <a:lnTo>
                    <a:pt x="3934886" y="358401"/>
                  </a:lnTo>
                  <a:lnTo>
                    <a:pt x="3885673" y="408427"/>
                  </a:lnTo>
                  <a:lnTo>
                    <a:pt x="3838965" y="463650"/>
                  </a:lnTo>
                  <a:lnTo>
                    <a:pt x="3829811" y="475396"/>
                  </a:lnTo>
                  <a:lnTo>
                    <a:pt x="3792232" y="526835"/>
                  </a:lnTo>
                  <a:lnTo>
                    <a:pt x="3755599" y="582049"/>
                  </a:lnTo>
                  <a:lnTo>
                    <a:pt x="3719655" y="641116"/>
                  </a:lnTo>
                  <a:lnTo>
                    <a:pt x="3684191" y="704049"/>
                  </a:lnTo>
                  <a:lnTo>
                    <a:pt x="3649044" y="770795"/>
                  </a:lnTo>
                  <a:lnTo>
                    <a:pt x="3614083" y="841228"/>
                  </a:lnTo>
                  <a:lnTo>
                    <a:pt x="3579211" y="915141"/>
                  </a:lnTo>
                  <a:lnTo>
                    <a:pt x="3544360" y="992248"/>
                  </a:lnTo>
                  <a:lnTo>
                    <a:pt x="3509485" y="1072183"/>
                  </a:lnTo>
                  <a:lnTo>
                    <a:pt x="3474562" y="1154509"/>
                  </a:lnTo>
                  <a:lnTo>
                    <a:pt x="3439587" y="1238721"/>
                  </a:lnTo>
                  <a:lnTo>
                    <a:pt x="3404567" y="1324261"/>
                  </a:lnTo>
                  <a:lnTo>
                    <a:pt x="3369520" y="1410532"/>
                  </a:lnTo>
                  <a:lnTo>
                    <a:pt x="3334469" y="1496916"/>
                  </a:lnTo>
                  <a:lnTo>
                    <a:pt x="3299436" y="1582791"/>
                  </a:lnTo>
                  <a:lnTo>
                    <a:pt x="3264443" y="1667551"/>
                  </a:lnTo>
                  <a:lnTo>
                    <a:pt x="3229502" y="1750621"/>
                  </a:lnTo>
                  <a:lnTo>
                    <a:pt x="3194611" y="1831477"/>
                  </a:lnTo>
                  <a:lnTo>
                    <a:pt x="3159755" y="1909655"/>
                  </a:lnTo>
                  <a:lnTo>
                    <a:pt x="3124898" y="1984762"/>
                  </a:lnTo>
                  <a:lnTo>
                    <a:pt x="3089978" y="2056483"/>
                  </a:lnTo>
                  <a:lnTo>
                    <a:pt x="3054912" y="2124584"/>
                  </a:lnTo>
                  <a:lnTo>
                    <a:pt x="3019580" y="2188908"/>
                  </a:lnTo>
                  <a:lnTo>
                    <a:pt x="2983832" y="2249377"/>
                  </a:lnTo>
                  <a:lnTo>
                    <a:pt x="2947475" y="2305981"/>
                  </a:lnTo>
                  <a:lnTo>
                    <a:pt x="2910272" y="2358775"/>
                  </a:lnTo>
                  <a:lnTo>
                    <a:pt x="2896531" y="2376980"/>
                  </a:lnTo>
                  <a:lnTo>
                    <a:pt x="2850249" y="2433257"/>
                  </a:lnTo>
                  <a:lnTo>
                    <a:pt x="2801595" y="2484315"/>
                  </a:lnTo>
                  <a:lnTo>
                    <a:pt x="2749867" y="2530374"/>
                  </a:lnTo>
                  <a:lnTo>
                    <a:pt x="2694297" y="2571834"/>
                  </a:lnTo>
                  <a:lnTo>
                    <a:pt x="2634095" y="2609160"/>
                  </a:lnTo>
                  <a:lnTo>
                    <a:pt x="2568504" y="2642819"/>
                  </a:lnTo>
                  <a:lnTo>
                    <a:pt x="2496860" y="2673235"/>
                  </a:lnTo>
                  <a:lnTo>
                    <a:pt x="2418686" y="2700772"/>
                  </a:lnTo>
                  <a:lnTo>
                    <a:pt x="2333807" y="2725714"/>
                  </a:lnTo>
                  <a:lnTo>
                    <a:pt x="2242504" y="2748266"/>
                  </a:lnTo>
                  <a:lnTo>
                    <a:pt x="2145675" y="2768549"/>
                  </a:lnTo>
                  <a:lnTo>
                    <a:pt x="2045002" y="2786607"/>
                  </a:lnTo>
                  <a:lnTo>
                    <a:pt x="1943035" y="2802427"/>
                  </a:lnTo>
                  <a:lnTo>
                    <a:pt x="1843154" y="2815958"/>
                  </a:lnTo>
                  <a:lnTo>
                    <a:pt x="1749329" y="2827159"/>
                  </a:lnTo>
                  <a:lnTo>
                    <a:pt x="1665647" y="2836032"/>
                  </a:lnTo>
                  <a:lnTo>
                    <a:pt x="1595669" y="2842669"/>
                  </a:lnTo>
                  <a:lnTo>
                    <a:pt x="1541762" y="2847268"/>
                  </a:lnTo>
                  <a:lnTo>
                    <a:pt x="1504576" y="2850136"/>
                  </a:lnTo>
                  <a:lnTo>
                    <a:pt x="1482822" y="2851657"/>
                  </a:lnTo>
                  <a:lnTo>
                    <a:pt x="1473350" y="2852261"/>
                  </a:lnTo>
                  <a:lnTo>
                    <a:pt x="1471387" y="2852376"/>
                  </a:lnTo>
                  <a:lnTo>
                    <a:pt x="0" y="2852376"/>
                  </a:lnTo>
                  <a:close/>
                </a:path>
              </a:pathLst>
            </a:custGeom>
            <a:solidFill>
              <a:srgbClr val="E78AC3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368" name="pl1368"/>
            <p:cNvSpPr/>
            <p:nvPr/>
          </p:nvSpPr>
          <p:spPr>
            <a:xfrm>
              <a:off x="4799595" y="6132163"/>
              <a:ext cx="11981298" cy="2852376"/>
            </a:xfrm>
            <a:custGeom>
              <a:avLst/>
              <a:pathLst>
                <a:path w="11981298" h="2852376">
                  <a:moveTo>
                    <a:pt x="0" y="2852376"/>
                  </a:moveTo>
                  <a:lnTo>
                    <a:pt x="1471387" y="2852376"/>
                  </a:lnTo>
                  <a:lnTo>
                    <a:pt x="1472532" y="2852310"/>
                  </a:lnTo>
                  <a:lnTo>
                    <a:pt x="1480061" y="2851839"/>
                  </a:lnTo>
                  <a:lnTo>
                    <a:pt x="1499034" y="2850537"/>
                  </a:lnTo>
                  <a:lnTo>
                    <a:pt x="1532949" y="2847973"/>
                  </a:lnTo>
                  <a:lnTo>
                    <a:pt x="1583482" y="2843750"/>
                  </a:lnTo>
                  <a:lnTo>
                    <a:pt x="1650366" y="2837543"/>
                  </a:lnTo>
                  <a:lnTo>
                    <a:pt x="1731547" y="2829130"/>
                  </a:lnTo>
                  <a:lnTo>
                    <a:pt x="1823653" y="2818400"/>
                  </a:lnTo>
                  <a:lnTo>
                    <a:pt x="1922646" y="2805335"/>
                  </a:lnTo>
                  <a:lnTo>
                    <a:pt x="2024489" y="2789972"/>
                  </a:lnTo>
                  <a:lnTo>
                    <a:pt x="2125656" y="2772362"/>
                  </a:lnTo>
                  <a:lnTo>
                    <a:pt x="2223420" y="2752528"/>
                  </a:lnTo>
                  <a:lnTo>
                    <a:pt x="2315931" y="2730439"/>
                  </a:lnTo>
                  <a:lnTo>
                    <a:pt x="2402143" y="2705992"/>
                  </a:lnTo>
                  <a:lnTo>
                    <a:pt x="2481664" y="2678998"/>
                  </a:lnTo>
                  <a:lnTo>
                    <a:pt x="2554592" y="2649188"/>
                  </a:lnTo>
                  <a:lnTo>
                    <a:pt x="2621352" y="2616214"/>
                  </a:lnTo>
                  <a:lnTo>
                    <a:pt x="2682580" y="2579662"/>
                  </a:lnTo>
                  <a:lnTo>
                    <a:pt x="2739018" y="2539073"/>
                  </a:lnTo>
                  <a:lnTo>
                    <a:pt x="2791456" y="2493975"/>
                  </a:lnTo>
                  <a:lnTo>
                    <a:pt x="2840669" y="2443948"/>
                  </a:lnTo>
                  <a:lnTo>
                    <a:pt x="2887378" y="2388725"/>
                  </a:lnTo>
                  <a:lnTo>
                    <a:pt x="2896531" y="2376980"/>
                  </a:lnTo>
                  <a:lnTo>
                    <a:pt x="2934110" y="2325540"/>
                  </a:lnTo>
                  <a:lnTo>
                    <a:pt x="2970743" y="2270326"/>
                  </a:lnTo>
                  <a:lnTo>
                    <a:pt x="3006688" y="2211260"/>
                  </a:lnTo>
                  <a:lnTo>
                    <a:pt x="3042151" y="2148327"/>
                  </a:lnTo>
                  <a:lnTo>
                    <a:pt x="3077298" y="2081580"/>
                  </a:lnTo>
                  <a:lnTo>
                    <a:pt x="3112259" y="2011147"/>
                  </a:lnTo>
                  <a:lnTo>
                    <a:pt x="3147131" y="1937235"/>
                  </a:lnTo>
                  <a:lnTo>
                    <a:pt x="3181982" y="1860128"/>
                  </a:lnTo>
                  <a:lnTo>
                    <a:pt x="3216858" y="1780192"/>
                  </a:lnTo>
                  <a:lnTo>
                    <a:pt x="3251780" y="1697866"/>
                  </a:lnTo>
                  <a:lnTo>
                    <a:pt x="3286755" y="1613655"/>
                  </a:lnTo>
                  <a:lnTo>
                    <a:pt x="3321775" y="1528115"/>
                  </a:lnTo>
                  <a:lnTo>
                    <a:pt x="3356822" y="1441844"/>
                  </a:lnTo>
                  <a:lnTo>
                    <a:pt x="3391874" y="1355460"/>
                  </a:lnTo>
                  <a:lnTo>
                    <a:pt x="3426906" y="1269584"/>
                  </a:lnTo>
                  <a:lnTo>
                    <a:pt x="3461899" y="1184825"/>
                  </a:lnTo>
                  <a:lnTo>
                    <a:pt x="3496840" y="1101754"/>
                  </a:lnTo>
                  <a:lnTo>
                    <a:pt x="3531731" y="1020899"/>
                  </a:lnTo>
                  <a:lnTo>
                    <a:pt x="3566587" y="942721"/>
                  </a:lnTo>
                  <a:lnTo>
                    <a:pt x="3601445" y="867614"/>
                  </a:lnTo>
                  <a:lnTo>
                    <a:pt x="3636364" y="795892"/>
                  </a:lnTo>
                  <a:lnTo>
                    <a:pt x="3671431" y="727792"/>
                  </a:lnTo>
                  <a:lnTo>
                    <a:pt x="3706762" y="663467"/>
                  </a:lnTo>
                  <a:lnTo>
                    <a:pt x="3742510" y="602999"/>
                  </a:lnTo>
                  <a:lnTo>
                    <a:pt x="3778867" y="546395"/>
                  </a:lnTo>
                  <a:lnTo>
                    <a:pt x="3816070" y="493600"/>
                  </a:lnTo>
                  <a:lnTo>
                    <a:pt x="3829811" y="475396"/>
                  </a:lnTo>
                  <a:lnTo>
                    <a:pt x="3876093" y="419118"/>
                  </a:lnTo>
                  <a:lnTo>
                    <a:pt x="3924747" y="368060"/>
                  </a:lnTo>
                  <a:lnTo>
                    <a:pt x="3976475" y="322001"/>
                  </a:lnTo>
                  <a:lnTo>
                    <a:pt x="4032045" y="280541"/>
                  </a:lnTo>
                  <a:lnTo>
                    <a:pt x="4092247" y="243215"/>
                  </a:lnTo>
                  <a:lnTo>
                    <a:pt x="4157838" y="209557"/>
                  </a:lnTo>
                  <a:lnTo>
                    <a:pt x="4229482" y="179140"/>
                  </a:lnTo>
                  <a:lnTo>
                    <a:pt x="4307656" y="151604"/>
                  </a:lnTo>
                  <a:lnTo>
                    <a:pt x="4392535" y="126661"/>
                  </a:lnTo>
                  <a:lnTo>
                    <a:pt x="4483839" y="104109"/>
                  </a:lnTo>
                  <a:lnTo>
                    <a:pt x="4580667" y="83826"/>
                  </a:lnTo>
                  <a:lnTo>
                    <a:pt x="4681340" y="65768"/>
                  </a:lnTo>
                  <a:lnTo>
                    <a:pt x="4783307" y="49949"/>
                  </a:lnTo>
                  <a:lnTo>
                    <a:pt x="4883188" y="36417"/>
                  </a:lnTo>
                  <a:lnTo>
                    <a:pt x="4977013" y="25217"/>
                  </a:lnTo>
                  <a:lnTo>
                    <a:pt x="5060695" y="16343"/>
                  </a:lnTo>
                  <a:lnTo>
                    <a:pt x="5130673" y="9706"/>
                  </a:lnTo>
                  <a:lnTo>
                    <a:pt x="5184580" y="5107"/>
                  </a:lnTo>
                  <a:lnTo>
                    <a:pt x="5221766" y="2240"/>
                  </a:lnTo>
                  <a:lnTo>
                    <a:pt x="5243520" y="718"/>
                  </a:lnTo>
                  <a:lnTo>
                    <a:pt x="5252992" y="114"/>
                  </a:lnTo>
                  <a:lnTo>
                    <a:pt x="5254945" y="0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518" y="54"/>
                  </a:lnTo>
                  <a:lnTo>
                    <a:pt x="6735240" y="445"/>
                  </a:lnTo>
                  <a:lnTo>
                    <a:pt x="6754688" y="1526"/>
                  </a:lnTo>
                  <a:lnTo>
                    <a:pt x="6789411" y="3654"/>
                  </a:lnTo>
                  <a:lnTo>
                    <a:pt x="6841070" y="7156"/>
                  </a:lnTo>
                  <a:lnTo>
                    <a:pt x="6909313" y="12301"/>
                  </a:lnTo>
                  <a:lnTo>
                    <a:pt x="6991951" y="19267"/>
                  </a:lnTo>
                  <a:lnTo>
                    <a:pt x="7085465" y="28141"/>
                  </a:lnTo>
                  <a:lnTo>
                    <a:pt x="7185690" y="38934"/>
                  </a:lnTo>
                  <a:lnTo>
                    <a:pt x="7288504" y="51614"/>
                  </a:lnTo>
                  <a:lnTo>
                    <a:pt x="7390351" y="66140"/>
                  </a:lnTo>
                  <a:lnTo>
                    <a:pt x="7488511" y="82494"/>
                  </a:lnTo>
                  <a:lnTo>
                    <a:pt x="7581176" y="100708"/>
                  </a:lnTo>
                  <a:lnTo>
                    <a:pt x="7667354" y="120878"/>
                  </a:lnTo>
                  <a:lnTo>
                    <a:pt x="7746711" y="143166"/>
                  </a:lnTo>
                  <a:lnTo>
                    <a:pt x="7819398" y="167804"/>
                  </a:lnTo>
                  <a:lnTo>
                    <a:pt x="7885891" y="195089"/>
                  </a:lnTo>
                  <a:lnTo>
                    <a:pt x="7946860" y="225373"/>
                  </a:lnTo>
                  <a:lnTo>
                    <a:pt x="8003083" y="259040"/>
                  </a:lnTo>
                  <a:lnTo>
                    <a:pt x="8055369" y="296478"/>
                  </a:lnTo>
                  <a:lnTo>
                    <a:pt x="8104508" y="338020"/>
                  </a:lnTo>
                  <a:lnTo>
                    <a:pt x="8151223" y="383854"/>
                  </a:lnTo>
                  <a:lnTo>
                    <a:pt x="8151487" y="384130"/>
                  </a:lnTo>
                  <a:lnTo>
                    <a:pt x="8192231" y="429388"/>
                  </a:lnTo>
                  <a:lnTo>
                    <a:pt x="8231887" y="478248"/>
                  </a:lnTo>
                  <a:lnTo>
                    <a:pt x="8270777" y="530780"/>
                  </a:lnTo>
                  <a:lnTo>
                    <a:pt x="8309153" y="586987"/>
                  </a:lnTo>
                  <a:lnTo>
                    <a:pt x="8347214" y="646790"/>
                  </a:lnTo>
                  <a:lnTo>
                    <a:pt x="8385108" y="710027"/>
                  </a:lnTo>
                  <a:lnTo>
                    <a:pt x="8422941" y="776446"/>
                  </a:lnTo>
                  <a:lnTo>
                    <a:pt x="8460785" y="845705"/>
                  </a:lnTo>
                  <a:lnTo>
                    <a:pt x="8498677" y="917378"/>
                  </a:lnTo>
                  <a:lnTo>
                    <a:pt x="8536632" y="990962"/>
                  </a:lnTo>
                  <a:lnTo>
                    <a:pt x="8574641" y="1065889"/>
                  </a:lnTo>
                  <a:lnTo>
                    <a:pt x="8612684" y="1141547"/>
                  </a:lnTo>
                  <a:lnTo>
                    <a:pt x="8650731" y="1217297"/>
                  </a:lnTo>
                  <a:lnTo>
                    <a:pt x="8688752" y="1292498"/>
                  </a:lnTo>
                  <a:lnTo>
                    <a:pt x="8726724" y="1366526"/>
                  </a:lnTo>
                  <a:lnTo>
                    <a:pt x="8764634" y="1438800"/>
                  </a:lnTo>
                  <a:lnTo>
                    <a:pt x="8802489" y="1508798"/>
                  </a:lnTo>
                  <a:lnTo>
                    <a:pt x="8840319" y="1576068"/>
                  </a:lnTo>
                  <a:lnTo>
                    <a:pt x="8878187" y="1640245"/>
                  </a:lnTo>
                  <a:lnTo>
                    <a:pt x="8916186" y="1701051"/>
                  </a:lnTo>
                  <a:lnTo>
                    <a:pt x="8954455" y="1758298"/>
                  </a:lnTo>
                  <a:lnTo>
                    <a:pt x="8993174" y="1811884"/>
                  </a:lnTo>
                  <a:lnTo>
                    <a:pt x="9032582" y="1861790"/>
                  </a:lnTo>
                  <a:lnTo>
                    <a:pt x="9072977" y="1908068"/>
                  </a:lnTo>
                  <a:lnTo>
                    <a:pt x="9084767" y="1920654"/>
                  </a:lnTo>
                  <a:lnTo>
                    <a:pt x="9131470" y="1966513"/>
                  </a:lnTo>
                  <a:lnTo>
                    <a:pt x="9180593" y="2008079"/>
                  </a:lnTo>
                  <a:lnTo>
                    <a:pt x="9232858" y="2045540"/>
                  </a:lnTo>
                  <a:lnTo>
                    <a:pt x="9289056" y="2079227"/>
                  </a:lnTo>
                  <a:lnTo>
                    <a:pt x="9349996" y="2109529"/>
                  </a:lnTo>
                  <a:lnTo>
                    <a:pt x="9416454" y="2136831"/>
                  </a:lnTo>
                  <a:lnTo>
                    <a:pt x="9489105" y="2161484"/>
                  </a:lnTo>
                  <a:lnTo>
                    <a:pt x="9568423" y="2183784"/>
                  </a:lnTo>
                  <a:lnTo>
                    <a:pt x="9654561" y="2203965"/>
                  </a:lnTo>
                  <a:lnTo>
                    <a:pt x="9747190" y="2222191"/>
                  </a:lnTo>
                  <a:lnTo>
                    <a:pt x="9845324" y="2238556"/>
                  </a:lnTo>
                  <a:lnTo>
                    <a:pt x="9947156" y="2253092"/>
                  </a:lnTo>
                  <a:lnTo>
                    <a:pt x="10049975" y="2265783"/>
                  </a:lnTo>
                  <a:lnTo>
                    <a:pt x="10150226" y="2276587"/>
                  </a:lnTo>
                  <a:lnTo>
                    <a:pt x="10243790" y="2285472"/>
                  </a:lnTo>
                  <a:lnTo>
                    <a:pt x="10326503" y="2292449"/>
                  </a:lnTo>
                  <a:lnTo>
                    <a:pt x="10394836" y="2297603"/>
                  </a:lnTo>
                  <a:lnTo>
                    <a:pt x="10446594" y="2301115"/>
                  </a:lnTo>
                  <a:lnTo>
                    <a:pt x="10481411" y="2303249"/>
                  </a:lnTo>
                  <a:lnTo>
                    <a:pt x="10500938" y="2304335"/>
                  </a:lnTo>
                  <a:lnTo>
                    <a:pt x="10508715" y="2304729"/>
                  </a:lnTo>
                  <a:lnTo>
                    <a:pt x="10509911" y="2304785"/>
                  </a:lnTo>
                  <a:lnTo>
                    <a:pt x="10509911" y="2304785"/>
                  </a:lnTo>
                  <a:lnTo>
                    <a:pt x="11981298" y="230478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69" name="pl1369"/>
            <p:cNvSpPr/>
            <p:nvPr/>
          </p:nvSpPr>
          <p:spPr>
            <a:xfrm>
              <a:off x="4799595" y="6123990"/>
              <a:ext cx="11981298" cy="2852376"/>
            </a:xfrm>
            <a:custGeom>
              <a:avLst/>
              <a:pathLst>
                <a:path w="11981298" h="2852376">
                  <a:moveTo>
                    <a:pt x="11981298" y="2304785"/>
                  </a:moveTo>
                  <a:lnTo>
                    <a:pt x="10509911" y="2304785"/>
                  </a:lnTo>
                  <a:lnTo>
                    <a:pt x="10508735" y="2304730"/>
                  </a:lnTo>
                  <a:lnTo>
                    <a:pt x="10501013" y="2304339"/>
                  </a:lnTo>
                  <a:lnTo>
                    <a:pt x="10481565" y="2303258"/>
                  </a:lnTo>
                  <a:lnTo>
                    <a:pt x="10446843" y="2301131"/>
                  </a:lnTo>
                  <a:lnTo>
                    <a:pt x="10395183" y="2297628"/>
                  </a:lnTo>
                  <a:lnTo>
                    <a:pt x="10326941" y="2292483"/>
                  </a:lnTo>
                  <a:lnTo>
                    <a:pt x="10244302" y="2285518"/>
                  </a:lnTo>
                  <a:lnTo>
                    <a:pt x="10150788" y="2276644"/>
                  </a:lnTo>
                  <a:lnTo>
                    <a:pt x="10050564" y="2265850"/>
                  </a:lnTo>
                  <a:lnTo>
                    <a:pt x="9947749" y="2253170"/>
                  </a:lnTo>
                  <a:lnTo>
                    <a:pt x="9845903" y="2238645"/>
                  </a:lnTo>
                  <a:lnTo>
                    <a:pt x="9747742" y="2222291"/>
                  </a:lnTo>
                  <a:lnTo>
                    <a:pt x="9655077" y="2204076"/>
                  </a:lnTo>
                  <a:lnTo>
                    <a:pt x="9568900" y="2183907"/>
                  </a:lnTo>
                  <a:lnTo>
                    <a:pt x="9489542" y="2161619"/>
                  </a:lnTo>
                  <a:lnTo>
                    <a:pt x="9416855" y="2136981"/>
                  </a:lnTo>
                  <a:lnTo>
                    <a:pt x="9350363" y="2109695"/>
                  </a:lnTo>
                  <a:lnTo>
                    <a:pt x="9289393" y="2079412"/>
                  </a:lnTo>
                  <a:lnTo>
                    <a:pt x="9233170" y="2045744"/>
                  </a:lnTo>
                  <a:lnTo>
                    <a:pt x="9180885" y="2008307"/>
                  </a:lnTo>
                  <a:lnTo>
                    <a:pt x="9131745" y="1966765"/>
                  </a:lnTo>
                  <a:lnTo>
                    <a:pt x="9085030" y="1920931"/>
                  </a:lnTo>
                  <a:lnTo>
                    <a:pt x="9084767" y="1920654"/>
                  </a:lnTo>
                  <a:lnTo>
                    <a:pt x="9044023" y="1875396"/>
                  </a:lnTo>
                  <a:lnTo>
                    <a:pt x="9004366" y="1826537"/>
                  </a:lnTo>
                  <a:lnTo>
                    <a:pt x="8965477" y="1774004"/>
                  </a:lnTo>
                  <a:lnTo>
                    <a:pt x="8927100" y="1717798"/>
                  </a:lnTo>
                  <a:lnTo>
                    <a:pt x="8889039" y="1657995"/>
                  </a:lnTo>
                  <a:lnTo>
                    <a:pt x="8851146" y="1594758"/>
                  </a:lnTo>
                  <a:lnTo>
                    <a:pt x="8813312" y="1528339"/>
                  </a:lnTo>
                  <a:lnTo>
                    <a:pt x="8775469" y="1459080"/>
                  </a:lnTo>
                  <a:lnTo>
                    <a:pt x="8737576" y="1387406"/>
                  </a:lnTo>
                  <a:lnTo>
                    <a:pt x="8699622" y="1313822"/>
                  </a:lnTo>
                  <a:lnTo>
                    <a:pt x="8661612" y="1238895"/>
                  </a:lnTo>
                  <a:lnTo>
                    <a:pt x="8623569" y="1163237"/>
                  </a:lnTo>
                  <a:lnTo>
                    <a:pt x="8585522" y="1087487"/>
                  </a:lnTo>
                  <a:lnTo>
                    <a:pt x="8547501" y="1012287"/>
                  </a:lnTo>
                  <a:lnTo>
                    <a:pt x="8509529" y="938258"/>
                  </a:lnTo>
                  <a:lnTo>
                    <a:pt x="8471619" y="865984"/>
                  </a:lnTo>
                  <a:lnTo>
                    <a:pt x="8433764" y="795987"/>
                  </a:lnTo>
                  <a:lnTo>
                    <a:pt x="8395934" y="728717"/>
                  </a:lnTo>
                  <a:lnTo>
                    <a:pt x="8358066" y="664540"/>
                  </a:lnTo>
                  <a:lnTo>
                    <a:pt x="8320067" y="603734"/>
                  </a:lnTo>
                  <a:lnTo>
                    <a:pt x="8281798" y="546487"/>
                  </a:lnTo>
                  <a:lnTo>
                    <a:pt x="8243079" y="492900"/>
                  </a:lnTo>
                  <a:lnTo>
                    <a:pt x="8203671" y="442994"/>
                  </a:lnTo>
                  <a:lnTo>
                    <a:pt x="8163276" y="396717"/>
                  </a:lnTo>
                  <a:lnTo>
                    <a:pt x="8151487" y="384130"/>
                  </a:lnTo>
                  <a:lnTo>
                    <a:pt x="8104783" y="338272"/>
                  </a:lnTo>
                  <a:lnTo>
                    <a:pt x="8055660" y="296705"/>
                  </a:lnTo>
                  <a:lnTo>
                    <a:pt x="8003395" y="259245"/>
                  </a:lnTo>
                  <a:lnTo>
                    <a:pt x="7947197" y="225557"/>
                  </a:lnTo>
                  <a:lnTo>
                    <a:pt x="7886257" y="195255"/>
                  </a:lnTo>
                  <a:lnTo>
                    <a:pt x="7819799" y="167953"/>
                  </a:lnTo>
                  <a:lnTo>
                    <a:pt x="7747149" y="143301"/>
                  </a:lnTo>
                  <a:lnTo>
                    <a:pt x="7667831" y="121000"/>
                  </a:lnTo>
                  <a:lnTo>
                    <a:pt x="7581692" y="100819"/>
                  </a:lnTo>
                  <a:lnTo>
                    <a:pt x="7489063" y="82594"/>
                  </a:lnTo>
                  <a:lnTo>
                    <a:pt x="7390929" y="66229"/>
                  </a:lnTo>
                  <a:lnTo>
                    <a:pt x="7289098" y="51693"/>
                  </a:lnTo>
                  <a:lnTo>
                    <a:pt x="7186279" y="39002"/>
                  </a:lnTo>
                  <a:lnTo>
                    <a:pt x="7086028" y="28197"/>
                  </a:lnTo>
                  <a:lnTo>
                    <a:pt x="6992463" y="19312"/>
                  </a:lnTo>
                  <a:lnTo>
                    <a:pt x="6909751" y="12336"/>
                  </a:lnTo>
                  <a:lnTo>
                    <a:pt x="6841417" y="7181"/>
                  </a:lnTo>
                  <a:lnTo>
                    <a:pt x="6789659" y="3670"/>
                  </a:lnTo>
                  <a:lnTo>
                    <a:pt x="6754842" y="1535"/>
                  </a:lnTo>
                  <a:lnTo>
                    <a:pt x="6735315" y="449"/>
                  </a:lnTo>
                  <a:lnTo>
                    <a:pt x="6727538" y="55"/>
                  </a:lnTo>
                  <a:lnTo>
                    <a:pt x="6726343" y="0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810" y="66"/>
                  </a:lnTo>
                  <a:lnTo>
                    <a:pt x="5246282" y="537"/>
                  </a:lnTo>
                  <a:lnTo>
                    <a:pt x="5227308" y="1839"/>
                  </a:lnTo>
                  <a:lnTo>
                    <a:pt x="5193394" y="4402"/>
                  </a:lnTo>
                  <a:lnTo>
                    <a:pt x="5142861" y="8625"/>
                  </a:lnTo>
                  <a:lnTo>
                    <a:pt x="5075976" y="14832"/>
                  </a:lnTo>
                  <a:lnTo>
                    <a:pt x="4994795" y="23245"/>
                  </a:lnTo>
                  <a:lnTo>
                    <a:pt x="4902689" y="33975"/>
                  </a:lnTo>
                  <a:lnTo>
                    <a:pt x="4803696" y="47040"/>
                  </a:lnTo>
                  <a:lnTo>
                    <a:pt x="4701853" y="62403"/>
                  </a:lnTo>
                  <a:lnTo>
                    <a:pt x="4600686" y="80014"/>
                  </a:lnTo>
                  <a:lnTo>
                    <a:pt x="4502922" y="99848"/>
                  </a:lnTo>
                  <a:lnTo>
                    <a:pt x="4410411" y="121936"/>
                  </a:lnTo>
                  <a:lnTo>
                    <a:pt x="4324200" y="146384"/>
                  </a:lnTo>
                  <a:lnTo>
                    <a:pt x="4244678" y="173378"/>
                  </a:lnTo>
                  <a:lnTo>
                    <a:pt x="4171751" y="203188"/>
                  </a:lnTo>
                  <a:lnTo>
                    <a:pt x="4104990" y="236161"/>
                  </a:lnTo>
                  <a:lnTo>
                    <a:pt x="4043763" y="272713"/>
                  </a:lnTo>
                  <a:lnTo>
                    <a:pt x="3987324" y="313303"/>
                  </a:lnTo>
                  <a:lnTo>
                    <a:pt x="3934886" y="358401"/>
                  </a:lnTo>
                  <a:lnTo>
                    <a:pt x="3885673" y="408427"/>
                  </a:lnTo>
                  <a:lnTo>
                    <a:pt x="3838965" y="463650"/>
                  </a:lnTo>
                  <a:lnTo>
                    <a:pt x="3829811" y="475396"/>
                  </a:lnTo>
                  <a:lnTo>
                    <a:pt x="3792232" y="526835"/>
                  </a:lnTo>
                  <a:lnTo>
                    <a:pt x="3755599" y="582049"/>
                  </a:lnTo>
                  <a:lnTo>
                    <a:pt x="3719655" y="641116"/>
                  </a:lnTo>
                  <a:lnTo>
                    <a:pt x="3684191" y="704049"/>
                  </a:lnTo>
                  <a:lnTo>
                    <a:pt x="3649044" y="770795"/>
                  </a:lnTo>
                  <a:lnTo>
                    <a:pt x="3614083" y="841228"/>
                  </a:lnTo>
                  <a:lnTo>
                    <a:pt x="3579211" y="915141"/>
                  </a:lnTo>
                  <a:lnTo>
                    <a:pt x="3544360" y="992248"/>
                  </a:lnTo>
                  <a:lnTo>
                    <a:pt x="3509485" y="1072183"/>
                  </a:lnTo>
                  <a:lnTo>
                    <a:pt x="3474562" y="1154509"/>
                  </a:lnTo>
                  <a:lnTo>
                    <a:pt x="3439587" y="1238721"/>
                  </a:lnTo>
                  <a:lnTo>
                    <a:pt x="3404567" y="1324261"/>
                  </a:lnTo>
                  <a:lnTo>
                    <a:pt x="3369520" y="1410532"/>
                  </a:lnTo>
                  <a:lnTo>
                    <a:pt x="3334469" y="1496916"/>
                  </a:lnTo>
                  <a:lnTo>
                    <a:pt x="3299436" y="1582791"/>
                  </a:lnTo>
                  <a:lnTo>
                    <a:pt x="3264443" y="1667551"/>
                  </a:lnTo>
                  <a:lnTo>
                    <a:pt x="3229502" y="1750621"/>
                  </a:lnTo>
                  <a:lnTo>
                    <a:pt x="3194611" y="1831477"/>
                  </a:lnTo>
                  <a:lnTo>
                    <a:pt x="3159755" y="1909655"/>
                  </a:lnTo>
                  <a:lnTo>
                    <a:pt x="3124898" y="1984762"/>
                  </a:lnTo>
                  <a:lnTo>
                    <a:pt x="3089978" y="2056483"/>
                  </a:lnTo>
                  <a:lnTo>
                    <a:pt x="3054912" y="2124584"/>
                  </a:lnTo>
                  <a:lnTo>
                    <a:pt x="3019580" y="2188908"/>
                  </a:lnTo>
                  <a:lnTo>
                    <a:pt x="2983832" y="2249377"/>
                  </a:lnTo>
                  <a:lnTo>
                    <a:pt x="2947475" y="2305981"/>
                  </a:lnTo>
                  <a:lnTo>
                    <a:pt x="2910272" y="2358775"/>
                  </a:lnTo>
                  <a:lnTo>
                    <a:pt x="2896531" y="2376980"/>
                  </a:lnTo>
                  <a:lnTo>
                    <a:pt x="2850249" y="2433257"/>
                  </a:lnTo>
                  <a:lnTo>
                    <a:pt x="2801595" y="2484315"/>
                  </a:lnTo>
                  <a:lnTo>
                    <a:pt x="2749867" y="2530374"/>
                  </a:lnTo>
                  <a:lnTo>
                    <a:pt x="2694297" y="2571834"/>
                  </a:lnTo>
                  <a:lnTo>
                    <a:pt x="2634095" y="2609160"/>
                  </a:lnTo>
                  <a:lnTo>
                    <a:pt x="2568504" y="2642819"/>
                  </a:lnTo>
                  <a:lnTo>
                    <a:pt x="2496860" y="2673235"/>
                  </a:lnTo>
                  <a:lnTo>
                    <a:pt x="2418686" y="2700772"/>
                  </a:lnTo>
                  <a:lnTo>
                    <a:pt x="2333807" y="2725714"/>
                  </a:lnTo>
                  <a:lnTo>
                    <a:pt x="2242504" y="2748266"/>
                  </a:lnTo>
                  <a:lnTo>
                    <a:pt x="2145675" y="2768549"/>
                  </a:lnTo>
                  <a:lnTo>
                    <a:pt x="2045002" y="2786607"/>
                  </a:lnTo>
                  <a:lnTo>
                    <a:pt x="1943035" y="2802427"/>
                  </a:lnTo>
                  <a:lnTo>
                    <a:pt x="1843154" y="2815958"/>
                  </a:lnTo>
                  <a:lnTo>
                    <a:pt x="1749329" y="2827159"/>
                  </a:lnTo>
                  <a:lnTo>
                    <a:pt x="1665647" y="2836032"/>
                  </a:lnTo>
                  <a:lnTo>
                    <a:pt x="1595669" y="2842669"/>
                  </a:lnTo>
                  <a:lnTo>
                    <a:pt x="1541762" y="2847268"/>
                  </a:lnTo>
                  <a:lnTo>
                    <a:pt x="1504576" y="2850136"/>
                  </a:lnTo>
                  <a:lnTo>
                    <a:pt x="1482822" y="2851657"/>
                  </a:lnTo>
                  <a:lnTo>
                    <a:pt x="1473350" y="2852261"/>
                  </a:lnTo>
                  <a:lnTo>
                    <a:pt x="1471397" y="2852375"/>
                  </a:lnTo>
                  <a:lnTo>
                    <a:pt x="1471387" y="2852376"/>
                  </a:lnTo>
                  <a:lnTo>
                    <a:pt x="0" y="285237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70" name="pg1370"/>
            <p:cNvSpPr/>
            <p:nvPr/>
          </p:nvSpPr>
          <p:spPr>
            <a:xfrm>
              <a:off x="4799595" y="6998500"/>
              <a:ext cx="11981298" cy="2043249"/>
            </a:xfrm>
            <a:custGeom>
              <a:avLst/>
              <a:pathLst>
                <a:path w="11981298" h="2043249">
                  <a:moveTo>
                    <a:pt x="0" y="2043249"/>
                  </a:moveTo>
                  <a:lnTo>
                    <a:pt x="1471387" y="2043249"/>
                  </a:lnTo>
                  <a:lnTo>
                    <a:pt x="1472585" y="2043205"/>
                  </a:lnTo>
                  <a:lnTo>
                    <a:pt x="1480449" y="2042888"/>
                  </a:lnTo>
                  <a:lnTo>
                    <a:pt x="1500243" y="2042013"/>
                  </a:lnTo>
                  <a:lnTo>
                    <a:pt x="1535555" y="2040290"/>
                  </a:lnTo>
                  <a:lnTo>
                    <a:pt x="1588033" y="2037455"/>
                  </a:lnTo>
                  <a:lnTo>
                    <a:pt x="1657260" y="2033294"/>
                  </a:lnTo>
                  <a:lnTo>
                    <a:pt x="1740950" y="2027664"/>
                  </a:lnTo>
                  <a:lnTo>
                    <a:pt x="1835474" y="2020497"/>
                  </a:lnTo>
                  <a:lnTo>
                    <a:pt x="1936576" y="2011787"/>
                  </a:lnTo>
                  <a:lnTo>
                    <a:pt x="2040077" y="2001561"/>
                  </a:lnTo>
                  <a:lnTo>
                    <a:pt x="2142396" y="1989852"/>
                  </a:lnTo>
                  <a:lnTo>
                    <a:pt x="2240826" y="1976672"/>
                  </a:lnTo>
                  <a:lnTo>
                    <a:pt x="2333587" y="1961991"/>
                  </a:lnTo>
                  <a:lnTo>
                    <a:pt x="2419728" y="1945729"/>
                  </a:lnTo>
                  <a:lnTo>
                    <a:pt x="2498959" y="1927749"/>
                  </a:lnTo>
                  <a:lnTo>
                    <a:pt x="2571469" y="1907857"/>
                  </a:lnTo>
                  <a:lnTo>
                    <a:pt x="2637768" y="1885808"/>
                  </a:lnTo>
                  <a:lnTo>
                    <a:pt x="2698555" y="1861315"/>
                  </a:lnTo>
                  <a:lnTo>
                    <a:pt x="2754627" y="1834064"/>
                  </a:lnTo>
                  <a:lnTo>
                    <a:pt x="2806811" y="1803744"/>
                  </a:lnTo>
                  <a:lnTo>
                    <a:pt x="2855906" y="1770095"/>
                  </a:lnTo>
                  <a:lnTo>
                    <a:pt x="2896531" y="1738124"/>
                  </a:lnTo>
                  <a:lnTo>
                    <a:pt x="2940551" y="1699112"/>
                  </a:lnTo>
                  <a:lnTo>
                    <a:pt x="2983331" y="1656746"/>
                  </a:lnTo>
                  <a:lnTo>
                    <a:pt x="3025266" y="1610962"/>
                  </a:lnTo>
                  <a:lnTo>
                    <a:pt x="3066663" y="1561775"/>
                  </a:lnTo>
                  <a:lnTo>
                    <a:pt x="3107752" y="1509286"/>
                  </a:lnTo>
                  <a:lnTo>
                    <a:pt x="3148701" y="1453694"/>
                  </a:lnTo>
                  <a:lnTo>
                    <a:pt x="3189625" y="1395290"/>
                  </a:lnTo>
                  <a:lnTo>
                    <a:pt x="3230590" y="1334464"/>
                  </a:lnTo>
                  <a:lnTo>
                    <a:pt x="3271625" y="1271695"/>
                  </a:lnTo>
                  <a:lnTo>
                    <a:pt x="3312727" y="1207533"/>
                  </a:lnTo>
                  <a:lnTo>
                    <a:pt x="3353875" y="1142586"/>
                  </a:lnTo>
                  <a:lnTo>
                    <a:pt x="3395031" y="1077492"/>
                  </a:lnTo>
                  <a:lnTo>
                    <a:pt x="3436158" y="1012898"/>
                  </a:lnTo>
                  <a:lnTo>
                    <a:pt x="3477225" y="949427"/>
                  </a:lnTo>
                  <a:lnTo>
                    <a:pt x="3518220" y="887660"/>
                  </a:lnTo>
                  <a:lnTo>
                    <a:pt x="3559157" y="828109"/>
                  </a:lnTo>
                  <a:lnTo>
                    <a:pt x="3600083" y="771204"/>
                  </a:lnTo>
                  <a:lnTo>
                    <a:pt x="3641092" y="717283"/>
                  </a:lnTo>
                  <a:lnTo>
                    <a:pt x="3682325" y="666587"/>
                  </a:lnTo>
                  <a:lnTo>
                    <a:pt x="3723983" y="619258"/>
                  </a:lnTo>
                  <a:lnTo>
                    <a:pt x="3766339" y="575352"/>
                  </a:lnTo>
                  <a:lnTo>
                    <a:pt x="3809743" y="534837"/>
                  </a:lnTo>
                  <a:lnTo>
                    <a:pt x="3829811" y="517623"/>
                  </a:lnTo>
                  <a:lnTo>
                    <a:pt x="3876818" y="480976"/>
                  </a:lnTo>
                  <a:lnTo>
                    <a:pt x="3926280" y="447781"/>
                  </a:lnTo>
                  <a:lnTo>
                    <a:pt x="3978934" y="417886"/>
                  </a:lnTo>
                  <a:lnTo>
                    <a:pt x="4035586" y="391021"/>
                  </a:lnTo>
                  <a:lnTo>
                    <a:pt x="4097061" y="366871"/>
                  </a:lnTo>
                  <a:lnTo>
                    <a:pt x="4164149" y="345125"/>
                  </a:lnTo>
                  <a:lnTo>
                    <a:pt x="4237530" y="325500"/>
                  </a:lnTo>
                  <a:lnTo>
                    <a:pt x="4317678" y="307758"/>
                  </a:lnTo>
                  <a:lnTo>
                    <a:pt x="4404729" y="291713"/>
                  </a:lnTo>
                  <a:lnTo>
                    <a:pt x="4498316" y="277235"/>
                  </a:lnTo>
                  <a:lnTo>
                    <a:pt x="4597386" y="264252"/>
                  </a:lnTo>
                  <a:lnTo>
                    <a:pt x="4700038" y="252739"/>
                  </a:lnTo>
                  <a:lnTo>
                    <a:pt x="4803444" y="242713"/>
                  </a:lnTo>
                  <a:lnTo>
                    <a:pt x="4903919" y="234206"/>
                  </a:lnTo>
                  <a:lnTo>
                    <a:pt x="4997241" y="227246"/>
                  </a:lnTo>
                  <a:lnTo>
                    <a:pt x="5079194" y="221816"/>
                  </a:lnTo>
                  <a:lnTo>
                    <a:pt x="5146287" y="217841"/>
                  </a:lnTo>
                  <a:lnTo>
                    <a:pt x="5196461" y="215168"/>
                  </a:lnTo>
                  <a:lnTo>
                    <a:pt x="5229569" y="213575"/>
                  </a:lnTo>
                  <a:lnTo>
                    <a:pt x="5247529" y="212790"/>
                  </a:lnTo>
                  <a:lnTo>
                    <a:pt x="5254169" y="212526"/>
                  </a:lnTo>
                  <a:lnTo>
                    <a:pt x="5254955" y="212497"/>
                  </a:lnTo>
                  <a:lnTo>
                    <a:pt x="6726343" y="212497"/>
                  </a:lnTo>
                  <a:lnTo>
                    <a:pt x="6727580" y="212492"/>
                  </a:lnTo>
                  <a:lnTo>
                    <a:pt x="6735699" y="212456"/>
                  </a:lnTo>
                  <a:lnTo>
                    <a:pt x="6756112" y="212355"/>
                  </a:lnTo>
                  <a:lnTo>
                    <a:pt x="6792476" y="212156"/>
                  </a:lnTo>
                  <a:lnTo>
                    <a:pt x="6846412" y="211829"/>
                  </a:lnTo>
                  <a:lnTo>
                    <a:pt x="6917385" y="211350"/>
                  </a:lnTo>
                  <a:lnTo>
                    <a:pt x="7002930" y="210702"/>
                  </a:lnTo>
                  <a:lnTo>
                    <a:pt x="7099224" y="209879"/>
                  </a:lnTo>
                  <a:lnTo>
                    <a:pt x="7201850" y="208879"/>
                  </a:lnTo>
                  <a:lnTo>
                    <a:pt x="7306530" y="207708"/>
                  </a:lnTo>
                  <a:lnTo>
                    <a:pt x="7409648" y="206367"/>
                  </a:lnTo>
                  <a:lnTo>
                    <a:pt x="7508520" y="204858"/>
                  </a:lnTo>
                  <a:lnTo>
                    <a:pt x="7601422" y="203177"/>
                  </a:lnTo>
                  <a:lnTo>
                    <a:pt x="7687476" y="201314"/>
                  </a:lnTo>
                  <a:lnTo>
                    <a:pt x="7766470" y="199252"/>
                  </a:lnTo>
                  <a:lnTo>
                    <a:pt x="7838661" y="196967"/>
                  </a:lnTo>
                  <a:lnTo>
                    <a:pt x="7904617" y="194431"/>
                  </a:lnTo>
                  <a:lnTo>
                    <a:pt x="7965088" y="191609"/>
                  </a:lnTo>
                  <a:lnTo>
                    <a:pt x="8020908" y="188465"/>
                  </a:lnTo>
                  <a:lnTo>
                    <a:pt x="8072929" y="184964"/>
                  </a:lnTo>
                  <a:lnTo>
                    <a:pt x="8121964" y="181079"/>
                  </a:lnTo>
                  <a:lnTo>
                    <a:pt x="8151487" y="178443"/>
                  </a:lnTo>
                  <a:lnTo>
                    <a:pt x="8207433" y="172821"/>
                  </a:lnTo>
                  <a:lnTo>
                    <a:pt x="8261546" y="166584"/>
                  </a:lnTo>
                  <a:lnTo>
                    <a:pt x="8314566" y="159727"/>
                  </a:lnTo>
                  <a:lnTo>
                    <a:pt x="8367024" y="152266"/>
                  </a:lnTo>
                  <a:lnTo>
                    <a:pt x="8419273" y="144246"/>
                  </a:lnTo>
                  <a:lnTo>
                    <a:pt x="8471527" y="135741"/>
                  </a:lnTo>
                  <a:lnTo>
                    <a:pt x="8523882" y="126852"/>
                  </a:lnTo>
                  <a:lnTo>
                    <a:pt x="8576347" y="117704"/>
                  </a:lnTo>
                  <a:lnTo>
                    <a:pt x="8628873" y="108437"/>
                  </a:lnTo>
                  <a:lnTo>
                    <a:pt x="8681383" y="99201"/>
                  </a:lnTo>
                  <a:lnTo>
                    <a:pt x="8733806" y="90142"/>
                  </a:lnTo>
                  <a:lnTo>
                    <a:pt x="8786114" y="81396"/>
                  </a:lnTo>
                  <a:lnTo>
                    <a:pt x="8838348" y="73079"/>
                  </a:lnTo>
                  <a:lnTo>
                    <a:pt x="8890650" y="65281"/>
                  </a:lnTo>
                  <a:lnTo>
                    <a:pt x="8943286" y="58063"/>
                  </a:lnTo>
                  <a:lnTo>
                    <a:pt x="8996678" y="51459"/>
                  </a:lnTo>
                  <a:lnTo>
                    <a:pt x="9051437" y="45476"/>
                  </a:lnTo>
                  <a:lnTo>
                    <a:pt x="9084767" y="42227"/>
                  </a:lnTo>
                  <a:lnTo>
                    <a:pt x="9132309" y="38093"/>
                  </a:lnTo>
                  <a:lnTo>
                    <a:pt x="9182369" y="34354"/>
                  </a:lnTo>
                  <a:lnTo>
                    <a:pt x="9235711" y="30990"/>
                  </a:lnTo>
                  <a:lnTo>
                    <a:pt x="9293168" y="27971"/>
                  </a:lnTo>
                  <a:lnTo>
                    <a:pt x="9355594" y="25260"/>
                  </a:lnTo>
                  <a:lnTo>
                    <a:pt x="9423799" y="22821"/>
                  </a:lnTo>
                  <a:lnTo>
                    <a:pt x="9498479" y="20623"/>
                  </a:lnTo>
                  <a:lnTo>
                    <a:pt x="9580101" y="18637"/>
                  </a:lnTo>
                  <a:lnTo>
                    <a:pt x="9668771" y="16844"/>
                  </a:lnTo>
                  <a:lnTo>
                    <a:pt x="9764047" y="15228"/>
                  </a:lnTo>
                  <a:lnTo>
                    <a:pt x="9864757" y="13783"/>
                  </a:lnTo>
                  <a:lnTo>
                    <a:pt x="9968826" y="12505"/>
                  </a:lnTo>
                  <a:lnTo>
                    <a:pt x="10073206" y="11397"/>
                  </a:lnTo>
                  <a:lnTo>
                    <a:pt x="10173988" y="10463"/>
                  </a:lnTo>
                  <a:lnTo>
                    <a:pt x="10266768" y="9706"/>
                  </a:lnTo>
                  <a:lnTo>
                    <a:pt x="10347259" y="9122"/>
                  </a:lnTo>
                  <a:lnTo>
                    <a:pt x="10412061" y="8702"/>
                  </a:lnTo>
                  <a:lnTo>
                    <a:pt x="10459380" y="8426"/>
                  </a:lnTo>
                  <a:lnTo>
                    <a:pt x="10489480" y="8268"/>
                  </a:lnTo>
                  <a:lnTo>
                    <a:pt x="10504772" y="8195"/>
                  </a:lnTo>
                  <a:lnTo>
                    <a:pt x="10509600" y="8174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8673" y="5"/>
                  </a:lnTo>
                  <a:lnTo>
                    <a:pt x="10500555" y="41"/>
                  </a:lnTo>
                  <a:lnTo>
                    <a:pt x="10480142" y="142"/>
                  </a:lnTo>
                  <a:lnTo>
                    <a:pt x="10443777" y="341"/>
                  </a:lnTo>
                  <a:lnTo>
                    <a:pt x="10389841" y="668"/>
                  </a:lnTo>
                  <a:lnTo>
                    <a:pt x="10318868" y="1147"/>
                  </a:lnTo>
                  <a:lnTo>
                    <a:pt x="10233324" y="1795"/>
                  </a:lnTo>
                  <a:lnTo>
                    <a:pt x="10137030" y="2618"/>
                  </a:lnTo>
                  <a:lnTo>
                    <a:pt x="10034403" y="3618"/>
                  </a:lnTo>
                  <a:lnTo>
                    <a:pt x="9929723" y="4789"/>
                  </a:lnTo>
                  <a:lnTo>
                    <a:pt x="9826605" y="6130"/>
                  </a:lnTo>
                  <a:lnTo>
                    <a:pt x="9727733" y="7639"/>
                  </a:lnTo>
                  <a:lnTo>
                    <a:pt x="9634832" y="9320"/>
                  </a:lnTo>
                  <a:lnTo>
                    <a:pt x="9548777" y="11183"/>
                  </a:lnTo>
                  <a:lnTo>
                    <a:pt x="9469784" y="13245"/>
                  </a:lnTo>
                  <a:lnTo>
                    <a:pt x="9397592" y="15530"/>
                  </a:lnTo>
                  <a:lnTo>
                    <a:pt x="9331636" y="18066"/>
                  </a:lnTo>
                  <a:lnTo>
                    <a:pt x="9271165" y="20888"/>
                  </a:lnTo>
                  <a:lnTo>
                    <a:pt x="9215345" y="24032"/>
                  </a:lnTo>
                  <a:lnTo>
                    <a:pt x="9163325" y="27533"/>
                  </a:lnTo>
                  <a:lnTo>
                    <a:pt x="9114289" y="31418"/>
                  </a:lnTo>
                  <a:lnTo>
                    <a:pt x="9084767" y="34054"/>
                  </a:lnTo>
                  <a:lnTo>
                    <a:pt x="9028820" y="39676"/>
                  </a:lnTo>
                  <a:lnTo>
                    <a:pt x="8974708" y="45913"/>
                  </a:lnTo>
                  <a:lnTo>
                    <a:pt x="8921687" y="52770"/>
                  </a:lnTo>
                  <a:lnTo>
                    <a:pt x="8869229" y="60231"/>
                  </a:lnTo>
                  <a:lnTo>
                    <a:pt x="8816980" y="68251"/>
                  </a:lnTo>
                  <a:lnTo>
                    <a:pt x="8764726" y="76756"/>
                  </a:lnTo>
                  <a:lnTo>
                    <a:pt x="8712371" y="85645"/>
                  </a:lnTo>
                  <a:lnTo>
                    <a:pt x="8659906" y="94793"/>
                  </a:lnTo>
                  <a:lnTo>
                    <a:pt x="8607380" y="104060"/>
                  </a:lnTo>
                  <a:lnTo>
                    <a:pt x="8554871" y="113296"/>
                  </a:lnTo>
                  <a:lnTo>
                    <a:pt x="8502447" y="122355"/>
                  </a:lnTo>
                  <a:lnTo>
                    <a:pt x="8450139" y="131101"/>
                  </a:lnTo>
                  <a:lnTo>
                    <a:pt x="8397905" y="139418"/>
                  </a:lnTo>
                  <a:lnTo>
                    <a:pt x="8345603" y="147216"/>
                  </a:lnTo>
                  <a:lnTo>
                    <a:pt x="8292967" y="154434"/>
                  </a:lnTo>
                  <a:lnTo>
                    <a:pt x="8239575" y="161038"/>
                  </a:lnTo>
                  <a:lnTo>
                    <a:pt x="8184816" y="167021"/>
                  </a:lnTo>
                  <a:lnTo>
                    <a:pt x="8151487" y="170270"/>
                  </a:lnTo>
                  <a:lnTo>
                    <a:pt x="8103944" y="174404"/>
                  </a:lnTo>
                  <a:lnTo>
                    <a:pt x="8053884" y="178143"/>
                  </a:lnTo>
                  <a:lnTo>
                    <a:pt x="8000543" y="181507"/>
                  </a:lnTo>
                  <a:lnTo>
                    <a:pt x="7943085" y="184526"/>
                  </a:lnTo>
                  <a:lnTo>
                    <a:pt x="7880660" y="187237"/>
                  </a:lnTo>
                  <a:lnTo>
                    <a:pt x="7812454" y="189676"/>
                  </a:lnTo>
                  <a:lnTo>
                    <a:pt x="7737774" y="191874"/>
                  </a:lnTo>
                  <a:lnTo>
                    <a:pt x="7656152" y="193859"/>
                  </a:lnTo>
                  <a:lnTo>
                    <a:pt x="7567483" y="195653"/>
                  </a:lnTo>
                  <a:lnTo>
                    <a:pt x="7472206" y="197269"/>
                  </a:lnTo>
                  <a:lnTo>
                    <a:pt x="7371496" y="198714"/>
                  </a:lnTo>
                  <a:lnTo>
                    <a:pt x="7267427" y="199992"/>
                  </a:lnTo>
                  <a:lnTo>
                    <a:pt x="7163048" y="201100"/>
                  </a:lnTo>
                  <a:lnTo>
                    <a:pt x="7062265" y="202034"/>
                  </a:lnTo>
                  <a:lnTo>
                    <a:pt x="6969485" y="202791"/>
                  </a:lnTo>
                  <a:lnTo>
                    <a:pt x="6888994" y="203375"/>
                  </a:lnTo>
                  <a:lnTo>
                    <a:pt x="6824192" y="203795"/>
                  </a:lnTo>
                  <a:lnTo>
                    <a:pt x="6776873" y="204071"/>
                  </a:lnTo>
                  <a:lnTo>
                    <a:pt x="6746773" y="204229"/>
                  </a:lnTo>
                  <a:lnTo>
                    <a:pt x="6731481" y="204302"/>
                  </a:lnTo>
                  <a:lnTo>
                    <a:pt x="6726653" y="204323"/>
                  </a:lnTo>
                  <a:lnTo>
                    <a:pt x="6726343" y="204324"/>
                  </a:lnTo>
                  <a:lnTo>
                    <a:pt x="5254955" y="204324"/>
                  </a:lnTo>
                  <a:lnTo>
                    <a:pt x="5253757" y="204369"/>
                  </a:lnTo>
                  <a:lnTo>
                    <a:pt x="5245893" y="204685"/>
                  </a:lnTo>
                  <a:lnTo>
                    <a:pt x="5226099" y="205561"/>
                  </a:lnTo>
                  <a:lnTo>
                    <a:pt x="5190787" y="207283"/>
                  </a:lnTo>
                  <a:lnTo>
                    <a:pt x="5138309" y="210118"/>
                  </a:lnTo>
                  <a:lnTo>
                    <a:pt x="5069082" y="214279"/>
                  </a:lnTo>
                  <a:lnTo>
                    <a:pt x="4985392" y="219910"/>
                  </a:lnTo>
                  <a:lnTo>
                    <a:pt x="4890868" y="227076"/>
                  </a:lnTo>
                  <a:lnTo>
                    <a:pt x="4789766" y="235787"/>
                  </a:lnTo>
                  <a:lnTo>
                    <a:pt x="4686266" y="246013"/>
                  </a:lnTo>
                  <a:lnTo>
                    <a:pt x="4583947" y="257721"/>
                  </a:lnTo>
                  <a:lnTo>
                    <a:pt x="4485516" y="270901"/>
                  </a:lnTo>
                  <a:lnTo>
                    <a:pt x="4392755" y="285582"/>
                  </a:lnTo>
                  <a:lnTo>
                    <a:pt x="4306614" y="301844"/>
                  </a:lnTo>
                  <a:lnTo>
                    <a:pt x="4227383" y="319825"/>
                  </a:lnTo>
                  <a:lnTo>
                    <a:pt x="4154873" y="339717"/>
                  </a:lnTo>
                  <a:lnTo>
                    <a:pt x="4088574" y="361766"/>
                  </a:lnTo>
                  <a:lnTo>
                    <a:pt x="4027788" y="386259"/>
                  </a:lnTo>
                  <a:lnTo>
                    <a:pt x="3971715" y="413509"/>
                  </a:lnTo>
                  <a:lnTo>
                    <a:pt x="3919531" y="443829"/>
                  </a:lnTo>
                  <a:lnTo>
                    <a:pt x="3870437" y="477478"/>
                  </a:lnTo>
                  <a:lnTo>
                    <a:pt x="3829811" y="509450"/>
                  </a:lnTo>
                  <a:lnTo>
                    <a:pt x="3785791" y="548462"/>
                  </a:lnTo>
                  <a:lnTo>
                    <a:pt x="3743011" y="590828"/>
                  </a:lnTo>
                  <a:lnTo>
                    <a:pt x="3701076" y="636612"/>
                  </a:lnTo>
                  <a:lnTo>
                    <a:pt x="3659679" y="685799"/>
                  </a:lnTo>
                  <a:lnTo>
                    <a:pt x="3618590" y="738287"/>
                  </a:lnTo>
                  <a:lnTo>
                    <a:pt x="3577641" y="793880"/>
                  </a:lnTo>
                  <a:lnTo>
                    <a:pt x="3536718" y="852284"/>
                  </a:lnTo>
                  <a:lnTo>
                    <a:pt x="3495753" y="913109"/>
                  </a:lnTo>
                  <a:lnTo>
                    <a:pt x="3454718" y="975879"/>
                  </a:lnTo>
                  <a:lnTo>
                    <a:pt x="3413615" y="1040041"/>
                  </a:lnTo>
                  <a:lnTo>
                    <a:pt x="3372467" y="1104988"/>
                  </a:lnTo>
                  <a:lnTo>
                    <a:pt x="3331311" y="1170081"/>
                  </a:lnTo>
                  <a:lnTo>
                    <a:pt x="3290184" y="1234675"/>
                  </a:lnTo>
                  <a:lnTo>
                    <a:pt x="3249117" y="1298146"/>
                  </a:lnTo>
                  <a:lnTo>
                    <a:pt x="3208122" y="1359914"/>
                  </a:lnTo>
                  <a:lnTo>
                    <a:pt x="3167185" y="1419465"/>
                  </a:lnTo>
                  <a:lnTo>
                    <a:pt x="3126259" y="1476370"/>
                  </a:lnTo>
                  <a:lnTo>
                    <a:pt x="3085250" y="1530291"/>
                  </a:lnTo>
                  <a:lnTo>
                    <a:pt x="3044018" y="1580987"/>
                  </a:lnTo>
                  <a:lnTo>
                    <a:pt x="3002359" y="1628315"/>
                  </a:lnTo>
                  <a:lnTo>
                    <a:pt x="2960003" y="1672222"/>
                  </a:lnTo>
                  <a:lnTo>
                    <a:pt x="2916599" y="1712737"/>
                  </a:lnTo>
                  <a:lnTo>
                    <a:pt x="2896531" y="1729951"/>
                  </a:lnTo>
                  <a:lnTo>
                    <a:pt x="2849524" y="1766598"/>
                  </a:lnTo>
                  <a:lnTo>
                    <a:pt x="2800062" y="1799793"/>
                  </a:lnTo>
                  <a:lnTo>
                    <a:pt x="2747409" y="1829687"/>
                  </a:lnTo>
                  <a:lnTo>
                    <a:pt x="2690756" y="1856553"/>
                  </a:lnTo>
                  <a:lnTo>
                    <a:pt x="2629281" y="1880703"/>
                  </a:lnTo>
                  <a:lnTo>
                    <a:pt x="2562193" y="1902449"/>
                  </a:lnTo>
                  <a:lnTo>
                    <a:pt x="2488812" y="1922074"/>
                  </a:lnTo>
                  <a:lnTo>
                    <a:pt x="2408664" y="1939815"/>
                  </a:lnTo>
                  <a:lnTo>
                    <a:pt x="2321613" y="1955860"/>
                  </a:lnTo>
                  <a:lnTo>
                    <a:pt x="2228026" y="1970338"/>
                  </a:lnTo>
                  <a:lnTo>
                    <a:pt x="2128956" y="1983322"/>
                  </a:lnTo>
                  <a:lnTo>
                    <a:pt x="2026304" y="1994835"/>
                  </a:lnTo>
                  <a:lnTo>
                    <a:pt x="1922899" y="2004861"/>
                  </a:lnTo>
                  <a:lnTo>
                    <a:pt x="1822423" y="2013367"/>
                  </a:lnTo>
                  <a:lnTo>
                    <a:pt x="1729101" y="2020328"/>
                  </a:lnTo>
                  <a:lnTo>
                    <a:pt x="1647149" y="2025757"/>
                  </a:lnTo>
                  <a:lnTo>
                    <a:pt x="1580055" y="2029732"/>
                  </a:lnTo>
                  <a:lnTo>
                    <a:pt x="1529881" y="2032405"/>
                  </a:lnTo>
                  <a:lnTo>
                    <a:pt x="1496774" y="2033999"/>
                  </a:lnTo>
                  <a:lnTo>
                    <a:pt x="1478813" y="2034783"/>
                  </a:lnTo>
                  <a:lnTo>
                    <a:pt x="1472173" y="2035047"/>
                  </a:lnTo>
                  <a:lnTo>
                    <a:pt x="1471387" y="2035076"/>
                  </a:lnTo>
                  <a:lnTo>
                    <a:pt x="0" y="2035076"/>
                  </a:lnTo>
                  <a:close/>
                </a:path>
              </a:pathLst>
            </a:custGeom>
            <a:solidFill>
              <a:srgbClr val="E78AC3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371" name="pl1371"/>
            <p:cNvSpPr/>
            <p:nvPr/>
          </p:nvSpPr>
          <p:spPr>
            <a:xfrm>
              <a:off x="4799595" y="7006673"/>
              <a:ext cx="11981298" cy="2035076"/>
            </a:xfrm>
            <a:custGeom>
              <a:avLst/>
              <a:pathLst>
                <a:path w="11981298" h="2035076">
                  <a:moveTo>
                    <a:pt x="0" y="2035076"/>
                  </a:moveTo>
                  <a:lnTo>
                    <a:pt x="1471387" y="2035076"/>
                  </a:lnTo>
                  <a:lnTo>
                    <a:pt x="1472585" y="2035032"/>
                  </a:lnTo>
                  <a:lnTo>
                    <a:pt x="1480449" y="2034715"/>
                  </a:lnTo>
                  <a:lnTo>
                    <a:pt x="1500243" y="2033840"/>
                  </a:lnTo>
                  <a:lnTo>
                    <a:pt x="1535555" y="2032117"/>
                  </a:lnTo>
                  <a:lnTo>
                    <a:pt x="1588033" y="2029282"/>
                  </a:lnTo>
                  <a:lnTo>
                    <a:pt x="1657260" y="2025121"/>
                  </a:lnTo>
                  <a:lnTo>
                    <a:pt x="1740950" y="2019491"/>
                  </a:lnTo>
                  <a:lnTo>
                    <a:pt x="1835474" y="2012324"/>
                  </a:lnTo>
                  <a:lnTo>
                    <a:pt x="1936576" y="2003614"/>
                  </a:lnTo>
                  <a:lnTo>
                    <a:pt x="2040077" y="1993388"/>
                  </a:lnTo>
                  <a:lnTo>
                    <a:pt x="2142396" y="1981679"/>
                  </a:lnTo>
                  <a:lnTo>
                    <a:pt x="2240826" y="1968499"/>
                  </a:lnTo>
                  <a:lnTo>
                    <a:pt x="2333587" y="1953818"/>
                  </a:lnTo>
                  <a:lnTo>
                    <a:pt x="2419728" y="1937556"/>
                  </a:lnTo>
                  <a:lnTo>
                    <a:pt x="2498959" y="1919576"/>
                  </a:lnTo>
                  <a:lnTo>
                    <a:pt x="2571469" y="1899684"/>
                  </a:lnTo>
                  <a:lnTo>
                    <a:pt x="2637768" y="1877635"/>
                  </a:lnTo>
                  <a:lnTo>
                    <a:pt x="2698555" y="1853142"/>
                  </a:lnTo>
                  <a:lnTo>
                    <a:pt x="2754627" y="1825891"/>
                  </a:lnTo>
                  <a:lnTo>
                    <a:pt x="2806811" y="1795571"/>
                  </a:lnTo>
                  <a:lnTo>
                    <a:pt x="2855906" y="1761922"/>
                  </a:lnTo>
                  <a:lnTo>
                    <a:pt x="2896531" y="1729951"/>
                  </a:lnTo>
                  <a:lnTo>
                    <a:pt x="2940551" y="1690939"/>
                  </a:lnTo>
                  <a:lnTo>
                    <a:pt x="2983331" y="1648573"/>
                  </a:lnTo>
                  <a:lnTo>
                    <a:pt x="3025266" y="1602789"/>
                  </a:lnTo>
                  <a:lnTo>
                    <a:pt x="3066663" y="1553602"/>
                  </a:lnTo>
                  <a:lnTo>
                    <a:pt x="3107752" y="1501113"/>
                  </a:lnTo>
                  <a:lnTo>
                    <a:pt x="3148701" y="1445521"/>
                  </a:lnTo>
                  <a:lnTo>
                    <a:pt x="3189625" y="1387117"/>
                  </a:lnTo>
                  <a:lnTo>
                    <a:pt x="3230590" y="1326291"/>
                  </a:lnTo>
                  <a:lnTo>
                    <a:pt x="3271625" y="1263522"/>
                  </a:lnTo>
                  <a:lnTo>
                    <a:pt x="3312727" y="1199360"/>
                  </a:lnTo>
                  <a:lnTo>
                    <a:pt x="3353875" y="1134413"/>
                  </a:lnTo>
                  <a:lnTo>
                    <a:pt x="3395031" y="1069319"/>
                  </a:lnTo>
                  <a:lnTo>
                    <a:pt x="3436158" y="1004725"/>
                  </a:lnTo>
                  <a:lnTo>
                    <a:pt x="3477225" y="941254"/>
                  </a:lnTo>
                  <a:lnTo>
                    <a:pt x="3518220" y="879487"/>
                  </a:lnTo>
                  <a:lnTo>
                    <a:pt x="3559157" y="819936"/>
                  </a:lnTo>
                  <a:lnTo>
                    <a:pt x="3600083" y="763031"/>
                  </a:lnTo>
                  <a:lnTo>
                    <a:pt x="3641092" y="709110"/>
                  </a:lnTo>
                  <a:lnTo>
                    <a:pt x="3682325" y="658414"/>
                  </a:lnTo>
                  <a:lnTo>
                    <a:pt x="3723983" y="611085"/>
                  </a:lnTo>
                  <a:lnTo>
                    <a:pt x="3766339" y="567179"/>
                  </a:lnTo>
                  <a:lnTo>
                    <a:pt x="3809743" y="526664"/>
                  </a:lnTo>
                  <a:lnTo>
                    <a:pt x="3829811" y="509450"/>
                  </a:lnTo>
                  <a:lnTo>
                    <a:pt x="3876818" y="472803"/>
                  </a:lnTo>
                  <a:lnTo>
                    <a:pt x="3926280" y="439608"/>
                  </a:lnTo>
                  <a:lnTo>
                    <a:pt x="3978934" y="409713"/>
                  </a:lnTo>
                  <a:lnTo>
                    <a:pt x="4035586" y="382848"/>
                  </a:lnTo>
                  <a:lnTo>
                    <a:pt x="4097061" y="358698"/>
                  </a:lnTo>
                  <a:lnTo>
                    <a:pt x="4164149" y="336952"/>
                  </a:lnTo>
                  <a:lnTo>
                    <a:pt x="4237530" y="317327"/>
                  </a:lnTo>
                  <a:lnTo>
                    <a:pt x="4317678" y="299585"/>
                  </a:lnTo>
                  <a:lnTo>
                    <a:pt x="4404729" y="283540"/>
                  </a:lnTo>
                  <a:lnTo>
                    <a:pt x="4498316" y="269062"/>
                  </a:lnTo>
                  <a:lnTo>
                    <a:pt x="4597386" y="256079"/>
                  </a:lnTo>
                  <a:lnTo>
                    <a:pt x="4700038" y="244566"/>
                  </a:lnTo>
                  <a:lnTo>
                    <a:pt x="4803444" y="234540"/>
                  </a:lnTo>
                  <a:lnTo>
                    <a:pt x="4903919" y="226033"/>
                  </a:lnTo>
                  <a:lnTo>
                    <a:pt x="4997241" y="219073"/>
                  </a:lnTo>
                  <a:lnTo>
                    <a:pt x="5079194" y="213643"/>
                  </a:lnTo>
                  <a:lnTo>
                    <a:pt x="5146287" y="209668"/>
                  </a:lnTo>
                  <a:lnTo>
                    <a:pt x="5196461" y="206995"/>
                  </a:lnTo>
                  <a:lnTo>
                    <a:pt x="5229569" y="205402"/>
                  </a:lnTo>
                  <a:lnTo>
                    <a:pt x="5247529" y="204617"/>
                  </a:lnTo>
                  <a:lnTo>
                    <a:pt x="5254169" y="204353"/>
                  </a:lnTo>
                  <a:lnTo>
                    <a:pt x="5254955" y="204324"/>
                  </a:lnTo>
                  <a:lnTo>
                    <a:pt x="6726343" y="204324"/>
                  </a:lnTo>
                  <a:lnTo>
                    <a:pt x="6727580" y="204319"/>
                  </a:lnTo>
                  <a:lnTo>
                    <a:pt x="6735699" y="204283"/>
                  </a:lnTo>
                  <a:lnTo>
                    <a:pt x="6756112" y="204182"/>
                  </a:lnTo>
                  <a:lnTo>
                    <a:pt x="6792476" y="203983"/>
                  </a:lnTo>
                  <a:lnTo>
                    <a:pt x="6846412" y="203656"/>
                  </a:lnTo>
                  <a:lnTo>
                    <a:pt x="6917385" y="203177"/>
                  </a:lnTo>
                  <a:lnTo>
                    <a:pt x="7002930" y="202529"/>
                  </a:lnTo>
                  <a:lnTo>
                    <a:pt x="7099224" y="201706"/>
                  </a:lnTo>
                  <a:lnTo>
                    <a:pt x="7201850" y="200706"/>
                  </a:lnTo>
                  <a:lnTo>
                    <a:pt x="7306530" y="199535"/>
                  </a:lnTo>
                  <a:lnTo>
                    <a:pt x="7409648" y="198194"/>
                  </a:lnTo>
                  <a:lnTo>
                    <a:pt x="7508520" y="196685"/>
                  </a:lnTo>
                  <a:lnTo>
                    <a:pt x="7601422" y="195004"/>
                  </a:lnTo>
                  <a:lnTo>
                    <a:pt x="7687476" y="193141"/>
                  </a:lnTo>
                  <a:lnTo>
                    <a:pt x="7766470" y="191079"/>
                  </a:lnTo>
                  <a:lnTo>
                    <a:pt x="7838661" y="188794"/>
                  </a:lnTo>
                  <a:lnTo>
                    <a:pt x="7904617" y="186258"/>
                  </a:lnTo>
                  <a:lnTo>
                    <a:pt x="7965088" y="183436"/>
                  </a:lnTo>
                  <a:lnTo>
                    <a:pt x="8020908" y="180292"/>
                  </a:lnTo>
                  <a:lnTo>
                    <a:pt x="8072929" y="176791"/>
                  </a:lnTo>
                  <a:lnTo>
                    <a:pt x="8121964" y="172906"/>
                  </a:lnTo>
                  <a:lnTo>
                    <a:pt x="8151487" y="170270"/>
                  </a:lnTo>
                  <a:lnTo>
                    <a:pt x="8207433" y="164648"/>
                  </a:lnTo>
                  <a:lnTo>
                    <a:pt x="8261546" y="158411"/>
                  </a:lnTo>
                  <a:lnTo>
                    <a:pt x="8314566" y="151554"/>
                  </a:lnTo>
                  <a:lnTo>
                    <a:pt x="8367024" y="144093"/>
                  </a:lnTo>
                  <a:lnTo>
                    <a:pt x="8419273" y="136073"/>
                  </a:lnTo>
                  <a:lnTo>
                    <a:pt x="8471527" y="127568"/>
                  </a:lnTo>
                  <a:lnTo>
                    <a:pt x="8523882" y="118679"/>
                  </a:lnTo>
                  <a:lnTo>
                    <a:pt x="8576347" y="109531"/>
                  </a:lnTo>
                  <a:lnTo>
                    <a:pt x="8628873" y="100264"/>
                  </a:lnTo>
                  <a:lnTo>
                    <a:pt x="8681383" y="91028"/>
                  </a:lnTo>
                  <a:lnTo>
                    <a:pt x="8733806" y="81969"/>
                  </a:lnTo>
                  <a:lnTo>
                    <a:pt x="8786114" y="73223"/>
                  </a:lnTo>
                  <a:lnTo>
                    <a:pt x="8838348" y="64906"/>
                  </a:lnTo>
                  <a:lnTo>
                    <a:pt x="8890650" y="57108"/>
                  </a:lnTo>
                  <a:lnTo>
                    <a:pt x="8943286" y="49890"/>
                  </a:lnTo>
                  <a:lnTo>
                    <a:pt x="8996678" y="43286"/>
                  </a:lnTo>
                  <a:lnTo>
                    <a:pt x="9051437" y="37303"/>
                  </a:lnTo>
                  <a:lnTo>
                    <a:pt x="9084767" y="34054"/>
                  </a:lnTo>
                  <a:lnTo>
                    <a:pt x="9132309" y="29920"/>
                  </a:lnTo>
                  <a:lnTo>
                    <a:pt x="9182369" y="26181"/>
                  </a:lnTo>
                  <a:lnTo>
                    <a:pt x="9235711" y="22817"/>
                  </a:lnTo>
                  <a:lnTo>
                    <a:pt x="9293168" y="19798"/>
                  </a:lnTo>
                  <a:lnTo>
                    <a:pt x="9355594" y="17087"/>
                  </a:lnTo>
                  <a:lnTo>
                    <a:pt x="9423799" y="14648"/>
                  </a:lnTo>
                  <a:lnTo>
                    <a:pt x="9498479" y="12450"/>
                  </a:lnTo>
                  <a:lnTo>
                    <a:pt x="9580101" y="10464"/>
                  </a:lnTo>
                  <a:lnTo>
                    <a:pt x="9668771" y="8671"/>
                  </a:lnTo>
                  <a:lnTo>
                    <a:pt x="9764047" y="7055"/>
                  </a:lnTo>
                  <a:lnTo>
                    <a:pt x="9864757" y="5610"/>
                  </a:lnTo>
                  <a:lnTo>
                    <a:pt x="9968826" y="4332"/>
                  </a:lnTo>
                  <a:lnTo>
                    <a:pt x="10073206" y="3224"/>
                  </a:lnTo>
                  <a:lnTo>
                    <a:pt x="10173988" y="2290"/>
                  </a:lnTo>
                  <a:lnTo>
                    <a:pt x="10266768" y="1533"/>
                  </a:lnTo>
                  <a:lnTo>
                    <a:pt x="10347259" y="949"/>
                  </a:lnTo>
                  <a:lnTo>
                    <a:pt x="10412061" y="529"/>
                  </a:lnTo>
                  <a:lnTo>
                    <a:pt x="10459380" y="253"/>
                  </a:lnTo>
                  <a:lnTo>
                    <a:pt x="10489480" y="95"/>
                  </a:lnTo>
                  <a:lnTo>
                    <a:pt x="10504772" y="22"/>
                  </a:lnTo>
                  <a:lnTo>
                    <a:pt x="10509600" y="1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72" name="pl1372"/>
            <p:cNvSpPr/>
            <p:nvPr/>
          </p:nvSpPr>
          <p:spPr>
            <a:xfrm>
              <a:off x="4799595" y="6998500"/>
              <a:ext cx="11981298" cy="2035076"/>
            </a:xfrm>
            <a:custGeom>
              <a:avLst/>
              <a:pathLst>
                <a:path w="11981298" h="2035076">
                  <a:moveTo>
                    <a:pt x="11981298" y="0"/>
                  </a:moveTo>
                  <a:lnTo>
                    <a:pt x="10509911" y="0"/>
                  </a:lnTo>
                  <a:lnTo>
                    <a:pt x="10508673" y="5"/>
                  </a:lnTo>
                  <a:lnTo>
                    <a:pt x="10500555" y="41"/>
                  </a:lnTo>
                  <a:lnTo>
                    <a:pt x="10480142" y="142"/>
                  </a:lnTo>
                  <a:lnTo>
                    <a:pt x="10443777" y="341"/>
                  </a:lnTo>
                  <a:lnTo>
                    <a:pt x="10389841" y="668"/>
                  </a:lnTo>
                  <a:lnTo>
                    <a:pt x="10318868" y="1147"/>
                  </a:lnTo>
                  <a:lnTo>
                    <a:pt x="10233324" y="1795"/>
                  </a:lnTo>
                  <a:lnTo>
                    <a:pt x="10137030" y="2618"/>
                  </a:lnTo>
                  <a:lnTo>
                    <a:pt x="10034403" y="3618"/>
                  </a:lnTo>
                  <a:lnTo>
                    <a:pt x="9929723" y="4789"/>
                  </a:lnTo>
                  <a:lnTo>
                    <a:pt x="9826605" y="6130"/>
                  </a:lnTo>
                  <a:lnTo>
                    <a:pt x="9727733" y="7639"/>
                  </a:lnTo>
                  <a:lnTo>
                    <a:pt x="9634832" y="9320"/>
                  </a:lnTo>
                  <a:lnTo>
                    <a:pt x="9548777" y="11183"/>
                  </a:lnTo>
                  <a:lnTo>
                    <a:pt x="9469784" y="13245"/>
                  </a:lnTo>
                  <a:lnTo>
                    <a:pt x="9397592" y="15530"/>
                  </a:lnTo>
                  <a:lnTo>
                    <a:pt x="9331636" y="18066"/>
                  </a:lnTo>
                  <a:lnTo>
                    <a:pt x="9271165" y="20888"/>
                  </a:lnTo>
                  <a:lnTo>
                    <a:pt x="9215345" y="24032"/>
                  </a:lnTo>
                  <a:lnTo>
                    <a:pt x="9163325" y="27533"/>
                  </a:lnTo>
                  <a:lnTo>
                    <a:pt x="9114289" y="31418"/>
                  </a:lnTo>
                  <a:lnTo>
                    <a:pt x="9084767" y="34054"/>
                  </a:lnTo>
                  <a:lnTo>
                    <a:pt x="9028820" y="39676"/>
                  </a:lnTo>
                  <a:lnTo>
                    <a:pt x="8974708" y="45913"/>
                  </a:lnTo>
                  <a:lnTo>
                    <a:pt x="8921687" y="52770"/>
                  </a:lnTo>
                  <a:lnTo>
                    <a:pt x="8869229" y="60231"/>
                  </a:lnTo>
                  <a:lnTo>
                    <a:pt x="8816980" y="68251"/>
                  </a:lnTo>
                  <a:lnTo>
                    <a:pt x="8764726" y="76756"/>
                  </a:lnTo>
                  <a:lnTo>
                    <a:pt x="8712371" y="85645"/>
                  </a:lnTo>
                  <a:lnTo>
                    <a:pt x="8659906" y="94793"/>
                  </a:lnTo>
                  <a:lnTo>
                    <a:pt x="8607380" y="104060"/>
                  </a:lnTo>
                  <a:lnTo>
                    <a:pt x="8554871" y="113296"/>
                  </a:lnTo>
                  <a:lnTo>
                    <a:pt x="8502447" y="122355"/>
                  </a:lnTo>
                  <a:lnTo>
                    <a:pt x="8450139" y="131101"/>
                  </a:lnTo>
                  <a:lnTo>
                    <a:pt x="8397905" y="139418"/>
                  </a:lnTo>
                  <a:lnTo>
                    <a:pt x="8345603" y="147216"/>
                  </a:lnTo>
                  <a:lnTo>
                    <a:pt x="8292967" y="154434"/>
                  </a:lnTo>
                  <a:lnTo>
                    <a:pt x="8239575" y="161038"/>
                  </a:lnTo>
                  <a:lnTo>
                    <a:pt x="8184816" y="167021"/>
                  </a:lnTo>
                  <a:lnTo>
                    <a:pt x="8151487" y="170270"/>
                  </a:lnTo>
                  <a:lnTo>
                    <a:pt x="8103944" y="174404"/>
                  </a:lnTo>
                  <a:lnTo>
                    <a:pt x="8053884" y="178143"/>
                  </a:lnTo>
                  <a:lnTo>
                    <a:pt x="8000543" y="181507"/>
                  </a:lnTo>
                  <a:lnTo>
                    <a:pt x="7943085" y="184526"/>
                  </a:lnTo>
                  <a:lnTo>
                    <a:pt x="7880660" y="187237"/>
                  </a:lnTo>
                  <a:lnTo>
                    <a:pt x="7812454" y="189676"/>
                  </a:lnTo>
                  <a:lnTo>
                    <a:pt x="7737774" y="191874"/>
                  </a:lnTo>
                  <a:lnTo>
                    <a:pt x="7656152" y="193859"/>
                  </a:lnTo>
                  <a:lnTo>
                    <a:pt x="7567483" y="195653"/>
                  </a:lnTo>
                  <a:lnTo>
                    <a:pt x="7472206" y="197269"/>
                  </a:lnTo>
                  <a:lnTo>
                    <a:pt x="7371496" y="198714"/>
                  </a:lnTo>
                  <a:lnTo>
                    <a:pt x="7267427" y="199992"/>
                  </a:lnTo>
                  <a:lnTo>
                    <a:pt x="7163048" y="201100"/>
                  </a:lnTo>
                  <a:lnTo>
                    <a:pt x="7062265" y="202034"/>
                  </a:lnTo>
                  <a:lnTo>
                    <a:pt x="6969485" y="202791"/>
                  </a:lnTo>
                  <a:lnTo>
                    <a:pt x="6888994" y="203375"/>
                  </a:lnTo>
                  <a:lnTo>
                    <a:pt x="6824192" y="203795"/>
                  </a:lnTo>
                  <a:lnTo>
                    <a:pt x="6776873" y="204071"/>
                  </a:lnTo>
                  <a:lnTo>
                    <a:pt x="6746773" y="204229"/>
                  </a:lnTo>
                  <a:lnTo>
                    <a:pt x="6731481" y="204302"/>
                  </a:lnTo>
                  <a:lnTo>
                    <a:pt x="6726653" y="204323"/>
                  </a:lnTo>
                  <a:lnTo>
                    <a:pt x="6726343" y="204324"/>
                  </a:lnTo>
                  <a:lnTo>
                    <a:pt x="5254955" y="204324"/>
                  </a:lnTo>
                  <a:lnTo>
                    <a:pt x="5253757" y="204369"/>
                  </a:lnTo>
                  <a:lnTo>
                    <a:pt x="5245893" y="204685"/>
                  </a:lnTo>
                  <a:lnTo>
                    <a:pt x="5226099" y="205561"/>
                  </a:lnTo>
                  <a:lnTo>
                    <a:pt x="5190787" y="207283"/>
                  </a:lnTo>
                  <a:lnTo>
                    <a:pt x="5138309" y="210118"/>
                  </a:lnTo>
                  <a:lnTo>
                    <a:pt x="5069082" y="214279"/>
                  </a:lnTo>
                  <a:lnTo>
                    <a:pt x="4985392" y="219910"/>
                  </a:lnTo>
                  <a:lnTo>
                    <a:pt x="4890868" y="227076"/>
                  </a:lnTo>
                  <a:lnTo>
                    <a:pt x="4789766" y="235787"/>
                  </a:lnTo>
                  <a:lnTo>
                    <a:pt x="4686266" y="246013"/>
                  </a:lnTo>
                  <a:lnTo>
                    <a:pt x="4583947" y="257721"/>
                  </a:lnTo>
                  <a:lnTo>
                    <a:pt x="4485516" y="270901"/>
                  </a:lnTo>
                  <a:lnTo>
                    <a:pt x="4392755" y="285582"/>
                  </a:lnTo>
                  <a:lnTo>
                    <a:pt x="4306614" y="301844"/>
                  </a:lnTo>
                  <a:lnTo>
                    <a:pt x="4227383" y="319825"/>
                  </a:lnTo>
                  <a:lnTo>
                    <a:pt x="4154873" y="339717"/>
                  </a:lnTo>
                  <a:lnTo>
                    <a:pt x="4088574" y="361766"/>
                  </a:lnTo>
                  <a:lnTo>
                    <a:pt x="4027788" y="386259"/>
                  </a:lnTo>
                  <a:lnTo>
                    <a:pt x="3971715" y="413509"/>
                  </a:lnTo>
                  <a:lnTo>
                    <a:pt x="3919531" y="443829"/>
                  </a:lnTo>
                  <a:lnTo>
                    <a:pt x="3870437" y="477478"/>
                  </a:lnTo>
                  <a:lnTo>
                    <a:pt x="3829811" y="509450"/>
                  </a:lnTo>
                  <a:lnTo>
                    <a:pt x="3785791" y="548462"/>
                  </a:lnTo>
                  <a:lnTo>
                    <a:pt x="3743011" y="590828"/>
                  </a:lnTo>
                  <a:lnTo>
                    <a:pt x="3701076" y="636612"/>
                  </a:lnTo>
                  <a:lnTo>
                    <a:pt x="3659679" y="685799"/>
                  </a:lnTo>
                  <a:lnTo>
                    <a:pt x="3618590" y="738287"/>
                  </a:lnTo>
                  <a:lnTo>
                    <a:pt x="3577641" y="793880"/>
                  </a:lnTo>
                  <a:lnTo>
                    <a:pt x="3536718" y="852284"/>
                  </a:lnTo>
                  <a:lnTo>
                    <a:pt x="3495753" y="913109"/>
                  </a:lnTo>
                  <a:lnTo>
                    <a:pt x="3454718" y="975879"/>
                  </a:lnTo>
                  <a:lnTo>
                    <a:pt x="3413615" y="1040041"/>
                  </a:lnTo>
                  <a:lnTo>
                    <a:pt x="3372467" y="1104988"/>
                  </a:lnTo>
                  <a:lnTo>
                    <a:pt x="3331311" y="1170081"/>
                  </a:lnTo>
                  <a:lnTo>
                    <a:pt x="3290184" y="1234675"/>
                  </a:lnTo>
                  <a:lnTo>
                    <a:pt x="3249117" y="1298146"/>
                  </a:lnTo>
                  <a:lnTo>
                    <a:pt x="3208122" y="1359914"/>
                  </a:lnTo>
                  <a:lnTo>
                    <a:pt x="3167185" y="1419465"/>
                  </a:lnTo>
                  <a:lnTo>
                    <a:pt x="3126259" y="1476370"/>
                  </a:lnTo>
                  <a:lnTo>
                    <a:pt x="3085250" y="1530291"/>
                  </a:lnTo>
                  <a:lnTo>
                    <a:pt x="3044018" y="1580987"/>
                  </a:lnTo>
                  <a:lnTo>
                    <a:pt x="3002359" y="1628315"/>
                  </a:lnTo>
                  <a:lnTo>
                    <a:pt x="2960003" y="1672222"/>
                  </a:lnTo>
                  <a:lnTo>
                    <a:pt x="2916599" y="1712737"/>
                  </a:lnTo>
                  <a:lnTo>
                    <a:pt x="2896531" y="1729951"/>
                  </a:lnTo>
                  <a:lnTo>
                    <a:pt x="2849524" y="1766598"/>
                  </a:lnTo>
                  <a:lnTo>
                    <a:pt x="2800062" y="1799793"/>
                  </a:lnTo>
                  <a:lnTo>
                    <a:pt x="2747409" y="1829687"/>
                  </a:lnTo>
                  <a:lnTo>
                    <a:pt x="2690756" y="1856553"/>
                  </a:lnTo>
                  <a:lnTo>
                    <a:pt x="2629281" y="1880703"/>
                  </a:lnTo>
                  <a:lnTo>
                    <a:pt x="2562193" y="1902449"/>
                  </a:lnTo>
                  <a:lnTo>
                    <a:pt x="2488812" y="1922074"/>
                  </a:lnTo>
                  <a:lnTo>
                    <a:pt x="2408664" y="1939815"/>
                  </a:lnTo>
                  <a:lnTo>
                    <a:pt x="2321613" y="1955860"/>
                  </a:lnTo>
                  <a:lnTo>
                    <a:pt x="2228026" y="1970338"/>
                  </a:lnTo>
                  <a:lnTo>
                    <a:pt x="2128956" y="1983322"/>
                  </a:lnTo>
                  <a:lnTo>
                    <a:pt x="2026304" y="1994835"/>
                  </a:lnTo>
                  <a:lnTo>
                    <a:pt x="1922899" y="2004861"/>
                  </a:lnTo>
                  <a:lnTo>
                    <a:pt x="1822423" y="2013367"/>
                  </a:lnTo>
                  <a:lnTo>
                    <a:pt x="1729101" y="2020328"/>
                  </a:lnTo>
                  <a:lnTo>
                    <a:pt x="1647149" y="2025757"/>
                  </a:lnTo>
                  <a:lnTo>
                    <a:pt x="1580055" y="2029732"/>
                  </a:lnTo>
                  <a:lnTo>
                    <a:pt x="1529881" y="2032405"/>
                  </a:lnTo>
                  <a:lnTo>
                    <a:pt x="1496774" y="2033999"/>
                  </a:lnTo>
                  <a:lnTo>
                    <a:pt x="1478813" y="2034783"/>
                  </a:lnTo>
                  <a:lnTo>
                    <a:pt x="1472173" y="2035047"/>
                  </a:lnTo>
                  <a:lnTo>
                    <a:pt x="1471387" y="2035076"/>
                  </a:lnTo>
                  <a:lnTo>
                    <a:pt x="0" y="203507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73" name="pg1373"/>
            <p:cNvSpPr/>
            <p:nvPr/>
          </p:nvSpPr>
          <p:spPr>
            <a:xfrm>
              <a:off x="4799595" y="8731176"/>
              <a:ext cx="11981298" cy="384130"/>
            </a:xfrm>
            <a:custGeom>
              <a:avLst/>
              <a:pathLst>
                <a:path w="11981298" h="384130">
                  <a:moveTo>
                    <a:pt x="0" y="384130"/>
                  </a:moveTo>
                  <a:lnTo>
                    <a:pt x="1471387" y="384130"/>
                  </a:lnTo>
                  <a:lnTo>
                    <a:pt x="1472623" y="384121"/>
                  </a:lnTo>
                  <a:lnTo>
                    <a:pt x="1480734" y="384054"/>
                  </a:lnTo>
                  <a:lnTo>
                    <a:pt x="1501128" y="383868"/>
                  </a:lnTo>
                  <a:lnTo>
                    <a:pt x="1537459" y="383503"/>
                  </a:lnTo>
                  <a:lnTo>
                    <a:pt x="1591350" y="382902"/>
                  </a:lnTo>
                  <a:lnTo>
                    <a:pt x="1662269" y="382021"/>
                  </a:lnTo>
                  <a:lnTo>
                    <a:pt x="1747756" y="380830"/>
                  </a:lnTo>
                  <a:lnTo>
                    <a:pt x="1843995" y="379316"/>
                  </a:lnTo>
                  <a:lnTo>
                    <a:pt x="1946575" y="377479"/>
                  </a:lnTo>
                  <a:lnTo>
                    <a:pt x="2051219" y="375325"/>
                  </a:lnTo>
                  <a:lnTo>
                    <a:pt x="2154313" y="372860"/>
                  </a:lnTo>
                  <a:lnTo>
                    <a:pt x="2253172" y="370086"/>
                  </a:lnTo>
                  <a:lnTo>
                    <a:pt x="2346070" y="366996"/>
                  </a:lnTo>
                  <a:lnTo>
                    <a:pt x="2432128" y="363570"/>
                  </a:lnTo>
                  <a:lnTo>
                    <a:pt x="2511129" y="359779"/>
                  </a:lnTo>
                  <a:lnTo>
                    <a:pt x="2583330" y="355579"/>
                  </a:lnTo>
                  <a:lnTo>
                    <a:pt x="2649297" y="350916"/>
                  </a:lnTo>
                  <a:lnTo>
                    <a:pt x="2709778" y="345729"/>
                  </a:lnTo>
                  <a:lnTo>
                    <a:pt x="2765605" y="339951"/>
                  </a:lnTo>
                  <a:lnTo>
                    <a:pt x="2817630" y="333516"/>
                  </a:lnTo>
                  <a:lnTo>
                    <a:pt x="2866667" y="326374"/>
                  </a:lnTo>
                  <a:lnTo>
                    <a:pt x="2896531" y="321471"/>
                  </a:lnTo>
                  <a:lnTo>
                    <a:pt x="2951815" y="311256"/>
                  </a:lnTo>
                  <a:lnTo>
                    <a:pt x="3005299" y="299940"/>
                  </a:lnTo>
                  <a:lnTo>
                    <a:pt x="3057704" y="287509"/>
                  </a:lnTo>
                  <a:lnTo>
                    <a:pt x="3109543" y="273991"/>
                  </a:lnTo>
                  <a:lnTo>
                    <a:pt x="3161167" y="259465"/>
                  </a:lnTo>
                  <a:lnTo>
                    <a:pt x="3212785" y="244058"/>
                  </a:lnTo>
                  <a:lnTo>
                    <a:pt x="3264499" y="227947"/>
                  </a:lnTo>
                  <a:lnTo>
                    <a:pt x="3316323" y="211349"/>
                  </a:lnTo>
                  <a:lnTo>
                    <a:pt x="3368212" y="194513"/>
                  </a:lnTo>
                  <a:lnTo>
                    <a:pt x="3420094" y="177703"/>
                  </a:lnTo>
                  <a:lnTo>
                    <a:pt x="3471899" y="161181"/>
                  </a:lnTo>
                  <a:lnTo>
                    <a:pt x="3523591" y="145190"/>
                  </a:lnTo>
                  <a:lnTo>
                    <a:pt x="3575199" y="129942"/>
                  </a:lnTo>
                  <a:lnTo>
                    <a:pt x="3626844" y="115603"/>
                  </a:lnTo>
                  <a:lnTo>
                    <a:pt x="3678761" y="102292"/>
                  </a:lnTo>
                  <a:lnTo>
                    <a:pt x="3731330" y="90077"/>
                  </a:lnTo>
                  <a:lnTo>
                    <a:pt x="3785100" y="78977"/>
                  </a:lnTo>
                  <a:lnTo>
                    <a:pt x="3829811" y="70832"/>
                  </a:lnTo>
                  <a:lnTo>
                    <a:pt x="3877337" y="63229"/>
                  </a:lnTo>
                  <a:lnTo>
                    <a:pt x="3927378" y="56350"/>
                  </a:lnTo>
                  <a:lnTo>
                    <a:pt x="3980699" y="50163"/>
                  </a:lnTo>
                  <a:lnTo>
                    <a:pt x="4038131" y="44609"/>
                  </a:lnTo>
                  <a:lnTo>
                    <a:pt x="4100527" y="39621"/>
                  </a:lnTo>
                  <a:lnTo>
                    <a:pt x="4168698" y="35135"/>
                  </a:lnTo>
                  <a:lnTo>
                    <a:pt x="4243337" y="31091"/>
                  </a:lnTo>
                  <a:lnTo>
                    <a:pt x="4324914" y="27438"/>
                  </a:lnTo>
                  <a:lnTo>
                    <a:pt x="4413533" y="24138"/>
                  </a:lnTo>
                  <a:lnTo>
                    <a:pt x="4508758" y="21165"/>
                  </a:lnTo>
                  <a:lnTo>
                    <a:pt x="4609417" y="18504"/>
                  </a:lnTo>
                  <a:lnTo>
                    <a:pt x="4713443" y="16153"/>
                  </a:lnTo>
                  <a:lnTo>
                    <a:pt x="4817793" y="14114"/>
                  </a:lnTo>
                  <a:lnTo>
                    <a:pt x="4918568" y="12394"/>
                  </a:lnTo>
                  <a:lnTo>
                    <a:pt x="5011367" y="11000"/>
                  </a:lnTo>
                  <a:lnTo>
                    <a:pt x="5091905" y="9925"/>
                  </a:lnTo>
                  <a:lnTo>
                    <a:pt x="5156780" y="9150"/>
                  </a:lnTo>
                  <a:lnTo>
                    <a:pt x="5204189" y="8642"/>
                  </a:lnTo>
                  <a:lnTo>
                    <a:pt x="5234382" y="8349"/>
                  </a:lnTo>
                  <a:lnTo>
                    <a:pt x="5249754" y="8214"/>
                  </a:lnTo>
                  <a:lnTo>
                    <a:pt x="5254634" y="8175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579" y="8182"/>
                  </a:lnTo>
                  <a:lnTo>
                    <a:pt x="6735690" y="8247"/>
                  </a:lnTo>
                  <a:lnTo>
                    <a:pt x="6756085" y="8429"/>
                  </a:lnTo>
                  <a:lnTo>
                    <a:pt x="6792418" y="8787"/>
                  </a:lnTo>
                  <a:lnTo>
                    <a:pt x="6846312" y="9374"/>
                  </a:lnTo>
                  <a:lnTo>
                    <a:pt x="6917234" y="10237"/>
                  </a:lnTo>
                  <a:lnTo>
                    <a:pt x="7002725" y="11401"/>
                  </a:lnTo>
                  <a:lnTo>
                    <a:pt x="7098968" y="12882"/>
                  </a:lnTo>
                  <a:lnTo>
                    <a:pt x="7201550" y="14679"/>
                  </a:lnTo>
                  <a:lnTo>
                    <a:pt x="7306196" y="16787"/>
                  </a:lnTo>
                  <a:lnTo>
                    <a:pt x="7409292" y="19199"/>
                  </a:lnTo>
                  <a:lnTo>
                    <a:pt x="7508152" y="21912"/>
                  </a:lnTo>
                  <a:lnTo>
                    <a:pt x="7601050" y="24936"/>
                  </a:lnTo>
                  <a:lnTo>
                    <a:pt x="7687107" y="28287"/>
                  </a:lnTo>
                  <a:lnTo>
                    <a:pt x="7766108" y="31996"/>
                  </a:lnTo>
                  <a:lnTo>
                    <a:pt x="7838308" y="36105"/>
                  </a:lnTo>
                  <a:lnTo>
                    <a:pt x="7904275" y="40666"/>
                  </a:lnTo>
                  <a:lnTo>
                    <a:pt x="7964755" y="45741"/>
                  </a:lnTo>
                  <a:lnTo>
                    <a:pt x="8020582" y="51394"/>
                  </a:lnTo>
                  <a:lnTo>
                    <a:pt x="8072607" y="57690"/>
                  </a:lnTo>
                  <a:lnTo>
                    <a:pt x="8121644" y="64677"/>
                  </a:lnTo>
                  <a:lnTo>
                    <a:pt x="8151487" y="69470"/>
                  </a:lnTo>
                  <a:lnTo>
                    <a:pt x="8206810" y="79470"/>
                  </a:lnTo>
                  <a:lnTo>
                    <a:pt x="8260332" y="90549"/>
                  </a:lnTo>
                  <a:lnTo>
                    <a:pt x="8312773" y="102721"/>
                  </a:lnTo>
                  <a:lnTo>
                    <a:pt x="8364649" y="115957"/>
                  </a:lnTo>
                  <a:lnTo>
                    <a:pt x="8416309" y="130181"/>
                  </a:lnTo>
                  <a:lnTo>
                    <a:pt x="8467965" y="145267"/>
                  </a:lnTo>
                  <a:lnTo>
                    <a:pt x="8519717" y="161042"/>
                  </a:lnTo>
                  <a:lnTo>
                    <a:pt x="8571579" y="177293"/>
                  </a:lnTo>
                  <a:lnTo>
                    <a:pt x="8623506" y="193775"/>
                  </a:lnTo>
                  <a:lnTo>
                    <a:pt x="8675425" y="210231"/>
                  </a:lnTo>
                  <a:lnTo>
                    <a:pt x="8727267" y="226402"/>
                  </a:lnTo>
                  <a:lnTo>
                    <a:pt x="8778995" y="242051"/>
                  </a:lnTo>
                  <a:lnTo>
                    <a:pt x="8830641" y="256971"/>
                  </a:lnTo>
                  <a:lnTo>
                    <a:pt x="8882324" y="270999"/>
                  </a:lnTo>
                  <a:lnTo>
                    <a:pt x="8934284" y="284019"/>
                  </a:lnTo>
                  <a:lnTo>
                    <a:pt x="8986900" y="295966"/>
                  </a:lnTo>
                  <a:lnTo>
                    <a:pt x="9040728" y="306819"/>
                  </a:lnTo>
                  <a:lnTo>
                    <a:pt x="9084767" y="314660"/>
                  </a:lnTo>
                  <a:lnTo>
                    <a:pt x="9132293" y="322098"/>
                  </a:lnTo>
                  <a:lnTo>
                    <a:pt x="9182336" y="328827"/>
                  </a:lnTo>
                  <a:lnTo>
                    <a:pt x="9235658" y="334880"/>
                  </a:lnTo>
                  <a:lnTo>
                    <a:pt x="9293092" y="340314"/>
                  </a:lnTo>
                  <a:lnTo>
                    <a:pt x="9355490" y="345193"/>
                  </a:lnTo>
                  <a:lnTo>
                    <a:pt x="9423663" y="349581"/>
                  </a:lnTo>
                  <a:lnTo>
                    <a:pt x="9498304" y="353538"/>
                  </a:lnTo>
                  <a:lnTo>
                    <a:pt x="9579884" y="357112"/>
                  </a:lnTo>
                  <a:lnTo>
                    <a:pt x="9668506" y="360340"/>
                  </a:lnTo>
                  <a:lnTo>
                    <a:pt x="9763734" y="363248"/>
                  </a:lnTo>
                  <a:lnTo>
                    <a:pt x="9864396" y="365851"/>
                  </a:lnTo>
                  <a:lnTo>
                    <a:pt x="9968424" y="368151"/>
                  </a:lnTo>
                  <a:lnTo>
                    <a:pt x="10072777" y="370146"/>
                  </a:lnTo>
                  <a:lnTo>
                    <a:pt x="10173552" y="371828"/>
                  </a:lnTo>
                  <a:lnTo>
                    <a:pt x="10266350" y="373192"/>
                  </a:lnTo>
                  <a:lnTo>
                    <a:pt x="10346885" y="374244"/>
                  </a:lnTo>
                  <a:lnTo>
                    <a:pt x="10411756" y="375001"/>
                  </a:lnTo>
                  <a:lnTo>
                    <a:pt x="10459159" y="375499"/>
                  </a:lnTo>
                  <a:lnTo>
                    <a:pt x="10489346" y="375785"/>
                  </a:lnTo>
                  <a:lnTo>
                    <a:pt x="10504713" y="375917"/>
                  </a:lnTo>
                  <a:lnTo>
                    <a:pt x="10509590" y="375955"/>
                  </a:lnTo>
                  <a:lnTo>
                    <a:pt x="10509911" y="375957"/>
                  </a:lnTo>
                  <a:lnTo>
                    <a:pt x="11981298" y="375957"/>
                  </a:lnTo>
                  <a:lnTo>
                    <a:pt x="11981298" y="367784"/>
                  </a:lnTo>
                  <a:lnTo>
                    <a:pt x="10509911" y="367784"/>
                  </a:lnTo>
                  <a:lnTo>
                    <a:pt x="10508675" y="367775"/>
                  </a:lnTo>
                  <a:lnTo>
                    <a:pt x="10500563" y="367709"/>
                  </a:lnTo>
                  <a:lnTo>
                    <a:pt x="10480168" y="367528"/>
                  </a:lnTo>
                  <a:lnTo>
                    <a:pt x="10443835" y="367170"/>
                  </a:lnTo>
                  <a:lnTo>
                    <a:pt x="10389941" y="366582"/>
                  </a:lnTo>
                  <a:lnTo>
                    <a:pt x="10319019" y="365720"/>
                  </a:lnTo>
                  <a:lnTo>
                    <a:pt x="10233528" y="364555"/>
                  </a:lnTo>
                  <a:lnTo>
                    <a:pt x="10137286" y="363075"/>
                  </a:lnTo>
                  <a:lnTo>
                    <a:pt x="10034703" y="361277"/>
                  </a:lnTo>
                  <a:lnTo>
                    <a:pt x="9930057" y="359170"/>
                  </a:lnTo>
                  <a:lnTo>
                    <a:pt x="9826961" y="356758"/>
                  </a:lnTo>
                  <a:lnTo>
                    <a:pt x="9728102" y="354045"/>
                  </a:lnTo>
                  <a:lnTo>
                    <a:pt x="9635203" y="351021"/>
                  </a:lnTo>
                  <a:lnTo>
                    <a:pt x="9549146" y="347670"/>
                  </a:lnTo>
                  <a:lnTo>
                    <a:pt x="9470145" y="343961"/>
                  </a:lnTo>
                  <a:lnTo>
                    <a:pt x="9397945" y="339852"/>
                  </a:lnTo>
                  <a:lnTo>
                    <a:pt x="9331978" y="335291"/>
                  </a:lnTo>
                  <a:lnTo>
                    <a:pt x="9271498" y="330216"/>
                  </a:lnTo>
                  <a:lnTo>
                    <a:pt x="9215672" y="324563"/>
                  </a:lnTo>
                  <a:lnTo>
                    <a:pt x="9163647" y="318267"/>
                  </a:lnTo>
                  <a:lnTo>
                    <a:pt x="9114609" y="311280"/>
                  </a:lnTo>
                  <a:lnTo>
                    <a:pt x="9084767" y="306487"/>
                  </a:lnTo>
                  <a:lnTo>
                    <a:pt x="9029443" y="296487"/>
                  </a:lnTo>
                  <a:lnTo>
                    <a:pt x="8975922" y="285408"/>
                  </a:lnTo>
                  <a:lnTo>
                    <a:pt x="8923481" y="273236"/>
                  </a:lnTo>
                  <a:lnTo>
                    <a:pt x="8871604" y="260000"/>
                  </a:lnTo>
                  <a:lnTo>
                    <a:pt x="8819944" y="245776"/>
                  </a:lnTo>
                  <a:lnTo>
                    <a:pt x="8768288" y="230690"/>
                  </a:lnTo>
                  <a:lnTo>
                    <a:pt x="8716536" y="214915"/>
                  </a:lnTo>
                  <a:lnTo>
                    <a:pt x="8664674" y="198664"/>
                  </a:lnTo>
                  <a:lnTo>
                    <a:pt x="8612747" y="182181"/>
                  </a:lnTo>
                  <a:lnTo>
                    <a:pt x="8560828" y="165726"/>
                  </a:lnTo>
                  <a:lnTo>
                    <a:pt x="8508986" y="149555"/>
                  </a:lnTo>
                  <a:lnTo>
                    <a:pt x="8457258" y="133906"/>
                  </a:lnTo>
                  <a:lnTo>
                    <a:pt x="8405612" y="118985"/>
                  </a:lnTo>
                  <a:lnTo>
                    <a:pt x="8353929" y="104958"/>
                  </a:lnTo>
                  <a:lnTo>
                    <a:pt x="8301969" y="91937"/>
                  </a:lnTo>
                  <a:lnTo>
                    <a:pt x="8249353" y="79991"/>
                  </a:lnTo>
                  <a:lnTo>
                    <a:pt x="8195525" y="69138"/>
                  </a:lnTo>
                  <a:lnTo>
                    <a:pt x="8151487" y="61297"/>
                  </a:lnTo>
                  <a:lnTo>
                    <a:pt x="8103960" y="53859"/>
                  </a:lnTo>
                  <a:lnTo>
                    <a:pt x="8053917" y="47130"/>
                  </a:lnTo>
                  <a:lnTo>
                    <a:pt x="8000596" y="41077"/>
                  </a:lnTo>
                  <a:lnTo>
                    <a:pt x="7943162" y="35643"/>
                  </a:lnTo>
                  <a:lnTo>
                    <a:pt x="7880764" y="30764"/>
                  </a:lnTo>
                  <a:lnTo>
                    <a:pt x="7812591" y="26376"/>
                  </a:lnTo>
                  <a:lnTo>
                    <a:pt x="7737949" y="22419"/>
                  </a:lnTo>
                  <a:lnTo>
                    <a:pt x="7656369" y="18845"/>
                  </a:lnTo>
                  <a:lnTo>
                    <a:pt x="7567747" y="15617"/>
                  </a:lnTo>
                  <a:lnTo>
                    <a:pt x="7472520" y="12709"/>
                  </a:lnTo>
                  <a:lnTo>
                    <a:pt x="7371857" y="10106"/>
                  </a:lnTo>
                  <a:lnTo>
                    <a:pt x="7267829" y="7806"/>
                  </a:lnTo>
                  <a:lnTo>
                    <a:pt x="7163476" y="5811"/>
                  </a:lnTo>
                  <a:lnTo>
                    <a:pt x="7062701" y="4129"/>
                  </a:lnTo>
                  <a:lnTo>
                    <a:pt x="6969903" y="2765"/>
                  </a:lnTo>
                  <a:lnTo>
                    <a:pt x="6889368" y="1713"/>
                  </a:lnTo>
                  <a:lnTo>
                    <a:pt x="6824498" y="956"/>
                  </a:lnTo>
                  <a:lnTo>
                    <a:pt x="6777095" y="458"/>
                  </a:lnTo>
                  <a:lnTo>
                    <a:pt x="6746907" y="172"/>
                  </a:lnTo>
                  <a:lnTo>
                    <a:pt x="6731540" y="40"/>
                  </a:lnTo>
                  <a:lnTo>
                    <a:pt x="6726663" y="2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719" y="9"/>
                  </a:lnTo>
                  <a:lnTo>
                    <a:pt x="5245608" y="76"/>
                  </a:lnTo>
                  <a:lnTo>
                    <a:pt x="5225215" y="262"/>
                  </a:lnTo>
                  <a:lnTo>
                    <a:pt x="5188883" y="627"/>
                  </a:lnTo>
                  <a:lnTo>
                    <a:pt x="5134992" y="1228"/>
                  </a:lnTo>
                  <a:lnTo>
                    <a:pt x="5064073" y="2109"/>
                  </a:lnTo>
                  <a:lnTo>
                    <a:pt x="4978586" y="3300"/>
                  </a:lnTo>
                  <a:lnTo>
                    <a:pt x="4882347" y="4814"/>
                  </a:lnTo>
                  <a:lnTo>
                    <a:pt x="4779767" y="6651"/>
                  </a:lnTo>
                  <a:lnTo>
                    <a:pt x="4675123" y="8805"/>
                  </a:lnTo>
                  <a:lnTo>
                    <a:pt x="4572029" y="11270"/>
                  </a:lnTo>
                  <a:lnTo>
                    <a:pt x="4473170" y="14044"/>
                  </a:lnTo>
                  <a:lnTo>
                    <a:pt x="4380272" y="17134"/>
                  </a:lnTo>
                  <a:lnTo>
                    <a:pt x="4294214" y="20560"/>
                  </a:lnTo>
                  <a:lnTo>
                    <a:pt x="4215213" y="24351"/>
                  </a:lnTo>
                  <a:lnTo>
                    <a:pt x="4143012" y="28551"/>
                  </a:lnTo>
                  <a:lnTo>
                    <a:pt x="4077045" y="33214"/>
                  </a:lnTo>
                  <a:lnTo>
                    <a:pt x="4016564" y="38400"/>
                  </a:lnTo>
                  <a:lnTo>
                    <a:pt x="3960737" y="44179"/>
                  </a:lnTo>
                  <a:lnTo>
                    <a:pt x="3908712" y="50614"/>
                  </a:lnTo>
                  <a:lnTo>
                    <a:pt x="3859675" y="57756"/>
                  </a:lnTo>
                  <a:lnTo>
                    <a:pt x="3829811" y="62659"/>
                  </a:lnTo>
                  <a:lnTo>
                    <a:pt x="3774527" y="72873"/>
                  </a:lnTo>
                  <a:lnTo>
                    <a:pt x="3721043" y="84189"/>
                  </a:lnTo>
                  <a:lnTo>
                    <a:pt x="3668638" y="96621"/>
                  </a:lnTo>
                  <a:lnTo>
                    <a:pt x="3616799" y="110139"/>
                  </a:lnTo>
                  <a:lnTo>
                    <a:pt x="3565175" y="124665"/>
                  </a:lnTo>
                  <a:lnTo>
                    <a:pt x="3513557" y="140072"/>
                  </a:lnTo>
                  <a:lnTo>
                    <a:pt x="3461843" y="156183"/>
                  </a:lnTo>
                  <a:lnTo>
                    <a:pt x="3410019" y="172781"/>
                  </a:lnTo>
                  <a:lnTo>
                    <a:pt x="3358130" y="189617"/>
                  </a:lnTo>
                  <a:lnTo>
                    <a:pt x="3306248" y="206427"/>
                  </a:lnTo>
                  <a:lnTo>
                    <a:pt x="3254443" y="222949"/>
                  </a:lnTo>
                  <a:lnTo>
                    <a:pt x="3202751" y="238940"/>
                  </a:lnTo>
                  <a:lnTo>
                    <a:pt x="3151143" y="254188"/>
                  </a:lnTo>
                  <a:lnTo>
                    <a:pt x="3099498" y="268527"/>
                  </a:lnTo>
                  <a:lnTo>
                    <a:pt x="3047581" y="281838"/>
                  </a:lnTo>
                  <a:lnTo>
                    <a:pt x="2995013" y="294053"/>
                  </a:lnTo>
                  <a:lnTo>
                    <a:pt x="2941242" y="305153"/>
                  </a:lnTo>
                  <a:lnTo>
                    <a:pt x="2896531" y="313298"/>
                  </a:lnTo>
                  <a:lnTo>
                    <a:pt x="2849005" y="320901"/>
                  </a:lnTo>
                  <a:lnTo>
                    <a:pt x="2798964" y="327780"/>
                  </a:lnTo>
                  <a:lnTo>
                    <a:pt x="2745643" y="333967"/>
                  </a:lnTo>
                  <a:lnTo>
                    <a:pt x="2688211" y="339521"/>
                  </a:lnTo>
                  <a:lnTo>
                    <a:pt x="2625815" y="344509"/>
                  </a:lnTo>
                  <a:lnTo>
                    <a:pt x="2557644" y="348995"/>
                  </a:lnTo>
                  <a:lnTo>
                    <a:pt x="2483005" y="353039"/>
                  </a:lnTo>
                  <a:lnTo>
                    <a:pt x="2401428" y="356692"/>
                  </a:lnTo>
                  <a:lnTo>
                    <a:pt x="2312809" y="359992"/>
                  </a:lnTo>
                  <a:lnTo>
                    <a:pt x="2217584" y="362965"/>
                  </a:lnTo>
                  <a:lnTo>
                    <a:pt x="2116925" y="365625"/>
                  </a:lnTo>
                  <a:lnTo>
                    <a:pt x="2012899" y="367977"/>
                  </a:lnTo>
                  <a:lnTo>
                    <a:pt x="1908549" y="370016"/>
                  </a:lnTo>
                  <a:lnTo>
                    <a:pt x="1807774" y="371735"/>
                  </a:lnTo>
                  <a:lnTo>
                    <a:pt x="1714975" y="373130"/>
                  </a:lnTo>
                  <a:lnTo>
                    <a:pt x="1634437" y="374205"/>
                  </a:lnTo>
                  <a:lnTo>
                    <a:pt x="1569562" y="374979"/>
                  </a:lnTo>
                  <a:lnTo>
                    <a:pt x="1522154" y="375488"/>
                  </a:lnTo>
                  <a:lnTo>
                    <a:pt x="1491960" y="375781"/>
                  </a:lnTo>
                  <a:lnTo>
                    <a:pt x="1476588" y="375916"/>
                  </a:lnTo>
                  <a:lnTo>
                    <a:pt x="1471708" y="375955"/>
                  </a:lnTo>
                  <a:lnTo>
                    <a:pt x="1471387" y="375957"/>
                  </a:lnTo>
                  <a:lnTo>
                    <a:pt x="0" y="375957"/>
                  </a:lnTo>
                  <a:close/>
                </a:path>
              </a:pathLst>
            </a:custGeom>
            <a:solidFill>
              <a:srgbClr val="E78AC3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374" name="pl1374"/>
            <p:cNvSpPr/>
            <p:nvPr/>
          </p:nvSpPr>
          <p:spPr>
            <a:xfrm>
              <a:off x="4799595" y="8739349"/>
              <a:ext cx="11981298" cy="375957"/>
            </a:xfrm>
            <a:custGeom>
              <a:avLst/>
              <a:pathLst>
                <a:path w="11981298" h="375957">
                  <a:moveTo>
                    <a:pt x="0" y="375957"/>
                  </a:moveTo>
                  <a:lnTo>
                    <a:pt x="1471387" y="375957"/>
                  </a:lnTo>
                  <a:lnTo>
                    <a:pt x="1472623" y="375948"/>
                  </a:lnTo>
                  <a:lnTo>
                    <a:pt x="1480734" y="375881"/>
                  </a:lnTo>
                  <a:lnTo>
                    <a:pt x="1501128" y="375695"/>
                  </a:lnTo>
                  <a:lnTo>
                    <a:pt x="1537459" y="375330"/>
                  </a:lnTo>
                  <a:lnTo>
                    <a:pt x="1591350" y="374729"/>
                  </a:lnTo>
                  <a:lnTo>
                    <a:pt x="1662269" y="373848"/>
                  </a:lnTo>
                  <a:lnTo>
                    <a:pt x="1747756" y="372657"/>
                  </a:lnTo>
                  <a:lnTo>
                    <a:pt x="1843995" y="371143"/>
                  </a:lnTo>
                  <a:lnTo>
                    <a:pt x="1946575" y="369306"/>
                  </a:lnTo>
                  <a:lnTo>
                    <a:pt x="2051219" y="367152"/>
                  </a:lnTo>
                  <a:lnTo>
                    <a:pt x="2154313" y="364687"/>
                  </a:lnTo>
                  <a:lnTo>
                    <a:pt x="2253172" y="361913"/>
                  </a:lnTo>
                  <a:lnTo>
                    <a:pt x="2346070" y="358823"/>
                  </a:lnTo>
                  <a:lnTo>
                    <a:pt x="2432128" y="355397"/>
                  </a:lnTo>
                  <a:lnTo>
                    <a:pt x="2511129" y="351606"/>
                  </a:lnTo>
                  <a:lnTo>
                    <a:pt x="2583330" y="347406"/>
                  </a:lnTo>
                  <a:lnTo>
                    <a:pt x="2649297" y="342743"/>
                  </a:lnTo>
                  <a:lnTo>
                    <a:pt x="2709778" y="337556"/>
                  </a:lnTo>
                  <a:lnTo>
                    <a:pt x="2765605" y="331778"/>
                  </a:lnTo>
                  <a:lnTo>
                    <a:pt x="2817630" y="325343"/>
                  </a:lnTo>
                  <a:lnTo>
                    <a:pt x="2866667" y="318201"/>
                  </a:lnTo>
                  <a:lnTo>
                    <a:pt x="2896531" y="313298"/>
                  </a:lnTo>
                  <a:lnTo>
                    <a:pt x="2951815" y="303083"/>
                  </a:lnTo>
                  <a:lnTo>
                    <a:pt x="3005299" y="291767"/>
                  </a:lnTo>
                  <a:lnTo>
                    <a:pt x="3057704" y="279336"/>
                  </a:lnTo>
                  <a:lnTo>
                    <a:pt x="3109543" y="265818"/>
                  </a:lnTo>
                  <a:lnTo>
                    <a:pt x="3161167" y="251292"/>
                  </a:lnTo>
                  <a:lnTo>
                    <a:pt x="3212785" y="235885"/>
                  </a:lnTo>
                  <a:lnTo>
                    <a:pt x="3264499" y="219774"/>
                  </a:lnTo>
                  <a:lnTo>
                    <a:pt x="3316323" y="203176"/>
                  </a:lnTo>
                  <a:lnTo>
                    <a:pt x="3368212" y="186340"/>
                  </a:lnTo>
                  <a:lnTo>
                    <a:pt x="3420094" y="169530"/>
                  </a:lnTo>
                  <a:lnTo>
                    <a:pt x="3471899" y="153008"/>
                  </a:lnTo>
                  <a:lnTo>
                    <a:pt x="3523591" y="137017"/>
                  </a:lnTo>
                  <a:lnTo>
                    <a:pt x="3575199" y="121769"/>
                  </a:lnTo>
                  <a:lnTo>
                    <a:pt x="3626844" y="107430"/>
                  </a:lnTo>
                  <a:lnTo>
                    <a:pt x="3678761" y="94119"/>
                  </a:lnTo>
                  <a:lnTo>
                    <a:pt x="3731330" y="81904"/>
                  </a:lnTo>
                  <a:lnTo>
                    <a:pt x="3785100" y="70804"/>
                  </a:lnTo>
                  <a:lnTo>
                    <a:pt x="3829811" y="62659"/>
                  </a:lnTo>
                  <a:lnTo>
                    <a:pt x="3877337" y="55056"/>
                  </a:lnTo>
                  <a:lnTo>
                    <a:pt x="3927378" y="48177"/>
                  </a:lnTo>
                  <a:lnTo>
                    <a:pt x="3980699" y="41990"/>
                  </a:lnTo>
                  <a:lnTo>
                    <a:pt x="4038131" y="36436"/>
                  </a:lnTo>
                  <a:lnTo>
                    <a:pt x="4100527" y="31448"/>
                  </a:lnTo>
                  <a:lnTo>
                    <a:pt x="4168698" y="26962"/>
                  </a:lnTo>
                  <a:lnTo>
                    <a:pt x="4243337" y="22918"/>
                  </a:lnTo>
                  <a:lnTo>
                    <a:pt x="4324914" y="19265"/>
                  </a:lnTo>
                  <a:lnTo>
                    <a:pt x="4413533" y="15965"/>
                  </a:lnTo>
                  <a:lnTo>
                    <a:pt x="4508758" y="12992"/>
                  </a:lnTo>
                  <a:lnTo>
                    <a:pt x="4609417" y="10331"/>
                  </a:lnTo>
                  <a:lnTo>
                    <a:pt x="4713443" y="7980"/>
                  </a:lnTo>
                  <a:lnTo>
                    <a:pt x="4817793" y="5941"/>
                  </a:lnTo>
                  <a:lnTo>
                    <a:pt x="4918568" y="4221"/>
                  </a:lnTo>
                  <a:lnTo>
                    <a:pt x="5011367" y="2827"/>
                  </a:lnTo>
                  <a:lnTo>
                    <a:pt x="5091905" y="1752"/>
                  </a:lnTo>
                  <a:lnTo>
                    <a:pt x="5156780" y="977"/>
                  </a:lnTo>
                  <a:lnTo>
                    <a:pt x="5204189" y="469"/>
                  </a:lnTo>
                  <a:lnTo>
                    <a:pt x="5234382" y="176"/>
                  </a:lnTo>
                  <a:lnTo>
                    <a:pt x="5249754" y="41"/>
                  </a:lnTo>
                  <a:lnTo>
                    <a:pt x="5254634" y="2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579" y="9"/>
                  </a:lnTo>
                  <a:lnTo>
                    <a:pt x="6735690" y="74"/>
                  </a:lnTo>
                  <a:lnTo>
                    <a:pt x="6756085" y="256"/>
                  </a:lnTo>
                  <a:lnTo>
                    <a:pt x="6792418" y="614"/>
                  </a:lnTo>
                  <a:lnTo>
                    <a:pt x="6846312" y="1201"/>
                  </a:lnTo>
                  <a:lnTo>
                    <a:pt x="6917234" y="2064"/>
                  </a:lnTo>
                  <a:lnTo>
                    <a:pt x="7002725" y="3228"/>
                  </a:lnTo>
                  <a:lnTo>
                    <a:pt x="7098968" y="4709"/>
                  </a:lnTo>
                  <a:lnTo>
                    <a:pt x="7201550" y="6506"/>
                  </a:lnTo>
                  <a:lnTo>
                    <a:pt x="7306196" y="8614"/>
                  </a:lnTo>
                  <a:lnTo>
                    <a:pt x="7409292" y="11026"/>
                  </a:lnTo>
                  <a:lnTo>
                    <a:pt x="7508152" y="13739"/>
                  </a:lnTo>
                  <a:lnTo>
                    <a:pt x="7601050" y="16763"/>
                  </a:lnTo>
                  <a:lnTo>
                    <a:pt x="7687107" y="20114"/>
                  </a:lnTo>
                  <a:lnTo>
                    <a:pt x="7766108" y="23823"/>
                  </a:lnTo>
                  <a:lnTo>
                    <a:pt x="7838308" y="27932"/>
                  </a:lnTo>
                  <a:lnTo>
                    <a:pt x="7904275" y="32493"/>
                  </a:lnTo>
                  <a:lnTo>
                    <a:pt x="7964755" y="37568"/>
                  </a:lnTo>
                  <a:lnTo>
                    <a:pt x="8020582" y="43221"/>
                  </a:lnTo>
                  <a:lnTo>
                    <a:pt x="8072607" y="49517"/>
                  </a:lnTo>
                  <a:lnTo>
                    <a:pt x="8121644" y="56504"/>
                  </a:lnTo>
                  <a:lnTo>
                    <a:pt x="8151487" y="61297"/>
                  </a:lnTo>
                  <a:lnTo>
                    <a:pt x="8206810" y="71297"/>
                  </a:lnTo>
                  <a:lnTo>
                    <a:pt x="8260332" y="82376"/>
                  </a:lnTo>
                  <a:lnTo>
                    <a:pt x="8312773" y="94548"/>
                  </a:lnTo>
                  <a:lnTo>
                    <a:pt x="8364649" y="107784"/>
                  </a:lnTo>
                  <a:lnTo>
                    <a:pt x="8416309" y="122008"/>
                  </a:lnTo>
                  <a:lnTo>
                    <a:pt x="8467965" y="137094"/>
                  </a:lnTo>
                  <a:lnTo>
                    <a:pt x="8519717" y="152869"/>
                  </a:lnTo>
                  <a:lnTo>
                    <a:pt x="8571579" y="169120"/>
                  </a:lnTo>
                  <a:lnTo>
                    <a:pt x="8623506" y="185602"/>
                  </a:lnTo>
                  <a:lnTo>
                    <a:pt x="8675425" y="202058"/>
                  </a:lnTo>
                  <a:lnTo>
                    <a:pt x="8727267" y="218229"/>
                  </a:lnTo>
                  <a:lnTo>
                    <a:pt x="8778995" y="233878"/>
                  </a:lnTo>
                  <a:lnTo>
                    <a:pt x="8830641" y="248798"/>
                  </a:lnTo>
                  <a:lnTo>
                    <a:pt x="8882324" y="262826"/>
                  </a:lnTo>
                  <a:lnTo>
                    <a:pt x="8934284" y="275846"/>
                  </a:lnTo>
                  <a:lnTo>
                    <a:pt x="8986900" y="287793"/>
                  </a:lnTo>
                  <a:lnTo>
                    <a:pt x="9040728" y="298646"/>
                  </a:lnTo>
                  <a:lnTo>
                    <a:pt x="9084767" y="306487"/>
                  </a:lnTo>
                  <a:lnTo>
                    <a:pt x="9132293" y="313925"/>
                  </a:lnTo>
                  <a:lnTo>
                    <a:pt x="9182336" y="320654"/>
                  </a:lnTo>
                  <a:lnTo>
                    <a:pt x="9235658" y="326707"/>
                  </a:lnTo>
                  <a:lnTo>
                    <a:pt x="9293092" y="332141"/>
                  </a:lnTo>
                  <a:lnTo>
                    <a:pt x="9355490" y="337020"/>
                  </a:lnTo>
                  <a:lnTo>
                    <a:pt x="9423663" y="341408"/>
                  </a:lnTo>
                  <a:lnTo>
                    <a:pt x="9498304" y="345365"/>
                  </a:lnTo>
                  <a:lnTo>
                    <a:pt x="9579884" y="348939"/>
                  </a:lnTo>
                  <a:lnTo>
                    <a:pt x="9668506" y="352167"/>
                  </a:lnTo>
                  <a:lnTo>
                    <a:pt x="9763734" y="355075"/>
                  </a:lnTo>
                  <a:lnTo>
                    <a:pt x="9864396" y="357678"/>
                  </a:lnTo>
                  <a:lnTo>
                    <a:pt x="9968424" y="359978"/>
                  </a:lnTo>
                  <a:lnTo>
                    <a:pt x="10072777" y="361973"/>
                  </a:lnTo>
                  <a:lnTo>
                    <a:pt x="10173552" y="363655"/>
                  </a:lnTo>
                  <a:lnTo>
                    <a:pt x="10266350" y="365019"/>
                  </a:lnTo>
                  <a:lnTo>
                    <a:pt x="10346885" y="366071"/>
                  </a:lnTo>
                  <a:lnTo>
                    <a:pt x="10411756" y="366828"/>
                  </a:lnTo>
                  <a:lnTo>
                    <a:pt x="10459159" y="367326"/>
                  </a:lnTo>
                  <a:lnTo>
                    <a:pt x="10489346" y="367612"/>
                  </a:lnTo>
                  <a:lnTo>
                    <a:pt x="10504713" y="367744"/>
                  </a:lnTo>
                  <a:lnTo>
                    <a:pt x="10509590" y="367782"/>
                  </a:lnTo>
                  <a:lnTo>
                    <a:pt x="10509911" y="367784"/>
                  </a:lnTo>
                  <a:lnTo>
                    <a:pt x="11981298" y="36778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75" name="pl1375"/>
            <p:cNvSpPr/>
            <p:nvPr/>
          </p:nvSpPr>
          <p:spPr>
            <a:xfrm>
              <a:off x="4799595" y="8731176"/>
              <a:ext cx="11981298" cy="375957"/>
            </a:xfrm>
            <a:custGeom>
              <a:avLst/>
              <a:pathLst>
                <a:path w="11981298" h="375957">
                  <a:moveTo>
                    <a:pt x="11981298" y="367784"/>
                  </a:moveTo>
                  <a:lnTo>
                    <a:pt x="10509911" y="367784"/>
                  </a:lnTo>
                  <a:lnTo>
                    <a:pt x="10508675" y="367775"/>
                  </a:lnTo>
                  <a:lnTo>
                    <a:pt x="10500563" y="367709"/>
                  </a:lnTo>
                  <a:lnTo>
                    <a:pt x="10480168" y="367528"/>
                  </a:lnTo>
                  <a:lnTo>
                    <a:pt x="10443835" y="367170"/>
                  </a:lnTo>
                  <a:lnTo>
                    <a:pt x="10389941" y="366582"/>
                  </a:lnTo>
                  <a:lnTo>
                    <a:pt x="10319019" y="365720"/>
                  </a:lnTo>
                  <a:lnTo>
                    <a:pt x="10233528" y="364555"/>
                  </a:lnTo>
                  <a:lnTo>
                    <a:pt x="10137286" y="363075"/>
                  </a:lnTo>
                  <a:lnTo>
                    <a:pt x="10034703" y="361277"/>
                  </a:lnTo>
                  <a:lnTo>
                    <a:pt x="9930057" y="359170"/>
                  </a:lnTo>
                  <a:lnTo>
                    <a:pt x="9826961" y="356758"/>
                  </a:lnTo>
                  <a:lnTo>
                    <a:pt x="9728102" y="354045"/>
                  </a:lnTo>
                  <a:lnTo>
                    <a:pt x="9635203" y="351021"/>
                  </a:lnTo>
                  <a:lnTo>
                    <a:pt x="9549146" y="347670"/>
                  </a:lnTo>
                  <a:lnTo>
                    <a:pt x="9470145" y="343961"/>
                  </a:lnTo>
                  <a:lnTo>
                    <a:pt x="9397945" y="339852"/>
                  </a:lnTo>
                  <a:lnTo>
                    <a:pt x="9331978" y="335291"/>
                  </a:lnTo>
                  <a:lnTo>
                    <a:pt x="9271498" y="330216"/>
                  </a:lnTo>
                  <a:lnTo>
                    <a:pt x="9215672" y="324563"/>
                  </a:lnTo>
                  <a:lnTo>
                    <a:pt x="9163647" y="318267"/>
                  </a:lnTo>
                  <a:lnTo>
                    <a:pt x="9114609" y="311280"/>
                  </a:lnTo>
                  <a:lnTo>
                    <a:pt x="9084767" y="306487"/>
                  </a:lnTo>
                  <a:lnTo>
                    <a:pt x="9029443" y="296487"/>
                  </a:lnTo>
                  <a:lnTo>
                    <a:pt x="8975922" y="285408"/>
                  </a:lnTo>
                  <a:lnTo>
                    <a:pt x="8923481" y="273236"/>
                  </a:lnTo>
                  <a:lnTo>
                    <a:pt x="8871604" y="260000"/>
                  </a:lnTo>
                  <a:lnTo>
                    <a:pt x="8819944" y="245776"/>
                  </a:lnTo>
                  <a:lnTo>
                    <a:pt x="8768288" y="230690"/>
                  </a:lnTo>
                  <a:lnTo>
                    <a:pt x="8716536" y="214915"/>
                  </a:lnTo>
                  <a:lnTo>
                    <a:pt x="8664674" y="198664"/>
                  </a:lnTo>
                  <a:lnTo>
                    <a:pt x="8612747" y="182181"/>
                  </a:lnTo>
                  <a:lnTo>
                    <a:pt x="8560828" y="165726"/>
                  </a:lnTo>
                  <a:lnTo>
                    <a:pt x="8508986" y="149555"/>
                  </a:lnTo>
                  <a:lnTo>
                    <a:pt x="8457258" y="133906"/>
                  </a:lnTo>
                  <a:lnTo>
                    <a:pt x="8405612" y="118985"/>
                  </a:lnTo>
                  <a:lnTo>
                    <a:pt x="8353929" y="104958"/>
                  </a:lnTo>
                  <a:lnTo>
                    <a:pt x="8301969" y="91937"/>
                  </a:lnTo>
                  <a:lnTo>
                    <a:pt x="8249353" y="79991"/>
                  </a:lnTo>
                  <a:lnTo>
                    <a:pt x="8195525" y="69138"/>
                  </a:lnTo>
                  <a:lnTo>
                    <a:pt x="8151487" y="61297"/>
                  </a:lnTo>
                  <a:lnTo>
                    <a:pt x="8103960" y="53859"/>
                  </a:lnTo>
                  <a:lnTo>
                    <a:pt x="8053917" y="47130"/>
                  </a:lnTo>
                  <a:lnTo>
                    <a:pt x="8000596" y="41077"/>
                  </a:lnTo>
                  <a:lnTo>
                    <a:pt x="7943162" y="35643"/>
                  </a:lnTo>
                  <a:lnTo>
                    <a:pt x="7880764" y="30764"/>
                  </a:lnTo>
                  <a:lnTo>
                    <a:pt x="7812591" y="26376"/>
                  </a:lnTo>
                  <a:lnTo>
                    <a:pt x="7737949" y="22419"/>
                  </a:lnTo>
                  <a:lnTo>
                    <a:pt x="7656369" y="18845"/>
                  </a:lnTo>
                  <a:lnTo>
                    <a:pt x="7567747" y="15617"/>
                  </a:lnTo>
                  <a:lnTo>
                    <a:pt x="7472520" y="12709"/>
                  </a:lnTo>
                  <a:lnTo>
                    <a:pt x="7371857" y="10106"/>
                  </a:lnTo>
                  <a:lnTo>
                    <a:pt x="7267829" y="7806"/>
                  </a:lnTo>
                  <a:lnTo>
                    <a:pt x="7163476" y="5811"/>
                  </a:lnTo>
                  <a:lnTo>
                    <a:pt x="7062701" y="4129"/>
                  </a:lnTo>
                  <a:lnTo>
                    <a:pt x="6969903" y="2765"/>
                  </a:lnTo>
                  <a:lnTo>
                    <a:pt x="6889368" y="1713"/>
                  </a:lnTo>
                  <a:lnTo>
                    <a:pt x="6824498" y="956"/>
                  </a:lnTo>
                  <a:lnTo>
                    <a:pt x="6777095" y="458"/>
                  </a:lnTo>
                  <a:lnTo>
                    <a:pt x="6746907" y="172"/>
                  </a:lnTo>
                  <a:lnTo>
                    <a:pt x="6731540" y="40"/>
                  </a:lnTo>
                  <a:lnTo>
                    <a:pt x="6726663" y="2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719" y="9"/>
                  </a:lnTo>
                  <a:lnTo>
                    <a:pt x="5245608" y="76"/>
                  </a:lnTo>
                  <a:lnTo>
                    <a:pt x="5225215" y="262"/>
                  </a:lnTo>
                  <a:lnTo>
                    <a:pt x="5188883" y="627"/>
                  </a:lnTo>
                  <a:lnTo>
                    <a:pt x="5134992" y="1228"/>
                  </a:lnTo>
                  <a:lnTo>
                    <a:pt x="5064073" y="2109"/>
                  </a:lnTo>
                  <a:lnTo>
                    <a:pt x="4978586" y="3300"/>
                  </a:lnTo>
                  <a:lnTo>
                    <a:pt x="4882347" y="4814"/>
                  </a:lnTo>
                  <a:lnTo>
                    <a:pt x="4779767" y="6651"/>
                  </a:lnTo>
                  <a:lnTo>
                    <a:pt x="4675123" y="8805"/>
                  </a:lnTo>
                  <a:lnTo>
                    <a:pt x="4572029" y="11270"/>
                  </a:lnTo>
                  <a:lnTo>
                    <a:pt x="4473170" y="14044"/>
                  </a:lnTo>
                  <a:lnTo>
                    <a:pt x="4380272" y="17134"/>
                  </a:lnTo>
                  <a:lnTo>
                    <a:pt x="4294214" y="20560"/>
                  </a:lnTo>
                  <a:lnTo>
                    <a:pt x="4215213" y="24351"/>
                  </a:lnTo>
                  <a:lnTo>
                    <a:pt x="4143012" y="28551"/>
                  </a:lnTo>
                  <a:lnTo>
                    <a:pt x="4077045" y="33214"/>
                  </a:lnTo>
                  <a:lnTo>
                    <a:pt x="4016564" y="38400"/>
                  </a:lnTo>
                  <a:lnTo>
                    <a:pt x="3960737" y="44179"/>
                  </a:lnTo>
                  <a:lnTo>
                    <a:pt x="3908712" y="50614"/>
                  </a:lnTo>
                  <a:lnTo>
                    <a:pt x="3859675" y="57756"/>
                  </a:lnTo>
                  <a:lnTo>
                    <a:pt x="3829811" y="62659"/>
                  </a:lnTo>
                  <a:lnTo>
                    <a:pt x="3774527" y="72873"/>
                  </a:lnTo>
                  <a:lnTo>
                    <a:pt x="3721043" y="84189"/>
                  </a:lnTo>
                  <a:lnTo>
                    <a:pt x="3668638" y="96621"/>
                  </a:lnTo>
                  <a:lnTo>
                    <a:pt x="3616799" y="110139"/>
                  </a:lnTo>
                  <a:lnTo>
                    <a:pt x="3565175" y="124665"/>
                  </a:lnTo>
                  <a:lnTo>
                    <a:pt x="3513557" y="140072"/>
                  </a:lnTo>
                  <a:lnTo>
                    <a:pt x="3461843" y="156183"/>
                  </a:lnTo>
                  <a:lnTo>
                    <a:pt x="3410019" y="172781"/>
                  </a:lnTo>
                  <a:lnTo>
                    <a:pt x="3358130" y="189617"/>
                  </a:lnTo>
                  <a:lnTo>
                    <a:pt x="3306248" y="206427"/>
                  </a:lnTo>
                  <a:lnTo>
                    <a:pt x="3254443" y="222949"/>
                  </a:lnTo>
                  <a:lnTo>
                    <a:pt x="3202751" y="238940"/>
                  </a:lnTo>
                  <a:lnTo>
                    <a:pt x="3151143" y="254188"/>
                  </a:lnTo>
                  <a:lnTo>
                    <a:pt x="3099498" y="268527"/>
                  </a:lnTo>
                  <a:lnTo>
                    <a:pt x="3047581" y="281838"/>
                  </a:lnTo>
                  <a:lnTo>
                    <a:pt x="2995013" y="294053"/>
                  </a:lnTo>
                  <a:lnTo>
                    <a:pt x="2941242" y="305153"/>
                  </a:lnTo>
                  <a:lnTo>
                    <a:pt x="2896531" y="313298"/>
                  </a:lnTo>
                  <a:lnTo>
                    <a:pt x="2849005" y="320901"/>
                  </a:lnTo>
                  <a:lnTo>
                    <a:pt x="2798964" y="327780"/>
                  </a:lnTo>
                  <a:lnTo>
                    <a:pt x="2745643" y="333967"/>
                  </a:lnTo>
                  <a:lnTo>
                    <a:pt x="2688211" y="339521"/>
                  </a:lnTo>
                  <a:lnTo>
                    <a:pt x="2625815" y="344509"/>
                  </a:lnTo>
                  <a:lnTo>
                    <a:pt x="2557644" y="348995"/>
                  </a:lnTo>
                  <a:lnTo>
                    <a:pt x="2483005" y="353039"/>
                  </a:lnTo>
                  <a:lnTo>
                    <a:pt x="2401428" y="356692"/>
                  </a:lnTo>
                  <a:lnTo>
                    <a:pt x="2312809" y="359992"/>
                  </a:lnTo>
                  <a:lnTo>
                    <a:pt x="2217584" y="362965"/>
                  </a:lnTo>
                  <a:lnTo>
                    <a:pt x="2116925" y="365625"/>
                  </a:lnTo>
                  <a:lnTo>
                    <a:pt x="2012899" y="367977"/>
                  </a:lnTo>
                  <a:lnTo>
                    <a:pt x="1908549" y="370016"/>
                  </a:lnTo>
                  <a:lnTo>
                    <a:pt x="1807774" y="371735"/>
                  </a:lnTo>
                  <a:lnTo>
                    <a:pt x="1714975" y="373130"/>
                  </a:lnTo>
                  <a:lnTo>
                    <a:pt x="1634437" y="374205"/>
                  </a:lnTo>
                  <a:lnTo>
                    <a:pt x="1569562" y="374979"/>
                  </a:lnTo>
                  <a:lnTo>
                    <a:pt x="1522154" y="375488"/>
                  </a:lnTo>
                  <a:lnTo>
                    <a:pt x="1491960" y="375781"/>
                  </a:lnTo>
                  <a:lnTo>
                    <a:pt x="1476588" y="375916"/>
                  </a:lnTo>
                  <a:lnTo>
                    <a:pt x="1471708" y="375955"/>
                  </a:lnTo>
                  <a:lnTo>
                    <a:pt x="1471387" y="375957"/>
                  </a:lnTo>
                  <a:lnTo>
                    <a:pt x="0" y="37595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76" name="pg1376"/>
            <p:cNvSpPr/>
            <p:nvPr/>
          </p:nvSpPr>
          <p:spPr>
            <a:xfrm>
              <a:off x="4799595" y="4652850"/>
              <a:ext cx="11981298" cy="5811001"/>
            </a:xfrm>
            <a:custGeom>
              <a:avLst/>
              <a:pathLst>
                <a:path w="11981298" h="5811001">
                  <a:moveTo>
                    <a:pt x="0" y="4544187"/>
                  </a:moveTo>
                  <a:lnTo>
                    <a:pt x="1471387" y="4544187"/>
                  </a:lnTo>
                  <a:lnTo>
                    <a:pt x="1472605" y="4544218"/>
                  </a:lnTo>
                  <a:lnTo>
                    <a:pt x="1480601" y="4544441"/>
                  </a:lnTo>
                  <a:lnTo>
                    <a:pt x="1500716" y="4545057"/>
                  </a:lnTo>
                  <a:lnTo>
                    <a:pt x="1536574" y="4546270"/>
                  </a:lnTo>
                  <a:lnTo>
                    <a:pt x="1589810" y="4548266"/>
                  </a:lnTo>
                  <a:lnTo>
                    <a:pt x="1659945" y="4551193"/>
                  </a:lnTo>
                  <a:lnTo>
                    <a:pt x="1744600" y="4555151"/>
                  </a:lnTo>
                  <a:lnTo>
                    <a:pt x="1840048" y="4560186"/>
                  </a:lnTo>
                  <a:lnTo>
                    <a:pt x="1941948" y="4566301"/>
                  </a:lnTo>
                  <a:lnTo>
                    <a:pt x="2046067" y="4573475"/>
                  </a:lnTo>
                  <a:lnTo>
                    <a:pt x="2148808" y="4581686"/>
                  </a:lnTo>
                  <a:lnTo>
                    <a:pt x="2247474" y="4590928"/>
                  </a:lnTo>
                  <a:lnTo>
                    <a:pt x="2340313" y="4601223"/>
                  </a:lnTo>
                  <a:lnTo>
                    <a:pt x="2426412" y="4612630"/>
                  </a:lnTo>
                  <a:lnTo>
                    <a:pt x="2505522" y="4625250"/>
                  </a:lnTo>
                  <a:lnTo>
                    <a:pt x="2577867" y="4639222"/>
                  </a:lnTo>
                  <a:lnTo>
                    <a:pt x="2643987" y="4654721"/>
                  </a:lnTo>
                  <a:lnTo>
                    <a:pt x="2704608" y="4671952"/>
                  </a:lnTo>
                  <a:lnTo>
                    <a:pt x="2760547" y="4691137"/>
                  </a:lnTo>
                  <a:lnTo>
                    <a:pt x="2812643" y="4712493"/>
                  </a:lnTo>
                  <a:lnTo>
                    <a:pt x="2861704" y="4736195"/>
                  </a:lnTo>
                  <a:lnTo>
                    <a:pt x="2896531" y="4755322"/>
                  </a:lnTo>
                  <a:lnTo>
                    <a:pt x="2945087" y="4785281"/>
                  </a:lnTo>
                  <a:lnTo>
                    <a:pt x="2992183" y="4818080"/>
                  </a:lnTo>
                  <a:lnTo>
                    <a:pt x="3038333" y="4853767"/>
                  </a:lnTo>
                  <a:lnTo>
                    <a:pt x="3083921" y="4892309"/>
                  </a:lnTo>
                  <a:lnTo>
                    <a:pt x="3129227" y="4933579"/>
                  </a:lnTo>
                  <a:lnTo>
                    <a:pt x="3174442" y="4977349"/>
                  </a:lnTo>
                  <a:lnTo>
                    <a:pt x="3219682" y="5023294"/>
                  </a:lnTo>
                  <a:lnTo>
                    <a:pt x="3265002" y="5070995"/>
                  </a:lnTo>
                  <a:lnTo>
                    <a:pt x="3310407" y="5119949"/>
                  </a:lnTo>
                  <a:lnTo>
                    <a:pt x="3355868" y="5169596"/>
                  </a:lnTo>
                  <a:lnTo>
                    <a:pt x="3401337" y="5219340"/>
                  </a:lnTo>
                  <a:lnTo>
                    <a:pt x="3446764" y="5268580"/>
                  </a:lnTo>
                  <a:lnTo>
                    <a:pt x="3492113" y="5316741"/>
                  </a:lnTo>
                  <a:lnTo>
                    <a:pt x="3537375" y="5363300"/>
                  </a:lnTo>
                  <a:lnTo>
                    <a:pt x="3582589" y="5407809"/>
                  </a:lnTo>
                  <a:lnTo>
                    <a:pt x="3627849" y="5449911"/>
                  </a:lnTo>
                  <a:lnTo>
                    <a:pt x="3673321" y="5489348"/>
                  </a:lnTo>
                  <a:lnTo>
                    <a:pt x="3719253" y="5525960"/>
                  </a:lnTo>
                  <a:lnTo>
                    <a:pt x="3765996" y="5559685"/>
                  </a:lnTo>
                  <a:lnTo>
                    <a:pt x="3814018" y="5590546"/>
                  </a:lnTo>
                  <a:lnTo>
                    <a:pt x="3829811" y="5599866"/>
                  </a:lnTo>
                  <a:lnTo>
                    <a:pt x="3877097" y="5625364"/>
                  </a:lnTo>
                  <a:lnTo>
                    <a:pt x="3926870" y="5648446"/>
                  </a:lnTo>
                  <a:lnTo>
                    <a:pt x="3979882" y="5669220"/>
                  </a:lnTo>
                  <a:lnTo>
                    <a:pt x="4036953" y="5687877"/>
                  </a:lnTo>
                  <a:lnTo>
                    <a:pt x="4098922" y="5704639"/>
                  </a:lnTo>
                  <a:lnTo>
                    <a:pt x="4166591" y="5719724"/>
                  </a:lnTo>
                  <a:lnTo>
                    <a:pt x="4240646" y="5733330"/>
                  </a:lnTo>
                  <a:lnTo>
                    <a:pt x="4321561" y="5745624"/>
                  </a:lnTo>
                  <a:lnTo>
                    <a:pt x="4409453" y="5756736"/>
                  </a:lnTo>
                  <a:lnTo>
                    <a:pt x="4503920" y="5766753"/>
                  </a:lnTo>
                  <a:lnTo>
                    <a:pt x="4603846" y="5775727"/>
                  </a:lnTo>
                  <a:lnTo>
                    <a:pt x="4707242" y="5783672"/>
                  </a:lnTo>
                  <a:lnTo>
                    <a:pt x="4811164" y="5790574"/>
                  </a:lnTo>
                  <a:lnTo>
                    <a:pt x="4911814" y="5796410"/>
                  </a:lnTo>
                  <a:lnTo>
                    <a:pt x="5004872" y="5801164"/>
                  </a:lnTo>
                  <a:lnTo>
                    <a:pt x="5086082" y="5804849"/>
                  </a:lnTo>
                  <a:lnTo>
                    <a:pt x="5151999" y="5807523"/>
                  </a:lnTo>
                  <a:lnTo>
                    <a:pt x="5200695" y="5809300"/>
                  </a:lnTo>
                  <a:lnTo>
                    <a:pt x="5232234" y="5810340"/>
                  </a:lnTo>
                  <a:lnTo>
                    <a:pt x="5248788" y="5810834"/>
                  </a:lnTo>
                  <a:lnTo>
                    <a:pt x="5254452" y="5810989"/>
                  </a:lnTo>
                  <a:lnTo>
                    <a:pt x="5254955" y="5811001"/>
                  </a:lnTo>
                  <a:lnTo>
                    <a:pt x="6726343" y="5811001"/>
                  </a:lnTo>
                  <a:lnTo>
                    <a:pt x="6727172" y="5810905"/>
                  </a:lnTo>
                  <a:lnTo>
                    <a:pt x="6732659" y="5810217"/>
                  </a:lnTo>
                  <a:lnTo>
                    <a:pt x="6746613" y="5808318"/>
                  </a:lnTo>
                  <a:lnTo>
                    <a:pt x="6771865" y="5804574"/>
                  </a:lnTo>
                  <a:lnTo>
                    <a:pt x="6810121" y="5798376"/>
                  </a:lnTo>
                  <a:lnTo>
                    <a:pt x="6861842" y="5789189"/>
                  </a:lnTo>
                  <a:lnTo>
                    <a:pt x="6926250" y="5776599"/>
                  </a:lnTo>
                  <a:lnTo>
                    <a:pt x="7001500" y="5760335"/>
                  </a:lnTo>
                  <a:lnTo>
                    <a:pt x="7085004" y="5740267"/>
                  </a:lnTo>
                  <a:lnTo>
                    <a:pt x="7173819" y="5716383"/>
                  </a:lnTo>
                  <a:lnTo>
                    <a:pt x="7265032" y="5688740"/>
                  </a:lnTo>
                  <a:lnTo>
                    <a:pt x="7356056" y="5657415"/>
                  </a:lnTo>
                  <a:lnTo>
                    <a:pt x="7444807" y="5622456"/>
                  </a:lnTo>
                  <a:lnTo>
                    <a:pt x="7529766" y="5583844"/>
                  </a:lnTo>
                  <a:lnTo>
                    <a:pt x="7609963" y="5541473"/>
                  </a:lnTo>
                  <a:lnTo>
                    <a:pt x="7684896" y="5495129"/>
                  </a:lnTo>
                  <a:lnTo>
                    <a:pt x="7754438" y="5444492"/>
                  </a:lnTo>
                  <a:lnTo>
                    <a:pt x="7818741" y="5389131"/>
                  </a:lnTo>
                  <a:lnTo>
                    <a:pt x="7878148" y="5328519"/>
                  </a:lnTo>
                  <a:lnTo>
                    <a:pt x="7933125" y="5262040"/>
                  </a:lnTo>
                  <a:lnTo>
                    <a:pt x="7984208" y="5189020"/>
                  </a:lnTo>
                  <a:lnTo>
                    <a:pt x="8031963" y="5108767"/>
                  </a:lnTo>
                  <a:lnTo>
                    <a:pt x="8076956" y="5020634"/>
                  </a:lnTo>
                  <a:lnTo>
                    <a:pt x="8119723" y="4924129"/>
                  </a:lnTo>
                  <a:lnTo>
                    <a:pt x="8151487" y="4843863"/>
                  </a:lnTo>
                  <a:lnTo>
                    <a:pt x="8179009" y="4768263"/>
                  </a:lnTo>
                  <a:lnTo>
                    <a:pt x="8205987" y="4688605"/>
                  </a:lnTo>
                  <a:lnTo>
                    <a:pt x="8232529" y="4604811"/>
                  </a:lnTo>
                  <a:lnTo>
                    <a:pt x="8258728" y="4516835"/>
                  </a:lnTo>
                  <a:lnTo>
                    <a:pt x="8284664" y="4424667"/>
                  </a:lnTo>
                  <a:lnTo>
                    <a:pt x="8310403" y="4328338"/>
                  </a:lnTo>
                  <a:lnTo>
                    <a:pt x="8336004" y="4227918"/>
                  </a:lnTo>
                  <a:lnTo>
                    <a:pt x="8361512" y="4123522"/>
                  </a:lnTo>
                  <a:lnTo>
                    <a:pt x="8386966" y="4015313"/>
                  </a:lnTo>
                  <a:lnTo>
                    <a:pt x="8412396" y="3903496"/>
                  </a:lnTo>
                  <a:lnTo>
                    <a:pt x="8437823" y="3788326"/>
                  </a:lnTo>
                  <a:lnTo>
                    <a:pt x="8463264" y="3670100"/>
                  </a:lnTo>
                  <a:lnTo>
                    <a:pt x="8488728" y="3549160"/>
                  </a:lnTo>
                  <a:lnTo>
                    <a:pt x="8514221" y="3425885"/>
                  </a:lnTo>
                  <a:lnTo>
                    <a:pt x="8539741" y="3300691"/>
                  </a:lnTo>
                  <a:lnTo>
                    <a:pt x="8565285" y="3174022"/>
                  </a:lnTo>
                  <a:lnTo>
                    <a:pt x="8590848" y="3046346"/>
                  </a:lnTo>
                  <a:lnTo>
                    <a:pt x="8616421" y="2918144"/>
                  </a:lnTo>
                  <a:lnTo>
                    <a:pt x="8641994" y="2789910"/>
                  </a:lnTo>
                  <a:lnTo>
                    <a:pt x="8667559" y="2662135"/>
                  </a:lnTo>
                  <a:lnTo>
                    <a:pt x="8693106" y="2535304"/>
                  </a:lnTo>
                  <a:lnTo>
                    <a:pt x="8718630" y="2409887"/>
                  </a:lnTo>
                  <a:lnTo>
                    <a:pt x="8744126" y="2286332"/>
                  </a:lnTo>
                  <a:lnTo>
                    <a:pt x="8769594" y="2165057"/>
                  </a:lnTo>
                  <a:lnTo>
                    <a:pt x="8795038" y="2046449"/>
                  </a:lnTo>
                  <a:lnTo>
                    <a:pt x="8820466" y="1930853"/>
                  </a:lnTo>
                  <a:lnTo>
                    <a:pt x="8845894" y="1818573"/>
                  </a:lnTo>
                  <a:lnTo>
                    <a:pt x="8871343" y="1709870"/>
                  </a:lnTo>
                  <a:lnTo>
                    <a:pt x="8896842" y="1604955"/>
                  </a:lnTo>
                  <a:lnTo>
                    <a:pt x="8922428" y="1503997"/>
                  </a:lnTo>
                  <a:lnTo>
                    <a:pt x="8948146" y="1407117"/>
                  </a:lnTo>
                  <a:lnTo>
                    <a:pt x="8974052" y="1314391"/>
                  </a:lnTo>
                  <a:lnTo>
                    <a:pt x="9000211" y="1225856"/>
                  </a:lnTo>
                  <a:lnTo>
                    <a:pt x="9026702" y="1141506"/>
                  </a:lnTo>
                  <a:lnTo>
                    <a:pt x="9053616" y="1061301"/>
                  </a:lnTo>
                  <a:lnTo>
                    <a:pt x="9081059" y="985164"/>
                  </a:lnTo>
                  <a:lnTo>
                    <a:pt x="9084767" y="975311"/>
                  </a:lnTo>
                  <a:lnTo>
                    <a:pt x="9126148" y="872202"/>
                  </a:lnTo>
                  <a:lnTo>
                    <a:pt x="9169380" y="777643"/>
                  </a:lnTo>
                  <a:lnTo>
                    <a:pt x="9214956" y="691365"/>
                  </a:lnTo>
                  <a:lnTo>
                    <a:pt x="9263423" y="612827"/>
                  </a:lnTo>
                  <a:lnTo>
                    <a:pt x="9315348" y="541366"/>
                  </a:lnTo>
                  <a:lnTo>
                    <a:pt x="9371293" y="476288"/>
                  </a:lnTo>
                  <a:lnTo>
                    <a:pt x="9431783" y="416929"/>
                  </a:lnTo>
                  <a:lnTo>
                    <a:pt x="9497260" y="362692"/>
                  </a:lnTo>
                  <a:lnTo>
                    <a:pt x="9568032" y="313072"/>
                  </a:lnTo>
                  <a:lnTo>
                    <a:pt x="9644192" y="267662"/>
                  </a:lnTo>
                  <a:lnTo>
                    <a:pt x="9725539" y="226166"/>
                  </a:lnTo>
                  <a:lnTo>
                    <a:pt x="9811471" y="188396"/>
                  </a:lnTo>
                  <a:lnTo>
                    <a:pt x="9900896" y="154267"/>
                  </a:lnTo>
                  <a:lnTo>
                    <a:pt x="9992168" y="123779"/>
                  </a:lnTo>
                  <a:lnTo>
                    <a:pt x="10083076" y="96990"/>
                  </a:lnTo>
                  <a:lnTo>
                    <a:pt x="10170939" y="73976"/>
                  </a:lnTo>
                  <a:lnTo>
                    <a:pt x="10252807" y="54784"/>
                  </a:lnTo>
                  <a:lnTo>
                    <a:pt x="10325783" y="39376"/>
                  </a:lnTo>
                  <a:lnTo>
                    <a:pt x="10387416" y="27594"/>
                  </a:lnTo>
                  <a:lnTo>
                    <a:pt x="10436080" y="19133"/>
                  </a:lnTo>
                  <a:lnTo>
                    <a:pt x="10471273" y="13547"/>
                  </a:lnTo>
                  <a:lnTo>
                    <a:pt x="10493746" y="10281"/>
                  </a:lnTo>
                  <a:lnTo>
                    <a:pt x="10505475" y="8715"/>
                  </a:lnTo>
                  <a:lnTo>
                    <a:pt x="10509526" y="8217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9081" y="96"/>
                  </a:lnTo>
                  <a:lnTo>
                    <a:pt x="10503594" y="784"/>
                  </a:lnTo>
                  <a:lnTo>
                    <a:pt x="10489640" y="2682"/>
                  </a:lnTo>
                  <a:lnTo>
                    <a:pt x="10464388" y="6427"/>
                  </a:lnTo>
                  <a:lnTo>
                    <a:pt x="10426132" y="12625"/>
                  </a:lnTo>
                  <a:lnTo>
                    <a:pt x="10374411" y="21812"/>
                  </a:lnTo>
                  <a:lnTo>
                    <a:pt x="10310004" y="34402"/>
                  </a:lnTo>
                  <a:lnTo>
                    <a:pt x="10234753" y="50666"/>
                  </a:lnTo>
                  <a:lnTo>
                    <a:pt x="10151249" y="70734"/>
                  </a:lnTo>
                  <a:lnTo>
                    <a:pt x="10062435" y="94618"/>
                  </a:lnTo>
                  <a:lnTo>
                    <a:pt x="9971221" y="122260"/>
                  </a:lnTo>
                  <a:lnTo>
                    <a:pt x="9880197" y="153585"/>
                  </a:lnTo>
                  <a:lnTo>
                    <a:pt x="9791446" y="188545"/>
                  </a:lnTo>
                  <a:lnTo>
                    <a:pt x="9706487" y="227157"/>
                  </a:lnTo>
                  <a:lnTo>
                    <a:pt x="9626290" y="269528"/>
                  </a:lnTo>
                  <a:lnTo>
                    <a:pt x="9551357" y="315872"/>
                  </a:lnTo>
                  <a:lnTo>
                    <a:pt x="9481815" y="366509"/>
                  </a:lnTo>
                  <a:lnTo>
                    <a:pt x="9417512" y="421869"/>
                  </a:lnTo>
                  <a:lnTo>
                    <a:pt x="9358105" y="482482"/>
                  </a:lnTo>
                  <a:lnTo>
                    <a:pt x="9303129" y="548961"/>
                  </a:lnTo>
                  <a:lnTo>
                    <a:pt x="9252045" y="621981"/>
                  </a:lnTo>
                  <a:lnTo>
                    <a:pt x="9204290" y="702234"/>
                  </a:lnTo>
                  <a:lnTo>
                    <a:pt x="9159297" y="790367"/>
                  </a:lnTo>
                  <a:lnTo>
                    <a:pt x="9116530" y="886872"/>
                  </a:lnTo>
                  <a:lnTo>
                    <a:pt x="9084767" y="967138"/>
                  </a:lnTo>
                  <a:lnTo>
                    <a:pt x="9057244" y="1042738"/>
                  </a:lnTo>
                  <a:lnTo>
                    <a:pt x="9030266" y="1122396"/>
                  </a:lnTo>
                  <a:lnTo>
                    <a:pt x="9003724" y="1206190"/>
                  </a:lnTo>
                  <a:lnTo>
                    <a:pt x="8977525" y="1294166"/>
                  </a:lnTo>
                  <a:lnTo>
                    <a:pt x="8951590" y="1386333"/>
                  </a:lnTo>
                  <a:lnTo>
                    <a:pt x="8925850" y="1482663"/>
                  </a:lnTo>
                  <a:lnTo>
                    <a:pt x="8900249" y="1583083"/>
                  </a:lnTo>
                  <a:lnTo>
                    <a:pt x="8874741" y="1687478"/>
                  </a:lnTo>
                  <a:lnTo>
                    <a:pt x="8849287" y="1795688"/>
                  </a:lnTo>
                  <a:lnTo>
                    <a:pt x="8823858" y="1907505"/>
                  </a:lnTo>
                  <a:lnTo>
                    <a:pt x="8798430" y="2022675"/>
                  </a:lnTo>
                  <a:lnTo>
                    <a:pt x="8772989" y="2140900"/>
                  </a:lnTo>
                  <a:lnTo>
                    <a:pt x="8747525" y="2261841"/>
                  </a:lnTo>
                  <a:lnTo>
                    <a:pt x="8722033" y="2385115"/>
                  </a:lnTo>
                  <a:lnTo>
                    <a:pt x="8696512" y="2510309"/>
                  </a:lnTo>
                  <a:lnTo>
                    <a:pt x="8670968" y="2636978"/>
                  </a:lnTo>
                  <a:lnTo>
                    <a:pt x="8645405" y="2764655"/>
                  </a:lnTo>
                  <a:lnTo>
                    <a:pt x="8619832" y="2892857"/>
                  </a:lnTo>
                  <a:lnTo>
                    <a:pt x="8594259" y="3021091"/>
                  </a:lnTo>
                  <a:lnTo>
                    <a:pt x="8568694" y="3148866"/>
                  </a:lnTo>
                  <a:lnTo>
                    <a:pt x="8543147" y="3275697"/>
                  </a:lnTo>
                  <a:lnTo>
                    <a:pt x="8517623" y="3401114"/>
                  </a:lnTo>
                  <a:lnTo>
                    <a:pt x="8492127" y="3524669"/>
                  </a:lnTo>
                  <a:lnTo>
                    <a:pt x="8466659" y="3645944"/>
                  </a:lnTo>
                  <a:lnTo>
                    <a:pt x="8441216" y="3764552"/>
                  </a:lnTo>
                  <a:lnTo>
                    <a:pt x="8415787" y="3880148"/>
                  </a:lnTo>
                  <a:lnTo>
                    <a:pt x="8390359" y="3992428"/>
                  </a:lnTo>
                  <a:lnTo>
                    <a:pt x="8364910" y="4101131"/>
                  </a:lnTo>
                  <a:lnTo>
                    <a:pt x="8339411" y="4206046"/>
                  </a:lnTo>
                  <a:lnTo>
                    <a:pt x="8313825" y="4307004"/>
                  </a:lnTo>
                  <a:lnTo>
                    <a:pt x="8288107" y="4403884"/>
                  </a:lnTo>
                  <a:lnTo>
                    <a:pt x="8262201" y="4496609"/>
                  </a:lnTo>
                  <a:lnTo>
                    <a:pt x="8236042" y="4585145"/>
                  </a:lnTo>
                  <a:lnTo>
                    <a:pt x="8209551" y="4669495"/>
                  </a:lnTo>
                  <a:lnTo>
                    <a:pt x="8182637" y="4749700"/>
                  </a:lnTo>
                  <a:lnTo>
                    <a:pt x="8155194" y="4825836"/>
                  </a:lnTo>
                  <a:lnTo>
                    <a:pt x="8151487" y="4835690"/>
                  </a:lnTo>
                  <a:lnTo>
                    <a:pt x="8110105" y="4938799"/>
                  </a:lnTo>
                  <a:lnTo>
                    <a:pt x="8066874" y="5033357"/>
                  </a:lnTo>
                  <a:lnTo>
                    <a:pt x="8021297" y="5119636"/>
                  </a:lnTo>
                  <a:lnTo>
                    <a:pt x="7972830" y="5198173"/>
                  </a:lnTo>
                  <a:lnTo>
                    <a:pt x="7920905" y="5269635"/>
                  </a:lnTo>
                  <a:lnTo>
                    <a:pt x="7864960" y="5334713"/>
                  </a:lnTo>
                  <a:lnTo>
                    <a:pt x="7804470" y="5394072"/>
                  </a:lnTo>
                  <a:lnTo>
                    <a:pt x="7738993" y="5448308"/>
                  </a:lnTo>
                  <a:lnTo>
                    <a:pt x="7668222" y="5497929"/>
                  </a:lnTo>
                  <a:lnTo>
                    <a:pt x="7592061" y="5543339"/>
                  </a:lnTo>
                  <a:lnTo>
                    <a:pt x="7510714" y="5584835"/>
                  </a:lnTo>
                  <a:lnTo>
                    <a:pt x="7424782" y="5622605"/>
                  </a:lnTo>
                  <a:lnTo>
                    <a:pt x="7335357" y="5656734"/>
                  </a:lnTo>
                  <a:lnTo>
                    <a:pt x="7244085" y="5687222"/>
                  </a:lnTo>
                  <a:lnTo>
                    <a:pt x="7153177" y="5714011"/>
                  </a:lnTo>
                  <a:lnTo>
                    <a:pt x="7065314" y="5737025"/>
                  </a:lnTo>
                  <a:lnTo>
                    <a:pt x="6983446" y="5756217"/>
                  </a:lnTo>
                  <a:lnTo>
                    <a:pt x="6910470" y="5771625"/>
                  </a:lnTo>
                  <a:lnTo>
                    <a:pt x="6848837" y="5783406"/>
                  </a:lnTo>
                  <a:lnTo>
                    <a:pt x="6800173" y="5791868"/>
                  </a:lnTo>
                  <a:lnTo>
                    <a:pt x="6764980" y="5797454"/>
                  </a:lnTo>
                  <a:lnTo>
                    <a:pt x="6742508" y="5800720"/>
                  </a:lnTo>
                  <a:lnTo>
                    <a:pt x="6730779" y="5802286"/>
                  </a:lnTo>
                  <a:lnTo>
                    <a:pt x="6726727" y="5802784"/>
                  </a:lnTo>
                  <a:lnTo>
                    <a:pt x="6726343" y="5802828"/>
                  </a:lnTo>
                  <a:lnTo>
                    <a:pt x="5254955" y="5802828"/>
                  </a:lnTo>
                  <a:lnTo>
                    <a:pt x="5253737" y="5802797"/>
                  </a:lnTo>
                  <a:lnTo>
                    <a:pt x="5245741" y="5802574"/>
                  </a:lnTo>
                  <a:lnTo>
                    <a:pt x="5225626" y="5801958"/>
                  </a:lnTo>
                  <a:lnTo>
                    <a:pt x="5189768" y="5800745"/>
                  </a:lnTo>
                  <a:lnTo>
                    <a:pt x="5136532" y="5798749"/>
                  </a:lnTo>
                  <a:lnTo>
                    <a:pt x="5066397" y="5795822"/>
                  </a:lnTo>
                  <a:lnTo>
                    <a:pt x="4981742" y="5791864"/>
                  </a:lnTo>
                  <a:lnTo>
                    <a:pt x="4886294" y="5786829"/>
                  </a:lnTo>
                  <a:lnTo>
                    <a:pt x="4784394" y="5780714"/>
                  </a:lnTo>
                  <a:lnTo>
                    <a:pt x="4680275" y="5773540"/>
                  </a:lnTo>
                  <a:lnTo>
                    <a:pt x="4577534" y="5765329"/>
                  </a:lnTo>
                  <a:lnTo>
                    <a:pt x="4478868" y="5756087"/>
                  </a:lnTo>
                  <a:lnTo>
                    <a:pt x="4386029" y="5745792"/>
                  </a:lnTo>
                  <a:lnTo>
                    <a:pt x="4299930" y="5734385"/>
                  </a:lnTo>
                  <a:lnTo>
                    <a:pt x="4220820" y="5721765"/>
                  </a:lnTo>
                  <a:lnTo>
                    <a:pt x="4148475" y="5707793"/>
                  </a:lnTo>
                  <a:lnTo>
                    <a:pt x="4082355" y="5692294"/>
                  </a:lnTo>
                  <a:lnTo>
                    <a:pt x="4021734" y="5675063"/>
                  </a:lnTo>
                  <a:lnTo>
                    <a:pt x="3965795" y="5655878"/>
                  </a:lnTo>
                  <a:lnTo>
                    <a:pt x="3913699" y="5634522"/>
                  </a:lnTo>
                  <a:lnTo>
                    <a:pt x="3864638" y="5610820"/>
                  </a:lnTo>
                  <a:lnTo>
                    <a:pt x="3829811" y="5591693"/>
                  </a:lnTo>
                  <a:lnTo>
                    <a:pt x="3781255" y="5561734"/>
                  </a:lnTo>
                  <a:lnTo>
                    <a:pt x="3734159" y="5528935"/>
                  </a:lnTo>
                  <a:lnTo>
                    <a:pt x="3688010" y="5493247"/>
                  </a:lnTo>
                  <a:lnTo>
                    <a:pt x="3642421" y="5454705"/>
                  </a:lnTo>
                  <a:lnTo>
                    <a:pt x="3597115" y="5413436"/>
                  </a:lnTo>
                  <a:lnTo>
                    <a:pt x="3551900" y="5369666"/>
                  </a:lnTo>
                  <a:lnTo>
                    <a:pt x="3506660" y="5323721"/>
                  </a:lnTo>
                  <a:lnTo>
                    <a:pt x="3461340" y="5276020"/>
                  </a:lnTo>
                  <a:lnTo>
                    <a:pt x="3415935" y="5227066"/>
                  </a:lnTo>
                  <a:lnTo>
                    <a:pt x="3370474" y="5177419"/>
                  </a:lnTo>
                  <a:lnTo>
                    <a:pt x="3325005" y="5127675"/>
                  </a:lnTo>
                  <a:lnTo>
                    <a:pt x="3279578" y="5078435"/>
                  </a:lnTo>
                  <a:lnTo>
                    <a:pt x="3234230" y="5030274"/>
                  </a:lnTo>
                  <a:lnTo>
                    <a:pt x="3188967" y="4983715"/>
                  </a:lnTo>
                  <a:lnTo>
                    <a:pt x="3143753" y="4939206"/>
                  </a:lnTo>
                  <a:lnTo>
                    <a:pt x="3098493" y="4897104"/>
                  </a:lnTo>
                  <a:lnTo>
                    <a:pt x="3053022" y="4857667"/>
                  </a:lnTo>
                  <a:lnTo>
                    <a:pt x="3007089" y="4821055"/>
                  </a:lnTo>
                  <a:lnTo>
                    <a:pt x="2960346" y="4787329"/>
                  </a:lnTo>
                  <a:lnTo>
                    <a:pt x="2912324" y="4756468"/>
                  </a:lnTo>
                  <a:lnTo>
                    <a:pt x="2896531" y="4747149"/>
                  </a:lnTo>
                  <a:lnTo>
                    <a:pt x="2849246" y="4721651"/>
                  </a:lnTo>
                  <a:lnTo>
                    <a:pt x="2799472" y="4698569"/>
                  </a:lnTo>
                  <a:lnTo>
                    <a:pt x="2746460" y="4677795"/>
                  </a:lnTo>
                  <a:lnTo>
                    <a:pt x="2689389" y="4659137"/>
                  </a:lnTo>
                  <a:lnTo>
                    <a:pt x="2627420" y="4642376"/>
                  </a:lnTo>
                  <a:lnTo>
                    <a:pt x="2559751" y="4627291"/>
                  </a:lnTo>
                  <a:lnTo>
                    <a:pt x="2485696" y="4613685"/>
                  </a:lnTo>
                  <a:lnTo>
                    <a:pt x="2404781" y="4601391"/>
                  </a:lnTo>
                  <a:lnTo>
                    <a:pt x="2316889" y="4590279"/>
                  </a:lnTo>
                  <a:lnTo>
                    <a:pt x="2222422" y="4580261"/>
                  </a:lnTo>
                  <a:lnTo>
                    <a:pt x="2122496" y="4571288"/>
                  </a:lnTo>
                  <a:lnTo>
                    <a:pt x="2019101" y="4563343"/>
                  </a:lnTo>
                  <a:lnTo>
                    <a:pt x="1915178" y="4556441"/>
                  </a:lnTo>
                  <a:lnTo>
                    <a:pt x="1814528" y="4550605"/>
                  </a:lnTo>
                  <a:lnTo>
                    <a:pt x="1721470" y="4545851"/>
                  </a:lnTo>
                  <a:lnTo>
                    <a:pt x="1640260" y="4542166"/>
                  </a:lnTo>
                  <a:lnTo>
                    <a:pt x="1574343" y="4539491"/>
                  </a:lnTo>
                  <a:lnTo>
                    <a:pt x="1525648" y="4537715"/>
                  </a:lnTo>
                  <a:lnTo>
                    <a:pt x="1494109" y="4536675"/>
                  </a:lnTo>
                  <a:lnTo>
                    <a:pt x="1477554" y="4536181"/>
                  </a:lnTo>
                  <a:lnTo>
                    <a:pt x="1471890" y="4536026"/>
                  </a:lnTo>
                  <a:lnTo>
                    <a:pt x="1471387" y="4536014"/>
                  </a:lnTo>
                  <a:lnTo>
                    <a:pt x="0" y="4536014"/>
                  </a:lnTo>
                  <a:close/>
                </a:path>
              </a:pathLst>
            </a:custGeom>
            <a:solidFill>
              <a:srgbClr val="E78AC3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377" name="pl1377"/>
            <p:cNvSpPr/>
            <p:nvPr/>
          </p:nvSpPr>
          <p:spPr>
            <a:xfrm>
              <a:off x="4799595" y="4661023"/>
              <a:ext cx="11981298" cy="5802828"/>
            </a:xfrm>
            <a:custGeom>
              <a:avLst/>
              <a:pathLst>
                <a:path w="11981298" h="5802828">
                  <a:moveTo>
                    <a:pt x="0" y="4536014"/>
                  </a:moveTo>
                  <a:lnTo>
                    <a:pt x="1471387" y="4536014"/>
                  </a:lnTo>
                  <a:lnTo>
                    <a:pt x="1472605" y="4536045"/>
                  </a:lnTo>
                  <a:lnTo>
                    <a:pt x="1480601" y="4536268"/>
                  </a:lnTo>
                  <a:lnTo>
                    <a:pt x="1500716" y="4536884"/>
                  </a:lnTo>
                  <a:lnTo>
                    <a:pt x="1536574" y="4538097"/>
                  </a:lnTo>
                  <a:lnTo>
                    <a:pt x="1589810" y="4540093"/>
                  </a:lnTo>
                  <a:lnTo>
                    <a:pt x="1659945" y="4543020"/>
                  </a:lnTo>
                  <a:lnTo>
                    <a:pt x="1744600" y="4546978"/>
                  </a:lnTo>
                  <a:lnTo>
                    <a:pt x="1840048" y="4552013"/>
                  </a:lnTo>
                  <a:lnTo>
                    <a:pt x="1941948" y="4558128"/>
                  </a:lnTo>
                  <a:lnTo>
                    <a:pt x="2046067" y="4565302"/>
                  </a:lnTo>
                  <a:lnTo>
                    <a:pt x="2148808" y="4573513"/>
                  </a:lnTo>
                  <a:lnTo>
                    <a:pt x="2247474" y="4582755"/>
                  </a:lnTo>
                  <a:lnTo>
                    <a:pt x="2340313" y="4593050"/>
                  </a:lnTo>
                  <a:lnTo>
                    <a:pt x="2426412" y="4604457"/>
                  </a:lnTo>
                  <a:lnTo>
                    <a:pt x="2505522" y="4617077"/>
                  </a:lnTo>
                  <a:lnTo>
                    <a:pt x="2577867" y="4631049"/>
                  </a:lnTo>
                  <a:lnTo>
                    <a:pt x="2643987" y="4646548"/>
                  </a:lnTo>
                  <a:lnTo>
                    <a:pt x="2704608" y="4663779"/>
                  </a:lnTo>
                  <a:lnTo>
                    <a:pt x="2760547" y="4682964"/>
                  </a:lnTo>
                  <a:lnTo>
                    <a:pt x="2812643" y="4704320"/>
                  </a:lnTo>
                  <a:lnTo>
                    <a:pt x="2861704" y="4728022"/>
                  </a:lnTo>
                  <a:lnTo>
                    <a:pt x="2896531" y="4747149"/>
                  </a:lnTo>
                  <a:lnTo>
                    <a:pt x="2945087" y="4777108"/>
                  </a:lnTo>
                  <a:lnTo>
                    <a:pt x="2992183" y="4809907"/>
                  </a:lnTo>
                  <a:lnTo>
                    <a:pt x="3038333" y="4845594"/>
                  </a:lnTo>
                  <a:lnTo>
                    <a:pt x="3083921" y="4884136"/>
                  </a:lnTo>
                  <a:lnTo>
                    <a:pt x="3129227" y="4925406"/>
                  </a:lnTo>
                  <a:lnTo>
                    <a:pt x="3174442" y="4969176"/>
                  </a:lnTo>
                  <a:lnTo>
                    <a:pt x="3219682" y="5015121"/>
                  </a:lnTo>
                  <a:lnTo>
                    <a:pt x="3265002" y="5062822"/>
                  </a:lnTo>
                  <a:lnTo>
                    <a:pt x="3310407" y="5111776"/>
                  </a:lnTo>
                  <a:lnTo>
                    <a:pt x="3355868" y="5161423"/>
                  </a:lnTo>
                  <a:lnTo>
                    <a:pt x="3401337" y="5211167"/>
                  </a:lnTo>
                  <a:lnTo>
                    <a:pt x="3446764" y="5260407"/>
                  </a:lnTo>
                  <a:lnTo>
                    <a:pt x="3492113" y="5308568"/>
                  </a:lnTo>
                  <a:lnTo>
                    <a:pt x="3537375" y="5355127"/>
                  </a:lnTo>
                  <a:lnTo>
                    <a:pt x="3582589" y="5399636"/>
                  </a:lnTo>
                  <a:lnTo>
                    <a:pt x="3627849" y="5441738"/>
                  </a:lnTo>
                  <a:lnTo>
                    <a:pt x="3673321" y="5481175"/>
                  </a:lnTo>
                  <a:lnTo>
                    <a:pt x="3719253" y="5517787"/>
                  </a:lnTo>
                  <a:lnTo>
                    <a:pt x="3765996" y="5551512"/>
                  </a:lnTo>
                  <a:lnTo>
                    <a:pt x="3814018" y="5582373"/>
                  </a:lnTo>
                  <a:lnTo>
                    <a:pt x="3829811" y="5591693"/>
                  </a:lnTo>
                  <a:lnTo>
                    <a:pt x="3877097" y="5617191"/>
                  </a:lnTo>
                  <a:lnTo>
                    <a:pt x="3926870" y="5640273"/>
                  </a:lnTo>
                  <a:lnTo>
                    <a:pt x="3979882" y="5661047"/>
                  </a:lnTo>
                  <a:lnTo>
                    <a:pt x="4036953" y="5679704"/>
                  </a:lnTo>
                  <a:lnTo>
                    <a:pt x="4098922" y="5696466"/>
                  </a:lnTo>
                  <a:lnTo>
                    <a:pt x="4166591" y="5711551"/>
                  </a:lnTo>
                  <a:lnTo>
                    <a:pt x="4240646" y="5725157"/>
                  </a:lnTo>
                  <a:lnTo>
                    <a:pt x="4321561" y="5737451"/>
                  </a:lnTo>
                  <a:lnTo>
                    <a:pt x="4409453" y="5748563"/>
                  </a:lnTo>
                  <a:lnTo>
                    <a:pt x="4503920" y="5758580"/>
                  </a:lnTo>
                  <a:lnTo>
                    <a:pt x="4603846" y="5767554"/>
                  </a:lnTo>
                  <a:lnTo>
                    <a:pt x="4707242" y="5775499"/>
                  </a:lnTo>
                  <a:lnTo>
                    <a:pt x="4811164" y="5782401"/>
                  </a:lnTo>
                  <a:lnTo>
                    <a:pt x="4911814" y="5788237"/>
                  </a:lnTo>
                  <a:lnTo>
                    <a:pt x="5004872" y="5792991"/>
                  </a:lnTo>
                  <a:lnTo>
                    <a:pt x="5086082" y="5796676"/>
                  </a:lnTo>
                  <a:lnTo>
                    <a:pt x="5151999" y="5799350"/>
                  </a:lnTo>
                  <a:lnTo>
                    <a:pt x="5200695" y="5801127"/>
                  </a:lnTo>
                  <a:lnTo>
                    <a:pt x="5232234" y="5802167"/>
                  </a:lnTo>
                  <a:lnTo>
                    <a:pt x="5248788" y="5802661"/>
                  </a:lnTo>
                  <a:lnTo>
                    <a:pt x="5254452" y="5802816"/>
                  </a:lnTo>
                  <a:lnTo>
                    <a:pt x="5254955" y="5802828"/>
                  </a:lnTo>
                  <a:lnTo>
                    <a:pt x="6726343" y="5802828"/>
                  </a:lnTo>
                  <a:lnTo>
                    <a:pt x="6727172" y="5802732"/>
                  </a:lnTo>
                  <a:lnTo>
                    <a:pt x="6732659" y="5802044"/>
                  </a:lnTo>
                  <a:lnTo>
                    <a:pt x="6746613" y="5800145"/>
                  </a:lnTo>
                  <a:lnTo>
                    <a:pt x="6771865" y="5796401"/>
                  </a:lnTo>
                  <a:lnTo>
                    <a:pt x="6810121" y="5790203"/>
                  </a:lnTo>
                  <a:lnTo>
                    <a:pt x="6861842" y="5781016"/>
                  </a:lnTo>
                  <a:lnTo>
                    <a:pt x="6926250" y="5768426"/>
                  </a:lnTo>
                  <a:lnTo>
                    <a:pt x="7001500" y="5752162"/>
                  </a:lnTo>
                  <a:lnTo>
                    <a:pt x="7085004" y="5732094"/>
                  </a:lnTo>
                  <a:lnTo>
                    <a:pt x="7173819" y="5708210"/>
                  </a:lnTo>
                  <a:lnTo>
                    <a:pt x="7265032" y="5680567"/>
                  </a:lnTo>
                  <a:lnTo>
                    <a:pt x="7356056" y="5649242"/>
                  </a:lnTo>
                  <a:lnTo>
                    <a:pt x="7444807" y="5614283"/>
                  </a:lnTo>
                  <a:lnTo>
                    <a:pt x="7529766" y="5575671"/>
                  </a:lnTo>
                  <a:lnTo>
                    <a:pt x="7609963" y="5533300"/>
                  </a:lnTo>
                  <a:lnTo>
                    <a:pt x="7684896" y="5486956"/>
                  </a:lnTo>
                  <a:lnTo>
                    <a:pt x="7754438" y="5436319"/>
                  </a:lnTo>
                  <a:lnTo>
                    <a:pt x="7818741" y="5380958"/>
                  </a:lnTo>
                  <a:lnTo>
                    <a:pt x="7878148" y="5320346"/>
                  </a:lnTo>
                  <a:lnTo>
                    <a:pt x="7933125" y="5253867"/>
                  </a:lnTo>
                  <a:lnTo>
                    <a:pt x="7984208" y="5180847"/>
                  </a:lnTo>
                  <a:lnTo>
                    <a:pt x="8031963" y="5100594"/>
                  </a:lnTo>
                  <a:lnTo>
                    <a:pt x="8076956" y="5012461"/>
                  </a:lnTo>
                  <a:lnTo>
                    <a:pt x="8119723" y="4915956"/>
                  </a:lnTo>
                  <a:lnTo>
                    <a:pt x="8151487" y="4835690"/>
                  </a:lnTo>
                  <a:lnTo>
                    <a:pt x="8179009" y="4760090"/>
                  </a:lnTo>
                  <a:lnTo>
                    <a:pt x="8205987" y="4680432"/>
                  </a:lnTo>
                  <a:lnTo>
                    <a:pt x="8232529" y="4596638"/>
                  </a:lnTo>
                  <a:lnTo>
                    <a:pt x="8258728" y="4508662"/>
                  </a:lnTo>
                  <a:lnTo>
                    <a:pt x="8284664" y="4416494"/>
                  </a:lnTo>
                  <a:lnTo>
                    <a:pt x="8310403" y="4320165"/>
                  </a:lnTo>
                  <a:lnTo>
                    <a:pt x="8336004" y="4219745"/>
                  </a:lnTo>
                  <a:lnTo>
                    <a:pt x="8361512" y="4115349"/>
                  </a:lnTo>
                  <a:lnTo>
                    <a:pt x="8386966" y="4007140"/>
                  </a:lnTo>
                  <a:lnTo>
                    <a:pt x="8412396" y="3895323"/>
                  </a:lnTo>
                  <a:lnTo>
                    <a:pt x="8437823" y="3780153"/>
                  </a:lnTo>
                  <a:lnTo>
                    <a:pt x="8463264" y="3661927"/>
                  </a:lnTo>
                  <a:lnTo>
                    <a:pt x="8488728" y="3540987"/>
                  </a:lnTo>
                  <a:lnTo>
                    <a:pt x="8514221" y="3417712"/>
                  </a:lnTo>
                  <a:lnTo>
                    <a:pt x="8539741" y="3292518"/>
                  </a:lnTo>
                  <a:lnTo>
                    <a:pt x="8565285" y="3165849"/>
                  </a:lnTo>
                  <a:lnTo>
                    <a:pt x="8590848" y="3038173"/>
                  </a:lnTo>
                  <a:lnTo>
                    <a:pt x="8616421" y="2909971"/>
                  </a:lnTo>
                  <a:lnTo>
                    <a:pt x="8641994" y="2781737"/>
                  </a:lnTo>
                  <a:lnTo>
                    <a:pt x="8667559" y="2653962"/>
                  </a:lnTo>
                  <a:lnTo>
                    <a:pt x="8693106" y="2527131"/>
                  </a:lnTo>
                  <a:lnTo>
                    <a:pt x="8718630" y="2401714"/>
                  </a:lnTo>
                  <a:lnTo>
                    <a:pt x="8744126" y="2278159"/>
                  </a:lnTo>
                  <a:lnTo>
                    <a:pt x="8769594" y="2156884"/>
                  </a:lnTo>
                  <a:lnTo>
                    <a:pt x="8795038" y="2038276"/>
                  </a:lnTo>
                  <a:lnTo>
                    <a:pt x="8820466" y="1922680"/>
                  </a:lnTo>
                  <a:lnTo>
                    <a:pt x="8845894" y="1810400"/>
                  </a:lnTo>
                  <a:lnTo>
                    <a:pt x="8871343" y="1701697"/>
                  </a:lnTo>
                  <a:lnTo>
                    <a:pt x="8896842" y="1596782"/>
                  </a:lnTo>
                  <a:lnTo>
                    <a:pt x="8922428" y="1495824"/>
                  </a:lnTo>
                  <a:lnTo>
                    <a:pt x="8948146" y="1398944"/>
                  </a:lnTo>
                  <a:lnTo>
                    <a:pt x="8974052" y="1306218"/>
                  </a:lnTo>
                  <a:lnTo>
                    <a:pt x="9000211" y="1217683"/>
                  </a:lnTo>
                  <a:lnTo>
                    <a:pt x="9026702" y="1133333"/>
                  </a:lnTo>
                  <a:lnTo>
                    <a:pt x="9053616" y="1053128"/>
                  </a:lnTo>
                  <a:lnTo>
                    <a:pt x="9081059" y="976991"/>
                  </a:lnTo>
                  <a:lnTo>
                    <a:pt x="9084767" y="967138"/>
                  </a:lnTo>
                  <a:lnTo>
                    <a:pt x="9126148" y="864029"/>
                  </a:lnTo>
                  <a:lnTo>
                    <a:pt x="9169380" y="769470"/>
                  </a:lnTo>
                  <a:lnTo>
                    <a:pt x="9214956" y="683192"/>
                  </a:lnTo>
                  <a:lnTo>
                    <a:pt x="9263423" y="604654"/>
                  </a:lnTo>
                  <a:lnTo>
                    <a:pt x="9315348" y="533193"/>
                  </a:lnTo>
                  <a:lnTo>
                    <a:pt x="9371293" y="468115"/>
                  </a:lnTo>
                  <a:lnTo>
                    <a:pt x="9431783" y="408756"/>
                  </a:lnTo>
                  <a:lnTo>
                    <a:pt x="9497260" y="354519"/>
                  </a:lnTo>
                  <a:lnTo>
                    <a:pt x="9568032" y="304899"/>
                  </a:lnTo>
                  <a:lnTo>
                    <a:pt x="9644192" y="259489"/>
                  </a:lnTo>
                  <a:lnTo>
                    <a:pt x="9725539" y="217993"/>
                  </a:lnTo>
                  <a:lnTo>
                    <a:pt x="9811471" y="180223"/>
                  </a:lnTo>
                  <a:lnTo>
                    <a:pt x="9900896" y="146094"/>
                  </a:lnTo>
                  <a:lnTo>
                    <a:pt x="9992168" y="115606"/>
                  </a:lnTo>
                  <a:lnTo>
                    <a:pt x="10083076" y="88817"/>
                  </a:lnTo>
                  <a:lnTo>
                    <a:pt x="10170939" y="65803"/>
                  </a:lnTo>
                  <a:lnTo>
                    <a:pt x="10252807" y="46611"/>
                  </a:lnTo>
                  <a:lnTo>
                    <a:pt x="10325783" y="31203"/>
                  </a:lnTo>
                  <a:lnTo>
                    <a:pt x="10387416" y="19421"/>
                  </a:lnTo>
                  <a:lnTo>
                    <a:pt x="10436080" y="10960"/>
                  </a:lnTo>
                  <a:lnTo>
                    <a:pt x="10471273" y="5374"/>
                  </a:lnTo>
                  <a:lnTo>
                    <a:pt x="10493746" y="2108"/>
                  </a:lnTo>
                  <a:lnTo>
                    <a:pt x="10505475" y="542"/>
                  </a:lnTo>
                  <a:lnTo>
                    <a:pt x="10509526" y="44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78" name="pl1378"/>
            <p:cNvSpPr/>
            <p:nvPr/>
          </p:nvSpPr>
          <p:spPr>
            <a:xfrm>
              <a:off x="4799595" y="4652850"/>
              <a:ext cx="11981298" cy="5802828"/>
            </a:xfrm>
            <a:custGeom>
              <a:avLst/>
              <a:pathLst>
                <a:path w="11981298" h="5802828">
                  <a:moveTo>
                    <a:pt x="11981298" y="0"/>
                  </a:moveTo>
                  <a:lnTo>
                    <a:pt x="10509911" y="0"/>
                  </a:lnTo>
                  <a:lnTo>
                    <a:pt x="10509081" y="96"/>
                  </a:lnTo>
                  <a:lnTo>
                    <a:pt x="10503594" y="784"/>
                  </a:lnTo>
                  <a:lnTo>
                    <a:pt x="10489640" y="2682"/>
                  </a:lnTo>
                  <a:lnTo>
                    <a:pt x="10464388" y="6427"/>
                  </a:lnTo>
                  <a:lnTo>
                    <a:pt x="10426132" y="12625"/>
                  </a:lnTo>
                  <a:lnTo>
                    <a:pt x="10374411" y="21812"/>
                  </a:lnTo>
                  <a:lnTo>
                    <a:pt x="10310004" y="34402"/>
                  </a:lnTo>
                  <a:lnTo>
                    <a:pt x="10234753" y="50666"/>
                  </a:lnTo>
                  <a:lnTo>
                    <a:pt x="10151249" y="70734"/>
                  </a:lnTo>
                  <a:lnTo>
                    <a:pt x="10062435" y="94618"/>
                  </a:lnTo>
                  <a:lnTo>
                    <a:pt x="9971221" y="122260"/>
                  </a:lnTo>
                  <a:lnTo>
                    <a:pt x="9880197" y="153585"/>
                  </a:lnTo>
                  <a:lnTo>
                    <a:pt x="9791446" y="188545"/>
                  </a:lnTo>
                  <a:lnTo>
                    <a:pt x="9706487" y="227157"/>
                  </a:lnTo>
                  <a:lnTo>
                    <a:pt x="9626290" y="269528"/>
                  </a:lnTo>
                  <a:lnTo>
                    <a:pt x="9551357" y="315872"/>
                  </a:lnTo>
                  <a:lnTo>
                    <a:pt x="9481815" y="366509"/>
                  </a:lnTo>
                  <a:lnTo>
                    <a:pt x="9417512" y="421869"/>
                  </a:lnTo>
                  <a:lnTo>
                    <a:pt x="9358105" y="482482"/>
                  </a:lnTo>
                  <a:lnTo>
                    <a:pt x="9303129" y="548961"/>
                  </a:lnTo>
                  <a:lnTo>
                    <a:pt x="9252045" y="621981"/>
                  </a:lnTo>
                  <a:lnTo>
                    <a:pt x="9204290" y="702234"/>
                  </a:lnTo>
                  <a:lnTo>
                    <a:pt x="9159297" y="790367"/>
                  </a:lnTo>
                  <a:lnTo>
                    <a:pt x="9116530" y="886872"/>
                  </a:lnTo>
                  <a:lnTo>
                    <a:pt x="9084767" y="967138"/>
                  </a:lnTo>
                  <a:lnTo>
                    <a:pt x="9057244" y="1042738"/>
                  </a:lnTo>
                  <a:lnTo>
                    <a:pt x="9030266" y="1122396"/>
                  </a:lnTo>
                  <a:lnTo>
                    <a:pt x="9003724" y="1206190"/>
                  </a:lnTo>
                  <a:lnTo>
                    <a:pt x="8977525" y="1294166"/>
                  </a:lnTo>
                  <a:lnTo>
                    <a:pt x="8951590" y="1386333"/>
                  </a:lnTo>
                  <a:lnTo>
                    <a:pt x="8925850" y="1482663"/>
                  </a:lnTo>
                  <a:lnTo>
                    <a:pt x="8900249" y="1583083"/>
                  </a:lnTo>
                  <a:lnTo>
                    <a:pt x="8874741" y="1687478"/>
                  </a:lnTo>
                  <a:lnTo>
                    <a:pt x="8849287" y="1795688"/>
                  </a:lnTo>
                  <a:lnTo>
                    <a:pt x="8823858" y="1907505"/>
                  </a:lnTo>
                  <a:lnTo>
                    <a:pt x="8798430" y="2022675"/>
                  </a:lnTo>
                  <a:lnTo>
                    <a:pt x="8772989" y="2140900"/>
                  </a:lnTo>
                  <a:lnTo>
                    <a:pt x="8747525" y="2261841"/>
                  </a:lnTo>
                  <a:lnTo>
                    <a:pt x="8722033" y="2385115"/>
                  </a:lnTo>
                  <a:lnTo>
                    <a:pt x="8696512" y="2510309"/>
                  </a:lnTo>
                  <a:lnTo>
                    <a:pt x="8670968" y="2636978"/>
                  </a:lnTo>
                  <a:lnTo>
                    <a:pt x="8645405" y="2764655"/>
                  </a:lnTo>
                  <a:lnTo>
                    <a:pt x="8619832" y="2892857"/>
                  </a:lnTo>
                  <a:lnTo>
                    <a:pt x="8594259" y="3021091"/>
                  </a:lnTo>
                  <a:lnTo>
                    <a:pt x="8568694" y="3148866"/>
                  </a:lnTo>
                  <a:lnTo>
                    <a:pt x="8543147" y="3275697"/>
                  </a:lnTo>
                  <a:lnTo>
                    <a:pt x="8517623" y="3401114"/>
                  </a:lnTo>
                  <a:lnTo>
                    <a:pt x="8492127" y="3524669"/>
                  </a:lnTo>
                  <a:lnTo>
                    <a:pt x="8466659" y="3645944"/>
                  </a:lnTo>
                  <a:lnTo>
                    <a:pt x="8441216" y="3764552"/>
                  </a:lnTo>
                  <a:lnTo>
                    <a:pt x="8415787" y="3880148"/>
                  </a:lnTo>
                  <a:lnTo>
                    <a:pt x="8390359" y="3992428"/>
                  </a:lnTo>
                  <a:lnTo>
                    <a:pt x="8364910" y="4101131"/>
                  </a:lnTo>
                  <a:lnTo>
                    <a:pt x="8339411" y="4206046"/>
                  </a:lnTo>
                  <a:lnTo>
                    <a:pt x="8313825" y="4307004"/>
                  </a:lnTo>
                  <a:lnTo>
                    <a:pt x="8288107" y="4403884"/>
                  </a:lnTo>
                  <a:lnTo>
                    <a:pt x="8262201" y="4496609"/>
                  </a:lnTo>
                  <a:lnTo>
                    <a:pt x="8236042" y="4585145"/>
                  </a:lnTo>
                  <a:lnTo>
                    <a:pt x="8209551" y="4669495"/>
                  </a:lnTo>
                  <a:lnTo>
                    <a:pt x="8182637" y="4749700"/>
                  </a:lnTo>
                  <a:lnTo>
                    <a:pt x="8155194" y="4825836"/>
                  </a:lnTo>
                  <a:lnTo>
                    <a:pt x="8151487" y="4835690"/>
                  </a:lnTo>
                  <a:lnTo>
                    <a:pt x="8110105" y="4938799"/>
                  </a:lnTo>
                  <a:lnTo>
                    <a:pt x="8066874" y="5033357"/>
                  </a:lnTo>
                  <a:lnTo>
                    <a:pt x="8021297" y="5119636"/>
                  </a:lnTo>
                  <a:lnTo>
                    <a:pt x="7972830" y="5198173"/>
                  </a:lnTo>
                  <a:lnTo>
                    <a:pt x="7920905" y="5269635"/>
                  </a:lnTo>
                  <a:lnTo>
                    <a:pt x="7864960" y="5334713"/>
                  </a:lnTo>
                  <a:lnTo>
                    <a:pt x="7804470" y="5394072"/>
                  </a:lnTo>
                  <a:lnTo>
                    <a:pt x="7738993" y="5448308"/>
                  </a:lnTo>
                  <a:lnTo>
                    <a:pt x="7668222" y="5497929"/>
                  </a:lnTo>
                  <a:lnTo>
                    <a:pt x="7592061" y="5543339"/>
                  </a:lnTo>
                  <a:lnTo>
                    <a:pt x="7510714" y="5584835"/>
                  </a:lnTo>
                  <a:lnTo>
                    <a:pt x="7424782" y="5622605"/>
                  </a:lnTo>
                  <a:lnTo>
                    <a:pt x="7335357" y="5656734"/>
                  </a:lnTo>
                  <a:lnTo>
                    <a:pt x="7244085" y="5687222"/>
                  </a:lnTo>
                  <a:lnTo>
                    <a:pt x="7153177" y="5714011"/>
                  </a:lnTo>
                  <a:lnTo>
                    <a:pt x="7065314" y="5737025"/>
                  </a:lnTo>
                  <a:lnTo>
                    <a:pt x="6983446" y="5756217"/>
                  </a:lnTo>
                  <a:lnTo>
                    <a:pt x="6910470" y="5771625"/>
                  </a:lnTo>
                  <a:lnTo>
                    <a:pt x="6848837" y="5783406"/>
                  </a:lnTo>
                  <a:lnTo>
                    <a:pt x="6800173" y="5791868"/>
                  </a:lnTo>
                  <a:lnTo>
                    <a:pt x="6764980" y="5797454"/>
                  </a:lnTo>
                  <a:lnTo>
                    <a:pt x="6742508" y="5800720"/>
                  </a:lnTo>
                  <a:lnTo>
                    <a:pt x="6730779" y="5802286"/>
                  </a:lnTo>
                  <a:lnTo>
                    <a:pt x="6726727" y="5802784"/>
                  </a:lnTo>
                  <a:lnTo>
                    <a:pt x="6726343" y="5802828"/>
                  </a:lnTo>
                  <a:lnTo>
                    <a:pt x="5254955" y="5802828"/>
                  </a:lnTo>
                  <a:lnTo>
                    <a:pt x="5253737" y="5802797"/>
                  </a:lnTo>
                  <a:lnTo>
                    <a:pt x="5245741" y="5802574"/>
                  </a:lnTo>
                  <a:lnTo>
                    <a:pt x="5225626" y="5801958"/>
                  </a:lnTo>
                  <a:lnTo>
                    <a:pt x="5189768" y="5800745"/>
                  </a:lnTo>
                  <a:lnTo>
                    <a:pt x="5136532" y="5798749"/>
                  </a:lnTo>
                  <a:lnTo>
                    <a:pt x="5066397" y="5795822"/>
                  </a:lnTo>
                  <a:lnTo>
                    <a:pt x="4981742" y="5791864"/>
                  </a:lnTo>
                  <a:lnTo>
                    <a:pt x="4886294" y="5786829"/>
                  </a:lnTo>
                  <a:lnTo>
                    <a:pt x="4784394" y="5780714"/>
                  </a:lnTo>
                  <a:lnTo>
                    <a:pt x="4680275" y="5773540"/>
                  </a:lnTo>
                  <a:lnTo>
                    <a:pt x="4577534" y="5765329"/>
                  </a:lnTo>
                  <a:lnTo>
                    <a:pt x="4478868" y="5756087"/>
                  </a:lnTo>
                  <a:lnTo>
                    <a:pt x="4386029" y="5745792"/>
                  </a:lnTo>
                  <a:lnTo>
                    <a:pt x="4299930" y="5734385"/>
                  </a:lnTo>
                  <a:lnTo>
                    <a:pt x="4220820" y="5721765"/>
                  </a:lnTo>
                  <a:lnTo>
                    <a:pt x="4148475" y="5707793"/>
                  </a:lnTo>
                  <a:lnTo>
                    <a:pt x="4082355" y="5692294"/>
                  </a:lnTo>
                  <a:lnTo>
                    <a:pt x="4021734" y="5675063"/>
                  </a:lnTo>
                  <a:lnTo>
                    <a:pt x="3965795" y="5655878"/>
                  </a:lnTo>
                  <a:lnTo>
                    <a:pt x="3913699" y="5634522"/>
                  </a:lnTo>
                  <a:lnTo>
                    <a:pt x="3864638" y="5610820"/>
                  </a:lnTo>
                  <a:lnTo>
                    <a:pt x="3829811" y="5591693"/>
                  </a:lnTo>
                  <a:lnTo>
                    <a:pt x="3781255" y="5561734"/>
                  </a:lnTo>
                  <a:lnTo>
                    <a:pt x="3734159" y="5528935"/>
                  </a:lnTo>
                  <a:lnTo>
                    <a:pt x="3688010" y="5493247"/>
                  </a:lnTo>
                  <a:lnTo>
                    <a:pt x="3642421" y="5454705"/>
                  </a:lnTo>
                  <a:lnTo>
                    <a:pt x="3597115" y="5413436"/>
                  </a:lnTo>
                  <a:lnTo>
                    <a:pt x="3551900" y="5369666"/>
                  </a:lnTo>
                  <a:lnTo>
                    <a:pt x="3506660" y="5323721"/>
                  </a:lnTo>
                  <a:lnTo>
                    <a:pt x="3461340" y="5276020"/>
                  </a:lnTo>
                  <a:lnTo>
                    <a:pt x="3415935" y="5227066"/>
                  </a:lnTo>
                  <a:lnTo>
                    <a:pt x="3370474" y="5177419"/>
                  </a:lnTo>
                  <a:lnTo>
                    <a:pt x="3325005" y="5127675"/>
                  </a:lnTo>
                  <a:lnTo>
                    <a:pt x="3279578" y="5078435"/>
                  </a:lnTo>
                  <a:lnTo>
                    <a:pt x="3234230" y="5030274"/>
                  </a:lnTo>
                  <a:lnTo>
                    <a:pt x="3188967" y="4983715"/>
                  </a:lnTo>
                  <a:lnTo>
                    <a:pt x="3143753" y="4939206"/>
                  </a:lnTo>
                  <a:lnTo>
                    <a:pt x="3098493" y="4897104"/>
                  </a:lnTo>
                  <a:lnTo>
                    <a:pt x="3053022" y="4857667"/>
                  </a:lnTo>
                  <a:lnTo>
                    <a:pt x="3007089" y="4821055"/>
                  </a:lnTo>
                  <a:lnTo>
                    <a:pt x="2960346" y="4787329"/>
                  </a:lnTo>
                  <a:lnTo>
                    <a:pt x="2912324" y="4756468"/>
                  </a:lnTo>
                  <a:lnTo>
                    <a:pt x="2896531" y="4747149"/>
                  </a:lnTo>
                  <a:lnTo>
                    <a:pt x="2849246" y="4721651"/>
                  </a:lnTo>
                  <a:lnTo>
                    <a:pt x="2799472" y="4698569"/>
                  </a:lnTo>
                  <a:lnTo>
                    <a:pt x="2746460" y="4677795"/>
                  </a:lnTo>
                  <a:lnTo>
                    <a:pt x="2689389" y="4659137"/>
                  </a:lnTo>
                  <a:lnTo>
                    <a:pt x="2627420" y="4642376"/>
                  </a:lnTo>
                  <a:lnTo>
                    <a:pt x="2559751" y="4627291"/>
                  </a:lnTo>
                  <a:lnTo>
                    <a:pt x="2485696" y="4613685"/>
                  </a:lnTo>
                  <a:lnTo>
                    <a:pt x="2404781" y="4601391"/>
                  </a:lnTo>
                  <a:lnTo>
                    <a:pt x="2316889" y="4590279"/>
                  </a:lnTo>
                  <a:lnTo>
                    <a:pt x="2222422" y="4580261"/>
                  </a:lnTo>
                  <a:lnTo>
                    <a:pt x="2122496" y="4571288"/>
                  </a:lnTo>
                  <a:lnTo>
                    <a:pt x="2019101" y="4563343"/>
                  </a:lnTo>
                  <a:lnTo>
                    <a:pt x="1915178" y="4556441"/>
                  </a:lnTo>
                  <a:lnTo>
                    <a:pt x="1814528" y="4550605"/>
                  </a:lnTo>
                  <a:lnTo>
                    <a:pt x="1721470" y="4545851"/>
                  </a:lnTo>
                  <a:lnTo>
                    <a:pt x="1640260" y="4542166"/>
                  </a:lnTo>
                  <a:lnTo>
                    <a:pt x="1574343" y="4539491"/>
                  </a:lnTo>
                  <a:lnTo>
                    <a:pt x="1525648" y="4537715"/>
                  </a:lnTo>
                  <a:lnTo>
                    <a:pt x="1494109" y="4536675"/>
                  </a:lnTo>
                  <a:lnTo>
                    <a:pt x="1477554" y="4536181"/>
                  </a:lnTo>
                  <a:lnTo>
                    <a:pt x="1471890" y="4536026"/>
                  </a:lnTo>
                  <a:lnTo>
                    <a:pt x="1471387" y="4536014"/>
                  </a:lnTo>
                  <a:lnTo>
                    <a:pt x="0" y="453601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79" name="pg1379"/>
            <p:cNvSpPr/>
            <p:nvPr/>
          </p:nvSpPr>
          <p:spPr>
            <a:xfrm>
              <a:off x="4799595" y="8167239"/>
              <a:ext cx="11981298" cy="2353823"/>
            </a:xfrm>
            <a:custGeom>
              <a:avLst/>
              <a:pathLst>
                <a:path w="11981298" h="2353823">
                  <a:moveTo>
                    <a:pt x="0" y="1037970"/>
                  </a:moveTo>
                  <a:lnTo>
                    <a:pt x="1471387" y="1037970"/>
                  </a:lnTo>
                  <a:lnTo>
                    <a:pt x="1472604" y="1038003"/>
                  </a:lnTo>
                  <a:lnTo>
                    <a:pt x="1480590" y="1038234"/>
                  </a:lnTo>
                  <a:lnTo>
                    <a:pt x="1500681" y="1038873"/>
                  </a:lnTo>
                  <a:lnTo>
                    <a:pt x="1536499" y="1040132"/>
                  </a:lnTo>
                  <a:lnTo>
                    <a:pt x="1589679" y="1042202"/>
                  </a:lnTo>
                  <a:lnTo>
                    <a:pt x="1659747" y="1045239"/>
                  </a:lnTo>
                  <a:lnTo>
                    <a:pt x="1744332" y="1049346"/>
                  </a:lnTo>
                  <a:lnTo>
                    <a:pt x="1839711" y="1054569"/>
                  </a:lnTo>
                  <a:lnTo>
                    <a:pt x="1941553" y="1060914"/>
                  </a:lnTo>
                  <a:lnTo>
                    <a:pt x="2045627" y="1068358"/>
                  </a:lnTo>
                  <a:lnTo>
                    <a:pt x="2148338" y="1076879"/>
                  </a:lnTo>
                  <a:lnTo>
                    <a:pt x="2246986" y="1086469"/>
                  </a:lnTo>
                  <a:lnTo>
                    <a:pt x="2339820" y="1097152"/>
                  </a:lnTo>
                  <a:lnTo>
                    <a:pt x="2425923" y="1108990"/>
                  </a:lnTo>
                  <a:lnTo>
                    <a:pt x="2505041" y="1122084"/>
                  </a:lnTo>
                  <a:lnTo>
                    <a:pt x="2577399" y="1136581"/>
                  </a:lnTo>
                  <a:lnTo>
                    <a:pt x="2643532" y="1152662"/>
                  </a:lnTo>
                  <a:lnTo>
                    <a:pt x="2704165" y="1170538"/>
                  </a:lnTo>
                  <a:lnTo>
                    <a:pt x="2760114" y="1190440"/>
                  </a:lnTo>
                  <a:lnTo>
                    <a:pt x="2812216" y="1212594"/>
                  </a:lnTo>
                  <a:lnTo>
                    <a:pt x="2861279" y="1237182"/>
                  </a:lnTo>
                  <a:lnTo>
                    <a:pt x="2896531" y="1257279"/>
                  </a:lnTo>
                  <a:lnTo>
                    <a:pt x="2944672" y="1288114"/>
                  </a:lnTo>
                  <a:lnTo>
                    <a:pt x="2991374" y="1321848"/>
                  </a:lnTo>
                  <a:lnTo>
                    <a:pt x="3037138" y="1358530"/>
                  </a:lnTo>
                  <a:lnTo>
                    <a:pt x="3082342" y="1398129"/>
                  </a:lnTo>
                  <a:lnTo>
                    <a:pt x="3127261" y="1440517"/>
                  </a:lnTo>
                  <a:lnTo>
                    <a:pt x="3172084" y="1485470"/>
                  </a:lnTo>
                  <a:lnTo>
                    <a:pt x="3216928" y="1532664"/>
                  </a:lnTo>
                  <a:lnTo>
                    <a:pt x="3261849" y="1581678"/>
                  </a:lnTo>
                  <a:lnTo>
                    <a:pt x="3306853" y="1632009"/>
                  </a:lnTo>
                  <a:lnTo>
                    <a:pt x="3351916" y="1683094"/>
                  </a:lnTo>
                  <a:lnTo>
                    <a:pt x="3396992" y="1734332"/>
                  </a:lnTo>
                  <a:lnTo>
                    <a:pt x="3442030" y="1785113"/>
                  </a:lnTo>
                  <a:lnTo>
                    <a:pt x="3486994" y="1834852"/>
                  </a:lnTo>
                  <a:lnTo>
                    <a:pt x="3531872" y="1883013"/>
                  </a:lnTo>
                  <a:lnTo>
                    <a:pt x="3576695" y="1929132"/>
                  </a:lnTo>
                  <a:lnTo>
                    <a:pt x="3621548" y="1972835"/>
                  </a:lnTo>
                  <a:lnTo>
                    <a:pt x="3666581" y="2013848"/>
                  </a:lnTo>
                  <a:lnTo>
                    <a:pt x="3712025" y="2051996"/>
                  </a:lnTo>
                  <a:lnTo>
                    <a:pt x="3758204" y="2087201"/>
                  </a:lnTo>
                  <a:lnTo>
                    <a:pt x="3805555" y="2119473"/>
                  </a:lnTo>
                  <a:lnTo>
                    <a:pt x="3829811" y="2134514"/>
                  </a:lnTo>
                  <a:lnTo>
                    <a:pt x="3877076" y="2160989"/>
                  </a:lnTo>
                  <a:lnTo>
                    <a:pt x="3926827" y="2184956"/>
                  </a:lnTo>
                  <a:lnTo>
                    <a:pt x="3979812" y="2206528"/>
                  </a:lnTo>
                  <a:lnTo>
                    <a:pt x="4036852" y="2225902"/>
                  </a:lnTo>
                  <a:lnTo>
                    <a:pt x="4098785" y="2243308"/>
                  </a:lnTo>
                  <a:lnTo>
                    <a:pt x="4166411" y="2258974"/>
                  </a:lnTo>
                  <a:lnTo>
                    <a:pt x="4240417" y="2273105"/>
                  </a:lnTo>
                  <a:lnTo>
                    <a:pt x="4321275" y="2285874"/>
                  </a:lnTo>
                  <a:lnTo>
                    <a:pt x="4409106" y="2297415"/>
                  </a:lnTo>
                  <a:lnTo>
                    <a:pt x="4503508" y="2307821"/>
                  </a:lnTo>
                  <a:lnTo>
                    <a:pt x="4603371" y="2317143"/>
                  </a:lnTo>
                  <a:lnTo>
                    <a:pt x="4706712" y="2325396"/>
                  </a:lnTo>
                  <a:lnTo>
                    <a:pt x="4810597" y="2332568"/>
                  </a:lnTo>
                  <a:lnTo>
                    <a:pt x="4911236" y="2338634"/>
                  </a:lnTo>
                  <a:lnTo>
                    <a:pt x="5004314" y="2343577"/>
                  </a:lnTo>
                  <a:lnTo>
                    <a:pt x="5085580" y="2347410"/>
                  </a:lnTo>
                  <a:lnTo>
                    <a:pt x="5151585" y="2350194"/>
                  </a:lnTo>
                  <a:lnTo>
                    <a:pt x="5200390" y="2352045"/>
                  </a:lnTo>
                  <a:lnTo>
                    <a:pt x="5232044" y="2353130"/>
                  </a:lnTo>
                  <a:lnTo>
                    <a:pt x="5248700" y="2353647"/>
                  </a:lnTo>
                  <a:lnTo>
                    <a:pt x="5254434" y="2353809"/>
                  </a:lnTo>
                  <a:lnTo>
                    <a:pt x="5254955" y="2353823"/>
                  </a:lnTo>
                  <a:lnTo>
                    <a:pt x="6726343" y="2353823"/>
                  </a:lnTo>
                  <a:lnTo>
                    <a:pt x="6727516" y="2353767"/>
                  </a:lnTo>
                  <a:lnTo>
                    <a:pt x="6735225" y="2353370"/>
                  </a:lnTo>
                  <a:lnTo>
                    <a:pt x="6754640" y="2352272"/>
                  </a:lnTo>
                  <a:lnTo>
                    <a:pt x="6789307" y="2350111"/>
                  </a:lnTo>
                  <a:lnTo>
                    <a:pt x="6840888" y="2346552"/>
                  </a:lnTo>
                  <a:lnTo>
                    <a:pt x="6909037" y="2341326"/>
                  </a:lnTo>
                  <a:lnTo>
                    <a:pt x="6991576" y="2334248"/>
                  </a:lnTo>
                  <a:lnTo>
                    <a:pt x="7084993" y="2325231"/>
                  </a:lnTo>
                  <a:lnTo>
                    <a:pt x="7185133" y="2314263"/>
                  </a:lnTo>
                  <a:lnTo>
                    <a:pt x="7287882" y="2301377"/>
                  </a:lnTo>
                  <a:lnTo>
                    <a:pt x="7389683" y="2286615"/>
                  </a:lnTo>
                  <a:lnTo>
                    <a:pt x="7487817" y="2269994"/>
                  </a:lnTo>
                  <a:lnTo>
                    <a:pt x="7580472" y="2251482"/>
                  </a:lnTo>
                  <a:lnTo>
                    <a:pt x="7666652" y="2230984"/>
                  </a:lnTo>
                  <a:lnTo>
                    <a:pt x="7746021" y="2208335"/>
                  </a:lnTo>
                  <a:lnTo>
                    <a:pt x="7818726" y="2183298"/>
                  </a:lnTo>
                  <a:lnTo>
                    <a:pt x="7885236" y="2155574"/>
                  </a:lnTo>
                  <a:lnTo>
                    <a:pt x="7946224" y="2124807"/>
                  </a:lnTo>
                  <a:lnTo>
                    <a:pt x="8002461" y="2090604"/>
                  </a:lnTo>
                  <a:lnTo>
                    <a:pt x="8054757" y="2052573"/>
                  </a:lnTo>
                  <a:lnTo>
                    <a:pt x="8103900" y="2010374"/>
                  </a:lnTo>
                  <a:lnTo>
                    <a:pt x="8150615" y="1963812"/>
                  </a:lnTo>
                  <a:lnTo>
                    <a:pt x="8151487" y="1962881"/>
                  </a:lnTo>
                  <a:lnTo>
                    <a:pt x="8191973" y="1917129"/>
                  </a:lnTo>
                  <a:lnTo>
                    <a:pt x="8231383" y="1867758"/>
                  </a:lnTo>
                  <a:lnTo>
                    <a:pt x="8270032" y="1814698"/>
                  </a:lnTo>
                  <a:lnTo>
                    <a:pt x="8308171" y="1757946"/>
                  </a:lnTo>
                  <a:lnTo>
                    <a:pt x="8345994" y="1697577"/>
                  </a:lnTo>
                  <a:lnTo>
                    <a:pt x="8383648" y="1633751"/>
                  </a:lnTo>
                  <a:lnTo>
                    <a:pt x="8421239" y="1566717"/>
                  </a:lnTo>
                  <a:lnTo>
                    <a:pt x="8458837" y="1496812"/>
                  </a:lnTo>
                  <a:lnTo>
                    <a:pt x="8496483" y="1424457"/>
                  </a:lnTo>
                  <a:lnTo>
                    <a:pt x="8534190" y="1350152"/>
                  </a:lnTo>
                  <a:lnTo>
                    <a:pt x="8571952" y="1274459"/>
                  </a:lnTo>
                  <a:lnTo>
                    <a:pt x="8609748" y="1197987"/>
                  </a:lnTo>
                  <a:lnTo>
                    <a:pt x="8647552" y="1121372"/>
                  </a:lnTo>
                  <a:lnTo>
                    <a:pt x="8685332" y="1045257"/>
                  </a:lnTo>
                  <a:lnTo>
                    <a:pt x="8723065" y="970264"/>
                  </a:lnTo>
                  <a:lnTo>
                    <a:pt x="8760737" y="896979"/>
                  </a:lnTo>
                  <a:lnTo>
                    <a:pt x="8798354" y="825931"/>
                  </a:lnTo>
                  <a:lnTo>
                    <a:pt x="8835941" y="757578"/>
                  </a:lnTo>
                  <a:lnTo>
                    <a:pt x="8873557" y="692294"/>
                  </a:lnTo>
                  <a:lnTo>
                    <a:pt x="8911289" y="630368"/>
                  </a:lnTo>
                  <a:lnTo>
                    <a:pt x="8949267" y="571999"/>
                  </a:lnTo>
                  <a:lnTo>
                    <a:pt x="8987662" y="517298"/>
                  </a:lnTo>
                  <a:lnTo>
                    <a:pt x="9026701" y="466297"/>
                  </a:lnTo>
                  <a:lnTo>
                    <a:pt x="9066666" y="418954"/>
                  </a:lnTo>
                  <a:lnTo>
                    <a:pt x="9084767" y="399114"/>
                  </a:lnTo>
                  <a:lnTo>
                    <a:pt x="9131441" y="352470"/>
                  </a:lnTo>
                  <a:lnTo>
                    <a:pt x="9180532" y="310188"/>
                  </a:lnTo>
                  <a:lnTo>
                    <a:pt x="9232760" y="272080"/>
                  </a:lnTo>
                  <a:lnTo>
                    <a:pt x="9288914" y="237808"/>
                  </a:lnTo>
                  <a:lnTo>
                    <a:pt x="9349804" y="206979"/>
                  </a:lnTo>
                  <a:lnTo>
                    <a:pt x="9416202" y="179200"/>
                  </a:lnTo>
                  <a:lnTo>
                    <a:pt x="9488783" y="154115"/>
                  </a:lnTo>
                  <a:lnTo>
                    <a:pt x="9568022" y="131423"/>
                  </a:lnTo>
                  <a:lnTo>
                    <a:pt x="9654074" y="110886"/>
                  </a:lnTo>
                  <a:lnTo>
                    <a:pt x="9746612" y="92337"/>
                  </a:lnTo>
                  <a:lnTo>
                    <a:pt x="9844656" y="75681"/>
                  </a:lnTo>
                  <a:lnTo>
                    <a:pt x="9946409" y="60883"/>
                  </a:lnTo>
                  <a:lnTo>
                    <a:pt x="10049171" y="47960"/>
                  </a:lnTo>
                  <a:lnTo>
                    <a:pt x="10149399" y="36955"/>
                  </a:lnTo>
                  <a:lnTo>
                    <a:pt x="10242984" y="27901"/>
                  </a:lnTo>
                  <a:lnTo>
                    <a:pt x="10325766" y="20787"/>
                  </a:lnTo>
                  <a:lnTo>
                    <a:pt x="10394215" y="15527"/>
                  </a:lnTo>
                  <a:lnTo>
                    <a:pt x="10446123" y="11939"/>
                  </a:lnTo>
                  <a:lnTo>
                    <a:pt x="10481103" y="9754"/>
                  </a:lnTo>
                  <a:lnTo>
                    <a:pt x="10500781" y="8639"/>
                  </a:lnTo>
                  <a:lnTo>
                    <a:pt x="10508670" y="8231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8737" y="55"/>
                  </a:lnTo>
                  <a:lnTo>
                    <a:pt x="10501028" y="452"/>
                  </a:lnTo>
                  <a:lnTo>
                    <a:pt x="10481614" y="1550"/>
                  </a:lnTo>
                  <a:lnTo>
                    <a:pt x="10446947" y="3712"/>
                  </a:lnTo>
                  <a:lnTo>
                    <a:pt x="10395365" y="7270"/>
                  </a:lnTo>
                  <a:lnTo>
                    <a:pt x="10327216" y="12497"/>
                  </a:lnTo>
                  <a:lnTo>
                    <a:pt x="10244678" y="19574"/>
                  </a:lnTo>
                  <a:lnTo>
                    <a:pt x="10151260" y="28591"/>
                  </a:lnTo>
                  <a:lnTo>
                    <a:pt x="10051120" y="39559"/>
                  </a:lnTo>
                  <a:lnTo>
                    <a:pt x="9948371" y="52446"/>
                  </a:lnTo>
                  <a:lnTo>
                    <a:pt x="9846571" y="67208"/>
                  </a:lnTo>
                  <a:lnTo>
                    <a:pt x="9748436" y="83829"/>
                  </a:lnTo>
                  <a:lnTo>
                    <a:pt x="9655781" y="102341"/>
                  </a:lnTo>
                  <a:lnTo>
                    <a:pt x="9569601" y="122839"/>
                  </a:lnTo>
                  <a:lnTo>
                    <a:pt x="9490232" y="145488"/>
                  </a:lnTo>
                  <a:lnTo>
                    <a:pt x="9417528" y="170524"/>
                  </a:lnTo>
                  <a:lnTo>
                    <a:pt x="9351017" y="198248"/>
                  </a:lnTo>
                  <a:lnTo>
                    <a:pt x="9290030" y="229016"/>
                  </a:lnTo>
                  <a:lnTo>
                    <a:pt x="9233792" y="263218"/>
                  </a:lnTo>
                  <a:lnTo>
                    <a:pt x="9181497" y="301249"/>
                  </a:lnTo>
                  <a:lnTo>
                    <a:pt x="9132353" y="343449"/>
                  </a:lnTo>
                  <a:lnTo>
                    <a:pt x="9085639" y="390010"/>
                  </a:lnTo>
                  <a:lnTo>
                    <a:pt x="9084767" y="390941"/>
                  </a:lnTo>
                  <a:lnTo>
                    <a:pt x="9044281" y="436694"/>
                  </a:lnTo>
                  <a:lnTo>
                    <a:pt x="9004871" y="486064"/>
                  </a:lnTo>
                  <a:lnTo>
                    <a:pt x="8966221" y="539125"/>
                  </a:lnTo>
                  <a:lnTo>
                    <a:pt x="8928082" y="595877"/>
                  </a:lnTo>
                  <a:lnTo>
                    <a:pt x="8890259" y="656246"/>
                  </a:lnTo>
                  <a:lnTo>
                    <a:pt x="8852606" y="720071"/>
                  </a:lnTo>
                  <a:lnTo>
                    <a:pt x="8815014" y="787105"/>
                  </a:lnTo>
                  <a:lnTo>
                    <a:pt x="8777416" y="857011"/>
                  </a:lnTo>
                  <a:lnTo>
                    <a:pt x="8739770" y="929365"/>
                  </a:lnTo>
                  <a:lnTo>
                    <a:pt x="8702063" y="1003670"/>
                  </a:lnTo>
                  <a:lnTo>
                    <a:pt x="8664302" y="1079364"/>
                  </a:lnTo>
                  <a:lnTo>
                    <a:pt x="8626505" y="1155836"/>
                  </a:lnTo>
                  <a:lnTo>
                    <a:pt x="8588702" y="1232450"/>
                  </a:lnTo>
                  <a:lnTo>
                    <a:pt x="8550921" y="1308566"/>
                  </a:lnTo>
                  <a:lnTo>
                    <a:pt x="8513188" y="1383559"/>
                  </a:lnTo>
                  <a:lnTo>
                    <a:pt x="8475516" y="1456844"/>
                  </a:lnTo>
                  <a:lnTo>
                    <a:pt x="8437900" y="1527891"/>
                  </a:lnTo>
                  <a:lnTo>
                    <a:pt x="8400312" y="1596245"/>
                  </a:lnTo>
                  <a:lnTo>
                    <a:pt x="8362697" y="1661528"/>
                  </a:lnTo>
                  <a:lnTo>
                    <a:pt x="8324964" y="1723454"/>
                  </a:lnTo>
                  <a:lnTo>
                    <a:pt x="8286987" y="1781824"/>
                  </a:lnTo>
                  <a:lnTo>
                    <a:pt x="8248591" y="1836525"/>
                  </a:lnTo>
                  <a:lnTo>
                    <a:pt x="8209553" y="1887526"/>
                  </a:lnTo>
                  <a:lnTo>
                    <a:pt x="8169587" y="1934869"/>
                  </a:lnTo>
                  <a:lnTo>
                    <a:pt x="8151487" y="1954708"/>
                  </a:lnTo>
                  <a:lnTo>
                    <a:pt x="8104812" y="2001353"/>
                  </a:lnTo>
                  <a:lnTo>
                    <a:pt x="8055721" y="2043635"/>
                  </a:lnTo>
                  <a:lnTo>
                    <a:pt x="8003493" y="2081743"/>
                  </a:lnTo>
                  <a:lnTo>
                    <a:pt x="7947339" y="2116015"/>
                  </a:lnTo>
                  <a:lnTo>
                    <a:pt x="7886450" y="2146844"/>
                  </a:lnTo>
                  <a:lnTo>
                    <a:pt x="7820051" y="2174623"/>
                  </a:lnTo>
                  <a:lnTo>
                    <a:pt x="7747470" y="2199707"/>
                  </a:lnTo>
                  <a:lnTo>
                    <a:pt x="7668231" y="2222399"/>
                  </a:lnTo>
                  <a:lnTo>
                    <a:pt x="7582179" y="2242937"/>
                  </a:lnTo>
                  <a:lnTo>
                    <a:pt x="7489641" y="2261485"/>
                  </a:lnTo>
                  <a:lnTo>
                    <a:pt x="7391597" y="2278142"/>
                  </a:lnTo>
                  <a:lnTo>
                    <a:pt x="7289844" y="2292940"/>
                  </a:lnTo>
                  <a:lnTo>
                    <a:pt x="7187082" y="2305862"/>
                  </a:lnTo>
                  <a:lnTo>
                    <a:pt x="7086855" y="2316867"/>
                  </a:lnTo>
                  <a:lnTo>
                    <a:pt x="6993269" y="2325922"/>
                  </a:lnTo>
                  <a:lnTo>
                    <a:pt x="6910487" y="2333035"/>
                  </a:lnTo>
                  <a:lnTo>
                    <a:pt x="6842038" y="2338296"/>
                  </a:lnTo>
                  <a:lnTo>
                    <a:pt x="6790131" y="2341884"/>
                  </a:lnTo>
                  <a:lnTo>
                    <a:pt x="6755150" y="2344069"/>
                  </a:lnTo>
                  <a:lnTo>
                    <a:pt x="6735472" y="2345184"/>
                  </a:lnTo>
                  <a:lnTo>
                    <a:pt x="6727583" y="2345591"/>
                  </a:lnTo>
                  <a:lnTo>
                    <a:pt x="6726343" y="2345650"/>
                  </a:lnTo>
                  <a:lnTo>
                    <a:pt x="5254955" y="2345650"/>
                  </a:lnTo>
                  <a:lnTo>
                    <a:pt x="5253738" y="2345618"/>
                  </a:lnTo>
                  <a:lnTo>
                    <a:pt x="5245752" y="2345386"/>
                  </a:lnTo>
                  <a:lnTo>
                    <a:pt x="5225661" y="2344747"/>
                  </a:lnTo>
                  <a:lnTo>
                    <a:pt x="5189843" y="2343489"/>
                  </a:lnTo>
                  <a:lnTo>
                    <a:pt x="5136664" y="2341419"/>
                  </a:lnTo>
                  <a:lnTo>
                    <a:pt x="5066595" y="2338381"/>
                  </a:lnTo>
                  <a:lnTo>
                    <a:pt x="4982010" y="2334275"/>
                  </a:lnTo>
                  <a:lnTo>
                    <a:pt x="4886631" y="2329051"/>
                  </a:lnTo>
                  <a:lnTo>
                    <a:pt x="4784789" y="2322706"/>
                  </a:lnTo>
                  <a:lnTo>
                    <a:pt x="4680715" y="2315262"/>
                  </a:lnTo>
                  <a:lnTo>
                    <a:pt x="4578005" y="2306741"/>
                  </a:lnTo>
                  <a:lnTo>
                    <a:pt x="4479356" y="2297151"/>
                  </a:lnTo>
                  <a:lnTo>
                    <a:pt x="4386522" y="2286468"/>
                  </a:lnTo>
                  <a:lnTo>
                    <a:pt x="4300420" y="2274631"/>
                  </a:lnTo>
                  <a:lnTo>
                    <a:pt x="4221301" y="2261536"/>
                  </a:lnTo>
                  <a:lnTo>
                    <a:pt x="4148944" y="2247039"/>
                  </a:lnTo>
                  <a:lnTo>
                    <a:pt x="4082810" y="2230959"/>
                  </a:lnTo>
                  <a:lnTo>
                    <a:pt x="4022177" y="2213082"/>
                  </a:lnTo>
                  <a:lnTo>
                    <a:pt x="3966228" y="2193180"/>
                  </a:lnTo>
                  <a:lnTo>
                    <a:pt x="3914126" y="2171027"/>
                  </a:lnTo>
                  <a:lnTo>
                    <a:pt x="3865063" y="2146439"/>
                  </a:lnTo>
                  <a:lnTo>
                    <a:pt x="3829811" y="2126341"/>
                  </a:lnTo>
                  <a:lnTo>
                    <a:pt x="3781670" y="2095506"/>
                  </a:lnTo>
                  <a:lnTo>
                    <a:pt x="3734968" y="2061772"/>
                  </a:lnTo>
                  <a:lnTo>
                    <a:pt x="3689204" y="2025090"/>
                  </a:lnTo>
                  <a:lnTo>
                    <a:pt x="3644000" y="1985492"/>
                  </a:lnTo>
                  <a:lnTo>
                    <a:pt x="3599081" y="1943103"/>
                  </a:lnTo>
                  <a:lnTo>
                    <a:pt x="3554258" y="1898150"/>
                  </a:lnTo>
                  <a:lnTo>
                    <a:pt x="3509414" y="1850956"/>
                  </a:lnTo>
                  <a:lnTo>
                    <a:pt x="3464494" y="1801943"/>
                  </a:lnTo>
                  <a:lnTo>
                    <a:pt x="3419489" y="1751611"/>
                  </a:lnTo>
                  <a:lnTo>
                    <a:pt x="3374426" y="1700526"/>
                  </a:lnTo>
                  <a:lnTo>
                    <a:pt x="3329351" y="1649288"/>
                  </a:lnTo>
                  <a:lnTo>
                    <a:pt x="3284312" y="1598507"/>
                  </a:lnTo>
                  <a:lnTo>
                    <a:pt x="3239348" y="1548768"/>
                  </a:lnTo>
                  <a:lnTo>
                    <a:pt x="3194470" y="1500608"/>
                  </a:lnTo>
                  <a:lnTo>
                    <a:pt x="3149647" y="1454489"/>
                  </a:lnTo>
                  <a:lnTo>
                    <a:pt x="3104794" y="1410785"/>
                  </a:lnTo>
                  <a:lnTo>
                    <a:pt x="3059761" y="1369772"/>
                  </a:lnTo>
                  <a:lnTo>
                    <a:pt x="3014317" y="1331624"/>
                  </a:lnTo>
                  <a:lnTo>
                    <a:pt x="2968138" y="1296419"/>
                  </a:lnTo>
                  <a:lnTo>
                    <a:pt x="2920787" y="1264147"/>
                  </a:lnTo>
                  <a:lnTo>
                    <a:pt x="2896531" y="1249106"/>
                  </a:lnTo>
                  <a:lnTo>
                    <a:pt x="2849266" y="1222631"/>
                  </a:lnTo>
                  <a:lnTo>
                    <a:pt x="2799515" y="1198664"/>
                  </a:lnTo>
                  <a:lnTo>
                    <a:pt x="2746530" y="1177093"/>
                  </a:lnTo>
                  <a:lnTo>
                    <a:pt x="2689490" y="1157718"/>
                  </a:lnTo>
                  <a:lnTo>
                    <a:pt x="2627557" y="1140312"/>
                  </a:lnTo>
                  <a:lnTo>
                    <a:pt x="2559931" y="1124646"/>
                  </a:lnTo>
                  <a:lnTo>
                    <a:pt x="2485925" y="1110515"/>
                  </a:lnTo>
                  <a:lnTo>
                    <a:pt x="2405067" y="1097746"/>
                  </a:lnTo>
                  <a:lnTo>
                    <a:pt x="2317236" y="1086205"/>
                  </a:lnTo>
                  <a:lnTo>
                    <a:pt x="2222834" y="1075800"/>
                  </a:lnTo>
                  <a:lnTo>
                    <a:pt x="2122971" y="1066478"/>
                  </a:lnTo>
                  <a:lnTo>
                    <a:pt x="2019630" y="1058224"/>
                  </a:lnTo>
                  <a:lnTo>
                    <a:pt x="1915745" y="1051052"/>
                  </a:lnTo>
                  <a:lnTo>
                    <a:pt x="1815107" y="1044986"/>
                  </a:lnTo>
                  <a:lnTo>
                    <a:pt x="1722028" y="1040043"/>
                  </a:lnTo>
                  <a:lnTo>
                    <a:pt x="1640762" y="1036210"/>
                  </a:lnTo>
                  <a:lnTo>
                    <a:pt x="1574757" y="1033426"/>
                  </a:lnTo>
                  <a:lnTo>
                    <a:pt x="1525952" y="1031575"/>
                  </a:lnTo>
                  <a:lnTo>
                    <a:pt x="1494298" y="1030491"/>
                  </a:lnTo>
                  <a:lnTo>
                    <a:pt x="1477642" y="1029973"/>
                  </a:lnTo>
                  <a:lnTo>
                    <a:pt x="1471908" y="1029811"/>
                  </a:lnTo>
                  <a:lnTo>
                    <a:pt x="1471387" y="1029797"/>
                  </a:lnTo>
                  <a:lnTo>
                    <a:pt x="0" y="1029797"/>
                  </a:lnTo>
                  <a:close/>
                </a:path>
              </a:pathLst>
            </a:custGeom>
            <a:solidFill>
              <a:srgbClr val="E78AC3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380" name="pl1380"/>
            <p:cNvSpPr/>
            <p:nvPr/>
          </p:nvSpPr>
          <p:spPr>
            <a:xfrm>
              <a:off x="4799595" y="8175412"/>
              <a:ext cx="11981298" cy="2345650"/>
            </a:xfrm>
            <a:custGeom>
              <a:avLst/>
              <a:pathLst>
                <a:path w="11981298" h="2345650">
                  <a:moveTo>
                    <a:pt x="0" y="1029797"/>
                  </a:moveTo>
                  <a:lnTo>
                    <a:pt x="1471387" y="1029797"/>
                  </a:lnTo>
                  <a:lnTo>
                    <a:pt x="1472604" y="1029830"/>
                  </a:lnTo>
                  <a:lnTo>
                    <a:pt x="1480590" y="1030061"/>
                  </a:lnTo>
                  <a:lnTo>
                    <a:pt x="1500681" y="1030700"/>
                  </a:lnTo>
                  <a:lnTo>
                    <a:pt x="1536499" y="1031959"/>
                  </a:lnTo>
                  <a:lnTo>
                    <a:pt x="1589679" y="1034029"/>
                  </a:lnTo>
                  <a:lnTo>
                    <a:pt x="1659747" y="1037066"/>
                  </a:lnTo>
                  <a:lnTo>
                    <a:pt x="1744332" y="1041173"/>
                  </a:lnTo>
                  <a:lnTo>
                    <a:pt x="1839711" y="1046396"/>
                  </a:lnTo>
                  <a:lnTo>
                    <a:pt x="1941553" y="1052741"/>
                  </a:lnTo>
                  <a:lnTo>
                    <a:pt x="2045627" y="1060185"/>
                  </a:lnTo>
                  <a:lnTo>
                    <a:pt x="2148338" y="1068706"/>
                  </a:lnTo>
                  <a:lnTo>
                    <a:pt x="2246986" y="1078296"/>
                  </a:lnTo>
                  <a:lnTo>
                    <a:pt x="2339820" y="1088979"/>
                  </a:lnTo>
                  <a:lnTo>
                    <a:pt x="2425923" y="1100817"/>
                  </a:lnTo>
                  <a:lnTo>
                    <a:pt x="2505041" y="1113911"/>
                  </a:lnTo>
                  <a:lnTo>
                    <a:pt x="2577399" y="1128408"/>
                  </a:lnTo>
                  <a:lnTo>
                    <a:pt x="2643532" y="1144489"/>
                  </a:lnTo>
                  <a:lnTo>
                    <a:pt x="2704165" y="1162365"/>
                  </a:lnTo>
                  <a:lnTo>
                    <a:pt x="2760114" y="1182267"/>
                  </a:lnTo>
                  <a:lnTo>
                    <a:pt x="2812216" y="1204421"/>
                  </a:lnTo>
                  <a:lnTo>
                    <a:pt x="2861279" y="1229009"/>
                  </a:lnTo>
                  <a:lnTo>
                    <a:pt x="2896531" y="1249106"/>
                  </a:lnTo>
                  <a:lnTo>
                    <a:pt x="2944672" y="1279941"/>
                  </a:lnTo>
                  <a:lnTo>
                    <a:pt x="2991374" y="1313675"/>
                  </a:lnTo>
                  <a:lnTo>
                    <a:pt x="3037138" y="1350357"/>
                  </a:lnTo>
                  <a:lnTo>
                    <a:pt x="3082342" y="1389956"/>
                  </a:lnTo>
                  <a:lnTo>
                    <a:pt x="3127261" y="1432344"/>
                  </a:lnTo>
                  <a:lnTo>
                    <a:pt x="3172084" y="1477297"/>
                  </a:lnTo>
                  <a:lnTo>
                    <a:pt x="3216928" y="1524491"/>
                  </a:lnTo>
                  <a:lnTo>
                    <a:pt x="3261849" y="1573505"/>
                  </a:lnTo>
                  <a:lnTo>
                    <a:pt x="3306853" y="1623836"/>
                  </a:lnTo>
                  <a:lnTo>
                    <a:pt x="3351916" y="1674921"/>
                  </a:lnTo>
                  <a:lnTo>
                    <a:pt x="3396992" y="1726159"/>
                  </a:lnTo>
                  <a:lnTo>
                    <a:pt x="3442030" y="1776940"/>
                  </a:lnTo>
                  <a:lnTo>
                    <a:pt x="3486994" y="1826679"/>
                  </a:lnTo>
                  <a:lnTo>
                    <a:pt x="3531872" y="1874840"/>
                  </a:lnTo>
                  <a:lnTo>
                    <a:pt x="3576695" y="1920959"/>
                  </a:lnTo>
                  <a:lnTo>
                    <a:pt x="3621548" y="1964662"/>
                  </a:lnTo>
                  <a:lnTo>
                    <a:pt x="3666581" y="2005675"/>
                  </a:lnTo>
                  <a:lnTo>
                    <a:pt x="3712025" y="2043823"/>
                  </a:lnTo>
                  <a:lnTo>
                    <a:pt x="3758204" y="2079028"/>
                  </a:lnTo>
                  <a:lnTo>
                    <a:pt x="3805555" y="2111300"/>
                  </a:lnTo>
                  <a:lnTo>
                    <a:pt x="3829811" y="2126341"/>
                  </a:lnTo>
                  <a:lnTo>
                    <a:pt x="3877076" y="2152816"/>
                  </a:lnTo>
                  <a:lnTo>
                    <a:pt x="3926827" y="2176783"/>
                  </a:lnTo>
                  <a:lnTo>
                    <a:pt x="3979812" y="2198355"/>
                  </a:lnTo>
                  <a:lnTo>
                    <a:pt x="4036852" y="2217729"/>
                  </a:lnTo>
                  <a:lnTo>
                    <a:pt x="4098785" y="2235135"/>
                  </a:lnTo>
                  <a:lnTo>
                    <a:pt x="4166411" y="2250801"/>
                  </a:lnTo>
                  <a:lnTo>
                    <a:pt x="4240417" y="2264932"/>
                  </a:lnTo>
                  <a:lnTo>
                    <a:pt x="4321275" y="2277701"/>
                  </a:lnTo>
                  <a:lnTo>
                    <a:pt x="4409106" y="2289242"/>
                  </a:lnTo>
                  <a:lnTo>
                    <a:pt x="4503508" y="2299648"/>
                  </a:lnTo>
                  <a:lnTo>
                    <a:pt x="4603371" y="2308970"/>
                  </a:lnTo>
                  <a:lnTo>
                    <a:pt x="4706712" y="2317223"/>
                  </a:lnTo>
                  <a:lnTo>
                    <a:pt x="4810597" y="2324395"/>
                  </a:lnTo>
                  <a:lnTo>
                    <a:pt x="4911236" y="2330461"/>
                  </a:lnTo>
                  <a:lnTo>
                    <a:pt x="5004314" y="2335404"/>
                  </a:lnTo>
                  <a:lnTo>
                    <a:pt x="5085580" y="2339237"/>
                  </a:lnTo>
                  <a:lnTo>
                    <a:pt x="5151585" y="2342021"/>
                  </a:lnTo>
                  <a:lnTo>
                    <a:pt x="5200390" y="2343872"/>
                  </a:lnTo>
                  <a:lnTo>
                    <a:pt x="5232044" y="2344957"/>
                  </a:lnTo>
                  <a:lnTo>
                    <a:pt x="5248700" y="2345474"/>
                  </a:lnTo>
                  <a:lnTo>
                    <a:pt x="5254434" y="2345636"/>
                  </a:lnTo>
                  <a:lnTo>
                    <a:pt x="5254955" y="2345650"/>
                  </a:lnTo>
                  <a:lnTo>
                    <a:pt x="6726343" y="2345650"/>
                  </a:lnTo>
                  <a:lnTo>
                    <a:pt x="6727516" y="2345594"/>
                  </a:lnTo>
                  <a:lnTo>
                    <a:pt x="6735225" y="2345197"/>
                  </a:lnTo>
                  <a:lnTo>
                    <a:pt x="6754640" y="2344099"/>
                  </a:lnTo>
                  <a:lnTo>
                    <a:pt x="6789307" y="2341938"/>
                  </a:lnTo>
                  <a:lnTo>
                    <a:pt x="6840888" y="2338379"/>
                  </a:lnTo>
                  <a:lnTo>
                    <a:pt x="6909037" y="2333153"/>
                  </a:lnTo>
                  <a:lnTo>
                    <a:pt x="6991576" y="2326075"/>
                  </a:lnTo>
                  <a:lnTo>
                    <a:pt x="7084993" y="2317058"/>
                  </a:lnTo>
                  <a:lnTo>
                    <a:pt x="7185133" y="2306090"/>
                  </a:lnTo>
                  <a:lnTo>
                    <a:pt x="7287882" y="2293204"/>
                  </a:lnTo>
                  <a:lnTo>
                    <a:pt x="7389683" y="2278442"/>
                  </a:lnTo>
                  <a:lnTo>
                    <a:pt x="7487817" y="2261821"/>
                  </a:lnTo>
                  <a:lnTo>
                    <a:pt x="7580472" y="2243309"/>
                  </a:lnTo>
                  <a:lnTo>
                    <a:pt x="7666652" y="2222811"/>
                  </a:lnTo>
                  <a:lnTo>
                    <a:pt x="7746021" y="2200162"/>
                  </a:lnTo>
                  <a:lnTo>
                    <a:pt x="7818726" y="2175125"/>
                  </a:lnTo>
                  <a:lnTo>
                    <a:pt x="7885236" y="2147401"/>
                  </a:lnTo>
                  <a:lnTo>
                    <a:pt x="7946224" y="2116634"/>
                  </a:lnTo>
                  <a:lnTo>
                    <a:pt x="8002461" y="2082431"/>
                  </a:lnTo>
                  <a:lnTo>
                    <a:pt x="8054757" y="2044400"/>
                  </a:lnTo>
                  <a:lnTo>
                    <a:pt x="8103900" y="2002201"/>
                  </a:lnTo>
                  <a:lnTo>
                    <a:pt x="8150615" y="1955639"/>
                  </a:lnTo>
                  <a:lnTo>
                    <a:pt x="8151487" y="1954708"/>
                  </a:lnTo>
                  <a:lnTo>
                    <a:pt x="8191973" y="1908956"/>
                  </a:lnTo>
                  <a:lnTo>
                    <a:pt x="8231383" y="1859585"/>
                  </a:lnTo>
                  <a:lnTo>
                    <a:pt x="8270032" y="1806525"/>
                  </a:lnTo>
                  <a:lnTo>
                    <a:pt x="8308171" y="1749773"/>
                  </a:lnTo>
                  <a:lnTo>
                    <a:pt x="8345994" y="1689404"/>
                  </a:lnTo>
                  <a:lnTo>
                    <a:pt x="8383648" y="1625578"/>
                  </a:lnTo>
                  <a:lnTo>
                    <a:pt x="8421239" y="1558544"/>
                  </a:lnTo>
                  <a:lnTo>
                    <a:pt x="8458837" y="1488639"/>
                  </a:lnTo>
                  <a:lnTo>
                    <a:pt x="8496483" y="1416284"/>
                  </a:lnTo>
                  <a:lnTo>
                    <a:pt x="8534190" y="1341979"/>
                  </a:lnTo>
                  <a:lnTo>
                    <a:pt x="8571952" y="1266286"/>
                  </a:lnTo>
                  <a:lnTo>
                    <a:pt x="8609748" y="1189814"/>
                  </a:lnTo>
                  <a:lnTo>
                    <a:pt x="8647552" y="1113199"/>
                  </a:lnTo>
                  <a:lnTo>
                    <a:pt x="8685332" y="1037084"/>
                  </a:lnTo>
                  <a:lnTo>
                    <a:pt x="8723065" y="962091"/>
                  </a:lnTo>
                  <a:lnTo>
                    <a:pt x="8760737" y="888806"/>
                  </a:lnTo>
                  <a:lnTo>
                    <a:pt x="8798354" y="817758"/>
                  </a:lnTo>
                  <a:lnTo>
                    <a:pt x="8835941" y="749405"/>
                  </a:lnTo>
                  <a:lnTo>
                    <a:pt x="8873557" y="684121"/>
                  </a:lnTo>
                  <a:lnTo>
                    <a:pt x="8911289" y="622195"/>
                  </a:lnTo>
                  <a:lnTo>
                    <a:pt x="8949267" y="563826"/>
                  </a:lnTo>
                  <a:lnTo>
                    <a:pt x="8987662" y="509125"/>
                  </a:lnTo>
                  <a:lnTo>
                    <a:pt x="9026701" y="458124"/>
                  </a:lnTo>
                  <a:lnTo>
                    <a:pt x="9066666" y="410781"/>
                  </a:lnTo>
                  <a:lnTo>
                    <a:pt x="9084767" y="390941"/>
                  </a:lnTo>
                  <a:lnTo>
                    <a:pt x="9131441" y="344297"/>
                  </a:lnTo>
                  <a:lnTo>
                    <a:pt x="9180532" y="302015"/>
                  </a:lnTo>
                  <a:lnTo>
                    <a:pt x="9232760" y="263907"/>
                  </a:lnTo>
                  <a:lnTo>
                    <a:pt x="9288914" y="229635"/>
                  </a:lnTo>
                  <a:lnTo>
                    <a:pt x="9349804" y="198806"/>
                  </a:lnTo>
                  <a:lnTo>
                    <a:pt x="9416202" y="171027"/>
                  </a:lnTo>
                  <a:lnTo>
                    <a:pt x="9488783" y="145942"/>
                  </a:lnTo>
                  <a:lnTo>
                    <a:pt x="9568022" y="123250"/>
                  </a:lnTo>
                  <a:lnTo>
                    <a:pt x="9654074" y="102713"/>
                  </a:lnTo>
                  <a:lnTo>
                    <a:pt x="9746612" y="84164"/>
                  </a:lnTo>
                  <a:lnTo>
                    <a:pt x="9844656" y="67508"/>
                  </a:lnTo>
                  <a:lnTo>
                    <a:pt x="9946409" y="52710"/>
                  </a:lnTo>
                  <a:lnTo>
                    <a:pt x="10049171" y="39787"/>
                  </a:lnTo>
                  <a:lnTo>
                    <a:pt x="10149399" y="28782"/>
                  </a:lnTo>
                  <a:lnTo>
                    <a:pt x="10242984" y="19728"/>
                  </a:lnTo>
                  <a:lnTo>
                    <a:pt x="10325766" y="12614"/>
                  </a:lnTo>
                  <a:lnTo>
                    <a:pt x="10394215" y="7354"/>
                  </a:lnTo>
                  <a:lnTo>
                    <a:pt x="10446123" y="3766"/>
                  </a:lnTo>
                  <a:lnTo>
                    <a:pt x="10481103" y="1581"/>
                  </a:lnTo>
                  <a:lnTo>
                    <a:pt x="10500781" y="466"/>
                  </a:lnTo>
                  <a:lnTo>
                    <a:pt x="10508670" y="58"/>
                  </a:lnTo>
                  <a:lnTo>
                    <a:pt x="10509911" y="0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81" name="pl1381"/>
            <p:cNvSpPr/>
            <p:nvPr/>
          </p:nvSpPr>
          <p:spPr>
            <a:xfrm>
              <a:off x="4799595" y="8167239"/>
              <a:ext cx="11981298" cy="2345650"/>
            </a:xfrm>
            <a:custGeom>
              <a:avLst/>
              <a:pathLst>
                <a:path w="11981298" h="2345650">
                  <a:moveTo>
                    <a:pt x="11981298" y="0"/>
                  </a:moveTo>
                  <a:lnTo>
                    <a:pt x="10509911" y="0"/>
                  </a:lnTo>
                  <a:lnTo>
                    <a:pt x="10508737" y="55"/>
                  </a:lnTo>
                  <a:lnTo>
                    <a:pt x="10501028" y="452"/>
                  </a:lnTo>
                  <a:lnTo>
                    <a:pt x="10481614" y="1550"/>
                  </a:lnTo>
                  <a:lnTo>
                    <a:pt x="10446947" y="3712"/>
                  </a:lnTo>
                  <a:lnTo>
                    <a:pt x="10395365" y="7270"/>
                  </a:lnTo>
                  <a:lnTo>
                    <a:pt x="10327216" y="12497"/>
                  </a:lnTo>
                  <a:lnTo>
                    <a:pt x="10244678" y="19574"/>
                  </a:lnTo>
                  <a:lnTo>
                    <a:pt x="10151260" y="28591"/>
                  </a:lnTo>
                  <a:lnTo>
                    <a:pt x="10051120" y="39559"/>
                  </a:lnTo>
                  <a:lnTo>
                    <a:pt x="9948371" y="52446"/>
                  </a:lnTo>
                  <a:lnTo>
                    <a:pt x="9846571" y="67208"/>
                  </a:lnTo>
                  <a:lnTo>
                    <a:pt x="9748436" y="83829"/>
                  </a:lnTo>
                  <a:lnTo>
                    <a:pt x="9655781" y="102341"/>
                  </a:lnTo>
                  <a:lnTo>
                    <a:pt x="9569601" y="122839"/>
                  </a:lnTo>
                  <a:lnTo>
                    <a:pt x="9490232" y="145488"/>
                  </a:lnTo>
                  <a:lnTo>
                    <a:pt x="9417528" y="170524"/>
                  </a:lnTo>
                  <a:lnTo>
                    <a:pt x="9351017" y="198248"/>
                  </a:lnTo>
                  <a:lnTo>
                    <a:pt x="9290030" y="229016"/>
                  </a:lnTo>
                  <a:lnTo>
                    <a:pt x="9233792" y="263218"/>
                  </a:lnTo>
                  <a:lnTo>
                    <a:pt x="9181497" y="301249"/>
                  </a:lnTo>
                  <a:lnTo>
                    <a:pt x="9132353" y="343449"/>
                  </a:lnTo>
                  <a:lnTo>
                    <a:pt x="9085639" y="390010"/>
                  </a:lnTo>
                  <a:lnTo>
                    <a:pt x="9084767" y="390941"/>
                  </a:lnTo>
                  <a:lnTo>
                    <a:pt x="9044281" y="436694"/>
                  </a:lnTo>
                  <a:lnTo>
                    <a:pt x="9004871" y="486064"/>
                  </a:lnTo>
                  <a:lnTo>
                    <a:pt x="8966221" y="539125"/>
                  </a:lnTo>
                  <a:lnTo>
                    <a:pt x="8928082" y="595877"/>
                  </a:lnTo>
                  <a:lnTo>
                    <a:pt x="8890259" y="656246"/>
                  </a:lnTo>
                  <a:lnTo>
                    <a:pt x="8852606" y="720071"/>
                  </a:lnTo>
                  <a:lnTo>
                    <a:pt x="8815014" y="787105"/>
                  </a:lnTo>
                  <a:lnTo>
                    <a:pt x="8777416" y="857011"/>
                  </a:lnTo>
                  <a:lnTo>
                    <a:pt x="8739770" y="929365"/>
                  </a:lnTo>
                  <a:lnTo>
                    <a:pt x="8702063" y="1003670"/>
                  </a:lnTo>
                  <a:lnTo>
                    <a:pt x="8664302" y="1079364"/>
                  </a:lnTo>
                  <a:lnTo>
                    <a:pt x="8626505" y="1155836"/>
                  </a:lnTo>
                  <a:lnTo>
                    <a:pt x="8588702" y="1232450"/>
                  </a:lnTo>
                  <a:lnTo>
                    <a:pt x="8550921" y="1308566"/>
                  </a:lnTo>
                  <a:lnTo>
                    <a:pt x="8513188" y="1383559"/>
                  </a:lnTo>
                  <a:lnTo>
                    <a:pt x="8475516" y="1456844"/>
                  </a:lnTo>
                  <a:lnTo>
                    <a:pt x="8437900" y="1527891"/>
                  </a:lnTo>
                  <a:lnTo>
                    <a:pt x="8400312" y="1596245"/>
                  </a:lnTo>
                  <a:lnTo>
                    <a:pt x="8362697" y="1661528"/>
                  </a:lnTo>
                  <a:lnTo>
                    <a:pt x="8324964" y="1723454"/>
                  </a:lnTo>
                  <a:lnTo>
                    <a:pt x="8286987" y="1781824"/>
                  </a:lnTo>
                  <a:lnTo>
                    <a:pt x="8248591" y="1836525"/>
                  </a:lnTo>
                  <a:lnTo>
                    <a:pt x="8209553" y="1887526"/>
                  </a:lnTo>
                  <a:lnTo>
                    <a:pt x="8169587" y="1934869"/>
                  </a:lnTo>
                  <a:lnTo>
                    <a:pt x="8151487" y="1954708"/>
                  </a:lnTo>
                  <a:lnTo>
                    <a:pt x="8104812" y="2001353"/>
                  </a:lnTo>
                  <a:lnTo>
                    <a:pt x="8055721" y="2043635"/>
                  </a:lnTo>
                  <a:lnTo>
                    <a:pt x="8003493" y="2081743"/>
                  </a:lnTo>
                  <a:lnTo>
                    <a:pt x="7947339" y="2116015"/>
                  </a:lnTo>
                  <a:lnTo>
                    <a:pt x="7886450" y="2146844"/>
                  </a:lnTo>
                  <a:lnTo>
                    <a:pt x="7820051" y="2174623"/>
                  </a:lnTo>
                  <a:lnTo>
                    <a:pt x="7747470" y="2199707"/>
                  </a:lnTo>
                  <a:lnTo>
                    <a:pt x="7668231" y="2222399"/>
                  </a:lnTo>
                  <a:lnTo>
                    <a:pt x="7582179" y="2242937"/>
                  </a:lnTo>
                  <a:lnTo>
                    <a:pt x="7489641" y="2261485"/>
                  </a:lnTo>
                  <a:lnTo>
                    <a:pt x="7391597" y="2278142"/>
                  </a:lnTo>
                  <a:lnTo>
                    <a:pt x="7289844" y="2292940"/>
                  </a:lnTo>
                  <a:lnTo>
                    <a:pt x="7187082" y="2305862"/>
                  </a:lnTo>
                  <a:lnTo>
                    <a:pt x="7086855" y="2316867"/>
                  </a:lnTo>
                  <a:lnTo>
                    <a:pt x="6993269" y="2325922"/>
                  </a:lnTo>
                  <a:lnTo>
                    <a:pt x="6910487" y="2333035"/>
                  </a:lnTo>
                  <a:lnTo>
                    <a:pt x="6842038" y="2338296"/>
                  </a:lnTo>
                  <a:lnTo>
                    <a:pt x="6790131" y="2341884"/>
                  </a:lnTo>
                  <a:lnTo>
                    <a:pt x="6755150" y="2344069"/>
                  </a:lnTo>
                  <a:lnTo>
                    <a:pt x="6735472" y="2345184"/>
                  </a:lnTo>
                  <a:lnTo>
                    <a:pt x="6727583" y="2345591"/>
                  </a:lnTo>
                  <a:lnTo>
                    <a:pt x="6726343" y="2345650"/>
                  </a:lnTo>
                  <a:lnTo>
                    <a:pt x="6726343" y="2345650"/>
                  </a:lnTo>
                  <a:lnTo>
                    <a:pt x="5254955" y="2345650"/>
                  </a:lnTo>
                  <a:lnTo>
                    <a:pt x="5253738" y="2345618"/>
                  </a:lnTo>
                  <a:lnTo>
                    <a:pt x="5245752" y="2345386"/>
                  </a:lnTo>
                  <a:lnTo>
                    <a:pt x="5225661" y="2344747"/>
                  </a:lnTo>
                  <a:lnTo>
                    <a:pt x="5189843" y="2343489"/>
                  </a:lnTo>
                  <a:lnTo>
                    <a:pt x="5136664" y="2341419"/>
                  </a:lnTo>
                  <a:lnTo>
                    <a:pt x="5066595" y="2338381"/>
                  </a:lnTo>
                  <a:lnTo>
                    <a:pt x="4982010" y="2334275"/>
                  </a:lnTo>
                  <a:lnTo>
                    <a:pt x="4886631" y="2329051"/>
                  </a:lnTo>
                  <a:lnTo>
                    <a:pt x="4784789" y="2322706"/>
                  </a:lnTo>
                  <a:lnTo>
                    <a:pt x="4680715" y="2315262"/>
                  </a:lnTo>
                  <a:lnTo>
                    <a:pt x="4578005" y="2306741"/>
                  </a:lnTo>
                  <a:lnTo>
                    <a:pt x="4479356" y="2297151"/>
                  </a:lnTo>
                  <a:lnTo>
                    <a:pt x="4386522" y="2286468"/>
                  </a:lnTo>
                  <a:lnTo>
                    <a:pt x="4300420" y="2274631"/>
                  </a:lnTo>
                  <a:lnTo>
                    <a:pt x="4221301" y="2261536"/>
                  </a:lnTo>
                  <a:lnTo>
                    <a:pt x="4148944" y="2247039"/>
                  </a:lnTo>
                  <a:lnTo>
                    <a:pt x="4082810" y="2230959"/>
                  </a:lnTo>
                  <a:lnTo>
                    <a:pt x="4022177" y="2213082"/>
                  </a:lnTo>
                  <a:lnTo>
                    <a:pt x="3966228" y="2193180"/>
                  </a:lnTo>
                  <a:lnTo>
                    <a:pt x="3914126" y="2171027"/>
                  </a:lnTo>
                  <a:lnTo>
                    <a:pt x="3865063" y="2146439"/>
                  </a:lnTo>
                  <a:lnTo>
                    <a:pt x="3829811" y="2126341"/>
                  </a:lnTo>
                  <a:lnTo>
                    <a:pt x="3781670" y="2095506"/>
                  </a:lnTo>
                  <a:lnTo>
                    <a:pt x="3734968" y="2061772"/>
                  </a:lnTo>
                  <a:lnTo>
                    <a:pt x="3689204" y="2025090"/>
                  </a:lnTo>
                  <a:lnTo>
                    <a:pt x="3644000" y="1985492"/>
                  </a:lnTo>
                  <a:lnTo>
                    <a:pt x="3599081" y="1943103"/>
                  </a:lnTo>
                  <a:lnTo>
                    <a:pt x="3554258" y="1898150"/>
                  </a:lnTo>
                  <a:lnTo>
                    <a:pt x="3509414" y="1850956"/>
                  </a:lnTo>
                  <a:lnTo>
                    <a:pt x="3464494" y="1801943"/>
                  </a:lnTo>
                  <a:lnTo>
                    <a:pt x="3419489" y="1751611"/>
                  </a:lnTo>
                  <a:lnTo>
                    <a:pt x="3374426" y="1700526"/>
                  </a:lnTo>
                  <a:lnTo>
                    <a:pt x="3329351" y="1649288"/>
                  </a:lnTo>
                  <a:lnTo>
                    <a:pt x="3284312" y="1598507"/>
                  </a:lnTo>
                  <a:lnTo>
                    <a:pt x="3239348" y="1548768"/>
                  </a:lnTo>
                  <a:lnTo>
                    <a:pt x="3194470" y="1500608"/>
                  </a:lnTo>
                  <a:lnTo>
                    <a:pt x="3149647" y="1454489"/>
                  </a:lnTo>
                  <a:lnTo>
                    <a:pt x="3104794" y="1410785"/>
                  </a:lnTo>
                  <a:lnTo>
                    <a:pt x="3059761" y="1369772"/>
                  </a:lnTo>
                  <a:lnTo>
                    <a:pt x="3014317" y="1331624"/>
                  </a:lnTo>
                  <a:lnTo>
                    <a:pt x="2968138" y="1296419"/>
                  </a:lnTo>
                  <a:lnTo>
                    <a:pt x="2920787" y="1264147"/>
                  </a:lnTo>
                  <a:lnTo>
                    <a:pt x="2896531" y="1249106"/>
                  </a:lnTo>
                  <a:lnTo>
                    <a:pt x="2849266" y="1222631"/>
                  </a:lnTo>
                  <a:lnTo>
                    <a:pt x="2799515" y="1198664"/>
                  </a:lnTo>
                  <a:lnTo>
                    <a:pt x="2746530" y="1177093"/>
                  </a:lnTo>
                  <a:lnTo>
                    <a:pt x="2689490" y="1157718"/>
                  </a:lnTo>
                  <a:lnTo>
                    <a:pt x="2627557" y="1140312"/>
                  </a:lnTo>
                  <a:lnTo>
                    <a:pt x="2559931" y="1124646"/>
                  </a:lnTo>
                  <a:lnTo>
                    <a:pt x="2485925" y="1110515"/>
                  </a:lnTo>
                  <a:lnTo>
                    <a:pt x="2405067" y="1097746"/>
                  </a:lnTo>
                  <a:lnTo>
                    <a:pt x="2317236" y="1086205"/>
                  </a:lnTo>
                  <a:lnTo>
                    <a:pt x="2222834" y="1075800"/>
                  </a:lnTo>
                  <a:lnTo>
                    <a:pt x="2122971" y="1066478"/>
                  </a:lnTo>
                  <a:lnTo>
                    <a:pt x="2019630" y="1058224"/>
                  </a:lnTo>
                  <a:lnTo>
                    <a:pt x="1915745" y="1051052"/>
                  </a:lnTo>
                  <a:lnTo>
                    <a:pt x="1815107" y="1044986"/>
                  </a:lnTo>
                  <a:lnTo>
                    <a:pt x="1722028" y="1040043"/>
                  </a:lnTo>
                  <a:lnTo>
                    <a:pt x="1640762" y="1036210"/>
                  </a:lnTo>
                  <a:lnTo>
                    <a:pt x="1574757" y="1033426"/>
                  </a:lnTo>
                  <a:lnTo>
                    <a:pt x="1525952" y="1031575"/>
                  </a:lnTo>
                  <a:lnTo>
                    <a:pt x="1494298" y="1030491"/>
                  </a:lnTo>
                  <a:lnTo>
                    <a:pt x="1477642" y="1029973"/>
                  </a:lnTo>
                  <a:lnTo>
                    <a:pt x="1471908" y="1029811"/>
                  </a:lnTo>
                  <a:lnTo>
                    <a:pt x="1471387" y="1029797"/>
                  </a:lnTo>
                  <a:lnTo>
                    <a:pt x="0" y="102979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82" name="pg1382"/>
            <p:cNvSpPr/>
            <p:nvPr/>
          </p:nvSpPr>
          <p:spPr>
            <a:xfrm>
              <a:off x="4799595" y="3712955"/>
              <a:ext cx="11981298" cy="5279756"/>
            </a:xfrm>
            <a:custGeom>
              <a:avLst/>
              <a:pathLst>
                <a:path w="11981298" h="5279756">
                  <a:moveTo>
                    <a:pt x="0" y="5279756"/>
                  </a:moveTo>
                  <a:lnTo>
                    <a:pt x="1471387" y="5279756"/>
                  </a:lnTo>
                  <a:lnTo>
                    <a:pt x="1472536" y="5279692"/>
                  </a:lnTo>
                  <a:lnTo>
                    <a:pt x="1480089" y="5279230"/>
                  </a:lnTo>
                  <a:lnTo>
                    <a:pt x="1499123" y="5277953"/>
                  </a:lnTo>
                  <a:lnTo>
                    <a:pt x="1533140" y="5275440"/>
                  </a:lnTo>
                  <a:lnTo>
                    <a:pt x="1583817" y="5271300"/>
                  </a:lnTo>
                  <a:lnTo>
                    <a:pt x="1650875" y="5265215"/>
                  </a:lnTo>
                  <a:lnTo>
                    <a:pt x="1732243" y="5256969"/>
                  </a:lnTo>
                  <a:lnTo>
                    <a:pt x="1824529" y="5246454"/>
                  </a:lnTo>
                  <a:lnTo>
                    <a:pt x="1923681" y="5233652"/>
                  </a:lnTo>
                  <a:lnTo>
                    <a:pt x="2025650" y="5218600"/>
                  </a:lnTo>
                  <a:lnTo>
                    <a:pt x="2126905" y="5201347"/>
                  </a:lnTo>
                  <a:lnTo>
                    <a:pt x="2224722" y="5181917"/>
                  </a:lnTo>
                  <a:lnTo>
                    <a:pt x="2317254" y="5160279"/>
                  </a:lnTo>
                  <a:lnTo>
                    <a:pt x="2403462" y="5136328"/>
                  </a:lnTo>
                  <a:lnTo>
                    <a:pt x="2482963" y="5109879"/>
                  </a:lnTo>
                  <a:lnTo>
                    <a:pt x="2555860" y="5080668"/>
                  </a:lnTo>
                  <a:lnTo>
                    <a:pt x="2622587" y="5048352"/>
                  </a:lnTo>
                  <a:lnTo>
                    <a:pt x="2683781" y="5012523"/>
                  </a:lnTo>
                  <a:lnTo>
                    <a:pt x="2740191" y="4972731"/>
                  </a:lnTo>
                  <a:lnTo>
                    <a:pt x="2792609" y="4928513"/>
                  </a:lnTo>
                  <a:lnTo>
                    <a:pt x="2841812" y="4879462"/>
                  </a:lnTo>
                  <a:lnTo>
                    <a:pt x="2888520" y="4825318"/>
                  </a:lnTo>
                  <a:lnTo>
                    <a:pt x="2896531" y="4815258"/>
                  </a:lnTo>
                  <a:lnTo>
                    <a:pt x="2934457" y="4764510"/>
                  </a:lnTo>
                  <a:lnTo>
                    <a:pt x="2971421" y="4710005"/>
                  </a:lnTo>
                  <a:lnTo>
                    <a:pt x="3007687" y="4651664"/>
                  </a:lnTo>
                  <a:lnTo>
                    <a:pt x="3043469" y="4589475"/>
                  </a:lnTo>
                  <a:lnTo>
                    <a:pt x="3078935" y="4523493"/>
                  </a:lnTo>
                  <a:lnTo>
                    <a:pt x="3114216" y="4453850"/>
                  </a:lnTo>
                  <a:lnTo>
                    <a:pt x="3149411" y="4380756"/>
                  </a:lnTo>
                  <a:lnTo>
                    <a:pt x="3184588" y="4304505"/>
                  </a:lnTo>
                  <a:lnTo>
                    <a:pt x="3219793" y="4225468"/>
                  </a:lnTo>
                  <a:lnTo>
                    <a:pt x="3255046" y="4144092"/>
                  </a:lnTo>
                  <a:lnTo>
                    <a:pt x="3290353" y="4060889"/>
                  </a:lnTo>
                  <a:lnTo>
                    <a:pt x="3325704" y="3976423"/>
                  </a:lnTo>
                  <a:lnTo>
                    <a:pt x="3361081" y="3891297"/>
                  </a:lnTo>
                  <a:lnTo>
                    <a:pt x="3396458" y="3806135"/>
                  </a:lnTo>
                  <a:lnTo>
                    <a:pt x="3431814" y="3721559"/>
                  </a:lnTo>
                  <a:lnTo>
                    <a:pt x="3467126" y="3638176"/>
                  </a:lnTo>
                  <a:lnTo>
                    <a:pt x="3502386" y="3556556"/>
                  </a:lnTo>
                  <a:lnTo>
                    <a:pt x="3537596" y="3477218"/>
                  </a:lnTo>
                  <a:lnTo>
                    <a:pt x="3572774" y="3400617"/>
                  </a:lnTo>
                  <a:lnTo>
                    <a:pt x="3607964" y="3327134"/>
                  </a:lnTo>
                  <a:lnTo>
                    <a:pt x="3643230" y="3257070"/>
                  </a:lnTo>
                  <a:lnTo>
                    <a:pt x="3678668" y="3190647"/>
                  </a:lnTo>
                  <a:lnTo>
                    <a:pt x="3714405" y="3128005"/>
                  </a:lnTo>
                  <a:lnTo>
                    <a:pt x="3750604" y="3069209"/>
                  </a:lnTo>
                  <a:lnTo>
                    <a:pt x="3787473" y="3014253"/>
                  </a:lnTo>
                  <a:lnTo>
                    <a:pt x="3825269" y="2963068"/>
                  </a:lnTo>
                  <a:lnTo>
                    <a:pt x="3829811" y="2957263"/>
                  </a:lnTo>
                  <a:lnTo>
                    <a:pt x="3876147" y="2902215"/>
                  </a:lnTo>
                  <a:lnTo>
                    <a:pt x="3924861" y="2852280"/>
                  </a:lnTo>
                  <a:lnTo>
                    <a:pt x="3976658" y="2807239"/>
                  </a:lnTo>
                  <a:lnTo>
                    <a:pt x="4032308" y="2766700"/>
                  </a:lnTo>
                  <a:lnTo>
                    <a:pt x="4092604" y="2730208"/>
                  </a:lnTo>
                  <a:lnTo>
                    <a:pt x="4158306" y="2697304"/>
                  </a:lnTo>
                  <a:lnTo>
                    <a:pt x="4230078" y="2667573"/>
                  </a:lnTo>
                  <a:lnTo>
                    <a:pt x="4308399" y="2640660"/>
                  </a:lnTo>
                  <a:lnTo>
                    <a:pt x="4393438" y="2616285"/>
                  </a:lnTo>
                  <a:lnTo>
                    <a:pt x="4484912" y="2594249"/>
                  </a:lnTo>
                  <a:lnTo>
                    <a:pt x="4581907" y="2574435"/>
                  </a:lnTo>
                  <a:lnTo>
                    <a:pt x="4682730" y="2556799"/>
                  </a:lnTo>
                  <a:lnTo>
                    <a:pt x="4784809" y="2541356"/>
                  </a:lnTo>
                  <a:lnTo>
                    <a:pt x="4884741" y="2528155"/>
                  </a:lnTo>
                  <a:lnTo>
                    <a:pt x="4978537" y="2517236"/>
                  </a:lnTo>
                  <a:lnTo>
                    <a:pt x="5062101" y="2508596"/>
                  </a:lnTo>
                  <a:lnTo>
                    <a:pt x="5131873" y="2502143"/>
                  </a:lnTo>
                  <a:lnTo>
                    <a:pt x="5185508" y="2497681"/>
                  </a:lnTo>
                  <a:lnTo>
                    <a:pt x="5222391" y="2494908"/>
                  </a:lnTo>
                  <a:lnTo>
                    <a:pt x="5243857" y="2493444"/>
                  </a:lnTo>
                  <a:lnTo>
                    <a:pt x="5253104" y="2492870"/>
                  </a:lnTo>
                  <a:lnTo>
                    <a:pt x="5254955" y="2492764"/>
                  </a:lnTo>
                  <a:lnTo>
                    <a:pt x="6726343" y="2492764"/>
                  </a:lnTo>
                  <a:lnTo>
                    <a:pt x="6727509" y="2492705"/>
                  </a:lnTo>
                  <a:lnTo>
                    <a:pt x="6735171" y="2492287"/>
                  </a:lnTo>
                  <a:lnTo>
                    <a:pt x="6754471" y="2491132"/>
                  </a:lnTo>
                  <a:lnTo>
                    <a:pt x="6788942" y="2488857"/>
                  </a:lnTo>
                  <a:lnTo>
                    <a:pt x="6840251" y="2485111"/>
                  </a:lnTo>
                  <a:lnTo>
                    <a:pt x="6908072" y="2479609"/>
                  </a:lnTo>
                  <a:lnTo>
                    <a:pt x="6990260" y="2472156"/>
                  </a:lnTo>
                  <a:lnTo>
                    <a:pt x="7083338" y="2462658"/>
                  </a:lnTo>
                  <a:lnTo>
                    <a:pt x="7183183" y="2451102"/>
                  </a:lnTo>
                  <a:lnTo>
                    <a:pt x="7285700" y="2437522"/>
                  </a:lnTo>
                  <a:lnTo>
                    <a:pt x="7387339" y="2421962"/>
                  </a:lnTo>
                  <a:lnTo>
                    <a:pt x="7485380" y="2404442"/>
                  </a:lnTo>
                  <a:lnTo>
                    <a:pt x="7577999" y="2384929"/>
                  </a:lnTo>
                  <a:lnTo>
                    <a:pt x="7664189" y="2363326"/>
                  </a:lnTo>
                  <a:lnTo>
                    <a:pt x="7743599" y="2339459"/>
                  </a:lnTo>
                  <a:lnTo>
                    <a:pt x="7816361" y="2313084"/>
                  </a:lnTo>
                  <a:lnTo>
                    <a:pt x="7882937" y="2283886"/>
                  </a:lnTo>
                  <a:lnTo>
                    <a:pt x="7943986" y="2251492"/>
                  </a:lnTo>
                  <a:lnTo>
                    <a:pt x="8000274" y="2215491"/>
                  </a:lnTo>
                  <a:lnTo>
                    <a:pt x="8052606" y="2175468"/>
                  </a:lnTo>
                  <a:lnTo>
                    <a:pt x="8101766" y="2131061"/>
                  </a:lnTo>
                  <a:lnTo>
                    <a:pt x="8148478" y="2082058"/>
                  </a:lnTo>
                  <a:lnTo>
                    <a:pt x="8151487" y="2078665"/>
                  </a:lnTo>
                  <a:lnTo>
                    <a:pt x="8191123" y="2031275"/>
                  </a:lnTo>
                  <a:lnTo>
                    <a:pt x="8229721" y="1980215"/>
                  </a:lnTo>
                  <a:lnTo>
                    <a:pt x="8267580" y="1925413"/>
                  </a:lnTo>
                  <a:lnTo>
                    <a:pt x="8304936" y="1866863"/>
                  </a:lnTo>
                  <a:lnTo>
                    <a:pt x="8341976" y="1804634"/>
                  </a:lnTo>
                  <a:lnTo>
                    <a:pt x="8378841" y="1738876"/>
                  </a:lnTo>
                  <a:lnTo>
                    <a:pt x="8415635" y="1669825"/>
                  </a:lnTo>
                  <a:lnTo>
                    <a:pt x="8452428" y="1597804"/>
                  </a:lnTo>
                  <a:lnTo>
                    <a:pt x="8489262" y="1523218"/>
                  </a:lnTo>
                  <a:lnTo>
                    <a:pt x="8526153" y="1446551"/>
                  </a:lnTo>
                  <a:lnTo>
                    <a:pt x="8563100" y="1368350"/>
                  </a:lnTo>
                  <a:lnTo>
                    <a:pt x="8600085" y="1289210"/>
                  </a:lnTo>
                  <a:lnTo>
                    <a:pt x="8637085" y="1209759"/>
                  </a:lnTo>
                  <a:lnTo>
                    <a:pt x="8674070" y="1130634"/>
                  </a:lnTo>
                  <a:lnTo>
                    <a:pt x="8711015" y="1052464"/>
                  </a:lnTo>
                  <a:lnTo>
                    <a:pt x="8747905" y="975842"/>
                  </a:lnTo>
                  <a:lnTo>
                    <a:pt x="8784738" y="901315"/>
                  </a:lnTo>
                  <a:lnTo>
                    <a:pt x="8821530" y="829363"/>
                  </a:lnTo>
                  <a:lnTo>
                    <a:pt x="8858325" y="760390"/>
                  </a:lnTo>
                  <a:lnTo>
                    <a:pt x="8895193" y="694717"/>
                  </a:lnTo>
                  <a:lnTo>
                    <a:pt x="8932238" y="632577"/>
                  </a:lnTo>
                  <a:lnTo>
                    <a:pt x="8969605" y="574119"/>
                  </a:lnTo>
                  <a:lnTo>
                    <a:pt x="9007479" y="519411"/>
                  </a:lnTo>
                  <a:lnTo>
                    <a:pt x="9046099" y="468443"/>
                  </a:lnTo>
                  <a:lnTo>
                    <a:pt x="9084767" y="422271"/>
                  </a:lnTo>
                  <a:lnTo>
                    <a:pt x="9131340" y="372963"/>
                  </a:lnTo>
                  <a:lnTo>
                    <a:pt x="9180317" y="328258"/>
                  </a:lnTo>
                  <a:lnTo>
                    <a:pt x="9232416" y="287956"/>
                  </a:lnTo>
                  <a:lnTo>
                    <a:pt x="9288419" y="251702"/>
                  </a:lnTo>
                  <a:lnTo>
                    <a:pt x="9349130" y="219083"/>
                  </a:lnTo>
                  <a:lnTo>
                    <a:pt x="9415319" y="189687"/>
                  </a:lnTo>
                  <a:lnTo>
                    <a:pt x="9487657" y="163136"/>
                  </a:lnTo>
                  <a:lnTo>
                    <a:pt x="9566620" y="139112"/>
                  </a:lnTo>
                  <a:lnTo>
                    <a:pt x="9652367" y="117365"/>
                  </a:lnTo>
                  <a:lnTo>
                    <a:pt x="9744586" y="97719"/>
                  </a:lnTo>
                  <a:lnTo>
                    <a:pt x="9842316" y="80069"/>
                  </a:lnTo>
                  <a:lnTo>
                    <a:pt x="9943791" y="64380"/>
                  </a:lnTo>
                  <a:lnTo>
                    <a:pt x="10046351" y="50668"/>
                  </a:lnTo>
                  <a:lnTo>
                    <a:pt x="10146495" y="38977"/>
                  </a:lnTo>
                  <a:lnTo>
                    <a:pt x="10240149" y="29343"/>
                  </a:lnTo>
                  <a:lnTo>
                    <a:pt x="10323173" y="21757"/>
                  </a:lnTo>
                  <a:lnTo>
                    <a:pt x="10392025" y="16131"/>
                  </a:lnTo>
                  <a:lnTo>
                    <a:pt x="10444454" y="12277"/>
                  </a:lnTo>
                  <a:lnTo>
                    <a:pt x="10480006" y="9916"/>
                  </a:lnTo>
                  <a:lnTo>
                    <a:pt x="10500216" y="8698"/>
                  </a:lnTo>
                  <a:lnTo>
                    <a:pt x="10508503" y="8244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8745" y="58"/>
                  </a:lnTo>
                  <a:lnTo>
                    <a:pt x="10501083" y="476"/>
                  </a:lnTo>
                  <a:lnTo>
                    <a:pt x="10481783" y="1632"/>
                  </a:lnTo>
                  <a:lnTo>
                    <a:pt x="10447311" y="3906"/>
                  </a:lnTo>
                  <a:lnTo>
                    <a:pt x="10396002" y="7652"/>
                  </a:lnTo>
                  <a:lnTo>
                    <a:pt x="10328181" y="13155"/>
                  </a:lnTo>
                  <a:lnTo>
                    <a:pt x="10245994" y="20607"/>
                  </a:lnTo>
                  <a:lnTo>
                    <a:pt x="10152915" y="30105"/>
                  </a:lnTo>
                  <a:lnTo>
                    <a:pt x="10053070" y="41661"/>
                  </a:lnTo>
                  <a:lnTo>
                    <a:pt x="9950553" y="55242"/>
                  </a:lnTo>
                  <a:lnTo>
                    <a:pt x="9848915" y="70801"/>
                  </a:lnTo>
                  <a:lnTo>
                    <a:pt x="9750874" y="88321"/>
                  </a:lnTo>
                  <a:lnTo>
                    <a:pt x="9658254" y="107834"/>
                  </a:lnTo>
                  <a:lnTo>
                    <a:pt x="9572064" y="129438"/>
                  </a:lnTo>
                  <a:lnTo>
                    <a:pt x="9492655" y="153304"/>
                  </a:lnTo>
                  <a:lnTo>
                    <a:pt x="9419892" y="179679"/>
                  </a:lnTo>
                  <a:lnTo>
                    <a:pt x="9353317" y="208878"/>
                  </a:lnTo>
                  <a:lnTo>
                    <a:pt x="9292268" y="241272"/>
                  </a:lnTo>
                  <a:lnTo>
                    <a:pt x="9235979" y="277273"/>
                  </a:lnTo>
                  <a:lnTo>
                    <a:pt x="9183647" y="317296"/>
                  </a:lnTo>
                  <a:lnTo>
                    <a:pt x="9134487" y="361702"/>
                  </a:lnTo>
                  <a:lnTo>
                    <a:pt x="9087776" y="410706"/>
                  </a:lnTo>
                  <a:lnTo>
                    <a:pt x="9084767" y="414098"/>
                  </a:lnTo>
                  <a:lnTo>
                    <a:pt x="9045131" y="461489"/>
                  </a:lnTo>
                  <a:lnTo>
                    <a:pt x="9006532" y="512548"/>
                  </a:lnTo>
                  <a:lnTo>
                    <a:pt x="8968673" y="567350"/>
                  </a:lnTo>
                  <a:lnTo>
                    <a:pt x="8931317" y="625900"/>
                  </a:lnTo>
                  <a:lnTo>
                    <a:pt x="8894277" y="688129"/>
                  </a:lnTo>
                  <a:lnTo>
                    <a:pt x="8857413" y="753888"/>
                  </a:lnTo>
                  <a:lnTo>
                    <a:pt x="8820619" y="822939"/>
                  </a:lnTo>
                  <a:lnTo>
                    <a:pt x="8783825" y="894960"/>
                  </a:lnTo>
                  <a:lnTo>
                    <a:pt x="8746992" y="969545"/>
                  </a:lnTo>
                  <a:lnTo>
                    <a:pt x="8710100" y="1046212"/>
                  </a:lnTo>
                  <a:lnTo>
                    <a:pt x="8673153" y="1124414"/>
                  </a:lnTo>
                  <a:lnTo>
                    <a:pt x="8636168" y="1203554"/>
                  </a:lnTo>
                  <a:lnTo>
                    <a:pt x="8599168" y="1283005"/>
                  </a:lnTo>
                  <a:lnTo>
                    <a:pt x="8562183" y="1362129"/>
                  </a:lnTo>
                  <a:lnTo>
                    <a:pt x="8525238" y="1440300"/>
                  </a:lnTo>
                  <a:lnTo>
                    <a:pt x="8488348" y="1516922"/>
                  </a:lnTo>
                  <a:lnTo>
                    <a:pt x="8451515" y="1591449"/>
                  </a:lnTo>
                  <a:lnTo>
                    <a:pt x="8414723" y="1663401"/>
                  </a:lnTo>
                  <a:lnTo>
                    <a:pt x="8377928" y="1732374"/>
                  </a:lnTo>
                  <a:lnTo>
                    <a:pt x="8341060" y="1798047"/>
                  </a:lnTo>
                  <a:lnTo>
                    <a:pt x="8304015" y="1860187"/>
                  </a:lnTo>
                  <a:lnTo>
                    <a:pt x="8266649" y="1918644"/>
                  </a:lnTo>
                  <a:lnTo>
                    <a:pt x="8228774" y="1973353"/>
                  </a:lnTo>
                  <a:lnTo>
                    <a:pt x="8190154" y="2024320"/>
                  </a:lnTo>
                  <a:lnTo>
                    <a:pt x="8151487" y="2070492"/>
                  </a:lnTo>
                  <a:lnTo>
                    <a:pt x="8104914" y="2119800"/>
                  </a:lnTo>
                  <a:lnTo>
                    <a:pt x="8055936" y="2164506"/>
                  </a:lnTo>
                  <a:lnTo>
                    <a:pt x="8003837" y="2204808"/>
                  </a:lnTo>
                  <a:lnTo>
                    <a:pt x="7947834" y="2241061"/>
                  </a:lnTo>
                  <a:lnTo>
                    <a:pt x="7887123" y="2273680"/>
                  </a:lnTo>
                  <a:lnTo>
                    <a:pt x="7820934" y="2303077"/>
                  </a:lnTo>
                  <a:lnTo>
                    <a:pt x="7748597" y="2329628"/>
                  </a:lnTo>
                  <a:lnTo>
                    <a:pt x="7669634" y="2353651"/>
                  </a:lnTo>
                  <a:lnTo>
                    <a:pt x="7583886" y="2375398"/>
                  </a:lnTo>
                  <a:lnTo>
                    <a:pt x="7491667" y="2395045"/>
                  </a:lnTo>
                  <a:lnTo>
                    <a:pt x="7393937" y="2412695"/>
                  </a:lnTo>
                  <a:lnTo>
                    <a:pt x="7292462" y="2428384"/>
                  </a:lnTo>
                  <a:lnTo>
                    <a:pt x="7189902" y="2442096"/>
                  </a:lnTo>
                  <a:lnTo>
                    <a:pt x="7089758" y="2453787"/>
                  </a:lnTo>
                  <a:lnTo>
                    <a:pt x="6996104" y="2463421"/>
                  </a:lnTo>
                  <a:lnTo>
                    <a:pt x="6913081" y="2471006"/>
                  </a:lnTo>
                  <a:lnTo>
                    <a:pt x="6844228" y="2476632"/>
                  </a:lnTo>
                  <a:lnTo>
                    <a:pt x="6791799" y="2480486"/>
                  </a:lnTo>
                  <a:lnTo>
                    <a:pt x="6756247" y="2482847"/>
                  </a:lnTo>
                  <a:lnTo>
                    <a:pt x="6736037" y="2484065"/>
                  </a:lnTo>
                  <a:lnTo>
                    <a:pt x="6727750" y="2484520"/>
                  </a:lnTo>
                  <a:lnTo>
                    <a:pt x="6726343" y="2484591"/>
                  </a:lnTo>
                  <a:lnTo>
                    <a:pt x="5254955" y="2484591"/>
                  </a:lnTo>
                  <a:lnTo>
                    <a:pt x="5253806" y="2484656"/>
                  </a:lnTo>
                  <a:lnTo>
                    <a:pt x="5246253" y="2485118"/>
                  </a:lnTo>
                  <a:lnTo>
                    <a:pt x="5227219" y="2486394"/>
                  </a:lnTo>
                  <a:lnTo>
                    <a:pt x="5193202" y="2488908"/>
                  </a:lnTo>
                  <a:lnTo>
                    <a:pt x="5142525" y="2493048"/>
                  </a:lnTo>
                  <a:lnTo>
                    <a:pt x="5075467" y="2499133"/>
                  </a:lnTo>
                  <a:lnTo>
                    <a:pt x="4994099" y="2507378"/>
                  </a:lnTo>
                  <a:lnTo>
                    <a:pt x="4901813" y="2517894"/>
                  </a:lnTo>
                  <a:lnTo>
                    <a:pt x="4802661" y="2530696"/>
                  </a:lnTo>
                  <a:lnTo>
                    <a:pt x="4700692" y="2545748"/>
                  </a:lnTo>
                  <a:lnTo>
                    <a:pt x="4599437" y="2563000"/>
                  </a:lnTo>
                  <a:lnTo>
                    <a:pt x="4501620" y="2582430"/>
                  </a:lnTo>
                  <a:lnTo>
                    <a:pt x="4409088" y="2604069"/>
                  </a:lnTo>
                  <a:lnTo>
                    <a:pt x="4322880" y="2628020"/>
                  </a:lnTo>
                  <a:lnTo>
                    <a:pt x="4243379" y="2654468"/>
                  </a:lnTo>
                  <a:lnTo>
                    <a:pt x="4170482" y="2683679"/>
                  </a:lnTo>
                  <a:lnTo>
                    <a:pt x="4103756" y="2715996"/>
                  </a:lnTo>
                  <a:lnTo>
                    <a:pt x="4042561" y="2751824"/>
                  </a:lnTo>
                  <a:lnTo>
                    <a:pt x="3986151" y="2791617"/>
                  </a:lnTo>
                  <a:lnTo>
                    <a:pt x="3933733" y="2835834"/>
                  </a:lnTo>
                  <a:lnTo>
                    <a:pt x="3884530" y="2884886"/>
                  </a:lnTo>
                  <a:lnTo>
                    <a:pt x="3837822" y="2939030"/>
                  </a:lnTo>
                  <a:lnTo>
                    <a:pt x="3829811" y="2949090"/>
                  </a:lnTo>
                  <a:lnTo>
                    <a:pt x="3791885" y="2999837"/>
                  </a:lnTo>
                  <a:lnTo>
                    <a:pt x="3754921" y="3054343"/>
                  </a:lnTo>
                  <a:lnTo>
                    <a:pt x="3718655" y="3112683"/>
                  </a:lnTo>
                  <a:lnTo>
                    <a:pt x="3682873" y="3174873"/>
                  </a:lnTo>
                  <a:lnTo>
                    <a:pt x="3647407" y="3240855"/>
                  </a:lnTo>
                  <a:lnTo>
                    <a:pt x="3612126" y="3310498"/>
                  </a:lnTo>
                  <a:lnTo>
                    <a:pt x="3576931" y="3383591"/>
                  </a:lnTo>
                  <a:lnTo>
                    <a:pt x="3541754" y="3459842"/>
                  </a:lnTo>
                  <a:lnTo>
                    <a:pt x="3506549" y="3538879"/>
                  </a:lnTo>
                  <a:lnTo>
                    <a:pt x="3471296" y="3620255"/>
                  </a:lnTo>
                  <a:lnTo>
                    <a:pt x="3435989" y="3703459"/>
                  </a:lnTo>
                  <a:lnTo>
                    <a:pt x="3400638" y="3787925"/>
                  </a:lnTo>
                  <a:lnTo>
                    <a:pt x="3365262" y="3873050"/>
                  </a:lnTo>
                  <a:lnTo>
                    <a:pt x="3329884" y="3958213"/>
                  </a:lnTo>
                  <a:lnTo>
                    <a:pt x="3294529" y="4042788"/>
                  </a:lnTo>
                  <a:lnTo>
                    <a:pt x="3259216" y="4126171"/>
                  </a:lnTo>
                  <a:lnTo>
                    <a:pt x="3223956" y="4207791"/>
                  </a:lnTo>
                  <a:lnTo>
                    <a:pt x="3188746" y="4287129"/>
                  </a:lnTo>
                  <a:lnTo>
                    <a:pt x="3153568" y="4363730"/>
                  </a:lnTo>
                  <a:lnTo>
                    <a:pt x="3118378" y="4437214"/>
                  </a:lnTo>
                  <a:lnTo>
                    <a:pt x="3083112" y="4507277"/>
                  </a:lnTo>
                  <a:lnTo>
                    <a:pt x="3047674" y="4573700"/>
                  </a:lnTo>
                  <a:lnTo>
                    <a:pt x="3011937" y="4636342"/>
                  </a:lnTo>
                  <a:lnTo>
                    <a:pt x="2975738" y="4695138"/>
                  </a:lnTo>
                  <a:lnTo>
                    <a:pt x="2938869" y="4750094"/>
                  </a:lnTo>
                  <a:lnTo>
                    <a:pt x="2901073" y="4801280"/>
                  </a:lnTo>
                  <a:lnTo>
                    <a:pt x="2896531" y="4807085"/>
                  </a:lnTo>
                  <a:lnTo>
                    <a:pt x="2850195" y="4862132"/>
                  </a:lnTo>
                  <a:lnTo>
                    <a:pt x="2801481" y="4912067"/>
                  </a:lnTo>
                  <a:lnTo>
                    <a:pt x="2749684" y="4957109"/>
                  </a:lnTo>
                  <a:lnTo>
                    <a:pt x="2694034" y="4997647"/>
                  </a:lnTo>
                  <a:lnTo>
                    <a:pt x="2633738" y="5034140"/>
                  </a:lnTo>
                  <a:lnTo>
                    <a:pt x="2568036" y="5067043"/>
                  </a:lnTo>
                  <a:lnTo>
                    <a:pt x="2496264" y="5096774"/>
                  </a:lnTo>
                  <a:lnTo>
                    <a:pt x="2417943" y="5123687"/>
                  </a:lnTo>
                  <a:lnTo>
                    <a:pt x="2332904" y="5148062"/>
                  </a:lnTo>
                  <a:lnTo>
                    <a:pt x="2241431" y="5170098"/>
                  </a:lnTo>
                  <a:lnTo>
                    <a:pt x="2144435" y="5189912"/>
                  </a:lnTo>
                  <a:lnTo>
                    <a:pt x="2043612" y="5207548"/>
                  </a:lnTo>
                  <a:lnTo>
                    <a:pt x="1941533" y="5222991"/>
                  </a:lnTo>
                  <a:lnTo>
                    <a:pt x="1841601" y="5236193"/>
                  </a:lnTo>
                  <a:lnTo>
                    <a:pt x="1747805" y="5247111"/>
                  </a:lnTo>
                  <a:lnTo>
                    <a:pt x="1664241" y="5255752"/>
                  </a:lnTo>
                  <a:lnTo>
                    <a:pt x="1594469" y="5262204"/>
                  </a:lnTo>
                  <a:lnTo>
                    <a:pt x="1540834" y="5266666"/>
                  </a:lnTo>
                  <a:lnTo>
                    <a:pt x="1503951" y="5269439"/>
                  </a:lnTo>
                  <a:lnTo>
                    <a:pt x="1482485" y="5270903"/>
                  </a:lnTo>
                  <a:lnTo>
                    <a:pt x="1473238" y="5271478"/>
                  </a:lnTo>
                  <a:lnTo>
                    <a:pt x="1471387" y="5271583"/>
                  </a:lnTo>
                  <a:lnTo>
                    <a:pt x="0" y="5271583"/>
                  </a:lnTo>
                  <a:close/>
                </a:path>
              </a:pathLst>
            </a:custGeom>
            <a:solidFill>
              <a:srgbClr val="E78AC3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383" name="pl1383"/>
            <p:cNvSpPr/>
            <p:nvPr/>
          </p:nvSpPr>
          <p:spPr>
            <a:xfrm>
              <a:off x="4799595" y="3721128"/>
              <a:ext cx="11981298" cy="5271583"/>
            </a:xfrm>
            <a:custGeom>
              <a:avLst/>
              <a:pathLst>
                <a:path w="11981298" h="5271583">
                  <a:moveTo>
                    <a:pt x="0" y="5271583"/>
                  </a:moveTo>
                  <a:lnTo>
                    <a:pt x="1471387" y="5271583"/>
                  </a:lnTo>
                  <a:lnTo>
                    <a:pt x="1472536" y="5271519"/>
                  </a:lnTo>
                  <a:lnTo>
                    <a:pt x="1480089" y="5271057"/>
                  </a:lnTo>
                  <a:lnTo>
                    <a:pt x="1499123" y="5269780"/>
                  </a:lnTo>
                  <a:lnTo>
                    <a:pt x="1533140" y="5267267"/>
                  </a:lnTo>
                  <a:lnTo>
                    <a:pt x="1583817" y="5263127"/>
                  </a:lnTo>
                  <a:lnTo>
                    <a:pt x="1650875" y="5257042"/>
                  </a:lnTo>
                  <a:lnTo>
                    <a:pt x="1732243" y="5248796"/>
                  </a:lnTo>
                  <a:lnTo>
                    <a:pt x="1824529" y="5238281"/>
                  </a:lnTo>
                  <a:lnTo>
                    <a:pt x="1923681" y="5225479"/>
                  </a:lnTo>
                  <a:lnTo>
                    <a:pt x="2025650" y="5210427"/>
                  </a:lnTo>
                  <a:lnTo>
                    <a:pt x="2126905" y="5193174"/>
                  </a:lnTo>
                  <a:lnTo>
                    <a:pt x="2224722" y="5173744"/>
                  </a:lnTo>
                  <a:lnTo>
                    <a:pt x="2317254" y="5152106"/>
                  </a:lnTo>
                  <a:lnTo>
                    <a:pt x="2403462" y="5128155"/>
                  </a:lnTo>
                  <a:lnTo>
                    <a:pt x="2482963" y="5101706"/>
                  </a:lnTo>
                  <a:lnTo>
                    <a:pt x="2555860" y="5072495"/>
                  </a:lnTo>
                  <a:lnTo>
                    <a:pt x="2622587" y="5040179"/>
                  </a:lnTo>
                  <a:lnTo>
                    <a:pt x="2683781" y="5004350"/>
                  </a:lnTo>
                  <a:lnTo>
                    <a:pt x="2740191" y="4964558"/>
                  </a:lnTo>
                  <a:lnTo>
                    <a:pt x="2792609" y="4920340"/>
                  </a:lnTo>
                  <a:lnTo>
                    <a:pt x="2841812" y="4871289"/>
                  </a:lnTo>
                  <a:lnTo>
                    <a:pt x="2888520" y="4817145"/>
                  </a:lnTo>
                  <a:lnTo>
                    <a:pt x="2896531" y="4807085"/>
                  </a:lnTo>
                  <a:lnTo>
                    <a:pt x="2934457" y="4756337"/>
                  </a:lnTo>
                  <a:lnTo>
                    <a:pt x="2971421" y="4701832"/>
                  </a:lnTo>
                  <a:lnTo>
                    <a:pt x="3007687" y="4643491"/>
                  </a:lnTo>
                  <a:lnTo>
                    <a:pt x="3043469" y="4581302"/>
                  </a:lnTo>
                  <a:lnTo>
                    <a:pt x="3078935" y="4515320"/>
                  </a:lnTo>
                  <a:lnTo>
                    <a:pt x="3114216" y="4445677"/>
                  </a:lnTo>
                  <a:lnTo>
                    <a:pt x="3149411" y="4372583"/>
                  </a:lnTo>
                  <a:lnTo>
                    <a:pt x="3184588" y="4296332"/>
                  </a:lnTo>
                  <a:lnTo>
                    <a:pt x="3219793" y="4217295"/>
                  </a:lnTo>
                  <a:lnTo>
                    <a:pt x="3255046" y="4135919"/>
                  </a:lnTo>
                  <a:lnTo>
                    <a:pt x="3290353" y="4052716"/>
                  </a:lnTo>
                  <a:lnTo>
                    <a:pt x="3325704" y="3968250"/>
                  </a:lnTo>
                  <a:lnTo>
                    <a:pt x="3361081" y="3883124"/>
                  </a:lnTo>
                  <a:lnTo>
                    <a:pt x="3396458" y="3797962"/>
                  </a:lnTo>
                  <a:lnTo>
                    <a:pt x="3431814" y="3713386"/>
                  </a:lnTo>
                  <a:lnTo>
                    <a:pt x="3467126" y="3630003"/>
                  </a:lnTo>
                  <a:lnTo>
                    <a:pt x="3502386" y="3548383"/>
                  </a:lnTo>
                  <a:lnTo>
                    <a:pt x="3537596" y="3469045"/>
                  </a:lnTo>
                  <a:lnTo>
                    <a:pt x="3572774" y="3392444"/>
                  </a:lnTo>
                  <a:lnTo>
                    <a:pt x="3607964" y="3318961"/>
                  </a:lnTo>
                  <a:lnTo>
                    <a:pt x="3643230" y="3248897"/>
                  </a:lnTo>
                  <a:lnTo>
                    <a:pt x="3678668" y="3182474"/>
                  </a:lnTo>
                  <a:lnTo>
                    <a:pt x="3714405" y="3119832"/>
                  </a:lnTo>
                  <a:lnTo>
                    <a:pt x="3750604" y="3061036"/>
                  </a:lnTo>
                  <a:lnTo>
                    <a:pt x="3787473" y="3006080"/>
                  </a:lnTo>
                  <a:lnTo>
                    <a:pt x="3825269" y="2954895"/>
                  </a:lnTo>
                  <a:lnTo>
                    <a:pt x="3829811" y="2949090"/>
                  </a:lnTo>
                  <a:lnTo>
                    <a:pt x="3876147" y="2894042"/>
                  </a:lnTo>
                  <a:lnTo>
                    <a:pt x="3924861" y="2844107"/>
                  </a:lnTo>
                  <a:lnTo>
                    <a:pt x="3976658" y="2799066"/>
                  </a:lnTo>
                  <a:lnTo>
                    <a:pt x="4032308" y="2758527"/>
                  </a:lnTo>
                  <a:lnTo>
                    <a:pt x="4092604" y="2722035"/>
                  </a:lnTo>
                  <a:lnTo>
                    <a:pt x="4158306" y="2689131"/>
                  </a:lnTo>
                  <a:lnTo>
                    <a:pt x="4230078" y="2659400"/>
                  </a:lnTo>
                  <a:lnTo>
                    <a:pt x="4308399" y="2632487"/>
                  </a:lnTo>
                  <a:lnTo>
                    <a:pt x="4393438" y="2608112"/>
                  </a:lnTo>
                  <a:lnTo>
                    <a:pt x="4484912" y="2586076"/>
                  </a:lnTo>
                  <a:lnTo>
                    <a:pt x="4581907" y="2566262"/>
                  </a:lnTo>
                  <a:lnTo>
                    <a:pt x="4682730" y="2548626"/>
                  </a:lnTo>
                  <a:lnTo>
                    <a:pt x="4784809" y="2533183"/>
                  </a:lnTo>
                  <a:lnTo>
                    <a:pt x="4884741" y="2519982"/>
                  </a:lnTo>
                  <a:lnTo>
                    <a:pt x="4978537" y="2509063"/>
                  </a:lnTo>
                  <a:lnTo>
                    <a:pt x="5062101" y="2500423"/>
                  </a:lnTo>
                  <a:lnTo>
                    <a:pt x="5131873" y="2493970"/>
                  </a:lnTo>
                  <a:lnTo>
                    <a:pt x="5185508" y="2489508"/>
                  </a:lnTo>
                  <a:lnTo>
                    <a:pt x="5222391" y="2486735"/>
                  </a:lnTo>
                  <a:lnTo>
                    <a:pt x="5243857" y="2485271"/>
                  </a:lnTo>
                  <a:lnTo>
                    <a:pt x="5253104" y="2484697"/>
                  </a:lnTo>
                  <a:lnTo>
                    <a:pt x="5254948" y="2484591"/>
                  </a:lnTo>
                  <a:lnTo>
                    <a:pt x="5254955" y="2484591"/>
                  </a:lnTo>
                  <a:lnTo>
                    <a:pt x="6726343" y="2484591"/>
                  </a:lnTo>
                  <a:lnTo>
                    <a:pt x="6727509" y="2484532"/>
                  </a:lnTo>
                  <a:lnTo>
                    <a:pt x="6735171" y="2484114"/>
                  </a:lnTo>
                  <a:lnTo>
                    <a:pt x="6754471" y="2482959"/>
                  </a:lnTo>
                  <a:lnTo>
                    <a:pt x="6788942" y="2480684"/>
                  </a:lnTo>
                  <a:lnTo>
                    <a:pt x="6840251" y="2476938"/>
                  </a:lnTo>
                  <a:lnTo>
                    <a:pt x="6908072" y="2471436"/>
                  </a:lnTo>
                  <a:lnTo>
                    <a:pt x="6990260" y="2463983"/>
                  </a:lnTo>
                  <a:lnTo>
                    <a:pt x="7083338" y="2454485"/>
                  </a:lnTo>
                  <a:lnTo>
                    <a:pt x="7183183" y="2442929"/>
                  </a:lnTo>
                  <a:lnTo>
                    <a:pt x="7285700" y="2429349"/>
                  </a:lnTo>
                  <a:lnTo>
                    <a:pt x="7387339" y="2413789"/>
                  </a:lnTo>
                  <a:lnTo>
                    <a:pt x="7485380" y="2396269"/>
                  </a:lnTo>
                  <a:lnTo>
                    <a:pt x="7577999" y="2376756"/>
                  </a:lnTo>
                  <a:lnTo>
                    <a:pt x="7664189" y="2355153"/>
                  </a:lnTo>
                  <a:lnTo>
                    <a:pt x="7743599" y="2331286"/>
                  </a:lnTo>
                  <a:lnTo>
                    <a:pt x="7816361" y="2304911"/>
                  </a:lnTo>
                  <a:lnTo>
                    <a:pt x="7882937" y="2275713"/>
                  </a:lnTo>
                  <a:lnTo>
                    <a:pt x="7943986" y="2243319"/>
                  </a:lnTo>
                  <a:lnTo>
                    <a:pt x="8000274" y="2207318"/>
                  </a:lnTo>
                  <a:lnTo>
                    <a:pt x="8052606" y="2167295"/>
                  </a:lnTo>
                  <a:lnTo>
                    <a:pt x="8101766" y="2122888"/>
                  </a:lnTo>
                  <a:lnTo>
                    <a:pt x="8148478" y="2073885"/>
                  </a:lnTo>
                  <a:lnTo>
                    <a:pt x="8151487" y="2070492"/>
                  </a:lnTo>
                  <a:lnTo>
                    <a:pt x="8191123" y="2023102"/>
                  </a:lnTo>
                  <a:lnTo>
                    <a:pt x="8229721" y="1972042"/>
                  </a:lnTo>
                  <a:lnTo>
                    <a:pt x="8267580" y="1917240"/>
                  </a:lnTo>
                  <a:lnTo>
                    <a:pt x="8304936" y="1858690"/>
                  </a:lnTo>
                  <a:lnTo>
                    <a:pt x="8341976" y="1796461"/>
                  </a:lnTo>
                  <a:lnTo>
                    <a:pt x="8378841" y="1730703"/>
                  </a:lnTo>
                  <a:lnTo>
                    <a:pt x="8415635" y="1661652"/>
                  </a:lnTo>
                  <a:lnTo>
                    <a:pt x="8452428" y="1589631"/>
                  </a:lnTo>
                  <a:lnTo>
                    <a:pt x="8489262" y="1515045"/>
                  </a:lnTo>
                  <a:lnTo>
                    <a:pt x="8526153" y="1438378"/>
                  </a:lnTo>
                  <a:lnTo>
                    <a:pt x="8563100" y="1360177"/>
                  </a:lnTo>
                  <a:lnTo>
                    <a:pt x="8600085" y="1281037"/>
                  </a:lnTo>
                  <a:lnTo>
                    <a:pt x="8637085" y="1201586"/>
                  </a:lnTo>
                  <a:lnTo>
                    <a:pt x="8674070" y="1122461"/>
                  </a:lnTo>
                  <a:lnTo>
                    <a:pt x="8711015" y="1044291"/>
                  </a:lnTo>
                  <a:lnTo>
                    <a:pt x="8747905" y="967669"/>
                  </a:lnTo>
                  <a:lnTo>
                    <a:pt x="8784738" y="893142"/>
                  </a:lnTo>
                  <a:lnTo>
                    <a:pt x="8821530" y="821190"/>
                  </a:lnTo>
                  <a:lnTo>
                    <a:pt x="8858325" y="752217"/>
                  </a:lnTo>
                  <a:lnTo>
                    <a:pt x="8895193" y="686544"/>
                  </a:lnTo>
                  <a:lnTo>
                    <a:pt x="8932238" y="624404"/>
                  </a:lnTo>
                  <a:lnTo>
                    <a:pt x="8969605" y="565946"/>
                  </a:lnTo>
                  <a:lnTo>
                    <a:pt x="9007479" y="511238"/>
                  </a:lnTo>
                  <a:lnTo>
                    <a:pt x="9046099" y="460270"/>
                  </a:lnTo>
                  <a:lnTo>
                    <a:pt x="9084767" y="414098"/>
                  </a:lnTo>
                  <a:lnTo>
                    <a:pt x="9131340" y="364790"/>
                  </a:lnTo>
                  <a:lnTo>
                    <a:pt x="9180317" y="320085"/>
                  </a:lnTo>
                  <a:lnTo>
                    <a:pt x="9232416" y="279783"/>
                  </a:lnTo>
                  <a:lnTo>
                    <a:pt x="9288419" y="243529"/>
                  </a:lnTo>
                  <a:lnTo>
                    <a:pt x="9349130" y="210910"/>
                  </a:lnTo>
                  <a:lnTo>
                    <a:pt x="9415319" y="181514"/>
                  </a:lnTo>
                  <a:lnTo>
                    <a:pt x="9487657" y="154963"/>
                  </a:lnTo>
                  <a:lnTo>
                    <a:pt x="9566620" y="130939"/>
                  </a:lnTo>
                  <a:lnTo>
                    <a:pt x="9652367" y="109192"/>
                  </a:lnTo>
                  <a:lnTo>
                    <a:pt x="9744586" y="89546"/>
                  </a:lnTo>
                  <a:lnTo>
                    <a:pt x="9842316" y="71896"/>
                  </a:lnTo>
                  <a:lnTo>
                    <a:pt x="9943791" y="56207"/>
                  </a:lnTo>
                  <a:lnTo>
                    <a:pt x="10046351" y="42495"/>
                  </a:lnTo>
                  <a:lnTo>
                    <a:pt x="10146495" y="30804"/>
                  </a:lnTo>
                  <a:lnTo>
                    <a:pt x="10240149" y="21170"/>
                  </a:lnTo>
                  <a:lnTo>
                    <a:pt x="10323173" y="13584"/>
                  </a:lnTo>
                  <a:lnTo>
                    <a:pt x="10392025" y="7958"/>
                  </a:lnTo>
                  <a:lnTo>
                    <a:pt x="10444454" y="4104"/>
                  </a:lnTo>
                  <a:lnTo>
                    <a:pt x="10480006" y="1743"/>
                  </a:lnTo>
                  <a:lnTo>
                    <a:pt x="10500216" y="525"/>
                  </a:lnTo>
                  <a:lnTo>
                    <a:pt x="10508503" y="71"/>
                  </a:lnTo>
                  <a:lnTo>
                    <a:pt x="10509910" y="0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84" name="pl1384"/>
            <p:cNvSpPr/>
            <p:nvPr/>
          </p:nvSpPr>
          <p:spPr>
            <a:xfrm>
              <a:off x="4799595" y="3712955"/>
              <a:ext cx="11981298" cy="5271583"/>
            </a:xfrm>
            <a:custGeom>
              <a:avLst/>
              <a:pathLst>
                <a:path w="11981298" h="5271583">
                  <a:moveTo>
                    <a:pt x="11981298" y="0"/>
                  </a:moveTo>
                  <a:lnTo>
                    <a:pt x="10509911" y="0"/>
                  </a:lnTo>
                  <a:lnTo>
                    <a:pt x="10508745" y="58"/>
                  </a:lnTo>
                  <a:lnTo>
                    <a:pt x="10501083" y="476"/>
                  </a:lnTo>
                  <a:lnTo>
                    <a:pt x="10481783" y="1632"/>
                  </a:lnTo>
                  <a:lnTo>
                    <a:pt x="10447311" y="3906"/>
                  </a:lnTo>
                  <a:lnTo>
                    <a:pt x="10396002" y="7652"/>
                  </a:lnTo>
                  <a:lnTo>
                    <a:pt x="10328181" y="13155"/>
                  </a:lnTo>
                  <a:lnTo>
                    <a:pt x="10245994" y="20607"/>
                  </a:lnTo>
                  <a:lnTo>
                    <a:pt x="10152915" y="30105"/>
                  </a:lnTo>
                  <a:lnTo>
                    <a:pt x="10053070" y="41661"/>
                  </a:lnTo>
                  <a:lnTo>
                    <a:pt x="9950553" y="55242"/>
                  </a:lnTo>
                  <a:lnTo>
                    <a:pt x="9848915" y="70801"/>
                  </a:lnTo>
                  <a:lnTo>
                    <a:pt x="9750874" y="88321"/>
                  </a:lnTo>
                  <a:lnTo>
                    <a:pt x="9658254" y="107834"/>
                  </a:lnTo>
                  <a:lnTo>
                    <a:pt x="9572064" y="129438"/>
                  </a:lnTo>
                  <a:lnTo>
                    <a:pt x="9492655" y="153304"/>
                  </a:lnTo>
                  <a:lnTo>
                    <a:pt x="9419892" y="179679"/>
                  </a:lnTo>
                  <a:lnTo>
                    <a:pt x="9353317" y="208878"/>
                  </a:lnTo>
                  <a:lnTo>
                    <a:pt x="9292268" y="241272"/>
                  </a:lnTo>
                  <a:lnTo>
                    <a:pt x="9235979" y="277273"/>
                  </a:lnTo>
                  <a:lnTo>
                    <a:pt x="9183647" y="317296"/>
                  </a:lnTo>
                  <a:lnTo>
                    <a:pt x="9134487" y="361702"/>
                  </a:lnTo>
                  <a:lnTo>
                    <a:pt x="9087776" y="410706"/>
                  </a:lnTo>
                  <a:lnTo>
                    <a:pt x="9084767" y="414098"/>
                  </a:lnTo>
                  <a:lnTo>
                    <a:pt x="9045131" y="461489"/>
                  </a:lnTo>
                  <a:lnTo>
                    <a:pt x="9006532" y="512548"/>
                  </a:lnTo>
                  <a:lnTo>
                    <a:pt x="8968673" y="567350"/>
                  </a:lnTo>
                  <a:lnTo>
                    <a:pt x="8931317" y="625900"/>
                  </a:lnTo>
                  <a:lnTo>
                    <a:pt x="8894277" y="688129"/>
                  </a:lnTo>
                  <a:lnTo>
                    <a:pt x="8857413" y="753888"/>
                  </a:lnTo>
                  <a:lnTo>
                    <a:pt x="8820619" y="822939"/>
                  </a:lnTo>
                  <a:lnTo>
                    <a:pt x="8783825" y="894960"/>
                  </a:lnTo>
                  <a:lnTo>
                    <a:pt x="8746992" y="969545"/>
                  </a:lnTo>
                  <a:lnTo>
                    <a:pt x="8710100" y="1046212"/>
                  </a:lnTo>
                  <a:lnTo>
                    <a:pt x="8673153" y="1124414"/>
                  </a:lnTo>
                  <a:lnTo>
                    <a:pt x="8636168" y="1203554"/>
                  </a:lnTo>
                  <a:lnTo>
                    <a:pt x="8599168" y="1283005"/>
                  </a:lnTo>
                  <a:lnTo>
                    <a:pt x="8562183" y="1362129"/>
                  </a:lnTo>
                  <a:lnTo>
                    <a:pt x="8525238" y="1440300"/>
                  </a:lnTo>
                  <a:lnTo>
                    <a:pt x="8488348" y="1516922"/>
                  </a:lnTo>
                  <a:lnTo>
                    <a:pt x="8451515" y="1591449"/>
                  </a:lnTo>
                  <a:lnTo>
                    <a:pt x="8414723" y="1663401"/>
                  </a:lnTo>
                  <a:lnTo>
                    <a:pt x="8377928" y="1732374"/>
                  </a:lnTo>
                  <a:lnTo>
                    <a:pt x="8341060" y="1798047"/>
                  </a:lnTo>
                  <a:lnTo>
                    <a:pt x="8304015" y="1860187"/>
                  </a:lnTo>
                  <a:lnTo>
                    <a:pt x="8266649" y="1918644"/>
                  </a:lnTo>
                  <a:lnTo>
                    <a:pt x="8228774" y="1973353"/>
                  </a:lnTo>
                  <a:lnTo>
                    <a:pt x="8190154" y="2024320"/>
                  </a:lnTo>
                  <a:lnTo>
                    <a:pt x="8151487" y="2070492"/>
                  </a:lnTo>
                  <a:lnTo>
                    <a:pt x="8104914" y="2119800"/>
                  </a:lnTo>
                  <a:lnTo>
                    <a:pt x="8055936" y="2164506"/>
                  </a:lnTo>
                  <a:lnTo>
                    <a:pt x="8003837" y="2204808"/>
                  </a:lnTo>
                  <a:lnTo>
                    <a:pt x="7947834" y="2241061"/>
                  </a:lnTo>
                  <a:lnTo>
                    <a:pt x="7887123" y="2273680"/>
                  </a:lnTo>
                  <a:lnTo>
                    <a:pt x="7820934" y="2303077"/>
                  </a:lnTo>
                  <a:lnTo>
                    <a:pt x="7748597" y="2329628"/>
                  </a:lnTo>
                  <a:lnTo>
                    <a:pt x="7669634" y="2353651"/>
                  </a:lnTo>
                  <a:lnTo>
                    <a:pt x="7583886" y="2375398"/>
                  </a:lnTo>
                  <a:lnTo>
                    <a:pt x="7491667" y="2395045"/>
                  </a:lnTo>
                  <a:lnTo>
                    <a:pt x="7393937" y="2412695"/>
                  </a:lnTo>
                  <a:lnTo>
                    <a:pt x="7292462" y="2428384"/>
                  </a:lnTo>
                  <a:lnTo>
                    <a:pt x="7189902" y="2442096"/>
                  </a:lnTo>
                  <a:lnTo>
                    <a:pt x="7089758" y="2453787"/>
                  </a:lnTo>
                  <a:lnTo>
                    <a:pt x="6996104" y="2463421"/>
                  </a:lnTo>
                  <a:lnTo>
                    <a:pt x="6913081" y="2471006"/>
                  </a:lnTo>
                  <a:lnTo>
                    <a:pt x="6844228" y="2476632"/>
                  </a:lnTo>
                  <a:lnTo>
                    <a:pt x="6791799" y="2480486"/>
                  </a:lnTo>
                  <a:lnTo>
                    <a:pt x="6756247" y="2482847"/>
                  </a:lnTo>
                  <a:lnTo>
                    <a:pt x="6736037" y="2484065"/>
                  </a:lnTo>
                  <a:lnTo>
                    <a:pt x="6727750" y="2484520"/>
                  </a:lnTo>
                  <a:lnTo>
                    <a:pt x="6726343" y="2484591"/>
                  </a:lnTo>
                  <a:lnTo>
                    <a:pt x="6726343" y="2484591"/>
                  </a:lnTo>
                  <a:lnTo>
                    <a:pt x="5254955" y="2484591"/>
                  </a:lnTo>
                  <a:lnTo>
                    <a:pt x="5253806" y="2484656"/>
                  </a:lnTo>
                  <a:lnTo>
                    <a:pt x="5246253" y="2485118"/>
                  </a:lnTo>
                  <a:lnTo>
                    <a:pt x="5227219" y="2486394"/>
                  </a:lnTo>
                  <a:lnTo>
                    <a:pt x="5193202" y="2488908"/>
                  </a:lnTo>
                  <a:lnTo>
                    <a:pt x="5142525" y="2493048"/>
                  </a:lnTo>
                  <a:lnTo>
                    <a:pt x="5075467" y="2499133"/>
                  </a:lnTo>
                  <a:lnTo>
                    <a:pt x="4994099" y="2507378"/>
                  </a:lnTo>
                  <a:lnTo>
                    <a:pt x="4901813" y="2517894"/>
                  </a:lnTo>
                  <a:lnTo>
                    <a:pt x="4802661" y="2530696"/>
                  </a:lnTo>
                  <a:lnTo>
                    <a:pt x="4700692" y="2545748"/>
                  </a:lnTo>
                  <a:lnTo>
                    <a:pt x="4599437" y="2563000"/>
                  </a:lnTo>
                  <a:lnTo>
                    <a:pt x="4501620" y="2582430"/>
                  </a:lnTo>
                  <a:lnTo>
                    <a:pt x="4409088" y="2604069"/>
                  </a:lnTo>
                  <a:lnTo>
                    <a:pt x="4322880" y="2628020"/>
                  </a:lnTo>
                  <a:lnTo>
                    <a:pt x="4243379" y="2654468"/>
                  </a:lnTo>
                  <a:lnTo>
                    <a:pt x="4170482" y="2683679"/>
                  </a:lnTo>
                  <a:lnTo>
                    <a:pt x="4103756" y="2715996"/>
                  </a:lnTo>
                  <a:lnTo>
                    <a:pt x="4042561" y="2751824"/>
                  </a:lnTo>
                  <a:lnTo>
                    <a:pt x="3986151" y="2791617"/>
                  </a:lnTo>
                  <a:lnTo>
                    <a:pt x="3933733" y="2835834"/>
                  </a:lnTo>
                  <a:lnTo>
                    <a:pt x="3884530" y="2884886"/>
                  </a:lnTo>
                  <a:lnTo>
                    <a:pt x="3837822" y="2939030"/>
                  </a:lnTo>
                  <a:lnTo>
                    <a:pt x="3829811" y="2949090"/>
                  </a:lnTo>
                  <a:lnTo>
                    <a:pt x="3791885" y="2999837"/>
                  </a:lnTo>
                  <a:lnTo>
                    <a:pt x="3754921" y="3054343"/>
                  </a:lnTo>
                  <a:lnTo>
                    <a:pt x="3718655" y="3112683"/>
                  </a:lnTo>
                  <a:lnTo>
                    <a:pt x="3682873" y="3174873"/>
                  </a:lnTo>
                  <a:lnTo>
                    <a:pt x="3647407" y="3240855"/>
                  </a:lnTo>
                  <a:lnTo>
                    <a:pt x="3612126" y="3310498"/>
                  </a:lnTo>
                  <a:lnTo>
                    <a:pt x="3576931" y="3383591"/>
                  </a:lnTo>
                  <a:lnTo>
                    <a:pt x="3541754" y="3459842"/>
                  </a:lnTo>
                  <a:lnTo>
                    <a:pt x="3506549" y="3538879"/>
                  </a:lnTo>
                  <a:lnTo>
                    <a:pt x="3471296" y="3620255"/>
                  </a:lnTo>
                  <a:lnTo>
                    <a:pt x="3435989" y="3703459"/>
                  </a:lnTo>
                  <a:lnTo>
                    <a:pt x="3400638" y="3787925"/>
                  </a:lnTo>
                  <a:lnTo>
                    <a:pt x="3365262" y="3873050"/>
                  </a:lnTo>
                  <a:lnTo>
                    <a:pt x="3329884" y="3958213"/>
                  </a:lnTo>
                  <a:lnTo>
                    <a:pt x="3294529" y="4042788"/>
                  </a:lnTo>
                  <a:lnTo>
                    <a:pt x="3259216" y="4126171"/>
                  </a:lnTo>
                  <a:lnTo>
                    <a:pt x="3223956" y="4207791"/>
                  </a:lnTo>
                  <a:lnTo>
                    <a:pt x="3188746" y="4287129"/>
                  </a:lnTo>
                  <a:lnTo>
                    <a:pt x="3153568" y="4363730"/>
                  </a:lnTo>
                  <a:lnTo>
                    <a:pt x="3118378" y="4437214"/>
                  </a:lnTo>
                  <a:lnTo>
                    <a:pt x="3083112" y="4507277"/>
                  </a:lnTo>
                  <a:lnTo>
                    <a:pt x="3047674" y="4573700"/>
                  </a:lnTo>
                  <a:lnTo>
                    <a:pt x="3011937" y="4636342"/>
                  </a:lnTo>
                  <a:lnTo>
                    <a:pt x="2975738" y="4695138"/>
                  </a:lnTo>
                  <a:lnTo>
                    <a:pt x="2938869" y="4750094"/>
                  </a:lnTo>
                  <a:lnTo>
                    <a:pt x="2901073" y="4801280"/>
                  </a:lnTo>
                  <a:lnTo>
                    <a:pt x="2896531" y="4807085"/>
                  </a:lnTo>
                  <a:lnTo>
                    <a:pt x="2850195" y="4862132"/>
                  </a:lnTo>
                  <a:lnTo>
                    <a:pt x="2801481" y="4912067"/>
                  </a:lnTo>
                  <a:lnTo>
                    <a:pt x="2749684" y="4957109"/>
                  </a:lnTo>
                  <a:lnTo>
                    <a:pt x="2694034" y="4997647"/>
                  </a:lnTo>
                  <a:lnTo>
                    <a:pt x="2633738" y="5034140"/>
                  </a:lnTo>
                  <a:lnTo>
                    <a:pt x="2568036" y="5067043"/>
                  </a:lnTo>
                  <a:lnTo>
                    <a:pt x="2496264" y="5096774"/>
                  </a:lnTo>
                  <a:lnTo>
                    <a:pt x="2417943" y="5123687"/>
                  </a:lnTo>
                  <a:lnTo>
                    <a:pt x="2332904" y="5148062"/>
                  </a:lnTo>
                  <a:lnTo>
                    <a:pt x="2241431" y="5170098"/>
                  </a:lnTo>
                  <a:lnTo>
                    <a:pt x="2144435" y="5189912"/>
                  </a:lnTo>
                  <a:lnTo>
                    <a:pt x="2043612" y="5207548"/>
                  </a:lnTo>
                  <a:lnTo>
                    <a:pt x="1941533" y="5222991"/>
                  </a:lnTo>
                  <a:lnTo>
                    <a:pt x="1841601" y="5236193"/>
                  </a:lnTo>
                  <a:lnTo>
                    <a:pt x="1747805" y="5247111"/>
                  </a:lnTo>
                  <a:lnTo>
                    <a:pt x="1664241" y="5255752"/>
                  </a:lnTo>
                  <a:lnTo>
                    <a:pt x="1594469" y="5262204"/>
                  </a:lnTo>
                  <a:lnTo>
                    <a:pt x="1540834" y="5266666"/>
                  </a:lnTo>
                  <a:lnTo>
                    <a:pt x="1503951" y="5269439"/>
                  </a:lnTo>
                  <a:lnTo>
                    <a:pt x="1482485" y="5270903"/>
                  </a:lnTo>
                  <a:lnTo>
                    <a:pt x="1473238" y="5271478"/>
                  </a:lnTo>
                  <a:lnTo>
                    <a:pt x="1471394" y="5271583"/>
                  </a:lnTo>
                  <a:lnTo>
                    <a:pt x="1471387" y="5271583"/>
                  </a:lnTo>
                  <a:lnTo>
                    <a:pt x="0" y="527158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85" name="pg1385"/>
            <p:cNvSpPr/>
            <p:nvPr/>
          </p:nvSpPr>
          <p:spPr>
            <a:xfrm>
              <a:off x="4799595" y="4750926"/>
              <a:ext cx="11981298" cy="4249959"/>
            </a:xfrm>
            <a:custGeom>
              <a:avLst/>
              <a:pathLst>
                <a:path w="11981298" h="4249959">
                  <a:moveTo>
                    <a:pt x="0" y="4249959"/>
                  </a:moveTo>
                  <a:lnTo>
                    <a:pt x="1471387" y="4249959"/>
                  </a:lnTo>
                  <a:lnTo>
                    <a:pt x="1472537" y="4249894"/>
                  </a:lnTo>
                  <a:lnTo>
                    <a:pt x="1480093" y="4249433"/>
                  </a:lnTo>
                  <a:lnTo>
                    <a:pt x="1499134" y="4248160"/>
                  </a:lnTo>
                  <a:lnTo>
                    <a:pt x="1533164" y="4245653"/>
                  </a:lnTo>
                  <a:lnTo>
                    <a:pt x="1583858" y="4241523"/>
                  </a:lnTo>
                  <a:lnTo>
                    <a:pt x="1650938" y="4235454"/>
                  </a:lnTo>
                  <a:lnTo>
                    <a:pt x="1732329" y="4227229"/>
                  </a:lnTo>
                  <a:lnTo>
                    <a:pt x="1824638" y="4216741"/>
                  </a:lnTo>
                  <a:lnTo>
                    <a:pt x="1923809" y="4203972"/>
                  </a:lnTo>
                  <a:lnTo>
                    <a:pt x="2025793" y="4188958"/>
                  </a:lnTo>
                  <a:lnTo>
                    <a:pt x="2127060" y="4171751"/>
                  </a:lnTo>
                  <a:lnTo>
                    <a:pt x="2224883" y="4152372"/>
                  </a:lnTo>
                  <a:lnTo>
                    <a:pt x="2317417" y="4130790"/>
                  </a:lnTo>
                  <a:lnTo>
                    <a:pt x="2403625" y="4106901"/>
                  </a:lnTo>
                  <a:lnTo>
                    <a:pt x="2483124" y="4080521"/>
                  </a:lnTo>
                  <a:lnTo>
                    <a:pt x="2556017" y="4051385"/>
                  </a:lnTo>
                  <a:lnTo>
                    <a:pt x="2622739" y="4019152"/>
                  </a:lnTo>
                  <a:lnTo>
                    <a:pt x="2683929" y="3983414"/>
                  </a:lnTo>
                  <a:lnTo>
                    <a:pt x="2740337" y="3943722"/>
                  </a:lnTo>
                  <a:lnTo>
                    <a:pt x="2792752" y="3899615"/>
                  </a:lnTo>
                  <a:lnTo>
                    <a:pt x="2841953" y="3850686"/>
                  </a:lnTo>
                  <a:lnTo>
                    <a:pt x="2888661" y="3796678"/>
                  </a:lnTo>
                  <a:lnTo>
                    <a:pt x="2896531" y="3786822"/>
                  </a:lnTo>
                  <a:lnTo>
                    <a:pt x="2934501" y="3736162"/>
                  </a:lnTo>
                  <a:lnTo>
                    <a:pt x="2971507" y="3681746"/>
                  </a:lnTo>
                  <a:lnTo>
                    <a:pt x="3007814" y="3623497"/>
                  </a:lnTo>
                  <a:lnTo>
                    <a:pt x="3043636" y="3561401"/>
                  </a:lnTo>
                  <a:lnTo>
                    <a:pt x="3079142" y="3495516"/>
                  </a:lnTo>
                  <a:lnTo>
                    <a:pt x="3114464" y="3425973"/>
                  </a:lnTo>
                  <a:lnTo>
                    <a:pt x="3149700" y="3352983"/>
                  </a:lnTo>
                  <a:lnTo>
                    <a:pt x="3184918" y="3276840"/>
                  </a:lnTo>
                  <a:lnTo>
                    <a:pt x="3220164" y="3197917"/>
                  </a:lnTo>
                  <a:lnTo>
                    <a:pt x="3255460" y="3116661"/>
                  </a:lnTo>
                  <a:lnTo>
                    <a:pt x="3290809" y="3033586"/>
                  </a:lnTo>
                  <a:lnTo>
                    <a:pt x="3326202" y="2949256"/>
                  </a:lnTo>
                  <a:lnTo>
                    <a:pt x="3361620" y="2864275"/>
                  </a:lnTo>
                  <a:lnTo>
                    <a:pt x="3397039" y="2779268"/>
                  </a:lnTo>
                  <a:lnTo>
                    <a:pt x="3432435" y="2694856"/>
                  </a:lnTo>
                  <a:lnTo>
                    <a:pt x="3467788" y="2611648"/>
                  </a:lnTo>
                  <a:lnTo>
                    <a:pt x="3503089" y="2530211"/>
                  </a:lnTo>
                  <a:lnTo>
                    <a:pt x="3538338" y="2451065"/>
                  </a:lnTo>
                  <a:lnTo>
                    <a:pt x="3573558" y="2374662"/>
                  </a:lnTo>
                  <a:lnTo>
                    <a:pt x="3608790" y="2301384"/>
                  </a:lnTo>
                  <a:lnTo>
                    <a:pt x="3644101" y="2231529"/>
                  </a:lnTo>
                  <a:lnTo>
                    <a:pt x="3679586" y="2165317"/>
                  </a:lnTo>
                  <a:lnTo>
                    <a:pt x="3715374" y="2102886"/>
                  </a:lnTo>
                  <a:lnTo>
                    <a:pt x="3751631" y="2044300"/>
                  </a:lnTo>
                  <a:lnTo>
                    <a:pt x="3788566" y="1989550"/>
                  </a:lnTo>
                  <a:lnTo>
                    <a:pt x="3826439" y="1938566"/>
                  </a:lnTo>
                  <a:lnTo>
                    <a:pt x="3829811" y="1934276"/>
                  </a:lnTo>
                  <a:lnTo>
                    <a:pt x="3876154" y="1879383"/>
                  </a:lnTo>
                  <a:lnTo>
                    <a:pt x="3924875" y="1829588"/>
                  </a:lnTo>
                  <a:lnTo>
                    <a:pt x="3976680" y="1784674"/>
                  </a:lnTo>
                  <a:lnTo>
                    <a:pt x="4032341" y="1744251"/>
                  </a:lnTo>
                  <a:lnTo>
                    <a:pt x="4092648" y="1707862"/>
                  </a:lnTo>
                  <a:lnTo>
                    <a:pt x="4158364" y="1675053"/>
                  </a:lnTo>
                  <a:lnTo>
                    <a:pt x="4230152" y="1645408"/>
                  </a:lnTo>
                  <a:lnTo>
                    <a:pt x="4308491" y="1618573"/>
                  </a:lnTo>
                  <a:lnTo>
                    <a:pt x="4393550" y="1594269"/>
                  </a:lnTo>
                  <a:lnTo>
                    <a:pt x="4485044" y="1572298"/>
                  </a:lnTo>
                  <a:lnTo>
                    <a:pt x="4582061" y="1552542"/>
                  </a:lnTo>
                  <a:lnTo>
                    <a:pt x="4682902" y="1534959"/>
                  </a:lnTo>
                  <a:lnTo>
                    <a:pt x="4784995" y="1519563"/>
                  </a:lnTo>
                  <a:lnTo>
                    <a:pt x="4884933" y="1506402"/>
                  </a:lnTo>
                  <a:lnTo>
                    <a:pt x="4978726" y="1495519"/>
                  </a:lnTo>
                  <a:lnTo>
                    <a:pt x="5062275" y="1486908"/>
                  </a:lnTo>
                  <a:lnTo>
                    <a:pt x="5132021" y="1480478"/>
                  </a:lnTo>
                  <a:lnTo>
                    <a:pt x="5185622" y="1476033"/>
                  </a:lnTo>
                  <a:lnTo>
                    <a:pt x="5222468" y="1473272"/>
                  </a:lnTo>
                  <a:lnTo>
                    <a:pt x="5243898" y="1471815"/>
                  </a:lnTo>
                  <a:lnTo>
                    <a:pt x="5253118" y="1471244"/>
                  </a:lnTo>
                  <a:lnTo>
                    <a:pt x="5254955" y="1471139"/>
                  </a:lnTo>
                  <a:lnTo>
                    <a:pt x="6726343" y="1471139"/>
                  </a:lnTo>
                  <a:lnTo>
                    <a:pt x="6727554" y="1471103"/>
                  </a:lnTo>
                  <a:lnTo>
                    <a:pt x="6735510" y="1470847"/>
                  </a:lnTo>
                  <a:lnTo>
                    <a:pt x="6755525" y="1470139"/>
                  </a:lnTo>
                  <a:lnTo>
                    <a:pt x="6791213" y="1468746"/>
                  </a:lnTo>
                  <a:lnTo>
                    <a:pt x="6844214" y="1466454"/>
                  </a:lnTo>
                  <a:lnTo>
                    <a:pt x="6914067" y="1463090"/>
                  </a:lnTo>
                  <a:lnTo>
                    <a:pt x="6998424" y="1458541"/>
                  </a:lnTo>
                  <a:lnTo>
                    <a:pt x="7093586" y="1452754"/>
                  </a:lnTo>
                  <a:lnTo>
                    <a:pt x="7195239" y="1445724"/>
                  </a:lnTo>
                  <a:lnTo>
                    <a:pt x="7299169" y="1437474"/>
                  </a:lnTo>
                  <a:lnTo>
                    <a:pt x="7401780" y="1428031"/>
                  </a:lnTo>
                  <a:lnTo>
                    <a:pt x="7500374" y="1417402"/>
                  </a:lnTo>
                  <a:lnTo>
                    <a:pt x="7593190" y="1405562"/>
                  </a:lnTo>
                  <a:lnTo>
                    <a:pt x="7679303" y="1392443"/>
                  </a:lnTo>
                  <a:lnTo>
                    <a:pt x="7758451" y="1377933"/>
                  </a:lnTo>
                  <a:lnTo>
                    <a:pt x="7830847" y="1361872"/>
                  </a:lnTo>
                  <a:lnTo>
                    <a:pt x="7897023" y="1344060"/>
                  </a:lnTo>
                  <a:lnTo>
                    <a:pt x="7957695" y="1324263"/>
                  </a:lnTo>
                  <a:lnTo>
                    <a:pt x="8013675" y="1302226"/>
                  </a:lnTo>
                  <a:lnTo>
                    <a:pt x="8065797" y="1277698"/>
                  </a:lnTo>
                  <a:lnTo>
                    <a:pt x="8114868" y="1250476"/>
                  </a:lnTo>
                  <a:lnTo>
                    <a:pt x="8151487" y="1227311"/>
                  </a:lnTo>
                  <a:lnTo>
                    <a:pt x="8198400" y="1193958"/>
                  </a:lnTo>
                  <a:lnTo>
                    <a:pt x="8243935" y="1157548"/>
                  </a:lnTo>
                  <a:lnTo>
                    <a:pt x="8288560" y="1118028"/>
                  </a:lnTo>
                  <a:lnTo>
                    <a:pt x="8332629" y="1075426"/>
                  </a:lnTo>
                  <a:lnTo>
                    <a:pt x="8376404" y="1029862"/>
                  </a:lnTo>
                  <a:lnTo>
                    <a:pt x="8420071" y="981554"/>
                  </a:lnTo>
                  <a:lnTo>
                    <a:pt x="8463744" y="930822"/>
                  </a:lnTo>
                  <a:lnTo>
                    <a:pt x="8507483" y="878083"/>
                  </a:lnTo>
                  <a:lnTo>
                    <a:pt x="8551305" y="823837"/>
                  </a:lnTo>
                  <a:lnTo>
                    <a:pt x="8595189" y="768653"/>
                  </a:lnTo>
                  <a:lnTo>
                    <a:pt x="8639098" y="713141"/>
                  </a:lnTo>
                  <a:lnTo>
                    <a:pt x="8682985" y="657929"/>
                  </a:lnTo>
                  <a:lnTo>
                    <a:pt x="8726810" y="603629"/>
                  </a:lnTo>
                  <a:lnTo>
                    <a:pt x="8770553" y="550811"/>
                  </a:lnTo>
                  <a:lnTo>
                    <a:pt x="8814228" y="499980"/>
                  </a:lnTo>
                  <a:lnTo>
                    <a:pt x="8857893" y="451556"/>
                  </a:lnTo>
                  <a:lnTo>
                    <a:pt x="8901660" y="405863"/>
                  </a:lnTo>
                  <a:lnTo>
                    <a:pt x="8945711" y="363125"/>
                  </a:lnTo>
                  <a:lnTo>
                    <a:pt x="8990304" y="323466"/>
                  </a:lnTo>
                  <a:lnTo>
                    <a:pt x="9035789" y="286918"/>
                  </a:lnTo>
                  <a:lnTo>
                    <a:pt x="9082629" y="253430"/>
                  </a:lnTo>
                  <a:lnTo>
                    <a:pt x="9084767" y="252000"/>
                  </a:lnTo>
                  <a:lnTo>
                    <a:pt x="9131966" y="222604"/>
                  </a:lnTo>
                  <a:lnTo>
                    <a:pt x="9181643" y="195988"/>
                  </a:lnTo>
                  <a:lnTo>
                    <a:pt x="9234544" y="172029"/>
                  </a:lnTo>
                  <a:lnTo>
                    <a:pt x="9291485" y="150506"/>
                  </a:lnTo>
                  <a:lnTo>
                    <a:pt x="9353301" y="131168"/>
                  </a:lnTo>
                  <a:lnTo>
                    <a:pt x="9420789" y="113761"/>
                  </a:lnTo>
                  <a:lnTo>
                    <a:pt x="9494636" y="98057"/>
                  </a:lnTo>
                  <a:lnTo>
                    <a:pt x="9575313" y="83865"/>
                  </a:lnTo>
                  <a:lnTo>
                    <a:pt x="9662944" y="71036"/>
                  </a:lnTo>
                  <a:lnTo>
                    <a:pt x="9757138" y="59467"/>
                  </a:lnTo>
                  <a:lnTo>
                    <a:pt x="9856800" y="49100"/>
                  </a:lnTo>
                  <a:lnTo>
                    <a:pt x="9959967" y="39918"/>
                  </a:lnTo>
                  <a:lnTo>
                    <a:pt x="10063731" y="31934"/>
                  </a:lnTo>
                  <a:lnTo>
                    <a:pt x="10164331" y="25176"/>
                  </a:lnTo>
                  <a:lnTo>
                    <a:pt x="10257474" y="19663"/>
                  </a:lnTo>
                  <a:lnTo>
                    <a:pt x="10338919" y="15382"/>
                  </a:lnTo>
                  <a:lnTo>
                    <a:pt x="10405204" y="12266"/>
                  </a:lnTo>
                  <a:lnTo>
                    <a:pt x="10454359" y="10189"/>
                  </a:lnTo>
                  <a:lnTo>
                    <a:pt x="10486384" y="8966"/>
                  </a:lnTo>
                  <a:lnTo>
                    <a:pt x="10503369" y="8378"/>
                  </a:lnTo>
                  <a:lnTo>
                    <a:pt x="10509329" y="8189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8699" y="35"/>
                  </a:lnTo>
                  <a:lnTo>
                    <a:pt x="10500744" y="292"/>
                  </a:lnTo>
                  <a:lnTo>
                    <a:pt x="10480729" y="999"/>
                  </a:lnTo>
                  <a:lnTo>
                    <a:pt x="10445040" y="2393"/>
                  </a:lnTo>
                  <a:lnTo>
                    <a:pt x="10392040" y="4685"/>
                  </a:lnTo>
                  <a:lnTo>
                    <a:pt x="10322186" y="8049"/>
                  </a:lnTo>
                  <a:lnTo>
                    <a:pt x="10237829" y="12597"/>
                  </a:lnTo>
                  <a:lnTo>
                    <a:pt x="10142667" y="18384"/>
                  </a:lnTo>
                  <a:lnTo>
                    <a:pt x="10041014" y="25415"/>
                  </a:lnTo>
                  <a:lnTo>
                    <a:pt x="9937085" y="33664"/>
                  </a:lnTo>
                  <a:lnTo>
                    <a:pt x="9834473" y="43108"/>
                  </a:lnTo>
                  <a:lnTo>
                    <a:pt x="9735879" y="53737"/>
                  </a:lnTo>
                  <a:lnTo>
                    <a:pt x="9643063" y="65577"/>
                  </a:lnTo>
                  <a:lnTo>
                    <a:pt x="9556950" y="78695"/>
                  </a:lnTo>
                  <a:lnTo>
                    <a:pt x="9477802" y="93206"/>
                  </a:lnTo>
                  <a:lnTo>
                    <a:pt x="9405406" y="109266"/>
                  </a:lnTo>
                  <a:lnTo>
                    <a:pt x="9339230" y="127078"/>
                  </a:lnTo>
                  <a:lnTo>
                    <a:pt x="9278558" y="146876"/>
                  </a:lnTo>
                  <a:lnTo>
                    <a:pt x="9222579" y="168913"/>
                  </a:lnTo>
                  <a:lnTo>
                    <a:pt x="9170456" y="193441"/>
                  </a:lnTo>
                  <a:lnTo>
                    <a:pt x="9121385" y="220663"/>
                  </a:lnTo>
                  <a:lnTo>
                    <a:pt x="9084767" y="243827"/>
                  </a:lnTo>
                  <a:lnTo>
                    <a:pt x="9037853" y="277181"/>
                  </a:lnTo>
                  <a:lnTo>
                    <a:pt x="8992318" y="313591"/>
                  </a:lnTo>
                  <a:lnTo>
                    <a:pt x="8947694" y="353110"/>
                  </a:lnTo>
                  <a:lnTo>
                    <a:pt x="8903625" y="395713"/>
                  </a:lnTo>
                  <a:lnTo>
                    <a:pt x="8859849" y="441277"/>
                  </a:lnTo>
                  <a:lnTo>
                    <a:pt x="8816183" y="489585"/>
                  </a:lnTo>
                  <a:lnTo>
                    <a:pt x="8772510" y="540316"/>
                  </a:lnTo>
                  <a:lnTo>
                    <a:pt x="8728770" y="593056"/>
                  </a:lnTo>
                  <a:lnTo>
                    <a:pt x="8684949" y="647301"/>
                  </a:lnTo>
                  <a:lnTo>
                    <a:pt x="8641064" y="702486"/>
                  </a:lnTo>
                  <a:lnTo>
                    <a:pt x="8597155" y="757997"/>
                  </a:lnTo>
                  <a:lnTo>
                    <a:pt x="8553268" y="813210"/>
                  </a:lnTo>
                  <a:lnTo>
                    <a:pt x="8509443" y="867510"/>
                  </a:lnTo>
                  <a:lnTo>
                    <a:pt x="8465700" y="920328"/>
                  </a:lnTo>
                  <a:lnTo>
                    <a:pt x="8422025" y="971159"/>
                  </a:lnTo>
                  <a:lnTo>
                    <a:pt x="8378361" y="1019583"/>
                  </a:lnTo>
                  <a:lnTo>
                    <a:pt x="8334593" y="1065275"/>
                  </a:lnTo>
                  <a:lnTo>
                    <a:pt x="8290542" y="1108013"/>
                  </a:lnTo>
                  <a:lnTo>
                    <a:pt x="8245949" y="1147673"/>
                  </a:lnTo>
                  <a:lnTo>
                    <a:pt x="8200464" y="1184221"/>
                  </a:lnTo>
                  <a:lnTo>
                    <a:pt x="8153624" y="1217709"/>
                  </a:lnTo>
                  <a:lnTo>
                    <a:pt x="8151487" y="1219138"/>
                  </a:lnTo>
                  <a:lnTo>
                    <a:pt x="8104287" y="1248535"/>
                  </a:lnTo>
                  <a:lnTo>
                    <a:pt x="8054610" y="1275151"/>
                  </a:lnTo>
                  <a:lnTo>
                    <a:pt x="8001710" y="1299110"/>
                  </a:lnTo>
                  <a:lnTo>
                    <a:pt x="7944769" y="1320632"/>
                  </a:lnTo>
                  <a:lnTo>
                    <a:pt x="7882952" y="1339971"/>
                  </a:lnTo>
                  <a:lnTo>
                    <a:pt x="7815464" y="1357378"/>
                  </a:lnTo>
                  <a:lnTo>
                    <a:pt x="7741617" y="1373082"/>
                  </a:lnTo>
                  <a:lnTo>
                    <a:pt x="7660941" y="1387273"/>
                  </a:lnTo>
                  <a:lnTo>
                    <a:pt x="7573309" y="1400102"/>
                  </a:lnTo>
                  <a:lnTo>
                    <a:pt x="7479115" y="1411671"/>
                  </a:lnTo>
                  <a:lnTo>
                    <a:pt x="7379453" y="1422039"/>
                  </a:lnTo>
                  <a:lnTo>
                    <a:pt x="7276287" y="1431221"/>
                  </a:lnTo>
                  <a:lnTo>
                    <a:pt x="7172522" y="1439205"/>
                  </a:lnTo>
                  <a:lnTo>
                    <a:pt x="7071923" y="1445963"/>
                  </a:lnTo>
                  <a:lnTo>
                    <a:pt x="6978779" y="1451475"/>
                  </a:lnTo>
                  <a:lnTo>
                    <a:pt x="6897334" y="1455756"/>
                  </a:lnTo>
                  <a:lnTo>
                    <a:pt x="6831049" y="1458872"/>
                  </a:lnTo>
                  <a:lnTo>
                    <a:pt x="6781894" y="1460950"/>
                  </a:lnTo>
                  <a:lnTo>
                    <a:pt x="6749870" y="1462173"/>
                  </a:lnTo>
                  <a:lnTo>
                    <a:pt x="6732884" y="1462761"/>
                  </a:lnTo>
                  <a:lnTo>
                    <a:pt x="6726924" y="1462949"/>
                  </a:lnTo>
                  <a:lnTo>
                    <a:pt x="6726343" y="1462966"/>
                  </a:lnTo>
                  <a:lnTo>
                    <a:pt x="5254955" y="1462966"/>
                  </a:lnTo>
                  <a:lnTo>
                    <a:pt x="5253805" y="1463031"/>
                  </a:lnTo>
                  <a:lnTo>
                    <a:pt x="5246250" y="1463492"/>
                  </a:lnTo>
                  <a:lnTo>
                    <a:pt x="5227208" y="1464765"/>
                  </a:lnTo>
                  <a:lnTo>
                    <a:pt x="5193178" y="1467272"/>
                  </a:lnTo>
                  <a:lnTo>
                    <a:pt x="5142484" y="1471402"/>
                  </a:lnTo>
                  <a:lnTo>
                    <a:pt x="5075404" y="1477471"/>
                  </a:lnTo>
                  <a:lnTo>
                    <a:pt x="4994013" y="1485696"/>
                  </a:lnTo>
                  <a:lnTo>
                    <a:pt x="4901704" y="1496184"/>
                  </a:lnTo>
                  <a:lnTo>
                    <a:pt x="4802533" y="1508953"/>
                  </a:lnTo>
                  <a:lnTo>
                    <a:pt x="4700549" y="1523966"/>
                  </a:lnTo>
                  <a:lnTo>
                    <a:pt x="4599282" y="1541174"/>
                  </a:lnTo>
                  <a:lnTo>
                    <a:pt x="4501459" y="1560553"/>
                  </a:lnTo>
                  <a:lnTo>
                    <a:pt x="4408925" y="1582135"/>
                  </a:lnTo>
                  <a:lnTo>
                    <a:pt x="4322717" y="1606024"/>
                  </a:lnTo>
                  <a:lnTo>
                    <a:pt x="4243218" y="1632404"/>
                  </a:lnTo>
                  <a:lnTo>
                    <a:pt x="4170325" y="1661540"/>
                  </a:lnTo>
                  <a:lnTo>
                    <a:pt x="4103603" y="1693773"/>
                  </a:lnTo>
                  <a:lnTo>
                    <a:pt x="4042413" y="1729511"/>
                  </a:lnTo>
                  <a:lnTo>
                    <a:pt x="3986006" y="1769203"/>
                  </a:lnTo>
                  <a:lnTo>
                    <a:pt x="3933590" y="1813310"/>
                  </a:lnTo>
                  <a:lnTo>
                    <a:pt x="3884389" y="1862239"/>
                  </a:lnTo>
                  <a:lnTo>
                    <a:pt x="3837681" y="1916247"/>
                  </a:lnTo>
                  <a:lnTo>
                    <a:pt x="3829811" y="1926103"/>
                  </a:lnTo>
                  <a:lnTo>
                    <a:pt x="3791842" y="1976763"/>
                  </a:lnTo>
                  <a:lnTo>
                    <a:pt x="3754836" y="2031179"/>
                  </a:lnTo>
                  <a:lnTo>
                    <a:pt x="3718528" y="2089428"/>
                  </a:lnTo>
                  <a:lnTo>
                    <a:pt x="3682706" y="2151523"/>
                  </a:lnTo>
                  <a:lnTo>
                    <a:pt x="3647200" y="2217409"/>
                  </a:lnTo>
                  <a:lnTo>
                    <a:pt x="3611878" y="2286952"/>
                  </a:lnTo>
                  <a:lnTo>
                    <a:pt x="3576643" y="2359942"/>
                  </a:lnTo>
                  <a:lnTo>
                    <a:pt x="3541424" y="2436085"/>
                  </a:lnTo>
                  <a:lnTo>
                    <a:pt x="3506178" y="2515008"/>
                  </a:lnTo>
                  <a:lnTo>
                    <a:pt x="3470882" y="2596263"/>
                  </a:lnTo>
                  <a:lnTo>
                    <a:pt x="3435533" y="2679339"/>
                  </a:lnTo>
                  <a:lnTo>
                    <a:pt x="3400140" y="2763669"/>
                  </a:lnTo>
                  <a:lnTo>
                    <a:pt x="3364722" y="2848649"/>
                  </a:lnTo>
                  <a:lnTo>
                    <a:pt x="3329303" y="2933657"/>
                  </a:lnTo>
                  <a:lnTo>
                    <a:pt x="3293907" y="3018068"/>
                  </a:lnTo>
                  <a:lnTo>
                    <a:pt x="3258554" y="3101277"/>
                  </a:lnTo>
                  <a:lnTo>
                    <a:pt x="3223254" y="3182714"/>
                  </a:lnTo>
                  <a:lnTo>
                    <a:pt x="3188004" y="3261860"/>
                  </a:lnTo>
                  <a:lnTo>
                    <a:pt x="3152784" y="3338262"/>
                  </a:lnTo>
                  <a:lnTo>
                    <a:pt x="3117552" y="3411541"/>
                  </a:lnTo>
                  <a:lnTo>
                    <a:pt x="3082242" y="3481396"/>
                  </a:lnTo>
                  <a:lnTo>
                    <a:pt x="3046756" y="3547608"/>
                  </a:lnTo>
                  <a:lnTo>
                    <a:pt x="3010968" y="3610039"/>
                  </a:lnTo>
                  <a:lnTo>
                    <a:pt x="2974711" y="3668625"/>
                  </a:lnTo>
                  <a:lnTo>
                    <a:pt x="2937776" y="3723375"/>
                  </a:lnTo>
                  <a:lnTo>
                    <a:pt x="2899903" y="3774359"/>
                  </a:lnTo>
                  <a:lnTo>
                    <a:pt x="2896531" y="3778649"/>
                  </a:lnTo>
                  <a:lnTo>
                    <a:pt x="2850188" y="3833542"/>
                  </a:lnTo>
                  <a:lnTo>
                    <a:pt x="2801467" y="3883337"/>
                  </a:lnTo>
                  <a:lnTo>
                    <a:pt x="2749662" y="3928251"/>
                  </a:lnTo>
                  <a:lnTo>
                    <a:pt x="2694001" y="3968674"/>
                  </a:lnTo>
                  <a:lnTo>
                    <a:pt x="2633694" y="4005063"/>
                  </a:lnTo>
                  <a:lnTo>
                    <a:pt x="2567978" y="4037871"/>
                  </a:lnTo>
                  <a:lnTo>
                    <a:pt x="2496190" y="4067517"/>
                  </a:lnTo>
                  <a:lnTo>
                    <a:pt x="2417852" y="4094352"/>
                  </a:lnTo>
                  <a:lnTo>
                    <a:pt x="2332792" y="4118656"/>
                  </a:lnTo>
                  <a:lnTo>
                    <a:pt x="2241298" y="4140627"/>
                  </a:lnTo>
                  <a:lnTo>
                    <a:pt x="2144281" y="4160383"/>
                  </a:lnTo>
                  <a:lnTo>
                    <a:pt x="2043440" y="4177966"/>
                  </a:lnTo>
                  <a:lnTo>
                    <a:pt x="1941347" y="4193362"/>
                  </a:lnTo>
                  <a:lnTo>
                    <a:pt x="1841409" y="4206523"/>
                  </a:lnTo>
                  <a:lnTo>
                    <a:pt x="1747616" y="4217406"/>
                  </a:lnTo>
                  <a:lnTo>
                    <a:pt x="1664067" y="4226017"/>
                  </a:lnTo>
                  <a:lnTo>
                    <a:pt x="1594321" y="4232447"/>
                  </a:lnTo>
                  <a:lnTo>
                    <a:pt x="1540720" y="4236892"/>
                  </a:lnTo>
                  <a:lnTo>
                    <a:pt x="1503874" y="4239653"/>
                  </a:lnTo>
                  <a:lnTo>
                    <a:pt x="1482444" y="4241110"/>
                  </a:lnTo>
                  <a:lnTo>
                    <a:pt x="1473224" y="4241681"/>
                  </a:lnTo>
                  <a:lnTo>
                    <a:pt x="1471387" y="4241786"/>
                  </a:lnTo>
                  <a:lnTo>
                    <a:pt x="0" y="4241786"/>
                  </a:lnTo>
                  <a:close/>
                </a:path>
              </a:pathLst>
            </a:custGeom>
            <a:solidFill>
              <a:srgbClr val="E78AC3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386" name="pl1386"/>
            <p:cNvSpPr/>
            <p:nvPr/>
          </p:nvSpPr>
          <p:spPr>
            <a:xfrm>
              <a:off x="4799595" y="4759099"/>
              <a:ext cx="11981298" cy="4241786"/>
            </a:xfrm>
            <a:custGeom>
              <a:avLst/>
              <a:pathLst>
                <a:path w="11981298" h="4241786">
                  <a:moveTo>
                    <a:pt x="0" y="4241786"/>
                  </a:moveTo>
                  <a:lnTo>
                    <a:pt x="1471387" y="4241786"/>
                  </a:lnTo>
                  <a:lnTo>
                    <a:pt x="1472537" y="4241721"/>
                  </a:lnTo>
                  <a:lnTo>
                    <a:pt x="1480093" y="4241260"/>
                  </a:lnTo>
                  <a:lnTo>
                    <a:pt x="1499134" y="4239987"/>
                  </a:lnTo>
                  <a:lnTo>
                    <a:pt x="1533164" y="4237480"/>
                  </a:lnTo>
                  <a:lnTo>
                    <a:pt x="1583858" y="4233350"/>
                  </a:lnTo>
                  <a:lnTo>
                    <a:pt x="1650938" y="4227281"/>
                  </a:lnTo>
                  <a:lnTo>
                    <a:pt x="1732329" y="4219056"/>
                  </a:lnTo>
                  <a:lnTo>
                    <a:pt x="1824638" y="4208568"/>
                  </a:lnTo>
                  <a:lnTo>
                    <a:pt x="1923809" y="4195799"/>
                  </a:lnTo>
                  <a:lnTo>
                    <a:pt x="2025793" y="4180785"/>
                  </a:lnTo>
                  <a:lnTo>
                    <a:pt x="2127060" y="4163578"/>
                  </a:lnTo>
                  <a:lnTo>
                    <a:pt x="2224883" y="4144199"/>
                  </a:lnTo>
                  <a:lnTo>
                    <a:pt x="2317417" y="4122617"/>
                  </a:lnTo>
                  <a:lnTo>
                    <a:pt x="2403625" y="4098728"/>
                  </a:lnTo>
                  <a:lnTo>
                    <a:pt x="2483124" y="4072348"/>
                  </a:lnTo>
                  <a:lnTo>
                    <a:pt x="2556017" y="4043212"/>
                  </a:lnTo>
                  <a:lnTo>
                    <a:pt x="2622739" y="4010979"/>
                  </a:lnTo>
                  <a:lnTo>
                    <a:pt x="2683929" y="3975241"/>
                  </a:lnTo>
                  <a:lnTo>
                    <a:pt x="2740337" y="3935549"/>
                  </a:lnTo>
                  <a:lnTo>
                    <a:pt x="2792752" y="3891442"/>
                  </a:lnTo>
                  <a:lnTo>
                    <a:pt x="2841953" y="3842513"/>
                  </a:lnTo>
                  <a:lnTo>
                    <a:pt x="2888661" y="3788505"/>
                  </a:lnTo>
                  <a:lnTo>
                    <a:pt x="2896531" y="3778649"/>
                  </a:lnTo>
                  <a:lnTo>
                    <a:pt x="2934501" y="3727989"/>
                  </a:lnTo>
                  <a:lnTo>
                    <a:pt x="2971507" y="3673573"/>
                  </a:lnTo>
                  <a:lnTo>
                    <a:pt x="3007814" y="3615324"/>
                  </a:lnTo>
                  <a:lnTo>
                    <a:pt x="3043636" y="3553228"/>
                  </a:lnTo>
                  <a:lnTo>
                    <a:pt x="3079142" y="3487343"/>
                  </a:lnTo>
                  <a:lnTo>
                    <a:pt x="3114464" y="3417800"/>
                  </a:lnTo>
                  <a:lnTo>
                    <a:pt x="3149700" y="3344810"/>
                  </a:lnTo>
                  <a:lnTo>
                    <a:pt x="3184918" y="3268667"/>
                  </a:lnTo>
                  <a:lnTo>
                    <a:pt x="3220164" y="3189744"/>
                  </a:lnTo>
                  <a:lnTo>
                    <a:pt x="3255460" y="3108488"/>
                  </a:lnTo>
                  <a:lnTo>
                    <a:pt x="3290809" y="3025413"/>
                  </a:lnTo>
                  <a:lnTo>
                    <a:pt x="3326202" y="2941083"/>
                  </a:lnTo>
                  <a:lnTo>
                    <a:pt x="3361620" y="2856102"/>
                  </a:lnTo>
                  <a:lnTo>
                    <a:pt x="3397039" y="2771095"/>
                  </a:lnTo>
                  <a:lnTo>
                    <a:pt x="3432435" y="2686683"/>
                  </a:lnTo>
                  <a:lnTo>
                    <a:pt x="3467788" y="2603475"/>
                  </a:lnTo>
                  <a:lnTo>
                    <a:pt x="3503089" y="2522038"/>
                  </a:lnTo>
                  <a:lnTo>
                    <a:pt x="3538338" y="2442892"/>
                  </a:lnTo>
                  <a:lnTo>
                    <a:pt x="3573558" y="2366489"/>
                  </a:lnTo>
                  <a:lnTo>
                    <a:pt x="3608790" y="2293211"/>
                  </a:lnTo>
                  <a:lnTo>
                    <a:pt x="3644101" y="2223356"/>
                  </a:lnTo>
                  <a:lnTo>
                    <a:pt x="3679586" y="2157144"/>
                  </a:lnTo>
                  <a:lnTo>
                    <a:pt x="3715374" y="2094713"/>
                  </a:lnTo>
                  <a:lnTo>
                    <a:pt x="3751631" y="2036127"/>
                  </a:lnTo>
                  <a:lnTo>
                    <a:pt x="3788566" y="1981377"/>
                  </a:lnTo>
                  <a:lnTo>
                    <a:pt x="3826439" y="1930393"/>
                  </a:lnTo>
                  <a:lnTo>
                    <a:pt x="3829811" y="1926103"/>
                  </a:lnTo>
                  <a:lnTo>
                    <a:pt x="3876154" y="1871210"/>
                  </a:lnTo>
                  <a:lnTo>
                    <a:pt x="3924875" y="1821415"/>
                  </a:lnTo>
                  <a:lnTo>
                    <a:pt x="3976680" y="1776501"/>
                  </a:lnTo>
                  <a:lnTo>
                    <a:pt x="4032341" y="1736078"/>
                  </a:lnTo>
                  <a:lnTo>
                    <a:pt x="4092648" y="1699689"/>
                  </a:lnTo>
                  <a:lnTo>
                    <a:pt x="4158364" y="1666880"/>
                  </a:lnTo>
                  <a:lnTo>
                    <a:pt x="4230152" y="1637235"/>
                  </a:lnTo>
                  <a:lnTo>
                    <a:pt x="4308491" y="1610400"/>
                  </a:lnTo>
                  <a:lnTo>
                    <a:pt x="4393550" y="1586096"/>
                  </a:lnTo>
                  <a:lnTo>
                    <a:pt x="4485044" y="1564125"/>
                  </a:lnTo>
                  <a:lnTo>
                    <a:pt x="4582061" y="1544369"/>
                  </a:lnTo>
                  <a:lnTo>
                    <a:pt x="4682902" y="1526786"/>
                  </a:lnTo>
                  <a:lnTo>
                    <a:pt x="4784995" y="1511390"/>
                  </a:lnTo>
                  <a:lnTo>
                    <a:pt x="4884933" y="1498229"/>
                  </a:lnTo>
                  <a:lnTo>
                    <a:pt x="4978726" y="1487346"/>
                  </a:lnTo>
                  <a:lnTo>
                    <a:pt x="5062275" y="1478735"/>
                  </a:lnTo>
                  <a:lnTo>
                    <a:pt x="5132021" y="1472305"/>
                  </a:lnTo>
                  <a:lnTo>
                    <a:pt x="5185622" y="1467860"/>
                  </a:lnTo>
                  <a:lnTo>
                    <a:pt x="5222468" y="1465099"/>
                  </a:lnTo>
                  <a:lnTo>
                    <a:pt x="5243898" y="1463642"/>
                  </a:lnTo>
                  <a:lnTo>
                    <a:pt x="5253118" y="1463071"/>
                  </a:lnTo>
                  <a:lnTo>
                    <a:pt x="5254949" y="1462967"/>
                  </a:lnTo>
                  <a:lnTo>
                    <a:pt x="5254955" y="1462966"/>
                  </a:lnTo>
                  <a:lnTo>
                    <a:pt x="6726343" y="1462966"/>
                  </a:lnTo>
                  <a:lnTo>
                    <a:pt x="6727554" y="1462930"/>
                  </a:lnTo>
                  <a:lnTo>
                    <a:pt x="6735510" y="1462674"/>
                  </a:lnTo>
                  <a:lnTo>
                    <a:pt x="6755525" y="1461966"/>
                  </a:lnTo>
                  <a:lnTo>
                    <a:pt x="6791213" y="1460573"/>
                  </a:lnTo>
                  <a:lnTo>
                    <a:pt x="6844214" y="1458281"/>
                  </a:lnTo>
                  <a:lnTo>
                    <a:pt x="6914067" y="1454917"/>
                  </a:lnTo>
                  <a:lnTo>
                    <a:pt x="6998424" y="1450368"/>
                  </a:lnTo>
                  <a:lnTo>
                    <a:pt x="7093586" y="1444581"/>
                  </a:lnTo>
                  <a:lnTo>
                    <a:pt x="7195239" y="1437551"/>
                  </a:lnTo>
                  <a:lnTo>
                    <a:pt x="7299169" y="1429301"/>
                  </a:lnTo>
                  <a:lnTo>
                    <a:pt x="7401780" y="1419858"/>
                  </a:lnTo>
                  <a:lnTo>
                    <a:pt x="7500374" y="1409229"/>
                  </a:lnTo>
                  <a:lnTo>
                    <a:pt x="7593190" y="1397389"/>
                  </a:lnTo>
                  <a:lnTo>
                    <a:pt x="7679303" y="1384270"/>
                  </a:lnTo>
                  <a:lnTo>
                    <a:pt x="7758451" y="1369760"/>
                  </a:lnTo>
                  <a:lnTo>
                    <a:pt x="7830847" y="1353699"/>
                  </a:lnTo>
                  <a:lnTo>
                    <a:pt x="7897023" y="1335887"/>
                  </a:lnTo>
                  <a:lnTo>
                    <a:pt x="7957695" y="1316090"/>
                  </a:lnTo>
                  <a:lnTo>
                    <a:pt x="8013675" y="1294053"/>
                  </a:lnTo>
                  <a:lnTo>
                    <a:pt x="8065797" y="1269525"/>
                  </a:lnTo>
                  <a:lnTo>
                    <a:pt x="8114868" y="1242303"/>
                  </a:lnTo>
                  <a:lnTo>
                    <a:pt x="8151487" y="1219138"/>
                  </a:lnTo>
                  <a:lnTo>
                    <a:pt x="8198400" y="1185785"/>
                  </a:lnTo>
                  <a:lnTo>
                    <a:pt x="8243935" y="1149375"/>
                  </a:lnTo>
                  <a:lnTo>
                    <a:pt x="8288560" y="1109855"/>
                  </a:lnTo>
                  <a:lnTo>
                    <a:pt x="8332629" y="1067253"/>
                  </a:lnTo>
                  <a:lnTo>
                    <a:pt x="8376404" y="1021689"/>
                  </a:lnTo>
                  <a:lnTo>
                    <a:pt x="8420071" y="973381"/>
                  </a:lnTo>
                  <a:lnTo>
                    <a:pt x="8463744" y="922649"/>
                  </a:lnTo>
                  <a:lnTo>
                    <a:pt x="8507483" y="869910"/>
                  </a:lnTo>
                  <a:lnTo>
                    <a:pt x="8551305" y="815664"/>
                  </a:lnTo>
                  <a:lnTo>
                    <a:pt x="8595189" y="760480"/>
                  </a:lnTo>
                  <a:lnTo>
                    <a:pt x="8639098" y="704968"/>
                  </a:lnTo>
                  <a:lnTo>
                    <a:pt x="8682985" y="649756"/>
                  </a:lnTo>
                  <a:lnTo>
                    <a:pt x="8726810" y="595456"/>
                  </a:lnTo>
                  <a:lnTo>
                    <a:pt x="8770553" y="542638"/>
                  </a:lnTo>
                  <a:lnTo>
                    <a:pt x="8814228" y="491807"/>
                  </a:lnTo>
                  <a:lnTo>
                    <a:pt x="8857893" y="443383"/>
                  </a:lnTo>
                  <a:lnTo>
                    <a:pt x="8901660" y="397690"/>
                  </a:lnTo>
                  <a:lnTo>
                    <a:pt x="8945711" y="354952"/>
                  </a:lnTo>
                  <a:lnTo>
                    <a:pt x="8990304" y="315293"/>
                  </a:lnTo>
                  <a:lnTo>
                    <a:pt x="9035789" y="278745"/>
                  </a:lnTo>
                  <a:lnTo>
                    <a:pt x="9082629" y="245257"/>
                  </a:lnTo>
                  <a:lnTo>
                    <a:pt x="9084767" y="243827"/>
                  </a:lnTo>
                  <a:lnTo>
                    <a:pt x="9131966" y="214431"/>
                  </a:lnTo>
                  <a:lnTo>
                    <a:pt x="9181643" y="187815"/>
                  </a:lnTo>
                  <a:lnTo>
                    <a:pt x="9234544" y="163856"/>
                  </a:lnTo>
                  <a:lnTo>
                    <a:pt x="9291485" y="142333"/>
                  </a:lnTo>
                  <a:lnTo>
                    <a:pt x="9353301" y="122995"/>
                  </a:lnTo>
                  <a:lnTo>
                    <a:pt x="9420789" y="105588"/>
                  </a:lnTo>
                  <a:lnTo>
                    <a:pt x="9494636" y="89884"/>
                  </a:lnTo>
                  <a:lnTo>
                    <a:pt x="9575313" y="75692"/>
                  </a:lnTo>
                  <a:lnTo>
                    <a:pt x="9662944" y="62863"/>
                  </a:lnTo>
                  <a:lnTo>
                    <a:pt x="9757138" y="51294"/>
                  </a:lnTo>
                  <a:lnTo>
                    <a:pt x="9856800" y="40927"/>
                  </a:lnTo>
                  <a:lnTo>
                    <a:pt x="9959967" y="31745"/>
                  </a:lnTo>
                  <a:lnTo>
                    <a:pt x="10063731" y="23761"/>
                  </a:lnTo>
                  <a:lnTo>
                    <a:pt x="10164331" y="17003"/>
                  </a:lnTo>
                  <a:lnTo>
                    <a:pt x="10257474" y="11490"/>
                  </a:lnTo>
                  <a:lnTo>
                    <a:pt x="10338919" y="7209"/>
                  </a:lnTo>
                  <a:lnTo>
                    <a:pt x="10405204" y="4093"/>
                  </a:lnTo>
                  <a:lnTo>
                    <a:pt x="10454359" y="2016"/>
                  </a:lnTo>
                  <a:lnTo>
                    <a:pt x="10486384" y="793"/>
                  </a:lnTo>
                  <a:lnTo>
                    <a:pt x="10503369" y="205"/>
                  </a:lnTo>
                  <a:lnTo>
                    <a:pt x="10509329" y="16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87" name="pl1387"/>
            <p:cNvSpPr/>
            <p:nvPr/>
          </p:nvSpPr>
          <p:spPr>
            <a:xfrm>
              <a:off x="4799595" y="4750926"/>
              <a:ext cx="11981298" cy="4241786"/>
            </a:xfrm>
            <a:custGeom>
              <a:avLst/>
              <a:pathLst>
                <a:path w="11981298" h="4241786">
                  <a:moveTo>
                    <a:pt x="11981298" y="0"/>
                  </a:moveTo>
                  <a:lnTo>
                    <a:pt x="10509911" y="0"/>
                  </a:lnTo>
                  <a:lnTo>
                    <a:pt x="10508699" y="35"/>
                  </a:lnTo>
                  <a:lnTo>
                    <a:pt x="10500744" y="292"/>
                  </a:lnTo>
                  <a:lnTo>
                    <a:pt x="10480729" y="999"/>
                  </a:lnTo>
                  <a:lnTo>
                    <a:pt x="10445040" y="2393"/>
                  </a:lnTo>
                  <a:lnTo>
                    <a:pt x="10392040" y="4685"/>
                  </a:lnTo>
                  <a:lnTo>
                    <a:pt x="10322186" y="8049"/>
                  </a:lnTo>
                  <a:lnTo>
                    <a:pt x="10237829" y="12597"/>
                  </a:lnTo>
                  <a:lnTo>
                    <a:pt x="10142667" y="18384"/>
                  </a:lnTo>
                  <a:lnTo>
                    <a:pt x="10041014" y="25415"/>
                  </a:lnTo>
                  <a:lnTo>
                    <a:pt x="9937085" y="33664"/>
                  </a:lnTo>
                  <a:lnTo>
                    <a:pt x="9834473" y="43108"/>
                  </a:lnTo>
                  <a:lnTo>
                    <a:pt x="9735879" y="53737"/>
                  </a:lnTo>
                  <a:lnTo>
                    <a:pt x="9643063" y="65577"/>
                  </a:lnTo>
                  <a:lnTo>
                    <a:pt x="9556950" y="78695"/>
                  </a:lnTo>
                  <a:lnTo>
                    <a:pt x="9477802" y="93206"/>
                  </a:lnTo>
                  <a:lnTo>
                    <a:pt x="9405406" y="109266"/>
                  </a:lnTo>
                  <a:lnTo>
                    <a:pt x="9339230" y="127078"/>
                  </a:lnTo>
                  <a:lnTo>
                    <a:pt x="9278558" y="146876"/>
                  </a:lnTo>
                  <a:lnTo>
                    <a:pt x="9222579" y="168913"/>
                  </a:lnTo>
                  <a:lnTo>
                    <a:pt x="9170456" y="193441"/>
                  </a:lnTo>
                  <a:lnTo>
                    <a:pt x="9121385" y="220663"/>
                  </a:lnTo>
                  <a:lnTo>
                    <a:pt x="9084767" y="243827"/>
                  </a:lnTo>
                  <a:lnTo>
                    <a:pt x="9037853" y="277181"/>
                  </a:lnTo>
                  <a:lnTo>
                    <a:pt x="8992318" y="313591"/>
                  </a:lnTo>
                  <a:lnTo>
                    <a:pt x="8947694" y="353110"/>
                  </a:lnTo>
                  <a:lnTo>
                    <a:pt x="8903625" y="395713"/>
                  </a:lnTo>
                  <a:lnTo>
                    <a:pt x="8859849" y="441277"/>
                  </a:lnTo>
                  <a:lnTo>
                    <a:pt x="8816183" y="489585"/>
                  </a:lnTo>
                  <a:lnTo>
                    <a:pt x="8772510" y="540316"/>
                  </a:lnTo>
                  <a:lnTo>
                    <a:pt x="8728770" y="593056"/>
                  </a:lnTo>
                  <a:lnTo>
                    <a:pt x="8684949" y="647301"/>
                  </a:lnTo>
                  <a:lnTo>
                    <a:pt x="8641064" y="702486"/>
                  </a:lnTo>
                  <a:lnTo>
                    <a:pt x="8597155" y="757997"/>
                  </a:lnTo>
                  <a:lnTo>
                    <a:pt x="8553268" y="813210"/>
                  </a:lnTo>
                  <a:lnTo>
                    <a:pt x="8509443" y="867510"/>
                  </a:lnTo>
                  <a:lnTo>
                    <a:pt x="8465700" y="920328"/>
                  </a:lnTo>
                  <a:lnTo>
                    <a:pt x="8422025" y="971159"/>
                  </a:lnTo>
                  <a:lnTo>
                    <a:pt x="8378361" y="1019583"/>
                  </a:lnTo>
                  <a:lnTo>
                    <a:pt x="8334593" y="1065275"/>
                  </a:lnTo>
                  <a:lnTo>
                    <a:pt x="8290542" y="1108013"/>
                  </a:lnTo>
                  <a:lnTo>
                    <a:pt x="8245949" y="1147673"/>
                  </a:lnTo>
                  <a:lnTo>
                    <a:pt x="8200464" y="1184221"/>
                  </a:lnTo>
                  <a:lnTo>
                    <a:pt x="8153624" y="1217709"/>
                  </a:lnTo>
                  <a:lnTo>
                    <a:pt x="8151487" y="1219138"/>
                  </a:lnTo>
                  <a:lnTo>
                    <a:pt x="8104287" y="1248535"/>
                  </a:lnTo>
                  <a:lnTo>
                    <a:pt x="8054610" y="1275151"/>
                  </a:lnTo>
                  <a:lnTo>
                    <a:pt x="8001710" y="1299110"/>
                  </a:lnTo>
                  <a:lnTo>
                    <a:pt x="7944769" y="1320632"/>
                  </a:lnTo>
                  <a:lnTo>
                    <a:pt x="7882952" y="1339971"/>
                  </a:lnTo>
                  <a:lnTo>
                    <a:pt x="7815464" y="1357378"/>
                  </a:lnTo>
                  <a:lnTo>
                    <a:pt x="7741617" y="1373082"/>
                  </a:lnTo>
                  <a:lnTo>
                    <a:pt x="7660941" y="1387273"/>
                  </a:lnTo>
                  <a:lnTo>
                    <a:pt x="7573309" y="1400102"/>
                  </a:lnTo>
                  <a:lnTo>
                    <a:pt x="7479115" y="1411671"/>
                  </a:lnTo>
                  <a:lnTo>
                    <a:pt x="7379453" y="1422039"/>
                  </a:lnTo>
                  <a:lnTo>
                    <a:pt x="7276287" y="1431221"/>
                  </a:lnTo>
                  <a:lnTo>
                    <a:pt x="7172522" y="1439205"/>
                  </a:lnTo>
                  <a:lnTo>
                    <a:pt x="7071923" y="1445963"/>
                  </a:lnTo>
                  <a:lnTo>
                    <a:pt x="6978779" y="1451475"/>
                  </a:lnTo>
                  <a:lnTo>
                    <a:pt x="6897334" y="1455756"/>
                  </a:lnTo>
                  <a:lnTo>
                    <a:pt x="6831049" y="1458872"/>
                  </a:lnTo>
                  <a:lnTo>
                    <a:pt x="6781894" y="1460950"/>
                  </a:lnTo>
                  <a:lnTo>
                    <a:pt x="6749870" y="1462173"/>
                  </a:lnTo>
                  <a:lnTo>
                    <a:pt x="6732884" y="1462761"/>
                  </a:lnTo>
                  <a:lnTo>
                    <a:pt x="6726924" y="1462949"/>
                  </a:lnTo>
                  <a:lnTo>
                    <a:pt x="6726343" y="1462966"/>
                  </a:lnTo>
                  <a:lnTo>
                    <a:pt x="5254955" y="1462966"/>
                  </a:lnTo>
                  <a:lnTo>
                    <a:pt x="5253805" y="1463031"/>
                  </a:lnTo>
                  <a:lnTo>
                    <a:pt x="5246250" y="1463492"/>
                  </a:lnTo>
                  <a:lnTo>
                    <a:pt x="5227208" y="1464765"/>
                  </a:lnTo>
                  <a:lnTo>
                    <a:pt x="5193178" y="1467272"/>
                  </a:lnTo>
                  <a:lnTo>
                    <a:pt x="5142484" y="1471402"/>
                  </a:lnTo>
                  <a:lnTo>
                    <a:pt x="5075404" y="1477471"/>
                  </a:lnTo>
                  <a:lnTo>
                    <a:pt x="4994013" y="1485696"/>
                  </a:lnTo>
                  <a:lnTo>
                    <a:pt x="4901704" y="1496184"/>
                  </a:lnTo>
                  <a:lnTo>
                    <a:pt x="4802533" y="1508953"/>
                  </a:lnTo>
                  <a:lnTo>
                    <a:pt x="4700549" y="1523966"/>
                  </a:lnTo>
                  <a:lnTo>
                    <a:pt x="4599282" y="1541174"/>
                  </a:lnTo>
                  <a:lnTo>
                    <a:pt x="4501459" y="1560553"/>
                  </a:lnTo>
                  <a:lnTo>
                    <a:pt x="4408925" y="1582135"/>
                  </a:lnTo>
                  <a:lnTo>
                    <a:pt x="4322717" y="1606024"/>
                  </a:lnTo>
                  <a:lnTo>
                    <a:pt x="4243218" y="1632404"/>
                  </a:lnTo>
                  <a:lnTo>
                    <a:pt x="4170325" y="1661540"/>
                  </a:lnTo>
                  <a:lnTo>
                    <a:pt x="4103603" y="1693773"/>
                  </a:lnTo>
                  <a:lnTo>
                    <a:pt x="4042413" y="1729511"/>
                  </a:lnTo>
                  <a:lnTo>
                    <a:pt x="3986006" y="1769203"/>
                  </a:lnTo>
                  <a:lnTo>
                    <a:pt x="3933590" y="1813310"/>
                  </a:lnTo>
                  <a:lnTo>
                    <a:pt x="3884389" y="1862239"/>
                  </a:lnTo>
                  <a:lnTo>
                    <a:pt x="3837681" y="1916247"/>
                  </a:lnTo>
                  <a:lnTo>
                    <a:pt x="3829811" y="1926103"/>
                  </a:lnTo>
                  <a:lnTo>
                    <a:pt x="3791842" y="1976763"/>
                  </a:lnTo>
                  <a:lnTo>
                    <a:pt x="3754836" y="2031179"/>
                  </a:lnTo>
                  <a:lnTo>
                    <a:pt x="3718528" y="2089428"/>
                  </a:lnTo>
                  <a:lnTo>
                    <a:pt x="3682706" y="2151523"/>
                  </a:lnTo>
                  <a:lnTo>
                    <a:pt x="3647200" y="2217409"/>
                  </a:lnTo>
                  <a:lnTo>
                    <a:pt x="3611878" y="2286952"/>
                  </a:lnTo>
                  <a:lnTo>
                    <a:pt x="3576643" y="2359942"/>
                  </a:lnTo>
                  <a:lnTo>
                    <a:pt x="3541424" y="2436085"/>
                  </a:lnTo>
                  <a:lnTo>
                    <a:pt x="3506178" y="2515008"/>
                  </a:lnTo>
                  <a:lnTo>
                    <a:pt x="3470882" y="2596263"/>
                  </a:lnTo>
                  <a:lnTo>
                    <a:pt x="3435533" y="2679339"/>
                  </a:lnTo>
                  <a:lnTo>
                    <a:pt x="3400140" y="2763669"/>
                  </a:lnTo>
                  <a:lnTo>
                    <a:pt x="3364722" y="2848649"/>
                  </a:lnTo>
                  <a:lnTo>
                    <a:pt x="3329303" y="2933657"/>
                  </a:lnTo>
                  <a:lnTo>
                    <a:pt x="3293907" y="3018068"/>
                  </a:lnTo>
                  <a:lnTo>
                    <a:pt x="3258554" y="3101277"/>
                  </a:lnTo>
                  <a:lnTo>
                    <a:pt x="3223254" y="3182714"/>
                  </a:lnTo>
                  <a:lnTo>
                    <a:pt x="3188004" y="3261860"/>
                  </a:lnTo>
                  <a:lnTo>
                    <a:pt x="3152784" y="3338262"/>
                  </a:lnTo>
                  <a:lnTo>
                    <a:pt x="3117552" y="3411541"/>
                  </a:lnTo>
                  <a:lnTo>
                    <a:pt x="3082242" y="3481396"/>
                  </a:lnTo>
                  <a:lnTo>
                    <a:pt x="3046756" y="3547608"/>
                  </a:lnTo>
                  <a:lnTo>
                    <a:pt x="3010968" y="3610039"/>
                  </a:lnTo>
                  <a:lnTo>
                    <a:pt x="2974711" y="3668625"/>
                  </a:lnTo>
                  <a:lnTo>
                    <a:pt x="2937776" y="3723375"/>
                  </a:lnTo>
                  <a:lnTo>
                    <a:pt x="2899903" y="3774359"/>
                  </a:lnTo>
                  <a:lnTo>
                    <a:pt x="2896531" y="3778649"/>
                  </a:lnTo>
                  <a:lnTo>
                    <a:pt x="2850188" y="3833542"/>
                  </a:lnTo>
                  <a:lnTo>
                    <a:pt x="2801467" y="3883337"/>
                  </a:lnTo>
                  <a:lnTo>
                    <a:pt x="2749662" y="3928251"/>
                  </a:lnTo>
                  <a:lnTo>
                    <a:pt x="2694001" y="3968674"/>
                  </a:lnTo>
                  <a:lnTo>
                    <a:pt x="2633694" y="4005063"/>
                  </a:lnTo>
                  <a:lnTo>
                    <a:pt x="2567978" y="4037871"/>
                  </a:lnTo>
                  <a:lnTo>
                    <a:pt x="2496190" y="4067517"/>
                  </a:lnTo>
                  <a:lnTo>
                    <a:pt x="2417852" y="4094352"/>
                  </a:lnTo>
                  <a:lnTo>
                    <a:pt x="2332792" y="4118656"/>
                  </a:lnTo>
                  <a:lnTo>
                    <a:pt x="2241298" y="4140627"/>
                  </a:lnTo>
                  <a:lnTo>
                    <a:pt x="2144281" y="4160383"/>
                  </a:lnTo>
                  <a:lnTo>
                    <a:pt x="2043440" y="4177966"/>
                  </a:lnTo>
                  <a:lnTo>
                    <a:pt x="1941347" y="4193362"/>
                  </a:lnTo>
                  <a:lnTo>
                    <a:pt x="1841409" y="4206523"/>
                  </a:lnTo>
                  <a:lnTo>
                    <a:pt x="1747616" y="4217406"/>
                  </a:lnTo>
                  <a:lnTo>
                    <a:pt x="1664067" y="4226017"/>
                  </a:lnTo>
                  <a:lnTo>
                    <a:pt x="1594321" y="4232447"/>
                  </a:lnTo>
                  <a:lnTo>
                    <a:pt x="1540720" y="4236892"/>
                  </a:lnTo>
                  <a:lnTo>
                    <a:pt x="1503874" y="4239653"/>
                  </a:lnTo>
                  <a:lnTo>
                    <a:pt x="1482444" y="4241110"/>
                  </a:lnTo>
                  <a:lnTo>
                    <a:pt x="1473224" y="4241681"/>
                  </a:lnTo>
                  <a:lnTo>
                    <a:pt x="1471393" y="4241785"/>
                  </a:lnTo>
                  <a:lnTo>
                    <a:pt x="1471387" y="4241786"/>
                  </a:lnTo>
                  <a:lnTo>
                    <a:pt x="0" y="424178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88" name="pg1388"/>
            <p:cNvSpPr/>
            <p:nvPr/>
          </p:nvSpPr>
          <p:spPr>
            <a:xfrm>
              <a:off x="4799595" y="5437458"/>
              <a:ext cx="11981298" cy="3571600"/>
            </a:xfrm>
            <a:custGeom>
              <a:avLst/>
              <a:pathLst>
                <a:path w="11981298" h="3571600">
                  <a:moveTo>
                    <a:pt x="0" y="3571600"/>
                  </a:moveTo>
                  <a:lnTo>
                    <a:pt x="1471387" y="3571600"/>
                  </a:lnTo>
                  <a:lnTo>
                    <a:pt x="1472538" y="3571536"/>
                  </a:lnTo>
                  <a:lnTo>
                    <a:pt x="1480103" y="3571078"/>
                  </a:lnTo>
                  <a:lnTo>
                    <a:pt x="1499167" y="3569814"/>
                  </a:lnTo>
                  <a:lnTo>
                    <a:pt x="1533235" y="3567326"/>
                  </a:lnTo>
                  <a:lnTo>
                    <a:pt x="1583983" y="3563228"/>
                  </a:lnTo>
                  <a:lnTo>
                    <a:pt x="1651126" y="3557205"/>
                  </a:lnTo>
                  <a:lnTo>
                    <a:pt x="1732586" y="3549043"/>
                  </a:lnTo>
                  <a:lnTo>
                    <a:pt x="1824962" y="3538636"/>
                  </a:lnTo>
                  <a:lnTo>
                    <a:pt x="1924192" y="3525966"/>
                  </a:lnTo>
                  <a:lnTo>
                    <a:pt x="2026222" y="3511071"/>
                  </a:lnTo>
                  <a:lnTo>
                    <a:pt x="2127522" y="3493998"/>
                  </a:lnTo>
                  <a:lnTo>
                    <a:pt x="2225364" y="3474772"/>
                  </a:lnTo>
                  <a:lnTo>
                    <a:pt x="2317906" y="3453360"/>
                  </a:lnTo>
                  <a:lnTo>
                    <a:pt x="2404112" y="3429658"/>
                  </a:lnTo>
                  <a:lnTo>
                    <a:pt x="2483603" y="3403484"/>
                  </a:lnTo>
                  <a:lnTo>
                    <a:pt x="2556485" y="3374574"/>
                  </a:lnTo>
                  <a:lnTo>
                    <a:pt x="2623195" y="3342589"/>
                  </a:lnTo>
                  <a:lnTo>
                    <a:pt x="2684373" y="3307125"/>
                  </a:lnTo>
                  <a:lnTo>
                    <a:pt x="2740770" y="3267734"/>
                  </a:lnTo>
                  <a:lnTo>
                    <a:pt x="2793177" y="3223960"/>
                  </a:lnTo>
                  <a:lnTo>
                    <a:pt x="2842375" y="3175400"/>
                  </a:lnTo>
                  <a:lnTo>
                    <a:pt x="2889083" y="3121800"/>
                  </a:lnTo>
                  <a:lnTo>
                    <a:pt x="2896531" y="3112550"/>
                  </a:lnTo>
                  <a:lnTo>
                    <a:pt x="2934633" y="3062153"/>
                  </a:lnTo>
                  <a:lnTo>
                    <a:pt x="2971765" y="3008006"/>
                  </a:lnTo>
                  <a:lnTo>
                    <a:pt x="3008196" y="2950033"/>
                  </a:lnTo>
                  <a:lnTo>
                    <a:pt x="3044140" y="2888221"/>
                  </a:lnTo>
                  <a:lnTo>
                    <a:pt x="3079768" y="2822627"/>
                  </a:lnTo>
                  <a:lnTo>
                    <a:pt x="3115212" y="2753385"/>
                  </a:lnTo>
                  <a:lnTo>
                    <a:pt x="3150571" y="2680708"/>
                  </a:lnTo>
                  <a:lnTo>
                    <a:pt x="3185914" y="2604892"/>
                  </a:lnTo>
                  <a:lnTo>
                    <a:pt x="3221286" y="2526312"/>
                  </a:lnTo>
                  <a:lnTo>
                    <a:pt x="3256708" y="2445420"/>
                  </a:lnTo>
                  <a:lnTo>
                    <a:pt x="3292184" y="2362729"/>
                  </a:lnTo>
                  <a:lnTo>
                    <a:pt x="3327704" y="2278810"/>
                  </a:lnTo>
                  <a:lnTo>
                    <a:pt x="3363247" y="2194268"/>
                  </a:lnTo>
                  <a:lnTo>
                    <a:pt x="3398791" y="2109727"/>
                  </a:lnTo>
                  <a:lnTo>
                    <a:pt x="3434311" y="2025812"/>
                  </a:lnTo>
                  <a:lnTo>
                    <a:pt x="3469786" y="1943128"/>
                  </a:lnTo>
                  <a:lnTo>
                    <a:pt x="3505208" y="1862244"/>
                  </a:lnTo>
                  <a:lnTo>
                    <a:pt x="3540579" y="1783676"/>
                  </a:lnTo>
                  <a:lnTo>
                    <a:pt x="3575923" y="1707872"/>
                  </a:lnTo>
                  <a:lnTo>
                    <a:pt x="3611282" y="1635210"/>
                  </a:lnTo>
                  <a:lnTo>
                    <a:pt x="3646727" y="1565983"/>
                  </a:lnTo>
                  <a:lnTo>
                    <a:pt x="3682356" y="1500405"/>
                  </a:lnTo>
                  <a:lnTo>
                    <a:pt x="3718301" y="1438609"/>
                  </a:lnTo>
                  <a:lnTo>
                    <a:pt x="3754734" y="1380653"/>
                  </a:lnTo>
                  <a:lnTo>
                    <a:pt x="3791870" y="1326522"/>
                  </a:lnTo>
                  <a:lnTo>
                    <a:pt x="3829811" y="1276349"/>
                  </a:lnTo>
                  <a:lnTo>
                    <a:pt x="3876174" y="1221919"/>
                  </a:lnTo>
                  <a:lnTo>
                    <a:pt x="3924918" y="1172546"/>
                  </a:lnTo>
                  <a:lnTo>
                    <a:pt x="3976748" y="1128014"/>
                  </a:lnTo>
                  <a:lnTo>
                    <a:pt x="4032438" y="1087937"/>
                  </a:lnTo>
                  <a:lnTo>
                    <a:pt x="4092780" y="1051862"/>
                  </a:lnTo>
                  <a:lnTo>
                    <a:pt x="4158537" y="1019336"/>
                  </a:lnTo>
                  <a:lnTo>
                    <a:pt x="4230373" y="989948"/>
                  </a:lnTo>
                  <a:lnTo>
                    <a:pt x="4308765" y="963347"/>
                  </a:lnTo>
                  <a:lnTo>
                    <a:pt x="4393884" y="939256"/>
                  </a:lnTo>
                  <a:lnTo>
                    <a:pt x="4485441" y="917479"/>
                  </a:lnTo>
                  <a:lnTo>
                    <a:pt x="4582520" y="897898"/>
                  </a:lnTo>
                  <a:lnTo>
                    <a:pt x="4683416" y="880473"/>
                  </a:lnTo>
                  <a:lnTo>
                    <a:pt x="4785550" y="865218"/>
                  </a:lnTo>
                  <a:lnTo>
                    <a:pt x="4885506" y="852181"/>
                  </a:lnTo>
                  <a:lnTo>
                    <a:pt x="4979288" y="841403"/>
                  </a:lnTo>
                  <a:lnTo>
                    <a:pt x="5062793" y="832879"/>
                  </a:lnTo>
                  <a:lnTo>
                    <a:pt x="5132463" y="826518"/>
                  </a:lnTo>
                  <a:lnTo>
                    <a:pt x="5185963" y="822124"/>
                  </a:lnTo>
                  <a:lnTo>
                    <a:pt x="5222697" y="819397"/>
                  </a:lnTo>
                  <a:lnTo>
                    <a:pt x="5244021" y="817961"/>
                  </a:lnTo>
                  <a:lnTo>
                    <a:pt x="5253158" y="817401"/>
                  </a:lnTo>
                  <a:lnTo>
                    <a:pt x="5254955" y="817299"/>
                  </a:lnTo>
                  <a:lnTo>
                    <a:pt x="6726343" y="817299"/>
                  </a:lnTo>
                  <a:lnTo>
                    <a:pt x="6727572" y="817279"/>
                  </a:lnTo>
                  <a:lnTo>
                    <a:pt x="6735642" y="817135"/>
                  </a:lnTo>
                  <a:lnTo>
                    <a:pt x="6755937" y="816738"/>
                  </a:lnTo>
                  <a:lnTo>
                    <a:pt x="6792101" y="815956"/>
                  </a:lnTo>
                  <a:lnTo>
                    <a:pt x="6845760" y="814669"/>
                  </a:lnTo>
                  <a:lnTo>
                    <a:pt x="6916401" y="812782"/>
                  </a:lnTo>
                  <a:lnTo>
                    <a:pt x="7001594" y="810232"/>
                  </a:lnTo>
                  <a:lnTo>
                    <a:pt x="7097554" y="806989"/>
                  </a:lnTo>
                  <a:lnTo>
                    <a:pt x="7199894" y="803052"/>
                  </a:lnTo>
                  <a:lnTo>
                    <a:pt x="7304354" y="798435"/>
                  </a:lnTo>
                  <a:lnTo>
                    <a:pt x="7407324" y="793151"/>
                  </a:lnTo>
                  <a:lnTo>
                    <a:pt x="7506115" y="787205"/>
                  </a:lnTo>
                  <a:lnTo>
                    <a:pt x="7598993" y="780581"/>
                  </a:lnTo>
                  <a:lnTo>
                    <a:pt x="7685066" y="773239"/>
                  </a:lnTo>
                  <a:lnTo>
                    <a:pt x="7764106" y="765115"/>
                  </a:lnTo>
                  <a:lnTo>
                    <a:pt x="7836358" y="756116"/>
                  </a:lnTo>
                  <a:lnTo>
                    <a:pt x="7902380" y="746130"/>
                  </a:lnTo>
                  <a:lnTo>
                    <a:pt x="7962910" y="735023"/>
                  </a:lnTo>
                  <a:lnTo>
                    <a:pt x="8018776" y="722651"/>
                  </a:lnTo>
                  <a:lnTo>
                    <a:pt x="8070826" y="708876"/>
                  </a:lnTo>
                  <a:lnTo>
                    <a:pt x="8119871" y="693587"/>
                  </a:lnTo>
                  <a:lnTo>
                    <a:pt x="8151487" y="682445"/>
                  </a:lnTo>
                  <a:lnTo>
                    <a:pt x="8203884" y="661690"/>
                  </a:lnTo>
                  <a:lnTo>
                    <a:pt x="8254628" y="638812"/>
                  </a:lnTo>
                  <a:lnTo>
                    <a:pt x="8304348" y="613781"/>
                  </a:lnTo>
                  <a:lnTo>
                    <a:pt x="8353499" y="586638"/>
                  </a:lnTo>
                  <a:lnTo>
                    <a:pt x="8402402" y="557509"/>
                  </a:lnTo>
                  <a:lnTo>
                    <a:pt x="8451263" y="526605"/>
                  </a:lnTo>
                  <a:lnTo>
                    <a:pt x="8500190" y="494222"/>
                  </a:lnTo>
                  <a:lnTo>
                    <a:pt x="8549219" y="460736"/>
                  </a:lnTo>
                  <a:lnTo>
                    <a:pt x="8598329" y="426580"/>
                  </a:lnTo>
                  <a:lnTo>
                    <a:pt x="8647464" y="392229"/>
                  </a:lnTo>
                  <a:lnTo>
                    <a:pt x="8696562" y="358168"/>
                  </a:lnTo>
                  <a:lnTo>
                    <a:pt x="8745571" y="324863"/>
                  </a:lnTo>
                  <a:lnTo>
                    <a:pt x="8794481" y="292741"/>
                  </a:lnTo>
                  <a:lnTo>
                    <a:pt x="8843338" y="262160"/>
                  </a:lnTo>
                  <a:lnTo>
                    <a:pt x="8892270" y="233403"/>
                  </a:lnTo>
                  <a:lnTo>
                    <a:pt x="8941503" y="206663"/>
                  </a:lnTo>
                  <a:lnTo>
                    <a:pt x="8991381" y="182049"/>
                  </a:lnTo>
                  <a:lnTo>
                    <a:pt x="9042391" y="159588"/>
                  </a:lnTo>
                  <a:lnTo>
                    <a:pt x="9084767" y="143027"/>
                  </a:lnTo>
                  <a:lnTo>
                    <a:pt x="9132207" y="126691"/>
                  </a:lnTo>
                  <a:lnTo>
                    <a:pt x="9182154" y="111909"/>
                  </a:lnTo>
                  <a:lnTo>
                    <a:pt x="9235365" y="98609"/>
                  </a:lnTo>
                  <a:lnTo>
                    <a:pt x="9292670" y="86668"/>
                  </a:lnTo>
                  <a:lnTo>
                    <a:pt x="9354915" y="75945"/>
                  </a:lnTo>
                  <a:lnTo>
                    <a:pt x="9422908" y="66297"/>
                  </a:lnTo>
                  <a:lnTo>
                    <a:pt x="9497340" y="57597"/>
                  </a:lnTo>
                  <a:lnTo>
                    <a:pt x="9578683" y="49738"/>
                  </a:lnTo>
                  <a:lnTo>
                    <a:pt x="9667045" y="42638"/>
                  </a:lnTo>
                  <a:lnTo>
                    <a:pt x="9762001" y="36240"/>
                  </a:lnTo>
                  <a:lnTo>
                    <a:pt x="9862402" y="30512"/>
                  </a:lnTo>
                  <a:lnTo>
                    <a:pt x="9966205" y="25446"/>
                  </a:lnTo>
                  <a:lnTo>
                    <a:pt x="10070406" y="21051"/>
                  </a:lnTo>
                  <a:lnTo>
                    <a:pt x="10171140" y="17341"/>
                  </a:lnTo>
                  <a:lnTo>
                    <a:pt x="10264034" y="14327"/>
                  </a:lnTo>
                  <a:lnTo>
                    <a:pt x="10344813" y="11999"/>
                  </a:lnTo>
                  <a:lnTo>
                    <a:pt x="10410059" y="10318"/>
                  </a:lnTo>
                  <a:lnTo>
                    <a:pt x="10457924" y="9209"/>
                  </a:lnTo>
                  <a:lnTo>
                    <a:pt x="10488593" y="8567"/>
                  </a:lnTo>
                  <a:lnTo>
                    <a:pt x="10504380" y="8268"/>
                  </a:lnTo>
                  <a:lnTo>
                    <a:pt x="10509531" y="8179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8681" y="20"/>
                  </a:lnTo>
                  <a:lnTo>
                    <a:pt x="10500611" y="163"/>
                  </a:lnTo>
                  <a:lnTo>
                    <a:pt x="10480316" y="561"/>
                  </a:lnTo>
                  <a:lnTo>
                    <a:pt x="10444152" y="1343"/>
                  </a:lnTo>
                  <a:lnTo>
                    <a:pt x="10390493" y="2630"/>
                  </a:lnTo>
                  <a:lnTo>
                    <a:pt x="10319852" y="4517"/>
                  </a:lnTo>
                  <a:lnTo>
                    <a:pt x="10234659" y="7067"/>
                  </a:lnTo>
                  <a:lnTo>
                    <a:pt x="10138699" y="10310"/>
                  </a:lnTo>
                  <a:lnTo>
                    <a:pt x="10036359" y="14247"/>
                  </a:lnTo>
                  <a:lnTo>
                    <a:pt x="9931900" y="18864"/>
                  </a:lnTo>
                  <a:lnTo>
                    <a:pt x="9828929" y="24148"/>
                  </a:lnTo>
                  <a:lnTo>
                    <a:pt x="9730138" y="30094"/>
                  </a:lnTo>
                  <a:lnTo>
                    <a:pt x="9637260" y="36718"/>
                  </a:lnTo>
                  <a:lnTo>
                    <a:pt x="9551187" y="44060"/>
                  </a:lnTo>
                  <a:lnTo>
                    <a:pt x="9472147" y="52184"/>
                  </a:lnTo>
                  <a:lnTo>
                    <a:pt x="9399895" y="61182"/>
                  </a:lnTo>
                  <a:lnTo>
                    <a:pt x="9333874" y="71169"/>
                  </a:lnTo>
                  <a:lnTo>
                    <a:pt x="9273344" y="82276"/>
                  </a:lnTo>
                  <a:lnTo>
                    <a:pt x="9217477" y="94648"/>
                  </a:lnTo>
                  <a:lnTo>
                    <a:pt x="9165427" y="108423"/>
                  </a:lnTo>
                  <a:lnTo>
                    <a:pt x="9116382" y="123712"/>
                  </a:lnTo>
                  <a:lnTo>
                    <a:pt x="9084767" y="134854"/>
                  </a:lnTo>
                  <a:lnTo>
                    <a:pt x="9032370" y="155609"/>
                  </a:lnTo>
                  <a:lnTo>
                    <a:pt x="8981625" y="178486"/>
                  </a:lnTo>
                  <a:lnTo>
                    <a:pt x="8931905" y="203518"/>
                  </a:lnTo>
                  <a:lnTo>
                    <a:pt x="8882754" y="230660"/>
                  </a:lnTo>
                  <a:lnTo>
                    <a:pt x="8833851" y="259790"/>
                  </a:lnTo>
                  <a:lnTo>
                    <a:pt x="8784991" y="290694"/>
                  </a:lnTo>
                  <a:lnTo>
                    <a:pt x="8736063" y="323077"/>
                  </a:lnTo>
                  <a:lnTo>
                    <a:pt x="8687034" y="356563"/>
                  </a:lnTo>
                  <a:lnTo>
                    <a:pt x="8637925" y="390719"/>
                  </a:lnTo>
                  <a:lnTo>
                    <a:pt x="8588789" y="425070"/>
                  </a:lnTo>
                  <a:lnTo>
                    <a:pt x="8539691" y="459131"/>
                  </a:lnTo>
                  <a:lnTo>
                    <a:pt x="8490682" y="492436"/>
                  </a:lnTo>
                  <a:lnTo>
                    <a:pt x="8441772" y="524558"/>
                  </a:lnTo>
                  <a:lnTo>
                    <a:pt x="8392915" y="555139"/>
                  </a:lnTo>
                  <a:lnTo>
                    <a:pt x="8343983" y="583896"/>
                  </a:lnTo>
                  <a:lnTo>
                    <a:pt x="8294750" y="610636"/>
                  </a:lnTo>
                  <a:lnTo>
                    <a:pt x="8244872" y="635250"/>
                  </a:lnTo>
                  <a:lnTo>
                    <a:pt x="8193862" y="657711"/>
                  </a:lnTo>
                  <a:lnTo>
                    <a:pt x="8151487" y="674272"/>
                  </a:lnTo>
                  <a:lnTo>
                    <a:pt x="8104046" y="690608"/>
                  </a:lnTo>
                  <a:lnTo>
                    <a:pt x="8054099" y="705390"/>
                  </a:lnTo>
                  <a:lnTo>
                    <a:pt x="8000888" y="718690"/>
                  </a:lnTo>
                  <a:lnTo>
                    <a:pt x="7943584" y="730630"/>
                  </a:lnTo>
                  <a:lnTo>
                    <a:pt x="7881338" y="741354"/>
                  </a:lnTo>
                  <a:lnTo>
                    <a:pt x="7813345" y="751002"/>
                  </a:lnTo>
                  <a:lnTo>
                    <a:pt x="7738913" y="759702"/>
                  </a:lnTo>
                  <a:lnTo>
                    <a:pt x="7657570" y="767560"/>
                  </a:lnTo>
                  <a:lnTo>
                    <a:pt x="7569208" y="774660"/>
                  </a:lnTo>
                  <a:lnTo>
                    <a:pt x="7474252" y="781059"/>
                  </a:lnTo>
                  <a:lnTo>
                    <a:pt x="7373851" y="786787"/>
                  </a:lnTo>
                  <a:lnTo>
                    <a:pt x="7270048" y="791852"/>
                  </a:lnTo>
                  <a:lnTo>
                    <a:pt x="7165847" y="796248"/>
                  </a:lnTo>
                  <a:lnTo>
                    <a:pt x="7065113" y="799958"/>
                  </a:lnTo>
                  <a:lnTo>
                    <a:pt x="6972220" y="802972"/>
                  </a:lnTo>
                  <a:lnTo>
                    <a:pt x="6891440" y="805300"/>
                  </a:lnTo>
                  <a:lnTo>
                    <a:pt x="6826194" y="806981"/>
                  </a:lnTo>
                  <a:lnTo>
                    <a:pt x="6778329" y="808090"/>
                  </a:lnTo>
                  <a:lnTo>
                    <a:pt x="6747660" y="808732"/>
                  </a:lnTo>
                  <a:lnTo>
                    <a:pt x="6731874" y="809031"/>
                  </a:lnTo>
                  <a:lnTo>
                    <a:pt x="6726722" y="809120"/>
                  </a:lnTo>
                  <a:lnTo>
                    <a:pt x="6726343" y="809126"/>
                  </a:lnTo>
                  <a:lnTo>
                    <a:pt x="5254955" y="809126"/>
                  </a:lnTo>
                  <a:lnTo>
                    <a:pt x="5253804" y="809190"/>
                  </a:lnTo>
                  <a:lnTo>
                    <a:pt x="5246239" y="809648"/>
                  </a:lnTo>
                  <a:lnTo>
                    <a:pt x="5227175" y="810912"/>
                  </a:lnTo>
                  <a:lnTo>
                    <a:pt x="5193107" y="813400"/>
                  </a:lnTo>
                  <a:lnTo>
                    <a:pt x="5142359" y="817498"/>
                  </a:lnTo>
                  <a:lnTo>
                    <a:pt x="5075216" y="823521"/>
                  </a:lnTo>
                  <a:lnTo>
                    <a:pt x="4993756" y="831683"/>
                  </a:lnTo>
                  <a:lnTo>
                    <a:pt x="4901380" y="842090"/>
                  </a:lnTo>
                  <a:lnTo>
                    <a:pt x="4802150" y="854760"/>
                  </a:lnTo>
                  <a:lnTo>
                    <a:pt x="4700120" y="869655"/>
                  </a:lnTo>
                  <a:lnTo>
                    <a:pt x="4598821" y="886728"/>
                  </a:lnTo>
                  <a:lnTo>
                    <a:pt x="4500978" y="905954"/>
                  </a:lnTo>
                  <a:lnTo>
                    <a:pt x="4408436" y="927366"/>
                  </a:lnTo>
                  <a:lnTo>
                    <a:pt x="4322230" y="951068"/>
                  </a:lnTo>
                  <a:lnTo>
                    <a:pt x="4242739" y="977242"/>
                  </a:lnTo>
                  <a:lnTo>
                    <a:pt x="4169857" y="1006152"/>
                  </a:lnTo>
                  <a:lnTo>
                    <a:pt x="4103147" y="1038137"/>
                  </a:lnTo>
                  <a:lnTo>
                    <a:pt x="4041970" y="1073601"/>
                  </a:lnTo>
                  <a:lnTo>
                    <a:pt x="3985573" y="1112992"/>
                  </a:lnTo>
                  <a:lnTo>
                    <a:pt x="3933165" y="1156766"/>
                  </a:lnTo>
                  <a:lnTo>
                    <a:pt x="3883967" y="1205326"/>
                  </a:lnTo>
                  <a:lnTo>
                    <a:pt x="3837259" y="1258926"/>
                  </a:lnTo>
                  <a:lnTo>
                    <a:pt x="3829811" y="1268176"/>
                  </a:lnTo>
                  <a:lnTo>
                    <a:pt x="3791709" y="1318573"/>
                  </a:lnTo>
                  <a:lnTo>
                    <a:pt x="3754577" y="1372720"/>
                  </a:lnTo>
                  <a:lnTo>
                    <a:pt x="3718146" y="1430693"/>
                  </a:lnTo>
                  <a:lnTo>
                    <a:pt x="3682202" y="1492505"/>
                  </a:lnTo>
                  <a:lnTo>
                    <a:pt x="3646574" y="1558099"/>
                  </a:lnTo>
                  <a:lnTo>
                    <a:pt x="3611130" y="1627341"/>
                  </a:lnTo>
                  <a:lnTo>
                    <a:pt x="3575771" y="1700018"/>
                  </a:lnTo>
                  <a:lnTo>
                    <a:pt x="3540428" y="1775834"/>
                  </a:lnTo>
                  <a:lnTo>
                    <a:pt x="3505056" y="1854414"/>
                  </a:lnTo>
                  <a:lnTo>
                    <a:pt x="3469634" y="1935306"/>
                  </a:lnTo>
                  <a:lnTo>
                    <a:pt x="3434158" y="2017997"/>
                  </a:lnTo>
                  <a:lnTo>
                    <a:pt x="3398639" y="2101916"/>
                  </a:lnTo>
                  <a:lnTo>
                    <a:pt x="3363095" y="2186458"/>
                  </a:lnTo>
                  <a:lnTo>
                    <a:pt x="3327551" y="2270999"/>
                  </a:lnTo>
                  <a:lnTo>
                    <a:pt x="3292032" y="2354914"/>
                  </a:lnTo>
                  <a:lnTo>
                    <a:pt x="3256556" y="2437598"/>
                  </a:lnTo>
                  <a:lnTo>
                    <a:pt x="3221134" y="2518482"/>
                  </a:lnTo>
                  <a:lnTo>
                    <a:pt x="3185763" y="2597050"/>
                  </a:lnTo>
                  <a:lnTo>
                    <a:pt x="3150419" y="2672854"/>
                  </a:lnTo>
                  <a:lnTo>
                    <a:pt x="3115060" y="2745517"/>
                  </a:lnTo>
                  <a:lnTo>
                    <a:pt x="3079615" y="2814744"/>
                  </a:lnTo>
                  <a:lnTo>
                    <a:pt x="3043986" y="2880321"/>
                  </a:lnTo>
                  <a:lnTo>
                    <a:pt x="3008041" y="2942117"/>
                  </a:lnTo>
                  <a:lnTo>
                    <a:pt x="2971608" y="3000073"/>
                  </a:lnTo>
                  <a:lnTo>
                    <a:pt x="2934472" y="3054204"/>
                  </a:lnTo>
                  <a:lnTo>
                    <a:pt x="2896531" y="3104377"/>
                  </a:lnTo>
                  <a:lnTo>
                    <a:pt x="2850168" y="3158807"/>
                  </a:lnTo>
                  <a:lnTo>
                    <a:pt x="2801425" y="3208181"/>
                  </a:lnTo>
                  <a:lnTo>
                    <a:pt x="2749594" y="3252712"/>
                  </a:lnTo>
                  <a:lnTo>
                    <a:pt x="2693904" y="3292789"/>
                  </a:lnTo>
                  <a:lnTo>
                    <a:pt x="2633562" y="3328864"/>
                  </a:lnTo>
                  <a:lnTo>
                    <a:pt x="2567805" y="3361390"/>
                  </a:lnTo>
                  <a:lnTo>
                    <a:pt x="2495969" y="3390778"/>
                  </a:lnTo>
                  <a:lnTo>
                    <a:pt x="2417577" y="3417379"/>
                  </a:lnTo>
                  <a:lnTo>
                    <a:pt x="2332458" y="3441470"/>
                  </a:lnTo>
                  <a:lnTo>
                    <a:pt x="2240901" y="3463248"/>
                  </a:lnTo>
                  <a:lnTo>
                    <a:pt x="2143823" y="3482828"/>
                  </a:lnTo>
                  <a:lnTo>
                    <a:pt x="2042926" y="3500253"/>
                  </a:lnTo>
                  <a:lnTo>
                    <a:pt x="1940792" y="3515508"/>
                  </a:lnTo>
                  <a:lnTo>
                    <a:pt x="1840836" y="3528545"/>
                  </a:lnTo>
                  <a:lnTo>
                    <a:pt x="1747054" y="3539323"/>
                  </a:lnTo>
                  <a:lnTo>
                    <a:pt x="1663549" y="3547847"/>
                  </a:lnTo>
                  <a:lnTo>
                    <a:pt x="1593879" y="3554208"/>
                  </a:lnTo>
                  <a:lnTo>
                    <a:pt x="1540379" y="3558602"/>
                  </a:lnTo>
                  <a:lnTo>
                    <a:pt x="1503645" y="3561329"/>
                  </a:lnTo>
                  <a:lnTo>
                    <a:pt x="1482321" y="3562765"/>
                  </a:lnTo>
                  <a:lnTo>
                    <a:pt x="1473184" y="3563325"/>
                  </a:lnTo>
                  <a:lnTo>
                    <a:pt x="1471387" y="3563427"/>
                  </a:lnTo>
                  <a:lnTo>
                    <a:pt x="0" y="3563427"/>
                  </a:lnTo>
                  <a:close/>
                </a:path>
              </a:pathLst>
            </a:custGeom>
            <a:solidFill>
              <a:srgbClr val="E78AC3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389" name="pl1389"/>
            <p:cNvSpPr/>
            <p:nvPr/>
          </p:nvSpPr>
          <p:spPr>
            <a:xfrm>
              <a:off x="4799595" y="5445631"/>
              <a:ext cx="11981298" cy="3563427"/>
            </a:xfrm>
            <a:custGeom>
              <a:avLst/>
              <a:pathLst>
                <a:path w="11981298" h="3563427">
                  <a:moveTo>
                    <a:pt x="0" y="3563427"/>
                  </a:moveTo>
                  <a:lnTo>
                    <a:pt x="1471387" y="3563427"/>
                  </a:lnTo>
                  <a:lnTo>
                    <a:pt x="1472538" y="3563363"/>
                  </a:lnTo>
                  <a:lnTo>
                    <a:pt x="1480103" y="3562905"/>
                  </a:lnTo>
                  <a:lnTo>
                    <a:pt x="1499167" y="3561641"/>
                  </a:lnTo>
                  <a:lnTo>
                    <a:pt x="1533235" y="3559153"/>
                  </a:lnTo>
                  <a:lnTo>
                    <a:pt x="1583983" y="3555055"/>
                  </a:lnTo>
                  <a:lnTo>
                    <a:pt x="1651126" y="3549032"/>
                  </a:lnTo>
                  <a:lnTo>
                    <a:pt x="1732586" y="3540870"/>
                  </a:lnTo>
                  <a:lnTo>
                    <a:pt x="1824962" y="3530463"/>
                  </a:lnTo>
                  <a:lnTo>
                    <a:pt x="1924192" y="3517793"/>
                  </a:lnTo>
                  <a:lnTo>
                    <a:pt x="2026222" y="3502898"/>
                  </a:lnTo>
                  <a:lnTo>
                    <a:pt x="2127522" y="3485825"/>
                  </a:lnTo>
                  <a:lnTo>
                    <a:pt x="2225364" y="3466599"/>
                  </a:lnTo>
                  <a:lnTo>
                    <a:pt x="2317906" y="3445187"/>
                  </a:lnTo>
                  <a:lnTo>
                    <a:pt x="2404112" y="3421485"/>
                  </a:lnTo>
                  <a:lnTo>
                    <a:pt x="2483603" y="3395311"/>
                  </a:lnTo>
                  <a:lnTo>
                    <a:pt x="2556485" y="3366401"/>
                  </a:lnTo>
                  <a:lnTo>
                    <a:pt x="2623195" y="3334416"/>
                  </a:lnTo>
                  <a:lnTo>
                    <a:pt x="2684373" y="3298952"/>
                  </a:lnTo>
                  <a:lnTo>
                    <a:pt x="2740770" y="3259561"/>
                  </a:lnTo>
                  <a:lnTo>
                    <a:pt x="2793177" y="3215787"/>
                  </a:lnTo>
                  <a:lnTo>
                    <a:pt x="2842375" y="3167227"/>
                  </a:lnTo>
                  <a:lnTo>
                    <a:pt x="2889083" y="3113627"/>
                  </a:lnTo>
                  <a:lnTo>
                    <a:pt x="2896531" y="3104377"/>
                  </a:lnTo>
                  <a:lnTo>
                    <a:pt x="2934633" y="3053980"/>
                  </a:lnTo>
                  <a:lnTo>
                    <a:pt x="2971765" y="2999833"/>
                  </a:lnTo>
                  <a:lnTo>
                    <a:pt x="3008196" y="2941860"/>
                  </a:lnTo>
                  <a:lnTo>
                    <a:pt x="3044140" y="2880048"/>
                  </a:lnTo>
                  <a:lnTo>
                    <a:pt x="3079768" y="2814454"/>
                  </a:lnTo>
                  <a:lnTo>
                    <a:pt x="3115212" y="2745212"/>
                  </a:lnTo>
                  <a:lnTo>
                    <a:pt x="3150571" y="2672535"/>
                  </a:lnTo>
                  <a:lnTo>
                    <a:pt x="3185914" y="2596719"/>
                  </a:lnTo>
                  <a:lnTo>
                    <a:pt x="3221286" y="2518139"/>
                  </a:lnTo>
                  <a:lnTo>
                    <a:pt x="3256708" y="2437247"/>
                  </a:lnTo>
                  <a:lnTo>
                    <a:pt x="3292184" y="2354556"/>
                  </a:lnTo>
                  <a:lnTo>
                    <a:pt x="3327704" y="2270637"/>
                  </a:lnTo>
                  <a:lnTo>
                    <a:pt x="3363247" y="2186095"/>
                  </a:lnTo>
                  <a:lnTo>
                    <a:pt x="3398791" y="2101554"/>
                  </a:lnTo>
                  <a:lnTo>
                    <a:pt x="3434311" y="2017639"/>
                  </a:lnTo>
                  <a:lnTo>
                    <a:pt x="3469786" y="1934955"/>
                  </a:lnTo>
                  <a:lnTo>
                    <a:pt x="3505208" y="1854071"/>
                  </a:lnTo>
                  <a:lnTo>
                    <a:pt x="3540579" y="1775503"/>
                  </a:lnTo>
                  <a:lnTo>
                    <a:pt x="3575923" y="1699699"/>
                  </a:lnTo>
                  <a:lnTo>
                    <a:pt x="3611282" y="1627037"/>
                  </a:lnTo>
                  <a:lnTo>
                    <a:pt x="3646727" y="1557810"/>
                  </a:lnTo>
                  <a:lnTo>
                    <a:pt x="3682356" y="1492232"/>
                  </a:lnTo>
                  <a:lnTo>
                    <a:pt x="3718301" y="1430436"/>
                  </a:lnTo>
                  <a:lnTo>
                    <a:pt x="3754734" y="1372480"/>
                  </a:lnTo>
                  <a:lnTo>
                    <a:pt x="3791870" y="1318349"/>
                  </a:lnTo>
                  <a:lnTo>
                    <a:pt x="3829811" y="1268176"/>
                  </a:lnTo>
                  <a:lnTo>
                    <a:pt x="3876174" y="1213746"/>
                  </a:lnTo>
                  <a:lnTo>
                    <a:pt x="3924918" y="1164373"/>
                  </a:lnTo>
                  <a:lnTo>
                    <a:pt x="3976748" y="1119841"/>
                  </a:lnTo>
                  <a:lnTo>
                    <a:pt x="4032438" y="1079764"/>
                  </a:lnTo>
                  <a:lnTo>
                    <a:pt x="4092780" y="1043689"/>
                  </a:lnTo>
                  <a:lnTo>
                    <a:pt x="4158537" y="1011163"/>
                  </a:lnTo>
                  <a:lnTo>
                    <a:pt x="4230373" y="981775"/>
                  </a:lnTo>
                  <a:lnTo>
                    <a:pt x="4308765" y="955174"/>
                  </a:lnTo>
                  <a:lnTo>
                    <a:pt x="4393884" y="931083"/>
                  </a:lnTo>
                  <a:lnTo>
                    <a:pt x="4485441" y="909306"/>
                  </a:lnTo>
                  <a:lnTo>
                    <a:pt x="4582520" y="889725"/>
                  </a:lnTo>
                  <a:lnTo>
                    <a:pt x="4683416" y="872300"/>
                  </a:lnTo>
                  <a:lnTo>
                    <a:pt x="4785550" y="857045"/>
                  </a:lnTo>
                  <a:lnTo>
                    <a:pt x="4885506" y="844008"/>
                  </a:lnTo>
                  <a:lnTo>
                    <a:pt x="4979288" y="833230"/>
                  </a:lnTo>
                  <a:lnTo>
                    <a:pt x="5062793" y="824706"/>
                  </a:lnTo>
                  <a:lnTo>
                    <a:pt x="5132463" y="818345"/>
                  </a:lnTo>
                  <a:lnTo>
                    <a:pt x="5185963" y="813951"/>
                  </a:lnTo>
                  <a:lnTo>
                    <a:pt x="5222697" y="811224"/>
                  </a:lnTo>
                  <a:lnTo>
                    <a:pt x="5244021" y="809788"/>
                  </a:lnTo>
                  <a:lnTo>
                    <a:pt x="5253158" y="809228"/>
                  </a:lnTo>
                  <a:lnTo>
                    <a:pt x="5254950" y="809127"/>
                  </a:lnTo>
                  <a:lnTo>
                    <a:pt x="5254955" y="809126"/>
                  </a:lnTo>
                  <a:lnTo>
                    <a:pt x="6726343" y="809126"/>
                  </a:lnTo>
                  <a:lnTo>
                    <a:pt x="6727572" y="809106"/>
                  </a:lnTo>
                  <a:lnTo>
                    <a:pt x="6735642" y="808962"/>
                  </a:lnTo>
                  <a:lnTo>
                    <a:pt x="6755937" y="808565"/>
                  </a:lnTo>
                  <a:lnTo>
                    <a:pt x="6792101" y="807783"/>
                  </a:lnTo>
                  <a:lnTo>
                    <a:pt x="6845760" y="806496"/>
                  </a:lnTo>
                  <a:lnTo>
                    <a:pt x="6916401" y="804609"/>
                  </a:lnTo>
                  <a:lnTo>
                    <a:pt x="7001594" y="802059"/>
                  </a:lnTo>
                  <a:lnTo>
                    <a:pt x="7097554" y="798816"/>
                  </a:lnTo>
                  <a:lnTo>
                    <a:pt x="7199894" y="794879"/>
                  </a:lnTo>
                  <a:lnTo>
                    <a:pt x="7304354" y="790262"/>
                  </a:lnTo>
                  <a:lnTo>
                    <a:pt x="7407324" y="784978"/>
                  </a:lnTo>
                  <a:lnTo>
                    <a:pt x="7506115" y="779032"/>
                  </a:lnTo>
                  <a:lnTo>
                    <a:pt x="7598993" y="772408"/>
                  </a:lnTo>
                  <a:lnTo>
                    <a:pt x="7685066" y="765066"/>
                  </a:lnTo>
                  <a:lnTo>
                    <a:pt x="7764106" y="756942"/>
                  </a:lnTo>
                  <a:lnTo>
                    <a:pt x="7836358" y="747943"/>
                  </a:lnTo>
                  <a:lnTo>
                    <a:pt x="7902380" y="737957"/>
                  </a:lnTo>
                  <a:lnTo>
                    <a:pt x="7962910" y="726850"/>
                  </a:lnTo>
                  <a:lnTo>
                    <a:pt x="8018776" y="714478"/>
                  </a:lnTo>
                  <a:lnTo>
                    <a:pt x="8070826" y="700703"/>
                  </a:lnTo>
                  <a:lnTo>
                    <a:pt x="8119871" y="685414"/>
                  </a:lnTo>
                  <a:lnTo>
                    <a:pt x="8151487" y="674272"/>
                  </a:lnTo>
                  <a:lnTo>
                    <a:pt x="8203884" y="653517"/>
                  </a:lnTo>
                  <a:lnTo>
                    <a:pt x="8254628" y="630639"/>
                  </a:lnTo>
                  <a:lnTo>
                    <a:pt x="8304348" y="605608"/>
                  </a:lnTo>
                  <a:lnTo>
                    <a:pt x="8353499" y="578465"/>
                  </a:lnTo>
                  <a:lnTo>
                    <a:pt x="8402402" y="549336"/>
                  </a:lnTo>
                  <a:lnTo>
                    <a:pt x="8451263" y="518432"/>
                  </a:lnTo>
                  <a:lnTo>
                    <a:pt x="8500190" y="486049"/>
                  </a:lnTo>
                  <a:lnTo>
                    <a:pt x="8549219" y="452563"/>
                  </a:lnTo>
                  <a:lnTo>
                    <a:pt x="8598329" y="418407"/>
                  </a:lnTo>
                  <a:lnTo>
                    <a:pt x="8647464" y="384056"/>
                  </a:lnTo>
                  <a:lnTo>
                    <a:pt x="8696562" y="349995"/>
                  </a:lnTo>
                  <a:lnTo>
                    <a:pt x="8745571" y="316690"/>
                  </a:lnTo>
                  <a:lnTo>
                    <a:pt x="8794481" y="284568"/>
                  </a:lnTo>
                  <a:lnTo>
                    <a:pt x="8843338" y="253987"/>
                  </a:lnTo>
                  <a:lnTo>
                    <a:pt x="8892270" y="225230"/>
                  </a:lnTo>
                  <a:lnTo>
                    <a:pt x="8941503" y="198490"/>
                  </a:lnTo>
                  <a:lnTo>
                    <a:pt x="8991381" y="173876"/>
                  </a:lnTo>
                  <a:lnTo>
                    <a:pt x="9042391" y="151415"/>
                  </a:lnTo>
                  <a:lnTo>
                    <a:pt x="9084767" y="134854"/>
                  </a:lnTo>
                  <a:lnTo>
                    <a:pt x="9132207" y="118518"/>
                  </a:lnTo>
                  <a:lnTo>
                    <a:pt x="9182154" y="103736"/>
                  </a:lnTo>
                  <a:lnTo>
                    <a:pt x="9235365" y="90436"/>
                  </a:lnTo>
                  <a:lnTo>
                    <a:pt x="9292670" y="78495"/>
                  </a:lnTo>
                  <a:lnTo>
                    <a:pt x="9354915" y="67772"/>
                  </a:lnTo>
                  <a:lnTo>
                    <a:pt x="9422908" y="58124"/>
                  </a:lnTo>
                  <a:lnTo>
                    <a:pt x="9497340" y="49424"/>
                  </a:lnTo>
                  <a:lnTo>
                    <a:pt x="9578683" y="41565"/>
                  </a:lnTo>
                  <a:lnTo>
                    <a:pt x="9667045" y="34465"/>
                  </a:lnTo>
                  <a:lnTo>
                    <a:pt x="9762001" y="28067"/>
                  </a:lnTo>
                  <a:lnTo>
                    <a:pt x="9862402" y="22339"/>
                  </a:lnTo>
                  <a:lnTo>
                    <a:pt x="9966205" y="17273"/>
                  </a:lnTo>
                  <a:lnTo>
                    <a:pt x="10070406" y="12878"/>
                  </a:lnTo>
                  <a:lnTo>
                    <a:pt x="10171140" y="9168"/>
                  </a:lnTo>
                  <a:lnTo>
                    <a:pt x="10264034" y="6154"/>
                  </a:lnTo>
                  <a:lnTo>
                    <a:pt x="10344813" y="3826"/>
                  </a:lnTo>
                  <a:lnTo>
                    <a:pt x="10410059" y="2145"/>
                  </a:lnTo>
                  <a:lnTo>
                    <a:pt x="10457924" y="1036"/>
                  </a:lnTo>
                  <a:lnTo>
                    <a:pt x="10488593" y="394"/>
                  </a:lnTo>
                  <a:lnTo>
                    <a:pt x="10504380" y="95"/>
                  </a:lnTo>
                  <a:lnTo>
                    <a:pt x="10509531" y="6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90" name="pl1390"/>
            <p:cNvSpPr/>
            <p:nvPr/>
          </p:nvSpPr>
          <p:spPr>
            <a:xfrm>
              <a:off x="4799595" y="5437458"/>
              <a:ext cx="11981298" cy="3563427"/>
            </a:xfrm>
            <a:custGeom>
              <a:avLst/>
              <a:pathLst>
                <a:path w="11981298" h="3563427">
                  <a:moveTo>
                    <a:pt x="11981298" y="0"/>
                  </a:moveTo>
                  <a:lnTo>
                    <a:pt x="10509911" y="0"/>
                  </a:lnTo>
                  <a:lnTo>
                    <a:pt x="10508681" y="20"/>
                  </a:lnTo>
                  <a:lnTo>
                    <a:pt x="10500611" y="163"/>
                  </a:lnTo>
                  <a:lnTo>
                    <a:pt x="10480316" y="561"/>
                  </a:lnTo>
                  <a:lnTo>
                    <a:pt x="10444152" y="1343"/>
                  </a:lnTo>
                  <a:lnTo>
                    <a:pt x="10390493" y="2630"/>
                  </a:lnTo>
                  <a:lnTo>
                    <a:pt x="10319852" y="4517"/>
                  </a:lnTo>
                  <a:lnTo>
                    <a:pt x="10234659" y="7067"/>
                  </a:lnTo>
                  <a:lnTo>
                    <a:pt x="10138699" y="10310"/>
                  </a:lnTo>
                  <a:lnTo>
                    <a:pt x="10036359" y="14247"/>
                  </a:lnTo>
                  <a:lnTo>
                    <a:pt x="9931900" y="18864"/>
                  </a:lnTo>
                  <a:lnTo>
                    <a:pt x="9828929" y="24148"/>
                  </a:lnTo>
                  <a:lnTo>
                    <a:pt x="9730138" y="30094"/>
                  </a:lnTo>
                  <a:lnTo>
                    <a:pt x="9637260" y="36718"/>
                  </a:lnTo>
                  <a:lnTo>
                    <a:pt x="9551187" y="44060"/>
                  </a:lnTo>
                  <a:lnTo>
                    <a:pt x="9472147" y="52184"/>
                  </a:lnTo>
                  <a:lnTo>
                    <a:pt x="9399895" y="61182"/>
                  </a:lnTo>
                  <a:lnTo>
                    <a:pt x="9333874" y="71169"/>
                  </a:lnTo>
                  <a:lnTo>
                    <a:pt x="9273344" y="82276"/>
                  </a:lnTo>
                  <a:lnTo>
                    <a:pt x="9217477" y="94648"/>
                  </a:lnTo>
                  <a:lnTo>
                    <a:pt x="9165427" y="108423"/>
                  </a:lnTo>
                  <a:lnTo>
                    <a:pt x="9116382" y="123712"/>
                  </a:lnTo>
                  <a:lnTo>
                    <a:pt x="9084767" y="134854"/>
                  </a:lnTo>
                  <a:lnTo>
                    <a:pt x="9032370" y="155609"/>
                  </a:lnTo>
                  <a:lnTo>
                    <a:pt x="8981625" y="178486"/>
                  </a:lnTo>
                  <a:lnTo>
                    <a:pt x="8931905" y="203518"/>
                  </a:lnTo>
                  <a:lnTo>
                    <a:pt x="8882754" y="230660"/>
                  </a:lnTo>
                  <a:lnTo>
                    <a:pt x="8833851" y="259790"/>
                  </a:lnTo>
                  <a:lnTo>
                    <a:pt x="8784991" y="290694"/>
                  </a:lnTo>
                  <a:lnTo>
                    <a:pt x="8736063" y="323077"/>
                  </a:lnTo>
                  <a:lnTo>
                    <a:pt x="8687034" y="356563"/>
                  </a:lnTo>
                  <a:lnTo>
                    <a:pt x="8637925" y="390719"/>
                  </a:lnTo>
                  <a:lnTo>
                    <a:pt x="8588789" y="425070"/>
                  </a:lnTo>
                  <a:lnTo>
                    <a:pt x="8539691" y="459131"/>
                  </a:lnTo>
                  <a:lnTo>
                    <a:pt x="8490682" y="492436"/>
                  </a:lnTo>
                  <a:lnTo>
                    <a:pt x="8441772" y="524558"/>
                  </a:lnTo>
                  <a:lnTo>
                    <a:pt x="8392915" y="555139"/>
                  </a:lnTo>
                  <a:lnTo>
                    <a:pt x="8343983" y="583896"/>
                  </a:lnTo>
                  <a:lnTo>
                    <a:pt x="8294750" y="610636"/>
                  </a:lnTo>
                  <a:lnTo>
                    <a:pt x="8244872" y="635250"/>
                  </a:lnTo>
                  <a:lnTo>
                    <a:pt x="8193862" y="657711"/>
                  </a:lnTo>
                  <a:lnTo>
                    <a:pt x="8151487" y="674272"/>
                  </a:lnTo>
                  <a:lnTo>
                    <a:pt x="8104046" y="690608"/>
                  </a:lnTo>
                  <a:lnTo>
                    <a:pt x="8054099" y="705390"/>
                  </a:lnTo>
                  <a:lnTo>
                    <a:pt x="8000888" y="718690"/>
                  </a:lnTo>
                  <a:lnTo>
                    <a:pt x="7943584" y="730630"/>
                  </a:lnTo>
                  <a:lnTo>
                    <a:pt x="7881338" y="741354"/>
                  </a:lnTo>
                  <a:lnTo>
                    <a:pt x="7813345" y="751002"/>
                  </a:lnTo>
                  <a:lnTo>
                    <a:pt x="7738913" y="759702"/>
                  </a:lnTo>
                  <a:lnTo>
                    <a:pt x="7657570" y="767560"/>
                  </a:lnTo>
                  <a:lnTo>
                    <a:pt x="7569208" y="774660"/>
                  </a:lnTo>
                  <a:lnTo>
                    <a:pt x="7474252" y="781059"/>
                  </a:lnTo>
                  <a:lnTo>
                    <a:pt x="7373851" y="786787"/>
                  </a:lnTo>
                  <a:lnTo>
                    <a:pt x="7270048" y="791852"/>
                  </a:lnTo>
                  <a:lnTo>
                    <a:pt x="7165847" y="796248"/>
                  </a:lnTo>
                  <a:lnTo>
                    <a:pt x="7065113" y="799958"/>
                  </a:lnTo>
                  <a:lnTo>
                    <a:pt x="6972220" y="802972"/>
                  </a:lnTo>
                  <a:lnTo>
                    <a:pt x="6891440" y="805300"/>
                  </a:lnTo>
                  <a:lnTo>
                    <a:pt x="6826194" y="806981"/>
                  </a:lnTo>
                  <a:lnTo>
                    <a:pt x="6778329" y="808090"/>
                  </a:lnTo>
                  <a:lnTo>
                    <a:pt x="6747660" y="808732"/>
                  </a:lnTo>
                  <a:lnTo>
                    <a:pt x="6731874" y="809031"/>
                  </a:lnTo>
                  <a:lnTo>
                    <a:pt x="6726722" y="809120"/>
                  </a:lnTo>
                  <a:lnTo>
                    <a:pt x="6726343" y="809126"/>
                  </a:lnTo>
                  <a:lnTo>
                    <a:pt x="5254955" y="809126"/>
                  </a:lnTo>
                  <a:lnTo>
                    <a:pt x="5253804" y="809190"/>
                  </a:lnTo>
                  <a:lnTo>
                    <a:pt x="5246239" y="809648"/>
                  </a:lnTo>
                  <a:lnTo>
                    <a:pt x="5227175" y="810912"/>
                  </a:lnTo>
                  <a:lnTo>
                    <a:pt x="5193107" y="813400"/>
                  </a:lnTo>
                  <a:lnTo>
                    <a:pt x="5142359" y="817498"/>
                  </a:lnTo>
                  <a:lnTo>
                    <a:pt x="5075216" y="823521"/>
                  </a:lnTo>
                  <a:lnTo>
                    <a:pt x="4993756" y="831683"/>
                  </a:lnTo>
                  <a:lnTo>
                    <a:pt x="4901380" y="842090"/>
                  </a:lnTo>
                  <a:lnTo>
                    <a:pt x="4802150" y="854760"/>
                  </a:lnTo>
                  <a:lnTo>
                    <a:pt x="4700120" y="869655"/>
                  </a:lnTo>
                  <a:lnTo>
                    <a:pt x="4598821" y="886728"/>
                  </a:lnTo>
                  <a:lnTo>
                    <a:pt x="4500978" y="905954"/>
                  </a:lnTo>
                  <a:lnTo>
                    <a:pt x="4408436" y="927366"/>
                  </a:lnTo>
                  <a:lnTo>
                    <a:pt x="4322230" y="951068"/>
                  </a:lnTo>
                  <a:lnTo>
                    <a:pt x="4242739" y="977242"/>
                  </a:lnTo>
                  <a:lnTo>
                    <a:pt x="4169857" y="1006152"/>
                  </a:lnTo>
                  <a:lnTo>
                    <a:pt x="4103147" y="1038137"/>
                  </a:lnTo>
                  <a:lnTo>
                    <a:pt x="4041970" y="1073601"/>
                  </a:lnTo>
                  <a:lnTo>
                    <a:pt x="3985573" y="1112992"/>
                  </a:lnTo>
                  <a:lnTo>
                    <a:pt x="3933165" y="1156766"/>
                  </a:lnTo>
                  <a:lnTo>
                    <a:pt x="3883967" y="1205326"/>
                  </a:lnTo>
                  <a:lnTo>
                    <a:pt x="3837259" y="1258926"/>
                  </a:lnTo>
                  <a:lnTo>
                    <a:pt x="3829811" y="1268176"/>
                  </a:lnTo>
                  <a:lnTo>
                    <a:pt x="3791709" y="1318573"/>
                  </a:lnTo>
                  <a:lnTo>
                    <a:pt x="3754577" y="1372720"/>
                  </a:lnTo>
                  <a:lnTo>
                    <a:pt x="3718146" y="1430693"/>
                  </a:lnTo>
                  <a:lnTo>
                    <a:pt x="3682202" y="1492505"/>
                  </a:lnTo>
                  <a:lnTo>
                    <a:pt x="3646574" y="1558099"/>
                  </a:lnTo>
                  <a:lnTo>
                    <a:pt x="3611130" y="1627341"/>
                  </a:lnTo>
                  <a:lnTo>
                    <a:pt x="3575771" y="1700018"/>
                  </a:lnTo>
                  <a:lnTo>
                    <a:pt x="3540428" y="1775834"/>
                  </a:lnTo>
                  <a:lnTo>
                    <a:pt x="3505056" y="1854414"/>
                  </a:lnTo>
                  <a:lnTo>
                    <a:pt x="3469634" y="1935306"/>
                  </a:lnTo>
                  <a:lnTo>
                    <a:pt x="3434158" y="2017997"/>
                  </a:lnTo>
                  <a:lnTo>
                    <a:pt x="3398639" y="2101916"/>
                  </a:lnTo>
                  <a:lnTo>
                    <a:pt x="3363095" y="2186458"/>
                  </a:lnTo>
                  <a:lnTo>
                    <a:pt x="3327551" y="2270999"/>
                  </a:lnTo>
                  <a:lnTo>
                    <a:pt x="3292032" y="2354914"/>
                  </a:lnTo>
                  <a:lnTo>
                    <a:pt x="3256556" y="2437598"/>
                  </a:lnTo>
                  <a:lnTo>
                    <a:pt x="3221134" y="2518482"/>
                  </a:lnTo>
                  <a:lnTo>
                    <a:pt x="3185763" y="2597050"/>
                  </a:lnTo>
                  <a:lnTo>
                    <a:pt x="3150419" y="2672854"/>
                  </a:lnTo>
                  <a:lnTo>
                    <a:pt x="3115060" y="2745517"/>
                  </a:lnTo>
                  <a:lnTo>
                    <a:pt x="3079615" y="2814744"/>
                  </a:lnTo>
                  <a:lnTo>
                    <a:pt x="3043986" y="2880321"/>
                  </a:lnTo>
                  <a:lnTo>
                    <a:pt x="3008041" y="2942117"/>
                  </a:lnTo>
                  <a:lnTo>
                    <a:pt x="2971608" y="3000073"/>
                  </a:lnTo>
                  <a:lnTo>
                    <a:pt x="2934472" y="3054204"/>
                  </a:lnTo>
                  <a:lnTo>
                    <a:pt x="2896531" y="3104377"/>
                  </a:lnTo>
                  <a:lnTo>
                    <a:pt x="2850168" y="3158807"/>
                  </a:lnTo>
                  <a:lnTo>
                    <a:pt x="2801425" y="3208181"/>
                  </a:lnTo>
                  <a:lnTo>
                    <a:pt x="2749594" y="3252712"/>
                  </a:lnTo>
                  <a:lnTo>
                    <a:pt x="2693904" y="3292789"/>
                  </a:lnTo>
                  <a:lnTo>
                    <a:pt x="2633562" y="3328864"/>
                  </a:lnTo>
                  <a:lnTo>
                    <a:pt x="2567805" y="3361390"/>
                  </a:lnTo>
                  <a:lnTo>
                    <a:pt x="2495969" y="3390778"/>
                  </a:lnTo>
                  <a:lnTo>
                    <a:pt x="2417577" y="3417379"/>
                  </a:lnTo>
                  <a:lnTo>
                    <a:pt x="2332458" y="3441470"/>
                  </a:lnTo>
                  <a:lnTo>
                    <a:pt x="2240901" y="3463248"/>
                  </a:lnTo>
                  <a:lnTo>
                    <a:pt x="2143823" y="3482828"/>
                  </a:lnTo>
                  <a:lnTo>
                    <a:pt x="2042926" y="3500253"/>
                  </a:lnTo>
                  <a:lnTo>
                    <a:pt x="1940792" y="3515508"/>
                  </a:lnTo>
                  <a:lnTo>
                    <a:pt x="1840836" y="3528545"/>
                  </a:lnTo>
                  <a:lnTo>
                    <a:pt x="1747054" y="3539323"/>
                  </a:lnTo>
                  <a:lnTo>
                    <a:pt x="1663549" y="3547847"/>
                  </a:lnTo>
                  <a:lnTo>
                    <a:pt x="1593879" y="3554208"/>
                  </a:lnTo>
                  <a:lnTo>
                    <a:pt x="1540379" y="3558602"/>
                  </a:lnTo>
                  <a:lnTo>
                    <a:pt x="1503645" y="3561329"/>
                  </a:lnTo>
                  <a:lnTo>
                    <a:pt x="1482321" y="3562765"/>
                  </a:lnTo>
                  <a:lnTo>
                    <a:pt x="1473184" y="3563325"/>
                  </a:lnTo>
                  <a:lnTo>
                    <a:pt x="1471392" y="3563426"/>
                  </a:lnTo>
                  <a:lnTo>
                    <a:pt x="1471387" y="3563427"/>
                  </a:lnTo>
                  <a:lnTo>
                    <a:pt x="0" y="356342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91" name="pg1391"/>
            <p:cNvSpPr/>
            <p:nvPr/>
          </p:nvSpPr>
          <p:spPr>
            <a:xfrm>
              <a:off x="4799595" y="3876415"/>
              <a:ext cx="11981298" cy="4871106"/>
            </a:xfrm>
            <a:custGeom>
              <a:avLst/>
              <a:pathLst>
                <a:path w="11981298" h="4871106">
                  <a:moveTo>
                    <a:pt x="0" y="4871106"/>
                  </a:moveTo>
                  <a:lnTo>
                    <a:pt x="1471387" y="4871106"/>
                  </a:lnTo>
                  <a:lnTo>
                    <a:pt x="1472276" y="4871020"/>
                  </a:lnTo>
                  <a:lnTo>
                    <a:pt x="1478151" y="4870401"/>
                  </a:lnTo>
                  <a:lnTo>
                    <a:pt x="1493066" y="4868691"/>
                  </a:lnTo>
                  <a:lnTo>
                    <a:pt x="1519990" y="4865320"/>
                  </a:lnTo>
                  <a:lnTo>
                    <a:pt x="1560646" y="4859745"/>
                  </a:lnTo>
                  <a:lnTo>
                    <a:pt x="1615383" y="4851495"/>
                  </a:lnTo>
                  <a:lnTo>
                    <a:pt x="1683201" y="4840213"/>
                  </a:lnTo>
                  <a:lnTo>
                    <a:pt x="1761973" y="4825676"/>
                  </a:lnTo>
                  <a:lnTo>
                    <a:pt x="1848821" y="4807789"/>
                  </a:lnTo>
                  <a:lnTo>
                    <a:pt x="1940566" y="4786557"/>
                  </a:lnTo>
                  <a:lnTo>
                    <a:pt x="2034139" y="4762038"/>
                  </a:lnTo>
                  <a:lnTo>
                    <a:pt x="2126885" y="4734299"/>
                  </a:lnTo>
                  <a:lnTo>
                    <a:pt x="2216731" y="4703369"/>
                  </a:lnTo>
                  <a:lnTo>
                    <a:pt x="2302230" y="4669210"/>
                  </a:lnTo>
                  <a:lnTo>
                    <a:pt x="2382511" y="4631695"/>
                  </a:lnTo>
                  <a:lnTo>
                    <a:pt x="2457188" y="4590599"/>
                  </a:lnTo>
                  <a:lnTo>
                    <a:pt x="2526246" y="4545598"/>
                  </a:lnTo>
                  <a:lnTo>
                    <a:pt x="2589938" y="4496267"/>
                  </a:lnTo>
                  <a:lnTo>
                    <a:pt x="2648695" y="4442097"/>
                  </a:lnTo>
                  <a:lnTo>
                    <a:pt x="2703057" y="4382508"/>
                  </a:lnTo>
                  <a:lnTo>
                    <a:pt x="2753620" y="4316880"/>
                  </a:lnTo>
                  <a:lnTo>
                    <a:pt x="2800993" y="4244603"/>
                  </a:lnTo>
                  <a:lnTo>
                    <a:pt x="2845771" y="4165151"/>
                  </a:lnTo>
                  <a:lnTo>
                    <a:pt x="2888501" y="4078212"/>
                  </a:lnTo>
                  <a:lnTo>
                    <a:pt x="2896531" y="4060617"/>
                  </a:lnTo>
                  <a:lnTo>
                    <a:pt x="2926396" y="3991650"/>
                  </a:lnTo>
                  <a:lnTo>
                    <a:pt x="2955630" y="3918663"/>
                  </a:lnTo>
                  <a:lnTo>
                    <a:pt x="2984370" y="3841579"/>
                  </a:lnTo>
                  <a:lnTo>
                    <a:pt x="3012730" y="3760355"/>
                  </a:lnTo>
                  <a:lnTo>
                    <a:pt x="3040809" y="3674993"/>
                  </a:lnTo>
                  <a:lnTo>
                    <a:pt x="3068687" y="3585543"/>
                  </a:lnTo>
                  <a:lnTo>
                    <a:pt x="3096430" y="3492103"/>
                  </a:lnTo>
                  <a:lnTo>
                    <a:pt x="3124093" y="3394825"/>
                  </a:lnTo>
                  <a:lnTo>
                    <a:pt x="3151716" y="3293913"/>
                  </a:lnTo>
                  <a:lnTo>
                    <a:pt x="3179332" y="3189626"/>
                  </a:lnTo>
                  <a:lnTo>
                    <a:pt x="3206961" y="3082276"/>
                  </a:lnTo>
                  <a:lnTo>
                    <a:pt x="3234618" y="2972224"/>
                  </a:lnTo>
                  <a:lnTo>
                    <a:pt x="3262307" y="2859878"/>
                  </a:lnTo>
                  <a:lnTo>
                    <a:pt x="3290029" y="2745686"/>
                  </a:lnTo>
                  <a:lnTo>
                    <a:pt x="3317779" y="2630130"/>
                  </a:lnTo>
                  <a:lnTo>
                    <a:pt x="3345547" y="2513715"/>
                  </a:lnTo>
                  <a:lnTo>
                    <a:pt x="3373323" y="2396965"/>
                  </a:lnTo>
                  <a:lnTo>
                    <a:pt x="3401094" y="2280408"/>
                  </a:lnTo>
                  <a:lnTo>
                    <a:pt x="3428850" y="2164570"/>
                  </a:lnTo>
                  <a:lnTo>
                    <a:pt x="3456580" y="2049962"/>
                  </a:lnTo>
                  <a:lnTo>
                    <a:pt x="3484278" y="1937074"/>
                  </a:lnTo>
                  <a:lnTo>
                    <a:pt x="3511943" y="1826363"/>
                  </a:lnTo>
                  <a:lnTo>
                    <a:pt x="3539579" y="1718248"/>
                  </a:lnTo>
                  <a:lnTo>
                    <a:pt x="3567196" y="1613104"/>
                  </a:lnTo>
                  <a:lnTo>
                    <a:pt x="3594815" y="1511257"/>
                  </a:lnTo>
                  <a:lnTo>
                    <a:pt x="3622463" y="1412979"/>
                  </a:lnTo>
                  <a:lnTo>
                    <a:pt x="3650180" y="1318489"/>
                  </a:lnTo>
                  <a:lnTo>
                    <a:pt x="3678016" y="1227954"/>
                  </a:lnTo>
                  <a:lnTo>
                    <a:pt x="3706033" y="1141485"/>
                  </a:lnTo>
                  <a:lnTo>
                    <a:pt x="3734309" y="1059146"/>
                  </a:lnTo>
                  <a:lnTo>
                    <a:pt x="3762936" y="980950"/>
                  </a:lnTo>
                  <a:lnTo>
                    <a:pt x="3792025" y="906867"/>
                  </a:lnTo>
                  <a:lnTo>
                    <a:pt x="3821705" y="836828"/>
                  </a:lnTo>
                  <a:lnTo>
                    <a:pt x="3829811" y="818661"/>
                  </a:lnTo>
                  <a:lnTo>
                    <a:pt x="3872203" y="730274"/>
                  </a:lnTo>
                  <a:lnTo>
                    <a:pt x="3916547" y="649397"/>
                  </a:lnTo>
                  <a:lnTo>
                    <a:pt x="3963375" y="575775"/>
                  </a:lnTo>
                  <a:lnTo>
                    <a:pt x="4013277" y="508913"/>
                  </a:lnTo>
                  <a:lnTo>
                    <a:pt x="4066861" y="448211"/>
                  </a:lnTo>
                  <a:lnTo>
                    <a:pt x="4124728" y="393045"/>
                  </a:lnTo>
                  <a:lnTo>
                    <a:pt x="4187432" y="342825"/>
                  </a:lnTo>
                  <a:lnTo>
                    <a:pt x="4255431" y="297026"/>
                  </a:lnTo>
                  <a:lnTo>
                    <a:pt x="4329018" y="255207"/>
                  </a:lnTo>
                  <a:lnTo>
                    <a:pt x="4408237" y="217023"/>
                  </a:lnTo>
                  <a:lnTo>
                    <a:pt x="4492783" y="182231"/>
                  </a:lnTo>
                  <a:lnTo>
                    <a:pt x="4581887" y="150685"/>
                  </a:lnTo>
                  <a:lnTo>
                    <a:pt x="4674216" y="122331"/>
                  </a:lnTo>
                  <a:lnTo>
                    <a:pt x="4767819" y="97188"/>
                  </a:lnTo>
                  <a:lnTo>
                    <a:pt x="4860145" y="75317"/>
                  </a:lnTo>
                  <a:lnTo>
                    <a:pt x="4948185" y="56784"/>
                  </a:lnTo>
                  <a:lnTo>
                    <a:pt x="5028751" y="41606"/>
                  </a:lnTo>
                  <a:lnTo>
                    <a:pt x="5098871" y="29711"/>
                  </a:lnTo>
                  <a:lnTo>
                    <a:pt x="5156242" y="20901"/>
                  </a:lnTo>
                  <a:lnTo>
                    <a:pt x="5199624" y="14845"/>
                  </a:lnTo>
                  <a:lnTo>
                    <a:pt x="5229099" y="11090"/>
                  </a:lnTo>
                  <a:lnTo>
                    <a:pt x="5246130" y="9105"/>
                  </a:lnTo>
                  <a:lnTo>
                    <a:pt x="5253462" y="8320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481" y="8241"/>
                  </a:lnTo>
                  <a:lnTo>
                    <a:pt x="6734965" y="8728"/>
                  </a:lnTo>
                  <a:lnTo>
                    <a:pt x="6753831" y="10074"/>
                  </a:lnTo>
                  <a:lnTo>
                    <a:pt x="6787561" y="12724"/>
                  </a:lnTo>
                  <a:lnTo>
                    <a:pt x="6837838" y="17090"/>
                  </a:lnTo>
                  <a:lnTo>
                    <a:pt x="6904411" y="23508"/>
                  </a:lnTo>
                  <a:lnTo>
                    <a:pt x="6985259" y="32209"/>
                  </a:lnTo>
                  <a:lnTo>
                    <a:pt x="7077040" y="43309"/>
                  </a:lnTo>
                  <a:lnTo>
                    <a:pt x="7175748" y="56829"/>
                  </a:lnTo>
                  <a:lnTo>
                    <a:pt x="7277365" y="72730"/>
                  </a:lnTo>
                  <a:lnTo>
                    <a:pt x="7378372" y="90961"/>
                  </a:lnTo>
                  <a:lnTo>
                    <a:pt x="7476041" y="111494"/>
                  </a:lnTo>
                  <a:lnTo>
                    <a:pt x="7568514" y="134361"/>
                  </a:lnTo>
                  <a:lnTo>
                    <a:pt x="7654730" y="159668"/>
                  </a:lnTo>
                  <a:lnTo>
                    <a:pt x="7734288" y="187606"/>
                  </a:lnTo>
                  <a:lnTo>
                    <a:pt x="7807269" y="218451"/>
                  </a:lnTo>
                  <a:lnTo>
                    <a:pt x="7874091" y="252560"/>
                  </a:lnTo>
                  <a:lnTo>
                    <a:pt x="7935378" y="290360"/>
                  </a:lnTo>
                  <a:lnTo>
                    <a:pt x="7991868" y="332324"/>
                  </a:lnTo>
                  <a:lnTo>
                    <a:pt x="8044342" y="378941"/>
                  </a:lnTo>
                  <a:lnTo>
                    <a:pt x="8093575" y="430647"/>
                  </a:lnTo>
                  <a:lnTo>
                    <a:pt x="8140283" y="487730"/>
                  </a:lnTo>
                  <a:lnTo>
                    <a:pt x="8151487" y="502639"/>
                  </a:lnTo>
                  <a:lnTo>
                    <a:pt x="8188479" y="555264"/>
                  </a:lnTo>
                  <a:lnTo>
                    <a:pt x="8224550" y="611691"/>
                  </a:lnTo>
                  <a:lnTo>
                    <a:pt x="8259947" y="671996"/>
                  </a:lnTo>
                  <a:lnTo>
                    <a:pt x="8294870" y="736198"/>
                  </a:lnTo>
                  <a:lnTo>
                    <a:pt x="8329478" y="804248"/>
                  </a:lnTo>
                  <a:lnTo>
                    <a:pt x="8363897" y="876024"/>
                  </a:lnTo>
                  <a:lnTo>
                    <a:pt x="8398222" y="951330"/>
                  </a:lnTo>
                  <a:lnTo>
                    <a:pt x="8432521" y="1029890"/>
                  </a:lnTo>
                  <a:lnTo>
                    <a:pt x="8466839" y="1111350"/>
                  </a:lnTo>
                  <a:lnTo>
                    <a:pt x="8501200" y="1195286"/>
                  </a:lnTo>
                  <a:lnTo>
                    <a:pt x="8535613" y="1281206"/>
                  </a:lnTo>
                  <a:lnTo>
                    <a:pt x="8570071" y="1368566"/>
                  </a:lnTo>
                  <a:lnTo>
                    <a:pt x="8604559" y="1456779"/>
                  </a:lnTo>
                  <a:lnTo>
                    <a:pt x="8639057" y="1545235"/>
                  </a:lnTo>
                  <a:lnTo>
                    <a:pt x="8673540" y="1633316"/>
                  </a:lnTo>
                  <a:lnTo>
                    <a:pt x="8707990" y="1720417"/>
                  </a:lnTo>
                  <a:lnTo>
                    <a:pt x="8742392" y="1805958"/>
                  </a:lnTo>
                  <a:lnTo>
                    <a:pt x="8776743" y="1889404"/>
                  </a:lnTo>
                  <a:lnTo>
                    <a:pt x="8811054" y="1970279"/>
                  </a:lnTo>
                  <a:lnTo>
                    <a:pt x="8845354" y="2048171"/>
                  </a:lnTo>
                  <a:lnTo>
                    <a:pt x="8879692" y="2122744"/>
                  </a:lnTo>
                  <a:lnTo>
                    <a:pt x="8914142" y="2193739"/>
                  </a:lnTo>
                  <a:lnTo>
                    <a:pt x="8948806" y="2260975"/>
                  </a:lnTo>
                  <a:lnTo>
                    <a:pt x="8983815" y="2324347"/>
                  </a:lnTo>
                  <a:lnTo>
                    <a:pt x="9019338" y="2383821"/>
                  </a:lnTo>
                  <a:lnTo>
                    <a:pt x="9055584" y="2439428"/>
                  </a:lnTo>
                  <a:lnTo>
                    <a:pt x="9084767" y="2480504"/>
                  </a:lnTo>
                  <a:lnTo>
                    <a:pt x="9130953" y="2538926"/>
                  </a:lnTo>
                  <a:lnTo>
                    <a:pt x="9179499" y="2591940"/>
                  </a:lnTo>
                  <a:lnTo>
                    <a:pt x="9231103" y="2639775"/>
                  </a:lnTo>
                  <a:lnTo>
                    <a:pt x="9286530" y="2682842"/>
                  </a:lnTo>
                  <a:lnTo>
                    <a:pt x="9346563" y="2721623"/>
                  </a:lnTo>
                  <a:lnTo>
                    <a:pt x="9411956" y="2756601"/>
                  </a:lnTo>
                  <a:lnTo>
                    <a:pt x="9483370" y="2788215"/>
                  </a:lnTo>
                  <a:lnTo>
                    <a:pt x="9561283" y="2816840"/>
                  </a:lnTo>
                  <a:lnTo>
                    <a:pt x="9645874" y="2842775"/>
                  </a:lnTo>
                  <a:lnTo>
                    <a:pt x="9736874" y="2866231"/>
                  </a:lnTo>
                  <a:lnTo>
                    <a:pt x="9833401" y="2887334"/>
                  </a:lnTo>
                  <a:lnTo>
                    <a:pt x="9933805" y="2906132"/>
                  </a:lnTo>
                  <a:lnTo>
                    <a:pt x="10035571" y="2922612"/>
                  </a:lnTo>
                  <a:lnTo>
                    <a:pt x="10135357" y="2936724"/>
                  </a:lnTo>
                  <a:lnTo>
                    <a:pt x="10229230" y="2948422"/>
                  </a:lnTo>
                  <a:lnTo>
                    <a:pt x="10313121" y="2957708"/>
                  </a:lnTo>
                  <a:lnTo>
                    <a:pt x="10383463" y="2964673"/>
                  </a:lnTo>
                  <a:lnTo>
                    <a:pt x="10437855" y="2969517"/>
                  </a:lnTo>
                  <a:lnTo>
                    <a:pt x="10475583" y="2972554"/>
                  </a:lnTo>
                  <a:lnTo>
                    <a:pt x="10497856" y="2974181"/>
                  </a:lnTo>
                  <a:lnTo>
                    <a:pt x="10507735" y="2974838"/>
                  </a:lnTo>
                  <a:lnTo>
                    <a:pt x="10509911" y="2974971"/>
                  </a:lnTo>
                  <a:lnTo>
                    <a:pt x="11981298" y="2974971"/>
                  </a:lnTo>
                  <a:lnTo>
                    <a:pt x="11981298" y="2966798"/>
                  </a:lnTo>
                  <a:lnTo>
                    <a:pt x="10509911" y="2966798"/>
                  </a:lnTo>
                  <a:lnTo>
                    <a:pt x="10508772" y="2966730"/>
                  </a:lnTo>
                  <a:lnTo>
                    <a:pt x="10501288" y="2966243"/>
                  </a:lnTo>
                  <a:lnTo>
                    <a:pt x="10482422" y="2964897"/>
                  </a:lnTo>
                  <a:lnTo>
                    <a:pt x="10448692" y="2962247"/>
                  </a:lnTo>
                  <a:lnTo>
                    <a:pt x="10398416" y="2957881"/>
                  </a:lnTo>
                  <a:lnTo>
                    <a:pt x="10331842" y="2951462"/>
                  </a:lnTo>
                  <a:lnTo>
                    <a:pt x="10250995" y="2942761"/>
                  </a:lnTo>
                  <a:lnTo>
                    <a:pt x="10159213" y="2931661"/>
                  </a:lnTo>
                  <a:lnTo>
                    <a:pt x="10060505" y="2918141"/>
                  </a:lnTo>
                  <a:lnTo>
                    <a:pt x="9958888" y="2902240"/>
                  </a:lnTo>
                  <a:lnTo>
                    <a:pt x="9857881" y="2884010"/>
                  </a:lnTo>
                  <a:lnTo>
                    <a:pt x="9760212" y="2863477"/>
                  </a:lnTo>
                  <a:lnTo>
                    <a:pt x="9667740" y="2840610"/>
                  </a:lnTo>
                  <a:lnTo>
                    <a:pt x="9581523" y="2815303"/>
                  </a:lnTo>
                  <a:lnTo>
                    <a:pt x="9501966" y="2787365"/>
                  </a:lnTo>
                  <a:lnTo>
                    <a:pt x="9428984" y="2756520"/>
                  </a:lnTo>
                  <a:lnTo>
                    <a:pt x="9362162" y="2722410"/>
                  </a:lnTo>
                  <a:lnTo>
                    <a:pt x="9300875" y="2684611"/>
                  </a:lnTo>
                  <a:lnTo>
                    <a:pt x="9244385" y="2642646"/>
                  </a:lnTo>
                  <a:lnTo>
                    <a:pt x="9191911" y="2596029"/>
                  </a:lnTo>
                  <a:lnTo>
                    <a:pt x="9142679" y="2544323"/>
                  </a:lnTo>
                  <a:lnTo>
                    <a:pt x="9095970" y="2487240"/>
                  </a:lnTo>
                  <a:lnTo>
                    <a:pt x="9084767" y="2472331"/>
                  </a:lnTo>
                  <a:lnTo>
                    <a:pt x="9047774" y="2419706"/>
                  </a:lnTo>
                  <a:lnTo>
                    <a:pt x="9011703" y="2363280"/>
                  </a:lnTo>
                  <a:lnTo>
                    <a:pt x="8976306" y="2302974"/>
                  </a:lnTo>
                  <a:lnTo>
                    <a:pt x="8941383" y="2238772"/>
                  </a:lnTo>
                  <a:lnTo>
                    <a:pt x="8906775" y="2170723"/>
                  </a:lnTo>
                  <a:lnTo>
                    <a:pt x="8872356" y="2098946"/>
                  </a:lnTo>
                  <a:lnTo>
                    <a:pt x="8838031" y="2023640"/>
                  </a:lnTo>
                  <a:lnTo>
                    <a:pt x="8803732" y="1945081"/>
                  </a:lnTo>
                  <a:lnTo>
                    <a:pt x="8769415" y="1863620"/>
                  </a:lnTo>
                  <a:lnTo>
                    <a:pt x="8735053" y="1779684"/>
                  </a:lnTo>
                  <a:lnTo>
                    <a:pt x="8700640" y="1693764"/>
                  </a:lnTo>
                  <a:lnTo>
                    <a:pt x="8666182" y="1606404"/>
                  </a:lnTo>
                  <a:lnTo>
                    <a:pt x="8631694" y="1518191"/>
                  </a:lnTo>
                  <a:lnTo>
                    <a:pt x="8597196" y="1429736"/>
                  </a:lnTo>
                  <a:lnTo>
                    <a:pt x="8562713" y="1341654"/>
                  </a:lnTo>
                  <a:lnTo>
                    <a:pt x="8528263" y="1254554"/>
                  </a:lnTo>
                  <a:lnTo>
                    <a:pt x="8493861" y="1169013"/>
                  </a:lnTo>
                  <a:lnTo>
                    <a:pt x="8459510" y="1085566"/>
                  </a:lnTo>
                  <a:lnTo>
                    <a:pt x="8425199" y="1004692"/>
                  </a:lnTo>
                  <a:lnTo>
                    <a:pt x="8390900" y="926800"/>
                  </a:lnTo>
                  <a:lnTo>
                    <a:pt x="8356561" y="852227"/>
                  </a:lnTo>
                  <a:lnTo>
                    <a:pt x="8322111" y="781232"/>
                  </a:lnTo>
                  <a:lnTo>
                    <a:pt x="8287447" y="713995"/>
                  </a:lnTo>
                  <a:lnTo>
                    <a:pt x="8252438" y="650623"/>
                  </a:lnTo>
                  <a:lnTo>
                    <a:pt x="8216915" y="591150"/>
                  </a:lnTo>
                  <a:lnTo>
                    <a:pt x="8180670" y="535543"/>
                  </a:lnTo>
                  <a:lnTo>
                    <a:pt x="8151487" y="494466"/>
                  </a:lnTo>
                  <a:lnTo>
                    <a:pt x="8105301" y="436044"/>
                  </a:lnTo>
                  <a:lnTo>
                    <a:pt x="8056754" y="383031"/>
                  </a:lnTo>
                  <a:lnTo>
                    <a:pt x="8005150" y="335196"/>
                  </a:lnTo>
                  <a:lnTo>
                    <a:pt x="7949723" y="292129"/>
                  </a:lnTo>
                  <a:lnTo>
                    <a:pt x="7889690" y="253347"/>
                  </a:lnTo>
                  <a:lnTo>
                    <a:pt x="7824297" y="218370"/>
                  </a:lnTo>
                  <a:lnTo>
                    <a:pt x="7752883" y="186756"/>
                  </a:lnTo>
                  <a:lnTo>
                    <a:pt x="7674970" y="158130"/>
                  </a:lnTo>
                  <a:lnTo>
                    <a:pt x="7590379" y="132195"/>
                  </a:lnTo>
                  <a:lnTo>
                    <a:pt x="7499379" y="108740"/>
                  </a:lnTo>
                  <a:lnTo>
                    <a:pt x="7402852" y="87637"/>
                  </a:lnTo>
                  <a:lnTo>
                    <a:pt x="7302448" y="68838"/>
                  </a:lnTo>
                  <a:lnTo>
                    <a:pt x="7200682" y="52358"/>
                  </a:lnTo>
                  <a:lnTo>
                    <a:pt x="7100896" y="38246"/>
                  </a:lnTo>
                  <a:lnTo>
                    <a:pt x="7007023" y="26548"/>
                  </a:lnTo>
                  <a:lnTo>
                    <a:pt x="6923132" y="17262"/>
                  </a:lnTo>
                  <a:lnTo>
                    <a:pt x="6852790" y="10298"/>
                  </a:lnTo>
                  <a:lnTo>
                    <a:pt x="6798399" y="5453"/>
                  </a:lnTo>
                  <a:lnTo>
                    <a:pt x="6760670" y="2416"/>
                  </a:lnTo>
                  <a:lnTo>
                    <a:pt x="6738397" y="790"/>
                  </a:lnTo>
                  <a:lnTo>
                    <a:pt x="6728518" y="132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066" y="86"/>
                  </a:lnTo>
                  <a:lnTo>
                    <a:pt x="5248191" y="705"/>
                  </a:lnTo>
                  <a:lnTo>
                    <a:pt x="5233276" y="2415"/>
                  </a:lnTo>
                  <a:lnTo>
                    <a:pt x="5206352" y="5786"/>
                  </a:lnTo>
                  <a:lnTo>
                    <a:pt x="5165696" y="11361"/>
                  </a:lnTo>
                  <a:lnTo>
                    <a:pt x="5110959" y="19611"/>
                  </a:lnTo>
                  <a:lnTo>
                    <a:pt x="5043141" y="30893"/>
                  </a:lnTo>
                  <a:lnTo>
                    <a:pt x="4964370" y="45430"/>
                  </a:lnTo>
                  <a:lnTo>
                    <a:pt x="4877521" y="63317"/>
                  </a:lnTo>
                  <a:lnTo>
                    <a:pt x="4785776" y="84549"/>
                  </a:lnTo>
                  <a:lnTo>
                    <a:pt x="4692203" y="109068"/>
                  </a:lnTo>
                  <a:lnTo>
                    <a:pt x="4599458" y="136807"/>
                  </a:lnTo>
                  <a:lnTo>
                    <a:pt x="4509611" y="167737"/>
                  </a:lnTo>
                  <a:lnTo>
                    <a:pt x="4424112" y="201896"/>
                  </a:lnTo>
                  <a:lnTo>
                    <a:pt x="4343831" y="239411"/>
                  </a:lnTo>
                  <a:lnTo>
                    <a:pt x="4269154" y="280507"/>
                  </a:lnTo>
                  <a:lnTo>
                    <a:pt x="4200096" y="325508"/>
                  </a:lnTo>
                  <a:lnTo>
                    <a:pt x="4136405" y="374839"/>
                  </a:lnTo>
                  <a:lnTo>
                    <a:pt x="4077647" y="429009"/>
                  </a:lnTo>
                  <a:lnTo>
                    <a:pt x="4023285" y="488598"/>
                  </a:lnTo>
                  <a:lnTo>
                    <a:pt x="3972722" y="554226"/>
                  </a:lnTo>
                  <a:lnTo>
                    <a:pt x="3925349" y="626503"/>
                  </a:lnTo>
                  <a:lnTo>
                    <a:pt x="3880571" y="705955"/>
                  </a:lnTo>
                  <a:lnTo>
                    <a:pt x="3837841" y="792894"/>
                  </a:lnTo>
                  <a:lnTo>
                    <a:pt x="3829811" y="810489"/>
                  </a:lnTo>
                  <a:lnTo>
                    <a:pt x="3799946" y="879456"/>
                  </a:lnTo>
                  <a:lnTo>
                    <a:pt x="3770712" y="952443"/>
                  </a:lnTo>
                  <a:lnTo>
                    <a:pt x="3741972" y="1029527"/>
                  </a:lnTo>
                  <a:lnTo>
                    <a:pt x="3713612" y="1110751"/>
                  </a:lnTo>
                  <a:lnTo>
                    <a:pt x="3685533" y="1196113"/>
                  </a:lnTo>
                  <a:lnTo>
                    <a:pt x="3657655" y="1285563"/>
                  </a:lnTo>
                  <a:lnTo>
                    <a:pt x="3629912" y="1379003"/>
                  </a:lnTo>
                  <a:lnTo>
                    <a:pt x="3602250" y="1476281"/>
                  </a:lnTo>
                  <a:lnTo>
                    <a:pt x="3574626" y="1577193"/>
                  </a:lnTo>
                  <a:lnTo>
                    <a:pt x="3547010" y="1681480"/>
                  </a:lnTo>
                  <a:lnTo>
                    <a:pt x="3519381" y="1788830"/>
                  </a:lnTo>
                  <a:lnTo>
                    <a:pt x="3491725" y="1898882"/>
                  </a:lnTo>
                  <a:lnTo>
                    <a:pt x="3464035" y="2011228"/>
                  </a:lnTo>
                  <a:lnTo>
                    <a:pt x="3436313" y="2125420"/>
                  </a:lnTo>
                  <a:lnTo>
                    <a:pt x="3408564" y="2240976"/>
                  </a:lnTo>
                  <a:lnTo>
                    <a:pt x="3380795" y="2357391"/>
                  </a:lnTo>
                  <a:lnTo>
                    <a:pt x="3353020" y="2474141"/>
                  </a:lnTo>
                  <a:lnTo>
                    <a:pt x="3325248" y="2590698"/>
                  </a:lnTo>
                  <a:lnTo>
                    <a:pt x="3297493" y="2706536"/>
                  </a:lnTo>
                  <a:lnTo>
                    <a:pt x="3269762" y="2821144"/>
                  </a:lnTo>
                  <a:lnTo>
                    <a:pt x="3242064" y="2934032"/>
                  </a:lnTo>
                  <a:lnTo>
                    <a:pt x="3214399" y="3044743"/>
                  </a:lnTo>
                  <a:lnTo>
                    <a:pt x="3186763" y="3152858"/>
                  </a:lnTo>
                  <a:lnTo>
                    <a:pt x="3159146" y="3258002"/>
                  </a:lnTo>
                  <a:lnTo>
                    <a:pt x="3131527" y="3359849"/>
                  </a:lnTo>
                  <a:lnTo>
                    <a:pt x="3103879" y="3458127"/>
                  </a:lnTo>
                  <a:lnTo>
                    <a:pt x="3076162" y="3552617"/>
                  </a:lnTo>
                  <a:lnTo>
                    <a:pt x="3048326" y="3643152"/>
                  </a:lnTo>
                  <a:lnTo>
                    <a:pt x="3020309" y="3729621"/>
                  </a:lnTo>
                  <a:lnTo>
                    <a:pt x="2992033" y="3811960"/>
                  </a:lnTo>
                  <a:lnTo>
                    <a:pt x="2963406" y="3890156"/>
                  </a:lnTo>
                  <a:lnTo>
                    <a:pt x="2934318" y="3964239"/>
                  </a:lnTo>
                  <a:lnTo>
                    <a:pt x="2904637" y="4034278"/>
                  </a:lnTo>
                  <a:lnTo>
                    <a:pt x="2896531" y="4052445"/>
                  </a:lnTo>
                  <a:lnTo>
                    <a:pt x="2854139" y="4140832"/>
                  </a:lnTo>
                  <a:lnTo>
                    <a:pt x="2809795" y="4221709"/>
                  </a:lnTo>
                  <a:lnTo>
                    <a:pt x="2762967" y="4295331"/>
                  </a:lnTo>
                  <a:lnTo>
                    <a:pt x="2713065" y="4362193"/>
                  </a:lnTo>
                  <a:lnTo>
                    <a:pt x="2659481" y="4422895"/>
                  </a:lnTo>
                  <a:lnTo>
                    <a:pt x="2601614" y="4478061"/>
                  </a:lnTo>
                  <a:lnTo>
                    <a:pt x="2538910" y="4528281"/>
                  </a:lnTo>
                  <a:lnTo>
                    <a:pt x="2470911" y="4574080"/>
                  </a:lnTo>
                  <a:lnTo>
                    <a:pt x="2397324" y="4615899"/>
                  </a:lnTo>
                  <a:lnTo>
                    <a:pt x="2318105" y="4654083"/>
                  </a:lnTo>
                  <a:lnTo>
                    <a:pt x="2233559" y="4688875"/>
                  </a:lnTo>
                  <a:lnTo>
                    <a:pt x="2144455" y="4720421"/>
                  </a:lnTo>
                  <a:lnTo>
                    <a:pt x="2052126" y="4748775"/>
                  </a:lnTo>
                  <a:lnTo>
                    <a:pt x="1958523" y="4773918"/>
                  </a:lnTo>
                  <a:lnTo>
                    <a:pt x="1866197" y="4795789"/>
                  </a:lnTo>
                  <a:lnTo>
                    <a:pt x="1778157" y="4814322"/>
                  </a:lnTo>
                  <a:lnTo>
                    <a:pt x="1697591" y="4829500"/>
                  </a:lnTo>
                  <a:lnTo>
                    <a:pt x="1627471" y="4841395"/>
                  </a:lnTo>
                  <a:lnTo>
                    <a:pt x="1570100" y="4850205"/>
                  </a:lnTo>
                  <a:lnTo>
                    <a:pt x="1526718" y="4856261"/>
                  </a:lnTo>
                  <a:lnTo>
                    <a:pt x="1497243" y="4860016"/>
                  </a:lnTo>
                  <a:lnTo>
                    <a:pt x="1480212" y="4862001"/>
                  </a:lnTo>
                  <a:lnTo>
                    <a:pt x="1472880" y="4862786"/>
                  </a:lnTo>
                  <a:lnTo>
                    <a:pt x="1471387" y="4862934"/>
                  </a:lnTo>
                  <a:lnTo>
                    <a:pt x="0" y="4862934"/>
                  </a:lnTo>
                  <a:close/>
                </a:path>
              </a:pathLst>
            </a:custGeom>
            <a:solidFill>
              <a:srgbClr val="E78AC3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392" name="pl1392"/>
            <p:cNvSpPr/>
            <p:nvPr/>
          </p:nvSpPr>
          <p:spPr>
            <a:xfrm>
              <a:off x="4799595" y="3884588"/>
              <a:ext cx="11981298" cy="4862934"/>
            </a:xfrm>
            <a:custGeom>
              <a:avLst/>
              <a:pathLst>
                <a:path w="11981298" h="4862934">
                  <a:moveTo>
                    <a:pt x="0" y="4862934"/>
                  </a:moveTo>
                  <a:lnTo>
                    <a:pt x="1471387" y="4862934"/>
                  </a:lnTo>
                  <a:lnTo>
                    <a:pt x="1472276" y="4862847"/>
                  </a:lnTo>
                  <a:lnTo>
                    <a:pt x="1478151" y="4862228"/>
                  </a:lnTo>
                  <a:lnTo>
                    <a:pt x="1493066" y="4860518"/>
                  </a:lnTo>
                  <a:lnTo>
                    <a:pt x="1519990" y="4857147"/>
                  </a:lnTo>
                  <a:lnTo>
                    <a:pt x="1560646" y="4851572"/>
                  </a:lnTo>
                  <a:lnTo>
                    <a:pt x="1615383" y="4843322"/>
                  </a:lnTo>
                  <a:lnTo>
                    <a:pt x="1683201" y="4832040"/>
                  </a:lnTo>
                  <a:lnTo>
                    <a:pt x="1761973" y="4817503"/>
                  </a:lnTo>
                  <a:lnTo>
                    <a:pt x="1848821" y="4799616"/>
                  </a:lnTo>
                  <a:lnTo>
                    <a:pt x="1940566" y="4778384"/>
                  </a:lnTo>
                  <a:lnTo>
                    <a:pt x="2034139" y="4753865"/>
                  </a:lnTo>
                  <a:lnTo>
                    <a:pt x="2126885" y="4726126"/>
                  </a:lnTo>
                  <a:lnTo>
                    <a:pt x="2216731" y="4695196"/>
                  </a:lnTo>
                  <a:lnTo>
                    <a:pt x="2302230" y="4661037"/>
                  </a:lnTo>
                  <a:lnTo>
                    <a:pt x="2382511" y="4623522"/>
                  </a:lnTo>
                  <a:lnTo>
                    <a:pt x="2457188" y="4582426"/>
                  </a:lnTo>
                  <a:lnTo>
                    <a:pt x="2526246" y="4537425"/>
                  </a:lnTo>
                  <a:lnTo>
                    <a:pt x="2589938" y="4488094"/>
                  </a:lnTo>
                  <a:lnTo>
                    <a:pt x="2648695" y="4433924"/>
                  </a:lnTo>
                  <a:lnTo>
                    <a:pt x="2703057" y="4374335"/>
                  </a:lnTo>
                  <a:lnTo>
                    <a:pt x="2753620" y="4308707"/>
                  </a:lnTo>
                  <a:lnTo>
                    <a:pt x="2800993" y="4236430"/>
                  </a:lnTo>
                  <a:lnTo>
                    <a:pt x="2845771" y="4156978"/>
                  </a:lnTo>
                  <a:lnTo>
                    <a:pt x="2888501" y="4070039"/>
                  </a:lnTo>
                  <a:lnTo>
                    <a:pt x="2896531" y="4052445"/>
                  </a:lnTo>
                  <a:lnTo>
                    <a:pt x="2926396" y="3983477"/>
                  </a:lnTo>
                  <a:lnTo>
                    <a:pt x="2955630" y="3910490"/>
                  </a:lnTo>
                  <a:lnTo>
                    <a:pt x="2984370" y="3833406"/>
                  </a:lnTo>
                  <a:lnTo>
                    <a:pt x="3012730" y="3752182"/>
                  </a:lnTo>
                  <a:lnTo>
                    <a:pt x="3040809" y="3666820"/>
                  </a:lnTo>
                  <a:lnTo>
                    <a:pt x="3068687" y="3577370"/>
                  </a:lnTo>
                  <a:lnTo>
                    <a:pt x="3096430" y="3483930"/>
                  </a:lnTo>
                  <a:lnTo>
                    <a:pt x="3124093" y="3386652"/>
                  </a:lnTo>
                  <a:lnTo>
                    <a:pt x="3151716" y="3285740"/>
                  </a:lnTo>
                  <a:lnTo>
                    <a:pt x="3179332" y="3181453"/>
                  </a:lnTo>
                  <a:lnTo>
                    <a:pt x="3206961" y="3074103"/>
                  </a:lnTo>
                  <a:lnTo>
                    <a:pt x="3234618" y="2964051"/>
                  </a:lnTo>
                  <a:lnTo>
                    <a:pt x="3262307" y="2851705"/>
                  </a:lnTo>
                  <a:lnTo>
                    <a:pt x="3290029" y="2737513"/>
                  </a:lnTo>
                  <a:lnTo>
                    <a:pt x="3317779" y="2621957"/>
                  </a:lnTo>
                  <a:lnTo>
                    <a:pt x="3345547" y="2505542"/>
                  </a:lnTo>
                  <a:lnTo>
                    <a:pt x="3373323" y="2388792"/>
                  </a:lnTo>
                  <a:lnTo>
                    <a:pt x="3401094" y="2272235"/>
                  </a:lnTo>
                  <a:lnTo>
                    <a:pt x="3428850" y="2156397"/>
                  </a:lnTo>
                  <a:lnTo>
                    <a:pt x="3456580" y="2041789"/>
                  </a:lnTo>
                  <a:lnTo>
                    <a:pt x="3484278" y="1928901"/>
                  </a:lnTo>
                  <a:lnTo>
                    <a:pt x="3511943" y="1818190"/>
                  </a:lnTo>
                  <a:lnTo>
                    <a:pt x="3539579" y="1710075"/>
                  </a:lnTo>
                  <a:lnTo>
                    <a:pt x="3567196" y="1604931"/>
                  </a:lnTo>
                  <a:lnTo>
                    <a:pt x="3594815" y="1503084"/>
                  </a:lnTo>
                  <a:lnTo>
                    <a:pt x="3622463" y="1404806"/>
                  </a:lnTo>
                  <a:lnTo>
                    <a:pt x="3650180" y="1310316"/>
                  </a:lnTo>
                  <a:lnTo>
                    <a:pt x="3678016" y="1219781"/>
                  </a:lnTo>
                  <a:lnTo>
                    <a:pt x="3706033" y="1133312"/>
                  </a:lnTo>
                  <a:lnTo>
                    <a:pt x="3734309" y="1050973"/>
                  </a:lnTo>
                  <a:lnTo>
                    <a:pt x="3762936" y="972777"/>
                  </a:lnTo>
                  <a:lnTo>
                    <a:pt x="3792025" y="898694"/>
                  </a:lnTo>
                  <a:lnTo>
                    <a:pt x="3821705" y="828655"/>
                  </a:lnTo>
                  <a:lnTo>
                    <a:pt x="3829811" y="810489"/>
                  </a:lnTo>
                  <a:lnTo>
                    <a:pt x="3872203" y="722101"/>
                  </a:lnTo>
                  <a:lnTo>
                    <a:pt x="3916547" y="641224"/>
                  </a:lnTo>
                  <a:lnTo>
                    <a:pt x="3963375" y="567602"/>
                  </a:lnTo>
                  <a:lnTo>
                    <a:pt x="4013277" y="500740"/>
                  </a:lnTo>
                  <a:lnTo>
                    <a:pt x="4066861" y="440038"/>
                  </a:lnTo>
                  <a:lnTo>
                    <a:pt x="4124728" y="384872"/>
                  </a:lnTo>
                  <a:lnTo>
                    <a:pt x="4187432" y="334652"/>
                  </a:lnTo>
                  <a:lnTo>
                    <a:pt x="4255431" y="288853"/>
                  </a:lnTo>
                  <a:lnTo>
                    <a:pt x="4329018" y="247034"/>
                  </a:lnTo>
                  <a:lnTo>
                    <a:pt x="4408237" y="208850"/>
                  </a:lnTo>
                  <a:lnTo>
                    <a:pt x="4492783" y="174058"/>
                  </a:lnTo>
                  <a:lnTo>
                    <a:pt x="4581887" y="142512"/>
                  </a:lnTo>
                  <a:lnTo>
                    <a:pt x="4674216" y="114158"/>
                  </a:lnTo>
                  <a:lnTo>
                    <a:pt x="4767819" y="89015"/>
                  </a:lnTo>
                  <a:lnTo>
                    <a:pt x="4860145" y="67144"/>
                  </a:lnTo>
                  <a:lnTo>
                    <a:pt x="4948185" y="48611"/>
                  </a:lnTo>
                  <a:lnTo>
                    <a:pt x="5028751" y="33433"/>
                  </a:lnTo>
                  <a:lnTo>
                    <a:pt x="5098871" y="21538"/>
                  </a:lnTo>
                  <a:lnTo>
                    <a:pt x="5156242" y="12728"/>
                  </a:lnTo>
                  <a:lnTo>
                    <a:pt x="5199624" y="6672"/>
                  </a:lnTo>
                  <a:lnTo>
                    <a:pt x="5229099" y="2917"/>
                  </a:lnTo>
                  <a:lnTo>
                    <a:pt x="5246130" y="932"/>
                  </a:lnTo>
                  <a:lnTo>
                    <a:pt x="5253462" y="147"/>
                  </a:lnTo>
                  <a:lnTo>
                    <a:pt x="5254948" y="0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481" y="68"/>
                  </a:lnTo>
                  <a:lnTo>
                    <a:pt x="6734965" y="555"/>
                  </a:lnTo>
                  <a:lnTo>
                    <a:pt x="6753831" y="1901"/>
                  </a:lnTo>
                  <a:lnTo>
                    <a:pt x="6787561" y="4551"/>
                  </a:lnTo>
                  <a:lnTo>
                    <a:pt x="6837838" y="8917"/>
                  </a:lnTo>
                  <a:lnTo>
                    <a:pt x="6904411" y="15335"/>
                  </a:lnTo>
                  <a:lnTo>
                    <a:pt x="6985259" y="24036"/>
                  </a:lnTo>
                  <a:lnTo>
                    <a:pt x="7077040" y="35136"/>
                  </a:lnTo>
                  <a:lnTo>
                    <a:pt x="7175748" y="48656"/>
                  </a:lnTo>
                  <a:lnTo>
                    <a:pt x="7277365" y="64557"/>
                  </a:lnTo>
                  <a:lnTo>
                    <a:pt x="7378372" y="82788"/>
                  </a:lnTo>
                  <a:lnTo>
                    <a:pt x="7476041" y="103321"/>
                  </a:lnTo>
                  <a:lnTo>
                    <a:pt x="7568514" y="126188"/>
                  </a:lnTo>
                  <a:lnTo>
                    <a:pt x="7654730" y="151495"/>
                  </a:lnTo>
                  <a:lnTo>
                    <a:pt x="7734288" y="179433"/>
                  </a:lnTo>
                  <a:lnTo>
                    <a:pt x="7807269" y="210278"/>
                  </a:lnTo>
                  <a:lnTo>
                    <a:pt x="7874091" y="244387"/>
                  </a:lnTo>
                  <a:lnTo>
                    <a:pt x="7935378" y="282187"/>
                  </a:lnTo>
                  <a:lnTo>
                    <a:pt x="7991868" y="324151"/>
                  </a:lnTo>
                  <a:lnTo>
                    <a:pt x="8044342" y="370768"/>
                  </a:lnTo>
                  <a:lnTo>
                    <a:pt x="8093575" y="422474"/>
                  </a:lnTo>
                  <a:lnTo>
                    <a:pt x="8140283" y="479557"/>
                  </a:lnTo>
                  <a:lnTo>
                    <a:pt x="8151487" y="494466"/>
                  </a:lnTo>
                  <a:lnTo>
                    <a:pt x="8188479" y="547091"/>
                  </a:lnTo>
                  <a:lnTo>
                    <a:pt x="8224550" y="603518"/>
                  </a:lnTo>
                  <a:lnTo>
                    <a:pt x="8259947" y="663823"/>
                  </a:lnTo>
                  <a:lnTo>
                    <a:pt x="8294870" y="728025"/>
                  </a:lnTo>
                  <a:lnTo>
                    <a:pt x="8329478" y="796075"/>
                  </a:lnTo>
                  <a:lnTo>
                    <a:pt x="8363897" y="867851"/>
                  </a:lnTo>
                  <a:lnTo>
                    <a:pt x="8398222" y="943157"/>
                  </a:lnTo>
                  <a:lnTo>
                    <a:pt x="8432521" y="1021717"/>
                  </a:lnTo>
                  <a:lnTo>
                    <a:pt x="8466839" y="1103177"/>
                  </a:lnTo>
                  <a:lnTo>
                    <a:pt x="8501200" y="1187113"/>
                  </a:lnTo>
                  <a:lnTo>
                    <a:pt x="8535613" y="1273033"/>
                  </a:lnTo>
                  <a:lnTo>
                    <a:pt x="8570071" y="1360393"/>
                  </a:lnTo>
                  <a:lnTo>
                    <a:pt x="8604559" y="1448606"/>
                  </a:lnTo>
                  <a:lnTo>
                    <a:pt x="8639057" y="1537062"/>
                  </a:lnTo>
                  <a:lnTo>
                    <a:pt x="8673540" y="1625143"/>
                  </a:lnTo>
                  <a:lnTo>
                    <a:pt x="8707990" y="1712244"/>
                  </a:lnTo>
                  <a:lnTo>
                    <a:pt x="8742392" y="1797785"/>
                  </a:lnTo>
                  <a:lnTo>
                    <a:pt x="8776743" y="1881231"/>
                  </a:lnTo>
                  <a:lnTo>
                    <a:pt x="8811054" y="1962106"/>
                  </a:lnTo>
                  <a:lnTo>
                    <a:pt x="8845354" y="2039998"/>
                  </a:lnTo>
                  <a:lnTo>
                    <a:pt x="8879692" y="2114571"/>
                  </a:lnTo>
                  <a:lnTo>
                    <a:pt x="8914142" y="2185566"/>
                  </a:lnTo>
                  <a:lnTo>
                    <a:pt x="8948806" y="2252802"/>
                  </a:lnTo>
                  <a:lnTo>
                    <a:pt x="8983815" y="2316174"/>
                  </a:lnTo>
                  <a:lnTo>
                    <a:pt x="9019338" y="2375648"/>
                  </a:lnTo>
                  <a:lnTo>
                    <a:pt x="9055584" y="2431255"/>
                  </a:lnTo>
                  <a:lnTo>
                    <a:pt x="9084767" y="2472331"/>
                  </a:lnTo>
                  <a:lnTo>
                    <a:pt x="9130953" y="2530753"/>
                  </a:lnTo>
                  <a:lnTo>
                    <a:pt x="9179499" y="2583767"/>
                  </a:lnTo>
                  <a:lnTo>
                    <a:pt x="9231103" y="2631602"/>
                  </a:lnTo>
                  <a:lnTo>
                    <a:pt x="9286530" y="2674669"/>
                  </a:lnTo>
                  <a:lnTo>
                    <a:pt x="9346563" y="2713450"/>
                  </a:lnTo>
                  <a:lnTo>
                    <a:pt x="9411956" y="2748428"/>
                  </a:lnTo>
                  <a:lnTo>
                    <a:pt x="9483370" y="2780042"/>
                  </a:lnTo>
                  <a:lnTo>
                    <a:pt x="9561283" y="2808667"/>
                  </a:lnTo>
                  <a:lnTo>
                    <a:pt x="9645874" y="2834602"/>
                  </a:lnTo>
                  <a:lnTo>
                    <a:pt x="9736874" y="2858058"/>
                  </a:lnTo>
                  <a:lnTo>
                    <a:pt x="9833401" y="2879161"/>
                  </a:lnTo>
                  <a:lnTo>
                    <a:pt x="9933805" y="2897959"/>
                  </a:lnTo>
                  <a:lnTo>
                    <a:pt x="10035571" y="2914439"/>
                  </a:lnTo>
                  <a:lnTo>
                    <a:pt x="10135357" y="2928551"/>
                  </a:lnTo>
                  <a:lnTo>
                    <a:pt x="10229230" y="2940249"/>
                  </a:lnTo>
                  <a:lnTo>
                    <a:pt x="10313121" y="2949535"/>
                  </a:lnTo>
                  <a:lnTo>
                    <a:pt x="10383463" y="2956500"/>
                  </a:lnTo>
                  <a:lnTo>
                    <a:pt x="10437855" y="2961344"/>
                  </a:lnTo>
                  <a:lnTo>
                    <a:pt x="10475583" y="2964381"/>
                  </a:lnTo>
                  <a:lnTo>
                    <a:pt x="10497856" y="2966008"/>
                  </a:lnTo>
                  <a:lnTo>
                    <a:pt x="10507735" y="2966665"/>
                  </a:lnTo>
                  <a:lnTo>
                    <a:pt x="10509893" y="2966797"/>
                  </a:lnTo>
                  <a:lnTo>
                    <a:pt x="10509911" y="2966798"/>
                  </a:lnTo>
                  <a:lnTo>
                    <a:pt x="11981298" y="296679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93" name="pl1393"/>
            <p:cNvSpPr/>
            <p:nvPr/>
          </p:nvSpPr>
          <p:spPr>
            <a:xfrm>
              <a:off x="4799595" y="3876415"/>
              <a:ext cx="11981298" cy="4862934"/>
            </a:xfrm>
            <a:custGeom>
              <a:avLst/>
              <a:pathLst>
                <a:path w="11981298" h="4862934">
                  <a:moveTo>
                    <a:pt x="11981298" y="2966798"/>
                  </a:moveTo>
                  <a:lnTo>
                    <a:pt x="10509911" y="2966798"/>
                  </a:lnTo>
                  <a:lnTo>
                    <a:pt x="10508772" y="2966730"/>
                  </a:lnTo>
                  <a:lnTo>
                    <a:pt x="10501288" y="2966243"/>
                  </a:lnTo>
                  <a:lnTo>
                    <a:pt x="10482422" y="2964897"/>
                  </a:lnTo>
                  <a:lnTo>
                    <a:pt x="10448692" y="2962247"/>
                  </a:lnTo>
                  <a:lnTo>
                    <a:pt x="10398416" y="2957881"/>
                  </a:lnTo>
                  <a:lnTo>
                    <a:pt x="10331842" y="2951462"/>
                  </a:lnTo>
                  <a:lnTo>
                    <a:pt x="10250995" y="2942761"/>
                  </a:lnTo>
                  <a:lnTo>
                    <a:pt x="10159213" y="2931661"/>
                  </a:lnTo>
                  <a:lnTo>
                    <a:pt x="10060505" y="2918141"/>
                  </a:lnTo>
                  <a:lnTo>
                    <a:pt x="9958888" y="2902240"/>
                  </a:lnTo>
                  <a:lnTo>
                    <a:pt x="9857881" y="2884010"/>
                  </a:lnTo>
                  <a:lnTo>
                    <a:pt x="9760212" y="2863477"/>
                  </a:lnTo>
                  <a:lnTo>
                    <a:pt x="9667740" y="2840610"/>
                  </a:lnTo>
                  <a:lnTo>
                    <a:pt x="9581523" y="2815303"/>
                  </a:lnTo>
                  <a:lnTo>
                    <a:pt x="9501966" y="2787365"/>
                  </a:lnTo>
                  <a:lnTo>
                    <a:pt x="9428984" y="2756520"/>
                  </a:lnTo>
                  <a:lnTo>
                    <a:pt x="9362162" y="2722410"/>
                  </a:lnTo>
                  <a:lnTo>
                    <a:pt x="9300875" y="2684611"/>
                  </a:lnTo>
                  <a:lnTo>
                    <a:pt x="9244385" y="2642646"/>
                  </a:lnTo>
                  <a:lnTo>
                    <a:pt x="9191911" y="2596029"/>
                  </a:lnTo>
                  <a:lnTo>
                    <a:pt x="9142679" y="2544323"/>
                  </a:lnTo>
                  <a:lnTo>
                    <a:pt x="9095970" y="2487240"/>
                  </a:lnTo>
                  <a:lnTo>
                    <a:pt x="9084767" y="2472331"/>
                  </a:lnTo>
                  <a:lnTo>
                    <a:pt x="9047774" y="2419706"/>
                  </a:lnTo>
                  <a:lnTo>
                    <a:pt x="9011703" y="2363280"/>
                  </a:lnTo>
                  <a:lnTo>
                    <a:pt x="8976306" y="2302974"/>
                  </a:lnTo>
                  <a:lnTo>
                    <a:pt x="8941383" y="2238772"/>
                  </a:lnTo>
                  <a:lnTo>
                    <a:pt x="8906775" y="2170723"/>
                  </a:lnTo>
                  <a:lnTo>
                    <a:pt x="8872356" y="2098946"/>
                  </a:lnTo>
                  <a:lnTo>
                    <a:pt x="8838031" y="2023640"/>
                  </a:lnTo>
                  <a:lnTo>
                    <a:pt x="8803732" y="1945081"/>
                  </a:lnTo>
                  <a:lnTo>
                    <a:pt x="8769415" y="1863620"/>
                  </a:lnTo>
                  <a:lnTo>
                    <a:pt x="8735053" y="1779684"/>
                  </a:lnTo>
                  <a:lnTo>
                    <a:pt x="8700640" y="1693764"/>
                  </a:lnTo>
                  <a:lnTo>
                    <a:pt x="8666182" y="1606404"/>
                  </a:lnTo>
                  <a:lnTo>
                    <a:pt x="8631694" y="1518191"/>
                  </a:lnTo>
                  <a:lnTo>
                    <a:pt x="8597196" y="1429736"/>
                  </a:lnTo>
                  <a:lnTo>
                    <a:pt x="8562713" y="1341654"/>
                  </a:lnTo>
                  <a:lnTo>
                    <a:pt x="8528263" y="1254554"/>
                  </a:lnTo>
                  <a:lnTo>
                    <a:pt x="8493861" y="1169013"/>
                  </a:lnTo>
                  <a:lnTo>
                    <a:pt x="8459510" y="1085566"/>
                  </a:lnTo>
                  <a:lnTo>
                    <a:pt x="8425199" y="1004692"/>
                  </a:lnTo>
                  <a:lnTo>
                    <a:pt x="8390900" y="926800"/>
                  </a:lnTo>
                  <a:lnTo>
                    <a:pt x="8356561" y="852227"/>
                  </a:lnTo>
                  <a:lnTo>
                    <a:pt x="8322111" y="781232"/>
                  </a:lnTo>
                  <a:lnTo>
                    <a:pt x="8287447" y="713995"/>
                  </a:lnTo>
                  <a:lnTo>
                    <a:pt x="8252438" y="650623"/>
                  </a:lnTo>
                  <a:lnTo>
                    <a:pt x="8216915" y="591150"/>
                  </a:lnTo>
                  <a:lnTo>
                    <a:pt x="8180670" y="535543"/>
                  </a:lnTo>
                  <a:lnTo>
                    <a:pt x="8151487" y="494466"/>
                  </a:lnTo>
                  <a:lnTo>
                    <a:pt x="8105301" y="436044"/>
                  </a:lnTo>
                  <a:lnTo>
                    <a:pt x="8056754" y="383031"/>
                  </a:lnTo>
                  <a:lnTo>
                    <a:pt x="8005150" y="335196"/>
                  </a:lnTo>
                  <a:lnTo>
                    <a:pt x="7949723" y="292129"/>
                  </a:lnTo>
                  <a:lnTo>
                    <a:pt x="7889690" y="253347"/>
                  </a:lnTo>
                  <a:lnTo>
                    <a:pt x="7824297" y="218370"/>
                  </a:lnTo>
                  <a:lnTo>
                    <a:pt x="7752883" y="186756"/>
                  </a:lnTo>
                  <a:lnTo>
                    <a:pt x="7674970" y="158130"/>
                  </a:lnTo>
                  <a:lnTo>
                    <a:pt x="7590379" y="132195"/>
                  </a:lnTo>
                  <a:lnTo>
                    <a:pt x="7499379" y="108740"/>
                  </a:lnTo>
                  <a:lnTo>
                    <a:pt x="7402852" y="87637"/>
                  </a:lnTo>
                  <a:lnTo>
                    <a:pt x="7302448" y="68838"/>
                  </a:lnTo>
                  <a:lnTo>
                    <a:pt x="7200682" y="52358"/>
                  </a:lnTo>
                  <a:lnTo>
                    <a:pt x="7100896" y="38246"/>
                  </a:lnTo>
                  <a:lnTo>
                    <a:pt x="7007023" y="26548"/>
                  </a:lnTo>
                  <a:lnTo>
                    <a:pt x="6923132" y="17262"/>
                  </a:lnTo>
                  <a:lnTo>
                    <a:pt x="6852790" y="10298"/>
                  </a:lnTo>
                  <a:lnTo>
                    <a:pt x="6798399" y="5453"/>
                  </a:lnTo>
                  <a:lnTo>
                    <a:pt x="6760670" y="2416"/>
                  </a:lnTo>
                  <a:lnTo>
                    <a:pt x="6738397" y="790"/>
                  </a:lnTo>
                  <a:lnTo>
                    <a:pt x="6728518" y="132"/>
                  </a:lnTo>
                  <a:lnTo>
                    <a:pt x="6726360" y="1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066" y="86"/>
                  </a:lnTo>
                  <a:lnTo>
                    <a:pt x="5248191" y="705"/>
                  </a:lnTo>
                  <a:lnTo>
                    <a:pt x="5233276" y="2415"/>
                  </a:lnTo>
                  <a:lnTo>
                    <a:pt x="5206352" y="5786"/>
                  </a:lnTo>
                  <a:lnTo>
                    <a:pt x="5165696" y="11361"/>
                  </a:lnTo>
                  <a:lnTo>
                    <a:pt x="5110959" y="19611"/>
                  </a:lnTo>
                  <a:lnTo>
                    <a:pt x="5043141" y="30893"/>
                  </a:lnTo>
                  <a:lnTo>
                    <a:pt x="4964370" y="45430"/>
                  </a:lnTo>
                  <a:lnTo>
                    <a:pt x="4877521" y="63317"/>
                  </a:lnTo>
                  <a:lnTo>
                    <a:pt x="4785776" y="84549"/>
                  </a:lnTo>
                  <a:lnTo>
                    <a:pt x="4692203" y="109068"/>
                  </a:lnTo>
                  <a:lnTo>
                    <a:pt x="4599458" y="136807"/>
                  </a:lnTo>
                  <a:lnTo>
                    <a:pt x="4509611" y="167737"/>
                  </a:lnTo>
                  <a:lnTo>
                    <a:pt x="4424112" y="201896"/>
                  </a:lnTo>
                  <a:lnTo>
                    <a:pt x="4343831" y="239411"/>
                  </a:lnTo>
                  <a:lnTo>
                    <a:pt x="4269154" y="280507"/>
                  </a:lnTo>
                  <a:lnTo>
                    <a:pt x="4200096" y="325508"/>
                  </a:lnTo>
                  <a:lnTo>
                    <a:pt x="4136405" y="374839"/>
                  </a:lnTo>
                  <a:lnTo>
                    <a:pt x="4077647" y="429009"/>
                  </a:lnTo>
                  <a:lnTo>
                    <a:pt x="4023285" y="488598"/>
                  </a:lnTo>
                  <a:lnTo>
                    <a:pt x="3972722" y="554226"/>
                  </a:lnTo>
                  <a:lnTo>
                    <a:pt x="3925349" y="626503"/>
                  </a:lnTo>
                  <a:lnTo>
                    <a:pt x="3880571" y="705955"/>
                  </a:lnTo>
                  <a:lnTo>
                    <a:pt x="3837841" y="792894"/>
                  </a:lnTo>
                  <a:lnTo>
                    <a:pt x="3829811" y="810489"/>
                  </a:lnTo>
                  <a:lnTo>
                    <a:pt x="3799946" y="879456"/>
                  </a:lnTo>
                  <a:lnTo>
                    <a:pt x="3770712" y="952443"/>
                  </a:lnTo>
                  <a:lnTo>
                    <a:pt x="3741972" y="1029527"/>
                  </a:lnTo>
                  <a:lnTo>
                    <a:pt x="3713612" y="1110751"/>
                  </a:lnTo>
                  <a:lnTo>
                    <a:pt x="3685533" y="1196113"/>
                  </a:lnTo>
                  <a:lnTo>
                    <a:pt x="3657655" y="1285563"/>
                  </a:lnTo>
                  <a:lnTo>
                    <a:pt x="3629912" y="1379003"/>
                  </a:lnTo>
                  <a:lnTo>
                    <a:pt x="3602250" y="1476281"/>
                  </a:lnTo>
                  <a:lnTo>
                    <a:pt x="3574626" y="1577193"/>
                  </a:lnTo>
                  <a:lnTo>
                    <a:pt x="3547010" y="1681480"/>
                  </a:lnTo>
                  <a:lnTo>
                    <a:pt x="3519381" y="1788830"/>
                  </a:lnTo>
                  <a:lnTo>
                    <a:pt x="3491725" y="1898882"/>
                  </a:lnTo>
                  <a:lnTo>
                    <a:pt x="3464035" y="2011228"/>
                  </a:lnTo>
                  <a:lnTo>
                    <a:pt x="3436313" y="2125420"/>
                  </a:lnTo>
                  <a:lnTo>
                    <a:pt x="3408564" y="2240976"/>
                  </a:lnTo>
                  <a:lnTo>
                    <a:pt x="3380795" y="2357391"/>
                  </a:lnTo>
                  <a:lnTo>
                    <a:pt x="3353020" y="2474141"/>
                  </a:lnTo>
                  <a:lnTo>
                    <a:pt x="3325248" y="2590698"/>
                  </a:lnTo>
                  <a:lnTo>
                    <a:pt x="3297493" y="2706536"/>
                  </a:lnTo>
                  <a:lnTo>
                    <a:pt x="3269762" y="2821144"/>
                  </a:lnTo>
                  <a:lnTo>
                    <a:pt x="3242064" y="2934032"/>
                  </a:lnTo>
                  <a:lnTo>
                    <a:pt x="3214399" y="3044743"/>
                  </a:lnTo>
                  <a:lnTo>
                    <a:pt x="3186763" y="3152858"/>
                  </a:lnTo>
                  <a:lnTo>
                    <a:pt x="3159146" y="3258002"/>
                  </a:lnTo>
                  <a:lnTo>
                    <a:pt x="3131527" y="3359849"/>
                  </a:lnTo>
                  <a:lnTo>
                    <a:pt x="3103879" y="3458127"/>
                  </a:lnTo>
                  <a:lnTo>
                    <a:pt x="3076162" y="3552617"/>
                  </a:lnTo>
                  <a:lnTo>
                    <a:pt x="3048326" y="3643152"/>
                  </a:lnTo>
                  <a:lnTo>
                    <a:pt x="3020309" y="3729621"/>
                  </a:lnTo>
                  <a:lnTo>
                    <a:pt x="2992033" y="3811960"/>
                  </a:lnTo>
                  <a:lnTo>
                    <a:pt x="2963406" y="3890156"/>
                  </a:lnTo>
                  <a:lnTo>
                    <a:pt x="2934318" y="3964239"/>
                  </a:lnTo>
                  <a:lnTo>
                    <a:pt x="2904637" y="4034278"/>
                  </a:lnTo>
                  <a:lnTo>
                    <a:pt x="2896531" y="4052445"/>
                  </a:lnTo>
                  <a:lnTo>
                    <a:pt x="2854139" y="4140832"/>
                  </a:lnTo>
                  <a:lnTo>
                    <a:pt x="2809795" y="4221709"/>
                  </a:lnTo>
                  <a:lnTo>
                    <a:pt x="2762967" y="4295331"/>
                  </a:lnTo>
                  <a:lnTo>
                    <a:pt x="2713065" y="4362193"/>
                  </a:lnTo>
                  <a:lnTo>
                    <a:pt x="2659481" y="4422895"/>
                  </a:lnTo>
                  <a:lnTo>
                    <a:pt x="2601614" y="4478061"/>
                  </a:lnTo>
                  <a:lnTo>
                    <a:pt x="2538910" y="4528281"/>
                  </a:lnTo>
                  <a:lnTo>
                    <a:pt x="2470911" y="4574080"/>
                  </a:lnTo>
                  <a:lnTo>
                    <a:pt x="2397324" y="4615899"/>
                  </a:lnTo>
                  <a:lnTo>
                    <a:pt x="2318105" y="4654083"/>
                  </a:lnTo>
                  <a:lnTo>
                    <a:pt x="2233559" y="4688875"/>
                  </a:lnTo>
                  <a:lnTo>
                    <a:pt x="2144455" y="4720421"/>
                  </a:lnTo>
                  <a:lnTo>
                    <a:pt x="2052126" y="4748775"/>
                  </a:lnTo>
                  <a:lnTo>
                    <a:pt x="1958523" y="4773918"/>
                  </a:lnTo>
                  <a:lnTo>
                    <a:pt x="1866197" y="4795789"/>
                  </a:lnTo>
                  <a:lnTo>
                    <a:pt x="1778157" y="4814322"/>
                  </a:lnTo>
                  <a:lnTo>
                    <a:pt x="1697591" y="4829500"/>
                  </a:lnTo>
                  <a:lnTo>
                    <a:pt x="1627471" y="4841395"/>
                  </a:lnTo>
                  <a:lnTo>
                    <a:pt x="1570100" y="4850205"/>
                  </a:lnTo>
                  <a:lnTo>
                    <a:pt x="1526718" y="4856261"/>
                  </a:lnTo>
                  <a:lnTo>
                    <a:pt x="1497243" y="4860016"/>
                  </a:lnTo>
                  <a:lnTo>
                    <a:pt x="1480212" y="4862001"/>
                  </a:lnTo>
                  <a:lnTo>
                    <a:pt x="1472880" y="4862786"/>
                  </a:lnTo>
                  <a:lnTo>
                    <a:pt x="1471394" y="4862933"/>
                  </a:lnTo>
                  <a:lnTo>
                    <a:pt x="1471387" y="4862934"/>
                  </a:lnTo>
                  <a:lnTo>
                    <a:pt x="0" y="486293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94" name="pg1394"/>
            <p:cNvSpPr/>
            <p:nvPr/>
          </p:nvSpPr>
          <p:spPr>
            <a:xfrm>
              <a:off x="4799595" y="3941799"/>
              <a:ext cx="11981298" cy="4813896"/>
            </a:xfrm>
            <a:custGeom>
              <a:avLst/>
              <a:pathLst>
                <a:path w="11981298" h="4813896">
                  <a:moveTo>
                    <a:pt x="0" y="4813896"/>
                  </a:moveTo>
                  <a:lnTo>
                    <a:pt x="1471387" y="4813896"/>
                  </a:lnTo>
                  <a:lnTo>
                    <a:pt x="1472280" y="4813809"/>
                  </a:lnTo>
                  <a:lnTo>
                    <a:pt x="1478178" y="4813195"/>
                  </a:lnTo>
                  <a:lnTo>
                    <a:pt x="1493151" y="4811498"/>
                  </a:lnTo>
                  <a:lnTo>
                    <a:pt x="1520175" y="4808153"/>
                  </a:lnTo>
                  <a:lnTo>
                    <a:pt x="1560975" y="4802621"/>
                  </a:lnTo>
                  <a:lnTo>
                    <a:pt x="1615891" y="4794436"/>
                  </a:lnTo>
                  <a:lnTo>
                    <a:pt x="1683911" y="4783243"/>
                  </a:lnTo>
                  <a:lnTo>
                    <a:pt x="1762890" y="4768823"/>
                  </a:lnTo>
                  <a:lnTo>
                    <a:pt x="1849933" y="4751084"/>
                  </a:lnTo>
                  <a:lnTo>
                    <a:pt x="1941847" y="4730029"/>
                  </a:lnTo>
                  <a:lnTo>
                    <a:pt x="2035554" y="4705720"/>
                  </a:lnTo>
                  <a:lnTo>
                    <a:pt x="2128395" y="4678219"/>
                  </a:lnTo>
                  <a:lnTo>
                    <a:pt x="2218301" y="4647556"/>
                  </a:lnTo>
                  <a:lnTo>
                    <a:pt x="2303826" y="4613692"/>
                  </a:lnTo>
                  <a:lnTo>
                    <a:pt x="2384109" y="4576500"/>
                  </a:lnTo>
                  <a:lnTo>
                    <a:pt x="2458767" y="4535753"/>
                  </a:lnTo>
                  <a:lnTo>
                    <a:pt x="2527794" y="4491127"/>
                  </a:lnTo>
                  <a:lnTo>
                    <a:pt x="2591449" y="4442201"/>
                  </a:lnTo>
                  <a:lnTo>
                    <a:pt x="2650168" y="4388465"/>
                  </a:lnTo>
                  <a:lnTo>
                    <a:pt x="2704496" y="4329345"/>
                  </a:lnTo>
                  <a:lnTo>
                    <a:pt x="2755029" y="4264222"/>
                  </a:lnTo>
                  <a:lnTo>
                    <a:pt x="2802383" y="4192494"/>
                  </a:lnTo>
                  <a:lnTo>
                    <a:pt x="2847151" y="4113643"/>
                  </a:lnTo>
                  <a:lnTo>
                    <a:pt x="2889882" y="4027368"/>
                  </a:lnTo>
                  <a:lnTo>
                    <a:pt x="2896531" y="4012942"/>
                  </a:lnTo>
                  <a:lnTo>
                    <a:pt x="2926558" y="3944401"/>
                  </a:lnTo>
                  <a:lnTo>
                    <a:pt x="2955947" y="3871846"/>
                  </a:lnTo>
                  <a:lnTo>
                    <a:pt x="2984838" y="3795195"/>
                  </a:lnTo>
                  <a:lnTo>
                    <a:pt x="3013348" y="3714408"/>
                  </a:lnTo>
                  <a:lnTo>
                    <a:pt x="3041574" y="3629488"/>
                  </a:lnTo>
                  <a:lnTo>
                    <a:pt x="3069600" y="3540485"/>
                  </a:lnTo>
                  <a:lnTo>
                    <a:pt x="3097491" y="3447501"/>
                  </a:lnTo>
                  <a:lnTo>
                    <a:pt x="3125303" y="3350688"/>
                  </a:lnTo>
                  <a:lnTo>
                    <a:pt x="3153077" y="3250255"/>
                  </a:lnTo>
                  <a:lnTo>
                    <a:pt x="3180844" y="3146465"/>
                  </a:lnTo>
                  <a:lnTo>
                    <a:pt x="3208626" y="3039633"/>
                  </a:lnTo>
                  <a:lnTo>
                    <a:pt x="3236435" y="2930124"/>
                  </a:lnTo>
                  <a:lnTo>
                    <a:pt x="3264279" y="2818352"/>
                  </a:lnTo>
                  <a:lnTo>
                    <a:pt x="3292155" y="2704769"/>
                  </a:lnTo>
                  <a:lnTo>
                    <a:pt x="3320058" y="2589861"/>
                  </a:lnTo>
                  <a:lnTo>
                    <a:pt x="3347979" y="2474138"/>
                  </a:lnTo>
                  <a:lnTo>
                    <a:pt x="3375907" y="2358126"/>
                  </a:lnTo>
                  <a:lnTo>
                    <a:pt x="3403830" y="2242356"/>
                  </a:lnTo>
                  <a:lnTo>
                    <a:pt x="3431735" y="2127355"/>
                  </a:lnTo>
                  <a:lnTo>
                    <a:pt x="3459614" y="2013636"/>
                  </a:lnTo>
                  <a:lnTo>
                    <a:pt x="3487460" y="1901686"/>
                  </a:lnTo>
                  <a:lnTo>
                    <a:pt x="3515273" y="1791961"/>
                  </a:lnTo>
                  <a:lnTo>
                    <a:pt x="3543057" y="1684878"/>
                  </a:lnTo>
                  <a:lnTo>
                    <a:pt x="3570825" y="1580807"/>
                  </a:lnTo>
                  <a:lnTo>
                    <a:pt x="3598597" y="1480068"/>
                  </a:lnTo>
                  <a:lnTo>
                    <a:pt x="3626403" y="1382928"/>
                  </a:lnTo>
                  <a:lnTo>
                    <a:pt x="3654286" y="1289600"/>
                  </a:lnTo>
                  <a:lnTo>
                    <a:pt x="3682297" y="1200242"/>
                  </a:lnTo>
                  <a:lnTo>
                    <a:pt x="3710503" y="1114961"/>
                  </a:lnTo>
                  <a:lnTo>
                    <a:pt x="3738984" y="1033810"/>
                  </a:lnTo>
                  <a:lnTo>
                    <a:pt x="3767837" y="956796"/>
                  </a:lnTo>
                  <a:lnTo>
                    <a:pt x="3797177" y="883883"/>
                  </a:lnTo>
                  <a:lnTo>
                    <a:pt x="3827142" y="814994"/>
                  </a:lnTo>
                  <a:lnTo>
                    <a:pt x="3829811" y="809126"/>
                  </a:lnTo>
                  <a:lnTo>
                    <a:pt x="3872263" y="721664"/>
                  </a:lnTo>
                  <a:lnTo>
                    <a:pt x="3916672" y="641643"/>
                  </a:lnTo>
                  <a:lnTo>
                    <a:pt x="3963575" y="568811"/>
                  </a:lnTo>
                  <a:lnTo>
                    <a:pt x="4013561" y="502676"/>
                  </a:lnTo>
                  <a:lnTo>
                    <a:pt x="4067243" y="442641"/>
                  </a:lnTo>
                  <a:lnTo>
                    <a:pt x="4125225" y="388088"/>
                  </a:lnTo>
                  <a:lnTo>
                    <a:pt x="4188061" y="338432"/>
                  </a:lnTo>
                  <a:lnTo>
                    <a:pt x="4256209" y="293152"/>
                  </a:lnTo>
                  <a:lnTo>
                    <a:pt x="4329964" y="251812"/>
                  </a:lnTo>
                  <a:lnTo>
                    <a:pt x="4409365" y="214071"/>
                  </a:lnTo>
                  <a:lnTo>
                    <a:pt x="4494100" y="179688"/>
                  </a:lnTo>
                  <a:lnTo>
                    <a:pt x="4583388" y="148520"/>
                  </a:lnTo>
                  <a:lnTo>
                    <a:pt x="4675884" y="120516"/>
                  </a:lnTo>
                  <a:lnTo>
                    <a:pt x="4769617" y="95694"/>
                  </a:lnTo>
                  <a:lnTo>
                    <a:pt x="4862015" y="74116"/>
                  </a:lnTo>
                  <a:lnTo>
                    <a:pt x="4950049" y="55846"/>
                  </a:lnTo>
                  <a:lnTo>
                    <a:pt x="5030520" y="40901"/>
                  </a:lnTo>
                  <a:lnTo>
                    <a:pt x="5100453" y="29206"/>
                  </a:lnTo>
                  <a:lnTo>
                    <a:pt x="5157556" y="20562"/>
                  </a:lnTo>
                  <a:lnTo>
                    <a:pt x="5200617" y="14636"/>
                  </a:lnTo>
                  <a:lnTo>
                    <a:pt x="5229755" y="10978"/>
                  </a:lnTo>
                  <a:lnTo>
                    <a:pt x="5246478" y="9056"/>
                  </a:lnTo>
                  <a:lnTo>
                    <a:pt x="5253575" y="8307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263" y="8253"/>
                  </a:lnTo>
                  <a:lnTo>
                    <a:pt x="6733344" y="8828"/>
                  </a:lnTo>
                  <a:lnTo>
                    <a:pt x="6748764" y="10416"/>
                  </a:lnTo>
                  <a:lnTo>
                    <a:pt x="6776565" y="13546"/>
                  </a:lnTo>
                  <a:lnTo>
                    <a:pt x="6818475" y="18720"/>
                  </a:lnTo>
                  <a:lnTo>
                    <a:pt x="6874776" y="26370"/>
                  </a:lnTo>
                  <a:lnTo>
                    <a:pt x="6944349" y="36820"/>
                  </a:lnTo>
                  <a:lnTo>
                    <a:pt x="7024915" y="50268"/>
                  </a:lnTo>
                  <a:lnTo>
                    <a:pt x="7113447" y="66791"/>
                  </a:lnTo>
                  <a:lnTo>
                    <a:pt x="7206643" y="86378"/>
                  </a:lnTo>
                  <a:lnTo>
                    <a:pt x="7301360" y="108972"/>
                  </a:lnTo>
                  <a:lnTo>
                    <a:pt x="7394917" y="134514"/>
                  </a:lnTo>
                  <a:lnTo>
                    <a:pt x="7485256" y="162984"/>
                  </a:lnTo>
                  <a:lnTo>
                    <a:pt x="7570969" y="194429"/>
                  </a:lnTo>
                  <a:lnTo>
                    <a:pt x="7651243" y="228980"/>
                  </a:lnTo>
                  <a:lnTo>
                    <a:pt x="7725751" y="266862"/>
                  </a:lnTo>
                  <a:lnTo>
                    <a:pt x="7794537" y="308395"/>
                  </a:lnTo>
                  <a:lnTo>
                    <a:pt x="7857906" y="353988"/>
                  </a:lnTo>
                  <a:lnTo>
                    <a:pt x="7916334" y="404130"/>
                  </a:lnTo>
                  <a:lnTo>
                    <a:pt x="7970396" y="459369"/>
                  </a:lnTo>
                  <a:lnTo>
                    <a:pt x="8020716" y="520284"/>
                  </a:lnTo>
                  <a:lnTo>
                    <a:pt x="8067926" y="587430"/>
                  </a:lnTo>
                  <a:lnTo>
                    <a:pt x="8112631" y="661257"/>
                  </a:lnTo>
                  <a:lnTo>
                    <a:pt x="8151487" y="734207"/>
                  </a:lnTo>
                  <a:lnTo>
                    <a:pt x="8182876" y="799276"/>
                  </a:lnTo>
                  <a:lnTo>
                    <a:pt x="8213575" y="868331"/>
                  </a:lnTo>
                  <a:lnTo>
                    <a:pt x="8243741" y="941451"/>
                  </a:lnTo>
                  <a:lnTo>
                    <a:pt x="8273506" y="1018675"/>
                  </a:lnTo>
                  <a:lnTo>
                    <a:pt x="8302979" y="1099991"/>
                  </a:lnTo>
                  <a:lnTo>
                    <a:pt x="8332250" y="1185338"/>
                  </a:lnTo>
                  <a:lnTo>
                    <a:pt x="8361393" y="1274595"/>
                  </a:lnTo>
                  <a:lnTo>
                    <a:pt x="8390463" y="1367588"/>
                  </a:lnTo>
                  <a:lnTo>
                    <a:pt x="8419506" y="1464080"/>
                  </a:lnTo>
                  <a:lnTo>
                    <a:pt x="8448553" y="1563779"/>
                  </a:lnTo>
                  <a:lnTo>
                    <a:pt x="8477624" y="1666333"/>
                  </a:lnTo>
                  <a:lnTo>
                    <a:pt x="8506729" y="1771339"/>
                  </a:lnTo>
                  <a:lnTo>
                    <a:pt x="8535871" y="1878347"/>
                  </a:lnTo>
                  <a:lnTo>
                    <a:pt x="8565045" y="1986866"/>
                  </a:lnTo>
                  <a:lnTo>
                    <a:pt x="8594244" y="2096376"/>
                  </a:lnTo>
                  <a:lnTo>
                    <a:pt x="8623453" y="2206336"/>
                  </a:lnTo>
                  <a:lnTo>
                    <a:pt x="8652660" y="2316196"/>
                  </a:lnTo>
                  <a:lnTo>
                    <a:pt x="8681851" y="2425407"/>
                  </a:lnTo>
                  <a:lnTo>
                    <a:pt x="8711015" y="2533434"/>
                  </a:lnTo>
                  <a:lnTo>
                    <a:pt x="8740143" y="2639766"/>
                  </a:lnTo>
                  <a:lnTo>
                    <a:pt x="8769235" y="2743928"/>
                  </a:lnTo>
                  <a:lnTo>
                    <a:pt x="8798295" y="2845485"/>
                  </a:lnTo>
                  <a:lnTo>
                    <a:pt x="8827338" y="2944052"/>
                  </a:lnTo>
                  <a:lnTo>
                    <a:pt x="8856387" y="3039299"/>
                  </a:lnTo>
                  <a:lnTo>
                    <a:pt x="8885478" y="3130953"/>
                  </a:lnTo>
                  <a:lnTo>
                    <a:pt x="8914659" y="3218802"/>
                  </a:lnTo>
                  <a:lnTo>
                    <a:pt x="8943995" y="3302689"/>
                  </a:lnTo>
                  <a:lnTo>
                    <a:pt x="8973563" y="3382517"/>
                  </a:lnTo>
                  <a:lnTo>
                    <a:pt x="9003461" y="3458243"/>
                  </a:lnTo>
                  <a:lnTo>
                    <a:pt x="9033805" y="3529874"/>
                  </a:lnTo>
                  <a:lnTo>
                    <a:pt x="9064736" y="3597464"/>
                  </a:lnTo>
                  <a:lnTo>
                    <a:pt x="9084767" y="3638346"/>
                  </a:lnTo>
                  <a:lnTo>
                    <a:pt x="9127675" y="3718426"/>
                  </a:lnTo>
                  <a:lnTo>
                    <a:pt x="9172588" y="3791620"/>
                  </a:lnTo>
                  <a:lnTo>
                    <a:pt x="9220060" y="3858168"/>
                  </a:lnTo>
                  <a:lnTo>
                    <a:pt x="9270700" y="3918533"/>
                  </a:lnTo>
                  <a:lnTo>
                    <a:pt x="9325141" y="3973275"/>
                  </a:lnTo>
                  <a:lnTo>
                    <a:pt x="9384004" y="4022973"/>
                  </a:lnTo>
                  <a:lnTo>
                    <a:pt x="9447857" y="4068170"/>
                  </a:lnTo>
                  <a:lnTo>
                    <a:pt x="9517163" y="4109349"/>
                  </a:lnTo>
                  <a:lnTo>
                    <a:pt x="9592209" y="4146911"/>
                  </a:lnTo>
                  <a:lnTo>
                    <a:pt x="9673007" y="4181166"/>
                  </a:lnTo>
                  <a:lnTo>
                    <a:pt x="9759191" y="4212331"/>
                  </a:lnTo>
                  <a:lnTo>
                    <a:pt x="9849897" y="4240529"/>
                  </a:lnTo>
                  <a:lnTo>
                    <a:pt x="9943659" y="4265799"/>
                  </a:lnTo>
                  <a:lnTo>
                    <a:pt x="10038356" y="4288118"/>
                  </a:lnTo>
                  <a:lnTo>
                    <a:pt x="10131257" y="4307423"/>
                  </a:lnTo>
                  <a:lnTo>
                    <a:pt x="10219188" y="4323661"/>
                  </a:lnTo>
                  <a:lnTo>
                    <a:pt x="10298855" y="4336825"/>
                  </a:lnTo>
                  <a:lnTo>
                    <a:pt x="10367279" y="4347006"/>
                  </a:lnTo>
                  <a:lnTo>
                    <a:pt x="10422273" y="4354411"/>
                  </a:lnTo>
                  <a:lnTo>
                    <a:pt x="10462841" y="4359376"/>
                  </a:lnTo>
                  <a:lnTo>
                    <a:pt x="10489401" y="4362341"/>
                  </a:lnTo>
                  <a:lnTo>
                    <a:pt x="10503810" y="4363813"/>
                  </a:lnTo>
                  <a:lnTo>
                    <a:pt x="10509220" y="4364320"/>
                  </a:lnTo>
                  <a:lnTo>
                    <a:pt x="10509911" y="4364381"/>
                  </a:lnTo>
                  <a:lnTo>
                    <a:pt x="11981298" y="4364381"/>
                  </a:lnTo>
                  <a:lnTo>
                    <a:pt x="11981298" y="4356208"/>
                  </a:lnTo>
                  <a:lnTo>
                    <a:pt x="10509911" y="4356208"/>
                  </a:lnTo>
                  <a:lnTo>
                    <a:pt x="10508990" y="4356127"/>
                  </a:lnTo>
                  <a:lnTo>
                    <a:pt x="10502910" y="4355552"/>
                  </a:lnTo>
                  <a:lnTo>
                    <a:pt x="10487489" y="4353964"/>
                  </a:lnTo>
                  <a:lnTo>
                    <a:pt x="10459688" y="4350834"/>
                  </a:lnTo>
                  <a:lnTo>
                    <a:pt x="10417778" y="4345660"/>
                  </a:lnTo>
                  <a:lnTo>
                    <a:pt x="10361477" y="4338010"/>
                  </a:lnTo>
                  <a:lnTo>
                    <a:pt x="10291904" y="4327560"/>
                  </a:lnTo>
                  <a:lnTo>
                    <a:pt x="10211338" y="4314113"/>
                  </a:lnTo>
                  <a:lnTo>
                    <a:pt x="10122807" y="4297590"/>
                  </a:lnTo>
                  <a:lnTo>
                    <a:pt x="10029610" y="4278002"/>
                  </a:lnTo>
                  <a:lnTo>
                    <a:pt x="9934893" y="4255408"/>
                  </a:lnTo>
                  <a:lnTo>
                    <a:pt x="9841336" y="4229866"/>
                  </a:lnTo>
                  <a:lnTo>
                    <a:pt x="9750997" y="4201396"/>
                  </a:lnTo>
                  <a:lnTo>
                    <a:pt x="9665284" y="4169951"/>
                  </a:lnTo>
                  <a:lnTo>
                    <a:pt x="9585010" y="4135400"/>
                  </a:lnTo>
                  <a:lnTo>
                    <a:pt x="9510502" y="4097518"/>
                  </a:lnTo>
                  <a:lnTo>
                    <a:pt x="9441716" y="4055985"/>
                  </a:lnTo>
                  <a:lnTo>
                    <a:pt x="9378347" y="4010392"/>
                  </a:lnTo>
                  <a:lnTo>
                    <a:pt x="9319920" y="3960250"/>
                  </a:lnTo>
                  <a:lnTo>
                    <a:pt x="9265857" y="3905011"/>
                  </a:lnTo>
                  <a:lnTo>
                    <a:pt x="9215537" y="3844096"/>
                  </a:lnTo>
                  <a:lnTo>
                    <a:pt x="9168328" y="3776950"/>
                  </a:lnTo>
                  <a:lnTo>
                    <a:pt x="9123623" y="3703123"/>
                  </a:lnTo>
                  <a:lnTo>
                    <a:pt x="9084767" y="3630173"/>
                  </a:lnTo>
                  <a:lnTo>
                    <a:pt x="9053378" y="3565104"/>
                  </a:lnTo>
                  <a:lnTo>
                    <a:pt x="9022678" y="3496049"/>
                  </a:lnTo>
                  <a:lnTo>
                    <a:pt x="8992512" y="3422929"/>
                  </a:lnTo>
                  <a:lnTo>
                    <a:pt x="8962747" y="3345705"/>
                  </a:lnTo>
                  <a:lnTo>
                    <a:pt x="8933274" y="3264389"/>
                  </a:lnTo>
                  <a:lnTo>
                    <a:pt x="8904003" y="3179043"/>
                  </a:lnTo>
                  <a:lnTo>
                    <a:pt x="8874861" y="3089785"/>
                  </a:lnTo>
                  <a:lnTo>
                    <a:pt x="8845790" y="2996793"/>
                  </a:lnTo>
                  <a:lnTo>
                    <a:pt x="8816747" y="2900300"/>
                  </a:lnTo>
                  <a:lnTo>
                    <a:pt x="8787700" y="2800601"/>
                  </a:lnTo>
                  <a:lnTo>
                    <a:pt x="8758630" y="2698047"/>
                  </a:lnTo>
                  <a:lnTo>
                    <a:pt x="8729525" y="2593041"/>
                  </a:lnTo>
                  <a:lnTo>
                    <a:pt x="8700383" y="2486034"/>
                  </a:lnTo>
                  <a:lnTo>
                    <a:pt x="8671208" y="2377514"/>
                  </a:lnTo>
                  <a:lnTo>
                    <a:pt x="8642010" y="2268004"/>
                  </a:lnTo>
                  <a:lnTo>
                    <a:pt x="8612800" y="2158044"/>
                  </a:lnTo>
                  <a:lnTo>
                    <a:pt x="8583593" y="2048184"/>
                  </a:lnTo>
                  <a:lnTo>
                    <a:pt x="8554402" y="1938973"/>
                  </a:lnTo>
                  <a:lnTo>
                    <a:pt x="8525239" y="1830947"/>
                  </a:lnTo>
                  <a:lnTo>
                    <a:pt x="8496110" y="1724614"/>
                  </a:lnTo>
                  <a:lnTo>
                    <a:pt x="8467018" y="1620452"/>
                  </a:lnTo>
                  <a:lnTo>
                    <a:pt x="8437958" y="1518896"/>
                  </a:lnTo>
                  <a:lnTo>
                    <a:pt x="8408915" y="1420328"/>
                  </a:lnTo>
                  <a:lnTo>
                    <a:pt x="8379867" y="1325081"/>
                  </a:lnTo>
                  <a:lnTo>
                    <a:pt x="8350775" y="1233427"/>
                  </a:lnTo>
                  <a:lnTo>
                    <a:pt x="8321594" y="1145579"/>
                  </a:lnTo>
                  <a:lnTo>
                    <a:pt x="8292258" y="1061691"/>
                  </a:lnTo>
                  <a:lnTo>
                    <a:pt x="8262690" y="981863"/>
                  </a:lnTo>
                  <a:lnTo>
                    <a:pt x="8232793" y="906137"/>
                  </a:lnTo>
                  <a:lnTo>
                    <a:pt x="8202448" y="834506"/>
                  </a:lnTo>
                  <a:lnTo>
                    <a:pt x="8171517" y="766916"/>
                  </a:lnTo>
                  <a:lnTo>
                    <a:pt x="8151487" y="726034"/>
                  </a:lnTo>
                  <a:lnTo>
                    <a:pt x="8108578" y="645954"/>
                  </a:lnTo>
                  <a:lnTo>
                    <a:pt x="8063665" y="572760"/>
                  </a:lnTo>
                  <a:lnTo>
                    <a:pt x="8016193" y="506212"/>
                  </a:lnTo>
                  <a:lnTo>
                    <a:pt x="7965553" y="445847"/>
                  </a:lnTo>
                  <a:lnTo>
                    <a:pt x="7911112" y="391105"/>
                  </a:lnTo>
                  <a:lnTo>
                    <a:pt x="7852250" y="341407"/>
                  </a:lnTo>
                  <a:lnTo>
                    <a:pt x="7788396" y="296210"/>
                  </a:lnTo>
                  <a:lnTo>
                    <a:pt x="7719090" y="255031"/>
                  </a:lnTo>
                  <a:lnTo>
                    <a:pt x="7644044" y="217469"/>
                  </a:lnTo>
                  <a:lnTo>
                    <a:pt x="7563246" y="183214"/>
                  </a:lnTo>
                  <a:lnTo>
                    <a:pt x="7477062" y="152049"/>
                  </a:lnTo>
                  <a:lnTo>
                    <a:pt x="7386356" y="123851"/>
                  </a:lnTo>
                  <a:lnTo>
                    <a:pt x="7292595" y="98581"/>
                  </a:lnTo>
                  <a:lnTo>
                    <a:pt x="7197897" y="76262"/>
                  </a:lnTo>
                  <a:lnTo>
                    <a:pt x="7104996" y="56957"/>
                  </a:lnTo>
                  <a:lnTo>
                    <a:pt x="7017065" y="40720"/>
                  </a:lnTo>
                  <a:lnTo>
                    <a:pt x="6937398" y="27555"/>
                  </a:lnTo>
                  <a:lnTo>
                    <a:pt x="6868974" y="17375"/>
                  </a:lnTo>
                  <a:lnTo>
                    <a:pt x="6813980" y="9969"/>
                  </a:lnTo>
                  <a:lnTo>
                    <a:pt x="6773412" y="5004"/>
                  </a:lnTo>
                  <a:lnTo>
                    <a:pt x="6746852" y="2039"/>
                  </a:lnTo>
                  <a:lnTo>
                    <a:pt x="6732444" y="567"/>
                  </a:lnTo>
                  <a:lnTo>
                    <a:pt x="6727034" y="60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062" y="86"/>
                  </a:lnTo>
                  <a:lnTo>
                    <a:pt x="5248164" y="700"/>
                  </a:lnTo>
                  <a:lnTo>
                    <a:pt x="5233191" y="2397"/>
                  </a:lnTo>
                  <a:lnTo>
                    <a:pt x="5206167" y="5742"/>
                  </a:lnTo>
                  <a:lnTo>
                    <a:pt x="5165367" y="11274"/>
                  </a:lnTo>
                  <a:lnTo>
                    <a:pt x="5110451" y="19459"/>
                  </a:lnTo>
                  <a:lnTo>
                    <a:pt x="5042431" y="30652"/>
                  </a:lnTo>
                  <a:lnTo>
                    <a:pt x="4963453" y="45072"/>
                  </a:lnTo>
                  <a:lnTo>
                    <a:pt x="4876409" y="62811"/>
                  </a:lnTo>
                  <a:lnTo>
                    <a:pt x="4784495" y="83866"/>
                  </a:lnTo>
                  <a:lnTo>
                    <a:pt x="4690788" y="108176"/>
                  </a:lnTo>
                  <a:lnTo>
                    <a:pt x="4597947" y="135676"/>
                  </a:lnTo>
                  <a:lnTo>
                    <a:pt x="4508042" y="166339"/>
                  </a:lnTo>
                  <a:lnTo>
                    <a:pt x="4422516" y="200203"/>
                  </a:lnTo>
                  <a:lnTo>
                    <a:pt x="4342234" y="237395"/>
                  </a:lnTo>
                  <a:lnTo>
                    <a:pt x="4267575" y="278142"/>
                  </a:lnTo>
                  <a:lnTo>
                    <a:pt x="4198548" y="322768"/>
                  </a:lnTo>
                  <a:lnTo>
                    <a:pt x="4134893" y="371694"/>
                  </a:lnTo>
                  <a:lnTo>
                    <a:pt x="4076174" y="425430"/>
                  </a:lnTo>
                  <a:lnTo>
                    <a:pt x="4021847" y="484550"/>
                  </a:lnTo>
                  <a:lnTo>
                    <a:pt x="3971313" y="549673"/>
                  </a:lnTo>
                  <a:lnTo>
                    <a:pt x="3923959" y="621401"/>
                  </a:lnTo>
                  <a:lnTo>
                    <a:pt x="3879191" y="700252"/>
                  </a:lnTo>
                  <a:lnTo>
                    <a:pt x="3836460" y="786528"/>
                  </a:lnTo>
                  <a:lnTo>
                    <a:pt x="3829811" y="800953"/>
                  </a:lnTo>
                  <a:lnTo>
                    <a:pt x="3799784" y="869494"/>
                  </a:lnTo>
                  <a:lnTo>
                    <a:pt x="3770395" y="942049"/>
                  </a:lnTo>
                  <a:lnTo>
                    <a:pt x="3741504" y="1018700"/>
                  </a:lnTo>
                  <a:lnTo>
                    <a:pt x="3712994" y="1099487"/>
                  </a:lnTo>
                  <a:lnTo>
                    <a:pt x="3684768" y="1184407"/>
                  </a:lnTo>
                  <a:lnTo>
                    <a:pt x="3656742" y="1273410"/>
                  </a:lnTo>
                  <a:lnTo>
                    <a:pt x="3628851" y="1366394"/>
                  </a:lnTo>
                  <a:lnTo>
                    <a:pt x="3601039" y="1463207"/>
                  </a:lnTo>
                  <a:lnTo>
                    <a:pt x="3573266" y="1563640"/>
                  </a:lnTo>
                  <a:lnTo>
                    <a:pt x="3545498" y="1667430"/>
                  </a:lnTo>
                  <a:lnTo>
                    <a:pt x="3517717" y="1774262"/>
                  </a:lnTo>
                  <a:lnTo>
                    <a:pt x="3489907" y="1883771"/>
                  </a:lnTo>
                  <a:lnTo>
                    <a:pt x="3462063" y="1995543"/>
                  </a:lnTo>
                  <a:lnTo>
                    <a:pt x="3434187" y="2109126"/>
                  </a:lnTo>
                  <a:lnTo>
                    <a:pt x="3406284" y="2224034"/>
                  </a:lnTo>
                  <a:lnTo>
                    <a:pt x="3378363" y="2339757"/>
                  </a:lnTo>
                  <a:lnTo>
                    <a:pt x="3350435" y="2455769"/>
                  </a:lnTo>
                  <a:lnTo>
                    <a:pt x="3322512" y="2571539"/>
                  </a:lnTo>
                  <a:lnTo>
                    <a:pt x="3294607" y="2686540"/>
                  </a:lnTo>
                  <a:lnTo>
                    <a:pt x="3266728" y="2800259"/>
                  </a:lnTo>
                  <a:lnTo>
                    <a:pt x="3238882" y="2912209"/>
                  </a:lnTo>
                  <a:lnTo>
                    <a:pt x="3211069" y="3021934"/>
                  </a:lnTo>
                  <a:lnTo>
                    <a:pt x="3183285" y="3129017"/>
                  </a:lnTo>
                  <a:lnTo>
                    <a:pt x="3155518" y="3233088"/>
                  </a:lnTo>
                  <a:lnTo>
                    <a:pt x="3127746" y="3333827"/>
                  </a:lnTo>
                  <a:lnTo>
                    <a:pt x="3099939" y="3430967"/>
                  </a:lnTo>
                  <a:lnTo>
                    <a:pt x="3072056" y="3524295"/>
                  </a:lnTo>
                  <a:lnTo>
                    <a:pt x="3044045" y="3613653"/>
                  </a:lnTo>
                  <a:lnTo>
                    <a:pt x="3015839" y="3698934"/>
                  </a:lnTo>
                  <a:lnTo>
                    <a:pt x="2987358" y="3780085"/>
                  </a:lnTo>
                  <a:lnTo>
                    <a:pt x="2958505" y="3857099"/>
                  </a:lnTo>
                  <a:lnTo>
                    <a:pt x="2929165" y="3930012"/>
                  </a:lnTo>
                  <a:lnTo>
                    <a:pt x="2899200" y="3998901"/>
                  </a:lnTo>
                  <a:lnTo>
                    <a:pt x="2896531" y="4004769"/>
                  </a:lnTo>
                  <a:lnTo>
                    <a:pt x="2854079" y="4092231"/>
                  </a:lnTo>
                  <a:lnTo>
                    <a:pt x="2809670" y="4172252"/>
                  </a:lnTo>
                  <a:lnTo>
                    <a:pt x="2762768" y="4245084"/>
                  </a:lnTo>
                  <a:lnTo>
                    <a:pt x="2712781" y="4311219"/>
                  </a:lnTo>
                  <a:lnTo>
                    <a:pt x="2659099" y="4371254"/>
                  </a:lnTo>
                  <a:lnTo>
                    <a:pt x="2601117" y="4425807"/>
                  </a:lnTo>
                  <a:lnTo>
                    <a:pt x="2538281" y="4475463"/>
                  </a:lnTo>
                  <a:lnTo>
                    <a:pt x="2470133" y="4520743"/>
                  </a:lnTo>
                  <a:lnTo>
                    <a:pt x="2396378" y="4562083"/>
                  </a:lnTo>
                  <a:lnTo>
                    <a:pt x="2316977" y="4599824"/>
                  </a:lnTo>
                  <a:lnTo>
                    <a:pt x="2232243" y="4634207"/>
                  </a:lnTo>
                  <a:lnTo>
                    <a:pt x="2142954" y="4665375"/>
                  </a:lnTo>
                  <a:lnTo>
                    <a:pt x="2050458" y="4693379"/>
                  </a:lnTo>
                  <a:lnTo>
                    <a:pt x="1956725" y="4718201"/>
                  </a:lnTo>
                  <a:lnTo>
                    <a:pt x="1864327" y="4739779"/>
                  </a:lnTo>
                  <a:lnTo>
                    <a:pt x="1776293" y="4758049"/>
                  </a:lnTo>
                  <a:lnTo>
                    <a:pt x="1695823" y="4772994"/>
                  </a:lnTo>
                  <a:lnTo>
                    <a:pt x="1625889" y="4784689"/>
                  </a:lnTo>
                  <a:lnTo>
                    <a:pt x="1568786" y="4793333"/>
                  </a:lnTo>
                  <a:lnTo>
                    <a:pt x="1525725" y="4799259"/>
                  </a:lnTo>
                  <a:lnTo>
                    <a:pt x="1496587" y="4802917"/>
                  </a:lnTo>
                  <a:lnTo>
                    <a:pt x="1479865" y="4804839"/>
                  </a:lnTo>
                  <a:lnTo>
                    <a:pt x="1472767" y="4805588"/>
                  </a:lnTo>
                  <a:lnTo>
                    <a:pt x="1471387" y="4805723"/>
                  </a:lnTo>
                  <a:lnTo>
                    <a:pt x="0" y="4805723"/>
                  </a:lnTo>
                  <a:close/>
                </a:path>
              </a:pathLst>
            </a:custGeom>
            <a:solidFill>
              <a:srgbClr val="E78AC3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395" name="pl1395"/>
            <p:cNvSpPr/>
            <p:nvPr/>
          </p:nvSpPr>
          <p:spPr>
            <a:xfrm>
              <a:off x="4799595" y="3949972"/>
              <a:ext cx="11981298" cy="4805723"/>
            </a:xfrm>
            <a:custGeom>
              <a:avLst/>
              <a:pathLst>
                <a:path w="11981298" h="4805723">
                  <a:moveTo>
                    <a:pt x="0" y="4805723"/>
                  </a:moveTo>
                  <a:lnTo>
                    <a:pt x="1471387" y="4805723"/>
                  </a:lnTo>
                  <a:lnTo>
                    <a:pt x="1472280" y="4805636"/>
                  </a:lnTo>
                  <a:lnTo>
                    <a:pt x="1478178" y="4805022"/>
                  </a:lnTo>
                  <a:lnTo>
                    <a:pt x="1493151" y="4803325"/>
                  </a:lnTo>
                  <a:lnTo>
                    <a:pt x="1520175" y="4799980"/>
                  </a:lnTo>
                  <a:lnTo>
                    <a:pt x="1560975" y="4794448"/>
                  </a:lnTo>
                  <a:lnTo>
                    <a:pt x="1615891" y="4786263"/>
                  </a:lnTo>
                  <a:lnTo>
                    <a:pt x="1683911" y="4775070"/>
                  </a:lnTo>
                  <a:lnTo>
                    <a:pt x="1762890" y="4760650"/>
                  </a:lnTo>
                  <a:lnTo>
                    <a:pt x="1849933" y="4742911"/>
                  </a:lnTo>
                  <a:lnTo>
                    <a:pt x="1941847" y="4721856"/>
                  </a:lnTo>
                  <a:lnTo>
                    <a:pt x="2035554" y="4697547"/>
                  </a:lnTo>
                  <a:lnTo>
                    <a:pt x="2128395" y="4670046"/>
                  </a:lnTo>
                  <a:lnTo>
                    <a:pt x="2218301" y="4639383"/>
                  </a:lnTo>
                  <a:lnTo>
                    <a:pt x="2303826" y="4605519"/>
                  </a:lnTo>
                  <a:lnTo>
                    <a:pt x="2384109" y="4568327"/>
                  </a:lnTo>
                  <a:lnTo>
                    <a:pt x="2458767" y="4527580"/>
                  </a:lnTo>
                  <a:lnTo>
                    <a:pt x="2527794" y="4482954"/>
                  </a:lnTo>
                  <a:lnTo>
                    <a:pt x="2591449" y="4434028"/>
                  </a:lnTo>
                  <a:lnTo>
                    <a:pt x="2650168" y="4380292"/>
                  </a:lnTo>
                  <a:lnTo>
                    <a:pt x="2704496" y="4321172"/>
                  </a:lnTo>
                  <a:lnTo>
                    <a:pt x="2755029" y="4256049"/>
                  </a:lnTo>
                  <a:lnTo>
                    <a:pt x="2802383" y="4184321"/>
                  </a:lnTo>
                  <a:lnTo>
                    <a:pt x="2847151" y="4105470"/>
                  </a:lnTo>
                  <a:lnTo>
                    <a:pt x="2889882" y="4019195"/>
                  </a:lnTo>
                  <a:lnTo>
                    <a:pt x="2896531" y="4004769"/>
                  </a:lnTo>
                  <a:lnTo>
                    <a:pt x="2926558" y="3936228"/>
                  </a:lnTo>
                  <a:lnTo>
                    <a:pt x="2955947" y="3863673"/>
                  </a:lnTo>
                  <a:lnTo>
                    <a:pt x="2984838" y="3787022"/>
                  </a:lnTo>
                  <a:lnTo>
                    <a:pt x="3013348" y="3706235"/>
                  </a:lnTo>
                  <a:lnTo>
                    <a:pt x="3041574" y="3621315"/>
                  </a:lnTo>
                  <a:lnTo>
                    <a:pt x="3069600" y="3532312"/>
                  </a:lnTo>
                  <a:lnTo>
                    <a:pt x="3097491" y="3439328"/>
                  </a:lnTo>
                  <a:lnTo>
                    <a:pt x="3125303" y="3342515"/>
                  </a:lnTo>
                  <a:lnTo>
                    <a:pt x="3153077" y="3242082"/>
                  </a:lnTo>
                  <a:lnTo>
                    <a:pt x="3180844" y="3138292"/>
                  </a:lnTo>
                  <a:lnTo>
                    <a:pt x="3208626" y="3031460"/>
                  </a:lnTo>
                  <a:lnTo>
                    <a:pt x="3236435" y="2921951"/>
                  </a:lnTo>
                  <a:lnTo>
                    <a:pt x="3264279" y="2810179"/>
                  </a:lnTo>
                  <a:lnTo>
                    <a:pt x="3292155" y="2696596"/>
                  </a:lnTo>
                  <a:lnTo>
                    <a:pt x="3320058" y="2581688"/>
                  </a:lnTo>
                  <a:lnTo>
                    <a:pt x="3347979" y="2465965"/>
                  </a:lnTo>
                  <a:lnTo>
                    <a:pt x="3375907" y="2349953"/>
                  </a:lnTo>
                  <a:lnTo>
                    <a:pt x="3403830" y="2234183"/>
                  </a:lnTo>
                  <a:lnTo>
                    <a:pt x="3431735" y="2119182"/>
                  </a:lnTo>
                  <a:lnTo>
                    <a:pt x="3459614" y="2005463"/>
                  </a:lnTo>
                  <a:lnTo>
                    <a:pt x="3487460" y="1893513"/>
                  </a:lnTo>
                  <a:lnTo>
                    <a:pt x="3515273" y="1783788"/>
                  </a:lnTo>
                  <a:lnTo>
                    <a:pt x="3543057" y="1676705"/>
                  </a:lnTo>
                  <a:lnTo>
                    <a:pt x="3570825" y="1572634"/>
                  </a:lnTo>
                  <a:lnTo>
                    <a:pt x="3598597" y="1471895"/>
                  </a:lnTo>
                  <a:lnTo>
                    <a:pt x="3626403" y="1374755"/>
                  </a:lnTo>
                  <a:lnTo>
                    <a:pt x="3654286" y="1281427"/>
                  </a:lnTo>
                  <a:lnTo>
                    <a:pt x="3682297" y="1192069"/>
                  </a:lnTo>
                  <a:lnTo>
                    <a:pt x="3710503" y="1106788"/>
                  </a:lnTo>
                  <a:lnTo>
                    <a:pt x="3738984" y="1025637"/>
                  </a:lnTo>
                  <a:lnTo>
                    <a:pt x="3767837" y="948623"/>
                  </a:lnTo>
                  <a:lnTo>
                    <a:pt x="3797177" y="875710"/>
                  </a:lnTo>
                  <a:lnTo>
                    <a:pt x="3827142" y="806821"/>
                  </a:lnTo>
                  <a:lnTo>
                    <a:pt x="3829811" y="800953"/>
                  </a:lnTo>
                  <a:lnTo>
                    <a:pt x="3872263" y="713491"/>
                  </a:lnTo>
                  <a:lnTo>
                    <a:pt x="3916672" y="633470"/>
                  </a:lnTo>
                  <a:lnTo>
                    <a:pt x="3963575" y="560638"/>
                  </a:lnTo>
                  <a:lnTo>
                    <a:pt x="4013561" y="494503"/>
                  </a:lnTo>
                  <a:lnTo>
                    <a:pt x="4067243" y="434468"/>
                  </a:lnTo>
                  <a:lnTo>
                    <a:pt x="4125225" y="379915"/>
                  </a:lnTo>
                  <a:lnTo>
                    <a:pt x="4188061" y="330259"/>
                  </a:lnTo>
                  <a:lnTo>
                    <a:pt x="4256209" y="284979"/>
                  </a:lnTo>
                  <a:lnTo>
                    <a:pt x="4329964" y="243639"/>
                  </a:lnTo>
                  <a:lnTo>
                    <a:pt x="4409365" y="205898"/>
                  </a:lnTo>
                  <a:lnTo>
                    <a:pt x="4494100" y="171515"/>
                  </a:lnTo>
                  <a:lnTo>
                    <a:pt x="4583388" y="140347"/>
                  </a:lnTo>
                  <a:lnTo>
                    <a:pt x="4675884" y="112343"/>
                  </a:lnTo>
                  <a:lnTo>
                    <a:pt x="4769617" y="87521"/>
                  </a:lnTo>
                  <a:lnTo>
                    <a:pt x="4862015" y="65943"/>
                  </a:lnTo>
                  <a:lnTo>
                    <a:pt x="4950049" y="47673"/>
                  </a:lnTo>
                  <a:lnTo>
                    <a:pt x="5030520" y="32728"/>
                  </a:lnTo>
                  <a:lnTo>
                    <a:pt x="5100453" y="21033"/>
                  </a:lnTo>
                  <a:lnTo>
                    <a:pt x="5157556" y="12389"/>
                  </a:lnTo>
                  <a:lnTo>
                    <a:pt x="5200617" y="6463"/>
                  </a:lnTo>
                  <a:lnTo>
                    <a:pt x="5229755" y="2805"/>
                  </a:lnTo>
                  <a:lnTo>
                    <a:pt x="5246478" y="883"/>
                  </a:lnTo>
                  <a:lnTo>
                    <a:pt x="5253575" y="134"/>
                  </a:lnTo>
                  <a:lnTo>
                    <a:pt x="5254951" y="0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263" y="80"/>
                  </a:lnTo>
                  <a:lnTo>
                    <a:pt x="6733344" y="655"/>
                  </a:lnTo>
                  <a:lnTo>
                    <a:pt x="6748764" y="2243"/>
                  </a:lnTo>
                  <a:lnTo>
                    <a:pt x="6776565" y="5373"/>
                  </a:lnTo>
                  <a:lnTo>
                    <a:pt x="6818475" y="10547"/>
                  </a:lnTo>
                  <a:lnTo>
                    <a:pt x="6874776" y="18197"/>
                  </a:lnTo>
                  <a:lnTo>
                    <a:pt x="6944349" y="28647"/>
                  </a:lnTo>
                  <a:lnTo>
                    <a:pt x="7024915" y="42095"/>
                  </a:lnTo>
                  <a:lnTo>
                    <a:pt x="7113447" y="58618"/>
                  </a:lnTo>
                  <a:lnTo>
                    <a:pt x="7206643" y="78205"/>
                  </a:lnTo>
                  <a:lnTo>
                    <a:pt x="7301360" y="100799"/>
                  </a:lnTo>
                  <a:lnTo>
                    <a:pt x="7394917" y="126341"/>
                  </a:lnTo>
                  <a:lnTo>
                    <a:pt x="7485256" y="154811"/>
                  </a:lnTo>
                  <a:lnTo>
                    <a:pt x="7570969" y="186256"/>
                  </a:lnTo>
                  <a:lnTo>
                    <a:pt x="7651243" y="220807"/>
                  </a:lnTo>
                  <a:lnTo>
                    <a:pt x="7725751" y="258689"/>
                  </a:lnTo>
                  <a:lnTo>
                    <a:pt x="7794537" y="300222"/>
                  </a:lnTo>
                  <a:lnTo>
                    <a:pt x="7857906" y="345815"/>
                  </a:lnTo>
                  <a:lnTo>
                    <a:pt x="7916334" y="395957"/>
                  </a:lnTo>
                  <a:lnTo>
                    <a:pt x="7970396" y="451196"/>
                  </a:lnTo>
                  <a:lnTo>
                    <a:pt x="8020716" y="512111"/>
                  </a:lnTo>
                  <a:lnTo>
                    <a:pt x="8067926" y="579257"/>
                  </a:lnTo>
                  <a:lnTo>
                    <a:pt x="8112631" y="653084"/>
                  </a:lnTo>
                  <a:lnTo>
                    <a:pt x="8151487" y="726034"/>
                  </a:lnTo>
                  <a:lnTo>
                    <a:pt x="8182876" y="791103"/>
                  </a:lnTo>
                  <a:lnTo>
                    <a:pt x="8213575" y="860158"/>
                  </a:lnTo>
                  <a:lnTo>
                    <a:pt x="8243741" y="933278"/>
                  </a:lnTo>
                  <a:lnTo>
                    <a:pt x="8273506" y="1010502"/>
                  </a:lnTo>
                  <a:lnTo>
                    <a:pt x="8302979" y="1091818"/>
                  </a:lnTo>
                  <a:lnTo>
                    <a:pt x="8332250" y="1177165"/>
                  </a:lnTo>
                  <a:lnTo>
                    <a:pt x="8361393" y="1266422"/>
                  </a:lnTo>
                  <a:lnTo>
                    <a:pt x="8390463" y="1359415"/>
                  </a:lnTo>
                  <a:lnTo>
                    <a:pt x="8419506" y="1455907"/>
                  </a:lnTo>
                  <a:lnTo>
                    <a:pt x="8448553" y="1555606"/>
                  </a:lnTo>
                  <a:lnTo>
                    <a:pt x="8477624" y="1658160"/>
                  </a:lnTo>
                  <a:lnTo>
                    <a:pt x="8506729" y="1763166"/>
                  </a:lnTo>
                  <a:lnTo>
                    <a:pt x="8535871" y="1870174"/>
                  </a:lnTo>
                  <a:lnTo>
                    <a:pt x="8565045" y="1978693"/>
                  </a:lnTo>
                  <a:lnTo>
                    <a:pt x="8594244" y="2088203"/>
                  </a:lnTo>
                  <a:lnTo>
                    <a:pt x="8623453" y="2198163"/>
                  </a:lnTo>
                  <a:lnTo>
                    <a:pt x="8652660" y="2308023"/>
                  </a:lnTo>
                  <a:lnTo>
                    <a:pt x="8681851" y="2417234"/>
                  </a:lnTo>
                  <a:lnTo>
                    <a:pt x="8711015" y="2525261"/>
                  </a:lnTo>
                  <a:lnTo>
                    <a:pt x="8740143" y="2631593"/>
                  </a:lnTo>
                  <a:lnTo>
                    <a:pt x="8769235" y="2735755"/>
                  </a:lnTo>
                  <a:lnTo>
                    <a:pt x="8798295" y="2837312"/>
                  </a:lnTo>
                  <a:lnTo>
                    <a:pt x="8827338" y="2935879"/>
                  </a:lnTo>
                  <a:lnTo>
                    <a:pt x="8856387" y="3031126"/>
                  </a:lnTo>
                  <a:lnTo>
                    <a:pt x="8885478" y="3122780"/>
                  </a:lnTo>
                  <a:lnTo>
                    <a:pt x="8914659" y="3210629"/>
                  </a:lnTo>
                  <a:lnTo>
                    <a:pt x="8943995" y="3294516"/>
                  </a:lnTo>
                  <a:lnTo>
                    <a:pt x="8973563" y="3374344"/>
                  </a:lnTo>
                  <a:lnTo>
                    <a:pt x="9003461" y="3450070"/>
                  </a:lnTo>
                  <a:lnTo>
                    <a:pt x="9033805" y="3521701"/>
                  </a:lnTo>
                  <a:lnTo>
                    <a:pt x="9064736" y="3589291"/>
                  </a:lnTo>
                  <a:lnTo>
                    <a:pt x="9084767" y="3630173"/>
                  </a:lnTo>
                  <a:lnTo>
                    <a:pt x="9127675" y="3710253"/>
                  </a:lnTo>
                  <a:lnTo>
                    <a:pt x="9172588" y="3783447"/>
                  </a:lnTo>
                  <a:lnTo>
                    <a:pt x="9220060" y="3849995"/>
                  </a:lnTo>
                  <a:lnTo>
                    <a:pt x="9270700" y="3910360"/>
                  </a:lnTo>
                  <a:lnTo>
                    <a:pt x="9325141" y="3965102"/>
                  </a:lnTo>
                  <a:lnTo>
                    <a:pt x="9384004" y="4014800"/>
                  </a:lnTo>
                  <a:lnTo>
                    <a:pt x="9447857" y="4059997"/>
                  </a:lnTo>
                  <a:lnTo>
                    <a:pt x="9517163" y="4101176"/>
                  </a:lnTo>
                  <a:lnTo>
                    <a:pt x="9592209" y="4138738"/>
                  </a:lnTo>
                  <a:lnTo>
                    <a:pt x="9673007" y="4172993"/>
                  </a:lnTo>
                  <a:lnTo>
                    <a:pt x="9759191" y="4204158"/>
                  </a:lnTo>
                  <a:lnTo>
                    <a:pt x="9849897" y="4232356"/>
                  </a:lnTo>
                  <a:lnTo>
                    <a:pt x="9943659" y="4257626"/>
                  </a:lnTo>
                  <a:lnTo>
                    <a:pt x="10038356" y="4279945"/>
                  </a:lnTo>
                  <a:lnTo>
                    <a:pt x="10131257" y="4299250"/>
                  </a:lnTo>
                  <a:lnTo>
                    <a:pt x="10219188" y="4315488"/>
                  </a:lnTo>
                  <a:lnTo>
                    <a:pt x="10298855" y="4328652"/>
                  </a:lnTo>
                  <a:lnTo>
                    <a:pt x="10367279" y="4338833"/>
                  </a:lnTo>
                  <a:lnTo>
                    <a:pt x="10422273" y="4346238"/>
                  </a:lnTo>
                  <a:lnTo>
                    <a:pt x="10462841" y="4351203"/>
                  </a:lnTo>
                  <a:lnTo>
                    <a:pt x="10489401" y="4354168"/>
                  </a:lnTo>
                  <a:lnTo>
                    <a:pt x="10503810" y="4355640"/>
                  </a:lnTo>
                  <a:lnTo>
                    <a:pt x="10509220" y="4356147"/>
                  </a:lnTo>
                  <a:lnTo>
                    <a:pt x="10509911" y="4356208"/>
                  </a:lnTo>
                  <a:lnTo>
                    <a:pt x="11981298" y="435620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96" name="pl1396"/>
            <p:cNvSpPr/>
            <p:nvPr/>
          </p:nvSpPr>
          <p:spPr>
            <a:xfrm>
              <a:off x="4799595" y="3941799"/>
              <a:ext cx="11981298" cy="4805723"/>
            </a:xfrm>
            <a:custGeom>
              <a:avLst/>
              <a:pathLst>
                <a:path w="11981298" h="4805723">
                  <a:moveTo>
                    <a:pt x="11981298" y="4356208"/>
                  </a:moveTo>
                  <a:lnTo>
                    <a:pt x="10509911" y="4356208"/>
                  </a:lnTo>
                  <a:lnTo>
                    <a:pt x="10508990" y="4356127"/>
                  </a:lnTo>
                  <a:lnTo>
                    <a:pt x="10502910" y="4355552"/>
                  </a:lnTo>
                  <a:lnTo>
                    <a:pt x="10487489" y="4353964"/>
                  </a:lnTo>
                  <a:lnTo>
                    <a:pt x="10459688" y="4350834"/>
                  </a:lnTo>
                  <a:lnTo>
                    <a:pt x="10417778" y="4345660"/>
                  </a:lnTo>
                  <a:lnTo>
                    <a:pt x="10361477" y="4338010"/>
                  </a:lnTo>
                  <a:lnTo>
                    <a:pt x="10291904" y="4327560"/>
                  </a:lnTo>
                  <a:lnTo>
                    <a:pt x="10211338" y="4314113"/>
                  </a:lnTo>
                  <a:lnTo>
                    <a:pt x="10122807" y="4297590"/>
                  </a:lnTo>
                  <a:lnTo>
                    <a:pt x="10029610" y="4278002"/>
                  </a:lnTo>
                  <a:lnTo>
                    <a:pt x="9934893" y="4255408"/>
                  </a:lnTo>
                  <a:lnTo>
                    <a:pt x="9841336" y="4229866"/>
                  </a:lnTo>
                  <a:lnTo>
                    <a:pt x="9750997" y="4201396"/>
                  </a:lnTo>
                  <a:lnTo>
                    <a:pt x="9665284" y="4169951"/>
                  </a:lnTo>
                  <a:lnTo>
                    <a:pt x="9585010" y="4135400"/>
                  </a:lnTo>
                  <a:lnTo>
                    <a:pt x="9510502" y="4097518"/>
                  </a:lnTo>
                  <a:lnTo>
                    <a:pt x="9441716" y="4055985"/>
                  </a:lnTo>
                  <a:lnTo>
                    <a:pt x="9378347" y="4010392"/>
                  </a:lnTo>
                  <a:lnTo>
                    <a:pt x="9319920" y="3960250"/>
                  </a:lnTo>
                  <a:lnTo>
                    <a:pt x="9265857" y="3905011"/>
                  </a:lnTo>
                  <a:lnTo>
                    <a:pt x="9215537" y="3844096"/>
                  </a:lnTo>
                  <a:lnTo>
                    <a:pt x="9168328" y="3776950"/>
                  </a:lnTo>
                  <a:lnTo>
                    <a:pt x="9123623" y="3703123"/>
                  </a:lnTo>
                  <a:lnTo>
                    <a:pt x="9084767" y="3630173"/>
                  </a:lnTo>
                  <a:lnTo>
                    <a:pt x="9053378" y="3565104"/>
                  </a:lnTo>
                  <a:lnTo>
                    <a:pt x="9022678" y="3496049"/>
                  </a:lnTo>
                  <a:lnTo>
                    <a:pt x="8992512" y="3422929"/>
                  </a:lnTo>
                  <a:lnTo>
                    <a:pt x="8962747" y="3345705"/>
                  </a:lnTo>
                  <a:lnTo>
                    <a:pt x="8933274" y="3264389"/>
                  </a:lnTo>
                  <a:lnTo>
                    <a:pt x="8904003" y="3179043"/>
                  </a:lnTo>
                  <a:lnTo>
                    <a:pt x="8874861" y="3089785"/>
                  </a:lnTo>
                  <a:lnTo>
                    <a:pt x="8845790" y="2996793"/>
                  </a:lnTo>
                  <a:lnTo>
                    <a:pt x="8816747" y="2900300"/>
                  </a:lnTo>
                  <a:lnTo>
                    <a:pt x="8787700" y="2800601"/>
                  </a:lnTo>
                  <a:lnTo>
                    <a:pt x="8758630" y="2698047"/>
                  </a:lnTo>
                  <a:lnTo>
                    <a:pt x="8729525" y="2593041"/>
                  </a:lnTo>
                  <a:lnTo>
                    <a:pt x="8700383" y="2486034"/>
                  </a:lnTo>
                  <a:lnTo>
                    <a:pt x="8671208" y="2377514"/>
                  </a:lnTo>
                  <a:lnTo>
                    <a:pt x="8642010" y="2268004"/>
                  </a:lnTo>
                  <a:lnTo>
                    <a:pt x="8612800" y="2158044"/>
                  </a:lnTo>
                  <a:lnTo>
                    <a:pt x="8583593" y="2048184"/>
                  </a:lnTo>
                  <a:lnTo>
                    <a:pt x="8554402" y="1938973"/>
                  </a:lnTo>
                  <a:lnTo>
                    <a:pt x="8525239" y="1830947"/>
                  </a:lnTo>
                  <a:lnTo>
                    <a:pt x="8496110" y="1724614"/>
                  </a:lnTo>
                  <a:lnTo>
                    <a:pt x="8467018" y="1620452"/>
                  </a:lnTo>
                  <a:lnTo>
                    <a:pt x="8437958" y="1518896"/>
                  </a:lnTo>
                  <a:lnTo>
                    <a:pt x="8408915" y="1420328"/>
                  </a:lnTo>
                  <a:lnTo>
                    <a:pt x="8379867" y="1325081"/>
                  </a:lnTo>
                  <a:lnTo>
                    <a:pt x="8350775" y="1233427"/>
                  </a:lnTo>
                  <a:lnTo>
                    <a:pt x="8321594" y="1145579"/>
                  </a:lnTo>
                  <a:lnTo>
                    <a:pt x="8292258" y="1061691"/>
                  </a:lnTo>
                  <a:lnTo>
                    <a:pt x="8262690" y="981863"/>
                  </a:lnTo>
                  <a:lnTo>
                    <a:pt x="8232793" y="906137"/>
                  </a:lnTo>
                  <a:lnTo>
                    <a:pt x="8202448" y="834506"/>
                  </a:lnTo>
                  <a:lnTo>
                    <a:pt x="8171517" y="766916"/>
                  </a:lnTo>
                  <a:lnTo>
                    <a:pt x="8151487" y="726034"/>
                  </a:lnTo>
                  <a:lnTo>
                    <a:pt x="8108578" y="645954"/>
                  </a:lnTo>
                  <a:lnTo>
                    <a:pt x="8063665" y="572760"/>
                  </a:lnTo>
                  <a:lnTo>
                    <a:pt x="8016193" y="506212"/>
                  </a:lnTo>
                  <a:lnTo>
                    <a:pt x="7965553" y="445847"/>
                  </a:lnTo>
                  <a:lnTo>
                    <a:pt x="7911112" y="391105"/>
                  </a:lnTo>
                  <a:lnTo>
                    <a:pt x="7852250" y="341407"/>
                  </a:lnTo>
                  <a:lnTo>
                    <a:pt x="7788396" y="296210"/>
                  </a:lnTo>
                  <a:lnTo>
                    <a:pt x="7719090" y="255031"/>
                  </a:lnTo>
                  <a:lnTo>
                    <a:pt x="7644044" y="217469"/>
                  </a:lnTo>
                  <a:lnTo>
                    <a:pt x="7563246" y="183214"/>
                  </a:lnTo>
                  <a:lnTo>
                    <a:pt x="7477062" y="152049"/>
                  </a:lnTo>
                  <a:lnTo>
                    <a:pt x="7386356" y="123851"/>
                  </a:lnTo>
                  <a:lnTo>
                    <a:pt x="7292595" y="98581"/>
                  </a:lnTo>
                  <a:lnTo>
                    <a:pt x="7197897" y="76262"/>
                  </a:lnTo>
                  <a:lnTo>
                    <a:pt x="7104996" y="56957"/>
                  </a:lnTo>
                  <a:lnTo>
                    <a:pt x="7017065" y="40720"/>
                  </a:lnTo>
                  <a:lnTo>
                    <a:pt x="6937398" y="27555"/>
                  </a:lnTo>
                  <a:lnTo>
                    <a:pt x="6868974" y="17375"/>
                  </a:lnTo>
                  <a:lnTo>
                    <a:pt x="6813980" y="9969"/>
                  </a:lnTo>
                  <a:lnTo>
                    <a:pt x="6773412" y="5004"/>
                  </a:lnTo>
                  <a:lnTo>
                    <a:pt x="6746852" y="2039"/>
                  </a:lnTo>
                  <a:lnTo>
                    <a:pt x="6732444" y="567"/>
                  </a:lnTo>
                  <a:lnTo>
                    <a:pt x="6727034" y="60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062" y="86"/>
                  </a:lnTo>
                  <a:lnTo>
                    <a:pt x="5248164" y="700"/>
                  </a:lnTo>
                  <a:lnTo>
                    <a:pt x="5233191" y="2397"/>
                  </a:lnTo>
                  <a:lnTo>
                    <a:pt x="5206167" y="5742"/>
                  </a:lnTo>
                  <a:lnTo>
                    <a:pt x="5165367" y="11274"/>
                  </a:lnTo>
                  <a:lnTo>
                    <a:pt x="5110451" y="19459"/>
                  </a:lnTo>
                  <a:lnTo>
                    <a:pt x="5042431" y="30652"/>
                  </a:lnTo>
                  <a:lnTo>
                    <a:pt x="4963453" y="45072"/>
                  </a:lnTo>
                  <a:lnTo>
                    <a:pt x="4876409" y="62811"/>
                  </a:lnTo>
                  <a:lnTo>
                    <a:pt x="4784495" y="83866"/>
                  </a:lnTo>
                  <a:lnTo>
                    <a:pt x="4690788" y="108176"/>
                  </a:lnTo>
                  <a:lnTo>
                    <a:pt x="4597947" y="135676"/>
                  </a:lnTo>
                  <a:lnTo>
                    <a:pt x="4508042" y="166339"/>
                  </a:lnTo>
                  <a:lnTo>
                    <a:pt x="4422516" y="200203"/>
                  </a:lnTo>
                  <a:lnTo>
                    <a:pt x="4342234" y="237395"/>
                  </a:lnTo>
                  <a:lnTo>
                    <a:pt x="4267575" y="278142"/>
                  </a:lnTo>
                  <a:lnTo>
                    <a:pt x="4198548" y="322768"/>
                  </a:lnTo>
                  <a:lnTo>
                    <a:pt x="4134893" y="371694"/>
                  </a:lnTo>
                  <a:lnTo>
                    <a:pt x="4076174" y="425430"/>
                  </a:lnTo>
                  <a:lnTo>
                    <a:pt x="4021847" y="484550"/>
                  </a:lnTo>
                  <a:lnTo>
                    <a:pt x="3971313" y="549673"/>
                  </a:lnTo>
                  <a:lnTo>
                    <a:pt x="3923959" y="621401"/>
                  </a:lnTo>
                  <a:lnTo>
                    <a:pt x="3879191" y="700252"/>
                  </a:lnTo>
                  <a:lnTo>
                    <a:pt x="3836460" y="786528"/>
                  </a:lnTo>
                  <a:lnTo>
                    <a:pt x="3829811" y="800953"/>
                  </a:lnTo>
                  <a:lnTo>
                    <a:pt x="3799784" y="869494"/>
                  </a:lnTo>
                  <a:lnTo>
                    <a:pt x="3770395" y="942049"/>
                  </a:lnTo>
                  <a:lnTo>
                    <a:pt x="3741504" y="1018700"/>
                  </a:lnTo>
                  <a:lnTo>
                    <a:pt x="3712994" y="1099487"/>
                  </a:lnTo>
                  <a:lnTo>
                    <a:pt x="3684768" y="1184407"/>
                  </a:lnTo>
                  <a:lnTo>
                    <a:pt x="3656742" y="1273410"/>
                  </a:lnTo>
                  <a:lnTo>
                    <a:pt x="3628851" y="1366394"/>
                  </a:lnTo>
                  <a:lnTo>
                    <a:pt x="3601039" y="1463207"/>
                  </a:lnTo>
                  <a:lnTo>
                    <a:pt x="3573266" y="1563640"/>
                  </a:lnTo>
                  <a:lnTo>
                    <a:pt x="3545498" y="1667430"/>
                  </a:lnTo>
                  <a:lnTo>
                    <a:pt x="3517717" y="1774262"/>
                  </a:lnTo>
                  <a:lnTo>
                    <a:pt x="3489907" y="1883771"/>
                  </a:lnTo>
                  <a:lnTo>
                    <a:pt x="3462063" y="1995543"/>
                  </a:lnTo>
                  <a:lnTo>
                    <a:pt x="3434187" y="2109126"/>
                  </a:lnTo>
                  <a:lnTo>
                    <a:pt x="3406284" y="2224034"/>
                  </a:lnTo>
                  <a:lnTo>
                    <a:pt x="3378363" y="2339757"/>
                  </a:lnTo>
                  <a:lnTo>
                    <a:pt x="3350435" y="2455769"/>
                  </a:lnTo>
                  <a:lnTo>
                    <a:pt x="3322512" y="2571539"/>
                  </a:lnTo>
                  <a:lnTo>
                    <a:pt x="3294607" y="2686540"/>
                  </a:lnTo>
                  <a:lnTo>
                    <a:pt x="3266728" y="2800259"/>
                  </a:lnTo>
                  <a:lnTo>
                    <a:pt x="3238882" y="2912209"/>
                  </a:lnTo>
                  <a:lnTo>
                    <a:pt x="3211069" y="3021934"/>
                  </a:lnTo>
                  <a:lnTo>
                    <a:pt x="3183285" y="3129017"/>
                  </a:lnTo>
                  <a:lnTo>
                    <a:pt x="3155518" y="3233088"/>
                  </a:lnTo>
                  <a:lnTo>
                    <a:pt x="3127746" y="3333827"/>
                  </a:lnTo>
                  <a:lnTo>
                    <a:pt x="3099939" y="3430967"/>
                  </a:lnTo>
                  <a:lnTo>
                    <a:pt x="3072056" y="3524295"/>
                  </a:lnTo>
                  <a:lnTo>
                    <a:pt x="3044045" y="3613653"/>
                  </a:lnTo>
                  <a:lnTo>
                    <a:pt x="3015839" y="3698934"/>
                  </a:lnTo>
                  <a:lnTo>
                    <a:pt x="2987358" y="3780085"/>
                  </a:lnTo>
                  <a:lnTo>
                    <a:pt x="2958505" y="3857099"/>
                  </a:lnTo>
                  <a:lnTo>
                    <a:pt x="2929165" y="3930012"/>
                  </a:lnTo>
                  <a:lnTo>
                    <a:pt x="2899200" y="3998901"/>
                  </a:lnTo>
                  <a:lnTo>
                    <a:pt x="2896531" y="4004769"/>
                  </a:lnTo>
                  <a:lnTo>
                    <a:pt x="2854079" y="4092231"/>
                  </a:lnTo>
                  <a:lnTo>
                    <a:pt x="2809670" y="4172252"/>
                  </a:lnTo>
                  <a:lnTo>
                    <a:pt x="2762768" y="4245084"/>
                  </a:lnTo>
                  <a:lnTo>
                    <a:pt x="2712781" y="4311219"/>
                  </a:lnTo>
                  <a:lnTo>
                    <a:pt x="2659099" y="4371254"/>
                  </a:lnTo>
                  <a:lnTo>
                    <a:pt x="2601117" y="4425807"/>
                  </a:lnTo>
                  <a:lnTo>
                    <a:pt x="2538281" y="4475463"/>
                  </a:lnTo>
                  <a:lnTo>
                    <a:pt x="2470133" y="4520743"/>
                  </a:lnTo>
                  <a:lnTo>
                    <a:pt x="2396378" y="4562083"/>
                  </a:lnTo>
                  <a:lnTo>
                    <a:pt x="2316977" y="4599824"/>
                  </a:lnTo>
                  <a:lnTo>
                    <a:pt x="2232243" y="4634207"/>
                  </a:lnTo>
                  <a:lnTo>
                    <a:pt x="2142954" y="4665375"/>
                  </a:lnTo>
                  <a:lnTo>
                    <a:pt x="2050458" y="4693379"/>
                  </a:lnTo>
                  <a:lnTo>
                    <a:pt x="1956725" y="4718201"/>
                  </a:lnTo>
                  <a:lnTo>
                    <a:pt x="1864327" y="4739779"/>
                  </a:lnTo>
                  <a:lnTo>
                    <a:pt x="1776293" y="4758049"/>
                  </a:lnTo>
                  <a:lnTo>
                    <a:pt x="1695823" y="4772994"/>
                  </a:lnTo>
                  <a:lnTo>
                    <a:pt x="1625889" y="4784689"/>
                  </a:lnTo>
                  <a:lnTo>
                    <a:pt x="1568786" y="4793333"/>
                  </a:lnTo>
                  <a:lnTo>
                    <a:pt x="1525725" y="4799259"/>
                  </a:lnTo>
                  <a:lnTo>
                    <a:pt x="1496587" y="4802917"/>
                  </a:lnTo>
                  <a:lnTo>
                    <a:pt x="1479865" y="4804839"/>
                  </a:lnTo>
                  <a:lnTo>
                    <a:pt x="1472767" y="4805588"/>
                  </a:lnTo>
                  <a:lnTo>
                    <a:pt x="1471391" y="4805722"/>
                  </a:lnTo>
                  <a:lnTo>
                    <a:pt x="1471387" y="4805723"/>
                  </a:lnTo>
                  <a:lnTo>
                    <a:pt x="0" y="480572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97" name="pg1397"/>
            <p:cNvSpPr/>
            <p:nvPr/>
          </p:nvSpPr>
          <p:spPr>
            <a:xfrm>
              <a:off x="4799595" y="4039875"/>
              <a:ext cx="11981298" cy="5271583"/>
            </a:xfrm>
            <a:custGeom>
              <a:avLst/>
              <a:pathLst>
                <a:path w="11981298" h="5271583">
                  <a:moveTo>
                    <a:pt x="0" y="4732166"/>
                  </a:moveTo>
                  <a:lnTo>
                    <a:pt x="1471387" y="4732166"/>
                  </a:lnTo>
                  <a:lnTo>
                    <a:pt x="1472285" y="4732080"/>
                  </a:lnTo>
                  <a:lnTo>
                    <a:pt x="1478221" y="4731474"/>
                  </a:lnTo>
                  <a:lnTo>
                    <a:pt x="1493284" y="4729798"/>
                  </a:lnTo>
                  <a:lnTo>
                    <a:pt x="1520465" y="4726494"/>
                  </a:lnTo>
                  <a:lnTo>
                    <a:pt x="1561489" y="4721031"/>
                  </a:lnTo>
                  <a:lnTo>
                    <a:pt x="1616686" y="4712948"/>
                  </a:lnTo>
                  <a:lnTo>
                    <a:pt x="1685022" y="4701898"/>
                  </a:lnTo>
                  <a:lnTo>
                    <a:pt x="1764324" y="4687666"/>
                  </a:lnTo>
                  <a:lnTo>
                    <a:pt x="1851671" y="4670161"/>
                  </a:lnTo>
                  <a:lnTo>
                    <a:pt x="1943848" y="4649390"/>
                  </a:lnTo>
                  <a:lnTo>
                    <a:pt x="2037763" y="4625413"/>
                  </a:lnTo>
                  <a:lnTo>
                    <a:pt x="2130753" y="4598292"/>
                  </a:lnTo>
                  <a:lnTo>
                    <a:pt x="2220749" y="4568055"/>
                  </a:lnTo>
                  <a:lnTo>
                    <a:pt x="2306315" y="4534661"/>
                  </a:lnTo>
                  <a:lnTo>
                    <a:pt x="2386598" y="4497981"/>
                  </a:lnTo>
                  <a:lnTo>
                    <a:pt x="2461227" y="4457789"/>
                  </a:lnTo>
                  <a:lnTo>
                    <a:pt x="2530206" y="4413762"/>
                  </a:lnTo>
                  <a:lnTo>
                    <a:pt x="2593804" y="4365480"/>
                  </a:lnTo>
                  <a:lnTo>
                    <a:pt x="2652463" y="4312438"/>
                  </a:lnTo>
                  <a:lnTo>
                    <a:pt x="2706736" y="4254064"/>
                  </a:lnTo>
                  <a:lnTo>
                    <a:pt x="2757225" y="4189750"/>
                  </a:lnTo>
                  <a:lnTo>
                    <a:pt x="2804548" y="4118899"/>
                  </a:lnTo>
                  <a:lnTo>
                    <a:pt x="2849302" y="4041010"/>
                  </a:lnTo>
                  <a:lnTo>
                    <a:pt x="2892035" y="3955798"/>
                  </a:lnTo>
                  <a:lnTo>
                    <a:pt x="2896531" y="3946196"/>
                  </a:lnTo>
                  <a:lnTo>
                    <a:pt x="2926817" y="3878333"/>
                  </a:lnTo>
                  <a:lnTo>
                    <a:pt x="2956456" y="3806461"/>
                  </a:lnTo>
                  <a:lnTo>
                    <a:pt x="2985589" y="3730498"/>
                  </a:lnTo>
                  <a:lnTo>
                    <a:pt x="3014338" y="3650405"/>
                  </a:lnTo>
                  <a:lnTo>
                    <a:pt x="3042801" y="3566187"/>
                  </a:lnTo>
                  <a:lnTo>
                    <a:pt x="3071063" y="3477895"/>
                  </a:lnTo>
                  <a:lnTo>
                    <a:pt x="3099192" y="3385634"/>
                  </a:lnTo>
                  <a:lnTo>
                    <a:pt x="3127243" y="3289562"/>
                  </a:lnTo>
                  <a:lnTo>
                    <a:pt x="3155258" y="3189892"/>
                  </a:lnTo>
                  <a:lnTo>
                    <a:pt x="3183268" y="3086892"/>
                  </a:lnTo>
                  <a:lnTo>
                    <a:pt x="3211294" y="2980885"/>
                  </a:lnTo>
                  <a:lnTo>
                    <a:pt x="3239350" y="2872243"/>
                  </a:lnTo>
                  <a:lnTo>
                    <a:pt x="3267440" y="2761387"/>
                  </a:lnTo>
                  <a:lnTo>
                    <a:pt x="3295563" y="2648777"/>
                  </a:lnTo>
                  <a:lnTo>
                    <a:pt x="3323713" y="2534904"/>
                  </a:lnTo>
                  <a:lnTo>
                    <a:pt x="3351880" y="2420285"/>
                  </a:lnTo>
                  <a:lnTo>
                    <a:pt x="3380051" y="2305452"/>
                  </a:lnTo>
                  <a:lnTo>
                    <a:pt x="3408216" y="2190939"/>
                  </a:lnTo>
                  <a:lnTo>
                    <a:pt x="3436361" y="2077276"/>
                  </a:lnTo>
                  <a:lnTo>
                    <a:pt x="3464478" y="1964975"/>
                  </a:lnTo>
                  <a:lnTo>
                    <a:pt x="3492561" y="1854523"/>
                  </a:lnTo>
                  <a:lnTo>
                    <a:pt x="3520610" y="1746373"/>
                  </a:lnTo>
                  <a:lnTo>
                    <a:pt x="3548632" y="1640934"/>
                  </a:lnTo>
                  <a:lnTo>
                    <a:pt x="3576641" y="1538571"/>
                  </a:lnTo>
                  <a:lnTo>
                    <a:pt x="3604660" y="1439595"/>
                  </a:lnTo>
                  <a:lnTo>
                    <a:pt x="3632723" y="1344264"/>
                  </a:lnTo>
                  <a:lnTo>
                    <a:pt x="3660873" y="1252780"/>
                  </a:lnTo>
                  <a:lnTo>
                    <a:pt x="3689170" y="1165289"/>
                  </a:lnTo>
                  <a:lnTo>
                    <a:pt x="3717683" y="1081887"/>
                  </a:lnTo>
                  <a:lnTo>
                    <a:pt x="3746499" y="1002614"/>
                  </a:lnTo>
                  <a:lnTo>
                    <a:pt x="3775722" y="927468"/>
                  </a:lnTo>
                  <a:lnTo>
                    <a:pt x="3805477" y="856399"/>
                  </a:lnTo>
                  <a:lnTo>
                    <a:pt x="3829811" y="802316"/>
                  </a:lnTo>
                  <a:lnTo>
                    <a:pt x="3872356" y="716313"/>
                  </a:lnTo>
                  <a:lnTo>
                    <a:pt x="3916867" y="637645"/>
                  </a:lnTo>
                  <a:lnTo>
                    <a:pt x="3963886" y="566058"/>
                  </a:lnTo>
                  <a:lnTo>
                    <a:pt x="4014005" y="501069"/>
                  </a:lnTo>
                  <a:lnTo>
                    <a:pt x="4067841" y="442085"/>
                  </a:lnTo>
                  <a:lnTo>
                    <a:pt x="4126001" y="388498"/>
                  </a:lnTo>
                  <a:lnTo>
                    <a:pt x="4189043" y="339729"/>
                  </a:lnTo>
                  <a:lnTo>
                    <a:pt x="4257427" y="295267"/>
                  </a:lnTo>
                  <a:lnTo>
                    <a:pt x="4331443" y="254680"/>
                  </a:lnTo>
                  <a:lnTo>
                    <a:pt x="4411127" y="217635"/>
                  </a:lnTo>
                  <a:lnTo>
                    <a:pt x="4496157" y="183895"/>
                  </a:lnTo>
                  <a:lnTo>
                    <a:pt x="4585735" y="153322"/>
                  </a:lnTo>
                  <a:lnTo>
                    <a:pt x="4678491" y="125866"/>
                  </a:lnTo>
                  <a:lnTo>
                    <a:pt x="4772424" y="101547"/>
                  </a:lnTo>
                  <a:lnTo>
                    <a:pt x="4864931" y="80428"/>
                  </a:lnTo>
                  <a:lnTo>
                    <a:pt x="4952953" y="62571"/>
                  </a:lnTo>
                  <a:lnTo>
                    <a:pt x="5033270" y="47989"/>
                  </a:lnTo>
                  <a:lnTo>
                    <a:pt x="5102906" y="36604"/>
                  </a:lnTo>
                  <a:lnTo>
                    <a:pt x="5159588" y="28217"/>
                  </a:lnTo>
                  <a:lnTo>
                    <a:pt x="5202146" y="22492"/>
                  </a:lnTo>
                  <a:lnTo>
                    <a:pt x="5230758" y="18981"/>
                  </a:lnTo>
                  <a:lnTo>
                    <a:pt x="5247002" y="17156"/>
                  </a:lnTo>
                  <a:lnTo>
                    <a:pt x="5253741" y="16461"/>
                  </a:lnTo>
                  <a:lnTo>
                    <a:pt x="5254955" y="16345"/>
                  </a:lnTo>
                  <a:lnTo>
                    <a:pt x="6726343" y="16345"/>
                  </a:lnTo>
                  <a:lnTo>
                    <a:pt x="6727207" y="16437"/>
                  </a:lnTo>
                  <a:lnTo>
                    <a:pt x="6732921" y="17086"/>
                  </a:lnTo>
                  <a:lnTo>
                    <a:pt x="6747436" y="18881"/>
                  </a:lnTo>
                  <a:lnTo>
                    <a:pt x="6773667" y="22419"/>
                  </a:lnTo>
                  <a:lnTo>
                    <a:pt x="6813328" y="28272"/>
                  </a:lnTo>
                  <a:lnTo>
                    <a:pt x="6866818" y="36940"/>
                  </a:lnTo>
                  <a:lnTo>
                    <a:pt x="6933232" y="48804"/>
                  </a:lnTo>
                  <a:lnTo>
                    <a:pt x="7010559" y="64108"/>
                  </a:lnTo>
                  <a:lnTo>
                    <a:pt x="7096041" y="82959"/>
                  </a:lnTo>
                  <a:lnTo>
                    <a:pt x="7186597" y="105360"/>
                  </a:lnTo>
                  <a:lnTo>
                    <a:pt x="7279220" y="131252"/>
                  </a:lnTo>
                  <a:lnTo>
                    <a:pt x="7371280" y="160564"/>
                  </a:lnTo>
                  <a:lnTo>
                    <a:pt x="7460698" y="193259"/>
                  </a:lnTo>
                  <a:lnTo>
                    <a:pt x="7545995" y="229366"/>
                  </a:lnTo>
                  <a:lnTo>
                    <a:pt x="7626258" y="269007"/>
                  </a:lnTo>
                  <a:lnTo>
                    <a:pt x="7701053" y="312403"/>
                  </a:lnTo>
                  <a:lnTo>
                    <a:pt x="7770317" y="359879"/>
                  </a:lnTo>
                  <a:lnTo>
                    <a:pt x="7834264" y="411864"/>
                  </a:lnTo>
                  <a:lnTo>
                    <a:pt x="7893288" y="468880"/>
                  </a:lnTo>
                  <a:lnTo>
                    <a:pt x="7947899" y="531523"/>
                  </a:lnTo>
                  <a:lnTo>
                    <a:pt x="7998668" y="600441"/>
                  </a:lnTo>
                  <a:lnTo>
                    <a:pt x="8046189" y="676282"/>
                  </a:lnTo>
                  <a:lnTo>
                    <a:pt x="8091044" y="759623"/>
                  </a:lnTo>
                  <a:lnTo>
                    <a:pt x="8133777" y="850857"/>
                  </a:lnTo>
                  <a:lnTo>
                    <a:pt x="8151487" y="892218"/>
                  </a:lnTo>
                  <a:lnTo>
                    <a:pt x="8180307" y="964039"/>
                  </a:lnTo>
                  <a:lnTo>
                    <a:pt x="8208535" y="1039897"/>
                  </a:lnTo>
                  <a:lnTo>
                    <a:pt x="8236294" y="1119873"/>
                  </a:lnTo>
                  <a:lnTo>
                    <a:pt x="8263691" y="1204008"/>
                  </a:lnTo>
                  <a:lnTo>
                    <a:pt x="8290813" y="1292307"/>
                  </a:lnTo>
                  <a:lnTo>
                    <a:pt x="8317737" y="1384730"/>
                  </a:lnTo>
                  <a:lnTo>
                    <a:pt x="8344523" y="1481190"/>
                  </a:lnTo>
                  <a:lnTo>
                    <a:pt x="8371223" y="1581554"/>
                  </a:lnTo>
                  <a:lnTo>
                    <a:pt x="8397877" y="1685635"/>
                  </a:lnTo>
                  <a:lnTo>
                    <a:pt x="8424515" y="1793198"/>
                  </a:lnTo>
                  <a:lnTo>
                    <a:pt x="8451160" y="1903960"/>
                  </a:lnTo>
                  <a:lnTo>
                    <a:pt x="8477826" y="2017585"/>
                  </a:lnTo>
                  <a:lnTo>
                    <a:pt x="8504521" y="2133697"/>
                  </a:lnTo>
                  <a:lnTo>
                    <a:pt x="8531247" y="2251877"/>
                  </a:lnTo>
                  <a:lnTo>
                    <a:pt x="8558002" y="2371673"/>
                  </a:lnTo>
                  <a:lnTo>
                    <a:pt x="8584779" y="2492605"/>
                  </a:lnTo>
                  <a:lnTo>
                    <a:pt x="8611569" y="2614174"/>
                  </a:lnTo>
                  <a:lnTo>
                    <a:pt x="8638362" y="2735868"/>
                  </a:lnTo>
                  <a:lnTo>
                    <a:pt x="8665147" y="2857174"/>
                  </a:lnTo>
                  <a:lnTo>
                    <a:pt x="8691913" y="2977588"/>
                  </a:lnTo>
                  <a:lnTo>
                    <a:pt x="8718654" y="3096617"/>
                  </a:lnTo>
                  <a:lnTo>
                    <a:pt x="8745365" y="3213796"/>
                  </a:lnTo>
                  <a:lnTo>
                    <a:pt x="8772045" y="3328688"/>
                  </a:lnTo>
                  <a:lnTo>
                    <a:pt x="8798699" y="3440896"/>
                  </a:lnTo>
                  <a:lnTo>
                    <a:pt x="8825338" y="3550064"/>
                  </a:lnTo>
                  <a:lnTo>
                    <a:pt x="8851981" y="3655882"/>
                  </a:lnTo>
                  <a:lnTo>
                    <a:pt x="8878653" y="3758091"/>
                  </a:lnTo>
                  <a:lnTo>
                    <a:pt x="8905392" y="3856482"/>
                  </a:lnTo>
                  <a:lnTo>
                    <a:pt x="8932241" y="3950895"/>
                  </a:lnTo>
                  <a:lnTo>
                    <a:pt x="8959257" y="4041220"/>
                  </a:lnTo>
                  <a:lnTo>
                    <a:pt x="8986510" y="4127396"/>
                  </a:lnTo>
                  <a:lnTo>
                    <a:pt x="9014079" y="4209404"/>
                  </a:lnTo>
                  <a:lnTo>
                    <a:pt x="9042064" y="4287269"/>
                  </a:lnTo>
                  <a:lnTo>
                    <a:pt x="9070578" y="4361054"/>
                  </a:lnTo>
                  <a:lnTo>
                    <a:pt x="9084767" y="4395710"/>
                  </a:lnTo>
                  <a:lnTo>
                    <a:pt x="9126744" y="4490350"/>
                  </a:lnTo>
                  <a:lnTo>
                    <a:pt x="9170630" y="4577029"/>
                  </a:lnTo>
                  <a:lnTo>
                    <a:pt x="9216944" y="4656007"/>
                  </a:lnTo>
                  <a:lnTo>
                    <a:pt x="9266254" y="4727802"/>
                  </a:lnTo>
                  <a:lnTo>
                    <a:pt x="9319154" y="4793042"/>
                  </a:lnTo>
                  <a:lnTo>
                    <a:pt x="9376227" y="4852383"/>
                  </a:lnTo>
                  <a:lnTo>
                    <a:pt x="9438017" y="4906446"/>
                  </a:lnTo>
                  <a:lnTo>
                    <a:pt x="9504974" y="4955788"/>
                  </a:lnTo>
                  <a:lnTo>
                    <a:pt x="9577398" y="5000879"/>
                  </a:lnTo>
                  <a:lnTo>
                    <a:pt x="9655356" y="5042089"/>
                  </a:lnTo>
                  <a:lnTo>
                    <a:pt x="9738587" y="5079684"/>
                  </a:lnTo>
                  <a:lnTo>
                    <a:pt x="9826392" y="5113827"/>
                  </a:lnTo>
                  <a:lnTo>
                    <a:pt x="9917544" y="5144584"/>
                  </a:lnTo>
                  <a:lnTo>
                    <a:pt x="10010219" y="5171943"/>
                  </a:lnTo>
                  <a:lnTo>
                    <a:pt x="10102008" y="5195842"/>
                  </a:lnTo>
                  <a:lnTo>
                    <a:pt x="10190037" y="5216213"/>
                  </a:lnTo>
                  <a:lnTo>
                    <a:pt x="10271211" y="5233024"/>
                  </a:lnTo>
                  <a:lnTo>
                    <a:pt x="10342580" y="5246334"/>
                  </a:lnTo>
                  <a:lnTo>
                    <a:pt x="10401766" y="5256327"/>
                  </a:lnTo>
                  <a:lnTo>
                    <a:pt x="10447358" y="5263327"/>
                  </a:lnTo>
                  <a:lnTo>
                    <a:pt x="10479186" y="5267786"/>
                  </a:lnTo>
                  <a:lnTo>
                    <a:pt x="10498410" y="5270252"/>
                  </a:lnTo>
                  <a:lnTo>
                    <a:pt x="10507453" y="5271317"/>
                  </a:lnTo>
                  <a:lnTo>
                    <a:pt x="10509911" y="5271583"/>
                  </a:lnTo>
                  <a:lnTo>
                    <a:pt x="11981298" y="5271583"/>
                  </a:lnTo>
                  <a:lnTo>
                    <a:pt x="11981298" y="5255237"/>
                  </a:lnTo>
                  <a:lnTo>
                    <a:pt x="10509911" y="5255237"/>
                  </a:lnTo>
                  <a:lnTo>
                    <a:pt x="10509046" y="5255146"/>
                  </a:lnTo>
                  <a:lnTo>
                    <a:pt x="10503333" y="5254496"/>
                  </a:lnTo>
                  <a:lnTo>
                    <a:pt x="10488817" y="5252702"/>
                  </a:lnTo>
                  <a:lnTo>
                    <a:pt x="10462587" y="5249164"/>
                  </a:lnTo>
                  <a:lnTo>
                    <a:pt x="10422925" y="5243311"/>
                  </a:lnTo>
                  <a:lnTo>
                    <a:pt x="10369435" y="5234643"/>
                  </a:lnTo>
                  <a:lnTo>
                    <a:pt x="10303022" y="5222779"/>
                  </a:lnTo>
                  <a:lnTo>
                    <a:pt x="10225695" y="5207475"/>
                  </a:lnTo>
                  <a:lnTo>
                    <a:pt x="10140212" y="5188624"/>
                  </a:lnTo>
                  <a:lnTo>
                    <a:pt x="10049656" y="5166223"/>
                  </a:lnTo>
                  <a:lnTo>
                    <a:pt x="9957033" y="5140331"/>
                  </a:lnTo>
                  <a:lnTo>
                    <a:pt x="9864973" y="5111019"/>
                  </a:lnTo>
                  <a:lnTo>
                    <a:pt x="9775555" y="5078324"/>
                  </a:lnTo>
                  <a:lnTo>
                    <a:pt x="9690258" y="5042217"/>
                  </a:lnTo>
                  <a:lnTo>
                    <a:pt x="9609995" y="5002576"/>
                  </a:lnTo>
                  <a:lnTo>
                    <a:pt x="9535201" y="4959180"/>
                  </a:lnTo>
                  <a:lnTo>
                    <a:pt x="9465936" y="4911704"/>
                  </a:lnTo>
                  <a:lnTo>
                    <a:pt x="9401989" y="4859719"/>
                  </a:lnTo>
                  <a:lnTo>
                    <a:pt x="9342966" y="4802703"/>
                  </a:lnTo>
                  <a:lnTo>
                    <a:pt x="9288355" y="4740060"/>
                  </a:lnTo>
                  <a:lnTo>
                    <a:pt x="9237585" y="4671142"/>
                  </a:lnTo>
                  <a:lnTo>
                    <a:pt x="9190065" y="4595301"/>
                  </a:lnTo>
                  <a:lnTo>
                    <a:pt x="9145210" y="4511959"/>
                  </a:lnTo>
                  <a:lnTo>
                    <a:pt x="9102477" y="4420725"/>
                  </a:lnTo>
                  <a:lnTo>
                    <a:pt x="9084767" y="4379364"/>
                  </a:lnTo>
                  <a:lnTo>
                    <a:pt x="9055947" y="4307544"/>
                  </a:lnTo>
                  <a:lnTo>
                    <a:pt x="9027719" y="4231685"/>
                  </a:lnTo>
                  <a:lnTo>
                    <a:pt x="8999959" y="4151710"/>
                  </a:lnTo>
                  <a:lnTo>
                    <a:pt x="8972562" y="4067575"/>
                  </a:lnTo>
                  <a:lnTo>
                    <a:pt x="8945440" y="3979276"/>
                  </a:lnTo>
                  <a:lnTo>
                    <a:pt x="8918517" y="3886853"/>
                  </a:lnTo>
                  <a:lnTo>
                    <a:pt x="8891730" y="3790393"/>
                  </a:lnTo>
                  <a:lnTo>
                    <a:pt x="8865030" y="3690029"/>
                  </a:lnTo>
                  <a:lnTo>
                    <a:pt x="8838377" y="3585948"/>
                  </a:lnTo>
                  <a:lnTo>
                    <a:pt x="8811739" y="3478384"/>
                  </a:lnTo>
                  <a:lnTo>
                    <a:pt x="8785094" y="3367623"/>
                  </a:lnTo>
                  <a:lnTo>
                    <a:pt x="8758428" y="3253998"/>
                  </a:lnTo>
                  <a:lnTo>
                    <a:pt x="8731732" y="3137886"/>
                  </a:lnTo>
                  <a:lnTo>
                    <a:pt x="8705006" y="3019706"/>
                  </a:lnTo>
                  <a:lnTo>
                    <a:pt x="8678251" y="2899910"/>
                  </a:lnTo>
                  <a:lnTo>
                    <a:pt x="8651474" y="2778978"/>
                  </a:lnTo>
                  <a:lnTo>
                    <a:pt x="8624684" y="2657409"/>
                  </a:lnTo>
                  <a:lnTo>
                    <a:pt x="8597891" y="2535715"/>
                  </a:lnTo>
                  <a:lnTo>
                    <a:pt x="8571107" y="2414409"/>
                  </a:lnTo>
                  <a:lnTo>
                    <a:pt x="8544340" y="2293995"/>
                  </a:lnTo>
                  <a:lnTo>
                    <a:pt x="8517599" y="2174966"/>
                  </a:lnTo>
                  <a:lnTo>
                    <a:pt x="8490888" y="2057787"/>
                  </a:lnTo>
                  <a:lnTo>
                    <a:pt x="8464209" y="1942895"/>
                  </a:lnTo>
                  <a:lnTo>
                    <a:pt x="8437555" y="1830687"/>
                  </a:lnTo>
                  <a:lnTo>
                    <a:pt x="8410915" y="1721519"/>
                  </a:lnTo>
                  <a:lnTo>
                    <a:pt x="8384273" y="1615701"/>
                  </a:lnTo>
                  <a:lnTo>
                    <a:pt x="8357600" y="1513492"/>
                  </a:lnTo>
                  <a:lnTo>
                    <a:pt x="8330862" y="1415101"/>
                  </a:lnTo>
                  <a:lnTo>
                    <a:pt x="8304012" y="1320688"/>
                  </a:lnTo>
                  <a:lnTo>
                    <a:pt x="8276996" y="1230363"/>
                  </a:lnTo>
                  <a:lnTo>
                    <a:pt x="8249744" y="1144187"/>
                  </a:lnTo>
                  <a:lnTo>
                    <a:pt x="8222174" y="1062179"/>
                  </a:lnTo>
                  <a:lnTo>
                    <a:pt x="8194189" y="984314"/>
                  </a:lnTo>
                  <a:lnTo>
                    <a:pt x="8165676" y="910529"/>
                  </a:lnTo>
                  <a:lnTo>
                    <a:pt x="8151487" y="875872"/>
                  </a:lnTo>
                  <a:lnTo>
                    <a:pt x="8109509" y="781232"/>
                  </a:lnTo>
                  <a:lnTo>
                    <a:pt x="8065623" y="694554"/>
                  </a:lnTo>
                  <a:lnTo>
                    <a:pt x="8019310" y="615576"/>
                  </a:lnTo>
                  <a:lnTo>
                    <a:pt x="7969999" y="543781"/>
                  </a:lnTo>
                  <a:lnTo>
                    <a:pt x="7917100" y="478541"/>
                  </a:lnTo>
                  <a:lnTo>
                    <a:pt x="7860026" y="419200"/>
                  </a:lnTo>
                  <a:lnTo>
                    <a:pt x="7798237" y="365137"/>
                  </a:lnTo>
                  <a:lnTo>
                    <a:pt x="7731280" y="315795"/>
                  </a:lnTo>
                  <a:lnTo>
                    <a:pt x="7658855" y="270704"/>
                  </a:lnTo>
                  <a:lnTo>
                    <a:pt x="7580897" y="229494"/>
                  </a:lnTo>
                  <a:lnTo>
                    <a:pt x="7497666" y="191899"/>
                  </a:lnTo>
                  <a:lnTo>
                    <a:pt x="7409861" y="157756"/>
                  </a:lnTo>
                  <a:lnTo>
                    <a:pt x="7318709" y="126999"/>
                  </a:lnTo>
                  <a:lnTo>
                    <a:pt x="7226034" y="99640"/>
                  </a:lnTo>
                  <a:lnTo>
                    <a:pt x="7134245" y="75741"/>
                  </a:lnTo>
                  <a:lnTo>
                    <a:pt x="7046216" y="55370"/>
                  </a:lnTo>
                  <a:lnTo>
                    <a:pt x="6965043" y="38559"/>
                  </a:lnTo>
                  <a:lnTo>
                    <a:pt x="6893674" y="25248"/>
                  </a:lnTo>
                  <a:lnTo>
                    <a:pt x="6834487" y="15256"/>
                  </a:lnTo>
                  <a:lnTo>
                    <a:pt x="6788895" y="8256"/>
                  </a:lnTo>
                  <a:lnTo>
                    <a:pt x="6757068" y="3797"/>
                  </a:lnTo>
                  <a:lnTo>
                    <a:pt x="6737844" y="1331"/>
                  </a:lnTo>
                  <a:lnTo>
                    <a:pt x="6728800" y="266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057" y="85"/>
                  </a:lnTo>
                  <a:lnTo>
                    <a:pt x="5248121" y="691"/>
                  </a:lnTo>
                  <a:lnTo>
                    <a:pt x="5233059" y="2367"/>
                  </a:lnTo>
                  <a:lnTo>
                    <a:pt x="5205877" y="5671"/>
                  </a:lnTo>
                  <a:lnTo>
                    <a:pt x="5164853" y="11135"/>
                  </a:lnTo>
                  <a:lnTo>
                    <a:pt x="5109656" y="19217"/>
                  </a:lnTo>
                  <a:lnTo>
                    <a:pt x="5041321" y="30267"/>
                  </a:lnTo>
                  <a:lnTo>
                    <a:pt x="4962019" y="44499"/>
                  </a:lnTo>
                  <a:lnTo>
                    <a:pt x="4874671" y="62004"/>
                  </a:lnTo>
                  <a:lnTo>
                    <a:pt x="4782494" y="82775"/>
                  </a:lnTo>
                  <a:lnTo>
                    <a:pt x="4688580" y="106752"/>
                  </a:lnTo>
                  <a:lnTo>
                    <a:pt x="4595590" y="133873"/>
                  </a:lnTo>
                  <a:lnTo>
                    <a:pt x="4505593" y="164110"/>
                  </a:lnTo>
                  <a:lnTo>
                    <a:pt x="4420027" y="197504"/>
                  </a:lnTo>
                  <a:lnTo>
                    <a:pt x="4339744" y="234184"/>
                  </a:lnTo>
                  <a:lnTo>
                    <a:pt x="4265115" y="274376"/>
                  </a:lnTo>
                  <a:lnTo>
                    <a:pt x="4196136" y="318403"/>
                  </a:lnTo>
                  <a:lnTo>
                    <a:pt x="4132539" y="366685"/>
                  </a:lnTo>
                  <a:lnTo>
                    <a:pt x="4073879" y="419727"/>
                  </a:lnTo>
                  <a:lnTo>
                    <a:pt x="4019606" y="478101"/>
                  </a:lnTo>
                  <a:lnTo>
                    <a:pt x="3969117" y="542415"/>
                  </a:lnTo>
                  <a:lnTo>
                    <a:pt x="3921794" y="613266"/>
                  </a:lnTo>
                  <a:lnTo>
                    <a:pt x="3877040" y="691155"/>
                  </a:lnTo>
                  <a:lnTo>
                    <a:pt x="3834308" y="776367"/>
                  </a:lnTo>
                  <a:lnTo>
                    <a:pt x="3829811" y="785970"/>
                  </a:lnTo>
                  <a:lnTo>
                    <a:pt x="3799525" y="853832"/>
                  </a:lnTo>
                  <a:lnTo>
                    <a:pt x="3769887" y="925704"/>
                  </a:lnTo>
                  <a:lnTo>
                    <a:pt x="3740753" y="1001667"/>
                  </a:lnTo>
                  <a:lnTo>
                    <a:pt x="3712005" y="1081760"/>
                  </a:lnTo>
                  <a:lnTo>
                    <a:pt x="3683541" y="1165978"/>
                  </a:lnTo>
                  <a:lnTo>
                    <a:pt x="3655279" y="1254270"/>
                  </a:lnTo>
                  <a:lnTo>
                    <a:pt x="3627150" y="1346531"/>
                  </a:lnTo>
                  <a:lnTo>
                    <a:pt x="3599099" y="1442603"/>
                  </a:lnTo>
                  <a:lnTo>
                    <a:pt x="3571084" y="1542273"/>
                  </a:lnTo>
                  <a:lnTo>
                    <a:pt x="3543074" y="1645273"/>
                  </a:lnTo>
                  <a:lnTo>
                    <a:pt x="3515048" y="1751280"/>
                  </a:lnTo>
                  <a:lnTo>
                    <a:pt x="3486992" y="1859922"/>
                  </a:lnTo>
                  <a:lnTo>
                    <a:pt x="3458902" y="1970778"/>
                  </a:lnTo>
                  <a:lnTo>
                    <a:pt x="3430779" y="2083388"/>
                  </a:lnTo>
                  <a:lnTo>
                    <a:pt x="3402629" y="2197261"/>
                  </a:lnTo>
                  <a:lnTo>
                    <a:pt x="3374462" y="2311880"/>
                  </a:lnTo>
                  <a:lnTo>
                    <a:pt x="3346291" y="2426713"/>
                  </a:lnTo>
                  <a:lnTo>
                    <a:pt x="3318127" y="2541226"/>
                  </a:lnTo>
                  <a:lnTo>
                    <a:pt x="3289981" y="2654889"/>
                  </a:lnTo>
                  <a:lnTo>
                    <a:pt x="3261865" y="2767190"/>
                  </a:lnTo>
                  <a:lnTo>
                    <a:pt x="3233781" y="2877642"/>
                  </a:lnTo>
                  <a:lnTo>
                    <a:pt x="3205732" y="2985792"/>
                  </a:lnTo>
                  <a:lnTo>
                    <a:pt x="3177710" y="3091231"/>
                  </a:lnTo>
                  <a:lnTo>
                    <a:pt x="3149701" y="3193594"/>
                  </a:lnTo>
                  <a:lnTo>
                    <a:pt x="3121682" y="3292570"/>
                  </a:lnTo>
                  <a:lnTo>
                    <a:pt x="3093619" y="3387901"/>
                  </a:lnTo>
                  <a:lnTo>
                    <a:pt x="3065469" y="3479385"/>
                  </a:lnTo>
                  <a:lnTo>
                    <a:pt x="3037172" y="3566876"/>
                  </a:lnTo>
                  <a:lnTo>
                    <a:pt x="3008660" y="3650278"/>
                  </a:lnTo>
                  <a:lnTo>
                    <a:pt x="2979843" y="3729551"/>
                  </a:lnTo>
                  <a:lnTo>
                    <a:pt x="2950620" y="3804697"/>
                  </a:lnTo>
                  <a:lnTo>
                    <a:pt x="2920865" y="3875766"/>
                  </a:lnTo>
                  <a:lnTo>
                    <a:pt x="2896531" y="3929850"/>
                  </a:lnTo>
                  <a:lnTo>
                    <a:pt x="2853986" y="4015852"/>
                  </a:lnTo>
                  <a:lnTo>
                    <a:pt x="2809475" y="4094520"/>
                  </a:lnTo>
                  <a:lnTo>
                    <a:pt x="2762457" y="4166107"/>
                  </a:lnTo>
                  <a:lnTo>
                    <a:pt x="2712337" y="4231096"/>
                  </a:lnTo>
                  <a:lnTo>
                    <a:pt x="2658501" y="4290080"/>
                  </a:lnTo>
                  <a:lnTo>
                    <a:pt x="2600341" y="4343667"/>
                  </a:lnTo>
                  <a:lnTo>
                    <a:pt x="2537299" y="4392436"/>
                  </a:lnTo>
                  <a:lnTo>
                    <a:pt x="2468915" y="4436898"/>
                  </a:lnTo>
                  <a:lnTo>
                    <a:pt x="2394899" y="4477485"/>
                  </a:lnTo>
                  <a:lnTo>
                    <a:pt x="2315215" y="4514530"/>
                  </a:lnTo>
                  <a:lnTo>
                    <a:pt x="2230185" y="4548270"/>
                  </a:lnTo>
                  <a:lnTo>
                    <a:pt x="2140607" y="4578843"/>
                  </a:lnTo>
                  <a:lnTo>
                    <a:pt x="2047851" y="4606299"/>
                  </a:lnTo>
                  <a:lnTo>
                    <a:pt x="1953918" y="4630618"/>
                  </a:lnTo>
                  <a:lnTo>
                    <a:pt x="1861411" y="4651737"/>
                  </a:lnTo>
                  <a:lnTo>
                    <a:pt x="1773389" y="4669594"/>
                  </a:lnTo>
                  <a:lnTo>
                    <a:pt x="1693072" y="4684176"/>
                  </a:lnTo>
                  <a:lnTo>
                    <a:pt x="1623436" y="4695561"/>
                  </a:lnTo>
                  <a:lnTo>
                    <a:pt x="1566754" y="4703948"/>
                  </a:lnTo>
                  <a:lnTo>
                    <a:pt x="1524196" y="4709673"/>
                  </a:lnTo>
                  <a:lnTo>
                    <a:pt x="1495584" y="4713184"/>
                  </a:lnTo>
                  <a:lnTo>
                    <a:pt x="1479340" y="4715009"/>
                  </a:lnTo>
                  <a:lnTo>
                    <a:pt x="1472601" y="4715704"/>
                  </a:lnTo>
                  <a:lnTo>
                    <a:pt x="1471387" y="4715820"/>
                  </a:lnTo>
                  <a:lnTo>
                    <a:pt x="0" y="4715820"/>
                  </a:lnTo>
                  <a:close/>
                </a:path>
              </a:pathLst>
            </a:custGeom>
            <a:solidFill>
              <a:srgbClr val="E78AC3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398" name="pl1398"/>
            <p:cNvSpPr/>
            <p:nvPr/>
          </p:nvSpPr>
          <p:spPr>
            <a:xfrm>
              <a:off x="4799595" y="4056221"/>
              <a:ext cx="11981298" cy="5255237"/>
            </a:xfrm>
            <a:custGeom>
              <a:avLst/>
              <a:pathLst>
                <a:path w="11981298" h="5255237">
                  <a:moveTo>
                    <a:pt x="0" y="4715820"/>
                  </a:moveTo>
                  <a:lnTo>
                    <a:pt x="1471387" y="4715820"/>
                  </a:lnTo>
                  <a:lnTo>
                    <a:pt x="1472285" y="4715734"/>
                  </a:lnTo>
                  <a:lnTo>
                    <a:pt x="1478221" y="4715128"/>
                  </a:lnTo>
                  <a:lnTo>
                    <a:pt x="1493284" y="4713452"/>
                  </a:lnTo>
                  <a:lnTo>
                    <a:pt x="1520465" y="4710148"/>
                  </a:lnTo>
                  <a:lnTo>
                    <a:pt x="1561489" y="4704685"/>
                  </a:lnTo>
                  <a:lnTo>
                    <a:pt x="1616686" y="4696602"/>
                  </a:lnTo>
                  <a:lnTo>
                    <a:pt x="1685022" y="4685552"/>
                  </a:lnTo>
                  <a:lnTo>
                    <a:pt x="1764324" y="4671320"/>
                  </a:lnTo>
                  <a:lnTo>
                    <a:pt x="1851671" y="4653815"/>
                  </a:lnTo>
                  <a:lnTo>
                    <a:pt x="1943848" y="4633044"/>
                  </a:lnTo>
                  <a:lnTo>
                    <a:pt x="2037763" y="4609067"/>
                  </a:lnTo>
                  <a:lnTo>
                    <a:pt x="2130753" y="4581946"/>
                  </a:lnTo>
                  <a:lnTo>
                    <a:pt x="2220749" y="4551709"/>
                  </a:lnTo>
                  <a:lnTo>
                    <a:pt x="2306315" y="4518315"/>
                  </a:lnTo>
                  <a:lnTo>
                    <a:pt x="2386598" y="4481635"/>
                  </a:lnTo>
                  <a:lnTo>
                    <a:pt x="2461227" y="4441443"/>
                  </a:lnTo>
                  <a:lnTo>
                    <a:pt x="2530206" y="4397416"/>
                  </a:lnTo>
                  <a:lnTo>
                    <a:pt x="2593804" y="4349134"/>
                  </a:lnTo>
                  <a:lnTo>
                    <a:pt x="2652463" y="4296092"/>
                  </a:lnTo>
                  <a:lnTo>
                    <a:pt x="2706736" y="4237718"/>
                  </a:lnTo>
                  <a:lnTo>
                    <a:pt x="2757225" y="4173404"/>
                  </a:lnTo>
                  <a:lnTo>
                    <a:pt x="2804548" y="4102553"/>
                  </a:lnTo>
                  <a:lnTo>
                    <a:pt x="2849302" y="4024664"/>
                  </a:lnTo>
                  <a:lnTo>
                    <a:pt x="2892035" y="3939452"/>
                  </a:lnTo>
                  <a:lnTo>
                    <a:pt x="2896531" y="3929850"/>
                  </a:lnTo>
                  <a:lnTo>
                    <a:pt x="2926817" y="3861987"/>
                  </a:lnTo>
                  <a:lnTo>
                    <a:pt x="2956456" y="3790115"/>
                  </a:lnTo>
                  <a:lnTo>
                    <a:pt x="2985589" y="3714152"/>
                  </a:lnTo>
                  <a:lnTo>
                    <a:pt x="3014338" y="3634059"/>
                  </a:lnTo>
                  <a:lnTo>
                    <a:pt x="3042801" y="3549841"/>
                  </a:lnTo>
                  <a:lnTo>
                    <a:pt x="3071063" y="3461549"/>
                  </a:lnTo>
                  <a:lnTo>
                    <a:pt x="3099192" y="3369288"/>
                  </a:lnTo>
                  <a:lnTo>
                    <a:pt x="3127243" y="3273216"/>
                  </a:lnTo>
                  <a:lnTo>
                    <a:pt x="3155258" y="3173546"/>
                  </a:lnTo>
                  <a:lnTo>
                    <a:pt x="3183268" y="3070546"/>
                  </a:lnTo>
                  <a:lnTo>
                    <a:pt x="3211294" y="2964539"/>
                  </a:lnTo>
                  <a:lnTo>
                    <a:pt x="3239350" y="2855897"/>
                  </a:lnTo>
                  <a:lnTo>
                    <a:pt x="3267440" y="2745041"/>
                  </a:lnTo>
                  <a:lnTo>
                    <a:pt x="3295563" y="2632431"/>
                  </a:lnTo>
                  <a:lnTo>
                    <a:pt x="3323713" y="2518558"/>
                  </a:lnTo>
                  <a:lnTo>
                    <a:pt x="3351880" y="2403939"/>
                  </a:lnTo>
                  <a:lnTo>
                    <a:pt x="3380051" y="2289106"/>
                  </a:lnTo>
                  <a:lnTo>
                    <a:pt x="3408216" y="2174593"/>
                  </a:lnTo>
                  <a:lnTo>
                    <a:pt x="3436361" y="2060930"/>
                  </a:lnTo>
                  <a:lnTo>
                    <a:pt x="3464478" y="1948629"/>
                  </a:lnTo>
                  <a:lnTo>
                    <a:pt x="3492561" y="1838177"/>
                  </a:lnTo>
                  <a:lnTo>
                    <a:pt x="3520610" y="1730027"/>
                  </a:lnTo>
                  <a:lnTo>
                    <a:pt x="3548632" y="1624588"/>
                  </a:lnTo>
                  <a:lnTo>
                    <a:pt x="3576641" y="1522225"/>
                  </a:lnTo>
                  <a:lnTo>
                    <a:pt x="3604660" y="1423249"/>
                  </a:lnTo>
                  <a:lnTo>
                    <a:pt x="3632723" y="1327918"/>
                  </a:lnTo>
                  <a:lnTo>
                    <a:pt x="3660873" y="1236434"/>
                  </a:lnTo>
                  <a:lnTo>
                    <a:pt x="3689170" y="1148943"/>
                  </a:lnTo>
                  <a:lnTo>
                    <a:pt x="3717683" y="1065541"/>
                  </a:lnTo>
                  <a:lnTo>
                    <a:pt x="3746499" y="986268"/>
                  </a:lnTo>
                  <a:lnTo>
                    <a:pt x="3775722" y="911122"/>
                  </a:lnTo>
                  <a:lnTo>
                    <a:pt x="3805477" y="840053"/>
                  </a:lnTo>
                  <a:lnTo>
                    <a:pt x="3829811" y="785970"/>
                  </a:lnTo>
                  <a:lnTo>
                    <a:pt x="3872356" y="699967"/>
                  </a:lnTo>
                  <a:lnTo>
                    <a:pt x="3916867" y="621299"/>
                  </a:lnTo>
                  <a:lnTo>
                    <a:pt x="3963886" y="549712"/>
                  </a:lnTo>
                  <a:lnTo>
                    <a:pt x="4014005" y="484723"/>
                  </a:lnTo>
                  <a:lnTo>
                    <a:pt x="4067841" y="425739"/>
                  </a:lnTo>
                  <a:lnTo>
                    <a:pt x="4126001" y="372152"/>
                  </a:lnTo>
                  <a:lnTo>
                    <a:pt x="4189043" y="323383"/>
                  </a:lnTo>
                  <a:lnTo>
                    <a:pt x="4257427" y="278921"/>
                  </a:lnTo>
                  <a:lnTo>
                    <a:pt x="4331443" y="238334"/>
                  </a:lnTo>
                  <a:lnTo>
                    <a:pt x="4411127" y="201289"/>
                  </a:lnTo>
                  <a:lnTo>
                    <a:pt x="4496157" y="167549"/>
                  </a:lnTo>
                  <a:lnTo>
                    <a:pt x="4585735" y="136976"/>
                  </a:lnTo>
                  <a:lnTo>
                    <a:pt x="4678491" y="109520"/>
                  </a:lnTo>
                  <a:lnTo>
                    <a:pt x="4772424" y="85201"/>
                  </a:lnTo>
                  <a:lnTo>
                    <a:pt x="4864931" y="64082"/>
                  </a:lnTo>
                  <a:lnTo>
                    <a:pt x="4952953" y="46225"/>
                  </a:lnTo>
                  <a:lnTo>
                    <a:pt x="5033270" y="31643"/>
                  </a:lnTo>
                  <a:lnTo>
                    <a:pt x="5102906" y="20258"/>
                  </a:lnTo>
                  <a:lnTo>
                    <a:pt x="5159588" y="11871"/>
                  </a:lnTo>
                  <a:lnTo>
                    <a:pt x="5202146" y="6146"/>
                  </a:lnTo>
                  <a:lnTo>
                    <a:pt x="5230758" y="2635"/>
                  </a:lnTo>
                  <a:lnTo>
                    <a:pt x="5247002" y="810"/>
                  </a:lnTo>
                  <a:lnTo>
                    <a:pt x="5253741" y="115"/>
                  </a:lnTo>
                  <a:lnTo>
                    <a:pt x="5254954" y="0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207" y="91"/>
                  </a:lnTo>
                  <a:lnTo>
                    <a:pt x="6732921" y="740"/>
                  </a:lnTo>
                  <a:lnTo>
                    <a:pt x="6747436" y="2535"/>
                  </a:lnTo>
                  <a:lnTo>
                    <a:pt x="6773667" y="6073"/>
                  </a:lnTo>
                  <a:lnTo>
                    <a:pt x="6813328" y="11926"/>
                  </a:lnTo>
                  <a:lnTo>
                    <a:pt x="6866818" y="20594"/>
                  </a:lnTo>
                  <a:lnTo>
                    <a:pt x="6933232" y="32458"/>
                  </a:lnTo>
                  <a:lnTo>
                    <a:pt x="7010559" y="47762"/>
                  </a:lnTo>
                  <a:lnTo>
                    <a:pt x="7096041" y="66613"/>
                  </a:lnTo>
                  <a:lnTo>
                    <a:pt x="7186597" y="89014"/>
                  </a:lnTo>
                  <a:lnTo>
                    <a:pt x="7279220" y="114906"/>
                  </a:lnTo>
                  <a:lnTo>
                    <a:pt x="7371280" y="144218"/>
                  </a:lnTo>
                  <a:lnTo>
                    <a:pt x="7460698" y="176913"/>
                  </a:lnTo>
                  <a:lnTo>
                    <a:pt x="7545995" y="213020"/>
                  </a:lnTo>
                  <a:lnTo>
                    <a:pt x="7626258" y="252661"/>
                  </a:lnTo>
                  <a:lnTo>
                    <a:pt x="7701053" y="296057"/>
                  </a:lnTo>
                  <a:lnTo>
                    <a:pt x="7770317" y="343533"/>
                  </a:lnTo>
                  <a:lnTo>
                    <a:pt x="7834264" y="395518"/>
                  </a:lnTo>
                  <a:lnTo>
                    <a:pt x="7893288" y="452534"/>
                  </a:lnTo>
                  <a:lnTo>
                    <a:pt x="7947899" y="515177"/>
                  </a:lnTo>
                  <a:lnTo>
                    <a:pt x="7998668" y="584095"/>
                  </a:lnTo>
                  <a:lnTo>
                    <a:pt x="8046189" y="659936"/>
                  </a:lnTo>
                  <a:lnTo>
                    <a:pt x="8091044" y="743277"/>
                  </a:lnTo>
                  <a:lnTo>
                    <a:pt x="8133777" y="834511"/>
                  </a:lnTo>
                  <a:lnTo>
                    <a:pt x="8151487" y="875872"/>
                  </a:lnTo>
                  <a:lnTo>
                    <a:pt x="8180307" y="947693"/>
                  </a:lnTo>
                  <a:lnTo>
                    <a:pt x="8208535" y="1023551"/>
                  </a:lnTo>
                  <a:lnTo>
                    <a:pt x="8236294" y="1103527"/>
                  </a:lnTo>
                  <a:lnTo>
                    <a:pt x="8263691" y="1187662"/>
                  </a:lnTo>
                  <a:lnTo>
                    <a:pt x="8290813" y="1275961"/>
                  </a:lnTo>
                  <a:lnTo>
                    <a:pt x="8317737" y="1368384"/>
                  </a:lnTo>
                  <a:lnTo>
                    <a:pt x="8344523" y="1464844"/>
                  </a:lnTo>
                  <a:lnTo>
                    <a:pt x="8371223" y="1565208"/>
                  </a:lnTo>
                  <a:lnTo>
                    <a:pt x="8397877" y="1669289"/>
                  </a:lnTo>
                  <a:lnTo>
                    <a:pt x="8424515" y="1776852"/>
                  </a:lnTo>
                  <a:lnTo>
                    <a:pt x="8451160" y="1887614"/>
                  </a:lnTo>
                  <a:lnTo>
                    <a:pt x="8477826" y="2001239"/>
                  </a:lnTo>
                  <a:lnTo>
                    <a:pt x="8504521" y="2117351"/>
                  </a:lnTo>
                  <a:lnTo>
                    <a:pt x="8531247" y="2235531"/>
                  </a:lnTo>
                  <a:lnTo>
                    <a:pt x="8558002" y="2355327"/>
                  </a:lnTo>
                  <a:lnTo>
                    <a:pt x="8584779" y="2476259"/>
                  </a:lnTo>
                  <a:lnTo>
                    <a:pt x="8611569" y="2597828"/>
                  </a:lnTo>
                  <a:lnTo>
                    <a:pt x="8638362" y="2719522"/>
                  </a:lnTo>
                  <a:lnTo>
                    <a:pt x="8665147" y="2840828"/>
                  </a:lnTo>
                  <a:lnTo>
                    <a:pt x="8691913" y="2961242"/>
                  </a:lnTo>
                  <a:lnTo>
                    <a:pt x="8718654" y="3080271"/>
                  </a:lnTo>
                  <a:lnTo>
                    <a:pt x="8745365" y="3197450"/>
                  </a:lnTo>
                  <a:lnTo>
                    <a:pt x="8772045" y="3312342"/>
                  </a:lnTo>
                  <a:lnTo>
                    <a:pt x="8798699" y="3424550"/>
                  </a:lnTo>
                  <a:lnTo>
                    <a:pt x="8825338" y="3533718"/>
                  </a:lnTo>
                  <a:lnTo>
                    <a:pt x="8851981" y="3639536"/>
                  </a:lnTo>
                  <a:lnTo>
                    <a:pt x="8878653" y="3741745"/>
                  </a:lnTo>
                  <a:lnTo>
                    <a:pt x="8905392" y="3840136"/>
                  </a:lnTo>
                  <a:lnTo>
                    <a:pt x="8932241" y="3934549"/>
                  </a:lnTo>
                  <a:lnTo>
                    <a:pt x="8959257" y="4024874"/>
                  </a:lnTo>
                  <a:lnTo>
                    <a:pt x="8986510" y="4111050"/>
                  </a:lnTo>
                  <a:lnTo>
                    <a:pt x="9014079" y="4193058"/>
                  </a:lnTo>
                  <a:lnTo>
                    <a:pt x="9042064" y="4270923"/>
                  </a:lnTo>
                  <a:lnTo>
                    <a:pt x="9070578" y="4344708"/>
                  </a:lnTo>
                  <a:lnTo>
                    <a:pt x="9084767" y="4379364"/>
                  </a:lnTo>
                  <a:lnTo>
                    <a:pt x="9126744" y="4474004"/>
                  </a:lnTo>
                  <a:lnTo>
                    <a:pt x="9170630" y="4560683"/>
                  </a:lnTo>
                  <a:lnTo>
                    <a:pt x="9216944" y="4639661"/>
                  </a:lnTo>
                  <a:lnTo>
                    <a:pt x="9266254" y="4711456"/>
                  </a:lnTo>
                  <a:lnTo>
                    <a:pt x="9319154" y="4776696"/>
                  </a:lnTo>
                  <a:lnTo>
                    <a:pt x="9376227" y="4836037"/>
                  </a:lnTo>
                  <a:lnTo>
                    <a:pt x="9438017" y="4890100"/>
                  </a:lnTo>
                  <a:lnTo>
                    <a:pt x="9504974" y="4939442"/>
                  </a:lnTo>
                  <a:lnTo>
                    <a:pt x="9577398" y="4984533"/>
                  </a:lnTo>
                  <a:lnTo>
                    <a:pt x="9655356" y="5025743"/>
                  </a:lnTo>
                  <a:lnTo>
                    <a:pt x="9738587" y="5063338"/>
                  </a:lnTo>
                  <a:lnTo>
                    <a:pt x="9826392" y="5097481"/>
                  </a:lnTo>
                  <a:lnTo>
                    <a:pt x="9917544" y="5128238"/>
                  </a:lnTo>
                  <a:lnTo>
                    <a:pt x="10010219" y="5155597"/>
                  </a:lnTo>
                  <a:lnTo>
                    <a:pt x="10102008" y="5179496"/>
                  </a:lnTo>
                  <a:lnTo>
                    <a:pt x="10190037" y="5199867"/>
                  </a:lnTo>
                  <a:lnTo>
                    <a:pt x="10271211" y="5216678"/>
                  </a:lnTo>
                  <a:lnTo>
                    <a:pt x="10342580" y="5229988"/>
                  </a:lnTo>
                  <a:lnTo>
                    <a:pt x="10401766" y="5239981"/>
                  </a:lnTo>
                  <a:lnTo>
                    <a:pt x="10447358" y="5246981"/>
                  </a:lnTo>
                  <a:lnTo>
                    <a:pt x="10479186" y="5251440"/>
                  </a:lnTo>
                  <a:lnTo>
                    <a:pt x="10498410" y="5253906"/>
                  </a:lnTo>
                  <a:lnTo>
                    <a:pt x="10507453" y="5254971"/>
                  </a:lnTo>
                  <a:lnTo>
                    <a:pt x="10509841" y="5255230"/>
                  </a:lnTo>
                  <a:lnTo>
                    <a:pt x="10509911" y="5255237"/>
                  </a:lnTo>
                  <a:lnTo>
                    <a:pt x="11981298" y="525523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399" name="pl1399"/>
            <p:cNvSpPr/>
            <p:nvPr/>
          </p:nvSpPr>
          <p:spPr>
            <a:xfrm>
              <a:off x="4799595" y="4039875"/>
              <a:ext cx="11981298" cy="5255237"/>
            </a:xfrm>
            <a:custGeom>
              <a:avLst/>
              <a:pathLst>
                <a:path w="11981298" h="5255237">
                  <a:moveTo>
                    <a:pt x="11981298" y="5255237"/>
                  </a:moveTo>
                  <a:lnTo>
                    <a:pt x="10509911" y="5255237"/>
                  </a:lnTo>
                  <a:lnTo>
                    <a:pt x="10509046" y="5255146"/>
                  </a:lnTo>
                  <a:lnTo>
                    <a:pt x="10503333" y="5254496"/>
                  </a:lnTo>
                  <a:lnTo>
                    <a:pt x="10488817" y="5252702"/>
                  </a:lnTo>
                  <a:lnTo>
                    <a:pt x="10462587" y="5249164"/>
                  </a:lnTo>
                  <a:lnTo>
                    <a:pt x="10422925" y="5243311"/>
                  </a:lnTo>
                  <a:lnTo>
                    <a:pt x="10369435" y="5234643"/>
                  </a:lnTo>
                  <a:lnTo>
                    <a:pt x="10303022" y="5222779"/>
                  </a:lnTo>
                  <a:lnTo>
                    <a:pt x="10225695" y="5207475"/>
                  </a:lnTo>
                  <a:lnTo>
                    <a:pt x="10140212" y="5188624"/>
                  </a:lnTo>
                  <a:lnTo>
                    <a:pt x="10049656" y="5166223"/>
                  </a:lnTo>
                  <a:lnTo>
                    <a:pt x="9957033" y="5140331"/>
                  </a:lnTo>
                  <a:lnTo>
                    <a:pt x="9864973" y="5111019"/>
                  </a:lnTo>
                  <a:lnTo>
                    <a:pt x="9775555" y="5078324"/>
                  </a:lnTo>
                  <a:lnTo>
                    <a:pt x="9690258" y="5042217"/>
                  </a:lnTo>
                  <a:lnTo>
                    <a:pt x="9609995" y="5002576"/>
                  </a:lnTo>
                  <a:lnTo>
                    <a:pt x="9535201" y="4959180"/>
                  </a:lnTo>
                  <a:lnTo>
                    <a:pt x="9465936" y="4911704"/>
                  </a:lnTo>
                  <a:lnTo>
                    <a:pt x="9401989" y="4859719"/>
                  </a:lnTo>
                  <a:lnTo>
                    <a:pt x="9342966" y="4802703"/>
                  </a:lnTo>
                  <a:lnTo>
                    <a:pt x="9288355" y="4740060"/>
                  </a:lnTo>
                  <a:lnTo>
                    <a:pt x="9237585" y="4671142"/>
                  </a:lnTo>
                  <a:lnTo>
                    <a:pt x="9190065" y="4595301"/>
                  </a:lnTo>
                  <a:lnTo>
                    <a:pt x="9145210" y="4511959"/>
                  </a:lnTo>
                  <a:lnTo>
                    <a:pt x="9102477" y="4420725"/>
                  </a:lnTo>
                  <a:lnTo>
                    <a:pt x="9084767" y="4379364"/>
                  </a:lnTo>
                  <a:lnTo>
                    <a:pt x="9055947" y="4307544"/>
                  </a:lnTo>
                  <a:lnTo>
                    <a:pt x="9027719" y="4231685"/>
                  </a:lnTo>
                  <a:lnTo>
                    <a:pt x="8999959" y="4151710"/>
                  </a:lnTo>
                  <a:lnTo>
                    <a:pt x="8972562" y="4067575"/>
                  </a:lnTo>
                  <a:lnTo>
                    <a:pt x="8945440" y="3979276"/>
                  </a:lnTo>
                  <a:lnTo>
                    <a:pt x="8918517" y="3886853"/>
                  </a:lnTo>
                  <a:lnTo>
                    <a:pt x="8891730" y="3790393"/>
                  </a:lnTo>
                  <a:lnTo>
                    <a:pt x="8865030" y="3690029"/>
                  </a:lnTo>
                  <a:lnTo>
                    <a:pt x="8838377" y="3585948"/>
                  </a:lnTo>
                  <a:lnTo>
                    <a:pt x="8811739" y="3478384"/>
                  </a:lnTo>
                  <a:lnTo>
                    <a:pt x="8785094" y="3367623"/>
                  </a:lnTo>
                  <a:lnTo>
                    <a:pt x="8758428" y="3253998"/>
                  </a:lnTo>
                  <a:lnTo>
                    <a:pt x="8731732" y="3137886"/>
                  </a:lnTo>
                  <a:lnTo>
                    <a:pt x="8705006" y="3019706"/>
                  </a:lnTo>
                  <a:lnTo>
                    <a:pt x="8678251" y="2899910"/>
                  </a:lnTo>
                  <a:lnTo>
                    <a:pt x="8651474" y="2778978"/>
                  </a:lnTo>
                  <a:lnTo>
                    <a:pt x="8624684" y="2657409"/>
                  </a:lnTo>
                  <a:lnTo>
                    <a:pt x="8597891" y="2535715"/>
                  </a:lnTo>
                  <a:lnTo>
                    <a:pt x="8571107" y="2414409"/>
                  </a:lnTo>
                  <a:lnTo>
                    <a:pt x="8544340" y="2293995"/>
                  </a:lnTo>
                  <a:lnTo>
                    <a:pt x="8517599" y="2174966"/>
                  </a:lnTo>
                  <a:lnTo>
                    <a:pt x="8490888" y="2057787"/>
                  </a:lnTo>
                  <a:lnTo>
                    <a:pt x="8464209" y="1942895"/>
                  </a:lnTo>
                  <a:lnTo>
                    <a:pt x="8437555" y="1830687"/>
                  </a:lnTo>
                  <a:lnTo>
                    <a:pt x="8410915" y="1721519"/>
                  </a:lnTo>
                  <a:lnTo>
                    <a:pt x="8384273" y="1615701"/>
                  </a:lnTo>
                  <a:lnTo>
                    <a:pt x="8357600" y="1513492"/>
                  </a:lnTo>
                  <a:lnTo>
                    <a:pt x="8330862" y="1415101"/>
                  </a:lnTo>
                  <a:lnTo>
                    <a:pt x="8304012" y="1320688"/>
                  </a:lnTo>
                  <a:lnTo>
                    <a:pt x="8276996" y="1230363"/>
                  </a:lnTo>
                  <a:lnTo>
                    <a:pt x="8249744" y="1144187"/>
                  </a:lnTo>
                  <a:lnTo>
                    <a:pt x="8222174" y="1062179"/>
                  </a:lnTo>
                  <a:lnTo>
                    <a:pt x="8194189" y="984314"/>
                  </a:lnTo>
                  <a:lnTo>
                    <a:pt x="8165676" y="910529"/>
                  </a:lnTo>
                  <a:lnTo>
                    <a:pt x="8151487" y="875872"/>
                  </a:lnTo>
                  <a:lnTo>
                    <a:pt x="8109509" y="781232"/>
                  </a:lnTo>
                  <a:lnTo>
                    <a:pt x="8065623" y="694554"/>
                  </a:lnTo>
                  <a:lnTo>
                    <a:pt x="8019310" y="615576"/>
                  </a:lnTo>
                  <a:lnTo>
                    <a:pt x="7969999" y="543781"/>
                  </a:lnTo>
                  <a:lnTo>
                    <a:pt x="7917100" y="478541"/>
                  </a:lnTo>
                  <a:lnTo>
                    <a:pt x="7860026" y="419200"/>
                  </a:lnTo>
                  <a:lnTo>
                    <a:pt x="7798237" y="365137"/>
                  </a:lnTo>
                  <a:lnTo>
                    <a:pt x="7731280" y="315795"/>
                  </a:lnTo>
                  <a:lnTo>
                    <a:pt x="7658855" y="270704"/>
                  </a:lnTo>
                  <a:lnTo>
                    <a:pt x="7580897" y="229494"/>
                  </a:lnTo>
                  <a:lnTo>
                    <a:pt x="7497666" y="191899"/>
                  </a:lnTo>
                  <a:lnTo>
                    <a:pt x="7409861" y="157756"/>
                  </a:lnTo>
                  <a:lnTo>
                    <a:pt x="7318709" y="126999"/>
                  </a:lnTo>
                  <a:lnTo>
                    <a:pt x="7226034" y="99640"/>
                  </a:lnTo>
                  <a:lnTo>
                    <a:pt x="7134245" y="75741"/>
                  </a:lnTo>
                  <a:lnTo>
                    <a:pt x="7046216" y="55370"/>
                  </a:lnTo>
                  <a:lnTo>
                    <a:pt x="6965043" y="38559"/>
                  </a:lnTo>
                  <a:lnTo>
                    <a:pt x="6893674" y="25248"/>
                  </a:lnTo>
                  <a:lnTo>
                    <a:pt x="6834487" y="15256"/>
                  </a:lnTo>
                  <a:lnTo>
                    <a:pt x="6788895" y="8256"/>
                  </a:lnTo>
                  <a:lnTo>
                    <a:pt x="6757068" y="3797"/>
                  </a:lnTo>
                  <a:lnTo>
                    <a:pt x="6737844" y="1331"/>
                  </a:lnTo>
                  <a:lnTo>
                    <a:pt x="6728800" y="266"/>
                  </a:lnTo>
                  <a:lnTo>
                    <a:pt x="6726412" y="7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057" y="85"/>
                  </a:lnTo>
                  <a:lnTo>
                    <a:pt x="5248121" y="691"/>
                  </a:lnTo>
                  <a:lnTo>
                    <a:pt x="5233059" y="2367"/>
                  </a:lnTo>
                  <a:lnTo>
                    <a:pt x="5205877" y="5671"/>
                  </a:lnTo>
                  <a:lnTo>
                    <a:pt x="5164853" y="11135"/>
                  </a:lnTo>
                  <a:lnTo>
                    <a:pt x="5109656" y="19217"/>
                  </a:lnTo>
                  <a:lnTo>
                    <a:pt x="5041321" y="30267"/>
                  </a:lnTo>
                  <a:lnTo>
                    <a:pt x="4962019" y="44499"/>
                  </a:lnTo>
                  <a:lnTo>
                    <a:pt x="4874671" y="62004"/>
                  </a:lnTo>
                  <a:lnTo>
                    <a:pt x="4782494" y="82775"/>
                  </a:lnTo>
                  <a:lnTo>
                    <a:pt x="4688580" y="106752"/>
                  </a:lnTo>
                  <a:lnTo>
                    <a:pt x="4595590" y="133873"/>
                  </a:lnTo>
                  <a:lnTo>
                    <a:pt x="4505593" y="164110"/>
                  </a:lnTo>
                  <a:lnTo>
                    <a:pt x="4420027" y="197504"/>
                  </a:lnTo>
                  <a:lnTo>
                    <a:pt x="4339744" y="234184"/>
                  </a:lnTo>
                  <a:lnTo>
                    <a:pt x="4265115" y="274376"/>
                  </a:lnTo>
                  <a:lnTo>
                    <a:pt x="4196136" y="318403"/>
                  </a:lnTo>
                  <a:lnTo>
                    <a:pt x="4132539" y="366685"/>
                  </a:lnTo>
                  <a:lnTo>
                    <a:pt x="4073879" y="419727"/>
                  </a:lnTo>
                  <a:lnTo>
                    <a:pt x="4019606" y="478101"/>
                  </a:lnTo>
                  <a:lnTo>
                    <a:pt x="3969117" y="542415"/>
                  </a:lnTo>
                  <a:lnTo>
                    <a:pt x="3921794" y="613266"/>
                  </a:lnTo>
                  <a:lnTo>
                    <a:pt x="3877040" y="691155"/>
                  </a:lnTo>
                  <a:lnTo>
                    <a:pt x="3834308" y="776367"/>
                  </a:lnTo>
                  <a:lnTo>
                    <a:pt x="3829811" y="785970"/>
                  </a:lnTo>
                  <a:lnTo>
                    <a:pt x="3799525" y="853832"/>
                  </a:lnTo>
                  <a:lnTo>
                    <a:pt x="3769887" y="925704"/>
                  </a:lnTo>
                  <a:lnTo>
                    <a:pt x="3740753" y="1001667"/>
                  </a:lnTo>
                  <a:lnTo>
                    <a:pt x="3712005" y="1081760"/>
                  </a:lnTo>
                  <a:lnTo>
                    <a:pt x="3683541" y="1165978"/>
                  </a:lnTo>
                  <a:lnTo>
                    <a:pt x="3655279" y="1254270"/>
                  </a:lnTo>
                  <a:lnTo>
                    <a:pt x="3627150" y="1346531"/>
                  </a:lnTo>
                  <a:lnTo>
                    <a:pt x="3599099" y="1442603"/>
                  </a:lnTo>
                  <a:lnTo>
                    <a:pt x="3571084" y="1542273"/>
                  </a:lnTo>
                  <a:lnTo>
                    <a:pt x="3543074" y="1645273"/>
                  </a:lnTo>
                  <a:lnTo>
                    <a:pt x="3515048" y="1751280"/>
                  </a:lnTo>
                  <a:lnTo>
                    <a:pt x="3486992" y="1859922"/>
                  </a:lnTo>
                  <a:lnTo>
                    <a:pt x="3458902" y="1970778"/>
                  </a:lnTo>
                  <a:lnTo>
                    <a:pt x="3430779" y="2083388"/>
                  </a:lnTo>
                  <a:lnTo>
                    <a:pt x="3402629" y="2197261"/>
                  </a:lnTo>
                  <a:lnTo>
                    <a:pt x="3374462" y="2311880"/>
                  </a:lnTo>
                  <a:lnTo>
                    <a:pt x="3346291" y="2426713"/>
                  </a:lnTo>
                  <a:lnTo>
                    <a:pt x="3318127" y="2541226"/>
                  </a:lnTo>
                  <a:lnTo>
                    <a:pt x="3289981" y="2654889"/>
                  </a:lnTo>
                  <a:lnTo>
                    <a:pt x="3261865" y="2767190"/>
                  </a:lnTo>
                  <a:lnTo>
                    <a:pt x="3233781" y="2877642"/>
                  </a:lnTo>
                  <a:lnTo>
                    <a:pt x="3205732" y="2985792"/>
                  </a:lnTo>
                  <a:lnTo>
                    <a:pt x="3177710" y="3091231"/>
                  </a:lnTo>
                  <a:lnTo>
                    <a:pt x="3149701" y="3193594"/>
                  </a:lnTo>
                  <a:lnTo>
                    <a:pt x="3121682" y="3292570"/>
                  </a:lnTo>
                  <a:lnTo>
                    <a:pt x="3093619" y="3387901"/>
                  </a:lnTo>
                  <a:lnTo>
                    <a:pt x="3065469" y="3479385"/>
                  </a:lnTo>
                  <a:lnTo>
                    <a:pt x="3037172" y="3566876"/>
                  </a:lnTo>
                  <a:lnTo>
                    <a:pt x="3008660" y="3650278"/>
                  </a:lnTo>
                  <a:lnTo>
                    <a:pt x="2979843" y="3729551"/>
                  </a:lnTo>
                  <a:lnTo>
                    <a:pt x="2950620" y="3804697"/>
                  </a:lnTo>
                  <a:lnTo>
                    <a:pt x="2920865" y="3875766"/>
                  </a:lnTo>
                  <a:lnTo>
                    <a:pt x="2896531" y="3929850"/>
                  </a:lnTo>
                  <a:lnTo>
                    <a:pt x="2853986" y="4015852"/>
                  </a:lnTo>
                  <a:lnTo>
                    <a:pt x="2809475" y="4094520"/>
                  </a:lnTo>
                  <a:lnTo>
                    <a:pt x="2762457" y="4166107"/>
                  </a:lnTo>
                  <a:lnTo>
                    <a:pt x="2712337" y="4231096"/>
                  </a:lnTo>
                  <a:lnTo>
                    <a:pt x="2658501" y="4290080"/>
                  </a:lnTo>
                  <a:lnTo>
                    <a:pt x="2600341" y="4343667"/>
                  </a:lnTo>
                  <a:lnTo>
                    <a:pt x="2537299" y="4392436"/>
                  </a:lnTo>
                  <a:lnTo>
                    <a:pt x="2468915" y="4436898"/>
                  </a:lnTo>
                  <a:lnTo>
                    <a:pt x="2394899" y="4477485"/>
                  </a:lnTo>
                  <a:lnTo>
                    <a:pt x="2315215" y="4514530"/>
                  </a:lnTo>
                  <a:lnTo>
                    <a:pt x="2230185" y="4548270"/>
                  </a:lnTo>
                  <a:lnTo>
                    <a:pt x="2140607" y="4578843"/>
                  </a:lnTo>
                  <a:lnTo>
                    <a:pt x="2047851" y="4606299"/>
                  </a:lnTo>
                  <a:lnTo>
                    <a:pt x="1953918" y="4630618"/>
                  </a:lnTo>
                  <a:lnTo>
                    <a:pt x="1861411" y="4651737"/>
                  </a:lnTo>
                  <a:lnTo>
                    <a:pt x="1773389" y="4669594"/>
                  </a:lnTo>
                  <a:lnTo>
                    <a:pt x="1693072" y="4684176"/>
                  </a:lnTo>
                  <a:lnTo>
                    <a:pt x="1623436" y="4695561"/>
                  </a:lnTo>
                  <a:lnTo>
                    <a:pt x="1566754" y="4703948"/>
                  </a:lnTo>
                  <a:lnTo>
                    <a:pt x="1524196" y="4709673"/>
                  </a:lnTo>
                  <a:lnTo>
                    <a:pt x="1495584" y="4713184"/>
                  </a:lnTo>
                  <a:lnTo>
                    <a:pt x="1479340" y="4715009"/>
                  </a:lnTo>
                  <a:lnTo>
                    <a:pt x="1472601" y="4715704"/>
                  </a:lnTo>
                  <a:lnTo>
                    <a:pt x="1471388" y="4715819"/>
                  </a:lnTo>
                  <a:lnTo>
                    <a:pt x="1471387" y="4715820"/>
                  </a:lnTo>
                  <a:lnTo>
                    <a:pt x="0" y="471582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00" name="pg1400"/>
            <p:cNvSpPr/>
            <p:nvPr/>
          </p:nvSpPr>
          <p:spPr>
            <a:xfrm>
              <a:off x="4799595" y="4146124"/>
              <a:ext cx="11981298" cy="6620128"/>
            </a:xfrm>
            <a:custGeom>
              <a:avLst/>
              <a:pathLst>
                <a:path w="11981298" h="6620128">
                  <a:moveTo>
                    <a:pt x="0" y="4642263"/>
                  </a:moveTo>
                  <a:lnTo>
                    <a:pt x="1471387" y="4642263"/>
                  </a:lnTo>
                  <a:lnTo>
                    <a:pt x="1472291" y="4642178"/>
                  </a:lnTo>
                  <a:lnTo>
                    <a:pt x="1478263" y="4641579"/>
                  </a:lnTo>
                  <a:lnTo>
                    <a:pt x="1493416" y="4639925"/>
                  </a:lnTo>
                  <a:lnTo>
                    <a:pt x="1520754" y="4636663"/>
                  </a:lnTo>
                  <a:lnTo>
                    <a:pt x="1562001" y="4631270"/>
                  </a:lnTo>
                  <a:lnTo>
                    <a:pt x="1617477" y="4623292"/>
                  </a:lnTo>
                  <a:lnTo>
                    <a:pt x="1686126" y="4612388"/>
                  </a:lnTo>
                  <a:lnTo>
                    <a:pt x="1765748" y="4598346"/>
                  </a:lnTo>
                  <a:lnTo>
                    <a:pt x="1853396" y="4581081"/>
                  </a:lnTo>
                  <a:lnTo>
                    <a:pt x="1945833" y="4560599"/>
                  </a:lnTo>
                  <a:lnTo>
                    <a:pt x="2039953" y="4536959"/>
                  </a:lnTo>
                  <a:lnTo>
                    <a:pt x="2133089" y="4510224"/>
                  </a:lnTo>
                  <a:lnTo>
                    <a:pt x="2223174" y="4480419"/>
                  </a:lnTo>
                  <a:lnTo>
                    <a:pt x="2308779" y="4447501"/>
                  </a:lnTo>
                  <a:lnTo>
                    <a:pt x="2389061" y="4411342"/>
                  </a:lnTo>
                  <a:lnTo>
                    <a:pt x="2463661" y="4371715"/>
                  </a:lnTo>
                  <a:lnTo>
                    <a:pt x="2532592" y="4328296"/>
                  </a:lnTo>
                  <a:lnTo>
                    <a:pt x="2596132" y="4280670"/>
                  </a:lnTo>
                  <a:lnTo>
                    <a:pt x="2654732" y="4228333"/>
                  </a:lnTo>
                  <a:lnTo>
                    <a:pt x="2708951" y="4170721"/>
                  </a:lnTo>
                  <a:lnTo>
                    <a:pt x="2759397" y="4107231"/>
                  </a:lnTo>
                  <a:lnTo>
                    <a:pt x="2806690" y="4037278"/>
                  </a:lnTo>
                  <a:lnTo>
                    <a:pt x="2851430" y="3960371"/>
                  </a:lnTo>
                  <a:lnTo>
                    <a:pt x="2894166" y="3876246"/>
                  </a:lnTo>
                  <a:lnTo>
                    <a:pt x="2896531" y="3871276"/>
                  </a:lnTo>
                  <a:lnTo>
                    <a:pt x="2927082" y="3804100"/>
                  </a:lnTo>
                  <a:lnTo>
                    <a:pt x="2956976" y="3732919"/>
                  </a:lnTo>
                  <a:lnTo>
                    <a:pt x="2986359" y="3657653"/>
                  </a:lnTo>
                  <a:lnTo>
                    <a:pt x="3015352" y="3578263"/>
                  </a:lnTo>
                  <a:lnTo>
                    <a:pt x="3044058" y="3494755"/>
                  </a:lnTo>
                  <a:lnTo>
                    <a:pt x="3072563" y="3407184"/>
                  </a:lnTo>
                  <a:lnTo>
                    <a:pt x="3100936" y="3315657"/>
                  </a:lnTo>
                  <a:lnTo>
                    <a:pt x="3129232" y="3220337"/>
                  </a:lnTo>
                  <a:lnTo>
                    <a:pt x="3157494" y="3121441"/>
                  </a:lnTo>
                  <a:lnTo>
                    <a:pt x="3185753" y="3019245"/>
                  </a:lnTo>
                  <a:lnTo>
                    <a:pt x="3214030" y="2914078"/>
                  </a:lnTo>
                  <a:lnTo>
                    <a:pt x="3242338" y="2806320"/>
                  </a:lnTo>
                  <a:lnTo>
                    <a:pt x="3270682" y="2696397"/>
                  </a:lnTo>
                  <a:lnTo>
                    <a:pt x="3299058" y="2584778"/>
                  </a:lnTo>
                  <a:lnTo>
                    <a:pt x="3327460" y="2471961"/>
                  </a:lnTo>
                  <a:lnTo>
                    <a:pt x="3355878" y="2358471"/>
                  </a:lnTo>
                  <a:lnTo>
                    <a:pt x="3384299" y="2244841"/>
                  </a:lnTo>
                  <a:lnTo>
                    <a:pt x="3412711" y="2131612"/>
                  </a:lnTo>
                  <a:lnTo>
                    <a:pt x="3441101" y="2019315"/>
                  </a:lnTo>
                  <a:lnTo>
                    <a:pt x="3469462" y="1908461"/>
                  </a:lnTo>
                  <a:lnTo>
                    <a:pt x="3497788" y="1799536"/>
                  </a:lnTo>
                  <a:lnTo>
                    <a:pt x="3526080" y="1692988"/>
                  </a:lnTo>
                  <a:lnTo>
                    <a:pt x="3554347" y="1589222"/>
                  </a:lnTo>
                  <a:lnTo>
                    <a:pt x="3582604" y="1488595"/>
                  </a:lnTo>
                  <a:lnTo>
                    <a:pt x="3610878" y="1391409"/>
                  </a:lnTo>
                  <a:lnTo>
                    <a:pt x="3639205" y="1297912"/>
                  </a:lnTo>
                  <a:lnTo>
                    <a:pt x="3667634" y="1208294"/>
                  </a:lnTo>
                  <a:lnTo>
                    <a:pt x="3696228" y="1122690"/>
                  </a:lnTo>
                  <a:lnTo>
                    <a:pt x="3725062" y="1041183"/>
                  </a:lnTo>
                  <a:lnTo>
                    <a:pt x="3754231" y="963803"/>
                  </a:lnTo>
                  <a:lnTo>
                    <a:pt x="3783845" y="890533"/>
                  </a:lnTo>
                  <a:lnTo>
                    <a:pt x="3814040" y="821314"/>
                  </a:lnTo>
                  <a:lnTo>
                    <a:pt x="3829811" y="787332"/>
                  </a:lnTo>
                  <a:lnTo>
                    <a:pt x="3872448" y="702798"/>
                  </a:lnTo>
                  <a:lnTo>
                    <a:pt x="3917061" y="625488"/>
                  </a:lnTo>
                  <a:lnTo>
                    <a:pt x="3964194" y="555153"/>
                  </a:lnTo>
                  <a:lnTo>
                    <a:pt x="4014445" y="491313"/>
                  </a:lnTo>
                  <a:lnTo>
                    <a:pt x="4068434" y="433384"/>
                  </a:lnTo>
                  <a:lnTo>
                    <a:pt x="4126772" y="380766"/>
                  </a:lnTo>
                  <a:lnTo>
                    <a:pt x="4190019" y="332887"/>
                  </a:lnTo>
                  <a:lnTo>
                    <a:pt x="4258636" y="289243"/>
                  </a:lnTo>
                  <a:lnTo>
                    <a:pt x="4332912" y="249411"/>
                  </a:lnTo>
                  <a:lnTo>
                    <a:pt x="4412878" y="213062"/>
                  </a:lnTo>
                  <a:lnTo>
                    <a:pt x="4498200" y="179966"/>
                  </a:lnTo>
                  <a:lnTo>
                    <a:pt x="4588065" y="149987"/>
                  </a:lnTo>
                  <a:lnTo>
                    <a:pt x="4681077" y="123078"/>
                  </a:lnTo>
                  <a:lnTo>
                    <a:pt x="4775207" y="99262"/>
                  </a:lnTo>
                  <a:lnTo>
                    <a:pt x="4867819" y="78600"/>
                  </a:lnTo>
                  <a:lnTo>
                    <a:pt x="4955825" y="61151"/>
                  </a:lnTo>
                  <a:lnTo>
                    <a:pt x="5035984" y="46929"/>
                  </a:lnTo>
                  <a:lnTo>
                    <a:pt x="5105320" y="35852"/>
                  </a:lnTo>
                  <a:lnTo>
                    <a:pt x="5161581" y="27716"/>
                  </a:lnTo>
                  <a:lnTo>
                    <a:pt x="5203638" y="22188"/>
                  </a:lnTo>
                  <a:lnTo>
                    <a:pt x="5231729" y="18820"/>
                  </a:lnTo>
                  <a:lnTo>
                    <a:pt x="5247501" y="17089"/>
                  </a:lnTo>
                  <a:lnTo>
                    <a:pt x="5253892" y="16445"/>
                  </a:lnTo>
                  <a:lnTo>
                    <a:pt x="5254955" y="16345"/>
                  </a:lnTo>
                  <a:lnTo>
                    <a:pt x="6726343" y="16345"/>
                  </a:lnTo>
                  <a:lnTo>
                    <a:pt x="6727121" y="16449"/>
                  </a:lnTo>
                  <a:lnTo>
                    <a:pt x="6732279" y="17182"/>
                  </a:lnTo>
                  <a:lnTo>
                    <a:pt x="6745418" y="19207"/>
                  </a:lnTo>
                  <a:lnTo>
                    <a:pt x="6769244" y="23201"/>
                  </a:lnTo>
                  <a:lnTo>
                    <a:pt x="6805441" y="29817"/>
                  </a:lnTo>
                  <a:lnTo>
                    <a:pt x="6854555" y="39637"/>
                  </a:lnTo>
                  <a:lnTo>
                    <a:pt x="6915986" y="53119"/>
                  </a:lnTo>
                  <a:lnTo>
                    <a:pt x="6988124" y="70575"/>
                  </a:lnTo>
                  <a:lnTo>
                    <a:pt x="7068624" y="92165"/>
                  </a:lnTo>
                  <a:lnTo>
                    <a:pt x="7154759" y="117922"/>
                  </a:lnTo>
                  <a:lnTo>
                    <a:pt x="7243762" y="147794"/>
                  </a:lnTo>
                  <a:lnTo>
                    <a:pt x="7333120" y="181700"/>
                  </a:lnTo>
                  <a:lnTo>
                    <a:pt x="7420753" y="219576"/>
                  </a:lnTo>
                  <a:lnTo>
                    <a:pt x="7505097" y="261421"/>
                  </a:lnTo>
                  <a:lnTo>
                    <a:pt x="7585101" y="307319"/>
                  </a:lnTo>
                  <a:lnTo>
                    <a:pt x="7660168" y="357462"/>
                  </a:lnTo>
                  <a:lnTo>
                    <a:pt x="7730075" y="412154"/>
                  </a:lnTo>
                  <a:lnTo>
                    <a:pt x="7794885" y="471815"/>
                  </a:lnTo>
                  <a:lnTo>
                    <a:pt x="7854860" y="536972"/>
                  </a:lnTo>
                  <a:lnTo>
                    <a:pt x="7910400" y="608247"/>
                  </a:lnTo>
                  <a:lnTo>
                    <a:pt x="7961986" y="686337"/>
                  </a:lnTo>
                  <a:lnTo>
                    <a:pt x="8010143" y="771982"/>
                  </a:lnTo>
                  <a:lnTo>
                    <a:pt x="8055402" y="865904"/>
                  </a:lnTo>
                  <a:lnTo>
                    <a:pt x="8098283" y="968725"/>
                  </a:lnTo>
                  <a:lnTo>
                    <a:pt x="8139267" y="1080831"/>
                  </a:lnTo>
                  <a:lnTo>
                    <a:pt x="8151487" y="1116976"/>
                  </a:lnTo>
                  <a:lnTo>
                    <a:pt x="8177384" y="1197752"/>
                  </a:lnTo>
                  <a:lnTo>
                    <a:pt x="8202794" y="1282605"/>
                  </a:lnTo>
                  <a:lnTo>
                    <a:pt x="8227808" y="1371613"/>
                  </a:lnTo>
                  <a:lnTo>
                    <a:pt x="8252504" y="1464824"/>
                  </a:lnTo>
                  <a:lnTo>
                    <a:pt x="8276952" y="1562255"/>
                  </a:lnTo>
                  <a:lnTo>
                    <a:pt x="8301211" y="1663888"/>
                  </a:lnTo>
                  <a:lnTo>
                    <a:pt x="8325329" y="1769668"/>
                  </a:lnTo>
                  <a:lnTo>
                    <a:pt x="8349350" y="1879503"/>
                  </a:lnTo>
                  <a:lnTo>
                    <a:pt x="8373308" y="1993260"/>
                  </a:lnTo>
                  <a:lnTo>
                    <a:pt x="8397230" y="2110765"/>
                  </a:lnTo>
                  <a:lnTo>
                    <a:pt x="8421140" y="2231803"/>
                  </a:lnTo>
                  <a:lnTo>
                    <a:pt x="8445054" y="2356118"/>
                  </a:lnTo>
                  <a:lnTo>
                    <a:pt x="8468982" y="2483415"/>
                  </a:lnTo>
                  <a:lnTo>
                    <a:pt x="8492932" y="2613361"/>
                  </a:lnTo>
                  <a:lnTo>
                    <a:pt x="8516908" y="2745591"/>
                  </a:lnTo>
                  <a:lnTo>
                    <a:pt x="8540908" y="2879706"/>
                  </a:lnTo>
                  <a:lnTo>
                    <a:pt x="8564929" y="3015285"/>
                  </a:lnTo>
                  <a:lnTo>
                    <a:pt x="8588967" y="3151884"/>
                  </a:lnTo>
                  <a:lnTo>
                    <a:pt x="8613014" y="3289048"/>
                  </a:lnTo>
                  <a:lnTo>
                    <a:pt x="8637062" y="3426311"/>
                  </a:lnTo>
                  <a:lnTo>
                    <a:pt x="8661105" y="3563207"/>
                  </a:lnTo>
                  <a:lnTo>
                    <a:pt x="8685134" y="3699275"/>
                  </a:lnTo>
                  <a:lnTo>
                    <a:pt x="8709144" y="3834066"/>
                  </a:lnTo>
                  <a:lnTo>
                    <a:pt x="8733130" y="3967147"/>
                  </a:lnTo>
                  <a:lnTo>
                    <a:pt x="8757091" y="4098110"/>
                  </a:lnTo>
                  <a:lnTo>
                    <a:pt x="8781028" y="4226577"/>
                  </a:lnTo>
                  <a:lnTo>
                    <a:pt x="8804947" y="4352198"/>
                  </a:lnTo>
                  <a:lnTo>
                    <a:pt x="8828856" y="4474663"/>
                  </a:lnTo>
                  <a:lnTo>
                    <a:pt x="8852771" y="4593699"/>
                  </a:lnTo>
                  <a:lnTo>
                    <a:pt x="8876711" y="4709073"/>
                  </a:lnTo>
                  <a:lnTo>
                    <a:pt x="8900701" y="4820594"/>
                  </a:lnTo>
                  <a:lnTo>
                    <a:pt x="8924773" y="4928112"/>
                  </a:lnTo>
                  <a:lnTo>
                    <a:pt x="8948966" y="5031517"/>
                  </a:lnTo>
                  <a:lnTo>
                    <a:pt x="8973327" y="5130739"/>
                  </a:lnTo>
                  <a:lnTo>
                    <a:pt x="8997910" y="5225744"/>
                  </a:lnTo>
                  <a:lnTo>
                    <a:pt x="9022780" y="5316535"/>
                  </a:lnTo>
                  <a:lnTo>
                    <a:pt x="9048011" y="5403147"/>
                  </a:lnTo>
                  <a:lnTo>
                    <a:pt x="9073689" y="5485645"/>
                  </a:lnTo>
                  <a:lnTo>
                    <a:pt x="9084767" y="5519498"/>
                  </a:lnTo>
                  <a:lnTo>
                    <a:pt x="9125257" y="5634460"/>
                  </a:lnTo>
                  <a:lnTo>
                    <a:pt x="9167509" y="5740095"/>
                  </a:lnTo>
                  <a:lnTo>
                    <a:pt x="9211987" y="5836681"/>
                  </a:lnTo>
                  <a:lnTo>
                    <a:pt x="9259201" y="5924783"/>
                  </a:lnTo>
                  <a:lnTo>
                    <a:pt x="9309682" y="6005104"/>
                  </a:lnTo>
                  <a:lnTo>
                    <a:pt x="9363960" y="6078386"/>
                  </a:lnTo>
                  <a:lnTo>
                    <a:pt x="9422531" y="6145344"/>
                  </a:lnTo>
                  <a:lnTo>
                    <a:pt x="9485827" y="6206625"/>
                  </a:lnTo>
                  <a:lnTo>
                    <a:pt x="9554158" y="6262787"/>
                  </a:lnTo>
                  <a:lnTo>
                    <a:pt x="9627656" y="6314284"/>
                  </a:lnTo>
                  <a:lnTo>
                    <a:pt x="9706194" y="6361454"/>
                  </a:lnTo>
                  <a:lnTo>
                    <a:pt x="9789300" y="6404524"/>
                  </a:lnTo>
                  <a:lnTo>
                    <a:pt x="9876069" y="6443611"/>
                  </a:lnTo>
                  <a:lnTo>
                    <a:pt x="9965098" y="6478736"/>
                  </a:lnTo>
                  <a:lnTo>
                    <a:pt x="10054459" y="6509850"/>
                  </a:lnTo>
                  <a:lnTo>
                    <a:pt x="10141757" y="6536873"/>
                  </a:lnTo>
                  <a:lnTo>
                    <a:pt x="10224278" y="6559739"/>
                  </a:lnTo>
                  <a:lnTo>
                    <a:pt x="10299247" y="6578449"/>
                  </a:lnTo>
                  <a:lnTo>
                    <a:pt x="10364163" y="6593120"/>
                  </a:lnTo>
                  <a:lnTo>
                    <a:pt x="10417158" y="6604017"/>
                  </a:lnTo>
                  <a:lnTo>
                    <a:pt x="10457302" y="6611557"/>
                  </a:lnTo>
                  <a:lnTo>
                    <a:pt x="10484783" y="6616285"/>
                  </a:lnTo>
                  <a:lnTo>
                    <a:pt x="10500947" y="6618841"/>
                  </a:lnTo>
                  <a:lnTo>
                    <a:pt x="10508202" y="6619898"/>
                  </a:lnTo>
                  <a:lnTo>
                    <a:pt x="10509911" y="6620128"/>
                  </a:lnTo>
                  <a:lnTo>
                    <a:pt x="11981298" y="6620128"/>
                  </a:lnTo>
                  <a:lnTo>
                    <a:pt x="11981298" y="6603782"/>
                  </a:lnTo>
                  <a:lnTo>
                    <a:pt x="10509911" y="6603782"/>
                  </a:lnTo>
                  <a:lnTo>
                    <a:pt x="10509132" y="6603679"/>
                  </a:lnTo>
                  <a:lnTo>
                    <a:pt x="10503974" y="6602946"/>
                  </a:lnTo>
                  <a:lnTo>
                    <a:pt x="10490836" y="6600921"/>
                  </a:lnTo>
                  <a:lnTo>
                    <a:pt x="10467010" y="6596927"/>
                  </a:lnTo>
                  <a:lnTo>
                    <a:pt x="10430812" y="6590310"/>
                  </a:lnTo>
                  <a:lnTo>
                    <a:pt x="10381698" y="6580491"/>
                  </a:lnTo>
                  <a:lnTo>
                    <a:pt x="10320267" y="6567009"/>
                  </a:lnTo>
                  <a:lnTo>
                    <a:pt x="10248130" y="6549552"/>
                  </a:lnTo>
                  <a:lnTo>
                    <a:pt x="10167629" y="6527962"/>
                  </a:lnTo>
                  <a:lnTo>
                    <a:pt x="10081495" y="6502206"/>
                  </a:lnTo>
                  <a:lnTo>
                    <a:pt x="9992491" y="6472334"/>
                  </a:lnTo>
                  <a:lnTo>
                    <a:pt x="9903133" y="6438428"/>
                  </a:lnTo>
                  <a:lnTo>
                    <a:pt x="9815500" y="6400551"/>
                  </a:lnTo>
                  <a:lnTo>
                    <a:pt x="9731156" y="6358707"/>
                  </a:lnTo>
                  <a:lnTo>
                    <a:pt x="9651153" y="6312809"/>
                  </a:lnTo>
                  <a:lnTo>
                    <a:pt x="9576086" y="6262666"/>
                  </a:lnTo>
                  <a:lnTo>
                    <a:pt x="9506178" y="6207973"/>
                  </a:lnTo>
                  <a:lnTo>
                    <a:pt x="9441369" y="6148312"/>
                  </a:lnTo>
                  <a:lnTo>
                    <a:pt x="9381394" y="6083156"/>
                  </a:lnTo>
                  <a:lnTo>
                    <a:pt x="9325853" y="6011881"/>
                  </a:lnTo>
                  <a:lnTo>
                    <a:pt x="9274267" y="5933791"/>
                  </a:lnTo>
                  <a:lnTo>
                    <a:pt x="9226111" y="5848146"/>
                  </a:lnTo>
                  <a:lnTo>
                    <a:pt x="9180851" y="5754224"/>
                  </a:lnTo>
                  <a:lnTo>
                    <a:pt x="9137970" y="5651402"/>
                  </a:lnTo>
                  <a:lnTo>
                    <a:pt x="9096986" y="5539296"/>
                  </a:lnTo>
                  <a:lnTo>
                    <a:pt x="9084767" y="5503152"/>
                  </a:lnTo>
                  <a:lnTo>
                    <a:pt x="9058869" y="5422376"/>
                  </a:lnTo>
                  <a:lnTo>
                    <a:pt x="9033459" y="5337523"/>
                  </a:lnTo>
                  <a:lnTo>
                    <a:pt x="9008446" y="5248515"/>
                  </a:lnTo>
                  <a:lnTo>
                    <a:pt x="8983749" y="5155304"/>
                  </a:lnTo>
                  <a:lnTo>
                    <a:pt x="8959301" y="5057873"/>
                  </a:lnTo>
                  <a:lnTo>
                    <a:pt x="8935042" y="4956240"/>
                  </a:lnTo>
                  <a:lnTo>
                    <a:pt x="8910924" y="4850460"/>
                  </a:lnTo>
                  <a:lnTo>
                    <a:pt x="8886903" y="4740625"/>
                  </a:lnTo>
                  <a:lnTo>
                    <a:pt x="8862946" y="4626868"/>
                  </a:lnTo>
                  <a:lnTo>
                    <a:pt x="8839023" y="4509363"/>
                  </a:lnTo>
                  <a:lnTo>
                    <a:pt x="8815113" y="4388325"/>
                  </a:lnTo>
                  <a:lnTo>
                    <a:pt x="8791200" y="4264010"/>
                  </a:lnTo>
                  <a:lnTo>
                    <a:pt x="8767271" y="4136713"/>
                  </a:lnTo>
                  <a:lnTo>
                    <a:pt x="8743321" y="4006766"/>
                  </a:lnTo>
                  <a:lnTo>
                    <a:pt x="8719345" y="3874537"/>
                  </a:lnTo>
                  <a:lnTo>
                    <a:pt x="8695345" y="3740422"/>
                  </a:lnTo>
                  <a:lnTo>
                    <a:pt x="8671324" y="3604843"/>
                  </a:lnTo>
                  <a:lnTo>
                    <a:pt x="8647286" y="3468243"/>
                  </a:lnTo>
                  <a:lnTo>
                    <a:pt x="8623239" y="3331080"/>
                  </a:lnTo>
                  <a:lnTo>
                    <a:pt x="8599191" y="3193816"/>
                  </a:lnTo>
                  <a:lnTo>
                    <a:pt x="8575148" y="3056920"/>
                  </a:lnTo>
                  <a:lnTo>
                    <a:pt x="8551119" y="2920852"/>
                  </a:lnTo>
                  <a:lnTo>
                    <a:pt x="8527110" y="2786062"/>
                  </a:lnTo>
                  <a:lnTo>
                    <a:pt x="8503123" y="2652981"/>
                  </a:lnTo>
                  <a:lnTo>
                    <a:pt x="8479163" y="2522017"/>
                  </a:lnTo>
                  <a:lnTo>
                    <a:pt x="8455225" y="2393551"/>
                  </a:lnTo>
                  <a:lnTo>
                    <a:pt x="8431307" y="2267930"/>
                  </a:lnTo>
                  <a:lnTo>
                    <a:pt x="8407397" y="2145465"/>
                  </a:lnTo>
                  <a:lnTo>
                    <a:pt x="8383482" y="2026429"/>
                  </a:lnTo>
                  <a:lnTo>
                    <a:pt x="8359542" y="1911055"/>
                  </a:lnTo>
                  <a:lnTo>
                    <a:pt x="8335552" y="1799534"/>
                  </a:lnTo>
                  <a:lnTo>
                    <a:pt x="8311480" y="1692016"/>
                  </a:lnTo>
                  <a:lnTo>
                    <a:pt x="8287287" y="1588611"/>
                  </a:lnTo>
                  <a:lnTo>
                    <a:pt x="8262926" y="1489389"/>
                  </a:lnTo>
                  <a:lnTo>
                    <a:pt x="8238343" y="1394384"/>
                  </a:lnTo>
                  <a:lnTo>
                    <a:pt x="8213473" y="1303593"/>
                  </a:lnTo>
                  <a:lnTo>
                    <a:pt x="8188242" y="1216981"/>
                  </a:lnTo>
                  <a:lnTo>
                    <a:pt x="8162564" y="1134482"/>
                  </a:lnTo>
                  <a:lnTo>
                    <a:pt x="8151487" y="1100630"/>
                  </a:lnTo>
                  <a:lnTo>
                    <a:pt x="8110997" y="985667"/>
                  </a:lnTo>
                  <a:lnTo>
                    <a:pt x="8068744" y="880032"/>
                  </a:lnTo>
                  <a:lnTo>
                    <a:pt x="8024266" y="783447"/>
                  </a:lnTo>
                  <a:lnTo>
                    <a:pt x="7977052" y="695345"/>
                  </a:lnTo>
                  <a:lnTo>
                    <a:pt x="7926571" y="615023"/>
                  </a:lnTo>
                  <a:lnTo>
                    <a:pt x="7872294" y="541741"/>
                  </a:lnTo>
                  <a:lnTo>
                    <a:pt x="7813722" y="474784"/>
                  </a:lnTo>
                  <a:lnTo>
                    <a:pt x="7750426" y="413503"/>
                  </a:lnTo>
                  <a:lnTo>
                    <a:pt x="7682095" y="357341"/>
                  </a:lnTo>
                  <a:lnTo>
                    <a:pt x="7608597" y="305844"/>
                  </a:lnTo>
                  <a:lnTo>
                    <a:pt x="7530059" y="258674"/>
                  </a:lnTo>
                  <a:lnTo>
                    <a:pt x="7446953" y="215603"/>
                  </a:lnTo>
                  <a:lnTo>
                    <a:pt x="7360184" y="176516"/>
                  </a:lnTo>
                  <a:lnTo>
                    <a:pt x="7271156" y="141392"/>
                  </a:lnTo>
                  <a:lnTo>
                    <a:pt x="7181794" y="110277"/>
                  </a:lnTo>
                  <a:lnTo>
                    <a:pt x="7094496" y="83254"/>
                  </a:lnTo>
                  <a:lnTo>
                    <a:pt x="7011975" y="60389"/>
                  </a:lnTo>
                  <a:lnTo>
                    <a:pt x="6937006" y="41679"/>
                  </a:lnTo>
                  <a:lnTo>
                    <a:pt x="6872090" y="27007"/>
                  </a:lnTo>
                  <a:lnTo>
                    <a:pt x="6819095" y="16110"/>
                  </a:lnTo>
                  <a:lnTo>
                    <a:pt x="6778952" y="8571"/>
                  </a:lnTo>
                  <a:lnTo>
                    <a:pt x="6751470" y="3842"/>
                  </a:lnTo>
                  <a:lnTo>
                    <a:pt x="6735306" y="1287"/>
                  </a:lnTo>
                  <a:lnTo>
                    <a:pt x="6728051" y="230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051" y="84"/>
                  </a:lnTo>
                  <a:lnTo>
                    <a:pt x="5248079" y="683"/>
                  </a:lnTo>
                  <a:lnTo>
                    <a:pt x="5232926" y="2337"/>
                  </a:lnTo>
                  <a:lnTo>
                    <a:pt x="5205588" y="5599"/>
                  </a:lnTo>
                  <a:lnTo>
                    <a:pt x="5164341" y="10992"/>
                  </a:lnTo>
                  <a:lnTo>
                    <a:pt x="5108865" y="18970"/>
                  </a:lnTo>
                  <a:lnTo>
                    <a:pt x="5040216" y="29874"/>
                  </a:lnTo>
                  <a:lnTo>
                    <a:pt x="4960594" y="43916"/>
                  </a:lnTo>
                  <a:lnTo>
                    <a:pt x="4872946" y="61181"/>
                  </a:lnTo>
                  <a:lnTo>
                    <a:pt x="4780509" y="81663"/>
                  </a:lnTo>
                  <a:lnTo>
                    <a:pt x="4686389" y="105303"/>
                  </a:lnTo>
                  <a:lnTo>
                    <a:pt x="4593253" y="132038"/>
                  </a:lnTo>
                  <a:lnTo>
                    <a:pt x="4503168" y="161843"/>
                  </a:lnTo>
                  <a:lnTo>
                    <a:pt x="4417563" y="194761"/>
                  </a:lnTo>
                  <a:lnTo>
                    <a:pt x="4337281" y="230920"/>
                  </a:lnTo>
                  <a:lnTo>
                    <a:pt x="4262681" y="270547"/>
                  </a:lnTo>
                  <a:lnTo>
                    <a:pt x="4193750" y="313966"/>
                  </a:lnTo>
                  <a:lnTo>
                    <a:pt x="4130210" y="361592"/>
                  </a:lnTo>
                  <a:lnTo>
                    <a:pt x="4071610" y="413929"/>
                  </a:lnTo>
                  <a:lnTo>
                    <a:pt x="4017391" y="471541"/>
                  </a:lnTo>
                  <a:lnTo>
                    <a:pt x="3966945" y="535031"/>
                  </a:lnTo>
                  <a:lnTo>
                    <a:pt x="3919652" y="604984"/>
                  </a:lnTo>
                  <a:lnTo>
                    <a:pt x="3874912" y="681891"/>
                  </a:lnTo>
                  <a:lnTo>
                    <a:pt x="3832176" y="766016"/>
                  </a:lnTo>
                  <a:lnTo>
                    <a:pt x="3829811" y="770986"/>
                  </a:lnTo>
                  <a:lnTo>
                    <a:pt x="3799260" y="838162"/>
                  </a:lnTo>
                  <a:lnTo>
                    <a:pt x="3769366" y="909343"/>
                  </a:lnTo>
                  <a:lnTo>
                    <a:pt x="3739983" y="984609"/>
                  </a:lnTo>
                  <a:lnTo>
                    <a:pt x="3710990" y="1063999"/>
                  </a:lnTo>
                  <a:lnTo>
                    <a:pt x="3682284" y="1147507"/>
                  </a:lnTo>
                  <a:lnTo>
                    <a:pt x="3653779" y="1235078"/>
                  </a:lnTo>
                  <a:lnTo>
                    <a:pt x="3625406" y="1326605"/>
                  </a:lnTo>
                  <a:lnTo>
                    <a:pt x="3597110" y="1421925"/>
                  </a:lnTo>
                  <a:lnTo>
                    <a:pt x="3568848" y="1520821"/>
                  </a:lnTo>
                  <a:lnTo>
                    <a:pt x="3540589" y="1623017"/>
                  </a:lnTo>
                  <a:lnTo>
                    <a:pt x="3512312" y="1728184"/>
                  </a:lnTo>
                  <a:lnTo>
                    <a:pt x="3484004" y="1835942"/>
                  </a:lnTo>
                  <a:lnTo>
                    <a:pt x="3455661" y="1945865"/>
                  </a:lnTo>
                  <a:lnTo>
                    <a:pt x="3427284" y="2057484"/>
                  </a:lnTo>
                  <a:lnTo>
                    <a:pt x="3398882" y="2170301"/>
                  </a:lnTo>
                  <a:lnTo>
                    <a:pt x="3370464" y="2283792"/>
                  </a:lnTo>
                  <a:lnTo>
                    <a:pt x="3342043" y="2397421"/>
                  </a:lnTo>
                  <a:lnTo>
                    <a:pt x="3313631" y="2510650"/>
                  </a:lnTo>
                  <a:lnTo>
                    <a:pt x="3285241" y="2622948"/>
                  </a:lnTo>
                  <a:lnTo>
                    <a:pt x="3256880" y="2733801"/>
                  </a:lnTo>
                  <a:lnTo>
                    <a:pt x="3228554" y="2842727"/>
                  </a:lnTo>
                  <a:lnTo>
                    <a:pt x="3200262" y="2949274"/>
                  </a:lnTo>
                  <a:lnTo>
                    <a:pt x="3171995" y="3053040"/>
                  </a:lnTo>
                  <a:lnTo>
                    <a:pt x="3143738" y="3153667"/>
                  </a:lnTo>
                  <a:lnTo>
                    <a:pt x="3115464" y="3250853"/>
                  </a:lnTo>
                  <a:lnTo>
                    <a:pt x="3087137" y="3344350"/>
                  </a:lnTo>
                  <a:lnTo>
                    <a:pt x="3058708" y="3433968"/>
                  </a:lnTo>
                  <a:lnTo>
                    <a:pt x="3030114" y="3519572"/>
                  </a:lnTo>
                  <a:lnTo>
                    <a:pt x="3001280" y="3601079"/>
                  </a:lnTo>
                  <a:lnTo>
                    <a:pt x="2972112" y="3678459"/>
                  </a:lnTo>
                  <a:lnTo>
                    <a:pt x="2942497" y="3751729"/>
                  </a:lnTo>
                  <a:lnTo>
                    <a:pt x="2912303" y="3820948"/>
                  </a:lnTo>
                  <a:lnTo>
                    <a:pt x="2896531" y="3854930"/>
                  </a:lnTo>
                  <a:lnTo>
                    <a:pt x="2853894" y="3939464"/>
                  </a:lnTo>
                  <a:lnTo>
                    <a:pt x="2809281" y="4016774"/>
                  </a:lnTo>
                  <a:lnTo>
                    <a:pt x="2762148" y="4087109"/>
                  </a:lnTo>
                  <a:lnTo>
                    <a:pt x="2711897" y="4150949"/>
                  </a:lnTo>
                  <a:lnTo>
                    <a:pt x="2657908" y="4208878"/>
                  </a:lnTo>
                  <a:lnTo>
                    <a:pt x="2599570" y="4261496"/>
                  </a:lnTo>
                  <a:lnTo>
                    <a:pt x="2536323" y="4309375"/>
                  </a:lnTo>
                  <a:lnTo>
                    <a:pt x="2467706" y="4353019"/>
                  </a:lnTo>
                  <a:lnTo>
                    <a:pt x="2393430" y="4392851"/>
                  </a:lnTo>
                  <a:lnTo>
                    <a:pt x="2313464" y="4429200"/>
                  </a:lnTo>
                  <a:lnTo>
                    <a:pt x="2228142" y="4462296"/>
                  </a:lnTo>
                  <a:lnTo>
                    <a:pt x="2138278" y="4492275"/>
                  </a:lnTo>
                  <a:lnTo>
                    <a:pt x="2045265" y="4519184"/>
                  </a:lnTo>
                  <a:lnTo>
                    <a:pt x="1951135" y="4543000"/>
                  </a:lnTo>
                  <a:lnTo>
                    <a:pt x="1858523" y="4563662"/>
                  </a:lnTo>
                  <a:lnTo>
                    <a:pt x="1770518" y="4581111"/>
                  </a:lnTo>
                  <a:lnTo>
                    <a:pt x="1690358" y="4595333"/>
                  </a:lnTo>
                  <a:lnTo>
                    <a:pt x="1621022" y="4606410"/>
                  </a:lnTo>
                  <a:lnTo>
                    <a:pt x="1564761" y="4614546"/>
                  </a:lnTo>
                  <a:lnTo>
                    <a:pt x="1522705" y="4620074"/>
                  </a:lnTo>
                  <a:lnTo>
                    <a:pt x="1494614" y="4623443"/>
                  </a:lnTo>
                  <a:lnTo>
                    <a:pt x="1478841" y="4625173"/>
                  </a:lnTo>
                  <a:lnTo>
                    <a:pt x="1472450" y="4625817"/>
                  </a:lnTo>
                  <a:lnTo>
                    <a:pt x="1471387" y="4625917"/>
                  </a:lnTo>
                  <a:lnTo>
                    <a:pt x="0" y="4625917"/>
                  </a:lnTo>
                  <a:close/>
                </a:path>
              </a:pathLst>
            </a:custGeom>
            <a:solidFill>
              <a:srgbClr val="E78AC3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401" name="pl1401"/>
            <p:cNvSpPr/>
            <p:nvPr/>
          </p:nvSpPr>
          <p:spPr>
            <a:xfrm>
              <a:off x="4799595" y="4162470"/>
              <a:ext cx="11981298" cy="6603782"/>
            </a:xfrm>
            <a:custGeom>
              <a:avLst/>
              <a:pathLst>
                <a:path w="11981298" h="6603782">
                  <a:moveTo>
                    <a:pt x="0" y="4625917"/>
                  </a:moveTo>
                  <a:lnTo>
                    <a:pt x="1471387" y="4625917"/>
                  </a:lnTo>
                  <a:lnTo>
                    <a:pt x="1472291" y="4625832"/>
                  </a:lnTo>
                  <a:lnTo>
                    <a:pt x="1478263" y="4625233"/>
                  </a:lnTo>
                  <a:lnTo>
                    <a:pt x="1493416" y="4623579"/>
                  </a:lnTo>
                  <a:lnTo>
                    <a:pt x="1520754" y="4620317"/>
                  </a:lnTo>
                  <a:lnTo>
                    <a:pt x="1562001" y="4614924"/>
                  </a:lnTo>
                  <a:lnTo>
                    <a:pt x="1617477" y="4606946"/>
                  </a:lnTo>
                  <a:lnTo>
                    <a:pt x="1686126" y="4596042"/>
                  </a:lnTo>
                  <a:lnTo>
                    <a:pt x="1765748" y="4582000"/>
                  </a:lnTo>
                  <a:lnTo>
                    <a:pt x="1853396" y="4564735"/>
                  </a:lnTo>
                  <a:lnTo>
                    <a:pt x="1945833" y="4544253"/>
                  </a:lnTo>
                  <a:lnTo>
                    <a:pt x="2039953" y="4520613"/>
                  </a:lnTo>
                  <a:lnTo>
                    <a:pt x="2133089" y="4493878"/>
                  </a:lnTo>
                  <a:lnTo>
                    <a:pt x="2223174" y="4464073"/>
                  </a:lnTo>
                  <a:lnTo>
                    <a:pt x="2308779" y="4431155"/>
                  </a:lnTo>
                  <a:lnTo>
                    <a:pt x="2389061" y="4394996"/>
                  </a:lnTo>
                  <a:lnTo>
                    <a:pt x="2463661" y="4355369"/>
                  </a:lnTo>
                  <a:lnTo>
                    <a:pt x="2532592" y="4311950"/>
                  </a:lnTo>
                  <a:lnTo>
                    <a:pt x="2596132" y="4264324"/>
                  </a:lnTo>
                  <a:lnTo>
                    <a:pt x="2654732" y="4211987"/>
                  </a:lnTo>
                  <a:lnTo>
                    <a:pt x="2708951" y="4154375"/>
                  </a:lnTo>
                  <a:lnTo>
                    <a:pt x="2759397" y="4090885"/>
                  </a:lnTo>
                  <a:lnTo>
                    <a:pt x="2806690" y="4020932"/>
                  </a:lnTo>
                  <a:lnTo>
                    <a:pt x="2851430" y="3944025"/>
                  </a:lnTo>
                  <a:lnTo>
                    <a:pt x="2894166" y="3859900"/>
                  </a:lnTo>
                  <a:lnTo>
                    <a:pt x="2896531" y="3854930"/>
                  </a:lnTo>
                  <a:lnTo>
                    <a:pt x="2927082" y="3787754"/>
                  </a:lnTo>
                  <a:lnTo>
                    <a:pt x="2956976" y="3716573"/>
                  </a:lnTo>
                  <a:lnTo>
                    <a:pt x="2986359" y="3641307"/>
                  </a:lnTo>
                  <a:lnTo>
                    <a:pt x="3015352" y="3561917"/>
                  </a:lnTo>
                  <a:lnTo>
                    <a:pt x="3044058" y="3478409"/>
                  </a:lnTo>
                  <a:lnTo>
                    <a:pt x="3072563" y="3390838"/>
                  </a:lnTo>
                  <a:lnTo>
                    <a:pt x="3100936" y="3299311"/>
                  </a:lnTo>
                  <a:lnTo>
                    <a:pt x="3129232" y="3203991"/>
                  </a:lnTo>
                  <a:lnTo>
                    <a:pt x="3157494" y="3105095"/>
                  </a:lnTo>
                  <a:lnTo>
                    <a:pt x="3185753" y="3002899"/>
                  </a:lnTo>
                  <a:lnTo>
                    <a:pt x="3214030" y="2897732"/>
                  </a:lnTo>
                  <a:lnTo>
                    <a:pt x="3242338" y="2789974"/>
                  </a:lnTo>
                  <a:lnTo>
                    <a:pt x="3270682" y="2680051"/>
                  </a:lnTo>
                  <a:lnTo>
                    <a:pt x="3299058" y="2568432"/>
                  </a:lnTo>
                  <a:lnTo>
                    <a:pt x="3327460" y="2455615"/>
                  </a:lnTo>
                  <a:lnTo>
                    <a:pt x="3355878" y="2342125"/>
                  </a:lnTo>
                  <a:lnTo>
                    <a:pt x="3384299" y="2228495"/>
                  </a:lnTo>
                  <a:lnTo>
                    <a:pt x="3412711" y="2115266"/>
                  </a:lnTo>
                  <a:lnTo>
                    <a:pt x="3441101" y="2002969"/>
                  </a:lnTo>
                  <a:lnTo>
                    <a:pt x="3469462" y="1892115"/>
                  </a:lnTo>
                  <a:lnTo>
                    <a:pt x="3497788" y="1783190"/>
                  </a:lnTo>
                  <a:lnTo>
                    <a:pt x="3526080" y="1676642"/>
                  </a:lnTo>
                  <a:lnTo>
                    <a:pt x="3554347" y="1572876"/>
                  </a:lnTo>
                  <a:lnTo>
                    <a:pt x="3582604" y="1472249"/>
                  </a:lnTo>
                  <a:lnTo>
                    <a:pt x="3610878" y="1375063"/>
                  </a:lnTo>
                  <a:lnTo>
                    <a:pt x="3639205" y="1281566"/>
                  </a:lnTo>
                  <a:lnTo>
                    <a:pt x="3667634" y="1191948"/>
                  </a:lnTo>
                  <a:lnTo>
                    <a:pt x="3696228" y="1106344"/>
                  </a:lnTo>
                  <a:lnTo>
                    <a:pt x="3725062" y="1024837"/>
                  </a:lnTo>
                  <a:lnTo>
                    <a:pt x="3754231" y="947457"/>
                  </a:lnTo>
                  <a:lnTo>
                    <a:pt x="3783845" y="874187"/>
                  </a:lnTo>
                  <a:lnTo>
                    <a:pt x="3814040" y="804968"/>
                  </a:lnTo>
                  <a:lnTo>
                    <a:pt x="3829811" y="770986"/>
                  </a:lnTo>
                  <a:lnTo>
                    <a:pt x="3872448" y="686452"/>
                  </a:lnTo>
                  <a:lnTo>
                    <a:pt x="3917061" y="609142"/>
                  </a:lnTo>
                  <a:lnTo>
                    <a:pt x="3964194" y="538807"/>
                  </a:lnTo>
                  <a:lnTo>
                    <a:pt x="4014445" y="474967"/>
                  </a:lnTo>
                  <a:lnTo>
                    <a:pt x="4068434" y="417038"/>
                  </a:lnTo>
                  <a:lnTo>
                    <a:pt x="4126772" y="364420"/>
                  </a:lnTo>
                  <a:lnTo>
                    <a:pt x="4190019" y="316541"/>
                  </a:lnTo>
                  <a:lnTo>
                    <a:pt x="4258636" y="272897"/>
                  </a:lnTo>
                  <a:lnTo>
                    <a:pt x="4332912" y="233065"/>
                  </a:lnTo>
                  <a:lnTo>
                    <a:pt x="4412878" y="196716"/>
                  </a:lnTo>
                  <a:lnTo>
                    <a:pt x="4498200" y="163620"/>
                  </a:lnTo>
                  <a:lnTo>
                    <a:pt x="4588065" y="133641"/>
                  </a:lnTo>
                  <a:lnTo>
                    <a:pt x="4681077" y="106732"/>
                  </a:lnTo>
                  <a:lnTo>
                    <a:pt x="4775207" y="82916"/>
                  </a:lnTo>
                  <a:lnTo>
                    <a:pt x="4867819" y="62254"/>
                  </a:lnTo>
                  <a:lnTo>
                    <a:pt x="4955825" y="44805"/>
                  </a:lnTo>
                  <a:lnTo>
                    <a:pt x="5035984" y="30583"/>
                  </a:lnTo>
                  <a:lnTo>
                    <a:pt x="5105320" y="19506"/>
                  </a:lnTo>
                  <a:lnTo>
                    <a:pt x="5161581" y="11370"/>
                  </a:lnTo>
                  <a:lnTo>
                    <a:pt x="5203638" y="5842"/>
                  </a:lnTo>
                  <a:lnTo>
                    <a:pt x="5231729" y="2474"/>
                  </a:lnTo>
                  <a:lnTo>
                    <a:pt x="5247501" y="743"/>
                  </a:lnTo>
                  <a:lnTo>
                    <a:pt x="5253892" y="99"/>
                  </a:lnTo>
                  <a:lnTo>
                    <a:pt x="5254955" y="0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121" y="103"/>
                  </a:lnTo>
                  <a:lnTo>
                    <a:pt x="6732279" y="836"/>
                  </a:lnTo>
                  <a:lnTo>
                    <a:pt x="6745418" y="2861"/>
                  </a:lnTo>
                  <a:lnTo>
                    <a:pt x="6769244" y="6855"/>
                  </a:lnTo>
                  <a:lnTo>
                    <a:pt x="6805441" y="13471"/>
                  </a:lnTo>
                  <a:lnTo>
                    <a:pt x="6854555" y="23291"/>
                  </a:lnTo>
                  <a:lnTo>
                    <a:pt x="6915986" y="36773"/>
                  </a:lnTo>
                  <a:lnTo>
                    <a:pt x="6988124" y="54229"/>
                  </a:lnTo>
                  <a:lnTo>
                    <a:pt x="7068624" y="75819"/>
                  </a:lnTo>
                  <a:lnTo>
                    <a:pt x="7154759" y="101576"/>
                  </a:lnTo>
                  <a:lnTo>
                    <a:pt x="7243762" y="131448"/>
                  </a:lnTo>
                  <a:lnTo>
                    <a:pt x="7333120" y="165354"/>
                  </a:lnTo>
                  <a:lnTo>
                    <a:pt x="7420753" y="203230"/>
                  </a:lnTo>
                  <a:lnTo>
                    <a:pt x="7505097" y="245075"/>
                  </a:lnTo>
                  <a:lnTo>
                    <a:pt x="7585101" y="290973"/>
                  </a:lnTo>
                  <a:lnTo>
                    <a:pt x="7660168" y="341116"/>
                  </a:lnTo>
                  <a:lnTo>
                    <a:pt x="7730075" y="395808"/>
                  </a:lnTo>
                  <a:lnTo>
                    <a:pt x="7794885" y="455469"/>
                  </a:lnTo>
                  <a:lnTo>
                    <a:pt x="7854860" y="520626"/>
                  </a:lnTo>
                  <a:lnTo>
                    <a:pt x="7910400" y="591901"/>
                  </a:lnTo>
                  <a:lnTo>
                    <a:pt x="7961986" y="669991"/>
                  </a:lnTo>
                  <a:lnTo>
                    <a:pt x="8010143" y="755636"/>
                  </a:lnTo>
                  <a:lnTo>
                    <a:pt x="8055402" y="849558"/>
                  </a:lnTo>
                  <a:lnTo>
                    <a:pt x="8098283" y="952379"/>
                  </a:lnTo>
                  <a:lnTo>
                    <a:pt x="8139267" y="1064485"/>
                  </a:lnTo>
                  <a:lnTo>
                    <a:pt x="8151487" y="1100630"/>
                  </a:lnTo>
                  <a:lnTo>
                    <a:pt x="8177384" y="1181406"/>
                  </a:lnTo>
                  <a:lnTo>
                    <a:pt x="8202794" y="1266259"/>
                  </a:lnTo>
                  <a:lnTo>
                    <a:pt x="8227808" y="1355267"/>
                  </a:lnTo>
                  <a:lnTo>
                    <a:pt x="8252504" y="1448478"/>
                  </a:lnTo>
                  <a:lnTo>
                    <a:pt x="8276952" y="1545909"/>
                  </a:lnTo>
                  <a:lnTo>
                    <a:pt x="8301211" y="1647542"/>
                  </a:lnTo>
                  <a:lnTo>
                    <a:pt x="8325329" y="1753322"/>
                  </a:lnTo>
                  <a:lnTo>
                    <a:pt x="8349350" y="1863157"/>
                  </a:lnTo>
                  <a:lnTo>
                    <a:pt x="8373308" y="1976914"/>
                  </a:lnTo>
                  <a:lnTo>
                    <a:pt x="8397230" y="2094419"/>
                  </a:lnTo>
                  <a:lnTo>
                    <a:pt x="8421140" y="2215457"/>
                  </a:lnTo>
                  <a:lnTo>
                    <a:pt x="8445054" y="2339772"/>
                  </a:lnTo>
                  <a:lnTo>
                    <a:pt x="8468982" y="2467069"/>
                  </a:lnTo>
                  <a:lnTo>
                    <a:pt x="8492932" y="2597015"/>
                  </a:lnTo>
                  <a:lnTo>
                    <a:pt x="8516908" y="2729245"/>
                  </a:lnTo>
                  <a:lnTo>
                    <a:pt x="8540908" y="2863360"/>
                  </a:lnTo>
                  <a:lnTo>
                    <a:pt x="8564929" y="2998939"/>
                  </a:lnTo>
                  <a:lnTo>
                    <a:pt x="8588967" y="3135538"/>
                  </a:lnTo>
                  <a:lnTo>
                    <a:pt x="8613014" y="3272702"/>
                  </a:lnTo>
                  <a:lnTo>
                    <a:pt x="8637062" y="3409965"/>
                  </a:lnTo>
                  <a:lnTo>
                    <a:pt x="8661105" y="3546861"/>
                  </a:lnTo>
                  <a:lnTo>
                    <a:pt x="8685134" y="3682929"/>
                  </a:lnTo>
                  <a:lnTo>
                    <a:pt x="8709144" y="3817720"/>
                  </a:lnTo>
                  <a:lnTo>
                    <a:pt x="8733130" y="3950801"/>
                  </a:lnTo>
                  <a:lnTo>
                    <a:pt x="8757091" y="4081764"/>
                  </a:lnTo>
                  <a:lnTo>
                    <a:pt x="8781028" y="4210231"/>
                  </a:lnTo>
                  <a:lnTo>
                    <a:pt x="8804947" y="4335852"/>
                  </a:lnTo>
                  <a:lnTo>
                    <a:pt x="8828856" y="4458317"/>
                  </a:lnTo>
                  <a:lnTo>
                    <a:pt x="8852771" y="4577353"/>
                  </a:lnTo>
                  <a:lnTo>
                    <a:pt x="8876711" y="4692727"/>
                  </a:lnTo>
                  <a:lnTo>
                    <a:pt x="8900701" y="4804248"/>
                  </a:lnTo>
                  <a:lnTo>
                    <a:pt x="8924773" y="4911766"/>
                  </a:lnTo>
                  <a:lnTo>
                    <a:pt x="8948966" y="5015171"/>
                  </a:lnTo>
                  <a:lnTo>
                    <a:pt x="8973327" y="5114393"/>
                  </a:lnTo>
                  <a:lnTo>
                    <a:pt x="8997910" y="5209398"/>
                  </a:lnTo>
                  <a:lnTo>
                    <a:pt x="9022780" y="5300189"/>
                  </a:lnTo>
                  <a:lnTo>
                    <a:pt x="9048011" y="5386801"/>
                  </a:lnTo>
                  <a:lnTo>
                    <a:pt x="9073689" y="5469299"/>
                  </a:lnTo>
                  <a:lnTo>
                    <a:pt x="9084767" y="5503152"/>
                  </a:lnTo>
                  <a:lnTo>
                    <a:pt x="9125257" y="5618114"/>
                  </a:lnTo>
                  <a:lnTo>
                    <a:pt x="9167509" y="5723749"/>
                  </a:lnTo>
                  <a:lnTo>
                    <a:pt x="9211987" y="5820335"/>
                  </a:lnTo>
                  <a:lnTo>
                    <a:pt x="9259201" y="5908437"/>
                  </a:lnTo>
                  <a:lnTo>
                    <a:pt x="9309682" y="5988758"/>
                  </a:lnTo>
                  <a:lnTo>
                    <a:pt x="9363960" y="6062040"/>
                  </a:lnTo>
                  <a:lnTo>
                    <a:pt x="9422531" y="6128998"/>
                  </a:lnTo>
                  <a:lnTo>
                    <a:pt x="9485827" y="6190279"/>
                  </a:lnTo>
                  <a:lnTo>
                    <a:pt x="9554158" y="6246441"/>
                  </a:lnTo>
                  <a:lnTo>
                    <a:pt x="9627656" y="6297938"/>
                  </a:lnTo>
                  <a:lnTo>
                    <a:pt x="9706194" y="6345108"/>
                  </a:lnTo>
                  <a:lnTo>
                    <a:pt x="9789300" y="6388178"/>
                  </a:lnTo>
                  <a:lnTo>
                    <a:pt x="9876069" y="6427265"/>
                  </a:lnTo>
                  <a:lnTo>
                    <a:pt x="9965098" y="6462390"/>
                  </a:lnTo>
                  <a:lnTo>
                    <a:pt x="10054459" y="6493504"/>
                  </a:lnTo>
                  <a:lnTo>
                    <a:pt x="10141757" y="6520527"/>
                  </a:lnTo>
                  <a:lnTo>
                    <a:pt x="10224278" y="6543393"/>
                  </a:lnTo>
                  <a:lnTo>
                    <a:pt x="10299247" y="6562103"/>
                  </a:lnTo>
                  <a:lnTo>
                    <a:pt x="10364163" y="6576774"/>
                  </a:lnTo>
                  <a:lnTo>
                    <a:pt x="10417158" y="6587671"/>
                  </a:lnTo>
                  <a:lnTo>
                    <a:pt x="10457302" y="6595211"/>
                  </a:lnTo>
                  <a:lnTo>
                    <a:pt x="10484783" y="6599939"/>
                  </a:lnTo>
                  <a:lnTo>
                    <a:pt x="10500947" y="6602495"/>
                  </a:lnTo>
                  <a:lnTo>
                    <a:pt x="10508202" y="6603552"/>
                  </a:lnTo>
                  <a:lnTo>
                    <a:pt x="10509888" y="6603779"/>
                  </a:lnTo>
                  <a:lnTo>
                    <a:pt x="10509911" y="6603782"/>
                  </a:lnTo>
                  <a:lnTo>
                    <a:pt x="11981298" y="660378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02" name="pl1402"/>
            <p:cNvSpPr/>
            <p:nvPr/>
          </p:nvSpPr>
          <p:spPr>
            <a:xfrm>
              <a:off x="4799595" y="4146124"/>
              <a:ext cx="11981298" cy="6603782"/>
            </a:xfrm>
            <a:custGeom>
              <a:avLst/>
              <a:pathLst>
                <a:path w="11981298" h="6603782">
                  <a:moveTo>
                    <a:pt x="11981298" y="6603782"/>
                  </a:moveTo>
                  <a:lnTo>
                    <a:pt x="10509911" y="6603782"/>
                  </a:lnTo>
                  <a:lnTo>
                    <a:pt x="10509132" y="6603679"/>
                  </a:lnTo>
                  <a:lnTo>
                    <a:pt x="10503974" y="6602946"/>
                  </a:lnTo>
                  <a:lnTo>
                    <a:pt x="10490836" y="6600921"/>
                  </a:lnTo>
                  <a:lnTo>
                    <a:pt x="10467010" y="6596927"/>
                  </a:lnTo>
                  <a:lnTo>
                    <a:pt x="10430812" y="6590310"/>
                  </a:lnTo>
                  <a:lnTo>
                    <a:pt x="10381698" y="6580491"/>
                  </a:lnTo>
                  <a:lnTo>
                    <a:pt x="10320267" y="6567009"/>
                  </a:lnTo>
                  <a:lnTo>
                    <a:pt x="10248130" y="6549552"/>
                  </a:lnTo>
                  <a:lnTo>
                    <a:pt x="10167629" y="6527962"/>
                  </a:lnTo>
                  <a:lnTo>
                    <a:pt x="10081495" y="6502206"/>
                  </a:lnTo>
                  <a:lnTo>
                    <a:pt x="9992491" y="6472334"/>
                  </a:lnTo>
                  <a:lnTo>
                    <a:pt x="9903133" y="6438428"/>
                  </a:lnTo>
                  <a:lnTo>
                    <a:pt x="9815500" y="6400551"/>
                  </a:lnTo>
                  <a:lnTo>
                    <a:pt x="9731156" y="6358707"/>
                  </a:lnTo>
                  <a:lnTo>
                    <a:pt x="9651153" y="6312809"/>
                  </a:lnTo>
                  <a:lnTo>
                    <a:pt x="9576086" y="6262666"/>
                  </a:lnTo>
                  <a:lnTo>
                    <a:pt x="9506178" y="6207973"/>
                  </a:lnTo>
                  <a:lnTo>
                    <a:pt x="9441369" y="6148312"/>
                  </a:lnTo>
                  <a:lnTo>
                    <a:pt x="9381394" y="6083156"/>
                  </a:lnTo>
                  <a:lnTo>
                    <a:pt x="9325853" y="6011881"/>
                  </a:lnTo>
                  <a:lnTo>
                    <a:pt x="9274267" y="5933791"/>
                  </a:lnTo>
                  <a:lnTo>
                    <a:pt x="9226111" y="5848146"/>
                  </a:lnTo>
                  <a:lnTo>
                    <a:pt x="9180851" y="5754224"/>
                  </a:lnTo>
                  <a:lnTo>
                    <a:pt x="9137970" y="5651402"/>
                  </a:lnTo>
                  <a:lnTo>
                    <a:pt x="9096986" y="5539296"/>
                  </a:lnTo>
                  <a:lnTo>
                    <a:pt x="9084767" y="5503152"/>
                  </a:lnTo>
                  <a:lnTo>
                    <a:pt x="9058869" y="5422376"/>
                  </a:lnTo>
                  <a:lnTo>
                    <a:pt x="9033459" y="5337523"/>
                  </a:lnTo>
                  <a:lnTo>
                    <a:pt x="9008446" y="5248515"/>
                  </a:lnTo>
                  <a:lnTo>
                    <a:pt x="8983749" y="5155304"/>
                  </a:lnTo>
                  <a:lnTo>
                    <a:pt x="8959301" y="5057873"/>
                  </a:lnTo>
                  <a:lnTo>
                    <a:pt x="8935042" y="4956240"/>
                  </a:lnTo>
                  <a:lnTo>
                    <a:pt x="8910924" y="4850460"/>
                  </a:lnTo>
                  <a:lnTo>
                    <a:pt x="8886903" y="4740625"/>
                  </a:lnTo>
                  <a:lnTo>
                    <a:pt x="8862946" y="4626868"/>
                  </a:lnTo>
                  <a:lnTo>
                    <a:pt x="8839023" y="4509363"/>
                  </a:lnTo>
                  <a:lnTo>
                    <a:pt x="8815113" y="4388325"/>
                  </a:lnTo>
                  <a:lnTo>
                    <a:pt x="8791200" y="4264010"/>
                  </a:lnTo>
                  <a:lnTo>
                    <a:pt x="8767271" y="4136713"/>
                  </a:lnTo>
                  <a:lnTo>
                    <a:pt x="8743321" y="4006766"/>
                  </a:lnTo>
                  <a:lnTo>
                    <a:pt x="8719345" y="3874537"/>
                  </a:lnTo>
                  <a:lnTo>
                    <a:pt x="8695345" y="3740422"/>
                  </a:lnTo>
                  <a:lnTo>
                    <a:pt x="8671324" y="3604843"/>
                  </a:lnTo>
                  <a:lnTo>
                    <a:pt x="8647286" y="3468243"/>
                  </a:lnTo>
                  <a:lnTo>
                    <a:pt x="8623239" y="3331080"/>
                  </a:lnTo>
                  <a:lnTo>
                    <a:pt x="8599191" y="3193816"/>
                  </a:lnTo>
                  <a:lnTo>
                    <a:pt x="8575148" y="3056920"/>
                  </a:lnTo>
                  <a:lnTo>
                    <a:pt x="8551119" y="2920852"/>
                  </a:lnTo>
                  <a:lnTo>
                    <a:pt x="8527110" y="2786062"/>
                  </a:lnTo>
                  <a:lnTo>
                    <a:pt x="8503123" y="2652981"/>
                  </a:lnTo>
                  <a:lnTo>
                    <a:pt x="8479163" y="2522017"/>
                  </a:lnTo>
                  <a:lnTo>
                    <a:pt x="8455225" y="2393551"/>
                  </a:lnTo>
                  <a:lnTo>
                    <a:pt x="8431307" y="2267930"/>
                  </a:lnTo>
                  <a:lnTo>
                    <a:pt x="8407397" y="2145465"/>
                  </a:lnTo>
                  <a:lnTo>
                    <a:pt x="8383482" y="2026429"/>
                  </a:lnTo>
                  <a:lnTo>
                    <a:pt x="8359542" y="1911055"/>
                  </a:lnTo>
                  <a:lnTo>
                    <a:pt x="8335552" y="1799534"/>
                  </a:lnTo>
                  <a:lnTo>
                    <a:pt x="8311480" y="1692016"/>
                  </a:lnTo>
                  <a:lnTo>
                    <a:pt x="8287287" y="1588611"/>
                  </a:lnTo>
                  <a:lnTo>
                    <a:pt x="8262926" y="1489389"/>
                  </a:lnTo>
                  <a:lnTo>
                    <a:pt x="8238343" y="1394384"/>
                  </a:lnTo>
                  <a:lnTo>
                    <a:pt x="8213473" y="1303593"/>
                  </a:lnTo>
                  <a:lnTo>
                    <a:pt x="8188242" y="1216981"/>
                  </a:lnTo>
                  <a:lnTo>
                    <a:pt x="8162564" y="1134482"/>
                  </a:lnTo>
                  <a:lnTo>
                    <a:pt x="8151487" y="1100630"/>
                  </a:lnTo>
                  <a:lnTo>
                    <a:pt x="8110997" y="985667"/>
                  </a:lnTo>
                  <a:lnTo>
                    <a:pt x="8068744" y="880032"/>
                  </a:lnTo>
                  <a:lnTo>
                    <a:pt x="8024266" y="783447"/>
                  </a:lnTo>
                  <a:lnTo>
                    <a:pt x="7977052" y="695345"/>
                  </a:lnTo>
                  <a:lnTo>
                    <a:pt x="7926571" y="615023"/>
                  </a:lnTo>
                  <a:lnTo>
                    <a:pt x="7872294" y="541741"/>
                  </a:lnTo>
                  <a:lnTo>
                    <a:pt x="7813722" y="474784"/>
                  </a:lnTo>
                  <a:lnTo>
                    <a:pt x="7750426" y="413503"/>
                  </a:lnTo>
                  <a:lnTo>
                    <a:pt x="7682095" y="357341"/>
                  </a:lnTo>
                  <a:lnTo>
                    <a:pt x="7608597" y="305844"/>
                  </a:lnTo>
                  <a:lnTo>
                    <a:pt x="7530059" y="258674"/>
                  </a:lnTo>
                  <a:lnTo>
                    <a:pt x="7446953" y="215603"/>
                  </a:lnTo>
                  <a:lnTo>
                    <a:pt x="7360184" y="176516"/>
                  </a:lnTo>
                  <a:lnTo>
                    <a:pt x="7271156" y="141392"/>
                  </a:lnTo>
                  <a:lnTo>
                    <a:pt x="7181794" y="110277"/>
                  </a:lnTo>
                  <a:lnTo>
                    <a:pt x="7094496" y="83254"/>
                  </a:lnTo>
                  <a:lnTo>
                    <a:pt x="7011975" y="60389"/>
                  </a:lnTo>
                  <a:lnTo>
                    <a:pt x="6937006" y="41679"/>
                  </a:lnTo>
                  <a:lnTo>
                    <a:pt x="6872090" y="27007"/>
                  </a:lnTo>
                  <a:lnTo>
                    <a:pt x="6819095" y="16110"/>
                  </a:lnTo>
                  <a:lnTo>
                    <a:pt x="6778952" y="8571"/>
                  </a:lnTo>
                  <a:lnTo>
                    <a:pt x="6751470" y="3842"/>
                  </a:lnTo>
                  <a:lnTo>
                    <a:pt x="6735306" y="1287"/>
                  </a:lnTo>
                  <a:lnTo>
                    <a:pt x="6728051" y="230"/>
                  </a:lnTo>
                  <a:lnTo>
                    <a:pt x="6726366" y="2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051" y="84"/>
                  </a:lnTo>
                  <a:lnTo>
                    <a:pt x="5248079" y="683"/>
                  </a:lnTo>
                  <a:lnTo>
                    <a:pt x="5232926" y="2337"/>
                  </a:lnTo>
                  <a:lnTo>
                    <a:pt x="5205588" y="5599"/>
                  </a:lnTo>
                  <a:lnTo>
                    <a:pt x="5164341" y="10992"/>
                  </a:lnTo>
                  <a:lnTo>
                    <a:pt x="5108865" y="18970"/>
                  </a:lnTo>
                  <a:lnTo>
                    <a:pt x="5040216" y="29874"/>
                  </a:lnTo>
                  <a:lnTo>
                    <a:pt x="4960594" y="43916"/>
                  </a:lnTo>
                  <a:lnTo>
                    <a:pt x="4872946" y="61181"/>
                  </a:lnTo>
                  <a:lnTo>
                    <a:pt x="4780509" y="81663"/>
                  </a:lnTo>
                  <a:lnTo>
                    <a:pt x="4686389" y="105303"/>
                  </a:lnTo>
                  <a:lnTo>
                    <a:pt x="4593253" y="132038"/>
                  </a:lnTo>
                  <a:lnTo>
                    <a:pt x="4503168" y="161843"/>
                  </a:lnTo>
                  <a:lnTo>
                    <a:pt x="4417563" y="194761"/>
                  </a:lnTo>
                  <a:lnTo>
                    <a:pt x="4337281" y="230920"/>
                  </a:lnTo>
                  <a:lnTo>
                    <a:pt x="4262681" y="270547"/>
                  </a:lnTo>
                  <a:lnTo>
                    <a:pt x="4193750" y="313966"/>
                  </a:lnTo>
                  <a:lnTo>
                    <a:pt x="4130210" y="361592"/>
                  </a:lnTo>
                  <a:lnTo>
                    <a:pt x="4071610" y="413929"/>
                  </a:lnTo>
                  <a:lnTo>
                    <a:pt x="4017391" y="471541"/>
                  </a:lnTo>
                  <a:lnTo>
                    <a:pt x="3966945" y="535031"/>
                  </a:lnTo>
                  <a:lnTo>
                    <a:pt x="3919652" y="604984"/>
                  </a:lnTo>
                  <a:lnTo>
                    <a:pt x="3874912" y="681891"/>
                  </a:lnTo>
                  <a:lnTo>
                    <a:pt x="3832176" y="766016"/>
                  </a:lnTo>
                  <a:lnTo>
                    <a:pt x="3829811" y="770986"/>
                  </a:lnTo>
                  <a:lnTo>
                    <a:pt x="3799260" y="838162"/>
                  </a:lnTo>
                  <a:lnTo>
                    <a:pt x="3769366" y="909343"/>
                  </a:lnTo>
                  <a:lnTo>
                    <a:pt x="3739983" y="984609"/>
                  </a:lnTo>
                  <a:lnTo>
                    <a:pt x="3710990" y="1063999"/>
                  </a:lnTo>
                  <a:lnTo>
                    <a:pt x="3682284" y="1147507"/>
                  </a:lnTo>
                  <a:lnTo>
                    <a:pt x="3653779" y="1235078"/>
                  </a:lnTo>
                  <a:lnTo>
                    <a:pt x="3625406" y="1326605"/>
                  </a:lnTo>
                  <a:lnTo>
                    <a:pt x="3597110" y="1421925"/>
                  </a:lnTo>
                  <a:lnTo>
                    <a:pt x="3568848" y="1520821"/>
                  </a:lnTo>
                  <a:lnTo>
                    <a:pt x="3540589" y="1623017"/>
                  </a:lnTo>
                  <a:lnTo>
                    <a:pt x="3512312" y="1728184"/>
                  </a:lnTo>
                  <a:lnTo>
                    <a:pt x="3484004" y="1835942"/>
                  </a:lnTo>
                  <a:lnTo>
                    <a:pt x="3455661" y="1945865"/>
                  </a:lnTo>
                  <a:lnTo>
                    <a:pt x="3427284" y="2057484"/>
                  </a:lnTo>
                  <a:lnTo>
                    <a:pt x="3398882" y="2170301"/>
                  </a:lnTo>
                  <a:lnTo>
                    <a:pt x="3370464" y="2283792"/>
                  </a:lnTo>
                  <a:lnTo>
                    <a:pt x="3342043" y="2397421"/>
                  </a:lnTo>
                  <a:lnTo>
                    <a:pt x="3313631" y="2510650"/>
                  </a:lnTo>
                  <a:lnTo>
                    <a:pt x="3285241" y="2622948"/>
                  </a:lnTo>
                  <a:lnTo>
                    <a:pt x="3256880" y="2733801"/>
                  </a:lnTo>
                  <a:lnTo>
                    <a:pt x="3228554" y="2842727"/>
                  </a:lnTo>
                  <a:lnTo>
                    <a:pt x="3200262" y="2949274"/>
                  </a:lnTo>
                  <a:lnTo>
                    <a:pt x="3171995" y="3053040"/>
                  </a:lnTo>
                  <a:lnTo>
                    <a:pt x="3143738" y="3153667"/>
                  </a:lnTo>
                  <a:lnTo>
                    <a:pt x="3115464" y="3250853"/>
                  </a:lnTo>
                  <a:lnTo>
                    <a:pt x="3087137" y="3344350"/>
                  </a:lnTo>
                  <a:lnTo>
                    <a:pt x="3058708" y="3433968"/>
                  </a:lnTo>
                  <a:lnTo>
                    <a:pt x="3030114" y="3519572"/>
                  </a:lnTo>
                  <a:lnTo>
                    <a:pt x="3001280" y="3601079"/>
                  </a:lnTo>
                  <a:lnTo>
                    <a:pt x="2972112" y="3678459"/>
                  </a:lnTo>
                  <a:lnTo>
                    <a:pt x="2942497" y="3751729"/>
                  </a:lnTo>
                  <a:lnTo>
                    <a:pt x="2912303" y="3820948"/>
                  </a:lnTo>
                  <a:lnTo>
                    <a:pt x="2896531" y="3854930"/>
                  </a:lnTo>
                  <a:lnTo>
                    <a:pt x="2853894" y="3939464"/>
                  </a:lnTo>
                  <a:lnTo>
                    <a:pt x="2809281" y="4016774"/>
                  </a:lnTo>
                  <a:lnTo>
                    <a:pt x="2762148" y="4087109"/>
                  </a:lnTo>
                  <a:lnTo>
                    <a:pt x="2711897" y="4150949"/>
                  </a:lnTo>
                  <a:lnTo>
                    <a:pt x="2657908" y="4208878"/>
                  </a:lnTo>
                  <a:lnTo>
                    <a:pt x="2599570" y="4261496"/>
                  </a:lnTo>
                  <a:lnTo>
                    <a:pt x="2536323" y="4309375"/>
                  </a:lnTo>
                  <a:lnTo>
                    <a:pt x="2467706" y="4353019"/>
                  </a:lnTo>
                  <a:lnTo>
                    <a:pt x="2393430" y="4392851"/>
                  </a:lnTo>
                  <a:lnTo>
                    <a:pt x="2313464" y="4429200"/>
                  </a:lnTo>
                  <a:lnTo>
                    <a:pt x="2228142" y="4462296"/>
                  </a:lnTo>
                  <a:lnTo>
                    <a:pt x="2138278" y="4492275"/>
                  </a:lnTo>
                  <a:lnTo>
                    <a:pt x="2045265" y="4519184"/>
                  </a:lnTo>
                  <a:lnTo>
                    <a:pt x="1951135" y="4543000"/>
                  </a:lnTo>
                  <a:lnTo>
                    <a:pt x="1858523" y="4563662"/>
                  </a:lnTo>
                  <a:lnTo>
                    <a:pt x="1770518" y="4581111"/>
                  </a:lnTo>
                  <a:lnTo>
                    <a:pt x="1690358" y="4595333"/>
                  </a:lnTo>
                  <a:lnTo>
                    <a:pt x="1621022" y="4606410"/>
                  </a:lnTo>
                  <a:lnTo>
                    <a:pt x="1564761" y="4614546"/>
                  </a:lnTo>
                  <a:lnTo>
                    <a:pt x="1522705" y="4620074"/>
                  </a:lnTo>
                  <a:lnTo>
                    <a:pt x="1494614" y="4623443"/>
                  </a:lnTo>
                  <a:lnTo>
                    <a:pt x="1478841" y="4625173"/>
                  </a:lnTo>
                  <a:lnTo>
                    <a:pt x="1472450" y="4625817"/>
                  </a:lnTo>
                  <a:lnTo>
                    <a:pt x="1471387" y="4625917"/>
                  </a:lnTo>
                  <a:lnTo>
                    <a:pt x="1471387" y="4625917"/>
                  </a:lnTo>
                  <a:lnTo>
                    <a:pt x="0" y="462591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03" name="pg1403"/>
            <p:cNvSpPr/>
            <p:nvPr/>
          </p:nvSpPr>
          <p:spPr>
            <a:xfrm>
              <a:off x="4799595" y="7039365"/>
              <a:ext cx="11981298" cy="2558148"/>
            </a:xfrm>
            <a:custGeom>
              <a:avLst/>
              <a:pathLst>
                <a:path w="11981298" h="2558148">
                  <a:moveTo>
                    <a:pt x="0" y="1994211"/>
                  </a:moveTo>
                  <a:lnTo>
                    <a:pt x="1471387" y="1994211"/>
                  </a:lnTo>
                  <a:lnTo>
                    <a:pt x="1472578" y="1994163"/>
                  </a:lnTo>
                  <a:lnTo>
                    <a:pt x="1480401" y="1993823"/>
                  </a:lnTo>
                  <a:lnTo>
                    <a:pt x="1500095" y="1992883"/>
                  </a:lnTo>
                  <a:lnTo>
                    <a:pt x="1535236" y="1991032"/>
                  </a:lnTo>
                  <a:lnTo>
                    <a:pt x="1587477" y="1987986"/>
                  </a:lnTo>
                  <a:lnTo>
                    <a:pt x="1656419" y="1983514"/>
                  </a:lnTo>
                  <a:lnTo>
                    <a:pt x="1739805" y="1977462"/>
                  </a:lnTo>
                  <a:lnTo>
                    <a:pt x="1834037" y="1969756"/>
                  </a:lnTo>
                  <a:lnTo>
                    <a:pt x="1934886" y="1960388"/>
                  </a:lnTo>
                  <a:lnTo>
                    <a:pt x="2038190" y="1949389"/>
                  </a:lnTo>
                  <a:lnTo>
                    <a:pt x="2140374" y="1936793"/>
                  </a:lnTo>
                  <a:lnTo>
                    <a:pt x="2238728" y="1922613"/>
                  </a:lnTo>
                  <a:lnTo>
                    <a:pt x="2331462" y="1906819"/>
                  </a:lnTo>
                  <a:lnTo>
                    <a:pt x="2417615" y="1889326"/>
                  </a:lnTo>
                  <a:lnTo>
                    <a:pt x="2496883" y="1869987"/>
                  </a:lnTo>
                  <a:lnTo>
                    <a:pt x="2569445" y="1848597"/>
                  </a:lnTo>
                  <a:lnTo>
                    <a:pt x="2635799" y="1824895"/>
                  </a:lnTo>
                  <a:lnTo>
                    <a:pt x="2696639" y="1798571"/>
                  </a:lnTo>
                  <a:lnTo>
                    <a:pt x="2752754" y="1769290"/>
                  </a:lnTo>
                  <a:lnTo>
                    <a:pt x="2804967" y="1736717"/>
                  </a:lnTo>
                  <a:lnTo>
                    <a:pt x="2854073" y="1700568"/>
                  </a:lnTo>
                  <a:lnTo>
                    <a:pt x="2896531" y="1664567"/>
                  </a:lnTo>
                  <a:lnTo>
                    <a:pt x="2939478" y="1623507"/>
                  </a:lnTo>
                  <a:lnTo>
                    <a:pt x="2981235" y="1579003"/>
                  </a:lnTo>
                  <a:lnTo>
                    <a:pt x="3022173" y="1530988"/>
                  </a:lnTo>
                  <a:lnTo>
                    <a:pt x="3062580" y="1479471"/>
                  </a:lnTo>
                  <a:lnTo>
                    <a:pt x="3102675" y="1424548"/>
                  </a:lnTo>
                  <a:lnTo>
                    <a:pt x="3142621" y="1366404"/>
                  </a:lnTo>
                  <a:lnTo>
                    <a:pt x="3182530" y="1305320"/>
                  </a:lnTo>
                  <a:lnTo>
                    <a:pt x="3222470" y="1241672"/>
                  </a:lnTo>
                  <a:lnTo>
                    <a:pt x="3262474" y="1175921"/>
                  </a:lnTo>
                  <a:lnTo>
                    <a:pt x="3302545" y="1108608"/>
                  </a:lnTo>
                  <a:lnTo>
                    <a:pt x="3342665" y="1040329"/>
                  </a:lnTo>
                  <a:lnTo>
                    <a:pt x="3382804" y="971719"/>
                  </a:lnTo>
                  <a:lnTo>
                    <a:pt x="3422925" y="903426"/>
                  </a:lnTo>
                  <a:lnTo>
                    <a:pt x="3462997" y="836085"/>
                  </a:lnTo>
                  <a:lnTo>
                    <a:pt x="3503003" y="770295"/>
                  </a:lnTo>
                  <a:lnTo>
                    <a:pt x="3542944" y="706595"/>
                  </a:lnTo>
                  <a:lnTo>
                    <a:pt x="3582853" y="645451"/>
                  </a:lnTo>
                  <a:lnTo>
                    <a:pt x="3622797" y="587240"/>
                  </a:lnTo>
                  <a:lnTo>
                    <a:pt x="3662887" y="532244"/>
                  </a:lnTo>
                  <a:lnTo>
                    <a:pt x="3703285" y="480653"/>
                  </a:lnTo>
                  <a:lnTo>
                    <a:pt x="3744209" y="432561"/>
                  </a:lnTo>
                  <a:lnTo>
                    <a:pt x="3785945" y="387981"/>
                  </a:lnTo>
                  <a:lnTo>
                    <a:pt x="3828861" y="346847"/>
                  </a:lnTo>
                  <a:lnTo>
                    <a:pt x="3829811" y="345990"/>
                  </a:lnTo>
                  <a:lnTo>
                    <a:pt x="3876730" y="306467"/>
                  </a:lnTo>
                  <a:lnTo>
                    <a:pt x="3926094" y="270660"/>
                  </a:lnTo>
                  <a:lnTo>
                    <a:pt x="3978635" y="238406"/>
                  </a:lnTo>
                  <a:lnTo>
                    <a:pt x="4035156" y="209415"/>
                  </a:lnTo>
                  <a:lnTo>
                    <a:pt x="4096476" y="183349"/>
                  </a:lnTo>
                  <a:lnTo>
                    <a:pt x="4163382" y="159874"/>
                  </a:lnTo>
                  <a:lnTo>
                    <a:pt x="4236551" y="138686"/>
                  </a:lnTo>
                  <a:lnTo>
                    <a:pt x="4316459" y="119527"/>
                  </a:lnTo>
                  <a:lnTo>
                    <a:pt x="4403246" y="102197"/>
                  </a:lnTo>
                  <a:lnTo>
                    <a:pt x="4496556" y="86556"/>
                  </a:lnTo>
                  <a:lnTo>
                    <a:pt x="4595355" y="72524"/>
                  </a:lnTo>
                  <a:lnTo>
                    <a:pt x="4697772" y="60076"/>
                  </a:lnTo>
                  <a:lnTo>
                    <a:pt x="4801010" y="49226"/>
                  </a:lnTo>
                  <a:lnTo>
                    <a:pt x="4901425" y="40013"/>
                  </a:lnTo>
                  <a:lnTo>
                    <a:pt x="4994821" y="32462"/>
                  </a:lnTo>
                  <a:lnTo>
                    <a:pt x="5076999" y="26562"/>
                  </a:lnTo>
                  <a:lnTo>
                    <a:pt x="5144456" y="22230"/>
                  </a:lnTo>
                  <a:lnTo>
                    <a:pt x="5195090" y="19306"/>
                  </a:lnTo>
                  <a:lnTo>
                    <a:pt x="5228692" y="17552"/>
                  </a:lnTo>
                  <a:lnTo>
                    <a:pt x="5247101" y="16681"/>
                  </a:lnTo>
                  <a:lnTo>
                    <a:pt x="5254062" y="16381"/>
                  </a:lnTo>
                  <a:lnTo>
                    <a:pt x="5254955" y="16345"/>
                  </a:lnTo>
                  <a:lnTo>
                    <a:pt x="6726343" y="16345"/>
                  </a:lnTo>
                  <a:lnTo>
                    <a:pt x="6727506" y="16405"/>
                  </a:lnTo>
                  <a:lnTo>
                    <a:pt x="6735148" y="16832"/>
                  </a:lnTo>
                  <a:lnTo>
                    <a:pt x="6754399" y="18011"/>
                  </a:lnTo>
                  <a:lnTo>
                    <a:pt x="6788787" y="20331"/>
                  </a:lnTo>
                  <a:lnTo>
                    <a:pt x="6839981" y="24153"/>
                  </a:lnTo>
                  <a:lnTo>
                    <a:pt x="6907663" y="29768"/>
                  </a:lnTo>
                  <a:lnTo>
                    <a:pt x="6989701" y="37373"/>
                  </a:lnTo>
                  <a:lnTo>
                    <a:pt x="7082635" y="47066"/>
                  </a:lnTo>
                  <a:lnTo>
                    <a:pt x="7182354" y="58862"/>
                  </a:lnTo>
                  <a:lnTo>
                    <a:pt x="7284772" y="72725"/>
                  </a:lnTo>
                  <a:lnTo>
                    <a:pt x="7386341" y="88609"/>
                  </a:lnTo>
                  <a:lnTo>
                    <a:pt x="7484342" y="106496"/>
                  </a:lnTo>
                  <a:lnTo>
                    <a:pt x="7576946" y="126416"/>
                  </a:lnTo>
                  <a:lnTo>
                    <a:pt x="7663140" y="148470"/>
                  </a:lnTo>
                  <a:lnTo>
                    <a:pt x="7742566" y="172832"/>
                  </a:lnTo>
                  <a:lnTo>
                    <a:pt x="7815353" y="199752"/>
                  </a:lnTo>
                  <a:lnTo>
                    <a:pt x="7881957" y="229550"/>
                  </a:lnTo>
                  <a:lnTo>
                    <a:pt x="7943032" y="262605"/>
                  </a:lnTo>
                  <a:lnTo>
                    <a:pt x="7999343" y="299336"/>
                  </a:lnTo>
                  <a:lnTo>
                    <a:pt x="8051689" y="340168"/>
                  </a:lnTo>
                  <a:lnTo>
                    <a:pt x="8100857" y="385471"/>
                  </a:lnTo>
                  <a:lnTo>
                    <a:pt x="8147568" y="435465"/>
                  </a:lnTo>
                  <a:lnTo>
                    <a:pt x="8151487" y="439979"/>
                  </a:lnTo>
                  <a:lnTo>
                    <a:pt x="8190785" y="488026"/>
                  </a:lnTo>
                  <a:lnTo>
                    <a:pt x="8229061" y="539760"/>
                  </a:lnTo>
                  <a:lnTo>
                    <a:pt x="8266605" y="595257"/>
                  </a:lnTo>
                  <a:lnTo>
                    <a:pt x="8303650" y="654522"/>
                  </a:lnTo>
                  <a:lnTo>
                    <a:pt x="8340378" y="717491"/>
                  </a:lnTo>
                  <a:lnTo>
                    <a:pt x="8376930" y="784017"/>
                  </a:lnTo>
                  <a:lnTo>
                    <a:pt x="8413408" y="853867"/>
                  </a:lnTo>
                  <a:lnTo>
                    <a:pt x="8449881" y="926726"/>
                  </a:lnTo>
                  <a:lnTo>
                    <a:pt x="8486392" y="1002193"/>
                  </a:lnTo>
                  <a:lnTo>
                    <a:pt x="8522960" y="1079794"/>
                  </a:lnTo>
                  <a:lnTo>
                    <a:pt x="8559583" y="1158988"/>
                  </a:lnTo>
                  <a:lnTo>
                    <a:pt x="8596246" y="1239184"/>
                  </a:lnTo>
                  <a:lnTo>
                    <a:pt x="8632925" y="1319759"/>
                  </a:lnTo>
                  <a:lnTo>
                    <a:pt x="8669593" y="1400078"/>
                  </a:lnTo>
                  <a:lnTo>
                    <a:pt x="8706225" y="1479512"/>
                  </a:lnTo>
                  <a:lnTo>
                    <a:pt x="8742804" y="1557465"/>
                  </a:lnTo>
                  <a:lnTo>
                    <a:pt x="8779325" y="1633384"/>
                  </a:lnTo>
                  <a:lnTo>
                    <a:pt x="8815804" y="1706780"/>
                  </a:lnTo>
                  <a:lnTo>
                    <a:pt x="8852276" y="1777238"/>
                  </a:lnTo>
                  <a:lnTo>
                    <a:pt x="8888806" y="1844426"/>
                  </a:lnTo>
                  <a:lnTo>
                    <a:pt x="8925491" y="1908096"/>
                  </a:lnTo>
                  <a:lnTo>
                    <a:pt x="8962462" y="1968085"/>
                  </a:lnTo>
                  <a:lnTo>
                    <a:pt x="8999893" y="2024310"/>
                  </a:lnTo>
                  <a:lnTo>
                    <a:pt x="9038007" y="2076767"/>
                  </a:lnTo>
                  <a:lnTo>
                    <a:pt x="9077082" y="2125518"/>
                  </a:lnTo>
                  <a:lnTo>
                    <a:pt x="9084767" y="2134514"/>
                  </a:lnTo>
                  <a:lnTo>
                    <a:pt x="9131296" y="2184914"/>
                  </a:lnTo>
                  <a:lnTo>
                    <a:pt x="9180226" y="2230614"/>
                  </a:lnTo>
                  <a:lnTo>
                    <a:pt x="9232270" y="2271816"/>
                  </a:lnTo>
                  <a:lnTo>
                    <a:pt x="9288208" y="2308883"/>
                  </a:lnTo>
                  <a:lnTo>
                    <a:pt x="9348843" y="2342237"/>
                  </a:lnTo>
                  <a:lnTo>
                    <a:pt x="9414944" y="2372299"/>
                  </a:lnTo>
                  <a:lnTo>
                    <a:pt x="9487178" y="2399453"/>
                  </a:lnTo>
                  <a:lnTo>
                    <a:pt x="9566024" y="2424024"/>
                  </a:lnTo>
                  <a:lnTo>
                    <a:pt x="9651642" y="2446268"/>
                  </a:lnTo>
                  <a:lnTo>
                    <a:pt x="9743725" y="2466367"/>
                  </a:lnTo>
                  <a:lnTo>
                    <a:pt x="9841321" y="2484426"/>
                  </a:lnTo>
                  <a:lnTo>
                    <a:pt x="9942678" y="2500483"/>
                  </a:lnTo>
                  <a:lnTo>
                    <a:pt x="10045152" y="2514521"/>
                  </a:lnTo>
                  <a:lnTo>
                    <a:pt x="10145258" y="2526496"/>
                  </a:lnTo>
                  <a:lnTo>
                    <a:pt x="10238941" y="2536370"/>
                  </a:lnTo>
                  <a:lnTo>
                    <a:pt x="10322065" y="2544153"/>
                  </a:lnTo>
                  <a:lnTo>
                    <a:pt x="10391087" y="2549932"/>
                  </a:lnTo>
                  <a:lnTo>
                    <a:pt x="10443737" y="2553897"/>
                  </a:lnTo>
                  <a:lnTo>
                    <a:pt x="10479532" y="2556334"/>
                  </a:lnTo>
                  <a:lnTo>
                    <a:pt x="10499969" y="2557596"/>
                  </a:lnTo>
                  <a:lnTo>
                    <a:pt x="10508428" y="2558071"/>
                  </a:lnTo>
                  <a:lnTo>
                    <a:pt x="10509911" y="2558148"/>
                  </a:lnTo>
                  <a:lnTo>
                    <a:pt x="11981298" y="2558148"/>
                  </a:lnTo>
                  <a:lnTo>
                    <a:pt x="11981298" y="2541802"/>
                  </a:lnTo>
                  <a:lnTo>
                    <a:pt x="10509911" y="2541802"/>
                  </a:lnTo>
                  <a:lnTo>
                    <a:pt x="10508748" y="2541742"/>
                  </a:lnTo>
                  <a:lnTo>
                    <a:pt x="10501106" y="2541316"/>
                  </a:lnTo>
                  <a:lnTo>
                    <a:pt x="10481854" y="2540137"/>
                  </a:lnTo>
                  <a:lnTo>
                    <a:pt x="10447466" y="2537816"/>
                  </a:lnTo>
                  <a:lnTo>
                    <a:pt x="10396272" y="2533994"/>
                  </a:lnTo>
                  <a:lnTo>
                    <a:pt x="10328590" y="2528380"/>
                  </a:lnTo>
                  <a:lnTo>
                    <a:pt x="10246552" y="2520774"/>
                  </a:lnTo>
                  <a:lnTo>
                    <a:pt x="10153618" y="2511081"/>
                  </a:lnTo>
                  <a:lnTo>
                    <a:pt x="10053899" y="2499285"/>
                  </a:lnTo>
                  <a:lnTo>
                    <a:pt x="9951482" y="2485423"/>
                  </a:lnTo>
                  <a:lnTo>
                    <a:pt x="9849912" y="2469538"/>
                  </a:lnTo>
                  <a:lnTo>
                    <a:pt x="9751911" y="2451652"/>
                  </a:lnTo>
                  <a:lnTo>
                    <a:pt x="9659307" y="2431731"/>
                  </a:lnTo>
                  <a:lnTo>
                    <a:pt x="9573114" y="2409677"/>
                  </a:lnTo>
                  <a:lnTo>
                    <a:pt x="9493687" y="2385315"/>
                  </a:lnTo>
                  <a:lnTo>
                    <a:pt x="9420900" y="2358395"/>
                  </a:lnTo>
                  <a:lnTo>
                    <a:pt x="9354297" y="2328597"/>
                  </a:lnTo>
                  <a:lnTo>
                    <a:pt x="9293221" y="2295542"/>
                  </a:lnTo>
                  <a:lnTo>
                    <a:pt x="9236911" y="2258811"/>
                  </a:lnTo>
                  <a:lnTo>
                    <a:pt x="9184564" y="2217979"/>
                  </a:lnTo>
                  <a:lnTo>
                    <a:pt x="9135396" y="2172677"/>
                  </a:lnTo>
                  <a:lnTo>
                    <a:pt x="9088685" y="2122682"/>
                  </a:lnTo>
                  <a:lnTo>
                    <a:pt x="9084767" y="2118168"/>
                  </a:lnTo>
                  <a:lnTo>
                    <a:pt x="9045468" y="2070121"/>
                  </a:lnTo>
                  <a:lnTo>
                    <a:pt x="9007193" y="2018387"/>
                  </a:lnTo>
                  <a:lnTo>
                    <a:pt x="8969648" y="1962891"/>
                  </a:lnTo>
                  <a:lnTo>
                    <a:pt x="8932603" y="1903625"/>
                  </a:lnTo>
                  <a:lnTo>
                    <a:pt x="8895875" y="1840656"/>
                  </a:lnTo>
                  <a:lnTo>
                    <a:pt x="8859323" y="1774131"/>
                  </a:lnTo>
                  <a:lnTo>
                    <a:pt x="8822846" y="1704281"/>
                  </a:lnTo>
                  <a:lnTo>
                    <a:pt x="8786372" y="1631422"/>
                  </a:lnTo>
                  <a:lnTo>
                    <a:pt x="8749861" y="1555954"/>
                  </a:lnTo>
                  <a:lnTo>
                    <a:pt x="8713293" y="1478353"/>
                  </a:lnTo>
                  <a:lnTo>
                    <a:pt x="8676671" y="1399159"/>
                  </a:lnTo>
                  <a:lnTo>
                    <a:pt x="8640008" y="1318963"/>
                  </a:lnTo>
                  <a:lnTo>
                    <a:pt x="8603328" y="1238388"/>
                  </a:lnTo>
                  <a:lnTo>
                    <a:pt x="8566660" y="1158070"/>
                  </a:lnTo>
                  <a:lnTo>
                    <a:pt x="8530028" y="1078635"/>
                  </a:lnTo>
                  <a:lnTo>
                    <a:pt x="8493449" y="1000683"/>
                  </a:lnTo>
                  <a:lnTo>
                    <a:pt x="8456928" y="924764"/>
                  </a:lnTo>
                  <a:lnTo>
                    <a:pt x="8420450" y="851368"/>
                  </a:lnTo>
                  <a:lnTo>
                    <a:pt x="8383978" y="780909"/>
                  </a:lnTo>
                  <a:lnTo>
                    <a:pt x="8347447" y="713721"/>
                  </a:lnTo>
                  <a:lnTo>
                    <a:pt x="8310763" y="650051"/>
                  </a:lnTo>
                  <a:lnTo>
                    <a:pt x="8273791" y="590063"/>
                  </a:lnTo>
                  <a:lnTo>
                    <a:pt x="8236360" y="533837"/>
                  </a:lnTo>
                  <a:lnTo>
                    <a:pt x="8198246" y="481380"/>
                  </a:lnTo>
                  <a:lnTo>
                    <a:pt x="8159171" y="432630"/>
                  </a:lnTo>
                  <a:lnTo>
                    <a:pt x="8151487" y="423633"/>
                  </a:lnTo>
                  <a:lnTo>
                    <a:pt x="8104957" y="373234"/>
                  </a:lnTo>
                  <a:lnTo>
                    <a:pt x="8056027" y="327534"/>
                  </a:lnTo>
                  <a:lnTo>
                    <a:pt x="8003984" y="286331"/>
                  </a:lnTo>
                  <a:lnTo>
                    <a:pt x="7948045" y="249264"/>
                  </a:lnTo>
                  <a:lnTo>
                    <a:pt x="7887410" y="215910"/>
                  </a:lnTo>
                  <a:lnTo>
                    <a:pt x="7821310" y="185848"/>
                  </a:lnTo>
                  <a:lnTo>
                    <a:pt x="7749075" y="158694"/>
                  </a:lnTo>
                  <a:lnTo>
                    <a:pt x="7670230" y="134123"/>
                  </a:lnTo>
                  <a:lnTo>
                    <a:pt x="7584611" y="111879"/>
                  </a:lnTo>
                  <a:lnTo>
                    <a:pt x="7492528" y="91780"/>
                  </a:lnTo>
                  <a:lnTo>
                    <a:pt x="7394932" y="73721"/>
                  </a:lnTo>
                  <a:lnTo>
                    <a:pt x="7293575" y="57665"/>
                  </a:lnTo>
                  <a:lnTo>
                    <a:pt x="7191102" y="43627"/>
                  </a:lnTo>
                  <a:lnTo>
                    <a:pt x="7090995" y="31651"/>
                  </a:lnTo>
                  <a:lnTo>
                    <a:pt x="6997313" y="21777"/>
                  </a:lnTo>
                  <a:lnTo>
                    <a:pt x="6914188" y="13995"/>
                  </a:lnTo>
                  <a:lnTo>
                    <a:pt x="6845167" y="8215"/>
                  </a:lnTo>
                  <a:lnTo>
                    <a:pt x="6792516" y="4250"/>
                  </a:lnTo>
                  <a:lnTo>
                    <a:pt x="6756722" y="1814"/>
                  </a:lnTo>
                  <a:lnTo>
                    <a:pt x="6736284" y="552"/>
                  </a:lnTo>
                  <a:lnTo>
                    <a:pt x="6727825" y="76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764" y="47"/>
                  </a:lnTo>
                  <a:lnTo>
                    <a:pt x="5245941" y="387"/>
                  </a:lnTo>
                  <a:lnTo>
                    <a:pt x="5226247" y="1328"/>
                  </a:lnTo>
                  <a:lnTo>
                    <a:pt x="5191106" y="3178"/>
                  </a:lnTo>
                  <a:lnTo>
                    <a:pt x="5138866" y="6225"/>
                  </a:lnTo>
                  <a:lnTo>
                    <a:pt x="5069923" y="10697"/>
                  </a:lnTo>
                  <a:lnTo>
                    <a:pt x="4986537" y="16749"/>
                  </a:lnTo>
                  <a:lnTo>
                    <a:pt x="4892305" y="24455"/>
                  </a:lnTo>
                  <a:lnTo>
                    <a:pt x="4791456" y="33822"/>
                  </a:lnTo>
                  <a:lnTo>
                    <a:pt x="4688152" y="44822"/>
                  </a:lnTo>
                  <a:lnTo>
                    <a:pt x="4585968" y="57418"/>
                  </a:lnTo>
                  <a:lnTo>
                    <a:pt x="4487614" y="71598"/>
                  </a:lnTo>
                  <a:lnTo>
                    <a:pt x="4394880" y="87392"/>
                  </a:lnTo>
                  <a:lnTo>
                    <a:pt x="4308727" y="104885"/>
                  </a:lnTo>
                  <a:lnTo>
                    <a:pt x="4229459" y="124224"/>
                  </a:lnTo>
                  <a:lnTo>
                    <a:pt x="4156897" y="145613"/>
                  </a:lnTo>
                  <a:lnTo>
                    <a:pt x="4090543" y="169316"/>
                  </a:lnTo>
                  <a:lnTo>
                    <a:pt x="4029703" y="195639"/>
                  </a:lnTo>
                  <a:lnTo>
                    <a:pt x="3973588" y="224920"/>
                  </a:lnTo>
                  <a:lnTo>
                    <a:pt x="3921376" y="257494"/>
                  </a:lnTo>
                  <a:lnTo>
                    <a:pt x="3872269" y="293643"/>
                  </a:lnTo>
                  <a:lnTo>
                    <a:pt x="3829811" y="329644"/>
                  </a:lnTo>
                  <a:lnTo>
                    <a:pt x="3786864" y="370704"/>
                  </a:lnTo>
                  <a:lnTo>
                    <a:pt x="3745107" y="415208"/>
                  </a:lnTo>
                  <a:lnTo>
                    <a:pt x="3704169" y="463223"/>
                  </a:lnTo>
                  <a:lnTo>
                    <a:pt x="3663762" y="514739"/>
                  </a:lnTo>
                  <a:lnTo>
                    <a:pt x="3623667" y="569662"/>
                  </a:lnTo>
                  <a:lnTo>
                    <a:pt x="3583721" y="627806"/>
                  </a:lnTo>
                  <a:lnTo>
                    <a:pt x="3543812" y="688890"/>
                  </a:lnTo>
                  <a:lnTo>
                    <a:pt x="3503872" y="752539"/>
                  </a:lnTo>
                  <a:lnTo>
                    <a:pt x="3463868" y="818289"/>
                  </a:lnTo>
                  <a:lnTo>
                    <a:pt x="3423797" y="885603"/>
                  </a:lnTo>
                  <a:lnTo>
                    <a:pt x="3383677" y="953882"/>
                  </a:lnTo>
                  <a:lnTo>
                    <a:pt x="3343538" y="1022492"/>
                  </a:lnTo>
                  <a:lnTo>
                    <a:pt x="3303417" y="1090785"/>
                  </a:lnTo>
                  <a:lnTo>
                    <a:pt x="3263345" y="1158125"/>
                  </a:lnTo>
                  <a:lnTo>
                    <a:pt x="3223339" y="1223916"/>
                  </a:lnTo>
                  <a:lnTo>
                    <a:pt x="3183398" y="1287615"/>
                  </a:lnTo>
                  <a:lnTo>
                    <a:pt x="3143489" y="1348760"/>
                  </a:lnTo>
                  <a:lnTo>
                    <a:pt x="3103545" y="1406971"/>
                  </a:lnTo>
                  <a:lnTo>
                    <a:pt x="3063455" y="1461966"/>
                  </a:lnTo>
                  <a:lnTo>
                    <a:pt x="3023057" y="1513558"/>
                  </a:lnTo>
                  <a:lnTo>
                    <a:pt x="2982133" y="1561650"/>
                  </a:lnTo>
                  <a:lnTo>
                    <a:pt x="2940397" y="1606230"/>
                  </a:lnTo>
                  <a:lnTo>
                    <a:pt x="2897481" y="1647363"/>
                  </a:lnTo>
                  <a:lnTo>
                    <a:pt x="2896531" y="1648221"/>
                  </a:lnTo>
                  <a:lnTo>
                    <a:pt x="2849612" y="1687744"/>
                  </a:lnTo>
                  <a:lnTo>
                    <a:pt x="2800248" y="1723551"/>
                  </a:lnTo>
                  <a:lnTo>
                    <a:pt x="2747707" y="1755805"/>
                  </a:lnTo>
                  <a:lnTo>
                    <a:pt x="2691186" y="1784796"/>
                  </a:lnTo>
                  <a:lnTo>
                    <a:pt x="2629866" y="1810861"/>
                  </a:lnTo>
                  <a:lnTo>
                    <a:pt x="2562960" y="1834336"/>
                  </a:lnTo>
                  <a:lnTo>
                    <a:pt x="2489791" y="1855525"/>
                  </a:lnTo>
                  <a:lnTo>
                    <a:pt x="2409883" y="1874684"/>
                  </a:lnTo>
                  <a:lnTo>
                    <a:pt x="2323096" y="1892013"/>
                  </a:lnTo>
                  <a:lnTo>
                    <a:pt x="2229786" y="1907654"/>
                  </a:lnTo>
                  <a:lnTo>
                    <a:pt x="2130987" y="1921686"/>
                  </a:lnTo>
                  <a:lnTo>
                    <a:pt x="2028570" y="1934135"/>
                  </a:lnTo>
                  <a:lnTo>
                    <a:pt x="1925332" y="1944984"/>
                  </a:lnTo>
                  <a:lnTo>
                    <a:pt x="1824917" y="1954198"/>
                  </a:lnTo>
                  <a:lnTo>
                    <a:pt x="1731521" y="1961748"/>
                  </a:lnTo>
                  <a:lnTo>
                    <a:pt x="1649343" y="1967649"/>
                  </a:lnTo>
                  <a:lnTo>
                    <a:pt x="1581887" y="1971981"/>
                  </a:lnTo>
                  <a:lnTo>
                    <a:pt x="1531252" y="1974905"/>
                  </a:lnTo>
                  <a:lnTo>
                    <a:pt x="1497651" y="1976658"/>
                  </a:lnTo>
                  <a:lnTo>
                    <a:pt x="1479241" y="1977529"/>
                  </a:lnTo>
                  <a:lnTo>
                    <a:pt x="1472280" y="1977830"/>
                  </a:lnTo>
                  <a:lnTo>
                    <a:pt x="1471387" y="1977865"/>
                  </a:lnTo>
                  <a:lnTo>
                    <a:pt x="0" y="1977865"/>
                  </a:lnTo>
                  <a:close/>
                </a:path>
              </a:pathLst>
            </a:custGeom>
            <a:solidFill>
              <a:srgbClr val="E78AC3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404" name="pl1404"/>
            <p:cNvSpPr/>
            <p:nvPr/>
          </p:nvSpPr>
          <p:spPr>
            <a:xfrm>
              <a:off x="4799595" y="7055711"/>
              <a:ext cx="11981298" cy="2541802"/>
            </a:xfrm>
            <a:custGeom>
              <a:avLst/>
              <a:pathLst>
                <a:path w="11981298" h="2541802">
                  <a:moveTo>
                    <a:pt x="0" y="1977865"/>
                  </a:moveTo>
                  <a:lnTo>
                    <a:pt x="1471387" y="1977865"/>
                  </a:lnTo>
                  <a:lnTo>
                    <a:pt x="1472578" y="1977817"/>
                  </a:lnTo>
                  <a:lnTo>
                    <a:pt x="1480401" y="1977477"/>
                  </a:lnTo>
                  <a:lnTo>
                    <a:pt x="1500095" y="1976537"/>
                  </a:lnTo>
                  <a:lnTo>
                    <a:pt x="1535236" y="1974686"/>
                  </a:lnTo>
                  <a:lnTo>
                    <a:pt x="1587477" y="1971640"/>
                  </a:lnTo>
                  <a:lnTo>
                    <a:pt x="1656419" y="1967168"/>
                  </a:lnTo>
                  <a:lnTo>
                    <a:pt x="1739805" y="1961116"/>
                  </a:lnTo>
                  <a:lnTo>
                    <a:pt x="1834037" y="1953410"/>
                  </a:lnTo>
                  <a:lnTo>
                    <a:pt x="1934886" y="1944042"/>
                  </a:lnTo>
                  <a:lnTo>
                    <a:pt x="2038190" y="1933043"/>
                  </a:lnTo>
                  <a:lnTo>
                    <a:pt x="2140374" y="1920447"/>
                  </a:lnTo>
                  <a:lnTo>
                    <a:pt x="2238728" y="1906267"/>
                  </a:lnTo>
                  <a:lnTo>
                    <a:pt x="2331462" y="1890473"/>
                  </a:lnTo>
                  <a:lnTo>
                    <a:pt x="2417615" y="1872980"/>
                  </a:lnTo>
                  <a:lnTo>
                    <a:pt x="2496883" y="1853641"/>
                  </a:lnTo>
                  <a:lnTo>
                    <a:pt x="2569445" y="1832251"/>
                  </a:lnTo>
                  <a:lnTo>
                    <a:pt x="2635799" y="1808549"/>
                  </a:lnTo>
                  <a:lnTo>
                    <a:pt x="2696639" y="1782225"/>
                  </a:lnTo>
                  <a:lnTo>
                    <a:pt x="2752754" y="1752944"/>
                  </a:lnTo>
                  <a:lnTo>
                    <a:pt x="2804967" y="1720371"/>
                  </a:lnTo>
                  <a:lnTo>
                    <a:pt x="2854073" y="1684222"/>
                  </a:lnTo>
                  <a:lnTo>
                    <a:pt x="2896531" y="1648221"/>
                  </a:lnTo>
                  <a:lnTo>
                    <a:pt x="2939478" y="1607161"/>
                  </a:lnTo>
                  <a:lnTo>
                    <a:pt x="2981235" y="1562657"/>
                  </a:lnTo>
                  <a:lnTo>
                    <a:pt x="3022173" y="1514642"/>
                  </a:lnTo>
                  <a:lnTo>
                    <a:pt x="3062580" y="1463125"/>
                  </a:lnTo>
                  <a:lnTo>
                    <a:pt x="3102675" y="1408202"/>
                  </a:lnTo>
                  <a:lnTo>
                    <a:pt x="3142621" y="1350058"/>
                  </a:lnTo>
                  <a:lnTo>
                    <a:pt x="3182530" y="1288974"/>
                  </a:lnTo>
                  <a:lnTo>
                    <a:pt x="3222470" y="1225326"/>
                  </a:lnTo>
                  <a:lnTo>
                    <a:pt x="3262474" y="1159575"/>
                  </a:lnTo>
                  <a:lnTo>
                    <a:pt x="3302545" y="1092262"/>
                  </a:lnTo>
                  <a:lnTo>
                    <a:pt x="3342665" y="1023983"/>
                  </a:lnTo>
                  <a:lnTo>
                    <a:pt x="3382804" y="955373"/>
                  </a:lnTo>
                  <a:lnTo>
                    <a:pt x="3422925" y="887080"/>
                  </a:lnTo>
                  <a:lnTo>
                    <a:pt x="3462997" y="819739"/>
                  </a:lnTo>
                  <a:lnTo>
                    <a:pt x="3503003" y="753949"/>
                  </a:lnTo>
                  <a:lnTo>
                    <a:pt x="3542944" y="690249"/>
                  </a:lnTo>
                  <a:lnTo>
                    <a:pt x="3582853" y="629105"/>
                  </a:lnTo>
                  <a:lnTo>
                    <a:pt x="3622797" y="570894"/>
                  </a:lnTo>
                  <a:lnTo>
                    <a:pt x="3662887" y="515898"/>
                  </a:lnTo>
                  <a:lnTo>
                    <a:pt x="3703285" y="464307"/>
                  </a:lnTo>
                  <a:lnTo>
                    <a:pt x="3744209" y="416215"/>
                  </a:lnTo>
                  <a:lnTo>
                    <a:pt x="3785945" y="371635"/>
                  </a:lnTo>
                  <a:lnTo>
                    <a:pt x="3828861" y="330501"/>
                  </a:lnTo>
                  <a:lnTo>
                    <a:pt x="3829811" y="329644"/>
                  </a:lnTo>
                  <a:lnTo>
                    <a:pt x="3876730" y="290121"/>
                  </a:lnTo>
                  <a:lnTo>
                    <a:pt x="3926094" y="254314"/>
                  </a:lnTo>
                  <a:lnTo>
                    <a:pt x="3978635" y="222060"/>
                  </a:lnTo>
                  <a:lnTo>
                    <a:pt x="4035156" y="193069"/>
                  </a:lnTo>
                  <a:lnTo>
                    <a:pt x="4096476" y="167003"/>
                  </a:lnTo>
                  <a:lnTo>
                    <a:pt x="4163382" y="143528"/>
                  </a:lnTo>
                  <a:lnTo>
                    <a:pt x="4236551" y="122340"/>
                  </a:lnTo>
                  <a:lnTo>
                    <a:pt x="4316459" y="103181"/>
                  </a:lnTo>
                  <a:lnTo>
                    <a:pt x="4403246" y="85851"/>
                  </a:lnTo>
                  <a:lnTo>
                    <a:pt x="4496556" y="70210"/>
                  </a:lnTo>
                  <a:lnTo>
                    <a:pt x="4595355" y="56178"/>
                  </a:lnTo>
                  <a:lnTo>
                    <a:pt x="4697772" y="43730"/>
                  </a:lnTo>
                  <a:lnTo>
                    <a:pt x="4801010" y="32880"/>
                  </a:lnTo>
                  <a:lnTo>
                    <a:pt x="4901425" y="23667"/>
                  </a:lnTo>
                  <a:lnTo>
                    <a:pt x="4994821" y="16116"/>
                  </a:lnTo>
                  <a:lnTo>
                    <a:pt x="5076999" y="10216"/>
                  </a:lnTo>
                  <a:lnTo>
                    <a:pt x="5144456" y="5884"/>
                  </a:lnTo>
                  <a:lnTo>
                    <a:pt x="5195090" y="2960"/>
                  </a:lnTo>
                  <a:lnTo>
                    <a:pt x="5228692" y="1206"/>
                  </a:lnTo>
                  <a:lnTo>
                    <a:pt x="5247101" y="335"/>
                  </a:lnTo>
                  <a:lnTo>
                    <a:pt x="5254062" y="35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506" y="59"/>
                  </a:lnTo>
                  <a:lnTo>
                    <a:pt x="6735148" y="486"/>
                  </a:lnTo>
                  <a:lnTo>
                    <a:pt x="6754399" y="1665"/>
                  </a:lnTo>
                  <a:lnTo>
                    <a:pt x="6788787" y="3985"/>
                  </a:lnTo>
                  <a:lnTo>
                    <a:pt x="6839981" y="7807"/>
                  </a:lnTo>
                  <a:lnTo>
                    <a:pt x="6907663" y="13422"/>
                  </a:lnTo>
                  <a:lnTo>
                    <a:pt x="6989701" y="21027"/>
                  </a:lnTo>
                  <a:lnTo>
                    <a:pt x="7082635" y="30720"/>
                  </a:lnTo>
                  <a:lnTo>
                    <a:pt x="7182354" y="42516"/>
                  </a:lnTo>
                  <a:lnTo>
                    <a:pt x="7284772" y="56379"/>
                  </a:lnTo>
                  <a:lnTo>
                    <a:pt x="7386341" y="72263"/>
                  </a:lnTo>
                  <a:lnTo>
                    <a:pt x="7484342" y="90150"/>
                  </a:lnTo>
                  <a:lnTo>
                    <a:pt x="7576946" y="110070"/>
                  </a:lnTo>
                  <a:lnTo>
                    <a:pt x="7663140" y="132124"/>
                  </a:lnTo>
                  <a:lnTo>
                    <a:pt x="7742566" y="156486"/>
                  </a:lnTo>
                  <a:lnTo>
                    <a:pt x="7815353" y="183406"/>
                  </a:lnTo>
                  <a:lnTo>
                    <a:pt x="7881957" y="213204"/>
                  </a:lnTo>
                  <a:lnTo>
                    <a:pt x="7943032" y="246259"/>
                  </a:lnTo>
                  <a:lnTo>
                    <a:pt x="7999343" y="282990"/>
                  </a:lnTo>
                  <a:lnTo>
                    <a:pt x="8051689" y="323822"/>
                  </a:lnTo>
                  <a:lnTo>
                    <a:pt x="8100857" y="369125"/>
                  </a:lnTo>
                  <a:lnTo>
                    <a:pt x="8147568" y="419119"/>
                  </a:lnTo>
                  <a:lnTo>
                    <a:pt x="8151487" y="423633"/>
                  </a:lnTo>
                  <a:lnTo>
                    <a:pt x="8190785" y="471680"/>
                  </a:lnTo>
                  <a:lnTo>
                    <a:pt x="8229061" y="523414"/>
                  </a:lnTo>
                  <a:lnTo>
                    <a:pt x="8266605" y="578911"/>
                  </a:lnTo>
                  <a:lnTo>
                    <a:pt x="8303650" y="638176"/>
                  </a:lnTo>
                  <a:lnTo>
                    <a:pt x="8340378" y="701145"/>
                  </a:lnTo>
                  <a:lnTo>
                    <a:pt x="8376930" y="767671"/>
                  </a:lnTo>
                  <a:lnTo>
                    <a:pt x="8413408" y="837521"/>
                  </a:lnTo>
                  <a:lnTo>
                    <a:pt x="8449881" y="910380"/>
                  </a:lnTo>
                  <a:lnTo>
                    <a:pt x="8486392" y="985847"/>
                  </a:lnTo>
                  <a:lnTo>
                    <a:pt x="8522960" y="1063448"/>
                  </a:lnTo>
                  <a:lnTo>
                    <a:pt x="8559583" y="1142642"/>
                  </a:lnTo>
                  <a:lnTo>
                    <a:pt x="8596246" y="1222838"/>
                  </a:lnTo>
                  <a:lnTo>
                    <a:pt x="8632925" y="1303413"/>
                  </a:lnTo>
                  <a:lnTo>
                    <a:pt x="8669593" y="1383732"/>
                  </a:lnTo>
                  <a:lnTo>
                    <a:pt x="8706225" y="1463166"/>
                  </a:lnTo>
                  <a:lnTo>
                    <a:pt x="8742804" y="1541119"/>
                  </a:lnTo>
                  <a:lnTo>
                    <a:pt x="8779325" y="1617038"/>
                  </a:lnTo>
                  <a:lnTo>
                    <a:pt x="8815804" y="1690434"/>
                  </a:lnTo>
                  <a:lnTo>
                    <a:pt x="8852276" y="1760892"/>
                  </a:lnTo>
                  <a:lnTo>
                    <a:pt x="8888806" y="1828080"/>
                  </a:lnTo>
                  <a:lnTo>
                    <a:pt x="8925491" y="1891750"/>
                  </a:lnTo>
                  <a:lnTo>
                    <a:pt x="8962462" y="1951739"/>
                  </a:lnTo>
                  <a:lnTo>
                    <a:pt x="8999893" y="2007964"/>
                  </a:lnTo>
                  <a:lnTo>
                    <a:pt x="9038007" y="2060421"/>
                  </a:lnTo>
                  <a:lnTo>
                    <a:pt x="9077082" y="2109172"/>
                  </a:lnTo>
                  <a:lnTo>
                    <a:pt x="9084767" y="2118168"/>
                  </a:lnTo>
                  <a:lnTo>
                    <a:pt x="9131296" y="2168568"/>
                  </a:lnTo>
                  <a:lnTo>
                    <a:pt x="9180226" y="2214268"/>
                  </a:lnTo>
                  <a:lnTo>
                    <a:pt x="9232270" y="2255470"/>
                  </a:lnTo>
                  <a:lnTo>
                    <a:pt x="9288208" y="2292537"/>
                  </a:lnTo>
                  <a:lnTo>
                    <a:pt x="9348843" y="2325891"/>
                  </a:lnTo>
                  <a:lnTo>
                    <a:pt x="9414944" y="2355953"/>
                  </a:lnTo>
                  <a:lnTo>
                    <a:pt x="9487178" y="2383107"/>
                  </a:lnTo>
                  <a:lnTo>
                    <a:pt x="9566024" y="2407678"/>
                  </a:lnTo>
                  <a:lnTo>
                    <a:pt x="9651642" y="2429922"/>
                  </a:lnTo>
                  <a:lnTo>
                    <a:pt x="9743725" y="2450021"/>
                  </a:lnTo>
                  <a:lnTo>
                    <a:pt x="9841321" y="2468080"/>
                  </a:lnTo>
                  <a:lnTo>
                    <a:pt x="9942678" y="2484137"/>
                  </a:lnTo>
                  <a:lnTo>
                    <a:pt x="10045152" y="2498175"/>
                  </a:lnTo>
                  <a:lnTo>
                    <a:pt x="10145258" y="2510150"/>
                  </a:lnTo>
                  <a:lnTo>
                    <a:pt x="10238941" y="2520024"/>
                  </a:lnTo>
                  <a:lnTo>
                    <a:pt x="10322065" y="2527807"/>
                  </a:lnTo>
                  <a:lnTo>
                    <a:pt x="10391087" y="2533586"/>
                  </a:lnTo>
                  <a:lnTo>
                    <a:pt x="10443737" y="2537551"/>
                  </a:lnTo>
                  <a:lnTo>
                    <a:pt x="10479532" y="2539988"/>
                  </a:lnTo>
                  <a:lnTo>
                    <a:pt x="10499969" y="2541250"/>
                  </a:lnTo>
                  <a:lnTo>
                    <a:pt x="10508428" y="2541725"/>
                  </a:lnTo>
                  <a:lnTo>
                    <a:pt x="10509910" y="2541802"/>
                  </a:lnTo>
                  <a:lnTo>
                    <a:pt x="10509911" y="2541802"/>
                  </a:lnTo>
                  <a:lnTo>
                    <a:pt x="11981298" y="254180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05" name="pl1405"/>
            <p:cNvSpPr/>
            <p:nvPr/>
          </p:nvSpPr>
          <p:spPr>
            <a:xfrm>
              <a:off x="4799595" y="7039365"/>
              <a:ext cx="11981298" cy="2541802"/>
            </a:xfrm>
            <a:custGeom>
              <a:avLst/>
              <a:pathLst>
                <a:path w="11981298" h="2541802">
                  <a:moveTo>
                    <a:pt x="11981298" y="2541802"/>
                  </a:moveTo>
                  <a:lnTo>
                    <a:pt x="10509911" y="2541802"/>
                  </a:lnTo>
                  <a:lnTo>
                    <a:pt x="10508748" y="2541742"/>
                  </a:lnTo>
                  <a:lnTo>
                    <a:pt x="10501106" y="2541316"/>
                  </a:lnTo>
                  <a:lnTo>
                    <a:pt x="10481854" y="2540137"/>
                  </a:lnTo>
                  <a:lnTo>
                    <a:pt x="10447466" y="2537816"/>
                  </a:lnTo>
                  <a:lnTo>
                    <a:pt x="10396272" y="2533994"/>
                  </a:lnTo>
                  <a:lnTo>
                    <a:pt x="10328590" y="2528380"/>
                  </a:lnTo>
                  <a:lnTo>
                    <a:pt x="10246552" y="2520774"/>
                  </a:lnTo>
                  <a:lnTo>
                    <a:pt x="10153618" y="2511081"/>
                  </a:lnTo>
                  <a:lnTo>
                    <a:pt x="10053899" y="2499285"/>
                  </a:lnTo>
                  <a:lnTo>
                    <a:pt x="9951482" y="2485423"/>
                  </a:lnTo>
                  <a:lnTo>
                    <a:pt x="9849912" y="2469538"/>
                  </a:lnTo>
                  <a:lnTo>
                    <a:pt x="9751911" y="2451652"/>
                  </a:lnTo>
                  <a:lnTo>
                    <a:pt x="9659307" y="2431731"/>
                  </a:lnTo>
                  <a:lnTo>
                    <a:pt x="9573114" y="2409677"/>
                  </a:lnTo>
                  <a:lnTo>
                    <a:pt x="9493687" y="2385315"/>
                  </a:lnTo>
                  <a:lnTo>
                    <a:pt x="9420900" y="2358395"/>
                  </a:lnTo>
                  <a:lnTo>
                    <a:pt x="9354297" y="2328597"/>
                  </a:lnTo>
                  <a:lnTo>
                    <a:pt x="9293221" y="2295542"/>
                  </a:lnTo>
                  <a:lnTo>
                    <a:pt x="9236911" y="2258811"/>
                  </a:lnTo>
                  <a:lnTo>
                    <a:pt x="9184564" y="2217979"/>
                  </a:lnTo>
                  <a:lnTo>
                    <a:pt x="9135396" y="2172677"/>
                  </a:lnTo>
                  <a:lnTo>
                    <a:pt x="9088685" y="2122682"/>
                  </a:lnTo>
                  <a:lnTo>
                    <a:pt x="9084767" y="2118168"/>
                  </a:lnTo>
                  <a:lnTo>
                    <a:pt x="9045468" y="2070121"/>
                  </a:lnTo>
                  <a:lnTo>
                    <a:pt x="9007193" y="2018387"/>
                  </a:lnTo>
                  <a:lnTo>
                    <a:pt x="8969648" y="1962891"/>
                  </a:lnTo>
                  <a:lnTo>
                    <a:pt x="8932603" y="1903625"/>
                  </a:lnTo>
                  <a:lnTo>
                    <a:pt x="8895875" y="1840656"/>
                  </a:lnTo>
                  <a:lnTo>
                    <a:pt x="8859323" y="1774131"/>
                  </a:lnTo>
                  <a:lnTo>
                    <a:pt x="8822846" y="1704281"/>
                  </a:lnTo>
                  <a:lnTo>
                    <a:pt x="8786372" y="1631422"/>
                  </a:lnTo>
                  <a:lnTo>
                    <a:pt x="8749861" y="1555954"/>
                  </a:lnTo>
                  <a:lnTo>
                    <a:pt x="8713293" y="1478353"/>
                  </a:lnTo>
                  <a:lnTo>
                    <a:pt x="8676671" y="1399159"/>
                  </a:lnTo>
                  <a:lnTo>
                    <a:pt x="8640008" y="1318963"/>
                  </a:lnTo>
                  <a:lnTo>
                    <a:pt x="8603328" y="1238388"/>
                  </a:lnTo>
                  <a:lnTo>
                    <a:pt x="8566660" y="1158070"/>
                  </a:lnTo>
                  <a:lnTo>
                    <a:pt x="8530028" y="1078635"/>
                  </a:lnTo>
                  <a:lnTo>
                    <a:pt x="8493449" y="1000683"/>
                  </a:lnTo>
                  <a:lnTo>
                    <a:pt x="8456928" y="924764"/>
                  </a:lnTo>
                  <a:lnTo>
                    <a:pt x="8420450" y="851368"/>
                  </a:lnTo>
                  <a:lnTo>
                    <a:pt x="8383978" y="780909"/>
                  </a:lnTo>
                  <a:lnTo>
                    <a:pt x="8347447" y="713721"/>
                  </a:lnTo>
                  <a:lnTo>
                    <a:pt x="8310763" y="650051"/>
                  </a:lnTo>
                  <a:lnTo>
                    <a:pt x="8273791" y="590063"/>
                  </a:lnTo>
                  <a:lnTo>
                    <a:pt x="8236360" y="533837"/>
                  </a:lnTo>
                  <a:lnTo>
                    <a:pt x="8198246" y="481380"/>
                  </a:lnTo>
                  <a:lnTo>
                    <a:pt x="8159171" y="432630"/>
                  </a:lnTo>
                  <a:lnTo>
                    <a:pt x="8151487" y="423633"/>
                  </a:lnTo>
                  <a:lnTo>
                    <a:pt x="8104957" y="373234"/>
                  </a:lnTo>
                  <a:lnTo>
                    <a:pt x="8056027" y="327534"/>
                  </a:lnTo>
                  <a:lnTo>
                    <a:pt x="8003984" y="286331"/>
                  </a:lnTo>
                  <a:lnTo>
                    <a:pt x="7948045" y="249264"/>
                  </a:lnTo>
                  <a:lnTo>
                    <a:pt x="7887410" y="215910"/>
                  </a:lnTo>
                  <a:lnTo>
                    <a:pt x="7821310" y="185848"/>
                  </a:lnTo>
                  <a:lnTo>
                    <a:pt x="7749075" y="158694"/>
                  </a:lnTo>
                  <a:lnTo>
                    <a:pt x="7670230" y="134123"/>
                  </a:lnTo>
                  <a:lnTo>
                    <a:pt x="7584611" y="111879"/>
                  </a:lnTo>
                  <a:lnTo>
                    <a:pt x="7492528" y="91780"/>
                  </a:lnTo>
                  <a:lnTo>
                    <a:pt x="7394932" y="73721"/>
                  </a:lnTo>
                  <a:lnTo>
                    <a:pt x="7293575" y="57665"/>
                  </a:lnTo>
                  <a:lnTo>
                    <a:pt x="7191102" y="43627"/>
                  </a:lnTo>
                  <a:lnTo>
                    <a:pt x="7090995" y="31651"/>
                  </a:lnTo>
                  <a:lnTo>
                    <a:pt x="6997313" y="21777"/>
                  </a:lnTo>
                  <a:lnTo>
                    <a:pt x="6914188" y="13995"/>
                  </a:lnTo>
                  <a:lnTo>
                    <a:pt x="6845167" y="8215"/>
                  </a:lnTo>
                  <a:lnTo>
                    <a:pt x="6792516" y="4250"/>
                  </a:lnTo>
                  <a:lnTo>
                    <a:pt x="6756722" y="1814"/>
                  </a:lnTo>
                  <a:lnTo>
                    <a:pt x="6736284" y="552"/>
                  </a:lnTo>
                  <a:lnTo>
                    <a:pt x="6727825" y="76"/>
                  </a:lnTo>
                  <a:lnTo>
                    <a:pt x="6726343" y="0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764" y="47"/>
                  </a:lnTo>
                  <a:lnTo>
                    <a:pt x="5245941" y="387"/>
                  </a:lnTo>
                  <a:lnTo>
                    <a:pt x="5226247" y="1328"/>
                  </a:lnTo>
                  <a:lnTo>
                    <a:pt x="5191106" y="3178"/>
                  </a:lnTo>
                  <a:lnTo>
                    <a:pt x="5138866" y="6225"/>
                  </a:lnTo>
                  <a:lnTo>
                    <a:pt x="5069923" y="10697"/>
                  </a:lnTo>
                  <a:lnTo>
                    <a:pt x="4986537" y="16749"/>
                  </a:lnTo>
                  <a:lnTo>
                    <a:pt x="4892305" y="24455"/>
                  </a:lnTo>
                  <a:lnTo>
                    <a:pt x="4791456" y="33822"/>
                  </a:lnTo>
                  <a:lnTo>
                    <a:pt x="4688152" y="44822"/>
                  </a:lnTo>
                  <a:lnTo>
                    <a:pt x="4585968" y="57418"/>
                  </a:lnTo>
                  <a:lnTo>
                    <a:pt x="4487614" y="71598"/>
                  </a:lnTo>
                  <a:lnTo>
                    <a:pt x="4394880" y="87392"/>
                  </a:lnTo>
                  <a:lnTo>
                    <a:pt x="4308727" y="104885"/>
                  </a:lnTo>
                  <a:lnTo>
                    <a:pt x="4229459" y="124224"/>
                  </a:lnTo>
                  <a:lnTo>
                    <a:pt x="4156897" y="145613"/>
                  </a:lnTo>
                  <a:lnTo>
                    <a:pt x="4090543" y="169316"/>
                  </a:lnTo>
                  <a:lnTo>
                    <a:pt x="4029703" y="195639"/>
                  </a:lnTo>
                  <a:lnTo>
                    <a:pt x="3973588" y="224920"/>
                  </a:lnTo>
                  <a:lnTo>
                    <a:pt x="3921376" y="257494"/>
                  </a:lnTo>
                  <a:lnTo>
                    <a:pt x="3872269" y="293643"/>
                  </a:lnTo>
                  <a:lnTo>
                    <a:pt x="3829811" y="329644"/>
                  </a:lnTo>
                  <a:lnTo>
                    <a:pt x="3786864" y="370704"/>
                  </a:lnTo>
                  <a:lnTo>
                    <a:pt x="3745107" y="415208"/>
                  </a:lnTo>
                  <a:lnTo>
                    <a:pt x="3704169" y="463223"/>
                  </a:lnTo>
                  <a:lnTo>
                    <a:pt x="3663762" y="514739"/>
                  </a:lnTo>
                  <a:lnTo>
                    <a:pt x="3623667" y="569662"/>
                  </a:lnTo>
                  <a:lnTo>
                    <a:pt x="3583721" y="627806"/>
                  </a:lnTo>
                  <a:lnTo>
                    <a:pt x="3543812" y="688890"/>
                  </a:lnTo>
                  <a:lnTo>
                    <a:pt x="3503872" y="752539"/>
                  </a:lnTo>
                  <a:lnTo>
                    <a:pt x="3463868" y="818289"/>
                  </a:lnTo>
                  <a:lnTo>
                    <a:pt x="3423797" y="885603"/>
                  </a:lnTo>
                  <a:lnTo>
                    <a:pt x="3383677" y="953882"/>
                  </a:lnTo>
                  <a:lnTo>
                    <a:pt x="3343538" y="1022492"/>
                  </a:lnTo>
                  <a:lnTo>
                    <a:pt x="3303417" y="1090785"/>
                  </a:lnTo>
                  <a:lnTo>
                    <a:pt x="3263345" y="1158125"/>
                  </a:lnTo>
                  <a:lnTo>
                    <a:pt x="3223339" y="1223916"/>
                  </a:lnTo>
                  <a:lnTo>
                    <a:pt x="3183398" y="1287615"/>
                  </a:lnTo>
                  <a:lnTo>
                    <a:pt x="3143489" y="1348760"/>
                  </a:lnTo>
                  <a:lnTo>
                    <a:pt x="3103545" y="1406971"/>
                  </a:lnTo>
                  <a:lnTo>
                    <a:pt x="3063455" y="1461966"/>
                  </a:lnTo>
                  <a:lnTo>
                    <a:pt x="3023057" y="1513558"/>
                  </a:lnTo>
                  <a:lnTo>
                    <a:pt x="2982133" y="1561650"/>
                  </a:lnTo>
                  <a:lnTo>
                    <a:pt x="2940397" y="1606230"/>
                  </a:lnTo>
                  <a:lnTo>
                    <a:pt x="2897481" y="1647363"/>
                  </a:lnTo>
                  <a:lnTo>
                    <a:pt x="2896531" y="1648221"/>
                  </a:lnTo>
                  <a:lnTo>
                    <a:pt x="2849612" y="1687744"/>
                  </a:lnTo>
                  <a:lnTo>
                    <a:pt x="2800248" y="1723551"/>
                  </a:lnTo>
                  <a:lnTo>
                    <a:pt x="2747707" y="1755805"/>
                  </a:lnTo>
                  <a:lnTo>
                    <a:pt x="2691186" y="1784796"/>
                  </a:lnTo>
                  <a:lnTo>
                    <a:pt x="2629866" y="1810861"/>
                  </a:lnTo>
                  <a:lnTo>
                    <a:pt x="2562960" y="1834336"/>
                  </a:lnTo>
                  <a:lnTo>
                    <a:pt x="2489791" y="1855525"/>
                  </a:lnTo>
                  <a:lnTo>
                    <a:pt x="2409883" y="1874684"/>
                  </a:lnTo>
                  <a:lnTo>
                    <a:pt x="2323096" y="1892013"/>
                  </a:lnTo>
                  <a:lnTo>
                    <a:pt x="2229786" y="1907654"/>
                  </a:lnTo>
                  <a:lnTo>
                    <a:pt x="2130987" y="1921686"/>
                  </a:lnTo>
                  <a:lnTo>
                    <a:pt x="2028570" y="1934135"/>
                  </a:lnTo>
                  <a:lnTo>
                    <a:pt x="1925332" y="1944984"/>
                  </a:lnTo>
                  <a:lnTo>
                    <a:pt x="1824917" y="1954198"/>
                  </a:lnTo>
                  <a:lnTo>
                    <a:pt x="1731521" y="1961748"/>
                  </a:lnTo>
                  <a:lnTo>
                    <a:pt x="1649343" y="1967649"/>
                  </a:lnTo>
                  <a:lnTo>
                    <a:pt x="1581887" y="1971981"/>
                  </a:lnTo>
                  <a:lnTo>
                    <a:pt x="1531252" y="1974905"/>
                  </a:lnTo>
                  <a:lnTo>
                    <a:pt x="1497651" y="1976658"/>
                  </a:lnTo>
                  <a:lnTo>
                    <a:pt x="1479241" y="1977529"/>
                  </a:lnTo>
                  <a:lnTo>
                    <a:pt x="1472280" y="1977830"/>
                  </a:lnTo>
                  <a:lnTo>
                    <a:pt x="1471387" y="1977865"/>
                  </a:lnTo>
                  <a:lnTo>
                    <a:pt x="0" y="197786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06" name="pg1406"/>
            <p:cNvSpPr/>
            <p:nvPr/>
          </p:nvSpPr>
          <p:spPr>
            <a:xfrm>
              <a:off x="4799595" y="4088913"/>
              <a:ext cx="11981298" cy="4830242"/>
            </a:xfrm>
            <a:custGeom>
              <a:avLst/>
              <a:pathLst>
                <a:path w="11981298" h="4830242">
                  <a:moveTo>
                    <a:pt x="0" y="4830242"/>
                  </a:moveTo>
                  <a:lnTo>
                    <a:pt x="1471387" y="4830242"/>
                  </a:lnTo>
                  <a:lnTo>
                    <a:pt x="1472473" y="4830159"/>
                  </a:lnTo>
                  <a:lnTo>
                    <a:pt x="1479617" y="4829568"/>
                  </a:lnTo>
                  <a:lnTo>
                    <a:pt x="1497652" y="4827937"/>
                  </a:lnTo>
                  <a:lnTo>
                    <a:pt x="1529961" y="4824725"/>
                  </a:lnTo>
                  <a:lnTo>
                    <a:pt x="1578248" y="4819428"/>
                  </a:lnTo>
                  <a:lnTo>
                    <a:pt x="1642406" y="4811630"/>
                  </a:lnTo>
                  <a:lnTo>
                    <a:pt x="1720641" y="4801039"/>
                  </a:lnTo>
                  <a:lnTo>
                    <a:pt x="1809871" y="4787501"/>
                  </a:lnTo>
                  <a:lnTo>
                    <a:pt x="1906318" y="4770979"/>
                  </a:lnTo>
                  <a:lnTo>
                    <a:pt x="2006119" y="4751514"/>
                  </a:lnTo>
                  <a:lnTo>
                    <a:pt x="2105827" y="4729168"/>
                  </a:lnTo>
                  <a:lnTo>
                    <a:pt x="2202703" y="4703984"/>
                  </a:lnTo>
                  <a:lnTo>
                    <a:pt x="2294827" y="4675938"/>
                  </a:lnTo>
                  <a:lnTo>
                    <a:pt x="2381048" y="4644920"/>
                  </a:lnTo>
                  <a:lnTo>
                    <a:pt x="2460860" y="4610723"/>
                  </a:lnTo>
                  <a:lnTo>
                    <a:pt x="2534250" y="4573034"/>
                  </a:lnTo>
                  <a:lnTo>
                    <a:pt x="2601549" y="4531444"/>
                  </a:lnTo>
                  <a:lnTo>
                    <a:pt x="2663309" y="4485456"/>
                  </a:lnTo>
                  <a:lnTo>
                    <a:pt x="2720212" y="4434508"/>
                  </a:lnTo>
                  <a:lnTo>
                    <a:pt x="2772995" y="4378008"/>
                  </a:lnTo>
                  <a:lnTo>
                    <a:pt x="2822403" y="4315394"/>
                  </a:lnTo>
                  <a:lnTo>
                    <a:pt x="2869144" y="4246242"/>
                  </a:lnTo>
                  <a:lnTo>
                    <a:pt x="2896531" y="4200921"/>
                  </a:lnTo>
                  <a:lnTo>
                    <a:pt x="2929964" y="4140680"/>
                  </a:lnTo>
                  <a:lnTo>
                    <a:pt x="2962625" y="4076509"/>
                  </a:lnTo>
                  <a:lnTo>
                    <a:pt x="2994701" y="4008326"/>
                  </a:lnTo>
                  <a:lnTo>
                    <a:pt x="3026348" y="3936100"/>
                  </a:lnTo>
                  <a:lnTo>
                    <a:pt x="3057692" y="3859856"/>
                  </a:lnTo>
                  <a:lnTo>
                    <a:pt x="3088835" y="3779676"/>
                  </a:lnTo>
                  <a:lnTo>
                    <a:pt x="3119860" y="3695706"/>
                  </a:lnTo>
                  <a:lnTo>
                    <a:pt x="3150828" y="3608158"/>
                  </a:lnTo>
                  <a:lnTo>
                    <a:pt x="3181785" y="3517310"/>
                  </a:lnTo>
                  <a:lnTo>
                    <a:pt x="3212761" y="3423502"/>
                  </a:lnTo>
                  <a:lnTo>
                    <a:pt x="3243773" y="3327140"/>
                  </a:lnTo>
                  <a:lnTo>
                    <a:pt x="3274827" y="3228680"/>
                  </a:lnTo>
                  <a:lnTo>
                    <a:pt x="3305920" y="3128629"/>
                  </a:lnTo>
                  <a:lnTo>
                    <a:pt x="3337041" y="3027527"/>
                  </a:lnTo>
                  <a:lnTo>
                    <a:pt x="3368176" y="2925941"/>
                  </a:lnTo>
                  <a:lnTo>
                    <a:pt x="3399309" y="2824447"/>
                  </a:lnTo>
                  <a:lnTo>
                    <a:pt x="3430422" y="2723622"/>
                  </a:lnTo>
                  <a:lnTo>
                    <a:pt x="3461503" y="2624025"/>
                  </a:lnTo>
                  <a:lnTo>
                    <a:pt x="3492543" y="2526187"/>
                  </a:lnTo>
                  <a:lnTo>
                    <a:pt x="3523543" y="2430598"/>
                  </a:lnTo>
                  <a:lnTo>
                    <a:pt x="3554510" y="2337701"/>
                  </a:lnTo>
                  <a:lnTo>
                    <a:pt x="3585467" y="2247879"/>
                  </a:lnTo>
                  <a:lnTo>
                    <a:pt x="3616447" y="2161454"/>
                  </a:lnTo>
                  <a:lnTo>
                    <a:pt x="3647503" y="2078683"/>
                  </a:lnTo>
                  <a:lnTo>
                    <a:pt x="3678701" y="1999756"/>
                  </a:lnTo>
                  <a:lnTo>
                    <a:pt x="3710129" y="1924797"/>
                  </a:lnTo>
                  <a:lnTo>
                    <a:pt x="3741899" y="1853872"/>
                  </a:lnTo>
                  <a:lnTo>
                    <a:pt x="3774146" y="1786984"/>
                  </a:lnTo>
                  <a:lnTo>
                    <a:pt x="3807033" y="1724087"/>
                  </a:lnTo>
                  <a:lnTo>
                    <a:pt x="3829811" y="1683637"/>
                  </a:lnTo>
                  <a:lnTo>
                    <a:pt x="3875242" y="1610417"/>
                  </a:lnTo>
                  <a:lnTo>
                    <a:pt x="3922948" y="1543864"/>
                  </a:lnTo>
                  <a:lnTo>
                    <a:pt x="3973591" y="1483707"/>
                  </a:lnTo>
                  <a:lnTo>
                    <a:pt x="4027900" y="1429453"/>
                  </a:lnTo>
                  <a:lnTo>
                    <a:pt x="4086620" y="1380519"/>
                  </a:lnTo>
                  <a:lnTo>
                    <a:pt x="4150475" y="1336319"/>
                  </a:lnTo>
                  <a:lnTo>
                    <a:pt x="4220105" y="1296313"/>
                  </a:lnTo>
                  <a:lnTo>
                    <a:pt x="4295989" y="1260036"/>
                  </a:lnTo>
                  <a:lnTo>
                    <a:pt x="4378338" y="1227116"/>
                  </a:lnTo>
                  <a:lnTo>
                    <a:pt x="4466965" y="1197282"/>
                  </a:lnTo>
                  <a:lnTo>
                    <a:pt x="4561129" y="1170365"/>
                  </a:lnTo>
                  <a:lnTo>
                    <a:pt x="4659390" y="1146292"/>
                  </a:lnTo>
                  <a:lnTo>
                    <a:pt x="4759504" y="1125068"/>
                  </a:lnTo>
                  <a:lnTo>
                    <a:pt x="4858433" y="1106749"/>
                  </a:lnTo>
                  <a:lnTo>
                    <a:pt x="4952520" y="1091395"/>
                  </a:lnTo>
                  <a:lnTo>
                    <a:pt x="5037866" y="1079022"/>
                  </a:lnTo>
                  <a:lnTo>
                    <a:pt x="5110892" y="1069552"/>
                  </a:lnTo>
                  <a:lnTo>
                    <a:pt x="5168957" y="1062777"/>
                  </a:lnTo>
                  <a:lnTo>
                    <a:pt x="5210893" y="1058352"/>
                  </a:lnTo>
                  <a:lnTo>
                    <a:pt x="5237307" y="1055822"/>
                  </a:lnTo>
                  <a:lnTo>
                    <a:pt x="5250586" y="1054664"/>
                  </a:lnTo>
                  <a:lnTo>
                    <a:pt x="5254706" y="1054335"/>
                  </a:lnTo>
                  <a:lnTo>
                    <a:pt x="5254955" y="1054316"/>
                  </a:lnTo>
                  <a:lnTo>
                    <a:pt x="6726343" y="1054316"/>
                  </a:lnTo>
                  <a:lnTo>
                    <a:pt x="6727567" y="1054290"/>
                  </a:lnTo>
                  <a:lnTo>
                    <a:pt x="6735603" y="1054105"/>
                  </a:lnTo>
                  <a:lnTo>
                    <a:pt x="6755814" y="1053594"/>
                  </a:lnTo>
                  <a:lnTo>
                    <a:pt x="6791835" y="1052587"/>
                  </a:lnTo>
                  <a:lnTo>
                    <a:pt x="6845297" y="1050931"/>
                  </a:lnTo>
                  <a:lnTo>
                    <a:pt x="6915703" y="1048501"/>
                  </a:lnTo>
                  <a:lnTo>
                    <a:pt x="7000646" y="1045217"/>
                  </a:lnTo>
                  <a:lnTo>
                    <a:pt x="7096368" y="1041041"/>
                  </a:lnTo>
                  <a:lnTo>
                    <a:pt x="7198504" y="1035970"/>
                  </a:lnTo>
                  <a:lnTo>
                    <a:pt x="7302806" y="1030021"/>
                  </a:lnTo>
                  <a:lnTo>
                    <a:pt x="7405670" y="1023213"/>
                  </a:lnTo>
                  <a:lnTo>
                    <a:pt x="7504403" y="1015551"/>
                  </a:lnTo>
                  <a:lnTo>
                    <a:pt x="7597263" y="1007016"/>
                  </a:lnTo>
                  <a:lnTo>
                    <a:pt x="7683349" y="997557"/>
                  </a:lnTo>
                  <a:lnTo>
                    <a:pt x="7762421" y="987091"/>
                  </a:lnTo>
                  <a:lnTo>
                    <a:pt x="7834717" y="975502"/>
                  </a:lnTo>
                  <a:lnTo>
                    <a:pt x="7900784" y="962642"/>
                  </a:lnTo>
                  <a:lnTo>
                    <a:pt x="7961356" y="948343"/>
                  </a:lnTo>
                  <a:lnTo>
                    <a:pt x="8017256" y="932418"/>
                  </a:lnTo>
                  <a:lnTo>
                    <a:pt x="8069327" y="914689"/>
                  </a:lnTo>
                  <a:lnTo>
                    <a:pt x="8118380" y="895012"/>
                  </a:lnTo>
                  <a:lnTo>
                    <a:pt x="8151487" y="879959"/>
                  </a:lnTo>
                  <a:lnTo>
                    <a:pt x="8201921" y="854197"/>
                  </a:lnTo>
                  <a:lnTo>
                    <a:pt x="8250803" y="825898"/>
                  </a:lnTo>
                  <a:lnTo>
                    <a:pt x="8298698" y="795023"/>
                  </a:lnTo>
                  <a:lnTo>
                    <a:pt x="8346027" y="761610"/>
                  </a:lnTo>
                  <a:lnTo>
                    <a:pt x="8393090" y="725791"/>
                  </a:lnTo>
                  <a:lnTo>
                    <a:pt x="8440084" y="687791"/>
                  </a:lnTo>
                  <a:lnTo>
                    <a:pt x="8487125" y="647933"/>
                  </a:lnTo>
                  <a:lnTo>
                    <a:pt x="8534257" y="606626"/>
                  </a:lnTo>
                  <a:lnTo>
                    <a:pt x="8581475" y="564354"/>
                  </a:lnTo>
                  <a:lnTo>
                    <a:pt x="8628735" y="521650"/>
                  </a:lnTo>
                  <a:lnTo>
                    <a:pt x="8675983" y="479072"/>
                  </a:lnTo>
                  <a:lnTo>
                    <a:pt x="8723166" y="437170"/>
                  </a:lnTo>
                  <a:lnTo>
                    <a:pt x="8770255" y="396457"/>
                  </a:lnTo>
                  <a:lnTo>
                    <a:pt x="8817266" y="357388"/>
                  </a:lnTo>
                  <a:lnTo>
                    <a:pt x="8864272" y="320333"/>
                  </a:lnTo>
                  <a:lnTo>
                    <a:pt x="8911424" y="285572"/>
                  </a:lnTo>
                  <a:lnTo>
                    <a:pt x="8958964" y="253287"/>
                  </a:lnTo>
                  <a:lnTo>
                    <a:pt x="9007242" y="223569"/>
                  </a:lnTo>
                  <a:lnTo>
                    <a:pt x="9056740" y="196418"/>
                  </a:lnTo>
                  <a:lnTo>
                    <a:pt x="9084767" y="182530"/>
                  </a:lnTo>
                  <a:lnTo>
                    <a:pt x="9132135" y="161439"/>
                  </a:lnTo>
                  <a:lnTo>
                    <a:pt x="9182001" y="142350"/>
                  </a:lnTo>
                  <a:lnTo>
                    <a:pt x="9235120" y="125173"/>
                  </a:lnTo>
                  <a:lnTo>
                    <a:pt x="9292316" y="109749"/>
                  </a:lnTo>
                  <a:lnTo>
                    <a:pt x="9354433" y="95895"/>
                  </a:lnTo>
                  <a:lnTo>
                    <a:pt x="9422275" y="83429"/>
                  </a:lnTo>
                  <a:lnTo>
                    <a:pt x="9496532" y="72186"/>
                  </a:lnTo>
                  <a:lnTo>
                    <a:pt x="9577675" y="62029"/>
                  </a:lnTo>
                  <a:lnTo>
                    <a:pt x="9665819" y="52851"/>
                  </a:lnTo>
                  <a:lnTo>
                    <a:pt x="9760548" y="44578"/>
                  </a:lnTo>
                  <a:lnTo>
                    <a:pt x="9860728" y="37170"/>
                  </a:lnTo>
                  <a:lnTo>
                    <a:pt x="9964342" y="30616"/>
                  </a:lnTo>
                  <a:lnTo>
                    <a:pt x="10068415" y="24925"/>
                  </a:lnTo>
                  <a:lnTo>
                    <a:pt x="10169111" y="20117"/>
                  </a:lnTo>
                  <a:lnTo>
                    <a:pt x="10262082" y="16207"/>
                  </a:lnTo>
                  <a:lnTo>
                    <a:pt x="10343063" y="13182"/>
                  </a:lnTo>
                  <a:lnTo>
                    <a:pt x="10408623" y="10992"/>
                  </a:lnTo>
                  <a:lnTo>
                    <a:pt x="10456875" y="9542"/>
                  </a:lnTo>
                  <a:lnTo>
                    <a:pt x="10487947" y="8699"/>
                  </a:lnTo>
                  <a:lnTo>
                    <a:pt x="10504089" y="8302"/>
                  </a:lnTo>
                  <a:lnTo>
                    <a:pt x="10509477" y="8182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8686" y="25"/>
                  </a:lnTo>
                  <a:lnTo>
                    <a:pt x="10500651" y="211"/>
                  </a:lnTo>
                  <a:lnTo>
                    <a:pt x="10480440" y="722"/>
                  </a:lnTo>
                  <a:lnTo>
                    <a:pt x="10444418" y="1729"/>
                  </a:lnTo>
                  <a:lnTo>
                    <a:pt x="10390956" y="3385"/>
                  </a:lnTo>
                  <a:lnTo>
                    <a:pt x="10320550" y="5815"/>
                  </a:lnTo>
                  <a:lnTo>
                    <a:pt x="10235607" y="9099"/>
                  </a:lnTo>
                  <a:lnTo>
                    <a:pt x="10139885" y="13275"/>
                  </a:lnTo>
                  <a:lnTo>
                    <a:pt x="10037749" y="18346"/>
                  </a:lnTo>
                  <a:lnTo>
                    <a:pt x="9933448" y="24295"/>
                  </a:lnTo>
                  <a:lnTo>
                    <a:pt x="9830583" y="31103"/>
                  </a:lnTo>
                  <a:lnTo>
                    <a:pt x="9731850" y="38765"/>
                  </a:lnTo>
                  <a:lnTo>
                    <a:pt x="9638990" y="47300"/>
                  </a:lnTo>
                  <a:lnTo>
                    <a:pt x="9552904" y="56759"/>
                  </a:lnTo>
                  <a:lnTo>
                    <a:pt x="9473832" y="67225"/>
                  </a:lnTo>
                  <a:lnTo>
                    <a:pt x="9401536" y="78814"/>
                  </a:lnTo>
                  <a:lnTo>
                    <a:pt x="9335469" y="91673"/>
                  </a:lnTo>
                  <a:lnTo>
                    <a:pt x="9274897" y="105973"/>
                  </a:lnTo>
                  <a:lnTo>
                    <a:pt x="9218997" y="121898"/>
                  </a:lnTo>
                  <a:lnTo>
                    <a:pt x="9166926" y="139626"/>
                  </a:lnTo>
                  <a:lnTo>
                    <a:pt x="9117874" y="159304"/>
                  </a:lnTo>
                  <a:lnTo>
                    <a:pt x="9084767" y="174357"/>
                  </a:lnTo>
                  <a:lnTo>
                    <a:pt x="9034332" y="200119"/>
                  </a:lnTo>
                  <a:lnTo>
                    <a:pt x="8985451" y="228417"/>
                  </a:lnTo>
                  <a:lnTo>
                    <a:pt x="8937555" y="259293"/>
                  </a:lnTo>
                  <a:lnTo>
                    <a:pt x="8890226" y="292706"/>
                  </a:lnTo>
                  <a:lnTo>
                    <a:pt x="8843163" y="328525"/>
                  </a:lnTo>
                  <a:lnTo>
                    <a:pt x="8796169" y="366524"/>
                  </a:lnTo>
                  <a:lnTo>
                    <a:pt x="8749128" y="406383"/>
                  </a:lnTo>
                  <a:lnTo>
                    <a:pt x="8701996" y="447689"/>
                  </a:lnTo>
                  <a:lnTo>
                    <a:pt x="8654779" y="489962"/>
                  </a:lnTo>
                  <a:lnTo>
                    <a:pt x="8607518" y="532665"/>
                  </a:lnTo>
                  <a:lnTo>
                    <a:pt x="8560270" y="575244"/>
                  </a:lnTo>
                  <a:lnTo>
                    <a:pt x="8513087" y="617146"/>
                  </a:lnTo>
                  <a:lnTo>
                    <a:pt x="8465998" y="657858"/>
                  </a:lnTo>
                  <a:lnTo>
                    <a:pt x="8418988" y="696928"/>
                  </a:lnTo>
                  <a:lnTo>
                    <a:pt x="8371981" y="733983"/>
                  </a:lnTo>
                  <a:lnTo>
                    <a:pt x="8324829" y="768744"/>
                  </a:lnTo>
                  <a:lnTo>
                    <a:pt x="8277290" y="801028"/>
                  </a:lnTo>
                  <a:lnTo>
                    <a:pt x="8229011" y="830747"/>
                  </a:lnTo>
                  <a:lnTo>
                    <a:pt x="8179513" y="857898"/>
                  </a:lnTo>
                  <a:lnTo>
                    <a:pt x="8151487" y="871786"/>
                  </a:lnTo>
                  <a:lnTo>
                    <a:pt x="8104118" y="892877"/>
                  </a:lnTo>
                  <a:lnTo>
                    <a:pt x="8054252" y="911966"/>
                  </a:lnTo>
                  <a:lnTo>
                    <a:pt x="8001133" y="929143"/>
                  </a:lnTo>
                  <a:lnTo>
                    <a:pt x="7943938" y="944567"/>
                  </a:lnTo>
                  <a:lnTo>
                    <a:pt x="7881821" y="958421"/>
                  </a:lnTo>
                  <a:lnTo>
                    <a:pt x="7813978" y="970887"/>
                  </a:lnTo>
                  <a:lnTo>
                    <a:pt x="7739721" y="982130"/>
                  </a:lnTo>
                  <a:lnTo>
                    <a:pt x="7658578" y="992287"/>
                  </a:lnTo>
                  <a:lnTo>
                    <a:pt x="7570434" y="1001465"/>
                  </a:lnTo>
                  <a:lnTo>
                    <a:pt x="7475706" y="1009737"/>
                  </a:lnTo>
                  <a:lnTo>
                    <a:pt x="7375525" y="1017145"/>
                  </a:lnTo>
                  <a:lnTo>
                    <a:pt x="7271911" y="1023700"/>
                  </a:lnTo>
                  <a:lnTo>
                    <a:pt x="7167839" y="1029391"/>
                  </a:lnTo>
                  <a:lnTo>
                    <a:pt x="7067143" y="1034199"/>
                  </a:lnTo>
                  <a:lnTo>
                    <a:pt x="6974171" y="1038109"/>
                  </a:lnTo>
                  <a:lnTo>
                    <a:pt x="6893190" y="1041134"/>
                  </a:lnTo>
                  <a:lnTo>
                    <a:pt x="6827631" y="1043324"/>
                  </a:lnTo>
                  <a:lnTo>
                    <a:pt x="6779379" y="1044773"/>
                  </a:lnTo>
                  <a:lnTo>
                    <a:pt x="6748306" y="1045616"/>
                  </a:lnTo>
                  <a:lnTo>
                    <a:pt x="6732164" y="1046013"/>
                  </a:lnTo>
                  <a:lnTo>
                    <a:pt x="6726777" y="1046134"/>
                  </a:lnTo>
                  <a:lnTo>
                    <a:pt x="6726343" y="1046143"/>
                  </a:lnTo>
                  <a:lnTo>
                    <a:pt x="5254955" y="1046143"/>
                  </a:lnTo>
                  <a:lnTo>
                    <a:pt x="5253869" y="1046226"/>
                  </a:lnTo>
                  <a:lnTo>
                    <a:pt x="5246725" y="1046816"/>
                  </a:lnTo>
                  <a:lnTo>
                    <a:pt x="5228690" y="1048448"/>
                  </a:lnTo>
                  <a:lnTo>
                    <a:pt x="5196381" y="1051660"/>
                  </a:lnTo>
                  <a:lnTo>
                    <a:pt x="5148094" y="1056957"/>
                  </a:lnTo>
                  <a:lnTo>
                    <a:pt x="5083936" y="1064755"/>
                  </a:lnTo>
                  <a:lnTo>
                    <a:pt x="5005701" y="1075346"/>
                  </a:lnTo>
                  <a:lnTo>
                    <a:pt x="4916471" y="1088884"/>
                  </a:lnTo>
                  <a:lnTo>
                    <a:pt x="4820024" y="1105405"/>
                  </a:lnTo>
                  <a:lnTo>
                    <a:pt x="4720223" y="1124871"/>
                  </a:lnTo>
                  <a:lnTo>
                    <a:pt x="4620516" y="1147216"/>
                  </a:lnTo>
                  <a:lnTo>
                    <a:pt x="4523639" y="1172401"/>
                  </a:lnTo>
                  <a:lnTo>
                    <a:pt x="4431515" y="1200447"/>
                  </a:lnTo>
                  <a:lnTo>
                    <a:pt x="4345294" y="1231465"/>
                  </a:lnTo>
                  <a:lnTo>
                    <a:pt x="4265482" y="1265662"/>
                  </a:lnTo>
                  <a:lnTo>
                    <a:pt x="4192092" y="1303351"/>
                  </a:lnTo>
                  <a:lnTo>
                    <a:pt x="4124794" y="1344941"/>
                  </a:lnTo>
                  <a:lnTo>
                    <a:pt x="4063033" y="1390928"/>
                  </a:lnTo>
                  <a:lnTo>
                    <a:pt x="4006131" y="1441876"/>
                  </a:lnTo>
                  <a:lnTo>
                    <a:pt x="3953347" y="1498377"/>
                  </a:lnTo>
                  <a:lnTo>
                    <a:pt x="3903939" y="1560991"/>
                  </a:lnTo>
                  <a:lnTo>
                    <a:pt x="3857199" y="1630143"/>
                  </a:lnTo>
                  <a:lnTo>
                    <a:pt x="3829811" y="1675464"/>
                  </a:lnTo>
                  <a:lnTo>
                    <a:pt x="3796379" y="1735704"/>
                  </a:lnTo>
                  <a:lnTo>
                    <a:pt x="3763717" y="1799876"/>
                  </a:lnTo>
                  <a:lnTo>
                    <a:pt x="3731641" y="1868059"/>
                  </a:lnTo>
                  <a:lnTo>
                    <a:pt x="3699994" y="1940285"/>
                  </a:lnTo>
                  <a:lnTo>
                    <a:pt x="3668650" y="2016529"/>
                  </a:lnTo>
                  <a:lnTo>
                    <a:pt x="3637507" y="2096709"/>
                  </a:lnTo>
                  <a:lnTo>
                    <a:pt x="3606482" y="2180678"/>
                  </a:lnTo>
                  <a:lnTo>
                    <a:pt x="3575514" y="2268226"/>
                  </a:lnTo>
                  <a:lnTo>
                    <a:pt x="3544557" y="2359075"/>
                  </a:lnTo>
                  <a:lnTo>
                    <a:pt x="3513581" y="2452883"/>
                  </a:lnTo>
                  <a:lnTo>
                    <a:pt x="3482569" y="2549245"/>
                  </a:lnTo>
                  <a:lnTo>
                    <a:pt x="3451515" y="2647705"/>
                  </a:lnTo>
                  <a:lnTo>
                    <a:pt x="3420422" y="2747756"/>
                  </a:lnTo>
                  <a:lnTo>
                    <a:pt x="3389301" y="2848858"/>
                  </a:lnTo>
                  <a:lnTo>
                    <a:pt x="3358166" y="2950444"/>
                  </a:lnTo>
                  <a:lnTo>
                    <a:pt x="3327034" y="3051937"/>
                  </a:lnTo>
                  <a:lnTo>
                    <a:pt x="3295920" y="3152762"/>
                  </a:lnTo>
                  <a:lnTo>
                    <a:pt x="3264839" y="3252360"/>
                  </a:lnTo>
                  <a:lnTo>
                    <a:pt x="3233799" y="3350198"/>
                  </a:lnTo>
                  <a:lnTo>
                    <a:pt x="3202799" y="3445786"/>
                  </a:lnTo>
                  <a:lnTo>
                    <a:pt x="3171832" y="3538684"/>
                  </a:lnTo>
                  <a:lnTo>
                    <a:pt x="3140875" y="3628506"/>
                  </a:lnTo>
                  <a:lnTo>
                    <a:pt x="3109895" y="3714930"/>
                  </a:lnTo>
                  <a:lnTo>
                    <a:pt x="3078839" y="3797702"/>
                  </a:lnTo>
                  <a:lnTo>
                    <a:pt x="3047641" y="3876629"/>
                  </a:lnTo>
                  <a:lnTo>
                    <a:pt x="3016213" y="3951587"/>
                  </a:lnTo>
                  <a:lnTo>
                    <a:pt x="2984443" y="4022513"/>
                  </a:lnTo>
                  <a:lnTo>
                    <a:pt x="2952197" y="4089401"/>
                  </a:lnTo>
                  <a:lnTo>
                    <a:pt x="2919310" y="4152298"/>
                  </a:lnTo>
                  <a:lnTo>
                    <a:pt x="2896531" y="4192748"/>
                  </a:lnTo>
                  <a:lnTo>
                    <a:pt x="2851100" y="4265968"/>
                  </a:lnTo>
                  <a:lnTo>
                    <a:pt x="2803395" y="4332521"/>
                  </a:lnTo>
                  <a:lnTo>
                    <a:pt x="2752751" y="4392678"/>
                  </a:lnTo>
                  <a:lnTo>
                    <a:pt x="2698442" y="4446932"/>
                  </a:lnTo>
                  <a:lnTo>
                    <a:pt x="2639722" y="4495866"/>
                  </a:lnTo>
                  <a:lnTo>
                    <a:pt x="2575867" y="4540066"/>
                  </a:lnTo>
                  <a:lnTo>
                    <a:pt x="2506237" y="4580072"/>
                  </a:lnTo>
                  <a:lnTo>
                    <a:pt x="2430353" y="4616349"/>
                  </a:lnTo>
                  <a:lnTo>
                    <a:pt x="2348004" y="4649269"/>
                  </a:lnTo>
                  <a:lnTo>
                    <a:pt x="2259377" y="4679102"/>
                  </a:lnTo>
                  <a:lnTo>
                    <a:pt x="2165213" y="4706019"/>
                  </a:lnTo>
                  <a:lnTo>
                    <a:pt x="2066952" y="4730093"/>
                  </a:lnTo>
                  <a:lnTo>
                    <a:pt x="1966839" y="4751316"/>
                  </a:lnTo>
                  <a:lnTo>
                    <a:pt x="1867909" y="4769636"/>
                  </a:lnTo>
                  <a:lnTo>
                    <a:pt x="1773823" y="4784990"/>
                  </a:lnTo>
                  <a:lnTo>
                    <a:pt x="1688476" y="4797363"/>
                  </a:lnTo>
                  <a:lnTo>
                    <a:pt x="1615450" y="4806833"/>
                  </a:lnTo>
                  <a:lnTo>
                    <a:pt x="1557386" y="4813608"/>
                  </a:lnTo>
                  <a:lnTo>
                    <a:pt x="1515449" y="4818033"/>
                  </a:lnTo>
                  <a:lnTo>
                    <a:pt x="1489035" y="4820562"/>
                  </a:lnTo>
                  <a:lnTo>
                    <a:pt x="1475756" y="4821721"/>
                  </a:lnTo>
                  <a:lnTo>
                    <a:pt x="1471636" y="4822050"/>
                  </a:lnTo>
                  <a:lnTo>
                    <a:pt x="1471387" y="4822069"/>
                  </a:lnTo>
                  <a:lnTo>
                    <a:pt x="0" y="4822069"/>
                  </a:lnTo>
                  <a:close/>
                </a:path>
              </a:pathLst>
            </a:custGeom>
            <a:solidFill>
              <a:srgbClr val="E78AC3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407" name="pl1407"/>
            <p:cNvSpPr/>
            <p:nvPr/>
          </p:nvSpPr>
          <p:spPr>
            <a:xfrm>
              <a:off x="4799595" y="4097086"/>
              <a:ext cx="11981298" cy="4822069"/>
            </a:xfrm>
            <a:custGeom>
              <a:avLst/>
              <a:pathLst>
                <a:path w="11981298" h="4822069">
                  <a:moveTo>
                    <a:pt x="0" y="4822069"/>
                  </a:moveTo>
                  <a:lnTo>
                    <a:pt x="1471387" y="4822069"/>
                  </a:lnTo>
                  <a:lnTo>
                    <a:pt x="1472473" y="4821986"/>
                  </a:lnTo>
                  <a:lnTo>
                    <a:pt x="1479617" y="4821395"/>
                  </a:lnTo>
                  <a:lnTo>
                    <a:pt x="1497652" y="4819764"/>
                  </a:lnTo>
                  <a:lnTo>
                    <a:pt x="1529961" y="4816552"/>
                  </a:lnTo>
                  <a:lnTo>
                    <a:pt x="1578248" y="4811255"/>
                  </a:lnTo>
                  <a:lnTo>
                    <a:pt x="1642406" y="4803457"/>
                  </a:lnTo>
                  <a:lnTo>
                    <a:pt x="1720641" y="4792866"/>
                  </a:lnTo>
                  <a:lnTo>
                    <a:pt x="1809871" y="4779328"/>
                  </a:lnTo>
                  <a:lnTo>
                    <a:pt x="1906318" y="4762806"/>
                  </a:lnTo>
                  <a:lnTo>
                    <a:pt x="2006119" y="4743341"/>
                  </a:lnTo>
                  <a:lnTo>
                    <a:pt x="2105827" y="4720995"/>
                  </a:lnTo>
                  <a:lnTo>
                    <a:pt x="2202703" y="4695811"/>
                  </a:lnTo>
                  <a:lnTo>
                    <a:pt x="2294827" y="4667765"/>
                  </a:lnTo>
                  <a:lnTo>
                    <a:pt x="2381048" y="4636747"/>
                  </a:lnTo>
                  <a:lnTo>
                    <a:pt x="2460860" y="4602550"/>
                  </a:lnTo>
                  <a:lnTo>
                    <a:pt x="2534250" y="4564861"/>
                  </a:lnTo>
                  <a:lnTo>
                    <a:pt x="2601549" y="4523271"/>
                  </a:lnTo>
                  <a:lnTo>
                    <a:pt x="2663309" y="4477283"/>
                  </a:lnTo>
                  <a:lnTo>
                    <a:pt x="2720212" y="4426335"/>
                  </a:lnTo>
                  <a:lnTo>
                    <a:pt x="2772995" y="4369835"/>
                  </a:lnTo>
                  <a:lnTo>
                    <a:pt x="2822403" y="4307221"/>
                  </a:lnTo>
                  <a:lnTo>
                    <a:pt x="2869144" y="4238069"/>
                  </a:lnTo>
                  <a:lnTo>
                    <a:pt x="2896531" y="4192748"/>
                  </a:lnTo>
                  <a:lnTo>
                    <a:pt x="2929964" y="4132507"/>
                  </a:lnTo>
                  <a:lnTo>
                    <a:pt x="2962625" y="4068336"/>
                  </a:lnTo>
                  <a:lnTo>
                    <a:pt x="2994701" y="4000153"/>
                  </a:lnTo>
                  <a:lnTo>
                    <a:pt x="3026348" y="3927927"/>
                  </a:lnTo>
                  <a:lnTo>
                    <a:pt x="3057692" y="3851683"/>
                  </a:lnTo>
                  <a:lnTo>
                    <a:pt x="3088835" y="3771503"/>
                  </a:lnTo>
                  <a:lnTo>
                    <a:pt x="3119860" y="3687533"/>
                  </a:lnTo>
                  <a:lnTo>
                    <a:pt x="3150828" y="3599985"/>
                  </a:lnTo>
                  <a:lnTo>
                    <a:pt x="3181785" y="3509137"/>
                  </a:lnTo>
                  <a:lnTo>
                    <a:pt x="3212761" y="3415329"/>
                  </a:lnTo>
                  <a:lnTo>
                    <a:pt x="3243773" y="3318967"/>
                  </a:lnTo>
                  <a:lnTo>
                    <a:pt x="3274827" y="3220507"/>
                  </a:lnTo>
                  <a:lnTo>
                    <a:pt x="3305920" y="3120456"/>
                  </a:lnTo>
                  <a:lnTo>
                    <a:pt x="3337041" y="3019354"/>
                  </a:lnTo>
                  <a:lnTo>
                    <a:pt x="3368176" y="2917768"/>
                  </a:lnTo>
                  <a:lnTo>
                    <a:pt x="3399309" y="2816274"/>
                  </a:lnTo>
                  <a:lnTo>
                    <a:pt x="3430422" y="2715449"/>
                  </a:lnTo>
                  <a:lnTo>
                    <a:pt x="3461503" y="2615852"/>
                  </a:lnTo>
                  <a:lnTo>
                    <a:pt x="3492543" y="2518014"/>
                  </a:lnTo>
                  <a:lnTo>
                    <a:pt x="3523543" y="2422425"/>
                  </a:lnTo>
                  <a:lnTo>
                    <a:pt x="3554510" y="2329528"/>
                  </a:lnTo>
                  <a:lnTo>
                    <a:pt x="3585467" y="2239706"/>
                  </a:lnTo>
                  <a:lnTo>
                    <a:pt x="3616447" y="2153281"/>
                  </a:lnTo>
                  <a:lnTo>
                    <a:pt x="3647503" y="2070510"/>
                  </a:lnTo>
                  <a:lnTo>
                    <a:pt x="3678701" y="1991583"/>
                  </a:lnTo>
                  <a:lnTo>
                    <a:pt x="3710129" y="1916624"/>
                  </a:lnTo>
                  <a:lnTo>
                    <a:pt x="3741899" y="1845699"/>
                  </a:lnTo>
                  <a:lnTo>
                    <a:pt x="3774146" y="1778811"/>
                  </a:lnTo>
                  <a:lnTo>
                    <a:pt x="3807033" y="1715914"/>
                  </a:lnTo>
                  <a:lnTo>
                    <a:pt x="3829811" y="1675464"/>
                  </a:lnTo>
                  <a:lnTo>
                    <a:pt x="3875242" y="1602244"/>
                  </a:lnTo>
                  <a:lnTo>
                    <a:pt x="3922948" y="1535691"/>
                  </a:lnTo>
                  <a:lnTo>
                    <a:pt x="3973591" y="1475534"/>
                  </a:lnTo>
                  <a:lnTo>
                    <a:pt x="4027900" y="1421280"/>
                  </a:lnTo>
                  <a:lnTo>
                    <a:pt x="4086620" y="1372346"/>
                  </a:lnTo>
                  <a:lnTo>
                    <a:pt x="4150475" y="1328146"/>
                  </a:lnTo>
                  <a:lnTo>
                    <a:pt x="4220105" y="1288140"/>
                  </a:lnTo>
                  <a:lnTo>
                    <a:pt x="4295989" y="1251863"/>
                  </a:lnTo>
                  <a:lnTo>
                    <a:pt x="4378338" y="1218943"/>
                  </a:lnTo>
                  <a:lnTo>
                    <a:pt x="4466965" y="1189109"/>
                  </a:lnTo>
                  <a:lnTo>
                    <a:pt x="4561129" y="1162192"/>
                  </a:lnTo>
                  <a:lnTo>
                    <a:pt x="4659390" y="1138119"/>
                  </a:lnTo>
                  <a:lnTo>
                    <a:pt x="4759504" y="1116895"/>
                  </a:lnTo>
                  <a:lnTo>
                    <a:pt x="4858433" y="1098576"/>
                  </a:lnTo>
                  <a:lnTo>
                    <a:pt x="4952520" y="1083222"/>
                  </a:lnTo>
                  <a:lnTo>
                    <a:pt x="5037866" y="1070849"/>
                  </a:lnTo>
                  <a:lnTo>
                    <a:pt x="5110892" y="1061379"/>
                  </a:lnTo>
                  <a:lnTo>
                    <a:pt x="5168957" y="1054604"/>
                  </a:lnTo>
                  <a:lnTo>
                    <a:pt x="5210893" y="1050179"/>
                  </a:lnTo>
                  <a:lnTo>
                    <a:pt x="5237307" y="1047649"/>
                  </a:lnTo>
                  <a:lnTo>
                    <a:pt x="5250586" y="1046491"/>
                  </a:lnTo>
                  <a:lnTo>
                    <a:pt x="5254706" y="1046162"/>
                  </a:lnTo>
                  <a:lnTo>
                    <a:pt x="5254955" y="1046143"/>
                  </a:lnTo>
                  <a:lnTo>
                    <a:pt x="6726343" y="1046143"/>
                  </a:lnTo>
                  <a:lnTo>
                    <a:pt x="6727567" y="1046117"/>
                  </a:lnTo>
                  <a:lnTo>
                    <a:pt x="6735603" y="1045932"/>
                  </a:lnTo>
                  <a:lnTo>
                    <a:pt x="6755814" y="1045421"/>
                  </a:lnTo>
                  <a:lnTo>
                    <a:pt x="6791835" y="1044414"/>
                  </a:lnTo>
                  <a:lnTo>
                    <a:pt x="6845297" y="1042758"/>
                  </a:lnTo>
                  <a:lnTo>
                    <a:pt x="6915703" y="1040328"/>
                  </a:lnTo>
                  <a:lnTo>
                    <a:pt x="7000646" y="1037044"/>
                  </a:lnTo>
                  <a:lnTo>
                    <a:pt x="7096368" y="1032868"/>
                  </a:lnTo>
                  <a:lnTo>
                    <a:pt x="7198504" y="1027797"/>
                  </a:lnTo>
                  <a:lnTo>
                    <a:pt x="7302806" y="1021848"/>
                  </a:lnTo>
                  <a:lnTo>
                    <a:pt x="7405670" y="1015040"/>
                  </a:lnTo>
                  <a:lnTo>
                    <a:pt x="7504403" y="1007378"/>
                  </a:lnTo>
                  <a:lnTo>
                    <a:pt x="7597263" y="998843"/>
                  </a:lnTo>
                  <a:lnTo>
                    <a:pt x="7683349" y="989384"/>
                  </a:lnTo>
                  <a:lnTo>
                    <a:pt x="7762421" y="978918"/>
                  </a:lnTo>
                  <a:lnTo>
                    <a:pt x="7834717" y="967329"/>
                  </a:lnTo>
                  <a:lnTo>
                    <a:pt x="7900784" y="954469"/>
                  </a:lnTo>
                  <a:lnTo>
                    <a:pt x="7961356" y="940170"/>
                  </a:lnTo>
                  <a:lnTo>
                    <a:pt x="8017256" y="924245"/>
                  </a:lnTo>
                  <a:lnTo>
                    <a:pt x="8069327" y="906516"/>
                  </a:lnTo>
                  <a:lnTo>
                    <a:pt x="8118380" y="886839"/>
                  </a:lnTo>
                  <a:lnTo>
                    <a:pt x="8151487" y="871786"/>
                  </a:lnTo>
                  <a:lnTo>
                    <a:pt x="8201921" y="846024"/>
                  </a:lnTo>
                  <a:lnTo>
                    <a:pt x="8250803" y="817725"/>
                  </a:lnTo>
                  <a:lnTo>
                    <a:pt x="8298698" y="786850"/>
                  </a:lnTo>
                  <a:lnTo>
                    <a:pt x="8346027" y="753437"/>
                  </a:lnTo>
                  <a:lnTo>
                    <a:pt x="8393090" y="717618"/>
                  </a:lnTo>
                  <a:lnTo>
                    <a:pt x="8440084" y="679618"/>
                  </a:lnTo>
                  <a:lnTo>
                    <a:pt x="8487125" y="639760"/>
                  </a:lnTo>
                  <a:lnTo>
                    <a:pt x="8534257" y="598453"/>
                  </a:lnTo>
                  <a:lnTo>
                    <a:pt x="8581475" y="556181"/>
                  </a:lnTo>
                  <a:lnTo>
                    <a:pt x="8628735" y="513477"/>
                  </a:lnTo>
                  <a:lnTo>
                    <a:pt x="8675983" y="470899"/>
                  </a:lnTo>
                  <a:lnTo>
                    <a:pt x="8723166" y="428997"/>
                  </a:lnTo>
                  <a:lnTo>
                    <a:pt x="8770255" y="388284"/>
                  </a:lnTo>
                  <a:lnTo>
                    <a:pt x="8817266" y="349215"/>
                  </a:lnTo>
                  <a:lnTo>
                    <a:pt x="8864272" y="312160"/>
                  </a:lnTo>
                  <a:lnTo>
                    <a:pt x="8911424" y="277399"/>
                  </a:lnTo>
                  <a:lnTo>
                    <a:pt x="8958964" y="245114"/>
                  </a:lnTo>
                  <a:lnTo>
                    <a:pt x="9007242" y="215396"/>
                  </a:lnTo>
                  <a:lnTo>
                    <a:pt x="9056740" y="188245"/>
                  </a:lnTo>
                  <a:lnTo>
                    <a:pt x="9084767" y="174357"/>
                  </a:lnTo>
                  <a:lnTo>
                    <a:pt x="9132135" y="153266"/>
                  </a:lnTo>
                  <a:lnTo>
                    <a:pt x="9182001" y="134177"/>
                  </a:lnTo>
                  <a:lnTo>
                    <a:pt x="9235120" y="117000"/>
                  </a:lnTo>
                  <a:lnTo>
                    <a:pt x="9292316" y="101576"/>
                  </a:lnTo>
                  <a:lnTo>
                    <a:pt x="9354433" y="87722"/>
                  </a:lnTo>
                  <a:lnTo>
                    <a:pt x="9422275" y="75256"/>
                  </a:lnTo>
                  <a:lnTo>
                    <a:pt x="9496532" y="64013"/>
                  </a:lnTo>
                  <a:lnTo>
                    <a:pt x="9577675" y="53856"/>
                  </a:lnTo>
                  <a:lnTo>
                    <a:pt x="9665819" y="44678"/>
                  </a:lnTo>
                  <a:lnTo>
                    <a:pt x="9760548" y="36405"/>
                  </a:lnTo>
                  <a:lnTo>
                    <a:pt x="9860728" y="28997"/>
                  </a:lnTo>
                  <a:lnTo>
                    <a:pt x="9964342" y="22443"/>
                  </a:lnTo>
                  <a:lnTo>
                    <a:pt x="10068415" y="16752"/>
                  </a:lnTo>
                  <a:lnTo>
                    <a:pt x="10169111" y="11944"/>
                  </a:lnTo>
                  <a:lnTo>
                    <a:pt x="10262082" y="8034"/>
                  </a:lnTo>
                  <a:lnTo>
                    <a:pt x="10343063" y="5009"/>
                  </a:lnTo>
                  <a:lnTo>
                    <a:pt x="10408623" y="2819"/>
                  </a:lnTo>
                  <a:lnTo>
                    <a:pt x="10456875" y="1370"/>
                  </a:lnTo>
                  <a:lnTo>
                    <a:pt x="10487947" y="526"/>
                  </a:lnTo>
                  <a:lnTo>
                    <a:pt x="10504089" y="129"/>
                  </a:lnTo>
                  <a:lnTo>
                    <a:pt x="10509477" y="9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08" name="pl1408"/>
            <p:cNvSpPr/>
            <p:nvPr/>
          </p:nvSpPr>
          <p:spPr>
            <a:xfrm>
              <a:off x="4799595" y="4088913"/>
              <a:ext cx="11981298" cy="4822069"/>
            </a:xfrm>
            <a:custGeom>
              <a:avLst/>
              <a:pathLst>
                <a:path w="11981298" h="4822069">
                  <a:moveTo>
                    <a:pt x="11981298" y="0"/>
                  </a:moveTo>
                  <a:lnTo>
                    <a:pt x="10509911" y="0"/>
                  </a:lnTo>
                  <a:lnTo>
                    <a:pt x="10508686" y="25"/>
                  </a:lnTo>
                  <a:lnTo>
                    <a:pt x="10500651" y="211"/>
                  </a:lnTo>
                  <a:lnTo>
                    <a:pt x="10480440" y="722"/>
                  </a:lnTo>
                  <a:lnTo>
                    <a:pt x="10444418" y="1729"/>
                  </a:lnTo>
                  <a:lnTo>
                    <a:pt x="10390956" y="3385"/>
                  </a:lnTo>
                  <a:lnTo>
                    <a:pt x="10320550" y="5815"/>
                  </a:lnTo>
                  <a:lnTo>
                    <a:pt x="10235607" y="9099"/>
                  </a:lnTo>
                  <a:lnTo>
                    <a:pt x="10139885" y="13275"/>
                  </a:lnTo>
                  <a:lnTo>
                    <a:pt x="10037749" y="18346"/>
                  </a:lnTo>
                  <a:lnTo>
                    <a:pt x="9933448" y="24295"/>
                  </a:lnTo>
                  <a:lnTo>
                    <a:pt x="9830583" y="31103"/>
                  </a:lnTo>
                  <a:lnTo>
                    <a:pt x="9731850" y="38765"/>
                  </a:lnTo>
                  <a:lnTo>
                    <a:pt x="9638990" y="47300"/>
                  </a:lnTo>
                  <a:lnTo>
                    <a:pt x="9552904" y="56759"/>
                  </a:lnTo>
                  <a:lnTo>
                    <a:pt x="9473832" y="67225"/>
                  </a:lnTo>
                  <a:lnTo>
                    <a:pt x="9401536" y="78814"/>
                  </a:lnTo>
                  <a:lnTo>
                    <a:pt x="9335469" y="91673"/>
                  </a:lnTo>
                  <a:lnTo>
                    <a:pt x="9274897" y="105973"/>
                  </a:lnTo>
                  <a:lnTo>
                    <a:pt x="9218997" y="121898"/>
                  </a:lnTo>
                  <a:lnTo>
                    <a:pt x="9166926" y="139626"/>
                  </a:lnTo>
                  <a:lnTo>
                    <a:pt x="9117874" y="159304"/>
                  </a:lnTo>
                  <a:lnTo>
                    <a:pt x="9084767" y="174357"/>
                  </a:lnTo>
                  <a:lnTo>
                    <a:pt x="9034332" y="200119"/>
                  </a:lnTo>
                  <a:lnTo>
                    <a:pt x="8985451" y="228417"/>
                  </a:lnTo>
                  <a:lnTo>
                    <a:pt x="8937555" y="259293"/>
                  </a:lnTo>
                  <a:lnTo>
                    <a:pt x="8890226" y="292706"/>
                  </a:lnTo>
                  <a:lnTo>
                    <a:pt x="8843163" y="328525"/>
                  </a:lnTo>
                  <a:lnTo>
                    <a:pt x="8796169" y="366524"/>
                  </a:lnTo>
                  <a:lnTo>
                    <a:pt x="8749128" y="406383"/>
                  </a:lnTo>
                  <a:lnTo>
                    <a:pt x="8701996" y="447689"/>
                  </a:lnTo>
                  <a:lnTo>
                    <a:pt x="8654779" y="489962"/>
                  </a:lnTo>
                  <a:lnTo>
                    <a:pt x="8607518" y="532665"/>
                  </a:lnTo>
                  <a:lnTo>
                    <a:pt x="8560270" y="575244"/>
                  </a:lnTo>
                  <a:lnTo>
                    <a:pt x="8513087" y="617146"/>
                  </a:lnTo>
                  <a:lnTo>
                    <a:pt x="8465998" y="657858"/>
                  </a:lnTo>
                  <a:lnTo>
                    <a:pt x="8418988" y="696928"/>
                  </a:lnTo>
                  <a:lnTo>
                    <a:pt x="8371981" y="733983"/>
                  </a:lnTo>
                  <a:lnTo>
                    <a:pt x="8324829" y="768744"/>
                  </a:lnTo>
                  <a:lnTo>
                    <a:pt x="8277290" y="801028"/>
                  </a:lnTo>
                  <a:lnTo>
                    <a:pt x="8229011" y="830747"/>
                  </a:lnTo>
                  <a:lnTo>
                    <a:pt x="8179513" y="857898"/>
                  </a:lnTo>
                  <a:lnTo>
                    <a:pt x="8151487" y="871786"/>
                  </a:lnTo>
                  <a:lnTo>
                    <a:pt x="8104118" y="892877"/>
                  </a:lnTo>
                  <a:lnTo>
                    <a:pt x="8054252" y="911966"/>
                  </a:lnTo>
                  <a:lnTo>
                    <a:pt x="8001133" y="929143"/>
                  </a:lnTo>
                  <a:lnTo>
                    <a:pt x="7943938" y="944567"/>
                  </a:lnTo>
                  <a:lnTo>
                    <a:pt x="7881821" y="958421"/>
                  </a:lnTo>
                  <a:lnTo>
                    <a:pt x="7813978" y="970887"/>
                  </a:lnTo>
                  <a:lnTo>
                    <a:pt x="7739721" y="982130"/>
                  </a:lnTo>
                  <a:lnTo>
                    <a:pt x="7658578" y="992287"/>
                  </a:lnTo>
                  <a:lnTo>
                    <a:pt x="7570434" y="1001465"/>
                  </a:lnTo>
                  <a:lnTo>
                    <a:pt x="7475706" y="1009737"/>
                  </a:lnTo>
                  <a:lnTo>
                    <a:pt x="7375525" y="1017145"/>
                  </a:lnTo>
                  <a:lnTo>
                    <a:pt x="7271911" y="1023700"/>
                  </a:lnTo>
                  <a:lnTo>
                    <a:pt x="7167839" y="1029391"/>
                  </a:lnTo>
                  <a:lnTo>
                    <a:pt x="7067143" y="1034199"/>
                  </a:lnTo>
                  <a:lnTo>
                    <a:pt x="6974171" y="1038109"/>
                  </a:lnTo>
                  <a:lnTo>
                    <a:pt x="6893190" y="1041134"/>
                  </a:lnTo>
                  <a:lnTo>
                    <a:pt x="6827631" y="1043324"/>
                  </a:lnTo>
                  <a:lnTo>
                    <a:pt x="6779379" y="1044773"/>
                  </a:lnTo>
                  <a:lnTo>
                    <a:pt x="6748306" y="1045616"/>
                  </a:lnTo>
                  <a:lnTo>
                    <a:pt x="6732164" y="1046013"/>
                  </a:lnTo>
                  <a:lnTo>
                    <a:pt x="6726777" y="1046134"/>
                  </a:lnTo>
                  <a:lnTo>
                    <a:pt x="6726343" y="1046143"/>
                  </a:lnTo>
                  <a:lnTo>
                    <a:pt x="5254955" y="1046143"/>
                  </a:lnTo>
                  <a:lnTo>
                    <a:pt x="5253869" y="1046226"/>
                  </a:lnTo>
                  <a:lnTo>
                    <a:pt x="5246725" y="1046816"/>
                  </a:lnTo>
                  <a:lnTo>
                    <a:pt x="5228690" y="1048448"/>
                  </a:lnTo>
                  <a:lnTo>
                    <a:pt x="5196381" y="1051660"/>
                  </a:lnTo>
                  <a:lnTo>
                    <a:pt x="5148094" y="1056957"/>
                  </a:lnTo>
                  <a:lnTo>
                    <a:pt x="5083936" y="1064755"/>
                  </a:lnTo>
                  <a:lnTo>
                    <a:pt x="5005701" y="1075346"/>
                  </a:lnTo>
                  <a:lnTo>
                    <a:pt x="4916471" y="1088884"/>
                  </a:lnTo>
                  <a:lnTo>
                    <a:pt x="4820024" y="1105405"/>
                  </a:lnTo>
                  <a:lnTo>
                    <a:pt x="4720223" y="1124871"/>
                  </a:lnTo>
                  <a:lnTo>
                    <a:pt x="4620516" y="1147216"/>
                  </a:lnTo>
                  <a:lnTo>
                    <a:pt x="4523639" y="1172401"/>
                  </a:lnTo>
                  <a:lnTo>
                    <a:pt x="4431515" y="1200447"/>
                  </a:lnTo>
                  <a:lnTo>
                    <a:pt x="4345294" y="1231465"/>
                  </a:lnTo>
                  <a:lnTo>
                    <a:pt x="4265482" y="1265662"/>
                  </a:lnTo>
                  <a:lnTo>
                    <a:pt x="4192092" y="1303351"/>
                  </a:lnTo>
                  <a:lnTo>
                    <a:pt x="4124794" y="1344941"/>
                  </a:lnTo>
                  <a:lnTo>
                    <a:pt x="4063033" y="1390928"/>
                  </a:lnTo>
                  <a:lnTo>
                    <a:pt x="4006131" y="1441876"/>
                  </a:lnTo>
                  <a:lnTo>
                    <a:pt x="3953347" y="1498377"/>
                  </a:lnTo>
                  <a:lnTo>
                    <a:pt x="3903939" y="1560991"/>
                  </a:lnTo>
                  <a:lnTo>
                    <a:pt x="3857199" y="1630143"/>
                  </a:lnTo>
                  <a:lnTo>
                    <a:pt x="3829811" y="1675464"/>
                  </a:lnTo>
                  <a:lnTo>
                    <a:pt x="3796379" y="1735704"/>
                  </a:lnTo>
                  <a:lnTo>
                    <a:pt x="3763717" y="1799876"/>
                  </a:lnTo>
                  <a:lnTo>
                    <a:pt x="3731641" y="1868059"/>
                  </a:lnTo>
                  <a:lnTo>
                    <a:pt x="3699994" y="1940285"/>
                  </a:lnTo>
                  <a:lnTo>
                    <a:pt x="3668650" y="2016529"/>
                  </a:lnTo>
                  <a:lnTo>
                    <a:pt x="3637507" y="2096709"/>
                  </a:lnTo>
                  <a:lnTo>
                    <a:pt x="3606482" y="2180678"/>
                  </a:lnTo>
                  <a:lnTo>
                    <a:pt x="3575514" y="2268226"/>
                  </a:lnTo>
                  <a:lnTo>
                    <a:pt x="3544557" y="2359075"/>
                  </a:lnTo>
                  <a:lnTo>
                    <a:pt x="3513581" y="2452883"/>
                  </a:lnTo>
                  <a:lnTo>
                    <a:pt x="3482569" y="2549245"/>
                  </a:lnTo>
                  <a:lnTo>
                    <a:pt x="3451515" y="2647705"/>
                  </a:lnTo>
                  <a:lnTo>
                    <a:pt x="3420422" y="2747756"/>
                  </a:lnTo>
                  <a:lnTo>
                    <a:pt x="3389301" y="2848858"/>
                  </a:lnTo>
                  <a:lnTo>
                    <a:pt x="3358166" y="2950444"/>
                  </a:lnTo>
                  <a:lnTo>
                    <a:pt x="3327034" y="3051937"/>
                  </a:lnTo>
                  <a:lnTo>
                    <a:pt x="3295920" y="3152762"/>
                  </a:lnTo>
                  <a:lnTo>
                    <a:pt x="3264839" y="3252360"/>
                  </a:lnTo>
                  <a:lnTo>
                    <a:pt x="3233799" y="3350198"/>
                  </a:lnTo>
                  <a:lnTo>
                    <a:pt x="3202799" y="3445786"/>
                  </a:lnTo>
                  <a:lnTo>
                    <a:pt x="3171832" y="3538684"/>
                  </a:lnTo>
                  <a:lnTo>
                    <a:pt x="3140875" y="3628506"/>
                  </a:lnTo>
                  <a:lnTo>
                    <a:pt x="3109895" y="3714930"/>
                  </a:lnTo>
                  <a:lnTo>
                    <a:pt x="3078839" y="3797702"/>
                  </a:lnTo>
                  <a:lnTo>
                    <a:pt x="3047641" y="3876629"/>
                  </a:lnTo>
                  <a:lnTo>
                    <a:pt x="3016213" y="3951587"/>
                  </a:lnTo>
                  <a:lnTo>
                    <a:pt x="2984443" y="4022513"/>
                  </a:lnTo>
                  <a:lnTo>
                    <a:pt x="2952197" y="4089401"/>
                  </a:lnTo>
                  <a:lnTo>
                    <a:pt x="2919310" y="4152298"/>
                  </a:lnTo>
                  <a:lnTo>
                    <a:pt x="2896531" y="4192748"/>
                  </a:lnTo>
                  <a:lnTo>
                    <a:pt x="2851100" y="4265968"/>
                  </a:lnTo>
                  <a:lnTo>
                    <a:pt x="2803395" y="4332521"/>
                  </a:lnTo>
                  <a:lnTo>
                    <a:pt x="2752751" y="4392678"/>
                  </a:lnTo>
                  <a:lnTo>
                    <a:pt x="2698442" y="4446932"/>
                  </a:lnTo>
                  <a:lnTo>
                    <a:pt x="2639722" y="4495866"/>
                  </a:lnTo>
                  <a:lnTo>
                    <a:pt x="2575867" y="4540066"/>
                  </a:lnTo>
                  <a:lnTo>
                    <a:pt x="2506237" y="4580072"/>
                  </a:lnTo>
                  <a:lnTo>
                    <a:pt x="2430353" y="4616349"/>
                  </a:lnTo>
                  <a:lnTo>
                    <a:pt x="2348004" y="4649269"/>
                  </a:lnTo>
                  <a:lnTo>
                    <a:pt x="2259377" y="4679102"/>
                  </a:lnTo>
                  <a:lnTo>
                    <a:pt x="2165213" y="4706019"/>
                  </a:lnTo>
                  <a:lnTo>
                    <a:pt x="2066952" y="4730093"/>
                  </a:lnTo>
                  <a:lnTo>
                    <a:pt x="1966839" y="4751316"/>
                  </a:lnTo>
                  <a:lnTo>
                    <a:pt x="1867909" y="4769636"/>
                  </a:lnTo>
                  <a:lnTo>
                    <a:pt x="1773823" y="4784990"/>
                  </a:lnTo>
                  <a:lnTo>
                    <a:pt x="1688476" y="4797363"/>
                  </a:lnTo>
                  <a:lnTo>
                    <a:pt x="1615450" y="4806833"/>
                  </a:lnTo>
                  <a:lnTo>
                    <a:pt x="1557386" y="4813608"/>
                  </a:lnTo>
                  <a:lnTo>
                    <a:pt x="1515449" y="4818033"/>
                  </a:lnTo>
                  <a:lnTo>
                    <a:pt x="1489035" y="4820562"/>
                  </a:lnTo>
                  <a:lnTo>
                    <a:pt x="1475756" y="4821721"/>
                  </a:lnTo>
                  <a:lnTo>
                    <a:pt x="1471636" y="4822050"/>
                  </a:lnTo>
                  <a:lnTo>
                    <a:pt x="1471387" y="4822069"/>
                  </a:lnTo>
                  <a:lnTo>
                    <a:pt x="0" y="482206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09" name="pg1409"/>
            <p:cNvSpPr/>
            <p:nvPr/>
          </p:nvSpPr>
          <p:spPr>
            <a:xfrm>
              <a:off x="4799595" y="5404766"/>
              <a:ext cx="11981298" cy="4707647"/>
            </a:xfrm>
            <a:custGeom>
              <a:avLst/>
              <a:pathLst>
                <a:path w="11981298" h="4707647">
                  <a:moveTo>
                    <a:pt x="0" y="3522562"/>
                  </a:moveTo>
                  <a:lnTo>
                    <a:pt x="1471387" y="3522562"/>
                  </a:lnTo>
                  <a:lnTo>
                    <a:pt x="1472490" y="3522483"/>
                  </a:lnTo>
                  <a:lnTo>
                    <a:pt x="1479749" y="3521925"/>
                  </a:lnTo>
                  <a:lnTo>
                    <a:pt x="1498065" y="3520381"/>
                  </a:lnTo>
                  <a:lnTo>
                    <a:pt x="1530854" y="3517341"/>
                  </a:lnTo>
                  <a:lnTo>
                    <a:pt x="1579813" y="3512329"/>
                  </a:lnTo>
                  <a:lnTo>
                    <a:pt x="1644791" y="3504955"/>
                  </a:lnTo>
                  <a:lnTo>
                    <a:pt x="1723914" y="3494946"/>
                  </a:lnTo>
                  <a:lnTo>
                    <a:pt x="1814015" y="3482160"/>
                  </a:lnTo>
                  <a:lnTo>
                    <a:pt x="1911238" y="3466567"/>
                  </a:lnTo>
                  <a:lnTo>
                    <a:pt x="2011665" y="3448206"/>
                  </a:lnTo>
                  <a:lnTo>
                    <a:pt x="2111825" y="3427139"/>
                  </a:lnTo>
                  <a:lnTo>
                    <a:pt x="2208982" y="3403400"/>
                  </a:lnTo>
                  <a:lnTo>
                    <a:pt x="2301233" y="3376964"/>
                  </a:lnTo>
                  <a:lnTo>
                    <a:pt x="2387460" y="3347721"/>
                  </a:lnTo>
                  <a:lnTo>
                    <a:pt x="2467191" y="3315466"/>
                  </a:lnTo>
                  <a:lnTo>
                    <a:pt x="2540445" y="3279896"/>
                  </a:lnTo>
                  <a:lnTo>
                    <a:pt x="2607582" y="3240618"/>
                  </a:lnTo>
                  <a:lnTo>
                    <a:pt x="2669180" y="3197153"/>
                  </a:lnTo>
                  <a:lnTo>
                    <a:pt x="2725939" y="3148965"/>
                  </a:lnTo>
                  <a:lnTo>
                    <a:pt x="2778613" y="3095493"/>
                  </a:lnTo>
                  <a:lnTo>
                    <a:pt x="2827957" y="3036217"/>
                  </a:lnTo>
                  <a:lnTo>
                    <a:pt x="2874680" y="2970755"/>
                  </a:lnTo>
                  <a:lnTo>
                    <a:pt x="2896531" y="2936830"/>
                  </a:lnTo>
                  <a:lnTo>
                    <a:pt x="2931012" y="2878922"/>
                  </a:lnTo>
                  <a:lnTo>
                    <a:pt x="2964678" y="2817116"/>
                  </a:lnTo>
                  <a:lnTo>
                    <a:pt x="2997733" y="2751332"/>
                  </a:lnTo>
                  <a:lnTo>
                    <a:pt x="3030345" y="2681543"/>
                  </a:lnTo>
                  <a:lnTo>
                    <a:pt x="3062649" y="2607779"/>
                  </a:lnTo>
                  <a:lnTo>
                    <a:pt x="3094755" y="2530135"/>
                  </a:lnTo>
                  <a:lnTo>
                    <a:pt x="3126748" y="2448772"/>
                  </a:lnTo>
                  <a:lnTo>
                    <a:pt x="3158694" y="2363919"/>
                  </a:lnTo>
                  <a:lnTo>
                    <a:pt x="3190637" y="2275876"/>
                  </a:lnTo>
                  <a:lnTo>
                    <a:pt x="3222607" y="2185010"/>
                  </a:lnTo>
                  <a:lnTo>
                    <a:pt x="3254618" y="2091751"/>
                  </a:lnTo>
                  <a:lnTo>
                    <a:pt x="3286674" y="1996585"/>
                  </a:lnTo>
                  <a:lnTo>
                    <a:pt x="3318768" y="1900043"/>
                  </a:lnTo>
                  <a:lnTo>
                    <a:pt x="3350885" y="1802690"/>
                  </a:lnTo>
                  <a:lnTo>
                    <a:pt x="3383010" y="1705110"/>
                  </a:lnTo>
                  <a:lnTo>
                    <a:pt x="3415124" y="1607895"/>
                  </a:lnTo>
                  <a:lnTo>
                    <a:pt x="3447210" y="1511627"/>
                  </a:lnTo>
                  <a:lnTo>
                    <a:pt x="3479255" y="1416863"/>
                  </a:lnTo>
                  <a:lnTo>
                    <a:pt x="3511256" y="1324126"/>
                  </a:lnTo>
                  <a:lnTo>
                    <a:pt x="3543218" y="1233887"/>
                  </a:lnTo>
                  <a:lnTo>
                    <a:pt x="3575158" y="1146564"/>
                  </a:lnTo>
                  <a:lnTo>
                    <a:pt x="3607110" y="1062507"/>
                  </a:lnTo>
                  <a:lnTo>
                    <a:pt x="3639124" y="982000"/>
                  </a:lnTo>
                  <a:lnTo>
                    <a:pt x="3671268" y="905256"/>
                  </a:lnTo>
                  <a:lnTo>
                    <a:pt x="3703634" y="832421"/>
                  </a:lnTo>
                  <a:lnTo>
                    <a:pt x="3736336" y="763574"/>
                  </a:lnTo>
                  <a:lnTo>
                    <a:pt x="3769519" y="698729"/>
                  </a:lnTo>
                  <a:lnTo>
                    <a:pt x="3803357" y="637849"/>
                  </a:lnTo>
                  <a:lnTo>
                    <a:pt x="3829811" y="593904"/>
                  </a:lnTo>
                  <a:lnTo>
                    <a:pt x="3875499" y="525396"/>
                  </a:lnTo>
                  <a:lnTo>
                    <a:pt x="3923490" y="463161"/>
                  </a:lnTo>
                  <a:lnTo>
                    <a:pt x="3974461" y="406940"/>
                  </a:lnTo>
                  <a:lnTo>
                    <a:pt x="4029149" y="356266"/>
                  </a:lnTo>
                  <a:lnTo>
                    <a:pt x="4088314" y="310586"/>
                  </a:lnTo>
                  <a:lnTo>
                    <a:pt x="4152690" y="269347"/>
                  </a:lnTo>
                  <a:lnTo>
                    <a:pt x="4222925" y="232038"/>
                  </a:lnTo>
                  <a:lnTo>
                    <a:pt x="4299496" y="198223"/>
                  </a:lnTo>
                  <a:lnTo>
                    <a:pt x="4382605" y="167555"/>
                  </a:lnTo>
                  <a:lnTo>
                    <a:pt x="4472039" y="139781"/>
                  </a:lnTo>
                  <a:lnTo>
                    <a:pt x="4567009" y="114745"/>
                  </a:lnTo>
                  <a:lnTo>
                    <a:pt x="4666007" y="92384"/>
                  </a:lnTo>
                  <a:lnTo>
                    <a:pt x="4766697" y="72707"/>
                  </a:lnTo>
                  <a:lnTo>
                    <a:pt x="4865941" y="55768"/>
                  </a:lnTo>
                  <a:lnTo>
                    <a:pt x="4959986" y="41622"/>
                  </a:lnTo>
                  <a:lnTo>
                    <a:pt x="5044873" y="30280"/>
                  </a:lnTo>
                  <a:lnTo>
                    <a:pt x="5117020" y="21657"/>
                  </a:lnTo>
                  <a:lnTo>
                    <a:pt x="5173859" y="15545"/>
                  </a:lnTo>
                  <a:lnTo>
                    <a:pt x="5214372" y="11606"/>
                  </a:lnTo>
                  <a:lnTo>
                    <a:pt x="5239363" y="9401"/>
                  </a:lnTo>
                  <a:lnTo>
                    <a:pt x="5251444" y="8430"/>
                  </a:lnTo>
                  <a:lnTo>
                    <a:pt x="5254827" y="8181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242" y="8258"/>
                  </a:lnTo>
                  <a:lnTo>
                    <a:pt x="6733184" y="8863"/>
                  </a:lnTo>
                  <a:lnTo>
                    <a:pt x="6748263" y="10535"/>
                  </a:lnTo>
                  <a:lnTo>
                    <a:pt x="6775473" y="13831"/>
                  </a:lnTo>
                  <a:lnTo>
                    <a:pt x="6816538" y="19282"/>
                  </a:lnTo>
                  <a:lnTo>
                    <a:pt x="6871786" y="27346"/>
                  </a:lnTo>
                  <a:lnTo>
                    <a:pt x="6940178" y="38369"/>
                  </a:lnTo>
                  <a:lnTo>
                    <a:pt x="7019539" y="52567"/>
                  </a:lnTo>
                  <a:lnTo>
                    <a:pt x="7106941" y="70029"/>
                  </a:lnTo>
                  <a:lnTo>
                    <a:pt x="7199165" y="90747"/>
                  </a:lnTo>
                  <a:lnTo>
                    <a:pt x="7293118" y="114664"/>
                  </a:lnTo>
                  <a:lnTo>
                    <a:pt x="7386134" y="141715"/>
                  </a:lnTo>
                  <a:lnTo>
                    <a:pt x="7476147" y="171874"/>
                  </a:lnTo>
                  <a:lnTo>
                    <a:pt x="7561721" y="205182"/>
                  </a:lnTo>
                  <a:lnTo>
                    <a:pt x="7642003" y="241768"/>
                  </a:lnTo>
                  <a:lnTo>
                    <a:pt x="7716627" y="281857"/>
                  </a:lnTo>
                  <a:lnTo>
                    <a:pt x="7785598" y="325774"/>
                  </a:lnTo>
                  <a:lnTo>
                    <a:pt x="7849184" y="373938"/>
                  </a:lnTo>
                  <a:lnTo>
                    <a:pt x="7907833" y="426853"/>
                  </a:lnTo>
                  <a:lnTo>
                    <a:pt x="7962096" y="485089"/>
                  </a:lnTo>
                  <a:lnTo>
                    <a:pt x="8012577" y="549255"/>
                  </a:lnTo>
                  <a:lnTo>
                    <a:pt x="8059895" y="619944"/>
                  </a:lnTo>
                  <a:lnTo>
                    <a:pt x="8104646" y="697656"/>
                  </a:lnTo>
                  <a:lnTo>
                    <a:pt x="8147379" y="782673"/>
                  </a:lnTo>
                  <a:lnTo>
                    <a:pt x="8151487" y="791418"/>
                  </a:lnTo>
                  <a:lnTo>
                    <a:pt x="8181820" y="859157"/>
                  </a:lnTo>
                  <a:lnTo>
                    <a:pt x="8211505" y="930904"/>
                  </a:lnTo>
                  <a:lnTo>
                    <a:pt x="8240683" y="1006740"/>
                  </a:lnTo>
                  <a:lnTo>
                    <a:pt x="8269476" y="1086706"/>
                  </a:lnTo>
                  <a:lnTo>
                    <a:pt x="8297983" y="1170796"/>
                  </a:lnTo>
                  <a:lnTo>
                    <a:pt x="8326289" y="1258958"/>
                  </a:lnTo>
                  <a:lnTo>
                    <a:pt x="8354462" y="1351086"/>
                  </a:lnTo>
                  <a:lnTo>
                    <a:pt x="8382557" y="1447022"/>
                  </a:lnTo>
                  <a:lnTo>
                    <a:pt x="8410616" y="1546552"/>
                  </a:lnTo>
                  <a:lnTo>
                    <a:pt x="8438671" y="1649407"/>
                  </a:lnTo>
                  <a:lnTo>
                    <a:pt x="8466742" y="1755263"/>
                  </a:lnTo>
                  <a:lnTo>
                    <a:pt x="8494844" y="1863745"/>
                  </a:lnTo>
                  <a:lnTo>
                    <a:pt x="8522979" y="1974432"/>
                  </a:lnTo>
                  <a:lnTo>
                    <a:pt x="8551148" y="2086864"/>
                  </a:lnTo>
                  <a:lnTo>
                    <a:pt x="8579343" y="2200547"/>
                  </a:lnTo>
                  <a:lnTo>
                    <a:pt x="8607555" y="2314962"/>
                  </a:lnTo>
                  <a:lnTo>
                    <a:pt x="8635771" y="2429578"/>
                  </a:lnTo>
                  <a:lnTo>
                    <a:pt x="8663980" y="2543859"/>
                  </a:lnTo>
                  <a:lnTo>
                    <a:pt x="8692170" y="2657276"/>
                  </a:lnTo>
                  <a:lnTo>
                    <a:pt x="8720330" y="2769316"/>
                  </a:lnTo>
                  <a:lnTo>
                    <a:pt x="8748457" y="2879493"/>
                  </a:lnTo>
                  <a:lnTo>
                    <a:pt x="8776550" y="2987354"/>
                  </a:lnTo>
                  <a:lnTo>
                    <a:pt x="8804616" y="3092491"/>
                  </a:lnTo>
                  <a:lnTo>
                    <a:pt x="8832670" y="3194540"/>
                  </a:lnTo>
                  <a:lnTo>
                    <a:pt x="8860735" y="3293193"/>
                  </a:lnTo>
                  <a:lnTo>
                    <a:pt x="8888845" y="3388192"/>
                  </a:lnTo>
                  <a:lnTo>
                    <a:pt x="8917045" y="3479339"/>
                  </a:lnTo>
                  <a:lnTo>
                    <a:pt x="8945394" y="3566488"/>
                  </a:lnTo>
                  <a:lnTo>
                    <a:pt x="8973965" y="3649547"/>
                  </a:lnTo>
                  <a:lnTo>
                    <a:pt x="9002844" y="3728476"/>
                  </a:lnTo>
                  <a:lnTo>
                    <a:pt x="9032137" y="3803282"/>
                  </a:lnTo>
                  <a:lnTo>
                    <a:pt x="9061970" y="3874015"/>
                  </a:lnTo>
                  <a:lnTo>
                    <a:pt x="9084767" y="3924401"/>
                  </a:lnTo>
                  <a:lnTo>
                    <a:pt x="9127328" y="4010137"/>
                  </a:lnTo>
                  <a:lnTo>
                    <a:pt x="9171858" y="4088559"/>
                  </a:lnTo>
                  <a:lnTo>
                    <a:pt x="9218897" y="4159918"/>
                  </a:lnTo>
                  <a:lnTo>
                    <a:pt x="9269041" y="4224699"/>
                  </a:lnTo>
                  <a:lnTo>
                    <a:pt x="9322905" y="4283491"/>
                  </a:lnTo>
                  <a:lnTo>
                    <a:pt x="9381097" y="4336902"/>
                  </a:lnTo>
                  <a:lnTo>
                    <a:pt x="9444177" y="4385509"/>
                  </a:lnTo>
                  <a:lnTo>
                    <a:pt x="9512603" y="4429823"/>
                  </a:lnTo>
                  <a:lnTo>
                    <a:pt x="9586666" y="4470273"/>
                  </a:lnTo>
                  <a:lnTo>
                    <a:pt x="9666402" y="4507191"/>
                  </a:lnTo>
                  <a:lnTo>
                    <a:pt x="9751485" y="4540814"/>
                  </a:lnTo>
                  <a:lnTo>
                    <a:pt x="9841115" y="4571279"/>
                  </a:lnTo>
                  <a:lnTo>
                    <a:pt x="9933918" y="4598636"/>
                  </a:lnTo>
                  <a:lnTo>
                    <a:pt x="10027888" y="4622863"/>
                  </a:lnTo>
                  <a:lnTo>
                    <a:pt x="10120414" y="4643899"/>
                  </a:lnTo>
                  <a:lnTo>
                    <a:pt x="10208433" y="4661682"/>
                  </a:lnTo>
                  <a:lnTo>
                    <a:pt x="10288722" y="4676198"/>
                  </a:lnTo>
                  <a:lnTo>
                    <a:pt x="10358303" y="4687526"/>
                  </a:lnTo>
                  <a:lnTo>
                    <a:pt x="10414909" y="4695867"/>
                  </a:lnTo>
                  <a:lnTo>
                    <a:pt x="10457376" y="4701556"/>
                  </a:lnTo>
                  <a:lnTo>
                    <a:pt x="10485893" y="4705041"/>
                  </a:lnTo>
                  <a:lnTo>
                    <a:pt x="10502050" y="4706848"/>
                  </a:lnTo>
                  <a:lnTo>
                    <a:pt x="10508725" y="4707534"/>
                  </a:lnTo>
                  <a:lnTo>
                    <a:pt x="10509911" y="4707647"/>
                  </a:lnTo>
                  <a:lnTo>
                    <a:pt x="11981298" y="4707647"/>
                  </a:lnTo>
                  <a:lnTo>
                    <a:pt x="11981298" y="4699474"/>
                  </a:lnTo>
                  <a:lnTo>
                    <a:pt x="10509911" y="4699474"/>
                  </a:lnTo>
                  <a:lnTo>
                    <a:pt x="10509011" y="4699389"/>
                  </a:lnTo>
                  <a:lnTo>
                    <a:pt x="10503069" y="4698783"/>
                  </a:lnTo>
                  <a:lnTo>
                    <a:pt x="10487990" y="4697111"/>
                  </a:lnTo>
                  <a:lnTo>
                    <a:pt x="10460780" y="4693815"/>
                  </a:lnTo>
                  <a:lnTo>
                    <a:pt x="10419715" y="4688364"/>
                  </a:lnTo>
                  <a:lnTo>
                    <a:pt x="10364467" y="4680300"/>
                  </a:lnTo>
                  <a:lnTo>
                    <a:pt x="10296075" y="4669277"/>
                  </a:lnTo>
                  <a:lnTo>
                    <a:pt x="10216714" y="4655079"/>
                  </a:lnTo>
                  <a:lnTo>
                    <a:pt x="10129312" y="4637617"/>
                  </a:lnTo>
                  <a:lnTo>
                    <a:pt x="10037088" y="4616899"/>
                  </a:lnTo>
                  <a:lnTo>
                    <a:pt x="9943135" y="4592982"/>
                  </a:lnTo>
                  <a:lnTo>
                    <a:pt x="9850119" y="4565931"/>
                  </a:lnTo>
                  <a:lnTo>
                    <a:pt x="9760106" y="4535772"/>
                  </a:lnTo>
                  <a:lnTo>
                    <a:pt x="9674532" y="4502464"/>
                  </a:lnTo>
                  <a:lnTo>
                    <a:pt x="9594250" y="4465878"/>
                  </a:lnTo>
                  <a:lnTo>
                    <a:pt x="9519626" y="4425789"/>
                  </a:lnTo>
                  <a:lnTo>
                    <a:pt x="9450655" y="4381872"/>
                  </a:lnTo>
                  <a:lnTo>
                    <a:pt x="9387069" y="4333708"/>
                  </a:lnTo>
                  <a:lnTo>
                    <a:pt x="9328420" y="4280793"/>
                  </a:lnTo>
                  <a:lnTo>
                    <a:pt x="9274157" y="4222557"/>
                  </a:lnTo>
                  <a:lnTo>
                    <a:pt x="9223676" y="4158391"/>
                  </a:lnTo>
                  <a:lnTo>
                    <a:pt x="9176359" y="4087702"/>
                  </a:lnTo>
                  <a:lnTo>
                    <a:pt x="9131607" y="4009990"/>
                  </a:lnTo>
                  <a:lnTo>
                    <a:pt x="9088874" y="3924973"/>
                  </a:lnTo>
                  <a:lnTo>
                    <a:pt x="9084767" y="3916228"/>
                  </a:lnTo>
                  <a:lnTo>
                    <a:pt x="9054433" y="3848489"/>
                  </a:lnTo>
                  <a:lnTo>
                    <a:pt x="9024748" y="3776742"/>
                  </a:lnTo>
                  <a:lnTo>
                    <a:pt x="8995570" y="3700906"/>
                  </a:lnTo>
                  <a:lnTo>
                    <a:pt x="8966778" y="3620940"/>
                  </a:lnTo>
                  <a:lnTo>
                    <a:pt x="8938270" y="3536850"/>
                  </a:lnTo>
                  <a:lnTo>
                    <a:pt x="8909964" y="3448688"/>
                  </a:lnTo>
                  <a:lnTo>
                    <a:pt x="8881792" y="3356560"/>
                  </a:lnTo>
                  <a:lnTo>
                    <a:pt x="8853697" y="3260624"/>
                  </a:lnTo>
                  <a:lnTo>
                    <a:pt x="8825637" y="3161094"/>
                  </a:lnTo>
                  <a:lnTo>
                    <a:pt x="8797583" y="3058239"/>
                  </a:lnTo>
                  <a:lnTo>
                    <a:pt x="8769511" y="2952383"/>
                  </a:lnTo>
                  <a:lnTo>
                    <a:pt x="8741410" y="2843901"/>
                  </a:lnTo>
                  <a:lnTo>
                    <a:pt x="8713274" y="2733214"/>
                  </a:lnTo>
                  <a:lnTo>
                    <a:pt x="8685105" y="2620782"/>
                  </a:lnTo>
                  <a:lnTo>
                    <a:pt x="8656910" y="2507099"/>
                  </a:lnTo>
                  <a:lnTo>
                    <a:pt x="8628698" y="2392684"/>
                  </a:lnTo>
                  <a:lnTo>
                    <a:pt x="8600482" y="2278068"/>
                  </a:lnTo>
                  <a:lnTo>
                    <a:pt x="8572273" y="2163787"/>
                  </a:lnTo>
                  <a:lnTo>
                    <a:pt x="8544084" y="2050370"/>
                  </a:lnTo>
                  <a:lnTo>
                    <a:pt x="8515923" y="1938330"/>
                  </a:lnTo>
                  <a:lnTo>
                    <a:pt x="8487796" y="1828153"/>
                  </a:lnTo>
                  <a:lnTo>
                    <a:pt x="8459703" y="1720292"/>
                  </a:lnTo>
                  <a:lnTo>
                    <a:pt x="8431637" y="1615155"/>
                  </a:lnTo>
                  <a:lnTo>
                    <a:pt x="8403583" y="1513106"/>
                  </a:lnTo>
                  <a:lnTo>
                    <a:pt x="8375519" y="1414453"/>
                  </a:lnTo>
                  <a:lnTo>
                    <a:pt x="8347409" y="1319454"/>
                  </a:lnTo>
                  <a:lnTo>
                    <a:pt x="8319208" y="1228307"/>
                  </a:lnTo>
                  <a:lnTo>
                    <a:pt x="8290859" y="1141158"/>
                  </a:lnTo>
                  <a:lnTo>
                    <a:pt x="8262289" y="1058099"/>
                  </a:lnTo>
                  <a:lnTo>
                    <a:pt x="8233410" y="979170"/>
                  </a:lnTo>
                  <a:lnTo>
                    <a:pt x="8204116" y="904364"/>
                  </a:lnTo>
                  <a:lnTo>
                    <a:pt x="8174283" y="833631"/>
                  </a:lnTo>
                  <a:lnTo>
                    <a:pt x="8151487" y="783245"/>
                  </a:lnTo>
                  <a:lnTo>
                    <a:pt x="8108925" y="697509"/>
                  </a:lnTo>
                  <a:lnTo>
                    <a:pt x="8064395" y="619087"/>
                  </a:lnTo>
                  <a:lnTo>
                    <a:pt x="8017356" y="547728"/>
                  </a:lnTo>
                  <a:lnTo>
                    <a:pt x="7967213" y="482947"/>
                  </a:lnTo>
                  <a:lnTo>
                    <a:pt x="7913348" y="424155"/>
                  </a:lnTo>
                  <a:lnTo>
                    <a:pt x="7855156" y="370744"/>
                  </a:lnTo>
                  <a:lnTo>
                    <a:pt x="7792077" y="322137"/>
                  </a:lnTo>
                  <a:lnTo>
                    <a:pt x="7723651" y="277823"/>
                  </a:lnTo>
                  <a:lnTo>
                    <a:pt x="7649587" y="237373"/>
                  </a:lnTo>
                  <a:lnTo>
                    <a:pt x="7569851" y="200455"/>
                  </a:lnTo>
                  <a:lnTo>
                    <a:pt x="7484768" y="166832"/>
                  </a:lnTo>
                  <a:lnTo>
                    <a:pt x="7395138" y="136367"/>
                  </a:lnTo>
                  <a:lnTo>
                    <a:pt x="7302335" y="109010"/>
                  </a:lnTo>
                  <a:lnTo>
                    <a:pt x="7208366" y="84783"/>
                  </a:lnTo>
                  <a:lnTo>
                    <a:pt x="7115839" y="63747"/>
                  </a:lnTo>
                  <a:lnTo>
                    <a:pt x="7027820" y="45964"/>
                  </a:lnTo>
                  <a:lnTo>
                    <a:pt x="6947532" y="31448"/>
                  </a:lnTo>
                  <a:lnTo>
                    <a:pt x="6877950" y="20120"/>
                  </a:lnTo>
                  <a:lnTo>
                    <a:pt x="6821344" y="11779"/>
                  </a:lnTo>
                  <a:lnTo>
                    <a:pt x="6778877" y="6090"/>
                  </a:lnTo>
                  <a:lnTo>
                    <a:pt x="6750361" y="2605"/>
                  </a:lnTo>
                  <a:lnTo>
                    <a:pt x="6734203" y="798"/>
                  </a:lnTo>
                  <a:lnTo>
                    <a:pt x="6727528" y="112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852" y="78"/>
                  </a:lnTo>
                  <a:lnTo>
                    <a:pt x="5246593" y="636"/>
                  </a:lnTo>
                  <a:lnTo>
                    <a:pt x="5228277" y="2180"/>
                  </a:lnTo>
                  <a:lnTo>
                    <a:pt x="5195488" y="5221"/>
                  </a:lnTo>
                  <a:lnTo>
                    <a:pt x="5146529" y="10232"/>
                  </a:lnTo>
                  <a:lnTo>
                    <a:pt x="5081552" y="17606"/>
                  </a:lnTo>
                  <a:lnTo>
                    <a:pt x="5002428" y="27615"/>
                  </a:lnTo>
                  <a:lnTo>
                    <a:pt x="4912327" y="40401"/>
                  </a:lnTo>
                  <a:lnTo>
                    <a:pt x="4815105" y="55994"/>
                  </a:lnTo>
                  <a:lnTo>
                    <a:pt x="4714677" y="74355"/>
                  </a:lnTo>
                  <a:lnTo>
                    <a:pt x="4614517" y="95423"/>
                  </a:lnTo>
                  <a:lnTo>
                    <a:pt x="4517361" y="119162"/>
                  </a:lnTo>
                  <a:lnTo>
                    <a:pt x="4425109" y="145598"/>
                  </a:lnTo>
                  <a:lnTo>
                    <a:pt x="4338882" y="174841"/>
                  </a:lnTo>
                  <a:lnTo>
                    <a:pt x="4259152" y="207096"/>
                  </a:lnTo>
                  <a:lnTo>
                    <a:pt x="4185898" y="242665"/>
                  </a:lnTo>
                  <a:lnTo>
                    <a:pt x="4118760" y="281944"/>
                  </a:lnTo>
                  <a:lnTo>
                    <a:pt x="4057162" y="325409"/>
                  </a:lnTo>
                  <a:lnTo>
                    <a:pt x="4000403" y="373596"/>
                  </a:lnTo>
                  <a:lnTo>
                    <a:pt x="3947729" y="427068"/>
                  </a:lnTo>
                  <a:lnTo>
                    <a:pt x="3898386" y="486345"/>
                  </a:lnTo>
                  <a:lnTo>
                    <a:pt x="3851662" y="551806"/>
                  </a:lnTo>
                  <a:lnTo>
                    <a:pt x="3829811" y="585731"/>
                  </a:lnTo>
                  <a:lnTo>
                    <a:pt x="3795330" y="643639"/>
                  </a:lnTo>
                  <a:lnTo>
                    <a:pt x="3761664" y="705446"/>
                  </a:lnTo>
                  <a:lnTo>
                    <a:pt x="3728609" y="771230"/>
                  </a:lnTo>
                  <a:lnTo>
                    <a:pt x="3695997" y="841019"/>
                  </a:lnTo>
                  <a:lnTo>
                    <a:pt x="3663693" y="914782"/>
                  </a:lnTo>
                  <a:lnTo>
                    <a:pt x="3631587" y="992426"/>
                  </a:lnTo>
                  <a:lnTo>
                    <a:pt x="3599594" y="1073790"/>
                  </a:lnTo>
                  <a:lnTo>
                    <a:pt x="3567648" y="1158643"/>
                  </a:lnTo>
                  <a:lnTo>
                    <a:pt x="3535705" y="1246686"/>
                  </a:lnTo>
                  <a:lnTo>
                    <a:pt x="3503735" y="1337551"/>
                  </a:lnTo>
                  <a:lnTo>
                    <a:pt x="3471724" y="1430810"/>
                  </a:lnTo>
                  <a:lnTo>
                    <a:pt x="3439668" y="1525976"/>
                  </a:lnTo>
                  <a:lnTo>
                    <a:pt x="3407575" y="1622518"/>
                  </a:lnTo>
                  <a:lnTo>
                    <a:pt x="3375457" y="1719872"/>
                  </a:lnTo>
                  <a:lnTo>
                    <a:pt x="3343332" y="1817451"/>
                  </a:lnTo>
                  <a:lnTo>
                    <a:pt x="3311218" y="1914666"/>
                  </a:lnTo>
                  <a:lnTo>
                    <a:pt x="3279133" y="2010934"/>
                  </a:lnTo>
                  <a:lnTo>
                    <a:pt x="3247087" y="2105698"/>
                  </a:lnTo>
                  <a:lnTo>
                    <a:pt x="3215086" y="2198436"/>
                  </a:lnTo>
                  <a:lnTo>
                    <a:pt x="3183124" y="2288674"/>
                  </a:lnTo>
                  <a:lnTo>
                    <a:pt x="3151184" y="2375998"/>
                  </a:lnTo>
                  <a:lnTo>
                    <a:pt x="3119232" y="2460055"/>
                  </a:lnTo>
                  <a:lnTo>
                    <a:pt x="3087218" y="2540562"/>
                  </a:lnTo>
                  <a:lnTo>
                    <a:pt x="3055074" y="2617305"/>
                  </a:lnTo>
                  <a:lnTo>
                    <a:pt x="3022709" y="2690140"/>
                  </a:lnTo>
                  <a:lnTo>
                    <a:pt x="2990006" y="2758988"/>
                  </a:lnTo>
                  <a:lnTo>
                    <a:pt x="2956823" y="2823832"/>
                  </a:lnTo>
                  <a:lnTo>
                    <a:pt x="2922985" y="2884713"/>
                  </a:lnTo>
                  <a:lnTo>
                    <a:pt x="2896531" y="2928657"/>
                  </a:lnTo>
                  <a:lnTo>
                    <a:pt x="2850843" y="2997165"/>
                  </a:lnTo>
                  <a:lnTo>
                    <a:pt x="2802852" y="3059401"/>
                  </a:lnTo>
                  <a:lnTo>
                    <a:pt x="2751881" y="3115621"/>
                  </a:lnTo>
                  <a:lnTo>
                    <a:pt x="2697193" y="3166295"/>
                  </a:lnTo>
                  <a:lnTo>
                    <a:pt x="2638028" y="3211975"/>
                  </a:lnTo>
                  <a:lnTo>
                    <a:pt x="2573652" y="3253215"/>
                  </a:lnTo>
                  <a:lnTo>
                    <a:pt x="2503417" y="3290523"/>
                  </a:lnTo>
                  <a:lnTo>
                    <a:pt x="2426846" y="3324338"/>
                  </a:lnTo>
                  <a:lnTo>
                    <a:pt x="2343737" y="3355006"/>
                  </a:lnTo>
                  <a:lnTo>
                    <a:pt x="2254303" y="3382781"/>
                  </a:lnTo>
                  <a:lnTo>
                    <a:pt x="2159333" y="3407816"/>
                  </a:lnTo>
                  <a:lnTo>
                    <a:pt x="2060336" y="3430177"/>
                  </a:lnTo>
                  <a:lnTo>
                    <a:pt x="1959645" y="3449854"/>
                  </a:lnTo>
                  <a:lnTo>
                    <a:pt x="1860401" y="3466794"/>
                  </a:lnTo>
                  <a:lnTo>
                    <a:pt x="1766356" y="3480939"/>
                  </a:lnTo>
                  <a:lnTo>
                    <a:pt x="1681469" y="3492281"/>
                  </a:lnTo>
                  <a:lnTo>
                    <a:pt x="1609323" y="3500904"/>
                  </a:lnTo>
                  <a:lnTo>
                    <a:pt x="1552483" y="3507016"/>
                  </a:lnTo>
                  <a:lnTo>
                    <a:pt x="1511970" y="3510955"/>
                  </a:lnTo>
                  <a:lnTo>
                    <a:pt x="1486980" y="3513160"/>
                  </a:lnTo>
                  <a:lnTo>
                    <a:pt x="1474898" y="3514131"/>
                  </a:lnTo>
                  <a:lnTo>
                    <a:pt x="1471516" y="3514380"/>
                  </a:lnTo>
                  <a:lnTo>
                    <a:pt x="1471387" y="3514389"/>
                  </a:lnTo>
                  <a:lnTo>
                    <a:pt x="0" y="3514389"/>
                  </a:lnTo>
                  <a:close/>
                </a:path>
              </a:pathLst>
            </a:custGeom>
            <a:solidFill>
              <a:srgbClr val="E78AC3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410" name="pl1410"/>
            <p:cNvSpPr/>
            <p:nvPr/>
          </p:nvSpPr>
          <p:spPr>
            <a:xfrm>
              <a:off x="4799595" y="5412939"/>
              <a:ext cx="11981298" cy="4699474"/>
            </a:xfrm>
            <a:custGeom>
              <a:avLst/>
              <a:pathLst>
                <a:path w="11981298" h="4699474">
                  <a:moveTo>
                    <a:pt x="0" y="3514389"/>
                  </a:moveTo>
                  <a:lnTo>
                    <a:pt x="1471387" y="3514389"/>
                  </a:lnTo>
                  <a:lnTo>
                    <a:pt x="1472490" y="3514310"/>
                  </a:lnTo>
                  <a:lnTo>
                    <a:pt x="1479749" y="3513752"/>
                  </a:lnTo>
                  <a:lnTo>
                    <a:pt x="1498065" y="3512208"/>
                  </a:lnTo>
                  <a:lnTo>
                    <a:pt x="1530854" y="3509168"/>
                  </a:lnTo>
                  <a:lnTo>
                    <a:pt x="1579813" y="3504156"/>
                  </a:lnTo>
                  <a:lnTo>
                    <a:pt x="1644791" y="3496782"/>
                  </a:lnTo>
                  <a:lnTo>
                    <a:pt x="1723914" y="3486773"/>
                  </a:lnTo>
                  <a:lnTo>
                    <a:pt x="1814015" y="3473987"/>
                  </a:lnTo>
                  <a:lnTo>
                    <a:pt x="1911238" y="3458394"/>
                  </a:lnTo>
                  <a:lnTo>
                    <a:pt x="2011665" y="3440033"/>
                  </a:lnTo>
                  <a:lnTo>
                    <a:pt x="2111825" y="3418966"/>
                  </a:lnTo>
                  <a:lnTo>
                    <a:pt x="2208982" y="3395227"/>
                  </a:lnTo>
                  <a:lnTo>
                    <a:pt x="2301233" y="3368791"/>
                  </a:lnTo>
                  <a:lnTo>
                    <a:pt x="2387460" y="3339548"/>
                  </a:lnTo>
                  <a:lnTo>
                    <a:pt x="2467191" y="3307293"/>
                  </a:lnTo>
                  <a:lnTo>
                    <a:pt x="2540445" y="3271723"/>
                  </a:lnTo>
                  <a:lnTo>
                    <a:pt x="2607582" y="3232445"/>
                  </a:lnTo>
                  <a:lnTo>
                    <a:pt x="2669180" y="3188980"/>
                  </a:lnTo>
                  <a:lnTo>
                    <a:pt x="2725939" y="3140792"/>
                  </a:lnTo>
                  <a:lnTo>
                    <a:pt x="2778613" y="3087320"/>
                  </a:lnTo>
                  <a:lnTo>
                    <a:pt x="2827957" y="3028044"/>
                  </a:lnTo>
                  <a:lnTo>
                    <a:pt x="2874680" y="2962582"/>
                  </a:lnTo>
                  <a:lnTo>
                    <a:pt x="2896531" y="2928657"/>
                  </a:lnTo>
                  <a:lnTo>
                    <a:pt x="2931012" y="2870749"/>
                  </a:lnTo>
                  <a:lnTo>
                    <a:pt x="2964678" y="2808943"/>
                  </a:lnTo>
                  <a:lnTo>
                    <a:pt x="2997733" y="2743159"/>
                  </a:lnTo>
                  <a:lnTo>
                    <a:pt x="3030345" y="2673370"/>
                  </a:lnTo>
                  <a:lnTo>
                    <a:pt x="3062649" y="2599606"/>
                  </a:lnTo>
                  <a:lnTo>
                    <a:pt x="3094755" y="2521962"/>
                  </a:lnTo>
                  <a:lnTo>
                    <a:pt x="3126748" y="2440599"/>
                  </a:lnTo>
                  <a:lnTo>
                    <a:pt x="3158694" y="2355746"/>
                  </a:lnTo>
                  <a:lnTo>
                    <a:pt x="3190637" y="2267703"/>
                  </a:lnTo>
                  <a:lnTo>
                    <a:pt x="3222607" y="2176837"/>
                  </a:lnTo>
                  <a:lnTo>
                    <a:pt x="3254618" y="2083578"/>
                  </a:lnTo>
                  <a:lnTo>
                    <a:pt x="3286674" y="1988412"/>
                  </a:lnTo>
                  <a:lnTo>
                    <a:pt x="3318768" y="1891870"/>
                  </a:lnTo>
                  <a:lnTo>
                    <a:pt x="3350885" y="1794517"/>
                  </a:lnTo>
                  <a:lnTo>
                    <a:pt x="3383010" y="1696937"/>
                  </a:lnTo>
                  <a:lnTo>
                    <a:pt x="3415124" y="1599722"/>
                  </a:lnTo>
                  <a:lnTo>
                    <a:pt x="3447210" y="1503454"/>
                  </a:lnTo>
                  <a:lnTo>
                    <a:pt x="3479255" y="1408690"/>
                  </a:lnTo>
                  <a:lnTo>
                    <a:pt x="3511256" y="1315953"/>
                  </a:lnTo>
                  <a:lnTo>
                    <a:pt x="3543218" y="1225714"/>
                  </a:lnTo>
                  <a:lnTo>
                    <a:pt x="3575158" y="1138391"/>
                  </a:lnTo>
                  <a:lnTo>
                    <a:pt x="3607110" y="1054334"/>
                  </a:lnTo>
                  <a:lnTo>
                    <a:pt x="3639124" y="973827"/>
                  </a:lnTo>
                  <a:lnTo>
                    <a:pt x="3671268" y="897083"/>
                  </a:lnTo>
                  <a:lnTo>
                    <a:pt x="3703634" y="824248"/>
                  </a:lnTo>
                  <a:lnTo>
                    <a:pt x="3736336" y="755401"/>
                  </a:lnTo>
                  <a:lnTo>
                    <a:pt x="3769519" y="690556"/>
                  </a:lnTo>
                  <a:lnTo>
                    <a:pt x="3803357" y="629676"/>
                  </a:lnTo>
                  <a:lnTo>
                    <a:pt x="3829811" y="585731"/>
                  </a:lnTo>
                  <a:lnTo>
                    <a:pt x="3875499" y="517223"/>
                  </a:lnTo>
                  <a:lnTo>
                    <a:pt x="3923490" y="454988"/>
                  </a:lnTo>
                  <a:lnTo>
                    <a:pt x="3974461" y="398767"/>
                  </a:lnTo>
                  <a:lnTo>
                    <a:pt x="4029149" y="348093"/>
                  </a:lnTo>
                  <a:lnTo>
                    <a:pt x="4088314" y="302413"/>
                  </a:lnTo>
                  <a:lnTo>
                    <a:pt x="4152690" y="261174"/>
                  </a:lnTo>
                  <a:lnTo>
                    <a:pt x="4222925" y="223865"/>
                  </a:lnTo>
                  <a:lnTo>
                    <a:pt x="4299496" y="190050"/>
                  </a:lnTo>
                  <a:lnTo>
                    <a:pt x="4382605" y="159382"/>
                  </a:lnTo>
                  <a:lnTo>
                    <a:pt x="4472039" y="131608"/>
                  </a:lnTo>
                  <a:lnTo>
                    <a:pt x="4567009" y="106572"/>
                  </a:lnTo>
                  <a:lnTo>
                    <a:pt x="4666007" y="84211"/>
                  </a:lnTo>
                  <a:lnTo>
                    <a:pt x="4766697" y="64534"/>
                  </a:lnTo>
                  <a:lnTo>
                    <a:pt x="4865941" y="47595"/>
                  </a:lnTo>
                  <a:lnTo>
                    <a:pt x="4959986" y="33449"/>
                  </a:lnTo>
                  <a:lnTo>
                    <a:pt x="5044873" y="22107"/>
                  </a:lnTo>
                  <a:lnTo>
                    <a:pt x="5117020" y="13484"/>
                  </a:lnTo>
                  <a:lnTo>
                    <a:pt x="5173859" y="7372"/>
                  </a:lnTo>
                  <a:lnTo>
                    <a:pt x="5214372" y="3433"/>
                  </a:lnTo>
                  <a:lnTo>
                    <a:pt x="5239363" y="1228"/>
                  </a:lnTo>
                  <a:lnTo>
                    <a:pt x="5251444" y="257"/>
                  </a:lnTo>
                  <a:lnTo>
                    <a:pt x="5254827" y="8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242" y="85"/>
                  </a:lnTo>
                  <a:lnTo>
                    <a:pt x="6733184" y="690"/>
                  </a:lnTo>
                  <a:lnTo>
                    <a:pt x="6748263" y="2362"/>
                  </a:lnTo>
                  <a:lnTo>
                    <a:pt x="6775473" y="5658"/>
                  </a:lnTo>
                  <a:lnTo>
                    <a:pt x="6816538" y="11109"/>
                  </a:lnTo>
                  <a:lnTo>
                    <a:pt x="6871786" y="19173"/>
                  </a:lnTo>
                  <a:lnTo>
                    <a:pt x="6940178" y="30196"/>
                  </a:lnTo>
                  <a:lnTo>
                    <a:pt x="7019539" y="44394"/>
                  </a:lnTo>
                  <a:lnTo>
                    <a:pt x="7106941" y="61856"/>
                  </a:lnTo>
                  <a:lnTo>
                    <a:pt x="7199165" y="82574"/>
                  </a:lnTo>
                  <a:lnTo>
                    <a:pt x="7293118" y="106491"/>
                  </a:lnTo>
                  <a:lnTo>
                    <a:pt x="7386134" y="133542"/>
                  </a:lnTo>
                  <a:lnTo>
                    <a:pt x="7476147" y="163701"/>
                  </a:lnTo>
                  <a:lnTo>
                    <a:pt x="7561721" y="197009"/>
                  </a:lnTo>
                  <a:lnTo>
                    <a:pt x="7642003" y="233595"/>
                  </a:lnTo>
                  <a:lnTo>
                    <a:pt x="7716627" y="273684"/>
                  </a:lnTo>
                  <a:lnTo>
                    <a:pt x="7785598" y="317601"/>
                  </a:lnTo>
                  <a:lnTo>
                    <a:pt x="7849184" y="365765"/>
                  </a:lnTo>
                  <a:lnTo>
                    <a:pt x="7907833" y="418680"/>
                  </a:lnTo>
                  <a:lnTo>
                    <a:pt x="7962096" y="476916"/>
                  </a:lnTo>
                  <a:lnTo>
                    <a:pt x="8012577" y="541082"/>
                  </a:lnTo>
                  <a:lnTo>
                    <a:pt x="8059895" y="611771"/>
                  </a:lnTo>
                  <a:lnTo>
                    <a:pt x="8104646" y="689483"/>
                  </a:lnTo>
                  <a:lnTo>
                    <a:pt x="8147379" y="774500"/>
                  </a:lnTo>
                  <a:lnTo>
                    <a:pt x="8151487" y="783245"/>
                  </a:lnTo>
                  <a:lnTo>
                    <a:pt x="8181820" y="850984"/>
                  </a:lnTo>
                  <a:lnTo>
                    <a:pt x="8211505" y="922731"/>
                  </a:lnTo>
                  <a:lnTo>
                    <a:pt x="8240683" y="998567"/>
                  </a:lnTo>
                  <a:lnTo>
                    <a:pt x="8269476" y="1078533"/>
                  </a:lnTo>
                  <a:lnTo>
                    <a:pt x="8297983" y="1162623"/>
                  </a:lnTo>
                  <a:lnTo>
                    <a:pt x="8326289" y="1250785"/>
                  </a:lnTo>
                  <a:lnTo>
                    <a:pt x="8354462" y="1342913"/>
                  </a:lnTo>
                  <a:lnTo>
                    <a:pt x="8382557" y="1438849"/>
                  </a:lnTo>
                  <a:lnTo>
                    <a:pt x="8410616" y="1538379"/>
                  </a:lnTo>
                  <a:lnTo>
                    <a:pt x="8438671" y="1641234"/>
                  </a:lnTo>
                  <a:lnTo>
                    <a:pt x="8466742" y="1747090"/>
                  </a:lnTo>
                  <a:lnTo>
                    <a:pt x="8494844" y="1855572"/>
                  </a:lnTo>
                  <a:lnTo>
                    <a:pt x="8522979" y="1966259"/>
                  </a:lnTo>
                  <a:lnTo>
                    <a:pt x="8551148" y="2078691"/>
                  </a:lnTo>
                  <a:lnTo>
                    <a:pt x="8579343" y="2192374"/>
                  </a:lnTo>
                  <a:lnTo>
                    <a:pt x="8607555" y="2306789"/>
                  </a:lnTo>
                  <a:lnTo>
                    <a:pt x="8635771" y="2421405"/>
                  </a:lnTo>
                  <a:lnTo>
                    <a:pt x="8663980" y="2535686"/>
                  </a:lnTo>
                  <a:lnTo>
                    <a:pt x="8692170" y="2649103"/>
                  </a:lnTo>
                  <a:lnTo>
                    <a:pt x="8720330" y="2761143"/>
                  </a:lnTo>
                  <a:lnTo>
                    <a:pt x="8748457" y="2871320"/>
                  </a:lnTo>
                  <a:lnTo>
                    <a:pt x="8776550" y="2979181"/>
                  </a:lnTo>
                  <a:lnTo>
                    <a:pt x="8804616" y="3084318"/>
                  </a:lnTo>
                  <a:lnTo>
                    <a:pt x="8832670" y="3186367"/>
                  </a:lnTo>
                  <a:lnTo>
                    <a:pt x="8860735" y="3285020"/>
                  </a:lnTo>
                  <a:lnTo>
                    <a:pt x="8888845" y="3380019"/>
                  </a:lnTo>
                  <a:lnTo>
                    <a:pt x="8917045" y="3471166"/>
                  </a:lnTo>
                  <a:lnTo>
                    <a:pt x="8945394" y="3558315"/>
                  </a:lnTo>
                  <a:lnTo>
                    <a:pt x="8973965" y="3641374"/>
                  </a:lnTo>
                  <a:lnTo>
                    <a:pt x="9002844" y="3720303"/>
                  </a:lnTo>
                  <a:lnTo>
                    <a:pt x="9032137" y="3795109"/>
                  </a:lnTo>
                  <a:lnTo>
                    <a:pt x="9061970" y="3865842"/>
                  </a:lnTo>
                  <a:lnTo>
                    <a:pt x="9084767" y="3916228"/>
                  </a:lnTo>
                  <a:lnTo>
                    <a:pt x="9127328" y="4001964"/>
                  </a:lnTo>
                  <a:lnTo>
                    <a:pt x="9171858" y="4080386"/>
                  </a:lnTo>
                  <a:lnTo>
                    <a:pt x="9218897" y="4151745"/>
                  </a:lnTo>
                  <a:lnTo>
                    <a:pt x="9269041" y="4216526"/>
                  </a:lnTo>
                  <a:lnTo>
                    <a:pt x="9322905" y="4275318"/>
                  </a:lnTo>
                  <a:lnTo>
                    <a:pt x="9381097" y="4328729"/>
                  </a:lnTo>
                  <a:lnTo>
                    <a:pt x="9444177" y="4377336"/>
                  </a:lnTo>
                  <a:lnTo>
                    <a:pt x="9512603" y="4421650"/>
                  </a:lnTo>
                  <a:lnTo>
                    <a:pt x="9586666" y="4462100"/>
                  </a:lnTo>
                  <a:lnTo>
                    <a:pt x="9666402" y="4499018"/>
                  </a:lnTo>
                  <a:lnTo>
                    <a:pt x="9751485" y="4532641"/>
                  </a:lnTo>
                  <a:lnTo>
                    <a:pt x="9841115" y="4563106"/>
                  </a:lnTo>
                  <a:lnTo>
                    <a:pt x="9933918" y="4590463"/>
                  </a:lnTo>
                  <a:lnTo>
                    <a:pt x="10027888" y="4614690"/>
                  </a:lnTo>
                  <a:lnTo>
                    <a:pt x="10120414" y="4635726"/>
                  </a:lnTo>
                  <a:lnTo>
                    <a:pt x="10208433" y="4653509"/>
                  </a:lnTo>
                  <a:lnTo>
                    <a:pt x="10288722" y="4668025"/>
                  </a:lnTo>
                  <a:lnTo>
                    <a:pt x="10358303" y="4679353"/>
                  </a:lnTo>
                  <a:lnTo>
                    <a:pt x="10414909" y="4687694"/>
                  </a:lnTo>
                  <a:lnTo>
                    <a:pt x="10457376" y="4693383"/>
                  </a:lnTo>
                  <a:lnTo>
                    <a:pt x="10485893" y="4696868"/>
                  </a:lnTo>
                  <a:lnTo>
                    <a:pt x="10502050" y="4698675"/>
                  </a:lnTo>
                  <a:lnTo>
                    <a:pt x="10508725" y="4699361"/>
                  </a:lnTo>
                  <a:lnTo>
                    <a:pt x="10509910" y="4699473"/>
                  </a:lnTo>
                  <a:lnTo>
                    <a:pt x="10509911" y="4699474"/>
                  </a:lnTo>
                  <a:lnTo>
                    <a:pt x="11981298" y="469947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11" name="pl1411"/>
            <p:cNvSpPr/>
            <p:nvPr/>
          </p:nvSpPr>
          <p:spPr>
            <a:xfrm>
              <a:off x="4799595" y="5404766"/>
              <a:ext cx="11981298" cy="4699474"/>
            </a:xfrm>
            <a:custGeom>
              <a:avLst/>
              <a:pathLst>
                <a:path w="11981298" h="4699474">
                  <a:moveTo>
                    <a:pt x="11981298" y="4699474"/>
                  </a:moveTo>
                  <a:lnTo>
                    <a:pt x="10509911" y="4699474"/>
                  </a:lnTo>
                  <a:lnTo>
                    <a:pt x="10509011" y="4699389"/>
                  </a:lnTo>
                  <a:lnTo>
                    <a:pt x="10503069" y="4698783"/>
                  </a:lnTo>
                  <a:lnTo>
                    <a:pt x="10487990" y="4697111"/>
                  </a:lnTo>
                  <a:lnTo>
                    <a:pt x="10460780" y="4693815"/>
                  </a:lnTo>
                  <a:lnTo>
                    <a:pt x="10419715" y="4688364"/>
                  </a:lnTo>
                  <a:lnTo>
                    <a:pt x="10364467" y="4680300"/>
                  </a:lnTo>
                  <a:lnTo>
                    <a:pt x="10296075" y="4669277"/>
                  </a:lnTo>
                  <a:lnTo>
                    <a:pt x="10216714" y="4655079"/>
                  </a:lnTo>
                  <a:lnTo>
                    <a:pt x="10129312" y="4637617"/>
                  </a:lnTo>
                  <a:lnTo>
                    <a:pt x="10037088" y="4616899"/>
                  </a:lnTo>
                  <a:lnTo>
                    <a:pt x="9943135" y="4592982"/>
                  </a:lnTo>
                  <a:lnTo>
                    <a:pt x="9850119" y="4565931"/>
                  </a:lnTo>
                  <a:lnTo>
                    <a:pt x="9760106" y="4535772"/>
                  </a:lnTo>
                  <a:lnTo>
                    <a:pt x="9674532" y="4502464"/>
                  </a:lnTo>
                  <a:lnTo>
                    <a:pt x="9594250" y="4465878"/>
                  </a:lnTo>
                  <a:lnTo>
                    <a:pt x="9519626" y="4425789"/>
                  </a:lnTo>
                  <a:lnTo>
                    <a:pt x="9450655" y="4381872"/>
                  </a:lnTo>
                  <a:lnTo>
                    <a:pt x="9387069" y="4333708"/>
                  </a:lnTo>
                  <a:lnTo>
                    <a:pt x="9328420" y="4280793"/>
                  </a:lnTo>
                  <a:lnTo>
                    <a:pt x="9274157" y="4222557"/>
                  </a:lnTo>
                  <a:lnTo>
                    <a:pt x="9223676" y="4158391"/>
                  </a:lnTo>
                  <a:lnTo>
                    <a:pt x="9176359" y="4087702"/>
                  </a:lnTo>
                  <a:lnTo>
                    <a:pt x="9131607" y="4009990"/>
                  </a:lnTo>
                  <a:lnTo>
                    <a:pt x="9088874" y="3924973"/>
                  </a:lnTo>
                  <a:lnTo>
                    <a:pt x="9084767" y="3916228"/>
                  </a:lnTo>
                  <a:lnTo>
                    <a:pt x="9054433" y="3848489"/>
                  </a:lnTo>
                  <a:lnTo>
                    <a:pt x="9024748" y="3776742"/>
                  </a:lnTo>
                  <a:lnTo>
                    <a:pt x="8995570" y="3700906"/>
                  </a:lnTo>
                  <a:lnTo>
                    <a:pt x="8966778" y="3620940"/>
                  </a:lnTo>
                  <a:lnTo>
                    <a:pt x="8938270" y="3536850"/>
                  </a:lnTo>
                  <a:lnTo>
                    <a:pt x="8909964" y="3448688"/>
                  </a:lnTo>
                  <a:lnTo>
                    <a:pt x="8881792" y="3356560"/>
                  </a:lnTo>
                  <a:lnTo>
                    <a:pt x="8853697" y="3260624"/>
                  </a:lnTo>
                  <a:lnTo>
                    <a:pt x="8825637" y="3161094"/>
                  </a:lnTo>
                  <a:lnTo>
                    <a:pt x="8797583" y="3058239"/>
                  </a:lnTo>
                  <a:lnTo>
                    <a:pt x="8769511" y="2952383"/>
                  </a:lnTo>
                  <a:lnTo>
                    <a:pt x="8741410" y="2843901"/>
                  </a:lnTo>
                  <a:lnTo>
                    <a:pt x="8713274" y="2733214"/>
                  </a:lnTo>
                  <a:lnTo>
                    <a:pt x="8685105" y="2620782"/>
                  </a:lnTo>
                  <a:lnTo>
                    <a:pt x="8656910" y="2507099"/>
                  </a:lnTo>
                  <a:lnTo>
                    <a:pt x="8628698" y="2392684"/>
                  </a:lnTo>
                  <a:lnTo>
                    <a:pt x="8600482" y="2278068"/>
                  </a:lnTo>
                  <a:lnTo>
                    <a:pt x="8572273" y="2163787"/>
                  </a:lnTo>
                  <a:lnTo>
                    <a:pt x="8544084" y="2050370"/>
                  </a:lnTo>
                  <a:lnTo>
                    <a:pt x="8515923" y="1938330"/>
                  </a:lnTo>
                  <a:lnTo>
                    <a:pt x="8487796" y="1828153"/>
                  </a:lnTo>
                  <a:lnTo>
                    <a:pt x="8459703" y="1720292"/>
                  </a:lnTo>
                  <a:lnTo>
                    <a:pt x="8431637" y="1615155"/>
                  </a:lnTo>
                  <a:lnTo>
                    <a:pt x="8403583" y="1513106"/>
                  </a:lnTo>
                  <a:lnTo>
                    <a:pt x="8375519" y="1414453"/>
                  </a:lnTo>
                  <a:lnTo>
                    <a:pt x="8347409" y="1319454"/>
                  </a:lnTo>
                  <a:lnTo>
                    <a:pt x="8319208" y="1228307"/>
                  </a:lnTo>
                  <a:lnTo>
                    <a:pt x="8290859" y="1141158"/>
                  </a:lnTo>
                  <a:lnTo>
                    <a:pt x="8262289" y="1058099"/>
                  </a:lnTo>
                  <a:lnTo>
                    <a:pt x="8233410" y="979170"/>
                  </a:lnTo>
                  <a:lnTo>
                    <a:pt x="8204116" y="904364"/>
                  </a:lnTo>
                  <a:lnTo>
                    <a:pt x="8174283" y="833631"/>
                  </a:lnTo>
                  <a:lnTo>
                    <a:pt x="8151487" y="783245"/>
                  </a:lnTo>
                  <a:lnTo>
                    <a:pt x="8108925" y="697509"/>
                  </a:lnTo>
                  <a:lnTo>
                    <a:pt x="8064395" y="619087"/>
                  </a:lnTo>
                  <a:lnTo>
                    <a:pt x="8017356" y="547728"/>
                  </a:lnTo>
                  <a:lnTo>
                    <a:pt x="7967213" y="482947"/>
                  </a:lnTo>
                  <a:lnTo>
                    <a:pt x="7913348" y="424155"/>
                  </a:lnTo>
                  <a:lnTo>
                    <a:pt x="7855156" y="370744"/>
                  </a:lnTo>
                  <a:lnTo>
                    <a:pt x="7792077" y="322137"/>
                  </a:lnTo>
                  <a:lnTo>
                    <a:pt x="7723651" y="277823"/>
                  </a:lnTo>
                  <a:lnTo>
                    <a:pt x="7649587" y="237373"/>
                  </a:lnTo>
                  <a:lnTo>
                    <a:pt x="7569851" y="200455"/>
                  </a:lnTo>
                  <a:lnTo>
                    <a:pt x="7484768" y="166832"/>
                  </a:lnTo>
                  <a:lnTo>
                    <a:pt x="7395138" y="136367"/>
                  </a:lnTo>
                  <a:lnTo>
                    <a:pt x="7302335" y="109010"/>
                  </a:lnTo>
                  <a:lnTo>
                    <a:pt x="7208366" y="84783"/>
                  </a:lnTo>
                  <a:lnTo>
                    <a:pt x="7115839" y="63747"/>
                  </a:lnTo>
                  <a:lnTo>
                    <a:pt x="7027820" y="45964"/>
                  </a:lnTo>
                  <a:lnTo>
                    <a:pt x="6947532" y="31448"/>
                  </a:lnTo>
                  <a:lnTo>
                    <a:pt x="6877950" y="20120"/>
                  </a:lnTo>
                  <a:lnTo>
                    <a:pt x="6821344" y="11779"/>
                  </a:lnTo>
                  <a:lnTo>
                    <a:pt x="6778877" y="6090"/>
                  </a:lnTo>
                  <a:lnTo>
                    <a:pt x="6750361" y="2605"/>
                  </a:lnTo>
                  <a:lnTo>
                    <a:pt x="6734203" y="798"/>
                  </a:lnTo>
                  <a:lnTo>
                    <a:pt x="6727528" y="112"/>
                  </a:lnTo>
                  <a:lnTo>
                    <a:pt x="6726344" y="0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852" y="78"/>
                  </a:lnTo>
                  <a:lnTo>
                    <a:pt x="5246593" y="636"/>
                  </a:lnTo>
                  <a:lnTo>
                    <a:pt x="5228277" y="2180"/>
                  </a:lnTo>
                  <a:lnTo>
                    <a:pt x="5195488" y="5221"/>
                  </a:lnTo>
                  <a:lnTo>
                    <a:pt x="5146529" y="10232"/>
                  </a:lnTo>
                  <a:lnTo>
                    <a:pt x="5081552" y="17606"/>
                  </a:lnTo>
                  <a:lnTo>
                    <a:pt x="5002428" y="27615"/>
                  </a:lnTo>
                  <a:lnTo>
                    <a:pt x="4912327" y="40401"/>
                  </a:lnTo>
                  <a:lnTo>
                    <a:pt x="4815105" y="55994"/>
                  </a:lnTo>
                  <a:lnTo>
                    <a:pt x="4714677" y="74355"/>
                  </a:lnTo>
                  <a:lnTo>
                    <a:pt x="4614517" y="95423"/>
                  </a:lnTo>
                  <a:lnTo>
                    <a:pt x="4517361" y="119162"/>
                  </a:lnTo>
                  <a:lnTo>
                    <a:pt x="4425109" y="145598"/>
                  </a:lnTo>
                  <a:lnTo>
                    <a:pt x="4338882" y="174841"/>
                  </a:lnTo>
                  <a:lnTo>
                    <a:pt x="4259152" y="207096"/>
                  </a:lnTo>
                  <a:lnTo>
                    <a:pt x="4185898" y="242665"/>
                  </a:lnTo>
                  <a:lnTo>
                    <a:pt x="4118760" y="281944"/>
                  </a:lnTo>
                  <a:lnTo>
                    <a:pt x="4057162" y="325409"/>
                  </a:lnTo>
                  <a:lnTo>
                    <a:pt x="4000403" y="373596"/>
                  </a:lnTo>
                  <a:lnTo>
                    <a:pt x="3947729" y="427068"/>
                  </a:lnTo>
                  <a:lnTo>
                    <a:pt x="3898386" y="486345"/>
                  </a:lnTo>
                  <a:lnTo>
                    <a:pt x="3851662" y="551806"/>
                  </a:lnTo>
                  <a:lnTo>
                    <a:pt x="3829811" y="585731"/>
                  </a:lnTo>
                  <a:lnTo>
                    <a:pt x="3795330" y="643639"/>
                  </a:lnTo>
                  <a:lnTo>
                    <a:pt x="3761664" y="705446"/>
                  </a:lnTo>
                  <a:lnTo>
                    <a:pt x="3728609" y="771230"/>
                  </a:lnTo>
                  <a:lnTo>
                    <a:pt x="3695997" y="841019"/>
                  </a:lnTo>
                  <a:lnTo>
                    <a:pt x="3663693" y="914782"/>
                  </a:lnTo>
                  <a:lnTo>
                    <a:pt x="3631587" y="992426"/>
                  </a:lnTo>
                  <a:lnTo>
                    <a:pt x="3599594" y="1073790"/>
                  </a:lnTo>
                  <a:lnTo>
                    <a:pt x="3567648" y="1158643"/>
                  </a:lnTo>
                  <a:lnTo>
                    <a:pt x="3535705" y="1246686"/>
                  </a:lnTo>
                  <a:lnTo>
                    <a:pt x="3503735" y="1337551"/>
                  </a:lnTo>
                  <a:lnTo>
                    <a:pt x="3471724" y="1430810"/>
                  </a:lnTo>
                  <a:lnTo>
                    <a:pt x="3439668" y="1525976"/>
                  </a:lnTo>
                  <a:lnTo>
                    <a:pt x="3407575" y="1622518"/>
                  </a:lnTo>
                  <a:lnTo>
                    <a:pt x="3375457" y="1719872"/>
                  </a:lnTo>
                  <a:lnTo>
                    <a:pt x="3343332" y="1817451"/>
                  </a:lnTo>
                  <a:lnTo>
                    <a:pt x="3311218" y="1914666"/>
                  </a:lnTo>
                  <a:lnTo>
                    <a:pt x="3279133" y="2010934"/>
                  </a:lnTo>
                  <a:lnTo>
                    <a:pt x="3247087" y="2105698"/>
                  </a:lnTo>
                  <a:lnTo>
                    <a:pt x="3215086" y="2198436"/>
                  </a:lnTo>
                  <a:lnTo>
                    <a:pt x="3183124" y="2288674"/>
                  </a:lnTo>
                  <a:lnTo>
                    <a:pt x="3151184" y="2375998"/>
                  </a:lnTo>
                  <a:lnTo>
                    <a:pt x="3119232" y="2460055"/>
                  </a:lnTo>
                  <a:lnTo>
                    <a:pt x="3087218" y="2540562"/>
                  </a:lnTo>
                  <a:lnTo>
                    <a:pt x="3055074" y="2617305"/>
                  </a:lnTo>
                  <a:lnTo>
                    <a:pt x="3022709" y="2690140"/>
                  </a:lnTo>
                  <a:lnTo>
                    <a:pt x="2990006" y="2758988"/>
                  </a:lnTo>
                  <a:lnTo>
                    <a:pt x="2956823" y="2823832"/>
                  </a:lnTo>
                  <a:lnTo>
                    <a:pt x="2922985" y="2884713"/>
                  </a:lnTo>
                  <a:lnTo>
                    <a:pt x="2896531" y="2928657"/>
                  </a:lnTo>
                  <a:lnTo>
                    <a:pt x="2850843" y="2997165"/>
                  </a:lnTo>
                  <a:lnTo>
                    <a:pt x="2802852" y="3059401"/>
                  </a:lnTo>
                  <a:lnTo>
                    <a:pt x="2751881" y="3115621"/>
                  </a:lnTo>
                  <a:lnTo>
                    <a:pt x="2697193" y="3166295"/>
                  </a:lnTo>
                  <a:lnTo>
                    <a:pt x="2638028" y="3211975"/>
                  </a:lnTo>
                  <a:lnTo>
                    <a:pt x="2573652" y="3253215"/>
                  </a:lnTo>
                  <a:lnTo>
                    <a:pt x="2503417" y="3290523"/>
                  </a:lnTo>
                  <a:lnTo>
                    <a:pt x="2426846" y="3324338"/>
                  </a:lnTo>
                  <a:lnTo>
                    <a:pt x="2343737" y="3355006"/>
                  </a:lnTo>
                  <a:lnTo>
                    <a:pt x="2254303" y="3382781"/>
                  </a:lnTo>
                  <a:lnTo>
                    <a:pt x="2159333" y="3407816"/>
                  </a:lnTo>
                  <a:lnTo>
                    <a:pt x="2060336" y="3430177"/>
                  </a:lnTo>
                  <a:lnTo>
                    <a:pt x="1959645" y="3449854"/>
                  </a:lnTo>
                  <a:lnTo>
                    <a:pt x="1860401" y="3466794"/>
                  </a:lnTo>
                  <a:lnTo>
                    <a:pt x="1766356" y="3480939"/>
                  </a:lnTo>
                  <a:lnTo>
                    <a:pt x="1681469" y="3492281"/>
                  </a:lnTo>
                  <a:lnTo>
                    <a:pt x="1609323" y="3500904"/>
                  </a:lnTo>
                  <a:lnTo>
                    <a:pt x="1552483" y="3507016"/>
                  </a:lnTo>
                  <a:lnTo>
                    <a:pt x="1511970" y="3510955"/>
                  </a:lnTo>
                  <a:lnTo>
                    <a:pt x="1486980" y="3513160"/>
                  </a:lnTo>
                  <a:lnTo>
                    <a:pt x="1474898" y="3514131"/>
                  </a:lnTo>
                  <a:lnTo>
                    <a:pt x="1471516" y="3514380"/>
                  </a:lnTo>
                  <a:lnTo>
                    <a:pt x="1471387" y="3514389"/>
                  </a:lnTo>
                  <a:lnTo>
                    <a:pt x="0" y="351438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12" name="pg1412"/>
            <p:cNvSpPr/>
            <p:nvPr/>
          </p:nvSpPr>
          <p:spPr>
            <a:xfrm>
              <a:off x="4799595" y="5486496"/>
              <a:ext cx="11981298" cy="5418697"/>
            </a:xfrm>
            <a:custGeom>
              <a:avLst/>
              <a:pathLst>
                <a:path w="11981298" h="5418697">
                  <a:moveTo>
                    <a:pt x="0" y="3449005"/>
                  </a:moveTo>
                  <a:lnTo>
                    <a:pt x="1471387" y="3449005"/>
                  </a:lnTo>
                  <a:lnTo>
                    <a:pt x="1472495" y="3448928"/>
                  </a:lnTo>
                  <a:lnTo>
                    <a:pt x="1479786" y="3448378"/>
                  </a:lnTo>
                  <a:lnTo>
                    <a:pt x="1498178" y="3446860"/>
                  </a:lnTo>
                  <a:lnTo>
                    <a:pt x="1531099" y="3443870"/>
                  </a:lnTo>
                  <a:lnTo>
                    <a:pt x="1580243" y="3438941"/>
                  </a:lnTo>
                  <a:lnTo>
                    <a:pt x="1645444" y="3431690"/>
                  </a:lnTo>
                  <a:lnTo>
                    <a:pt x="1724811" y="3421850"/>
                  </a:lnTo>
                  <a:lnTo>
                    <a:pt x="1815149" y="3409282"/>
                  </a:lnTo>
                  <a:lnTo>
                    <a:pt x="1912582" y="3393957"/>
                  </a:lnTo>
                  <a:lnTo>
                    <a:pt x="2013180" y="3375915"/>
                  </a:lnTo>
                  <a:lnTo>
                    <a:pt x="2113461" y="3355216"/>
                  </a:lnTo>
                  <a:lnTo>
                    <a:pt x="2210692" y="3331894"/>
                  </a:lnTo>
                  <a:lnTo>
                    <a:pt x="2302977" y="3305922"/>
                  </a:lnTo>
                  <a:lnTo>
                    <a:pt x="2389204" y="3277190"/>
                  </a:lnTo>
                  <a:lnTo>
                    <a:pt x="2468912" y="3245496"/>
                  </a:lnTo>
                  <a:lnTo>
                    <a:pt x="2542128" y="3210538"/>
                  </a:lnTo>
                  <a:lnTo>
                    <a:pt x="2609221" y="3171928"/>
                  </a:lnTo>
                  <a:lnTo>
                    <a:pt x="2670775" y="3129194"/>
                  </a:lnTo>
                  <a:lnTo>
                    <a:pt x="2727496" y="3081807"/>
                  </a:lnTo>
                  <a:lnTo>
                    <a:pt x="2780141" y="3029217"/>
                  </a:lnTo>
                  <a:lnTo>
                    <a:pt x="2829467" y="2970911"/>
                  </a:lnTo>
                  <a:lnTo>
                    <a:pt x="2876187" y="2906524"/>
                  </a:lnTo>
                  <a:lnTo>
                    <a:pt x="2896531" y="2875533"/>
                  </a:lnTo>
                  <a:lnTo>
                    <a:pt x="2931323" y="2818301"/>
                  </a:lnTo>
                  <a:lnTo>
                    <a:pt x="2965287" y="2757181"/>
                  </a:lnTo>
                  <a:lnTo>
                    <a:pt x="2998633" y="2692095"/>
                  </a:lnTo>
                  <a:lnTo>
                    <a:pt x="3031531" y="2623016"/>
                  </a:lnTo>
                  <a:lnTo>
                    <a:pt x="3064120" y="2549976"/>
                  </a:lnTo>
                  <a:lnTo>
                    <a:pt x="3096512" y="2473073"/>
                  </a:lnTo>
                  <a:lnTo>
                    <a:pt x="3128794" y="2392472"/>
                  </a:lnTo>
                  <a:lnTo>
                    <a:pt x="3161030" y="2308409"/>
                  </a:lnTo>
                  <a:lnTo>
                    <a:pt x="3193267" y="2221191"/>
                  </a:lnTo>
                  <a:lnTo>
                    <a:pt x="3225532" y="2131191"/>
                  </a:lnTo>
                  <a:lnTo>
                    <a:pt x="3257840" y="2038847"/>
                  </a:lnTo>
                  <a:lnTo>
                    <a:pt x="3290194" y="1944653"/>
                  </a:lnTo>
                  <a:lnTo>
                    <a:pt x="3322584" y="1849148"/>
                  </a:lnTo>
                  <a:lnTo>
                    <a:pt x="3354997" y="1752902"/>
                  </a:lnTo>
                  <a:lnTo>
                    <a:pt x="3387416" y="1656506"/>
                  </a:lnTo>
                  <a:lnTo>
                    <a:pt x="3419820" y="1560554"/>
                  </a:lnTo>
                  <a:lnTo>
                    <a:pt x="3452193" y="1465629"/>
                  </a:lnTo>
                  <a:lnTo>
                    <a:pt x="3484524" y="1372288"/>
                  </a:lnTo>
                  <a:lnTo>
                    <a:pt x="3516811" y="1281047"/>
                  </a:lnTo>
                  <a:lnTo>
                    <a:pt x="3549059" y="1192375"/>
                  </a:lnTo>
                  <a:lnTo>
                    <a:pt x="3581291" y="1106679"/>
                  </a:lnTo>
                  <a:lnTo>
                    <a:pt x="3613543" y="1024298"/>
                  </a:lnTo>
                  <a:lnTo>
                    <a:pt x="3645870" y="945506"/>
                  </a:lnTo>
                  <a:lnTo>
                    <a:pt x="3678347" y="870502"/>
                  </a:lnTo>
                  <a:lnTo>
                    <a:pt x="3711074" y="799417"/>
                  </a:lnTo>
                  <a:lnTo>
                    <a:pt x="3744174" y="732317"/>
                  </a:lnTo>
                  <a:lnTo>
                    <a:pt x="3777803" y="669204"/>
                  </a:lnTo>
                  <a:lnTo>
                    <a:pt x="3812149" y="610025"/>
                  </a:lnTo>
                  <a:lnTo>
                    <a:pt x="3829811" y="581645"/>
                  </a:lnTo>
                  <a:lnTo>
                    <a:pt x="3875569" y="514474"/>
                  </a:lnTo>
                  <a:lnTo>
                    <a:pt x="3923639" y="453464"/>
                  </a:lnTo>
                  <a:lnTo>
                    <a:pt x="3974698" y="398359"/>
                  </a:lnTo>
                  <a:lnTo>
                    <a:pt x="4029490" y="348698"/>
                  </a:lnTo>
                  <a:lnTo>
                    <a:pt x="4088777" y="303938"/>
                  </a:lnTo>
                  <a:lnTo>
                    <a:pt x="4153296" y="263535"/>
                  </a:lnTo>
                  <a:lnTo>
                    <a:pt x="4223696" y="226987"/>
                  </a:lnTo>
                  <a:lnTo>
                    <a:pt x="4300456" y="193867"/>
                  </a:lnTo>
                  <a:lnTo>
                    <a:pt x="4383773" y="163833"/>
                  </a:lnTo>
                  <a:lnTo>
                    <a:pt x="4473427" y="136638"/>
                  </a:lnTo>
                  <a:lnTo>
                    <a:pt x="4568618" y="112132"/>
                  </a:lnTo>
                  <a:lnTo>
                    <a:pt x="4667815" y="90251"/>
                  </a:lnTo>
                  <a:lnTo>
                    <a:pt x="4768660" y="71007"/>
                  </a:lnTo>
                  <a:lnTo>
                    <a:pt x="4867986" y="54452"/>
                  </a:lnTo>
                  <a:lnTo>
                    <a:pt x="4962014" y="40642"/>
                  </a:lnTo>
                  <a:lnTo>
                    <a:pt x="5046769" y="29584"/>
                  </a:lnTo>
                  <a:lnTo>
                    <a:pt x="5118669" y="21193"/>
                  </a:lnTo>
                  <a:lnTo>
                    <a:pt x="5175170" y="15260"/>
                  </a:lnTo>
                  <a:lnTo>
                    <a:pt x="5215292" y="11452"/>
                  </a:lnTo>
                  <a:lnTo>
                    <a:pt x="5239896" y="9332"/>
                  </a:lnTo>
                  <a:lnTo>
                    <a:pt x="5251658" y="8409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197" y="8265"/>
                  </a:lnTo>
                  <a:lnTo>
                    <a:pt x="6732846" y="8926"/>
                  </a:lnTo>
                  <a:lnTo>
                    <a:pt x="6747203" y="10752"/>
                  </a:lnTo>
                  <a:lnTo>
                    <a:pt x="6773157" y="14351"/>
                  </a:lnTo>
                  <a:lnTo>
                    <a:pt x="6812421" y="20308"/>
                  </a:lnTo>
                  <a:lnTo>
                    <a:pt x="6865412" y="29130"/>
                  </a:lnTo>
                  <a:lnTo>
                    <a:pt x="6931261" y="41210"/>
                  </a:lnTo>
                  <a:lnTo>
                    <a:pt x="7008005" y="56799"/>
                  </a:lnTo>
                  <a:lnTo>
                    <a:pt x="7092935" y="76010"/>
                  </a:lnTo>
                  <a:lnTo>
                    <a:pt x="7183006" y="98849"/>
                  </a:lnTo>
                  <a:lnTo>
                    <a:pt x="7275238" y="125257"/>
                  </a:lnTo>
                  <a:lnTo>
                    <a:pt x="7367014" y="155161"/>
                  </a:lnTo>
                  <a:lnTo>
                    <a:pt x="7456250" y="188521"/>
                  </a:lnTo>
                  <a:lnTo>
                    <a:pt x="7541458" y="225364"/>
                  </a:lnTo>
                  <a:lnTo>
                    <a:pt x="7621708" y="265807"/>
                  </a:lnTo>
                  <a:lnTo>
                    <a:pt x="7696545" y="310069"/>
                  </a:lnTo>
                  <a:lnTo>
                    <a:pt x="7765890" y="358476"/>
                  </a:lnTo>
                  <a:lnTo>
                    <a:pt x="7829938" y="411456"/>
                  </a:lnTo>
                  <a:lnTo>
                    <a:pt x="7889069" y="469535"/>
                  </a:lnTo>
                  <a:lnTo>
                    <a:pt x="7943782" y="533315"/>
                  </a:lnTo>
                  <a:lnTo>
                    <a:pt x="7994637" y="603453"/>
                  </a:lnTo>
                  <a:lnTo>
                    <a:pt x="8042221" y="680609"/>
                  </a:lnTo>
                  <a:lnTo>
                    <a:pt x="8087112" y="765383"/>
                  </a:lnTo>
                  <a:lnTo>
                    <a:pt x="8129851" y="858196"/>
                  </a:lnTo>
                  <a:lnTo>
                    <a:pt x="8151487" y="909927"/>
                  </a:lnTo>
                  <a:lnTo>
                    <a:pt x="8179921" y="982842"/>
                  </a:lnTo>
                  <a:lnTo>
                    <a:pt x="8207777" y="1059801"/>
                  </a:lnTo>
                  <a:lnTo>
                    <a:pt x="8235175" y="1140883"/>
                  </a:lnTo>
                  <a:lnTo>
                    <a:pt x="8262216" y="1226132"/>
                  </a:lnTo>
                  <a:lnTo>
                    <a:pt x="8288986" y="1315553"/>
                  </a:lnTo>
                  <a:lnTo>
                    <a:pt x="8315557" y="1409111"/>
                  </a:lnTo>
                  <a:lnTo>
                    <a:pt x="8341991" y="1506722"/>
                  </a:lnTo>
                  <a:lnTo>
                    <a:pt x="8368336" y="1608259"/>
                  </a:lnTo>
                  <a:lnTo>
                    <a:pt x="8394632" y="1713543"/>
                  </a:lnTo>
                  <a:lnTo>
                    <a:pt x="8420911" y="1822348"/>
                  </a:lnTo>
                  <a:lnTo>
                    <a:pt x="8447193" y="1934398"/>
                  </a:lnTo>
                  <a:lnTo>
                    <a:pt x="8473495" y="2049370"/>
                  </a:lnTo>
                  <a:lnTo>
                    <a:pt x="8499824" y="2166898"/>
                  </a:lnTo>
                  <a:lnTo>
                    <a:pt x="8526183" y="2286574"/>
                  </a:lnTo>
                  <a:lnTo>
                    <a:pt x="8552571" y="2407957"/>
                  </a:lnTo>
                  <a:lnTo>
                    <a:pt x="8578981" y="2530579"/>
                  </a:lnTo>
                  <a:lnTo>
                    <a:pt x="8605407" y="2653947"/>
                  </a:lnTo>
                  <a:lnTo>
                    <a:pt x="8631838" y="2777559"/>
                  </a:lnTo>
                  <a:lnTo>
                    <a:pt x="8658263" y="2900908"/>
                  </a:lnTo>
                  <a:lnTo>
                    <a:pt x="8684673" y="3023492"/>
                  </a:lnTo>
                  <a:lnTo>
                    <a:pt x="8711060" y="3144820"/>
                  </a:lnTo>
                  <a:lnTo>
                    <a:pt x="8737418" y="3264423"/>
                  </a:lnTo>
                  <a:lnTo>
                    <a:pt x="8763746" y="3381862"/>
                  </a:lnTo>
                  <a:lnTo>
                    <a:pt x="8790046" y="3496731"/>
                  </a:lnTo>
                  <a:lnTo>
                    <a:pt x="8816328" y="3608665"/>
                  </a:lnTo>
                  <a:lnTo>
                    <a:pt x="8842607" y="3717342"/>
                  </a:lnTo>
                  <a:lnTo>
                    <a:pt x="8868905" y="3822490"/>
                  </a:lnTo>
                  <a:lnTo>
                    <a:pt x="8895252" y="3923882"/>
                  </a:lnTo>
                  <a:lnTo>
                    <a:pt x="8921690" y="4021343"/>
                  </a:lnTo>
                  <a:lnTo>
                    <a:pt x="8948268" y="4114747"/>
                  </a:lnTo>
                  <a:lnTo>
                    <a:pt x="8975046" y="4204012"/>
                  </a:lnTo>
                  <a:lnTo>
                    <a:pt x="9002099" y="4289104"/>
                  </a:lnTo>
                  <a:lnTo>
                    <a:pt x="9029512" y="4370031"/>
                  </a:lnTo>
                  <a:lnTo>
                    <a:pt x="9057388" y="4446836"/>
                  </a:lnTo>
                  <a:lnTo>
                    <a:pt x="9084767" y="4516943"/>
                  </a:lnTo>
                  <a:lnTo>
                    <a:pt x="9126577" y="4614015"/>
                  </a:lnTo>
                  <a:lnTo>
                    <a:pt x="9170279" y="4702954"/>
                  </a:lnTo>
                  <a:lnTo>
                    <a:pt x="9216385" y="4784024"/>
                  </a:lnTo>
                  <a:lnTo>
                    <a:pt x="9265458" y="4857747"/>
                  </a:lnTo>
                  <a:lnTo>
                    <a:pt x="9318083" y="4924765"/>
                  </a:lnTo>
                  <a:lnTo>
                    <a:pt x="9374839" y="4985743"/>
                  </a:lnTo>
                  <a:lnTo>
                    <a:pt x="9436262" y="5041317"/>
                  </a:lnTo>
                  <a:lnTo>
                    <a:pt x="9502801" y="5092053"/>
                  </a:lnTo>
                  <a:lnTo>
                    <a:pt x="9574760" y="5138433"/>
                  </a:lnTo>
                  <a:lnTo>
                    <a:pt x="9652212" y="5180837"/>
                  </a:lnTo>
                  <a:lnTo>
                    <a:pt x="9734913" y="5219540"/>
                  </a:lnTo>
                  <a:lnTo>
                    <a:pt x="9822194" y="5254711"/>
                  </a:lnTo>
                  <a:lnTo>
                    <a:pt x="9912865" y="5286422"/>
                  </a:lnTo>
                  <a:lnTo>
                    <a:pt x="10005154" y="5314664"/>
                  </a:lnTo>
                  <a:lnTo>
                    <a:pt x="10096709" y="5339377"/>
                  </a:lnTo>
                  <a:lnTo>
                    <a:pt x="10184708" y="5360488"/>
                  </a:lnTo>
                  <a:lnTo>
                    <a:pt x="10266098" y="5377963"/>
                  </a:lnTo>
                  <a:lnTo>
                    <a:pt x="10337941" y="5391854"/>
                  </a:lnTo>
                  <a:lnTo>
                    <a:pt x="10397833" y="5402338"/>
                  </a:lnTo>
                  <a:lnTo>
                    <a:pt x="10444301" y="5409735"/>
                  </a:lnTo>
                  <a:lnTo>
                    <a:pt x="10477076" y="5414497"/>
                  </a:lnTo>
                  <a:lnTo>
                    <a:pt x="10497201" y="5417174"/>
                  </a:lnTo>
                  <a:lnTo>
                    <a:pt x="10506973" y="5418367"/>
                  </a:lnTo>
                  <a:lnTo>
                    <a:pt x="10509911" y="5418697"/>
                  </a:lnTo>
                  <a:lnTo>
                    <a:pt x="11981298" y="5418697"/>
                  </a:lnTo>
                  <a:lnTo>
                    <a:pt x="11981298" y="5410524"/>
                  </a:lnTo>
                  <a:lnTo>
                    <a:pt x="10509911" y="5410524"/>
                  </a:lnTo>
                  <a:lnTo>
                    <a:pt x="10509056" y="5410432"/>
                  </a:lnTo>
                  <a:lnTo>
                    <a:pt x="10503407" y="5409771"/>
                  </a:lnTo>
                  <a:lnTo>
                    <a:pt x="10489050" y="5407945"/>
                  </a:lnTo>
                  <a:lnTo>
                    <a:pt x="10463097" y="5404346"/>
                  </a:lnTo>
                  <a:lnTo>
                    <a:pt x="10423832" y="5398389"/>
                  </a:lnTo>
                  <a:lnTo>
                    <a:pt x="10370841" y="5389567"/>
                  </a:lnTo>
                  <a:lnTo>
                    <a:pt x="10304992" y="5377487"/>
                  </a:lnTo>
                  <a:lnTo>
                    <a:pt x="10228248" y="5361898"/>
                  </a:lnTo>
                  <a:lnTo>
                    <a:pt x="10143319" y="5342687"/>
                  </a:lnTo>
                  <a:lnTo>
                    <a:pt x="10053247" y="5319848"/>
                  </a:lnTo>
                  <a:lnTo>
                    <a:pt x="9961015" y="5293440"/>
                  </a:lnTo>
                  <a:lnTo>
                    <a:pt x="9869240" y="5263536"/>
                  </a:lnTo>
                  <a:lnTo>
                    <a:pt x="9780003" y="5230176"/>
                  </a:lnTo>
                  <a:lnTo>
                    <a:pt x="9694795" y="5193333"/>
                  </a:lnTo>
                  <a:lnTo>
                    <a:pt x="9614545" y="5152890"/>
                  </a:lnTo>
                  <a:lnTo>
                    <a:pt x="9539708" y="5108628"/>
                  </a:lnTo>
                  <a:lnTo>
                    <a:pt x="9470363" y="5060221"/>
                  </a:lnTo>
                  <a:lnTo>
                    <a:pt x="9406315" y="5007241"/>
                  </a:lnTo>
                  <a:lnTo>
                    <a:pt x="9347184" y="4949162"/>
                  </a:lnTo>
                  <a:lnTo>
                    <a:pt x="9292472" y="4885381"/>
                  </a:lnTo>
                  <a:lnTo>
                    <a:pt x="9241616" y="4815244"/>
                  </a:lnTo>
                  <a:lnTo>
                    <a:pt x="9194032" y="4738088"/>
                  </a:lnTo>
                  <a:lnTo>
                    <a:pt x="9149142" y="4653313"/>
                  </a:lnTo>
                  <a:lnTo>
                    <a:pt x="9106403" y="4560501"/>
                  </a:lnTo>
                  <a:lnTo>
                    <a:pt x="9084767" y="4508770"/>
                  </a:lnTo>
                  <a:lnTo>
                    <a:pt x="9056332" y="4435855"/>
                  </a:lnTo>
                  <a:lnTo>
                    <a:pt x="9028476" y="4358896"/>
                  </a:lnTo>
                  <a:lnTo>
                    <a:pt x="9001078" y="4277814"/>
                  </a:lnTo>
                  <a:lnTo>
                    <a:pt x="8974037" y="4192565"/>
                  </a:lnTo>
                  <a:lnTo>
                    <a:pt x="8947268" y="4103144"/>
                  </a:lnTo>
                  <a:lnTo>
                    <a:pt x="8920696" y="4009586"/>
                  </a:lnTo>
                  <a:lnTo>
                    <a:pt x="8894263" y="3911975"/>
                  </a:lnTo>
                  <a:lnTo>
                    <a:pt x="8867917" y="3810438"/>
                  </a:lnTo>
                  <a:lnTo>
                    <a:pt x="8841621" y="3705154"/>
                  </a:lnTo>
                  <a:lnTo>
                    <a:pt x="8815342" y="3596349"/>
                  </a:lnTo>
                  <a:lnTo>
                    <a:pt x="8789060" y="3484299"/>
                  </a:lnTo>
                  <a:lnTo>
                    <a:pt x="8762759" y="3369327"/>
                  </a:lnTo>
                  <a:lnTo>
                    <a:pt x="8736430" y="3251799"/>
                  </a:lnTo>
                  <a:lnTo>
                    <a:pt x="8710070" y="3132123"/>
                  </a:lnTo>
                  <a:lnTo>
                    <a:pt x="8683683" y="3010739"/>
                  </a:lnTo>
                  <a:lnTo>
                    <a:pt x="8657272" y="2888118"/>
                  </a:lnTo>
                  <a:lnTo>
                    <a:pt x="8630846" y="2764750"/>
                  </a:lnTo>
                  <a:lnTo>
                    <a:pt x="8604416" y="2641138"/>
                  </a:lnTo>
                  <a:lnTo>
                    <a:pt x="8577990" y="2517788"/>
                  </a:lnTo>
                  <a:lnTo>
                    <a:pt x="8551580" y="2395205"/>
                  </a:lnTo>
                  <a:lnTo>
                    <a:pt x="8525193" y="2273877"/>
                  </a:lnTo>
                  <a:lnTo>
                    <a:pt x="8498835" y="2154274"/>
                  </a:lnTo>
                  <a:lnTo>
                    <a:pt x="8472507" y="2036835"/>
                  </a:lnTo>
                  <a:lnTo>
                    <a:pt x="8446207" y="1921966"/>
                  </a:lnTo>
                  <a:lnTo>
                    <a:pt x="8419925" y="1810032"/>
                  </a:lnTo>
                  <a:lnTo>
                    <a:pt x="8393646" y="1701355"/>
                  </a:lnTo>
                  <a:lnTo>
                    <a:pt x="8367349" y="1596207"/>
                  </a:lnTo>
                  <a:lnTo>
                    <a:pt x="8341001" y="1494815"/>
                  </a:lnTo>
                  <a:lnTo>
                    <a:pt x="8314563" y="1397354"/>
                  </a:lnTo>
                  <a:lnTo>
                    <a:pt x="8287985" y="1303950"/>
                  </a:lnTo>
                  <a:lnTo>
                    <a:pt x="8261207" y="1214685"/>
                  </a:lnTo>
                  <a:lnTo>
                    <a:pt x="8234154" y="1129592"/>
                  </a:lnTo>
                  <a:lnTo>
                    <a:pt x="8206741" y="1048666"/>
                  </a:lnTo>
                  <a:lnTo>
                    <a:pt x="8178865" y="971861"/>
                  </a:lnTo>
                  <a:lnTo>
                    <a:pt x="8151487" y="901754"/>
                  </a:lnTo>
                  <a:lnTo>
                    <a:pt x="8109677" y="804681"/>
                  </a:lnTo>
                  <a:lnTo>
                    <a:pt x="8065974" y="715743"/>
                  </a:lnTo>
                  <a:lnTo>
                    <a:pt x="8019868" y="634673"/>
                  </a:lnTo>
                  <a:lnTo>
                    <a:pt x="7970795" y="560950"/>
                  </a:lnTo>
                  <a:lnTo>
                    <a:pt x="7918170" y="493932"/>
                  </a:lnTo>
                  <a:lnTo>
                    <a:pt x="7861414" y="432953"/>
                  </a:lnTo>
                  <a:lnTo>
                    <a:pt x="7799992" y="377380"/>
                  </a:lnTo>
                  <a:lnTo>
                    <a:pt x="7733452" y="326644"/>
                  </a:lnTo>
                  <a:lnTo>
                    <a:pt x="7661493" y="280264"/>
                  </a:lnTo>
                  <a:lnTo>
                    <a:pt x="7584041" y="237860"/>
                  </a:lnTo>
                  <a:lnTo>
                    <a:pt x="7501340" y="199157"/>
                  </a:lnTo>
                  <a:lnTo>
                    <a:pt x="7414059" y="163986"/>
                  </a:lnTo>
                  <a:lnTo>
                    <a:pt x="7323388" y="132275"/>
                  </a:lnTo>
                  <a:lnTo>
                    <a:pt x="7231099" y="104032"/>
                  </a:lnTo>
                  <a:lnTo>
                    <a:pt x="7139544" y="79320"/>
                  </a:lnTo>
                  <a:lnTo>
                    <a:pt x="7051545" y="58208"/>
                  </a:lnTo>
                  <a:lnTo>
                    <a:pt x="6970155" y="40734"/>
                  </a:lnTo>
                  <a:lnTo>
                    <a:pt x="6898312" y="26843"/>
                  </a:lnTo>
                  <a:lnTo>
                    <a:pt x="6838420" y="16359"/>
                  </a:lnTo>
                  <a:lnTo>
                    <a:pt x="6791952" y="8962"/>
                  </a:lnTo>
                  <a:lnTo>
                    <a:pt x="6759178" y="4200"/>
                  </a:lnTo>
                  <a:lnTo>
                    <a:pt x="6739052" y="1523"/>
                  </a:lnTo>
                  <a:lnTo>
                    <a:pt x="6729280" y="330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847" y="77"/>
                  </a:lnTo>
                  <a:lnTo>
                    <a:pt x="5246556" y="626"/>
                  </a:lnTo>
                  <a:lnTo>
                    <a:pt x="5228164" y="2145"/>
                  </a:lnTo>
                  <a:lnTo>
                    <a:pt x="5195243" y="5135"/>
                  </a:lnTo>
                  <a:lnTo>
                    <a:pt x="5146099" y="10063"/>
                  </a:lnTo>
                  <a:lnTo>
                    <a:pt x="5080898" y="17314"/>
                  </a:lnTo>
                  <a:lnTo>
                    <a:pt x="5001531" y="27155"/>
                  </a:lnTo>
                  <a:lnTo>
                    <a:pt x="4911193" y="39723"/>
                  </a:lnTo>
                  <a:lnTo>
                    <a:pt x="4813760" y="55048"/>
                  </a:lnTo>
                  <a:lnTo>
                    <a:pt x="4713162" y="73089"/>
                  </a:lnTo>
                  <a:lnTo>
                    <a:pt x="4612881" y="93788"/>
                  </a:lnTo>
                  <a:lnTo>
                    <a:pt x="4515650" y="117110"/>
                  </a:lnTo>
                  <a:lnTo>
                    <a:pt x="4423365" y="143082"/>
                  </a:lnTo>
                  <a:lnTo>
                    <a:pt x="4337138" y="171814"/>
                  </a:lnTo>
                  <a:lnTo>
                    <a:pt x="4257431" y="203509"/>
                  </a:lnTo>
                  <a:lnTo>
                    <a:pt x="4184214" y="238466"/>
                  </a:lnTo>
                  <a:lnTo>
                    <a:pt x="4117121" y="277076"/>
                  </a:lnTo>
                  <a:lnTo>
                    <a:pt x="4055567" y="319810"/>
                  </a:lnTo>
                  <a:lnTo>
                    <a:pt x="3998846" y="367197"/>
                  </a:lnTo>
                  <a:lnTo>
                    <a:pt x="3946202" y="419788"/>
                  </a:lnTo>
                  <a:lnTo>
                    <a:pt x="3896875" y="478093"/>
                  </a:lnTo>
                  <a:lnTo>
                    <a:pt x="3850155" y="542480"/>
                  </a:lnTo>
                  <a:lnTo>
                    <a:pt x="3829811" y="573472"/>
                  </a:lnTo>
                  <a:lnTo>
                    <a:pt x="3795019" y="630704"/>
                  </a:lnTo>
                  <a:lnTo>
                    <a:pt x="3761055" y="691823"/>
                  </a:lnTo>
                  <a:lnTo>
                    <a:pt x="3727709" y="756909"/>
                  </a:lnTo>
                  <a:lnTo>
                    <a:pt x="3694811" y="825989"/>
                  </a:lnTo>
                  <a:lnTo>
                    <a:pt x="3662222" y="899029"/>
                  </a:lnTo>
                  <a:lnTo>
                    <a:pt x="3629830" y="975931"/>
                  </a:lnTo>
                  <a:lnTo>
                    <a:pt x="3597548" y="1056532"/>
                  </a:lnTo>
                  <a:lnTo>
                    <a:pt x="3565312" y="1140595"/>
                  </a:lnTo>
                  <a:lnTo>
                    <a:pt x="3533076" y="1227814"/>
                  </a:lnTo>
                  <a:lnTo>
                    <a:pt x="3500810" y="1317814"/>
                  </a:lnTo>
                  <a:lnTo>
                    <a:pt x="3468502" y="1410157"/>
                  </a:lnTo>
                  <a:lnTo>
                    <a:pt x="3436149" y="1504351"/>
                  </a:lnTo>
                  <a:lnTo>
                    <a:pt x="3403758" y="1599857"/>
                  </a:lnTo>
                  <a:lnTo>
                    <a:pt x="3371345" y="1696103"/>
                  </a:lnTo>
                  <a:lnTo>
                    <a:pt x="3338927" y="1792499"/>
                  </a:lnTo>
                  <a:lnTo>
                    <a:pt x="3306523" y="1888450"/>
                  </a:lnTo>
                  <a:lnTo>
                    <a:pt x="3274149" y="1983375"/>
                  </a:lnTo>
                  <a:lnTo>
                    <a:pt x="3241818" y="2076717"/>
                  </a:lnTo>
                  <a:lnTo>
                    <a:pt x="3209532" y="2167957"/>
                  </a:lnTo>
                  <a:lnTo>
                    <a:pt x="3177283" y="2256629"/>
                  </a:lnTo>
                  <a:lnTo>
                    <a:pt x="3145051" y="2342326"/>
                  </a:lnTo>
                  <a:lnTo>
                    <a:pt x="3112799" y="2424706"/>
                  </a:lnTo>
                  <a:lnTo>
                    <a:pt x="3080472" y="2503499"/>
                  </a:lnTo>
                  <a:lnTo>
                    <a:pt x="3047995" y="2578503"/>
                  </a:lnTo>
                  <a:lnTo>
                    <a:pt x="3015268" y="2649587"/>
                  </a:lnTo>
                  <a:lnTo>
                    <a:pt x="2982168" y="2716687"/>
                  </a:lnTo>
                  <a:lnTo>
                    <a:pt x="2948539" y="2779800"/>
                  </a:lnTo>
                  <a:lnTo>
                    <a:pt x="2914193" y="2838980"/>
                  </a:lnTo>
                  <a:lnTo>
                    <a:pt x="2896531" y="2867360"/>
                  </a:lnTo>
                  <a:lnTo>
                    <a:pt x="2850773" y="2934530"/>
                  </a:lnTo>
                  <a:lnTo>
                    <a:pt x="2802703" y="2995541"/>
                  </a:lnTo>
                  <a:lnTo>
                    <a:pt x="2751644" y="3050645"/>
                  </a:lnTo>
                  <a:lnTo>
                    <a:pt x="2696852" y="3100306"/>
                  </a:lnTo>
                  <a:lnTo>
                    <a:pt x="2637565" y="3145066"/>
                  </a:lnTo>
                  <a:lnTo>
                    <a:pt x="2573046" y="3185470"/>
                  </a:lnTo>
                  <a:lnTo>
                    <a:pt x="2502646" y="3222017"/>
                  </a:lnTo>
                  <a:lnTo>
                    <a:pt x="2425886" y="3255137"/>
                  </a:lnTo>
                  <a:lnTo>
                    <a:pt x="2342569" y="3285171"/>
                  </a:lnTo>
                  <a:lnTo>
                    <a:pt x="2252915" y="3312366"/>
                  </a:lnTo>
                  <a:lnTo>
                    <a:pt x="2157725" y="3336873"/>
                  </a:lnTo>
                  <a:lnTo>
                    <a:pt x="2058527" y="3358753"/>
                  </a:lnTo>
                  <a:lnTo>
                    <a:pt x="1957682" y="3377998"/>
                  </a:lnTo>
                  <a:lnTo>
                    <a:pt x="1858356" y="3394552"/>
                  </a:lnTo>
                  <a:lnTo>
                    <a:pt x="1764328" y="3408362"/>
                  </a:lnTo>
                  <a:lnTo>
                    <a:pt x="1679573" y="3419420"/>
                  </a:lnTo>
                  <a:lnTo>
                    <a:pt x="1607673" y="3427811"/>
                  </a:lnTo>
                  <a:lnTo>
                    <a:pt x="1551172" y="3433744"/>
                  </a:lnTo>
                  <a:lnTo>
                    <a:pt x="1511050" y="3437553"/>
                  </a:lnTo>
                  <a:lnTo>
                    <a:pt x="1486446" y="3439672"/>
                  </a:lnTo>
                  <a:lnTo>
                    <a:pt x="1474685" y="3440595"/>
                  </a:lnTo>
                  <a:lnTo>
                    <a:pt x="1471387" y="3440832"/>
                  </a:lnTo>
                  <a:lnTo>
                    <a:pt x="0" y="3440832"/>
                  </a:lnTo>
                  <a:close/>
                </a:path>
              </a:pathLst>
            </a:custGeom>
            <a:solidFill>
              <a:srgbClr val="E78AC3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413" name="pl1413"/>
            <p:cNvSpPr/>
            <p:nvPr/>
          </p:nvSpPr>
          <p:spPr>
            <a:xfrm>
              <a:off x="4799595" y="5494669"/>
              <a:ext cx="11981298" cy="5410524"/>
            </a:xfrm>
            <a:custGeom>
              <a:avLst/>
              <a:pathLst>
                <a:path w="11981298" h="5410524">
                  <a:moveTo>
                    <a:pt x="0" y="3440832"/>
                  </a:moveTo>
                  <a:lnTo>
                    <a:pt x="1471387" y="3440832"/>
                  </a:lnTo>
                  <a:lnTo>
                    <a:pt x="1472495" y="3440755"/>
                  </a:lnTo>
                  <a:lnTo>
                    <a:pt x="1479786" y="3440205"/>
                  </a:lnTo>
                  <a:lnTo>
                    <a:pt x="1498178" y="3438687"/>
                  </a:lnTo>
                  <a:lnTo>
                    <a:pt x="1531099" y="3435697"/>
                  </a:lnTo>
                  <a:lnTo>
                    <a:pt x="1580243" y="3430768"/>
                  </a:lnTo>
                  <a:lnTo>
                    <a:pt x="1645444" y="3423517"/>
                  </a:lnTo>
                  <a:lnTo>
                    <a:pt x="1724811" y="3413677"/>
                  </a:lnTo>
                  <a:lnTo>
                    <a:pt x="1815149" y="3401109"/>
                  </a:lnTo>
                  <a:lnTo>
                    <a:pt x="1912582" y="3385784"/>
                  </a:lnTo>
                  <a:lnTo>
                    <a:pt x="2013180" y="3367742"/>
                  </a:lnTo>
                  <a:lnTo>
                    <a:pt x="2113461" y="3347043"/>
                  </a:lnTo>
                  <a:lnTo>
                    <a:pt x="2210692" y="3323721"/>
                  </a:lnTo>
                  <a:lnTo>
                    <a:pt x="2302977" y="3297749"/>
                  </a:lnTo>
                  <a:lnTo>
                    <a:pt x="2389204" y="3269017"/>
                  </a:lnTo>
                  <a:lnTo>
                    <a:pt x="2468912" y="3237323"/>
                  </a:lnTo>
                  <a:lnTo>
                    <a:pt x="2542128" y="3202365"/>
                  </a:lnTo>
                  <a:lnTo>
                    <a:pt x="2609221" y="3163755"/>
                  </a:lnTo>
                  <a:lnTo>
                    <a:pt x="2670775" y="3121021"/>
                  </a:lnTo>
                  <a:lnTo>
                    <a:pt x="2727496" y="3073634"/>
                  </a:lnTo>
                  <a:lnTo>
                    <a:pt x="2780141" y="3021044"/>
                  </a:lnTo>
                  <a:lnTo>
                    <a:pt x="2829467" y="2962738"/>
                  </a:lnTo>
                  <a:lnTo>
                    <a:pt x="2876187" y="2898351"/>
                  </a:lnTo>
                  <a:lnTo>
                    <a:pt x="2896531" y="2867360"/>
                  </a:lnTo>
                  <a:lnTo>
                    <a:pt x="2931323" y="2810128"/>
                  </a:lnTo>
                  <a:lnTo>
                    <a:pt x="2965287" y="2749008"/>
                  </a:lnTo>
                  <a:lnTo>
                    <a:pt x="2998633" y="2683922"/>
                  </a:lnTo>
                  <a:lnTo>
                    <a:pt x="3031531" y="2614843"/>
                  </a:lnTo>
                  <a:lnTo>
                    <a:pt x="3064120" y="2541803"/>
                  </a:lnTo>
                  <a:lnTo>
                    <a:pt x="3096512" y="2464900"/>
                  </a:lnTo>
                  <a:lnTo>
                    <a:pt x="3128794" y="2384299"/>
                  </a:lnTo>
                  <a:lnTo>
                    <a:pt x="3161030" y="2300236"/>
                  </a:lnTo>
                  <a:lnTo>
                    <a:pt x="3193267" y="2213018"/>
                  </a:lnTo>
                  <a:lnTo>
                    <a:pt x="3225532" y="2123018"/>
                  </a:lnTo>
                  <a:lnTo>
                    <a:pt x="3257840" y="2030674"/>
                  </a:lnTo>
                  <a:lnTo>
                    <a:pt x="3290194" y="1936480"/>
                  </a:lnTo>
                  <a:lnTo>
                    <a:pt x="3322584" y="1840975"/>
                  </a:lnTo>
                  <a:lnTo>
                    <a:pt x="3354997" y="1744729"/>
                  </a:lnTo>
                  <a:lnTo>
                    <a:pt x="3387416" y="1648333"/>
                  </a:lnTo>
                  <a:lnTo>
                    <a:pt x="3419820" y="1552381"/>
                  </a:lnTo>
                  <a:lnTo>
                    <a:pt x="3452193" y="1457456"/>
                  </a:lnTo>
                  <a:lnTo>
                    <a:pt x="3484524" y="1364115"/>
                  </a:lnTo>
                  <a:lnTo>
                    <a:pt x="3516811" y="1272874"/>
                  </a:lnTo>
                  <a:lnTo>
                    <a:pt x="3549059" y="1184202"/>
                  </a:lnTo>
                  <a:lnTo>
                    <a:pt x="3581291" y="1098506"/>
                  </a:lnTo>
                  <a:lnTo>
                    <a:pt x="3613543" y="1016125"/>
                  </a:lnTo>
                  <a:lnTo>
                    <a:pt x="3645870" y="937333"/>
                  </a:lnTo>
                  <a:lnTo>
                    <a:pt x="3678347" y="862329"/>
                  </a:lnTo>
                  <a:lnTo>
                    <a:pt x="3711074" y="791244"/>
                  </a:lnTo>
                  <a:lnTo>
                    <a:pt x="3744174" y="724144"/>
                  </a:lnTo>
                  <a:lnTo>
                    <a:pt x="3777803" y="661031"/>
                  </a:lnTo>
                  <a:lnTo>
                    <a:pt x="3812149" y="601852"/>
                  </a:lnTo>
                  <a:lnTo>
                    <a:pt x="3829811" y="573472"/>
                  </a:lnTo>
                  <a:lnTo>
                    <a:pt x="3875569" y="506301"/>
                  </a:lnTo>
                  <a:lnTo>
                    <a:pt x="3923639" y="445291"/>
                  </a:lnTo>
                  <a:lnTo>
                    <a:pt x="3974698" y="390186"/>
                  </a:lnTo>
                  <a:lnTo>
                    <a:pt x="4029490" y="340525"/>
                  </a:lnTo>
                  <a:lnTo>
                    <a:pt x="4088777" y="295765"/>
                  </a:lnTo>
                  <a:lnTo>
                    <a:pt x="4153296" y="255362"/>
                  </a:lnTo>
                  <a:lnTo>
                    <a:pt x="4223696" y="218814"/>
                  </a:lnTo>
                  <a:lnTo>
                    <a:pt x="4300456" y="185694"/>
                  </a:lnTo>
                  <a:lnTo>
                    <a:pt x="4383773" y="155660"/>
                  </a:lnTo>
                  <a:lnTo>
                    <a:pt x="4473427" y="128465"/>
                  </a:lnTo>
                  <a:lnTo>
                    <a:pt x="4568618" y="103959"/>
                  </a:lnTo>
                  <a:lnTo>
                    <a:pt x="4667815" y="82078"/>
                  </a:lnTo>
                  <a:lnTo>
                    <a:pt x="4768660" y="62834"/>
                  </a:lnTo>
                  <a:lnTo>
                    <a:pt x="4867986" y="46279"/>
                  </a:lnTo>
                  <a:lnTo>
                    <a:pt x="4962014" y="32469"/>
                  </a:lnTo>
                  <a:lnTo>
                    <a:pt x="5046769" y="21411"/>
                  </a:lnTo>
                  <a:lnTo>
                    <a:pt x="5118669" y="13020"/>
                  </a:lnTo>
                  <a:lnTo>
                    <a:pt x="5175170" y="7087"/>
                  </a:lnTo>
                  <a:lnTo>
                    <a:pt x="5215292" y="3279"/>
                  </a:lnTo>
                  <a:lnTo>
                    <a:pt x="5239896" y="1159"/>
                  </a:lnTo>
                  <a:lnTo>
                    <a:pt x="5251658" y="236"/>
                  </a:lnTo>
                  <a:lnTo>
                    <a:pt x="5254851" y="6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197" y="92"/>
                  </a:lnTo>
                  <a:lnTo>
                    <a:pt x="6732846" y="753"/>
                  </a:lnTo>
                  <a:lnTo>
                    <a:pt x="6747203" y="2579"/>
                  </a:lnTo>
                  <a:lnTo>
                    <a:pt x="6773157" y="6178"/>
                  </a:lnTo>
                  <a:lnTo>
                    <a:pt x="6812421" y="12135"/>
                  </a:lnTo>
                  <a:lnTo>
                    <a:pt x="6865412" y="20957"/>
                  </a:lnTo>
                  <a:lnTo>
                    <a:pt x="6931261" y="33037"/>
                  </a:lnTo>
                  <a:lnTo>
                    <a:pt x="7008005" y="48626"/>
                  </a:lnTo>
                  <a:lnTo>
                    <a:pt x="7092935" y="67837"/>
                  </a:lnTo>
                  <a:lnTo>
                    <a:pt x="7183006" y="90676"/>
                  </a:lnTo>
                  <a:lnTo>
                    <a:pt x="7275238" y="117084"/>
                  </a:lnTo>
                  <a:lnTo>
                    <a:pt x="7367014" y="146988"/>
                  </a:lnTo>
                  <a:lnTo>
                    <a:pt x="7456250" y="180348"/>
                  </a:lnTo>
                  <a:lnTo>
                    <a:pt x="7541458" y="217191"/>
                  </a:lnTo>
                  <a:lnTo>
                    <a:pt x="7621708" y="257634"/>
                  </a:lnTo>
                  <a:lnTo>
                    <a:pt x="7696545" y="301896"/>
                  </a:lnTo>
                  <a:lnTo>
                    <a:pt x="7765890" y="350303"/>
                  </a:lnTo>
                  <a:lnTo>
                    <a:pt x="7829938" y="403283"/>
                  </a:lnTo>
                  <a:lnTo>
                    <a:pt x="7889069" y="461362"/>
                  </a:lnTo>
                  <a:lnTo>
                    <a:pt x="7943782" y="525142"/>
                  </a:lnTo>
                  <a:lnTo>
                    <a:pt x="7994637" y="595280"/>
                  </a:lnTo>
                  <a:lnTo>
                    <a:pt x="8042221" y="672436"/>
                  </a:lnTo>
                  <a:lnTo>
                    <a:pt x="8087112" y="757210"/>
                  </a:lnTo>
                  <a:lnTo>
                    <a:pt x="8129851" y="850023"/>
                  </a:lnTo>
                  <a:lnTo>
                    <a:pt x="8151487" y="901754"/>
                  </a:lnTo>
                  <a:lnTo>
                    <a:pt x="8179921" y="974669"/>
                  </a:lnTo>
                  <a:lnTo>
                    <a:pt x="8207777" y="1051628"/>
                  </a:lnTo>
                  <a:lnTo>
                    <a:pt x="8235175" y="1132710"/>
                  </a:lnTo>
                  <a:lnTo>
                    <a:pt x="8262216" y="1217959"/>
                  </a:lnTo>
                  <a:lnTo>
                    <a:pt x="8288986" y="1307380"/>
                  </a:lnTo>
                  <a:lnTo>
                    <a:pt x="8315557" y="1400938"/>
                  </a:lnTo>
                  <a:lnTo>
                    <a:pt x="8341991" y="1498549"/>
                  </a:lnTo>
                  <a:lnTo>
                    <a:pt x="8368336" y="1600086"/>
                  </a:lnTo>
                  <a:lnTo>
                    <a:pt x="8394632" y="1705370"/>
                  </a:lnTo>
                  <a:lnTo>
                    <a:pt x="8420911" y="1814175"/>
                  </a:lnTo>
                  <a:lnTo>
                    <a:pt x="8447193" y="1926225"/>
                  </a:lnTo>
                  <a:lnTo>
                    <a:pt x="8473495" y="2041197"/>
                  </a:lnTo>
                  <a:lnTo>
                    <a:pt x="8499824" y="2158725"/>
                  </a:lnTo>
                  <a:lnTo>
                    <a:pt x="8526183" y="2278401"/>
                  </a:lnTo>
                  <a:lnTo>
                    <a:pt x="8552571" y="2399784"/>
                  </a:lnTo>
                  <a:lnTo>
                    <a:pt x="8578981" y="2522406"/>
                  </a:lnTo>
                  <a:lnTo>
                    <a:pt x="8605407" y="2645774"/>
                  </a:lnTo>
                  <a:lnTo>
                    <a:pt x="8631838" y="2769386"/>
                  </a:lnTo>
                  <a:lnTo>
                    <a:pt x="8658263" y="2892735"/>
                  </a:lnTo>
                  <a:lnTo>
                    <a:pt x="8684673" y="3015319"/>
                  </a:lnTo>
                  <a:lnTo>
                    <a:pt x="8711060" y="3136647"/>
                  </a:lnTo>
                  <a:lnTo>
                    <a:pt x="8737418" y="3256250"/>
                  </a:lnTo>
                  <a:lnTo>
                    <a:pt x="8763746" y="3373689"/>
                  </a:lnTo>
                  <a:lnTo>
                    <a:pt x="8790046" y="3488558"/>
                  </a:lnTo>
                  <a:lnTo>
                    <a:pt x="8816328" y="3600492"/>
                  </a:lnTo>
                  <a:lnTo>
                    <a:pt x="8842607" y="3709169"/>
                  </a:lnTo>
                  <a:lnTo>
                    <a:pt x="8868905" y="3814317"/>
                  </a:lnTo>
                  <a:lnTo>
                    <a:pt x="8895252" y="3915709"/>
                  </a:lnTo>
                  <a:lnTo>
                    <a:pt x="8921690" y="4013170"/>
                  </a:lnTo>
                  <a:lnTo>
                    <a:pt x="8948268" y="4106574"/>
                  </a:lnTo>
                  <a:lnTo>
                    <a:pt x="8975046" y="4195839"/>
                  </a:lnTo>
                  <a:lnTo>
                    <a:pt x="9002099" y="4280931"/>
                  </a:lnTo>
                  <a:lnTo>
                    <a:pt x="9029512" y="4361858"/>
                  </a:lnTo>
                  <a:lnTo>
                    <a:pt x="9057388" y="4438663"/>
                  </a:lnTo>
                  <a:lnTo>
                    <a:pt x="9084767" y="4508770"/>
                  </a:lnTo>
                  <a:lnTo>
                    <a:pt x="9126577" y="4605842"/>
                  </a:lnTo>
                  <a:lnTo>
                    <a:pt x="9170279" y="4694781"/>
                  </a:lnTo>
                  <a:lnTo>
                    <a:pt x="9216385" y="4775851"/>
                  </a:lnTo>
                  <a:lnTo>
                    <a:pt x="9265458" y="4849574"/>
                  </a:lnTo>
                  <a:lnTo>
                    <a:pt x="9318083" y="4916592"/>
                  </a:lnTo>
                  <a:lnTo>
                    <a:pt x="9374839" y="4977570"/>
                  </a:lnTo>
                  <a:lnTo>
                    <a:pt x="9436262" y="5033144"/>
                  </a:lnTo>
                  <a:lnTo>
                    <a:pt x="9502801" y="5083880"/>
                  </a:lnTo>
                  <a:lnTo>
                    <a:pt x="9574760" y="5130260"/>
                  </a:lnTo>
                  <a:lnTo>
                    <a:pt x="9652212" y="5172664"/>
                  </a:lnTo>
                  <a:lnTo>
                    <a:pt x="9734913" y="5211367"/>
                  </a:lnTo>
                  <a:lnTo>
                    <a:pt x="9822194" y="5246538"/>
                  </a:lnTo>
                  <a:lnTo>
                    <a:pt x="9912865" y="5278249"/>
                  </a:lnTo>
                  <a:lnTo>
                    <a:pt x="10005154" y="5306492"/>
                  </a:lnTo>
                  <a:lnTo>
                    <a:pt x="10096709" y="5331204"/>
                  </a:lnTo>
                  <a:lnTo>
                    <a:pt x="10184708" y="5352315"/>
                  </a:lnTo>
                  <a:lnTo>
                    <a:pt x="10266098" y="5369790"/>
                  </a:lnTo>
                  <a:lnTo>
                    <a:pt x="10337941" y="5383681"/>
                  </a:lnTo>
                  <a:lnTo>
                    <a:pt x="10397833" y="5394165"/>
                  </a:lnTo>
                  <a:lnTo>
                    <a:pt x="10444301" y="5401562"/>
                  </a:lnTo>
                  <a:lnTo>
                    <a:pt x="10477076" y="5406324"/>
                  </a:lnTo>
                  <a:lnTo>
                    <a:pt x="10497201" y="5409001"/>
                  </a:lnTo>
                  <a:lnTo>
                    <a:pt x="10506973" y="5410194"/>
                  </a:lnTo>
                  <a:lnTo>
                    <a:pt x="10509786" y="5410511"/>
                  </a:lnTo>
                  <a:lnTo>
                    <a:pt x="10509911" y="5410524"/>
                  </a:lnTo>
                  <a:lnTo>
                    <a:pt x="11981298" y="541052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14" name="pl1414"/>
            <p:cNvSpPr/>
            <p:nvPr/>
          </p:nvSpPr>
          <p:spPr>
            <a:xfrm>
              <a:off x="4799595" y="5486496"/>
              <a:ext cx="11981298" cy="5410524"/>
            </a:xfrm>
            <a:custGeom>
              <a:avLst/>
              <a:pathLst>
                <a:path w="11981298" h="5410524">
                  <a:moveTo>
                    <a:pt x="11981298" y="5410524"/>
                  </a:moveTo>
                  <a:lnTo>
                    <a:pt x="10509911" y="5410524"/>
                  </a:lnTo>
                  <a:lnTo>
                    <a:pt x="10509056" y="5410432"/>
                  </a:lnTo>
                  <a:lnTo>
                    <a:pt x="10503407" y="5409771"/>
                  </a:lnTo>
                  <a:lnTo>
                    <a:pt x="10489050" y="5407945"/>
                  </a:lnTo>
                  <a:lnTo>
                    <a:pt x="10463097" y="5404346"/>
                  </a:lnTo>
                  <a:lnTo>
                    <a:pt x="10423832" y="5398389"/>
                  </a:lnTo>
                  <a:lnTo>
                    <a:pt x="10370841" y="5389567"/>
                  </a:lnTo>
                  <a:lnTo>
                    <a:pt x="10304992" y="5377487"/>
                  </a:lnTo>
                  <a:lnTo>
                    <a:pt x="10228248" y="5361898"/>
                  </a:lnTo>
                  <a:lnTo>
                    <a:pt x="10143319" y="5342687"/>
                  </a:lnTo>
                  <a:lnTo>
                    <a:pt x="10053247" y="5319848"/>
                  </a:lnTo>
                  <a:lnTo>
                    <a:pt x="9961015" y="5293440"/>
                  </a:lnTo>
                  <a:lnTo>
                    <a:pt x="9869240" y="5263536"/>
                  </a:lnTo>
                  <a:lnTo>
                    <a:pt x="9780003" y="5230176"/>
                  </a:lnTo>
                  <a:lnTo>
                    <a:pt x="9694795" y="5193333"/>
                  </a:lnTo>
                  <a:lnTo>
                    <a:pt x="9614545" y="5152890"/>
                  </a:lnTo>
                  <a:lnTo>
                    <a:pt x="9539708" y="5108628"/>
                  </a:lnTo>
                  <a:lnTo>
                    <a:pt x="9470363" y="5060221"/>
                  </a:lnTo>
                  <a:lnTo>
                    <a:pt x="9406315" y="5007241"/>
                  </a:lnTo>
                  <a:lnTo>
                    <a:pt x="9347184" y="4949162"/>
                  </a:lnTo>
                  <a:lnTo>
                    <a:pt x="9292472" y="4885381"/>
                  </a:lnTo>
                  <a:lnTo>
                    <a:pt x="9241616" y="4815244"/>
                  </a:lnTo>
                  <a:lnTo>
                    <a:pt x="9194032" y="4738088"/>
                  </a:lnTo>
                  <a:lnTo>
                    <a:pt x="9149142" y="4653313"/>
                  </a:lnTo>
                  <a:lnTo>
                    <a:pt x="9106403" y="4560501"/>
                  </a:lnTo>
                  <a:lnTo>
                    <a:pt x="9084767" y="4508770"/>
                  </a:lnTo>
                  <a:lnTo>
                    <a:pt x="9056332" y="4435855"/>
                  </a:lnTo>
                  <a:lnTo>
                    <a:pt x="9028476" y="4358896"/>
                  </a:lnTo>
                  <a:lnTo>
                    <a:pt x="9001078" y="4277814"/>
                  </a:lnTo>
                  <a:lnTo>
                    <a:pt x="8974037" y="4192565"/>
                  </a:lnTo>
                  <a:lnTo>
                    <a:pt x="8947268" y="4103144"/>
                  </a:lnTo>
                  <a:lnTo>
                    <a:pt x="8920696" y="4009586"/>
                  </a:lnTo>
                  <a:lnTo>
                    <a:pt x="8894263" y="3911975"/>
                  </a:lnTo>
                  <a:lnTo>
                    <a:pt x="8867917" y="3810438"/>
                  </a:lnTo>
                  <a:lnTo>
                    <a:pt x="8841621" y="3705154"/>
                  </a:lnTo>
                  <a:lnTo>
                    <a:pt x="8815342" y="3596349"/>
                  </a:lnTo>
                  <a:lnTo>
                    <a:pt x="8789060" y="3484299"/>
                  </a:lnTo>
                  <a:lnTo>
                    <a:pt x="8762759" y="3369327"/>
                  </a:lnTo>
                  <a:lnTo>
                    <a:pt x="8736430" y="3251799"/>
                  </a:lnTo>
                  <a:lnTo>
                    <a:pt x="8710070" y="3132123"/>
                  </a:lnTo>
                  <a:lnTo>
                    <a:pt x="8683683" y="3010739"/>
                  </a:lnTo>
                  <a:lnTo>
                    <a:pt x="8657272" y="2888118"/>
                  </a:lnTo>
                  <a:lnTo>
                    <a:pt x="8630846" y="2764750"/>
                  </a:lnTo>
                  <a:lnTo>
                    <a:pt x="8604416" y="2641138"/>
                  </a:lnTo>
                  <a:lnTo>
                    <a:pt x="8577990" y="2517788"/>
                  </a:lnTo>
                  <a:lnTo>
                    <a:pt x="8551580" y="2395205"/>
                  </a:lnTo>
                  <a:lnTo>
                    <a:pt x="8525193" y="2273877"/>
                  </a:lnTo>
                  <a:lnTo>
                    <a:pt x="8498835" y="2154274"/>
                  </a:lnTo>
                  <a:lnTo>
                    <a:pt x="8472507" y="2036835"/>
                  </a:lnTo>
                  <a:lnTo>
                    <a:pt x="8446207" y="1921966"/>
                  </a:lnTo>
                  <a:lnTo>
                    <a:pt x="8419925" y="1810032"/>
                  </a:lnTo>
                  <a:lnTo>
                    <a:pt x="8393646" y="1701355"/>
                  </a:lnTo>
                  <a:lnTo>
                    <a:pt x="8367349" y="1596207"/>
                  </a:lnTo>
                  <a:lnTo>
                    <a:pt x="8341001" y="1494815"/>
                  </a:lnTo>
                  <a:lnTo>
                    <a:pt x="8314563" y="1397354"/>
                  </a:lnTo>
                  <a:lnTo>
                    <a:pt x="8287985" y="1303950"/>
                  </a:lnTo>
                  <a:lnTo>
                    <a:pt x="8261207" y="1214685"/>
                  </a:lnTo>
                  <a:lnTo>
                    <a:pt x="8234154" y="1129592"/>
                  </a:lnTo>
                  <a:lnTo>
                    <a:pt x="8206741" y="1048666"/>
                  </a:lnTo>
                  <a:lnTo>
                    <a:pt x="8178865" y="971861"/>
                  </a:lnTo>
                  <a:lnTo>
                    <a:pt x="8151487" y="901754"/>
                  </a:lnTo>
                  <a:lnTo>
                    <a:pt x="8109677" y="804681"/>
                  </a:lnTo>
                  <a:lnTo>
                    <a:pt x="8065974" y="715743"/>
                  </a:lnTo>
                  <a:lnTo>
                    <a:pt x="8019868" y="634673"/>
                  </a:lnTo>
                  <a:lnTo>
                    <a:pt x="7970795" y="560950"/>
                  </a:lnTo>
                  <a:lnTo>
                    <a:pt x="7918170" y="493932"/>
                  </a:lnTo>
                  <a:lnTo>
                    <a:pt x="7861414" y="432953"/>
                  </a:lnTo>
                  <a:lnTo>
                    <a:pt x="7799992" y="377380"/>
                  </a:lnTo>
                  <a:lnTo>
                    <a:pt x="7733452" y="326644"/>
                  </a:lnTo>
                  <a:lnTo>
                    <a:pt x="7661493" y="280264"/>
                  </a:lnTo>
                  <a:lnTo>
                    <a:pt x="7584041" y="237860"/>
                  </a:lnTo>
                  <a:lnTo>
                    <a:pt x="7501340" y="199157"/>
                  </a:lnTo>
                  <a:lnTo>
                    <a:pt x="7414059" y="163986"/>
                  </a:lnTo>
                  <a:lnTo>
                    <a:pt x="7323388" y="132275"/>
                  </a:lnTo>
                  <a:lnTo>
                    <a:pt x="7231099" y="104032"/>
                  </a:lnTo>
                  <a:lnTo>
                    <a:pt x="7139544" y="79320"/>
                  </a:lnTo>
                  <a:lnTo>
                    <a:pt x="7051545" y="58208"/>
                  </a:lnTo>
                  <a:lnTo>
                    <a:pt x="6970155" y="40734"/>
                  </a:lnTo>
                  <a:lnTo>
                    <a:pt x="6898312" y="26843"/>
                  </a:lnTo>
                  <a:lnTo>
                    <a:pt x="6838420" y="16359"/>
                  </a:lnTo>
                  <a:lnTo>
                    <a:pt x="6791952" y="8962"/>
                  </a:lnTo>
                  <a:lnTo>
                    <a:pt x="6759178" y="4200"/>
                  </a:lnTo>
                  <a:lnTo>
                    <a:pt x="6739052" y="1523"/>
                  </a:lnTo>
                  <a:lnTo>
                    <a:pt x="6729280" y="330"/>
                  </a:lnTo>
                  <a:lnTo>
                    <a:pt x="6726467" y="13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847" y="77"/>
                  </a:lnTo>
                  <a:lnTo>
                    <a:pt x="5246556" y="626"/>
                  </a:lnTo>
                  <a:lnTo>
                    <a:pt x="5228164" y="2145"/>
                  </a:lnTo>
                  <a:lnTo>
                    <a:pt x="5195243" y="5135"/>
                  </a:lnTo>
                  <a:lnTo>
                    <a:pt x="5146099" y="10063"/>
                  </a:lnTo>
                  <a:lnTo>
                    <a:pt x="5080898" y="17314"/>
                  </a:lnTo>
                  <a:lnTo>
                    <a:pt x="5001531" y="27155"/>
                  </a:lnTo>
                  <a:lnTo>
                    <a:pt x="4911193" y="39723"/>
                  </a:lnTo>
                  <a:lnTo>
                    <a:pt x="4813760" y="55048"/>
                  </a:lnTo>
                  <a:lnTo>
                    <a:pt x="4713162" y="73089"/>
                  </a:lnTo>
                  <a:lnTo>
                    <a:pt x="4612881" y="93788"/>
                  </a:lnTo>
                  <a:lnTo>
                    <a:pt x="4515650" y="117110"/>
                  </a:lnTo>
                  <a:lnTo>
                    <a:pt x="4423365" y="143082"/>
                  </a:lnTo>
                  <a:lnTo>
                    <a:pt x="4337138" y="171814"/>
                  </a:lnTo>
                  <a:lnTo>
                    <a:pt x="4257431" y="203509"/>
                  </a:lnTo>
                  <a:lnTo>
                    <a:pt x="4184214" y="238466"/>
                  </a:lnTo>
                  <a:lnTo>
                    <a:pt x="4117121" y="277076"/>
                  </a:lnTo>
                  <a:lnTo>
                    <a:pt x="4055567" y="319810"/>
                  </a:lnTo>
                  <a:lnTo>
                    <a:pt x="3998846" y="367197"/>
                  </a:lnTo>
                  <a:lnTo>
                    <a:pt x="3946202" y="419788"/>
                  </a:lnTo>
                  <a:lnTo>
                    <a:pt x="3896875" y="478093"/>
                  </a:lnTo>
                  <a:lnTo>
                    <a:pt x="3850155" y="542480"/>
                  </a:lnTo>
                  <a:lnTo>
                    <a:pt x="3829811" y="573472"/>
                  </a:lnTo>
                  <a:lnTo>
                    <a:pt x="3795019" y="630704"/>
                  </a:lnTo>
                  <a:lnTo>
                    <a:pt x="3761055" y="691823"/>
                  </a:lnTo>
                  <a:lnTo>
                    <a:pt x="3727709" y="756909"/>
                  </a:lnTo>
                  <a:lnTo>
                    <a:pt x="3694811" y="825989"/>
                  </a:lnTo>
                  <a:lnTo>
                    <a:pt x="3662222" y="899029"/>
                  </a:lnTo>
                  <a:lnTo>
                    <a:pt x="3629830" y="975931"/>
                  </a:lnTo>
                  <a:lnTo>
                    <a:pt x="3597548" y="1056532"/>
                  </a:lnTo>
                  <a:lnTo>
                    <a:pt x="3565312" y="1140595"/>
                  </a:lnTo>
                  <a:lnTo>
                    <a:pt x="3533076" y="1227814"/>
                  </a:lnTo>
                  <a:lnTo>
                    <a:pt x="3500810" y="1317814"/>
                  </a:lnTo>
                  <a:lnTo>
                    <a:pt x="3468502" y="1410157"/>
                  </a:lnTo>
                  <a:lnTo>
                    <a:pt x="3436149" y="1504351"/>
                  </a:lnTo>
                  <a:lnTo>
                    <a:pt x="3403758" y="1599857"/>
                  </a:lnTo>
                  <a:lnTo>
                    <a:pt x="3371345" y="1696103"/>
                  </a:lnTo>
                  <a:lnTo>
                    <a:pt x="3338927" y="1792499"/>
                  </a:lnTo>
                  <a:lnTo>
                    <a:pt x="3306523" y="1888450"/>
                  </a:lnTo>
                  <a:lnTo>
                    <a:pt x="3274149" y="1983375"/>
                  </a:lnTo>
                  <a:lnTo>
                    <a:pt x="3241818" y="2076717"/>
                  </a:lnTo>
                  <a:lnTo>
                    <a:pt x="3209532" y="2167957"/>
                  </a:lnTo>
                  <a:lnTo>
                    <a:pt x="3177283" y="2256629"/>
                  </a:lnTo>
                  <a:lnTo>
                    <a:pt x="3145051" y="2342326"/>
                  </a:lnTo>
                  <a:lnTo>
                    <a:pt x="3112799" y="2424706"/>
                  </a:lnTo>
                  <a:lnTo>
                    <a:pt x="3080472" y="2503499"/>
                  </a:lnTo>
                  <a:lnTo>
                    <a:pt x="3047995" y="2578503"/>
                  </a:lnTo>
                  <a:lnTo>
                    <a:pt x="3015268" y="2649587"/>
                  </a:lnTo>
                  <a:lnTo>
                    <a:pt x="2982168" y="2716687"/>
                  </a:lnTo>
                  <a:lnTo>
                    <a:pt x="2948539" y="2779800"/>
                  </a:lnTo>
                  <a:lnTo>
                    <a:pt x="2914193" y="2838980"/>
                  </a:lnTo>
                  <a:lnTo>
                    <a:pt x="2896531" y="2867360"/>
                  </a:lnTo>
                  <a:lnTo>
                    <a:pt x="2850773" y="2934530"/>
                  </a:lnTo>
                  <a:lnTo>
                    <a:pt x="2802703" y="2995541"/>
                  </a:lnTo>
                  <a:lnTo>
                    <a:pt x="2751644" y="3050645"/>
                  </a:lnTo>
                  <a:lnTo>
                    <a:pt x="2696852" y="3100306"/>
                  </a:lnTo>
                  <a:lnTo>
                    <a:pt x="2637565" y="3145066"/>
                  </a:lnTo>
                  <a:lnTo>
                    <a:pt x="2573046" y="3185470"/>
                  </a:lnTo>
                  <a:lnTo>
                    <a:pt x="2502646" y="3222017"/>
                  </a:lnTo>
                  <a:lnTo>
                    <a:pt x="2425886" y="3255137"/>
                  </a:lnTo>
                  <a:lnTo>
                    <a:pt x="2342569" y="3285171"/>
                  </a:lnTo>
                  <a:lnTo>
                    <a:pt x="2252915" y="3312366"/>
                  </a:lnTo>
                  <a:lnTo>
                    <a:pt x="2157725" y="3336873"/>
                  </a:lnTo>
                  <a:lnTo>
                    <a:pt x="2058527" y="3358753"/>
                  </a:lnTo>
                  <a:lnTo>
                    <a:pt x="1957682" y="3377998"/>
                  </a:lnTo>
                  <a:lnTo>
                    <a:pt x="1858356" y="3394552"/>
                  </a:lnTo>
                  <a:lnTo>
                    <a:pt x="1764328" y="3408362"/>
                  </a:lnTo>
                  <a:lnTo>
                    <a:pt x="1679573" y="3419420"/>
                  </a:lnTo>
                  <a:lnTo>
                    <a:pt x="1607673" y="3427811"/>
                  </a:lnTo>
                  <a:lnTo>
                    <a:pt x="1551172" y="3433744"/>
                  </a:lnTo>
                  <a:lnTo>
                    <a:pt x="1511050" y="3437553"/>
                  </a:lnTo>
                  <a:lnTo>
                    <a:pt x="1486446" y="3439672"/>
                  </a:lnTo>
                  <a:lnTo>
                    <a:pt x="1474685" y="3440595"/>
                  </a:lnTo>
                  <a:lnTo>
                    <a:pt x="1471491" y="3440825"/>
                  </a:lnTo>
                  <a:lnTo>
                    <a:pt x="1471387" y="3440832"/>
                  </a:lnTo>
                  <a:lnTo>
                    <a:pt x="0" y="344083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15" name="pg1415"/>
            <p:cNvSpPr/>
            <p:nvPr/>
          </p:nvSpPr>
          <p:spPr>
            <a:xfrm>
              <a:off x="4799595" y="2846617"/>
              <a:ext cx="11981298" cy="6203305"/>
            </a:xfrm>
            <a:custGeom>
              <a:avLst/>
              <a:pathLst>
                <a:path w="11981298" h="6203305">
                  <a:moveTo>
                    <a:pt x="0" y="6203305"/>
                  </a:moveTo>
                  <a:lnTo>
                    <a:pt x="1471387" y="6203305"/>
                  </a:lnTo>
                  <a:lnTo>
                    <a:pt x="1472602" y="6203272"/>
                  </a:lnTo>
                  <a:lnTo>
                    <a:pt x="1480579" y="6203032"/>
                  </a:lnTo>
                  <a:lnTo>
                    <a:pt x="1500645" y="6202370"/>
                  </a:lnTo>
                  <a:lnTo>
                    <a:pt x="1536421" y="6201066"/>
                  </a:lnTo>
                  <a:lnTo>
                    <a:pt x="1589543" y="6198922"/>
                  </a:lnTo>
                  <a:lnTo>
                    <a:pt x="1659542" y="6195775"/>
                  </a:lnTo>
                  <a:lnTo>
                    <a:pt x="1744053" y="6191521"/>
                  </a:lnTo>
                  <a:lnTo>
                    <a:pt x="1839363" y="6186109"/>
                  </a:lnTo>
                  <a:lnTo>
                    <a:pt x="1941144" y="6179535"/>
                  </a:lnTo>
                  <a:lnTo>
                    <a:pt x="2045172" y="6171821"/>
                  </a:lnTo>
                  <a:lnTo>
                    <a:pt x="2147850" y="6162992"/>
                  </a:lnTo>
                  <a:lnTo>
                    <a:pt x="2246481" y="6153054"/>
                  </a:lnTo>
                  <a:lnTo>
                    <a:pt x="2339309" y="6141984"/>
                  </a:lnTo>
                  <a:lnTo>
                    <a:pt x="2425415" y="6129719"/>
                  </a:lnTo>
                  <a:lnTo>
                    <a:pt x="2504543" y="6116150"/>
                  </a:lnTo>
                  <a:lnTo>
                    <a:pt x="2576913" y="6101130"/>
                  </a:lnTo>
                  <a:lnTo>
                    <a:pt x="2643060" y="6084471"/>
                  </a:lnTo>
                  <a:lnTo>
                    <a:pt x="2703706" y="6065952"/>
                  </a:lnTo>
                  <a:lnTo>
                    <a:pt x="2759665" y="6045335"/>
                  </a:lnTo>
                  <a:lnTo>
                    <a:pt x="2811773" y="6022386"/>
                  </a:lnTo>
                  <a:lnTo>
                    <a:pt x="2860839" y="5996917"/>
                  </a:lnTo>
                  <a:lnTo>
                    <a:pt x="2896531" y="5975823"/>
                  </a:lnTo>
                  <a:lnTo>
                    <a:pt x="2944260" y="5944131"/>
                  </a:lnTo>
                  <a:lnTo>
                    <a:pt x="2990569" y="5909484"/>
                  </a:lnTo>
                  <a:lnTo>
                    <a:pt x="3035951" y="5871832"/>
                  </a:lnTo>
                  <a:lnTo>
                    <a:pt x="3080773" y="5831206"/>
                  </a:lnTo>
                  <a:lnTo>
                    <a:pt x="3125308" y="5787729"/>
                  </a:lnTo>
                  <a:lnTo>
                    <a:pt x="3169742" y="5741626"/>
                  </a:lnTo>
                  <a:lnTo>
                    <a:pt x="3214192" y="5693219"/>
                  </a:lnTo>
                  <a:lnTo>
                    <a:pt x="3258715" y="5642929"/>
                  </a:lnTo>
                  <a:lnTo>
                    <a:pt x="3303322" y="5591257"/>
                  </a:lnTo>
                  <a:lnTo>
                    <a:pt x="3347990" y="5538770"/>
                  </a:lnTo>
                  <a:lnTo>
                    <a:pt x="3392674" y="5486074"/>
                  </a:lnTo>
                  <a:lnTo>
                    <a:pt x="3437325" y="5433784"/>
                  </a:lnTo>
                  <a:lnTo>
                    <a:pt x="3481907" y="5382496"/>
                  </a:lnTo>
                  <a:lnTo>
                    <a:pt x="3526404" y="5332758"/>
                  </a:lnTo>
                  <a:lnTo>
                    <a:pt x="3570840" y="5285048"/>
                  </a:lnTo>
                  <a:lnTo>
                    <a:pt x="3615290" y="5239756"/>
                  </a:lnTo>
                  <a:lnTo>
                    <a:pt x="3659893" y="5197174"/>
                  </a:lnTo>
                  <a:lnTo>
                    <a:pt x="3704861" y="5157492"/>
                  </a:lnTo>
                  <a:lnTo>
                    <a:pt x="3750494" y="5120804"/>
                  </a:lnTo>
                  <a:lnTo>
                    <a:pt x="3797199" y="5087114"/>
                  </a:lnTo>
                  <a:lnTo>
                    <a:pt x="3829811" y="5065896"/>
                  </a:lnTo>
                  <a:lnTo>
                    <a:pt x="3877055" y="5038446"/>
                  </a:lnTo>
                  <a:lnTo>
                    <a:pt x="3926782" y="5013595"/>
                  </a:lnTo>
                  <a:lnTo>
                    <a:pt x="3979740" y="4991227"/>
                  </a:lnTo>
                  <a:lnTo>
                    <a:pt x="4036748" y="4971136"/>
                  </a:lnTo>
                  <a:lnTo>
                    <a:pt x="4098643" y="4953085"/>
                  </a:lnTo>
                  <a:lnTo>
                    <a:pt x="4166225" y="4936839"/>
                  </a:lnTo>
                  <a:lnTo>
                    <a:pt x="4240179" y="4922183"/>
                  </a:lnTo>
                  <a:lnTo>
                    <a:pt x="4320979" y="4908940"/>
                  </a:lnTo>
                  <a:lnTo>
                    <a:pt x="4408746" y="4896970"/>
                  </a:lnTo>
                  <a:lnTo>
                    <a:pt x="4503081" y="4886176"/>
                  </a:lnTo>
                  <a:lnTo>
                    <a:pt x="4602879" y="4876506"/>
                  </a:lnTo>
                  <a:lnTo>
                    <a:pt x="4706164" y="4867943"/>
                  </a:lnTo>
                  <a:lnTo>
                    <a:pt x="4810010" y="4860500"/>
                  </a:lnTo>
                  <a:lnTo>
                    <a:pt x="4910636" y="4854204"/>
                  </a:lnTo>
                  <a:lnTo>
                    <a:pt x="5003736" y="4849072"/>
                  </a:lnTo>
                  <a:lnTo>
                    <a:pt x="5085060" y="4845090"/>
                  </a:lnTo>
                  <a:lnTo>
                    <a:pt x="5151155" y="4842196"/>
                  </a:lnTo>
                  <a:lnTo>
                    <a:pt x="5200073" y="4840271"/>
                  </a:lnTo>
                  <a:lnTo>
                    <a:pt x="5231847" y="4839140"/>
                  </a:lnTo>
                  <a:lnTo>
                    <a:pt x="5248609" y="4838600"/>
                  </a:lnTo>
                  <a:lnTo>
                    <a:pt x="5254415" y="4838429"/>
                  </a:lnTo>
                  <a:lnTo>
                    <a:pt x="5254955" y="4838415"/>
                  </a:lnTo>
                  <a:lnTo>
                    <a:pt x="6726343" y="4838415"/>
                  </a:lnTo>
                  <a:lnTo>
                    <a:pt x="6727234" y="4838328"/>
                  </a:lnTo>
                  <a:lnTo>
                    <a:pt x="6733122" y="4837712"/>
                  </a:lnTo>
                  <a:lnTo>
                    <a:pt x="6748070" y="4836009"/>
                  </a:lnTo>
                  <a:lnTo>
                    <a:pt x="6775052" y="4832653"/>
                  </a:lnTo>
                  <a:lnTo>
                    <a:pt x="6815790" y="4827103"/>
                  </a:lnTo>
                  <a:lnTo>
                    <a:pt x="6870629" y="4818889"/>
                  </a:lnTo>
                  <a:lnTo>
                    <a:pt x="6938562" y="4807659"/>
                  </a:lnTo>
                  <a:lnTo>
                    <a:pt x="7017453" y="4793188"/>
                  </a:lnTo>
                  <a:lnTo>
                    <a:pt x="7104413" y="4775385"/>
                  </a:lnTo>
                  <a:lnTo>
                    <a:pt x="7196255" y="4754255"/>
                  </a:lnTo>
                  <a:lnTo>
                    <a:pt x="7289904" y="4729855"/>
                  </a:lnTo>
                  <a:lnTo>
                    <a:pt x="7382704" y="4702252"/>
                  </a:lnTo>
                  <a:lnTo>
                    <a:pt x="7472585" y="4671474"/>
                  </a:lnTo>
                  <a:lnTo>
                    <a:pt x="7558099" y="4637483"/>
                  </a:lnTo>
                  <a:lnTo>
                    <a:pt x="7638381" y="4600152"/>
                  </a:lnTo>
                  <a:lnTo>
                    <a:pt x="7713047" y="4559256"/>
                  </a:lnTo>
                  <a:lnTo>
                    <a:pt x="7782088" y="4514468"/>
                  </a:lnTo>
                  <a:lnTo>
                    <a:pt x="7845758" y="4465368"/>
                  </a:lnTo>
                  <a:lnTo>
                    <a:pt x="7904494" y="4411446"/>
                  </a:lnTo>
                  <a:lnTo>
                    <a:pt x="7958836" y="4352124"/>
                  </a:lnTo>
                  <a:lnTo>
                    <a:pt x="8009382" y="4286784"/>
                  </a:lnTo>
                  <a:lnTo>
                    <a:pt x="8056744" y="4214819"/>
                  </a:lnTo>
                  <a:lnTo>
                    <a:pt x="8101516" y="4135709"/>
                  </a:lnTo>
                  <a:lnTo>
                    <a:pt x="8144247" y="4049149"/>
                  </a:lnTo>
                  <a:lnTo>
                    <a:pt x="8151487" y="4033374"/>
                  </a:lnTo>
                  <a:lnTo>
                    <a:pt x="8181444" y="3964650"/>
                  </a:lnTo>
                  <a:lnTo>
                    <a:pt x="8210766" y="3891910"/>
                  </a:lnTo>
                  <a:lnTo>
                    <a:pt x="8239592" y="3815072"/>
                  </a:lnTo>
                  <a:lnTo>
                    <a:pt x="8268038" y="3734098"/>
                  </a:lnTo>
                  <a:lnTo>
                    <a:pt x="8296200" y="3648988"/>
                  </a:lnTo>
                  <a:lnTo>
                    <a:pt x="8324162" y="3559793"/>
                  </a:lnTo>
                  <a:lnTo>
                    <a:pt x="8351990" y="3466613"/>
                  </a:lnTo>
                  <a:lnTo>
                    <a:pt x="8379737" y="3369600"/>
                  </a:lnTo>
                  <a:lnTo>
                    <a:pt x="8407446" y="3268962"/>
                  </a:lnTo>
                  <a:lnTo>
                    <a:pt x="8435148" y="3164958"/>
                  </a:lnTo>
                  <a:lnTo>
                    <a:pt x="8462865" y="3057903"/>
                  </a:lnTo>
                  <a:lnTo>
                    <a:pt x="8490608" y="2948161"/>
                  </a:lnTo>
                  <a:lnTo>
                    <a:pt x="8518385" y="2836142"/>
                  </a:lnTo>
                  <a:lnTo>
                    <a:pt x="8546195" y="2722297"/>
                  </a:lnTo>
                  <a:lnTo>
                    <a:pt x="8574032" y="2607110"/>
                  </a:lnTo>
                  <a:lnTo>
                    <a:pt x="8601888" y="2491089"/>
                  </a:lnTo>
                  <a:lnTo>
                    <a:pt x="8629750" y="2374760"/>
                  </a:lnTo>
                  <a:lnTo>
                    <a:pt x="8657608" y="2258651"/>
                  </a:lnTo>
                  <a:lnTo>
                    <a:pt x="8685449" y="2143291"/>
                  </a:lnTo>
                  <a:lnTo>
                    <a:pt x="8713263" y="2029189"/>
                  </a:lnTo>
                  <a:lnTo>
                    <a:pt x="8741046" y="1916836"/>
                  </a:lnTo>
                  <a:lnTo>
                    <a:pt x="8768795" y="1806687"/>
                  </a:lnTo>
                  <a:lnTo>
                    <a:pt x="8796515" y="1699160"/>
                  </a:lnTo>
                  <a:lnTo>
                    <a:pt x="8824218" y="1594628"/>
                  </a:lnTo>
                  <a:lnTo>
                    <a:pt x="8851924" y="1493413"/>
                  </a:lnTo>
                  <a:lnTo>
                    <a:pt x="8879663" y="1395784"/>
                  </a:lnTo>
                  <a:lnTo>
                    <a:pt x="8907474" y="1301957"/>
                  </a:lnTo>
                  <a:lnTo>
                    <a:pt x="8935409" y="1212093"/>
                  </a:lnTo>
                  <a:lnTo>
                    <a:pt x="8963533" y="1126302"/>
                  </a:lnTo>
                  <a:lnTo>
                    <a:pt x="8991926" y="1044641"/>
                  </a:lnTo>
                  <a:lnTo>
                    <a:pt x="9020681" y="967120"/>
                  </a:lnTo>
                  <a:lnTo>
                    <a:pt x="9049912" y="893706"/>
                  </a:lnTo>
                  <a:lnTo>
                    <a:pt x="9079754" y="824324"/>
                  </a:lnTo>
                  <a:lnTo>
                    <a:pt x="9084767" y="813213"/>
                  </a:lnTo>
                  <a:lnTo>
                    <a:pt x="9127193" y="725354"/>
                  </a:lnTo>
                  <a:lnTo>
                    <a:pt x="9171574" y="644966"/>
                  </a:lnTo>
                  <a:lnTo>
                    <a:pt x="9218445" y="571795"/>
                  </a:lnTo>
                  <a:lnTo>
                    <a:pt x="9268395" y="505348"/>
                  </a:lnTo>
                  <a:lnTo>
                    <a:pt x="9322035" y="445027"/>
                  </a:lnTo>
                  <a:lnTo>
                    <a:pt x="9379968" y="390211"/>
                  </a:lnTo>
                  <a:lnTo>
                    <a:pt x="9442747" y="340313"/>
                  </a:lnTo>
                  <a:lnTo>
                    <a:pt x="9510832" y="294810"/>
                  </a:lnTo>
                  <a:lnTo>
                    <a:pt x="9584514" y="253265"/>
                  </a:lnTo>
                  <a:lnTo>
                    <a:pt x="9663838" y="215334"/>
                  </a:lnTo>
                  <a:lnTo>
                    <a:pt x="9748492" y="180776"/>
                  </a:lnTo>
                  <a:lnTo>
                    <a:pt x="9837701" y="149446"/>
                  </a:lnTo>
                  <a:lnTo>
                    <a:pt x="9930126" y="121292"/>
                  </a:lnTo>
                  <a:lnTo>
                    <a:pt x="10023803" y="96332"/>
                  </a:lnTo>
                  <a:lnTo>
                    <a:pt x="10116170" y="74629"/>
                  </a:lnTo>
                  <a:lnTo>
                    <a:pt x="10204207" y="56247"/>
                  </a:lnTo>
                  <a:lnTo>
                    <a:pt x="10284719" y="41202"/>
                  </a:lnTo>
                  <a:lnTo>
                    <a:pt x="10354732" y="29421"/>
                  </a:lnTo>
                  <a:lnTo>
                    <a:pt x="10411951" y="20706"/>
                  </a:lnTo>
                  <a:lnTo>
                    <a:pt x="10455149" y="14725"/>
                  </a:lnTo>
                  <a:lnTo>
                    <a:pt x="10484431" y="11026"/>
                  </a:lnTo>
                  <a:lnTo>
                    <a:pt x="10501286" y="9077"/>
                  </a:lnTo>
                  <a:lnTo>
                    <a:pt x="10508483" y="8313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9019" y="86"/>
                  </a:lnTo>
                  <a:lnTo>
                    <a:pt x="10503131" y="702"/>
                  </a:lnTo>
                  <a:lnTo>
                    <a:pt x="10488183" y="2405"/>
                  </a:lnTo>
                  <a:lnTo>
                    <a:pt x="10461201" y="5761"/>
                  </a:lnTo>
                  <a:lnTo>
                    <a:pt x="10420463" y="11311"/>
                  </a:lnTo>
                  <a:lnTo>
                    <a:pt x="10365624" y="19525"/>
                  </a:lnTo>
                  <a:lnTo>
                    <a:pt x="10297691" y="30755"/>
                  </a:lnTo>
                  <a:lnTo>
                    <a:pt x="10218801" y="45226"/>
                  </a:lnTo>
                  <a:lnTo>
                    <a:pt x="10131841" y="63029"/>
                  </a:lnTo>
                  <a:lnTo>
                    <a:pt x="10039999" y="84159"/>
                  </a:lnTo>
                  <a:lnTo>
                    <a:pt x="9946349" y="108559"/>
                  </a:lnTo>
                  <a:lnTo>
                    <a:pt x="9853549" y="136162"/>
                  </a:lnTo>
                  <a:lnTo>
                    <a:pt x="9763669" y="166940"/>
                  </a:lnTo>
                  <a:lnTo>
                    <a:pt x="9678154" y="200931"/>
                  </a:lnTo>
                  <a:lnTo>
                    <a:pt x="9597872" y="238262"/>
                  </a:lnTo>
                  <a:lnTo>
                    <a:pt x="9523206" y="279158"/>
                  </a:lnTo>
                  <a:lnTo>
                    <a:pt x="9454166" y="323946"/>
                  </a:lnTo>
                  <a:lnTo>
                    <a:pt x="9390495" y="373046"/>
                  </a:lnTo>
                  <a:lnTo>
                    <a:pt x="9331760" y="426968"/>
                  </a:lnTo>
                  <a:lnTo>
                    <a:pt x="9277417" y="486291"/>
                  </a:lnTo>
                  <a:lnTo>
                    <a:pt x="9226871" y="551630"/>
                  </a:lnTo>
                  <a:lnTo>
                    <a:pt x="9179509" y="623595"/>
                  </a:lnTo>
                  <a:lnTo>
                    <a:pt x="9134737" y="702705"/>
                  </a:lnTo>
                  <a:lnTo>
                    <a:pt x="9092007" y="789265"/>
                  </a:lnTo>
                  <a:lnTo>
                    <a:pt x="9084767" y="805040"/>
                  </a:lnTo>
                  <a:lnTo>
                    <a:pt x="9054809" y="873764"/>
                  </a:lnTo>
                  <a:lnTo>
                    <a:pt x="9025487" y="946504"/>
                  </a:lnTo>
                  <a:lnTo>
                    <a:pt x="8996661" y="1023342"/>
                  </a:lnTo>
                  <a:lnTo>
                    <a:pt x="8968216" y="1104316"/>
                  </a:lnTo>
                  <a:lnTo>
                    <a:pt x="8940053" y="1189426"/>
                  </a:lnTo>
                  <a:lnTo>
                    <a:pt x="8912091" y="1278621"/>
                  </a:lnTo>
                  <a:lnTo>
                    <a:pt x="8884263" y="1371801"/>
                  </a:lnTo>
                  <a:lnTo>
                    <a:pt x="8856516" y="1468814"/>
                  </a:lnTo>
                  <a:lnTo>
                    <a:pt x="8828807" y="1569452"/>
                  </a:lnTo>
                  <a:lnTo>
                    <a:pt x="8801105" y="1673456"/>
                  </a:lnTo>
                  <a:lnTo>
                    <a:pt x="8773389" y="1780511"/>
                  </a:lnTo>
                  <a:lnTo>
                    <a:pt x="8745645" y="1890253"/>
                  </a:lnTo>
                  <a:lnTo>
                    <a:pt x="8717868" y="2002272"/>
                  </a:lnTo>
                  <a:lnTo>
                    <a:pt x="8690058" y="2116117"/>
                  </a:lnTo>
                  <a:lnTo>
                    <a:pt x="8662221" y="2231304"/>
                  </a:lnTo>
                  <a:lnTo>
                    <a:pt x="8634365" y="2347325"/>
                  </a:lnTo>
                  <a:lnTo>
                    <a:pt x="8606503" y="2463654"/>
                  </a:lnTo>
                  <a:lnTo>
                    <a:pt x="8578646" y="2579763"/>
                  </a:lnTo>
                  <a:lnTo>
                    <a:pt x="8550805" y="2695123"/>
                  </a:lnTo>
                  <a:lnTo>
                    <a:pt x="8522990" y="2809225"/>
                  </a:lnTo>
                  <a:lnTo>
                    <a:pt x="8495207" y="2921578"/>
                  </a:lnTo>
                  <a:lnTo>
                    <a:pt x="8467458" y="3031727"/>
                  </a:lnTo>
                  <a:lnTo>
                    <a:pt x="8439738" y="3139254"/>
                  </a:lnTo>
                  <a:lnTo>
                    <a:pt x="8412035" y="3243786"/>
                  </a:lnTo>
                  <a:lnTo>
                    <a:pt x="8384329" y="3345001"/>
                  </a:lnTo>
                  <a:lnTo>
                    <a:pt x="8356591" y="3442630"/>
                  </a:lnTo>
                  <a:lnTo>
                    <a:pt x="8328779" y="3536457"/>
                  </a:lnTo>
                  <a:lnTo>
                    <a:pt x="8300844" y="3626321"/>
                  </a:lnTo>
                  <a:lnTo>
                    <a:pt x="8272720" y="3712112"/>
                  </a:lnTo>
                  <a:lnTo>
                    <a:pt x="8244327" y="3793773"/>
                  </a:lnTo>
                  <a:lnTo>
                    <a:pt x="8215572" y="3871294"/>
                  </a:lnTo>
                  <a:lnTo>
                    <a:pt x="8186341" y="3944708"/>
                  </a:lnTo>
                  <a:lnTo>
                    <a:pt x="8156499" y="4014090"/>
                  </a:lnTo>
                  <a:lnTo>
                    <a:pt x="8151487" y="4025201"/>
                  </a:lnTo>
                  <a:lnTo>
                    <a:pt x="8109060" y="4113060"/>
                  </a:lnTo>
                  <a:lnTo>
                    <a:pt x="8064679" y="4193448"/>
                  </a:lnTo>
                  <a:lnTo>
                    <a:pt x="8017808" y="4266619"/>
                  </a:lnTo>
                  <a:lnTo>
                    <a:pt x="7967858" y="4333066"/>
                  </a:lnTo>
                  <a:lnTo>
                    <a:pt x="7914218" y="4393387"/>
                  </a:lnTo>
                  <a:lnTo>
                    <a:pt x="7856286" y="4448203"/>
                  </a:lnTo>
                  <a:lnTo>
                    <a:pt x="7793506" y="4498101"/>
                  </a:lnTo>
                  <a:lnTo>
                    <a:pt x="7725422" y="4543604"/>
                  </a:lnTo>
                  <a:lnTo>
                    <a:pt x="7651739" y="4585149"/>
                  </a:lnTo>
                  <a:lnTo>
                    <a:pt x="7572415" y="4623080"/>
                  </a:lnTo>
                  <a:lnTo>
                    <a:pt x="7487762" y="4657638"/>
                  </a:lnTo>
                  <a:lnTo>
                    <a:pt x="7398552" y="4688968"/>
                  </a:lnTo>
                  <a:lnTo>
                    <a:pt x="7306127" y="4717122"/>
                  </a:lnTo>
                  <a:lnTo>
                    <a:pt x="7212450" y="4742082"/>
                  </a:lnTo>
                  <a:lnTo>
                    <a:pt x="7120083" y="4763785"/>
                  </a:lnTo>
                  <a:lnTo>
                    <a:pt x="7032046" y="4782167"/>
                  </a:lnTo>
                  <a:lnTo>
                    <a:pt x="6951534" y="4797212"/>
                  </a:lnTo>
                  <a:lnTo>
                    <a:pt x="6881521" y="4808993"/>
                  </a:lnTo>
                  <a:lnTo>
                    <a:pt x="6824303" y="4817708"/>
                  </a:lnTo>
                  <a:lnTo>
                    <a:pt x="6781104" y="4823689"/>
                  </a:lnTo>
                  <a:lnTo>
                    <a:pt x="6751822" y="4827388"/>
                  </a:lnTo>
                  <a:lnTo>
                    <a:pt x="6734968" y="4829337"/>
                  </a:lnTo>
                  <a:lnTo>
                    <a:pt x="6727770" y="4830101"/>
                  </a:lnTo>
                  <a:lnTo>
                    <a:pt x="6726343" y="4830242"/>
                  </a:lnTo>
                  <a:lnTo>
                    <a:pt x="5254955" y="4830242"/>
                  </a:lnTo>
                  <a:lnTo>
                    <a:pt x="5253740" y="4830275"/>
                  </a:lnTo>
                  <a:lnTo>
                    <a:pt x="5245764" y="4830515"/>
                  </a:lnTo>
                  <a:lnTo>
                    <a:pt x="5225697" y="4831177"/>
                  </a:lnTo>
                  <a:lnTo>
                    <a:pt x="5189921" y="4832480"/>
                  </a:lnTo>
                  <a:lnTo>
                    <a:pt x="5136799" y="4834625"/>
                  </a:lnTo>
                  <a:lnTo>
                    <a:pt x="5066800" y="4837771"/>
                  </a:lnTo>
                  <a:lnTo>
                    <a:pt x="4982289" y="4842026"/>
                  </a:lnTo>
                  <a:lnTo>
                    <a:pt x="4886979" y="4847438"/>
                  </a:lnTo>
                  <a:lnTo>
                    <a:pt x="4785198" y="4854012"/>
                  </a:lnTo>
                  <a:lnTo>
                    <a:pt x="4681171" y="4861726"/>
                  </a:lnTo>
                  <a:lnTo>
                    <a:pt x="4578492" y="4870555"/>
                  </a:lnTo>
                  <a:lnTo>
                    <a:pt x="4479861" y="4880493"/>
                  </a:lnTo>
                  <a:lnTo>
                    <a:pt x="4387033" y="4891562"/>
                  </a:lnTo>
                  <a:lnTo>
                    <a:pt x="4300927" y="4903828"/>
                  </a:lnTo>
                  <a:lnTo>
                    <a:pt x="4221799" y="4917396"/>
                  </a:lnTo>
                  <a:lnTo>
                    <a:pt x="4149429" y="4932416"/>
                  </a:lnTo>
                  <a:lnTo>
                    <a:pt x="4083282" y="4949076"/>
                  </a:lnTo>
                  <a:lnTo>
                    <a:pt x="4022636" y="4967595"/>
                  </a:lnTo>
                  <a:lnTo>
                    <a:pt x="3966678" y="4988212"/>
                  </a:lnTo>
                  <a:lnTo>
                    <a:pt x="3914569" y="5011160"/>
                  </a:lnTo>
                  <a:lnTo>
                    <a:pt x="3865503" y="5036630"/>
                  </a:lnTo>
                  <a:lnTo>
                    <a:pt x="3829811" y="5057723"/>
                  </a:lnTo>
                  <a:lnTo>
                    <a:pt x="3782082" y="5089416"/>
                  </a:lnTo>
                  <a:lnTo>
                    <a:pt x="3735773" y="5124063"/>
                  </a:lnTo>
                  <a:lnTo>
                    <a:pt x="3690392" y="5161715"/>
                  </a:lnTo>
                  <a:lnTo>
                    <a:pt x="3645569" y="5202341"/>
                  </a:lnTo>
                  <a:lnTo>
                    <a:pt x="3601034" y="5245817"/>
                  </a:lnTo>
                  <a:lnTo>
                    <a:pt x="3556600" y="5291921"/>
                  </a:lnTo>
                  <a:lnTo>
                    <a:pt x="3512150" y="5340327"/>
                  </a:lnTo>
                  <a:lnTo>
                    <a:pt x="3467627" y="5390618"/>
                  </a:lnTo>
                  <a:lnTo>
                    <a:pt x="3423020" y="5442290"/>
                  </a:lnTo>
                  <a:lnTo>
                    <a:pt x="3378352" y="5494777"/>
                  </a:lnTo>
                  <a:lnTo>
                    <a:pt x="3333669" y="5547473"/>
                  </a:lnTo>
                  <a:lnTo>
                    <a:pt x="3289017" y="5599763"/>
                  </a:lnTo>
                  <a:lnTo>
                    <a:pt x="3244435" y="5651051"/>
                  </a:lnTo>
                  <a:lnTo>
                    <a:pt x="3199939" y="5700789"/>
                  </a:lnTo>
                  <a:lnTo>
                    <a:pt x="3155502" y="5748499"/>
                  </a:lnTo>
                  <a:lnTo>
                    <a:pt x="3111052" y="5793790"/>
                  </a:lnTo>
                  <a:lnTo>
                    <a:pt x="3066449" y="5836373"/>
                  </a:lnTo>
                  <a:lnTo>
                    <a:pt x="3021481" y="5876054"/>
                  </a:lnTo>
                  <a:lnTo>
                    <a:pt x="2975848" y="5912742"/>
                  </a:lnTo>
                  <a:lnTo>
                    <a:pt x="2929143" y="5946433"/>
                  </a:lnTo>
                  <a:lnTo>
                    <a:pt x="2896531" y="5967650"/>
                  </a:lnTo>
                  <a:lnTo>
                    <a:pt x="2849287" y="5995100"/>
                  </a:lnTo>
                  <a:lnTo>
                    <a:pt x="2799560" y="6019951"/>
                  </a:lnTo>
                  <a:lnTo>
                    <a:pt x="2746602" y="6042320"/>
                  </a:lnTo>
                  <a:lnTo>
                    <a:pt x="2689594" y="6062410"/>
                  </a:lnTo>
                  <a:lnTo>
                    <a:pt x="2627699" y="6080461"/>
                  </a:lnTo>
                  <a:lnTo>
                    <a:pt x="2560117" y="6096708"/>
                  </a:lnTo>
                  <a:lnTo>
                    <a:pt x="2486163" y="6111363"/>
                  </a:lnTo>
                  <a:lnTo>
                    <a:pt x="2405363" y="6124607"/>
                  </a:lnTo>
                  <a:lnTo>
                    <a:pt x="2317597" y="6136577"/>
                  </a:lnTo>
                  <a:lnTo>
                    <a:pt x="2223262" y="6147371"/>
                  </a:lnTo>
                  <a:lnTo>
                    <a:pt x="2123463" y="6157041"/>
                  </a:lnTo>
                  <a:lnTo>
                    <a:pt x="2020178" y="6165604"/>
                  </a:lnTo>
                  <a:lnTo>
                    <a:pt x="1916332" y="6173046"/>
                  </a:lnTo>
                  <a:lnTo>
                    <a:pt x="1815706" y="6179342"/>
                  </a:lnTo>
                  <a:lnTo>
                    <a:pt x="1722606" y="6184475"/>
                  </a:lnTo>
                  <a:lnTo>
                    <a:pt x="1641282" y="6188456"/>
                  </a:lnTo>
                  <a:lnTo>
                    <a:pt x="1575187" y="6191350"/>
                  </a:lnTo>
                  <a:lnTo>
                    <a:pt x="1526269" y="6193276"/>
                  </a:lnTo>
                  <a:lnTo>
                    <a:pt x="1494496" y="6194406"/>
                  </a:lnTo>
                  <a:lnTo>
                    <a:pt x="1477733" y="6194947"/>
                  </a:lnTo>
                  <a:lnTo>
                    <a:pt x="1471927" y="6195118"/>
                  </a:lnTo>
                  <a:lnTo>
                    <a:pt x="1471387" y="6195132"/>
                  </a:lnTo>
                  <a:lnTo>
                    <a:pt x="0" y="6195132"/>
                  </a:lnTo>
                  <a:close/>
                </a:path>
              </a:pathLst>
            </a:custGeom>
            <a:solidFill>
              <a:srgbClr val="E78AC3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416" name="pl1416"/>
            <p:cNvSpPr/>
            <p:nvPr/>
          </p:nvSpPr>
          <p:spPr>
            <a:xfrm>
              <a:off x="4799595" y="2854790"/>
              <a:ext cx="11981298" cy="6195132"/>
            </a:xfrm>
            <a:custGeom>
              <a:avLst/>
              <a:pathLst>
                <a:path w="11981298" h="6195132">
                  <a:moveTo>
                    <a:pt x="0" y="6195132"/>
                  </a:moveTo>
                  <a:lnTo>
                    <a:pt x="1471387" y="6195132"/>
                  </a:lnTo>
                  <a:lnTo>
                    <a:pt x="1472602" y="6195099"/>
                  </a:lnTo>
                  <a:lnTo>
                    <a:pt x="1480579" y="6194859"/>
                  </a:lnTo>
                  <a:lnTo>
                    <a:pt x="1500645" y="6194197"/>
                  </a:lnTo>
                  <a:lnTo>
                    <a:pt x="1536421" y="6192893"/>
                  </a:lnTo>
                  <a:lnTo>
                    <a:pt x="1589543" y="6190749"/>
                  </a:lnTo>
                  <a:lnTo>
                    <a:pt x="1659542" y="6187602"/>
                  </a:lnTo>
                  <a:lnTo>
                    <a:pt x="1744053" y="6183348"/>
                  </a:lnTo>
                  <a:lnTo>
                    <a:pt x="1839363" y="6177936"/>
                  </a:lnTo>
                  <a:lnTo>
                    <a:pt x="1941144" y="6171362"/>
                  </a:lnTo>
                  <a:lnTo>
                    <a:pt x="2045172" y="6163648"/>
                  </a:lnTo>
                  <a:lnTo>
                    <a:pt x="2147850" y="6154819"/>
                  </a:lnTo>
                  <a:lnTo>
                    <a:pt x="2246481" y="6144881"/>
                  </a:lnTo>
                  <a:lnTo>
                    <a:pt x="2339309" y="6133811"/>
                  </a:lnTo>
                  <a:lnTo>
                    <a:pt x="2425415" y="6121546"/>
                  </a:lnTo>
                  <a:lnTo>
                    <a:pt x="2504543" y="6107977"/>
                  </a:lnTo>
                  <a:lnTo>
                    <a:pt x="2576913" y="6092957"/>
                  </a:lnTo>
                  <a:lnTo>
                    <a:pt x="2643060" y="6076298"/>
                  </a:lnTo>
                  <a:lnTo>
                    <a:pt x="2703706" y="6057779"/>
                  </a:lnTo>
                  <a:lnTo>
                    <a:pt x="2759665" y="6037162"/>
                  </a:lnTo>
                  <a:lnTo>
                    <a:pt x="2811773" y="6014213"/>
                  </a:lnTo>
                  <a:lnTo>
                    <a:pt x="2860839" y="5988744"/>
                  </a:lnTo>
                  <a:lnTo>
                    <a:pt x="2896531" y="5967650"/>
                  </a:lnTo>
                  <a:lnTo>
                    <a:pt x="2944260" y="5935958"/>
                  </a:lnTo>
                  <a:lnTo>
                    <a:pt x="2990569" y="5901311"/>
                  </a:lnTo>
                  <a:lnTo>
                    <a:pt x="3035951" y="5863659"/>
                  </a:lnTo>
                  <a:lnTo>
                    <a:pt x="3080773" y="5823033"/>
                  </a:lnTo>
                  <a:lnTo>
                    <a:pt x="3125308" y="5779556"/>
                  </a:lnTo>
                  <a:lnTo>
                    <a:pt x="3169742" y="5733453"/>
                  </a:lnTo>
                  <a:lnTo>
                    <a:pt x="3214192" y="5685046"/>
                  </a:lnTo>
                  <a:lnTo>
                    <a:pt x="3258715" y="5634756"/>
                  </a:lnTo>
                  <a:lnTo>
                    <a:pt x="3303322" y="5583084"/>
                  </a:lnTo>
                  <a:lnTo>
                    <a:pt x="3347990" y="5530597"/>
                  </a:lnTo>
                  <a:lnTo>
                    <a:pt x="3392674" y="5477901"/>
                  </a:lnTo>
                  <a:lnTo>
                    <a:pt x="3437325" y="5425611"/>
                  </a:lnTo>
                  <a:lnTo>
                    <a:pt x="3481907" y="5374323"/>
                  </a:lnTo>
                  <a:lnTo>
                    <a:pt x="3526404" y="5324585"/>
                  </a:lnTo>
                  <a:lnTo>
                    <a:pt x="3570840" y="5276875"/>
                  </a:lnTo>
                  <a:lnTo>
                    <a:pt x="3615290" y="5231583"/>
                  </a:lnTo>
                  <a:lnTo>
                    <a:pt x="3659893" y="5189001"/>
                  </a:lnTo>
                  <a:lnTo>
                    <a:pt x="3704861" y="5149319"/>
                  </a:lnTo>
                  <a:lnTo>
                    <a:pt x="3750494" y="5112631"/>
                  </a:lnTo>
                  <a:lnTo>
                    <a:pt x="3797199" y="5078941"/>
                  </a:lnTo>
                  <a:lnTo>
                    <a:pt x="3829811" y="5057723"/>
                  </a:lnTo>
                  <a:lnTo>
                    <a:pt x="3877055" y="5030273"/>
                  </a:lnTo>
                  <a:lnTo>
                    <a:pt x="3926782" y="5005422"/>
                  </a:lnTo>
                  <a:lnTo>
                    <a:pt x="3979740" y="4983054"/>
                  </a:lnTo>
                  <a:lnTo>
                    <a:pt x="4036748" y="4962963"/>
                  </a:lnTo>
                  <a:lnTo>
                    <a:pt x="4098643" y="4944912"/>
                  </a:lnTo>
                  <a:lnTo>
                    <a:pt x="4166225" y="4928666"/>
                  </a:lnTo>
                  <a:lnTo>
                    <a:pt x="4240179" y="4914010"/>
                  </a:lnTo>
                  <a:lnTo>
                    <a:pt x="4320979" y="4900767"/>
                  </a:lnTo>
                  <a:lnTo>
                    <a:pt x="4408746" y="4888797"/>
                  </a:lnTo>
                  <a:lnTo>
                    <a:pt x="4503081" y="4878003"/>
                  </a:lnTo>
                  <a:lnTo>
                    <a:pt x="4602879" y="4868333"/>
                  </a:lnTo>
                  <a:lnTo>
                    <a:pt x="4706164" y="4859770"/>
                  </a:lnTo>
                  <a:lnTo>
                    <a:pt x="4810010" y="4852327"/>
                  </a:lnTo>
                  <a:lnTo>
                    <a:pt x="4910636" y="4846031"/>
                  </a:lnTo>
                  <a:lnTo>
                    <a:pt x="5003736" y="4840899"/>
                  </a:lnTo>
                  <a:lnTo>
                    <a:pt x="5085060" y="4836917"/>
                  </a:lnTo>
                  <a:lnTo>
                    <a:pt x="5151155" y="4834023"/>
                  </a:lnTo>
                  <a:lnTo>
                    <a:pt x="5200073" y="4832098"/>
                  </a:lnTo>
                  <a:lnTo>
                    <a:pt x="5231847" y="4830968"/>
                  </a:lnTo>
                  <a:lnTo>
                    <a:pt x="5248609" y="4830427"/>
                  </a:lnTo>
                  <a:lnTo>
                    <a:pt x="5254415" y="4830256"/>
                  </a:lnTo>
                  <a:lnTo>
                    <a:pt x="5254955" y="4830242"/>
                  </a:lnTo>
                  <a:lnTo>
                    <a:pt x="6726343" y="4830242"/>
                  </a:lnTo>
                  <a:lnTo>
                    <a:pt x="6727234" y="4830155"/>
                  </a:lnTo>
                  <a:lnTo>
                    <a:pt x="6733122" y="4829539"/>
                  </a:lnTo>
                  <a:lnTo>
                    <a:pt x="6748070" y="4827836"/>
                  </a:lnTo>
                  <a:lnTo>
                    <a:pt x="6775052" y="4824480"/>
                  </a:lnTo>
                  <a:lnTo>
                    <a:pt x="6815790" y="4818930"/>
                  </a:lnTo>
                  <a:lnTo>
                    <a:pt x="6870629" y="4810716"/>
                  </a:lnTo>
                  <a:lnTo>
                    <a:pt x="6938562" y="4799486"/>
                  </a:lnTo>
                  <a:lnTo>
                    <a:pt x="7017453" y="4785015"/>
                  </a:lnTo>
                  <a:lnTo>
                    <a:pt x="7104413" y="4767212"/>
                  </a:lnTo>
                  <a:lnTo>
                    <a:pt x="7196255" y="4746082"/>
                  </a:lnTo>
                  <a:lnTo>
                    <a:pt x="7289904" y="4721682"/>
                  </a:lnTo>
                  <a:lnTo>
                    <a:pt x="7382704" y="4694079"/>
                  </a:lnTo>
                  <a:lnTo>
                    <a:pt x="7472585" y="4663301"/>
                  </a:lnTo>
                  <a:lnTo>
                    <a:pt x="7558099" y="4629310"/>
                  </a:lnTo>
                  <a:lnTo>
                    <a:pt x="7638381" y="4591979"/>
                  </a:lnTo>
                  <a:lnTo>
                    <a:pt x="7713047" y="4551083"/>
                  </a:lnTo>
                  <a:lnTo>
                    <a:pt x="7782088" y="4506295"/>
                  </a:lnTo>
                  <a:lnTo>
                    <a:pt x="7845758" y="4457195"/>
                  </a:lnTo>
                  <a:lnTo>
                    <a:pt x="7904494" y="4403273"/>
                  </a:lnTo>
                  <a:lnTo>
                    <a:pt x="7958836" y="4343951"/>
                  </a:lnTo>
                  <a:lnTo>
                    <a:pt x="8009382" y="4278611"/>
                  </a:lnTo>
                  <a:lnTo>
                    <a:pt x="8056744" y="4206646"/>
                  </a:lnTo>
                  <a:lnTo>
                    <a:pt x="8101516" y="4127536"/>
                  </a:lnTo>
                  <a:lnTo>
                    <a:pt x="8144247" y="4040976"/>
                  </a:lnTo>
                  <a:lnTo>
                    <a:pt x="8151487" y="4025201"/>
                  </a:lnTo>
                  <a:lnTo>
                    <a:pt x="8181444" y="3956477"/>
                  </a:lnTo>
                  <a:lnTo>
                    <a:pt x="8210766" y="3883737"/>
                  </a:lnTo>
                  <a:lnTo>
                    <a:pt x="8239592" y="3806899"/>
                  </a:lnTo>
                  <a:lnTo>
                    <a:pt x="8268038" y="3725925"/>
                  </a:lnTo>
                  <a:lnTo>
                    <a:pt x="8296200" y="3640815"/>
                  </a:lnTo>
                  <a:lnTo>
                    <a:pt x="8324162" y="3551620"/>
                  </a:lnTo>
                  <a:lnTo>
                    <a:pt x="8351990" y="3458440"/>
                  </a:lnTo>
                  <a:lnTo>
                    <a:pt x="8379737" y="3361427"/>
                  </a:lnTo>
                  <a:lnTo>
                    <a:pt x="8407446" y="3260789"/>
                  </a:lnTo>
                  <a:lnTo>
                    <a:pt x="8435148" y="3156785"/>
                  </a:lnTo>
                  <a:lnTo>
                    <a:pt x="8462865" y="3049730"/>
                  </a:lnTo>
                  <a:lnTo>
                    <a:pt x="8490608" y="2939988"/>
                  </a:lnTo>
                  <a:lnTo>
                    <a:pt x="8518385" y="2827969"/>
                  </a:lnTo>
                  <a:lnTo>
                    <a:pt x="8546195" y="2714124"/>
                  </a:lnTo>
                  <a:lnTo>
                    <a:pt x="8574032" y="2598937"/>
                  </a:lnTo>
                  <a:lnTo>
                    <a:pt x="8601888" y="2482916"/>
                  </a:lnTo>
                  <a:lnTo>
                    <a:pt x="8629750" y="2366587"/>
                  </a:lnTo>
                  <a:lnTo>
                    <a:pt x="8657608" y="2250478"/>
                  </a:lnTo>
                  <a:lnTo>
                    <a:pt x="8685449" y="2135118"/>
                  </a:lnTo>
                  <a:lnTo>
                    <a:pt x="8713263" y="2021016"/>
                  </a:lnTo>
                  <a:lnTo>
                    <a:pt x="8741046" y="1908663"/>
                  </a:lnTo>
                  <a:lnTo>
                    <a:pt x="8768795" y="1798514"/>
                  </a:lnTo>
                  <a:lnTo>
                    <a:pt x="8796515" y="1690988"/>
                  </a:lnTo>
                  <a:lnTo>
                    <a:pt x="8824218" y="1586455"/>
                  </a:lnTo>
                  <a:lnTo>
                    <a:pt x="8851924" y="1485240"/>
                  </a:lnTo>
                  <a:lnTo>
                    <a:pt x="8879663" y="1387611"/>
                  </a:lnTo>
                  <a:lnTo>
                    <a:pt x="8907474" y="1293784"/>
                  </a:lnTo>
                  <a:lnTo>
                    <a:pt x="8935409" y="1203920"/>
                  </a:lnTo>
                  <a:lnTo>
                    <a:pt x="8963533" y="1118129"/>
                  </a:lnTo>
                  <a:lnTo>
                    <a:pt x="8991926" y="1036468"/>
                  </a:lnTo>
                  <a:lnTo>
                    <a:pt x="9020681" y="958947"/>
                  </a:lnTo>
                  <a:lnTo>
                    <a:pt x="9049912" y="885533"/>
                  </a:lnTo>
                  <a:lnTo>
                    <a:pt x="9079754" y="816151"/>
                  </a:lnTo>
                  <a:lnTo>
                    <a:pt x="9084767" y="805040"/>
                  </a:lnTo>
                  <a:lnTo>
                    <a:pt x="9127193" y="717181"/>
                  </a:lnTo>
                  <a:lnTo>
                    <a:pt x="9171574" y="636793"/>
                  </a:lnTo>
                  <a:lnTo>
                    <a:pt x="9218445" y="563622"/>
                  </a:lnTo>
                  <a:lnTo>
                    <a:pt x="9268395" y="497175"/>
                  </a:lnTo>
                  <a:lnTo>
                    <a:pt x="9322035" y="436854"/>
                  </a:lnTo>
                  <a:lnTo>
                    <a:pt x="9379968" y="382038"/>
                  </a:lnTo>
                  <a:lnTo>
                    <a:pt x="9442747" y="332140"/>
                  </a:lnTo>
                  <a:lnTo>
                    <a:pt x="9510832" y="286637"/>
                  </a:lnTo>
                  <a:lnTo>
                    <a:pt x="9584514" y="245092"/>
                  </a:lnTo>
                  <a:lnTo>
                    <a:pt x="9663838" y="207162"/>
                  </a:lnTo>
                  <a:lnTo>
                    <a:pt x="9748492" y="172603"/>
                  </a:lnTo>
                  <a:lnTo>
                    <a:pt x="9837701" y="141273"/>
                  </a:lnTo>
                  <a:lnTo>
                    <a:pt x="9930126" y="113119"/>
                  </a:lnTo>
                  <a:lnTo>
                    <a:pt x="10023803" y="88159"/>
                  </a:lnTo>
                  <a:lnTo>
                    <a:pt x="10116170" y="66456"/>
                  </a:lnTo>
                  <a:lnTo>
                    <a:pt x="10204207" y="48074"/>
                  </a:lnTo>
                  <a:lnTo>
                    <a:pt x="10284719" y="33029"/>
                  </a:lnTo>
                  <a:lnTo>
                    <a:pt x="10354732" y="21248"/>
                  </a:lnTo>
                  <a:lnTo>
                    <a:pt x="10411951" y="12534"/>
                  </a:lnTo>
                  <a:lnTo>
                    <a:pt x="10455149" y="6552"/>
                  </a:lnTo>
                  <a:lnTo>
                    <a:pt x="10484431" y="2853"/>
                  </a:lnTo>
                  <a:lnTo>
                    <a:pt x="10501286" y="904"/>
                  </a:lnTo>
                  <a:lnTo>
                    <a:pt x="10508483" y="140"/>
                  </a:lnTo>
                  <a:lnTo>
                    <a:pt x="10509906" y="0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17" name="pl1417"/>
            <p:cNvSpPr/>
            <p:nvPr/>
          </p:nvSpPr>
          <p:spPr>
            <a:xfrm>
              <a:off x="4799595" y="2846617"/>
              <a:ext cx="11981298" cy="6195132"/>
            </a:xfrm>
            <a:custGeom>
              <a:avLst/>
              <a:pathLst>
                <a:path w="11981298" h="6195132">
                  <a:moveTo>
                    <a:pt x="11981298" y="0"/>
                  </a:moveTo>
                  <a:lnTo>
                    <a:pt x="10509911" y="0"/>
                  </a:lnTo>
                  <a:lnTo>
                    <a:pt x="10509019" y="86"/>
                  </a:lnTo>
                  <a:lnTo>
                    <a:pt x="10503131" y="702"/>
                  </a:lnTo>
                  <a:lnTo>
                    <a:pt x="10488183" y="2405"/>
                  </a:lnTo>
                  <a:lnTo>
                    <a:pt x="10461201" y="5761"/>
                  </a:lnTo>
                  <a:lnTo>
                    <a:pt x="10420463" y="11311"/>
                  </a:lnTo>
                  <a:lnTo>
                    <a:pt x="10365624" y="19525"/>
                  </a:lnTo>
                  <a:lnTo>
                    <a:pt x="10297691" y="30755"/>
                  </a:lnTo>
                  <a:lnTo>
                    <a:pt x="10218801" y="45226"/>
                  </a:lnTo>
                  <a:lnTo>
                    <a:pt x="10131841" y="63029"/>
                  </a:lnTo>
                  <a:lnTo>
                    <a:pt x="10039999" y="84159"/>
                  </a:lnTo>
                  <a:lnTo>
                    <a:pt x="9946349" y="108559"/>
                  </a:lnTo>
                  <a:lnTo>
                    <a:pt x="9853549" y="136162"/>
                  </a:lnTo>
                  <a:lnTo>
                    <a:pt x="9763669" y="166940"/>
                  </a:lnTo>
                  <a:lnTo>
                    <a:pt x="9678154" y="200931"/>
                  </a:lnTo>
                  <a:lnTo>
                    <a:pt x="9597872" y="238262"/>
                  </a:lnTo>
                  <a:lnTo>
                    <a:pt x="9523206" y="279158"/>
                  </a:lnTo>
                  <a:lnTo>
                    <a:pt x="9454166" y="323946"/>
                  </a:lnTo>
                  <a:lnTo>
                    <a:pt x="9390495" y="373046"/>
                  </a:lnTo>
                  <a:lnTo>
                    <a:pt x="9331760" y="426968"/>
                  </a:lnTo>
                  <a:lnTo>
                    <a:pt x="9277417" y="486291"/>
                  </a:lnTo>
                  <a:lnTo>
                    <a:pt x="9226871" y="551630"/>
                  </a:lnTo>
                  <a:lnTo>
                    <a:pt x="9179509" y="623595"/>
                  </a:lnTo>
                  <a:lnTo>
                    <a:pt x="9134737" y="702705"/>
                  </a:lnTo>
                  <a:lnTo>
                    <a:pt x="9092007" y="789265"/>
                  </a:lnTo>
                  <a:lnTo>
                    <a:pt x="9084767" y="805040"/>
                  </a:lnTo>
                  <a:lnTo>
                    <a:pt x="9054809" y="873764"/>
                  </a:lnTo>
                  <a:lnTo>
                    <a:pt x="9025487" y="946504"/>
                  </a:lnTo>
                  <a:lnTo>
                    <a:pt x="8996661" y="1023342"/>
                  </a:lnTo>
                  <a:lnTo>
                    <a:pt x="8968216" y="1104316"/>
                  </a:lnTo>
                  <a:lnTo>
                    <a:pt x="8940053" y="1189426"/>
                  </a:lnTo>
                  <a:lnTo>
                    <a:pt x="8912091" y="1278621"/>
                  </a:lnTo>
                  <a:lnTo>
                    <a:pt x="8884263" y="1371801"/>
                  </a:lnTo>
                  <a:lnTo>
                    <a:pt x="8856516" y="1468814"/>
                  </a:lnTo>
                  <a:lnTo>
                    <a:pt x="8828807" y="1569452"/>
                  </a:lnTo>
                  <a:lnTo>
                    <a:pt x="8801105" y="1673456"/>
                  </a:lnTo>
                  <a:lnTo>
                    <a:pt x="8773389" y="1780511"/>
                  </a:lnTo>
                  <a:lnTo>
                    <a:pt x="8745645" y="1890253"/>
                  </a:lnTo>
                  <a:lnTo>
                    <a:pt x="8717868" y="2002272"/>
                  </a:lnTo>
                  <a:lnTo>
                    <a:pt x="8690058" y="2116117"/>
                  </a:lnTo>
                  <a:lnTo>
                    <a:pt x="8662221" y="2231304"/>
                  </a:lnTo>
                  <a:lnTo>
                    <a:pt x="8634365" y="2347325"/>
                  </a:lnTo>
                  <a:lnTo>
                    <a:pt x="8606503" y="2463654"/>
                  </a:lnTo>
                  <a:lnTo>
                    <a:pt x="8578646" y="2579763"/>
                  </a:lnTo>
                  <a:lnTo>
                    <a:pt x="8550805" y="2695123"/>
                  </a:lnTo>
                  <a:lnTo>
                    <a:pt x="8522990" y="2809225"/>
                  </a:lnTo>
                  <a:lnTo>
                    <a:pt x="8495207" y="2921578"/>
                  </a:lnTo>
                  <a:lnTo>
                    <a:pt x="8467458" y="3031727"/>
                  </a:lnTo>
                  <a:lnTo>
                    <a:pt x="8439738" y="3139254"/>
                  </a:lnTo>
                  <a:lnTo>
                    <a:pt x="8412035" y="3243786"/>
                  </a:lnTo>
                  <a:lnTo>
                    <a:pt x="8384329" y="3345001"/>
                  </a:lnTo>
                  <a:lnTo>
                    <a:pt x="8356591" y="3442630"/>
                  </a:lnTo>
                  <a:lnTo>
                    <a:pt x="8328779" y="3536457"/>
                  </a:lnTo>
                  <a:lnTo>
                    <a:pt x="8300844" y="3626321"/>
                  </a:lnTo>
                  <a:lnTo>
                    <a:pt x="8272720" y="3712112"/>
                  </a:lnTo>
                  <a:lnTo>
                    <a:pt x="8244327" y="3793773"/>
                  </a:lnTo>
                  <a:lnTo>
                    <a:pt x="8215572" y="3871294"/>
                  </a:lnTo>
                  <a:lnTo>
                    <a:pt x="8186341" y="3944708"/>
                  </a:lnTo>
                  <a:lnTo>
                    <a:pt x="8156499" y="4014090"/>
                  </a:lnTo>
                  <a:lnTo>
                    <a:pt x="8151487" y="4025201"/>
                  </a:lnTo>
                  <a:lnTo>
                    <a:pt x="8109060" y="4113060"/>
                  </a:lnTo>
                  <a:lnTo>
                    <a:pt x="8064679" y="4193448"/>
                  </a:lnTo>
                  <a:lnTo>
                    <a:pt x="8017808" y="4266619"/>
                  </a:lnTo>
                  <a:lnTo>
                    <a:pt x="7967858" y="4333066"/>
                  </a:lnTo>
                  <a:lnTo>
                    <a:pt x="7914218" y="4393387"/>
                  </a:lnTo>
                  <a:lnTo>
                    <a:pt x="7856286" y="4448203"/>
                  </a:lnTo>
                  <a:lnTo>
                    <a:pt x="7793506" y="4498101"/>
                  </a:lnTo>
                  <a:lnTo>
                    <a:pt x="7725422" y="4543604"/>
                  </a:lnTo>
                  <a:lnTo>
                    <a:pt x="7651739" y="4585149"/>
                  </a:lnTo>
                  <a:lnTo>
                    <a:pt x="7572415" y="4623080"/>
                  </a:lnTo>
                  <a:lnTo>
                    <a:pt x="7487762" y="4657638"/>
                  </a:lnTo>
                  <a:lnTo>
                    <a:pt x="7398552" y="4688968"/>
                  </a:lnTo>
                  <a:lnTo>
                    <a:pt x="7306127" y="4717122"/>
                  </a:lnTo>
                  <a:lnTo>
                    <a:pt x="7212450" y="4742082"/>
                  </a:lnTo>
                  <a:lnTo>
                    <a:pt x="7120083" y="4763785"/>
                  </a:lnTo>
                  <a:lnTo>
                    <a:pt x="7032046" y="4782167"/>
                  </a:lnTo>
                  <a:lnTo>
                    <a:pt x="6951534" y="4797212"/>
                  </a:lnTo>
                  <a:lnTo>
                    <a:pt x="6881521" y="4808993"/>
                  </a:lnTo>
                  <a:lnTo>
                    <a:pt x="6824303" y="4817708"/>
                  </a:lnTo>
                  <a:lnTo>
                    <a:pt x="6781104" y="4823689"/>
                  </a:lnTo>
                  <a:lnTo>
                    <a:pt x="6751822" y="4827388"/>
                  </a:lnTo>
                  <a:lnTo>
                    <a:pt x="6734968" y="4829337"/>
                  </a:lnTo>
                  <a:lnTo>
                    <a:pt x="6727770" y="4830101"/>
                  </a:lnTo>
                  <a:lnTo>
                    <a:pt x="6726347" y="4830241"/>
                  </a:lnTo>
                  <a:lnTo>
                    <a:pt x="6726343" y="4830242"/>
                  </a:lnTo>
                  <a:lnTo>
                    <a:pt x="5254955" y="4830242"/>
                  </a:lnTo>
                  <a:lnTo>
                    <a:pt x="5253740" y="4830275"/>
                  </a:lnTo>
                  <a:lnTo>
                    <a:pt x="5245764" y="4830515"/>
                  </a:lnTo>
                  <a:lnTo>
                    <a:pt x="5225697" y="4831177"/>
                  </a:lnTo>
                  <a:lnTo>
                    <a:pt x="5189921" y="4832480"/>
                  </a:lnTo>
                  <a:lnTo>
                    <a:pt x="5136799" y="4834625"/>
                  </a:lnTo>
                  <a:lnTo>
                    <a:pt x="5066800" y="4837771"/>
                  </a:lnTo>
                  <a:lnTo>
                    <a:pt x="4982289" y="4842026"/>
                  </a:lnTo>
                  <a:lnTo>
                    <a:pt x="4886979" y="4847438"/>
                  </a:lnTo>
                  <a:lnTo>
                    <a:pt x="4785198" y="4854012"/>
                  </a:lnTo>
                  <a:lnTo>
                    <a:pt x="4681171" y="4861726"/>
                  </a:lnTo>
                  <a:lnTo>
                    <a:pt x="4578492" y="4870555"/>
                  </a:lnTo>
                  <a:lnTo>
                    <a:pt x="4479861" y="4880493"/>
                  </a:lnTo>
                  <a:lnTo>
                    <a:pt x="4387033" y="4891562"/>
                  </a:lnTo>
                  <a:lnTo>
                    <a:pt x="4300927" y="4903828"/>
                  </a:lnTo>
                  <a:lnTo>
                    <a:pt x="4221799" y="4917396"/>
                  </a:lnTo>
                  <a:lnTo>
                    <a:pt x="4149429" y="4932416"/>
                  </a:lnTo>
                  <a:lnTo>
                    <a:pt x="4083282" y="4949076"/>
                  </a:lnTo>
                  <a:lnTo>
                    <a:pt x="4022636" y="4967595"/>
                  </a:lnTo>
                  <a:lnTo>
                    <a:pt x="3966678" y="4988212"/>
                  </a:lnTo>
                  <a:lnTo>
                    <a:pt x="3914569" y="5011160"/>
                  </a:lnTo>
                  <a:lnTo>
                    <a:pt x="3865503" y="5036630"/>
                  </a:lnTo>
                  <a:lnTo>
                    <a:pt x="3829811" y="5057723"/>
                  </a:lnTo>
                  <a:lnTo>
                    <a:pt x="3782082" y="5089416"/>
                  </a:lnTo>
                  <a:lnTo>
                    <a:pt x="3735773" y="5124063"/>
                  </a:lnTo>
                  <a:lnTo>
                    <a:pt x="3690392" y="5161715"/>
                  </a:lnTo>
                  <a:lnTo>
                    <a:pt x="3645569" y="5202341"/>
                  </a:lnTo>
                  <a:lnTo>
                    <a:pt x="3601034" y="5245817"/>
                  </a:lnTo>
                  <a:lnTo>
                    <a:pt x="3556600" y="5291921"/>
                  </a:lnTo>
                  <a:lnTo>
                    <a:pt x="3512150" y="5340327"/>
                  </a:lnTo>
                  <a:lnTo>
                    <a:pt x="3467627" y="5390618"/>
                  </a:lnTo>
                  <a:lnTo>
                    <a:pt x="3423020" y="5442290"/>
                  </a:lnTo>
                  <a:lnTo>
                    <a:pt x="3378352" y="5494777"/>
                  </a:lnTo>
                  <a:lnTo>
                    <a:pt x="3333669" y="5547473"/>
                  </a:lnTo>
                  <a:lnTo>
                    <a:pt x="3289017" y="5599763"/>
                  </a:lnTo>
                  <a:lnTo>
                    <a:pt x="3244435" y="5651051"/>
                  </a:lnTo>
                  <a:lnTo>
                    <a:pt x="3199939" y="5700789"/>
                  </a:lnTo>
                  <a:lnTo>
                    <a:pt x="3155502" y="5748499"/>
                  </a:lnTo>
                  <a:lnTo>
                    <a:pt x="3111052" y="5793790"/>
                  </a:lnTo>
                  <a:lnTo>
                    <a:pt x="3066449" y="5836373"/>
                  </a:lnTo>
                  <a:lnTo>
                    <a:pt x="3021481" y="5876054"/>
                  </a:lnTo>
                  <a:lnTo>
                    <a:pt x="2975848" y="5912742"/>
                  </a:lnTo>
                  <a:lnTo>
                    <a:pt x="2929143" y="5946433"/>
                  </a:lnTo>
                  <a:lnTo>
                    <a:pt x="2896531" y="5967650"/>
                  </a:lnTo>
                  <a:lnTo>
                    <a:pt x="2849287" y="5995100"/>
                  </a:lnTo>
                  <a:lnTo>
                    <a:pt x="2799560" y="6019951"/>
                  </a:lnTo>
                  <a:lnTo>
                    <a:pt x="2746602" y="6042320"/>
                  </a:lnTo>
                  <a:lnTo>
                    <a:pt x="2689594" y="6062410"/>
                  </a:lnTo>
                  <a:lnTo>
                    <a:pt x="2627699" y="6080461"/>
                  </a:lnTo>
                  <a:lnTo>
                    <a:pt x="2560117" y="6096708"/>
                  </a:lnTo>
                  <a:lnTo>
                    <a:pt x="2486163" y="6111363"/>
                  </a:lnTo>
                  <a:lnTo>
                    <a:pt x="2405363" y="6124607"/>
                  </a:lnTo>
                  <a:lnTo>
                    <a:pt x="2317597" y="6136577"/>
                  </a:lnTo>
                  <a:lnTo>
                    <a:pt x="2223262" y="6147371"/>
                  </a:lnTo>
                  <a:lnTo>
                    <a:pt x="2123463" y="6157041"/>
                  </a:lnTo>
                  <a:lnTo>
                    <a:pt x="2020178" y="6165604"/>
                  </a:lnTo>
                  <a:lnTo>
                    <a:pt x="1916332" y="6173046"/>
                  </a:lnTo>
                  <a:lnTo>
                    <a:pt x="1815706" y="6179342"/>
                  </a:lnTo>
                  <a:lnTo>
                    <a:pt x="1722606" y="6184475"/>
                  </a:lnTo>
                  <a:lnTo>
                    <a:pt x="1641282" y="6188456"/>
                  </a:lnTo>
                  <a:lnTo>
                    <a:pt x="1575187" y="6191350"/>
                  </a:lnTo>
                  <a:lnTo>
                    <a:pt x="1526269" y="6193276"/>
                  </a:lnTo>
                  <a:lnTo>
                    <a:pt x="1494496" y="6194406"/>
                  </a:lnTo>
                  <a:lnTo>
                    <a:pt x="1477733" y="6194947"/>
                  </a:lnTo>
                  <a:lnTo>
                    <a:pt x="1471927" y="6195118"/>
                  </a:lnTo>
                  <a:lnTo>
                    <a:pt x="1471387" y="6195132"/>
                  </a:lnTo>
                  <a:lnTo>
                    <a:pt x="0" y="619513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18" name="pg1418"/>
            <p:cNvSpPr/>
            <p:nvPr/>
          </p:nvSpPr>
          <p:spPr>
            <a:xfrm>
              <a:off x="4799595" y="7799454"/>
              <a:ext cx="11981298" cy="1274987"/>
            </a:xfrm>
            <a:custGeom>
              <a:avLst/>
              <a:pathLst>
                <a:path w="11981298" h="1274987">
                  <a:moveTo>
                    <a:pt x="0" y="1274987"/>
                  </a:moveTo>
                  <a:lnTo>
                    <a:pt x="1471387" y="1274987"/>
                  </a:lnTo>
                  <a:lnTo>
                    <a:pt x="1472606" y="1274956"/>
                  </a:lnTo>
                  <a:lnTo>
                    <a:pt x="1480605" y="1274736"/>
                  </a:lnTo>
                  <a:lnTo>
                    <a:pt x="1500728" y="1274128"/>
                  </a:lnTo>
                  <a:lnTo>
                    <a:pt x="1536599" y="1272930"/>
                  </a:lnTo>
                  <a:lnTo>
                    <a:pt x="1589852" y="1270959"/>
                  </a:lnTo>
                  <a:lnTo>
                    <a:pt x="1660009" y="1268068"/>
                  </a:lnTo>
                  <a:lnTo>
                    <a:pt x="1744688" y="1264160"/>
                  </a:lnTo>
                  <a:lnTo>
                    <a:pt x="1840158" y="1259188"/>
                  </a:lnTo>
                  <a:lnTo>
                    <a:pt x="1942076" y="1253150"/>
                  </a:lnTo>
                  <a:lnTo>
                    <a:pt x="2046211" y="1246066"/>
                  </a:lnTo>
                  <a:lnTo>
                    <a:pt x="2148961" y="1237959"/>
                  </a:lnTo>
                  <a:lnTo>
                    <a:pt x="2247632" y="1228833"/>
                  </a:lnTo>
                  <a:lnTo>
                    <a:pt x="2340473" y="1218668"/>
                  </a:lnTo>
                  <a:lnTo>
                    <a:pt x="2426571" y="1207404"/>
                  </a:lnTo>
                  <a:lnTo>
                    <a:pt x="2505678" y="1194942"/>
                  </a:lnTo>
                  <a:lnTo>
                    <a:pt x="2578019" y="1181146"/>
                  </a:lnTo>
                  <a:lnTo>
                    <a:pt x="2644135" y="1165841"/>
                  </a:lnTo>
                  <a:lnTo>
                    <a:pt x="2704752" y="1148826"/>
                  </a:lnTo>
                  <a:lnTo>
                    <a:pt x="2760688" y="1129881"/>
                  </a:lnTo>
                  <a:lnTo>
                    <a:pt x="2812782" y="1108792"/>
                  </a:lnTo>
                  <a:lnTo>
                    <a:pt x="2861842" y="1085385"/>
                  </a:lnTo>
                  <a:lnTo>
                    <a:pt x="2896531" y="1066576"/>
                  </a:lnTo>
                  <a:lnTo>
                    <a:pt x="2945226" y="1036914"/>
                  </a:lnTo>
                  <a:lnTo>
                    <a:pt x="2992453" y="1004432"/>
                  </a:lnTo>
                  <a:lnTo>
                    <a:pt x="3038732" y="969081"/>
                  </a:lnTo>
                  <a:lnTo>
                    <a:pt x="3084449" y="930898"/>
                  </a:lnTo>
                  <a:lnTo>
                    <a:pt x="3129884" y="890009"/>
                  </a:lnTo>
                  <a:lnTo>
                    <a:pt x="3175231" y="846640"/>
                  </a:lnTo>
                  <a:lnTo>
                    <a:pt x="3220604" y="801119"/>
                  </a:lnTo>
                  <a:lnTo>
                    <a:pt x="3266057" y="753865"/>
                  </a:lnTo>
                  <a:lnTo>
                    <a:pt x="3311596" y="705378"/>
                  </a:lnTo>
                  <a:lnTo>
                    <a:pt x="3357190" y="656219"/>
                  </a:lnTo>
                  <a:lnTo>
                    <a:pt x="3402790" y="606981"/>
                  </a:lnTo>
                  <a:lnTo>
                    <a:pt x="3448347" y="558262"/>
                  </a:lnTo>
                  <a:lnTo>
                    <a:pt x="3493825" y="510633"/>
                  </a:lnTo>
                  <a:lnTo>
                    <a:pt x="3539216" y="464613"/>
                  </a:lnTo>
                  <a:lnTo>
                    <a:pt x="3584561" y="420644"/>
                  </a:lnTo>
                  <a:lnTo>
                    <a:pt x="3629958" y="379079"/>
                  </a:lnTo>
                  <a:lnTo>
                    <a:pt x="3675577" y="340170"/>
                  </a:lnTo>
                  <a:lnTo>
                    <a:pt x="3721675" y="304069"/>
                  </a:lnTo>
                  <a:lnTo>
                    <a:pt x="3768610" y="270836"/>
                  </a:lnTo>
                  <a:lnTo>
                    <a:pt x="3816862" y="240443"/>
                  </a:lnTo>
                  <a:lnTo>
                    <a:pt x="3829811" y="232930"/>
                  </a:lnTo>
                  <a:lnTo>
                    <a:pt x="3877103" y="207757"/>
                  </a:lnTo>
                  <a:lnTo>
                    <a:pt x="3926884" y="184970"/>
                  </a:lnTo>
                  <a:lnTo>
                    <a:pt x="3979904" y="164462"/>
                  </a:lnTo>
                  <a:lnTo>
                    <a:pt x="4036985" y="146044"/>
                  </a:lnTo>
                  <a:lnTo>
                    <a:pt x="4098967" y="129498"/>
                  </a:lnTo>
                  <a:lnTo>
                    <a:pt x="4166649" y="114607"/>
                  </a:lnTo>
                  <a:lnTo>
                    <a:pt x="4240721" y="101175"/>
                  </a:lnTo>
                  <a:lnTo>
                    <a:pt x="4321654" y="89039"/>
                  </a:lnTo>
                  <a:lnTo>
                    <a:pt x="4409567" y="78071"/>
                  </a:lnTo>
                  <a:lnTo>
                    <a:pt x="4504054" y="68183"/>
                  </a:lnTo>
                  <a:lnTo>
                    <a:pt x="4604001" y="59325"/>
                  </a:lnTo>
                  <a:lnTo>
                    <a:pt x="4707414" y="51483"/>
                  </a:lnTo>
                  <a:lnTo>
                    <a:pt x="4811348" y="44671"/>
                  </a:lnTo>
                  <a:lnTo>
                    <a:pt x="4912002" y="38911"/>
                  </a:lnTo>
                  <a:lnTo>
                    <a:pt x="5005053" y="34220"/>
                  </a:lnTo>
                  <a:lnTo>
                    <a:pt x="5086245" y="30585"/>
                  </a:lnTo>
                  <a:lnTo>
                    <a:pt x="5152133" y="27946"/>
                  </a:lnTo>
                  <a:lnTo>
                    <a:pt x="5200794" y="26194"/>
                  </a:lnTo>
                  <a:lnTo>
                    <a:pt x="5232295" y="25170"/>
                  </a:lnTo>
                  <a:lnTo>
                    <a:pt x="5248816" y="24683"/>
                  </a:lnTo>
                  <a:lnTo>
                    <a:pt x="5254458" y="24531"/>
                  </a:lnTo>
                  <a:lnTo>
                    <a:pt x="5254955" y="24518"/>
                  </a:lnTo>
                  <a:lnTo>
                    <a:pt x="6726343" y="24518"/>
                  </a:lnTo>
                  <a:lnTo>
                    <a:pt x="6727573" y="24537"/>
                  </a:lnTo>
                  <a:lnTo>
                    <a:pt x="6735649" y="24673"/>
                  </a:lnTo>
                  <a:lnTo>
                    <a:pt x="6755959" y="25046"/>
                  </a:lnTo>
                  <a:lnTo>
                    <a:pt x="6792148" y="25782"/>
                  </a:lnTo>
                  <a:lnTo>
                    <a:pt x="6845841" y="26991"/>
                  </a:lnTo>
                  <a:lnTo>
                    <a:pt x="6916524" y="28765"/>
                  </a:lnTo>
                  <a:lnTo>
                    <a:pt x="7001761" y="31163"/>
                  </a:lnTo>
                  <a:lnTo>
                    <a:pt x="7097763" y="34211"/>
                  </a:lnTo>
                  <a:lnTo>
                    <a:pt x="7200139" y="37912"/>
                  </a:lnTo>
                  <a:lnTo>
                    <a:pt x="7304626" y="42252"/>
                  </a:lnTo>
                  <a:lnTo>
                    <a:pt x="7407614" y="47218"/>
                  </a:lnTo>
                  <a:lnTo>
                    <a:pt x="7506416" y="52807"/>
                  </a:lnTo>
                  <a:lnTo>
                    <a:pt x="7599297" y="59034"/>
                  </a:lnTo>
                  <a:lnTo>
                    <a:pt x="7685368" y="65935"/>
                  </a:lnTo>
                  <a:lnTo>
                    <a:pt x="7764402" y="73572"/>
                  </a:lnTo>
                  <a:lnTo>
                    <a:pt x="7836646" y="82030"/>
                  </a:lnTo>
                  <a:lnTo>
                    <a:pt x="7902660" y="91418"/>
                  </a:lnTo>
                  <a:lnTo>
                    <a:pt x="7963182" y="101860"/>
                  </a:lnTo>
                  <a:lnTo>
                    <a:pt x="8019043" y="113491"/>
                  </a:lnTo>
                  <a:lnTo>
                    <a:pt x="8071089" y="126442"/>
                  </a:lnTo>
                  <a:lnTo>
                    <a:pt x="8120133" y="140816"/>
                  </a:lnTo>
                  <a:lnTo>
                    <a:pt x="8151487" y="151200"/>
                  </a:lnTo>
                  <a:lnTo>
                    <a:pt x="8204269" y="170851"/>
                  </a:lnTo>
                  <a:lnTo>
                    <a:pt x="8255380" y="192526"/>
                  </a:lnTo>
                  <a:lnTo>
                    <a:pt x="8305458" y="216254"/>
                  </a:lnTo>
                  <a:lnTo>
                    <a:pt x="8354968" y="241994"/>
                  </a:lnTo>
                  <a:lnTo>
                    <a:pt x="8404234" y="269624"/>
                  </a:lnTo>
                  <a:lnTo>
                    <a:pt x="8453461" y="298936"/>
                  </a:lnTo>
                  <a:lnTo>
                    <a:pt x="8502760" y="329644"/>
                  </a:lnTo>
                  <a:lnTo>
                    <a:pt x="8552162" y="361383"/>
                  </a:lnTo>
                  <a:lnTo>
                    <a:pt x="8601644" y="393734"/>
                  </a:lnTo>
                  <a:lnTo>
                    <a:pt x="8651147" y="426240"/>
                  </a:lnTo>
                  <a:lnTo>
                    <a:pt x="8700607" y="458437"/>
                  </a:lnTo>
                  <a:lnTo>
                    <a:pt x="8749975" y="489876"/>
                  </a:lnTo>
                  <a:lnTo>
                    <a:pt x="8799243" y="520154"/>
                  </a:lnTo>
                  <a:lnTo>
                    <a:pt x="8848467" y="548933"/>
                  </a:lnTo>
                  <a:lnTo>
                    <a:pt x="8897786" y="575949"/>
                  </a:lnTo>
                  <a:lnTo>
                    <a:pt x="8947443" y="601027"/>
                  </a:lnTo>
                  <a:lnTo>
                    <a:pt x="8997807" y="624070"/>
                  </a:lnTo>
                  <a:lnTo>
                    <a:pt x="9049395" y="645062"/>
                  </a:lnTo>
                  <a:lnTo>
                    <a:pt x="9084767" y="657926"/>
                  </a:lnTo>
                  <a:lnTo>
                    <a:pt x="9132220" y="673275"/>
                  </a:lnTo>
                  <a:lnTo>
                    <a:pt x="9182181" y="687165"/>
                  </a:lnTo>
                  <a:lnTo>
                    <a:pt x="9235408" y="699661"/>
                  </a:lnTo>
                  <a:lnTo>
                    <a:pt x="9292732" y="710880"/>
                  </a:lnTo>
                  <a:lnTo>
                    <a:pt x="9355000" y="720955"/>
                  </a:lnTo>
                  <a:lnTo>
                    <a:pt x="9423019" y="730019"/>
                  </a:lnTo>
                  <a:lnTo>
                    <a:pt x="9497483" y="738192"/>
                  </a:lnTo>
                  <a:lnTo>
                    <a:pt x="9578860" y="745575"/>
                  </a:lnTo>
                  <a:lnTo>
                    <a:pt x="9667260" y="752245"/>
                  </a:lnTo>
                  <a:lnTo>
                    <a:pt x="9762257" y="758256"/>
                  </a:lnTo>
                  <a:lnTo>
                    <a:pt x="9862696" y="763636"/>
                  </a:lnTo>
                  <a:lnTo>
                    <a:pt x="9966533" y="768394"/>
                  </a:lnTo>
                  <a:lnTo>
                    <a:pt x="10070756" y="772523"/>
                  </a:lnTo>
                  <a:lnTo>
                    <a:pt x="10171496" y="776006"/>
                  </a:lnTo>
                  <a:lnTo>
                    <a:pt x="10264376" y="778836"/>
                  </a:lnTo>
                  <a:lnTo>
                    <a:pt x="10345120" y="781020"/>
                  </a:lnTo>
                  <a:lnTo>
                    <a:pt x="10410311" y="782598"/>
                  </a:lnTo>
                  <a:lnTo>
                    <a:pt x="10458108" y="783637"/>
                  </a:lnTo>
                  <a:lnTo>
                    <a:pt x="10488705" y="784239"/>
                  </a:lnTo>
                  <a:lnTo>
                    <a:pt x="10504430" y="784519"/>
                  </a:lnTo>
                  <a:lnTo>
                    <a:pt x="10509540" y="784602"/>
                  </a:lnTo>
                  <a:lnTo>
                    <a:pt x="10509911" y="784607"/>
                  </a:lnTo>
                  <a:lnTo>
                    <a:pt x="11981298" y="784607"/>
                  </a:lnTo>
                  <a:lnTo>
                    <a:pt x="11981298" y="760088"/>
                  </a:lnTo>
                  <a:lnTo>
                    <a:pt x="10509911" y="760088"/>
                  </a:lnTo>
                  <a:lnTo>
                    <a:pt x="10508680" y="760069"/>
                  </a:lnTo>
                  <a:lnTo>
                    <a:pt x="10500604" y="759934"/>
                  </a:lnTo>
                  <a:lnTo>
                    <a:pt x="10480294" y="759560"/>
                  </a:lnTo>
                  <a:lnTo>
                    <a:pt x="10444105" y="758825"/>
                  </a:lnTo>
                  <a:lnTo>
                    <a:pt x="10390412" y="757616"/>
                  </a:lnTo>
                  <a:lnTo>
                    <a:pt x="10319729" y="755842"/>
                  </a:lnTo>
                  <a:lnTo>
                    <a:pt x="10234492" y="753444"/>
                  </a:lnTo>
                  <a:lnTo>
                    <a:pt x="10138491" y="750396"/>
                  </a:lnTo>
                  <a:lnTo>
                    <a:pt x="10036115" y="746695"/>
                  </a:lnTo>
                  <a:lnTo>
                    <a:pt x="9931628" y="742355"/>
                  </a:lnTo>
                  <a:lnTo>
                    <a:pt x="9828639" y="737389"/>
                  </a:lnTo>
                  <a:lnTo>
                    <a:pt x="9729837" y="731799"/>
                  </a:lnTo>
                  <a:lnTo>
                    <a:pt x="9636956" y="725573"/>
                  </a:lnTo>
                  <a:lnTo>
                    <a:pt x="9550885" y="718672"/>
                  </a:lnTo>
                  <a:lnTo>
                    <a:pt x="9471851" y="711035"/>
                  </a:lnTo>
                  <a:lnTo>
                    <a:pt x="9399607" y="702576"/>
                  </a:lnTo>
                  <a:lnTo>
                    <a:pt x="9333594" y="693189"/>
                  </a:lnTo>
                  <a:lnTo>
                    <a:pt x="9273071" y="682747"/>
                  </a:lnTo>
                  <a:lnTo>
                    <a:pt x="9217211" y="671116"/>
                  </a:lnTo>
                  <a:lnTo>
                    <a:pt x="9165164" y="658165"/>
                  </a:lnTo>
                  <a:lnTo>
                    <a:pt x="9116121" y="643791"/>
                  </a:lnTo>
                  <a:lnTo>
                    <a:pt x="9084767" y="633407"/>
                  </a:lnTo>
                  <a:lnTo>
                    <a:pt x="9031984" y="613756"/>
                  </a:lnTo>
                  <a:lnTo>
                    <a:pt x="8980873" y="592081"/>
                  </a:lnTo>
                  <a:lnTo>
                    <a:pt x="8930795" y="568353"/>
                  </a:lnTo>
                  <a:lnTo>
                    <a:pt x="8881285" y="542613"/>
                  </a:lnTo>
                  <a:lnTo>
                    <a:pt x="8832020" y="514983"/>
                  </a:lnTo>
                  <a:lnTo>
                    <a:pt x="8782792" y="485671"/>
                  </a:lnTo>
                  <a:lnTo>
                    <a:pt x="8733493" y="454963"/>
                  </a:lnTo>
                  <a:lnTo>
                    <a:pt x="8684091" y="423224"/>
                  </a:lnTo>
                  <a:lnTo>
                    <a:pt x="8634610" y="390873"/>
                  </a:lnTo>
                  <a:lnTo>
                    <a:pt x="8585106" y="358366"/>
                  </a:lnTo>
                  <a:lnTo>
                    <a:pt x="8535646" y="326170"/>
                  </a:lnTo>
                  <a:lnTo>
                    <a:pt x="8486278" y="294731"/>
                  </a:lnTo>
                  <a:lnTo>
                    <a:pt x="8437010" y="264453"/>
                  </a:lnTo>
                  <a:lnTo>
                    <a:pt x="8387786" y="235674"/>
                  </a:lnTo>
                  <a:lnTo>
                    <a:pt x="8338467" y="208657"/>
                  </a:lnTo>
                  <a:lnTo>
                    <a:pt x="8288810" y="183580"/>
                  </a:lnTo>
                  <a:lnTo>
                    <a:pt x="8238446" y="160537"/>
                  </a:lnTo>
                  <a:lnTo>
                    <a:pt x="8186858" y="139544"/>
                  </a:lnTo>
                  <a:lnTo>
                    <a:pt x="8151487" y="126681"/>
                  </a:lnTo>
                  <a:lnTo>
                    <a:pt x="8104033" y="111332"/>
                  </a:lnTo>
                  <a:lnTo>
                    <a:pt x="8054072" y="97442"/>
                  </a:lnTo>
                  <a:lnTo>
                    <a:pt x="8000845" y="84945"/>
                  </a:lnTo>
                  <a:lnTo>
                    <a:pt x="7943521" y="73727"/>
                  </a:lnTo>
                  <a:lnTo>
                    <a:pt x="7881254" y="63652"/>
                  </a:lnTo>
                  <a:lnTo>
                    <a:pt x="7813234" y="54588"/>
                  </a:lnTo>
                  <a:lnTo>
                    <a:pt x="7738771" y="46414"/>
                  </a:lnTo>
                  <a:lnTo>
                    <a:pt x="7657393" y="39032"/>
                  </a:lnTo>
                  <a:lnTo>
                    <a:pt x="7568993" y="32362"/>
                  </a:lnTo>
                  <a:lnTo>
                    <a:pt x="7473996" y="26351"/>
                  </a:lnTo>
                  <a:lnTo>
                    <a:pt x="7373557" y="20971"/>
                  </a:lnTo>
                  <a:lnTo>
                    <a:pt x="7269720" y="16213"/>
                  </a:lnTo>
                  <a:lnTo>
                    <a:pt x="7165497" y="12084"/>
                  </a:lnTo>
                  <a:lnTo>
                    <a:pt x="7064757" y="8601"/>
                  </a:lnTo>
                  <a:lnTo>
                    <a:pt x="6971877" y="5771"/>
                  </a:lnTo>
                  <a:lnTo>
                    <a:pt x="6891134" y="3586"/>
                  </a:lnTo>
                  <a:lnTo>
                    <a:pt x="6825943" y="2009"/>
                  </a:lnTo>
                  <a:lnTo>
                    <a:pt x="6778146" y="969"/>
                  </a:lnTo>
                  <a:lnTo>
                    <a:pt x="6747548" y="368"/>
                  </a:lnTo>
                  <a:lnTo>
                    <a:pt x="6731823" y="88"/>
                  </a:lnTo>
                  <a:lnTo>
                    <a:pt x="6726713" y="5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736" y="30"/>
                  </a:lnTo>
                  <a:lnTo>
                    <a:pt x="5245737" y="251"/>
                  </a:lnTo>
                  <a:lnTo>
                    <a:pt x="5225614" y="859"/>
                  </a:lnTo>
                  <a:lnTo>
                    <a:pt x="5189743" y="2057"/>
                  </a:lnTo>
                  <a:lnTo>
                    <a:pt x="5136490" y="4027"/>
                  </a:lnTo>
                  <a:lnTo>
                    <a:pt x="5066333" y="6918"/>
                  </a:lnTo>
                  <a:lnTo>
                    <a:pt x="4981654" y="10827"/>
                  </a:lnTo>
                  <a:lnTo>
                    <a:pt x="4886185" y="15799"/>
                  </a:lnTo>
                  <a:lnTo>
                    <a:pt x="4784266" y="21836"/>
                  </a:lnTo>
                  <a:lnTo>
                    <a:pt x="4680131" y="28920"/>
                  </a:lnTo>
                  <a:lnTo>
                    <a:pt x="4577381" y="37028"/>
                  </a:lnTo>
                  <a:lnTo>
                    <a:pt x="4478710" y="46154"/>
                  </a:lnTo>
                  <a:lnTo>
                    <a:pt x="4385869" y="56319"/>
                  </a:lnTo>
                  <a:lnTo>
                    <a:pt x="4299771" y="67583"/>
                  </a:lnTo>
                  <a:lnTo>
                    <a:pt x="4220664" y="80044"/>
                  </a:lnTo>
                  <a:lnTo>
                    <a:pt x="4148323" y="93841"/>
                  </a:lnTo>
                  <a:lnTo>
                    <a:pt x="4082207" y="109146"/>
                  </a:lnTo>
                  <a:lnTo>
                    <a:pt x="4021590" y="126161"/>
                  </a:lnTo>
                  <a:lnTo>
                    <a:pt x="3965654" y="145106"/>
                  </a:lnTo>
                  <a:lnTo>
                    <a:pt x="3913560" y="166195"/>
                  </a:lnTo>
                  <a:lnTo>
                    <a:pt x="3864500" y="189602"/>
                  </a:lnTo>
                  <a:lnTo>
                    <a:pt x="3829811" y="208411"/>
                  </a:lnTo>
                  <a:lnTo>
                    <a:pt x="3781117" y="238073"/>
                  </a:lnTo>
                  <a:lnTo>
                    <a:pt x="3733889" y="270555"/>
                  </a:lnTo>
                  <a:lnTo>
                    <a:pt x="3687610" y="305905"/>
                  </a:lnTo>
                  <a:lnTo>
                    <a:pt x="3641894" y="344089"/>
                  </a:lnTo>
                  <a:lnTo>
                    <a:pt x="3596458" y="384978"/>
                  </a:lnTo>
                  <a:lnTo>
                    <a:pt x="3551112" y="428346"/>
                  </a:lnTo>
                  <a:lnTo>
                    <a:pt x="3505739" y="473867"/>
                  </a:lnTo>
                  <a:lnTo>
                    <a:pt x="3460285" y="521122"/>
                  </a:lnTo>
                  <a:lnTo>
                    <a:pt x="3414746" y="569608"/>
                  </a:lnTo>
                  <a:lnTo>
                    <a:pt x="3369152" y="618768"/>
                  </a:lnTo>
                  <a:lnTo>
                    <a:pt x="3323552" y="668006"/>
                  </a:lnTo>
                  <a:lnTo>
                    <a:pt x="3277995" y="716725"/>
                  </a:lnTo>
                  <a:lnTo>
                    <a:pt x="3232518" y="764354"/>
                  </a:lnTo>
                  <a:lnTo>
                    <a:pt x="3187126" y="810374"/>
                  </a:lnTo>
                  <a:lnTo>
                    <a:pt x="3141782" y="854342"/>
                  </a:lnTo>
                  <a:lnTo>
                    <a:pt x="3096385" y="895908"/>
                  </a:lnTo>
                  <a:lnTo>
                    <a:pt x="3050765" y="934817"/>
                  </a:lnTo>
                  <a:lnTo>
                    <a:pt x="3004667" y="970918"/>
                  </a:lnTo>
                  <a:lnTo>
                    <a:pt x="2957732" y="1004151"/>
                  </a:lnTo>
                  <a:lnTo>
                    <a:pt x="2909481" y="1034544"/>
                  </a:lnTo>
                  <a:lnTo>
                    <a:pt x="2896531" y="1042057"/>
                  </a:lnTo>
                  <a:lnTo>
                    <a:pt x="2849239" y="1067229"/>
                  </a:lnTo>
                  <a:lnTo>
                    <a:pt x="2799458" y="1090016"/>
                  </a:lnTo>
                  <a:lnTo>
                    <a:pt x="2746438" y="1110525"/>
                  </a:lnTo>
                  <a:lnTo>
                    <a:pt x="2689357" y="1128943"/>
                  </a:lnTo>
                  <a:lnTo>
                    <a:pt x="2627376" y="1145489"/>
                  </a:lnTo>
                  <a:lnTo>
                    <a:pt x="2559693" y="1160380"/>
                  </a:lnTo>
                  <a:lnTo>
                    <a:pt x="2485621" y="1173811"/>
                  </a:lnTo>
                  <a:lnTo>
                    <a:pt x="2404688" y="1185947"/>
                  </a:lnTo>
                  <a:lnTo>
                    <a:pt x="2316776" y="1196916"/>
                  </a:lnTo>
                  <a:lnTo>
                    <a:pt x="2222288" y="1206804"/>
                  </a:lnTo>
                  <a:lnTo>
                    <a:pt x="2122341" y="1215662"/>
                  </a:lnTo>
                  <a:lnTo>
                    <a:pt x="2018928" y="1223503"/>
                  </a:lnTo>
                  <a:lnTo>
                    <a:pt x="1914994" y="1230316"/>
                  </a:lnTo>
                  <a:lnTo>
                    <a:pt x="1814340" y="1236075"/>
                  </a:lnTo>
                  <a:lnTo>
                    <a:pt x="1721289" y="1240767"/>
                  </a:lnTo>
                  <a:lnTo>
                    <a:pt x="1640097" y="1244402"/>
                  </a:lnTo>
                  <a:lnTo>
                    <a:pt x="1574209" y="1247040"/>
                  </a:lnTo>
                  <a:lnTo>
                    <a:pt x="1525549" y="1248792"/>
                  </a:lnTo>
                  <a:lnTo>
                    <a:pt x="1494047" y="1249817"/>
                  </a:lnTo>
                  <a:lnTo>
                    <a:pt x="1477526" y="1250304"/>
                  </a:lnTo>
                  <a:lnTo>
                    <a:pt x="1471884" y="1250456"/>
                  </a:lnTo>
                  <a:lnTo>
                    <a:pt x="1471387" y="1250468"/>
                  </a:lnTo>
                  <a:lnTo>
                    <a:pt x="0" y="1250468"/>
                  </a:lnTo>
                  <a:close/>
                </a:path>
              </a:pathLst>
            </a:custGeom>
            <a:solidFill>
              <a:srgbClr val="E78AC3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419" name="pl1419"/>
            <p:cNvSpPr/>
            <p:nvPr/>
          </p:nvSpPr>
          <p:spPr>
            <a:xfrm>
              <a:off x="4799595" y="7823973"/>
              <a:ext cx="11981298" cy="1250468"/>
            </a:xfrm>
            <a:custGeom>
              <a:avLst/>
              <a:pathLst>
                <a:path w="11981298" h="1250468">
                  <a:moveTo>
                    <a:pt x="0" y="1250468"/>
                  </a:moveTo>
                  <a:lnTo>
                    <a:pt x="1471387" y="1250468"/>
                  </a:lnTo>
                  <a:lnTo>
                    <a:pt x="1472606" y="1250437"/>
                  </a:lnTo>
                  <a:lnTo>
                    <a:pt x="1480605" y="1250217"/>
                  </a:lnTo>
                  <a:lnTo>
                    <a:pt x="1500728" y="1249609"/>
                  </a:lnTo>
                  <a:lnTo>
                    <a:pt x="1536599" y="1248411"/>
                  </a:lnTo>
                  <a:lnTo>
                    <a:pt x="1589852" y="1246440"/>
                  </a:lnTo>
                  <a:lnTo>
                    <a:pt x="1660009" y="1243549"/>
                  </a:lnTo>
                  <a:lnTo>
                    <a:pt x="1744688" y="1239641"/>
                  </a:lnTo>
                  <a:lnTo>
                    <a:pt x="1840158" y="1234669"/>
                  </a:lnTo>
                  <a:lnTo>
                    <a:pt x="1942076" y="1228631"/>
                  </a:lnTo>
                  <a:lnTo>
                    <a:pt x="2046211" y="1221547"/>
                  </a:lnTo>
                  <a:lnTo>
                    <a:pt x="2148961" y="1213440"/>
                  </a:lnTo>
                  <a:lnTo>
                    <a:pt x="2247632" y="1204314"/>
                  </a:lnTo>
                  <a:lnTo>
                    <a:pt x="2340473" y="1194149"/>
                  </a:lnTo>
                  <a:lnTo>
                    <a:pt x="2426571" y="1182885"/>
                  </a:lnTo>
                  <a:lnTo>
                    <a:pt x="2505678" y="1170423"/>
                  </a:lnTo>
                  <a:lnTo>
                    <a:pt x="2578019" y="1156627"/>
                  </a:lnTo>
                  <a:lnTo>
                    <a:pt x="2644135" y="1141322"/>
                  </a:lnTo>
                  <a:lnTo>
                    <a:pt x="2704752" y="1124307"/>
                  </a:lnTo>
                  <a:lnTo>
                    <a:pt x="2760688" y="1105362"/>
                  </a:lnTo>
                  <a:lnTo>
                    <a:pt x="2812782" y="1084273"/>
                  </a:lnTo>
                  <a:lnTo>
                    <a:pt x="2861842" y="1060866"/>
                  </a:lnTo>
                  <a:lnTo>
                    <a:pt x="2896531" y="1042057"/>
                  </a:lnTo>
                  <a:lnTo>
                    <a:pt x="2945226" y="1012395"/>
                  </a:lnTo>
                  <a:lnTo>
                    <a:pt x="2992453" y="979913"/>
                  </a:lnTo>
                  <a:lnTo>
                    <a:pt x="3038732" y="944562"/>
                  </a:lnTo>
                  <a:lnTo>
                    <a:pt x="3084449" y="906379"/>
                  </a:lnTo>
                  <a:lnTo>
                    <a:pt x="3129884" y="865490"/>
                  </a:lnTo>
                  <a:lnTo>
                    <a:pt x="3175231" y="822121"/>
                  </a:lnTo>
                  <a:lnTo>
                    <a:pt x="3220604" y="776600"/>
                  </a:lnTo>
                  <a:lnTo>
                    <a:pt x="3266057" y="729346"/>
                  </a:lnTo>
                  <a:lnTo>
                    <a:pt x="3311596" y="680859"/>
                  </a:lnTo>
                  <a:lnTo>
                    <a:pt x="3357190" y="631700"/>
                  </a:lnTo>
                  <a:lnTo>
                    <a:pt x="3402790" y="582462"/>
                  </a:lnTo>
                  <a:lnTo>
                    <a:pt x="3448347" y="533743"/>
                  </a:lnTo>
                  <a:lnTo>
                    <a:pt x="3493825" y="486114"/>
                  </a:lnTo>
                  <a:lnTo>
                    <a:pt x="3539216" y="440094"/>
                  </a:lnTo>
                  <a:lnTo>
                    <a:pt x="3584561" y="396125"/>
                  </a:lnTo>
                  <a:lnTo>
                    <a:pt x="3629958" y="354560"/>
                  </a:lnTo>
                  <a:lnTo>
                    <a:pt x="3675577" y="315651"/>
                  </a:lnTo>
                  <a:lnTo>
                    <a:pt x="3721675" y="279550"/>
                  </a:lnTo>
                  <a:lnTo>
                    <a:pt x="3768610" y="246317"/>
                  </a:lnTo>
                  <a:lnTo>
                    <a:pt x="3816862" y="215924"/>
                  </a:lnTo>
                  <a:lnTo>
                    <a:pt x="3829811" y="208411"/>
                  </a:lnTo>
                  <a:lnTo>
                    <a:pt x="3877103" y="183238"/>
                  </a:lnTo>
                  <a:lnTo>
                    <a:pt x="3926884" y="160451"/>
                  </a:lnTo>
                  <a:lnTo>
                    <a:pt x="3979904" y="139943"/>
                  </a:lnTo>
                  <a:lnTo>
                    <a:pt x="4036985" y="121525"/>
                  </a:lnTo>
                  <a:lnTo>
                    <a:pt x="4098967" y="104979"/>
                  </a:lnTo>
                  <a:lnTo>
                    <a:pt x="4166649" y="90088"/>
                  </a:lnTo>
                  <a:lnTo>
                    <a:pt x="4240721" y="76656"/>
                  </a:lnTo>
                  <a:lnTo>
                    <a:pt x="4321654" y="64520"/>
                  </a:lnTo>
                  <a:lnTo>
                    <a:pt x="4409567" y="53552"/>
                  </a:lnTo>
                  <a:lnTo>
                    <a:pt x="4504054" y="43664"/>
                  </a:lnTo>
                  <a:lnTo>
                    <a:pt x="4604001" y="34806"/>
                  </a:lnTo>
                  <a:lnTo>
                    <a:pt x="4707414" y="26964"/>
                  </a:lnTo>
                  <a:lnTo>
                    <a:pt x="4811348" y="20152"/>
                  </a:lnTo>
                  <a:lnTo>
                    <a:pt x="4912002" y="14392"/>
                  </a:lnTo>
                  <a:lnTo>
                    <a:pt x="5005053" y="9701"/>
                  </a:lnTo>
                  <a:lnTo>
                    <a:pt x="5086245" y="6066"/>
                  </a:lnTo>
                  <a:lnTo>
                    <a:pt x="5152133" y="3427"/>
                  </a:lnTo>
                  <a:lnTo>
                    <a:pt x="5200794" y="1675"/>
                  </a:lnTo>
                  <a:lnTo>
                    <a:pt x="5232295" y="651"/>
                  </a:lnTo>
                  <a:lnTo>
                    <a:pt x="5248816" y="164"/>
                  </a:lnTo>
                  <a:lnTo>
                    <a:pt x="5254458" y="12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573" y="18"/>
                  </a:lnTo>
                  <a:lnTo>
                    <a:pt x="6735649" y="154"/>
                  </a:lnTo>
                  <a:lnTo>
                    <a:pt x="6755959" y="527"/>
                  </a:lnTo>
                  <a:lnTo>
                    <a:pt x="6792148" y="1263"/>
                  </a:lnTo>
                  <a:lnTo>
                    <a:pt x="6845841" y="2472"/>
                  </a:lnTo>
                  <a:lnTo>
                    <a:pt x="6916524" y="4246"/>
                  </a:lnTo>
                  <a:lnTo>
                    <a:pt x="7001761" y="6644"/>
                  </a:lnTo>
                  <a:lnTo>
                    <a:pt x="7097763" y="9692"/>
                  </a:lnTo>
                  <a:lnTo>
                    <a:pt x="7200139" y="13393"/>
                  </a:lnTo>
                  <a:lnTo>
                    <a:pt x="7304626" y="17733"/>
                  </a:lnTo>
                  <a:lnTo>
                    <a:pt x="7407614" y="22699"/>
                  </a:lnTo>
                  <a:lnTo>
                    <a:pt x="7506416" y="28288"/>
                  </a:lnTo>
                  <a:lnTo>
                    <a:pt x="7599297" y="34515"/>
                  </a:lnTo>
                  <a:lnTo>
                    <a:pt x="7685368" y="41416"/>
                  </a:lnTo>
                  <a:lnTo>
                    <a:pt x="7764402" y="49053"/>
                  </a:lnTo>
                  <a:lnTo>
                    <a:pt x="7836646" y="57511"/>
                  </a:lnTo>
                  <a:lnTo>
                    <a:pt x="7902660" y="66899"/>
                  </a:lnTo>
                  <a:lnTo>
                    <a:pt x="7963182" y="77341"/>
                  </a:lnTo>
                  <a:lnTo>
                    <a:pt x="8019043" y="88972"/>
                  </a:lnTo>
                  <a:lnTo>
                    <a:pt x="8071089" y="101923"/>
                  </a:lnTo>
                  <a:lnTo>
                    <a:pt x="8120133" y="116297"/>
                  </a:lnTo>
                  <a:lnTo>
                    <a:pt x="8151487" y="126681"/>
                  </a:lnTo>
                  <a:lnTo>
                    <a:pt x="8204269" y="146332"/>
                  </a:lnTo>
                  <a:lnTo>
                    <a:pt x="8255380" y="168007"/>
                  </a:lnTo>
                  <a:lnTo>
                    <a:pt x="8305458" y="191735"/>
                  </a:lnTo>
                  <a:lnTo>
                    <a:pt x="8354968" y="217475"/>
                  </a:lnTo>
                  <a:lnTo>
                    <a:pt x="8404234" y="245105"/>
                  </a:lnTo>
                  <a:lnTo>
                    <a:pt x="8453461" y="274417"/>
                  </a:lnTo>
                  <a:lnTo>
                    <a:pt x="8502760" y="305125"/>
                  </a:lnTo>
                  <a:lnTo>
                    <a:pt x="8552162" y="336864"/>
                  </a:lnTo>
                  <a:lnTo>
                    <a:pt x="8601644" y="369215"/>
                  </a:lnTo>
                  <a:lnTo>
                    <a:pt x="8651147" y="401721"/>
                  </a:lnTo>
                  <a:lnTo>
                    <a:pt x="8700607" y="433918"/>
                  </a:lnTo>
                  <a:lnTo>
                    <a:pt x="8749975" y="465357"/>
                  </a:lnTo>
                  <a:lnTo>
                    <a:pt x="8799243" y="495635"/>
                  </a:lnTo>
                  <a:lnTo>
                    <a:pt x="8848467" y="524414"/>
                  </a:lnTo>
                  <a:lnTo>
                    <a:pt x="8897786" y="551430"/>
                  </a:lnTo>
                  <a:lnTo>
                    <a:pt x="8947443" y="576508"/>
                  </a:lnTo>
                  <a:lnTo>
                    <a:pt x="8997807" y="599551"/>
                  </a:lnTo>
                  <a:lnTo>
                    <a:pt x="9049395" y="620544"/>
                  </a:lnTo>
                  <a:lnTo>
                    <a:pt x="9084767" y="633407"/>
                  </a:lnTo>
                  <a:lnTo>
                    <a:pt x="9132220" y="648756"/>
                  </a:lnTo>
                  <a:lnTo>
                    <a:pt x="9182181" y="662646"/>
                  </a:lnTo>
                  <a:lnTo>
                    <a:pt x="9235408" y="675142"/>
                  </a:lnTo>
                  <a:lnTo>
                    <a:pt x="9292732" y="686361"/>
                  </a:lnTo>
                  <a:lnTo>
                    <a:pt x="9355000" y="696436"/>
                  </a:lnTo>
                  <a:lnTo>
                    <a:pt x="9423019" y="705500"/>
                  </a:lnTo>
                  <a:lnTo>
                    <a:pt x="9497483" y="713673"/>
                  </a:lnTo>
                  <a:lnTo>
                    <a:pt x="9578860" y="721056"/>
                  </a:lnTo>
                  <a:lnTo>
                    <a:pt x="9667260" y="727726"/>
                  </a:lnTo>
                  <a:lnTo>
                    <a:pt x="9762257" y="733737"/>
                  </a:lnTo>
                  <a:lnTo>
                    <a:pt x="9862696" y="739117"/>
                  </a:lnTo>
                  <a:lnTo>
                    <a:pt x="9966533" y="743875"/>
                  </a:lnTo>
                  <a:lnTo>
                    <a:pt x="10070756" y="748004"/>
                  </a:lnTo>
                  <a:lnTo>
                    <a:pt x="10171496" y="751487"/>
                  </a:lnTo>
                  <a:lnTo>
                    <a:pt x="10264376" y="754317"/>
                  </a:lnTo>
                  <a:lnTo>
                    <a:pt x="10345120" y="756501"/>
                  </a:lnTo>
                  <a:lnTo>
                    <a:pt x="10410311" y="758079"/>
                  </a:lnTo>
                  <a:lnTo>
                    <a:pt x="10458108" y="759118"/>
                  </a:lnTo>
                  <a:lnTo>
                    <a:pt x="10488705" y="759720"/>
                  </a:lnTo>
                  <a:lnTo>
                    <a:pt x="10504430" y="760000"/>
                  </a:lnTo>
                  <a:lnTo>
                    <a:pt x="10509540" y="760083"/>
                  </a:lnTo>
                  <a:lnTo>
                    <a:pt x="10509911" y="760088"/>
                  </a:lnTo>
                  <a:lnTo>
                    <a:pt x="11981298" y="76008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20" name="pl1420"/>
            <p:cNvSpPr/>
            <p:nvPr/>
          </p:nvSpPr>
          <p:spPr>
            <a:xfrm>
              <a:off x="4799595" y="7799454"/>
              <a:ext cx="11981298" cy="1250468"/>
            </a:xfrm>
            <a:custGeom>
              <a:avLst/>
              <a:pathLst>
                <a:path w="11981298" h="1250468">
                  <a:moveTo>
                    <a:pt x="11981298" y="760088"/>
                  </a:moveTo>
                  <a:lnTo>
                    <a:pt x="10509911" y="760088"/>
                  </a:lnTo>
                  <a:lnTo>
                    <a:pt x="10508680" y="760069"/>
                  </a:lnTo>
                  <a:lnTo>
                    <a:pt x="10500604" y="759934"/>
                  </a:lnTo>
                  <a:lnTo>
                    <a:pt x="10480294" y="759560"/>
                  </a:lnTo>
                  <a:lnTo>
                    <a:pt x="10444105" y="758825"/>
                  </a:lnTo>
                  <a:lnTo>
                    <a:pt x="10390412" y="757616"/>
                  </a:lnTo>
                  <a:lnTo>
                    <a:pt x="10319729" y="755842"/>
                  </a:lnTo>
                  <a:lnTo>
                    <a:pt x="10234492" y="753444"/>
                  </a:lnTo>
                  <a:lnTo>
                    <a:pt x="10138491" y="750396"/>
                  </a:lnTo>
                  <a:lnTo>
                    <a:pt x="10036115" y="746695"/>
                  </a:lnTo>
                  <a:lnTo>
                    <a:pt x="9931628" y="742355"/>
                  </a:lnTo>
                  <a:lnTo>
                    <a:pt x="9828639" y="737389"/>
                  </a:lnTo>
                  <a:lnTo>
                    <a:pt x="9729837" y="731799"/>
                  </a:lnTo>
                  <a:lnTo>
                    <a:pt x="9636956" y="725573"/>
                  </a:lnTo>
                  <a:lnTo>
                    <a:pt x="9550885" y="718672"/>
                  </a:lnTo>
                  <a:lnTo>
                    <a:pt x="9471851" y="711035"/>
                  </a:lnTo>
                  <a:lnTo>
                    <a:pt x="9399607" y="702576"/>
                  </a:lnTo>
                  <a:lnTo>
                    <a:pt x="9333594" y="693189"/>
                  </a:lnTo>
                  <a:lnTo>
                    <a:pt x="9273071" y="682747"/>
                  </a:lnTo>
                  <a:lnTo>
                    <a:pt x="9217211" y="671116"/>
                  </a:lnTo>
                  <a:lnTo>
                    <a:pt x="9165164" y="658165"/>
                  </a:lnTo>
                  <a:lnTo>
                    <a:pt x="9116121" y="643791"/>
                  </a:lnTo>
                  <a:lnTo>
                    <a:pt x="9084767" y="633407"/>
                  </a:lnTo>
                  <a:lnTo>
                    <a:pt x="9031984" y="613756"/>
                  </a:lnTo>
                  <a:lnTo>
                    <a:pt x="8980873" y="592081"/>
                  </a:lnTo>
                  <a:lnTo>
                    <a:pt x="8930795" y="568353"/>
                  </a:lnTo>
                  <a:lnTo>
                    <a:pt x="8881285" y="542613"/>
                  </a:lnTo>
                  <a:lnTo>
                    <a:pt x="8832020" y="514983"/>
                  </a:lnTo>
                  <a:lnTo>
                    <a:pt x="8782792" y="485671"/>
                  </a:lnTo>
                  <a:lnTo>
                    <a:pt x="8733493" y="454963"/>
                  </a:lnTo>
                  <a:lnTo>
                    <a:pt x="8684091" y="423224"/>
                  </a:lnTo>
                  <a:lnTo>
                    <a:pt x="8634610" y="390873"/>
                  </a:lnTo>
                  <a:lnTo>
                    <a:pt x="8585106" y="358366"/>
                  </a:lnTo>
                  <a:lnTo>
                    <a:pt x="8535646" y="326170"/>
                  </a:lnTo>
                  <a:lnTo>
                    <a:pt x="8486278" y="294731"/>
                  </a:lnTo>
                  <a:lnTo>
                    <a:pt x="8437010" y="264453"/>
                  </a:lnTo>
                  <a:lnTo>
                    <a:pt x="8387786" y="235674"/>
                  </a:lnTo>
                  <a:lnTo>
                    <a:pt x="8338467" y="208657"/>
                  </a:lnTo>
                  <a:lnTo>
                    <a:pt x="8288810" y="183580"/>
                  </a:lnTo>
                  <a:lnTo>
                    <a:pt x="8238446" y="160537"/>
                  </a:lnTo>
                  <a:lnTo>
                    <a:pt x="8186858" y="139544"/>
                  </a:lnTo>
                  <a:lnTo>
                    <a:pt x="8151487" y="126681"/>
                  </a:lnTo>
                  <a:lnTo>
                    <a:pt x="8104033" y="111332"/>
                  </a:lnTo>
                  <a:lnTo>
                    <a:pt x="8054072" y="97442"/>
                  </a:lnTo>
                  <a:lnTo>
                    <a:pt x="8000845" y="84945"/>
                  </a:lnTo>
                  <a:lnTo>
                    <a:pt x="7943521" y="73727"/>
                  </a:lnTo>
                  <a:lnTo>
                    <a:pt x="7881254" y="63652"/>
                  </a:lnTo>
                  <a:lnTo>
                    <a:pt x="7813234" y="54588"/>
                  </a:lnTo>
                  <a:lnTo>
                    <a:pt x="7738771" y="46414"/>
                  </a:lnTo>
                  <a:lnTo>
                    <a:pt x="7657393" y="39032"/>
                  </a:lnTo>
                  <a:lnTo>
                    <a:pt x="7568993" y="32362"/>
                  </a:lnTo>
                  <a:lnTo>
                    <a:pt x="7473996" y="26351"/>
                  </a:lnTo>
                  <a:lnTo>
                    <a:pt x="7373557" y="20971"/>
                  </a:lnTo>
                  <a:lnTo>
                    <a:pt x="7269720" y="16213"/>
                  </a:lnTo>
                  <a:lnTo>
                    <a:pt x="7165497" y="12084"/>
                  </a:lnTo>
                  <a:lnTo>
                    <a:pt x="7064757" y="8601"/>
                  </a:lnTo>
                  <a:lnTo>
                    <a:pt x="6971877" y="5771"/>
                  </a:lnTo>
                  <a:lnTo>
                    <a:pt x="6891134" y="3586"/>
                  </a:lnTo>
                  <a:lnTo>
                    <a:pt x="6825943" y="2009"/>
                  </a:lnTo>
                  <a:lnTo>
                    <a:pt x="6778146" y="969"/>
                  </a:lnTo>
                  <a:lnTo>
                    <a:pt x="6747548" y="368"/>
                  </a:lnTo>
                  <a:lnTo>
                    <a:pt x="6731823" y="88"/>
                  </a:lnTo>
                  <a:lnTo>
                    <a:pt x="6726713" y="5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736" y="30"/>
                  </a:lnTo>
                  <a:lnTo>
                    <a:pt x="5245737" y="251"/>
                  </a:lnTo>
                  <a:lnTo>
                    <a:pt x="5225614" y="859"/>
                  </a:lnTo>
                  <a:lnTo>
                    <a:pt x="5189743" y="2057"/>
                  </a:lnTo>
                  <a:lnTo>
                    <a:pt x="5136490" y="4027"/>
                  </a:lnTo>
                  <a:lnTo>
                    <a:pt x="5066333" y="6918"/>
                  </a:lnTo>
                  <a:lnTo>
                    <a:pt x="4981654" y="10827"/>
                  </a:lnTo>
                  <a:lnTo>
                    <a:pt x="4886185" y="15799"/>
                  </a:lnTo>
                  <a:lnTo>
                    <a:pt x="4784266" y="21836"/>
                  </a:lnTo>
                  <a:lnTo>
                    <a:pt x="4680131" y="28920"/>
                  </a:lnTo>
                  <a:lnTo>
                    <a:pt x="4577381" y="37028"/>
                  </a:lnTo>
                  <a:lnTo>
                    <a:pt x="4478710" y="46154"/>
                  </a:lnTo>
                  <a:lnTo>
                    <a:pt x="4385869" y="56319"/>
                  </a:lnTo>
                  <a:lnTo>
                    <a:pt x="4299771" y="67583"/>
                  </a:lnTo>
                  <a:lnTo>
                    <a:pt x="4220664" y="80044"/>
                  </a:lnTo>
                  <a:lnTo>
                    <a:pt x="4148323" y="93841"/>
                  </a:lnTo>
                  <a:lnTo>
                    <a:pt x="4082207" y="109146"/>
                  </a:lnTo>
                  <a:lnTo>
                    <a:pt x="4021590" y="126161"/>
                  </a:lnTo>
                  <a:lnTo>
                    <a:pt x="3965654" y="145106"/>
                  </a:lnTo>
                  <a:lnTo>
                    <a:pt x="3913560" y="166195"/>
                  </a:lnTo>
                  <a:lnTo>
                    <a:pt x="3864500" y="189602"/>
                  </a:lnTo>
                  <a:lnTo>
                    <a:pt x="3829811" y="208411"/>
                  </a:lnTo>
                  <a:lnTo>
                    <a:pt x="3781117" y="238073"/>
                  </a:lnTo>
                  <a:lnTo>
                    <a:pt x="3733889" y="270555"/>
                  </a:lnTo>
                  <a:lnTo>
                    <a:pt x="3687610" y="305905"/>
                  </a:lnTo>
                  <a:lnTo>
                    <a:pt x="3641894" y="344089"/>
                  </a:lnTo>
                  <a:lnTo>
                    <a:pt x="3596458" y="384978"/>
                  </a:lnTo>
                  <a:lnTo>
                    <a:pt x="3551112" y="428346"/>
                  </a:lnTo>
                  <a:lnTo>
                    <a:pt x="3505739" y="473867"/>
                  </a:lnTo>
                  <a:lnTo>
                    <a:pt x="3460285" y="521122"/>
                  </a:lnTo>
                  <a:lnTo>
                    <a:pt x="3414746" y="569608"/>
                  </a:lnTo>
                  <a:lnTo>
                    <a:pt x="3369152" y="618768"/>
                  </a:lnTo>
                  <a:lnTo>
                    <a:pt x="3323552" y="668006"/>
                  </a:lnTo>
                  <a:lnTo>
                    <a:pt x="3277995" y="716725"/>
                  </a:lnTo>
                  <a:lnTo>
                    <a:pt x="3232518" y="764354"/>
                  </a:lnTo>
                  <a:lnTo>
                    <a:pt x="3187126" y="810374"/>
                  </a:lnTo>
                  <a:lnTo>
                    <a:pt x="3141782" y="854342"/>
                  </a:lnTo>
                  <a:lnTo>
                    <a:pt x="3096385" y="895908"/>
                  </a:lnTo>
                  <a:lnTo>
                    <a:pt x="3050765" y="934817"/>
                  </a:lnTo>
                  <a:lnTo>
                    <a:pt x="3004667" y="970918"/>
                  </a:lnTo>
                  <a:lnTo>
                    <a:pt x="2957732" y="1004151"/>
                  </a:lnTo>
                  <a:lnTo>
                    <a:pt x="2909481" y="1034544"/>
                  </a:lnTo>
                  <a:lnTo>
                    <a:pt x="2896531" y="1042057"/>
                  </a:lnTo>
                  <a:lnTo>
                    <a:pt x="2849239" y="1067229"/>
                  </a:lnTo>
                  <a:lnTo>
                    <a:pt x="2799458" y="1090016"/>
                  </a:lnTo>
                  <a:lnTo>
                    <a:pt x="2746438" y="1110525"/>
                  </a:lnTo>
                  <a:lnTo>
                    <a:pt x="2689357" y="1128943"/>
                  </a:lnTo>
                  <a:lnTo>
                    <a:pt x="2627376" y="1145489"/>
                  </a:lnTo>
                  <a:lnTo>
                    <a:pt x="2559693" y="1160380"/>
                  </a:lnTo>
                  <a:lnTo>
                    <a:pt x="2485621" y="1173811"/>
                  </a:lnTo>
                  <a:lnTo>
                    <a:pt x="2404688" y="1185947"/>
                  </a:lnTo>
                  <a:lnTo>
                    <a:pt x="2316776" y="1196916"/>
                  </a:lnTo>
                  <a:lnTo>
                    <a:pt x="2222288" y="1206804"/>
                  </a:lnTo>
                  <a:lnTo>
                    <a:pt x="2122341" y="1215662"/>
                  </a:lnTo>
                  <a:lnTo>
                    <a:pt x="2018928" y="1223503"/>
                  </a:lnTo>
                  <a:lnTo>
                    <a:pt x="1914994" y="1230316"/>
                  </a:lnTo>
                  <a:lnTo>
                    <a:pt x="1814340" y="1236075"/>
                  </a:lnTo>
                  <a:lnTo>
                    <a:pt x="1721289" y="1240767"/>
                  </a:lnTo>
                  <a:lnTo>
                    <a:pt x="1640097" y="1244402"/>
                  </a:lnTo>
                  <a:lnTo>
                    <a:pt x="1574209" y="1247040"/>
                  </a:lnTo>
                  <a:lnTo>
                    <a:pt x="1525549" y="1248792"/>
                  </a:lnTo>
                  <a:lnTo>
                    <a:pt x="1494047" y="1249817"/>
                  </a:lnTo>
                  <a:lnTo>
                    <a:pt x="1477526" y="1250304"/>
                  </a:lnTo>
                  <a:lnTo>
                    <a:pt x="1471884" y="1250456"/>
                  </a:lnTo>
                  <a:lnTo>
                    <a:pt x="1471387" y="1250468"/>
                  </a:lnTo>
                  <a:lnTo>
                    <a:pt x="0" y="125046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21" name="pg1421"/>
            <p:cNvSpPr/>
            <p:nvPr/>
          </p:nvSpPr>
          <p:spPr>
            <a:xfrm>
              <a:off x="4799595" y="8682138"/>
              <a:ext cx="11981298" cy="1601907"/>
            </a:xfrm>
            <a:custGeom>
              <a:avLst/>
              <a:pathLst>
                <a:path w="11981298" h="1601907">
                  <a:moveTo>
                    <a:pt x="0" y="490379"/>
                  </a:moveTo>
                  <a:lnTo>
                    <a:pt x="1471387" y="490379"/>
                  </a:lnTo>
                  <a:lnTo>
                    <a:pt x="1472610" y="490407"/>
                  </a:lnTo>
                  <a:lnTo>
                    <a:pt x="1480634" y="490603"/>
                  </a:lnTo>
                  <a:lnTo>
                    <a:pt x="1500819" y="491146"/>
                  </a:lnTo>
                  <a:lnTo>
                    <a:pt x="1536795" y="492214"/>
                  </a:lnTo>
                  <a:lnTo>
                    <a:pt x="1590194" y="493972"/>
                  </a:lnTo>
                  <a:lnTo>
                    <a:pt x="1660525" y="496549"/>
                  </a:lnTo>
                  <a:lnTo>
                    <a:pt x="1745388" y="500034"/>
                  </a:lnTo>
                  <a:lnTo>
                    <a:pt x="1841034" y="504466"/>
                  </a:lnTo>
                  <a:lnTo>
                    <a:pt x="1943104" y="509848"/>
                  </a:lnTo>
                  <a:lnTo>
                    <a:pt x="2047356" y="516161"/>
                  </a:lnTo>
                  <a:lnTo>
                    <a:pt x="2150186" y="523387"/>
                  </a:lnTo>
                  <a:lnTo>
                    <a:pt x="2248900" y="531519"/>
                  </a:lnTo>
                  <a:lnTo>
                    <a:pt x="2341755" y="540577"/>
                  </a:lnTo>
                  <a:lnTo>
                    <a:pt x="2427845" y="550616"/>
                  </a:lnTo>
                  <a:lnTo>
                    <a:pt x="2506927" y="561723"/>
                  </a:lnTo>
                  <a:lnTo>
                    <a:pt x="2579237" y="574022"/>
                  </a:lnTo>
                  <a:lnTo>
                    <a:pt x="2645319" y="587667"/>
                  </a:lnTo>
                  <a:lnTo>
                    <a:pt x="2705904" y="602839"/>
                  </a:lnTo>
                  <a:lnTo>
                    <a:pt x="2761815" y="619735"/>
                  </a:lnTo>
                  <a:lnTo>
                    <a:pt x="2813893" y="638545"/>
                  </a:lnTo>
                  <a:lnTo>
                    <a:pt x="2862948" y="659421"/>
                  </a:lnTo>
                  <a:lnTo>
                    <a:pt x="2896531" y="675634"/>
                  </a:lnTo>
                  <a:lnTo>
                    <a:pt x="2946409" y="702684"/>
                  </a:lnTo>
                  <a:lnTo>
                    <a:pt x="2994762" y="732368"/>
                  </a:lnTo>
                  <a:lnTo>
                    <a:pt x="3042141" y="764730"/>
                  </a:lnTo>
                  <a:lnTo>
                    <a:pt x="3088954" y="799729"/>
                  </a:lnTo>
                  <a:lnTo>
                    <a:pt x="3135496" y="837237"/>
                  </a:lnTo>
                  <a:lnTo>
                    <a:pt x="3181963" y="877026"/>
                  </a:lnTo>
                  <a:lnTo>
                    <a:pt x="3228470" y="918772"/>
                  </a:lnTo>
                  <a:lnTo>
                    <a:pt x="3275065" y="962059"/>
                  </a:lnTo>
                  <a:lnTo>
                    <a:pt x="3321746" y="1006396"/>
                  </a:lnTo>
                  <a:lnTo>
                    <a:pt x="3368474" y="1051239"/>
                  </a:lnTo>
                  <a:lnTo>
                    <a:pt x="3415196" y="1096017"/>
                  </a:lnTo>
                  <a:lnTo>
                    <a:pt x="3461860" y="1140162"/>
                  </a:lnTo>
                  <a:lnTo>
                    <a:pt x="3508434" y="1183140"/>
                  </a:lnTo>
                  <a:lnTo>
                    <a:pt x="3554925" y="1224475"/>
                  </a:lnTo>
                  <a:lnTo>
                    <a:pt x="3601396" y="1263771"/>
                  </a:lnTo>
                  <a:lnTo>
                    <a:pt x="3647979" y="1300726"/>
                  </a:lnTo>
                  <a:lnTo>
                    <a:pt x="3694891" y="1335135"/>
                  </a:lnTo>
                  <a:lnTo>
                    <a:pt x="3742450" y="1366890"/>
                  </a:lnTo>
                  <a:lnTo>
                    <a:pt x="3791096" y="1395970"/>
                  </a:lnTo>
                  <a:lnTo>
                    <a:pt x="3829811" y="1416653"/>
                  </a:lnTo>
                  <a:lnTo>
                    <a:pt x="3877157" y="1439052"/>
                  </a:lnTo>
                  <a:lnTo>
                    <a:pt x="3926997" y="1459326"/>
                  </a:lnTo>
                  <a:lnTo>
                    <a:pt x="3980086" y="1477570"/>
                  </a:lnTo>
                  <a:lnTo>
                    <a:pt x="4037247" y="1493953"/>
                  </a:lnTo>
                  <a:lnTo>
                    <a:pt x="4099323" y="1508669"/>
                  </a:lnTo>
                  <a:lnTo>
                    <a:pt x="4167117" y="1521912"/>
                  </a:lnTo>
                  <a:lnTo>
                    <a:pt x="4241318" y="1533855"/>
                  </a:lnTo>
                  <a:lnTo>
                    <a:pt x="4322398" y="1544646"/>
                  </a:lnTo>
                  <a:lnTo>
                    <a:pt x="4410472" y="1554397"/>
                  </a:lnTo>
                  <a:lnTo>
                    <a:pt x="4505128" y="1563186"/>
                  </a:lnTo>
                  <a:lnTo>
                    <a:pt x="4605238" y="1571058"/>
                  </a:lnTo>
                  <a:lnTo>
                    <a:pt x="4708792" y="1578024"/>
                  </a:lnTo>
                  <a:lnTo>
                    <a:pt x="4812823" y="1584074"/>
                  </a:lnTo>
                  <a:lnTo>
                    <a:pt x="4913506" y="1589185"/>
                  </a:lnTo>
                  <a:lnTo>
                    <a:pt x="5006502" y="1593344"/>
                  </a:lnTo>
                  <a:lnTo>
                    <a:pt x="5087547" y="1596564"/>
                  </a:lnTo>
                  <a:lnTo>
                    <a:pt x="5153206" y="1598896"/>
                  </a:lnTo>
                  <a:lnTo>
                    <a:pt x="5201581" y="1600441"/>
                  </a:lnTo>
                  <a:lnTo>
                    <a:pt x="5232783" y="1601342"/>
                  </a:lnTo>
                  <a:lnTo>
                    <a:pt x="5249039" y="1601767"/>
                  </a:lnTo>
                  <a:lnTo>
                    <a:pt x="5254503" y="1601897"/>
                  </a:lnTo>
                  <a:lnTo>
                    <a:pt x="5254955" y="1601907"/>
                  </a:lnTo>
                  <a:lnTo>
                    <a:pt x="6726343" y="1601907"/>
                  </a:lnTo>
                  <a:lnTo>
                    <a:pt x="6727550" y="1601868"/>
                  </a:lnTo>
                  <a:lnTo>
                    <a:pt x="6735475" y="1601590"/>
                  </a:lnTo>
                  <a:lnTo>
                    <a:pt x="6755416" y="1600822"/>
                  </a:lnTo>
                  <a:lnTo>
                    <a:pt x="6790979" y="1599311"/>
                  </a:lnTo>
                  <a:lnTo>
                    <a:pt x="6843806" y="1596823"/>
                  </a:lnTo>
                  <a:lnTo>
                    <a:pt x="6913451" y="1593173"/>
                  </a:lnTo>
                  <a:lnTo>
                    <a:pt x="6997586" y="1588235"/>
                  </a:lnTo>
                  <a:lnTo>
                    <a:pt x="7092537" y="1581953"/>
                  </a:lnTo>
                  <a:lnTo>
                    <a:pt x="7194007" y="1574320"/>
                  </a:lnTo>
                  <a:lnTo>
                    <a:pt x="7297795" y="1565361"/>
                  </a:lnTo>
                  <a:lnTo>
                    <a:pt x="7400310" y="1555104"/>
                  </a:lnTo>
                  <a:lnTo>
                    <a:pt x="7498850" y="1543560"/>
                  </a:lnTo>
                  <a:lnTo>
                    <a:pt x="7591648" y="1530701"/>
                  </a:lnTo>
                  <a:lnTo>
                    <a:pt x="7677771" y="1516455"/>
                  </a:lnTo>
                  <a:lnTo>
                    <a:pt x="7756947" y="1500699"/>
                  </a:lnTo>
                  <a:lnTo>
                    <a:pt x="7829381" y="1483263"/>
                  </a:lnTo>
                  <a:lnTo>
                    <a:pt x="7895598" y="1463929"/>
                  </a:lnTo>
                  <a:lnTo>
                    <a:pt x="7956308" y="1442444"/>
                  </a:lnTo>
                  <a:lnTo>
                    <a:pt x="8012318" y="1418531"/>
                  </a:lnTo>
                  <a:lnTo>
                    <a:pt x="8064460" y="1391919"/>
                  </a:lnTo>
                  <a:lnTo>
                    <a:pt x="8113539" y="1362385"/>
                  </a:lnTo>
                  <a:lnTo>
                    <a:pt x="8151487" y="1336285"/>
                  </a:lnTo>
                  <a:lnTo>
                    <a:pt x="8197340" y="1300822"/>
                  </a:lnTo>
                  <a:lnTo>
                    <a:pt x="8241865" y="1262183"/>
                  </a:lnTo>
                  <a:lnTo>
                    <a:pt x="8285503" y="1220311"/>
                  </a:lnTo>
                  <a:lnTo>
                    <a:pt x="8328592" y="1175228"/>
                  </a:lnTo>
                  <a:lnTo>
                    <a:pt x="8371381" y="1127049"/>
                  </a:lnTo>
                  <a:lnTo>
                    <a:pt x="8414049" y="1075985"/>
                  </a:lnTo>
                  <a:lnTo>
                    <a:pt x="8456712" y="1022348"/>
                  </a:lnTo>
                  <a:lnTo>
                    <a:pt x="8499433" y="966547"/>
                  </a:lnTo>
                  <a:lnTo>
                    <a:pt x="8542232" y="909077"/>
                  </a:lnTo>
                  <a:lnTo>
                    <a:pt x="8585097" y="850505"/>
                  </a:lnTo>
                  <a:lnTo>
                    <a:pt x="8627995" y="791444"/>
                  </a:lnTo>
                  <a:lnTo>
                    <a:pt x="8670883" y="732529"/>
                  </a:lnTo>
                  <a:lnTo>
                    <a:pt x="8713721" y="674390"/>
                  </a:lnTo>
                  <a:lnTo>
                    <a:pt x="8756484" y="617621"/>
                  </a:lnTo>
                  <a:lnTo>
                    <a:pt x="8799173" y="562760"/>
                  </a:lnTo>
                  <a:lnTo>
                    <a:pt x="8841828" y="510261"/>
                  </a:lnTo>
                  <a:lnTo>
                    <a:pt x="8884534" y="460492"/>
                  </a:lnTo>
                  <a:lnTo>
                    <a:pt x="8927434" y="413717"/>
                  </a:lnTo>
                  <a:lnTo>
                    <a:pt x="8970740" y="370102"/>
                  </a:lnTo>
                  <a:lnTo>
                    <a:pt x="9014739" y="329720"/>
                  </a:lnTo>
                  <a:lnTo>
                    <a:pt x="9059813" y="292554"/>
                  </a:lnTo>
                  <a:lnTo>
                    <a:pt x="9084767" y="273795"/>
                  </a:lnTo>
                  <a:lnTo>
                    <a:pt x="9131902" y="241811"/>
                  </a:lnTo>
                  <a:lnTo>
                    <a:pt x="9181507" y="212849"/>
                  </a:lnTo>
                  <a:lnTo>
                    <a:pt x="9234326" y="186773"/>
                  </a:lnTo>
                  <a:lnTo>
                    <a:pt x="9291171" y="163347"/>
                  </a:lnTo>
                  <a:lnTo>
                    <a:pt x="9352874" y="142294"/>
                  </a:lnTo>
                  <a:lnTo>
                    <a:pt x="9420229" y="123342"/>
                  </a:lnTo>
                  <a:lnTo>
                    <a:pt x="9493921" y="106242"/>
                  </a:lnTo>
                  <a:lnTo>
                    <a:pt x="9574422" y="90787"/>
                  </a:lnTo>
                  <a:lnTo>
                    <a:pt x="9661860" y="76814"/>
                  </a:lnTo>
                  <a:lnTo>
                    <a:pt x="9755853" y="64211"/>
                  </a:lnTo>
                  <a:lnTo>
                    <a:pt x="9855318" y="52914"/>
                  </a:lnTo>
                  <a:lnTo>
                    <a:pt x="9958315" y="42904"/>
                  </a:lnTo>
                  <a:lnTo>
                    <a:pt x="10061961" y="34196"/>
                  </a:lnTo>
                  <a:lnTo>
                    <a:pt x="10162521" y="26820"/>
                  </a:lnTo>
                  <a:lnTo>
                    <a:pt x="10255726" y="20797"/>
                  </a:lnTo>
                  <a:lnTo>
                    <a:pt x="10337341" y="16112"/>
                  </a:lnTo>
                  <a:lnTo>
                    <a:pt x="10403897" y="12696"/>
                  </a:lnTo>
                  <a:lnTo>
                    <a:pt x="10453392" y="10411"/>
                  </a:lnTo>
                  <a:lnTo>
                    <a:pt x="10485776" y="9061"/>
                  </a:lnTo>
                  <a:lnTo>
                    <a:pt x="10503083" y="8406"/>
                  </a:lnTo>
                  <a:lnTo>
                    <a:pt x="10509265" y="8193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8704" y="38"/>
                  </a:lnTo>
                  <a:lnTo>
                    <a:pt x="10500779" y="316"/>
                  </a:lnTo>
                  <a:lnTo>
                    <a:pt x="10480837" y="1084"/>
                  </a:lnTo>
                  <a:lnTo>
                    <a:pt x="10445274" y="2596"/>
                  </a:lnTo>
                  <a:lnTo>
                    <a:pt x="10392447" y="5084"/>
                  </a:lnTo>
                  <a:lnTo>
                    <a:pt x="10322802" y="8734"/>
                  </a:lnTo>
                  <a:lnTo>
                    <a:pt x="10238667" y="13671"/>
                  </a:lnTo>
                  <a:lnTo>
                    <a:pt x="10143717" y="19954"/>
                  </a:lnTo>
                  <a:lnTo>
                    <a:pt x="10042246" y="27587"/>
                  </a:lnTo>
                  <a:lnTo>
                    <a:pt x="9938458" y="36546"/>
                  </a:lnTo>
                  <a:lnTo>
                    <a:pt x="9835943" y="46802"/>
                  </a:lnTo>
                  <a:lnTo>
                    <a:pt x="9737403" y="58346"/>
                  </a:lnTo>
                  <a:lnTo>
                    <a:pt x="9644605" y="71205"/>
                  </a:lnTo>
                  <a:lnTo>
                    <a:pt x="9558482" y="85452"/>
                  </a:lnTo>
                  <a:lnTo>
                    <a:pt x="9479307" y="101207"/>
                  </a:lnTo>
                  <a:lnTo>
                    <a:pt x="9406872" y="118644"/>
                  </a:lnTo>
                  <a:lnTo>
                    <a:pt x="9340656" y="137978"/>
                  </a:lnTo>
                  <a:lnTo>
                    <a:pt x="9279946" y="159463"/>
                  </a:lnTo>
                  <a:lnTo>
                    <a:pt x="9223935" y="183376"/>
                  </a:lnTo>
                  <a:lnTo>
                    <a:pt x="9171793" y="209987"/>
                  </a:lnTo>
                  <a:lnTo>
                    <a:pt x="9122714" y="239522"/>
                  </a:lnTo>
                  <a:lnTo>
                    <a:pt x="9084767" y="265622"/>
                  </a:lnTo>
                  <a:lnTo>
                    <a:pt x="9038914" y="301085"/>
                  </a:lnTo>
                  <a:lnTo>
                    <a:pt x="8994388" y="339723"/>
                  </a:lnTo>
                  <a:lnTo>
                    <a:pt x="8950750" y="381596"/>
                  </a:lnTo>
                  <a:lnTo>
                    <a:pt x="8907661" y="426679"/>
                  </a:lnTo>
                  <a:lnTo>
                    <a:pt x="8864872" y="474858"/>
                  </a:lnTo>
                  <a:lnTo>
                    <a:pt x="8822204" y="525922"/>
                  </a:lnTo>
                  <a:lnTo>
                    <a:pt x="8779541" y="579559"/>
                  </a:lnTo>
                  <a:lnTo>
                    <a:pt x="8736820" y="635360"/>
                  </a:lnTo>
                  <a:lnTo>
                    <a:pt x="8694021" y="692829"/>
                  </a:lnTo>
                  <a:lnTo>
                    <a:pt x="8651156" y="751402"/>
                  </a:lnTo>
                  <a:lnTo>
                    <a:pt x="8608258" y="810463"/>
                  </a:lnTo>
                  <a:lnTo>
                    <a:pt x="8565370" y="869378"/>
                  </a:lnTo>
                  <a:lnTo>
                    <a:pt x="8522532" y="927517"/>
                  </a:lnTo>
                  <a:lnTo>
                    <a:pt x="8479769" y="984285"/>
                  </a:lnTo>
                  <a:lnTo>
                    <a:pt x="8437080" y="1039147"/>
                  </a:lnTo>
                  <a:lnTo>
                    <a:pt x="8394426" y="1091645"/>
                  </a:lnTo>
                  <a:lnTo>
                    <a:pt x="8351720" y="1141415"/>
                  </a:lnTo>
                  <a:lnTo>
                    <a:pt x="8308819" y="1188190"/>
                  </a:lnTo>
                  <a:lnTo>
                    <a:pt x="8265513" y="1231804"/>
                  </a:lnTo>
                  <a:lnTo>
                    <a:pt x="8221514" y="1272187"/>
                  </a:lnTo>
                  <a:lnTo>
                    <a:pt x="8176440" y="1309352"/>
                  </a:lnTo>
                  <a:lnTo>
                    <a:pt x="8151487" y="1328112"/>
                  </a:lnTo>
                  <a:lnTo>
                    <a:pt x="8104351" y="1360095"/>
                  </a:lnTo>
                  <a:lnTo>
                    <a:pt x="8054746" y="1389058"/>
                  </a:lnTo>
                  <a:lnTo>
                    <a:pt x="8001927" y="1415134"/>
                  </a:lnTo>
                  <a:lnTo>
                    <a:pt x="7945082" y="1438560"/>
                  </a:lnTo>
                  <a:lnTo>
                    <a:pt x="7883379" y="1459613"/>
                  </a:lnTo>
                  <a:lnTo>
                    <a:pt x="7816024" y="1478565"/>
                  </a:lnTo>
                  <a:lnTo>
                    <a:pt x="7742332" y="1495665"/>
                  </a:lnTo>
                  <a:lnTo>
                    <a:pt x="7661831" y="1511120"/>
                  </a:lnTo>
                  <a:lnTo>
                    <a:pt x="7574393" y="1525093"/>
                  </a:lnTo>
                  <a:lnTo>
                    <a:pt x="7480400" y="1537696"/>
                  </a:lnTo>
                  <a:lnTo>
                    <a:pt x="7380935" y="1548993"/>
                  </a:lnTo>
                  <a:lnTo>
                    <a:pt x="7277939" y="1559003"/>
                  </a:lnTo>
                  <a:lnTo>
                    <a:pt x="7174292" y="1567710"/>
                  </a:lnTo>
                  <a:lnTo>
                    <a:pt x="7073732" y="1575087"/>
                  </a:lnTo>
                  <a:lnTo>
                    <a:pt x="6980528" y="1581110"/>
                  </a:lnTo>
                  <a:lnTo>
                    <a:pt x="6898912" y="1585795"/>
                  </a:lnTo>
                  <a:lnTo>
                    <a:pt x="6832356" y="1589211"/>
                  </a:lnTo>
                  <a:lnTo>
                    <a:pt x="6782861" y="1591496"/>
                  </a:lnTo>
                  <a:lnTo>
                    <a:pt x="6750478" y="1592846"/>
                  </a:lnTo>
                  <a:lnTo>
                    <a:pt x="6733170" y="1593501"/>
                  </a:lnTo>
                  <a:lnTo>
                    <a:pt x="6726988" y="1593714"/>
                  </a:lnTo>
                  <a:lnTo>
                    <a:pt x="6726343" y="1593734"/>
                  </a:lnTo>
                  <a:lnTo>
                    <a:pt x="5254955" y="1593734"/>
                  </a:lnTo>
                  <a:lnTo>
                    <a:pt x="5253732" y="1593707"/>
                  </a:lnTo>
                  <a:lnTo>
                    <a:pt x="5245708" y="1593510"/>
                  </a:lnTo>
                  <a:lnTo>
                    <a:pt x="5225523" y="1592967"/>
                  </a:lnTo>
                  <a:lnTo>
                    <a:pt x="5189547" y="1591899"/>
                  </a:lnTo>
                  <a:lnTo>
                    <a:pt x="5136148" y="1590142"/>
                  </a:lnTo>
                  <a:lnTo>
                    <a:pt x="5065818" y="1587564"/>
                  </a:lnTo>
                  <a:lnTo>
                    <a:pt x="4980954" y="1584079"/>
                  </a:lnTo>
                  <a:lnTo>
                    <a:pt x="4885308" y="1579647"/>
                  </a:lnTo>
                  <a:lnTo>
                    <a:pt x="4783238" y="1574266"/>
                  </a:lnTo>
                  <a:lnTo>
                    <a:pt x="4678986" y="1567952"/>
                  </a:lnTo>
                  <a:lnTo>
                    <a:pt x="4576156" y="1560727"/>
                  </a:lnTo>
                  <a:lnTo>
                    <a:pt x="4477442" y="1552595"/>
                  </a:lnTo>
                  <a:lnTo>
                    <a:pt x="4384587" y="1543536"/>
                  </a:lnTo>
                  <a:lnTo>
                    <a:pt x="4298498" y="1533498"/>
                  </a:lnTo>
                  <a:lnTo>
                    <a:pt x="4219415" y="1522391"/>
                  </a:lnTo>
                  <a:lnTo>
                    <a:pt x="4147106" y="1510092"/>
                  </a:lnTo>
                  <a:lnTo>
                    <a:pt x="4081024" y="1496447"/>
                  </a:lnTo>
                  <a:lnTo>
                    <a:pt x="4020438" y="1481274"/>
                  </a:lnTo>
                  <a:lnTo>
                    <a:pt x="3964527" y="1464378"/>
                  </a:lnTo>
                  <a:lnTo>
                    <a:pt x="3912449" y="1445569"/>
                  </a:lnTo>
                  <a:lnTo>
                    <a:pt x="3863395" y="1424692"/>
                  </a:lnTo>
                  <a:lnTo>
                    <a:pt x="3829811" y="1408480"/>
                  </a:lnTo>
                  <a:lnTo>
                    <a:pt x="3779933" y="1381430"/>
                  </a:lnTo>
                  <a:lnTo>
                    <a:pt x="3731580" y="1351745"/>
                  </a:lnTo>
                  <a:lnTo>
                    <a:pt x="3684201" y="1319384"/>
                  </a:lnTo>
                  <a:lnTo>
                    <a:pt x="3637388" y="1284384"/>
                  </a:lnTo>
                  <a:lnTo>
                    <a:pt x="3590846" y="1246876"/>
                  </a:lnTo>
                  <a:lnTo>
                    <a:pt x="3544379" y="1207087"/>
                  </a:lnTo>
                  <a:lnTo>
                    <a:pt x="3497872" y="1165342"/>
                  </a:lnTo>
                  <a:lnTo>
                    <a:pt x="3451277" y="1122055"/>
                  </a:lnTo>
                  <a:lnTo>
                    <a:pt x="3404596" y="1077718"/>
                  </a:lnTo>
                  <a:lnTo>
                    <a:pt x="3357868" y="1032874"/>
                  </a:lnTo>
                  <a:lnTo>
                    <a:pt x="3311146" y="988096"/>
                  </a:lnTo>
                  <a:lnTo>
                    <a:pt x="3264482" y="943951"/>
                  </a:lnTo>
                  <a:lnTo>
                    <a:pt x="3217908" y="900974"/>
                  </a:lnTo>
                  <a:lnTo>
                    <a:pt x="3171417" y="859639"/>
                  </a:lnTo>
                  <a:lnTo>
                    <a:pt x="3124946" y="820342"/>
                  </a:lnTo>
                  <a:lnTo>
                    <a:pt x="3078363" y="783387"/>
                  </a:lnTo>
                  <a:lnTo>
                    <a:pt x="3031451" y="748978"/>
                  </a:lnTo>
                  <a:lnTo>
                    <a:pt x="2983892" y="717224"/>
                  </a:lnTo>
                  <a:lnTo>
                    <a:pt x="2935247" y="688144"/>
                  </a:lnTo>
                  <a:lnTo>
                    <a:pt x="2896531" y="667461"/>
                  </a:lnTo>
                  <a:lnTo>
                    <a:pt x="2849186" y="645062"/>
                  </a:lnTo>
                  <a:lnTo>
                    <a:pt x="2799345" y="624788"/>
                  </a:lnTo>
                  <a:lnTo>
                    <a:pt x="2746256" y="606544"/>
                  </a:lnTo>
                  <a:lnTo>
                    <a:pt x="2689095" y="590161"/>
                  </a:lnTo>
                  <a:lnTo>
                    <a:pt x="2627019" y="575445"/>
                  </a:lnTo>
                  <a:lnTo>
                    <a:pt x="2559225" y="562202"/>
                  </a:lnTo>
                  <a:lnTo>
                    <a:pt x="2485024" y="550258"/>
                  </a:lnTo>
                  <a:lnTo>
                    <a:pt x="2403944" y="539468"/>
                  </a:lnTo>
                  <a:lnTo>
                    <a:pt x="2315870" y="529717"/>
                  </a:lnTo>
                  <a:lnTo>
                    <a:pt x="2221214" y="520927"/>
                  </a:lnTo>
                  <a:lnTo>
                    <a:pt x="2121104" y="513055"/>
                  </a:lnTo>
                  <a:lnTo>
                    <a:pt x="2017550" y="506089"/>
                  </a:lnTo>
                  <a:lnTo>
                    <a:pt x="1913519" y="500040"/>
                  </a:lnTo>
                  <a:lnTo>
                    <a:pt x="1812836" y="494929"/>
                  </a:lnTo>
                  <a:lnTo>
                    <a:pt x="1719840" y="490769"/>
                  </a:lnTo>
                  <a:lnTo>
                    <a:pt x="1638795" y="487550"/>
                  </a:lnTo>
                  <a:lnTo>
                    <a:pt x="1573136" y="485217"/>
                  </a:lnTo>
                  <a:lnTo>
                    <a:pt x="1524761" y="483672"/>
                  </a:lnTo>
                  <a:lnTo>
                    <a:pt x="1493559" y="482772"/>
                  </a:lnTo>
                  <a:lnTo>
                    <a:pt x="1477303" y="482347"/>
                  </a:lnTo>
                  <a:lnTo>
                    <a:pt x="1471839" y="482216"/>
                  </a:lnTo>
                  <a:lnTo>
                    <a:pt x="1471387" y="482206"/>
                  </a:lnTo>
                  <a:lnTo>
                    <a:pt x="0" y="482206"/>
                  </a:lnTo>
                  <a:close/>
                </a:path>
              </a:pathLst>
            </a:custGeom>
            <a:solidFill>
              <a:srgbClr val="E78AC3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422" name="pl1422"/>
            <p:cNvSpPr/>
            <p:nvPr/>
          </p:nvSpPr>
          <p:spPr>
            <a:xfrm>
              <a:off x="4799595" y="8690311"/>
              <a:ext cx="11981298" cy="1593734"/>
            </a:xfrm>
            <a:custGeom>
              <a:avLst/>
              <a:pathLst>
                <a:path w="11981298" h="1593734">
                  <a:moveTo>
                    <a:pt x="0" y="482206"/>
                  </a:moveTo>
                  <a:lnTo>
                    <a:pt x="1471387" y="482206"/>
                  </a:lnTo>
                  <a:lnTo>
                    <a:pt x="1472610" y="482234"/>
                  </a:lnTo>
                  <a:lnTo>
                    <a:pt x="1480634" y="482430"/>
                  </a:lnTo>
                  <a:lnTo>
                    <a:pt x="1500819" y="482973"/>
                  </a:lnTo>
                  <a:lnTo>
                    <a:pt x="1536795" y="484041"/>
                  </a:lnTo>
                  <a:lnTo>
                    <a:pt x="1590194" y="485799"/>
                  </a:lnTo>
                  <a:lnTo>
                    <a:pt x="1660525" y="488376"/>
                  </a:lnTo>
                  <a:lnTo>
                    <a:pt x="1745388" y="491861"/>
                  </a:lnTo>
                  <a:lnTo>
                    <a:pt x="1841034" y="496293"/>
                  </a:lnTo>
                  <a:lnTo>
                    <a:pt x="1943104" y="501675"/>
                  </a:lnTo>
                  <a:lnTo>
                    <a:pt x="2047356" y="507988"/>
                  </a:lnTo>
                  <a:lnTo>
                    <a:pt x="2150186" y="515214"/>
                  </a:lnTo>
                  <a:lnTo>
                    <a:pt x="2248900" y="523346"/>
                  </a:lnTo>
                  <a:lnTo>
                    <a:pt x="2341755" y="532404"/>
                  </a:lnTo>
                  <a:lnTo>
                    <a:pt x="2427845" y="542443"/>
                  </a:lnTo>
                  <a:lnTo>
                    <a:pt x="2506927" y="553550"/>
                  </a:lnTo>
                  <a:lnTo>
                    <a:pt x="2579237" y="565849"/>
                  </a:lnTo>
                  <a:lnTo>
                    <a:pt x="2645319" y="579494"/>
                  </a:lnTo>
                  <a:lnTo>
                    <a:pt x="2705904" y="594666"/>
                  </a:lnTo>
                  <a:lnTo>
                    <a:pt x="2761815" y="611562"/>
                  </a:lnTo>
                  <a:lnTo>
                    <a:pt x="2813893" y="630372"/>
                  </a:lnTo>
                  <a:lnTo>
                    <a:pt x="2862948" y="651248"/>
                  </a:lnTo>
                  <a:lnTo>
                    <a:pt x="2896531" y="667461"/>
                  </a:lnTo>
                  <a:lnTo>
                    <a:pt x="2946409" y="694511"/>
                  </a:lnTo>
                  <a:lnTo>
                    <a:pt x="2994762" y="724195"/>
                  </a:lnTo>
                  <a:lnTo>
                    <a:pt x="3042141" y="756557"/>
                  </a:lnTo>
                  <a:lnTo>
                    <a:pt x="3088954" y="791556"/>
                  </a:lnTo>
                  <a:lnTo>
                    <a:pt x="3135496" y="829064"/>
                  </a:lnTo>
                  <a:lnTo>
                    <a:pt x="3181963" y="868853"/>
                  </a:lnTo>
                  <a:lnTo>
                    <a:pt x="3228470" y="910599"/>
                  </a:lnTo>
                  <a:lnTo>
                    <a:pt x="3275065" y="953886"/>
                  </a:lnTo>
                  <a:lnTo>
                    <a:pt x="3321746" y="998223"/>
                  </a:lnTo>
                  <a:lnTo>
                    <a:pt x="3368474" y="1043066"/>
                  </a:lnTo>
                  <a:lnTo>
                    <a:pt x="3415196" y="1087844"/>
                  </a:lnTo>
                  <a:lnTo>
                    <a:pt x="3461860" y="1131989"/>
                  </a:lnTo>
                  <a:lnTo>
                    <a:pt x="3508434" y="1174967"/>
                  </a:lnTo>
                  <a:lnTo>
                    <a:pt x="3554925" y="1216302"/>
                  </a:lnTo>
                  <a:lnTo>
                    <a:pt x="3601396" y="1255598"/>
                  </a:lnTo>
                  <a:lnTo>
                    <a:pt x="3647979" y="1292553"/>
                  </a:lnTo>
                  <a:lnTo>
                    <a:pt x="3694891" y="1326962"/>
                  </a:lnTo>
                  <a:lnTo>
                    <a:pt x="3742450" y="1358717"/>
                  </a:lnTo>
                  <a:lnTo>
                    <a:pt x="3791096" y="1387797"/>
                  </a:lnTo>
                  <a:lnTo>
                    <a:pt x="3829811" y="1408480"/>
                  </a:lnTo>
                  <a:lnTo>
                    <a:pt x="3877157" y="1430879"/>
                  </a:lnTo>
                  <a:lnTo>
                    <a:pt x="3926997" y="1451153"/>
                  </a:lnTo>
                  <a:lnTo>
                    <a:pt x="3980086" y="1469397"/>
                  </a:lnTo>
                  <a:lnTo>
                    <a:pt x="4037247" y="1485780"/>
                  </a:lnTo>
                  <a:lnTo>
                    <a:pt x="4099323" y="1500496"/>
                  </a:lnTo>
                  <a:lnTo>
                    <a:pt x="4167117" y="1513739"/>
                  </a:lnTo>
                  <a:lnTo>
                    <a:pt x="4241318" y="1525682"/>
                  </a:lnTo>
                  <a:lnTo>
                    <a:pt x="4322398" y="1536473"/>
                  </a:lnTo>
                  <a:lnTo>
                    <a:pt x="4410472" y="1546224"/>
                  </a:lnTo>
                  <a:lnTo>
                    <a:pt x="4505128" y="1555013"/>
                  </a:lnTo>
                  <a:lnTo>
                    <a:pt x="4605238" y="1562885"/>
                  </a:lnTo>
                  <a:lnTo>
                    <a:pt x="4708792" y="1569851"/>
                  </a:lnTo>
                  <a:lnTo>
                    <a:pt x="4812823" y="1575901"/>
                  </a:lnTo>
                  <a:lnTo>
                    <a:pt x="4913506" y="1581012"/>
                  </a:lnTo>
                  <a:lnTo>
                    <a:pt x="5006502" y="1585171"/>
                  </a:lnTo>
                  <a:lnTo>
                    <a:pt x="5087547" y="1588391"/>
                  </a:lnTo>
                  <a:lnTo>
                    <a:pt x="5153206" y="1590723"/>
                  </a:lnTo>
                  <a:lnTo>
                    <a:pt x="5201581" y="1592268"/>
                  </a:lnTo>
                  <a:lnTo>
                    <a:pt x="5232783" y="1593169"/>
                  </a:lnTo>
                  <a:lnTo>
                    <a:pt x="5249039" y="1593594"/>
                  </a:lnTo>
                  <a:lnTo>
                    <a:pt x="5254503" y="1593724"/>
                  </a:lnTo>
                  <a:lnTo>
                    <a:pt x="5254955" y="1593734"/>
                  </a:lnTo>
                  <a:lnTo>
                    <a:pt x="6726343" y="1593734"/>
                  </a:lnTo>
                  <a:lnTo>
                    <a:pt x="6727550" y="1593695"/>
                  </a:lnTo>
                  <a:lnTo>
                    <a:pt x="6735475" y="1593417"/>
                  </a:lnTo>
                  <a:lnTo>
                    <a:pt x="6755416" y="1592649"/>
                  </a:lnTo>
                  <a:lnTo>
                    <a:pt x="6790979" y="1591138"/>
                  </a:lnTo>
                  <a:lnTo>
                    <a:pt x="6843806" y="1588650"/>
                  </a:lnTo>
                  <a:lnTo>
                    <a:pt x="6913451" y="1585000"/>
                  </a:lnTo>
                  <a:lnTo>
                    <a:pt x="6997586" y="1580062"/>
                  </a:lnTo>
                  <a:lnTo>
                    <a:pt x="7092537" y="1573780"/>
                  </a:lnTo>
                  <a:lnTo>
                    <a:pt x="7194007" y="1566147"/>
                  </a:lnTo>
                  <a:lnTo>
                    <a:pt x="7297795" y="1557188"/>
                  </a:lnTo>
                  <a:lnTo>
                    <a:pt x="7400310" y="1546931"/>
                  </a:lnTo>
                  <a:lnTo>
                    <a:pt x="7498850" y="1535387"/>
                  </a:lnTo>
                  <a:lnTo>
                    <a:pt x="7591648" y="1522528"/>
                  </a:lnTo>
                  <a:lnTo>
                    <a:pt x="7677771" y="1508282"/>
                  </a:lnTo>
                  <a:lnTo>
                    <a:pt x="7756947" y="1492526"/>
                  </a:lnTo>
                  <a:lnTo>
                    <a:pt x="7829381" y="1475090"/>
                  </a:lnTo>
                  <a:lnTo>
                    <a:pt x="7895598" y="1455756"/>
                  </a:lnTo>
                  <a:lnTo>
                    <a:pt x="7956308" y="1434271"/>
                  </a:lnTo>
                  <a:lnTo>
                    <a:pt x="8012318" y="1410358"/>
                  </a:lnTo>
                  <a:lnTo>
                    <a:pt x="8064460" y="1383746"/>
                  </a:lnTo>
                  <a:lnTo>
                    <a:pt x="8113539" y="1354212"/>
                  </a:lnTo>
                  <a:lnTo>
                    <a:pt x="8151487" y="1328112"/>
                  </a:lnTo>
                  <a:lnTo>
                    <a:pt x="8197340" y="1292649"/>
                  </a:lnTo>
                  <a:lnTo>
                    <a:pt x="8241865" y="1254010"/>
                  </a:lnTo>
                  <a:lnTo>
                    <a:pt x="8285503" y="1212138"/>
                  </a:lnTo>
                  <a:lnTo>
                    <a:pt x="8328592" y="1167055"/>
                  </a:lnTo>
                  <a:lnTo>
                    <a:pt x="8371381" y="1118876"/>
                  </a:lnTo>
                  <a:lnTo>
                    <a:pt x="8414049" y="1067812"/>
                  </a:lnTo>
                  <a:lnTo>
                    <a:pt x="8456712" y="1014175"/>
                  </a:lnTo>
                  <a:lnTo>
                    <a:pt x="8499433" y="958374"/>
                  </a:lnTo>
                  <a:lnTo>
                    <a:pt x="8542232" y="900904"/>
                  </a:lnTo>
                  <a:lnTo>
                    <a:pt x="8585097" y="842332"/>
                  </a:lnTo>
                  <a:lnTo>
                    <a:pt x="8627995" y="783271"/>
                  </a:lnTo>
                  <a:lnTo>
                    <a:pt x="8670883" y="724356"/>
                  </a:lnTo>
                  <a:lnTo>
                    <a:pt x="8713721" y="666217"/>
                  </a:lnTo>
                  <a:lnTo>
                    <a:pt x="8756484" y="609448"/>
                  </a:lnTo>
                  <a:lnTo>
                    <a:pt x="8799173" y="554587"/>
                  </a:lnTo>
                  <a:lnTo>
                    <a:pt x="8841828" y="502088"/>
                  </a:lnTo>
                  <a:lnTo>
                    <a:pt x="8884534" y="452319"/>
                  </a:lnTo>
                  <a:lnTo>
                    <a:pt x="8927434" y="405544"/>
                  </a:lnTo>
                  <a:lnTo>
                    <a:pt x="8970740" y="361929"/>
                  </a:lnTo>
                  <a:lnTo>
                    <a:pt x="9014739" y="321547"/>
                  </a:lnTo>
                  <a:lnTo>
                    <a:pt x="9059813" y="284381"/>
                  </a:lnTo>
                  <a:lnTo>
                    <a:pt x="9084767" y="265622"/>
                  </a:lnTo>
                  <a:lnTo>
                    <a:pt x="9131902" y="233638"/>
                  </a:lnTo>
                  <a:lnTo>
                    <a:pt x="9181507" y="204676"/>
                  </a:lnTo>
                  <a:lnTo>
                    <a:pt x="9234326" y="178600"/>
                  </a:lnTo>
                  <a:lnTo>
                    <a:pt x="9291171" y="155174"/>
                  </a:lnTo>
                  <a:lnTo>
                    <a:pt x="9352874" y="134121"/>
                  </a:lnTo>
                  <a:lnTo>
                    <a:pt x="9420229" y="115169"/>
                  </a:lnTo>
                  <a:lnTo>
                    <a:pt x="9493921" y="98069"/>
                  </a:lnTo>
                  <a:lnTo>
                    <a:pt x="9574422" y="82614"/>
                  </a:lnTo>
                  <a:lnTo>
                    <a:pt x="9661860" y="68641"/>
                  </a:lnTo>
                  <a:lnTo>
                    <a:pt x="9755853" y="56038"/>
                  </a:lnTo>
                  <a:lnTo>
                    <a:pt x="9855318" y="44741"/>
                  </a:lnTo>
                  <a:lnTo>
                    <a:pt x="9958315" y="34731"/>
                  </a:lnTo>
                  <a:lnTo>
                    <a:pt x="10061961" y="26023"/>
                  </a:lnTo>
                  <a:lnTo>
                    <a:pt x="10162521" y="18647"/>
                  </a:lnTo>
                  <a:lnTo>
                    <a:pt x="10255726" y="12624"/>
                  </a:lnTo>
                  <a:lnTo>
                    <a:pt x="10337341" y="7939"/>
                  </a:lnTo>
                  <a:lnTo>
                    <a:pt x="10403897" y="4523"/>
                  </a:lnTo>
                  <a:lnTo>
                    <a:pt x="10453392" y="2238"/>
                  </a:lnTo>
                  <a:lnTo>
                    <a:pt x="10485776" y="888"/>
                  </a:lnTo>
                  <a:lnTo>
                    <a:pt x="10503083" y="233"/>
                  </a:lnTo>
                  <a:lnTo>
                    <a:pt x="10509265" y="20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23" name="pl1423"/>
            <p:cNvSpPr/>
            <p:nvPr/>
          </p:nvSpPr>
          <p:spPr>
            <a:xfrm>
              <a:off x="4799595" y="8682138"/>
              <a:ext cx="11981298" cy="1593734"/>
            </a:xfrm>
            <a:custGeom>
              <a:avLst/>
              <a:pathLst>
                <a:path w="11981298" h="1593734">
                  <a:moveTo>
                    <a:pt x="11981298" y="0"/>
                  </a:moveTo>
                  <a:lnTo>
                    <a:pt x="10509911" y="0"/>
                  </a:lnTo>
                  <a:lnTo>
                    <a:pt x="10508704" y="38"/>
                  </a:lnTo>
                  <a:lnTo>
                    <a:pt x="10500779" y="316"/>
                  </a:lnTo>
                  <a:lnTo>
                    <a:pt x="10480837" y="1084"/>
                  </a:lnTo>
                  <a:lnTo>
                    <a:pt x="10445274" y="2596"/>
                  </a:lnTo>
                  <a:lnTo>
                    <a:pt x="10392447" y="5084"/>
                  </a:lnTo>
                  <a:lnTo>
                    <a:pt x="10322802" y="8734"/>
                  </a:lnTo>
                  <a:lnTo>
                    <a:pt x="10238667" y="13671"/>
                  </a:lnTo>
                  <a:lnTo>
                    <a:pt x="10143717" y="19954"/>
                  </a:lnTo>
                  <a:lnTo>
                    <a:pt x="10042246" y="27587"/>
                  </a:lnTo>
                  <a:lnTo>
                    <a:pt x="9938458" y="36546"/>
                  </a:lnTo>
                  <a:lnTo>
                    <a:pt x="9835943" y="46802"/>
                  </a:lnTo>
                  <a:lnTo>
                    <a:pt x="9737403" y="58346"/>
                  </a:lnTo>
                  <a:lnTo>
                    <a:pt x="9644605" y="71205"/>
                  </a:lnTo>
                  <a:lnTo>
                    <a:pt x="9558482" y="85452"/>
                  </a:lnTo>
                  <a:lnTo>
                    <a:pt x="9479307" y="101207"/>
                  </a:lnTo>
                  <a:lnTo>
                    <a:pt x="9406872" y="118644"/>
                  </a:lnTo>
                  <a:lnTo>
                    <a:pt x="9340656" y="137978"/>
                  </a:lnTo>
                  <a:lnTo>
                    <a:pt x="9279946" y="159463"/>
                  </a:lnTo>
                  <a:lnTo>
                    <a:pt x="9223935" y="183376"/>
                  </a:lnTo>
                  <a:lnTo>
                    <a:pt x="9171793" y="209987"/>
                  </a:lnTo>
                  <a:lnTo>
                    <a:pt x="9122714" y="239522"/>
                  </a:lnTo>
                  <a:lnTo>
                    <a:pt x="9084767" y="265622"/>
                  </a:lnTo>
                  <a:lnTo>
                    <a:pt x="9038914" y="301085"/>
                  </a:lnTo>
                  <a:lnTo>
                    <a:pt x="8994388" y="339723"/>
                  </a:lnTo>
                  <a:lnTo>
                    <a:pt x="8950750" y="381596"/>
                  </a:lnTo>
                  <a:lnTo>
                    <a:pt x="8907661" y="426679"/>
                  </a:lnTo>
                  <a:lnTo>
                    <a:pt x="8864872" y="474858"/>
                  </a:lnTo>
                  <a:lnTo>
                    <a:pt x="8822204" y="525922"/>
                  </a:lnTo>
                  <a:lnTo>
                    <a:pt x="8779541" y="579559"/>
                  </a:lnTo>
                  <a:lnTo>
                    <a:pt x="8736820" y="635360"/>
                  </a:lnTo>
                  <a:lnTo>
                    <a:pt x="8694021" y="692829"/>
                  </a:lnTo>
                  <a:lnTo>
                    <a:pt x="8651156" y="751402"/>
                  </a:lnTo>
                  <a:lnTo>
                    <a:pt x="8608258" y="810463"/>
                  </a:lnTo>
                  <a:lnTo>
                    <a:pt x="8565370" y="869378"/>
                  </a:lnTo>
                  <a:lnTo>
                    <a:pt x="8522532" y="927517"/>
                  </a:lnTo>
                  <a:lnTo>
                    <a:pt x="8479769" y="984285"/>
                  </a:lnTo>
                  <a:lnTo>
                    <a:pt x="8437080" y="1039147"/>
                  </a:lnTo>
                  <a:lnTo>
                    <a:pt x="8394426" y="1091645"/>
                  </a:lnTo>
                  <a:lnTo>
                    <a:pt x="8351720" y="1141415"/>
                  </a:lnTo>
                  <a:lnTo>
                    <a:pt x="8308819" y="1188190"/>
                  </a:lnTo>
                  <a:lnTo>
                    <a:pt x="8265513" y="1231804"/>
                  </a:lnTo>
                  <a:lnTo>
                    <a:pt x="8221514" y="1272187"/>
                  </a:lnTo>
                  <a:lnTo>
                    <a:pt x="8176440" y="1309352"/>
                  </a:lnTo>
                  <a:lnTo>
                    <a:pt x="8151487" y="1328112"/>
                  </a:lnTo>
                  <a:lnTo>
                    <a:pt x="8104351" y="1360095"/>
                  </a:lnTo>
                  <a:lnTo>
                    <a:pt x="8054746" y="1389058"/>
                  </a:lnTo>
                  <a:lnTo>
                    <a:pt x="8001927" y="1415134"/>
                  </a:lnTo>
                  <a:lnTo>
                    <a:pt x="7945082" y="1438560"/>
                  </a:lnTo>
                  <a:lnTo>
                    <a:pt x="7883379" y="1459613"/>
                  </a:lnTo>
                  <a:lnTo>
                    <a:pt x="7816024" y="1478565"/>
                  </a:lnTo>
                  <a:lnTo>
                    <a:pt x="7742332" y="1495665"/>
                  </a:lnTo>
                  <a:lnTo>
                    <a:pt x="7661831" y="1511120"/>
                  </a:lnTo>
                  <a:lnTo>
                    <a:pt x="7574393" y="1525093"/>
                  </a:lnTo>
                  <a:lnTo>
                    <a:pt x="7480400" y="1537696"/>
                  </a:lnTo>
                  <a:lnTo>
                    <a:pt x="7380935" y="1548993"/>
                  </a:lnTo>
                  <a:lnTo>
                    <a:pt x="7277939" y="1559003"/>
                  </a:lnTo>
                  <a:lnTo>
                    <a:pt x="7174292" y="1567710"/>
                  </a:lnTo>
                  <a:lnTo>
                    <a:pt x="7073732" y="1575087"/>
                  </a:lnTo>
                  <a:lnTo>
                    <a:pt x="6980528" y="1581110"/>
                  </a:lnTo>
                  <a:lnTo>
                    <a:pt x="6898912" y="1585795"/>
                  </a:lnTo>
                  <a:lnTo>
                    <a:pt x="6832356" y="1589211"/>
                  </a:lnTo>
                  <a:lnTo>
                    <a:pt x="6782861" y="1591496"/>
                  </a:lnTo>
                  <a:lnTo>
                    <a:pt x="6750478" y="1592846"/>
                  </a:lnTo>
                  <a:lnTo>
                    <a:pt x="6733170" y="1593501"/>
                  </a:lnTo>
                  <a:lnTo>
                    <a:pt x="6726988" y="1593714"/>
                  </a:lnTo>
                  <a:lnTo>
                    <a:pt x="6726343" y="1593734"/>
                  </a:lnTo>
                  <a:lnTo>
                    <a:pt x="5254955" y="1593734"/>
                  </a:lnTo>
                  <a:lnTo>
                    <a:pt x="5253732" y="1593707"/>
                  </a:lnTo>
                  <a:lnTo>
                    <a:pt x="5245708" y="1593510"/>
                  </a:lnTo>
                  <a:lnTo>
                    <a:pt x="5225523" y="1592967"/>
                  </a:lnTo>
                  <a:lnTo>
                    <a:pt x="5189547" y="1591899"/>
                  </a:lnTo>
                  <a:lnTo>
                    <a:pt x="5136148" y="1590142"/>
                  </a:lnTo>
                  <a:lnTo>
                    <a:pt x="5065818" y="1587564"/>
                  </a:lnTo>
                  <a:lnTo>
                    <a:pt x="4980954" y="1584079"/>
                  </a:lnTo>
                  <a:lnTo>
                    <a:pt x="4885308" y="1579647"/>
                  </a:lnTo>
                  <a:lnTo>
                    <a:pt x="4783238" y="1574266"/>
                  </a:lnTo>
                  <a:lnTo>
                    <a:pt x="4678986" y="1567952"/>
                  </a:lnTo>
                  <a:lnTo>
                    <a:pt x="4576156" y="1560727"/>
                  </a:lnTo>
                  <a:lnTo>
                    <a:pt x="4477442" y="1552595"/>
                  </a:lnTo>
                  <a:lnTo>
                    <a:pt x="4384587" y="1543536"/>
                  </a:lnTo>
                  <a:lnTo>
                    <a:pt x="4298498" y="1533498"/>
                  </a:lnTo>
                  <a:lnTo>
                    <a:pt x="4219415" y="1522391"/>
                  </a:lnTo>
                  <a:lnTo>
                    <a:pt x="4147106" y="1510092"/>
                  </a:lnTo>
                  <a:lnTo>
                    <a:pt x="4081024" y="1496447"/>
                  </a:lnTo>
                  <a:lnTo>
                    <a:pt x="4020438" y="1481274"/>
                  </a:lnTo>
                  <a:lnTo>
                    <a:pt x="3964527" y="1464378"/>
                  </a:lnTo>
                  <a:lnTo>
                    <a:pt x="3912449" y="1445569"/>
                  </a:lnTo>
                  <a:lnTo>
                    <a:pt x="3863395" y="1424692"/>
                  </a:lnTo>
                  <a:lnTo>
                    <a:pt x="3829811" y="1408480"/>
                  </a:lnTo>
                  <a:lnTo>
                    <a:pt x="3779933" y="1381430"/>
                  </a:lnTo>
                  <a:lnTo>
                    <a:pt x="3731580" y="1351745"/>
                  </a:lnTo>
                  <a:lnTo>
                    <a:pt x="3684201" y="1319384"/>
                  </a:lnTo>
                  <a:lnTo>
                    <a:pt x="3637388" y="1284384"/>
                  </a:lnTo>
                  <a:lnTo>
                    <a:pt x="3590846" y="1246876"/>
                  </a:lnTo>
                  <a:lnTo>
                    <a:pt x="3544379" y="1207087"/>
                  </a:lnTo>
                  <a:lnTo>
                    <a:pt x="3497872" y="1165342"/>
                  </a:lnTo>
                  <a:lnTo>
                    <a:pt x="3451277" y="1122055"/>
                  </a:lnTo>
                  <a:lnTo>
                    <a:pt x="3404596" y="1077718"/>
                  </a:lnTo>
                  <a:lnTo>
                    <a:pt x="3357868" y="1032874"/>
                  </a:lnTo>
                  <a:lnTo>
                    <a:pt x="3311146" y="988096"/>
                  </a:lnTo>
                  <a:lnTo>
                    <a:pt x="3264482" y="943951"/>
                  </a:lnTo>
                  <a:lnTo>
                    <a:pt x="3217908" y="900974"/>
                  </a:lnTo>
                  <a:lnTo>
                    <a:pt x="3171417" y="859639"/>
                  </a:lnTo>
                  <a:lnTo>
                    <a:pt x="3124946" y="820342"/>
                  </a:lnTo>
                  <a:lnTo>
                    <a:pt x="3078363" y="783387"/>
                  </a:lnTo>
                  <a:lnTo>
                    <a:pt x="3031451" y="748978"/>
                  </a:lnTo>
                  <a:lnTo>
                    <a:pt x="2983892" y="717224"/>
                  </a:lnTo>
                  <a:lnTo>
                    <a:pt x="2935247" y="688144"/>
                  </a:lnTo>
                  <a:lnTo>
                    <a:pt x="2896531" y="667461"/>
                  </a:lnTo>
                  <a:lnTo>
                    <a:pt x="2849186" y="645062"/>
                  </a:lnTo>
                  <a:lnTo>
                    <a:pt x="2799345" y="624788"/>
                  </a:lnTo>
                  <a:lnTo>
                    <a:pt x="2746256" y="606544"/>
                  </a:lnTo>
                  <a:lnTo>
                    <a:pt x="2689095" y="590161"/>
                  </a:lnTo>
                  <a:lnTo>
                    <a:pt x="2627019" y="575445"/>
                  </a:lnTo>
                  <a:lnTo>
                    <a:pt x="2559225" y="562202"/>
                  </a:lnTo>
                  <a:lnTo>
                    <a:pt x="2485024" y="550258"/>
                  </a:lnTo>
                  <a:lnTo>
                    <a:pt x="2403944" y="539468"/>
                  </a:lnTo>
                  <a:lnTo>
                    <a:pt x="2315870" y="529717"/>
                  </a:lnTo>
                  <a:lnTo>
                    <a:pt x="2221214" y="520927"/>
                  </a:lnTo>
                  <a:lnTo>
                    <a:pt x="2121104" y="513055"/>
                  </a:lnTo>
                  <a:lnTo>
                    <a:pt x="2017550" y="506089"/>
                  </a:lnTo>
                  <a:lnTo>
                    <a:pt x="1913519" y="500040"/>
                  </a:lnTo>
                  <a:lnTo>
                    <a:pt x="1812836" y="494929"/>
                  </a:lnTo>
                  <a:lnTo>
                    <a:pt x="1719840" y="490769"/>
                  </a:lnTo>
                  <a:lnTo>
                    <a:pt x="1638795" y="487550"/>
                  </a:lnTo>
                  <a:lnTo>
                    <a:pt x="1573136" y="485217"/>
                  </a:lnTo>
                  <a:lnTo>
                    <a:pt x="1524761" y="483672"/>
                  </a:lnTo>
                  <a:lnTo>
                    <a:pt x="1493559" y="482772"/>
                  </a:lnTo>
                  <a:lnTo>
                    <a:pt x="1477303" y="482347"/>
                  </a:lnTo>
                  <a:lnTo>
                    <a:pt x="1471839" y="482216"/>
                  </a:lnTo>
                  <a:lnTo>
                    <a:pt x="1471387" y="482206"/>
                  </a:lnTo>
                  <a:lnTo>
                    <a:pt x="0" y="48220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24" name="pg1424"/>
            <p:cNvSpPr/>
            <p:nvPr/>
          </p:nvSpPr>
          <p:spPr>
            <a:xfrm>
              <a:off x="4799595" y="9172518"/>
              <a:ext cx="11981298" cy="1348544"/>
            </a:xfrm>
            <a:custGeom>
              <a:avLst/>
              <a:pathLst>
                <a:path w="11981298" h="1348544">
                  <a:moveTo>
                    <a:pt x="0" y="8172"/>
                  </a:moveTo>
                  <a:lnTo>
                    <a:pt x="1471387" y="8172"/>
                  </a:lnTo>
                  <a:lnTo>
                    <a:pt x="1472608" y="8202"/>
                  </a:lnTo>
                  <a:lnTo>
                    <a:pt x="1480619" y="8411"/>
                  </a:lnTo>
                  <a:lnTo>
                    <a:pt x="1500772" y="8989"/>
                  </a:lnTo>
                  <a:lnTo>
                    <a:pt x="1536694" y="10125"/>
                  </a:lnTo>
                  <a:lnTo>
                    <a:pt x="1590018" y="11996"/>
                  </a:lnTo>
                  <a:lnTo>
                    <a:pt x="1660259" y="14740"/>
                  </a:lnTo>
                  <a:lnTo>
                    <a:pt x="1745027" y="18450"/>
                  </a:lnTo>
                  <a:lnTo>
                    <a:pt x="1840582" y="23168"/>
                  </a:lnTo>
                  <a:lnTo>
                    <a:pt x="1942574" y="28897"/>
                  </a:lnTo>
                  <a:lnTo>
                    <a:pt x="2046766" y="35620"/>
                  </a:lnTo>
                  <a:lnTo>
                    <a:pt x="2149555" y="43313"/>
                  </a:lnTo>
                  <a:lnTo>
                    <a:pt x="2248247" y="51972"/>
                  </a:lnTo>
                  <a:lnTo>
                    <a:pt x="2341094" y="61617"/>
                  </a:lnTo>
                  <a:lnTo>
                    <a:pt x="2427189" y="72306"/>
                  </a:lnTo>
                  <a:lnTo>
                    <a:pt x="2506284" y="84131"/>
                  </a:lnTo>
                  <a:lnTo>
                    <a:pt x="2578609" y="97225"/>
                  </a:lnTo>
                  <a:lnTo>
                    <a:pt x="2644709" y="111750"/>
                  </a:lnTo>
                  <a:lnTo>
                    <a:pt x="2705311" y="127901"/>
                  </a:lnTo>
                  <a:lnTo>
                    <a:pt x="2761234" y="145884"/>
                  </a:lnTo>
                  <a:lnTo>
                    <a:pt x="2813321" y="165903"/>
                  </a:lnTo>
                  <a:lnTo>
                    <a:pt x="2862378" y="188123"/>
                  </a:lnTo>
                  <a:lnTo>
                    <a:pt x="2896531" y="205687"/>
                  </a:lnTo>
                  <a:lnTo>
                    <a:pt x="2945782" y="234140"/>
                  </a:lnTo>
                  <a:lnTo>
                    <a:pt x="2993539" y="265330"/>
                  </a:lnTo>
                  <a:lnTo>
                    <a:pt x="3040335" y="299301"/>
                  </a:lnTo>
                  <a:lnTo>
                    <a:pt x="3086567" y="336017"/>
                  </a:lnTo>
                  <a:lnTo>
                    <a:pt x="3132522" y="375350"/>
                  </a:lnTo>
                  <a:lnTo>
                    <a:pt x="3178395" y="417070"/>
                  </a:lnTo>
                  <a:lnTo>
                    <a:pt x="3224300" y="460853"/>
                  </a:lnTo>
                  <a:lnTo>
                    <a:pt x="3270290" y="506280"/>
                  </a:lnTo>
                  <a:lnTo>
                    <a:pt x="3316366" y="552854"/>
                  </a:lnTo>
                  <a:lnTo>
                    <a:pt x="3362493" y="600021"/>
                  </a:lnTo>
                  <a:lnTo>
                    <a:pt x="3408622" y="647196"/>
                  </a:lnTo>
                  <a:lnTo>
                    <a:pt x="3454699" y="693795"/>
                  </a:lnTo>
                  <a:lnTo>
                    <a:pt x="3500692" y="739263"/>
                  </a:lnTo>
                  <a:lnTo>
                    <a:pt x="3546600" y="783101"/>
                  </a:lnTo>
                  <a:lnTo>
                    <a:pt x="3592472" y="824887"/>
                  </a:lnTo>
                  <a:lnTo>
                    <a:pt x="3638423" y="864293"/>
                  </a:lnTo>
                  <a:lnTo>
                    <a:pt x="3684643" y="901089"/>
                  </a:lnTo>
                  <a:lnTo>
                    <a:pt x="3731417" y="935142"/>
                  </a:lnTo>
                  <a:lnTo>
                    <a:pt x="3779139" y="966413"/>
                  </a:lnTo>
                  <a:lnTo>
                    <a:pt x="3828337" y="994945"/>
                  </a:lnTo>
                  <a:lnTo>
                    <a:pt x="3829811" y="995743"/>
                  </a:lnTo>
                  <a:lnTo>
                    <a:pt x="3877129" y="1019612"/>
                  </a:lnTo>
                  <a:lnTo>
                    <a:pt x="3926939" y="1041217"/>
                  </a:lnTo>
                  <a:lnTo>
                    <a:pt x="3979992" y="1060660"/>
                  </a:lnTo>
                  <a:lnTo>
                    <a:pt x="4037112" y="1078121"/>
                  </a:lnTo>
                  <a:lnTo>
                    <a:pt x="4099139" y="1093807"/>
                  </a:lnTo>
                  <a:lnTo>
                    <a:pt x="4166876" y="1107922"/>
                  </a:lnTo>
                  <a:lnTo>
                    <a:pt x="4241010" y="1120654"/>
                  </a:lnTo>
                  <a:lnTo>
                    <a:pt x="4322014" y="1132157"/>
                  </a:lnTo>
                  <a:lnTo>
                    <a:pt x="4410005" y="1142552"/>
                  </a:lnTo>
                  <a:lnTo>
                    <a:pt x="4504575" y="1151924"/>
                  </a:lnTo>
                  <a:lnTo>
                    <a:pt x="4604600" y="1160317"/>
                  </a:lnTo>
                  <a:lnTo>
                    <a:pt x="4708082" y="1167747"/>
                  </a:lnTo>
                  <a:lnTo>
                    <a:pt x="4812063" y="1174200"/>
                  </a:lnTo>
                  <a:lnTo>
                    <a:pt x="4912731" y="1179654"/>
                  </a:lnTo>
                  <a:lnTo>
                    <a:pt x="5005756" y="1184094"/>
                  </a:lnTo>
                  <a:lnTo>
                    <a:pt x="5086877" y="1187534"/>
                  </a:lnTo>
                  <a:lnTo>
                    <a:pt x="5152654" y="1190027"/>
                  </a:lnTo>
                  <a:lnTo>
                    <a:pt x="5201176" y="1191681"/>
                  </a:lnTo>
                  <a:lnTo>
                    <a:pt x="5232532" y="1192647"/>
                  </a:lnTo>
                  <a:lnTo>
                    <a:pt x="5248925" y="1193105"/>
                  </a:lnTo>
                  <a:lnTo>
                    <a:pt x="5254480" y="1193246"/>
                  </a:lnTo>
                  <a:lnTo>
                    <a:pt x="5254955" y="1193257"/>
                  </a:lnTo>
                  <a:lnTo>
                    <a:pt x="6726343" y="1193257"/>
                  </a:lnTo>
                  <a:lnTo>
                    <a:pt x="6727580" y="1193261"/>
                  </a:lnTo>
                  <a:lnTo>
                    <a:pt x="6735700" y="1193289"/>
                  </a:lnTo>
                  <a:lnTo>
                    <a:pt x="6756117" y="1193366"/>
                  </a:lnTo>
                  <a:lnTo>
                    <a:pt x="6792487" y="1193517"/>
                  </a:lnTo>
                  <a:lnTo>
                    <a:pt x="6846431" y="1193765"/>
                  </a:lnTo>
                  <a:lnTo>
                    <a:pt x="6917414" y="1194130"/>
                  </a:lnTo>
                  <a:lnTo>
                    <a:pt x="7002968" y="1194622"/>
                  </a:lnTo>
                  <a:lnTo>
                    <a:pt x="7099272" y="1195248"/>
                  </a:lnTo>
                  <a:lnTo>
                    <a:pt x="7201907" y="1196007"/>
                  </a:lnTo>
                  <a:lnTo>
                    <a:pt x="7306593" y="1196898"/>
                  </a:lnTo>
                  <a:lnTo>
                    <a:pt x="7409715" y="1197917"/>
                  </a:lnTo>
                  <a:lnTo>
                    <a:pt x="7508589" y="1199064"/>
                  </a:lnTo>
                  <a:lnTo>
                    <a:pt x="7601492" y="1200342"/>
                  </a:lnTo>
                  <a:lnTo>
                    <a:pt x="7687546" y="1201758"/>
                  </a:lnTo>
                  <a:lnTo>
                    <a:pt x="7766538" y="1203325"/>
                  </a:lnTo>
                  <a:lnTo>
                    <a:pt x="7838727" y="1205062"/>
                  </a:lnTo>
                  <a:lnTo>
                    <a:pt x="7904682" y="1206990"/>
                  </a:lnTo>
                  <a:lnTo>
                    <a:pt x="7965151" y="1209135"/>
                  </a:lnTo>
                  <a:lnTo>
                    <a:pt x="8020970" y="1211525"/>
                  </a:lnTo>
                  <a:lnTo>
                    <a:pt x="8072989" y="1214186"/>
                  </a:lnTo>
                  <a:lnTo>
                    <a:pt x="8122025" y="1217139"/>
                  </a:lnTo>
                  <a:lnTo>
                    <a:pt x="8151487" y="1219138"/>
                  </a:lnTo>
                  <a:lnTo>
                    <a:pt x="8207555" y="1223422"/>
                  </a:lnTo>
                  <a:lnTo>
                    <a:pt x="8261782" y="1228173"/>
                  </a:lnTo>
                  <a:lnTo>
                    <a:pt x="8314916" y="1233399"/>
                  </a:lnTo>
                  <a:lnTo>
                    <a:pt x="8367487" y="1239085"/>
                  </a:lnTo>
                  <a:lnTo>
                    <a:pt x="8419852" y="1245198"/>
                  </a:lnTo>
                  <a:lnTo>
                    <a:pt x="8472222" y="1251680"/>
                  </a:lnTo>
                  <a:lnTo>
                    <a:pt x="8524695" y="1258454"/>
                  </a:lnTo>
                  <a:lnTo>
                    <a:pt x="8577278" y="1265425"/>
                  </a:lnTo>
                  <a:lnTo>
                    <a:pt x="8629920" y="1272484"/>
                  </a:lnTo>
                  <a:lnTo>
                    <a:pt x="8682545" y="1279517"/>
                  </a:lnTo>
                  <a:lnTo>
                    <a:pt x="8735082" y="1286413"/>
                  </a:lnTo>
                  <a:lnTo>
                    <a:pt x="8787503" y="1293067"/>
                  </a:lnTo>
                  <a:lnTo>
                    <a:pt x="8839852" y="1299392"/>
                  </a:lnTo>
                  <a:lnTo>
                    <a:pt x="8892275" y="1305319"/>
                  </a:lnTo>
                  <a:lnTo>
                    <a:pt x="8945045" y="1310802"/>
                  </a:lnTo>
                  <a:lnTo>
                    <a:pt x="8998591" y="1315816"/>
                  </a:lnTo>
                  <a:lnTo>
                    <a:pt x="9053536" y="1320356"/>
                  </a:lnTo>
                  <a:lnTo>
                    <a:pt x="9084767" y="1322663"/>
                  </a:lnTo>
                  <a:lnTo>
                    <a:pt x="9132312" y="1325805"/>
                  </a:lnTo>
                  <a:lnTo>
                    <a:pt x="9182375" y="1328647"/>
                  </a:lnTo>
                  <a:lnTo>
                    <a:pt x="9235721" y="1331203"/>
                  </a:lnTo>
                  <a:lnTo>
                    <a:pt x="9293182" y="1333498"/>
                  </a:lnTo>
                  <a:lnTo>
                    <a:pt x="9355613" y="1335558"/>
                  </a:lnTo>
                  <a:lnTo>
                    <a:pt x="9423825" y="1337412"/>
                  </a:lnTo>
                  <a:lnTo>
                    <a:pt x="9498512" y="1339083"/>
                  </a:lnTo>
                  <a:lnTo>
                    <a:pt x="9580143" y="1340592"/>
                  </a:lnTo>
                  <a:lnTo>
                    <a:pt x="9668821" y="1341955"/>
                  </a:lnTo>
                  <a:lnTo>
                    <a:pt x="9764107" y="1343182"/>
                  </a:lnTo>
                  <a:lnTo>
                    <a:pt x="9864826" y="1344281"/>
                  </a:lnTo>
                  <a:lnTo>
                    <a:pt x="9968902" y="1345252"/>
                  </a:lnTo>
                  <a:lnTo>
                    <a:pt x="10073287" y="1346094"/>
                  </a:lnTo>
                  <a:lnTo>
                    <a:pt x="10174071" y="1346804"/>
                  </a:lnTo>
                  <a:lnTo>
                    <a:pt x="10266847" y="1347379"/>
                  </a:lnTo>
                  <a:lnTo>
                    <a:pt x="10347329" y="1347823"/>
                  </a:lnTo>
                  <a:lnTo>
                    <a:pt x="10412118" y="1348142"/>
                  </a:lnTo>
                  <a:lnTo>
                    <a:pt x="10459422" y="1348352"/>
                  </a:lnTo>
                  <a:lnTo>
                    <a:pt x="10489506" y="1348472"/>
                  </a:lnTo>
                  <a:lnTo>
                    <a:pt x="10504783" y="1348527"/>
                  </a:lnTo>
                  <a:lnTo>
                    <a:pt x="10509602" y="1348543"/>
                  </a:lnTo>
                  <a:lnTo>
                    <a:pt x="10509911" y="1348544"/>
                  </a:lnTo>
                  <a:lnTo>
                    <a:pt x="11981298" y="1348544"/>
                  </a:lnTo>
                  <a:lnTo>
                    <a:pt x="11981298" y="1340371"/>
                  </a:lnTo>
                  <a:lnTo>
                    <a:pt x="10509911" y="1340371"/>
                  </a:lnTo>
                  <a:lnTo>
                    <a:pt x="10508673" y="1340367"/>
                  </a:lnTo>
                  <a:lnTo>
                    <a:pt x="10500553" y="1340340"/>
                  </a:lnTo>
                  <a:lnTo>
                    <a:pt x="10480137" y="1340263"/>
                  </a:lnTo>
                  <a:lnTo>
                    <a:pt x="10443766" y="1340112"/>
                  </a:lnTo>
                  <a:lnTo>
                    <a:pt x="10389822" y="1339863"/>
                  </a:lnTo>
                  <a:lnTo>
                    <a:pt x="10318840" y="1339499"/>
                  </a:lnTo>
                  <a:lnTo>
                    <a:pt x="10233285" y="1339006"/>
                  </a:lnTo>
                  <a:lnTo>
                    <a:pt x="10136981" y="1338381"/>
                  </a:lnTo>
                  <a:lnTo>
                    <a:pt x="10034347" y="1337621"/>
                  </a:lnTo>
                  <a:lnTo>
                    <a:pt x="9929660" y="1336730"/>
                  </a:lnTo>
                  <a:lnTo>
                    <a:pt x="9826538" y="1335711"/>
                  </a:lnTo>
                  <a:lnTo>
                    <a:pt x="9727664" y="1334564"/>
                  </a:lnTo>
                  <a:lnTo>
                    <a:pt x="9634761" y="1333287"/>
                  </a:lnTo>
                  <a:lnTo>
                    <a:pt x="9548707" y="1331871"/>
                  </a:lnTo>
                  <a:lnTo>
                    <a:pt x="9469715" y="1330303"/>
                  </a:lnTo>
                  <a:lnTo>
                    <a:pt x="9397526" y="1328566"/>
                  </a:lnTo>
                  <a:lnTo>
                    <a:pt x="9331571" y="1326639"/>
                  </a:lnTo>
                  <a:lnTo>
                    <a:pt x="9271102" y="1324494"/>
                  </a:lnTo>
                  <a:lnTo>
                    <a:pt x="9215284" y="1322104"/>
                  </a:lnTo>
                  <a:lnTo>
                    <a:pt x="9163264" y="1319443"/>
                  </a:lnTo>
                  <a:lnTo>
                    <a:pt x="9114228" y="1316489"/>
                  </a:lnTo>
                  <a:lnTo>
                    <a:pt x="9084767" y="1314490"/>
                  </a:lnTo>
                  <a:lnTo>
                    <a:pt x="9028698" y="1310207"/>
                  </a:lnTo>
                  <a:lnTo>
                    <a:pt x="8974471" y="1305455"/>
                  </a:lnTo>
                  <a:lnTo>
                    <a:pt x="8921337" y="1300229"/>
                  </a:lnTo>
                  <a:lnTo>
                    <a:pt x="8868766" y="1294543"/>
                  </a:lnTo>
                  <a:lnTo>
                    <a:pt x="8816402" y="1288430"/>
                  </a:lnTo>
                  <a:lnTo>
                    <a:pt x="8764031" y="1281948"/>
                  </a:lnTo>
                  <a:lnTo>
                    <a:pt x="8711559" y="1275174"/>
                  </a:lnTo>
                  <a:lnTo>
                    <a:pt x="8658976" y="1268204"/>
                  </a:lnTo>
                  <a:lnTo>
                    <a:pt x="8606333" y="1261145"/>
                  </a:lnTo>
                  <a:lnTo>
                    <a:pt x="8553708" y="1254111"/>
                  </a:lnTo>
                  <a:lnTo>
                    <a:pt x="8501171" y="1247216"/>
                  </a:lnTo>
                  <a:lnTo>
                    <a:pt x="8448750" y="1240562"/>
                  </a:lnTo>
                  <a:lnTo>
                    <a:pt x="8396401" y="1234237"/>
                  </a:lnTo>
                  <a:lnTo>
                    <a:pt x="8343978" y="1228310"/>
                  </a:lnTo>
                  <a:lnTo>
                    <a:pt x="8291209" y="1222827"/>
                  </a:lnTo>
                  <a:lnTo>
                    <a:pt x="8237662" y="1217813"/>
                  </a:lnTo>
                  <a:lnTo>
                    <a:pt x="8182717" y="1213273"/>
                  </a:lnTo>
                  <a:lnTo>
                    <a:pt x="8151487" y="1210965"/>
                  </a:lnTo>
                  <a:lnTo>
                    <a:pt x="8103942" y="1207824"/>
                  </a:lnTo>
                  <a:lnTo>
                    <a:pt x="8053878" y="1204982"/>
                  </a:lnTo>
                  <a:lnTo>
                    <a:pt x="8000533" y="1202425"/>
                  </a:lnTo>
                  <a:lnTo>
                    <a:pt x="7943071" y="1200130"/>
                  </a:lnTo>
                  <a:lnTo>
                    <a:pt x="7880640" y="1198070"/>
                  </a:lnTo>
                  <a:lnTo>
                    <a:pt x="7812428" y="1196217"/>
                  </a:lnTo>
                  <a:lnTo>
                    <a:pt x="7737741" y="1194546"/>
                  </a:lnTo>
                  <a:lnTo>
                    <a:pt x="7656111" y="1193037"/>
                  </a:lnTo>
                  <a:lnTo>
                    <a:pt x="7567433" y="1191674"/>
                  </a:lnTo>
                  <a:lnTo>
                    <a:pt x="7472147" y="1190446"/>
                  </a:lnTo>
                  <a:lnTo>
                    <a:pt x="7371428" y="1189347"/>
                  </a:lnTo>
                  <a:lnTo>
                    <a:pt x="7267351" y="1188376"/>
                  </a:lnTo>
                  <a:lnTo>
                    <a:pt x="7162967" y="1187534"/>
                  </a:lnTo>
                  <a:lnTo>
                    <a:pt x="7062182" y="1186825"/>
                  </a:lnTo>
                  <a:lnTo>
                    <a:pt x="6969406" y="1186249"/>
                  </a:lnTo>
                  <a:lnTo>
                    <a:pt x="6888924" y="1185806"/>
                  </a:lnTo>
                  <a:lnTo>
                    <a:pt x="6824135" y="1185486"/>
                  </a:lnTo>
                  <a:lnTo>
                    <a:pt x="6776831" y="1185277"/>
                  </a:lnTo>
                  <a:lnTo>
                    <a:pt x="6746747" y="1185157"/>
                  </a:lnTo>
                  <a:lnTo>
                    <a:pt x="6731470" y="1185101"/>
                  </a:lnTo>
                  <a:lnTo>
                    <a:pt x="6726651" y="1185085"/>
                  </a:lnTo>
                  <a:lnTo>
                    <a:pt x="6726343" y="1185084"/>
                  </a:lnTo>
                  <a:lnTo>
                    <a:pt x="5254955" y="1185084"/>
                  </a:lnTo>
                  <a:lnTo>
                    <a:pt x="5253734" y="1185055"/>
                  </a:lnTo>
                  <a:lnTo>
                    <a:pt x="5245723" y="1184846"/>
                  </a:lnTo>
                  <a:lnTo>
                    <a:pt x="5225570" y="1184268"/>
                  </a:lnTo>
                  <a:lnTo>
                    <a:pt x="5189648" y="1183131"/>
                  </a:lnTo>
                  <a:lnTo>
                    <a:pt x="5136324" y="1181261"/>
                  </a:lnTo>
                  <a:lnTo>
                    <a:pt x="5066083" y="1178517"/>
                  </a:lnTo>
                  <a:lnTo>
                    <a:pt x="4981315" y="1174807"/>
                  </a:lnTo>
                  <a:lnTo>
                    <a:pt x="4885760" y="1170089"/>
                  </a:lnTo>
                  <a:lnTo>
                    <a:pt x="4783768" y="1164359"/>
                  </a:lnTo>
                  <a:lnTo>
                    <a:pt x="4679576" y="1157637"/>
                  </a:lnTo>
                  <a:lnTo>
                    <a:pt x="4576787" y="1149944"/>
                  </a:lnTo>
                  <a:lnTo>
                    <a:pt x="4478095" y="1141285"/>
                  </a:lnTo>
                  <a:lnTo>
                    <a:pt x="4385248" y="1131639"/>
                  </a:lnTo>
                  <a:lnTo>
                    <a:pt x="4299154" y="1120951"/>
                  </a:lnTo>
                  <a:lnTo>
                    <a:pt x="4220059" y="1109125"/>
                  </a:lnTo>
                  <a:lnTo>
                    <a:pt x="4147733" y="1096032"/>
                  </a:lnTo>
                  <a:lnTo>
                    <a:pt x="4081633" y="1081506"/>
                  </a:lnTo>
                  <a:lnTo>
                    <a:pt x="4021031" y="1065356"/>
                  </a:lnTo>
                  <a:lnTo>
                    <a:pt x="3965108" y="1047373"/>
                  </a:lnTo>
                  <a:lnTo>
                    <a:pt x="3913022" y="1027354"/>
                  </a:lnTo>
                  <a:lnTo>
                    <a:pt x="3863964" y="1005134"/>
                  </a:lnTo>
                  <a:lnTo>
                    <a:pt x="3829811" y="987570"/>
                  </a:lnTo>
                  <a:lnTo>
                    <a:pt x="3780560" y="959117"/>
                  </a:lnTo>
                  <a:lnTo>
                    <a:pt x="3732803" y="927927"/>
                  </a:lnTo>
                  <a:lnTo>
                    <a:pt x="3686008" y="893956"/>
                  </a:lnTo>
                  <a:lnTo>
                    <a:pt x="3639776" y="857239"/>
                  </a:lnTo>
                  <a:lnTo>
                    <a:pt x="3593820" y="817907"/>
                  </a:lnTo>
                  <a:lnTo>
                    <a:pt x="3547947" y="776187"/>
                  </a:lnTo>
                  <a:lnTo>
                    <a:pt x="3502042" y="732404"/>
                  </a:lnTo>
                  <a:lnTo>
                    <a:pt x="3456052" y="686977"/>
                  </a:lnTo>
                  <a:lnTo>
                    <a:pt x="3409976" y="640403"/>
                  </a:lnTo>
                  <a:lnTo>
                    <a:pt x="3363849" y="593236"/>
                  </a:lnTo>
                  <a:lnTo>
                    <a:pt x="3317720" y="546061"/>
                  </a:lnTo>
                  <a:lnTo>
                    <a:pt x="3271643" y="499461"/>
                  </a:lnTo>
                  <a:lnTo>
                    <a:pt x="3225650" y="453994"/>
                  </a:lnTo>
                  <a:lnTo>
                    <a:pt x="3179742" y="410156"/>
                  </a:lnTo>
                  <a:lnTo>
                    <a:pt x="3133870" y="368369"/>
                  </a:lnTo>
                  <a:lnTo>
                    <a:pt x="3087919" y="328963"/>
                  </a:lnTo>
                  <a:lnTo>
                    <a:pt x="3041699" y="292168"/>
                  </a:lnTo>
                  <a:lnTo>
                    <a:pt x="2994925" y="258115"/>
                  </a:lnTo>
                  <a:lnTo>
                    <a:pt x="2947203" y="226844"/>
                  </a:lnTo>
                  <a:lnTo>
                    <a:pt x="2898005" y="198311"/>
                  </a:lnTo>
                  <a:lnTo>
                    <a:pt x="2896531" y="197514"/>
                  </a:lnTo>
                  <a:lnTo>
                    <a:pt x="2849213" y="173645"/>
                  </a:lnTo>
                  <a:lnTo>
                    <a:pt x="2799403" y="152040"/>
                  </a:lnTo>
                  <a:lnTo>
                    <a:pt x="2746350" y="132596"/>
                  </a:lnTo>
                  <a:lnTo>
                    <a:pt x="2689230" y="115136"/>
                  </a:lnTo>
                  <a:lnTo>
                    <a:pt x="2627203" y="99450"/>
                  </a:lnTo>
                  <a:lnTo>
                    <a:pt x="2559466" y="85334"/>
                  </a:lnTo>
                  <a:lnTo>
                    <a:pt x="2485332" y="72603"/>
                  </a:lnTo>
                  <a:lnTo>
                    <a:pt x="2404328" y="61100"/>
                  </a:lnTo>
                  <a:lnTo>
                    <a:pt x="2316337" y="50705"/>
                  </a:lnTo>
                  <a:lnTo>
                    <a:pt x="2221767" y="41333"/>
                  </a:lnTo>
                  <a:lnTo>
                    <a:pt x="2121742" y="32939"/>
                  </a:lnTo>
                  <a:lnTo>
                    <a:pt x="2018261" y="25510"/>
                  </a:lnTo>
                  <a:lnTo>
                    <a:pt x="1914279" y="19057"/>
                  </a:lnTo>
                  <a:lnTo>
                    <a:pt x="1813611" y="13603"/>
                  </a:lnTo>
                  <a:lnTo>
                    <a:pt x="1720587" y="9162"/>
                  </a:lnTo>
                  <a:lnTo>
                    <a:pt x="1639465" y="5723"/>
                  </a:lnTo>
                  <a:lnTo>
                    <a:pt x="1573688" y="3229"/>
                  </a:lnTo>
                  <a:lnTo>
                    <a:pt x="1525166" y="1575"/>
                  </a:lnTo>
                  <a:lnTo>
                    <a:pt x="1493810" y="610"/>
                  </a:lnTo>
                  <a:lnTo>
                    <a:pt x="1477417" y="152"/>
                  </a:lnTo>
                  <a:lnTo>
                    <a:pt x="1471862" y="11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78AC3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425" name="pl1425"/>
            <p:cNvSpPr/>
            <p:nvPr/>
          </p:nvSpPr>
          <p:spPr>
            <a:xfrm>
              <a:off x="4799595" y="9180691"/>
              <a:ext cx="11981298" cy="1340371"/>
            </a:xfrm>
            <a:custGeom>
              <a:avLst/>
              <a:pathLst>
                <a:path w="11981298" h="1340371">
                  <a:moveTo>
                    <a:pt x="0" y="0"/>
                  </a:moveTo>
                  <a:lnTo>
                    <a:pt x="1471387" y="0"/>
                  </a:lnTo>
                  <a:lnTo>
                    <a:pt x="1472608" y="29"/>
                  </a:lnTo>
                  <a:lnTo>
                    <a:pt x="1480619" y="238"/>
                  </a:lnTo>
                  <a:lnTo>
                    <a:pt x="1500772" y="816"/>
                  </a:lnTo>
                  <a:lnTo>
                    <a:pt x="1536694" y="1952"/>
                  </a:lnTo>
                  <a:lnTo>
                    <a:pt x="1590018" y="3823"/>
                  </a:lnTo>
                  <a:lnTo>
                    <a:pt x="1660259" y="6567"/>
                  </a:lnTo>
                  <a:lnTo>
                    <a:pt x="1745027" y="10277"/>
                  </a:lnTo>
                  <a:lnTo>
                    <a:pt x="1840582" y="14995"/>
                  </a:lnTo>
                  <a:lnTo>
                    <a:pt x="1942574" y="20724"/>
                  </a:lnTo>
                  <a:lnTo>
                    <a:pt x="2046766" y="27447"/>
                  </a:lnTo>
                  <a:lnTo>
                    <a:pt x="2149555" y="35140"/>
                  </a:lnTo>
                  <a:lnTo>
                    <a:pt x="2248247" y="43799"/>
                  </a:lnTo>
                  <a:lnTo>
                    <a:pt x="2341094" y="53444"/>
                  </a:lnTo>
                  <a:lnTo>
                    <a:pt x="2427189" y="64133"/>
                  </a:lnTo>
                  <a:lnTo>
                    <a:pt x="2506284" y="75958"/>
                  </a:lnTo>
                  <a:lnTo>
                    <a:pt x="2578609" y="89052"/>
                  </a:lnTo>
                  <a:lnTo>
                    <a:pt x="2644709" y="103577"/>
                  </a:lnTo>
                  <a:lnTo>
                    <a:pt x="2705311" y="119728"/>
                  </a:lnTo>
                  <a:lnTo>
                    <a:pt x="2761234" y="137711"/>
                  </a:lnTo>
                  <a:lnTo>
                    <a:pt x="2813321" y="157730"/>
                  </a:lnTo>
                  <a:lnTo>
                    <a:pt x="2862378" y="179950"/>
                  </a:lnTo>
                  <a:lnTo>
                    <a:pt x="2896531" y="197514"/>
                  </a:lnTo>
                  <a:lnTo>
                    <a:pt x="2945782" y="225967"/>
                  </a:lnTo>
                  <a:lnTo>
                    <a:pt x="2993539" y="257157"/>
                  </a:lnTo>
                  <a:lnTo>
                    <a:pt x="3040335" y="291128"/>
                  </a:lnTo>
                  <a:lnTo>
                    <a:pt x="3086567" y="327844"/>
                  </a:lnTo>
                  <a:lnTo>
                    <a:pt x="3132522" y="367177"/>
                  </a:lnTo>
                  <a:lnTo>
                    <a:pt x="3178395" y="408897"/>
                  </a:lnTo>
                  <a:lnTo>
                    <a:pt x="3224300" y="452680"/>
                  </a:lnTo>
                  <a:lnTo>
                    <a:pt x="3270290" y="498107"/>
                  </a:lnTo>
                  <a:lnTo>
                    <a:pt x="3316366" y="544681"/>
                  </a:lnTo>
                  <a:lnTo>
                    <a:pt x="3362493" y="591848"/>
                  </a:lnTo>
                  <a:lnTo>
                    <a:pt x="3408622" y="639023"/>
                  </a:lnTo>
                  <a:lnTo>
                    <a:pt x="3454699" y="685622"/>
                  </a:lnTo>
                  <a:lnTo>
                    <a:pt x="3500692" y="731090"/>
                  </a:lnTo>
                  <a:lnTo>
                    <a:pt x="3546600" y="774928"/>
                  </a:lnTo>
                  <a:lnTo>
                    <a:pt x="3592472" y="816714"/>
                  </a:lnTo>
                  <a:lnTo>
                    <a:pt x="3638423" y="856120"/>
                  </a:lnTo>
                  <a:lnTo>
                    <a:pt x="3684643" y="892916"/>
                  </a:lnTo>
                  <a:lnTo>
                    <a:pt x="3731417" y="926969"/>
                  </a:lnTo>
                  <a:lnTo>
                    <a:pt x="3779139" y="958240"/>
                  </a:lnTo>
                  <a:lnTo>
                    <a:pt x="3828337" y="986772"/>
                  </a:lnTo>
                  <a:lnTo>
                    <a:pt x="3829811" y="987570"/>
                  </a:lnTo>
                  <a:lnTo>
                    <a:pt x="3877129" y="1011439"/>
                  </a:lnTo>
                  <a:lnTo>
                    <a:pt x="3926939" y="1033044"/>
                  </a:lnTo>
                  <a:lnTo>
                    <a:pt x="3979992" y="1052487"/>
                  </a:lnTo>
                  <a:lnTo>
                    <a:pt x="4037112" y="1069948"/>
                  </a:lnTo>
                  <a:lnTo>
                    <a:pt x="4099139" y="1085634"/>
                  </a:lnTo>
                  <a:lnTo>
                    <a:pt x="4166876" y="1099749"/>
                  </a:lnTo>
                  <a:lnTo>
                    <a:pt x="4241010" y="1112481"/>
                  </a:lnTo>
                  <a:lnTo>
                    <a:pt x="4322014" y="1123984"/>
                  </a:lnTo>
                  <a:lnTo>
                    <a:pt x="4410005" y="1134379"/>
                  </a:lnTo>
                  <a:lnTo>
                    <a:pt x="4504575" y="1143751"/>
                  </a:lnTo>
                  <a:lnTo>
                    <a:pt x="4604600" y="1152144"/>
                  </a:lnTo>
                  <a:lnTo>
                    <a:pt x="4708082" y="1159574"/>
                  </a:lnTo>
                  <a:lnTo>
                    <a:pt x="4812063" y="1166027"/>
                  </a:lnTo>
                  <a:lnTo>
                    <a:pt x="4912731" y="1171481"/>
                  </a:lnTo>
                  <a:lnTo>
                    <a:pt x="5005756" y="1175921"/>
                  </a:lnTo>
                  <a:lnTo>
                    <a:pt x="5086877" y="1179361"/>
                  </a:lnTo>
                  <a:lnTo>
                    <a:pt x="5152654" y="1181854"/>
                  </a:lnTo>
                  <a:lnTo>
                    <a:pt x="5201176" y="1183508"/>
                  </a:lnTo>
                  <a:lnTo>
                    <a:pt x="5232532" y="1184474"/>
                  </a:lnTo>
                  <a:lnTo>
                    <a:pt x="5248925" y="1184932"/>
                  </a:lnTo>
                  <a:lnTo>
                    <a:pt x="5254480" y="1185073"/>
                  </a:lnTo>
                  <a:lnTo>
                    <a:pt x="5254955" y="1185084"/>
                  </a:lnTo>
                  <a:lnTo>
                    <a:pt x="6726343" y="1185084"/>
                  </a:lnTo>
                  <a:lnTo>
                    <a:pt x="6727580" y="1185088"/>
                  </a:lnTo>
                  <a:lnTo>
                    <a:pt x="6735700" y="1185116"/>
                  </a:lnTo>
                  <a:lnTo>
                    <a:pt x="6756117" y="1185193"/>
                  </a:lnTo>
                  <a:lnTo>
                    <a:pt x="6792487" y="1185344"/>
                  </a:lnTo>
                  <a:lnTo>
                    <a:pt x="6846431" y="1185592"/>
                  </a:lnTo>
                  <a:lnTo>
                    <a:pt x="6917414" y="1185957"/>
                  </a:lnTo>
                  <a:lnTo>
                    <a:pt x="7002968" y="1186449"/>
                  </a:lnTo>
                  <a:lnTo>
                    <a:pt x="7099272" y="1187075"/>
                  </a:lnTo>
                  <a:lnTo>
                    <a:pt x="7201907" y="1187834"/>
                  </a:lnTo>
                  <a:lnTo>
                    <a:pt x="7306593" y="1188725"/>
                  </a:lnTo>
                  <a:lnTo>
                    <a:pt x="7409715" y="1189744"/>
                  </a:lnTo>
                  <a:lnTo>
                    <a:pt x="7508589" y="1190891"/>
                  </a:lnTo>
                  <a:lnTo>
                    <a:pt x="7601492" y="1192169"/>
                  </a:lnTo>
                  <a:lnTo>
                    <a:pt x="7687546" y="1193585"/>
                  </a:lnTo>
                  <a:lnTo>
                    <a:pt x="7766538" y="1195152"/>
                  </a:lnTo>
                  <a:lnTo>
                    <a:pt x="7838727" y="1196889"/>
                  </a:lnTo>
                  <a:lnTo>
                    <a:pt x="7904682" y="1198817"/>
                  </a:lnTo>
                  <a:lnTo>
                    <a:pt x="7965151" y="1200962"/>
                  </a:lnTo>
                  <a:lnTo>
                    <a:pt x="8020970" y="1203352"/>
                  </a:lnTo>
                  <a:lnTo>
                    <a:pt x="8072989" y="1206013"/>
                  </a:lnTo>
                  <a:lnTo>
                    <a:pt x="8122025" y="1208966"/>
                  </a:lnTo>
                  <a:lnTo>
                    <a:pt x="8151487" y="1210965"/>
                  </a:lnTo>
                  <a:lnTo>
                    <a:pt x="8207555" y="1215249"/>
                  </a:lnTo>
                  <a:lnTo>
                    <a:pt x="8261782" y="1220000"/>
                  </a:lnTo>
                  <a:lnTo>
                    <a:pt x="8314916" y="1225226"/>
                  </a:lnTo>
                  <a:lnTo>
                    <a:pt x="8367487" y="1230913"/>
                  </a:lnTo>
                  <a:lnTo>
                    <a:pt x="8419852" y="1237025"/>
                  </a:lnTo>
                  <a:lnTo>
                    <a:pt x="8472222" y="1243507"/>
                  </a:lnTo>
                  <a:lnTo>
                    <a:pt x="8524695" y="1250281"/>
                  </a:lnTo>
                  <a:lnTo>
                    <a:pt x="8577278" y="1257252"/>
                  </a:lnTo>
                  <a:lnTo>
                    <a:pt x="8629920" y="1264311"/>
                  </a:lnTo>
                  <a:lnTo>
                    <a:pt x="8682545" y="1271344"/>
                  </a:lnTo>
                  <a:lnTo>
                    <a:pt x="8735082" y="1278240"/>
                  </a:lnTo>
                  <a:lnTo>
                    <a:pt x="8787503" y="1284894"/>
                  </a:lnTo>
                  <a:lnTo>
                    <a:pt x="8839852" y="1291219"/>
                  </a:lnTo>
                  <a:lnTo>
                    <a:pt x="8892275" y="1297146"/>
                  </a:lnTo>
                  <a:lnTo>
                    <a:pt x="8945045" y="1302629"/>
                  </a:lnTo>
                  <a:lnTo>
                    <a:pt x="8998591" y="1307643"/>
                  </a:lnTo>
                  <a:lnTo>
                    <a:pt x="9053536" y="1312183"/>
                  </a:lnTo>
                  <a:lnTo>
                    <a:pt x="9084767" y="1314490"/>
                  </a:lnTo>
                  <a:lnTo>
                    <a:pt x="9132312" y="1317632"/>
                  </a:lnTo>
                  <a:lnTo>
                    <a:pt x="9182375" y="1320474"/>
                  </a:lnTo>
                  <a:lnTo>
                    <a:pt x="9235721" y="1323030"/>
                  </a:lnTo>
                  <a:lnTo>
                    <a:pt x="9293182" y="1325325"/>
                  </a:lnTo>
                  <a:lnTo>
                    <a:pt x="9355613" y="1327385"/>
                  </a:lnTo>
                  <a:lnTo>
                    <a:pt x="9423825" y="1329239"/>
                  </a:lnTo>
                  <a:lnTo>
                    <a:pt x="9498512" y="1330910"/>
                  </a:lnTo>
                  <a:lnTo>
                    <a:pt x="9580143" y="1332419"/>
                  </a:lnTo>
                  <a:lnTo>
                    <a:pt x="9668821" y="1333782"/>
                  </a:lnTo>
                  <a:lnTo>
                    <a:pt x="9764107" y="1335009"/>
                  </a:lnTo>
                  <a:lnTo>
                    <a:pt x="9864826" y="1336108"/>
                  </a:lnTo>
                  <a:lnTo>
                    <a:pt x="9968902" y="1337079"/>
                  </a:lnTo>
                  <a:lnTo>
                    <a:pt x="10073287" y="1337921"/>
                  </a:lnTo>
                  <a:lnTo>
                    <a:pt x="10174071" y="1338631"/>
                  </a:lnTo>
                  <a:lnTo>
                    <a:pt x="10266847" y="1339206"/>
                  </a:lnTo>
                  <a:lnTo>
                    <a:pt x="10347329" y="1339650"/>
                  </a:lnTo>
                  <a:lnTo>
                    <a:pt x="10412118" y="1339969"/>
                  </a:lnTo>
                  <a:lnTo>
                    <a:pt x="10459422" y="1340179"/>
                  </a:lnTo>
                  <a:lnTo>
                    <a:pt x="10489506" y="1340299"/>
                  </a:lnTo>
                  <a:lnTo>
                    <a:pt x="10504783" y="1340354"/>
                  </a:lnTo>
                  <a:lnTo>
                    <a:pt x="10509602" y="1340370"/>
                  </a:lnTo>
                  <a:lnTo>
                    <a:pt x="10509911" y="1340371"/>
                  </a:lnTo>
                  <a:lnTo>
                    <a:pt x="11981298" y="134037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26" name="pl1426"/>
            <p:cNvSpPr/>
            <p:nvPr/>
          </p:nvSpPr>
          <p:spPr>
            <a:xfrm>
              <a:off x="4799595" y="9172518"/>
              <a:ext cx="11981298" cy="1340371"/>
            </a:xfrm>
            <a:custGeom>
              <a:avLst/>
              <a:pathLst>
                <a:path w="11981298" h="1340371">
                  <a:moveTo>
                    <a:pt x="11981298" y="1340371"/>
                  </a:moveTo>
                  <a:lnTo>
                    <a:pt x="10509911" y="1340371"/>
                  </a:lnTo>
                  <a:lnTo>
                    <a:pt x="10508673" y="1340367"/>
                  </a:lnTo>
                  <a:lnTo>
                    <a:pt x="10500553" y="1340340"/>
                  </a:lnTo>
                  <a:lnTo>
                    <a:pt x="10480137" y="1340263"/>
                  </a:lnTo>
                  <a:lnTo>
                    <a:pt x="10443766" y="1340112"/>
                  </a:lnTo>
                  <a:lnTo>
                    <a:pt x="10389822" y="1339863"/>
                  </a:lnTo>
                  <a:lnTo>
                    <a:pt x="10318840" y="1339499"/>
                  </a:lnTo>
                  <a:lnTo>
                    <a:pt x="10233285" y="1339006"/>
                  </a:lnTo>
                  <a:lnTo>
                    <a:pt x="10136981" y="1338381"/>
                  </a:lnTo>
                  <a:lnTo>
                    <a:pt x="10034347" y="1337621"/>
                  </a:lnTo>
                  <a:lnTo>
                    <a:pt x="9929660" y="1336730"/>
                  </a:lnTo>
                  <a:lnTo>
                    <a:pt x="9826538" y="1335711"/>
                  </a:lnTo>
                  <a:lnTo>
                    <a:pt x="9727664" y="1334564"/>
                  </a:lnTo>
                  <a:lnTo>
                    <a:pt x="9634761" y="1333287"/>
                  </a:lnTo>
                  <a:lnTo>
                    <a:pt x="9548707" y="1331871"/>
                  </a:lnTo>
                  <a:lnTo>
                    <a:pt x="9469715" y="1330303"/>
                  </a:lnTo>
                  <a:lnTo>
                    <a:pt x="9397526" y="1328566"/>
                  </a:lnTo>
                  <a:lnTo>
                    <a:pt x="9331571" y="1326639"/>
                  </a:lnTo>
                  <a:lnTo>
                    <a:pt x="9271102" y="1324494"/>
                  </a:lnTo>
                  <a:lnTo>
                    <a:pt x="9215284" y="1322104"/>
                  </a:lnTo>
                  <a:lnTo>
                    <a:pt x="9163264" y="1319443"/>
                  </a:lnTo>
                  <a:lnTo>
                    <a:pt x="9114228" y="1316489"/>
                  </a:lnTo>
                  <a:lnTo>
                    <a:pt x="9084767" y="1314490"/>
                  </a:lnTo>
                  <a:lnTo>
                    <a:pt x="9028698" y="1310207"/>
                  </a:lnTo>
                  <a:lnTo>
                    <a:pt x="8974471" y="1305455"/>
                  </a:lnTo>
                  <a:lnTo>
                    <a:pt x="8921337" y="1300229"/>
                  </a:lnTo>
                  <a:lnTo>
                    <a:pt x="8868766" y="1294543"/>
                  </a:lnTo>
                  <a:lnTo>
                    <a:pt x="8816402" y="1288430"/>
                  </a:lnTo>
                  <a:lnTo>
                    <a:pt x="8764031" y="1281948"/>
                  </a:lnTo>
                  <a:lnTo>
                    <a:pt x="8711559" y="1275174"/>
                  </a:lnTo>
                  <a:lnTo>
                    <a:pt x="8658976" y="1268204"/>
                  </a:lnTo>
                  <a:lnTo>
                    <a:pt x="8606333" y="1261145"/>
                  </a:lnTo>
                  <a:lnTo>
                    <a:pt x="8553708" y="1254111"/>
                  </a:lnTo>
                  <a:lnTo>
                    <a:pt x="8501171" y="1247216"/>
                  </a:lnTo>
                  <a:lnTo>
                    <a:pt x="8448750" y="1240562"/>
                  </a:lnTo>
                  <a:lnTo>
                    <a:pt x="8396401" y="1234237"/>
                  </a:lnTo>
                  <a:lnTo>
                    <a:pt x="8343978" y="1228310"/>
                  </a:lnTo>
                  <a:lnTo>
                    <a:pt x="8291209" y="1222827"/>
                  </a:lnTo>
                  <a:lnTo>
                    <a:pt x="8237662" y="1217813"/>
                  </a:lnTo>
                  <a:lnTo>
                    <a:pt x="8182717" y="1213273"/>
                  </a:lnTo>
                  <a:lnTo>
                    <a:pt x="8151487" y="1210965"/>
                  </a:lnTo>
                  <a:lnTo>
                    <a:pt x="8103942" y="1207824"/>
                  </a:lnTo>
                  <a:lnTo>
                    <a:pt x="8053878" y="1204982"/>
                  </a:lnTo>
                  <a:lnTo>
                    <a:pt x="8000533" y="1202425"/>
                  </a:lnTo>
                  <a:lnTo>
                    <a:pt x="7943071" y="1200130"/>
                  </a:lnTo>
                  <a:lnTo>
                    <a:pt x="7880640" y="1198070"/>
                  </a:lnTo>
                  <a:lnTo>
                    <a:pt x="7812428" y="1196217"/>
                  </a:lnTo>
                  <a:lnTo>
                    <a:pt x="7737741" y="1194546"/>
                  </a:lnTo>
                  <a:lnTo>
                    <a:pt x="7656111" y="1193037"/>
                  </a:lnTo>
                  <a:lnTo>
                    <a:pt x="7567433" y="1191674"/>
                  </a:lnTo>
                  <a:lnTo>
                    <a:pt x="7472147" y="1190446"/>
                  </a:lnTo>
                  <a:lnTo>
                    <a:pt x="7371428" y="1189347"/>
                  </a:lnTo>
                  <a:lnTo>
                    <a:pt x="7267351" y="1188376"/>
                  </a:lnTo>
                  <a:lnTo>
                    <a:pt x="7162967" y="1187534"/>
                  </a:lnTo>
                  <a:lnTo>
                    <a:pt x="7062182" y="1186825"/>
                  </a:lnTo>
                  <a:lnTo>
                    <a:pt x="6969406" y="1186249"/>
                  </a:lnTo>
                  <a:lnTo>
                    <a:pt x="6888924" y="1185806"/>
                  </a:lnTo>
                  <a:lnTo>
                    <a:pt x="6824135" y="1185486"/>
                  </a:lnTo>
                  <a:lnTo>
                    <a:pt x="6776831" y="1185277"/>
                  </a:lnTo>
                  <a:lnTo>
                    <a:pt x="6746747" y="1185157"/>
                  </a:lnTo>
                  <a:lnTo>
                    <a:pt x="6731470" y="1185101"/>
                  </a:lnTo>
                  <a:lnTo>
                    <a:pt x="6726651" y="1185085"/>
                  </a:lnTo>
                  <a:lnTo>
                    <a:pt x="6726343" y="1185084"/>
                  </a:lnTo>
                  <a:lnTo>
                    <a:pt x="5254955" y="1185084"/>
                  </a:lnTo>
                  <a:lnTo>
                    <a:pt x="5253734" y="1185055"/>
                  </a:lnTo>
                  <a:lnTo>
                    <a:pt x="5245723" y="1184846"/>
                  </a:lnTo>
                  <a:lnTo>
                    <a:pt x="5225570" y="1184268"/>
                  </a:lnTo>
                  <a:lnTo>
                    <a:pt x="5189648" y="1183131"/>
                  </a:lnTo>
                  <a:lnTo>
                    <a:pt x="5136324" y="1181261"/>
                  </a:lnTo>
                  <a:lnTo>
                    <a:pt x="5066083" y="1178517"/>
                  </a:lnTo>
                  <a:lnTo>
                    <a:pt x="4981315" y="1174807"/>
                  </a:lnTo>
                  <a:lnTo>
                    <a:pt x="4885760" y="1170089"/>
                  </a:lnTo>
                  <a:lnTo>
                    <a:pt x="4783768" y="1164359"/>
                  </a:lnTo>
                  <a:lnTo>
                    <a:pt x="4679576" y="1157637"/>
                  </a:lnTo>
                  <a:lnTo>
                    <a:pt x="4576787" y="1149944"/>
                  </a:lnTo>
                  <a:lnTo>
                    <a:pt x="4478095" y="1141285"/>
                  </a:lnTo>
                  <a:lnTo>
                    <a:pt x="4385248" y="1131639"/>
                  </a:lnTo>
                  <a:lnTo>
                    <a:pt x="4299154" y="1120951"/>
                  </a:lnTo>
                  <a:lnTo>
                    <a:pt x="4220059" y="1109125"/>
                  </a:lnTo>
                  <a:lnTo>
                    <a:pt x="4147733" y="1096032"/>
                  </a:lnTo>
                  <a:lnTo>
                    <a:pt x="4081633" y="1081506"/>
                  </a:lnTo>
                  <a:lnTo>
                    <a:pt x="4021031" y="1065356"/>
                  </a:lnTo>
                  <a:lnTo>
                    <a:pt x="3965108" y="1047373"/>
                  </a:lnTo>
                  <a:lnTo>
                    <a:pt x="3913022" y="1027354"/>
                  </a:lnTo>
                  <a:lnTo>
                    <a:pt x="3863964" y="1005134"/>
                  </a:lnTo>
                  <a:lnTo>
                    <a:pt x="3829811" y="987570"/>
                  </a:lnTo>
                  <a:lnTo>
                    <a:pt x="3780560" y="959117"/>
                  </a:lnTo>
                  <a:lnTo>
                    <a:pt x="3732803" y="927927"/>
                  </a:lnTo>
                  <a:lnTo>
                    <a:pt x="3686008" y="893956"/>
                  </a:lnTo>
                  <a:lnTo>
                    <a:pt x="3639776" y="857239"/>
                  </a:lnTo>
                  <a:lnTo>
                    <a:pt x="3593820" y="817907"/>
                  </a:lnTo>
                  <a:lnTo>
                    <a:pt x="3547947" y="776187"/>
                  </a:lnTo>
                  <a:lnTo>
                    <a:pt x="3502042" y="732404"/>
                  </a:lnTo>
                  <a:lnTo>
                    <a:pt x="3456052" y="686977"/>
                  </a:lnTo>
                  <a:lnTo>
                    <a:pt x="3409976" y="640403"/>
                  </a:lnTo>
                  <a:lnTo>
                    <a:pt x="3363849" y="593236"/>
                  </a:lnTo>
                  <a:lnTo>
                    <a:pt x="3317720" y="546061"/>
                  </a:lnTo>
                  <a:lnTo>
                    <a:pt x="3271643" y="499461"/>
                  </a:lnTo>
                  <a:lnTo>
                    <a:pt x="3225650" y="453994"/>
                  </a:lnTo>
                  <a:lnTo>
                    <a:pt x="3179742" y="410156"/>
                  </a:lnTo>
                  <a:lnTo>
                    <a:pt x="3133870" y="368369"/>
                  </a:lnTo>
                  <a:lnTo>
                    <a:pt x="3087919" y="328963"/>
                  </a:lnTo>
                  <a:lnTo>
                    <a:pt x="3041699" y="292168"/>
                  </a:lnTo>
                  <a:lnTo>
                    <a:pt x="2994925" y="258115"/>
                  </a:lnTo>
                  <a:lnTo>
                    <a:pt x="2947203" y="226844"/>
                  </a:lnTo>
                  <a:lnTo>
                    <a:pt x="2898005" y="198311"/>
                  </a:lnTo>
                  <a:lnTo>
                    <a:pt x="2896531" y="197514"/>
                  </a:lnTo>
                  <a:lnTo>
                    <a:pt x="2849213" y="173645"/>
                  </a:lnTo>
                  <a:lnTo>
                    <a:pt x="2799403" y="152040"/>
                  </a:lnTo>
                  <a:lnTo>
                    <a:pt x="2746350" y="132596"/>
                  </a:lnTo>
                  <a:lnTo>
                    <a:pt x="2689230" y="115136"/>
                  </a:lnTo>
                  <a:lnTo>
                    <a:pt x="2627203" y="99450"/>
                  </a:lnTo>
                  <a:lnTo>
                    <a:pt x="2559466" y="85334"/>
                  </a:lnTo>
                  <a:lnTo>
                    <a:pt x="2485332" y="72603"/>
                  </a:lnTo>
                  <a:lnTo>
                    <a:pt x="2404328" y="61100"/>
                  </a:lnTo>
                  <a:lnTo>
                    <a:pt x="2316337" y="50705"/>
                  </a:lnTo>
                  <a:lnTo>
                    <a:pt x="2221767" y="41333"/>
                  </a:lnTo>
                  <a:lnTo>
                    <a:pt x="2121742" y="32939"/>
                  </a:lnTo>
                  <a:lnTo>
                    <a:pt x="2018261" y="25510"/>
                  </a:lnTo>
                  <a:lnTo>
                    <a:pt x="1914279" y="19057"/>
                  </a:lnTo>
                  <a:lnTo>
                    <a:pt x="1813611" y="13603"/>
                  </a:lnTo>
                  <a:lnTo>
                    <a:pt x="1720587" y="9162"/>
                  </a:lnTo>
                  <a:lnTo>
                    <a:pt x="1639465" y="5723"/>
                  </a:lnTo>
                  <a:lnTo>
                    <a:pt x="1573688" y="3229"/>
                  </a:lnTo>
                  <a:lnTo>
                    <a:pt x="1525166" y="1575"/>
                  </a:lnTo>
                  <a:lnTo>
                    <a:pt x="1493810" y="610"/>
                  </a:lnTo>
                  <a:lnTo>
                    <a:pt x="1477417" y="152"/>
                  </a:lnTo>
                  <a:lnTo>
                    <a:pt x="1471862" y="11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27" name="pg1427"/>
            <p:cNvSpPr/>
            <p:nvPr/>
          </p:nvSpPr>
          <p:spPr>
            <a:xfrm>
              <a:off x="4799595" y="9180691"/>
              <a:ext cx="11981298" cy="1986038"/>
            </a:xfrm>
            <a:custGeom>
              <a:avLst/>
              <a:pathLst>
                <a:path w="11981298" h="1986038">
                  <a:moveTo>
                    <a:pt x="0" y="8172"/>
                  </a:moveTo>
                  <a:lnTo>
                    <a:pt x="1471387" y="8172"/>
                  </a:lnTo>
                  <a:lnTo>
                    <a:pt x="1472608" y="8202"/>
                  </a:lnTo>
                  <a:lnTo>
                    <a:pt x="1480619" y="8411"/>
                  </a:lnTo>
                  <a:lnTo>
                    <a:pt x="1500772" y="8989"/>
                  </a:lnTo>
                  <a:lnTo>
                    <a:pt x="1536694" y="10125"/>
                  </a:lnTo>
                  <a:lnTo>
                    <a:pt x="1590018" y="11996"/>
                  </a:lnTo>
                  <a:lnTo>
                    <a:pt x="1660259" y="14740"/>
                  </a:lnTo>
                  <a:lnTo>
                    <a:pt x="1745027" y="18450"/>
                  </a:lnTo>
                  <a:lnTo>
                    <a:pt x="1840582" y="23168"/>
                  </a:lnTo>
                  <a:lnTo>
                    <a:pt x="1942574" y="28897"/>
                  </a:lnTo>
                  <a:lnTo>
                    <a:pt x="2046766" y="35620"/>
                  </a:lnTo>
                  <a:lnTo>
                    <a:pt x="2149555" y="43313"/>
                  </a:lnTo>
                  <a:lnTo>
                    <a:pt x="2248247" y="51972"/>
                  </a:lnTo>
                  <a:lnTo>
                    <a:pt x="2341094" y="61617"/>
                  </a:lnTo>
                  <a:lnTo>
                    <a:pt x="2427189" y="72306"/>
                  </a:lnTo>
                  <a:lnTo>
                    <a:pt x="2506284" y="84131"/>
                  </a:lnTo>
                  <a:lnTo>
                    <a:pt x="2578609" y="97225"/>
                  </a:lnTo>
                  <a:lnTo>
                    <a:pt x="2644709" y="111750"/>
                  </a:lnTo>
                  <a:lnTo>
                    <a:pt x="2705311" y="127901"/>
                  </a:lnTo>
                  <a:lnTo>
                    <a:pt x="2761234" y="145884"/>
                  </a:lnTo>
                  <a:lnTo>
                    <a:pt x="2813321" y="165903"/>
                  </a:lnTo>
                  <a:lnTo>
                    <a:pt x="2862378" y="188123"/>
                  </a:lnTo>
                  <a:lnTo>
                    <a:pt x="2896531" y="205687"/>
                  </a:lnTo>
                  <a:lnTo>
                    <a:pt x="2945782" y="234140"/>
                  </a:lnTo>
                  <a:lnTo>
                    <a:pt x="2993539" y="265330"/>
                  </a:lnTo>
                  <a:lnTo>
                    <a:pt x="3040335" y="299301"/>
                  </a:lnTo>
                  <a:lnTo>
                    <a:pt x="3086567" y="336017"/>
                  </a:lnTo>
                  <a:lnTo>
                    <a:pt x="3132522" y="375350"/>
                  </a:lnTo>
                  <a:lnTo>
                    <a:pt x="3178395" y="417070"/>
                  </a:lnTo>
                  <a:lnTo>
                    <a:pt x="3224300" y="460853"/>
                  </a:lnTo>
                  <a:lnTo>
                    <a:pt x="3270290" y="506280"/>
                  </a:lnTo>
                  <a:lnTo>
                    <a:pt x="3316366" y="552854"/>
                  </a:lnTo>
                  <a:lnTo>
                    <a:pt x="3362493" y="600021"/>
                  </a:lnTo>
                  <a:lnTo>
                    <a:pt x="3408622" y="647196"/>
                  </a:lnTo>
                  <a:lnTo>
                    <a:pt x="3454699" y="693795"/>
                  </a:lnTo>
                  <a:lnTo>
                    <a:pt x="3500692" y="739263"/>
                  </a:lnTo>
                  <a:lnTo>
                    <a:pt x="3546600" y="783101"/>
                  </a:lnTo>
                  <a:lnTo>
                    <a:pt x="3592472" y="824887"/>
                  </a:lnTo>
                  <a:lnTo>
                    <a:pt x="3638423" y="864293"/>
                  </a:lnTo>
                  <a:lnTo>
                    <a:pt x="3684643" y="901089"/>
                  </a:lnTo>
                  <a:lnTo>
                    <a:pt x="3731417" y="935142"/>
                  </a:lnTo>
                  <a:lnTo>
                    <a:pt x="3779139" y="966413"/>
                  </a:lnTo>
                  <a:lnTo>
                    <a:pt x="3828337" y="994945"/>
                  </a:lnTo>
                  <a:lnTo>
                    <a:pt x="3829811" y="995743"/>
                  </a:lnTo>
                  <a:lnTo>
                    <a:pt x="3877129" y="1019612"/>
                  </a:lnTo>
                  <a:lnTo>
                    <a:pt x="3926939" y="1041217"/>
                  </a:lnTo>
                  <a:lnTo>
                    <a:pt x="3979992" y="1060660"/>
                  </a:lnTo>
                  <a:lnTo>
                    <a:pt x="4037112" y="1078121"/>
                  </a:lnTo>
                  <a:lnTo>
                    <a:pt x="4099139" y="1093807"/>
                  </a:lnTo>
                  <a:lnTo>
                    <a:pt x="4166876" y="1107922"/>
                  </a:lnTo>
                  <a:lnTo>
                    <a:pt x="4241010" y="1120654"/>
                  </a:lnTo>
                  <a:lnTo>
                    <a:pt x="4322014" y="1132157"/>
                  </a:lnTo>
                  <a:lnTo>
                    <a:pt x="4410005" y="1142552"/>
                  </a:lnTo>
                  <a:lnTo>
                    <a:pt x="4504575" y="1151924"/>
                  </a:lnTo>
                  <a:lnTo>
                    <a:pt x="4604600" y="1160317"/>
                  </a:lnTo>
                  <a:lnTo>
                    <a:pt x="4708082" y="1167747"/>
                  </a:lnTo>
                  <a:lnTo>
                    <a:pt x="4812063" y="1174200"/>
                  </a:lnTo>
                  <a:lnTo>
                    <a:pt x="4912731" y="1179654"/>
                  </a:lnTo>
                  <a:lnTo>
                    <a:pt x="5005756" y="1184094"/>
                  </a:lnTo>
                  <a:lnTo>
                    <a:pt x="5086877" y="1187534"/>
                  </a:lnTo>
                  <a:lnTo>
                    <a:pt x="5152654" y="1190027"/>
                  </a:lnTo>
                  <a:lnTo>
                    <a:pt x="5201176" y="1191681"/>
                  </a:lnTo>
                  <a:lnTo>
                    <a:pt x="5232532" y="1192647"/>
                  </a:lnTo>
                  <a:lnTo>
                    <a:pt x="5248925" y="1193105"/>
                  </a:lnTo>
                  <a:lnTo>
                    <a:pt x="5254480" y="1193246"/>
                  </a:lnTo>
                  <a:lnTo>
                    <a:pt x="5254955" y="1193257"/>
                  </a:lnTo>
                  <a:lnTo>
                    <a:pt x="6726343" y="1193257"/>
                  </a:lnTo>
                  <a:lnTo>
                    <a:pt x="6727573" y="1193277"/>
                  </a:lnTo>
                  <a:lnTo>
                    <a:pt x="6735645" y="1193418"/>
                  </a:lnTo>
                  <a:lnTo>
                    <a:pt x="6755945" y="1193808"/>
                  </a:lnTo>
                  <a:lnTo>
                    <a:pt x="6792117" y="1194574"/>
                  </a:lnTo>
                  <a:lnTo>
                    <a:pt x="6845787" y="1195835"/>
                  </a:lnTo>
                  <a:lnTo>
                    <a:pt x="6916443" y="1197685"/>
                  </a:lnTo>
                  <a:lnTo>
                    <a:pt x="7001651" y="1200184"/>
                  </a:lnTo>
                  <a:lnTo>
                    <a:pt x="7097625" y="1203362"/>
                  </a:lnTo>
                  <a:lnTo>
                    <a:pt x="7199977" y="1207220"/>
                  </a:lnTo>
                  <a:lnTo>
                    <a:pt x="7304446" y="1211745"/>
                  </a:lnTo>
                  <a:lnTo>
                    <a:pt x="7407423" y="1216923"/>
                  </a:lnTo>
                  <a:lnTo>
                    <a:pt x="7506217" y="1222750"/>
                  </a:lnTo>
                  <a:lnTo>
                    <a:pt x="7599096" y="1229242"/>
                  </a:lnTo>
                  <a:lnTo>
                    <a:pt x="7685169" y="1236437"/>
                  </a:lnTo>
                  <a:lnTo>
                    <a:pt x="7764207" y="1244399"/>
                  </a:lnTo>
                  <a:lnTo>
                    <a:pt x="7836456" y="1253217"/>
                  </a:lnTo>
                  <a:lnTo>
                    <a:pt x="7902475" y="1263004"/>
                  </a:lnTo>
                  <a:lnTo>
                    <a:pt x="7963002" y="1273890"/>
                  </a:lnTo>
                  <a:lnTo>
                    <a:pt x="8018867" y="1286015"/>
                  </a:lnTo>
                  <a:lnTo>
                    <a:pt x="8070915" y="1299515"/>
                  </a:lnTo>
                  <a:lnTo>
                    <a:pt x="8119960" y="1314500"/>
                  </a:lnTo>
                  <a:lnTo>
                    <a:pt x="8151487" y="1325387"/>
                  </a:lnTo>
                  <a:lnTo>
                    <a:pt x="8204013" y="1345777"/>
                  </a:lnTo>
                  <a:lnTo>
                    <a:pt x="8254881" y="1368257"/>
                  </a:lnTo>
                  <a:lnTo>
                    <a:pt x="8304721" y="1392857"/>
                  </a:lnTo>
                  <a:lnTo>
                    <a:pt x="8353993" y="1419537"/>
                  </a:lnTo>
                  <a:lnTo>
                    <a:pt x="8403018" y="1448170"/>
                  </a:lnTo>
                  <a:lnTo>
                    <a:pt x="8452002" y="1478549"/>
                  </a:lnTo>
                  <a:lnTo>
                    <a:pt x="8501054" y="1510378"/>
                  </a:lnTo>
                  <a:lnTo>
                    <a:pt x="8550208" y="1543287"/>
                  </a:lnTo>
                  <a:lnTo>
                    <a:pt x="8599443" y="1576846"/>
                  </a:lnTo>
                  <a:lnTo>
                    <a:pt x="8648702" y="1610586"/>
                  </a:lnTo>
                  <a:lnTo>
                    <a:pt x="8697921" y="1644030"/>
                  </a:lnTo>
                  <a:lnTo>
                    <a:pt x="8747052" y="1676716"/>
                  </a:lnTo>
                  <a:lnTo>
                    <a:pt x="8796082" y="1708226"/>
                  </a:lnTo>
                  <a:lnTo>
                    <a:pt x="8845062" y="1738207"/>
                  </a:lnTo>
                  <a:lnTo>
                    <a:pt x="8894124" y="1766385"/>
                  </a:lnTo>
                  <a:lnTo>
                    <a:pt x="8943498" y="1792571"/>
                  </a:lnTo>
                  <a:lnTo>
                    <a:pt x="8993538" y="1816660"/>
                  </a:lnTo>
                  <a:lnTo>
                    <a:pt x="9044742" y="1838630"/>
                  </a:lnTo>
                  <a:lnTo>
                    <a:pt x="9084767" y="1853908"/>
                  </a:lnTo>
                  <a:lnTo>
                    <a:pt x="9132212" y="1869915"/>
                  </a:lnTo>
                  <a:lnTo>
                    <a:pt x="9182163" y="1884400"/>
                  </a:lnTo>
                  <a:lnTo>
                    <a:pt x="9235380" y="1897432"/>
                  </a:lnTo>
                  <a:lnTo>
                    <a:pt x="9292691" y="1909132"/>
                  </a:lnTo>
                  <a:lnTo>
                    <a:pt x="9354944" y="1919639"/>
                  </a:lnTo>
                  <a:lnTo>
                    <a:pt x="9422946" y="1929093"/>
                  </a:lnTo>
                  <a:lnTo>
                    <a:pt x="9497389" y="1937617"/>
                  </a:lnTo>
                  <a:lnTo>
                    <a:pt x="9578743" y="1945317"/>
                  </a:lnTo>
                  <a:lnTo>
                    <a:pt x="9667118" y="1952274"/>
                  </a:lnTo>
                  <a:lnTo>
                    <a:pt x="9762088" y="1958543"/>
                  </a:lnTo>
                  <a:lnTo>
                    <a:pt x="9862502" y="1964155"/>
                  </a:lnTo>
                  <a:lnTo>
                    <a:pt x="9966317" y="1969118"/>
                  </a:lnTo>
                  <a:lnTo>
                    <a:pt x="10070526" y="1973425"/>
                  </a:lnTo>
                  <a:lnTo>
                    <a:pt x="10171261" y="1977059"/>
                  </a:lnTo>
                  <a:lnTo>
                    <a:pt x="10264150" y="1980011"/>
                  </a:lnTo>
                  <a:lnTo>
                    <a:pt x="10344917" y="1982291"/>
                  </a:lnTo>
                  <a:lnTo>
                    <a:pt x="10410145" y="1983938"/>
                  </a:lnTo>
                  <a:lnTo>
                    <a:pt x="10457987" y="1985024"/>
                  </a:lnTo>
                  <a:lnTo>
                    <a:pt x="10488631" y="1985652"/>
                  </a:lnTo>
                  <a:lnTo>
                    <a:pt x="10504397" y="1985945"/>
                  </a:lnTo>
                  <a:lnTo>
                    <a:pt x="10509534" y="1986032"/>
                  </a:lnTo>
                  <a:lnTo>
                    <a:pt x="10509911" y="1986038"/>
                  </a:lnTo>
                  <a:lnTo>
                    <a:pt x="11981298" y="1986038"/>
                  </a:lnTo>
                  <a:lnTo>
                    <a:pt x="11981298" y="1977865"/>
                  </a:lnTo>
                  <a:lnTo>
                    <a:pt x="10509911" y="1977865"/>
                  </a:lnTo>
                  <a:lnTo>
                    <a:pt x="10508681" y="1977845"/>
                  </a:lnTo>
                  <a:lnTo>
                    <a:pt x="10500608" y="1977704"/>
                  </a:lnTo>
                  <a:lnTo>
                    <a:pt x="10480309" y="1977315"/>
                  </a:lnTo>
                  <a:lnTo>
                    <a:pt x="10444136" y="1976548"/>
                  </a:lnTo>
                  <a:lnTo>
                    <a:pt x="10390466" y="1975287"/>
                  </a:lnTo>
                  <a:lnTo>
                    <a:pt x="10319810" y="1973438"/>
                  </a:lnTo>
                  <a:lnTo>
                    <a:pt x="10234602" y="1970938"/>
                  </a:lnTo>
                  <a:lnTo>
                    <a:pt x="10138628" y="1967760"/>
                  </a:lnTo>
                  <a:lnTo>
                    <a:pt x="10036276" y="1963902"/>
                  </a:lnTo>
                  <a:lnTo>
                    <a:pt x="9931807" y="1959377"/>
                  </a:lnTo>
                  <a:lnTo>
                    <a:pt x="9828831" y="1954199"/>
                  </a:lnTo>
                  <a:lnTo>
                    <a:pt x="9730036" y="1948372"/>
                  </a:lnTo>
                  <a:lnTo>
                    <a:pt x="9637157" y="1941881"/>
                  </a:lnTo>
                  <a:lnTo>
                    <a:pt x="9551084" y="1934686"/>
                  </a:lnTo>
                  <a:lnTo>
                    <a:pt x="9472047" y="1926724"/>
                  </a:lnTo>
                  <a:lnTo>
                    <a:pt x="9399797" y="1917905"/>
                  </a:lnTo>
                  <a:lnTo>
                    <a:pt x="9333778" y="1908118"/>
                  </a:lnTo>
                  <a:lnTo>
                    <a:pt x="9273251" y="1897232"/>
                  </a:lnTo>
                  <a:lnTo>
                    <a:pt x="9217387" y="1885107"/>
                  </a:lnTo>
                  <a:lnTo>
                    <a:pt x="9165338" y="1871607"/>
                  </a:lnTo>
                  <a:lnTo>
                    <a:pt x="9116293" y="1856623"/>
                  </a:lnTo>
                  <a:lnTo>
                    <a:pt x="9084767" y="1845735"/>
                  </a:lnTo>
                  <a:lnTo>
                    <a:pt x="9032240" y="1825346"/>
                  </a:lnTo>
                  <a:lnTo>
                    <a:pt x="8981372" y="1802866"/>
                  </a:lnTo>
                  <a:lnTo>
                    <a:pt x="8931532" y="1778265"/>
                  </a:lnTo>
                  <a:lnTo>
                    <a:pt x="8882260" y="1751586"/>
                  </a:lnTo>
                  <a:lnTo>
                    <a:pt x="8833235" y="1722952"/>
                  </a:lnTo>
                  <a:lnTo>
                    <a:pt x="8784252" y="1692573"/>
                  </a:lnTo>
                  <a:lnTo>
                    <a:pt x="8735199" y="1660744"/>
                  </a:lnTo>
                  <a:lnTo>
                    <a:pt x="8686045" y="1627835"/>
                  </a:lnTo>
                  <a:lnTo>
                    <a:pt x="8636810" y="1594276"/>
                  </a:lnTo>
                  <a:lnTo>
                    <a:pt x="8587551" y="1560536"/>
                  </a:lnTo>
                  <a:lnTo>
                    <a:pt x="8538332" y="1527092"/>
                  </a:lnTo>
                  <a:lnTo>
                    <a:pt x="8489202" y="1494407"/>
                  </a:lnTo>
                  <a:lnTo>
                    <a:pt x="8440172" y="1462896"/>
                  </a:lnTo>
                  <a:lnTo>
                    <a:pt x="8391191" y="1432915"/>
                  </a:lnTo>
                  <a:lnTo>
                    <a:pt x="8342130" y="1404737"/>
                  </a:lnTo>
                  <a:lnTo>
                    <a:pt x="8292755" y="1378552"/>
                  </a:lnTo>
                  <a:lnTo>
                    <a:pt x="8242715" y="1354462"/>
                  </a:lnTo>
                  <a:lnTo>
                    <a:pt x="8191512" y="1332492"/>
                  </a:lnTo>
                  <a:lnTo>
                    <a:pt x="8151487" y="1317214"/>
                  </a:lnTo>
                  <a:lnTo>
                    <a:pt x="8104042" y="1301207"/>
                  </a:lnTo>
                  <a:lnTo>
                    <a:pt x="8054090" y="1286722"/>
                  </a:lnTo>
                  <a:lnTo>
                    <a:pt x="8000873" y="1273690"/>
                  </a:lnTo>
                  <a:lnTo>
                    <a:pt x="7943562" y="1261990"/>
                  </a:lnTo>
                  <a:lnTo>
                    <a:pt x="7881310" y="1251483"/>
                  </a:lnTo>
                  <a:lnTo>
                    <a:pt x="7813307" y="1242030"/>
                  </a:lnTo>
                  <a:lnTo>
                    <a:pt x="7738864" y="1233505"/>
                  </a:lnTo>
                  <a:lnTo>
                    <a:pt x="7657510" y="1225805"/>
                  </a:lnTo>
                  <a:lnTo>
                    <a:pt x="7569135" y="1218849"/>
                  </a:lnTo>
                  <a:lnTo>
                    <a:pt x="7474165" y="1212580"/>
                  </a:lnTo>
                  <a:lnTo>
                    <a:pt x="7373751" y="1206968"/>
                  </a:lnTo>
                  <a:lnTo>
                    <a:pt x="7269936" y="1202004"/>
                  </a:lnTo>
                  <a:lnTo>
                    <a:pt x="7165728" y="1197698"/>
                  </a:lnTo>
                  <a:lnTo>
                    <a:pt x="7064992" y="1194063"/>
                  </a:lnTo>
                  <a:lnTo>
                    <a:pt x="6972103" y="1191111"/>
                  </a:lnTo>
                  <a:lnTo>
                    <a:pt x="6891336" y="1188831"/>
                  </a:lnTo>
                  <a:lnTo>
                    <a:pt x="6826108" y="1187184"/>
                  </a:lnTo>
                  <a:lnTo>
                    <a:pt x="6778266" y="1186099"/>
                  </a:lnTo>
                  <a:lnTo>
                    <a:pt x="6747622" y="1185470"/>
                  </a:lnTo>
                  <a:lnTo>
                    <a:pt x="6731856" y="1185177"/>
                  </a:lnTo>
                  <a:lnTo>
                    <a:pt x="6726719" y="1185090"/>
                  </a:lnTo>
                  <a:lnTo>
                    <a:pt x="6726343" y="1185084"/>
                  </a:lnTo>
                  <a:lnTo>
                    <a:pt x="5254955" y="1185084"/>
                  </a:lnTo>
                  <a:lnTo>
                    <a:pt x="5253734" y="1185055"/>
                  </a:lnTo>
                  <a:lnTo>
                    <a:pt x="5245723" y="1184846"/>
                  </a:lnTo>
                  <a:lnTo>
                    <a:pt x="5225570" y="1184268"/>
                  </a:lnTo>
                  <a:lnTo>
                    <a:pt x="5189648" y="1183131"/>
                  </a:lnTo>
                  <a:lnTo>
                    <a:pt x="5136324" y="1181261"/>
                  </a:lnTo>
                  <a:lnTo>
                    <a:pt x="5066083" y="1178517"/>
                  </a:lnTo>
                  <a:lnTo>
                    <a:pt x="4981315" y="1174807"/>
                  </a:lnTo>
                  <a:lnTo>
                    <a:pt x="4885760" y="1170089"/>
                  </a:lnTo>
                  <a:lnTo>
                    <a:pt x="4783768" y="1164359"/>
                  </a:lnTo>
                  <a:lnTo>
                    <a:pt x="4679576" y="1157637"/>
                  </a:lnTo>
                  <a:lnTo>
                    <a:pt x="4576787" y="1149944"/>
                  </a:lnTo>
                  <a:lnTo>
                    <a:pt x="4478095" y="1141285"/>
                  </a:lnTo>
                  <a:lnTo>
                    <a:pt x="4385248" y="1131639"/>
                  </a:lnTo>
                  <a:lnTo>
                    <a:pt x="4299154" y="1120951"/>
                  </a:lnTo>
                  <a:lnTo>
                    <a:pt x="4220059" y="1109125"/>
                  </a:lnTo>
                  <a:lnTo>
                    <a:pt x="4147733" y="1096032"/>
                  </a:lnTo>
                  <a:lnTo>
                    <a:pt x="4081633" y="1081506"/>
                  </a:lnTo>
                  <a:lnTo>
                    <a:pt x="4021031" y="1065356"/>
                  </a:lnTo>
                  <a:lnTo>
                    <a:pt x="3965108" y="1047373"/>
                  </a:lnTo>
                  <a:lnTo>
                    <a:pt x="3913022" y="1027354"/>
                  </a:lnTo>
                  <a:lnTo>
                    <a:pt x="3863964" y="1005134"/>
                  </a:lnTo>
                  <a:lnTo>
                    <a:pt x="3829811" y="987570"/>
                  </a:lnTo>
                  <a:lnTo>
                    <a:pt x="3780560" y="959117"/>
                  </a:lnTo>
                  <a:lnTo>
                    <a:pt x="3732803" y="927927"/>
                  </a:lnTo>
                  <a:lnTo>
                    <a:pt x="3686008" y="893956"/>
                  </a:lnTo>
                  <a:lnTo>
                    <a:pt x="3639776" y="857239"/>
                  </a:lnTo>
                  <a:lnTo>
                    <a:pt x="3593820" y="817907"/>
                  </a:lnTo>
                  <a:lnTo>
                    <a:pt x="3547947" y="776187"/>
                  </a:lnTo>
                  <a:lnTo>
                    <a:pt x="3502042" y="732404"/>
                  </a:lnTo>
                  <a:lnTo>
                    <a:pt x="3456052" y="686977"/>
                  </a:lnTo>
                  <a:lnTo>
                    <a:pt x="3409976" y="640403"/>
                  </a:lnTo>
                  <a:lnTo>
                    <a:pt x="3363849" y="593236"/>
                  </a:lnTo>
                  <a:lnTo>
                    <a:pt x="3317720" y="546061"/>
                  </a:lnTo>
                  <a:lnTo>
                    <a:pt x="3271643" y="499461"/>
                  </a:lnTo>
                  <a:lnTo>
                    <a:pt x="3225650" y="453994"/>
                  </a:lnTo>
                  <a:lnTo>
                    <a:pt x="3179742" y="410156"/>
                  </a:lnTo>
                  <a:lnTo>
                    <a:pt x="3133870" y="368369"/>
                  </a:lnTo>
                  <a:lnTo>
                    <a:pt x="3087919" y="328963"/>
                  </a:lnTo>
                  <a:lnTo>
                    <a:pt x="3041699" y="292168"/>
                  </a:lnTo>
                  <a:lnTo>
                    <a:pt x="2994925" y="258115"/>
                  </a:lnTo>
                  <a:lnTo>
                    <a:pt x="2947203" y="226844"/>
                  </a:lnTo>
                  <a:lnTo>
                    <a:pt x="2898005" y="198311"/>
                  </a:lnTo>
                  <a:lnTo>
                    <a:pt x="2896531" y="197514"/>
                  </a:lnTo>
                  <a:lnTo>
                    <a:pt x="2849213" y="173645"/>
                  </a:lnTo>
                  <a:lnTo>
                    <a:pt x="2799403" y="152040"/>
                  </a:lnTo>
                  <a:lnTo>
                    <a:pt x="2746350" y="132596"/>
                  </a:lnTo>
                  <a:lnTo>
                    <a:pt x="2689230" y="115136"/>
                  </a:lnTo>
                  <a:lnTo>
                    <a:pt x="2627203" y="99450"/>
                  </a:lnTo>
                  <a:lnTo>
                    <a:pt x="2559466" y="85334"/>
                  </a:lnTo>
                  <a:lnTo>
                    <a:pt x="2485332" y="72603"/>
                  </a:lnTo>
                  <a:lnTo>
                    <a:pt x="2404328" y="61100"/>
                  </a:lnTo>
                  <a:lnTo>
                    <a:pt x="2316337" y="50705"/>
                  </a:lnTo>
                  <a:lnTo>
                    <a:pt x="2221767" y="41333"/>
                  </a:lnTo>
                  <a:lnTo>
                    <a:pt x="2121742" y="32939"/>
                  </a:lnTo>
                  <a:lnTo>
                    <a:pt x="2018261" y="25510"/>
                  </a:lnTo>
                  <a:lnTo>
                    <a:pt x="1914279" y="19057"/>
                  </a:lnTo>
                  <a:lnTo>
                    <a:pt x="1813611" y="13603"/>
                  </a:lnTo>
                  <a:lnTo>
                    <a:pt x="1720587" y="9162"/>
                  </a:lnTo>
                  <a:lnTo>
                    <a:pt x="1639465" y="5723"/>
                  </a:lnTo>
                  <a:lnTo>
                    <a:pt x="1573688" y="3229"/>
                  </a:lnTo>
                  <a:lnTo>
                    <a:pt x="1525166" y="1575"/>
                  </a:lnTo>
                  <a:lnTo>
                    <a:pt x="1493810" y="610"/>
                  </a:lnTo>
                  <a:lnTo>
                    <a:pt x="1477417" y="152"/>
                  </a:lnTo>
                  <a:lnTo>
                    <a:pt x="1471862" y="11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78AC3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428" name="pl1428"/>
            <p:cNvSpPr/>
            <p:nvPr/>
          </p:nvSpPr>
          <p:spPr>
            <a:xfrm>
              <a:off x="4799595" y="9188864"/>
              <a:ext cx="11981298" cy="1977865"/>
            </a:xfrm>
            <a:custGeom>
              <a:avLst/>
              <a:pathLst>
                <a:path w="11981298" h="1977865">
                  <a:moveTo>
                    <a:pt x="0" y="0"/>
                  </a:moveTo>
                  <a:lnTo>
                    <a:pt x="1471387" y="0"/>
                  </a:lnTo>
                  <a:lnTo>
                    <a:pt x="1472608" y="29"/>
                  </a:lnTo>
                  <a:lnTo>
                    <a:pt x="1480619" y="238"/>
                  </a:lnTo>
                  <a:lnTo>
                    <a:pt x="1500772" y="816"/>
                  </a:lnTo>
                  <a:lnTo>
                    <a:pt x="1536694" y="1952"/>
                  </a:lnTo>
                  <a:lnTo>
                    <a:pt x="1590018" y="3823"/>
                  </a:lnTo>
                  <a:lnTo>
                    <a:pt x="1660259" y="6567"/>
                  </a:lnTo>
                  <a:lnTo>
                    <a:pt x="1745027" y="10277"/>
                  </a:lnTo>
                  <a:lnTo>
                    <a:pt x="1840582" y="14995"/>
                  </a:lnTo>
                  <a:lnTo>
                    <a:pt x="1942574" y="20724"/>
                  </a:lnTo>
                  <a:lnTo>
                    <a:pt x="2046766" y="27447"/>
                  </a:lnTo>
                  <a:lnTo>
                    <a:pt x="2149555" y="35140"/>
                  </a:lnTo>
                  <a:lnTo>
                    <a:pt x="2248247" y="43799"/>
                  </a:lnTo>
                  <a:lnTo>
                    <a:pt x="2341094" y="53444"/>
                  </a:lnTo>
                  <a:lnTo>
                    <a:pt x="2427189" y="64133"/>
                  </a:lnTo>
                  <a:lnTo>
                    <a:pt x="2506284" y="75958"/>
                  </a:lnTo>
                  <a:lnTo>
                    <a:pt x="2578609" y="89052"/>
                  </a:lnTo>
                  <a:lnTo>
                    <a:pt x="2644709" y="103577"/>
                  </a:lnTo>
                  <a:lnTo>
                    <a:pt x="2705311" y="119728"/>
                  </a:lnTo>
                  <a:lnTo>
                    <a:pt x="2761234" y="137711"/>
                  </a:lnTo>
                  <a:lnTo>
                    <a:pt x="2813321" y="157730"/>
                  </a:lnTo>
                  <a:lnTo>
                    <a:pt x="2862378" y="179950"/>
                  </a:lnTo>
                  <a:lnTo>
                    <a:pt x="2896531" y="197514"/>
                  </a:lnTo>
                  <a:lnTo>
                    <a:pt x="2945782" y="225967"/>
                  </a:lnTo>
                  <a:lnTo>
                    <a:pt x="2993539" y="257157"/>
                  </a:lnTo>
                  <a:lnTo>
                    <a:pt x="3040335" y="291128"/>
                  </a:lnTo>
                  <a:lnTo>
                    <a:pt x="3086567" y="327844"/>
                  </a:lnTo>
                  <a:lnTo>
                    <a:pt x="3132522" y="367177"/>
                  </a:lnTo>
                  <a:lnTo>
                    <a:pt x="3178395" y="408897"/>
                  </a:lnTo>
                  <a:lnTo>
                    <a:pt x="3224300" y="452680"/>
                  </a:lnTo>
                  <a:lnTo>
                    <a:pt x="3270290" y="498107"/>
                  </a:lnTo>
                  <a:lnTo>
                    <a:pt x="3316366" y="544681"/>
                  </a:lnTo>
                  <a:lnTo>
                    <a:pt x="3362493" y="591848"/>
                  </a:lnTo>
                  <a:lnTo>
                    <a:pt x="3408622" y="639023"/>
                  </a:lnTo>
                  <a:lnTo>
                    <a:pt x="3454699" y="685622"/>
                  </a:lnTo>
                  <a:lnTo>
                    <a:pt x="3500692" y="731090"/>
                  </a:lnTo>
                  <a:lnTo>
                    <a:pt x="3546600" y="774928"/>
                  </a:lnTo>
                  <a:lnTo>
                    <a:pt x="3592472" y="816714"/>
                  </a:lnTo>
                  <a:lnTo>
                    <a:pt x="3638423" y="856120"/>
                  </a:lnTo>
                  <a:lnTo>
                    <a:pt x="3684643" y="892916"/>
                  </a:lnTo>
                  <a:lnTo>
                    <a:pt x="3731417" y="926969"/>
                  </a:lnTo>
                  <a:lnTo>
                    <a:pt x="3779139" y="958240"/>
                  </a:lnTo>
                  <a:lnTo>
                    <a:pt x="3828337" y="986772"/>
                  </a:lnTo>
                  <a:lnTo>
                    <a:pt x="3829811" y="987570"/>
                  </a:lnTo>
                  <a:lnTo>
                    <a:pt x="3877129" y="1011439"/>
                  </a:lnTo>
                  <a:lnTo>
                    <a:pt x="3926939" y="1033044"/>
                  </a:lnTo>
                  <a:lnTo>
                    <a:pt x="3979992" y="1052487"/>
                  </a:lnTo>
                  <a:lnTo>
                    <a:pt x="4037112" y="1069948"/>
                  </a:lnTo>
                  <a:lnTo>
                    <a:pt x="4099139" y="1085634"/>
                  </a:lnTo>
                  <a:lnTo>
                    <a:pt x="4166876" y="1099749"/>
                  </a:lnTo>
                  <a:lnTo>
                    <a:pt x="4241010" y="1112481"/>
                  </a:lnTo>
                  <a:lnTo>
                    <a:pt x="4322014" y="1123984"/>
                  </a:lnTo>
                  <a:lnTo>
                    <a:pt x="4410005" y="1134379"/>
                  </a:lnTo>
                  <a:lnTo>
                    <a:pt x="4504575" y="1143751"/>
                  </a:lnTo>
                  <a:lnTo>
                    <a:pt x="4604600" y="1152144"/>
                  </a:lnTo>
                  <a:lnTo>
                    <a:pt x="4708082" y="1159574"/>
                  </a:lnTo>
                  <a:lnTo>
                    <a:pt x="4812063" y="1166027"/>
                  </a:lnTo>
                  <a:lnTo>
                    <a:pt x="4912731" y="1171481"/>
                  </a:lnTo>
                  <a:lnTo>
                    <a:pt x="5005756" y="1175921"/>
                  </a:lnTo>
                  <a:lnTo>
                    <a:pt x="5086877" y="1179361"/>
                  </a:lnTo>
                  <a:lnTo>
                    <a:pt x="5152654" y="1181854"/>
                  </a:lnTo>
                  <a:lnTo>
                    <a:pt x="5201176" y="1183508"/>
                  </a:lnTo>
                  <a:lnTo>
                    <a:pt x="5232532" y="1184474"/>
                  </a:lnTo>
                  <a:lnTo>
                    <a:pt x="5248925" y="1184932"/>
                  </a:lnTo>
                  <a:lnTo>
                    <a:pt x="5254480" y="1185073"/>
                  </a:lnTo>
                  <a:lnTo>
                    <a:pt x="5254955" y="1185084"/>
                  </a:lnTo>
                  <a:lnTo>
                    <a:pt x="6726343" y="1185084"/>
                  </a:lnTo>
                  <a:lnTo>
                    <a:pt x="6727573" y="1185104"/>
                  </a:lnTo>
                  <a:lnTo>
                    <a:pt x="6735645" y="1185245"/>
                  </a:lnTo>
                  <a:lnTo>
                    <a:pt x="6755945" y="1185635"/>
                  </a:lnTo>
                  <a:lnTo>
                    <a:pt x="6792117" y="1186401"/>
                  </a:lnTo>
                  <a:lnTo>
                    <a:pt x="6845787" y="1187662"/>
                  </a:lnTo>
                  <a:lnTo>
                    <a:pt x="6916443" y="1189512"/>
                  </a:lnTo>
                  <a:lnTo>
                    <a:pt x="7001651" y="1192011"/>
                  </a:lnTo>
                  <a:lnTo>
                    <a:pt x="7097625" y="1195189"/>
                  </a:lnTo>
                  <a:lnTo>
                    <a:pt x="7199977" y="1199047"/>
                  </a:lnTo>
                  <a:lnTo>
                    <a:pt x="7304446" y="1203572"/>
                  </a:lnTo>
                  <a:lnTo>
                    <a:pt x="7407423" y="1208750"/>
                  </a:lnTo>
                  <a:lnTo>
                    <a:pt x="7506217" y="1214577"/>
                  </a:lnTo>
                  <a:lnTo>
                    <a:pt x="7599096" y="1221069"/>
                  </a:lnTo>
                  <a:lnTo>
                    <a:pt x="7685169" y="1228264"/>
                  </a:lnTo>
                  <a:lnTo>
                    <a:pt x="7764207" y="1236226"/>
                  </a:lnTo>
                  <a:lnTo>
                    <a:pt x="7836456" y="1245044"/>
                  </a:lnTo>
                  <a:lnTo>
                    <a:pt x="7902475" y="1254831"/>
                  </a:lnTo>
                  <a:lnTo>
                    <a:pt x="7963002" y="1265717"/>
                  </a:lnTo>
                  <a:lnTo>
                    <a:pt x="8018867" y="1277842"/>
                  </a:lnTo>
                  <a:lnTo>
                    <a:pt x="8070915" y="1291342"/>
                  </a:lnTo>
                  <a:lnTo>
                    <a:pt x="8119960" y="1306327"/>
                  </a:lnTo>
                  <a:lnTo>
                    <a:pt x="8151487" y="1317214"/>
                  </a:lnTo>
                  <a:lnTo>
                    <a:pt x="8204013" y="1337604"/>
                  </a:lnTo>
                  <a:lnTo>
                    <a:pt x="8254881" y="1360084"/>
                  </a:lnTo>
                  <a:lnTo>
                    <a:pt x="8304721" y="1384684"/>
                  </a:lnTo>
                  <a:lnTo>
                    <a:pt x="8353993" y="1411364"/>
                  </a:lnTo>
                  <a:lnTo>
                    <a:pt x="8403018" y="1439997"/>
                  </a:lnTo>
                  <a:lnTo>
                    <a:pt x="8452002" y="1470376"/>
                  </a:lnTo>
                  <a:lnTo>
                    <a:pt x="8501054" y="1502205"/>
                  </a:lnTo>
                  <a:lnTo>
                    <a:pt x="8550208" y="1535114"/>
                  </a:lnTo>
                  <a:lnTo>
                    <a:pt x="8599443" y="1568673"/>
                  </a:lnTo>
                  <a:lnTo>
                    <a:pt x="8648702" y="1602413"/>
                  </a:lnTo>
                  <a:lnTo>
                    <a:pt x="8697921" y="1635857"/>
                  </a:lnTo>
                  <a:lnTo>
                    <a:pt x="8747052" y="1668543"/>
                  </a:lnTo>
                  <a:lnTo>
                    <a:pt x="8796082" y="1700053"/>
                  </a:lnTo>
                  <a:lnTo>
                    <a:pt x="8845062" y="1730034"/>
                  </a:lnTo>
                  <a:lnTo>
                    <a:pt x="8894124" y="1758212"/>
                  </a:lnTo>
                  <a:lnTo>
                    <a:pt x="8943498" y="1784398"/>
                  </a:lnTo>
                  <a:lnTo>
                    <a:pt x="8993538" y="1808487"/>
                  </a:lnTo>
                  <a:lnTo>
                    <a:pt x="9044742" y="1830457"/>
                  </a:lnTo>
                  <a:lnTo>
                    <a:pt x="9084767" y="1845735"/>
                  </a:lnTo>
                  <a:lnTo>
                    <a:pt x="9132212" y="1861742"/>
                  </a:lnTo>
                  <a:lnTo>
                    <a:pt x="9182163" y="1876227"/>
                  </a:lnTo>
                  <a:lnTo>
                    <a:pt x="9235380" y="1889259"/>
                  </a:lnTo>
                  <a:lnTo>
                    <a:pt x="9292691" y="1900959"/>
                  </a:lnTo>
                  <a:lnTo>
                    <a:pt x="9354944" y="1911466"/>
                  </a:lnTo>
                  <a:lnTo>
                    <a:pt x="9422946" y="1920920"/>
                  </a:lnTo>
                  <a:lnTo>
                    <a:pt x="9497389" y="1929444"/>
                  </a:lnTo>
                  <a:lnTo>
                    <a:pt x="9578743" y="1937144"/>
                  </a:lnTo>
                  <a:lnTo>
                    <a:pt x="9667118" y="1944101"/>
                  </a:lnTo>
                  <a:lnTo>
                    <a:pt x="9762088" y="1950370"/>
                  </a:lnTo>
                  <a:lnTo>
                    <a:pt x="9862502" y="1955982"/>
                  </a:lnTo>
                  <a:lnTo>
                    <a:pt x="9966317" y="1960945"/>
                  </a:lnTo>
                  <a:lnTo>
                    <a:pt x="10070526" y="1965252"/>
                  </a:lnTo>
                  <a:lnTo>
                    <a:pt x="10171261" y="1968886"/>
                  </a:lnTo>
                  <a:lnTo>
                    <a:pt x="10264150" y="1971838"/>
                  </a:lnTo>
                  <a:lnTo>
                    <a:pt x="10344917" y="1974118"/>
                  </a:lnTo>
                  <a:lnTo>
                    <a:pt x="10410145" y="1975765"/>
                  </a:lnTo>
                  <a:lnTo>
                    <a:pt x="10457987" y="1976851"/>
                  </a:lnTo>
                  <a:lnTo>
                    <a:pt x="10488631" y="1977479"/>
                  </a:lnTo>
                  <a:lnTo>
                    <a:pt x="10504397" y="1977772"/>
                  </a:lnTo>
                  <a:lnTo>
                    <a:pt x="10509534" y="1977859"/>
                  </a:lnTo>
                  <a:lnTo>
                    <a:pt x="10509911" y="1977865"/>
                  </a:lnTo>
                  <a:lnTo>
                    <a:pt x="11981298" y="197786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29" name="pl1429"/>
            <p:cNvSpPr/>
            <p:nvPr/>
          </p:nvSpPr>
          <p:spPr>
            <a:xfrm>
              <a:off x="4799595" y="9180691"/>
              <a:ext cx="11981298" cy="1977865"/>
            </a:xfrm>
            <a:custGeom>
              <a:avLst/>
              <a:pathLst>
                <a:path w="11981298" h="1977865">
                  <a:moveTo>
                    <a:pt x="11981298" y="1977865"/>
                  </a:moveTo>
                  <a:lnTo>
                    <a:pt x="10509911" y="1977865"/>
                  </a:lnTo>
                  <a:lnTo>
                    <a:pt x="10508681" y="1977845"/>
                  </a:lnTo>
                  <a:lnTo>
                    <a:pt x="10500608" y="1977704"/>
                  </a:lnTo>
                  <a:lnTo>
                    <a:pt x="10480309" y="1977315"/>
                  </a:lnTo>
                  <a:lnTo>
                    <a:pt x="10444136" y="1976548"/>
                  </a:lnTo>
                  <a:lnTo>
                    <a:pt x="10390466" y="1975287"/>
                  </a:lnTo>
                  <a:lnTo>
                    <a:pt x="10319810" y="1973438"/>
                  </a:lnTo>
                  <a:lnTo>
                    <a:pt x="10234602" y="1970938"/>
                  </a:lnTo>
                  <a:lnTo>
                    <a:pt x="10138628" y="1967760"/>
                  </a:lnTo>
                  <a:lnTo>
                    <a:pt x="10036276" y="1963902"/>
                  </a:lnTo>
                  <a:lnTo>
                    <a:pt x="9931807" y="1959377"/>
                  </a:lnTo>
                  <a:lnTo>
                    <a:pt x="9828831" y="1954199"/>
                  </a:lnTo>
                  <a:lnTo>
                    <a:pt x="9730036" y="1948372"/>
                  </a:lnTo>
                  <a:lnTo>
                    <a:pt x="9637157" y="1941881"/>
                  </a:lnTo>
                  <a:lnTo>
                    <a:pt x="9551084" y="1934686"/>
                  </a:lnTo>
                  <a:lnTo>
                    <a:pt x="9472047" y="1926724"/>
                  </a:lnTo>
                  <a:lnTo>
                    <a:pt x="9399797" y="1917905"/>
                  </a:lnTo>
                  <a:lnTo>
                    <a:pt x="9333778" y="1908118"/>
                  </a:lnTo>
                  <a:lnTo>
                    <a:pt x="9273251" y="1897232"/>
                  </a:lnTo>
                  <a:lnTo>
                    <a:pt x="9217387" y="1885107"/>
                  </a:lnTo>
                  <a:lnTo>
                    <a:pt x="9165338" y="1871607"/>
                  </a:lnTo>
                  <a:lnTo>
                    <a:pt x="9116293" y="1856623"/>
                  </a:lnTo>
                  <a:lnTo>
                    <a:pt x="9084767" y="1845735"/>
                  </a:lnTo>
                  <a:lnTo>
                    <a:pt x="9032240" y="1825346"/>
                  </a:lnTo>
                  <a:lnTo>
                    <a:pt x="8981372" y="1802866"/>
                  </a:lnTo>
                  <a:lnTo>
                    <a:pt x="8931532" y="1778265"/>
                  </a:lnTo>
                  <a:lnTo>
                    <a:pt x="8882260" y="1751586"/>
                  </a:lnTo>
                  <a:lnTo>
                    <a:pt x="8833235" y="1722952"/>
                  </a:lnTo>
                  <a:lnTo>
                    <a:pt x="8784252" y="1692573"/>
                  </a:lnTo>
                  <a:lnTo>
                    <a:pt x="8735199" y="1660744"/>
                  </a:lnTo>
                  <a:lnTo>
                    <a:pt x="8686045" y="1627835"/>
                  </a:lnTo>
                  <a:lnTo>
                    <a:pt x="8636810" y="1594276"/>
                  </a:lnTo>
                  <a:lnTo>
                    <a:pt x="8587551" y="1560536"/>
                  </a:lnTo>
                  <a:lnTo>
                    <a:pt x="8538332" y="1527092"/>
                  </a:lnTo>
                  <a:lnTo>
                    <a:pt x="8489202" y="1494407"/>
                  </a:lnTo>
                  <a:lnTo>
                    <a:pt x="8440172" y="1462896"/>
                  </a:lnTo>
                  <a:lnTo>
                    <a:pt x="8391191" y="1432915"/>
                  </a:lnTo>
                  <a:lnTo>
                    <a:pt x="8342130" y="1404737"/>
                  </a:lnTo>
                  <a:lnTo>
                    <a:pt x="8292755" y="1378552"/>
                  </a:lnTo>
                  <a:lnTo>
                    <a:pt x="8242715" y="1354462"/>
                  </a:lnTo>
                  <a:lnTo>
                    <a:pt x="8191512" y="1332492"/>
                  </a:lnTo>
                  <a:lnTo>
                    <a:pt x="8151487" y="1317214"/>
                  </a:lnTo>
                  <a:lnTo>
                    <a:pt x="8104042" y="1301207"/>
                  </a:lnTo>
                  <a:lnTo>
                    <a:pt x="8054090" y="1286722"/>
                  </a:lnTo>
                  <a:lnTo>
                    <a:pt x="8000873" y="1273690"/>
                  </a:lnTo>
                  <a:lnTo>
                    <a:pt x="7943562" y="1261990"/>
                  </a:lnTo>
                  <a:lnTo>
                    <a:pt x="7881310" y="1251483"/>
                  </a:lnTo>
                  <a:lnTo>
                    <a:pt x="7813307" y="1242030"/>
                  </a:lnTo>
                  <a:lnTo>
                    <a:pt x="7738864" y="1233505"/>
                  </a:lnTo>
                  <a:lnTo>
                    <a:pt x="7657510" y="1225805"/>
                  </a:lnTo>
                  <a:lnTo>
                    <a:pt x="7569135" y="1218849"/>
                  </a:lnTo>
                  <a:lnTo>
                    <a:pt x="7474165" y="1212580"/>
                  </a:lnTo>
                  <a:lnTo>
                    <a:pt x="7373751" y="1206968"/>
                  </a:lnTo>
                  <a:lnTo>
                    <a:pt x="7269936" y="1202004"/>
                  </a:lnTo>
                  <a:lnTo>
                    <a:pt x="7165728" y="1197698"/>
                  </a:lnTo>
                  <a:lnTo>
                    <a:pt x="7064992" y="1194063"/>
                  </a:lnTo>
                  <a:lnTo>
                    <a:pt x="6972103" y="1191111"/>
                  </a:lnTo>
                  <a:lnTo>
                    <a:pt x="6891336" y="1188831"/>
                  </a:lnTo>
                  <a:lnTo>
                    <a:pt x="6826108" y="1187184"/>
                  </a:lnTo>
                  <a:lnTo>
                    <a:pt x="6778266" y="1186099"/>
                  </a:lnTo>
                  <a:lnTo>
                    <a:pt x="6747622" y="1185470"/>
                  </a:lnTo>
                  <a:lnTo>
                    <a:pt x="6731856" y="1185177"/>
                  </a:lnTo>
                  <a:lnTo>
                    <a:pt x="6726719" y="1185090"/>
                  </a:lnTo>
                  <a:lnTo>
                    <a:pt x="6726343" y="1185084"/>
                  </a:lnTo>
                  <a:lnTo>
                    <a:pt x="5254955" y="1185084"/>
                  </a:lnTo>
                  <a:lnTo>
                    <a:pt x="5253734" y="1185055"/>
                  </a:lnTo>
                  <a:lnTo>
                    <a:pt x="5245723" y="1184846"/>
                  </a:lnTo>
                  <a:lnTo>
                    <a:pt x="5225570" y="1184268"/>
                  </a:lnTo>
                  <a:lnTo>
                    <a:pt x="5189648" y="1183131"/>
                  </a:lnTo>
                  <a:lnTo>
                    <a:pt x="5136324" y="1181261"/>
                  </a:lnTo>
                  <a:lnTo>
                    <a:pt x="5066083" y="1178517"/>
                  </a:lnTo>
                  <a:lnTo>
                    <a:pt x="4981315" y="1174807"/>
                  </a:lnTo>
                  <a:lnTo>
                    <a:pt x="4885760" y="1170089"/>
                  </a:lnTo>
                  <a:lnTo>
                    <a:pt x="4783768" y="1164359"/>
                  </a:lnTo>
                  <a:lnTo>
                    <a:pt x="4679576" y="1157637"/>
                  </a:lnTo>
                  <a:lnTo>
                    <a:pt x="4576787" y="1149944"/>
                  </a:lnTo>
                  <a:lnTo>
                    <a:pt x="4478095" y="1141285"/>
                  </a:lnTo>
                  <a:lnTo>
                    <a:pt x="4385248" y="1131639"/>
                  </a:lnTo>
                  <a:lnTo>
                    <a:pt x="4299154" y="1120951"/>
                  </a:lnTo>
                  <a:lnTo>
                    <a:pt x="4220059" y="1109125"/>
                  </a:lnTo>
                  <a:lnTo>
                    <a:pt x="4147733" y="1096032"/>
                  </a:lnTo>
                  <a:lnTo>
                    <a:pt x="4081633" y="1081506"/>
                  </a:lnTo>
                  <a:lnTo>
                    <a:pt x="4021031" y="1065356"/>
                  </a:lnTo>
                  <a:lnTo>
                    <a:pt x="3965108" y="1047373"/>
                  </a:lnTo>
                  <a:lnTo>
                    <a:pt x="3913022" y="1027354"/>
                  </a:lnTo>
                  <a:lnTo>
                    <a:pt x="3863964" y="1005134"/>
                  </a:lnTo>
                  <a:lnTo>
                    <a:pt x="3829811" y="987570"/>
                  </a:lnTo>
                  <a:lnTo>
                    <a:pt x="3780560" y="959117"/>
                  </a:lnTo>
                  <a:lnTo>
                    <a:pt x="3732803" y="927927"/>
                  </a:lnTo>
                  <a:lnTo>
                    <a:pt x="3686008" y="893956"/>
                  </a:lnTo>
                  <a:lnTo>
                    <a:pt x="3639776" y="857239"/>
                  </a:lnTo>
                  <a:lnTo>
                    <a:pt x="3593820" y="817907"/>
                  </a:lnTo>
                  <a:lnTo>
                    <a:pt x="3547947" y="776187"/>
                  </a:lnTo>
                  <a:lnTo>
                    <a:pt x="3502042" y="732404"/>
                  </a:lnTo>
                  <a:lnTo>
                    <a:pt x="3456052" y="686977"/>
                  </a:lnTo>
                  <a:lnTo>
                    <a:pt x="3409976" y="640403"/>
                  </a:lnTo>
                  <a:lnTo>
                    <a:pt x="3363849" y="593236"/>
                  </a:lnTo>
                  <a:lnTo>
                    <a:pt x="3317720" y="546061"/>
                  </a:lnTo>
                  <a:lnTo>
                    <a:pt x="3271643" y="499461"/>
                  </a:lnTo>
                  <a:lnTo>
                    <a:pt x="3225650" y="453994"/>
                  </a:lnTo>
                  <a:lnTo>
                    <a:pt x="3179742" y="410156"/>
                  </a:lnTo>
                  <a:lnTo>
                    <a:pt x="3133870" y="368369"/>
                  </a:lnTo>
                  <a:lnTo>
                    <a:pt x="3087919" y="328963"/>
                  </a:lnTo>
                  <a:lnTo>
                    <a:pt x="3041699" y="292168"/>
                  </a:lnTo>
                  <a:lnTo>
                    <a:pt x="2994925" y="258115"/>
                  </a:lnTo>
                  <a:lnTo>
                    <a:pt x="2947203" y="226844"/>
                  </a:lnTo>
                  <a:lnTo>
                    <a:pt x="2898005" y="198311"/>
                  </a:lnTo>
                  <a:lnTo>
                    <a:pt x="2896531" y="197514"/>
                  </a:lnTo>
                  <a:lnTo>
                    <a:pt x="2849213" y="173645"/>
                  </a:lnTo>
                  <a:lnTo>
                    <a:pt x="2799403" y="152040"/>
                  </a:lnTo>
                  <a:lnTo>
                    <a:pt x="2746350" y="132596"/>
                  </a:lnTo>
                  <a:lnTo>
                    <a:pt x="2689230" y="115136"/>
                  </a:lnTo>
                  <a:lnTo>
                    <a:pt x="2627203" y="99450"/>
                  </a:lnTo>
                  <a:lnTo>
                    <a:pt x="2559466" y="85334"/>
                  </a:lnTo>
                  <a:lnTo>
                    <a:pt x="2485332" y="72603"/>
                  </a:lnTo>
                  <a:lnTo>
                    <a:pt x="2404328" y="61100"/>
                  </a:lnTo>
                  <a:lnTo>
                    <a:pt x="2316337" y="50705"/>
                  </a:lnTo>
                  <a:lnTo>
                    <a:pt x="2221767" y="41333"/>
                  </a:lnTo>
                  <a:lnTo>
                    <a:pt x="2121742" y="32939"/>
                  </a:lnTo>
                  <a:lnTo>
                    <a:pt x="2018261" y="25510"/>
                  </a:lnTo>
                  <a:lnTo>
                    <a:pt x="1914279" y="19057"/>
                  </a:lnTo>
                  <a:lnTo>
                    <a:pt x="1813611" y="13603"/>
                  </a:lnTo>
                  <a:lnTo>
                    <a:pt x="1720587" y="9162"/>
                  </a:lnTo>
                  <a:lnTo>
                    <a:pt x="1639465" y="5723"/>
                  </a:lnTo>
                  <a:lnTo>
                    <a:pt x="1573688" y="3229"/>
                  </a:lnTo>
                  <a:lnTo>
                    <a:pt x="1525166" y="1575"/>
                  </a:lnTo>
                  <a:lnTo>
                    <a:pt x="1493810" y="610"/>
                  </a:lnTo>
                  <a:lnTo>
                    <a:pt x="1477417" y="152"/>
                  </a:lnTo>
                  <a:lnTo>
                    <a:pt x="1471862" y="11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30" name="pg1430"/>
            <p:cNvSpPr/>
            <p:nvPr/>
          </p:nvSpPr>
          <p:spPr>
            <a:xfrm>
              <a:off x="4799595" y="6720618"/>
              <a:ext cx="11981298" cy="2435553"/>
            </a:xfrm>
            <a:custGeom>
              <a:avLst/>
              <a:pathLst>
                <a:path w="11981298" h="2435553">
                  <a:moveTo>
                    <a:pt x="0" y="2402861"/>
                  </a:moveTo>
                  <a:lnTo>
                    <a:pt x="1471387" y="2402861"/>
                  </a:lnTo>
                  <a:lnTo>
                    <a:pt x="1472625" y="2402862"/>
                  </a:lnTo>
                  <a:lnTo>
                    <a:pt x="1480747" y="2402868"/>
                  </a:lnTo>
                  <a:lnTo>
                    <a:pt x="1501168" y="2402884"/>
                  </a:lnTo>
                  <a:lnTo>
                    <a:pt x="1537545" y="2402916"/>
                  </a:lnTo>
                  <a:lnTo>
                    <a:pt x="1591500" y="2402968"/>
                  </a:lnTo>
                  <a:lnTo>
                    <a:pt x="1662495" y="2403045"/>
                  </a:lnTo>
                  <a:lnTo>
                    <a:pt x="1748063" y="2403148"/>
                  </a:lnTo>
                  <a:lnTo>
                    <a:pt x="1844379" y="2403280"/>
                  </a:lnTo>
                  <a:lnTo>
                    <a:pt x="1947025" y="2403440"/>
                  </a:lnTo>
                  <a:lnTo>
                    <a:pt x="2051719" y="2403628"/>
                  </a:lnTo>
                  <a:lnTo>
                    <a:pt x="2154848" y="2403842"/>
                  </a:lnTo>
                  <a:lnTo>
                    <a:pt x="2253725" y="2404084"/>
                  </a:lnTo>
                  <a:lnTo>
                    <a:pt x="2346628" y="2404353"/>
                  </a:lnTo>
                  <a:lnTo>
                    <a:pt x="2432681" y="2404651"/>
                  </a:lnTo>
                  <a:lnTo>
                    <a:pt x="2511672" y="2404981"/>
                  </a:lnTo>
                  <a:lnTo>
                    <a:pt x="2583859" y="2405347"/>
                  </a:lnTo>
                  <a:lnTo>
                    <a:pt x="2649811" y="2405753"/>
                  </a:lnTo>
                  <a:lnTo>
                    <a:pt x="2710278" y="2406204"/>
                  </a:lnTo>
                  <a:lnTo>
                    <a:pt x="2766095" y="2406708"/>
                  </a:lnTo>
                  <a:lnTo>
                    <a:pt x="2818113" y="2407268"/>
                  </a:lnTo>
                  <a:lnTo>
                    <a:pt x="2867148" y="2407890"/>
                  </a:lnTo>
                  <a:lnTo>
                    <a:pt x="2896531" y="2408310"/>
                  </a:lnTo>
                  <a:lnTo>
                    <a:pt x="2952760" y="2409214"/>
                  </a:lnTo>
                  <a:lnTo>
                    <a:pt x="3007140" y="2410218"/>
                  </a:lnTo>
                  <a:lnTo>
                    <a:pt x="3060424" y="2411322"/>
                  </a:lnTo>
                  <a:lnTo>
                    <a:pt x="3113145" y="2412524"/>
                  </a:lnTo>
                  <a:lnTo>
                    <a:pt x="3165662" y="2413815"/>
                  </a:lnTo>
                  <a:lnTo>
                    <a:pt x="3218186" y="2415185"/>
                  </a:lnTo>
                  <a:lnTo>
                    <a:pt x="3270815" y="2416616"/>
                  </a:lnTo>
                  <a:lnTo>
                    <a:pt x="3323554" y="2418089"/>
                  </a:lnTo>
                  <a:lnTo>
                    <a:pt x="3376351" y="2419579"/>
                  </a:lnTo>
                  <a:lnTo>
                    <a:pt x="3429128" y="2421064"/>
                  </a:lnTo>
                  <a:lnTo>
                    <a:pt x="3481815" y="2422519"/>
                  </a:lnTo>
                  <a:lnTo>
                    <a:pt x="3534386" y="2423922"/>
                  </a:lnTo>
                  <a:lnTo>
                    <a:pt x="3586888" y="2425254"/>
                  </a:lnTo>
                  <a:lnTo>
                    <a:pt x="3639472" y="2426502"/>
                  </a:lnTo>
                  <a:lnTo>
                    <a:pt x="3692419" y="2427656"/>
                  </a:lnTo>
                  <a:lnTo>
                    <a:pt x="3746170" y="2428710"/>
                  </a:lnTo>
                  <a:lnTo>
                    <a:pt x="3801364" y="2429664"/>
                  </a:lnTo>
                  <a:lnTo>
                    <a:pt x="3829811" y="2430104"/>
                  </a:lnTo>
                  <a:lnTo>
                    <a:pt x="3877360" y="2430766"/>
                  </a:lnTo>
                  <a:lnTo>
                    <a:pt x="3927428" y="2431364"/>
                  </a:lnTo>
                  <a:lnTo>
                    <a:pt x="3980778" y="2431902"/>
                  </a:lnTo>
                  <a:lnTo>
                    <a:pt x="4038246" y="2432386"/>
                  </a:lnTo>
                  <a:lnTo>
                    <a:pt x="4100683" y="2432819"/>
                  </a:lnTo>
                  <a:lnTo>
                    <a:pt x="4168903" y="2433209"/>
                  </a:lnTo>
                  <a:lnTo>
                    <a:pt x="4243599" y="2433561"/>
                  </a:lnTo>
                  <a:lnTo>
                    <a:pt x="4325241" y="2433879"/>
                  </a:lnTo>
                  <a:lnTo>
                    <a:pt x="4413930" y="2434166"/>
                  </a:lnTo>
                  <a:lnTo>
                    <a:pt x="4509228" y="2434424"/>
                  </a:lnTo>
                  <a:lnTo>
                    <a:pt x="4609959" y="2434656"/>
                  </a:lnTo>
                  <a:lnTo>
                    <a:pt x="4714045" y="2434860"/>
                  </a:lnTo>
                  <a:lnTo>
                    <a:pt x="4818437" y="2435037"/>
                  </a:lnTo>
                  <a:lnTo>
                    <a:pt x="4919223" y="2435187"/>
                  </a:lnTo>
                  <a:lnTo>
                    <a:pt x="5011995" y="2435308"/>
                  </a:lnTo>
                  <a:lnTo>
                    <a:pt x="5092466" y="2435401"/>
                  </a:lnTo>
                  <a:lnTo>
                    <a:pt x="5157238" y="2435468"/>
                  </a:lnTo>
                  <a:lnTo>
                    <a:pt x="5204521" y="2435512"/>
                  </a:lnTo>
                  <a:lnTo>
                    <a:pt x="5234583" y="2435538"/>
                  </a:lnTo>
                  <a:lnTo>
                    <a:pt x="5249842" y="2435549"/>
                  </a:lnTo>
                  <a:lnTo>
                    <a:pt x="5254649" y="2435553"/>
                  </a:lnTo>
                  <a:lnTo>
                    <a:pt x="5254955" y="2435553"/>
                  </a:lnTo>
                  <a:lnTo>
                    <a:pt x="6726343" y="2435553"/>
                  </a:lnTo>
                  <a:lnTo>
                    <a:pt x="6727512" y="2435496"/>
                  </a:lnTo>
                  <a:lnTo>
                    <a:pt x="6735193" y="2435086"/>
                  </a:lnTo>
                  <a:lnTo>
                    <a:pt x="6754541" y="2433954"/>
                  </a:lnTo>
                  <a:lnTo>
                    <a:pt x="6789094" y="2431726"/>
                  </a:lnTo>
                  <a:lnTo>
                    <a:pt x="6840517" y="2428057"/>
                  </a:lnTo>
                  <a:lnTo>
                    <a:pt x="6908475" y="2422667"/>
                  </a:lnTo>
                  <a:lnTo>
                    <a:pt x="6990809" y="2415368"/>
                  </a:lnTo>
                  <a:lnTo>
                    <a:pt x="7084029" y="2406067"/>
                  </a:lnTo>
                  <a:lnTo>
                    <a:pt x="7183997" y="2394752"/>
                  </a:lnTo>
                  <a:lnTo>
                    <a:pt x="7286611" y="2381456"/>
                  </a:lnTo>
                  <a:lnTo>
                    <a:pt x="7388317" y="2366224"/>
                  </a:lnTo>
                  <a:lnTo>
                    <a:pt x="7486398" y="2349072"/>
                  </a:lnTo>
                  <a:lnTo>
                    <a:pt x="7579032" y="2329970"/>
                  </a:lnTo>
                  <a:lnTo>
                    <a:pt x="7665218" y="2308819"/>
                  </a:lnTo>
                  <a:lnTo>
                    <a:pt x="7744611" y="2285452"/>
                  </a:lnTo>
                  <a:lnTo>
                    <a:pt x="7817349" y="2259625"/>
                  </a:lnTo>
                  <a:lnTo>
                    <a:pt x="7883898" y="2231031"/>
                  </a:lnTo>
                  <a:lnTo>
                    <a:pt x="7944921" y="2199303"/>
                  </a:lnTo>
                  <a:lnTo>
                    <a:pt x="8001188" y="2164039"/>
                  </a:lnTo>
                  <a:lnTo>
                    <a:pt x="8053504" y="2124831"/>
                  </a:lnTo>
                  <a:lnTo>
                    <a:pt x="8102658" y="2081327"/>
                  </a:lnTo>
                  <a:lnTo>
                    <a:pt x="8149370" y="2033324"/>
                  </a:lnTo>
                  <a:lnTo>
                    <a:pt x="8151487" y="2030990"/>
                  </a:lnTo>
                  <a:lnTo>
                    <a:pt x="8191468" y="1984265"/>
                  </a:lnTo>
                  <a:lnTo>
                    <a:pt x="8230395" y="1933893"/>
                  </a:lnTo>
                  <a:lnTo>
                    <a:pt x="8268575" y="1879798"/>
                  </a:lnTo>
                  <a:lnTo>
                    <a:pt x="8306249" y="1821978"/>
                  </a:lnTo>
                  <a:lnTo>
                    <a:pt x="8343606" y="1760503"/>
                  </a:lnTo>
                  <a:lnTo>
                    <a:pt x="8380791" y="1695528"/>
                  </a:lnTo>
                  <a:lnTo>
                    <a:pt x="8417908" y="1627295"/>
                  </a:lnTo>
                  <a:lnTo>
                    <a:pt x="8455028" y="1556130"/>
                  </a:lnTo>
                  <a:lnTo>
                    <a:pt x="8492191" y="1482448"/>
                  </a:lnTo>
                  <a:lnTo>
                    <a:pt x="8529413" y="1406737"/>
                  </a:lnTo>
                  <a:lnTo>
                    <a:pt x="8566691" y="1329551"/>
                  </a:lnTo>
                  <a:lnTo>
                    <a:pt x="8604006" y="1251491"/>
                  </a:lnTo>
                  <a:lnTo>
                    <a:pt x="8641331" y="1173189"/>
                  </a:lnTo>
                  <a:lnTo>
                    <a:pt x="8678639" y="1095285"/>
                  </a:lnTo>
                  <a:lnTo>
                    <a:pt x="8715905" y="1018404"/>
                  </a:lnTo>
                  <a:lnTo>
                    <a:pt x="8753112" y="943138"/>
                  </a:lnTo>
                  <a:lnTo>
                    <a:pt x="8790262" y="870026"/>
                  </a:lnTo>
                  <a:lnTo>
                    <a:pt x="8827377" y="799540"/>
                  </a:lnTo>
                  <a:lnTo>
                    <a:pt x="8864503" y="732073"/>
                  </a:lnTo>
                  <a:lnTo>
                    <a:pt x="8901719" y="667931"/>
                  </a:lnTo>
                  <a:lnTo>
                    <a:pt x="8939138" y="607335"/>
                  </a:lnTo>
                  <a:lnTo>
                    <a:pt x="8976916" y="550417"/>
                  </a:lnTo>
                  <a:lnTo>
                    <a:pt x="9015253" y="497232"/>
                  </a:lnTo>
                  <a:lnTo>
                    <a:pt x="9054406" y="447756"/>
                  </a:lnTo>
                  <a:lnTo>
                    <a:pt x="9084767" y="412736"/>
                  </a:lnTo>
                  <a:lnTo>
                    <a:pt x="9131382" y="364523"/>
                  </a:lnTo>
                  <a:lnTo>
                    <a:pt x="9180407" y="320814"/>
                  </a:lnTo>
                  <a:lnTo>
                    <a:pt x="9232559" y="281414"/>
                  </a:lnTo>
                  <a:lnTo>
                    <a:pt x="9288626" y="245975"/>
                  </a:lnTo>
                  <a:lnTo>
                    <a:pt x="9349411" y="214093"/>
                  </a:lnTo>
                  <a:lnTo>
                    <a:pt x="9415688" y="185362"/>
                  </a:lnTo>
                  <a:lnTo>
                    <a:pt x="9488127" y="159414"/>
                  </a:lnTo>
                  <a:lnTo>
                    <a:pt x="9567205" y="135939"/>
                  </a:lnTo>
                  <a:lnTo>
                    <a:pt x="9653079" y="114690"/>
                  </a:lnTo>
                  <a:lnTo>
                    <a:pt x="9745431" y="95495"/>
                  </a:lnTo>
                  <a:lnTo>
                    <a:pt x="9843293" y="78254"/>
                  </a:lnTo>
                  <a:lnTo>
                    <a:pt x="9944884" y="62933"/>
                  </a:lnTo>
                  <a:lnTo>
                    <a:pt x="10047529" y="49546"/>
                  </a:lnTo>
                  <a:lnTo>
                    <a:pt x="10147708" y="38138"/>
                  </a:lnTo>
                  <a:lnTo>
                    <a:pt x="10241334" y="28744"/>
                  </a:lnTo>
                  <a:lnTo>
                    <a:pt x="10324257" y="21353"/>
                  </a:lnTo>
                  <a:lnTo>
                    <a:pt x="10392942" y="15879"/>
                  </a:lnTo>
                  <a:lnTo>
                    <a:pt x="10445154" y="12135"/>
                  </a:lnTo>
                  <a:lnTo>
                    <a:pt x="10480467" y="9848"/>
                  </a:lnTo>
                  <a:lnTo>
                    <a:pt x="10500455" y="8673"/>
                  </a:lnTo>
                  <a:lnTo>
                    <a:pt x="10508575" y="8238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8741" y="57"/>
                  </a:lnTo>
                  <a:lnTo>
                    <a:pt x="10501060" y="466"/>
                  </a:lnTo>
                  <a:lnTo>
                    <a:pt x="10481712" y="1598"/>
                  </a:lnTo>
                  <a:lnTo>
                    <a:pt x="10447159" y="3827"/>
                  </a:lnTo>
                  <a:lnTo>
                    <a:pt x="10395736" y="7496"/>
                  </a:lnTo>
                  <a:lnTo>
                    <a:pt x="10327778" y="12885"/>
                  </a:lnTo>
                  <a:lnTo>
                    <a:pt x="10245444" y="20184"/>
                  </a:lnTo>
                  <a:lnTo>
                    <a:pt x="10152225" y="29485"/>
                  </a:lnTo>
                  <a:lnTo>
                    <a:pt x="10052256" y="40800"/>
                  </a:lnTo>
                  <a:lnTo>
                    <a:pt x="9949642" y="54096"/>
                  </a:lnTo>
                  <a:lnTo>
                    <a:pt x="9847936" y="69329"/>
                  </a:lnTo>
                  <a:lnTo>
                    <a:pt x="9749856" y="86480"/>
                  </a:lnTo>
                  <a:lnTo>
                    <a:pt x="9657221" y="105583"/>
                  </a:lnTo>
                  <a:lnTo>
                    <a:pt x="9571035" y="126733"/>
                  </a:lnTo>
                  <a:lnTo>
                    <a:pt x="9491642" y="150101"/>
                  </a:lnTo>
                  <a:lnTo>
                    <a:pt x="9418904" y="175927"/>
                  </a:lnTo>
                  <a:lnTo>
                    <a:pt x="9352356" y="204522"/>
                  </a:lnTo>
                  <a:lnTo>
                    <a:pt x="9291332" y="236249"/>
                  </a:lnTo>
                  <a:lnTo>
                    <a:pt x="9235065" y="271514"/>
                  </a:lnTo>
                  <a:lnTo>
                    <a:pt x="9182749" y="310722"/>
                  </a:lnTo>
                  <a:lnTo>
                    <a:pt x="9133596" y="354225"/>
                  </a:lnTo>
                  <a:lnTo>
                    <a:pt x="9086883" y="402229"/>
                  </a:lnTo>
                  <a:lnTo>
                    <a:pt x="9084767" y="404563"/>
                  </a:lnTo>
                  <a:lnTo>
                    <a:pt x="9044786" y="451287"/>
                  </a:lnTo>
                  <a:lnTo>
                    <a:pt x="9005858" y="501660"/>
                  </a:lnTo>
                  <a:lnTo>
                    <a:pt x="8967678" y="555754"/>
                  </a:lnTo>
                  <a:lnTo>
                    <a:pt x="8930004" y="613575"/>
                  </a:lnTo>
                  <a:lnTo>
                    <a:pt x="8892647" y="675049"/>
                  </a:lnTo>
                  <a:lnTo>
                    <a:pt x="8855462" y="740024"/>
                  </a:lnTo>
                  <a:lnTo>
                    <a:pt x="8818345" y="808258"/>
                  </a:lnTo>
                  <a:lnTo>
                    <a:pt x="8781225" y="879422"/>
                  </a:lnTo>
                  <a:lnTo>
                    <a:pt x="8744062" y="953105"/>
                  </a:lnTo>
                  <a:lnTo>
                    <a:pt x="8706840" y="1028816"/>
                  </a:lnTo>
                  <a:lnTo>
                    <a:pt x="8669562" y="1106002"/>
                  </a:lnTo>
                  <a:lnTo>
                    <a:pt x="8632248" y="1184061"/>
                  </a:lnTo>
                  <a:lnTo>
                    <a:pt x="8594922" y="1262363"/>
                  </a:lnTo>
                  <a:lnTo>
                    <a:pt x="8557614" y="1340268"/>
                  </a:lnTo>
                  <a:lnTo>
                    <a:pt x="8520349" y="1417149"/>
                  </a:lnTo>
                  <a:lnTo>
                    <a:pt x="8483141" y="1492415"/>
                  </a:lnTo>
                  <a:lnTo>
                    <a:pt x="8445991" y="1565526"/>
                  </a:lnTo>
                  <a:lnTo>
                    <a:pt x="8408876" y="1636012"/>
                  </a:lnTo>
                  <a:lnTo>
                    <a:pt x="8371750" y="1703480"/>
                  </a:lnTo>
                  <a:lnTo>
                    <a:pt x="8334535" y="1767622"/>
                  </a:lnTo>
                  <a:lnTo>
                    <a:pt x="8297115" y="1828218"/>
                  </a:lnTo>
                  <a:lnTo>
                    <a:pt x="8259338" y="1885135"/>
                  </a:lnTo>
                  <a:lnTo>
                    <a:pt x="8221000" y="1938320"/>
                  </a:lnTo>
                  <a:lnTo>
                    <a:pt x="8181847" y="1987796"/>
                  </a:lnTo>
                  <a:lnTo>
                    <a:pt x="8151487" y="2022817"/>
                  </a:lnTo>
                  <a:lnTo>
                    <a:pt x="8104871" y="2071030"/>
                  </a:lnTo>
                  <a:lnTo>
                    <a:pt x="8055846" y="2114739"/>
                  </a:lnTo>
                  <a:lnTo>
                    <a:pt x="8003694" y="2154139"/>
                  </a:lnTo>
                  <a:lnTo>
                    <a:pt x="7947628" y="2189577"/>
                  </a:lnTo>
                  <a:lnTo>
                    <a:pt x="7886842" y="2221460"/>
                  </a:lnTo>
                  <a:lnTo>
                    <a:pt x="7820566" y="2250191"/>
                  </a:lnTo>
                  <a:lnTo>
                    <a:pt x="7748126" y="2276138"/>
                  </a:lnTo>
                  <a:lnTo>
                    <a:pt x="7669048" y="2299614"/>
                  </a:lnTo>
                  <a:lnTo>
                    <a:pt x="7583174" y="2320863"/>
                  </a:lnTo>
                  <a:lnTo>
                    <a:pt x="7490822" y="2340057"/>
                  </a:lnTo>
                  <a:lnTo>
                    <a:pt x="7392961" y="2357298"/>
                  </a:lnTo>
                  <a:lnTo>
                    <a:pt x="7291369" y="2372620"/>
                  </a:lnTo>
                  <a:lnTo>
                    <a:pt x="7188725" y="2386006"/>
                  </a:lnTo>
                  <a:lnTo>
                    <a:pt x="7088546" y="2397414"/>
                  </a:lnTo>
                  <a:lnTo>
                    <a:pt x="6994919" y="2406809"/>
                  </a:lnTo>
                  <a:lnTo>
                    <a:pt x="6911996" y="2414199"/>
                  </a:lnTo>
                  <a:lnTo>
                    <a:pt x="6843311" y="2419674"/>
                  </a:lnTo>
                  <a:lnTo>
                    <a:pt x="6791100" y="2423417"/>
                  </a:lnTo>
                  <a:lnTo>
                    <a:pt x="6755786" y="2425705"/>
                  </a:lnTo>
                  <a:lnTo>
                    <a:pt x="6735798" y="2426879"/>
                  </a:lnTo>
                  <a:lnTo>
                    <a:pt x="6727679" y="2427314"/>
                  </a:lnTo>
                  <a:lnTo>
                    <a:pt x="6726343" y="2427380"/>
                  </a:lnTo>
                  <a:lnTo>
                    <a:pt x="5254955" y="2427380"/>
                  </a:lnTo>
                  <a:lnTo>
                    <a:pt x="5253717" y="2427379"/>
                  </a:lnTo>
                  <a:lnTo>
                    <a:pt x="5245595" y="2427373"/>
                  </a:lnTo>
                  <a:lnTo>
                    <a:pt x="5225174" y="2427357"/>
                  </a:lnTo>
                  <a:lnTo>
                    <a:pt x="5188797" y="2427325"/>
                  </a:lnTo>
                  <a:lnTo>
                    <a:pt x="5134842" y="2427273"/>
                  </a:lnTo>
                  <a:lnTo>
                    <a:pt x="5063847" y="2427196"/>
                  </a:lnTo>
                  <a:lnTo>
                    <a:pt x="4978279" y="2427093"/>
                  </a:lnTo>
                  <a:lnTo>
                    <a:pt x="4881963" y="2426961"/>
                  </a:lnTo>
                  <a:lnTo>
                    <a:pt x="4779317" y="2426801"/>
                  </a:lnTo>
                  <a:lnTo>
                    <a:pt x="4674623" y="2426613"/>
                  </a:lnTo>
                  <a:lnTo>
                    <a:pt x="4571494" y="2426399"/>
                  </a:lnTo>
                  <a:lnTo>
                    <a:pt x="4472617" y="2426157"/>
                  </a:lnTo>
                  <a:lnTo>
                    <a:pt x="4379714" y="2425888"/>
                  </a:lnTo>
                  <a:lnTo>
                    <a:pt x="4293661" y="2425590"/>
                  </a:lnTo>
                  <a:lnTo>
                    <a:pt x="4214670" y="2425260"/>
                  </a:lnTo>
                  <a:lnTo>
                    <a:pt x="4142484" y="2424894"/>
                  </a:lnTo>
                  <a:lnTo>
                    <a:pt x="4076531" y="2424488"/>
                  </a:lnTo>
                  <a:lnTo>
                    <a:pt x="4016064" y="2424037"/>
                  </a:lnTo>
                  <a:lnTo>
                    <a:pt x="3960248" y="2423533"/>
                  </a:lnTo>
                  <a:lnTo>
                    <a:pt x="3908229" y="2422973"/>
                  </a:lnTo>
                  <a:lnTo>
                    <a:pt x="3859194" y="2422351"/>
                  </a:lnTo>
                  <a:lnTo>
                    <a:pt x="3829811" y="2421931"/>
                  </a:lnTo>
                  <a:lnTo>
                    <a:pt x="3773582" y="2421027"/>
                  </a:lnTo>
                  <a:lnTo>
                    <a:pt x="3719202" y="2420023"/>
                  </a:lnTo>
                  <a:lnTo>
                    <a:pt x="3665918" y="2418919"/>
                  </a:lnTo>
                  <a:lnTo>
                    <a:pt x="3613197" y="2417717"/>
                  </a:lnTo>
                  <a:lnTo>
                    <a:pt x="3560680" y="2416426"/>
                  </a:lnTo>
                  <a:lnTo>
                    <a:pt x="3508156" y="2415056"/>
                  </a:lnTo>
                  <a:lnTo>
                    <a:pt x="3455527" y="2413625"/>
                  </a:lnTo>
                  <a:lnTo>
                    <a:pt x="3402788" y="2412152"/>
                  </a:lnTo>
                  <a:lnTo>
                    <a:pt x="3349991" y="2410662"/>
                  </a:lnTo>
                  <a:lnTo>
                    <a:pt x="3297214" y="2409177"/>
                  </a:lnTo>
                  <a:lnTo>
                    <a:pt x="3244527" y="2407722"/>
                  </a:lnTo>
                  <a:lnTo>
                    <a:pt x="3191956" y="2406319"/>
                  </a:lnTo>
                  <a:lnTo>
                    <a:pt x="3139454" y="2404987"/>
                  </a:lnTo>
                  <a:lnTo>
                    <a:pt x="3086871" y="2403739"/>
                  </a:lnTo>
                  <a:lnTo>
                    <a:pt x="3033923" y="2402585"/>
                  </a:lnTo>
                  <a:lnTo>
                    <a:pt x="2980172" y="2401531"/>
                  </a:lnTo>
                  <a:lnTo>
                    <a:pt x="2924979" y="2400577"/>
                  </a:lnTo>
                  <a:lnTo>
                    <a:pt x="2896531" y="2400137"/>
                  </a:lnTo>
                  <a:lnTo>
                    <a:pt x="2848982" y="2399475"/>
                  </a:lnTo>
                  <a:lnTo>
                    <a:pt x="2798914" y="2398877"/>
                  </a:lnTo>
                  <a:lnTo>
                    <a:pt x="2745564" y="2398339"/>
                  </a:lnTo>
                  <a:lnTo>
                    <a:pt x="2688096" y="2397855"/>
                  </a:lnTo>
                  <a:lnTo>
                    <a:pt x="2625659" y="2397422"/>
                  </a:lnTo>
                  <a:lnTo>
                    <a:pt x="2557439" y="2397032"/>
                  </a:lnTo>
                  <a:lnTo>
                    <a:pt x="2482743" y="2396680"/>
                  </a:lnTo>
                  <a:lnTo>
                    <a:pt x="2401101" y="2396362"/>
                  </a:lnTo>
                  <a:lnTo>
                    <a:pt x="2312412" y="2396075"/>
                  </a:lnTo>
                  <a:lnTo>
                    <a:pt x="2217114" y="2395817"/>
                  </a:lnTo>
                  <a:lnTo>
                    <a:pt x="2116383" y="2395585"/>
                  </a:lnTo>
                  <a:lnTo>
                    <a:pt x="2012297" y="2395381"/>
                  </a:lnTo>
                  <a:lnTo>
                    <a:pt x="1907905" y="2395204"/>
                  </a:lnTo>
                  <a:lnTo>
                    <a:pt x="1807119" y="2395054"/>
                  </a:lnTo>
                  <a:lnTo>
                    <a:pt x="1714347" y="2394933"/>
                  </a:lnTo>
                  <a:lnTo>
                    <a:pt x="1633876" y="2394840"/>
                  </a:lnTo>
                  <a:lnTo>
                    <a:pt x="1569104" y="2394773"/>
                  </a:lnTo>
                  <a:lnTo>
                    <a:pt x="1521821" y="2394729"/>
                  </a:lnTo>
                  <a:lnTo>
                    <a:pt x="1491759" y="2394703"/>
                  </a:lnTo>
                  <a:lnTo>
                    <a:pt x="1476500" y="2394692"/>
                  </a:lnTo>
                  <a:lnTo>
                    <a:pt x="1471693" y="2394688"/>
                  </a:lnTo>
                  <a:lnTo>
                    <a:pt x="1471387" y="2394688"/>
                  </a:lnTo>
                  <a:lnTo>
                    <a:pt x="0" y="2394688"/>
                  </a:lnTo>
                  <a:close/>
                </a:path>
              </a:pathLst>
            </a:custGeom>
            <a:solidFill>
              <a:srgbClr val="E78AC3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431" name="pl1431"/>
            <p:cNvSpPr/>
            <p:nvPr/>
          </p:nvSpPr>
          <p:spPr>
            <a:xfrm>
              <a:off x="4799595" y="6728791"/>
              <a:ext cx="11981298" cy="2427380"/>
            </a:xfrm>
            <a:custGeom>
              <a:avLst/>
              <a:pathLst>
                <a:path w="11981298" h="2427380">
                  <a:moveTo>
                    <a:pt x="0" y="2394688"/>
                  </a:moveTo>
                  <a:lnTo>
                    <a:pt x="1471387" y="2394688"/>
                  </a:lnTo>
                  <a:lnTo>
                    <a:pt x="1472625" y="2394689"/>
                  </a:lnTo>
                  <a:lnTo>
                    <a:pt x="1480747" y="2394695"/>
                  </a:lnTo>
                  <a:lnTo>
                    <a:pt x="1501168" y="2394711"/>
                  </a:lnTo>
                  <a:lnTo>
                    <a:pt x="1537545" y="2394743"/>
                  </a:lnTo>
                  <a:lnTo>
                    <a:pt x="1591500" y="2394795"/>
                  </a:lnTo>
                  <a:lnTo>
                    <a:pt x="1662495" y="2394872"/>
                  </a:lnTo>
                  <a:lnTo>
                    <a:pt x="1748063" y="2394975"/>
                  </a:lnTo>
                  <a:lnTo>
                    <a:pt x="1844379" y="2395107"/>
                  </a:lnTo>
                  <a:lnTo>
                    <a:pt x="1947025" y="2395267"/>
                  </a:lnTo>
                  <a:lnTo>
                    <a:pt x="2051719" y="2395455"/>
                  </a:lnTo>
                  <a:lnTo>
                    <a:pt x="2154848" y="2395669"/>
                  </a:lnTo>
                  <a:lnTo>
                    <a:pt x="2253725" y="2395911"/>
                  </a:lnTo>
                  <a:lnTo>
                    <a:pt x="2346628" y="2396180"/>
                  </a:lnTo>
                  <a:lnTo>
                    <a:pt x="2432681" y="2396478"/>
                  </a:lnTo>
                  <a:lnTo>
                    <a:pt x="2511672" y="2396808"/>
                  </a:lnTo>
                  <a:lnTo>
                    <a:pt x="2583859" y="2397174"/>
                  </a:lnTo>
                  <a:lnTo>
                    <a:pt x="2649811" y="2397580"/>
                  </a:lnTo>
                  <a:lnTo>
                    <a:pt x="2710278" y="2398031"/>
                  </a:lnTo>
                  <a:lnTo>
                    <a:pt x="2766095" y="2398535"/>
                  </a:lnTo>
                  <a:lnTo>
                    <a:pt x="2818113" y="2399095"/>
                  </a:lnTo>
                  <a:lnTo>
                    <a:pt x="2867148" y="2399717"/>
                  </a:lnTo>
                  <a:lnTo>
                    <a:pt x="2896531" y="2400137"/>
                  </a:lnTo>
                  <a:lnTo>
                    <a:pt x="2952760" y="2401041"/>
                  </a:lnTo>
                  <a:lnTo>
                    <a:pt x="3007140" y="2402045"/>
                  </a:lnTo>
                  <a:lnTo>
                    <a:pt x="3060424" y="2403149"/>
                  </a:lnTo>
                  <a:lnTo>
                    <a:pt x="3113145" y="2404351"/>
                  </a:lnTo>
                  <a:lnTo>
                    <a:pt x="3165662" y="2405642"/>
                  </a:lnTo>
                  <a:lnTo>
                    <a:pt x="3218186" y="2407012"/>
                  </a:lnTo>
                  <a:lnTo>
                    <a:pt x="3270815" y="2408443"/>
                  </a:lnTo>
                  <a:lnTo>
                    <a:pt x="3323554" y="2409916"/>
                  </a:lnTo>
                  <a:lnTo>
                    <a:pt x="3376351" y="2411406"/>
                  </a:lnTo>
                  <a:lnTo>
                    <a:pt x="3429128" y="2412891"/>
                  </a:lnTo>
                  <a:lnTo>
                    <a:pt x="3481815" y="2414346"/>
                  </a:lnTo>
                  <a:lnTo>
                    <a:pt x="3534386" y="2415749"/>
                  </a:lnTo>
                  <a:lnTo>
                    <a:pt x="3586888" y="2417081"/>
                  </a:lnTo>
                  <a:lnTo>
                    <a:pt x="3639472" y="2418329"/>
                  </a:lnTo>
                  <a:lnTo>
                    <a:pt x="3692419" y="2419483"/>
                  </a:lnTo>
                  <a:lnTo>
                    <a:pt x="3746170" y="2420537"/>
                  </a:lnTo>
                  <a:lnTo>
                    <a:pt x="3801364" y="2421491"/>
                  </a:lnTo>
                  <a:lnTo>
                    <a:pt x="3829811" y="2421931"/>
                  </a:lnTo>
                  <a:lnTo>
                    <a:pt x="3877360" y="2422593"/>
                  </a:lnTo>
                  <a:lnTo>
                    <a:pt x="3927428" y="2423191"/>
                  </a:lnTo>
                  <a:lnTo>
                    <a:pt x="3980778" y="2423729"/>
                  </a:lnTo>
                  <a:lnTo>
                    <a:pt x="4038246" y="2424213"/>
                  </a:lnTo>
                  <a:lnTo>
                    <a:pt x="4100683" y="2424646"/>
                  </a:lnTo>
                  <a:lnTo>
                    <a:pt x="4168903" y="2425036"/>
                  </a:lnTo>
                  <a:lnTo>
                    <a:pt x="4243599" y="2425388"/>
                  </a:lnTo>
                  <a:lnTo>
                    <a:pt x="4325241" y="2425706"/>
                  </a:lnTo>
                  <a:lnTo>
                    <a:pt x="4413930" y="2425993"/>
                  </a:lnTo>
                  <a:lnTo>
                    <a:pt x="4509228" y="2426251"/>
                  </a:lnTo>
                  <a:lnTo>
                    <a:pt x="4609959" y="2426483"/>
                  </a:lnTo>
                  <a:lnTo>
                    <a:pt x="4714045" y="2426687"/>
                  </a:lnTo>
                  <a:lnTo>
                    <a:pt x="4818437" y="2426864"/>
                  </a:lnTo>
                  <a:lnTo>
                    <a:pt x="4919223" y="2427014"/>
                  </a:lnTo>
                  <a:lnTo>
                    <a:pt x="5011995" y="2427135"/>
                  </a:lnTo>
                  <a:lnTo>
                    <a:pt x="5092466" y="2427228"/>
                  </a:lnTo>
                  <a:lnTo>
                    <a:pt x="5157238" y="2427295"/>
                  </a:lnTo>
                  <a:lnTo>
                    <a:pt x="5204521" y="2427339"/>
                  </a:lnTo>
                  <a:lnTo>
                    <a:pt x="5234583" y="2427365"/>
                  </a:lnTo>
                  <a:lnTo>
                    <a:pt x="5249842" y="2427376"/>
                  </a:lnTo>
                  <a:lnTo>
                    <a:pt x="5254649" y="2427380"/>
                  </a:lnTo>
                  <a:lnTo>
                    <a:pt x="5254955" y="2427380"/>
                  </a:lnTo>
                  <a:lnTo>
                    <a:pt x="6726343" y="2427380"/>
                  </a:lnTo>
                  <a:lnTo>
                    <a:pt x="6727512" y="2427323"/>
                  </a:lnTo>
                  <a:lnTo>
                    <a:pt x="6735193" y="2426913"/>
                  </a:lnTo>
                  <a:lnTo>
                    <a:pt x="6754541" y="2425781"/>
                  </a:lnTo>
                  <a:lnTo>
                    <a:pt x="6789094" y="2423553"/>
                  </a:lnTo>
                  <a:lnTo>
                    <a:pt x="6840517" y="2419884"/>
                  </a:lnTo>
                  <a:lnTo>
                    <a:pt x="6908475" y="2414494"/>
                  </a:lnTo>
                  <a:lnTo>
                    <a:pt x="6990809" y="2407195"/>
                  </a:lnTo>
                  <a:lnTo>
                    <a:pt x="7084029" y="2397894"/>
                  </a:lnTo>
                  <a:lnTo>
                    <a:pt x="7183997" y="2386579"/>
                  </a:lnTo>
                  <a:lnTo>
                    <a:pt x="7286611" y="2373283"/>
                  </a:lnTo>
                  <a:lnTo>
                    <a:pt x="7388317" y="2358051"/>
                  </a:lnTo>
                  <a:lnTo>
                    <a:pt x="7486398" y="2340899"/>
                  </a:lnTo>
                  <a:lnTo>
                    <a:pt x="7579032" y="2321797"/>
                  </a:lnTo>
                  <a:lnTo>
                    <a:pt x="7665218" y="2300646"/>
                  </a:lnTo>
                  <a:lnTo>
                    <a:pt x="7744611" y="2277279"/>
                  </a:lnTo>
                  <a:lnTo>
                    <a:pt x="7817349" y="2251452"/>
                  </a:lnTo>
                  <a:lnTo>
                    <a:pt x="7883898" y="2222858"/>
                  </a:lnTo>
                  <a:lnTo>
                    <a:pt x="7944921" y="2191130"/>
                  </a:lnTo>
                  <a:lnTo>
                    <a:pt x="8001188" y="2155866"/>
                  </a:lnTo>
                  <a:lnTo>
                    <a:pt x="8053504" y="2116658"/>
                  </a:lnTo>
                  <a:lnTo>
                    <a:pt x="8102658" y="2073154"/>
                  </a:lnTo>
                  <a:lnTo>
                    <a:pt x="8149370" y="2025151"/>
                  </a:lnTo>
                  <a:lnTo>
                    <a:pt x="8151487" y="2022817"/>
                  </a:lnTo>
                  <a:lnTo>
                    <a:pt x="8191468" y="1976092"/>
                  </a:lnTo>
                  <a:lnTo>
                    <a:pt x="8230395" y="1925720"/>
                  </a:lnTo>
                  <a:lnTo>
                    <a:pt x="8268575" y="1871625"/>
                  </a:lnTo>
                  <a:lnTo>
                    <a:pt x="8306249" y="1813805"/>
                  </a:lnTo>
                  <a:lnTo>
                    <a:pt x="8343606" y="1752330"/>
                  </a:lnTo>
                  <a:lnTo>
                    <a:pt x="8380791" y="1687355"/>
                  </a:lnTo>
                  <a:lnTo>
                    <a:pt x="8417908" y="1619122"/>
                  </a:lnTo>
                  <a:lnTo>
                    <a:pt x="8455028" y="1547957"/>
                  </a:lnTo>
                  <a:lnTo>
                    <a:pt x="8492191" y="1474275"/>
                  </a:lnTo>
                  <a:lnTo>
                    <a:pt x="8529413" y="1398564"/>
                  </a:lnTo>
                  <a:lnTo>
                    <a:pt x="8566691" y="1321378"/>
                  </a:lnTo>
                  <a:lnTo>
                    <a:pt x="8604006" y="1243318"/>
                  </a:lnTo>
                  <a:lnTo>
                    <a:pt x="8641331" y="1165016"/>
                  </a:lnTo>
                  <a:lnTo>
                    <a:pt x="8678639" y="1087112"/>
                  </a:lnTo>
                  <a:lnTo>
                    <a:pt x="8715905" y="1010231"/>
                  </a:lnTo>
                  <a:lnTo>
                    <a:pt x="8753112" y="934965"/>
                  </a:lnTo>
                  <a:lnTo>
                    <a:pt x="8790262" y="861853"/>
                  </a:lnTo>
                  <a:lnTo>
                    <a:pt x="8827377" y="791367"/>
                  </a:lnTo>
                  <a:lnTo>
                    <a:pt x="8864503" y="723900"/>
                  </a:lnTo>
                  <a:lnTo>
                    <a:pt x="8901719" y="659758"/>
                  </a:lnTo>
                  <a:lnTo>
                    <a:pt x="8939138" y="599162"/>
                  </a:lnTo>
                  <a:lnTo>
                    <a:pt x="8976916" y="542244"/>
                  </a:lnTo>
                  <a:lnTo>
                    <a:pt x="9015253" y="489059"/>
                  </a:lnTo>
                  <a:lnTo>
                    <a:pt x="9054406" y="439583"/>
                  </a:lnTo>
                  <a:lnTo>
                    <a:pt x="9084767" y="404563"/>
                  </a:lnTo>
                  <a:lnTo>
                    <a:pt x="9131382" y="356350"/>
                  </a:lnTo>
                  <a:lnTo>
                    <a:pt x="9180407" y="312641"/>
                  </a:lnTo>
                  <a:lnTo>
                    <a:pt x="9232559" y="273241"/>
                  </a:lnTo>
                  <a:lnTo>
                    <a:pt x="9288626" y="237803"/>
                  </a:lnTo>
                  <a:lnTo>
                    <a:pt x="9349411" y="205920"/>
                  </a:lnTo>
                  <a:lnTo>
                    <a:pt x="9415688" y="177189"/>
                  </a:lnTo>
                  <a:lnTo>
                    <a:pt x="9488127" y="151241"/>
                  </a:lnTo>
                  <a:lnTo>
                    <a:pt x="9567205" y="127766"/>
                  </a:lnTo>
                  <a:lnTo>
                    <a:pt x="9653079" y="106517"/>
                  </a:lnTo>
                  <a:lnTo>
                    <a:pt x="9745431" y="87322"/>
                  </a:lnTo>
                  <a:lnTo>
                    <a:pt x="9843293" y="70081"/>
                  </a:lnTo>
                  <a:lnTo>
                    <a:pt x="9944884" y="54760"/>
                  </a:lnTo>
                  <a:lnTo>
                    <a:pt x="10047529" y="41373"/>
                  </a:lnTo>
                  <a:lnTo>
                    <a:pt x="10147708" y="29965"/>
                  </a:lnTo>
                  <a:lnTo>
                    <a:pt x="10241334" y="20571"/>
                  </a:lnTo>
                  <a:lnTo>
                    <a:pt x="10324257" y="13180"/>
                  </a:lnTo>
                  <a:lnTo>
                    <a:pt x="10392942" y="7706"/>
                  </a:lnTo>
                  <a:lnTo>
                    <a:pt x="10445154" y="3962"/>
                  </a:lnTo>
                  <a:lnTo>
                    <a:pt x="10480467" y="1675"/>
                  </a:lnTo>
                  <a:lnTo>
                    <a:pt x="10500455" y="500"/>
                  </a:lnTo>
                  <a:lnTo>
                    <a:pt x="10508575" y="65"/>
                  </a:lnTo>
                  <a:lnTo>
                    <a:pt x="10509910" y="0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32" name="pl1432"/>
            <p:cNvSpPr/>
            <p:nvPr/>
          </p:nvSpPr>
          <p:spPr>
            <a:xfrm>
              <a:off x="4799595" y="6720618"/>
              <a:ext cx="11981298" cy="2427380"/>
            </a:xfrm>
            <a:custGeom>
              <a:avLst/>
              <a:pathLst>
                <a:path w="11981298" h="2427380">
                  <a:moveTo>
                    <a:pt x="11981298" y="0"/>
                  </a:moveTo>
                  <a:lnTo>
                    <a:pt x="10509911" y="0"/>
                  </a:lnTo>
                  <a:lnTo>
                    <a:pt x="10508741" y="57"/>
                  </a:lnTo>
                  <a:lnTo>
                    <a:pt x="10501060" y="466"/>
                  </a:lnTo>
                  <a:lnTo>
                    <a:pt x="10481712" y="1598"/>
                  </a:lnTo>
                  <a:lnTo>
                    <a:pt x="10447159" y="3827"/>
                  </a:lnTo>
                  <a:lnTo>
                    <a:pt x="10395736" y="7496"/>
                  </a:lnTo>
                  <a:lnTo>
                    <a:pt x="10327778" y="12885"/>
                  </a:lnTo>
                  <a:lnTo>
                    <a:pt x="10245444" y="20184"/>
                  </a:lnTo>
                  <a:lnTo>
                    <a:pt x="10152225" y="29485"/>
                  </a:lnTo>
                  <a:lnTo>
                    <a:pt x="10052256" y="40800"/>
                  </a:lnTo>
                  <a:lnTo>
                    <a:pt x="9949642" y="54096"/>
                  </a:lnTo>
                  <a:lnTo>
                    <a:pt x="9847936" y="69329"/>
                  </a:lnTo>
                  <a:lnTo>
                    <a:pt x="9749856" y="86480"/>
                  </a:lnTo>
                  <a:lnTo>
                    <a:pt x="9657221" y="105583"/>
                  </a:lnTo>
                  <a:lnTo>
                    <a:pt x="9571035" y="126733"/>
                  </a:lnTo>
                  <a:lnTo>
                    <a:pt x="9491642" y="150101"/>
                  </a:lnTo>
                  <a:lnTo>
                    <a:pt x="9418904" y="175927"/>
                  </a:lnTo>
                  <a:lnTo>
                    <a:pt x="9352356" y="204522"/>
                  </a:lnTo>
                  <a:lnTo>
                    <a:pt x="9291332" y="236249"/>
                  </a:lnTo>
                  <a:lnTo>
                    <a:pt x="9235065" y="271514"/>
                  </a:lnTo>
                  <a:lnTo>
                    <a:pt x="9182749" y="310722"/>
                  </a:lnTo>
                  <a:lnTo>
                    <a:pt x="9133596" y="354225"/>
                  </a:lnTo>
                  <a:lnTo>
                    <a:pt x="9086883" y="402229"/>
                  </a:lnTo>
                  <a:lnTo>
                    <a:pt x="9084767" y="404563"/>
                  </a:lnTo>
                  <a:lnTo>
                    <a:pt x="9044786" y="451287"/>
                  </a:lnTo>
                  <a:lnTo>
                    <a:pt x="9005858" y="501660"/>
                  </a:lnTo>
                  <a:lnTo>
                    <a:pt x="8967678" y="555754"/>
                  </a:lnTo>
                  <a:lnTo>
                    <a:pt x="8930004" y="613575"/>
                  </a:lnTo>
                  <a:lnTo>
                    <a:pt x="8892647" y="675049"/>
                  </a:lnTo>
                  <a:lnTo>
                    <a:pt x="8855462" y="740024"/>
                  </a:lnTo>
                  <a:lnTo>
                    <a:pt x="8818345" y="808258"/>
                  </a:lnTo>
                  <a:lnTo>
                    <a:pt x="8781225" y="879422"/>
                  </a:lnTo>
                  <a:lnTo>
                    <a:pt x="8744062" y="953105"/>
                  </a:lnTo>
                  <a:lnTo>
                    <a:pt x="8706840" y="1028816"/>
                  </a:lnTo>
                  <a:lnTo>
                    <a:pt x="8669562" y="1106002"/>
                  </a:lnTo>
                  <a:lnTo>
                    <a:pt x="8632248" y="1184061"/>
                  </a:lnTo>
                  <a:lnTo>
                    <a:pt x="8594922" y="1262363"/>
                  </a:lnTo>
                  <a:lnTo>
                    <a:pt x="8557614" y="1340268"/>
                  </a:lnTo>
                  <a:lnTo>
                    <a:pt x="8520349" y="1417149"/>
                  </a:lnTo>
                  <a:lnTo>
                    <a:pt x="8483141" y="1492415"/>
                  </a:lnTo>
                  <a:lnTo>
                    <a:pt x="8445991" y="1565526"/>
                  </a:lnTo>
                  <a:lnTo>
                    <a:pt x="8408876" y="1636012"/>
                  </a:lnTo>
                  <a:lnTo>
                    <a:pt x="8371750" y="1703480"/>
                  </a:lnTo>
                  <a:lnTo>
                    <a:pt x="8334535" y="1767622"/>
                  </a:lnTo>
                  <a:lnTo>
                    <a:pt x="8297115" y="1828218"/>
                  </a:lnTo>
                  <a:lnTo>
                    <a:pt x="8259338" y="1885135"/>
                  </a:lnTo>
                  <a:lnTo>
                    <a:pt x="8221000" y="1938320"/>
                  </a:lnTo>
                  <a:lnTo>
                    <a:pt x="8181847" y="1987796"/>
                  </a:lnTo>
                  <a:lnTo>
                    <a:pt x="8151487" y="2022817"/>
                  </a:lnTo>
                  <a:lnTo>
                    <a:pt x="8104871" y="2071030"/>
                  </a:lnTo>
                  <a:lnTo>
                    <a:pt x="8055846" y="2114739"/>
                  </a:lnTo>
                  <a:lnTo>
                    <a:pt x="8003694" y="2154139"/>
                  </a:lnTo>
                  <a:lnTo>
                    <a:pt x="7947628" y="2189577"/>
                  </a:lnTo>
                  <a:lnTo>
                    <a:pt x="7886842" y="2221460"/>
                  </a:lnTo>
                  <a:lnTo>
                    <a:pt x="7820566" y="2250191"/>
                  </a:lnTo>
                  <a:lnTo>
                    <a:pt x="7748126" y="2276138"/>
                  </a:lnTo>
                  <a:lnTo>
                    <a:pt x="7669048" y="2299614"/>
                  </a:lnTo>
                  <a:lnTo>
                    <a:pt x="7583174" y="2320863"/>
                  </a:lnTo>
                  <a:lnTo>
                    <a:pt x="7490822" y="2340057"/>
                  </a:lnTo>
                  <a:lnTo>
                    <a:pt x="7392961" y="2357298"/>
                  </a:lnTo>
                  <a:lnTo>
                    <a:pt x="7291369" y="2372620"/>
                  </a:lnTo>
                  <a:lnTo>
                    <a:pt x="7188725" y="2386006"/>
                  </a:lnTo>
                  <a:lnTo>
                    <a:pt x="7088546" y="2397414"/>
                  </a:lnTo>
                  <a:lnTo>
                    <a:pt x="6994919" y="2406809"/>
                  </a:lnTo>
                  <a:lnTo>
                    <a:pt x="6911996" y="2414199"/>
                  </a:lnTo>
                  <a:lnTo>
                    <a:pt x="6843311" y="2419674"/>
                  </a:lnTo>
                  <a:lnTo>
                    <a:pt x="6791100" y="2423417"/>
                  </a:lnTo>
                  <a:lnTo>
                    <a:pt x="6755786" y="2425705"/>
                  </a:lnTo>
                  <a:lnTo>
                    <a:pt x="6735798" y="2426879"/>
                  </a:lnTo>
                  <a:lnTo>
                    <a:pt x="6727679" y="2427314"/>
                  </a:lnTo>
                  <a:lnTo>
                    <a:pt x="6726343" y="2427380"/>
                  </a:lnTo>
                  <a:lnTo>
                    <a:pt x="6726343" y="2427380"/>
                  </a:lnTo>
                  <a:lnTo>
                    <a:pt x="5254955" y="2427380"/>
                  </a:lnTo>
                  <a:lnTo>
                    <a:pt x="5253717" y="2427379"/>
                  </a:lnTo>
                  <a:lnTo>
                    <a:pt x="5245595" y="2427373"/>
                  </a:lnTo>
                  <a:lnTo>
                    <a:pt x="5225174" y="2427357"/>
                  </a:lnTo>
                  <a:lnTo>
                    <a:pt x="5188797" y="2427325"/>
                  </a:lnTo>
                  <a:lnTo>
                    <a:pt x="5134842" y="2427273"/>
                  </a:lnTo>
                  <a:lnTo>
                    <a:pt x="5063847" y="2427196"/>
                  </a:lnTo>
                  <a:lnTo>
                    <a:pt x="4978279" y="2427093"/>
                  </a:lnTo>
                  <a:lnTo>
                    <a:pt x="4881963" y="2426961"/>
                  </a:lnTo>
                  <a:lnTo>
                    <a:pt x="4779317" y="2426801"/>
                  </a:lnTo>
                  <a:lnTo>
                    <a:pt x="4674623" y="2426613"/>
                  </a:lnTo>
                  <a:lnTo>
                    <a:pt x="4571494" y="2426399"/>
                  </a:lnTo>
                  <a:lnTo>
                    <a:pt x="4472617" y="2426157"/>
                  </a:lnTo>
                  <a:lnTo>
                    <a:pt x="4379714" y="2425888"/>
                  </a:lnTo>
                  <a:lnTo>
                    <a:pt x="4293661" y="2425590"/>
                  </a:lnTo>
                  <a:lnTo>
                    <a:pt x="4214670" y="2425260"/>
                  </a:lnTo>
                  <a:lnTo>
                    <a:pt x="4142484" y="2424894"/>
                  </a:lnTo>
                  <a:lnTo>
                    <a:pt x="4076531" y="2424488"/>
                  </a:lnTo>
                  <a:lnTo>
                    <a:pt x="4016064" y="2424037"/>
                  </a:lnTo>
                  <a:lnTo>
                    <a:pt x="3960248" y="2423533"/>
                  </a:lnTo>
                  <a:lnTo>
                    <a:pt x="3908229" y="2422973"/>
                  </a:lnTo>
                  <a:lnTo>
                    <a:pt x="3859194" y="2422351"/>
                  </a:lnTo>
                  <a:lnTo>
                    <a:pt x="3829811" y="2421931"/>
                  </a:lnTo>
                  <a:lnTo>
                    <a:pt x="3773582" y="2421027"/>
                  </a:lnTo>
                  <a:lnTo>
                    <a:pt x="3719202" y="2420023"/>
                  </a:lnTo>
                  <a:lnTo>
                    <a:pt x="3665918" y="2418919"/>
                  </a:lnTo>
                  <a:lnTo>
                    <a:pt x="3613197" y="2417717"/>
                  </a:lnTo>
                  <a:lnTo>
                    <a:pt x="3560680" y="2416426"/>
                  </a:lnTo>
                  <a:lnTo>
                    <a:pt x="3508156" y="2415056"/>
                  </a:lnTo>
                  <a:lnTo>
                    <a:pt x="3455527" y="2413625"/>
                  </a:lnTo>
                  <a:lnTo>
                    <a:pt x="3402788" y="2412152"/>
                  </a:lnTo>
                  <a:lnTo>
                    <a:pt x="3349991" y="2410662"/>
                  </a:lnTo>
                  <a:lnTo>
                    <a:pt x="3297214" y="2409177"/>
                  </a:lnTo>
                  <a:lnTo>
                    <a:pt x="3244527" y="2407722"/>
                  </a:lnTo>
                  <a:lnTo>
                    <a:pt x="3191956" y="2406319"/>
                  </a:lnTo>
                  <a:lnTo>
                    <a:pt x="3139454" y="2404987"/>
                  </a:lnTo>
                  <a:lnTo>
                    <a:pt x="3086871" y="2403739"/>
                  </a:lnTo>
                  <a:lnTo>
                    <a:pt x="3033923" y="2402585"/>
                  </a:lnTo>
                  <a:lnTo>
                    <a:pt x="2980172" y="2401531"/>
                  </a:lnTo>
                  <a:lnTo>
                    <a:pt x="2924979" y="2400577"/>
                  </a:lnTo>
                  <a:lnTo>
                    <a:pt x="2896531" y="2400137"/>
                  </a:lnTo>
                  <a:lnTo>
                    <a:pt x="2848982" y="2399475"/>
                  </a:lnTo>
                  <a:lnTo>
                    <a:pt x="2798914" y="2398877"/>
                  </a:lnTo>
                  <a:lnTo>
                    <a:pt x="2745564" y="2398339"/>
                  </a:lnTo>
                  <a:lnTo>
                    <a:pt x="2688096" y="2397855"/>
                  </a:lnTo>
                  <a:lnTo>
                    <a:pt x="2625659" y="2397422"/>
                  </a:lnTo>
                  <a:lnTo>
                    <a:pt x="2557439" y="2397032"/>
                  </a:lnTo>
                  <a:lnTo>
                    <a:pt x="2482743" y="2396680"/>
                  </a:lnTo>
                  <a:lnTo>
                    <a:pt x="2401101" y="2396362"/>
                  </a:lnTo>
                  <a:lnTo>
                    <a:pt x="2312412" y="2396075"/>
                  </a:lnTo>
                  <a:lnTo>
                    <a:pt x="2217114" y="2395817"/>
                  </a:lnTo>
                  <a:lnTo>
                    <a:pt x="2116383" y="2395585"/>
                  </a:lnTo>
                  <a:lnTo>
                    <a:pt x="2012297" y="2395381"/>
                  </a:lnTo>
                  <a:lnTo>
                    <a:pt x="1907905" y="2395204"/>
                  </a:lnTo>
                  <a:lnTo>
                    <a:pt x="1807119" y="2395054"/>
                  </a:lnTo>
                  <a:lnTo>
                    <a:pt x="1714347" y="2394933"/>
                  </a:lnTo>
                  <a:lnTo>
                    <a:pt x="1633876" y="2394840"/>
                  </a:lnTo>
                  <a:lnTo>
                    <a:pt x="1569104" y="2394773"/>
                  </a:lnTo>
                  <a:lnTo>
                    <a:pt x="1521821" y="2394729"/>
                  </a:lnTo>
                  <a:lnTo>
                    <a:pt x="1491759" y="2394703"/>
                  </a:lnTo>
                  <a:lnTo>
                    <a:pt x="1476500" y="2394692"/>
                  </a:lnTo>
                  <a:lnTo>
                    <a:pt x="1471693" y="2394688"/>
                  </a:lnTo>
                  <a:lnTo>
                    <a:pt x="1471387" y="2394688"/>
                  </a:lnTo>
                  <a:lnTo>
                    <a:pt x="0" y="239468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33" name="pg1433"/>
            <p:cNvSpPr/>
            <p:nvPr/>
          </p:nvSpPr>
          <p:spPr>
            <a:xfrm>
              <a:off x="4799595" y="3500457"/>
              <a:ext cx="11981298" cy="5296102"/>
            </a:xfrm>
            <a:custGeom>
              <a:avLst/>
              <a:pathLst>
                <a:path w="11981298" h="5296102">
                  <a:moveTo>
                    <a:pt x="0" y="5296102"/>
                  </a:moveTo>
                  <a:lnTo>
                    <a:pt x="1471387" y="5296102"/>
                  </a:lnTo>
                  <a:lnTo>
                    <a:pt x="1472297" y="5296019"/>
                  </a:lnTo>
                  <a:lnTo>
                    <a:pt x="1478309" y="5295429"/>
                  </a:lnTo>
                  <a:lnTo>
                    <a:pt x="1493559" y="5293798"/>
                  </a:lnTo>
                  <a:lnTo>
                    <a:pt x="1521067" y="5290584"/>
                  </a:lnTo>
                  <a:lnTo>
                    <a:pt x="1562557" y="5285269"/>
                  </a:lnTo>
                  <a:lnTo>
                    <a:pt x="1618335" y="5277407"/>
                  </a:lnTo>
                  <a:lnTo>
                    <a:pt x="1687322" y="5266665"/>
                  </a:lnTo>
                  <a:lnTo>
                    <a:pt x="1767291" y="5252836"/>
                  </a:lnTo>
                  <a:lnTo>
                    <a:pt x="1855264" y="5235836"/>
                  </a:lnTo>
                  <a:lnTo>
                    <a:pt x="1947980" y="5215674"/>
                  </a:lnTo>
                  <a:lnTo>
                    <a:pt x="2042320" y="5192409"/>
                  </a:lnTo>
                  <a:lnTo>
                    <a:pt x="2135612" y="5166102"/>
                  </a:lnTo>
                  <a:lnTo>
                    <a:pt x="2225792" y="5136775"/>
                  </a:lnTo>
                  <a:lnTo>
                    <a:pt x="2311438" y="5104386"/>
                  </a:lnTo>
                  <a:lnTo>
                    <a:pt x="2391718" y="5068803"/>
                  </a:lnTo>
                  <a:lnTo>
                    <a:pt x="2466285" y="5029801"/>
                  </a:lnTo>
                  <a:lnTo>
                    <a:pt x="2535163" y="4987058"/>
                  </a:lnTo>
                  <a:lnTo>
                    <a:pt x="2598640" y="4940159"/>
                  </a:lnTo>
                  <a:lnTo>
                    <a:pt x="2657178" y="4888608"/>
                  </a:lnTo>
                  <a:lnTo>
                    <a:pt x="2711339" y="4831843"/>
                  </a:lnTo>
                  <a:lnTo>
                    <a:pt x="2761738" y="4769272"/>
                  </a:lnTo>
                  <a:lnTo>
                    <a:pt x="2808999" y="4700319"/>
                  </a:lnTo>
                  <a:lnTo>
                    <a:pt x="2853726" y="4624510"/>
                  </a:lnTo>
                  <a:lnTo>
                    <a:pt x="2896465" y="4541598"/>
                  </a:lnTo>
                  <a:lnTo>
                    <a:pt x="2896531" y="4541462"/>
                  </a:lnTo>
                  <a:lnTo>
                    <a:pt x="2927380" y="4475043"/>
                  </a:lnTo>
                  <a:lnTo>
                    <a:pt x="2957560" y="4404626"/>
                  </a:lnTo>
                  <a:lnTo>
                    <a:pt x="2987220" y="4330131"/>
                  </a:lnTo>
                  <a:lnTo>
                    <a:pt x="3016487" y="4251518"/>
                  </a:lnTo>
                  <a:lnTo>
                    <a:pt x="3045466" y="4168796"/>
                  </a:lnTo>
                  <a:lnTo>
                    <a:pt x="3074242" y="4082023"/>
                  </a:lnTo>
                  <a:lnTo>
                    <a:pt x="3102888" y="3991309"/>
                  </a:lnTo>
                  <a:lnTo>
                    <a:pt x="3131459" y="3896823"/>
                  </a:lnTo>
                  <a:lnTo>
                    <a:pt x="3159998" y="3798787"/>
                  </a:lnTo>
                  <a:lnTo>
                    <a:pt x="3188536" y="3697484"/>
                  </a:lnTo>
                  <a:lnTo>
                    <a:pt x="3217095" y="3593250"/>
                  </a:lnTo>
                  <a:lnTo>
                    <a:pt x="3245685" y="3486474"/>
                  </a:lnTo>
                  <a:lnTo>
                    <a:pt x="3274312" y="3377591"/>
                  </a:lnTo>
                  <a:lnTo>
                    <a:pt x="3302971" y="3267076"/>
                  </a:lnTo>
                  <a:lnTo>
                    <a:pt x="3331656" y="3155438"/>
                  </a:lnTo>
                  <a:lnTo>
                    <a:pt x="3360355" y="3043204"/>
                  </a:lnTo>
                  <a:lnTo>
                    <a:pt x="3389056" y="2930918"/>
                  </a:lnTo>
                  <a:lnTo>
                    <a:pt x="3417744" y="2819120"/>
                  </a:lnTo>
                  <a:lnTo>
                    <a:pt x="3446409" y="2708344"/>
                  </a:lnTo>
                  <a:lnTo>
                    <a:pt x="3475043" y="2599102"/>
                  </a:lnTo>
                  <a:lnTo>
                    <a:pt x="3503640" y="2491877"/>
                  </a:lnTo>
                  <a:lnTo>
                    <a:pt x="3532205" y="2387112"/>
                  </a:lnTo>
                  <a:lnTo>
                    <a:pt x="3560746" y="2285206"/>
                  </a:lnTo>
                  <a:lnTo>
                    <a:pt x="3589283" y="2186505"/>
                  </a:lnTo>
                  <a:lnTo>
                    <a:pt x="3617844" y="2091302"/>
                  </a:lnTo>
                  <a:lnTo>
                    <a:pt x="3646471" y="1999833"/>
                  </a:lnTo>
                  <a:lnTo>
                    <a:pt x="3675217" y="1912276"/>
                  </a:lnTo>
                  <a:lnTo>
                    <a:pt x="3704149" y="1828753"/>
                  </a:lnTo>
                  <a:lnTo>
                    <a:pt x="3733352" y="1749333"/>
                  </a:lnTo>
                  <a:lnTo>
                    <a:pt x="3762926" y="1674031"/>
                  </a:lnTo>
                  <a:lnTo>
                    <a:pt x="3792993" y="1602819"/>
                  </a:lnTo>
                  <a:lnTo>
                    <a:pt x="3823698" y="1535623"/>
                  </a:lnTo>
                  <a:lnTo>
                    <a:pt x="3829811" y="1522902"/>
                  </a:lnTo>
                  <a:lnTo>
                    <a:pt x="3872548" y="1439979"/>
                  </a:lnTo>
                  <a:lnTo>
                    <a:pt x="3917271" y="1364158"/>
                  </a:lnTo>
                  <a:lnTo>
                    <a:pt x="3964528" y="1295195"/>
                  </a:lnTo>
                  <a:lnTo>
                    <a:pt x="4014922" y="1232614"/>
                  </a:lnTo>
                  <a:lnTo>
                    <a:pt x="4069076" y="1175841"/>
                  </a:lnTo>
                  <a:lnTo>
                    <a:pt x="4127606" y="1124281"/>
                  </a:lnTo>
                  <a:lnTo>
                    <a:pt x="4191075" y="1077375"/>
                  </a:lnTo>
                  <a:lnTo>
                    <a:pt x="4259945" y="1034626"/>
                  </a:lnTo>
                  <a:lnTo>
                    <a:pt x="4334503" y="995619"/>
                  </a:lnTo>
                  <a:lnTo>
                    <a:pt x="4414774" y="960031"/>
                  </a:lnTo>
                  <a:lnTo>
                    <a:pt x="4500412" y="927637"/>
                  </a:lnTo>
                  <a:lnTo>
                    <a:pt x="4590586" y="898306"/>
                  </a:lnTo>
                  <a:lnTo>
                    <a:pt x="4683874" y="871993"/>
                  </a:lnTo>
                  <a:lnTo>
                    <a:pt x="4778215" y="848723"/>
                  </a:lnTo>
                  <a:lnTo>
                    <a:pt x="4870936" y="828557"/>
                  </a:lnTo>
                  <a:lnTo>
                    <a:pt x="4958919" y="811552"/>
                  </a:lnTo>
                  <a:lnTo>
                    <a:pt x="5038902" y="797717"/>
                  </a:lnTo>
                  <a:lnTo>
                    <a:pt x="5107909" y="786971"/>
                  </a:lnTo>
                  <a:lnTo>
                    <a:pt x="5163709" y="779105"/>
                  </a:lnTo>
                  <a:lnTo>
                    <a:pt x="5205221" y="773787"/>
                  </a:lnTo>
                  <a:lnTo>
                    <a:pt x="5232750" y="770569"/>
                  </a:lnTo>
                  <a:lnTo>
                    <a:pt x="5248018" y="768936"/>
                  </a:lnTo>
                  <a:lnTo>
                    <a:pt x="5254041" y="768345"/>
                  </a:lnTo>
                  <a:lnTo>
                    <a:pt x="5254955" y="768261"/>
                  </a:lnTo>
                  <a:lnTo>
                    <a:pt x="6726343" y="768261"/>
                  </a:lnTo>
                  <a:lnTo>
                    <a:pt x="6727573" y="768242"/>
                  </a:lnTo>
                  <a:lnTo>
                    <a:pt x="6735649" y="768107"/>
                  </a:lnTo>
                  <a:lnTo>
                    <a:pt x="6755959" y="767733"/>
                  </a:lnTo>
                  <a:lnTo>
                    <a:pt x="6792148" y="766998"/>
                  </a:lnTo>
                  <a:lnTo>
                    <a:pt x="6845841" y="765789"/>
                  </a:lnTo>
                  <a:lnTo>
                    <a:pt x="6916524" y="764015"/>
                  </a:lnTo>
                  <a:lnTo>
                    <a:pt x="7001761" y="761617"/>
                  </a:lnTo>
                  <a:lnTo>
                    <a:pt x="7097763" y="758569"/>
                  </a:lnTo>
                  <a:lnTo>
                    <a:pt x="7200139" y="754868"/>
                  </a:lnTo>
                  <a:lnTo>
                    <a:pt x="7304626" y="750528"/>
                  </a:lnTo>
                  <a:lnTo>
                    <a:pt x="7407614" y="745562"/>
                  </a:lnTo>
                  <a:lnTo>
                    <a:pt x="7506416" y="739972"/>
                  </a:lnTo>
                  <a:lnTo>
                    <a:pt x="7599297" y="733746"/>
                  </a:lnTo>
                  <a:lnTo>
                    <a:pt x="7685368" y="726845"/>
                  </a:lnTo>
                  <a:lnTo>
                    <a:pt x="7764402" y="719208"/>
                  </a:lnTo>
                  <a:lnTo>
                    <a:pt x="7836646" y="710749"/>
                  </a:lnTo>
                  <a:lnTo>
                    <a:pt x="7902660" y="701362"/>
                  </a:lnTo>
                  <a:lnTo>
                    <a:pt x="7963182" y="690920"/>
                  </a:lnTo>
                  <a:lnTo>
                    <a:pt x="8019043" y="679289"/>
                  </a:lnTo>
                  <a:lnTo>
                    <a:pt x="8071089" y="666338"/>
                  </a:lnTo>
                  <a:lnTo>
                    <a:pt x="8120133" y="651964"/>
                  </a:lnTo>
                  <a:lnTo>
                    <a:pt x="8151487" y="641580"/>
                  </a:lnTo>
                  <a:lnTo>
                    <a:pt x="8204269" y="621929"/>
                  </a:lnTo>
                  <a:lnTo>
                    <a:pt x="8255380" y="600254"/>
                  </a:lnTo>
                  <a:lnTo>
                    <a:pt x="8305458" y="576526"/>
                  </a:lnTo>
                  <a:lnTo>
                    <a:pt x="8354968" y="550786"/>
                  </a:lnTo>
                  <a:lnTo>
                    <a:pt x="8404234" y="523156"/>
                  </a:lnTo>
                  <a:lnTo>
                    <a:pt x="8453461" y="493844"/>
                  </a:lnTo>
                  <a:lnTo>
                    <a:pt x="8502760" y="463136"/>
                  </a:lnTo>
                  <a:lnTo>
                    <a:pt x="8552162" y="431397"/>
                  </a:lnTo>
                  <a:lnTo>
                    <a:pt x="8601644" y="399046"/>
                  </a:lnTo>
                  <a:lnTo>
                    <a:pt x="8651147" y="366539"/>
                  </a:lnTo>
                  <a:lnTo>
                    <a:pt x="8700607" y="334343"/>
                  </a:lnTo>
                  <a:lnTo>
                    <a:pt x="8749975" y="302904"/>
                  </a:lnTo>
                  <a:lnTo>
                    <a:pt x="8799243" y="272626"/>
                  </a:lnTo>
                  <a:lnTo>
                    <a:pt x="8848467" y="243847"/>
                  </a:lnTo>
                  <a:lnTo>
                    <a:pt x="8897786" y="216830"/>
                  </a:lnTo>
                  <a:lnTo>
                    <a:pt x="8947443" y="191753"/>
                  </a:lnTo>
                  <a:lnTo>
                    <a:pt x="8997807" y="168710"/>
                  </a:lnTo>
                  <a:lnTo>
                    <a:pt x="9049395" y="147717"/>
                  </a:lnTo>
                  <a:lnTo>
                    <a:pt x="9084767" y="134854"/>
                  </a:lnTo>
                  <a:lnTo>
                    <a:pt x="9132220" y="119505"/>
                  </a:lnTo>
                  <a:lnTo>
                    <a:pt x="9182181" y="105615"/>
                  </a:lnTo>
                  <a:lnTo>
                    <a:pt x="9235408" y="93118"/>
                  </a:lnTo>
                  <a:lnTo>
                    <a:pt x="9292732" y="81900"/>
                  </a:lnTo>
                  <a:lnTo>
                    <a:pt x="9355000" y="71825"/>
                  </a:lnTo>
                  <a:lnTo>
                    <a:pt x="9423019" y="62761"/>
                  </a:lnTo>
                  <a:lnTo>
                    <a:pt x="9497483" y="54587"/>
                  </a:lnTo>
                  <a:lnTo>
                    <a:pt x="9578860" y="47205"/>
                  </a:lnTo>
                  <a:lnTo>
                    <a:pt x="9667260" y="40535"/>
                  </a:lnTo>
                  <a:lnTo>
                    <a:pt x="9762257" y="34524"/>
                  </a:lnTo>
                  <a:lnTo>
                    <a:pt x="9862696" y="29144"/>
                  </a:lnTo>
                  <a:lnTo>
                    <a:pt x="9966533" y="24386"/>
                  </a:lnTo>
                  <a:lnTo>
                    <a:pt x="10070756" y="20257"/>
                  </a:lnTo>
                  <a:lnTo>
                    <a:pt x="10171496" y="16774"/>
                  </a:lnTo>
                  <a:lnTo>
                    <a:pt x="10264376" y="13944"/>
                  </a:lnTo>
                  <a:lnTo>
                    <a:pt x="10345120" y="11759"/>
                  </a:lnTo>
                  <a:lnTo>
                    <a:pt x="10410311" y="10182"/>
                  </a:lnTo>
                  <a:lnTo>
                    <a:pt x="10458108" y="9142"/>
                  </a:lnTo>
                  <a:lnTo>
                    <a:pt x="10488705" y="8541"/>
                  </a:lnTo>
                  <a:lnTo>
                    <a:pt x="10504430" y="8261"/>
                  </a:lnTo>
                  <a:lnTo>
                    <a:pt x="10509540" y="8178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8680" y="18"/>
                  </a:lnTo>
                  <a:lnTo>
                    <a:pt x="10500604" y="154"/>
                  </a:lnTo>
                  <a:lnTo>
                    <a:pt x="10480294" y="527"/>
                  </a:lnTo>
                  <a:lnTo>
                    <a:pt x="10444105" y="1263"/>
                  </a:lnTo>
                  <a:lnTo>
                    <a:pt x="10390412" y="2472"/>
                  </a:lnTo>
                  <a:lnTo>
                    <a:pt x="10319729" y="4246"/>
                  </a:lnTo>
                  <a:lnTo>
                    <a:pt x="10234492" y="6644"/>
                  </a:lnTo>
                  <a:lnTo>
                    <a:pt x="10138491" y="9692"/>
                  </a:lnTo>
                  <a:lnTo>
                    <a:pt x="10036115" y="13393"/>
                  </a:lnTo>
                  <a:lnTo>
                    <a:pt x="9931628" y="17733"/>
                  </a:lnTo>
                  <a:lnTo>
                    <a:pt x="9828639" y="22699"/>
                  </a:lnTo>
                  <a:lnTo>
                    <a:pt x="9729837" y="28288"/>
                  </a:lnTo>
                  <a:lnTo>
                    <a:pt x="9636956" y="34515"/>
                  </a:lnTo>
                  <a:lnTo>
                    <a:pt x="9550885" y="41416"/>
                  </a:lnTo>
                  <a:lnTo>
                    <a:pt x="9471851" y="49053"/>
                  </a:lnTo>
                  <a:lnTo>
                    <a:pt x="9399607" y="57511"/>
                  </a:lnTo>
                  <a:lnTo>
                    <a:pt x="9333594" y="66899"/>
                  </a:lnTo>
                  <a:lnTo>
                    <a:pt x="9273071" y="77341"/>
                  </a:lnTo>
                  <a:lnTo>
                    <a:pt x="9217211" y="88972"/>
                  </a:lnTo>
                  <a:lnTo>
                    <a:pt x="9165164" y="101923"/>
                  </a:lnTo>
                  <a:lnTo>
                    <a:pt x="9116121" y="116297"/>
                  </a:lnTo>
                  <a:lnTo>
                    <a:pt x="9084767" y="126681"/>
                  </a:lnTo>
                  <a:lnTo>
                    <a:pt x="9031984" y="146332"/>
                  </a:lnTo>
                  <a:lnTo>
                    <a:pt x="8980873" y="168007"/>
                  </a:lnTo>
                  <a:lnTo>
                    <a:pt x="8930795" y="191735"/>
                  </a:lnTo>
                  <a:lnTo>
                    <a:pt x="8881285" y="217475"/>
                  </a:lnTo>
                  <a:lnTo>
                    <a:pt x="8832020" y="245105"/>
                  </a:lnTo>
                  <a:lnTo>
                    <a:pt x="8782792" y="274417"/>
                  </a:lnTo>
                  <a:lnTo>
                    <a:pt x="8733493" y="305125"/>
                  </a:lnTo>
                  <a:lnTo>
                    <a:pt x="8684091" y="336864"/>
                  </a:lnTo>
                  <a:lnTo>
                    <a:pt x="8634610" y="369215"/>
                  </a:lnTo>
                  <a:lnTo>
                    <a:pt x="8585106" y="401721"/>
                  </a:lnTo>
                  <a:lnTo>
                    <a:pt x="8535646" y="433918"/>
                  </a:lnTo>
                  <a:lnTo>
                    <a:pt x="8486278" y="465357"/>
                  </a:lnTo>
                  <a:lnTo>
                    <a:pt x="8437010" y="495635"/>
                  </a:lnTo>
                  <a:lnTo>
                    <a:pt x="8387786" y="524414"/>
                  </a:lnTo>
                  <a:lnTo>
                    <a:pt x="8338467" y="551430"/>
                  </a:lnTo>
                  <a:lnTo>
                    <a:pt x="8288810" y="576508"/>
                  </a:lnTo>
                  <a:lnTo>
                    <a:pt x="8238446" y="599551"/>
                  </a:lnTo>
                  <a:lnTo>
                    <a:pt x="8186858" y="620544"/>
                  </a:lnTo>
                  <a:lnTo>
                    <a:pt x="8151487" y="633407"/>
                  </a:lnTo>
                  <a:lnTo>
                    <a:pt x="8104033" y="648756"/>
                  </a:lnTo>
                  <a:lnTo>
                    <a:pt x="8054072" y="662646"/>
                  </a:lnTo>
                  <a:lnTo>
                    <a:pt x="8000845" y="675142"/>
                  </a:lnTo>
                  <a:lnTo>
                    <a:pt x="7943521" y="686361"/>
                  </a:lnTo>
                  <a:lnTo>
                    <a:pt x="7881254" y="696436"/>
                  </a:lnTo>
                  <a:lnTo>
                    <a:pt x="7813234" y="705500"/>
                  </a:lnTo>
                  <a:lnTo>
                    <a:pt x="7738771" y="713673"/>
                  </a:lnTo>
                  <a:lnTo>
                    <a:pt x="7657393" y="721056"/>
                  </a:lnTo>
                  <a:lnTo>
                    <a:pt x="7568993" y="727726"/>
                  </a:lnTo>
                  <a:lnTo>
                    <a:pt x="7473996" y="733737"/>
                  </a:lnTo>
                  <a:lnTo>
                    <a:pt x="7373557" y="739117"/>
                  </a:lnTo>
                  <a:lnTo>
                    <a:pt x="7269720" y="743875"/>
                  </a:lnTo>
                  <a:lnTo>
                    <a:pt x="7165497" y="748004"/>
                  </a:lnTo>
                  <a:lnTo>
                    <a:pt x="7064757" y="751487"/>
                  </a:lnTo>
                  <a:lnTo>
                    <a:pt x="6971877" y="754317"/>
                  </a:lnTo>
                  <a:lnTo>
                    <a:pt x="6891134" y="756501"/>
                  </a:lnTo>
                  <a:lnTo>
                    <a:pt x="6825943" y="758079"/>
                  </a:lnTo>
                  <a:lnTo>
                    <a:pt x="6778146" y="759118"/>
                  </a:lnTo>
                  <a:lnTo>
                    <a:pt x="6747548" y="759720"/>
                  </a:lnTo>
                  <a:lnTo>
                    <a:pt x="6731823" y="760000"/>
                  </a:lnTo>
                  <a:lnTo>
                    <a:pt x="6726713" y="760083"/>
                  </a:lnTo>
                  <a:lnTo>
                    <a:pt x="6726343" y="760088"/>
                  </a:lnTo>
                  <a:lnTo>
                    <a:pt x="5254955" y="760088"/>
                  </a:lnTo>
                  <a:lnTo>
                    <a:pt x="5254045" y="760171"/>
                  </a:lnTo>
                  <a:lnTo>
                    <a:pt x="5248034" y="760762"/>
                  </a:lnTo>
                  <a:lnTo>
                    <a:pt x="5232783" y="762392"/>
                  </a:lnTo>
                  <a:lnTo>
                    <a:pt x="5205275" y="765607"/>
                  </a:lnTo>
                  <a:lnTo>
                    <a:pt x="5163785" y="770922"/>
                  </a:lnTo>
                  <a:lnTo>
                    <a:pt x="5108007" y="778783"/>
                  </a:lnTo>
                  <a:lnTo>
                    <a:pt x="5039020" y="789525"/>
                  </a:lnTo>
                  <a:lnTo>
                    <a:pt x="4959051" y="803354"/>
                  </a:lnTo>
                  <a:lnTo>
                    <a:pt x="4871078" y="820354"/>
                  </a:lnTo>
                  <a:lnTo>
                    <a:pt x="4778362" y="840516"/>
                  </a:lnTo>
                  <a:lnTo>
                    <a:pt x="4684022" y="863782"/>
                  </a:lnTo>
                  <a:lnTo>
                    <a:pt x="4590730" y="890089"/>
                  </a:lnTo>
                  <a:lnTo>
                    <a:pt x="4500550" y="919415"/>
                  </a:lnTo>
                  <a:lnTo>
                    <a:pt x="4414904" y="951805"/>
                  </a:lnTo>
                  <a:lnTo>
                    <a:pt x="4334624" y="987387"/>
                  </a:lnTo>
                  <a:lnTo>
                    <a:pt x="4260057" y="1026389"/>
                  </a:lnTo>
                  <a:lnTo>
                    <a:pt x="4191179" y="1069132"/>
                  </a:lnTo>
                  <a:lnTo>
                    <a:pt x="4127702" y="1116031"/>
                  </a:lnTo>
                  <a:lnTo>
                    <a:pt x="4069165" y="1167583"/>
                  </a:lnTo>
                  <a:lnTo>
                    <a:pt x="4015003" y="1224348"/>
                  </a:lnTo>
                  <a:lnTo>
                    <a:pt x="3964604" y="1286919"/>
                  </a:lnTo>
                  <a:lnTo>
                    <a:pt x="3917343" y="1355872"/>
                  </a:lnTo>
                  <a:lnTo>
                    <a:pt x="3872616" y="1431681"/>
                  </a:lnTo>
                  <a:lnTo>
                    <a:pt x="3829877" y="1514593"/>
                  </a:lnTo>
                  <a:lnTo>
                    <a:pt x="3829811" y="1514729"/>
                  </a:lnTo>
                  <a:lnTo>
                    <a:pt x="3798962" y="1581148"/>
                  </a:lnTo>
                  <a:lnTo>
                    <a:pt x="3768783" y="1651565"/>
                  </a:lnTo>
                  <a:lnTo>
                    <a:pt x="3739122" y="1726060"/>
                  </a:lnTo>
                  <a:lnTo>
                    <a:pt x="3709855" y="1804673"/>
                  </a:lnTo>
                  <a:lnTo>
                    <a:pt x="3680877" y="1887394"/>
                  </a:lnTo>
                  <a:lnTo>
                    <a:pt x="3652100" y="1974168"/>
                  </a:lnTo>
                  <a:lnTo>
                    <a:pt x="3623454" y="2064881"/>
                  </a:lnTo>
                  <a:lnTo>
                    <a:pt x="3594883" y="2159368"/>
                  </a:lnTo>
                  <a:lnTo>
                    <a:pt x="3566345" y="2257404"/>
                  </a:lnTo>
                  <a:lnTo>
                    <a:pt x="3537806" y="2358707"/>
                  </a:lnTo>
                  <a:lnTo>
                    <a:pt x="3509247" y="2462941"/>
                  </a:lnTo>
                  <a:lnTo>
                    <a:pt x="3480657" y="2569717"/>
                  </a:lnTo>
                  <a:lnTo>
                    <a:pt x="3452030" y="2678600"/>
                  </a:lnTo>
                  <a:lnTo>
                    <a:pt x="3423371" y="2789115"/>
                  </a:lnTo>
                  <a:lnTo>
                    <a:pt x="3394686" y="2900753"/>
                  </a:lnTo>
                  <a:lnTo>
                    <a:pt x="3365987" y="3012987"/>
                  </a:lnTo>
                  <a:lnTo>
                    <a:pt x="3337287" y="3125273"/>
                  </a:lnTo>
                  <a:lnTo>
                    <a:pt x="3308598" y="3237071"/>
                  </a:lnTo>
                  <a:lnTo>
                    <a:pt x="3279933" y="3347847"/>
                  </a:lnTo>
                  <a:lnTo>
                    <a:pt x="3251299" y="3457088"/>
                  </a:lnTo>
                  <a:lnTo>
                    <a:pt x="3222702" y="3564314"/>
                  </a:lnTo>
                  <a:lnTo>
                    <a:pt x="3194137" y="3669079"/>
                  </a:lnTo>
                  <a:lnTo>
                    <a:pt x="3165596" y="3770985"/>
                  </a:lnTo>
                  <a:lnTo>
                    <a:pt x="3137060" y="3869686"/>
                  </a:lnTo>
                  <a:lnTo>
                    <a:pt x="3108498" y="3964888"/>
                  </a:lnTo>
                  <a:lnTo>
                    <a:pt x="3079871" y="4056357"/>
                  </a:lnTo>
                  <a:lnTo>
                    <a:pt x="3051125" y="4143914"/>
                  </a:lnTo>
                  <a:lnTo>
                    <a:pt x="3022193" y="4227437"/>
                  </a:lnTo>
                  <a:lnTo>
                    <a:pt x="2992990" y="4306858"/>
                  </a:lnTo>
                  <a:lnTo>
                    <a:pt x="2963416" y="4382160"/>
                  </a:lnTo>
                  <a:lnTo>
                    <a:pt x="2933349" y="4453372"/>
                  </a:lnTo>
                  <a:lnTo>
                    <a:pt x="2902645" y="4520567"/>
                  </a:lnTo>
                  <a:lnTo>
                    <a:pt x="2896531" y="4533289"/>
                  </a:lnTo>
                  <a:lnTo>
                    <a:pt x="2853794" y="4616212"/>
                  </a:lnTo>
                  <a:lnTo>
                    <a:pt x="2809071" y="4692032"/>
                  </a:lnTo>
                  <a:lnTo>
                    <a:pt x="2761814" y="4760996"/>
                  </a:lnTo>
                  <a:lnTo>
                    <a:pt x="2711420" y="4823577"/>
                  </a:lnTo>
                  <a:lnTo>
                    <a:pt x="2657266" y="4880350"/>
                  </a:lnTo>
                  <a:lnTo>
                    <a:pt x="2598736" y="4931909"/>
                  </a:lnTo>
                  <a:lnTo>
                    <a:pt x="2535267" y="4978815"/>
                  </a:lnTo>
                  <a:lnTo>
                    <a:pt x="2466397" y="5021564"/>
                  </a:lnTo>
                  <a:lnTo>
                    <a:pt x="2391840" y="5060572"/>
                  </a:lnTo>
                  <a:lnTo>
                    <a:pt x="2311568" y="5096160"/>
                  </a:lnTo>
                  <a:lnTo>
                    <a:pt x="2225930" y="5128554"/>
                  </a:lnTo>
                  <a:lnTo>
                    <a:pt x="2135757" y="5157885"/>
                  </a:lnTo>
                  <a:lnTo>
                    <a:pt x="2042468" y="5184197"/>
                  </a:lnTo>
                  <a:lnTo>
                    <a:pt x="1948127" y="5207467"/>
                  </a:lnTo>
                  <a:lnTo>
                    <a:pt x="1855406" y="5227634"/>
                  </a:lnTo>
                  <a:lnTo>
                    <a:pt x="1767424" y="5244639"/>
                  </a:lnTo>
                  <a:lnTo>
                    <a:pt x="1687440" y="5258473"/>
                  </a:lnTo>
                  <a:lnTo>
                    <a:pt x="1618433" y="5269220"/>
                  </a:lnTo>
                  <a:lnTo>
                    <a:pt x="1562633" y="5277085"/>
                  </a:lnTo>
                  <a:lnTo>
                    <a:pt x="1521121" y="5282404"/>
                  </a:lnTo>
                  <a:lnTo>
                    <a:pt x="1493592" y="5285622"/>
                  </a:lnTo>
                  <a:lnTo>
                    <a:pt x="1478324" y="5287255"/>
                  </a:lnTo>
                  <a:lnTo>
                    <a:pt x="1472301" y="5287846"/>
                  </a:lnTo>
                  <a:lnTo>
                    <a:pt x="1471387" y="5287929"/>
                  </a:lnTo>
                  <a:lnTo>
                    <a:pt x="0" y="5287929"/>
                  </a:lnTo>
                  <a:close/>
                </a:path>
              </a:pathLst>
            </a:custGeom>
            <a:solidFill>
              <a:srgbClr val="E78AC3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434" name="pl1434"/>
            <p:cNvSpPr/>
            <p:nvPr/>
          </p:nvSpPr>
          <p:spPr>
            <a:xfrm>
              <a:off x="4799595" y="3508630"/>
              <a:ext cx="11981298" cy="5287929"/>
            </a:xfrm>
            <a:custGeom>
              <a:avLst/>
              <a:pathLst>
                <a:path w="11981298" h="5287929">
                  <a:moveTo>
                    <a:pt x="0" y="5287929"/>
                  </a:moveTo>
                  <a:lnTo>
                    <a:pt x="1471387" y="5287929"/>
                  </a:lnTo>
                  <a:lnTo>
                    <a:pt x="1472297" y="5287846"/>
                  </a:lnTo>
                  <a:lnTo>
                    <a:pt x="1478309" y="5287256"/>
                  </a:lnTo>
                  <a:lnTo>
                    <a:pt x="1493559" y="5285625"/>
                  </a:lnTo>
                  <a:lnTo>
                    <a:pt x="1521067" y="5282411"/>
                  </a:lnTo>
                  <a:lnTo>
                    <a:pt x="1562557" y="5277096"/>
                  </a:lnTo>
                  <a:lnTo>
                    <a:pt x="1618335" y="5269234"/>
                  </a:lnTo>
                  <a:lnTo>
                    <a:pt x="1687322" y="5258493"/>
                  </a:lnTo>
                  <a:lnTo>
                    <a:pt x="1767291" y="5244663"/>
                  </a:lnTo>
                  <a:lnTo>
                    <a:pt x="1855264" y="5227663"/>
                  </a:lnTo>
                  <a:lnTo>
                    <a:pt x="1947980" y="5207501"/>
                  </a:lnTo>
                  <a:lnTo>
                    <a:pt x="2042320" y="5184236"/>
                  </a:lnTo>
                  <a:lnTo>
                    <a:pt x="2135612" y="5157929"/>
                  </a:lnTo>
                  <a:lnTo>
                    <a:pt x="2225792" y="5128602"/>
                  </a:lnTo>
                  <a:lnTo>
                    <a:pt x="2311438" y="5096213"/>
                  </a:lnTo>
                  <a:lnTo>
                    <a:pt x="2391718" y="5060630"/>
                  </a:lnTo>
                  <a:lnTo>
                    <a:pt x="2466285" y="5021628"/>
                  </a:lnTo>
                  <a:lnTo>
                    <a:pt x="2535163" y="4978885"/>
                  </a:lnTo>
                  <a:lnTo>
                    <a:pt x="2598640" y="4931986"/>
                  </a:lnTo>
                  <a:lnTo>
                    <a:pt x="2657178" y="4880435"/>
                  </a:lnTo>
                  <a:lnTo>
                    <a:pt x="2711339" y="4823670"/>
                  </a:lnTo>
                  <a:lnTo>
                    <a:pt x="2761738" y="4761099"/>
                  </a:lnTo>
                  <a:lnTo>
                    <a:pt x="2808999" y="4692146"/>
                  </a:lnTo>
                  <a:lnTo>
                    <a:pt x="2853726" y="4616337"/>
                  </a:lnTo>
                  <a:lnTo>
                    <a:pt x="2896465" y="4533425"/>
                  </a:lnTo>
                  <a:lnTo>
                    <a:pt x="2896531" y="4533289"/>
                  </a:lnTo>
                  <a:lnTo>
                    <a:pt x="2927380" y="4466870"/>
                  </a:lnTo>
                  <a:lnTo>
                    <a:pt x="2957560" y="4396453"/>
                  </a:lnTo>
                  <a:lnTo>
                    <a:pt x="2987220" y="4321958"/>
                  </a:lnTo>
                  <a:lnTo>
                    <a:pt x="3016487" y="4243345"/>
                  </a:lnTo>
                  <a:lnTo>
                    <a:pt x="3045466" y="4160623"/>
                  </a:lnTo>
                  <a:lnTo>
                    <a:pt x="3074242" y="4073850"/>
                  </a:lnTo>
                  <a:lnTo>
                    <a:pt x="3102888" y="3983136"/>
                  </a:lnTo>
                  <a:lnTo>
                    <a:pt x="3131459" y="3888650"/>
                  </a:lnTo>
                  <a:lnTo>
                    <a:pt x="3159998" y="3790614"/>
                  </a:lnTo>
                  <a:lnTo>
                    <a:pt x="3188536" y="3689311"/>
                  </a:lnTo>
                  <a:lnTo>
                    <a:pt x="3217095" y="3585077"/>
                  </a:lnTo>
                  <a:lnTo>
                    <a:pt x="3245685" y="3478301"/>
                  </a:lnTo>
                  <a:lnTo>
                    <a:pt x="3274312" y="3369418"/>
                  </a:lnTo>
                  <a:lnTo>
                    <a:pt x="3302971" y="3258903"/>
                  </a:lnTo>
                  <a:lnTo>
                    <a:pt x="3331656" y="3147265"/>
                  </a:lnTo>
                  <a:lnTo>
                    <a:pt x="3360355" y="3035031"/>
                  </a:lnTo>
                  <a:lnTo>
                    <a:pt x="3389056" y="2922745"/>
                  </a:lnTo>
                  <a:lnTo>
                    <a:pt x="3417744" y="2810947"/>
                  </a:lnTo>
                  <a:lnTo>
                    <a:pt x="3446409" y="2700171"/>
                  </a:lnTo>
                  <a:lnTo>
                    <a:pt x="3475043" y="2590929"/>
                  </a:lnTo>
                  <a:lnTo>
                    <a:pt x="3503640" y="2483704"/>
                  </a:lnTo>
                  <a:lnTo>
                    <a:pt x="3532205" y="2378939"/>
                  </a:lnTo>
                  <a:lnTo>
                    <a:pt x="3560746" y="2277033"/>
                  </a:lnTo>
                  <a:lnTo>
                    <a:pt x="3589283" y="2178332"/>
                  </a:lnTo>
                  <a:lnTo>
                    <a:pt x="3617844" y="2083129"/>
                  </a:lnTo>
                  <a:lnTo>
                    <a:pt x="3646471" y="1991660"/>
                  </a:lnTo>
                  <a:lnTo>
                    <a:pt x="3675217" y="1904103"/>
                  </a:lnTo>
                  <a:lnTo>
                    <a:pt x="3704149" y="1820580"/>
                  </a:lnTo>
                  <a:lnTo>
                    <a:pt x="3733352" y="1741160"/>
                  </a:lnTo>
                  <a:lnTo>
                    <a:pt x="3762926" y="1665858"/>
                  </a:lnTo>
                  <a:lnTo>
                    <a:pt x="3792993" y="1594646"/>
                  </a:lnTo>
                  <a:lnTo>
                    <a:pt x="3823698" y="1527450"/>
                  </a:lnTo>
                  <a:lnTo>
                    <a:pt x="3829811" y="1514729"/>
                  </a:lnTo>
                  <a:lnTo>
                    <a:pt x="3872548" y="1431806"/>
                  </a:lnTo>
                  <a:lnTo>
                    <a:pt x="3917271" y="1355985"/>
                  </a:lnTo>
                  <a:lnTo>
                    <a:pt x="3964528" y="1287022"/>
                  </a:lnTo>
                  <a:lnTo>
                    <a:pt x="4014922" y="1224441"/>
                  </a:lnTo>
                  <a:lnTo>
                    <a:pt x="4069076" y="1167668"/>
                  </a:lnTo>
                  <a:lnTo>
                    <a:pt x="4127606" y="1116108"/>
                  </a:lnTo>
                  <a:lnTo>
                    <a:pt x="4191075" y="1069203"/>
                  </a:lnTo>
                  <a:lnTo>
                    <a:pt x="4259945" y="1026453"/>
                  </a:lnTo>
                  <a:lnTo>
                    <a:pt x="4334503" y="987446"/>
                  </a:lnTo>
                  <a:lnTo>
                    <a:pt x="4414774" y="951858"/>
                  </a:lnTo>
                  <a:lnTo>
                    <a:pt x="4500412" y="919464"/>
                  </a:lnTo>
                  <a:lnTo>
                    <a:pt x="4590586" y="890133"/>
                  </a:lnTo>
                  <a:lnTo>
                    <a:pt x="4683874" y="863820"/>
                  </a:lnTo>
                  <a:lnTo>
                    <a:pt x="4778215" y="840550"/>
                  </a:lnTo>
                  <a:lnTo>
                    <a:pt x="4870936" y="820384"/>
                  </a:lnTo>
                  <a:lnTo>
                    <a:pt x="4958919" y="803379"/>
                  </a:lnTo>
                  <a:lnTo>
                    <a:pt x="5038902" y="789544"/>
                  </a:lnTo>
                  <a:lnTo>
                    <a:pt x="5107909" y="778798"/>
                  </a:lnTo>
                  <a:lnTo>
                    <a:pt x="5163709" y="770932"/>
                  </a:lnTo>
                  <a:lnTo>
                    <a:pt x="5205221" y="765614"/>
                  </a:lnTo>
                  <a:lnTo>
                    <a:pt x="5232750" y="762396"/>
                  </a:lnTo>
                  <a:lnTo>
                    <a:pt x="5248018" y="760763"/>
                  </a:lnTo>
                  <a:lnTo>
                    <a:pt x="5254041" y="760172"/>
                  </a:lnTo>
                  <a:lnTo>
                    <a:pt x="5254955" y="760088"/>
                  </a:lnTo>
                  <a:lnTo>
                    <a:pt x="5254955" y="760088"/>
                  </a:lnTo>
                  <a:lnTo>
                    <a:pt x="6726343" y="760088"/>
                  </a:lnTo>
                  <a:lnTo>
                    <a:pt x="6727573" y="760069"/>
                  </a:lnTo>
                  <a:lnTo>
                    <a:pt x="6735649" y="759934"/>
                  </a:lnTo>
                  <a:lnTo>
                    <a:pt x="6755959" y="759560"/>
                  </a:lnTo>
                  <a:lnTo>
                    <a:pt x="6792148" y="758825"/>
                  </a:lnTo>
                  <a:lnTo>
                    <a:pt x="6845841" y="757616"/>
                  </a:lnTo>
                  <a:lnTo>
                    <a:pt x="6916524" y="755842"/>
                  </a:lnTo>
                  <a:lnTo>
                    <a:pt x="7001761" y="753444"/>
                  </a:lnTo>
                  <a:lnTo>
                    <a:pt x="7097763" y="750396"/>
                  </a:lnTo>
                  <a:lnTo>
                    <a:pt x="7200139" y="746695"/>
                  </a:lnTo>
                  <a:lnTo>
                    <a:pt x="7304626" y="742355"/>
                  </a:lnTo>
                  <a:lnTo>
                    <a:pt x="7407614" y="737389"/>
                  </a:lnTo>
                  <a:lnTo>
                    <a:pt x="7506416" y="731799"/>
                  </a:lnTo>
                  <a:lnTo>
                    <a:pt x="7599297" y="725573"/>
                  </a:lnTo>
                  <a:lnTo>
                    <a:pt x="7685368" y="718672"/>
                  </a:lnTo>
                  <a:lnTo>
                    <a:pt x="7764402" y="711035"/>
                  </a:lnTo>
                  <a:lnTo>
                    <a:pt x="7836646" y="702576"/>
                  </a:lnTo>
                  <a:lnTo>
                    <a:pt x="7902660" y="693189"/>
                  </a:lnTo>
                  <a:lnTo>
                    <a:pt x="7963182" y="682747"/>
                  </a:lnTo>
                  <a:lnTo>
                    <a:pt x="8019043" y="671116"/>
                  </a:lnTo>
                  <a:lnTo>
                    <a:pt x="8071089" y="658165"/>
                  </a:lnTo>
                  <a:lnTo>
                    <a:pt x="8120133" y="643791"/>
                  </a:lnTo>
                  <a:lnTo>
                    <a:pt x="8151487" y="633407"/>
                  </a:lnTo>
                  <a:lnTo>
                    <a:pt x="8204269" y="613756"/>
                  </a:lnTo>
                  <a:lnTo>
                    <a:pt x="8255380" y="592081"/>
                  </a:lnTo>
                  <a:lnTo>
                    <a:pt x="8305458" y="568353"/>
                  </a:lnTo>
                  <a:lnTo>
                    <a:pt x="8354968" y="542613"/>
                  </a:lnTo>
                  <a:lnTo>
                    <a:pt x="8404234" y="514983"/>
                  </a:lnTo>
                  <a:lnTo>
                    <a:pt x="8453461" y="485671"/>
                  </a:lnTo>
                  <a:lnTo>
                    <a:pt x="8502760" y="454963"/>
                  </a:lnTo>
                  <a:lnTo>
                    <a:pt x="8552162" y="423224"/>
                  </a:lnTo>
                  <a:lnTo>
                    <a:pt x="8601644" y="390873"/>
                  </a:lnTo>
                  <a:lnTo>
                    <a:pt x="8651147" y="358366"/>
                  </a:lnTo>
                  <a:lnTo>
                    <a:pt x="8700607" y="326170"/>
                  </a:lnTo>
                  <a:lnTo>
                    <a:pt x="8749975" y="294731"/>
                  </a:lnTo>
                  <a:lnTo>
                    <a:pt x="8799243" y="264453"/>
                  </a:lnTo>
                  <a:lnTo>
                    <a:pt x="8848467" y="235674"/>
                  </a:lnTo>
                  <a:lnTo>
                    <a:pt x="8897786" y="208657"/>
                  </a:lnTo>
                  <a:lnTo>
                    <a:pt x="8947443" y="183580"/>
                  </a:lnTo>
                  <a:lnTo>
                    <a:pt x="8997807" y="160537"/>
                  </a:lnTo>
                  <a:lnTo>
                    <a:pt x="9049395" y="139544"/>
                  </a:lnTo>
                  <a:lnTo>
                    <a:pt x="9084767" y="126681"/>
                  </a:lnTo>
                  <a:lnTo>
                    <a:pt x="9132220" y="111332"/>
                  </a:lnTo>
                  <a:lnTo>
                    <a:pt x="9182181" y="97442"/>
                  </a:lnTo>
                  <a:lnTo>
                    <a:pt x="9235408" y="84945"/>
                  </a:lnTo>
                  <a:lnTo>
                    <a:pt x="9292732" y="73727"/>
                  </a:lnTo>
                  <a:lnTo>
                    <a:pt x="9355000" y="63652"/>
                  </a:lnTo>
                  <a:lnTo>
                    <a:pt x="9423019" y="54588"/>
                  </a:lnTo>
                  <a:lnTo>
                    <a:pt x="9497483" y="46414"/>
                  </a:lnTo>
                  <a:lnTo>
                    <a:pt x="9578860" y="39032"/>
                  </a:lnTo>
                  <a:lnTo>
                    <a:pt x="9667260" y="32362"/>
                  </a:lnTo>
                  <a:lnTo>
                    <a:pt x="9762257" y="26351"/>
                  </a:lnTo>
                  <a:lnTo>
                    <a:pt x="9862696" y="20971"/>
                  </a:lnTo>
                  <a:lnTo>
                    <a:pt x="9966533" y="16213"/>
                  </a:lnTo>
                  <a:lnTo>
                    <a:pt x="10070756" y="12084"/>
                  </a:lnTo>
                  <a:lnTo>
                    <a:pt x="10171496" y="8601"/>
                  </a:lnTo>
                  <a:lnTo>
                    <a:pt x="10264376" y="5771"/>
                  </a:lnTo>
                  <a:lnTo>
                    <a:pt x="10345120" y="3586"/>
                  </a:lnTo>
                  <a:lnTo>
                    <a:pt x="10410311" y="2009"/>
                  </a:lnTo>
                  <a:lnTo>
                    <a:pt x="10458108" y="969"/>
                  </a:lnTo>
                  <a:lnTo>
                    <a:pt x="10488705" y="368"/>
                  </a:lnTo>
                  <a:lnTo>
                    <a:pt x="10504430" y="88"/>
                  </a:lnTo>
                  <a:lnTo>
                    <a:pt x="10509540" y="5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35" name="pl1435"/>
            <p:cNvSpPr/>
            <p:nvPr/>
          </p:nvSpPr>
          <p:spPr>
            <a:xfrm>
              <a:off x="4799595" y="3500457"/>
              <a:ext cx="11981298" cy="5287929"/>
            </a:xfrm>
            <a:custGeom>
              <a:avLst/>
              <a:pathLst>
                <a:path w="11981298" h="5287929">
                  <a:moveTo>
                    <a:pt x="11981298" y="0"/>
                  </a:moveTo>
                  <a:lnTo>
                    <a:pt x="10509911" y="0"/>
                  </a:lnTo>
                  <a:lnTo>
                    <a:pt x="10508680" y="18"/>
                  </a:lnTo>
                  <a:lnTo>
                    <a:pt x="10500604" y="154"/>
                  </a:lnTo>
                  <a:lnTo>
                    <a:pt x="10480294" y="527"/>
                  </a:lnTo>
                  <a:lnTo>
                    <a:pt x="10444105" y="1263"/>
                  </a:lnTo>
                  <a:lnTo>
                    <a:pt x="10390412" y="2472"/>
                  </a:lnTo>
                  <a:lnTo>
                    <a:pt x="10319729" y="4246"/>
                  </a:lnTo>
                  <a:lnTo>
                    <a:pt x="10234492" y="6644"/>
                  </a:lnTo>
                  <a:lnTo>
                    <a:pt x="10138491" y="9692"/>
                  </a:lnTo>
                  <a:lnTo>
                    <a:pt x="10036115" y="13393"/>
                  </a:lnTo>
                  <a:lnTo>
                    <a:pt x="9931628" y="17733"/>
                  </a:lnTo>
                  <a:lnTo>
                    <a:pt x="9828639" y="22699"/>
                  </a:lnTo>
                  <a:lnTo>
                    <a:pt x="9729837" y="28288"/>
                  </a:lnTo>
                  <a:lnTo>
                    <a:pt x="9636956" y="34515"/>
                  </a:lnTo>
                  <a:lnTo>
                    <a:pt x="9550885" y="41416"/>
                  </a:lnTo>
                  <a:lnTo>
                    <a:pt x="9471851" y="49053"/>
                  </a:lnTo>
                  <a:lnTo>
                    <a:pt x="9399607" y="57511"/>
                  </a:lnTo>
                  <a:lnTo>
                    <a:pt x="9333594" y="66899"/>
                  </a:lnTo>
                  <a:lnTo>
                    <a:pt x="9273071" y="77341"/>
                  </a:lnTo>
                  <a:lnTo>
                    <a:pt x="9217211" y="88972"/>
                  </a:lnTo>
                  <a:lnTo>
                    <a:pt x="9165164" y="101923"/>
                  </a:lnTo>
                  <a:lnTo>
                    <a:pt x="9116121" y="116297"/>
                  </a:lnTo>
                  <a:lnTo>
                    <a:pt x="9084767" y="126681"/>
                  </a:lnTo>
                  <a:lnTo>
                    <a:pt x="9031984" y="146332"/>
                  </a:lnTo>
                  <a:lnTo>
                    <a:pt x="8980873" y="168007"/>
                  </a:lnTo>
                  <a:lnTo>
                    <a:pt x="8930795" y="191735"/>
                  </a:lnTo>
                  <a:lnTo>
                    <a:pt x="8881285" y="217475"/>
                  </a:lnTo>
                  <a:lnTo>
                    <a:pt x="8832020" y="245105"/>
                  </a:lnTo>
                  <a:lnTo>
                    <a:pt x="8782792" y="274417"/>
                  </a:lnTo>
                  <a:lnTo>
                    <a:pt x="8733493" y="305125"/>
                  </a:lnTo>
                  <a:lnTo>
                    <a:pt x="8684091" y="336864"/>
                  </a:lnTo>
                  <a:lnTo>
                    <a:pt x="8634610" y="369215"/>
                  </a:lnTo>
                  <a:lnTo>
                    <a:pt x="8585106" y="401721"/>
                  </a:lnTo>
                  <a:lnTo>
                    <a:pt x="8535646" y="433918"/>
                  </a:lnTo>
                  <a:lnTo>
                    <a:pt x="8486278" y="465357"/>
                  </a:lnTo>
                  <a:lnTo>
                    <a:pt x="8437010" y="495635"/>
                  </a:lnTo>
                  <a:lnTo>
                    <a:pt x="8387786" y="524414"/>
                  </a:lnTo>
                  <a:lnTo>
                    <a:pt x="8338467" y="551430"/>
                  </a:lnTo>
                  <a:lnTo>
                    <a:pt x="8288810" y="576508"/>
                  </a:lnTo>
                  <a:lnTo>
                    <a:pt x="8238446" y="599551"/>
                  </a:lnTo>
                  <a:lnTo>
                    <a:pt x="8186858" y="620544"/>
                  </a:lnTo>
                  <a:lnTo>
                    <a:pt x="8151487" y="633407"/>
                  </a:lnTo>
                  <a:lnTo>
                    <a:pt x="8104033" y="648756"/>
                  </a:lnTo>
                  <a:lnTo>
                    <a:pt x="8054072" y="662646"/>
                  </a:lnTo>
                  <a:lnTo>
                    <a:pt x="8000845" y="675142"/>
                  </a:lnTo>
                  <a:lnTo>
                    <a:pt x="7943521" y="686361"/>
                  </a:lnTo>
                  <a:lnTo>
                    <a:pt x="7881254" y="696436"/>
                  </a:lnTo>
                  <a:lnTo>
                    <a:pt x="7813234" y="705500"/>
                  </a:lnTo>
                  <a:lnTo>
                    <a:pt x="7738771" y="713673"/>
                  </a:lnTo>
                  <a:lnTo>
                    <a:pt x="7657393" y="721056"/>
                  </a:lnTo>
                  <a:lnTo>
                    <a:pt x="7568993" y="727726"/>
                  </a:lnTo>
                  <a:lnTo>
                    <a:pt x="7473996" y="733737"/>
                  </a:lnTo>
                  <a:lnTo>
                    <a:pt x="7373557" y="739117"/>
                  </a:lnTo>
                  <a:lnTo>
                    <a:pt x="7269720" y="743875"/>
                  </a:lnTo>
                  <a:lnTo>
                    <a:pt x="7165497" y="748004"/>
                  </a:lnTo>
                  <a:lnTo>
                    <a:pt x="7064757" y="751487"/>
                  </a:lnTo>
                  <a:lnTo>
                    <a:pt x="6971877" y="754317"/>
                  </a:lnTo>
                  <a:lnTo>
                    <a:pt x="6891134" y="756501"/>
                  </a:lnTo>
                  <a:lnTo>
                    <a:pt x="6825943" y="758079"/>
                  </a:lnTo>
                  <a:lnTo>
                    <a:pt x="6778146" y="759118"/>
                  </a:lnTo>
                  <a:lnTo>
                    <a:pt x="6747548" y="759720"/>
                  </a:lnTo>
                  <a:lnTo>
                    <a:pt x="6731823" y="760000"/>
                  </a:lnTo>
                  <a:lnTo>
                    <a:pt x="6726713" y="760083"/>
                  </a:lnTo>
                  <a:lnTo>
                    <a:pt x="6726343" y="760088"/>
                  </a:lnTo>
                  <a:lnTo>
                    <a:pt x="5254955" y="760088"/>
                  </a:lnTo>
                  <a:lnTo>
                    <a:pt x="5254045" y="760171"/>
                  </a:lnTo>
                  <a:lnTo>
                    <a:pt x="5248034" y="760762"/>
                  </a:lnTo>
                  <a:lnTo>
                    <a:pt x="5232783" y="762392"/>
                  </a:lnTo>
                  <a:lnTo>
                    <a:pt x="5205275" y="765607"/>
                  </a:lnTo>
                  <a:lnTo>
                    <a:pt x="5163785" y="770922"/>
                  </a:lnTo>
                  <a:lnTo>
                    <a:pt x="5108007" y="778783"/>
                  </a:lnTo>
                  <a:lnTo>
                    <a:pt x="5039020" y="789525"/>
                  </a:lnTo>
                  <a:lnTo>
                    <a:pt x="4959051" y="803354"/>
                  </a:lnTo>
                  <a:lnTo>
                    <a:pt x="4871078" y="820354"/>
                  </a:lnTo>
                  <a:lnTo>
                    <a:pt x="4778362" y="840516"/>
                  </a:lnTo>
                  <a:lnTo>
                    <a:pt x="4684022" y="863782"/>
                  </a:lnTo>
                  <a:lnTo>
                    <a:pt x="4590730" y="890089"/>
                  </a:lnTo>
                  <a:lnTo>
                    <a:pt x="4500550" y="919415"/>
                  </a:lnTo>
                  <a:lnTo>
                    <a:pt x="4414904" y="951805"/>
                  </a:lnTo>
                  <a:lnTo>
                    <a:pt x="4334624" y="987387"/>
                  </a:lnTo>
                  <a:lnTo>
                    <a:pt x="4260057" y="1026389"/>
                  </a:lnTo>
                  <a:lnTo>
                    <a:pt x="4191179" y="1069132"/>
                  </a:lnTo>
                  <a:lnTo>
                    <a:pt x="4127702" y="1116031"/>
                  </a:lnTo>
                  <a:lnTo>
                    <a:pt x="4069165" y="1167583"/>
                  </a:lnTo>
                  <a:lnTo>
                    <a:pt x="4015003" y="1224348"/>
                  </a:lnTo>
                  <a:lnTo>
                    <a:pt x="3964604" y="1286919"/>
                  </a:lnTo>
                  <a:lnTo>
                    <a:pt x="3917343" y="1355872"/>
                  </a:lnTo>
                  <a:lnTo>
                    <a:pt x="3872616" y="1431681"/>
                  </a:lnTo>
                  <a:lnTo>
                    <a:pt x="3829877" y="1514593"/>
                  </a:lnTo>
                  <a:lnTo>
                    <a:pt x="3829811" y="1514729"/>
                  </a:lnTo>
                  <a:lnTo>
                    <a:pt x="3798962" y="1581148"/>
                  </a:lnTo>
                  <a:lnTo>
                    <a:pt x="3768783" y="1651565"/>
                  </a:lnTo>
                  <a:lnTo>
                    <a:pt x="3739122" y="1726060"/>
                  </a:lnTo>
                  <a:lnTo>
                    <a:pt x="3709855" y="1804673"/>
                  </a:lnTo>
                  <a:lnTo>
                    <a:pt x="3680877" y="1887394"/>
                  </a:lnTo>
                  <a:lnTo>
                    <a:pt x="3652100" y="1974168"/>
                  </a:lnTo>
                  <a:lnTo>
                    <a:pt x="3623454" y="2064881"/>
                  </a:lnTo>
                  <a:lnTo>
                    <a:pt x="3594883" y="2159368"/>
                  </a:lnTo>
                  <a:lnTo>
                    <a:pt x="3566345" y="2257404"/>
                  </a:lnTo>
                  <a:lnTo>
                    <a:pt x="3537806" y="2358707"/>
                  </a:lnTo>
                  <a:lnTo>
                    <a:pt x="3509247" y="2462941"/>
                  </a:lnTo>
                  <a:lnTo>
                    <a:pt x="3480657" y="2569717"/>
                  </a:lnTo>
                  <a:lnTo>
                    <a:pt x="3452030" y="2678600"/>
                  </a:lnTo>
                  <a:lnTo>
                    <a:pt x="3423371" y="2789115"/>
                  </a:lnTo>
                  <a:lnTo>
                    <a:pt x="3394686" y="2900753"/>
                  </a:lnTo>
                  <a:lnTo>
                    <a:pt x="3365987" y="3012987"/>
                  </a:lnTo>
                  <a:lnTo>
                    <a:pt x="3337287" y="3125273"/>
                  </a:lnTo>
                  <a:lnTo>
                    <a:pt x="3308598" y="3237071"/>
                  </a:lnTo>
                  <a:lnTo>
                    <a:pt x="3279933" y="3347847"/>
                  </a:lnTo>
                  <a:lnTo>
                    <a:pt x="3251299" y="3457088"/>
                  </a:lnTo>
                  <a:lnTo>
                    <a:pt x="3222702" y="3564314"/>
                  </a:lnTo>
                  <a:lnTo>
                    <a:pt x="3194137" y="3669079"/>
                  </a:lnTo>
                  <a:lnTo>
                    <a:pt x="3165596" y="3770985"/>
                  </a:lnTo>
                  <a:lnTo>
                    <a:pt x="3137060" y="3869686"/>
                  </a:lnTo>
                  <a:lnTo>
                    <a:pt x="3108498" y="3964888"/>
                  </a:lnTo>
                  <a:lnTo>
                    <a:pt x="3079871" y="4056357"/>
                  </a:lnTo>
                  <a:lnTo>
                    <a:pt x="3051125" y="4143914"/>
                  </a:lnTo>
                  <a:lnTo>
                    <a:pt x="3022193" y="4227437"/>
                  </a:lnTo>
                  <a:lnTo>
                    <a:pt x="2992990" y="4306858"/>
                  </a:lnTo>
                  <a:lnTo>
                    <a:pt x="2963416" y="4382160"/>
                  </a:lnTo>
                  <a:lnTo>
                    <a:pt x="2933349" y="4453372"/>
                  </a:lnTo>
                  <a:lnTo>
                    <a:pt x="2902645" y="4520567"/>
                  </a:lnTo>
                  <a:lnTo>
                    <a:pt x="2896531" y="4533289"/>
                  </a:lnTo>
                  <a:lnTo>
                    <a:pt x="2853794" y="4616212"/>
                  </a:lnTo>
                  <a:lnTo>
                    <a:pt x="2809071" y="4692032"/>
                  </a:lnTo>
                  <a:lnTo>
                    <a:pt x="2761814" y="4760996"/>
                  </a:lnTo>
                  <a:lnTo>
                    <a:pt x="2711420" y="4823577"/>
                  </a:lnTo>
                  <a:lnTo>
                    <a:pt x="2657266" y="4880350"/>
                  </a:lnTo>
                  <a:lnTo>
                    <a:pt x="2598736" y="4931909"/>
                  </a:lnTo>
                  <a:lnTo>
                    <a:pt x="2535267" y="4978815"/>
                  </a:lnTo>
                  <a:lnTo>
                    <a:pt x="2466397" y="5021564"/>
                  </a:lnTo>
                  <a:lnTo>
                    <a:pt x="2391840" y="5060572"/>
                  </a:lnTo>
                  <a:lnTo>
                    <a:pt x="2311568" y="5096160"/>
                  </a:lnTo>
                  <a:lnTo>
                    <a:pt x="2225930" y="5128554"/>
                  </a:lnTo>
                  <a:lnTo>
                    <a:pt x="2135757" y="5157885"/>
                  </a:lnTo>
                  <a:lnTo>
                    <a:pt x="2042468" y="5184197"/>
                  </a:lnTo>
                  <a:lnTo>
                    <a:pt x="1948127" y="5207467"/>
                  </a:lnTo>
                  <a:lnTo>
                    <a:pt x="1855406" y="5227634"/>
                  </a:lnTo>
                  <a:lnTo>
                    <a:pt x="1767424" y="5244639"/>
                  </a:lnTo>
                  <a:lnTo>
                    <a:pt x="1687440" y="5258473"/>
                  </a:lnTo>
                  <a:lnTo>
                    <a:pt x="1618433" y="5269220"/>
                  </a:lnTo>
                  <a:lnTo>
                    <a:pt x="1562633" y="5277085"/>
                  </a:lnTo>
                  <a:lnTo>
                    <a:pt x="1521121" y="5282404"/>
                  </a:lnTo>
                  <a:lnTo>
                    <a:pt x="1493592" y="5285622"/>
                  </a:lnTo>
                  <a:lnTo>
                    <a:pt x="1478324" y="5287255"/>
                  </a:lnTo>
                  <a:lnTo>
                    <a:pt x="1472301" y="5287846"/>
                  </a:lnTo>
                  <a:lnTo>
                    <a:pt x="1471387" y="5287929"/>
                  </a:lnTo>
                  <a:lnTo>
                    <a:pt x="1471387" y="5287929"/>
                  </a:lnTo>
                  <a:lnTo>
                    <a:pt x="0" y="528792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36" name="pg1436"/>
            <p:cNvSpPr/>
            <p:nvPr/>
          </p:nvSpPr>
          <p:spPr>
            <a:xfrm>
              <a:off x="4799595" y="4407660"/>
              <a:ext cx="11981298" cy="4397073"/>
            </a:xfrm>
            <a:custGeom>
              <a:avLst/>
              <a:pathLst>
                <a:path w="11981298" h="4397073">
                  <a:moveTo>
                    <a:pt x="0" y="4397073"/>
                  </a:moveTo>
                  <a:lnTo>
                    <a:pt x="1471387" y="4397073"/>
                  </a:lnTo>
                  <a:lnTo>
                    <a:pt x="1472306" y="4396991"/>
                  </a:lnTo>
                  <a:lnTo>
                    <a:pt x="1478373" y="4396414"/>
                  </a:lnTo>
                  <a:lnTo>
                    <a:pt x="1493761" y="4394817"/>
                  </a:lnTo>
                  <a:lnTo>
                    <a:pt x="1521507" y="4391671"/>
                  </a:lnTo>
                  <a:lnTo>
                    <a:pt x="1563337" y="4386470"/>
                  </a:lnTo>
                  <a:lnTo>
                    <a:pt x="1619539" y="4378779"/>
                  </a:lnTo>
                  <a:lnTo>
                    <a:pt x="1689002" y="4368272"/>
                  </a:lnTo>
                  <a:lnTo>
                    <a:pt x="1769455" y="4354751"/>
                  </a:lnTo>
                  <a:lnTo>
                    <a:pt x="1857880" y="4338136"/>
                  </a:lnTo>
                  <a:lnTo>
                    <a:pt x="1950986" y="4318438"/>
                  </a:lnTo>
                  <a:lnTo>
                    <a:pt x="2045632" y="4295714"/>
                  </a:lnTo>
                  <a:lnTo>
                    <a:pt x="2139140" y="4270025"/>
                  </a:lnTo>
                  <a:lnTo>
                    <a:pt x="2229449" y="4241390"/>
                  </a:lnTo>
                  <a:lnTo>
                    <a:pt x="2315150" y="4209763"/>
                  </a:lnTo>
                  <a:lnTo>
                    <a:pt x="2395425" y="4175013"/>
                  </a:lnTo>
                  <a:lnTo>
                    <a:pt x="2469944" y="4136915"/>
                  </a:lnTo>
                  <a:lnTo>
                    <a:pt x="2538748" y="4095149"/>
                  </a:lnTo>
                  <a:lnTo>
                    <a:pt x="2602137" y="4049304"/>
                  </a:lnTo>
                  <a:lnTo>
                    <a:pt x="2660586" y="3998891"/>
                  </a:lnTo>
                  <a:lnTo>
                    <a:pt x="2714667" y="3943357"/>
                  </a:lnTo>
                  <a:lnTo>
                    <a:pt x="2765002" y="3882121"/>
                  </a:lnTo>
                  <a:lnTo>
                    <a:pt x="2812221" y="3814625"/>
                  </a:lnTo>
                  <a:lnTo>
                    <a:pt x="2856930" y="3740415"/>
                  </a:lnTo>
                  <a:lnTo>
                    <a:pt x="2896531" y="3665589"/>
                  </a:lnTo>
                  <a:lnTo>
                    <a:pt x="2927815" y="3600261"/>
                  </a:lnTo>
                  <a:lnTo>
                    <a:pt x="2958414" y="3530944"/>
                  </a:lnTo>
                  <a:lnTo>
                    <a:pt x="2988482" y="3457559"/>
                  </a:lnTo>
                  <a:lnTo>
                    <a:pt x="3018150" y="3380068"/>
                  </a:lnTo>
                  <a:lnTo>
                    <a:pt x="3047527" y="3298480"/>
                  </a:lnTo>
                  <a:lnTo>
                    <a:pt x="3076702" y="3212859"/>
                  </a:lnTo>
                  <a:lnTo>
                    <a:pt x="3105747" y="3123321"/>
                  </a:lnTo>
                  <a:lnTo>
                    <a:pt x="3134721" y="3030040"/>
                  </a:lnTo>
                  <a:lnTo>
                    <a:pt x="3163666" y="2933250"/>
                  </a:lnTo>
                  <a:lnTo>
                    <a:pt x="3192614" y="2833241"/>
                  </a:lnTo>
                  <a:lnTo>
                    <a:pt x="3221585" y="2730363"/>
                  </a:lnTo>
                  <a:lnTo>
                    <a:pt x="3250590" y="2625014"/>
                  </a:lnTo>
                  <a:lnTo>
                    <a:pt x="3279632" y="2517643"/>
                  </a:lnTo>
                  <a:lnTo>
                    <a:pt x="3308706" y="2408738"/>
                  </a:lnTo>
                  <a:lnTo>
                    <a:pt x="3337805" y="2298815"/>
                  </a:lnTo>
                  <a:lnTo>
                    <a:pt x="3366916" y="2188415"/>
                  </a:lnTo>
                  <a:lnTo>
                    <a:pt x="3396024" y="2078085"/>
                  </a:lnTo>
                  <a:lnTo>
                    <a:pt x="3425118" y="1968373"/>
                  </a:lnTo>
                  <a:lnTo>
                    <a:pt x="3454185" y="1859814"/>
                  </a:lnTo>
                  <a:lnTo>
                    <a:pt x="3483217" y="1752919"/>
                  </a:lnTo>
                  <a:lnTo>
                    <a:pt x="3512213" y="1648164"/>
                  </a:lnTo>
                  <a:lnTo>
                    <a:pt x="3541176" y="1545988"/>
                  </a:lnTo>
                  <a:lnTo>
                    <a:pt x="3570121" y="1446776"/>
                  </a:lnTo>
                  <a:lnTo>
                    <a:pt x="3599070" y="1350863"/>
                  </a:lnTo>
                  <a:lnTo>
                    <a:pt x="3628058" y="1258525"/>
                  </a:lnTo>
                  <a:lnTo>
                    <a:pt x="3657130" y="1169980"/>
                  </a:lnTo>
                  <a:lnTo>
                    <a:pt x="3686350" y="1085388"/>
                  </a:lnTo>
                  <a:lnTo>
                    <a:pt x="3715792" y="1004851"/>
                  </a:lnTo>
                  <a:lnTo>
                    <a:pt x="3745552" y="928417"/>
                  </a:lnTo>
                  <a:lnTo>
                    <a:pt x="3775744" y="856083"/>
                  </a:lnTo>
                  <a:lnTo>
                    <a:pt x="3806502" y="787802"/>
                  </a:lnTo>
                  <a:lnTo>
                    <a:pt x="3829811" y="739656"/>
                  </a:lnTo>
                  <a:lnTo>
                    <a:pt x="3872687" y="659032"/>
                  </a:lnTo>
                  <a:lnTo>
                    <a:pt x="3917564" y="585336"/>
                  </a:lnTo>
                  <a:lnTo>
                    <a:pt x="3964995" y="518326"/>
                  </a:lnTo>
                  <a:lnTo>
                    <a:pt x="4015589" y="457538"/>
                  </a:lnTo>
                  <a:lnTo>
                    <a:pt x="4069976" y="402408"/>
                  </a:lnTo>
                  <a:lnTo>
                    <a:pt x="4128775" y="352355"/>
                  </a:lnTo>
                  <a:lnTo>
                    <a:pt x="4192556" y="306832"/>
                  </a:lnTo>
                  <a:lnTo>
                    <a:pt x="4261780" y="265353"/>
                  </a:lnTo>
                  <a:lnTo>
                    <a:pt x="4336733" y="227516"/>
                  </a:lnTo>
                  <a:lnTo>
                    <a:pt x="4417431" y="193007"/>
                  </a:lnTo>
                  <a:lnTo>
                    <a:pt x="4503512" y="161608"/>
                  </a:lnTo>
                  <a:lnTo>
                    <a:pt x="4594118" y="133194"/>
                  </a:lnTo>
                  <a:lnTo>
                    <a:pt x="4687790" y="107725"/>
                  </a:lnTo>
                  <a:lnTo>
                    <a:pt x="4782421" y="85226"/>
                  </a:lnTo>
                  <a:lnTo>
                    <a:pt x="4875289" y="65757"/>
                  </a:lnTo>
                  <a:lnTo>
                    <a:pt x="4963231" y="49374"/>
                  </a:lnTo>
                  <a:lnTo>
                    <a:pt x="5042959" y="36083"/>
                  </a:lnTo>
                  <a:lnTo>
                    <a:pt x="5111494" y="25796"/>
                  </a:lnTo>
                  <a:lnTo>
                    <a:pt x="5166642" y="18304"/>
                  </a:lnTo>
                  <a:lnTo>
                    <a:pt x="5207389" y="13273"/>
                  </a:lnTo>
                  <a:lnTo>
                    <a:pt x="5234132" y="10261"/>
                  </a:lnTo>
                  <a:lnTo>
                    <a:pt x="5248701" y="8759"/>
                  </a:lnTo>
                  <a:lnTo>
                    <a:pt x="5254225" y="8237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549" y="8212"/>
                  </a:lnTo>
                  <a:lnTo>
                    <a:pt x="6735470" y="8492"/>
                  </a:lnTo>
                  <a:lnTo>
                    <a:pt x="6755402" y="9268"/>
                  </a:lnTo>
                  <a:lnTo>
                    <a:pt x="6790949" y="10794"/>
                  </a:lnTo>
                  <a:lnTo>
                    <a:pt x="6843753" y="13306"/>
                  </a:lnTo>
                  <a:lnTo>
                    <a:pt x="6913371" y="16992"/>
                  </a:lnTo>
                  <a:lnTo>
                    <a:pt x="6997477" y="21978"/>
                  </a:lnTo>
                  <a:lnTo>
                    <a:pt x="7092400" y="28322"/>
                  </a:lnTo>
                  <a:lnTo>
                    <a:pt x="7193847" y="36030"/>
                  </a:lnTo>
                  <a:lnTo>
                    <a:pt x="7297615" y="45077"/>
                  </a:lnTo>
                  <a:lnTo>
                    <a:pt x="7400118" y="55434"/>
                  </a:lnTo>
                  <a:lnTo>
                    <a:pt x="7498651" y="67092"/>
                  </a:lnTo>
                  <a:lnTo>
                    <a:pt x="7591447" y="80078"/>
                  </a:lnTo>
                  <a:lnTo>
                    <a:pt x="7677571" y="94464"/>
                  </a:lnTo>
                  <a:lnTo>
                    <a:pt x="7756750" y="110375"/>
                  </a:lnTo>
                  <a:lnTo>
                    <a:pt x="7829190" y="127982"/>
                  </a:lnTo>
                  <a:lnTo>
                    <a:pt x="7895411" y="147506"/>
                  </a:lnTo>
                  <a:lnTo>
                    <a:pt x="7956126" y="169200"/>
                  </a:lnTo>
                  <a:lnTo>
                    <a:pt x="8012141" y="193346"/>
                  </a:lnTo>
                  <a:lnTo>
                    <a:pt x="8064286" y="220216"/>
                  </a:lnTo>
                  <a:lnTo>
                    <a:pt x="8113365" y="250038"/>
                  </a:lnTo>
                  <a:lnTo>
                    <a:pt x="8151487" y="276519"/>
                  </a:lnTo>
                  <a:lnTo>
                    <a:pt x="8197209" y="312238"/>
                  </a:lnTo>
                  <a:lnTo>
                    <a:pt x="8241611" y="351146"/>
                  </a:lnTo>
                  <a:lnTo>
                    <a:pt x="8285128" y="393302"/>
                  </a:lnTo>
                  <a:lnTo>
                    <a:pt x="8328096" y="438683"/>
                  </a:lnTo>
                  <a:lnTo>
                    <a:pt x="8370764" y="487177"/>
                  </a:lnTo>
                  <a:lnTo>
                    <a:pt x="8413310" y="538572"/>
                  </a:lnTo>
                  <a:lnTo>
                    <a:pt x="8455849" y="592557"/>
                  </a:lnTo>
                  <a:lnTo>
                    <a:pt x="8498445" y="648725"/>
                  </a:lnTo>
                  <a:lnTo>
                    <a:pt x="8541118" y="706582"/>
                  </a:lnTo>
                  <a:lnTo>
                    <a:pt x="8583858" y="765562"/>
                  </a:lnTo>
                  <a:lnTo>
                    <a:pt x="8626632" y="825051"/>
                  </a:lnTo>
                  <a:lnTo>
                    <a:pt x="8669397" y="884414"/>
                  </a:lnTo>
                  <a:lnTo>
                    <a:pt x="8712114" y="943019"/>
                  </a:lnTo>
                  <a:lnTo>
                    <a:pt x="8754756" y="1000268"/>
                  </a:lnTo>
                  <a:lnTo>
                    <a:pt x="8797325" y="1055623"/>
                  </a:lnTo>
                  <a:lnTo>
                    <a:pt x="8839856" y="1108622"/>
                  </a:lnTo>
                  <a:lnTo>
                    <a:pt x="8882433" y="1158894"/>
                  </a:lnTo>
                  <a:lnTo>
                    <a:pt x="8925196" y="1206170"/>
                  </a:lnTo>
                  <a:lnTo>
                    <a:pt x="8968348" y="1250277"/>
                  </a:lnTo>
                  <a:lnTo>
                    <a:pt x="9012172" y="1291140"/>
                  </a:lnTo>
                  <a:lnTo>
                    <a:pt x="9057040" y="1328768"/>
                  </a:lnTo>
                  <a:lnTo>
                    <a:pt x="9084767" y="1349906"/>
                  </a:lnTo>
                  <a:lnTo>
                    <a:pt x="9131894" y="1382213"/>
                  </a:lnTo>
                  <a:lnTo>
                    <a:pt x="9181490" y="1411468"/>
                  </a:lnTo>
                  <a:lnTo>
                    <a:pt x="9234298" y="1437808"/>
                  </a:lnTo>
                  <a:lnTo>
                    <a:pt x="9291130" y="1461472"/>
                  </a:lnTo>
                  <a:lnTo>
                    <a:pt x="9352818" y="1482739"/>
                  </a:lnTo>
                  <a:lnTo>
                    <a:pt x="9420156" y="1501884"/>
                  </a:lnTo>
                  <a:lnTo>
                    <a:pt x="9493828" y="1519158"/>
                  </a:lnTo>
                  <a:lnTo>
                    <a:pt x="9574306" y="1534771"/>
                  </a:lnTo>
                  <a:lnTo>
                    <a:pt x="9661719" y="1548887"/>
                  </a:lnTo>
                  <a:lnTo>
                    <a:pt x="9755685" y="1561620"/>
                  </a:lnTo>
                  <a:lnTo>
                    <a:pt x="9855125" y="1573033"/>
                  </a:lnTo>
                  <a:lnTo>
                    <a:pt x="9958099" y="1583146"/>
                  </a:lnTo>
                  <a:lnTo>
                    <a:pt x="10061730" y="1591944"/>
                  </a:lnTo>
                  <a:lnTo>
                    <a:pt x="10162284" y="1599398"/>
                  </a:lnTo>
                  <a:lnTo>
                    <a:pt x="10255497" y="1605486"/>
                  </a:lnTo>
                  <a:lnTo>
                    <a:pt x="10337135" y="1610221"/>
                  </a:lnTo>
                  <a:lnTo>
                    <a:pt x="10403726" y="1613675"/>
                  </a:lnTo>
                  <a:lnTo>
                    <a:pt x="10453265" y="1615986"/>
                  </a:lnTo>
                  <a:lnTo>
                    <a:pt x="10485696" y="1617353"/>
                  </a:lnTo>
                  <a:lnTo>
                    <a:pt x="10503045" y="1618016"/>
                  </a:lnTo>
                  <a:lnTo>
                    <a:pt x="10509257" y="1618232"/>
                  </a:lnTo>
                  <a:lnTo>
                    <a:pt x="10509911" y="1618253"/>
                  </a:lnTo>
                  <a:lnTo>
                    <a:pt x="11981298" y="1618253"/>
                  </a:lnTo>
                  <a:lnTo>
                    <a:pt x="11981298" y="1610080"/>
                  </a:lnTo>
                  <a:lnTo>
                    <a:pt x="10509911" y="1610080"/>
                  </a:lnTo>
                  <a:lnTo>
                    <a:pt x="10508704" y="1610041"/>
                  </a:lnTo>
                  <a:lnTo>
                    <a:pt x="10500783" y="1609760"/>
                  </a:lnTo>
                  <a:lnTo>
                    <a:pt x="10480851" y="1608985"/>
                  </a:lnTo>
                  <a:lnTo>
                    <a:pt x="10445305" y="1607458"/>
                  </a:lnTo>
                  <a:lnTo>
                    <a:pt x="10392501" y="1604947"/>
                  </a:lnTo>
                  <a:lnTo>
                    <a:pt x="10322882" y="1601261"/>
                  </a:lnTo>
                  <a:lnTo>
                    <a:pt x="10238776" y="1596275"/>
                  </a:lnTo>
                  <a:lnTo>
                    <a:pt x="10143854" y="1589931"/>
                  </a:lnTo>
                  <a:lnTo>
                    <a:pt x="10042407" y="1582223"/>
                  </a:lnTo>
                  <a:lnTo>
                    <a:pt x="9938638" y="1573176"/>
                  </a:lnTo>
                  <a:lnTo>
                    <a:pt x="9836135" y="1562818"/>
                  </a:lnTo>
                  <a:lnTo>
                    <a:pt x="9737602" y="1551160"/>
                  </a:lnTo>
                  <a:lnTo>
                    <a:pt x="9644807" y="1538175"/>
                  </a:lnTo>
                  <a:lnTo>
                    <a:pt x="9558682" y="1523788"/>
                  </a:lnTo>
                  <a:lnTo>
                    <a:pt x="9479503" y="1507878"/>
                  </a:lnTo>
                  <a:lnTo>
                    <a:pt x="9407064" y="1490270"/>
                  </a:lnTo>
                  <a:lnTo>
                    <a:pt x="9340842" y="1470747"/>
                  </a:lnTo>
                  <a:lnTo>
                    <a:pt x="9280127" y="1449052"/>
                  </a:lnTo>
                  <a:lnTo>
                    <a:pt x="9224113" y="1424907"/>
                  </a:lnTo>
                  <a:lnTo>
                    <a:pt x="9171967" y="1398037"/>
                  </a:lnTo>
                  <a:lnTo>
                    <a:pt x="9122888" y="1368215"/>
                  </a:lnTo>
                  <a:lnTo>
                    <a:pt x="9084767" y="1341733"/>
                  </a:lnTo>
                  <a:lnTo>
                    <a:pt x="9039044" y="1306015"/>
                  </a:lnTo>
                  <a:lnTo>
                    <a:pt x="8994643" y="1267107"/>
                  </a:lnTo>
                  <a:lnTo>
                    <a:pt x="8951125" y="1224951"/>
                  </a:lnTo>
                  <a:lnTo>
                    <a:pt x="8908157" y="1179569"/>
                  </a:lnTo>
                  <a:lnTo>
                    <a:pt x="8865489" y="1131076"/>
                  </a:lnTo>
                  <a:lnTo>
                    <a:pt x="8822943" y="1079681"/>
                  </a:lnTo>
                  <a:lnTo>
                    <a:pt x="8780404" y="1025696"/>
                  </a:lnTo>
                  <a:lnTo>
                    <a:pt x="8737808" y="969527"/>
                  </a:lnTo>
                  <a:lnTo>
                    <a:pt x="8695135" y="911671"/>
                  </a:lnTo>
                  <a:lnTo>
                    <a:pt x="8652395" y="852691"/>
                  </a:lnTo>
                  <a:lnTo>
                    <a:pt x="8609621" y="793201"/>
                  </a:lnTo>
                  <a:lnTo>
                    <a:pt x="8566856" y="733839"/>
                  </a:lnTo>
                  <a:lnTo>
                    <a:pt x="8524139" y="675234"/>
                  </a:lnTo>
                  <a:lnTo>
                    <a:pt x="8481497" y="617985"/>
                  </a:lnTo>
                  <a:lnTo>
                    <a:pt x="8438929" y="562630"/>
                  </a:lnTo>
                  <a:lnTo>
                    <a:pt x="8396397" y="509631"/>
                  </a:lnTo>
                  <a:lnTo>
                    <a:pt x="8353820" y="459358"/>
                  </a:lnTo>
                  <a:lnTo>
                    <a:pt x="8311057" y="412083"/>
                  </a:lnTo>
                  <a:lnTo>
                    <a:pt x="8267905" y="367975"/>
                  </a:lnTo>
                  <a:lnTo>
                    <a:pt x="8224081" y="327113"/>
                  </a:lnTo>
                  <a:lnTo>
                    <a:pt x="8179214" y="289484"/>
                  </a:lnTo>
                  <a:lnTo>
                    <a:pt x="8151487" y="268346"/>
                  </a:lnTo>
                  <a:lnTo>
                    <a:pt x="8104360" y="236040"/>
                  </a:lnTo>
                  <a:lnTo>
                    <a:pt x="8054764" y="206785"/>
                  </a:lnTo>
                  <a:lnTo>
                    <a:pt x="8001955" y="180445"/>
                  </a:lnTo>
                  <a:lnTo>
                    <a:pt x="7945123" y="156781"/>
                  </a:lnTo>
                  <a:lnTo>
                    <a:pt x="7883435" y="135514"/>
                  </a:lnTo>
                  <a:lnTo>
                    <a:pt x="7816097" y="116369"/>
                  </a:lnTo>
                  <a:lnTo>
                    <a:pt x="7742426" y="99095"/>
                  </a:lnTo>
                  <a:lnTo>
                    <a:pt x="7661948" y="83482"/>
                  </a:lnTo>
                  <a:lnTo>
                    <a:pt x="7574534" y="69366"/>
                  </a:lnTo>
                  <a:lnTo>
                    <a:pt x="7480568" y="56633"/>
                  </a:lnTo>
                  <a:lnTo>
                    <a:pt x="7381129" y="45220"/>
                  </a:lnTo>
                  <a:lnTo>
                    <a:pt x="7278154" y="35107"/>
                  </a:lnTo>
                  <a:lnTo>
                    <a:pt x="7174524" y="26308"/>
                  </a:lnTo>
                  <a:lnTo>
                    <a:pt x="7073969" y="18855"/>
                  </a:lnTo>
                  <a:lnTo>
                    <a:pt x="6980756" y="12767"/>
                  </a:lnTo>
                  <a:lnTo>
                    <a:pt x="6899118" y="8032"/>
                  </a:lnTo>
                  <a:lnTo>
                    <a:pt x="6832528" y="4577"/>
                  </a:lnTo>
                  <a:lnTo>
                    <a:pt x="6782989" y="2267"/>
                  </a:lnTo>
                  <a:lnTo>
                    <a:pt x="6750558" y="900"/>
                  </a:lnTo>
                  <a:lnTo>
                    <a:pt x="6733208" y="237"/>
                  </a:lnTo>
                  <a:lnTo>
                    <a:pt x="6726996" y="21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036" y="81"/>
                  </a:lnTo>
                  <a:lnTo>
                    <a:pt x="5247969" y="658"/>
                  </a:lnTo>
                  <a:lnTo>
                    <a:pt x="5232581" y="2255"/>
                  </a:lnTo>
                  <a:lnTo>
                    <a:pt x="5204835" y="5401"/>
                  </a:lnTo>
                  <a:lnTo>
                    <a:pt x="5163005" y="10602"/>
                  </a:lnTo>
                  <a:lnTo>
                    <a:pt x="5106803" y="18293"/>
                  </a:lnTo>
                  <a:lnTo>
                    <a:pt x="5037340" y="28800"/>
                  </a:lnTo>
                  <a:lnTo>
                    <a:pt x="4956887" y="42321"/>
                  </a:lnTo>
                  <a:lnTo>
                    <a:pt x="4868462" y="58936"/>
                  </a:lnTo>
                  <a:lnTo>
                    <a:pt x="4775356" y="78634"/>
                  </a:lnTo>
                  <a:lnTo>
                    <a:pt x="4680710" y="101358"/>
                  </a:lnTo>
                  <a:lnTo>
                    <a:pt x="4587202" y="127047"/>
                  </a:lnTo>
                  <a:lnTo>
                    <a:pt x="4496893" y="155682"/>
                  </a:lnTo>
                  <a:lnTo>
                    <a:pt x="4411192" y="187309"/>
                  </a:lnTo>
                  <a:lnTo>
                    <a:pt x="4330917" y="222059"/>
                  </a:lnTo>
                  <a:lnTo>
                    <a:pt x="4256398" y="260157"/>
                  </a:lnTo>
                  <a:lnTo>
                    <a:pt x="4187594" y="301923"/>
                  </a:lnTo>
                  <a:lnTo>
                    <a:pt x="4124205" y="347768"/>
                  </a:lnTo>
                  <a:lnTo>
                    <a:pt x="4065756" y="398182"/>
                  </a:lnTo>
                  <a:lnTo>
                    <a:pt x="4011675" y="453715"/>
                  </a:lnTo>
                  <a:lnTo>
                    <a:pt x="3961340" y="514951"/>
                  </a:lnTo>
                  <a:lnTo>
                    <a:pt x="3914121" y="582447"/>
                  </a:lnTo>
                  <a:lnTo>
                    <a:pt x="3869412" y="656657"/>
                  </a:lnTo>
                  <a:lnTo>
                    <a:pt x="3829811" y="731483"/>
                  </a:lnTo>
                  <a:lnTo>
                    <a:pt x="3798527" y="796811"/>
                  </a:lnTo>
                  <a:lnTo>
                    <a:pt x="3767929" y="866128"/>
                  </a:lnTo>
                  <a:lnTo>
                    <a:pt x="3737860" y="939513"/>
                  </a:lnTo>
                  <a:lnTo>
                    <a:pt x="3708192" y="1017005"/>
                  </a:lnTo>
                  <a:lnTo>
                    <a:pt x="3678815" y="1098592"/>
                  </a:lnTo>
                  <a:lnTo>
                    <a:pt x="3649640" y="1184213"/>
                  </a:lnTo>
                  <a:lnTo>
                    <a:pt x="3620595" y="1273751"/>
                  </a:lnTo>
                  <a:lnTo>
                    <a:pt x="3591621" y="1367032"/>
                  </a:lnTo>
                  <a:lnTo>
                    <a:pt x="3562676" y="1463822"/>
                  </a:lnTo>
                  <a:lnTo>
                    <a:pt x="3533728" y="1563831"/>
                  </a:lnTo>
                  <a:lnTo>
                    <a:pt x="3504757" y="1666709"/>
                  </a:lnTo>
                  <a:lnTo>
                    <a:pt x="3475752" y="1772058"/>
                  </a:lnTo>
                  <a:lnTo>
                    <a:pt x="3446710" y="1879429"/>
                  </a:lnTo>
                  <a:lnTo>
                    <a:pt x="3417636" y="1988334"/>
                  </a:lnTo>
                  <a:lnTo>
                    <a:pt x="3388537" y="2098257"/>
                  </a:lnTo>
                  <a:lnTo>
                    <a:pt x="3359427" y="2208657"/>
                  </a:lnTo>
                  <a:lnTo>
                    <a:pt x="3330318" y="2318987"/>
                  </a:lnTo>
                  <a:lnTo>
                    <a:pt x="3301224" y="2428699"/>
                  </a:lnTo>
                  <a:lnTo>
                    <a:pt x="3272158" y="2537258"/>
                  </a:lnTo>
                  <a:lnTo>
                    <a:pt x="3243125" y="2644154"/>
                  </a:lnTo>
                  <a:lnTo>
                    <a:pt x="3214129" y="2748908"/>
                  </a:lnTo>
                  <a:lnTo>
                    <a:pt x="3185166" y="2851084"/>
                  </a:lnTo>
                  <a:lnTo>
                    <a:pt x="3156221" y="2950296"/>
                  </a:lnTo>
                  <a:lnTo>
                    <a:pt x="3127272" y="3046209"/>
                  </a:lnTo>
                  <a:lnTo>
                    <a:pt x="3098284" y="3138547"/>
                  </a:lnTo>
                  <a:lnTo>
                    <a:pt x="3069212" y="3227092"/>
                  </a:lnTo>
                  <a:lnTo>
                    <a:pt x="3039992" y="3311684"/>
                  </a:lnTo>
                  <a:lnTo>
                    <a:pt x="3010550" y="3392221"/>
                  </a:lnTo>
                  <a:lnTo>
                    <a:pt x="2980790" y="3468655"/>
                  </a:lnTo>
                  <a:lnTo>
                    <a:pt x="2950599" y="3540989"/>
                  </a:lnTo>
                  <a:lnTo>
                    <a:pt x="2919840" y="3609270"/>
                  </a:lnTo>
                  <a:lnTo>
                    <a:pt x="2896531" y="3657416"/>
                  </a:lnTo>
                  <a:lnTo>
                    <a:pt x="2853655" y="3738040"/>
                  </a:lnTo>
                  <a:lnTo>
                    <a:pt x="2808778" y="3811736"/>
                  </a:lnTo>
                  <a:lnTo>
                    <a:pt x="2761347" y="3878746"/>
                  </a:lnTo>
                  <a:lnTo>
                    <a:pt x="2710753" y="3939534"/>
                  </a:lnTo>
                  <a:lnTo>
                    <a:pt x="2656366" y="3994664"/>
                  </a:lnTo>
                  <a:lnTo>
                    <a:pt x="2597567" y="4044717"/>
                  </a:lnTo>
                  <a:lnTo>
                    <a:pt x="2533786" y="4090241"/>
                  </a:lnTo>
                  <a:lnTo>
                    <a:pt x="2464562" y="4131719"/>
                  </a:lnTo>
                  <a:lnTo>
                    <a:pt x="2389609" y="4169556"/>
                  </a:lnTo>
                  <a:lnTo>
                    <a:pt x="2308911" y="4204065"/>
                  </a:lnTo>
                  <a:lnTo>
                    <a:pt x="2222830" y="4235464"/>
                  </a:lnTo>
                  <a:lnTo>
                    <a:pt x="2132224" y="4263878"/>
                  </a:lnTo>
                  <a:lnTo>
                    <a:pt x="2038552" y="4289347"/>
                  </a:lnTo>
                  <a:lnTo>
                    <a:pt x="1943921" y="4311846"/>
                  </a:lnTo>
                  <a:lnTo>
                    <a:pt x="1851053" y="4331315"/>
                  </a:lnTo>
                  <a:lnTo>
                    <a:pt x="1763111" y="4347698"/>
                  </a:lnTo>
                  <a:lnTo>
                    <a:pt x="1683384" y="4360989"/>
                  </a:lnTo>
                  <a:lnTo>
                    <a:pt x="1614848" y="4371276"/>
                  </a:lnTo>
                  <a:lnTo>
                    <a:pt x="1559700" y="4378768"/>
                  </a:lnTo>
                  <a:lnTo>
                    <a:pt x="1518953" y="4383799"/>
                  </a:lnTo>
                  <a:lnTo>
                    <a:pt x="1492210" y="4386811"/>
                  </a:lnTo>
                  <a:lnTo>
                    <a:pt x="1477641" y="4388313"/>
                  </a:lnTo>
                  <a:lnTo>
                    <a:pt x="1472117" y="4388835"/>
                  </a:lnTo>
                  <a:lnTo>
                    <a:pt x="1471387" y="4388900"/>
                  </a:lnTo>
                  <a:lnTo>
                    <a:pt x="0" y="4388900"/>
                  </a:lnTo>
                  <a:close/>
                </a:path>
              </a:pathLst>
            </a:custGeom>
            <a:solidFill>
              <a:srgbClr val="E78AC3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437" name="pl1437"/>
            <p:cNvSpPr/>
            <p:nvPr/>
          </p:nvSpPr>
          <p:spPr>
            <a:xfrm>
              <a:off x="4799595" y="4415833"/>
              <a:ext cx="11981298" cy="4388900"/>
            </a:xfrm>
            <a:custGeom>
              <a:avLst/>
              <a:pathLst>
                <a:path w="11981298" h="4388900">
                  <a:moveTo>
                    <a:pt x="0" y="4388900"/>
                  </a:moveTo>
                  <a:lnTo>
                    <a:pt x="1471387" y="4388900"/>
                  </a:lnTo>
                  <a:lnTo>
                    <a:pt x="1472306" y="4388818"/>
                  </a:lnTo>
                  <a:lnTo>
                    <a:pt x="1478373" y="4388241"/>
                  </a:lnTo>
                  <a:lnTo>
                    <a:pt x="1493761" y="4386644"/>
                  </a:lnTo>
                  <a:lnTo>
                    <a:pt x="1521507" y="4383498"/>
                  </a:lnTo>
                  <a:lnTo>
                    <a:pt x="1563337" y="4378297"/>
                  </a:lnTo>
                  <a:lnTo>
                    <a:pt x="1619539" y="4370606"/>
                  </a:lnTo>
                  <a:lnTo>
                    <a:pt x="1689002" y="4360099"/>
                  </a:lnTo>
                  <a:lnTo>
                    <a:pt x="1769455" y="4346578"/>
                  </a:lnTo>
                  <a:lnTo>
                    <a:pt x="1857880" y="4329963"/>
                  </a:lnTo>
                  <a:lnTo>
                    <a:pt x="1950986" y="4310265"/>
                  </a:lnTo>
                  <a:lnTo>
                    <a:pt x="2045632" y="4287541"/>
                  </a:lnTo>
                  <a:lnTo>
                    <a:pt x="2139140" y="4261852"/>
                  </a:lnTo>
                  <a:lnTo>
                    <a:pt x="2229449" y="4233217"/>
                  </a:lnTo>
                  <a:lnTo>
                    <a:pt x="2315150" y="4201590"/>
                  </a:lnTo>
                  <a:lnTo>
                    <a:pt x="2395425" y="4166840"/>
                  </a:lnTo>
                  <a:lnTo>
                    <a:pt x="2469944" y="4128742"/>
                  </a:lnTo>
                  <a:lnTo>
                    <a:pt x="2538748" y="4086976"/>
                  </a:lnTo>
                  <a:lnTo>
                    <a:pt x="2602137" y="4041131"/>
                  </a:lnTo>
                  <a:lnTo>
                    <a:pt x="2660586" y="3990718"/>
                  </a:lnTo>
                  <a:lnTo>
                    <a:pt x="2714667" y="3935184"/>
                  </a:lnTo>
                  <a:lnTo>
                    <a:pt x="2765002" y="3873948"/>
                  </a:lnTo>
                  <a:lnTo>
                    <a:pt x="2812221" y="3806452"/>
                  </a:lnTo>
                  <a:lnTo>
                    <a:pt x="2856930" y="3732242"/>
                  </a:lnTo>
                  <a:lnTo>
                    <a:pt x="2896531" y="3657416"/>
                  </a:lnTo>
                  <a:lnTo>
                    <a:pt x="2927815" y="3592088"/>
                  </a:lnTo>
                  <a:lnTo>
                    <a:pt x="2958414" y="3522771"/>
                  </a:lnTo>
                  <a:lnTo>
                    <a:pt x="2988482" y="3449386"/>
                  </a:lnTo>
                  <a:lnTo>
                    <a:pt x="3018150" y="3371895"/>
                  </a:lnTo>
                  <a:lnTo>
                    <a:pt x="3047527" y="3290307"/>
                  </a:lnTo>
                  <a:lnTo>
                    <a:pt x="3076702" y="3204686"/>
                  </a:lnTo>
                  <a:lnTo>
                    <a:pt x="3105747" y="3115148"/>
                  </a:lnTo>
                  <a:lnTo>
                    <a:pt x="3134721" y="3021867"/>
                  </a:lnTo>
                  <a:lnTo>
                    <a:pt x="3163666" y="2925077"/>
                  </a:lnTo>
                  <a:lnTo>
                    <a:pt x="3192614" y="2825068"/>
                  </a:lnTo>
                  <a:lnTo>
                    <a:pt x="3221585" y="2722190"/>
                  </a:lnTo>
                  <a:lnTo>
                    <a:pt x="3250590" y="2616841"/>
                  </a:lnTo>
                  <a:lnTo>
                    <a:pt x="3279632" y="2509470"/>
                  </a:lnTo>
                  <a:lnTo>
                    <a:pt x="3308706" y="2400565"/>
                  </a:lnTo>
                  <a:lnTo>
                    <a:pt x="3337805" y="2290642"/>
                  </a:lnTo>
                  <a:lnTo>
                    <a:pt x="3366916" y="2180242"/>
                  </a:lnTo>
                  <a:lnTo>
                    <a:pt x="3396024" y="2069912"/>
                  </a:lnTo>
                  <a:lnTo>
                    <a:pt x="3425118" y="1960200"/>
                  </a:lnTo>
                  <a:lnTo>
                    <a:pt x="3454185" y="1851641"/>
                  </a:lnTo>
                  <a:lnTo>
                    <a:pt x="3483217" y="1744746"/>
                  </a:lnTo>
                  <a:lnTo>
                    <a:pt x="3512213" y="1639991"/>
                  </a:lnTo>
                  <a:lnTo>
                    <a:pt x="3541176" y="1537815"/>
                  </a:lnTo>
                  <a:lnTo>
                    <a:pt x="3570121" y="1438603"/>
                  </a:lnTo>
                  <a:lnTo>
                    <a:pt x="3599070" y="1342690"/>
                  </a:lnTo>
                  <a:lnTo>
                    <a:pt x="3628058" y="1250352"/>
                  </a:lnTo>
                  <a:lnTo>
                    <a:pt x="3657130" y="1161807"/>
                  </a:lnTo>
                  <a:lnTo>
                    <a:pt x="3686350" y="1077215"/>
                  </a:lnTo>
                  <a:lnTo>
                    <a:pt x="3715792" y="996678"/>
                  </a:lnTo>
                  <a:lnTo>
                    <a:pt x="3745552" y="920244"/>
                  </a:lnTo>
                  <a:lnTo>
                    <a:pt x="3775744" y="847910"/>
                  </a:lnTo>
                  <a:lnTo>
                    <a:pt x="3806502" y="779629"/>
                  </a:lnTo>
                  <a:lnTo>
                    <a:pt x="3829811" y="731483"/>
                  </a:lnTo>
                  <a:lnTo>
                    <a:pt x="3872687" y="650859"/>
                  </a:lnTo>
                  <a:lnTo>
                    <a:pt x="3917564" y="577163"/>
                  </a:lnTo>
                  <a:lnTo>
                    <a:pt x="3964995" y="510153"/>
                  </a:lnTo>
                  <a:lnTo>
                    <a:pt x="4015589" y="449365"/>
                  </a:lnTo>
                  <a:lnTo>
                    <a:pt x="4069976" y="394235"/>
                  </a:lnTo>
                  <a:lnTo>
                    <a:pt x="4128775" y="344182"/>
                  </a:lnTo>
                  <a:lnTo>
                    <a:pt x="4192556" y="298659"/>
                  </a:lnTo>
                  <a:lnTo>
                    <a:pt x="4261780" y="257180"/>
                  </a:lnTo>
                  <a:lnTo>
                    <a:pt x="4336733" y="219343"/>
                  </a:lnTo>
                  <a:lnTo>
                    <a:pt x="4417431" y="184834"/>
                  </a:lnTo>
                  <a:lnTo>
                    <a:pt x="4503512" y="153435"/>
                  </a:lnTo>
                  <a:lnTo>
                    <a:pt x="4594118" y="125021"/>
                  </a:lnTo>
                  <a:lnTo>
                    <a:pt x="4687790" y="99552"/>
                  </a:lnTo>
                  <a:lnTo>
                    <a:pt x="4782421" y="77053"/>
                  </a:lnTo>
                  <a:lnTo>
                    <a:pt x="4875289" y="57584"/>
                  </a:lnTo>
                  <a:lnTo>
                    <a:pt x="4963231" y="41201"/>
                  </a:lnTo>
                  <a:lnTo>
                    <a:pt x="5042959" y="27910"/>
                  </a:lnTo>
                  <a:lnTo>
                    <a:pt x="5111494" y="17623"/>
                  </a:lnTo>
                  <a:lnTo>
                    <a:pt x="5166642" y="10131"/>
                  </a:lnTo>
                  <a:lnTo>
                    <a:pt x="5207389" y="5100"/>
                  </a:lnTo>
                  <a:lnTo>
                    <a:pt x="5234132" y="2088"/>
                  </a:lnTo>
                  <a:lnTo>
                    <a:pt x="5248701" y="586"/>
                  </a:lnTo>
                  <a:lnTo>
                    <a:pt x="5254225" y="64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549" y="39"/>
                  </a:lnTo>
                  <a:lnTo>
                    <a:pt x="6735470" y="319"/>
                  </a:lnTo>
                  <a:lnTo>
                    <a:pt x="6755402" y="1095"/>
                  </a:lnTo>
                  <a:lnTo>
                    <a:pt x="6790949" y="2621"/>
                  </a:lnTo>
                  <a:lnTo>
                    <a:pt x="6843753" y="5133"/>
                  </a:lnTo>
                  <a:lnTo>
                    <a:pt x="6913371" y="8819"/>
                  </a:lnTo>
                  <a:lnTo>
                    <a:pt x="6997477" y="13805"/>
                  </a:lnTo>
                  <a:lnTo>
                    <a:pt x="7092400" y="20149"/>
                  </a:lnTo>
                  <a:lnTo>
                    <a:pt x="7193847" y="27857"/>
                  </a:lnTo>
                  <a:lnTo>
                    <a:pt x="7297615" y="36904"/>
                  </a:lnTo>
                  <a:lnTo>
                    <a:pt x="7400118" y="47261"/>
                  </a:lnTo>
                  <a:lnTo>
                    <a:pt x="7498651" y="58919"/>
                  </a:lnTo>
                  <a:lnTo>
                    <a:pt x="7591447" y="71905"/>
                  </a:lnTo>
                  <a:lnTo>
                    <a:pt x="7677571" y="86291"/>
                  </a:lnTo>
                  <a:lnTo>
                    <a:pt x="7756750" y="102202"/>
                  </a:lnTo>
                  <a:lnTo>
                    <a:pt x="7829190" y="119809"/>
                  </a:lnTo>
                  <a:lnTo>
                    <a:pt x="7895411" y="139333"/>
                  </a:lnTo>
                  <a:lnTo>
                    <a:pt x="7956126" y="161027"/>
                  </a:lnTo>
                  <a:lnTo>
                    <a:pt x="8012141" y="185173"/>
                  </a:lnTo>
                  <a:lnTo>
                    <a:pt x="8064286" y="212043"/>
                  </a:lnTo>
                  <a:lnTo>
                    <a:pt x="8113365" y="241865"/>
                  </a:lnTo>
                  <a:lnTo>
                    <a:pt x="8151487" y="268346"/>
                  </a:lnTo>
                  <a:lnTo>
                    <a:pt x="8197209" y="304065"/>
                  </a:lnTo>
                  <a:lnTo>
                    <a:pt x="8241611" y="342973"/>
                  </a:lnTo>
                  <a:lnTo>
                    <a:pt x="8285128" y="385129"/>
                  </a:lnTo>
                  <a:lnTo>
                    <a:pt x="8328096" y="430510"/>
                  </a:lnTo>
                  <a:lnTo>
                    <a:pt x="8370764" y="479004"/>
                  </a:lnTo>
                  <a:lnTo>
                    <a:pt x="8413310" y="530399"/>
                  </a:lnTo>
                  <a:lnTo>
                    <a:pt x="8455849" y="584384"/>
                  </a:lnTo>
                  <a:lnTo>
                    <a:pt x="8498445" y="640552"/>
                  </a:lnTo>
                  <a:lnTo>
                    <a:pt x="8541118" y="698409"/>
                  </a:lnTo>
                  <a:lnTo>
                    <a:pt x="8583858" y="757389"/>
                  </a:lnTo>
                  <a:lnTo>
                    <a:pt x="8626632" y="816878"/>
                  </a:lnTo>
                  <a:lnTo>
                    <a:pt x="8669397" y="876241"/>
                  </a:lnTo>
                  <a:lnTo>
                    <a:pt x="8712114" y="934846"/>
                  </a:lnTo>
                  <a:lnTo>
                    <a:pt x="8754756" y="992095"/>
                  </a:lnTo>
                  <a:lnTo>
                    <a:pt x="8797325" y="1047450"/>
                  </a:lnTo>
                  <a:lnTo>
                    <a:pt x="8839856" y="1100449"/>
                  </a:lnTo>
                  <a:lnTo>
                    <a:pt x="8882433" y="1150721"/>
                  </a:lnTo>
                  <a:lnTo>
                    <a:pt x="8925196" y="1197997"/>
                  </a:lnTo>
                  <a:lnTo>
                    <a:pt x="8968348" y="1242104"/>
                  </a:lnTo>
                  <a:lnTo>
                    <a:pt x="9012172" y="1282967"/>
                  </a:lnTo>
                  <a:lnTo>
                    <a:pt x="9057040" y="1320595"/>
                  </a:lnTo>
                  <a:lnTo>
                    <a:pt x="9084767" y="1341733"/>
                  </a:lnTo>
                  <a:lnTo>
                    <a:pt x="9131894" y="1374040"/>
                  </a:lnTo>
                  <a:lnTo>
                    <a:pt x="9181490" y="1403295"/>
                  </a:lnTo>
                  <a:lnTo>
                    <a:pt x="9234298" y="1429635"/>
                  </a:lnTo>
                  <a:lnTo>
                    <a:pt x="9291130" y="1453299"/>
                  </a:lnTo>
                  <a:lnTo>
                    <a:pt x="9352818" y="1474566"/>
                  </a:lnTo>
                  <a:lnTo>
                    <a:pt x="9420156" y="1493711"/>
                  </a:lnTo>
                  <a:lnTo>
                    <a:pt x="9493828" y="1510985"/>
                  </a:lnTo>
                  <a:lnTo>
                    <a:pt x="9574306" y="1526598"/>
                  </a:lnTo>
                  <a:lnTo>
                    <a:pt x="9661719" y="1540714"/>
                  </a:lnTo>
                  <a:lnTo>
                    <a:pt x="9755685" y="1553447"/>
                  </a:lnTo>
                  <a:lnTo>
                    <a:pt x="9855125" y="1564860"/>
                  </a:lnTo>
                  <a:lnTo>
                    <a:pt x="9958099" y="1574973"/>
                  </a:lnTo>
                  <a:lnTo>
                    <a:pt x="10061730" y="1583771"/>
                  </a:lnTo>
                  <a:lnTo>
                    <a:pt x="10162284" y="1591225"/>
                  </a:lnTo>
                  <a:lnTo>
                    <a:pt x="10255497" y="1597313"/>
                  </a:lnTo>
                  <a:lnTo>
                    <a:pt x="10337135" y="1602048"/>
                  </a:lnTo>
                  <a:lnTo>
                    <a:pt x="10403726" y="1605502"/>
                  </a:lnTo>
                  <a:lnTo>
                    <a:pt x="10453265" y="1607813"/>
                  </a:lnTo>
                  <a:lnTo>
                    <a:pt x="10485696" y="1609180"/>
                  </a:lnTo>
                  <a:lnTo>
                    <a:pt x="10503045" y="1609843"/>
                  </a:lnTo>
                  <a:lnTo>
                    <a:pt x="10509257" y="1610059"/>
                  </a:lnTo>
                  <a:lnTo>
                    <a:pt x="10509911" y="1610080"/>
                  </a:lnTo>
                  <a:lnTo>
                    <a:pt x="11981298" y="161008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38" name="pl1438"/>
            <p:cNvSpPr/>
            <p:nvPr/>
          </p:nvSpPr>
          <p:spPr>
            <a:xfrm>
              <a:off x="4799595" y="4407660"/>
              <a:ext cx="11981298" cy="4388900"/>
            </a:xfrm>
            <a:custGeom>
              <a:avLst/>
              <a:pathLst>
                <a:path w="11981298" h="4388900">
                  <a:moveTo>
                    <a:pt x="11981298" y="1610080"/>
                  </a:moveTo>
                  <a:lnTo>
                    <a:pt x="10509911" y="1610080"/>
                  </a:lnTo>
                  <a:lnTo>
                    <a:pt x="10508704" y="1610041"/>
                  </a:lnTo>
                  <a:lnTo>
                    <a:pt x="10500783" y="1609760"/>
                  </a:lnTo>
                  <a:lnTo>
                    <a:pt x="10480851" y="1608985"/>
                  </a:lnTo>
                  <a:lnTo>
                    <a:pt x="10445305" y="1607458"/>
                  </a:lnTo>
                  <a:lnTo>
                    <a:pt x="10392501" y="1604947"/>
                  </a:lnTo>
                  <a:lnTo>
                    <a:pt x="10322882" y="1601261"/>
                  </a:lnTo>
                  <a:lnTo>
                    <a:pt x="10238776" y="1596275"/>
                  </a:lnTo>
                  <a:lnTo>
                    <a:pt x="10143854" y="1589931"/>
                  </a:lnTo>
                  <a:lnTo>
                    <a:pt x="10042407" y="1582223"/>
                  </a:lnTo>
                  <a:lnTo>
                    <a:pt x="9938638" y="1573176"/>
                  </a:lnTo>
                  <a:lnTo>
                    <a:pt x="9836135" y="1562818"/>
                  </a:lnTo>
                  <a:lnTo>
                    <a:pt x="9737602" y="1551160"/>
                  </a:lnTo>
                  <a:lnTo>
                    <a:pt x="9644807" y="1538175"/>
                  </a:lnTo>
                  <a:lnTo>
                    <a:pt x="9558682" y="1523788"/>
                  </a:lnTo>
                  <a:lnTo>
                    <a:pt x="9479503" y="1507878"/>
                  </a:lnTo>
                  <a:lnTo>
                    <a:pt x="9407064" y="1490270"/>
                  </a:lnTo>
                  <a:lnTo>
                    <a:pt x="9340842" y="1470747"/>
                  </a:lnTo>
                  <a:lnTo>
                    <a:pt x="9280127" y="1449052"/>
                  </a:lnTo>
                  <a:lnTo>
                    <a:pt x="9224113" y="1424907"/>
                  </a:lnTo>
                  <a:lnTo>
                    <a:pt x="9171967" y="1398037"/>
                  </a:lnTo>
                  <a:lnTo>
                    <a:pt x="9122888" y="1368215"/>
                  </a:lnTo>
                  <a:lnTo>
                    <a:pt x="9084767" y="1341733"/>
                  </a:lnTo>
                  <a:lnTo>
                    <a:pt x="9039044" y="1306015"/>
                  </a:lnTo>
                  <a:lnTo>
                    <a:pt x="8994643" y="1267107"/>
                  </a:lnTo>
                  <a:lnTo>
                    <a:pt x="8951125" y="1224951"/>
                  </a:lnTo>
                  <a:lnTo>
                    <a:pt x="8908157" y="1179569"/>
                  </a:lnTo>
                  <a:lnTo>
                    <a:pt x="8865489" y="1131076"/>
                  </a:lnTo>
                  <a:lnTo>
                    <a:pt x="8822943" y="1079681"/>
                  </a:lnTo>
                  <a:lnTo>
                    <a:pt x="8780404" y="1025696"/>
                  </a:lnTo>
                  <a:lnTo>
                    <a:pt x="8737808" y="969527"/>
                  </a:lnTo>
                  <a:lnTo>
                    <a:pt x="8695135" y="911671"/>
                  </a:lnTo>
                  <a:lnTo>
                    <a:pt x="8652395" y="852691"/>
                  </a:lnTo>
                  <a:lnTo>
                    <a:pt x="8609621" y="793201"/>
                  </a:lnTo>
                  <a:lnTo>
                    <a:pt x="8566856" y="733839"/>
                  </a:lnTo>
                  <a:lnTo>
                    <a:pt x="8524139" y="675234"/>
                  </a:lnTo>
                  <a:lnTo>
                    <a:pt x="8481497" y="617985"/>
                  </a:lnTo>
                  <a:lnTo>
                    <a:pt x="8438929" y="562630"/>
                  </a:lnTo>
                  <a:lnTo>
                    <a:pt x="8396397" y="509631"/>
                  </a:lnTo>
                  <a:lnTo>
                    <a:pt x="8353820" y="459358"/>
                  </a:lnTo>
                  <a:lnTo>
                    <a:pt x="8311057" y="412083"/>
                  </a:lnTo>
                  <a:lnTo>
                    <a:pt x="8267905" y="367975"/>
                  </a:lnTo>
                  <a:lnTo>
                    <a:pt x="8224081" y="327113"/>
                  </a:lnTo>
                  <a:lnTo>
                    <a:pt x="8179214" y="289484"/>
                  </a:lnTo>
                  <a:lnTo>
                    <a:pt x="8151487" y="268346"/>
                  </a:lnTo>
                  <a:lnTo>
                    <a:pt x="8104360" y="236040"/>
                  </a:lnTo>
                  <a:lnTo>
                    <a:pt x="8054764" y="206785"/>
                  </a:lnTo>
                  <a:lnTo>
                    <a:pt x="8001955" y="180445"/>
                  </a:lnTo>
                  <a:lnTo>
                    <a:pt x="7945123" y="156781"/>
                  </a:lnTo>
                  <a:lnTo>
                    <a:pt x="7883435" y="135514"/>
                  </a:lnTo>
                  <a:lnTo>
                    <a:pt x="7816097" y="116369"/>
                  </a:lnTo>
                  <a:lnTo>
                    <a:pt x="7742426" y="99095"/>
                  </a:lnTo>
                  <a:lnTo>
                    <a:pt x="7661948" y="83482"/>
                  </a:lnTo>
                  <a:lnTo>
                    <a:pt x="7574534" y="69366"/>
                  </a:lnTo>
                  <a:lnTo>
                    <a:pt x="7480568" y="56633"/>
                  </a:lnTo>
                  <a:lnTo>
                    <a:pt x="7381129" y="45220"/>
                  </a:lnTo>
                  <a:lnTo>
                    <a:pt x="7278154" y="35107"/>
                  </a:lnTo>
                  <a:lnTo>
                    <a:pt x="7174524" y="26308"/>
                  </a:lnTo>
                  <a:lnTo>
                    <a:pt x="7073969" y="18855"/>
                  </a:lnTo>
                  <a:lnTo>
                    <a:pt x="6980756" y="12767"/>
                  </a:lnTo>
                  <a:lnTo>
                    <a:pt x="6899118" y="8032"/>
                  </a:lnTo>
                  <a:lnTo>
                    <a:pt x="6832528" y="4577"/>
                  </a:lnTo>
                  <a:lnTo>
                    <a:pt x="6782989" y="2267"/>
                  </a:lnTo>
                  <a:lnTo>
                    <a:pt x="6750558" y="900"/>
                  </a:lnTo>
                  <a:lnTo>
                    <a:pt x="6733208" y="237"/>
                  </a:lnTo>
                  <a:lnTo>
                    <a:pt x="6726996" y="21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036" y="81"/>
                  </a:lnTo>
                  <a:lnTo>
                    <a:pt x="5247969" y="658"/>
                  </a:lnTo>
                  <a:lnTo>
                    <a:pt x="5232581" y="2255"/>
                  </a:lnTo>
                  <a:lnTo>
                    <a:pt x="5204835" y="5401"/>
                  </a:lnTo>
                  <a:lnTo>
                    <a:pt x="5163005" y="10602"/>
                  </a:lnTo>
                  <a:lnTo>
                    <a:pt x="5106803" y="18293"/>
                  </a:lnTo>
                  <a:lnTo>
                    <a:pt x="5037340" y="28800"/>
                  </a:lnTo>
                  <a:lnTo>
                    <a:pt x="4956887" y="42321"/>
                  </a:lnTo>
                  <a:lnTo>
                    <a:pt x="4868462" y="58936"/>
                  </a:lnTo>
                  <a:lnTo>
                    <a:pt x="4775356" y="78634"/>
                  </a:lnTo>
                  <a:lnTo>
                    <a:pt x="4680710" y="101358"/>
                  </a:lnTo>
                  <a:lnTo>
                    <a:pt x="4587202" y="127047"/>
                  </a:lnTo>
                  <a:lnTo>
                    <a:pt x="4496893" y="155682"/>
                  </a:lnTo>
                  <a:lnTo>
                    <a:pt x="4411192" y="187309"/>
                  </a:lnTo>
                  <a:lnTo>
                    <a:pt x="4330917" y="222059"/>
                  </a:lnTo>
                  <a:lnTo>
                    <a:pt x="4256398" y="260157"/>
                  </a:lnTo>
                  <a:lnTo>
                    <a:pt x="4187594" y="301923"/>
                  </a:lnTo>
                  <a:lnTo>
                    <a:pt x="4124205" y="347768"/>
                  </a:lnTo>
                  <a:lnTo>
                    <a:pt x="4065756" y="398182"/>
                  </a:lnTo>
                  <a:lnTo>
                    <a:pt x="4011675" y="453715"/>
                  </a:lnTo>
                  <a:lnTo>
                    <a:pt x="3961340" y="514951"/>
                  </a:lnTo>
                  <a:lnTo>
                    <a:pt x="3914121" y="582447"/>
                  </a:lnTo>
                  <a:lnTo>
                    <a:pt x="3869412" y="656657"/>
                  </a:lnTo>
                  <a:lnTo>
                    <a:pt x="3829811" y="731483"/>
                  </a:lnTo>
                  <a:lnTo>
                    <a:pt x="3798527" y="796811"/>
                  </a:lnTo>
                  <a:lnTo>
                    <a:pt x="3767929" y="866128"/>
                  </a:lnTo>
                  <a:lnTo>
                    <a:pt x="3737860" y="939513"/>
                  </a:lnTo>
                  <a:lnTo>
                    <a:pt x="3708192" y="1017005"/>
                  </a:lnTo>
                  <a:lnTo>
                    <a:pt x="3678815" y="1098592"/>
                  </a:lnTo>
                  <a:lnTo>
                    <a:pt x="3649640" y="1184213"/>
                  </a:lnTo>
                  <a:lnTo>
                    <a:pt x="3620595" y="1273751"/>
                  </a:lnTo>
                  <a:lnTo>
                    <a:pt x="3591621" y="1367032"/>
                  </a:lnTo>
                  <a:lnTo>
                    <a:pt x="3562676" y="1463822"/>
                  </a:lnTo>
                  <a:lnTo>
                    <a:pt x="3533728" y="1563831"/>
                  </a:lnTo>
                  <a:lnTo>
                    <a:pt x="3504757" y="1666709"/>
                  </a:lnTo>
                  <a:lnTo>
                    <a:pt x="3475752" y="1772058"/>
                  </a:lnTo>
                  <a:lnTo>
                    <a:pt x="3446710" y="1879429"/>
                  </a:lnTo>
                  <a:lnTo>
                    <a:pt x="3417636" y="1988334"/>
                  </a:lnTo>
                  <a:lnTo>
                    <a:pt x="3388537" y="2098257"/>
                  </a:lnTo>
                  <a:lnTo>
                    <a:pt x="3359427" y="2208657"/>
                  </a:lnTo>
                  <a:lnTo>
                    <a:pt x="3330318" y="2318987"/>
                  </a:lnTo>
                  <a:lnTo>
                    <a:pt x="3301224" y="2428699"/>
                  </a:lnTo>
                  <a:lnTo>
                    <a:pt x="3272158" y="2537258"/>
                  </a:lnTo>
                  <a:lnTo>
                    <a:pt x="3243125" y="2644154"/>
                  </a:lnTo>
                  <a:lnTo>
                    <a:pt x="3214129" y="2748908"/>
                  </a:lnTo>
                  <a:lnTo>
                    <a:pt x="3185166" y="2851084"/>
                  </a:lnTo>
                  <a:lnTo>
                    <a:pt x="3156221" y="2950296"/>
                  </a:lnTo>
                  <a:lnTo>
                    <a:pt x="3127272" y="3046209"/>
                  </a:lnTo>
                  <a:lnTo>
                    <a:pt x="3098284" y="3138547"/>
                  </a:lnTo>
                  <a:lnTo>
                    <a:pt x="3069212" y="3227092"/>
                  </a:lnTo>
                  <a:lnTo>
                    <a:pt x="3039992" y="3311684"/>
                  </a:lnTo>
                  <a:lnTo>
                    <a:pt x="3010550" y="3392221"/>
                  </a:lnTo>
                  <a:lnTo>
                    <a:pt x="2980790" y="3468655"/>
                  </a:lnTo>
                  <a:lnTo>
                    <a:pt x="2950599" y="3540989"/>
                  </a:lnTo>
                  <a:lnTo>
                    <a:pt x="2919840" y="3609270"/>
                  </a:lnTo>
                  <a:lnTo>
                    <a:pt x="2896531" y="3657416"/>
                  </a:lnTo>
                  <a:lnTo>
                    <a:pt x="2853655" y="3738040"/>
                  </a:lnTo>
                  <a:lnTo>
                    <a:pt x="2808778" y="3811736"/>
                  </a:lnTo>
                  <a:lnTo>
                    <a:pt x="2761347" y="3878746"/>
                  </a:lnTo>
                  <a:lnTo>
                    <a:pt x="2710753" y="3939534"/>
                  </a:lnTo>
                  <a:lnTo>
                    <a:pt x="2656366" y="3994664"/>
                  </a:lnTo>
                  <a:lnTo>
                    <a:pt x="2597567" y="4044717"/>
                  </a:lnTo>
                  <a:lnTo>
                    <a:pt x="2533786" y="4090241"/>
                  </a:lnTo>
                  <a:lnTo>
                    <a:pt x="2464562" y="4131719"/>
                  </a:lnTo>
                  <a:lnTo>
                    <a:pt x="2389609" y="4169556"/>
                  </a:lnTo>
                  <a:lnTo>
                    <a:pt x="2308911" y="4204065"/>
                  </a:lnTo>
                  <a:lnTo>
                    <a:pt x="2222830" y="4235464"/>
                  </a:lnTo>
                  <a:lnTo>
                    <a:pt x="2132224" y="4263878"/>
                  </a:lnTo>
                  <a:lnTo>
                    <a:pt x="2038552" y="4289347"/>
                  </a:lnTo>
                  <a:lnTo>
                    <a:pt x="1943921" y="4311846"/>
                  </a:lnTo>
                  <a:lnTo>
                    <a:pt x="1851053" y="4331315"/>
                  </a:lnTo>
                  <a:lnTo>
                    <a:pt x="1763111" y="4347698"/>
                  </a:lnTo>
                  <a:lnTo>
                    <a:pt x="1683384" y="4360989"/>
                  </a:lnTo>
                  <a:lnTo>
                    <a:pt x="1614848" y="4371276"/>
                  </a:lnTo>
                  <a:lnTo>
                    <a:pt x="1559700" y="4378768"/>
                  </a:lnTo>
                  <a:lnTo>
                    <a:pt x="1518953" y="4383799"/>
                  </a:lnTo>
                  <a:lnTo>
                    <a:pt x="1492210" y="4386811"/>
                  </a:lnTo>
                  <a:lnTo>
                    <a:pt x="1477641" y="4388313"/>
                  </a:lnTo>
                  <a:lnTo>
                    <a:pt x="1472117" y="4388835"/>
                  </a:lnTo>
                  <a:lnTo>
                    <a:pt x="1471387" y="4388900"/>
                  </a:lnTo>
                  <a:lnTo>
                    <a:pt x="0" y="438890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39" name="pg1439"/>
            <p:cNvSpPr/>
            <p:nvPr/>
          </p:nvSpPr>
          <p:spPr>
            <a:xfrm>
              <a:off x="4799595" y="4562947"/>
              <a:ext cx="11981298" cy="4249959"/>
            </a:xfrm>
            <a:custGeom>
              <a:avLst/>
              <a:pathLst>
                <a:path w="11981298" h="4249959">
                  <a:moveTo>
                    <a:pt x="0" y="4249959"/>
                  </a:moveTo>
                  <a:lnTo>
                    <a:pt x="1471387" y="4249959"/>
                  </a:lnTo>
                  <a:lnTo>
                    <a:pt x="1472315" y="4249879"/>
                  </a:lnTo>
                  <a:lnTo>
                    <a:pt x="1478440" y="4249315"/>
                  </a:lnTo>
                  <a:lnTo>
                    <a:pt x="1493972" y="4247757"/>
                  </a:lnTo>
                  <a:lnTo>
                    <a:pt x="1521968" y="4244686"/>
                  </a:lnTo>
                  <a:lnTo>
                    <a:pt x="1564154" y="4239608"/>
                  </a:lnTo>
                  <a:lnTo>
                    <a:pt x="1620800" y="4232103"/>
                  </a:lnTo>
                  <a:lnTo>
                    <a:pt x="1690758" y="4221854"/>
                  </a:lnTo>
                  <a:lnTo>
                    <a:pt x="1771715" y="4208668"/>
                  </a:lnTo>
                  <a:lnTo>
                    <a:pt x="1860611" y="4192472"/>
                  </a:lnTo>
                  <a:lnTo>
                    <a:pt x="1954121" y="4173277"/>
                  </a:lnTo>
                  <a:lnTo>
                    <a:pt x="2049082" y="4151141"/>
                  </a:lnTo>
                  <a:lnTo>
                    <a:pt x="2142811" y="4126121"/>
                  </a:lnTo>
                  <a:lnTo>
                    <a:pt x="2233251" y="4098235"/>
                  </a:lnTo>
                  <a:lnTo>
                    <a:pt x="2319006" y="4067435"/>
                  </a:lnTo>
                  <a:lnTo>
                    <a:pt x="2399274" y="4033588"/>
                  </a:lnTo>
                  <a:lnTo>
                    <a:pt x="2473742" y="3996469"/>
                  </a:lnTo>
                  <a:lnTo>
                    <a:pt x="2542467" y="3955763"/>
                  </a:lnTo>
                  <a:lnTo>
                    <a:pt x="2605764" y="3911064"/>
                  </a:lnTo>
                  <a:lnTo>
                    <a:pt x="2664121" y="3861889"/>
                  </a:lnTo>
                  <a:lnTo>
                    <a:pt x="2718119" y="3807698"/>
                  </a:lnTo>
                  <a:lnTo>
                    <a:pt x="2768388" y="3747922"/>
                  </a:lnTo>
                  <a:lnTo>
                    <a:pt x="2815565" y="3682019"/>
                  </a:lnTo>
                  <a:lnTo>
                    <a:pt x="2860257" y="3609559"/>
                  </a:lnTo>
                  <a:lnTo>
                    <a:pt x="2896531" y="3542994"/>
                  </a:lnTo>
                  <a:lnTo>
                    <a:pt x="2928296" y="3478844"/>
                  </a:lnTo>
                  <a:lnTo>
                    <a:pt x="2959355" y="3410717"/>
                  </a:lnTo>
                  <a:lnTo>
                    <a:pt x="2989873" y="3338533"/>
                  </a:lnTo>
                  <a:lnTo>
                    <a:pt x="3019984" y="3262256"/>
                  </a:lnTo>
                  <a:lnTo>
                    <a:pt x="3049800" y="3181899"/>
                  </a:lnTo>
                  <a:lnTo>
                    <a:pt x="3079415" y="3097527"/>
                  </a:lnTo>
                  <a:lnTo>
                    <a:pt x="3108902" y="3009266"/>
                  </a:lnTo>
                  <a:lnTo>
                    <a:pt x="3138321" y="2917296"/>
                  </a:lnTo>
                  <a:lnTo>
                    <a:pt x="3167715" y="2821862"/>
                  </a:lnTo>
                  <a:lnTo>
                    <a:pt x="3197115" y="2723265"/>
                  </a:lnTo>
                  <a:lnTo>
                    <a:pt x="3226542" y="2621866"/>
                  </a:lnTo>
                  <a:lnTo>
                    <a:pt x="3256004" y="2518079"/>
                  </a:lnTo>
                  <a:lnTo>
                    <a:pt x="3285504" y="2412363"/>
                  </a:lnTo>
                  <a:lnTo>
                    <a:pt x="3315037" y="2305221"/>
                  </a:lnTo>
                  <a:lnTo>
                    <a:pt x="3344591" y="2197180"/>
                  </a:lnTo>
                  <a:lnTo>
                    <a:pt x="3374155" y="2088789"/>
                  </a:lnTo>
                  <a:lnTo>
                    <a:pt x="3403714" y="1980606"/>
                  </a:lnTo>
                  <a:lnTo>
                    <a:pt x="3433253" y="1873181"/>
                  </a:lnTo>
                  <a:lnTo>
                    <a:pt x="3462762" y="1767050"/>
                  </a:lnTo>
                  <a:lnTo>
                    <a:pt x="3492234" y="1662721"/>
                  </a:lnTo>
                  <a:lnTo>
                    <a:pt x="3521669" y="1560667"/>
                  </a:lnTo>
                  <a:lnTo>
                    <a:pt x="3551075" y="1461314"/>
                  </a:lnTo>
                  <a:lnTo>
                    <a:pt x="3580468" y="1365035"/>
                  </a:lnTo>
                  <a:lnTo>
                    <a:pt x="3609877" y="1272150"/>
                  </a:lnTo>
                  <a:lnTo>
                    <a:pt x="3639341" y="1182916"/>
                  </a:lnTo>
                  <a:lnTo>
                    <a:pt x="3668917" y="1097531"/>
                  </a:lnTo>
                  <a:lnTo>
                    <a:pt x="3698673" y="1016134"/>
                  </a:lnTo>
                  <a:lnTo>
                    <a:pt x="3728699" y="938805"/>
                  </a:lnTo>
                  <a:lnTo>
                    <a:pt x="3759100" y="865571"/>
                  </a:lnTo>
                  <a:lnTo>
                    <a:pt x="3790006" y="796408"/>
                  </a:lnTo>
                  <a:lnTo>
                    <a:pt x="3821572" y="731246"/>
                  </a:lnTo>
                  <a:lnTo>
                    <a:pt x="3829811" y="715137"/>
                  </a:lnTo>
                  <a:lnTo>
                    <a:pt x="3872833" y="636968"/>
                  </a:lnTo>
                  <a:lnTo>
                    <a:pt x="3917870" y="565538"/>
                  </a:lnTo>
                  <a:lnTo>
                    <a:pt x="3965483" y="500612"/>
                  </a:lnTo>
                  <a:lnTo>
                    <a:pt x="4016285" y="441733"/>
                  </a:lnTo>
                  <a:lnTo>
                    <a:pt x="4070914" y="388352"/>
                  </a:lnTo>
                  <a:lnTo>
                    <a:pt x="4129996" y="339900"/>
                  </a:lnTo>
                  <a:lnTo>
                    <a:pt x="4194101" y="295846"/>
                  </a:lnTo>
                  <a:lnTo>
                    <a:pt x="4263696" y="255717"/>
                  </a:lnTo>
                  <a:lnTo>
                    <a:pt x="4339062" y="219122"/>
                  </a:lnTo>
                  <a:lnTo>
                    <a:pt x="4420206" y="185756"/>
                  </a:lnTo>
                  <a:lnTo>
                    <a:pt x="4506749" y="155411"/>
                  </a:lnTo>
                  <a:lnTo>
                    <a:pt x="4597803" y="127968"/>
                  </a:lnTo>
                  <a:lnTo>
                    <a:pt x="4691873" y="103390"/>
                  </a:lnTo>
                  <a:lnTo>
                    <a:pt x="4786800" y="81703"/>
                  </a:lnTo>
                  <a:lnTo>
                    <a:pt x="4879813" y="62967"/>
                  </a:lnTo>
                  <a:lnTo>
                    <a:pt x="4967702" y="47236"/>
                  </a:lnTo>
                  <a:lnTo>
                    <a:pt x="5047150" y="34510"/>
                  </a:lnTo>
                  <a:lnTo>
                    <a:pt x="5115183" y="24699"/>
                  </a:lnTo>
                  <a:lnTo>
                    <a:pt x="5169641" y="17592"/>
                  </a:lnTo>
                  <a:lnTo>
                    <a:pt x="5209586" y="12853"/>
                  </a:lnTo>
                  <a:lnTo>
                    <a:pt x="5235513" y="10048"/>
                  </a:lnTo>
                  <a:lnTo>
                    <a:pt x="5249366" y="8677"/>
                  </a:lnTo>
                  <a:lnTo>
                    <a:pt x="5254389" y="8220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454" y="8249"/>
                  </a:lnTo>
                  <a:lnTo>
                    <a:pt x="6734765" y="8792"/>
                  </a:lnTo>
                  <a:lnTo>
                    <a:pt x="6753208" y="10293"/>
                  </a:lnTo>
                  <a:lnTo>
                    <a:pt x="6786216" y="13250"/>
                  </a:lnTo>
                  <a:lnTo>
                    <a:pt x="6835482" y="18122"/>
                  </a:lnTo>
                  <a:lnTo>
                    <a:pt x="6900832" y="25290"/>
                  </a:lnTo>
                  <a:lnTo>
                    <a:pt x="6980358" y="35017"/>
                  </a:lnTo>
                  <a:lnTo>
                    <a:pt x="7070853" y="47438"/>
                  </a:lnTo>
                  <a:lnTo>
                    <a:pt x="7168424" y="62583"/>
                  </a:lnTo>
                  <a:lnTo>
                    <a:pt x="7269133" y="80410"/>
                  </a:lnTo>
                  <a:lnTo>
                    <a:pt x="7369494" y="100861"/>
                  </a:lnTo>
                  <a:lnTo>
                    <a:pt x="7466774" y="123903"/>
                  </a:lnTo>
                  <a:lnTo>
                    <a:pt x="7559081" y="149563"/>
                  </a:lnTo>
                  <a:lnTo>
                    <a:pt x="7645307" y="177950"/>
                  </a:lnTo>
                  <a:lnTo>
                    <a:pt x="7724999" y="209268"/>
                  </a:lnTo>
                  <a:lnTo>
                    <a:pt x="7798191" y="243813"/>
                  </a:lnTo>
                  <a:lnTo>
                    <a:pt x="7865255" y="281973"/>
                  </a:lnTo>
                  <a:lnTo>
                    <a:pt x="7926780" y="324215"/>
                  </a:lnTo>
                  <a:lnTo>
                    <a:pt x="7983475" y="371061"/>
                  </a:lnTo>
                  <a:lnTo>
                    <a:pt x="8036101" y="423058"/>
                  </a:lnTo>
                  <a:lnTo>
                    <a:pt x="8085416" y="480708"/>
                  </a:lnTo>
                  <a:lnTo>
                    <a:pt x="8132135" y="544370"/>
                  </a:lnTo>
                  <a:lnTo>
                    <a:pt x="8151487" y="573472"/>
                  </a:lnTo>
                  <a:lnTo>
                    <a:pt x="8186490" y="630247"/>
                  </a:lnTo>
                  <a:lnTo>
                    <a:pt x="8220657" y="690903"/>
                  </a:lnTo>
                  <a:lnTo>
                    <a:pt x="8254200" y="755519"/>
                  </a:lnTo>
                  <a:lnTo>
                    <a:pt x="8287293" y="824119"/>
                  </a:lnTo>
                  <a:lnTo>
                    <a:pt x="8320076" y="896669"/>
                  </a:lnTo>
                  <a:lnTo>
                    <a:pt x="8352663" y="973070"/>
                  </a:lnTo>
                  <a:lnTo>
                    <a:pt x="8385141" y="1053155"/>
                  </a:lnTo>
                  <a:lnTo>
                    <a:pt x="8417575" y="1136682"/>
                  </a:lnTo>
                  <a:lnTo>
                    <a:pt x="8450011" y="1223342"/>
                  </a:lnTo>
                  <a:lnTo>
                    <a:pt x="8482478" y="1312754"/>
                  </a:lnTo>
                  <a:lnTo>
                    <a:pt x="8514988" y="1404477"/>
                  </a:lnTo>
                  <a:lnTo>
                    <a:pt x="8547544" y="1498011"/>
                  </a:lnTo>
                  <a:lnTo>
                    <a:pt x="8580136" y="1592812"/>
                  </a:lnTo>
                  <a:lnTo>
                    <a:pt x="8612751" y="1688306"/>
                  </a:lnTo>
                  <a:lnTo>
                    <a:pt x="8645368" y="1783898"/>
                  </a:lnTo>
                  <a:lnTo>
                    <a:pt x="8677970" y="1878992"/>
                  </a:lnTo>
                  <a:lnTo>
                    <a:pt x="8710539" y="1973006"/>
                  </a:lnTo>
                  <a:lnTo>
                    <a:pt x="8743064" y="2065383"/>
                  </a:lnTo>
                  <a:lnTo>
                    <a:pt x="8775545" y="2155609"/>
                  </a:lnTo>
                  <a:lnTo>
                    <a:pt x="8807989" y="2243221"/>
                  </a:lnTo>
                  <a:lnTo>
                    <a:pt x="8840419" y="2327819"/>
                  </a:lnTo>
                  <a:lnTo>
                    <a:pt x="8872876" y="2409068"/>
                  </a:lnTo>
                  <a:lnTo>
                    <a:pt x="8905419" y="2486705"/>
                  </a:lnTo>
                  <a:lnTo>
                    <a:pt x="8938126" y="2560540"/>
                  </a:lnTo>
                  <a:lnTo>
                    <a:pt x="8971102" y="2630449"/>
                  </a:lnTo>
                  <a:lnTo>
                    <a:pt x="9004480" y="2696377"/>
                  </a:lnTo>
                  <a:lnTo>
                    <a:pt x="9038420" y="2758332"/>
                  </a:lnTo>
                  <a:lnTo>
                    <a:pt x="9073121" y="2816375"/>
                  </a:lnTo>
                  <a:lnTo>
                    <a:pt x="9084767" y="2834668"/>
                  </a:lnTo>
                  <a:lnTo>
                    <a:pt x="9130571" y="2900943"/>
                  </a:lnTo>
                  <a:lnTo>
                    <a:pt x="9178692" y="2961135"/>
                  </a:lnTo>
                  <a:lnTo>
                    <a:pt x="9229810" y="3015494"/>
                  </a:lnTo>
                  <a:lnTo>
                    <a:pt x="9284671" y="3064478"/>
                  </a:lnTo>
                  <a:lnTo>
                    <a:pt x="9344038" y="3108623"/>
                  </a:lnTo>
                  <a:lnTo>
                    <a:pt x="9408652" y="3148468"/>
                  </a:lnTo>
                  <a:lnTo>
                    <a:pt x="9479161" y="3184508"/>
                  </a:lnTo>
                  <a:lnTo>
                    <a:pt x="9556044" y="3217164"/>
                  </a:lnTo>
                  <a:lnTo>
                    <a:pt x="9639499" y="3246775"/>
                  </a:lnTo>
                  <a:lnTo>
                    <a:pt x="9729298" y="3273584"/>
                  </a:lnTo>
                  <a:lnTo>
                    <a:pt x="9824634" y="3297738"/>
                  </a:lnTo>
                  <a:lnTo>
                    <a:pt x="9923962" y="3319298"/>
                  </a:lnTo>
                  <a:lnTo>
                    <a:pt x="10024909" y="3338255"/>
                  </a:lnTo>
                  <a:lnTo>
                    <a:pt x="10124288" y="3354554"/>
                  </a:lnTo>
                  <a:lnTo>
                    <a:pt x="10218304" y="3368142"/>
                  </a:lnTo>
                  <a:lnTo>
                    <a:pt x="10302970" y="3379011"/>
                  </a:lnTo>
                  <a:lnTo>
                    <a:pt x="10374707" y="3387250"/>
                  </a:lnTo>
                  <a:lnTo>
                    <a:pt x="10430982" y="3393064"/>
                  </a:lnTo>
                  <a:lnTo>
                    <a:pt x="10470847" y="3396788"/>
                  </a:lnTo>
                  <a:lnTo>
                    <a:pt x="10495197" y="3398852"/>
                  </a:lnTo>
                  <a:lnTo>
                    <a:pt x="10506749" y="3399743"/>
                  </a:lnTo>
                  <a:lnTo>
                    <a:pt x="10509911" y="3399967"/>
                  </a:lnTo>
                  <a:lnTo>
                    <a:pt x="11981298" y="3399967"/>
                  </a:lnTo>
                  <a:lnTo>
                    <a:pt x="11981298" y="3391794"/>
                  </a:lnTo>
                  <a:lnTo>
                    <a:pt x="10509911" y="3391794"/>
                  </a:lnTo>
                  <a:lnTo>
                    <a:pt x="10508799" y="3391718"/>
                  </a:lnTo>
                  <a:lnTo>
                    <a:pt x="10501488" y="3391174"/>
                  </a:lnTo>
                  <a:lnTo>
                    <a:pt x="10483045" y="3389673"/>
                  </a:lnTo>
                  <a:lnTo>
                    <a:pt x="10450037" y="3386717"/>
                  </a:lnTo>
                  <a:lnTo>
                    <a:pt x="10400771" y="3381844"/>
                  </a:lnTo>
                  <a:lnTo>
                    <a:pt x="10335422" y="3374676"/>
                  </a:lnTo>
                  <a:lnTo>
                    <a:pt x="10255895" y="3364949"/>
                  </a:lnTo>
                  <a:lnTo>
                    <a:pt x="10165400" y="3352528"/>
                  </a:lnTo>
                  <a:lnTo>
                    <a:pt x="10067829" y="3337384"/>
                  </a:lnTo>
                  <a:lnTo>
                    <a:pt x="9967120" y="3319557"/>
                  </a:lnTo>
                  <a:lnTo>
                    <a:pt x="9866759" y="3299106"/>
                  </a:lnTo>
                  <a:lnTo>
                    <a:pt x="9769479" y="3276064"/>
                  </a:lnTo>
                  <a:lnTo>
                    <a:pt x="9677173" y="3250404"/>
                  </a:lnTo>
                  <a:lnTo>
                    <a:pt x="9590946" y="3222016"/>
                  </a:lnTo>
                  <a:lnTo>
                    <a:pt x="9511254" y="3190698"/>
                  </a:lnTo>
                  <a:lnTo>
                    <a:pt x="9438062" y="3156153"/>
                  </a:lnTo>
                  <a:lnTo>
                    <a:pt x="9370999" y="3117993"/>
                  </a:lnTo>
                  <a:lnTo>
                    <a:pt x="9309474" y="3075752"/>
                  </a:lnTo>
                  <a:lnTo>
                    <a:pt x="9252778" y="3028905"/>
                  </a:lnTo>
                  <a:lnTo>
                    <a:pt x="9200152" y="2976908"/>
                  </a:lnTo>
                  <a:lnTo>
                    <a:pt x="9150837" y="2919258"/>
                  </a:lnTo>
                  <a:lnTo>
                    <a:pt x="9104119" y="2855596"/>
                  </a:lnTo>
                  <a:lnTo>
                    <a:pt x="9084767" y="2826495"/>
                  </a:lnTo>
                  <a:lnTo>
                    <a:pt x="9049763" y="2769719"/>
                  </a:lnTo>
                  <a:lnTo>
                    <a:pt x="9015596" y="2709063"/>
                  </a:lnTo>
                  <a:lnTo>
                    <a:pt x="8982053" y="2644448"/>
                  </a:lnTo>
                  <a:lnTo>
                    <a:pt x="8948960" y="2575848"/>
                  </a:lnTo>
                  <a:lnTo>
                    <a:pt x="8916177" y="2503297"/>
                  </a:lnTo>
                  <a:lnTo>
                    <a:pt x="8883590" y="2426896"/>
                  </a:lnTo>
                  <a:lnTo>
                    <a:pt x="8851112" y="2346812"/>
                  </a:lnTo>
                  <a:lnTo>
                    <a:pt x="8818678" y="2263284"/>
                  </a:lnTo>
                  <a:lnTo>
                    <a:pt x="8786242" y="2176625"/>
                  </a:lnTo>
                  <a:lnTo>
                    <a:pt x="8753776" y="2087212"/>
                  </a:lnTo>
                  <a:lnTo>
                    <a:pt x="8721265" y="1995490"/>
                  </a:lnTo>
                  <a:lnTo>
                    <a:pt x="8688709" y="1901956"/>
                  </a:lnTo>
                  <a:lnTo>
                    <a:pt x="8656117" y="1807154"/>
                  </a:lnTo>
                  <a:lnTo>
                    <a:pt x="8623503" y="1711660"/>
                  </a:lnTo>
                  <a:lnTo>
                    <a:pt x="8590885" y="1616068"/>
                  </a:lnTo>
                  <a:lnTo>
                    <a:pt x="8558284" y="1520974"/>
                  </a:lnTo>
                  <a:lnTo>
                    <a:pt x="8525715" y="1426960"/>
                  </a:lnTo>
                  <a:lnTo>
                    <a:pt x="8493189" y="1334583"/>
                  </a:lnTo>
                  <a:lnTo>
                    <a:pt x="8460709" y="1244357"/>
                  </a:lnTo>
                  <a:lnTo>
                    <a:pt x="8428265" y="1156745"/>
                  </a:lnTo>
                  <a:lnTo>
                    <a:pt x="8395834" y="1072147"/>
                  </a:lnTo>
                  <a:lnTo>
                    <a:pt x="8363377" y="990898"/>
                  </a:lnTo>
                  <a:lnTo>
                    <a:pt x="8330835" y="913261"/>
                  </a:lnTo>
                  <a:lnTo>
                    <a:pt x="8298127" y="839427"/>
                  </a:lnTo>
                  <a:lnTo>
                    <a:pt x="8265151" y="769518"/>
                  </a:lnTo>
                  <a:lnTo>
                    <a:pt x="8231774" y="703589"/>
                  </a:lnTo>
                  <a:lnTo>
                    <a:pt x="8197834" y="641634"/>
                  </a:lnTo>
                  <a:lnTo>
                    <a:pt x="8163132" y="583591"/>
                  </a:lnTo>
                  <a:lnTo>
                    <a:pt x="8151487" y="565299"/>
                  </a:lnTo>
                  <a:lnTo>
                    <a:pt x="8105683" y="499023"/>
                  </a:lnTo>
                  <a:lnTo>
                    <a:pt x="8057561" y="438831"/>
                  </a:lnTo>
                  <a:lnTo>
                    <a:pt x="8006443" y="384472"/>
                  </a:lnTo>
                  <a:lnTo>
                    <a:pt x="7951583" y="335488"/>
                  </a:lnTo>
                  <a:lnTo>
                    <a:pt x="7892215" y="291343"/>
                  </a:lnTo>
                  <a:lnTo>
                    <a:pt x="7827602" y="251498"/>
                  </a:lnTo>
                  <a:lnTo>
                    <a:pt x="7757093" y="215459"/>
                  </a:lnTo>
                  <a:lnTo>
                    <a:pt x="7680209" y="182802"/>
                  </a:lnTo>
                  <a:lnTo>
                    <a:pt x="7596754" y="153191"/>
                  </a:lnTo>
                  <a:lnTo>
                    <a:pt x="7506955" y="126383"/>
                  </a:lnTo>
                  <a:lnTo>
                    <a:pt x="7411620" y="102229"/>
                  </a:lnTo>
                  <a:lnTo>
                    <a:pt x="7312291" y="80668"/>
                  </a:lnTo>
                  <a:lnTo>
                    <a:pt x="7211344" y="61712"/>
                  </a:lnTo>
                  <a:lnTo>
                    <a:pt x="7111965" y="45412"/>
                  </a:lnTo>
                  <a:lnTo>
                    <a:pt x="7017950" y="31825"/>
                  </a:lnTo>
                  <a:lnTo>
                    <a:pt x="6933283" y="20955"/>
                  </a:lnTo>
                  <a:lnTo>
                    <a:pt x="6861547" y="12717"/>
                  </a:lnTo>
                  <a:lnTo>
                    <a:pt x="6805271" y="6902"/>
                  </a:lnTo>
                  <a:lnTo>
                    <a:pt x="6765406" y="3179"/>
                  </a:lnTo>
                  <a:lnTo>
                    <a:pt x="6741056" y="1115"/>
                  </a:lnTo>
                  <a:lnTo>
                    <a:pt x="6729504" y="223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027" y="79"/>
                  </a:lnTo>
                  <a:lnTo>
                    <a:pt x="5247902" y="643"/>
                  </a:lnTo>
                  <a:lnTo>
                    <a:pt x="5232370" y="2201"/>
                  </a:lnTo>
                  <a:lnTo>
                    <a:pt x="5204374" y="5273"/>
                  </a:lnTo>
                  <a:lnTo>
                    <a:pt x="5162188" y="10350"/>
                  </a:lnTo>
                  <a:lnTo>
                    <a:pt x="5105542" y="17855"/>
                  </a:lnTo>
                  <a:lnTo>
                    <a:pt x="5035585" y="28105"/>
                  </a:lnTo>
                  <a:lnTo>
                    <a:pt x="4954627" y="41290"/>
                  </a:lnTo>
                  <a:lnTo>
                    <a:pt x="4865731" y="57486"/>
                  </a:lnTo>
                  <a:lnTo>
                    <a:pt x="4772222" y="76681"/>
                  </a:lnTo>
                  <a:lnTo>
                    <a:pt x="4677260" y="98817"/>
                  </a:lnTo>
                  <a:lnTo>
                    <a:pt x="4583531" y="123837"/>
                  </a:lnTo>
                  <a:lnTo>
                    <a:pt x="4493091" y="151723"/>
                  </a:lnTo>
                  <a:lnTo>
                    <a:pt x="4407336" y="182523"/>
                  </a:lnTo>
                  <a:lnTo>
                    <a:pt x="4327068" y="216371"/>
                  </a:lnTo>
                  <a:lnTo>
                    <a:pt x="4252600" y="253489"/>
                  </a:lnTo>
                  <a:lnTo>
                    <a:pt x="4183875" y="294195"/>
                  </a:lnTo>
                  <a:lnTo>
                    <a:pt x="4120578" y="338894"/>
                  </a:lnTo>
                  <a:lnTo>
                    <a:pt x="4062222" y="388069"/>
                  </a:lnTo>
                  <a:lnTo>
                    <a:pt x="4008224" y="442260"/>
                  </a:lnTo>
                  <a:lnTo>
                    <a:pt x="3957954" y="502037"/>
                  </a:lnTo>
                  <a:lnTo>
                    <a:pt x="3910777" y="567939"/>
                  </a:lnTo>
                  <a:lnTo>
                    <a:pt x="3866085" y="640399"/>
                  </a:lnTo>
                  <a:lnTo>
                    <a:pt x="3829811" y="706964"/>
                  </a:lnTo>
                  <a:lnTo>
                    <a:pt x="3798047" y="771114"/>
                  </a:lnTo>
                  <a:lnTo>
                    <a:pt x="3766987" y="839241"/>
                  </a:lnTo>
                  <a:lnTo>
                    <a:pt x="3736469" y="911425"/>
                  </a:lnTo>
                  <a:lnTo>
                    <a:pt x="3706358" y="987702"/>
                  </a:lnTo>
                  <a:lnTo>
                    <a:pt x="3676542" y="1068060"/>
                  </a:lnTo>
                  <a:lnTo>
                    <a:pt x="3646927" y="1152431"/>
                  </a:lnTo>
                  <a:lnTo>
                    <a:pt x="3617440" y="1240692"/>
                  </a:lnTo>
                  <a:lnTo>
                    <a:pt x="3588021" y="1332662"/>
                  </a:lnTo>
                  <a:lnTo>
                    <a:pt x="3558627" y="1428096"/>
                  </a:lnTo>
                  <a:lnTo>
                    <a:pt x="3529227" y="1526693"/>
                  </a:lnTo>
                  <a:lnTo>
                    <a:pt x="3499801" y="1628092"/>
                  </a:lnTo>
                  <a:lnTo>
                    <a:pt x="3470338" y="1731880"/>
                  </a:lnTo>
                  <a:lnTo>
                    <a:pt x="3440838" y="1837595"/>
                  </a:lnTo>
                  <a:lnTo>
                    <a:pt x="3411305" y="1944738"/>
                  </a:lnTo>
                  <a:lnTo>
                    <a:pt x="3381751" y="2052778"/>
                  </a:lnTo>
                  <a:lnTo>
                    <a:pt x="3352187" y="2161169"/>
                  </a:lnTo>
                  <a:lnTo>
                    <a:pt x="3322629" y="2269352"/>
                  </a:lnTo>
                  <a:lnTo>
                    <a:pt x="3293089" y="2376777"/>
                  </a:lnTo>
                  <a:lnTo>
                    <a:pt x="3263580" y="2482909"/>
                  </a:lnTo>
                  <a:lnTo>
                    <a:pt x="3234108" y="2587237"/>
                  </a:lnTo>
                  <a:lnTo>
                    <a:pt x="3204673" y="2689291"/>
                  </a:lnTo>
                  <a:lnTo>
                    <a:pt x="3175267" y="2788644"/>
                  </a:lnTo>
                  <a:lnTo>
                    <a:pt x="3145874" y="2884923"/>
                  </a:lnTo>
                  <a:lnTo>
                    <a:pt x="3116466" y="2977808"/>
                  </a:lnTo>
                  <a:lnTo>
                    <a:pt x="3087001" y="3067042"/>
                  </a:lnTo>
                  <a:lnTo>
                    <a:pt x="3057425" y="3152427"/>
                  </a:lnTo>
                  <a:lnTo>
                    <a:pt x="3027669" y="3233824"/>
                  </a:lnTo>
                  <a:lnTo>
                    <a:pt x="2997643" y="3311153"/>
                  </a:lnTo>
                  <a:lnTo>
                    <a:pt x="2967242" y="3384387"/>
                  </a:lnTo>
                  <a:lnTo>
                    <a:pt x="2936336" y="3453550"/>
                  </a:lnTo>
                  <a:lnTo>
                    <a:pt x="2904770" y="3518713"/>
                  </a:lnTo>
                  <a:lnTo>
                    <a:pt x="2896531" y="3534821"/>
                  </a:lnTo>
                  <a:lnTo>
                    <a:pt x="2853509" y="3612991"/>
                  </a:lnTo>
                  <a:lnTo>
                    <a:pt x="2808472" y="3684420"/>
                  </a:lnTo>
                  <a:lnTo>
                    <a:pt x="2760859" y="3749346"/>
                  </a:lnTo>
                  <a:lnTo>
                    <a:pt x="2710057" y="3808225"/>
                  </a:lnTo>
                  <a:lnTo>
                    <a:pt x="2655428" y="3861607"/>
                  </a:lnTo>
                  <a:lnTo>
                    <a:pt x="2596346" y="3910058"/>
                  </a:lnTo>
                  <a:lnTo>
                    <a:pt x="2532241" y="3954112"/>
                  </a:lnTo>
                  <a:lnTo>
                    <a:pt x="2462646" y="3994241"/>
                  </a:lnTo>
                  <a:lnTo>
                    <a:pt x="2387280" y="4030837"/>
                  </a:lnTo>
                  <a:lnTo>
                    <a:pt x="2306136" y="4064202"/>
                  </a:lnTo>
                  <a:lnTo>
                    <a:pt x="2219593" y="4094547"/>
                  </a:lnTo>
                  <a:lnTo>
                    <a:pt x="2128539" y="4121990"/>
                  </a:lnTo>
                  <a:lnTo>
                    <a:pt x="2034470" y="4146568"/>
                  </a:lnTo>
                  <a:lnTo>
                    <a:pt x="1939542" y="4168255"/>
                  </a:lnTo>
                  <a:lnTo>
                    <a:pt x="1846529" y="4186991"/>
                  </a:lnTo>
                  <a:lnTo>
                    <a:pt x="1758640" y="4202722"/>
                  </a:lnTo>
                  <a:lnTo>
                    <a:pt x="1679192" y="4215448"/>
                  </a:lnTo>
                  <a:lnTo>
                    <a:pt x="1611159" y="4225259"/>
                  </a:lnTo>
                  <a:lnTo>
                    <a:pt x="1556701" y="4232367"/>
                  </a:lnTo>
                  <a:lnTo>
                    <a:pt x="1516756" y="4237105"/>
                  </a:lnTo>
                  <a:lnTo>
                    <a:pt x="1490829" y="4239910"/>
                  </a:lnTo>
                  <a:lnTo>
                    <a:pt x="1476976" y="4241281"/>
                  </a:lnTo>
                  <a:lnTo>
                    <a:pt x="1471953" y="4241738"/>
                  </a:lnTo>
                  <a:lnTo>
                    <a:pt x="1471387" y="4241786"/>
                  </a:lnTo>
                  <a:lnTo>
                    <a:pt x="0" y="4241786"/>
                  </a:lnTo>
                  <a:close/>
                </a:path>
              </a:pathLst>
            </a:custGeom>
            <a:solidFill>
              <a:srgbClr val="E78AC3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440" name="pl1440"/>
            <p:cNvSpPr/>
            <p:nvPr/>
          </p:nvSpPr>
          <p:spPr>
            <a:xfrm>
              <a:off x="4799595" y="4571120"/>
              <a:ext cx="11981298" cy="4241786"/>
            </a:xfrm>
            <a:custGeom>
              <a:avLst/>
              <a:pathLst>
                <a:path w="11981298" h="4241786">
                  <a:moveTo>
                    <a:pt x="0" y="4241786"/>
                  </a:moveTo>
                  <a:lnTo>
                    <a:pt x="1471387" y="4241786"/>
                  </a:lnTo>
                  <a:lnTo>
                    <a:pt x="1472315" y="4241706"/>
                  </a:lnTo>
                  <a:lnTo>
                    <a:pt x="1478440" y="4241142"/>
                  </a:lnTo>
                  <a:lnTo>
                    <a:pt x="1493972" y="4239584"/>
                  </a:lnTo>
                  <a:lnTo>
                    <a:pt x="1521968" y="4236513"/>
                  </a:lnTo>
                  <a:lnTo>
                    <a:pt x="1564154" y="4231435"/>
                  </a:lnTo>
                  <a:lnTo>
                    <a:pt x="1620800" y="4223930"/>
                  </a:lnTo>
                  <a:lnTo>
                    <a:pt x="1690758" y="4213681"/>
                  </a:lnTo>
                  <a:lnTo>
                    <a:pt x="1771715" y="4200495"/>
                  </a:lnTo>
                  <a:lnTo>
                    <a:pt x="1860611" y="4184299"/>
                  </a:lnTo>
                  <a:lnTo>
                    <a:pt x="1954121" y="4165104"/>
                  </a:lnTo>
                  <a:lnTo>
                    <a:pt x="2049082" y="4142968"/>
                  </a:lnTo>
                  <a:lnTo>
                    <a:pt x="2142811" y="4117948"/>
                  </a:lnTo>
                  <a:lnTo>
                    <a:pt x="2233251" y="4090062"/>
                  </a:lnTo>
                  <a:lnTo>
                    <a:pt x="2319006" y="4059262"/>
                  </a:lnTo>
                  <a:lnTo>
                    <a:pt x="2399274" y="4025415"/>
                  </a:lnTo>
                  <a:lnTo>
                    <a:pt x="2473742" y="3988296"/>
                  </a:lnTo>
                  <a:lnTo>
                    <a:pt x="2542467" y="3947590"/>
                  </a:lnTo>
                  <a:lnTo>
                    <a:pt x="2605764" y="3902891"/>
                  </a:lnTo>
                  <a:lnTo>
                    <a:pt x="2664121" y="3853716"/>
                  </a:lnTo>
                  <a:lnTo>
                    <a:pt x="2718119" y="3799525"/>
                  </a:lnTo>
                  <a:lnTo>
                    <a:pt x="2768388" y="3739749"/>
                  </a:lnTo>
                  <a:lnTo>
                    <a:pt x="2815565" y="3673846"/>
                  </a:lnTo>
                  <a:lnTo>
                    <a:pt x="2860257" y="3601386"/>
                  </a:lnTo>
                  <a:lnTo>
                    <a:pt x="2896531" y="3534821"/>
                  </a:lnTo>
                  <a:lnTo>
                    <a:pt x="2928296" y="3470671"/>
                  </a:lnTo>
                  <a:lnTo>
                    <a:pt x="2959355" y="3402544"/>
                  </a:lnTo>
                  <a:lnTo>
                    <a:pt x="2989873" y="3330360"/>
                  </a:lnTo>
                  <a:lnTo>
                    <a:pt x="3019984" y="3254083"/>
                  </a:lnTo>
                  <a:lnTo>
                    <a:pt x="3049800" y="3173726"/>
                  </a:lnTo>
                  <a:lnTo>
                    <a:pt x="3079415" y="3089354"/>
                  </a:lnTo>
                  <a:lnTo>
                    <a:pt x="3108902" y="3001093"/>
                  </a:lnTo>
                  <a:lnTo>
                    <a:pt x="3138321" y="2909123"/>
                  </a:lnTo>
                  <a:lnTo>
                    <a:pt x="3167715" y="2813689"/>
                  </a:lnTo>
                  <a:lnTo>
                    <a:pt x="3197115" y="2715092"/>
                  </a:lnTo>
                  <a:lnTo>
                    <a:pt x="3226542" y="2613693"/>
                  </a:lnTo>
                  <a:lnTo>
                    <a:pt x="3256004" y="2509906"/>
                  </a:lnTo>
                  <a:lnTo>
                    <a:pt x="3285504" y="2404190"/>
                  </a:lnTo>
                  <a:lnTo>
                    <a:pt x="3315037" y="2297048"/>
                  </a:lnTo>
                  <a:lnTo>
                    <a:pt x="3344591" y="2189007"/>
                  </a:lnTo>
                  <a:lnTo>
                    <a:pt x="3374155" y="2080616"/>
                  </a:lnTo>
                  <a:lnTo>
                    <a:pt x="3403714" y="1972433"/>
                  </a:lnTo>
                  <a:lnTo>
                    <a:pt x="3433253" y="1865008"/>
                  </a:lnTo>
                  <a:lnTo>
                    <a:pt x="3462762" y="1758877"/>
                  </a:lnTo>
                  <a:lnTo>
                    <a:pt x="3492234" y="1654548"/>
                  </a:lnTo>
                  <a:lnTo>
                    <a:pt x="3521669" y="1552494"/>
                  </a:lnTo>
                  <a:lnTo>
                    <a:pt x="3551075" y="1453141"/>
                  </a:lnTo>
                  <a:lnTo>
                    <a:pt x="3580468" y="1356862"/>
                  </a:lnTo>
                  <a:lnTo>
                    <a:pt x="3609877" y="1263977"/>
                  </a:lnTo>
                  <a:lnTo>
                    <a:pt x="3639341" y="1174743"/>
                  </a:lnTo>
                  <a:lnTo>
                    <a:pt x="3668917" y="1089358"/>
                  </a:lnTo>
                  <a:lnTo>
                    <a:pt x="3698673" y="1007961"/>
                  </a:lnTo>
                  <a:lnTo>
                    <a:pt x="3728699" y="930632"/>
                  </a:lnTo>
                  <a:lnTo>
                    <a:pt x="3759100" y="857398"/>
                  </a:lnTo>
                  <a:lnTo>
                    <a:pt x="3790006" y="788235"/>
                  </a:lnTo>
                  <a:lnTo>
                    <a:pt x="3821572" y="723073"/>
                  </a:lnTo>
                  <a:lnTo>
                    <a:pt x="3829811" y="706964"/>
                  </a:lnTo>
                  <a:lnTo>
                    <a:pt x="3872833" y="628795"/>
                  </a:lnTo>
                  <a:lnTo>
                    <a:pt x="3917870" y="557365"/>
                  </a:lnTo>
                  <a:lnTo>
                    <a:pt x="3965483" y="492439"/>
                  </a:lnTo>
                  <a:lnTo>
                    <a:pt x="4016285" y="433560"/>
                  </a:lnTo>
                  <a:lnTo>
                    <a:pt x="4070914" y="380179"/>
                  </a:lnTo>
                  <a:lnTo>
                    <a:pt x="4129996" y="331727"/>
                  </a:lnTo>
                  <a:lnTo>
                    <a:pt x="4194101" y="287673"/>
                  </a:lnTo>
                  <a:lnTo>
                    <a:pt x="4263696" y="247544"/>
                  </a:lnTo>
                  <a:lnTo>
                    <a:pt x="4339062" y="210949"/>
                  </a:lnTo>
                  <a:lnTo>
                    <a:pt x="4420206" y="177583"/>
                  </a:lnTo>
                  <a:lnTo>
                    <a:pt x="4506749" y="147238"/>
                  </a:lnTo>
                  <a:lnTo>
                    <a:pt x="4597803" y="119795"/>
                  </a:lnTo>
                  <a:lnTo>
                    <a:pt x="4691873" y="95217"/>
                  </a:lnTo>
                  <a:lnTo>
                    <a:pt x="4786800" y="73530"/>
                  </a:lnTo>
                  <a:lnTo>
                    <a:pt x="4879813" y="54794"/>
                  </a:lnTo>
                  <a:lnTo>
                    <a:pt x="4967702" y="39063"/>
                  </a:lnTo>
                  <a:lnTo>
                    <a:pt x="5047150" y="26337"/>
                  </a:lnTo>
                  <a:lnTo>
                    <a:pt x="5115183" y="16526"/>
                  </a:lnTo>
                  <a:lnTo>
                    <a:pt x="5169641" y="9419"/>
                  </a:lnTo>
                  <a:lnTo>
                    <a:pt x="5209586" y="4680"/>
                  </a:lnTo>
                  <a:lnTo>
                    <a:pt x="5235513" y="1875"/>
                  </a:lnTo>
                  <a:lnTo>
                    <a:pt x="5249366" y="504"/>
                  </a:lnTo>
                  <a:lnTo>
                    <a:pt x="5254389" y="47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454" y="76"/>
                  </a:lnTo>
                  <a:lnTo>
                    <a:pt x="6734765" y="619"/>
                  </a:lnTo>
                  <a:lnTo>
                    <a:pt x="6753208" y="2120"/>
                  </a:lnTo>
                  <a:lnTo>
                    <a:pt x="6786216" y="5077"/>
                  </a:lnTo>
                  <a:lnTo>
                    <a:pt x="6835482" y="9949"/>
                  </a:lnTo>
                  <a:lnTo>
                    <a:pt x="6900832" y="17117"/>
                  </a:lnTo>
                  <a:lnTo>
                    <a:pt x="6980358" y="26844"/>
                  </a:lnTo>
                  <a:lnTo>
                    <a:pt x="7070853" y="39265"/>
                  </a:lnTo>
                  <a:lnTo>
                    <a:pt x="7168424" y="54410"/>
                  </a:lnTo>
                  <a:lnTo>
                    <a:pt x="7269133" y="72237"/>
                  </a:lnTo>
                  <a:lnTo>
                    <a:pt x="7369494" y="92688"/>
                  </a:lnTo>
                  <a:lnTo>
                    <a:pt x="7466774" y="115730"/>
                  </a:lnTo>
                  <a:lnTo>
                    <a:pt x="7559081" y="141390"/>
                  </a:lnTo>
                  <a:lnTo>
                    <a:pt x="7645307" y="169777"/>
                  </a:lnTo>
                  <a:lnTo>
                    <a:pt x="7724999" y="201095"/>
                  </a:lnTo>
                  <a:lnTo>
                    <a:pt x="7798191" y="235640"/>
                  </a:lnTo>
                  <a:lnTo>
                    <a:pt x="7865255" y="273800"/>
                  </a:lnTo>
                  <a:lnTo>
                    <a:pt x="7926780" y="316042"/>
                  </a:lnTo>
                  <a:lnTo>
                    <a:pt x="7983475" y="362888"/>
                  </a:lnTo>
                  <a:lnTo>
                    <a:pt x="8036101" y="414885"/>
                  </a:lnTo>
                  <a:lnTo>
                    <a:pt x="8085416" y="472535"/>
                  </a:lnTo>
                  <a:lnTo>
                    <a:pt x="8132135" y="536197"/>
                  </a:lnTo>
                  <a:lnTo>
                    <a:pt x="8151487" y="565299"/>
                  </a:lnTo>
                  <a:lnTo>
                    <a:pt x="8186490" y="622074"/>
                  </a:lnTo>
                  <a:lnTo>
                    <a:pt x="8220657" y="682730"/>
                  </a:lnTo>
                  <a:lnTo>
                    <a:pt x="8254200" y="747346"/>
                  </a:lnTo>
                  <a:lnTo>
                    <a:pt x="8287293" y="815946"/>
                  </a:lnTo>
                  <a:lnTo>
                    <a:pt x="8320076" y="888496"/>
                  </a:lnTo>
                  <a:lnTo>
                    <a:pt x="8352663" y="964897"/>
                  </a:lnTo>
                  <a:lnTo>
                    <a:pt x="8385141" y="1044982"/>
                  </a:lnTo>
                  <a:lnTo>
                    <a:pt x="8417575" y="1128509"/>
                  </a:lnTo>
                  <a:lnTo>
                    <a:pt x="8450011" y="1215169"/>
                  </a:lnTo>
                  <a:lnTo>
                    <a:pt x="8482478" y="1304581"/>
                  </a:lnTo>
                  <a:lnTo>
                    <a:pt x="8514988" y="1396304"/>
                  </a:lnTo>
                  <a:lnTo>
                    <a:pt x="8547544" y="1489838"/>
                  </a:lnTo>
                  <a:lnTo>
                    <a:pt x="8580136" y="1584639"/>
                  </a:lnTo>
                  <a:lnTo>
                    <a:pt x="8612751" y="1680133"/>
                  </a:lnTo>
                  <a:lnTo>
                    <a:pt x="8645368" y="1775725"/>
                  </a:lnTo>
                  <a:lnTo>
                    <a:pt x="8677970" y="1870819"/>
                  </a:lnTo>
                  <a:lnTo>
                    <a:pt x="8710539" y="1964833"/>
                  </a:lnTo>
                  <a:lnTo>
                    <a:pt x="8743064" y="2057210"/>
                  </a:lnTo>
                  <a:lnTo>
                    <a:pt x="8775545" y="2147436"/>
                  </a:lnTo>
                  <a:lnTo>
                    <a:pt x="8807989" y="2235048"/>
                  </a:lnTo>
                  <a:lnTo>
                    <a:pt x="8840419" y="2319646"/>
                  </a:lnTo>
                  <a:lnTo>
                    <a:pt x="8872876" y="2400895"/>
                  </a:lnTo>
                  <a:lnTo>
                    <a:pt x="8905419" y="2478532"/>
                  </a:lnTo>
                  <a:lnTo>
                    <a:pt x="8938126" y="2552367"/>
                  </a:lnTo>
                  <a:lnTo>
                    <a:pt x="8971102" y="2622276"/>
                  </a:lnTo>
                  <a:lnTo>
                    <a:pt x="9004480" y="2688204"/>
                  </a:lnTo>
                  <a:lnTo>
                    <a:pt x="9038420" y="2750159"/>
                  </a:lnTo>
                  <a:lnTo>
                    <a:pt x="9073121" y="2808202"/>
                  </a:lnTo>
                  <a:lnTo>
                    <a:pt x="9084767" y="2826495"/>
                  </a:lnTo>
                  <a:lnTo>
                    <a:pt x="9130571" y="2892770"/>
                  </a:lnTo>
                  <a:lnTo>
                    <a:pt x="9178692" y="2952962"/>
                  </a:lnTo>
                  <a:lnTo>
                    <a:pt x="9229810" y="3007321"/>
                  </a:lnTo>
                  <a:lnTo>
                    <a:pt x="9284671" y="3056305"/>
                  </a:lnTo>
                  <a:lnTo>
                    <a:pt x="9344038" y="3100450"/>
                  </a:lnTo>
                  <a:lnTo>
                    <a:pt x="9408652" y="3140295"/>
                  </a:lnTo>
                  <a:lnTo>
                    <a:pt x="9479161" y="3176335"/>
                  </a:lnTo>
                  <a:lnTo>
                    <a:pt x="9556044" y="3208991"/>
                  </a:lnTo>
                  <a:lnTo>
                    <a:pt x="9639499" y="3238602"/>
                  </a:lnTo>
                  <a:lnTo>
                    <a:pt x="9729298" y="3265411"/>
                  </a:lnTo>
                  <a:lnTo>
                    <a:pt x="9824634" y="3289565"/>
                  </a:lnTo>
                  <a:lnTo>
                    <a:pt x="9923962" y="3311125"/>
                  </a:lnTo>
                  <a:lnTo>
                    <a:pt x="10024909" y="3330082"/>
                  </a:lnTo>
                  <a:lnTo>
                    <a:pt x="10124288" y="3346381"/>
                  </a:lnTo>
                  <a:lnTo>
                    <a:pt x="10218304" y="3359969"/>
                  </a:lnTo>
                  <a:lnTo>
                    <a:pt x="10302970" y="3370838"/>
                  </a:lnTo>
                  <a:lnTo>
                    <a:pt x="10374707" y="3379077"/>
                  </a:lnTo>
                  <a:lnTo>
                    <a:pt x="10430982" y="3384891"/>
                  </a:lnTo>
                  <a:lnTo>
                    <a:pt x="10470847" y="3388615"/>
                  </a:lnTo>
                  <a:lnTo>
                    <a:pt x="10495197" y="3390679"/>
                  </a:lnTo>
                  <a:lnTo>
                    <a:pt x="10506749" y="3391570"/>
                  </a:lnTo>
                  <a:lnTo>
                    <a:pt x="10509821" y="3391788"/>
                  </a:lnTo>
                  <a:lnTo>
                    <a:pt x="10509911" y="3391794"/>
                  </a:lnTo>
                  <a:lnTo>
                    <a:pt x="11981298" y="339179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41" name="pl1441"/>
            <p:cNvSpPr/>
            <p:nvPr/>
          </p:nvSpPr>
          <p:spPr>
            <a:xfrm>
              <a:off x="4799595" y="4562947"/>
              <a:ext cx="11981298" cy="4241786"/>
            </a:xfrm>
            <a:custGeom>
              <a:avLst/>
              <a:pathLst>
                <a:path w="11981298" h="4241786">
                  <a:moveTo>
                    <a:pt x="11981298" y="3391794"/>
                  </a:moveTo>
                  <a:lnTo>
                    <a:pt x="10509911" y="3391794"/>
                  </a:lnTo>
                  <a:lnTo>
                    <a:pt x="10508799" y="3391718"/>
                  </a:lnTo>
                  <a:lnTo>
                    <a:pt x="10501488" y="3391174"/>
                  </a:lnTo>
                  <a:lnTo>
                    <a:pt x="10483045" y="3389673"/>
                  </a:lnTo>
                  <a:lnTo>
                    <a:pt x="10450037" y="3386717"/>
                  </a:lnTo>
                  <a:lnTo>
                    <a:pt x="10400771" y="3381844"/>
                  </a:lnTo>
                  <a:lnTo>
                    <a:pt x="10335422" y="3374676"/>
                  </a:lnTo>
                  <a:lnTo>
                    <a:pt x="10255895" y="3364949"/>
                  </a:lnTo>
                  <a:lnTo>
                    <a:pt x="10165400" y="3352528"/>
                  </a:lnTo>
                  <a:lnTo>
                    <a:pt x="10067829" y="3337384"/>
                  </a:lnTo>
                  <a:lnTo>
                    <a:pt x="9967120" y="3319557"/>
                  </a:lnTo>
                  <a:lnTo>
                    <a:pt x="9866759" y="3299106"/>
                  </a:lnTo>
                  <a:lnTo>
                    <a:pt x="9769479" y="3276064"/>
                  </a:lnTo>
                  <a:lnTo>
                    <a:pt x="9677173" y="3250404"/>
                  </a:lnTo>
                  <a:lnTo>
                    <a:pt x="9590946" y="3222016"/>
                  </a:lnTo>
                  <a:lnTo>
                    <a:pt x="9511254" y="3190698"/>
                  </a:lnTo>
                  <a:lnTo>
                    <a:pt x="9438062" y="3156153"/>
                  </a:lnTo>
                  <a:lnTo>
                    <a:pt x="9370999" y="3117993"/>
                  </a:lnTo>
                  <a:lnTo>
                    <a:pt x="9309474" y="3075752"/>
                  </a:lnTo>
                  <a:lnTo>
                    <a:pt x="9252778" y="3028905"/>
                  </a:lnTo>
                  <a:lnTo>
                    <a:pt x="9200152" y="2976908"/>
                  </a:lnTo>
                  <a:lnTo>
                    <a:pt x="9150837" y="2919258"/>
                  </a:lnTo>
                  <a:lnTo>
                    <a:pt x="9104119" y="2855596"/>
                  </a:lnTo>
                  <a:lnTo>
                    <a:pt x="9084767" y="2826495"/>
                  </a:lnTo>
                  <a:lnTo>
                    <a:pt x="9049763" y="2769719"/>
                  </a:lnTo>
                  <a:lnTo>
                    <a:pt x="9015596" y="2709063"/>
                  </a:lnTo>
                  <a:lnTo>
                    <a:pt x="8982053" y="2644448"/>
                  </a:lnTo>
                  <a:lnTo>
                    <a:pt x="8948960" y="2575848"/>
                  </a:lnTo>
                  <a:lnTo>
                    <a:pt x="8916177" y="2503297"/>
                  </a:lnTo>
                  <a:lnTo>
                    <a:pt x="8883590" y="2426896"/>
                  </a:lnTo>
                  <a:lnTo>
                    <a:pt x="8851112" y="2346812"/>
                  </a:lnTo>
                  <a:lnTo>
                    <a:pt x="8818678" y="2263284"/>
                  </a:lnTo>
                  <a:lnTo>
                    <a:pt x="8786242" y="2176625"/>
                  </a:lnTo>
                  <a:lnTo>
                    <a:pt x="8753776" y="2087212"/>
                  </a:lnTo>
                  <a:lnTo>
                    <a:pt x="8721265" y="1995490"/>
                  </a:lnTo>
                  <a:lnTo>
                    <a:pt x="8688709" y="1901956"/>
                  </a:lnTo>
                  <a:lnTo>
                    <a:pt x="8656117" y="1807154"/>
                  </a:lnTo>
                  <a:lnTo>
                    <a:pt x="8623503" y="1711660"/>
                  </a:lnTo>
                  <a:lnTo>
                    <a:pt x="8590885" y="1616068"/>
                  </a:lnTo>
                  <a:lnTo>
                    <a:pt x="8558284" y="1520974"/>
                  </a:lnTo>
                  <a:lnTo>
                    <a:pt x="8525715" y="1426960"/>
                  </a:lnTo>
                  <a:lnTo>
                    <a:pt x="8493189" y="1334583"/>
                  </a:lnTo>
                  <a:lnTo>
                    <a:pt x="8460709" y="1244357"/>
                  </a:lnTo>
                  <a:lnTo>
                    <a:pt x="8428265" y="1156745"/>
                  </a:lnTo>
                  <a:lnTo>
                    <a:pt x="8395834" y="1072147"/>
                  </a:lnTo>
                  <a:lnTo>
                    <a:pt x="8363377" y="990898"/>
                  </a:lnTo>
                  <a:lnTo>
                    <a:pt x="8330835" y="913261"/>
                  </a:lnTo>
                  <a:lnTo>
                    <a:pt x="8298127" y="839427"/>
                  </a:lnTo>
                  <a:lnTo>
                    <a:pt x="8265151" y="769518"/>
                  </a:lnTo>
                  <a:lnTo>
                    <a:pt x="8231774" y="703589"/>
                  </a:lnTo>
                  <a:lnTo>
                    <a:pt x="8197834" y="641634"/>
                  </a:lnTo>
                  <a:lnTo>
                    <a:pt x="8163132" y="583591"/>
                  </a:lnTo>
                  <a:lnTo>
                    <a:pt x="8151487" y="565299"/>
                  </a:lnTo>
                  <a:lnTo>
                    <a:pt x="8105683" y="499023"/>
                  </a:lnTo>
                  <a:lnTo>
                    <a:pt x="8057561" y="438831"/>
                  </a:lnTo>
                  <a:lnTo>
                    <a:pt x="8006443" y="384472"/>
                  </a:lnTo>
                  <a:lnTo>
                    <a:pt x="7951583" y="335488"/>
                  </a:lnTo>
                  <a:lnTo>
                    <a:pt x="7892215" y="291343"/>
                  </a:lnTo>
                  <a:lnTo>
                    <a:pt x="7827602" y="251498"/>
                  </a:lnTo>
                  <a:lnTo>
                    <a:pt x="7757093" y="215459"/>
                  </a:lnTo>
                  <a:lnTo>
                    <a:pt x="7680209" y="182802"/>
                  </a:lnTo>
                  <a:lnTo>
                    <a:pt x="7596754" y="153191"/>
                  </a:lnTo>
                  <a:lnTo>
                    <a:pt x="7506955" y="126383"/>
                  </a:lnTo>
                  <a:lnTo>
                    <a:pt x="7411620" y="102229"/>
                  </a:lnTo>
                  <a:lnTo>
                    <a:pt x="7312291" y="80668"/>
                  </a:lnTo>
                  <a:lnTo>
                    <a:pt x="7211344" y="61712"/>
                  </a:lnTo>
                  <a:lnTo>
                    <a:pt x="7111965" y="45412"/>
                  </a:lnTo>
                  <a:lnTo>
                    <a:pt x="7017950" y="31825"/>
                  </a:lnTo>
                  <a:lnTo>
                    <a:pt x="6933283" y="20955"/>
                  </a:lnTo>
                  <a:lnTo>
                    <a:pt x="6861547" y="12717"/>
                  </a:lnTo>
                  <a:lnTo>
                    <a:pt x="6805271" y="6902"/>
                  </a:lnTo>
                  <a:lnTo>
                    <a:pt x="6765406" y="3179"/>
                  </a:lnTo>
                  <a:lnTo>
                    <a:pt x="6741056" y="1115"/>
                  </a:lnTo>
                  <a:lnTo>
                    <a:pt x="6729504" y="223"/>
                  </a:lnTo>
                  <a:lnTo>
                    <a:pt x="6726432" y="5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027" y="79"/>
                  </a:lnTo>
                  <a:lnTo>
                    <a:pt x="5247902" y="643"/>
                  </a:lnTo>
                  <a:lnTo>
                    <a:pt x="5232370" y="2201"/>
                  </a:lnTo>
                  <a:lnTo>
                    <a:pt x="5204374" y="5273"/>
                  </a:lnTo>
                  <a:lnTo>
                    <a:pt x="5162188" y="10350"/>
                  </a:lnTo>
                  <a:lnTo>
                    <a:pt x="5105542" y="17855"/>
                  </a:lnTo>
                  <a:lnTo>
                    <a:pt x="5035585" y="28105"/>
                  </a:lnTo>
                  <a:lnTo>
                    <a:pt x="4954627" y="41290"/>
                  </a:lnTo>
                  <a:lnTo>
                    <a:pt x="4865731" y="57486"/>
                  </a:lnTo>
                  <a:lnTo>
                    <a:pt x="4772222" y="76681"/>
                  </a:lnTo>
                  <a:lnTo>
                    <a:pt x="4677260" y="98817"/>
                  </a:lnTo>
                  <a:lnTo>
                    <a:pt x="4583531" y="123837"/>
                  </a:lnTo>
                  <a:lnTo>
                    <a:pt x="4493091" y="151723"/>
                  </a:lnTo>
                  <a:lnTo>
                    <a:pt x="4407336" y="182523"/>
                  </a:lnTo>
                  <a:lnTo>
                    <a:pt x="4327068" y="216371"/>
                  </a:lnTo>
                  <a:lnTo>
                    <a:pt x="4252600" y="253489"/>
                  </a:lnTo>
                  <a:lnTo>
                    <a:pt x="4183875" y="294195"/>
                  </a:lnTo>
                  <a:lnTo>
                    <a:pt x="4120578" y="338894"/>
                  </a:lnTo>
                  <a:lnTo>
                    <a:pt x="4062222" y="388069"/>
                  </a:lnTo>
                  <a:lnTo>
                    <a:pt x="4008224" y="442260"/>
                  </a:lnTo>
                  <a:lnTo>
                    <a:pt x="3957954" y="502037"/>
                  </a:lnTo>
                  <a:lnTo>
                    <a:pt x="3910777" y="567939"/>
                  </a:lnTo>
                  <a:lnTo>
                    <a:pt x="3866085" y="640399"/>
                  </a:lnTo>
                  <a:lnTo>
                    <a:pt x="3829811" y="706964"/>
                  </a:lnTo>
                  <a:lnTo>
                    <a:pt x="3798047" y="771114"/>
                  </a:lnTo>
                  <a:lnTo>
                    <a:pt x="3766987" y="839241"/>
                  </a:lnTo>
                  <a:lnTo>
                    <a:pt x="3736469" y="911425"/>
                  </a:lnTo>
                  <a:lnTo>
                    <a:pt x="3706358" y="987702"/>
                  </a:lnTo>
                  <a:lnTo>
                    <a:pt x="3676542" y="1068060"/>
                  </a:lnTo>
                  <a:lnTo>
                    <a:pt x="3646927" y="1152431"/>
                  </a:lnTo>
                  <a:lnTo>
                    <a:pt x="3617440" y="1240692"/>
                  </a:lnTo>
                  <a:lnTo>
                    <a:pt x="3588021" y="1332662"/>
                  </a:lnTo>
                  <a:lnTo>
                    <a:pt x="3558627" y="1428096"/>
                  </a:lnTo>
                  <a:lnTo>
                    <a:pt x="3529227" y="1526693"/>
                  </a:lnTo>
                  <a:lnTo>
                    <a:pt x="3499801" y="1628092"/>
                  </a:lnTo>
                  <a:lnTo>
                    <a:pt x="3470338" y="1731880"/>
                  </a:lnTo>
                  <a:lnTo>
                    <a:pt x="3440838" y="1837595"/>
                  </a:lnTo>
                  <a:lnTo>
                    <a:pt x="3411305" y="1944738"/>
                  </a:lnTo>
                  <a:lnTo>
                    <a:pt x="3381751" y="2052778"/>
                  </a:lnTo>
                  <a:lnTo>
                    <a:pt x="3352187" y="2161169"/>
                  </a:lnTo>
                  <a:lnTo>
                    <a:pt x="3322629" y="2269352"/>
                  </a:lnTo>
                  <a:lnTo>
                    <a:pt x="3293089" y="2376777"/>
                  </a:lnTo>
                  <a:lnTo>
                    <a:pt x="3263580" y="2482909"/>
                  </a:lnTo>
                  <a:lnTo>
                    <a:pt x="3234108" y="2587237"/>
                  </a:lnTo>
                  <a:lnTo>
                    <a:pt x="3204673" y="2689291"/>
                  </a:lnTo>
                  <a:lnTo>
                    <a:pt x="3175267" y="2788644"/>
                  </a:lnTo>
                  <a:lnTo>
                    <a:pt x="3145874" y="2884923"/>
                  </a:lnTo>
                  <a:lnTo>
                    <a:pt x="3116466" y="2977808"/>
                  </a:lnTo>
                  <a:lnTo>
                    <a:pt x="3087001" y="3067042"/>
                  </a:lnTo>
                  <a:lnTo>
                    <a:pt x="3057425" y="3152427"/>
                  </a:lnTo>
                  <a:lnTo>
                    <a:pt x="3027669" y="3233824"/>
                  </a:lnTo>
                  <a:lnTo>
                    <a:pt x="2997643" y="3311153"/>
                  </a:lnTo>
                  <a:lnTo>
                    <a:pt x="2967242" y="3384387"/>
                  </a:lnTo>
                  <a:lnTo>
                    <a:pt x="2936336" y="3453550"/>
                  </a:lnTo>
                  <a:lnTo>
                    <a:pt x="2904770" y="3518713"/>
                  </a:lnTo>
                  <a:lnTo>
                    <a:pt x="2896531" y="3534821"/>
                  </a:lnTo>
                  <a:lnTo>
                    <a:pt x="2853509" y="3612991"/>
                  </a:lnTo>
                  <a:lnTo>
                    <a:pt x="2808472" y="3684420"/>
                  </a:lnTo>
                  <a:lnTo>
                    <a:pt x="2760859" y="3749346"/>
                  </a:lnTo>
                  <a:lnTo>
                    <a:pt x="2710057" y="3808225"/>
                  </a:lnTo>
                  <a:lnTo>
                    <a:pt x="2655428" y="3861607"/>
                  </a:lnTo>
                  <a:lnTo>
                    <a:pt x="2596346" y="3910058"/>
                  </a:lnTo>
                  <a:lnTo>
                    <a:pt x="2532241" y="3954112"/>
                  </a:lnTo>
                  <a:lnTo>
                    <a:pt x="2462646" y="3994241"/>
                  </a:lnTo>
                  <a:lnTo>
                    <a:pt x="2387280" y="4030837"/>
                  </a:lnTo>
                  <a:lnTo>
                    <a:pt x="2306136" y="4064202"/>
                  </a:lnTo>
                  <a:lnTo>
                    <a:pt x="2219593" y="4094547"/>
                  </a:lnTo>
                  <a:lnTo>
                    <a:pt x="2128539" y="4121990"/>
                  </a:lnTo>
                  <a:lnTo>
                    <a:pt x="2034470" y="4146568"/>
                  </a:lnTo>
                  <a:lnTo>
                    <a:pt x="1939542" y="4168255"/>
                  </a:lnTo>
                  <a:lnTo>
                    <a:pt x="1846529" y="4186991"/>
                  </a:lnTo>
                  <a:lnTo>
                    <a:pt x="1758640" y="4202722"/>
                  </a:lnTo>
                  <a:lnTo>
                    <a:pt x="1679192" y="4215448"/>
                  </a:lnTo>
                  <a:lnTo>
                    <a:pt x="1611159" y="4225259"/>
                  </a:lnTo>
                  <a:lnTo>
                    <a:pt x="1556701" y="4232367"/>
                  </a:lnTo>
                  <a:lnTo>
                    <a:pt x="1516756" y="4237105"/>
                  </a:lnTo>
                  <a:lnTo>
                    <a:pt x="1490829" y="4239910"/>
                  </a:lnTo>
                  <a:lnTo>
                    <a:pt x="1476976" y="4241281"/>
                  </a:lnTo>
                  <a:lnTo>
                    <a:pt x="1471953" y="4241738"/>
                  </a:lnTo>
                  <a:lnTo>
                    <a:pt x="1471387" y="4241786"/>
                  </a:lnTo>
                  <a:lnTo>
                    <a:pt x="0" y="424178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42" name="pg1442"/>
            <p:cNvSpPr/>
            <p:nvPr/>
          </p:nvSpPr>
          <p:spPr>
            <a:xfrm>
              <a:off x="4799595" y="4595639"/>
              <a:ext cx="11981298" cy="4225440"/>
            </a:xfrm>
            <a:custGeom>
              <a:avLst/>
              <a:pathLst>
                <a:path w="11981298" h="4225440">
                  <a:moveTo>
                    <a:pt x="0" y="4225440"/>
                  </a:moveTo>
                  <a:lnTo>
                    <a:pt x="1471387" y="4225440"/>
                  </a:lnTo>
                  <a:lnTo>
                    <a:pt x="1472316" y="4225361"/>
                  </a:lnTo>
                  <a:lnTo>
                    <a:pt x="1478452" y="4224799"/>
                  </a:lnTo>
                  <a:lnTo>
                    <a:pt x="1494007" y="4223247"/>
                  </a:lnTo>
                  <a:lnTo>
                    <a:pt x="1522044" y="4220188"/>
                  </a:lnTo>
                  <a:lnTo>
                    <a:pt x="1564289" y="4215132"/>
                  </a:lnTo>
                  <a:lnTo>
                    <a:pt x="1621008" y="4207659"/>
                  </a:lnTo>
                  <a:lnTo>
                    <a:pt x="1691048" y="4197453"/>
                  </a:lnTo>
                  <a:lnTo>
                    <a:pt x="1772088" y="4184324"/>
                  </a:lnTo>
                  <a:lnTo>
                    <a:pt x="1861062" y="4168199"/>
                  </a:lnTo>
                  <a:lnTo>
                    <a:pt x="1954638" y="4149089"/>
                  </a:lnTo>
                  <a:lnTo>
                    <a:pt x="2049651" y="4127053"/>
                  </a:lnTo>
                  <a:lnTo>
                    <a:pt x="2143416" y="4102146"/>
                  </a:lnTo>
                  <a:lnTo>
                    <a:pt x="2233878" y="4074386"/>
                  </a:lnTo>
                  <a:lnTo>
                    <a:pt x="2319641" y="4043725"/>
                  </a:lnTo>
                  <a:lnTo>
                    <a:pt x="2399907" y="4010031"/>
                  </a:lnTo>
                  <a:lnTo>
                    <a:pt x="2474367" y="3973078"/>
                  </a:lnTo>
                  <a:lnTo>
                    <a:pt x="2543078" y="3932551"/>
                  </a:lnTo>
                  <a:lnTo>
                    <a:pt x="2606361" y="3888046"/>
                  </a:lnTo>
                  <a:lnTo>
                    <a:pt x="2664702" y="3839081"/>
                  </a:lnTo>
                  <a:lnTo>
                    <a:pt x="2718687" y="3785117"/>
                  </a:lnTo>
                  <a:lnTo>
                    <a:pt x="2768945" y="3725589"/>
                  </a:lnTo>
                  <a:lnTo>
                    <a:pt x="2816115" y="3659957"/>
                  </a:lnTo>
                  <a:lnTo>
                    <a:pt x="2860805" y="3587795"/>
                  </a:lnTo>
                  <a:lnTo>
                    <a:pt x="2896531" y="3522562"/>
                  </a:lnTo>
                  <a:lnTo>
                    <a:pt x="2928378" y="3458610"/>
                  </a:lnTo>
                  <a:lnTo>
                    <a:pt x="2959516" y="3390684"/>
                  </a:lnTo>
                  <a:lnTo>
                    <a:pt x="2990111" y="3318703"/>
                  </a:lnTo>
                  <a:lnTo>
                    <a:pt x="3020297" y="3242631"/>
                  </a:lnTo>
                  <a:lnTo>
                    <a:pt x="3050189" y="3162482"/>
                  </a:lnTo>
                  <a:lnTo>
                    <a:pt x="3079879" y="3078322"/>
                  </a:lnTo>
                  <a:lnTo>
                    <a:pt x="3109442" y="2990277"/>
                  </a:lnTo>
                  <a:lnTo>
                    <a:pt x="3138936" y="2898529"/>
                  </a:lnTo>
                  <a:lnTo>
                    <a:pt x="3168407" y="2803325"/>
                  </a:lnTo>
                  <a:lnTo>
                    <a:pt x="3197884" y="2704968"/>
                  </a:lnTo>
                  <a:lnTo>
                    <a:pt x="3227389" y="2603820"/>
                  </a:lnTo>
                  <a:lnTo>
                    <a:pt x="3256930" y="2500298"/>
                  </a:lnTo>
                  <a:lnTo>
                    <a:pt x="3286508" y="2394864"/>
                  </a:lnTo>
                  <a:lnTo>
                    <a:pt x="3316119" y="2288022"/>
                  </a:lnTo>
                  <a:lnTo>
                    <a:pt x="3345751" y="2180301"/>
                  </a:lnTo>
                  <a:lnTo>
                    <a:pt x="3375392" y="2072253"/>
                  </a:lnTo>
                  <a:lnTo>
                    <a:pt x="3405028" y="1964435"/>
                  </a:lnTo>
                  <a:lnTo>
                    <a:pt x="3434643" y="1857399"/>
                  </a:lnTo>
                  <a:lnTo>
                    <a:pt x="3464228" y="1751681"/>
                  </a:lnTo>
                  <a:lnTo>
                    <a:pt x="3493775" y="1647789"/>
                  </a:lnTo>
                  <a:lnTo>
                    <a:pt x="3523285" y="1546194"/>
                  </a:lnTo>
                  <a:lnTo>
                    <a:pt x="3552767" y="1447319"/>
                  </a:lnTo>
                  <a:lnTo>
                    <a:pt x="3582237" y="1351538"/>
                  </a:lnTo>
                  <a:lnTo>
                    <a:pt x="3611724" y="1259165"/>
                  </a:lnTo>
                  <a:lnTo>
                    <a:pt x="3641271" y="1170455"/>
                  </a:lnTo>
                  <a:lnTo>
                    <a:pt x="3670934" y="1085604"/>
                  </a:lnTo>
                  <a:lnTo>
                    <a:pt x="3700784" y="1004744"/>
                  </a:lnTo>
                  <a:lnTo>
                    <a:pt x="3730911" y="927955"/>
                  </a:lnTo>
                  <a:lnTo>
                    <a:pt x="3761425" y="855257"/>
                  </a:lnTo>
                  <a:lnTo>
                    <a:pt x="3792457" y="786625"/>
                  </a:lnTo>
                  <a:lnTo>
                    <a:pt x="3824166" y="721984"/>
                  </a:lnTo>
                  <a:lnTo>
                    <a:pt x="3829811" y="711050"/>
                  </a:lnTo>
                  <a:lnTo>
                    <a:pt x="3872857" y="633292"/>
                  </a:lnTo>
                  <a:lnTo>
                    <a:pt x="3917921" y="562243"/>
                  </a:lnTo>
                  <a:lnTo>
                    <a:pt x="3965563" y="497665"/>
                  </a:lnTo>
                  <a:lnTo>
                    <a:pt x="4016400" y="439105"/>
                  </a:lnTo>
                  <a:lnTo>
                    <a:pt x="4071069" y="386016"/>
                  </a:lnTo>
                  <a:lnTo>
                    <a:pt x="4130197" y="337833"/>
                  </a:lnTo>
                  <a:lnTo>
                    <a:pt x="4194357" y="294024"/>
                  </a:lnTo>
                  <a:lnTo>
                    <a:pt x="4264012" y="254120"/>
                  </a:lnTo>
                  <a:lnTo>
                    <a:pt x="4339447" y="217732"/>
                  </a:lnTo>
                  <a:lnTo>
                    <a:pt x="4420665" y="184557"/>
                  </a:lnTo>
                  <a:lnTo>
                    <a:pt x="4507284" y="154388"/>
                  </a:lnTo>
                  <a:lnTo>
                    <a:pt x="4598412" y="127106"/>
                  </a:lnTo>
                  <a:lnTo>
                    <a:pt x="4692546" y="102676"/>
                  </a:lnTo>
                  <a:lnTo>
                    <a:pt x="4787522" y="81124"/>
                  </a:lnTo>
                  <a:lnTo>
                    <a:pt x="4880558" y="62510"/>
                  </a:lnTo>
                  <a:lnTo>
                    <a:pt x="4968437" y="46887"/>
                  </a:lnTo>
                  <a:lnTo>
                    <a:pt x="5047838" y="34254"/>
                  </a:lnTo>
                  <a:lnTo>
                    <a:pt x="5115787" y="24522"/>
                  </a:lnTo>
                  <a:lnTo>
                    <a:pt x="5170131" y="17477"/>
                  </a:lnTo>
                  <a:lnTo>
                    <a:pt x="5209943" y="12786"/>
                  </a:lnTo>
                  <a:lnTo>
                    <a:pt x="5235735" y="10015"/>
                  </a:lnTo>
                  <a:lnTo>
                    <a:pt x="5249471" y="8664"/>
                  </a:lnTo>
                  <a:lnTo>
                    <a:pt x="5254413" y="8218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432" y="8254"/>
                  </a:lnTo>
                  <a:lnTo>
                    <a:pt x="6734598" y="8839"/>
                  </a:lnTo>
                  <a:lnTo>
                    <a:pt x="6752686" y="10454"/>
                  </a:lnTo>
                  <a:lnTo>
                    <a:pt x="6785086" y="13635"/>
                  </a:lnTo>
                  <a:lnTo>
                    <a:pt x="6833501" y="18880"/>
                  </a:lnTo>
                  <a:lnTo>
                    <a:pt x="6897815" y="26600"/>
                  </a:lnTo>
                  <a:lnTo>
                    <a:pt x="6976220" y="37084"/>
                  </a:lnTo>
                  <a:lnTo>
                    <a:pt x="7065617" y="50483"/>
                  </a:lnTo>
                  <a:lnTo>
                    <a:pt x="7162212" y="66834"/>
                  </a:lnTo>
                  <a:lnTo>
                    <a:pt x="7262133" y="86096"/>
                  </a:lnTo>
                  <a:lnTo>
                    <a:pt x="7361928" y="108206"/>
                  </a:lnTo>
                  <a:lnTo>
                    <a:pt x="7458858" y="133123"/>
                  </a:lnTo>
                  <a:lnTo>
                    <a:pt x="7551008" y="160872"/>
                  </a:lnTo>
                  <a:lnTo>
                    <a:pt x="7637230" y="191562"/>
                  </a:lnTo>
                  <a:lnTo>
                    <a:pt x="7717027" y="225402"/>
                  </a:lnTo>
                  <a:lnTo>
                    <a:pt x="7790391" y="262700"/>
                  </a:lnTo>
                  <a:lnTo>
                    <a:pt x="7857659" y="303864"/>
                  </a:lnTo>
                  <a:lnTo>
                    <a:pt x="7919389" y="349388"/>
                  </a:lnTo>
                  <a:lnTo>
                    <a:pt x="7976264" y="399829"/>
                  </a:lnTo>
                  <a:lnTo>
                    <a:pt x="8029026" y="455774"/>
                  </a:lnTo>
                  <a:lnTo>
                    <a:pt x="8078421" y="517775"/>
                  </a:lnTo>
                  <a:lnTo>
                    <a:pt x="8125158" y="586251"/>
                  </a:lnTo>
                  <a:lnTo>
                    <a:pt x="8151487" y="629320"/>
                  </a:lnTo>
                  <a:lnTo>
                    <a:pt x="8185109" y="689132"/>
                  </a:lnTo>
                  <a:lnTo>
                    <a:pt x="8217952" y="752868"/>
                  </a:lnTo>
                  <a:lnTo>
                    <a:pt x="8250206" y="820611"/>
                  </a:lnTo>
                  <a:lnTo>
                    <a:pt x="8282028" y="892389"/>
                  </a:lnTo>
                  <a:lnTo>
                    <a:pt x="8313546" y="968178"/>
                  </a:lnTo>
                  <a:lnTo>
                    <a:pt x="8344863" y="1047894"/>
                  </a:lnTo>
                  <a:lnTo>
                    <a:pt x="8376063" y="1131387"/>
                  </a:lnTo>
                  <a:lnTo>
                    <a:pt x="8407209" y="1218443"/>
                  </a:lnTo>
                  <a:lnTo>
                    <a:pt x="8438344" y="1308779"/>
                  </a:lnTo>
                  <a:lnTo>
                    <a:pt x="8469500" y="1402050"/>
                  </a:lnTo>
                  <a:lnTo>
                    <a:pt x="8500693" y="1497848"/>
                  </a:lnTo>
                  <a:lnTo>
                    <a:pt x="8531928" y="1595708"/>
                  </a:lnTo>
                  <a:lnTo>
                    <a:pt x="8563202" y="1695121"/>
                  </a:lnTo>
                  <a:lnTo>
                    <a:pt x="8594504" y="1795542"/>
                  </a:lnTo>
                  <a:lnTo>
                    <a:pt x="8625819" y="1896399"/>
                  </a:lnTo>
                  <a:lnTo>
                    <a:pt x="8657129" y="1997115"/>
                  </a:lnTo>
                  <a:lnTo>
                    <a:pt x="8688419" y="2097110"/>
                  </a:lnTo>
                  <a:lnTo>
                    <a:pt x="8719675" y="2195827"/>
                  </a:lnTo>
                  <a:lnTo>
                    <a:pt x="8750890" y="2292735"/>
                  </a:lnTo>
                  <a:lnTo>
                    <a:pt x="8782063" y="2387345"/>
                  </a:lnTo>
                  <a:lnTo>
                    <a:pt x="8813206" y="2479222"/>
                  </a:lnTo>
                  <a:lnTo>
                    <a:pt x="8844342" y="2567986"/>
                  </a:lnTo>
                  <a:lnTo>
                    <a:pt x="8875507" y="2653323"/>
                  </a:lnTo>
                  <a:lnTo>
                    <a:pt x="8906756" y="2734983"/>
                  </a:lnTo>
                  <a:lnTo>
                    <a:pt x="8938160" y="2812784"/>
                  </a:lnTo>
                  <a:lnTo>
                    <a:pt x="8969813" y="2886610"/>
                  </a:lnTo>
                  <a:lnTo>
                    <a:pt x="9001829" y="2956405"/>
                  </a:lnTo>
                  <a:lnTo>
                    <a:pt x="9034351" y="3022172"/>
                  </a:lnTo>
                  <a:lnTo>
                    <a:pt x="9067551" y="3083968"/>
                  </a:lnTo>
                  <a:lnTo>
                    <a:pt x="9084767" y="3113912"/>
                  </a:lnTo>
                  <a:lnTo>
                    <a:pt x="9130246" y="3186254"/>
                  </a:lnTo>
                  <a:lnTo>
                    <a:pt x="9178007" y="3252002"/>
                  </a:lnTo>
                  <a:lnTo>
                    <a:pt x="9228713" y="3311424"/>
                  </a:lnTo>
                  <a:lnTo>
                    <a:pt x="9283094" y="3365010"/>
                  </a:lnTo>
                  <a:lnTo>
                    <a:pt x="9341899" y="3413336"/>
                  </a:lnTo>
                  <a:lnTo>
                    <a:pt x="9405853" y="3456982"/>
                  </a:lnTo>
                  <a:lnTo>
                    <a:pt x="9475598" y="3496484"/>
                  </a:lnTo>
                  <a:lnTo>
                    <a:pt x="9551613" y="3532300"/>
                  </a:lnTo>
                  <a:lnTo>
                    <a:pt x="9634107" y="3564798"/>
                  </a:lnTo>
                  <a:lnTo>
                    <a:pt x="9722888" y="3594246"/>
                  </a:lnTo>
                  <a:lnTo>
                    <a:pt x="9817206" y="3620810"/>
                  </a:lnTo>
                  <a:lnTo>
                    <a:pt x="9915607" y="3644561"/>
                  </a:lnTo>
                  <a:lnTo>
                    <a:pt x="10015832" y="3665494"/>
                  </a:lnTo>
                  <a:lnTo>
                    <a:pt x="10114823" y="3683553"/>
                  </a:lnTo>
                  <a:lnTo>
                    <a:pt x="10208905" y="3698679"/>
                  </a:lnTo>
                  <a:lnTo>
                    <a:pt x="10294167" y="3710856"/>
                  </a:lnTo>
                  <a:lnTo>
                    <a:pt x="10367027" y="3720164"/>
                  </a:lnTo>
                  <a:lnTo>
                    <a:pt x="10424860" y="3726813"/>
                  </a:lnTo>
                  <a:lnTo>
                    <a:pt x="10466526" y="3731143"/>
                  </a:lnTo>
                  <a:lnTo>
                    <a:pt x="10492667" y="3733609"/>
                  </a:lnTo>
                  <a:lnTo>
                    <a:pt x="10505714" y="3734731"/>
                  </a:lnTo>
                  <a:lnTo>
                    <a:pt x="10509688" y="3735043"/>
                  </a:lnTo>
                  <a:lnTo>
                    <a:pt x="10509911" y="3735060"/>
                  </a:lnTo>
                  <a:lnTo>
                    <a:pt x="11981298" y="3735060"/>
                  </a:lnTo>
                  <a:lnTo>
                    <a:pt x="11981298" y="3726887"/>
                  </a:lnTo>
                  <a:lnTo>
                    <a:pt x="10509911" y="3726887"/>
                  </a:lnTo>
                  <a:lnTo>
                    <a:pt x="10508822" y="3726805"/>
                  </a:lnTo>
                  <a:lnTo>
                    <a:pt x="10501656" y="3726220"/>
                  </a:lnTo>
                  <a:lnTo>
                    <a:pt x="10483567" y="3724605"/>
                  </a:lnTo>
                  <a:lnTo>
                    <a:pt x="10451167" y="3721424"/>
                  </a:lnTo>
                  <a:lnTo>
                    <a:pt x="10402752" y="3716180"/>
                  </a:lnTo>
                  <a:lnTo>
                    <a:pt x="10338438" y="3708459"/>
                  </a:lnTo>
                  <a:lnTo>
                    <a:pt x="10260033" y="3697976"/>
                  </a:lnTo>
                  <a:lnTo>
                    <a:pt x="10170637" y="3684576"/>
                  </a:lnTo>
                  <a:lnTo>
                    <a:pt x="10074042" y="3668225"/>
                  </a:lnTo>
                  <a:lnTo>
                    <a:pt x="9974120" y="3648963"/>
                  </a:lnTo>
                  <a:lnTo>
                    <a:pt x="9874326" y="3626854"/>
                  </a:lnTo>
                  <a:lnTo>
                    <a:pt x="9777395" y="3601936"/>
                  </a:lnTo>
                  <a:lnTo>
                    <a:pt x="9685246" y="3574187"/>
                  </a:lnTo>
                  <a:lnTo>
                    <a:pt x="9599023" y="3543497"/>
                  </a:lnTo>
                  <a:lnTo>
                    <a:pt x="9519226" y="3509658"/>
                  </a:lnTo>
                  <a:lnTo>
                    <a:pt x="9445862" y="3472359"/>
                  </a:lnTo>
                  <a:lnTo>
                    <a:pt x="9378594" y="3431195"/>
                  </a:lnTo>
                  <a:lnTo>
                    <a:pt x="9316865" y="3385671"/>
                  </a:lnTo>
                  <a:lnTo>
                    <a:pt x="9259990" y="3335230"/>
                  </a:lnTo>
                  <a:lnTo>
                    <a:pt x="9207227" y="3279286"/>
                  </a:lnTo>
                  <a:lnTo>
                    <a:pt x="9157832" y="3217284"/>
                  </a:lnTo>
                  <a:lnTo>
                    <a:pt x="9111095" y="3148808"/>
                  </a:lnTo>
                  <a:lnTo>
                    <a:pt x="9084767" y="3105739"/>
                  </a:lnTo>
                  <a:lnTo>
                    <a:pt x="9051144" y="3045928"/>
                  </a:lnTo>
                  <a:lnTo>
                    <a:pt x="9018301" y="2982191"/>
                  </a:lnTo>
                  <a:lnTo>
                    <a:pt x="8986047" y="2914448"/>
                  </a:lnTo>
                  <a:lnTo>
                    <a:pt x="8954225" y="2842670"/>
                  </a:lnTo>
                  <a:lnTo>
                    <a:pt x="8922708" y="2766881"/>
                  </a:lnTo>
                  <a:lnTo>
                    <a:pt x="8891390" y="2687165"/>
                  </a:lnTo>
                  <a:lnTo>
                    <a:pt x="8860190" y="2603672"/>
                  </a:lnTo>
                  <a:lnTo>
                    <a:pt x="8829045" y="2516617"/>
                  </a:lnTo>
                  <a:lnTo>
                    <a:pt x="8797909" y="2426280"/>
                  </a:lnTo>
                  <a:lnTo>
                    <a:pt x="8766753" y="2333009"/>
                  </a:lnTo>
                  <a:lnTo>
                    <a:pt x="8735560" y="2237212"/>
                  </a:lnTo>
                  <a:lnTo>
                    <a:pt x="8704325" y="2139351"/>
                  </a:lnTo>
                  <a:lnTo>
                    <a:pt x="8673051" y="2039938"/>
                  </a:lnTo>
                  <a:lnTo>
                    <a:pt x="8641749" y="1939518"/>
                  </a:lnTo>
                  <a:lnTo>
                    <a:pt x="8610434" y="1838660"/>
                  </a:lnTo>
                  <a:lnTo>
                    <a:pt x="8579124" y="1737945"/>
                  </a:lnTo>
                  <a:lnTo>
                    <a:pt x="8547834" y="1637949"/>
                  </a:lnTo>
                  <a:lnTo>
                    <a:pt x="8516578" y="1539232"/>
                  </a:lnTo>
                  <a:lnTo>
                    <a:pt x="8485364" y="1442325"/>
                  </a:lnTo>
                  <a:lnTo>
                    <a:pt x="8454190" y="1347714"/>
                  </a:lnTo>
                  <a:lnTo>
                    <a:pt x="8423047" y="1255837"/>
                  </a:lnTo>
                  <a:lnTo>
                    <a:pt x="8391912" y="1167073"/>
                  </a:lnTo>
                  <a:lnTo>
                    <a:pt x="8360746" y="1081736"/>
                  </a:lnTo>
                  <a:lnTo>
                    <a:pt x="8329497" y="1000076"/>
                  </a:lnTo>
                  <a:lnTo>
                    <a:pt x="8298093" y="922275"/>
                  </a:lnTo>
                  <a:lnTo>
                    <a:pt x="8266440" y="848450"/>
                  </a:lnTo>
                  <a:lnTo>
                    <a:pt x="8234424" y="778654"/>
                  </a:lnTo>
                  <a:lnTo>
                    <a:pt x="8201902" y="712887"/>
                  </a:lnTo>
                  <a:lnTo>
                    <a:pt x="8168702" y="651091"/>
                  </a:lnTo>
                  <a:lnTo>
                    <a:pt x="8151487" y="621147"/>
                  </a:lnTo>
                  <a:lnTo>
                    <a:pt x="8106007" y="548805"/>
                  </a:lnTo>
                  <a:lnTo>
                    <a:pt x="8058247" y="483057"/>
                  </a:lnTo>
                  <a:lnTo>
                    <a:pt x="8007540" y="423635"/>
                  </a:lnTo>
                  <a:lnTo>
                    <a:pt x="7953160" y="370049"/>
                  </a:lnTo>
                  <a:lnTo>
                    <a:pt x="7894354" y="321724"/>
                  </a:lnTo>
                  <a:lnTo>
                    <a:pt x="7830400" y="278077"/>
                  </a:lnTo>
                  <a:lnTo>
                    <a:pt x="7760655" y="238575"/>
                  </a:lnTo>
                  <a:lnTo>
                    <a:pt x="7684640" y="202759"/>
                  </a:lnTo>
                  <a:lnTo>
                    <a:pt x="7602146" y="170261"/>
                  </a:lnTo>
                  <a:lnTo>
                    <a:pt x="7513366" y="140814"/>
                  </a:lnTo>
                  <a:lnTo>
                    <a:pt x="7419047" y="114250"/>
                  </a:lnTo>
                  <a:lnTo>
                    <a:pt x="7320646" y="90498"/>
                  </a:lnTo>
                  <a:lnTo>
                    <a:pt x="7220421" y="69565"/>
                  </a:lnTo>
                  <a:lnTo>
                    <a:pt x="7121430" y="51506"/>
                  </a:lnTo>
                  <a:lnTo>
                    <a:pt x="7027349" y="36380"/>
                  </a:lnTo>
                  <a:lnTo>
                    <a:pt x="6942087" y="24203"/>
                  </a:lnTo>
                  <a:lnTo>
                    <a:pt x="6869226" y="14895"/>
                  </a:lnTo>
                  <a:lnTo>
                    <a:pt x="6811393" y="8247"/>
                  </a:lnTo>
                  <a:lnTo>
                    <a:pt x="6769727" y="3916"/>
                  </a:lnTo>
                  <a:lnTo>
                    <a:pt x="6743586" y="1450"/>
                  </a:lnTo>
                  <a:lnTo>
                    <a:pt x="6730539" y="329"/>
                  </a:lnTo>
                  <a:lnTo>
                    <a:pt x="6726565" y="16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026" y="78"/>
                  </a:lnTo>
                  <a:lnTo>
                    <a:pt x="5247891" y="640"/>
                  </a:lnTo>
                  <a:lnTo>
                    <a:pt x="5232335" y="2192"/>
                  </a:lnTo>
                  <a:lnTo>
                    <a:pt x="5204298" y="5251"/>
                  </a:lnTo>
                  <a:lnTo>
                    <a:pt x="5162053" y="10307"/>
                  </a:lnTo>
                  <a:lnTo>
                    <a:pt x="5105334" y="17781"/>
                  </a:lnTo>
                  <a:lnTo>
                    <a:pt x="5035294" y="27987"/>
                  </a:lnTo>
                  <a:lnTo>
                    <a:pt x="4954254" y="41115"/>
                  </a:lnTo>
                  <a:lnTo>
                    <a:pt x="4865280" y="57241"/>
                  </a:lnTo>
                  <a:lnTo>
                    <a:pt x="4771704" y="76350"/>
                  </a:lnTo>
                  <a:lnTo>
                    <a:pt x="4676691" y="98387"/>
                  </a:lnTo>
                  <a:lnTo>
                    <a:pt x="4582926" y="123294"/>
                  </a:lnTo>
                  <a:lnTo>
                    <a:pt x="4492464" y="151053"/>
                  </a:lnTo>
                  <a:lnTo>
                    <a:pt x="4406701" y="181714"/>
                  </a:lnTo>
                  <a:lnTo>
                    <a:pt x="4326435" y="215409"/>
                  </a:lnTo>
                  <a:lnTo>
                    <a:pt x="4251975" y="252361"/>
                  </a:lnTo>
                  <a:lnTo>
                    <a:pt x="4183264" y="292888"/>
                  </a:lnTo>
                  <a:lnTo>
                    <a:pt x="4119981" y="337393"/>
                  </a:lnTo>
                  <a:lnTo>
                    <a:pt x="4061640" y="386358"/>
                  </a:lnTo>
                  <a:lnTo>
                    <a:pt x="4007656" y="440322"/>
                  </a:lnTo>
                  <a:lnTo>
                    <a:pt x="3957397" y="499850"/>
                  </a:lnTo>
                  <a:lnTo>
                    <a:pt x="3910227" y="565482"/>
                  </a:lnTo>
                  <a:lnTo>
                    <a:pt x="3865537" y="637645"/>
                  </a:lnTo>
                  <a:lnTo>
                    <a:pt x="3829811" y="702877"/>
                  </a:lnTo>
                  <a:lnTo>
                    <a:pt x="3797965" y="766829"/>
                  </a:lnTo>
                  <a:lnTo>
                    <a:pt x="3766826" y="834755"/>
                  </a:lnTo>
                  <a:lnTo>
                    <a:pt x="3736231" y="906736"/>
                  </a:lnTo>
                  <a:lnTo>
                    <a:pt x="3706045" y="982808"/>
                  </a:lnTo>
                  <a:lnTo>
                    <a:pt x="3676153" y="1062957"/>
                  </a:lnTo>
                  <a:lnTo>
                    <a:pt x="3646464" y="1147117"/>
                  </a:lnTo>
                  <a:lnTo>
                    <a:pt x="3616901" y="1235162"/>
                  </a:lnTo>
                  <a:lnTo>
                    <a:pt x="3587406" y="1326910"/>
                  </a:lnTo>
                  <a:lnTo>
                    <a:pt x="3557935" y="1422114"/>
                  </a:lnTo>
                  <a:lnTo>
                    <a:pt x="3528458" y="1520472"/>
                  </a:lnTo>
                  <a:lnTo>
                    <a:pt x="3498953" y="1621619"/>
                  </a:lnTo>
                  <a:lnTo>
                    <a:pt x="3469413" y="1725141"/>
                  </a:lnTo>
                  <a:lnTo>
                    <a:pt x="3439834" y="1830575"/>
                  </a:lnTo>
                  <a:lnTo>
                    <a:pt x="3410223" y="1937418"/>
                  </a:lnTo>
                  <a:lnTo>
                    <a:pt x="3380591" y="2045138"/>
                  </a:lnTo>
                  <a:lnTo>
                    <a:pt x="3350950" y="2153186"/>
                  </a:lnTo>
                  <a:lnTo>
                    <a:pt x="3321315" y="2261004"/>
                  </a:lnTo>
                  <a:lnTo>
                    <a:pt x="3291699" y="2368040"/>
                  </a:lnTo>
                  <a:lnTo>
                    <a:pt x="3262114" y="2473758"/>
                  </a:lnTo>
                  <a:lnTo>
                    <a:pt x="3232567" y="2577650"/>
                  </a:lnTo>
                  <a:lnTo>
                    <a:pt x="3203057" y="2679245"/>
                  </a:lnTo>
                  <a:lnTo>
                    <a:pt x="3173575" y="2778120"/>
                  </a:lnTo>
                  <a:lnTo>
                    <a:pt x="3144106" y="2873901"/>
                  </a:lnTo>
                  <a:lnTo>
                    <a:pt x="3114618" y="2966274"/>
                  </a:lnTo>
                  <a:lnTo>
                    <a:pt x="3085071" y="3054984"/>
                  </a:lnTo>
                  <a:lnTo>
                    <a:pt x="3055408" y="3139836"/>
                  </a:lnTo>
                  <a:lnTo>
                    <a:pt x="3025558" y="3220695"/>
                  </a:lnTo>
                  <a:lnTo>
                    <a:pt x="2995431" y="3297484"/>
                  </a:lnTo>
                  <a:lnTo>
                    <a:pt x="2964917" y="3370182"/>
                  </a:lnTo>
                  <a:lnTo>
                    <a:pt x="2933885" y="3438814"/>
                  </a:lnTo>
                  <a:lnTo>
                    <a:pt x="2902176" y="3503455"/>
                  </a:lnTo>
                  <a:lnTo>
                    <a:pt x="2896531" y="3514389"/>
                  </a:lnTo>
                  <a:lnTo>
                    <a:pt x="2853485" y="3592147"/>
                  </a:lnTo>
                  <a:lnTo>
                    <a:pt x="2808422" y="3663196"/>
                  </a:lnTo>
                  <a:lnTo>
                    <a:pt x="2760779" y="3727774"/>
                  </a:lnTo>
                  <a:lnTo>
                    <a:pt x="2709942" y="3786334"/>
                  </a:lnTo>
                  <a:lnTo>
                    <a:pt x="2655273" y="3839423"/>
                  </a:lnTo>
                  <a:lnTo>
                    <a:pt x="2596145" y="3887607"/>
                  </a:lnTo>
                  <a:lnTo>
                    <a:pt x="2531985" y="3931415"/>
                  </a:lnTo>
                  <a:lnTo>
                    <a:pt x="2462330" y="3971319"/>
                  </a:lnTo>
                  <a:lnTo>
                    <a:pt x="2386896" y="4007708"/>
                  </a:lnTo>
                  <a:lnTo>
                    <a:pt x="2305677" y="4040882"/>
                  </a:lnTo>
                  <a:lnTo>
                    <a:pt x="2219058" y="4071051"/>
                  </a:lnTo>
                  <a:lnTo>
                    <a:pt x="2127930" y="4098333"/>
                  </a:lnTo>
                  <a:lnTo>
                    <a:pt x="2033796" y="4122763"/>
                  </a:lnTo>
                  <a:lnTo>
                    <a:pt x="1938820" y="4144315"/>
                  </a:lnTo>
                  <a:lnTo>
                    <a:pt x="1845784" y="4162929"/>
                  </a:lnTo>
                  <a:lnTo>
                    <a:pt x="1757905" y="4178553"/>
                  </a:lnTo>
                  <a:lnTo>
                    <a:pt x="1678504" y="4191185"/>
                  </a:lnTo>
                  <a:lnTo>
                    <a:pt x="1610555" y="4200918"/>
                  </a:lnTo>
                  <a:lnTo>
                    <a:pt x="1556211" y="4207962"/>
                  </a:lnTo>
                  <a:lnTo>
                    <a:pt x="1516399" y="4212653"/>
                  </a:lnTo>
                  <a:lnTo>
                    <a:pt x="1490607" y="4215424"/>
                  </a:lnTo>
                  <a:lnTo>
                    <a:pt x="1476871" y="4216775"/>
                  </a:lnTo>
                  <a:lnTo>
                    <a:pt x="1471929" y="4217221"/>
                  </a:lnTo>
                  <a:lnTo>
                    <a:pt x="1471387" y="4217267"/>
                  </a:lnTo>
                  <a:lnTo>
                    <a:pt x="0" y="4217267"/>
                  </a:lnTo>
                  <a:close/>
                </a:path>
              </a:pathLst>
            </a:custGeom>
            <a:solidFill>
              <a:srgbClr val="E78AC3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443" name="pl1443"/>
            <p:cNvSpPr/>
            <p:nvPr/>
          </p:nvSpPr>
          <p:spPr>
            <a:xfrm>
              <a:off x="4799595" y="4603812"/>
              <a:ext cx="11981298" cy="4217267"/>
            </a:xfrm>
            <a:custGeom>
              <a:avLst/>
              <a:pathLst>
                <a:path w="11981298" h="4217267">
                  <a:moveTo>
                    <a:pt x="0" y="4217267"/>
                  </a:moveTo>
                  <a:lnTo>
                    <a:pt x="1471387" y="4217267"/>
                  </a:lnTo>
                  <a:lnTo>
                    <a:pt x="1472316" y="4217188"/>
                  </a:lnTo>
                  <a:lnTo>
                    <a:pt x="1478452" y="4216626"/>
                  </a:lnTo>
                  <a:lnTo>
                    <a:pt x="1494007" y="4215074"/>
                  </a:lnTo>
                  <a:lnTo>
                    <a:pt x="1522044" y="4212015"/>
                  </a:lnTo>
                  <a:lnTo>
                    <a:pt x="1564289" y="4206959"/>
                  </a:lnTo>
                  <a:lnTo>
                    <a:pt x="1621008" y="4199486"/>
                  </a:lnTo>
                  <a:lnTo>
                    <a:pt x="1691048" y="4189280"/>
                  </a:lnTo>
                  <a:lnTo>
                    <a:pt x="1772088" y="4176151"/>
                  </a:lnTo>
                  <a:lnTo>
                    <a:pt x="1861062" y="4160026"/>
                  </a:lnTo>
                  <a:lnTo>
                    <a:pt x="1954638" y="4140916"/>
                  </a:lnTo>
                  <a:lnTo>
                    <a:pt x="2049651" y="4118880"/>
                  </a:lnTo>
                  <a:lnTo>
                    <a:pt x="2143416" y="4093973"/>
                  </a:lnTo>
                  <a:lnTo>
                    <a:pt x="2233878" y="4066213"/>
                  </a:lnTo>
                  <a:lnTo>
                    <a:pt x="2319641" y="4035552"/>
                  </a:lnTo>
                  <a:lnTo>
                    <a:pt x="2399907" y="4001858"/>
                  </a:lnTo>
                  <a:lnTo>
                    <a:pt x="2474367" y="3964905"/>
                  </a:lnTo>
                  <a:lnTo>
                    <a:pt x="2543078" y="3924378"/>
                  </a:lnTo>
                  <a:lnTo>
                    <a:pt x="2606361" y="3879873"/>
                  </a:lnTo>
                  <a:lnTo>
                    <a:pt x="2664702" y="3830908"/>
                  </a:lnTo>
                  <a:lnTo>
                    <a:pt x="2718687" y="3776944"/>
                  </a:lnTo>
                  <a:lnTo>
                    <a:pt x="2768945" y="3717416"/>
                  </a:lnTo>
                  <a:lnTo>
                    <a:pt x="2816115" y="3651784"/>
                  </a:lnTo>
                  <a:lnTo>
                    <a:pt x="2860805" y="3579622"/>
                  </a:lnTo>
                  <a:lnTo>
                    <a:pt x="2896531" y="3514389"/>
                  </a:lnTo>
                  <a:lnTo>
                    <a:pt x="2928378" y="3450437"/>
                  </a:lnTo>
                  <a:lnTo>
                    <a:pt x="2959516" y="3382511"/>
                  </a:lnTo>
                  <a:lnTo>
                    <a:pt x="2990111" y="3310530"/>
                  </a:lnTo>
                  <a:lnTo>
                    <a:pt x="3020297" y="3234458"/>
                  </a:lnTo>
                  <a:lnTo>
                    <a:pt x="3050189" y="3154309"/>
                  </a:lnTo>
                  <a:lnTo>
                    <a:pt x="3079879" y="3070149"/>
                  </a:lnTo>
                  <a:lnTo>
                    <a:pt x="3109442" y="2982104"/>
                  </a:lnTo>
                  <a:lnTo>
                    <a:pt x="3138936" y="2890356"/>
                  </a:lnTo>
                  <a:lnTo>
                    <a:pt x="3168407" y="2795152"/>
                  </a:lnTo>
                  <a:lnTo>
                    <a:pt x="3197884" y="2696795"/>
                  </a:lnTo>
                  <a:lnTo>
                    <a:pt x="3227389" y="2595647"/>
                  </a:lnTo>
                  <a:lnTo>
                    <a:pt x="3256930" y="2492125"/>
                  </a:lnTo>
                  <a:lnTo>
                    <a:pt x="3286508" y="2386691"/>
                  </a:lnTo>
                  <a:lnTo>
                    <a:pt x="3316119" y="2279849"/>
                  </a:lnTo>
                  <a:lnTo>
                    <a:pt x="3345751" y="2172128"/>
                  </a:lnTo>
                  <a:lnTo>
                    <a:pt x="3375392" y="2064080"/>
                  </a:lnTo>
                  <a:lnTo>
                    <a:pt x="3405028" y="1956262"/>
                  </a:lnTo>
                  <a:lnTo>
                    <a:pt x="3434643" y="1849226"/>
                  </a:lnTo>
                  <a:lnTo>
                    <a:pt x="3464228" y="1743508"/>
                  </a:lnTo>
                  <a:lnTo>
                    <a:pt x="3493775" y="1639616"/>
                  </a:lnTo>
                  <a:lnTo>
                    <a:pt x="3523285" y="1538021"/>
                  </a:lnTo>
                  <a:lnTo>
                    <a:pt x="3552767" y="1439146"/>
                  </a:lnTo>
                  <a:lnTo>
                    <a:pt x="3582237" y="1343365"/>
                  </a:lnTo>
                  <a:lnTo>
                    <a:pt x="3611724" y="1250992"/>
                  </a:lnTo>
                  <a:lnTo>
                    <a:pt x="3641271" y="1162282"/>
                  </a:lnTo>
                  <a:lnTo>
                    <a:pt x="3670934" y="1077431"/>
                  </a:lnTo>
                  <a:lnTo>
                    <a:pt x="3700784" y="996571"/>
                  </a:lnTo>
                  <a:lnTo>
                    <a:pt x="3730911" y="919782"/>
                  </a:lnTo>
                  <a:lnTo>
                    <a:pt x="3761425" y="847084"/>
                  </a:lnTo>
                  <a:lnTo>
                    <a:pt x="3792457" y="778452"/>
                  </a:lnTo>
                  <a:lnTo>
                    <a:pt x="3824166" y="713811"/>
                  </a:lnTo>
                  <a:lnTo>
                    <a:pt x="3829811" y="702877"/>
                  </a:lnTo>
                  <a:lnTo>
                    <a:pt x="3872857" y="625119"/>
                  </a:lnTo>
                  <a:lnTo>
                    <a:pt x="3917921" y="554070"/>
                  </a:lnTo>
                  <a:lnTo>
                    <a:pt x="3965563" y="489492"/>
                  </a:lnTo>
                  <a:lnTo>
                    <a:pt x="4016400" y="430932"/>
                  </a:lnTo>
                  <a:lnTo>
                    <a:pt x="4071069" y="377843"/>
                  </a:lnTo>
                  <a:lnTo>
                    <a:pt x="4130197" y="329660"/>
                  </a:lnTo>
                  <a:lnTo>
                    <a:pt x="4194357" y="285851"/>
                  </a:lnTo>
                  <a:lnTo>
                    <a:pt x="4264012" y="245947"/>
                  </a:lnTo>
                  <a:lnTo>
                    <a:pt x="4339447" y="209559"/>
                  </a:lnTo>
                  <a:lnTo>
                    <a:pt x="4420665" y="176384"/>
                  </a:lnTo>
                  <a:lnTo>
                    <a:pt x="4507284" y="146215"/>
                  </a:lnTo>
                  <a:lnTo>
                    <a:pt x="4598412" y="118933"/>
                  </a:lnTo>
                  <a:lnTo>
                    <a:pt x="4692546" y="94503"/>
                  </a:lnTo>
                  <a:lnTo>
                    <a:pt x="4787522" y="72951"/>
                  </a:lnTo>
                  <a:lnTo>
                    <a:pt x="4880558" y="54337"/>
                  </a:lnTo>
                  <a:lnTo>
                    <a:pt x="4968437" y="38714"/>
                  </a:lnTo>
                  <a:lnTo>
                    <a:pt x="5047838" y="26081"/>
                  </a:lnTo>
                  <a:lnTo>
                    <a:pt x="5115787" y="16349"/>
                  </a:lnTo>
                  <a:lnTo>
                    <a:pt x="5170131" y="9304"/>
                  </a:lnTo>
                  <a:lnTo>
                    <a:pt x="5209943" y="4613"/>
                  </a:lnTo>
                  <a:lnTo>
                    <a:pt x="5235735" y="1842"/>
                  </a:lnTo>
                  <a:lnTo>
                    <a:pt x="5249471" y="491"/>
                  </a:lnTo>
                  <a:lnTo>
                    <a:pt x="5254413" y="45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432" y="81"/>
                  </a:lnTo>
                  <a:lnTo>
                    <a:pt x="6734598" y="666"/>
                  </a:lnTo>
                  <a:lnTo>
                    <a:pt x="6752686" y="2281"/>
                  </a:lnTo>
                  <a:lnTo>
                    <a:pt x="6785086" y="5462"/>
                  </a:lnTo>
                  <a:lnTo>
                    <a:pt x="6833501" y="10707"/>
                  </a:lnTo>
                  <a:lnTo>
                    <a:pt x="6897815" y="18427"/>
                  </a:lnTo>
                  <a:lnTo>
                    <a:pt x="6976220" y="28911"/>
                  </a:lnTo>
                  <a:lnTo>
                    <a:pt x="7065617" y="42310"/>
                  </a:lnTo>
                  <a:lnTo>
                    <a:pt x="7162212" y="58661"/>
                  </a:lnTo>
                  <a:lnTo>
                    <a:pt x="7262133" y="77923"/>
                  </a:lnTo>
                  <a:lnTo>
                    <a:pt x="7361928" y="100033"/>
                  </a:lnTo>
                  <a:lnTo>
                    <a:pt x="7458858" y="124950"/>
                  </a:lnTo>
                  <a:lnTo>
                    <a:pt x="7551008" y="152699"/>
                  </a:lnTo>
                  <a:lnTo>
                    <a:pt x="7637230" y="183389"/>
                  </a:lnTo>
                  <a:lnTo>
                    <a:pt x="7717027" y="217229"/>
                  </a:lnTo>
                  <a:lnTo>
                    <a:pt x="7790391" y="254527"/>
                  </a:lnTo>
                  <a:lnTo>
                    <a:pt x="7857659" y="295691"/>
                  </a:lnTo>
                  <a:lnTo>
                    <a:pt x="7919389" y="341215"/>
                  </a:lnTo>
                  <a:lnTo>
                    <a:pt x="7976264" y="391656"/>
                  </a:lnTo>
                  <a:lnTo>
                    <a:pt x="8029026" y="447601"/>
                  </a:lnTo>
                  <a:lnTo>
                    <a:pt x="8078421" y="509602"/>
                  </a:lnTo>
                  <a:lnTo>
                    <a:pt x="8125158" y="578078"/>
                  </a:lnTo>
                  <a:lnTo>
                    <a:pt x="8151487" y="621147"/>
                  </a:lnTo>
                  <a:lnTo>
                    <a:pt x="8185109" y="680959"/>
                  </a:lnTo>
                  <a:lnTo>
                    <a:pt x="8217952" y="744695"/>
                  </a:lnTo>
                  <a:lnTo>
                    <a:pt x="8250206" y="812438"/>
                  </a:lnTo>
                  <a:lnTo>
                    <a:pt x="8282028" y="884216"/>
                  </a:lnTo>
                  <a:lnTo>
                    <a:pt x="8313546" y="960005"/>
                  </a:lnTo>
                  <a:lnTo>
                    <a:pt x="8344863" y="1039721"/>
                  </a:lnTo>
                  <a:lnTo>
                    <a:pt x="8376063" y="1123214"/>
                  </a:lnTo>
                  <a:lnTo>
                    <a:pt x="8407209" y="1210270"/>
                  </a:lnTo>
                  <a:lnTo>
                    <a:pt x="8438344" y="1300606"/>
                  </a:lnTo>
                  <a:lnTo>
                    <a:pt x="8469500" y="1393877"/>
                  </a:lnTo>
                  <a:lnTo>
                    <a:pt x="8500693" y="1489675"/>
                  </a:lnTo>
                  <a:lnTo>
                    <a:pt x="8531928" y="1587535"/>
                  </a:lnTo>
                  <a:lnTo>
                    <a:pt x="8563202" y="1686948"/>
                  </a:lnTo>
                  <a:lnTo>
                    <a:pt x="8594504" y="1787369"/>
                  </a:lnTo>
                  <a:lnTo>
                    <a:pt x="8625819" y="1888226"/>
                  </a:lnTo>
                  <a:lnTo>
                    <a:pt x="8657129" y="1988942"/>
                  </a:lnTo>
                  <a:lnTo>
                    <a:pt x="8688419" y="2088937"/>
                  </a:lnTo>
                  <a:lnTo>
                    <a:pt x="8719675" y="2187654"/>
                  </a:lnTo>
                  <a:lnTo>
                    <a:pt x="8750890" y="2284562"/>
                  </a:lnTo>
                  <a:lnTo>
                    <a:pt x="8782063" y="2379172"/>
                  </a:lnTo>
                  <a:lnTo>
                    <a:pt x="8813206" y="2471049"/>
                  </a:lnTo>
                  <a:lnTo>
                    <a:pt x="8844342" y="2559813"/>
                  </a:lnTo>
                  <a:lnTo>
                    <a:pt x="8875507" y="2645150"/>
                  </a:lnTo>
                  <a:lnTo>
                    <a:pt x="8906756" y="2726810"/>
                  </a:lnTo>
                  <a:lnTo>
                    <a:pt x="8938160" y="2804611"/>
                  </a:lnTo>
                  <a:lnTo>
                    <a:pt x="8969813" y="2878437"/>
                  </a:lnTo>
                  <a:lnTo>
                    <a:pt x="9001829" y="2948232"/>
                  </a:lnTo>
                  <a:lnTo>
                    <a:pt x="9034351" y="3013999"/>
                  </a:lnTo>
                  <a:lnTo>
                    <a:pt x="9067551" y="3075795"/>
                  </a:lnTo>
                  <a:lnTo>
                    <a:pt x="9084767" y="3105739"/>
                  </a:lnTo>
                  <a:lnTo>
                    <a:pt x="9130246" y="3178081"/>
                  </a:lnTo>
                  <a:lnTo>
                    <a:pt x="9178007" y="3243829"/>
                  </a:lnTo>
                  <a:lnTo>
                    <a:pt x="9228713" y="3303251"/>
                  </a:lnTo>
                  <a:lnTo>
                    <a:pt x="9283094" y="3356837"/>
                  </a:lnTo>
                  <a:lnTo>
                    <a:pt x="9341899" y="3405163"/>
                  </a:lnTo>
                  <a:lnTo>
                    <a:pt x="9405853" y="3448809"/>
                  </a:lnTo>
                  <a:lnTo>
                    <a:pt x="9475598" y="3488311"/>
                  </a:lnTo>
                  <a:lnTo>
                    <a:pt x="9551613" y="3524127"/>
                  </a:lnTo>
                  <a:lnTo>
                    <a:pt x="9634107" y="3556625"/>
                  </a:lnTo>
                  <a:lnTo>
                    <a:pt x="9722888" y="3586073"/>
                  </a:lnTo>
                  <a:lnTo>
                    <a:pt x="9817206" y="3612637"/>
                  </a:lnTo>
                  <a:lnTo>
                    <a:pt x="9915607" y="3636388"/>
                  </a:lnTo>
                  <a:lnTo>
                    <a:pt x="10015832" y="3657321"/>
                  </a:lnTo>
                  <a:lnTo>
                    <a:pt x="10114823" y="3675380"/>
                  </a:lnTo>
                  <a:lnTo>
                    <a:pt x="10208905" y="3690506"/>
                  </a:lnTo>
                  <a:lnTo>
                    <a:pt x="10294167" y="3702683"/>
                  </a:lnTo>
                  <a:lnTo>
                    <a:pt x="10367027" y="3711991"/>
                  </a:lnTo>
                  <a:lnTo>
                    <a:pt x="10424860" y="3718640"/>
                  </a:lnTo>
                  <a:lnTo>
                    <a:pt x="10466526" y="3722970"/>
                  </a:lnTo>
                  <a:lnTo>
                    <a:pt x="10492667" y="3725436"/>
                  </a:lnTo>
                  <a:lnTo>
                    <a:pt x="10505714" y="3726558"/>
                  </a:lnTo>
                  <a:lnTo>
                    <a:pt x="10509688" y="3726870"/>
                  </a:lnTo>
                  <a:lnTo>
                    <a:pt x="10509911" y="3726887"/>
                  </a:lnTo>
                  <a:lnTo>
                    <a:pt x="11981298" y="372688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44" name="pl1444"/>
            <p:cNvSpPr/>
            <p:nvPr/>
          </p:nvSpPr>
          <p:spPr>
            <a:xfrm>
              <a:off x="4799595" y="4595639"/>
              <a:ext cx="11981298" cy="4217267"/>
            </a:xfrm>
            <a:custGeom>
              <a:avLst/>
              <a:pathLst>
                <a:path w="11981298" h="4217267">
                  <a:moveTo>
                    <a:pt x="11981298" y="3726887"/>
                  </a:moveTo>
                  <a:lnTo>
                    <a:pt x="10509911" y="3726887"/>
                  </a:lnTo>
                  <a:lnTo>
                    <a:pt x="10508822" y="3726805"/>
                  </a:lnTo>
                  <a:lnTo>
                    <a:pt x="10501656" y="3726220"/>
                  </a:lnTo>
                  <a:lnTo>
                    <a:pt x="10483567" y="3724605"/>
                  </a:lnTo>
                  <a:lnTo>
                    <a:pt x="10451167" y="3721424"/>
                  </a:lnTo>
                  <a:lnTo>
                    <a:pt x="10402752" y="3716180"/>
                  </a:lnTo>
                  <a:lnTo>
                    <a:pt x="10338438" y="3708459"/>
                  </a:lnTo>
                  <a:lnTo>
                    <a:pt x="10260033" y="3697976"/>
                  </a:lnTo>
                  <a:lnTo>
                    <a:pt x="10170637" y="3684576"/>
                  </a:lnTo>
                  <a:lnTo>
                    <a:pt x="10074042" y="3668225"/>
                  </a:lnTo>
                  <a:lnTo>
                    <a:pt x="9974120" y="3648963"/>
                  </a:lnTo>
                  <a:lnTo>
                    <a:pt x="9874326" y="3626854"/>
                  </a:lnTo>
                  <a:lnTo>
                    <a:pt x="9777395" y="3601936"/>
                  </a:lnTo>
                  <a:lnTo>
                    <a:pt x="9685246" y="3574187"/>
                  </a:lnTo>
                  <a:lnTo>
                    <a:pt x="9599023" y="3543497"/>
                  </a:lnTo>
                  <a:lnTo>
                    <a:pt x="9519226" y="3509658"/>
                  </a:lnTo>
                  <a:lnTo>
                    <a:pt x="9445862" y="3472359"/>
                  </a:lnTo>
                  <a:lnTo>
                    <a:pt x="9378594" y="3431195"/>
                  </a:lnTo>
                  <a:lnTo>
                    <a:pt x="9316865" y="3385671"/>
                  </a:lnTo>
                  <a:lnTo>
                    <a:pt x="9259990" y="3335230"/>
                  </a:lnTo>
                  <a:lnTo>
                    <a:pt x="9207227" y="3279286"/>
                  </a:lnTo>
                  <a:lnTo>
                    <a:pt x="9157832" y="3217284"/>
                  </a:lnTo>
                  <a:lnTo>
                    <a:pt x="9111095" y="3148808"/>
                  </a:lnTo>
                  <a:lnTo>
                    <a:pt x="9084767" y="3105739"/>
                  </a:lnTo>
                  <a:lnTo>
                    <a:pt x="9051144" y="3045928"/>
                  </a:lnTo>
                  <a:lnTo>
                    <a:pt x="9018301" y="2982191"/>
                  </a:lnTo>
                  <a:lnTo>
                    <a:pt x="8986047" y="2914448"/>
                  </a:lnTo>
                  <a:lnTo>
                    <a:pt x="8954225" y="2842670"/>
                  </a:lnTo>
                  <a:lnTo>
                    <a:pt x="8922708" y="2766881"/>
                  </a:lnTo>
                  <a:lnTo>
                    <a:pt x="8891390" y="2687165"/>
                  </a:lnTo>
                  <a:lnTo>
                    <a:pt x="8860190" y="2603672"/>
                  </a:lnTo>
                  <a:lnTo>
                    <a:pt x="8829045" y="2516617"/>
                  </a:lnTo>
                  <a:lnTo>
                    <a:pt x="8797909" y="2426280"/>
                  </a:lnTo>
                  <a:lnTo>
                    <a:pt x="8766753" y="2333009"/>
                  </a:lnTo>
                  <a:lnTo>
                    <a:pt x="8735560" y="2237212"/>
                  </a:lnTo>
                  <a:lnTo>
                    <a:pt x="8704325" y="2139351"/>
                  </a:lnTo>
                  <a:lnTo>
                    <a:pt x="8673051" y="2039938"/>
                  </a:lnTo>
                  <a:lnTo>
                    <a:pt x="8641749" y="1939518"/>
                  </a:lnTo>
                  <a:lnTo>
                    <a:pt x="8610434" y="1838660"/>
                  </a:lnTo>
                  <a:lnTo>
                    <a:pt x="8579124" y="1737945"/>
                  </a:lnTo>
                  <a:lnTo>
                    <a:pt x="8547834" y="1637949"/>
                  </a:lnTo>
                  <a:lnTo>
                    <a:pt x="8516578" y="1539232"/>
                  </a:lnTo>
                  <a:lnTo>
                    <a:pt x="8485364" y="1442325"/>
                  </a:lnTo>
                  <a:lnTo>
                    <a:pt x="8454190" y="1347714"/>
                  </a:lnTo>
                  <a:lnTo>
                    <a:pt x="8423047" y="1255837"/>
                  </a:lnTo>
                  <a:lnTo>
                    <a:pt x="8391912" y="1167073"/>
                  </a:lnTo>
                  <a:lnTo>
                    <a:pt x="8360746" y="1081736"/>
                  </a:lnTo>
                  <a:lnTo>
                    <a:pt x="8329497" y="1000076"/>
                  </a:lnTo>
                  <a:lnTo>
                    <a:pt x="8298093" y="922275"/>
                  </a:lnTo>
                  <a:lnTo>
                    <a:pt x="8266440" y="848450"/>
                  </a:lnTo>
                  <a:lnTo>
                    <a:pt x="8234424" y="778654"/>
                  </a:lnTo>
                  <a:lnTo>
                    <a:pt x="8201902" y="712887"/>
                  </a:lnTo>
                  <a:lnTo>
                    <a:pt x="8168702" y="651091"/>
                  </a:lnTo>
                  <a:lnTo>
                    <a:pt x="8151487" y="621147"/>
                  </a:lnTo>
                  <a:lnTo>
                    <a:pt x="8106007" y="548805"/>
                  </a:lnTo>
                  <a:lnTo>
                    <a:pt x="8058247" y="483057"/>
                  </a:lnTo>
                  <a:lnTo>
                    <a:pt x="8007540" y="423635"/>
                  </a:lnTo>
                  <a:lnTo>
                    <a:pt x="7953160" y="370049"/>
                  </a:lnTo>
                  <a:lnTo>
                    <a:pt x="7894354" y="321724"/>
                  </a:lnTo>
                  <a:lnTo>
                    <a:pt x="7830400" y="278077"/>
                  </a:lnTo>
                  <a:lnTo>
                    <a:pt x="7760655" y="238575"/>
                  </a:lnTo>
                  <a:lnTo>
                    <a:pt x="7684640" y="202759"/>
                  </a:lnTo>
                  <a:lnTo>
                    <a:pt x="7602146" y="170261"/>
                  </a:lnTo>
                  <a:lnTo>
                    <a:pt x="7513366" y="140814"/>
                  </a:lnTo>
                  <a:lnTo>
                    <a:pt x="7419047" y="114250"/>
                  </a:lnTo>
                  <a:lnTo>
                    <a:pt x="7320646" y="90498"/>
                  </a:lnTo>
                  <a:lnTo>
                    <a:pt x="7220421" y="69565"/>
                  </a:lnTo>
                  <a:lnTo>
                    <a:pt x="7121430" y="51506"/>
                  </a:lnTo>
                  <a:lnTo>
                    <a:pt x="7027349" y="36380"/>
                  </a:lnTo>
                  <a:lnTo>
                    <a:pt x="6942087" y="24203"/>
                  </a:lnTo>
                  <a:lnTo>
                    <a:pt x="6869226" y="14895"/>
                  </a:lnTo>
                  <a:lnTo>
                    <a:pt x="6811393" y="8247"/>
                  </a:lnTo>
                  <a:lnTo>
                    <a:pt x="6769727" y="3916"/>
                  </a:lnTo>
                  <a:lnTo>
                    <a:pt x="6743586" y="1450"/>
                  </a:lnTo>
                  <a:lnTo>
                    <a:pt x="6730539" y="329"/>
                  </a:lnTo>
                  <a:lnTo>
                    <a:pt x="6726565" y="16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026" y="78"/>
                  </a:lnTo>
                  <a:lnTo>
                    <a:pt x="5247891" y="640"/>
                  </a:lnTo>
                  <a:lnTo>
                    <a:pt x="5232335" y="2192"/>
                  </a:lnTo>
                  <a:lnTo>
                    <a:pt x="5204298" y="5251"/>
                  </a:lnTo>
                  <a:lnTo>
                    <a:pt x="5162053" y="10307"/>
                  </a:lnTo>
                  <a:lnTo>
                    <a:pt x="5105334" y="17781"/>
                  </a:lnTo>
                  <a:lnTo>
                    <a:pt x="5035294" y="27987"/>
                  </a:lnTo>
                  <a:lnTo>
                    <a:pt x="4954254" y="41115"/>
                  </a:lnTo>
                  <a:lnTo>
                    <a:pt x="4865280" y="57241"/>
                  </a:lnTo>
                  <a:lnTo>
                    <a:pt x="4771704" y="76350"/>
                  </a:lnTo>
                  <a:lnTo>
                    <a:pt x="4676691" y="98387"/>
                  </a:lnTo>
                  <a:lnTo>
                    <a:pt x="4582926" y="123294"/>
                  </a:lnTo>
                  <a:lnTo>
                    <a:pt x="4492464" y="151053"/>
                  </a:lnTo>
                  <a:lnTo>
                    <a:pt x="4406701" y="181714"/>
                  </a:lnTo>
                  <a:lnTo>
                    <a:pt x="4326435" y="215409"/>
                  </a:lnTo>
                  <a:lnTo>
                    <a:pt x="4251975" y="252361"/>
                  </a:lnTo>
                  <a:lnTo>
                    <a:pt x="4183264" y="292888"/>
                  </a:lnTo>
                  <a:lnTo>
                    <a:pt x="4119981" y="337393"/>
                  </a:lnTo>
                  <a:lnTo>
                    <a:pt x="4061640" y="386358"/>
                  </a:lnTo>
                  <a:lnTo>
                    <a:pt x="4007656" y="440322"/>
                  </a:lnTo>
                  <a:lnTo>
                    <a:pt x="3957397" y="499850"/>
                  </a:lnTo>
                  <a:lnTo>
                    <a:pt x="3910227" y="565482"/>
                  </a:lnTo>
                  <a:lnTo>
                    <a:pt x="3865537" y="637645"/>
                  </a:lnTo>
                  <a:lnTo>
                    <a:pt x="3829811" y="702877"/>
                  </a:lnTo>
                  <a:lnTo>
                    <a:pt x="3797965" y="766829"/>
                  </a:lnTo>
                  <a:lnTo>
                    <a:pt x="3766826" y="834755"/>
                  </a:lnTo>
                  <a:lnTo>
                    <a:pt x="3736231" y="906736"/>
                  </a:lnTo>
                  <a:lnTo>
                    <a:pt x="3706045" y="982808"/>
                  </a:lnTo>
                  <a:lnTo>
                    <a:pt x="3676153" y="1062957"/>
                  </a:lnTo>
                  <a:lnTo>
                    <a:pt x="3646464" y="1147117"/>
                  </a:lnTo>
                  <a:lnTo>
                    <a:pt x="3616901" y="1235162"/>
                  </a:lnTo>
                  <a:lnTo>
                    <a:pt x="3587406" y="1326910"/>
                  </a:lnTo>
                  <a:lnTo>
                    <a:pt x="3557935" y="1422114"/>
                  </a:lnTo>
                  <a:lnTo>
                    <a:pt x="3528458" y="1520472"/>
                  </a:lnTo>
                  <a:lnTo>
                    <a:pt x="3498953" y="1621619"/>
                  </a:lnTo>
                  <a:lnTo>
                    <a:pt x="3469413" y="1725141"/>
                  </a:lnTo>
                  <a:lnTo>
                    <a:pt x="3439834" y="1830575"/>
                  </a:lnTo>
                  <a:lnTo>
                    <a:pt x="3410223" y="1937418"/>
                  </a:lnTo>
                  <a:lnTo>
                    <a:pt x="3380591" y="2045138"/>
                  </a:lnTo>
                  <a:lnTo>
                    <a:pt x="3350950" y="2153186"/>
                  </a:lnTo>
                  <a:lnTo>
                    <a:pt x="3321315" y="2261004"/>
                  </a:lnTo>
                  <a:lnTo>
                    <a:pt x="3291699" y="2368040"/>
                  </a:lnTo>
                  <a:lnTo>
                    <a:pt x="3262114" y="2473758"/>
                  </a:lnTo>
                  <a:lnTo>
                    <a:pt x="3232567" y="2577650"/>
                  </a:lnTo>
                  <a:lnTo>
                    <a:pt x="3203057" y="2679245"/>
                  </a:lnTo>
                  <a:lnTo>
                    <a:pt x="3173575" y="2778120"/>
                  </a:lnTo>
                  <a:lnTo>
                    <a:pt x="3144106" y="2873901"/>
                  </a:lnTo>
                  <a:lnTo>
                    <a:pt x="3114618" y="2966274"/>
                  </a:lnTo>
                  <a:lnTo>
                    <a:pt x="3085071" y="3054984"/>
                  </a:lnTo>
                  <a:lnTo>
                    <a:pt x="3055408" y="3139836"/>
                  </a:lnTo>
                  <a:lnTo>
                    <a:pt x="3025558" y="3220695"/>
                  </a:lnTo>
                  <a:lnTo>
                    <a:pt x="2995431" y="3297484"/>
                  </a:lnTo>
                  <a:lnTo>
                    <a:pt x="2964917" y="3370182"/>
                  </a:lnTo>
                  <a:lnTo>
                    <a:pt x="2933885" y="3438814"/>
                  </a:lnTo>
                  <a:lnTo>
                    <a:pt x="2902176" y="3503455"/>
                  </a:lnTo>
                  <a:lnTo>
                    <a:pt x="2896531" y="3514389"/>
                  </a:lnTo>
                  <a:lnTo>
                    <a:pt x="2853485" y="3592147"/>
                  </a:lnTo>
                  <a:lnTo>
                    <a:pt x="2808422" y="3663196"/>
                  </a:lnTo>
                  <a:lnTo>
                    <a:pt x="2760779" y="3727774"/>
                  </a:lnTo>
                  <a:lnTo>
                    <a:pt x="2709942" y="3786334"/>
                  </a:lnTo>
                  <a:lnTo>
                    <a:pt x="2655273" y="3839423"/>
                  </a:lnTo>
                  <a:lnTo>
                    <a:pt x="2596145" y="3887607"/>
                  </a:lnTo>
                  <a:lnTo>
                    <a:pt x="2531985" y="3931415"/>
                  </a:lnTo>
                  <a:lnTo>
                    <a:pt x="2462330" y="3971319"/>
                  </a:lnTo>
                  <a:lnTo>
                    <a:pt x="2386896" y="4007708"/>
                  </a:lnTo>
                  <a:lnTo>
                    <a:pt x="2305677" y="4040882"/>
                  </a:lnTo>
                  <a:lnTo>
                    <a:pt x="2219058" y="4071051"/>
                  </a:lnTo>
                  <a:lnTo>
                    <a:pt x="2127930" y="4098333"/>
                  </a:lnTo>
                  <a:lnTo>
                    <a:pt x="2033796" y="4122763"/>
                  </a:lnTo>
                  <a:lnTo>
                    <a:pt x="1938820" y="4144315"/>
                  </a:lnTo>
                  <a:lnTo>
                    <a:pt x="1845784" y="4162929"/>
                  </a:lnTo>
                  <a:lnTo>
                    <a:pt x="1757905" y="4178553"/>
                  </a:lnTo>
                  <a:lnTo>
                    <a:pt x="1678504" y="4191185"/>
                  </a:lnTo>
                  <a:lnTo>
                    <a:pt x="1610555" y="4200918"/>
                  </a:lnTo>
                  <a:lnTo>
                    <a:pt x="1556211" y="4207962"/>
                  </a:lnTo>
                  <a:lnTo>
                    <a:pt x="1516399" y="4212653"/>
                  </a:lnTo>
                  <a:lnTo>
                    <a:pt x="1490607" y="4215424"/>
                  </a:lnTo>
                  <a:lnTo>
                    <a:pt x="1476871" y="4216775"/>
                  </a:lnTo>
                  <a:lnTo>
                    <a:pt x="1471929" y="4217221"/>
                  </a:lnTo>
                  <a:lnTo>
                    <a:pt x="1471387" y="4217267"/>
                  </a:lnTo>
                  <a:lnTo>
                    <a:pt x="0" y="421726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45" name="pg1445"/>
            <p:cNvSpPr/>
            <p:nvPr/>
          </p:nvSpPr>
          <p:spPr>
            <a:xfrm>
              <a:off x="4799595" y="4644677"/>
              <a:ext cx="11981298" cy="5320621"/>
            </a:xfrm>
            <a:custGeom>
              <a:avLst/>
              <a:pathLst>
                <a:path w="11981298" h="5320621">
                  <a:moveTo>
                    <a:pt x="0" y="4184575"/>
                  </a:moveTo>
                  <a:lnTo>
                    <a:pt x="1471387" y="4184575"/>
                  </a:lnTo>
                  <a:lnTo>
                    <a:pt x="1472319" y="4184496"/>
                  </a:lnTo>
                  <a:lnTo>
                    <a:pt x="1478470" y="4183938"/>
                  </a:lnTo>
                  <a:lnTo>
                    <a:pt x="1494066" y="4182397"/>
                  </a:lnTo>
                  <a:lnTo>
                    <a:pt x="1522171" y="4179360"/>
                  </a:lnTo>
                  <a:lnTo>
                    <a:pt x="1564514" y="4174339"/>
                  </a:lnTo>
                  <a:lnTo>
                    <a:pt x="1621354" y="4166918"/>
                  </a:lnTo>
                  <a:lnTo>
                    <a:pt x="1691530" y="4156786"/>
                  </a:lnTo>
                  <a:lnTo>
                    <a:pt x="1772709" y="4143752"/>
                  </a:lnTo>
                  <a:lnTo>
                    <a:pt x="1861811" y="4127746"/>
                  </a:lnTo>
                  <a:lnTo>
                    <a:pt x="1955497" y="4108779"/>
                  </a:lnTo>
                  <a:lnTo>
                    <a:pt x="2050596" y="4086909"/>
                  </a:lnTo>
                  <a:lnTo>
                    <a:pt x="2144420" y="4062192"/>
                  </a:lnTo>
                  <a:lnTo>
                    <a:pt x="2234917" y="4034644"/>
                  </a:lnTo>
                  <a:lnTo>
                    <a:pt x="2320695" y="4004217"/>
                  </a:lnTo>
                  <a:lnTo>
                    <a:pt x="2400958" y="3970778"/>
                  </a:lnTo>
                  <a:lnTo>
                    <a:pt x="2475403" y="3934103"/>
                  </a:lnTo>
                  <a:lnTo>
                    <a:pt x="2544093" y="3893877"/>
                  </a:lnTo>
                  <a:lnTo>
                    <a:pt x="2607351" y="3849697"/>
                  </a:lnTo>
                  <a:lnTo>
                    <a:pt x="2665666" y="3801084"/>
                  </a:lnTo>
                  <a:lnTo>
                    <a:pt x="2719628" y="3747501"/>
                  </a:lnTo>
                  <a:lnTo>
                    <a:pt x="2769870" y="3688389"/>
                  </a:lnTo>
                  <a:lnTo>
                    <a:pt x="2817028" y="3623212"/>
                  </a:lnTo>
                  <a:lnTo>
                    <a:pt x="2861714" y="3551549"/>
                  </a:lnTo>
                  <a:lnTo>
                    <a:pt x="2896531" y="3488508"/>
                  </a:lnTo>
                  <a:lnTo>
                    <a:pt x="2928516" y="3424889"/>
                  </a:lnTo>
                  <a:lnTo>
                    <a:pt x="2959787" y="3357300"/>
                  </a:lnTo>
                  <a:lnTo>
                    <a:pt x="2990511" y="3285658"/>
                  </a:lnTo>
                  <a:lnTo>
                    <a:pt x="3020824" y="3209930"/>
                  </a:lnTo>
                  <a:lnTo>
                    <a:pt x="3050842" y="3130129"/>
                  </a:lnTo>
                  <a:lnTo>
                    <a:pt x="3080659" y="3046324"/>
                  </a:lnTo>
                  <a:lnTo>
                    <a:pt x="3110349" y="2958641"/>
                  </a:lnTo>
                  <a:lnTo>
                    <a:pt x="3139972" y="2867267"/>
                  </a:lnTo>
                  <a:lnTo>
                    <a:pt x="3169571" y="2772448"/>
                  </a:lnTo>
                  <a:lnTo>
                    <a:pt x="3199179" y="2674493"/>
                  </a:lnTo>
                  <a:lnTo>
                    <a:pt x="3228815" y="2573767"/>
                  </a:lnTo>
                  <a:lnTo>
                    <a:pt x="3258487" y="2470691"/>
                  </a:lnTo>
                  <a:lnTo>
                    <a:pt x="3288197" y="2365731"/>
                  </a:lnTo>
                  <a:lnTo>
                    <a:pt x="3317940" y="2259392"/>
                  </a:lnTo>
                  <a:lnTo>
                    <a:pt x="3347703" y="2152210"/>
                  </a:lnTo>
                  <a:lnTo>
                    <a:pt x="3377475" y="2044737"/>
                  </a:lnTo>
                  <a:lnTo>
                    <a:pt x="3407239" y="1937534"/>
                  </a:lnTo>
                  <a:lnTo>
                    <a:pt x="3436982" y="1831152"/>
                  </a:lnTo>
                  <a:lnTo>
                    <a:pt x="3466694" y="1726128"/>
                  </a:lnTo>
                  <a:lnTo>
                    <a:pt x="3496368" y="1622969"/>
                  </a:lnTo>
                  <a:lnTo>
                    <a:pt x="3526005" y="1522143"/>
                  </a:lnTo>
                  <a:lnTo>
                    <a:pt x="3555613" y="1424073"/>
                  </a:lnTo>
                  <a:lnTo>
                    <a:pt x="3585213" y="1329125"/>
                  </a:lnTo>
                  <a:lnTo>
                    <a:pt x="3614834" y="1237611"/>
                  </a:lnTo>
                  <a:lnTo>
                    <a:pt x="3644521" y="1149779"/>
                  </a:lnTo>
                  <a:lnTo>
                    <a:pt x="3674331" y="1065820"/>
                  </a:lnTo>
                  <a:lnTo>
                    <a:pt x="3704339" y="985861"/>
                  </a:lnTo>
                  <a:lnTo>
                    <a:pt x="3734639" y="909973"/>
                  </a:lnTo>
                  <a:lnTo>
                    <a:pt x="3765344" y="838172"/>
                  </a:lnTo>
                  <a:lnTo>
                    <a:pt x="3796591" y="770426"/>
                  </a:lnTo>
                  <a:lnTo>
                    <a:pt x="3828545" y="706654"/>
                  </a:lnTo>
                  <a:lnTo>
                    <a:pt x="3829811" y="704240"/>
                  </a:lnTo>
                  <a:lnTo>
                    <a:pt x="3872896" y="627168"/>
                  </a:lnTo>
                  <a:lnTo>
                    <a:pt x="3918004" y="556752"/>
                  </a:lnTo>
                  <a:lnTo>
                    <a:pt x="3965697" y="492756"/>
                  </a:lnTo>
                  <a:lnTo>
                    <a:pt x="4016591" y="434730"/>
                  </a:lnTo>
                  <a:lnTo>
                    <a:pt x="4071327" y="382128"/>
                  </a:lnTo>
                  <a:lnTo>
                    <a:pt x="4130532" y="334391"/>
                  </a:lnTo>
                  <a:lnTo>
                    <a:pt x="4194781" y="290991"/>
                  </a:lnTo>
                  <a:lnTo>
                    <a:pt x="4264538" y="251464"/>
                  </a:lnTo>
                  <a:lnTo>
                    <a:pt x="4340086" y="215421"/>
                  </a:lnTo>
                  <a:lnTo>
                    <a:pt x="4421426" y="182564"/>
                  </a:lnTo>
                  <a:lnTo>
                    <a:pt x="4508172" y="152688"/>
                  </a:lnTo>
                  <a:lnTo>
                    <a:pt x="4599422" y="125676"/>
                  </a:lnTo>
                  <a:lnTo>
                    <a:pt x="4693665" y="101492"/>
                  </a:lnTo>
                  <a:lnTo>
                    <a:pt x="4788721" y="80165"/>
                  </a:lnTo>
                  <a:lnTo>
                    <a:pt x="4881794" y="61754"/>
                  </a:lnTo>
                  <a:lnTo>
                    <a:pt x="4969656" y="46309"/>
                  </a:lnTo>
                  <a:lnTo>
                    <a:pt x="5048978" y="33832"/>
                  </a:lnTo>
                  <a:lnTo>
                    <a:pt x="5116786" y="24229"/>
                  </a:lnTo>
                  <a:lnTo>
                    <a:pt x="5170940" y="17288"/>
                  </a:lnTo>
                  <a:lnTo>
                    <a:pt x="5210531" y="12676"/>
                  </a:lnTo>
                  <a:lnTo>
                    <a:pt x="5236101" y="9960"/>
                  </a:lnTo>
                  <a:lnTo>
                    <a:pt x="5249642" y="8644"/>
                  </a:lnTo>
                  <a:lnTo>
                    <a:pt x="5254453" y="8214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203" y="8264"/>
                  </a:lnTo>
                  <a:lnTo>
                    <a:pt x="6732893" y="8918"/>
                  </a:lnTo>
                  <a:lnTo>
                    <a:pt x="6747350" y="10724"/>
                  </a:lnTo>
                  <a:lnTo>
                    <a:pt x="6773479" y="14285"/>
                  </a:lnTo>
                  <a:lnTo>
                    <a:pt x="6812994" y="20177"/>
                  </a:lnTo>
                  <a:lnTo>
                    <a:pt x="6866301" y="28903"/>
                  </a:lnTo>
                  <a:lnTo>
                    <a:pt x="6932507" y="40847"/>
                  </a:lnTo>
                  <a:lnTo>
                    <a:pt x="7009620" y="56257"/>
                  </a:lnTo>
                  <a:lnTo>
                    <a:pt x="7094899" y="75242"/>
                  </a:lnTo>
                  <a:lnTo>
                    <a:pt x="7185278" y="97806"/>
                  </a:lnTo>
                  <a:lnTo>
                    <a:pt x="7277757" y="123890"/>
                  </a:lnTo>
                  <a:lnTo>
                    <a:pt x="7369713" y="153422"/>
                  </a:lnTo>
                  <a:lnTo>
                    <a:pt x="7459065" y="186364"/>
                  </a:lnTo>
                  <a:lnTo>
                    <a:pt x="7544330" y="222745"/>
                  </a:lnTo>
                  <a:lnTo>
                    <a:pt x="7624589" y="262684"/>
                  </a:lnTo>
                  <a:lnTo>
                    <a:pt x="7699399" y="306402"/>
                  </a:lnTo>
                  <a:lnTo>
                    <a:pt x="7768694" y="354224"/>
                  </a:lnTo>
                  <a:lnTo>
                    <a:pt x="7832678" y="406579"/>
                  </a:lnTo>
                  <a:lnTo>
                    <a:pt x="7891741" y="463991"/>
                  </a:lnTo>
                  <a:lnTo>
                    <a:pt x="7946389" y="527058"/>
                  </a:lnTo>
                  <a:lnTo>
                    <a:pt x="7997190" y="596430"/>
                  </a:lnTo>
                  <a:lnTo>
                    <a:pt x="8044733" y="672762"/>
                  </a:lnTo>
                  <a:lnTo>
                    <a:pt x="8089601" y="756638"/>
                  </a:lnTo>
                  <a:lnTo>
                    <a:pt x="8132336" y="848462"/>
                  </a:lnTo>
                  <a:lnTo>
                    <a:pt x="8151487" y="893581"/>
                  </a:lnTo>
                  <a:lnTo>
                    <a:pt x="8180163" y="965807"/>
                  </a:lnTo>
                  <a:lnTo>
                    <a:pt x="8208252" y="1042073"/>
                  </a:lnTo>
                  <a:lnTo>
                    <a:pt x="8235877" y="1122458"/>
                  </a:lnTo>
                  <a:lnTo>
                    <a:pt x="8263141" y="1207006"/>
                  </a:lnTo>
                  <a:lnTo>
                    <a:pt x="8290132" y="1295721"/>
                  </a:lnTo>
                  <a:lnTo>
                    <a:pt x="8316924" y="1388565"/>
                  </a:lnTo>
                  <a:lnTo>
                    <a:pt x="8343579" y="1485452"/>
                  </a:lnTo>
                  <a:lnTo>
                    <a:pt x="8370146" y="1586250"/>
                  </a:lnTo>
                  <a:lnTo>
                    <a:pt x="8396667" y="1690778"/>
                  </a:lnTo>
                  <a:lnTo>
                    <a:pt x="8423171" y="1798802"/>
                  </a:lnTo>
                  <a:lnTo>
                    <a:pt x="8449680" y="1910042"/>
                  </a:lnTo>
                  <a:lnTo>
                    <a:pt x="8476210" y="2024168"/>
                  </a:lnTo>
                  <a:lnTo>
                    <a:pt x="8502769" y="2140806"/>
                  </a:lnTo>
                  <a:lnTo>
                    <a:pt x="8529358" y="2259543"/>
                  </a:lnTo>
                  <a:lnTo>
                    <a:pt x="8555976" y="2379929"/>
                  </a:lnTo>
                  <a:lnTo>
                    <a:pt x="8582617" y="2501490"/>
                  </a:lnTo>
                  <a:lnTo>
                    <a:pt x="8609271" y="2623728"/>
                  </a:lnTo>
                  <a:lnTo>
                    <a:pt x="8635929" y="2746136"/>
                  </a:lnTo>
                  <a:lnTo>
                    <a:pt x="8662579" y="2868202"/>
                  </a:lnTo>
                  <a:lnTo>
                    <a:pt x="8689213" y="2989423"/>
                  </a:lnTo>
                  <a:lnTo>
                    <a:pt x="8715822" y="3109308"/>
                  </a:lnTo>
                  <a:lnTo>
                    <a:pt x="8742401" y="3227389"/>
                  </a:lnTo>
                  <a:lnTo>
                    <a:pt x="8768950" y="3343228"/>
                  </a:lnTo>
                  <a:lnTo>
                    <a:pt x="8795472" y="3456425"/>
                  </a:lnTo>
                  <a:lnTo>
                    <a:pt x="8821978" y="3566620"/>
                  </a:lnTo>
                  <a:lnTo>
                    <a:pt x="8848484" y="3673499"/>
                  </a:lnTo>
                  <a:lnTo>
                    <a:pt x="8875016" y="3776799"/>
                  </a:lnTo>
                  <a:lnTo>
                    <a:pt x="8901608" y="3876302"/>
                  </a:lnTo>
                  <a:lnTo>
                    <a:pt x="8928303" y="3971845"/>
                  </a:lnTo>
                  <a:lnTo>
                    <a:pt x="8955154" y="4063310"/>
                  </a:lnTo>
                  <a:lnTo>
                    <a:pt x="8982228" y="4150629"/>
                  </a:lnTo>
                  <a:lnTo>
                    <a:pt x="9009602" y="4233777"/>
                  </a:lnTo>
                  <a:lnTo>
                    <a:pt x="9037371" y="4312773"/>
                  </a:lnTo>
                  <a:lnTo>
                    <a:pt x="9065643" y="4387673"/>
                  </a:lnTo>
                  <a:lnTo>
                    <a:pt x="9084767" y="4435213"/>
                  </a:lnTo>
                  <a:lnTo>
                    <a:pt x="9126682" y="4530752"/>
                  </a:lnTo>
                  <a:lnTo>
                    <a:pt x="9170501" y="4618265"/>
                  </a:lnTo>
                  <a:lnTo>
                    <a:pt x="9216738" y="4698016"/>
                  </a:lnTo>
                  <a:lnTo>
                    <a:pt x="9265962" y="4770523"/>
                  </a:lnTo>
                  <a:lnTo>
                    <a:pt x="9318760" y="4836420"/>
                  </a:lnTo>
                  <a:lnTo>
                    <a:pt x="9375717" y="4896364"/>
                  </a:lnTo>
                  <a:lnTo>
                    <a:pt x="9437372" y="4950985"/>
                  </a:lnTo>
                  <a:lnTo>
                    <a:pt x="9504175" y="5000841"/>
                  </a:lnTo>
                  <a:lnTo>
                    <a:pt x="9576428" y="5046408"/>
                  </a:lnTo>
                  <a:lnTo>
                    <a:pt x="9654200" y="5088058"/>
                  </a:lnTo>
                  <a:lnTo>
                    <a:pt x="9737236" y="5126061"/>
                  </a:lnTo>
                  <a:lnTo>
                    <a:pt x="9824849" y="5160583"/>
                  </a:lnTo>
                  <a:lnTo>
                    <a:pt x="9915825" y="5191691"/>
                  </a:lnTo>
                  <a:lnTo>
                    <a:pt x="10008359" y="5219375"/>
                  </a:lnTo>
                  <a:lnTo>
                    <a:pt x="10100063" y="5243573"/>
                  </a:lnTo>
                  <a:lnTo>
                    <a:pt x="10188083" y="5264216"/>
                  </a:lnTo>
                  <a:lnTo>
                    <a:pt x="10269337" y="5281271"/>
                  </a:lnTo>
                  <a:lnTo>
                    <a:pt x="10340883" y="5294794"/>
                  </a:lnTo>
                  <a:lnTo>
                    <a:pt x="10400330" y="5304966"/>
                  </a:lnTo>
                  <a:lnTo>
                    <a:pt x="10446245" y="5312110"/>
                  </a:lnTo>
                  <a:lnTo>
                    <a:pt x="10478420" y="5316679"/>
                  </a:lnTo>
                  <a:lnTo>
                    <a:pt x="10497975" y="5319221"/>
                  </a:lnTo>
                  <a:lnTo>
                    <a:pt x="10507283" y="5320333"/>
                  </a:lnTo>
                  <a:lnTo>
                    <a:pt x="10509911" y="5320621"/>
                  </a:lnTo>
                  <a:lnTo>
                    <a:pt x="11981298" y="5320621"/>
                  </a:lnTo>
                  <a:lnTo>
                    <a:pt x="11981298" y="5312448"/>
                  </a:lnTo>
                  <a:lnTo>
                    <a:pt x="10509911" y="5312448"/>
                  </a:lnTo>
                  <a:lnTo>
                    <a:pt x="10509050" y="5312357"/>
                  </a:lnTo>
                  <a:lnTo>
                    <a:pt x="10503360" y="5311703"/>
                  </a:lnTo>
                  <a:lnTo>
                    <a:pt x="10488903" y="5309897"/>
                  </a:lnTo>
                  <a:lnTo>
                    <a:pt x="10462774" y="5306336"/>
                  </a:lnTo>
                  <a:lnTo>
                    <a:pt x="10423259" y="5300444"/>
                  </a:lnTo>
                  <a:lnTo>
                    <a:pt x="10369952" y="5291718"/>
                  </a:lnTo>
                  <a:lnTo>
                    <a:pt x="10303747" y="5279774"/>
                  </a:lnTo>
                  <a:lnTo>
                    <a:pt x="10226633" y="5264364"/>
                  </a:lnTo>
                  <a:lnTo>
                    <a:pt x="10141354" y="5245379"/>
                  </a:lnTo>
                  <a:lnTo>
                    <a:pt x="10050976" y="5222815"/>
                  </a:lnTo>
                  <a:lnTo>
                    <a:pt x="9958496" y="5196731"/>
                  </a:lnTo>
                  <a:lnTo>
                    <a:pt x="9866540" y="5167199"/>
                  </a:lnTo>
                  <a:lnTo>
                    <a:pt x="9777188" y="5134257"/>
                  </a:lnTo>
                  <a:lnTo>
                    <a:pt x="9691923" y="5097876"/>
                  </a:lnTo>
                  <a:lnTo>
                    <a:pt x="9611665" y="5057937"/>
                  </a:lnTo>
                  <a:lnTo>
                    <a:pt x="9536854" y="5014219"/>
                  </a:lnTo>
                  <a:lnTo>
                    <a:pt x="9467559" y="4966397"/>
                  </a:lnTo>
                  <a:lnTo>
                    <a:pt x="9403576" y="4914041"/>
                  </a:lnTo>
                  <a:lnTo>
                    <a:pt x="9344512" y="4856630"/>
                  </a:lnTo>
                  <a:lnTo>
                    <a:pt x="9289864" y="4793563"/>
                  </a:lnTo>
                  <a:lnTo>
                    <a:pt x="9239063" y="4724191"/>
                  </a:lnTo>
                  <a:lnTo>
                    <a:pt x="9191520" y="4647859"/>
                  </a:lnTo>
                  <a:lnTo>
                    <a:pt x="9146652" y="4563983"/>
                  </a:lnTo>
                  <a:lnTo>
                    <a:pt x="9103917" y="4472159"/>
                  </a:lnTo>
                  <a:lnTo>
                    <a:pt x="9084767" y="4427040"/>
                  </a:lnTo>
                  <a:lnTo>
                    <a:pt x="9056090" y="4354814"/>
                  </a:lnTo>
                  <a:lnTo>
                    <a:pt x="9028001" y="4278548"/>
                  </a:lnTo>
                  <a:lnTo>
                    <a:pt x="9000376" y="4198163"/>
                  </a:lnTo>
                  <a:lnTo>
                    <a:pt x="8973112" y="4113615"/>
                  </a:lnTo>
                  <a:lnTo>
                    <a:pt x="8946121" y="4024900"/>
                  </a:lnTo>
                  <a:lnTo>
                    <a:pt x="8919329" y="3932056"/>
                  </a:lnTo>
                  <a:lnTo>
                    <a:pt x="8892675" y="3835169"/>
                  </a:lnTo>
                  <a:lnTo>
                    <a:pt x="8866107" y="3734371"/>
                  </a:lnTo>
                  <a:lnTo>
                    <a:pt x="8839587" y="3629843"/>
                  </a:lnTo>
                  <a:lnTo>
                    <a:pt x="8813083" y="3521819"/>
                  </a:lnTo>
                  <a:lnTo>
                    <a:pt x="8786573" y="3410579"/>
                  </a:lnTo>
                  <a:lnTo>
                    <a:pt x="8760043" y="3296453"/>
                  </a:lnTo>
                  <a:lnTo>
                    <a:pt x="8733484" y="3179815"/>
                  </a:lnTo>
                  <a:lnTo>
                    <a:pt x="8706895" y="3061078"/>
                  </a:lnTo>
                  <a:lnTo>
                    <a:pt x="8680277" y="2940692"/>
                  </a:lnTo>
                  <a:lnTo>
                    <a:pt x="8653636" y="2819131"/>
                  </a:lnTo>
                  <a:lnTo>
                    <a:pt x="8626982" y="2696893"/>
                  </a:lnTo>
                  <a:lnTo>
                    <a:pt x="8600324" y="2574485"/>
                  </a:lnTo>
                  <a:lnTo>
                    <a:pt x="8573674" y="2452418"/>
                  </a:lnTo>
                  <a:lnTo>
                    <a:pt x="8547040" y="2331198"/>
                  </a:lnTo>
                  <a:lnTo>
                    <a:pt x="8520431" y="2211313"/>
                  </a:lnTo>
                  <a:lnTo>
                    <a:pt x="8493852" y="2093232"/>
                  </a:lnTo>
                  <a:lnTo>
                    <a:pt x="8467303" y="1977393"/>
                  </a:lnTo>
                  <a:lnTo>
                    <a:pt x="8440781" y="1864196"/>
                  </a:lnTo>
                  <a:lnTo>
                    <a:pt x="8414276" y="1754001"/>
                  </a:lnTo>
                  <a:lnTo>
                    <a:pt x="8387769" y="1647121"/>
                  </a:lnTo>
                  <a:lnTo>
                    <a:pt x="8361237" y="1543822"/>
                  </a:lnTo>
                  <a:lnTo>
                    <a:pt x="8334645" y="1444318"/>
                  </a:lnTo>
                  <a:lnTo>
                    <a:pt x="8307950" y="1348776"/>
                  </a:lnTo>
                  <a:lnTo>
                    <a:pt x="8281099" y="1257311"/>
                  </a:lnTo>
                  <a:lnTo>
                    <a:pt x="8254025" y="1169992"/>
                  </a:lnTo>
                  <a:lnTo>
                    <a:pt x="8226651" y="1086844"/>
                  </a:lnTo>
                  <a:lnTo>
                    <a:pt x="8198882" y="1007848"/>
                  </a:lnTo>
                  <a:lnTo>
                    <a:pt x="8170611" y="932948"/>
                  </a:lnTo>
                  <a:lnTo>
                    <a:pt x="8151487" y="885408"/>
                  </a:lnTo>
                  <a:lnTo>
                    <a:pt x="8109571" y="789869"/>
                  </a:lnTo>
                  <a:lnTo>
                    <a:pt x="8065752" y="702355"/>
                  </a:lnTo>
                  <a:lnTo>
                    <a:pt x="8019515" y="622604"/>
                  </a:lnTo>
                  <a:lnTo>
                    <a:pt x="7970292" y="550098"/>
                  </a:lnTo>
                  <a:lnTo>
                    <a:pt x="7917493" y="484201"/>
                  </a:lnTo>
                  <a:lnTo>
                    <a:pt x="7860536" y="424256"/>
                  </a:lnTo>
                  <a:lnTo>
                    <a:pt x="7798882" y="369636"/>
                  </a:lnTo>
                  <a:lnTo>
                    <a:pt x="7732078" y="319780"/>
                  </a:lnTo>
                  <a:lnTo>
                    <a:pt x="7659825" y="274213"/>
                  </a:lnTo>
                  <a:lnTo>
                    <a:pt x="7582053" y="232563"/>
                  </a:lnTo>
                  <a:lnTo>
                    <a:pt x="7499017" y="194560"/>
                  </a:lnTo>
                  <a:lnTo>
                    <a:pt x="7411404" y="160038"/>
                  </a:lnTo>
                  <a:lnTo>
                    <a:pt x="7320428" y="128930"/>
                  </a:lnTo>
                  <a:lnTo>
                    <a:pt x="7227895" y="101246"/>
                  </a:lnTo>
                  <a:lnTo>
                    <a:pt x="7136190" y="77047"/>
                  </a:lnTo>
                  <a:lnTo>
                    <a:pt x="7048171" y="56405"/>
                  </a:lnTo>
                  <a:lnTo>
                    <a:pt x="6966916" y="39350"/>
                  </a:lnTo>
                  <a:lnTo>
                    <a:pt x="6895371" y="25827"/>
                  </a:lnTo>
                  <a:lnTo>
                    <a:pt x="6835923" y="15655"/>
                  </a:lnTo>
                  <a:lnTo>
                    <a:pt x="6790008" y="8511"/>
                  </a:lnTo>
                  <a:lnTo>
                    <a:pt x="6757833" y="3942"/>
                  </a:lnTo>
                  <a:lnTo>
                    <a:pt x="6738279" y="1400"/>
                  </a:lnTo>
                  <a:lnTo>
                    <a:pt x="6728970" y="288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023" y="78"/>
                  </a:lnTo>
                  <a:lnTo>
                    <a:pt x="5247872" y="636"/>
                  </a:lnTo>
                  <a:lnTo>
                    <a:pt x="5232277" y="2177"/>
                  </a:lnTo>
                  <a:lnTo>
                    <a:pt x="5204171" y="5214"/>
                  </a:lnTo>
                  <a:lnTo>
                    <a:pt x="5161828" y="10235"/>
                  </a:lnTo>
                  <a:lnTo>
                    <a:pt x="5104988" y="17656"/>
                  </a:lnTo>
                  <a:lnTo>
                    <a:pt x="5034812" y="27789"/>
                  </a:lnTo>
                  <a:lnTo>
                    <a:pt x="4953634" y="40822"/>
                  </a:lnTo>
                  <a:lnTo>
                    <a:pt x="4864531" y="56828"/>
                  </a:lnTo>
                  <a:lnTo>
                    <a:pt x="4770846" y="75795"/>
                  </a:lnTo>
                  <a:lnTo>
                    <a:pt x="4675746" y="97665"/>
                  </a:lnTo>
                  <a:lnTo>
                    <a:pt x="4581922" y="122382"/>
                  </a:lnTo>
                  <a:lnTo>
                    <a:pt x="4491425" y="149930"/>
                  </a:lnTo>
                  <a:lnTo>
                    <a:pt x="4405648" y="180357"/>
                  </a:lnTo>
                  <a:lnTo>
                    <a:pt x="4325384" y="213796"/>
                  </a:lnTo>
                  <a:lnTo>
                    <a:pt x="4250939" y="250471"/>
                  </a:lnTo>
                  <a:lnTo>
                    <a:pt x="4182249" y="290697"/>
                  </a:lnTo>
                  <a:lnTo>
                    <a:pt x="4118992" y="334878"/>
                  </a:lnTo>
                  <a:lnTo>
                    <a:pt x="4060676" y="383491"/>
                  </a:lnTo>
                  <a:lnTo>
                    <a:pt x="4006714" y="437073"/>
                  </a:lnTo>
                  <a:lnTo>
                    <a:pt x="3956472" y="496185"/>
                  </a:lnTo>
                  <a:lnTo>
                    <a:pt x="3909314" y="561363"/>
                  </a:lnTo>
                  <a:lnTo>
                    <a:pt x="3864628" y="633025"/>
                  </a:lnTo>
                  <a:lnTo>
                    <a:pt x="3829811" y="696067"/>
                  </a:lnTo>
                  <a:lnTo>
                    <a:pt x="3797826" y="759685"/>
                  </a:lnTo>
                  <a:lnTo>
                    <a:pt x="3766555" y="827275"/>
                  </a:lnTo>
                  <a:lnTo>
                    <a:pt x="3735831" y="898916"/>
                  </a:lnTo>
                  <a:lnTo>
                    <a:pt x="3705518" y="974644"/>
                  </a:lnTo>
                  <a:lnTo>
                    <a:pt x="3675500" y="1054445"/>
                  </a:lnTo>
                  <a:lnTo>
                    <a:pt x="3645683" y="1138250"/>
                  </a:lnTo>
                  <a:lnTo>
                    <a:pt x="3615993" y="1225933"/>
                  </a:lnTo>
                  <a:lnTo>
                    <a:pt x="3586371" y="1317307"/>
                  </a:lnTo>
                  <a:lnTo>
                    <a:pt x="3556771" y="1412126"/>
                  </a:lnTo>
                  <a:lnTo>
                    <a:pt x="3527163" y="1510081"/>
                  </a:lnTo>
                  <a:lnTo>
                    <a:pt x="3497527" y="1610807"/>
                  </a:lnTo>
                  <a:lnTo>
                    <a:pt x="3467855" y="1713883"/>
                  </a:lnTo>
                  <a:lnTo>
                    <a:pt x="3438145" y="1818843"/>
                  </a:lnTo>
                  <a:lnTo>
                    <a:pt x="3408402" y="1925182"/>
                  </a:lnTo>
                  <a:lnTo>
                    <a:pt x="3378639" y="2032364"/>
                  </a:lnTo>
                  <a:lnTo>
                    <a:pt x="3348867" y="2139837"/>
                  </a:lnTo>
                  <a:lnTo>
                    <a:pt x="3319103" y="2247041"/>
                  </a:lnTo>
                  <a:lnTo>
                    <a:pt x="3289360" y="2353422"/>
                  </a:lnTo>
                  <a:lnTo>
                    <a:pt x="3259648" y="2458446"/>
                  </a:lnTo>
                  <a:lnTo>
                    <a:pt x="3229974" y="2561605"/>
                  </a:lnTo>
                  <a:lnTo>
                    <a:pt x="3200337" y="2662431"/>
                  </a:lnTo>
                  <a:lnTo>
                    <a:pt x="3170729" y="2760502"/>
                  </a:lnTo>
                  <a:lnTo>
                    <a:pt x="3141129" y="2855449"/>
                  </a:lnTo>
                  <a:lnTo>
                    <a:pt x="3111508" y="2946964"/>
                  </a:lnTo>
                  <a:lnTo>
                    <a:pt x="3081822" y="3034795"/>
                  </a:lnTo>
                  <a:lnTo>
                    <a:pt x="3052012" y="3118754"/>
                  </a:lnTo>
                  <a:lnTo>
                    <a:pt x="3022003" y="3198713"/>
                  </a:lnTo>
                  <a:lnTo>
                    <a:pt x="2991703" y="3274601"/>
                  </a:lnTo>
                  <a:lnTo>
                    <a:pt x="2960998" y="3346402"/>
                  </a:lnTo>
                  <a:lnTo>
                    <a:pt x="2929751" y="3414149"/>
                  </a:lnTo>
                  <a:lnTo>
                    <a:pt x="2897797" y="3477920"/>
                  </a:lnTo>
                  <a:lnTo>
                    <a:pt x="2896531" y="3480335"/>
                  </a:lnTo>
                  <a:lnTo>
                    <a:pt x="2853446" y="3557406"/>
                  </a:lnTo>
                  <a:lnTo>
                    <a:pt x="2808338" y="3627822"/>
                  </a:lnTo>
                  <a:lnTo>
                    <a:pt x="2760645" y="3691818"/>
                  </a:lnTo>
                  <a:lnTo>
                    <a:pt x="2709751" y="3749844"/>
                  </a:lnTo>
                  <a:lnTo>
                    <a:pt x="2655015" y="3802446"/>
                  </a:lnTo>
                  <a:lnTo>
                    <a:pt x="2595810" y="3850183"/>
                  </a:lnTo>
                  <a:lnTo>
                    <a:pt x="2531561" y="3893583"/>
                  </a:lnTo>
                  <a:lnTo>
                    <a:pt x="2461804" y="3933111"/>
                  </a:lnTo>
                  <a:lnTo>
                    <a:pt x="2386257" y="3969154"/>
                  </a:lnTo>
                  <a:lnTo>
                    <a:pt x="2304916" y="4002010"/>
                  </a:lnTo>
                  <a:lnTo>
                    <a:pt x="2218171" y="4031886"/>
                  </a:lnTo>
                  <a:lnTo>
                    <a:pt x="2126920" y="4058899"/>
                  </a:lnTo>
                  <a:lnTo>
                    <a:pt x="2032677" y="4083082"/>
                  </a:lnTo>
                  <a:lnTo>
                    <a:pt x="1937621" y="4104409"/>
                  </a:lnTo>
                  <a:lnTo>
                    <a:pt x="1844548" y="4122821"/>
                  </a:lnTo>
                  <a:lnTo>
                    <a:pt x="1756686" y="4138265"/>
                  </a:lnTo>
                  <a:lnTo>
                    <a:pt x="1677364" y="4150742"/>
                  </a:lnTo>
                  <a:lnTo>
                    <a:pt x="1609556" y="4160345"/>
                  </a:lnTo>
                  <a:lnTo>
                    <a:pt x="1555403" y="4167286"/>
                  </a:lnTo>
                  <a:lnTo>
                    <a:pt x="1515811" y="4171898"/>
                  </a:lnTo>
                  <a:lnTo>
                    <a:pt x="1490241" y="4174614"/>
                  </a:lnTo>
                  <a:lnTo>
                    <a:pt x="1476700" y="4175930"/>
                  </a:lnTo>
                  <a:lnTo>
                    <a:pt x="1471890" y="4176360"/>
                  </a:lnTo>
                  <a:lnTo>
                    <a:pt x="1471387" y="4176402"/>
                  </a:lnTo>
                  <a:lnTo>
                    <a:pt x="0" y="4176402"/>
                  </a:lnTo>
                  <a:close/>
                </a:path>
              </a:pathLst>
            </a:custGeom>
            <a:solidFill>
              <a:srgbClr val="E78AC3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446" name="pl1446"/>
            <p:cNvSpPr/>
            <p:nvPr/>
          </p:nvSpPr>
          <p:spPr>
            <a:xfrm>
              <a:off x="4799595" y="4652850"/>
              <a:ext cx="11981298" cy="5312448"/>
            </a:xfrm>
            <a:custGeom>
              <a:avLst/>
              <a:pathLst>
                <a:path w="11981298" h="5312448">
                  <a:moveTo>
                    <a:pt x="0" y="4176402"/>
                  </a:moveTo>
                  <a:lnTo>
                    <a:pt x="1471387" y="4176402"/>
                  </a:lnTo>
                  <a:lnTo>
                    <a:pt x="1472319" y="4176323"/>
                  </a:lnTo>
                  <a:lnTo>
                    <a:pt x="1478470" y="4175765"/>
                  </a:lnTo>
                  <a:lnTo>
                    <a:pt x="1494066" y="4174224"/>
                  </a:lnTo>
                  <a:lnTo>
                    <a:pt x="1522171" y="4171187"/>
                  </a:lnTo>
                  <a:lnTo>
                    <a:pt x="1564514" y="4166166"/>
                  </a:lnTo>
                  <a:lnTo>
                    <a:pt x="1621354" y="4158745"/>
                  </a:lnTo>
                  <a:lnTo>
                    <a:pt x="1691530" y="4148613"/>
                  </a:lnTo>
                  <a:lnTo>
                    <a:pt x="1772709" y="4135579"/>
                  </a:lnTo>
                  <a:lnTo>
                    <a:pt x="1861811" y="4119573"/>
                  </a:lnTo>
                  <a:lnTo>
                    <a:pt x="1955497" y="4100606"/>
                  </a:lnTo>
                  <a:lnTo>
                    <a:pt x="2050596" y="4078736"/>
                  </a:lnTo>
                  <a:lnTo>
                    <a:pt x="2144420" y="4054019"/>
                  </a:lnTo>
                  <a:lnTo>
                    <a:pt x="2234917" y="4026471"/>
                  </a:lnTo>
                  <a:lnTo>
                    <a:pt x="2320695" y="3996044"/>
                  </a:lnTo>
                  <a:lnTo>
                    <a:pt x="2400958" y="3962605"/>
                  </a:lnTo>
                  <a:lnTo>
                    <a:pt x="2475403" y="3925930"/>
                  </a:lnTo>
                  <a:lnTo>
                    <a:pt x="2544093" y="3885704"/>
                  </a:lnTo>
                  <a:lnTo>
                    <a:pt x="2607351" y="3841524"/>
                  </a:lnTo>
                  <a:lnTo>
                    <a:pt x="2665666" y="3792911"/>
                  </a:lnTo>
                  <a:lnTo>
                    <a:pt x="2719628" y="3739328"/>
                  </a:lnTo>
                  <a:lnTo>
                    <a:pt x="2769870" y="3680216"/>
                  </a:lnTo>
                  <a:lnTo>
                    <a:pt x="2817028" y="3615039"/>
                  </a:lnTo>
                  <a:lnTo>
                    <a:pt x="2861714" y="3543376"/>
                  </a:lnTo>
                  <a:lnTo>
                    <a:pt x="2896531" y="3480335"/>
                  </a:lnTo>
                  <a:lnTo>
                    <a:pt x="2928516" y="3416716"/>
                  </a:lnTo>
                  <a:lnTo>
                    <a:pt x="2959787" y="3349127"/>
                  </a:lnTo>
                  <a:lnTo>
                    <a:pt x="2990511" y="3277485"/>
                  </a:lnTo>
                  <a:lnTo>
                    <a:pt x="3020824" y="3201757"/>
                  </a:lnTo>
                  <a:lnTo>
                    <a:pt x="3050842" y="3121956"/>
                  </a:lnTo>
                  <a:lnTo>
                    <a:pt x="3080659" y="3038151"/>
                  </a:lnTo>
                  <a:lnTo>
                    <a:pt x="3110349" y="2950468"/>
                  </a:lnTo>
                  <a:lnTo>
                    <a:pt x="3139972" y="2859094"/>
                  </a:lnTo>
                  <a:lnTo>
                    <a:pt x="3169571" y="2764275"/>
                  </a:lnTo>
                  <a:lnTo>
                    <a:pt x="3199179" y="2666320"/>
                  </a:lnTo>
                  <a:lnTo>
                    <a:pt x="3228815" y="2565594"/>
                  </a:lnTo>
                  <a:lnTo>
                    <a:pt x="3258487" y="2462518"/>
                  </a:lnTo>
                  <a:lnTo>
                    <a:pt x="3288197" y="2357558"/>
                  </a:lnTo>
                  <a:lnTo>
                    <a:pt x="3317940" y="2251219"/>
                  </a:lnTo>
                  <a:lnTo>
                    <a:pt x="3347703" y="2144037"/>
                  </a:lnTo>
                  <a:lnTo>
                    <a:pt x="3377475" y="2036565"/>
                  </a:lnTo>
                  <a:lnTo>
                    <a:pt x="3407239" y="1929361"/>
                  </a:lnTo>
                  <a:lnTo>
                    <a:pt x="3436982" y="1822979"/>
                  </a:lnTo>
                  <a:lnTo>
                    <a:pt x="3466694" y="1717955"/>
                  </a:lnTo>
                  <a:lnTo>
                    <a:pt x="3496368" y="1614796"/>
                  </a:lnTo>
                  <a:lnTo>
                    <a:pt x="3526005" y="1513970"/>
                  </a:lnTo>
                  <a:lnTo>
                    <a:pt x="3555613" y="1415900"/>
                  </a:lnTo>
                  <a:lnTo>
                    <a:pt x="3585213" y="1320952"/>
                  </a:lnTo>
                  <a:lnTo>
                    <a:pt x="3614834" y="1229438"/>
                  </a:lnTo>
                  <a:lnTo>
                    <a:pt x="3644521" y="1141606"/>
                  </a:lnTo>
                  <a:lnTo>
                    <a:pt x="3674331" y="1057647"/>
                  </a:lnTo>
                  <a:lnTo>
                    <a:pt x="3704339" y="977688"/>
                  </a:lnTo>
                  <a:lnTo>
                    <a:pt x="3734639" y="901800"/>
                  </a:lnTo>
                  <a:lnTo>
                    <a:pt x="3765344" y="829999"/>
                  </a:lnTo>
                  <a:lnTo>
                    <a:pt x="3796591" y="762253"/>
                  </a:lnTo>
                  <a:lnTo>
                    <a:pt x="3828545" y="698481"/>
                  </a:lnTo>
                  <a:lnTo>
                    <a:pt x="3829811" y="696067"/>
                  </a:lnTo>
                  <a:lnTo>
                    <a:pt x="3872896" y="618995"/>
                  </a:lnTo>
                  <a:lnTo>
                    <a:pt x="3918004" y="548579"/>
                  </a:lnTo>
                  <a:lnTo>
                    <a:pt x="3965697" y="484583"/>
                  </a:lnTo>
                  <a:lnTo>
                    <a:pt x="4016591" y="426557"/>
                  </a:lnTo>
                  <a:lnTo>
                    <a:pt x="4071327" y="373955"/>
                  </a:lnTo>
                  <a:lnTo>
                    <a:pt x="4130532" y="326218"/>
                  </a:lnTo>
                  <a:lnTo>
                    <a:pt x="4194781" y="282818"/>
                  </a:lnTo>
                  <a:lnTo>
                    <a:pt x="4264538" y="243291"/>
                  </a:lnTo>
                  <a:lnTo>
                    <a:pt x="4340086" y="207248"/>
                  </a:lnTo>
                  <a:lnTo>
                    <a:pt x="4421426" y="174391"/>
                  </a:lnTo>
                  <a:lnTo>
                    <a:pt x="4508172" y="144515"/>
                  </a:lnTo>
                  <a:lnTo>
                    <a:pt x="4599422" y="117503"/>
                  </a:lnTo>
                  <a:lnTo>
                    <a:pt x="4693665" y="93319"/>
                  </a:lnTo>
                  <a:lnTo>
                    <a:pt x="4788721" y="71992"/>
                  </a:lnTo>
                  <a:lnTo>
                    <a:pt x="4881794" y="53581"/>
                  </a:lnTo>
                  <a:lnTo>
                    <a:pt x="4969656" y="38136"/>
                  </a:lnTo>
                  <a:lnTo>
                    <a:pt x="5048978" y="25659"/>
                  </a:lnTo>
                  <a:lnTo>
                    <a:pt x="5116786" y="16056"/>
                  </a:lnTo>
                  <a:lnTo>
                    <a:pt x="5170940" y="9115"/>
                  </a:lnTo>
                  <a:lnTo>
                    <a:pt x="5210531" y="4503"/>
                  </a:lnTo>
                  <a:lnTo>
                    <a:pt x="5236101" y="1787"/>
                  </a:lnTo>
                  <a:lnTo>
                    <a:pt x="5249642" y="471"/>
                  </a:lnTo>
                  <a:lnTo>
                    <a:pt x="5254453" y="41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203" y="91"/>
                  </a:lnTo>
                  <a:lnTo>
                    <a:pt x="6732893" y="745"/>
                  </a:lnTo>
                  <a:lnTo>
                    <a:pt x="6747350" y="2551"/>
                  </a:lnTo>
                  <a:lnTo>
                    <a:pt x="6773479" y="6112"/>
                  </a:lnTo>
                  <a:lnTo>
                    <a:pt x="6812994" y="12004"/>
                  </a:lnTo>
                  <a:lnTo>
                    <a:pt x="6866301" y="20730"/>
                  </a:lnTo>
                  <a:lnTo>
                    <a:pt x="6932507" y="32674"/>
                  </a:lnTo>
                  <a:lnTo>
                    <a:pt x="7009620" y="48084"/>
                  </a:lnTo>
                  <a:lnTo>
                    <a:pt x="7094899" y="67069"/>
                  </a:lnTo>
                  <a:lnTo>
                    <a:pt x="7185278" y="89633"/>
                  </a:lnTo>
                  <a:lnTo>
                    <a:pt x="7277757" y="115717"/>
                  </a:lnTo>
                  <a:lnTo>
                    <a:pt x="7369713" y="145249"/>
                  </a:lnTo>
                  <a:lnTo>
                    <a:pt x="7459065" y="178191"/>
                  </a:lnTo>
                  <a:lnTo>
                    <a:pt x="7544330" y="214572"/>
                  </a:lnTo>
                  <a:lnTo>
                    <a:pt x="7624589" y="254511"/>
                  </a:lnTo>
                  <a:lnTo>
                    <a:pt x="7699399" y="298229"/>
                  </a:lnTo>
                  <a:lnTo>
                    <a:pt x="7768694" y="346051"/>
                  </a:lnTo>
                  <a:lnTo>
                    <a:pt x="7832678" y="398406"/>
                  </a:lnTo>
                  <a:lnTo>
                    <a:pt x="7891741" y="455818"/>
                  </a:lnTo>
                  <a:lnTo>
                    <a:pt x="7946389" y="518885"/>
                  </a:lnTo>
                  <a:lnTo>
                    <a:pt x="7997190" y="588257"/>
                  </a:lnTo>
                  <a:lnTo>
                    <a:pt x="8044733" y="664589"/>
                  </a:lnTo>
                  <a:lnTo>
                    <a:pt x="8089601" y="748465"/>
                  </a:lnTo>
                  <a:lnTo>
                    <a:pt x="8132336" y="840289"/>
                  </a:lnTo>
                  <a:lnTo>
                    <a:pt x="8151487" y="885408"/>
                  </a:lnTo>
                  <a:lnTo>
                    <a:pt x="8180163" y="957634"/>
                  </a:lnTo>
                  <a:lnTo>
                    <a:pt x="8208252" y="1033900"/>
                  </a:lnTo>
                  <a:lnTo>
                    <a:pt x="8235877" y="1114285"/>
                  </a:lnTo>
                  <a:lnTo>
                    <a:pt x="8263141" y="1198833"/>
                  </a:lnTo>
                  <a:lnTo>
                    <a:pt x="8290132" y="1287548"/>
                  </a:lnTo>
                  <a:lnTo>
                    <a:pt x="8316924" y="1380392"/>
                  </a:lnTo>
                  <a:lnTo>
                    <a:pt x="8343579" y="1477279"/>
                  </a:lnTo>
                  <a:lnTo>
                    <a:pt x="8370146" y="1578077"/>
                  </a:lnTo>
                  <a:lnTo>
                    <a:pt x="8396667" y="1682605"/>
                  </a:lnTo>
                  <a:lnTo>
                    <a:pt x="8423171" y="1790629"/>
                  </a:lnTo>
                  <a:lnTo>
                    <a:pt x="8449680" y="1901869"/>
                  </a:lnTo>
                  <a:lnTo>
                    <a:pt x="8476210" y="2015995"/>
                  </a:lnTo>
                  <a:lnTo>
                    <a:pt x="8502769" y="2132633"/>
                  </a:lnTo>
                  <a:lnTo>
                    <a:pt x="8529358" y="2251370"/>
                  </a:lnTo>
                  <a:lnTo>
                    <a:pt x="8555976" y="2371756"/>
                  </a:lnTo>
                  <a:lnTo>
                    <a:pt x="8582617" y="2493317"/>
                  </a:lnTo>
                  <a:lnTo>
                    <a:pt x="8609271" y="2615555"/>
                  </a:lnTo>
                  <a:lnTo>
                    <a:pt x="8635929" y="2737963"/>
                  </a:lnTo>
                  <a:lnTo>
                    <a:pt x="8662579" y="2860029"/>
                  </a:lnTo>
                  <a:lnTo>
                    <a:pt x="8689213" y="2981250"/>
                  </a:lnTo>
                  <a:lnTo>
                    <a:pt x="8715822" y="3101135"/>
                  </a:lnTo>
                  <a:lnTo>
                    <a:pt x="8742401" y="3219216"/>
                  </a:lnTo>
                  <a:lnTo>
                    <a:pt x="8768950" y="3335055"/>
                  </a:lnTo>
                  <a:lnTo>
                    <a:pt x="8795472" y="3448252"/>
                  </a:lnTo>
                  <a:lnTo>
                    <a:pt x="8821978" y="3558447"/>
                  </a:lnTo>
                  <a:lnTo>
                    <a:pt x="8848484" y="3665326"/>
                  </a:lnTo>
                  <a:lnTo>
                    <a:pt x="8875016" y="3768626"/>
                  </a:lnTo>
                  <a:lnTo>
                    <a:pt x="8901608" y="3868129"/>
                  </a:lnTo>
                  <a:lnTo>
                    <a:pt x="8928303" y="3963672"/>
                  </a:lnTo>
                  <a:lnTo>
                    <a:pt x="8955154" y="4055137"/>
                  </a:lnTo>
                  <a:lnTo>
                    <a:pt x="8982228" y="4142456"/>
                  </a:lnTo>
                  <a:lnTo>
                    <a:pt x="9009602" y="4225604"/>
                  </a:lnTo>
                  <a:lnTo>
                    <a:pt x="9037371" y="4304600"/>
                  </a:lnTo>
                  <a:lnTo>
                    <a:pt x="9065643" y="4379500"/>
                  </a:lnTo>
                  <a:lnTo>
                    <a:pt x="9084767" y="4427040"/>
                  </a:lnTo>
                  <a:lnTo>
                    <a:pt x="9126682" y="4522579"/>
                  </a:lnTo>
                  <a:lnTo>
                    <a:pt x="9170501" y="4610092"/>
                  </a:lnTo>
                  <a:lnTo>
                    <a:pt x="9216738" y="4689843"/>
                  </a:lnTo>
                  <a:lnTo>
                    <a:pt x="9265962" y="4762350"/>
                  </a:lnTo>
                  <a:lnTo>
                    <a:pt x="9318760" y="4828247"/>
                  </a:lnTo>
                  <a:lnTo>
                    <a:pt x="9375717" y="4888191"/>
                  </a:lnTo>
                  <a:lnTo>
                    <a:pt x="9437372" y="4942812"/>
                  </a:lnTo>
                  <a:lnTo>
                    <a:pt x="9504175" y="4992668"/>
                  </a:lnTo>
                  <a:lnTo>
                    <a:pt x="9576428" y="5038235"/>
                  </a:lnTo>
                  <a:lnTo>
                    <a:pt x="9654200" y="5079885"/>
                  </a:lnTo>
                  <a:lnTo>
                    <a:pt x="9737236" y="5117888"/>
                  </a:lnTo>
                  <a:lnTo>
                    <a:pt x="9824849" y="5152410"/>
                  </a:lnTo>
                  <a:lnTo>
                    <a:pt x="9915825" y="5183518"/>
                  </a:lnTo>
                  <a:lnTo>
                    <a:pt x="10008359" y="5211202"/>
                  </a:lnTo>
                  <a:lnTo>
                    <a:pt x="10100063" y="5235401"/>
                  </a:lnTo>
                  <a:lnTo>
                    <a:pt x="10188083" y="5256043"/>
                  </a:lnTo>
                  <a:lnTo>
                    <a:pt x="10269337" y="5273098"/>
                  </a:lnTo>
                  <a:lnTo>
                    <a:pt x="10340883" y="5286621"/>
                  </a:lnTo>
                  <a:lnTo>
                    <a:pt x="10400330" y="5296793"/>
                  </a:lnTo>
                  <a:lnTo>
                    <a:pt x="10446245" y="5303937"/>
                  </a:lnTo>
                  <a:lnTo>
                    <a:pt x="10478420" y="5308506"/>
                  </a:lnTo>
                  <a:lnTo>
                    <a:pt x="10497975" y="5311048"/>
                  </a:lnTo>
                  <a:lnTo>
                    <a:pt x="10507283" y="5312160"/>
                  </a:lnTo>
                  <a:lnTo>
                    <a:pt x="10509824" y="5312439"/>
                  </a:lnTo>
                  <a:lnTo>
                    <a:pt x="10509911" y="5312448"/>
                  </a:lnTo>
                  <a:lnTo>
                    <a:pt x="11981298" y="531244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47" name="pl1447"/>
            <p:cNvSpPr/>
            <p:nvPr/>
          </p:nvSpPr>
          <p:spPr>
            <a:xfrm>
              <a:off x="4799595" y="4644677"/>
              <a:ext cx="11981298" cy="5312448"/>
            </a:xfrm>
            <a:custGeom>
              <a:avLst/>
              <a:pathLst>
                <a:path w="11981298" h="5312448">
                  <a:moveTo>
                    <a:pt x="11981298" y="5312448"/>
                  </a:moveTo>
                  <a:lnTo>
                    <a:pt x="10509911" y="5312448"/>
                  </a:lnTo>
                  <a:lnTo>
                    <a:pt x="10509050" y="5312357"/>
                  </a:lnTo>
                  <a:lnTo>
                    <a:pt x="10503360" y="5311703"/>
                  </a:lnTo>
                  <a:lnTo>
                    <a:pt x="10488903" y="5309897"/>
                  </a:lnTo>
                  <a:lnTo>
                    <a:pt x="10462774" y="5306336"/>
                  </a:lnTo>
                  <a:lnTo>
                    <a:pt x="10423259" y="5300444"/>
                  </a:lnTo>
                  <a:lnTo>
                    <a:pt x="10369952" y="5291718"/>
                  </a:lnTo>
                  <a:lnTo>
                    <a:pt x="10303747" y="5279774"/>
                  </a:lnTo>
                  <a:lnTo>
                    <a:pt x="10226633" y="5264364"/>
                  </a:lnTo>
                  <a:lnTo>
                    <a:pt x="10141354" y="5245379"/>
                  </a:lnTo>
                  <a:lnTo>
                    <a:pt x="10050976" y="5222815"/>
                  </a:lnTo>
                  <a:lnTo>
                    <a:pt x="9958496" y="5196731"/>
                  </a:lnTo>
                  <a:lnTo>
                    <a:pt x="9866540" y="5167199"/>
                  </a:lnTo>
                  <a:lnTo>
                    <a:pt x="9777188" y="5134257"/>
                  </a:lnTo>
                  <a:lnTo>
                    <a:pt x="9691923" y="5097876"/>
                  </a:lnTo>
                  <a:lnTo>
                    <a:pt x="9611665" y="5057937"/>
                  </a:lnTo>
                  <a:lnTo>
                    <a:pt x="9536854" y="5014219"/>
                  </a:lnTo>
                  <a:lnTo>
                    <a:pt x="9467559" y="4966397"/>
                  </a:lnTo>
                  <a:lnTo>
                    <a:pt x="9403576" y="4914041"/>
                  </a:lnTo>
                  <a:lnTo>
                    <a:pt x="9344512" y="4856630"/>
                  </a:lnTo>
                  <a:lnTo>
                    <a:pt x="9289864" y="4793563"/>
                  </a:lnTo>
                  <a:lnTo>
                    <a:pt x="9239063" y="4724191"/>
                  </a:lnTo>
                  <a:lnTo>
                    <a:pt x="9191520" y="4647859"/>
                  </a:lnTo>
                  <a:lnTo>
                    <a:pt x="9146652" y="4563983"/>
                  </a:lnTo>
                  <a:lnTo>
                    <a:pt x="9103917" y="4472159"/>
                  </a:lnTo>
                  <a:lnTo>
                    <a:pt x="9084767" y="4427040"/>
                  </a:lnTo>
                  <a:lnTo>
                    <a:pt x="9056090" y="4354814"/>
                  </a:lnTo>
                  <a:lnTo>
                    <a:pt x="9028001" y="4278548"/>
                  </a:lnTo>
                  <a:lnTo>
                    <a:pt x="9000376" y="4198163"/>
                  </a:lnTo>
                  <a:lnTo>
                    <a:pt x="8973112" y="4113615"/>
                  </a:lnTo>
                  <a:lnTo>
                    <a:pt x="8946121" y="4024900"/>
                  </a:lnTo>
                  <a:lnTo>
                    <a:pt x="8919329" y="3932056"/>
                  </a:lnTo>
                  <a:lnTo>
                    <a:pt x="8892675" y="3835169"/>
                  </a:lnTo>
                  <a:lnTo>
                    <a:pt x="8866107" y="3734371"/>
                  </a:lnTo>
                  <a:lnTo>
                    <a:pt x="8839587" y="3629843"/>
                  </a:lnTo>
                  <a:lnTo>
                    <a:pt x="8813083" y="3521819"/>
                  </a:lnTo>
                  <a:lnTo>
                    <a:pt x="8786573" y="3410579"/>
                  </a:lnTo>
                  <a:lnTo>
                    <a:pt x="8760043" y="3296453"/>
                  </a:lnTo>
                  <a:lnTo>
                    <a:pt x="8733484" y="3179815"/>
                  </a:lnTo>
                  <a:lnTo>
                    <a:pt x="8706895" y="3061078"/>
                  </a:lnTo>
                  <a:lnTo>
                    <a:pt x="8680277" y="2940692"/>
                  </a:lnTo>
                  <a:lnTo>
                    <a:pt x="8653636" y="2819131"/>
                  </a:lnTo>
                  <a:lnTo>
                    <a:pt x="8626982" y="2696893"/>
                  </a:lnTo>
                  <a:lnTo>
                    <a:pt x="8600324" y="2574485"/>
                  </a:lnTo>
                  <a:lnTo>
                    <a:pt x="8573674" y="2452418"/>
                  </a:lnTo>
                  <a:lnTo>
                    <a:pt x="8547040" y="2331198"/>
                  </a:lnTo>
                  <a:lnTo>
                    <a:pt x="8520431" y="2211313"/>
                  </a:lnTo>
                  <a:lnTo>
                    <a:pt x="8493852" y="2093232"/>
                  </a:lnTo>
                  <a:lnTo>
                    <a:pt x="8467303" y="1977393"/>
                  </a:lnTo>
                  <a:lnTo>
                    <a:pt x="8440781" y="1864196"/>
                  </a:lnTo>
                  <a:lnTo>
                    <a:pt x="8414276" y="1754001"/>
                  </a:lnTo>
                  <a:lnTo>
                    <a:pt x="8387769" y="1647121"/>
                  </a:lnTo>
                  <a:lnTo>
                    <a:pt x="8361237" y="1543822"/>
                  </a:lnTo>
                  <a:lnTo>
                    <a:pt x="8334645" y="1444318"/>
                  </a:lnTo>
                  <a:lnTo>
                    <a:pt x="8307950" y="1348776"/>
                  </a:lnTo>
                  <a:lnTo>
                    <a:pt x="8281099" y="1257311"/>
                  </a:lnTo>
                  <a:lnTo>
                    <a:pt x="8254025" y="1169992"/>
                  </a:lnTo>
                  <a:lnTo>
                    <a:pt x="8226651" y="1086844"/>
                  </a:lnTo>
                  <a:lnTo>
                    <a:pt x="8198882" y="1007848"/>
                  </a:lnTo>
                  <a:lnTo>
                    <a:pt x="8170611" y="932948"/>
                  </a:lnTo>
                  <a:lnTo>
                    <a:pt x="8151487" y="885408"/>
                  </a:lnTo>
                  <a:lnTo>
                    <a:pt x="8109571" y="789869"/>
                  </a:lnTo>
                  <a:lnTo>
                    <a:pt x="8065752" y="702355"/>
                  </a:lnTo>
                  <a:lnTo>
                    <a:pt x="8019515" y="622604"/>
                  </a:lnTo>
                  <a:lnTo>
                    <a:pt x="7970292" y="550098"/>
                  </a:lnTo>
                  <a:lnTo>
                    <a:pt x="7917493" y="484201"/>
                  </a:lnTo>
                  <a:lnTo>
                    <a:pt x="7860536" y="424256"/>
                  </a:lnTo>
                  <a:lnTo>
                    <a:pt x="7798882" y="369636"/>
                  </a:lnTo>
                  <a:lnTo>
                    <a:pt x="7732078" y="319780"/>
                  </a:lnTo>
                  <a:lnTo>
                    <a:pt x="7659825" y="274213"/>
                  </a:lnTo>
                  <a:lnTo>
                    <a:pt x="7582053" y="232563"/>
                  </a:lnTo>
                  <a:lnTo>
                    <a:pt x="7499017" y="194560"/>
                  </a:lnTo>
                  <a:lnTo>
                    <a:pt x="7411404" y="160038"/>
                  </a:lnTo>
                  <a:lnTo>
                    <a:pt x="7320428" y="128930"/>
                  </a:lnTo>
                  <a:lnTo>
                    <a:pt x="7227895" y="101246"/>
                  </a:lnTo>
                  <a:lnTo>
                    <a:pt x="7136190" y="77047"/>
                  </a:lnTo>
                  <a:lnTo>
                    <a:pt x="7048171" y="56405"/>
                  </a:lnTo>
                  <a:lnTo>
                    <a:pt x="6966916" y="39350"/>
                  </a:lnTo>
                  <a:lnTo>
                    <a:pt x="6895371" y="25827"/>
                  </a:lnTo>
                  <a:lnTo>
                    <a:pt x="6835923" y="15655"/>
                  </a:lnTo>
                  <a:lnTo>
                    <a:pt x="6790008" y="8511"/>
                  </a:lnTo>
                  <a:lnTo>
                    <a:pt x="6757833" y="3942"/>
                  </a:lnTo>
                  <a:lnTo>
                    <a:pt x="6738279" y="1400"/>
                  </a:lnTo>
                  <a:lnTo>
                    <a:pt x="6728970" y="288"/>
                  </a:lnTo>
                  <a:lnTo>
                    <a:pt x="6726430" y="8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023" y="78"/>
                  </a:lnTo>
                  <a:lnTo>
                    <a:pt x="5247872" y="636"/>
                  </a:lnTo>
                  <a:lnTo>
                    <a:pt x="5232277" y="2177"/>
                  </a:lnTo>
                  <a:lnTo>
                    <a:pt x="5204171" y="5214"/>
                  </a:lnTo>
                  <a:lnTo>
                    <a:pt x="5161828" y="10235"/>
                  </a:lnTo>
                  <a:lnTo>
                    <a:pt x="5104988" y="17656"/>
                  </a:lnTo>
                  <a:lnTo>
                    <a:pt x="5034812" y="27789"/>
                  </a:lnTo>
                  <a:lnTo>
                    <a:pt x="4953634" y="40822"/>
                  </a:lnTo>
                  <a:lnTo>
                    <a:pt x="4864531" y="56828"/>
                  </a:lnTo>
                  <a:lnTo>
                    <a:pt x="4770846" y="75795"/>
                  </a:lnTo>
                  <a:lnTo>
                    <a:pt x="4675746" y="97665"/>
                  </a:lnTo>
                  <a:lnTo>
                    <a:pt x="4581922" y="122382"/>
                  </a:lnTo>
                  <a:lnTo>
                    <a:pt x="4491425" y="149930"/>
                  </a:lnTo>
                  <a:lnTo>
                    <a:pt x="4405648" y="180357"/>
                  </a:lnTo>
                  <a:lnTo>
                    <a:pt x="4325384" y="213796"/>
                  </a:lnTo>
                  <a:lnTo>
                    <a:pt x="4250939" y="250471"/>
                  </a:lnTo>
                  <a:lnTo>
                    <a:pt x="4182249" y="290697"/>
                  </a:lnTo>
                  <a:lnTo>
                    <a:pt x="4118992" y="334878"/>
                  </a:lnTo>
                  <a:lnTo>
                    <a:pt x="4060676" y="383491"/>
                  </a:lnTo>
                  <a:lnTo>
                    <a:pt x="4006714" y="437073"/>
                  </a:lnTo>
                  <a:lnTo>
                    <a:pt x="3956472" y="496185"/>
                  </a:lnTo>
                  <a:lnTo>
                    <a:pt x="3909314" y="561363"/>
                  </a:lnTo>
                  <a:lnTo>
                    <a:pt x="3864628" y="633025"/>
                  </a:lnTo>
                  <a:lnTo>
                    <a:pt x="3829811" y="696067"/>
                  </a:lnTo>
                  <a:lnTo>
                    <a:pt x="3797826" y="759685"/>
                  </a:lnTo>
                  <a:lnTo>
                    <a:pt x="3766555" y="827275"/>
                  </a:lnTo>
                  <a:lnTo>
                    <a:pt x="3735831" y="898916"/>
                  </a:lnTo>
                  <a:lnTo>
                    <a:pt x="3705518" y="974644"/>
                  </a:lnTo>
                  <a:lnTo>
                    <a:pt x="3675500" y="1054445"/>
                  </a:lnTo>
                  <a:lnTo>
                    <a:pt x="3645683" y="1138250"/>
                  </a:lnTo>
                  <a:lnTo>
                    <a:pt x="3615993" y="1225933"/>
                  </a:lnTo>
                  <a:lnTo>
                    <a:pt x="3586371" y="1317307"/>
                  </a:lnTo>
                  <a:lnTo>
                    <a:pt x="3556771" y="1412126"/>
                  </a:lnTo>
                  <a:lnTo>
                    <a:pt x="3527163" y="1510081"/>
                  </a:lnTo>
                  <a:lnTo>
                    <a:pt x="3497527" y="1610807"/>
                  </a:lnTo>
                  <a:lnTo>
                    <a:pt x="3467855" y="1713883"/>
                  </a:lnTo>
                  <a:lnTo>
                    <a:pt x="3438145" y="1818843"/>
                  </a:lnTo>
                  <a:lnTo>
                    <a:pt x="3408402" y="1925182"/>
                  </a:lnTo>
                  <a:lnTo>
                    <a:pt x="3378639" y="2032364"/>
                  </a:lnTo>
                  <a:lnTo>
                    <a:pt x="3348867" y="2139837"/>
                  </a:lnTo>
                  <a:lnTo>
                    <a:pt x="3319103" y="2247041"/>
                  </a:lnTo>
                  <a:lnTo>
                    <a:pt x="3289360" y="2353422"/>
                  </a:lnTo>
                  <a:lnTo>
                    <a:pt x="3259648" y="2458446"/>
                  </a:lnTo>
                  <a:lnTo>
                    <a:pt x="3229974" y="2561605"/>
                  </a:lnTo>
                  <a:lnTo>
                    <a:pt x="3200337" y="2662431"/>
                  </a:lnTo>
                  <a:lnTo>
                    <a:pt x="3170729" y="2760502"/>
                  </a:lnTo>
                  <a:lnTo>
                    <a:pt x="3141129" y="2855449"/>
                  </a:lnTo>
                  <a:lnTo>
                    <a:pt x="3111508" y="2946964"/>
                  </a:lnTo>
                  <a:lnTo>
                    <a:pt x="3081822" y="3034795"/>
                  </a:lnTo>
                  <a:lnTo>
                    <a:pt x="3052012" y="3118754"/>
                  </a:lnTo>
                  <a:lnTo>
                    <a:pt x="3022003" y="3198713"/>
                  </a:lnTo>
                  <a:lnTo>
                    <a:pt x="2991703" y="3274601"/>
                  </a:lnTo>
                  <a:lnTo>
                    <a:pt x="2960998" y="3346402"/>
                  </a:lnTo>
                  <a:lnTo>
                    <a:pt x="2929751" y="3414149"/>
                  </a:lnTo>
                  <a:lnTo>
                    <a:pt x="2897797" y="3477920"/>
                  </a:lnTo>
                  <a:lnTo>
                    <a:pt x="2896531" y="3480335"/>
                  </a:lnTo>
                  <a:lnTo>
                    <a:pt x="2853446" y="3557406"/>
                  </a:lnTo>
                  <a:lnTo>
                    <a:pt x="2808338" y="3627822"/>
                  </a:lnTo>
                  <a:lnTo>
                    <a:pt x="2760645" y="3691818"/>
                  </a:lnTo>
                  <a:lnTo>
                    <a:pt x="2709751" y="3749844"/>
                  </a:lnTo>
                  <a:lnTo>
                    <a:pt x="2655015" y="3802446"/>
                  </a:lnTo>
                  <a:lnTo>
                    <a:pt x="2595810" y="3850183"/>
                  </a:lnTo>
                  <a:lnTo>
                    <a:pt x="2531561" y="3893583"/>
                  </a:lnTo>
                  <a:lnTo>
                    <a:pt x="2461804" y="3933111"/>
                  </a:lnTo>
                  <a:lnTo>
                    <a:pt x="2386257" y="3969154"/>
                  </a:lnTo>
                  <a:lnTo>
                    <a:pt x="2304916" y="4002010"/>
                  </a:lnTo>
                  <a:lnTo>
                    <a:pt x="2218171" y="4031886"/>
                  </a:lnTo>
                  <a:lnTo>
                    <a:pt x="2126920" y="4058899"/>
                  </a:lnTo>
                  <a:lnTo>
                    <a:pt x="2032677" y="4083082"/>
                  </a:lnTo>
                  <a:lnTo>
                    <a:pt x="1937621" y="4104409"/>
                  </a:lnTo>
                  <a:lnTo>
                    <a:pt x="1844548" y="4122821"/>
                  </a:lnTo>
                  <a:lnTo>
                    <a:pt x="1756686" y="4138265"/>
                  </a:lnTo>
                  <a:lnTo>
                    <a:pt x="1677364" y="4150742"/>
                  </a:lnTo>
                  <a:lnTo>
                    <a:pt x="1609556" y="4160345"/>
                  </a:lnTo>
                  <a:lnTo>
                    <a:pt x="1555403" y="4167286"/>
                  </a:lnTo>
                  <a:lnTo>
                    <a:pt x="1515811" y="4171898"/>
                  </a:lnTo>
                  <a:lnTo>
                    <a:pt x="1490241" y="4174614"/>
                  </a:lnTo>
                  <a:lnTo>
                    <a:pt x="1476700" y="4175930"/>
                  </a:lnTo>
                  <a:lnTo>
                    <a:pt x="1471890" y="4176360"/>
                  </a:lnTo>
                  <a:lnTo>
                    <a:pt x="1471387" y="4176402"/>
                  </a:lnTo>
                  <a:lnTo>
                    <a:pt x="0" y="417640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48" name="pg1448"/>
            <p:cNvSpPr/>
            <p:nvPr/>
          </p:nvSpPr>
          <p:spPr>
            <a:xfrm>
              <a:off x="4799595" y="9123480"/>
              <a:ext cx="11981298" cy="604801"/>
            </a:xfrm>
            <a:custGeom>
              <a:avLst/>
              <a:pathLst>
                <a:path w="11981298" h="604801">
                  <a:moveTo>
                    <a:pt x="0" y="8172"/>
                  </a:moveTo>
                  <a:lnTo>
                    <a:pt x="1471387" y="8172"/>
                  </a:lnTo>
                  <a:lnTo>
                    <a:pt x="1472623" y="8181"/>
                  </a:lnTo>
                  <a:lnTo>
                    <a:pt x="1480736" y="8244"/>
                  </a:lnTo>
                  <a:lnTo>
                    <a:pt x="1501133" y="8418"/>
                  </a:lnTo>
                  <a:lnTo>
                    <a:pt x="1537470" y="8759"/>
                  </a:lnTo>
                  <a:lnTo>
                    <a:pt x="1591369" y="9321"/>
                  </a:lnTo>
                  <a:lnTo>
                    <a:pt x="1662298" y="10145"/>
                  </a:lnTo>
                  <a:lnTo>
                    <a:pt x="1747795" y="11258"/>
                  </a:lnTo>
                  <a:lnTo>
                    <a:pt x="1844044" y="12673"/>
                  </a:lnTo>
                  <a:lnTo>
                    <a:pt x="1946632" y="14391"/>
                  </a:lnTo>
                  <a:lnTo>
                    <a:pt x="2051283" y="16405"/>
                  </a:lnTo>
                  <a:lnTo>
                    <a:pt x="2154381" y="18710"/>
                  </a:lnTo>
                  <a:lnTo>
                    <a:pt x="2253242" y="21303"/>
                  </a:lnTo>
                  <a:lnTo>
                    <a:pt x="2346141" y="24192"/>
                  </a:lnTo>
                  <a:lnTo>
                    <a:pt x="2432198" y="27395"/>
                  </a:lnTo>
                  <a:lnTo>
                    <a:pt x="2511198" y="30939"/>
                  </a:lnTo>
                  <a:lnTo>
                    <a:pt x="2583397" y="34866"/>
                  </a:lnTo>
                  <a:lnTo>
                    <a:pt x="2649362" y="39225"/>
                  </a:lnTo>
                  <a:lnTo>
                    <a:pt x="2709841" y="44075"/>
                  </a:lnTo>
                  <a:lnTo>
                    <a:pt x="2765667" y="49477"/>
                  </a:lnTo>
                  <a:lnTo>
                    <a:pt x="2817692" y="55494"/>
                  </a:lnTo>
                  <a:lnTo>
                    <a:pt x="2866729" y="62172"/>
                  </a:lnTo>
                  <a:lnTo>
                    <a:pt x="2896531" y="66746"/>
                  </a:lnTo>
                  <a:lnTo>
                    <a:pt x="2951931" y="76315"/>
                  </a:lnTo>
                  <a:lnTo>
                    <a:pt x="3005525" y="86919"/>
                  </a:lnTo>
                  <a:lnTo>
                    <a:pt x="3058037" y="98570"/>
                  </a:lnTo>
                  <a:lnTo>
                    <a:pt x="3109984" y="111241"/>
                  </a:lnTo>
                  <a:lnTo>
                    <a:pt x="3161717" y="124857"/>
                  </a:lnTo>
                  <a:lnTo>
                    <a:pt x="3213446" y="139299"/>
                  </a:lnTo>
                  <a:lnTo>
                    <a:pt x="3265273" y="154399"/>
                  </a:lnTo>
                  <a:lnTo>
                    <a:pt x="3317208" y="169953"/>
                  </a:lnTo>
                  <a:lnTo>
                    <a:pt x="3369209" y="185726"/>
                  </a:lnTo>
                  <a:lnTo>
                    <a:pt x="3421200" y="201471"/>
                  </a:lnTo>
                  <a:lnTo>
                    <a:pt x="3473113" y="216939"/>
                  </a:lnTo>
                  <a:lnTo>
                    <a:pt x="3524913" y="231904"/>
                  </a:lnTo>
                  <a:lnTo>
                    <a:pt x="3576630" y="246167"/>
                  </a:lnTo>
                  <a:lnTo>
                    <a:pt x="3628389" y="259573"/>
                  </a:lnTo>
                  <a:lnTo>
                    <a:pt x="3680431" y="272011"/>
                  </a:lnTo>
                  <a:lnTo>
                    <a:pt x="3733141" y="283420"/>
                  </a:lnTo>
                  <a:lnTo>
                    <a:pt x="3787081" y="293782"/>
                  </a:lnTo>
                  <a:lnTo>
                    <a:pt x="3829811" y="301038"/>
                  </a:lnTo>
                  <a:lnTo>
                    <a:pt x="3877340" y="308146"/>
                  </a:lnTo>
                  <a:lnTo>
                    <a:pt x="3927385" y="314576"/>
                  </a:lnTo>
                  <a:lnTo>
                    <a:pt x="3980709" y="320361"/>
                  </a:lnTo>
                  <a:lnTo>
                    <a:pt x="4038146" y="325553"/>
                  </a:lnTo>
                  <a:lnTo>
                    <a:pt x="4100547" y="330215"/>
                  </a:lnTo>
                  <a:lnTo>
                    <a:pt x="4168724" y="334409"/>
                  </a:lnTo>
                  <a:lnTo>
                    <a:pt x="4243371" y="338190"/>
                  </a:lnTo>
                  <a:lnTo>
                    <a:pt x="4324956" y="341604"/>
                  </a:lnTo>
                  <a:lnTo>
                    <a:pt x="4413584" y="344689"/>
                  </a:lnTo>
                  <a:lnTo>
                    <a:pt x="4508817" y="347468"/>
                  </a:lnTo>
                  <a:lnTo>
                    <a:pt x="4609486" y="349955"/>
                  </a:lnTo>
                  <a:lnTo>
                    <a:pt x="4713519" y="352153"/>
                  </a:lnTo>
                  <a:lnTo>
                    <a:pt x="4817875" y="354059"/>
                  </a:lnTo>
                  <a:lnTo>
                    <a:pt x="4918652" y="355666"/>
                  </a:lnTo>
                  <a:lnTo>
                    <a:pt x="5011447" y="356970"/>
                  </a:lnTo>
                  <a:lnTo>
                    <a:pt x="5091977" y="357974"/>
                  </a:lnTo>
                  <a:lnTo>
                    <a:pt x="5156838" y="358698"/>
                  </a:lnTo>
                  <a:lnTo>
                    <a:pt x="5204231" y="359173"/>
                  </a:lnTo>
                  <a:lnTo>
                    <a:pt x="5234407" y="359447"/>
                  </a:lnTo>
                  <a:lnTo>
                    <a:pt x="5249765" y="359573"/>
                  </a:lnTo>
                  <a:lnTo>
                    <a:pt x="5254636" y="359609"/>
                  </a:lnTo>
                  <a:lnTo>
                    <a:pt x="5254955" y="359611"/>
                  </a:lnTo>
                  <a:lnTo>
                    <a:pt x="6726343" y="359611"/>
                  </a:lnTo>
                  <a:lnTo>
                    <a:pt x="6727580" y="359618"/>
                  </a:lnTo>
                  <a:lnTo>
                    <a:pt x="6735697" y="359661"/>
                  </a:lnTo>
                  <a:lnTo>
                    <a:pt x="6756106" y="359783"/>
                  </a:lnTo>
                  <a:lnTo>
                    <a:pt x="6792465" y="360021"/>
                  </a:lnTo>
                  <a:lnTo>
                    <a:pt x="6846393" y="360413"/>
                  </a:lnTo>
                  <a:lnTo>
                    <a:pt x="6917356" y="360988"/>
                  </a:lnTo>
                  <a:lnTo>
                    <a:pt x="7002889" y="361766"/>
                  </a:lnTo>
                  <a:lnTo>
                    <a:pt x="7099173" y="362753"/>
                  </a:lnTo>
                  <a:lnTo>
                    <a:pt x="7201791" y="363952"/>
                  </a:lnTo>
                  <a:lnTo>
                    <a:pt x="7306464" y="365358"/>
                  </a:lnTo>
                  <a:lnTo>
                    <a:pt x="7409578" y="366967"/>
                  </a:lnTo>
                  <a:lnTo>
                    <a:pt x="7508447" y="368777"/>
                  </a:lnTo>
                  <a:lnTo>
                    <a:pt x="7601349" y="370794"/>
                  </a:lnTo>
                  <a:lnTo>
                    <a:pt x="7687404" y="373029"/>
                  </a:lnTo>
                  <a:lnTo>
                    <a:pt x="7766399" y="375504"/>
                  </a:lnTo>
                  <a:lnTo>
                    <a:pt x="7838591" y="378245"/>
                  </a:lnTo>
                  <a:lnTo>
                    <a:pt x="7904550" y="381288"/>
                  </a:lnTo>
                  <a:lnTo>
                    <a:pt x="7965023" y="384673"/>
                  </a:lnTo>
                  <a:lnTo>
                    <a:pt x="8020844" y="388445"/>
                  </a:lnTo>
                  <a:lnTo>
                    <a:pt x="8072865" y="392645"/>
                  </a:lnTo>
                  <a:lnTo>
                    <a:pt x="8121901" y="397307"/>
                  </a:lnTo>
                  <a:lnTo>
                    <a:pt x="8151487" y="400476"/>
                  </a:lnTo>
                  <a:lnTo>
                    <a:pt x="8207308" y="407207"/>
                  </a:lnTo>
                  <a:lnTo>
                    <a:pt x="8261302" y="414672"/>
                  </a:lnTo>
                  <a:lnTo>
                    <a:pt x="8314206" y="422877"/>
                  </a:lnTo>
                  <a:lnTo>
                    <a:pt x="8366547" y="431805"/>
                  </a:lnTo>
                  <a:lnTo>
                    <a:pt x="8418678" y="441400"/>
                  </a:lnTo>
                  <a:lnTo>
                    <a:pt x="8470811" y="451576"/>
                  </a:lnTo>
                  <a:lnTo>
                    <a:pt x="8523045" y="462212"/>
                  </a:lnTo>
                  <a:lnTo>
                    <a:pt x="8575389" y="473162"/>
                  </a:lnTo>
                  <a:lnTo>
                    <a:pt x="8627794" y="484256"/>
                  </a:lnTo>
                  <a:lnTo>
                    <a:pt x="8680185" y="495316"/>
                  </a:lnTo>
                  <a:lnTo>
                    <a:pt x="8732492" y="506169"/>
                  </a:lnTo>
                  <a:lnTo>
                    <a:pt x="8784684" y="516652"/>
                  </a:lnTo>
                  <a:lnTo>
                    <a:pt x="8836799" y="526626"/>
                  </a:lnTo>
                  <a:lnTo>
                    <a:pt x="8888976" y="535983"/>
                  </a:lnTo>
                  <a:lnTo>
                    <a:pt x="8941475" y="544648"/>
                  </a:lnTo>
                  <a:lnTo>
                    <a:pt x="8994710" y="552581"/>
                  </a:lnTo>
                  <a:lnTo>
                    <a:pt x="9049279" y="559773"/>
                  </a:lnTo>
                  <a:lnTo>
                    <a:pt x="9084767" y="563936"/>
                  </a:lnTo>
                  <a:lnTo>
                    <a:pt x="9132306" y="568896"/>
                  </a:lnTo>
                  <a:lnTo>
                    <a:pt x="9182363" y="573383"/>
                  </a:lnTo>
                  <a:lnTo>
                    <a:pt x="9235700" y="577420"/>
                  </a:lnTo>
                  <a:lnTo>
                    <a:pt x="9293153" y="581042"/>
                  </a:lnTo>
                  <a:lnTo>
                    <a:pt x="9355573" y="584295"/>
                  </a:lnTo>
                  <a:lnTo>
                    <a:pt x="9423773" y="587222"/>
                  </a:lnTo>
                  <a:lnTo>
                    <a:pt x="9498445" y="589860"/>
                  </a:lnTo>
                  <a:lnTo>
                    <a:pt x="9580059" y="592242"/>
                  </a:lnTo>
                  <a:lnTo>
                    <a:pt x="9668719" y="594394"/>
                  </a:lnTo>
                  <a:lnTo>
                    <a:pt x="9763986" y="596333"/>
                  </a:lnTo>
                  <a:lnTo>
                    <a:pt x="9864686" y="598068"/>
                  </a:lnTo>
                  <a:lnTo>
                    <a:pt x="9968747" y="599602"/>
                  </a:lnTo>
                  <a:lnTo>
                    <a:pt x="10073121" y="600931"/>
                  </a:lnTo>
                  <a:lnTo>
                    <a:pt x="10173903" y="602052"/>
                  </a:lnTo>
                  <a:lnTo>
                    <a:pt x="10266686" y="602961"/>
                  </a:lnTo>
                  <a:lnTo>
                    <a:pt x="10347185" y="603661"/>
                  </a:lnTo>
                  <a:lnTo>
                    <a:pt x="10412001" y="604166"/>
                  </a:lnTo>
                  <a:lnTo>
                    <a:pt x="10459337" y="604497"/>
                  </a:lnTo>
                  <a:lnTo>
                    <a:pt x="10489454" y="604687"/>
                  </a:lnTo>
                  <a:lnTo>
                    <a:pt x="10504760" y="604775"/>
                  </a:lnTo>
                  <a:lnTo>
                    <a:pt x="10509598" y="604800"/>
                  </a:lnTo>
                  <a:lnTo>
                    <a:pt x="10509911" y="604801"/>
                  </a:lnTo>
                  <a:lnTo>
                    <a:pt x="11981298" y="604801"/>
                  </a:lnTo>
                  <a:lnTo>
                    <a:pt x="11981298" y="596628"/>
                  </a:lnTo>
                  <a:lnTo>
                    <a:pt x="10509911" y="596628"/>
                  </a:lnTo>
                  <a:lnTo>
                    <a:pt x="10508674" y="596622"/>
                  </a:lnTo>
                  <a:lnTo>
                    <a:pt x="10500556" y="596578"/>
                  </a:lnTo>
                  <a:lnTo>
                    <a:pt x="10480147" y="596457"/>
                  </a:lnTo>
                  <a:lnTo>
                    <a:pt x="10443789" y="596219"/>
                  </a:lnTo>
                  <a:lnTo>
                    <a:pt x="10389861" y="595826"/>
                  </a:lnTo>
                  <a:lnTo>
                    <a:pt x="10318898" y="595251"/>
                  </a:lnTo>
                  <a:lnTo>
                    <a:pt x="10233364" y="594474"/>
                  </a:lnTo>
                  <a:lnTo>
                    <a:pt x="10137080" y="593486"/>
                  </a:lnTo>
                  <a:lnTo>
                    <a:pt x="10034462" y="592287"/>
                  </a:lnTo>
                  <a:lnTo>
                    <a:pt x="9929789" y="590881"/>
                  </a:lnTo>
                  <a:lnTo>
                    <a:pt x="9826675" y="589273"/>
                  </a:lnTo>
                  <a:lnTo>
                    <a:pt x="9727806" y="587463"/>
                  </a:lnTo>
                  <a:lnTo>
                    <a:pt x="9634905" y="585446"/>
                  </a:lnTo>
                  <a:lnTo>
                    <a:pt x="9548849" y="583210"/>
                  </a:lnTo>
                  <a:lnTo>
                    <a:pt x="9469855" y="580736"/>
                  </a:lnTo>
                  <a:lnTo>
                    <a:pt x="9397662" y="577995"/>
                  </a:lnTo>
                  <a:lnTo>
                    <a:pt x="9331703" y="574952"/>
                  </a:lnTo>
                  <a:lnTo>
                    <a:pt x="9271230" y="571566"/>
                  </a:lnTo>
                  <a:lnTo>
                    <a:pt x="9215409" y="567795"/>
                  </a:lnTo>
                  <a:lnTo>
                    <a:pt x="9163388" y="563594"/>
                  </a:lnTo>
                  <a:lnTo>
                    <a:pt x="9114352" y="558932"/>
                  </a:lnTo>
                  <a:lnTo>
                    <a:pt x="9084767" y="555763"/>
                  </a:lnTo>
                  <a:lnTo>
                    <a:pt x="9028945" y="549032"/>
                  </a:lnTo>
                  <a:lnTo>
                    <a:pt x="8974952" y="541568"/>
                  </a:lnTo>
                  <a:lnTo>
                    <a:pt x="8922047" y="533362"/>
                  </a:lnTo>
                  <a:lnTo>
                    <a:pt x="8869707" y="524435"/>
                  </a:lnTo>
                  <a:lnTo>
                    <a:pt x="8817576" y="514840"/>
                  </a:lnTo>
                  <a:lnTo>
                    <a:pt x="8765442" y="504664"/>
                  </a:lnTo>
                  <a:lnTo>
                    <a:pt x="8713208" y="494027"/>
                  </a:lnTo>
                  <a:lnTo>
                    <a:pt x="8660864" y="483078"/>
                  </a:lnTo>
                  <a:lnTo>
                    <a:pt x="8608459" y="471984"/>
                  </a:lnTo>
                  <a:lnTo>
                    <a:pt x="8556068" y="460923"/>
                  </a:lnTo>
                  <a:lnTo>
                    <a:pt x="8503761" y="450071"/>
                  </a:lnTo>
                  <a:lnTo>
                    <a:pt x="8451570" y="439588"/>
                  </a:lnTo>
                  <a:lnTo>
                    <a:pt x="8399454" y="429614"/>
                  </a:lnTo>
                  <a:lnTo>
                    <a:pt x="8347277" y="420257"/>
                  </a:lnTo>
                  <a:lnTo>
                    <a:pt x="8294778" y="411591"/>
                  </a:lnTo>
                  <a:lnTo>
                    <a:pt x="8241544" y="403658"/>
                  </a:lnTo>
                  <a:lnTo>
                    <a:pt x="8186975" y="396467"/>
                  </a:lnTo>
                  <a:lnTo>
                    <a:pt x="8151487" y="392303"/>
                  </a:lnTo>
                  <a:lnTo>
                    <a:pt x="8103948" y="387344"/>
                  </a:lnTo>
                  <a:lnTo>
                    <a:pt x="8053891" y="382856"/>
                  </a:lnTo>
                  <a:lnTo>
                    <a:pt x="8000553" y="378820"/>
                  </a:lnTo>
                  <a:lnTo>
                    <a:pt x="7943100" y="375197"/>
                  </a:lnTo>
                  <a:lnTo>
                    <a:pt x="7880680" y="371944"/>
                  </a:lnTo>
                  <a:lnTo>
                    <a:pt x="7812481" y="369018"/>
                  </a:lnTo>
                  <a:lnTo>
                    <a:pt x="7737809" y="366380"/>
                  </a:lnTo>
                  <a:lnTo>
                    <a:pt x="7656194" y="363998"/>
                  </a:lnTo>
                  <a:lnTo>
                    <a:pt x="7567535" y="361845"/>
                  </a:lnTo>
                  <a:lnTo>
                    <a:pt x="7472268" y="359907"/>
                  </a:lnTo>
                  <a:lnTo>
                    <a:pt x="7371567" y="358172"/>
                  </a:lnTo>
                  <a:lnTo>
                    <a:pt x="7267506" y="356638"/>
                  </a:lnTo>
                  <a:lnTo>
                    <a:pt x="7163132" y="355309"/>
                  </a:lnTo>
                  <a:lnTo>
                    <a:pt x="7062350" y="354188"/>
                  </a:lnTo>
                  <a:lnTo>
                    <a:pt x="6969567" y="353279"/>
                  </a:lnTo>
                  <a:lnTo>
                    <a:pt x="6889068" y="352579"/>
                  </a:lnTo>
                  <a:lnTo>
                    <a:pt x="6824252" y="352074"/>
                  </a:lnTo>
                  <a:lnTo>
                    <a:pt x="6776917" y="351743"/>
                  </a:lnTo>
                  <a:lnTo>
                    <a:pt x="6746799" y="351553"/>
                  </a:lnTo>
                  <a:lnTo>
                    <a:pt x="6731493" y="351465"/>
                  </a:lnTo>
                  <a:lnTo>
                    <a:pt x="6726655" y="351440"/>
                  </a:lnTo>
                  <a:lnTo>
                    <a:pt x="6726343" y="351438"/>
                  </a:lnTo>
                  <a:lnTo>
                    <a:pt x="5254955" y="351438"/>
                  </a:lnTo>
                  <a:lnTo>
                    <a:pt x="5253719" y="351430"/>
                  </a:lnTo>
                  <a:lnTo>
                    <a:pt x="5245607" y="351367"/>
                  </a:lnTo>
                  <a:lnTo>
                    <a:pt x="5225209" y="351193"/>
                  </a:lnTo>
                  <a:lnTo>
                    <a:pt x="5188872" y="350852"/>
                  </a:lnTo>
                  <a:lnTo>
                    <a:pt x="5134973" y="350290"/>
                  </a:lnTo>
                  <a:lnTo>
                    <a:pt x="5064044" y="349466"/>
                  </a:lnTo>
                  <a:lnTo>
                    <a:pt x="4978547" y="348353"/>
                  </a:lnTo>
                  <a:lnTo>
                    <a:pt x="4882298" y="346938"/>
                  </a:lnTo>
                  <a:lnTo>
                    <a:pt x="4779710" y="345220"/>
                  </a:lnTo>
                  <a:lnTo>
                    <a:pt x="4675059" y="343206"/>
                  </a:lnTo>
                  <a:lnTo>
                    <a:pt x="4571961" y="340901"/>
                  </a:lnTo>
                  <a:lnTo>
                    <a:pt x="4473100" y="338308"/>
                  </a:lnTo>
                  <a:lnTo>
                    <a:pt x="4380201" y="335419"/>
                  </a:lnTo>
                  <a:lnTo>
                    <a:pt x="4294144" y="332216"/>
                  </a:lnTo>
                  <a:lnTo>
                    <a:pt x="4215144" y="328672"/>
                  </a:lnTo>
                  <a:lnTo>
                    <a:pt x="4142945" y="324745"/>
                  </a:lnTo>
                  <a:lnTo>
                    <a:pt x="4076980" y="320386"/>
                  </a:lnTo>
                  <a:lnTo>
                    <a:pt x="4016501" y="315536"/>
                  </a:lnTo>
                  <a:lnTo>
                    <a:pt x="3960675" y="310134"/>
                  </a:lnTo>
                  <a:lnTo>
                    <a:pt x="3908651" y="304117"/>
                  </a:lnTo>
                  <a:lnTo>
                    <a:pt x="3859614" y="297439"/>
                  </a:lnTo>
                  <a:lnTo>
                    <a:pt x="3829811" y="292865"/>
                  </a:lnTo>
                  <a:lnTo>
                    <a:pt x="3774411" y="283296"/>
                  </a:lnTo>
                  <a:lnTo>
                    <a:pt x="3720817" y="272692"/>
                  </a:lnTo>
                  <a:lnTo>
                    <a:pt x="3668305" y="261041"/>
                  </a:lnTo>
                  <a:lnTo>
                    <a:pt x="3616358" y="248370"/>
                  </a:lnTo>
                  <a:lnTo>
                    <a:pt x="3564625" y="234754"/>
                  </a:lnTo>
                  <a:lnTo>
                    <a:pt x="3512896" y="220312"/>
                  </a:lnTo>
                  <a:lnTo>
                    <a:pt x="3461070" y="205212"/>
                  </a:lnTo>
                  <a:lnTo>
                    <a:pt x="3409134" y="189658"/>
                  </a:lnTo>
                  <a:lnTo>
                    <a:pt x="3357133" y="173885"/>
                  </a:lnTo>
                  <a:lnTo>
                    <a:pt x="3305142" y="158140"/>
                  </a:lnTo>
                  <a:lnTo>
                    <a:pt x="3253229" y="142672"/>
                  </a:lnTo>
                  <a:lnTo>
                    <a:pt x="3201429" y="127707"/>
                  </a:lnTo>
                  <a:lnTo>
                    <a:pt x="3149712" y="113444"/>
                  </a:lnTo>
                  <a:lnTo>
                    <a:pt x="3097953" y="100038"/>
                  </a:lnTo>
                  <a:lnTo>
                    <a:pt x="3045911" y="87600"/>
                  </a:lnTo>
                  <a:lnTo>
                    <a:pt x="2993201" y="76191"/>
                  </a:lnTo>
                  <a:lnTo>
                    <a:pt x="2939261" y="65829"/>
                  </a:lnTo>
                  <a:lnTo>
                    <a:pt x="2896531" y="58573"/>
                  </a:lnTo>
                  <a:lnTo>
                    <a:pt x="2849003" y="51465"/>
                  </a:lnTo>
                  <a:lnTo>
                    <a:pt x="2798957" y="45035"/>
                  </a:lnTo>
                  <a:lnTo>
                    <a:pt x="2745633" y="39250"/>
                  </a:lnTo>
                  <a:lnTo>
                    <a:pt x="2688196" y="34058"/>
                  </a:lnTo>
                  <a:lnTo>
                    <a:pt x="2625795" y="29396"/>
                  </a:lnTo>
                  <a:lnTo>
                    <a:pt x="2557618" y="25202"/>
                  </a:lnTo>
                  <a:lnTo>
                    <a:pt x="2482971" y="21421"/>
                  </a:lnTo>
                  <a:lnTo>
                    <a:pt x="2401386" y="18007"/>
                  </a:lnTo>
                  <a:lnTo>
                    <a:pt x="2312758" y="14922"/>
                  </a:lnTo>
                  <a:lnTo>
                    <a:pt x="2217525" y="12143"/>
                  </a:lnTo>
                  <a:lnTo>
                    <a:pt x="2116856" y="9656"/>
                  </a:lnTo>
                  <a:lnTo>
                    <a:pt x="2012823" y="7458"/>
                  </a:lnTo>
                  <a:lnTo>
                    <a:pt x="1908467" y="5552"/>
                  </a:lnTo>
                  <a:lnTo>
                    <a:pt x="1807690" y="3945"/>
                  </a:lnTo>
                  <a:lnTo>
                    <a:pt x="1714895" y="2641"/>
                  </a:lnTo>
                  <a:lnTo>
                    <a:pt x="1634366" y="1637"/>
                  </a:lnTo>
                  <a:lnTo>
                    <a:pt x="1569504" y="913"/>
                  </a:lnTo>
                  <a:lnTo>
                    <a:pt x="1522111" y="438"/>
                  </a:lnTo>
                  <a:lnTo>
                    <a:pt x="1491935" y="164"/>
                  </a:lnTo>
                  <a:lnTo>
                    <a:pt x="1476577" y="38"/>
                  </a:lnTo>
                  <a:lnTo>
                    <a:pt x="1471706" y="2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78AC3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449" name="pl1449"/>
            <p:cNvSpPr/>
            <p:nvPr/>
          </p:nvSpPr>
          <p:spPr>
            <a:xfrm>
              <a:off x="4799595" y="9131653"/>
              <a:ext cx="11981298" cy="596628"/>
            </a:xfrm>
            <a:custGeom>
              <a:avLst/>
              <a:pathLst>
                <a:path w="11981298" h="596628">
                  <a:moveTo>
                    <a:pt x="0" y="0"/>
                  </a:moveTo>
                  <a:lnTo>
                    <a:pt x="1471387" y="0"/>
                  </a:lnTo>
                  <a:lnTo>
                    <a:pt x="1472623" y="8"/>
                  </a:lnTo>
                  <a:lnTo>
                    <a:pt x="1480736" y="71"/>
                  </a:lnTo>
                  <a:lnTo>
                    <a:pt x="1501133" y="245"/>
                  </a:lnTo>
                  <a:lnTo>
                    <a:pt x="1537470" y="586"/>
                  </a:lnTo>
                  <a:lnTo>
                    <a:pt x="1591369" y="1148"/>
                  </a:lnTo>
                  <a:lnTo>
                    <a:pt x="1662298" y="1972"/>
                  </a:lnTo>
                  <a:lnTo>
                    <a:pt x="1747795" y="3085"/>
                  </a:lnTo>
                  <a:lnTo>
                    <a:pt x="1844044" y="4500"/>
                  </a:lnTo>
                  <a:lnTo>
                    <a:pt x="1946632" y="6218"/>
                  </a:lnTo>
                  <a:lnTo>
                    <a:pt x="2051283" y="8232"/>
                  </a:lnTo>
                  <a:lnTo>
                    <a:pt x="2154381" y="10537"/>
                  </a:lnTo>
                  <a:lnTo>
                    <a:pt x="2253242" y="13130"/>
                  </a:lnTo>
                  <a:lnTo>
                    <a:pt x="2346141" y="16019"/>
                  </a:lnTo>
                  <a:lnTo>
                    <a:pt x="2432198" y="19222"/>
                  </a:lnTo>
                  <a:lnTo>
                    <a:pt x="2511198" y="22766"/>
                  </a:lnTo>
                  <a:lnTo>
                    <a:pt x="2583397" y="26693"/>
                  </a:lnTo>
                  <a:lnTo>
                    <a:pt x="2649362" y="31052"/>
                  </a:lnTo>
                  <a:lnTo>
                    <a:pt x="2709841" y="35902"/>
                  </a:lnTo>
                  <a:lnTo>
                    <a:pt x="2765667" y="41304"/>
                  </a:lnTo>
                  <a:lnTo>
                    <a:pt x="2817692" y="47321"/>
                  </a:lnTo>
                  <a:lnTo>
                    <a:pt x="2866729" y="53999"/>
                  </a:lnTo>
                  <a:lnTo>
                    <a:pt x="2896531" y="58573"/>
                  </a:lnTo>
                  <a:lnTo>
                    <a:pt x="2951931" y="68142"/>
                  </a:lnTo>
                  <a:lnTo>
                    <a:pt x="3005525" y="78746"/>
                  </a:lnTo>
                  <a:lnTo>
                    <a:pt x="3058037" y="90397"/>
                  </a:lnTo>
                  <a:lnTo>
                    <a:pt x="3109984" y="103068"/>
                  </a:lnTo>
                  <a:lnTo>
                    <a:pt x="3161717" y="116684"/>
                  </a:lnTo>
                  <a:lnTo>
                    <a:pt x="3213446" y="131126"/>
                  </a:lnTo>
                  <a:lnTo>
                    <a:pt x="3265273" y="146226"/>
                  </a:lnTo>
                  <a:lnTo>
                    <a:pt x="3317208" y="161780"/>
                  </a:lnTo>
                  <a:lnTo>
                    <a:pt x="3369209" y="177553"/>
                  </a:lnTo>
                  <a:lnTo>
                    <a:pt x="3421200" y="193298"/>
                  </a:lnTo>
                  <a:lnTo>
                    <a:pt x="3473113" y="208766"/>
                  </a:lnTo>
                  <a:lnTo>
                    <a:pt x="3524913" y="223731"/>
                  </a:lnTo>
                  <a:lnTo>
                    <a:pt x="3576630" y="237994"/>
                  </a:lnTo>
                  <a:lnTo>
                    <a:pt x="3628389" y="251400"/>
                  </a:lnTo>
                  <a:lnTo>
                    <a:pt x="3680431" y="263838"/>
                  </a:lnTo>
                  <a:lnTo>
                    <a:pt x="3733141" y="275247"/>
                  </a:lnTo>
                  <a:lnTo>
                    <a:pt x="3787081" y="285609"/>
                  </a:lnTo>
                  <a:lnTo>
                    <a:pt x="3829811" y="292865"/>
                  </a:lnTo>
                  <a:lnTo>
                    <a:pt x="3877340" y="299973"/>
                  </a:lnTo>
                  <a:lnTo>
                    <a:pt x="3927385" y="306403"/>
                  </a:lnTo>
                  <a:lnTo>
                    <a:pt x="3980709" y="312188"/>
                  </a:lnTo>
                  <a:lnTo>
                    <a:pt x="4038146" y="317380"/>
                  </a:lnTo>
                  <a:lnTo>
                    <a:pt x="4100547" y="322042"/>
                  </a:lnTo>
                  <a:lnTo>
                    <a:pt x="4168724" y="326236"/>
                  </a:lnTo>
                  <a:lnTo>
                    <a:pt x="4243371" y="330017"/>
                  </a:lnTo>
                  <a:lnTo>
                    <a:pt x="4324956" y="333431"/>
                  </a:lnTo>
                  <a:lnTo>
                    <a:pt x="4413584" y="336516"/>
                  </a:lnTo>
                  <a:lnTo>
                    <a:pt x="4508817" y="339295"/>
                  </a:lnTo>
                  <a:lnTo>
                    <a:pt x="4609486" y="341782"/>
                  </a:lnTo>
                  <a:lnTo>
                    <a:pt x="4713519" y="343980"/>
                  </a:lnTo>
                  <a:lnTo>
                    <a:pt x="4817875" y="345886"/>
                  </a:lnTo>
                  <a:lnTo>
                    <a:pt x="4918652" y="347493"/>
                  </a:lnTo>
                  <a:lnTo>
                    <a:pt x="5011447" y="348797"/>
                  </a:lnTo>
                  <a:lnTo>
                    <a:pt x="5091977" y="349801"/>
                  </a:lnTo>
                  <a:lnTo>
                    <a:pt x="5156838" y="350525"/>
                  </a:lnTo>
                  <a:lnTo>
                    <a:pt x="5204231" y="351000"/>
                  </a:lnTo>
                  <a:lnTo>
                    <a:pt x="5234407" y="351274"/>
                  </a:lnTo>
                  <a:lnTo>
                    <a:pt x="5249765" y="351400"/>
                  </a:lnTo>
                  <a:lnTo>
                    <a:pt x="5254636" y="351436"/>
                  </a:lnTo>
                  <a:lnTo>
                    <a:pt x="5254955" y="351438"/>
                  </a:lnTo>
                  <a:lnTo>
                    <a:pt x="6726343" y="351438"/>
                  </a:lnTo>
                  <a:lnTo>
                    <a:pt x="6727580" y="351445"/>
                  </a:lnTo>
                  <a:lnTo>
                    <a:pt x="6735697" y="351488"/>
                  </a:lnTo>
                  <a:lnTo>
                    <a:pt x="6756106" y="351610"/>
                  </a:lnTo>
                  <a:lnTo>
                    <a:pt x="6792465" y="351848"/>
                  </a:lnTo>
                  <a:lnTo>
                    <a:pt x="6846393" y="352240"/>
                  </a:lnTo>
                  <a:lnTo>
                    <a:pt x="6917356" y="352815"/>
                  </a:lnTo>
                  <a:lnTo>
                    <a:pt x="7002889" y="353593"/>
                  </a:lnTo>
                  <a:lnTo>
                    <a:pt x="7099173" y="354580"/>
                  </a:lnTo>
                  <a:lnTo>
                    <a:pt x="7201791" y="355779"/>
                  </a:lnTo>
                  <a:lnTo>
                    <a:pt x="7306464" y="357185"/>
                  </a:lnTo>
                  <a:lnTo>
                    <a:pt x="7409578" y="358794"/>
                  </a:lnTo>
                  <a:lnTo>
                    <a:pt x="7508447" y="360604"/>
                  </a:lnTo>
                  <a:lnTo>
                    <a:pt x="7601349" y="362621"/>
                  </a:lnTo>
                  <a:lnTo>
                    <a:pt x="7687404" y="364856"/>
                  </a:lnTo>
                  <a:lnTo>
                    <a:pt x="7766399" y="367331"/>
                  </a:lnTo>
                  <a:lnTo>
                    <a:pt x="7838591" y="370072"/>
                  </a:lnTo>
                  <a:lnTo>
                    <a:pt x="7904550" y="373115"/>
                  </a:lnTo>
                  <a:lnTo>
                    <a:pt x="7965023" y="376500"/>
                  </a:lnTo>
                  <a:lnTo>
                    <a:pt x="8020844" y="380272"/>
                  </a:lnTo>
                  <a:lnTo>
                    <a:pt x="8072865" y="384472"/>
                  </a:lnTo>
                  <a:lnTo>
                    <a:pt x="8121901" y="389134"/>
                  </a:lnTo>
                  <a:lnTo>
                    <a:pt x="8151487" y="392303"/>
                  </a:lnTo>
                  <a:lnTo>
                    <a:pt x="8207308" y="399034"/>
                  </a:lnTo>
                  <a:lnTo>
                    <a:pt x="8261302" y="406499"/>
                  </a:lnTo>
                  <a:lnTo>
                    <a:pt x="8314206" y="414704"/>
                  </a:lnTo>
                  <a:lnTo>
                    <a:pt x="8366547" y="423632"/>
                  </a:lnTo>
                  <a:lnTo>
                    <a:pt x="8418678" y="433227"/>
                  </a:lnTo>
                  <a:lnTo>
                    <a:pt x="8470811" y="443403"/>
                  </a:lnTo>
                  <a:lnTo>
                    <a:pt x="8523045" y="454039"/>
                  </a:lnTo>
                  <a:lnTo>
                    <a:pt x="8575389" y="464989"/>
                  </a:lnTo>
                  <a:lnTo>
                    <a:pt x="8627794" y="476083"/>
                  </a:lnTo>
                  <a:lnTo>
                    <a:pt x="8680185" y="487143"/>
                  </a:lnTo>
                  <a:lnTo>
                    <a:pt x="8732492" y="497996"/>
                  </a:lnTo>
                  <a:lnTo>
                    <a:pt x="8784684" y="508479"/>
                  </a:lnTo>
                  <a:lnTo>
                    <a:pt x="8836799" y="518453"/>
                  </a:lnTo>
                  <a:lnTo>
                    <a:pt x="8888976" y="527810"/>
                  </a:lnTo>
                  <a:lnTo>
                    <a:pt x="8941475" y="536475"/>
                  </a:lnTo>
                  <a:lnTo>
                    <a:pt x="8994710" y="544408"/>
                  </a:lnTo>
                  <a:lnTo>
                    <a:pt x="9049279" y="551600"/>
                  </a:lnTo>
                  <a:lnTo>
                    <a:pt x="9084767" y="555763"/>
                  </a:lnTo>
                  <a:lnTo>
                    <a:pt x="9132306" y="560723"/>
                  </a:lnTo>
                  <a:lnTo>
                    <a:pt x="9182363" y="565210"/>
                  </a:lnTo>
                  <a:lnTo>
                    <a:pt x="9235700" y="569247"/>
                  </a:lnTo>
                  <a:lnTo>
                    <a:pt x="9293153" y="572869"/>
                  </a:lnTo>
                  <a:lnTo>
                    <a:pt x="9355573" y="576122"/>
                  </a:lnTo>
                  <a:lnTo>
                    <a:pt x="9423773" y="579049"/>
                  </a:lnTo>
                  <a:lnTo>
                    <a:pt x="9498445" y="581687"/>
                  </a:lnTo>
                  <a:lnTo>
                    <a:pt x="9580059" y="584069"/>
                  </a:lnTo>
                  <a:lnTo>
                    <a:pt x="9668719" y="586221"/>
                  </a:lnTo>
                  <a:lnTo>
                    <a:pt x="9763986" y="588160"/>
                  </a:lnTo>
                  <a:lnTo>
                    <a:pt x="9864686" y="589895"/>
                  </a:lnTo>
                  <a:lnTo>
                    <a:pt x="9968747" y="591429"/>
                  </a:lnTo>
                  <a:lnTo>
                    <a:pt x="10073121" y="592758"/>
                  </a:lnTo>
                  <a:lnTo>
                    <a:pt x="10173903" y="593879"/>
                  </a:lnTo>
                  <a:lnTo>
                    <a:pt x="10266686" y="594788"/>
                  </a:lnTo>
                  <a:lnTo>
                    <a:pt x="10347185" y="595488"/>
                  </a:lnTo>
                  <a:lnTo>
                    <a:pt x="10412001" y="595993"/>
                  </a:lnTo>
                  <a:lnTo>
                    <a:pt x="10459337" y="596324"/>
                  </a:lnTo>
                  <a:lnTo>
                    <a:pt x="10489454" y="596514"/>
                  </a:lnTo>
                  <a:lnTo>
                    <a:pt x="10504760" y="596602"/>
                  </a:lnTo>
                  <a:lnTo>
                    <a:pt x="10509598" y="596627"/>
                  </a:lnTo>
                  <a:lnTo>
                    <a:pt x="10509911" y="596628"/>
                  </a:lnTo>
                  <a:lnTo>
                    <a:pt x="11981298" y="59662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50" name="pl1450"/>
            <p:cNvSpPr/>
            <p:nvPr/>
          </p:nvSpPr>
          <p:spPr>
            <a:xfrm>
              <a:off x="4799595" y="9123480"/>
              <a:ext cx="11981298" cy="596628"/>
            </a:xfrm>
            <a:custGeom>
              <a:avLst/>
              <a:pathLst>
                <a:path w="11981298" h="596628">
                  <a:moveTo>
                    <a:pt x="11981298" y="596628"/>
                  </a:moveTo>
                  <a:lnTo>
                    <a:pt x="10509911" y="596628"/>
                  </a:lnTo>
                  <a:lnTo>
                    <a:pt x="10508674" y="596622"/>
                  </a:lnTo>
                  <a:lnTo>
                    <a:pt x="10500556" y="596578"/>
                  </a:lnTo>
                  <a:lnTo>
                    <a:pt x="10480147" y="596457"/>
                  </a:lnTo>
                  <a:lnTo>
                    <a:pt x="10443789" y="596219"/>
                  </a:lnTo>
                  <a:lnTo>
                    <a:pt x="10389861" y="595826"/>
                  </a:lnTo>
                  <a:lnTo>
                    <a:pt x="10318898" y="595251"/>
                  </a:lnTo>
                  <a:lnTo>
                    <a:pt x="10233364" y="594474"/>
                  </a:lnTo>
                  <a:lnTo>
                    <a:pt x="10137080" y="593486"/>
                  </a:lnTo>
                  <a:lnTo>
                    <a:pt x="10034462" y="592287"/>
                  </a:lnTo>
                  <a:lnTo>
                    <a:pt x="9929789" y="590881"/>
                  </a:lnTo>
                  <a:lnTo>
                    <a:pt x="9826675" y="589273"/>
                  </a:lnTo>
                  <a:lnTo>
                    <a:pt x="9727806" y="587463"/>
                  </a:lnTo>
                  <a:lnTo>
                    <a:pt x="9634905" y="585446"/>
                  </a:lnTo>
                  <a:lnTo>
                    <a:pt x="9548849" y="583210"/>
                  </a:lnTo>
                  <a:lnTo>
                    <a:pt x="9469855" y="580736"/>
                  </a:lnTo>
                  <a:lnTo>
                    <a:pt x="9397662" y="577995"/>
                  </a:lnTo>
                  <a:lnTo>
                    <a:pt x="9331703" y="574952"/>
                  </a:lnTo>
                  <a:lnTo>
                    <a:pt x="9271230" y="571566"/>
                  </a:lnTo>
                  <a:lnTo>
                    <a:pt x="9215409" y="567795"/>
                  </a:lnTo>
                  <a:lnTo>
                    <a:pt x="9163388" y="563594"/>
                  </a:lnTo>
                  <a:lnTo>
                    <a:pt x="9114352" y="558932"/>
                  </a:lnTo>
                  <a:lnTo>
                    <a:pt x="9084767" y="555763"/>
                  </a:lnTo>
                  <a:lnTo>
                    <a:pt x="9028945" y="549032"/>
                  </a:lnTo>
                  <a:lnTo>
                    <a:pt x="8974952" y="541568"/>
                  </a:lnTo>
                  <a:lnTo>
                    <a:pt x="8922047" y="533362"/>
                  </a:lnTo>
                  <a:lnTo>
                    <a:pt x="8869707" y="524435"/>
                  </a:lnTo>
                  <a:lnTo>
                    <a:pt x="8817576" y="514840"/>
                  </a:lnTo>
                  <a:lnTo>
                    <a:pt x="8765442" y="504664"/>
                  </a:lnTo>
                  <a:lnTo>
                    <a:pt x="8713208" y="494027"/>
                  </a:lnTo>
                  <a:lnTo>
                    <a:pt x="8660864" y="483078"/>
                  </a:lnTo>
                  <a:lnTo>
                    <a:pt x="8608459" y="471984"/>
                  </a:lnTo>
                  <a:lnTo>
                    <a:pt x="8556068" y="460923"/>
                  </a:lnTo>
                  <a:lnTo>
                    <a:pt x="8503761" y="450071"/>
                  </a:lnTo>
                  <a:lnTo>
                    <a:pt x="8451570" y="439588"/>
                  </a:lnTo>
                  <a:lnTo>
                    <a:pt x="8399454" y="429614"/>
                  </a:lnTo>
                  <a:lnTo>
                    <a:pt x="8347277" y="420257"/>
                  </a:lnTo>
                  <a:lnTo>
                    <a:pt x="8294778" y="411591"/>
                  </a:lnTo>
                  <a:lnTo>
                    <a:pt x="8241544" y="403658"/>
                  </a:lnTo>
                  <a:lnTo>
                    <a:pt x="8186975" y="396467"/>
                  </a:lnTo>
                  <a:lnTo>
                    <a:pt x="8151487" y="392303"/>
                  </a:lnTo>
                  <a:lnTo>
                    <a:pt x="8103948" y="387344"/>
                  </a:lnTo>
                  <a:lnTo>
                    <a:pt x="8053891" y="382856"/>
                  </a:lnTo>
                  <a:lnTo>
                    <a:pt x="8000553" y="378820"/>
                  </a:lnTo>
                  <a:lnTo>
                    <a:pt x="7943100" y="375197"/>
                  </a:lnTo>
                  <a:lnTo>
                    <a:pt x="7880680" y="371944"/>
                  </a:lnTo>
                  <a:lnTo>
                    <a:pt x="7812481" y="369018"/>
                  </a:lnTo>
                  <a:lnTo>
                    <a:pt x="7737809" y="366380"/>
                  </a:lnTo>
                  <a:lnTo>
                    <a:pt x="7656194" y="363998"/>
                  </a:lnTo>
                  <a:lnTo>
                    <a:pt x="7567535" y="361845"/>
                  </a:lnTo>
                  <a:lnTo>
                    <a:pt x="7472268" y="359907"/>
                  </a:lnTo>
                  <a:lnTo>
                    <a:pt x="7371567" y="358172"/>
                  </a:lnTo>
                  <a:lnTo>
                    <a:pt x="7267506" y="356638"/>
                  </a:lnTo>
                  <a:lnTo>
                    <a:pt x="7163132" y="355309"/>
                  </a:lnTo>
                  <a:lnTo>
                    <a:pt x="7062350" y="354188"/>
                  </a:lnTo>
                  <a:lnTo>
                    <a:pt x="6969567" y="353279"/>
                  </a:lnTo>
                  <a:lnTo>
                    <a:pt x="6889068" y="352579"/>
                  </a:lnTo>
                  <a:lnTo>
                    <a:pt x="6824252" y="352074"/>
                  </a:lnTo>
                  <a:lnTo>
                    <a:pt x="6776917" y="351743"/>
                  </a:lnTo>
                  <a:lnTo>
                    <a:pt x="6746799" y="351553"/>
                  </a:lnTo>
                  <a:lnTo>
                    <a:pt x="6731493" y="351465"/>
                  </a:lnTo>
                  <a:lnTo>
                    <a:pt x="6726655" y="351440"/>
                  </a:lnTo>
                  <a:lnTo>
                    <a:pt x="6726343" y="351438"/>
                  </a:lnTo>
                  <a:lnTo>
                    <a:pt x="5254955" y="351438"/>
                  </a:lnTo>
                  <a:lnTo>
                    <a:pt x="5253719" y="351430"/>
                  </a:lnTo>
                  <a:lnTo>
                    <a:pt x="5245607" y="351367"/>
                  </a:lnTo>
                  <a:lnTo>
                    <a:pt x="5225209" y="351193"/>
                  </a:lnTo>
                  <a:lnTo>
                    <a:pt x="5188872" y="350852"/>
                  </a:lnTo>
                  <a:lnTo>
                    <a:pt x="5134973" y="350290"/>
                  </a:lnTo>
                  <a:lnTo>
                    <a:pt x="5064044" y="349466"/>
                  </a:lnTo>
                  <a:lnTo>
                    <a:pt x="4978547" y="348353"/>
                  </a:lnTo>
                  <a:lnTo>
                    <a:pt x="4882298" y="346938"/>
                  </a:lnTo>
                  <a:lnTo>
                    <a:pt x="4779710" y="345220"/>
                  </a:lnTo>
                  <a:lnTo>
                    <a:pt x="4675059" y="343206"/>
                  </a:lnTo>
                  <a:lnTo>
                    <a:pt x="4571961" y="340901"/>
                  </a:lnTo>
                  <a:lnTo>
                    <a:pt x="4473100" y="338308"/>
                  </a:lnTo>
                  <a:lnTo>
                    <a:pt x="4380201" y="335419"/>
                  </a:lnTo>
                  <a:lnTo>
                    <a:pt x="4294144" y="332216"/>
                  </a:lnTo>
                  <a:lnTo>
                    <a:pt x="4215144" y="328672"/>
                  </a:lnTo>
                  <a:lnTo>
                    <a:pt x="4142945" y="324745"/>
                  </a:lnTo>
                  <a:lnTo>
                    <a:pt x="4076980" y="320386"/>
                  </a:lnTo>
                  <a:lnTo>
                    <a:pt x="4016501" y="315536"/>
                  </a:lnTo>
                  <a:lnTo>
                    <a:pt x="3960675" y="310134"/>
                  </a:lnTo>
                  <a:lnTo>
                    <a:pt x="3908651" y="304117"/>
                  </a:lnTo>
                  <a:lnTo>
                    <a:pt x="3859614" y="297439"/>
                  </a:lnTo>
                  <a:lnTo>
                    <a:pt x="3829811" y="292865"/>
                  </a:lnTo>
                  <a:lnTo>
                    <a:pt x="3774411" y="283296"/>
                  </a:lnTo>
                  <a:lnTo>
                    <a:pt x="3720817" y="272692"/>
                  </a:lnTo>
                  <a:lnTo>
                    <a:pt x="3668305" y="261041"/>
                  </a:lnTo>
                  <a:lnTo>
                    <a:pt x="3616358" y="248370"/>
                  </a:lnTo>
                  <a:lnTo>
                    <a:pt x="3564625" y="234754"/>
                  </a:lnTo>
                  <a:lnTo>
                    <a:pt x="3512896" y="220312"/>
                  </a:lnTo>
                  <a:lnTo>
                    <a:pt x="3461070" y="205212"/>
                  </a:lnTo>
                  <a:lnTo>
                    <a:pt x="3409134" y="189658"/>
                  </a:lnTo>
                  <a:lnTo>
                    <a:pt x="3357133" y="173885"/>
                  </a:lnTo>
                  <a:lnTo>
                    <a:pt x="3305142" y="158140"/>
                  </a:lnTo>
                  <a:lnTo>
                    <a:pt x="3253229" y="142672"/>
                  </a:lnTo>
                  <a:lnTo>
                    <a:pt x="3201429" y="127707"/>
                  </a:lnTo>
                  <a:lnTo>
                    <a:pt x="3149712" y="113444"/>
                  </a:lnTo>
                  <a:lnTo>
                    <a:pt x="3097953" y="100038"/>
                  </a:lnTo>
                  <a:lnTo>
                    <a:pt x="3045911" y="87600"/>
                  </a:lnTo>
                  <a:lnTo>
                    <a:pt x="2993201" y="76191"/>
                  </a:lnTo>
                  <a:lnTo>
                    <a:pt x="2939261" y="65829"/>
                  </a:lnTo>
                  <a:lnTo>
                    <a:pt x="2896531" y="58573"/>
                  </a:lnTo>
                  <a:lnTo>
                    <a:pt x="2849003" y="51465"/>
                  </a:lnTo>
                  <a:lnTo>
                    <a:pt x="2798957" y="45035"/>
                  </a:lnTo>
                  <a:lnTo>
                    <a:pt x="2745633" y="39250"/>
                  </a:lnTo>
                  <a:lnTo>
                    <a:pt x="2688196" y="34058"/>
                  </a:lnTo>
                  <a:lnTo>
                    <a:pt x="2625795" y="29396"/>
                  </a:lnTo>
                  <a:lnTo>
                    <a:pt x="2557618" y="25202"/>
                  </a:lnTo>
                  <a:lnTo>
                    <a:pt x="2482971" y="21421"/>
                  </a:lnTo>
                  <a:lnTo>
                    <a:pt x="2401386" y="18007"/>
                  </a:lnTo>
                  <a:lnTo>
                    <a:pt x="2312758" y="14922"/>
                  </a:lnTo>
                  <a:lnTo>
                    <a:pt x="2217525" y="12143"/>
                  </a:lnTo>
                  <a:lnTo>
                    <a:pt x="2116856" y="9656"/>
                  </a:lnTo>
                  <a:lnTo>
                    <a:pt x="2012823" y="7458"/>
                  </a:lnTo>
                  <a:lnTo>
                    <a:pt x="1908467" y="5552"/>
                  </a:lnTo>
                  <a:lnTo>
                    <a:pt x="1807690" y="3945"/>
                  </a:lnTo>
                  <a:lnTo>
                    <a:pt x="1714895" y="2641"/>
                  </a:lnTo>
                  <a:lnTo>
                    <a:pt x="1634366" y="1637"/>
                  </a:lnTo>
                  <a:lnTo>
                    <a:pt x="1569504" y="913"/>
                  </a:lnTo>
                  <a:lnTo>
                    <a:pt x="1522111" y="438"/>
                  </a:lnTo>
                  <a:lnTo>
                    <a:pt x="1491935" y="164"/>
                  </a:lnTo>
                  <a:lnTo>
                    <a:pt x="1476577" y="38"/>
                  </a:lnTo>
                  <a:lnTo>
                    <a:pt x="1471706" y="2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51" name="pg1451"/>
            <p:cNvSpPr/>
            <p:nvPr/>
          </p:nvSpPr>
          <p:spPr>
            <a:xfrm>
              <a:off x="4799595" y="7227344"/>
              <a:ext cx="11981298" cy="2934106"/>
            </a:xfrm>
            <a:custGeom>
              <a:avLst/>
              <a:pathLst>
                <a:path w="11981298" h="2934106">
                  <a:moveTo>
                    <a:pt x="0" y="1937000"/>
                  </a:moveTo>
                  <a:lnTo>
                    <a:pt x="1471387" y="1937000"/>
                  </a:lnTo>
                  <a:lnTo>
                    <a:pt x="1472613" y="1937025"/>
                  </a:lnTo>
                  <a:lnTo>
                    <a:pt x="1480656" y="1937201"/>
                  </a:lnTo>
                  <a:lnTo>
                    <a:pt x="1500886" y="1937690"/>
                  </a:lnTo>
                  <a:lnTo>
                    <a:pt x="1536940" y="1938650"/>
                  </a:lnTo>
                  <a:lnTo>
                    <a:pt x="1590446" y="1940230"/>
                  </a:lnTo>
                  <a:lnTo>
                    <a:pt x="1660906" y="1942548"/>
                  </a:lnTo>
                  <a:lnTo>
                    <a:pt x="1745906" y="1945681"/>
                  </a:lnTo>
                  <a:lnTo>
                    <a:pt x="1841682" y="1949665"/>
                  </a:lnTo>
                  <a:lnTo>
                    <a:pt x="1943864" y="1954503"/>
                  </a:lnTo>
                  <a:lnTo>
                    <a:pt x="2048202" y="1960177"/>
                  </a:lnTo>
                  <a:lnTo>
                    <a:pt x="2151090" y="1966671"/>
                  </a:lnTo>
                  <a:lnTo>
                    <a:pt x="2249837" y="1973980"/>
                  </a:lnTo>
                  <a:lnTo>
                    <a:pt x="2342701" y="1982121"/>
                  </a:lnTo>
                  <a:lnTo>
                    <a:pt x="2428784" y="1991144"/>
                  </a:lnTo>
                  <a:lnTo>
                    <a:pt x="2507849" y="2001127"/>
                  </a:lnTo>
                  <a:lnTo>
                    <a:pt x="2580135" y="2012183"/>
                  </a:lnTo>
                  <a:lnTo>
                    <a:pt x="2646191" y="2024451"/>
                  </a:lnTo>
                  <a:lnTo>
                    <a:pt x="2706754" y="2038094"/>
                  </a:lnTo>
                  <a:lnTo>
                    <a:pt x="2762646" y="2053287"/>
                  </a:lnTo>
                  <a:lnTo>
                    <a:pt x="2814713" y="2070202"/>
                  </a:lnTo>
                  <a:lnTo>
                    <a:pt x="2863763" y="2088977"/>
                  </a:lnTo>
                  <a:lnTo>
                    <a:pt x="2896531" y="2103184"/>
                  </a:lnTo>
                  <a:lnTo>
                    <a:pt x="2947381" y="2127954"/>
                  </a:lnTo>
                  <a:lnTo>
                    <a:pt x="2996656" y="2155183"/>
                  </a:lnTo>
                  <a:lnTo>
                    <a:pt x="3044937" y="2184910"/>
                  </a:lnTo>
                  <a:lnTo>
                    <a:pt x="3092651" y="2217093"/>
                  </a:lnTo>
                  <a:lnTo>
                    <a:pt x="3140102" y="2251602"/>
                  </a:lnTo>
                  <a:lnTo>
                    <a:pt x="3187491" y="2288214"/>
                  </a:lnTo>
                  <a:lnTo>
                    <a:pt x="3234929" y="2326608"/>
                  </a:lnTo>
                  <a:lnTo>
                    <a:pt x="3282463" y="2366380"/>
                  </a:lnTo>
                  <a:lnTo>
                    <a:pt x="3330080" y="2407055"/>
                  </a:lnTo>
                  <a:lnTo>
                    <a:pt x="3377738" y="2448108"/>
                  </a:lnTo>
                  <a:lnTo>
                    <a:pt x="3425377" y="2488993"/>
                  </a:lnTo>
                  <a:lnTo>
                    <a:pt x="3472947" y="2529176"/>
                  </a:lnTo>
                  <a:lnTo>
                    <a:pt x="3520420" y="2568159"/>
                  </a:lnTo>
                  <a:lnTo>
                    <a:pt x="3567819" y="2605506"/>
                  </a:lnTo>
                  <a:lnTo>
                    <a:pt x="3615227" y="2640864"/>
                  </a:lnTo>
                  <a:lnTo>
                    <a:pt x="3662809" y="2673972"/>
                  </a:lnTo>
                  <a:lnTo>
                    <a:pt x="3710826" y="2704663"/>
                  </a:lnTo>
                  <a:lnTo>
                    <a:pt x="3759655" y="2732863"/>
                  </a:lnTo>
                  <a:lnTo>
                    <a:pt x="3809813" y="2758580"/>
                  </a:lnTo>
                  <a:lnTo>
                    <a:pt x="3829811" y="2767922"/>
                  </a:lnTo>
                  <a:lnTo>
                    <a:pt x="3877196" y="2788030"/>
                  </a:lnTo>
                  <a:lnTo>
                    <a:pt x="3927081" y="2806230"/>
                  </a:lnTo>
                  <a:lnTo>
                    <a:pt x="3980220" y="2822606"/>
                  </a:lnTo>
                  <a:lnTo>
                    <a:pt x="4037441" y="2837310"/>
                  </a:lnTo>
                  <a:lnTo>
                    <a:pt x="4099587" y="2850517"/>
                  </a:lnTo>
                  <a:lnTo>
                    <a:pt x="4167463" y="2862400"/>
                  </a:lnTo>
                  <a:lnTo>
                    <a:pt x="4241760" y="2873117"/>
                  </a:lnTo>
                  <a:lnTo>
                    <a:pt x="4322949" y="2882799"/>
                  </a:lnTo>
                  <a:lnTo>
                    <a:pt x="4411142" y="2891547"/>
                  </a:lnTo>
                  <a:lnTo>
                    <a:pt x="4505922" y="2899432"/>
                  </a:lnTo>
                  <a:lnTo>
                    <a:pt x="4606153" y="2906492"/>
                  </a:lnTo>
                  <a:lnTo>
                    <a:pt x="4709810" y="2912739"/>
                  </a:lnTo>
                  <a:lnTo>
                    <a:pt x="4813912" y="2918161"/>
                  </a:lnTo>
                  <a:lnTo>
                    <a:pt x="4914616" y="2922741"/>
                  </a:lnTo>
                  <a:lnTo>
                    <a:pt x="5007570" y="2926465"/>
                  </a:lnTo>
                  <a:lnTo>
                    <a:pt x="5088506" y="2929345"/>
                  </a:lnTo>
                  <a:lnTo>
                    <a:pt x="5153994" y="2931429"/>
                  </a:lnTo>
                  <a:lnTo>
                    <a:pt x="5202159" y="2932807"/>
                  </a:lnTo>
                  <a:lnTo>
                    <a:pt x="5233140" y="2933607"/>
                  </a:lnTo>
                  <a:lnTo>
                    <a:pt x="5249201" y="2933984"/>
                  </a:lnTo>
                  <a:lnTo>
                    <a:pt x="5254534" y="2934098"/>
                  </a:lnTo>
                  <a:lnTo>
                    <a:pt x="5254955" y="2934106"/>
                  </a:lnTo>
                  <a:lnTo>
                    <a:pt x="6726343" y="2934106"/>
                  </a:lnTo>
                  <a:lnTo>
                    <a:pt x="6727484" y="2934038"/>
                  </a:lnTo>
                  <a:lnTo>
                    <a:pt x="6734983" y="2933557"/>
                  </a:lnTo>
                  <a:lnTo>
                    <a:pt x="6753888" y="2932227"/>
                  </a:lnTo>
                  <a:lnTo>
                    <a:pt x="6787685" y="2929607"/>
                  </a:lnTo>
                  <a:lnTo>
                    <a:pt x="6838053" y="2925292"/>
                  </a:lnTo>
                  <a:lnTo>
                    <a:pt x="6904739" y="2918949"/>
                  </a:lnTo>
                  <a:lnTo>
                    <a:pt x="6985707" y="2910350"/>
                  </a:lnTo>
                  <a:lnTo>
                    <a:pt x="7077605" y="2899381"/>
                  </a:lnTo>
                  <a:lnTo>
                    <a:pt x="7176416" y="2886023"/>
                  </a:lnTo>
                  <a:lnTo>
                    <a:pt x="7278115" y="2870313"/>
                  </a:lnTo>
                  <a:lnTo>
                    <a:pt x="7379180" y="2852303"/>
                  </a:lnTo>
                  <a:lnTo>
                    <a:pt x="7476883" y="2832019"/>
                  </a:lnTo>
                  <a:lnTo>
                    <a:pt x="7569370" y="2809429"/>
                  </a:lnTo>
                  <a:lnTo>
                    <a:pt x="7655584" y="2784427"/>
                  </a:lnTo>
                  <a:lnTo>
                    <a:pt x="7735129" y="2756825"/>
                  </a:lnTo>
                  <a:lnTo>
                    <a:pt x="7808091" y="2726347"/>
                  </a:lnTo>
                  <a:lnTo>
                    <a:pt x="7874891" y="2692641"/>
                  </a:lnTo>
                  <a:lnTo>
                    <a:pt x="7936156" y="2655285"/>
                  </a:lnTo>
                  <a:lnTo>
                    <a:pt x="7992628" y="2613808"/>
                  </a:lnTo>
                  <a:lnTo>
                    <a:pt x="8045089" y="2567731"/>
                  </a:lnTo>
                  <a:lnTo>
                    <a:pt x="8094314" y="2516621"/>
                  </a:lnTo>
                  <a:lnTo>
                    <a:pt x="8141023" y="2460198"/>
                  </a:lnTo>
                  <a:lnTo>
                    <a:pt x="8151487" y="2446450"/>
                  </a:lnTo>
                  <a:lnTo>
                    <a:pt x="8188686" y="2394245"/>
                  </a:lnTo>
                  <a:lnTo>
                    <a:pt x="8224955" y="2338247"/>
                  </a:lnTo>
                  <a:lnTo>
                    <a:pt x="8260545" y="2278380"/>
                  </a:lnTo>
                  <a:lnTo>
                    <a:pt x="8295658" y="2214627"/>
                  </a:lnTo>
                  <a:lnTo>
                    <a:pt x="8330457" y="2147038"/>
                  </a:lnTo>
                  <a:lnTo>
                    <a:pt x="8365067" y="2075736"/>
                  </a:lnTo>
                  <a:lnTo>
                    <a:pt x="8399584" y="2000921"/>
                  </a:lnTo>
                  <a:lnTo>
                    <a:pt x="8434078" y="1922875"/>
                  </a:lnTo>
                  <a:lnTo>
                    <a:pt x="8468592" y="1841952"/>
                  </a:lnTo>
                  <a:lnTo>
                    <a:pt x="8503151" y="1758584"/>
                  </a:lnTo>
                  <a:lnTo>
                    <a:pt x="8537762" y="1673266"/>
                  </a:lnTo>
                  <a:lnTo>
                    <a:pt x="8572418" y="1586547"/>
                  </a:lnTo>
                  <a:lnTo>
                    <a:pt x="8607104" y="1499019"/>
                  </a:lnTo>
                  <a:lnTo>
                    <a:pt x="8641797" y="1411294"/>
                  </a:lnTo>
                  <a:lnTo>
                    <a:pt x="8676474" y="1323991"/>
                  </a:lnTo>
                  <a:lnTo>
                    <a:pt x="8711115" y="1237716"/>
                  </a:lnTo>
                  <a:lnTo>
                    <a:pt x="8745707" y="1153048"/>
                  </a:lnTo>
                  <a:lnTo>
                    <a:pt x="8780248" y="1070517"/>
                  </a:lnTo>
                  <a:lnTo>
                    <a:pt x="8814751" y="990597"/>
                  </a:lnTo>
                  <a:lnTo>
                    <a:pt x="8849247" y="913691"/>
                  </a:lnTo>
                  <a:lnTo>
                    <a:pt x="8883789" y="840129"/>
                  </a:lnTo>
                  <a:lnTo>
                    <a:pt x="8918455" y="770162"/>
                  </a:lnTo>
                  <a:lnTo>
                    <a:pt x="8953352" y="703960"/>
                  </a:lnTo>
                  <a:lnTo>
                    <a:pt x="8988618" y="641622"/>
                  </a:lnTo>
                  <a:lnTo>
                    <a:pt x="9024430" y="583171"/>
                  </a:lnTo>
                  <a:lnTo>
                    <a:pt x="9061006" y="528567"/>
                  </a:lnTo>
                  <a:lnTo>
                    <a:pt x="9084767" y="495828"/>
                  </a:lnTo>
                  <a:lnTo>
                    <a:pt x="9130987" y="438171"/>
                  </a:lnTo>
                  <a:lnTo>
                    <a:pt x="9179572" y="385855"/>
                  </a:lnTo>
                  <a:lnTo>
                    <a:pt x="9231221" y="338653"/>
                  </a:lnTo>
                  <a:lnTo>
                    <a:pt x="9286700" y="296159"/>
                  </a:lnTo>
                  <a:lnTo>
                    <a:pt x="9346793" y="257897"/>
                  </a:lnTo>
                  <a:lnTo>
                    <a:pt x="9412258" y="223390"/>
                  </a:lnTo>
                  <a:lnTo>
                    <a:pt x="9483755" y="192204"/>
                  </a:lnTo>
                  <a:lnTo>
                    <a:pt x="9561762" y="163967"/>
                  </a:lnTo>
                  <a:lnTo>
                    <a:pt x="9646456" y="138386"/>
                  </a:lnTo>
                  <a:lnTo>
                    <a:pt x="9737566" y="115253"/>
                  </a:lnTo>
                  <a:lnTo>
                    <a:pt x="9834202" y="94443"/>
                  </a:lnTo>
                  <a:lnTo>
                    <a:pt x="9934703" y="75909"/>
                  </a:lnTo>
                  <a:lnTo>
                    <a:pt x="10036542" y="59665"/>
                  </a:lnTo>
                  <a:lnTo>
                    <a:pt x="10136362" y="45761"/>
                  </a:lnTo>
                  <a:lnTo>
                    <a:pt x="10230218" y="34241"/>
                  </a:lnTo>
                  <a:lnTo>
                    <a:pt x="10314035" y="25103"/>
                  </a:lnTo>
                  <a:lnTo>
                    <a:pt x="10384246" y="18257"/>
                  </a:lnTo>
                  <a:lnTo>
                    <a:pt x="10438463" y="13501"/>
                  </a:lnTo>
                  <a:lnTo>
                    <a:pt x="10475996" y="10525"/>
                  </a:lnTo>
                  <a:lnTo>
                    <a:pt x="10498082" y="8936"/>
                  </a:lnTo>
                  <a:lnTo>
                    <a:pt x="10507813" y="8299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8770" y="67"/>
                  </a:lnTo>
                  <a:lnTo>
                    <a:pt x="10501270" y="548"/>
                  </a:lnTo>
                  <a:lnTo>
                    <a:pt x="10482365" y="1879"/>
                  </a:lnTo>
                  <a:lnTo>
                    <a:pt x="10448568" y="4498"/>
                  </a:lnTo>
                  <a:lnTo>
                    <a:pt x="10398200" y="8813"/>
                  </a:lnTo>
                  <a:lnTo>
                    <a:pt x="10331514" y="15157"/>
                  </a:lnTo>
                  <a:lnTo>
                    <a:pt x="10250546" y="23755"/>
                  </a:lnTo>
                  <a:lnTo>
                    <a:pt x="10158648" y="34724"/>
                  </a:lnTo>
                  <a:lnTo>
                    <a:pt x="10059837" y="48082"/>
                  </a:lnTo>
                  <a:lnTo>
                    <a:pt x="9958139" y="63792"/>
                  </a:lnTo>
                  <a:lnTo>
                    <a:pt x="9857074" y="81802"/>
                  </a:lnTo>
                  <a:lnTo>
                    <a:pt x="9759370" y="102087"/>
                  </a:lnTo>
                  <a:lnTo>
                    <a:pt x="9666884" y="124677"/>
                  </a:lnTo>
                  <a:lnTo>
                    <a:pt x="9580669" y="149678"/>
                  </a:lnTo>
                  <a:lnTo>
                    <a:pt x="9501124" y="177281"/>
                  </a:lnTo>
                  <a:lnTo>
                    <a:pt x="9428162" y="207758"/>
                  </a:lnTo>
                  <a:lnTo>
                    <a:pt x="9361362" y="241464"/>
                  </a:lnTo>
                  <a:lnTo>
                    <a:pt x="9300097" y="278820"/>
                  </a:lnTo>
                  <a:lnTo>
                    <a:pt x="9243625" y="320297"/>
                  </a:lnTo>
                  <a:lnTo>
                    <a:pt x="9191164" y="366375"/>
                  </a:lnTo>
                  <a:lnTo>
                    <a:pt x="9141939" y="417485"/>
                  </a:lnTo>
                  <a:lnTo>
                    <a:pt x="9095231" y="473907"/>
                  </a:lnTo>
                  <a:lnTo>
                    <a:pt x="9084767" y="487655"/>
                  </a:lnTo>
                  <a:lnTo>
                    <a:pt x="9047567" y="539860"/>
                  </a:lnTo>
                  <a:lnTo>
                    <a:pt x="9011298" y="595858"/>
                  </a:lnTo>
                  <a:lnTo>
                    <a:pt x="8975708" y="655725"/>
                  </a:lnTo>
                  <a:lnTo>
                    <a:pt x="8940595" y="719478"/>
                  </a:lnTo>
                  <a:lnTo>
                    <a:pt x="8905796" y="787068"/>
                  </a:lnTo>
                  <a:lnTo>
                    <a:pt x="8871186" y="858370"/>
                  </a:lnTo>
                  <a:lnTo>
                    <a:pt x="8836669" y="933184"/>
                  </a:lnTo>
                  <a:lnTo>
                    <a:pt x="8802175" y="1011231"/>
                  </a:lnTo>
                  <a:lnTo>
                    <a:pt x="8767661" y="1092154"/>
                  </a:lnTo>
                  <a:lnTo>
                    <a:pt x="8733102" y="1175522"/>
                  </a:lnTo>
                  <a:lnTo>
                    <a:pt x="8698491" y="1260840"/>
                  </a:lnTo>
                  <a:lnTo>
                    <a:pt x="8663835" y="1347558"/>
                  </a:lnTo>
                  <a:lnTo>
                    <a:pt x="8629149" y="1435086"/>
                  </a:lnTo>
                  <a:lnTo>
                    <a:pt x="8594457" y="1522812"/>
                  </a:lnTo>
                  <a:lnTo>
                    <a:pt x="8559779" y="1610115"/>
                  </a:lnTo>
                  <a:lnTo>
                    <a:pt x="8525138" y="1696389"/>
                  </a:lnTo>
                  <a:lnTo>
                    <a:pt x="8490546" y="1781057"/>
                  </a:lnTo>
                  <a:lnTo>
                    <a:pt x="8456005" y="1863588"/>
                  </a:lnTo>
                  <a:lnTo>
                    <a:pt x="8421502" y="1943509"/>
                  </a:lnTo>
                  <a:lnTo>
                    <a:pt x="8387006" y="2020414"/>
                  </a:lnTo>
                  <a:lnTo>
                    <a:pt x="8352464" y="2093976"/>
                  </a:lnTo>
                  <a:lnTo>
                    <a:pt x="8317798" y="2163944"/>
                  </a:lnTo>
                  <a:lnTo>
                    <a:pt x="8282901" y="2230145"/>
                  </a:lnTo>
                  <a:lnTo>
                    <a:pt x="8247635" y="2292484"/>
                  </a:lnTo>
                  <a:lnTo>
                    <a:pt x="8211823" y="2350935"/>
                  </a:lnTo>
                  <a:lnTo>
                    <a:pt x="8175247" y="2405538"/>
                  </a:lnTo>
                  <a:lnTo>
                    <a:pt x="8151487" y="2438277"/>
                  </a:lnTo>
                  <a:lnTo>
                    <a:pt x="8105266" y="2495935"/>
                  </a:lnTo>
                  <a:lnTo>
                    <a:pt x="8056681" y="2548251"/>
                  </a:lnTo>
                  <a:lnTo>
                    <a:pt x="8005032" y="2595452"/>
                  </a:lnTo>
                  <a:lnTo>
                    <a:pt x="7949553" y="2637946"/>
                  </a:lnTo>
                  <a:lnTo>
                    <a:pt x="7889460" y="2676208"/>
                  </a:lnTo>
                  <a:lnTo>
                    <a:pt x="7823995" y="2710715"/>
                  </a:lnTo>
                  <a:lnTo>
                    <a:pt x="7752498" y="2741902"/>
                  </a:lnTo>
                  <a:lnTo>
                    <a:pt x="7674491" y="2770139"/>
                  </a:lnTo>
                  <a:lnTo>
                    <a:pt x="7589797" y="2795719"/>
                  </a:lnTo>
                  <a:lnTo>
                    <a:pt x="7498687" y="2818852"/>
                  </a:lnTo>
                  <a:lnTo>
                    <a:pt x="7402052" y="2839662"/>
                  </a:lnTo>
                  <a:lnTo>
                    <a:pt x="7301550" y="2858196"/>
                  </a:lnTo>
                  <a:lnTo>
                    <a:pt x="7199712" y="2874440"/>
                  </a:lnTo>
                  <a:lnTo>
                    <a:pt x="7099891" y="2888344"/>
                  </a:lnTo>
                  <a:lnTo>
                    <a:pt x="7006035" y="2899864"/>
                  </a:lnTo>
                  <a:lnTo>
                    <a:pt x="6922218" y="2909002"/>
                  </a:lnTo>
                  <a:lnTo>
                    <a:pt x="6852007" y="2915849"/>
                  </a:lnTo>
                  <a:lnTo>
                    <a:pt x="6797790" y="2920605"/>
                  </a:lnTo>
                  <a:lnTo>
                    <a:pt x="6760257" y="2923580"/>
                  </a:lnTo>
                  <a:lnTo>
                    <a:pt x="6738171" y="2925169"/>
                  </a:lnTo>
                  <a:lnTo>
                    <a:pt x="6728440" y="2925807"/>
                  </a:lnTo>
                  <a:lnTo>
                    <a:pt x="6726343" y="2925933"/>
                  </a:lnTo>
                  <a:lnTo>
                    <a:pt x="5254955" y="2925933"/>
                  </a:lnTo>
                  <a:lnTo>
                    <a:pt x="5253730" y="2925908"/>
                  </a:lnTo>
                  <a:lnTo>
                    <a:pt x="5245686" y="2925732"/>
                  </a:lnTo>
                  <a:lnTo>
                    <a:pt x="5225456" y="2925243"/>
                  </a:lnTo>
                  <a:lnTo>
                    <a:pt x="5189402" y="2924283"/>
                  </a:lnTo>
                  <a:lnTo>
                    <a:pt x="5135896" y="2922703"/>
                  </a:lnTo>
                  <a:lnTo>
                    <a:pt x="5065436" y="2920385"/>
                  </a:lnTo>
                  <a:lnTo>
                    <a:pt x="4980436" y="2917252"/>
                  </a:lnTo>
                  <a:lnTo>
                    <a:pt x="4884660" y="2913268"/>
                  </a:lnTo>
                  <a:lnTo>
                    <a:pt x="4782478" y="2908430"/>
                  </a:lnTo>
                  <a:lnTo>
                    <a:pt x="4678140" y="2902756"/>
                  </a:lnTo>
                  <a:lnTo>
                    <a:pt x="4575252" y="2896262"/>
                  </a:lnTo>
                  <a:lnTo>
                    <a:pt x="4476505" y="2888953"/>
                  </a:lnTo>
                  <a:lnTo>
                    <a:pt x="4383641" y="2880812"/>
                  </a:lnTo>
                  <a:lnTo>
                    <a:pt x="4297558" y="2871789"/>
                  </a:lnTo>
                  <a:lnTo>
                    <a:pt x="4218493" y="2861806"/>
                  </a:lnTo>
                  <a:lnTo>
                    <a:pt x="4146208" y="2850750"/>
                  </a:lnTo>
                  <a:lnTo>
                    <a:pt x="4080151" y="2838482"/>
                  </a:lnTo>
                  <a:lnTo>
                    <a:pt x="4019588" y="2824839"/>
                  </a:lnTo>
                  <a:lnTo>
                    <a:pt x="3963696" y="2809646"/>
                  </a:lnTo>
                  <a:lnTo>
                    <a:pt x="3911630" y="2792731"/>
                  </a:lnTo>
                  <a:lnTo>
                    <a:pt x="3862579" y="2773956"/>
                  </a:lnTo>
                  <a:lnTo>
                    <a:pt x="3829811" y="2759749"/>
                  </a:lnTo>
                  <a:lnTo>
                    <a:pt x="3778962" y="2734979"/>
                  </a:lnTo>
                  <a:lnTo>
                    <a:pt x="3729686" y="2707750"/>
                  </a:lnTo>
                  <a:lnTo>
                    <a:pt x="3681405" y="2678023"/>
                  </a:lnTo>
                  <a:lnTo>
                    <a:pt x="3633691" y="2645840"/>
                  </a:lnTo>
                  <a:lnTo>
                    <a:pt x="3586240" y="2611331"/>
                  </a:lnTo>
                  <a:lnTo>
                    <a:pt x="3538852" y="2574719"/>
                  </a:lnTo>
                  <a:lnTo>
                    <a:pt x="3491413" y="2536325"/>
                  </a:lnTo>
                  <a:lnTo>
                    <a:pt x="3443880" y="2496553"/>
                  </a:lnTo>
                  <a:lnTo>
                    <a:pt x="3396262" y="2455878"/>
                  </a:lnTo>
                  <a:lnTo>
                    <a:pt x="3348604" y="2414825"/>
                  </a:lnTo>
                  <a:lnTo>
                    <a:pt x="3300965" y="2373940"/>
                  </a:lnTo>
                  <a:lnTo>
                    <a:pt x="3253395" y="2333757"/>
                  </a:lnTo>
                  <a:lnTo>
                    <a:pt x="3205922" y="2294774"/>
                  </a:lnTo>
                  <a:lnTo>
                    <a:pt x="3158523" y="2257427"/>
                  </a:lnTo>
                  <a:lnTo>
                    <a:pt x="3111115" y="2222069"/>
                  </a:lnTo>
                  <a:lnTo>
                    <a:pt x="3063533" y="2188961"/>
                  </a:lnTo>
                  <a:lnTo>
                    <a:pt x="3015516" y="2158270"/>
                  </a:lnTo>
                  <a:lnTo>
                    <a:pt x="2966687" y="2130070"/>
                  </a:lnTo>
                  <a:lnTo>
                    <a:pt x="2916529" y="2104354"/>
                  </a:lnTo>
                  <a:lnTo>
                    <a:pt x="2896531" y="2095011"/>
                  </a:lnTo>
                  <a:lnTo>
                    <a:pt x="2849146" y="2074903"/>
                  </a:lnTo>
                  <a:lnTo>
                    <a:pt x="2799262" y="2056703"/>
                  </a:lnTo>
                  <a:lnTo>
                    <a:pt x="2746122" y="2040327"/>
                  </a:lnTo>
                  <a:lnTo>
                    <a:pt x="2688902" y="2025623"/>
                  </a:lnTo>
                  <a:lnTo>
                    <a:pt x="2626756" y="2012416"/>
                  </a:lnTo>
                  <a:lnTo>
                    <a:pt x="2558879" y="2000533"/>
                  </a:lnTo>
                  <a:lnTo>
                    <a:pt x="2484582" y="1989816"/>
                  </a:lnTo>
                  <a:lnTo>
                    <a:pt x="2403394" y="1980134"/>
                  </a:lnTo>
                  <a:lnTo>
                    <a:pt x="2315200" y="1971386"/>
                  </a:lnTo>
                  <a:lnTo>
                    <a:pt x="2220420" y="1963501"/>
                  </a:lnTo>
                  <a:lnTo>
                    <a:pt x="2120189" y="1956441"/>
                  </a:lnTo>
                  <a:lnTo>
                    <a:pt x="2016532" y="1950194"/>
                  </a:lnTo>
                  <a:lnTo>
                    <a:pt x="1912430" y="1944772"/>
                  </a:lnTo>
                  <a:lnTo>
                    <a:pt x="1811726" y="1940192"/>
                  </a:lnTo>
                  <a:lnTo>
                    <a:pt x="1718772" y="1936468"/>
                  </a:lnTo>
                  <a:lnTo>
                    <a:pt x="1637836" y="1933588"/>
                  </a:lnTo>
                  <a:lnTo>
                    <a:pt x="1572348" y="1931504"/>
                  </a:lnTo>
                  <a:lnTo>
                    <a:pt x="1524184" y="1930126"/>
                  </a:lnTo>
                  <a:lnTo>
                    <a:pt x="1493203" y="1929326"/>
                  </a:lnTo>
                  <a:lnTo>
                    <a:pt x="1477141" y="1928949"/>
                  </a:lnTo>
                  <a:lnTo>
                    <a:pt x="1471808" y="1928835"/>
                  </a:lnTo>
                  <a:lnTo>
                    <a:pt x="1471387" y="1928827"/>
                  </a:lnTo>
                  <a:lnTo>
                    <a:pt x="0" y="1928827"/>
                  </a:lnTo>
                  <a:close/>
                </a:path>
              </a:pathLst>
            </a:custGeom>
            <a:solidFill>
              <a:srgbClr val="E78AC3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452" name="pl1452"/>
            <p:cNvSpPr/>
            <p:nvPr/>
          </p:nvSpPr>
          <p:spPr>
            <a:xfrm>
              <a:off x="4799595" y="7235517"/>
              <a:ext cx="11981298" cy="2925933"/>
            </a:xfrm>
            <a:custGeom>
              <a:avLst/>
              <a:pathLst>
                <a:path w="11981298" h="2925933">
                  <a:moveTo>
                    <a:pt x="0" y="1928827"/>
                  </a:moveTo>
                  <a:lnTo>
                    <a:pt x="1471387" y="1928827"/>
                  </a:lnTo>
                  <a:lnTo>
                    <a:pt x="1472613" y="1928852"/>
                  </a:lnTo>
                  <a:lnTo>
                    <a:pt x="1480656" y="1929028"/>
                  </a:lnTo>
                  <a:lnTo>
                    <a:pt x="1500886" y="1929517"/>
                  </a:lnTo>
                  <a:lnTo>
                    <a:pt x="1536940" y="1930477"/>
                  </a:lnTo>
                  <a:lnTo>
                    <a:pt x="1590446" y="1932057"/>
                  </a:lnTo>
                  <a:lnTo>
                    <a:pt x="1660906" y="1934375"/>
                  </a:lnTo>
                  <a:lnTo>
                    <a:pt x="1745906" y="1937508"/>
                  </a:lnTo>
                  <a:lnTo>
                    <a:pt x="1841682" y="1941492"/>
                  </a:lnTo>
                  <a:lnTo>
                    <a:pt x="1943864" y="1946330"/>
                  </a:lnTo>
                  <a:lnTo>
                    <a:pt x="2048202" y="1952004"/>
                  </a:lnTo>
                  <a:lnTo>
                    <a:pt x="2151090" y="1958498"/>
                  </a:lnTo>
                  <a:lnTo>
                    <a:pt x="2249837" y="1965807"/>
                  </a:lnTo>
                  <a:lnTo>
                    <a:pt x="2342701" y="1973948"/>
                  </a:lnTo>
                  <a:lnTo>
                    <a:pt x="2428784" y="1982971"/>
                  </a:lnTo>
                  <a:lnTo>
                    <a:pt x="2507849" y="1992954"/>
                  </a:lnTo>
                  <a:lnTo>
                    <a:pt x="2580135" y="2004010"/>
                  </a:lnTo>
                  <a:lnTo>
                    <a:pt x="2646191" y="2016278"/>
                  </a:lnTo>
                  <a:lnTo>
                    <a:pt x="2706754" y="2029921"/>
                  </a:lnTo>
                  <a:lnTo>
                    <a:pt x="2762646" y="2045114"/>
                  </a:lnTo>
                  <a:lnTo>
                    <a:pt x="2814713" y="2062029"/>
                  </a:lnTo>
                  <a:lnTo>
                    <a:pt x="2863763" y="2080804"/>
                  </a:lnTo>
                  <a:lnTo>
                    <a:pt x="2896531" y="2095011"/>
                  </a:lnTo>
                  <a:lnTo>
                    <a:pt x="2947381" y="2119781"/>
                  </a:lnTo>
                  <a:lnTo>
                    <a:pt x="2996656" y="2147010"/>
                  </a:lnTo>
                  <a:lnTo>
                    <a:pt x="3044937" y="2176737"/>
                  </a:lnTo>
                  <a:lnTo>
                    <a:pt x="3092651" y="2208920"/>
                  </a:lnTo>
                  <a:lnTo>
                    <a:pt x="3140102" y="2243429"/>
                  </a:lnTo>
                  <a:lnTo>
                    <a:pt x="3187491" y="2280041"/>
                  </a:lnTo>
                  <a:lnTo>
                    <a:pt x="3234929" y="2318435"/>
                  </a:lnTo>
                  <a:lnTo>
                    <a:pt x="3282463" y="2358207"/>
                  </a:lnTo>
                  <a:lnTo>
                    <a:pt x="3330080" y="2398882"/>
                  </a:lnTo>
                  <a:lnTo>
                    <a:pt x="3377738" y="2439935"/>
                  </a:lnTo>
                  <a:lnTo>
                    <a:pt x="3425377" y="2480820"/>
                  </a:lnTo>
                  <a:lnTo>
                    <a:pt x="3472947" y="2521003"/>
                  </a:lnTo>
                  <a:lnTo>
                    <a:pt x="3520420" y="2559986"/>
                  </a:lnTo>
                  <a:lnTo>
                    <a:pt x="3567819" y="2597333"/>
                  </a:lnTo>
                  <a:lnTo>
                    <a:pt x="3615227" y="2632691"/>
                  </a:lnTo>
                  <a:lnTo>
                    <a:pt x="3662809" y="2665799"/>
                  </a:lnTo>
                  <a:lnTo>
                    <a:pt x="3710826" y="2696490"/>
                  </a:lnTo>
                  <a:lnTo>
                    <a:pt x="3759655" y="2724690"/>
                  </a:lnTo>
                  <a:lnTo>
                    <a:pt x="3809813" y="2750407"/>
                  </a:lnTo>
                  <a:lnTo>
                    <a:pt x="3829811" y="2759749"/>
                  </a:lnTo>
                  <a:lnTo>
                    <a:pt x="3877196" y="2779857"/>
                  </a:lnTo>
                  <a:lnTo>
                    <a:pt x="3927081" y="2798057"/>
                  </a:lnTo>
                  <a:lnTo>
                    <a:pt x="3980220" y="2814433"/>
                  </a:lnTo>
                  <a:lnTo>
                    <a:pt x="4037441" y="2829137"/>
                  </a:lnTo>
                  <a:lnTo>
                    <a:pt x="4099587" y="2842344"/>
                  </a:lnTo>
                  <a:lnTo>
                    <a:pt x="4167463" y="2854227"/>
                  </a:lnTo>
                  <a:lnTo>
                    <a:pt x="4241760" y="2864944"/>
                  </a:lnTo>
                  <a:lnTo>
                    <a:pt x="4322949" y="2874626"/>
                  </a:lnTo>
                  <a:lnTo>
                    <a:pt x="4411142" y="2883374"/>
                  </a:lnTo>
                  <a:lnTo>
                    <a:pt x="4505922" y="2891259"/>
                  </a:lnTo>
                  <a:lnTo>
                    <a:pt x="4606153" y="2898319"/>
                  </a:lnTo>
                  <a:lnTo>
                    <a:pt x="4709810" y="2904566"/>
                  </a:lnTo>
                  <a:lnTo>
                    <a:pt x="4813912" y="2909988"/>
                  </a:lnTo>
                  <a:lnTo>
                    <a:pt x="4914616" y="2914568"/>
                  </a:lnTo>
                  <a:lnTo>
                    <a:pt x="5007570" y="2918292"/>
                  </a:lnTo>
                  <a:lnTo>
                    <a:pt x="5088506" y="2921172"/>
                  </a:lnTo>
                  <a:lnTo>
                    <a:pt x="5153994" y="2923256"/>
                  </a:lnTo>
                  <a:lnTo>
                    <a:pt x="5202159" y="2924634"/>
                  </a:lnTo>
                  <a:lnTo>
                    <a:pt x="5233140" y="2925434"/>
                  </a:lnTo>
                  <a:lnTo>
                    <a:pt x="5249201" y="2925811"/>
                  </a:lnTo>
                  <a:lnTo>
                    <a:pt x="5254534" y="2925925"/>
                  </a:lnTo>
                  <a:lnTo>
                    <a:pt x="5254955" y="2925933"/>
                  </a:lnTo>
                  <a:lnTo>
                    <a:pt x="6726343" y="2925933"/>
                  </a:lnTo>
                  <a:lnTo>
                    <a:pt x="6727484" y="2925865"/>
                  </a:lnTo>
                  <a:lnTo>
                    <a:pt x="6734983" y="2925384"/>
                  </a:lnTo>
                  <a:lnTo>
                    <a:pt x="6753888" y="2924054"/>
                  </a:lnTo>
                  <a:lnTo>
                    <a:pt x="6787685" y="2921434"/>
                  </a:lnTo>
                  <a:lnTo>
                    <a:pt x="6838053" y="2917119"/>
                  </a:lnTo>
                  <a:lnTo>
                    <a:pt x="6904739" y="2910776"/>
                  </a:lnTo>
                  <a:lnTo>
                    <a:pt x="6985707" y="2902177"/>
                  </a:lnTo>
                  <a:lnTo>
                    <a:pt x="7077605" y="2891208"/>
                  </a:lnTo>
                  <a:lnTo>
                    <a:pt x="7176416" y="2877850"/>
                  </a:lnTo>
                  <a:lnTo>
                    <a:pt x="7278115" y="2862140"/>
                  </a:lnTo>
                  <a:lnTo>
                    <a:pt x="7379180" y="2844130"/>
                  </a:lnTo>
                  <a:lnTo>
                    <a:pt x="7476883" y="2823846"/>
                  </a:lnTo>
                  <a:lnTo>
                    <a:pt x="7569370" y="2801256"/>
                  </a:lnTo>
                  <a:lnTo>
                    <a:pt x="7655584" y="2776254"/>
                  </a:lnTo>
                  <a:lnTo>
                    <a:pt x="7735129" y="2748652"/>
                  </a:lnTo>
                  <a:lnTo>
                    <a:pt x="7808091" y="2718174"/>
                  </a:lnTo>
                  <a:lnTo>
                    <a:pt x="7874891" y="2684468"/>
                  </a:lnTo>
                  <a:lnTo>
                    <a:pt x="7936156" y="2647112"/>
                  </a:lnTo>
                  <a:lnTo>
                    <a:pt x="7992628" y="2605635"/>
                  </a:lnTo>
                  <a:lnTo>
                    <a:pt x="8045089" y="2559558"/>
                  </a:lnTo>
                  <a:lnTo>
                    <a:pt x="8094314" y="2508448"/>
                  </a:lnTo>
                  <a:lnTo>
                    <a:pt x="8141023" y="2452025"/>
                  </a:lnTo>
                  <a:lnTo>
                    <a:pt x="8151487" y="2438277"/>
                  </a:lnTo>
                  <a:lnTo>
                    <a:pt x="8188686" y="2386072"/>
                  </a:lnTo>
                  <a:lnTo>
                    <a:pt x="8224955" y="2330074"/>
                  </a:lnTo>
                  <a:lnTo>
                    <a:pt x="8260545" y="2270207"/>
                  </a:lnTo>
                  <a:lnTo>
                    <a:pt x="8295658" y="2206454"/>
                  </a:lnTo>
                  <a:lnTo>
                    <a:pt x="8330457" y="2138865"/>
                  </a:lnTo>
                  <a:lnTo>
                    <a:pt x="8365067" y="2067563"/>
                  </a:lnTo>
                  <a:lnTo>
                    <a:pt x="8399584" y="1992748"/>
                  </a:lnTo>
                  <a:lnTo>
                    <a:pt x="8434078" y="1914702"/>
                  </a:lnTo>
                  <a:lnTo>
                    <a:pt x="8468592" y="1833779"/>
                  </a:lnTo>
                  <a:lnTo>
                    <a:pt x="8503151" y="1750411"/>
                  </a:lnTo>
                  <a:lnTo>
                    <a:pt x="8537762" y="1665093"/>
                  </a:lnTo>
                  <a:lnTo>
                    <a:pt x="8572418" y="1578374"/>
                  </a:lnTo>
                  <a:lnTo>
                    <a:pt x="8607104" y="1490846"/>
                  </a:lnTo>
                  <a:lnTo>
                    <a:pt x="8641797" y="1403121"/>
                  </a:lnTo>
                  <a:lnTo>
                    <a:pt x="8676474" y="1315818"/>
                  </a:lnTo>
                  <a:lnTo>
                    <a:pt x="8711115" y="1229543"/>
                  </a:lnTo>
                  <a:lnTo>
                    <a:pt x="8745707" y="1144875"/>
                  </a:lnTo>
                  <a:lnTo>
                    <a:pt x="8780248" y="1062344"/>
                  </a:lnTo>
                  <a:lnTo>
                    <a:pt x="8814751" y="982424"/>
                  </a:lnTo>
                  <a:lnTo>
                    <a:pt x="8849247" y="905518"/>
                  </a:lnTo>
                  <a:lnTo>
                    <a:pt x="8883789" y="831956"/>
                  </a:lnTo>
                  <a:lnTo>
                    <a:pt x="8918455" y="761989"/>
                  </a:lnTo>
                  <a:lnTo>
                    <a:pt x="8953352" y="695787"/>
                  </a:lnTo>
                  <a:lnTo>
                    <a:pt x="8988618" y="633449"/>
                  </a:lnTo>
                  <a:lnTo>
                    <a:pt x="9024430" y="574998"/>
                  </a:lnTo>
                  <a:lnTo>
                    <a:pt x="9061006" y="520394"/>
                  </a:lnTo>
                  <a:lnTo>
                    <a:pt x="9084767" y="487655"/>
                  </a:lnTo>
                  <a:lnTo>
                    <a:pt x="9130987" y="429998"/>
                  </a:lnTo>
                  <a:lnTo>
                    <a:pt x="9179572" y="377682"/>
                  </a:lnTo>
                  <a:lnTo>
                    <a:pt x="9231221" y="330480"/>
                  </a:lnTo>
                  <a:lnTo>
                    <a:pt x="9286700" y="287986"/>
                  </a:lnTo>
                  <a:lnTo>
                    <a:pt x="9346793" y="249724"/>
                  </a:lnTo>
                  <a:lnTo>
                    <a:pt x="9412258" y="215217"/>
                  </a:lnTo>
                  <a:lnTo>
                    <a:pt x="9483755" y="184031"/>
                  </a:lnTo>
                  <a:lnTo>
                    <a:pt x="9561762" y="155794"/>
                  </a:lnTo>
                  <a:lnTo>
                    <a:pt x="9646456" y="130213"/>
                  </a:lnTo>
                  <a:lnTo>
                    <a:pt x="9737566" y="107080"/>
                  </a:lnTo>
                  <a:lnTo>
                    <a:pt x="9834202" y="86270"/>
                  </a:lnTo>
                  <a:lnTo>
                    <a:pt x="9934703" y="67736"/>
                  </a:lnTo>
                  <a:lnTo>
                    <a:pt x="10036542" y="51492"/>
                  </a:lnTo>
                  <a:lnTo>
                    <a:pt x="10136362" y="37588"/>
                  </a:lnTo>
                  <a:lnTo>
                    <a:pt x="10230218" y="26068"/>
                  </a:lnTo>
                  <a:lnTo>
                    <a:pt x="10314035" y="16930"/>
                  </a:lnTo>
                  <a:lnTo>
                    <a:pt x="10384246" y="10084"/>
                  </a:lnTo>
                  <a:lnTo>
                    <a:pt x="10438463" y="5328"/>
                  </a:lnTo>
                  <a:lnTo>
                    <a:pt x="10475996" y="2352"/>
                  </a:lnTo>
                  <a:lnTo>
                    <a:pt x="10498082" y="763"/>
                  </a:lnTo>
                  <a:lnTo>
                    <a:pt x="10507813" y="126"/>
                  </a:lnTo>
                  <a:lnTo>
                    <a:pt x="10509896" y="0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53" name="pl1453"/>
            <p:cNvSpPr/>
            <p:nvPr/>
          </p:nvSpPr>
          <p:spPr>
            <a:xfrm>
              <a:off x="4799595" y="7227344"/>
              <a:ext cx="11981298" cy="2925933"/>
            </a:xfrm>
            <a:custGeom>
              <a:avLst/>
              <a:pathLst>
                <a:path w="11981298" h="2925933">
                  <a:moveTo>
                    <a:pt x="11981298" y="0"/>
                  </a:moveTo>
                  <a:lnTo>
                    <a:pt x="10509911" y="0"/>
                  </a:lnTo>
                  <a:lnTo>
                    <a:pt x="10508770" y="67"/>
                  </a:lnTo>
                  <a:lnTo>
                    <a:pt x="10501270" y="548"/>
                  </a:lnTo>
                  <a:lnTo>
                    <a:pt x="10482365" y="1879"/>
                  </a:lnTo>
                  <a:lnTo>
                    <a:pt x="10448568" y="4498"/>
                  </a:lnTo>
                  <a:lnTo>
                    <a:pt x="10398200" y="8813"/>
                  </a:lnTo>
                  <a:lnTo>
                    <a:pt x="10331514" y="15157"/>
                  </a:lnTo>
                  <a:lnTo>
                    <a:pt x="10250546" y="23755"/>
                  </a:lnTo>
                  <a:lnTo>
                    <a:pt x="10158648" y="34724"/>
                  </a:lnTo>
                  <a:lnTo>
                    <a:pt x="10059837" y="48082"/>
                  </a:lnTo>
                  <a:lnTo>
                    <a:pt x="9958139" y="63792"/>
                  </a:lnTo>
                  <a:lnTo>
                    <a:pt x="9857074" y="81802"/>
                  </a:lnTo>
                  <a:lnTo>
                    <a:pt x="9759370" y="102087"/>
                  </a:lnTo>
                  <a:lnTo>
                    <a:pt x="9666884" y="124677"/>
                  </a:lnTo>
                  <a:lnTo>
                    <a:pt x="9580669" y="149678"/>
                  </a:lnTo>
                  <a:lnTo>
                    <a:pt x="9501124" y="177281"/>
                  </a:lnTo>
                  <a:lnTo>
                    <a:pt x="9428162" y="207758"/>
                  </a:lnTo>
                  <a:lnTo>
                    <a:pt x="9361362" y="241464"/>
                  </a:lnTo>
                  <a:lnTo>
                    <a:pt x="9300097" y="278820"/>
                  </a:lnTo>
                  <a:lnTo>
                    <a:pt x="9243625" y="320297"/>
                  </a:lnTo>
                  <a:lnTo>
                    <a:pt x="9191164" y="366375"/>
                  </a:lnTo>
                  <a:lnTo>
                    <a:pt x="9141939" y="417485"/>
                  </a:lnTo>
                  <a:lnTo>
                    <a:pt x="9095231" y="473907"/>
                  </a:lnTo>
                  <a:lnTo>
                    <a:pt x="9084767" y="487655"/>
                  </a:lnTo>
                  <a:lnTo>
                    <a:pt x="9047567" y="539860"/>
                  </a:lnTo>
                  <a:lnTo>
                    <a:pt x="9011298" y="595858"/>
                  </a:lnTo>
                  <a:lnTo>
                    <a:pt x="8975708" y="655725"/>
                  </a:lnTo>
                  <a:lnTo>
                    <a:pt x="8940595" y="719478"/>
                  </a:lnTo>
                  <a:lnTo>
                    <a:pt x="8905796" y="787068"/>
                  </a:lnTo>
                  <a:lnTo>
                    <a:pt x="8871186" y="858370"/>
                  </a:lnTo>
                  <a:lnTo>
                    <a:pt x="8836669" y="933184"/>
                  </a:lnTo>
                  <a:lnTo>
                    <a:pt x="8802175" y="1011231"/>
                  </a:lnTo>
                  <a:lnTo>
                    <a:pt x="8767661" y="1092154"/>
                  </a:lnTo>
                  <a:lnTo>
                    <a:pt x="8733102" y="1175522"/>
                  </a:lnTo>
                  <a:lnTo>
                    <a:pt x="8698491" y="1260840"/>
                  </a:lnTo>
                  <a:lnTo>
                    <a:pt x="8663835" y="1347558"/>
                  </a:lnTo>
                  <a:lnTo>
                    <a:pt x="8629149" y="1435086"/>
                  </a:lnTo>
                  <a:lnTo>
                    <a:pt x="8594457" y="1522812"/>
                  </a:lnTo>
                  <a:lnTo>
                    <a:pt x="8559779" y="1610115"/>
                  </a:lnTo>
                  <a:lnTo>
                    <a:pt x="8525138" y="1696389"/>
                  </a:lnTo>
                  <a:lnTo>
                    <a:pt x="8490546" y="1781057"/>
                  </a:lnTo>
                  <a:lnTo>
                    <a:pt x="8456005" y="1863588"/>
                  </a:lnTo>
                  <a:lnTo>
                    <a:pt x="8421502" y="1943509"/>
                  </a:lnTo>
                  <a:lnTo>
                    <a:pt x="8387006" y="2020414"/>
                  </a:lnTo>
                  <a:lnTo>
                    <a:pt x="8352464" y="2093976"/>
                  </a:lnTo>
                  <a:lnTo>
                    <a:pt x="8317798" y="2163944"/>
                  </a:lnTo>
                  <a:lnTo>
                    <a:pt x="8282901" y="2230145"/>
                  </a:lnTo>
                  <a:lnTo>
                    <a:pt x="8247635" y="2292484"/>
                  </a:lnTo>
                  <a:lnTo>
                    <a:pt x="8211823" y="2350935"/>
                  </a:lnTo>
                  <a:lnTo>
                    <a:pt x="8175247" y="2405538"/>
                  </a:lnTo>
                  <a:lnTo>
                    <a:pt x="8151487" y="2438277"/>
                  </a:lnTo>
                  <a:lnTo>
                    <a:pt x="8105266" y="2495935"/>
                  </a:lnTo>
                  <a:lnTo>
                    <a:pt x="8056681" y="2548251"/>
                  </a:lnTo>
                  <a:lnTo>
                    <a:pt x="8005032" y="2595452"/>
                  </a:lnTo>
                  <a:lnTo>
                    <a:pt x="7949553" y="2637946"/>
                  </a:lnTo>
                  <a:lnTo>
                    <a:pt x="7889460" y="2676208"/>
                  </a:lnTo>
                  <a:lnTo>
                    <a:pt x="7823995" y="2710715"/>
                  </a:lnTo>
                  <a:lnTo>
                    <a:pt x="7752498" y="2741902"/>
                  </a:lnTo>
                  <a:lnTo>
                    <a:pt x="7674491" y="2770139"/>
                  </a:lnTo>
                  <a:lnTo>
                    <a:pt x="7589797" y="2795719"/>
                  </a:lnTo>
                  <a:lnTo>
                    <a:pt x="7498687" y="2818852"/>
                  </a:lnTo>
                  <a:lnTo>
                    <a:pt x="7402052" y="2839662"/>
                  </a:lnTo>
                  <a:lnTo>
                    <a:pt x="7301550" y="2858196"/>
                  </a:lnTo>
                  <a:lnTo>
                    <a:pt x="7199712" y="2874440"/>
                  </a:lnTo>
                  <a:lnTo>
                    <a:pt x="7099891" y="2888344"/>
                  </a:lnTo>
                  <a:lnTo>
                    <a:pt x="7006035" y="2899864"/>
                  </a:lnTo>
                  <a:lnTo>
                    <a:pt x="6922218" y="2909002"/>
                  </a:lnTo>
                  <a:lnTo>
                    <a:pt x="6852007" y="2915849"/>
                  </a:lnTo>
                  <a:lnTo>
                    <a:pt x="6797790" y="2920605"/>
                  </a:lnTo>
                  <a:lnTo>
                    <a:pt x="6760257" y="2923580"/>
                  </a:lnTo>
                  <a:lnTo>
                    <a:pt x="6738171" y="2925169"/>
                  </a:lnTo>
                  <a:lnTo>
                    <a:pt x="6728440" y="2925807"/>
                  </a:lnTo>
                  <a:lnTo>
                    <a:pt x="6726357" y="2925932"/>
                  </a:lnTo>
                  <a:lnTo>
                    <a:pt x="6726343" y="2925933"/>
                  </a:lnTo>
                  <a:lnTo>
                    <a:pt x="5254955" y="2925933"/>
                  </a:lnTo>
                  <a:lnTo>
                    <a:pt x="5253730" y="2925908"/>
                  </a:lnTo>
                  <a:lnTo>
                    <a:pt x="5245686" y="2925732"/>
                  </a:lnTo>
                  <a:lnTo>
                    <a:pt x="5225456" y="2925243"/>
                  </a:lnTo>
                  <a:lnTo>
                    <a:pt x="5189402" y="2924283"/>
                  </a:lnTo>
                  <a:lnTo>
                    <a:pt x="5135896" y="2922703"/>
                  </a:lnTo>
                  <a:lnTo>
                    <a:pt x="5065436" y="2920385"/>
                  </a:lnTo>
                  <a:lnTo>
                    <a:pt x="4980436" y="2917252"/>
                  </a:lnTo>
                  <a:lnTo>
                    <a:pt x="4884660" y="2913268"/>
                  </a:lnTo>
                  <a:lnTo>
                    <a:pt x="4782478" y="2908430"/>
                  </a:lnTo>
                  <a:lnTo>
                    <a:pt x="4678140" y="2902756"/>
                  </a:lnTo>
                  <a:lnTo>
                    <a:pt x="4575252" y="2896262"/>
                  </a:lnTo>
                  <a:lnTo>
                    <a:pt x="4476505" y="2888953"/>
                  </a:lnTo>
                  <a:lnTo>
                    <a:pt x="4383641" y="2880812"/>
                  </a:lnTo>
                  <a:lnTo>
                    <a:pt x="4297558" y="2871789"/>
                  </a:lnTo>
                  <a:lnTo>
                    <a:pt x="4218493" y="2861806"/>
                  </a:lnTo>
                  <a:lnTo>
                    <a:pt x="4146208" y="2850750"/>
                  </a:lnTo>
                  <a:lnTo>
                    <a:pt x="4080151" y="2838482"/>
                  </a:lnTo>
                  <a:lnTo>
                    <a:pt x="4019588" y="2824839"/>
                  </a:lnTo>
                  <a:lnTo>
                    <a:pt x="3963696" y="2809646"/>
                  </a:lnTo>
                  <a:lnTo>
                    <a:pt x="3911630" y="2792731"/>
                  </a:lnTo>
                  <a:lnTo>
                    <a:pt x="3862579" y="2773956"/>
                  </a:lnTo>
                  <a:lnTo>
                    <a:pt x="3829811" y="2759749"/>
                  </a:lnTo>
                  <a:lnTo>
                    <a:pt x="3778962" y="2734979"/>
                  </a:lnTo>
                  <a:lnTo>
                    <a:pt x="3729686" y="2707750"/>
                  </a:lnTo>
                  <a:lnTo>
                    <a:pt x="3681405" y="2678023"/>
                  </a:lnTo>
                  <a:lnTo>
                    <a:pt x="3633691" y="2645840"/>
                  </a:lnTo>
                  <a:lnTo>
                    <a:pt x="3586240" y="2611331"/>
                  </a:lnTo>
                  <a:lnTo>
                    <a:pt x="3538852" y="2574719"/>
                  </a:lnTo>
                  <a:lnTo>
                    <a:pt x="3491413" y="2536325"/>
                  </a:lnTo>
                  <a:lnTo>
                    <a:pt x="3443880" y="2496553"/>
                  </a:lnTo>
                  <a:lnTo>
                    <a:pt x="3396262" y="2455878"/>
                  </a:lnTo>
                  <a:lnTo>
                    <a:pt x="3348604" y="2414825"/>
                  </a:lnTo>
                  <a:lnTo>
                    <a:pt x="3300965" y="2373940"/>
                  </a:lnTo>
                  <a:lnTo>
                    <a:pt x="3253395" y="2333757"/>
                  </a:lnTo>
                  <a:lnTo>
                    <a:pt x="3205922" y="2294774"/>
                  </a:lnTo>
                  <a:lnTo>
                    <a:pt x="3158523" y="2257427"/>
                  </a:lnTo>
                  <a:lnTo>
                    <a:pt x="3111115" y="2222069"/>
                  </a:lnTo>
                  <a:lnTo>
                    <a:pt x="3063533" y="2188961"/>
                  </a:lnTo>
                  <a:lnTo>
                    <a:pt x="3015516" y="2158270"/>
                  </a:lnTo>
                  <a:lnTo>
                    <a:pt x="2966687" y="2130070"/>
                  </a:lnTo>
                  <a:lnTo>
                    <a:pt x="2916529" y="2104354"/>
                  </a:lnTo>
                  <a:lnTo>
                    <a:pt x="2896531" y="2095011"/>
                  </a:lnTo>
                  <a:lnTo>
                    <a:pt x="2849146" y="2074903"/>
                  </a:lnTo>
                  <a:lnTo>
                    <a:pt x="2799262" y="2056703"/>
                  </a:lnTo>
                  <a:lnTo>
                    <a:pt x="2746122" y="2040327"/>
                  </a:lnTo>
                  <a:lnTo>
                    <a:pt x="2688902" y="2025623"/>
                  </a:lnTo>
                  <a:lnTo>
                    <a:pt x="2626756" y="2012416"/>
                  </a:lnTo>
                  <a:lnTo>
                    <a:pt x="2558879" y="2000533"/>
                  </a:lnTo>
                  <a:lnTo>
                    <a:pt x="2484582" y="1989816"/>
                  </a:lnTo>
                  <a:lnTo>
                    <a:pt x="2403394" y="1980134"/>
                  </a:lnTo>
                  <a:lnTo>
                    <a:pt x="2315200" y="1971386"/>
                  </a:lnTo>
                  <a:lnTo>
                    <a:pt x="2220420" y="1963501"/>
                  </a:lnTo>
                  <a:lnTo>
                    <a:pt x="2120189" y="1956441"/>
                  </a:lnTo>
                  <a:lnTo>
                    <a:pt x="2016532" y="1950194"/>
                  </a:lnTo>
                  <a:lnTo>
                    <a:pt x="1912430" y="1944772"/>
                  </a:lnTo>
                  <a:lnTo>
                    <a:pt x="1811726" y="1940192"/>
                  </a:lnTo>
                  <a:lnTo>
                    <a:pt x="1718772" y="1936468"/>
                  </a:lnTo>
                  <a:lnTo>
                    <a:pt x="1637836" y="1933588"/>
                  </a:lnTo>
                  <a:lnTo>
                    <a:pt x="1572348" y="1931504"/>
                  </a:lnTo>
                  <a:lnTo>
                    <a:pt x="1524184" y="1930126"/>
                  </a:lnTo>
                  <a:lnTo>
                    <a:pt x="1493203" y="1929326"/>
                  </a:lnTo>
                  <a:lnTo>
                    <a:pt x="1477141" y="1928949"/>
                  </a:lnTo>
                  <a:lnTo>
                    <a:pt x="1471808" y="1928835"/>
                  </a:lnTo>
                  <a:lnTo>
                    <a:pt x="1471387" y="1928827"/>
                  </a:lnTo>
                  <a:lnTo>
                    <a:pt x="0" y="192882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54" name="pg1454"/>
            <p:cNvSpPr/>
            <p:nvPr/>
          </p:nvSpPr>
          <p:spPr>
            <a:xfrm>
              <a:off x="4799595" y="9246075"/>
              <a:ext cx="11981298" cy="1977865"/>
            </a:xfrm>
            <a:custGeom>
              <a:avLst/>
              <a:pathLst>
                <a:path w="11981298" h="1977865">
                  <a:moveTo>
                    <a:pt x="0" y="8172"/>
                  </a:moveTo>
                  <a:lnTo>
                    <a:pt x="1471387" y="8172"/>
                  </a:lnTo>
                  <a:lnTo>
                    <a:pt x="1472579" y="8220"/>
                  </a:lnTo>
                  <a:lnTo>
                    <a:pt x="1480404" y="8559"/>
                  </a:lnTo>
                  <a:lnTo>
                    <a:pt x="1500103" y="9496"/>
                  </a:lnTo>
                  <a:lnTo>
                    <a:pt x="1535254" y="11339"/>
                  </a:lnTo>
                  <a:lnTo>
                    <a:pt x="1587508" y="14374"/>
                  </a:lnTo>
                  <a:lnTo>
                    <a:pt x="1656467" y="18829"/>
                  </a:lnTo>
                  <a:lnTo>
                    <a:pt x="1739870" y="24858"/>
                  </a:lnTo>
                  <a:lnTo>
                    <a:pt x="1834119" y="32534"/>
                  </a:lnTo>
                  <a:lnTo>
                    <a:pt x="1934983" y="41865"/>
                  </a:lnTo>
                  <a:lnTo>
                    <a:pt x="2038298" y="52822"/>
                  </a:lnTo>
                  <a:lnTo>
                    <a:pt x="2140490" y="65369"/>
                  </a:lnTo>
                  <a:lnTo>
                    <a:pt x="2238848" y="79494"/>
                  </a:lnTo>
                  <a:lnTo>
                    <a:pt x="2331584" y="95226"/>
                  </a:lnTo>
                  <a:lnTo>
                    <a:pt x="2417736" y="112651"/>
                  </a:lnTo>
                  <a:lnTo>
                    <a:pt x="2497002" y="131915"/>
                  </a:lnTo>
                  <a:lnTo>
                    <a:pt x="2569561" y="153222"/>
                  </a:lnTo>
                  <a:lnTo>
                    <a:pt x="2635912" y="176834"/>
                  </a:lnTo>
                  <a:lnTo>
                    <a:pt x="2696749" y="203056"/>
                  </a:lnTo>
                  <a:lnTo>
                    <a:pt x="2752862" y="232225"/>
                  </a:lnTo>
                  <a:lnTo>
                    <a:pt x="2805072" y="264675"/>
                  </a:lnTo>
                  <a:lnTo>
                    <a:pt x="2854179" y="300686"/>
                  </a:lnTo>
                  <a:lnTo>
                    <a:pt x="2896531" y="336455"/>
                  </a:lnTo>
                  <a:lnTo>
                    <a:pt x="2939536" y="377404"/>
                  </a:lnTo>
                  <a:lnTo>
                    <a:pt x="2981349" y="421792"/>
                  </a:lnTo>
                  <a:lnTo>
                    <a:pt x="3022341" y="469687"/>
                  </a:lnTo>
                  <a:lnTo>
                    <a:pt x="3062802" y="521078"/>
                  </a:lnTo>
                  <a:lnTo>
                    <a:pt x="3102951" y="575870"/>
                  </a:lnTo>
                  <a:lnTo>
                    <a:pt x="3142951" y="633877"/>
                  </a:lnTo>
                  <a:lnTo>
                    <a:pt x="3182915" y="694817"/>
                  </a:lnTo>
                  <a:lnTo>
                    <a:pt x="3222911" y="758314"/>
                  </a:lnTo>
                  <a:lnTo>
                    <a:pt x="3262970" y="823904"/>
                  </a:lnTo>
                  <a:lnTo>
                    <a:pt x="3303098" y="891048"/>
                  </a:lnTo>
                  <a:lnTo>
                    <a:pt x="3343274" y="959148"/>
                  </a:lnTo>
                  <a:lnTo>
                    <a:pt x="3383468" y="1027569"/>
                  </a:lnTo>
                  <a:lnTo>
                    <a:pt x="3423644" y="1095662"/>
                  </a:lnTo>
                  <a:lnTo>
                    <a:pt x="3463770" y="1162794"/>
                  </a:lnTo>
                  <a:lnTo>
                    <a:pt x="3503829" y="1228366"/>
                  </a:lnTo>
                  <a:lnTo>
                    <a:pt x="3543824" y="1291840"/>
                  </a:lnTo>
                  <a:lnTo>
                    <a:pt x="3583788" y="1352752"/>
                  </a:lnTo>
                  <a:lnTo>
                    <a:pt x="3623789" y="1410729"/>
                  </a:lnTo>
                  <a:lnTo>
                    <a:pt x="3663941" y="1465488"/>
                  </a:lnTo>
                  <a:lnTo>
                    <a:pt x="3704405" y="1516844"/>
                  </a:lnTo>
                  <a:lnTo>
                    <a:pt x="3745404" y="1564704"/>
                  </a:lnTo>
                  <a:lnTo>
                    <a:pt x="3787227" y="1609058"/>
                  </a:lnTo>
                  <a:lnTo>
                    <a:pt x="3829811" y="1649583"/>
                  </a:lnTo>
                  <a:lnTo>
                    <a:pt x="3876735" y="1688947"/>
                  </a:lnTo>
                  <a:lnTo>
                    <a:pt x="3926105" y="1724609"/>
                  </a:lnTo>
                  <a:lnTo>
                    <a:pt x="3978653" y="1756732"/>
                  </a:lnTo>
                  <a:lnTo>
                    <a:pt x="4035181" y="1785605"/>
                  </a:lnTo>
                  <a:lnTo>
                    <a:pt x="4096510" y="1811564"/>
                  </a:lnTo>
                  <a:lnTo>
                    <a:pt x="4163426" y="1834943"/>
                  </a:lnTo>
                  <a:lnTo>
                    <a:pt x="4236607" y="1856045"/>
                  </a:lnTo>
                  <a:lnTo>
                    <a:pt x="4316529" y="1875125"/>
                  </a:lnTo>
                  <a:lnTo>
                    <a:pt x="4403331" y="1892384"/>
                  </a:lnTo>
                  <a:lnTo>
                    <a:pt x="4496657" y="1907960"/>
                  </a:lnTo>
                  <a:lnTo>
                    <a:pt x="4595472" y="1921934"/>
                  </a:lnTo>
                  <a:lnTo>
                    <a:pt x="4697902" y="1934330"/>
                  </a:lnTo>
                  <a:lnTo>
                    <a:pt x="4801150" y="1945134"/>
                  </a:lnTo>
                  <a:lnTo>
                    <a:pt x="4901568" y="1954308"/>
                  </a:lnTo>
                  <a:lnTo>
                    <a:pt x="4994960" y="1961825"/>
                  </a:lnTo>
                  <a:lnTo>
                    <a:pt x="5077125" y="1967700"/>
                  </a:lnTo>
                  <a:lnTo>
                    <a:pt x="5144561" y="1972011"/>
                  </a:lnTo>
                  <a:lnTo>
                    <a:pt x="5195169" y="1974921"/>
                  </a:lnTo>
                  <a:lnTo>
                    <a:pt x="5228742" y="1976666"/>
                  </a:lnTo>
                  <a:lnTo>
                    <a:pt x="5247126" y="1977532"/>
                  </a:lnTo>
                  <a:lnTo>
                    <a:pt x="5254068" y="1977830"/>
                  </a:lnTo>
                  <a:lnTo>
                    <a:pt x="5254955" y="1977865"/>
                  </a:lnTo>
                  <a:lnTo>
                    <a:pt x="6726343" y="1977865"/>
                  </a:lnTo>
                  <a:lnTo>
                    <a:pt x="6727557" y="1977831"/>
                  </a:lnTo>
                  <a:lnTo>
                    <a:pt x="6735532" y="1977590"/>
                  </a:lnTo>
                  <a:lnTo>
                    <a:pt x="6755595" y="1976924"/>
                  </a:lnTo>
                  <a:lnTo>
                    <a:pt x="6791363" y="1975613"/>
                  </a:lnTo>
                  <a:lnTo>
                    <a:pt x="6844475" y="1973456"/>
                  </a:lnTo>
                  <a:lnTo>
                    <a:pt x="6914463" y="1970292"/>
                  </a:lnTo>
                  <a:lnTo>
                    <a:pt x="6998962" y="1966013"/>
                  </a:lnTo>
                  <a:lnTo>
                    <a:pt x="7094259" y="1960569"/>
                  </a:lnTo>
                  <a:lnTo>
                    <a:pt x="7196030" y="1953957"/>
                  </a:lnTo>
                  <a:lnTo>
                    <a:pt x="7300050" y="1946198"/>
                  </a:lnTo>
                  <a:lnTo>
                    <a:pt x="7402723" y="1937318"/>
                  </a:lnTo>
                  <a:lnTo>
                    <a:pt x="7501351" y="1927322"/>
                  </a:lnTo>
                  <a:lnTo>
                    <a:pt x="7594178" y="1916188"/>
                  </a:lnTo>
                  <a:lnTo>
                    <a:pt x="7680285" y="1903851"/>
                  </a:lnTo>
                  <a:lnTo>
                    <a:pt x="7759414" y="1890204"/>
                  </a:lnTo>
                  <a:lnTo>
                    <a:pt x="7831786" y="1875097"/>
                  </a:lnTo>
                  <a:lnTo>
                    <a:pt x="7897936" y="1858341"/>
                  </a:lnTo>
                  <a:lnTo>
                    <a:pt x="7958583" y="1839715"/>
                  </a:lnTo>
                  <a:lnTo>
                    <a:pt x="8014544" y="1818980"/>
                  </a:lnTo>
                  <a:lnTo>
                    <a:pt x="8066654" y="1795899"/>
                  </a:lnTo>
                  <a:lnTo>
                    <a:pt x="8115720" y="1770283"/>
                  </a:lnTo>
                  <a:lnTo>
                    <a:pt x="8151487" y="1749021"/>
                  </a:lnTo>
                  <a:lnTo>
                    <a:pt x="8199147" y="1717187"/>
                  </a:lnTo>
                  <a:lnTo>
                    <a:pt x="8245391" y="1682390"/>
                  </a:lnTo>
                  <a:lnTo>
                    <a:pt x="8290709" y="1644579"/>
                  </a:lnTo>
                  <a:lnTo>
                    <a:pt x="8335468" y="1603784"/>
                  </a:lnTo>
                  <a:lnTo>
                    <a:pt x="8379939" y="1560129"/>
                  </a:lnTo>
                  <a:lnTo>
                    <a:pt x="8424309" y="1513838"/>
                  </a:lnTo>
                  <a:lnTo>
                    <a:pt x="8468694" y="1465232"/>
                  </a:lnTo>
                  <a:lnTo>
                    <a:pt x="8513151" y="1414732"/>
                  </a:lnTo>
                  <a:lnTo>
                    <a:pt x="8557692" y="1362841"/>
                  </a:lnTo>
                  <a:lnTo>
                    <a:pt x="8602294" y="1310124"/>
                  </a:lnTo>
                  <a:lnTo>
                    <a:pt x="8646912" y="1257188"/>
                  </a:lnTo>
                  <a:lnTo>
                    <a:pt x="8691500" y="1204649"/>
                  </a:lnTo>
                  <a:lnTo>
                    <a:pt x="8736018" y="1153106"/>
                  </a:lnTo>
                  <a:lnTo>
                    <a:pt x="8780452" y="1103107"/>
                  </a:lnTo>
                  <a:lnTo>
                    <a:pt x="8824824" y="1055134"/>
                  </a:lnTo>
                  <a:lnTo>
                    <a:pt x="8869208" y="1009579"/>
                  </a:lnTo>
                  <a:lnTo>
                    <a:pt x="8913740" y="966737"/>
                  </a:lnTo>
                  <a:lnTo>
                    <a:pt x="8958629" y="926799"/>
                  </a:lnTo>
                  <a:lnTo>
                    <a:pt x="9004173" y="889864"/>
                  </a:lnTo>
                  <a:lnTo>
                    <a:pt x="9050772" y="855936"/>
                  </a:lnTo>
                  <a:lnTo>
                    <a:pt x="9084767" y="833645"/>
                  </a:lnTo>
                  <a:lnTo>
                    <a:pt x="9132007" y="806033"/>
                  </a:lnTo>
                  <a:lnTo>
                    <a:pt x="9181730" y="781035"/>
                  </a:lnTo>
                  <a:lnTo>
                    <a:pt x="9234683" y="758534"/>
                  </a:lnTo>
                  <a:lnTo>
                    <a:pt x="9291686" y="738324"/>
                  </a:lnTo>
                  <a:lnTo>
                    <a:pt x="9353575" y="720165"/>
                  </a:lnTo>
                  <a:lnTo>
                    <a:pt x="9421149" y="703822"/>
                  </a:lnTo>
                  <a:lnTo>
                    <a:pt x="9495095" y="689079"/>
                  </a:lnTo>
                  <a:lnTo>
                    <a:pt x="9575884" y="675757"/>
                  </a:lnTo>
                  <a:lnTo>
                    <a:pt x="9663640" y="663715"/>
                  </a:lnTo>
                  <a:lnTo>
                    <a:pt x="9757964" y="652857"/>
                  </a:lnTo>
                  <a:lnTo>
                    <a:pt x="9857751" y="643128"/>
                  </a:lnTo>
                  <a:lnTo>
                    <a:pt x="9961026" y="634514"/>
                  </a:lnTo>
                  <a:lnTo>
                    <a:pt x="10064866" y="627026"/>
                  </a:lnTo>
                  <a:lnTo>
                    <a:pt x="10165490" y="620692"/>
                  </a:lnTo>
                  <a:lnTo>
                    <a:pt x="10258593" y="615528"/>
                  </a:lnTo>
                  <a:lnTo>
                    <a:pt x="10339927" y="611521"/>
                  </a:lnTo>
                  <a:lnTo>
                    <a:pt x="10406037" y="608609"/>
                  </a:lnTo>
                  <a:lnTo>
                    <a:pt x="10454975" y="606671"/>
                  </a:lnTo>
                  <a:lnTo>
                    <a:pt x="10486768" y="605533"/>
                  </a:lnTo>
                  <a:lnTo>
                    <a:pt x="10503549" y="604988"/>
                  </a:lnTo>
                  <a:lnTo>
                    <a:pt x="10509367" y="604816"/>
                  </a:lnTo>
                  <a:lnTo>
                    <a:pt x="10509911" y="604801"/>
                  </a:lnTo>
                  <a:lnTo>
                    <a:pt x="11981298" y="604801"/>
                  </a:lnTo>
                  <a:lnTo>
                    <a:pt x="11981298" y="596628"/>
                  </a:lnTo>
                  <a:lnTo>
                    <a:pt x="10509911" y="596628"/>
                  </a:lnTo>
                  <a:lnTo>
                    <a:pt x="10508696" y="596662"/>
                  </a:lnTo>
                  <a:lnTo>
                    <a:pt x="10500721" y="596903"/>
                  </a:lnTo>
                  <a:lnTo>
                    <a:pt x="10480659" y="597569"/>
                  </a:lnTo>
                  <a:lnTo>
                    <a:pt x="10444890" y="598880"/>
                  </a:lnTo>
                  <a:lnTo>
                    <a:pt x="10391778" y="601037"/>
                  </a:lnTo>
                  <a:lnTo>
                    <a:pt x="10321791" y="604202"/>
                  </a:lnTo>
                  <a:lnTo>
                    <a:pt x="10237292" y="608481"/>
                  </a:lnTo>
                  <a:lnTo>
                    <a:pt x="10141994" y="613924"/>
                  </a:lnTo>
                  <a:lnTo>
                    <a:pt x="10040223" y="620536"/>
                  </a:lnTo>
                  <a:lnTo>
                    <a:pt x="9936204" y="628295"/>
                  </a:lnTo>
                  <a:lnTo>
                    <a:pt x="9833531" y="637176"/>
                  </a:lnTo>
                  <a:lnTo>
                    <a:pt x="9734903" y="647171"/>
                  </a:lnTo>
                  <a:lnTo>
                    <a:pt x="9642076" y="658305"/>
                  </a:lnTo>
                  <a:lnTo>
                    <a:pt x="9555969" y="670642"/>
                  </a:lnTo>
                  <a:lnTo>
                    <a:pt x="9476839" y="684289"/>
                  </a:lnTo>
                  <a:lnTo>
                    <a:pt x="9404467" y="699396"/>
                  </a:lnTo>
                  <a:lnTo>
                    <a:pt x="9338318" y="716152"/>
                  </a:lnTo>
                  <a:lnTo>
                    <a:pt x="9277670" y="734778"/>
                  </a:lnTo>
                  <a:lnTo>
                    <a:pt x="9221710" y="755514"/>
                  </a:lnTo>
                  <a:lnTo>
                    <a:pt x="9169600" y="778594"/>
                  </a:lnTo>
                  <a:lnTo>
                    <a:pt x="9120534" y="804211"/>
                  </a:lnTo>
                  <a:lnTo>
                    <a:pt x="9084767" y="825472"/>
                  </a:lnTo>
                  <a:lnTo>
                    <a:pt x="9037106" y="857306"/>
                  </a:lnTo>
                  <a:lnTo>
                    <a:pt x="8990862" y="892103"/>
                  </a:lnTo>
                  <a:lnTo>
                    <a:pt x="8945544" y="929914"/>
                  </a:lnTo>
                  <a:lnTo>
                    <a:pt x="8900785" y="970709"/>
                  </a:lnTo>
                  <a:lnTo>
                    <a:pt x="8856314" y="1014364"/>
                  </a:lnTo>
                  <a:lnTo>
                    <a:pt x="8811944" y="1060656"/>
                  </a:lnTo>
                  <a:lnTo>
                    <a:pt x="8767560" y="1109261"/>
                  </a:lnTo>
                  <a:lnTo>
                    <a:pt x="8723102" y="1159761"/>
                  </a:lnTo>
                  <a:lnTo>
                    <a:pt x="8678561" y="1211653"/>
                  </a:lnTo>
                  <a:lnTo>
                    <a:pt x="8633960" y="1264370"/>
                  </a:lnTo>
                  <a:lnTo>
                    <a:pt x="8589341" y="1317306"/>
                  </a:lnTo>
                  <a:lnTo>
                    <a:pt x="8544753" y="1369844"/>
                  </a:lnTo>
                  <a:lnTo>
                    <a:pt x="8500235" y="1421388"/>
                  </a:lnTo>
                  <a:lnTo>
                    <a:pt x="8455802" y="1471386"/>
                  </a:lnTo>
                  <a:lnTo>
                    <a:pt x="8411430" y="1519359"/>
                  </a:lnTo>
                  <a:lnTo>
                    <a:pt x="8367046" y="1564914"/>
                  </a:lnTo>
                  <a:lnTo>
                    <a:pt x="8322514" y="1607757"/>
                  </a:lnTo>
                  <a:lnTo>
                    <a:pt x="8277624" y="1647694"/>
                  </a:lnTo>
                  <a:lnTo>
                    <a:pt x="8232080" y="1684630"/>
                  </a:lnTo>
                  <a:lnTo>
                    <a:pt x="8185481" y="1718558"/>
                  </a:lnTo>
                  <a:lnTo>
                    <a:pt x="8151487" y="1740848"/>
                  </a:lnTo>
                  <a:lnTo>
                    <a:pt x="8104246" y="1768460"/>
                  </a:lnTo>
                  <a:lnTo>
                    <a:pt x="8054524" y="1793459"/>
                  </a:lnTo>
                  <a:lnTo>
                    <a:pt x="8001570" y="1815960"/>
                  </a:lnTo>
                  <a:lnTo>
                    <a:pt x="7944567" y="1836170"/>
                  </a:lnTo>
                  <a:lnTo>
                    <a:pt x="7882678" y="1854328"/>
                  </a:lnTo>
                  <a:lnTo>
                    <a:pt x="7815104" y="1870672"/>
                  </a:lnTo>
                  <a:lnTo>
                    <a:pt x="7741159" y="1885414"/>
                  </a:lnTo>
                  <a:lnTo>
                    <a:pt x="7660369" y="1898737"/>
                  </a:lnTo>
                  <a:lnTo>
                    <a:pt x="7572613" y="1910779"/>
                  </a:lnTo>
                  <a:lnTo>
                    <a:pt x="7478290" y="1921637"/>
                  </a:lnTo>
                  <a:lnTo>
                    <a:pt x="7378502" y="1931365"/>
                  </a:lnTo>
                  <a:lnTo>
                    <a:pt x="7275227" y="1939980"/>
                  </a:lnTo>
                  <a:lnTo>
                    <a:pt x="7171387" y="1947467"/>
                  </a:lnTo>
                  <a:lnTo>
                    <a:pt x="7070763" y="1953802"/>
                  </a:lnTo>
                  <a:lnTo>
                    <a:pt x="6977660" y="1958966"/>
                  </a:lnTo>
                  <a:lnTo>
                    <a:pt x="6896326" y="1962972"/>
                  </a:lnTo>
                  <a:lnTo>
                    <a:pt x="6830216" y="1965884"/>
                  </a:lnTo>
                  <a:lnTo>
                    <a:pt x="6781278" y="1967823"/>
                  </a:lnTo>
                  <a:lnTo>
                    <a:pt x="6749485" y="1968961"/>
                  </a:lnTo>
                  <a:lnTo>
                    <a:pt x="6732704" y="1969505"/>
                  </a:lnTo>
                  <a:lnTo>
                    <a:pt x="6726886" y="1969677"/>
                  </a:lnTo>
                  <a:lnTo>
                    <a:pt x="6726343" y="1969692"/>
                  </a:lnTo>
                  <a:lnTo>
                    <a:pt x="5254955" y="1969692"/>
                  </a:lnTo>
                  <a:lnTo>
                    <a:pt x="5253763" y="1969645"/>
                  </a:lnTo>
                  <a:lnTo>
                    <a:pt x="5245938" y="1969306"/>
                  </a:lnTo>
                  <a:lnTo>
                    <a:pt x="5226239" y="1968369"/>
                  </a:lnTo>
                  <a:lnTo>
                    <a:pt x="5191088" y="1966525"/>
                  </a:lnTo>
                  <a:lnTo>
                    <a:pt x="5138834" y="1963491"/>
                  </a:lnTo>
                  <a:lnTo>
                    <a:pt x="5069875" y="1959036"/>
                  </a:lnTo>
                  <a:lnTo>
                    <a:pt x="4986472" y="1953007"/>
                  </a:lnTo>
                  <a:lnTo>
                    <a:pt x="4892223" y="1945331"/>
                  </a:lnTo>
                  <a:lnTo>
                    <a:pt x="4791359" y="1936000"/>
                  </a:lnTo>
                  <a:lnTo>
                    <a:pt x="4688044" y="1925043"/>
                  </a:lnTo>
                  <a:lnTo>
                    <a:pt x="4585852" y="1912496"/>
                  </a:lnTo>
                  <a:lnTo>
                    <a:pt x="4487494" y="1898371"/>
                  </a:lnTo>
                  <a:lnTo>
                    <a:pt x="4394758" y="1882639"/>
                  </a:lnTo>
                  <a:lnTo>
                    <a:pt x="4308606" y="1865213"/>
                  </a:lnTo>
                  <a:lnTo>
                    <a:pt x="4229340" y="1845950"/>
                  </a:lnTo>
                  <a:lnTo>
                    <a:pt x="4156781" y="1824643"/>
                  </a:lnTo>
                  <a:lnTo>
                    <a:pt x="4090430" y="1801031"/>
                  </a:lnTo>
                  <a:lnTo>
                    <a:pt x="4029593" y="1774809"/>
                  </a:lnTo>
                  <a:lnTo>
                    <a:pt x="3973481" y="1745639"/>
                  </a:lnTo>
                  <a:lnTo>
                    <a:pt x="3921270" y="1713190"/>
                  </a:lnTo>
                  <a:lnTo>
                    <a:pt x="3872164" y="1677179"/>
                  </a:lnTo>
                  <a:lnTo>
                    <a:pt x="3829811" y="1641410"/>
                  </a:lnTo>
                  <a:lnTo>
                    <a:pt x="3786806" y="1600461"/>
                  </a:lnTo>
                  <a:lnTo>
                    <a:pt x="3744993" y="1556072"/>
                  </a:lnTo>
                  <a:lnTo>
                    <a:pt x="3704001" y="1508178"/>
                  </a:lnTo>
                  <a:lnTo>
                    <a:pt x="3663541" y="1456787"/>
                  </a:lnTo>
                  <a:lnTo>
                    <a:pt x="3623391" y="1401995"/>
                  </a:lnTo>
                  <a:lnTo>
                    <a:pt x="3583391" y="1343988"/>
                  </a:lnTo>
                  <a:lnTo>
                    <a:pt x="3543427" y="1283048"/>
                  </a:lnTo>
                  <a:lnTo>
                    <a:pt x="3503431" y="1219551"/>
                  </a:lnTo>
                  <a:lnTo>
                    <a:pt x="3463372" y="1153960"/>
                  </a:lnTo>
                  <a:lnTo>
                    <a:pt x="3423245" y="1086816"/>
                  </a:lnTo>
                  <a:lnTo>
                    <a:pt x="3383068" y="1018716"/>
                  </a:lnTo>
                  <a:lnTo>
                    <a:pt x="3342874" y="950296"/>
                  </a:lnTo>
                  <a:lnTo>
                    <a:pt x="3302699" y="882203"/>
                  </a:lnTo>
                  <a:lnTo>
                    <a:pt x="3262572" y="815071"/>
                  </a:lnTo>
                  <a:lnTo>
                    <a:pt x="3222513" y="749499"/>
                  </a:lnTo>
                  <a:lnTo>
                    <a:pt x="3182518" y="686025"/>
                  </a:lnTo>
                  <a:lnTo>
                    <a:pt x="3142554" y="625112"/>
                  </a:lnTo>
                  <a:lnTo>
                    <a:pt x="3102553" y="567136"/>
                  </a:lnTo>
                  <a:lnTo>
                    <a:pt x="3062401" y="512377"/>
                  </a:lnTo>
                  <a:lnTo>
                    <a:pt x="3021937" y="461021"/>
                  </a:lnTo>
                  <a:lnTo>
                    <a:pt x="2980938" y="413161"/>
                  </a:lnTo>
                  <a:lnTo>
                    <a:pt x="2939115" y="368807"/>
                  </a:lnTo>
                  <a:lnTo>
                    <a:pt x="2896531" y="328282"/>
                  </a:lnTo>
                  <a:lnTo>
                    <a:pt x="2849607" y="288918"/>
                  </a:lnTo>
                  <a:lnTo>
                    <a:pt x="2800238" y="253256"/>
                  </a:lnTo>
                  <a:lnTo>
                    <a:pt x="2747690" y="221133"/>
                  </a:lnTo>
                  <a:lnTo>
                    <a:pt x="2691161" y="192260"/>
                  </a:lnTo>
                  <a:lnTo>
                    <a:pt x="2629832" y="166300"/>
                  </a:lnTo>
                  <a:lnTo>
                    <a:pt x="2562916" y="142921"/>
                  </a:lnTo>
                  <a:lnTo>
                    <a:pt x="2489735" y="121820"/>
                  </a:lnTo>
                  <a:lnTo>
                    <a:pt x="2409813" y="102739"/>
                  </a:lnTo>
                  <a:lnTo>
                    <a:pt x="2323011" y="85481"/>
                  </a:lnTo>
                  <a:lnTo>
                    <a:pt x="2229686" y="69905"/>
                  </a:lnTo>
                  <a:lnTo>
                    <a:pt x="2130870" y="55931"/>
                  </a:lnTo>
                  <a:lnTo>
                    <a:pt x="2028440" y="43534"/>
                  </a:lnTo>
                  <a:lnTo>
                    <a:pt x="1925192" y="32731"/>
                  </a:lnTo>
                  <a:lnTo>
                    <a:pt x="1824774" y="23557"/>
                  </a:lnTo>
                  <a:lnTo>
                    <a:pt x="1731382" y="16039"/>
                  </a:lnTo>
                  <a:lnTo>
                    <a:pt x="1649217" y="10165"/>
                  </a:lnTo>
                  <a:lnTo>
                    <a:pt x="1581781" y="5853"/>
                  </a:lnTo>
                  <a:lnTo>
                    <a:pt x="1531173" y="2943"/>
                  </a:lnTo>
                  <a:lnTo>
                    <a:pt x="1497600" y="1199"/>
                  </a:lnTo>
                  <a:lnTo>
                    <a:pt x="1479216" y="333"/>
                  </a:lnTo>
                  <a:lnTo>
                    <a:pt x="1472274" y="35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78AC3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455" name="pl1455"/>
            <p:cNvSpPr/>
            <p:nvPr/>
          </p:nvSpPr>
          <p:spPr>
            <a:xfrm>
              <a:off x="4799595" y="9254248"/>
              <a:ext cx="11981298" cy="1969692"/>
            </a:xfrm>
            <a:custGeom>
              <a:avLst/>
              <a:pathLst>
                <a:path w="11981298" h="1969692">
                  <a:moveTo>
                    <a:pt x="0" y="0"/>
                  </a:moveTo>
                  <a:lnTo>
                    <a:pt x="1471387" y="0"/>
                  </a:lnTo>
                  <a:lnTo>
                    <a:pt x="1472579" y="47"/>
                  </a:lnTo>
                  <a:lnTo>
                    <a:pt x="1480404" y="386"/>
                  </a:lnTo>
                  <a:lnTo>
                    <a:pt x="1500103" y="1323"/>
                  </a:lnTo>
                  <a:lnTo>
                    <a:pt x="1535254" y="3166"/>
                  </a:lnTo>
                  <a:lnTo>
                    <a:pt x="1587508" y="6201"/>
                  </a:lnTo>
                  <a:lnTo>
                    <a:pt x="1656467" y="10656"/>
                  </a:lnTo>
                  <a:lnTo>
                    <a:pt x="1739870" y="16685"/>
                  </a:lnTo>
                  <a:lnTo>
                    <a:pt x="1834119" y="24361"/>
                  </a:lnTo>
                  <a:lnTo>
                    <a:pt x="1934983" y="33692"/>
                  </a:lnTo>
                  <a:lnTo>
                    <a:pt x="2038298" y="44649"/>
                  </a:lnTo>
                  <a:lnTo>
                    <a:pt x="2140490" y="57196"/>
                  </a:lnTo>
                  <a:lnTo>
                    <a:pt x="2238848" y="71321"/>
                  </a:lnTo>
                  <a:lnTo>
                    <a:pt x="2331584" y="87053"/>
                  </a:lnTo>
                  <a:lnTo>
                    <a:pt x="2417736" y="104478"/>
                  </a:lnTo>
                  <a:lnTo>
                    <a:pt x="2497002" y="123742"/>
                  </a:lnTo>
                  <a:lnTo>
                    <a:pt x="2569561" y="145049"/>
                  </a:lnTo>
                  <a:lnTo>
                    <a:pt x="2635912" y="168661"/>
                  </a:lnTo>
                  <a:lnTo>
                    <a:pt x="2696749" y="194883"/>
                  </a:lnTo>
                  <a:lnTo>
                    <a:pt x="2752862" y="224052"/>
                  </a:lnTo>
                  <a:lnTo>
                    <a:pt x="2805072" y="256502"/>
                  </a:lnTo>
                  <a:lnTo>
                    <a:pt x="2854179" y="292513"/>
                  </a:lnTo>
                  <a:lnTo>
                    <a:pt x="2896531" y="328282"/>
                  </a:lnTo>
                  <a:lnTo>
                    <a:pt x="2939536" y="369231"/>
                  </a:lnTo>
                  <a:lnTo>
                    <a:pt x="2981349" y="413619"/>
                  </a:lnTo>
                  <a:lnTo>
                    <a:pt x="3022341" y="461514"/>
                  </a:lnTo>
                  <a:lnTo>
                    <a:pt x="3062802" y="512905"/>
                  </a:lnTo>
                  <a:lnTo>
                    <a:pt x="3102951" y="567697"/>
                  </a:lnTo>
                  <a:lnTo>
                    <a:pt x="3142951" y="625704"/>
                  </a:lnTo>
                  <a:lnTo>
                    <a:pt x="3182915" y="686644"/>
                  </a:lnTo>
                  <a:lnTo>
                    <a:pt x="3222911" y="750141"/>
                  </a:lnTo>
                  <a:lnTo>
                    <a:pt x="3262970" y="815731"/>
                  </a:lnTo>
                  <a:lnTo>
                    <a:pt x="3303098" y="882875"/>
                  </a:lnTo>
                  <a:lnTo>
                    <a:pt x="3343274" y="950975"/>
                  </a:lnTo>
                  <a:lnTo>
                    <a:pt x="3383468" y="1019396"/>
                  </a:lnTo>
                  <a:lnTo>
                    <a:pt x="3423644" y="1087489"/>
                  </a:lnTo>
                  <a:lnTo>
                    <a:pt x="3463770" y="1154621"/>
                  </a:lnTo>
                  <a:lnTo>
                    <a:pt x="3503829" y="1220193"/>
                  </a:lnTo>
                  <a:lnTo>
                    <a:pt x="3543824" y="1283667"/>
                  </a:lnTo>
                  <a:lnTo>
                    <a:pt x="3583788" y="1344579"/>
                  </a:lnTo>
                  <a:lnTo>
                    <a:pt x="3623789" y="1402556"/>
                  </a:lnTo>
                  <a:lnTo>
                    <a:pt x="3663941" y="1457315"/>
                  </a:lnTo>
                  <a:lnTo>
                    <a:pt x="3704405" y="1508671"/>
                  </a:lnTo>
                  <a:lnTo>
                    <a:pt x="3745404" y="1556531"/>
                  </a:lnTo>
                  <a:lnTo>
                    <a:pt x="3787227" y="1600885"/>
                  </a:lnTo>
                  <a:lnTo>
                    <a:pt x="3829811" y="1641410"/>
                  </a:lnTo>
                  <a:lnTo>
                    <a:pt x="3876735" y="1680774"/>
                  </a:lnTo>
                  <a:lnTo>
                    <a:pt x="3926105" y="1716436"/>
                  </a:lnTo>
                  <a:lnTo>
                    <a:pt x="3978653" y="1748559"/>
                  </a:lnTo>
                  <a:lnTo>
                    <a:pt x="4035181" y="1777432"/>
                  </a:lnTo>
                  <a:lnTo>
                    <a:pt x="4096510" y="1803391"/>
                  </a:lnTo>
                  <a:lnTo>
                    <a:pt x="4163426" y="1826770"/>
                  </a:lnTo>
                  <a:lnTo>
                    <a:pt x="4236607" y="1847872"/>
                  </a:lnTo>
                  <a:lnTo>
                    <a:pt x="4316529" y="1866952"/>
                  </a:lnTo>
                  <a:lnTo>
                    <a:pt x="4403331" y="1884211"/>
                  </a:lnTo>
                  <a:lnTo>
                    <a:pt x="4496657" y="1899787"/>
                  </a:lnTo>
                  <a:lnTo>
                    <a:pt x="4595472" y="1913761"/>
                  </a:lnTo>
                  <a:lnTo>
                    <a:pt x="4697902" y="1926157"/>
                  </a:lnTo>
                  <a:lnTo>
                    <a:pt x="4801150" y="1936961"/>
                  </a:lnTo>
                  <a:lnTo>
                    <a:pt x="4901568" y="1946135"/>
                  </a:lnTo>
                  <a:lnTo>
                    <a:pt x="4994960" y="1953652"/>
                  </a:lnTo>
                  <a:lnTo>
                    <a:pt x="5077125" y="1959527"/>
                  </a:lnTo>
                  <a:lnTo>
                    <a:pt x="5144561" y="1963838"/>
                  </a:lnTo>
                  <a:lnTo>
                    <a:pt x="5195169" y="1966748"/>
                  </a:lnTo>
                  <a:lnTo>
                    <a:pt x="5228742" y="1968493"/>
                  </a:lnTo>
                  <a:lnTo>
                    <a:pt x="5247126" y="1969359"/>
                  </a:lnTo>
                  <a:lnTo>
                    <a:pt x="5254068" y="1969657"/>
                  </a:lnTo>
                  <a:lnTo>
                    <a:pt x="5254955" y="1969692"/>
                  </a:lnTo>
                  <a:lnTo>
                    <a:pt x="6726343" y="1969692"/>
                  </a:lnTo>
                  <a:lnTo>
                    <a:pt x="6727557" y="1969658"/>
                  </a:lnTo>
                  <a:lnTo>
                    <a:pt x="6735532" y="1969417"/>
                  </a:lnTo>
                  <a:lnTo>
                    <a:pt x="6755595" y="1968751"/>
                  </a:lnTo>
                  <a:lnTo>
                    <a:pt x="6791363" y="1967440"/>
                  </a:lnTo>
                  <a:lnTo>
                    <a:pt x="6844475" y="1965283"/>
                  </a:lnTo>
                  <a:lnTo>
                    <a:pt x="6914463" y="1962119"/>
                  </a:lnTo>
                  <a:lnTo>
                    <a:pt x="6998962" y="1957840"/>
                  </a:lnTo>
                  <a:lnTo>
                    <a:pt x="7094259" y="1952396"/>
                  </a:lnTo>
                  <a:lnTo>
                    <a:pt x="7196030" y="1945784"/>
                  </a:lnTo>
                  <a:lnTo>
                    <a:pt x="7300050" y="1938025"/>
                  </a:lnTo>
                  <a:lnTo>
                    <a:pt x="7402723" y="1929145"/>
                  </a:lnTo>
                  <a:lnTo>
                    <a:pt x="7501351" y="1919149"/>
                  </a:lnTo>
                  <a:lnTo>
                    <a:pt x="7594178" y="1908015"/>
                  </a:lnTo>
                  <a:lnTo>
                    <a:pt x="7680285" y="1895678"/>
                  </a:lnTo>
                  <a:lnTo>
                    <a:pt x="7759414" y="1882031"/>
                  </a:lnTo>
                  <a:lnTo>
                    <a:pt x="7831786" y="1866924"/>
                  </a:lnTo>
                  <a:lnTo>
                    <a:pt x="7897936" y="1850168"/>
                  </a:lnTo>
                  <a:lnTo>
                    <a:pt x="7958583" y="1831542"/>
                  </a:lnTo>
                  <a:lnTo>
                    <a:pt x="8014544" y="1810807"/>
                  </a:lnTo>
                  <a:lnTo>
                    <a:pt x="8066654" y="1787726"/>
                  </a:lnTo>
                  <a:lnTo>
                    <a:pt x="8115720" y="1762110"/>
                  </a:lnTo>
                  <a:lnTo>
                    <a:pt x="8151487" y="1740848"/>
                  </a:lnTo>
                  <a:lnTo>
                    <a:pt x="8199147" y="1709014"/>
                  </a:lnTo>
                  <a:lnTo>
                    <a:pt x="8245391" y="1674217"/>
                  </a:lnTo>
                  <a:lnTo>
                    <a:pt x="8290709" y="1636406"/>
                  </a:lnTo>
                  <a:lnTo>
                    <a:pt x="8335468" y="1595611"/>
                  </a:lnTo>
                  <a:lnTo>
                    <a:pt x="8379939" y="1551956"/>
                  </a:lnTo>
                  <a:lnTo>
                    <a:pt x="8424309" y="1505665"/>
                  </a:lnTo>
                  <a:lnTo>
                    <a:pt x="8468694" y="1457059"/>
                  </a:lnTo>
                  <a:lnTo>
                    <a:pt x="8513151" y="1406559"/>
                  </a:lnTo>
                  <a:lnTo>
                    <a:pt x="8557692" y="1354668"/>
                  </a:lnTo>
                  <a:lnTo>
                    <a:pt x="8602294" y="1301951"/>
                  </a:lnTo>
                  <a:lnTo>
                    <a:pt x="8646912" y="1249015"/>
                  </a:lnTo>
                  <a:lnTo>
                    <a:pt x="8691500" y="1196476"/>
                  </a:lnTo>
                  <a:lnTo>
                    <a:pt x="8736018" y="1144933"/>
                  </a:lnTo>
                  <a:lnTo>
                    <a:pt x="8780452" y="1094934"/>
                  </a:lnTo>
                  <a:lnTo>
                    <a:pt x="8824824" y="1046961"/>
                  </a:lnTo>
                  <a:lnTo>
                    <a:pt x="8869208" y="1001406"/>
                  </a:lnTo>
                  <a:lnTo>
                    <a:pt x="8913740" y="958564"/>
                  </a:lnTo>
                  <a:lnTo>
                    <a:pt x="8958629" y="918626"/>
                  </a:lnTo>
                  <a:lnTo>
                    <a:pt x="9004173" y="881691"/>
                  </a:lnTo>
                  <a:lnTo>
                    <a:pt x="9050772" y="847763"/>
                  </a:lnTo>
                  <a:lnTo>
                    <a:pt x="9084767" y="825472"/>
                  </a:lnTo>
                  <a:lnTo>
                    <a:pt x="9132007" y="797860"/>
                  </a:lnTo>
                  <a:lnTo>
                    <a:pt x="9181730" y="772862"/>
                  </a:lnTo>
                  <a:lnTo>
                    <a:pt x="9234683" y="750361"/>
                  </a:lnTo>
                  <a:lnTo>
                    <a:pt x="9291686" y="730151"/>
                  </a:lnTo>
                  <a:lnTo>
                    <a:pt x="9353575" y="711992"/>
                  </a:lnTo>
                  <a:lnTo>
                    <a:pt x="9421149" y="695649"/>
                  </a:lnTo>
                  <a:lnTo>
                    <a:pt x="9495095" y="680906"/>
                  </a:lnTo>
                  <a:lnTo>
                    <a:pt x="9575884" y="667584"/>
                  </a:lnTo>
                  <a:lnTo>
                    <a:pt x="9663640" y="655542"/>
                  </a:lnTo>
                  <a:lnTo>
                    <a:pt x="9757964" y="644684"/>
                  </a:lnTo>
                  <a:lnTo>
                    <a:pt x="9857751" y="634955"/>
                  </a:lnTo>
                  <a:lnTo>
                    <a:pt x="9961026" y="626341"/>
                  </a:lnTo>
                  <a:lnTo>
                    <a:pt x="10064866" y="618853"/>
                  </a:lnTo>
                  <a:lnTo>
                    <a:pt x="10165490" y="612519"/>
                  </a:lnTo>
                  <a:lnTo>
                    <a:pt x="10258593" y="607355"/>
                  </a:lnTo>
                  <a:lnTo>
                    <a:pt x="10339927" y="603348"/>
                  </a:lnTo>
                  <a:lnTo>
                    <a:pt x="10406037" y="600436"/>
                  </a:lnTo>
                  <a:lnTo>
                    <a:pt x="10454975" y="598498"/>
                  </a:lnTo>
                  <a:lnTo>
                    <a:pt x="10486768" y="597360"/>
                  </a:lnTo>
                  <a:lnTo>
                    <a:pt x="10503549" y="596815"/>
                  </a:lnTo>
                  <a:lnTo>
                    <a:pt x="10509367" y="596643"/>
                  </a:lnTo>
                  <a:lnTo>
                    <a:pt x="10509911" y="596628"/>
                  </a:lnTo>
                  <a:lnTo>
                    <a:pt x="11981298" y="59662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56" name="pl1456"/>
            <p:cNvSpPr/>
            <p:nvPr/>
          </p:nvSpPr>
          <p:spPr>
            <a:xfrm>
              <a:off x="4799595" y="9246075"/>
              <a:ext cx="11981298" cy="1969692"/>
            </a:xfrm>
            <a:custGeom>
              <a:avLst/>
              <a:pathLst>
                <a:path w="11981298" h="1969692">
                  <a:moveTo>
                    <a:pt x="11981298" y="596628"/>
                  </a:moveTo>
                  <a:lnTo>
                    <a:pt x="10509911" y="596628"/>
                  </a:lnTo>
                  <a:lnTo>
                    <a:pt x="10508696" y="596662"/>
                  </a:lnTo>
                  <a:lnTo>
                    <a:pt x="10500721" y="596903"/>
                  </a:lnTo>
                  <a:lnTo>
                    <a:pt x="10480659" y="597569"/>
                  </a:lnTo>
                  <a:lnTo>
                    <a:pt x="10444890" y="598880"/>
                  </a:lnTo>
                  <a:lnTo>
                    <a:pt x="10391778" y="601037"/>
                  </a:lnTo>
                  <a:lnTo>
                    <a:pt x="10321791" y="604202"/>
                  </a:lnTo>
                  <a:lnTo>
                    <a:pt x="10237292" y="608481"/>
                  </a:lnTo>
                  <a:lnTo>
                    <a:pt x="10141994" y="613924"/>
                  </a:lnTo>
                  <a:lnTo>
                    <a:pt x="10040223" y="620536"/>
                  </a:lnTo>
                  <a:lnTo>
                    <a:pt x="9936204" y="628295"/>
                  </a:lnTo>
                  <a:lnTo>
                    <a:pt x="9833531" y="637176"/>
                  </a:lnTo>
                  <a:lnTo>
                    <a:pt x="9734903" y="647171"/>
                  </a:lnTo>
                  <a:lnTo>
                    <a:pt x="9642076" y="658305"/>
                  </a:lnTo>
                  <a:lnTo>
                    <a:pt x="9555969" y="670642"/>
                  </a:lnTo>
                  <a:lnTo>
                    <a:pt x="9476839" y="684289"/>
                  </a:lnTo>
                  <a:lnTo>
                    <a:pt x="9404467" y="699396"/>
                  </a:lnTo>
                  <a:lnTo>
                    <a:pt x="9338318" y="716152"/>
                  </a:lnTo>
                  <a:lnTo>
                    <a:pt x="9277670" y="734778"/>
                  </a:lnTo>
                  <a:lnTo>
                    <a:pt x="9221710" y="755514"/>
                  </a:lnTo>
                  <a:lnTo>
                    <a:pt x="9169600" y="778594"/>
                  </a:lnTo>
                  <a:lnTo>
                    <a:pt x="9120534" y="804211"/>
                  </a:lnTo>
                  <a:lnTo>
                    <a:pt x="9084767" y="825472"/>
                  </a:lnTo>
                  <a:lnTo>
                    <a:pt x="9037106" y="857306"/>
                  </a:lnTo>
                  <a:lnTo>
                    <a:pt x="8990862" y="892103"/>
                  </a:lnTo>
                  <a:lnTo>
                    <a:pt x="8945544" y="929914"/>
                  </a:lnTo>
                  <a:lnTo>
                    <a:pt x="8900785" y="970709"/>
                  </a:lnTo>
                  <a:lnTo>
                    <a:pt x="8856314" y="1014364"/>
                  </a:lnTo>
                  <a:lnTo>
                    <a:pt x="8811944" y="1060656"/>
                  </a:lnTo>
                  <a:lnTo>
                    <a:pt x="8767560" y="1109261"/>
                  </a:lnTo>
                  <a:lnTo>
                    <a:pt x="8723102" y="1159761"/>
                  </a:lnTo>
                  <a:lnTo>
                    <a:pt x="8678561" y="1211653"/>
                  </a:lnTo>
                  <a:lnTo>
                    <a:pt x="8633960" y="1264370"/>
                  </a:lnTo>
                  <a:lnTo>
                    <a:pt x="8589341" y="1317306"/>
                  </a:lnTo>
                  <a:lnTo>
                    <a:pt x="8544753" y="1369844"/>
                  </a:lnTo>
                  <a:lnTo>
                    <a:pt x="8500235" y="1421388"/>
                  </a:lnTo>
                  <a:lnTo>
                    <a:pt x="8455802" y="1471386"/>
                  </a:lnTo>
                  <a:lnTo>
                    <a:pt x="8411430" y="1519359"/>
                  </a:lnTo>
                  <a:lnTo>
                    <a:pt x="8367046" y="1564914"/>
                  </a:lnTo>
                  <a:lnTo>
                    <a:pt x="8322514" y="1607757"/>
                  </a:lnTo>
                  <a:lnTo>
                    <a:pt x="8277624" y="1647694"/>
                  </a:lnTo>
                  <a:lnTo>
                    <a:pt x="8232080" y="1684630"/>
                  </a:lnTo>
                  <a:lnTo>
                    <a:pt x="8185481" y="1718558"/>
                  </a:lnTo>
                  <a:lnTo>
                    <a:pt x="8151487" y="1740848"/>
                  </a:lnTo>
                  <a:lnTo>
                    <a:pt x="8104246" y="1768460"/>
                  </a:lnTo>
                  <a:lnTo>
                    <a:pt x="8054524" y="1793459"/>
                  </a:lnTo>
                  <a:lnTo>
                    <a:pt x="8001570" y="1815960"/>
                  </a:lnTo>
                  <a:lnTo>
                    <a:pt x="7944567" y="1836170"/>
                  </a:lnTo>
                  <a:lnTo>
                    <a:pt x="7882678" y="1854328"/>
                  </a:lnTo>
                  <a:lnTo>
                    <a:pt x="7815104" y="1870672"/>
                  </a:lnTo>
                  <a:lnTo>
                    <a:pt x="7741159" y="1885414"/>
                  </a:lnTo>
                  <a:lnTo>
                    <a:pt x="7660369" y="1898737"/>
                  </a:lnTo>
                  <a:lnTo>
                    <a:pt x="7572613" y="1910779"/>
                  </a:lnTo>
                  <a:lnTo>
                    <a:pt x="7478290" y="1921637"/>
                  </a:lnTo>
                  <a:lnTo>
                    <a:pt x="7378502" y="1931365"/>
                  </a:lnTo>
                  <a:lnTo>
                    <a:pt x="7275227" y="1939980"/>
                  </a:lnTo>
                  <a:lnTo>
                    <a:pt x="7171387" y="1947467"/>
                  </a:lnTo>
                  <a:lnTo>
                    <a:pt x="7070763" y="1953802"/>
                  </a:lnTo>
                  <a:lnTo>
                    <a:pt x="6977660" y="1958966"/>
                  </a:lnTo>
                  <a:lnTo>
                    <a:pt x="6896326" y="1962972"/>
                  </a:lnTo>
                  <a:lnTo>
                    <a:pt x="6830216" y="1965884"/>
                  </a:lnTo>
                  <a:lnTo>
                    <a:pt x="6781278" y="1967823"/>
                  </a:lnTo>
                  <a:lnTo>
                    <a:pt x="6749485" y="1968961"/>
                  </a:lnTo>
                  <a:lnTo>
                    <a:pt x="6732704" y="1969505"/>
                  </a:lnTo>
                  <a:lnTo>
                    <a:pt x="6726886" y="1969677"/>
                  </a:lnTo>
                  <a:lnTo>
                    <a:pt x="6726343" y="1969692"/>
                  </a:lnTo>
                  <a:lnTo>
                    <a:pt x="5254955" y="1969692"/>
                  </a:lnTo>
                  <a:lnTo>
                    <a:pt x="5253763" y="1969645"/>
                  </a:lnTo>
                  <a:lnTo>
                    <a:pt x="5245938" y="1969306"/>
                  </a:lnTo>
                  <a:lnTo>
                    <a:pt x="5226239" y="1968369"/>
                  </a:lnTo>
                  <a:lnTo>
                    <a:pt x="5191088" y="1966525"/>
                  </a:lnTo>
                  <a:lnTo>
                    <a:pt x="5138834" y="1963491"/>
                  </a:lnTo>
                  <a:lnTo>
                    <a:pt x="5069875" y="1959036"/>
                  </a:lnTo>
                  <a:lnTo>
                    <a:pt x="4986472" y="1953007"/>
                  </a:lnTo>
                  <a:lnTo>
                    <a:pt x="4892223" y="1945331"/>
                  </a:lnTo>
                  <a:lnTo>
                    <a:pt x="4791359" y="1936000"/>
                  </a:lnTo>
                  <a:lnTo>
                    <a:pt x="4688044" y="1925043"/>
                  </a:lnTo>
                  <a:lnTo>
                    <a:pt x="4585852" y="1912496"/>
                  </a:lnTo>
                  <a:lnTo>
                    <a:pt x="4487494" y="1898371"/>
                  </a:lnTo>
                  <a:lnTo>
                    <a:pt x="4394758" y="1882639"/>
                  </a:lnTo>
                  <a:lnTo>
                    <a:pt x="4308606" y="1865213"/>
                  </a:lnTo>
                  <a:lnTo>
                    <a:pt x="4229340" y="1845950"/>
                  </a:lnTo>
                  <a:lnTo>
                    <a:pt x="4156781" y="1824643"/>
                  </a:lnTo>
                  <a:lnTo>
                    <a:pt x="4090430" y="1801031"/>
                  </a:lnTo>
                  <a:lnTo>
                    <a:pt x="4029593" y="1774809"/>
                  </a:lnTo>
                  <a:lnTo>
                    <a:pt x="3973481" y="1745639"/>
                  </a:lnTo>
                  <a:lnTo>
                    <a:pt x="3921270" y="1713190"/>
                  </a:lnTo>
                  <a:lnTo>
                    <a:pt x="3872164" y="1677179"/>
                  </a:lnTo>
                  <a:lnTo>
                    <a:pt x="3829811" y="1641410"/>
                  </a:lnTo>
                  <a:lnTo>
                    <a:pt x="3786806" y="1600461"/>
                  </a:lnTo>
                  <a:lnTo>
                    <a:pt x="3744993" y="1556072"/>
                  </a:lnTo>
                  <a:lnTo>
                    <a:pt x="3704001" y="1508178"/>
                  </a:lnTo>
                  <a:lnTo>
                    <a:pt x="3663541" y="1456787"/>
                  </a:lnTo>
                  <a:lnTo>
                    <a:pt x="3623391" y="1401995"/>
                  </a:lnTo>
                  <a:lnTo>
                    <a:pt x="3583391" y="1343988"/>
                  </a:lnTo>
                  <a:lnTo>
                    <a:pt x="3543427" y="1283048"/>
                  </a:lnTo>
                  <a:lnTo>
                    <a:pt x="3503431" y="1219551"/>
                  </a:lnTo>
                  <a:lnTo>
                    <a:pt x="3463372" y="1153960"/>
                  </a:lnTo>
                  <a:lnTo>
                    <a:pt x="3423245" y="1086816"/>
                  </a:lnTo>
                  <a:lnTo>
                    <a:pt x="3383068" y="1018716"/>
                  </a:lnTo>
                  <a:lnTo>
                    <a:pt x="3342874" y="950296"/>
                  </a:lnTo>
                  <a:lnTo>
                    <a:pt x="3302699" y="882203"/>
                  </a:lnTo>
                  <a:lnTo>
                    <a:pt x="3262572" y="815071"/>
                  </a:lnTo>
                  <a:lnTo>
                    <a:pt x="3222513" y="749499"/>
                  </a:lnTo>
                  <a:lnTo>
                    <a:pt x="3182518" y="686025"/>
                  </a:lnTo>
                  <a:lnTo>
                    <a:pt x="3142554" y="625112"/>
                  </a:lnTo>
                  <a:lnTo>
                    <a:pt x="3102553" y="567136"/>
                  </a:lnTo>
                  <a:lnTo>
                    <a:pt x="3062401" y="512377"/>
                  </a:lnTo>
                  <a:lnTo>
                    <a:pt x="3021937" y="461021"/>
                  </a:lnTo>
                  <a:lnTo>
                    <a:pt x="2980938" y="413161"/>
                  </a:lnTo>
                  <a:lnTo>
                    <a:pt x="2939115" y="368807"/>
                  </a:lnTo>
                  <a:lnTo>
                    <a:pt x="2896531" y="328282"/>
                  </a:lnTo>
                  <a:lnTo>
                    <a:pt x="2849607" y="288918"/>
                  </a:lnTo>
                  <a:lnTo>
                    <a:pt x="2800238" y="253256"/>
                  </a:lnTo>
                  <a:lnTo>
                    <a:pt x="2747690" y="221133"/>
                  </a:lnTo>
                  <a:lnTo>
                    <a:pt x="2691161" y="192260"/>
                  </a:lnTo>
                  <a:lnTo>
                    <a:pt x="2629832" y="166300"/>
                  </a:lnTo>
                  <a:lnTo>
                    <a:pt x="2562916" y="142921"/>
                  </a:lnTo>
                  <a:lnTo>
                    <a:pt x="2489735" y="121820"/>
                  </a:lnTo>
                  <a:lnTo>
                    <a:pt x="2409813" y="102739"/>
                  </a:lnTo>
                  <a:lnTo>
                    <a:pt x="2323011" y="85481"/>
                  </a:lnTo>
                  <a:lnTo>
                    <a:pt x="2229686" y="69905"/>
                  </a:lnTo>
                  <a:lnTo>
                    <a:pt x="2130870" y="55931"/>
                  </a:lnTo>
                  <a:lnTo>
                    <a:pt x="2028440" y="43534"/>
                  </a:lnTo>
                  <a:lnTo>
                    <a:pt x="1925192" y="32731"/>
                  </a:lnTo>
                  <a:lnTo>
                    <a:pt x="1824774" y="23557"/>
                  </a:lnTo>
                  <a:lnTo>
                    <a:pt x="1731382" y="16039"/>
                  </a:lnTo>
                  <a:lnTo>
                    <a:pt x="1649217" y="10165"/>
                  </a:lnTo>
                  <a:lnTo>
                    <a:pt x="1581781" y="5853"/>
                  </a:lnTo>
                  <a:lnTo>
                    <a:pt x="1531173" y="2943"/>
                  </a:lnTo>
                  <a:lnTo>
                    <a:pt x="1497600" y="1199"/>
                  </a:lnTo>
                  <a:lnTo>
                    <a:pt x="1479216" y="333"/>
                  </a:lnTo>
                  <a:lnTo>
                    <a:pt x="1472274" y="35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57" name="pg1457"/>
            <p:cNvSpPr/>
            <p:nvPr/>
          </p:nvSpPr>
          <p:spPr>
            <a:xfrm>
              <a:off x="4799595" y="6164855"/>
              <a:ext cx="11981298" cy="2917760"/>
            </a:xfrm>
            <a:custGeom>
              <a:avLst/>
              <a:pathLst>
                <a:path w="11981298" h="2917760">
                  <a:moveTo>
                    <a:pt x="0" y="2917760"/>
                  </a:moveTo>
                  <a:lnTo>
                    <a:pt x="1471387" y="2917760"/>
                  </a:lnTo>
                  <a:lnTo>
                    <a:pt x="1472612" y="2917735"/>
                  </a:lnTo>
                  <a:lnTo>
                    <a:pt x="1480652" y="2917554"/>
                  </a:lnTo>
                  <a:lnTo>
                    <a:pt x="1500872" y="2917054"/>
                  </a:lnTo>
                  <a:lnTo>
                    <a:pt x="1536910" y="2916070"/>
                  </a:lnTo>
                  <a:lnTo>
                    <a:pt x="1590395" y="2914452"/>
                  </a:lnTo>
                  <a:lnTo>
                    <a:pt x="1660827" y="2912078"/>
                  </a:lnTo>
                  <a:lnTo>
                    <a:pt x="1745800" y="2908870"/>
                  </a:lnTo>
                  <a:lnTo>
                    <a:pt x="1841549" y="2904789"/>
                  </a:lnTo>
                  <a:lnTo>
                    <a:pt x="1943708" y="2899835"/>
                  </a:lnTo>
                  <a:lnTo>
                    <a:pt x="2048028" y="2894023"/>
                  </a:lnTo>
                  <a:lnTo>
                    <a:pt x="2150904" y="2887372"/>
                  </a:lnTo>
                  <a:lnTo>
                    <a:pt x="2249644" y="2879887"/>
                  </a:lnTo>
                  <a:lnTo>
                    <a:pt x="2342507" y="2871549"/>
                  </a:lnTo>
                  <a:lnTo>
                    <a:pt x="2428591" y="2862308"/>
                  </a:lnTo>
                  <a:lnTo>
                    <a:pt x="2507660" y="2852083"/>
                  </a:lnTo>
                  <a:lnTo>
                    <a:pt x="2579950" y="2840760"/>
                  </a:lnTo>
                  <a:lnTo>
                    <a:pt x="2646012" y="2828196"/>
                  </a:lnTo>
                  <a:lnTo>
                    <a:pt x="2706580" y="2814225"/>
                  </a:lnTo>
                  <a:lnTo>
                    <a:pt x="2762476" y="2798666"/>
                  </a:lnTo>
                  <a:lnTo>
                    <a:pt x="2814544" y="2781343"/>
                  </a:lnTo>
                  <a:lnTo>
                    <a:pt x="2863596" y="2762117"/>
                  </a:lnTo>
                  <a:lnTo>
                    <a:pt x="2896531" y="2747489"/>
                  </a:lnTo>
                  <a:lnTo>
                    <a:pt x="2947173" y="2722220"/>
                  </a:lnTo>
                  <a:lnTo>
                    <a:pt x="2996252" y="2694453"/>
                  </a:lnTo>
                  <a:lnTo>
                    <a:pt x="3044341" y="2664148"/>
                  </a:lnTo>
                  <a:lnTo>
                    <a:pt x="3091863" y="2631346"/>
                  </a:lnTo>
                  <a:lnTo>
                    <a:pt x="3139120" y="2596177"/>
                  </a:lnTo>
                  <a:lnTo>
                    <a:pt x="3186312" y="2558867"/>
                  </a:lnTo>
                  <a:lnTo>
                    <a:pt x="3233552" y="2519735"/>
                  </a:lnTo>
                  <a:lnTo>
                    <a:pt x="3280885" y="2479190"/>
                  </a:lnTo>
                  <a:lnTo>
                    <a:pt x="3328302" y="2437712"/>
                  </a:lnTo>
                  <a:lnTo>
                    <a:pt x="3375762" y="2395828"/>
                  </a:lnTo>
                  <a:lnTo>
                    <a:pt x="3423206" y="2354092"/>
                  </a:lnTo>
                  <a:lnTo>
                    <a:pt x="3470582" y="2313045"/>
                  </a:lnTo>
                  <a:lnTo>
                    <a:pt x="3517864" y="2273195"/>
                  </a:lnTo>
                  <a:lnTo>
                    <a:pt x="3565069" y="2234984"/>
                  </a:lnTo>
                  <a:lnTo>
                    <a:pt x="3612276" y="2198775"/>
                  </a:lnTo>
                  <a:lnTo>
                    <a:pt x="3659643" y="2164840"/>
                  </a:lnTo>
                  <a:lnTo>
                    <a:pt x="3707421" y="2133353"/>
                  </a:lnTo>
                  <a:lnTo>
                    <a:pt x="3755973" y="2104395"/>
                  </a:lnTo>
                  <a:lnTo>
                    <a:pt x="3805799" y="2077962"/>
                  </a:lnTo>
                  <a:lnTo>
                    <a:pt x="3829811" y="2066406"/>
                  </a:lnTo>
                  <a:lnTo>
                    <a:pt x="3877188" y="2045806"/>
                  </a:lnTo>
                  <a:lnTo>
                    <a:pt x="3927063" y="2027162"/>
                  </a:lnTo>
                  <a:lnTo>
                    <a:pt x="3980192" y="2010385"/>
                  </a:lnTo>
                  <a:lnTo>
                    <a:pt x="4037401" y="1995321"/>
                  </a:lnTo>
                  <a:lnTo>
                    <a:pt x="4099532" y="1981791"/>
                  </a:lnTo>
                  <a:lnTo>
                    <a:pt x="4167392" y="1969616"/>
                  </a:lnTo>
                  <a:lnTo>
                    <a:pt x="4241669" y="1958636"/>
                  </a:lnTo>
                  <a:lnTo>
                    <a:pt x="4322835" y="1948717"/>
                  </a:lnTo>
                  <a:lnTo>
                    <a:pt x="4411004" y="1939753"/>
                  </a:lnTo>
                  <a:lnTo>
                    <a:pt x="4505759" y="1931675"/>
                  </a:lnTo>
                  <a:lnTo>
                    <a:pt x="4605965" y="1924440"/>
                  </a:lnTo>
                  <a:lnTo>
                    <a:pt x="4709601" y="1918040"/>
                  </a:lnTo>
                  <a:lnTo>
                    <a:pt x="4813688" y="1912483"/>
                  </a:lnTo>
                  <a:lnTo>
                    <a:pt x="4914388" y="1907790"/>
                  </a:lnTo>
                  <a:lnTo>
                    <a:pt x="5007351" y="1903972"/>
                  </a:lnTo>
                  <a:lnTo>
                    <a:pt x="5088309" y="1901020"/>
                  </a:lnTo>
                  <a:lnTo>
                    <a:pt x="5153833" y="1898883"/>
                  </a:lnTo>
                  <a:lnTo>
                    <a:pt x="5202040" y="1897470"/>
                  </a:lnTo>
                  <a:lnTo>
                    <a:pt x="5233067" y="1896648"/>
                  </a:lnTo>
                  <a:lnTo>
                    <a:pt x="5249168" y="1896261"/>
                  </a:lnTo>
                  <a:lnTo>
                    <a:pt x="5254528" y="1896144"/>
                  </a:lnTo>
                  <a:lnTo>
                    <a:pt x="5254955" y="1896135"/>
                  </a:lnTo>
                  <a:lnTo>
                    <a:pt x="6726343" y="1896135"/>
                  </a:lnTo>
                  <a:lnTo>
                    <a:pt x="6727538" y="1896089"/>
                  </a:lnTo>
                  <a:lnTo>
                    <a:pt x="6735386" y="1895764"/>
                  </a:lnTo>
                  <a:lnTo>
                    <a:pt x="6755142" y="1894863"/>
                  </a:lnTo>
                  <a:lnTo>
                    <a:pt x="6790389" y="1893090"/>
                  </a:lnTo>
                  <a:lnTo>
                    <a:pt x="6842776" y="1890173"/>
                  </a:lnTo>
                  <a:lnTo>
                    <a:pt x="6911895" y="1885890"/>
                  </a:lnTo>
                  <a:lnTo>
                    <a:pt x="6995469" y="1880095"/>
                  </a:lnTo>
                  <a:lnTo>
                    <a:pt x="7089882" y="1872718"/>
                  </a:lnTo>
                  <a:lnTo>
                    <a:pt x="7190888" y="1863751"/>
                  </a:lnTo>
                  <a:lnTo>
                    <a:pt x="7294314" y="1853223"/>
                  </a:lnTo>
                  <a:lnTo>
                    <a:pt x="7396581" y="1841168"/>
                  </a:lnTo>
                  <a:lnTo>
                    <a:pt x="7494983" y="1827597"/>
                  </a:lnTo>
                  <a:lnTo>
                    <a:pt x="7587734" y="1812482"/>
                  </a:lnTo>
                  <a:lnTo>
                    <a:pt x="7673879" y="1795739"/>
                  </a:lnTo>
                  <a:lnTo>
                    <a:pt x="7753124" y="1777228"/>
                  </a:lnTo>
                  <a:lnTo>
                    <a:pt x="7825655" y="1756751"/>
                  </a:lnTo>
                  <a:lnTo>
                    <a:pt x="7891974" y="1734056"/>
                  </a:lnTo>
                  <a:lnTo>
                    <a:pt x="7952781" y="1708848"/>
                  </a:lnTo>
                  <a:lnTo>
                    <a:pt x="8008870" y="1680804"/>
                  </a:lnTo>
                  <a:lnTo>
                    <a:pt x="8061065" y="1649603"/>
                  </a:lnTo>
                  <a:lnTo>
                    <a:pt x="8110164" y="1614977"/>
                  </a:lnTo>
                  <a:lnTo>
                    <a:pt x="8151487" y="1581475"/>
                  </a:lnTo>
                  <a:lnTo>
                    <a:pt x="8195083" y="1541653"/>
                  </a:lnTo>
                  <a:lnTo>
                    <a:pt x="8237460" y="1498441"/>
                  </a:lnTo>
                  <a:lnTo>
                    <a:pt x="8279002" y="1451773"/>
                  </a:lnTo>
                  <a:lnTo>
                    <a:pt x="8320008" y="1401662"/>
                  </a:lnTo>
                  <a:lnTo>
                    <a:pt x="8360704" y="1348207"/>
                  </a:lnTo>
                  <a:lnTo>
                    <a:pt x="8401258" y="1291600"/>
                  </a:lnTo>
                  <a:lnTo>
                    <a:pt x="8441780" y="1232131"/>
                  </a:lnTo>
                  <a:lnTo>
                    <a:pt x="8482341" y="1170183"/>
                  </a:lnTo>
                  <a:lnTo>
                    <a:pt x="8522969" y="1106228"/>
                  </a:lnTo>
                  <a:lnTo>
                    <a:pt x="8563665" y="1040814"/>
                  </a:lnTo>
                  <a:lnTo>
                    <a:pt x="8604407" y="974543"/>
                  </a:lnTo>
                  <a:lnTo>
                    <a:pt x="8645162" y="908055"/>
                  </a:lnTo>
                  <a:lnTo>
                    <a:pt x="8685892" y="841995"/>
                  </a:lnTo>
                  <a:lnTo>
                    <a:pt x="8726568" y="776994"/>
                  </a:lnTo>
                  <a:lnTo>
                    <a:pt x="8767172" y="713638"/>
                  </a:lnTo>
                  <a:lnTo>
                    <a:pt x="8807715" y="652452"/>
                  </a:lnTo>
                  <a:lnTo>
                    <a:pt x="8848238" y="593880"/>
                  </a:lnTo>
                  <a:lnTo>
                    <a:pt x="8888824" y="538277"/>
                  </a:lnTo>
                  <a:lnTo>
                    <a:pt x="8929600" y="485898"/>
                  </a:lnTo>
                  <a:lnTo>
                    <a:pt x="8970753" y="436905"/>
                  </a:lnTo>
                  <a:lnTo>
                    <a:pt x="9012531" y="391369"/>
                  </a:lnTo>
                  <a:lnTo>
                    <a:pt x="9055259" y="349275"/>
                  </a:lnTo>
                  <a:lnTo>
                    <a:pt x="9084767" y="322833"/>
                  </a:lnTo>
                  <a:lnTo>
                    <a:pt x="9131740" y="285066"/>
                  </a:lnTo>
                  <a:lnTo>
                    <a:pt x="9181165" y="250854"/>
                  </a:lnTo>
                  <a:lnTo>
                    <a:pt x="9233776" y="220040"/>
                  </a:lnTo>
                  <a:lnTo>
                    <a:pt x="9290378" y="192347"/>
                  </a:lnTo>
                  <a:lnTo>
                    <a:pt x="9351794" y="167452"/>
                  </a:lnTo>
                  <a:lnTo>
                    <a:pt x="9418812" y="145033"/>
                  </a:lnTo>
                  <a:lnTo>
                    <a:pt x="9492112" y="124800"/>
                  </a:lnTo>
                  <a:lnTo>
                    <a:pt x="9572169" y="106507"/>
                  </a:lnTo>
                  <a:lnTo>
                    <a:pt x="9659119" y="89962"/>
                  </a:lnTo>
                  <a:lnTo>
                    <a:pt x="9752601" y="75032"/>
                  </a:lnTo>
                  <a:lnTo>
                    <a:pt x="9851568" y="61641"/>
                  </a:lnTo>
                  <a:lnTo>
                    <a:pt x="9954131" y="49764"/>
                  </a:lnTo>
                  <a:lnTo>
                    <a:pt x="10057473" y="39418"/>
                  </a:lnTo>
                  <a:lnTo>
                    <a:pt x="10157926" y="30638"/>
                  </a:lnTo>
                  <a:lnTo>
                    <a:pt x="10251276" y="23448"/>
                  </a:lnTo>
                  <a:lnTo>
                    <a:pt x="10333315" y="17836"/>
                  </a:lnTo>
                  <a:lnTo>
                    <a:pt x="10400547" y="13724"/>
                  </a:lnTo>
                  <a:lnTo>
                    <a:pt x="10450897" y="10954"/>
                  </a:lnTo>
                  <a:lnTo>
                    <a:pt x="10484192" y="9299"/>
                  </a:lnTo>
                  <a:lnTo>
                    <a:pt x="10502323" y="8482"/>
                  </a:lnTo>
                  <a:lnTo>
                    <a:pt x="10509085" y="8204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8715" y="45"/>
                  </a:lnTo>
                  <a:lnTo>
                    <a:pt x="10500867" y="371"/>
                  </a:lnTo>
                  <a:lnTo>
                    <a:pt x="10481111" y="1272"/>
                  </a:lnTo>
                  <a:lnTo>
                    <a:pt x="10445865" y="3044"/>
                  </a:lnTo>
                  <a:lnTo>
                    <a:pt x="10393477" y="5962"/>
                  </a:lnTo>
                  <a:lnTo>
                    <a:pt x="10324358" y="10245"/>
                  </a:lnTo>
                  <a:lnTo>
                    <a:pt x="10240784" y="16040"/>
                  </a:lnTo>
                  <a:lnTo>
                    <a:pt x="10146371" y="23417"/>
                  </a:lnTo>
                  <a:lnTo>
                    <a:pt x="10045365" y="32384"/>
                  </a:lnTo>
                  <a:lnTo>
                    <a:pt x="9941939" y="42912"/>
                  </a:lnTo>
                  <a:lnTo>
                    <a:pt x="9839672" y="54967"/>
                  </a:lnTo>
                  <a:lnTo>
                    <a:pt x="9741271" y="68538"/>
                  </a:lnTo>
                  <a:lnTo>
                    <a:pt x="9648519" y="83653"/>
                  </a:lnTo>
                  <a:lnTo>
                    <a:pt x="9562374" y="100396"/>
                  </a:lnTo>
                  <a:lnTo>
                    <a:pt x="9483129" y="118906"/>
                  </a:lnTo>
                  <a:lnTo>
                    <a:pt x="9410599" y="139383"/>
                  </a:lnTo>
                  <a:lnTo>
                    <a:pt x="9344279" y="162078"/>
                  </a:lnTo>
                  <a:lnTo>
                    <a:pt x="9283472" y="187286"/>
                  </a:lnTo>
                  <a:lnTo>
                    <a:pt x="9227383" y="215331"/>
                  </a:lnTo>
                  <a:lnTo>
                    <a:pt x="9175189" y="246532"/>
                  </a:lnTo>
                  <a:lnTo>
                    <a:pt x="9126089" y="281158"/>
                  </a:lnTo>
                  <a:lnTo>
                    <a:pt x="9084767" y="314660"/>
                  </a:lnTo>
                  <a:lnTo>
                    <a:pt x="9041170" y="354481"/>
                  </a:lnTo>
                  <a:lnTo>
                    <a:pt x="8998793" y="397694"/>
                  </a:lnTo>
                  <a:lnTo>
                    <a:pt x="8957251" y="444362"/>
                  </a:lnTo>
                  <a:lnTo>
                    <a:pt x="8916246" y="494473"/>
                  </a:lnTo>
                  <a:lnTo>
                    <a:pt x="8875549" y="547928"/>
                  </a:lnTo>
                  <a:lnTo>
                    <a:pt x="8834996" y="604534"/>
                  </a:lnTo>
                  <a:lnTo>
                    <a:pt x="8794473" y="664004"/>
                  </a:lnTo>
                  <a:lnTo>
                    <a:pt x="8753912" y="725952"/>
                  </a:lnTo>
                  <a:lnTo>
                    <a:pt x="8713284" y="789906"/>
                  </a:lnTo>
                  <a:lnTo>
                    <a:pt x="8672589" y="855321"/>
                  </a:lnTo>
                  <a:lnTo>
                    <a:pt x="8631846" y="921591"/>
                  </a:lnTo>
                  <a:lnTo>
                    <a:pt x="8591091" y="988080"/>
                  </a:lnTo>
                  <a:lnTo>
                    <a:pt x="8550361" y="1054139"/>
                  </a:lnTo>
                  <a:lnTo>
                    <a:pt x="8509686" y="1119141"/>
                  </a:lnTo>
                  <a:lnTo>
                    <a:pt x="8469081" y="1182497"/>
                  </a:lnTo>
                  <a:lnTo>
                    <a:pt x="8428538" y="1243683"/>
                  </a:lnTo>
                  <a:lnTo>
                    <a:pt x="8388015" y="1302254"/>
                  </a:lnTo>
                  <a:lnTo>
                    <a:pt x="8347429" y="1357858"/>
                  </a:lnTo>
                  <a:lnTo>
                    <a:pt x="8306653" y="1410237"/>
                  </a:lnTo>
                  <a:lnTo>
                    <a:pt x="8265500" y="1459229"/>
                  </a:lnTo>
                  <a:lnTo>
                    <a:pt x="8223722" y="1504766"/>
                  </a:lnTo>
                  <a:lnTo>
                    <a:pt x="8180994" y="1546860"/>
                  </a:lnTo>
                  <a:lnTo>
                    <a:pt x="8151487" y="1573302"/>
                  </a:lnTo>
                  <a:lnTo>
                    <a:pt x="8104513" y="1611069"/>
                  </a:lnTo>
                  <a:lnTo>
                    <a:pt x="8055089" y="1645281"/>
                  </a:lnTo>
                  <a:lnTo>
                    <a:pt x="8002478" y="1676094"/>
                  </a:lnTo>
                  <a:lnTo>
                    <a:pt x="7945876" y="1703787"/>
                  </a:lnTo>
                  <a:lnTo>
                    <a:pt x="7884459" y="1728683"/>
                  </a:lnTo>
                  <a:lnTo>
                    <a:pt x="7817441" y="1751102"/>
                  </a:lnTo>
                  <a:lnTo>
                    <a:pt x="7744141" y="1771335"/>
                  </a:lnTo>
                  <a:lnTo>
                    <a:pt x="7664084" y="1789628"/>
                  </a:lnTo>
                  <a:lnTo>
                    <a:pt x="7577134" y="1806173"/>
                  </a:lnTo>
                  <a:lnTo>
                    <a:pt x="7483652" y="1821103"/>
                  </a:lnTo>
                  <a:lnTo>
                    <a:pt x="7384685" y="1834494"/>
                  </a:lnTo>
                  <a:lnTo>
                    <a:pt x="7282122" y="1846371"/>
                  </a:lnTo>
                  <a:lnTo>
                    <a:pt x="7178781" y="1856716"/>
                  </a:lnTo>
                  <a:lnTo>
                    <a:pt x="7078328" y="1865497"/>
                  </a:lnTo>
                  <a:lnTo>
                    <a:pt x="6984977" y="1872686"/>
                  </a:lnTo>
                  <a:lnTo>
                    <a:pt x="6902938" y="1878298"/>
                  </a:lnTo>
                  <a:lnTo>
                    <a:pt x="6835706" y="1882411"/>
                  </a:lnTo>
                  <a:lnTo>
                    <a:pt x="6785357" y="1885181"/>
                  </a:lnTo>
                  <a:lnTo>
                    <a:pt x="6752061" y="1886836"/>
                  </a:lnTo>
                  <a:lnTo>
                    <a:pt x="6733930" y="1887653"/>
                  </a:lnTo>
                  <a:lnTo>
                    <a:pt x="6727168" y="1887931"/>
                  </a:lnTo>
                  <a:lnTo>
                    <a:pt x="6726343" y="1887962"/>
                  </a:lnTo>
                  <a:lnTo>
                    <a:pt x="5254955" y="1887962"/>
                  </a:lnTo>
                  <a:lnTo>
                    <a:pt x="5253730" y="1887987"/>
                  </a:lnTo>
                  <a:lnTo>
                    <a:pt x="5245690" y="1888168"/>
                  </a:lnTo>
                  <a:lnTo>
                    <a:pt x="5225470" y="1888668"/>
                  </a:lnTo>
                  <a:lnTo>
                    <a:pt x="5189432" y="1889652"/>
                  </a:lnTo>
                  <a:lnTo>
                    <a:pt x="5135948" y="1891270"/>
                  </a:lnTo>
                  <a:lnTo>
                    <a:pt x="5065515" y="1893644"/>
                  </a:lnTo>
                  <a:lnTo>
                    <a:pt x="4980543" y="1896853"/>
                  </a:lnTo>
                  <a:lnTo>
                    <a:pt x="4884793" y="1900933"/>
                  </a:lnTo>
                  <a:lnTo>
                    <a:pt x="4782634" y="1905887"/>
                  </a:lnTo>
                  <a:lnTo>
                    <a:pt x="4678314" y="1911699"/>
                  </a:lnTo>
                  <a:lnTo>
                    <a:pt x="4575438" y="1918350"/>
                  </a:lnTo>
                  <a:lnTo>
                    <a:pt x="4476698" y="1925835"/>
                  </a:lnTo>
                  <a:lnTo>
                    <a:pt x="4383835" y="1934173"/>
                  </a:lnTo>
                  <a:lnTo>
                    <a:pt x="4297751" y="1943414"/>
                  </a:lnTo>
                  <a:lnTo>
                    <a:pt x="4218683" y="1953639"/>
                  </a:lnTo>
                  <a:lnTo>
                    <a:pt x="4146392" y="1964962"/>
                  </a:lnTo>
                  <a:lnTo>
                    <a:pt x="4080330" y="1977526"/>
                  </a:lnTo>
                  <a:lnTo>
                    <a:pt x="4019763" y="1991497"/>
                  </a:lnTo>
                  <a:lnTo>
                    <a:pt x="3963867" y="2007056"/>
                  </a:lnTo>
                  <a:lnTo>
                    <a:pt x="3911798" y="2024379"/>
                  </a:lnTo>
                  <a:lnTo>
                    <a:pt x="3862747" y="2043605"/>
                  </a:lnTo>
                  <a:lnTo>
                    <a:pt x="3829811" y="2058233"/>
                  </a:lnTo>
                  <a:lnTo>
                    <a:pt x="3779169" y="2083502"/>
                  </a:lnTo>
                  <a:lnTo>
                    <a:pt x="3730090" y="2111269"/>
                  </a:lnTo>
                  <a:lnTo>
                    <a:pt x="3682001" y="2141574"/>
                  </a:lnTo>
                  <a:lnTo>
                    <a:pt x="3634479" y="2174376"/>
                  </a:lnTo>
                  <a:lnTo>
                    <a:pt x="3587222" y="2209545"/>
                  </a:lnTo>
                  <a:lnTo>
                    <a:pt x="3540031" y="2246855"/>
                  </a:lnTo>
                  <a:lnTo>
                    <a:pt x="3492791" y="2285987"/>
                  </a:lnTo>
                  <a:lnTo>
                    <a:pt x="3445458" y="2326532"/>
                  </a:lnTo>
                  <a:lnTo>
                    <a:pt x="3398040" y="2368010"/>
                  </a:lnTo>
                  <a:lnTo>
                    <a:pt x="3350580" y="2409894"/>
                  </a:lnTo>
                  <a:lnTo>
                    <a:pt x="3303136" y="2451630"/>
                  </a:lnTo>
                  <a:lnTo>
                    <a:pt x="3255760" y="2492677"/>
                  </a:lnTo>
                  <a:lnTo>
                    <a:pt x="3208478" y="2532527"/>
                  </a:lnTo>
                  <a:lnTo>
                    <a:pt x="3161273" y="2570738"/>
                  </a:lnTo>
                  <a:lnTo>
                    <a:pt x="3114066" y="2606947"/>
                  </a:lnTo>
                  <a:lnTo>
                    <a:pt x="3066699" y="2640882"/>
                  </a:lnTo>
                  <a:lnTo>
                    <a:pt x="3018922" y="2672369"/>
                  </a:lnTo>
                  <a:lnTo>
                    <a:pt x="2970369" y="2701327"/>
                  </a:lnTo>
                  <a:lnTo>
                    <a:pt x="2920543" y="2727760"/>
                  </a:lnTo>
                  <a:lnTo>
                    <a:pt x="2896531" y="2739316"/>
                  </a:lnTo>
                  <a:lnTo>
                    <a:pt x="2849154" y="2759916"/>
                  </a:lnTo>
                  <a:lnTo>
                    <a:pt x="2799279" y="2778561"/>
                  </a:lnTo>
                  <a:lnTo>
                    <a:pt x="2746150" y="2795337"/>
                  </a:lnTo>
                  <a:lnTo>
                    <a:pt x="2688941" y="2810401"/>
                  </a:lnTo>
                  <a:lnTo>
                    <a:pt x="2626810" y="2823932"/>
                  </a:lnTo>
                  <a:lnTo>
                    <a:pt x="2558950" y="2836106"/>
                  </a:lnTo>
                  <a:lnTo>
                    <a:pt x="2484673" y="2847086"/>
                  </a:lnTo>
                  <a:lnTo>
                    <a:pt x="2403507" y="2857005"/>
                  </a:lnTo>
                  <a:lnTo>
                    <a:pt x="2315338" y="2865969"/>
                  </a:lnTo>
                  <a:lnTo>
                    <a:pt x="2220583" y="2874047"/>
                  </a:lnTo>
                  <a:lnTo>
                    <a:pt x="2120377" y="2881282"/>
                  </a:lnTo>
                  <a:lnTo>
                    <a:pt x="2016741" y="2887682"/>
                  </a:lnTo>
                  <a:lnTo>
                    <a:pt x="1912654" y="2893239"/>
                  </a:lnTo>
                  <a:lnTo>
                    <a:pt x="1811954" y="2897932"/>
                  </a:lnTo>
                  <a:lnTo>
                    <a:pt x="1718991" y="2901750"/>
                  </a:lnTo>
                  <a:lnTo>
                    <a:pt x="1638033" y="2904702"/>
                  </a:lnTo>
                  <a:lnTo>
                    <a:pt x="1572509" y="2906839"/>
                  </a:lnTo>
                  <a:lnTo>
                    <a:pt x="1524302" y="2908252"/>
                  </a:lnTo>
                  <a:lnTo>
                    <a:pt x="1493276" y="2909074"/>
                  </a:lnTo>
                  <a:lnTo>
                    <a:pt x="1477174" y="2909461"/>
                  </a:lnTo>
                  <a:lnTo>
                    <a:pt x="1471814" y="2909578"/>
                  </a:lnTo>
                  <a:lnTo>
                    <a:pt x="1471387" y="2909587"/>
                  </a:lnTo>
                  <a:lnTo>
                    <a:pt x="0" y="2909587"/>
                  </a:lnTo>
                  <a:close/>
                </a:path>
              </a:pathLst>
            </a:custGeom>
            <a:solidFill>
              <a:srgbClr val="E78AC3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458" name="pl1458"/>
            <p:cNvSpPr/>
            <p:nvPr/>
          </p:nvSpPr>
          <p:spPr>
            <a:xfrm>
              <a:off x="4799595" y="6173028"/>
              <a:ext cx="11981298" cy="2909587"/>
            </a:xfrm>
            <a:custGeom>
              <a:avLst/>
              <a:pathLst>
                <a:path w="11981298" h="2909587">
                  <a:moveTo>
                    <a:pt x="0" y="2909587"/>
                  </a:moveTo>
                  <a:lnTo>
                    <a:pt x="1471387" y="2909587"/>
                  </a:lnTo>
                  <a:lnTo>
                    <a:pt x="1472612" y="2909562"/>
                  </a:lnTo>
                  <a:lnTo>
                    <a:pt x="1480652" y="2909381"/>
                  </a:lnTo>
                  <a:lnTo>
                    <a:pt x="1500872" y="2908881"/>
                  </a:lnTo>
                  <a:lnTo>
                    <a:pt x="1536910" y="2907897"/>
                  </a:lnTo>
                  <a:lnTo>
                    <a:pt x="1590395" y="2906279"/>
                  </a:lnTo>
                  <a:lnTo>
                    <a:pt x="1660827" y="2903905"/>
                  </a:lnTo>
                  <a:lnTo>
                    <a:pt x="1745800" y="2900697"/>
                  </a:lnTo>
                  <a:lnTo>
                    <a:pt x="1841549" y="2896616"/>
                  </a:lnTo>
                  <a:lnTo>
                    <a:pt x="1943708" y="2891662"/>
                  </a:lnTo>
                  <a:lnTo>
                    <a:pt x="2048028" y="2885850"/>
                  </a:lnTo>
                  <a:lnTo>
                    <a:pt x="2150904" y="2879199"/>
                  </a:lnTo>
                  <a:lnTo>
                    <a:pt x="2249644" y="2871714"/>
                  </a:lnTo>
                  <a:lnTo>
                    <a:pt x="2342507" y="2863376"/>
                  </a:lnTo>
                  <a:lnTo>
                    <a:pt x="2428591" y="2854135"/>
                  </a:lnTo>
                  <a:lnTo>
                    <a:pt x="2507660" y="2843910"/>
                  </a:lnTo>
                  <a:lnTo>
                    <a:pt x="2579950" y="2832587"/>
                  </a:lnTo>
                  <a:lnTo>
                    <a:pt x="2646012" y="2820023"/>
                  </a:lnTo>
                  <a:lnTo>
                    <a:pt x="2706580" y="2806052"/>
                  </a:lnTo>
                  <a:lnTo>
                    <a:pt x="2762476" y="2790493"/>
                  </a:lnTo>
                  <a:lnTo>
                    <a:pt x="2814544" y="2773170"/>
                  </a:lnTo>
                  <a:lnTo>
                    <a:pt x="2863596" y="2753944"/>
                  </a:lnTo>
                  <a:lnTo>
                    <a:pt x="2896531" y="2739316"/>
                  </a:lnTo>
                  <a:lnTo>
                    <a:pt x="2947173" y="2714047"/>
                  </a:lnTo>
                  <a:lnTo>
                    <a:pt x="2996252" y="2686280"/>
                  </a:lnTo>
                  <a:lnTo>
                    <a:pt x="3044341" y="2655975"/>
                  </a:lnTo>
                  <a:lnTo>
                    <a:pt x="3091863" y="2623173"/>
                  </a:lnTo>
                  <a:lnTo>
                    <a:pt x="3139120" y="2588004"/>
                  </a:lnTo>
                  <a:lnTo>
                    <a:pt x="3186312" y="2550694"/>
                  </a:lnTo>
                  <a:lnTo>
                    <a:pt x="3233552" y="2511562"/>
                  </a:lnTo>
                  <a:lnTo>
                    <a:pt x="3280885" y="2471017"/>
                  </a:lnTo>
                  <a:lnTo>
                    <a:pt x="3328302" y="2429539"/>
                  </a:lnTo>
                  <a:lnTo>
                    <a:pt x="3375762" y="2387655"/>
                  </a:lnTo>
                  <a:lnTo>
                    <a:pt x="3423206" y="2345919"/>
                  </a:lnTo>
                  <a:lnTo>
                    <a:pt x="3470582" y="2304872"/>
                  </a:lnTo>
                  <a:lnTo>
                    <a:pt x="3517864" y="2265022"/>
                  </a:lnTo>
                  <a:lnTo>
                    <a:pt x="3565069" y="2226811"/>
                  </a:lnTo>
                  <a:lnTo>
                    <a:pt x="3612276" y="2190602"/>
                  </a:lnTo>
                  <a:lnTo>
                    <a:pt x="3659643" y="2156667"/>
                  </a:lnTo>
                  <a:lnTo>
                    <a:pt x="3707421" y="2125180"/>
                  </a:lnTo>
                  <a:lnTo>
                    <a:pt x="3755973" y="2096222"/>
                  </a:lnTo>
                  <a:lnTo>
                    <a:pt x="3805799" y="2069789"/>
                  </a:lnTo>
                  <a:lnTo>
                    <a:pt x="3829811" y="2058233"/>
                  </a:lnTo>
                  <a:lnTo>
                    <a:pt x="3877188" y="2037633"/>
                  </a:lnTo>
                  <a:lnTo>
                    <a:pt x="3927063" y="2018989"/>
                  </a:lnTo>
                  <a:lnTo>
                    <a:pt x="3980192" y="2002212"/>
                  </a:lnTo>
                  <a:lnTo>
                    <a:pt x="4037401" y="1987148"/>
                  </a:lnTo>
                  <a:lnTo>
                    <a:pt x="4099532" y="1973618"/>
                  </a:lnTo>
                  <a:lnTo>
                    <a:pt x="4167392" y="1961443"/>
                  </a:lnTo>
                  <a:lnTo>
                    <a:pt x="4241669" y="1950463"/>
                  </a:lnTo>
                  <a:lnTo>
                    <a:pt x="4322835" y="1940544"/>
                  </a:lnTo>
                  <a:lnTo>
                    <a:pt x="4411004" y="1931580"/>
                  </a:lnTo>
                  <a:lnTo>
                    <a:pt x="4505759" y="1923502"/>
                  </a:lnTo>
                  <a:lnTo>
                    <a:pt x="4605965" y="1916267"/>
                  </a:lnTo>
                  <a:lnTo>
                    <a:pt x="4709601" y="1909867"/>
                  </a:lnTo>
                  <a:lnTo>
                    <a:pt x="4813688" y="1904310"/>
                  </a:lnTo>
                  <a:lnTo>
                    <a:pt x="4914388" y="1899617"/>
                  </a:lnTo>
                  <a:lnTo>
                    <a:pt x="5007351" y="1895799"/>
                  </a:lnTo>
                  <a:lnTo>
                    <a:pt x="5088309" y="1892847"/>
                  </a:lnTo>
                  <a:lnTo>
                    <a:pt x="5153833" y="1890710"/>
                  </a:lnTo>
                  <a:lnTo>
                    <a:pt x="5202040" y="1889297"/>
                  </a:lnTo>
                  <a:lnTo>
                    <a:pt x="5233067" y="1888475"/>
                  </a:lnTo>
                  <a:lnTo>
                    <a:pt x="5249168" y="1888088"/>
                  </a:lnTo>
                  <a:lnTo>
                    <a:pt x="5254528" y="1887971"/>
                  </a:lnTo>
                  <a:lnTo>
                    <a:pt x="5254955" y="1887962"/>
                  </a:lnTo>
                  <a:lnTo>
                    <a:pt x="6726343" y="1887962"/>
                  </a:lnTo>
                  <a:lnTo>
                    <a:pt x="6727538" y="1887916"/>
                  </a:lnTo>
                  <a:lnTo>
                    <a:pt x="6735386" y="1887591"/>
                  </a:lnTo>
                  <a:lnTo>
                    <a:pt x="6755142" y="1886690"/>
                  </a:lnTo>
                  <a:lnTo>
                    <a:pt x="6790389" y="1884917"/>
                  </a:lnTo>
                  <a:lnTo>
                    <a:pt x="6842776" y="1882000"/>
                  </a:lnTo>
                  <a:lnTo>
                    <a:pt x="6911895" y="1877717"/>
                  </a:lnTo>
                  <a:lnTo>
                    <a:pt x="6995469" y="1871922"/>
                  </a:lnTo>
                  <a:lnTo>
                    <a:pt x="7089882" y="1864545"/>
                  </a:lnTo>
                  <a:lnTo>
                    <a:pt x="7190888" y="1855578"/>
                  </a:lnTo>
                  <a:lnTo>
                    <a:pt x="7294314" y="1845050"/>
                  </a:lnTo>
                  <a:lnTo>
                    <a:pt x="7396581" y="1832995"/>
                  </a:lnTo>
                  <a:lnTo>
                    <a:pt x="7494983" y="1819424"/>
                  </a:lnTo>
                  <a:lnTo>
                    <a:pt x="7587734" y="1804309"/>
                  </a:lnTo>
                  <a:lnTo>
                    <a:pt x="7673879" y="1787566"/>
                  </a:lnTo>
                  <a:lnTo>
                    <a:pt x="7753124" y="1769055"/>
                  </a:lnTo>
                  <a:lnTo>
                    <a:pt x="7825655" y="1748578"/>
                  </a:lnTo>
                  <a:lnTo>
                    <a:pt x="7891974" y="1725883"/>
                  </a:lnTo>
                  <a:lnTo>
                    <a:pt x="7952781" y="1700675"/>
                  </a:lnTo>
                  <a:lnTo>
                    <a:pt x="8008870" y="1672631"/>
                  </a:lnTo>
                  <a:lnTo>
                    <a:pt x="8061065" y="1641430"/>
                  </a:lnTo>
                  <a:lnTo>
                    <a:pt x="8110164" y="1606804"/>
                  </a:lnTo>
                  <a:lnTo>
                    <a:pt x="8151487" y="1573302"/>
                  </a:lnTo>
                  <a:lnTo>
                    <a:pt x="8195083" y="1533480"/>
                  </a:lnTo>
                  <a:lnTo>
                    <a:pt x="8237460" y="1490268"/>
                  </a:lnTo>
                  <a:lnTo>
                    <a:pt x="8279002" y="1443600"/>
                  </a:lnTo>
                  <a:lnTo>
                    <a:pt x="8320008" y="1393489"/>
                  </a:lnTo>
                  <a:lnTo>
                    <a:pt x="8360704" y="1340034"/>
                  </a:lnTo>
                  <a:lnTo>
                    <a:pt x="8401258" y="1283427"/>
                  </a:lnTo>
                  <a:lnTo>
                    <a:pt x="8441780" y="1223958"/>
                  </a:lnTo>
                  <a:lnTo>
                    <a:pt x="8482341" y="1162010"/>
                  </a:lnTo>
                  <a:lnTo>
                    <a:pt x="8522969" y="1098055"/>
                  </a:lnTo>
                  <a:lnTo>
                    <a:pt x="8563665" y="1032641"/>
                  </a:lnTo>
                  <a:lnTo>
                    <a:pt x="8604407" y="966370"/>
                  </a:lnTo>
                  <a:lnTo>
                    <a:pt x="8645162" y="899882"/>
                  </a:lnTo>
                  <a:lnTo>
                    <a:pt x="8685892" y="833822"/>
                  </a:lnTo>
                  <a:lnTo>
                    <a:pt x="8726568" y="768821"/>
                  </a:lnTo>
                  <a:lnTo>
                    <a:pt x="8767172" y="705465"/>
                  </a:lnTo>
                  <a:lnTo>
                    <a:pt x="8807715" y="644279"/>
                  </a:lnTo>
                  <a:lnTo>
                    <a:pt x="8848238" y="585707"/>
                  </a:lnTo>
                  <a:lnTo>
                    <a:pt x="8888824" y="530104"/>
                  </a:lnTo>
                  <a:lnTo>
                    <a:pt x="8929600" y="477725"/>
                  </a:lnTo>
                  <a:lnTo>
                    <a:pt x="8970753" y="428732"/>
                  </a:lnTo>
                  <a:lnTo>
                    <a:pt x="9012531" y="383196"/>
                  </a:lnTo>
                  <a:lnTo>
                    <a:pt x="9055259" y="341102"/>
                  </a:lnTo>
                  <a:lnTo>
                    <a:pt x="9084767" y="314660"/>
                  </a:lnTo>
                  <a:lnTo>
                    <a:pt x="9131740" y="276893"/>
                  </a:lnTo>
                  <a:lnTo>
                    <a:pt x="9181165" y="242681"/>
                  </a:lnTo>
                  <a:lnTo>
                    <a:pt x="9233776" y="211867"/>
                  </a:lnTo>
                  <a:lnTo>
                    <a:pt x="9290378" y="184174"/>
                  </a:lnTo>
                  <a:lnTo>
                    <a:pt x="9351794" y="159279"/>
                  </a:lnTo>
                  <a:lnTo>
                    <a:pt x="9418812" y="136860"/>
                  </a:lnTo>
                  <a:lnTo>
                    <a:pt x="9492112" y="116627"/>
                  </a:lnTo>
                  <a:lnTo>
                    <a:pt x="9572169" y="98334"/>
                  </a:lnTo>
                  <a:lnTo>
                    <a:pt x="9659119" y="81789"/>
                  </a:lnTo>
                  <a:lnTo>
                    <a:pt x="9752601" y="66859"/>
                  </a:lnTo>
                  <a:lnTo>
                    <a:pt x="9851568" y="53468"/>
                  </a:lnTo>
                  <a:lnTo>
                    <a:pt x="9954131" y="41591"/>
                  </a:lnTo>
                  <a:lnTo>
                    <a:pt x="10057473" y="31245"/>
                  </a:lnTo>
                  <a:lnTo>
                    <a:pt x="10157926" y="22465"/>
                  </a:lnTo>
                  <a:lnTo>
                    <a:pt x="10251276" y="15275"/>
                  </a:lnTo>
                  <a:lnTo>
                    <a:pt x="10333315" y="9663"/>
                  </a:lnTo>
                  <a:lnTo>
                    <a:pt x="10400547" y="5551"/>
                  </a:lnTo>
                  <a:lnTo>
                    <a:pt x="10450897" y="2781"/>
                  </a:lnTo>
                  <a:lnTo>
                    <a:pt x="10484192" y="1126"/>
                  </a:lnTo>
                  <a:lnTo>
                    <a:pt x="10502323" y="309"/>
                  </a:lnTo>
                  <a:lnTo>
                    <a:pt x="10509085" y="31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59" name="pl1459"/>
            <p:cNvSpPr/>
            <p:nvPr/>
          </p:nvSpPr>
          <p:spPr>
            <a:xfrm>
              <a:off x="4799595" y="6164855"/>
              <a:ext cx="11981298" cy="2909587"/>
            </a:xfrm>
            <a:custGeom>
              <a:avLst/>
              <a:pathLst>
                <a:path w="11981298" h="2909587">
                  <a:moveTo>
                    <a:pt x="11981298" y="0"/>
                  </a:moveTo>
                  <a:lnTo>
                    <a:pt x="10509911" y="0"/>
                  </a:lnTo>
                  <a:lnTo>
                    <a:pt x="10508715" y="45"/>
                  </a:lnTo>
                  <a:lnTo>
                    <a:pt x="10500867" y="371"/>
                  </a:lnTo>
                  <a:lnTo>
                    <a:pt x="10481111" y="1272"/>
                  </a:lnTo>
                  <a:lnTo>
                    <a:pt x="10445865" y="3044"/>
                  </a:lnTo>
                  <a:lnTo>
                    <a:pt x="10393477" y="5962"/>
                  </a:lnTo>
                  <a:lnTo>
                    <a:pt x="10324358" y="10245"/>
                  </a:lnTo>
                  <a:lnTo>
                    <a:pt x="10240784" y="16040"/>
                  </a:lnTo>
                  <a:lnTo>
                    <a:pt x="10146371" y="23417"/>
                  </a:lnTo>
                  <a:lnTo>
                    <a:pt x="10045365" y="32384"/>
                  </a:lnTo>
                  <a:lnTo>
                    <a:pt x="9941939" y="42912"/>
                  </a:lnTo>
                  <a:lnTo>
                    <a:pt x="9839672" y="54967"/>
                  </a:lnTo>
                  <a:lnTo>
                    <a:pt x="9741271" y="68538"/>
                  </a:lnTo>
                  <a:lnTo>
                    <a:pt x="9648519" y="83653"/>
                  </a:lnTo>
                  <a:lnTo>
                    <a:pt x="9562374" y="100396"/>
                  </a:lnTo>
                  <a:lnTo>
                    <a:pt x="9483129" y="118906"/>
                  </a:lnTo>
                  <a:lnTo>
                    <a:pt x="9410599" y="139383"/>
                  </a:lnTo>
                  <a:lnTo>
                    <a:pt x="9344279" y="162078"/>
                  </a:lnTo>
                  <a:lnTo>
                    <a:pt x="9283472" y="187286"/>
                  </a:lnTo>
                  <a:lnTo>
                    <a:pt x="9227383" y="215331"/>
                  </a:lnTo>
                  <a:lnTo>
                    <a:pt x="9175189" y="246532"/>
                  </a:lnTo>
                  <a:lnTo>
                    <a:pt x="9126089" y="281158"/>
                  </a:lnTo>
                  <a:lnTo>
                    <a:pt x="9084767" y="314660"/>
                  </a:lnTo>
                  <a:lnTo>
                    <a:pt x="9041170" y="354481"/>
                  </a:lnTo>
                  <a:lnTo>
                    <a:pt x="8998793" y="397694"/>
                  </a:lnTo>
                  <a:lnTo>
                    <a:pt x="8957251" y="444362"/>
                  </a:lnTo>
                  <a:lnTo>
                    <a:pt x="8916246" y="494473"/>
                  </a:lnTo>
                  <a:lnTo>
                    <a:pt x="8875549" y="547928"/>
                  </a:lnTo>
                  <a:lnTo>
                    <a:pt x="8834996" y="604534"/>
                  </a:lnTo>
                  <a:lnTo>
                    <a:pt x="8794473" y="664004"/>
                  </a:lnTo>
                  <a:lnTo>
                    <a:pt x="8753912" y="725952"/>
                  </a:lnTo>
                  <a:lnTo>
                    <a:pt x="8713284" y="789906"/>
                  </a:lnTo>
                  <a:lnTo>
                    <a:pt x="8672589" y="855321"/>
                  </a:lnTo>
                  <a:lnTo>
                    <a:pt x="8631846" y="921591"/>
                  </a:lnTo>
                  <a:lnTo>
                    <a:pt x="8591091" y="988080"/>
                  </a:lnTo>
                  <a:lnTo>
                    <a:pt x="8550361" y="1054139"/>
                  </a:lnTo>
                  <a:lnTo>
                    <a:pt x="8509686" y="1119141"/>
                  </a:lnTo>
                  <a:lnTo>
                    <a:pt x="8469081" y="1182497"/>
                  </a:lnTo>
                  <a:lnTo>
                    <a:pt x="8428538" y="1243683"/>
                  </a:lnTo>
                  <a:lnTo>
                    <a:pt x="8388015" y="1302254"/>
                  </a:lnTo>
                  <a:lnTo>
                    <a:pt x="8347429" y="1357858"/>
                  </a:lnTo>
                  <a:lnTo>
                    <a:pt x="8306653" y="1410237"/>
                  </a:lnTo>
                  <a:lnTo>
                    <a:pt x="8265500" y="1459229"/>
                  </a:lnTo>
                  <a:lnTo>
                    <a:pt x="8223722" y="1504766"/>
                  </a:lnTo>
                  <a:lnTo>
                    <a:pt x="8180994" y="1546860"/>
                  </a:lnTo>
                  <a:lnTo>
                    <a:pt x="8151487" y="1573302"/>
                  </a:lnTo>
                  <a:lnTo>
                    <a:pt x="8104513" y="1611069"/>
                  </a:lnTo>
                  <a:lnTo>
                    <a:pt x="8055089" y="1645281"/>
                  </a:lnTo>
                  <a:lnTo>
                    <a:pt x="8002478" y="1676094"/>
                  </a:lnTo>
                  <a:lnTo>
                    <a:pt x="7945876" y="1703787"/>
                  </a:lnTo>
                  <a:lnTo>
                    <a:pt x="7884459" y="1728683"/>
                  </a:lnTo>
                  <a:lnTo>
                    <a:pt x="7817441" y="1751102"/>
                  </a:lnTo>
                  <a:lnTo>
                    <a:pt x="7744141" y="1771335"/>
                  </a:lnTo>
                  <a:lnTo>
                    <a:pt x="7664084" y="1789628"/>
                  </a:lnTo>
                  <a:lnTo>
                    <a:pt x="7577134" y="1806173"/>
                  </a:lnTo>
                  <a:lnTo>
                    <a:pt x="7483652" y="1821103"/>
                  </a:lnTo>
                  <a:lnTo>
                    <a:pt x="7384685" y="1834494"/>
                  </a:lnTo>
                  <a:lnTo>
                    <a:pt x="7282122" y="1846371"/>
                  </a:lnTo>
                  <a:lnTo>
                    <a:pt x="7178781" y="1856716"/>
                  </a:lnTo>
                  <a:lnTo>
                    <a:pt x="7078328" y="1865497"/>
                  </a:lnTo>
                  <a:lnTo>
                    <a:pt x="6984977" y="1872686"/>
                  </a:lnTo>
                  <a:lnTo>
                    <a:pt x="6902938" y="1878298"/>
                  </a:lnTo>
                  <a:lnTo>
                    <a:pt x="6835706" y="1882411"/>
                  </a:lnTo>
                  <a:lnTo>
                    <a:pt x="6785357" y="1885181"/>
                  </a:lnTo>
                  <a:lnTo>
                    <a:pt x="6752061" y="1886836"/>
                  </a:lnTo>
                  <a:lnTo>
                    <a:pt x="6733930" y="1887653"/>
                  </a:lnTo>
                  <a:lnTo>
                    <a:pt x="6727168" y="1887931"/>
                  </a:lnTo>
                  <a:lnTo>
                    <a:pt x="6726343" y="1887962"/>
                  </a:lnTo>
                  <a:lnTo>
                    <a:pt x="5254955" y="1887962"/>
                  </a:lnTo>
                  <a:lnTo>
                    <a:pt x="5253730" y="1887987"/>
                  </a:lnTo>
                  <a:lnTo>
                    <a:pt x="5245690" y="1888168"/>
                  </a:lnTo>
                  <a:lnTo>
                    <a:pt x="5225470" y="1888668"/>
                  </a:lnTo>
                  <a:lnTo>
                    <a:pt x="5189432" y="1889652"/>
                  </a:lnTo>
                  <a:lnTo>
                    <a:pt x="5135948" y="1891270"/>
                  </a:lnTo>
                  <a:lnTo>
                    <a:pt x="5065515" y="1893644"/>
                  </a:lnTo>
                  <a:lnTo>
                    <a:pt x="4980543" y="1896853"/>
                  </a:lnTo>
                  <a:lnTo>
                    <a:pt x="4884793" y="1900933"/>
                  </a:lnTo>
                  <a:lnTo>
                    <a:pt x="4782634" y="1905887"/>
                  </a:lnTo>
                  <a:lnTo>
                    <a:pt x="4678314" y="1911699"/>
                  </a:lnTo>
                  <a:lnTo>
                    <a:pt x="4575438" y="1918350"/>
                  </a:lnTo>
                  <a:lnTo>
                    <a:pt x="4476698" y="1925835"/>
                  </a:lnTo>
                  <a:lnTo>
                    <a:pt x="4383835" y="1934173"/>
                  </a:lnTo>
                  <a:lnTo>
                    <a:pt x="4297751" y="1943414"/>
                  </a:lnTo>
                  <a:lnTo>
                    <a:pt x="4218683" y="1953639"/>
                  </a:lnTo>
                  <a:lnTo>
                    <a:pt x="4146392" y="1964962"/>
                  </a:lnTo>
                  <a:lnTo>
                    <a:pt x="4080330" y="1977526"/>
                  </a:lnTo>
                  <a:lnTo>
                    <a:pt x="4019763" y="1991497"/>
                  </a:lnTo>
                  <a:lnTo>
                    <a:pt x="3963867" y="2007056"/>
                  </a:lnTo>
                  <a:lnTo>
                    <a:pt x="3911798" y="2024379"/>
                  </a:lnTo>
                  <a:lnTo>
                    <a:pt x="3862747" y="2043605"/>
                  </a:lnTo>
                  <a:lnTo>
                    <a:pt x="3829811" y="2058233"/>
                  </a:lnTo>
                  <a:lnTo>
                    <a:pt x="3779169" y="2083502"/>
                  </a:lnTo>
                  <a:lnTo>
                    <a:pt x="3730090" y="2111269"/>
                  </a:lnTo>
                  <a:lnTo>
                    <a:pt x="3682001" y="2141574"/>
                  </a:lnTo>
                  <a:lnTo>
                    <a:pt x="3634479" y="2174376"/>
                  </a:lnTo>
                  <a:lnTo>
                    <a:pt x="3587222" y="2209545"/>
                  </a:lnTo>
                  <a:lnTo>
                    <a:pt x="3540031" y="2246855"/>
                  </a:lnTo>
                  <a:lnTo>
                    <a:pt x="3492791" y="2285987"/>
                  </a:lnTo>
                  <a:lnTo>
                    <a:pt x="3445458" y="2326532"/>
                  </a:lnTo>
                  <a:lnTo>
                    <a:pt x="3398040" y="2368010"/>
                  </a:lnTo>
                  <a:lnTo>
                    <a:pt x="3350580" y="2409894"/>
                  </a:lnTo>
                  <a:lnTo>
                    <a:pt x="3303136" y="2451630"/>
                  </a:lnTo>
                  <a:lnTo>
                    <a:pt x="3255760" y="2492677"/>
                  </a:lnTo>
                  <a:lnTo>
                    <a:pt x="3208478" y="2532527"/>
                  </a:lnTo>
                  <a:lnTo>
                    <a:pt x="3161273" y="2570738"/>
                  </a:lnTo>
                  <a:lnTo>
                    <a:pt x="3114066" y="2606947"/>
                  </a:lnTo>
                  <a:lnTo>
                    <a:pt x="3066699" y="2640882"/>
                  </a:lnTo>
                  <a:lnTo>
                    <a:pt x="3018922" y="2672369"/>
                  </a:lnTo>
                  <a:lnTo>
                    <a:pt x="2970369" y="2701327"/>
                  </a:lnTo>
                  <a:lnTo>
                    <a:pt x="2920543" y="2727760"/>
                  </a:lnTo>
                  <a:lnTo>
                    <a:pt x="2896531" y="2739316"/>
                  </a:lnTo>
                  <a:lnTo>
                    <a:pt x="2849154" y="2759916"/>
                  </a:lnTo>
                  <a:lnTo>
                    <a:pt x="2799279" y="2778561"/>
                  </a:lnTo>
                  <a:lnTo>
                    <a:pt x="2746150" y="2795337"/>
                  </a:lnTo>
                  <a:lnTo>
                    <a:pt x="2688941" y="2810401"/>
                  </a:lnTo>
                  <a:lnTo>
                    <a:pt x="2626810" y="2823932"/>
                  </a:lnTo>
                  <a:lnTo>
                    <a:pt x="2558950" y="2836106"/>
                  </a:lnTo>
                  <a:lnTo>
                    <a:pt x="2484673" y="2847086"/>
                  </a:lnTo>
                  <a:lnTo>
                    <a:pt x="2403507" y="2857005"/>
                  </a:lnTo>
                  <a:lnTo>
                    <a:pt x="2315338" y="2865969"/>
                  </a:lnTo>
                  <a:lnTo>
                    <a:pt x="2220583" y="2874047"/>
                  </a:lnTo>
                  <a:lnTo>
                    <a:pt x="2120377" y="2881282"/>
                  </a:lnTo>
                  <a:lnTo>
                    <a:pt x="2016741" y="2887682"/>
                  </a:lnTo>
                  <a:lnTo>
                    <a:pt x="1912654" y="2893239"/>
                  </a:lnTo>
                  <a:lnTo>
                    <a:pt x="1811954" y="2897932"/>
                  </a:lnTo>
                  <a:lnTo>
                    <a:pt x="1718991" y="2901750"/>
                  </a:lnTo>
                  <a:lnTo>
                    <a:pt x="1638033" y="2904702"/>
                  </a:lnTo>
                  <a:lnTo>
                    <a:pt x="1572509" y="2906839"/>
                  </a:lnTo>
                  <a:lnTo>
                    <a:pt x="1524302" y="2908252"/>
                  </a:lnTo>
                  <a:lnTo>
                    <a:pt x="1493276" y="2909074"/>
                  </a:lnTo>
                  <a:lnTo>
                    <a:pt x="1477174" y="2909461"/>
                  </a:lnTo>
                  <a:lnTo>
                    <a:pt x="1471814" y="2909578"/>
                  </a:lnTo>
                  <a:lnTo>
                    <a:pt x="1471387" y="2909587"/>
                  </a:lnTo>
                  <a:lnTo>
                    <a:pt x="0" y="290958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60" name="pg1460"/>
            <p:cNvSpPr/>
            <p:nvPr/>
          </p:nvSpPr>
          <p:spPr>
            <a:xfrm>
              <a:off x="4799595" y="2699503"/>
              <a:ext cx="11981298" cy="7085989"/>
            </a:xfrm>
            <a:custGeom>
              <a:avLst/>
              <a:pathLst>
                <a:path w="11981298" h="7085989">
                  <a:moveTo>
                    <a:pt x="0" y="6440322"/>
                  </a:moveTo>
                  <a:lnTo>
                    <a:pt x="1471387" y="6440322"/>
                  </a:lnTo>
                  <a:lnTo>
                    <a:pt x="1472620" y="6440338"/>
                  </a:lnTo>
                  <a:lnTo>
                    <a:pt x="1480709" y="6440453"/>
                  </a:lnTo>
                  <a:lnTo>
                    <a:pt x="1501049" y="6440771"/>
                  </a:lnTo>
                  <a:lnTo>
                    <a:pt x="1537290" y="6441397"/>
                  </a:lnTo>
                  <a:lnTo>
                    <a:pt x="1591056" y="6442426"/>
                  </a:lnTo>
                  <a:lnTo>
                    <a:pt x="1661826" y="6443935"/>
                  </a:lnTo>
                  <a:lnTo>
                    <a:pt x="1747155" y="6445975"/>
                  </a:lnTo>
                  <a:lnTo>
                    <a:pt x="1843244" y="6448568"/>
                  </a:lnTo>
                  <a:lnTo>
                    <a:pt x="1945695" y="6451716"/>
                  </a:lnTo>
                  <a:lnTo>
                    <a:pt x="2050240" y="6455408"/>
                  </a:lnTo>
                  <a:lnTo>
                    <a:pt x="2153267" y="6459632"/>
                  </a:lnTo>
                  <a:lnTo>
                    <a:pt x="2252090" y="6464385"/>
                  </a:lnTo>
                  <a:lnTo>
                    <a:pt x="2344977" y="6469681"/>
                  </a:lnTo>
                  <a:lnTo>
                    <a:pt x="2431044" y="6475551"/>
                  </a:lnTo>
                  <a:lnTo>
                    <a:pt x="2510065" y="6482047"/>
                  </a:lnTo>
                  <a:lnTo>
                    <a:pt x="2582294" y="6489243"/>
                  </a:lnTo>
                  <a:lnTo>
                    <a:pt x="2648290" y="6497229"/>
                  </a:lnTo>
                  <a:lnTo>
                    <a:pt x="2708797" y="6506113"/>
                  </a:lnTo>
                  <a:lnTo>
                    <a:pt x="2764646" y="6516009"/>
                  </a:lnTo>
                  <a:lnTo>
                    <a:pt x="2816684" y="6527029"/>
                  </a:lnTo>
                  <a:lnTo>
                    <a:pt x="2865725" y="6539260"/>
                  </a:lnTo>
                  <a:lnTo>
                    <a:pt x="2896531" y="6547933"/>
                  </a:lnTo>
                  <a:lnTo>
                    <a:pt x="2950169" y="6564916"/>
                  </a:lnTo>
                  <a:lnTo>
                    <a:pt x="3002091" y="6583676"/>
                  </a:lnTo>
                  <a:lnTo>
                    <a:pt x="3052964" y="6604238"/>
                  </a:lnTo>
                  <a:lnTo>
                    <a:pt x="3103270" y="6626561"/>
                  </a:lnTo>
                  <a:lnTo>
                    <a:pt x="3153340" y="6650533"/>
                  </a:lnTo>
                  <a:lnTo>
                    <a:pt x="3203384" y="6675965"/>
                  </a:lnTo>
                  <a:lnTo>
                    <a:pt x="3253508" y="6702591"/>
                  </a:lnTo>
                  <a:lnTo>
                    <a:pt x="3303737" y="6730083"/>
                  </a:lnTo>
                  <a:lnTo>
                    <a:pt x="3354042" y="6758060"/>
                  </a:lnTo>
                  <a:lnTo>
                    <a:pt x="3404360" y="6786113"/>
                  </a:lnTo>
                  <a:lnTo>
                    <a:pt x="3454623" y="6813827"/>
                  </a:lnTo>
                  <a:lnTo>
                    <a:pt x="3504786" y="6840808"/>
                  </a:lnTo>
                  <a:lnTo>
                    <a:pt x="3554851" y="6866708"/>
                  </a:lnTo>
                  <a:lnTo>
                    <a:pt x="3604893" y="6891235"/>
                  </a:lnTo>
                  <a:lnTo>
                    <a:pt x="3655082" y="6914174"/>
                  </a:lnTo>
                  <a:lnTo>
                    <a:pt x="3705702" y="6935384"/>
                  </a:lnTo>
                  <a:lnTo>
                    <a:pt x="3757177" y="6954798"/>
                  </a:lnTo>
                  <a:lnTo>
                    <a:pt x="3810102" y="6972418"/>
                  </a:lnTo>
                  <a:lnTo>
                    <a:pt x="3829811" y="6978378"/>
                  </a:lnTo>
                  <a:lnTo>
                    <a:pt x="3877291" y="6991423"/>
                  </a:lnTo>
                  <a:lnTo>
                    <a:pt x="3927282" y="7003228"/>
                  </a:lnTo>
                  <a:lnTo>
                    <a:pt x="3980543" y="7013847"/>
                  </a:lnTo>
                  <a:lnTo>
                    <a:pt x="4037907" y="7023380"/>
                  </a:lnTo>
                  <a:lnTo>
                    <a:pt x="4100222" y="7031941"/>
                  </a:lnTo>
                  <a:lnTo>
                    <a:pt x="4168297" y="7039642"/>
                  </a:lnTo>
                  <a:lnTo>
                    <a:pt x="4242825" y="7046587"/>
                  </a:lnTo>
                  <a:lnTo>
                    <a:pt x="4324276" y="7052859"/>
                  </a:lnTo>
                  <a:lnTo>
                    <a:pt x="4412756" y="7058525"/>
                  </a:lnTo>
                  <a:lnTo>
                    <a:pt x="4507837" y="7063631"/>
                  </a:lnTo>
                  <a:lnTo>
                    <a:pt x="4608357" y="7068201"/>
                  </a:lnTo>
                  <a:lnTo>
                    <a:pt x="4712263" y="7072241"/>
                  </a:lnTo>
                  <a:lnTo>
                    <a:pt x="4816534" y="7075746"/>
                  </a:lnTo>
                  <a:lnTo>
                    <a:pt x="4917287" y="7078703"/>
                  </a:lnTo>
                  <a:lnTo>
                    <a:pt x="5010137" y="7081104"/>
                  </a:lnTo>
                  <a:lnTo>
                    <a:pt x="5090805" y="7082956"/>
                  </a:lnTo>
                  <a:lnTo>
                    <a:pt x="5155880" y="7084292"/>
                  </a:lnTo>
                  <a:lnTo>
                    <a:pt x="5203535" y="7085172"/>
                  </a:lnTo>
                  <a:lnTo>
                    <a:pt x="5233983" y="7085679"/>
                  </a:lnTo>
                  <a:lnTo>
                    <a:pt x="5249578" y="7085915"/>
                  </a:lnTo>
                  <a:lnTo>
                    <a:pt x="5254603" y="7085985"/>
                  </a:lnTo>
                  <a:lnTo>
                    <a:pt x="5254955" y="7085989"/>
                  </a:lnTo>
                  <a:lnTo>
                    <a:pt x="6726343" y="7085989"/>
                  </a:lnTo>
                  <a:lnTo>
                    <a:pt x="6727092" y="7085883"/>
                  </a:lnTo>
                  <a:lnTo>
                    <a:pt x="6732059" y="7085127"/>
                  </a:lnTo>
                  <a:lnTo>
                    <a:pt x="6744725" y="7083041"/>
                  </a:lnTo>
                  <a:lnTo>
                    <a:pt x="6767721" y="7078926"/>
                  </a:lnTo>
                  <a:lnTo>
                    <a:pt x="6802716" y="7072105"/>
                  </a:lnTo>
                  <a:lnTo>
                    <a:pt x="6850298" y="7061976"/>
                  </a:lnTo>
                  <a:lnTo>
                    <a:pt x="6909967" y="7048052"/>
                  </a:lnTo>
                  <a:lnTo>
                    <a:pt x="6980246" y="7030001"/>
                  </a:lnTo>
                  <a:lnTo>
                    <a:pt x="7058933" y="7007644"/>
                  </a:lnTo>
                  <a:lnTo>
                    <a:pt x="7143426" y="6980933"/>
                  </a:lnTo>
                  <a:lnTo>
                    <a:pt x="7231053" y="6949915"/>
                  </a:lnTo>
                  <a:lnTo>
                    <a:pt x="7319350" y="6914672"/>
                  </a:lnTo>
                  <a:lnTo>
                    <a:pt x="7406247" y="6875276"/>
                  </a:lnTo>
                  <a:lnTo>
                    <a:pt x="7490158" y="6831741"/>
                  </a:lnTo>
                  <a:lnTo>
                    <a:pt x="7569988" y="6783997"/>
                  </a:lnTo>
                  <a:lnTo>
                    <a:pt x="7645090" y="6731869"/>
                  </a:lnTo>
                  <a:lnTo>
                    <a:pt x="7715183" y="6675065"/>
                  </a:lnTo>
                  <a:lnTo>
                    <a:pt x="7780275" y="6613179"/>
                  </a:lnTo>
                  <a:lnTo>
                    <a:pt x="7840583" y="6545691"/>
                  </a:lnTo>
                  <a:lnTo>
                    <a:pt x="7896465" y="6471983"/>
                  </a:lnTo>
                  <a:lnTo>
                    <a:pt x="7948369" y="6391350"/>
                  </a:lnTo>
                  <a:lnTo>
                    <a:pt x="7996790" y="6303039"/>
                  </a:lnTo>
                  <a:lnTo>
                    <a:pt x="8042241" y="6206291"/>
                  </a:lnTo>
                  <a:lnTo>
                    <a:pt x="8085228" y="6100424"/>
                  </a:lnTo>
                  <a:lnTo>
                    <a:pt x="8126226" y="5984949"/>
                  </a:lnTo>
                  <a:lnTo>
                    <a:pt x="8151487" y="5906353"/>
                  </a:lnTo>
                  <a:lnTo>
                    <a:pt x="8176545" y="5822680"/>
                  </a:lnTo>
                  <a:lnTo>
                    <a:pt x="8201144" y="5734921"/>
                  </a:lnTo>
                  <a:lnTo>
                    <a:pt x="8225368" y="5643000"/>
                  </a:lnTo>
                  <a:lnTo>
                    <a:pt x="8249288" y="5546867"/>
                  </a:lnTo>
                  <a:lnTo>
                    <a:pt x="8272967" y="5446503"/>
                  </a:lnTo>
                  <a:lnTo>
                    <a:pt x="8296461" y="5341920"/>
                  </a:lnTo>
                  <a:lnTo>
                    <a:pt x="8319816" y="5233163"/>
                  </a:lnTo>
                  <a:lnTo>
                    <a:pt x="8343070" y="5120315"/>
                  </a:lnTo>
                  <a:lnTo>
                    <a:pt x="8366258" y="5003496"/>
                  </a:lnTo>
                  <a:lnTo>
                    <a:pt x="8389406" y="4882862"/>
                  </a:lnTo>
                  <a:lnTo>
                    <a:pt x="8412535" y="4758610"/>
                  </a:lnTo>
                  <a:lnTo>
                    <a:pt x="8435663" y="4630974"/>
                  </a:lnTo>
                  <a:lnTo>
                    <a:pt x="8458802" y="4500228"/>
                  </a:lnTo>
                  <a:lnTo>
                    <a:pt x="8481959" y="4366678"/>
                  </a:lnTo>
                  <a:lnTo>
                    <a:pt x="8505138" y="4230666"/>
                  </a:lnTo>
                  <a:lnTo>
                    <a:pt x="8528341" y="4092564"/>
                  </a:lnTo>
                  <a:lnTo>
                    <a:pt x="8551566" y="3952769"/>
                  </a:lnTo>
                  <a:lnTo>
                    <a:pt x="8574809" y="3811702"/>
                  </a:lnTo>
                  <a:lnTo>
                    <a:pt x="8598065" y="3669798"/>
                  </a:lnTo>
                  <a:lnTo>
                    <a:pt x="8621326" y="3527503"/>
                  </a:lnTo>
                  <a:lnTo>
                    <a:pt x="8644587" y="3385271"/>
                  </a:lnTo>
                  <a:lnTo>
                    <a:pt x="8667839" y="3243553"/>
                  </a:lnTo>
                  <a:lnTo>
                    <a:pt x="8691078" y="3102793"/>
                  </a:lnTo>
                  <a:lnTo>
                    <a:pt x="8714297" y="2963423"/>
                  </a:lnTo>
                  <a:lnTo>
                    <a:pt x="8737494" y="2825857"/>
                  </a:lnTo>
                  <a:lnTo>
                    <a:pt x="8760667" y="2690487"/>
                  </a:lnTo>
                  <a:lnTo>
                    <a:pt x="8783818" y="2557675"/>
                  </a:lnTo>
                  <a:lnTo>
                    <a:pt x="8806952" y="2427755"/>
                  </a:lnTo>
                  <a:lnTo>
                    <a:pt x="8830080" y="2301025"/>
                  </a:lnTo>
                  <a:lnTo>
                    <a:pt x="8853212" y="2177746"/>
                  </a:lnTo>
                  <a:lnTo>
                    <a:pt x="8876369" y="2058144"/>
                  </a:lnTo>
                  <a:lnTo>
                    <a:pt x="8899572" y="1942403"/>
                  </a:lnTo>
                  <a:lnTo>
                    <a:pt x="8922850" y="1830670"/>
                  </a:lnTo>
                  <a:lnTo>
                    <a:pt x="8946239" y="1723055"/>
                  </a:lnTo>
                  <a:lnTo>
                    <a:pt x="8969779" y="1619629"/>
                  </a:lnTo>
                  <a:lnTo>
                    <a:pt x="8993519" y="1520429"/>
                  </a:lnTo>
                  <a:lnTo>
                    <a:pt x="9017516" y="1425458"/>
                  </a:lnTo>
                  <a:lnTo>
                    <a:pt x="9041835" y="1334687"/>
                  </a:lnTo>
                  <a:lnTo>
                    <a:pt x="9066552" y="1248061"/>
                  </a:lnTo>
                  <a:lnTo>
                    <a:pt x="9084767" y="1187809"/>
                  </a:lnTo>
                  <a:lnTo>
                    <a:pt x="9124724" y="1066120"/>
                  </a:lnTo>
                  <a:lnTo>
                    <a:pt x="9166393" y="954174"/>
                  </a:lnTo>
                  <a:lnTo>
                    <a:pt x="9210218" y="851691"/>
                  </a:lnTo>
                  <a:lnTo>
                    <a:pt x="9256689" y="758094"/>
                  </a:lnTo>
                  <a:lnTo>
                    <a:pt x="9306316" y="672662"/>
                  </a:lnTo>
                  <a:lnTo>
                    <a:pt x="9359610" y="594631"/>
                  </a:lnTo>
                  <a:lnTo>
                    <a:pt x="9417053" y="523260"/>
                  </a:lnTo>
                  <a:lnTo>
                    <a:pt x="9479064" y="457875"/>
                  </a:lnTo>
                  <a:lnTo>
                    <a:pt x="9545958" y="397890"/>
                  </a:lnTo>
                  <a:lnTo>
                    <a:pt x="9617884" y="342826"/>
                  </a:lnTo>
                  <a:lnTo>
                    <a:pt x="9694753" y="292319"/>
                  </a:lnTo>
                  <a:lnTo>
                    <a:pt x="9776164" y="246119"/>
                  </a:lnTo>
                  <a:lnTo>
                    <a:pt x="9861312" y="204092"/>
                  </a:lnTo>
                  <a:lnTo>
                    <a:pt x="9948927" y="166199"/>
                  </a:lnTo>
                  <a:lnTo>
                    <a:pt x="10037244" y="132481"/>
                  </a:lnTo>
                  <a:lnTo>
                    <a:pt x="10124033" y="103020"/>
                  </a:lnTo>
                  <a:lnTo>
                    <a:pt x="10206728" y="77890"/>
                  </a:lnTo>
                  <a:lnTo>
                    <a:pt x="10282647" y="57109"/>
                  </a:lnTo>
                  <a:lnTo>
                    <a:pt x="10349293" y="40586"/>
                  </a:lnTo>
                  <a:lnTo>
                    <a:pt x="10404693" y="28089"/>
                  </a:lnTo>
                  <a:lnTo>
                    <a:pt x="10447704" y="19225"/>
                  </a:lnTo>
                  <a:lnTo>
                    <a:pt x="10478212" y="13462"/>
                  </a:lnTo>
                  <a:lnTo>
                    <a:pt x="10497207" y="10165"/>
                  </a:lnTo>
                  <a:lnTo>
                    <a:pt x="10506724" y="8642"/>
                  </a:lnTo>
                  <a:lnTo>
                    <a:pt x="10509714" y="8200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9161" y="106"/>
                  </a:lnTo>
                  <a:lnTo>
                    <a:pt x="10504194" y="861"/>
                  </a:lnTo>
                  <a:lnTo>
                    <a:pt x="10491529" y="2948"/>
                  </a:lnTo>
                  <a:lnTo>
                    <a:pt x="10468532" y="7063"/>
                  </a:lnTo>
                  <a:lnTo>
                    <a:pt x="10433538" y="13883"/>
                  </a:lnTo>
                  <a:lnTo>
                    <a:pt x="10385955" y="24013"/>
                  </a:lnTo>
                  <a:lnTo>
                    <a:pt x="10326286" y="37936"/>
                  </a:lnTo>
                  <a:lnTo>
                    <a:pt x="10256008" y="55987"/>
                  </a:lnTo>
                  <a:lnTo>
                    <a:pt x="10177320" y="78345"/>
                  </a:lnTo>
                  <a:lnTo>
                    <a:pt x="10092827" y="105055"/>
                  </a:lnTo>
                  <a:lnTo>
                    <a:pt x="10005200" y="136074"/>
                  </a:lnTo>
                  <a:lnTo>
                    <a:pt x="9916903" y="171316"/>
                  </a:lnTo>
                  <a:lnTo>
                    <a:pt x="9830006" y="210713"/>
                  </a:lnTo>
                  <a:lnTo>
                    <a:pt x="9746096" y="254248"/>
                  </a:lnTo>
                  <a:lnTo>
                    <a:pt x="9666265" y="301991"/>
                  </a:lnTo>
                  <a:lnTo>
                    <a:pt x="9591164" y="354119"/>
                  </a:lnTo>
                  <a:lnTo>
                    <a:pt x="9521070" y="410923"/>
                  </a:lnTo>
                  <a:lnTo>
                    <a:pt x="9455978" y="472809"/>
                  </a:lnTo>
                  <a:lnTo>
                    <a:pt x="9395670" y="540297"/>
                  </a:lnTo>
                  <a:lnTo>
                    <a:pt x="9339788" y="614006"/>
                  </a:lnTo>
                  <a:lnTo>
                    <a:pt x="9287884" y="694639"/>
                  </a:lnTo>
                  <a:lnTo>
                    <a:pt x="9239463" y="782950"/>
                  </a:lnTo>
                  <a:lnTo>
                    <a:pt x="9194012" y="879697"/>
                  </a:lnTo>
                  <a:lnTo>
                    <a:pt x="9151025" y="985564"/>
                  </a:lnTo>
                  <a:lnTo>
                    <a:pt x="9110027" y="1101040"/>
                  </a:lnTo>
                  <a:lnTo>
                    <a:pt x="9084767" y="1179636"/>
                  </a:lnTo>
                  <a:lnTo>
                    <a:pt x="9059708" y="1263308"/>
                  </a:lnTo>
                  <a:lnTo>
                    <a:pt x="9035109" y="1351067"/>
                  </a:lnTo>
                  <a:lnTo>
                    <a:pt x="9010886" y="1442988"/>
                  </a:lnTo>
                  <a:lnTo>
                    <a:pt x="8986966" y="1539121"/>
                  </a:lnTo>
                  <a:lnTo>
                    <a:pt x="8963286" y="1639486"/>
                  </a:lnTo>
                  <a:lnTo>
                    <a:pt x="8939792" y="1744069"/>
                  </a:lnTo>
                  <a:lnTo>
                    <a:pt x="8916438" y="1852826"/>
                  </a:lnTo>
                  <a:lnTo>
                    <a:pt x="8893183" y="1965673"/>
                  </a:lnTo>
                  <a:lnTo>
                    <a:pt x="8869996" y="2082493"/>
                  </a:lnTo>
                  <a:lnTo>
                    <a:pt x="8846848" y="2203127"/>
                  </a:lnTo>
                  <a:lnTo>
                    <a:pt x="8823718" y="2327379"/>
                  </a:lnTo>
                  <a:lnTo>
                    <a:pt x="8800590" y="2455014"/>
                  </a:lnTo>
                  <a:lnTo>
                    <a:pt x="8777451" y="2585761"/>
                  </a:lnTo>
                  <a:lnTo>
                    <a:pt x="8754294" y="2719311"/>
                  </a:lnTo>
                  <a:lnTo>
                    <a:pt x="8731115" y="2855323"/>
                  </a:lnTo>
                  <a:lnTo>
                    <a:pt x="8707912" y="2993425"/>
                  </a:lnTo>
                  <a:lnTo>
                    <a:pt x="8684687" y="3133219"/>
                  </a:lnTo>
                  <a:lnTo>
                    <a:pt x="8661444" y="3274287"/>
                  </a:lnTo>
                  <a:lnTo>
                    <a:pt x="8638189" y="3416191"/>
                  </a:lnTo>
                  <a:lnTo>
                    <a:pt x="8614927" y="3558485"/>
                  </a:lnTo>
                  <a:lnTo>
                    <a:pt x="8591667" y="3700717"/>
                  </a:lnTo>
                  <a:lnTo>
                    <a:pt x="8568414" y="3842436"/>
                  </a:lnTo>
                  <a:lnTo>
                    <a:pt x="8545175" y="3983196"/>
                  </a:lnTo>
                  <a:lnTo>
                    <a:pt x="8521956" y="4122566"/>
                  </a:lnTo>
                  <a:lnTo>
                    <a:pt x="8498760" y="4260131"/>
                  </a:lnTo>
                  <a:lnTo>
                    <a:pt x="8475587" y="4395502"/>
                  </a:lnTo>
                  <a:lnTo>
                    <a:pt x="8452435" y="4528313"/>
                  </a:lnTo>
                  <a:lnTo>
                    <a:pt x="8429301" y="4658233"/>
                  </a:lnTo>
                  <a:lnTo>
                    <a:pt x="8406174" y="4784964"/>
                  </a:lnTo>
                  <a:lnTo>
                    <a:pt x="8383041" y="4908242"/>
                  </a:lnTo>
                  <a:lnTo>
                    <a:pt x="8359884" y="5027845"/>
                  </a:lnTo>
                  <a:lnTo>
                    <a:pt x="8336681" y="5143586"/>
                  </a:lnTo>
                  <a:lnTo>
                    <a:pt x="8313403" y="5255319"/>
                  </a:lnTo>
                  <a:lnTo>
                    <a:pt x="8290014" y="5362934"/>
                  </a:lnTo>
                  <a:lnTo>
                    <a:pt x="8266474" y="5466360"/>
                  </a:lnTo>
                  <a:lnTo>
                    <a:pt x="8242734" y="5565560"/>
                  </a:lnTo>
                  <a:lnTo>
                    <a:pt x="8218737" y="5660531"/>
                  </a:lnTo>
                  <a:lnTo>
                    <a:pt x="8194418" y="5751301"/>
                  </a:lnTo>
                  <a:lnTo>
                    <a:pt x="8169702" y="5837927"/>
                  </a:lnTo>
                  <a:lnTo>
                    <a:pt x="8151487" y="5898180"/>
                  </a:lnTo>
                  <a:lnTo>
                    <a:pt x="8111529" y="6019869"/>
                  </a:lnTo>
                  <a:lnTo>
                    <a:pt x="8069861" y="6131815"/>
                  </a:lnTo>
                  <a:lnTo>
                    <a:pt x="8026035" y="6234298"/>
                  </a:lnTo>
                  <a:lnTo>
                    <a:pt x="7979564" y="6327894"/>
                  </a:lnTo>
                  <a:lnTo>
                    <a:pt x="7929937" y="6413326"/>
                  </a:lnTo>
                  <a:lnTo>
                    <a:pt x="7876643" y="6491358"/>
                  </a:lnTo>
                  <a:lnTo>
                    <a:pt x="7819201" y="6562728"/>
                  </a:lnTo>
                  <a:lnTo>
                    <a:pt x="7757189" y="6628114"/>
                  </a:lnTo>
                  <a:lnTo>
                    <a:pt x="7690295" y="6688099"/>
                  </a:lnTo>
                  <a:lnTo>
                    <a:pt x="7618370" y="6743162"/>
                  </a:lnTo>
                  <a:lnTo>
                    <a:pt x="7541500" y="6793670"/>
                  </a:lnTo>
                  <a:lnTo>
                    <a:pt x="7460089" y="6839869"/>
                  </a:lnTo>
                  <a:lnTo>
                    <a:pt x="7374942" y="6881897"/>
                  </a:lnTo>
                  <a:lnTo>
                    <a:pt x="7287326" y="6919790"/>
                  </a:lnTo>
                  <a:lnTo>
                    <a:pt x="7199010" y="6953507"/>
                  </a:lnTo>
                  <a:lnTo>
                    <a:pt x="7112220" y="6982969"/>
                  </a:lnTo>
                  <a:lnTo>
                    <a:pt x="7029525" y="7008099"/>
                  </a:lnTo>
                  <a:lnTo>
                    <a:pt x="6953606" y="7028880"/>
                  </a:lnTo>
                  <a:lnTo>
                    <a:pt x="6886960" y="7045402"/>
                  </a:lnTo>
                  <a:lnTo>
                    <a:pt x="6831560" y="7057900"/>
                  </a:lnTo>
                  <a:lnTo>
                    <a:pt x="6788550" y="7066764"/>
                  </a:lnTo>
                  <a:lnTo>
                    <a:pt x="6758042" y="7072526"/>
                  </a:lnTo>
                  <a:lnTo>
                    <a:pt x="6739046" y="7075824"/>
                  </a:lnTo>
                  <a:lnTo>
                    <a:pt x="6729530" y="7077346"/>
                  </a:lnTo>
                  <a:lnTo>
                    <a:pt x="6726539" y="7077789"/>
                  </a:lnTo>
                  <a:lnTo>
                    <a:pt x="6726343" y="7077816"/>
                  </a:lnTo>
                  <a:lnTo>
                    <a:pt x="5254955" y="7077816"/>
                  </a:lnTo>
                  <a:lnTo>
                    <a:pt x="5253722" y="7077800"/>
                  </a:lnTo>
                  <a:lnTo>
                    <a:pt x="5245633" y="7077685"/>
                  </a:lnTo>
                  <a:lnTo>
                    <a:pt x="5225293" y="7077367"/>
                  </a:lnTo>
                  <a:lnTo>
                    <a:pt x="5189052" y="7076741"/>
                  </a:lnTo>
                  <a:lnTo>
                    <a:pt x="5135286" y="7075712"/>
                  </a:lnTo>
                  <a:lnTo>
                    <a:pt x="5064516" y="7074203"/>
                  </a:lnTo>
                  <a:lnTo>
                    <a:pt x="4979187" y="7072163"/>
                  </a:lnTo>
                  <a:lnTo>
                    <a:pt x="4883098" y="7069570"/>
                  </a:lnTo>
                  <a:lnTo>
                    <a:pt x="4780647" y="7066422"/>
                  </a:lnTo>
                  <a:lnTo>
                    <a:pt x="4676102" y="7062731"/>
                  </a:lnTo>
                  <a:lnTo>
                    <a:pt x="4573075" y="7058506"/>
                  </a:lnTo>
                  <a:lnTo>
                    <a:pt x="4474252" y="7053753"/>
                  </a:lnTo>
                  <a:lnTo>
                    <a:pt x="4381365" y="7048457"/>
                  </a:lnTo>
                  <a:lnTo>
                    <a:pt x="4295299" y="7042587"/>
                  </a:lnTo>
                  <a:lnTo>
                    <a:pt x="4216277" y="7036091"/>
                  </a:lnTo>
                  <a:lnTo>
                    <a:pt x="4144048" y="7028896"/>
                  </a:lnTo>
                  <a:lnTo>
                    <a:pt x="4078052" y="7020909"/>
                  </a:lnTo>
                  <a:lnTo>
                    <a:pt x="4017545" y="7012025"/>
                  </a:lnTo>
                  <a:lnTo>
                    <a:pt x="3961697" y="7002129"/>
                  </a:lnTo>
                  <a:lnTo>
                    <a:pt x="3909658" y="6991109"/>
                  </a:lnTo>
                  <a:lnTo>
                    <a:pt x="3860617" y="6978879"/>
                  </a:lnTo>
                  <a:lnTo>
                    <a:pt x="3829811" y="6970205"/>
                  </a:lnTo>
                  <a:lnTo>
                    <a:pt x="3776173" y="6953223"/>
                  </a:lnTo>
                  <a:lnTo>
                    <a:pt x="3724251" y="6934463"/>
                  </a:lnTo>
                  <a:lnTo>
                    <a:pt x="3673378" y="6913901"/>
                  </a:lnTo>
                  <a:lnTo>
                    <a:pt x="3623072" y="6891577"/>
                  </a:lnTo>
                  <a:lnTo>
                    <a:pt x="3573002" y="6867605"/>
                  </a:lnTo>
                  <a:lnTo>
                    <a:pt x="3522958" y="6842173"/>
                  </a:lnTo>
                  <a:lnTo>
                    <a:pt x="3472834" y="6815547"/>
                  </a:lnTo>
                  <a:lnTo>
                    <a:pt x="3422605" y="6788055"/>
                  </a:lnTo>
                  <a:lnTo>
                    <a:pt x="3372300" y="6760078"/>
                  </a:lnTo>
                  <a:lnTo>
                    <a:pt x="3321982" y="6732025"/>
                  </a:lnTo>
                  <a:lnTo>
                    <a:pt x="3271719" y="6704311"/>
                  </a:lnTo>
                  <a:lnTo>
                    <a:pt x="3221556" y="6677330"/>
                  </a:lnTo>
                  <a:lnTo>
                    <a:pt x="3171491" y="6651430"/>
                  </a:lnTo>
                  <a:lnTo>
                    <a:pt x="3121449" y="6626903"/>
                  </a:lnTo>
                  <a:lnTo>
                    <a:pt x="3071260" y="6603964"/>
                  </a:lnTo>
                  <a:lnTo>
                    <a:pt x="3020640" y="6582755"/>
                  </a:lnTo>
                  <a:lnTo>
                    <a:pt x="2969165" y="6563341"/>
                  </a:lnTo>
                  <a:lnTo>
                    <a:pt x="2916240" y="6545720"/>
                  </a:lnTo>
                  <a:lnTo>
                    <a:pt x="2896531" y="6539760"/>
                  </a:lnTo>
                  <a:lnTo>
                    <a:pt x="2849051" y="6526715"/>
                  </a:lnTo>
                  <a:lnTo>
                    <a:pt x="2799060" y="6514910"/>
                  </a:lnTo>
                  <a:lnTo>
                    <a:pt x="2745799" y="6504291"/>
                  </a:lnTo>
                  <a:lnTo>
                    <a:pt x="2688435" y="6494758"/>
                  </a:lnTo>
                  <a:lnTo>
                    <a:pt x="2626120" y="6486197"/>
                  </a:lnTo>
                  <a:lnTo>
                    <a:pt x="2558045" y="6478496"/>
                  </a:lnTo>
                  <a:lnTo>
                    <a:pt x="2483517" y="6471552"/>
                  </a:lnTo>
                  <a:lnTo>
                    <a:pt x="2402066" y="6465280"/>
                  </a:lnTo>
                  <a:lnTo>
                    <a:pt x="2313586" y="6459613"/>
                  </a:lnTo>
                  <a:lnTo>
                    <a:pt x="2218505" y="6454508"/>
                  </a:lnTo>
                  <a:lnTo>
                    <a:pt x="2117985" y="6449938"/>
                  </a:lnTo>
                  <a:lnTo>
                    <a:pt x="2014079" y="6445897"/>
                  </a:lnTo>
                  <a:lnTo>
                    <a:pt x="1909808" y="6442392"/>
                  </a:lnTo>
                  <a:lnTo>
                    <a:pt x="1809055" y="6439435"/>
                  </a:lnTo>
                  <a:lnTo>
                    <a:pt x="1716205" y="6437035"/>
                  </a:lnTo>
                  <a:lnTo>
                    <a:pt x="1635537" y="6435182"/>
                  </a:lnTo>
                  <a:lnTo>
                    <a:pt x="1570462" y="6433846"/>
                  </a:lnTo>
                  <a:lnTo>
                    <a:pt x="1522807" y="6432966"/>
                  </a:lnTo>
                  <a:lnTo>
                    <a:pt x="1492359" y="6432459"/>
                  </a:lnTo>
                  <a:lnTo>
                    <a:pt x="1476764" y="6432223"/>
                  </a:lnTo>
                  <a:lnTo>
                    <a:pt x="1471739" y="6432154"/>
                  </a:lnTo>
                  <a:lnTo>
                    <a:pt x="1471387" y="6432149"/>
                  </a:lnTo>
                  <a:lnTo>
                    <a:pt x="0" y="6432149"/>
                  </a:lnTo>
                  <a:close/>
                </a:path>
              </a:pathLst>
            </a:custGeom>
            <a:solidFill>
              <a:srgbClr val="E78AC3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461" name="pl1461"/>
            <p:cNvSpPr/>
            <p:nvPr/>
          </p:nvSpPr>
          <p:spPr>
            <a:xfrm>
              <a:off x="4799595" y="2707676"/>
              <a:ext cx="11981298" cy="7077816"/>
            </a:xfrm>
            <a:custGeom>
              <a:avLst/>
              <a:pathLst>
                <a:path w="11981298" h="7077816">
                  <a:moveTo>
                    <a:pt x="0" y="6432149"/>
                  </a:moveTo>
                  <a:lnTo>
                    <a:pt x="1471387" y="6432149"/>
                  </a:lnTo>
                  <a:lnTo>
                    <a:pt x="1472620" y="6432165"/>
                  </a:lnTo>
                  <a:lnTo>
                    <a:pt x="1480709" y="6432280"/>
                  </a:lnTo>
                  <a:lnTo>
                    <a:pt x="1501049" y="6432598"/>
                  </a:lnTo>
                  <a:lnTo>
                    <a:pt x="1537290" y="6433224"/>
                  </a:lnTo>
                  <a:lnTo>
                    <a:pt x="1591056" y="6434253"/>
                  </a:lnTo>
                  <a:lnTo>
                    <a:pt x="1661826" y="6435763"/>
                  </a:lnTo>
                  <a:lnTo>
                    <a:pt x="1747155" y="6437802"/>
                  </a:lnTo>
                  <a:lnTo>
                    <a:pt x="1843244" y="6440395"/>
                  </a:lnTo>
                  <a:lnTo>
                    <a:pt x="1945695" y="6443543"/>
                  </a:lnTo>
                  <a:lnTo>
                    <a:pt x="2050240" y="6447235"/>
                  </a:lnTo>
                  <a:lnTo>
                    <a:pt x="2153267" y="6451459"/>
                  </a:lnTo>
                  <a:lnTo>
                    <a:pt x="2252090" y="6456212"/>
                  </a:lnTo>
                  <a:lnTo>
                    <a:pt x="2344977" y="6461508"/>
                  </a:lnTo>
                  <a:lnTo>
                    <a:pt x="2431044" y="6467378"/>
                  </a:lnTo>
                  <a:lnTo>
                    <a:pt x="2510065" y="6473874"/>
                  </a:lnTo>
                  <a:lnTo>
                    <a:pt x="2582294" y="6481070"/>
                  </a:lnTo>
                  <a:lnTo>
                    <a:pt x="2648290" y="6489056"/>
                  </a:lnTo>
                  <a:lnTo>
                    <a:pt x="2708797" y="6497940"/>
                  </a:lnTo>
                  <a:lnTo>
                    <a:pt x="2764646" y="6507836"/>
                  </a:lnTo>
                  <a:lnTo>
                    <a:pt x="2816684" y="6518856"/>
                  </a:lnTo>
                  <a:lnTo>
                    <a:pt x="2865725" y="6531087"/>
                  </a:lnTo>
                  <a:lnTo>
                    <a:pt x="2896531" y="6539760"/>
                  </a:lnTo>
                  <a:lnTo>
                    <a:pt x="2950169" y="6556743"/>
                  </a:lnTo>
                  <a:lnTo>
                    <a:pt x="3002091" y="6575503"/>
                  </a:lnTo>
                  <a:lnTo>
                    <a:pt x="3052964" y="6596065"/>
                  </a:lnTo>
                  <a:lnTo>
                    <a:pt x="3103270" y="6618388"/>
                  </a:lnTo>
                  <a:lnTo>
                    <a:pt x="3153340" y="6642360"/>
                  </a:lnTo>
                  <a:lnTo>
                    <a:pt x="3203384" y="6667792"/>
                  </a:lnTo>
                  <a:lnTo>
                    <a:pt x="3253508" y="6694418"/>
                  </a:lnTo>
                  <a:lnTo>
                    <a:pt x="3303737" y="6721910"/>
                  </a:lnTo>
                  <a:lnTo>
                    <a:pt x="3354042" y="6749887"/>
                  </a:lnTo>
                  <a:lnTo>
                    <a:pt x="3404360" y="6777940"/>
                  </a:lnTo>
                  <a:lnTo>
                    <a:pt x="3454623" y="6805654"/>
                  </a:lnTo>
                  <a:lnTo>
                    <a:pt x="3504786" y="6832635"/>
                  </a:lnTo>
                  <a:lnTo>
                    <a:pt x="3554851" y="6858535"/>
                  </a:lnTo>
                  <a:lnTo>
                    <a:pt x="3604893" y="6883062"/>
                  </a:lnTo>
                  <a:lnTo>
                    <a:pt x="3655082" y="6906001"/>
                  </a:lnTo>
                  <a:lnTo>
                    <a:pt x="3705702" y="6927211"/>
                  </a:lnTo>
                  <a:lnTo>
                    <a:pt x="3757177" y="6946625"/>
                  </a:lnTo>
                  <a:lnTo>
                    <a:pt x="3810102" y="6964245"/>
                  </a:lnTo>
                  <a:lnTo>
                    <a:pt x="3829811" y="6970205"/>
                  </a:lnTo>
                  <a:lnTo>
                    <a:pt x="3877291" y="6983250"/>
                  </a:lnTo>
                  <a:lnTo>
                    <a:pt x="3927282" y="6995055"/>
                  </a:lnTo>
                  <a:lnTo>
                    <a:pt x="3980543" y="7005674"/>
                  </a:lnTo>
                  <a:lnTo>
                    <a:pt x="4037907" y="7015207"/>
                  </a:lnTo>
                  <a:lnTo>
                    <a:pt x="4100222" y="7023768"/>
                  </a:lnTo>
                  <a:lnTo>
                    <a:pt x="4168297" y="7031469"/>
                  </a:lnTo>
                  <a:lnTo>
                    <a:pt x="4242825" y="7038414"/>
                  </a:lnTo>
                  <a:lnTo>
                    <a:pt x="4324276" y="7044686"/>
                  </a:lnTo>
                  <a:lnTo>
                    <a:pt x="4412756" y="7050352"/>
                  </a:lnTo>
                  <a:lnTo>
                    <a:pt x="4507837" y="7055458"/>
                  </a:lnTo>
                  <a:lnTo>
                    <a:pt x="4608357" y="7060028"/>
                  </a:lnTo>
                  <a:lnTo>
                    <a:pt x="4712263" y="7064068"/>
                  </a:lnTo>
                  <a:lnTo>
                    <a:pt x="4816534" y="7067573"/>
                  </a:lnTo>
                  <a:lnTo>
                    <a:pt x="4917287" y="7070530"/>
                  </a:lnTo>
                  <a:lnTo>
                    <a:pt x="5010137" y="7072931"/>
                  </a:lnTo>
                  <a:lnTo>
                    <a:pt x="5090805" y="7074783"/>
                  </a:lnTo>
                  <a:lnTo>
                    <a:pt x="5155880" y="7076119"/>
                  </a:lnTo>
                  <a:lnTo>
                    <a:pt x="5203535" y="7076999"/>
                  </a:lnTo>
                  <a:lnTo>
                    <a:pt x="5233983" y="7077506"/>
                  </a:lnTo>
                  <a:lnTo>
                    <a:pt x="5249578" y="7077742"/>
                  </a:lnTo>
                  <a:lnTo>
                    <a:pt x="5254603" y="7077812"/>
                  </a:lnTo>
                  <a:lnTo>
                    <a:pt x="5254955" y="7077816"/>
                  </a:lnTo>
                  <a:lnTo>
                    <a:pt x="6726343" y="7077816"/>
                  </a:lnTo>
                  <a:lnTo>
                    <a:pt x="6727092" y="7077710"/>
                  </a:lnTo>
                  <a:lnTo>
                    <a:pt x="6732059" y="7076954"/>
                  </a:lnTo>
                  <a:lnTo>
                    <a:pt x="6744725" y="7074868"/>
                  </a:lnTo>
                  <a:lnTo>
                    <a:pt x="6767721" y="7070753"/>
                  </a:lnTo>
                  <a:lnTo>
                    <a:pt x="6802716" y="7063932"/>
                  </a:lnTo>
                  <a:lnTo>
                    <a:pt x="6850298" y="7053803"/>
                  </a:lnTo>
                  <a:lnTo>
                    <a:pt x="6909967" y="7039879"/>
                  </a:lnTo>
                  <a:lnTo>
                    <a:pt x="6980246" y="7021828"/>
                  </a:lnTo>
                  <a:lnTo>
                    <a:pt x="7058933" y="6999471"/>
                  </a:lnTo>
                  <a:lnTo>
                    <a:pt x="7143426" y="6972760"/>
                  </a:lnTo>
                  <a:lnTo>
                    <a:pt x="7231053" y="6941742"/>
                  </a:lnTo>
                  <a:lnTo>
                    <a:pt x="7319350" y="6906499"/>
                  </a:lnTo>
                  <a:lnTo>
                    <a:pt x="7406247" y="6867103"/>
                  </a:lnTo>
                  <a:lnTo>
                    <a:pt x="7490158" y="6823568"/>
                  </a:lnTo>
                  <a:lnTo>
                    <a:pt x="7569988" y="6775824"/>
                  </a:lnTo>
                  <a:lnTo>
                    <a:pt x="7645090" y="6723696"/>
                  </a:lnTo>
                  <a:lnTo>
                    <a:pt x="7715183" y="6666892"/>
                  </a:lnTo>
                  <a:lnTo>
                    <a:pt x="7780275" y="6605006"/>
                  </a:lnTo>
                  <a:lnTo>
                    <a:pt x="7840583" y="6537518"/>
                  </a:lnTo>
                  <a:lnTo>
                    <a:pt x="7896465" y="6463810"/>
                  </a:lnTo>
                  <a:lnTo>
                    <a:pt x="7948369" y="6383177"/>
                  </a:lnTo>
                  <a:lnTo>
                    <a:pt x="7996790" y="6294866"/>
                  </a:lnTo>
                  <a:lnTo>
                    <a:pt x="8042241" y="6198118"/>
                  </a:lnTo>
                  <a:lnTo>
                    <a:pt x="8085228" y="6092251"/>
                  </a:lnTo>
                  <a:lnTo>
                    <a:pt x="8126226" y="5976776"/>
                  </a:lnTo>
                  <a:lnTo>
                    <a:pt x="8151487" y="5898180"/>
                  </a:lnTo>
                  <a:lnTo>
                    <a:pt x="8176545" y="5814507"/>
                  </a:lnTo>
                  <a:lnTo>
                    <a:pt x="8201144" y="5726748"/>
                  </a:lnTo>
                  <a:lnTo>
                    <a:pt x="8225368" y="5634827"/>
                  </a:lnTo>
                  <a:lnTo>
                    <a:pt x="8249288" y="5538694"/>
                  </a:lnTo>
                  <a:lnTo>
                    <a:pt x="8272967" y="5438330"/>
                  </a:lnTo>
                  <a:lnTo>
                    <a:pt x="8296461" y="5333747"/>
                  </a:lnTo>
                  <a:lnTo>
                    <a:pt x="8319816" y="5224990"/>
                  </a:lnTo>
                  <a:lnTo>
                    <a:pt x="8343070" y="5112142"/>
                  </a:lnTo>
                  <a:lnTo>
                    <a:pt x="8366258" y="4995323"/>
                  </a:lnTo>
                  <a:lnTo>
                    <a:pt x="8389406" y="4874689"/>
                  </a:lnTo>
                  <a:lnTo>
                    <a:pt x="8412535" y="4750437"/>
                  </a:lnTo>
                  <a:lnTo>
                    <a:pt x="8435663" y="4622801"/>
                  </a:lnTo>
                  <a:lnTo>
                    <a:pt x="8458802" y="4492055"/>
                  </a:lnTo>
                  <a:lnTo>
                    <a:pt x="8481959" y="4358505"/>
                  </a:lnTo>
                  <a:lnTo>
                    <a:pt x="8505138" y="4222493"/>
                  </a:lnTo>
                  <a:lnTo>
                    <a:pt x="8528341" y="4084391"/>
                  </a:lnTo>
                  <a:lnTo>
                    <a:pt x="8551566" y="3944596"/>
                  </a:lnTo>
                  <a:lnTo>
                    <a:pt x="8574809" y="3803529"/>
                  </a:lnTo>
                  <a:lnTo>
                    <a:pt x="8598065" y="3661625"/>
                  </a:lnTo>
                  <a:lnTo>
                    <a:pt x="8621326" y="3519330"/>
                  </a:lnTo>
                  <a:lnTo>
                    <a:pt x="8644587" y="3377098"/>
                  </a:lnTo>
                  <a:lnTo>
                    <a:pt x="8667839" y="3235380"/>
                  </a:lnTo>
                  <a:lnTo>
                    <a:pt x="8691078" y="3094620"/>
                  </a:lnTo>
                  <a:lnTo>
                    <a:pt x="8714297" y="2955250"/>
                  </a:lnTo>
                  <a:lnTo>
                    <a:pt x="8737494" y="2817684"/>
                  </a:lnTo>
                  <a:lnTo>
                    <a:pt x="8760667" y="2682314"/>
                  </a:lnTo>
                  <a:lnTo>
                    <a:pt x="8783818" y="2549502"/>
                  </a:lnTo>
                  <a:lnTo>
                    <a:pt x="8806952" y="2419582"/>
                  </a:lnTo>
                  <a:lnTo>
                    <a:pt x="8830080" y="2292852"/>
                  </a:lnTo>
                  <a:lnTo>
                    <a:pt x="8853212" y="2169573"/>
                  </a:lnTo>
                  <a:lnTo>
                    <a:pt x="8876369" y="2049971"/>
                  </a:lnTo>
                  <a:lnTo>
                    <a:pt x="8899572" y="1934230"/>
                  </a:lnTo>
                  <a:lnTo>
                    <a:pt x="8922850" y="1822497"/>
                  </a:lnTo>
                  <a:lnTo>
                    <a:pt x="8946239" y="1714882"/>
                  </a:lnTo>
                  <a:lnTo>
                    <a:pt x="8969779" y="1611456"/>
                  </a:lnTo>
                  <a:lnTo>
                    <a:pt x="8993519" y="1512256"/>
                  </a:lnTo>
                  <a:lnTo>
                    <a:pt x="9017516" y="1417285"/>
                  </a:lnTo>
                  <a:lnTo>
                    <a:pt x="9041835" y="1326514"/>
                  </a:lnTo>
                  <a:lnTo>
                    <a:pt x="9066552" y="1239888"/>
                  </a:lnTo>
                  <a:lnTo>
                    <a:pt x="9084767" y="1179636"/>
                  </a:lnTo>
                  <a:lnTo>
                    <a:pt x="9124724" y="1057947"/>
                  </a:lnTo>
                  <a:lnTo>
                    <a:pt x="9166393" y="946001"/>
                  </a:lnTo>
                  <a:lnTo>
                    <a:pt x="9210218" y="843518"/>
                  </a:lnTo>
                  <a:lnTo>
                    <a:pt x="9256689" y="749921"/>
                  </a:lnTo>
                  <a:lnTo>
                    <a:pt x="9306316" y="664489"/>
                  </a:lnTo>
                  <a:lnTo>
                    <a:pt x="9359610" y="586458"/>
                  </a:lnTo>
                  <a:lnTo>
                    <a:pt x="9417053" y="515087"/>
                  </a:lnTo>
                  <a:lnTo>
                    <a:pt x="9479064" y="449702"/>
                  </a:lnTo>
                  <a:lnTo>
                    <a:pt x="9545958" y="389717"/>
                  </a:lnTo>
                  <a:lnTo>
                    <a:pt x="9617884" y="334653"/>
                  </a:lnTo>
                  <a:lnTo>
                    <a:pt x="9694753" y="284146"/>
                  </a:lnTo>
                  <a:lnTo>
                    <a:pt x="9776164" y="237946"/>
                  </a:lnTo>
                  <a:lnTo>
                    <a:pt x="9861312" y="195919"/>
                  </a:lnTo>
                  <a:lnTo>
                    <a:pt x="9948927" y="158026"/>
                  </a:lnTo>
                  <a:lnTo>
                    <a:pt x="10037244" y="124308"/>
                  </a:lnTo>
                  <a:lnTo>
                    <a:pt x="10124033" y="94847"/>
                  </a:lnTo>
                  <a:lnTo>
                    <a:pt x="10206728" y="69717"/>
                  </a:lnTo>
                  <a:lnTo>
                    <a:pt x="10282647" y="48936"/>
                  </a:lnTo>
                  <a:lnTo>
                    <a:pt x="10349293" y="32413"/>
                  </a:lnTo>
                  <a:lnTo>
                    <a:pt x="10404693" y="19916"/>
                  </a:lnTo>
                  <a:lnTo>
                    <a:pt x="10447704" y="11052"/>
                  </a:lnTo>
                  <a:lnTo>
                    <a:pt x="10478212" y="5289"/>
                  </a:lnTo>
                  <a:lnTo>
                    <a:pt x="10497207" y="1992"/>
                  </a:lnTo>
                  <a:lnTo>
                    <a:pt x="10506724" y="469"/>
                  </a:lnTo>
                  <a:lnTo>
                    <a:pt x="10509714" y="27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62" name="pl1462"/>
            <p:cNvSpPr/>
            <p:nvPr/>
          </p:nvSpPr>
          <p:spPr>
            <a:xfrm>
              <a:off x="4799595" y="2699503"/>
              <a:ext cx="11981298" cy="7077816"/>
            </a:xfrm>
            <a:custGeom>
              <a:avLst/>
              <a:pathLst>
                <a:path w="11981298" h="7077816">
                  <a:moveTo>
                    <a:pt x="11981298" y="0"/>
                  </a:moveTo>
                  <a:lnTo>
                    <a:pt x="10509911" y="0"/>
                  </a:lnTo>
                  <a:lnTo>
                    <a:pt x="10509161" y="106"/>
                  </a:lnTo>
                  <a:lnTo>
                    <a:pt x="10504194" y="861"/>
                  </a:lnTo>
                  <a:lnTo>
                    <a:pt x="10491529" y="2948"/>
                  </a:lnTo>
                  <a:lnTo>
                    <a:pt x="10468532" y="7063"/>
                  </a:lnTo>
                  <a:lnTo>
                    <a:pt x="10433538" y="13883"/>
                  </a:lnTo>
                  <a:lnTo>
                    <a:pt x="10385955" y="24013"/>
                  </a:lnTo>
                  <a:lnTo>
                    <a:pt x="10326286" y="37936"/>
                  </a:lnTo>
                  <a:lnTo>
                    <a:pt x="10256008" y="55987"/>
                  </a:lnTo>
                  <a:lnTo>
                    <a:pt x="10177320" y="78345"/>
                  </a:lnTo>
                  <a:lnTo>
                    <a:pt x="10092827" y="105055"/>
                  </a:lnTo>
                  <a:lnTo>
                    <a:pt x="10005200" y="136074"/>
                  </a:lnTo>
                  <a:lnTo>
                    <a:pt x="9916903" y="171316"/>
                  </a:lnTo>
                  <a:lnTo>
                    <a:pt x="9830006" y="210713"/>
                  </a:lnTo>
                  <a:lnTo>
                    <a:pt x="9746096" y="254248"/>
                  </a:lnTo>
                  <a:lnTo>
                    <a:pt x="9666265" y="301991"/>
                  </a:lnTo>
                  <a:lnTo>
                    <a:pt x="9591164" y="354119"/>
                  </a:lnTo>
                  <a:lnTo>
                    <a:pt x="9521070" y="410923"/>
                  </a:lnTo>
                  <a:lnTo>
                    <a:pt x="9455978" y="472809"/>
                  </a:lnTo>
                  <a:lnTo>
                    <a:pt x="9395670" y="540297"/>
                  </a:lnTo>
                  <a:lnTo>
                    <a:pt x="9339788" y="614006"/>
                  </a:lnTo>
                  <a:lnTo>
                    <a:pt x="9287884" y="694639"/>
                  </a:lnTo>
                  <a:lnTo>
                    <a:pt x="9239463" y="782950"/>
                  </a:lnTo>
                  <a:lnTo>
                    <a:pt x="9194012" y="879697"/>
                  </a:lnTo>
                  <a:lnTo>
                    <a:pt x="9151025" y="985564"/>
                  </a:lnTo>
                  <a:lnTo>
                    <a:pt x="9110027" y="1101040"/>
                  </a:lnTo>
                  <a:lnTo>
                    <a:pt x="9084767" y="1179636"/>
                  </a:lnTo>
                  <a:lnTo>
                    <a:pt x="9059708" y="1263308"/>
                  </a:lnTo>
                  <a:lnTo>
                    <a:pt x="9035109" y="1351067"/>
                  </a:lnTo>
                  <a:lnTo>
                    <a:pt x="9010886" y="1442988"/>
                  </a:lnTo>
                  <a:lnTo>
                    <a:pt x="8986966" y="1539121"/>
                  </a:lnTo>
                  <a:lnTo>
                    <a:pt x="8963286" y="1639486"/>
                  </a:lnTo>
                  <a:lnTo>
                    <a:pt x="8939792" y="1744069"/>
                  </a:lnTo>
                  <a:lnTo>
                    <a:pt x="8916438" y="1852826"/>
                  </a:lnTo>
                  <a:lnTo>
                    <a:pt x="8893183" y="1965673"/>
                  </a:lnTo>
                  <a:lnTo>
                    <a:pt x="8869996" y="2082493"/>
                  </a:lnTo>
                  <a:lnTo>
                    <a:pt x="8846848" y="2203127"/>
                  </a:lnTo>
                  <a:lnTo>
                    <a:pt x="8823718" y="2327379"/>
                  </a:lnTo>
                  <a:lnTo>
                    <a:pt x="8800590" y="2455014"/>
                  </a:lnTo>
                  <a:lnTo>
                    <a:pt x="8777451" y="2585761"/>
                  </a:lnTo>
                  <a:lnTo>
                    <a:pt x="8754294" y="2719311"/>
                  </a:lnTo>
                  <a:lnTo>
                    <a:pt x="8731115" y="2855323"/>
                  </a:lnTo>
                  <a:lnTo>
                    <a:pt x="8707912" y="2993425"/>
                  </a:lnTo>
                  <a:lnTo>
                    <a:pt x="8684687" y="3133219"/>
                  </a:lnTo>
                  <a:lnTo>
                    <a:pt x="8661444" y="3274287"/>
                  </a:lnTo>
                  <a:lnTo>
                    <a:pt x="8638189" y="3416191"/>
                  </a:lnTo>
                  <a:lnTo>
                    <a:pt x="8614927" y="3558485"/>
                  </a:lnTo>
                  <a:lnTo>
                    <a:pt x="8591667" y="3700717"/>
                  </a:lnTo>
                  <a:lnTo>
                    <a:pt x="8568414" y="3842436"/>
                  </a:lnTo>
                  <a:lnTo>
                    <a:pt x="8545175" y="3983196"/>
                  </a:lnTo>
                  <a:lnTo>
                    <a:pt x="8521956" y="4122566"/>
                  </a:lnTo>
                  <a:lnTo>
                    <a:pt x="8498760" y="4260131"/>
                  </a:lnTo>
                  <a:lnTo>
                    <a:pt x="8475587" y="4395502"/>
                  </a:lnTo>
                  <a:lnTo>
                    <a:pt x="8452435" y="4528313"/>
                  </a:lnTo>
                  <a:lnTo>
                    <a:pt x="8429301" y="4658233"/>
                  </a:lnTo>
                  <a:lnTo>
                    <a:pt x="8406174" y="4784964"/>
                  </a:lnTo>
                  <a:lnTo>
                    <a:pt x="8383041" y="4908242"/>
                  </a:lnTo>
                  <a:lnTo>
                    <a:pt x="8359884" y="5027845"/>
                  </a:lnTo>
                  <a:lnTo>
                    <a:pt x="8336681" y="5143586"/>
                  </a:lnTo>
                  <a:lnTo>
                    <a:pt x="8313403" y="5255319"/>
                  </a:lnTo>
                  <a:lnTo>
                    <a:pt x="8290014" y="5362934"/>
                  </a:lnTo>
                  <a:lnTo>
                    <a:pt x="8266474" y="5466360"/>
                  </a:lnTo>
                  <a:lnTo>
                    <a:pt x="8242734" y="5565560"/>
                  </a:lnTo>
                  <a:lnTo>
                    <a:pt x="8218737" y="5660531"/>
                  </a:lnTo>
                  <a:lnTo>
                    <a:pt x="8194418" y="5751301"/>
                  </a:lnTo>
                  <a:lnTo>
                    <a:pt x="8169702" y="5837927"/>
                  </a:lnTo>
                  <a:lnTo>
                    <a:pt x="8151487" y="5898180"/>
                  </a:lnTo>
                  <a:lnTo>
                    <a:pt x="8111529" y="6019869"/>
                  </a:lnTo>
                  <a:lnTo>
                    <a:pt x="8069861" y="6131815"/>
                  </a:lnTo>
                  <a:lnTo>
                    <a:pt x="8026035" y="6234298"/>
                  </a:lnTo>
                  <a:lnTo>
                    <a:pt x="7979564" y="6327894"/>
                  </a:lnTo>
                  <a:lnTo>
                    <a:pt x="7929937" y="6413326"/>
                  </a:lnTo>
                  <a:lnTo>
                    <a:pt x="7876643" y="6491358"/>
                  </a:lnTo>
                  <a:lnTo>
                    <a:pt x="7819201" y="6562728"/>
                  </a:lnTo>
                  <a:lnTo>
                    <a:pt x="7757189" y="6628114"/>
                  </a:lnTo>
                  <a:lnTo>
                    <a:pt x="7690295" y="6688099"/>
                  </a:lnTo>
                  <a:lnTo>
                    <a:pt x="7618370" y="6743162"/>
                  </a:lnTo>
                  <a:lnTo>
                    <a:pt x="7541500" y="6793670"/>
                  </a:lnTo>
                  <a:lnTo>
                    <a:pt x="7460089" y="6839869"/>
                  </a:lnTo>
                  <a:lnTo>
                    <a:pt x="7374942" y="6881897"/>
                  </a:lnTo>
                  <a:lnTo>
                    <a:pt x="7287326" y="6919790"/>
                  </a:lnTo>
                  <a:lnTo>
                    <a:pt x="7199010" y="6953507"/>
                  </a:lnTo>
                  <a:lnTo>
                    <a:pt x="7112220" y="6982969"/>
                  </a:lnTo>
                  <a:lnTo>
                    <a:pt x="7029525" y="7008099"/>
                  </a:lnTo>
                  <a:lnTo>
                    <a:pt x="6953606" y="7028880"/>
                  </a:lnTo>
                  <a:lnTo>
                    <a:pt x="6886960" y="7045402"/>
                  </a:lnTo>
                  <a:lnTo>
                    <a:pt x="6831560" y="7057900"/>
                  </a:lnTo>
                  <a:lnTo>
                    <a:pt x="6788550" y="7066764"/>
                  </a:lnTo>
                  <a:lnTo>
                    <a:pt x="6758042" y="7072526"/>
                  </a:lnTo>
                  <a:lnTo>
                    <a:pt x="6739046" y="7075824"/>
                  </a:lnTo>
                  <a:lnTo>
                    <a:pt x="6729530" y="7077346"/>
                  </a:lnTo>
                  <a:lnTo>
                    <a:pt x="6726539" y="7077789"/>
                  </a:lnTo>
                  <a:lnTo>
                    <a:pt x="6726343" y="7077816"/>
                  </a:lnTo>
                  <a:lnTo>
                    <a:pt x="5254955" y="7077816"/>
                  </a:lnTo>
                  <a:lnTo>
                    <a:pt x="5253722" y="7077800"/>
                  </a:lnTo>
                  <a:lnTo>
                    <a:pt x="5245633" y="7077685"/>
                  </a:lnTo>
                  <a:lnTo>
                    <a:pt x="5225293" y="7077367"/>
                  </a:lnTo>
                  <a:lnTo>
                    <a:pt x="5189052" y="7076741"/>
                  </a:lnTo>
                  <a:lnTo>
                    <a:pt x="5135286" y="7075712"/>
                  </a:lnTo>
                  <a:lnTo>
                    <a:pt x="5064516" y="7074203"/>
                  </a:lnTo>
                  <a:lnTo>
                    <a:pt x="4979187" y="7072163"/>
                  </a:lnTo>
                  <a:lnTo>
                    <a:pt x="4883098" y="7069570"/>
                  </a:lnTo>
                  <a:lnTo>
                    <a:pt x="4780647" y="7066422"/>
                  </a:lnTo>
                  <a:lnTo>
                    <a:pt x="4676102" y="7062731"/>
                  </a:lnTo>
                  <a:lnTo>
                    <a:pt x="4573075" y="7058506"/>
                  </a:lnTo>
                  <a:lnTo>
                    <a:pt x="4474252" y="7053753"/>
                  </a:lnTo>
                  <a:lnTo>
                    <a:pt x="4381365" y="7048457"/>
                  </a:lnTo>
                  <a:lnTo>
                    <a:pt x="4295299" y="7042587"/>
                  </a:lnTo>
                  <a:lnTo>
                    <a:pt x="4216277" y="7036091"/>
                  </a:lnTo>
                  <a:lnTo>
                    <a:pt x="4144048" y="7028896"/>
                  </a:lnTo>
                  <a:lnTo>
                    <a:pt x="4078052" y="7020909"/>
                  </a:lnTo>
                  <a:lnTo>
                    <a:pt x="4017545" y="7012025"/>
                  </a:lnTo>
                  <a:lnTo>
                    <a:pt x="3961697" y="7002129"/>
                  </a:lnTo>
                  <a:lnTo>
                    <a:pt x="3909658" y="6991109"/>
                  </a:lnTo>
                  <a:lnTo>
                    <a:pt x="3860617" y="6978879"/>
                  </a:lnTo>
                  <a:lnTo>
                    <a:pt x="3829811" y="6970205"/>
                  </a:lnTo>
                  <a:lnTo>
                    <a:pt x="3776173" y="6953223"/>
                  </a:lnTo>
                  <a:lnTo>
                    <a:pt x="3724251" y="6934463"/>
                  </a:lnTo>
                  <a:lnTo>
                    <a:pt x="3673378" y="6913901"/>
                  </a:lnTo>
                  <a:lnTo>
                    <a:pt x="3623072" y="6891577"/>
                  </a:lnTo>
                  <a:lnTo>
                    <a:pt x="3573002" y="6867605"/>
                  </a:lnTo>
                  <a:lnTo>
                    <a:pt x="3522958" y="6842173"/>
                  </a:lnTo>
                  <a:lnTo>
                    <a:pt x="3472834" y="6815547"/>
                  </a:lnTo>
                  <a:lnTo>
                    <a:pt x="3422605" y="6788055"/>
                  </a:lnTo>
                  <a:lnTo>
                    <a:pt x="3372300" y="6760078"/>
                  </a:lnTo>
                  <a:lnTo>
                    <a:pt x="3321982" y="6732025"/>
                  </a:lnTo>
                  <a:lnTo>
                    <a:pt x="3271719" y="6704311"/>
                  </a:lnTo>
                  <a:lnTo>
                    <a:pt x="3221556" y="6677330"/>
                  </a:lnTo>
                  <a:lnTo>
                    <a:pt x="3171491" y="6651430"/>
                  </a:lnTo>
                  <a:lnTo>
                    <a:pt x="3121449" y="6626903"/>
                  </a:lnTo>
                  <a:lnTo>
                    <a:pt x="3071260" y="6603964"/>
                  </a:lnTo>
                  <a:lnTo>
                    <a:pt x="3020640" y="6582755"/>
                  </a:lnTo>
                  <a:lnTo>
                    <a:pt x="2969165" y="6563341"/>
                  </a:lnTo>
                  <a:lnTo>
                    <a:pt x="2916240" y="6545720"/>
                  </a:lnTo>
                  <a:lnTo>
                    <a:pt x="2896531" y="6539760"/>
                  </a:lnTo>
                  <a:lnTo>
                    <a:pt x="2849051" y="6526715"/>
                  </a:lnTo>
                  <a:lnTo>
                    <a:pt x="2799060" y="6514910"/>
                  </a:lnTo>
                  <a:lnTo>
                    <a:pt x="2745799" y="6504291"/>
                  </a:lnTo>
                  <a:lnTo>
                    <a:pt x="2688435" y="6494758"/>
                  </a:lnTo>
                  <a:lnTo>
                    <a:pt x="2626120" y="6486197"/>
                  </a:lnTo>
                  <a:lnTo>
                    <a:pt x="2558045" y="6478496"/>
                  </a:lnTo>
                  <a:lnTo>
                    <a:pt x="2483517" y="6471552"/>
                  </a:lnTo>
                  <a:lnTo>
                    <a:pt x="2402066" y="6465280"/>
                  </a:lnTo>
                  <a:lnTo>
                    <a:pt x="2313586" y="6459613"/>
                  </a:lnTo>
                  <a:lnTo>
                    <a:pt x="2218505" y="6454508"/>
                  </a:lnTo>
                  <a:lnTo>
                    <a:pt x="2117985" y="6449938"/>
                  </a:lnTo>
                  <a:lnTo>
                    <a:pt x="2014079" y="6445897"/>
                  </a:lnTo>
                  <a:lnTo>
                    <a:pt x="1909808" y="6442392"/>
                  </a:lnTo>
                  <a:lnTo>
                    <a:pt x="1809055" y="6439435"/>
                  </a:lnTo>
                  <a:lnTo>
                    <a:pt x="1716205" y="6437035"/>
                  </a:lnTo>
                  <a:lnTo>
                    <a:pt x="1635537" y="6435182"/>
                  </a:lnTo>
                  <a:lnTo>
                    <a:pt x="1570462" y="6433846"/>
                  </a:lnTo>
                  <a:lnTo>
                    <a:pt x="1522807" y="6432966"/>
                  </a:lnTo>
                  <a:lnTo>
                    <a:pt x="1492359" y="6432459"/>
                  </a:lnTo>
                  <a:lnTo>
                    <a:pt x="1476764" y="6432223"/>
                  </a:lnTo>
                  <a:lnTo>
                    <a:pt x="1471739" y="6432154"/>
                  </a:lnTo>
                  <a:lnTo>
                    <a:pt x="1471387" y="6432149"/>
                  </a:lnTo>
                  <a:lnTo>
                    <a:pt x="0" y="643214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63" name="pg1463"/>
            <p:cNvSpPr/>
            <p:nvPr/>
          </p:nvSpPr>
          <p:spPr>
            <a:xfrm>
              <a:off x="4799595" y="3279786"/>
              <a:ext cx="11981298" cy="6562917"/>
            </a:xfrm>
            <a:custGeom>
              <a:avLst/>
              <a:pathLst>
                <a:path w="11981298" h="6562917">
                  <a:moveTo>
                    <a:pt x="0" y="5868212"/>
                  </a:moveTo>
                  <a:lnTo>
                    <a:pt x="1471387" y="5868212"/>
                  </a:lnTo>
                  <a:lnTo>
                    <a:pt x="1472619" y="5868230"/>
                  </a:lnTo>
                  <a:lnTo>
                    <a:pt x="1480703" y="5868353"/>
                  </a:lnTo>
                  <a:lnTo>
                    <a:pt x="1501030" y="5868695"/>
                  </a:lnTo>
                  <a:lnTo>
                    <a:pt x="1537250" y="5869368"/>
                  </a:lnTo>
                  <a:lnTo>
                    <a:pt x="1590986" y="5870475"/>
                  </a:lnTo>
                  <a:lnTo>
                    <a:pt x="1661721" y="5872097"/>
                  </a:lnTo>
                  <a:lnTo>
                    <a:pt x="1747012" y="5874291"/>
                  </a:lnTo>
                  <a:lnTo>
                    <a:pt x="1843065" y="5877079"/>
                  </a:lnTo>
                  <a:lnTo>
                    <a:pt x="1945486" y="5880464"/>
                  </a:lnTo>
                  <a:lnTo>
                    <a:pt x="2050007" y="5884434"/>
                  </a:lnTo>
                  <a:lnTo>
                    <a:pt x="2153019" y="5888977"/>
                  </a:lnTo>
                  <a:lnTo>
                    <a:pt x="2251833" y="5894089"/>
                  </a:lnTo>
                  <a:lnTo>
                    <a:pt x="2344717" y="5899784"/>
                  </a:lnTo>
                  <a:lnTo>
                    <a:pt x="2430785" y="5906096"/>
                  </a:lnTo>
                  <a:lnTo>
                    <a:pt x="2509812" y="5913082"/>
                  </a:lnTo>
                  <a:lnTo>
                    <a:pt x="2582047" y="5920819"/>
                  </a:lnTo>
                  <a:lnTo>
                    <a:pt x="2648051" y="5929407"/>
                  </a:lnTo>
                  <a:lnTo>
                    <a:pt x="2708564" y="5938960"/>
                  </a:lnTo>
                  <a:lnTo>
                    <a:pt x="2764417" y="5949600"/>
                  </a:lnTo>
                  <a:lnTo>
                    <a:pt x="2816459" y="5961449"/>
                  </a:lnTo>
                  <a:lnTo>
                    <a:pt x="2865501" y="5974599"/>
                  </a:lnTo>
                  <a:lnTo>
                    <a:pt x="2896531" y="5983996"/>
                  </a:lnTo>
                  <a:lnTo>
                    <a:pt x="2949811" y="6002138"/>
                  </a:lnTo>
                  <a:lnTo>
                    <a:pt x="3001394" y="6022166"/>
                  </a:lnTo>
                  <a:lnTo>
                    <a:pt x="3051934" y="6044107"/>
                  </a:lnTo>
                  <a:lnTo>
                    <a:pt x="3101907" y="6067919"/>
                  </a:lnTo>
                  <a:lnTo>
                    <a:pt x="3151640" y="6093485"/>
                  </a:lnTo>
                  <a:lnTo>
                    <a:pt x="3201342" y="6120609"/>
                  </a:lnTo>
                  <a:lnTo>
                    <a:pt x="3251120" y="6149014"/>
                  </a:lnTo>
                  <a:lnTo>
                    <a:pt x="3301004" y="6178355"/>
                  </a:lnTo>
                  <a:lnTo>
                    <a:pt x="3350964" y="6208234"/>
                  </a:lnTo>
                  <a:lnTo>
                    <a:pt x="3400941" y="6238221"/>
                  </a:lnTo>
                  <a:lnTo>
                    <a:pt x="3450868" y="6267877"/>
                  </a:lnTo>
                  <a:lnTo>
                    <a:pt x="3500698" y="6296786"/>
                  </a:lnTo>
                  <a:lnTo>
                    <a:pt x="3550430" y="6324575"/>
                  </a:lnTo>
                  <a:lnTo>
                    <a:pt x="3600128" y="6350931"/>
                  </a:lnTo>
                  <a:lnTo>
                    <a:pt x="3649951" y="6375620"/>
                  </a:lnTo>
                  <a:lnTo>
                    <a:pt x="3700164" y="6398485"/>
                  </a:lnTo>
                  <a:lnTo>
                    <a:pt x="3751168" y="6419448"/>
                  </a:lnTo>
                  <a:lnTo>
                    <a:pt x="3803524" y="6438503"/>
                  </a:lnTo>
                  <a:lnTo>
                    <a:pt x="3829811" y="6447133"/>
                  </a:lnTo>
                  <a:lnTo>
                    <a:pt x="3877280" y="6461166"/>
                  </a:lnTo>
                  <a:lnTo>
                    <a:pt x="3927259" y="6473865"/>
                  </a:lnTo>
                  <a:lnTo>
                    <a:pt x="3980506" y="6485289"/>
                  </a:lnTo>
                  <a:lnTo>
                    <a:pt x="4037853" y="6495544"/>
                  </a:lnTo>
                  <a:lnTo>
                    <a:pt x="4100149" y="6504754"/>
                  </a:lnTo>
                  <a:lnTo>
                    <a:pt x="4168202" y="6513040"/>
                  </a:lnTo>
                  <a:lnTo>
                    <a:pt x="4242703" y="6520511"/>
                  </a:lnTo>
                  <a:lnTo>
                    <a:pt x="4324124" y="6527259"/>
                  </a:lnTo>
                  <a:lnTo>
                    <a:pt x="4412572" y="6533356"/>
                  </a:lnTo>
                  <a:lnTo>
                    <a:pt x="4507618" y="6538849"/>
                  </a:lnTo>
                  <a:lnTo>
                    <a:pt x="4608105" y="6543766"/>
                  </a:lnTo>
                  <a:lnTo>
                    <a:pt x="4711983" y="6548115"/>
                  </a:lnTo>
                  <a:lnTo>
                    <a:pt x="4816234" y="6551886"/>
                  </a:lnTo>
                  <a:lnTo>
                    <a:pt x="4916982" y="6555069"/>
                  </a:lnTo>
                  <a:lnTo>
                    <a:pt x="5009844" y="6557653"/>
                  </a:lnTo>
                  <a:lnTo>
                    <a:pt x="5090543" y="6559648"/>
                  </a:lnTo>
                  <a:lnTo>
                    <a:pt x="5155666" y="6561087"/>
                  </a:lnTo>
                  <a:lnTo>
                    <a:pt x="5203378" y="6562035"/>
                  </a:lnTo>
                  <a:lnTo>
                    <a:pt x="5233888" y="6562582"/>
                  </a:lnTo>
                  <a:lnTo>
                    <a:pt x="5249536" y="6562837"/>
                  </a:lnTo>
                  <a:lnTo>
                    <a:pt x="5254596" y="6562912"/>
                  </a:lnTo>
                  <a:lnTo>
                    <a:pt x="5254955" y="6562917"/>
                  </a:lnTo>
                  <a:lnTo>
                    <a:pt x="6726343" y="6562917"/>
                  </a:lnTo>
                  <a:lnTo>
                    <a:pt x="6727124" y="6562814"/>
                  </a:lnTo>
                  <a:lnTo>
                    <a:pt x="6732302" y="6562083"/>
                  </a:lnTo>
                  <a:lnTo>
                    <a:pt x="6745490" y="6560065"/>
                  </a:lnTo>
                  <a:lnTo>
                    <a:pt x="6769403" y="6556085"/>
                  </a:lnTo>
                  <a:lnTo>
                    <a:pt x="6805725" y="6549492"/>
                  </a:lnTo>
                  <a:lnTo>
                    <a:pt x="6854999" y="6539707"/>
                  </a:lnTo>
                  <a:lnTo>
                    <a:pt x="6916612" y="6526274"/>
                  </a:lnTo>
                  <a:lnTo>
                    <a:pt x="6988942" y="6508884"/>
                  </a:lnTo>
                  <a:lnTo>
                    <a:pt x="7069629" y="6487378"/>
                  </a:lnTo>
                  <a:lnTo>
                    <a:pt x="7155931" y="6461727"/>
                  </a:lnTo>
                  <a:lnTo>
                    <a:pt x="7245074" y="6431981"/>
                  </a:lnTo>
                  <a:lnTo>
                    <a:pt x="7334539" y="6398221"/>
                  </a:lnTo>
                  <a:lnTo>
                    <a:pt x="7422245" y="6360510"/>
                  </a:lnTo>
                  <a:lnTo>
                    <a:pt x="7506631" y="6318849"/>
                  </a:lnTo>
                  <a:lnTo>
                    <a:pt x="7586650" y="6273152"/>
                  </a:lnTo>
                  <a:lnTo>
                    <a:pt x="7661712" y="6223226"/>
                  </a:lnTo>
                  <a:lnTo>
                    <a:pt x="7731599" y="6168763"/>
                  </a:lnTo>
                  <a:lnTo>
                    <a:pt x="7796378" y="6109345"/>
                  </a:lnTo>
                  <a:lnTo>
                    <a:pt x="7856318" y="6044444"/>
                  </a:lnTo>
                  <a:lnTo>
                    <a:pt x="7911823" y="5973438"/>
                  </a:lnTo>
                  <a:lnTo>
                    <a:pt x="7963378" y="5895628"/>
                  </a:lnTo>
                  <a:lnTo>
                    <a:pt x="8011507" y="5810281"/>
                  </a:lnTo>
                  <a:lnTo>
                    <a:pt x="8056748" y="5716675"/>
                  </a:lnTo>
                  <a:lnTo>
                    <a:pt x="8099620" y="5614196"/>
                  </a:lnTo>
                  <a:lnTo>
                    <a:pt x="8140604" y="5502471"/>
                  </a:lnTo>
                  <a:lnTo>
                    <a:pt x="8151487" y="5470460"/>
                  </a:lnTo>
                  <a:lnTo>
                    <a:pt x="8177476" y="5389990"/>
                  </a:lnTo>
                  <a:lnTo>
                    <a:pt x="8202974" y="5305444"/>
                  </a:lnTo>
                  <a:lnTo>
                    <a:pt x="8228074" y="5216744"/>
                  </a:lnTo>
                  <a:lnTo>
                    <a:pt x="8252855" y="5123842"/>
                  </a:lnTo>
                  <a:lnTo>
                    <a:pt x="8277387" y="5026722"/>
                  </a:lnTo>
                  <a:lnTo>
                    <a:pt x="8301729" y="4925402"/>
                  </a:lnTo>
                  <a:lnTo>
                    <a:pt x="8325931" y="4819937"/>
                  </a:lnTo>
                  <a:lnTo>
                    <a:pt x="8350035" y="4710422"/>
                  </a:lnTo>
                  <a:lnTo>
                    <a:pt x="8374077" y="4596990"/>
                  </a:lnTo>
                  <a:lnTo>
                    <a:pt x="8398084" y="4479818"/>
                  </a:lnTo>
                  <a:lnTo>
                    <a:pt x="8422080" y="4359123"/>
                  </a:lnTo>
                  <a:lnTo>
                    <a:pt x="8446079" y="4235162"/>
                  </a:lnTo>
                  <a:lnTo>
                    <a:pt x="8470094" y="4108234"/>
                  </a:lnTo>
                  <a:lnTo>
                    <a:pt x="8494131" y="3978674"/>
                  </a:lnTo>
                  <a:lnTo>
                    <a:pt x="8518193" y="3846851"/>
                  </a:lnTo>
                  <a:lnTo>
                    <a:pt x="8542280" y="3713164"/>
                  </a:lnTo>
                  <a:lnTo>
                    <a:pt x="8566389" y="3578039"/>
                  </a:lnTo>
                  <a:lnTo>
                    <a:pt x="8590513" y="3441921"/>
                  </a:lnTo>
                  <a:lnTo>
                    <a:pt x="8614646" y="3305269"/>
                  </a:lnTo>
                  <a:lnTo>
                    <a:pt x="8638780" y="3168549"/>
                  </a:lnTo>
                  <a:lnTo>
                    <a:pt x="8662908" y="3032229"/>
                  </a:lnTo>
                  <a:lnTo>
                    <a:pt x="8687021" y="2896772"/>
                  </a:lnTo>
                  <a:lnTo>
                    <a:pt x="8711115" y="2762626"/>
                  </a:lnTo>
                  <a:lnTo>
                    <a:pt x="8735185" y="2630223"/>
                  </a:lnTo>
                  <a:lnTo>
                    <a:pt x="8759229" y="2499970"/>
                  </a:lnTo>
                  <a:lnTo>
                    <a:pt x="8783250" y="2372247"/>
                  </a:lnTo>
                  <a:lnTo>
                    <a:pt x="8807253" y="2247398"/>
                  </a:lnTo>
                  <a:lnTo>
                    <a:pt x="8831247" y="2125733"/>
                  </a:lnTo>
                  <a:lnTo>
                    <a:pt x="8855249" y="2007521"/>
                  </a:lnTo>
                  <a:lnTo>
                    <a:pt x="8879278" y="1892990"/>
                  </a:lnTo>
                  <a:lnTo>
                    <a:pt x="8903361" y="1782330"/>
                  </a:lnTo>
                  <a:lnTo>
                    <a:pt x="8927531" y="1675685"/>
                  </a:lnTo>
                  <a:lnTo>
                    <a:pt x="8951828" y="1573162"/>
                  </a:lnTo>
                  <a:lnTo>
                    <a:pt x="8976299" y="1474827"/>
                  </a:lnTo>
                  <a:lnTo>
                    <a:pt x="9001002" y="1380709"/>
                  </a:lnTo>
                  <a:lnTo>
                    <a:pt x="9026003" y="1290800"/>
                  </a:lnTo>
                  <a:lnTo>
                    <a:pt x="9051377" y="1205063"/>
                  </a:lnTo>
                  <a:lnTo>
                    <a:pt x="9077214" y="1123427"/>
                  </a:lnTo>
                  <a:lnTo>
                    <a:pt x="9084767" y="1100630"/>
                  </a:lnTo>
                  <a:lnTo>
                    <a:pt x="9125312" y="986375"/>
                  </a:lnTo>
                  <a:lnTo>
                    <a:pt x="9167624" y="881403"/>
                  </a:lnTo>
                  <a:lnTo>
                    <a:pt x="9212170" y="785436"/>
                  </a:lnTo>
                  <a:lnTo>
                    <a:pt x="9259461" y="697910"/>
                  </a:lnTo>
                  <a:lnTo>
                    <a:pt x="9310031" y="618123"/>
                  </a:lnTo>
                  <a:lnTo>
                    <a:pt x="9364410" y="545336"/>
                  </a:lnTo>
                  <a:lnTo>
                    <a:pt x="9423099" y="478839"/>
                  </a:lnTo>
                  <a:lnTo>
                    <a:pt x="9486528" y="417985"/>
                  </a:lnTo>
                  <a:lnTo>
                    <a:pt x="9555009" y="362221"/>
                  </a:lnTo>
                  <a:lnTo>
                    <a:pt x="9628670" y="311095"/>
                  </a:lnTo>
                  <a:lnTo>
                    <a:pt x="9707381" y="264270"/>
                  </a:lnTo>
                  <a:lnTo>
                    <a:pt x="9790661" y="221524"/>
                  </a:lnTo>
                  <a:lnTo>
                    <a:pt x="9877596" y="182741"/>
                  </a:lnTo>
                  <a:lnTo>
                    <a:pt x="9966768" y="147902"/>
                  </a:lnTo>
                  <a:lnTo>
                    <a:pt x="10056232" y="117055"/>
                  </a:lnTo>
                  <a:lnTo>
                    <a:pt x="10143575" y="90282"/>
                  </a:lnTo>
                  <a:lnTo>
                    <a:pt x="10226070" y="67648"/>
                  </a:lnTo>
                  <a:lnTo>
                    <a:pt x="10300930" y="49147"/>
                  </a:lnTo>
                  <a:lnTo>
                    <a:pt x="10365657" y="34661"/>
                  </a:lnTo>
                  <a:lnTo>
                    <a:pt x="10418396" y="23923"/>
                  </a:lnTo>
                  <a:lnTo>
                    <a:pt x="10458239" y="16514"/>
                  </a:lnTo>
                  <a:lnTo>
                    <a:pt x="10485408" y="11885"/>
                  </a:lnTo>
                  <a:lnTo>
                    <a:pt x="10501287" y="9400"/>
                  </a:lnTo>
                  <a:lnTo>
                    <a:pt x="10508322" y="8385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9129" y="102"/>
                  </a:lnTo>
                  <a:lnTo>
                    <a:pt x="10503951" y="833"/>
                  </a:lnTo>
                  <a:lnTo>
                    <a:pt x="10490763" y="2851"/>
                  </a:lnTo>
                  <a:lnTo>
                    <a:pt x="10466850" y="6831"/>
                  </a:lnTo>
                  <a:lnTo>
                    <a:pt x="10430528" y="13425"/>
                  </a:lnTo>
                  <a:lnTo>
                    <a:pt x="10381254" y="23210"/>
                  </a:lnTo>
                  <a:lnTo>
                    <a:pt x="10319641" y="36643"/>
                  </a:lnTo>
                  <a:lnTo>
                    <a:pt x="10247311" y="54033"/>
                  </a:lnTo>
                  <a:lnTo>
                    <a:pt x="10166624" y="75538"/>
                  </a:lnTo>
                  <a:lnTo>
                    <a:pt x="10080322" y="101190"/>
                  </a:lnTo>
                  <a:lnTo>
                    <a:pt x="9991179" y="130936"/>
                  </a:lnTo>
                  <a:lnTo>
                    <a:pt x="9901714" y="164696"/>
                  </a:lnTo>
                  <a:lnTo>
                    <a:pt x="9814008" y="202407"/>
                  </a:lnTo>
                  <a:lnTo>
                    <a:pt x="9729622" y="244067"/>
                  </a:lnTo>
                  <a:lnTo>
                    <a:pt x="9649603" y="289764"/>
                  </a:lnTo>
                  <a:lnTo>
                    <a:pt x="9574542" y="339691"/>
                  </a:lnTo>
                  <a:lnTo>
                    <a:pt x="9504655" y="394153"/>
                  </a:lnTo>
                  <a:lnTo>
                    <a:pt x="9439876" y="453571"/>
                  </a:lnTo>
                  <a:lnTo>
                    <a:pt x="9379935" y="518472"/>
                  </a:lnTo>
                  <a:lnTo>
                    <a:pt x="9324430" y="589479"/>
                  </a:lnTo>
                  <a:lnTo>
                    <a:pt x="9272876" y="667288"/>
                  </a:lnTo>
                  <a:lnTo>
                    <a:pt x="9224746" y="752636"/>
                  </a:lnTo>
                  <a:lnTo>
                    <a:pt x="9179505" y="846242"/>
                  </a:lnTo>
                  <a:lnTo>
                    <a:pt x="9136633" y="948720"/>
                  </a:lnTo>
                  <a:lnTo>
                    <a:pt x="9095649" y="1060445"/>
                  </a:lnTo>
                  <a:lnTo>
                    <a:pt x="9084767" y="1092457"/>
                  </a:lnTo>
                  <a:lnTo>
                    <a:pt x="9058777" y="1172926"/>
                  </a:lnTo>
                  <a:lnTo>
                    <a:pt x="9033279" y="1257472"/>
                  </a:lnTo>
                  <a:lnTo>
                    <a:pt x="9008179" y="1346172"/>
                  </a:lnTo>
                  <a:lnTo>
                    <a:pt x="8983398" y="1439074"/>
                  </a:lnTo>
                  <a:lnTo>
                    <a:pt x="8958866" y="1536194"/>
                  </a:lnTo>
                  <a:lnTo>
                    <a:pt x="8934524" y="1637515"/>
                  </a:lnTo>
                  <a:lnTo>
                    <a:pt x="8910322" y="1742979"/>
                  </a:lnTo>
                  <a:lnTo>
                    <a:pt x="8886218" y="1852495"/>
                  </a:lnTo>
                  <a:lnTo>
                    <a:pt x="8862176" y="1965926"/>
                  </a:lnTo>
                  <a:lnTo>
                    <a:pt x="8838169" y="2083098"/>
                  </a:lnTo>
                  <a:lnTo>
                    <a:pt x="8814174" y="2203794"/>
                  </a:lnTo>
                  <a:lnTo>
                    <a:pt x="8790174" y="2327754"/>
                  </a:lnTo>
                  <a:lnTo>
                    <a:pt x="8766160" y="2454682"/>
                  </a:lnTo>
                  <a:lnTo>
                    <a:pt x="8742122" y="2584243"/>
                  </a:lnTo>
                  <a:lnTo>
                    <a:pt x="8718060" y="2716066"/>
                  </a:lnTo>
                  <a:lnTo>
                    <a:pt x="8693973" y="2849752"/>
                  </a:lnTo>
                  <a:lnTo>
                    <a:pt x="8669865" y="2984877"/>
                  </a:lnTo>
                  <a:lnTo>
                    <a:pt x="8645740" y="3120995"/>
                  </a:lnTo>
                  <a:lnTo>
                    <a:pt x="8621607" y="3257648"/>
                  </a:lnTo>
                  <a:lnTo>
                    <a:pt x="8597473" y="3394368"/>
                  </a:lnTo>
                  <a:lnTo>
                    <a:pt x="8573345" y="3530687"/>
                  </a:lnTo>
                  <a:lnTo>
                    <a:pt x="8549232" y="3666145"/>
                  </a:lnTo>
                  <a:lnTo>
                    <a:pt x="8525138" y="3800291"/>
                  </a:lnTo>
                  <a:lnTo>
                    <a:pt x="8501069" y="3932694"/>
                  </a:lnTo>
                  <a:lnTo>
                    <a:pt x="8477024" y="4062946"/>
                  </a:lnTo>
                  <a:lnTo>
                    <a:pt x="8453003" y="4190669"/>
                  </a:lnTo>
                  <a:lnTo>
                    <a:pt x="8429001" y="4315518"/>
                  </a:lnTo>
                  <a:lnTo>
                    <a:pt x="8405006" y="4437184"/>
                  </a:lnTo>
                  <a:lnTo>
                    <a:pt x="8381004" y="4555396"/>
                  </a:lnTo>
                  <a:lnTo>
                    <a:pt x="8356975" y="4669926"/>
                  </a:lnTo>
                  <a:lnTo>
                    <a:pt x="8332892" y="4780587"/>
                  </a:lnTo>
                  <a:lnTo>
                    <a:pt x="8308722" y="4887232"/>
                  </a:lnTo>
                  <a:lnTo>
                    <a:pt x="8284425" y="4989754"/>
                  </a:lnTo>
                  <a:lnTo>
                    <a:pt x="8259954" y="5088090"/>
                  </a:lnTo>
                  <a:lnTo>
                    <a:pt x="8235251" y="5182208"/>
                  </a:lnTo>
                  <a:lnTo>
                    <a:pt x="8210251" y="5272116"/>
                  </a:lnTo>
                  <a:lnTo>
                    <a:pt x="8184876" y="5357854"/>
                  </a:lnTo>
                  <a:lnTo>
                    <a:pt x="8159039" y="5439489"/>
                  </a:lnTo>
                  <a:lnTo>
                    <a:pt x="8151487" y="5462287"/>
                  </a:lnTo>
                  <a:lnTo>
                    <a:pt x="8110942" y="5576541"/>
                  </a:lnTo>
                  <a:lnTo>
                    <a:pt x="8068629" y="5681513"/>
                  </a:lnTo>
                  <a:lnTo>
                    <a:pt x="8024083" y="5777480"/>
                  </a:lnTo>
                  <a:lnTo>
                    <a:pt x="7976792" y="5865007"/>
                  </a:lnTo>
                  <a:lnTo>
                    <a:pt x="7926223" y="5944794"/>
                  </a:lnTo>
                  <a:lnTo>
                    <a:pt x="7871843" y="6017580"/>
                  </a:lnTo>
                  <a:lnTo>
                    <a:pt x="7813154" y="6084078"/>
                  </a:lnTo>
                  <a:lnTo>
                    <a:pt x="7749725" y="6144931"/>
                  </a:lnTo>
                  <a:lnTo>
                    <a:pt x="7681245" y="6200696"/>
                  </a:lnTo>
                  <a:lnTo>
                    <a:pt x="7607583" y="6251822"/>
                  </a:lnTo>
                  <a:lnTo>
                    <a:pt x="7528873" y="6298646"/>
                  </a:lnTo>
                  <a:lnTo>
                    <a:pt x="7445592" y="6341392"/>
                  </a:lnTo>
                  <a:lnTo>
                    <a:pt x="7358657" y="6380175"/>
                  </a:lnTo>
                  <a:lnTo>
                    <a:pt x="7269486" y="6415015"/>
                  </a:lnTo>
                  <a:lnTo>
                    <a:pt x="7180022" y="6445861"/>
                  </a:lnTo>
                  <a:lnTo>
                    <a:pt x="7092678" y="6472634"/>
                  </a:lnTo>
                  <a:lnTo>
                    <a:pt x="7010184" y="6495269"/>
                  </a:lnTo>
                  <a:lnTo>
                    <a:pt x="6935323" y="6513769"/>
                  </a:lnTo>
                  <a:lnTo>
                    <a:pt x="6870596" y="6528255"/>
                  </a:lnTo>
                  <a:lnTo>
                    <a:pt x="6817857" y="6538993"/>
                  </a:lnTo>
                  <a:lnTo>
                    <a:pt x="6778014" y="6546403"/>
                  </a:lnTo>
                  <a:lnTo>
                    <a:pt x="6750845" y="6551032"/>
                  </a:lnTo>
                  <a:lnTo>
                    <a:pt x="6734967" y="6553517"/>
                  </a:lnTo>
                  <a:lnTo>
                    <a:pt x="6727931" y="6554532"/>
                  </a:lnTo>
                  <a:lnTo>
                    <a:pt x="6726343" y="6554744"/>
                  </a:lnTo>
                  <a:lnTo>
                    <a:pt x="5254955" y="6554744"/>
                  </a:lnTo>
                  <a:lnTo>
                    <a:pt x="5253723" y="6554727"/>
                  </a:lnTo>
                  <a:lnTo>
                    <a:pt x="5245640" y="6554603"/>
                  </a:lnTo>
                  <a:lnTo>
                    <a:pt x="5225312" y="6554261"/>
                  </a:lnTo>
                  <a:lnTo>
                    <a:pt x="5189092" y="6553588"/>
                  </a:lnTo>
                  <a:lnTo>
                    <a:pt x="5135356" y="6552482"/>
                  </a:lnTo>
                  <a:lnTo>
                    <a:pt x="5064622" y="6550859"/>
                  </a:lnTo>
                  <a:lnTo>
                    <a:pt x="4979330" y="6548666"/>
                  </a:lnTo>
                  <a:lnTo>
                    <a:pt x="4883277" y="6545877"/>
                  </a:lnTo>
                  <a:lnTo>
                    <a:pt x="4780857" y="6542492"/>
                  </a:lnTo>
                  <a:lnTo>
                    <a:pt x="4676335" y="6538522"/>
                  </a:lnTo>
                  <a:lnTo>
                    <a:pt x="4573324" y="6533980"/>
                  </a:lnTo>
                  <a:lnTo>
                    <a:pt x="4474510" y="6528868"/>
                  </a:lnTo>
                  <a:lnTo>
                    <a:pt x="4381625" y="6523173"/>
                  </a:lnTo>
                  <a:lnTo>
                    <a:pt x="4295557" y="6516861"/>
                  </a:lnTo>
                  <a:lnTo>
                    <a:pt x="4216530" y="6509875"/>
                  </a:lnTo>
                  <a:lnTo>
                    <a:pt x="4144295" y="6502137"/>
                  </a:lnTo>
                  <a:lnTo>
                    <a:pt x="4078291" y="6493549"/>
                  </a:lnTo>
                  <a:lnTo>
                    <a:pt x="4017778" y="6483997"/>
                  </a:lnTo>
                  <a:lnTo>
                    <a:pt x="3961925" y="6473356"/>
                  </a:lnTo>
                  <a:lnTo>
                    <a:pt x="3909883" y="6461508"/>
                  </a:lnTo>
                  <a:lnTo>
                    <a:pt x="3860841" y="6448357"/>
                  </a:lnTo>
                  <a:lnTo>
                    <a:pt x="3829811" y="6438960"/>
                  </a:lnTo>
                  <a:lnTo>
                    <a:pt x="3776531" y="6420819"/>
                  </a:lnTo>
                  <a:lnTo>
                    <a:pt x="3724948" y="6400791"/>
                  </a:lnTo>
                  <a:lnTo>
                    <a:pt x="3674408" y="6378850"/>
                  </a:lnTo>
                  <a:lnTo>
                    <a:pt x="3624436" y="6355038"/>
                  </a:lnTo>
                  <a:lnTo>
                    <a:pt x="3574702" y="6329471"/>
                  </a:lnTo>
                  <a:lnTo>
                    <a:pt x="3525000" y="6302348"/>
                  </a:lnTo>
                  <a:lnTo>
                    <a:pt x="3475222" y="6273943"/>
                  </a:lnTo>
                  <a:lnTo>
                    <a:pt x="3425338" y="6244601"/>
                  </a:lnTo>
                  <a:lnTo>
                    <a:pt x="3375378" y="6214722"/>
                  </a:lnTo>
                  <a:lnTo>
                    <a:pt x="3325401" y="6184736"/>
                  </a:lnTo>
                  <a:lnTo>
                    <a:pt x="3275474" y="6155079"/>
                  </a:lnTo>
                  <a:lnTo>
                    <a:pt x="3225644" y="6126170"/>
                  </a:lnTo>
                  <a:lnTo>
                    <a:pt x="3175913" y="6098382"/>
                  </a:lnTo>
                  <a:lnTo>
                    <a:pt x="3126214" y="6072025"/>
                  </a:lnTo>
                  <a:lnTo>
                    <a:pt x="3076391" y="6047337"/>
                  </a:lnTo>
                  <a:lnTo>
                    <a:pt x="3026178" y="6024472"/>
                  </a:lnTo>
                  <a:lnTo>
                    <a:pt x="2975174" y="6003509"/>
                  </a:lnTo>
                  <a:lnTo>
                    <a:pt x="2922818" y="5984453"/>
                  </a:lnTo>
                  <a:lnTo>
                    <a:pt x="2896531" y="5975823"/>
                  </a:lnTo>
                  <a:lnTo>
                    <a:pt x="2849062" y="5961790"/>
                  </a:lnTo>
                  <a:lnTo>
                    <a:pt x="2799083" y="5949092"/>
                  </a:lnTo>
                  <a:lnTo>
                    <a:pt x="2745836" y="5937668"/>
                  </a:lnTo>
                  <a:lnTo>
                    <a:pt x="2688489" y="5927412"/>
                  </a:lnTo>
                  <a:lnTo>
                    <a:pt x="2626193" y="5918202"/>
                  </a:lnTo>
                  <a:lnTo>
                    <a:pt x="2558140" y="5909916"/>
                  </a:lnTo>
                  <a:lnTo>
                    <a:pt x="2483639" y="5902446"/>
                  </a:lnTo>
                  <a:lnTo>
                    <a:pt x="2402218" y="5895697"/>
                  </a:lnTo>
                  <a:lnTo>
                    <a:pt x="2313770" y="5889601"/>
                  </a:lnTo>
                  <a:lnTo>
                    <a:pt x="2218724" y="5884107"/>
                  </a:lnTo>
                  <a:lnTo>
                    <a:pt x="2118237" y="5879190"/>
                  </a:lnTo>
                  <a:lnTo>
                    <a:pt x="2014359" y="5874842"/>
                  </a:lnTo>
                  <a:lnTo>
                    <a:pt x="1910108" y="5871070"/>
                  </a:lnTo>
                  <a:lnTo>
                    <a:pt x="1809360" y="5867888"/>
                  </a:lnTo>
                  <a:lnTo>
                    <a:pt x="1716498" y="5865303"/>
                  </a:lnTo>
                  <a:lnTo>
                    <a:pt x="1635799" y="5863309"/>
                  </a:lnTo>
                  <a:lnTo>
                    <a:pt x="1570676" y="5861870"/>
                  </a:lnTo>
                  <a:lnTo>
                    <a:pt x="1522964" y="5860922"/>
                  </a:lnTo>
                  <a:lnTo>
                    <a:pt x="1492454" y="5860374"/>
                  </a:lnTo>
                  <a:lnTo>
                    <a:pt x="1476806" y="5860119"/>
                  </a:lnTo>
                  <a:lnTo>
                    <a:pt x="1471746" y="5860044"/>
                  </a:lnTo>
                  <a:lnTo>
                    <a:pt x="1471387" y="5860039"/>
                  </a:lnTo>
                  <a:lnTo>
                    <a:pt x="0" y="5860039"/>
                  </a:lnTo>
                  <a:close/>
                </a:path>
              </a:pathLst>
            </a:custGeom>
            <a:solidFill>
              <a:srgbClr val="E78AC3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464" name="pl1464"/>
            <p:cNvSpPr/>
            <p:nvPr/>
          </p:nvSpPr>
          <p:spPr>
            <a:xfrm>
              <a:off x="4799595" y="3287959"/>
              <a:ext cx="11981298" cy="6554744"/>
            </a:xfrm>
            <a:custGeom>
              <a:avLst/>
              <a:pathLst>
                <a:path w="11981298" h="6554744">
                  <a:moveTo>
                    <a:pt x="0" y="5860039"/>
                  </a:moveTo>
                  <a:lnTo>
                    <a:pt x="1471387" y="5860039"/>
                  </a:lnTo>
                  <a:lnTo>
                    <a:pt x="1472619" y="5860057"/>
                  </a:lnTo>
                  <a:lnTo>
                    <a:pt x="1480703" y="5860180"/>
                  </a:lnTo>
                  <a:lnTo>
                    <a:pt x="1501030" y="5860522"/>
                  </a:lnTo>
                  <a:lnTo>
                    <a:pt x="1537250" y="5861195"/>
                  </a:lnTo>
                  <a:lnTo>
                    <a:pt x="1590986" y="5862302"/>
                  </a:lnTo>
                  <a:lnTo>
                    <a:pt x="1661721" y="5863924"/>
                  </a:lnTo>
                  <a:lnTo>
                    <a:pt x="1747012" y="5866118"/>
                  </a:lnTo>
                  <a:lnTo>
                    <a:pt x="1843065" y="5868906"/>
                  </a:lnTo>
                  <a:lnTo>
                    <a:pt x="1945486" y="5872291"/>
                  </a:lnTo>
                  <a:lnTo>
                    <a:pt x="2050007" y="5876261"/>
                  </a:lnTo>
                  <a:lnTo>
                    <a:pt x="2153019" y="5880804"/>
                  </a:lnTo>
                  <a:lnTo>
                    <a:pt x="2251833" y="5885916"/>
                  </a:lnTo>
                  <a:lnTo>
                    <a:pt x="2344717" y="5891611"/>
                  </a:lnTo>
                  <a:lnTo>
                    <a:pt x="2430785" y="5897923"/>
                  </a:lnTo>
                  <a:lnTo>
                    <a:pt x="2509812" y="5904909"/>
                  </a:lnTo>
                  <a:lnTo>
                    <a:pt x="2582047" y="5912646"/>
                  </a:lnTo>
                  <a:lnTo>
                    <a:pt x="2648051" y="5921234"/>
                  </a:lnTo>
                  <a:lnTo>
                    <a:pt x="2708564" y="5930787"/>
                  </a:lnTo>
                  <a:lnTo>
                    <a:pt x="2764417" y="5941427"/>
                  </a:lnTo>
                  <a:lnTo>
                    <a:pt x="2816459" y="5953276"/>
                  </a:lnTo>
                  <a:lnTo>
                    <a:pt x="2865501" y="5966426"/>
                  </a:lnTo>
                  <a:lnTo>
                    <a:pt x="2896531" y="5975823"/>
                  </a:lnTo>
                  <a:lnTo>
                    <a:pt x="2949811" y="5993965"/>
                  </a:lnTo>
                  <a:lnTo>
                    <a:pt x="3001394" y="6013993"/>
                  </a:lnTo>
                  <a:lnTo>
                    <a:pt x="3051934" y="6035934"/>
                  </a:lnTo>
                  <a:lnTo>
                    <a:pt x="3101907" y="6059746"/>
                  </a:lnTo>
                  <a:lnTo>
                    <a:pt x="3151640" y="6085312"/>
                  </a:lnTo>
                  <a:lnTo>
                    <a:pt x="3201342" y="6112436"/>
                  </a:lnTo>
                  <a:lnTo>
                    <a:pt x="3251120" y="6140841"/>
                  </a:lnTo>
                  <a:lnTo>
                    <a:pt x="3301004" y="6170182"/>
                  </a:lnTo>
                  <a:lnTo>
                    <a:pt x="3350964" y="6200061"/>
                  </a:lnTo>
                  <a:lnTo>
                    <a:pt x="3400941" y="6230048"/>
                  </a:lnTo>
                  <a:lnTo>
                    <a:pt x="3450868" y="6259704"/>
                  </a:lnTo>
                  <a:lnTo>
                    <a:pt x="3500698" y="6288613"/>
                  </a:lnTo>
                  <a:lnTo>
                    <a:pt x="3550430" y="6316402"/>
                  </a:lnTo>
                  <a:lnTo>
                    <a:pt x="3600128" y="6342758"/>
                  </a:lnTo>
                  <a:lnTo>
                    <a:pt x="3649951" y="6367447"/>
                  </a:lnTo>
                  <a:lnTo>
                    <a:pt x="3700164" y="6390312"/>
                  </a:lnTo>
                  <a:lnTo>
                    <a:pt x="3751168" y="6411275"/>
                  </a:lnTo>
                  <a:lnTo>
                    <a:pt x="3803524" y="6430330"/>
                  </a:lnTo>
                  <a:lnTo>
                    <a:pt x="3829811" y="6438960"/>
                  </a:lnTo>
                  <a:lnTo>
                    <a:pt x="3877280" y="6452993"/>
                  </a:lnTo>
                  <a:lnTo>
                    <a:pt x="3927259" y="6465692"/>
                  </a:lnTo>
                  <a:lnTo>
                    <a:pt x="3980506" y="6477116"/>
                  </a:lnTo>
                  <a:lnTo>
                    <a:pt x="4037853" y="6487371"/>
                  </a:lnTo>
                  <a:lnTo>
                    <a:pt x="4100149" y="6496581"/>
                  </a:lnTo>
                  <a:lnTo>
                    <a:pt x="4168202" y="6504867"/>
                  </a:lnTo>
                  <a:lnTo>
                    <a:pt x="4242703" y="6512338"/>
                  </a:lnTo>
                  <a:lnTo>
                    <a:pt x="4324124" y="6519086"/>
                  </a:lnTo>
                  <a:lnTo>
                    <a:pt x="4412572" y="6525183"/>
                  </a:lnTo>
                  <a:lnTo>
                    <a:pt x="4507618" y="6530676"/>
                  </a:lnTo>
                  <a:lnTo>
                    <a:pt x="4608105" y="6535593"/>
                  </a:lnTo>
                  <a:lnTo>
                    <a:pt x="4711983" y="6539942"/>
                  </a:lnTo>
                  <a:lnTo>
                    <a:pt x="4816234" y="6543713"/>
                  </a:lnTo>
                  <a:lnTo>
                    <a:pt x="4916982" y="6546896"/>
                  </a:lnTo>
                  <a:lnTo>
                    <a:pt x="5009844" y="6549480"/>
                  </a:lnTo>
                  <a:lnTo>
                    <a:pt x="5090543" y="6551475"/>
                  </a:lnTo>
                  <a:lnTo>
                    <a:pt x="5155666" y="6552914"/>
                  </a:lnTo>
                  <a:lnTo>
                    <a:pt x="5203378" y="6553862"/>
                  </a:lnTo>
                  <a:lnTo>
                    <a:pt x="5233888" y="6554409"/>
                  </a:lnTo>
                  <a:lnTo>
                    <a:pt x="5249536" y="6554664"/>
                  </a:lnTo>
                  <a:lnTo>
                    <a:pt x="5254596" y="6554739"/>
                  </a:lnTo>
                  <a:lnTo>
                    <a:pt x="5254955" y="6554744"/>
                  </a:lnTo>
                  <a:lnTo>
                    <a:pt x="6726343" y="6554744"/>
                  </a:lnTo>
                  <a:lnTo>
                    <a:pt x="6727124" y="6554641"/>
                  </a:lnTo>
                  <a:lnTo>
                    <a:pt x="6732302" y="6553910"/>
                  </a:lnTo>
                  <a:lnTo>
                    <a:pt x="6745490" y="6551892"/>
                  </a:lnTo>
                  <a:lnTo>
                    <a:pt x="6769403" y="6547912"/>
                  </a:lnTo>
                  <a:lnTo>
                    <a:pt x="6805725" y="6541319"/>
                  </a:lnTo>
                  <a:lnTo>
                    <a:pt x="6854999" y="6531534"/>
                  </a:lnTo>
                  <a:lnTo>
                    <a:pt x="6916612" y="6518101"/>
                  </a:lnTo>
                  <a:lnTo>
                    <a:pt x="6988942" y="6500711"/>
                  </a:lnTo>
                  <a:lnTo>
                    <a:pt x="7069629" y="6479205"/>
                  </a:lnTo>
                  <a:lnTo>
                    <a:pt x="7155931" y="6453554"/>
                  </a:lnTo>
                  <a:lnTo>
                    <a:pt x="7245074" y="6423808"/>
                  </a:lnTo>
                  <a:lnTo>
                    <a:pt x="7334539" y="6390048"/>
                  </a:lnTo>
                  <a:lnTo>
                    <a:pt x="7422245" y="6352337"/>
                  </a:lnTo>
                  <a:lnTo>
                    <a:pt x="7506631" y="6310676"/>
                  </a:lnTo>
                  <a:lnTo>
                    <a:pt x="7586650" y="6264979"/>
                  </a:lnTo>
                  <a:lnTo>
                    <a:pt x="7661712" y="6215053"/>
                  </a:lnTo>
                  <a:lnTo>
                    <a:pt x="7731599" y="6160590"/>
                  </a:lnTo>
                  <a:lnTo>
                    <a:pt x="7796378" y="6101172"/>
                  </a:lnTo>
                  <a:lnTo>
                    <a:pt x="7856318" y="6036271"/>
                  </a:lnTo>
                  <a:lnTo>
                    <a:pt x="7911823" y="5965265"/>
                  </a:lnTo>
                  <a:lnTo>
                    <a:pt x="7963378" y="5887455"/>
                  </a:lnTo>
                  <a:lnTo>
                    <a:pt x="8011507" y="5802108"/>
                  </a:lnTo>
                  <a:lnTo>
                    <a:pt x="8056748" y="5708502"/>
                  </a:lnTo>
                  <a:lnTo>
                    <a:pt x="8099620" y="5606023"/>
                  </a:lnTo>
                  <a:lnTo>
                    <a:pt x="8140604" y="5494298"/>
                  </a:lnTo>
                  <a:lnTo>
                    <a:pt x="8151487" y="5462287"/>
                  </a:lnTo>
                  <a:lnTo>
                    <a:pt x="8177476" y="5381817"/>
                  </a:lnTo>
                  <a:lnTo>
                    <a:pt x="8202974" y="5297271"/>
                  </a:lnTo>
                  <a:lnTo>
                    <a:pt x="8228074" y="5208571"/>
                  </a:lnTo>
                  <a:lnTo>
                    <a:pt x="8252855" y="5115669"/>
                  </a:lnTo>
                  <a:lnTo>
                    <a:pt x="8277387" y="5018549"/>
                  </a:lnTo>
                  <a:lnTo>
                    <a:pt x="8301729" y="4917229"/>
                  </a:lnTo>
                  <a:lnTo>
                    <a:pt x="8325931" y="4811764"/>
                  </a:lnTo>
                  <a:lnTo>
                    <a:pt x="8350035" y="4702249"/>
                  </a:lnTo>
                  <a:lnTo>
                    <a:pt x="8374077" y="4588817"/>
                  </a:lnTo>
                  <a:lnTo>
                    <a:pt x="8398084" y="4471645"/>
                  </a:lnTo>
                  <a:lnTo>
                    <a:pt x="8422080" y="4350950"/>
                  </a:lnTo>
                  <a:lnTo>
                    <a:pt x="8446079" y="4226989"/>
                  </a:lnTo>
                  <a:lnTo>
                    <a:pt x="8470094" y="4100061"/>
                  </a:lnTo>
                  <a:lnTo>
                    <a:pt x="8494131" y="3970501"/>
                  </a:lnTo>
                  <a:lnTo>
                    <a:pt x="8518193" y="3838678"/>
                  </a:lnTo>
                  <a:lnTo>
                    <a:pt x="8542280" y="3704991"/>
                  </a:lnTo>
                  <a:lnTo>
                    <a:pt x="8566389" y="3569866"/>
                  </a:lnTo>
                  <a:lnTo>
                    <a:pt x="8590513" y="3433748"/>
                  </a:lnTo>
                  <a:lnTo>
                    <a:pt x="8614646" y="3297096"/>
                  </a:lnTo>
                  <a:lnTo>
                    <a:pt x="8638780" y="3160376"/>
                  </a:lnTo>
                  <a:lnTo>
                    <a:pt x="8662908" y="3024056"/>
                  </a:lnTo>
                  <a:lnTo>
                    <a:pt x="8687021" y="2888599"/>
                  </a:lnTo>
                  <a:lnTo>
                    <a:pt x="8711115" y="2754453"/>
                  </a:lnTo>
                  <a:lnTo>
                    <a:pt x="8735185" y="2622050"/>
                  </a:lnTo>
                  <a:lnTo>
                    <a:pt x="8759229" y="2491797"/>
                  </a:lnTo>
                  <a:lnTo>
                    <a:pt x="8783250" y="2364074"/>
                  </a:lnTo>
                  <a:lnTo>
                    <a:pt x="8807253" y="2239225"/>
                  </a:lnTo>
                  <a:lnTo>
                    <a:pt x="8831247" y="2117560"/>
                  </a:lnTo>
                  <a:lnTo>
                    <a:pt x="8855249" y="1999348"/>
                  </a:lnTo>
                  <a:lnTo>
                    <a:pt x="8879278" y="1884817"/>
                  </a:lnTo>
                  <a:lnTo>
                    <a:pt x="8903361" y="1774157"/>
                  </a:lnTo>
                  <a:lnTo>
                    <a:pt x="8927531" y="1667512"/>
                  </a:lnTo>
                  <a:lnTo>
                    <a:pt x="8951828" y="1564989"/>
                  </a:lnTo>
                  <a:lnTo>
                    <a:pt x="8976299" y="1466654"/>
                  </a:lnTo>
                  <a:lnTo>
                    <a:pt x="9001002" y="1372536"/>
                  </a:lnTo>
                  <a:lnTo>
                    <a:pt x="9026003" y="1282627"/>
                  </a:lnTo>
                  <a:lnTo>
                    <a:pt x="9051377" y="1196890"/>
                  </a:lnTo>
                  <a:lnTo>
                    <a:pt x="9077214" y="1115254"/>
                  </a:lnTo>
                  <a:lnTo>
                    <a:pt x="9084767" y="1092457"/>
                  </a:lnTo>
                  <a:lnTo>
                    <a:pt x="9125312" y="978202"/>
                  </a:lnTo>
                  <a:lnTo>
                    <a:pt x="9167624" y="873230"/>
                  </a:lnTo>
                  <a:lnTo>
                    <a:pt x="9212170" y="777263"/>
                  </a:lnTo>
                  <a:lnTo>
                    <a:pt x="9259461" y="689737"/>
                  </a:lnTo>
                  <a:lnTo>
                    <a:pt x="9310031" y="609950"/>
                  </a:lnTo>
                  <a:lnTo>
                    <a:pt x="9364410" y="537163"/>
                  </a:lnTo>
                  <a:lnTo>
                    <a:pt x="9423099" y="470666"/>
                  </a:lnTo>
                  <a:lnTo>
                    <a:pt x="9486528" y="409812"/>
                  </a:lnTo>
                  <a:lnTo>
                    <a:pt x="9555009" y="354048"/>
                  </a:lnTo>
                  <a:lnTo>
                    <a:pt x="9628670" y="302922"/>
                  </a:lnTo>
                  <a:lnTo>
                    <a:pt x="9707381" y="256097"/>
                  </a:lnTo>
                  <a:lnTo>
                    <a:pt x="9790661" y="213351"/>
                  </a:lnTo>
                  <a:lnTo>
                    <a:pt x="9877596" y="174568"/>
                  </a:lnTo>
                  <a:lnTo>
                    <a:pt x="9966768" y="139729"/>
                  </a:lnTo>
                  <a:lnTo>
                    <a:pt x="10056232" y="108882"/>
                  </a:lnTo>
                  <a:lnTo>
                    <a:pt x="10143575" y="82109"/>
                  </a:lnTo>
                  <a:lnTo>
                    <a:pt x="10226070" y="59475"/>
                  </a:lnTo>
                  <a:lnTo>
                    <a:pt x="10300930" y="40974"/>
                  </a:lnTo>
                  <a:lnTo>
                    <a:pt x="10365657" y="26488"/>
                  </a:lnTo>
                  <a:lnTo>
                    <a:pt x="10418396" y="15750"/>
                  </a:lnTo>
                  <a:lnTo>
                    <a:pt x="10458239" y="8341"/>
                  </a:lnTo>
                  <a:lnTo>
                    <a:pt x="10485408" y="3712"/>
                  </a:lnTo>
                  <a:lnTo>
                    <a:pt x="10501287" y="1227"/>
                  </a:lnTo>
                  <a:lnTo>
                    <a:pt x="10508322" y="212"/>
                  </a:lnTo>
                  <a:lnTo>
                    <a:pt x="10509894" y="2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65" name="pl1465"/>
            <p:cNvSpPr/>
            <p:nvPr/>
          </p:nvSpPr>
          <p:spPr>
            <a:xfrm>
              <a:off x="4799595" y="3279786"/>
              <a:ext cx="11981298" cy="6554744"/>
            </a:xfrm>
            <a:custGeom>
              <a:avLst/>
              <a:pathLst>
                <a:path w="11981298" h="6554744">
                  <a:moveTo>
                    <a:pt x="11981298" y="0"/>
                  </a:moveTo>
                  <a:lnTo>
                    <a:pt x="10509911" y="0"/>
                  </a:lnTo>
                  <a:lnTo>
                    <a:pt x="10509129" y="102"/>
                  </a:lnTo>
                  <a:lnTo>
                    <a:pt x="10503951" y="833"/>
                  </a:lnTo>
                  <a:lnTo>
                    <a:pt x="10490763" y="2851"/>
                  </a:lnTo>
                  <a:lnTo>
                    <a:pt x="10466850" y="6831"/>
                  </a:lnTo>
                  <a:lnTo>
                    <a:pt x="10430528" y="13425"/>
                  </a:lnTo>
                  <a:lnTo>
                    <a:pt x="10381254" y="23210"/>
                  </a:lnTo>
                  <a:lnTo>
                    <a:pt x="10319641" y="36643"/>
                  </a:lnTo>
                  <a:lnTo>
                    <a:pt x="10247311" y="54033"/>
                  </a:lnTo>
                  <a:lnTo>
                    <a:pt x="10166624" y="75538"/>
                  </a:lnTo>
                  <a:lnTo>
                    <a:pt x="10080322" y="101190"/>
                  </a:lnTo>
                  <a:lnTo>
                    <a:pt x="9991179" y="130936"/>
                  </a:lnTo>
                  <a:lnTo>
                    <a:pt x="9901714" y="164696"/>
                  </a:lnTo>
                  <a:lnTo>
                    <a:pt x="9814008" y="202407"/>
                  </a:lnTo>
                  <a:lnTo>
                    <a:pt x="9729622" y="244067"/>
                  </a:lnTo>
                  <a:lnTo>
                    <a:pt x="9649603" y="289764"/>
                  </a:lnTo>
                  <a:lnTo>
                    <a:pt x="9574542" y="339691"/>
                  </a:lnTo>
                  <a:lnTo>
                    <a:pt x="9504655" y="394153"/>
                  </a:lnTo>
                  <a:lnTo>
                    <a:pt x="9439876" y="453571"/>
                  </a:lnTo>
                  <a:lnTo>
                    <a:pt x="9379935" y="518472"/>
                  </a:lnTo>
                  <a:lnTo>
                    <a:pt x="9324430" y="589479"/>
                  </a:lnTo>
                  <a:lnTo>
                    <a:pt x="9272876" y="667288"/>
                  </a:lnTo>
                  <a:lnTo>
                    <a:pt x="9224746" y="752636"/>
                  </a:lnTo>
                  <a:lnTo>
                    <a:pt x="9179505" y="846242"/>
                  </a:lnTo>
                  <a:lnTo>
                    <a:pt x="9136633" y="948720"/>
                  </a:lnTo>
                  <a:lnTo>
                    <a:pt x="9095649" y="1060445"/>
                  </a:lnTo>
                  <a:lnTo>
                    <a:pt x="9084767" y="1092457"/>
                  </a:lnTo>
                  <a:lnTo>
                    <a:pt x="9058777" y="1172926"/>
                  </a:lnTo>
                  <a:lnTo>
                    <a:pt x="9033279" y="1257472"/>
                  </a:lnTo>
                  <a:lnTo>
                    <a:pt x="9008179" y="1346172"/>
                  </a:lnTo>
                  <a:lnTo>
                    <a:pt x="8983398" y="1439074"/>
                  </a:lnTo>
                  <a:lnTo>
                    <a:pt x="8958866" y="1536194"/>
                  </a:lnTo>
                  <a:lnTo>
                    <a:pt x="8934524" y="1637515"/>
                  </a:lnTo>
                  <a:lnTo>
                    <a:pt x="8910322" y="1742979"/>
                  </a:lnTo>
                  <a:lnTo>
                    <a:pt x="8886218" y="1852495"/>
                  </a:lnTo>
                  <a:lnTo>
                    <a:pt x="8862176" y="1965926"/>
                  </a:lnTo>
                  <a:lnTo>
                    <a:pt x="8838169" y="2083098"/>
                  </a:lnTo>
                  <a:lnTo>
                    <a:pt x="8814174" y="2203794"/>
                  </a:lnTo>
                  <a:lnTo>
                    <a:pt x="8790174" y="2327754"/>
                  </a:lnTo>
                  <a:lnTo>
                    <a:pt x="8766160" y="2454682"/>
                  </a:lnTo>
                  <a:lnTo>
                    <a:pt x="8742122" y="2584243"/>
                  </a:lnTo>
                  <a:lnTo>
                    <a:pt x="8718060" y="2716066"/>
                  </a:lnTo>
                  <a:lnTo>
                    <a:pt x="8693973" y="2849752"/>
                  </a:lnTo>
                  <a:lnTo>
                    <a:pt x="8669865" y="2984877"/>
                  </a:lnTo>
                  <a:lnTo>
                    <a:pt x="8645740" y="3120995"/>
                  </a:lnTo>
                  <a:lnTo>
                    <a:pt x="8621607" y="3257648"/>
                  </a:lnTo>
                  <a:lnTo>
                    <a:pt x="8597473" y="3394368"/>
                  </a:lnTo>
                  <a:lnTo>
                    <a:pt x="8573345" y="3530687"/>
                  </a:lnTo>
                  <a:lnTo>
                    <a:pt x="8549232" y="3666145"/>
                  </a:lnTo>
                  <a:lnTo>
                    <a:pt x="8525138" y="3800291"/>
                  </a:lnTo>
                  <a:lnTo>
                    <a:pt x="8501069" y="3932694"/>
                  </a:lnTo>
                  <a:lnTo>
                    <a:pt x="8477024" y="4062946"/>
                  </a:lnTo>
                  <a:lnTo>
                    <a:pt x="8453003" y="4190669"/>
                  </a:lnTo>
                  <a:lnTo>
                    <a:pt x="8429001" y="4315518"/>
                  </a:lnTo>
                  <a:lnTo>
                    <a:pt x="8405006" y="4437184"/>
                  </a:lnTo>
                  <a:lnTo>
                    <a:pt x="8381004" y="4555396"/>
                  </a:lnTo>
                  <a:lnTo>
                    <a:pt x="8356975" y="4669926"/>
                  </a:lnTo>
                  <a:lnTo>
                    <a:pt x="8332892" y="4780587"/>
                  </a:lnTo>
                  <a:lnTo>
                    <a:pt x="8308722" y="4887232"/>
                  </a:lnTo>
                  <a:lnTo>
                    <a:pt x="8284425" y="4989754"/>
                  </a:lnTo>
                  <a:lnTo>
                    <a:pt x="8259954" y="5088090"/>
                  </a:lnTo>
                  <a:lnTo>
                    <a:pt x="8235251" y="5182208"/>
                  </a:lnTo>
                  <a:lnTo>
                    <a:pt x="8210251" y="5272116"/>
                  </a:lnTo>
                  <a:lnTo>
                    <a:pt x="8184876" y="5357854"/>
                  </a:lnTo>
                  <a:lnTo>
                    <a:pt x="8159039" y="5439489"/>
                  </a:lnTo>
                  <a:lnTo>
                    <a:pt x="8151487" y="5462287"/>
                  </a:lnTo>
                  <a:lnTo>
                    <a:pt x="8110942" y="5576541"/>
                  </a:lnTo>
                  <a:lnTo>
                    <a:pt x="8068629" y="5681513"/>
                  </a:lnTo>
                  <a:lnTo>
                    <a:pt x="8024083" y="5777480"/>
                  </a:lnTo>
                  <a:lnTo>
                    <a:pt x="7976792" y="5865007"/>
                  </a:lnTo>
                  <a:lnTo>
                    <a:pt x="7926223" y="5944794"/>
                  </a:lnTo>
                  <a:lnTo>
                    <a:pt x="7871843" y="6017580"/>
                  </a:lnTo>
                  <a:lnTo>
                    <a:pt x="7813154" y="6084078"/>
                  </a:lnTo>
                  <a:lnTo>
                    <a:pt x="7749725" y="6144931"/>
                  </a:lnTo>
                  <a:lnTo>
                    <a:pt x="7681245" y="6200696"/>
                  </a:lnTo>
                  <a:lnTo>
                    <a:pt x="7607583" y="6251822"/>
                  </a:lnTo>
                  <a:lnTo>
                    <a:pt x="7528873" y="6298646"/>
                  </a:lnTo>
                  <a:lnTo>
                    <a:pt x="7445592" y="6341392"/>
                  </a:lnTo>
                  <a:lnTo>
                    <a:pt x="7358657" y="6380175"/>
                  </a:lnTo>
                  <a:lnTo>
                    <a:pt x="7269486" y="6415015"/>
                  </a:lnTo>
                  <a:lnTo>
                    <a:pt x="7180022" y="6445861"/>
                  </a:lnTo>
                  <a:lnTo>
                    <a:pt x="7092678" y="6472634"/>
                  </a:lnTo>
                  <a:lnTo>
                    <a:pt x="7010184" y="6495269"/>
                  </a:lnTo>
                  <a:lnTo>
                    <a:pt x="6935323" y="6513769"/>
                  </a:lnTo>
                  <a:lnTo>
                    <a:pt x="6870596" y="6528255"/>
                  </a:lnTo>
                  <a:lnTo>
                    <a:pt x="6817857" y="6538993"/>
                  </a:lnTo>
                  <a:lnTo>
                    <a:pt x="6778014" y="6546403"/>
                  </a:lnTo>
                  <a:lnTo>
                    <a:pt x="6750845" y="6551032"/>
                  </a:lnTo>
                  <a:lnTo>
                    <a:pt x="6734967" y="6553517"/>
                  </a:lnTo>
                  <a:lnTo>
                    <a:pt x="6727931" y="6554532"/>
                  </a:lnTo>
                  <a:lnTo>
                    <a:pt x="6726359" y="6554742"/>
                  </a:lnTo>
                  <a:lnTo>
                    <a:pt x="6726343" y="6554744"/>
                  </a:lnTo>
                  <a:lnTo>
                    <a:pt x="5254955" y="6554744"/>
                  </a:lnTo>
                  <a:lnTo>
                    <a:pt x="5253723" y="6554727"/>
                  </a:lnTo>
                  <a:lnTo>
                    <a:pt x="5245640" y="6554603"/>
                  </a:lnTo>
                  <a:lnTo>
                    <a:pt x="5225312" y="6554261"/>
                  </a:lnTo>
                  <a:lnTo>
                    <a:pt x="5189092" y="6553588"/>
                  </a:lnTo>
                  <a:lnTo>
                    <a:pt x="5135356" y="6552482"/>
                  </a:lnTo>
                  <a:lnTo>
                    <a:pt x="5064622" y="6550859"/>
                  </a:lnTo>
                  <a:lnTo>
                    <a:pt x="4979330" y="6548666"/>
                  </a:lnTo>
                  <a:lnTo>
                    <a:pt x="4883277" y="6545877"/>
                  </a:lnTo>
                  <a:lnTo>
                    <a:pt x="4780857" y="6542492"/>
                  </a:lnTo>
                  <a:lnTo>
                    <a:pt x="4676335" y="6538522"/>
                  </a:lnTo>
                  <a:lnTo>
                    <a:pt x="4573324" y="6533980"/>
                  </a:lnTo>
                  <a:lnTo>
                    <a:pt x="4474510" y="6528868"/>
                  </a:lnTo>
                  <a:lnTo>
                    <a:pt x="4381625" y="6523173"/>
                  </a:lnTo>
                  <a:lnTo>
                    <a:pt x="4295557" y="6516861"/>
                  </a:lnTo>
                  <a:lnTo>
                    <a:pt x="4216530" y="6509875"/>
                  </a:lnTo>
                  <a:lnTo>
                    <a:pt x="4144295" y="6502137"/>
                  </a:lnTo>
                  <a:lnTo>
                    <a:pt x="4078291" y="6493549"/>
                  </a:lnTo>
                  <a:lnTo>
                    <a:pt x="4017778" y="6483997"/>
                  </a:lnTo>
                  <a:lnTo>
                    <a:pt x="3961925" y="6473356"/>
                  </a:lnTo>
                  <a:lnTo>
                    <a:pt x="3909883" y="6461508"/>
                  </a:lnTo>
                  <a:lnTo>
                    <a:pt x="3860841" y="6448357"/>
                  </a:lnTo>
                  <a:lnTo>
                    <a:pt x="3829811" y="6438960"/>
                  </a:lnTo>
                  <a:lnTo>
                    <a:pt x="3776531" y="6420819"/>
                  </a:lnTo>
                  <a:lnTo>
                    <a:pt x="3724948" y="6400791"/>
                  </a:lnTo>
                  <a:lnTo>
                    <a:pt x="3674408" y="6378850"/>
                  </a:lnTo>
                  <a:lnTo>
                    <a:pt x="3624436" y="6355038"/>
                  </a:lnTo>
                  <a:lnTo>
                    <a:pt x="3574702" y="6329471"/>
                  </a:lnTo>
                  <a:lnTo>
                    <a:pt x="3525000" y="6302348"/>
                  </a:lnTo>
                  <a:lnTo>
                    <a:pt x="3475222" y="6273943"/>
                  </a:lnTo>
                  <a:lnTo>
                    <a:pt x="3425338" y="6244601"/>
                  </a:lnTo>
                  <a:lnTo>
                    <a:pt x="3375378" y="6214722"/>
                  </a:lnTo>
                  <a:lnTo>
                    <a:pt x="3325401" y="6184736"/>
                  </a:lnTo>
                  <a:lnTo>
                    <a:pt x="3275474" y="6155079"/>
                  </a:lnTo>
                  <a:lnTo>
                    <a:pt x="3225644" y="6126170"/>
                  </a:lnTo>
                  <a:lnTo>
                    <a:pt x="3175913" y="6098382"/>
                  </a:lnTo>
                  <a:lnTo>
                    <a:pt x="3126214" y="6072025"/>
                  </a:lnTo>
                  <a:lnTo>
                    <a:pt x="3076391" y="6047337"/>
                  </a:lnTo>
                  <a:lnTo>
                    <a:pt x="3026178" y="6024472"/>
                  </a:lnTo>
                  <a:lnTo>
                    <a:pt x="2975174" y="6003509"/>
                  </a:lnTo>
                  <a:lnTo>
                    <a:pt x="2922818" y="5984453"/>
                  </a:lnTo>
                  <a:lnTo>
                    <a:pt x="2896531" y="5975823"/>
                  </a:lnTo>
                  <a:lnTo>
                    <a:pt x="2849062" y="5961790"/>
                  </a:lnTo>
                  <a:lnTo>
                    <a:pt x="2799083" y="5949092"/>
                  </a:lnTo>
                  <a:lnTo>
                    <a:pt x="2745836" y="5937668"/>
                  </a:lnTo>
                  <a:lnTo>
                    <a:pt x="2688489" y="5927412"/>
                  </a:lnTo>
                  <a:lnTo>
                    <a:pt x="2626193" y="5918202"/>
                  </a:lnTo>
                  <a:lnTo>
                    <a:pt x="2558140" y="5909916"/>
                  </a:lnTo>
                  <a:lnTo>
                    <a:pt x="2483639" y="5902446"/>
                  </a:lnTo>
                  <a:lnTo>
                    <a:pt x="2402218" y="5895697"/>
                  </a:lnTo>
                  <a:lnTo>
                    <a:pt x="2313770" y="5889601"/>
                  </a:lnTo>
                  <a:lnTo>
                    <a:pt x="2218724" y="5884107"/>
                  </a:lnTo>
                  <a:lnTo>
                    <a:pt x="2118237" y="5879190"/>
                  </a:lnTo>
                  <a:lnTo>
                    <a:pt x="2014359" y="5874842"/>
                  </a:lnTo>
                  <a:lnTo>
                    <a:pt x="1910108" y="5871070"/>
                  </a:lnTo>
                  <a:lnTo>
                    <a:pt x="1809360" y="5867888"/>
                  </a:lnTo>
                  <a:lnTo>
                    <a:pt x="1716498" y="5865303"/>
                  </a:lnTo>
                  <a:lnTo>
                    <a:pt x="1635799" y="5863309"/>
                  </a:lnTo>
                  <a:lnTo>
                    <a:pt x="1570676" y="5861870"/>
                  </a:lnTo>
                  <a:lnTo>
                    <a:pt x="1522964" y="5860922"/>
                  </a:lnTo>
                  <a:lnTo>
                    <a:pt x="1492454" y="5860374"/>
                  </a:lnTo>
                  <a:lnTo>
                    <a:pt x="1476806" y="5860119"/>
                  </a:lnTo>
                  <a:lnTo>
                    <a:pt x="1471746" y="5860044"/>
                  </a:lnTo>
                  <a:lnTo>
                    <a:pt x="1471387" y="5860039"/>
                  </a:lnTo>
                  <a:lnTo>
                    <a:pt x="0" y="586003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66" name="pg1466"/>
            <p:cNvSpPr/>
            <p:nvPr/>
          </p:nvSpPr>
          <p:spPr>
            <a:xfrm>
              <a:off x="4799595" y="7129268"/>
              <a:ext cx="11981298" cy="2795165"/>
            </a:xfrm>
            <a:custGeom>
              <a:avLst/>
              <a:pathLst>
                <a:path w="11981298" h="2795165">
                  <a:moveTo>
                    <a:pt x="0" y="2026903"/>
                  </a:moveTo>
                  <a:lnTo>
                    <a:pt x="1471387" y="2026903"/>
                  </a:lnTo>
                  <a:lnTo>
                    <a:pt x="1472618" y="2026922"/>
                  </a:lnTo>
                  <a:lnTo>
                    <a:pt x="1480693" y="2027059"/>
                  </a:lnTo>
                  <a:lnTo>
                    <a:pt x="1501000" y="2027437"/>
                  </a:lnTo>
                  <a:lnTo>
                    <a:pt x="1537185" y="2028180"/>
                  </a:lnTo>
                  <a:lnTo>
                    <a:pt x="1590872" y="2029402"/>
                  </a:lnTo>
                  <a:lnTo>
                    <a:pt x="1661548" y="2031195"/>
                  </a:lnTo>
                  <a:lnTo>
                    <a:pt x="1746778" y="2033618"/>
                  </a:lnTo>
                  <a:lnTo>
                    <a:pt x="1842773" y="2036699"/>
                  </a:lnTo>
                  <a:lnTo>
                    <a:pt x="1945143" y="2040439"/>
                  </a:lnTo>
                  <a:lnTo>
                    <a:pt x="2049626" y="2044825"/>
                  </a:lnTo>
                  <a:lnTo>
                    <a:pt x="2152612" y="2049844"/>
                  </a:lnTo>
                  <a:lnTo>
                    <a:pt x="2251411" y="2055493"/>
                  </a:lnTo>
                  <a:lnTo>
                    <a:pt x="2344292" y="2061786"/>
                  </a:lnTo>
                  <a:lnTo>
                    <a:pt x="2430363" y="2068760"/>
                  </a:lnTo>
                  <a:lnTo>
                    <a:pt x="2509398" y="2076479"/>
                  </a:lnTo>
                  <a:lnTo>
                    <a:pt x="2581644" y="2085027"/>
                  </a:lnTo>
                  <a:lnTo>
                    <a:pt x="2647659" y="2094515"/>
                  </a:lnTo>
                  <a:lnTo>
                    <a:pt x="2708182" y="2105068"/>
                  </a:lnTo>
                  <a:lnTo>
                    <a:pt x="2764044" y="2116822"/>
                  </a:lnTo>
                  <a:lnTo>
                    <a:pt x="2816091" y="2129911"/>
                  </a:lnTo>
                  <a:lnTo>
                    <a:pt x="2865135" y="2144437"/>
                  </a:lnTo>
                  <a:lnTo>
                    <a:pt x="2896531" y="2154947"/>
                  </a:lnTo>
                  <a:lnTo>
                    <a:pt x="2949250" y="2174783"/>
                  </a:lnTo>
                  <a:lnTo>
                    <a:pt x="3000301" y="2196660"/>
                  </a:lnTo>
                  <a:lnTo>
                    <a:pt x="3050319" y="2220608"/>
                  </a:lnTo>
                  <a:lnTo>
                    <a:pt x="3099770" y="2246585"/>
                  </a:lnTo>
                  <a:lnTo>
                    <a:pt x="3148976" y="2274467"/>
                  </a:lnTo>
                  <a:lnTo>
                    <a:pt x="3198143" y="2304048"/>
                  </a:lnTo>
                  <a:lnTo>
                    <a:pt x="3247381" y="2335038"/>
                  </a:lnTo>
                  <a:lnTo>
                    <a:pt x="3296722" y="2367071"/>
                  </a:lnTo>
                  <a:lnTo>
                    <a:pt x="3346142" y="2399726"/>
                  </a:lnTo>
                  <a:lnTo>
                    <a:pt x="3395584" y="2432542"/>
                  </a:lnTo>
                  <a:lnTo>
                    <a:pt x="3444985" y="2465052"/>
                  </a:lnTo>
                  <a:lnTo>
                    <a:pt x="3494293" y="2496804"/>
                  </a:lnTo>
                  <a:lnTo>
                    <a:pt x="3543502" y="2527391"/>
                  </a:lnTo>
                  <a:lnTo>
                    <a:pt x="3592666" y="2556471"/>
                  </a:lnTo>
                  <a:lnTo>
                    <a:pt x="3641921" y="2583778"/>
                  </a:lnTo>
                  <a:lnTo>
                    <a:pt x="3691508" y="2609132"/>
                  </a:lnTo>
                  <a:lnTo>
                    <a:pt x="3741790" y="2632437"/>
                  </a:lnTo>
                  <a:lnTo>
                    <a:pt x="3793283" y="2653673"/>
                  </a:lnTo>
                  <a:lnTo>
                    <a:pt x="3829811" y="2667121"/>
                  </a:lnTo>
                  <a:lnTo>
                    <a:pt x="3877262" y="2682635"/>
                  </a:lnTo>
                  <a:lnTo>
                    <a:pt x="3927221" y="2696674"/>
                  </a:lnTo>
                  <a:lnTo>
                    <a:pt x="3980446" y="2709304"/>
                  </a:lnTo>
                  <a:lnTo>
                    <a:pt x="4037766" y="2720643"/>
                  </a:lnTo>
                  <a:lnTo>
                    <a:pt x="4100030" y="2730826"/>
                  </a:lnTo>
                  <a:lnTo>
                    <a:pt x="4168046" y="2739988"/>
                  </a:lnTo>
                  <a:lnTo>
                    <a:pt x="4242504" y="2748249"/>
                  </a:lnTo>
                  <a:lnTo>
                    <a:pt x="4323876" y="2755711"/>
                  </a:lnTo>
                  <a:lnTo>
                    <a:pt x="4412270" y="2762452"/>
                  </a:lnTo>
                  <a:lnTo>
                    <a:pt x="4507260" y="2768527"/>
                  </a:lnTo>
                  <a:lnTo>
                    <a:pt x="4607693" y="2773966"/>
                  </a:lnTo>
                  <a:lnTo>
                    <a:pt x="4711524" y="2778775"/>
                  </a:lnTo>
                  <a:lnTo>
                    <a:pt x="4815744" y="2782948"/>
                  </a:lnTo>
                  <a:lnTo>
                    <a:pt x="4916483" y="2786469"/>
                  </a:lnTo>
                  <a:lnTo>
                    <a:pt x="5009365" y="2789330"/>
                  </a:lnTo>
                  <a:lnTo>
                    <a:pt x="5090114" y="2791538"/>
                  </a:lnTo>
                  <a:lnTo>
                    <a:pt x="5155314" y="2793133"/>
                  </a:lnTo>
                  <a:lnTo>
                    <a:pt x="5203122" y="2794184"/>
                  </a:lnTo>
                  <a:lnTo>
                    <a:pt x="5233731" y="2794792"/>
                  </a:lnTo>
                  <a:lnTo>
                    <a:pt x="5249466" y="2795075"/>
                  </a:lnTo>
                  <a:lnTo>
                    <a:pt x="5254583" y="2795159"/>
                  </a:lnTo>
                  <a:lnTo>
                    <a:pt x="5254955" y="2795165"/>
                  </a:lnTo>
                  <a:lnTo>
                    <a:pt x="6726343" y="2795165"/>
                  </a:lnTo>
                  <a:lnTo>
                    <a:pt x="6727492" y="2795100"/>
                  </a:lnTo>
                  <a:lnTo>
                    <a:pt x="6735045" y="2794638"/>
                  </a:lnTo>
                  <a:lnTo>
                    <a:pt x="6754079" y="2793361"/>
                  </a:lnTo>
                  <a:lnTo>
                    <a:pt x="6788096" y="2790848"/>
                  </a:lnTo>
                  <a:lnTo>
                    <a:pt x="6838772" y="2786708"/>
                  </a:lnTo>
                  <a:lnTo>
                    <a:pt x="6905830" y="2780623"/>
                  </a:lnTo>
                  <a:lnTo>
                    <a:pt x="6987198" y="2772378"/>
                  </a:lnTo>
                  <a:lnTo>
                    <a:pt x="7079485" y="2761862"/>
                  </a:lnTo>
                  <a:lnTo>
                    <a:pt x="7178637" y="2749060"/>
                  </a:lnTo>
                  <a:lnTo>
                    <a:pt x="7280605" y="2734008"/>
                  </a:lnTo>
                  <a:lnTo>
                    <a:pt x="7381861" y="2716756"/>
                  </a:lnTo>
                  <a:lnTo>
                    <a:pt x="7479677" y="2697326"/>
                  </a:lnTo>
                  <a:lnTo>
                    <a:pt x="7572209" y="2675687"/>
                  </a:lnTo>
                  <a:lnTo>
                    <a:pt x="7658417" y="2651736"/>
                  </a:lnTo>
                  <a:lnTo>
                    <a:pt x="7737919" y="2625288"/>
                  </a:lnTo>
                  <a:lnTo>
                    <a:pt x="7810816" y="2596077"/>
                  </a:lnTo>
                  <a:lnTo>
                    <a:pt x="7877542" y="2563760"/>
                  </a:lnTo>
                  <a:lnTo>
                    <a:pt x="7938736" y="2527932"/>
                  </a:lnTo>
                  <a:lnTo>
                    <a:pt x="7995147" y="2488139"/>
                  </a:lnTo>
                  <a:lnTo>
                    <a:pt x="8047565" y="2443922"/>
                  </a:lnTo>
                  <a:lnTo>
                    <a:pt x="8096768" y="2394870"/>
                  </a:lnTo>
                  <a:lnTo>
                    <a:pt x="8143476" y="2340726"/>
                  </a:lnTo>
                  <a:lnTo>
                    <a:pt x="8151487" y="2330666"/>
                  </a:lnTo>
                  <a:lnTo>
                    <a:pt x="8189412" y="2279919"/>
                  </a:lnTo>
                  <a:lnTo>
                    <a:pt x="8226376" y="2225413"/>
                  </a:lnTo>
                  <a:lnTo>
                    <a:pt x="8262643" y="2167072"/>
                  </a:lnTo>
                  <a:lnTo>
                    <a:pt x="8298425" y="2104883"/>
                  </a:lnTo>
                  <a:lnTo>
                    <a:pt x="8333891" y="2038901"/>
                  </a:lnTo>
                  <a:lnTo>
                    <a:pt x="8369172" y="1969258"/>
                  </a:lnTo>
                  <a:lnTo>
                    <a:pt x="8404366" y="1896165"/>
                  </a:lnTo>
                  <a:lnTo>
                    <a:pt x="8439544" y="1819913"/>
                  </a:lnTo>
                  <a:lnTo>
                    <a:pt x="8474748" y="1740877"/>
                  </a:lnTo>
                  <a:lnTo>
                    <a:pt x="8510002" y="1659501"/>
                  </a:lnTo>
                  <a:lnTo>
                    <a:pt x="8545309" y="1576297"/>
                  </a:lnTo>
                  <a:lnTo>
                    <a:pt x="8580660" y="1491831"/>
                  </a:lnTo>
                  <a:lnTo>
                    <a:pt x="8616036" y="1406706"/>
                  </a:lnTo>
                  <a:lnTo>
                    <a:pt x="8651414" y="1321543"/>
                  </a:lnTo>
                  <a:lnTo>
                    <a:pt x="8686769" y="1236967"/>
                  </a:lnTo>
                  <a:lnTo>
                    <a:pt x="8722082" y="1153584"/>
                  </a:lnTo>
                  <a:lnTo>
                    <a:pt x="8757342" y="1071965"/>
                  </a:lnTo>
                  <a:lnTo>
                    <a:pt x="8792551" y="992627"/>
                  </a:lnTo>
                  <a:lnTo>
                    <a:pt x="8827730" y="916025"/>
                  </a:lnTo>
                  <a:lnTo>
                    <a:pt x="8862920" y="842542"/>
                  </a:lnTo>
                  <a:lnTo>
                    <a:pt x="8898186" y="772479"/>
                  </a:lnTo>
                  <a:lnTo>
                    <a:pt x="8933624" y="706056"/>
                  </a:lnTo>
                  <a:lnTo>
                    <a:pt x="8969360" y="643414"/>
                  </a:lnTo>
                  <a:lnTo>
                    <a:pt x="9005559" y="584618"/>
                  </a:lnTo>
                  <a:lnTo>
                    <a:pt x="9042428" y="529662"/>
                  </a:lnTo>
                  <a:lnTo>
                    <a:pt x="9080225" y="478476"/>
                  </a:lnTo>
                  <a:lnTo>
                    <a:pt x="9084767" y="472671"/>
                  </a:lnTo>
                  <a:lnTo>
                    <a:pt x="9131103" y="417624"/>
                  </a:lnTo>
                  <a:lnTo>
                    <a:pt x="9179817" y="367689"/>
                  </a:lnTo>
                  <a:lnTo>
                    <a:pt x="9231613" y="322647"/>
                  </a:lnTo>
                  <a:lnTo>
                    <a:pt x="9287264" y="282109"/>
                  </a:lnTo>
                  <a:lnTo>
                    <a:pt x="9347560" y="245616"/>
                  </a:lnTo>
                  <a:lnTo>
                    <a:pt x="9413262" y="212713"/>
                  </a:lnTo>
                  <a:lnTo>
                    <a:pt x="9485034" y="182982"/>
                  </a:lnTo>
                  <a:lnTo>
                    <a:pt x="9563354" y="156069"/>
                  </a:lnTo>
                  <a:lnTo>
                    <a:pt x="9648394" y="131694"/>
                  </a:lnTo>
                  <a:lnTo>
                    <a:pt x="9739867" y="109658"/>
                  </a:lnTo>
                  <a:lnTo>
                    <a:pt x="9836863" y="89844"/>
                  </a:lnTo>
                  <a:lnTo>
                    <a:pt x="9937686" y="72208"/>
                  </a:lnTo>
                  <a:lnTo>
                    <a:pt x="10039764" y="56765"/>
                  </a:lnTo>
                  <a:lnTo>
                    <a:pt x="10139696" y="43563"/>
                  </a:lnTo>
                  <a:lnTo>
                    <a:pt x="10233493" y="32645"/>
                  </a:lnTo>
                  <a:lnTo>
                    <a:pt x="10317057" y="24004"/>
                  </a:lnTo>
                  <a:lnTo>
                    <a:pt x="10386828" y="17552"/>
                  </a:lnTo>
                  <a:lnTo>
                    <a:pt x="10440463" y="13090"/>
                  </a:lnTo>
                  <a:lnTo>
                    <a:pt x="10477347" y="10317"/>
                  </a:lnTo>
                  <a:lnTo>
                    <a:pt x="10498812" y="8853"/>
                  </a:lnTo>
                  <a:lnTo>
                    <a:pt x="10508060" y="8278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8761" y="64"/>
                  </a:lnTo>
                  <a:lnTo>
                    <a:pt x="10501209" y="526"/>
                  </a:lnTo>
                  <a:lnTo>
                    <a:pt x="10482175" y="1803"/>
                  </a:lnTo>
                  <a:lnTo>
                    <a:pt x="10448157" y="4316"/>
                  </a:lnTo>
                  <a:lnTo>
                    <a:pt x="10397481" y="8456"/>
                  </a:lnTo>
                  <a:lnTo>
                    <a:pt x="10330423" y="14541"/>
                  </a:lnTo>
                  <a:lnTo>
                    <a:pt x="10249055" y="22787"/>
                  </a:lnTo>
                  <a:lnTo>
                    <a:pt x="10156768" y="33302"/>
                  </a:lnTo>
                  <a:lnTo>
                    <a:pt x="10057617" y="46104"/>
                  </a:lnTo>
                  <a:lnTo>
                    <a:pt x="9955648" y="61156"/>
                  </a:lnTo>
                  <a:lnTo>
                    <a:pt x="9854392" y="78409"/>
                  </a:lnTo>
                  <a:lnTo>
                    <a:pt x="9756576" y="97839"/>
                  </a:lnTo>
                  <a:lnTo>
                    <a:pt x="9664044" y="119477"/>
                  </a:lnTo>
                  <a:lnTo>
                    <a:pt x="9577836" y="143428"/>
                  </a:lnTo>
                  <a:lnTo>
                    <a:pt x="9498334" y="169877"/>
                  </a:lnTo>
                  <a:lnTo>
                    <a:pt x="9425437" y="199088"/>
                  </a:lnTo>
                  <a:lnTo>
                    <a:pt x="9358711" y="231404"/>
                  </a:lnTo>
                  <a:lnTo>
                    <a:pt x="9297517" y="267233"/>
                  </a:lnTo>
                  <a:lnTo>
                    <a:pt x="9241106" y="307025"/>
                  </a:lnTo>
                  <a:lnTo>
                    <a:pt x="9188689" y="351243"/>
                  </a:lnTo>
                  <a:lnTo>
                    <a:pt x="9139486" y="400294"/>
                  </a:lnTo>
                  <a:lnTo>
                    <a:pt x="9092778" y="454438"/>
                  </a:lnTo>
                  <a:lnTo>
                    <a:pt x="9084767" y="464498"/>
                  </a:lnTo>
                  <a:lnTo>
                    <a:pt x="9046841" y="515245"/>
                  </a:lnTo>
                  <a:lnTo>
                    <a:pt x="9009877" y="569751"/>
                  </a:lnTo>
                  <a:lnTo>
                    <a:pt x="8973610" y="628092"/>
                  </a:lnTo>
                  <a:lnTo>
                    <a:pt x="8937828" y="690281"/>
                  </a:lnTo>
                  <a:lnTo>
                    <a:pt x="8902363" y="756263"/>
                  </a:lnTo>
                  <a:lnTo>
                    <a:pt x="8867082" y="825906"/>
                  </a:lnTo>
                  <a:lnTo>
                    <a:pt x="8831887" y="899000"/>
                  </a:lnTo>
                  <a:lnTo>
                    <a:pt x="8796709" y="975251"/>
                  </a:lnTo>
                  <a:lnTo>
                    <a:pt x="8761505" y="1054288"/>
                  </a:lnTo>
                  <a:lnTo>
                    <a:pt x="8726252" y="1135664"/>
                  </a:lnTo>
                  <a:lnTo>
                    <a:pt x="8690945" y="1218867"/>
                  </a:lnTo>
                  <a:lnTo>
                    <a:pt x="8655594" y="1303333"/>
                  </a:lnTo>
                  <a:lnTo>
                    <a:pt x="8620217" y="1388459"/>
                  </a:lnTo>
                  <a:lnTo>
                    <a:pt x="8584839" y="1473621"/>
                  </a:lnTo>
                  <a:lnTo>
                    <a:pt x="8549484" y="1558197"/>
                  </a:lnTo>
                  <a:lnTo>
                    <a:pt x="8514171" y="1641580"/>
                  </a:lnTo>
                  <a:lnTo>
                    <a:pt x="8478911" y="1723200"/>
                  </a:lnTo>
                  <a:lnTo>
                    <a:pt x="8443702" y="1802538"/>
                  </a:lnTo>
                  <a:lnTo>
                    <a:pt x="8408523" y="1879139"/>
                  </a:lnTo>
                  <a:lnTo>
                    <a:pt x="8373334" y="1952622"/>
                  </a:lnTo>
                  <a:lnTo>
                    <a:pt x="8338067" y="2022686"/>
                  </a:lnTo>
                  <a:lnTo>
                    <a:pt x="8302629" y="2089109"/>
                  </a:lnTo>
                  <a:lnTo>
                    <a:pt x="8266893" y="2151751"/>
                  </a:lnTo>
                  <a:lnTo>
                    <a:pt x="8230694" y="2210547"/>
                  </a:lnTo>
                  <a:lnTo>
                    <a:pt x="8193825" y="2265503"/>
                  </a:lnTo>
                  <a:lnTo>
                    <a:pt x="8156028" y="2316688"/>
                  </a:lnTo>
                  <a:lnTo>
                    <a:pt x="8151487" y="2322493"/>
                  </a:lnTo>
                  <a:lnTo>
                    <a:pt x="8105150" y="2377540"/>
                  </a:lnTo>
                  <a:lnTo>
                    <a:pt x="8056436" y="2427476"/>
                  </a:lnTo>
                  <a:lnTo>
                    <a:pt x="8004640" y="2472517"/>
                  </a:lnTo>
                  <a:lnTo>
                    <a:pt x="7948990" y="2513056"/>
                  </a:lnTo>
                  <a:lnTo>
                    <a:pt x="7888694" y="2549548"/>
                  </a:lnTo>
                  <a:lnTo>
                    <a:pt x="7822991" y="2582452"/>
                  </a:lnTo>
                  <a:lnTo>
                    <a:pt x="7751219" y="2612183"/>
                  </a:lnTo>
                  <a:lnTo>
                    <a:pt x="7672899" y="2639096"/>
                  </a:lnTo>
                  <a:lnTo>
                    <a:pt x="7587860" y="2663471"/>
                  </a:lnTo>
                  <a:lnTo>
                    <a:pt x="7496386" y="2685506"/>
                  </a:lnTo>
                  <a:lnTo>
                    <a:pt x="7399390" y="2705321"/>
                  </a:lnTo>
                  <a:lnTo>
                    <a:pt x="7298568" y="2722957"/>
                  </a:lnTo>
                  <a:lnTo>
                    <a:pt x="7196489" y="2738400"/>
                  </a:lnTo>
                  <a:lnTo>
                    <a:pt x="7096557" y="2751601"/>
                  </a:lnTo>
                  <a:lnTo>
                    <a:pt x="7002760" y="2762520"/>
                  </a:lnTo>
                  <a:lnTo>
                    <a:pt x="6919197" y="2771160"/>
                  </a:lnTo>
                  <a:lnTo>
                    <a:pt x="6849425" y="2777613"/>
                  </a:lnTo>
                  <a:lnTo>
                    <a:pt x="6795790" y="2782075"/>
                  </a:lnTo>
                  <a:lnTo>
                    <a:pt x="6758907" y="2784848"/>
                  </a:lnTo>
                  <a:lnTo>
                    <a:pt x="6737441" y="2786312"/>
                  </a:lnTo>
                  <a:lnTo>
                    <a:pt x="6728194" y="2786886"/>
                  </a:lnTo>
                  <a:lnTo>
                    <a:pt x="6726343" y="2786992"/>
                  </a:lnTo>
                  <a:lnTo>
                    <a:pt x="5254955" y="2786992"/>
                  </a:lnTo>
                  <a:lnTo>
                    <a:pt x="5253725" y="2786973"/>
                  </a:lnTo>
                  <a:lnTo>
                    <a:pt x="5245649" y="2786836"/>
                  </a:lnTo>
                  <a:lnTo>
                    <a:pt x="5225342" y="2786458"/>
                  </a:lnTo>
                  <a:lnTo>
                    <a:pt x="5189157" y="2785715"/>
                  </a:lnTo>
                  <a:lnTo>
                    <a:pt x="5135470" y="2784493"/>
                  </a:lnTo>
                  <a:lnTo>
                    <a:pt x="5064794" y="2782700"/>
                  </a:lnTo>
                  <a:lnTo>
                    <a:pt x="4979564" y="2780277"/>
                  </a:lnTo>
                  <a:lnTo>
                    <a:pt x="4883569" y="2777196"/>
                  </a:lnTo>
                  <a:lnTo>
                    <a:pt x="4781199" y="2773456"/>
                  </a:lnTo>
                  <a:lnTo>
                    <a:pt x="4676716" y="2769070"/>
                  </a:lnTo>
                  <a:lnTo>
                    <a:pt x="4573730" y="2764051"/>
                  </a:lnTo>
                  <a:lnTo>
                    <a:pt x="4474931" y="2758402"/>
                  </a:lnTo>
                  <a:lnTo>
                    <a:pt x="4382050" y="2752109"/>
                  </a:lnTo>
                  <a:lnTo>
                    <a:pt x="4295979" y="2745135"/>
                  </a:lnTo>
                  <a:lnTo>
                    <a:pt x="4216944" y="2737416"/>
                  </a:lnTo>
                  <a:lnTo>
                    <a:pt x="4144698" y="2728868"/>
                  </a:lnTo>
                  <a:lnTo>
                    <a:pt x="4078683" y="2719380"/>
                  </a:lnTo>
                  <a:lnTo>
                    <a:pt x="4018160" y="2708827"/>
                  </a:lnTo>
                  <a:lnTo>
                    <a:pt x="3962298" y="2697073"/>
                  </a:lnTo>
                  <a:lnTo>
                    <a:pt x="3910252" y="2683984"/>
                  </a:lnTo>
                  <a:lnTo>
                    <a:pt x="3861207" y="2669458"/>
                  </a:lnTo>
                  <a:lnTo>
                    <a:pt x="3829811" y="2658948"/>
                  </a:lnTo>
                  <a:lnTo>
                    <a:pt x="3777092" y="2639112"/>
                  </a:lnTo>
                  <a:lnTo>
                    <a:pt x="3726041" y="2617235"/>
                  </a:lnTo>
                  <a:lnTo>
                    <a:pt x="3676023" y="2593287"/>
                  </a:lnTo>
                  <a:lnTo>
                    <a:pt x="3626572" y="2567310"/>
                  </a:lnTo>
                  <a:lnTo>
                    <a:pt x="3577366" y="2539428"/>
                  </a:lnTo>
                  <a:lnTo>
                    <a:pt x="3528199" y="2509847"/>
                  </a:lnTo>
                  <a:lnTo>
                    <a:pt x="3478961" y="2478857"/>
                  </a:lnTo>
                  <a:lnTo>
                    <a:pt x="3429621" y="2446824"/>
                  </a:lnTo>
                  <a:lnTo>
                    <a:pt x="3380201" y="2414169"/>
                  </a:lnTo>
                  <a:lnTo>
                    <a:pt x="3330758" y="2381353"/>
                  </a:lnTo>
                  <a:lnTo>
                    <a:pt x="3281358" y="2348843"/>
                  </a:lnTo>
                  <a:lnTo>
                    <a:pt x="3232049" y="2317091"/>
                  </a:lnTo>
                  <a:lnTo>
                    <a:pt x="3182840" y="2286504"/>
                  </a:lnTo>
                  <a:lnTo>
                    <a:pt x="3133676" y="2257424"/>
                  </a:lnTo>
                  <a:lnTo>
                    <a:pt x="3084421" y="2230117"/>
                  </a:lnTo>
                  <a:lnTo>
                    <a:pt x="3034835" y="2204763"/>
                  </a:lnTo>
                  <a:lnTo>
                    <a:pt x="2984552" y="2181458"/>
                  </a:lnTo>
                  <a:lnTo>
                    <a:pt x="2933060" y="2160222"/>
                  </a:lnTo>
                  <a:lnTo>
                    <a:pt x="2896531" y="2146774"/>
                  </a:lnTo>
                  <a:lnTo>
                    <a:pt x="2849080" y="2131260"/>
                  </a:lnTo>
                  <a:lnTo>
                    <a:pt x="2799121" y="2117221"/>
                  </a:lnTo>
                  <a:lnTo>
                    <a:pt x="2745896" y="2104591"/>
                  </a:lnTo>
                  <a:lnTo>
                    <a:pt x="2688576" y="2093252"/>
                  </a:lnTo>
                  <a:lnTo>
                    <a:pt x="2626312" y="2083069"/>
                  </a:lnTo>
                  <a:lnTo>
                    <a:pt x="2558296" y="2073907"/>
                  </a:lnTo>
                  <a:lnTo>
                    <a:pt x="2483838" y="2065646"/>
                  </a:lnTo>
                  <a:lnTo>
                    <a:pt x="2402466" y="2058184"/>
                  </a:lnTo>
                  <a:lnTo>
                    <a:pt x="2314072" y="2051443"/>
                  </a:lnTo>
                  <a:lnTo>
                    <a:pt x="2219082" y="2045368"/>
                  </a:lnTo>
                  <a:lnTo>
                    <a:pt x="2118649" y="2039929"/>
                  </a:lnTo>
                  <a:lnTo>
                    <a:pt x="2014818" y="2035120"/>
                  </a:lnTo>
                  <a:lnTo>
                    <a:pt x="1910598" y="2030947"/>
                  </a:lnTo>
                  <a:lnTo>
                    <a:pt x="1809859" y="2027426"/>
                  </a:lnTo>
                  <a:lnTo>
                    <a:pt x="1716977" y="2024565"/>
                  </a:lnTo>
                  <a:lnTo>
                    <a:pt x="1636228" y="2022357"/>
                  </a:lnTo>
                  <a:lnTo>
                    <a:pt x="1571028" y="2020762"/>
                  </a:lnTo>
                  <a:lnTo>
                    <a:pt x="1523220" y="2019711"/>
                  </a:lnTo>
                  <a:lnTo>
                    <a:pt x="1492611" y="2019103"/>
                  </a:lnTo>
                  <a:lnTo>
                    <a:pt x="1476876" y="2018820"/>
                  </a:lnTo>
                  <a:lnTo>
                    <a:pt x="1471759" y="2018736"/>
                  </a:lnTo>
                  <a:lnTo>
                    <a:pt x="1471387" y="2018730"/>
                  </a:lnTo>
                  <a:lnTo>
                    <a:pt x="0" y="2018730"/>
                  </a:lnTo>
                  <a:close/>
                </a:path>
              </a:pathLst>
            </a:custGeom>
            <a:solidFill>
              <a:srgbClr val="E78AC3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467" name="pl1467"/>
            <p:cNvSpPr/>
            <p:nvPr/>
          </p:nvSpPr>
          <p:spPr>
            <a:xfrm>
              <a:off x="4799595" y="7137441"/>
              <a:ext cx="11981298" cy="2786992"/>
            </a:xfrm>
            <a:custGeom>
              <a:avLst/>
              <a:pathLst>
                <a:path w="11981298" h="2786992">
                  <a:moveTo>
                    <a:pt x="0" y="2018730"/>
                  </a:moveTo>
                  <a:lnTo>
                    <a:pt x="1471387" y="2018730"/>
                  </a:lnTo>
                  <a:lnTo>
                    <a:pt x="1472618" y="2018749"/>
                  </a:lnTo>
                  <a:lnTo>
                    <a:pt x="1480693" y="2018886"/>
                  </a:lnTo>
                  <a:lnTo>
                    <a:pt x="1501000" y="2019264"/>
                  </a:lnTo>
                  <a:lnTo>
                    <a:pt x="1537185" y="2020007"/>
                  </a:lnTo>
                  <a:lnTo>
                    <a:pt x="1590872" y="2021229"/>
                  </a:lnTo>
                  <a:lnTo>
                    <a:pt x="1661548" y="2023022"/>
                  </a:lnTo>
                  <a:lnTo>
                    <a:pt x="1746778" y="2025445"/>
                  </a:lnTo>
                  <a:lnTo>
                    <a:pt x="1842773" y="2028526"/>
                  </a:lnTo>
                  <a:lnTo>
                    <a:pt x="1945143" y="2032266"/>
                  </a:lnTo>
                  <a:lnTo>
                    <a:pt x="2049626" y="2036652"/>
                  </a:lnTo>
                  <a:lnTo>
                    <a:pt x="2152612" y="2041671"/>
                  </a:lnTo>
                  <a:lnTo>
                    <a:pt x="2251411" y="2047320"/>
                  </a:lnTo>
                  <a:lnTo>
                    <a:pt x="2344292" y="2053613"/>
                  </a:lnTo>
                  <a:lnTo>
                    <a:pt x="2430363" y="2060587"/>
                  </a:lnTo>
                  <a:lnTo>
                    <a:pt x="2509398" y="2068306"/>
                  </a:lnTo>
                  <a:lnTo>
                    <a:pt x="2581644" y="2076854"/>
                  </a:lnTo>
                  <a:lnTo>
                    <a:pt x="2647659" y="2086342"/>
                  </a:lnTo>
                  <a:lnTo>
                    <a:pt x="2708182" y="2096895"/>
                  </a:lnTo>
                  <a:lnTo>
                    <a:pt x="2764044" y="2108649"/>
                  </a:lnTo>
                  <a:lnTo>
                    <a:pt x="2816091" y="2121738"/>
                  </a:lnTo>
                  <a:lnTo>
                    <a:pt x="2865135" y="2136264"/>
                  </a:lnTo>
                  <a:lnTo>
                    <a:pt x="2896531" y="2146774"/>
                  </a:lnTo>
                  <a:lnTo>
                    <a:pt x="2949250" y="2166610"/>
                  </a:lnTo>
                  <a:lnTo>
                    <a:pt x="3000301" y="2188487"/>
                  </a:lnTo>
                  <a:lnTo>
                    <a:pt x="3050319" y="2212435"/>
                  </a:lnTo>
                  <a:lnTo>
                    <a:pt x="3099770" y="2238412"/>
                  </a:lnTo>
                  <a:lnTo>
                    <a:pt x="3148976" y="2266294"/>
                  </a:lnTo>
                  <a:lnTo>
                    <a:pt x="3198143" y="2295875"/>
                  </a:lnTo>
                  <a:lnTo>
                    <a:pt x="3247381" y="2326865"/>
                  </a:lnTo>
                  <a:lnTo>
                    <a:pt x="3296722" y="2358898"/>
                  </a:lnTo>
                  <a:lnTo>
                    <a:pt x="3346142" y="2391553"/>
                  </a:lnTo>
                  <a:lnTo>
                    <a:pt x="3395584" y="2424369"/>
                  </a:lnTo>
                  <a:lnTo>
                    <a:pt x="3444985" y="2456879"/>
                  </a:lnTo>
                  <a:lnTo>
                    <a:pt x="3494293" y="2488631"/>
                  </a:lnTo>
                  <a:lnTo>
                    <a:pt x="3543502" y="2519218"/>
                  </a:lnTo>
                  <a:lnTo>
                    <a:pt x="3592666" y="2548298"/>
                  </a:lnTo>
                  <a:lnTo>
                    <a:pt x="3641921" y="2575605"/>
                  </a:lnTo>
                  <a:lnTo>
                    <a:pt x="3691508" y="2600959"/>
                  </a:lnTo>
                  <a:lnTo>
                    <a:pt x="3741790" y="2624264"/>
                  </a:lnTo>
                  <a:lnTo>
                    <a:pt x="3793283" y="2645500"/>
                  </a:lnTo>
                  <a:lnTo>
                    <a:pt x="3829811" y="2658948"/>
                  </a:lnTo>
                  <a:lnTo>
                    <a:pt x="3877262" y="2674462"/>
                  </a:lnTo>
                  <a:lnTo>
                    <a:pt x="3927221" y="2688501"/>
                  </a:lnTo>
                  <a:lnTo>
                    <a:pt x="3980446" y="2701131"/>
                  </a:lnTo>
                  <a:lnTo>
                    <a:pt x="4037766" y="2712470"/>
                  </a:lnTo>
                  <a:lnTo>
                    <a:pt x="4100030" y="2722653"/>
                  </a:lnTo>
                  <a:lnTo>
                    <a:pt x="4168046" y="2731815"/>
                  </a:lnTo>
                  <a:lnTo>
                    <a:pt x="4242504" y="2740076"/>
                  </a:lnTo>
                  <a:lnTo>
                    <a:pt x="4323876" y="2747538"/>
                  </a:lnTo>
                  <a:lnTo>
                    <a:pt x="4412270" y="2754279"/>
                  </a:lnTo>
                  <a:lnTo>
                    <a:pt x="4507260" y="2760354"/>
                  </a:lnTo>
                  <a:lnTo>
                    <a:pt x="4607693" y="2765793"/>
                  </a:lnTo>
                  <a:lnTo>
                    <a:pt x="4711524" y="2770602"/>
                  </a:lnTo>
                  <a:lnTo>
                    <a:pt x="4815744" y="2774775"/>
                  </a:lnTo>
                  <a:lnTo>
                    <a:pt x="4916483" y="2778296"/>
                  </a:lnTo>
                  <a:lnTo>
                    <a:pt x="5009365" y="2781157"/>
                  </a:lnTo>
                  <a:lnTo>
                    <a:pt x="5090114" y="2783365"/>
                  </a:lnTo>
                  <a:lnTo>
                    <a:pt x="5155314" y="2784960"/>
                  </a:lnTo>
                  <a:lnTo>
                    <a:pt x="5203122" y="2786011"/>
                  </a:lnTo>
                  <a:lnTo>
                    <a:pt x="5233731" y="2786619"/>
                  </a:lnTo>
                  <a:lnTo>
                    <a:pt x="5249466" y="2786902"/>
                  </a:lnTo>
                  <a:lnTo>
                    <a:pt x="5254583" y="2786986"/>
                  </a:lnTo>
                  <a:lnTo>
                    <a:pt x="5254955" y="2786992"/>
                  </a:lnTo>
                  <a:lnTo>
                    <a:pt x="6726343" y="2786992"/>
                  </a:lnTo>
                  <a:lnTo>
                    <a:pt x="6727492" y="2786927"/>
                  </a:lnTo>
                  <a:lnTo>
                    <a:pt x="6735045" y="2786465"/>
                  </a:lnTo>
                  <a:lnTo>
                    <a:pt x="6754079" y="2785188"/>
                  </a:lnTo>
                  <a:lnTo>
                    <a:pt x="6788096" y="2782675"/>
                  </a:lnTo>
                  <a:lnTo>
                    <a:pt x="6838772" y="2778535"/>
                  </a:lnTo>
                  <a:lnTo>
                    <a:pt x="6905830" y="2772450"/>
                  </a:lnTo>
                  <a:lnTo>
                    <a:pt x="6987198" y="2764205"/>
                  </a:lnTo>
                  <a:lnTo>
                    <a:pt x="7079485" y="2753689"/>
                  </a:lnTo>
                  <a:lnTo>
                    <a:pt x="7178637" y="2740887"/>
                  </a:lnTo>
                  <a:lnTo>
                    <a:pt x="7280605" y="2725835"/>
                  </a:lnTo>
                  <a:lnTo>
                    <a:pt x="7381861" y="2708583"/>
                  </a:lnTo>
                  <a:lnTo>
                    <a:pt x="7479677" y="2689153"/>
                  </a:lnTo>
                  <a:lnTo>
                    <a:pt x="7572209" y="2667514"/>
                  </a:lnTo>
                  <a:lnTo>
                    <a:pt x="7658417" y="2643563"/>
                  </a:lnTo>
                  <a:lnTo>
                    <a:pt x="7737919" y="2617115"/>
                  </a:lnTo>
                  <a:lnTo>
                    <a:pt x="7810816" y="2587904"/>
                  </a:lnTo>
                  <a:lnTo>
                    <a:pt x="7877542" y="2555587"/>
                  </a:lnTo>
                  <a:lnTo>
                    <a:pt x="7938736" y="2519759"/>
                  </a:lnTo>
                  <a:lnTo>
                    <a:pt x="7995147" y="2479966"/>
                  </a:lnTo>
                  <a:lnTo>
                    <a:pt x="8047565" y="2435749"/>
                  </a:lnTo>
                  <a:lnTo>
                    <a:pt x="8096768" y="2386697"/>
                  </a:lnTo>
                  <a:lnTo>
                    <a:pt x="8143476" y="2332553"/>
                  </a:lnTo>
                  <a:lnTo>
                    <a:pt x="8151487" y="2322493"/>
                  </a:lnTo>
                  <a:lnTo>
                    <a:pt x="8189412" y="2271746"/>
                  </a:lnTo>
                  <a:lnTo>
                    <a:pt x="8226376" y="2217240"/>
                  </a:lnTo>
                  <a:lnTo>
                    <a:pt x="8262643" y="2158899"/>
                  </a:lnTo>
                  <a:lnTo>
                    <a:pt x="8298425" y="2096710"/>
                  </a:lnTo>
                  <a:lnTo>
                    <a:pt x="8333891" y="2030728"/>
                  </a:lnTo>
                  <a:lnTo>
                    <a:pt x="8369172" y="1961085"/>
                  </a:lnTo>
                  <a:lnTo>
                    <a:pt x="8404366" y="1887992"/>
                  </a:lnTo>
                  <a:lnTo>
                    <a:pt x="8439544" y="1811740"/>
                  </a:lnTo>
                  <a:lnTo>
                    <a:pt x="8474748" y="1732704"/>
                  </a:lnTo>
                  <a:lnTo>
                    <a:pt x="8510002" y="1651328"/>
                  </a:lnTo>
                  <a:lnTo>
                    <a:pt x="8545309" y="1568124"/>
                  </a:lnTo>
                  <a:lnTo>
                    <a:pt x="8580660" y="1483658"/>
                  </a:lnTo>
                  <a:lnTo>
                    <a:pt x="8616036" y="1398533"/>
                  </a:lnTo>
                  <a:lnTo>
                    <a:pt x="8651414" y="1313370"/>
                  </a:lnTo>
                  <a:lnTo>
                    <a:pt x="8686769" y="1228794"/>
                  </a:lnTo>
                  <a:lnTo>
                    <a:pt x="8722082" y="1145411"/>
                  </a:lnTo>
                  <a:lnTo>
                    <a:pt x="8757342" y="1063792"/>
                  </a:lnTo>
                  <a:lnTo>
                    <a:pt x="8792551" y="984454"/>
                  </a:lnTo>
                  <a:lnTo>
                    <a:pt x="8827730" y="907852"/>
                  </a:lnTo>
                  <a:lnTo>
                    <a:pt x="8862920" y="834369"/>
                  </a:lnTo>
                  <a:lnTo>
                    <a:pt x="8898186" y="764306"/>
                  </a:lnTo>
                  <a:lnTo>
                    <a:pt x="8933624" y="697883"/>
                  </a:lnTo>
                  <a:lnTo>
                    <a:pt x="8969360" y="635241"/>
                  </a:lnTo>
                  <a:lnTo>
                    <a:pt x="9005559" y="576445"/>
                  </a:lnTo>
                  <a:lnTo>
                    <a:pt x="9042428" y="521489"/>
                  </a:lnTo>
                  <a:lnTo>
                    <a:pt x="9080225" y="470303"/>
                  </a:lnTo>
                  <a:lnTo>
                    <a:pt x="9084767" y="464498"/>
                  </a:lnTo>
                  <a:lnTo>
                    <a:pt x="9131103" y="409451"/>
                  </a:lnTo>
                  <a:lnTo>
                    <a:pt x="9179817" y="359516"/>
                  </a:lnTo>
                  <a:lnTo>
                    <a:pt x="9231613" y="314474"/>
                  </a:lnTo>
                  <a:lnTo>
                    <a:pt x="9287264" y="273936"/>
                  </a:lnTo>
                  <a:lnTo>
                    <a:pt x="9347560" y="237443"/>
                  </a:lnTo>
                  <a:lnTo>
                    <a:pt x="9413262" y="204540"/>
                  </a:lnTo>
                  <a:lnTo>
                    <a:pt x="9485034" y="174809"/>
                  </a:lnTo>
                  <a:lnTo>
                    <a:pt x="9563354" y="147896"/>
                  </a:lnTo>
                  <a:lnTo>
                    <a:pt x="9648394" y="123521"/>
                  </a:lnTo>
                  <a:lnTo>
                    <a:pt x="9739867" y="101485"/>
                  </a:lnTo>
                  <a:lnTo>
                    <a:pt x="9836863" y="81671"/>
                  </a:lnTo>
                  <a:lnTo>
                    <a:pt x="9937686" y="64035"/>
                  </a:lnTo>
                  <a:lnTo>
                    <a:pt x="10039764" y="48592"/>
                  </a:lnTo>
                  <a:lnTo>
                    <a:pt x="10139696" y="35390"/>
                  </a:lnTo>
                  <a:lnTo>
                    <a:pt x="10233493" y="24472"/>
                  </a:lnTo>
                  <a:lnTo>
                    <a:pt x="10317057" y="15831"/>
                  </a:lnTo>
                  <a:lnTo>
                    <a:pt x="10386828" y="9379"/>
                  </a:lnTo>
                  <a:lnTo>
                    <a:pt x="10440463" y="4917"/>
                  </a:lnTo>
                  <a:lnTo>
                    <a:pt x="10477347" y="2144"/>
                  </a:lnTo>
                  <a:lnTo>
                    <a:pt x="10498812" y="680"/>
                  </a:lnTo>
                  <a:lnTo>
                    <a:pt x="10508060" y="105"/>
                  </a:lnTo>
                  <a:lnTo>
                    <a:pt x="10509904" y="0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68" name="pl1468"/>
            <p:cNvSpPr/>
            <p:nvPr/>
          </p:nvSpPr>
          <p:spPr>
            <a:xfrm>
              <a:off x="4799595" y="7129268"/>
              <a:ext cx="11981298" cy="2786992"/>
            </a:xfrm>
            <a:custGeom>
              <a:avLst/>
              <a:pathLst>
                <a:path w="11981298" h="2786992">
                  <a:moveTo>
                    <a:pt x="11981298" y="0"/>
                  </a:moveTo>
                  <a:lnTo>
                    <a:pt x="10509911" y="0"/>
                  </a:lnTo>
                  <a:lnTo>
                    <a:pt x="10508761" y="64"/>
                  </a:lnTo>
                  <a:lnTo>
                    <a:pt x="10501209" y="526"/>
                  </a:lnTo>
                  <a:lnTo>
                    <a:pt x="10482175" y="1803"/>
                  </a:lnTo>
                  <a:lnTo>
                    <a:pt x="10448157" y="4316"/>
                  </a:lnTo>
                  <a:lnTo>
                    <a:pt x="10397481" y="8456"/>
                  </a:lnTo>
                  <a:lnTo>
                    <a:pt x="10330423" y="14541"/>
                  </a:lnTo>
                  <a:lnTo>
                    <a:pt x="10249055" y="22787"/>
                  </a:lnTo>
                  <a:lnTo>
                    <a:pt x="10156768" y="33302"/>
                  </a:lnTo>
                  <a:lnTo>
                    <a:pt x="10057617" y="46104"/>
                  </a:lnTo>
                  <a:lnTo>
                    <a:pt x="9955648" y="61156"/>
                  </a:lnTo>
                  <a:lnTo>
                    <a:pt x="9854392" y="78409"/>
                  </a:lnTo>
                  <a:lnTo>
                    <a:pt x="9756576" y="97839"/>
                  </a:lnTo>
                  <a:lnTo>
                    <a:pt x="9664044" y="119477"/>
                  </a:lnTo>
                  <a:lnTo>
                    <a:pt x="9577836" y="143428"/>
                  </a:lnTo>
                  <a:lnTo>
                    <a:pt x="9498334" y="169877"/>
                  </a:lnTo>
                  <a:lnTo>
                    <a:pt x="9425437" y="199088"/>
                  </a:lnTo>
                  <a:lnTo>
                    <a:pt x="9358711" y="231404"/>
                  </a:lnTo>
                  <a:lnTo>
                    <a:pt x="9297517" y="267233"/>
                  </a:lnTo>
                  <a:lnTo>
                    <a:pt x="9241106" y="307025"/>
                  </a:lnTo>
                  <a:lnTo>
                    <a:pt x="9188689" y="351243"/>
                  </a:lnTo>
                  <a:lnTo>
                    <a:pt x="9139486" y="400294"/>
                  </a:lnTo>
                  <a:lnTo>
                    <a:pt x="9092778" y="454438"/>
                  </a:lnTo>
                  <a:lnTo>
                    <a:pt x="9084767" y="464498"/>
                  </a:lnTo>
                  <a:lnTo>
                    <a:pt x="9046841" y="515245"/>
                  </a:lnTo>
                  <a:lnTo>
                    <a:pt x="9009877" y="569751"/>
                  </a:lnTo>
                  <a:lnTo>
                    <a:pt x="8973610" y="628092"/>
                  </a:lnTo>
                  <a:lnTo>
                    <a:pt x="8937828" y="690281"/>
                  </a:lnTo>
                  <a:lnTo>
                    <a:pt x="8902363" y="756263"/>
                  </a:lnTo>
                  <a:lnTo>
                    <a:pt x="8867082" y="825906"/>
                  </a:lnTo>
                  <a:lnTo>
                    <a:pt x="8831887" y="899000"/>
                  </a:lnTo>
                  <a:lnTo>
                    <a:pt x="8796709" y="975251"/>
                  </a:lnTo>
                  <a:lnTo>
                    <a:pt x="8761505" y="1054288"/>
                  </a:lnTo>
                  <a:lnTo>
                    <a:pt x="8726252" y="1135664"/>
                  </a:lnTo>
                  <a:lnTo>
                    <a:pt x="8690945" y="1218867"/>
                  </a:lnTo>
                  <a:lnTo>
                    <a:pt x="8655594" y="1303333"/>
                  </a:lnTo>
                  <a:lnTo>
                    <a:pt x="8620217" y="1388459"/>
                  </a:lnTo>
                  <a:lnTo>
                    <a:pt x="8584839" y="1473621"/>
                  </a:lnTo>
                  <a:lnTo>
                    <a:pt x="8549484" y="1558197"/>
                  </a:lnTo>
                  <a:lnTo>
                    <a:pt x="8514171" y="1641580"/>
                  </a:lnTo>
                  <a:lnTo>
                    <a:pt x="8478911" y="1723200"/>
                  </a:lnTo>
                  <a:lnTo>
                    <a:pt x="8443702" y="1802538"/>
                  </a:lnTo>
                  <a:lnTo>
                    <a:pt x="8408523" y="1879139"/>
                  </a:lnTo>
                  <a:lnTo>
                    <a:pt x="8373334" y="1952622"/>
                  </a:lnTo>
                  <a:lnTo>
                    <a:pt x="8338067" y="2022686"/>
                  </a:lnTo>
                  <a:lnTo>
                    <a:pt x="8302629" y="2089109"/>
                  </a:lnTo>
                  <a:lnTo>
                    <a:pt x="8266893" y="2151751"/>
                  </a:lnTo>
                  <a:lnTo>
                    <a:pt x="8230694" y="2210547"/>
                  </a:lnTo>
                  <a:lnTo>
                    <a:pt x="8193825" y="2265503"/>
                  </a:lnTo>
                  <a:lnTo>
                    <a:pt x="8156028" y="2316688"/>
                  </a:lnTo>
                  <a:lnTo>
                    <a:pt x="8151487" y="2322493"/>
                  </a:lnTo>
                  <a:lnTo>
                    <a:pt x="8105150" y="2377540"/>
                  </a:lnTo>
                  <a:lnTo>
                    <a:pt x="8056436" y="2427476"/>
                  </a:lnTo>
                  <a:lnTo>
                    <a:pt x="8004640" y="2472517"/>
                  </a:lnTo>
                  <a:lnTo>
                    <a:pt x="7948990" y="2513056"/>
                  </a:lnTo>
                  <a:lnTo>
                    <a:pt x="7888694" y="2549548"/>
                  </a:lnTo>
                  <a:lnTo>
                    <a:pt x="7822991" y="2582452"/>
                  </a:lnTo>
                  <a:lnTo>
                    <a:pt x="7751219" y="2612183"/>
                  </a:lnTo>
                  <a:lnTo>
                    <a:pt x="7672899" y="2639096"/>
                  </a:lnTo>
                  <a:lnTo>
                    <a:pt x="7587860" y="2663471"/>
                  </a:lnTo>
                  <a:lnTo>
                    <a:pt x="7496386" y="2685506"/>
                  </a:lnTo>
                  <a:lnTo>
                    <a:pt x="7399390" y="2705321"/>
                  </a:lnTo>
                  <a:lnTo>
                    <a:pt x="7298568" y="2722957"/>
                  </a:lnTo>
                  <a:lnTo>
                    <a:pt x="7196489" y="2738400"/>
                  </a:lnTo>
                  <a:lnTo>
                    <a:pt x="7096557" y="2751601"/>
                  </a:lnTo>
                  <a:lnTo>
                    <a:pt x="7002760" y="2762520"/>
                  </a:lnTo>
                  <a:lnTo>
                    <a:pt x="6919197" y="2771160"/>
                  </a:lnTo>
                  <a:lnTo>
                    <a:pt x="6849425" y="2777613"/>
                  </a:lnTo>
                  <a:lnTo>
                    <a:pt x="6795790" y="2782075"/>
                  </a:lnTo>
                  <a:lnTo>
                    <a:pt x="6758907" y="2784848"/>
                  </a:lnTo>
                  <a:lnTo>
                    <a:pt x="6737441" y="2786312"/>
                  </a:lnTo>
                  <a:lnTo>
                    <a:pt x="6728194" y="2786886"/>
                  </a:lnTo>
                  <a:lnTo>
                    <a:pt x="6726349" y="2786992"/>
                  </a:lnTo>
                  <a:lnTo>
                    <a:pt x="6726343" y="2786992"/>
                  </a:lnTo>
                  <a:lnTo>
                    <a:pt x="5254955" y="2786992"/>
                  </a:lnTo>
                  <a:lnTo>
                    <a:pt x="5253725" y="2786973"/>
                  </a:lnTo>
                  <a:lnTo>
                    <a:pt x="5245649" y="2786836"/>
                  </a:lnTo>
                  <a:lnTo>
                    <a:pt x="5225342" y="2786458"/>
                  </a:lnTo>
                  <a:lnTo>
                    <a:pt x="5189157" y="2785715"/>
                  </a:lnTo>
                  <a:lnTo>
                    <a:pt x="5135470" y="2784493"/>
                  </a:lnTo>
                  <a:lnTo>
                    <a:pt x="5064794" y="2782700"/>
                  </a:lnTo>
                  <a:lnTo>
                    <a:pt x="4979564" y="2780277"/>
                  </a:lnTo>
                  <a:lnTo>
                    <a:pt x="4883569" y="2777196"/>
                  </a:lnTo>
                  <a:lnTo>
                    <a:pt x="4781199" y="2773456"/>
                  </a:lnTo>
                  <a:lnTo>
                    <a:pt x="4676716" y="2769070"/>
                  </a:lnTo>
                  <a:lnTo>
                    <a:pt x="4573730" y="2764051"/>
                  </a:lnTo>
                  <a:lnTo>
                    <a:pt x="4474931" y="2758402"/>
                  </a:lnTo>
                  <a:lnTo>
                    <a:pt x="4382050" y="2752109"/>
                  </a:lnTo>
                  <a:lnTo>
                    <a:pt x="4295979" y="2745135"/>
                  </a:lnTo>
                  <a:lnTo>
                    <a:pt x="4216944" y="2737416"/>
                  </a:lnTo>
                  <a:lnTo>
                    <a:pt x="4144698" y="2728868"/>
                  </a:lnTo>
                  <a:lnTo>
                    <a:pt x="4078683" y="2719380"/>
                  </a:lnTo>
                  <a:lnTo>
                    <a:pt x="4018160" y="2708827"/>
                  </a:lnTo>
                  <a:lnTo>
                    <a:pt x="3962298" y="2697073"/>
                  </a:lnTo>
                  <a:lnTo>
                    <a:pt x="3910252" y="2683984"/>
                  </a:lnTo>
                  <a:lnTo>
                    <a:pt x="3861207" y="2669458"/>
                  </a:lnTo>
                  <a:lnTo>
                    <a:pt x="3829811" y="2658948"/>
                  </a:lnTo>
                  <a:lnTo>
                    <a:pt x="3777092" y="2639112"/>
                  </a:lnTo>
                  <a:lnTo>
                    <a:pt x="3726041" y="2617235"/>
                  </a:lnTo>
                  <a:lnTo>
                    <a:pt x="3676023" y="2593287"/>
                  </a:lnTo>
                  <a:lnTo>
                    <a:pt x="3626572" y="2567310"/>
                  </a:lnTo>
                  <a:lnTo>
                    <a:pt x="3577366" y="2539428"/>
                  </a:lnTo>
                  <a:lnTo>
                    <a:pt x="3528199" y="2509847"/>
                  </a:lnTo>
                  <a:lnTo>
                    <a:pt x="3478961" y="2478857"/>
                  </a:lnTo>
                  <a:lnTo>
                    <a:pt x="3429621" y="2446824"/>
                  </a:lnTo>
                  <a:lnTo>
                    <a:pt x="3380201" y="2414169"/>
                  </a:lnTo>
                  <a:lnTo>
                    <a:pt x="3330758" y="2381353"/>
                  </a:lnTo>
                  <a:lnTo>
                    <a:pt x="3281358" y="2348843"/>
                  </a:lnTo>
                  <a:lnTo>
                    <a:pt x="3232049" y="2317091"/>
                  </a:lnTo>
                  <a:lnTo>
                    <a:pt x="3182840" y="2286504"/>
                  </a:lnTo>
                  <a:lnTo>
                    <a:pt x="3133676" y="2257424"/>
                  </a:lnTo>
                  <a:lnTo>
                    <a:pt x="3084421" y="2230117"/>
                  </a:lnTo>
                  <a:lnTo>
                    <a:pt x="3034835" y="2204763"/>
                  </a:lnTo>
                  <a:lnTo>
                    <a:pt x="2984552" y="2181458"/>
                  </a:lnTo>
                  <a:lnTo>
                    <a:pt x="2933060" y="2160222"/>
                  </a:lnTo>
                  <a:lnTo>
                    <a:pt x="2896531" y="2146774"/>
                  </a:lnTo>
                  <a:lnTo>
                    <a:pt x="2849080" y="2131260"/>
                  </a:lnTo>
                  <a:lnTo>
                    <a:pt x="2799121" y="2117221"/>
                  </a:lnTo>
                  <a:lnTo>
                    <a:pt x="2745896" y="2104591"/>
                  </a:lnTo>
                  <a:lnTo>
                    <a:pt x="2688576" y="2093252"/>
                  </a:lnTo>
                  <a:lnTo>
                    <a:pt x="2626312" y="2083069"/>
                  </a:lnTo>
                  <a:lnTo>
                    <a:pt x="2558296" y="2073907"/>
                  </a:lnTo>
                  <a:lnTo>
                    <a:pt x="2483838" y="2065646"/>
                  </a:lnTo>
                  <a:lnTo>
                    <a:pt x="2402466" y="2058184"/>
                  </a:lnTo>
                  <a:lnTo>
                    <a:pt x="2314072" y="2051443"/>
                  </a:lnTo>
                  <a:lnTo>
                    <a:pt x="2219082" y="2045368"/>
                  </a:lnTo>
                  <a:lnTo>
                    <a:pt x="2118649" y="2039929"/>
                  </a:lnTo>
                  <a:lnTo>
                    <a:pt x="2014818" y="2035120"/>
                  </a:lnTo>
                  <a:lnTo>
                    <a:pt x="1910598" y="2030947"/>
                  </a:lnTo>
                  <a:lnTo>
                    <a:pt x="1809859" y="2027426"/>
                  </a:lnTo>
                  <a:lnTo>
                    <a:pt x="1716977" y="2024565"/>
                  </a:lnTo>
                  <a:lnTo>
                    <a:pt x="1636228" y="2022357"/>
                  </a:lnTo>
                  <a:lnTo>
                    <a:pt x="1571028" y="2020762"/>
                  </a:lnTo>
                  <a:lnTo>
                    <a:pt x="1523220" y="2019711"/>
                  </a:lnTo>
                  <a:lnTo>
                    <a:pt x="1492611" y="2019103"/>
                  </a:lnTo>
                  <a:lnTo>
                    <a:pt x="1476876" y="2018820"/>
                  </a:lnTo>
                  <a:lnTo>
                    <a:pt x="1471759" y="2018736"/>
                  </a:lnTo>
                  <a:lnTo>
                    <a:pt x="1471387" y="2018730"/>
                  </a:lnTo>
                  <a:lnTo>
                    <a:pt x="0" y="201873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69" name="pg1469"/>
            <p:cNvSpPr/>
            <p:nvPr/>
          </p:nvSpPr>
          <p:spPr>
            <a:xfrm>
              <a:off x="4799595" y="2764887"/>
              <a:ext cx="11981298" cy="5949942"/>
            </a:xfrm>
            <a:custGeom>
              <a:avLst/>
              <a:pathLst>
                <a:path w="11981298" h="5949942">
                  <a:moveTo>
                    <a:pt x="0" y="5949942"/>
                  </a:moveTo>
                  <a:lnTo>
                    <a:pt x="1471387" y="5949942"/>
                  </a:lnTo>
                  <a:lnTo>
                    <a:pt x="1472207" y="5949844"/>
                  </a:lnTo>
                  <a:lnTo>
                    <a:pt x="1477637" y="5949148"/>
                  </a:lnTo>
                  <a:lnTo>
                    <a:pt x="1491449" y="5947225"/>
                  </a:lnTo>
                  <a:lnTo>
                    <a:pt x="1516452" y="5943434"/>
                  </a:lnTo>
                  <a:lnTo>
                    <a:pt x="1554350" y="5937156"/>
                  </a:lnTo>
                  <a:lnTo>
                    <a:pt x="1605619" y="5927849"/>
                  </a:lnTo>
                  <a:lnTo>
                    <a:pt x="1669513" y="5915090"/>
                  </a:lnTo>
                  <a:lnTo>
                    <a:pt x="1744228" y="5898601"/>
                  </a:lnTo>
                  <a:lnTo>
                    <a:pt x="1827219" y="5878248"/>
                  </a:lnTo>
                  <a:lnTo>
                    <a:pt x="1915579" y="5854015"/>
                  </a:lnTo>
                  <a:lnTo>
                    <a:pt x="2006420" y="5825958"/>
                  </a:lnTo>
                  <a:lnTo>
                    <a:pt x="2097168" y="5794155"/>
                  </a:lnTo>
                  <a:lnTo>
                    <a:pt x="2185737" y="5758656"/>
                  </a:lnTo>
                  <a:lnTo>
                    <a:pt x="2270600" y="5719448"/>
                  </a:lnTo>
                  <a:lnTo>
                    <a:pt x="2350772" y="5676426"/>
                  </a:lnTo>
                  <a:lnTo>
                    <a:pt x="2425734" y="5629381"/>
                  </a:lnTo>
                  <a:lnTo>
                    <a:pt x="2495344" y="5577994"/>
                  </a:lnTo>
                  <a:lnTo>
                    <a:pt x="2559736" y="5521835"/>
                  </a:lnTo>
                  <a:lnTo>
                    <a:pt x="2619241" y="5460376"/>
                  </a:lnTo>
                  <a:lnTo>
                    <a:pt x="2674314" y="5392998"/>
                  </a:lnTo>
                  <a:lnTo>
                    <a:pt x="2725481" y="5319023"/>
                  </a:lnTo>
                  <a:lnTo>
                    <a:pt x="2773301" y="5237748"/>
                  </a:lnTo>
                  <a:lnTo>
                    <a:pt x="2818335" y="5148511"/>
                  </a:lnTo>
                  <a:lnTo>
                    <a:pt x="2861116" y="5050797"/>
                  </a:lnTo>
                  <a:lnTo>
                    <a:pt x="2896531" y="4959647"/>
                  </a:lnTo>
                  <a:lnTo>
                    <a:pt x="2923751" y="4883121"/>
                  </a:lnTo>
                  <a:lnTo>
                    <a:pt x="2950436" y="4802533"/>
                  </a:lnTo>
                  <a:lnTo>
                    <a:pt x="2976693" y="4717806"/>
                  </a:lnTo>
                  <a:lnTo>
                    <a:pt x="3002612" y="4628891"/>
                  </a:lnTo>
                  <a:lnTo>
                    <a:pt x="3028270" y="4535780"/>
                  </a:lnTo>
                  <a:lnTo>
                    <a:pt x="3053733" y="4438498"/>
                  </a:lnTo>
                  <a:lnTo>
                    <a:pt x="3079057" y="4337114"/>
                  </a:lnTo>
                  <a:lnTo>
                    <a:pt x="3104288" y="4231740"/>
                  </a:lnTo>
                  <a:lnTo>
                    <a:pt x="3129462" y="4122530"/>
                  </a:lnTo>
                  <a:lnTo>
                    <a:pt x="3154610" y="4009685"/>
                  </a:lnTo>
                  <a:lnTo>
                    <a:pt x="3179753" y="3893452"/>
                  </a:lnTo>
                  <a:lnTo>
                    <a:pt x="3204909" y="3774120"/>
                  </a:lnTo>
                  <a:lnTo>
                    <a:pt x="3230086" y="3652023"/>
                  </a:lnTo>
                  <a:lnTo>
                    <a:pt x="3255290" y="3527531"/>
                  </a:lnTo>
                  <a:lnTo>
                    <a:pt x="3280522" y="3401050"/>
                  </a:lnTo>
                  <a:lnTo>
                    <a:pt x="3305779" y="3273015"/>
                  </a:lnTo>
                  <a:lnTo>
                    <a:pt x="3331054" y="3143888"/>
                  </a:lnTo>
                  <a:lnTo>
                    <a:pt x="3356341" y="3014142"/>
                  </a:lnTo>
                  <a:lnTo>
                    <a:pt x="3381630" y="2884265"/>
                  </a:lnTo>
                  <a:lnTo>
                    <a:pt x="3406913" y="2754743"/>
                  </a:lnTo>
                  <a:lnTo>
                    <a:pt x="3432180" y="2626060"/>
                  </a:lnTo>
                  <a:lnTo>
                    <a:pt x="3457426" y="2498684"/>
                  </a:lnTo>
                  <a:lnTo>
                    <a:pt x="3482645" y="2373065"/>
                  </a:lnTo>
                  <a:lnTo>
                    <a:pt x="3507837" y="2249626"/>
                  </a:lnTo>
                  <a:lnTo>
                    <a:pt x="3533003" y="2128756"/>
                  </a:lnTo>
                  <a:lnTo>
                    <a:pt x="3558151" y="2010811"/>
                  </a:lnTo>
                  <a:lnTo>
                    <a:pt x="3583295" y="1896102"/>
                  </a:lnTo>
                  <a:lnTo>
                    <a:pt x="3608451" y="1784901"/>
                  </a:lnTo>
                  <a:lnTo>
                    <a:pt x="3633647" y="1677433"/>
                  </a:lnTo>
                  <a:lnTo>
                    <a:pt x="3658916" y="1573877"/>
                  </a:lnTo>
                  <a:lnTo>
                    <a:pt x="3684297" y="1474368"/>
                  </a:lnTo>
                  <a:lnTo>
                    <a:pt x="3709843" y="1378998"/>
                  </a:lnTo>
                  <a:lnTo>
                    <a:pt x="3735612" y="1287816"/>
                  </a:lnTo>
                  <a:lnTo>
                    <a:pt x="3761676" y="1200830"/>
                  </a:lnTo>
                  <a:lnTo>
                    <a:pt x="3788118" y="1118014"/>
                  </a:lnTo>
                  <a:lnTo>
                    <a:pt x="3815035" y="1039305"/>
                  </a:lnTo>
                  <a:lnTo>
                    <a:pt x="3829811" y="998467"/>
                  </a:lnTo>
                  <a:lnTo>
                    <a:pt x="3871039" y="893257"/>
                  </a:lnTo>
                  <a:lnTo>
                    <a:pt x="3914102" y="796740"/>
                  </a:lnTo>
                  <a:lnTo>
                    <a:pt x="3959489" y="708642"/>
                  </a:lnTo>
                  <a:lnTo>
                    <a:pt x="4007740" y="628420"/>
                  </a:lnTo>
                  <a:lnTo>
                    <a:pt x="4059415" y="555401"/>
                  </a:lnTo>
                  <a:lnTo>
                    <a:pt x="4115072" y="488883"/>
                  </a:lnTo>
                  <a:lnTo>
                    <a:pt x="4175229" y="428194"/>
                  </a:lnTo>
                  <a:lnTo>
                    <a:pt x="4240329" y="372726"/>
                  </a:lnTo>
                  <a:lnTo>
                    <a:pt x="4310677" y="321963"/>
                  </a:lnTo>
                  <a:lnTo>
                    <a:pt x="4386378" y="275492"/>
                  </a:lnTo>
                  <a:lnTo>
                    <a:pt x="4467240" y="233009"/>
                  </a:lnTo>
                  <a:lnTo>
                    <a:pt x="4552687" y="194319"/>
                  </a:lnTo>
                  <a:lnTo>
                    <a:pt x="4641662" y="159332"/>
                  </a:lnTo>
                  <a:lnTo>
                    <a:pt x="4732559" y="128044"/>
                  </a:lnTo>
                  <a:lnTo>
                    <a:pt x="4823221" y="100512"/>
                  </a:lnTo>
                  <a:lnTo>
                    <a:pt x="4911013" y="76814"/>
                  </a:lnTo>
                  <a:lnTo>
                    <a:pt x="4993026" y="57000"/>
                  </a:lnTo>
                  <a:lnTo>
                    <a:pt x="5066381" y="41039"/>
                  </a:lnTo>
                  <a:lnTo>
                    <a:pt x="5128611" y="28778"/>
                  </a:lnTo>
                  <a:lnTo>
                    <a:pt x="5178045" y="19920"/>
                  </a:lnTo>
                  <a:lnTo>
                    <a:pt x="5214099" y="14021"/>
                  </a:lnTo>
                  <a:lnTo>
                    <a:pt x="5237423" y="10526"/>
                  </a:lnTo>
                  <a:lnTo>
                    <a:pt x="5249882" y="8811"/>
                  </a:lnTo>
                  <a:lnTo>
                    <a:pt x="5254427" y="8235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469" y="8245"/>
                  </a:lnTo>
                  <a:lnTo>
                    <a:pt x="6734875" y="8758"/>
                  </a:lnTo>
                  <a:lnTo>
                    <a:pt x="6753550" y="10177"/>
                  </a:lnTo>
                  <a:lnTo>
                    <a:pt x="6786954" y="12972"/>
                  </a:lnTo>
                  <a:lnTo>
                    <a:pt x="6836774" y="17576"/>
                  </a:lnTo>
                  <a:lnTo>
                    <a:pt x="6902796" y="24347"/>
                  </a:lnTo>
                  <a:lnTo>
                    <a:pt x="6983049" y="33531"/>
                  </a:lnTo>
                  <a:lnTo>
                    <a:pt x="7074253" y="45252"/>
                  </a:lnTo>
                  <a:lnTo>
                    <a:pt x="7172451" y="59534"/>
                  </a:lnTo>
                  <a:lnTo>
                    <a:pt x="7273661" y="76338"/>
                  </a:lnTo>
                  <a:lnTo>
                    <a:pt x="7374381" y="95610"/>
                  </a:lnTo>
                  <a:lnTo>
                    <a:pt x="7471878" y="117318"/>
                  </a:lnTo>
                  <a:lnTo>
                    <a:pt x="7564278" y="141494"/>
                  </a:lnTo>
                  <a:lnTo>
                    <a:pt x="7650501" y="168245"/>
                  </a:lnTo>
                  <a:lnTo>
                    <a:pt x="7730121" y="197768"/>
                  </a:lnTo>
                  <a:lnTo>
                    <a:pt x="7803197" y="230349"/>
                  </a:lnTo>
                  <a:lnTo>
                    <a:pt x="7870128" y="266361"/>
                  </a:lnTo>
                  <a:lnTo>
                    <a:pt x="7931522" y="306249"/>
                  </a:lnTo>
                  <a:lnTo>
                    <a:pt x="7988103" y="350512"/>
                  </a:lnTo>
                  <a:lnTo>
                    <a:pt x="8040645" y="399663"/>
                  </a:lnTo>
                  <a:lnTo>
                    <a:pt x="8089913" y="454171"/>
                  </a:lnTo>
                  <a:lnTo>
                    <a:pt x="8136624" y="514355"/>
                  </a:lnTo>
                  <a:lnTo>
                    <a:pt x="8151487" y="535331"/>
                  </a:lnTo>
                  <a:lnTo>
                    <a:pt x="8187525" y="589918"/>
                  </a:lnTo>
                  <a:lnTo>
                    <a:pt x="8222684" y="648347"/>
                  </a:lnTo>
                  <a:lnTo>
                    <a:pt x="8257192" y="710695"/>
                  </a:lnTo>
                  <a:lnTo>
                    <a:pt x="8291237" y="776984"/>
                  </a:lnTo>
                  <a:lnTo>
                    <a:pt x="8324970" y="847173"/>
                  </a:lnTo>
                  <a:lnTo>
                    <a:pt x="8358509" y="921150"/>
                  </a:lnTo>
                  <a:lnTo>
                    <a:pt x="8391947" y="998733"/>
                  </a:lnTo>
                  <a:lnTo>
                    <a:pt x="8425350" y="1079663"/>
                  </a:lnTo>
                  <a:lnTo>
                    <a:pt x="8458764" y="1163608"/>
                  </a:lnTo>
                  <a:lnTo>
                    <a:pt x="8492216" y="1250163"/>
                  </a:lnTo>
                  <a:lnTo>
                    <a:pt x="8525716" y="1338860"/>
                  </a:lnTo>
                  <a:lnTo>
                    <a:pt x="8559262" y="1429177"/>
                  </a:lnTo>
                  <a:lnTo>
                    <a:pt x="8592841" y="1520545"/>
                  </a:lnTo>
                  <a:lnTo>
                    <a:pt x="8626437" y="1612371"/>
                  </a:lnTo>
                  <a:lnTo>
                    <a:pt x="8660027" y="1704046"/>
                  </a:lnTo>
                  <a:lnTo>
                    <a:pt x="8693592" y="1794966"/>
                  </a:lnTo>
                  <a:lnTo>
                    <a:pt x="8727116" y="1884550"/>
                  </a:lnTo>
                  <a:lnTo>
                    <a:pt x="8760592" y="1972250"/>
                  </a:lnTo>
                  <a:lnTo>
                    <a:pt x="8794022" y="2057569"/>
                  </a:lnTo>
                  <a:lnTo>
                    <a:pt x="8827427" y="2140068"/>
                  </a:lnTo>
                  <a:lnTo>
                    <a:pt x="8860840" y="2219379"/>
                  </a:lnTo>
                  <a:lnTo>
                    <a:pt x="8894319" y="2295206"/>
                  </a:lnTo>
                  <a:lnTo>
                    <a:pt x="8927940" y="2367327"/>
                  </a:lnTo>
                  <a:lnTo>
                    <a:pt x="8961811" y="2435597"/>
                  </a:lnTo>
                  <a:lnTo>
                    <a:pt x="8996064" y="2499937"/>
                  </a:lnTo>
                  <a:lnTo>
                    <a:pt x="9030868" y="2560340"/>
                  </a:lnTo>
                  <a:lnTo>
                    <a:pt x="9066430" y="2616855"/>
                  </a:lnTo>
                  <a:lnTo>
                    <a:pt x="9084767" y="2643964"/>
                  </a:lnTo>
                  <a:lnTo>
                    <a:pt x="9130781" y="2706033"/>
                  </a:lnTo>
                  <a:lnTo>
                    <a:pt x="9179136" y="2762377"/>
                  </a:lnTo>
                  <a:lnTo>
                    <a:pt x="9230521" y="2813237"/>
                  </a:lnTo>
                  <a:lnTo>
                    <a:pt x="9285693" y="2859046"/>
                  </a:lnTo>
                  <a:lnTo>
                    <a:pt x="9345426" y="2900311"/>
                  </a:lnTo>
                  <a:lnTo>
                    <a:pt x="9410468" y="2937541"/>
                  </a:lnTo>
                  <a:lnTo>
                    <a:pt x="9481474" y="2971202"/>
                  </a:lnTo>
                  <a:lnTo>
                    <a:pt x="9558923" y="3001692"/>
                  </a:lnTo>
                  <a:lnTo>
                    <a:pt x="9643001" y="3029325"/>
                  </a:lnTo>
                  <a:lnTo>
                    <a:pt x="9733461" y="3054328"/>
                  </a:lnTo>
                  <a:lnTo>
                    <a:pt x="9829452" y="3076839"/>
                  </a:lnTo>
                  <a:lnTo>
                    <a:pt x="9929375" y="3096910"/>
                  </a:lnTo>
                  <a:lnTo>
                    <a:pt x="10030776" y="3114529"/>
                  </a:lnTo>
                  <a:lnTo>
                    <a:pt x="10130386" y="3129644"/>
                  </a:lnTo>
                  <a:lnTo>
                    <a:pt x="10224332" y="3142205"/>
                  </a:lnTo>
                  <a:lnTo>
                    <a:pt x="10308582" y="3152212"/>
                  </a:lnTo>
                  <a:lnTo>
                    <a:pt x="10379561" y="3159753"/>
                  </a:lnTo>
                  <a:lnTo>
                    <a:pt x="10434807" y="3165033"/>
                  </a:lnTo>
                  <a:lnTo>
                    <a:pt x="10473498" y="3168376"/>
                  </a:lnTo>
                  <a:lnTo>
                    <a:pt x="10496701" y="3170195"/>
                  </a:lnTo>
                  <a:lnTo>
                    <a:pt x="10507321" y="3170953"/>
                  </a:lnTo>
                  <a:lnTo>
                    <a:pt x="10509911" y="3171123"/>
                  </a:lnTo>
                  <a:lnTo>
                    <a:pt x="11981298" y="3171123"/>
                  </a:lnTo>
                  <a:lnTo>
                    <a:pt x="11981298" y="3162950"/>
                  </a:lnTo>
                  <a:lnTo>
                    <a:pt x="10509911" y="3162950"/>
                  </a:lnTo>
                  <a:lnTo>
                    <a:pt x="10508784" y="3162878"/>
                  </a:lnTo>
                  <a:lnTo>
                    <a:pt x="10501378" y="3162364"/>
                  </a:lnTo>
                  <a:lnTo>
                    <a:pt x="10482703" y="3160945"/>
                  </a:lnTo>
                  <a:lnTo>
                    <a:pt x="10449299" y="3158151"/>
                  </a:lnTo>
                  <a:lnTo>
                    <a:pt x="10399479" y="3153546"/>
                  </a:lnTo>
                  <a:lnTo>
                    <a:pt x="10333457" y="3146775"/>
                  </a:lnTo>
                  <a:lnTo>
                    <a:pt x="10253204" y="3137592"/>
                  </a:lnTo>
                  <a:lnTo>
                    <a:pt x="10162001" y="3125871"/>
                  </a:lnTo>
                  <a:lnTo>
                    <a:pt x="10063802" y="3111588"/>
                  </a:lnTo>
                  <a:lnTo>
                    <a:pt x="9962592" y="3094784"/>
                  </a:lnTo>
                  <a:lnTo>
                    <a:pt x="9861872" y="3075513"/>
                  </a:lnTo>
                  <a:lnTo>
                    <a:pt x="9764375" y="3053804"/>
                  </a:lnTo>
                  <a:lnTo>
                    <a:pt x="9671975" y="3029628"/>
                  </a:lnTo>
                  <a:lnTo>
                    <a:pt x="9585752" y="3002878"/>
                  </a:lnTo>
                  <a:lnTo>
                    <a:pt x="9506133" y="2973355"/>
                  </a:lnTo>
                  <a:lnTo>
                    <a:pt x="9433056" y="2940773"/>
                  </a:lnTo>
                  <a:lnTo>
                    <a:pt x="9366125" y="2904761"/>
                  </a:lnTo>
                  <a:lnTo>
                    <a:pt x="9304731" y="2864873"/>
                  </a:lnTo>
                  <a:lnTo>
                    <a:pt x="9248150" y="2820611"/>
                  </a:lnTo>
                  <a:lnTo>
                    <a:pt x="9195608" y="2771460"/>
                  </a:lnTo>
                  <a:lnTo>
                    <a:pt x="9146340" y="2716952"/>
                  </a:lnTo>
                  <a:lnTo>
                    <a:pt x="9099629" y="2656768"/>
                  </a:lnTo>
                  <a:lnTo>
                    <a:pt x="9084767" y="2635791"/>
                  </a:lnTo>
                  <a:lnTo>
                    <a:pt x="9048728" y="2581204"/>
                  </a:lnTo>
                  <a:lnTo>
                    <a:pt x="9013570" y="2522776"/>
                  </a:lnTo>
                  <a:lnTo>
                    <a:pt x="8979061" y="2460428"/>
                  </a:lnTo>
                  <a:lnTo>
                    <a:pt x="8945016" y="2394138"/>
                  </a:lnTo>
                  <a:lnTo>
                    <a:pt x="8911284" y="2323950"/>
                  </a:lnTo>
                  <a:lnTo>
                    <a:pt x="8877744" y="2249972"/>
                  </a:lnTo>
                  <a:lnTo>
                    <a:pt x="8844306" y="2172389"/>
                  </a:lnTo>
                  <a:lnTo>
                    <a:pt x="8810903" y="2091459"/>
                  </a:lnTo>
                  <a:lnTo>
                    <a:pt x="8777489" y="2007515"/>
                  </a:lnTo>
                  <a:lnTo>
                    <a:pt x="8744037" y="1920959"/>
                  </a:lnTo>
                  <a:lnTo>
                    <a:pt x="8710537" y="1832262"/>
                  </a:lnTo>
                  <a:lnTo>
                    <a:pt x="8676991" y="1741946"/>
                  </a:lnTo>
                  <a:lnTo>
                    <a:pt x="8643412" y="1650577"/>
                  </a:lnTo>
                  <a:lnTo>
                    <a:pt x="8609816" y="1558752"/>
                  </a:lnTo>
                  <a:lnTo>
                    <a:pt x="8576226" y="1467077"/>
                  </a:lnTo>
                  <a:lnTo>
                    <a:pt x="8542661" y="1376156"/>
                  </a:lnTo>
                  <a:lnTo>
                    <a:pt x="8509137" y="1286572"/>
                  </a:lnTo>
                  <a:lnTo>
                    <a:pt x="8475662" y="1198872"/>
                  </a:lnTo>
                  <a:lnTo>
                    <a:pt x="8442231" y="1113554"/>
                  </a:lnTo>
                  <a:lnTo>
                    <a:pt x="8408826" y="1031054"/>
                  </a:lnTo>
                  <a:lnTo>
                    <a:pt x="8375413" y="951743"/>
                  </a:lnTo>
                  <a:lnTo>
                    <a:pt x="8341935" y="875916"/>
                  </a:lnTo>
                  <a:lnTo>
                    <a:pt x="8308313" y="803795"/>
                  </a:lnTo>
                  <a:lnTo>
                    <a:pt x="8274442" y="735526"/>
                  </a:lnTo>
                  <a:lnTo>
                    <a:pt x="8240189" y="671185"/>
                  </a:lnTo>
                  <a:lnTo>
                    <a:pt x="8205385" y="610782"/>
                  </a:lnTo>
                  <a:lnTo>
                    <a:pt x="8169823" y="554267"/>
                  </a:lnTo>
                  <a:lnTo>
                    <a:pt x="8151487" y="527158"/>
                  </a:lnTo>
                  <a:lnTo>
                    <a:pt x="8105473" y="465090"/>
                  </a:lnTo>
                  <a:lnTo>
                    <a:pt x="8057117" y="408746"/>
                  </a:lnTo>
                  <a:lnTo>
                    <a:pt x="8005732" y="357886"/>
                  </a:lnTo>
                  <a:lnTo>
                    <a:pt x="7950560" y="312077"/>
                  </a:lnTo>
                  <a:lnTo>
                    <a:pt x="7890827" y="270811"/>
                  </a:lnTo>
                  <a:lnTo>
                    <a:pt x="7825786" y="233581"/>
                  </a:lnTo>
                  <a:lnTo>
                    <a:pt x="7754780" y="199920"/>
                  </a:lnTo>
                  <a:lnTo>
                    <a:pt x="7677331" y="169431"/>
                  </a:lnTo>
                  <a:lnTo>
                    <a:pt x="7593252" y="141798"/>
                  </a:lnTo>
                  <a:lnTo>
                    <a:pt x="7502793" y="116794"/>
                  </a:lnTo>
                  <a:lnTo>
                    <a:pt x="7406801" y="94284"/>
                  </a:lnTo>
                  <a:lnTo>
                    <a:pt x="7306878" y="74212"/>
                  </a:lnTo>
                  <a:lnTo>
                    <a:pt x="7205477" y="56594"/>
                  </a:lnTo>
                  <a:lnTo>
                    <a:pt x="7105867" y="41479"/>
                  </a:lnTo>
                  <a:lnTo>
                    <a:pt x="7011922" y="28917"/>
                  </a:lnTo>
                  <a:lnTo>
                    <a:pt x="6927672" y="18910"/>
                  </a:lnTo>
                  <a:lnTo>
                    <a:pt x="6856693" y="11369"/>
                  </a:lnTo>
                  <a:lnTo>
                    <a:pt x="6801447" y="6089"/>
                  </a:lnTo>
                  <a:lnTo>
                    <a:pt x="6762755" y="2746"/>
                  </a:lnTo>
                  <a:lnTo>
                    <a:pt x="6739552" y="927"/>
                  </a:lnTo>
                  <a:lnTo>
                    <a:pt x="6728932" y="169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135" y="97"/>
                  </a:lnTo>
                  <a:lnTo>
                    <a:pt x="5248705" y="794"/>
                  </a:lnTo>
                  <a:lnTo>
                    <a:pt x="5234893" y="2716"/>
                  </a:lnTo>
                  <a:lnTo>
                    <a:pt x="5209890" y="6508"/>
                  </a:lnTo>
                  <a:lnTo>
                    <a:pt x="5171992" y="12786"/>
                  </a:lnTo>
                  <a:lnTo>
                    <a:pt x="5120723" y="22093"/>
                  </a:lnTo>
                  <a:lnTo>
                    <a:pt x="5056830" y="34852"/>
                  </a:lnTo>
                  <a:lnTo>
                    <a:pt x="4982114" y="51341"/>
                  </a:lnTo>
                  <a:lnTo>
                    <a:pt x="4899124" y="71694"/>
                  </a:lnTo>
                  <a:lnTo>
                    <a:pt x="4810764" y="95927"/>
                  </a:lnTo>
                  <a:lnTo>
                    <a:pt x="4719922" y="123984"/>
                  </a:lnTo>
                  <a:lnTo>
                    <a:pt x="4629174" y="155787"/>
                  </a:lnTo>
                  <a:lnTo>
                    <a:pt x="4540605" y="191286"/>
                  </a:lnTo>
                  <a:lnTo>
                    <a:pt x="4455742" y="230494"/>
                  </a:lnTo>
                  <a:lnTo>
                    <a:pt x="4375571" y="273516"/>
                  </a:lnTo>
                  <a:lnTo>
                    <a:pt x="4300608" y="320561"/>
                  </a:lnTo>
                  <a:lnTo>
                    <a:pt x="4230998" y="371948"/>
                  </a:lnTo>
                  <a:lnTo>
                    <a:pt x="4166606" y="428107"/>
                  </a:lnTo>
                  <a:lnTo>
                    <a:pt x="4107101" y="489566"/>
                  </a:lnTo>
                  <a:lnTo>
                    <a:pt x="4052029" y="556944"/>
                  </a:lnTo>
                  <a:lnTo>
                    <a:pt x="4000862" y="630919"/>
                  </a:lnTo>
                  <a:lnTo>
                    <a:pt x="3953041" y="712194"/>
                  </a:lnTo>
                  <a:lnTo>
                    <a:pt x="3908007" y="801430"/>
                  </a:lnTo>
                  <a:lnTo>
                    <a:pt x="3865226" y="899145"/>
                  </a:lnTo>
                  <a:lnTo>
                    <a:pt x="3829811" y="990294"/>
                  </a:lnTo>
                  <a:lnTo>
                    <a:pt x="3802592" y="1066821"/>
                  </a:lnTo>
                  <a:lnTo>
                    <a:pt x="3775906" y="1147408"/>
                  </a:lnTo>
                  <a:lnTo>
                    <a:pt x="3749649" y="1232136"/>
                  </a:lnTo>
                  <a:lnTo>
                    <a:pt x="3723730" y="1321050"/>
                  </a:lnTo>
                  <a:lnTo>
                    <a:pt x="3698072" y="1414162"/>
                  </a:lnTo>
                  <a:lnTo>
                    <a:pt x="3672609" y="1511444"/>
                  </a:lnTo>
                  <a:lnTo>
                    <a:pt x="3647285" y="1612827"/>
                  </a:lnTo>
                  <a:lnTo>
                    <a:pt x="3622054" y="1718202"/>
                  </a:lnTo>
                  <a:lnTo>
                    <a:pt x="3596880" y="1827412"/>
                  </a:lnTo>
                  <a:lnTo>
                    <a:pt x="3571732" y="1940257"/>
                  </a:lnTo>
                  <a:lnTo>
                    <a:pt x="3546589" y="2056490"/>
                  </a:lnTo>
                  <a:lnTo>
                    <a:pt x="3521433" y="2175821"/>
                  </a:lnTo>
                  <a:lnTo>
                    <a:pt x="3496256" y="2297919"/>
                  </a:lnTo>
                  <a:lnTo>
                    <a:pt x="3471052" y="2422411"/>
                  </a:lnTo>
                  <a:lnTo>
                    <a:pt x="3445820" y="2548892"/>
                  </a:lnTo>
                  <a:lnTo>
                    <a:pt x="3420564" y="2676926"/>
                  </a:lnTo>
                  <a:lnTo>
                    <a:pt x="3395288" y="2806054"/>
                  </a:lnTo>
                  <a:lnTo>
                    <a:pt x="3370001" y="2935800"/>
                  </a:lnTo>
                  <a:lnTo>
                    <a:pt x="3344712" y="3065677"/>
                  </a:lnTo>
                  <a:lnTo>
                    <a:pt x="3319429" y="3195199"/>
                  </a:lnTo>
                  <a:lnTo>
                    <a:pt x="3294162" y="3323882"/>
                  </a:lnTo>
                  <a:lnTo>
                    <a:pt x="3268916" y="3451258"/>
                  </a:lnTo>
                  <a:lnTo>
                    <a:pt x="3243697" y="3576876"/>
                  </a:lnTo>
                  <a:lnTo>
                    <a:pt x="3218505" y="3700316"/>
                  </a:lnTo>
                  <a:lnTo>
                    <a:pt x="3193339" y="3821185"/>
                  </a:lnTo>
                  <a:lnTo>
                    <a:pt x="3168191" y="3939131"/>
                  </a:lnTo>
                  <a:lnTo>
                    <a:pt x="3143048" y="4053839"/>
                  </a:lnTo>
                  <a:lnTo>
                    <a:pt x="3117891" y="4165041"/>
                  </a:lnTo>
                  <a:lnTo>
                    <a:pt x="3092695" y="4272509"/>
                  </a:lnTo>
                  <a:lnTo>
                    <a:pt x="3067427" y="4376065"/>
                  </a:lnTo>
                  <a:lnTo>
                    <a:pt x="3042045" y="4475574"/>
                  </a:lnTo>
                  <a:lnTo>
                    <a:pt x="3016499" y="4570944"/>
                  </a:lnTo>
                  <a:lnTo>
                    <a:pt x="2990730" y="4662126"/>
                  </a:lnTo>
                  <a:lnTo>
                    <a:pt x="2964666" y="4749112"/>
                  </a:lnTo>
                  <a:lnTo>
                    <a:pt x="2938224" y="4831928"/>
                  </a:lnTo>
                  <a:lnTo>
                    <a:pt x="2911307" y="4910636"/>
                  </a:lnTo>
                  <a:lnTo>
                    <a:pt x="2896531" y="4951474"/>
                  </a:lnTo>
                  <a:lnTo>
                    <a:pt x="2855303" y="5056685"/>
                  </a:lnTo>
                  <a:lnTo>
                    <a:pt x="2812240" y="5153202"/>
                  </a:lnTo>
                  <a:lnTo>
                    <a:pt x="2766853" y="5241300"/>
                  </a:lnTo>
                  <a:lnTo>
                    <a:pt x="2718602" y="5321522"/>
                  </a:lnTo>
                  <a:lnTo>
                    <a:pt x="2666927" y="5394541"/>
                  </a:lnTo>
                  <a:lnTo>
                    <a:pt x="2611270" y="5461059"/>
                  </a:lnTo>
                  <a:lnTo>
                    <a:pt x="2551113" y="5521748"/>
                  </a:lnTo>
                  <a:lnTo>
                    <a:pt x="2486014" y="5577216"/>
                  </a:lnTo>
                  <a:lnTo>
                    <a:pt x="2415665" y="5627979"/>
                  </a:lnTo>
                  <a:lnTo>
                    <a:pt x="2339964" y="5674450"/>
                  </a:lnTo>
                  <a:lnTo>
                    <a:pt x="2259102" y="5716933"/>
                  </a:lnTo>
                  <a:lnTo>
                    <a:pt x="2173655" y="5755623"/>
                  </a:lnTo>
                  <a:lnTo>
                    <a:pt x="2084680" y="5790610"/>
                  </a:lnTo>
                  <a:lnTo>
                    <a:pt x="1993783" y="5821898"/>
                  </a:lnTo>
                  <a:lnTo>
                    <a:pt x="1903122" y="5849430"/>
                  </a:lnTo>
                  <a:lnTo>
                    <a:pt x="1815329" y="5873128"/>
                  </a:lnTo>
                  <a:lnTo>
                    <a:pt x="1733316" y="5892942"/>
                  </a:lnTo>
                  <a:lnTo>
                    <a:pt x="1659961" y="5908903"/>
                  </a:lnTo>
                  <a:lnTo>
                    <a:pt x="1597731" y="5921164"/>
                  </a:lnTo>
                  <a:lnTo>
                    <a:pt x="1548298" y="5930022"/>
                  </a:lnTo>
                  <a:lnTo>
                    <a:pt x="1512244" y="5935921"/>
                  </a:lnTo>
                  <a:lnTo>
                    <a:pt x="1488919" y="5939416"/>
                  </a:lnTo>
                  <a:lnTo>
                    <a:pt x="1476460" y="5941130"/>
                  </a:lnTo>
                  <a:lnTo>
                    <a:pt x="1471915" y="5941707"/>
                  </a:lnTo>
                  <a:lnTo>
                    <a:pt x="1471387" y="5941769"/>
                  </a:lnTo>
                  <a:lnTo>
                    <a:pt x="0" y="5941769"/>
                  </a:lnTo>
                  <a:close/>
                </a:path>
              </a:pathLst>
            </a:custGeom>
            <a:solidFill>
              <a:srgbClr val="E78AC3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470" name="pl1470"/>
            <p:cNvSpPr/>
            <p:nvPr/>
          </p:nvSpPr>
          <p:spPr>
            <a:xfrm>
              <a:off x="4799595" y="2773060"/>
              <a:ext cx="11981298" cy="5941769"/>
            </a:xfrm>
            <a:custGeom>
              <a:avLst/>
              <a:pathLst>
                <a:path w="11981298" h="5941769">
                  <a:moveTo>
                    <a:pt x="0" y="5941769"/>
                  </a:moveTo>
                  <a:lnTo>
                    <a:pt x="1471387" y="5941769"/>
                  </a:lnTo>
                  <a:lnTo>
                    <a:pt x="1472207" y="5941671"/>
                  </a:lnTo>
                  <a:lnTo>
                    <a:pt x="1477637" y="5940975"/>
                  </a:lnTo>
                  <a:lnTo>
                    <a:pt x="1491449" y="5939052"/>
                  </a:lnTo>
                  <a:lnTo>
                    <a:pt x="1516452" y="5935261"/>
                  </a:lnTo>
                  <a:lnTo>
                    <a:pt x="1554350" y="5928983"/>
                  </a:lnTo>
                  <a:lnTo>
                    <a:pt x="1605619" y="5919676"/>
                  </a:lnTo>
                  <a:lnTo>
                    <a:pt x="1669513" y="5906917"/>
                  </a:lnTo>
                  <a:lnTo>
                    <a:pt x="1744228" y="5890428"/>
                  </a:lnTo>
                  <a:lnTo>
                    <a:pt x="1827219" y="5870075"/>
                  </a:lnTo>
                  <a:lnTo>
                    <a:pt x="1915579" y="5845842"/>
                  </a:lnTo>
                  <a:lnTo>
                    <a:pt x="2006420" y="5817785"/>
                  </a:lnTo>
                  <a:lnTo>
                    <a:pt x="2097168" y="5785982"/>
                  </a:lnTo>
                  <a:lnTo>
                    <a:pt x="2185737" y="5750483"/>
                  </a:lnTo>
                  <a:lnTo>
                    <a:pt x="2270600" y="5711275"/>
                  </a:lnTo>
                  <a:lnTo>
                    <a:pt x="2350772" y="5668253"/>
                  </a:lnTo>
                  <a:lnTo>
                    <a:pt x="2425734" y="5621208"/>
                  </a:lnTo>
                  <a:lnTo>
                    <a:pt x="2495344" y="5569821"/>
                  </a:lnTo>
                  <a:lnTo>
                    <a:pt x="2559736" y="5513662"/>
                  </a:lnTo>
                  <a:lnTo>
                    <a:pt x="2619241" y="5452203"/>
                  </a:lnTo>
                  <a:lnTo>
                    <a:pt x="2674314" y="5384825"/>
                  </a:lnTo>
                  <a:lnTo>
                    <a:pt x="2725481" y="5310850"/>
                  </a:lnTo>
                  <a:lnTo>
                    <a:pt x="2773301" y="5229575"/>
                  </a:lnTo>
                  <a:lnTo>
                    <a:pt x="2818335" y="5140338"/>
                  </a:lnTo>
                  <a:lnTo>
                    <a:pt x="2861116" y="5042624"/>
                  </a:lnTo>
                  <a:lnTo>
                    <a:pt x="2896531" y="4951474"/>
                  </a:lnTo>
                  <a:lnTo>
                    <a:pt x="2923751" y="4874948"/>
                  </a:lnTo>
                  <a:lnTo>
                    <a:pt x="2950436" y="4794360"/>
                  </a:lnTo>
                  <a:lnTo>
                    <a:pt x="2976693" y="4709633"/>
                  </a:lnTo>
                  <a:lnTo>
                    <a:pt x="3002612" y="4620718"/>
                  </a:lnTo>
                  <a:lnTo>
                    <a:pt x="3028270" y="4527607"/>
                  </a:lnTo>
                  <a:lnTo>
                    <a:pt x="3053733" y="4430325"/>
                  </a:lnTo>
                  <a:lnTo>
                    <a:pt x="3079057" y="4328941"/>
                  </a:lnTo>
                  <a:lnTo>
                    <a:pt x="3104288" y="4223567"/>
                  </a:lnTo>
                  <a:lnTo>
                    <a:pt x="3129462" y="4114357"/>
                  </a:lnTo>
                  <a:lnTo>
                    <a:pt x="3154610" y="4001512"/>
                  </a:lnTo>
                  <a:lnTo>
                    <a:pt x="3179753" y="3885279"/>
                  </a:lnTo>
                  <a:lnTo>
                    <a:pt x="3204909" y="3765947"/>
                  </a:lnTo>
                  <a:lnTo>
                    <a:pt x="3230086" y="3643850"/>
                  </a:lnTo>
                  <a:lnTo>
                    <a:pt x="3255290" y="3519358"/>
                  </a:lnTo>
                  <a:lnTo>
                    <a:pt x="3280522" y="3392877"/>
                  </a:lnTo>
                  <a:lnTo>
                    <a:pt x="3305779" y="3264842"/>
                  </a:lnTo>
                  <a:lnTo>
                    <a:pt x="3331054" y="3135715"/>
                  </a:lnTo>
                  <a:lnTo>
                    <a:pt x="3356341" y="3005969"/>
                  </a:lnTo>
                  <a:lnTo>
                    <a:pt x="3381630" y="2876092"/>
                  </a:lnTo>
                  <a:lnTo>
                    <a:pt x="3406913" y="2746570"/>
                  </a:lnTo>
                  <a:lnTo>
                    <a:pt x="3432180" y="2617887"/>
                  </a:lnTo>
                  <a:lnTo>
                    <a:pt x="3457426" y="2490511"/>
                  </a:lnTo>
                  <a:lnTo>
                    <a:pt x="3482645" y="2364892"/>
                  </a:lnTo>
                  <a:lnTo>
                    <a:pt x="3507837" y="2241453"/>
                  </a:lnTo>
                  <a:lnTo>
                    <a:pt x="3533003" y="2120583"/>
                  </a:lnTo>
                  <a:lnTo>
                    <a:pt x="3558151" y="2002638"/>
                  </a:lnTo>
                  <a:lnTo>
                    <a:pt x="3583295" y="1887929"/>
                  </a:lnTo>
                  <a:lnTo>
                    <a:pt x="3608451" y="1776728"/>
                  </a:lnTo>
                  <a:lnTo>
                    <a:pt x="3633647" y="1669260"/>
                  </a:lnTo>
                  <a:lnTo>
                    <a:pt x="3658916" y="1565704"/>
                  </a:lnTo>
                  <a:lnTo>
                    <a:pt x="3684297" y="1466195"/>
                  </a:lnTo>
                  <a:lnTo>
                    <a:pt x="3709843" y="1370825"/>
                  </a:lnTo>
                  <a:lnTo>
                    <a:pt x="3735612" y="1279643"/>
                  </a:lnTo>
                  <a:lnTo>
                    <a:pt x="3761676" y="1192657"/>
                  </a:lnTo>
                  <a:lnTo>
                    <a:pt x="3788118" y="1109841"/>
                  </a:lnTo>
                  <a:lnTo>
                    <a:pt x="3815035" y="1031132"/>
                  </a:lnTo>
                  <a:lnTo>
                    <a:pt x="3829811" y="990294"/>
                  </a:lnTo>
                  <a:lnTo>
                    <a:pt x="3871039" y="885084"/>
                  </a:lnTo>
                  <a:lnTo>
                    <a:pt x="3914102" y="788567"/>
                  </a:lnTo>
                  <a:lnTo>
                    <a:pt x="3959489" y="700469"/>
                  </a:lnTo>
                  <a:lnTo>
                    <a:pt x="4007740" y="620247"/>
                  </a:lnTo>
                  <a:lnTo>
                    <a:pt x="4059415" y="547228"/>
                  </a:lnTo>
                  <a:lnTo>
                    <a:pt x="4115072" y="480710"/>
                  </a:lnTo>
                  <a:lnTo>
                    <a:pt x="4175229" y="420021"/>
                  </a:lnTo>
                  <a:lnTo>
                    <a:pt x="4240329" y="364553"/>
                  </a:lnTo>
                  <a:lnTo>
                    <a:pt x="4310677" y="313790"/>
                  </a:lnTo>
                  <a:lnTo>
                    <a:pt x="4386378" y="267319"/>
                  </a:lnTo>
                  <a:lnTo>
                    <a:pt x="4467240" y="224836"/>
                  </a:lnTo>
                  <a:lnTo>
                    <a:pt x="4552687" y="186146"/>
                  </a:lnTo>
                  <a:lnTo>
                    <a:pt x="4641662" y="151159"/>
                  </a:lnTo>
                  <a:lnTo>
                    <a:pt x="4732559" y="119871"/>
                  </a:lnTo>
                  <a:lnTo>
                    <a:pt x="4823221" y="92339"/>
                  </a:lnTo>
                  <a:lnTo>
                    <a:pt x="4911013" y="68641"/>
                  </a:lnTo>
                  <a:lnTo>
                    <a:pt x="4993026" y="48827"/>
                  </a:lnTo>
                  <a:lnTo>
                    <a:pt x="5066381" y="32866"/>
                  </a:lnTo>
                  <a:lnTo>
                    <a:pt x="5128611" y="20605"/>
                  </a:lnTo>
                  <a:lnTo>
                    <a:pt x="5178045" y="11747"/>
                  </a:lnTo>
                  <a:lnTo>
                    <a:pt x="5214099" y="5848"/>
                  </a:lnTo>
                  <a:lnTo>
                    <a:pt x="5237423" y="2353"/>
                  </a:lnTo>
                  <a:lnTo>
                    <a:pt x="5249882" y="638"/>
                  </a:lnTo>
                  <a:lnTo>
                    <a:pt x="5254427" y="62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469" y="72"/>
                  </a:lnTo>
                  <a:lnTo>
                    <a:pt x="6734875" y="585"/>
                  </a:lnTo>
                  <a:lnTo>
                    <a:pt x="6753550" y="2004"/>
                  </a:lnTo>
                  <a:lnTo>
                    <a:pt x="6786954" y="4799"/>
                  </a:lnTo>
                  <a:lnTo>
                    <a:pt x="6836774" y="9403"/>
                  </a:lnTo>
                  <a:lnTo>
                    <a:pt x="6902796" y="16174"/>
                  </a:lnTo>
                  <a:lnTo>
                    <a:pt x="6983049" y="25358"/>
                  </a:lnTo>
                  <a:lnTo>
                    <a:pt x="7074253" y="37079"/>
                  </a:lnTo>
                  <a:lnTo>
                    <a:pt x="7172451" y="51361"/>
                  </a:lnTo>
                  <a:lnTo>
                    <a:pt x="7273661" y="68165"/>
                  </a:lnTo>
                  <a:lnTo>
                    <a:pt x="7374381" y="87437"/>
                  </a:lnTo>
                  <a:lnTo>
                    <a:pt x="7471878" y="109145"/>
                  </a:lnTo>
                  <a:lnTo>
                    <a:pt x="7564278" y="133321"/>
                  </a:lnTo>
                  <a:lnTo>
                    <a:pt x="7650501" y="160072"/>
                  </a:lnTo>
                  <a:lnTo>
                    <a:pt x="7730121" y="189595"/>
                  </a:lnTo>
                  <a:lnTo>
                    <a:pt x="7803197" y="222176"/>
                  </a:lnTo>
                  <a:lnTo>
                    <a:pt x="7870128" y="258188"/>
                  </a:lnTo>
                  <a:lnTo>
                    <a:pt x="7931522" y="298076"/>
                  </a:lnTo>
                  <a:lnTo>
                    <a:pt x="7988103" y="342339"/>
                  </a:lnTo>
                  <a:lnTo>
                    <a:pt x="8040645" y="391490"/>
                  </a:lnTo>
                  <a:lnTo>
                    <a:pt x="8089913" y="445998"/>
                  </a:lnTo>
                  <a:lnTo>
                    <a:pt x="8136624" y="506182"/>
                  </a:lnTo>
                  <a:lnTo>
                    <a:pt x="8151487" y="527158"/>
                  </a:lnTo>
                  <a:lnTo>
                    <a:pt x="8187525" y="581745"/>
                  </a:lnTo>
                  <a:lnTo>
                    <a:pt x="8222684" y="640174"/>
                  </a:lnTo>
                  <a:lnTo>
                    <a:pt x="8257192" y="702522"/>
                  </a:lnTo>
                  <a:lnTo>
                    <a:pt x="8291237" y="768811"/>
                  </a:lnTo>
                  <a:lnTo>
                    <a:pt x="8324970" y="839000"/>
                  </a:lnTo>
                  <a:lnTo>
                    <a:pt x="8358509" y="912977"/>
                  </a:lnTo>
                  <a:lnTo>
                    <a:pt x="8391947" y="990560"/>
                  </a:lnTo>
                  <a:lnTo>
                    <a:pt x="8425350" y="1071490"/>
                  </a:lnTo>
                  <a:lnTo>
                    <a:pt x="8458764" y="1155435"/>
                  </a:lnTo>
                  <a:lnTo>
                    <a:pt x="8492216" y="1241990"/>
                  </a:lnTo>
                  <a:lnTo>
                    <a:pt x="8525716" y="1330687"/>
                  </a:lnTo>
                  <a:lnTo>
                    <a:pt x="8559262" y="1421004"/>
                  </a:lnTo>
                  <a:lnTo>
                    <a:pt x="8592841" y="1512372"/>
                  </a:lnTo>
                  <a:lnTo>
                    <a:pt x="8626437" y="1604198"/>
                  </a:lnTo>
                  <a:lnTo>
                    <a:pt x="8660027" y="1695873"/>
                  </a:lnTo>
                  <a:lnTo>
                    <a:pt x="8693592" y="1786793"/>
                  </a:lnTo>
                  <a:lnTo>
                    <a:pt x="8727116" y="1876377"/>
                  </a:lnTo>
                  <a:lnTo>
                    <a:pt x="8760592" y="1964077"/>
                  </a:lnTo>
                  <a:lnTo>
                    <a:pt x="8794022" y="2049396"/>
                  </a:lnTo>
                  <a:lnTo>
                    <a:pt x="8827427" y="2131895"/>
                  </a:lnTo>
                  <a:lnTo>
                    <a:pt x="8860840" y="2211206"/>
                  </a:lnTo>
                  <a:lnTo>
                    <a:pt x="8894319" y="2287033"/>
                  </a:lnTo>
                  <a:lnTo>
                    <a:pt x="8927940" y="2359154"/>
                  </a:lnTo>
                  <a:lnTo>
                    <a:pt x="8961811" y="2427424"/>
                  </a:lnTo>
                  <a:lnTo>
                    <a:pt x="8996064" y="2491764"/>
                  </a:lnTo>
                  <a:lnTo>
                    <a:pt x="9030868" y="2552167"/>
                  </a:lnTo>
                  <a:lnTo>
                    <a:pt x="9066430" y="2608682"/>
                  </a:lnTo>
                  <a:lnTo>
                    <a:pt x="9084767" y="2635791"/>
                  </a:lnTo>
                  <a:lnTo>
                    <a:pt x="9130781" y="2697860"/>
                  </a:lnTo>
                  <a:lnTo>
                    <a:pt x="9179136" y="2754204"/>
                  </a:lnTo>
                  <a:lnTo>
                    <a:pt x="9230521" y="2805064"/>
                  </a:lnTo>
                  <a:lnTo>
                    <a:pt x="9285693" y="2850873"/>
                  </a:lnTo>
                  <a:lnTo>
                    <a:pt x="9345426" y="2892138"/>
                  </a:lnTo>
                  <a:lnTo>
                    <a:pt x="9410468" y="2929368"/>
                  </a:lnTo>
                  <a:lnTo>
                    <a:pt x="9481474" y="2963029"/>
                  </a:lnTo>
                  <a:lnTo>
                    <a:pt x="9558923" y="2993519"/>
                  </a:lnTo>
                  <a:lnTo>
                    <a:pt x="9643001" y="3021152"/>
                  </a:lnTo>
                  <a:lnTo>
                    <a:pt x="9733461" y="3046155"/>
                  </a:lnTo>
                  <a:lnTo>
                    <a:pt x="9829452" y="3068666"/>
                  </a:lnTo>
                  <a:lnTo>
                    <a:pt x="9929375" y="3088737"/>
                  </a:lnTo>
                  <a:lnTo>
                    <a:pt x="10030776" y="3106356"/>
                  </a:lnTo>
                  <a:lnTo>
                    <a:pt x="10130386" y="3121471"/>
                  </a:lnTo>
                  <a:lnTo>
                    <a:pt x="10224332" y="3134032"/>
                  </a:lnTo>
                  <a:lnTo>
                    <a:pt x="10308582" y="3144039"/>
                  </a:lnTo>
                  <a:lnTo>
                    <a:pt x="10379561" y="3151580"/>
                  </a:lnTo>
                  <a:lnTo>
                    <a:pt x="10434807" y="3156860"/>
                  </a:lnTo>
                  <a:lnTo>
                    <a:pt x="10473498" y="3160203"/>
                  </a:lnTo>
                  <a:lnTo>
                    <a:pt x="10496701" y="3162022"/>
                  </a:lnTo>
                  <a:lnTo>
                    <a:pt x="10507321" y="3162780"/>
                  </a:lnTo>
                  <a:lnTo>
                    <a:pt x="10509869" y="3162947"/>
                  </a:lnTo>
                  <a:lnTo>
                    <a:pt x="10509911" y="3162950"/>
                  </a:lnTo>
                  <a:lnTo>
                    <a:pt x="11981298" y="316295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71" name="pl1471"/>
            <p:cNvSpPr/>
            <p:nvPr/>
          </p:nvSpPr>
          <p:spPr>
            <a:xfrm>
              <a:off x="4799595" y="2764887"/>
              <a:ext cx="11981298" cy="5941769"/>
            </a:xfrm>
            <a:custGeom>
              <a:avLst/>
              <a:pathLst>
                <a:path w="11981298" h="5941769">
                  <a:moveTo>
                    <a:pt x="11981298" y="3162950"/>
                  </a:moveTo>
                  <a:lnTo>
                    <a:pt x="10509911" y="3162950"/>
                  </a:lnTo>
                  <a:lnTo>
                    <a:pt x="10508784" y="3162878"/>
                  </a:lnTo>
                  <a:lnTo>
                    <a:pt x="10501378" y="3162364"/>
                  </a:lnTo>
                  <a:lnTo>
                    <a:pt x="10482703" y="3160945"/>
                  </a:lnTo>
                  <a:lnTo>
                    <a:pt x="10449299" y="3158151"/>
                  </a:lnTo>
                  <a:lnTo>
                    <a:pt x="10399479" y="3153546"/>
                  </a:lnTo>
                  <a:lnTo>
                    <a:pt x="10333457" y="3146775"/>
                  </a:lnTo>
                  <a:lnTo>
                    <a:pt x="10253204" y="3137592"/>
                  </a:lnTo>
                  <a:lnTo>
                    <a:pt x="10162001" y="3125871"/>
                  </a:lnTo>
                  <a:lnTo>
                    <a:pt x="10063802" y="3111588"/>
                  </a:lnTo>
                  <a:lnTo>
                    <a:pt x="9962592" y="3094784"/>
                  </a:lnTo>
                  <a:lnTo>
                    <a:pt x="9861872" y="3075513"/>
                  </a:lnTo>
                  <a:lnTo>
                    <a:pt x="9764375" y="3053804"/>
                  </a:lnTo>
                  <a:lnTo>
                    <a:pt x="9671975" y="3029628"/>
                  </a:lnTo>
                  <a:lnTo>
                    <a:pt x="9585752" y="3002878"/>
                  </a:lnTo>
                  <a:lnTo>
                    <a:pt x="9506133" y="2973355"/>
                  </a:lnTo>
                  <a:lnTo>
                    <a:pt x="9433056" y="2940773"/>
                  </a:lnTo>
                  <a:lnTo>
                    <a:pt x="9366125" y="2904761"/>
                  </a:lnTo>
                  <a:lnTo>
                    <a:pt x="9304731" y="2864873"/>
                  </a:lnTo>
                  <a:lnTo>
                    <a:pt x="9248150" y="2820611"/>
                  </a:lnTo>
                  <a:lnTo>
                    <a:pt x="9195608" y="2771460"/>
                  </a:lnTo>
                  <a:lnTo>
                    <a:pt x="9146340" y="2716952"/>
                  </a:lnTo>
                  <a:lnTo>
                    <a:pt x="9099629" y="2656768"/>
                  </a:lnTo>
                  <a:lnTo>
                    <a:pt x="9084767" y="2635791"/>
                  </a:lnTo>
                  <a:lnTo>
                    <a:pt x="9048728" y="2581204"/>
                  </a:lnTo>
                  <a:lnTo>
                    <a:pt x="9013570" y="2522776"/>
                  </a:lnTo>
                  <a:lnTo>
                    <a:pt x="8979061" y="2460428"/>
                  </a:lnTo>
                  <a:lnTo>
                    <a:pt x="8945016" y="2394138"/>
                  </a:lnTo>
                  <a:lnTo>
                    <a:pt x="8911284" y="2323950"/>
                  </a:lnTo>
                  <a:lnTo>
                    <a:pt x="8877744" y="2249972"/>
                  </a:lnTo>
                  <a:lnTo>
                    <a:pt x="8844306" y="2172389"/>
                  </a:lnTo>
                  <a:lnTo>
                    <a:pt x="8810903" y="2091459"/>
                  </a:lnTo>
                  <a:lnTo>
                    <a:pt x="8777489" y="2007515"/>
                  </a:lnTo>
                  <a:lnTo>
                    <a:pt x="8744037" y="1920959"/>
                  </a:lnTo>
                  <a:lnTo>
                    <a:pt x="8710537" y="1832262"/>
                  </a:lnTo>
                  <a:lnTo>
                    <a:pt x="8676991" y="1741946"/>
                  </a:lnTo>
                  <a:lnTo>
                    <a:pt x="8643412" y="1650577"/>
                  </a:lnTo>
                  <a:lnTo>
                    <a:pt x="8609816" y="1558752"/>
                  </a:lnTo>
                  <a:lnTo>
                    <a:pt x="8576226" y="1467077"/>
                  </a:lnTo>
                  <a:lnTo>
                    <a:pt x="8542661" y="1376156"/>
                  </a:lnTo>
                  <a:lnTo>
                    <a:pt x="8509137" y="1286572"/>
                  </a:lnTo>
                  <a:lnTo>
                    <a:pt x="8475662" y="1198872"/>
                  </a:lnTo>
                  <a:lnTo>
                    <a:pt x="8442231" y="1113554"/>
                  </a:lnTo>
                  <a:lnTo>
                    <a:pt x="8408826" y="1031054"/>
                  </a:lnTo>
                  <a:lnTo>
                    <a:pt x="8375413" y="951743"/>
                  </a:lnTo>
                  <a:lnTo>
                    <a:pt x="8341935" y="875916"/>
                  </a:lnTo>
                  <a:lnTo>
                    <a:pt x="8308313" y="803795"/>
                  </a:lnTo>
                  <a:lnTo>
                    <a:pt x="8274442" y="735526"/>
                  </a:lnTo>
                  <a:lnTo>
                    <a:pt x="8240189" y="671185"/>
                  </a:lnTo>
                  <a:lnTo>
                    <a:pt x="8205385" y="610782"/>
                  </a:lnTo>
                  <a:lnTo>
                    <a:pt x="8169823" y="554267"/>
                  </a:lnTo>
                  <a:lnTo>
                    <a:pt x="8151487" y="527158"/>
                  </a:lnTo>
                  <a:lnTo>
                    <a:pt x="8105473" y="465090"/>
                  </a:lnTo>
                  <a:lnTo>
                    <a:pt x="8057117" y="408746"/>
                  </a:lnTo>
                  <a:lnTo>
                    <a:pt x="8005732" y="357886"/>
                  </a:lnTo>
                  <a:lnTo>
                    <a:pt x="7950560" y="312077"/>
                  </a:lnTo>
                  <a:lnTo>
                    <a:pt x="7890827" y="270811"/>
                  </a:lnTo>
                  <a:lnTo>
                    <a:pt x="7825786" y="233581"/>
                  </a:lnTo>
                  <a:lnTo>
                    <a:pt x="7754780" y="199920"/>
                  </a:lnTo>
                  <a:lnTo>
                    <a:pt x="7677331" y="169431"/>
                  </a:lnTo>
                  <a:lnTo>
                    <a:pt x="7593252" y="141798"/>
                  </a:lnTo>
                  <a:lnTo>
                    <a:pt x="7502793" y="116794"/>
                  </a:lnTo>
                  <a:lnTo>
                    <a:pt x="7406801" y="94284"/>
                  </a:lnTo>
                  <a:lnTo>
                    <a:pt x="7306878" y="74212"/>
                  </a:lnTo>
                  <a:lnTo>
                    <a:pt x="7205477" y="56594"/>
                  </a:lnTo>
                  <a:lnTo>
                    <a:pt x="7105867" y="41479"/>
                  </a:lnTo>
                  <a:lnTo>
                    <a:pt x="7011922" y="28917"/>
                  </a:lnTo>
                  <a:lnTo>
                    <a:pt x="6927672" y="18910"/>
                  </a:lnTo>
                  <a:lnTo>
                    <a:pt x="6856693" y="11369"/>
                  </a:lnTo>
                  <a:lnTo>
                    <a:pt x="6801447" y="6089"/>
                  </a:lnTo>
                  <a:lnTo>
                    <a:pt x="6762755" y="2746"/>
                  </a:lnTo>
                  <a:lnTo>
                    <a:pt x="6739552" y="927"/>
                  </a:lnTo>
                  <a:lnTo>
                    <a:pt x="6728932" y="169"/>
                  </a:lnTo>
                  <a:lnTo>
                    <a:pt x="6726384" y="2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135" y="97"/>
                  </a:lnTo>
                  <a:lnTo>
                    <a:pt x="5248705" y="794"/>
                  </a:lnTo>
                  <a:lnTo>
                    <a:pt x="5234893" y="2716"/>
                  </a:lnTo>
                  <a:lnTo>
                    <a:pt x="5209890" y="6508"/>
                  </a:lnTo>
                  <a:lnTo>
                    <a:pt x="5171992" y="12786"/>
                  </a:lnTo>
                  <a:lnTo>
                    <a:pt x="5120723" y="22093"/>
                  </a:lnTo>
                  <a:lnTo>
                    <a:pt x="5056830" y="34852"/>
                  </a:lnTo>
                  <a:lnTo>
                    <a:pt x="4982114" y="51341"/>
                  </a:lnTo>
                  <a:lnTo>
                    <a:pt x="4899124" y="71694"/>
                  </a:lnTo>
                  <a:lnTo>
                    <a:pt x="4810764" y="95927"/>
                  </a:lnTo>
                  <a:lnTo>
                    <a:pt x="4719922" y="123984"/>
                  </a:lnTo>
                  <a:lnTo>
                    <a:pt x="4629174" y="155787"/>
                  </a:lnTo>
                  <a:lnTo>
                    <a:pt x="4540605" y="191286"/>
                  </a:lnTo>
                  <a:lnTo>
                    <a:pt x="4455742" y="230494"/>
                  </a:lnTo>
                  <a:lnTo>
                    <a:pt x="4375571" y="273516"/>
                  </a:lnTo>
                  <a:lnTo>
                    <a:pt x="4300608" y="320561"/>
                  </a:lnTo>
                  <a:lnTo>
                    <a:pt x="4230998" y="371948"/>
                  </a:lnTo>
                  <a:lnTo>
                    <a:pt x="4166606" y="428107"/>
                  </a:lnTo>
                  <a:lnTo>
                    <a:pt x="4107101" y="489566"/>
                  </a:lnTo>
                  <a:lnTo>
                    <a:pt x="4052029" y="556944"/>
                  </a:lnTo>
                  <a:lnTo>
                    <a:pt x="4000862" y="630919"/>
                  </a:lnTo>
                  <a:lnTo>
                    <a:pt x="3953041" y="712194"/>
                  </a:lnTo>
                  <a:lnTo>
                    <a:pt x="3908007" y="801430"/>
                  </a:lnTo>
                  <a:lnTo>
                    <a:pt x="3865226" y="899145"/>
                  </a:lnTo>
                  <a:lnTo>
                    <a:pt x="3829811" y="990294"/>
                  </a:lnTo>
                  <a:lnTo>
                    <a:pt x="3802592" y="1066821"/>
                  </a:lnTo>
                  <a:lnTo>
                    <a:pt x="3775906" y="1147408"/>
                  </a:lnTo>
                  <a:lnTo>
                    <a:pt x="3749649" y="1232136"/>
                  </a:lnTo>
                  <a:lnTo>
                    <a:pt x="3723730" y="1321050"/>
                  </a:lnTo>
                  <a:lnTo>
                    <a:pt x="3698072" y="1414162"/>
                  </a:lnTo>
                  <a:lnTo>
                    <a:pt x="3672609" y="1511444"/>
                  </a:lnTo>
                  <a:lnTo>
                    <a:pt x="3647285" y="1612827"/>
                  </a:lnTo>
                  <a:lnTo>
                    <a:pt x="3622054" y="1718202"/>
                  </a:lnTo>
                  <a:lnTo>
                    <a:pt x="3596880" y="1827412"/>
                  </a:lnTo>
                  <a:lnTo>
                    <a:pt x="3571732" y="1940257"/>
                  </a:lnTo>
                  <a:lnTo>
                    <a:pt x="3546589" y="2056490"/>
                  </a:lnTo>
                  <a:lnTo>
                    <a:pt x="3521433" y="2175821"/>
                  </a:lnTo>
                  <a:lnTo>
                    <a:pt x="3496256" y="2297919"/>
                  </a:lnTo>
                  <a:lnTo>
                    <a:pt x="3471052" y="2422411"/>
                  </a:lnTo>
                  <a:lnTo>
                    <a:pt x="3445820" y="2548892"/>
                  </a:lnTo>
                  <a:lnTo>
                    <a:pt x="3420564" y="2676926"/>
                  </a:lnTo>
                  <a:lnTo>
                    <a:pt x="3395288" y="2806054"/>
                  </a:lnTo>
                  <a:lnTo>
                    <a:pt x="3370001" y="2935800"/>
                  </a:lnTo>
                  <a:lnTo>
                    <a:pt x="3344712" y="3065677"/>
                  </a:lnTo>
                  <a:lnTo>
                    <a:pt x="3319429" y="3195199"/>
                  </a:lnTo>
                  <a:lnTo>
                    <a:pt x="3294162" y="3323882"/>
                  </a:lnTo>
                  <a:lnTo>
                    <a:pt x="3268916" y="3451258"/>
                  </a:lnTo>
                  <a:lnTo>
                    <a:pt x="3243697" y="3576876"/>
                  </a:lnTo>
                  <a:lnTo>
                    <a:pt x="3218505" y="3700316"/>
                  </a:lnTo>
                  <a:lnTo>
                    <a:pt x="3193339" y="3821185"/>
                  </a:lnTo>
                  <a:lnTo>
                    <a:pt x="3168191" y="3939131"/>
                  </a:lnTo>
                  <a:lnTo>
                    <a:pt x="3143048" y="4053839"/>
                  </a:lnTo>
                  <a:lnTo>
                    <a:pt x="3117891" y="4165041"/>
                  </a:lnTo>
                  <a:lnTo>
                    <a:pt x="3092695" y="4272509"/>
                  </a:lnTo>
                  <a:lnTo>
                    <a:pt x="3067427" y="4376065"/>
                  </a:lnTo>
                  <a:lnTo>
                    <a:pt x="3042045" y="4475574"/>
                  </a:lnTo>
                  <a:lnTo>
                    <a:pt x="3016499" y="4570944"/>
                  </a:lnTo>
                  <a:lnTo>
                    <a:pt x="2990730" y="4662126"/>
                  </a:lnTo>
                  <a:lnTo>
                    <a:pt x="2964666" y="4749112"/>
                  </a:lnTo>
                  <a:lnTo>
                    <a:pt x="2938224" y="4831928"/>
                  </a:lnTo>
                  <a:lnTo>
                    <a:pt x="2911307" y="4910636"/>
                  </a:lnTo>
                  <a:lnTo>
                    <a:pt x="2896531" y="4951474"/>
                  </a:lnTo>
                  <a:lnTo>
                    <a:pt x="2855303" y="5056685"/>
                  </a:lnTo>
                  <a:lnTo>
                    <a:pt x="2812240" y="5153202"/>
                  </a:lnTo>
                  <a:lnTo>
                    <a:pt x="2766853" y="5241300"/>
                  </a:lnTo>
                  <a:lnTo>
                    <a:pt x="2718602" y="5321522"/>
                  </a:lnTo>
                  <a:lnTo>
                    <a:pt x="2666927" y="5394541"/>
                  </a:lnTo>
                  <a:lnTo>
                    <a:pt x="2611270" y="5461059"/>
                  </a:lnTo>
                  <a:lnTo>
                    <a:pt x="2551113" y="5521748"/>
                  </a:lnTo>
                  <a:lnTo>
                    <a:pt x="2486014" y="5577216"/>
                  </a:lnTo>
                  <a:lnTo>
                    <a:pt x="2415665" y="5627979"/>
                  </a:lnTo>
                  <a:lnTo>
                    <a:pt x="2339964" y="5674450"/>
                  </a:lnTo>
                  <a:lnTo>
                    <a:pt x="2259102" y="5716933"/>
                  </a:lnTo>
                  <a:lnTo>
                    <a:pt x="2173655" y="5755623"/>
                  </a:lnTo>
                  <a:lnTo>
                    <a:pt x="2084680" y="5790610"/>
                  </a:lnTo>
                  <a:lnTo>
                    <a:pt x="1993783" y="5821898"/>
                  </a:lnTo>
                  <a:lnTo>
                    <a:pt x="1903122" y="5849430"/>
                  </a:lnTo>
                  <a:lnTo>
                    <a:pt x="1815329" y="5873128"/>
                  </a:lnTo>
                  <a:lnTo>
                    <a:pt x="1733316" y="5892942"/>
                  </a:lnTo>
                  <a:lnTo>
                    <a:pt x="1659961" y="5908903"/>
                  </a:lnTo>
                  <a:lnTo>
                    <a:pt x="1597731" y="5921164"/>
                  </a:lnTo>
                  <a:lnTo>
                    <a:pt x="1548298" y="5930022"/>
                  </a:lnTo>
                  <a:lnTo>
                    <a:pt x="1512244" y="5935921"/>
                  </a:lnTo>
                  <a:lnTo>
                    <a:pt x="1488919" y="5939416"/>
                  </a:lnTo>
                  <a:lnTo>
                    <a:pt x="1476460" y="5941130"/>
                  </a:lnTo>
                  <a:lnTo>
                    <a:pt x="1471915" y="5941707"/>
                  </a:lnTo>
                  <a:lnTo>
                    <a:pt x="1471387" y="5941769"/>
                  </a:lnTo>
                  <a:lnTo>
                    <a:pt x="0" y="594176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72" name="pg1472"/>
            <p:cNvSpPr/>
            <p:nvPr/>
          </p:nvSpPr>
          <p:spPr>
            <a:xfrm>
              <a:off x="4799595" y="2928347"/>
              <a:ext cx="11981298" cy="5794655"/>
            </a:xfrm>
            <a:custGeom>
              <a:avLst/>
              <a:pathLst>
                <a:path w="11981298" h="5794655">
                  <a:moveTo>
                    <a:pt x="0" y="5794655"/>
                  </a:moveTo>
                  <a:lnTo>
                    <a:pt x="1471387" y="5794655"/>
                  </a:lnTo>
                  <a:lnTo>
                    <a:pt x="1472217" y="5794559"/>
                  </a:lnTo>
                  <a:lnTo>
                    <a:pt x="1477711" y="5793872"/>
                  </a:lnTo>
                  <a:lnTo>
                    <a:pt x="1491682" y="5791976"/>
                  </a:lnTo>
                  <a:lnTo>
                    <a:pt x="1516963" y="5788238"/>
                  </a:lnTo>
                  <a:lnTo>
                    <a:pt x="1555261" y="5782049"/>
                  </a:lnTo>
                  <a:lnTo>
                    <a:pt x="1607035" y="5772877"/>
                  </a:lnTo>
                  <a:lnTo>
                    <a:pt x="1671503" y="5760307"/>
                  </a:lnTo>
                  <a:lnTo>
                    <a:pt x="1746817" y="5744070"/>
                  </a:lnTo>
                  <a:lnTo>
                    <a:pt x="1830381" y="5724036"/>
                  </a:lnTo>
                  <a:lnTo>
                    <a:pt x="1919249" y="5700194"/>
                  </a:lnTo>
                  <a:lnTo>
                    <a:pt x="2010505" y="5672601"/>
                  </a:lnTo>
                  <a:lnTo>
                    <a:pt x="2101562" y="5641333"/>
                  </a:lnTo>
                  <a:lnTo>
                    <a:pt x="2190333" y="5606438"/>
                  </a:lnTo>
                  <a:lnTo>
                    <a:pt x="2275304" y="5567897"/>
                  </a:lnTo>
                  <a:lnTo>
                    <a:pt x="2355504" y="5525603"/>
                  </a:lnTo>
                  <a:lnTo>
                    <a:pt x="2430433" y="5479344"/>
                  </a:lnTo>
                  <a:lnTo>
                    <a:pt x="2499967" y="5428796"/>
                  </a:lnTo>
                  <a:lnTo>
                    <a:pt x="2564259" y="5373531"/>
                  </a:lnTo>
                  <a:lnTo>
                    <a:pt x="2623654" y="5313020"/>
                  </a:lnTo>
                  <a:lnTo>
                    <a:pt x="2678620" y="5246648"/>
                  </a:lnTo>
                  <a:lnTo>
                    <a:pt x="2729693" y="5173743"/>
                  </a:lnTo>
                  <a:lnTo>
                    <a:pt x="2777442" y="5093612"/>
                  </a:lnTo>
                  <a:lnTo>
                    <a:pt x="2822430" y="5005612"/>
                  </a:lnTo>
                  <a:lnTo>
                    <a:pt x="2865195" y="4909253"/>
                  </a:lnTo>
                  <a:lnTo>
                    <a:pt x="2896531" y="4830242"/>
                  </a:lnTo>
                  <a:lnTo>
                    <a:pt x="2924090" y="4754751"/>
                  </a:lnTo>
                  <a:lnTo>
                    <a:pt x="2951103" y="4675203"/>
                  </a:lnTo>
                  <a:lnTo>
                    <a:pt x="2977679" y="4591520"/>
                  </a:lnTo>
                  <a:lnTo>
                    <a:pt x="3003911" y="4503655"/>
                  </a:lnTo>
                  <a:lnTo>
                    <a:pt x="3029880" y="4411600"/>
                  </a:lnTo>
                  <a:lnTo>
                    <a:pt x="3055653" y="4315383"/>
                  </a:lnTo>
                  <a:lnTo>
                    <a:pt x="3081287" y="4215078"/>
                  </a:lnTo>
                  <a:lnTo>
                    <a:pt x="3106828" y="4110798"/>
                  </a:lnTo>
                  <a:lnTo>
                    <a:pt x="3132316" y="4002708"/>
                  </a:lnTo>
                  <a:lnTo>
                    <a:pt x="3157779" y="3891013"/>
                  </a:lnTo>
                  <a:lnTo>
                    <a:pt x="3183241" y="3775970"/>
                  </a:lnTo>
                  <a:lnTo>
                    <a:pt x="3208716" y="3657876"/>
                  </a:lnTo>
                  <a:lnTo>
                    <a:pt x="3234214" y="3537073"/>
                  </a:lnTo>
                  <a:lnTo>
                    <a:pt x="3259741" y="3413944"/>
                  </a:lnTo>
                  <a:lnTo>
                    <a:pt x="3285296" y="3288903"/>
                  </a:lnTo>
                  <a:lnTo>
                    <a:pt x="3310875" y="3162397"/>
                  </a:lnTo>
                  <a:lnTo>
                    <a:pt x="3336472" y="3034893"/>
                  </a:lnTo>
                  <a:lnTo>
                    <a:pt x="3362079" y="2906876"/>
                  </a:lnTo>
                  <a:lnTo>
                    <a:pt x="3387686" y="2778838"/>
                  </a:lnTo>
                  <a:lnTo>
                    <a:pt x="3413285" y="2651272"/>
                  </a:lnTo>
                  <a:lnTo>
                    <a:pt x="3438866" y="2524662"/>
                  </a:lnTo>
                  <a:lnTo>
                    <a:pt x="3464423" y="2399478"/>
                  </a:lnTo>
                  <a:lnTo>
                    <a:pt x="3489952" y="2276169"/>
                  </a:lnTo>
                  <a:lnTo>
                    <a:pt x="3515453" y="2155153"/>
                  </a:lnTo>
                  <a:lnTo>
                    <a:pt x="3540930" y="2036814"/>
                  </a:lnTo>
                  <a:lnTo>
                    <a:pt x="3566392" y="1921498"/>
                  </a:lnTo>
                  <a:lnTo>
                    <a:pt x="3591854" y="1809507"/>
                  </a:lnTo>
                  <a:lnTo>
                    <a:pt x="3617339" y="1701101"/>
                  </a:lnTo>
                  <a:lnTo>
                    <a:pt x="3642874" y="1596490"/>
                  </a:lnTo>
                  <a:lnTo>
                    <a:pt x="3668498" y="1495840"/>
                  </a:lnTo>
                  <a:lnTo>
                    <a:pt x="3694257" y="1399271"/>
                  </a:lnTo>
                  <a:lnTo>
                    <a:pt x="3720207" y="1306859"/>
                  </a:lnTo>
                  <a:lnTo>
                    <a:pt x="3746414" y="1218637"/>
                  </a:lnTo>
                  <a:lnTo>
                    <a:pt x="3772957" y="1134598"/>
                  </a:lnTo>
                  <a:lnTo>
                    <a:pt x="3799929" y="1054701"/>
                  </a:lnTo>
                  <a:lnTo>
                    <a:pt x="3827437" y="978868"/>
                  </a:lnTo>
                  <a:lnTo>
                    <a:pt x="3829811" y="972586"/>
                  </a:lnTo>
                  <a:lnTo>
                    <a:pt x="3871211" y="869726"/>
                  </a:lnTo>
                  <a:lnTo>
                    <a:pt x="3914462" y="775399"/>
                  </a:lnTo>
                  <a:lnTo>
                    <a:pt x="3960061" y="689336"/>
                  </a:lnTo>
                  <a:lnTo>
                    <a:pt x="4008553" y="610997"/>
                  </a:lnTo>
                  <a:lnTo>
                    <a:pt x="4060507" y="539719"/>
                  </a:lnTo>
                  <a:lnTo>
                    <a:pt x="4116486" y="474811"/>
                  </a:lnTo>
                  <a:lnTo>
                    <a:pt x="4177015" y="415609"/>
                  </a:lnTo>
                  <a:lnTo>
                    <a:pt x="4242537" y="361518"/>
                  </a:lnTo>
                  <a:lnTo>
                    <a:pt x="4313358" y="312032"/>
                  </a:lnTo>
                  <a:lnTo>
                    <a:pt x="4389573" y="266747"/>
                  </a:lnTo>
                  <a:lnTo>
                    <a:pt x="4470976" y="225367"/>
                  </a:lnTo>
                  <a:lnTo>
                    <a:pt x="4556965" y="187705"/>
                  </a:lnTo>
                  <a:lnTo>
                    <a:pt x="4646443" y="153677"/>
                  </a:lnTo>
                  <a:lnTo>
                    <a:pt x="4737758" y="123283"/>
                  </a:lnTo>
                  <a:lnTo>
                    <a:pt x="4828695" y="96581"/>
                  </a:lnTo>
                  <a:lnTo>
                    <a:pt x="4916565" y="73647"/>
                  </a:lnTo>
                  <a:lnTo>
                    <a:pt x="4998415" y="54527"/>
                  </a:lnTo>
                  <a:lnTo>
                    <a:pt x="5071346" y="39185"/>
                  </a:lnTo>
                  <a:lnTo>
                    <a:pt x="5132908" y="27459"/>
                  </a:lnTo>
                  <a:lnTo>
                    <a:pt x="5181481" y="19043"/>
                  </a:lnTo>
                  <a:lnTo>
                    <a:pt x="5216573" y="13494"/>
                  </a:lnTo>
                  <a:lnTo>
                    <a:pt x="5238946" y="10253"/>
                  </a:lnTo>
                  <a:lnTo>
                    <a:pt x="5250590" y="8705"/>
                  </a:lnTo>
                  <a:lnTo>
                    <a:pt x="5254585" y="8215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260" y="8254"/>
                  </a:lnTo>
                  <a:lnTo>
                    <a:pt x="6733321" y="8833"/>
                  </a:lnTo>
                  <a:lnTo>
                    <a:pt x="6748693" y="10433"/>
                  </a:lnTo>
                  <a:lnTo>
                    <a:pt x="6776411" y="13588"/>
                  </a:lnTo>
                  <a:lnTo>
                    <a:pt x="6818201" y="18803"/>
                  </a:lnTo>
                  <a:lnTo>
                    <a:pt x="6874354" y="26514"/>
                  </a:lnTo>
                  <a:lnTo>
                    <a:pt x="6943761" y="37049"/>
                  </a:lnTo>
                  <a:lnTo>
                    <a:pt x="7024157" y="50606"/>
                  </a:lnTo>
                  <a:lnTo>
                    <a:pt x="7112530" y="67267"/>
                  </a:lnTo>
                  <a:lnTo>
                    <a:pt x="7205590" y="87021"/>
                  </a:lnTo>
                  <a:lnTo>
                    <a:pt x="7300201" y="109809"/>
                  </a:lnTo>
                  <a:lnTo>
                    <a:pt x="7393683" y="135572"/>
                  </a:lnTo>
                  <a:lnTo>
                    <a:pt x="7483977" y="164289"/>
                  </a:lnTo>
                  <a:lnTo>
                    <a:pt x="7569672" y="196006"/>
                  </a:lnTo>
                  <a:lnTo>
                    <a:pt x="7649948" y="230855"/>
                  </a:lnTo>
                  <a:lnTo>
                    <a:pt x="7724473" y="269060"/>
                  </a:lnTo>
                  <a:lnTo>
                    <a:pt x="7793285" y="310943"/>
                  </a:lnTo>
                  <a:lnTo>
                    <a:pt x="7856685" y="356913"/>
                  </a:lnTo>
                  <a:lnTo>
                    <a:pt x="7915144" y="407462"/>
                  </a:lnTo>
                  <a:lnTo>
                    <a:pt x="7969234" y="463143"/>
                  </a:lnTo>
                  <a:lnTo>
                    <a:pt x="8019577" y="524537"/>
                  </a:lnTo>
                  <a:lnTo>
                    <a:pt x="8066801" y="592207"/>
                  </a:lnTo>
                  <a:lnTo>
                    <a:pt x="8111511" y="666608"/>
                  </a:lnTo>
                  <a:lnTo>
                    <a:pt x="8151487" y="742380"/>
                  </a:lnTo>
                  <a:lnTo>
                    <a:pt x="8182719" y="807838"/>
                  </a:lnTo>
                  <a:lnTo>
                    <a:pt x="8213267" y="877285"/>
                  </a:lnTo>
                  <a:lnTo>
                    <a:pt x="8243286" y="950802"/>
                  </a:lnTo>
                  <a:lnTo>
                    <a:pt x="8272906" y="1028427"/>
                  </a:lnTo>
                  <a:lnTo>
                    <a:pt x="8302236" y="1110149"/>
                  </a:lnTo>
                  <a:lnTo>
                    <a:pt x="8331363" y="1195907"/>
                  </a:lnTo>
                  <a:lnTo>
                    <a:pt x="8360361" y="1285585"/>
                  </a:lnTo>
                  <a:lnTo>
                    <a:pt x="8389286" y="1379009"/>
                  </a:lnTo>
                  <a:lnTo>
                    <a:pt x="8418182" y="1475948"/>
                  </a:lnTo>
                  <a:lnTo>
                    <a:pt x="8447081" y="1576110"/>
                  </a:lnTo>
                  <a:lnTo>
                    <a:pt x="8476003" y="1679151"/>
                  </a:lnTo>
                  <a:lnTo>
                    <a:pt x="8504958" y="1784669"/>
                  </a:lnTo>
                  <a:lnTo>
                    <a:pt x="8533950" y="1892221"/>
                  </a:lnTo>
                  <a:lnTo>
                    <a:pt x="8562975" y="2001318"/>
                  </a:lnTo>
                  <a:lnTo>
                    <a:pt x="8592024" y="2111446"/>
                  </a:lnTo>
                  <a:lnTo>
                    <a:pt x="8621086" y="2222065"/>
                  </a:lnTo>
                  <a:lnTo>
                    <a:pt x="8650145" y="2332628"/>
                  </a:lnTo>
                  <a:lnTo>
                    <a:pt x="8679191" y="2442589"/>
                  </a:lnTo>
                  <a:lnTo>
                    <a:pt x="8708209" y="2551413"/>
                  </a:lnTo>
                  <a:lnTo>
                    <a:pt x="8737194" y="2658588"/>
                  </a:lnTo>
                  <a:lnTo>
                    <a:pt x="8766142" y="2763637"/>
                  </a:lnTo>
                  <a:lnTo>
                    <a:pt x="8795058" y="2866122"/>
                  </a:lnTo>
                  <a:lnTo>
                    <a:pt x="8823954" y="2965655"/>
                  </a:lnTo>
                  <a:lnTo>
                    <a:pt x="8852854" y="3061899"/>
                  </a:lnTo>
                  <a:lnTo>
                    <a:pt x="8881790" y="3154578"/>
                  </a:lnTo>
                  <a:lnTo>
                    <a:pt x="8910809" y="3243470"/>
                  </a:lnTo>
                  <a:lnTo>
                    <a:pt x="8939971" y="3328413"/>
                  </a:lnTo>
                  <a:lnTo>
                    <a:pt x="8969352" y="3409304"/>
                  </a:lnTo>
                  <a:lnTo>
                    <a:pt x="8999044" y="3486091"/>
                  </a:lnTo>
                  <a:lnTo>
                    <a:pt x="9029159" y="3558775"/>
                  </a:lnTo>
                  <a:lnTo>
                    <a:pt x="9059833" y="3627402"/>
                  </a:lnTo>
                  <a:lnTo>
                    <a:pt x="9084767" y="3679211"/>
                  </a:lnTo>
                  <a:lnTo>
                    <a:pt x="9127626" y="3760107"/>
                  </a:lnTo>
                  <a:lnTo>
                    <a:pt x="9172485" y="3834053"/>
                  </a:lnTo>
                  <a:lnTo>
                    <a:pt x="9219896" y="3901293"/>
                  </a:lnTo>
                  <a:lnTo>
                    <a:pt x="9270467" y="3962293"/>
                  </a:lnTo>
                  <a:lnTo>
                    <a:pt x="9324826" y="4017617"/>
                  </a:lnTo>
                  <a:lnTo>
                    <a:pt x="9383594" y="4067847"/>
                  </a:lnTo>
                  <a:lnTo>
                    <a:pt x="9447338" y="4113534"/>
                  </a:lnTo>
                  <a:lnTo>
                    <a:pt x="9516521" y="4155162"/>
                  </a:lnTo>
                  <a:lnTo>
                    <a:pt x="9591427" y="4193137"/>
                  </a:lnTo>
                  <a:lnTo>
                    <a:pt x="9672076" y="4227773"/>
                  </a:lnTo>
                  <a:lnTo>
                    <a:pt x="9758105" y="4259289"/>
                  </a:lnTo>
                  <a:lnTo>
                    <a:pt x="9848660" y="4287811"/>
                  </a:lnTo>
                  <a:lnTo>
                    <a:pt x="9942288" y="4313379"/>
                  </a:lnTo>
                  <a:lnTo>
                    <a:pt x="10036885" y="4335968"/>
                  </a:lnTo>
                  <a:lnTo>
                    <a:pt x="10129736" y="4355519"/>
                  </a:lnTo>
                  <a:lnTo>
                    <a:pt x="10217683" y="4371975"/>
                  </a:lnTo>
                  <a:lnTo>
                    <a:pt x="10297442" y="4385329"/>
                  </a:lnTo>
                  <a:lnTo>
                    <a:pt x="10366033" y="4395670"/>
                  </a:lnTo>
                  <a:lnTo>
                    <a:pt x="10421257" y="4403205"/>
                  </a:lnTo>
                  <a:lnTo>
                    <a:pt x="10462094" y="4408270"/>
                  </a:lnTo>
                  <a:lnTo>
                    <a:pt x="10488929" y="4411305"/>
                  </a:lnTo>
                  <a:lnTo>
                    <a:pt x="10503579" y="4412822"/>
                  </a:lnTo>
                  <a:lnTo>
                    <a:pt x="10509160" y="4413352"/>
                  </a:lnTo>
                  <a:lnTo>
                    <a:pt x="10509911" y="4413419"/>
                  </a:lnTo>
                  <a:lnTo>
                    <a:pt x="11981298" y="4413419"/>
                  </a:lnTo>
                  <a:lnTo>
                    <a:pt x="11981298" y="4405246"/>
                  </a:lnTo>
                  <a:lnTo>
                    <a:pt x="10509911" y="4405246"/>
                  </a:lnTo>
                  <a:lnTo>
                    <a:pt x="10508993" y="4405164"/>
                  </a:lnTo>
                  <a:lnTo>
                    <a:pt x="10502932" y="4404585"/>
                  </a:lnTo>
                  <a:lnTo>
                    <a:pt x="10487560" y="4402985"/>
                  </a:lnTo>
                  <a:lnTo>
                    <a:pt x="10459842" y="4399830"/>
                  </a:lnTo>
                  <a:lnTo>
                    <a:pt x="10418052" y="4394615"/>
                  </a:lnTo>
                  <a:lnTo>
                    <a:pt x="10361899" y="4386904"/>
                  </a:lnTo>
                  <a:lnTo>
                    <a:pt x="10292493" y="4376369"/>
                  </a:lnTo>
                  <a:lnTo>
                    <a:pt x="10212096" y="4362812"/>
                  </a:lnTo>
                  <a:lnTo>
                    <a:pt x="10123723" y="4346151"/>
                  </a:lnTo>
                  <a:lnTo>
                    <a:pt x="10030663" y="4326397"/>
                  </a:lnTo>
                  <a:lnTo>
                    <a:pt x="9936052" y="4303609"/>
                  </a:lnTo>
                  <a:lnTo>
                    <a:pt x="9842570" y="4277846"/>
                  </a:lnTo>
                  <a:lnTo>
                    <a:pt x="9752276" y="4249129"/>
                  </a:lnTo>
                  <a:lnTo>
                    <a:pt x="9666581" y="4217412"/>
                  </a:lnTo>
                  <a:lnTo>
                    <a:pt x="9586305" y="4182563"/>
                  </a:lnTo>
                  <a:lnTo>
                    <a:pt x="9511780" y="4144358"/>
                  </a:lnTo>
                  <a:lnTo>
                    <a:pt x="9442968" y="4102475"/>
                  </a:lnTo>
                  <a:lnTo>
                    <a:pt x="9379568" y="4056505"/>
                  </a:lnTo>
                  <a:lnTo>
                    <a:pt x="9321109" y="4005956"/>
                  </a:lnTo>
                  <a:lnTo>
                    <a:pt x="9267019" y="3950275"/>
                  </a:lnTo>
                  <a:lnTo>
                    <a:pt x="9216677" y="3888881"/>
                  </a:lnTo>
                  <a:lnTo>
                    <a:pt x="9169453" y="3821211"/>
                  </a:lnTo>
                  <a:lnTo>
                    <a:pt x="9124742" y="3746810"/>
                  </a:lnTo>
                  <a:lnTo>
                    <a:pt x="9084767" y="3671038"/>
                  </a:lnTo>
                  <a:lnTo>
                    <a:pt x="9053535" y="3605580"/>
                  </a:lnTo>
                  <a:lnTo>
                    <a:pt x="9022986" y="3536133"/>
                  </a:lnTo>
                  <a:lnTo>
                    <a:pt x="8992967" y="3462616"/>
                  </a:lnTo>
                  <a:lnTo>
                    <a:pt x="8963347" y="3384991"/>
                  </a:lnTo>
                  <a:lnTo>
                    <a:pt x="8934018" y="3303269"/>
                  </a:lnTo>
                  <a:lnTo>
                    <a:pt x="8904890" y="3217511"/>
                  </a:lnTo>
                  <a:lnTo>
                    <a:pt x="8875893" y="3127833"/>
                  </a:lnTo>
                  <a:lnTo>
                    <a:pt x="8846967" y="3034409"/>
                  </a:lnTo>
                  <a:lnTo>
                    <a:pt x="8818071" y="2937470"/>
                  </a:lnTo>
                  <a:lnTo>
                    <a:pt x="8789172" y="2837308"/>
                  </a:lnTo>
                  <a:lnTo>
                    <a:pt x="8760250" y="2734267"/>
                  </a:lnTo>
                  <a:lnTo>
                    <a:pt x="8731295" y="2628749"/>
                  </a:lnTo>
                  <a:lnTo>
                    <a:pt x="8702303" y="2521198"/>
                  </a:lnTo>
                  <a:lnTo>
                    <a:pt x="8673278" y="2412100"/>
                  </a:lnTo>
                  <a:lnTo>
                    <a:pt x="8644229" y="2301973"/>
                  </a:lnTo>
                  <a:lnTo>
                    <a:pt x="8615168" y="2191353"/>
                  </a:lnTo>
                  <a:lnTo>
                    <a:pt x="8586108" y="2080790"/>
                  </a:lnTo>
                  <a:lnTo>
                    <a:pt x="8557063" y="1970829"/>
                  </a:lnTo>
                  <a:lnTo>
                    <a:pt x="8528044" y="1862005"/>
                  </a:lnTo>
                  <a:lnTo>
                    <a:pt x="8499059" y="1754830"/>
                  </a:lnTo>
                  <a:lnTo>
                    <a:pt x="8470111" y="1649781"/>
                  </a:lnTo>
                  <a:lnTo>
                    <a:pt x="8441195" y="1547296"/>
                  </a:lnTo>
                  <a:lnTo>
                    <a:pt x="8412299" y="1447763"/>
                  </a:lnTo>
                  <a:lnTo>
                    <a:pt x="8383400" y="1351519"/>
                  </a:lnTo>
                  <a:lnTo>
                    <a:pt x="8354463" y="1258840"/>
                  </a:lnTo>
                  <a:lnTo>
                    <a:pt x="8325444" y="1169948"/>
                  </a:lnTo>
                  <a:lnTo>
                    <a:pt x="8296282" y="1085005"/>
                  </a:lnTo>
                  <a:lnTo>
                    <a:pt x="8266902" y="1004114"/>
                  </a:lnTo>
                  <a:lnTo>
                    <a:pt x="8237210" y="927327"/>
                  </a:lnTo>
                  <a:lnTo>
                    <a:pt x="8207094" y="854643"/>
                  </a:lnTo>
                  <a:lnTo>
                    <a:pt x="8176420" y="786016"/>
                  </a:lnTo>
                  <a:lnTo>
                    <a:pt x="8151487" y="734207"/>
                  </a:lnTo>
                  <a:lnTo>
                    <a:pt x="8108627" y="653312"/>
                  </a:lnTo>
                  <a:lnTo>
                    <a:pt x="8063768" y="579365"/>
                  </a:lnTo>
                  <a:lnTo>
                    <a:pt x="8016357" y="512125"/>
                  </a:lnTo>
                  <a:lnTo>
                    <a:pt x="7965787" y="451125"/>
                  </a:lnTo>
                  <a:lnTo>
                    <a:pt x="7911427" y="395801"/>
                  </a:lnTo>
                  <a:lnTo>
                    <a:pt x="7852659" y="345571"/>
                  </a:lnTo>
                  <a:lnTo>
                    <a:pt x="7788915" y="299885"/>
                  </a:lnTo>
                  <a:lnTo>
                    <a:pt x="7719733" y="258256"/>
                  </a:lnTo>
                  <a:lnTo>
                    <a:pt x="7644826" y="220281"/>
                  </a:lnTo>
                  <a:lnTo>
                    <a:pt x="7564177" y="185645"/>
                  </a:lnTo>
                  <a:lnTo>
                    <a:pt x="7478148" y="154129"/>
                  </a:lnTo>
                  <a:lnTo>
                    <a:pt x="7387593" y="125607"/>
                  </a:lnTo>
                  <a:lnTo>
                    <a:pt x="7293966" y="100039"/>
                  </a:lnTo>
                  <a:lnTo>
                    <a:pt x="7199368" y="77450"/>
                  </a:lnTo>
                  <a:lnTo>
                    <a:pt x="7106517" y="57899"/>
                  </a:lnTo>
                  <a:lnTo>
                    <a:pt x="7018570" y="41443"/>
                  </a:lnTo>
                  <a:lnTo>
                    <a:pt x="6938812" y="28089"/>
                  </a:lnTo>
                  <a:lnTo>
                    <a:pt x="6870220" y="17748"/>
                  </a:lnTo>
                  <a:lnTo>
                    <a:pt x="6814996" y="10213"/>
                  </a:lnTo>
                  <a:lnTo>
                    <a:pt x="6774159" y="5148"/>
                  </a:lnTo>
                  <a:lnTo>
                    <a:pt x="6747325" y="2113"/>
                  </a:lnTo>
                  <a:lnTo>
                    <a:pt x="6732674" y="596"/>
                  </a:lnTo>
                  <a:lnTo>
                    <a:pt x="6727093" y="66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125" y="96"/>
                  </a:lnTo>
                  <a:lnTo>
                    <a:pt x="5248631" y="782"/>
                  </a:lnTo>
                  <a:lnTo>
                    <a:pt x="5234660" y="2678"/>
                  </a:lnTo>
                  <a:lnTo>
                    <a:pt x="5209379" y="6417"/>
                  </a:lnTo>
                  <a:lnTo>
                    <a:pt x="5171081" y="12606"/>
                  </a:lnTo>
                  <a:lnTo>
                    <a:pt x="5119307" y="21778"/>
                  </a:lnTo>
                  <a:lnTo>
                    <a:pt x="5054839" y="34348"/>
                  </a:lnTo>
                  <a:lnTo>
                    <a:pt x="4979525" y="50585"/>
                  </a:lnTo>
                  <a:lnTo>
                    <a:pt x="4895962" y="70619"/>
                  </a:lnTo>
                  <a:lnTo>
                    <a:pt x="4807093" y="94461"/>
                  </a:lnTo>
                  <a:lnTo>
                    <a:pt x="4715837" y="122054"/>
                  </a:lnTo>
                  <a:lnTo>
                    <a:pt x="4624780" y="153322"/>
                  </a:lnTo>
                  <a:lnTo>
                    <a:pt x="4536009" y="188217"/>
                  </a:lnTo>
                  <a:lnTo>
                    <a:pt x="4451038" y="226758"/>
                  </a:lnTo>
                  <a:lnTo>
                    <a:pt x="4370839" y="269051"/>
                  </a:lnTo>
                  <a:lnTo>
                    <a:pt x="4295909" y="315311"/>
                  </a:lnTo>
                  <a:lnTo>
                    <a:pt x="4226375" y="365859"/>
                  </a:lnTo>
                  <a:lnTo>
                    <a:pt x="4162083" y="421124"/>
                  </a:lnTo>
                  <a:lnTo>
                    <a:pt x="4102688" y="481635"/>
                  </a:lnTo>
                  <a:lnTo>
                    <a:pt x="4047722" y="548006"/>
                  </a:lnTo>
                  <a:lnTo>
                    <a:pt x="3996649" y="620912"/>
                  </a:lnTo>
                  <a:lnTo>
                    <a:pt x="3948901" y="701042"/>
                  </a:lnTo>
                  <a:lnTo>
                    <a:pt x="3903912" y="789042"/>
                  </a:lnTo>
                  <a:lnTo>
                    <a:pt x="3861147" y="885402"/>
                  </a:lnTo>
                  <a:lnTo>
                    <a:pt x="3829811" y="964413"/>
                  </a:lnTo>
                  <a:lnTo>
                    <a:pt x="3802252" y="1039904"/>
                  </a:lnTo>
                  <a:lnTo>
                    <a:pt x="3775239" y="1119452"/>
                  </a:lnTo>
                  <a:lnTo>
                    <a:pt x="3748663" y="1203135"/>
                  </a:lnTo>
                  <a:lnTo>
                    <a:pt x="3722431" y="1290999"/>
                  </a:lnTo>
                  <a:lnTo>
                    <a:pt x="3696462" y="1383055"/>
                  </a:lnTo>
                  <a:lnTo>
                    <a:pt x="3670689" y="1479272"/>
                  </a:lnTo>
                  <a:lnTo>
                    <a:pt x="3645055" y="1579577"/>
                  </a:lnTo>
                  <a:lnTo>
                    <a:pt x="3619514" y="1683856"/>
                  </a:lnTo>
                  <a:lnTo>
                    <a:pt x="3594026" y="1791947"/>
                  </a:lnTo>
                  <a:lnTo>
                    <a:pt x="3568563" y="1903641"/>
                  </a:lnTo>
                  <a:lnTo>
                    <a:pt x="3543102" y="2018685"/>
                  </a:lnTo>
                  <a:lnTo>
                    <a:pt x="3517626" y="2136779"/>
                  </a:lnTo>
                  <a:lnTo>
                    <a:pt x="3492128" y="2257582"/>
                  </a:lnTo>
                  <a:lnTo>
                    <a:pt x="3466601" y="2380711"/>
                  </a:lnTo>
                  <a:lnTo>
                    <a:pt x="3441046" y="2505752"/>
                  </a:lnTo>
                  <a:lnTo>
                    <a:pt x="3415467" y="2632258"/>
                  </a:lnTo>
                  <a:lnTo>
                    <a:pt x="3389870" y="2759762"/>
                  </a:lnTo>
                  <a:lnTo>
                    <a:pt x="3364263" y="2887779"/>
                  </a:lnTo>
                  <a:lnTo>
                    <a:pt x="3338656" y="3015817"/>
                  </a:lnTo>
                  <a:lnTo>
                    <a:pt x="3313057" y="3143383"/>
                  </a:lnTo>
                  <a:lnTo>
                    <a:pt x="3287476" y="3269993"/>
                  </a:lnTo>
                  <a:lnTo>
                    <a:pt x="3261919" y="3395176"/>
                  </a:lnTo>
                  <a:lnTo>
                    <a:pt x="3236390" y="3518486"/>
                  </a:lnTo>
                  <a:lnTo>
                    <a:pt x="3210889" y="3639502"/>
                  </a:lnTo>
                  <a:lnTo>
                    <a:pt x="3185412" y="3757841"/>
                  </a:lnTo>
                  <a:lnTo>
                    <a:pt x="3159950" y="3873157"/>
                  </a:lnTo>
                  <a:lnTo>
                    <a:pt x="3134488" y="3985148"/>
                  </a:lnTo>
                  <a:lnTo>
                    <a:pt x="3109004" y="4093554"/>
                  </a:lnTo>
                  <a:lnTo>
                    <a:pt x="3083468" y="4198165"/>
                  </a:lnTo>
                  <a:lnTo>
                    <a:pt x="3057844" y="4298815"/>
                  </a:lnTo>
                  <a:lnTo>
                    <a:pt x="3032085" y="4395384"/>
                  </a:lnTo>
                  <a:lnTo>
                    <a:pt x="3006135" y="4487796"/>
                  </a:lnTo>
                  <a:lnTo>
                    <a:pt x="2979928" y="4576018"/>
                  </a:lnTo>
                  <a:lnTo>
                    <a:pt x="2953385" y="4660056"/>
                  </a:lnTo>
                  <a:lnTo>
                    <a:pt x="2926413" y="4739954"/>
                  </a:lnTo>
                  <a:lnTo>
                    <a:pt x="2898905" y="4815787"/>
                  </a:lnTo>
                  <a:lnTo>
                    <a:pt x="2896531" y="4822069"/>
                  </a:lnTo>
                  <a:lnTo>
                    <a:pt x="2855131" y="4924929"/>
                  </a:lnTo>
                  <a:lnTo>
                    <a:pt x="2811880" y="5019256"/>
                  </a:lnTo>
                  <a:lnTo>
                    <a:pt x="2766282" y="5105319"/>
                  </a:lnTo>
                  <a:lnTo>
                    <a:pt x="2717789" y="5183658"/>
                  </a:lnTo>
                  <a:lnTo>
                    <a:pt x="2665835" y="5254936"/>
                  </a:lnTo>
                  <a:lnTo>
                    <a:pt x="2609856" y="5319844"/>
                  </a:lnTo>
                  <a:lnTo>
                    <a:pt x="2549327" y="5379046"/>
                  </a:lnTo>
                  <a:lnTo>
                    <a:pt x="2483805" y="5433137"/>
                  </a:lnTo>
                  <a:lnTo>
                    <a:pt x="2412984" y="5482623"/>
                  </a:lnTo>
                  <a:lnTo>
                    <a:pt x="2336769" y="5527908"/>
                  </a:lnTo>
                  <a:lnTo>
                    <a:pt x="2255366" y="5569288"/>
                  </a:lnTo>
                  <a:lnTo>
                    <a:pt x="2169377" y="5606950"/>
                  </a:lnTo>
                  <a:lnTo>
                    <a:pt x="2079899" y="5640978"/>
                  </a:lnTo>
                  <a:lnTo>
                    <a:pt x="1988584" y="5671372"/>
                  </a:lnTo>
                  <a:lnTo>
                    <a:pt x="1897647" y="5698074"/>
                  </a:lnTo>
                  <a:lnTo>
                    <a:pt x="1809777" y="5721007"/>
                  </a:lnTo>
                  <a:lnTo>
                    <a:pt x="1727927" y="5740127"/>
                  </a:lnTo>
                  <a:lnTo>
                    <a:pt x="1654996" y="5755470"/>
                  </a:lnTo>
                  <a:lnTo>
                    <a:pt x="1593434" y="5767196"/>
                  </a:lnTo>
                  <a:lnTo>
                    <a:pt x="1544861" y="5775611"/>
                  </a:lnTo>
                  <a:lnTo>
                    <a:pt x="1509769" y="5781161"/>
                  </a:lnTo>
                  <a:lnTo>
                    <a:pt x="1487396" y="5784401"/>
                  </a:lnTo>
                  <a:lnTo>
                    <a:pt x="1475752" y="5785950"/>
                  </a:lnTo>
                  <a:lnTo>
                    <a:pt x="1471757" y="5786440"/>
                  </a:lnTo>
                  <a:lnTo>
                    <a:pt x="1471387" y="5786482"/>
                  </a:lnTo>
                  <a:lnTo>
                    <a:pt x="0" y="5786482"/>
                  </a:lnTo>
                  <a:close/>
                </a:path>
              </a:pathLst>
            </a:custGeom>
            <a:solidFill>
              <a:srgbClr val="E78AC3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473" name="pl1473"/>
            <p:cNvSpPr/>
            <p:nvPr/>
          </p:nvSpPr>
          <p:spPr>
            <a:xfrm>
              <a:off x="4799595" y="2936520"/>
              <a:ext cx="11981298" cy="5786482"/>
            </a:xfrm>
            <a:custGeom>
              <a:avLst/>
              <a:pathLst>
                <a:path w="11981298" h="5786482">
                  <a:moveTo>
                    <a:pt x="0" y="5786482"/>
                  </a:moveTo>
                  <a:lnTo>
                    <a:pt x="1471387" y="5786482"/>
                  </a:lnTo>
                  <a:lnTo>
                    <a:pt x="1472217" y="5786386"/>
                  </a:lnTo>
                  <a:lnTo>
                    <a:pt x="1477711" y="5785699"/>
                  </a:lnTo>
                  <a:lnTo>
                    <a:pt x="1491682" y="5783803"/>
                  </a:lnTo>
                  <a:lnTo>
                    <a:pt x="1516963" y="5780065"/>
                  </a:lnTo>
                  <a:lnTo>
                    <a:pt x="1555261" y="5773876"/>
                  </a:lnTo>
                  <a:lnTo>
                    <a:pt x="1607035" y="5764704"/>
                  </a:lnTo>
                  <a:lnTo>
                    <a:pt x="1671503" y="5752134"/>
                  </a:lnTo>
                  <a:lnTo>
                    <a:pt x="1746817" y="5735897"/>
                  </a:lnTo>
                  <a:lnTo>
                    <a:pt x="1830381" y="5715863"/>
                  </a:lnTo>
                  <a:lnTo>
                    <a:pt x="1919249" y="5692021"/>
                  </a:lnTo>
                  <a:lnTo>
                    <a:pt x="2010505" y="5664428"/>
                  </a:lnTo>
                  <a:lnTo>
                    <a:pt x="2101562" y="5633160"/>
                  </a:lnTo>
                  <a:lnTo>
                    <a:pt x="2190333" y="5598265"/>
                  </a:lnTo>
                  <a:lnTo>
                    <a:pt x="2275304" y="5559724"/>
                  </a:lnTo>
                  <a:lnTo>
                    <a:pt x="2355504" y="5517430"/>
                  </a:lnTo>
                  <a:lnTo>
                    <a:pt x="2430433" y="5471171"/>
                  </a:lnTo>
                  <a:lnTo>
                    <a:pt x="2499967" y="5420623"/>
                  </a:lnTo>
                  <a:lnTo>
                    <a:pt x="2564259" y="5365358"/>
                  </a:lnTo>
                  <a:lnTo>
                    <a:pt x="2623654" y="5304847"/>
                  </a:lnTo>
                  <a:lnTo>
                    <a:pt x="2678620" y="5238475"/>
                  </a:lnTo>
                  <a:lnTo>
                    <a:pt x="2729693" y="5165570"/>
                  </a:lnTo>
                  <a:lnTo>
                    <a:pt x="2777442" y="5085439"/>
                  </a:lnTo>
                  <a:lnTo>
                    <a:pt x="2822430" y="4997439"/>
                  </a:lnTo>
                  <a:lnTo>
                    <a:pt x="2865195" y="4901080"/>
                  </a:lnTo>
                  <a:lnTo>
                    <a:pt x="2896531" y="4822069"/>
                  </a:lnTo>
                  <a:lnTo>
                    <a:pt x="2924090" y="4746578"/>
                  </a:lnTo>
                  <a:lnTo>
                    <a:pt x="2951103" y="4667030"/>
                  </a:lnTo>
                  <a:lnTo>
                    <a:pt x="2977679" y="4583347"/>
                  </a:lnTo>
                  <a:lnTo>
                    <a:pt x="3003911" y="4495482"/>
                  </a:lnTo>
                  <a:lnTo>
                    <a:pt x="3029880" y="4403427"/>
                  </a:lnTo>
                  <a:lnTo>
                    <a:pt x="3055653" y="4307210"/>
                  </a:lnTo>
                  <a:lnTo>
                    <a:pt x="3081287" y="4206905"/>
                  </a:lnTo>
                  <a:lnTo>
                    <a:pt x="3106828" y="4102625"/>
                  </a:lnTo>
                  <a:lnTo>
                    <a:pt x="3132316" y="3994535"/>
                  </a:lnTo>
                  <a:lnTo>
                    <a:pt x="3157779" y="3882840"/>
                  </a:lnTo>
                  <a:lnTo>
                    <a:pt x="3183241" y="3767797"/>
                  </a:lnTo>
                  <a:lnTo>
                    <a:pt x="3208716" y="3649703"/>
                  </a:lnTo>
                  <a:lnTo>
                    <a:pt x="3234214" y="3528900"/>
                  </a:lnTo>
                  <a:lnTo>
                    <a:pt x="3259741" y="3405771"/>
                  </a:lnTo>
                  <a:lnTo>
                    <a:pt x="3285296" y="3280730"/>
                  </a:lnTo>
                  <a:lnTo>
                    <a:pt x="3310875" y="3154224"/>
                  </a:lnTo>
                  <a:lnTo>
                    <a:pt x="3336472" y="3026720"/>
                  </a:lnTo>
                  <a:lnTo>
                    <a:pt x="3362079" y="2898703"/>
                  </a:lnTo>
                  <a:lnTo>
                    <a:pt x="3387686" y="2770665"/>
                  </a:lnTo>
                  <a:lnTo>
                    <a:pt x="3413285" y="2643099"/>
                  </a:lnTo>
                  <a:lnTo>
                    <a:pt x="3438866" y="2516489"/>
                  </a:lnTo>
                  <a:lnTo>
                    <a:pt x="3464423" y="2391305"/>
                  </a:lnTo>
                  <a:lnTo>
                    <a:pt x="3489952" y="2267996"/>
                  </a:lnTo>
                  <a:lnTo>
                    <a:pt x="3515453" y="2146980"/>
                  </a:lnTo>
                  <a:lnTo>
                    <a:pt x="3540930" y="2028641"/>
                  </a:lnTo>
                  <a:lnTo>
                    <a:pt x="3566392" y="1913325"/>
                  </a:lnTo>
                  <a:lnTo>
                    <a:pt x="3591854" y="1801334"/>
                  </a:lnTo>
                  <a:lnTo>
                    <a:pt x="3617339" y="1692928"/>
                  </a:lnTo>
                  <a:lnTo>
                    <a:pt x="3642874" y="1588317"/>
                  </a:lnTo>
                  <a:lnTo>
                    <a:pt x="3668498" y="1487667"/>
                  </a:lnTo>
                  <a:lnTo>
                    <a:pt x="3694257" y="1391098"/>
                  </a:lnTo>
                  <a:lnTo>
                    <a:pt x="3720207" y="1298686"/>
                  </a:lnTo>
                  <a:lnTo>
                    <a:pt x="3746414" y="1210464"/>
                  </a:lnTo>
                  <a:lnTo>
                    <a:pt x="3772957" y="1126425"/>
                  </a:lnTo>
                  <a:lnTo>
                    <a:pt x="3799929" y="1046528"/>
                  </a:lnTo>
                  <a:lnTo>
                    <a:pt x="3827437" y="970695"/>
                  </a:lnTo>
                  <a:lnTo>
                    <a:pt x="3829811" y="964413"/>
                  </a:lnTo>
                  <a:lnTo>
                    <a:pt x="3871211" y="861553"/>
                  </a:lnTo>
                  <a:lnTo>
                    <a:pt x="3914462" y="767226"/>
                  </a:lnTo>
                  <a:lnTo>
                    <a:pt x="3960061" y="681163"/>
                  </a:lnTo>
                  <a:lnTo>
                    <a:pt x="4008553" y="602824"/>
                  </a:lnTo>
                  <a:lnTo>
                    <a:pt x="4060507" y="531546"/>
                  </a:lnTo>
                  <a:lnTo>
                    <a:pt x="4116486" y="466638"/>
                  </a:lnTo>
                  <a:lnTo>
                    <a:pt x="4177015" y="407436"/>
                  </a:lnTo>
                  <a:lnTo>
                    <a:pt x="4242537" y="353345"/>
                  </a:lnTo>
                  <a:lnTo>
                    <a:pt x="4313358" y="303859"/>
                  </a:lnTo>
                  <a:lnTo>
                    <a:pt x="4389573" y="258574"/>
                  </a:lnTo>
                  <a:lnTo>
                    <a:pt x="4470976" y="217194"/>
                  </a:lnTo>
                  <a:lnTo>
                    <a:pt x="4556965" y="179532"/>
                  </a:lnTo>
                  <a:lnTo>
                    <a:pt x="4646443" y="145504"/>
                  </a:lnTo>
                  <a:lnTo>
                    <a:pt x="4737758" y="115110"/>
                  </a:lnTo>
                  <a:lnTo>
                    <a:pt x="4828695" y="88408"/>
                  </a:lnTo>
                  <a:lnTo>
                    <a:pt x="4916565" y="65474"/>
                  </a:lnTo>
                  <a:lnTo>
                    <a:pt x="4998415" y="46355"/>
                  </a:lnTo>
                  <a:lnTo>
                    <a:pt x="5071346" y="31012"/>
                  </a:lnTo>
                  <a:lnTo>
                    <a:pt x="5132908" y="19286"/>
                  </a:lnTo>
                  <a:lnTo>
                    <a:pt x="5181481" y="10870"/>
                  </a:lnTo>
                  <a:lnTo>
                    <a:pt x="5216573" y="5321"/>
                  </a:lnTo>
                  <a:lnTo>
                    <a:pt x="5238946" y="2080"/>
                  </a:lnTo>
                  <a:lnTo>
                    <a:pt x="5250590" y="532"/>
                  </a:lnTo>
                  <a:lnTo>
                    <a:pt x="5254585" y="42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260" y="81"/>
                  </a:lnTo>
                  <a:lnTo>
                    <a:pt x="6733321" y="660"/>
                  </a:lnTo>
                  <a:lnTo>
                    <a:pt x="6748693" y="2260"/>
                  </a:lnTo>
                  <a:lnTo>
                    <a:pt x="6776411" y="5415"/>
                  </a:lnTo>
                  <a:lnTo>
                    <a:pt x="6818201" y="10630"/>
                  </a:lnTo>
                  <a:lnTo>
                    <a:pt x="6874354" y="18341"/>
                  </a:lnTo>
                  <a:lnTo>
                    <a:pt x="6943761" y="28876"/>
                  </a:lnTo>
                  <a:lnTo>
                    <a:pt x="7024157" y="42433"/>
                  </a:lnTo>
                  <a:lnTo>
                    <a:pt x="7112530" y="59094"/>
                  </a:lnTo>
                  <a:lnTo>
                    <a:pt x="7205590" y="78848"/>
                  </a:lnTo>
                  <a:lnTo>
                    <a:pt x="7300201" y="101636"/>
                  </a:lnTo>
                  <a:lnTo>
                    <a:pt x="7393683" y="127399"/>
                  </a:lnTo>
                  <a:lnTo>
                    <a:pt x="7483977" y="156116"/>
                  </a:lnTo>
                  <a:lnTo>
                    <a:pt x="7569672" y="187833"/>
                  </a:lnTo>
                  <a:lnTo>
                    <a:pt x="7649948" y="222682"/>
                  </a:lnTo>
                  <a:lnTo>
                    <a:pt x="7724473" y="260887"/>
                  </a:lnTo>
                  <a:lnTo>
                    <a:pt x="7793285" y="302770"/>
                  </a:lnTo>
                  <a:lnTo>
                    <a:pt x="7856685" y="348740"/>
                  </a:lnTo>
                  <a:lnTo>
                    <a:pt x="7915144" y="399289"/>
                  </a:lnTo>
                  <a:lnTo>
                    <a:pt x="7969234" y="454970"/>
                  </a:lnTo>
                  <a:lnTo>
                    <a:pt x="8019577" y="516364"/>
                  </a:lnTo>
                  <a:lnTo>
                    <a:pt x="8066801" y="584034"/>
                  </a:lnTo>
                  <a:lnTo>
                    <a:pt x="8111511" y="658435"/>
                  </a:lnTo>
                  <a:lnTo>
                    <a:pt x="8151487" y="734207"/>
                  </a:lnTo>
                  <a:lnTo>
                    <a:pt x="8182719" y="799665"/>
                  </a:lnTo>
                  <a:lnTo>
                    <a:pt x="8213267" y="869112"/>
                  </a:lnTo>
                  <a:lnTo>
                    <a:pt x="8243286" y="942629"/>
                  </a:lnTo>
                  <a:lnTo>
                    <a:pt x="8272906" y="1020254"/>
                  </a:lnTo>
                  <a:lnTo>
                    <a:pt x="8302236" y="1101976"/>
                  </a:lnTo>
                  <a:lnTo>
                    <a:pt x="8331363" y="1187734"/>
                  </a:lnTo>
                  <a:lnTo>
                    <a:pt x="8360361" y="1277412"/>
                  </a:lnTo>
                  <a:lnTo>
                    <a:pt x="8389286" y="1370836"/>
                  </a:lnTo>
                  <a:lnTo>
                    <a:pt x="8418182" y="1467775"/>
                  </a:lnTo>
                  <a:lnTo>
                    <a:pt x="8447081" y="1567937"/>
                  </a:lnTo>
                  <a:lnTo>
                    <a:pt x="8476003" y="1670978"/>
                  </a:lnTo>
                  <a:lnTo>
                    <a:pt x="8504958" y="1776496"/>
                  </a:lnTo>
                  <a:lnTo>
                    <a:pt x="8533950" y="1884048"/>
                  </a:lnTo>
                  <a:lnTo>
                    <a:pt x="8562975" y="1993145"/>
                  </a:lnTo>
                  <a:lnTo>
                    <a:pt x="8592024" y="2103273"/>
                  </a:lnTo>
                  <a:lnTo>
                    <a:pt x="8621086" y="2213892"/>
                  </a:lnTo>
                  <a:lnTo>
                    <a:pt x="8650145" y="2324455"/>
                  </a:lnTo>
                  <a:lnTo>
                    <a:pt x="8679191" y="2434416"/>
                  </a:lnTo>
                  <a:lnTo>
                    <a:pt x="8708209" y="2543240"/>
                  </a:lnTo>
                  <a:lnTo>
                    <a:pt x="8737194" y="2650415"/>
                  </a:lnTo>
                  <a:lnTo>
                    <a:pt x="8766142" y="2755464"/>
                  </a:lnTo>
                  <a:lnTo>
                    <a:pt x="8795058" y="2857949"/>
                  </a:lnTo>
                  <a:lnTo>
                    <a:pt x="8823954" y="2957482"/>
                  </a:lnTo>
                  <a:lnTo>
                    <a:pt x="8852854" y="3053726"/>
                  </a:lnTo>
                  <a:lnTo>
                    <a:pt x="8881790" y="3146405"/>
                  </a:lnTo>
                  <a:lnTo>
                    <a:pt x="8910809" y="3235297"/>
                  </a:lnTo>
                  <a:lnTo>
                    <a:pt x="8939971" y="3320240"/>
                  </a:lnTo>
                  <a:lnTo>
                    <a:pt x="8969352" y="3401131"/>
                  </a:lnTo>
                  <a:lnTo>
                    <a:pt x="8999044" y="3477918"/>
                  </a:lnTo>
                  <a:lnTo>
                    <a:pt x="9029159" y="3550602"/>
                  </a:lnTo>
                  <a:lnTo>
                    <a:pt x="9059833" y="3619229"/>
                  </a:lnTo>
                  <a:lnTo>
                    <a:pt x="9084767" y="3671038"/>
                  </a:lnTo>
                  <a:lnTo>
                    <a:pt x="9127626" y="3751934"/>
                  </a:lnTo>
                  <a:lnTo>
                    <a:pt x="9172485" y="3825880"/>
                  </a:lnTo>
                  <a:lnTo>
                    <a:pt x="9219896" y="3893120"/>
                  </a:lnTo>
                  <a:lnTo>
                    <a:pt x="9270467" y="3954120"/>
                  </a:lnTo>
                  <a:lnTo>
                    <a:pt x="9324826" y="4009444"/>
                  </a:lnTo>
                  <a:lnTo>
                    <a:pt x="9383594" y="4059674"/>
                  </a:lnTo>
                  <a:lnTo>
                    <a:pt x="9447338" y="4105361"/>
                  </a:lnTo>
                  <a:lnTo>
                    <a:pt x="9516521" y="4146989"/>
                  </a:lnTo>
                  <a:lnTo>
                    <a:pt x="9591427" y="4184964"/>
                  </a:lnTo>
                  <a:lnTo>
                    <a:pt x="9672076" y="4219600"/>
                  </a:lnTo>
                  <a:lnTo>
                    <a:pt x="9758105" y="4251116"/>
                  </a:lnTo>
                  <a:lnTo>
                    <a:pt x="9848660" y="4279638"/>
                  </a:lnTo>
                  <a:lnTo>
                    <a:pt x="9942288" y="4305206"/>
                  </a:lnTo>
                  <a:lnTo>
                    <a:pt x="10036885" y="4327795"/>
                  </a:lnTo>
                  <a:lnTo>
                    <a:pt x="10129736" y="4347346"/>
                  </a:lnTo>
                  <a:lnTo>
                    <a:pt x="10217683" y="4363802"/>
                  </a:lnTo>
                  <a:lnTo>
                    <a:pt x="10297442" y="4377156"/>
                  </a:lnTo>
                  <a:lnTo>
                    <a:pt x="10366033" y="4387497"/>
                  </a:lnTo>
                  <a:lnTo>
                    <a:pt x="10421257" y="4395032"/>
                  </a:lnTo>
                  <a:lnTo>
                    <a:pt x="10462094" y="4400097"/>
                  </a:lnTo>
                  <a:lnTo>
                    <a:pt x="10488929" y="4403132"/>
                  </a:lnTo>
                  <a:lnTo>
                    <a:pt x="10503579" y="4404649"/>
                  </a:lnTo>
                  <a:lnTo>
                    <a:pt x="10509160" y="4405179"/>
                  </a:lnTo>
                  <a:lnTo>
                    <a:pt x="10509911" y="4405246"/>
                  </a:lnTo>
                  <a:lnTo>
                    <a:pt x="11981298" y="440524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74" name="pl1474"/>
            <p:cNvSpPr/>
            <p:nvPr/>
          </p:nvSpPr>
          <p:spPr>
            <a:xfrm>
              <a:off x="4799595" y="2928347"/>
              <a:ext cx="11981298" cy="5786482"/>
            </a:xfrm>
            <a:custGeom>
              <a:avLst/>
              <a:pathLst>
                <a:path w="11981298" h="5786482">
                  <a:moveTo>
                    <a:pt x="11981298" y="4405246"/>
                  </a:moveTo>
                  <a:lnTo>
                    <a:pt x="10509911" y="4405246"/>
                  </a:lnTo>
                  <a:lnTo>
                    <a:pt x="10508993" y="4405164"/>
                  </a:lnTo>
                  <a:lnTo>
                    <a:pt x="10502932" y="4404585"/>
                  </a:lnTo>
                  <a:lnTo>
                    <a:pt x="10487560" y="4402985"/>
                  </a:lnTo>
                  <a:lnTo>
                    <a:pt x="10459842" y="4399830"/>
                  </a:lnTo>
                  <a:lnTo>
                    <a:pt x="10418052" y="4394615"/>
                  </a:lnTo>
                  <a:lnTo>
                    <a:pt x="10361899" y="4386904"/>
                  </a:lnTo>
                  <a:lnTo>
                    <a:pt x="10292493" y="4376369"/>
                  </a:lnTo>
                  <a:lnTo>
                    <a:pt x="10212096" y="4362812"/>
                  </a:lnTo>
                  <a:lnTo>
                    <a:pt x="10123723" y="4346151"/>
                  </a:lnTo>
                  <a:lnTo>
                    <a:pt x="10030663" y="4326397"/>
                  </a:lnTo>
                  <a:lnTo>
                    <a:pt x="9936052" y="4303609"/>
                  </a:lnTo>
                  <a:lnTo>
                    <a:pt x="9842570" y="4277846"/>
                  </a:lnTo>
                  <a:lnTo>
                    <a:pt x="9752276" y="4249129"/>
                  </a:lnTo>
                  <a:lnTo>
                    <a:pt x="9666581" y="4217412"/>
                  </a:lnTo>
                  <a:lnTo>
                    <a:pt x="9586305" y="4182563"/>
                  </a:lnTo>
                  <a:lnTo>
                    <a:pt x="9511780" y="4144358"/>
                  </a:lnTo>
                  <a:lnTo>
                    <a:pt x="9442968" y="4102475"/>
                  </a:lnTo>
                  <a:lnTo>
                    <a:pt x="9379568" y="4056505"/>
                  </a:lnTo>
                  <a:lnTo>
                    <a:pt x="9321109" y="4005956"/>
                  </a:lnTo>
                  <a:lnTo>
                    <a:pt x="9267019" y="3950275"/>
                  </a:lnTo>
                  <a:lnTo>
                    <a:pt x="9216677" y="3888881"/>
                  </a:lnTo>
                  <a:lnTo>
                    <a:pt x="9169453" y="3821211"/>
                  </a:lnTo>
                  <a:lnTo>
                    <a:pt x="9124742" y="3746810"/>
                  </a:lnTo>
                  <a:lnTo>
                    <a:pt x="9084767" y="3671038"/>
                  </a:lnTo>
                  <a:lnTo>
                    <a:pt x="9053535" y="3605580"/>
                  </a:lnTo>
                  <a:lnTo>
                    <a:pt x="9022986" y="3536133"/>
                  </a:lnTo>
                  <a:lnTo>
                    <a:pt x="8992967" y="3462616"/>
                  </a:lnTo>
                  <a:lnTo>
                    <a:pt x="8963347" y="3384991"/>
                  </a:lnTo>
                  <a:lnTo>
                    <a:pt x="8934018" y="3303269"/>
                  </a:lnTo>
                  <a:lnTo>
                    <a:pt x="8904890" y="3217511"/>
                  </a:lnTo>
                  <a:lnTo>
                    <a:pt x="8875893" y="3127833"/>
                  </a:lnTo>
                  <a:lnTo>
                    <a:pt x="8846967" y="3034409"/>
                  </a:lnTo>
                  <a:lnTo>
                    <a:pt x="8818071" y="2937470"/>
                  </a:lnTo>
                  <a:lnTo>
                    <a:pt x="8789172" y="2837308"/>
                  </a:lnTo>
                  <a:lnTo>
                    <a:pt x="8760250" y="2734267"/>
                  </a:lnTo>
                  <a:lnTo>
                    <a:pt x="8731295" y="2628749"/>
                  </a:lnTo>
                  <a:lnTo>
                    <a:pt x="8702303" y="2521198"/>
                  </a:lnTo>
                  <a:lnTo>
                    <a:pt x="8673278" y="2412100"/>
                  </a:lnTo>
                  <a:lnTo>
                    <a:pt x="8644229" y="2301973"/>
                  </a:lnTo>
                  <a:lnTo>
                    <a:pt x="8615168" y="2191353"/>
                  </a:lnTo>
                  <a:lnTo>
                    <a:pt x="8586108" y="2080790"/>
                  </a:lnTo>
                  <a:lnTo>
                    <a:pt x="8557063" y="1970829"/>
                  </a:lnTo>
                  <a:lnTo>
                    <a:pt x="8528044" y="1862005"/>
                  </a:lnTo>
                  <a:lnTo>
                    <a:pt x="8499059" y="1754830"/>
                  </a:lnTo>
                  <a:lnTo>
                    <a:pt x="8470111" y="1649781"/>
                  </a:lnTo>
                  <a:lnTo>
                    <a:pt x="8441195" y="1547296"/>
                  </a:lnTo>
                  <a:lnTo>
                    <a:pt x="8412299" y="1447763"/>
                  </a:lnTo>
                  <a:lnTo>
                    <a:pt x="8383400" y="1351519"/>
                  </a:lnTo>
                  <a:lnTo>
                    <a:pt x="8354463" y="1258840"/>
                  </a:lnTo>
                  <a:lnTo>
                    <a:pt x="8325444" y="1169948"/>
                  </a:lnTo>
                  <a:lnTo>
                    <a:pt x="8296282" y="1085005"/>
                  </a:lnTo>
                  <a:lnTo>
                    <a:pt x="8266902" y="1004114"/>
                  </a:lnTo>
                  <a:lnTo>
                    <a:pt x="8237210" y="927327"/>
                  </a:lnTo>
                  <a:lnTo>
                    <a:pt x="8207094" y="854643"/>
                  </a:lnTo>
                  <a:lnTo>
                    <a:pt x="8176420" y="786016"/>
                  </a:lnTo>
                  <a:lnTo>
                    <a:pt x="8151487" y="734207"/>
                  </a:lnTo>
                  <a:lnTo>
                    <a:pt x="8108627" y="653312"/>
                  </a:lnTo>
                  <a:lnTo>
                    <a:pt x="8063768" y="579365"/>
                  </a:lnTo>
                  <a:lnTo>
                    <a:pt x="8016357" y="512125"/>
                  </a:lnTo>
                  <a:lnTo>
                    <a:pt x="7965787" y="451125"/>
                  </a:lnTo>
                  <a:lnTo>
                    <a:pt x="7911427" y="395801"/>
                  </a:lnTo>
                  <a:lnTo>
                    <a:pt x="7852659" y="345571"/>
                  </a:lnTo>
                  <a:lnTo>
                    <a:pt x="7788915" y="299885"/>
                  </a:lnTo>
                  <a:lnTo>
                    <a:pt x="7719733" y="258256"/>
                  </a:lnTo>
                  <a:lnTo>
                    <a:pt x="7644826" y="220281"/>
                  </a:lnTo>
                  <a:lnTo>
                    <a:pt x="7564177" y="185645"/>
                  </a:lnTo>
                  <a:lnTo>
                    <a:pt x="7478148" y="154129"/>
                  </a:lnTo>
                  <a:lnTo>
                    <a:pt x="7387593" y="125607"/>
                  </a:lnTo>
                  <a:lnTo>
                    <a:pt x="7293966" y="100039"/>
                  </a:lnTo>
                  <a:lnTo>
                    <a:pt x="7199368" y="77450"/>
                  </a:lnTo>
                  <a:lnTo>
                    <a:pt x="7106517" y="57899"/>
                  </a:lnTo>
                  <a:lnTo>
                    <a:pt x="7018570" y="41443"/>
                  </a:lnTo>
                  <a:lnTo>
                    <a:pt x="6938812" y="28089"/>
                  </a:lnTo>
                  <a:lnTo>
                    <a:pt x="6870220" y="17748"/>
                  </a:lnTo>
                  <a:lnTo>
                    <a:pt x="6814996" y="10213"/>
                  </a:lnTo>
                  <a:lnTo>
                    <a:pt x="6774159" y="5148"/>
                  </a:lnTo>
                  <a:lnTo>
                    <a:pt x="6747325" y="2113"/>
                  </a:lnTo>
                  <a:lnTo>
                    <a:pt x="6732674" y="596"/>
                  </a:lnTo>
                  <a:lnTo>
                    <a:pt x="6727093" y="66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125" y="96"/>
                  </a:lnTo>
                  <a:lnTo>
                    <a:pt x="5248631" y="782"/>
                  </a:lnTo>
                  <a:lnTo>
                    <a:pt x="5234660" y="2678"/>
                  </a:lnTo>
                  <a:lnTo>
                    <a:pt x="5209379" y="6417"/>
                  </a:lnTo>
                  <a:lnTo>
                    <a:pt x="5171081" y="12606"/>
                  </a:lnTo>
                  <a:lnTo>
                    <a:pt x="5119307" y="21778"/>
                  </a:lnTo>
                  <a:lnTo>
                    <a:pt x="5054839" y="34348"/>
                  </a:lnTo>
                  <a:lnTo>
                    <a:pt x="4979525" y="50585"/>
                  </a:lnTo>
                  <a:lnTo>
                    <a:pt x="4895962" y="70619"/>
                  </a:lnTo>
                  <a:lnTo>
                    <a:pt x="4807093" y="94461"/>
                  </a:lnTo>
                  <a:lnTo>
                    <a:pt x="4715837" y="122054"/>
                  </a:lnTo>
                  <a:lnTo>
                    <a:pt x="4624780" y="153322"/>
                  </a:lnTo>
                  <a:lnTo>
                    <a:pt x="4536009" y="188217"/>
                  </a:lnTo>
                  <a:lnTo>
                    <a:pt x="4451038" y="226758"/>
                  </a:lnTo>
                  <a:lnTo>
                    <a:pt x="4370839" y="269051"/>
                  </a:lnTo>
                  <a:lnTo>
                    <a:pt x="4295909" y="315311"/>
                  </a:lnTo>
                  <a:lnTo>
                    <a:pt x="4226375" y="365859"/>
                  </a:lnTo>
                  <a:lnTo>
                    <a:pt x="4162083" y="421124"/>
                  </a:lnTo>
                  <a:lnTo>
                    <a:pt x="4102688" y="481635"/>
                  </a:lnTo>
                  <a:lnTo>
                    <a:pt x="4047722" y="548006"/>
                  </a:lnTo>
                  <a:lnTo>
                    <a:pt x="3996649" y="620912"/>
                  </a:lnTo>
                  <a:lnTo>
                    <a:pt x="3948901" y="701042"/>
                  </a:lnTo>
                  <a:lnTo>
                    <a:pt x="3903912" y="789042"/>
                  </a:lnTo>
                  <a:lnTo>
                    <a:pt x="3861147" y="885402"/>
                  </a:lnTo>
                  <a:lnTo>
                    <a:pt x="3829811" y="964413"/>
                  </a:lnTo>
                  <a:lnTo>
                    <a:pt x="3802252" y="1039904"/>
                  </a:lnTo>
                  <a:lnTo>
                    <a:pt x="3775239" y="1119452"/>
                  </a:lnTo>
                  <a:lnTo>
                    <a:pt x="3748663" y="1203135"/>
                  </a:lnTo>
                  <a:lnTo>
                    <a:pt x="3722431" y="1290999"/>
                  </a:lnTo>
                  <a:lnTo>
                    <a:pt x="3696462" y="1383055"/>
                  </a:lnTo>
                  <a:lnTo>
                    <a:pt x="3670689" y="1479272"/>
                  </a:lnTo>
                  <a:lnTo>
                    <a:pt x="3645055" y="1579577"/>
                  </a:lnTo>
                  <a:lnTo>
                    <a:pt x="3619514" y="1683856"/>
                  </a:lnTo>
                  <a:lnTo>
                    <a:pt x="3594026" y="1791947"/>
                  </a:lnTo>
                  <a:lnTo>
                    <a:pt x="3568563" y="1903641"/>
                  </a:lnTo>
                  <a:lnTo>
                    <a:pt x="3543102" y="2018685"/>
                  </a:lnTo>
                  <a:lnTo>
                    <a:pt x="3517626" y="2136779"/>
                  </a:lnTo>
                  <a:lnTo>
                    <a:pt x="3492128" y="2257582"/>
                  </a:lnTo>
                  <a:lnTo>
                    <a:pt x="3466601" y="2380711"/>
                  </a:lnTo>
                  <a:lnTo>
                    <a:pt x="3441046" y="2505752"/>
                  </a:lnTo>
                  <a:lnTo>
                    <a:pt x="3415467" y="2632258"/>
                  </a:lnTo>
                  <a:lnTo>
                    <a:pt x="3389870" y="2759762"/>
                  </a:lnTo>
                  <a:lnTo>
                    <a:pt x="3364263" y="2887779"/>
                  </a:lnTo>
                  <a:lnTo>
                    <a:pt x="3338656" y="3015817"/>
                  </a:lnTo>
                  <a:lnTo>
                    <a:pt x="3313057" y="3143383"/>
                  </a:lnTo>
                  <a:lnTo>
                    <a:pt x="3287476" y="3269993"/>
                  </a:lnTo>
                  <a:lnTo>
                    <a:pt x="3261919" y="3395176"/>
                  </a:lnTo>
                  <a:lnTo>
                    <a:pt x="3236390" y="3518486"/>
                  </a:lnTo>
                  <a:lnTo>
                    <a:pt x="3210889" y="3639502"/>
                  </a:lnTo>
                  <a:lnTo>
                    <a:pt x="3185412" y="3757841"/>
                  </a:lnTo>
                  <a:lnTo>
                    <a:pt x="3159950" y="3873157"/>
                  </a:lnTo>
                  <a:lnTo>
                    <a:pt x="3134488" y="3985148"/>
                  </a:lnTo>
                  <a:lnTo>
                    <a:pt x="3109004" y="4093554"/>
                  </a:lnTo>
                  <a:lnTo>
                    <a:pt x="3083468" y="4198165"/>
                  </a:lnTo>
                  <a:lnTo>
                    <a:pt x="3057844" y="4298815"/>
                  </a:lnTo>
                  <a:lnTo>
                    <a:pt x="3032085" y="4395384"/>
                  </a:lnTo>
                  <a:lnTo>
                    <a:pt x="3006135" y="4487796"/>
                  </a:lnTo>
                  <a:lnTo>
                    <a:pt x="2979928" y="4576018"/>
                  </a:lnTo>
                  <a:lnTo>
                    <a:pt x="2953385" y="4660056"/>
                  </a:lnTo>
                  <a:lnTo>
                    <a:pt x="2926413" y="4739954"/>
                  </a:lnTo>
                  <a:lnTo>
                    <a:pt x="2898905" y="4815787"/>
                  </a:lnTo>
                  <a:lnTo>
                    <a:pt x="2896531" y="4822069"/>
                  </a:lnTo>
                  <a:lnTo>
                    <a:pt x="2855131" y="4924929"/>
                  </a:lnTo>
                  <a:lnTo>
                    <a:pt x="2811880" y="5019256"/>
                  </a:lnTo>
                  <a:lnTo>
                    <a:pt x="2766282" y="5105319"/>
                  </a:lnTo>
                  <a:lnTo>
                    <a:pt x="2717789" y="5183658"/>
                  </a:lnTo>
                  <a:lnTo>
                    <a:pt x="2665835" y="5254936"/>
                  </a:lnTo>
                  <a:lnTo>
                    <a:pt x="2609856" y="5319844"/>
                  </a:lnTo>
                  <a:lnTo>
                    <a:pt x="2549327" y="5379046"/>
                  </a:lnTo>
                  <a:lnTo>
                    <a:pt x="2483805" y="5433137"/>
                  </a:lnTo>
                  <a:lnTo>
                    <a:pt x="2412984" y="5482623"/>
                  </a:lnTo>
                  <a:lnTo>
                    <a:pt x="2336769" y="5527908"/>
                  </a:lnTo>
                  <a:lnTo>
                    <a:pt x="2255366" y="5569288"/>
                  </a:lnTo>
                  <a:lnTo>
                    <a:pt x="2169377" y="5606950"/>
                  </a:lnTo>
                  <a:lnTo>
                    <a:pt x="2079899" y="5640978"/>
                  </a:lnTo>
                  <a:lnTo>
                    <a:pt x="1988584" y="5671372"/>
                  </a:lnTo>
                  <a:lnTo>
                    <a:pt x="1897647" y="5698074"/>
                  </a:lnTo>
                  <a:lnTo>
                    <a:pt x="1809777" y="5721007"/>
                  </a:lnTo>
                  <a:lnTo>
                    <a:pt x="1727927" y="5740127"/>
                  </a:lnTo>
                  <a:lnTo>
                    <a:pt x="1654996" y="5755470"/>
                  </a:lnTo>
                  <a:lnTo>
                    <a:pt x="1593434" y="5767196"/>
                  </a:lnTo>
                  <a:lnTo>
                    <a:pt x="1544861" y="5775611"/>
                  </a:lnTo>
                  <a:lnTo>
                    <a:pt x="1509769" y="5781161"/>
                  </a:lnTo>
                  <a:lnTo>
                    <a:pt x="1487396" y="5784401"/>
                  </a:lnTo>
                  <a:lnTo>
                    <a:pt x="1475752" y="5785950"/>
                  </a:lnTo>
                  <a:lnTo>
                    <a:pt x="1471757" y="5786440"/>
                  </a:lnTo>
                  <a:lnTo>
                    <a:pt x="1471387" y="5786482"/>
                  </a:lnTo>
                  <a:lnTo>
                    <a:pt x="0" y="578648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75" name="pg1475"/>
            <p:cNvSpPr/>
            <p:nvPr/>
          </p:nvSpPr>
          <p:spPr>
            <a:xfrm>
              <a:off x="4799595" y="4824483"/>
              <a:ext cx="11981298" cy="4266305"/>
            </a:xfrm>
            <a:custGeom>
              <a:avLst/>
              <a:pathLst>
                <a:path w="11981298" h="4266305">
                  <a:moveTo>
                    <a:pt x="0" y="4266305"/>
                  </a:moveTo>
                  <a:lnTo>
                    <a:pt x="1471387" y="4266305"/>
                  </a:lnTo>
                  <a:lnTo>
                    <a:pt x="1472619" y="4266287"/>
                  </a:lnTo>
                  <a:lnTo>
                    <a:pt x="1480703" y="4266164"/>
                  </a:lnTo>
                  <a:lnTo>
                    <a:pt x="1501030" y="4265822"/>
                  </a:lnTo>
                  <a:lnTo>
                    <a:pt x="1537250" y="4265149"/>
                  </a:lnTo>
                  <a:lnTo>
                    <a:pt x="1590986" y="4264042"/>
                  </a:lnTo>
                  <a:lnTo>
                    <a:pt x="1661721" y="4262419"/>
                  </a:lnTo>
                  <a:lnTo>
                    <a:pt x="1747012" y="4260226"/>
                  </a:lnTo>
                  <a:lnTo>
                    <a:pt x="1843065" y="4257438"/>
                  </a:lnTo>
                  <a:lnTo>
                    <a:pt x="1945486" y="4254053"/>
                  </a:lnTo>
                  <a:lnTo>
                    <a:pt x="2050007" y="4250083"/>
                  </a:lnTo>
                  <a:lnTo>
                    <a:pt x="2153019" y="4245540"/>
                  </a:lnTo>
                  <a:lnTo>
                    <a:pt x="2251833" y="4240428"/>
                  </a:lnTo>
                  <a:lnTo>
                    <a:pt x="2344717" y="4234733"/>
                  </a:lnTo>
                  <a:lnTo>
                    <a:pt x="2430785" y="4228421"/>
                  </a:lnTo>
                  <a:lnTo>
                    <a:pt x="2509812" y="4221435"/>
                  </a:lnTo>
                  <a:lnTo>
                    <a:pt x="2582047" y="4213698"/>
                  </a:lnTo>
                  <a:lnTo>
                    <a:pt x="2648051" y="4205110"/>
                  </a:lnTo>
                  <a:lnTo>
                    <a:pt x="2708564" y="4195557"/>
                  </a:lnTo>
                  <a:lnTo>
                    <a:pt x="2764417" y="4184917"/>
                  </a:lnTo>
                  <a:lnTo>
                    <a:pt x="2816459" y="4173068"/>
                  </a:lnTo>
                  <a:lnTo>
                    <a:pt x="2865501" y="4159918"/>
                  </a:lnTo>
                  <a:lnTo>
                    <a:pt x="2896531" y="4150520"/>
                  </a:lnTo>
                  <a:lnTo>
                    <a:pt x="2949811" y="4132379"/>
                  </a:lnTo>
                  <a:lnTo>
                    <a:pt x="3001394" y="4112351"/>
                  </a:lnTo>
                  <a:lnTo>
                    <a:pt x="3051934" y="4090410"/>
                  </a:lnTo>
                  <a:lnTo>
                    <a:pt x="3101907" y="4066598"/>
                  </a:lnTo>
                  <a:lnTo>
                    <a:pt x="3151640" y="4041032"/>
                  </a:lnTo>
                  <a:lnTo>
                    <a:pt x="3201342" y="4013908"/>
                  </a:lnTo>
                  <a:lnTo>
                    <a:pt x="3251120" y="3985503"/>
                  </a:lnTo>
                  <a:lnTo>
                    <a:pt x="3301004" y="3956162"/>
                  </a:lnTo>
                  <a:lnTo>
                    <a:pt x="3350964" y="3926283"/>
                  </a:lnTo>
                  <a:lnTo>
                    <a:pt x="3400941" y="3896296"/>
                  </a:lnTo>
                  <a:lnTo>
                    <a:pt x="3450868" y="3866640"/>
                  </a:lnTo>
                  <a:lnTo>
                    <a:pt x="3500698" y="3837731"/>
                  </a:lnTo>
                  <a:lnTo>
                    <a:pt x="3550430" y="3809942"/>
                  </a:lnTo>
                  <a:lnTo>
                    <a:pt x="3600128" y="3783586"/>
                  </a:lnTo>
                  <a:lnTo>
                    <a:pt x="3649951" y="3758897"/>
                  </a:lnTo>
                  <a:lnTo>
                    <a:pt x="3700164" y="3736032"/>
                  </a:lnTo>
                  <a:lnTo>
                    <a:pt x="3751168" y="3715069"/>
                  </a:lnTo>
                  <a:lnTo>
                    <a:pt x="3803524" y="3696014"/>
                  </a:lnTo>
                  <a:lnTo>
                    <a:pt x="3829811" y="3687384"/>
                  </a:lnTo>
                  <a:lnTo>
                    <a:pt x="3877280" y="3673351"/>
                  </a:lnTo>
                  <a:lnTo>
                    <a:pt x="3927259" y="3660652"/>
                  </a:lnTo>
                  <a:lnTo>
                    <a:pt x="3980506" y="3649228"/>
                  </a:lnTo>
                  <a:lnTo>
                    <a:pt x="4037853" y="3638973"/>
                  </a:lnTo>
                  <a:lnTo>
                    <a:pt x="4100149" y="3629763"/>
                  </a:lnTo>
                  <a:lnTo>
                    <a:pt x="4168202" y="3621477"/>
                  </a:lnTo>
                  <a:lnTo>
                    <a:pt x="4242703" y="3614006"/>
                  </a:lnTo>
                  <a:lnTo>
                    <a:pt x="4324124" y="3607258"/>
                  </a:lnTo>
                  <a:lnTo>
                    <a:pt x="4412572" y="3601161"/>
                  </a:lnTo>
                  <a:lnTo>
                    <a:pt x="4507618" y="3595668"/>
                  </a:lnTo>
                  <a:lnTo>
                    <a:pt x="4608105" y="3590751"/>
                  </a:lnTo>
                  <a:lnTo>
                    <a:pt x="4711983" y="3586402"/>
                  </a:lnTo>
                  <a:lnTo>
                    <a:pt x="4816234" y="3582630"/>
                  </a:lnTo>
                  <a:lnTo>
                    <a:pt x="4916982" y="3579448"/>
                  </a:lnTo>
                  <a:lnTo>
                    <a:pt x="5009844" y="3576864"/>
                  </a:lnTo>
                  <a:lnTo>
                    <a:pt x="5090543" y="3574869"/>
                  </a:lnTo>
                  <a:lnTo>
                    <a:pt x="5155666" y="3573430"/>
                  </a:lnTo>
                  <a:lnTo>
                    <a:pt x="5203378" y="3572482"/>
                  </a:lnTo>
                  <a:lnTo>
                    <a:pt x="5233888" y="3571934"/>
                  </a:lnTo>
                  <a:lnTo>
                    <a:pt x="5249536" y="3571680"/>
                  </a:lnTo>
                  <a:lnTo>
                    <a:pt x="5254596" y="3571605"/>
                  </a:lnTo>
                  <a:lnTo>
                    <a:pt x="5254955" y="3571600"/>
                  </a:lnTo>
                  <a:lnTo>
                    <a:pt x="6726343" y="3571600"/>
                  </a:lnTo>
                  <a:lnTo>
                    <a:pt x="6727443" y="3571521"/>
                  </a:lnTo>
                  <a:lnTo>
                    <a:pt x="6734680" y="3570956"/>
                  </a:lnTo>
                  <a:lnTo>
                    <a:pt x="6752944" y="3569395"/>
                  </a:lnTo>
                  <a:lnTo>
                    <a:pt x="6785644" y="3566322"/>
                  </a:lnTo>
                  <a:lnTo>
                    <a:pt x="6834480" y="3561256"/>
                  </a:lnTo>
                  <a:lnTo>
                    <a:pt x="6899306" y="3553800"/>
                  </a:lnTo>
                  <a:lnTo>
                    <a:pt x="6978266" y="3543680"/>
                  </a:lnTo>
                  <a:lnTo>
                    <a:pt x="7068207" y="3530751"/>
                  </a:lnTo>
                  <a:lnTo>
                    <a:pt x="7165287" y="3514980"/>
                  </a:lnTo>
                  <a:lnTo>
                    <a:pt x="7265600" y="3496409"/>
                  </a:lnTo>
                  <a:lnTo>
                    <a:pt x="7365677" y="3475098"/>
                  </a:lnTo>
                  <a:lnTo>
                    <a:pt x="7462783" y="3451084"/>
                  </a:lnTo>
                  <a:lnTo>
                    <a:pt x="7555012" y="3424341"/>
                  </a:lnTo>
                  <a:lnTo>
                    <a:pt x="7641238" y="3394760"/>
                  </a:lnTo>
                  <a:lnTo>
                    <a:pt x="7720984" y="3362135"/>
                  </a:lnTo>
                  <a:lnTo>
                    <a:pt x="7794263" y="3326161"/>
                  </a:lnTo>
                  <a:lnTo>
                    <a:pt x="7861430" y="3286441"/>
                  </a:lnTo>
                  <a:lnTo>
                    <a:pt x="7923058" y="3242495"/>
                  </a:lnTo>
                  <a:lnTo>
                    <a:pt x="7979844" y="3193779"/>
                  </a:lnTo>
                  <a:lnTo>
                    <a:pt x="8032538" y="3139727"/>
                  </a:lnTo>
                  <a:lnTo>
                    <a:pt x="8081892" y="3079811"/>
                  </a:lnTo>
                  <a:lnTo>
                    <a:pt x="8128619" y="3013642"/>
                  </a:lnTo>
                  <a:lnTo>
                    <a:pt x="8151487" y="2977695"/>
                  </a:lnTo>
                  <a:lnTo>
                    <a:pt x="8185764" y="2919341"/>
                  </a:lnTo>
                  <a:lnTo>
                    <a:pt x="8219235" y="2857083"/>
                  </a:lnTo>
                  <a:lnTo>
                    <a:pt x="8252101" y="2790839"/>
                  </a:lnTo>
                  <a:lnTo>
                    <a:pt x="8284525" y="2720583"/>
                  </a:lnTo>
                  <a:lnTo>
                    <a:pt x="8316643" y="2646344"/>
                  </a:lnTo>
                  <a:lnTo>
                    <a:pt x="8348562" y="2568213"/>
                  </a:lnTo>
                  <a:lnTo>
                    <a:pt x="8380368" y="2486349"/>
                  </a:lnTo>
                  <a:lnTo>
                    <a:pt x="8412123" y="2400977"/>
                  </a:lnTo>
                  <a:lnTo>
                    <a:pt x="8443875" y="2312393"/>
                  </a:lnTo>
                  <a:lnTo>
                    <a:pt x="8475652" y="2220960"/>
                  </a:lnTo>
                  <a:lnTo>
                    <a:pt x="8507469" y="2127102"/>
                  </a:lnTo>
                  <a:lnTo>
                    <a:pt x="8539331" y="2031300"/>
                  </a:lnTo>
                  <a:lnTo>
                    <a:pt x="8571230" y="1934079"/>
                  </a:lnTo>
                  <a:lnTo>
                    <a:pt x="8603155" y="1836001"/>
                  </a:lnTo>
                  <a:lnTo>
                    <a:pt x="8635088" y="1737647"/>
                  </a:lnTo>
                  <a:lnTo>
                    <a:pt x="8667011" y="1639605"/>
                  </a:lnTo>
                  <a:lnTo>
                    <a:pt x="8698909" y="1542457"/>
                  </a:lnTo>
                  <a:lnTo>
                    <a:pt x="8730767" y="1446761"/>
                  </a:lnTo>
                  <a:lnTo>
                    <a:pt x="8762582" y="1353040"/>
                  </a:lnTo>
                  <a:lnTo>
                    <a:pt x="8794357" y="1261773"/>
                  </a:lnTo>
                  <a:lnTo>
                    <a:pt x="8826108" y="1173379"/>
                  </a:lnTo>
                  <a:lnTo>
                    <a:pt x="8857865" y="1088218"/>
                  </a:lnTo>
                  <a:lnTo>
                    <a:pt x="8889675" y="1006580"/>
                  </a:lnTo>
                  <a:lnTo>
                    <a:pt x="8921604" y="928688"/>
                  </a:lnTo>
                  <a:lnTo>
                    <a:pt x="8953738" y="854695"/>
                  </a:lnTo>
                  <a:lnTo>
                    <a:pt x="8986185" y="784689"/>
                  </a:lnTo>
                  <a:lnTo>
                    <a:pt x="9019084" y="718695"/>
                  </a:lnTo>
                  <a:lnTo>
                    <a:pt x="9052599" y="656683"/>
                  </a:lnTo>
                  <a:lnTo>
                    <a:pt x="9084767" y="602077"/>
                  </a:lnTo>
                  <a:lnTo>
                    <a:pt x="9130407" y="532680"/>
                  </a:lnTo>
                  <a:lnTo>
                    <a:pt x="9178346" y="469631"/>
                  </a:lnTo>
                  <a:lnTo>
                    <a:pt x="9229256" y="412669"/>
                  </a:lnTo>
                  <a:lnTo>
                    <a:pt x="9283874" y="361321"/>
                  </a:lnTo>
                  <a:lnTo>
                    <a:pt x="9342958" y="315029"/>
                  </a:lnTo>
                  <a:lnTo>
                    <a:pt x="9407238" y="273233"/>
                  </a:lnTo>
                  <a:lnTo>
                    <a:pt x="9477361" y="235417"/>
                  </a:lnTo>
                  <a:lnTo>
                    <a:pt x="9553805" y="201140"/>
                  </a:lnTo>
                  <a:lnTo>
                    <a:pt x="9636774" y="170049"/>
                  </a:lnTo>
                  <a:lnTo>
                    <a:pt x="9726059" y="141888"/>
                  </a:lnTo>
                  <a:lnTo>
                    <a:pt x="9820881" y="116500"/>
                  </a:lnTo>
                  <a:lnTo>
                    <a:pt x="9919743" y="93818"/>
                  </a:lnTo>
                  <a:lnTo>
                    <a:pt x="10020329" y="73852"/>
                  </a:lnTo>
                  <a:lnTo>
                    <a:pt x="10119517" y="56656"/>
                  </a:lnTo>
                  <a:lnTo>
                    <a:pt x="10213572" y="42286"/>
                  </a:lnTo>
                  <a:lnTo>
                    <a:pt x="10298546" y="30753"/>
                  </a:lnTo>
                  <a:lnTo>
                    <a:pt x="10370857" y="21974"/>
                  </a:lnTo>
                  <a:lnTo>
                    <a:pt x="10427924" y="15740"/>
                  </a:lnTo>
                  <a:lnTo>
                    <a:pt x="10468700" y="11713"/>
                  </a:lnTo>
                  <a:lnTo>
                    <a:pt x="10493952" y="9450"/>
                  </a:lnTo>
                  <a:lnTo>
                    <a:pt x="10506251" y="8446"/>
                  </a:lnTo>
                  <a:lnTo>
                    <a:pt x="10509764" y="8183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8810" y="79"/>
                  </a:lnTo>
                  <a:lnTo>
                    <a:pt x="10501573" y="643"/>
                  </a:lnTo>
                  <a:lnTo>
                    <a:pt x="10483309" y="2204"/>
                  </a:lnTo>
                  <a:lnTo>
                    <a:pt x="10450609" y="5277"/>
                  </a:lnTo>
                  <a:lnTo>
                    <a:pt x="10401773" y="10343"/>
                  </a:lnTo>
                  <a:lnTo>
                    <a:pt x="10336947" y="17799"/>
                  </a:lnTo>
                  <a:lnTo>
                    <a:pt x="10257987" y="27919"/>
                  </a:lnTo>
                  <a:lnTo>
                    <a:pt x="10168046" y="40848"/>
                  </a:lnTo>
                  <a:lnTo>
                    <a:pt x="10070966" y="56619"/>
                  </a:lnTo>
                  <a:lnTo>
                    <a:pt x="9970653" y="75190"/>
                  </a:lnTo>
                  <a:lnTo>
                    <a:pt x="9870576" y="96501"/>
                  </a:lnTo>
                  <a:lnTo>
                    <a:pt x="9773470" y="120515"/>
                  </a:lnTo>
                  <a:lnTo>
                    <a:pt x="9681242" y="147258"/>
                  </a:lnTo>
                  <a:lnTo>
                    <a:pt x="9595015" y="176839"/>
                  </a:lnTo>
                  <a:lnTo>
                    <a:pt x="9515269" y="209464"/>
                  </a:lnTo>
                  <a:lnTo>
                    <a:pt x="9441990" y="245438"/>
                  </a:lnTo>
                  <a:lnTo>
                    <a:pt x="9374823" y="285158"/>
                  </a:lnTo>
                  <a:lnTo>
                    <a:pt x="9313195" y="329105"/>
                  </a:lnTo>
                  <a:lnTo>
                    <a:pt x="9256409" y="377821"/>
                  </a:lnTo>
                  <a:lnTo>
                    <a:pt x="9203716" y="431872"/>
                  </a:lnTo>
                  <a:lnTo>
                    <a:pt x="9154361" y="491788"/>
                  </a:lnTo>
                  <a:lnTo>
                    <a:pt x="9107634" y="557958"/>
                  </a:lnTo>
                  <a:lnTo>
                    <a:pt x="9084767" y="593904"/>
                  </a:lnTo>
                  <a:lnTo>
                    <a:pt x="9050489" y="652258"/>
                  </a:lnTo>
                  <a:lnTo>
                    <a:pt x="9017018" y="714517"/>
                  </a:lnTo>
                  <a:lnTo>
                    <a:pt x="8984152" y="780760"/>
                  </a:lnTo>
                  <a:lnTo>
                    <a:pt x="8951728" y="851016"/>
                  </a:lnTo>
                  <a:lnTo>
                    <a:pt x="8919610" y="925255"/>
                  </a:lnTo>
                  <a:lnTo>
                    <a:pt x="8887691" y="1003386"/>
                  </a:lnTo>
                  <a:lnTo>
                    <a:pt x="8855886" y="1085251"/>
                  </a:lnTo>
                  <a:lnTo>
                    <a:pt x="8824130" y="1170622"/>
                  </a:lnTo>
                  <a:lnTo>
                    <a:pt x="8792378" y="1259206"/>
                  </a:lnTo>
                  <a:lnTo>
                    <a:pt x="8760601" y="1350639"/>
                  </a:lnTo>
                  <a:lnTo>
                    <a:pt x="8728784" y="1444497"/>
                  </a:lnTo>
                  <a:lnTo>
                    <a:pt x="8696923" y="1540299"/>
                  </a:lnTo>
                  <a:lnTo>
                    <a:pt x="8665023" y="1637520"/>
                  </a:lnTo>
                  <a:lnTo>
                    <a:pt x="8633099" y="1735598"/>
                  </a:lnTo>
                  <a:lnTo>
                    <a:pt x="8601165" y="1833953"/>
                  </a:lnTo>
                  <a:lnTo>
                    <a:pt x="8569242" y="1931994"/>
                  </a:lnTo>
                  <a:lnTo>
                    <a:pt x="8537345" y="2029143"/>
                  </a:lnTo>
                  <a:lnTo>
                    <a:pt x="8505486" y="2124839"/>
                  </a:lnTo>
                  <a:lnTo>
                    <a:pt x="8473671" y="2218559"/>
                  </a:lnTo>
                  <a:lnTo>
                    <a:pt x="8441896" y="2309826"/>
                  </a:lnTo>
                  <a:lnTo>
                    <a:pt x="8410146" y="2398220"/>
                  </a:lnTo>
                  <a:lnTo>
                    <a:pt x="8378388" y="2483381"/>
                  </a:lnTo>
                  <a:lnTo>
                    <a:pt x="8346578" y="2565019"/>
                  </a:lnTo>
                  <a:lnTo>
                    <a:pt x="8314649" y="2642911"/>
                  </a:lnTo>
                  <a:lnTo>
                    <a:pt x="8282515" y="2716904"/>
                  </a:lnTo>
                  <a:lnTo>
                    <a:pt x="8250068" y="2786911"/>
                  </a:lnTo>
                  <a:lnTo>
                    <a:pt x="8217170" y="2852904"/>
                  </a:lnTo>
                  <a:lnTo>
                    <a:pt x="8183654" y="2914917"/>
                  </a:lnTo>
                  <a:lnTo>
                    <a:pt x="8151487" y="2969522"/>
                  </a:lnTo>
                  <a:lnTo>
                    <a:pt x="8105846" y="3038919"/>
                  </a:lnTo>
                  <a:lnTo>
                    <a:pt x="8057907" y="3101968"/>
                  </a:lnTo>
                  <a:lnTo>
                    <a:pt x="8006997" y="3158930"/>
                  </a:lnTo>
                  <a:lnTo>
                    <a:pt x="7952379" y="3210278"/>
                  </a:lnTo>
                  <a:lnTo>
                    <a:pt x="7893296" y="3256570"/>
                  </a:lnTo>
                  <a:lnTo>
                    <a:pt x="7829015" y="3298367"/>
                  </a:lnTo>
                  <a:lnTo>
                    <a:pt x="7758893" y="3336183"/>
                  </a:lnTo>
                  <a:lnTo>
                    <a:pt x="7682448" y="3370460"/>
                  </a:lnTo>
                  <a:lnTo>
                    <a:pt x="7599479" y="3401551"/>
                  </a:lnTo>
                  <a:lnTo>
                    <a:pt x="7510194" y="3429711"/>
                  </a:lnTo>
                  <a:lnTo>
                    <a:pt x="7415372" y="3455099"/>
                  </a:lnTo>
                  <a:lnTo>
                    <a:pt x="7316510" y="3477781"/>
                  </a:lnTo>
                  <a:lnTo>
                    <a:pt x="7215924" y="3497747"/>
                  </a:lnTo>
                  <a:lnTo>
                    <a:pt x="7116737" y="3514944"/>
                  </a:lnTo>
                  <a:lnTo>
                    <a:pt x="7022682" y="3529314"/>
                  </a:lnTo>
                  <a:lnTo>
                    <a:pt x="6937707" y="3540847"/>
                  </a:lnTo>
                  <a:lnTo>
                    <a:pt x="6865396" y="3549626"/>
                  </a:lnTo>
                  <a:lnTo>
                    <a:pt x="6808329" y="3555859"/>
                  </a:lnTo>
                  <a:lnTo>
                    <a:pt x="6767553" y="3559886"/>
                  </a:lnTo>
                  <a:lnTo>
                    <a:pt x="6742302" y="3562150"/>
                  </a:lnTo>
                  <a:lnTo>
                    <a:pt x="6730003" y="3563154"/>
                  </a:lnTo>
                  <a:lnTo>
                    <a:pt x="6726489" y="3563417"/>
                  </a:lnTo>
                  <a:lnTo>
                    <a:pt x="6726343" y="3563427"/>
                  </a:lnTo>
                  <a:lnTo>
                    <a:pt x="5254955" y="3563427"/>
                  </a:lnTo>
                  <a:lnTo>
                    <a:pt x="5253723" y="3563444"/>
                  </a:lnTo>
                  <a:lnTo>
                    <a:pt x="5245640" y="3563568"/>
                  </a:lnTo>
                  <a:lnTo>
                    <a:pt x="5225312" y="3563910"/>
                  </a:lnTo>
                  <a:lnTo>
                    <a:pt x="5189092" y="3564582"/>
                  </a:lnTo>
                  <a:lnTo>
                    <a:pt x="5135356" y="3565689"/>
                  </a:lnTo>
                  <a:lnTo>
                    <a:pt x="5064622" y="3567312"/>
                  </a:lnTo>
                  <a:lnTo>
                    <a:pt x="4979330" y="3569505"/>
                  </a:lnTo>
                  <a:lnTo>
                    <a:pt x="4883277" y="3572294"/>
                  </a:lnTo>
                  <a:lnTo>
                    <a:pt x="4780857" y="3575679"/>
                  </a:lnTo>
                  <a:lnTo>
                    <a:pt x="4676335" y="3579648"/>
                  </a:lnTo>
                  <a:lnTo>
                    <a:pt x="4573324" y="3584191"/>
                  </a:lnTo>
                  <a:lnTo>
                    <a:pt x="4474510" y="3589303"/>
                  </a:lnTo>
                  <a:lnTo>
                    <a:pt x="4381625" y="3594998"/>
                  </a:lnTo>
                  <a:lnTo>
                    <a:pt x="4295557" y="3601310"/>
                  </a:lnTo>
                  <a:lnTo>
                    <a:pt x="4216530" y="3608296"/>
                  </a:lnTo>
                  <a:lnTo>
                    <a:pt x="4144295" y="3616034"/>
                  </a:lnTo>
                  <a:lnTo>
                    <a:pt x="4078291" y="3624621"/>
                  </a:lnTo>
                  <a:lnTo>
                    <a:pt x="4017778" y="3634174"/>
                  </a:lnTo>
                  <a:lnTo>
                    <a:pt x="3961925" y="3644815"/>
                  </a:lnTo>
                  <a:lnTo>
                    <a:pt x="3909883" y="3656663"/>
                  </a:lnTo>
                  <a:lnTo>
                    <a:pt x="3860841" y="3669814"/>
                  </a:lnTo>
                  <a:lnTo>
                    <a:pt x="3829811" y="3679211"/>
                  </a:lnTo>
                  <a:lnTo>
                    <a:pt x="3776531" y="3697352"/>
                  </a:lnTo>
                  <a:lnTo>
                    <a:pt x="3724948" y="3717380"/>
                  </a:lnTo>
                  <a:lnTo>
                    <a:pt x="3674408" y="3739321"/>
                  </a:lnTo>
                  <a:lnTo>
                    <a:pt x="3624436" y="3763133"/>
                  </a:lnTo>
                  <a:lnTo>
                    <a:pt x="3574702" y="3788700"/>
                  </a:lnTo>
                  <a:lnTo>
                    <a:pt x="3525000" y="3815823"/>
                  </a:lnTo>
                  <a:lnTo>
                    <a:pt x="3475222" y="3844228"/>
                  </a:lnTo>
                  <a:lnTo>
                    <a:pt x="3425338" y="3873569"/>
                  </a:lnTo>
                  <a:lnTo>
                    <a:pt x="3375378" y="3903449"/>
                  </a:lnTo>
                  <a:lnTo>
                    <a:pt x="3325401" y="3933435"/>
                  </a:lnTo>
                  <a:lnTo>
                    <a:pt x="3275474" y="3963092"/>
                  </a:lnTo>
                  <a:lnTo>
                    <a:pt x="3225644" y="3992001"/>
                  </a:lnTo>
                  <a:lnTo>
                    <a:pt x="3175913" y="4019789"/>
                  </a:lnTo>
                  <a:lnTo>
                    <a:pt x="3126214" y="4046146"/>
                  </a:lnTo>
                  <a:lnTo>
                    <a:pt x="3076391" y="4070834"/>
                  </a:lnTo>
                  <a:lnTo>
                    <a:pt x="3026178" y="4093699"/>
                  </a:lnTo>
                  <a:lnTo>
                    <a:pt x="2975174" y="4114662"/>
                  </a:lnTo>
                  <a:lnTo>
                    <a:pt x="2922818" y="4133718"/>
                  </a:lnTo>
                  <a:lnTo>
                    <a:pt x="2896531" y="4142347"/>
                  </a:lnTo>
                  <a:lnTo>
                    <a:pt x="2849062" y="4156381"/>
                  </a:lnTo>
                  <a:lnTo>
                    <a:pt x="2799083" y="4169079"/>
                  </a:lnTo>
                  <a:lnTo>
                    <a:pt x="2745836" y="4180503"/>
                  </a:lnTo>
                  <a:lnTo>
                    <a:pt x="2688489" y="4190759"/>
                  </a:lnTo>
                  <a:lnTo>
                    <a:pt x="2626193" y="4199969"/>
                  </a:lnTo>
                  <a:lnTo>
                    <a:pt x="2558140" y="4208254"/>
                  </a:lnTo>
                  <a:lnTo>
                    <a:pt x="2483639" y="4215725"/>
                  </a:lnTo>
                  <a:lnTo>
                    <a:pt x="2402218" y="4222474"/>
                  </a:lnTo>
                  <a:lnTo>
                    <a:pt x="2313770" y="4228570"/>
                  </a:lnTo>
                  <a:lnTo>
                    <a:pt x="2218724" y="4234064"/>
                  </a:lnTo>
                  <a:lnTo>
                    <a:pt x="2118237" y="4238981"/>
                  </a:lnTo>
                  <a:lnTo>
                    <a:pt x="2014359" y="4243329"/>
                  </a:lnTo>
                  <a:lnTo>
                    <a:pt x="1910108" y="4247101"/>
                  </a:lnTo>
                  <a:lnTo>
                    <a:pt x="1809360" y="4250283"/>
                  </a:lnTo>
                  <a:lnTo>
                    <a:pt x="1716498" y="4252868"/>
                  </a:lnTo>
                  <a:lnTo>
                    <a:pt x="1635799" y="4254862"/>
                  </a:lnTo>
                  <a:lnTo>
                    <a:pt x="1570676" y="4256301"/>
                  </a:lnTo>
                  <a:lnTo>
                    <a:pt x="1522964" y="4257249"/>
                  </a:lnTo>
                  <a:lnTo>
                    <a:pt x="1492454" y="4257797"/>
                  </a:lnTo>
                  <a:lnTo>
                    <a:pt x="1476806" y="4258052"/>
                  </a:lnTo>
                  <a:lnTo>
                    <a:pt x="1471746" y="4258127"/>
                  </a:lnTo>
                  <a:lnTo>
                    <a:pt x="1471387" y="4258132"/>
                  </a:lnTo>
                  <a:lnTo>
                    <a:pt x="0" y="4258132"/>
                  </a:lnTo>
                  <a:close/>
                </a:path>
              </a:pathLst>
            </a:custGeom>
            <a:solidFill>
              <a:srgbClr val="E78AC3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476" name="pl1476"/>
            <p:cNvSpPr/>
            <p:nvPr/>
          </p:nvSpPr>
          <p:spPr>
            <a:xfrm>
              <a:off x="4799595" y="4832656"/>
              <a:ext cx="11981298" cy="4258132"/>
            </a:xfrm>
            <a:custGeom>
              <a:avLst/>
              <a:pathLst>
                <a:path w="11981298" h="4258132">
                  <a:moveTo>
                    <a:pt x="0" y="4258132"/>
                  </a:moveTo>
                  <a:lnTo>
                    <a:pt x="1471387" y="4258132"/>
                  </a:lnTo>
                  <a:lnTo>
                    <a:pt x="1472619" y="4258114"/>
                  </a:lnTo>
                  <a:lnTo>
                    <a:pt x="1480703" y="4257991"/>
                  </a:lnTo>
                  <a:lnTo>
                    <a:pt x="1501030" y="4257649"/>
                  </a:lnTo>
                  <a:lnTo>
                    <a:pt x="1537250" y="4256976"/>
                  </a:lnTo>
                  <a:lnTo>
                    <a:pt x="1590986" y="4255869"/>
                  </a:lnTo>
                  <a:lnTo>
                    <a:pt x="1661721" y="4254246"/>
                  </a:lnTo>
                  <a:lnTo>
                    <a:pt x="1747012" y="4252053"/>
                  </a:lnTo>
                  <a:lnTo>
                    <a:pt x="1843065" y="4249265"/>
                  </a:lnTo>
                  <a:lnTo>
                    <a:pt x="1945486" y="4245880"/>
                  </a:lnTo>
                  <a:lnTo>
                    <a:pt x="2050007" y="4241910"/>
                  </a:lnTo>
                  <a:lnTo>
                    <a:pt x="2153019" y="4237367"/>
                  </a:lnTo>
                  <a:lnTo>
                    <a:pt x="2251833" y="4232255"/>
                  </a:lnTo>
                  <a:lnTo>
                    <a:pt x="2344717" y="4226560"/>
                  </a:lnTo>
                  <a:lnTo>
                    <a:pt x="2430785" y="4220248"/>
                  </a:lnTo>
                  <a:lnTo>
                    <a:pt x="2509812" y="4213262"/>
                  </a:lnTo>
                  <a:lnTo>
                    <a:pt x="2582047" y="4205525"/>
                  </a:lnTo>
                  <a:lnTo>
                    <a:pt x="2648051" y="4196937"/>
                  </a:lnTo>
                  <a:lnTo>
                    <a:pt x="2708564" y="4187384"/>
                  </a:lnTo>
                  <a:lnTo>
                    <a:pt x="2764417" y="4176744"/>
                  </a:lnTo>
                  <a:lnTo>
                    <a:pt x="2816459" y="4164895"/>
                  </a:lnTo>
                  <a:lnTo>
                    <a:pt x="2865501" y="4151745"/>
                  </a:lnTo>
                  <a:lnTo>
                    <a:pt x="2896531" y="4142347"/>
                  </a:lnTo>
                  <a:lnTo>
                    <a:pt x="2949811" y="4124206"/>
                  </a:lnTo>
                  <a:lnTo>
                    <a:pt x="3001394" y="4104178"/>
                  </a:lnTo>
                  <a:lnTo>
                    <a:pt x="3051934" y="4082237"/>
                  </a:lnTo>
                  <a:lnTo>
                    <a:pt x="3101907" y="4058425"/>
                  </a:lnTo>
                  <a:lnTo>
                    <a:pt x="3151640" y="4032859"/>
                  </a:lnTo>
                  <a:lnTo>
                    <a:pt x="3201342" y="4005735"/>
                  </a:lnTo>
                  <a:lnTo>
                    <a:pt x="3251120" y="3977330"/>
                  </a:lnTo>
                  <a:lnTo>
                    <a:pt x="3301004" y="3947989"/>
                  </a:lnTo>
                  <a:lnTo>
                    <a:pt x="3350964" y="3918110"/>
                  </a:lnTo>
                  <a:lnTo>
                    <a:pt x="3400941" y="3888123"/>
                  </a:lnTo>
                  <a:lnTo>
                    <a:pt x="3450868" y="3858467"/>
                  </a:lnTo>
                  <a:lnTo>
                    <a:pt x="3500698" y="3829558"/>
                  </a:lnTo>
                  <a:lnTo>
                    <a:pt x="3550430" y="3801769"/>
                  </a:lnTo>
                  <a:lnTo>
                    <a:pt x="3600128" y="3775413"/>
                  </a:lnTo>
                  <a:lnTo>
                    <a:pt x="3649951" y="3750724"/>
                  </a:lnTo>
                  <a:lnTo>
                    <a:pt x="3700164" y="3727859"/>
                  </a:lnTo>
                  <a:lnTo>
                    <a:pt x="3751168" y="3706896"/>
                  </a:lnTo>
                  <a:lnTo>
                    <a:pt x="3803524" y="3687841"/>
                  </a:lnTo>
                  <a:lnTo>
                    <a:pt x="3829811" y="3679211"/>
                  </a:lnTo>
                  <a:lnTo>
                    <a:pt x="3877280" y="3665178"/>
                  </a:lnTo>
                  <a:lnTo>
                    <a:pt x="3927259" y="3652479"/>
                  </a:lnTo>
                  <a:lnTo>
                    <a:pt x="3980506" y="3641055"/>
                  </a:lnTo>
                  <a:lnTo>
                    <a:pt x="4037853" y="3630800"/>
                  </a:lnTo>
                  <a:lnTo>
                    <a:pt x="4100149" y="3621590"/>
                  </a:lnTo>
                  <a:lnTo>
                    <a:pt x="4168202" y="3613304"/>
                  </a:lnTo>
                  <a:lnTo>
                    <a:pt x="4242703" y="3605833"/>
                  </a:lnTo>
                  <a:lnTo>
                    <a:pt x="4324124" y="3599085"/>
                  </a:lnTo>
                  <a:lnTo>
                    <a:pt x="4412572" y="3592988"/>
                  </a:lnTo>
                  <a:lnTo>
                    <a:pt x="4507618" y="3587495"/>
                  </a:lnTo>
                  <a:lnTo>
                    <a:pt x="4608105" y="3582578"/>
                  </a:lnTo>
                  <a:lnTo>
                    <a:pt x="4711983" y="3578229"/>
                  </a:lnTo>
                  <a:lnTo>
                    <a:pt x="4816234" y="3574457"/>
                  </a:lnTo>
                  <a:lnTo>
                    <a:pt x="4916982" y="3571275"/>
                  </a:lnTo>
                  <a:lnTo>
                    <a:pt x="5009844" y="3568691"/>
                  </a:lnTo>
                  <a:lnTo>
                    <a:pt x="5090543" y="3566696"/>
                  </a:lnTo>
                  <a:lnTo>
                    <a:pt x="5155666" y="3565257"/>
                  </a:lnTo>
                  <a:lnTo>
                    <a:pt x="5203378" y="3564309"/>
                  </a:lnTo>
                  <a:lnTo>
                    <a:pt x="5233888" y="3563761"/>
                  </a:lnTo>
                  <a:lnTo>
                    <a:pt x="5249536" y="3563507"/>
                  </a:lnTo>
                  <a:lnTo>
                    <a:pt x="5254596" y="3563432"/>
                  </a:lnTo>
                  <a:lnTo>
                    <a:pt x="5254955" y="3563427"/>
                  </a:lnTo>
                  <a:lnTo>
                    <a:pt x="6726343" y="3563427"/>
                  </a:lnTo>
                  <a:lnTo>
                    <a:pt x="6727443" y="3563348"/>
                  </a:lnTo>
                  <a:lnTo>
                    <a:pt x="6734680" y="3562783"/>
                  </a:lnTo>
                  <a:lnTo>
                    <a:pt x="6752944" y="3561222"/>
                  </a:lnTo>
                  <a:lnTo>
                    <a:pt x="6785644" y="3558149"/>
                  </a:lnTo>
                  <a:lnTo>
                    <a:pt x="6834480" y="3553083"/>
                  </a:lnTo>
                  <a:lnTo>
                    <a:pt x="6899306" y="3545627"/>
                  </a:lnTo>
                  <a:lnTo>
                    <a:pt x="6978266" y="3535507"/>
                  </a:lnTo>
                  <a:lnTo>
                    <a:pt x="7068207" y="3522578"/>
                  </a:lnTo>
                  <a:lnTo>
                    <a:pt x="7165287" y="3506807"/>
                  </a:lnTo>
                  <a:lnTo>
                    <a:pt x="7265600" y="3488236"/>
                  </a:lnTo>
                  <a:lnTo>
                    <a:pt x="7365677" y="3466925"/>
                  </a:lnTo>
                  <a:lnTo>
                    <a:pt x="7462783" y="3442911"/>
                  </a:lnTo>
                  <a:lnTo>
                    <a:pt x="7555012" y="3416168"/>
                  </a:lnTo>
                  <a:lnTo>
                    <a:pt x="7641238" y="3386587"/>
                  </a:lnTo>
                  <a:lnTo>
                    <a:pt x="7720984" y="3353962"/>
                  </a:lnTo>
                  <a:lnTo>
                    <a:pt x="7794263" y="3317988"/>
                  </a:lnTo>
                  <a:lnTo>
                    <a:pt x="7861430" y="3278268"/>
                  </a:lnTo>
                  <a:lnTo>
                    <a:pt x="7923058" y="3234322"/>
                  </a:lnTo>
                  <a:lnTo>
                    <a:pt x="7979844" y="3185606"/>
                  </a:lnTo>
                  <a:lnTo>
                    <a:pt x="8032538" y="3131554"/>
                  </a:lnTo>
                  <a:lnTo>
                    <a:pt x="8081892" y="3071638"/>
                  </a:lnTo>
                  <a:lnTo>
                    <a:pt x="8128619" y="3005469"/>
                  </a:lnTo>
                  <a:lnTo>
                    <a:pt x="8151487" y="2969522"/>
                  </a:lnTo>
                  <a:lnTo>
                    <a:pt x="8185764" y="2911168"/>
                  </a:lnTo>
                  <a:lnTo>
                    <a:pt x="8219235" y="2848910"/>
                  </a:lnTo>
                  <a:lnTo>
                    <a:pt x="8252101" y="2782666"/>
                  </a:lnTo>
                  <a:lnTo>
                    <a:pt x="8284525" y="2712410"/>
                  </a:lnTo>
                  <a:lnTo>
                    <a:pt x="8316643" y="2638171"/>
                  </a:lnTo>
                  <a:lnTo>
                    <a:pt x="8348562" y="2560040"/>
                  </a:lnTo>
                  <a:lnTo>
                    <a:pt x="8380368" y="2478176"/>
                  </a:lnTo>
                  <a:lnTo>
                    <a:pt x="8412123" y="2392804"/>
                  </a:lnTo>
                  <a:lnTo>
                    <a:pt x="8443875" y="2304220"/>
                  </a:lnTo>
                  <a:lnTo>
                    <a:pt x="8475652" y="2212787"/>
                  </a:lnTo>
                  <a:lnTo>
                    <a:pt x="8507469" y="2118929"/>
                  </a:lnTo>
                  <a:lnTo>
                    <a:pt x="8539331" y="2023127"/>
                  </a:lnTo>
                  <a:lnTo>
                    <a:pt x="8571230" y="1925906"/>
                  </a:lnTo>
                  <a:lnTo>
                    <a:pt x="8603155" y="1827828"/>
                  </a:lnTo>
                  <a:lnTo>
                    <a:pt x="8635088" y="1729474"/>
                  </a:lnTo>
                  <a:lnTo>
                    <a:pt x="8667011" y="1631432"/>
                  </a:lnTo>
                  <a:lnTo>
                    <a:pt x="8698909" y="1534284"/>
                  </a:lnTo>
                  <a:lnTo>
                    <a:pt x="8730767" y="1438588"/>
                  </a:lnTo>
                  <a:lnTo>
                    <a:pt x="8762582" y="1344867"/>
                  </a:lnTo>
                  <a:lnTo>
                    <a:pt x="8794357" y="1253600"/>
                  </a:lnTo>
                  <a:lnTo>
                    <a:pt x="8826108" y="1165206"/>
                  </a:lnTo>
                  <a:lnTo>
                    <a:pt x="8857865" y="1080045"/>
                  </a:lnTo>
                  <a:lnTo>
                    <a:pt x="8889675" y="998407"/>
                  </a:lnTo>
                  <a:lnTo>
                    <a:pt x="8921604" y="920515"/>
                  </a:lnTo>
                  <a:lnTo>
                    <a:pt x="8953738" y="846522"/>
                  </a:lnTo>
                  <a:lnTo>
                    <a:pt x="8986185" y="776516"/>
                  </a:lnTo>
                  <a:lnTo>
                    <a:pt x="9019084" y="710522"/>
                  </a:lnTo>
                  <a:lnTo>
                    <a:pt x="9052599" y="648510"/>
                  </a:lnTo>
                  <a:lnTo>
                    <a:pt x="9084767" y="593904"/>
                  </a:lnTo>
                  <a:lnTo>
                    <a:pt x="9130407" y="524507"/>
                  </a:lnTo>
                  <a:lnTo>
                    <a:pt x="9178346" y="461458"/>
                  </a:lnTo>
                  <a:lnTo>
                    <a:pt x="9229256" y="404496"/>
                  </a:lnTo>
                  <a:lnTo>
                    <a:pt x="9283874" y="353148"/>
                  </a:lnTo>
                  <a:lnTo>
                    <a:pt x="9342958" y="306856"/>
                  </a:lnTo>
                  <a:lnTo>
                    <a:pt x="9407238" y="265060"/>
                  </a:lnTo>
                  <a:lnTo>
                    <a:pt x="9477361" y="227244"/>
                  </a:lnTo>
                  <a:lnTo>
                    <a:pt x="9553805" y="192967"/>
                  </a:lnTo>
                  <a:lnTo>
                    <a:pt x="9636774" y="161876"/>
                  </a:lnTo>
                  <a:lnTo>
                    <a:pt x="9726059" y="133715"/>
                  </a:lnTo>
                  <a:lnTo>
                    <a:pt x="9820881" y="108327"/>
                  </a:lnTo>
                  <a:lnTo>
                    <a:pt x="9919743" y="85645"/>
                  </a:lnTo>
                  <a:lnTo>
                    <a:pt x="10020329" y="65679"/>
                  </a:lnTo>
                  <a:lnTo>
                    <a:pt x="10119517" y="48483"/>
                  </a:lnTo>
                  <a:lnTo>
                    <a:pt x="10213572" y="34113"/>
                  </a:lnTo>
                  <a:lnTo>
                    <a:pt x="10298546" y="22580"/>
                  </a:lnTo>
                  <a:lnTo>
                    <a:pt x="10370857" y="13801"/>
                  </a:lnTo>
                  <a:lnTo>
                    <a:pt x="10427924" y="7567"/>
                  </a:lnTo>
                  <a:lnTo>
                    <a:pt x="10468700" y="3540"/>
                  </a:lnTo>
                  <a:lnTo>
                    <a:pt x="10493952" y="1277"/>
                  </a:lnTo>
                  <a:lnTo>
                    <a:pt x="10506251" y="273"/>
                  </a:lnTo>
                  <a:lnTo>
                    <a:pt x="10509764" y="10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77" name="pl1477"/>
            <p:cNvSpPr/>
            <p:nvPr/>
          </p:nvSpPr>
          <p:spPr>
            <a:xfrm>
              <a:off x="4799595" y="4824483"/>
              <a:ext cx="11981298" cy="4258132"/>
            </a:xfrm>
            <a:custGeom>
              <a:avLst/>
              <a:pathLst>
                <a:path w="11981298" h="4258132">
                  <a:moveTo>
                    <a:pt x="11981298" y="0"/>
                  </a:moveTo>
                  <a:lnTo>
                    <a:pt x="10509911" y="0"/>
                  </a:lnTo>
                  <a:lnTo>
                    <a:pt x="10508810" y="79"/>
                  </a:lnTo>
                  <a:lnTo>
                    <a:pt x="10501573" y="643"/>
                  </a:lnTo>
                  <a:lnTo>
                    <a:pt x="10483309" y="2204"/>
                  </a:lnTo>
                  <a:lnTo>
                    <a:pt x="10450609" y="5277"/>
                  </a:lnTo>
                  <a:lnTo>
                    <a:pt x="10401773" y="10343"/>
                  </a:lnTo>
                  <a:lnTo>
                    <a:pt x="10336947" y="17799"/>
                  </a:lnTo>
                  <a:lnTo>
                    <a:pt x="10257987" y="27919"/>
                  </a:lnTo>
                  <a:lnTo>
                    <a:pt x="10168046" y="40848"/>
                  </a:lnTo>
                  <a:lnTo>
                    <a:pt x="10070966" y="56619"/>
                  </a:lnTo>
                  <a:lnTo>
                    <a:pt x="9970653" y="75190"/>
                  </a:lnTo>
                  <a:lnTo>
                    <a:pt x="9870576" y="96501"/>
                  </a:lnTo>
                  <a:lnTo>
                    <a:pt x="9773470" y="120515"/>
                  </a:lnTo>
                  <a:lnTo>
                    <a:pt x="9681242" y="147258"/>
                  </a:lnTo>
                  <a:lnTo>
                    <a:pt x="9595015" y="176839"/>
                  </a:lnTo>
                  <a:lnTo>
                    <a:pt x="9515269" y="209464"/>
                  </a:lnTo>
                  <a:lnTo>
                    <a:pt x="9441990" y="245438"/>
                  </a:lnTo>
                  <a:lnTo>
                    <a:pt x="9374823" y="285158"/>
                  </a:lnTo>
                  <a:lnTo>
                    <a:pt x="9313195" y="329105"/>
                  </a:lnTo>
                  <a:lnTo>
                    <a:pt x="9256409" y="377821"/>
                  </a:lnTo>
                  <a:lnTo>
                    <a:pt x="9203716" y="431872"/>
                  </a:lnTo>
                  <a:lnTo>
                    <a:pt x="9154361" y="491788"/>
                  </a:lnTo>
                  <a:lnTo>
                    <a:pt x="9107634" y="557958"/>
                  </a:lnTo>
                  <a:lnTo>
                    <a:pt x="9084767" y="593904"/>
                  </a:lnTo>
                  <a:lnTo>
                    <a:pt x="9050489" y="652258"/>
                  </a:lnTo>
                  <a:lnTo>
                    <a:pt x="9017018" y="714517"/>
                  </a:lnTo>
                  <a:lnTo>
                    <a:pt x="8984152" y="780760"/>
                  </a:lnTo>
                  <a:lnTo>
                    <a:pt x="8951728" y="851016"/>
                  </a:lnTo>
                  <a:lnTo>
                    <a:pt x="8919610" y="925255"/>
                  </a:lnTo>
                  <a:lnTo>
                    <a:pt x="8887691" y="1003386"/>
                  </a:lnTo>
                  <a:lnTo>
                    <a:pt x="8855886" y="1085251"/>
                  </a:lnTo>
                  <a:lnTo>
                    <a:pt x="8824130" y="1170622"/>
                  </a:lnTo>
                  <a:lnTo>
                    <a:pt x="8792378" y="1259206"/>
                  </a:lnTo>
                  <a:lnTo>
                    <a:pt x="8760601" y="1350639"/>
                  </a:lnTo>
                  <a:lnTo>
                    <a:pt x="8728784" y="1444497"/>
                  </a:lnTo>
                  <a:lnTo>
                    <a:pt x="8696923" y="1540299"/>
                  </a:lnTo>
                  <a:lnTo>
                    <a:pt x="8665023" y="1637520"/>
                  </a:lnTo>
                  <a:lnTo>
                    <a:pt x="8633099" y="1735598"/>
                  </a:lnTo>
                  <a:lnTo>
                    <a:pt x="8601165" y="1833953"/>
                  </a:lnTo>
                  <a:lnTo>
                    <a:pt x="8569242" y="1931994"/>
                  </a:lnTo>
                  <a:lnTo>
                    <a:pt x="8537345" y="2029143"/>
                  </a:lnTo>
                  <a:lnTo>
                    <a:pt x="8505486" y="2124839"/>
                  </a:lnTo>
                  <a:lnTo>
                    <a:pt x="8473671" y="2218559"/>
                  </a:lnTo>
                  <a:lnTo>
                    <a:pt x="8441896" y="2309826"/>
                  </a:lnTo>
                  <a:lnTo>
                    <a:pt x="8410146" y="2398220"/>
                  </a:lnTo>
                  <a:lnTo>
                    <a:pt x="8378388" y="2483381"/>
                  </a:lnTo>
                  <a:lnTo>
                    <a:pt x="8346578" y="2565019"/>
                  </a:lnTo>
                  <a:lnTo>
                    <a:pt x="8314649" y="2642911"/>
                  </a:lnTo>
                  <a:lnTo>
                    <a:pt x="8282515" y="2716904"/>
                  </a:lnTo>
                  <a:lnTo>
                    <a:pt x="8250068" y="2786911"/>
                  </a:lnTo>
                  <a:lnTo>
                    <a:pt x="8217170" y="2852904"/>
                  </a:lnTo>
                  <a:lnTo>
                    <a:pt x="8183654" y="2914917"/>
                  </a:lnTo>
                  <a:lnTo>
                    <a:pt x="8151487" y="2969522"/>
                  </a:lnTo>
                  <a:lnTo>
                    <a:pt x="8105846" y="3038919"/>
                  </a:lnTo>
                  <a:lnTo>
                    <a:pt x="8057907" y="3101968"/>
                  </a:lnTo>
                  <a:lnTo>
                    <a:pt x="8006997" y="3158930"/>
                  </a:lnTo>
                  <a:lnTo>
                    <a:pt x="7952379" y="3210278"/>
                  </a:lnTo>
                  <a:lnTo>
                    <a:pt x="7893296" y="3256570"/>
                  </a:lnTo>
                  <a:lnTo>
                    <a:pt x="7829015" y="3298367"/>
                  </a:lnTo>
                  <a:lnTo>
                    <a:pt x="7758893" y="3336183"/>
                  </a:lnTo>
                  <a:lnTo>
                    <a:pt x="7682448" y="3370460"/>
                  </a:lnTo>
                  <a:lnTo>
                    <a:pt x="7599479" y="3401551"/>
                  </a:lnTo>
                  <a:lnTo>
                    <a:pt x="7510194" y="3429711"/>
                  </a:lnTo>
                  <a:lnTo>
                    <a:pt x="7415372" y="3455099"/>
                  </a:lnTo>
                  <a:lnTo>
                    <a:pt x="7316510" y="3477781"/>
                  </a:lnTo>
                  <a:lnTo>
                    <a:pt x="7215924" y="3497747"/>
                  </a:lnTo>
                  <a:lnTo>
                    <a:pt x="7116737" y="3514944"/>
                  </a:lnTo>
                  <a:lnTo>
                    <a:pt x="7022682" y="3529314"/>
                  </a:lnTo>
                  <a:lnTo>
                    <a:pt x="6937707" y="3540847"/>
                  </a:lnTo>
                  <a:lnTo>
                    <a:pt x="6865396" y="3549626"/>
                  </a:lnTo>
                  <a:lnTo>
                    <a:pt x="6808329" y="3555859"/>
                  </a:lnTo>
                  <a:lnTo>
                    <a:pt x="6767553" y="3559886"/>
                  </a:lnTo>
                  <a:lnTo>
                    <a:pt x="6742302" y="3562150"/>
                  </a:lnTo>
                  <a:lnTo>
                    <a:pt x="6730003" y="3563154"/>
                  </a:lnTo>
                  <a:lnTo>
                    <a:pt x="6726489" y="3563417"/>
                  </a:lnTo>
                  <a:lnTo>
                    <a:pt x="6726343" y="3563427"/>
                  </a:lnTo>
                  <a:lnTo>
                    <a:pt x="5254955" y="3563427"/>
                  </a:lnTo>
                  <a:lnTo>
                    <a:pt x="5253723" y="3563444"/>
                  </a:lnTo>
                  <a:lnTo>
                    <a:pt x="5245640" y="3563568"/>
                  </a:lnTo>
                  <a:lnTo>
                    <a:pt x="5225312" y="3563910"/>
                  </a:lnTo>
                  <a:lnTo>
                    <a:pt x="5189092" y="3564582"/>
                  </a:lnTo>
                  <a:lnTo>
                    <a:pt x="5135356" y="3565689"/>
                  </a:lnTo>
                  <a:lnTo>
                    <a:pt x="5064622" y="3567312"/>
                  </a:lnTo>
                  <a:lnTo>
                    <a:pt x="4979330" y="3569505"/>
                  </a:lnTo>
                  <a:lnTo>
                    <a:pt x="4883277" y="3572294"/>
                  </a:lnTo>
                  <a:lnTo>
                    <a:pt x="4780857" y="3575679"/>
                  </a:lnTo>
                  <a:lnTo>
                    <a:pt x="4676335" y="3579648"/>
                  </a:lnTo>
                  <a:lnTo>
                    <a:pt x="4573324" y="3584191"/>
                  </a:lnTo>
                  <a:lnTo>
                    <a:pt x="4474510" y="3589303"/>
                  </a:lnTo>
                  <a:lnTo>
                    <a:pt x="4381625" y="3594998"/>
                  </a:lnTo>
                  <a:lnTo>
                    <a:pt x="4295557" y="3601310"/>
                  </a:lnTo>
                  <a:lnTo>
                    <a:pt x="4216530" y="3608296"/>
                  </a:lnTo>
                  <a:lnTo>
                    <a:pt x="4144295" y="3616034"/>
                  </a:lnTo>
                  <a:lnTo>
                    <a:pt x="4078291" y="3624621"/>
                  </a:lnTo>
                  <a:lnTo>
                    <a:pt x="4017778" y="3634174"/>
                  </a:lnTo>
                  <a:lnTo>
                    <a:pt x="3961925" y="3644815"/>
                  </a:lnTo>
                  <a:lnTo>
                    <a:pt x="3909883" y="3656663"/>
                  </a:lnTo>
                  <a:lnTo>
                    <a:pt x="3860841" y="3669814"/>
                  </a:lnTo>
                  <a:lnTo>
                    <a:pt x="3829811" y="3679211"/>
                  </a:lnTo>
                  <a:lnTo>
                    <a:pt x="3776531" y="3697352"/>
                  </a:lnTo>
                  <a:lnTo>
                    <a:pt x="3724948" y="3717380"/>
                  </a:lnTo>
                  <a:lnTo>
                    <a:pt x="3674408" y="3739321"/>
                  </a:lnTo>
                  <a:lnTo>
                    <a:pt x="3624436" y="3763133"/>
                  </a:lnTo>
                  <a:lnTo>
                    <a:pt x="3574702" y="3788700"/>
                  </a:lnTo>
                  <a:lnTo>
                    <a:pt x="3525000" y="3815823"/>
                  </a:lnTo>
                  <a:lnTo>
                    <a:pt x="3475222" y="3844228"/>
                  </a:lnTo>
                  <a:lnTo>
                    <a:pt x="3425338" y="3873569"/>
                  </a:lnTo>
                  <a:lnTo>
                    <a:pt x="3375378" y="3903449"/>
                  </a:lnTo>
                  <a:lnTo>
                    <a:pt x="3325401" y="3933435"/>
                  </a:lnTo>
                  <a:lnTo>
                    <a:pt x="3275474" y="3963092"/>
                  </a:lnTo>
                  <a:lnTo>
                    <a:pt x="3225644" y="3992001"/>
                  </a:lnTo>
                  <a:lnTo>
                    <a:pt x="3175913" y="4019789"/>
                  </a:lnTo>
                  <a:lnTo>
                    <a:pt x="3126214" y="4046146"/>
                  </a:lnTo>
                  <a:lnTo>
                    <a:pt x="3076391" y="4070834"/>
                  </a:lnTo>
                  <a:lnTo>
                    <a:pt x="3026178" y="4093699"/>
                  </a:lnTo>
                  <a:lnTo>
                    <a:pt x="2975174" y="4114662"/>
                  </a:lnTo>
                  <a:lnTo>
                    <a:pt x="2922818" y="4133718"/>
                  </a:lnTo>
                  <a:lnTo>
                    <a:pt x="2896531" y="4142347"/>
                  </a:lnTo>
                  <a:lnTo>
                    <a:pt x="2849062" y="4156381"/>
                  </a:lnTo>
                  <a:lnTo>
                    <a:pt x="2799083" y="4169079"/>
                  </a:lnTo>
                  <a:lnTo>
                    <a:pt x="2745836" y="4180503"/>
                  </a:lnTo>
                  <a:lnTo>
                    <a:pt x="2688489" y="4190759"/>
                  </a:lnTo>
                  <a:lnTo>
                    <a:pt x="2626193" y="4199969"/>
                  </a:lnTo>
                  <a:lnTo>
                    <a:pt x="2558140" y="4208254"/>
                  </a:lnTo>
                  <a:lnTo>
                    <a:pt x="2483639" y="4215725"/>
                  </a:lnTo>
                  <a:lnTo>
                    <a:pt x="2402218" y="4222474"/>
                  </a:lnTo>
                  <a:lnTo>
                    <a:pt x="2313770" y="4228570"/>
                  </a:lnTo>
                  <a:lnTo>
                    <a:pt x="2218724" y="4234064"/>
                  </a:lnTo>
                  <a:lnTo>
                    <a:pt x="2118237" y="4238981"/>
                  </a:lnTo>
                  <a:lnTo>
                    <a:pt x="2014359" y="4243329"/>
                  </a:lnTo>
                  <a:lnTo>
                    <a:pt x="1910108" y="4247101"/>
                  </a:lnTo>
                  <a:lnTo>
                    <a:pt x="1809360" y="4250283"/>
                  </a:lnTo>
                  <a:lnTo>
                    <a:pt x="1716498" y="4252868"/>
                  </a:lnTo>
                  <a:lnTo>
                    <a:pt x="1635799" y="4254862"/>
                  </a:lnTo>
                  <a:lnTo>
                    <a:pt x="1570676" y="4256301"/>
                  </a:lnTo>
                  <a:lnTo>
                    <a:pt x="1522964" y="4257249"/>
                  </a:lnTo>
                  <a:lnTo>
                    <a:pt x="1492454" y="4257797"/>
                  </a:lnTo>
                  <a:lnTo>
                    <a:pt x="1476806" y="4258052"/>
                  </a:lnTo>
                  <a:lnTo>
                    <a:pt x="1471746" y="4258127"/>
                  </a:lnTo>
                  <a:lnTo>
                    <a:pt x="1471387" y="4258132"/>
                  </a:lnTo>
                  <a:lnTo>
                    <a:pt x="0" y="425813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78" name="pg1478"/>
            <p:cNvSpPr/>
            <p:nvPr/>
          </p:nvSpPr>
          <p:spPr>
            <a:xfrm>
              <a:off x="4799595" y="5118711"/>
              <a:ext cx="11981298" cy="3980250"/>
            </a:xfrm>
            <a:custGeom>
              <a:avLst/>
              <a:pathLst>
                <a:path w="11981298" h="3980250">
                  <a:moveTo>
                    <a:pt x="0" y="3980250"/>
                  </a:moveTo>
                  <a:lnTo>
                    <a:pt x="1471387" y="3980250"/>
                  </a:lnTo>
                  <a:lnTo>
                    <a:pt x="1472619" y="3980233"/>
                  </a:lnTo>
                  <a:lnTo>
                    <a:pt x="1480707" y="3980115"/>
                  </a:lnTo>
                  <a:lnTo>
                    <a:pt x="1501043" y="3979789"/>
                  </a:lnTo>
                  <a:lnTo>
                    <a:pt x="1537277" y="3979148"/>
                  </a:lnTo>
                  <a:lnTo>
                    <a:pt x="1591034" y="3978093"/>
                  </a:lnTo>
                  <a:lnTo>
                    <a:pt x="1661792" y="3976546"/>
                  </a:lnTo>
                  <a:lnTo>
                    <a:pt x="1747108" y="3974455"/>
                  </a:lnTo>
                  <a:lnTo>
                    <a:pt x="1843186" y="3971797"/>
                  </a:lnTo>
                  <a:lnTo>
                    <a:pt x="1945627" y="3968570"/>
                  </a:lnTo>
                  <a:lnTo>
                    <a:pt x="2050164" y="3964785"/>
                  </a:lnTo>
                  <a:lnTo>
                    <a:pt x="2153186" y="3960455"/>
                  </a:lnTo>
                  <a:lnTo>
                    <a:pt x="2252006" y="3955582"/>
                  </a:lnTo>
                  <a:lnTo>
                    <a:pt x="2344893" y="3950153"/>
                  </a:lnTo>
                  <a:lnTo>
                    <a:pt x="2430960" y="3944136"/>
                  </a:lnTo>
                  <a:lnTo>
                    <a:pt x="2509983" y="3937476"/>
                  </a:lnTo>
                  <a:lnTo>
                    <a:pt x="2582214" y="3930100"/>
                  </a:lnTo>
                  <a:lnTo>
                    <a:pt x="2648212" y="3921913"/>
                  </a:lnTo>
                  <a:lnTo>
                    <a:pt x="2708722" y="3912806"/>
                  </a:lnTo>
                  <a:lnTo>
                    <a:pt x="2764571" y="3902661"/>
                  </a:lnTo>
                  <a:lnTo>
                    <a:pt x="2816611" y="3891365"/>
                  </a:lnTo>
                  <a:lnTo>
                    <a:pt x="2865653" y="3878828"/>
                  </a:lnTo>
                  <a:lnTo>
                    <a:pt x="2896531" y="3869914"/>
                  </a:lnTo>
                  <a:lnTo>
                    <a:pt x="2950051" y="3852543"/>
                  </a:lnTo>
                  <a:lnTo>
                    <a:pt x="3001862" y="3833357"/>
                  </a:lnTo>
                  <a:lnTo>
                    <a:pt x="3052625" y="3812332"/>
                  </a:lnTo>
                  <a:lnTo>
                    <a:pt x="3102821" y="3789508"/>
                  </a:lnTo>
                  <a:lnTo>
                    <a:pt x="3152781" y="3765000"/>
                  </a:lnTo>
                  <a:lnTo>
                    <a:pt x="3202712" y="3739000"/>
                  </a:lnTo>
                  <a:lnTo>
                    <a:pt x="3252722" y="3711776"/>
                  </a:lnTo>
                  <a:lnTo>
                    <a:pt x="3302838" y="3683663"/>
                  </a:lnTo>
                  <a:lnTo>
                    <a:pt x="3353030" y="3655047"/>
                  </a:lnTo>
                  <a:lnTo>
                    <a:pt x="3403235" y="3626346"/>
                  </a:lnTo>
                  <a:lnTo>
                    <a:pt x="3453388" y="3597981"/>
                  </a:lnTo>
                  <a:lnTo>
                    <a:pt x="3503441" y="3570354"/>
                  </a:lnTo>
                  <a:lnTo>
                    <a:pt x="3553396" y="3543823"/>
                  </a:lnTo>
                  <a:lnTo>
                    <a:pt x="3603326" y="3518685"/>
                  </a:lnTo>
                  <a:lnTo>
                    <a:pt x="3653394" y="3495162"/>
                  </a:lnTo>
                  <a:lnTo>
                    <a:pt x="3703879" y="3473401"/>
                  </a:lnTo>
                  <a:lnTo>
                    <a:pt x="3755198" y="3453472"/>
                  </a:lnTo>
                  <a:lnTo>
                    <a:pt x="3807935" y="3435375"/>
                  </a:lnTo>
                  <a:lnTo>
                    <a:pt x="3829811" y="3428572"/>
                  </a:lnTo>
                  <a:lnTo>
                    <a:pt x="3877287" y="3415197"/>
                  </a:lnTo>
                  <a:lnTo>
                    <a:pt x="3927274" y="3403095"/>
                  </a:lnTo>
                  <a:lnTo>
                    <a:pt x="3980531" y="3392207"/>
                  </a:lnTo>
                  <a:lnTo>
                    <a:pt x="4037889" y="3382434"/>
                  </a:lnTo>
                  <a:lnTo>
                    <a:pt x="4100198" y="3373656"/>
                  </a:lnTo>
                  <a:lnTo>
                    <a:pt x="4168266" y="3365760"/>
                  </a:lnTo>
                  <a:lnTo>
                    <a:pt x="4242785" y="3358640"/>
                  </a:lnTo>
                  <a:lnTo>
                    <a:pt x="4324226" y="3352209"/>
                  </a:lnTo>
                  <a:lnTo>
                    <a:pt x="4412696" y="3346400"/>
                  </a:lnTo>
                  <a:lnTo>
                    <a:pt x="4507765" y="3341165"/>
                  </a:lnTo>
                  <a:lnTo>
                    <a:pt x="4608275" y="3336479"/>
                  </a:lnTo>
                  <a:lnTo>
                    <a:pt x="4712172" y="3332336"/>
                  </a:lnTo>
                  <a:lnTo>
                    <a:pt x="4816436" y="3328742"/>
                  </a:lnTo>
                  <a:lnTo>
                    <a:pt x="4917188" y="3325710"/>
                  </a:lnTo>
                  <a:lnTo>
                    <a:pt x="5010042" y="3323248"/>
                  </a:lnTo>
                  <a:lnTo>
                    <a:pt x="5090720" y="3321349"/>
                  </a:lnTo>
                  <a:lnTo>
                    <a:pt x="5155811" y="3319978"/>
                  </a:lnTo>
                  <a:lnTo>
                    <a:pt x="5203484" y="3319076"/>
                  </a:lnTo>
                  <a:lnTo>
                    <a:pt x="5233952" y="3318555"/>
                  </a:lnTo>
                  <a:lnTo>
                    <a:pt x="5249564" y="3318313"/>
                  </a:lnTo>
                  <a:lnTo>
                    <a:pt x="5254601" y="3318241"/>
                  </a:lnTo>
                  <a:lnTo>
                    <a:pt x="5254955" y="3318237"/>
                  </a:lnTo>
                  <a:lnTo>
                    <a:pt x="6726343" y="3318237"/>
                  </a:lnTo>
                  <a:lnTo>
                    <a:pt x="6727459" y="3318162"/>
                  </a:lnTo>
                  <a:lnTo>
                    <a:pt x="6734805" y="3317629"/>
                  </a:lnTo>
                  <a:lnTo>
                    <a:pt x="6753332" y="3316157"/>
                  </a:lnTo>
                  <a:lnTo>
                    <a:pt x="6786483" y="3313258"/>
                  </a:lnTo>
                  <a:lnTo>
                    <a:pt x="6835950" y="3308480"/>
                  </a:lnTo>
                  <a:lnTo>
                    <a:pt x="6901543" y="3301451"/>
                  </a:lnTo>
                  <a:lnTo>
                    <a:pt x="6981332" y="3291916"/>
                  </a:lnTo>
                  <a:lnTo>
                    <a:pt x="7072084" y="3279742"/>
                  </a:lnTo>
                  <a:lnTo>
                    <a:pt x="7169884" y="3264902"/>
                  </a:lnTo>
                  <a:lnTo>
                    <a:pt x="7270775" y="3247436"/>
                  </a:lnTo>
                  <a:lnTo>
                    <a:pt x="7371267" y="3227402"/>
                  </a:lnTo>
                  <a:lnTo>
                    <a:pt x="7468626" y="3204832"/>
                  </a:lnTo>
                  <a:lnTo>
                    <a:pt x="7560967" y="3179697"/>
                  </a:lnTo>
                  <a:lnTo>
                    <a:pt x="7647194" y="3151888"/>
                  </a:lnTo>
                  <a:lnTo>
                    <a:pt x="7726860" y="3121204"/>
                  </a:lnTo>
                  <a:lnTo>
                    <a:pt x="7800010" y="3087353"/>
                  </a:lnTo>
                  <a:lnTo>
                    <a:pt x="7867025" y="3049951"/>
                  </a:lnTo>
                  <a:lnTo>
                    <a:pt x="7928503" y="3008540"/>
                  </a:lnTo>
                  <a:lnTo>
                    <a:pt x="7985157" y="2962604"/>
                  </a:lnTo>
                  <a:lnTo>
                    <a:pt x="8037751" y="2911609"/>
                  </a:lnTo>
                  <a:lnTo>
                    <a:pt x="8087049" y="2855066"/>
                  </a:lnTo>
                  <a:lnTo>
                    <a:pt x="8133765" y="2792628"/>
                  </a:lnTo>
                  <a:lnTo>
                    <a:pt x="8151487" y="2766559"/>
                  </a:lnTo>
                  <a:lnTo>
                    <a:pt x="8186851" y="2710554"/>
                  </a:lnTo>
                  <a:lnTo>
                    <a:pt x="8221363" y="2650681"/>
                  </a:lnTo>
                  <a:lnTo>
                    <a:pt x="8255243" y="2586862"/>
                  </a:lnTo>
                  <a:lnTo>
                    <a:pt x="8288667" y="2519073"/>
                  </a:lnTo>
                  <a:lnTo>
                    <a:pt x="8321781" y="2447351"/>
                  </a:lnTo>
                  <a:lnTo>
                    <a:pt x="8354699" y="2371799"/>
                  </a:lnTo>
                  <a:lnTo>
                    <a:pt x="8387511" y="2292590"/>
                  </a:lnTo>
                  <a:lnTo>
                    <a:pt x="8420283" y="2209971"/>
                  </a:lnTo>
                  <a:lnTo>
                    <a:pt x="8453059" y="2124260"/>
                  </a:lnTo>
                  <a:lnTo>
                    <a:pt x="8485869" y="2035846"/>
                  </a:lnTo>
                  <a:lnTo>
                    <a:pt x="8518724" y="1945179"/>
                  </a:lnTo>
                  <a:lnTo>
                    <a:pt x="8551624" y="1852767"/>
                  </a:lnTo>
                  <a:lnTo>
                    <a:pt x="8584561" y="1759163"/>
                  </a:lnTo>
                  <a:lnTo>
                    <a:pt x="8617517" y="1664949"/>
                  </a:lnTo>
                  <a:lnTo>
                    <a:pt x="8650474" y="1570724"/>
                  </a:lnTo>
                  <a:lnTo>
                    <a:pt x="8683411" y="1477087"/>
                  </a:lnTo>
                  <a:lnTo>
                    <a:pt x="8716313" y="1384621"/>
                  </a:lnTo>
                  <a:lnTo>
                    <a:pt x="8749170" y="1293881"/>
                  </a:lnTo>
                  <a:lnTo>
                    <a:pt x="8781981" y="1205374"/>
                  </a:lnTo>
                  <a:lnTo>
                    <a:pt x="8814758" y="1119556"/>
                  </a:lnTo>
                  <a:lnTo>
                    <a:pt x="8847529" y="1036817"/>
                  </a:lnTo>
                  <a:lnTo>
                    <a:pt x="8880339" y="957477"/>
                  </a:lnTo>
                  <a:lnTo>
                    <a:pt x="8913252" y="881786"/>
                  </a:lnTo>
                  <a:lnTo>
                    <a:pt x="8946356" y="809920"/>
                  </a:lnTo>
                  <a:lnTo>
                    <a:pt x="8979767" y="741984"/>
                  </a:lnTo>
                  <a:lnTo>
                    <a:pt x="9013627" y="678019"/>
                  </a:lnTo>
                  <a:lnTo>
                    <a:pt x="9048112" y="618001"/>
                  </a:lnTo>
                  <a:lnTo>
                    <a:pt x="9083440" y="561854"/>
                  </a:lnTo>
                  <a:lnTo>
                    <a:pt x="9084767" y="559850"/>
                  </a:lnTo>
                  <a:lnTo>
                    <a:pt x="9130647" y="495071"/>
                  </a:lnTo>
                  <a:lnTo>
                    <a:pt x="9178853" y="436249"/>
                  </a:lnTo>
                  <a:lnTo>
                    <a:pt x="9230068" y="383135"/>
                  </a:lnTo>
                  <a:lnTo>
                    <a:pt x="9285041" y="335282"/>
                  </a:lnTo>
                  <a:lnTo>
                    <a:pt x="9344541" y="292163"/>
                  </a:lnTo>
                  <a:lnTo>
                    <a:pt x="9409310" y="253251"/>
                  </a:lnTo>
                  <a:lnTo>
                    <a:pt x="9479999" y="218059"/>
                  </a:lnTo>
                  <a:lnTo>
                    <a:pt x="9557087" y="186176"/>
                  </a:lnTo>
                  <a:lnTo>
                    <a:pt x="9640768" y="157271"/>
                  </a:lnTo>
                  <a:lnTo>
                    <a:pt x="9730806" y="131107"/>
                  </a:lnTo>
                  <a:lnTo>
                    <a:pt x="9826380" y="107540"/>
                  </a:lnTo>
                  <a:lnTo>
                    <a:pt x="9925924" y="86512"/>
                  </a:lnTo>
                  <a:lnTo>
                    <a:pt x="10027037" y="68035"/>
                  </a:lnTo>
                  <a:lnTo>
                    <a:pt x="10126502" y="52160"/>
                  </a:lnTo>
                  <a:lnTo>
                    <a:pt x="10220494" y="38941"/>
                  </a:lnTo>
                  <a:lnTo>
                    <a:pt x="10305013" y="28382"/>
                  </a:lnTo>
                  <a:lnTo>
                    <a:pt x="10376477" y="20396"/>
                  </a:lnTo>
                  <a:lnTo>
                    <a:pt x="10432381" y="14775"/>
                  </a:lnTo>
                  <a:lnTo>
                    <a:pt x="10471821" y="11191"/>
                  </a:lnTo>
                  <a:lnTo>
                    <a:pt x="10495754" y="9217"/>
                  </a:lnTo>
                  <a:lnTo>
                    <a:pt x="10506965" y="8375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8794" y="74"/>
                  </a:lnTo>
                  <a:lnTo>
                    <a:pt x="10501448" y="607"/>
                  </a:lnTo>
                  <a:lnTo>
                    <a:pt x="10482921" y="2079"/>
                  </a:lnTo>
                  <a:lnTo>
                    <a:pt x="10449770" y="4979"/>
                  </a:lnTo>
                  <a:lnTo>
                    <a:pt x="10400303" y="9757"/>
                  </a:lnTo>
                  <a:lnTo>
                    <a:pt x="10334710" y="16785"/>
                  </a:lnTo>
                  <a:lnTo>
                    <a:pt x="10254921" y="26320"/>
                  </a:lnTo>
                  <a:lnTo>
                    <a:pt x="10164169" y="38494"/>
                  </a:lnTo>
                  <a:lnTo>
                    <a:pt x="10066369" y="53334"/>
                  </a:lnTo>
                  <a:lnTo>
                    <a:pt x="9965478" y="70800"/>
                  </a:lnTo>
                  <a:lnTo>
                    <a:pt x="9864986" y="90834"/>
                  </a:lnTo>
                  <a:lnTo>
                    <a:pt x="9767627" y="113405"/>
                  </a:lnTo>
                  <a:lnTo>
                    <a:pt x="9675286" y="138540"/>
                  </a:lnTo>
                  <a:lnTo>
                    <a:pt x="9589060" y="166349"/>
                  </a:lnTo>
                  <a:lnTo>
                    <a:pt x="9509394" y="197032"/>
                  </a:lnTo>
                  <a:lnTo>
                    <a:pt x="9436244" y="230884"/>
                  </a:lnTo>
                  <a:lnTo>
                    <a:pt x="9369228" y="268285"/>
                  </a:lnTo>
                  <a:lnTo>
                    <a:pt x="9307750" y="309697"/>
                  </a:lnTo>
                  <a:lnTo>
                    <a:pt x="9251097" y="355633"/>
                  </a:lnTo>
                  <a:lnTo>
                    <a:pt x="9198502" y="406627"/>
                  </a:lnTo>
                  <a:lnTo>
                    <a:pt x="9149204" y="463171"/>
                  </a:lnTo>
                  <a:lnTo>
                    <a:pt x="9102489" y="525608"/>
                  </a:lnTo>
                  <a:lnTo>
                    <a:pt x="9084767" y="551677"/>
                  </a:lnTo>
                  <a:lnTo>
                    <a:pt x="9049403" y="607683"/>
                  </a:lnTo>
                  <a:lnTo>
                    <a:pt x="9014890" y="667556"/>
                  </a:lnTo>
                  <a:lnTo>
                    <a:pt x="8981011" y="731374"/>
                  </a:lnTo>
                  <a:lnTo>
                    <a:pt x="8947586" y="799163"/>
                  </a:lnTo>
                  <a:lnTo>
                    <a:pt x="8914472" y="870886"/>
                  </a:lnTo>
                  <a:lnTo>
                    <a:pt x="8881554" y="946438"/>
                  </a:lnTo>
                  <a:lnTo>
                    <a:pt x="8848742" y="1025646"/>
                  </a:lnTo>
                  <a:lnTo>
                    <a:pt x="8815970" y="1108265"/>
                  </a:lnTo>
                  <a:lnTo>
                    <a:pt x="8783194" y="1193976"/>
                  </a:lnTo>
                  <a:lnTo>
                    <a:pt x="8750384" y="1282391"/>
                  </a:lnTo>
                  <a:lnTo>
                    <a:pt x="8717530" y="1373058"/>
                  </a:lnTo>
                  <a:lnTo>
                    <a:pt x="8684629" y="1465469"/>
                  </a:lnTo>
                  <a:lnTo>
                    <a:pt x="8651693" y="1559073"/>
                  </a:lnTo>
                  <a:lnTo>
                    <a:pt x="8618736" y="1653287"/>
                  </a:lnTo>
                  <a:lnTo>
                    <a:pt x="8585780" y="1747512"/>
                  </a:lnTo>
                  <a:lnTo>
                    <a:pt x="8552842" y="1841149"/>
                  </a:lnTo>
                  <a:lnTo>
                    <a:pt x="8519940" y="1933615"/>
                  </a:lnTo>
                  <a:lnTo>
                    <a:pt x="8487083" y="2024356"/>
                  </a:lnTo>
                  <a:lnTo>
                    <a:pt x="8454272" y="2112862"/>
                  </a:lnTo>
                  <a:lnTo>
                    <a:pt x="8421495" y="2198680"/>
                  </a:lnTo>
                  <a:lnTo>
                    <a:pt x="8388724" y="2281420"/>
                  </a:lnTo>
                  <a:lnTo>
                    <a:pt x="8355915" y="2360759"/>
                  </a:lnTo>
                  <a:lnTo>
                    <a:pt x="8323002" y="2436450"/>
                  </a:lnTo>
                  <a:lnTo>
                    <a:pt x="8289897" y="2508316"/>
                  </a:lnTo>
                  <a:lnTo>
                    <a:pt x="8256486" y="2576252"/>
                  </a:lnTo>
                  <a:lnTo>
                    <a:pt x="8222627" y="2640217"/>
                  </a:lnTo>
                  <a:lnTo>
                    <a:pt x="8188141" y="2700235"/>
                  </a:lnTo>
                  <a:lnTo>
                    <a:pt x="8152813" y="2756382"/>
                  </a:lnTo>
                  <a:lnTo>
                    <a:pt x="8151487" y="2758386"/>
                  </a:lnTo>
                  <a:lnTo>
                    <a:pt x="8105606" y="2823165"/>
                  </a:lnTo>
                  <a:lnTo>
                    <a:pt x="8057400" y="2881988"/>
                  </a:lnTo>
                  <a:lnTo>
                    <a:pt x="8006185" y="2935101"/>
                  </a:lnTo>
                  <a:lnTo>
                    <a:pt x="7951212" y="2982954"/>
                  </a:lnTo>
                  <a:lnTo>
                    <a:pt x="7891712" y="3026073"/>
                  </a:lnTo>
                  <a:lnTo>
                    <a:pt x="7826944" y="3064986"/>
                  </a:lnTo>
                  <a:lnTo>
                    <a:pt x="7756255" y="3100177"/>
                  </a:lnTo>
                  <a:lnTo>
                    <a:pt x="7679166" y="3132060"/>
                  </a:lnTo>
                  <a:lnTo>
                    <a:pt x="7595486" y="3160966"/>
                  </a:lnTo>
                  <a:lnTo>
                    <a:pt x="7505447" y="3187129"/>
                  </a:lnTo>
                  <a:lnTo>
                    <a:pt x="7409874" y="3210696"/>
                  </a:lnTo>
                  <a:lnTo>
                    <a:pt x="7310329" y="3231724"/>
                  </a:lnTo>
                  <a:lnTo>
                    <a:pt x="7209216" y="3250202"/>
                  </a:lnTo>
                  <a:lnTo>
                    <a:pt x="7109752" y="3266076"/>
                  </a:lnTo>
                  <a:lnTo>
                    <a:pt x="7015759" y="3279295"/>
                  </a:lnTo>
                  <a:lnTo>
                    <a:pt x="6931241" y="3289854"/>
                  </a:lnTo>
                  <a:lnTo>
                    <a:pt x="6859776" y="3297840"/>
                  </a:lnTo>
                  <a:lnTo>
                    <a:pt x="6803872" y="3303461"/>
                  </a:lnTo>
                  <a:lnTo>
                    <a:pt x="6764432" y="3307045"/>
                  </a:lnTo>
                  <a:lnTo>
                    <a:pt x="6740499" y="3309019"/>
                  </a:lnTo>
                  <a:lnTo>
                    <a:pt x="6729288" y="3309861"/>
                  </a:lnTo>
                  <a:lnTo>
                    <a:pt x="6726343" y="3310064"/>
                  </a:lnTo>
                  <a:lnTo>
                    <a:pt x="5254955" y="3310064"/>
                  </a:lnTo>
                  <a:lnTo>
                    <a:pt x="5253723" y="3310080"/>
                  </a:lnTo>
                  <a:lnTo>
                    <a:pt x="5245635" y="3310198"/>
                  </a:lnTo>
                  <a:lnTo>
                    <a:pt x="5225299" y="3310524"/>
                  </a:lnTo>
                  <a:lnTo>
                    <a:pt x="5189065" y="3311166"/>
                  </a:lnTo>
                  <a:lnTo>
                    <a:pt x="5135309" y="3312221"/>
                  </a:lnTo>
                  <a:lnTo>
                    <a:pt x="5064550" y="3313768"/>
                  </a:lnTo>
                  <a:lnTo>
                    <a:pt x="4979234" y="3315859"/>
                  </a:lnTo>
                  <a:lnTo>
                    <a:pt x="4883156" y="3318517"/>
                  </a:lnTo>
                  <a:lnTo>
                    <a:pt x="4780715" y="3321744"/>
                  </a:lnTo>
                  <a:lnTo>
                    <a:pt x="4676178" y="3325528"/>
                  </a:lnTo>
                  <a:lnTo>
                    <a:pt x="4573156" y="3329859"/>
                  </a:lnTo>
                  <a:lnTo>
                    <a:pt x="4474336" y="3334732"/>
                  </a:lnTo>
                  <a:lnTo>
                    <a:pt x="4381449" y="3340161"/>
                  </a:lnTo>
                  <a:lnTo>
                    <a:pt x="4295383" y="3346178"/>
                  </a:lnTo>
                  <a:lnTo>
                    <a:pt x="4216359" y="3352837"/>
                  </a:lnTo>
                  <a:lnTo>
                    <a:pt x="4144128" y="3360214"/>
                  </a:lnTo>
                  <a:lnTo>
                    <a:pt x="4078130" y="3368401"/>
                  </a:lnTo>
                  <a:lnTo>
                    <a:pt x="4017621" y="3377508"/>
                  </a:lnTo>
                  <a:lnTo>
                    <a:pt x="3961771" y="3387652"/>
                  </a:lnTo>
                  <a:lnTo>
                    <a:pt x="3909731" y="3398948"/>
                  </a:lnTo>
                  <a:lnTo>
                    <a:pt x="3860690" y="3411486"/>
                  </a:lnTo>
                  <a:lnTo>
                    <a:pt x="3829811" y="3420399"/>
                  </a:lnTo>
                  <a:lnTo>
                    <a:pt x="3776291" y="3437771"/>
                  </a:lnTo>
                  <a:lnTo>
                    <a:pt x="3724480" y="3456956"/>
                  </a:lnTo>
                  <a:lnTo>
                    <a:pt x="3673717" y="3477981"/>
                  </a:lnTo>
                  <a:lnTo>
                    <a:pt x="3623521" y="3500805"/>
                  </a:lnTo>
                  <a:lnTo>
                    <a:pt x="3573561" y="3525313"/>
                  </a:lnTo>
                  <a:lnTo>
                    <a:pt x="3523630" y="3551314"/>
                  </a:lnTo>
                  <a:lnTo>
                    <a:pt x="3473620" y="3578538"/>
                  </a:lnTo>
                  <a:lnTo>
                    <a:pt x="3423504" y="3606651"/>
                  </a:lnTo>
                  <a:lnTo>
                    <a:pt x="3373312" y="3635267"/>
                  </a:lnTo>
                  <a:lnTo>
                    <a:pt x="3323107" y="3663968"/>
                  </a:lnTo>
                  <a:lnTo>
                    <a:pt x="3272954" y="3692333"/>
                  </a:lnTo>
                  <a:lnTo>
                    <a:pt x="3222901" y="3719960"/>
                  </a:lnTo>
                  <a:lnTo>
                    <a:pt x="3172946" y="3746491"/>
                  </a:lnTo>
                  <a:lnTo>
                    <a:pt x="3123016" y="3771629"/>
                  </a:lnTo>
                  <a:lnTo>
                    <a:pt x="3072948" y="3795151"/>
                  </a:lnTo>
                  <a:lnTo>
                    <a:pt x="3022463" y="3816912"/>
                  </a:lnTo>
                  <a:lnTo>
                    <a:pt x="2971144" y="3836841"/>
                  </a:lnTo>
                  <a:lnTo>
                    <a:pt x="2918407" y="3854939"/>
                  </a:lnTo>
                  <a:lnTo>
                    <a:pt x="2896531" y="3861741"/>
                  </a:lnTo>
                  <a:lnTo>
                    <a:pt x="2849055" y="3875116"/>
                  </a:lnTo>
                  <a:lnTo>
                    <a:pt x="2799068" y="3887219"/>
                  </a:lnTo>
                  <a:lnTo>
                    <a:pt x="2745811" y="3898106"/>
                  </a:lnTo>
                  <a:lnTo>
                    <a:pt x="2688453" y="3907880"/>
                  </a:lnTo>
                  <a:lnTo>
                    <a:pt x="2626144" y="3916657"/>
                  </a:lnTo>
                  <a:lnTo>
                    <a:pt x="2558076" y="3924553"/>
                  </a:lnTo>
                  <a:lnTo>
                    <a:pt x="2483557" y="3931673"/>
                  </a:lnTo>
                  <a:lnTo>
                    <a:pt x="2402116" y="3938104"/>
                  </a:lnTo>
                  <a:lnTo>
                    <a:pt x="2313646" y="3943914"/>
                  </a:lnTo>
                  <a:lnTo>
                    <a:pt x="2218577" y="3949149"/>
                  </a:lnTo>
                  <a:lnTo>
                    <a:pt x="2118067" y="3953834"/>
                  </a:lnTo>
                  <a:lnTo>
                    <a:pt x="2014170" y="3957978"/>
                  </a:lnTo>
                  <a:lnTo>
                    <a:pt x="1909906" y="3961572"/>
                  </a:lnTo>
                  <a:lnTo>
                    <a:pt x="1809154" y="3964603"/>
                  </a:lnTo>
                  <a:lnTo>
                    <a:pt x="1716300" y="3967065"/>
                  </a:lnTo>
                  <a:lnTo>
                    <a:pt x="1635622" y="3968965"/>
                  </a:lnTo>
                  <a:lnTo>
                    <a:pt x="1570532" y="3970335"/>
                  </a:lnTo>
                  <a:lnTo>
                    <a:pt x="1522858" y="3971238"/>
                  </a:lnTo>
                  <a:lnTo>
                    <a:pt x="1492390" y="3971759"/>
                  </a:lnTo>
                  <a:lnTo>
                    <a:pt x="1476778" y="3972001"/>
                  </a:lnTo>
                  <a:lnTo>
                    <a:pt x="1471741" y="3972072"/>
                  </a:lnTo>
                  <a:lnTo>
                    <a:pt x="1471387" y="3972077"/>
                  </a:lnTo>
                  <a:lnTo>
                    <a:pt x="0" y="3972077"/>
                  </a:lnTo>
                  <a:close/>
                </a:path>
              </a:pathLst>
            </a:custGeom>
            <a:solidFill>
              <a:srgbClr val="E78AC3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479" name="pl1479"/>
            <p:cNvSpPr/>
            <p:nvPr/>
          </p:nvSpPr>
          <p:spPr>
            <a:xfrm>
              <a:off x="4799595" y="5126884"/>
              <a:ext cx="11981298" cy="3972077"/>
            </a:xfrm>
            <a:custGeom>
              <a:avLst/>
              <a:pathLst>
                <a:path w="11981298" h="3972077">
                  <a:moveTo>
                    <a:pt x="0" y="3972077"/>
                  </a:moveTo>
                  <a:lnTo>
                    <a:pt x="1471387" y="3972077"/>
                  </a:lnTo>
                  <a:lnTo>
                    <a:pt x="1472619" y="3972060"/>
                  </a:lnTo>
                  <a:lnTo>
                    <a:pt x="1480707" y="3971942"/>
                  </a:lnTo>
                  <a:lnTo>
                    <a:pt x="1501043" y="3971616"/>
                  </a:lnTo>
                  <a:lnTo>
                    <a:pt x="1537277" y="3970975"/>
                  </a:lnTo>
                  <a:lnTo>
                    <a:pt x="1591034" y="3969920"/>
                  </a:lnTo>
                  <a:lnTo>
                    <a:pt x="1661792" y="3968373"/>
                  </a:lnTo>
                  <a:lnTo>
                    <a:pt x="1747108" y="3966282"/>
                  </a:lnTo>
                  <a:lnTo>
                    <a:pt x="1843186" y="3963624"/>
                  </a:lnTo>
                  <a:lnTo>
                    <a:pt x="1945627" y="3960397"/>
                  </a:lnTo>
                  <a:lnTo>
                    <a:pt x="2050164" y="3956612"/>
                  </a:lnTo>
                  <a:lnTo>
                    <a:pt x="2153186" y="3952282"/>
                  </a:lnTo>
                  <a:lnTo>
                    <a:pt x="2252006" y="3947409"/>
                  </a:lnTo>
                  <a:lnTo>
                    <a:pt x="2344893" y="3941980"/>
                  </a:lnTo>
                  <a:lnTo>
                    <a:pt x="2430960" y="3935963"/>
                  </a:lnTo>
                  <a:lnTo>
                    <a:pt x="2509983" y="3929303"/>
                  </a:lnTo>
                  <a:lnTo>
                    <a:pt x="2582214" y="3921927"/>
                  </a:lnTo>
                  <a:lnTo>
                    <a:pt x="2648212" y="3913740"/>
                  </a:lnTo>
                  <a:lnTo>
                    <a:pt x="2708722" y="3904633"/>
                  </a:lnTo>
                  <a:lnTo>
                    <a:pt x="2764571" y="3894488"/>
                  </a:lnTo>
                  <a:lnTo>
                    <a:pt x="2816611" y="3883192"/>
                  </a:lnTo>
                  <a:lnTo>
                    <a:pt x="2865653" y="3870655"/>
                  </a:lnTo>
                  <a:lnTo>
                    <a:pt x="2896531" y="3861741"/>
                  </a:lnTo>
                  <a:lnTo>
                    <a:pt x="2950051" y="3844370"/>
                  </a:lnTo>
                  <a:lnTo>
                    <a:pt x="3001862" y="3825184"/>
                  </a:lnTo>
                  <a:lnTo>
                    <a:pt x="3052625" y="3804159"/>
                  </a:lnTo>
                  <a:lnTo>
                    <a:pt x="3102821" y="3781335"/>
                  </a:lnTo>
                  <a:lnTo>
                    <a:pt x="3152781" y="3756827"/>
                  </a:lnTo>
                  <a:lnTo>
                    <a:pt x="3202712" y="3730827"/>
                  </a:lnTo>
                  <a:lnTo>
                    <a:pt x="3252722" y="3703603"/>
                  </a:lnTo>
                  <a:lnTo>
                    <a:pt x="3302838" y="3675490"/>
                  </a:lnTo>
                  <a:lnTo>
                    <a:pt x="3353030" y="3646874"/>
                  </a:lnTo>
                  <a:lnTo>
                    <a:pt x="3403235" y="3618173"/>
                  </a:lnTo>
                  <a:lnTo>
                    <a:pt x="3453388" y="3589808"/>
                  </a:lnTo>
                  <a:lnTo>
                    <a:pt x="3503441" y="3562181"/>
                  </a:lnTo>
                  <a:lnTo>
                    <a:pt x="3553396" y="3535650"/>
                  </a:lnTo>
                  <a:lnTo>
                    <a:pt x="3603326" y="3510512"/>
                  </a:lnTo>
                  <a:lnTo>
                    <a:pt x="3653394" y="3486989"/>
                  </a:lnTo>
                  <a:lnTo>
                    <a:pt x="3703879" y="3465228"/>
                  </a:lnTo>
                  <a:lnTo>
                    <a:pt x="3755198" y="3445299"/>
                  </a:lnTo>
                  <a:lnTo>
                    <a:pt x="3807935" y="3427202"/>
                  </a:lnTo>
                  <a:lnTo>
                    <a:pt x="3829811" y="3420399"/>
                  </a:lnTo>
                  <a:lnTo>
                    <a:pt x="3877287" y="3407024"/>
                  </a:lnTo>
                  <a:lnTo>
                    <a:pt x="3927274" y="3394922"/>
                  </a:lnTo>
                  <a:lnTo>
                    <a:pt x="3980531" y="3384034"/>
                  </a:lnTo>
                  <a:lnTo>
                    <a:pt x="4037889" y="3374261"/>
                  </a:lnTo>
                  <a:lnTo>
                    <a:pt x="4100198" y="3365483"/>
                  </a:lnTo>
                  <a:lnTo>
                    <a:pt x="4168266" y="3357587"/>
                  </a:lnTo>
                  <a:lnTo>
                    <a:pt x="4242785" y="3350467"/>
                  </a:lnTo>
                  <a:lnTo>
                    <a:pt x="4324226" y="3344036"/>
                  </a:lnTo>
                  <a:lnTo>
                    <a:pt x="4412696" y="3338227"/>
                  </a:lnTo>
                  <a:lnTo>
                    <a:pt x="4507765" y="3332992"/>
                  </a:lnTo>
                  <a:lnTo>
                    <a:pt x="4608275" y="3328306"/>
                  </a:lnTo>
                  <a:lnTo>
                    <a:pt x="4712172" y="3324163"/>
                  </a:lnTo>
                  <a:lnTo>
                    <a:pt x="4816436" y="3320569"/>
                  </a:lnTo>
                  <a:lnTo>
                    <a:pt x="4917188" y="3317537"/>
                  </a:lnTo>
                  <a:lnTo>
                    <a:pt x="5010042" y="3315075"/>
                  </a:lnTo>
                  <a:lnTo>
                    <a:pt x="5090720" y="3313176"/>
                  </a:lnTo>
                  <a:lnTo>
                    <a:pt x="5155811" y="3311805"/>
                  </a:lnTo>
                  <a:lnTo>
                    <a:pt x="5203484" y="3310903"/>
                  </a:lnTo>
                  <a:lnTo>
                    <a:pt x="5233952" y="3310382"/>
                  </a:lnTo>
                  <a:lnTo>
                    <a:pt x="5249564" y="3310140"/>
                  </a:lnTo>
                  <a:lnTo>
                    <a:pt x="5254601" y="3310068"/>
                  </a:lnTo>
                  <a:lnTo>
                    <a:pt x="5254955" y="3310064"/>
                  </a:lnTo>
                  <a:lnTo>
                    <a:pt x="6726343" y="3310064"/>
                  </a:lnTo>
                  <a:lnTo>
                    <a:pt x="6727459" y="3309989"/>
                  </a:lnTo>
                  <a:lnTo>
                    <a:pt x="6734805" y="3309456"/>
                  </a:lnTo>
                  <a:lnTo>
                    <a:pt x="6753332" y="3307984"/>
                  </a:lnTo>
                  <a:lnTo>
                    <a:pt x="6786483" y="3305085"/>
                  </a:lnTo>
                  <a:lnTo>
                    <a:pt x="6835950" y="3300307"/>
                  </a:lnTo>
                  <a:lnTo>
                    <a:pt x="6901543" y="3293278"/>
                  </a:lnTo>
                  <a:lnTo>
                    <a:pt x="6981332" y="3283743"/>
                  </a:lnTo>
                  <a:lnTo>
                    <a:pt x="7072084" y="3271569"/>
                  </a:lnTo>
                  <a:lnTo>
                    <a:pt x="7169884" y="3256729"/>
                  </a:lnTo>
                  <a:lnTo>
                    <a:pt x="7270775" y="3239263"/>
                  </a:lnTo>
                  <a:lnTo>
                    <a:pt x="7371267" y="3219229"/>
                  </a:lnTo>
                  <a:lnTo>
                    <a:pt x="7468626" y="3196659"/>
                  </a:lnTo>
                  <a:lnTo>
                    <a:pt x="7560967" y="3171524"/>
                  </a:lnTo>
                  <a:lnTo>
                    <a:pt x="7647194" y="3143715"/>
                  </a:lnTo>
                  <a:lnTo>
                    <a:pt x="7726860" y="3113031"/>
                  </a:lnTo>
                  <a:lnTo>
                    <a:pt x="7800010" y="3079180"/>
                  </a:lnTo>
                  <a:lnTo>
                    <a:pt x="7867025" y="3041778"/>
                  </a:lnTo>
                  <a:lnTo>
                    <a:pt x="7928503" y="3000367"/>
                  </a:lnTo>
                  <a:lnTo>
                    <a:pt x="7985157" y="2954431"/>
                  </a:lnTo>
                  <a:lnTo>
                    <a:pt x="8037751" y="2903436"/>
                  </a:lnTo>
                  <a:lnTo>
                    <a:pt x="8087049" y="2846893"/>
                  </a:lnTo>
                  <a:lnTo>
                    <a:pt x="8133765" y="2784455"/>
                  </a:lnTo>
                  <a:lnTo>
                    <a:pt x="8151487" y="2758386"/>
                  </a:lnTo>
                  <a:lnTo>
                    <a:pt x="8186851" y="2702381"/>
                  </a:lnTo>
                  <a:lnTo>
                    <a:pt x="8221363" y="2642508"/>
                  </a:lnTo>
                  <a:lnTo>
                    <a:pt x="8255243" y="2578689"/>
                  </a:lnTo>
                  <a:lnTo>
                    <a:pt x="8288667" y="2510900"/>
                  </a:lnTo>
                  <a:lnTo>
                    <a:pt x="8321781" y="2439178"/>
                  </a:lnTo>
                  <a:lnTo>
                    <a:pt x="8354699" y="2363626"/>
                  </a:lnTo>
                  <a:lnTo>
                    <a:pt x="8387511" y="2284417"/>
                  </a:lnTo>
                  <a:lnTo>
                    <a:pt x="8420283" y="2201798"/>
                  </a:lnTo>
                  <a:lnTo>
                    <a:pt x="8453059" y="2116087"/>
                  </a:lnTo>
                  <a:lnTo>
                    <a:pt x="8485869" y="2027673"/>
                  </a:lnTo>
                  <a:lnTo>
                    <a:pt x="8518724" y="1937006"/>
                  </a:lnTo>
                  <a:lnTo>
                    <a:pt x="8551624" y="1844594"/>
                  </a:lnTo>
                  <a:lnTo>
                    <a:pt x="8584561" y="1750990"/>
                  </a:lnTo>
                  <a:lnTo>
                    <a:pt x="8617517" y="1656776"/>
                  </a:lnTo>
                  <a:lnTo>
                    <a:pt x="8650474" y="1562551"/>
                  </a:lnTo>
                  <a:lnTo>
                    <a:pt x="8683411" y="1468914"/>
                  </a:lnTo>
                  <a:lnTo>
                    <a:pt x="8716313" y="1376448"/>
                  </a:lnTo>
                  <a:lnTo>
                    <a:pt x="8749170" y="1285708"/>
                  </a:lnTo>
                  <a:lnTo>
                    <a:pt x="8781981" y="1197201"/>
                  </a:lnTo>
                  <a:lnTo>
                    <a:pt x="8814758" y="1111383"/>
                  </a:lnTo>
                  <a:lnTo>
                    <a:pt x="8847529" y="1028644"/>
                  </a:lnTo>
                  <a:lnTo>
                    <a:pt x="8880339" y="949304"/>
                  </a:lnTo>
                  <a:lnTo>
                    <a:pt x="8913252" y="873613"/>
                  </a:lnTo>
                  <a:lnTo>
                    <a:pt x="8946356" y="801747"/>
                  </a:lnTo>
                  <a:lnTo>
                    <a:pt x="8979767" y="733811"/>
                  </a:lnTo>
                  <a:lnTo>
                    <a:pt x="9013627" y="669846"/>
                  </a:lnTo>
                  <a:lnTo>
                    <a:pt x="9048112" y="609828"/>
                  </a:lnTo>
                  <a:lnTo>
                    <a:pt x="9083440" y="553681"/>
                  </a:lnTo>
                  <a:lnTo>
                    <a:pt x="9084767" y="551677"/>
                  </a:lnTo>
                  <a:lnTo>
                    <a:pt x="9130647" y="486898"/>
                  </a:lnTo>
                  <a:lnTo>
                    <a:pt x="9178853" y="428076"/>
                  </a:lnTo>
                  <a:lnTo>
                    <a:pt x="9230068" y="374962"/>
                  </a:lnTo>
                  <a:lnTo>
                    <a:pt x="9285041" y="327109"/>
                  </a:lnTo>
                  <a:lnTo>
                    <a:pt x="9344541" y="283990"/>
                  </a:lnTo>
                  <a:lnTo>
                    <a:pt x="9409310" y="245078"/>
                  </a:lnTo>
                  <a:lnTo>
                    <a:pt x="9479999" y="209886"/>
                  </a:lnTo>
                  <a:lnTo>
                    <a:pt x="9557087" y="178003"/>
                  </a:lnTo>
                  <a:lnTo>
                    <a:pt x="9640768" y="149098"/>
                  </a:lnTo>
                  <a:lnTo>
                    <a:pt x="9730806" y="122934"/>
                  </a:lnTo>
                  <a:lnTo>
                    <a:pt x="9826380" y="99367"/>
                  </a:lnTo>
                  <a:lnTo>
                    <a:pt x="9925924" y="78339"/>
                  </a:lnTo>
                  <a:lnTo>
                    <a:pt x="10027037" y="59862"/>
                  </a:lnTo>
                  <a:lnTo>
                    <a:pt x="10126502" y="43987"/>
                  </a:lnTo>
                  <a:lnTo>
                    <a:pt x="10220494" y="30768"/>
                  </a:lnTo>
                  <a:lnTo>
                    <a:pt x="10305013" y="20209"/>
                  </a:lnTo>
                  <a:lnTo>
                    <a:pt x="10376477" y="12223"/>
                  </a:lnTo>
                  <a:lnTo>
                    <a:pt x="10432381" y="6602"/>
                  </a:lnTo>
                  <a:lnTo>
                    <a:pt x="10471821" y="3018"/>
                  </a:lnTo>
                  <a:lnTo>
                    <a:pt x="10495754" y="1044"/>
                  </a:lnTo>
                  <a:lnTo>
                    <a:pt x="10506965" y="202"/>
                  </a:lnTo>
                  <a:lnTo>
                    <a:pt x="10509841" y="4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80" name="pl1480"/>
            <p:cNvSpPr/>
            <p:nvPr/>
          </p:nvSpPr>
          <p:spPr>
            <a:xfrm>
              <a:off x="4799595" y="5118711"/>
              <a:ext cx="11981298" cy="3972077"/>
            </a:xfrm>
            <a:custGeom>
              <a:avLst/>
              <a:pathLst>
                <a:path w="11981298" h="3972077">
                  <a:moveTo>
                    <a:pt x="11981298" y="0"/>
                  </a:moveTo>
                  <a:lnTo>
                    <a:pt x="10509911" y="0"/>
                  </a:lnTo>
                  <a:lnTo>
                    <a:pt x="10508794" y="74"/>
                  </a:lnTo>
                  <a:lnTo>
                    <a:pt x="10501448" y="607"/>
                  </a:lnTo>
                  <a:lnTo>
                    <a:pt x="10482921" y="2079"/>
                  </a:lnTo>
                  <a:lnTo>
                    <a:pt x="10449770" y="4979"/>
                  </a:lnTo>
                  <a:lnTo>
                    <a:pt x="10400303" y="9757"/>
                  </a:lnTo>
                  <a:lnTo>
                    <a:pt x="10334710" y="16785"/>
                  </a:lnTo>
                  <a:lnTo>
                    <a:pt x="10254921" y="26320"/>
                  </a:lnTo>
                  <a:lnTo>
                    <a:pt x="10164169" y="38494"/>
                  </a:lnTo>
                  <a:lnTo>
                    <a:pt x="10066369" y="53334"/>
                  </a:lnTo>
                  <a:lnTo>
                    <a:pt x="9965478" y="70800"/>
                  </a:lnTo>
                  <a:lnTo>
                    <a:pt x="9864986" y="90834"/>
                  </a:lnTo>
                  <a:lnTo>
                    <a:pt x="9767627" y="113405"/>
                  </a:lnTo>
                  <a:lnTo>
                    <a:pt x="9675286" y="138540"/>
                  </a:lnTo>
                  <a:lnTo>
                    <a:pt x="9589060" y="166349"/>
                  </a:lnTo>
                  <a:lnTo>
                    <a:pt x="9509394" y="197032"/>
                  </a:lnTo>
                  <a:lnTo>
                    <a:pt x="9436244" y="230884"/>
                  </a:lnTo>
                  <a:lnTo>
                    <a:pt x="9369228" y="268285"/>
                  </a:lnTo>
                  <a:lnTo>
                    <a:pt x="9307750" y="309697"/>
                  </a:lnTo>
                  <a:lnTo>
                    <a:pt x="9251097" y="355633"/>
                  </a:lnTo>
                  <a:lnTo>
                    <a:pt x="9198502" y="406627"/>
                  </a:lnTo>
                  <a:lnTo>
                    <a:pt x="9149204" y="463171"/>
                  </a:lnTo>
                  <a:lnTo>
                    <a:pt x="9102489" y="525608"/>
                  </a:lnTo>
                  <a:lnTo>
                    <a:pt x="9084767" y="551677"/>
                  </a:lnTo>
                  <a:lnTo>
                    <a:pt x="9049403" y="607683"/>
                  </a:lnTo>
                  <a:lnTo>
                    <a:pt x="9014890" y="667556"/>
                  </a:lnTo>
                  <a:lnTo>
                    <a:pt x="8981011" y="731374"/>
                  </a:lnTo>
                  <a:lnTo>
                    <a:pt x="8947586" y="799163"/>
                  </a:lnTo>
                  <a:lnTo>
                    <a:pt x="8914472" y="870886"/>
                  </a:lnTo>
                  <a:lnTo>
                    <a:pt x="8881554" y="946438"/>
                  </a:lnTo>
                  <a:lnTo>
                    <a:pt x="8848742" y="1025646"/>
                  </a:lnTo>
                  <a:lnTo>
                    <a:pt x="8815970" y="1108265"/>
                  </a:lnTo>
                  <a:lnTo>
                    <a:pt x="8783194" y="1193976"/>
                  </a:lnTo>
                  <a:lnTo>
                    <a:pt x="8750384" y="1282391"/>
                  </a:lnTo>
                  <a:lnTo>
                    <a:pt x="8717530" y="1373058"/>
                  </a:lnTo>
                  <a:lnTo>
                    <a:pt x="8684629" y="1465469"/>
                  </a:lnTo>
                  <a:lnTo>
                    <a:pt x="8651693" y="1559073"/>
                  </a:lnTo>
                  <a:lnTo>
                    <a:pt x="8618736" y="1653287"/>
                  </a:lnTo>
                  <a:lnTo>
                    <a:pt x="8585780" y="1747512"/>
                  </a:lnTo>
                  <a:lnTo>
                    <a:pt x="8552842" y="1841149"/>
                  </a:lnTo>
                  <a:lnTo>
                    <a:pt x="8519940" y="1933615"/>
                  </a:lnTo>
                  <a:lnTo>
                    <a:pt x="8487083" y="2024356"/>
                  </a:lnTo>
                  <a:lnTo>
                    <a:pt x="8454272" y="2112862"/>
                  </a:lnTo>
                  <a:lnTo>
                    <a:pt x="8421495" y="2198680"/>
                  </a:lnTo>
                  <a:lnTo>
                    <a:pt x="8388724" y="2281420"/>
                  </a:lnTo>
                  <a:lnTo>
                    <a:pt x="8355915" y="2360759"/>
                  </a:lnTo>
                  <a:lnTo>
                    <a:pt x="8323002" y="2436450"/>
                  </a:lnTo>
                  <a:lnTo>
                    <a:pt x="8289897" y="2508316"/>
                  </a:lnTo>
                  <a:lnTo>
                    <a:pt x="8256486" y="2576252"/>
                  </a:lnTo>
                  <a:lnTo>
                    <a:pt x="8222627" y="2640217"/>
                  </a:lnTo>
                  <a:lnTo>
                    <a:pt x="8188141" y="2700235"/>
                  </a:lnTo>
                  <a:lnTo>
                    <a:pt x="8152813" y="2756382"/>
                  </a:lnTo>
                  <a:lnTo>
                    <a:pt x="8151487" y="2758386"/>
                  </a:lnTo>
                  <a:lnTo>
                    <a:pt x="8105606" y="2823165"/>
                  </a:lnTo>
                  <a:lnTo>
                    <a:pt x="8057400" y="2881988"/>
                  </a:lnTo>
                  <a:lnTo>
                    <a:pt x="8006185" y="2935101"/>
                  </a:lnTo>
                  <a:lnTo>
                    <a:pt x="7951212" y="2982954"/>
                  </a:lnTo>
                  <a:lnTo>
                    <a:pt x="7891712" y="3026073"/>
                  </a:lnTo>
                  <a:lnTo>
                    <a:pt x="7826944" y="3064986"/>
                  </a:lnTo>
                  <a:lnTo>
                    <a:pt x="7756255" y="3100177"/>
                  </a:lnTo>
                  <a:lnTo>
                    <a:pt x="7679166" y="3132060"/>
                  </a:lnTo>
                  <a:lnTo>
                    <a:pt x="7595486" y="3160966"/>
                  </a:lnTo>
                  <a:lnTo>
                    <a:pt x="7505447" y="3187129"/>
                  </a:lnTo>
                  <a:lnTo>
                    <a:pt x="7409874" y="3210696"/>
                  </a:lnTo>
                  <a:lnTo>
                    <a:pt x="7310329" y="3231724"/>
                  </a:lnTo>
                  <a:lnTo>
                    <a:pt x="7209216" y="3250202"/>
                  </a:lnTo>
                  <a:lnTo>
                    <a:pt x="7109752" y="3266076"/>
                  </a:lnTo>
                  <a:lnTo>
                    <a:pt x="7015759" y="3279295"/>
                  </a:lnTo>
                  <a:lnTo>
                    <a:pt x="6931241" y="3289854"/>
                  </a:lnTo>
                  <a:lnTo>
                    <a:pt x="6859776" y="3297840"/>
                  </a:lnTo>
                  <a:lnTo>
                    <a:pt x="6803872" y="3303461"/>
                  </a:lnTo>
                  <a:lnTo>
                    <a:pt x="6764432" y="3307045"/>
                  </a:lnTo>
                  <a:lnTo>
                    <a:pt x="6740499" y="3309019"/>
                  </a:lnTo>
                  <a:lnTo>
                    <a:pt x="6729288" y="3309861"/>
                  </a:lnTo>
                  <a:lnTo>
                    <a:pt x="6726412" y="3310059"/>
                  </a:lnTo>
                  <a:lnTo>
                    <a:pt x="6726343" y="3310064"/>
                  </a:lnTo>
                  <a:lnTo>
                    <a:pt x="5254955" y="3310064"/>
                  </a:lnTo>
                  <a:lnTo>
                    <a:pt x="5253723" y="3310080"/>
                  </a:lnTo>
                  <a:lnTo>
                    <a:pt x="5245635" y="3310198"/>
                  </a:lnTo>
                  <a:lnTo>
                    <a:pt x="5225299" y="3310524"/>
                  </a:lnTo>
                  <a:lnTo>
                    <a:pt x="5189065" y="3311166"/>
                  </a:lnTo>
                  <a:lnTo>
                    <a:pt x="5135309" y="3312221"/>
                  </a:lnTo>
                  <a:lnTo>
                    <a:pt x="5064550" y="3313768"/>
                  </a:lnTo>
                  <a:lnTo>
                    <a:pt x="4979234" y="3315859"/>
                  </a:lnTo>
                  <a:lnTo>
                    <a:pt x="4883156" y="3318517"/>
                  </a:lnTo>
                  <a:lnTo>
                    <a:pt x="4780715" y="3321744"/>
                  </a:lnTo>
                  <a:lnTo>
                    <a:pt x="4676178" y="3325528"/>
                  </a:lnTo>
                  <a:lnTo>
                    <a:pt x="4573156" y="3329859"/>
                  </a:lnTo>
                  <a:lnTo>
                    <a:pt x="4474336" y="3334732"/>
                  </a:lnTo>
                  <a:lnTo>
                    <a:pt x="4381449" y="3340161"/>
                  </a:lnTo>
                  <a:lnTo>
                    <a:pt x="4295383" y="3346178"/>
                  </a:lnTo>
                  <a:lnTo>
                    <a:pt x="4216359" y="3352837"/>
                  </a:lnTo>
                  <a:lnTo>
                    <a:pt x="4144128" y="3360214"/>
                  </a:lnTo>
                  <a:lnTo>
                    <a:pt x="4078130" y="3368401"/>
                  </a:lnTo>
                  <a:lnTo>
                    <a:pt x="4017621" y="3377508"/>
                  </a:lnTo>
                  <a:lnTo>
                    <a:pt x="3961771" y="3387652"/>
                  </a:lnTo>
                  <a:lnTo>
                    <a:pt x="3909731" y="3398948"/>
                  </a:lnTo>
                  <a:lnTo>
                    <a:pt x="3860690" y="3411486"/>
                  </a:lnTo>
                  <a:lnTo>
                    <a:pt x="3829811" y="3420399"/>
                  </a:lnTo>
                  <a:lnTo>
                    <a:pt x="3776291" y="3437771"/>
                  </a:lnTo>
                  <a:lnTo>
                    <a:pt x="3724480" y="3456956"/>
                  </a:lnTo>
                  <a:lnTo>
                    <a:pt x="3673717" y="3477981"/>
                  </a:lnTo>
                  <a:lnTo>
                    <a:pt x="3623521" y="3500805"/>
                  </a:lnTo>
                  <a:lnTo>
                    <a:pt x="3573561" y="3525313"/>
                  </a:lnTo>
                  <a:lnTo>
                    <a:pt x="3523630" y="3551314"/>
                  </a:lnTo>
                  <a:lnTo>
                    <a:pt x="3473620" y="3578538"/>
                  </a:lnTo>
                  <a:lnTo>
                    <a:pt x="3423504" y="3606651"/>
                  </a:lnTo>
                  <a:lnTo>
                    <a:pt x="3373312" y="3635267"/>
                  </a:lnTo>
                  <a:lnTo>
                    <a:pt x="3323107" y="3663968"/>
                  </a:lnTo>
                  <a:lnTo>
                    <a:pt x="3272954" y="3692333"/>
                  </a:lnTo>
                  <a:lnTo>
                    <a:pt x="3222901" y="3719960"/>
                  </a:lnTo>
                  <a:lnTo>
                    <a:pt x="3172946" y="3746491"/>
                  </a:lnTo>
                  <a:lnTo>
                    <a:pt x="3123016" y="3771629"/>
                  </a:lnTo>
                  <a:lnTo>
                    <a:pt x="3072948" y="3795151"/>
                  </a:lnTo>
                  <a:lnTo>
                    <a:pt x="3022463" y="3816912"/>
                  </a:lnTo>
                  <a:lnTo>
                    <a:pt x="2971144" y="3836841"/>
                  </a:lnTo>
                  <a:lnTo>
                    <a:pt x="2918407" y="3854939"/>
                  </a:lnTo>
                  <a:lnTo>
                    <a:pt x="2896531" y="3861741"/>
                  </a:lnTo>
                  <a:lnTo>
                    <a:pt x="2849055" y="3875116"/>
                  </a:lnTo>
                  <a:lnTo>
                    <a:pt x="2799068" y="3887219"/>
                  </a:lnTo>
                  <a:lnTo>
                    <a:pt x="2745811" y="3898106"/>
                  </a:lnTo>
                  <a:lnTo>
                    <a:pt x="2688453" y="3907880"/>
                  </a:lnTo>
                  <a:lnTo>
                    <a:pt x="2626144" y="3916657"/>
                  </a:lnTo>
                  <a:lnTo>
                    <a:pt x="2558076" y="3924553"/>
                  </a:lnTo>
                  <a:lnTo>
                    <a:pt x="2483557" y="3931673"/>
                  </a:lnTo>
                  <a:lnTo>
                    <a:pt x="2402116" y="3938104"/>
                  </a:lnTo>
                  <a:lnTo>
                    <a:pt x="2313646" y="3943914"/>
                  </a:lnTo>
                  <a:lnTo>
                    <a:pt x="2218577" y="3949149"/>
                  </a:lnTo>
                  <a:lnTo>
                    <a:pt x="2118067" y="3953834"/>
                  </a:lnTo>
                  <a:lnTo>
                    <a:pt x="2014170" y="3957978"/>
                  </a:lnTo>
                  <a:lnTo>
                    <a:pt x="1909906" y="3961572"/>
                  </a:lnTo>
                  <a:lnTo>
                    <a:pt x="1809154" y="3964603"/>
                  </a:lnTo>
                  <a:lnTo>
                    <a:pt x="1716300" y="3967065"/>
                  </a:lnTo>
                  <a:lnTo>
                    <a:pt x="1635622" y="3968965"/>
                  </a:lnTo>
                  <a:lnTo>
                    <a:pt x="1570532" y="3970335"/>
                  </a:lnTo>
                  <a:lnTo>
                    <a:pt x="1522858" y="3971238"/>
                  </a:lnTo>
                  <a:lnTo>
                    <a:pt x="1492390" y="3971759"/>
                  </a:lnTo>
                  <a:lnTo>
                    <a:pt x="1476778" y="3972001"/>
                  </a:lnTo>
                  <a:lnTo>
                    <a:pt x="1471741" y="3972072"/>
                  </a:lnTo>
                  <a:lnTo>
                    <a:pt x="1471387" y="3972077"/>
                  </a:lnTo>
                  <a:lnTo>
                    <a:pt x="0" y="397207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81" name="pg1481"/>
            <p:cNvSpPr/>
            <p:nvPr/>
          </p:nvSpPr>
          <p:spPr>
            <a:xfrm>
              <a:off x="4799595" y="5829762"/>
              <a:ext cx="11981298" cy="3277372"/>
            </a:xfrm>
            <a:custGeom>
              <a:avLst/>
              <a:pathLst>
                <a:path w="11981298" h="3277372">
                  <a:moveTo>
                    <a:pt x="0" y="3277372"/>
                  </a:moveTo>
                  <a:lnTo>
                    <a:pt x="1471387" y="3277372"/>
                  </a:lnTo>
                  <a:lnTo>
                    <a:pt x="1472620" y="3277355"/>
                  </a:lnTo>
                  <a:lnTo>
                    <a:pt x="1480708" y="3277239"/>
                  </a:lnTo>
                  <a:lnTo>
                    <a:pt x="1501046" y="3276917"/>
                  </a:lnTo>
                  <a:lnTo>
                    <a:pt x="1537284" y="3276284"/>
                  </a:lnTo>
                  <a:lnTo>
                    <a:pt x="1591045" y="3275241"/>
                  </a:lnTo>
                  <a:lnTo>
                    <a:pt x="1661809" y="3273713"/>
                  </a:lnTo>
                  <a:lnTo>
                    <a:pt x="1747132" y="3271648"/>
                  </a:lnTo>
                  <a:lnTo>
                    <a:pt x="1843215" y="3269022"/>
                  </a:lnTo>
                  <a:lnTo>
                    <a:pt x="1945661" y="3265835"/>
                  </a:lnTo>
                  <a:lnTo>
                    <a:pt x="2050202" y="3262097"/>
                  </a:lnTo>
                  <a:lnTo>
                    <a:pt x="2153227" y="3257820"/>
                  </a:lnTo>
                  <a:lnTo>
                    <a:pt x="2252048" y="3253006"/>
                  </a:lnTo>
                  <a:lnTo>
                    <a:pt x="2344935" y="3247644"/>
                  </a:lnTo>
                  <a:lnTo>
                    <a:pt x="2431002" y="3241700"/>
                  </a:lnTo>
                  <a:lnTo>
                    <a:pt x="2510024" y="3235123"/>
                  </a:lnTo>
                  <a:lnTo>
                    <a:pt x="2582254" y="3227837"/>
                  </a:lnTo>
                  <a:lnTo>
                    <a:pt x="2648252" y="3219750"/>
                  </a:lnTo>
                  <a:lnTo>
                    <a:pt x="2708760" y="3210754"/>
                  </a:lnTo>
                  <a:lnTo>
                    <a:pt x="2764609" y="3200734"/>
                  </a:lnTo>
                  <a:lnTo>
                    <a:pt x="2816648" y="3189576"/>
                  </a:lnTo>
                  <a:lnTo>
                    <a:pt x="2865689" y="3177192"/>
                  </a:lnTo>
                  <a:lnTo>
                    <a:pt x="2896531" y="3168399"/>
                  </a:lnTo>
                  <a:lnTo>
                    <a:pt x="2950110" y="3151221"/>
                  </a:lnTo>
                  <a:lnTo>
                    <a:pt x="3001977" y="3132248"/>
                  </a:lnTo>
                  <a:lnTo>
                    <a:pt x="3052795" y="3111454"/>
                  </a:lnTo>
                  <a:lnTo>
                    <a:pt x="3103046" y="3088880"/>
                  </a:lnTo>
                  <a:lnTo>
                    <a:pt x="3153062" y="3064639"/>
                  </a:lnTo>
                  <a:lnTo>
                    <a:pt x="3203049" y="3038923"/>
                  </a:lnTo>
                  <a:lnTo>
                    <a:pt x="3253116" y="3011997"/>
                  </a:lnTo>
                  <a:lnTo>
                    <a:pt x="3303289" y="2984194"/>
                  </a:lnTo>
                  <a:lnTo>
                    <a:pt x="3353538" y="2955897"/>
                  </a:lnTo>
                  <a:lnTo>
                    <a:pt x="3403800" y="2927519"/>
                  </a:lnTo>
                  <a:lnTo>
                    <a:pt x="3454008" y="2899480"/>
                  </a:lnTo>
                  <a:lnTo>
                    <a:pt x="3504116" y="2872175"/>
                  </a:lnTo>
                  <a:lnTo>
                    <a:pt x="3554126" y="2845960"/>
                  </a:lnTo>
                  <a:lnTo>
                    <a:pt x="3604112" y="2821126"/>
                  </a:lnTo>
                  <a:lnTo>
                    <a:pt x="3654241" y="2797896"/>
                  </a:lnTo>
                  <a:lnTo>
                    <a:pt x="3704794" y="2776411"/>
                  </a:lnTo>
                  <a:lnTo>
                    <a:pt x="3756191" y="2756739"/>
                  </a:lnTo>
                  <a:lnTo>
                    <a:pt x="3809022" y="2738881"/>
                  </a:lnTo>
                  <a:lnTo>
                    <a:pt x="3829811" y="2732505"/>
                  </a:lnTo>
                  <a:lnTo>
                    <a:pt x="3877289" y="2719295"/>
                  </a:lnTo>
                  <a:lnTo>
                    <a:pt x="3927278" y="2707342"/>
                  </a:lnTo>
                  <a:lnTo>
                    <a:pt x="3980537" y="2696588"/>
                  </a:lnTo>
                  <a:lnTo>
                    <a:pt x="4037898" y="2686935"/>
                  </a:lnTo>
                  <a:lnTo>
                    <a:pt x="4100210" y="2678266"/>
                  </a:lnTo>
                  <a:lnTo>
                    <a:pt x="4168282" y="2670467"/>
                  </a:lnTo>
                  <a:lnTo>
                    <a:pt x="4242805" y="2663435"/>
                  </a:lnTo>
                  <a:lnTo>
                    <a:pt x="4324251" y="2657083"/>
                  </a:lnTo>
                  <a:lnTo>
                    <a:pt x="4412727" y="2651345"/>
                  </a:lnTo>
                  <a:lnTo>
                    <a:pt x="4507801" y="2646175"/>
                  </a:lnTo>
                  <a:lnTo>
                    <a:pt x="4608316" y="2641547"/>
                  </a:lnTo>
                  <a:lnTo>
                    <a:pt x="4712218" y="2637455"/>
                  </a:lnTo>
                  <a:lnTo>
                    <a:pt x="4816485" y="2633906"/>
                  </a:lnTo>
                  <a:lnTo>
                    <a:pt x="4917238" y="2630912"/>
                  </a:lnTo>
                  <a:lnTo>
                    <a:pt x="5010090" y="2628480"/>
                  </a:lnTo>
                  <a:lnTo>
                    <a:pt x="5090763" y="2626604"/>
                  </a:lnTo>
                  <a:lnTo>
                    <a:pt x="5155846" y="2625251"/>
                  </a:lnTo>
                  <a:lnTo>
                    <a:pt x="5203509" y="2624360"/>
                  </a:lnTo>
                  <a:lnTo>
                    <a:pt x="5233968" y="2623846"/>
                  </a:lnTo>
                  <a:lnTo>
                    <a:pt x="5249571" y="2623607"/>
                  </a:lnTo>
                  <a:lnTo>
                    <a:pt x="5254602" y="2623537"/>
                  </a:lnTo>
                  <a:lnTo>
                    <a:pt x="5254955" y="2623532"/>
                  </a:lnTo>
                  <a:lnTo>
                    <a:pt x="6726343" y="2623532"/>
                  </a:lnTo>
                  <a:lnTo>
                    <a:pt x="6727502" y="2623471"/>
                  </a:lnTo>
                  <a:lnTo>
                    <a:pt x="6735117" y="2623033"/>
                  </a:lnTo>
                  <a:lnTo>
                    <a:pt x="6754305" y="2621825"/>
                  </a:lnTo>
                  <a:lnTo>
                    <a:pt x="6788585" y="2619445"/>
                  </a:lnTo>
                  <a:lnTo>
                    <a:pt x="6839627" y="2615527"/>
                  </a:lnTo>
                  <a:lnTo>
                    <a:pt x="6907126" y="2609770"/>
                  </a:lnTo>
                  <a:lnTo>
                    <a:pt x="6988968" y="2601970"/>
                  </a:lnTo>
                  <a:lnTo>
                    <a:pt x="7081713" y="2592027"/>
                  </a:lnTo>
                  <a:lnTo>
                    <a:pt x="7181267" y="2579926"/>
                  </a:lnTo>
                  <a:lnTo>
                    <a:pt x="7283553" y="2565703"/>
                  </a:lnTo>
                  <a:lnTo>
                    <a:pt x="7385032" y="2549404"/>
                  </a:lnTo>
                  <a:lnTo>
                    <a:pt x="7482979" y="2531050"/>
                  </a:lnTo>
                  <a:lnTo>
                    <a:pt x="7575563" y="2510609"/>
                  </a:lnTo>
                  <a:lnTo>
                    <a:pt x="7661761" y="2487980"/>
                  </a:lnTo>
                  <a:lnTo>
                    <a:pt x="7741210" y="2462985"/>
                  </a:lnTo>
                  <a:lnTo>
                    <a:pt x="7814029" y="2435370"/>
                  </a:lnTo>
                  <a:lnTo>
                    <a:pt x="7880668" y="2404808"/>
                  </a:lnTo>
                  <a:lnTo>
                    <a:pt x="7941778" y="2370911"/>
                  </a:lnTo>
                  <a:lnTo>
                    <a:pt x="7998118" y="2333250"/>
                  </a:lnTo>
                  <a:lnTo>
                    <a:pt x="8050485" y="2291389"/>
                  </a:lnTo>
                  <a:lnTo>
                    <a:pt x="8099663" y="2244946"/>
                  </a:lnTo>
                  <a:lnTo>
                    <a:pt x="8146373" y="2193690"/>
                  </a:lnTo>
                  <a:lnTo>
                    <a:pt x="8151487" y="2187639"/>
                  </a:lnTo>
                  <a:lnTo>
                    <a:pt x="8190360" y="2138764"/>
                  </a:lnTo>
                  <a:lnTo>
                    <a:pt x="8228231" y="2086178"/>
                  </a:lnTo>
                  <a:lnTo>
                    <a:pt x="8265380" y="2029806"/>
                  </a:lnTo>
                  <a:lnTo>
                    <a:pt x="8302034" y="1969640"/>
                  </a:lnTo>
                  <a:lnTo>
                    <a:pt x="8338372" y="1905741"/>
                  </a:lnTo>
                  <a:lnTo>
                    <a:pt x="8374531" y="1838253"/>
                  </a:lnTo>
                  <a:lnTo>
                    <a:pt x="8410611" y="1767400"/>
                  </a:lnTo>
                  <a:lnTo>
                    <a:pt x="8446683" y="1693491"/>
                  </a:lnTo>
                  <a:lnTo>
                    <a:pt x="8482790" y="1616918"/>
                  </a:lnTo>
                  <a:lnTo>
                    <a:pt x="8518951" y="1538146"/>
                  </a:lnTo>
                  <a:lnTo>
                    <a:pt x="8555167" y="1457710"/>
                  </a:lnTo>
                  <a:lnTo>
                    <a:pt x="8591424" y="1376190"/>
                  </a:lnTo>
                  <a:lnTo>
                    <a:pt x="8627701" y="1294206"/>
                  </a:lnTo>
                  <a:lnTo>
                    <a:pt x="8663971" y="1212389"/>
                  </a:lnTo>
                  <a:lnTo>
                    <a:pt x="8700208" y="1131366"/>
                  </a:lnTo>
                  <a:lnTo>
                    <a:pt x="8736396" y="1051738"/>
                  </a:lnTo>
                  <a:lnTo>
                    <a:pt x="8772527" y="974065"/>
                  </a:lnTo>
                  <a:lnTo>
                    <a:pt x="8808612" y="898844"/>
                  </a:lnTo>
                  <a:lnTo>
                    <a:pt x="8844681" y="826505"/>
                  </a:lnTo>
                  <a:lnTo>
                    <a:pt x="8880792" y="757394"/>
                  </a:lnTo>
                  <a:lnTo>
                    <a:pt x="8917031" y="691778"/>
                  </a:lnTo>
                  <a:lnTo>
                    <a:pt x="8953516" y="629837"/>
                  </a:lnTo>
                  <a:lnTo>
                    <a:pt x="8990407" y="571670"/>
                  </a:lnTo>
                  <a:lnTo>
                    <a:pt x="9027905" y="517302"/>
                  </a:lnTo>
                  <a:lnTo>
                    <a:pt x="9066266" y="466688"/>
                  </a:lnTo>
                  <a:lnTo>
                    <a:pt x="9084767" y="444066"/>
                  </a:lnTo>
                  <a:lnTo>
                    <a:pt x="9131240" y="392266"/>
                  </a:lnTo>
                  <a:lnTo>
                    <a:pt x="9180106" y="345291"/>
                  </a:lnTo>
                  <a:lnTo>
                    <a:pt x="9232078" y="302934"/>
                  </a:lnTo>
                  <a:lnTo>
                    <a:pt x="9287932" y="264822"/>
                  </a:lnTo>
                  <a:lnTo>
                    <a:pt x="9348468" y="230525"/>
                  </a:lnTo>
                  <a:lnTo>
                    <a:pt x="9414451" y="199609"/>
                  </a:lnTo>
                  <a:lnTo>
                    <a:pt x="9486551" y="171681"/>
                  </a:lnTo>
                  <a:lnTo>
                    <a:pt x="9565242" y="146406"/>
                  </a:lnTo>
                  <a:lnTo>
                    <a:pt x="9650691" y="123522"/>
                  </a:lnTo>
                  <a:lnTo>
                    <a:pt x="9742596" y="102843"/>
                  </a:lnTo>
                  <a:lnTo>
                    <a:pt x="9840017" y="84257"/>
                  </a:lnTo>
                  <a:lnTo>
                    <a:pt x="9941218" y="67727"/>
                  </a:lnTo>
                  <a:lnTo>
                    <a:pt x="10043577" y="53269"/>
                  </a:lnTo>
                  <a:lnTo>
                    <a:pt x="10143634" y="40928"/>
                  </a:lnTo>
                  <a:lnTo>
                    <a:pt x="10237352" y="30742"/>
                  </a:lnTo>
                  <a:lnTo>
                    <a:pt x="10320606" y="22705"/>
                  </a:lnTo>
                  <a:lnTo>
                    <a:pt x="10389849" y="16727"/>
                  </a:lnTo>
                  <a:lnTo>
                    <a:pt x="10442789" y="12616"/>
                  </a:lnTo>
                  <a:lnTo>
                    <a:pt x="10478902" y="10081"/>
                  </a:lnTo>
                  <a:lnTo>
                    <a:pt x="10499639" y="8761"/>
                  </a:lnTo>
                  <a:lnTo>
                    <a:pt x="10508326" y="8257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8752" y="61"/>
                  </a:lnTo>
                  <a:lnTo>
                    <a:pt x="10501136" y="498"/>
                  </a:lnTo>
                  <a:lnTo>
                    <a:pt x="10481948" y="1707"/>
                  </a:lnTo>
                  <a:lnTo>
                    <a:pt x="10447669" y="4086"/>
                  </a:lnTo>
                  <a:lnTo>
                    <a:pt x="10396626" y="8004"/>
                  </a:lnTo>
                  <a:lnTo>
                    <a:pt x="10329127" y="13762"/>
                  </a:lnTo>
                  <a:lnTo>
                    <a:pt x="10247285" y="21562"/>
                  </a:lnTo>
                  <a:lnTo>
                    <a:pt x="10154540" y="31504"/>
                  </a:lnTo>
                  <a:lnTo>
                    <a:pt x="10054987" y="43605"/>
                  </a:lnTo>
                  <a:lnTo>
                    <a:pt x="9952700" y="57829"/>
                  </a:lnTo>
                  <a:lnTo>
                    <a:pt x="9851222" y="74128"/>
                  </a:lnTo>
                  <a:lnTo>
                    <a:pt x="9753274" y="92482"/>
                  </a:lnTo>
                  <a:lnTo>
                    <a:pt x="9660691" y="112923"/>
                  </a:lnTo>
                  <a:lnTo>
                    <a:pt x="9574492" y="135551"/>
                  </a:lnTo>
                  <a:lnTo>
                    <a:pt x="9495044" y="160546"/>
                  </a:lnTo>
                  <a:lnTo>
                    <a:pt x="9422224" y="188161"/>
                  </a:lnTo>
                  <a:lnTo>
                    <a:pt x="9355585" y="218723"/>
                  </a:lnTo>
                  <a:lnTo>
                    <a:pt x="9294475" y="252620"/>
                  </a:lnTo>
                  <a:lnTo>
                    <a:pt x="9238135" y="290282"/>
                  </a:lnTo>
                  <a:lnTo>
                    <a:pt x="9185768" y="332143"/>
                  </a:lnTo>
                  <a:lnTo>
                    <a:pt x="9136590" y="378585"/>
                  </a:lnTo>
                  <a:lnTo>
                    <a:pt x="9089881" y="429842"/>
                  </a:lnTo>
                  <a:lnTo>
                    <a:pt x="9084767" y="435893"/>
                  </a:lnTo>
                  <a:lnTo>
                    <a:pt x="9045893" y="484768"/>
                  </a:lnTo>
                  <a:lnTo>
                    <a:pt x="9008023" y="537354"/>
                  </a:lnTo>
                  <a:lnTo>
                    <a:pt x="8970873" y="593725"/>
                  </a:lnTo>
                  <a:lnTo>
                    <a:pt x="8934219" y="653892"/>
                  </a:lnTo>
                  <a:lnTo>
                    <a:pt x="8897881" y="717790"/>
                  </a:lnTo>
                  <a:lnTo>
                    <a:pt x="8861723" y="785278"/>
                  </a:lnTo>
                  <a:lnTo>
                    <a:pt x="8825642" y="856132"/>
                  </a:lnTo>
                  <a:lnTo>
                    <a:pt x="8789570" y="930041"/>
                  </a:lnTo>
                  <a:lnTo>
                    <a:pt x="8753463" y="1006614"/>
                  </a:lnTo>
                  <a:lnTo>
                    <a:pt x="8717302" y="1085385"/>
                  </a:lnTo>
                  <a:lnTo>
                    <a:pt x="8681087" y="1165822"/>
                  </a:lnTo>
                  <a:lnTo>
                    <a:pt x="8644829" y="1247341"/>
                  </a:lnTo>
                  <a:lnTo>
                    <a:pt x="8608552" y="1329325"/>
                  </a:lnTo>
                  <a:lnTo>
                    <a:pt x="8572283" y="1411143"/>
                  </a:lnTo>
                  <a:lnTo>
                    <a:pt x="8536045" y="1492166"/>
                  </a:lnTo>
                  <a:lnTo>
                    <a:pt x="8499857" y="1571793"/>
                  </a:lnTo>
                  <a:lnTo>
                    <a:pt x="8463726" y="1649467"/>
                  </a:lnTo>
                  <a:lnTo>
                    <a:pt x="8427641" y="1724687"/>
                  </a:lnTo>
                  <a:lnTo>
                    <a:pt x="8391572" y="1797027"/>
                  </a:lnTo>
                  <a:lnTo>
                    <a:pt x="8355461" y="1866137"/>
                  </a:lnTo>
                  <a:lnTo>
                    <a:pt x="8319223" y="1931754"/>
                  </a:lnTo>
                  <a:lnTo>
                    <a:pt x="8282737" y="1993695"/>
                  </a:lnTo>
                  <a:lnTo>
                    <a:pt x="8245847" y="2051861"/>
                  </a:lnTo>
                  <a:lnTo>
                    <a:pt x="8208348" y="2106229"/>
                  </a:lnTo>
                  <a:lnTo>
                    <a:pt x="8169988" y="2156843"/>
                  </a:lnTo>
                  <a:lnTo>
                    <a:pt x="8151487" y="2179466"/>
                  </a:lnTo>
                  <a:lnTo>
                    <a:pt x="8105013" y="2231265"/>
                  </a:lnTo>
                  <a:lnTo>
                    <a:pt x="8056147" y="2278240"/>
                  </a:lnTo>
                  <a:lnTo>
                    <a:pt x="8004176" y="2320598"/>
                  </a:lnTo>
                  <a:lnTo>
                    <a:pt x="7948321" y="2358709"/>
                  </a:lnTo>
                  <a:lnTo>
                    <a:pt x="7887786" y="2393007"/>
                  </a:lnTo>
                  <a:lnTo>
                    <a:pt x="7821802" y="2423923"/>
                  </a:lnTo>
                  <a:lnTo>
                    <a:pt x="7749703" y="2451851"/>
                  </a:lnTo>
                  <a:lnTo>
                    <a:pt x="7671011" y="2477125"/>
                  </a:lnTo>
                  <a:lnTo>
                    <a:pt x="7585562" y="2500009"/>
                  </a:lnTo>
                  <a:lnTo>
                    <a:pt x="7493657" y="2520689"/>
                  </a:lnTo>
                  <a:lnTo>
                    <a:pt x="7396237" y="2539274"/>
                  </a:lnTo>
                  <a:lnTo>
                    <a:pt x="7295035" y="2555804"/>
                  </a:lnTo>
                  <a:lnTo>
                    <a:pt x="7192676" y="2570262"/>
                  </a:lnTo>
                  <a:lnTo>
                    <a:pt x="7092620" y="2582604"/>
                  </a:lnTo>
                  <a:lnTo>
                    <a:pt x="6998902" y="2592789"/>
                  </a:lnTo>
                  <a:lnTo>
                    <a:pt x="6915647" y="2600826"/>
                  </a:lnTo>
                  <a:lnTo>
                    <a:pt x="6846404" y="2606804"/>
                  </a:lnTo>
                  <a:lnTo>
                    <a:pt x="6793464" y="2610916"/>
                  </a:lnTo>
                  <a:lnTo>
                    <a:pt x="6757351" y="2613450"/>
                  </a:lnTo>
                  <a:lnTo>
                    <a:pt x="6736614" y="2614771"/>
                  </a:lnTo>
                  <a:lnTo>
                    <a:pt x="6727927" y="2615274"/>
                  </a:lnTo>
                  <a:lnTo>
                    <a:pt x="6726343" y="2615359"/>
                  </a:lnTo>
                  <a:lnTo>
                    <a:pt x="5254955" y="2615359"/>
                  </a:lnTo>
                  <a:lnTo>
                    <a:pt x="5253723" y="2615375"/>
                  </a:lnTo>
                  <a:lnTo>
                    <a:pt x="5245634" y="2615492"/>
                  </a:lnTo>
                  <a:lnTo>
                    <a:pt x="5225296" y="2615814"/>
                  </a:lnTo>
                  <a:lnTo>
                    <a:pt x="5189058" y="2616447"/>
                  </a:lnTo>
                  <a:lnTo>
                    <a:pt x="5135297" y="2617489"/>
                  </a:lnTo>
                  <a:lnTo>
                    <a:pt x="5064533" y="2619018"/>
                  </a:lnTo>
                  <a:lnTo>
                    <a:pt x="4979210" y="2621083"/>
                  </a:lnTo>
                  <a:lnTo>
                    <a:pt x="4883127" y="2623709"/>
                  </a:lnTo>
                  <a:lnTo>
                    <a:pt x="4780681" y="2626896"/>
                  </a:lnTo>
                  <a:lnTo>
                    <a:pt x="4676140" y="2630634"/>
                  </a:lnTo>
                  <a:lnTo>
                    <a:pt x="4573115" y="2634911"/>
                  </a:lnTo>
                  <a:lnTo>
                    <a:pt x="4474294" y="2639725"/>
                  </a:lnTo>
                  <a:lnTo>
                    <a:pt x="4381407" y="2645087"/>
                  </a:lnTo>
                  <a:lnTo>
                    <a:pt x="4295340" y="2651030"/>
                  </a:lnTo>
                  <a:lnTo>
                    <a:pt x="4216318" y="2657608"/>
                  </a:lnTo>
                  <a:lnTo>
                    <a:pt x="4144088" y="2664894"/>
                  </a:lnTo>
                  <a:lnTo>
                    <a:pt x="4078091" y="2672981"/>
                  </a:lnTo>
                  <a:lnTo>
                    <a:pt x="4017582" y="2681977"/>
                  </a:lnTo>
                  <a:lnTo>
                    <a:pt x="3961733" y="2691997"/>
                  </a:lnTo>
                  <a:lnTo>
                    <a:pt x="3909694" y="2703155"/>
                  </a:lnTo>
                  <a:lnTo>
                    <a:pt x="3860653" y="2715539"/>
                  </a:lnTo>
                  <a:lnTo>
                    <a:pt x="3829811" y="2724332"/>
                  </a:lnTo>
                  <a:lnTo>
                    <a:pt x="3776232" y="2741509"/>
                  </a:lnTo>
                  <a:lnTo>
                    <a:pt x="3724365" y="2760483"/>
                  </a:lnTo>
                  <a:lnTo>
                    <a:pt x="3673547" y="2781277"/>
                  </a:lnTo>
                  <a:lnTo>
                    <a:pt x="3623296" y="2803851"/>
                  </a:lnTo>
                  <a:lnTo>
                    <a:pt x="3573280" y="2828092"/>
                  </a:lnTo>
                  <a:lnTo>
                    <a:pt x="3523293" y="2853808"/>
                  </a:lnTo>
                  <a:lnTo>
                    <a:pt x="3473226" y="2880734"/>
                  </a:lnTo>
                  <a:lnTo>
                    <a:pt x="3423053" y="2908537"/>
                  </a:lnTo>
                  <a:lnTo>
                    <a:pt x="3372804" y="2936834"/>
                  </a:lnTo>
                  <a:lnTo>
                    <a:pt x="3322542" y="2965211"/>
                  </a:lnTo>
                  <a:lnTo>
                    <a:pt x="3272334" y="2993251"/>
                  </a:lnTo>
                  <a:lnTo>
                    <a:pt x="3222226" y="3020556"/>
                  </a:lnTo>
                  <a:lnTo>
                    <a:pt x="3172216" y="3046771"/>
                  </a:lnTo>
                  <a:lnTo>
                    <a:pt x="3122230" y="3071604"/>
                  </a:lnTo>
                  <a:lnTo>
                    <a:pt x="3072101" y="3094835"/>
                  </a:lnTo>
                  <a:lnTo>
                    <a:pt x="3021548" y="3116320"/>
                  </a:lnTo>
                  <a:lnTo>
                    <a:pt x="2970151" y="3135991"/>
                  </a:lnTo>
                  <a:lnTo>
                    <a:pt x="2917320" y="3153850"/>
                  </a:lnTo>
                  <a:lnTo>
                    <a:pt x="2896531" y="3160226"/>
                  </a:lnTo>
                  <a:lnTo>
                    <a:pt x="2849053" y="3173436"/>
                  </a:lnTo>
                  <a:lnTo>
                    <a:pt x="2799064" y="3185389"/>
                  </a:lnTo>
                  <a:lnTo>
                    <a:pt x="2745805" y="3196143"/>
                  </a:lnTo>
                  <a:lnTo>
                    <a:pt x="2688444" y="3205796"/>
                  </a:lnTo>
                  <a:lnTo>
                    <a:pt x="2626132" y="3214465"/>
                  </a:lnTo>
                  <a:lnTo>
                    <a:pt x="2558061" y="3222264"/>
                  </a:lnTo>
                  <a:lnTo>
                    <a:pt x="2483537" y="3229296"/>
                  </a:lnTo>
                  <a:lnTo>
                    <a:pt x="2402091" y="3235647"/>
                  </a:lnTo>
                  <a:lnTo>
                    <a:pt x="2313616" y="3241385"/>
                  </a:lnTo>
                  <a:lnTo>
                    <a:pt x="2218541" y="3246556"/>
                  </a:lnTo>
                  <a:lnTo>
                    <a:pt x="2118026" y="3251183"/>
                  </a:lnTo>
                  <a:lnTo>
                    <a:pt x="2014124" y="3255276"/>
                  </a:lnTo>
                  <a:lnTo>
                    <a:pt x="1909857" y="3258825"/>
                  </a:lnTo>
                  <a:lnTo>
                    <a:pt x="1809105" y="3261819"/>
                  </a:lnTo>
                  <a:lnTo>
                    <a:pt x="1716252" y="3264250"/>
                  </a:lnTo>
                  <a:lnTo>
                    <a:pt x="1635579" y="3266126"/>
                  </a:lnTo>
                  <a:lnTo>
                    <a:pt x="1570496" y="3267480"/>
                  </a:lnTo>
                  <a:lnTo>
                    <a:pt x="1522833" y="3268371"/>
                  </a:lnTo>
                  <a:lnTo>
                    <a:pt x="1492374" y="3268885"/>
                  </a:lnTo>
                  <a:lnTo>
                    <a:pt x="1476771" y="3269124"/>
                  </a:lnTo>
                  <a:lnTo>
                    <a:pt x="1471740" y="3269194"/>
                  </a:lnTo>
                  <a:lnTo>
                    <a:pt x="1471387" y="3269199"/>
                  </a:lnTo>
                  <a:lnTo>
                    <a:pt x="0" y="3269199"/>
                  </a:lnTo>
                  <a:close/>
                </a:path>
              </a:pathLst>
            </a:custGeom>
            <a:solidFill>
              <a:srgbClr val="E78AC3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482" name="pl1482"/>
            <p:cNvSpPr/>
            <p:nvPr/>
          </p:nvSpPr>
          <p:spPr>
            <a:xfrm>
              <a:off x="4799595" y="5837935"/>
              <a:ext cx="11981298" cy="3269199"/>
            </a:xfrm>
            <a:custGeom>
              <a:avLst/>
              <a:pathLst>
                <a:path w="11981298" h="3269199">
                  <a:moveTo>
                    <a:pt x="0" y="3269199"/>
                  </a:moveTo>
                  <a:lnTo>
                    <a:pt x="1471387" y="3269199"/>
                  </a:lnTo>
                  <a:lnTo>
                    <a:pt x="1472620" y="3269182"/>
                  </a:lnTo>
                  <a:lnTo>
                    <a:pt x="1480708" y="3269066"/>
                  </a:lnTo>
                  <a:lnTo>
                    <a:pt x="1501046" y="3268744"/>
                  </a:lnTo>
                  <a:lnTo>
                    <a:pt x="1537284" y="3268111"/>
                  </a:lnTo>
                  <a:lnTo>
                    <a:pt x="1591045" y="3267068"/>
                  </a:lnTo>
                  <a:lnTo>
                    <a:pt x="1661809" y="3265540"/>
                  </a:lnTo>
                  <a:lnTo>
                    <a:pt x="1747132" y="3263475"/>
                  </a:lnTo>
                  <a:lnTo>
                    <a:pt x="1843215" y="3260849"/>
                  </a:lnTo>
                  <a:lnTo>
                    <a:pt x="1945661" y="3257662"/>
                  </a:lnTo>
                  <a:lnTo>
                    <a:pt x="2050202" y="3253924"/>
                  </a:lnTo>
                  <a:lnTo>
                    <a:pt x="2153227" y="3249647"/>
                  </a:lnTo>
                  <a:lnTo>
                    <a:pt x="2252048" y="3244833"/>
                  </a:lnTo>
                  <a:lnTo>
                    <a:pt x="2344935" y="3239471"/>
                  </a:lnTo>
                  <a:lnTo>
                    <a:pt x="2431002" y="3233527"/>
                  </a:lnTo>
                  <a:lnTo>
                    <a:pt x="2510024" y="3226950"/>
                  </a:lnTo>
                  <a:lnTo>
                    <a:pt x="2582254" y="3219664"/>
                  </a:lnTo>
                  <a:lnTo>
                    <a:pt x="2648252" y="3211577"/>
                  </a:lnTo>
                  <a:lnTo>
                    <a:pt x="2708760" y="3202581"/>
                  </a:lnTo>
                  <a:lnTo>
                    <a:pt x="2764609" y="3192561"/>
                  </a:lnTo>
                  <a:lnTo>
                    <a:pt x="2816648" y="3181403"/>
                  </a:lnTo>
                  <a:lnTo>
                    <a:pt x="2865689" y="3169019"/>
                  </a:lnTo>
                  <a:lnTo>
                    <a:pt x="2896531" y="3160226"/>
                  </a:lnTo>
                  <a:lnTo>
                    <a:pt x="2950110" y="3143048"/>
                  </a:lnTo>
                  <a:lnTo>
                    <a:pt x="3001977" y="3124075"/>
                  </a:lnTo>
                  <a:lnTo>
                    <a:pt x="3052795" y="3103281"/>
                  </a:lnTo>
                  <a:lnTo>
                    <a:pt x="3103046" y="3080707"/>
                  </a:lnTo>
                  <a:lnTo>
                    <a:pt x="3153062" y="3056466"/>
                  </a:lnTo>
                  <a:lnTo>
                    <a:pt x="3203049" y="3030750"/>
                  </a:lnTo>
                  <a:lnTo>
                    <a:pt x="3253116" y="3003824"/>
                  </a:lnTo>
                  <a:lnTo>
                    <a:pt x="3303289" y="2976021"/>
                  </a:lnTo>
                  <a:lnTo>
                    <a:pt x="3353538" y="2947724"/>
                  </a:lnTo>
                  <a:lnTo>
                    <a:pt x="3403800" y="2919346"/>
                  </a:lnTo>
                  <a:lnTo>
                    <a:pt x="3454008" y="2891307"/>
                  </a:lnTo>
                  <a:lnTo>
                    <a:pt x="3504116" y="2864002"/>
                  </a:lnTo>
                  <a:lnTo>
                    <a:pt x="3554126" y="2837787"/>
                  </a:lnTo>
                  <a:lnTo>
                    <a:pt x="3604112" y="2812953"/>
                  </a:lnTo>
                  <a:lnTo>
                    <a:pt x="3654241" y="2789723"/>
                  </a:lnTo>
                  <a:lnTo>
                    <a:pt x="3704794" y="2768238"/>
                  </a:lnTo>
                  <a:lnTo>
                    <a:pt x="3756191" y="2748566"/>
                  </a:lnTo>
                  <a:lnTo>
                    <a:pt x="3809022" y="2730708"/>
                  </a:lnTo>
                  <a:lnTo>
                    <a:pt x="3829811" y="2724332"/>
                  </a:lnTo>
                  <a:lnTo>
                    <a:pt x="3877289" y="2711122"/>
                  </a:lnTo>
                  <a:lnTo>
                    <a:pt x="3927278" y="2699169"/>
                  </a:lnTo>
                  <a:lnTo>
                    <a:pt x="3980537" y="2688415"/>
                  </a:lnTo>
                  <a:lnTo>
                    <a:pt x="4037898" y="2678762"/>
                  </a:lnTo>
                  <a:lnTo>
                    <a:pt x="4100210" y="2670093"/>
                  </a:lnTo>
                  <a:lnTo>
                    <a:pt x="4168282" y="2662294"/>
                  </a:lnTo>
                  <a:lnTo>
                    <a:pt x="4242805" y="2655262"/>
                  </a:lnTo>
                  <a:lnTo>
                    <a:pt x="4324251" y="2648910"/>
                  </a:lnTo>
                  <a:lnTo>
                    <a:pt x="4412727" y="2643172"/>
                  </a:lnTo>
                  <a:lnTo>
                    <a:pt x="4507801" y="2638002"/>
                  </a:lnTo>
                  <a:lnTo>
                    <a:pt x="4608316" y="2633374"/>
                  </a:lnTo>
                  <a:lnTo>
                    <a:pt x="4712218" y="2629282"/>
                  </a:lnTo>
                  <a:lnTo>
                    <a:pt x="4816485" y="2625733"/>
                  </a:lnTo>
                  <a:lnTo>
                    <a:pt x="4917238" y="2622739"/>
                  </a:lnTo>
                  <a:lnTo>
                    <a:pt x="5010090" y="2620307"/>
                  </a:lnTo>
                  <a:lnTo>
                    <a:pt x="5090763" y="2618431"/>
                  </a:lnTo>
                  <a:lnTo>
                    <a:pt x="5155846" y="2617078"/>
                  </a:lnTo>
                  <a:lnTo>
                    <a:pt x="5203509" y="2616187"/>
                  </a:lnTo>
                  <a:lnTo>
                    <a:pt x="5233968" y="2615673"/>
                  </a:lnTo>
                  <a:lnTo>
                    <a:pt x="5249571" y="2615434"/>
                  </a:lnTo>
                  <a:lnTo>
                    <a:pt x="5254602" y="2615364"/>
                  </a:lnTo>
                  <a:lnTo>
                    <a:pt x="5254955" y="2615359"/>
                  </a:lnTo>
                  <a:lnTo>
                    <a:pt x="6726343" y="2615359"/>
                  </a:lnTo>
                  <a:lnTo>
                    <a:pt x="6727502" y="2615298"/>
                  </a:lnTo>
                  <a:lnTo>
                    <a:pt x="6735117" y="2614860"/>
                  </a:lnTo>
                  <a:lnTo>
                    <a:pt x="6754305" y="2613652"/>
                  </a:lnTo>
                  <a:lnTo>
                    <a:pt x="6788585" y="2611272"/>
                  </a:lnTo>
                  <a:lnTo>
                    <a:pt x="6839627" y="2607354"/>
                  </a:lnTo>
                  <a:lnTo>
                    <a:pt x="6907126" y="2601597"/>
                  </a:lnTo>
                  <a:lnTo>
                    <a:pt x="6988968" y="2593797"/>
                  </a:lnTo>
                  <a:lnTo>
                    <a:pt x="7081713" y="2583854"/>
                  </a:lnTo>
                  <a:lnTo>
                    <a:pt x="7181267" y="2571753"/>
                  </a:lnTo>
                  <a:lnTo>
                    <a:pt x="7283553" y="2557530"/>
                  </a:lnTo>
                  <a:lnTo>
                    <a:pt x="7385032" y="2541231"/>
                  </a:lnTo>
                  <a:lnTo>
                    <a:pt x="7482979" y="2522877"/>
                  </a:lnTo>
                  <a:lnTo>
                    <a:pt x="7575563" y="2502436"/>
                  </a:lnTo>
                  <a:lnTo>
                    <a:pt x="7661761" y="2479807"/>
                  </a:lnTo>
                  <a:lnTo>
                    <a:pt x="7741210" y="2454812"/>
                  </a:lnTo>
                  <a:lnTo>
                    <a:pt x="7814029" y="2427197"/>
                  </a:lnTo>
                  <a:lnTo>
                    <a:pt x="7880668" y="2396635"/>
                  </a:lnTo>
                  <a:lnTo>
                    <a:pt x="7941778" y="2362738"/>
                  </a:lnTo>
                  <a:lnTo>
                    <a:pt x="7998118" y="2325077"/>
                  </a:lnTo>
                  <a:lnTo>
                    <a:pt x="8050485" y="2283216"/>
                  </a:lnTo>
                  <a:lnTo>
                    <a:pt x="8099663" y="2236773"/>
                  </a:lnTo>
                  <a:lnTo>
                    <a:pt x="8146373" y="2185517"/>
                  </a:lnTo>
                  <a:lnTo>
                    <a:pt x="8151487" y="2179466"/>
                  </a:lnTo>
                  <a:lnTo>
                    <a:pt x="8190360" y="2130591"/>
                  </a:lnTo>
                  <a:lnTo>
                    <a:pt x="8228231" y="2078005"/>
                  </a:lnTo>
                  <a:lnTo>
                    <a:pt x="8265380" y="2021633"/>
                  </a:lnTo>
                  <a:lnTo>
                    <a:pt x="8302034" y="1961467"/>
                  </a:lnTo>
                  <a:lnTo>
                    <a:pt x="8338372" y="1897568"/>
                  </a:lnTo>
                  <a:lnTo>
                    <a:pt x="8374531" y="1830080"/>
                  </a:lnTo>
                  <a:lnTo>
                    <a:pt x="8410611" y="1759227"/>
                  </a:lnTo>
                  <a:lnTo>
                    <a:pt x="8446683" y="1685318"/>
                  </a:lnTo>
                  <a:lnTo>
                    <a:pt x="8482790" y="1608745"/>
                  </a:lnTo>
                  <a:lnTo>
                    <a:pt x="8518951" y="1529973"/>
                  </a:lnTo>
                  <a:lnTo>
                    <a:pt x="8555167" y="1449537"/>
                  </a:lnTo>
                  <a:lnTo>
                    <a:pt x="8591424" y="1368017"/>
                  </a:lnTo>
                  <a:lnTo>
                    <a:pt x="8627701" y="1286033"/>
                  </a:lnTo>
                  <a:lnTo>
                    <a:pt x="8663971" y="1204216"/>
                  </a:lnTo>
                  <a:lnTo>
                    <a:pt x="8700208" y="1123193"/>
                  </a:lnTo>
                  <a:lnTo>
                    <a:pt x="8736396" y="1043565"/>
                  </a:lnTo>
                  <a:lnTo>
                    <a:pt x="8772527" y="965892"/>
                  </a:lnTo>
                  <a:lnTo>
                    <a:pt x="8808612" y="890671"/>
                  </a:lnTo>
                  <a:lnTo>
                    <a:pt x="8844681" y="818332"/>
                  </a:lnTo>
                  <a:lnTo>
                    <a:pt x="8880792" y="749221"/>
                  </a:lnTo>
                  <a:lnTo>
                    <a:pt x="8917031" y="683605"/>
                  </a:lnTo>
                  <a:lnTo>
                    <a:pt x="8953516" y="621664"/>
                  </a:lnTo>
                  <a:lnTo>
                    <a:pt x="8990407" y="563497"/>
                  </a:lnTo>
                  <a:lnTo>
                    <a:pt x="9027905" y="509130"/>
                  </a:lnTo>
                  <a:lnTo>
                    <a:pt x="9066266" y="458515"/>
                  </a:lnTo>
                  <a:lnTo>
                    <a:pt x="9084767" y="435893"/>
                  </a:lnTo>
                  <a:lnTo>
                    <a:pt x="9131240" y="384093"/>
                  </a:lnTo>
                  <a:lnTo>
                    <a:pt x="9180106" y="337118"/>
                  </a:lnTo>
                  <a:lnTo>
                    <a:pt x="9232078" y="294761"/>
                  </a:lnTo>
                  <a:lnTo>
                    <a:pt x="9287932" y="256649"/>
                  </a:lnTo>
                  <a:lnTo>
                    <a:pt x="9348468" y="222352"/>
                  </a:lnTo>
                  <a:lnTo>
                    <a:pt x="9414451" y="191436"/>
                  </a:lnTo>
                  <a:lnTo>
                    <a:pt x="9486551" y="163508"/>
                  </a:lnTo>
                  <a:lnTo>
                    <a:pt x="9565242" y="138234"/>
                  </a:lnTo>
                  <a:lnTo>
                    <a:pt x="9650691" y="115349"/>
                  </a:lnTo>
                  <a:lnTo>
                    <a:pt x="9742596" y="94670"/>
                  </a:lnTo>
                  <a:lnTo>
                    <a:pt x="9840017" y="76084"/>
                  </a:lnTo>
                  <a:lnTo>
                    <a:pt x="9941218" y="59554"/>
                  </a:lnTo>
                  <a:lnTo>
                    <a:pt x="10043577" y="45096"/>
                  </a:lnTo>
                  <a:lnTo>
                    <a:pt x="10143634" y="32755"/>
                  </a:lnTo>
                  <a:lnTo>
                    <a:pt x="10237352" y="22569"/>
                  </a:lnTo>
                  <a:lnTo>
                    <a:pt x="10320606" y="14532"/>
                  </a:lnTo>
                  <a:lnTo>
                    <a:pt x="10389849" y="8554"/>
                  </a:lnTo>
                  <a:lnTo>
                    <a:pt x="10442789" y="4443"/>
                  </a:lnTo>
                  <a:lnTo>
                    <a:pt x="10478902" y="1908"/>
                  </a:lnTo>
                  <a:lnTo>
                    <a:pt x="10499639" y="588"/>
                  </a:lnTo>
                  <a:lnTo>
                    <a:pt x="10508326" y="84"/>
                  </a:lnTo>
                  <a:lnTo>
                    <a:pt x="10509909" y="0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83" name="pl1483"/>
            <p:cNvSpPr/>
            <p:nvPr/>
          </p:nvSpPr>
          <p:spPr>
            <a:xfrm>
              <a:off x="4799595" y="5829762"/>
              <a:ext cx="11981298" cy="3269199"/>
            </a:xfrm>
            <a:custGeom>
              <a:avLst/>
              <a:pathLst>
                <a:path w="11981298" h="3269199">
                  <a:moveTo>
                    <a:pt x="11981298" y="0"/>
                  </a:moveTo>
                  <a:lnTo>
                    <a:pt x="10509911" y="0"/>
                  </a:lnTo>
                  <a:lnTo>
                    <a:pt x="10508752" y="61"/>
                  </a:lnTo>
                  <a:lnTo>
                    <a:pt x="10501136" y="498"/>
                  </a:lnTo>
                  <a:lnTo>
                    <a:pt x="10481948" y="1707"/>
                  </a:lnTo>
                  <a:lnTo>
                    <a:pt x="10447669" y="4086"/>
                  </a:lnTo>
                  <a:lnTo>
                    <a:pt x="10396626" y="8004"/>
                  </a:lnTo>
                  <a:lnTo>
                    <a:pt x="10329127" y="13762"/>
                  </a:lnTo>
                  <a:lnTo>
                    <a:pt x="10247285" y="21562"/>
                  </a:lnTo>
                  <a:lnTo>
                    <a:pt x="10154540" y="31504"/>
                  </a:lnTo>
                  <a:lnTo>
                    <a:pt x="10054987" y="43605"/>
                  </a:lnTo>
                  <a:lnTo>
                    <a:pt x="9952700" y="57829"/>
                  </a:lnTo>
                  <a:lnTo>
                    <a:pt x="9851222" y="74128"/>
                  </a:lnTo>
                  <a:lnTo>
                    <a:pt x="9753274" y="92482"/>
                  </a:lnTo>
                  <a:lnTo>
                    <a:pt x="9660691" y="112923"/>
                  </a:lnTo>
                  <a:lnTo>
                    <a:pt x="9574492" y="135551"/>
                  </a:lnTo>
                  <a:lnTo>
                    <a:pt x="9495044" y="160546"/>
                  </a:lnTo>
                  <a:lnTo>
                    <a:pt x="9422224" y="188161"/>
                  </a:lnTo>
                  <a:lnTo>
                    <a:pt x="9355585" y="218723"/>
                  </a:lnTo>
                  <a:lnTo>
                    <a:pt x="9294475" y="252620"/>
                  </a:lnTo>
                  <a:lnTo>
                    <a:pt x="9238135" y="290282"/>
                  </a:lnTo>
                  <a:lnTo>
                    <a:pt x="9185768" y="332143"/>
                  </a:lnTo>
                  <a:lnTo>
                    <a:pt x="9136590" y="378585"/>
                  </a:lnTo>
                  <a:lnTo>
                    <a:pt x="9089881" y="429842"/>
                  </a:lnTo>
                  <a:lnTo>
                    <a:pt x="9084767" y="435893"/>
                  </a:lnTo>
                  <a:lnTo>
                    <a:pt x="9045893" y="484768"/>
                  </a:lnTo>
                  <a:lnTo>
                    <a:pt x="9008023" y="537354"/>
                  </a:lnTo>
                  <a:lnTo>
                    <a:pt x="8970873" y="593725"/>
                  </a:lnTo>
                  <a:lnTo>
                    <a:pt x="8934219" y="653892"/>
                  </a:lnTo>
                  <a:lnTo>
                    <a:pt x="8897881" y="717790"/>
                  </a:lnTo>
                  <a:lnTo>
                    <a:pt x="8861723" y="785278"/>
                  </a:lnTo>
                  <a:lnTo>
                    <a:pt x="8825642" y="856132"/>
                  </a:lnTo>
                  <a:lnTo>
                    <a:pt x="8789570" y="930041"/>
                  </a:lnTo>
                  <a:lnTo>
                    <a:pt x="8753463" y="1006614"/>
                  </a:lnTo>
                  <a:lnTo>
                    <a:pt x="8717302" y="1085385"/>
                  </a:lnTo>
                  <a:lnTo>
                    <a:pt x="8681087" y="1165822"/>
                  </a:lnTo>
                  <a:lnTo>
                    <a:pt x="8644829" y="1247341"/>
                  </a:lnTo>
                  <a:lnTo>
                    <a:pt x="8608552" y="1329325"/>
                  </a:lnTo>
                  <a:lnTo>
                    <a:pt x="8572283" y="1411143"/>
                  </a:lnTo>
                  <a:lnTo>
                    <a:pt x="8536045" y="1492166"/>
                  </a:lnTo>
                  <a:lnTo>
                    <a:pt x="8499857" y="1571793"/>
                  </a:lnTo>
                  <a:lnTo>
                    <a:pt x="8463726" y="1649467"/>
                  </a:lnTo>
                  <a:lnTo>
                    <a:pt x="8427641" y="1724687"/>
                  </a:lnTo>
                  <a:lnTo>
                    <a:pt x="8391572" y="1797027"/>
                  </a:lnTo>
                  <a:lnTo>
                    <a:pt x="8355461" y="1866137"/>
                  </a:lnTo>
                  <a:lnTo>
                    <a:pt x="8319223" y="1931754"/>
                  </a:lnTo>
                  <a:lnTo>
                    <a:pt x="8282737" y="1993695"/>
                  </a:lnTo>
                  <a:lnTo>
                    <a:pt x="8245847" y="2051861"/>
                  </a:lnTo>
                  <a:lnTo>
                    <a:pt x="8208348" y="2106229"/>
                  </a:lnTo>
                  <a:lnTo>
                    <a:pt x="8169988" y="2156843"/>
                  </a:lnTo>
                  <a:lnTo>
                    <a:pt x="8151487" y="2179466"/>
                  </a:lnTo>
                  <a:lnTo>
                    <a:pt x="8105013" y="2231265"/>
                  </a:lnTo>
                  <a:lnTo>
                    <a:pt x="8056147" y="2278240"/>
                  </a:lnTo>
                  <a:lnTo>
                    <a:pt x="8004176" y="2320598"/>
                  </a:lnTo>
                  <a:lnTo>
                    <a:pt x="7948321" y="2358709"/>
                  </a:lnTo>
                  <a:lnTo>
                    <a:pt x="7887786" y="2393007"/>
                  </a:lnTo>
                  <a:lnTo>
                    <a:pt x="7821802" y="2423923"/>
                  </a:lnTo>
                  <a:lnTo>
                    <a:pt x="7749703" y="2451851"/>
                  </a:lnTo>
                  <a:lnTo>
                    <a:pt x="7671011" y="2477125"/>
                  </a:lnTo>
                  <a:lnTo>
                    <a:pt x="7585562" y="2500009"/>
                  </a:lnTo>
                  <a:lnTo>
                    <a:pt x="7493657" y="2520689"/>
                  </a:lnTo>
                  <a:lnTo>
                    <a:pt x="7396237" y="2539274"/>
                  </a:lnTo>
                  <a:lnTo>
                    <a:pt x="7295035" y="2555804"/>
                  </a:lnTo>
                  <a:lnTo>
                    <a:pt x="7192676" y="2570262"/>
                  </a:lnTo>
                  <a:lnTo>
                    <a:pt x="7092620" y="2582604"/>
                  </a:lnTo>
                  <a:lnTo>
                    <a:pt x="6998902" y="2592789"/>
                  </a:lnTo>
                  <a:lnTo>
                    <a:pt x="6915647" y="2600826"/>
                  </a:lnTo>
                  <a:lnTo>
                    <a:pt x="6846404" y="2606804"/>
                  </a:lnTo>
                  <a:lnTo>
                    <a:pt x="6793464" y="2610916"/>
                  </a:lnTo>
                  <a:lnTo>
                    <a:pt x="6757351" y="2613450"/>
                  </a:lnTo>
                  <a:lnTo>
                    <a:pt x="6736614" y="2614771"/>
                  </a:lnTo>
                  <a:lnTo>
                    <a:pt x="6727927" y="2615274"/>
                  </a:lnTo>
                  <a:lnTo>
                    <a:pt x="6726344" y="2615359"/>
                  </a:lnTo>
                  <a:lnTo>
                    <a:pt x="6726343" y="2615359"/>
                  </a:lnTo>
                  <a:lnTo>
                    <a:pt x="5254955" y="2615359"/>
                  </a:lnTo>
                  <a:lnTo>
                    <a:pt x="5253723" y="2615375"/>
                  </a:lnTo>
                  <a:lnTo>
                    <a:pt x="5245634" y="2615492"/>
                  </a:lnTo>
                  <a:lnTo>
                    <a:pt x="5225296" y="2615814"/>
                  </a:lnTo>
                  <a:lnTo>
                    <a:pt x="5189058" y="2616447"/>
                  </a:lnTo>
                  <a:lnTo>
                    <a:pt x="5135297" y="2617489"/>
                  </a:lnTo>
                  <a:lnTo>
                    <a:pt x="5064533" y="2619018"/>
                  </a:lnTo>
                  <a:lnTo>
                    <a:pt x="4979210" y="2621083"/>
                  </a:lnTo>
                  <a:lnTo>
                    <a:pt x="4883127" y="2623709"/>
                  </a:lnTo>
                  <a:lnTo>
                    <a:pt x="4780681" y="2626896"/>
                  </a:lnTo>
                  <a:lnTo>
                    <a:pt x="4676140" y="2630634"/>
                  </a:lnTo>
                  <a:lnTo>
                    <a:pt x="4573115" y="2634911"/>
                  </a:lnTo>
                  <a:lnTo>
                    <a:pt x="4474294" y="2639725"/>
                  </a:lnTo>
                  <a:lnTo>
                    <a:pt x="4381407" y="2645087"/>
                  </a:lnTo>
                  <a:lnTo>
                    <a:pt x="4295340" y="2651030"/>
                  </a:lnTo>
                  <a:lnTo>
                    <a:pt x="4216318" y="2657608"/>
                  </a:lnTo>
                  <a:lnTo>
                    <a:pt x="4144088" y="2664894"/>
                  </a:lnTo>
                  <a:lnTo>
                    <a:pt x="4078091" y="2672981"/>
                  </a:lnTo>
                  <a:lnTo>
                    <a:pt x="4017582" y="2681977"/>
                  </a:lnTo>
                  <a:lnTo>
                    <a:pt x="3961733" y="2691997"/>
                  </a:lnTo>
                  <a:lnTo>
                    <a:pt x="3909694" y="2703155"/>
                  </a:lnTo>
                  <a:lnTo>
                    <a:pt x="3860653" y="2715539"/>
                  </a:lnTo>
                  <a:lnTo>
                    <a:pt x="3829811" y="2724332"/>
                  </a:lnTo>
                  <a:lnTo>
                    <a:pt x="3776232" y="2741509"/>
                  </a:lnTo>
                  <a:lnTo>
                    <a:pt x="3724365" y="2760483"/>
                  </a:lnTo>
                  <a:lnTo>
                    <a:pt x="3673547" y="2781277"/>
                  </a:lnTo>
                  <a:lnTo>
                    <a:pt x="3623296" y="2803851"/>
                  </a:lnTo>
                  <a:lnTo>
                    <a:pt x="3573280" y="2828092"/>
                  </a:lnTo>
                  <a:lnTo>
                    <a:pt x="3523293" y="2853808"/>
                  </a:lnTo>
                  <a:lnTo>
                    <a:pt x="3473226" y="2880734"/>
                  </a:lnTo>
                  <a:lnTo>
                    <a:pt x="3423053" y="2908537"/>
                  </a:lnTo>
                  <a:lnTo>
                    <a:pt x="3372804" y="2936834"/>
                  </a:lnTo>
                  <a:lnTo>
                    <a:pt x="3322542" y="2965211"/>
                  </a:lnTo>
                  <a:lnTo>
                    <a:pt x="3272334" y="2993251"/>
                  </a:lnTo>
                  <a:lnTo>
                    <a:pt x="3222226" y="3020556"/>
                  </a:lnTo>
                  <a:lnTo>
                    <a:pt x="3172216" y="3046771"/>
                  </a:lnTo>
                  <a:lnTo>
                    <a:pt x="3122230" y="3071604"/>
                  </a:lnTo>
                  <a:lnTo>
                    <a:pt x="3072101" y="3094835"/>
                  </a:lnTo>
                  <a:lnTo>
                    <a:pt x="3021548" y="3116320"/>
                  </a:lnTo>
                  <a:lnTo>
                    <a:pt x="2970151" y="3135991"/>
                  </a:lnTo>
                  <a:lnTo>
                    <a:pt x="2917320" y="3153850"/>
                  </a:lnTo>
                  <a:lnTo>
                    <a:pt x="2896531" y="3160226"/>
                  </a:lnTo>
                  <a:lnTo>
                    <a:pt x="2849053" y="3173436"/>
                  </a:lnTo>
                  <a:lnTo>
                    <a:pt x="2799064" y="3185389"/>
                  </a:lnTo>
                  <a:lnTo>
                    <a:pt x="2745805" y="3196143"/>
                  </a:lnTo>
                  <a:lnTo>
                    <a:pt x="2688444" y="3205796"/>
                  </a:lnTo>
                  <a:lnTo>
                    <a:pt x="2626132" y="3214465"/>
                  </a:lnTo>
                  <a:lnTo>
                    <a:pt x="2558061" y="3222264"/>
                  </a:lnTo>
                  <a:lnTo>
                    <a:pt x="2483537" y="3229296"/>
                  </a:lnTo>
                  <a:lnTo>
                    <a:pt x="2402091" y="3235647"/>
                  </a:lnTo>
                  <a:lnTo>
                    <a:pt x="2313616" y="3241385"/>
                  </a:lnTo>
                  <a:lnTo>
                    <a:pt x="2218541" y="3246556"/>
                  </a:lnTo>
                  <a:lnTo>
                    <a:pt x="2118026" y="3251183"/>
                  </a:lnTo>
                  <a:lnTo>
                    <a:pt x="2014124" y="3255276"/>
                  </a:lnTo>
                  <a:lnTo>
                    <a:pt x="1909857" y="3258825"/>
                  </a:lnTo>
                  <a:lnTo>
                    <a:pt x="1809105" y="3261819"/>
                  </a:lnTo>
                  <a:lnTo>
                    <a:pt x="1716252" y="3264250"/>
                  </a:lnTo>
                  <a:lnTo>
                    <a:pt x="1635579" y="3266126"/>
                  </a:lnTo>
                  <a:lnTo>
                    <a:pt x="1570496" y="3267480"/>
                  </a:lnTo>
                  <a:lnTo>
                    <a:pt x="1522833" y="3268371"/>
                  </a:lnTo>
                  <a:lnTo>
                    <a:pt x="1492374" y="3268885"/>
                  </a:lnTo>
                  <a:lnTo>
                    <a:pt x="1476771" y="3269124"/>
                  </a:lnTo>
                  <a:lnTo>
                    <a:pt x="1471740" y="3269194"/>
                  </a:lnTo>
                  <a:lnTo>
                    <a:pt x="1471387" y="3269199"/>
                  </a:lnTo>
                  <a:lnTo>
                    <a:pt x="0" y="326919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84" name="pg1484"/>
            <p:cNvSpPr/>
            <p:nvPr/>
          </p:nvSpPr>
          <p:spPr>
            <a:xfrm>
              <a:off x="4799595" y="3263440"/>
              <a:ext cx="11981298" cy="5467735"/>
            </a:xfrm>
            <a:custGeom>
              <a:avLst/>
              <a:pathLst>
                <a:path w="11981298" h="5467735">
                  <a:moveTo>
                    <a:pt x="0" y="5467735"/>
                  </a:moveTo>
                  <a:lnTo>
                    <a:pt x="1471387" y="5467735"/>
                  </a:lnTo>
                  <a:lnTo>
                    <a:pt x="1472238" y="5467642"/>
                  </a:lnTo>
                  <a:lnTo>
                    <a:pt x="1477867" y="5466978"/>
                  </a:lnTo>
                  <a:lnTo>
                    <a:pt x="1492174" y="5465142"/>
                  </a:lnTo>
                  <a:lnTo>
                    <a:pt x="1518040" y="5461524"/>
                  </a:lnTo>
                  <a:lnTo>
                    <a:pt x="1557179" y="5455536"/>
                  </a:lnTo>
                  <a:lnTo>
                    <a:pt x="1610012" y="5446666"/>
                  </a:lnTo>
                  <a:lnTo>
                    <a:pt x="1675681" y="5434519"/>
                  </a:lnTo>
                  <a:lnTo>
                    <a:pt x="1752241" y="5418843"/>
                  </a:lnTo>
                  <a:lnTo>
                    <a:pt x="1836994" y="5399520"/>
                  </a:lnTo>
                  <a:lnTo>
                    <a:pt x="1926910" y="5376546"/>
                  </a:lnTo>
                  <a:lnTo>
                    <a:pt x="2019018" y="5349978"/>
                  </a:lnTo>
                  <a:lnTo>
                    <a:pt x="2110702" y="5319891"/>
                  </a:lnTo>
                  <a:lnTo>
                    <a:pt x="2199880" y="5286324"/>
                  </a:lnTo>
                  <a:lnTo>
                    <a:pt x="2285059" y="5249253"/>
                  </a:lnTo>
                  <a:lnTo>
                    <a:pt x="2365303" y="5208562"/>
                  </a:lnTo>
                  <a:lnTo>
                    <a:pt x="2440153" y="5164031"/>
                  </a:lnTo>
                  <a:lnTo>
                    <a:pt x="2509523" y="5115337"/>
                  </a:lnTo>
                  <a:lnTo>
                    <a:pt x="2573603" y="5062048"/>
                  </a:lnTo>
                  <a:lnTo>
                    <a:pt x="2632769" y="5003641"/>
                  </a:lnTo>
                  <a:lnTo>
                    <a:pt x="2687514" y="4939510"/>
                  </a:lnTo>
                  <a:lnTo>
                    <a:pt x="2738397" y="4868997"/>
                  </a:lnTo>
                  <a:lnTo>
                    <a:pt x="2786001" y="4791435"/>
                  </a:lnTo>
                  <a:lnTo>
                    <a:pt x="2830904" y="4706221"/>
                  </a:lnTo>
                  <a:lnTo>
                    <a:pt x="2873645" y="4612924"/>
                  </a:lnTo>
                  <a:lnTo>
                    <a:pt x="2896531" y="4557808"/>
                  </a:lnTo>
                  <a:lnTo>
                    <a:pt x="2924847" y="4484551"/>
                  </a:lnTo>
                  <a:lnTo>
                    <a:pt x="2952589" y="4407249"/>
                  </a:lnTo>
                  <a:lnTo>
                    <a:pt x="2979875" y="4325822"/>
                  </a:lnTo>
                  <a:lnTo>
                    <a:pt x="3006806" y="4240225"/>
                  </a:lnTo>
                  <a:lnTo>
                    <a:pt x="3033467" y="4150453"/>
                  </a:lnTo>
                  <a:lnTo>
                    <a:pt x="3059930" y="4056542"/>
                  </a:lnTo>
                  <a:lnTo>
                    <a:pt x="3086255" y="3958572"/>
                  </a:lnTo>
                  <a:lnTo>
                    <a:pt x="3112492" y="3856670"/>
                  </a:lnTo>
                  <a:lnTo>
                    <a:pt x="3138678" y="3751012"/>
                  </a:lnTo>
                  <a:lnTo>
                    <a:pt x="3164846" y="3641821"/>
                  </a:lnTo>
                  <a:lnTo>
                    <a:pt x="3191017" y="3529371"/>
                  </a:lnTo>
                  <a:lnTo>
                    <a:pt x="3217206" y="3413980"/>
                  </a:lnTo>
                  <a:lnTo>
                    <a:pt x="3243422" y="3296014"/>
                  </a:lnTo>
                  <a:lnTo>
                    <a:pt x="3269668" y="3175874"/>
                  </a:lnTo>
                  <a:lnTo>
                    <a:pt x="3295943" y="3053999"/>
                  </a:lnTo>
                  <a:lnTo>
                    <a:pt x="3322241" y="2930855"/>
                  </a:lnTo>
                  <a:lnTo>
                    <a:pt x="3348555" y="2806930"/>
                  </a:lnTo>
                  <a:lnTo>
                    <a:pt x="3374874" y="2682724"/>
                  </a:lnTo>
                  <a:lnTo>
                    <a:pt x="3401188" y="2558743"/>
                  </a:lnTo>
                  <a:lnTo>
                    <a:pt x="3427488" y="2435489"/>
                  </a:lnTo>
                  <a:lnTo>
                    <a:pt x="3453766" y="2313450"/>
                  </a:lnTo>
                  <a:lnTo>
                    <a:pt x="3480016" y="2193095"/>
                  </a:lnTo>
                  <a:lnTo>
                    <a:pt x="3506235" y="2074867"/>
                  </a:lnTo>
                  <a:lnTo>
                    <a:pt x="3532427" y="1959173"/>
                  </a:lnTo>
                  <a:lnTo>
                    <a:pt x="3558599" y="1846381"/>
                  </a:lnTo>
                  <a:lnTo>
                    <a:pt x="3584766" y="1736815"/>
                  </a:lnTo>
                  <a:lnTo>
                    <a:pt x="3610950" y="1630754"/>
                  </a:lnTo>
                  <a:lnTo>
                    <a:pt x="3637179" y="1528426"/>
                  </a:lnTo>
                  <a:lnTo>
                    <a:pt x="3663492" y="1430014"/>
                  </a:lnTo>
                  <a:lnTo>
                    <a:pt x="3689937" y="1335649"/>
                  </a:lnTo>
                  <a:lnTo>
                    <a:pt x="3716572" y="1245416"/>
                  </a:lnTo>
                  <a:lnTo>
                    <a:pt x="3743470" y="1159357"/>
                  </a:lnTo>
                  <a:lnTo>
                    <a:pt x="3770712" y="1077470"/>
                  </a:lnTo>
                  <a:lnTo>
                    <a:pt x="3798398" y="999714"/>
                  </a:lnTo>
                  <a:lnTo>
                    <a:pt x="3826644" y="926014"/>
                  </a:lnTo>
                  <a:lnTo>
                    <a:pt x="3829811" y="918100"/>
                  </a:lnTo>
                  <a:lnTo>
                    <a:pt x="3871568" y="820264"/>
                  </a:lnTo>
                  <a:lnTo>
                    <a:pt x="3915212" y="730616"/>
                  </a:lnTo>
                  <a:lnTo>
                    <a:pt x="3961252" y="648890"/>
                  </a:lnTo>
                  <a:lnTo>
                    <a:pt x="4010250" y="574560"/>
                  </a:lnTo>
                  <a:lnTo>
                    <a:pt x="4062788" y="506983"/>
                  </a:lnTo>
                  <a:lnTo>
                    <a:pt x="4119443" y="445489"/>
                  </a:lnTo>
                  <a:lnTo>
                    <a:pt x="4180750" y="389440"/>
                  </a:lnTo>
                  <a:lnTo>
                    <a:pt x="4247157" y="338265"/>
                  </a:lnTo>
                  <a:lnTo>
                    <a:pt x="4318968" y="291478"/>
                  </a:lnTo>
                  <a:lnTo>
                    <a:pt x="4396259" y="248698"/>
                  </a:lnTo>
                  <a:lnTo>
                    <a:pt x="4478792" y="209645"/>
                  </a:lnTo>
                  <a:lnTo>
                    <a:pt x="4565906" y="174149"/>
                  </a:lnTo>
                  <a:lnTo>
                    <a:pt x="4656424" y="142137"/>
                  </a:lnTo>
                  <a:lnTo>
                    <a:pt x="4748589" y="113615"/>
                  </a:lnTo>
                  <a:lnTo>
                    <a:pt x="4840067" y="88644"/>
                  </a:lnTo>
                  <a:lnTo>
                    <a:pt x="4928055" y="67297"/>
                  </a:lnTo>
                  <a:lnTo>
                    <a:pt x="5009510" y="49611"/>
                  </a:lnTo>
                  <a:lnTo>
                    <a:pt x="5081499" y="35534"/>
                  </a:lnTo>
                  <a:lnTo>
                    <a:pt x="5141613" y="24893"/>
                  </a:lnTo>
                  <a:lnTo>
                    <a:pt x="5188357" y="17367"/>
                  </a:lnTo>
                  <a:lnTo>
                    <a:pt x="5221432" y="12507"/>
                  </a:lnTo>
                  <a:lnTo>
                    <a:pt x="5241845" y="9761"/>
                  </a:lnTo>
                  <a:lnTo>
                    <a:pt x="5251853" y="8525"/>
                  </a:lnTo>
                  <a:lnTo>
                    <a:pt x="5254808" y="8188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573" y="8191"/>
                  </a:lnTo>
                  <a:lnTo>
                    <a:pt x="6735651" y="8325"/>
                  </a:lnTo>
                  <a:lnTo>
                    <a:pt x="6755963" y="8695"/>
                  </a:lnTo>
                  <a:lnTo>
                    <a:pt x="6792155" y="9422"/>
                  </a:lnTo>
                  <a:lnTo>
                    <a:pt x="6845854" y="10619"/>
                  </a:lnTo>
                  <a:lnTo>
                    <a:pt x="6916544" y="12374"/>
                  </a:lnTo>
                  <a:lnTo>
                    <a:pt x="7001788" y="14746"/>
                  </a:lnTo>
                  <a:lnTo>
                    <a:pt x="7097796" y="17762"/>
                  </a:lnTo>
                  <a:lnTo>
                    <a:pt x="7200178" y="21423"/>
                  </a:lnTo>
                  <a:lnTo>
                    <a:pt x="7304669" y="25717"/>
                  </a:lnTo>
                  <a:lnTo>
                    <a:pt x="7407661" y="30631"/>
                  </a:lnTo>
                  <a:lnTo>
                    <a:pt x="7506464" y="36160"/>
                  </a:lnTo>
                  <a:lnTo>
                    <a:pt x="7599346" y="42320"/>
                  </a:lnTo>
                  <a:lnTo>
                    <a:pt x="7685416" y="49148"/>
                  </a:lnTo>
                  <a:lnTo>
                    <a:pt x="7764449" y="56703"/>
                  </a:lnTo>
                  <a:lnTo>
                    <a:pt x="7836693" y="65072"/>
                  </a:lnTo>
                  <a:lnTo>
                    <a:pt x="7902705" y="74360"/>
                  </a:lnTo>
                  <a:lnTo>
                    <a:pt x="7963226" y="84691"/>
                  </a:lnTo>
                  <a:lnTo>
                    <a:pt x="8019086" y="96198"/>
                  </a:lnTo>
                  <a:lnTo>
                    <a:pt x="8071131" y="109011"/>
                  </a:lnTo>
                  <a:lnTo>
                    <a:pt x="8120175" y="123232"/>
                  </a:lnTo>
                  <a:lnTo>
                    <a:pt x="8151487" y="133492"/>
                  </a:lnTo>
                  <a:lnTo>
                    <a:pt x="8204333" y="152956"/>
                  </a:lnTo>
                  <a:lnTo>
                    <a:pt x="8255503" y="174428"/>
                  </a:lnTo>
                  <a:lnTo>
                    <a:pt x="8305640" y="197936"/>
                  </a:lnTo>
                  <a:lnTo>
                    <a:pt x="8355209" y="223439"/>
                  </a:lnTo>
                  <a:lnTo>
                    <a:pt x="8404534" y="250814"/>
                  </a:lnTo>
                  <a:lnTo>
                    <a:pt x="8453822" y="279858"/>
                  </a:lnTo>
                  <a:lnTo>
                    <a:pt x="8503182" y="310281"/>
                  </a:lnTo>
                  <a:lnTo>
                    <a:pt x="8552646" y="341725"/>
                  </a:lnTo>
                  <a:lnTo>
                    <a:pt x="8602188" y="373772"/>
                  </a:lnTo>
                  <a:lnTo>
                    <a:pt x="8651751" y="405967"/>
                  </a:lnTo>
                  <a:lnTo>
                    <a:pt x="8701271" y="437849"/>
                  </a:lnTo>
                  <a:lnTo>
                    <a:pt x="8750698" y="468974"/>
                  </a:lnTo>
                  <a:lnTo>
                    <a:pt x="8800025" y="498943"/>
                  </a:lnTo>
                  <a:lnTo>
                    <a:pt x="8849309" y="527420"/>
                  </a:lnTo>
                  <a:lnTo>
                    <a:pt x="8898692" y="554146"/>
                  </a:lnTo>
                  <a:lnTo>
                    <a:pt x="8948419" y="578947"/>
                  </a:lnTo>
                  <a:lnTo>
                    <a:pt x="8998863" y="601729"/>
                  </a:lnTo>
                  <a:lnTo>
                    <a:pt x="9050548" y="622478"/>
                  </a:lnTo>
                  <a:lnTo>
                    <a:pt x="9084767" y="634769"/>
                  </a:lnTo>
                  <a:lnTo>
                    <a:pt x="9132222" y="649954"/>
                  </a:lnTo>
                  <a:lnTo>
                    <a:pt x="9182185" y="663695"/>
                  </a:lnTo>
                  <a:lnTo>
                    <a:pt x="9235415" y="676057"/>
                  </a:lnTo>
                  <a:lnTo>
                    <a:pt x="9292742" y="687155"/>
                  </a:lnTo>
                  <a:lnTo>
                    <a:pt x="9355013" y="697122"/>
                  </a:lnTo>
                  <a:lnTo>
                    <a:pt x="9423037" y="706089"/>
                  </a:lnTo>
                  <a:lnTo>
                    <a:pt x="9497505" y="714175"/>
                  </a:lnTo>
                  <a:lnTo>
                    <a:pt x="9578888" y="721478"/>
                  </a:lnTo>
                  <a:lnTo>
                    <a:pt x="9667295" y="728076"/>
                  </a:lnTo>
                  <a:lnTo>
                    <a:pt x="9762298" y="734022"/>
                  </a:lnTo>
                  <a:lnTo>
                    <a:pt x="9862743" y="739345"/>
                  </a:lnTo>
                  <a:lnTo>
                    <a:pt x="9966586" y="744052"/>
                  </a:lnTo>
                  <a:lnTo>
                    <a:pt x="10070813" y="748136"/>
                  </a:lnTo>
                  <a:lnTo>
                    <a:pt x="10171554" y="751581"/>
                  </a:lnTo>
                  <a:lnTo>
                    <a:pt x="10264431" y="754380"/>
                  </a:lnTo>
                  <a:lnTo>
                    <a:pt x="10345169" y="756541"/>
                  </a:lnTo>
                  <a:lnTo>
                    <a:pt x="10410351" y="758101"/>
                  </a:lnTo>
                  <a:lnTo>
                    <a:pt x="10458137" y="759129"/>
                  </a:lnTo>
                  <a:lnTo>
                    <a:pt x="10488723" y="759724"/>
                  </a:lnTo>
                  <a:lnTo>
                    <a:pt x="10504438" y="760001"/>
                  </a:lnTo>
                  <a:lnTo>
                    <a:pt x="10509542" y="760083"/>
                  </a:lnTo>
                  <a:lnTo>
                    <a:pt x="10509911" y="760088"/>
                  </a:lnTo>
                  <a:lnTo>
                    <a:pt x="11981298" y="760088"/>
                  </a:lnTo>
                  <a:lnTo>
                    <a:pt x="11981298" y="751915"/>
                  </a:lnTo>
                  <a:lnTo>
                    <a:pt x="10509911" y="751915"/>
                  </a:lnTo>
                  <a:lnTo>
                    <a:pt x="10508680" y="751897"/>
                  </a:lnTo>
                  <a:lnTo>
                    <a:pt x="10500603" y="751763"/>
                  </a:lnTo>
                  <a:lnTo>
                    <a:pt x="10480291" y="751393"/>
                  </a:lnTo>
                  <a:lnTo>
                    <a:pt x="10444098" y="750666"/>
                  </a:lnTo>
                  <a:lnTo>
                    <a:pt x="10390399" y="749469"/>
                  </a:lnTo>
                  <a:lnTo>
                    <a:pt x="10319709" y="747714"/>
                  </a:lnTo>
                  <a:lnTo>
                    <a:pt x="10234465" y="745342"/>
                  </a:lnTo>
                  <a:lnTo>
                    <a:pt x="10138457" y="742326"/>
                  </a:lnTo>
                  <a:lnTo>
                    <a:pt x="10036075" y="738665"/>
                  </a:lnTo>
                  <a:lnTo>
                    <a:pt x="9931584" y="734371"/>
                  </a:lnTo>
                  <a:lnTo>
                    <a:pt x="9828592" y="729457"/>
                  </a:lnTo>
                  <a:lnTo>
                    <a:pt x="9729789" y="723928"/>
                  </a:lnTo>
                  <a:lnTo>
                    <a:pt x="9636908" y="717768"/>
                  </a:lnTo>
                  <a:lnTo>
                    <a:pt x="9550837" y="710940"/>
                  </a:lnTo>
                  <a:lnTo>
                    <a:pt x="9471804" y="703385"/>
                  </a:lnTo>
                  <a:lnTo>
                    <a:pt x="9399561" y="695016"/>
                  </a:lnTo>
                  <a:lnTo>
                    <a:pt x="9333549" y="685728"/>
                  </a:lnTo>
                  <a:lnTo>
                    <a:pt x="9273027" y="675397"/>
                  </a:lnTo>
                  <a:lnTo>
                    <a:pt x="9217168" y="663890"/>
                  </a:lnTo>
                  <a:lnTo>
                    <a:pt x="9165122" y="651077"/>
                  </a:lnTo>
                  <a:lnTo>
                    <a:pt x="9116078" y="636856"/>
                  </a:lnTo>
                  <a:lnTo>
                    <a:pt x="9084767" y="626596"/>
                  </a:lnTo>
                  <a:lnTo>
                    <a:pt x="9031921" y="607132"/>
                  </a:lnTo>
                  <a:lnTo>
                    <a:pt x="8980750" y="585660"/>
                  </a:lnTo>
                  <a:lnTo>
                    <a:pt x="8930613" y="562152"/>
                  </a:lnTo>
                  <a:lnTo>
                    <a:pt x="8881044" y="536649"/>
                  </a:lnTo>
                  <a:lnTo>
                    <a:pt x="8831719" y="509274"/>
                  </a:lnTo>
                  <a:lnTo>
                    <a:pt x="8782431" y="480230"/>
                  </a:lnTo>
                  <a:lnTo>
                    <a:pt x="8733071" y="449806"/>
                  </a:lnTo>
                  <a:lnTo>
                    <a:pt x="8683608" y="418362"/>
                  </a:lnTo>
                  <a:lnTo>
                    <a:pt x="8634065" y="386316"/>
                  </a:lnTo>
                  <a:lnTo>
                    <a:pt x="8584502" y="354121"/>
                  </a:lnTo>
                  <a:lnTo>
                    <a:pt x="8534982" y="322239"/>
                  </a:lnTo>
                  <a:lnTo>
                    <a:pt x="8485555" y="291114"/>
                  </a:lnTo>
                  <a:lnTo>
                    <a:pt x="8436228" y="261145"/>
                  </a:lnTo>
                  <a:lnTo>
                    <a:pt x="8386944" y="232668"/>
                  </a:lnTo>
                  <a:lnTo>
                    <a:pt x="8337562" y="205942"/>
                  </a:lnTo>
                  <a:lnTo>
                    <a:pt x="8287834" y="181141"/>
                  </a:lnTo>
                  <a:lnTo>
                    <a:pt x="8237390" y="158359"/>
                  </a:lnTo>
                  <a:lnTo>
                    <a:pt x="8185705" y="137610"/>
                  </a:lnTo>
                  <a:lnTo>
                    <a:pt x="8151487" y="125319"/>
                  </a:lnTo>
                  <a:lnTo>
                    <a:pt x="8104031" y="110134"/>
                  </a:lnTo>
                  <a:lnTo>
                    <a:pt x="8054068" y="96393"/>
                  </a:lnTo>
                  <a:lnTo>
                    <a:pt x="8000838" y="84031"/>
                  </a:lnTo>
                  <a:lnTo>
                    <a:pt x="7943511" y="72932"/>
                  </a:lnTo>
                  <a:lnTo>
                    <a:pt x="7881240" y="62965"/>
                  </a:lnTo>
                  <a:lnTo>
                    <a:pt x="7813216" y="53999"/>
                  </a:lnTo>
                  <a:lnTo>
                    <a:pt x="7738748" y="45913"/>
                  </a:lnTo>
                  <a:lnTo>
                    <a:pt x="7657365" y="38610"/>
                  </a:lnTo>
                  <a:lnTo>
                    <a:pt x="7568958" y="32011"/>
                  </a:lnTo>
                  <a:lnTo>
                    <a:pt x="7473955" y="26066"/>
                  </a:lnTo>
                  <a:lnTo>
                    <a:pt x="7373510" y="20743"/>
                  </a:lnTo>
                  <a:lnTo>
                    <a:pt x="7269668" y="16036"/>
                  </a:lnTo>
                  <a:lnTo>
                    <a:pt x="7165441" y="11952"/>
                  </a:lnTo>
                  <a:lnTo>
                    <a:pt x="7064700" y="8506"/>
                  </a:lnTo>
                  <a:lnTo>
                    <a:pt x="6971822" y="5708"/>
                  </a:lnTo>
                  <a:lnTo>
                    <a:pt x="6891084" y="3547"/>
                  </a:lnTo>
                  <a:lnTo>
                    <a:pt x="6825902" y="1987"/>
                  </a:lnTo>
                  <a:lnTo>
                    <a:pt x="6778116" y="958"/>
                  </a:lnTo>
                  <a:lnTo>
                    <a:pt x="6747530" y="364"/>
                  </a:lnTo>
                  <a:lnTo>
                    <a:pt x="6731815" y="87"/>
                  </a:lnTo>
                  <a:lnTo>
                    <a:pt x="6726711" y="5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104" y="93"/>
                  </a:lnTo>
                  <a:lnTo>
                    <a:pt x="5248475" y="757"/>
                  </a:lnTo>
                  <a:lnTo>
                    <a:pt x="5234168" y="2592"/>
                  </a:lnTo>
                  <a:lnTo>
                    <a:pt x="5208302" y="6211"/>
                  </a:lnTo>
                  <a:lnTo>
                    <a:pt x="5169164" y="12199"/>
                  </a:lnTo>
                  <a:lnTo>
                    <a:pt x="5116331" y="21069"/>
                  </a:lnTo>
                  <a:lnTo>
                    <a:pt x="5050661" y="33215"/>
                  </a:lnTo>
                  <a:lnTo>
                    <a:pt x="4974102" y="48892"/>
                  </a:lnTo>
                  <a:lnTo>
                    <a:pt x="4889348" y="68215"/>
                  </a:lnTo>
                  <a:lnTo>
                    <a:pt x="4799432" y="91189"/>
                  </a:lnTo>
                  <a:lnTo>
                    <a:pt x="4707324" y="117756"/>
                  </a:lnTo>
                  <a:lnTo>
                    <a:pt x="4615640" y="147844"/>
                  </a:lnTo>
                  <a:lnTo>
                    <a:pt x="4526462" y="181411"/>
                  </a:lnTo>
                  <a:lnTo>
                    <a:pt x="4441283" y="218482"/>
                  </a:lnTo>
                  <a:lnTo>
                    <a:pt x="4361039" y="259173"/>
                  </a:lnTo>
                  <a:lnTo>
                    <a:pt x="4286189" y="303703"/>
                  </a:lnTo>
                  <a:lnTo>
                    <a:pt x="4216819" y="352398"/>
                  </a:lnTo>
                  <a:lnTo>
                    <a:pt x="4152739" y="405687"/>
                  </a:lnTo>
                  <a:lnTo>
                    <a:pt x="4093574" y="464094"/>
                  </a:lnTo>
                  <a:lnTo>
                    <a:pt x="4038828" y="528225"/>
                  </a:lnTo>
                  <a:lnTo>
                    <a:pt x="3987945" y="598738"/>
                  </a:lnTo>
                  <a:lnTo>
                    <a:pt x="3940341" y="676299"/>
                  </a:lnTo>
                  <a:lnTo>
                    <a:pt x="3895439" y="761514"/>
                  </a:lnTo>
                  <a:lnTo>
                    <a:pt x="3852697" y="854810"/>
                  </a:lnTo>
                  <a:lnTo>
                    <a:pt x="3829811" y="909927"/>
                  </a:lnTo>
                  <a:lnTo>
                    <a:pt x="3801495" y="983184"/>
                  </a:lnTo>
                  <a:lnTo>
                    <a:pt x="3773753" y="1060486"/>
                  </a:lnTo>
                  <a:lnTo>
                    <a:pt x="3746467" y="1141913"/>
                  </a:lnTo>
                  <a:lnTo>
                    <a:pt x="3719536" y="1227510"/>
                  </a:lnTo>
                  <a:lnTo>
                    <a:pt x="3692875" y="1317282"/>
                  </a:lnTo>
                  <a:lnTo>
                    <a:pt x="3666412" y="1411193"/>
                  </a:lnTo>
                  <a:lnTo>
                    <a:pt x="3640087" y="1509163"/>
                  </a:lnTo>
                  <a:lnTo>
                    <a:pt x="3613851" y="1611065"/>
                  </a:lnTo>
                  <a:lnTo>
                    <a:pt x="3587664" y="1716723"/>
                  </a:lnTo>
                  <a:lnTo>
                    <a:pt x="3561496" y="1825914"/>
                  </a:lnTo>
                  <a:lnTo>
                    <a:pt x="3535325" y="1938364"/>
                  </a:lnTo>
                  <a:lnTo>
                    <a:pt x="3509136" y="2053754"/>
                  </a:lnTo>
                  <a:lnTo>
                    <a:pt x="3482920" y="2171721"/>
                  </a:lnTo>
                  <a:lnTo>
                    <a:pt x="3456674" y="2291861"/>
                  </a:lnTo>
                  <a:lnTo>
                    <a:pt x="3430399" y="2413736"/>
                  </a:lnTo>
                  <a:lnTo>
                    <a:pt x="3404101" y="2536880"/>
                  </a:lnTo>
                  <a:lnTo>
                    <a:pt x="3377787" y="2660805"/>
                  </a:lnTo>
                  <a:lnTo>
                    <a:pt x="3351468" y="2785011"/>
                  </a:lnTo>
                  <a:lnTo>
                    <a:pt x="3325154" y="2908992"/>
                  </a:lnTo>
                  <a:lnTo>
                    <a:pt x="3298854" y="3032246"/>
                  </a:lnTo>
                  <a:lnTo>
                    <a:pt x="3272576" y="3154285"/>
                  </a:lnTo>
                  <a:lnTo>
                    <a:pt x="3246326" y="3274639"/>
                  </a:lnTo>
                  <a:lnTo>
                    <a:pt x="3220107" y="3392867"/>
                  </a:lnTo>
                  <a:lnTo>
                    <a:pt x="3193915" y="3508562"/>
                  </a:lnTo>
                  <a:lnTo>
                    <a:pt x="3167743" y="3621354"/>
                  </a:lnTo>
                  <a:lnTo>
                    <a:pt x="3141576" y="3730920"/>
                  </a:lnTo>
                  <a:lnTo>
                    <a:pt x="3115392" y="3836981"/>
                  </a:lnTo>
                  <a:lnTo>
                    <a:pt x="3089164" y="3939308"/>
                  </a:lnTo>
                  <a:lnTo>
                    <a:pt x="3062851" y="4037721"/>
                  </a:lnTo>
                  <a:lnTo>
                    <a:pt x="3036406" y="4132086"/>
                  </a:lnTo>
                  <a:lnTo>
                    <a:pt x="3009770" y="4222319"/>
                  </a:lnTo>
                  <a:lnTo>
                    <a:pt x="2982872" y="4308378"/>
                  </a:lnTo>
                  <a:lnTo>
                    <a:pt x="2955630" y="4390265"/>
                  </a:lnTo>
                  <a:lnTo>
                    <a:pt x="2927944" y="4468021"/>
                  </a:lnTo>
                  <a:lnTo>
                    <a:pt x="2899698" y="4541721"/>
                  </a:lnTo>
                  <a:lnTo>
                    <a:pt x="2896531" y="4549635"/>
                  </a:lnTo>
                  <a:lnTo>
                    <a:pt x="2854774" y="4647471"/>
                  </a:lnTo>
                  <a:lnTo>
                    <a:pt x="2811130" y="4737118"/>
                  </a:lnTo>
                  <a:lnTo>
                    <a:pt x="2765090" y="4818845"/>
                  </a:lnTo>
                  <a:lnTo>
                    <a:pt x="2716092" y="4893175"/>
                  </a:lnTo>
                  <a:lnTo>
                    <a:pt x="2663554" y="4960752"/>
                  </a:lnTo>
                  <a:lnTo>
                    <a:pt x="2606899" y="5022246"/>
                  </a:lnTo>
                  <a:lnTo>
                    <a:pt x="2545593" y="5078295"/>
                  </a:lnTo>
                  <a:lnTo>
                    <a:pt x="2479185" y="5129470"/>
                  </a:lnTo>
                  <a:lnTo>
                    <a:pt x="2407374" y="5176257"/>
                  </a:lnTo>
                  <a:lnTo>
                    <a:pt x="2330083" y="5219037"/>
                  </a:lnTo>
                  <a:lnTo>
                    <a:pt x="2247550" y="5258089"/>
                  </a:lnTo>
                  <a:lnTo>
                    <a:pt x="2160436" y="5293585"/>
                  </a:lnTo>
                  <a:lnTo>
                    <a:pt x="2069918" y="5325598"/>
                  </a:lnTo>
                  <a:lnTo>
                    <a:pt x="1977753" y="5354120"/>
                  </a:lnTo>
                  <a:lnTo>
                    <a:pt x="1886275" y="5379091"/>
                  </a:lnTo>
                  <a:lnTo>
                    <a:pt x="1798287" y="5400437"/>
                  </a:lnTo>
                  <a:lnTo>
                    <a:pt x="1716832" y="5418124"/>
                  </a:lnTo>
                  <a:lnTo>
                    <a:pt x="1644843" y="5432201"/>
                  </a:lnTo>
                  <a:lnTo>
                    <a:pt x="1584729" y="5442842"/>
                  </a:lnTo>
                  <a:lnTo>
                    <a:pt x="1537985" y="5450368"/>
                  </a:lnTo>
                  <a:lnTo>
                    <a:pt x="1504910" y="5455228"/>
                  </a:lnTo>
                  <a:lnTo>
                    <a:pt x="1484497" y="5457974"/>
                  </a:lnTo>
                  <a:lnTo>
                    <a:pt x="1474489" y="5459210"/>
                  </a:lnTo>
                  <a:lnTo>
                    <a:pt x="1471534" y="5459547"/>
                  </a:lnTo>
                  <a:lnTo>
                    <a:pt x="1471387" y="5459562"/>
                  </a:lnTo>
                  <a:lnTo>
                    <a:pt x="0" y="5459562"/>
                  </a:lnTo>
                  <a:close/>
                </a:path>
              </a:pathLst>
            </a:custGeom>
            <a:solidFill>
              <a:srgbClr val="E78AC3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485" name="pl1485"/>
            <p:cNvSpPr/>
            <p:nvPr/>
          </p:nvSpPr>
          <p:spPr>
            <a:xfrm>
              <a:off x="4799595" y="3271613"/>
              <a:ext cx="11981298" cy="5459562"/>
            </a:xfrm>
            <a:custGeom>
              <a:avLst/>
              <a:pathLst>
                <a:path w="11981298" h="5459562">
                  <a:moveTo>
                    <a:pt x="0" y="5459562"/>
                  </a:moveTo>
                  <a:lnTo>
                    <a:pt x="1471387" y="5459562"/>
                  </a:lnTo>
                  <a:lnTo>
                    <a:pt x="1472238" y="5459469"/>
                  </a:lnTo>
                  <a:lnTo>
                    <a:pt x="1477867" y="5458805"/>
                  </a:lnTo>
                  <a:lnTo>
                    <a:pt x="1492174" y="5456969"/>
                  </a:lnTo>
                  <a:lnTo>
                    <a:pt x="1518040" y="5453351"/>
                  </a:lnTo>
                  <a:lnTo>
                    <a:pt x="1557179" y="5447363"/>
                  </a:lnTo>
                  <a:lnTo>
                    <a:pt x="1610012" y="5438493"/>
                  </a:lnTo>
                  <a:lnTo>
                    <a:pt x="1675681" y="5426346"/>
                  </a:lnTo>
                  <a:lnTo>
                    <a:pt x="1752241" y="5410670"/>
                  </a:lnTo>
                  <a:lnTo>
                    <a:pt x="1836994" y="5391347"/>
                  </a:lnTo>
                  <a:lnTo>
                    <a:pt x="1926910" y="5368373"/>
                  </a:lnTo>
                  <a:lnTo>
                    <a:pt x="2019018" y="5341805"/>
                  </a:lnTo>
                  <a:lnTo>
                    <a:pt x="2110702" y="5311718"/>
                  </a:lnTo>
                  <a:lnTo>
                    <a:pt x="2199880" y="5278151"/>
                  </a:lnTo>
                  <a:lnTo>
                    <a:pt x="2285059" y="5241080"/>
                  </a:lnTo>
                  <a:lnTo>
                    <a:pt x="2365303" y="5200389"/>
                  </a:lnTo>
                  <a:lnTo>
                    <a:pt x="2440153" y="5155858"/>
                  </a:lnTo>
                  <a:lnTo>
                    <a:pt x="2509523" y="5107164"/>
                  </a:lnTo>
                  <a:lnTo>
                    <a:pt x="2573603" y="5053875"/>
                  </a:lnTo>
                  <a:lnTo>
                    <a:pt x="2632769" y="4995468"/>
                  </a:lnTo>
                  <a:lnTo>
                    <a:pt x="2687514" y="4931337"/>
                  </a:lnTo>
                  <a:lnTo>
                    <a:pt x="2738397" y="4860824"/>
                  </a:lnTo>
                  <a:lnTo>
                    <a:pt x="2786001" y="4783262"/>
                  </a:lnTo>
                  <a:lnTo>
                    <a:pt x="2830904" y="4698048"/>
                  </a:lnTo>
                  <a:lnTo>
                    <a:pt x="2873645" y="4604751"/>
                  </a:lnTo>
                  <a:lnTo>
                    <a:pt x="2896531" y="4549635"/>
                  </a:lnTo>
                  <a:lnTo>
                    <a:pt x="2924847" y="4476378"/>
                  </a:lnTo>
                  <a:lnTo>
                    <a:pt x="2952589" y="4399076"/>
                  </a:lnTo>
                  <a:lnTo>
                    <a:pt x="2979875" y="4317649"/>
                  </a:lnTo>
                  <a:lnTo>
                    <a:pt x="3006806" y="4232052"/>
                  </a:lnTo>
                  <a:lnTo>
                    <a:pt x="3033467" y="4142280"/>
                  </a:lnTo>
                  <a:lnTo>
                    <a:pt x="3059930" y="4048369"/>
                  </a:lnTo>
                  <a:lnTo>
                    <a:pt x="3086255" y="3950399"/>
                  </a:lnTo>
                  <a:lnTo>
                    <a:pt x="3112492" y="3848497"/>
                  </a:lnTo>
                  <a:lnTo>
                    <a:pt x="3138678" y="3742839"/>
                  </a:lnTo>
                  <a:lnTo>
                    <a:pt x="3164846" y="3633648"/>
                  </a:lnTo>
                  <a:lnTo>
                    <a:pt x="3191017" y="3521198"/>
                  </a:lnTo>
                  <a:lnTo>
                    <a:pt x="3217206" y="3405807"/>
                  </a:lnTo>
                  <a:lnTo>
                    <a:pt x="3243422" y="3287841"/>
                  </a:lnTo>
                  <a:lnTo>
                    <a:pt x="3269668" y="3167701"/>
                  </a:lnTo>
                  <a:lnTo>
                    <a:pt x="3295943" y="3045826"/>
                  </a:lnTo>
                  <a:lnTo>
                    <a:pt x="3322241" y="2922682"/>
                  </a:lnTo>
                  <a:lnTo>
                    <a:pt x="3348555" y="2798757"/>
                  </a:lnTo>
                  <a:lnTo>
                    <a:pt x="3374874" y="2674551"/>
                  </a:lnTo>
                  <a:lnTo>
                    <a:pt x="3401188" y="2550570"/>
                  </a:lnTo>
                  <a:lnTo>
                    <a:pt x="3427488" y="2427316"/>
                  </a:lnTo>
                  <a:lnTo>
                    <a:pt x="3453766" y="2305277"/>
                  </a:lnTo>
                  <a:lnTo>
                    <a:pt x="3480016" y="2184922"/>
                  </a:lnTo>
                  <a:lnTo>
                    <a:pt x="3506235" y="2066694"/>
                  </a:lnTo>
                  <a:lnTo>
                    <a:pt x="3532427" y="1951000"/>
                  </a:lnTo>
                  <a:lnTo>
                    <a:pt x="3558599" y="1838208"/>
                  </a:lnTo>
                  <a:lnTo>
                    <a:pt x="3584766" y="1728642"/>
                  </a:lnTo>
                  <a:lnTo>
                    <a:pt x="3610950" y="1622581"/>
                  </a:lnTo>
                  <a:lnTo>
                    <a:pt x="3637179" y="1520253"/>
                  </a:lnTo>
                  <a:lnTo>
                    <a:pt x="3663492" y="1421841"/>
                  </a:lnTo>
                  <a:lnTo>
                    <a:pt x="3689937" y="1327476"/>
                  </a:lnTo>
                  <a:lnTo>
                    <a:pt x="3716572" y="1237243"/>
                  </a:lnTo>
                  <a:lnTo>
                    <a:pt x="3743470" y="1151184"/>
                  </a:lnTo>
                  <a:lnTo>
                    <a:pt x="3770712" y="1069297"/>
                  </a:lnTo>
                  <a:lnTo>
                    <a:pt x="3798398" y="991541"/>
                  </a:lnTo>
                  <a:lnTo>
                    <a:pt x="3826644" y="917841"/>
                  </a:lnTo>
                  <a:lnTo>
                    <a:pt x="3829811" y="909927"/>
                  </a:lnTo>
                  <a:lnTo>
                    <a:pt x="3871568" y="812091"/>
                  </a:lnTo>
                  <a:lnTo>
                    <a:pt x="3915212" y="722443"/>
                  </a:lnTo>
                  <a:lnTo>
                    <a:pt x="3961252" y="640717"/>
                  </a:lnTo>
                  <a:lnTo>
                    <a:pt x="4010250" y="566387"/>
                  </a:lnTo>
                  <a:lnTo>
                    <a:pt x="4062788" y="498810"/>
                  </a:lnTo>
                  <a:lnTo>
                    <a:pt x="4119443" y="437316"/>
                  </a:lnTo>
                  <a:lnTo>
                    <a:pt x="4180750" y="381267"/>
                  </a:lnTo>
                  <a:lnTo>
                    <a:pt x="4247157" y="330092"/>
                  </a:lnTo>
                  <a:lnTo>
                    <a:pt x="4318968" y="283305"/>
                  </a:lnTo>
                  <a:lnTo>
                    <a:pt x="4396259" y="240525"/>
                  </a:lnTo>
                  <a:lnTo>
                    <a:pt x="4478792" y="201472"/>
                  </a:lnTo>
                  <a:lnTo>
                    <a:pt x="4565906" y="165976"/>
                  </a:lnTo>
                  <a:lnTo>
                    <a:pt x="4656424" y="133964"/>
                  </a:lnTo>
                  <a:lnTo>
                    <a:pt x="4748589" y="105442"/>
                  </a:lnTo>
                  <a:lnTo>
                    <a:pt x="4840067" y="80471"/>
                  </a:lnTo>
                  <a:lnTo>
                    <a:pt x="4928055" y="59124"/>
                  </a:lnTo>
                  <a:lnTo>
                    <a:pt x="5009510" y="41438"/>
                  </a:lnTo>
                  <a:lnTo>
                    <a:pt x="5081499" y="27361"/>
                  </a:lnTo>
                  <a:lnTo>
                    <a:pt x="5141613" y="16720"/>
                  </a:lnTo>
                  <a:lnTo>
                    <a:pt x="5188357" y="9194"/>
                  </a:lnTo>
                  <a:lnTo>
                    <a:pt x="5221432" y="4334"/>
                  </a:lnTo>
                  <a:lnTo>
                    <a:pt x="5241845" y="1588"/>
                  </a:lnTo>
                  <a:lnTo>
                    <a:pt x="5251853" y="352"/>
                  </a:lnTo>
                  <a:lnTo>
                    <a:pt x="5254808" y="15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573" y="18"/>
                  </a:lnTo>
                  <a:lnTo>
                    <a:pt x="6735651" y="152"/>
                  </a:lnTo>
                  <a:lnTo>
                    <a:pt x="6755963" y="522"/>
                  </a:lnTo>
                  <a:lnTo>
                    <a:pt x="6792155" y="1249"/>
                  </a:lnTo>
                  <a:lnTo>
                    <a:pt x="6845854" y="2446"/>
                  </a:lnTo>
                  <a:lnTo>
                    <a:pt x="6916544" y="4201"/>
                  </a:lnTo>
                  <a:lnTo>
                    <a:pt x="7001788" y="6573"/>
                  </a:lnTo>
                  <a:lnTo>
                    <a:pt x="7097796" y="9589"/>
                  </a:lnTo>
                  <a:lnTo>
                    <a:pt x="7200178" y="13250"/>
                  </a:lnTo>
                  <a:lnTo>
                    <a:pt x="7304669" y="17544"/>
                  </a:lnTo>
                  <a:lnTo>
                    <a:pt x="7407661" y="22458"/>
                  </a:lnTo>
                  <a:lnTo>
                    <a:pt x="7506464" y="27987"/>
                  </a:lnTo>
                  <a:lnTo>
                    <a:pt x="7599346" y="34147"/>
                  </a:lnTo>
                  <a:lnTo>
                    <a:pt x="7685416" y="40975"/>
                  </a:lnTo>
                  <a:lnTo>
                    <a:pt x="7764449" y="48530"/>
                  </a:lnTo>
                  <a:lnTo>
                    <a:pt x="7836693" y="56899"/>
                  </a:lnTo>
                  <a:lnTo>
                    <a:pt x="7902705" y="66187"/>
                  </a:lnTo>
                  <a:lnTo>
                    <a:pt x="7963226" y="76518"/>
                  </a:lnTo>
                  <a:lnTo>
                    <a:pt x="8019086" y="88025"/>
                  </a:lnTo>
                  <a:lnTo>
                    <a:pt x="8071131" y="100838"/>
                  </a:lnTo>
                  <a:lnTo>
                    <a:pt x="8120175" y="115059"/>
                  </a:lnTo>
                  <a:lnTo>
                    <a:pt x="8151487" y="125319"/>
                  </a:lnTo>
                  <a:lnTo>
                    <a:pt x="8204333" y="144783"/>
                  </a:lnTo>
                  <a:lnTo>
                    <a:pt x="8255503" y="166255"/>
                  </a:lnTo>
                  <a:lnTo>
                    <a:pt x="8305640" y="189763"/>
                  </a:lnTo>
                  <a:lnTo>
                    <a:pt x="8355209" y="215266"/>
                  </a:lnTo>
                  <a:lnTo>
                    <a:pt x="8404534" y="242641"/>
                  </a:lnTo>
                  <a:lnTo>
                    <a:pt x="8453822" y="271685"/>
                  </a:lnTo>
                  <a:lnTo>
                    <a:pt x="8503182" y="302108"/>
                  </a:lnTo>
                  <a:lnTo>
                    <a:pt x="8552646" y="333552"/>
                  </a:lnTo>
                  <a:lnTo>
                    <a:pt x="8602188" y="365599"/>
                  </a:lnTo>
                  <a:lnTo>
                    <a:pt x="8651751" y="397794"/>
                  </a:lnTo>
                  <a:lnTo>
                    <a:pt x="8701271" y="429676"/>
                  </a:lnTo>
                  <a:lnTo>
                    <a:pt x="8750698" y="460801"/>
                  </a:lnTo>
                  <a:lnTo>
                    <a:pt x="8800025" y="490770"/>
                  </a:lnTo>
                  <a:lnTo>
                    <a:pt x="8849309" y="519247"/>
                  </a:lnTo>
                  <a:lnTo>
                    <a:pt x="8898692" y="545973"/>
                  </a:lnTo>
                  <a:lnTo>
                    <a:pt x="8948419" y="570774"/>
                  </a:lnTo>
                  <a:lnTo>
                    <a:pt x="8998863" y="593556"/>
                  </a:lnTo>
                  <a:lnTo>
                    <a:pt x="9050548" y="614305"/>
                  </a:lnTo>
                  <a:lnTo>
                    <a:pt x="9084767" y="626596"/>
                  </a:lnTo>
                  <a:lnTo>
                    <a:pt x="9132222" y="641781"/>
                  </a:lnTo>
                  <a:lnTo>
                    <a:pt x="9182185" y="655522"/>
                  </a:lnTo>
                  <a:lnTo>
                    <a:pt x="9235415" y="667884"/>
                  </a:lnTo>
                  <a:lnTo>
                    <a:pt x="9292742" y="678982"/>
                  </a:lnTo>
                  <a:lnTo>
                    <a:pt x="9355013" y="688949"/>
                  </a:lnTo>
                  <a:lnTo>
                    <a:pt x="9423037" y="697916"/>
                  </a:lnTo>
                  <a:lnTo>
                    <a:pt x="9497505" y="706002"/>
                  </a:lnTo>
                  <a:lnTo>
                    <a:pt x="9578888" y="713305"/>
                  </a:lnTo>
                  <a:lnTo>
                    <a:pt x="9667295" y="719903"/>
                  </a:lnTo>
                  <a:lnTo>
                    <a:pt x="9762298" y="725849"/>
                  </a:lnTo>
                  <a:lnTo>
                    <a:pt x="9862743" y="731172"/>
                  </a:lnTo>
                  <a:lnTo>
                    <a:pt x="9966586" y="735879"/>
                  </a:lnTo>
                  <a:lnTo>
                    <a:pt x="10070813" y="739963"/>
                  </a:lnTo>
                  <a:lnTo>
                    <a:pt x="10171554" y="743408"/>
                  </a:lnTo>
                  <a:lnTo>
                    <a:pt x="10264431" y="746207"/>
                  </a:lnTo>
                  <a:lnTo>
                    <a:pt x="10345169" y="748368"/>
                  </a:lnTo>
                  <a:lnTo>
                    <a:pt x="10410351" y="749928"/>
                  </a:lnTo>
                  <a:lnTo>
                    <a:pt x="10458137" y="750956"/>
                  </a:lnTo>
                  <a:lnTo>
                    <a:pt x="10488723" y="751551"/>
                  </a:lnTo>
                  <a:lnTo>
                    <a:pt x="10504438" y="751828"/>
                  </a:lnTo>
                  <a:lnTo>
                    <a:pt x="10509542" y="751910"/>
                  </a:lnTo>
                  <a:lnTo>
                    <a:pt x="10509911" y="751915"/>
                  </a:lnTo>
                  <a:lnTo>
                    <a:pt x="11981298" y="75191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86" name="pl1486"/>
            <p:cNvSpPr/>
            <p:nvPr/>
          </p:nvSpPr>
          <p:spPr>
            <a:xfrm>
              <a:off x="4799595" y="3263440"/>
              <a:ext cx="11981298" cy="5459562"/>
            </a:xfrm>
            <a:custGeom>
              <a:avLst/>
              <a:pathLst>
                <a:path w="11981298" h="5459562">
                  <a:moveTo>
                    <a:pt x="11981298" y="751915"/>
                  </a:moveTo>
                  <a:lnTo>
                    <a:pt x="10509911" y="751915"/>
                  </a:lnTo>
                  <a:lnTo>
                    <a:pt x="10508680" y="751897"/>
                  </a:lnTo>
                  <a:lnTo>
                    <a:pt x="10500603" y="751763"/>
                  </a:lnTo>
                  <a:lnTo>
                    <a:pt x="10480291" y="751393"/>
                  </a:lnTo>
                  <a:lnTo>
                    <a:pt x="10444098" y="750666"/>
                  </a:lnTo>
                  <a:lnTo>
                    <a:pt x="10390399" y="749469"/>
                  </a:lnTo>
                  <a:lnTo>
                    <a:pt x="10319709" y="747714"/>
                  </a:lnTo>
                  <a:lnTo>
                    <a:pt x="10234465" y="745342"/>
                  </a:lnTo>
                  <a:lnTo>
                    <a:pt x="10138457" y="742326"/>
                  </a:lnTo>
                  <a:lnTo>
                    <a:pt x="10036075" y="738665"/>
                  </a:lnTo>
                  <a:lnTo>
                    <a:pt x="9931584" y="734371"/>
                  </a:lnTo>
                  <a:lnTo>
                    <a:pt x="9828592" y="729457"/>
                  </a:lnTo>
                  <a:lnTo>
                    <a:pt x="9729789" y="723928"/>
                  </a:lnTo>
                  <a:lnTo>
                    <a:pt x="9636908" y="717768"/>
                  </a:lnTo>
                  <a:lnTo>
                    <a:pt x="9550837" y="710940"/>
                  </a:lnTo>
                  <a:lnTo>
                    <a:pt x="9471804" y="703385"/>
                  </a:lnTo>
                  <a:lnTo>
                    <a:pt x="9399561" y="695016"/>
                  </a:lnTo>
                  <a:lnTo>
                    <a:pt x="9333549" y="685728"/>
                  </a:lnTo>
                  <a:lnTo>
                    <a:pt x="9273027" y="675397"/>
                  </a:lnTo>
                  <a:lnTo>
                    <a:pt x="9217168" y="663890"/>
                  </a:lnTo>
                  <a:lnTo>
                    <a:pt x="9165122" y="651077"/>
                  </a:lnTo>
                  <a:lnTo>
                    <a:pt x="9116078" y="636856"/>
                  </a:lnTo>
                  <a:lnTo>
                    <a:pt x="9084767" y="626596"/>
                  </a:lnTo>
                  <a:lnTo>
                    <a:pt x="9031921" y="607132"/>
                  </a:lnTo>
                  <a:lnTo>
                    <a:pt x="8980750" y="585660"/>
                  </a:lnTo>
                  <a:lnTo>
                    <a:pt x="8930613" y="562152"/>
                  </a:lnTo>
                  <a:lnTo>
                    <a:pt x="8881044" y="536649"/>
                  </a:lnTo>
                  <a:lnTo>
                    <a:pt x="8831719" y="509274"/>
                  </a:lnTo>
                  <a:lnTo>
                    <a:pt x="8782431" y="480230"/>
                  </a:lnTo>
                  <a:lnTo>
                    <a:pt x="8733071" y="449806"/>
                  </a:lnTo>
                  <a:lnTo>
                    <a:pt x="8683608" y="418362"/>
                  </a:lnTo>
                  <a:lnTo>
                    <a:pt x="8634065" y="386316"/>
                  </a:lnTo>
                  <a:lnTo>
                    <a:pt x="8584502" y="354121"/>
                  </a:lnTo>
                  <a:lnTo>
                    <a:pt x="8534982" y="322239"/>
                  </a:lnTo>
                  <a:lnTo>
                    <a:pt x="8485555" y="291114"/>
                  </a:lnTo>
                  <a:lnTo>
                    <a:pt x="8436228" y="261145"/>
                  </a:lnTo>
                  <a:lnTo>
                    <a:pt x="8386944" y="232668"/>
                  </a:lnTo>
                  <a:lnTo>
                    <a:pt x="8337562" y="205942"/>
                  </a:lnTo>
                  <a:lnTo>
                    <a:pt x="8287834" y="181141"/>
                  </a:lnTo>
                  <a:lnTo>
                    <a:pt x="8237390" y="158359"/>
                  </a:lnTo>
                  <a:lnTo>
                    <a:pt x="8185705" y="137610"/>
                  </a:lnTo>
                  <a:lnTo>
                    <a:pt x="8151487" y="125319"/>
                  </a:lnTo>
                  <a:lnTo>
                    <a:pt x="8104031" y="110134"/>
                  </a:lnTo>
                  <a:lnTo>
                    <a:pt x="8054068" y="96393"/>
                  </a:lnTo>
                  <a:lnTo>
                    <a:pt x="8000838" y="84031"/>
                  </a:lnTo>
                  <a:lnTo>
                    <a:pt x="7943511" y="72932"/>
                  </a:lnTo>
                  <a:lnTo>
                    <a:pt x="7881240" y="62965"/>
                  </a:lnTo>
                  <a:lnTo>
                    <a:pt x="7813216" y="53999"/>
                  </a:lnTo>
                  <a:lnTo>
                    <a:pt x="7738748" y="45913"/>
                  </a:lnTo>
                  <a:lnTo>
                    <a:pt x="7657365" y="38610"/>
                  </a:lnTo>
                  <a:lnTo>
                    <a:pt x="7568958" y="32011"/>
                  </a:lnTo>
                  <a:lnTo>
                    <a:pt x="7473955" y="26066"/>
                  </a:lnTo>
                  <a:lnTo>
                    <a:pt x="7373510" y="20743"/>
                  </a:lnTo>
                  <a:lnTo>
                    <a:pt x="7269668" y="16036"/>
                  </a:lnTo>
                  <a:lnTo>
                    <a:pt x="7165441" y="11952"/>
                  </a:lnTo>
                  <a:lnTo>
                    <a:pt x="7064700" y="8506"/>
                  </a:lnTo>
                  <a:lnTo>
                    <a:pt x="6971822" y="5708"/>
                  </a:lnTo>
                  <a:lnTo>
                    <a:pt x="6891084" y="3547"/>
                  </a:lnTo>
                  <a:lnTo>
                    <a:pt x="6825902" y="1987"/>
                  </a:lnTo>
                  <a:lnTo>
                    <a:pt x="6778116" y="958"/>
                  </a:lnTo>
                  <a:lnTo>
                    <a:pt x="6747530" y="364"/>
                  </a:lnTo>
                  <a:lnTo>
                    <a:pt x="6731815" y="87"/>
                  </a:lnTo>
                  <a:lnTo>
                    <a:pt x="6726711" y="5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104" y="93"/>
                  </a:lnTo>
                  <a:lnTo>
                    <a:pt x="5248475" y="757"/>
                  </a:lnTo>
                  <a:lnTo>
                    <a:pt x="5234168" y="2592"/>
                  </a:lnTo>
                  <a:lnTo>
                    <a:pt x="5208302" y="6211"/>
                  </a:lnTo>
                  <a:lnTo>
                    <a:pt x="5169164" y="12199"/>
                  </a:lnTo>
                  <a:lnTo>
                    <a:pt x="5116331" y="21069"/>
                  </a:lnTo>
                  <a:lnTo>
                    <a:pt x="5050661" y="33215"/>
                  </a:lnTo>
                  <a:lnTo>
                    <a:pt x="4974102" y="48892"/>
                  </a:lnTo>
                  <a:lnTo>
                    <a:pt x="4889348" y="68215"/>
                  </a:lnTo>
                  <a:lnTo>
                    <a:pt x="4799432" y="91189"/>
                  </a:lnTo>
                  <a:lnTo>
                    <a:pt x="4707324" y="117756"/>
                  </a:lnTo>
                  <a:lnTo>
                    <a:pt x="4615640" y="147844"/>
                  </a:lnTo>
                  <a:lnTo>
                    <a:pt x="4526462" y="181411"/>
                  </a:lnTo>
                  <a:lnTo>
                    <a:pt x="4441283" y="218482"/>
                  </a:lnTo>
                  <a:lnTo>
                    <a:pt x="4361039" y="259173"/>
                  </a:lnTo>
                  <a:lnTo>
                    <a:pt x="4286189" y="303703"/>
                  </a:lnTo>
                  <a:lnTo>
                    <a:pt x="4216819" y="352398"/>
                  </a:lnTo>
                  <a:lnTo>
                    <a:pt x="4152739" y="405687"/>
                  </a:lnTo>
                  <a:lnTo>
                    <a:pt x="4093574" y="464094"/>
                  </a:lnTo>
                  <a:lnTo>
                    <a:pt x="4038828" y="528225"/>
                  </a:lnTo>
                  <a:lnTo>
                    <a:pt x="3987945" y="598738"/>
                  </a:lnTo>
                  <a:lnTo>
                    <a:pt x="3940341" y="676299"/>
                  </a:lnTo>
                  <a:lnTo>
                    <a:pt x="3895439" y="761514"/>
                  </a:lnTo>
                  <a:lnTo>
                    <a:pt x="3852697" y="854810"/>
                  </a:lnTo>
                  <a:lnTo>
                    <a:pt x="3829811" y="909927"/>
                  </a:lnTo>
                  <a:lnTo>
                    <a:pt x="3801495" y="983184"/>
                  </a:lnTo>
                  <a:lnTo>
                    <a:pt x="3773753" y="1060486"/>
                  </a:lnTo>
                  <a:lnTo>
                    <a:pt x="3746467" y="1141913"/>
                  </a:lnTo>
                  <a:lnTo>
                    <a:pt x="3719536" y="1227510"/>
                  </a:lnTo>
                  <a:lnTo>
                    <a:pt x="3692875" y="1317282"/>
                  </a:lnTo>
                  <a:lnTo>
                    <a:pt x="3666412" y="1411193"/>
                  </a:lnTo>
                  <a:lnTo>
                    <a:pt x="3640087" y="1509163"/>
                  </a:lnTo>
                  <a:lnTo>
                    <a:pt x="3613851" y="1611065"/>
                  </a:lnTo>
                  <a:lnTo>
                    <a:pt x="3587664" y="1716723"/>
                  </a:lnTo>
                  <a:lnTo>
                    <a:pt x="3561496" y="1825914"/>
                  </a:lnTo>
                  <a:lnTo>
                    <a:pt x="3535325" y="1938364"/>
                  </a:lnTo>
                  <a:lnTo>
                    <a:pt x="3509136" y="2053754"/>
                  </a:lnTo>
                  <a:lnTo>
                    <a:pt x="3482920" y="2171721"/>
                  </a:lnTo>
                  <a:lnTo>
                    <a:pt x="3456674" y="2291861"/>
                  </a:lnTo>
                  <a:lnTo>
                    <a:pt x="3430399" y="2413736"/>
                  </a:lnTo>
                  <a:lnTo>
                    <a:pt x="3404101" y="2536880"/>
                  </a:lnTo>
                  <a:lnTo>
                    <a:pt x="3377787" y="2660805"/>
                  </a:lnTo>
                  <a:lnTo>
                    <a:pt x="3351468" y="2785011"/>
                  </a:lnTo>
                  <a:lnTo>
                    <a:pt x="3325154" y="2908992"/>
                  </a:lnTo>
                  <a:lnTo>
                    <a:pt x="3298854" y="3032246"/>
                  </a:lnTo>
                  <a:lnTo>
                    <a:pt x="3272576" y="3154285"/>
                  </a:lnTo>
                  <a:lnTo>
                    <a:pt x="3246326" y="3274639"/>
                  </a:lnTo>
                  <a:lnTo>
                    <a:pt x="3220107" y="3392867"/>
                  </a:lnTo>
                  <a:lnTo>
                    <a:pt x="3193915" y="3508562"/>
                  </a:lnTo>
                  <a:lnTo>
                    <a:pt x="3167743" y="3621354"/>
                  </a:lnTo>
                  <a:lnTo>
                    <a:pt x="3141576" y="3730920"/>
                  </a:lnTo>
                  <a:lnTo>
                    <a:pt x="3115392" y="3836981"/>
                  </a:lnTo>
                  <a:lnTo>
                    <a:pt x="3089164" y="3939308"/>
                  </a:lnTo>
                  <a:lnTo>
                    <a:pt x="3062851" y="4037721"/>
                  </a:lnTo>
                  <a:lnTo>
                    <a:pt x="3036406" y="4132086"/>
                  </a:lnTo>
                  <a:lnTo>
                    <a:pt x="3009770" y="4222319"/>
                  </a:lnTo>
                  <a:lnTo>
                    <a:pt x="2982872" y="4308378"/>
                  </a:lnTo>
                  <a:lnTo>
                    <a:pt x="2955630" y="4390265"/>
                  </a:lnTo>
                  <a:lnTo>
                    <a:pt x="2927944" y="4468021"/>
                  </a:lnTo>
                  <a:lnTo>
                    <a:pt x="2899698" y="4541721"/>
                  </a:lnTo>
                  <a:lnTo>
                    <a:pt x="2896531" y="4549635"/>
                  </a:lnTo>
                  <a:lnTo>
                    <a:pt x="2854774" y="4647471"/>
                  </a:lnTo>
                  <a:lnTo>
                    <a:pt x="2811130" y="4737118"/>
                  </a:lnTo>
                  <a:lnTo>
                    <a:pt x="2765090" y="4818845"/>
                  </a:lnTo>
                  <a:lnTo>
                    <a:pt x="2716092" y="4893175"/>
                  </a:lnTo>
                  <a:lnTo>
                    <a:pt x="2663554" y="4960752"/>
                  </a:lnTo>
                  <a:lnTo>
                    <a:pt x="2606899" y="5022246"/>
                  </a:lnTo>
                  <a:lnTo>
                    <a:pt x="2545593" y="5078295"/>
                  </a:lnTo>
                  <a:lnTo>
                    <a:pt x="2479185" y="5129470"/>
                  </a:lnTo>
                  <a:lnTo>
                    <a:pt x="2407374" y="5176257"/>
                  </a:lnTo>
                  <a:lnTo>
                    <a:pt x="2330083" y="5219037"/>
                  </a:lnTo>
                  <a:lnTo>
                    <a:pt x="2247550" y="5258089"/>
                  </a:lnTo>
                  <a:lnTo>
                    <a:pt x="2160436" y="5293585"/>
                  </a:lnTo>
                  <a:lnTo>
                    <a:pt x="2069918" y="5325598"/>
                  </a:lnTo>
                  <a:lnTo>
                    <a:pt x="1977753" y="5354120"/>
                  </a:lnTo>
                  <a:lnTo>
                    <a:pt x="1886275" y="5379091"/>
                  </a:lnTo>
                  <a:lnTo>
                    <a:pt x="1798287" y="5400437"/>
                  </a:lnTo>
                  <a:lnTo>
                    <a:pt x="1716832" y="5418124"/>
                  </a:lnTo>
                  <a:lnTo>
                    <a:pt x="1644843" y="5432201"/>
                  </a:lnTo>
                  <a:lnTo>
                    <a:pt x="1584729" y="5442842"/>
                  </a:lnTo>
                  <a:lnTo>
                    <a:pt x="1537985" y="5450368"/>
                  </a:lnTo>
                  <a:lnTo>
                    <a:pt x="1504910" y="5455228"/>
                  </a:lnTo>
                  <a:lnTo>
                    <a:pt x="1484497" y="5457974"/>
                  </a:lnTo>
                  <a:lnTo>
                    <a:pt x="1474489" y="5459210"/>
                  </a:lnTo>
                  <a:lnTo>
                    <a:pt x="1471534" y="5459547"/>
                  </a:lnTo>
                  <a:lnTo>
                    <a:pt x="1471387" y="5459562"/>
                  </a:lnTo>
                  <a:lnTo>
                    <a:pt x="0" y="545956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87" name="pg1487"/>
            <p:cNvSpPr/>
            <p:nvPr/>
          </p:nvSpPr>
          <p:spPr>
            <a:xfrm>
              <a:off x="4799595" y="3533149"/>
              <a:ext cx="11981298" cy="5206199"/>
            </a:xfrm>
            <a:custGeom>
              <a:avLst/>
              <a:pathLst>
                <a:path w="11981298" h="5206199">
                  <a:moveTo>
                    <a:pt x="0" y="5206199"/>
                  </a:moveTo>
                  <a:lnTo>
                    <a:pt x="1471387" y="5206199"/>
                  </a:lnTo>
                  <a:lnTo>
                    <a:pt x="1472255" y="5206109"/>
                  </a:lnTo>
                  <a:lnTo>
                    <a:pt x="1477992" y="5205463"/>
                  </a:lnTo>
                  <a:lnTo>
                    <a:pt x="1492566" y="5203681"/>
                  </a:lnTo>
                  <a:lnTo>
                    <a:pt x="1518898" y="5200166"/>
                  </a:lnTo>
                  <a:lnTo>
                    <a:pt x="1558706" y="5194352"/>
                  </a:lnTo>
                  <a:lnTo>
                    <a:pt x="1612379" y="5185742"/>
                  </a:lnTo>
                  <a:lnTo>
                    <a:pt x="1678999" y="5173960"/>
                  </a:lnTo>
                  <a:lnTo>
                    <a:pt x="1756540" y="5158764"/>
                  </a:lnTo>
                  <a:lnTo>
                    <a:pt x="1842225" y="5140049"/>
                  </a:lnTo>
                  <a:lnTo>
                    <a:pt x="1932957" y="5117812"/>
                  </a:lnTo>
                  <a:lnTo>
                    <a:pt x="2025722" y="5092114"/>
                  </a:lnTo>
                  <a:lnTo>
                    <a:pt x="2117885" y="5063025"/>
                  </a:lnTo>
                  <a:lnTo>
                    <a:pt x="2207368" y="5030580"/>
                  </a:lnTo>
                  <a:lnTo>
                    <a:pt x="2292696" y="4994748"/>
                  </a:lnTo>
                  <a:lnTo>
                    <a:pt x="2372964" y="4955408"/>
                  </a:lnTo>
                  <a:lnTo>
                    <a:pt x="2447742" y="4912338"/>
                  </a:lnTo>
                  <a:lnTo>
                    <a:pt x="2516977" y="4865212"/>
                  </a:lnTo>
                  <a:lnTo>
                    <a:pt x="2580886" y="4813601"/>
                  </a:lnTo>
                  <a:lnTo>
                    <a:pt x="2639870" y="4756986"/>
                  </a:lnTo>
                  <a:lnTo>
                    <a:pt x="2694444" y="4694772"/>
                  </a:lnTo>
                  <a:lnTo>
                    <a:pt x="2745182" y="4626315"/>
                  </a:lnTo>
                  <a:lnTo>
                    <a:pt x="2792681" y="4550972"/>
                  </a:lnTo>
                  <a:lnTo>
                    <a:pt x="2837523" y="4468173"/>
                  </a:lnTo>
                  <a:lnTo>
                    <a:pt x="2880255" y="4377538"/>
                  </a:lnTo>
                  <a:lnTo>
                    <a:pt x="2896531" y="4339862"/>
                  </a:lnTo>
                  <a:lnTo>
                    <a:pt x="2925497" y="4268449"/>
                  </a:lnTo>
                  <a:lnTo>
                    <a:pt x="2953865" y="4193001"/>
                  </a:lnTo>
                  <a:lnTo>
                    <a:pt x="2981762" y="4113439"/>
                  </a:lnTo>
                  <a:lnTo>
                    <a:pt x="3009293" y="4029719"/>
                  </a:lnTo>
                  <a:lnTo>
                    <a:pt x="3036549" y="3941839"/>
                  </a:lnTo>
                  <a:lnTo>
                    <a:pt x="3063606" y="3849840"/>
                  </a:lnTo>
                  <a:lnTo>
                    <a:pt x="3090526" y="3753810"/>
                  </a:lnTo>
                  <a:lnTo>
                    <a:pt x="3117360" y="3653885"/>
                  </a:lnTo>
                  <a:lnTo>
                    <a:pt x="3144149" y="3550254"/>
                  </a:lnTo>
                  <a:lnTo>
                    <a:pt x="3170923" y="3443155"/>
                  </a:lnTo>
                  <a:lnTo>
                    <a:pt x="3197705" y="3332877"/>
                  </a:lnTo>
                  <a:lnTo>
                    <a:pt x="3224509" y="3219757"/>
                  </a:lnTo>
                  <a:lnTo>
                    <a:pt x="3251343" y="3104177"/>
                  </a:lnTo>
                  <a:lnTo>
                    <a:pt x="3278209" y="2986559"/>
                  </a:lnTo>
                  <a:lnTo>
                    <a:pt x="3305102" y="2867360"/>
                  </a:lnTo>
                  <a:lnTo>
                    <a:pt x="3332018" y="2747064"/>
                  </a:lnTo>
                  <a:lnTo>
                    <a:pt x="3358946" y="2626174"/>
                  </a:lnTo>
                  <a:lnTo>
                    <a:pt x="3385875" y="2505202"/>
                  </a:lnTo>
                  <a:lnTo>
                    <a:pt x="3412796" y="2384665"/>
                  </a:lnTo>
                  <a:lnTo>
                    <a:pt x="3439697" y="2265068"/>
                  </a:lnTo>
                  <a:lnTo>
                    <a:pt x="3466572" y="2146904"/>
                  </a:lnTo>
                  <a:lnTo>
                    <a:pt x="3493416" y="2030637"/>
                  </a:lnTo>
                  <a:lnTo>
                    <a:pt x="3520229" y="1916702"/>
                  </a:lnTo>
                  <a:lnTo>
                    <a:pt x="3547017" y="1805494"/>
                  </a:lnTo>
                  <a:lnTo>
                    <a:pt x="3573792" y="1697364"/>
                  </a:lnTo>
                  <a:lnTo>
                    <a:pt x="3600573" y="1592616"/>
                  </a:lnTo>
                  <a:lnTo>
                    <a:pt x="3627389" y="1491506"/>
                  </a:lnTo>
                  <a:lnTo>
                    <a:pt x="3654277" y="1394237"/>
                  </a:lnTo>
                  <a:lnTo>
                    <a:pt x="3681285" y="1300961"/>
                  </a:lnTo>
                  <a:lnTo>
                    <a:pt x="3708470" y="1211782"/>
                  </a:lnTo>
                  <a:lnTo>
                    <a:pt x="3735906" y="1126755"/>
                  </a:lnTo>
                  <a:lnTo>
                    <a:pt x="3763677" y="1045891"/>
                  </a:lnTo>
                  <a:lnTo>
                    <a:pt x="3791885" y="969159"/>
                  </a:lnTo>
                  <a:lnTo>
                    <a:pt x="3820649" y="896491"/>
                  </a:lnTo>
                  <a:lnTo>
                    <a:pt x="3829811" y="874510"/>
                  </a:lnTo>
                  <a:lnTo>
                    <a:pt x="3871850" y="780773"/>
                  </a:lnTo>
                  <a:lnTo>
                    <a:pt x="3915803" y="694932"/>
                  </a:lnTo>
                  <a:lnTo>
                    <a:pt x="3962193" y="616728"/>
                  </a:lnTo>
                  <a:lnTo>
                    <a:pt x="4011590" y="545648"/>
                  </a:lnTo>
                  <a:lnTo>
                    <a:pt x="4064590" y="481065"/>
                  </a:lnTo>
                  <a:lnTo>
                    <a:pt x="4121781" y="422330"/>
                  </a:lnTo>
                  <a:lnTo>
                    <a:pt x="4183704" y="368825"/>
                  </a:lnTo>
                  <a:lnTo>
                    <a:pt x="4250815" y="319997"/>
                  </a:lnTo>
                  <a:lnTo>
                    <a:pt x="4323410" y="275382"/>
                  </a:lnTo>
                  <a:lnTo>
                    <a:pt x="4401554" y="234613"/>
                  </a:lnTo>
                  <a:lnTo>
                    <a:pt x="4484978" y="197426"/>
                  </a:lnTo>
                  <a:lnTo>
                    <a:pt x="4572976" y="163662"/>
                  </a:lnTo>
                  <a:lnTo>
                    <a:pt x="4664303" y="133256"/>
                  </a:lnTo>
                  <a:lnTo>
                    <a:pt x="4757117" y="106222"/>
                  </a:lnTo>
                  <a:lnTo>
                    <a:pt x="4848989" y="82620"/>
                  </a:lnTo>
                  <a:lnTo>
                    <a:pt x="4937025" y="62521"/>
                  </a:lnTo>
                  <a:lnTo>
                    <a:pt x="5018116" y="45952"/>
                  </a:lnTo>
                  <a:lnTo>
                    <a:pt x="5089307" y="32852"/>
                  </a:lnTo>
                  <a:lnTo>
                    <a:pt x="5148231" y="23037"/>
                  </a:lnTo>
                  <a:lnTo>
                    <a:pt x="5193501" y="16181"/>
                  </a:lnTo>
                  <a:lnTo>
                    <a:pt x="5224981" y="11829"/>
                  </a:lnTo>
                  <a:lnTo>
                    <a:pt x="5243878" y="9439"/>
                  </a:lnTo>
                  <a:lnTo>
                    <a:pt x="5252660" y="8418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241" y="8258"/>
                  </a:lnTo>
                  <a:lnTo>
                    <a:pt x="6733176" y="8864"/>
                  </a:lnTo>
                  <a:lnTo>
                    <a:pt x="6748239" y="10540"/>
                  </a:lnTo>
                  <a:lnTo>
                    <a:pt x="6775421" y="13844"/>
                  </a:lnTo>
                  <a:lnTo>
                    <a:pt x="6816445" y="19308"/>
                  </a:lnTo>
                  <a:lnTo>
                    <a:pt x="6871642" y="27390"/>
                  </a:lnTo>
                  <a:lnTo>
                    <a:pt x="6939977" y="38440"/>
                  </a:lnTo>
                  <a:lnTo>
                    <a:pt x="7019279" y="52672"/>
                  </a:lnTo>
                  <a:lnTo>
                    <a:pt x="7106626" y="70177"/>
                  </a:lnTo>
                  <a:lnTo>
                    <a:pt x="7198803" y="90948"/>
                  </a:lnTo>
                  <a:lnTo>
                    <a:pt x="7292718" y="114925"/>
                  </a:lnTo>
                  <a:lnTo>
                    <a:pt x="7385708" y="142046"/>
                  </a:lnTo>
                  <a:lnTo>
                    <a:pt x="7475704" y="172283"/>
                  </a:lnTo>
                  <a:lnTo>
                    <a:pt x="7561271" y="205677"/>
                  </a:lnTo>
                  <a:lnTo>
                    <a:pt x="7641554" y="242357"/>
                  </a:lnTo>
                  <a:lnTo>
                    <a:pt x="7716183" y="282549"/>
                  </a:lnTo>
                  <a:lnTo>
                    <a:pt x="7785162" y="326576"/>
                  </a:lnTo>
                  <a:lnTo>
                    <a:pt x="7848759" y="374858"/>
                  </a:lnTo>
                  <a:lnTo>
                    <a:pt x="7907419" y="427900"/>
                  </a:lnTo>
                  <a:lnTo>
                    <a:pt x="7961691" y="486274"/>
                  </a:lnTo>
                  <a:lnTo>
                    <a:pt x="8012181" y="550588"/>
                  </a:lnTo>
                  <a:lnTo>
                    <a:pt x="8059504" y="621439"/>
                  </a:lnTo>
                  <a:lnTo>
                    <a:pt x="8104257" y="699328"/>
                  </a:lnTo>
                  <a:lnTo>
                    <a:pt x="8146990" y="784540"/>
                  </a:lnTo>
                  <a:lnTo>
                    <a:pt x="8151487" y="794143"/>
                  </a:lnTo>
                  <a:lnTo>
                    <a:pt x="8181772" y="862005"/>
                  </a:lnTo>
                  <a:lnTo>
                    <a:pt x="8211411" y="933877"/>
                  </a:lnTo>
                  <a:lnTo>
                    <a:pt x="8240545" y="1009840"/>
                  </a:lnTo>
                  <a:lnTo>
                    <a:pt x="8269293" y="1089933"/>
                  </a:lnTo>
                  <a:lnTo>
                    <a:pt x="8297757" y="1174151"/>
                  </a:lnTo>
                  <a:lnTo>
                    <a:pt x="8326019" y="1262443"/>
                  </a:lnTo>
                  <a:lnTo>
                    <a:pt x="8354148" y="1354704"/>
                  </a:lnTo>
                  <a:lnTo>
                    <a:pt x="8382199" y="1450776"/>
                  </a:lnTo>
                  <a:lnTo>
                    <a:pt x="8410213" y="1550446"/>
                  </a:lnTo>
                  <a:lnTo>
                    <a:pt x="8438223" y="1653446"/>
                  </a:lnTo>
                  <a:lnTo>
                    <a:pt x="8466250" y="1759453"/>
                  </a:lnTo>
                  <a:lnTo>
                    <a:pt x="8494306" y="1868095"/>
                  </a:lnTo>
                  <a:lnTo>
                    <a:pt x="8522396" y="1978951"/>
                  </a:lnTo>
                  <a:lnTo>
                    <a:pt x="8550519" y="2091561"/>
                  </a:lnTo>
                  <a:lnTo>
                    <a:pt x="8578669" y="2205434"/>
                  </a:lnTo>
                  <a:lnTo>
                    <a:pt x="8606835" y="2320053"/>
                  </a:lnTo>
                  <a:lnTo>
                    <a:pt x="8635007" y="2434886"/>
                  </a:lnTo>
                  <a:lnTo>
                    <a:pt x="8663171" y="2549399"/>
                  </a:lnTo>
                  <a:lnTo>
                    <a:pt x="8691316" y="2663062"/>
                  </a:lnTo>
                  <a:lnTo>
                    <a:pt x="8719433" y="2775363"/>
                  </a:lnTo>
                  <a:lnTo>
                    <a:pt x="8747516" y="2885815"/>
                  </a:lnTo>
                  <a:lnTo>
                    <a:pt x="8775566" y="2993965"/>
                  </a:lnTo>
                  <a:lnTo>
                    <a:pt x="8803588" y="3099404"/>
                  </a:lnTo>
                  <a:lnTo>
                    <a:pt x="8831597" y="3201767"/>
                  </a:lnTo>
                  <a:lnTo>
                    <a:pt x="8859616" y="3300743"/>
                  </a:lnTo>
                  <a:lnTo>
                    <a:pt x="8887678" y="3396074"/>
                  </a:lnTo>
                  <a:lnTo>
                    <a:pt x="8915829" y="3487558"/>
                  </a:lnTo>
                  <a:lnTo>
                    <a:pt x="8944125" y="3575049"/>
                  </a:lnTo>
                  <a:lnTo>
                    <a:pt x="8972638" y="3658451"/>
                  </a:lnTo>
                  <a:lnTo>
                    <a:pt x="9001454" y="3737724"/>
                  </a:lnTo>
                  <a:lnTo>
                    <a:pt x="9030678" y="3812870"/>
                  </a:lnTo>
                  <a:lnTo>
                    <a:pt x="9060433" y="3883939"/>
                  </a:lnTo>
                  <a:lnTo>
                    <a:pt x="9084767" y="3938023"/>
                  </a:lnTo>
                  <a:lnTo>
                    <a:pt x="9127311" y="4024025"/>
                  </a:lnTo>
                  <a:lnTo>
                    <a:pt x="9171823" y="4102693"/>
                  </a:lnTo>
                  <a:lnTo>
                    <a:pt x="9218841" y="4174280"/>
                  </a:lnTo>
                  <a:lnTo>
                    <a:pt x="9268960" y="4239269"/>
                  </a:lnTo>
                  <a:lnTo>
                    <a:pt x="9322797" y="4298253"/>
                  </a:lnTo>
                  <a:lnTo>
                    <a:pt x="9380957" y="4351840"/>
                  </a:lnTo>
                  <a:lnTo>
                    <a:pt x="9443999" y="4400609"/>
                  </a:lnTo>
                  <a:lnTo>
                    <a:pt x="9512382" y="4445071"/>
                  </a:lnTo>
                  <a:lnTo>
                    <a:pt x="9586398" y="4485658"/>
                  </a:lnTo>
                  <a:lnTo>
                    <a:pt x="9666083" y="4522703"/>
                  </a:lnTo>
                  <a:lnTo>
                    <a:pt x="9751113" y="4556443"/>
                  </a:lnTo>
                  <a:lnTo>
                    <a:pt x="9840690" y="4587016"/>
                  </a:lnTo>
                  <a:lnTo>
                    <a:pt x="9933446" y="4614472"/>
                  </a:lnTo>
                  <a:lnTo>
                    <a:pt x="10027380" y="4638791"/>
                  </a:lnTo>
                  <a:lnTo>
                    <a:pt x="10119887" y="4659910"/>
                  </a:lnTo>
                  <a:lnTo>
                    <a:pt x="10207909" y="4677767"/>
                  </a:lnTo>
                  <a:lnTo>
                    <a:pt x="10288225" y="4692349"/>
                  </a:lnTo>
                  <a:lnTo>
                    <a:pt x="10357862" y="4703734"/>
                  </a:lnTo>
                  <a:lnTo>
                    <a:pt x="10414544" y="4712121"/>
                  </a:lnTo>
                  <a:lnTo>
                    <a:pt x="10457102" y="4717846"/>
                  </a:lnTo>
                  <a:lnTo>
                    <a:pt x="10485714" y="4721357"/>
                  </a:lnTo>
                  <a:lnTo>
                    <a:pt x="10501958" y="4723182"/>
                  </a:lnTo>
                  <a:lnTo>
                    <a:pt x="10508697" y="4723877"/>
                  </a:lnTo>
                  <a:lnTo>
                    <a:pt x="10509911" y="4723993"/>
                  </a:lnTo>
                  <a:lnTo>
                    <a:pt x="11981298" y="4723993"/>
                  </a:lnTo>
                  <a:lnTo>
                    <a:pt x="11981298" y="4715820"/>
                  </a:lnTo>
                  <a:lnTo>
                    <a:pt x="10509911" y="4715820"/>
                  </a:lnTo>
                  <a:lnTo>
                    <a:pt x="10509012" y="4715734"/>
                  </a:lnTo>
                  <a:lnTo>
                    <a:pt x="10503077" y="4715128"/>
                  </a:lnTo>
                  <a:lnTo>
                    <a:pt x="10488014" y="4713452"/>
                  </a:lnTo>
                  <a:lnTo>
                    <a:pt x="10460832" y="4710148"/>
                  </a:lnTo>
                  <a:lnTo>
                    <a:pt x="10419808" y="4704685"/>
                  </a:lnTo>
                  <a:lnTo>
                    <a:pt x="10364611" y="4696602"/>
                  </a:lnTo>
                  <a:lnTo>
                    <a:pt x="10296276" y="4685552"/>
                  </a:lnTo>
                  <a:lnTo>
                    <a:pt x="10216974" y="4671320"/>
                  </a:lnTo>
                  <a:lnTo>
                    <a:pt x="10129627" y="4653815"/>
                  </a:lnTo>
                  <a:lnTo>
                    <a:pt x="10037450" y="4633044"/>
                  </a:lnTo>
                  <a:lnTo>
                    <a:pt x="9943535" y="4609067"/>
                  </a:lnTo>
                  <a:lnTo>
                    <a:pt x="9850545" y="4581946"/>
                  </a:lnTo>
                  <a:lnTo>
                    <a:pt x="9760549" y="4551709"/>
                  </a:lnTo>
                  <a:lnTo>
                    <a:pt x="9674982" y="4518315"/>
                  </a:lnTo>
                  <a:lnTo>
                    <a:pt x="9594700" y="4481635"/>
                  </a:lnTo>
                  <a:lnTo>
                    <a:pt x="9520070" y="4441443"/>
                  </a:lnTo>
                  <a:lnTo>
                    <a:pt x="9451091" y="4397416"/>
                  </a:lnTo>
                  <a:lnTo>
                    <a:pt x="9387494" y="4349134"/>
                  </a:lnTo>
                  <a:lnTo>
                    <a:pt x="9328834" y="4296092"/>
                  </a:lnTo>
                  <a:lnTo>
                    <a:pt x="9274562" y="4237718"/>
                  </a:lnTo>
                  <a:lnTo>
                    <a:pt x="9224072" y="4173404"/>
                  </a:lnTo>
                  <a:lnTo>
                    <a:pt x="9176750" y="4102553"/>
                  </a:lnTo>
                  <a:lnTo>
                    <a:pt x="9131996" y="4024664"/>
                  </a:lnTo>
                  <a:lnTo>
                    <a:pt x="9089263" y="3939452"/>
                  </a:lnTo>
                  <a:lnTo>
                    <a:pt x="9084767" y="3929850"/>
                  </a:lnTo>
                  <a:lnTo>
                    <a:pt x="9054481" y="3861987"/>
                  </a:lnTo>
                  <a:lnTo>
                    <a:pt x="9024842" y="3790115"/>
                  </a:lnTo>
                  <a:lnTo>
                    <a:pt x="8995708" y="3714152"/>
                  </a:lnTo>
                  <a:lnTo>
                    <a:pt x="8966960" y="3634059"/>
                  </a:lnTo>
                  <a:lnTo>
                    <a:pt x="8938497" y="3549841"/>
                  </a:lnTo>
                  <a:lnTo>
                    <a:pt x="8910234" y="3461549"/>
                  </a:lnTo>
                  <a:lnTo>
                    <a:pt x="8882105" y="3369288"/>
                  </a:lnTo>
                  <a:lnTo>
                    <a:pt x="8854055" y="3273216"/>
                  </a:lnTo>
                  <a:lnTo>
                    <a:pt x="8826040" y="3173546"/>
                  </a:lnTo>
                  <a:lnTo>
                    <a:pt x="8798030" y="3070546"/>
                  </a:lnTo>
                  <a:lnTo>
                    <a:pt x="8770003" y="2964539"/>
                  </a:lnTo>
                  <a:lnTo>
                    <a:pt x="8741947" y="2855897"/>
                  </a:lnTo>
                  <a:lnTo>
                    <a:pt x="8713857" y="2745041"/>
                  </a:lnTo>
                  <a:lnTo>
                    <a:pt x="8685734" y="2632431"/>
                  </a:lnTo>
                  <a:lnTo>
                    <a:pt x="8657585" y="2518558"/>
                  </a:lnTo>
                  <a:lnTo>
                    <a:pt x="8629418" y="2403939"/>
                  </a:lnTo>
                  <a:lnTo>
                    <a:pt x="8601246" y="2289106"/>
                  </a:lnTo>
                  <a:lnTo>
                    <a:pt x="8573082" y="2174593"/>
                  </a:lnTo>
                  <a:lnTo>
                    <a:pt x="8544937" y="2060930"/>
                  </a:lnTo>
                  <a:lnTo>
                    <a:pt x="8516820" y="1948629"/>
                  </a:lnTo>
                  <a:lnTo>
                    <a:pt x="8488737" y="1838177"/>
                  </a:lnTo>
                  <a:lnTo>
                    <a:pt x="8460688" y="1730027"/>
                  </a:lnTo>
                  <a:lnTo>
                    <a:pt x="8432665" y="1624588"/>
                  </a:lnTo>
                  <a:lnTo>
                    <a:pt x="8404657" y="1522225"/>
                  </a:lnTo>
                  <a:lnTo>
                    <a:pt x="8376637" y="1423249"/>
                  </a:lnTo>
                  <a:lnTo>
                    <a:pt x="8348575" y="1327918"/>
                  </a:lnTo>
                  <a:lnTo>
                    <a:pt x="8320424" y="1236434"/>
                  </a:lnTo>
                  <a:lnTo>
                    <a:pt x="8292128" y="1148943"/>
                  </a:lnTo>
                  <a:lnTo>
                    <a:pt x="8263615" y="1065541"/>
                  </a:lnTo>
                  <a:lnTo>
                    <a:pt x="8234799" y="986268"/>
                  </a:lnTo>
                  <a:lnTo>
                    <a:pt x="8205575" y="911122"/>
                  </a:lnTo>
                  <a:lnTo>
                    <a:pt x="8175820" y="840053"/>
                  </a:lnTo>
                  <a:lnTo>
                    <a:pt x="8151487" y="785970"/>
                  </a:lnTo>
                  <a:lnTo>
                    <a:pt x="8108942" y="699967"/>
                  </a:lnTo>
                  <a:lnTo>
                    <a:pt x="8064430" y="621299"/>
                  </a:lnTo>
                  <a:lnTo>
                    <a:pt x="8017412" y="549712"/>
                  </a:lnTo>
                  <a:lnTo>
                    <a:pt x="7967293" y="484723"/>
                  </a:lnTo>
                  <a:lnTo>
                    <a:pt x="7913457" y="425739"/>
                  </a:lnTo>
                  <a:lnTo>
                    <a:pt x="7855297" y="372152"/>
                  </a:lnTo>
                  <a:lnTo>
                    <a:pt x="7792254" y="323383"/>
                  </a:lnTo>
                  <a:lnTo>
                    <a:pt x="7723871" y="278921"/>
                  </a:lnTo>
                  <a:lnTo>
                    <a:pt x="7649855" y="238334"/>
                  </a:lnTo>
                  <a:lnTo>
                    <a:pt x="7570170" y="201289"/>
                  </a:lnTo>
                  <a:lnTo>
                    <a:pt x="7485141" y="167549"/>
                  </a:lnTo>
                  <a:lnTo>
                    <a:pt x="7395563" y="136976"/>
                  </a:lnTo>
                  <a:lnTo>
                    <a:pt x="7302807" y="109520"/>
                  </a:lnTo>
                  <a:lnTo>
                    <a:pt x="7208873" y="85201"/>
                  </a:lnTo>
                  <a:lnTo>
                    <a:pt x="7116367" y="64082"/>
                  </a:lnTo>
                  <a:lnTo>
                    <a:pt x="7028344" y="46225"/>
                  </a:lnTo>
                  <a:lnTo>
                    <a:pt x="6948028" y="31643"/>
                  </a:lnTo>
                  <a:lnTo>
                    <a:pt x="6878392" y="20258"/>
                  </a:lnTo>
                  <a:lnTo>
                    <a:pt x="6821709" y="11871"/>
                  </a:lnTo>
                  <a:lnTo>
                    <a:pt x="6779151" y="6146"/>
                  </a:lnTo>
                  <a:lnTo>
                    <a:pt x="6750539" y="2635"/>
                  </a:lnTo>
                  <a:lnTo>
                    <a:pt x="6734296" y="810"/>
                  </a:lnTo>
                  <a:lnTo>
                    <a:pt x="6727557" y="115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087" y="90"/>
                  </a:lnTo>
                  <a:lnTo>
                    <a:pt x="5248350" y="736"/>
                  </a:lnTo>
                  <a:lnTo>
                    <a:pt x="5233776" y="2518"/>
                  </a:lnTo>
                  <a:lnTo>
                    <a:pt x="5207444" y="6033"/>
                  </a:lnTo>
                  <a:lnTo>
                    <a:pt x="5167636" y="11847"/>
                  </a:lnTo>
                  <a:lnTo>
                    <a:pt x="5113963" y="20457"/>
                  </a:lnTo>
                  <a:lnTo>
                    <a:pt x="5047343" y="32239"/>
                  </a:lnTo>
                  <a:lnTo>
                    <a:pt x="4969802" y="47435"/>
                  </a:lnTo>
                  <a:lnTo>
                    <a:pt x="4884117" y="66150"/>
                  </a:lnTo>
                  <a:lnTo>
                    <a:pt x="4793385" y="88387"/>
                  </a:lnTo>
                  <a:lnTo>
                    <a:pt x="4700620" y="114085"/>
                  </a:lnTo>
                  <a:lnTo>
                    <a:pt x="4608457" y="143174"/>
                  </a:lnTo>
                  <a:lnTo>
                    <a:pt x="4518974" y="175619"/>
                  </a:lnTo>
                  <a:lnTo>
                    <a:pt x="4433646" y="211451"/>
                  </a:lnTo>
                  <a:lnTo>
                    <a:pt x="4353379" y="250791"/>
                  </a:lnTo>
                  <a:lnTo>
                    <a:pt x="4278600" y="293861"/>
                  </a:lnTo>
                  <a:lnTo>
                    <a:pt x="4209365" y="340987"/>
                  </a:lnTo>
                  <a:lnTo>
                    <a:pt x="4145456" y="392598"/>
                  </a:lnTo>
                  <a:lnTo>
                    <a:pt x="4086472" y="449213"/>
                  </a:lnTo>
                  <a:lnTo>
                    <a:pt x="4031898" y="511427"/>
                  </a:lnTo>
                  <a:lnTo>
                    <a:pt x="3981160" y="579884"/>
                  </a:lnTo>
                  <a:lnTo>
                    <a:pt x="3933662" y="655227"/>
                  </a:lnTo>
                  <a:lnTo>
                    <a:pt x="3888819" y="738026"/>
                  </a:lnTo>
                  <a:lnTo>
                    <a:pt x="3846087" y="828661"/>
                  </a:lnTo>
                  <a:lnTo>
                    <a:pt x="3829811" y="866337"/>
                  </a:lnTo>
                  <a:lnTo>
                    <a:pt x="3800845" y="937750"/>
                  </a:lnTo>
                  <a:lnTo>
                    <a:pt x="3772477" y="1013198"/>
                  </a:lnTo>
                  <a:lnTo>
                    <a:pt x="3744580" y="1092760"/>
                  </a:lnTo>
                  <a:lnTo>
                    <a:pt x="3717049" y="1176480"/>
                  </a:lnTo>
                  <a:lnTo>
                    <a:pt x="3689793" y="1264360"/>
                  </a:lnTo>
                  <a:lnTo>
                    <a:pt x="3662736" y="1356359"/>
                  </a:lnTo>
                  <a:lnTo>
                    <a:pt x="3635817" y="1452389"/>
                  </a:lnTo>
                  <a:lnTo>
                    <a:pt x="3608982" y="1552314"/>
                  </a:lnTo>
                  <a:lnTo>
                    <a:pt x="3582194" y="1655945"/>
                  </a:lnTo>
                  <a:lnTo>
                    <a:pt x="3555419" y="1763044"/>
                  </a:lnTo>
                  <a:lnTo>
                    <a:pt x="3528637" y="1873322"/>
                  </a:lnTo>
                  <a:lnTo>
                    <a:pt x="3501833" y="1986442"/>
                  </a:lnTo>
                  <a:lnTo>
                    <a:pt x="3474999" y="2102022"/>
                  </a:lnTo>
                  <a:lnTo>
                    <a:pt x="3448134" y="2219640"/>
                  </a:lnTo>
                  <a:lnTo>
                    <a:pt x="3421240" y="2338838"/>
                  </a:lnTo>
                  <a:lnTo>
                    <a:pt x="3394324" y="2459135"/>
                  </a:lnTo>
                  <a:lnTo>
                    <a:pt x="3367396" y="2580025"/>
                  </a:lnTo>
                  <a:lnTo>
                    <a:pt x="3340467" y="2700997"/>
                  </a:lnTo>
                  <a:lnTo>
                    <a:pt x="3313546" y="2821534"/>
                  </a:lnTo>
                  <a:lnTo>
                    <a:pt x="3286645" y="2941131"/>
                  </a:lnTo>
                  <a:lnTo>
                    <a:pt x="3259770" y="3059295"/>
                  </a:lnTo>
                  <a:lnTo>
                    <a:pt x="3232926" y="3175562"/>
                  </a:lnTo>
                  <a:lnTo>
                    <a:pt x="3206113" y="3289497"/>
                  </a:lnTo>
                  <a:lnTo>
                    <a:pt x="3179325" y="3400705"/>
                  </a:lnTo>
                  <a:lnTo>
                    <a:pt x="3152550" y="3508835"/>
                  </a:lnTo>
                  <a:lnTo>
                    <a:pt x="3125769" y="3613583"/>
                  </a:lnTo>
                  <a:lnTo>
                    <a:pt x="3098953" y="3714693"/>
                  </a:lnTo>
                  <a:lnTo>
                    <a:pt x="3072065" y="3811962"/>
                  </a:lnTo>
                  <a:lnTo>
                    <a:pt x="3045058" y="3905238"/>
                  </a:lnTo>
                  <a:lnTo>
                    <a:pt x="3017872" y="3994417"/>
                  </a:lnTo>
                  <a:lnTo>
                    <a:pt x="2990436" y="4079444"/>
                  </a:lnTo>
                  <a:lnTo>
                    <a:pt x="2962665" y="4160308"/>
                  </a:lnTo>
                  <a:lnTo>
                    <a:pt x="2934457" y="4237040"/>
                  </a:lnTo>
                  <a:lnTo>
                    <a:pt x="2905693" y="4309708"/>
                  </a:lnTo>
                  <a:lnTo>
                    <a:pt x="2896531" y="4331689"/>
                  </a:lnTo>
                  <a:lnTo>
                    <a:pt x="2854493" y="4425426"/>
                  </a:lnTo>
                  <a:lnTo>
                    <a:pt x="2810539" y="4511267"/>
                  </a:lnTo>
                  <a:lnTo>
                    <a:pt x="2764150" y="4589471"/>
                  </a:lnTo>
                  <a:lnTo>
                    <a:pt x="2714752" y="4660551"/>
                  </a:lnTo>
                  <a:lnTo>
                    <a:pt x="2661752" y="4725134"/>
                  </a:lnTo>
                  <a:lnTo>
                    <a:pt x="2604562" y="4783869"/>
                  </a:lnTo>
                  <a:lnTo>
                    <a:pt x="2542638" y="4837374"/>
                  </a:lnTo>
                  <a:lnTo>
                    <a:pt x="2475528" y="4886202"/>
                  </a:lnTo>
                  <a:lnTo>
                    <a:pt x="2402932" y="4930817"/>
                  </a:lnTo>
                  <a:lnTo>
                    <a:pt x="2324788" y="4971586"/>
                  </a:lnTo>
                  <a:lnTo>
                    <a:pt x="2241364" y="5008773"/>
                  </a:lnTo>
                  <a:lnTo>
                    <a:pt x="2153366" y="5042537"/>
                  </a:lnTo>
                  <a:lnTo>
                    <a:pt x="2062039" y="5072943"/>
                  </a:lnTo>
                  <a:lnTo>
                    <a:pt x="1969225" y="5099977"/>
                  </a:lnTo>
                  <a:lnTo>
                    <a:pt x="1877353" y="5123578"/>
                  </a:lnTo>
                  <a:lnTo>
                    <a:pt x="1789317" y="5143678"/>
                  </a:lnTo>
                  <a:lnTo>
                    <a:pt x="1708226" y="5160247"/>
                  </a:lnTo>
                  <a:lnTo>
                    <a:pt x="1637035" y="5173347"/>
                  </a:lnTo>
                  <a:lnTo>
                    <a:pt x="1578111" y="5183162"/>
                  </a:lnTo>
                  <a:lnTo>
                    <a:pt x="1532841" y="5190018"/>
                  </a:lnTo>
                  <a:lnTo>
                    <a:pt x="1501361" y="5194369"/>
                  </a:lnTo>
                  <a:lnTo>
                    <a:pt x="1482465" y="5196760"/>
                  </a:lnTo>
                  <a:lnTo>
                    <a:pt x="1473682" y="5197781"/>
                  </a:lnTo>
                  <a:lnTo>
                    <a:pt x="1471387" y="5198026"/>
                  </a:lnTo>
                  <a:lnTo>
                    <a:pt x="0" y="5198026"/>
                  </a:lnTo>
                  <a:close/>
                </a:path>
              </a:pathLst>
            </a:custGeom>
            <a:solidFill>
              <a:srgbClr val="E78AC3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488" name="pl1488"/>
            <p:cNvSpPr/>
            <p:nvPr/>
          </p:nvSpPr>
          <p:spPr>
            <a:xfrm>
              <a:off x="4799595" y="3541322"/>
              <a:ext cx="11981298" cy="5198026"/>
            </a:xfrm>
            <a:custGeom>
              <a:avLst/>
              <a:pathLst>
                <a:path w="11981298" h="5198026">
                  <a:moveTo>
                    <a:pt x="0" y="5198026"/>
                  </a:moveTo>
                  <a:lnTo>
                    <a:pt x="1471387" y="5198026"/>
                  </a:lnTo>
                  <a:lnTo>
                    <a:pt x="1472255" y="5197936"/>
                  </a:lnTo>
                  <a:lnTo>
                    <a:pt x="1477992" y="5197290"/>
                  </a:lnTo>
                  <a:lnTo>
                    <a:pt x="1492566" y="5195508"/>
                  </a:lnTo>
                  <a:lnTo>
                    <a:pt x="1518898" y="5191993"/>
                  </a:lnTo>
                  <a:lnTo>
                    <a:pt x="1558706" y="5186179"/>
                  </a:lnTo>
                  <a:lnTo>
                    <a:pt x="1612379" y="5177569"/>
                  </a:lnTo>
                  <a:lnTo>
                    <a:pt x="1678999" y="5165787"/>
                  </a:lnTo>
                  <a:lnTo>
                    <a:pt x="1756540" y="5150591"/>
                  </a:lnTo>
                  <a:lnTo>
                    <a:pt x="1842225" y="5131876"/>
                  </a:lnTo>
                  <a:lnTo>
                    <a:pt x="1932957" y="5109639"/>
                  </a:lnTo>
                  <a:lnTo>
                    <a:pt x="2025722" y="5083941"/>
                  </a:lnTo>
                  <a:lnTo>
                    <a:pt x="2117885" y="5054852"/>
                  </a:lnTo>
                  <a:lnTo>
                    <a:pt x="2207368" y="5022407"/>
                  </a:lnTo>
                  <a:lnTo>
                    <a:pt x="2292696" y="4986575"/>
                  </a:lnTo>
                  <a:lnTo>
                    <a:pt x="2372964" y="4947235"/>
                  </a:lnTo>
                  <a:lnTo>
                    <a:pt x="2447742" y="4904165"/>
                  </a:lnTo>
                  <a:lnTo>
                    <a:pt x="2516977" y="4857039"/>
                  </a:lnTo>
                  <a:lnTo>
                    <a:pt x="2580886" y="4805428"/>
                  </a:lnTo>
                  <a:lnTo>
                    <a:pt x="2639870" y="4748813"/>
                  </a:lnTo>
                  <a:lnTo>
                    <a:pt x="2694444" y="4686599"/>
                  </a:lnTo>
                  <a:lnTo>
                    <a:pt x="2745182" y="4618142"/>
                  </a:lnTo>
                  <a:lnTo>
                    <a:pt x="2792681" y="4542799"/>
                  </a:lnTo>
                  <a:lnTo>
                    <a:pt x="2837523" y="4460000"/>
                  </a:lnTo>
                  <a:lnTo>
                    <a:pt x="2880255" y="4369365"/>
                  </a:lnTo>
                  <a:lnTo>
                    <a:pt x="2896531" y="4331689"/>
                  </a:lnTo>
                  <a:lnTo>
                    <a:pt x="2925497" y="4260276"/>
                  </a:lnTo>
                  <a:lnTo>
                    <a:pt x="2953865" y="4184828"/>
                  </a:lnTo>
                  <a:lnTo>
                    <a:pt x="2981762" y="4105266"/>
                  </a:lnTo>
                  <a:lnTo>
                    <a:pt x="3009293" y="4021546"/>
                  </a:lnTo>
                  <a:lnTo>
                    <a:pt x="3036549" y="3933666"/>
                  </a:lnTo>
                  <a:lnTo>
                    <a:pt x="3063606" y="3841667"/>
                  </a:lnTo>
                  <a:lnTo>
                    <a:pt x="3090526" y="3745637"/>
                  </a:lnTo>
                  <a:lnTo>
                    <a:pt x="3117360" y="3645712"/>
                  </a:lnTo>
                  <a:lnTo>
                    <a:pt x="3144149" y="3542081"/>
                  </a:lnTo>
                  <a:lnTo>
                    <a:pt x="3170923" y="3434982"/>
                  </a:lnTo>
                  <a:lnTo>
                    <a:pt x="3197705" y="3324704"/>
                  </a:lnTo>
                  <a:lnTo>
                    <a:pt x="3224509" y="3211584"/>
                  </a:lnTo>
                  <a:lnTo>
                    <a:pt x="3251343" y="3096004"/>
                  </a:lnTo>
                  <a:lnTo>
                    <a:pt x="3278209" y="2978386"/>
                  </a:lnTo>
                  <a:lnTo>
                    <a:pt x="3305102" y="2859187"/>
                  </a:lnTo>
                  <a:lnTo>
                    <a:pt x="3332018" y="2738891"/>
                  </a:lnTo>
                  <a:lnTo>
                    <a:pt x="3358946" y="2618001"/>
                  </a:lnTo>
                  <a:lnTo>
                    <a:pt x="3385875" y="2497029"/>
                  </a:lnTo>
                  <a:lnTo>
                    <a:pt x="3412796" y="2376492"/>
                  </a:lnTo>
                  <a:lnTo>
                    <a:pt x="3439697" y="2256895"/>
                  </a:lnTo>
                  <a:lnTo>
                    <a:pt x="3466572" y="2138731"/>
                  </a:lnTo>
                  <a:lnTo>
                    <a:pt x="3493416" y="2022464"/>
                  </a:lnTo>
                  <a:lnTo>
                    <a:pt x="3520229" y="1908529"/>
                  </a:lnTo>
                  <a:lnTo>
                    <a:pt x="3547017" y="1797321"/>
                  </a:lnTo>
                  <a:lnTo>
                    <a:pt x="3573792" y="1689191"/>
                  </a:lnTo>
                  <a:lnTo>
                    <a:pt x="3600573" y="1584443"/>
                  </a:lnTo>
                  <a:lnTo>
                    <a:pt x="3627389" y="1483333"/>
                  </a:lnTo>
                  <a:lnTo>
                    <a:pt x="3654277" y="1386064"/>
                  </a:lnTo>
                  <a:lnTo>
                    <a:pt x="3681285" y="1292788"/>
                  </a:lnTo>
                  <a:lnTo>
                    <a:pt x="3708470" y="1203609"/>
                  </a:lnTo>
                  <a:lnTo>
                    <a:pt x="3735906" y="1118582"/>
                  </a:lnTo>
                  <a:lnTo>
                    <a:pt x="3763677" y="1037718"/>
                  </a:lnTo>
                  <a:lnTo>
                    <a:pt x="3791885" y="960986"/>
                  </a:lnTo>
                  <a:lnTo>
                    <a:pt x="3820649" y="888318"/>
                  </a:lnTo>
                  <a:lnTo>
                    <a:pt x="3829811" y="866337"/>
                  </a:lnTo>
                  <a:lnTo>
                    <a:pt x="3871850" y="772600"/>
                  </a:lnTo>
                  <a:lnTo>
                    <a:pt x="3915803" y="686759"/>
                  </a:lnTo>
                  <a:lnTo>
                    <a:pt x="3962193" y="608555"/>
                  </a:lnTo>
                  <a:lnTo>
                    <a:pt x="4011590" y="537475"/>
                  </a:lnTo>
                  <a:lnTo>
                    <a:pt x="4064590" y="472892"/>
                  </a:lnTo>
                  <a:lnTo>
                    <a:pt x="4121781" y="414157"/>
                  </a:lnTo>
                  <a:lnTo>
                    <a:pt x="4183704" y="360652"/>
                  </a:lnTo>
                  <a:lnTo>
                    <a:pt x="4250815" y="311824"/>
                  </a:lnTo>
                  <a:lnTo>
                    <a:pt x="4323410" y="267209"/>
                  </a:lnTo>
                  <a:lnTo>
                    <a:pt x="4401554" y="226440"/>
                  </a:lnTo>
                  <a:lnTo>
                    <a:pt x="4484978" y="189253"/>
                  </a:lnTo>
                  <a:lnTo>
                    <a:pt x="4572976" y="155489"/>
                  </a:lnTo>
                  <a:lnTo>
                    <a:pt x="4664303" y="125083"/>
                  </a:lnTo>
                  <a:lnTo>
                    <a:pt x="4757117" y="98049"/>
                  </a:lnTo>
                  <a:lnTo>
                    <a:pt x="4848989" y="74447"/>
                  </a:lnTo>
                  <a:lnTo>
                    <a:pt x="4937025" y="54348"/>
                  </a:lnTo>
                  <a:lnTo>
                    <a:pt x="5018116" y="37779"/>
                  </a:lnTo>
                  <a:lnTo>
                    <a:pt x="5089307" y="24679"/>
                  </a:lnTo>
                  <a:lnTo>
                    <a:pt x="5148231" y="14864"/>
                  </a:lnTo>
                  <a:lnTo>
                    <a:pt x="5193501" y="8008"/>
                  </a:lnTo>
                  <a:lnTo>
                    <a:pt x="5224981" y="3656"/>
                  </a:lnTo>
                  <a:lnTo>
                    <a:pt x="5243878" y="1266"/>
                  </a:lnTo>
                  <a:lnTo>
                    <a:pt x="5252660" y="245"/>
                  </a:lnTo>
                  <a:lnTo>
                    <a:pt x="5254901" y="5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241" y="85"/>
                  </a:lnTo>
                  <a:lnTo>
                    <a:pt x="6733176" y="691"/>
                  </a:lnTo>
                  <a:lnTo>
                    <a:pt x="6748239" y="2367"/>
                  </a:lnTo>
                  <a:lnTo>
                    <a:pt x="6775421" y="5671"/>
                  </a:lnTo>
                  <a:lnTo>
                    <a:pt x="6816445" y="11135"/>
                  </a:lnTo>
                  <a:lnTo>
                    <a:pt x="6871642" y="19217"/>
                  </a:lnTo>
                  <a:lnTo>
                    <a:pt x="6939977" y="30267"/>
                  </a:lnTo>
                  <a:lnTo>
                    <a:pt x="7019279" y="44499"/>
                  </a:lnTo>
                  <a:lnTo>
                    <a:pt x="7106626" y="62004"/>
                  </a:lnTo>
                  <a:lnTo>
                    <a:pt x="7198803" y="82775"/>
                  </a:lnTo>
                  <a:lnTo>
                    <a:pt x="7292718" y="106752"/>
                  </a:lnTo>
                  <a:lnTo>
                    <a:pt x="7385708" y="133873"/>
                  </a:lnTo>
                  <a:lnTo>
                    <a:pt x="7475704" y="164110"/>
                  </a:lnTo>
                  <a:lnTo>
                    <a:pt x="7561271" y="197504"/>
                  </a:lnTo>
                  <a:lnTo>
                    <a:pt x="7641554" y="234184"/>
                  </a:lnTo>
                  <a:lnTo>
                    <a:pt x="7716183" y="274376"/>
                  </a:lnTo>
                  <a:lnTo>
                    <a:pt x="7785162" y="318403"/>
                  </a:lnTo>
                  <a:lnTo>
                    <a:pt x="7848759" y="366685"/>
                  </a:lnTo>
                  <a:lnTo>
                    <a:pt x="7907419" y="419727"/>
                  </a:lnTo>
                  <a:lnTo>
                    <a:pt x="7961691" y="478101"/>
                  </a:lnTo>
                  <a:lnTo>
                    <a:pt x="8012181" y="542415"/>
                  </a:lnTo>
                  <a:lnTo>
                    <a:pt x="8059504" y="613266"/>
                  </a:lnTo>
                  <a:lnTo>
                    <a:pt x="8104257" y="691155"/>
                  </a:lnTo>
                  <a:lnTo>
                    <a:pt x="8146990" y="776367"/>
                  </a:lnTo>
                  <a:lnTo>
                    <a:pt x="8151487" y="785970"/>
                  </a:lnTo>
                  <a:lnTo>
                    <a:pt x="8181772" y="853832"/>
                  </a:lnTo>
                  <a:lnTo>
                    <a:pt x="8211411" y="925704"/>
                  </a:lnTo>
                  <a:lnTo>
                    <a:pt x="8240545" y="1001667"/>
                  </a:lnTo>
                  <a:lnTo>
                    <a:pt x="8269293" y="1081760"/>
                  </a:lnTo>
                  <a:lnTo>
                    <a:pt x="8297757" y="1165978"/>
                  </a:lnTo>
                  <a:lnTo>
                    <a:pt x="8326019" y="1254270"/>
                  </a:lnTo>
                  <a:lnTo>
                    <a:pt x="8354148" y="1346531"/>
                  </a:lnTo>
                  <a:lnTo>
                    <a:pt x="8382199" y="1442603"/>
                  </a:lnTo>
                  <a:lnTo>
                    <a:pt x="8410213" y="1542273"/>
                  </a:lnTo>
                  <a:lnTo>
                    <a:pt x="8438223" y="1645273"/>
                  </a:lnTo>
                  <a:lnTo>
                    <a:pt x="8466250" y="1751280"/>
                  </a:lnTo>
                  <a:lnTo>
                    <a:pt x="8494306" y="1859922"/>
                  </a:lnTo>
                  <a:lnTo>
                    <a:pt x="8522396" y="1970778"/>
                  </a:lnTo>
                  <a:lnTo>
                    <a:pt x="8550519" y="2083388"/>
                  </a:lnTo>
                  <a:lnTo>
                    <a:pt x="8578669" y="2197261"/>
                  </a:lnTo>
                  <a:lnTo>
                    <a:pt x="8606835" y="2311880"/>
                  </a:lnTo>
                  <a:lnTo>
                    <a:pt x="8635007" y="2426713"/>
                  </a:lnTo>
                  <a:lnTo>
                    <a:pt x="8663171" y="2541226"/>
                  </a:lnTo>
                  <a:lnTo>
                    <a:pt x="8691316" y="2654889"/>
                  </a:lnTo>
                  <a:lnTo>
                    <a:pt x="8719433" y="2767190"/>
                  </a:lnTo>
                  <a:lnTo>
                    <a:pt x="8747516" y="2877642"/>
                  </a:lnTo>
                  <a:lnTo>
                    <a:pt x="8775566" y="2985792"/>
                  </a:lnTo>
                  <a:lnTo>
                    <a:pt x="8803588" y="3091231"/>
                  </a:lnTo>
                  <a:lnTo>
                    <a:pt x="8831597" y="3193594"/>
                  </a:lnTo>
                  <a:lnTo>
                    <a:pt x="8859616" y="3292570"/>
                  </a:lnTo>
                  <a:lnTo>
                    <a:pt x="8887678" y="3387901"/>
                  </a:lnTo>
                  <a:lnTo>
                    <a:pt x="8915829" y="3479385"/>
                  </a:lnTo>
                  <a:lnTo>
                    <a:pt x="8944125" y="3566876"/>
                  </a:lnTo>
                  <a:lnTo>
                    <a:pt x="8972638" y="3650278"/>
                  </a:lnTo>
                  <a:lnTo>
                    <a:pt x="9001454" y="3729551"/>
                  </a:lnTo>
                  <a:lnTo>
                    <a:pt x="9030678" y="3804697"/>
                  </a:lnTo>
                  <a:lnTo>
                    <a:pt x="9060433" y="3875766"/>
                  </a:lnTo>
                  <a:lnTo>
                    <a:pt x="9084767" y="3929850"/>
                  </a:lnTo>
                  <a:lnTo>
                    <a:pt x="9127311" y="4015852"/>
                  </a:lnTo>
                  <a:lnTo>
                    <a:pt x="9171823" y="4094520"/>
                  </a:lnTo>
                  <a:lnTo>
                    <a:pt x="9218841" y="4166107"/>
                  </a:lnTo>
                  <a:lnTo>
                    <a:pt x="9268960" y="4231096"/>
                  </a:lnTo>
                  <a:lnTo>
                    <a:pt x="9322797" y="4290080"/>
                  </a:lnTo>
                  <a:lnTo>
                    <a:pt x="9380957" y="4343667"/>
                  </a:lnTo>
                  <a:lnTo>
                    <a:pt x="9443999" y="4392436"/>
                  </a:lnTo>
                  <a:lnTo>
                    <a:pt x="9512382" y="4436898"/>
                  </a:lnTo>
                  <a:lnTo>
                    <a:pt x="9586398" y="4477485"/>
                  </a:lnTo>
                  <a:lnTo>
                    <a:pt x="9666083" y="4514530"/>
                  </a:lnTo>
                  <a:lnTo>
                    <a:pt x="9751113" y="4548270"/>
                  </a:lnTo>
                  <a:lnTo>
                    <a:pt x="9840690" y="4578843"/>
                  </a:lnTo>
                  <a:lnTo>
                    <a:pt x="9933446" y="4606299"/>
                  </a:lnTo>
                  <a:lnTo>
                    <a:pt x="10027380" y="4630618"/>
                  </a:lnTo>
                  <a:lnTo>
                    <a:pt x="10119887" y="4651737"/>
                  </a:lnTo>
                  <a:lnTo>
                    <a:pt x="10207909" y="4669594"/>
                  </a:lnTo>
                  <a:lnTo>
                    <a:pt x="10288225" y="4684176"/>
                  </a:lnTo>
                  <a:lnTo>
                    <a:pt x="10357862" y="4695561"/>
                  </a:lnTo>
                  <a:lnTo>
                    <a:pt x="10414544" y="4703948"/>
                  </a:lnTo>
                  <a:lnTo>
                    <a:pt x="10457102" y="4709673"/>
                  </a:lnTo>
                  <a:lnTo>
                    <a:pt x="10485714" y="4713184"/>
                  </a:lnTo>
                  <a:lnTo>
                    <a:pt x="10501958" y="4715009"/>
                  </a:lnTo>
                  <a:lnTo>
                    <a:pt x="10508697" y="4715704"/>
                  </a:lnTo>
                  <a:lnTo>
                    <a:pt x="10509909" y="4715819"/>
                  </a:lnTo>
                  <a:lnTo>
                    <a:pt x="10509911" y="4715820"/>
                  </a:lnTo>
                  <a:lnTo>
                    <a:pt x="11981298" y="471582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89" name="pl1489"/>
            <p:cNvSpPr/>
            <p:nvPr/>
          </p:nvSpPr>
          <p:spPr>
            <a:xfrm>
              <a:off x="4799595" y="3533149"/>
              <a:ext cx="11981298" cy="5198026"/>
            </a:xfrm>
            <a:custGeom>
              <a:avLst/>
              <a:pathLst>
                <a:path w="11981298" h="5198026">
                  <a:moveTo>
                    <a:pt x="11981298" y="4715820"/>
                  </a:moveTo>
                  <a:lnTo>
                    <a:pt x="10509911" y="4715820"/>
                  </a:lnTo>
                  <a:lnTo>
                    <a:pt x="10509012" y="4715734"/>
                  </a:lnTo>
                  <a:lnTo>
                    <a:pt x="10503077" y="4715128"/>
                  </a:lnTo>
                  <a:lnTo>
                    <a:pt x="10488014" y="4713452"/>
                  </a:lnTo>
                  <a:lnTo>
                    <a:pt x="10460832" y="4710148"/>
                  </a:lnTo>
                  <a:lnTo>
                    <a:pt x="10419808" y="4704685"/>
                  </a:lnTo>
                  <a:lnTo>
                    <a:pt x="10364611" y="4696602"/>
                  </a:lnTo>
                  <a:lnTo>
                    <a:pt x="10296276" y="4685552"/>
                  </a:lnTo>
                  <a:lnTo>
                    <a:pt x="10216974" y="4671320"/>
                  </a:lnTo>
                  <a:lnTo>
                    <a:pt x="10129627" y="4653815"/>
                  </a:lnTo>
                  <a:lnTo>
                    <a:pt x="10037450" y="4633044"/>
                  </a:lnTo>
                  <a:lnTo>
                    <a:pt x="9943535" y="4609067"/>
                  </a:lnTo>
                  <a:lnTo>
                    <a:pt x="9850545" y="4581946"/>
                  </a:lnTo>
                  <a:lnTo>
                    <a:pt x="9760549" y="4551709"/>
                  </a:lnTo>
                  <a:lnTo>
                    <a:pt x="9674982" y="4518315"/>
                  </a:lnTo>
                  <a:lnTo>
                    <a:pt x="9594700" y="4481635"/>
                  </a:lnTo>
                  <a:lnTo>
                    <a:pt x="9520070" y="4441443"/>
                  </a:lnTo>
                  <a:lnTo>
                    <a:pt x="9451091" y="4397416"/>
                  </a:lnTo>
                  <a:lnTo>
                    <a:pt x="9387494" y="4349134"/>
                  </a:lnTo>
                  <a:lnTo>
                    <a:pt x="9328834" y="4296092"/>
                  </a:lnTo>
                  <a:lnTo>
                    <a:pt x="9274562" y="4237718"/>
                  </a:lnTo>
                  <a:lnTo>
                    <a:pt x="9224072" y="4173404"/>
                  </a:lnTo>
                  <a:lnTo>
                    <a:pt x="9176750" y="4102553"/>
                  </a:lnTo>
                  <a:lnTo>
                    <a:pt x="9131996" y="4024664"/>
                  </a:lnTo>
                  <a:lnTo>
                    <a:pt x="9089263" y="3939452"/>
                  </a:lnTo>
                  <a:lnTo>
                    <a:pt x="9084767" y="3929850"/>
                  </a:lnTo>
                  <a:lnTo>
                    <a:pt x="9054481" y="3861987"/>
                  </a:lnTo>
                  <a:lnTo>
                    <a:pt x="9024842" y="3790115"/>
                  </a:lnTo>
                  <a:lnTo>
                    <a:pt x="8995708" y="3714152"/>
                  </a:lnTo>
                  <a:lnTo>
                    <a:pt x="8966960" y="3634059"/>
                  </a:lnTo>
                  <a:lnTo>
                    <a:pt x="8938497" y="3549841"/>
                  </a:lnTo>
                  <a:lnTo>
                    <a:pt x="8910234" y="3461549"/>
                  </a:lnTo>
                  <a:lnTo>
                    <a:pt x="8882105" y="3369288"/>
                  </a:lnTo>
                  <a:lnTo>
                    <a:pt x="8854055" y="3273216"/>
                  </a:lnTo>
                  <a:lnTo>
                    <a:pt x="8826040" y="3173546"/>
                  </a:lnTo>
                  <a:lnTo>
                    <a:pt x="8798030" y="3070546"/>
                  </a:lnTo>
                  <a:lnTo>
                    <a:pt x="8770003" y="2964539"/>
                  </a:lnTo>
                  <a:lnTo>
                    <a:pt x="8741947" y="2855897"/>
                  </a:lnTo>
                  <a:lnTo>
                    <a:pt x="8713857" y="2745041"/>
                  </a:lnTo>
                  <a:lnTo>
                    <a:pt x="8685734" y="2632431"/>
                  </a:lnTo>
                  <a:lnTo>
                    <a:pt x="8657585" y="2518558"/>
                  </a:lnTo>
                  <a:lnTo>
                    <a:pt x="8629418" y="2403939"/>
                  </a:lnTo>
                  <a:lnTo>
                    <a:pt x="8601246" y="2289106"/>
                  </a:lnTo>
                  <a:lnTo>
                    <a:pt x="8573082" y="2174593"/>
                  </a:lnTo>
                  <a:lnTo>
                    <a:pt x="8544937" y="2060930"/>
                  </a:lnTo>
                  <a:lnTo>
                    <a:pt x="8516820" y="1948629"/>
                  </a:lnTo>
                  <a:lnTo>
                    <a:pt x="8488737" y="1838177"/>
                  </a:lnTo>
                  <a:lnTo>
                    <a:pt x="8460688" y="1730027"/>
                  </a:lnTo>
                  <a:lnTo>
                    <a:pt x="8432665" y="1624588"/>
                  </a:lnTo>
                  <a:lnTo>
                    <a:pt x="8404657" y="1522225"/>
                  </a:lnTo>
                  <a:lnTo>
                    <a:pt x="8376637" y="1423249"/>
                  </a:lnTo>
                  <a:lnTo>
                    <a:pt x="8348575" y="1327918"/>
                  </a:lnTo>
                  <a:lnTo>
                    <a:pt x="8320424" y="1236434"/>
                  </a:lnTo>
                  <a:lnTo>
                    <a:pt x="8292128" y="1148943"/>
                  </a:lnTo>
                  <a:lnTo>
                    <a:pt x="8263615" y="1065541"/>
                  </a:lnTo>
                  <a:lnTo>
                    <a:pt x="8234799" y="986268"/>
                  </a:lnTo>
                  <a:lnTo>
                    <a:pt x="8205575" y="911122"/>
                  </a:lnTo>
                  <a:lnTo>
                    <a:pt x="8175820" y="840053"/>
                  </a:lnTo>
                  <a:lnTo>
                    <a:pt x="8151487" y="785970"/>
                  </a:lnTo>
                  <a:lnTo>
                    <a:pt x="8108942" y="699967"/>
                  </a:lnTo>
                  <a:lnTo>
                    <a:pt x="8064430" y="621299"/>
                  </a:lnTo>
                  <a:lnTo>
                    <a:pt x="8017412" y="549712"/>
                  </a:lnTo>
                  <a:lnTo>
                    <a:pt x="7967293" y="484723"/>
                  </a:lnTo>
                  <a:lnTo>
                    <a:pt x="7913457" y="425739"/>
                  </a:lnTo>
                  <a:lnTo>
                    <a:pt x="7855297" y="372152"/>
                  </a:lnTo>
                  <a:lnTo>
                    <a:pt x="7792254" y="323383"/>
                  </a:lnTo>
                  <a:lnTo>
                    <a:pt x="7723871" y="278921"/>
                  </a:lnTo>
                  <a:lnTo>
                    <a:pt x="7649855" y="238334"/>
                  </a:lnTo>
                  <a:lnTo>
                    <a:pt x="7570170" y="201289"/>
                  </a:lnTo>
                  <a:lnTo>
                    <a:pt x="7485141" y="167549"/>
                  </a:lnTo>
                  <a:lnTo>
                    <a:pt x="7395563" y="136976"/>
                  </a:lnTo>
                  <a:lnTo>
                    <a:pt x="7302807" y="109520"/>
                  </a:lnTo>
                  <a:lnTo>
                    <a:pt x="7208873" y="85201"/>
                  </a:lnTo>
                  <a:lnTo>
                    <a:pt x="7116367" y="64082"/>
                  </a:lnTo>
                  <a:lnTo>
                    <a:pt x="7028344" y="46225"/>
                  </a:lnTo>
                  <a:lnTo>
                    <a:pt x="6948028" y="31643"/>
                  </a:lnTo>
                  <a:lnTo>
                    <a:pt x="6878392" y="20258"/>
                  </a:lnTo>
                  <a:lnTo>
                    <a:pt x="6821709" y="11871"/>
                  </a:lnTo>
                  <a:lnTo>
                    <a:pt x="6779151" y="6146"/>
                  </a:lnTo>
                  <a:lnTo>
                    <a:pt x="6750539" y="2635"/>
                  </a:lnTo>
                  <a:lnTo>
                    <a:pt x="6734296" y="810"/>
                  </a:lnTo>
                  <a:lnTo>
                    <a:pt x="6727557" y="115"/>
                  </a:lnTo>
                  <a:lnTo>
                    <a:pt x="6726344" y="0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087" y="90"/>
                  </a:lnTo>
                  <a:lnTo>
                    <a:pt x="5248350" y="736"/>
                  </a:lnTo>
                  <a:lnTo>
                    <a:pt x="5233776" y="2518"/>
                  </a:lnTo>
                  <a:lnTo>
                    <a:pt x="5207444" y="6033"/>
                  </a:lnTo>
                  <a:lnTo>
                    <a:pt x="5167636" y="11847"/>
                  </a:lnTo>
                  <a:lnTo>
                    <a:pt x="5113963" y="20457"/>
                  </a:lnTo>
                  <a:lnTo>
                    <a:pt x="5047343" y="32239"/>
                  </a:lnTo>
                  <a:lnTo>
                    <a:pt x="4969802" y="47435"/>
                  </a:lnTo>
                  <a:lnTo>
                    <a:pt x="4884117" y="66150"/>
                  </a:lnTo>
                  <a:lnTo>
                    <a:pt x="4793385" y="88387"/>
                  </a:lnTo>
                  <a:lnTo>
                    <a:pt x="4700620" y="114085"/>
                  </a:lnTo>
                  <a:lnTo>
                    <a:pt x="4608457" y="143174"/>
                  </a:lnTo>
                  <a:lnTo>
                    <a:pt x="4518974" y="175619"/>
                  </a:lnTo>
                  <a:lnTo>
                    <a:pt x="4433646" y="211451"/>
                  </a:lnTo>
                  <a:lnTo>
                    <a:pt x="4353379" y="250791"/>
                  </a:lnTo>
                  <a:lnTo>
                    <a:pt x="4278600" y="293861"/>
                  </a:lnTo>
                  <a:lnTo>
                    <a:pt x="4209365" y="340987"/>
                  </a:lnTo>
                  <a:lnTo>
                    <a:pt x="4145456" y="392598"/>
                  </a:lnTo>
                  <a:lnTo>
                    <a:pt x="4086472" y="449213"/>
                  </a:lnTo>
                  <a:lnTo>
                    <a:pt x="4031898" y="511427"/>
                  </a:lnTo>
                  <a:lnTo>
                    <a:pt x="3981160" y="579884"/>
                  </a:lnTo>
                  <a:lnTo>
                    <a:pt x="3933662" y="655227"/>
                  </a:lnTo>
                  <a:lnTo>
                    <a:pt x="3888819" y="738026"/>
                  </a:lnTo>
                  <a:lnTo>
                    <a:pt x="3846087" y="828661"/>
                  </a:lnTo>
                  <a:lnTo>
                    <a:pt x="3829811" y="866337"/>
                  </a:lnTo>
                  <a:lnTo>
                    <a:pt x="3800845" y="937750"/>
                  </a:lnTo>
                  <a:lnTo>
                    <a:pt x="3772477" y="1013198"/>
                  </a:lnTo>
                  <a:lnTo>
                    <a:pt x="3744580" y="1092760"/>
                  </a:lnTo>
                  <a:lnTo>
                    <a:pt x="3717049" y="1176480"/>
                  </a:lnTo>
                  <a:lnTo>
                    <a:pt x="3689793" y="1264360"/>
                  </a:lnTo>
                  <a:lnTo>
                    <a:pt x="3662736" y="1356359"/>
                  </a:lnTo>
                  <a:lnTo>
                    <a:pt x="3635817" y="1452389"/>
                  </a:lnTo>
                  <a:lnTo>
                    <a:pt x="3608982" y="1552314"/>
                  </a:lnTo>
                  <a:lnTo>
                    <a:pt x="3582194" y="1655945"/>
                  </a:lnTo>
                  <a:lnTo>
                    <a:pt x="3555419" y="1763044"/>
                  </a:lnTo>
                  <a:lnTo>
                    <a:pt x="3528637" y="1873322"/>
                  </a:lnTo>
                  <a:lnTo>
                    <a:pt x="3501833" y="1986442"/>
                  </a:lnTo>
                  <a:lnTo>
                    <a:pt x="3474999" y="2102022"/>
                  </a:lnTo>
                  <a:lnTo>
                    <a:pt x="3448134" y="2219640"/>
                  </a:lnTo>
                  <a:lnTo>
                    <a:pt x="3421240" y="2338838"/>
                  </a:lnTo>
                  <a:lnTo>
                    <a:pt x="3394324" y="2459135"/>
                  </a:lnTo>
                  <a:lnTo>
                    <a:pt x="3367396" y="2580025"/>
                  </a:lnTo>
                  <a:lnTo>
                    <a:pt x="3340467" y="2700997"/>
                  </a:lnTo>
                  <a:lnTo>
                    <a:pt x="3313546" y="2821534"/>
                  </a:lnTo>
                  <a:lnTo>
                    <a:pt x="3286645" y="2941131"/>
                  </a:lnTo>
                  <a:lnTo>
                    <a:pt x="3259770" y="3059295"/>
                  </a:lnTo>
                  <a:lnTo>
                    <a:pt x="3232926" y="3175562"/>
                  </a:lnTo>
                  <a:lnTo>
                    <a:pt x="3206113" y="3289497"/>
                  </a:lnTo>
                  <a:lnTo>
                    <a:pt x="3179325" y="3400705"/>
                  </a:lnTo>
                  <a:lnTo>
                    <a:pt x="3152550" y="3508835"/>
                  </a:lnTo>
                  <a:lnTo>
                    <a:pt x="3125769" y="3613583"/>
                  </a:lnTo>
                  <a:lnTo>
                    <a:pt x="3098953" y="3714693"/>
                  </a:lnTo>
                  <a:lnTo>
                    <a:pt x="3072065" y="3811962"/>
                  </a:lnTo>
                  <a:lnTo>
                    <a:pt x="3045058" y="3905238"/>
                  </a:lnTo>
                  <a:lnTo>
                    <a:pt x="3017872" y="3994417"/>
                  </a:lnTo>
                  <a:lnTo>
                    <a:pt x="2990436" y="4079444"/>
                  </a:lnTo>
                  <a:lnTo>
                    <a:pt x="2962665" y="4160308"/>
                  </a:lnTo>
                  <a:lnTo>
                    <a:pt x="2934457" y="4237040"/>
                  </a:lnTo>
                  <a:lnTo>
                    <a:pt x="2905693" y="4309708"/>
                  </a:lnTo>
                  <a:lnTo>
                    <a:pt x="2896531" y="4331689"/>
                  </a:lnTo>
                  <a:lnTo>
                    <a:pt x="2854493" y="4425426"/>
                  </a:lnTo>
                  <a:lnTo>
                    <a:pt x="2810539" y="4511267"/>
                  </a:lnTo>
                  <a:lnTo>
                    <a:pt x="2764150" y="4589471"/>
                  </a:lnTo>
                  <a:lnTo>
                    <a:pt x="2714752" y="4660551"/>
                  </a:lnTo>
                  <a:lnTo>
                    <a:pt x="2661752" y="4725134"/>
                  </a:lnTo>
                  <a:lnTo>
                    <a:pt x="2604562" y="4783869"/>
                  </a:lnTo>
                  <a:lnTo>
                    <a:pt x="2542638" y="4837374"/>
                  </a:lnTo>
                  <a:lnTo>
                    <a:pt x="2475528" y="4886202"/>
                  </a:lnTo>
                  <a:lnTo>
                    <a:pt x="2402932" y="4930817"/>
                  </a:lnTo>
                  <a:lnTo>
                    <a:pt x="2324788" y="4971586"/>
                  </a:lnTo>
                  <a:lnTo>
                    <a:pt x="2241364" y="5008773"/>
                  </a:lnTo>
                  <a:lnTo>
                    <a:pt x="2153366" y="5042537"/>
                  </a:lnTo>
                  <a:lnTo>
                    <a:pt x="2062039" y="5072943"/>
                  </a:lnTo>
                  <a:lnTo>
                    <a:pt x="1969225" y="5099977"/>
                  </a:lnTo>
                  <a:lnTo>
                    <a:pt x="1877353" y="5123578"/>
                  </a:lnTo>
                  <a:lnTo>
                    <a:pt x="1789317" y="5143678"/>
                  </a:lnTo>
                  <a:lnTo>
                    <a:pt x="1708226" y="5160247"/>
                  </a:lnTo>
                  <a:lnTo>
                    <a:pt x="1637035" y="5173347"/>
                  </a:lnTo>
                  <a:lnTo>
                    <a:pt x="1578111" y="5183162"/>
                  </a:lnTo>
                  <a:lnTo>
                    <a:pt x="1532841" y="5190018"/>
                  </a:lnTo>
                  <a:lnTo>
                    <a:pt x="1501361" y="5194369"/>
                  </a:lnTo>
                  <a:lnTo>
                    <a:pt x="1482465" y="5196760"/>
                  </a:lnTo>
                  <a:lnTo>
                    <a:pt x="1473682" y="5197781"/>
                  </a:lnTo>
                  <a:lnTo>
                    <a:pt x="1471441" y="5198021"/>
                  </a:lnTo>
                  <a:lnTo>
                    <a:pt x="1471387" y="5198026"/>
                  </a:lnTo>
                  <a:lnTo>
                    <a:pt x="0" y="519802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90" name="pg1490"/>
            <p:cNvSpPr/>
            <p:nvPr/>
          </p:nvSpPr>
          <p:spPr>
            <a:xfrm>
              <a:off x="4799595" y="6753310"/>
              <a:ext cx="11981298" cy="2713435"/>
            </a:xfrm>
            <a:custGeom>
              <a:avLst/>
              <a:pathLst>
                <a:path w="11981298" h="2713435">
                  <a:moveTo>
                    <a:pt x="0" y="2263920"/>
                  </a:moveTo>
                  <a:lnTo>
                    <a:pt x="1471387" y="2263920"/>
                  </a:lnTo>
                  <a:lnTo>
                    <a:pt x="1472565" y="2263866"/>
                  </a:lnTo>
                  <a:lnTo>
                    <a:pt x="1480303" y="2263483"/>
                  </a:lnTo>
                  <a:lnTo>
                    <a:pt x="1499790" y="2262423"/>
                  </a:lnTo>
                  <a:lnTo>
                    <a:pt x="1534578" y="2260336"/>
                  </a:lnTo>
                  <a:lnTo>
                    <a:pt x="1586329" y="2256900"/>
                  </a:lnTo>
                  <a:lnTo>
                    <a:pt x="1654683" y="2251855"/>
                  </a:lnTo>
                  <a:lnTo>
                    <a:pt x="1737439" y="2245024"/>
                  </a:lnTo>
                  <a:lnTo>
                    <a:pt x="1831067" y="2236323"/>
                  </a:lnTo>
                  <a:lnTo>
                    <a:pt x="1931391" y="2225740"/>
                  </a:lnTo>
                  <a:lnTo>
                    <a:pt x="2034283" y="2213308"/>
                  </a:lnTo>
                  <a:lnTo>
                    <a:pt x="2136184" y="2199068"/>
                  </a:lnTo>
                  <a:lnTo>
                    <a:pt x="2234375" y="2183036"/>
                  </a:lnTo>
                  <a:lnTo>
                    <a:pt x="2327052" y="2165180"/>
                  </a:lnTo>
                  <a:lnTo>
                    <a:pt x="2413225" y="2145406"/>
                  </a:lnTo>
                  <a:lnTo>
                    <a:pt x="2492569" y="2123554"/>
                  </a:lnTo>
                  <a:lnTo>
                    <a:pt x="2565236" y="2099396"/>
                  </a:lnTo>
                  <a:lnTo>
                    <a:pt x="2631707" y="2072639"/>
                  </a:lnTo>
                  <a:lnTo>
                    <a:pt x="2692656" y="2042940"/>
                  </a:lnTo>
                  <a:lnTo>
                    <a:pt x="2748862" y="2009919"/>
                  </a:lnTo>
                  <a:lnTo>
                    <a:pt x="2801135" y="1973198"/>
                  </a:lnTo>
                  <a:lnTo>
                    <a:pt x="2850269" y="1932450"/>
                  </a:lnTo>
                  <a:lnTo>
                    <a:pt x="2896531" y="1887962"/>
                  </a:lnTo>
                  <a:lnTo>
                    <a:pt x="2937590" y="1843306"/>
                  </a:lnTo>
                  <a:lnTo>
                    <a:pt x="2977546" y="1795069"/>
                  </a:lnTo>
                  <a:lnTo>
                    <a:pt x="3016729" y="1743180"/>
                  </a:lnTo>
                  <a:lnTo>
                    <a:pt x="3055395" y="1687639"/>
                  </a:lnTo>
                  <a:lnTo>
                    <a:pt x="3093746" y="1628527"/>
                  </a:lnTo>
                  <a:lnTo>
                    <a:pt x="3131932" y="1566009"/>
                  </a:lnTo>
                  <a:lnTo>
                    <a:pt x="3170062" y="1500343"/>
                  </a:lnTo>
                  <a:lnTo>
                    <a:pt x="3208204" y="1431873"/>
                  </a:lnTo>
                  <a:lnTo>
                    <a:pt x="3246398" y="1361034"/>
                  </a:lnTo>
                  <a:lnTo>
                    <a:pt x="3284654" y="1288333"/>
                  </a:lnTo>
                  <a:lnTo>
                    <a:pt x="3322965" y="1214342"/>
                  </a:lnTo>
                  <a:lnTo>
                    <a:pt x="3361308" y="1139680"/>
                  </a:lnTo>
                  <a:lnTo>
                    <a:pt x="3399652" y="1064986"/>
                  </a:lnTo>
                  <a:lnTo>
                    <a:pt x="3437967" y="990903"/>
                  </a:lnTo>
                  <a:lnTo>
                    <a:pt x="3476230" y="918050"/>
                  </a:lnTo>
                  <a:lnTo>
                    <a:pt x="3514430" y="847006"/>
                  </a:lnTo>
                  <a:lnTo>
                    <a:pt x="3552576" y="778286"/>
                  </a:lnTo>
                  <a:lnTo>
                    <a:pt x="3590704" y="712331"/>
                  </a:lnTo>
                  <a:lnTo>
                    <a:pt x="3628880" y="649494"/>
                  </a:lnTo>
                  <a:lnTo>
                    <a:pt x="3667209" y="590043"/>
                  </a:lnTo>
                  <a:lnTo>
                    <a:pt x="3705837" y="534150"/>
                  </a:lnTo>
                  <a:lnTo>
                    <a:pt x="3744959" y="481905"/>
                  </a:lnTo>
                  <a:lnTo>
                    <a:pt x="3784827" y="433315"/>
                  </a:lnTo>
                  <a:lnTo>
                    <a:pt x="3825762" y="388316"/>
                  </a:lnTo>
                  <a:lnTo>
                    <a:pt x="3829811" y="384130"/>
                  </a:lnTo>
                  <a:lnTo>
                    <a:pt x="3876548" y="339217"/>
                  </a:lnTo>
                  <a:lnTo>
                    <a:pt x="3925710" y="298510"/>
                  </a:lnTo>
                  <a:lnTo>
                    <a:pt x="3978018" y="261827"/>
                  </a:lnTo>
                  <a:lnTo>
                    <a:pt x="4034267" y="228842"/>
                  </a:lnTo>
                  <a:lnTo>
                    <a:pt x="4095267" y="199173"/>
                  </a:lnTo>
                  <a:lnTo>
                    <a:pt x="4161796" y="172444"/>
                  </a:lnTo>
                  <a:lnTo>
                    <a:pt x="4234529" y="148310"/>
                  </a:lnTo>
                  <a:lnTo>
                    <a:pt x="4313940" y="126480"/>
                  </a:lnTo>
                  <a:lnTo>
                    <a:pt x="4400181" y="106726"/>
                  </a:lnTo>
                  <a:lnTo>
                    <a:pt x="4492918" y="88888"/>
                  </a:lnTo>
                  <a:lnTo>
                    <a:pt x="4591157" y="72874"/>
                  </a:lnTo>
                  <a:lnTo>
                    <a:pt x="4693082" y="58652"/>
                  </a:lnTo>
                  <a:lnTo>
                    <a:pt x="4795968" y="46238"/>
                  </a:lnTo>
                  <a:lnTo>
                    <a:pt x="4896246" y="35674"/>
                  </a:lnTo>
                  <a:lnTo>
                    <a:pt x="4989785" y="26991"/>
                  </a:lnTo>
                  <a:lnTo>
                    <a:pt x="5072415" y="20179"/>
                  </a:lnTo>
                  <a:lnTo>
                    <a:pt x="5140611" y="15151"/>
                  </a:lnTo>
                  <a:lnTo>
                    <a:pt x="5192192" y="11730"/>
                  </a:lnTo>
                  <a:lnTo>
                    <a:pt x="5226817" y="9655"/>
                  </a:lnTo>
                  <a:lnTo>
                    <a:pt x="5246166" y="8603"/>
                  </a:lnTo>
                  <a:lnTo>
                    <a:pt x="5253811" y="8225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496" y="8236"/>
                  </a:lnTo>
                  <a:lnTo>
                    <a:pt x="6735080" y="8686"/>
                  </a:lnTo>
                  <a:lnTo>
                    <a:pt x="6754188" y="9930"/>
                  </a:lnTo>
                  <a:lnTo>
                    <a:pt x="6788331" y="12380"/>
                  </a:lnTo>
                  <a:lnTo>
                    <a:pt x="6839184" y="16416"/>
                  </a:lnTo>
                  <a:lnTo>
                    <a:pt x="6906455" y="22346"/>
                  </a:lnTo>
                  <a:lnTo>
                    <a:pt x="6988051" y="30380"/>
                  </a:lnTo>
                  <a:lnTo>
                    <a:pt x="7080559" y="40625"/>
                  </a:lnTo>
                  <a:lnTo>
                    <a:pt x="7179905" y="53095"/>
                  </a:lnTo>
                  <a:lnTo>
                    <a:pt x="7282027" y="67754"/>
                  </a:lnTo>
                  <a:lnTo>
                    <a:pt x="7383391" y="84555"/>
                  </a:lnTo>
                  <a:lnTo>
                    <a:pt x="7481271" y="103476"/>
                  </a:lnTo>
                  <a:lnTo>
                    <a:pt x="7573828" y="124547"/>
                  </a:lnTo>
                  <a:lnTo>
                    <a:pt x="7660031" y="147872"/>
                  </a:lnTo>
                  <a:lnTo>
                    <a:pt x="7739508" y="173632"/>
                  </a:lnTo>
                  <a:lnTo>
                    <a:pt x="7812367" y="202087"/>
                  </a:lnTo>
                  <a:lnTo>
                    <a:pt x="7879052" y="233573"/>
                  </a:lnTo>
                  <a:lnTo>
                    <a:pt x="7940205" y="268488"/>
                  </a:lnTo>
                  <a:lnTo>
                    <a:pt x="7996582" y="307273"/>
                  </a:lnTo>
                  <a:lnTo>
                    <a:pt x="8048975" y="350376"/>
                  </a:lnTo>
                  <a:lnTo>
                    <a:pt x="8098165" y="398194"/>
                  </a:lnTo>
                  <a:lnTo>
                    <a:pt x="8144874" y="450973"/>
                  </a:lnTo>
                  <a:lnTo>
                    <a:pt x="8151487" y="459050"/>
                  </a:lnTo>
                  <a:lnTo>
                    <a:pt x="8189857" y="508916"/>
                  </a:lnTo>
                  <a:lnTo>
                    <a:pt x="8227245" y="562518"/>
                  </a:lnTo>
                  <a:lnTo>
                    <a:pt x="8263926" y="619933"/>
                  </a:lnTo>
                  <a:lnTo>
                    <a:pt x="8300116" y="681173"/>
                  </a:lnTo>
                  <a:lnTo>
                    <a:pt x="8335991" y="746177"/>
                  </a:lnTo>
                  <a:lnTo>
                    <a:pt x="8371683" y="814809"/>
                  </a:lnTo>
                  <a:lnTo>
                    <a:pt x="8407292" y="886853"/>
                  </a:lnTo>
                  <a:lnTo>
                    <a:pt x="8442889" y="962007"/>
                  </a:lnTo>
                  <a:lnTo>
                    <a:pt x="8478515" y="1039890"/>
                  </a:lnTo>
                  <a:lnTo>
                    <a:pt x="8514194" y="1120046"/>
                  </a:lnTo>
                  <a:lnTo>
                    <a:pt x="8549927" y="1201955"/>
                  </a:lnTo>
                  <a:lnTo>
                    <a:pt x="8585703" y="1285041"/>
                  </a:lnTo>
                  <a:lnTo>
                    <a:pt x="8621501" y="1368696"/>
                  </a:lnTo>
                  <a:lnTo>
                    <a:pt x="8657297" y="1452291"/>
                  </a:lnTo>
                  <a:lnTo>
                    <a:pt x="8693066" y="1535201"/>
                  </a:lnTo>
                  <a:lnTo>
                    <a:pt x="8728789" y="1616822"/>
                  </a:lnTo>
                  <a:lnTo>
                    <a:pt x="8764457" y="1696588"/>
                  </a:lnTo>
                  <a:lnTo>
                    <a:pt x="8800076" y="1773990"/>
                  </a:lnTo>
                  <a:lnTo>
                    <a:pt x="8835671" y="1848584"/>
                  </a:lnTo>
                  <a:lnTo>
                    <a:pt x="8871290" y="1920005"/>
                  </a:lnTo>
                  <a:lnTo>
                    <a:pt x="8907008" y="1987967"/>
                  </a:lnTo>
                  <a:lnTo>
                    <a:pt x="8942930" y="2052270"/>
                  </a:lnTo>
                  <a:lnTo>
                    <a:pt x="8979199" y="2112790"/>
                  </a:lnTo>
                  <a:lnTo>
                    <a:pt x="9015994" y="2169484"/>
                  </a:lnTo>
                  <a:lnTo>
                    <a:pt x="9053546" y="2222375"/>
                  </a:lnTo>
                  <a:lnTo>
                    <a:pt x="9084767" y="2262558"/>
                  </a:lnTo>
                  <a:lnTo>
                    <a:pt x="9131169" y="2316062"/>
                  </a:lnTo>
                  <a:lnTo>
                    <a:pt x="9179957" y="2364590"/>
                  </a:lnTo>
                  <a:lnTo>
                    <a:pt x="9231837" y="2408356"/>
                  </a:lnTo>
                  <a:lnTo>
                    <a:pt x="9287586" y="2447740"/>
                  </a:lnTo>
                  <a:lnTo>
                    <a:pt x="9347997" y="2483188"/>
                  </a:lnTo>
                  <a:lnTo>
                    <a:pt x="9413835" y="2515146"/>
                  </a:lnTo>
                  <a:lnTo>
                    <a:pt x="9485765" y="2544019"/>
                  </a:lnTo>
                  <a:lnTo>
                    <a:pt x="9564264" y="2570153"/>
                  </a:lnTo>
                  <a:lnTo>
                    <a:pt x="9649501" y="2593818"/>
                  </a:lnTo>
                  <a:lnTo>
                    <a:pt x="9741183" y="2615208"/>
                  </a:lnTo>
                  <a:lnTo>
                    <a:pt x="9838383" y="2634437"/>
                  </a:lnTo>
                  <a:lnTo>
                    <a:pt x="9939389" y="2651546"/>
                  </a:lnTo>
                  <a:lnTo>
                    <a:pt x="10041604" y="2666519"/>
                  </a:lnTo>
                  <a:lnTo>
                    <a:pt x="10141597" y="2679310"/>
                  </a:lnTo>
                  <a:lnTo>
                    <a:pt x="10235356" y="2689878"/>
                  </a:lnTo>
                  <a:lnTo>
                    <a:pt x="10318772" y="2698230"/>
                  </a:lnTo>
                  <a:lnTo>
                    <a:pt x="10388290" y="2704455"/>
                  </a:lnTo>
                  <a:lnTo>
                    <a:pt x="10441591" y="2708748"/>
                  </a:lnTo>
                  <a:lnTo>
                    <a:pt x="10478103" y="2711406"/>
                  </a:lnTo>
                  <a:lnTo>
                    <a:pt x="10499216" y="2712800"/>
                  </a:lnTo>
                  <a:lnTo>
                    <a:pt x="10508192" y="2713340"/>
                  </a:lnTo>
                  <a:lnTo>
                    <a:pt x="10509911" y="2713435"/>
                  </a:lnTo>
                  <a:lnTo>
                    <a:pt x="11981298" y="2713435"/>
                  </a:lnTo>
                  <a:lnTo>
                    <a:pt x="11981298" y="2705262"/>
                  </a:lnTo>
                  <a:lnTo>
                    <a:pt x="10509911" y="2705262"/>
                  </a:lnTo>
                  <a:lnTo>
                    <a:pt x="10508757" y="2705199"/>
                  </a:lnTo>
                  <a:lnTo>
                    <a:pt x="10501174" y="2704749"/>
                  </a:lnTo>
                  <a:lnTo>
                    <a:pt x="10482066" y="2703504"/>
                  </a:lnTo>
                  <a:lnTo>
                    <a:pt x="10447922" y="2701054"/>
                  </a:lnTo>
                  <a:lnTo>
                    <a:pt x="10397069" y="2697019"/>
                  </a:lnTo>
                  <a:lnTo>
                    <a:pt x="10329799" y="2691089"/>
                  </a:lnTo>
                  <a:lnTo>
                    <a:pt x="10248202" y="2683054"/>
                  </a:lnTo>
                  <a:lnTo>
                    <a:pt x="10155694" y="2672810"/>
                  </a:lnTo>
                  <a:lnTo>
                    <a:pt x="10056348" y="2660340"/>
                  </a:lnTo>
                  <a:lnTo>
                    <a:pt x="9954226" y="2645680"/>
                  </a:lnTo>
                  <a:lnTo>
                    <a:pt x="9852863" y="2628879"/>
                  </a:lnTo>
                  <a:lnTo>
                    <a:pt x="9754983" y="2609959"/>
                  </a:lnTo>
                  <a:lnTo>
                    <a:pt x="9662425" y="2588888"/>
                  </a:lnTo>
                  <a:lnTo>
                    <a:pt x="9576222" y="2565563"/>
                  </a:lnTo>
                  <a:lnTo>
                    <a:pt x="9496746" y="2539803"/>
                  </a:lnTo>
                  <a:lnTo>
                    <a:pt x="9423886" y="2511347"/>
                  </a:lnTo>
                  <a:lnTo>
                    <a:pt x="9357202" y="2479861"/>
                  </a:lnTo>
                  <a:lnTo>
                    <a:pt x="9296048" y="2444946"/>
                  </a:lnTo>
                  <a:lnTo>
                    <a:pt x="9239672" y="2406162"/>
                  </a:lnTo>
                  <a:lnTo>
                    <a:pt x="9187279" y="2363059"/>
                  </a:lnTo>
                  <a:lnTo>
                    <a:pt x="9138088" y="2315240"/>
                  </a:lnTo>
                  <a:lnTo>
                    <a:pt x="9091379" y="2262461"/>
                  </a:lnTo>
                  <a:lnTo>
                    <a:pt x="9084767" y="2254385"/>
                  </a:lnTo>
                  <a:lnTo>
                    <a:pt x="9046397" y="2204519"/>
                  </a:lnTo>
                  <a:lnTo>
                    <a:pt x="9009008" y="2150916"/>
                  </a:lnTo>
                  <a:lnTo>
                    <a:pt x="8972328" y="2093501"/>
                  </a:lnTo>
                  <a:lnTo>
                    <a:pt x="8936137" y="2032262"/>
                  </a:lnTo>
                  <a:lnTo>
                    <a:pt x="8900263" y="1967258"/>
                  </a:lnTo>
                  <a:lnTo>
                    <a:pt x="8864571" y="1898625"/>
                  </a:lnTo>
                  <a:lnTo>
                    <a:pt x="8828961" y="1826582"/>
                  </a:lnTo>
                  <a:lnTo>
                    <a:pt x="8793365" y="1751428"/>
                  </a:lnTo>
                  <a:lnTo>
                    <a:pt x="8757738" y="1673545"/>
                  </a:lnTo>
                  <a:lnTo>
                    <a:pt x="8722059" y="1593388"/>
                  </a:lnTo>
                  <a:lnTo>
                    <a:pt x="8686327" y="1511480"/>
                  </a:lnTo>
                  <a:lnTo>
                    <a:pt x="8650551" y="1428393"/>
                  </a:lnTo>
                  <a:lnTo>
                    <a:pt x="8614752" y="1344739"/>
                  </a:lnTo>
                  <a:lnTo>
                    <a:pt x="8578956" y="1261143"/>
                  </a:lnTo>
                  <a:lnTo>
                    <a:pt x="8543187" y="1178233"/>
                  </a:lnTo>
                  <a:lnTo>
                    <a:pt x="8507464" y="1096612"/>
                  </a:lnTo>
                  <a:lnTo>
                    <a:pt x="8471796" y="1016846"/>
                  </a:lnTo>
                  <a:lnTo>
                    <a:pt x="8436177" y="939445"/>
                  </a:lnTo>
                  <a:lnTo>
                    <a:pt x="8400582" y="864851"/>
                  </a:lnTo>
                  <a:lnTo>
                    <a:pt x="8364963" y="793430"/>
                  </a:lnTo>
                  <a:lnTo>
                    <a:pt x="8329245" y="725467"/>
                  </a:lnTo>
                  <a:lnTo>
                    <a:pt x="8293323" y="661165"/>
                  </a:lnTo>
                  <a:lnTo>
                    <a:pt x="8257054" y="600644"/>
                  </a:lnTo>
                  <a:lnTo>
                    <a:pt x="8220259" y="543951"/>
                  </a:lnTo>
                  <a:lnTo>
                    <a:pt x="8182708" y="491060"/>
                  </a:lnTo>
                  <a:lnTo>
                    <a:pt x="8151487" y="450877"/>
                  </a:lnTo>
                  <a:lnTo>
                    <a:pt x="8105084" y="397373"/>
                  </a:lnTo>
                  <a:lnTo>
                    <a:pt x="8056297" y="348844"/>
                  </a:lnTo>
                  <a:lnTo>
                    <a:pt x="8004416" y="305079"/>
                  </a:lnTo>
                  <a:lnTo>
                    <a:pt x="7948667" y="265695"/>
                  </a:lnTo>
                  <a:lnTo>
                    <a:pt x="7888256" y="230246"/>
                  </a:lnTo>
                  <a:lnTo>
                    <a:pt x="7822418" y="198288"/>
                  </a:lnTo>
                  <a:lnTo>
                    <a:pt x="7750488" y="169415"/>
                  </a:lnTo>
                  <a:lnTo>
                    <a:pt x="7671989" y="143282"/>
                  </a:lnTo>
                  <a:lnTo>
                    <a:pt x="7586752" y="119617"/>
                  </a:lnTo>
                  <a:lnTo>
                    <a:pt x="7495071" y="98226"/>
                  </a:lnTo>
                  <a:lnTo>
                    <a:pt x="7397870" y="78998"/>
                  </a:lnTo>
                  <a:lnTo>
                    <a:pt x="7296864" y="61889"/>
                  </a:lnTo>
                  <a:lnTo>
                    <a:pt x="7194650" y="46915"/>
                  </a:lnTo>
                  <a:lnTo>
                    <a:pt x="7094657" y="34124"/>
                  </a:lnTo>
                  <a:lnTo>
                    <a:pt x="7000897" y="23556"/>
                  </a:lnTo>
                  <a:lnTo>
                    <a:pt x="6917481" y="15205"/>
                  </a:lnTo>
                  <a:lnTo>
                    <a:pt x="6847963" y="8980"/>
                  </a:lnTo>
                  <a:lnTo>
                    <a:pt x="6794662" y="4687"/>
                  </a:lnTo>
                  <a:lnTo>
                    <a:pt x="6758151" y="2029"/>
                  </a:lnTo>
                  <a:lnTo>
                    <a:pt x="6737037" y="634"/>
                  </a:lnTo>
                  <a:lnTo>
                    <a:pt x="6728062" y="95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777" y="53"/>
                  </a:lnTo>
                  <a:lnTo>
                    <a:pt x="5246039" y="437"/>
                  </a:lnTo>
                  <a:lnTo>
                    <a:pt x="5226553" y="1497"/>
                  </a:lnTo>
                  <a:lnTo>
                    <a:pt x="5191764" y="3584"/>
                  </a:lnTo>
                  <a:lnTo>
                    <a:pt x="5140013" y="7019"/>
                  </a:lnTo>
                  <a:lnTo>
                    <a:pt x="5071660" y="12065"/>
                  </a:lnTo>
                  <a:lnTo>
                    <a:pt x="4988903" y="18895"/>
                  </a:lnTo>
                  <a:lnTo>
                    <a:pt x="4895275" y="27597"/>
                  </a:lnTo>
                  <a:lnTo>
                    <a:pt x="4794951" y="38180"/>
                  </a:lnTo>
                  <a:lnTo>
                    <a:pt x="4692059" y="50611"/>
                  </a:lnTo>
                  <a:lnTo>
                    <a:pt x="4590159" y="64851"/>
                  </a:lnTo>
                  <a:lnTo>
                    <a:pt x="4491967" y="80884"/>
                  </a:lnTo>
                  <a:lnTo>
                    <a:pt x="4399291" y="98740"/>
                  </a:lnTo>
                  <a:lnTo>
                    <a:pt x="4313117" y="118514"/>
                  </a:lnTo>
                  <a:lnTo>
                    <a:pt x="4233773" y="140365"/>
                  </a:lnTo>
                  <a:lnTo>
                    <a:pt x="4161106" y="164523"/>
                  </a:lnTo>
                  <a:lnTo>
                    <a:pt x="4094635" y="191280"/>
                  </a:lnTo>
                  <a:lnTo>
                    <a:pt x="4033686" y="220980"/>
                  </a:lnTo>
                  <a:lnTo>
                    <a:pt x="3977481" y="254000"/>
                  </a:lnTo>
                  <a:lnTo>
                    <a:pt x="3925207" y="290722"/>
                  </a:lnTo>
                  <a:lnTo>
                    <a:pt x="3876073" y="331470"/>
                  </a:lnTo>
                  <a:lnTo>
                    <a:pt x="3829811" y="375957"/>
                  </a:lnTo>
                  <a:lnTo>
                    <a:pt x="3788752" y="420613"/>
                  </a:lnTo>
                  <a:lnTo>
                    <a:pt x="3748796" y="468851"/>
                  </a:lnTo>
                  <a:lnTo>
                    <a:pt x="3709613" y="520740"/>
                  </a:lnTo>
                  <a:lnTo>
                    <a:pt x="3670947" y="576280"/>
                  </a:lnTo>
                  <a:lnTo>
                    <a:pt x="3632596" y="635393"/>
                  </a:lnTo>
                  <a:lnTo>
                    <a:pt x="3594410" y="697910"/>
                  </a:lnTo>
                  <a:lnTo>
                    <a:pt x="3556280" y="763577"/>
                  </a:lnTo>
                  <a:lnTo>
                    <a:pt x="3518138" y="832046"/>
                  </a:lnTo>
                  <a:lnTo>
                    <a:pt x="3479945" y="902886"/>
                  </a:lnTo>
                  <a:lnTo>
                    <a:pt x="3441688" y="975587"/>
                  </a:lnTo>
                  <a:lnTo>
                    <a:pt x="3403377" y="1049577"/>
                  </a:lnTo>
                  <a:lnTo>
                    <a:pt x="3365034" y="1124240"/>
                  </a:lnTo>
                  <a:lnTo>
                    <a:pt x="3326690" y="1198934"/>
                  </a:lnTo>
                  <a:lnTo>
                    <a:pt x="3288375" y="1273017"/>
                  </a:lnTo>
                  <a:lnTo>
                    <a:pt x="3250112" y="1345869"/>
                  </a:lnTo>
                  <a:lnTo>
                    <a:pt x="3211913" y="1416913"/>
                  </a:lnTo>
                  <a:lnTo>
                    <a:pt x="3173767" y="1485633"/>
                  </a:lnTo>
                  <a:lnTo>
                    <a:pt x="3135639" y="1551589"/>
                  </a:lnTo>
                  <a:lnTo>
                    <a:pt x="3097462" y="1614425"/>
                  </a:lnTo>
                  <a:lnTo>
                    <a:pt x="3059133" y="1673877"/>
                  </a:lnTo>
                  <a:lnTo>
                    <a:pt x="3020505" y="1729770"/>
                  </a:lnTo>
                  <a:lnTo>
                    <a:pt x="2981383" y="1782015"/>
                  </a:lnTo>
                  <a:lnTo>
                    <a:pt x="2941515" y="1830605"/>
                  </a:lnTo>
                  <a:lnTo>
                    <a:pt x="2900580" y="1875604"/>
                  </a:lnTo>
                  <a:lnTo>
                    <a:pt x="2896531" y="1879789"/>
                  </a:lnTo>
                  <a:lnTo>
                    <a:pt x="2849794" y="1924702"/>
                  </a:lnTo>
                  <a:lnTo>
                    <a:pt x="2800633" y="1965409"/>
                  </a:lnTo>
                  <a:lnTo>
                    <a:pt x="2748324" y="2002092"/>
                  </a:lnTo>
                  <a:lnTo>
                    <a:pt x="2692075" y="2035078"/>
                  </a:lnTo>
                  <a:lnTo>
                    <a:pt x="2631075" y="2064746"/>
                  </a:lnTo>
                  <a:lnTo>
                    <a:pt x="2564546" y="2091475"/>
                  </a:lnTo>
                  <a:lnTo>
                    <a:pt x="2491814" y="2115609"/>
                  </a:lnTo>
                  <a:lnTo>
                    <a:pt x="2412402" y="2137439"/>
                  </a:lnTo>
                  <a:lnTo>
                    <a:pt x="2326161" y="2157193"/>
                  </a:lnTo>
                  <a:lnTo>
                    <a:pt x="2233424" y="2175031"/>
                  </a:lnTo>
                  <a:lnTo>
                    <a:pt x="2135185" y="2191046"/>
                  </a:lnTo>
                  <a:lnTo>
                    <a:pt x="2033261" y="2205268"/>
                  </a:lnTo>
                  <a:lnTo>
                    <a:pt x="1930375" y="2217681"/>
                  </a:lnTo>
                  <a:lnTo>
                    <a:pt x="1830096" y="2228245"/>
                  </a:lnTo>
                  <a:lnTo>
                    <a:pt x="1736557" y="2236928"/>
                  </a:lnTo>
                  <a:lnTo>
                    <a:pt x="1653927" y="2243741"/>
                  </a:lnTo>
                  <a:lnTo>
                    <a:pt x="1585731" y="2248769"/>
                  </a:lnTo>
                  <a:lnTo>
                    <a:pt x="1534150" y="2252190"/>
                  </a:lnTo>
                  <a:lnTo>
                    <a:pt x="1499525" y="2254265"/>
                  </a:lnTo>
                  <a:lnTo>
                    <a:pt x="1480176" y="2255316"/>
                  </a:lnTo>
                  <a:lnTo>
                    <a:pt x="1472531" y="2255695"/>
                  </a:lnTo>
                  <a:lnTo>
                    <a:pt x="1471387" y="2255747"/>
                  </a:lnTo>
                  <a:lnTo>
                    <a:pt x="0" y="2255747"/>
                  </a:lnTo>
                  <a:close/>
                </a:path>
              </a:pathLst>
            </a:custGeom>
            <a:solidFill>
              <a:srgbClr val="E78AC3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491" name="pl1491"/>
            <p:cNvSpPr/>
            <p:nvPr/>
          </p:nvSpPr>
          <p:spPr>
            <a:xfrm>
              <a:off x="4799595" y="6761483"/>
              <a:ext cx="11981298" cy="2705262"/>
            </a:xfrm>
            <a:custGeom>
              <a:avLst/>
              <a:pathLst>
                <a:path w="11981298" h="2705262">
                  <a:moveTo>
                    <a:pt x="0" y="2255747"/>
                  </a:moveTo>
                  <a:lnTo>
                    <a:pt x="1471387" y="2255747"/>
                  </a:lnTo>
                  <a:lnTo>
                    <a:pt x="1472565" y="2255693"/>
                  </a:lnTo>
                  <a:lnTo>
                    <a:pt x="1480303" y="2255310"/>
                  </a:lnTo>
                  <a:lnTo>
                    <a:pt x="1499790" y="2254250"/>
                  </a:lnTo>
                  <a:lnTo>
                    <a:pt x="1534578" y="2252163"/>
                  </a:lnTo>
                  <a:lnTo>
                    <a:pt x="1586329" y="2248727"/>
                  </a:lnTo>
                  <a:lnTo>
                    <a:pt x="1654683" y="2243682"/>
                  </a:lnTo>
                  <a:lnTo>
                    <a:pt x="1737439" y="2236851"/>
                  </a:lnTo>
                  <a:lnTo>
                    <a:pt x="1831067" y="2228150"/>
                  </a:lnTo>
                  <a:lnTo>
                    <a:pt x="1931391" y="2217567"/>
                  </a:lnTo>
                  <a:lnTo>
                    <a:pt x="2034283" y="2205135"/>
                  </a:lnTo>
                  <a:lnTo>
                    <a:pt x="2136184" y="2190895"/>
                  </a:lnTo>
                  <a:lnTo>
                    <a:pt x="2234375" y="2174863"/>
                  </a:lnTo>
                  <a:lnTo>
                    <a:pt x="2327052" y="2157007"/>
                  </a:lnTo>
                  <a:lnTo>
                    <a:pt x="2413225" y="2137233"/>
                  </a:lnTo>
                  <a:lnTo>
                    <a:pt x="2492569" y="2115381"/>
                  </a:lnTo>
                  <a:lnTo>
                    <a:pt x="2565236" y="2091223"/>
                  </a:lnTo>
                  <a:lnTo>
                    <a:pt x="2631707" y="2064466"/>
                  </a:lnTo>
                  <a:lnTo>
                    <a:pt x="2692656" y="2034767"/>
                  </a:lnTo>
                  <a:lnTo>
                    <a:pt x="2748862" y="2001746"/>
                  </a:lnTo>
                  <a:lnTo>
                    <a:pt x="2801135" y="1965025"/>
                  </a:lnTo>
                  <a:lnTo>
                    <a:pt x="2850269" y="1924277"/>
                  </a:lnTo>
                  <a:lnTo>
                    <a:pt x="2896531" y="1879789"/>
                  </a:lnTo>
                  <a:lnTo>
                    <a:pt x="2937590" y="1835133"/>
                  </a:lnTo>
                  <a:lnTo>
                    <a:pt x="2977546" y="1786896"/>
                  </a:lnTo>
                  <a:lnTo>
                    <a:pt x="3016729" y="1735007"/>
                  </a:lnTo>
                  <a:lnTo>
                    <a:pt x="3055395" y="1679466"/>
                  </a:lnTo>
                  <a:lnTo>
                    <a:pt x="3093746" y="1620354"/>
                  </a:lnTo>
                  <a:lnTo>
                    <a:pt x="3131932" y="1557836"/>
                  </a:lnTo>
                  <a:lnTo>
                    <a:pt x="3170062" y="1492170"/>
                  </a:lnTo>
                  <a:lnTo>
                    <a:pt x="3208204" y="1423700"/>
                  </a:lnTo>
                  <a:lnTo>
                    <a:pt x="3246398" y="1352861"/>
                  </a:lnTo>
                  <a:lnTo>
                    <a:pt x="3284654" y="1280160"/>
                  </a:lnTo>
                  <a:lnTo>
                    <a:pt x="3322965" y="1206169"/>
                  </a:lnTo>
                  <a:lnTo>
                    <a:pt x="3361308" y="1131507"/>
                  </a:lnTo>
                  <a:lnTo>
                    <a:pt x="3399652" y="1056813"/>
                  </a:lnTo>
                  <a:lnTo>
                    <a:pt x="3437967" y="982730"/>
                  </a:lnTo>
                  <a:lnTo>
                    <a:pt x="3476230" y="909877"/>
                  </a:lnTo>
                  <a:lnTo>
                    <a:pt x="3514430" y="838833"/>
                  </a:lnTo>
                  <a:lnTo>
                    <a:pt x="3552576" y="770113"/>
                  </a:lnTo>
                  <a:lnTo>
                    <a:pt x="3590704" y="704158"/>
                  </a:lnTo>
                  <a:lnTo>
                    <a:pt x="3628880" y="641321"/>
                  </a:lnTo>
                  <a:lnTo>
                    <a:pt x="3667209" y="581870"/>
                  </a:lnTo>
                  <a:lnTo>
                    <a:pt x="3705837" y="525977"/>
                  </a:lnTo>
                  <a:lnTo>
                    <a:pt x="3744959" y="473732"/>
                  </a:lnTo>
                  <a:lnTo>
                    <a:pt x="3784827" y="425142"/>
                  </a:lnTo>
                  <a:lnTo>
                    <a:pt x="3825762" y="380143"/>
                  </a:lnTo>
                  <a:lnTo>
                    <a:pt x="3829811" y="375957"/>
                  </a:lnTo>
                  <a:lnTo>
                    <a:pt x="3876548" y="331044"/>
                  </a:lnTo>
                  <a:lnTo>
                    <a:pt x="3925710" y="290337"/>
                  </a:lnTo>
                  <a:lnTo>
                    <a:pt x="3978018" y="253654"/>
                  </a:lnTo>
                  <a:lnTo>
                    <a:pt x="4034267" y="220669"/>
                  </a:lnTo>
                  <a:lnTo>
                    <a:pt x="4095267" y="191000"/>
                  </a:lnTo>
                  <a:lnTo>
                    <a:pt x="4161796" y="164271"/>
                  </a:lnTo>
                  <a:lnTo>
                    <a:pt x="4234529" y="140137"/>
                  </a:lnTo>
                  <a:lnTo>
                    <a:pt x="4313940" y="118307"/>
                  </a:lnTo>
                  <a:lnTo>
                    <a:pt x="4400181" y="98553"/>
                  </a:lnTo>
                  <a:lnTo>
                    <a:pt x="4492918" y="80715"/>
                  </a:lnTo>
                  <a:lnTo>
                    <a:pt x="4591157" y="64701"/>
                  </a:lnTo>
                  <a:lnTo>
                    <a:pt x="4693082" y="50479"/>
                  </a:lnTo>
                  <a:lnTo>
                    <a:pt x="4795968" y="38065"/>
                  </a:lnTo>
                  <a:lnTo>
                    <a:pt x="4896246" y="27501"/>
                  </a:lnTo>
                  <a:lnTo>
                    <a:pt x="4989785" y="18818"/>
                  </a:lnTo>
                  <a:lnTo>
                    <a:pt x="5072415" y="12006"/>
                  </a:lnTo>
                  <a:lnTo>
                    <a:pt x="5140611" y="6978"/>
                  </a:lnTo>
                  <a:lnTo>
                    <a:pt x="5192192" y="3557"/>
                  </a:lnTo>
                  <a:lnTo>
                    <a:pt x="5226817" y="1482"/>
                  </a:lnTo>
                  <a:lnTo>
                    <a:pt x="5246166" y="430"/>
                  </a:lnTo>
                  <a:lnTo>
                    <a:pt x="5253811" y="52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496" y="63"/>
                  </a:lnTo>
                  <a:lnTo>
                    <a:pt x="6735080" y="513"/>
                  </a:lnTo>
                  <a:lnTo>
                    <a:pt x="6754188" y="1757"/>
                  </a:lnTo>
                  <a:lnTo>
                    <a:pt x="6788331" y="4207"/>
                  </a:lnTo>
                  <a:lnTo>
                    <a:pt x="6839184" y="8243"/>
                  </a:lnTo>
                  <a:lnTo>
                    <a:pt x="6906455" y="14173"/>
                  </a:lnTo>
                  <a:lnTo>
                    <a:pt x="6988051" y="22207"/>
                  </a:lnTo>
                  <a:lnTo>
                    <a:pt x="7080559" y="32452"/>
                  </a:lnTo>
                  <a:lnTo>
                    <a:pt x="7179905" y="44922"/>
                  </a:lnTo>
                  <a:lnTo>
                    <a:pt x="7282027" y="59581"/>
                  </a:lnTo>
                  <a:lnTo>
                    <a:pt x="7383391" y="76382"/>
                  </a:lnTo>
                  <a:lnTo>
                    <a:pt x="7481271" y="95303"/>
                  </a:lnTo>
                  <a:lnTo>
                    <a:pt x="7573828" y="116374"/>
                  </a:lnTo>
                  <a:lnTo>
                    <a:pt x="7660031" y="139699"/>
                  </a:lnTo>
                  <a:lnTo>
                    <a:pt x="7739508" y="165459"/>
                  </a:lnTo>
                  <a:lnTo>
                    <a:pt x="7812367" y="193914"/>
                  </a:lnTo>
                  <a:lnTo>
                    <a:pt x="7879052" y="225400"/>
                  </a:lnTo>
                  <a:lnTo>
                    <a:pt x="7940205" y="260315"/>
                  </a:lnTo>
                  <a:lnTo>
                    <a:pt x="7996582" y="299100"/>
                  </a:lnTo>
                  <a:lnTo>
                    <a:pt x="8048975" y="342203"/>
                  </a:lnTo>
                  <a:lnTo>
                    <a:pt x="8098165" y="390021"/>
                  </a:lnTo>
                  <a:lnTo>
                    <a:pt x="8144874" y="442800"/>
                  </a:lnTo>
                  <a:lnTo>
                    <a:pt x="8151487" y="450877"/>
                  </a:lnTo>
                  <a:lnTo>
                    <a:pt x="8189857" y="500743"/>
                  </a:lnTo>
                  <a:lnTo>
                    <a:pt x="8227245" y="554345"/>
                  </a:lnTo>
                  <a:lnTo>
                    <a:pt x="8263926" y="611760"/>
                  </a:lnTo>
                  <a:lnTo>
                    <a:pt x="8300116" y="673000"/>
                  </a:lnTo>
                  <a:lnTo>
                    <a:pt x="8335991" y="738004"/>
                  </a:lnTo>
                  <a:lnTo>
                    <a:pt x="8371683" y="806636"/>
                  </a:lnTo>
                  <a:lnTo>
                    <a:pt x="8407292" y="878680"/>
                  </a:lnTo>
                  <a:lnTo>
                    <a:pt x="8442889" y="953834"/>
                  </a:lnTo>
                  <a:lnTo>
                    <a:pt x="8478515" y="1031717"/>
                  </a:lnTo>
                  <a:lnTo>
                    <a:pt x="8514194" y="1111873"/>
                  </a:lnTo>
                  <a:lnTo>
                    <a:pt x="8549927" y="1193782"/>
                  </a:lnTo>
                  <a:lnTo>
                    <a:pt x="8585703" y="1276868"/>
                  </a:lnTo>
                  <a:lnTo>
                    <a:pt x="8621501" y="1360523"/>
                  </a:lnTo>
                  <a:lnTo>
                    <a:pt x="8657297" y="1444118"/>
                  </a:lnTo>
                  <a:lnTo>
                    <a:pt x="8693066" y="1527028"/>
                  </a:lnTo>
                  <a:lnTo>
                    <a:pt x="8728789" y="1608649"/>
                  </a:lnTo>
                  <a:lnTo>
                    <a:pt x="8764457" y="1688415"/>
                  </a:lnTo>
                  <a:lnTo>
                    <a:pt x="8800076" y="1765817"/>
                  </a:lnTo>
                  <a:lnTo>
                    <a:pt x="8835671" y="1840411"/>
                  </a:lnTo>
                  <a:lnTo>
                    <a:pt x="8871290" y="1911832"/>
                  </a:lnTo>
                  <a:lnTo>
                    <a:pt x="8907008" y="1979794"/>
                  </a:lnTo>
                  <a:lnTo>
                    <a:pt x="8942930" y="2044097"/>
                  </a:lnTo>
                  <a:lnTo>
                    <a:pt x="8979199" y="2104617"/>
                  </a:lnTo>
                  <a:lnTo>
                    <a:pt x="9015994" y="2161311"/>
                  </a:lnTo>
                  <a:lnTo>
                    <a:pt x="9053546" y="2214202"/>
                  </a:lnTo>
                  <a:lnTo>
                    <a:pt x="9084767" y="2254385"/>
                  </a:lnTo>
                  <a:lnTo>
                    <a:pt x="9131169" y="2307889"/>
                  </a:lnTo>
                  <a:lnTo>
                    <a:pt x="9179957" y="2356417"/>
                  </a:lnTo>
                  <a:lnTo>
                    <a:pt x="9231837" y="2400183"/>
                  </a:lnTo>
                  <a:lnTo>
                    <a:pt x="9287586" y="2439567"/>
                  </a:lnTo>
                  <a:lnTo>
                    <a:pt x="9347997" y="2475015"/>
                  </a:lnTo>
                  <a:lnTo>
                    <a:pt x="9413835" y="2506973"/>
                  </a:lnTo>
                  <a:lnTo>
                    <a:pt x="9485765" y="2535846"/>
                  </a:lnTo>
                  <a:lnTo>
                    <a:pt x="9564264" y="2561980"/>
                  </a:lnTo>
                  <a:lnTo>
                    <a:pt x="9649501" y="2585645"/>
                  </a:lnTo>
                  <a:lnTo>
                    <a:pt x="9741183" y="2607035"/>
                  </a:lnTo>
                  <a:lnTo>
                    <a:pt x="9838383" y="2626264"/>
                  </a:lnTo>
                  <a:lnTo>
                    <a:pt x="9939389" y="2643373"/>
                  </a:lnTo>
                  <a:lnTo>
                    <a:pt x="10041604" y="2658346"/>
                  </a:lnTo>
                  <a:lnTo>
                    <a:pt x="10141597" y="2671137"/>
                  </a:lnTo>
                  <a:lnTo>
                    <a:pt x="10235356" y="2681705"/>
                  </a:lnTo>
                  <a:lnTo>
                    <a:pt x="10318772" y="2690057"/>
                  </a:lnTo>
                  <a:lnTo>
                    <a:pt x="10388290" y="2696282"/>
                  </a:lnTo>
                  <a:lnTo>
                    <a:pt x="10441591" y="2700575"/>
                  </a:lnTo>
                  <a:lnTo>
                    <a:pt x="10478103" y="2703233"/>
                  </a:lnTo>
                  <a:lnTo>
                    <a:pt x="10499216" y="2704627"/>
                  </a:lnTo>
                  <a:lnTo>
                    <a:pt x="10508192" y="2705167"/>
                  </a:lnTo>
                  <a:lnTo>
                    <a:pt x="10509907" y="2705262"/>
                  </a:lnTo>
                  <a:lnTo>
                    <a:pt x="10509911" y="2705262"/>
                  </a:lnTo>
                  <a:lnTo>
                    <a:pt x="11981298" y="270526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92" name="pl1492"/>
            <p:cNvSpPr/>
            <p:nvPr/>
          </p:nvSpPr>
          <p:spPr>
            <a:xfrm>
              <a:off x="4799595" y="6753310"/>
              <a:ext cx="11981298" cy="2705262"/>
            </a:xfrm>
            <a:custGeom>
              <a:avLst/>
              <a:pathLst>
                <a:path w="11981298" h="2705262">
                  <a:moveTo>
                    <a:pt x="11981298" y="2705262"/>
                  </a:moveTo>
                  <a:lnTo>
                    <a:pt x="10509911" y="2705262"/>
                  </a:lnTo>
                  <a:lnTo>
                    <a:pt x="10508757" y="2705199"/>
                  </a:lnTo>
                  <a:lnTo>
                    <a:pt x="10501174" y="2704749"/>
                  </a:lnTo>
                  <a:lnTo>
                    <a:pt x="10482066" y="2703504"/>
                  </a:lnTo>
                  <a:lnTo>
                    <a:pt x="10447922" y="2701054"/>
                  </a:lnTo>
                  <a:lnTo>
                    <a:pt x="10397069" y="2697019"/>
                  </a:lnTo>
                  <a:lnTo>
                    <a:pt x="10329799" y="2691089"/>
                  </a:lnTo>
                  <a:lnTo>
                    <a:pt x="10248202" y="2683054"/>
                  </a:lnTo>
                  <a:lnTo>
                    <a:pt x="10155694" y="2672810"/>
                  </a:lnTo>
                  <a:lnTo>
                    <a:pt x="10056348" y="2660340"/>
                  </a:lnTo>
                  <a:lnTo>
                    <a:pt x="9954226" y="2645680"/>
                  </a:lnTo>
                  <a:lnTo>
                    <a:pt x="9852863" y="2628879"/>
                  </a:lnTo>
                  <a:lnTo>
                    <a:pt x="9754983" y="2609959"/>
                  </a:lnTo>
                  <a:lnTo>
                    <a:pt x="9662425" y="2588888"/>
                  </a:lnTo>
                  <a:lnTo>
                    <a:pt x="9576222" y="2565563"/>
                  </a:lnTo>
                  <a:lnTo>
                    <a:pt x="9496746" y="2539803"/>
                  </a:lnTo>
                  <a:lnTo>
                    <a:pt x="9423886" y="2511347"/>
                  </a:lnTo>
                  <a:lnTo>
                    <a:pt x="9357202" y="2479861"/>
                  </a:lnTo>
                  <a:lnTo>
                    <a:pt x="9296048" y="2444946"/>
                  </a:lnTo>
                  <a:lnTo>
                    <a:pt x="9239672" y="2406162"/>
                  </a:lnTo>
                  <a:lnTo>
                    <a:pt x="9187279" y="2363059"/>
                  </a:lnTo>
                  <a:lnTo>
                    <a:pt x="9138088" y="2315240"/>
                  </a:lnTo>
                  <a:lnTo>
                    <a:pt x="9091379" y="2262461"/>
                  </a:lnTo>
                  <a:lnTo>
                    <a:pt x="9084767" y="2254385"/>
                  </a:lnTo>
                  <a:lnTo>
                    <a:pt x="9046397" y="2204519"/>
                  </a:lnTo>
                  <a:lnTo>
                    <a:pt x="9009008" y="2150916"/>
                  </a:lnTo>
                  <a:lnTo>
                    <a:pt x="8972328" y="2093501"/>
                  </a:lnTo>
                  <a:lnTo>
                    <a:pt x="8936137" y="2032262"/>
                  </a:lnTo>
                  <a:lnTo>
                    <a:pt x="8900263" y="1967258"/>
                  </a:lnTo>
                  <a:lnTo>
                    <a:pt x="8864571" y="1898625"/>
                  </a:lnTo>
                  <a:lnTo>
                    <a:pt x="8828961" y="1826582"/>
                  </a:lnTo>
                  <a:lnTo>
                    <a:pt x="8793365" y="1751428"/>
                  </a:lnTo>
                  <a:lnTo>
                    <a:pt x="8757738" y="1673545"/>
                  </a:lnTo>
                  <a:lnTo>
                    <a:pt x="8722059" y="1593388"/>
                  </a:lnTo>
                  <a:lnTo>
                    <a:pt x="8686327" y="1511480"/>
                  </a:lnTo>
                  <a:lnTo>
                    <a:pt x="8650551" y="1428393"/>
                  </a:lnTo>
                  <a:lnTo>
                    <a:pt x="8614752" y="1344739"/>
                  </a:lnTo>
                  <a:lnTo>
                    <a:pt x="8578956" y="1261143"/>
                  </a:lnTo>
                  <a:lnTo>
                    <a:pt x="8543187" y="1178233"/>
                  </a:lnTo>
                  <a:lnTo>
                    <a:pt x="8507464" y="1096612"/>
                  </a:lnTo>
                  <a:lnTo>
                    <a:pt x="8471796" y="1016846"/>
                  </a:lnTo>
                  <a:lnTo>
                    <a:pt x="8436177" y="939445"/>
                  </a:lnTo>
                  <a:lnTo>
                    <a:pt x="8400582" y="864851"/>
                  </a:lnTo>
                  <a:lnTo>
                    <a:pt x="8364963" y="793430"/>
                  </a:lnTo>
                  <a:lnTo>
                    <a:pt x="8329245" y="725467"/>
                  </a:lnTo>
                  <a:lnTo>
                    <a:pt x="8293323" y="661165"/>
                  </a:lnTo>
                  <a:lnTo>
                    <a:pt x="8257054" y="600644"/>
                  </a:lnTo>
                  <a:lnTo>
                    <a:pt x="8220259" y="543951"/>
                  </a:lnTo>
                  <a:lnTo>
                    <a:pt x="8182708" y="491060"/>
                  </a:lnTo>
                  <a:lnTo>
                    <a:pt x="8151487" y="450877"/>
                  </a:lnTo>
                  <a:lnTo>
                    <a:pt x="8105084" y="397373"/>
                  </a:lnTo>
                  <a:lnTo>
                    <a:pt x="8056297" y="348844"/>
                  </a:lnTo>
                  <a:lnTo>
                    <a:pt x="8004416" y="305079"/>
                  </a:lnTo>
                  <a:lnTo>
                    <a:pt x="7948667" y="265695"/>
                  </a:lnTo>
                  <a:lnTo>
                    <a:pt x="7888256" y="230246"/>
                  </a:lnTo>
                  <a:lnTo>
                    <a:pt x="7822418" y="198288"/>
                  </a:lnTo>
                  <a:lnTo>
                    <a:pt x="7750488" y="169415"/>
                  </a:lnTo>
                  <a:lnTo>
                    <a:pt x="7671989" y="143282"/>
                  </a:lnTo>
                  <a:lnTo>
                    <a:pt x="7586752" y="119617"/>
                  </a:lnTo>
                  <a:lnTo>
                    <a:pt x="7495071" y="98226"/>
                  </a:lnTo>
                  <a:lnTo>
                    <a:pt x="7397870" y="78998"/>
                  </a:lnTo>
                  <a:lnTo>
                    <a:pt x="7296864" y="61889"/>
                  </a:lnTo>
                  <a:lnTo>
                    <a:pt x="7194650" y="46915"/>
                  </a:lnTo>
                  <a:lnTo>
                    <a:pt x="7094657" y="34124"/>
                  </a:lnTo>
                  <a:lnTo>
                    <a:pt x="7000897" y="23556"/>
                  </a:lnTo>
                  <a:lnTo>
                    <a:pt x="6917481" y="15205"/>
                  </a:lnTo>
                  <a:lnTo>
                    <a:pt x="6847963" y="8980"/>
                  </a:lnTo>
                  <a:lnTo>
                    <a:pt x="6794662" y="4687"/>
                  </a:lnTo>
                  <a:lnTo>
                    <a:pt x="6758151" y="2029"/>
                  </a:lnTo>
                  <a:lnTo>
                    <a:pt x="6737037" y="634"/>
                  </a:lnTo>
                  <a:lnTo>
                    <a:pt x="6728062" y="95"/>
                  </a:lnTo>
                  <a:lnTo>
                    <a:pt x="6726346" y="0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777" y="53"/>
                  </a:lnTo>
                  <a:lnTo>
                    <a:pt x="5246039" y="437"/>
                  </a:lnTo>
                  <a:lnTo>
                    <a:pt x="5226553" y="1497"/>
                  </a:lnTo>
                  <a:lnTo>
                    <a:pt x="5191764" y="3584"/>
                  </a:lnTo>
                  <a:lnTo>
                    <a:pt x="5140013" y="7019"/>
                  </a:lnTo>
                  <a:lnTo>
                    <a:pt x="5071660" y="12065"/>
                  </a:lnTo>
                  <a:lnTo>
                    <a:pt x="4988903" y="18895"/>
                  </a:lnTo>
                  <a:lnTo>
                    <a:pt x="4895275" y="27597"/>
                  </a:lnTo>
                  <a:lnTo>
                    <a:pt x="4794951" y="38180"/>
                  </a:lnTo>
                  <a:lnTo>
                    <a:pt x="4692059" y="50611"/>
                  </a:lnTo>
                  <a:lnTo>
                    <a:pt x="4590159" y="64851"/>
                  </a:lnTo>
                  <a:lnTo>
                    <a:pt x="4491967" y="80884"/>
                  </a:lnTo>
                  <a:lnTo>
                    <a:pt x="4399291" y="98740"/>
                  </a:lnTo>
                  <a:lnTo>
                    <a:pt x="4313117" y="118514"/>
                  </a:lnTo>
                  <a:lnTo>
                    <a:pt x="4233773" y="140365"/>
                  </a:lnTo>
                  <a:lnTo>
                    <a:pt x="4161106" y="164523"/>
                  </a:lnTo>
                  <a:lnTo>
                    <a:pt x="4094635" y="191280"/>
                  </a:lnTo>
                  <a:lnTo>
                    <a:pt x="4033686" y="220980"/>
                  </a:lnTo>
                  <a:lnTo>
                    <a:pt x="3977481" y="254000"/>
                  </a:lnTo>
                  <a:lnTo>
                    <a:pt x="3925207" y="290722"/>
                  </a:lnTo>
                  <a:lnTo>
                    <a:pt x="3876073" y="331470"/>
                  </a:lnTo>
                  <a:lnTo>
                    <a:pt x="3829811" y="375957"/>
                  </a:lnTo>
                  <a:lnTo>
                    <a:pt x="3788752" y="420613"/>
                  </a:lnTo>
                  <a:lnTo>
                    <a:pt x="3748796" y="468851"/>
                  </a:lnTo>
                  <a:lnTo>
                    <a:pt x="3709613" y="520740"/>
                  </a:lnTo>
                  <a:lnTo>
                    <a:pt x="3670947" y="576280"/>
                  </a:lnTo>
                  <a:lnTo>
                    <a:pt x="3632596" y="635393"/>
                  </a:lnTo>
                  <a:lnTo>
                    <a:pt x="3594410" y="697910"/>
                  </a:lnTo>
                  <a:lnTo>
                    <a:pt x="3556280" y="763577"/>
                  </a:lnTo>
                  <a:lnTo>
                    <a:pt x="3518138" y="832046"/>
                  </a:lnTo>
                  <a:lnTo>
                    <a:pt x="3479945" y="902886"/>
                  </a:lnTo>
                  <a:lnTo>
                    <a:pt x="3441688" y="975587"/>
                  </a:lnTo>
                  <a:lnTo>
                    <a:pt x="3403377" y="1049577"/>
                  </a:lnTo>
                  <a:lnTo>
                    <a:pt x="3365034" y="1124240"/>
                  </a:lnTo>
                  <a:lnTo>
                    <a:pt x="3326690" y="1198934"/>
                  </a:lnTo>
                  <a:lnTo>
                    <a:pt x="3288375" y="1273017"/>
                  </a:lnTo>
                  <a:lnTo>
                    <a:pt x="3250112" y="1345869"/>
                  </a:lnTo>
                  <a:lnTo>
                    <a:pt x="3211913" y="1416913"/>
                  </a:lnTo>
                  <a:lnTo>
                    <a:pt x="3173767" y="1485633"/>
                  </a:lnTo>
                  <a:lnTo>
                    <a:pt x="3135639" y="1551589"/>
                  </a:lnTo>
                  <a:lnTo>
                    <a:pt x="3097462" y="1614425"/>
                  </a:lnTo>
                  <a:lnTo>
                    <a:pt x="3059133" y="1673877"/>
                  </a:lnTo>
                  <a:lnTo>
                    <a:pt x="3020505" y="1729770"/>
                  </a:lnTo>
                  <a:lnTo>
                    <a:pt x="2981383" y="1782015"/>
                  </a:lnTo>
                  <a:lnTo>
                    <a:pt x="2941515" y="1830605"/>
                  </a:lnTo>
                  <a:lnTo>
                    <a:pt x="2900580" y="1875604"/>
                  </a:lnTo>
                  <a:lnTo>
                    <a:pt x="2896531" y="1879789"/>
                  </a:lnTo>
                  <a:lnTo>
                    <a:pt x="2849794" y="1924702"/>
                  </a:lnTo>
                  <a:lnTo>
                    <a:pt x="2800633" y="1965409"/>
                  </a:lnTo>
                  <a:lnTo>
                    <a:pt x="2748324" y="2002092"/>
                  </a:lnTo>
                  <a:lnTo>
                    <a:pt x="2692075" y="2035078"/>
                  </a:lnTo>
                  <a:lnTo>
                    <a:pt x="2631075" y="2064746"/>
                  </a:lnTo>
                  <a:lnTo>
                    <a:pt x="2564546" y="2091475"/>
                  </a:lnTo>
                  <a:lnTo>
                    <a:pt x="2491814" y="2115609"/>
                  </a:lnTo>
                  <a:lnTo>
                    <a:pt x="2412402" y="2137439"/>
                  </a:lnTo>
                  <a:lnTo>
                    <a:pt x="2326161" y="2157193"/>
                  </a:lnTo>
                  <a:lnTo>
                    <a:pt x="2233424" y="2175031"/>
                  </a:lnTo>
                  <a:lnTo>
                    <a:pt x="2135185" y="2191046"/>
                  </a:lnTo>
                  <a:lnTo>
                    <a:pt x="2033261" y="2205268"/>
                  </a:lnTo>
                  <a:lnTo>
                    <a:pt x="1930375" y="2217681"/>
                  </a:lnTo>
                  <a:lnTo>
                    <a:pt x="1830096" y="2228245"/>
                  </a:lnTo>
                  <a:lnTo>
                    <a:pt x="1736557" y="2236928"/>
                  </a:lnTo>
                  <a:lnTo>
                    <a:pt x="1653927" y="2243741"/>
                  </a:lnTo>
                  <a:lnTo>
                    <a:pt x="1585731" y="2248769"/>
                  </a:lnTo>
                  <a:lnTo>
                    <a:pt x="1534150" y="2252190"/>
                  </a:lnTo>
                  <a:lnTo>
                    <a:pt x="1499525" y="2254265"/>
                  </a:lnTo>
                  <a:lnTo>
                    <a:pt x="1480176" y="2255316"/>
                  </a:lnTo>
                  <a:lnTo>
                    <a:pt x="1472531" y="2255695"/>
                  </a:lnTo>
                  <a:lnTo>
                    <a:pt x="1471387" y="2255747"/>
                  </a:lnTo>
                  <a:lnTo>
                    <a:pt x="0" y="225574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93" name="pg1493"/>
            <p:cNvSpPr/>
            <p:nvPr/>
          </p:nvSpPr>
          <p:spPr>
            <a:xfrm>
              <a:off x="4799595" y="4154297"/>
              <a:ext cx="11981298" cy="5230718"/>
            </a:xfrm>
            <a:custGeom>
              <a:avLst/>
              <a:pathLst>
                <a:path w="11981298" h="5230718">
                  <a:moveTo>
                    <a:pt x="0" y="5230718"/>
                  </a:moveTo>
                  <a:lnTo>
                    <a:pt x="1471387" y="5230718"/>
                  </a:lnTo>
                  <a:lnTo>
                    <a:pt x="1472469" y="5230635"/>
                  </a:lnTo>
                  <a:lnTo>
                    <a:pt x="1479592" y="5230039"/>
                  </a:lnTo>
                  <a:lnTo>
                    <a:pt x="1497573" y="5228392"/>
                  </a:lnTo>
                  <a:lnTo>
                    <a:pt x="1529790" y="5225148"/>
                  </a:lnTo>
                  <a:lnTo>
                    <a:pt x="1577948" y="5219799"/>
                  </a:lnTo>
                  <a:lnTo>
                    <a:pt x="1641949" y="5211924"/>
                  </a:lnTo>
                  <a:lnTo>
                    <a:pt x="1720013" y="5201228"/>
                  </a:lnTo>
                  <a:lnTo>
                    <a:pt x="1809076" y="5187553"/>
                  </a:lnTo>
                  <a:lnTo>
                    <a:pt x="1905373" y="5170861"/>
                  </a:lnTo>
                  <a:lnTo>
                    <a:pt x="2005053" y="5151193"/>
                  </a:lnTo>
                  <a:lnTo>
                    <a:pt x="2104672" y="5128614"/>
                  </a:lnTo>
                  <a:lnTo>
                    <a:pt x="2201493" y="5103165"/>
                  </a:lnTo>
                  <a:lnTo>
                    <a:pt x="2293592" y="5074823"/>
                  </a:lnTo>
                  <a:lnTo>
                    <a:pt x="2379810" y="5043481"/>
                  </a:lnTo>
                  <a:lnTo>
                    <a:pt x="2459638" y="5008928"/>
                  </a:lnTo>
                  <a:lnTo>
                    <a:pt x="2533053" y="4970852"/>
                  </a:lnTo>
                  <a:lnTo>
                    <a:pt x="2600383" y="4928840"/>
                  </a:lnTo>
                  <a:lnTo>
                    <a:pt x="2662174" y="4882393"/>
                  </a:lnTo>
                  <a:lnTo>
                    <a:pt x="2719105" y="4830943"/>
                  </a:lnTo>
                  <a:lnTo>
                    <a:pt x="2771910" y="4773891"/>
                  </a:lnTo>
                  <a:lnTo>
                    <a:pt x="2821331" y="4710672"/>
                  </a:lnTo>
                  <a:lnTo>
                    <a:pt x="2868075" y="4640851"/>
                  </a:lnTo>
                  <a:lnTo>
                    <a:pt x="2896531" y="4593225"/>
                  </a:lnTo>
                  <a:lnTo>
                    <a:pt x="2929777" y="4532559"/>
                  </a:lnTo>
                  <a:lnTo>
                    <a:pt x="2962258" y="4467956"/>
                  </a:lnTo>
                  <a:lnTo>
                    <a:pt x="2994160" y="4399336"/>
                  </a:lnTo>
                  <a:lnTo>
                    <a:pt x="3025635" y="4326668"/>
                  </a:lnTo>
                  <a:lnTo>
                    <a:pt x="3056807" y="4249974"/>
                  </a:lnTo>
                  <a:lnTo>
                    <a:pt x="3087779" y="4169334"/>
                  </a:lnTo>
                  <a:lnTo>
                    <a:pt x="3118631" y="4084893"/>
                  </a:lnTo>
                  <a:lnTo>
                    <a:pt x="3149425" y="3996858"/>
                  </a:lnTo>
                  <a:lnTo>
                    <a:pt x="3180207" y="3905503"/>
                  </a:lnTo>
                  <a:lnTo>
                    <a:pt x="3211006" y="3811166"/>
                  </a:lnTo>
                  <a:lnTo>
                    <a:pt x="3241840" y="3714245"/>
                  </a:lnTo>
                  <a:lnTo>
                    <a:pt x="3272715" y="3615195"/>
                  </a:lnTo>
                  <a:lnTo>
                    <a:pt x="3303629" y="3514514"/>
                  </a:lnTo>
                  <a:lnTo>
                    <a:pt x="3334572" y="3412740"/>
                  </a:lnTo>
                  <a:lnTo>
                    <a:pt x="3365530" y="3310435"/>
                  </a:lnTo>
                  <a:lnTo>
                    <a:pt x="3396487" y="3208174"/>
                  </a:lnTo>
                  <a:lnTo>
                    <a:pt x="3427427" y="3106531"/>
                  </a:lnTo>
                  <a:lnTo>
                    <a:pt x="3458336" y="3006065"/>
                  </a:lnTo>
                  <a:lnTo>
                    <a:pt x="3489205" y="2907307"/>
                  </a:lnTo>
                  <a:lnTo>
                    <a:pt x="3520033" y="2810752"/>
                  </a:lnTo>
                  <a:lnTo>
                    <a:pt x="3550827" y="2716846"/>
                  </a:lnTo>
                  <a:lnTo>
                    <a:pt x="3581608" y="2625977"/>
                  </a:lnTo>
                  <a:lnTo>
                    <a:pt x="3612408" y="2538473"/>
                  </a:lnTo>
                  <a:lnTo>
                    <a:pt x="3643274" y="2454600"/>
                  </a:lnTo>
                  <a:lnTo>
                    <a:pt x="3674271" y="2374554"/>
                  </a:lnTo>
                  <a:lnTo>
                    <a:pt x="3705482" y="2298469"/>
                  </a:lnTo>
                  <a:lnTo>
                    <a:pt x="3737013" y="2226418"/>
                  </a:lnTo>
                  <a:lnTo>
                    <a:pt x="3768993" y="2158414"/>
                  </a:lnTo>
                  <a:lnTo>
                    <a:pt x="3801578" y="2094417"/>
                  </a:lnTo>
                  <a:lnTo>
                    <a:pt x="3829811" y="2043249"/>
                  </a:lnTo>
                  <a:lnTo>
                    <a:pt x="3875192" y="1969153"/>
                  </a:lnTo>
                  <a:lnTo>
                    <a:pt x="3922843" y="1901797"/>
                  </a:lnTo>
                  <a:lnTo>
                    <a:pt x="3973424" y="1840907"/>
                  </a:lnTo>
                  <a:lnTo>
                    <a:pt x="4027660" y="1785986"/>
                  </a:lnTo>
                  <a:lnTo>
                    <a:pt x="4086295" y="1736445"/>
                  </a:lnTo>
                  <a:lnTo>
                    <a:pt x="4150050" y="1691692"/>
                  </a:lnTo>
                  <a:lnTo>
                    <a:pt x="4219564" y="1651182"/>
                  </a:lnTo>
                  <a:lnTo>
                    <a:pt x="4295316" y="1614444"/>
                  </a:lnTo>
                  <a:lnTo>
                    <a:pt x="4377519" y="1581103"/>
                  </a:lnTo>
                  <a:lnTo>
                    <a:pt x="4465991" y="1550884"/>
                  </a:lnTo>
                  <a:lnTo>
                    <a:pt x="4560000" y="1523614"/>
                  </a:lnTo>
                  <a:lnTo>
                    <a:pt x="4658118" y="1499219"/>
                  </a:lnTo>
                  <a:lnTo>
                    <a:pt x="4758119" y="1477704"/>
                  </a:lnTo>
                  <a:lnTo>
                    <a:pt x="4856986" y="1459123"/>
                  </a:lnTo>
                  <a:lnTo>
                    <a:pt x="4951077" y="1443540"/>
                  </a:lnTo>
                  <a:lnTo>
                    <a:pt x="5036508" y="1430970"/>
                  </a:lnTo>
                  <a:lnTo>
                    <a:pt x="5109699" y="1421337"/>
                  </a:lnTo>
                  <a:lnTo>
                    <a:pt x="5167995" y="1414433"/>
                  </a:lnTo>
                  <a:lnTo>
                    <a:pt x="5210204" y="1409913"/>
                  </a:lnTo>
                  <a:lnTo>
                    <a:pt x="5236893" y="1407319"/>
                  </a:lnTo>
                  <a:lnTo>
                    <a:pt x="5250407" y="1406122"/>
                  </a:lnTo>
                  <a:lnTo>
                    <a:pt x="5254676" y="1405776"/>
                  </a:lnTo>
                  <a:lnTo>
                    <a:pt x="5254955" y="1405755"/>
                  </a:lnTo>
                  <a:lnTo>
                    <a:pt x="6726343" y="1405755"/>
                  </a:lnTo>
                  <a:lnTo>
                    <a:pt x="6727557" y="1405721"/>
                  </a:lnTo>
                  <a:lnTo>
                    <a:pt x="6735526" y="1405476"/>
                  </a:lnTo>
                  <a:lnTo>
                    <a:pt x="6755576" y="1404798"/>
                  </a:lnTo>
                  <a:lnTo>
                    <a:pt x="6791323" y="1403465"/>
                  </a:lnTo>
                  <a:lnTo>
                    <a:pt x="6844406" y="1401271"/>
                  </a:lnTo>
                  <a:lnTo>
                    <a:pt x="6914357" y="1398052"/>
                  </a:lnTo>
                  <a:lnTo>
                    <a:pt x="6998818" y="1393699"/>
                  </a:lnTo>
                  <a:lnTo>
                    <a:pt x="7094079" y="1388161"/>
                  </a:lnTo>
                  <a:lnTo>
                    <a:pt x="7195819" y="1381435"/>
                  </a:lnTo>
                  <a:lnTo>
                    <a:pt x="7299815" y="1373542"/>
                  </a:lnTo>
                  <a:lnTo>
                    <a:pt x="7402471" y="1364508"/>
                  </a:lnTo>
                  <a:lnTo>
                    <a:pt x="7501090" y="1354339"/>
                  </a:lnTo>
                  <a:lnTo>
                    <a:pt x="7593914" y="1343012"/>
                  </a:lnTo>
                  <a:lnTo>
                    <a:pt x="7680023" y="1330462"/>
                  </a:lnTo>
                  <a:lnTo>
                    <a:pt x="7759157" y="1316579"/>
                  </a:lnTo>
                  <a:lnTo>
                    <a:pt x="7831536" y="1301211"/>
                  </a:lnTo>
                  <a:lnTo>
                    <a:pt x="7897692" y="1284166"/>
                  </a:lnTo>
                  <a:lnTo>
                    <a:pt x="7958346" y="1265220"/>
                  </a:lnTo>
                  <a:lnTo>
                    <a:pt x="8014312" y="1244128"/>
                  </a:lnTo>
                  <a:lnTo>
                    <a:pt x="8066425" y="1220652"/>
                  </a:lnTo>
                  <a:lnTo>
                    <a:pt x="8115493" y="1194596"/>
                  </a:lnTo>
                  <a:lnTo>
                    <a:pt x="8151487" y="1172825"/>
                  </a:lnTo>
                  <a:lnTo>
                    <a:pt x="8198942" y="1140571"/>
                  </a:lnTo>
                  <a:lnTo>
                    <a:pt x="8244992" y="1105327"/>
                  </a:lnTo>
                  <a:lnTo>
                    <a:pt x="8290119" y="1067042"/>
                  </a:lnTo>
                  <a:lnTo>
                    <a:pt x="8334689" y="1025745"/>
                  </a:lnTo>
                  <a:lnTo>
                    <a:pt x="8378970" y="981560"/>
                  </a:lnTo>
                  <a:lnTo>
                    <a:pt x="8423146" y="934708"/>
                  </a:lnTo>
                  <a:lnTo>
                    <a:pt x="8467335" y="885512"/>
                  </a:lnTo>
                  <a:lnTo>
                    <a:pt x="8511596" y="834390"/>
                  </a:lnTo>
                  <a:lnTo>
                    <a:pt x="8555940" y="781845"/>
                  </a:lnTo>
                  <a:lnTo>
                    <a:pt x="8600344" y="728443"/>
                  </a:lnTo>
                  <a:lnTo>
                    <a:pt x="8644769" y="674794"/>
                  </a:lnTo>
                  <a:lnTo>
                    <a:pt x="8689164" y="621515"/>
                  </a:lnTo>
                  <a:lnTo>
                    <a:pt x="8733492" y="569210"/>
                  </a:lnTo>
                  <a:lnTo>
                    <a:pt x="8777736" y="518435"/>
                  </a:lnTo>
                  <a:lnTo>
                    <a:pt x="8821917" y="469676"/>
                  </a:lnTo>
                  <a:lnTo>
                    <a:pt x="8866102" y="423333"/>
                  </a:lnTo>
                  <a:lnTo>
                    <a:pt x="8910423" y="379710"/>
                  </a:lnTo>
                  <a:lnTo>
                    <a:pt x="8955080" y="339007"/>
                  </a:lnTo>
                  <a:lnTo>
                    <a:pt x="9000359" y="301329"/>
                  </a:lnTo>
                  <a:lnTo>
                    <a:pt x="9046646" y="266688"/>
                  </a:lnTo>
                  <a:lnTo>
                    <a:pt x="9084767" y="241103"/>
                  </a:lnTo>
                  <a:lnTo>
                    <a:pt x="9131996" y="213004"/>
                  </a:lnTo>
                  <a:lnTo>
                    <a:pt x="9181706" y="187564"/>
                  </a:lnTo>
                  <a:lnTo>
                    <a:pt x="9234646" y="164665"/>
                  </a:lnTo>
                  <a:lnTo>
                    <a:pt x="9291632" y="144097"/>
                  </a:lnTo>
                  <a:lnTo>
                    <a:pt x="9353502" y="125616"/>
                  </a:lnTo>
                  <a:lnTo>
                    <a:pt x="9421053" y="108983"/>
                  </a:lnTo>
                  <a:lnTo>
                    <a:pt x="9494972" y="93978"/>
                  </a:lnTo>
                  <a:lnTo>
                    <a:pt x="9575732" y="80418"/>
                  </a:lnTo>
                  <a:lnTo>
                    <a:pt x="9663454" y="68162"/>
                  </a:lnTo>
                  <a:lnTo>
                    <a:pt x="9757743" y="57110"/>
                  </a:lnTo>
                  <a:lnTo>
                    <a:pt x="9857497" y="47207"/>
                  </a:lnTo>
                  <a:lnTo>
                    <a:pt x="9960743" y="38438"/>
                  </a:lnTo>
                  <a:lnTo>
                    <a:pt x="10064563" y="30815"/>
                  </a:lnTo>
                  <a:lnTo>
                    <a:pt x="10165181" y="24365"/>
                  </a:lnTo>
                  <a:lnTo>
                    <a:pt x="10258295" y="19106"/>
                  </a:lnTo>
                  <a:lnTo>
                    <a:pt x="10339658" y="15025"/>
                  </a:lnTo>
                  <a:lnTo>
                    <a:pt x="10405815" y="12058"/>
                  </a:lnTo>
                  <a:lnTo>
                    <a:pt x="10454811" y="10081"/>
                  </a:lnTo>
                  <a:lnTo>
                    <a:pt x="10486666" y="8921"/>
                  </a:lnTo>
                  <a:lnTo>
                    <a:pt x="10503501" y="8364"/>
                  </a:lnTo>
                  <a:lnTo>
                    <a:pt x="10509357" y="8188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8697" y="34"/>
                  </a:lnTo>
                  <a:lnTo>
                    <a:pt x="10500727" y="279"/>
                  </a:lnTo>
                  <a:lnTo>
                    <a:pt x="10480677" y="957"/>
                  </a:lnTo>
                  <a:lnTo>
                    <a:pt x="10444930" y="2290"/>
                  </a:lnTo>
                  <a:lnTo>
                    <a:pt x="10391848" y="4484"/>
                  </a:lnTo>
                  <a:lnTo>
                    <a:pt x="10321896" y="7703"/>
                  </a:lnTo>
                  <a:lnTo>
                    <a:pt x="10237435" y="12056"/>
                  </a:lnTo>
                  <a:lnTo>
                    <a:pt x="10142174" y="17593"/>
                  </a:lnTo>
                  <a:lnTo>
                    <a:pt x="10040434" y="24320"/>
                  </a:lnTo>
                  <a:lnTo>
                    <a:pt x="9936439" y="32212"/>
                  </a:lnTo>
                  <a:lnTo>
                    <a:pt x="9833782" y="41247"/>
                  </a:lnTo>
                  <a:lnTo>
                    <a:pt x="9735163" y="51416"/>
                  </a:lnTo>
                  <a:lnTo>
                    <a:pt x="9642339" y="62743"/>
                  </a:lnTo>
                  <a:lnTo>
                    <a:pt x="9556231" y="75293"/>
                  </a:lnTo>
                  <a:lnTo>
                    <a:pt x="9477096" y="89176"/>
                  </a:lnTo>
                  <a:lnTo>
                    <a:pt x="9404717" y="104544"/>
                  </a:lnTo>
                  <a:lnTo>
                    <a:pt x="9338561" y="121588"/>
                  </a:lnTo>
                  <a:lnTo>
                    <a:pt x="9277907" y="140535"/>
                  </a:lnTo>
                  <a:lnTo>
                    <a:pt x="9221941" y="161626"/>
                  </a:lnTo>
                  <a:lnTo>
                    <a:pt x="9169828" y="185103"/>
                  </a:lnTo>
                  <a:lnTo>
                    <a:pt x="9120761" y="211158"/>
                  </a:lnTo>
                  <a:lnTo>
                    <a:pt x="9084767" y="232930"/>
                  </a:lnTo>
                  <a:lnTo>
                    <a:pt x="9037311" y="265184"/>
                  </a:lnTo>
                  <a:lnTo>
                    <a:pt x="8991261" y="300428"/>
                  </a:lnTo>
                  <a:lnTo>
                    <a:pt x="8946134" y="338713"/>
                  </a:lnTo>
                  <a:lnTo>
                    <a:pt x="8901564" y="380009"/>
                  </a:lnTo>
                  <a:lnTo>
                    <a:pt x="8857284" y="424194"/>
                  </a:lnTo>
                  <a:lnTo>
                    <a:pt x="8813107" y="471046"/>
                  </a:lnTo>
                  <a:lnTo>
                    <a:pt x="8768918" y="520243"/>
                  </a:lnTo>
                  <a:lnTo>
                    <a:pt x="8724657" y="571365"/>
                  </a:lnTo>
                  <a:lnTo>
                    <a:pt x="8680314" y="623910"/>
                  </a:lnTo>
                  <a:lnTo>
                    <a:pt x="8635909" y="677311"/>
                  </a:lnTo>
                  <a:lnTo>
                    <a:pt x="8591485" y="730961"/>
                  </a:lnTo>
                  <a:lnTo>
                    <a:pt x="8547089" y="784239"/>
                  </a:lnTo>
                  <a:lnTo>
                    <a:pt x="8502761" y="836544"/>
                  </a:lnTo>
                  <a:lnTo>
                    <a:pt x="8458517" y="887320"/>
                  </a:lnTo>
                  <a:lnTo>
                    <a:pt x="8414337" y="936079"/>
                  </a:lnTo>
                  <a:lnTo>
                    <a:pt x="8370151" y="982422"/>
                  </a:lnTo>
                  <a:lnTo>
                    <a:pt x="8325830" y="1026045"/>
                  </a:lnTo>
                  <a:lnTo>
                    <a:pt x="8281173" y="1066748"/>
                  </a:lnTo>
                  <a:lnTo>
                    <a:pt x="8235894" y="1104426"/>
                  </a:lnTo>
                  <a:lnTo>
                    <a:pt x="8189607" y="1139066"/>
                  </a:lnTo>
                  <a:lnTo>
                    <a:pt x="8151487" y="1164652"/>
                  </a:lnTo>
                  <a:lnTo>
                    <a:pt x="8104257" y="1192751"/>
                  </a:lnTo>
                  <a:lnTo>
                    <a:pt x="8054547" y="1218191"/>
                  </a:lnTo>
                  <a:lnTo>
                    <a:pt x="8001607" y="1241090"/>
                  </a:lnTo>
                  <a:lnTo>
                    <a:pt x="7944621" y="1261658"/>
                  </a:lnTo>
                  <a:lnTo>
                    <a:pt x="7882751" y="1280139"/>
                  </a:lnTo>
                  <a:lnTo>
                    <a:pt x="7815200" y="1296772"/>
                  </a:lnTo>
                  <a:lnTo>
                    <a:pt x="7741281" y="1311777"/>
                  </a:lnTo>
                  <a:lnTo>
                    <a:pt x="7660522" y="1325336"/>
                  </a:lnTo>
                  <a:lnTo>
                    <a:pt x="7572799" y="1337593"/>
                  </a:lnTo>
                  <a:lnTo>
                    <a:pt x="7478510" y="1348645"/>
                  </a:lnTo>
                  <a:lnTo>
                    <a:pt x="7378756" y="1358548"/>
                  </a:lnTo>
                  <a:lnTo>
                    <a:pt x="7275510" y="1367317"/>
                  </a:lnTo>
                  <a:lnTo>
                    <a:pt x="7171690" y="1374940"/>
                  </a:lnTo>
                  <a:lnTo>
                    <a:pt x="7071073" y="1381390"/>
                  </a:lnTo>
                  <a:lnTo>
                    <a:pt x="6977959" y="1386648"/>
                  </a:lnTo>
                  <a:lnTo>
                    <a:pt x="6896595" y="1390730"/>
                  </a:lnTo>
                  <a:lnTo>
                    <a:pt x="6830438" y="1393697"/>
                  </a:lnTo>
                  <a:lnTo>
                    <a:pt x="6781442" y="1395673"/>
                  </a:lnTo>
                  <a:lnTo>
                    <a:pt x="6749587" y="1396834"/>
                  </a:lnTo>
                  <a:lnTo>
                    <a:pt x="6732752" y="1397390"/>
                  </a:lnTo>
                  <a:lnTo>
                    <a:pt x="6726896" y="1397567"/>
                  </a:lnTo>
                  <a:lnTo>
                    <a:pt x="6726343" y="1397582"/>
                  </a:lnTo>
                  <a:lnTo>
                    <a:pt x="5254955" y="1397582"/>
                  </a:lnTo>
                  <a:lnTo>
                    <a:pt x="5253873" y="1397666"/>
                  </a:lnTo>
                  <a:lnTo>
                    <a:pt x="5246750" y="1398262"/>
                  </a:lnTo>
                  <a:lnTo>
                    <a:pt x="5228769" y="1399909"/>
                  </a:lnTo>
                  <a:lnTo>
                    <a:pt x="5196552" y="1403153"/>
                  </a:lnTo>
                  <a:lnTo>
                    <a:pt x="5148394" y="1408502"/>
                  </a:lnTo>
                  <a:lnTo>
                    <a:pt x="5084393" y="1416377"/>
                  </a:lnTo>
                  <a:lnTo>
                    <a:pt x="5006329" y="1427073"/>
                  </a:lnTo>
                  <a:lnTo>
                    <a:pt x="4917266" y="1440748"/>
                  </a:lnTo>
                  <a:lnTo>
                    <a:pt x="4820969" y="1457440"/>
                  </a:lnTo>
                  <a:lnTo>
                    <a:pt x="4721289" y="1477107"/>
                  </a:lnTo>
                  <a:lnTo>
                    <a:pt x="4621670" y="1499687"/>
                  </a:lnTo>
                  <a:lnTo>
                    <a:pt x="4524849" y="1525136"/>
                  </a:lnTo>
                  <a:lnTo>
                    <a:pt x="4432750" y="1553477"/>
                  </a:lnTo>
                  <a:lnTo>
                    <a:pt x="4346532" y="1584820"/>
                  </a:lnTo>
                  <a:lnTo>
                    <a:pt x="4266705" y="1619373"/>
                  </a:lnTo>
                  <a:lnTo>
                    <a:pt x="4193289" y="1657449"/>
                  </a:lnTo>
                  <a:lnTo>
                    <a:pt x="4125959" y="1699461"/>
                  </a:lnTo>
                  <a:lnTo>
                    <a:pt x="4064168" y="1745908"/>
                  </a:lnTo>
                  <a:lnTo>
                    <a:pt x="4007237" y="1797358"/>
                  </a:lnTo>
                  <a:lnTo>
                    <a:pt x="3954432" y="1854409"/>
                  </a:lnTo>
                  <a:lnTo>
                    <a:pt x="3905011" y="1917628"/>
                  </a:lnTo>
                  <a:lnTo>
                    <a:pt x="3858267" y="1987450"/>
                  </a:lnTo>
                  <a:lnTo>
                    <a:pt x="3829811" y="2035076"/>
                  </a:lnTo>
                  <a:lnTo>
                    <a:pt x="3796566" y="2095742"/>
                  </a:lnTo>
                  <a:lnTo>
                    <a:pt x="3764084" y="2160345"/>
                  </a:lnTo>
                  <a:lnTo>
                    <a:pt x="3732182" y="2228964"/>
                  </a:lnTo>
                  <a:lnTo>
                    <a:pt x="3700707" y="2301633"/>
                  </a:lnTo>
                  <a:lnTo>
                    <a:pt x="3669535" y="2378327"/>
                  </a:lnTo>
                  <a:lnTo>
                    <a:pt x="3638563" y="2458967"/>
                  </a:lnTo>
                  <a:lnTo>
                    <a:pt x="3607711" y="2543408"/>
                  </a:lnTo>
                  <a:lnTo>
                    <a:pt x="3576917" y="2631443"/>
                  </a:lnTo>
                  <a:lnTo>
                    <a:pt x="3546136" y="2722798"/>
                  </a:lnTo>
                  <a:lnTo>
                    <a:pt x="3515337" y="2817135"/>
                  </a:lnTo>
                  <a:lnTo>
                    <a:pt x="3484503" y="2914055"/>
                  </a:lnTo>
                  <a:lnTo>
                    <a:pt x="3453627" y="3013106"/>
                  </a:lnTo>
                  <a:lnTo>
                    <a:pt x="3422713" y="3113787"/>
                  </a:lnTo>
                  <a:lnTo>
                    <a:pt x="3391770" y="3215561"/>
                  </a:lnTo>
                  <a:lnTo>
                    <a:pt x="3360812" y="3317866"/>
                  </a:lnTo>
                  <a:lnTo>
                    <a:pt x="3329855" y="3420126"/>
                  </a:lnTo>
                  <a:lnTo>
                    <a:pt x="3298915" y="3521770"/>
                  </a:lnTo>
                  <a:lnTo>
                    <a:pt x="3268007" y="3622236"/>
                  </a:lnTo>
                  <a:lnTo>
                    <a:pt x="3237138" y="3720994"/>
                  </a:lnTo>
                  <a:lnTo>
                    <a:pt x="3206310" y="3817548"/>
                  </a:lnTo>
                  <a:lnTo>
                    <a:pt x="3175515" y="3911455"/>
                  </a:lnTo>
                  <a:lnTo>
                    <a:pt x="3144734" y="4002324"/>
                  </a:lnTo>
                  <a:lnTo>
                    <a:pt x="3113934" y="4089827"/>
                  </a:lnTo>
                  <a:lnTo>
                    <a:pt x="3083068" y="4173701"/>
                  </a:lnTo>
                  <a:lnTo>
                    <a:pt x="3052071" y="4253747"/>
                  </a:lnTo>
                  <a:lnTo>
                    <a:pt x="3020860" y="4329832"/>
                  </a:lnTo>
                  <a:lnTo>
                    <a:pt x="2989329" y="4401883"/>
                  </a:lnTo>
                  <a:lnTo>
                    <a:pt x="2957349" y="4469887"/>
                  </a:lnTo>
                  <a:lnTo>
                    <a:pt x="2924764" y="4533883"/>
                  </a:lnTo>
                  <a:lnTo>
                    <a:pt x="2896531" y="4585052"/>
                  </a:lnTo>
                  <a:lnTo>
                    <a:pt x="2851150" y="4659147"/>
                  </a:lnTo>
                  <a:lnTo>
                    <a:pt x="2803499" y="4726504"/>
                  </a:lnTo>
                  <a:lnTo>
                    <a:pt x="2752918" y="4787394"/>
                  </a:lnTo>
                  <a:lnTo>
                    <a:pt x="2698682" y="4842315"/>
                  </a:lnTo>
                  <a:lnTo>
                    <a:pt x="2640047" y="4891856"/>
                  </a:lnTo>
                  <a:lnTo>
                    <a:pt x="2576292" y="4936609"/>
                  </a:lnTo>
                  <a:lnTo>
                    <a:pt x="2506778" y="4977119"/>
                  </a:lnTo>
                  <a:lnTo>
                    <a:pt x="2431026" y="5013856"/>
                  </a:lnTo>
                  <a:lnTo>
                    <a:pt x="2348823" y="5047197"/>
                  </a:lnTo>
                  <a:lnTo>
                    <a:pt x="2260351" y="5077417"/>
                  </a:lnTo>
                  <a:lnTo>
                    <a:pt x="2166342" y="5104687"/>
                  </a:lnTo>
                  <a:lnTo>
                    <a:pt x="2068224" y="5129082"/>
                  </a:lnTo>
                  <a:lnTo>
                    <a:pt x="1968223" y="5150597"/>
                  </a:lnTo>
                  <a:lnTo>
                    <a:pt x="1869357" y="5169177"/>
                  </a:lnTo>
                  <a:lnTo>
                    <a:pt x="1775265" y="5184761"/>
                  </a:lnTo>
                  <a:lnTo>
                    <a:pt x="1689834" y="5197330"/>
                  </a:lnTo>
                  <a:lnTo>
                    <a:pt x="1616644" y="5206963"/>
                  </a:lnTo>
                  <a:lnTo>
                    <a:pt x="1558347" y="5213868"/>
                  </a:lnTo>
                  <a:lnTo>
                    <a:pt x="1516138" y="5218387"/>
                  </a:lnTo>
                  <a:lnTo>
                    <a:pt x="1489449" y="5220982"/>
                  </a:lnTo>
                  <a:lnTo>
                    <a:pt x="1475936" y="5222178"/>
                  </a:lnTo>
                  <a:lnTo>
                    <a:pt x="1471666" y="5222524"/>
                  </a:lnTo>
                  <a:lnTo>
                    <a:pt x="1471387" y="5222545"/>
                  </a:lnTo>
                  <a:lnTo>
                    <a:pt x="0" y="5222545"/>
                  </a:lnTo>
                  <a:close/>
                </a:path>
              </a:pathLst>
            </a:custGeom>
            <a:solidFill>
              <a:srgbClr val="8BC34A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494" name="pl1494"/>
            <p:cNvSpPr/>
            <p:nvPr/>
          </p:nvSpPr>
          <p:spPr>
            <a:xfrm>
              <a:off x="4799595" y="4162470"/>
              <a:ext cx="11981298" cy="5222545"/>
            </a:xfrm>
            <a:custGeom>
              <a:avLst/>
              <a:pathLst>
                <a:path w="11981298" h="5222545">
                  <a:moveTo>
                    <a:pt x="0" y="5222545"/>
                  </a:moveTo>
                  <a:lnTo>
                    <a:pt x="1471387" y="5222545"/>
                  </a:lnTo>
                  <a:lnTo>
                    <a:pt x="1472469" y="5222462"/>
                  </a:lnTo>
                  <a:lnTo>
                    <a:pt x="1479592" y="5221866"/>
                  </a:lnTo>
                  <a:lnTo>
                    <a:pt x="1497573" y="5220219"/>
                  </a:lnTo>
                  <a:lnTo>
                    <a:pt x="1529790" y="5216975"/>
                  </a:lnTo>
                  <a:lnTo>
                    <a:pt x="1577948" y="5211626"/>
                  </a:lnTo>
                  <a:lnTo>
                    <a:pt x="1641949" y="5203751"/>
                  </a:lnTo>
                  <a:lnTo>
                    <a:pt x="1720013" y="5193055"/>
                  </a:lnTo>
                  <a:lnTo>
                    <a:pt x="1809076" y="5179380"/>
                  </a:lnTo>
                  <a:lnTo>
                    <a:pt x="1905373" y="5162688"/>
                  </a:lnTo>
                  <a:lnTo>
                    <a:pt x="2005053" y="5143020"/>
                  </a:lnTo>
                  <a:lnTo>
                    <a:pt x="2104672" y="5120441"/>
                  </a:lnTo>
                  <a:lnTo>
                    <a:pt x="2201493" y="5094992"/>
                  </a:lnTo>
                  <a:lnTo>
                    <a:pt x="2293592" y="5066650"/>
                  </a:lnTo>
                  <a:lnTo>
                    <a:pt x="2379810" y="5035308"/>
                  </a:lnTo>
                  <a:lnTo>
                    <a:pt x="2459638" y="5000755"/>
                  </a:lnTo>
                  <a:lnTo>
                    <a:pt x="2533053" y="4962679"/>
                  </a:lnTo>
                  <a:lnTo>
                    <a:pt x="2600383" y="4920667"/>
                  </a:lnTo>
                  <a:lnTo>
                    <a:pt x="2662174" y="4874220"/>
                  </a:lnTo>
                  <a:lnTo>
                    <a:pt x="2719105" y="4822770"/>
                  </a:lnTo>
                  <a:lnTo>
                    <a:pt x="2771910" y="4765718"/>
                  </a:lnTo>
                  <a:lnTo>
                    <a:pt x="2821331" y="4702499"/>
                  </a:lnTo>
                  <a:lnTo>
                    <a:pt x="2868075" y="4632678"/>
                  </a:lnTo>
                  <a:lnTo>
                    <a:pt x="2896531" y="4585052"/>
                  </a:lnTo>
                  <a:lnTo>
                    <a:pt x="2929777" y="4524386"/>
                  </a:lnTo>
                  <a:lnTo>
                    <a:pt x="2962258" y="4459783"/>
                  </a:lnTo>
                  <a:lnTo>
                    <a:pt x="2994160" y="4391163"/>
                  </a:lnTo>
                  <a:lnTo>
                    <a:pt x="3025635" y="4318495"/>
                  </a:lnTo>
                  <a:lnTo>
                    <a:pt x="3056807" y="4241801"/>
                  </a:lnTo>
                  <a:lnTo>
                    <a:pt x="3087779" y="4161161"/>
                  </a:lnTo>
                  <a:lnTo>
                    <a:pt x="3118631" y="4076720"/>
                  </a:lnTo>
                  <a:lnTo>
                    <a:pt x="3149425" y="3988685"/>
                  </a:lnTo>
                  <a:lnTo>
                    <a:pt x="3180207" y="3897330"/>
                  </a:lnTo>
                  <a:lnTo>
                    <a:pt x="3211006" y="3802993"/>
                  </a:lnTo>
                  <a:lnTo>
                    <a:pt x="3241840" y="3706072"/>
                  </a:lnTo>
                  <a:lnTo>
                    <a:pt x="3272715" y="3607022"/>
                  </a:lnTo>
                  <a:lnTo>
                    <a:pt x="3303629" y="3506341"/>
                  </a:lnTo>
                  <a:lnTo>
                    <a:pt x="3334572" y="3404567"/>
                  </a:lnTo>
                  <a:lnTo>
                    <a:pt x="3365530" y="3302262"/>
                  </a:lnTo>
                  <a:lnTo>
                    <a:pt x="3396487" y="3200001"/>
                  </a:lnTo>
                  <a:lnTo>
                    <a:pt x="3427427" y="3098358"/>
                  </a:lnTo>
                  <a:lnTo>
                    <a:pt x="3458336" y="2997892"/>
                  </a:lnTo>
                  <a:lnTo>
                    <a:pt x="3489205" y="2899134"/>
                  </a:lnTo>
                  <a:lnTo>
                    <a:pt x="3520033" y="2802579"/>
                  </a:lnTo>
                  <a:lnTo>
                    <a:pt x="3550827" y="2708673"/>
                  </a:lnTo>
                  <a:lnTo>
                    <a:pt x="3581608" y="2617804"/>
                  </a:lnTo>
                  <a:lnTo>
                    <a:pt x="3612408" y="2530300"/>
                  </a:lnTo>
                  <a:lnTo>
                    <a:pt x="3643274" y="2446427"/>
                  </a:lnTo>
                  <a:lnTo>
                    <a:pt x="3674271" y="2366381"/>
                  </a:lnTo>
                  <a:lnTo>
                    <a:pt x="3705482" y="2290296"/>
                  </a:lnTo>
                  <a:lnTo>
                    <a:pt x="3737013" y="2218245"/>
                  </a:lnTo>
                  <a:lnTo>
                    <a:pt x="3768993" y="2150241"/>
                  </a:lnTo>
                  <a:lnTo>
                    <a:pt x="3801578" y="2086244"/>
                  </a:lnTo>
                  <a:lnTo>
                    <a:pt x="3829811" y="2035076"/>
                  </a:lnTo>
                  <a:lnTo>
                    <a:pt x="3875192" y="1960980"/>
                  </a:lnTo>
                  <a:lnTo>
                    <a:pt x="3922843" y="1893624"/>
                  </a:lnTo>
                  <a:lnTo>
                    <a:pt x="3973424" y="1832734"/>
                  </a:lnTo>
                  <a:lnTo>
                    <a:pt x="4027660" y="1777813"/>
                  </a:lnTo>
                  <a:lnTo>
                    <a:pt x="4086295" y="1728272"/>
                  </a:lnTo>
                  <a:lnTo>
                    <a:pt x="4150050" y="1683519"/>
                  </a:lnTo>
                  <a:lnTo>
                    <a:pt x="4219564" y="1643009"/>
                  </a:lnTo>
                  <a:lnTo>
                    <a:pt x="4295316" y="1606271"/>
                  </a:lnTo>
                  <a:lnTo>
                    <a:pt x="4377519" y="1572930"/>
                  </a:lnTo>
                  <a:lnTo>
                    <a:pt x="4465991" y="1542711"/>
                  </a:lnTo>
                  <a:lnTo>
                    <a:pt x="4560000" y="1515441"/>
                  </a:lnTo>
                  <a:lnTo>
                    <a:pt x="4658118" y="1491046"/>
                  </a:lnTo>
                  <a:lnTo>
                    <a:pt x="4758119" y="1469531"/>
                  </a:lnTo>
                  <a:lnTo>
                    <a:pt x="4856986" y="1450950"/>
                  </a:lnTo>
                  <a:lnTo>
                    <a:pt x="4951077" y="1435367"/>
                  </a:lnTo>
                  <a:lnTo>
                    <a:pt x="5036508" y="1422797"/>
                  </a:lnTo>
                  <a:lnTo>
                    <a:pt x="5109699" y="1413164"/>
                  </a:lnTo>
                  <a:lnTo>
                    <a:pt x="5167995" y="1406260"/>
                  </a:lnTo>
                  <a:lnTo>
                    <a:pt x="5210204" y="1401740"/>
                  </a:lnTo>
                  <a:lnTo>
                    <a:pt x="5236893" y="1399146"/>
                  </a:lnTo>
                  <a:lnTo>
                    <a:pt x="5250407" y="1397949"/>
                  </a:lnTo>
                  <a:lnTo>
                    <a:pt x="5254676" y="1397603"/>
                  </a:lnTo>
                  <a:lnTo>
                    <a:pt x="5254955" y="1397582"/>
                  </a:lnTo>
                  <a:lnTo>
                    <a:pt x="6726343" y="1397582"/>
                  </a:lnTo>
                  <a:lnTo>
                    <a:pt x="6727557" y="1397548"/>
                  </a:lnTo>
                  <a:lnTo>
                    <a:pt x="6735526" y="1397303"/>
                  </a:lnTo>
                  <a:lnTo>
                    <a:pt x="6755576" y="1396625"/>
                  </a:lnTo>
                  <a:lnTo>
                    <a:pt x="6791323" y="1395292"/>
                  </a:lnTo>
                  <a:lnTo>
                    <a:pt x="6844406" y="1393098"/>
                  </a:lnTo>
                  <a:lnTo>
                    <a:pt x="6914357" y="1389879"/>
                  </a:lnTo>
                  <a:lnTo>
                    <a:pt x="6998818" y="1385526"/>
                  </a:lnTo>
                  <a:lnTo>
                    <a:pt x="7094079" y="1379988"/>
                  </a:lnTo>
                  <a:lnTo>
                    <a:pt x="7195819" y="1373262"/>
                  </a:lnTo>
                  <a:lnTo>
                    <a:pt x="7299815" y="1365369"/>
                  </a:lnTo>
                  <a:lnTo>
                    <a:pt x="7402471" y="1356335"/>
                  </a:lnTo>
                  <a:lnTo>
                    <a:pt x="7501090" y="1346166"/>
                  </a:lnTo>
                  <a:lnTo>
                    <a:pt x="7593914" y="1334839"/>
                  </a:lnTo>
                  <a:lnTo>
                    <a:pt x="7680023" y="1322289"/>
                  </a:lnTo>
                  <a:lnTo>
                    <a:pt x="7759157" y="1308406"/>
                  </a:lnTo>
                  <a:lnTo>
                    <a:pt x="7831536" y="1293038"/>
                  </a:lnTo>
                  <a:lnTo>
                    <a:pt x="7897692" y="1275993"/>
                  </a:lnTo>
                  <a:lnTo>
                    <a:pt x="7958346" y="1257047"/>
                  </a:lnTo>
                  <a:lnTo>
                    <a:pt x="8014312" y="1235955"/>
                  </a:lnTo>
                  <a:lnTo>
                    <a:pt x="8066425" y="1212479"/>
                  </a:lnTo>
                  <a:lnTo>
                    <a:pt x="8115493" y="1186423"/>
                  </a:lnTo>
                  <a:lnTo>
                    <a:pt x="8151487" y="1164652"/>
                  </a:lnTo>
                  <a:lnTo>
                    <a:pt x="8198942" y="1132398"/>
                  </a:lnTo>
                  <a:lnTo>
                    <a:pt x="8244992" y="1097154"/>
                  </a:lnTo>
                  <a:lnTo>
                    <a:pt x="8290119" y="1058869"/>
                  </a:lnTo>
                  <a:lnTo>
                    <a:pt x="8334689" y="1017572"/>
                  </a:lnTo>
                  <a:lnTo>
                    <a:pt x="8378970" y="973387"/>
                  </a:lnTo>
                  <a:lnTo>
                    <a:pt x="8423146" y="926535"/>
                  </a:lnTo>
                  <a:lnTo>
                    <a:pt x="8467335" y="877339"/>
                  </a:lnTo>
                  <a:lnTo>
                    <a:pt x="8511596" y="826217"/>
                  </a:lnTo>
                  <a:lnTo>
                    <a:pt x="8555940" y="773672"/>
                  </a:lnTo>
                  <a:lnTo>
                    <a:pt x="8600344" y="720270"/>
                  </a:lnTo>
                  <a:lnTo>
                    <a:pt x="8644769" y="666621"/>
                  </a:lnTo>
                  <a:lnTo>
                    <a:pt x="8689164" y="613342"/>
                  </a:lnTo>
                  <a:lnTo>
                    <a:pt x="8733492" y="561037"/>
                  </a:lnTo>
                  <a:lnTo>
                    <a:pt x="8777736" y="510262"/>
                  </a:lnTo>
                  <a:lnTo>
                    <a:pt x="8821917" y="461503"/>
                  </a:lnTo>
                  <a:lnTo>
                    <a:pt x="8866102" y="415160"/>
                  </a:lnTo>
                  <a:lnTo>
                    <a:pt x="8910423" y="371537"/>
                  </a:lnTo>
                  <a:lnTo>
                    <a:pt x="8955080" y="330834"/>
                  </a:lnTo>
                  <a:lnTo>
                    <a:pt x="9000359" y="293156"/>
                  </a:lnTo>
                  <a:lnTo>
                    <a:pt x="9046646" y="258515"/>
                  </a:lnTo>
                  <a:lnTo>
                    <a:pt x="9084767" y="232930"/>
                  </a:lnTo>
                  <a:lnTo>
                    <a:pt x="9131996" y="204831"/>
                  </a:lnTo>
                  <a:lnTo>
                    <a:pt x="9181706" y="179391"/>
                  </a:lnTo>
                  <a:lnTo>
                    <a:pt x="9234646" y="156492"/>
                  </a:lnTo>
                  <a:lnTo>
                    <a:pt x="9291632" y="135924"/>
                  </a:lnTo>
                  <a:lnTo>
                    <a:pt x="9353502" y="117443"/>
                  </a:lnTo>
                  <a:lnTo>
                    <a:pt x="9421053" y="100810"/>
                  </a:lnTo>
                  <a:lnTo>
                    <a:pt x="9494972" y="85805"/>
                  </a:lnTo>
                  <a:lnTo>
                    <a:pt x="9575732" y="72245"/>
                  </a:lnTo>
                  <a:lnTo>
                    <a:pt x="9663454" y="59989"/>
                  </a:lnTo>
                  <a:lnTo>
                    <a:pt x="9757743" y="48937"/>
                  </a:lnTo>
                  <a:lnTo>
                    <a:pt x="9857497" y="39034"/>
                  </a:lnTo>
                  <a:lnTo>
                    <a:pt x="9960743" y="30265"/>
                  </a:lnTo>
                  <a:lnTo>
                    <a:pt x="10064563" y="22642"/>
                  </a:lnTo>
                  <a:lnTo>
                    <a:pt x="10165181" y="16192"/>
                  </a:lnTo>
                  <a:lnTo>
                    <a:pt x="10258295" y="10933"/>
                  </a:lnTo>
                  <a:lnTo>
                    <a:pt x="10339658" y="6852"/>
                  </a:lnTo>
                  <a:lnTo>
                    <a:pt x="10405815" y="3885"/>
                  </a:lnTo>
                  <a:lnTo>
                    <a:pt x="10454811" y="1908"/>
                  </a:lnTo>
                  <a:lnTo>
                    <a:pt x="10486666" y="748"/>
                  </a:lnTo>
                  <a:lnTo>
                    <a:pt x="10503501" y="191"/>
                  </a:lnTo>
                  <a:lnTo>
                    <a:pt x="10509357" y="15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95" name="pl1495"/>
            <p:cNvSpPr/>
            <p:nvPr/>
          </p:nvSpPr>
          <p:spPr>
            <a:xfrm>
              <a:off x="4799595" y="4154297"/>
              <a:ext cx="11981298" cy="5222545"/>
            </a:xfrm>
            <a:custGeom>
              <a:avLst/>
              <a:pathLst>
                <a:path w="11981298" h="5222545">
                  <a:moveTo>
                    <a:pt x="11981298" y="0"/>
                  </a:moveTo>
                  <a:lnTo>
                    <a:pt x="10509911" y="0"/>
                  </a:lnTo>
                  <a:lnTo>
                    <a:pt x="10508697" y="34"/>
                  </a:lnTo>
                  <a:lnTo>
                    <a:pt x="10500727" y="279"/>
                  </a:lnTo>
                  <a:lnTo>
                    <a:pt x="10480677" y="957"/>
                  </a:lnTo>
                  <a:lnTo>
                    <a:pt x="10444930" y="2290"/>
                  </a:lnTo>
                  <a:lnTo>
                    <a:pt x="10391848" y="4484"/>
                  </a:lnTo>
                  <a:lnTo>
                    <a:pt x="10321896" y="7703"/>
                  </a:lnTo>
                  <a:lnTo>
                    <a:pt x="10237435" y="12056"/>
                  </a:lnTo>
                  <a:lnTo>
                    <a:pt x="10142174" y="17593"/>
                  </a:lnTo>
                  <a:lnTo>
                    <a:pt x="10040434" y="24320"/>
                  </a:lnTo>
                  <a:lnTo>
                    <a:pt x="9936439" y="32212"/>
                  </a:lnTo>
                  <a:lnTo>
                    <a:pt x="9833782" y="41247"/>
                  </a:lnTo>
                  <a:lnTo>
                    <a:pt x="9735163" y="51416"/>
                  </a:lnTo>
                  <a:lnTo>
                    <a:pt x="9642339" y="62743"/>
                  </a:lnTo>
                  <a:lnTo>
                    <a:pt x="9556231" y="75293"/>
                  </a:lnTo>
                  <a:lnTo>
                    <a:pt x="9477096" y="89176"/>
                  </a:lnTo>
                  <a:lnTo>
                    <a:pt x="9404717" y="104544"/>
                  </a:lnTo>
                  <a:lnTo>
                    <a:pt x="9338561" y="121588"/>
                  </a:lnTo>
                  <a:lnTo>
                    <a:pt x="9277907" y="140535"/>
                  </a:lnTo>
                  <a:lnTo>
                    <a:pt x="9221941" y="161626"/>
                  </a:lnTo>
                  <a:lnTo>
                    <a:pt x="9169828" y="185103"/>
                  </a:lnTo>
                  <a:lnTo>
                    <a:pt x="9120761" y="211158"/>
                  </a:lnTo>
                  <a:lnTo>
                    <a:pt x="9084767" y="232930"/>
                  </a:lnTo>
                  <a:lnTo>
                    <a:pt x="9037311" y="265184"/>
                  </a:lnTo>
                  <a:lnTo>
                    <a:pt x="8991261" y="300428"/>
                  </a:lnTo>
                  <a:lnTo>
                    <a:pt x="8946134" y="338713"/>
                  </a:lnTo>
                  <a:lnTo>
                    <a:pt x="8901564" y="380009"/>
                  </a:lnTo>
                  <a:lnTo>
                    <a:pt x="8857284" y="424194"/>
                  </a:lnTo>
                  <a:lnTo>
                    <a:pt x="8813107" y="471046"/>
                  </a:lnTo>
                  <a:lnTo>
                    <a:pt x="8768918" y="520243"/>
                  </a:lnTo>
                  <a:lnTo>
                    <a:pt x="8724657" y="571365"/>
                  </a:lnTo>
                  <a:lnTo>
                    <a:pt x="8680314" y="623910"/>
                  </a:lnTo>
                  <a:lnTo>
                    <a:pt x="8635909" y="677311"/>
                  </a:lnTo>
                  <a:lnTo>
                    <a:pt x="8591485" y="730961"/>
                  </a:lnTo>
                  <a:lnTo>
                    <a:pt x="8547089" y="784239"/>
                  </a:lnTo>
                  <a:lnTo>
                    <a:pt x="8502761" y="836544"/>
                  </a:lnTo>
                  <a:lnTo>
                    <a:pt x="8458517" y="887320"/>
                  </a:lnTo>
                  <a:lnTo>
                    <a:pt x="8414337" y="936079"/>
                  </a:lnTo>
                  <a:lnTo>
                    <a:pt x="8370151" y="982422"/>
                  </a:lnTo>
                  <a:lnTo>
                    <a:pt x="8325830" y="1026045"/>
                  </a:lnTo>
                  <a:lnTo>
                    <a:pt x="8281173" y="1066748"/>
                  </a:lnTo>
                  <a:lnTo>
                    <a:pt x="8235894" y="1104426"/>
                  </a:lnTo>
                  <a:lnTo>
                    <a:pt x="8189607" y="1139066"/>
                  </a:lnTo>
                  <a:lnTo>
                    <a:pt x="8151487" y="1164652"/>
                  </a:lnTo>
                  <a:lnTo>
                    <a:pt x="8104257" y="1192751"/>
                  </a:lnTo>
                  <a:lnTo>
                    <a:pt x="8054547" y="1218191"/>
                  </a:lnTo>
                  <a:lnTo>
                    <a:pt x="8001607" y="1241090"/>
                  </a:lnTo>
                  <a:lnTo>
                    <a:pt x="7944621" y="1261658"/>
                  </a:lnTo>
                  <a:lnTo>
                    <a:pt x="7882751" y="1280139"/>
                  </a:lnTo>
                  <a:lnTo>
                    <a:pt x="7815200" y="1296772"/>
                  </a:lnTo>
                  <a:lnTo>
                    <a:pt x="7741281" y="1311777"/>
                  </a:lnTo>
                  <a:lnTo>
                    <a:pt x="7660522" y="1325336"/>
                  </a:lnTo>
                  <a:lnTo>
                    <a:pt x="7572799" y="1337593"/>
                  </a:lnTo>
                  <a:lnTo>
                    <a:pt x="7478510" y="1348645"/>
                  </a:lnTo>
                  <a:lnTo>
                    <a:pt x="7378756" y="1358548"/>
                  </a:lnTo>
                  <a:lnTo>
                    <a:pt x="7275510" y="1367317"/>
                  </a:lnTo>
                  <a:lnTo>
                    <a:pt x="7171690" y="1374940"/>
                  </a:lnTo>
                  <a:lnTo>
                    <a:pt x="7071073" y="1381390"/>
                  </a:lnTo>
                  <a:lnTo>
                    <a:pt x="6977959" y="1386648"/>
                  </a:lnTo>
                  <a:lnTo>
                    <a:pt x="6896595" y="1390730"/>
                  </a:lnTo>
                  <a:lnTo>
                    <a:pt x="6830438" y="1393697"/>
                  </a:lnTo>
                  <a:lnTo>
                    <a:pt x="6781442" y="1395673"/>
                  </a:lnTo>
                  <a:lnTo>
                    <a:pt x="6749587" y="1396834"/>
                  </a:lnTo>
                  <a:lnTo>
                    <a:pt x="6732752" y="1397390"/>
                  </a:lnTo>
                  <a:lnTo>
                    <a:pt x="6726896" y="1397567"/>
                  </a:lnTo>
                  <a:lnTo>
                    <a:pt x="6726343" y="1397582"/>
                  </a:lnTo>
                  <a:lnTo>
                    <a:pt x="5254955" y="1397582"/>
                  </a:lnTo>
                  <a:lnTo>
                    <a:pt x="5253873" y="1397666"/>
                  </a:lnTo>
                  <a:lnTo>
                    <a:pt x="5246750" y="1398262"/>
                  </a:lnTo>
                  <a:lnTo>
                    <a:pt x="5228769" y="1399909"/>
                  </a:lnTo>
                  <a:lnTo>
                    <a:pt x="5196552" y="1403153"/>
                  </a:lnTo>
                  <a:lnTo>
                    <a:pt x="5148394" y="1408502"/>
                  </a:lnTo>
                  <a:lnTo>
                    <a:pt x="5084393" y="1416377"/>
                  </a:lnTo>
                  <a:lnTo>
                    <a:pt x="5006329" y="1427073"/>
                  </a:lnTo>
                  <a:lnTo>
                    <a:pt x="4917266" y="1440748"/>
                  </a:lnTo>
                  <a:lnTo>
                    <a:pt x="4820969" y="1457440"/>
                  </a:lnTo>
                  <a:lnTo>
                    <a:pt x="4721289" y="1477107"/>
                  </a:lnTo>
                  <a:lnTo>
                    <a:pt x="4621670" y="1499687"/>
                  </a:lnTo>
                  <a:lnTo>
                    <a:pt x="4524849" y="1525136"/>
                  </a:lnTo>
                  <a:lnTo>
                    <a:pt x="4432750" y="1553477"/>
                  </a:lnTo>
                  <a:lnTo>
                    <a:pt x="4346532" y="1584820"/>
                  </a:lnTo>
                  <a:lnTo>
                    <a:pt x="4266705" y="1619373"/>
                  </a:lnTo>
                  <a:lnTo>
                    <a:pt x="4193289" y="1657449"/>
                  </a:lnTo>
                  <a:lnTo>
                    <a:pt x="4125959" y="1699461"/>
                  </a:lnTo>
                  <a:lnTo>
                    <a:pt x="4064168" y="1745908"/>
                  </a:lnTo>
                  <a:lnTo>
                    <a:pt x="4007237" y="1797358"/>
                  </a:lnTo>
                  <a:lnTo>
                    <a:pt x="3954432" y="1854409"/>
                  </a:lnTo>
                  <a:lnTo>
                    <a:pt x="3905011" y="1917628"/>
                  </a:lnTo>
                  <a:lnTo>
                    <a:pt x="3858267" y="1987450"/>
                  </a:lnTo>
                  <a:lnTo>
                    <a:pt x="3829811" y="2035076"/>
                  </a:lnTo>
                  <a:lnTo>
                    <a:pt x="3796566" y="2095742"/>
                  </a:lnTo>
                  <a:lnTo>
                    <a:pt x="3764084" y="2160345"/>
                  </a:lnTo>
                  <a:lnTo>
                    <a:pt x="3732182" y="2228964"/>
                  </a:lnTo>
                  <a:lnTo>
                    <a:pt x="3700707" y="2301633"/>
                  </a:lnTo>
                  <a:lnTo>
                    <a:pt x="3669535" y="2378327"/>
                  </a:lnTo>
                  <a:lnTo>
                    <a:pt x="3638563" y="2458967"/>
                  </a:lnTo>
                  <a:lnTo>
                    <a:pt x="3607711" y="2543408"/>
                  </a:lnTo>
                  <a:lnTo>
                    <a:pt x="3576917" y="2631443"/>
                  </a:lnTo>
                  <a:lnTo>
                    <a:pt x="3546136" y="2722798"/>
                  </a:lnTo>
                  <a:lnTo>
                    <a:pt x="3515337" y="2817135"/>
                  </a:lnTo>
                  <a:lnTo>
                    <a:pt x="3484503" y="2914055"/>
                  </a:lnTo>
                  <a:lnTo>
                    <a:pt x="3453627" y="3013106"/>
                  </a:lnTo>
                  <a:lnTo>
                    <a:pt x="3422713" y="3113787"/>
                  </a:lnTo>
                  <a:lnTo>
                    <a:pt x="3391770" y="3215561"/>
                  </a:lnTo>
                  <a:lnTo>
                    <a:pt x="3360812" y="3317866"/>
                  </a:lnTo>
                  <a:lnTo>
                    <a:pt x="3329855" y="3420126"/>
                  </a:lnTo>
                  <a:lnTo>
                    <a:pt x="3298915" y="3521770"/>
                  </a:lnTo>
                  <a:lnTo>
                    <a:pt x="3268007" y="3622236"/>
                  </a:lnTo>
                  <a:lnTo>
                    <a:pt x="3237138" y="3720994"/>
                  </a:lnTo>
                  <a:lnTo>
                    <a:pt x="3206310" y="3817548"/>
                  </a:lnTo>
                  <a:lnTo>
                    <a:pt x="3175515" y="3911455"/>
                  </a:lnTo>
                  <a:lnTo>
                    <a:pt x="3144734" y="4002324"/>
                  </a:lnTo>
                  <a:lnTo>
                    <a:pt x="3113934" y="4089827"/>
                  </a:lnTo>
                  <a:lnTo>
                    <a:pt x="3083068" y="4173701"/>
                  </a:lnTo>
                  <a:lnTo>
                    <a:pt x="3052071" y="4253747"/>
                  </a:lnTo>
                  <a:lnTo>
                    <a:pt x="3020860" y="4329832"/>
                  </a:lnTo>
                  <a:lnTo>
                    <a:pt x="2989329" y="4401883"/>
                  </a:lnTo>
                  <a:lnTo>
                    <a:pt x="2957349" y="4469887"/>
                  </a:lnTo>
                  <a:lnTo>
                    <a:pt x="2924764" y="4533883"/>
                  </a:lnTo>
                  <a:lnTo>
                    <a:pt x="2896531" y="4585052"/>
                  </a:lnTo>
                  <a:lnTo>
                    <a:pt x="2851150" y="4659147"/>
                  </a:lnTo>
                  <a:lnTo>
                    <a:pt x="2803499" y="4726504"/>
                  </a:lnTo>
                  <a:lnTo>
                    <a:pt x="2752918" y="4787394"/>
                  </a:lnTo>
                  <a:lnTo>
                    <a:pt x="2698682" y="4842315"/>
                  </a:lnTo>
                  <a:lnTo>
                    <a:pt x="2640047" y="4891856"/>
                  </a:lnTo>
                  <a:lnTo>
                    <a:pt x="2576292" y="4936609"/>
                  </a:lnTo>
                  <a:lnTo>
                    <a:pt x="2506778" y="4977119"/>
                  </a:lnTo>
                  <a:lnTo>
                    <a:pt x="2431026" y="5013856"/>
                  </a:lnTo>
                  <a:lnTo>
                    <a:pt x="2348823" y="5047197"/>
                  </a:lnTo>
                  <a:lnTo>
                    <a:pt x="2260351" y="5077417"/>
                  </a:lnTo>
                  <a:lnTo>
                    <a:pt x="2166342" y="5104687"/>
                  </a:lnTo>
                  <a:lnTo>
                    <a:pt x="2068224" y="5129082"/>
                  </a:lnTo>
                  <a:lnTo>
                    <a:pt x="1968223" y="5150597"/>
                  </a:lnTo>
                  <a:lnTo>
                    <a:pt x="1869357" y="5169177"/>
                  </a:lnTo>
                  <a:lnTo>
                    <a:pt x="1775265" y="5184761"/>
                  </a:lnTo>
                  <a:lnTo>
                    <a:pt x="1689834" y="5197330"/>
                  </a:lnTo>
                  <a:lnTo>
                    <a:pt x="1616644" y="5206963"/>
                  </a:lnTo>
                  <a:lnTo>
                    <a:pt x="1558347" y="5213868"/>
                  </a:lnTo>
                  <a:lnTo>
                    <a:pt x="1516138" y="5218387"/>
                  </a:lnTo>
                  <a:lnTo>
                    <a:pt x="1489449" y="5220982"/>
                  </a:lnTo>
                  <a:lnTo>
                    <a:pt x="1475936" y="5222178"/>
                  </a:lnTo>
                  <a:lnTo>
                    <a:pt x="1471666" y="5222524"/>
                  </a:lnTo>
                  <a:lnTo>
                    <a:pt x="1471387" y="5222545"/>
                  </a:lnTo>
                  <a:lnTo>
                    <a:pt x="0" y="522254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96" name="pg1496"/>
            <p:cNvSpPr/>
            <p:nvPr/>
          </p:nvSpPr>
          <p:spPr>
            <a:xfrm>
              <a:off x="4799595" y="5004289"/>
              <a:ext cx="11981298" cy="4388900"/>
            </a:xfrm>
            <a:custGeom>
              <a:avLst/>
              <a:pathLst>
                <a:path w="11981298" h="4388900">
                  <a:moveTo>
                    <a:pt x="0" y="4388900"/>
                  </a:moveTo>
                  <a:lnTo>
                    <a:pt x="1471387" y="4388900"/>
                  </a:lnTo>
                  <a:lnTo>
                    <a:pt x="1472473" y="4388817"/>
                  </a:lnTo>
                  <a:lnTo>
                    <a:pt x="1479617" y="4388227"/>
                  </a:lnTo>
                  <a:lnTo>
                    <a:pt x="1497652" y="4386595"/>
                  </a:lnTo>
                  <a:lnTo>
                    <a:pt x="1529961" y="4383383"/>
                  </a:lnTo>
                  <a:lnTo>
                    <a:pt x="1578248" y="4378086"/>
                  </a:lnTo>
                  <a:lnTo>
                    <a:pt x="1642406" y="4370288"/>
                  </a:lnTo>
                  <a:lnTo>
                    <a:pt x="1720641" y="4359697"/>
                  </a:lnTo>
                  <a:lnTo>
                    <a:pt x="1809871" y="4346159"/>
                  </a:lnTo>
                  <a:lnTo>
                    <a:pt x="1906318" y="4329637"/>
                  </a:lnTo>
                  <a:lnTo>
                    <a:pt x="2006119" y="4310172"/>
                  </a:lnTo>
                  <a:lnTo>
                    <a:pt x="2105827" y="4287826"/>
                  </a:lnTo>
                  <a:lnTo>
                    <a:pt x="2202703" y="4262642"/>
                  </a:lnTo>
                  <a:lnTo>
                    <a:pt x="2294827" y="4234596"/>
                  </a:lnTo>
                  <a:lnTo>
                    <a:pt x="2381048" y="4203578"/>
                  </a:lnTo>
                  <a:lnTo>
                    <a:pt x="2460860" y="4169381"/>
                  </a:lnTo>
                  <a:lnTo>
                    <a:pt x="2534250" y="4131692"/>
                  </a:lnTo>
                  <a:lnTo>
                    <a:pt x="2601549" y="4090102"/>
                  </a:lnTo>
                  <a:lnTo>
                    <a:pt x="2663309" y="4044114"/>
                  </a:lnTo>
                  <a:lnTo>
                    <a:pt x="2720212" y="3993166"/>
                  </a:lnTo>
                  <a:lnTo>
                    <a:pt x="2772995" y="3936666"/>
                  </a:lnTo>
                  <a:lnTo>
                    <a:pt x="2822403" y="3874052"/>
                  </a:lnTo>
                  <a:lnTo>
                    <a:pt x="2869144" y="3804900"/>
                  </a:lnTo>
                  <a:lnTo>
                    <a:pt x="2896531" y="3759579"/>
                  </a:lnTo>
                  <a:lnTo>
                    <a:pt x="2929964" y="3699338"/>
                  </a:lnTo>
                  <a:lnTo>
                    <a:pt x="2962625" y="3635167"/>
                  </a:lnTo>
                  <a:lnTo>
                    <a:pt x="2994701" y="3566984"/>
                  </a:lnTo>
                  <a:lnTo>
                    <a:pt x="3026348" y="3494758"/>
                  </a:lnTo>
                  <a:lnTo>
                    <a:pt x="3057692" y="3418514"/>
                  </a:lnTo>
                  <a:lnTo>
                    <a:pt x="3088835" y="3338334"/>
                  </a:lnTo>
                  <a:lnTo>
                    <a:pt x="3119860" y="3254364"/>
                  </a:lnTo>
                  <a:lnTo>
                    <a:pt x="3150828" y="3166816"/>
                  </a:lnTo>
                  <a:lnTo>
                    <a:pt x="3181785" y="3075968"/>
                  </a:lnTo>
                  <a:lnTo>
                    <a:pt x="3212761" y="2982160"/>
                  </a:lnTo>
                  <a:lnTo>
                    <a:pt x="3243773" y="2885798"/>
                  </a:lnTo>
                  <a:lnTo>
                    <a:pt x="3274827" y="2787338"/>
                  </a:lnTo>
                  <a:lnTo>
                    <a:pt x="3305920" y="2687287"/>
                  </a:lnTo>
                  <a:lnTo>
                    <a:pt x="3337041" y="2586185"/>
                  </a:lnTo>
                  <a:lnTo>
                    <a:pt x="3368176" y="2484599"/>
                  </a:lnTo>
                  <a:lnTo>
                    <a:pt x="3399309" y="2383105"/>
                  </a:lnTo>
                  <a:lnTo>
                    <a:pt x="3430422" y="2282281"/>
                  </a:lnTo>
                  <a:lnTo>
                    <a:pt x="3461503" y="2182683"/>
                  </a:lnTo>
                  <a:lnTo>
                    <a:pt x="3492543" y="2084845"/>
                  </a:lnTo>
                  <a:lnTo>
                    <a:pt x="3523543" y="1989256"/>
                  </a:lnTo>
                  <a:lnTo>
                    <a:pt x="3554510" y="1896359"/>
                  </a:lnTo>
                  <a:lnTo>
                    <a:pt x="3585467" y="1806537"/>
                  </a:lnTo>
                  <a:lnTo>
                    <a:pt x="3616447" y="1720112"/>
                  </a:lnTo>
                  <a:lnTo>
                    <a:pt x="3647503" y="1637341"/>
                  </a:lnTo>
                  <a:lnTo>
                    <a:pt x="3678701" y="1558414"/>
                  </a:lnTo>
                  <a:lnTo>
                    <a:pt x="3710129" y="1483455"/>
                  </a:lnTo>
                  <a:lnTo>
                    <a:pt x="3741899" y="1412530"/>
                  </a:lnTo>
                  <a:lnTo>
                    <a:pt x="3774146" y="1345642"/>
                  </a:lnTo>
                  <a:lnTo>
                    <a:pt x="3807033" y="1282745"/>
                  </a:lnTo>
                  <a:lnTo>
                    <a:pt x="3829811" y="1242295"/>
                  </a:lnTo>
                  <a:lnTo>
                    <a:pt x="3875242" y="1169075"/>
                  </a:lnTo>
                  <a:lnTo>
                    <a:pt x="3922948" y="1102522"/>
                  </a:lnTo>
                  <a:lnTo>
                    <a:pt x="3973591" y="1042365"/>
                  </a:lnTo>
                  <a:lnTo>
                    <a:pt x="4027900" y="988111"/>
                  </a:lnTo>
                  <a:lnTo>
                    <a:pt x="4086620" y="939177"/>
                  </a:lnTo>
                  <a:lnTo>
                    <a:pt x="4150475" y="894977"/>
                  </a:lnTo>
                  <a:lnTo>
                    <a:pt x="4220105" y="854971"/>
                  </a:lnTo>
                  <a:lnTo>
                    <a:pt x="4295989" y="818694"/>
                  </a:lnTo>
                  <a:lnTo>
                    <a:pt x="4378338" y="785774"/>
                  </a:lnTo>
                  <a:lnTo>
                    <a:pt x="4466965" y="755940"/>
                  </a:lnTo>
                  <a:lnTo>
                    <a:pt x="4561129" y="729024"/>
                  </a:lnTo>
                  <a:lnTo>
                    <a:pt x="4659390" y="704950"/>
                  </a:lnTo>
                  <a:lnTo>
                    <a:pt x="4759504" y="683727"/>
                  </a:lnTo>
                  <a:lnTo>
                    <a:pt x="4858433" y="665407"/>
                  </a:lnTo>
                  <a:lnTo>
                    <a:pt x="4952520" y="650053"/>
                  </a:lnTo>
                  <a:lnTo>
                    <a:pt x="5037866" y="637680"/>
                  </a:lnTo>
                  <a:lnTo>
                    <a:pt x="5110892" y="628210"/>
                  </a:lnTo>
                  <a:lnTo>
                    <a:pt x="5168957" y="621435"/>
                  </a:lnTo>
                  <a:lnTo>
                    <a:pt x="5210893" y="617010"/>
                  </a:lnTo>
                  <a:lnTo>
                    <a:pt x="5237307" y="614480"/>
                  </a:lnTo>
                  <a:lnTo>
                    <a:pt x="5250586" y="613322"/>
                  </a:lnTo>
                  <a:lnTo>
                    <a:pt x="5254706" y="612993"/>
                  </a:lnTo>
                  <a:lnTo>
                    <a:pt x="5254955" y="612974"/>
                  </a:lnTo>
                  <a:lnTo>
                    <a:pt x="6726343" y="612974"/>
                  </a:lnTo>
                  <a:lnTo>
                    <a:pt x="6727576" y="612959"/>
                  </a:lnTo>
                  <a:lnTo>
                    <a:pt x="6735669" y="612851"/>
                  </a:lnTo>
                  <a:lnTo>
                    <a:pt x="6756019" y="612553"/>
                  </a:lnTo>
                  <a:lnTo>
                    <a:pt x="6792277" y="611967"/>
                  </a:lnTo>
                  <a:lnTo>
                    <a:pt x="6846066" y="611003"/>
                  </a:lnTo>
                  <a:lnTo>
                    <a:pt x="6916863" y="609588"/>
                  </a:lnTo>
                  <a:lnTo>
                    <a:pt x="7002222" y="607677"/>
                  </a:lnTo>
                  <a:lnTo>
                    <a:pt x="7098339" y="605246"/>
                  </a:lnTo>
                  <a:lnTo>
                    <a:pt x="7200813" y="602297"/>
                  </a:lnTo>
                  <a:lnTo>
                    <a:pt x="7305377" y="598837"/>
                  </a:lnTo>
                  <a:lnTo>
                    <a:pt x="7408417" y="594879"/>
                  </a:lnTo>
                  <a:lnTo>
                    <a:pt x="7507246" y="590424"/>
                  </a:lnTo>
                  <a:lnTo>
                    <a:pt x="7600135" y="585462"/>
                  </a:lnTo>
                  <a:lnTo>
                    <a:pt x="7686200" y="579961"/>
                  </a:lnTo>
                  <a:lnTo>
                    <a:pt x="7765218" y="573874"/>
                  </a:lnTo>
                  <a:lnTo>
                    <a:pt x="7837441" y="567130"/>
                  </a:lnTo>
                  <a:lnTo>
                    <a:pt x="7903432" y="559646"/>
                  </a:lnTo>
                  <a:lnTo>
                    <a:pt x="7963935" y="551320"/>
                  </a:lnTo>
                  <a:lnTo>
                    <a:pt x="8019779" y="542045"/>
                  </a:lnTo>
                  <a:lnTo>
                    <a:pt x="8071815" y="531718"/>
                  </a:lnTo>
                  <a:lnTo>
                    <a:pt x="8120855" y="520255"/>
                  </a:lnTo>
                  <a:lnTo>
                    <a:pt x="8151487" y="512174"/>
                  </a:lnTo>
                  <a:lnTo>
                    <a:pt x="8205411" y="496175"/>
                  </a:lnTo>
                  <a:lnTo>
                    <a:pt x="8257606" y="478493"/>
                  </a:lnTo>
                  <a:lnTo>
                    <a:pt x="8308746" y="459105"/>
                  </a:lnTo>
                  <a:lnTo>
                    <a:pt x="8359318" y="438049"/>
                  </a:lnTo>
                  <a:lnTo>
                    <a:pt x="8409659" y="415436"/>
                  </a:lnTo>
                  <a:lnTo>
                    <a:pt x="8459977" y="391447"/>
                  </a:lnTo>
                  <a:lnTo>
                    <a:pt x="8510377" y="366335"/>
                  </a:lnTo>
                  <a:lnTo>
                    <a:pt x="8560885" y="340417"/>
                  </a:lnTo>
                  <a:lnTo>
                    <a:pt x="8611466" y="314056"/>
                  </a:lnTo>
                  <a:lnTo>
                    <a:pt x="8662056" y="287643"/>
                  </a:lnTo>
                  <a:lnTo>
                    <a:pt x="8712588" y="261572"/>
                  </a:lnTo>
                  <a:lnTo>
                    <a:pt x="8763017" y="236215"/>
                  </a:lnTo>
                  <a:lnTo>
                    <a:pt x="8813350" y="211903"/>
                  </a:lnTo>
                  <a:lnTo>
                    <a:pt x="8863669" y="188906"/>
                  </a:lnTo>
                  <a:lnTo>
                    <a:pt x="8914154" y="167427"/>
                  </a:lnTo>
                  <a:lnTo>
                    <a:pt x="8965104" y="147593"/>
                  </a:lnTo>
                  <a:lnTo>
                    <a:pt x="9016963" y="129462"/>
                  </a:lnTo>
                  <a:lnTo>
                    <a:pt x="9070355" y="113025"/>
                  </a:lnTo>
                  <a:lnTo>
                    <a:pt x="9084767" y="108973"/>
                  </a:lnTo>
                  <a:lnTo>
                    <a:pt x="9132255" y="96751"/>
                  </a:lnTo>
                  <a:lnTo>
                    <a:pt x="9182255" y="85692"/>
                  </a:lnTo>
                  <a:lnTo>
                    <a:pt x="9235528" y="75744"/>
                  </a:lnTo>
                  <a:lnTo>
                    <a:pt x="9292904" y="66813"/>
                  </a:lnTo>
                  <a:lnTo>
                    <a:pt x="9355234" y="58793"/>
                  </a:lnTo>
                  <a:lnTo>
                    <a:pt x="9423327" y="51579"/>
                  </a:lnTo>
                  <a:lnTo>
                    <a:pt x="9497875" y="45074"/>
                  </a:lnTo>
                  <a:lnTo>
                    <a:pt x="9579349" y="39198"/>
                  </a:lnTo>
                  <a:lnTo>
                    <a:pt x="9667856" y="33890"/>
                  </a:lnTo>
                  <a:lnTo>
                    <a:pt x="9762963" y="29108"/>
                  </a:lnTo>
                  <a:lnTo>
                    <a:pt x="9863509" y="24827"/>
                  </a:lnTo>
                  <a:lnTo>
                    <a:pt x="9967437" y="21043"/>
                  </a:lnTo>
                  <a:lnTo>
                    <a:pt x="10071723" y="17760"/>
                  </a:lnTo>
                  <a:lnTo>
                    <a:pt x="10172480" y="14991"/>
                  </a:lnTo>
                  <a:lnTo>
                    <a:pt x="10265321" y="12744"/>
                  </a:lnTo>
                  <a:lnTo>
                    <a:pt x="10345965" y="11010"/>
                  </a:lnTo>
                  <a:lnTo>
                    <a:pt x="10411003" y="9759"/>
                  </a:lnTo>
                  <a:lnTo>
                    <a:pt x="10458612" y="8936"/>
                  </a:lnTo>
                  <a:lnTo>
                    <a:pt x="10489013" y="8461"/>
                  </a:lnTo>
                  <a:lnTo>
                    <a:pt x="10504566" y="8241"/>
                  </a:lnTo>
                  <a:lnTo>
                    <a:pt x="10509565" y="8177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8677" y="15"/>
                  </a:lnTo>
                  <a:lnTo>
                    <a:pt x="10500584" y="122"/>
                  </a:lnTo>
                  <a:lnTo>
                    <a:pt x="10480234" y="420"/>
                  </a:lnTo>
                  <a:lnTo>
                    <a:pt x="10443976" y="1007"/>
                  </a:lnTo>
                  <a:lnTo>
                    <a:pt x="10390187" y="1971"/>
                  </a:lnTo>
                  <a:lnTo>
                    <a:pt x="10319390" y="3386"/>
                  </a:lnTo>
                  <a:lnTo>
                    <a:pt x="10234031" y="5297"/>
                  </a:lnTo>
                  <a:lnTo>
                    <a:pt x="10137915" y="7727"/>
                  </a:lnTo>
                  <a:lnTo>
                    <a:pt x="10035440" y="10677"/>
                  </a:lnTo>
                  <a:lnTo>
                    <a:pt x="9930877" y="14137"/>
                  </a:lnTo>
                  <a:lnTo>
                    <a:pt x="9827837" y="18095"/>
                  </a:lnTo>
                  <a:lnTo>
                    <a:pt x="9729007" y="22550"/>
                  </a:lnTo>
                  <a:lnTo>
                    <a:pt x="9636118" y="27512"/>
                  </a:lnTo>
                  <a:lnTo>
                    <a:pt x="9550053" y="33013"/>
                  </a:lnTo>
                  <a:lnTo>
                    <a:pt x="9471035" y="39100"/>
                  </a:lnTo>
                  <a:lnTo>
                    <a:pt x="9398812" y="45843"/>
                  </a:lnTo>
                  <a:lnTo>
                    <a:pt x="9332821" y="53328"/>
                  </a:lnTo>
                  <a:lnTo>
                    <a:pt x="9272319" y="61654"/>
                  </a:lnTo>
                  <a:lnTo>
                    <a:pt x="9216474" y="70929"/>
                  </a:lnTo>
                  <a:lnTo>
                    <a:pt x="9164438" y="81256"/>
                  </a:lnTo>
                  <a:lnTo>
                    <a:pt x="9115398" y="92719"/>
                  </a:lnTo>
                  <a:lnTo>
                    <a:pt x="9084767" y="100800"/>
                  </a:lnTo>
                  <a:lnTo>
                    <a:pt x="9030842" y="116798"/>
                  </a:lnTo>
                  <a:lnTo>
                    <a:pt x="8978647" y="134481"/>
                  </a:lnTo>
                  <a:lnTo>
                    <a:pt x="8927508" y="153869"/>
                  </a:lnTo>
                  <a:lnTo>
                    <a:pt x="8876935" y="174925"/>
                  </a:lnTo>
                  <a:lnTo>
                    <a:pt x="8826594" y="197538"/>
                  </a:lnTo>
                  <a:lnTo>
                    <a:pt x="8776277" y="221527"/>
                  </a:lnTo>
                  <a:lnTo>
                    <a:pt x="8725876" y="246639"/>
                  </a:lnTo>
                  <a:lnTo>
                    <a:pt x="8675369" y="272557"/>
                  </a:lnTo>
                  <a:lnTo>
                    <a:pt x="8624787" y="298918"/>
                  </a:lnTo>
                  <a:lnTo>
                    <a:pt x="8574197" y="325331"/>
                  </a:lnTo>
                  <a:lnTo>
                    <a:pt x="8523665" y="351402"/>
                  </a:lnTo>
                  <a:lnTo>
                    <a:pt x="8473236" y="376759"/>
                  </a:lnTo>
                  <a:lnTo>
                    <a:pt x="8422903" y="401071"/>
                  </a:lnTo>
                  <a:lnTo>
                    <a:pt x="8372584" y="424067"/>
                  </a:lnTo>
                  <a:lnTo>
                    <a:pt x="8322099" y="445547"/>
                  </a:lnTo>
                  <a:lnTo>
                    <a:pt x="8271149" y="465381"/>
                  </a:lnTo>
                  <a:lnTo>
                    <a:pt x="8219290" y="483512"/>
                  </a:lnTo>
                  <a:lnTo>
                    <a:pt x="8165898" y="499949"/>
                  </a:lnTo>
                  <a:lnTo>
                    <a:pt x="8151487" y="504001"/>
                  </a:lnTo>
                  <a:lnTo>
                    <a:pt x="8103998" y="516223"/>
                  </a:lnTo>
                  <a:lnTo>
                    <a:pt x="8053998" y="527282"/>
                  </a:lnTo>
                  <a:lnTo>
                    <a:pt x="8000726" y="537230"/>
                  </a:lnTo>
                  <a:lnTo>
                    <a:pt x="7943349" y="546161"/>
                  </a:lnTo>
                  <a:lnTo>
                    <a:pt x="7881019" y="554181"/>
                  </a:lnTo>
                  <a:lnTo>
                    <a:pt x="7812926" y="561395"/>
                  </a:lnTo>
                  <a:lnTo>
                    <a:pt x="7738378" y="567900"/>
                  </a:lnTo>
                  <a:lnTo>
                    <a:pt x="7656904" y="573776"/>
                  </a:lnTo>
                  <a:lnTo>
                    <a:pt x="7568398" y="579083"/>
                  </a:lnTo>
                  <a:lnTo>
                    <a:pt x="7473291" y="583866"/>
                  </a:lnTo>
                  <a:lnTo>
                    <a:pt x="7372744" y="588146"/>
                  </a:lnTo>
                  <a:lnTo>
                    <a:pt x="7268816" y="591931"/>
                  </a:lnTo>
                  <a:lnTo>
                    <a:pt x="7164531" y="595214"/>
                  </a:lnTo>
                  <a:lnTo>
                    <a:pt x="7063773" y="597983"/>
                  </a:lnTo>
                  <a:lnTo>
                    <a:pt x="6970933" y="600230"/>
                  </a:lnTo>
                  <a:lnTo>
                    <a:pt x="6890288" y="601964"/>
                  </a:lnTo>
                  <a:lnTo>
                    <a:pt x="6825250" y="603215"/>
                  </a:lnTo>
                  <a:lnTo>
                    <a:pt x="6777642" y="604038"/>
                  </a:lnTo>
                  <a:lnTo>
                    <a:pt x="6747240" y="604512"/>
                  </a:lnTo>
                  <a:lnTo>
                    <a:pt x="6731687" y="604733"/>
                  </a:lnTo>
                  <a:lnTo>
                    <a:pt x="6726689" y="604797"/>
                  </a:lnTo>
                  <a:lnTo>
                    <a:pt x="6726343" y="604801"/>
                  </a:lnTo>
                  <a:lnTo>
                    <a:pt x="5254955" y="604801"/>
                  </a:lnTo>
                  <a:lnTo>
                    <a:pt x="5253869" y="604884"/>
                  </a:lnTo>
                  <a:lnTo>
                    <a:pt x="5246725" y="605474"/>
                  </a:lnTo>
                  <a:lnTo>
                    <a:pt x="5228690" y="607106"/>
                  </a:lnTo>
                  <a:lnTo>
                    <a:pt x="5196381" y="610318"/>
                  </a:lnTo>
                  <a:lnTo>
                    <a:pt x="5148094" y="615615"/>
                  </a:lnTo>
                  <a:lnTo>
                    <a:pt x="5083936" y="623413"/>
                  </a:lnTo>
                  <a:lnTo>
                    <a:pt x="5005701" y="634004"/>
                  </a:lnTo>
                  <a:lnTo>
                    <a:pt x="4916471" y="647542"/>
                  </a:lnTo>
                  <a:lnTo>
                    <a:pt x="4820024" y="664064"/>
                  </a:lnTo>
                  <a:lnTo>
                    <a:pt x="4720223" y="683529"/>
                  </a:lnTo>
                  <a:lnTo>
                    <a:pt x="4620516" y="705875"/>
                  </a:lnTo>
                  <a:lnTo>
                    <a:pt x="4523639" y="731059"/>
                  </a:lnTo>
                  <a:lnTo>
                    <a:pt x="4431515" y="759105"/>
                  </a:lnTo>
                  <a:lnTo>
                    <a:pt x="4345294" y="790123"/>
                  </a:lnTo>
                  <a:lnTo>
                    <a:pt x="4265482" y="824320"/>
                  </a:lnTo>
                  <a:lnTo>
                    <a:pt x="4192092" y="862009"/>
                  </a:lnTo>
                  <a:lnTo>
                    <a:pt x="4124794" y="903599"/>
                  </a:lnTo>
                  <a:lnTo>
                    <a:pt x="4063033" y="949587"/>
                  </a:lnTo>
                  <a:lnTo>
                    <a:pt x="4006131" y="1000535"/>
                  </a:lnTo>
                  <a:lnTo>
                    <a:pt x="3953347" y="1057035"/>
                  </a:lnTo>
                  <a:lnTo>
                    <a:pt x="3903939" y="1119649"/>
                  </a:lnTo>
                  <a:lnTo>
                    <a:pt x="3857199" y="1188801"/>
                  </a:lnTo>
                  <a:lnTo>
                    <a:pt x="3829811" y="1234122"/>
                  </a:lnTo>
                  <a:lnTo>
                    <a:pt x="3796379" y="1294363"/>
                  </a:lnTo>
                  <a:lnTo>
                    <a:pt x="3763717" y="1358534"/>
                  </a:lnTo>
                  <a:lnTo>
                    <a:pt x="3731641" y="1426717"/>
                  </a:lnTo>
                  <a:lnTo>
                    <a:pt x="3699994" y="1498943"/>
                  </a:lnTo>
                  <a:lnTo>
                    <a:pt x="3668650" y="1575187"/>
                  </a:lnTo>
                  <a:lnTo>
                    <a:pt x="3637507" y="1655367"/>
                  </a:lnTo>
                  <a:lnTo>
                    <a:pt x="3606482" y="1739336"/>
                  </a:lnTo>
                  <a:lnTo>
                    <a:pt x="3575514" y="1826885"/>
                  </a:lnTo>
                  <a:lnTo>
                    <a:pt x="3544557" y="1917733"/>
                  </a:lnTo>
                  <a:lnTo>
                    <a:pt x="3513581" y="2011541"/>
                  </a:lnTo>
                  <a:lnTo>
                    <a:pt x="3482569" y="2107903"/>
                  </a:lnTo>
                  <a:lnTo>
                    <a:pt x="3451515" y="2206363"/>
                  </a:lnTo>
                  <a:lnTo>
                    <a:pt x="3420422" y="2306414"/>
                  </a:lnTo>
                  <a:lnTo>
                    <a:pt x="3389301" y="2407516"/>
                  </a:lnTo>
                  <a:lnTo>
                    <a:pt x="3358166" y="2509102"/>
                  </a:lnTo>
                  <a:lnTo>
                    <a:pt x="3327034" y="2610595"/>
                  </a:lnTo>
                  <a:lnTo>
                    <a:pt x="3295920" y="2711420"/>
                  </a:lnTo>
                  <a:lnTo>
                    <a:pt x="3264839" y="2811018"/>
                  </a:lnTo>
                  <a:lnTo>
                    <a:pt x="3233799" y="2908856"/>
                  </a:lnTo>
                  <a:lnTo>
                    <a:pt x="3202799" y="3004445"/>
                  </a:lnTo>
                  <a:lnTo>
                    <a:pt x="3171832" y="3097342"/>
                  </a:lnTo>
                  <a:lnTo>
                    <a:pt x="3140875" y="3187164"/>
                  </a:lnTo>
                  <a:lnTo>
                    <a:pt x="3109895" y="3273589"/>
                  </a:lnTo>
                  <a:lnTo>
                    <a:pt x="3078839" y="3356360"/>
                  </a:lnTo>
                  <a:lnTo>
                    <a:pt x="3047641" y="3435287"/>
                  </a:lnTo>
                  <a:lnTo>
                    <a:pt x="3016213" y="3510246"/>
                  </a:lnTo>
                  <a:lnTo>
                    <a:pt x="2984443" y="3581171"/>
                  </a:lnTo>
                  <a:lnTo>
                    <a:pt x="2952197" y="3648059"/>
                  </a:lnTo>
                  <a:lnTo>
                    <a:pt x="2919310" y="3710956"/>
                  </a:lnTo>
                  <a:lnTo>
                    <a:pt x="2896531" y="3751406"/>
                  </a:lnTo>
                  <a:lnTo>
                    <a:pt x="2851100" y="3824626"/>
                  </a:lnTo>
                  <a:lnTo>
                    <a:pt x="2803395" y="3891179"/>
                  </a:lnTo>
                  <a:lnTo>
                    <a:pt x="2752751" y="3951336"/>
                  </a:lnTo>
                  <a:lnTo>
                    <a:pt x="2698442" y="4005590"/>
                  </a:lnTo>
                  <a:lnTo>
                    <a:pt x="2639722" y="4054524"/>
                  </a:lnTo>
                  <a:lnTo>
                    <a:pt x="2575867" y="4098724"/>
                  </a:lnTo>
                  <a:lnTo>
                    <a:pt x="2506237" y="4138730"/>
                  </a:lnTo>
                  <a:lnTo>
                    <a:pt x="2430353" y="4175007"/>
                  </a:lnTo>
                  <a:lnTo>
                    <a:pt x="2348004" y="4207927"/>
                  </a:lnTo>
                  <a:lnTo>
                    <a:pt x="2259377" y="4237761"/>
                  </a:lnTo>
                  <a:lnTo>
                    <a:pt x="2165213" y="4264677"/>
                  </a:lnTo>
                  <a:lnTo>
                    <a:pt x="2066952" y="4288751"/>
                  </a:lnTo>
                  <a:lnTo>
                    <a:pt x="1966839" y="4309974"/>
                  </a:lnTo>
                  <a:lnTo>
                    <a:pt x="1867909" y="4328294"/>
                  </a:lnTo>
                  <a:lnTo>
                    <a:pt x="1773823" y="4343648"/>
                  </a:lnTo>
                  <a:lnTo>
                    <a:pt x="1688476" y="4356021"/>
                  </a:lnTo>
                  <a:lnTo>
                    <a:pt x="1615450" y="4365491"/>
                  </a:lnTo>
                  <a:lnTo>
                    <a:pt x="1557386" y="4372266"/>
                  </a:lnTo>
                  <a:lnTo>
                    <a:pt x="1515449" y="4376691"/>
                  </a:lnTo>
                  <a:lnTo>
                    <a:pt x="1489035" y="4379221"/>
                  </a:lnTo>
                  <a:lnTo>
                    <a:pt x="1475756" y="4380379"/>
                  </a:lnTo>
                  <a:lnTo>
                    <a:pt x="1471636" y="4380708"/>
                  </a:lnTo>
                  <a:lnTo>
                    <a:pt x="1471387" y="4380727"/>
                  </a:lnTo>
                  <a:lnTo>
                    <a:pt x="0" y="4380727"/>
                  </a:lnTo>
                  <a:close/>
                </a:path>
              </a:pathLst>
            </a:custGeom>
            <a:solidFill>
              <a:srgbClr val="8BC34A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497" name="pl1497"/>
            <p:cNvSpPr/>
            <p:nvPr/>
          </p:nvSpPr>
          <p:spPr>
            <a:xfrm>
              <a:off x="4799595" y="5012462"/>
              <a:ext cx="11981298" cy="4380727"/>
            </a:xfrm>
            <a:custGeom>
              <a:avLst/>
              <a:pathLst>
                <a:path w="11981298" h="4380727">
                  <a:moveTo>
                    <a:pt x="0" y="4380727"/>
                  </a:moveTo>
                  <a:lnTo>
                    <a:pt x="1471387" y="4380727"/>
                  </a:lnTo>
                  <a:lnTo>
                    <a:pt x="1472473" y="4380644"/>
                  </a:lnTo>
                  <a:lnTo>
                    <a:pt x="1479617" y="4380054"/>
                  </a:lnTo>
                  <a:lnTo>
                    <a:pt x="1497652" y="4378422"/>
                  </a:lnTo>
                  <a:lnTo>
                    <a:pt x="1529961" y="4375210"/>
                  </a:lnTo>
                  <a:lnTo>
                    <a:pt x="1578248" y="4369913"/>
                  </a:lnTo>
                  <a:lnTo>
                    <a:pt x="1642406" y="4362115"/>
                  </a:lnTo>
                  <a:lnTo>
                    <a:pt x="1720641" y="4351524"/>
                  </a:lnTo>
                  <a:lnTo>
                    <a:pt x="1809871" y="4337986"/>
                  </a:lnTo>
                  <a:lnTo>
                    <a:pt x="1906318" y="4321464"/>
                  </a:lnTo>
                  <a:lnTo>
                    <a:pt x="2006119" y="4301999"/>
                  </a:lnTo>
                  <a:lnTo>
                    <a:pt x="2105827" y="4279653"/>
                  </a:lnTo>
                  <a:lnTo>
                    <a:pt x="2202703" y="4254469"/>
                  </a:lnTo>
                  <a:lnTo>
                    <a:pt x="2294827" y="4226423"/>
                  </a:lnTo>
                  <a:lnTo>
                    <a:pt x="2381048" y="4195405"/>
                  </a:lnTo>
                  <a:lnTo>
                    <a:pt x="2460860" y="4161208"/>
                  </a:lnTo>
                  <a:lnTo>
                    <a:pt x="2534250" y="4123519"/>
                  </a:lnTo>
                  <a:lnTo>
                    <a:pt x="2601549" y="4081929"/>
                  </a:lnTo>
                  <a:lnTo>
                    <a:pt x="2663309" y="4035941"/>
                  </a:lnTo>
                  <a:lnTo>
                    <a:pt x="2720212" y="3984993"/>
                  </a:lnTo>
                  <a:lnTo>
                    <a:pt x="2772995" y="3928493"/>
                  </a:lnTo>
                  <a:lnTo>
                    <a:pt x="2822403" y="3865879"/>
                  </a:lnTo>
                  <a:lnTo>
                    <a:pt x="2869144" y="3796727"/>
                  </a:lnTo>
                  <a:lnTo>
                    <a:pt x="2896531" y="3751406"/>
                  </a:lnTo>
                  <a:lnTo>
                    <a:pt x="2929964" y="3691165"/>
                  </a:lnTo>
                  <a:lnTo>
                    <a:pt x="2962625" y="3626994"/>
                  </a:lnTo>
                  <a:lnTo>
                    <a:pt x="2994701" y="3558811"/>
                  </a:lnTo>
                  <a:lnTo>
                    <a:pt x="3026348" y="3486585"/>
                  </a:lnTo>
                  <a:lnTo>
                    <a:pt x="3057692" y="3410341"/>
                  </a:lnTo>
                  <a:lnTo>
                    <a:pt x="3088835" y="3330161"/>
                  </a:lnTo>
                  <a:lnTo>
                    <a:pt x="3119860" y="3246191"/>
                  </a:lnTo>
                  <a:lnTo>
                    <a:pt x="3150828" y="3158643"/>
                  </a:lnTo>
                  <a:lnTo>
                    <a:pt x="3181785" y="3067795"/>
                  </a:lnTo>
                  <a:lnTo>
                    <a:pt x="3212761" y="2973987"/>
                  </a:lnTo>
                  <a:lnTo>
                    <a:pt x="3243773" y="2877625"/>
                  </a:lnTo>
                  <a:lnTo>
                    <a:pt x="3274827" y="2779165"/>
                  </a:lnTo>
                  <a:lnTo>
                    <a:pt x="3305920" y="2679114"/>
                  </a:lnTo>
                  <a:lnTo>
                    <a:pt x="3337041" y="2578012"/>
                  </a:lnTo>
                  <a:lnTo>
                    <a:pt x="3368176" y="2476426"/>
                  </a:lnTo>
                  <a:lnTo>
                    <a:pt x="3399309" y="2374932"/>
                  </a:lnTo>
                  <a:lnTo>
                    <a:pt x="3430422" y="2274108"/>
                  </a:lnTo>
                  <a:lnTo>
                    <a:pt x="3461503" y="2174510"/>
                  </a:lnTo>
                  <a:lnTo>
                    <a:pt x="3492543" y="2076672"/>
                  </a:lnTo>
                  <a:lnTo>
                    <a:pt x="3523543" y="1981083"/>
                  </a:lnTo>
                  <a:lnTo>
                    <a:pt x="3554510" y="1888186"/>
                  </a:lnTo>
                  <a:lnTo>
                    <a:pt x="3585467" y="1798364"/>
                  </a:lnTo>
                  <a:lnTo>
                    <a:pt x="3616447" y="1711939"/>
                  </a:lnTo>
                  <a:lnTo>
                    <a:pt x="3647503" y="1629168"/>
                  </a:lnTo>
                  <a:lnTo>
                    <a:pt x="3678701" y="1550241"/>
                  </a:lnTo>
                  <a:lnTo>
                    <a:pt x="3710129" y="1475282"/>
                  </a:lnTo>
                  <a:lnTo>
                    <a:pt x="3741899" y="1404357"/>
                  </a:lnTo>
                  <a:lnTo>
                    <a:pt x="3774146" y="1337469"/>
                  </a:lnTo>
                  <a:lnTo>
                    <a:pt x="3807033" y="1274572"/>
                  </a:lnTo>
                  <a:lnTo>
                    <a:pt x="3829811" y="1234122"/>
                  </a:lnTo>
                  <a:lnTo>
                    <a:pt x="3875242" y="1160902"/>
                  </a:lnTo>
                  <a:lnTo>
                    <a:pt x="3922948" y="1094349"/>
                  </a:lnTo>
                  <a:lnTo>
                    <a:pt x="3973591" y="1034192"/>
                  </a:lnTo>
                  <a:lnTo>
                    <a:pt x="4027900" y="979938"/>
                  </a:lnTo>
                  <a:lnTo>
                    <a:pt x="4086620" y="931004"/>
                  </a:lnTo>
                  <a:lnTo>
                    <a:pt x="4150475" y="886804"/>
                  </a:lnTo>
                  <a:lnTo>
                    <a:pt x="4220105" y="846798"/>
                  </a:lnTo>
                  <a:lnTo>
                    <a:pt x="4295989" y="810521"/>
                  </a:lnTo>
                  <a:lnTo>
                    <a:pt x="4378338" y="777601"/>
                  </a:lnTo>
                  <a:lnTo>
                    <a:pt x="4466965" y="747767"/>
                  </a:lnTo>
                  <a:lnTo>
                    <a:pt x="4561129" y="720851"/>
                  </a:lnTo>
                  <a:lnTo>
                    <a:pt x="4659390" y="696777"/>
                  </a:lnTo>
                  <a:lnTo>
                    <a:pt x="4759504" y="675554"/>
                  </a:lnTo>
                  <a:lnTo>
                    <a:pt x="4858433" y="657234"/>
                  </a:lnTo>
                  <a:lnTo>
                    <a:pt x="4952520" y="641880"/>
                  </a:lnTo>
                  <a:lnTo>
                    <a:pt x="5037866" y="629507"/>
                  </a:lnTo>
                  <a:lnTo>
                    <a:pt x="5110892" y="620037"/>
                  </a:lnTo>
                  <a:lnTo>
                    <a:pt x="5168957" y="613262"/>
                  </a:lnTo>
                  <a:lnTo>
                    <a:pt x="5210893" y="608837"/>
                  </a:lnTo>
                  <a:lnTo>
                    <a:pt x="5237307" y="606307"/>
                  </a:lnTo>
                  <a:lnTo>
                    <a:pt x="5250586" y="605149"/>
                  </a:lnTo>
                  <a:lnTo>
                    <a:pt x="5254706" y="604820"/>
                  </a:lnTo>
                  <a:lnTo>
                    <a:pt x="5254955" y="604801"/>
                  </a:lnTo>
                  <a:lnTo>
                    <a:pt x="6726343" y="604801"/>
                  </a:lnTo>
                  <a:lnTo>
                    <a:pt x="6727576" y="604786"/>
                  </a:lnTo>
                  <a:lnTo>
                    <a:pt x="6735669" y="604678"/>
                  </a:lnTo>
                  <a:lnTo>
                    <a:pt x="6756019" y="604380"/>
                  </a:lnTo>
                  <a:lnTo>
                    <a:pt x="6792277" y="603794"/>
                  </a:lnTo>
                  <a:lnTo>
                    <a:pt x="6846066" y="602830"/>
                  </a:lnTo>
                  <a:lnTo>
                    <a:pt x="6916863" y="601415"/>
                  </a:lnTo>
                  <a:lnTo>
                    <a:pt x="7002222" y="599504"/>
                  </a:lnTo>
                  <a:lnTo>
                    <a:pt x="7098339" y="597073"/>
                  </a:lnTo>
                  <a:lnTo>
                    <a:pt x="7200813" y="594124"/>
                  </a:lnTo>
                  <a:lnTo>
                    <a:pt x="7305377" y="590664"/>
                  </a:lnTo>
                  <a:lnTo>
                    <a:pt x="7408417" y="586706"/>
                  </a:lnTo>
                  <a:lnTo>
                    <a:pt x="7507246" y="582251"/>
                  </a:lnTo>
                  <a:lnTo>
                    <a:pt x="7600135" y="577289"/>
                  </a:lnTo>
                  <a:lnTo>
                    <a:pt x="7686200" y="571788"/>
                  </a:lnTo>
                  <a:lnTo>
                    <a:pt x="7765218" y="565701"/>
                  </a:lnTo>
                  <a:lnTo>
                    <a:pt x="7837441" y="558957"/>
                  </a:lnTo>
                  <a:lnTo>
                    <a:pt x="7903432" y="551473"/>
                  </a:lnTo>
                  <a:lnTo>
                    <a:pt x="7963935" y="543147"/>
                  </a:lnTo>
                  <a:lnTo>
                    <a:pt x="8019779" y="533872"/>
                  </a:lnTo>
                  <a:lnTo>
                    <a:pt x="8071815" y="523545"/>
                  </a:lnTo>
                  <a:lnTo>
                    <a:pt x="8120855" y="512082"/>
                  </a:lnTo>
                  <a:lnTo>
                    <a:pt x="8151487" y="504001"/>
                  </a:lnTo>
                  <a:lnTo>
                    <a:pt x="8205411" y="488002"/>
                  </a:lnTo>
                  <a:lnTo>
                    <a:pt x="8257606" y="470320"/>
                  </a:lnTo>
                  <a:lnTo>
                    <a:pt x="8308746" y="450932"/>
                  </a:lnTo>
                  <a:lnTo>
                    <a:pt x="8359318" y="429876"/>
                  </a:lnTo>
                  <a:lnTo>
                    <a:pt x="8409659" y="407263"/>
                  </a:lnTo>
                  <a:lnTo>
                    <a:pt x="8459977" y="383274"/>
                  </a:lnTo>
                  <a:lnTo>
                    <a:pt x="8510377" y="358162"/>
                  </a:lnTo>
                  <a:lnTo>
                    <a:pt x="8560885" y="332244"/>
                  </a:lnTo>
                  <a:lnTo>
                    <a:pt x="8611466" y="305883"/>
                  </a:lnTo>
                  <a:lnTo>
                    <a:pt x="8662056" y="279470"/>
                  </a:lnTo>
                  <a:lnTo>
                    <a:pt x="8712588" y="253399"/>
                  </a:lnTo>
                  <a:lnTo>
                    <a:pt x="8763017" y="228042"/>
                  </a:lnTo>
                  <a:lnTo>
                    <a:pt x="8813350" y="203730"/>
                  </a:lnTo>
                  <a:lnTo>
                    <a:pt x="8863669" y="180733"/>
                  </a:lnTo>
                  <a:lnTo>
                    <a:pt x="8914154" y="159254"/>
                  </a:lnTo>
                  <a:lnTo>
                    <a:pt x="8965104" y="139420"/>
                  </a:lnTo>
                  <a:lnTo>
                    <a:pt x="9016963" y="121289"/>
                  </a:lnTo>
                  <a:lnTo>
                    <a:pt x="9070355" y="104852"/>
                  </a:lnTo>
                  <a:lnTo>
                    <a:pt x="9084767" y="100800"/>
                  </a:lnTo>
                  <a:lnTo>
                    <a:pt x="9132255" y="88578"/>
                  </a:lnTo>
                  <a:lnTo>
                    <a:pt x="9182255" y="77519"/>
                  </a:lnTo>
                  <a:lnTo>
                    <a:pt x="9235528" y="67571"/>
                  </a:lnTo>
                  <a:lnTo>
                    <a:pt x="9292904" y="58640"/>
                  </a:lnTo>
                  <a:lnTo>
                    <a:pt x="9355234" y="50620"/>
                  </a:lnTo>
                  <a:lnTo>
                    <a:pt x="9423327" y="43406"/>
                  </a:lnTo>
                  <a:lnTo>
                    <a:pt x="9497875" y="36901"/>
                  </a:lnTo>
                  <a:lnTo>
                    <a:pt x="9579349" y="31025"/>
                  </a:lnTo>
                  <a:lnTo>
                    <a:pt x="9667856" y="25717"/>
                  </a:lnTo>
                  <a:lnTo>
                    <a:pt x="9762963" y="20935"/>
                  </a:lnTo>
                  <a:lnTo>
                    <a:pt x="9863509" y="16654"/>
                  </a:lnTo>
                  <a:lnTo>
                    <a:pt x="9967437" y="12870"/>
                  </a:lnTo>
                  <a:lnTo>
                    <a:pt x="10071723" y="9587"/>
                  </a:lnTo>
                  <a:lnTo>
                    <a:pt x="10172480" y="6818"/>
                  </a:lnTo>
                  <a:lnTo>
                    <a:pt x="10265321" y="4571"/>
                  </a:lnTo>
                  <a:lnTo>
                    <a:pt x="10345965" y="2837"/>
                  </a:lnTo>
                  <a:lnTo>
                    <a:pt x="10411003" y="1586"/>
                  </a:lnTo>
                  <a:lnTo>
                    <a:pt x="10458612" y="763"/>
                  </a:lnTo>
                  <a:lnTo>
                    <a:pt x="10489013" y="288"/>
                  </a:lnTo>
                  <a:lnTo>
                    <a:pt x="10504566" y="68"/>
                  </a:lnTo>
                  <a:lnTo>
                    <a:pt x="10509565" y="4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98" name="pl1498"/>
            <p:cNvSpPr/>
            <p:nvPr/>
          </p:nvSpPr>
          <p:spPr>
            <a:xfrm>
              <a:off x="4799595" y="5004289"/>
              <a:ext cx="11981298" cy="4380727"/>
            </a:xfrm>
            <a:custGeom>
              <a:avLst/>
              <a:pathLst>
                <a:path w="11981298" h="4380727">
                  <a:moveTo>
                    <a:pt x="11981298" y="0"/>
                  </a:moveTo>
                  <a:lnTo>
                    <a:pt x="10509911" y="0"/>
                  </a:lnTo>
                  <a:lnTo>
                    <a:pt x="10508677" y="15"/>
                  </a:lnTo>
                  <a:lnTo>
                    <a:pt x="10500584" y="122"/>
                  </a:lnTo>
                  <a:lnTo>
                    <a:pt x="10480234" y="420"/>
                  </a:lnTo>
                  <a:lnTo>
                    <a:pt x="10443976" y="1007"/>
                  </a:lnTo>
                  <a:lnTo>
                    <a:pt x="10390187" y="1971"/>
                  </a:lnTo>
                  <a:lnTo>
                    <a:pt x="10319390" y="3386"/>
                  </a:lnTo>
                  <a:lnTo>
                    <a:pt x="10234031" y="5297"/>
                  </a:lnTo>
                  <a:lnTo>
                    <a:pt x="10137915" y="7727"/>
                  </a:lnTo>
                  <a:lnTo>
                    <a:pt x="10035440" y="10677"/>
                  </a:lnTo>
                  <a:lnTo>
                    <a:pt x="9930877" y="14137"/>
                  </a:lnTo>
                  <a:lnTo>
                    <a:pt x="9827837" y="18095"/>
                  </a:lnTo>
                  <a:lnTo>
                    <a:pt x="9729007" y="22550"/>
                  </a:lnTo>
                  <a:lnTo>
                    <a:pt x="9636118" y="27512"/>
                  </a:lnTo>
                  <a:lnTo>
                    <a:pt x="9550053" y="33013"/>
                  </a:lnTo>
                  <a:lnTo>
                    <a:pt x="9471035" y="39100"/>
                  </a:lnTo>
                  <a:lnTo>
                    <a:pt x="9398812" y="45843"/>
                  </a:lnTo>
                  <a:lnTo>
                    <a:pt x="9332821" y="53328"/>
                  </a:lnTo>
                  <a:lnTo>
                    <a:pt x="9272319" y="61654"/>
                  </a:lnTo>
                  <a:lnTo>
                    <a:pt x="9216474" y="70929"/>
                  </a:lnTo>
                  <a:lnTo>
                    <a:pt x="9164438" y="81256"/>
                  </a:lnTo>
                  <a:lnTo>
                    <a:pt x="9115398" y="92719"/>
                  </a:lnTo>
                  <a:lnTo>
                    <a:pt x="9084767" y="100800"/>
                  </a:lnTo>
                  <a:lnTo>
                    <a:pt x="9030842" y="116798"/>
                  </a:lnTo>
                  <a:lnTo>
                    <a:pt x="8978647" y="134481"/>
                  </a:lnTo>
                  <a:lnTo>
                    <a:pt x="8927508" y="153869"/>
                  </a:lnTo>
                  <a:lnTo>
                    <a:pt x="8876935" y="174925"/>
                  </a:lnTo>
                  <a:lnTo>
                    <a:pt x="8826594" y="197538"/>
                  </a:lnTo>
                  <a:lnTo>
                    <a:pt x="8776277" y="221527"/>
                  </a:lnTo>
                  <a:lnTo>
                    <a:pt x="8725876" y="246639"/>
                  </a:lnTo>
                  <a:lnTo>
                    <a:pt x="8675369" y="272557"/>
                  </a:lnTo>
                  <a:lnTo>
                    <a:pt x="8624787" y="298918"/>
                  </a:lnTo>
                  <a:lnTo>
                    <a:pt x="8574197" y="325331"/>
                  </a:lnTo>
                  <a:lnTo>
                    <a:pt x="8523665" y="351402"/>
                  </a:lnTo>
                  <a:lnTo>
                    <a:pt x="8473236" y="376759"/>
                  </a:lnTo>
                  <a:lnTo>
                    <a:pt x="8422903" y="401071"/>
                  </a:lnTo>
                  <a:lnTo>
                    <a:pt x="8372584" y="424067"/>
                  </a:lnTo>
                  <a:lnTo>
                    <a:pt x="8322099" y="445547"/>
                  </a:lnTo>
                  <a:lnTo>
                    <a:pt x="8271149" y="465381"/>
                  </a:lnTo>
                  <a:lnTo>
                    <a:pt x="8219290" y="483512"/>
                  </a:lnTo>
                  <a:lnTo>
                    <a:pt x="8165898" y="499949"/>
                  </a:lnTo>
                  <a:lnTo>
                    <a:pt x="8151487" y="504001"/>
                  </a:lnTo>
                  <a:lnTo>
                    <a:pt x="8103998" y="516223"/>
                  </a:lnTo>
                  <a:lnTo>
                    <a:pt x="8053998" y="527282"/>
                  </a:lnTo>
                  <a:lnTo>
                    <a:pt x="8000726" y="537230"/>
                  </a:lnTo>
                  <a:lnTo>
                    <a:pt x="7943349" y="546161"/>
                  </a:lnTo>
                  <a:lnTo>
                    <a:pt x="7881019" y="554181"/>
                  </a:lnTo>
                  <a:lnTo>
                    <a:pt x="7812926" y="561395"/>
                  </a:lnTo>
                  <a:lnTo>
                    <a:pt x="7738378" y="567900"/>
                  </a:lnTo>
                  <a:lnTo>
                    <a:pt x="7656904" y="573776"/>
                  </a:lnTo>
                  <a:lnTo>
                    <a:pt x="7568398" y="579083"/>
                  </a:lnTo>
                  <a:lnTo>
                    <a:pt x="7473291" y="583866"/>
                  </a:lnTo>
                  <a:lnTo>
                    <a:pt x="7372744" y="588146"/>
                  </a:lnTo>
                  <a:lnTo>
                    <a:pt x="7268816" y="591931"/>
                  </a:lnTo>
                  <a:lnTo>
                    <a:pt x="7164531" y="595214"/>
                  </a:lnTo>
                  <a:lnTo>
                    <a:pt x="7063773" y="597983"/>
                  </a:lnTo>
                  <a:lnTo>
                    <a:pt x="6970933" y="600230"/>
                  </a:lnTo>
                  <a:lnTo>
                    <a:pt x="6890288" y="601964"/>
                  </a:lnTo>
                  <a:lnTo>
                    <a:pt x="6825250" y="603215"/>
                  </a:lnTo>
                  <a:lnTo>
                    <a:pt x="6777642" y="604038"/>
                  </a:lnTo>
                  <a:lnTo>
                    <a:pt x="6747240" y="604512"/>
                  </a:lnTo>
                  <a:lnTo>
                    <a:pt x="6731687" y="604733"/>
                  </a:lnTo>
                  <a:lnTo>
                    <a:pt x="6726689" y="604797"/>
                  </a:lnTo>
                  <a:lnTo>
                    <a:pt x="6726343" y="604801"/>
                  </a:lnTo>
                  <a:lnTo>
                    <a:pt x="5254955" y="604801"/>
                  </a:lnTo>
                  <a:lnTo>
                    <a:pt x="5253869" y="604884"/>
                  </a:lnTo>
                  <a:lnTo>
                    <a:pt x="5246725" y="605474"/>
                  </a:lnTo>
                  <a:lnTo>
                    <a:pt x="5228690" y="607106"/>
                  </a:lnTo>
                  <a:lnTo>
                    <a:pt x="5196381" y="610318"/>
                  </a:lnTo>
                  <a:lnTo>
                    <a:pt x="5148094" y="615615"/>
                  </a:lnTo>
                  <a:lnTo>
                    <a:pt x="5083936" y="623413"/>
                  </a:lnTo>
                  <a:lnTo>
                    <a:pt x="5005701" y="634004"/>
                  </a:lnTo>
                  <a:lnTo>
                    <a:pt x="4916471" y="647542"/>
                  </a:lnTo>
                  <a:lnTo>
                    <a:pt x="4820024" y="664064"/>
                  </a:lnTo>
                  <a:lnTo>
                    <a:pt x="4720223" y="683529"/>
                  </a:lnTo>
                  <a:lnTo>
                    <a:pt x="4620516" y="705875"/>
                  </a:lnTo>
                  <a:lnTo>
                    <a:pt x="4523639" y="731059"/>
                  </a:lnTo>
                  <a:lnTo>
                    <a:pt x="4431515" y="759105"/>
                  </a:lnTo>
                  <a:lnTo>
                    <a:pt x="4345294" y="790123"/>
                  </a:lnTo>
                  <a:lnTo>
                    <a:pt x="4265482" y="824320"/>
                  </a:lnTo>
                  <a:lnTo>
                    <a:pt x="4192092" y="862009"/>
                  </a:lnTo>
                  <a:lnTo>
                    <a:pt x="4124794" y="903599"/>
                  </a:lnTo>
                  <a:lnTo>
                    <a:pt x="4063033" y="949587"/>
                  </a:lnTo>
                  <a:lnTo>
                    <a:pt x="4006131" y="1000535"/>
                  </a:lnTo>
                  <a:lnTo>
                    <a:pt x="3953347" y="1057035"/>
                  </a:lnTo>
                  <a:lnTo>
                    <a:pt x="3903939" y="1119649"/>
                  </a:lnTo>
                  <a:lnTo>
                    <a:pt x="3857199" y="1188801"/>
                  </a:lnTo>
                  <a:lnTo>
                    <a:pt x="3829811" y="1234122"/>
                  </a:lnTo>
                  <a:lnTo>
                    <a:pt x="3796379" y="1294363"/>
                  </a:lnTo>
                  <a:lnTo>
                    <a:pt x="3763717" y="1358534"/>
                  </a:lnTo>
                  <a:lnTo>
                    <a:pt x="3731641" y="1426717"/>
                  </a:lnTo>
                  <a:lnTo>
                    <a:pt x="3699994" y="1498943"/>
                  </a:lnTo>
                  <a:lnTo>
                    <a:pt x="3668650" y="1575187"/>
                  </a:lnTo>
                  <a:lnTo>
                    <a:pt x="3637507" y="1655367"/>
                  </a:lnTo>
                  <a:lnTo>
                    <a:pt x="3606482" y="1739336"/>
                  </a:lnTo>
                  <a:lnTo>
                    <a:pt x="3575514" y="1826885"/>
                  </a:lnTo>
                  <a:lnTo>
                    <a:pt x="3544557" y="1917733"/>
                  </a:lnTo>
                  <a:lnTo>
                    <a:pt x="3513581" y="2011541"/>
                  </a:lnTo>
                  <a:lnTo>
                    <a:pt x="3482569" y="2107903"/>
                  </a:lnTo>
                  <a:lnTo>
                    <a:pt x="3451515" y="2206363"/>
                  </a:lnTo>
                  <a:lnTo>
                    <a:pt x="3420422" y="2306414"/>
                  </a:lnTo>
                  <a:lnTo>
                    <a:pt x="3389301" y="2407516"/>
                  </a:lnTo>
                  <a:lnTo>
                    <a:pt x="3358166" y="2509102"/>
                  </a:lnTo>
                  <a:lnTo>
                    <a:pt x="3327034" y="2610595"/>
                  </a:lnTo>
                  <a:lnTo>
                    <a:pt x="3295920" y="2711420"/>
                  </a:lnTo>
                  <a:lnTo>
                    <a:pt x="3264839" y="2811018"/>
                  </a:lnTo>
                  <a:lnTo>
                    <a:pt x="3233799" y="2908856"/>
                  </a:lnTo>
                  <a:lnTo>
                    <a:pt x="3202799" y="3004445"/>
                  </a:lnTo>
                  <a:lnTo>
                    <a:pt x="3171832" y="3097342"/>
                  </a:lnTo>
                  <a:lnTo>
                    <a:pt x="3140875" y="3187164"/>
                  </a:lnTo>
                  <a:lnTo>
                    <a:pt x="3109895" y="3273589"/>
                  </a:lnTo>
                  <a:lnTo>
                    <a:pt x="3078839" y="3356360"/>
                  </a:lnTo>
                  <a:lnTo>
                    <a:pt x="3047641" y="3435287"/>
                  </a:lnTo>
                  <a:lnTo>
                    <a:pt x="3016213" y="3510246"/>
                  </a:lnTo>
                  <a:lnTo>
                    <a:pt x="2984443" y="3581171"/>
                  </a:lnTo>
                  <a:lnTo>
                    <a:pt x="2952197" y="3648059"/>
                  </a:lnTo>
                  <a:lnTo>
                    <a:pt x="2919310" y="3710956"/>
                  </a:lnTo>
                  <a:lnTo>
                    <a:pt x="2896531" y="3751406"/>
                  </a:lnTo>
                  <a:lnTo>
                    <a:pt x="2851100" y="3824626"/>
                  </a:lnTo>
                  <a:lnTo>
                    <a:pt x="2803395" y="3891179"/>
                  </a:lnTo>
                  <a:lnTo>
                    <a:pt x="2752751" y="3951336"/>
                  </a:lnTo>
                  <a:lnTo>
                    <a:pt x="2698442" y="4005590"/>
                  </a:lnTo>
                  <a:lnTo>
                    <a:pt x="2639722" y="4054524"/>
                  </a:lnTo>
                  <a:lnTo>
                    <a:pt x="2575867" y="4098724"/>
                  </a:lnTo>
                  <a:lnTo>
                    <a:pt x="2506237" y="4138730"/>
                  </a:lnTo>
                  <a:lnTo>
                    <a:pt x="2430353" y="4175007"/>
                  </a:lnTo>
                  <a:lnTo>
                    <a:pt x="2348004" y="4207927"/>
                  </a:lnTo>
                  <a:lnTo>
                    <a:pt x="2259377" y="4237761"/>
                  </a:lnTo>
                  <a:lnTo>
                    <a:pt x="2165213" y="4264677"/>
                  </a:lnTo>
                  <a:lnTo>
                    <a:pt x="2066952" y="4288751"/>
                  </a:lnTo>
                  <a:lnTo>
                    <a:pt x="1966839" y="4309974"/>
                  </a:lnTo>
                  <a:lnTo>
                    <a:pt x="1867909" y="4328294"/>
                  </a:lnTo>
                  <a:lnTo>
                    <a:pt x="1773823" y="4343648"/>
                  </a:lnTo>
                  <a:lnTo>
                    <a:pt x="1688476" y="4356021"/>
                  </a:lnTo>
                  <a:lnTo>
                    <a:pt x="1615450" y="4365491"/>
                  </a:lnTo>
                  <a:lnTo>
                    <a:pt x="1557386" y="4372266"/>
                  </a:lnTo>
                  <a:lnTo>
                    <a:pt x="1515449" y="4376691"/>
                  </a:lnTo>
                  <a:lnTo>
                    <a:pt x="1489035" y="4379221"/>
                  </a:lnTo>
                  <a:lnTo>
                    <a:pt x="1475756" y="4380379"/>
                  </a:lnTo>
                  <a:lnTo>
                    <a:pt x="1471636" y="4380708"/>
                  </a:lnTo>
                  <a:lnTo>
                    <a:pt x="1471387" y="4380727"/>
                  </a:lnTo>
                  <a:lnTo>
                    <a:pt x="0" y="438072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499" name="pg1499"/>
            <p:cNvSpPr/>
            <p:nvPr/>
          </p:nvSpPr>
          <p:spPr>
            <a:xfrm>
              <a:off x="4799595" y="5690821"/>
              <a:ext cx="11981298" cy="3710541"/>
            </a:xfrm>
            <a:custGeom>
              <a:avLst/>
              <a:pathLst>
                <a:path w="11981298" h="3710541">
                  <a:moveTo>
                    <a:pt x="0" y="3710541"/>
                  </a:moveTo>
                  <a:lnTo>
                    <a:pt x="1471387" y="3710541"/>
                  </a:lnTo>
                  <a:lnTo>
                    <a:pt x="1472478" y="3710459"/>
                  </a:lnTo>
                  <a:lnTo>
                    <a:pt x="1479655" y="3709878"/>
                  </a:lnTo>
                  <a:lnTo>
                    <a:pt x="1497770" y="3708271"/>
                  </a:lnTo>
                  <a:lnTo>
                    <a:pt x="1530215" y="3705106"/>
                  </a:lnTo>
                  <a:lnTo>
                    <a:pt x="1578694" y="3699887"/>
                  </a:lnTo>
                  <a:lnTo>
                    <a:pt x="1643086" y="3692206"/>
                  </a:lnTo>
                  <a:lnTo>
                    <a:pt x="1721574" y="3681776"/>
                  </a:lnTo>
                  <a:lnTo>
                    <a:pt x="1811054" y="3668447"/>
                  </a:lnTo>
                  <a:lnTo>
                    <a:pt x="1907723" y="3652182"/>
                  </a:lnTo>
                  <a:lnTo>
                    <a:pt x="2007704" y="3633022"/>
                  </a:lnTo>
                  <a:lnTo>
                    <a:pt x="2107541" y="3611031"/>
                  </a:lnTo>
                  <a:lnTo>
                    <a:pt x="2204499" y="3586247"/>
                  </a:lnTo>
                  <a:lnTo>
                    <a:pt x="2296660" y="3558648"/>
                  </a:lnTo>
                  <a:lnTo>
                    <a:pt x="2382884" y="3528122"/>
                  </a:lnTo>
                  <a:lnTo>
                    <a:pt x="2462673" y="3494463"/>
                  </a:lnTo>
                  <a:lnTo>
                    <a:pt x="2536024" y="3457362"/>
                  </a:lnTo>
                  <a:lnTo>
                    <a:pt x="2603277" y="3416411"/>
                  </a:lnTo>
                  <a:lnTo>
                    <a:pt x="2664991" y="3371121"/>
                  </a:lnTo>
                  <a:lnTo>
                    <a:pt x="2721852" y="3320936"/>
                  </a:lnTo>
                  <a:lnTo>
                    <a:pt x="2774604" y="3265271"/>
                  </a:lnTo>
                  <a:lnTo>
                    <a:pt x="2823993" y="3203577"/>
                  </a:lnTo>
                  <a:lnTo>
                    <a:pt x="2870728" y="3135442"/>
                  </a:lnTo>
                  <a:lnTo>
                    <a:pt x="2896531" y="3093479"/>
                  </a:lnTo>
                  <a:lnTo>
                    <a:pt x="2930250" y="3033884"/>
                  </a:lnTo>
                  <a:lnTo>
                    <a:pt x="2963185" y="2970366"/>
                  </a:lnTo>
                  <a:lnTo>
                    <a:pt x="2995529" y="2902846"/>
                  </a:lnTo>
                  <a:lnTo>
                    <a:pt x="3027439" y="2831292"/>
                  </a:lnTo>
                  <a:lnTo>
                    <a:pt x="3059044" y="2755732"/>
                  </a:lnTo>
                  <a:lnTo>
                    <a:pt x="3090450" y="2676251"/>
                  </a:lnTo>
                  <a:lnTo>
                    <a:pt x="3121739" y="2592998"/>
                  </a:lnTo>
                  <a:lnTo>
                    <a:pt x="3152974" y="2506191"/>
                  </a:lnTo>
                  <a:lnTo>
                    <a:pt x="3184200" y="2416112"/>
                  </a:lnTo>
                  <a:lnTo>
                    <a:pt x="3215447" y="2323112"/>
                  </a:lnTo>
                  <a:lnTo>
                    <a:pt x="3246731" y="2227600"/>
                  </a:lnTo>
                  <a:lnTo>
                    <a:pt x="3278058" y="2130043"/>
                  </a:lnTo>
                  <a:lnTo>
                    <a:pt x="3309424" y="2030952"/>
                  </a:lnTo>
                  <a:lnTo>
                    <a:pt x="3340817" y="1930876"/>
                  </a:lnTo>
                  <a:lnTo>
                    <a:pt x="3372223" y="1830386"/>
                  </a:lnTo>
                  <a:lnTo>
                    <a:pt x="3403623" y="1730064"/>
                  </a:lnTo>
                  <a:lnTo>
                    <a:pt x="3435002" y="1630487"/>
                  </a:lnTo>
                  <a:lnTo>
                    <a:pt x="3466347" y="1532215"/>
                  </a:lnTo>
                  <a:lnTo>
                    <a:pt x="3497649" y="1435777"/>
                  </a:lnTo>
                  <a:lnTo>
                    <a:pt x="3528911" y="1341659"/>
                  </a:lnTo>
                  <a:lnTo>
                    <a:pt x="3560143" y="1250297"/>
                  </a:lnTo>
                  <a:lnTo>
                    <a:pt x="3591369" y="1162066"/>
                  </a:lnTo>
                  <a:lnTo>
                    <a:pt x="3622628" y="1077277"/>
                  </a:lnTo>
                  <a:lnTo>
                    <a:pt x="3653976" y="996176"/>
                  </a:lnTo>
                  <a:lnTo>
                    <a:pt x="3685485" y="918941"/>
                  </a:lnTo>
                  <a:lnTo>
                    <a:pt x="3717252" y="845684"/>
                  </a:lnTo>
                  <a:lnTo>
                    <a:pt x="3749395" y="776456"/>
                  </a:lnTo>
                  <a:lnTo>
                    <a:pt x="3782058" y="711249"/>
                  </a:lnTo>
                  <a:lnTo>
                    <a:pt x="3815419" y="650005"/>
                  </a:lnTo>
                  <a:lnTo>
                    <a:pt x="3829811" y="625234"/>
                  </a:lnTo>
                  <a:lnTo>
                    <a:pt x="3875315" y="553332"/>
                  </a:lnTo>
                  <a:lnTo>
                    <a:pt x="3923103" y="487987"/>
                  </a:lnTo>
                  <a:lnTo>
                    <a:pt x="3973840" y="428933"/>
                  </a:lnTo>
                  <a:lnTo>
                    <a:pt x="4028256" y="375682"/>
                  </a:lnTo>
                  <a:lnTo>
                    <a:pt x="4087104" y="327661"/>
                  </a:lnTo>
                  <a:lnTo>
                    <a:pt x="4151108" y="284291"/>
                  </a:lnTo>
                  <a:lnTo>
                    <a:pt x="4220910" y="245042"/>
                  </a:lnTo>
                  <a:lnTo>
                    <a:pt x="4296990" y="209456"/>
                  </a:lnTo>
                  <a:lnTo>
                    <a:pt x="4379556" y="177169"/>
                  </a:lnTo>
                  <a:lnTo>
                    <a:pt x="4468413" y="147915"/>
                  </a:lnTo>
                  <a:lnTo>
                    <a:pt x="4562808" y="121527"/>
                  </a:lnTo>
                  <a:lnTo>
                    <a:pt x="4661279" y="97936"/>
                  </a:lnTo>
                  <a:lnTo>
                    <a:pt x="4761559" y="77149"/>
                  </a:lnTo>
                  <a:lnTo>
                    <a:pt x="4860581" y="59219"/>
                  </a:lnTo>
                  <a:lnTo>
                    <a:pt x="4954659" y="44208"/>
                  </a:lnTo>
                  <a:lnTo>
                    <a:pt x="5039878" y="32128"/>
                  </a:lnTo>
                  <a:lnTo>
                    <a:pt x="5112656" y="22900"/>
                  </a:lnTo>
                  <a:lnTo>
                    <a:pt x="5170374" y="16315"/>
                  </a:lnTo>
                  <a:lnTo>
                    <a:pt x="5211905" y="12031"/>
                  </a:lnTo>
                  <a:lnTo>
                    <a:pt x="5237911" y="9596"/>
                  </a:lnTo>
                  <a:lnTo>
                    <a:pt x="5250843" y="8493"/>
                  </a:lnTo>
                  <a:lnTo>
                    <a:pt x="5254746" y="8188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572" y="8192"/>
                  </a:lnTo>
                  <a:lnTo>
                    <a:pt x="6735644" y="8335"/>
                  </a:lnTo>
                  <a:lnTo>
                    <a:pt x="6755941" y="8728"/>
                  </a:lnTo>
                  <a:lnTo>
                    <a:pt x="6792109" y="9503"/>
                  </a:lnTo>
                  <a:lnTo>
                    <a:pt x="6845774" y="10777"/>
                  </a:lnTo>
                  <a:lnTo>
                    <a:pt x="6916422" y="12645"/>
                  </a:lnTo>
                  <a:lnTo>
                    <a:pt x="7001623" y="15170"/>
                  </a:lnTo>
                  <a:lnTo>
                    <a:pt x="7097590" y="18380"/>
                  </a:lnTo>
                  <a:lnTo>
                    <a:pt x="7199936" y="22277"/>
                  </a:lnTo>
                  <a:lnTo>
                    <a:pt x="7304400" y="26849"/>
                  </a:lnTo>
                  <a:lnTo>
                    <a:pt x="7407374" y="32079"/>
                  </a:lnTo>
                  <a:lnTo>
                    <a:pt x="7506167" y="37966"/>
                  </a:lnTo>
                  <a:lnTo>
                    <a:pt x="7599045" y="44524"/>
                  </a:lnTo>
                  <a:lnTo>
                    <a:pt x="7685118" y="51792"/>
                  </a:lnTo>
                  <a:lnTo>
                    <a:pt x="7764157" y="59836"/>
                  </a:lnTo>
                  <a:lnTo>
                    <a:pt x="7836408" y="68744"/>
                  </a:lnTo>
                  <a:lnTo>
                    <a:pt x="7902428" y="78631"/>
                  </a:lnTo>
                  <a:lnTo>
                    <a:pt x="7962956" y="89627"/>
                  </a:lnTo>
                  <a:lnTo>
                    <a:pt x="8018822" y="101876"/>
                  </a:lnTo>
                  <a:lnTo>
                    <a:pt x="8070871" y="115513"/>
                  </a:lnTo>
                  <a:lnTo>
                    <a:pt x="8119916" y="130650"/>
                  </a:lnTo>
                  <a:lnTo>
                    <a:pt x="8151487" y="141665"/>
                  </a:lnTo>
                  <a:lnTo>
                    <a:pt x="8203949" y="162237"/>
                  </a:lnTo>
                  <a:lnTo>
                    <a:pt x="8254755" y="184916"/>
                  </a:lnTo>
                  <a:lnTo>
                    <a:pt x="8304535" y="209733"/>
                  </a:lnTo>
                  <a:lnTo>
                    <a:pt x="8353747" y="236644"/>
                  </a:lnTo>
                  <a:lnTo>
                    <a:pt x="8402711" y="265526"/>
                  </a:lnTo>
                  <a:lnTo>
                    <a:pt x="8451633" y="296169"/>
                  </a:lnTo>
                  <a:lnTo>
                    <a:pt x="8500623" y="328275"/>
                  </a:lnTo>
                  <a:lnTo>
                    <a:pt x="8549715" y="361474"/>
                  </a:lnTo>
                  <a:lnTo>
                    <a:pt x="8598887" y="395331"/>
                  </a:lnTo>
                  <a:lnTo>
                    <a:pt x="8648084" y="429377"/>
                  </a:lnTo>
                  <a:lnTo>
                    <a:pt x="8697243" y="463130"/>
                  </a:lnTo>
                  <a:lnTo>
                    <a:pt x="8746313" y="496126"/>
                  </a:lnTo>
                  <a:lnTo>
                    <a:pt x="8795283" y="527943"/>
                  </a:lnTo>
                  <a:lnTo>
                    <a:pt x="8844202" y="558224"/>
                  </a:lnTo>
                  <a:lnTo>
                    <a:pt x="8893199" y="586692"/>
                  </a:lnTo>
                  <a:lnTo>
                    <a:pt x="8942502" y="613154"/>
                  </a:lnTo>
                  <a:lnTo>
                    <a:pt x="8992462" y="637506"/>
                  </a:lnTo>
                  <a:lnTo>
                    <a:pt x="9043568" y="659721"/>
                  </a:lnTo>
                  <a:lnTo>
                    <a:pt x="9084767" y="675634"/>
                  </a:lnTo>
                  <a:lnTo>
                    <a:pt x="9132209" y="691805"/>
                  </a:lnTo>
                  <a:lnTo>
                    <a:pt x="9182159" y="706439"/>
                  </a:lnTo>
                  <a:lnTo>
                    <a:pt x="9235373" y="719605"/>
                  </a:lnTo>
                  <a:lnTo>
                    <a:pt x="9292680" y="731425"/>
                  </a:lnTo>
                  <a:lnTo>
                    <a:pt x="9354929" y="742041"/>
                  </a:lnTo>
                  <a:lnTo>
                    <a:pt x="9422927" y="751592"/>
                  </a:lnTo>
                  <a:lnTo>
                    <a:pt x="9497365" y="760204"/>
                  </a:lnTo>
                  <a:lnTo>
                    <a:pt x="9578713" y="767983"/>
                  </a:lnTo>
                  <a:lnTo>
                    <a:pt x="9667082" y="775011"/>
                  </a:lnTo>
                  <a:lnTo>
                    <a:pt x="9762045" y="781345"/>
                  </a:lnTo>
                  <a:lnTo>
                    <a:pt x="9862452" y="787015"/>
                  </a:lnTo>
                  <a:lnTo>
                    <a:pt x="9966261" y="792029"/>
                  </a:lnTo>
                  <a:lnTo>
                    <a:pt x="10070466" y="796380"/>
                  </a:lnTo>
                  <a:lnTo>
                    <a:pt x="10171201" y="800053"/>
                  </a:lnTo>
                  <a:lnTo>
                    <a:pt x="10264092" y="803036"/>
                  </a:lnTo>
                  <a:lnTo>
                    <a:pt x="10344865" y="805340"/>
                  </a:lnTo>
                  <a:lnTo>
                    <a:pt x="10410102" y="807003"/>
                  </a:lnTo>
                  <a:lnTo>
                    <a:pt x="10457956" y="808101"/>
                  </a:lnTo>
                  <a:lnTo>
                    <a:pt x="10488612" y="808736"/>
                  </a:lnTo>
                  <a:lnTo>
                    <a:pt x="10504388" y="809032"/>
                  </a:lnTo>
                  <a:lnTo>
                    <a:pt x="10509533" y="809120"/>
                  </a:lnTo>
                  <a:lnTo>
                    <a:pt x="10509911" y="809126"/>
                  </a:lnTo>
                  <a:lnTo>
                    <a:pt x="11981298" y="809126"/>
                  </a:lnTo>
                  <a:lnTo>
                    <a:pt x="11981298" y="800953"/>
                  </a:lnTo>
                  <a:lnTo>
                    <a:pt x="10509911" y="800953"/>
                  </a:lnTo>
                  <a:lnTo>
                    <a:pt x="10508681" y="800933"/>
                  </a:lnTo>
                  <a:lnTo>
                    <a:pt x="10500610" y="800791"/>
                  </a:lnTo>
                  <a:lnTo>
                    <a:pt x="10480312" y="800397"/>
                  </a:lnTo>
                  <a:lnTo>
                    <a:pt x="10444144" y="799623"/>
                  </a:lnTo>
                  <a:lnTo>
                    <a:pt x="10390480" y="798349"/>
                  </a:lnTo>
                  <a:lnTo>
                    <a:pt x="10319831" y="796481"/>
                  </a:lnTo>
                  <a:lnTo>
                    <a:pt x="10234630" y="793956"/>
                  </a:lnTo>
                  <a:lnTo>
                    <a:pt x="10138664" y="790746"/>
                  </a:lnTo>
                  <a:lnTo>
                    <a:pt x="10036317" y="786848"/>
                  </a:lnTo>
                  <a:lnTo>
                    <a:pt x="9931853" y="782277"/>
                  </a:lnTo>
                  <a:lnTo>
                    <a:pt x="9828880" y="777046"/>
                  </a:lnTo>
                  <a:lnTo>
                    <a:pt x="9730087" y="771160"/>
                  </a:lnTo>
                  <a:lnTo>
                    <a:pt x="9637208" y="764602"/>
                  </a:lnTo>
                  <a:lnTo>
                    <a:pt x="9551135" y="757334"/>
                  </a:lnTo>
                  <a:lnTo>
                    <a:pt x="9472097" y="749290"/>
                  </a:lnTo>
                  <a:lnTo>
                    <a:pt x="9399846" y="740382"/>
                  </a:lnTo>
                  <a:lnTo>
                    <a:pt x="9333826" y="730495"/>
                  </a:lnTo>
                  <a:lnTo>
                    <a:pt x="9273297" y="719499"/>
                  </a:lnTo>
                  <a:lnTo>
                    <a:pt x="9217432" y="707250"/>
                  </a:lnTo>
                  <a:lnTo>
                    <a:pt x="9165382" y="693613"/>
                  </a:lnTo>
                  <a:lnTo>
                    <a:pt x="9116338" y="678476"/>
                  </a:lnTo>
                  <a:lnTo>
                    <a:pt x="9084767" y="667461"/>
                  </a:lnTo>
                  <a:lnTo>
                    <a:pt x="9032305" y="646889"/>
                  </a:lnTo>
                  <a:lnTo>
                    <a:pt x="8981498" y="624209"/>
                  </a:lnTo>
                  <a:lnTo>
                    <a:pt x="8931718" y="599393"/>
                  </a:lnTo>
                  <a:lnTo>
                    <a:pt x="8882507" y="572482"/>
                  </a:lnTo>
                  <a:lnTo>
                    <a:pt x="8833542" y="543599"/>
                  </a:lnTo>
                  <a:lnTo>
                    <a:pt x="8784620" y="512957"/>
                  </a:lnTo>
                  <a:lnTo>
                    <a:pt x="8735631" y="480851"/>
                  </a:lnTo>
                  <a:lnTo>
                    <a:pt x="8686539" y="447652"/>
                  </a:lnTo>
                  <a:lnTo>
                    <a:pt x="8637366" y="413795"/>
                  </a:lnTo>
                  <a:lnTo>
                    <a:pt x="8588169" y="379749"/>
                  </a:lnTo>
                  <a:lnTo>
                    <a:pt x="8539010" y="345995"/>
                  </a:lnTo>
                  <a:lnTo>
                    <a:pt x="8489940" y="313000"/>
                  </a:lnTo>
                  <a:lnTo>
                    <a:pt x="8440970" y="281183"/>
                  </a:lnTo>
                  <a:lnTo>
                    <a:pt x="8392052" y="250902"/>
                  </a:lnTo>
                  <a:lnTo>
                    <a:pt x="8343055" y="222434"/>
                  </a:lnTo>
                  <a:lnTo>
                    <a:pt x="8293751" y="195972"/>
                  </a:lnTo>
                  <a:lnTo>
                    <a:pt x="8243792" y="171620"/>
                  </a:lnTo>
                  <a:lnTo>
                    <a:pt x="8192685" y="149405"/>
                  </a:lnTo>
                  <a:lnTo>
                    <a:pt x="8151487" y="133492"/>
                  </a:lnTo>
                  <a:lnTo>
                    <a:pt x="8104044" y="117320"/>
                  </a:lnTo>
                  <a:lnTo>
                    <a:pt x="8054094" y="102686"/>
                  </a:lnTo>
                  <a:lnTo>
                    <a:pt x="8000881" y="89521"/>
                  </a:lnTo>
                  <a:lnTo>
                    <a:pt x="7943573" y="77700"/>
                  </a:lnTo>
                  <a:lnTo>
                    <a:pt x="7881324" y="67085"/>
                  </a:lnTo>
                  <a:lnTo>
                    <a:pt x="7813326" y="57534"/>
                  </a:lnTo>
                  <a:lnTo>
                    <a:pt x="7738888" y="48922"/>
                  </a:lnTo>
                  <a:lnTo>
                    <a:pt x="7657540" y="41143"/>
                  </a:lnTo>
                  <a:lnTo>
                    <a:pt x="7569172" y="34115"/>
                  </a:lnTo>
                  <a:lnTo>
                    <a:pt x="7474208" y="27781"/>
                  </a:lnTo>
                  <a:lnTo>
                    <a:pt x="7373801" y="22111"/>
                  </a:lnTo>
                  <a:lnTo>
                    <a:pt x="7269992" y="17096"/>
                  </a:lnTo>
                  <a:lnTo>
                    <a:pt x="7165787" y="12745"/>
                  </a:lnTo>
                  <a:lnTo>
                    <a:pt x="7065052" y="9073"/>
                  </a:lnTo>
                  <a:lnTo>
                    <a:pt x="6972161" y="6090"/>
                  </a:lnTo>
                  <a:lnTo>
                    <a:pt x="6891388" y="3786"/>
                  </a:lnTo>
                  <a:lnTo>
                    <a:pt x="6826151" y="2122"/>
                  </a:lnTo>
                  <a:lnTo>
                    <a:pt x="6778297" y="1025"/>
                  </a:lnTo>
                  <a:lnTo>
                    <a:pt x="6747641" y="390"/>
                  </a:lnTo>
                  <a:lnTo>
                    <a:pt x="6731865" y="94"/>
                  </a:lnTo>
                  <a:lnTo>
                    <a:pt x="6726720" y="5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864" y="81"/>
                  </a:lnTo>
                  <a:lnTo>
                    <a:pt x="5246687" y="663"/>
                  </a:lnTo>
                  <a:lnTo>
                    <a:pt x="5228573" y="2270"/>
                  </a:lnTo>
                  <a:lnTo>
                    <a:pt x="5196127" y="5435"/>
                  </a:lnTo>
                  <a:lnTo>
                    <a:pt x="5147648" y="10653"/>
                  </a:lnTo>
                  <a:lnTo>
                    <a:pt x="5083257" y="18334"/>
                  </a:lnTo>
                  <a:lnTo>
                    <a:pt x="5004768" y="28764"/>
                  </a:lnTo>
                  <a:lnTo>
                    <a:pt x="4915288" y="42094"/>
                  </a:lnTo>
                  <a:lnTo>
                    <a:pt x="4818620" y="58359"/>
                  </a:lnTo>
                  <a:lnTo>
                    <a:pt x="4718638" y="77518"/>
                  </a:lnTo>
                  <a:lnTo>
                    <a:pt x="4618801" y="99509"/>
                  </a:lnTo>
                  <a:lnTo>
                    <a:pt x="4521843" y="124293"/>
                  </a:lnTo>
                  <a:lnTo>
                    <a:pt x="4429682" y="151892"/>
                  </a:lnTo>
                  <a:lnTo>
                    <a:pt x="4343459" y="182418"/>
                  </a:lnTo>
                  <a:lnTo>
                    <a:pt x="4263669" y="216077"/>
                  </a:lnTo>
                  <a:lnTo>
                    <a:pt x="4190318" y="253179"/>
                  </a:lnTo>
                  <a:lnTo>
                    <a:pt x="4123065" y="294129"/>
                  </a:lnTo>
                  <a:lnTo>
                    <a:pt x="4061351" y="339419"/>
                  </a:lnTo>
                  <a:lnTo>
                    <a:pt x="4004490" y="389605"/>
                  </a:lnTo>
                  <a:lnTo>
                    <a:pt x="3951738" y="445269"/>
                  </a:lnTo>
                  <a:lnTo>
                    <a:pt x="3902349" y="506963"/>
                  </a:lnTo>
                  <a:lnTo>
                    <a:pt x="3855614" y="575098"/>
                  </a:lnTo>
                  <a:lnTo>
                    <a:pt x="3829811" y="617061"/>
                  </a:lnTo>
                  <a:lnTo>
                    <a:pt x="3796093" y="676656"/>
                  </a:lnTo>
                  <a:lnTo>
                    <a:pt x="3763157" y="740174"/>
                  </a:lnTo>
                  <a:lnTo>
                    <a:pt x="3730813" y="807695"/>
                  </a:lnTo>
                  <a:lnTo>
                    <a:pt x="3698903" y="879248"/>
                  </a:lnTo>
                  <a:lnTo>
                    <a:pt x="3667298" y="954808"/>
                  </a:lnTo>
                  <a:lnTo>
                    <a:pt x="3635892" y="1034289"/>
                  </a:lnTo>
                  <a:lnTo>
                    <a:pt x="3604603" y="1117542"/>
                  </a:lnTo>
                  <a:lnTo>
                    <a:pt x="3573368" y="1204349"/>
                  </a:lnTo>
                  <a:lnTo>
                    <a:pt x="3542143" y="1294428"/>
                  </a:lnTo>
                  <a:lnTo>
                    <a:pt x="3510896" y="1387428"/>
                  </a:lnTo>
                  <a:lnTo>
                    <a:pt x="3479611" y="1482940"/>
                  </a:lnTo>
                  <a:lnTo>
                    <a:pt x="3448284" y="1580498"/>
                  </a:lnTo>
                  <a:lnTo>
                    <a:pt x="3416918" y="1679588"/>
                  </a:lnTo>
                  <a:lnTo>
                    <a:pt x="3385525" y="1779665"/>
                  </a:lnTo>
                  <a:lnTo>
                    <a:pt x="3354119" y="1880154"/>
                  </a:lnTo>
                  <a:lnTo>
                    <a:pt x="3322719" y="1980476"/>
                  </a:lnTo>
                  <a:lnTo>
                    <a:pt x="3291340" y="2080053"/>
                  </a:lnTo>
                  <a:lnTo>
                    <a:pt x="3259995" y="2178325"/>
                  </a:lnTo>
                  <a:lnTo>
                    <a:pt x="3228693" y="2274763"/>
                  </a:lnTo>
                  <a:lnTo>
                    <a:pt x="3197431" y="2368881"/>
                  </a:lnTo>
                  <a:lnTo>
                    <a:pt x="3166199" y="2460243"/>
                  </a:lnTo>
                  <a:lnTo>
                    <a:pt x="3134973" y="2548475"/>
                  </a:lnTo>
                  <a:lnTo>
                    <a:pt x="3103714" y="2633263"/>
                  </a:lnTo>
                  <a:lnTo>
                    <a:pt x="3072366" y="2714364"/>
                  </a:lnTo>
                  <a:lnTo>
                    <a:pt x="3040857" y="2791599"/>
                  </a:lnTo>
                  <a:lnTo>
                    <a:pt x="3009090" y="2864856"/>
                  </a:lnTo>
                  <a:lnTo>
                    <a:pt x="2976948" y="2934085"/>
                  </a:lnTo>
                  <a:lnTo>
                    <a:pt x="2944284" y="2999291"/>
                  </a:lnTo>
                  <a:lnTo>
                    <a:pt x="2910923" y="3060535"/>
                  </a:lnTo>
                  <a:lnTo>
                    <a:pt x="2896531" y="3085306"/>
                  </a:lnTo>
                  <a:lnTo>
                    <a:pt x="2851027" y="3157208"/>
                  </a:lnTo>
                  <a:lnTo>
                    <a:pt x="2803240" y="3222553"/>
                  </a:lnTo>
                  <a:lnTo>
                    <a:pt x="2752502" y="3281607"/>
                  </a:lnTo>
                  <a:lnTo>
                    <a:pt x="2698086" y="3334858"/>
                  </a:lnTo>
                  <a:lnTo>
                    <a:pt x="2639238" y="3382880"/>
                  </a:lnTo>
                  <a:lnTo>
                    <a:pt x="2575235" y="3426249"/>
                  </a:lnTo>
                  <a:lnTo>
                    <a:pt x="2505432" y="3465498"/>
                  </a:lnTo>
                  <a:lnTo>
                    <a:pt x="2429353" y="3501084"/>
                  </a:lnTo>
                  <a:lnTo>
                    <a:pt x="2346786" y="3533371"/>
                  </a:lnTo>
                  <a:lnTo>
                    <a:pt x="2257929" y="3562626"/>
                  </a:lnTo>
                  <a:lnTo>
                    <a:pt x="2163535" y="3589013"/>
                  </a:lnTo>
                  <a:lnTo>
                    <a:pt x="2065063" y="3612604"/>
                  </a:lnTo>
                  <a:lnTo>
                    <a:pt x="1964783" y="3633392"/>
                  </a:lnTo>
                  <a:lnTo>
                    <a:pt x="1865761" y="3651321"/>
                  </a:lnTo>
                  <a:lnTo>
                    <a:pt x="1771683" y="3666333"/>
                  </a:lnTo>
                  <a:lnTo>
                    <a:pt x="1686464" y="3678412"/>
                  </a:lnTo>
                  <a:lnTo>
                    <a:pt x="1613686" y="3687640"/>
                  </a:lnTo>
                  <a:lnTo>
                    <a:pt x="1555969" y="3694226"/>
                  </a:lnTo>
                  <a:lnTo>
                    <a:pt x="1514438" y="3698510"/>
                  </a:lnTo>
                  <a:lnTo>
                    <a:pt x="1488431" y="3700945"/>
                  </a:lnTo>
                  <a:lnTo>
                    <a:pt x="1475499" y="3702048"/>
                  </a:lnTo>
                  <a:lnTo>
                    <a:pt x="1471596" y="3702353"/>
                  </a:lnTo>
                  <a:lnTo>
                    <a:pt x="1471387" y="3702368"/>
                  </a:lnTo>
                  <a:lnTo>
                    <a:pt x="0" y="3702368"/>
                  </a:lnTo>
                  <a:close/>
                </a:path>
              </a:pathLst>
            </a:custGeom>
            <a:solidFill>
              <a:srgbClr val="8BC34A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500" name="pl1500"/>
            <p:cNvSpPr/>
            <p:nvPr/>
          </p:nvSpPr>
          <p:spPr>
            <a:xfrm>
              <a:off x="4799595" y="5698994"/>
              <a:ext cx="11981298" cy="3702368"/>
            </a:xfrm>
            <a:custGeom>
              <a:avLst/>
              <a:pathLst>
                <a:path w="11981298" h="3702368">
                  <a:moveTo>
                    <a:pt x="0" y="3702368"/>
                  </a:moveTo>
                  <a:lnTo>
                    <a:pt x="1471387" y="3702368"/>
                  </a:lnTo>
                  <a:lnTo>
                    <a:pt x="1472478" y="3702286"/>
                  </a:lnTo>
                  <a:lnTo>
                    <a:pt x="1479655" y="3701705"/>
                  </a:lnTo>
                  <a:lnTo>
                    <a:pt x="1497770" y="3700098"/>
                  </a:lnTo>
                  <a:lnTo>
                    <a:pt x="1530215" y="3696933"/>
                  </a:lnTo>
                  <a:lnTo>
                    <a:pt x="1578694" y="3691714"/>
                  </a:lnTo>
                  <a:lnTo>
                    <a:pt x="1643086" y="3684033"/>
                  </a:lnTo>
                  <a:lnTo>
                    <a:pt x="1721574" y="3673603"/>
                  </a:lnTo>
                  <a:lnTo>
                    <a:pt x="1811054" y="3660274"/>
                  </a:lnTo>
                  <a:lnTo>
                    <a:pt x="1907723" y="3644009"/>
                  </a:lnTo>
                  <a:lnTo>
                    <a:pt x="2007704" y="3624849"/>
                  </a:lnTo>
                  <a:lnTo>
                    <a:pt x="2107541" y="3602858"/>
                  </a:lnTo>
                  <a:lnTo>
                    <a:pt x="2204499" y="3578074"/>
                  </a:lnTo>
                  <a:lnTo>
                    <a:pt x="2296660" y="3550475"/>
                  </a:lnTo>
                  <a:lnTo>
                    <a:pt x="2382884" y="3519949"/>
                  </a:lnTo>
                  <a:lnTo>
                    <a:pt x="2462673" y="3486290"/>
                  </a:lnTo>
                  <a:lnTo>
                    <a:pt x="2536024" y="3449189"/>
                  </a:lnTo>
                  <a:lnTo>
                    <a:pt x="2603277" y="3408238"/>
                  </a:lnTo>
                  <a:lnTo>
                    <a:pt x="2664991" y="3362948"/>
                  </a:lnTo>
                  <a:lnTo>
                    <a:pt x="2721852" y="3312763"/>
                  </a:lnTo>
                  <a:lnTo>
                    <a:pt x="2774604" y="3257098"/>
                  </a:lnTo>
                  <a:lnTo>
                    <a:pt x="2823993" y="3195404"/>
                  </a:lnTo>
                  <a:lnTo>
                    <a:pt x="2870728" y="3127269"/>
                  </a:lnTo>
                  <a:lnTo>
                    <a:pt x="2896531" y="3085306"/>
                  </a:lnTo>
                  <a:lnTo>
                    <a:pt x="2930250" y="3025711"/>
                  </a:lnTo>
                  <a:lnTo>
                    <a:pt x="2963185" y="2962193"/>
                  </a:lnTo>
                  <a:lnTo>
                    <a:pt x="2995529" y="2894673"/>
                  </a:lnTo>
                  <a:lnTo>
                    <a:pt x="3027439" y="2823119"/>
                  </a:lnTo>
                  <a:lnTo>
                    <a:pt x="3059044" y="2747559"/>
                  </a:lnTo>
                  <a:lnTo>
                    <a:pt x="3090450" y="2668078"/>
                  </a:lnTo>
                  <a:lnTo>
                    <a:pt x="3121739" y="2584825"/>
                  </a:lnTo>
                  <a:lnTo>
                    <a:pt x="3152974" y="2498018"/>
                  </a:lnTo>
                  <a:lnTo>
                    <a:pt x="3184200" y="2407939"/>
                  </a:lnTo>
                  <a:lnTo>
                    <a:pt x="3215447" y="2314939"/>
                  </a:lnTo>
                  <a:lnTo>
                    <a:pt x="3246731" y="2219427"/>
                  </a:lnTo>
                  <a:lnTo>
                    <a:pt x="3278058" y="2121870"/>
                  </a:lnTo>
                  <a:lnTo>
                    <a:pt x="3309424" y="2022779"/>
                  </a:lnTo>
                  <a:lnTo>
                    <a:pt x="3340817" y="1922703"/>
                  </a:lnTo>
                  <a:lnTo>
                    <a:pt x="3372223" y="1822213"/>
                  </a:lnTo>
                  <a:lnTo>
                    <a:pt x="3403623" y="1721891"/>
                  </a:lnTo>
                  <a:lnTo>
                    <a:pt x="3435002" y="1622314"/>
                  </a:lnTo>
                  <a:lnTo>
                    <a:pt x="3466347" y="1524042"/>
                  </a:lnTo>
                  <a:lnTo>
                    <a:pt x="3497649" y="1427604"/>
                  </a:lnTo>
                  <a:lnTo>
                    <a:pt x="3528911" y="1333486"/>
                  </a:lnTo>
                  <a:lnTo>
                    <a:pt x="3560143" y="1242124"/>
                  </a:lnTo>
                  <a:lnTo>
                    <a:pt x="3591369" y="1153893"/>
                  </a:lnTo>
                  <a:lnTo>
                    <a:pt x="3622628" y="1069104"/>
                  </a:lnTo>
                  <a:lnTo>
                    <a:pt x="3653976" y="988003"/>
                  </a:lnTo>
                  <a:lnTo>
                    <a:pt x="3685485" y="910768"/>
                  </a:lnTo>
                  <a:lnTo>
                    <a:pt x="3717252" y="837511"/>
                  </a:lnTo>
                  <a:lnTo>
                    <a:pt x="3749395" y="768283"/>
                  </a:lnTo>
                  <a:lnTo>
                    <a:pt x="3782058" y="703076"/>
                  </a:lnTo>
                  <a:lnTo>
                    <a:pt x="3815419" y="641832"/>
                  </a:lnTo>
                  <a:lnTo>
                    <a:pt x="3829811" y="617061"/>
                  </a:lnTo>
                  <a:lnTo>
                    <a:pt x="3875315" y="545159"/>
                  </a:lnTo>
                  <a:lnTo>
                    <a:pt x="3923103" y="479814"/>
                  </a:lnTo>
                  <a:lnTo>
                    <a:pt x="3973840" y="420760"/>
                  </a:lnTo>
                  <a:lnTo>
                    <a:pt x="4028256" y="367509"/>
                  </a:lnTo>
                  <a:lnTo>
                    <a:pt x="4087104" y="319488"/>
                  </a:lnTo>
                  <a:lnTo>
                    <a:pt x="4151108" y="276118"/>
                  </a:lnTo>
                  <a:lnTo>
                    <a:pt x="4220910" y="236869"/>
                  </a:lnTo>
                  <a:lnTo>
                    <a:pt x="4296990" y="201283"/>
                  </a:lnTo>
                  <a:lnTo>
                    <a:pt x="4379556" y="168996"/>
                  </a:lnTo>
                  <a:lnTo>
                    <a:pt x="4468413" y="139742"/>
                  </a:lnTo>
                  <a:lnTo>
                    <a:pt x="4562808" y="113354"/>
                  </a:lnTo>
                  <a:lnTo>
                    <a:pt x="4661279" y="89763"/>
                  </a:lnTo>
                  <a:lnTo>
                    <a:pt x="4761559" y="68976"/>
                  </a:lnTo>
                  <a:lnTo>
                    <a:pt x="4860581" y="51046"/>
                  </a:lnTo>
                  <a:lnTo>
                    <a:pt x="4954659" y="36035"/>
                  </a:lnTo>
                  <a:lnTo>
                    <a:pt x="5039878" y="23955"/>
                  </a:lnTo>
                  <a:lnTo>
                    <a:pt x="5112656" y="14727"/>
                  </a:lnTo>
                  <a:lnTo>
                    <a:pt x="5170374" y="8142"/>
                  </a:lnTo>
                  <a:lnTo>
                    <a:pt x="5211905" y="3858"/>
                  </a:lnTo>
                  <a:lnTo>
                    <a:pt x="5237911" y="1423"/>
                  </a:lnTo>
                  <a:lnTo>
                    <a:pt x="5250843" y="320"/>
                  </a:lnTo>
                  <a:lnTo>
                    <a:pt x="5254746" y="15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572" y="19"/>
                  </a:lnTo>
                  <a:lnTo>
                    <a:pt x="6735644" y="162"/>
                  </a:lnTo>
                  <a:lnTo>
                    <a:pt x="6755941" y="555"/>
                  </a:lnTo>
                  <a:lnTo>
                    <a:pt x="6792109" y="1330"/>
                  </a:lnTo>
                  <a:lnTo>
                    <a:pt x="6845774" y="2604"/>
                  </a:lnTo>
                  <a:lnTo>
                    <a:pt x="6916422" y="4472"/>
                  </a:lnTo>
                  <a:lnTo>
                    <a:pt x="7001623" y="6997"/>
                  </a:lnTo>
                  <a:lnTo>
                    <a:pt x="7097590" y="10207"/>
                  </a:lnTo>
                  <a:lnTo>
                    <a:pt x="7199936" y="14104"/>
                  </a:lnTo>
                  <a:lnTo>
                    <a:pt x="7304400" y="18676"/>
                  </a:lnTo>
                  <a:lnTo>
                    <a:pt x="7407374" y="23906"/>
                  </a:lnTo>
                  <a:lnTo>
                    <a:pt x="7506167" y="29793"/>
                  </a:lnTo>
                  <a:lnTo>
                    <a:pt x="7599045" y="36351"/>
                  </a:lnTo>
                  <a:lnTo>
                    <a:pt x="7685118" y="43619"/>
                  </a:lnTo>
                  <a:lnTo>
                    <a:pt x="7764157" y="51663"/>
                  </a:lnTo>
                  <a:lnTo>
                    <a:pt x="7836408" y="60571"/>
                  </a:lnTo>
                  <a:lnTo>
                    <a:pt x="7902428" y="70458"/>
                  </a:lnTo>
                  <a:lnTo>
                    <a:pt x="7962956" y="81454"/>
                  </a:lnTo>
                  <a:lnTo>
                    <a:pt x="8018822" y="93703"/>
                  </a:lnTo>
                  <a:lnTo>
                    <a:pt x="8070871" y="107340"/>
                  </a:lnTo>
                  <a:lnTo>
                    <a:pt x="8119916" y="122477"/>
                  </a:lnTo>
                  <a:lnTo>
                    <a:pt x="8151487" y="133492"/>
                  </a:lnTo>
                  <a:lnTo>
                    <a:pt x="8203949" y="154064"/>
                  </a:lnTo>
                  <a:lnTo>
                    <a:pt x="8254755" y="176743"/>
                  </a:lnTo>
                  <a:lnTo>
                    <a:pt x="8304535" y="201560"/>
                  </a:lnTo>
                  <a:lnTo>
                    <a:pt x="8353747" y="228471"/>
                  </a:lnTo>
                  <a:lnTo>
                    <a:pt x="8402711" y="257353"/>
                  </a:lnTo>
                  <a:lnTo>
                    <a:pt x="8451633" y="287996"/>
                  </a:lnTo>
                  <a:lnTo>
                    <a:pt x="8500623" y="320102"/>
                  </a:lnTo>
                  <a:lnTo>
                    <a:pt x="8549715" y="353301"/>
                  </a:lnTo>
                  <a:lnTo>
                    <a:pt x="8598887" y="387158"/>
                  </a:lnTo>
                  <a:lnTo>
                    <a:pt x="8648084" y="421204"/>
                  </a:lnTo>
                  <a:lnTo>
                    <a:pt x="8697243" y="454957"/>
                  </a:lnTo>
                  <a:lnTo>
                    <a:pt x="8746313" y="487953"/>
                  </a:lnTo>
                  <a:lnTo>
                    <a:pt x="8795283" y="519770"/>
                  </a:lnTo>
                  <a:lnTo>
                    <a:pt x="8844202" y="550051"/>
                  </a:lnTo>
                  <a:lnTo>
                    <a:pt x="8893199" y="578519"/>
                  </a:lnTo>
                  <a:lnTo>
                    <a:pt x="8942502" y="604981"/>
                  </a:lnTo>
                  <a:lnTo>
                    <a:pt x="8992462" y="629333"/>
                  </a:lnTo>
                  <a:lnTo>
                    <a:pt x="9043568" y="651548"/>
                  </a:lnTo>
                  <a:lnTo>
                    <a:pt x="9084767" y="667461"/>
                  </a:lnTo>
                  <a:lnTo>
                    <a:pt x="9132209" y="683632"/>
                  </a:lnTo>
                  <a:lnTo>
                    <a:pt x="9182159" y="698266"/>
                  </a:lnTo>
                  <a:lnTo>
                    <a:pt x="9235373" y="711432"/>
                  </a:lnTo>
                  <a:lnTo>
                    <a:pt x="9292680" y="723252"/>
                  </a:lnTo>
                  <a:lnTo>
                    <a:pt x="9354929" y="733868"/>
                  </a:lnTo>
                  <a:lnTo>
                    <a:pt x="9422927" y="743419"/>
                  </a:lnTo>
                  <a:lnTo>
                    <a:pt x="9497365" y="752031"/>
                  </a:lnTo>
                  <a:lnTo>
                    <a:pt x="9578713" y="759810"/>
                  </a:lnTo>
                  <a:lnTo>
                    <a:pt x="9667082" y="766838"/>
                  </a:lnTo>
                  <a:lnTo>
                    <a:pt x="9762045" y="773172"/>
                  </a:lnTo>
                  <a:lnTo>
                    <a:pt x="9862452" y="778842"/>
                  </a:lnTo>
                  <a:lnTo>
                    <a:pt x="9966261" y="783856"/>
                  </a:lnTo>
                  <a:lnTo>
                    <a:pt x="10070466" y="788207"/>
                  </a:lnTo>
                  <a:lnTo>
                    <a:pt x="10171201" y="791880"/>
                  </a:lnTo>
                  <a:lnTo>
                    <a:pt x="10264092" y="794863"/>
                  </a:lnTo>
                  <a:lnTo>
                    <a:pt x="10344865" y="797167"/>
                  </a:lnTo>
                  <a:lnTo>
                    <a:pt x="10410102" y="798830"/>
                  </a:lnTo>
                  <a:lnTo>
                    <a:pt x="10457956" y="799928"/>
                  </a:lnTo>
                  <a:lnTo>
                    <a:pt x="10488612" y="800563"/>
                  </a:lnTo>
                  <a:lnTo>
                    <a:pt x="10504388" y="800859"/>
                  </a:lnTo>
                  <a:lnTo>
                    <a:pt x="10509533" y="800947"/>
                  </a:lnTo>
                  <a:lnTo>
                    <a:pt x="10509911" y="800953"/>
                  </a:lnTo>
                  <a:lnTo>
                    <a:pt x="11981298" y="80095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01" name="pl1501"/>
            <p:cNvSpPr/>
            <p:nvPr/>
          </p:nvSpPr>
          <p:spPr>
            <a:xfrm>
              <a:off x="4799595" y="5690821"/>
              <a:ext cx="11981298" cy="3702368"/>
            </a:xfrm>
            <a:custGeom>
              <a:avLst/>
              <a:pathLst>
                <a:path w="11981298" h="3702368">
                  <a:moveTo>
                    <a:pt x="11981298" y="800953"/>
                  </a:moveTo>
                  <a:lnTo>
                    <a:pt x="10509911" y="800953"/>
                  </a:lnTo>
                  <a:lnTo>
                    <a:pt x="10508681" y="800933"/>
                  </a:lnTo>
                  <a:lnTo>
                    <a:pt x="10500610" y="800791"/>
                  </a:lnTo>
                  <a:lnTo>
                    <a:pt x="10480312" y="800397"/>
                  </a:lnTo>
                  <a:lnTo>
                    <a:pt x="10444144" y="799623"/>
                  </a:lnTo>
                  <a:lnTo>
                    <a:pt x="10390480" y="798349"/>
                  </a:lnTo>
                  <a:lnTo>
                    <a:pt x="10319831" y="796481"/>
                  </a:lnTo>
                  <a:lnTo>
                    <a:pt x="10234630" y="793956"/>
                  </a:lnTo>
                  <a:lnTo>
                    <a:pt x="10138664" y="790746"/>
                  </a:lnTo>
                  <a:lnTo>
                    <a:pt x="10036317" y="786848"/>
                  </a:lnTo>
                  <a:lnTo>
                    <a:pt x="9931853" y="782277"/>
                  </a:lnTo>
                  <a:lnTo>
                    <a:pt x="9828880" y="777046"/>
                  </a:lnTo>
                  <a:lnTo>
                    <a:pt x="9730087" y="771160"/>
                  </a:lnTo>
                  <a:lnTo>
                    <a:pt x="9637208" y="764602"/>
                  </a:lnTo>
                  <a:lnTo>
                    <a:pt x="9551135" y="757334"/>
                  </a:lnTo>
                  <a:lnTo>
                    <a:pt x="9472097" y="749290"/>
                  </a:lnTo>
                  <a:lnTo>
                    <a:pt x="9399846" y="740382"/>
                  </a:lnTo>
                  <a:lnTo>
                    <a:pt x="9333826" y="730495"/>
                  </a:lnTo>
                  <a:lnTo>
                    <a:pt x="9273297" y="719499"/>
                  </a:lnTo>
                  <a:lnTo>
                    <a:pt x="9217432" y="707250"/>
                  </a:lnTo>
                  <a:lnTo>
                    <a:pt x="9165382" y="693613"/>
                  </a:lnTo>
                  <a:lnTo>
                    <a:pt x="9116338" y="678476"/>
                  </a:lnTo>
                  <a:lnTo>
                    <a:pt x="9084767" y="667461"/>
                  </a:lnTo>
                  <a:lnTo>
                    <a:pt x="9032305" y="646889"/>
                  </a:lnTo>
                  <a:lnTo>
                    <a:pt x="8981498" y="624209"/>
                  </a:lnTo>
                  <a:lnTo>
                    <a:pt x="8931718" y="599393"/>
                  </a:lnTo>
                  <a:lnTo>
                    <a:pt x="8882507" y="572482"/>
                  </a:lnTo>
                  <a:lnTo>
                    <a:pt x="8833542" y="543599"/>
                  </a:lnTo>
                  <a:lnTo>
                    <a:pt x="8784620" y="512957"/>
                  </a:lnTo>
                  <a:lnTo>
                    <a:pt x="8735631" y="480851"/>
                  </a:lnTo>
                  <a:lnTo>
                    <a:pt x="8686539" y="447652"/>
                  </a:lnTo>
                  <a:lnTo>
                    <a:pt x="8637366" y="413795"/>
                  </a:lnTo>
                  <a:lnTo>
                    <a:pt x="8588169" y="379749"/>
                  </a:lnTo>
                  <a:lnTo>
                    <a:pt x="8539010" y="345995"/>
                  </a:lnTo>
                  <a:lnTo>
                    <a:pt x="8489940" y="313000"/>
                  </a:lnTo>
                  <a:lnTo>
                    <a:pt x="8440970" y="281183"/>
                  </a:lnTo>
                  <a:lnTo>
                    <a:pt x="8392052" y="250902"/>
                  </a:lnTo>
                  <a:lnTo>
                    <a:pt x="8343055" y="222434"/>
                  </a:lnTo>
                  <a:lnTo>
                    <a:pt x="8293751" y="195972"/>
                  </a:lnTo>
                  <a:lnTo>
                    <a:pt x="8243792" y="171620"/>
                  </a:lnTo>
                  <a:lnTo>
                    <a:pt x="8192685" y="149405"/>
                  </a:lnTo>
                  <a:lnTo>
                    <a:pt x="8151487" y="133492"/>
                  </a:lnTo>
                  <a:lnTo>
                    <a:pt x="8104044" y="117320"/>
                  </a:lnTo>
                  <a:lnTo>
                    <a:pt x="8054094" y="102686"/>
                  </a:lnTo>
                  <a:lnTo>
                    <a:pt x="8000881" y="89521"/>
                  </a:lnTo>
                  <a:lnTo>
                    <a:pt x="7943573" y="77700"/>
                  </a:lnTo>
                  <a:lnTo>
                    <a:pt x="7881324" y="67085"/>
                  </a:lnTo>
                  <a:lnTo>
                    <a:pt x="7813326" y="57534"/>
                  </a:lnTo>
                  <a:lnTo>
                    <a:pt x="7738888" y="48922"/>
                  </a:lnTo>
                  <a:lnTo>
                    <a:pt x="7657540" y="41143"/>
                  </a:lnTo>
                  <a:lnTo>
                    <a:pt x="7569172" y="34115"/>
                  </a:lnTo>
                  <a:lnTo>
                    <a:pt x="7474208" y="27781"/>
                  </a:lnTo>
                  <a:lnTo>
                    <a:pt x="7373801" y="22111"/>
                  </a:lnTo>
                  <a:lnTo>
                    <a:pt x="7269992" y="17096"/>
                  </a:lnTo>
                  <a:lnTo>
                    <a:pt x="7165787" y="12745"/>
                  </a:lnTo>
                  <a:lnTo>
                    <a:pt x="7065052" y="9073"/>
                  </a:lnTo>
                  <a:lnTo>
                    <a:pt x="6972161" y="6090"/>
                  </a:lnTo>
                  <a:lnTo>
                    <a:pt x="6891388" y="3786"/>
                  </a:lnTo>
                  <a:lnTo>
                    <a:pt x="6826151" y="2122"/>
                  </a:lnTo>
                  <a:lnTo>
                    <a:pt x="6778297" y="1025"/>
                  </a:lnTo>
                  <a:lnTo>
                    <a:pt x="6747641" y="390"/>
                  </a:lnTo>
                  <a:lnTo>
                    <a:pt x="6731865" y="94"/>
                  </a:lnTo>
                  <a:lnTo>
                    <a:pt x="6726720" y="5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864" y="81"/>
                  </a:lnTo>
                  <a:lnTo>
                    <a:pt x="5246687" y="663"/>
                  </a:lnTo>
                  <a:lnTo>
                    <a:pt x="5228573" y="2270"/>
                  </a:lnTo>
                  <a:lnTo>
                    <a:pt x="5196127" y="5435"/>
                  </a:lnTo>
                  <a:lnTo>
                    <a:pt x="5147648" y="10653"/>
                  </a:lnTo>
                  <a:lnTo>
                    <a:pt x="5083257" y="18334"/>
                  </a:lnTo>
                  <a:lnTo>
                    <a:pt x="5004768" y="28764"/>
                  </a:lnTo>
                  <a:lnTo>
                    <a:pt x="4915288" y="42094"/>
                  </a:lnTo>
                  <a:lnTo>
                    <a:pt x="4818620" y="58359"/>
                  </a:lnTo>
                  <a:lnTo>
                    <a:pt x="4718638" y="77518"/>
                  </a:lnTo>
                  <a:lnTo>
                    <a:pt x="4618801" y="99509"/>
                  </a:lnTo>
                  <a:lnTo>
                    <a:pt x="4521843" y="124293"/>
                  </a:lnTo>
                  <a:lnTo>
                    <a:pt x="4429682" y="151892"/>
                  </a:lnTo>
                  <a:lnTo>
                    <a:pt x="4343459" y="182418"/>
                  </a:lnTo>
                  <a:lnTo>
                    <a:pt x="4263669" y="216077"/>
                  </a:lnTo>
                  <a:lnTo>
                    <a:pt x="4190318" y="253179"/>
                  </a:lnTo>
                  <a:lnTo>
                    <a:pt x="4123065" y="294129"/>
                  </a:lnTo>
                  <a:lnTo>
                    <a:pt x="4061351" y="339419"/>
                  </a:lnTo>
                  <a:lnTo>
                    <a:pt x="4004490" y="389605"/>
                  </a:lnTo>
                  <a:lnTo>
                    <a:pt x="3951738" y="445269"/>
                  </a:lnTo>
                  <a:lnTo>
                    <a:pt x="3902349" y="506963"/>
                  </a:lnTo>
                  <a:lnTo>
                    <a:pt x="3855614" y="575098"/>
                  </a:lnTo>
                  <a:lnTo>
                    <a:pt x="3829811" y="617061"/>
                  </a:lnTo>
                  <a:lnTo>
                    <a:pt x="3796093" y="676656"/>
                  </a:lnTo>
                  <a:lnTo>
                    <a:pt x="3763157" y="740174"/>
                  </a:lnTo>
                  <a:lnTo>
                    <a:pt x="3730813" y="807695"/>
                  </a:lnTo>
                  <a:lnTo>
                    <a:pt x="3698903" y="879248"/>
                  </a:lnTo>
                  <a:lnTo>
                    <a:pt x="3667298" y="954808"/>
                  </a:lnTo>
                  <a:lnTo>
                    <a:pt x="3635892" y="1034289"/>
                  </a:lnTo>
                  <a:lnTo>
                    <a:pt x="3604603" y="1117542"/>
                  </a:lnTo>
                  <a:lnTo>
                    <a:pt x="3573368" y="1204349"/>
                  </a:lnTo>
                  <a:lnTo>
                    <a:pt x="3542143" y="1294428"/>
                  </a:lnTo>
                  <a:lnTo>
                    <a:pt x="3510896" y="1387428"/>
                  </a:lnTo>
                  <a:lnTo>
                    <a:pt x="3479611" y="1482940"/>
                  </a:lnTo>
                  <a:lnTo>
                    <a:pt x="3448284" y="1580498"/>
                  </a:lnTo>
                  <a:lnTo>
                    <a:pt x="3416918" y="1679588"/>
                  </a:lnTo>
                  <a:lnTo>
                    <a:pt x="3385525" y="1779665"/>
                  </a:lnTo>
                  <a:lnTo>
                    <a:pt x="3354119" y="1880154"/>
                  </a:lnTo>
                  <a:lnTo>
                    <a:pt x="3322719" y="1980476"/>
                  </a:lnTo>
                  <a:lnTo>
                    <a:pt x="3291340" y="2080053"/>
                  </a:lnTo>
                  <a:lnTo>
                    <a:pt x="3259995" y="2178325"/>
                  </a:lnTo>
                  <a:lnTo>
                    <a:pt x="3228693" y="2274763"/>
                  </a:lnTo>
                  <a:lnTo>
                    <a:pt x="3197431" y="2368881"/>
                  </a:lnTo>
                  <a:lnTo>
                    <a:pt x="3166199" y="2460243"/>
                  </a:lnTo>
                  <a:lnTo>
                    <a:pt x="3134973" y="2548475"/>
                  </a:lnTo>
                  <a:lnTo>
                    <a:pt x="3103714" y="2633263"/>
                  </a:lnTo>
                  <a:lnTo>
                    <a:pt x="3072366" y="2714364"/>
                  </a:lnTo>
                  <a:lnTo>
                    <a:pt x="3040857" y="2791599"/>
                  </a:lnTo>
                  <a:lnTo>
                    <a:pt x="3009090" y="2864856"/>
                  </a:lnTo>
                  <a:lnTo>
                    <a:pt x="2976948" y="2934085"/>
                  </a:lnTo>
                  <a:lnTo>
                    <a:pt x="2944284" y="2999291"/>
                  </a:lnTo>
                  <a:lnTo>
                    <a:pt x="2910923" y="3060535"/>
                  </a:lnTo>
                  <a:lnTo>
                    <a:pt x="2896531" y="3085306"/>
                  </a:lnTo>
                  <a:lnTo>
                    <a:pt x="2851027" y="3157208"/>
                  </a:lnTo>
                  <a:lnTo>
                    <a:pt x="2803240" y="3222553"/>
                  </a:lnTo>
                  <a:lnTo>
                    <a:pt x="2752502" y="3281607"/>
                  </a:lnTo>
                  <a:lnTo>
                    <a:pt x="2698086" y="3334858"/>
                  </a:lnTo>
                  <a:lnTo>
                    <a:pt x="2639238" y="3382880"/>
                  </a:lnTo>
                  <a:lnTo>
                    <a:pt x="2575235" y="3426249"/>
                  </a:lnTo>
                  <a:lnTo>
                    <a:pt x="2505432" y="3465498"/>
                  </a:lnTo>
                  <a:lnTo>
                    <a:pt x="2429353" y="3501084"/>
                  </a:lnTo>
                  <a:lnTo>
                    <a:pt x="2346786" y="3533371"/>
                  </a:lnTo>
                  <a:lnTo>
                    <a:pt x="2257929" y="3562626"/>
                  </a:lnTo>
                  <a:lnTo>
                    <a:pt x="2163535" y="3589013"/>
                  </a:lnTo>
                  <a:lnTo>
                    <a:pt x="2065063" y="3612604"/>
                  </a:lnTo>
                  <a:lnTo>
                    <a:pt x="1964783" y="3633392"/>
                  </a:lnTo>
                  <a:lnTo>
                    <a:pt x="1865761" y="3651321"/>
                  </a:lnTo>
                  <a:lnTo>
                    <a:pt x="1771683" y="3666333"/>
                  </a:lnTo>
                  <a:lnTo>
                    <a:pt x="1686464" y="3678412"/>
                  </a:lnTo>
                  <a:lnTo>
                    <a:pt x="1613686" y="3687640"/>
                  </a:lnTo>
                  <a:lnTo>
                    <a:pt x="1555969" y="3694226"/>
                  </a:lnTo>
                  <a:lnTo>
                    <a:pt x="1514438" y="3698510"/>
                  </a:lnTo>
                  <a:lnTo>
                    <a:pt x="1488431" y="3700945"/>
                  </a:lnTo>
                  <a:lnTo>
                    <a:pt x="1475499" y="3702048"/>
                  </a:lnTo>
                  <a:lnTo>
                    <a:pt x="1471596" y="3702353"/>
                  </a:lnTo>
                  <a:lnTo>
                    <a:pt x="1471387" y="3702368"/>
                  </a:lnTo>
                  <a:lnTo>
                    <a:pt x="0" y="370236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02" name="pg1502"/>
            <p:cNvSpPr/>
            <p:nvPr/>
          </p:nvSpPr>
          <p:spPr>
            <a:xfrm>
              <a:off x="4799595" y="4865348"/>
              <a:ext cx="11981298" cy="4470630"/>
            </a:xfrm>
            <a:custGeom>
              <a:avLst/>
              <a:pathLst>
                <a:path w="11981298" h="4470630">
                  <a:moveTo>
                    <a:pt x="0" y="4470630"/>
                  </a:moveTo>
                  <a:lnTo>
                    <a:pt x="1471387" y="4470630"/>
                  </a:lnTo>
                  <a:lnTo>
                    <a:pt x="1472301" y="4470547"/>
                  </a:lnTo>
                  <a:lnTo>
                    <a:pt x="1478339" y="4469963"/>
                  </a:lnTo>
                  <a:lnTo>
                    <a:pt x="1493654" y="4468348"/>
                  </a:lnTo>
                  <a:lnTo>
                    <a:pt x="1521274" y="4465166"/>
                  </a:lnTo>
                  <a:lnTo>
                    <a:pt x="1562925" y="4459904"/>
                  </a:lnTo>
                  <a:lnTo>
                    <a:pt x="1618903" y="4452122"/>
                  </a:lnTo>
                  <a:lnTo>
                    <a:pt x="1688115" y="4441490"/>
                  </a:lnTo>
                  <a:lnTo>
                    <a:pt x="1768313" y="4427805"/>
                  </a:lnTo>
                  <a:lnTo>
                    <a:pt x="1856499" y="4410984"/>
                  </a:lnTo>
                  <a:lnTo>
                    <a:pt x="1949400" y="4391039"/>
                  </a:lnTo>
                  <a:lnTo>
                    <a:pt x="2043885" y="4368027"/>
                  </a:lnTo>
                  <a:lnTo>
                    <a:pt x="2137279" y="4342009"/>
                  </a:lnTo>
                  <a:lnTo>
                    <a:pt x="2227521" y="4313006"/>
                  </a:lnTo>
                  <a:lnTo>
                    <a:pt x="2313193" y="4280973"/>
                  </a:lnTo>
                  <a:lnTo>
                    <a:pt x="2393471" y="4245780"/>
                  </a:lnTo>
                  <a:lnTo>
                    <a:pt x="2468016" y="4207201"/>
                  </a:lnTo>
                  <a:lnTo>
                    <a:pt x="2536859" y="4164915"/>
                  </a:lnTo>
                  <a:lnTo>
                    <a:pt x="2600295" y="4118509"/>
                  </a:lnTo>
                  <a:lnTo>
                    <a:pt x="2658790" y="4067489"/>
                  </a:lnTo>
                  <a:lnTo>
                    <a:pt x="2712913" y="4011299"/>
                  </a:lnTo>
                  <a:lnTo>
                    <a:pt x="2763281" y="3949351"/>
                  </a:lnTo>
                  <a:lnTo>
                    <a:pt x="2810523" y="3881078"/>
                  </a:lnTo>
                  <a:lnTo>
                    <a:pt x="2855241" y="3806014"/>
                  </a:lnTo>
                  <a:lnTo>
                    <a:pt x="2896531" y="3726887"/>
                  </a:lnTo>
                  <a:lnTo>
                    <a:pt x="2927582" y="3660978"/>
                  </a:lnTo>
                  <a:lnTo>
                    <a:pt x="2957957" y="3591076"/>
                  </a:lnTo>
                  <a:lnTo>
                    <a:pt x="2987808" y="3517100"/>
                  </a:lnTo>
                  <a:lnTo>
                    <a:pt x="3017262" y="3439013"/>
                  </a:lnTo>
                  <a:lnTo>
                    <a:pt x="3046426" y="3356822"/>
                  </a:lnTo>
                  <a:lnTo>
                    <a:pt x="3075388" y="3270587"/>
                  </a:lnTo>
                  <a:lnTo>
                    <a:pt x="3104220" y="3180423"/>
                  </a:lnTo>
                  <a:lnTo>
                    <a:pt x="3132978" y="3086500"/>
                  </a:lnTo>
                  <a:lnTo>
                    <a:pt x="3161706" y="2989046"/>
                  </a:lnTo>
                  <a:lnTo>
                    <a:pt x="3190435" y="2888348"/>
                  </a:lnTo>
                  <a:lnTo>
                    <a:pt x="3219185" y="2784747"/>
                  </a:lnTo>
                  <a:lnTo>
                    <a:pt x="3247969" y="2678637"/>
                  </a:lnTo>
                  <a:lnTo>
                    <a:pt x="3276789" y="2570460"/>
                  </a:lnTo>
                  <a:lnTo>
                    <a:pt x="3305642" y="2460696"/>
                  </a:lnTo>
                  <a:lnTo>
                    <a:pt x="3334519" y="2349858"/>
                  </a:lnTo>
                  <a:lnTo>
                    <a:pt x="3363410" y="2238479"/>
                  </a:lnTo>
                  <a:lnTo>
                    <a:pt x="3392301" y="2127105"/>
                  </a:lnTo>
                  <a:lnTo>
                    <a:pt x="3421178" y="2016281"/>
                  </a:lnTo>
                  <a:lnTo>
                    <a:pt x="3450030" y="1906539"/>
                  </a:lnTo>
                  <a:lnTo>
                    <a:pt x="3478849" y="1798392"/>
                  </a:lnTo>
                  <a:lnTo>
                    <a:pt x="3507632" y="1692320"/>
                  </a:lnTo>
                  <a:lnTo>
                    <a:pt x="3536383" y="1588764"/>
                  </a:lnTo>
                  <a:lnTo>
                    <a:pt x="3565111" y="1488117"/>
                  </a:lnTo>
                  <a:lnTo>
                    <a:pt x="3593840" y="1390719"/>
                  </a:lnTo>
                  <a:lnTo>
                    <a:pt x="3622599" y="1296856"/>
                  </a:lnTo>
                  <a:lnTo>
                    <a:pt x="3651432" y="1206756"/>
                  </a:lnTo>
                  <a:lnTo>
                    <a:pt x="3680397" y="1120588"/>
                  </a:lnTo>
                  <a:lnTo>
                    <a:pt x="3709565" y="1038465"/>
                  </a:lnTo>
                  <a:lnTo>
                    <a:pt x="3739025" y="960445"/>
                  </a:lnTo>
                  <a:lnTo>
                    <a:pt x="3768883" y="886537"/>
                  </a:lnTo>
                  <a:lnTo>
                    <a:pt x="3799267" y="816702"/>
                  </a:lnTo>
                  <a:lnTo>
                    <a:pt x="3829811" y="751915"/>
                  </a:lnTo>
                  <a:lnTo>
                    <a:pt x="3872614" y="670072"/>
                  </a:lnTo>
                  <a:lnTo>
                    <a:pt x="3917409" y="595249"/>
                  </a:lnTo>
                  <a:lnTo>
                    <a:pt x="3964749" y="527204"/>
                  </a:lnTo>
                  <a:lnTo>
                    <a:pt x="4015237" y="465465"/>
                  </a:lnTo>
                  <a:lnTo>
                    <a:pt x="4069501" y="409464"/>
                  </a:lnTo>
                  <a:lnTo>
                    <a:pt x="4128158" y="358613"/>
                  </a:lnTo>
                  <a:lnTo>
                    <a:pt x="4191774" y="312357"/>
                  </a:lnTo>
                  <a:lnTo>
                    <a:pt x="4260811" y="270205"/>
                  </a:lnTo>
                  <a:lnTo>
                    <a:pt x="4335556" y="231748"/>
                  </a:lnTo>
                  <a:lnTo>
                    <a:pt x="4416028" y="196668"/>
                  </a:lnTo>
                  <a:lnTo>
                    <a:pt x="4501876" y="164742"/>
                  </a:lnTo>
                  <a:lnTo>
                    <a:pt x="4592254" y="135842"/>
                  </a:lnTo>
                  <a:lnTo>
                    <a:pt x="4685724" y="109927"/>
                  </a:lnTo>
                  <a:lnTo>
                    <a:pt x="4780202" y="87021"/>
                  </a:lnTo>
                  <a:lnTo>
                    <a:pt x="4872994" y="67183"/>
                  </a:lnTo>
                  <a:lnTo>
                    <a:pt x="4960958" y="50471"/>
                  </a:lnTo>
                  <a:lnTo>
                    <a:pt x="5040823" y="36894"/>
                  </a:lnTo>
                  <a:lnTo>
                    <a:pt x="5109608" y="26365"/>
                  </a:lnTo>
                  <a:lnTo>
                    <a:pt x="5165101" y="18677"/>
                  </a:lnTo>
                  <a:lnTo>
                    <a:pt x="5206252" y="13494"/>
                  </a:lnTo>
                  <a:lnTo>
                    <a:pt x="5233410" y="10375"/>
                  </a:lnTo>
                  <a:lnTo>
                    <a:pt x="5248346" y="8805"/>
                  </a:lnTo>
                  <a:lnTo>
                    <a:pt x="5254131" y="8246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471" y="8244"/>
                  </a:lnTo>
                  <a:lnTo>
                    <a:pt x="6734890" y="8753"/>
                  </a:lnTo>
                  <a:lnTo>
                    <a:pt x="6753597" y="10160"/>
                  </a:lnTo>
                  <a:lnTo>
                    <a:pt x="6787057" y="12931"/>
                  </a:lnTo>
                  <a:lnTo>
                    <a:pt x="6836955" y="17496"/>
                  </a:lnTo>
                  <a:lnTo>
                    <a:pt x="6903070" y="24209"/>
                  </a:lnTo>
                  <a:lnTo>
                    <a:pt x="6983424" y="33314"/>
                  </a:lnTo>
                  <a:lnTo>
                    <a:pt x="7074726" y="44932"/>
                  </a:lnTo>
                  <a:lnTo>
                    <a:pt x="7173011" y="59089"/>
                  </a:lnTo>
                  <a:lnTo>
                    <a:pt x="7274290" y="75745"/>
                  </a:lnTo>
                  <a:lnTo>
                    <a:pt x="7375059" y="94844"/>
                  </a:lnTo>
                  <a:lnTo>
                    <a:pt x="7472586" y="116359"/>
                  </a:lnTo>
                  <a:lnTo>
                    <a:pt x="7564998" y="140319"/>
                  </a:lnTo>
                  <a:lnTo>
                    <a:pt x="7651221" y="166832"/>
                  </a:lnTo>
                  <a:lnTo>
                    <a:pt x="7730830" y="196093"/>
                  </a:lnTo>
                  <a:lnTo>
                    <a:pt x="7803890" y="228389"/>
                  </a:lnTo>
                  <a:lnTo>
                    <a:pt x="7870803" y="264087"/>
                  </a:lnTo>
                  <a:lnTo>
                    <a:pt x="7932178" y="303632"/>
                  </a:lnTo>
                  <a:lnTo>
                    <a:pt x="7988744" y="347517"/>
                  </a:lnTo>
                  <a:lnTo>
                    <a:pt x="8041274" y="396252"/>
                  </a:lnTo>
                  <a:lnTo>
                    <a:pt x="8090536" y="450299"/>
                  </a:lnTo>
                  <a:lnTo>
                    <a:pt x="8137247" y="509974"/>
                  </a:lnTo>
                  <a:lnTo>
                    <a:pt x="8151487" y="529882"/>
                  </a:lnTo>
                  <a:lnTo>
                    <a:pt x="8187680" y="584148"/>
                  </a:lnTo>
                  <a:lnTo>
                    <a:pt x="8222986" y="642249"/>
                  </a:lnTo>
                  <a:lnTo>
                    <a:pt x="8257638" y="704264"/>
                  </a:lnTo>
                  <a:lnTo>
                    <a:pt x="8291826" y="770213"/>
                  </a:lnTo>
                  <a:lnTo>
                    <a:pt x="8325700" y="840053"/>
                  </a:lnTo>
                  <a:lnTo>
                    <a:pt x="8359382" y="913672"/>
                  </a:lnTo>
                  <a:lnTo>
                    <a:pt x="8392963" y="990884"/>
                  </a:lnTo>
                  <a:lnTo>
                    <a:pt x="8426512" y="1071429"/>
                  </a:lnTo>
                  <a:lnTo>
                    <a:pt x="8460072" y="1154970"/>
                  </a:lnTo>
                  <a:lnTo>
                    <a:pt x="8493671" y="1241100"/>
                  </a:lnTo>
                  <a:lnTo>
                    <a:pt x="8527319" y="1329347"/>
                  </a:lnTo>
                  <a:lnTo>
                    <a:pt x="8561012" y="1419184"/>
                  </a:lnTo>
                  <a:lnTo>
                    <a:pt x="8594739" y="1510041"/>
                  </a:lnTo>
                  <a:lnTo>
                    <a:pt x="8628481" y="1601320"/>
                  </a:lnTo>
                  <a:lnTo>
                    <a:pt x="8662216" y="1692412"/>
                  </a:lnTo>
                  <a:lnTo>
                    <a:pt x="8695924" y="1782712"/>
                  </a:lnTo>
                  <a:lnTo>
                    <a:pt x="8729591" y="1871639"/>
                  </a:lnTo>
                  <a:lnTo>
                    <a:pt x="8763208" y="1958646"/>
                  </a:lnTo>
                  <a:lnTo>
                    <a:pt x="8796781" y="2043239"/>
                  </a:lnTo>
                  <a:lnTo>
                    <a:pt x="8830330" y="2124985"/>
                  </a:lnTo>
                  <a:lnTo>
                    <a:pt x="8863892" y="2203520"/>
                  </a:lnTo>
                  <a:lnTo>
                    <a:pt x="8897525" y="2278553"/>
                  </a:lnTo>
                  <a:lnTo>
                    <a:pt x="8931313" y="2349870"/>
                  </a:lnTo>
                  <a:lnTo>
                    <a:pt x="8965363" y="2417331"/>
                  </a:lnTo>
                  <a:lnTo>
                    <a:pt x="8999815" y="2480866"/>
                  </a:lnTo>
                  <a:lnTo>
                    <a:pt x="9034844" y="2540472"/>
                  </a:lnTo>
                  <a:lnTo>
                    <a:pt x="9070664" y="2596207"/>
                  </a:lnTo>
                  <a:lnTo>
                    <a:pt x="9084767" y="2616721"/>
                  </a:lnTo>
                  <a:lnTo>
                    <a:pt x="9130810" y="2678184"/>
                  </a:lnTo>
                  <a:lnTo>
                    <a:pt x="9179197" y="2733975"/>
                  </a:lnTo>
                  <a:lnTo>
                    <a:pt x="9230620" y="2784333"/>
                  </a:lnTo>
                  <a:lnTo>
                    <a:pt x="9285835" y="2829686"/>
                  </a:lnTo>
                  <a:lnTo>
                    <a:pt x="9345619" y="2870538"/>
                  </a:lnTo>
                  <a:lnTo>
                    <a:pt x="9410720" y="2907394"/>
                  </a:lnTo>
                  <a:lnTo>
                    <a:pt x="9481796" y="2940714"/>
                  </a:lnTo>
                  <a:lnTo>
                    <a:pt x="9559323" y="2970893"/>
                  </a:lnTo>
                  <a:lnTo>
                    <a:pt x="9643489" y="2998243"/>
                  </a:lnTo>
                  <a:lnTo>
                    <a:pt x="9734040" y="3022989"/>
                  </a:lnTo>
                  <a:lnTo>
                    <a:pt x="9830123" y="3045265"/>
                  </a:lnTo>
                  <a:lnTo>
                    <a:pt x="9930127" y="3065124"/>
                  </a:lnTo>
                  <a:lnTo>
                    <a:pt x="10031591" y="3082552"/>
                  </a:lnTo>
                  <a:lnTo>
                    <a:pt x="10131231" y="3097499"/>
                  </a:lnTo>
                  <a:lnTo>
                    <a:pt x="10225165" y="3109916"/>
                  </a:lnTo>
                  <a:lnTo>
                    <a:pt x="10309356" y="3119801"/>
                  </a:lnTo>
                  <a:lnTo>
                    <a:pt x="10380228" y="3127245"/>
                  </a:lnTo>
                  <a:lnTo>
                    <a:pt x="10435329" y="3132451"/>
                  </a:lnTo>
                  <a:lnTo>
                    <a:pt x="10473857" y="3135742"/>
                  </a:lnTo>
                  <a:lnTo>
                    <a:pt x="10496902" y="3137527"/>
                  </a:lnTo>
                  <a:lnTo>
                    <a:pt x="10507394" y="3138268"/>
                  </a:lnTo>
                  <a:lnTo>
                    <a:pt x="10509911" y="3138431"/>
                  </a:lnTo>
                  <a:lnTo>
                    <a:pt x="11981298" y="3138431"/>
                  </a:lnTo>
                  <a:lnTo>
                    <a:pt x="11981298" y="3130258"/>
                  </a:lnTo>
                  <a:lnTo>
                    <a:pt x="10509911" y="3130258"/>
                  </a:lnTo>
                  <a:lnTo>
                    <a:pt x="10508782" y="3130186"/>
                  </a:lnTo>
                  <a:lnTo>
                    <a:pt x="10501363" y="3129677"/>
                  </a:lnTo>
                  <a:lnTo>
                    <a:pt x="10482656" y="3128270"/>
                  </a:lnTo>
                  <a:lnTo>
                    <a:pt x="10449196" y="3125499"/>
                  </a:lnTo>
                  <a:lnTo>
                    <a:pt x="10399299" y="3120934"/>
                  </a:lnTo>
                  <a:lnTo>
                    <a:pt x="10333183" y="3114221"/>
                  </a:lnTo>
                  <a:lnTo>
                    <a:pt x="10252829" y="3105117"/>
                  </a:lnTo>
                  <a:lnTo>
                    <a:pt x="10161528" y="3093498"/>
                  </a:lnTo>
                  <a:lnTo>
                    <a:pt x="10063243" y="3079341"/>
                  </a:lnTo>
                  <a:lnTo>
                    <a:pt x="9961963" y="3062686"/>
                  </a:lnTo>
                  <a:lnTo>
                    <a:pt x="9861194" y="3043586"/>
                  </a:lnTo>
                  <a:lnTo>
                    <a:pt x="9763668" y="3022071"/>
                  </a:lnTo>
                  <a:lnTo>
                    <a:pt x="9671255" y="2998111"/>
                  </a:lnTo>
                  <a:lnTo>
                    <a:pt x="9585033" y="2971599"/>
                  </a:lnTo>
                  <a:lnTo>
                    <a:pt x="9505424" y="2942337"/>
                  </a:lnTo>
                  <a:lnTo>
                    <a:pt x="9432363" y="2910042"/>
                  </a:lnTo>
                  <a:lnTo>
                    <a:pt x="9365450" y="2874343"/>
                  </a:lnTo>
                  <a:lnTo>
                    <a:pt x="9304075" y="2834798"/>
                  </a:lnTo>
                  <a:lnTo>
                    <a:pt x="9247509" y="2790914"/>
                  </a:lnTo>
                  <a:lnTo>
                    <a:pt x="9194979" y="2742179"/>
                  </a:lnTo>
                  <a:lnTo>
                    <a:pt x="9145717" y="2688131"/>
                  </a:lnTo>
                  <a:lnTo>
                    <a:pt x="9099007" y="2628456"/>
                  </a:lnTo>
                  <a:lnTo>
                    <a:pt x="9084767" y="2608548"/>
                  </a:lnTo>
                  <a:lnTo>
                    <a:pt x="9048574" y="2554282"/>
                  </a:lnTo>
                  <a:lnTo>
                    <a:pt x="9013267" y="2496181"/>
                  </a:lnTo>
                  <a:lnTo>
                    <a:pt x="8978615" y="2434166"/>
                  </a:lnTo>
                  <a:lnTo>
                    <a:pt x="8944428" y="2368218"/>
                  </a:lnTo>
                  <a:lnTo>
                    <a:pt x="8910553" y="2298378"/>
                  </a:lnTo>
                  <a:lnTo>
                    <a:pt x="8876871" y="2224759"/>
                  </a:lnTo>
                  <a:lnTo>
                    <a:pt x="8843290" y="2147546"/>
                  </a:lnTo>
                  <a:lnTo>
                    <a:pt x="8809742" y="2067002"/>
                  </a:lnTo>
                  <a:lnTo>
                    <a:pt x="8776181" y="1983460"/>
                  </a:lnTo>
                  <a:lnTo>
                    <a:pt x="8742582" y="1897330"/>
                  </a:lnTo>
                  <a:lnTo>
                    <a:pt x="8708935" y="1809083"/>
                  </a:lnTo>
                  <a:lnTo>
                    <a:pt x="8675241" y="1719246"/>
                  </a:lnTo>
                  <a:lnTo>
                    <a:pt x="8641514" y="1628389"/>
                  </a:lnTo>
                  <a:lnTo>
                    <a:pt x="8607772" y="1537110"/>
                  </a:lnTo>
                  <a:lnTo>
                    <a:pt x="8574037" y="1446018"/>
                  </a:lnTo>
                  <a:lnTo>
                    <a:pt x="8540329" y="1355718"/>
                  </a:lnTo>
                  <a:lnTo>
                    <a:pt x="8506662" y="1266792"/>
                  </a:lnTo>
                  <a:lnTo>
                    <a:pt x="8473045" y="1179785"/>
                  </a:lnTo>
                  <a:lnTo>
                    <a:pt x="8439472" y="1095191"/>
                  </a:lnTo>
                  <a:lnTo>
                    <a:pt x="8405923" y="1013445"/>
                  </a:lnTo>
                  <a:lnTo>
                    <a:pt x="8372361" y="934911"/>
                  </a:lnTo>
                  <a:lnTo>
                    <a:pt x="8338728" y="859877"/>
                  </a:lnTo>
                  <a:lnTo>
                    <a:pt x="8304940" y="788560"/>
                  </a:lnTo>
                  <a:lnTo>
                    <a:pt x="8270890" y="721100"/>
                  </a:lnTo>
                  <a:lnTo>
                    <a:pt x="8236438" y="657565"/>
                  </a:lnTo>
                  <a:lnTo>
                    <a:pt x="8201409" y="597958"/>
                  </a:lnTo>
                  <a:lnTo>
                    <a:pt x="8165589" y="542223"/>
                  </a:lnTo>
                  <a:lnTo>
                    <a:pt x="8151487" y="521709"/>
                  </a:lnTo>
                  <a:lnTo>
                    <a:pt x="8105443" y="460246"/>
                  </a:lnTo>
                  <a:lnTo>
                    <a:pt x="8057056" y="404455"/>
                  </a:lnTo>
                  <a:lnTo>
                    <a:pt x="8005633" y="354098"/>
                  </a:lnTo>
                  <a:lnTo>
                    <a:pt x="7950418" y="308744"/>
                  </a:lnTo>
                  <a:lnTo>
                    <a:pt x="7890634" y="267892"/>
                  </a:lnTo>
                  <a:lnTo>
                    <a:pt x="7825533" y="231037"/>
                  </a:lnTo>
                  <a:lnTo>
                    <a:pt x="7754458" y="197716"/>
                  </a:lnTo>
                  <a:lnTo>
                    <a:pt x="7676930" y="167537"/>
                  </a:lnTo>
                  <a:lnTo>
                    <a:pt x="7592765" y="140187"/>
                  </a:lnTo>
                  <a:lnTo>
                    <a:pt x="7502213" y="115441"/>
                  </a:lnTo>
                  <a:lnTo>
                    <a:pt x="7406131" y="93165"/>
                  </a:lnTo>
                  <a:lnTo>
                    <a:pt x="7306126" y="73307"/>
                  </a:lnTo>
                  <a:lnTo>
                    <a:pt x="7204662" y="55878"/>
                  </a:lnTo>
                  <a:lnTo>
                    <a:pt x="7105022" y="40931"/>
                  </a:lnTo>
                  <a:lnTo>
                    <a:pt x="7011088" y="28514"/>
                  </a:lnTo>
                  <a:lnTo>
                    <a:pt x="6926897" y="18629"/>
                  </a:lnTo>
                  <a:lnTo>
                    <a:pt x="6856026" y="11186"/>
                  </a:lnTo>
                  <a:lnTo>
                    <a:pt x="6800924" y="5979"/>
                  </a:lnTo>
                  <a:lnTo>
                    <a:pt x="6762396" y="2689"/>
                  </a:lnTo>
                  <a:lnTo>
                    <a:pt x="6739351" y="903"/>
                  </a:lnTo>
                  <a:lnTo>
                    <a:pt x="6728859" y="162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041" y="82"/>
                  </a:lnTo>
                  <a:lnTo>
                    <a:pt x="5248003" y="666"/>
                  </a:lnTo>
                  <a:lnTo>
                    <a:pt x="5232688" y="2281"/>
                  </a:lnTo>
                  <a:lnTo>
                    <a:pt x="5205068" y="5463"/>
                  </a:lnTo>
                  <a:lnTo>
                    <a:pt x="5163417" y="10726"/>
                  </a:lnTo>
                  <a:lnTo>
                    <a:pt x="5107439" y="18507"/>
                  </a:lnTo>
                  <a:lnTo>
                    <a:pt x="5038227" y="29139"/>
                  </a:lnTo>
                  <a:lnTo>
                    <a:pt x="4958030" y="42825"/>
                  </a:lnTo>
                  <a:lnTo>
                    <a:pt x="4869843" y="59645"/>
                  </a:lnTo>
                  <a:lnTo>
                    <a:pt x="4776942" y="79590"/>
                  </a:lnTo>
                  <a:lnTo>
                    <a:pt x="4682457" y="102602"/>
                  </a:lnTo>
                  <a:lnTo>
                    <a:pt x="4589063" y="128620"/>
                  </a:lnTo>
                  <a:lnTo>
                    <a:pt x="4498822" y="157623"/>
                  </a:lnTo>
                  <a:lnTo>
                    <a:pt x="4413149" y="189656"/>
                  </a:lnTo>
                  <a:lnTo>
                    <a:pt x="4332871" y="224849"/>
                  </a:lnTo>
                  <a:lnTo>
                    <a:pt x="4258326" y="263428"/>
                  </a:lnTo>
                  <a:lnTo>
                    <a:pt x="4189483" y="305714"/>
                  </a:lnTo>
                  <a:lnTo>
                    <a:pt x="4126048" y="352121"/>
                  </a:lnTo>
                  <a:lnTo>
                    <a:pt x="4067552" y="403140"/>
                  </a:lnTo>
                  <a:lnTo>
                    <a:pt x="4013429" y="459330"/>
                  </a:lnTo>
                  <a:lnTo>
                    <a:pt x="3963061" y="521278"/>
                  </a:lnTo>
                  <a:lnTo>
                    <a:pt x="3915819" y="589551"/>
                  </a:lnTo>
                  <a:lnTo>
                    <a:pt x="3871101" y="664615"/>
                  </a:lnTo>
                  <a:lnTo>
                    <a:pt x="3829811" y="743742"/>
                  </a:lnTo>
                  <a:lnTo>
                    <a:pt x="3798760" y="809651"/>
                  </a:lnTo>
                  <a:lnTo>
                    <a:pt x="3768385" y="879553"/>
                  </a:lnTo>
                  <a:lnTo>
                    <a:pt x="3738534" y="953529"/>
                  </a:lnTo>
                  <a:lnTo>
                    <a:pt x="3709081" y="1031616"/>
                  </a:lnTo>
                  <a:lnTo>
                    <a:pt x="3679917" y="1113807"/>
                  </a:lnTo>
                  <a:lnTo>
                    <a:pt x="3650954" y="1200042"/>
                  </a:lnTo>
                  <a:lnTo>
                    <a:pt x="3622123" y="1290206"/>
                  </a:lnTo>
                  <a:lnTo>
                    <a:pt x="3593364" y="1384129"/>
                  </a:lnTo>
                  <a:lnTo>
                    <a:pt x="3564636" y="1481583"/>
                  </a:lnTo>
                  <a:lnTo>
                    <a:pt x="3535907" y="1582281"/>
                  </a:lnTo>
                  <a:lnTo>
                    <a:pt x="3507157" y="1685882"/>
                  </a:lnTo>
                  <a:lnTo>
                    <a:pt x="3478373" y="1791992"/>
                  </a:lnTo>
                  <a:lnTo>
                    <a:pt x="3449553" y="1900169"/>
                  </a:lnTo>
                  <a:lnTo>
                    <a:pt x="3420700" y="2009933"/>
                  </a:lnTo>
                  <a:lnTo>
                    <a:pt x="3391823" y="2120771"/>
                  </a:lnTo>
                  <a:lnTo>
                    <a:pt x="3362932" y="2232150"/>
                  </a:lnTo>
                  <a:lnTo>
                    <a:pt x="3334042" y="2343524"/>
                  </a:lnTo>
                  <a:lnTo>
                    <a:pt x="3305164" y="2454348"/>
                  </a:lnTo>
                  <a:lnTo>
                    <a:pt x="3276312" y="2564090"/>
                  </a:lnTo>
                  <a:lnTo>
                    <a:pt x="3247493" y="2672237"/>
                  </a:lnTo>
                  <a:lnTo>
                    <a:pt x="3218710" y="2778309"/>
                  </a:lnTo>
                  <a:lnTo>
                    <a:pt x="3189960" y="2881865"/>
                  </a:lnTo>
                  <a:lnTo>
                    <a:pt x="3161231" y="2982512"/>
                  </a:lnTo>
                  <a:lnTo>
                    <a:pt x="3132503" y="3079910"/>
                  </a:lnTo>
                  <a:lnTo>
                    <a:pt x="3103743" y="3173773"/>
                  </a:lnTo>
                  <a:lnTo>
                    <a:pt x="3074910" y="3263873"/>
                  </a:lnTo>
                  <a:lnTo>
                    <a:pt x="3045945" y="3350041"/>
                  </a:lnTo>
                  <a:lnTo>
                    <a:pt x="3016777" y="3432165"/>
                  </a:lnTo>
                  <a:lnTo>
                    <a:pt x="2987318" y="3510184"/>
                  </a:lnTo>
                  <a:lnTo>
                    <a:pt x="2957460" y="3584092"/>
                  </a:lnTo>
                  <a:lnTo>
                    <a:pt x="2927075" y="3653927"/>
                  </a:lnTo>
                  <a:lnTo>
                    <a:pt x="2896531" y="3718714"/>
                  </a:lnTo>
                  <a:lnTo>
                    <a:pt x="2853728" y="3800557"/>
                  </a:lnTo>
                  <a:lnTo>
                    <a:pt x="2808933" y="3875380"/>
                  </a:lnTo>
                  <a:lnTo>
                    <a:pt x="2761593" y="3943425"/>
                  </a:lnTo>
                  <a:lnTo>
                    <a:pt x="2711105" y="4005164"/>
                  </a:lnTo>
                  <a:lnTo>
                    <a:pt x="2656841" y="4061165"/>
                  </a:lnTo>
                  <a:lnTo>
                    <a:pt x="2598184" y="4112016"/>
                  </a:lnTo>
                  <a:lnTo>
                    <a:pt x="2534568" y="4158272"/>
                  </a:lnTo>
                  <a:lnTo>
                    <a:pt x="2465531" y="4200424"/>
                  </a:lnTo>
                  <a:lnTo>
                    <a:pt x="2390787" y="4238881"/>
                  </a:lnTo>
                  <a:lnTo>
                    <a:pt x="2310314" y="4273961"/>
                  </a:lnTo>
                  <a:lnTo>
                    <a:pt x="2224466" y="4305887"/>
                  </a:lnTo>
                  <a:lnTo>
                    <a:pt x="2134089" y="4334787"/>
                  </a:lnTo>
                  <a:lnTo>
                    <a:pt x="2040618" y="4360702"/>
                  </a:lnTo>
                  <a:lnTo>
                    <a:pt x="1946140" y="4383609"/>
                  </a:lnTo>
                  <a:lnTo>
                    <a:pt x="1853348" y="4403446"/>
                  </a:lnTo>
                  <a:lnTo>
                    <a:pt x="1765384" y="4420158"/>
                  </a:lnTo>
                  <a:lnTo>
                    <a:pt x="1685519" y="4433735"/>
                  </a:lnTo>
                  <a:lnTo>
                    <a:pt x="1616734" y="4444264"/>
                  </a:lnTo>
                  <a:lnTo>
                    <a:pt x="1561241" y="4451953"/>
                  </a:lnTo>
                  <a:lnTo>
                    <a:pt x="1520090" y="4457135"/>
                  </a:lnTo>
                  <a:lnTo>
                    <a:pt x="1492932" y="4460254"/>
                  </a:lnTo>
                  <a:lnTo>
                    <a:pt x="1477996" y="4461824"/>
                  </a:lnTo>
                  <a:lnTo>
                    <a:pt x="1472211" y="4462383"/>
                  </a:lnTo>
                  <a:lnTo>
                    <a:pt x="1471387" y="4462457"/>
                  </a:lnTo>
                  <a:lnTo>
                    <a:pt x="0" y="4462457"/>
                  </a:lnTo>
                  <a:close/>
                </a:path>
              </a:pathLst>
            </a:custGeom>
            <a:solidFill>
              <a:srgbClr val="8BC34A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503" name="pl1503"/>
            <p:cNvSpPr/>
            <p:nvPr/>
          </p:nvSpPr>
          <p:spPr>
            <a:xfrm>
              <a:off x="4799595" y="4873521"/>
              <a:ext cx="11981298" cy="4462457"/>
            </a:xfrm>
            <a:custGeom>
              <a:avLst/>
              <a:pathLst>
                <a:path w="11981298" h="4462457">
                  <a:moveTo>
                    <a:pt x="0" y="4462457"/>
                  </a:moveTo>
                  <a:lnTo>
                    <a:pt x="1471387" y="4462457"/>
                  </a:lnTo>
                  <a:lnTo>
                    <a:pt x="1472301" y="4462374"/>
                  </a:lnTo>
                  <a:lnTo>
                    <a:pt x="1478339" y="4461790"/>
                  </a:lnTo>
                  <a:lnTo>
                    <a:pt x="1493654" y="4460175"/>
                  </a:lnTo>
                  <a:lnTo>
                    <a:pt x="1521274" y="4456993"/>
                  </a:lnTo>
                  <a:lnTo>
                    <a:pt x="1562925" y="4451731"/>
                  </a:lnTo>
                  <a:lnTo>
                    <a:pt x="1618903" y="4443949"/>
                  </a:lnTo>
                  <a:lnTo>
                    <a:pt x="1688115" y="4433317"/>
                  </a:lnTo>
                  <a:lnTo>
                    <a:pt x="1768313" y="4419632"/>
                  </a:lnTo>
                  <a:lnTo>
                    <a:pt x="1856499" y="4402811"/>
                  </a:lnTo>
                  <a:lnTo>
                    <a:pt x="1949400" y="4382866"/>
                  </a:lnTo>
                  <a:lnTo>
                    <a:pt x="2043885" y="4359854"/>
                  </a:lnTo>
                  <a:lnTo>
                    <a:pt x="2137279" y="4333836"/>
                  </a:lnTo>
                  <a:lnTo>
                    <a:pt x="2227521" y="4304833"/>
                  </a:lnTo>
                  <a:lnTo>
                    <a:pt x="2313193" y="4272800"/>
                  </a:lnTo>
                  <a:lnTo>
                    <a:pt x="2393471" y="4237607"/>
                  </a:lnTo>
                  <a:lnTo>
                    <a:pt x="2468016" y="4199028"/>
                  </a:lnTo>
                  <a:lnTo>
                    <a:pt x="2536859" y="4156742"/>
                  </a:lnTo>
                  <a:lnTo>
                    <a:pt x="2600295" y="4110336"/>
                  </a:lnTo>
                  <a:lnTo>
                    <a:pt x="2658790" y="4059316"/>
                  </a:lnTo>
                  <a:lnTo>
                    <a:pt x="2712913" y="4003126"/>
                  </a:lnTo>
                  <a:lnTo>
                    <a:pt x="2763281" y="3941178"/>
                  </a:lnTo>
                  <a:lnTo>
                    <a:pt x="2810523" y="3872905"/>
                  </a:lnTo>
                  <a:lnTo>
                    <a:pt x="2855241" y="3797841"/>
                  </a:lnTo>
                  <a:lnTo>
                    <a:pt x="2896531" y="3718714"/>
                  </a:lnTo>
                  <a:lnTo>
                    <a:pt x="2927582" y="3652805"/>
                  </a:lnTo>
                  <a:lnTo>
                    <a:pt x="2957957" y="3582903"/>
                  </a:lnTo>
                  <a:lnTo>
                    <a:pt x="2987808" y="3508927"/>
                  </a:lnTo>
                  <a:lnTo>
                    <a:pt x="3017262" y="3430840"/>
                  </a:lnTo>
                  <a:lnTo>
                    <a:pt x="3046426" y="3348649"/>
                  </a:lnTo>
                  <a:lnTo>
                    <a:pt x="3075388" y="3262414"/>
                  </a:lnTo>
                  <a:lnTo>
                    <a:pt x="3104220" y="3172250"/>
                  </a:lnTo>
                  <a:lnTo>
                    <a:pt x="3132978" y="3078327"/>
                  </a:lnTo>
                  <a:lnTo>
                    <a:pt x="3161706" y="2980873"/>
                  </a:lnTo>
                  <a:lnTo>
                    <a:pt x="3190435" y="2880175"/>
                  </a:lnTo>
                  <a:lnTo>
                    <a:pt x="3219185" y="2776574"/>
                  </a:lnTo>
                  <a:lnTo>
                    <a:pt x="3247969" y="2670464"/>
                  </a:lnTo>
                  <a:lnTo>
                    <a:pt x="3276789" y="2562287"/>
                  </a:lnTo>
                  <a:lnTo>
                    <a:pt x="3305642" y="2452523"/>
                  </a:lnTo>
                  <a:lnTo>
                    <a:pt x="3334519" y="2341685"/>
                  </a:lnTo>
                  <a:lnTo>
                    <a:pt x="3363410" y="2230306"/>
                  </a:lnTo>
                  <a:lnTo>
                    <a:pt x="3392301" y="2118932"/>
                  </a:lnTo>
                  <a:lnTo>
                    <a:pt x="3421178" y="2008108"/>
                  </a:lnTo>
                  <a:lnTo>
                    <a:pt x="3450030" y="1898366"/>
                  </a:lnTo>
                  <a:lnTo>
                    <a:pt x="3478849" y="1790219"/>
                  </a:lnTo>
                  <a:lnTo>
                    <a:pt x="3507632" y="1684147"/>
                  </a:lnTo>
                  <a:lnTo>
                    <a:pt x="3536383" y="1580591"/>
                  </a:lnTo>
                  <a:lnTo>
                    <a:pt x="3565111" y="1479944"/>
                  </a:lnTo>
                  <a:lnTo>
                    <a:pt x="3593840" y="1382546"/>
                  </a:lnTo>
                  <a:lnTo>
                    <a:pt x="3622599" y="1288683"/>
                  </a:lnTo>
                  <a:lnTo>
                    <a:pt x="3651432" y="1198583"/>
                  </a:lnTo>
                  <a:lnTo>
                    <a:pt x="3680397" y="1112415"/>
                  </a:lnTo>
                  <a:lnTo>
                    <a:pt x="3709565" y="1030292"/>
                  </a:lnTo>
                  <a:lnTo>
                    <a:pt x="3739025" y="952272"/>
                  </a:lnTo>
                  <a:lnTo>
                    <a:pt x="3768883" y="878364"/>
                  </a:lnTo>
                  <a:lnTo>
                    <a:pt x="3799267" y="808529"/>
                  </a:lnTo>
                  <a:lnTo>
                    <a:pt x="3829811" y="743742"/>
                  </a:lnTo>
                  <a:lnTo>
                    <a:pt x="3872614" y="661899"/>
                  </a:lnTo>
                  <a:lnTo>
                    <a:pt x="3917409" y="587076"/>
                  </a:lnTo>
                  <a:lnTo>
                    <a:pt x="3964749" y="519031"/>
                  </a:lnTo>
                  <a:lnTo>
                    <a:pt x="4015237" y="457292"/>
                  </a:lnTo>
                  <a:lnTo>
                    <a:pt x="4069501" y="401291"/>
                  </a:lnTo>
                  <a:lnTo>
                    <a:pt x="4128158" y="350440"/>
                  </a:lnTo>
                  <a:lnTo>
                    <a:pt x="4191774" y="304184"/>
                  </a:lnTo>
                  <a:lnTo>
                    <a:pt x="4260811" y="262032"/>
                  </a:lnTo>
                  <a:lnTo>
                    <a:pt x="4335556" y="223575"/>
                  </a:lnTo>
                  <a:lnTo>
                    <a:pt x="4416028" y="188495"/>
                  </a:lnTo>
                  <a:lnTo>
                    <a:pt x="4501876" y="156569"/>
                  </a:lnTo>
                  <a:lnTo>
                    <a:pt x="4592254" y="127669"/>
                  </a:lnTo>
                  <a:lnTo>
                    <a:pt x="4685724" y="101754"/>
                  </a:lnTo>
                  <a:lnTo>
                    <a:pt x="4780202" y="78848"/>
                  </a:lnTo>
                  <a:lnTo>
                    <a:pt x="4872994" y="59010"/>
                  </a:lnTo>
                  <a:lnTo>
                    <a:pt x="4960958" y="42298"/>
                  </a:lnTo>
                  <a:lnTo>
                    <a:pt x="5040823" y="28721"/>
                  </a:lnTo>
                  <a:lnTo>
                    <a:pt x="5109608" y="18192"/>
                  </a:lnTo>
                  <a:lnTo>
                    <a:pt x="5165101" y="10504"/>
                  </a:lnTo>
                  <a:lnTo>
                    <a:pt x="5206252" y="5321"/>
                  </a:lnTo>
                  <a:lnTo>
                    <a:pt x="5233410" y="2202"/>
                  </a:lnTo>
                  <a:lnTo>
                    <a:pt x="5248346" y="632"/>
                  </a:lnTo>
                  <a:lnTo>
                    <a:pt x="5254131" y="73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471" y="71"/>
                  </a:lnTo>
                  <a:lnTo>
                    <a:pt x="6734890" y="580"/>
                  </a:lnTo>
                  <a:lnTo>
                    <a:pt x="6753597" y="1987"/>
                  </a:lnTo>
                  <a:lnTo>
                    <a:pt x="6787057" y="4758"/>
                  </a:lnTo>
                  <a:lnTo>
                    <a:pt x="6836955" y="9323"/>
                  </a:lnTo>
                  <a:lnTo>
                    <a:pt x="6903070" y="16036"/>
                  </a:lnTo>
                  <a:lnTo>
                    <a:pt x="6983424" y="25141"/>
                  </a:lnTo>
                  <a:lnTo>
                    <a:pt x="7074726" y="36759"/>
                  </a:lnTo>
                  <a:lnTo>
                    <a:pt x="7173011" y="50916"/>
                  </a:lnTo>
                  <a:lnTo>
                    <a:pt x="7274290" y="67572"/>
                  </a:lnTo>
                  <a:lnTo>
                    <a:pt x="7375059" y="86671"/>
                  </a:lnTo>
                  <a:lnTo>
                    <a:pt x="7472586" y="108186"/>
                  </a:lnTo>
                  <a:lnTo>
                    <a:pt x="7564998" y="132146"/>
                  </a:lnTo>
                  <a:lnTo>
                    <a:pt x="7651221" y="158659"/>
                  </a:lnTo>
                  <a:lnTo>
                    <a:pt x="7730830" y="187920"/>
                  </a:lnTo>
                  <a:lnTo>
                    <a:pt x="7803890" y="220216"/>
                  </a:lnTo>
                  <a:lnTo>
                    <a:pt x="7870803" y="255914"/>
                  </a:lnTo>
                  <a:lnTo>
                    <a:pt x="7932178" y="295459"/>
                  </a:lnTo>
                  <a:lnTo>
                    <a:pt x="7988744" y="339344"/>
                  </a:lnTo>
                  <a:lnTo>
                    <a:pt x="8041274" y="388079"/>
                  </a:lnTo>
                  <a:lnTo>
                    <a:pt x="8090536" y="442126"/>
                  </a:lnTo>
                  <a:lnTo>
                    <a:pt x="8137247" y="501801"/>
                  </a:lnTo>
                  <a:lnTo>
                    <a:pt x="8151487" y="521709"/>
                  </a:lnTo>
                  <a:lnTo>
                    <a:pt x="8187680" y="575975"/>
                  </a:lnTo>
                  <a:lnTo>
                    <a:pt x="8222986" y="634076"/>
                  </a:lnTo>
                  <a:lnTo>
                    <a:pt x="8257638" y="696091"/>
                  </a:lnTo>
                  <a:lnTo>
                    <a:pt x="8291826" y="762040"/>
                  </a:lnTo>
                  <a:lnTo>
                    <a:pt x="8325700" y="831880"/>
                  </a:lnTo>
                  <a:lnTo>
                    <a:pt x="8359382" y="905499"/>
                  </a:lnTo>
                  <a:lnTo>
                    <a:pt x="8392963" y="982711"/>
                  </a:lnTo>
                  <a:lnTo>
                    <a:pt x="8426512" y="1063256"/>
                  </a:lnTo>
                  <a:lnTo>
                    <a:pt x="8460072" y="1146797"/>
                  </a:lnTo>
                  <a:lnTo>
                    <a:pt x="8493671" y="1232927"/>
                  </a:lnTo>
                  <a:lnTo>
                    <a:pt x="8527319" y="1321174"/>
                  </a:lnTo>
                  <a:lnTo>
                    <a:pt x="8561012" y="1411011"/>
                  </a:lnTo>
                  <a:lnTo>
                    <a:pt x="8594739" y="1501868"/>
                  </a:lnTo>
                  <a:lnTo>
                    <a:pt x="8628481" y="1593147"/>
                  </a:lnTo>
                  <a:lnTo>
                    <a:pt x="8662216" y="1684239"/>
                  </a:lnTo>
                  <a:lnTo>
                    <a:pt x="8695924" y="1774539"/>
                  </a:lnTo>
                  <a:lnTo>
                    <a:pt x="8729591" y="1863466"/>
                  </a:lnTo>
                  <a:lnTo>
                    <a:pt x="8763208" y="1950473"/>
                  </a:lnTo>
                  <a:lnTo>
                    <a:pt x="8796781" y="2035066"/>
                  </a:lnTo>
                  <a:lnTo>
                    <a:pt x="8830330" y="2116812"/>
                  </a:lnTo>
                  <a:lnTo>
                    <a:pt x="8863892" y="2195347"/>
                  </a:lnTo>
                  <a:lnTo>
                    <a:pt x="8897525" y="2270380"/>
                  </a:lnTo>
                  <a:lnTo>
                    <a:pt x="8931313" y="2341697"/>
                  </a:lnTo>
                  <a:lnTo>
                    <a:pt x="8965363" y="2409158"/>
                  </a:lnTo>
                  <a:lnTo>
                    <a:pt x="8999815" y="2472693"/>
                  </a:lnTo>
                  <a:lnTo>
                    <a:pt x="9034844" y="2532299"/>
                  </a:lnTo>
                  <a:lnTo>
                    <a:pt x="9070664" y="2588034"/>
                  </a:lnTo>
                  <a:lnTo>
                    <a:pt x="9084767" y="2608548"/>
                  </a:lnTo>
                  <a:lnTo>
                    <a:pt x="9130810" y="2670011"/>
                  </a:lnTo>
                  <a:lnTo>
                    <a:pt x="9179197" y="2725802"/>
                  </a:lnTo>
                  <a:lnTo>
                    <a:pt x="9230620" y="2776160"/>
                  </a:lnTo>
                  <a:lnTo>
                    <a:pt x="9285835" y="2821513"/>
                  </a:lnTo>
                  <a:lnTo>
                    <a:pt x="9345619" y="2862365"/>
                  </a:lnTo>
                  <a:lnTo>
                    <a:pt x="9410720" y="2899221"/>
                  </a:lnTo>
                  <a:lnTo>
                    <a:pt x="9481796" y="2932541"/>
                  </a:lnTo>
                  <a:lnTo>
                    <a:pt x="9559323" y="2962720"/>
                  </a:lnTo>
                  <a:lnTo>
                    <a:pt x="9643489" y="2990070"/>
                  </a:lnTo>
                  <a:lnTo>
                    <a:pt x="9734040" y="3014816"/>
                  </a:lnTo>
                  <a:lnTo>
                    <a:pt x="9830123" y="3037092"/>
                  </a:lnTo>
                  <a:lnTo>
                    <a:pt x="9930127" y="3056951"/>
                  </a:lnTo>
                  <a:lnTo>
                    <a:pt x="10031591" y="3074379"/>
                  </a:lnTo>
                  <a:lnTo>
                    <a:pt x="10131231" y="3089326"/>
                  </a:lnTo>
                  <a:lnTo>
                    <a:pt x="10225165" y="3101743"/>
                  </a:lnTo>
                  <a:lnTo>
                    <a:pt x="10309356" y="3111628"/>
                  </a:lnTo>
                  <a:lnTo>
                    <a:pt x="10380228" y="3119072"/>
                  </a:lnTo>
                  <a:lnTo>
                    <a:pt x="10435329" y="3124278"/>
                  </a:lnTo>
                  <a:lnTo>
                    <a:pt x="10473857" y="3127569"/>
                  </a:lnTo>
                  <a:lnTo>
                    <a:pt x="10496902" y="3129354"/>
                  </a:lnTo>
                  <a:lnTo>
                    <a:pt x="10507394" y="3130095"/>
                  </a:lnTo>
                  <a:lnTo>
                    <a:pt x="10509874" y="3130256"/>
                  </a:lnTo>
                  <a:lnTo>
                    <a:pt x="10509911" y="3130258"/>
                  </a:lnTo>
                  <a:lnTo>
                    <a:pt x="11981298" y="313025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04" name="pl1504"/>
            <p:cNvSpPr/>
            <p:nvPr/>
          </p:nvSpPr>
          <p:spPr>
            <a:xfrm>
              <a:off x="4799595" y="4865348"/>
              <a:ext cx="11981298" cy="4462457"/>
            </a:xfrm>
            <a:custGeom>
              <a:avLst/>
              <a:pathLst>
                <a:path w="11981298" h="4462457">
                  <a:moveTo>
                    <a:pt x="11981298" y="3130258"/>
                  </a:moveTo>
                  <a:lnTo>
                    <a:pt x="10509911" y="3130258"/>
                  </a:lnTo>
                  <a:lnTo>
                    <a:pt x="10508782" y="3130186"/>
                  </a:lnTo>
                  <a:lnTo>
                    <a:pt x="10501363" y="3129677"/>
                  </a:lnTo>
                  <a:lnTo>
                    <a:pt x="10482656" y="3128270"/>
                  </a:lnTo>
                  <a:lnTo>
                    <a:pt x="10449196" y="3125499"/>
                  </a:lnTo>
                  <a:lnTo>
                    <a:pt x="10399299" y="3120934"/>
                  </a:lnTo>
                  <a:lnTo>
                    <a:pt x="10333183" y="3114221"/>
                  </a:lnTo>
                  <a:lnTo>
                    <a:pt x="10252829" y="3105117"/>
                  </a:lnTo>
                  <a:lnTo>
                    <a:pt x="10161528" y="3093498"/>
                  </a:lnTo>
                  <a:lnTo>
                    <a:pt x="10063243" y="3079341"/>
                  </a:lnTo>
                  <a:lnTo>
                    <a:pt x="9961963" y="3062686"/>
                  </a:lnTo>
                  <a:lnTo>
                    <a:pt x="9861194" y="3043586"/>
                  </a:lnTo>
                  <a:lnTo>
                    <a:pt x="9763668" y="3022071"/>
                  </a:lnTo>
                  <a:lnTo>
                    <a:pt x="9671255" y="2998111"/>
                  </a:lnTo>
                  <a:lnTo>
                    <a:pt x="9585033" y="2971599"/>
                  </a:lnTo>
                  <a:lnTo>
                    <a:pt x="9505424" y="2942337"/>
                  </a:lnTo>
                  <a:lnTo>
                    <a:pt x="9432363" y="2910042"/>
                  </a:lnTo>
                  <a:lnTo>
                    <a:pt x="9365450" y="2874343"/>
                  </a:lnTo>
                  <a:lnTo>
                    <a:pt x="9304075" y="2834798"/>
                  </a:lnTo>
                  <a:lnTo>
                    <a:pt x="9247509" y="2790914"/>
                  </a:lnTo>
                  <a:lnTo>
                    <a:pt x="9194979" y="2742179"/>
                  </a:lnTo>
                  <a:lnTo>
                    <a:pt x="9145717" y="2688131"/>
                  </a:lnTo>
                  <a:lnTo>
                    <a:pt x="9099007" y="2628456"/>
                  </a:lnTo>
                  <a:lnTo>
                    <a:pt x="9084767" y="2608548"/>
                  </a:lnTo>
                  <a:lnTo>
                    <a:pt x="9048574" y="2554282"/>
                  </a:lnTo>
                  <a:lnTo>
                    <a:pt x="9013267" y="2496181"/>
                  </a:lnTo>
                  <a:lnTo>
                    <a:pt x="8978615" y="2434166"/>
                  </a:lnTo>
                  <a:lnTo>
                    <a:pt x="8944428" y="2368218"/>
                  </a:lnTo>
                  <a:lnTo>
                    <a:pt x="8910553" y="2298378"/>
                  </a:lnTo>
                  <a:lnTo>
                    <a:pt x="8876871" y="2224759"/>
                  </a:lnTo>
                  <a:lnTo>
                    <a:pt x="8843290" y="2147546"/>
                  </a:lnTo>
                  <a:lnTo>
                    <a:pt x="8809742" y="2067002"/>
                  </a:lnTo>
                  <a:lnTo>
                    <a:pt x="8776181" y="1983460"/>
                  </a:lnTo>
                  <a:lnTo>
                    <a:pt x="8742582" y="1897330"/>
                  </a:lnTo>
                  <a:lnTo>
                    <a:pt x="8708935" y="1809083"/>
                  </a:lnTo>
                  <a:lnTo>
                    <a:pt x="8675241" y="1719246"/>
                  </a:lnTo>
                  <a:lnTo>
                    <a:pt x="8641514" y="1628389"/>
                  </a:lnTo>
                  <a:lnTo>
                    <a:pt x="8607772" y="1537110"/>
                  </a:lnTo>
                  <a:lnTo>
                    <a:pt x="8574037" y="1446018"/>
                  </a:lnTo>
                  <a:lnTo>
                    <a:pt x="8540329" y="1355718"/>
                  </a:lnTo>
                  <a:lnTo>
                    <a:pt x="8506662" y="1266792"/>
                  </a:lnTo>
                  <a:lnTo>
                    <a:pt x="8473045" y="1179785"/>
                  </a:lnTo>
                  <a:lnTo>
                    <a:pt x="8439472" y="1095191"/>
                  </a:lnTo>
                  <a:lnTo>
                    <a:pt x="8405923" y="1013445"/>
                  </a:lnTo>
                  <a:lnTo>
                    <a:pt x="8372361" y="934911"/>
                  </a:lnTo>
                  <a:lnTo>
                    <a:pt x="8338728" y="859877"/>
                  </a:lnTo>
                  <a:lnTo>
                    <a:pt x="8304940" y="788560"/>
                  </a:lnTo>
                  <a:lnTo>
                    <a:pt x="8270890" y="721100"/>
                  </a:lnTo>
                  <a:lnTo>
                    <a:pt x="8236438" y="657565"/>
                  </a:lnTo>
                  <a:lnTo>
                    <a:pt x="8201409" y="597958"/>
                  </a:lnTo>
                  <a:lnTo>
                    <a:pt x="8165589" y="542223"/>
                  </a:lnTo>
                  <a:lnTo>
                    <a:pt x="8151487" y="521709"/>
                  </a:lnTo>
                  <a:lnTo>
                    <a:pt x="8105443" y="460246"/>
                  </a:lnTo>
                  <a:lnTo>
                    <a:pt x="8057056" y="404455"/>
                  </a:lnTo>
                  <a:lnTo>
                    <a:pt x="8005633" y="354098"/>
                  </a:lnTo>
                  <a:lnTo>
                    <a:pt x="7950418" y="308744"/>
                  </a:lnTo>
                  <a:lnTo>
                    <a:pt x="7890634" y="267892"/>
                  </a:lnTo>
                  <a:lnTo>
                    <a:pt x="7825533" y="231037"/>
                  </a:lnTo>
                  <a:lnTo>
                    <a:pt x="7754458" y="197716"/>
                  </a:lnTo>
                  <a:lnTo>
                    <a:pt x="7676930" y="167537"/>
                  </a:lnTo>
                  <a:lnTo>
                    <a:pt x="7592765" y="140187"/>
                  </a:lnTo>
                  <a:lnTo>
                    <a:pt x="7502213" y="115441"/>
                  </a:lnTo>
                  <a:lnTo>
                    <a:pt x="7406131" y="93165"/>
                  </a:lnTo>
                  <a:lnTo>
                    <a:pt x="7306126" y="73307"/>
                  </a:lnTo>
                  <a:lnTo>
                    <a:pt x="7204662" y="55878"/>
                  </a:lnTo>
                  <a:lnTo>
                    <a:pt x="7105022" y="40931"/>
                  </a:lnTo>
                  <a:lnTo>
                    <a:pt x="7011088" y="28514"/>
                  </a:lnTo>
                  <a:lnTo>
                    <a:pt x="6926897" y="18629"/>
                  </a:lnTo>
                  <a:lnTo>
                    <a:pt x="6856026" y="11186"/>
                  </a:lnTo>
                  <a:lnTo>
                    <a:pt x="6800924" y="5979"/>
                  </a:lnTo>
                  <a:lnTo>
                    <a:pt x="6762396" y="2689"/>
                  </a:lnTo>
                  <a:lnTo>
                    <a:pt x="6739351" y="903"/>
                  </a:lnTo>
                  <a:lnTo>
                    <a:pt x="6728859" y="162"/>
                  </a:lnTo>
                  <a:lnTo>
                    <a:pt x="6726379" y="2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041" y="82"/>
                  </a:lnTo>
                  <a:lnTo>
                    <a:pt x="5248003" y="666"/>
                  </a:lnTo>
                  <a:lnTo>
                    <a:pt x="5232688" y="2281"/>
                  </a:lnTo>
                  <a:lnTo>
                    <a:pt x="5205068" y="5463"/>
                  </a:lnTo>
                  <a:lnTo>
                    <a:pt x="5163417" y="10726"/>
                  </a:lnTo>
                  <a:lnTo>
                    <a:pt x="5107439" y="18507"/>
                  </a:lnTo>
                  <a:lnTo>
                    <a:pt x="5038227" y="29139"/>
                  </a:lnTo>
                  <a:lnTo>
                    <a:pt x="4958030" y="42825"/>
                  </a:lnTo>
                  <a:lnTo>
                    <a:pt x="4869843" y="59645"/>
                  </a:lnTo>
                  <a:lnTo>
                    <a:pt x="4776942" y="79590"/>
                  </a:lnTo>
                  <a:lnTo>
                    <a:pt x="4682457" y="102602"/>
                  </a:lnTo>
                  <a:lnTo>
                    <a:pt x="4589063" y="128620"/>
                  </a:lnTo>
                  <a:lnTo>
                    <a:pt x="4498822" y="157623"/>
                  </a:lnTo>
                  <a:lnTo>
                    <a:pt x="4413149" y="189656"/>
                  </a:lnTo>
                  <a:lnTo>
                    <a:pt x="4332871" y="224849"/>
                  </a:lnTo>
                  <a:lnTo>
                    <a:pt x="4258326" y="263428"/>
                  </a:lnTo>
                  <a:lnTo>
                    <a:pt x="4189483" y="305714"/>
                  </a:lnTo>
                  <a:lnTo>
                    <a:pt x="4126048" y="352121"/>
                  </a:lnTo>
                  <a:lnTo>
                    <a:pt x="4067552" y="403140"/>
                  </a:lnTo>
                  <a:lnTo>
                    <a:pt x="4013429" y="459330"/>
                  </a:lnTo>
                  <a:lnTo>
                    <a:pt x="3963061" y="521278"/>
                  </a:lnTo>
                  <a:lnTo>
                    <a:pt x="3915819" y="589551"/>
                  </a:lnTo>
                  <a:lnTo>
                    <a:pt x="3871101" y="664615"/>
                  </a:lnTo>
                  <a:lnTo>
                    <a:pt x="3829811" y="743742"/>
                  </a:lnTo>
                  <a:lnTo>
                    <a:pt x="3798760" y="809651"/>
                  </a:lnTo>
                  <a:lnTo>
                    <a:pt x="3768385" y="879553"/>
                  </a:lnTo>
                  <a:lnTo>
                    <a:pt x="3738534" y="953529"/>
                  </a:lnTo>
                  <a:lnTo>
                    <a:pt x="3709081" y="1031616"/>
                  </a:lnTo>
                  <a:lnTo>
                    <a:pt x="3679917" y="1113807"/>
                  </a:lnTo>
                  <a:lnTo>
                    <a:pt x="3650954" y="1200042"/>
                  </a:lnTo>
                  <a:lnTo>
                    <a:pt x="3622123" y="1290206"/>
                  </a:lnTo>
                  <a:lnTo>
                    <a:pt x="3593364" y="1384129"/>
                  </a:lnTo>
                  <a:lnTo>
                    <a:pt x="3564636" y="1481583"/>
                  </a:lnTo>
                  <a:lnTo>
                    <a:pt x="3535907" y="1582281"/>
                  </a:lnTo>
                  <a:lnTo>
                    <a:pt x="3507157" y="1685882"/>
                  </a:lnTo>
                  <a:lnTo>
                    <a:pt x="3478373" y="1791992"/>
                  </a:lnTo>
                  <a:lnTo>
                    <a:pt x="3449553" y="1900169"/>
                  </a:lnTo>
                  <a:lnTo>
                    <a:pt x="3420700" y="2009933"/>
                  </a:lnTo>
                  <a:lnTo>
                    <a:pt x="3391823" y="2120771"/>
                  </a:lnTo>
                  <a:lnTo>
                    <a:pt x="3362932" y="2232150"/>
                  </a:lnTo>
                  <a:lnTo>
                    <a:pt x="3334042" y="2343524"/>
                  </a:lnTo>
                  <a:lnTo>
                    <a:pt x="3305164" y="2454348"/>
                  </a:lnTo>
                  <a:lnTo>
                    <a:pt x="3276312" y="2564090"/>
                  </a:lnTo>
                  <a:lnTo>
                    <a:pt x="3247493" y="2672237"/>
                  </a:lnTo>
                  <a:lnTo>
                    <a:pt x="3218710" y="2778309"/>
                  </a:lnTo>
                  <a:lnTo>
                    <a:pt x="3189960" y="2881865"/>
                  </a:lnTo>
                  <a:lnTo>
                    <a:pt x="3161231" y="2982512"/>
                  </a:lnTo>
                  <a:lnTo>
                    <a:pt x="3132503" y="3079910"/>
                  </a:lnTo>
                  <a:lnTo>
                    <a:pt x="3103743" y="3173773"/>
                  </a:lnTo>
                  <a:lnTo>
                    <a:pt x="3074910" y="3263873"/>
                  </a:lnTo>
                  <a:lnTo>
                    <a:pt x="3045945" y="3350041"/>
                  </a:lnTo>
                  <a:lnTo>
                    <a:pt x="3016777" y="3432165"/>
                  </a:lnTo>
                  <a:lnTo>
                    <a:pt x="2987318" y="3510184"/>
                  </a:lnTo>
                  <a:lnTo>
                    <a:pt x="2957460" y="3584092"/>
                  </a:lnTo>
                  <a:lnTo>
                    <a:pt x="2927075" y="3653927"/>
                  </a:lnTo>
                  <a:lnTo>
                    <a:pt x="2896531" y="3718714"/>
                  </a:lnTo>
                  <a:lnTo>
                    <a:pt x="2853728" y="3800557"/>
                  </a:lnTo>
                  <a:lnTo>
                    <a:pt x="2808933" y="3875380"/>
                  </a:lnTo>
                  <a:lnTo>
                    <a:pt x="2761593" y="3943425"/>
                  </a:lnTo>
                  <a:lnTo>
                    <a:pt x="2711105" y="4005164"/>
                  </a:lnTo>
                  <a:lnTo>
                    <a:pt x="2656841" y="4061165"/>
                  </a:lnTo>
                  <a:lnTo>
                    <a:pt x="2598184" y="4112016"/>
                  </a:lnTo>
                  <a:lnTo>
                    <a:pt x="2534568" y="4158272"/>
                  </a:lnTo>
                  <a:lnTo>
                    <a:pt x="2465531" y="4200424"/>
                  </a:lnTo>
                  <a:lnTo>
                    <a:pt x="2390787" y="4238881"/>
                  </a:lnTo>
                  <a:lnTo>
                    <a:pt x="2310314" y="4273961"/>
                  </a:lnTo>
                  <a:lnTo>
                    <a:pt x="2224466" y="4305887"/>
                  </a:lnTo>
                  <a:lnTo>
                    <a:pt x="2134089" y="4334787"/>
                  </a:lnTo>
                  <a:lnTo>
                    <a:pt x="2040618" y="4360702"/>
                  </a:lnTo>
                  <a:lnTo>
                    <a:pt x="1946140" y="4383609"/>
                  </a:lnTo>
                  <a:lnTo>
                    <a:pt x="1853348" y="4403446"/>
                  </a:lnTo>
                  <a:lnTo>
                    <a:pt x="1765384" y="4420158"/>
                  </a:lnTo>
                  <a:lnTo>
                    <a:pt x="1685519" y="4433735"/>
                  </a:lnTo>
                  <a:lnTo>
                    <a:pt x="1616734" y="4444264"/>
                  </a:lnTo>
                  <a:lnTo>
                    <a:pt x="1561241" y="4451953"/>
                  </a:lnTo>
                  <a:lnTo>
                    <a:pt x="1520090" y="4457135"/>
                  </a:lnTo>
                  <a:lnTo>
                    <a:pt x="1492932" y="4460254"/>
                  </a:lnTo>
                  <a:lnTo>
                    <a:pt x="1477996" y="4461824"/>
                  </a:lnTo>
                  <a:lnTo>
                    <a:pt x="1472211" y="4462383"/>
                  </a:lnTo>
                  <a:lnTo>
                    <a:pt x="1471387" y="4462457"/>
                  </a:lnTo>
                  <a:lnTo>
                    <a:pt x="0" y="446245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05" name="pg1505"/>
            <p:cNvSpPr/>
            <p:nvPr/>
          </p:nvSpPr>
          <p:spPr>
            <a:xfrm>
              <a:off x="4799595" y="5012462"/>
              <a:ext cx="11981298" cy="4977355"/>
            </a:xfrm>
            <a:custGeom>
              <a:avLst/>
              <a:pathLst>
                <a:path w="11981298" h="4977355">
                  <a:moveTo>
                    <a:pt x="0" y="4331689"/>
                  </a:moveTo>
                  <a:lnTo>
                    <a:pt x="1471387" y="4331689"/>
                  </a:lnTo>
                  <a:lnTo>
                    <a:pt x="1472310" y="4331608"/>
                  </a:lnTo>
                  <a:lnTo>
                    <a:pt x="1478403" y="4331037"/>
                  </a:lnTo>
                  <a:lnTo>
                    <a:pt x="1493855" y="4329457"/>
                  </a:lnTo>
                  <a:lnTo>
                    <a:pt x="1521712" y="4326344"/>
                  </a:lnTo>
                  <a:lnTo>
                    <a:pt x="1563701" y="4321197"/>
                  </a:lnTo>
                  <a:lnTo>
                    <a:pt x="1620101" y="4313588"/>
                  </a:lnTo>
                  <a:lnTo>
                    <a:pt x="1689785" y="4303195"/>
                  </a:lnTo>
                  <a:lnTo>
                    <a:pt x="1770463" y="4289821"/>
                  </a:lnTo>
                  <a:lnTo>
                    <a:pt x="1859099" y="4273391"/>
                  </a:lnTo>
                  <a:lnTo>
                    <a:pt x="1952386" y="4253915"/>
                  </a:lnTo>
                  <a:lnTo>
                    <a:pt x="2047173" y="4231451"/>
                  </a:lnTo>
                  <a:lnTo>
                    <a:pt x="2140780" y="4206057"/>
                  </a:lnTo>
                  <a:lnTo>
                    <a:pt x="2231148" y="4177753"/>
                  </a:lnTo>
                  <a:lnTo>
                    <a:pt x="2316873" y="4146491"/>
                  </a:lnTo>
                  <a:lnTo>
                    <a:pt x="2397145" y="4112140"/>
                  </a:lnTo>
                  <a:lnTo>
                    <a:pt x="2471642" y="4074474"/>
                  </a:lnTo>
                  <a:lnTo>
                    <a:pt x="2540411" y="4033176"/>
                  </a:lnTo>
                  <a:lnTo>
                    <a:pt x="2603759" y="3987836"/>
                  </a:lnTo>
                  <a:lnTo>
                    <a:pt x="2662166" y="3937969"/>
                  </a:lnTo>
                  <a:lnTo>
                    <a:pt x="2716210" y="3883027"/>
                  </a:lnTo>
                  <a:lnTo>
                    <a:pt x="2766516" y="3822434"/>
                  </a:lnTo>
                  <a:lnTo>
                    <a:pt x="2813716" y="3755640"/>
                  </a:lnTo>
                  <a:lnTo>
                    <a:pt x="2858417" y="3682200"/>
                  </a:lnTo>
                  <a:lnTo>
                    <a:pt x="2896531" y="3611103"/>
                  </a:lnTo>
                  <a:lnTo>
                    <a:pt x="2928026" y="3546295"/>
                  </a:lnTo>
                  <a:lnTo>
                    <a:pt x="2958827" y="3477503"/>
                  </a:lnTo>
                  <a:lnTo>
                    <a:pt x="2989093" y="3404649"/>
                  </a:lnTo>
                  <a:lnTo>
                    <a:pt x="3018955" y="3327694"/>
                  </a:lnTo>
                  <a:lnTo>
                    <a:pt x="3048525" y="3246649"/>
                  </a:lnTo>
                  <a:lnTo>
                    <a:pt x="3077893" y="3161580"/>
                  </a:lnTo>
                  <a:lnTo>
                    <a:pt x="3107133" y="3072605"/>
                  </a:lnTo>
                  <a:lnTo>
                    <a:pt x="3136302" y="2979902"/>
                  </a:lnTo>
                  <a:lnTo>
                    <a:pt x="3165444" y="2883710"/>
                  </a:lnTo>
                  <a:lnTo>
                    <a:pt x="3194591" y="2784323"/>
                  </a:lnTo>
                  <a:lnTo>
                    <a:pt x="3223762" y="2682096"/>
                  </a:lnTo>
                  <a:lnTo>
                    <a:pt x="3252967" y="2577435"/>
                  </a:lnTo>
                  <a:lnTo>
                    <a:pt x="3282210" y="2470793"/>
                  </a:lnTo>
                  <a:lnTo>
                    <a:pt x="3311486" y="2362663"/>
                  </a:lnTo>
                  <a:lnTo>
                    <a:pt x="3340785" y="2253568"/>
                  </a:lnTo>
                  <a:lnTo>
                    <a:pt x="3370095" y="2144052"/>
                  </a:lnTo>
                  <a:lnTo>
                    <a:pt x="3399401" y="2034666"/>
                  </a:lnTo>
                  <a:lnTo>
                    <a:pt x="3428690" y="1925961"/>
                  </a:lnTo>
                  <a:lnTo>
                    <a:pt x="3457952" y="1818470"/>
                  </a:lnTo>
                  <a:lnTo>
                    <a:pt x="3487177" y="1712705"/>
                  </a:lnTo>
                  <a:lnTo>
                    <a:pt x="3516366" y="1609140"/>
                  </a:lnTo>
                  <a:lnTo>
                    <a:pt x="3545524" y="1508207"/>
                  </a:lnTo>
                  <a:lnTo>
                    <a:pt x="3574665" y="1410289"/>
                  </a:lnTo>
                  <a:lnTo>
                    <a:pt x="3603815" y="1315712"/>
                  </a:lnTo>
                  <a:lnTo>
                    <a:pt x="3633011" y="1224744"/>
                  </a:lnTo>
                  <a:lnTo>
                    <a:pt x="3662303" y="1137596"/>
                  </a:lnTo>
                  <a:lnTo>
                    <a:pt x="3691756" y="1054417"/>
                  </a:lnTo>
                  <a:lnTo>
                    <a:pt x="3721452" y="975300"/>
                  </a:lnTo>
                  <a:lnTo>
                    <a:pt x="3751490" y="900283"/>
                  </a:lnTo>
                  <a:lnTo>
                    <a:pt x="3781991" y="829356"/>
                  </a:lnTo>
                  <a:lnTo>
                    <a:pt x="3813098" y="762459"/>
                  </a:lnTo>
                  <a:lnTo>
                    <a:pt x="3829811" y="728759"/>
                  </a:lnTo>
                  <a:lnTo>
                    <a:pt x="3872752" y="649223"/>
                  </a:lnTo>
                  <a:lnTo>
                    <a:pt x="3917701" y="576532"/>
                  </a:lnTo>
                  <a:lnTo>
                    <a:pt x="3965213" y="510447"/>
                  </a:lnTo>
                  <a:lnTo>
                    <a:pt x="4015900" y="450506"/>
                  </a:lnTo>
                  <a:lnTo>
                    <a:pt x="4070395" y="396151"/>
                  </a:lnTo>
                  <a:lnTo>
                    <a:pt x="4129320" y="346810"/>
                  </a:lnTo>
                  <a:lnTo>
                    <a:pt x="4193246" y="301938"/>
                  </a:lnTo>
                  <a:lnTo>
                    <a:pt x="4262635" y="261059"/>
                  </a:lnTo>
                  <a:lnTo>
                    <a:pt x="4337772" y="223774"/>
                  </a:lnTo>
                  <a:lnTo>
                    <a:pt x="4418670" y="189773"/>
                  </a:lnTo>
                  <a:lnTo>
                    <a:pt x="4504957" y="158842"/>
                  </a:lnTo>
                  <a:lnTo>
                    <a:pt x="4595763" y="130860"/>
                  </a:lnTo>
                  <a:lnTo>
                    <a:pt x="4689613" y="105787"/>
                  </a:lnTo>
                  <a:lnTo>
                    <a:pt x="4784377" y="83649"/>
                  </a:lnTo>
                  <a:lnTo>
                    <a:pt x="4877311" y="64507"/>
                  </a:lnTo>
                  <a:lnTo>
                    <a:pt x="4965230" y="48415"/>
                  </a:lnTo>
                  <a:lnTo>
                    <a:pt x="5044835" y="35376"/>
                  </a:lnTo>
                  <a:lnTo>
                    <a:pt x="5113147" y="25302"/>
                  </a:lnTo>
                  <a:lnTo>
                    <a:pt x="5167988" y="17982"/>
                  </a:lnTo>
                  <a:lnTo>
                    <a:pt x="5208378" y="13083"/>
                  </a:lnTo>
                  <a:lnTo>
                    <a:pt x="5234756" y="10164"/>
                  </a:lnTo>
                  <a:lnTo>
                    <a:pt x="5249004" y="8722"/>
                  </a:lnTo>
                  <a:lnTo>
                    <a:pt x="5254302" y="8229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225" y="8261"/>
                  </a:lnTo>
                  <a:lnTo>
                    <a:pt x="6733057" y="8888"/>
                  </a:lnTo>
                  <a:lnTo>
                    <a:pt x="6747864" y="10622"/>
                  </a:lnTo>
                  <a:lnTo>
                    <a:pt x="6774601" y="14039"/>
                  </a:lnTo>
                  <a:lnTo>
                    <a:pt x="6814989" y="19693"/>
                  </a:lnTo>
                  <a:lnTo>
                    <a:pt x="6869391" y="28060"/>
                  </a:lnTo>
                  <a:lnTo>
                    <a:pt x="6936831" y="39504"/>
                  </a:lnTo>
                  <a:lnTo>
                    <a:pt x="7015216" y="54255"/>
                  </a:lnTo>
                  <a:lnTo>
                    <a:pt x="7101700" y="72411"/>
                  </a:lnTo>
                  <a:lnTo>
                    <a:pt x="7193128" y="93969"/>
                  </a:lnTo>
                  <a:lnTo>
                    <a:pt x="7286449" y="118870"/>
                  </a:lnTo>
                  <a:lnTo>
                    <a:pt x="7379014" y="147046"/>
                  </a:lnTo>
                  <a:lnTo>
                    <a:pt x="7468748" y="178466"/>
                  </a:lnTo>
                  <a:lnTo>
                    <a:pt x="7554196" y="213166"/>
                  </a:lnTo>
                  <a:lnTo>
                    <a:pt x="7634474" y="251271"/>
                  </a:lnTo>
                  <a:lnTo>
                    <a:pt x="7709184" y="293005"/>
                  </a:lnTo>
                  <a:lnTo>
                    <a:pt x="7778299" y="338695"/>
                  </a:lnTo>
                  <a:lnTo>
                    <a:pt x="7842059" y="388765"/>
                  </a:lnTo>
                  <a:lnTo>
                    <a:pt x="7900888" y="443729"/>
                  </a:lnTo>
                  <a:lnTo>
                    <a:pt x="7955316" y="504171"/>
                  </a:lnTo>
                  <a:lnTo>
                    <a:pt x="8005933" y="570720"/>
                  </a:lnTo>
                  <a:lnTo>
                    <a:pt x="8053345" y="643997"/>
                  </a:lnTo>
                  <a:lnTo>
                    <a:pt x="8098142" y="724541"/>
                  </a:lnTo>
                  <a:lnTo>
                    <a:pt x="8140871" y="812688"/>
                  </a:lnTo>
                  <a:lnTo>
                    <a:pt x="8151487" y="836370"/>
                  </a:lnTo>
                  <a:lnTo>
                    <a:pt x="8181058" y="906123"/>
                  </a:lnTo>
                  <a:lnTo>
                    <a:pt x="8210009" y="979901"/>
                  </a:lnTo>
                  <a:lnTo>
                    <a:pt x="8238474" y="1057783"/>
                  </a:lnTo>
                  <a:lnTo>
                    <a:pt x="8266563" y="1139810"/>
                  </a:lnTo>
                  <a:lnTo>
                    <a:pt x="8294373" y="1225982"/>
                  </a:lnTo>
                  <a:lnTo>
                    <a:pt x="8321983" y="1316254"/>
                  </a:lnTo>
                  <a:lnTo>
                    <a:pt x="8349457" y="1410528"/>
                  </a:lnTo>
                  <a:lnTo>
                    <a:pt x="8376849" y="1508660"/>
                  </a:lnTo>
                  <a:lnTo>
                    <a:pt x="8404200" y="1610450"/>
                  </a:lnTo>
                  <a:lnTo>
                    <a:pt x="8431540" y="1715646"/>
                  </a:lnTo>
                  <a:lnTo>
                    <a:pt x="8458893" y="1823944"/>
                  </a:lnTo>
                  <a:lnTo>
                    <a:pt x="8486270" y="1934989"/>
                  </a:lnTo>
                  <a:lnTo>
                    <a:pt x="8513680" y="2048384"/>
                  </a:lnTo>
                  <a:lnTo>
                    <a:pt x="8541122" y="2163687"/>
                  </a:lnTo>
                  <a:lnTo>
                    <a:pt x="8568593" y="2280427"/>
                  </a:lnTo>
                  <a:lnTo>
                    <a:pt x="8596082" y="2398102"/>
                  </a:lnTo>
                  <a:lnTo>
                    <a:pt x="8623582" y="2516198"/>
                  </a:lnTo>
                  <a:lnTo>
                    <a:pt x="8651078" y="2634190"/>
                  </a:lnTo>
                  <a:lnTo>
                    <a:pt x="8678562" y="2751555"/>
                  </a:lnTo>
                  <a:lnTo>
                    <a:pt x="8706021" y="2867783"/>
                  </a:lnTo>
                  <a:lnTo>
                    <a:pt x="8733451" y="2982385"/>
                  </a:lnTo>
                  <a:lnTo>
                    <a:pt x="8760848" y="3094898"/>
                  </a:lnTo>
                  <a:lnTo>
                    <a:pt x="8788215" y="3204898"/>
                  </a:lnTo>
                  <a:lnTo>
                    <a:pt x="8815560" y="3312005"/>
                  </a:lnTo>
                  <a:lnTo>
                    <a:pt x="8842902" y="3415883"/>
                  </a:lnTo>
                  <a:lnTo>
                    <a:pt x="8870264" y="3516249"/>
                  </a:lnTo>
                  <a:lnTo>
                    <a:pt x="8897683" y="3612872"/>
                  </a:lnTo>
                  <a:lnTo>
                    <a:pt x="8925204" y="3705573"/>
                  </a:lnTo>
                  <a:lnTo>
                    <a:pt x="8952885" y="3794227"/>
                  </a:lnTo>
                  <a:lnTo>
                    <a:pt x="8980795" y="3878757"/>
                  </a:lnTo>
                  <a:lnTo>
                    <a:pt x="9009021" y="3959138"/>
                  </a:lnTo>
                  <a:lnTo>
                    <a:pt x="9037664" y="4035384"/>
                  </a:lnTo>
                  <a:lnTo>
                    <a:pt x="9066845" y="4107553"/>
                  </a:lnTo>
                  <a:lnTo>
                    <a:pt x="9084767" y="4149158"/>
                  </a:lnTo>
                  <a:lnTo>
                    <a:pt x="9127048" y="4239254"/>
                  </a:lnTo>
                  <a:lnTo>
                    <a:pt x="9171268" y="4321716"/>
                  </a:lnTo>
                  <a:lnTo>
                    <a:pt x="9217959" y="4396799"/>
                  </a:lnTo>
                  <a:lnTo>
                    <a:pt x="9267702" y="4465005"/>
                  </a:lnTo>
                  <a:lnTo>
                    <a:pt x="9321102" y="4526943"/>
                  </a:lnTo>
                  <a:lnTo>
                    <a:pt x="9378756" y="4583244"/>
                  </a:lnTo>
                  <a:lnTo>
                    <a:pt x="9441214" y="4634509"/>
                  </a:lnTo>
                  <a:lnTo>
                    <a:pt x="9508933" y="4681271"/>
                  </a:lnTo>
                  <a:lnTo>
                    <a:pt x="9582207" y="4723979"/>
                  </a:lnTo>
                  <a:lnTo>
                    <a:pt x="9661088" y="4762983"/>
                  </a:lnTo>
                  <a:lnTo>
                    <a:pt x="9745281" y="4798535"/>
                  </a:lnTo>
                  <a:lnTo>
                    <a:pt x="9834037" y="4830784"/>
                  </a:lnTo>
                  <a:lnTo>
                    <a:pt x="9926053" y="4859787"/>
                  </a:lnTo>
                  <a:lnTo>
                    <a:pt x="10019412" y="4885528"/>
                  </a:lnTo>
                  <a:lnTo>
                    <a:pt x="10111600" y="4907945"/>
                  </a:lnTo>
                  <a:lnTo>
                    <a:pt x="10199646" y="4926971"/>
                  </a:lnTo>
                  <a:lnTo>
                    <a:pt x="10280384" y="4942585"/>
                  </a:lnTo>
                  <a:lnTo>
                    <a:pt x="10350850" y="4954856"/>
                  </a:lnTo>
                  <a:lnTo>
                    <a:pt x="10408716" y="4963978"/>
                  </a:lnTo>
                  <a:lnTo>
                    <a:pt x="10452695" y="4970281"/>
                  </a:lnTo>
                  <a:lnTo>
                    <a:pt x="10482800" y="4974218"/>
                  </a:lnTo>
                  <a:lnTo>
                    <a:pt x="10500413" y="4976326"/>
                  </a:lnTo>
                  <a:lnTo>
                    <a:pt x="10508189" y="4977181"/>
                  </a:lnTo>
                  <a:lnTo>
                    <a:pt x="10509911" y="4977355"/>
                  </a:lnTo>
                  <a:lnTo>
                    <a:pt x="11981298" y="4977355"/>
                  </a:lnTo>
                  <a:lnTo>
                    <a:pt x="11981298" y="4969182"/>
                  </a:lnTo>
                  <a:lnTo>
                    <a:pt x="10509911" y="4969182"/>
                  </a:lnTo>
                  <a:lnTo>
                    <a:pt x="10509028" y="4969094"/>
                  </a:lnTo>
                  <a:lnTo>
                    <a:pt x="10503196" y="4968467"/>
                  </a:lnTo>
                  <a:lnTo>
                    <a:pt x="10488389" y="4966733"/>
                  </a:lnTo>
                  <a:lnTo>
                    <a:pt x="10461652" y="4963316"/>
                  </a:lnTo>
                  <a:lnTo>
                    <a:pt x="10421264" y="4957662"/>
                  </a:lnTo>
                  <a:lnTo>
                    <a:pt x="10366863" y="4949295"/>
                  </a:lnTo>
                  <a:lnTo>
                    <a:pt x="10299422" y="4937851"/>
                  </a:lnTo>
                  <a:lnTo>
                    <a:pt x="10221037" y="4923100"/>
                  </a:lnTo>
                  <a:lnTo>
                    <a:pt x="10134553" y="4904944"/>
                  </a:lnTo>
                  <a:lnTo>
                    <a:pt x="10043125" y="4883386"/>
                  </a:lnTo>
                  <a:lnTo>
                    <a:pt x="9949804" y="4858485"/>
                  </a:lnTo>
                  <a:lnTo>
                    <a:pt x="9857240" y="4830309"/>
                  </a:lnTo>
                  <a:lnTo>
                    <a:pt x="9767505" y="4798889"/>
                  </a:lnTo>
                  <a:lnTo>
                    <a:pt x="9682058" y="4764189"/>
                  </a:lnTo>
                  <a:lnTo>
                    <a:pt x="9601779" y="4726084"/>
                  </a:lnTo>
                  <a:lnTo>
                    <a:pt x="9527069" y="4684350"/>
                  </a:lnTo>
                  <a:lnTo>
                    <a:pt x="9457955" y="4638660"/>
                  </a:lnTo>
                  <a:lnTo>
                    <a:pt x="9394194" y="4588590"/>
                  </a:lnTo>
                  <a:lnTo>
                    <a:pt x="9335366" y="4533626"/>
                  </a:lnTo>
                  <a:lnTo>
                    <a:pt x="9280937" y="4473184"/>
                  </a:lnTo>
                  <a:lnTo>
                    <a:pt x="9230320" y="4406635"/>
                  </a:lnTo>
                  <a:lnTo>
                    <a:pt x="9182909" y="4333358"/>
                  </a:lnTo>
                  <a:lnTo>
                    <a:pt x="9138112" y="4252814"/>
                  </a:lnTo>
                  <a:lnTo>
                    <a:pt x="9095382" y="4164667"/>
                  </a:lnTo>
                  <a:lnTo>
                    <a:pt x="9084767" y="4140985"/>
                  </a:lnTo>
                  <a:lnTo>
                    <a:pt x="9055195" y="4071232"/>
                  </a:lnTo>
                  <a:lnTo>
                    <a:pt x="9026244" y="3997454"/>
                  </a:lnTo>
                  <a:lnTo>
                    <a:pt x="8997779" y="3919572"/>
                  </a:lnTo>
                  <a:lnTo>
                    <a:pt x="8969690" y="3837545"/>
                  </a:lnTo>
                  <a:lnTo>
                    <a:pt x="8941880" y="3751373"/>
                  </a:lnTo>
                  <a:lnTo>
                    <a:pt x="8914270" y="3661101"/>
                  </a:lnTo>
                  <a:lnTo>
                    <a:pt x="8886796" y="3566827"/>
                  </a:lnTo>
                  <a:lnTo>
                    <a:pt x="8859404" y="3468695"/>
                  </a:lnTo>
                  <a:lnTo>
                    <a:pt x="8832054" y="3366905"/>
                  </a:lnTo>
                  <a:lnTo>
                    <a:pt x="8804713" y="3261709"/>
                  </a:lnTo>
                  <a:lnTo>
                    <a:pt x="8777361" y="3153411"/>
                  </a:lnTo>
                  <a:lnTo>
                    <a:pt x="8749983" y="3042366"/>
                  </a:lnTo>
                  <a:lnTo>
                    <a:pt x="8722573" y="2928971"/>
                  </a:lnTo>
                  <a:lnTo>
                    <a:pt x="8695131" y="2813668"/>
                  </a:lnTo>
                  <a:lnTo>
                    <a:pt x="8667661" y="2696928"/>
                  </a:lnTo>
                  <a:lnTo>
                    <a:pt x="8640171" y="2579253"/>
                  </a:lnTo>
                  <a:lnTo>
                    <a:pt x="8612672" y="2461157"/>
                  </a:lnTo>
                  <a:lnTo>
                    <a:pt x="8585175" y="2343165"/>
                  </a:lnTo>
                  <a:lnTo>
                    <a:pt x="8557692" y="2225800"/>
                  </a:lnTo>
                  <a:lnTo>
                    <a:pt x="8530232" y="2109572"/>
                  </a:lnTo>
                  <a:lnTo>
                    <a:pt x="8502802" y="1994970"/>
                  </a:lnTo>
                  <a:lnTo>
                    <a:pt x="8475405" y="1882457"/>
                  </a:lnTo>
                  <a:lnTo>
                    <a:pt x="8448039" y="1772457"/>
                  </a:lnTo>
                  <a:lnTo>
                    <a:pt x="8420693" y="1665350"/>
                  </a:lnTo>
                  <a:lnTo>
                    <a:pt x="8393352" y="1561472"/>
                  </a:lnTo>
                  <a:lnTo>
                    <a:pt x="8365989" y="1461106"/>
                  </a:lnTo>
                  <a:lnTo>
                    <a:pt x="8338570" y="1364483"/>
                  </a:lnTo>
                  <a:lnTo>
                    <a:pt x="8311049" y="1271782"/>
                  </a:lnTo>
                  <a:lnTo>
                    <a:pt x="8283369" y="1183128"/>
                  </a:lnTo>
                  <a:lnTo>
                    <a:pt x="8255458" y="1098598"/>
                  </a:lnTo>
                  <a:lnTo>
                    <a:pt x="8227232" y="1018217"/>
                  </a:lnTo>
                  <a:lnTo>
                    <a:pt x="8198589" y="941971"/>
                  </a:lnTo>
                  <a:lnTo>
                    <a:pt x="8169409" y="869802"/>
                  </a:lnTo>
                  <a:lnTo>
                    <a:pt x="8151487" y="828197"/>
                  </a:lnTo>
                  <a:lnTo>
                    <a:pt x="8109206" y="738101"/>
                  </a:lnTo>
                  <a:lnTo>
                    <a:pt x="8064985" y="655639"/>
                  </a:lnTo>
                  <a:lnTo>
                    <a:pt x="8018294" y="580556"/>
                  </a:lnTo>
                  <a:lnTo>
                    <a:pt x="7968552" y="512350"/>
                  </a:lnTo>
                  <a:lnTo>
                    <a:pt x="7915151" y="450412"/>
                  </a:lnTo>
                  <a:lnTo>
                    <a:pt x="7857498" y="394111"/>
                  </a:lnTo>
                  <a:lnTo>
                    <a:pt x="7795039" y="342846"/>
                  </a:lnTo>
                  <a:lnTo>
                    <a:pt x="7727321" y="296084"/>
                  </a:lnTo>
                  <a:lnTo>
                    <a:pt x="7654046" y="253376"/>
                  </a:lnTo>
                  <a:lnTo>
                    <a:pt x="7575165" y="214372"/>
                  </a:lnTo>
                  <a:lnTo>
                    <a:pt x="7490972" y="178820"/>
                  </a:lnTo>
                  <a:lnTo>
                    <a:pt x="7402216" y="146571"/>
                  </a:lnTo>
                  <a:lnTo>
                    <a:pt x="7310200" y="117567"/>
                  </a:lnTo>
                  <a:lnTo>
                    <a:pt x="7216842" y="91827"/>
                  </a:lnTo>
                  <a:lnTo>
                    <a:pt x="7124653" y="69410"/>
                  </a:lnTo>
                  <a:lnTo>
                    <a:pt x="7036608" y="50384"/>
                  </a:lnTo>
                  <a:lnTo>
                    <a:pt x="6955869" y="34770"/>
                  </a:lnTo>
                  <a:lnTo>
                    <a:pt x="6885403" y="22499"/>
                  </a:lnTo>
                  <a:lnTo>
                    <a:pt x="6827537" y="13377"/>
                  </a:lnTo>
                  <a:lnTo>
                    <a:pt x="6783558" y="7074"/>
                  </a:lnTo>
                  <a:lnTo>
                    <a:pt x="6753453" y="3137"/>
                  </a:lnTo>
                  <a:lnTo>
                    <a:pt x="6735841" y="1029"/>
                  </a:lnTo>
                  <a:lnTo>
                    <a:pt x="6728064" y="174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032" y="80"/>
                  </a:lnTo>
                  <a:lnTo>
                    <a:pt x="5247939" y="652"/>
                  </a:lnTo>
                  <a:lnTo>
                    <a:pt x="5232487" y="2231"/>
                  </a:lnTo>
                  <a:lnTo>
                    <a:pt x="5204630" y="5344"/>
                  </a:lnTo>
                  <a:lnTo>
                    <a:pt x="5162641" y="10491"/>
                  </a:lnTo>
                  <a:lnTo>
                    <a:pt x="5106241" y="18100"/>
                  </a:lnTo>
                  <a:lnTo>
                    <a:pt x="5036557" y="28494"/>
                  </a:lnTo>
                  <a:lnTo>
                    <a:pt x="4955879" y="41867"/>
                  </a:lnTo>
                  <a:lnTo>
                    <a:pt x="4867243" y="58297"/>
                  </a:lnTo>
                  <a:lnTo>
                    <a:pt x="4773956" y="77773"/>
                  </a:lnTo>
                  <a:lnTo>
                    <a:pt x="4679169" y="100237"/>
                  </a:lnTo>
                  <a:lnTo>
                    <a:pt x="4585562" y="125631"/>
                  </a:lnTo>
                  <a:lnTo>
                    <a:pt x="4495194" y="153935"/>
                  </a:lnTo>
                  <a:lnTo>
                    <a:pt x="4409469" y="185197"/>
                  </a:lnTo>
                  <a:lnTo>
                    <a:pt x="4329197" y="219548"/>
                  </a:lnTo>
                  <a:lnTo>
                    <a:pt x="4254700" y="257214"/>
                  </a:lnTo>
                  <a:lnTo>
                    <a:pt x="4185931" y="298512"/>
                  </a:lnTo>
                  <a:lnTo>
                    <a:pt x="4122583" y="343852"/>
                  </a:lnTo>
                  <a:lnTo>
                    <a:pt x="4064176" y="393719"/>
                  </a:lnTo>
                  <a:lnTo>
                    <a:pt x="4010132" y="448661"/>
                  </a:lnTo>
                  <a:lnTo>
                    <a:pt x="3959826" y="509254"/>
                  </a:lnTo>
                  <a:lnTo>
                    <a:pt x="3912626" y="576048"/>
                  </a:lnTo>
                  <a:lnTo>
                    <a:pt x="3867925" y="649488"/>
                  </a:lnTo>
                  <a:lnTo>
                    <a:pt x="3829811" y="720586"/>
                  </a:lnTo>
                  <a:lnTo>
                    <a:pt x="3798316" y="785394"/>
                  </a:lnTo>
                  <a:lnTo>
                    <a:pt x="3767515" y="854185"/>
                  </a:lnTo>
                  <a:lnTo>
                    <a:pt x="3737249" y="927039"/>
                  </a:lnTo>
                  <a:lnTo>
                    <a:pt x="3707387" y="1003995"/>
                  </a:lnTo>
                  <a:lnTo>
                    <a:pt x="3677817" y="1085039"/>
                  </a:lnTo>
                  <a:lnTo>
                    <a:pt x="3648449" y="1170108"/>
                  </a:lnTo>
                  <a:lnTo>
                    <a:pt x="3619209" y="1259083"/>
                  </a:lnTo>
                  <a:lnTo>
                    <a:pt x="3590040" y="1351786"/>
                  </a:lnTo>
                  <a:lnTo>
                    <a:pt x="3560898" y="1447979"/>
                  </a:lnTo>
                  <a:lnTo>
                    <a:pt x="3531752" y="1547365"/>
                  </a:lnTo>
                  <a:lnTo>
                    <a:pt x="3502581" y="1649592"/>
                  </a:lnTo>
                  <a:lnTo>
                    <a:pt x="3473375" y="1754253"/>
                  </a:lnTo>
                  <a:lnTo>
                    <a:pt x="3444132" y="1860895"/>
                  </a:lnTo>
                  <a:lnTo>
                    <a:pt x="3414856" y="1969025"/>
                  </a:lnTo>
                  <a:lnTo>
                    <a:pt x="3385557" y="2078120"/>
                  </a:lnTo>
                  <a:lnTo>
                    <a:pt x="3356247" y="2187636"/>
                  </a:lnTo>
                  <a:lnTo>
                    <a:pt x="3326941" y="2297022"/>
                  </a:lnTo>
                  <a:lnTo>
                    <a:pt x="3297652" y="2405727"/>
                  </a:lnTo>
                  <a:lnTo>
                    <a:pt x="3268391" y="2513218"/>
                  </a:lnTo>
                  <a:lnTo>
                    <a:pt x="3239165" y="2618983"/>
                  </a:lnTo>
                  <a:lnTo>
                    <a:pt x="3209976" y="2722548"/>
                  </a:lnTo>
                  <a:lnTo>
                    <a:pt x="3180819" y="2823481"/>
                  </a:lnTo>
                  <a:lnTo>
                    <a:pt x="3151677" y="2921399"/>
                  </a:lnTo>
                  <a:lnTo>
                    <a:pt x="3122527" y="3015976"/>
                  </a:lnTo>
                  <a:lnTo>
                    <a:pt x="3093331" y="3106944"/>
                  </a:lnTo>
                  <a:lnTo>
                    <a:pt x="3064039" y="3194092"/>
                  </a:lnTo>
                  <a:lnTo>
                    <a:pt x="3034586" y="3277271"/>
                  </a:lnTo>
                  <a:lnTo>
                    <a:pt x="3004890" y="3356389"/>
                  </a:lnTo>
                  <a:lnTo>
                    <a:pt x="2974852" y="3431405"/>
                  </a:lnTo>
                  <a:lnTo>
                    <a:pt x="2944351" y="3502332"/>
                  </a:lnTo>
                  <a:lnTo>
                    <a:pt x="2913244" y="3569229"/>
                  </a:lnTo>
                  <a:lnTo>
                    <a:pt x="2896531" y="3602930"/>
                  </a:lnTo>
                  <a:lnTo>
                    <a:pt x="2853590" y="3682465"/>
                  </a:lnTo>
                  <a:lnTo>
                    <a:pt x="2808641" y="3755156"/>
                  </a:lnTo>
                  <a:lnTo>
                    <a:pt x="2761129" y="3821241"/>
                  </a:lnTo>
                  <a:lnTo>
                    <a:pt x="2710442" y="3881182"/>
                  </a:lnTo>
                  <a:lnTo>
                    <a:pt x="2655947" y="3935537"/>
                  </a:lnTo>
                  <a:lnTo>
                    <a:pt x="2597022" y="3984879"/>
                  </a:lnTo>
                  <a:lnTo>
                    <a:pt x="2533097" y="4029750"/>
                  </a:lnTo>
                  <a:lnTo>
                    <a:pt x="2463707" y="4070629"/>
                  </a:lnTo>
                  <a:lnTo>
                    <a:pt x="2388570" y="4107915"/>
                  </a:lnTo>
                  <a:lnTo>
                    <a:pt x="2307672" y="4141916"/>
                  </a:lnTo>
                  <a:lnTo>
                    <a:pt x="2221385" y="4172846"/>
                  </a:lnTo>
                  <a:lnTo>
                    <a:pt x="2130579" y="4200828"/>
                  </a:lnTo>
                  <a:lnTo>
                    <a:pt x="2036729" y="4225901"/>
                  </a:lnTo>
                  <a:lnTo>
                    <a:pt x="1941965" y="4248039"/>
                  </a:lnTo>
                  <a:lnTo>
                    <a:pt x="1849032" y="4267181"/>
                  </a:lnTo>
                  <a:lnTo>
                    <a:pt x="1761112" y="4283274"/>
                  </a:lnTo>
                  <a:lnTo>
                    <a:pt x="1681507" y="4296312"/>
                  </a:lnTo>
                  <a:lnTo>
                    <a:pt x="1613195" y="4306386"/>
                  </a:lnTo>
                  <a:lnTo>
                    <a:pt x="1558354" y="4313706"/>
                  </a:lnTo>
                  <a:lnTo>
                    <a:pt x="1517964" y="4318605"/>
                  </a:lnTo>
                  <a:lnTo>
                    <a:pt x="1491586" y="4321524"/>
                  </a:lnTo>
                  <a:lnTo>
                    <a:pt x="1477338" y="4322967"/>
                  </a:lnTo>
                  <a:lnTo>
                    <a:pt x="1472041" y="4323459"/>
                  </a:lnTo>
                  <a:lnTo>
                    <a:pt x="1471387" y="4323516"/>
                  </a:lnTo>
                  <a:lnTo>
                    <a:pt x="0" y="4323516"/>
                  </a:lnTo>
                  <a:close/>
                </a:path>
              </a:pathLst>
            </a:custGeom>
            <a:solidFill>
              <a:srgbClr val="8BC34A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506" name="pl1506"/>
            <p:cNvSpPr/>
            <p:nvPr/>
          </p:nvSpPr>
          <p:spPr>
            <a:xfrm>
              <a:off x="4799595" y="5020635"/>
              <a:ext cx="11981298" cy="4969182"/>
            </a:xfrm>
            <a:custGeom>
              <a:avLst/>
              <a:pathLst>
                <a:path w="11981298" h="4969182">
                  <a:moveTo>
                    <a:pt x="0" y="4323516"/>
                  </a:moveTo>
                  <a:lnTo>
                    <a:pt x="1471387" y="4323516"/>
                  </a:lnTo>
                  <a:lnTo>
                    <a:pt x="1472310" y="4323435"/>
                  </a:lnTo>
                  <a:lnTo>
                    <a:pt x="1478403" y="4322864"/>
                  </a:lnTo>
                  <a:lnTo>
                    <a:pt x="1493855" y="4321284"/>
                  </a:lnTo>
                  <a:lnTo>
                    <a:pt x="1521712" y="4318171"/>
                  </a:lnTo>
                  <a:lnTo>
                    <a:pt x="1563701" y="4313024"/>
                  </a:lnTo>
                  <a:lnTo>
                    <a:pt x="1620101" y="4305415"/>
                  </a:lnTo>
                  <a:lnTo>
                    <a:pt x="1689785" y="4295022"/>
                  </a:lnTo>
                  <a:lnTo>
                    <a:pt x="1770463" y="4281648"/>
                  </a:lnTo>
                  <a:lnTo>
                    <a:pt x="1859099" y="4265218"/>
                  </a:lnTo>
                  <a:lnTo>
                    <a:pt x="1952386" y="4245742"/>
                  </a:lnTo>
                  <a:lnTo>
                    <a:pt x="2047173" y="4223278"/>
                  </a:lnTo>
                  <a:lnTo>
                    <a:pt x="2140780" y="4197884"/>
                  </a:lnTo>
                  <a:lnTo>
                    <a:pt x="2231148" y="4169580"/>
                  </a:lnTo>
                  <a:lnTo>
                    <a:pt x="2316873" y="4138318"/>
                  </a:lnTo>
                  <a:lnTo>
                    <a:pt x="2397145" y="4103967"/>
                  </a:lnTo>
                  <a:lnTo>
                    <a:pt x="2471642" y="4066301"/>
                  </a:lnTo>
                  <a:lnTo>
                    <a:pt x="2540411" y="4025003"/>
                  </a:lnTo>
                  <a:lnTo>
                    <a:pt x="2603759" y="3979663"/>
                  </a:lnTo>
                  <a:lnTo>
                    <a:pt x="2662166" y="3929796"/>
                  </a:lnTo>
                  <a:lnTo>
                    <a:pt x="2716210" y="3874854"/>
                  </a:lnTo>
                  <a:lnTo>
                    <a:pt x="2766516" y="3814261"/>
                  </a:lnTo>
                  <a:lnTo>
                    <a:pt x="2813716" y="3747467"/>
                  </a:lnTo>
                  <a:lnTo>
                    <a:pt x="2858417" y="3674027"/>
                  </a:lnTo>
                  <a:lnTo>
                    <a:pt x="2896531" y="3602930"/>
                  </a:lnTo>
                  <a:lnTo>
                    <a:pt x="2928026" y="3538122"/>
                  </a:lnTo>
                  <a:lnTo>
                    <a:pt x="2958827" y="3469330"/>
                  </a:lnTo>
                  <a:lnTo>
                    <a:pt x="2989093" y="3396476"/>
                  </a:lnTo>
                  <a:lnTo>
                    <a:pt x="3018955" y="3319521"/>
                  </a:lnTo>
                  <a:lnTo>
                    <a:pt x="3048525" y="3238476"/>
                  </a:lnTo>
                  <a:lnTo>
                    <a:pt x="3077893" y="3153407"/>
                  </a:lnTo>
                  <a:lnTo>
                    <a:pt x="3107133" y="3064432"/>
                  </a:lnTo>
                  <a:lnTo>
                    <a:pt x="3136302" y="2971729"/>
                  </a:lnTo>
                  <a:lnTo>
                    <a:pt x="3165444" y="2875537"/>
                  </a:lnTo>
                  <a:lnTo>
                    <a:pt x="3194591" y="2776150"/>
                  </a:lnTo>
                  <a:lnTo>
                    <a:pt x="3223762" y="2673923"/>
                  </a:lnTo>
                  <a:lnTo>
                    <a:pt x="3252967" y="2569262"/>
                  </a:lnTo>
                  <a:lnTo>
                    <a:pt x="3282210" y="2462620"/>
                  </a:lnTo>
                  <a:lnTo>
                    <a:pt x="3311486" y="2354490"/>
                  </a:lnTo>
                  <a:lnTo>
                    <a:pt x="3340785" y="2245395"/>
                  </a:lnTo>
                  <a:lnTo>
                    <a:pt x="3370095" y="2135879"/>
                  </a:lnTo>
                  <a:lnTo>
                    <a:pt x="3399401" y="2026493"/>
                  </a:lnTo>
                  <a:lnTo>
                    <a:pt x="3428690" y="1917788"/>
                  </a:lnTo>
                  <a:lnTo>
                    <a:pt x="3457952" y="1810297"/>
                  </a:lnTo>
                  <a:lnTo>
                    <a:pt x="3487177" y="1704532"/>
                  </a:lnTo>
                  <a:lnTo>
                    <a:pt x="3516366" y="1600967"/>
                  </a:lnTo>
                  <a:lnTo>
                    <a:pt x="3545524" y="1500034"/>
                  </a:lnTo>
                  <a:lnTo>
                    <a:pt x="3574665" y="1402116"/>
                  </a:lnTo>
                  <a:lnTo>
                    <a:pt x="3603815" y="1307539"/>
                  </a:lnTo>
                  <a:lnTo>
                    <a:pt x="3633011" y="1216571"/>
                  </a:lnTo>
                  <a:lnTo>
                    <a:pt x="3662303" y="1129423"/>
                  </a:lnTo>
                  <a:lnTo>
                    <a:pt x="3691756" y="1046244"/>
                  </a:lnTo>
                  <a:lnTo>
                    <a:pt x="3721452" y="967127"/>
                  </a:lnTo>
                  <a:lnTo>
                    <a:pt x="3751490" y="892110"/>
                  </a:lnTo>
                  <a:lnTo>
                    <a:pt x="3781991" y="821183"/>
                  </a:lnTo>
                  <a:lnTo>
                    <a:pt x="3813098" y="754286"/>
                  </a:lnTo>
                  <a:lnTo>
                    <a:pt x="3829811" y="720586"/>
                  </a:lnTo>
                  <a:lnTo>
                    <a:pt x="3872752" y="641050"/>
                  </a:lnTo>
                  <a:lnTo>
                    <a:pt x="3917701" y="568359"/>
                  </a:lnTo>
                  <a:lnTo>
                    <a:pt x="3965213" y="502274"/>
                  </a:lnTo>
                  <a:lnTo>
                    <a:pt x="4015900" y="442333"/>
                  </a:lnTo>
                  <a:lnTo>
                    <a:pt x="4070395" y="387978"/>
                  </a:lnTo>
                  <a:lnTo>
                    <a:pt x="4129320" y="338637"/>
                  </a:lnTo>
                  <a:lnTo>
                    <a:pt x="4193246" y="293765"/>
                  </a:lnTo>
                  <a:lnTo>
                    <a:pt x="4262635" y="252886"/>
                  </a:lnTo>
                  <a:lnTo>
                    <a:pt x="4337772" y="215601"/>
                  </a:lnTo>
                  <a:lnTo>
                    <a:pt x="4418670" y="181600"/>
                  </a:lnTo>
                  <a:lnTo>
                    <a:pt x="4504957" y="150669"/>
                  </a:lnTo>
                  <a:lnTo>
                    <a:pt x="4595763" y="122687"/>
                  </a:lnTo>
                  <a:lnTo>
                    <a:pt x="4689613" y="97614"/>
                  </a:lnTo>
                  <a:lnTo>
                    <a:pt x="4784377" y="75476"/>
                  </a:lnTo>
                  <a:lnTo>
                    <a:pt x="4877311" y="56334"/>
                  </a:lnTo>
                  <a:lnTo>
                    <a:pt x="4965230" y="40242"/>
                  </a:lnTo>
                  <a:lnTo>
                    <a:pt x="5044835" y="27203"/>
                  </a:lnTo>
                  <a:lnTo>
                    <a:pt x="5113147" y="17129"/>
                  </a:lnTo>
                  <a:lnTo>
                    <a:pt x="5167988" y="9809"/>
                  </a:lnTo>
                  <a:lnTo>
                    <a:pt x="5208378" y="4910"/>
                  </a:lnTo>
                  <a:lnTo>
                    <a:pt x="5234756" y="1991"/>
                  </a:lnTo>
                  <a:lnTo>
                    <a:pt x="5249004" y="549"/>
                  </a:lnTo>
                  <a:lnTo>
                    <a:pt x="5254302" y="56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225" y="88"/>
                  </a:lnTo>
                  <a:lnTo>
                    <a:pt x="6733057" y="715"/>
                  </a:lnTo>
                  <a:lnTo>
                    <a:pt x="6747864" y="2449"/>
                  </a:lnTo>
                  <a:lnTo>
                    <a:pt x="6774601" y="5866"/>
                  </a:lnTo>
                  <a:lnTo>
                    <a:pt x="6814989" y="11520"/>
                  </a:lnTo>
                  <a:lnTo>
                    <a:pt x="6869391" y="19887"/>
                  </a:lnTo>
                  <a:lnTo>
                    <a:pt x="6936831" y="31331"/>
                  </a:lnTo>
                  <a:lnTo>
                    <a:pt x="7015216" y="46082"/>
                  </a:lnTo>
                  <a:lnTo>
                    <a:pt x="7101700" y="64238"/>
                  </a:lnTo>
                  <a:lnTo>
                    <a:pt x="7193128" y="85796"/>
                  </a:lnTo>
                  <a:lnTo>
                    <a:pt x="7286449" y="110697"/>
                  </a:lnTo>
                  <a:lnTo>
                    <a:pt x="7379014" y="138873"/>
                  </a:lnTo>
                  <a:lnTo>
                    <a:pt x="7468748" y="170293"/>
                  </a:lnTo>
                  <a:lnTo>
                    <a:pt x="7554196" y="204993"/>
                  </a:lnTo>
                  <a:lnTo>
                    <a:pt x="7634474" y="243098"/>
                  </a:lnTo>
                  <a:lnTo>
                    <a:pt x="7709184" y="284832"/>
                  </a:lnTo>
                  <a:lnTo>
                    <a:pt x="7778299" y="330522"/>
                  </a:lnTo>
                  <a:lnTo>
                    <a:pt x="7842059" y="380592"/>
                  </a:lnTo>
                  <a:lnTo>
                    <a:pt x="7900888" y="435556"/>
                  </a:lnTo>
                  <a:lnTo>
                    <a:pt x="7955316" y="495998"/>
                  </a:lnTo>
                  <a:lnTo>
                    <a:pt x="8005933" y="562547"/>
                  </a:lnTo>
                  <a:lnTo>
                    <a:pt x="8053345" y="635824"/>
                  </a:lnTo>
                  <a:lnTo>
                    <a:pt x="8098142" y="716368"/>
                  </a:lnTo>
                  <a:lnTo>
                    <a:pt x="8140871" y="804515"/>
                  </a:lnTo>
                  <a:lnTo>
                    <a:pt x="8151487" y="828197"/>
                  </a:lnTo>
                  <a:lnTo>
                    <a:pt x="8181058" y="897950"/>
                  </a:lnTo>
                  <a:lnTo>
                    <a:pt x="8210009" y="971728"/>
                  </a:lnTo>
                  <a:lnTo>
                    <a:pt x="8238474" y="1049610"/>
                  </a:lnTo>
                  <a:lnTo>
                    <a:pt x="8266563" y="1131637"/>
                  </a:lnTo>
                  <a:lnTo>
                    <a:pt x="8294373" y="1217809"/>
                  </a:lnTo>
                  <a:lnTo>
                    <a:pt x="8321983" y="1308081"/>
                  </a:lnTo>
                  <a:lnTo>
                    <a:pt x="8349457" y="1402355"/>
                  </a:lnTo>
                  <a:lnTo>
                    <a:pt x="8376849" y="1500487"/>
                  </a:lnTo>
                  <a:lnTo>
                    <a:pt x="8404200" y="1602277"/>
                  </a:lnTo>
                  <a:lnTo>
                    <a:pt x="8431540" y="1707473"/>
                  </a:lnTo>
                  <a:lnTo>
                    <a:pt x="8458893" y="1815771"/>
                  </a:lnTo>
                  <a:lnTo>
                    <a:pt x="8486270" y="1926816"/>
                  </a:lnTo>
                  <a:lnTo>
                    <a:pt x="8513680" y="2040211"/>
                  </a:lnTo>
                  <a:lnTo>
                    <a:pt x="8541122" y="2155514"/>
                  </a:lnTo>
                  <a:lnTo>
                    <a:pt x="8568593" y="2272254"/>
                  </a:lnTo>
                  <a:lnTo>
                    <a:pt x="8596082" y="2389929"/>
                  </a:lnTo>
                  <a:lnTo>
                    <a:pt x="8623582" y="2508025"/>
                  </a:lnTo>
                  <a:lnTo>
                    <a:pt x="8651078" y="2626017"/>
                  </a:lnTo>
                  <a:lnTo>
                    <a:pt x="8678562" y="2743382"/>
                  </a:lnTo>
                  <a:lnTo>
                    <a:pt x="8706021" y="2859610"/>
                  </a:lnTo>
                  <a:lnTo>
                    <a:pt x="8733451" y="2974212"/>
                  </a:lnTo>
                  <a:lnTo>
                    <a:pt x="8760848" y="3086725"/>
                  </a:lnTo>
                  <a:lnTo>
                    <a:pt x="8788215" y="3196725"/>
                  </a:lnTo>
                  <a:lnTo>
                    <a:pt x="8815560" y="3303832"/>
                  </a:lnTo>
                  <a:lnTo>
                    <a:pt x="8842902" y="3407710"/>
                  </a:lnTo>
                  <a:lnTo>
                    <a:pt x="8870264" y="3508076"/>
                  </a:lnTo>
                  <a:lnTo>
                    <a:pt x="8897683" y="3604699"/>
                  </a:lnTo>
                  <a:lnTo>
                    <a:pt x="8925204" y="3697400"/>
                  </a:lnTo>
                  <a:lnTo>
                    <a:pt x="8952885" y="3786054"/>
                  </a:lnTo>
                  <a:lnTo>
                    <a:pt x="8980795" y="3870584"/>
                  </a:lnTo>
                  <a:lnTo>
                    <a:pt x="9009021" y="3950965"/>
                  </a:lnTo>
                  <a:lnTo>
                    <a:pt x="9037664" y="4027211"/>
                  </a:lnTo>
                  <a:lnTo>
                    <a:pt x="9066845" y="4099380"/>
                  </a:lnTo>
                  <a:lnTo>
                    <a:pt x="9084767" y="4140985"/>
                  </a:lnTo>
                  <a:lnTo>
                    <a:pt x="9127048" y="4231081"/>
                  </a:lnTo>
                  <a:lnTo>
                    <a:pt x="9171268" y="4313543"/>
                  </a:lnTo>
                  <a:lnTo>
                    <a:pt x="9217959" y="4388626"/>
                  </a:lnTo>
                  <a:lnTo>
                    <a:pt x="9267702" y="4456832"/>
                  </a:lnTo>
                  <a:lnTo>
                    <a:pt x="9321102" y="4518770"/>
                  </a:lnTo>
                  <a:lnTo>
                    <a:pt x="9378756" y="4575071"/>
                  </a:lnTo>
                  <a:lnTo>
                    <a:pt x="9441214" y="4626336"/>
                  </a:lnTo>
                  <a:lnTo>
                    <a:pt x="9508933" y="4673098"/>
                  </a:lnTo>
                  <a:lnTo>
                    <a:pt x="9582207" y="4715806"/>
                  </a:lnTo>
                  <a:lnTo>
                    <a:pt x="9661088" y="4754810"/>
                  </a:lnTo>
                  <a:lnTo>
                    <a:pt x="9745281" y="4790362"/>
                  </a:lnTo>
                  <a:lnTo>
                    <a:pt x="9834037" y="4822611"/>
                  </a:lnTo>
                  <a:lnTo>
                    <a:pt x="9926053" y="4851615"/>
                  </a:lnTo>
                  <a:lnTo>
                    <a:pt x="10019412" y="4877355"/>
                  </a:lnTo>
                  <a:lnTo>
                    <a:pt x="10111600" y="4899772"/>
                  </a:lnTo>
                  <a:lnTo>
                    <a:pt x="10199646" y="4918798"/>
                  </a:lnTo>
                  <a:lnTo>
                    <a:pt x="10280384" y="4934412"/>
                  </a:lnTo>
                  <a:lnTo>
                    <a:pt x="10350850" y="4946683"/>
                  </a:lnTo>
                  <a:lnTo>
                    <a:pt x="10408716" y="4955805"/>
                  </a:lnTo>
                  <a:lnTo>
                    <a:pt x="10452695" y="4962108"/>
                  </a:lnTo>
                  <a:lnTo>
                    <a:pt x="10482800" y="4966045"/>
                  </a:lnTo>
                  <a:lnTo>
                    <a:pt x="10500413" y="4968153"/>
                  </a:lnTo>
                  <a:lnTo>
                    <a:pt x="10508189" y="4969008"/>
                  </a:lnTo>
                  <a:lnTo>
                    <a:pt x="10509895" y="4969181"/>
                  </a:lnTo>
                  <a:lnTo>
                    <a:pt x="10509911" y="4969182"/>
                  </a:lnTo>
                  <a:lnTo>
                    <a:pt x="11981298" y="496918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07" name="pl1507"/>
            <p:cNvSpPr/>
            <p:nvPr/>
          </p:nvSpPr>
          <p:spPr>
            <a:xfrm>
              <a:off x="4799595" y="5012462"/>
              <a:ext cx="11981298" cy="4969182"/>
            </a:xfrm>
            <a:custGeom>
              <a:avLst/>
              <a:pathLst>
                <a:path w="11981298" h="4969182">
                  <a:moveTo>
                    <a:pt x="11981298" y="4969182"/>
                  </a:moveTo>
                  <a:lnTo>
                    <a:pt x="10509911" y="4969182"/>
                  </a:lnTo>
                  <a:lnTo>
                    <a:pt x="10509028" y="4969094"/>
                  </a:lnTo>
                  <a:lnTo>
                    <a:pt x="10503196" y="4968467"/>
                  </a:lnTo>
                  <a:lnTo>
                    <a:pt x="10488389" y="4966733"/>
                  </a:lnTo>
                  <a:lnTo>
                    <a:pt x="10461652" y="4963316"/>
                  </a:lnTo>
                  <a:lnTo>
                    <a:pt x="10421264" y="4957662"/>
                  </a:lnTo>
                  <a:lnTo>
                    <a:pt x="10366863" y="4949295"/>
                  </a:lnTo>
                  <a:lnTo>
                    <a:pt x="10299422" y="4937851"/>
                  </a:lnTo>
                  <a:lnTo>
                    <a:pt x="10221037" y="4923100"/>
                  </a:lnTo>
                  <a:lnTo>
                    <a:pt x="10134553" y="4904944"/>
                  </a:lnTo>
                  <a:lnTo>
                    <a:pt x="10043125" y="4883386"/>
                  </a:lnTo>
                  <a:lnTo>
                    <a:pt x="9949804" y="4858485"/>
                  </a:lnTo>
                  <a:lnTo>
                    <a:pt x="9857240" y="4830309"/>
                  </a:lnTo>
                  <a:lnTo>
                    <a:pt x="9767505" y="4798889"/>
                  </a:lnTo>
                  <a:lnTo>
                    <a:pt x="9682058" y="4764189"/>
                  </a:lnTo>
                  <a:lnTo>
                    <a:pt x="9601779" y="4726084"/>
                  </a:lnTo>
                  <a:lnTo>
                    <a:pt x="9527069" y="4684350"/>
                  </a:lnTo>
                  <a:lnTo>
                    <a:pt x="9457955" y="4638660"/>
                  </a:lnTo>
                  <a:lnTo>
                    <a:pt x="9394194" y="4588590"/>
                  </a:lnTo>
                  <a:lnTo>
                    <a:pt x="9335366" y="4533626"/>
                  </a:lnTo>
                  <a:lnTo>
                    <a:pt x="9280937" y="4473184"/>
                  </a:lnTo>
                  <a:lnTo>
                    <a:pt x="9230320" y="4406635"/>
                  </a:lnTo>
                  <a:lnTo>
                    <a:pt x="9182909" y="4333358"/>
                  </a:lnTo>
                  <a:lnTo>
                    <a:pt x="9138112" y="4252814"/>
                  </a:lnTo>
                  <a:lnTo>
                    <a:pt x="9095382" y="4164667"/>
                  </a:lnTo>
                  <a:lnTo>
                    <a:pt x="9084767" y="4140985"/>
                  </a:lnTo>
                  <a:lnTo>
                    <a:pt x="9055195" y="4071232"/>
                  </a:lnTo>
                  <a:lnTo>
                    <a:pt x="9026244" y="3997454"/>
                  </a:lnTo>
                  <a:lnTo>
                    <a:pt x="8997779" y="3919572"/>
                  </a:lnTo>
                  <a:lnTo>
                    <a:pt x="8969690" y="3837545"/>
                  </a:lnTo>
                  <a:lnTo>
                    <a:pt x="8941880" y="3751373"/>
                  </a:lnTo>
                  <a:lnTo>
                    <a:pt x="8914270" y="3661101"/>
                  </a:lnTo>
                  <a:lnTo>
                    <a:pt x="8886796" y="3566827"/>
                  </a:lnTo>
                  <a:lnTo>
                    <a:pt x="8859404" y="3468695"/>
                  </a:lnTo>
                  <a:lnTo>
                    <a:pt x="8832054" y="3366905"/>
                  </a:lnTo>
                  <a:lnTo>
                    <a:pt x="8804713" y="3261709"/>
                  </a:lnTo>
                  <a:lnTo>
                    <a:pt x="8777361" y="3153411"/>
                  </a:lnTo>
                  <a:lnTo>
                    <a:pt x="8749983" y="3042366"/>
                  </a:lnTo>
                  <a:lnTo>
                    <a:pt x="8722573" y="2928971"/>
                  </a:lnTo>
                  <a:lnTo>
                    <a:pt x="8695131" y="2813668"/>
                  </a:lnTo>
                  <a:lnTo>
                    <a:pt x="8667661" y="2696928"/>
                  </a:lnTo>
                  <a:lnTo>
                    <a:pt x="8640171" y="2579253"/>
                  </a:lnTo>
                  <a:lnTo>
                    <a:pt x="8612672" y="2461157"/>
                  </a:lnTo>
                  <a:lnTo>
                    <a:pt x="8585175" y="2343165"/>
                  </a:lnTo>
                  <a:lnTo>
                    <a:pt x="8557692" y="2225800"/>
                  </a:lnTo>
                  <a:lnTo>
                    <a:pt x="8530232" y="2109572"/>
                  </a:lnTo>
                  <a:lnTo>
                    <a:pt x="8502802" y="1994970"/>
                  </a:lnTo>
                  <a:lnTo>
                    <a:pt x="8475405" y="1882457"/>
                  </a:lnTo>
                  <a:lnTo>
                    <a:pt x="8448039" y="1772457"/>
                  </a:lnTo>
                  <a:lnTo>
                    <a:pt x="8420693" y="1665350"/>
                  </a:lnTo>
                  <a:lnTo>
                    <a:pt x="8393352" y="1561472"/>
                  </a:lnTo>
                  <a:lnTo>
                    <a:pt x="8365989" y="1461106"/>
                  </a:lnTo>
                  <a:lnTo>
                    <a:pt x="8338570" y="1364483"/>
                  </a:lnTo>
                  <a:lnTo>
                    <a:pt x="8311049" y="1271782"/>
                  </a:lnTo>
                  <a:lnTo>
                    <a:pt x="8283369" y="1183128"/>
                  </a:lnTo>
                  <a:lnTo>
                    <a:pt x="8255458" y="1098598"/>
                  </a:lnTo>
                  <a:lnTo>
                    <a:pt x="8227232" y="1018217"/>
                  </a:lnTo>
                  <a:lnTo>
                    <a:pt x="8198589" y="941971"/>
                  </a:lnTo>
                  <a:lnTo>
                    <a:pt x="8169409" y="869802"/>
                  </a:lnTo>
                  <a:lnTo>
                    <a:pt x="8151487" y="828197"/>
                  </a:lnTo>
                  <a:lnTo>
                    <a:pt x="8109206" y="738101"/>
                  </a:lnTo>
                  <a:lnTo>
                    <a:pt x="8064985" y="655639"/>
                  </a:lnTo>
                  <a:lnTo>
                    <a:pt x="8018294" y="580556"/>
                  </a:lnTo>
                  <a:lnTo>
                    <a:pt x="7968552" y="512350"/>
                  </a:lnTo>
                  <a:lnTo>
                    <a:pt x="7915151" y="450412"/>
                  </a:lnTo>
                  <a:lnTo>
                    <a:pt x="7857498" y="394111"/>
                  </a:lnTo>
                  <a:lnTo>
                    <a:pt x="7795039" y="342846"/>
                  </a:lnTo>
                  <a:lnTo>
                    <a:pt x="7727321" y="296084"/>
                  </a:lnTo>
                  <a:lnTo>
                    <a:pt x="7654046" y="253376"/>
                  </a:lnTo>
                  <a:lnTo>
                    <a:pt x="7575165" y="214372"/>
                  </a:lnTo>
                  <a:lnTo>
                    <a:pt x="7490972" y="178820"/>
                  </a:lnTo>
                  <a:lnTo>
                    <a:pt x="7402216" y="146571"/>
                  </a:lnTo>
                  <a:lnTo>
                    <a:pt x="7310200" y="117567"/>
                  </a:lnTo>
                  <a:lnTo>
                    <a:pt x="7216842" y="91827"/>
                  </a:lnTo>
                  <a:lnTo>
                    <a:pt x="7124653" y="69410"/>
                  </a:lnTo>
                  <a:lnTo>
                    <a:pt x="7036608" y="50384"/>
                  </a:lnTo>
                  <a:lnTo>
                    <a:pt x="6955869" y="34770"/>
                  </a:lnTo>
                  <a:lnTo>
                    <a:pt x="6885403" y="22499"/>
                  </a:lnTo>
                  <a:lnTo>
                    <a:pt x="6827537" y="13377"/>
                  </a:lnTo>
                  <a:lnTo>
                    <a:pt x="6783558" y="7074"/>
                  </a:lnTo>
                  <a:lnTo>
                    <a:pt x="6753453" y="3137"/>
                  </a:lnTo>
                  <a:lnTo>
                    <a:pt x="6735841" y="1029"/>
                  </a:lnTo>
                  <a:lnTo>
                    <a:pt x="6728064" y="174"/>
                  </a:lnTo>
                  <a:lnTo>
                    <a:pt x="6726358" y="1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032" y="80"/>
                  </a:lnTo>
                  <a:lnTo>
                    <a:pt x="5247939" y="652"/>
                  </a:lnTo>
                  <a:lnTo>
                    <a:pt x="5232487" y="2231"/>
                  </a:lnTo>
                  <a:lnTo>
                    <a:pt x="5204630" y="5344"/>
                  </a:lnTo>
                  <a:lnTo>
                    <a:pt x="5162641" y="10491"/>
                  </a:lnTo>
                  <a:lnTo>
                    <a:pt x="5106241" y="18100"/>
                  </a:lnTo>
                  <a:lnTo>
                    <a:pt x="5036557" y="28494"/>
                  </a:lnTo>
                  <a:lnTo>
                    <a:pt x="4955879" y="41867"/>
                  </a:lnTo>
                  <a:lnTo>
                    <a:pt x="4867243" y="58297"/>
                  </a:lnTo>
                  <a:lnTo>
                    <a:pt x="4773956" y="77773"/>
                  </a:lnTo>
                  <a:lnTo>
                    <a:pt x="4679169" y="100237"/>
                  </a:lnTo>
                  <a:lnTo>
                    <a:pt x="4585562" y="125631"/>
                  </a:lnTo>
                  <a:lnTo>
                    <a:pt x="4495194" y="153935"/>
                  </a:lnTo>
                  <a:lnTo>
                    <a:pt x="4409469" y="185197"/>
                  </a:lnTo>
                  <a:lnTo>
                    <a:pt x="4329197" y="219548"/>
                  </a:lnTo>
                  <a:lnTo>
                    <a:pt x="4254700" y="257214"/>
                  </a:lnTo>
                  <a:lnTo>
                    <a:pt x="4185931" y="298512"/>
                  </a:lnTo>
                  <a:lnTo>
                    <a:pt x="4122583" y="343852"/>
                  </a:lnTo>
                  <a:lnTo>
                    <a:pt x="4064176" y="393719"/>
                  </a:lnTo>
                  <a:lnTo>
                    <a:pt x="4010132" y="448661"/>
                  </a:lnTo>
                  <a:lnTo>
                    <a:pt x="3959826" y="509254"/>
                  </a:lnTo>
                  <a:lnTo>
                    <a:pt x="3912626" y="576048"/>
                  </a:lnTo>
                  <a:lnTo>
                    <a:pt x="3867925" y="649488"/>
                  </a:lnTo>
                  <a:lnTo>
                    <a:pt x="3829811" y="720586"/>
                  </a:lnTo>
                  <a:lnTo>
                    <a:pt x="3798316" y="785394"/>
                  </a:lnTo>
                  <a:lnTo>
                    <a:pt x="3767515" y="854185"/>
                  </a:lnTo>
                  <a:lnTo>
                    <a:pt x="3737249" y="927039"/>
                  </a:lnTo>
                  <a:lnTo>
                    <a:pt x="3707387" y="1003995"/>
                  </a:lnTo>
                  <a:lnTo>
                    <a:pt x="3677817" y="1085039"/>
                  </a:lnTo>
                  <a:lnTo>
                    <a:pt x="3648449" y="1170108"/>
                  </a:lnTo>
                  <a:lnTo>
                    <a:pt x="3619209" y="1259083"/>
                  </a:lnTo>
                  <a:lnTo>
                    <a:pt x="3590040" y="1351786"/>
                  </a:lnTo>
                  <a:lnTo>
                    <a:pt x="3560898" y="1447979"/>
                  </a:lnTo>
                  <a:lnTo>
                    <a:pt x="3531752" y="1547365"/>
                  </a:lnTo>
                  <a:lnTo>
                    <a:pt x="3502581" y="1649592"/>
                  </a:lnTo>
                  <a:lnTo>
                    <a:pt x="3473375" y="1754253"/>
                  </a:lnTo>
                  <a:lnTo>
                    <a:pt x="3444132" y="1860895"/>
                  </a:lnTo>
                  <a:lnTo>
                    <a:pt x="3414856" y="1969025"/>
                  </a:lnTo>
                  <a:lnTo>
                    <a:pt x="3385557" y="2078120"/>
                  </a:lnTo>
                  <a:lnTo>
                    <a:pt x="3356247" y="2187636"/>
                  </a:lnTo>
                  <a:lnTo>
                    <a:pt x="3326941" y="2297022"/>
                  </a:lnTo>
                  <a:lnTo>
                    <a:pt x="3297652" y="2405727"/>
                  </a:lnTo>
                  <a:lnTo>
                    <a:pt x="3268391" y="2513218"/>
                  </a:lnTo>
                  <a:lnTo>
                    <a:pt x="3239165" y="2618983"/>
                  </a:lnTo>
                  <a:lnTo>
                    <a:pt x="3209976" y="2722548"/>
                  </a:lnTo>
                  <a:lnTo>
                    <a:pt x="3180819" y="2823481"/>
                  </a:lnTo>
                  <a:lnTo>
                    <a:pt x="3151677" y="2921399"/>
                  </a:lnTo>
                  <a:lnTo>
                    <a:pt x="3122527" y="3015976"/>
                  </a:lnTo>
                  <a:lnTo>
                    <a:pt x="3093331" y="3106944"/>
                  </a:lnTo>
                  <a:lnTo>
                    <a:pt x="3064039" y="3194092"/>
                  </a:lnTo>
                  <a:lnTo>
                    <a:pt x="3034586" y="3277271"/>
                  </a:lnTo>
                  <a:lnTo>
                    <a:pt x="3004890" y="3356389"/>
                  </a:lnTo>
                  <a:lnTo>
                    <a:pt x="2974852" y="3431405"/>
                  </a:lnTo>
                  <a:lnTo>
                    <a:pt x="2944351" y="3502332"/>
                  </a:lnTo>
                  <a:lnTo>
                    <a:pt x="2913244" y="3569229"/>
                  </a:lnTo>
                  <a:lnTo>
                    <a:pt x="2896531" y="3602930"/>
                  </a:lnTo>
                  <a:lnTo>
                    <a:pt x="2853590" y="3682465"/>
                  </a:lnTo>
                  <a:lnTo>
                    <a:pt x="2808641" y="3755156"/>
                  </a:lnTo>
                  <a:lnTo>
                    <a:pt x="2761129" y="3821241"/>
                  </a:lnTo>
                  <a:lnTo>
                    <a:pt x="2710442" y="3881182"/>
                  </a:lnTo>
                  <a:lnTo>
                    <a:pt x="2655947" y="3935537"/>
                  </a:lnTo>
                  <a:lnTo>
                    <a:pt x="2597022" y="3984879"/>
                  </a:lnTo>
                  <a:lnTo>
                    <a:pt x="2533097" y="4029750"/>
                  </a:lnTo>
                  <a:lnTo>
                    <a:pt x="2463707" y="4070629"/>
                  </a:lnTo>
                  <a:lnTo>
                    <a:pt x="2388570" y="4107915"/>
                  </a:lnTo>
                  <a:lnTo>
                    <a:pt x="2307672" y="4141916"/>
                  </a:lnTo>
                  <a:lnTo>
                    <a:pt x="2221385" y="4172846"/>
                  </a:lnTo>
                  <a:lnTo>
                    <a:pt x="2130579" y="4200828"/>
                  </a:lnTo>
                  <a:lnTo>
                    <a:pt x="2036729" y="4225901"/>
                  </a:lnTo>
                  <a:lnTo>
                    <a:pt x="1941965" y="4248039"/>
                  </a:lnTo>
                  <a:lnTo>
                    <a:pt x="1849032" y="4267181"/>
                  </a:lnTo>
                  <a:lnTo>
                    <a:pt x="1761112" y="4283274"/>
                  </a:lnTo>
                  <a:lnTo>
                    <a:pt x="1681507" y="4296312"/>
                  </a:lnTo>
                  <a:lnTo>
                    <a:pt x="1613195" y="4306386"/>
                  </a:lnTo>
                  <a:lnTo>
                    <a:pt x="1558354" y="4313706"/>
                  </a:lnTo>
                  <a:lnTo>
                    <a:pt x="1517964" y="4318605"/>
                  </a:lnTo>
                  <a:lnTo>
                    <a:pt x="1491586" y="4321524"/>
                  </a:lnTo>
                  <a:lnTo>
                    <a:pt x="1477338" y="4322967"/>
                  </a:lnTo>
                  <a:lnTo>
                    <a:pt x="1472041" y="4323459"/>
                  </a:lnTo>
                  <a:lnTo>
                    <a:pt x="1471387" y="4323516"/>
                  </a:lnTo>
                  <a:lnTo>
                    <a:pt x="0" y="432351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08" name="pg1508"/>
            <p:cNvSpPr/>
            <p:nvPr/>
          </p:nvSpPr>
          <p:spPr>
            <a:xfrm>
              <a:off x="4799595" y="2642292"/>
              <a:ext cx="11981298" cy="8197517"/>
            </a:xfrm>
            <a:custGeom>
              <a:avLst/>
              <a:pathLst>
                <a:path w="11981298" h="8197517">
                  <a:moveTo>
                    <a:pt x="0" y="6971567"/>
                  </a:moveTo>
                  <a:lnTo>
                    <a:pt x="1471387" y="6971567"/>
                  </a:lnTo>
                  <a:lnTo>
                    <a:pt x="1472606" y="6971597"/>
                  </a:lnTo>
                  <a:lnTo>
                    <a:pt x="1480611" y="6971813"/>
                  </a:lnTo>
                  <a:lnTo>
                    <a:pt x="1500744" y="6972410"/>
                  </a:lnTo>
                  <a:lnTo>
                    <a:pt x="1536635" y="6973585"/>
                  </a:lnTo>
                  <a:lnTo>
                    <a:pt x="1589915" y="6975518"/>
                  </a:lnTo>
                  <a:lnTo>
                    <a:pt x="1660104" y="6978354"/>
                  </a:lnTo>
                  <a:lnTo>
                    <a:pt x="1744817" y="6982188"/>
                  </a:lnTo>
                  <a:lnTo>
                    <a:pt x="1840319" y="6987065"/>
                  </a:lnTo>
                  <a:lnTo>
                    <a:pt x="1942266" y="6992987"/>
                  </a:lnTo>
                  <a:lnTo>
                    <a:pt x="2046422" y="6999936"/>
                  </a:lnTo>
                  <a:lnTo>
                    <a:pt x="2149187" y="7007889"/>
                  </a:lnTo>
                  <a:lnTo>
                    <a:pt x="2247866" y="7016839"/>
                  </a:lnTo>
                  <a:lnTo>
                    <a:pt x="2340710" y="7026810"/>
                  </a:lnTo>
                  <a:lnTo>
                    <a:pt x="2426807" y="7037858"/>
                  </a:lnTo>
                  <a:lnTo>
                    <a:pt x="2505909" y="7050082"/>
                  </a:lnTo>
                  <a:lnTo>
                    <a:pt x="2578244" y="7063615"/>
                  </a:lnTo>
                  <a:lnTo>
                    <a:pt x="2644354" y="7078628"/>
                  </a:lnTo>
                  <a:lnTo>
                    <a:pt x="2704965" y="7095319"/>
                  </a:lnTo>
                  <a:lnTo>
                    <a:pt x="2760896" y="7113904"/>
                  </a:lnTo>
                  <a:lnTo>
                    <a:pt x="2812987" y="7134593"/>
                  </a:lnTo>
                  <a:lnTo>
                    <a:pt x="2862047" y="7157555"/>
                  </a:lnTo>
                  <a:lnTo>
                    <a:pt x="2896531" y="7175892"/>
                  </a:lnTo>
                  <a:lnTo>
                    <a:pt x="2945434" y="7205105"/>
                  </a:lnTo>
                  <a:lnTo>
                    <a:pt x="2992860" y="7237107"/>
                  </a:lnTo>
                  <a:lnTo>
                    <a:pt x="3039332" y="7271946"/>
                  </a:lnTo>
                  <a:lnTo>
                    <a:pt x="3085242" y="7309586"/>
                  </a:lnTo>
                  <a:lnTo>
                    <a:pt x="3130872" y="7349898"/>
                  </a:lnTo>
                  <a:lnTo>
                    <a:pt x="3176415" y="7392656"/>
                  </a:lnTo>
                  <a:lnTo>
                    <a:pt x="3221988" y="7437533"/>
                  </a:lnTo>
                  <a:lnTo>
                    <a:pt x="3267642" y="7484110"/>
                  </a:lnTo>
                  <a:lnTo>
                    <a:pt x="3313382" y="7531888"/>
                  </a:lnTo>
                  <a:lnTo>
                    <a:pt x="3359176" y="7580308"/>
                  </a:lnTo>
                  <a:lnTo>
                    <a:pt x="3404974" y="7628780"/>
                  </a:lnTo>
                  <a:lnTo>
                    <a:pt x="3450726" y="7676711"/>
                  </a:lnTo>
                  <a:lnTo>
                    <a:pt x="3496397" y="7723535"/>
                  </a:lnTo>
                  <a:lnTo>
                    <a:pt x="3541981" y="7768742"/>
                  </a:lnTo>
                  <a:lnTo>
                    <a:pt x="3587523" y="7811895"/>
                  </a:lnTo>
                  <a:lnTo>
                    <a:pt x="3633127" y="7852653"/>
                  </a:lnTo>
                  <a:lnTo>
                    <a:pt x="3678970" y="7890771"/>
                  </a:lnTo>
                  <a:lnTo>
                    <a:pt x="3725319" y="7926104"/>
                  </a:lnTo>
                  <a:lnTo>
                    <a:pt x="3772545" y="7958600"/>
                  </a:lnTo>
                  <a:lnTo>
                    <a:pt x="3821146" y="7988292"/>
                  </a:lnTo>
                  <a:lnTo>
                    <a:pt x="3829811" y="7993192"/>
                  </a:lnTo>
                  <a:lnTo>
                    <a:pt x="3877113" y="8017876"/>
                  </a:lnTo>
                  <a:lnTo>
                    <a:pt x="3926905" y="8040220"/>
                  </a:lnTo>
                  <a:lnTo>
                    <a:pt x="3979938" y="8060329"/>
                  </a:lnTo>
                  <a:lnTo>
                    <a:pt x="4037034" y="8078388"/>
                  </a:lnTo>
                  <a:lnTo>
                    <a:pt x="4099032" y="8094612"/>
                  </a:lnTo>
                  <a:lnTo>
                    <a:pt x="4166736" y="8109212"/>
                  </a:lnTo>
                  <a:lnTo>
                    <a:pt x="4240831" y="8122381"/>
                  </a:lnTo>
                  <a:lnTo>
                    <a:pt x="4321791" y="8134279"/>
                  </a:lnTo>
                  <a:lnTo>
                    <a:pt x="4409734" y="8145033"/>
                  </a:lnTo>
                  <a:lnTo>
                    <a:pt x="4504253" y="8154728"/>
                  </a:lnTo>
                  <a:lnTo>
                    <a:pt x="4604229" y="8163411"/>
                  </a:lnTo>
                  <a:lnTo>
                    <a:pt x="4707668" y="8171098"/>
                  </a:lnTo>
                  <a:lnTo>
                    <a:pt x="4811621" y="8177776"/>
                  </a:lnTo>
                  <a:lnTo>
                    <a:pt x="4912280" y="8183421"/>
                  </a:lnTo>
                  <a:lnTo>
                    <a:pt x="5005321" y="8188018"/>
                  </a:lnTo>
                  <a:lnTo>
                    <a:pt x="5086486" y="8191580"/>
                  </a:lnTo>
                  <a:lnTo>
                    <a:pt x="5152332" y="8194164"/>
                  </a:lnTo>
                  <a:lnTo>
                    <a:pt x="5200939" y="8195879"/>
                  </a:lnTo>
                  <a:lnTo>
                    <a:pt x="5232386" y="8196881"/>
                  </a:lnTo>
                  <a:lnTo>
                    <a:pt x="5248858" y="8197357"/>
                  </a:lnTo>
                  <a:lnTo>
                    <a:pt x="5254466" y="8197505"/>
                  </a:lnTo>
                  <a:lnTo>
                    <a:pt x="5254955" y="8197517"/>
                  </a:lnTo>
                  <a:lnTo>
                    <a:pt x="6726343" y="8197517"/>
                  </a:lnTo>
                  <a:lnTo>
                    <a:pt x="6727026" y="8197405"/>
                  </a:lnTo>
                  <a:lnTo>
                    <a:pt x="6731567" y="8196609"/>
                  </a:lnTo>
                  <a:lnTo>
                    <a:pt x="6743167" y="8194412"/>
                  </a:lnTo>
                  <a:lnTo>
                    <a:pt x="6764292" y="8190078"/>
                  </a:lnTo>
                  <a:lnTo>
                    <a:pt x="6796559" y="8182889"/>
                  </a:lnTo>
                  <a:lnTo>
                    <a:pt x="6840645" y="8172194"/>
                  </a:lnTo>
                  <a:lnTo>
                    <a:pt x="6896255" y="8157458"/>
                  </a:lnTo>
                  <a:lnTo>
                    <a:pt x="6962203" y="8138295"/>
                  </a:lnTo>
                  <a:lnTo>
                    <a:pt x="7036610" y="8114481"/>
                  </a:lnTo>
                  <a:lnTo>
                    <a:pt x="7117165" y="8085935"/>
                  </a:lnTo>
                  <a:lnTo>
                    <a:pt x="7201422" y="8052681"/>
                  </a:lnTo>
                  <a:lnTo>
                    <a:pt x="7287051" y="8014803"/>
                  </a:lnTo>
                  <a:lnTo>
                    <a:pt x="7372024" y="7972384"/>
                  </a:lnTo>
                  <a:lnTo>
                    <a:pt x="7454724" y="7925468"/>
                  </a:lnTo>
                  <a:lnTo>
                    <a:pt x="7533971" y="7874022"/>
                  </a:lnTo>
                  <a:lnTo>
                    <a:pt x="7609004" y="7817912"/>
                  </a:lnTo>
                  <a:lnTo>
                    <a:pt x="7679418" y="7756888"/>
                  </a:lnTo>
                  <a:lnTo>
                    <a:pt x="7745099" y="7690583"/>
                  </a:lnTo>
                  <a:lnTo>
                    <a:pt x="7806150" y="7618512"/>
                  </a:lnTo>
                  <a:lnTo>
                    <a:pt x="7862832" y="7540080"/>
                  </a:lnTo>
                  <a:lnTo>
                    <a:pt x="7915510" y="7454595"/>
                  </a:lnTo>
                  <a:lnTo>
                    <a:pt x="7964612" y="7361291"/>
                  </a:lnTo>
                  <a:lnTo>
                    <a:pt x="8010599" y="7259364"/>
                  </a:lnTo>
                  <a:lnTo>
                    <a:pt x="8053937" y="7148028"/>
                  </a:lnTo>
                  <a:lnTo>
                    <a:pt x="8095083" y="7026605"/>
                  </a:lnTo>
                  <a:lnTo>
                    <a:pt x="8134460" y="6894654"/>
                  </a:lnTo>
                  <a:lnTo>
                    <a:pt x="8151487" y="6832626"/>
                  </a:lnTo>
                  <a:lnTo>
                    <a:pt x="8174854" y="6742556"/>
                  </a:lnTo>
                  <a:lnTo>
                    <a:pt x="8197817" y="6648386"/>
                  </a:lnTo>
                  <a:lnTo>
                    <a:pt x="8220445" y="6550042"/>
                  </a:lnTo>
                  <a:lnTo>
                    <a:pt x="8242797" y="6447474"/>
                  </a:lnTo>
                  <a:lnTo>
                    <a:pt x="8264927" y="6340656"/>
                  </a:lnTo>
                  <a:lnTo>
                    <a:pt x="8286879" y="6229591"/>
                  </a:lnTo>
                  <a:lnTo>
                    <a:pt x="8308695" y="6114308"/>
                  </a:lnTo>
                  <a:lnTo>
                    <a:pt x="8330409" y="5994871"/>
                  </a:lnTo>
                  <a:lnTo>
                    <a:pt x="8352050" y="5871373"/>
                  </a:lnTo>
                  <a:lnTo>
                    <a:pt x="8373643" y="5743939"/>
                  </a:lnTo>
                  <a:lnTo>
                    <a:pt x="8395207" y="5612732"/>
                  </a:lnTo>
                  <a:lnTo>
                    <a:pt x="8416760" y="5477943"/>
                  </a:lnTo>
                  <a:lnTo>
                    <a:pt x="8438313" y="5339802"/>
                  </a:lnTo>
                  <a:lnTo>
                    <a:pt x="8459877" y="5198568"/>
                  </a:lnTo>
                  <a:lnTo>
                    <a:pt x="8481457" y="5054533"/>
                  </a:lnTo>
                  <a:lnTo>
                    <a:pt x="8503056" y="4908015"/>
                  </a:lnTo>
                  <a:lnTo>
                    <a:pt x="8524676" y="4759363"/>
                  </a:lnTo>
                  <a:lnTo>
                    <a:pt x="8546316" y="4608944"/>
                  </a:lnTo>
                  <a:lnTo>
                    <a:pt x="8567972" y="4457150"/>
                  </a:lnTo>
                  <a:lnTo>
                    <a:pt x="8589640" y="4304384"/>
                  </a:lnTo>
                  <a:lnTo>
                    <a:pt x="8611316" y="4151063"/>
                  </a:lnTo>
                  <a:lnTo>
                    <a:pt x="8632993" y="3997609"/>
                  </a:lnTo>
                  <a:lnTo>
                    <a:pt x="8654667" y="3844445"/>
                  </a:lnTo>
                  <a:lnTo>
                    <a:pt x="8676331" y="3691992"/>
                  </a:lnTo>
                  <a:lnTo>
                    <a:pt x="8697982" y="3540663"/>
                  </a:lnTo>
                  <a:lnTo>
                    <a:pt x="8719614" y="3390856"/>
                  </a:lnTo>
                  <a:lnTo>
                    <a:pt x="8741226" y="3242955"/>
                  </a:lnTo>
                  <a:lnTo>
                    <a:pt x="8762818" y="3097321"/>
                  </a:lnTo>
                  <a:lnTo>
                    <a:pt x="8784391" y="2954290"/>
                  </a:lnTo>
                  <a:lnTo>
                    <a:pt x="8805951" y="2814174"/>
                  </a:lnTo>
                  <a:lnTo>
                    <a:pt x="8827503" y="2677250"/>
                  </a:lnTo>
                  <a:lnTo>
                    <a:pt x="8849058" y="2543768"/>
                  </a:lnTo>
                  <a:lnTo>
                    <a:pt x="8870631" y="2413942"/>
                  </a:lnTo>
                  <a:lnTo>
                    <a:pt x="8892239" y="2287954"/>
                  </a:lnTo>
                  <a:lnTo>
                    <a:pt x="8913904" y="2165951"/>
                  </a:lnTo>
                  <a:lnTo>
                    <a:pt x="8935652" y="2048049"/>
                  </a:lnTo>
                  <a:lnTo>
                    <a:pt x="8957514" y="1934329"/>
                  </a:lnTo>
                  <a:lnTo>
                    <a:pt x="8979528" y="1824840"/>
                  </a:lnTo>
                  <a:lnTo>
                    <a:pt x="9001734" y="1719602"/>
                  </a:lnTo>
                  <a:lnTo>
                    <a:pt x="9024182" y="1618608"/>
                  </a:lnTo>
                  <a:lnTo>
                    <a:pt x="9046927" y="1521823"/>
                  </a:lnTo>
                  <a:lnTo>
                    <a:pt x="9070032" y="1429186"/>
                  </a:lnTo>
                  <a:lnTo>
                    <a:pt x="9084767" y="1373063"/>
                  </a:lnTo>
                  <a:lnTo>
                    <a:pt x="9123480" y="1236397"/>
                  </a:lnTo>
                  <a:lnTo>
                    <a:pt x="9163790" y="1110330"/>
                  </a:lnTo>
                  <a:lnTo>
                    <a:pt x="9206100" y="994586"/>
                  </a:lnTo>
                  <a:lnTo>
                    <a:pt x="9250852" y="888572"/>
                  </a:lnTo>
                  <a:lnTo>
                    <a:pt x="9298513" y="791536"/>
                  </a:lnTo>
                  <a:lnTo>
                    <a:pt x="9349547" y="702675"/>
                  </a:lnTo>
                  <a:lnTo>
                    <a:pt x="9404400" y="621200"/>
                  </a:lnTo>
                  <a:lnTo>
                    <a:pt x="9463471" y="546383"/>
                  </a:lnTo>
                  <a:lnTo>
                    <a:pt x="9527071" y="477583"/>
                  </a:lnTo>
                  <a:lnTo>
                    <a:pt x="9595381" y="414265"/>
                  </a:lnTo>
                  <a:lnTo>
                    <a:pt x="9668393" y="356009"/>
                  </a:lnTo>
                  <a:lnTo>
                    <a:pt x="9745840" y="302514"/>
                  </a:lnTo>
                  <a:lnTo>
                    <a:pt x="9827126" y="253595"/>
                  </a:lnTo>
                  <a:lnTo>
                    <a:pt x="9911262" y="209177"/>
                  </a:lnTo>
                  <a:lnTo>
                    <a:pt x="9996827" y="169272"/>
                  </a:lnTo>
                  <a:lnTo>
                    <a:pt x="10081966" y="133952"/>
                  </a:lnTo>
                  <a:lnTo>
                    <a:pt x="10164467" y="103307"/>
                  </a:lnTo>
                  <a:lnTo>
                    <a:pt x="10241905" y="77393"/>
                  </a:lnTo>
                  <a:lnTo>
                    <a:pt x="10311876" y="56182"/>
                  </a:lnTo>
                  <a:lnTo>
                    <a:pt x="10372272" y="39517"/>
                  </a:lnTo>
                  <a:lnTo>
                    <a:pt x="10421571" y="27084"/>
                  </a:lnTo>
                  <a:lnTo>
                    <a:pt x="10459064" y="18412"/>
                  </a:lnTo>
                  <a:lnTo>
                    <a:pt x="10484993" y="12895"/>
                  </a:lnTo>
                  <a:lnTo>
                    <a:pt x="10500569" y="9840"/>
                  </a:lnTo>
                  <a:lnTo>
                    <a:pt x="10507892" y="8512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9227" y="111"/>
                  </a:lnTo>
                  <a:lnTo>
                    <a:pt x="10504687" y="907"/>
                  </a:lnTo>
                  <a:lnTo>
                    <a:pt x="10493086" y="3104"/>
                  </a:lnTo>
                  <a:lnTo>
                    <a:pt x="10471962" y="7438"/>
                  </a:lnTo>
                  <a:lnTo>
                    <a:pt x="10439694" y="14627"/>
                  </a:lnTo>
                  <a:lnTo>
                    <a:pt x="10395608" y="25322"/>
                  </a:lnTo>
                  <a:lnTo>
                    <a:pt x="10339998" y="40059"/>
                  </a:lnTo>
                  <a:lnTo>
                    <a:pt x="10274050" y="59221"/>
                  </a:lnTo>
                  <a:lnTo>
                    <a:pt x="10199643" y="83035"/>
                  </a:lnTo>
                  <a:lnTo>
                    <a:pt x="10119088" y="111582"/>
                  </a:lnTo>
                  <a:lnTo>
                    <a:pt x="10034831" y="144835"/>
                  </a:lnTo>
                  <a:lnTo>
                    <a:pt x="9949203" y="182714"/>
                  </a:lnTo>
                  <a:lnTo>
                    <a:pt x="9864230" y="225133"/>
                  </a:lnTo>
                  <a:lnTo>
                    <a:pt x="9781530" y="272048"/>
                  </a:lnTo>
                  <a:lnTo>
                    <a:pt x="9702282" y="323494"/>
                  </a:lnTo>
                  <a:lnTo>
                    <a:pt x="9627249" y="379605"/>
                  </a:lnTo>
                  <a:lnTo>
                    <a:pt x="9556835" y="440629"/>
                  </a:lnTo>
                  <a:lnTo>
                    <a:pt x="9491154" y="506934"/>
                  </a:lnTo>
                  <a:lnTo>
                    <a:pt x="9430104" y="579004"/>
                  </a:lnTo>
                  <a:lnTo>
                    <a:pt x="9373421" y="657436"/>
                  </a:lnTo>
                  <a:lnTo>
                    <a:pt x="9320743" y="742921"/>
                  </a:lnTo>
                  <a:lnTo>
                    <a:pt x="9271641" y="836225"/>
                  </a:lnTo>
                  <a:lnTo>
                    <a:pt x="9225654" y="938152"/>
                  </a:lnTo>
                  <a:lnTo>
                    <a:pt x="9182316" y="1049488"/>
                  </a:lnTo>
                  <a:lnTo>
                    <a:pt x="9141170" y="1170912"/>
                  </a:lnTo>
                  <a:lnTo>
                    <a:pt x="9101793" y="1302862"/>
                  </a:lnTo>
                  <a:lnTo>
                    <a:pt x="9084767" y="1364890"/>
                  </a:lnTo>
                  <a:lnTo>
                    <a:pt x="9061399" y="1454960"/>
                  </a:lnTo>
                  <a:lnTo>
                    <a:pt x="9038436" y="1549130"/>
                  </a:lnTo>
                  <a:lnTo>
                    <a:pt x="9015808" y="1647474"/>
                  </a:lnTo>
                  <a:lnTo>
                    <a:pt x="8993456" y="1750042"/>
                  </a:lnTo>
                  <a:lnTo>
                    <a:pt x="8971327" y="1856860"/>
                  </a:lnTo>
                  <a:lnTo>
                    <a:pt x="8949374" y="1967926"/>
                  </a:lnTo>
                  <a:lnTo>
                    <a:pt x="8927558" y="2083208"/>
                  </a:lnTo>
                  <a:lnTo>
                    <a:pt x="8905844" y="2202645"/>
                  </a:lnTo>
                  <a:lnTo>
                    <a:pt x="8884203" y="2326144"/>
                  </a:lnTo>
                  <a:lnTo>
                    <a:pt x="8862611" y="2453577"/>
                  </a:lnTo>
                  <a:lnTo>
                    <a:pt x="8841046" y="2584785"/>
                  </a:lnTo>
                  <a:lnTo>
                    <a:pt x="8819493" y="2719573"/>
                  </a:lnTo>
                  <a:lnTo>
                    <a:pt x="8797940" y="2857714"/>
                  </a:lnTo>
                  <a:lnTo>
                    <a:pt x="8776376" y="2998948"/>
                  </a:lnTo>
                  <a:lnTo>
                    <a:pt x="8754796" y="3142984"/>
                  </a:lnTo>
                  <a:lnTo>
                    <a:pt x="8733197" y="3289501"/>
                  </a:lnTo>
                  <a:lnTo>
                    <a:pt x="8711577" y="3438154"/>
                  </a:lnTo>
                  <a:lnTo>
                    <a:pt x="8689938" y="3588572"/>
                  </a:lnTo>
                  <a:lnTo>
                    <a:pt x="8668282" y="3740366"/>
                  </a:lnTo>
                  <a:lnTo>
                    <a:pt x="8646613" y="3893132"/>
                  </a:lnTo>
                  <a:lnTo>
                    <a:pt x="8624937" y="4046453"/>
                  </a:lnTo>
                  <a:lnTo>
                    <a:pt x="8603260" y="4199907"/>
                  </a:lnTo>
                  <a:lnTo>
                    <a:pt x="8581586" y="4353071"/>
                  </a:lnTo>
                  <a:lnTo>
                    <a:pt x="8559922" y="4505524"/>
                  </a:lnTo>
                  <a:lnTo>
                    <a:pt x="8538272" y="4656853"/>
                  </a:lnTo>
                  <a:lnTo>
                    <a:pt x="8516639" y="4806660"/>
                  </a:lnTo>
                  <a:lnTo>
                    <a:pt x="8495027" y="4954561"/>
                  </a:lnTo>
                  <a:lnTo>
                    <a:pt x="8473435" y="5100195"/>
                  </a:lnTo>
                  <a:lnTo>
                    <a:pt x="8451862" y="5243226"/>
                  </a:lnTo>
                  <a:lnTo>
                    <a:pt x="8430303" y="5383343"/>
                  </a:lnTo>
                  <a:lnTo>
                    <a:pt x="8408751" y="5520266"/>
                  </a:lnTo>
                  <a:lnTo>
                    <a:pt x="8387195" y="5653749"/>
                  </a:lnTo>
                  <a:lnTo>
                    <a:pt x="8365622" y="5783575"/>
                  </a:lnTo>
                  <a:lnTo>
                    <a:pt x="8344015" y="5909563"/>
                  </a:lnTo>
                  <a:lnTo>
                    <a:pt x="8322350" y="6031565"/>
                  </a:lnTo>
                  <a:lnTo>
                    <a:pt x="8300602" y="6149467"/>
                  </a:lnTo>
                  <a:lnTo>
                    <a:pt x="8278739" y="6263188"/>
                  </a:lnTo>
                  <a:lnTo>
                    <a:pt x="8256726" y="6372677"/>
                  </a:lnTo>
                  <a:lnTo>
                    <a:pt x="8234519" y="6477914"/>
                  </a:lnTo>
                  <a:lnTo>
                    <a:pt x="8212071" y="6578908"/>
                  </a:lnTo>
                  <a:lnTo>
                    <a:pt x="8189326" y="6675693"/>
                  </a:lnTo>
                  <a:lnTo>
                    <a:pt x="8166221" y="6768330"/>
                  </a:lnTo>
                  <a:lnTo>
                    <a:pt x="8151487" y="6824453"/>
                  </a:lnTo>
                  <a:lnTo>
                    <a:pt x="8112773" y="6961119"/>
                  </a:lnTo>
                  <a:lnTo>
                    <a:pt x="8072463" y="7087186"/>
                  </a:lnTo>
                  <a:lnTo>
                    <a:pt x="8030153" y="7202930"/>
                  </a:lnTo>
                  <a:lnTo>
                    <a:pt x="7985401" y="7308945"/>
                  </a:lnTo>
                  <a:lnTo>
                    <a:pt x="7937741" y="7405980"/>
                  </a:lnTo>
                  <a:lnTo>
                    <a:pt x="7886707" y="7494841"/>
                  </a:lnTo>
                  <a:lnTo>
                    <a:pt x="7831853" y="7576316"/>
                  </a:lnTo>
                  <a:lnTo>
                    <a:pt x="7772782" y="7651134"/>
                  </a:lnTo>
                  <a:lnTo>
                    <a:pt x="7709182" y="7719934"/>
                  </a:lnTo>
                  <a:lnTo>
                    <a:pt x="7640872" y="7783252"/>
                  </a:lnTo>
                  <a:lnTo>
                    <a:pt x="7567860" y="7841507"/>
                  </a:lnTo>
                  <a:lnTo>
                    <a:pt x="7490414" y="7895003"/>
                  </a:lnTo>
                  <a:lnTo>
                    <a:pt x="7409128" y="7943921"/>
                  </a:lnTo>
                  <a:lnTo>
                    <a:pt x="7324991" y="7988340"/>
                  </a:lnTo>
                  <a:lnTo>
                    <a:pt x="7239426" y="8028245"/>
                  </a:lnTo>
                  <a:lnTo>
                    <a:pt x="7154287" y="8063564"/>
                  </a:lnTo>
                  <a:lnTo>
                    <a:pt x="7071787" y="8094209"/>
                  </a:lnTo>
                  <a:lnTo>
                    <a:pt x="6994348" y="8120123"/>
                  </a:lnTo>
                  <a:lnTo>
                    <a:pt x="6924378" y="8141334"/>
                  </a:lnTo>
                  <a:lnTo>
                    <a:pt x="6863981" y="8157999"/>
                  </a:lnTo>
                  <a:lnTo>
                    <a:pt x="6814683" y="8170432"/>
                  </a:lnTo>
                  <a:lnTo>
                    <a:pt x="6777189" y="8179105"/>
                  </a:lnTo>
                  <a:lnTo>
                    <a:pt x="6751260" y="8184621"/>
                  </a:lnTo>
                  <a:lnTo>
                    <a:pt x="6735685" y="8187676"/>
                  </a:lnTo>
                  <a:lnTo>
                    <a:pt x="6728361" y="8189004"/>
                  </a:lnTo>
                  <a:lnTo>
                    <a:pt x="6726343" y="8189344"/>
                  </a:lnTo>
                  <a:lnTo>
                    <a:pt x="5254955" y="8189344"/>
                  </a:lnTo>
                  <a:lnTo>
                    <a:pt x="5253736" y="8189314"/>
                  </a:lnTo>
                  <a:lnTo>
                    <a:pt x="5245732" y="8189098"/>
                  </a:lnTo>
                  <a:lnTo>
                    <a:pt x="5225598" y="8188500"/>
                  </a:lnTo>
                  <a:lnTo>
                    <a:pt x="5189707" y="8187326"/>
                  </a:lnTo>
                  <a:lnTo>
                    <a:pt x="5136427" y="8185392"/>
                  </a:lnTo>
                  <a:lnTo>
                    <a:pt x="5066238" y="8182557"/>
                  </a:lnTo>
                  <a:lnTo>
                    <a:pt x="4981525" y="8178722"/>
                  </a:lnTo>
                  <a:lnTo>
                    <a:pt x="4886023" y="8173846"/>
                  </a:lnTo>
                  <a:lnTo>
                    <a:pt x="4784076" y="8167923"/>
                  </a:lnTo>
                  <a:lnTo>
                    <a:pt x="4679920" y="8160975"/>
                  </a:lnTo>
                  <a:lnTo>
                    <a:pt x="4577155" y="8153022"/>
                  </a:lnTo>
                  <a:lnTo>
                    <a:pt x="4478476" y="8144072"/>
                  </a:lnTo>
                  <a:lnTo>
                    <a:pt x="4385632" y="8134101"/>
                  </a:lnTo>
                  <a:lnTo>
                    <a:pt x="4299536" y="8123053"/>
                  </a:lnTo>
                  <a:lnTo>
                    <a:pt x="4220433" y="8110829"/>
                  </a:lnTo>
                  <a:lnTo>
                    <a:pt x="4148098" y="8097296"/>
                  </a:lnTo>
                  <a:lnTo>
                    <a:pt x="4081988" y="8082283"/>
                  </a:lnTo>
                  <a:lnTo>
                    <a:pt x="4021377" y="8065592"/>
                  </a:lnTo>
                  <a:lnTo>
                    <a:pt x="3965446" y="8047007"/>
                  </a:lnTo>
                  <a:lnTo>
                    <a:pt x="3913355" y="8026318"/>
                  </a:lnTo>
                  <a:lnTo>
                    <a:pt x="3864296" y="8003356"/>
                  </a:lnTo>
                  <a:lnTo>
                    <a:pt x="3829811" y="7985019"/>
                  </a:lnTo>
                  <a:lnTo>
                    <a:pt x="3780908" y="7955806"/>
                  </a:lnTo>
                  <a:lnTo>
                    <a:pt x="3733482" y="7923804"/>
                  </a:lnTo>
                  <a:lnTo>
                    <a:pt x="3687010" y="7888965"/>
                  </a:lnTo>
                  <a:lnTo>
                    <a:pt x="3641100" y="7851325"/>
                  </a:lnTo>
                  <a:lnTo>
                    <a:pt x="3595470" y="7811013"/>
                  </a:lnTo>
                  <a:lnTo>
                    <a:pt x="3549927" y="7768255"/>
                  </a:lnTo>
                  <a:lnTo>
                    <a:pt x="3504354" y="7723378"/>
                  </a:lnTo>
                  <a:lnTo>
                    <a:pt x="3458700" y="7676801"/>
                  </a:lnTo>
                  <a:lnTo>
                    <a:pt x="3412960" y="7629023"/>
                  </a:lnTo>
                  <a:lnTo>
                    <a:pt x="3367166" y="7580603"/>
                  </a:lnTo>
                  <a:lnTo>
                    <a:pt x="3321368" y="7532131"/>
                  </a:lnTo>
                  <a:lnTo>
                    <a:pt x="3275616" y="7484200"/>
                  </a:lnTo>
                  <a:lnTo>
                    <a:pt x="3229945" y="7437376"/>
                  </a:lnTo>
                  <a:lnTo>
                    <a:pt x="3184361" y="7392169"/>
                  </a:lnTo>
                  <a:lnTo>
                    <a:pt x="3138819" y="7349016"/>
                  </a:lnTo>
                  <a:lnTo>
                    <a:pt x="3093215" y="7308258"/>
                  </a:lnTo>
                  <a:lnTo>
                    <a:pt x="3047372" y="7270140"/>
                  </a:lnTo>
                  <a:lnTo>
                    <a:pt x="3001023" y="7234807"/>
                  </a:lnTo>
                  <a:lnTo>
                    <a:pt x="2953797" y="7202311"/>
                  </a:lnTo>
                  <a:lnTo>
                    <a:pt x="2905196" y="7172618"/>
                  </a:lnTo>
                  <a:lnTo>
                    <a:pt x="2896531" y="7167719"/>
                  </a:lnTo>
                  <a:lnTo>
                    <a:pt x="2849229" y="7143035"/>
                  </a:lnTo>
                  <a:lnTo>
                    <a:pt x="2799437" y="7120691"/>
                  </a:lnTo>
                  <a:lnTo>
                    <a:pt x="2746404" y="7100582"/>
                  </a:lnTo>
                  <a:lnTo>
                    <a:pt x="2689308" y="7082523"/>
                  </a:lnTo>
                  <a:lnTo>
                    <a:pt x="2627310" y="7066299"/>
                  </a:lnTo>
                  <a:lnTo>
                    <a:pt x="2559607" y="7051699"/>
                  </a:lnTo>
                  <a:lnTo>
                    <a:pt x="2485511" y="7038530"/>
                  </a:lnTo>
                  <a:lnTo>
                    <a:pt x="2404551" y="7026631"/>
                  </a:lnTo>
                  <a:lnTo>
                    <a:pt x="2316608" y="7015878"/>
                  </a:lnTo>
                  <a:lnTo>
                    <a:pt x="2222090" y="7006183"/>
                  </a:lnTo>
                  <a:lnTo>
                    <a:pt x="2122113" y="6997499"/>
                  </a:lnTo>
                  <a:lnTo>
                    <a:pt x="2018674" y="6989813"/>
                  </a:lnTo>
                  <a:lnTo>
                    <a:pt x="1914722" y="6983135"/>
                  </a:lnTo>
                  <a:lnTo>
                    <a:pt x="1814062" y="6977490"/>
                  </a:lnTo>
                  <a:lnTo>
                    <a:pt x="1721021" y="6972893"/>
                  </a:lnTo>
                  <a:lnTo>
                    <a:pt x="1639856" y="6969331"/>
                  </a:lnTo>
                  <a:lnTo>
                    <a:pt x="1574010" y="6966747"/>
                  </a:lnTo>
                  <a:lnTo>
                    <a:pt x="1525403" y="6965032"/>
                  </a:lnTo>
                  <a:lnTo>
                    <a:pt x="1493956" y="6964030"/>
                  </a:lnTo>
                  <a:lnTo>
                    <a:pt x="1477485" y="6963554"/>
                  </a:lnTo>
                  <a:lnTo>
                    <a:pt x="1471876" y="6963406"/>
                  </a:lnTo>
                  <a:lnTo>
                    <a:pt x="1471387" y="6963394"/>
                  </a:lnTo>
                  <a:lnTo>
                    <a:pt x="0" y="6963394"/>
                  </a:lnTo>
                  <a:close/>
                </a:path>
              </a:pathLst>
            </a:custGeom>
            <a:solidFill>
              <a:srgbClr val="8BC34A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509" name="pl1509"/>
            <p:cNvSpPr/>
            <p:nvPr/>
          </p:nvSpPr>
          <p:spPr>
            <a:xfrm>
              <a:off x="4799595" y="2650465"/>
              <a:ext cx="11981298" cy="8189344"/>
            </a:xfrm>
            <a:custGeom>
              <a:avLst/>
              <a:pathLst>
                <a:path w="11981298" h="8189344">
                  <a:moveTo>
                    <a:pt x="0" y="6963394"/>
                  </a:moveTo>
                  <a:lnTo>
                    <a:pt x="1471387" y="6963394"/>
                  </a:lnTo>
                  <a:lnTo>
                    <a:pt x="1472606" y="6963424"/>
                  </a:lnTo>
                  <a:lnTo>
                    <a:pt x="1480611" y="6963640"/>
                  </a:lnTo>
                  <a:lnTo>
                    <a:pt x="1500744" y="6964237"/>
                  </a:lnTo>
                  <a:lnTo>
                    <a:pt x="1536635" y="6965412"/>
                  </a:lnTo>
                  <a:lnTo>
                    <a:pt x="1589915" y="6967345"/>
                  </a:lnTo>
                  <a:lnTo>
                    <a:pt x="1660104" y="6970181"/>
                  </a:lnTo>
                  <a:lnTo>
                    <a:pt x="1744817" y="6974015"/>
                  </a:lnTo>
                  <a:lnTo>
                    <a:pt x="1840319" y="6978892"/>
                  </a:lnTo>
                  <a:lnTo>
                    <a:pt x="1942266" y="6984814"/>
                  </a:lnTo>
                  <a:lnTo>
                    <a:pt x="2046422" y="6991763"/>
                  </a:lnTo>
                  <a:lnTo>
                    <a:pt x="2149187" y="6999716"/>
                  </a:lnTo>
                  <a:lnTo>
                    <a:pt x="2247866" y="7008666"/>
                  </a:lnTo>
                  <a:lnTo>
                    <a:pt x="2340710" y="7018637"/>
                  </a:lnTo>
                  <a:lnTo>
                    <a:pt x="2426807" y="7029685"/>
                  </a:lnTo>
                  <a:lnTo>
                    <a:pt x="2505909" y="7041909"/>
                  </a:lnTo>
                  <a:lnTo>
                    <a:pt x="2578244" y="7055442"/>
                  </a:lnTo>
                  <a:lnTo>
                    <a:pt x="2644354" y="7070455"/>
                  </a:lnTo>
                  <a:lnTo>
                    <a:pt x="2704965" y="7087146"/>
                  </a:lnTo>
                  <a:lnTo>
                    <a:pt x="2760896" y="7105731"/>
                  </a:lnTo>
                  <a:lnTo>
                    <a:pt x="2812987" y="7126420"/>
                  </a:lnTo>
                  <a:lnTo>
                    <a:pt x="2862047" y="7149382"/>
                  </a:lnTo>
                  <a:lnTo>
                    <a:pt x="2896531" y="7167719"/>
                  </a:lnTo>
                  <a:lnTo>
                    <a:pt x="2945434" y="7196932"/>
                  </a:lnTo>
                  <a:lnTo>
                    <a:pt x="2992860" y="7228934"/>
                  </a:lnTo>
                  <a:lnTo>
                    <a:pt x="3039332" y="7263773"/>
                  </a:lnTo>
                  <a:lnTo>
                    <a:pt x="3085242" y="7301413"/>
                  </a:lnTo>
                  <a:lnTo>
                    <a:pt x="3130872" y="7341725"/>
                  </a:lnTo>
                  <a:lnTo>
                    <a:pt x="3176415" y="7384483"/>
                  </a:lnTo>
                  <a:lnTo>
                    <a:pt x="3221988" y="7429360"/>
                  </a:lnTo>
                  <a:lnTo>
                    <a:pt x="3267642" y="7475937"/>
                  </a:lnTo>
                  <a:lnTo>
                    <a:pt x="3313382" y="7523715"/>
                  </a:lnTo>
                  <a:lnTo>
                    <a:pt x="3359176" y="7572135"/>
                  </a:lnTo>
                  <a:lnTo>
                    <a:pt x="3404974" y="7620607"/>
                  </a:lnTo>
                  <a:lnTo>
                    <a:pt x="3450726" y="7668538"/>
                  </a:lnTo>
                  <a:lnTo>
                    <a:pt x="3496397" y="7715362"/>
                  </a:lnTo>
                  <a:lnTo>
                    <a:pt x="3541981" y="7760569"/>
                  </a:lnTo>
                  <a:lnTo>
                    <a:pt x="3587523" y="7803722"/>
                  </a:lnTo>
                  <a:lnTo>
                    <a:pt x="3633127" y="7844480"/>
                  </a:lnTo>
                  <a:lnTo>
                    <a:pt x="3678970" y="7882598"/>
                  </a:lnTo>
                  <a:lnTo>
                    <a:pt x="3725319" y="7917931"/>
                  </a:lnTo>
                  <a:lnTo>
                    <a:pt x="3772545" y="7950427"/>
                  </a:lnTo>
                  <a:lnTo>
                    <a:pt x="3821146" y="7980119"/>
                  </a:lnTo>
                  <a:lnTo>
                    <a:pt x="3829811" y="7985019"/>
                  </a:lnTo>
                  <a:lnTo>
                    <a:pt x="3877113" y="8009703"/>
                  </a:lnTo>
                  <a:lnTo>
                    <a:pt x="3926905" y="8032047"/>
                  </a:lnTo>
                  <a:lnTo>
                    <a:pt x="3979938" y="8052156"/>
                  </a:lnTo>
                  <a:lnTo>
                    <a:pt x="4037034" y="8070215"/>
                  </a:lnTo>
                  <a:lnTo>
                    <a:pt x="4099032" y="8086439"/>
                  </a:lnTo>
                  <a:lnTo>
                    <a:pt x="4166736" y="8101039"/>
                  </a:lnTo>
                  <a:lnTo>
                    <a:pt x="4240831" y="8114208"/>
                  </a:lnTo>
                  <a:lnTo>
                    <a:pt x="4321791" y="8126106"/>
                  </a:lnTo>
                  <a:lnTo>
                    <a:pt x="4409734" y="8136860"/>
                  </a:lnTo>
                  <a:lnTo>
                    <a:pt x="4504253" y="8146555"/>
                  </a:lnTo>
                  <a:lnTo>
                    <a:pt x="4604229" y="8155238"/>
                  </a:lnTo>
                  <a:lnTo>
                    <a:pt x="4707668" y="8162925"/>
                  </a:lnTo>
                  <a:lnTo>
                    <a:pt x="4811621" y="8169603"/>
                  </a:lnTo>
                  <a:lnTo>
                    <a:pt x="4912280" y="8175248"/>
                  </a:lnTo>
                  <a:lnTo>
                    <a:pt x="5005321" y="8179845"/>
                  </a:lnTo>
                  <a:lnTo>
                    <a:pt x="5086486" y="8183407"/>
                  </a:lnTo>
                  <a:lnTo>
                    <a:pt x="5152332" y="8185991"/>
                  </a:lnTo>
                  <a:lnTo>
                    <a:pt x="5200939" y="8187706"/>
                  </a:lnTo>
                  <a:lnTo>
                    <a:pt x="5232386" y="8188708"/>
                  </a:lnTo>
                  <a:lnTo>
                    <a:pt x="5248858" y="8189184"/>
                  </a:lnTo>
                  <a:lnTo>
                    <a:pt x="5254466" y="8189332"/>
                  </a:lnTo>
                  <a:lnTo>
                    <a:pt x="5254955" y="8189344"/>
                  </a:lnTo>
                  <a:lnTo>
                    <a:pt x="6726343" y="8189344"/>
                  </a:lnTo>
                  <a:lnTo>
                    <a:pt x="6727026" y="8189232"/>
                  </a:lnTo>
                  <a:lnTo>
                    <a:pt x="6731567" y="8188436"/>
                  </a:lnTo>
                  <a:lnTo>
                    <a:pt x="6743167" y="8186239"/>
                  </a:lnTo>
                  <a:lnTo>
                    <a:pt x="6764292" y="8181905"/>
                  </a:lnTo>
                  <a:lnTo>
                    <a:pt x="6796559" y="8174716"/>
                  </a:lnTo>
                  <a:lnTo>
                    <a:pt x="6840645" y="8164021"/>
                  </a:lnTo>
                  <a:lnTo>
                    <a:pt x="6896255" y="8149285"/>
                  </a:lnTo>
                  <a:lnTo>
                    <a:pt x="6962203" y="8130122"/>
                  </a:lnTo>
                  <a:lnTo>
                    <a:pt x="7036610" y="8106308"/>
                  </a:lnTo>
                  <a:lnTo>
                    <a:pt x="7117165" y="8077762"/>
                  </a:lnTo>
                  <a:lnTo>
                    <a:pt x="7201422" y="8044508"/>
                  </a:lnTo>
                  <a:lnTo>
                    <a:pt x="7287051" y="8006630"/>
                  </a:lnTo>
                  <a:lnTo>
                    <a:pt x="7372024" y="7964211"/>
                  </a:lnTo>
                  <a:lnTo>
                    <a:pt x="7454724" y="7917295"/>
                  </a:lnTo>
                  <a:lnTo>
                    <a:pt x="7533971" y="7865849"/>
                  </a:lnTo>
                  <a:lnTo>
                    <a:pt x="7609004" y="7809739"/>
                  </a:lnTo>
                  <a:lnTo>
                    <a:pt x="7679418" y="7748715"/>
                  </a:lnTo>
                  <a:lnTo>
                    <a:pt x="7745099" y="7682410"/>
                  </a:lnTo>
                  <a:lnTo>
                    <a:pt x="7806150" y="7610339"/>
                  </a:lnTo>
                  <a:lnTo>
                    <a:pt x="7862832" y="7531907"/>
                  </a:lnTo>
                  <a:lnTo>
                    <a:pt x="7915510" y="7446422"/>
                  </a:lnTo>
                  <a:lnTo>
                    <a:pt x="7964612" y="7353118"/>
                  </a:lnTo>
                  <a:lnTo>
                    <a:pt x="8010599" y="7251191"/>
                  </a:lnTo>
                  <a:lnTo>
                    <a:pt x="8053937" y="7139855"/>
                  </a:lnTo>
                  <a:lnTo>
                    <a:pt x="8095083" y="7018432"/>
                  </a:lnTo>
                  <a:lnTo>
                    <a:pt x="8134460" y="6886481"/>
                  </a:lnTo>
                  <a:lnTo>
                    <a:pt x="8151487" y="6824453"/>
                  </a:lnTo>
                  <a:lnTo>
                    <a:pt x="8174854" y="6734383"/>
                  </a:lnTo>
                  <a:lnTo>
                    <a:pt x="8197817" y="6640213"/>
                  </a:lnTo>
                  <a:lnTo>
                    <a:pt x="8220445" y="6541869"/>
                  </a:lnTo>
                  <a:lnTo>
                    <a:pt x="8242797" y="6439301"/>
                  </a:lnTo>
                  <a:lnTo>
                    <a:pt x="8264927" y="6332483"/>
                  </a:lnTo>
                  <a:lnTo>
                    <a:pt x="8286879" y="6221418"/>
                  </a:lnTo>
                  <a:lnTo>
                    <a:pt x="8308695" y="6106135"/>
                  </a:lnTo>
                  <a:lnTo>
                    <a:pt x="8330409" y="5986698"/>
                  </a:lnTo>
                  <a:lnTo>
                    <a:pt x="8352050" y="5863200"/>
                  </a:lnTo>
                  <a:lnTo>
                    <a:pt x="8373643" y="5735766"/>
                  </a:lnTo>
                  <a:lnTo>
                    <a:pt x="8395207" y="5604559"/>
                  </a:lnTo>
                  <a:lnTo>
                    <a:pt x="8416760" y="5469770"/>
                  </a:lnTo>
                  <a:lnTo>
                    <a:pt x="8438313" y="5331629"/>
                  </a:lnTo>
                  <a:lnTo>
                    <a:pt x="8459877" y="5190395"/>
                  </a:lnTo>
                  <a:lnTo>
                    <a:pt x="8481457" y="5046360"/>
                  </a:lnTo>
                  <a:lnTo>
                    <a:pt x="8503056" y="4899842"/>
                  </a:lnTo>
                  <a:lnTo>
                    <a:pt x="8524676" y="4751190"/>
                  </a:lnTo>
                  <a:lnTo>
                    <a:pt x="8546316" y="4600771"/>
                  </a:lnTo>
                  <a:lnTo>
                    <a:pt x="8567972" y="4448977"/>
                  </a:lnTo>
                  <a:lnTo>
                    <a:pt x="8589640" y="4296211"/>
                  </a:lnTo>
                  <a:lnTo>
                    <a:pt x="8611316" y="4142890"/>
                  </a:lnTo>
                  <a:lnTo>
                    <a:pt x="8632993" y="3989436"/>
                  </a:lnTo>
                  <a:lnTo>
                    <a:pt x="8654667" y="3836272"/>
                  </a:lnTo>
                  <a:lnTo>
                    <a:pt x="8676331" y="3683819"/>
                  </a:lnTo>
                  <a:lnTo>
                    <a:pt x="8697982" y="3532490"/>
                  </a:lnTo>
                  <a:lnTo>
                    <a:pt x="8719614" y="3382683"/>
                  </a:lnTo>
                  <a:lnTo>
                    <a:pt x="8741226" y="3234782"/>
                  </a:lnTo>
                  <a:lnTo>
                    <a:pt x="8762818" y="3089148"/>
                  </a:lnTo>
                  <a:lnTo>
                    <a:pt x="8784391" y="2946117"/>
                  </a:lnTo>
                  <a:lnTo>
                    <a:pt x="8805951" y="2806001"/>
                  </a:lnTo>
                  <a:lnTo>
                    <a:pt x="8827503" y="2669077"/>
                  </a:lnTo>
                  <a:lnTo>
                    <a:pt x="8849058" y="2535595"/>
                  </a:lnTo>
                  <a:lnTo>
                    <a:pt x="8870631" y="2405769"/>
                  </a:lnTo>
                  <a:lnTo>
                    <a:pt x="8892239" y="2279781"/>
                  </a:lnTo>
                  <a:lnTo>
                    <a:pt x="8913904" y="2157778"/>
                  </a:lnTo>
                  <a:lnTo>
                    <a:pt x="8935652" y="2039876"/>
                  </a:lnTo>
                  <a:lnTo>
                    <a:pt x="8957514" y="1926156"/>
                  </a:lnTo>
                  <a:lnTo>
                    <a:pt x="8979528" y="1816667"/>
                  </a:lnTo>
                  <a:lnTo>
                    <a:pt x="9001734" y="1711429"/>
                  </a:lnTo>
                  <a:lnTo>
                    <a:pt x="9024182" y="1610435"/>
                  </a:lnTo>
                  <a:lnTo>
                    <a:pt x="9046927" y="1513650"/>
                  </a:lnTo>
                  <a:lnTo>
                    <a:pt x="9070032" y="1421013"/>
                  </a:lnTo>
                  <a:lnTo>
                    <a:pt x="9084767" y="1364890"/>
                  </a:lnTo>
                  <a:lnTo>
                    <a:pt x="9123480" y="1228224"/>
                  </a:lnTo>
                  <a:lnTo>
                    <a:pt x="9163790" y="1102157"/>
                  </a:lnTo>
                  <a:lnTo>
                    <a:pt x="9206100" y="986413"/>
                  </a:lnTo>
                  <a:lnTo>
                    <a:pt x="9250852" y="880399"/>
                  </a:lnTo>
                  <a:lnTo>
                    <a:pt x="9298513" y="783363"/>
                  </a:lnTo>
                  <a:lnTo>
                    <a:pt x="9349547" y="694502"/>
                  </a:lnTo>
                  <a:lnTo>
                    <a:pt x="9404400" y="613027"/>
                  </a:lnTo>
                  <a:lnTo>
                    <a:pt x="9463471" y="538210"/>
                  </a:lnTo>
                  <a:lnTo>
                    <a:pt x="9527071" y="469410"/>
                  </a:lnTo>
                  <a:lnTo>
                    <a:pt x="9595381" y="406092"/>
                  </a:lnTo>
                  <a:lnTo>
                    <a:pt x="9668393" y="347836"/>
                  </a:lnTo>
                  <a:lnTo>
                    <a:pt x="9745840" y="294341"/>
                  </a:lnTo>
                  <a:lnTo>
                    <a:pt x="9827126" y="245422"/>
                  </a:lnTo>
                  <a:lnTo>
                    <a:pt x="9911262" y="201004"/>
                  </a:lnTo>
                  <a:lnTo>
                    <a:pt x="9996827" y="161099"/>
                  </a:lnTo>
                  <a:lnTo>
                    <a:pt x="10081966" y="125779"/>
                  </a:lnTo>
                  <a:lnTo>
                    <a:pt x="10164467" y="95134"/>
                  </a:lnTo>
                  <a:lnTo>
                    <a:pt x="10241905" y="69220"/>
                  </a:lnTo>
                  <a:lnTo>
                    <a:pt x="10311876" y="48009"/>
                  </a:lnTo>
                  <a:lnTo>
                    <a:pt x="10372272" y="31344"/>
                  </a:lnTo>
                  <a:lnTo>
                    <a:pt x="10421571" y="18911"/>
                  </a:lnTo>
                  <a:lnTo>
                    <a:pt x="10459064" y="10239"/>
                  </a:lnTo>
                  <a:lnTo>
                    <a:pt x="10484993" y="4722"/>
                  </a:lnTo>
                  <a:lnTo>
                    <a:pt x="10500569" y="1667"/>
                  </a:lnTo>
                  <a:lnTo>
                    <a:pt x="10507892" y="339"/>
                  </a:lnTo>
                  <a:lnTo>
                    <a:pt x="10509849" y="9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10" name="pl1510"/>
            <p:cNvSpPr/>
            <p:nvPr/>
          </p:nvSpPr>
          <p:spPr>
            <a:xfrm>
              <a:off x="4799595" y="2642292"/>
              <a:ext cx="11981298" cy="8189344"/>
            </a:xfrm>
            <a:custGeom>
              <a:avLst/>
              <a:pathLst>
                <a:path w="11981298" h="8189344">
                  <a:moveTo>
                    <a:pt x="11981298" y="0"/>
                  </a:moveTo>
                  <a:lnTo>
                    <a:pt x="10509911" y="0"/>
                  </a:lnTo>
                  <a:lnTo>
                    <a:pt x="10509227" y="111"/>
                  </a:lnTo>
                  <a:lnTo>
                    <a:pt x="10504687" y="907"/>
                  </a:lnTo>
                  <a:lnTo>
                    <a:pt x="10493086" y="3104"/>
                  </a:lnTo>
                  <a:lnTo>
                    <a:pt x="10471962" y="7438"/>
                  </a:lnTo>
                  <a:lnTo>
                    <a:pt x="10439694" y="14627"/>
                  </a:lnTo>
                  <a:lnTo>
                    <a:pt x="10395608" y="25322"/>
                  </a:lnTo>
                  <a:lnTo>
                    <a:pt x="10339998" y="40059"/>
                  </a:lnTo>
                  <a:lnTo>
                    <a:pt x="10274050" y="59221"/>
                  </a:lnTo>
                  <a:lnTo>
                    <a:pt x="10199643" y="83035"/>
                  </a:lnTo>
                  <a:lnTo>
                    <a:pt x="10119088" y="111582"/>
                  </a:lnTo>
                  <a:lnTo>
                    <a:pt x="10034831" y="144835"/>
                  </a:lnTo>
                  <a:lnTo>
                    <a:pt x="9949203" y="182714"/>
                  </a:lnTo>
                  <a:lnTo>
                    <a:pt x="9864230" y="225133"/>
                  </a:lnTo>
                  <a:lnTo>
                    <a:pt x="9781530" y="272048"/>
                  </a:lnTo>
                  <a:lnTo>
                    <a:pt x="9702282" y="323494"/>
                  </a:lnTo>
                  <a:lnTo>
                    <a:pt x="9627249" y="379605"/>
                  </a:lnTo>
                  <a:lnTo>
                    <a:pt x="9556835" y="440629"/>
                  </a:lnTo>
                  <a:lnTo>
                    <a:pt x="9491154" y="506934"/>
                  </a:lnTo>
                  <a:lnTo>
                    <a:pt x="9430104" y="579004"/>
                  </a:lnTo>
                  <a:lnTo>
                    <a:pt x="9373421" y="657436"/>
                  </a:lnTo>
                  <a:lnTo>
                    <a:pt x="9320743" y="742921"/>
                  </a:lnTo>
                  <a:lnTo>
                    <a:pt x="9271641" y="836225"/>
                  </a:lnTo>
                  <a:lnTo>
                    <a:pt x="9225654" y="938152"/>
                  </a:lnTo>
                  <a:lnTo>
                    <a:pt x="9182316" y="1049488"/>
                  </a:lnTo>
                  <a:lnTo>
                    <a:pt x="9141170" y="1170912"/>
                  </a:lnTo>
                  <a:lnTo>
                    <a:pt x="9101793" y="1302862"/>
                  </a:lnTo>
                  <a:lnTo>
                    <a:pt x="9084767" y="1364890"/>
                  </a:lnTo>
                  <a:lnTo>
                    <a:pt x="9061399" y="1454960"/>
                  </a:lnTo>
                  <a:lnTo>
                    <a:pt x="9038436" y="1549130"/>
                  </a:lnTo>
                  <a:lnTo>
                    <a:pt x="9015808" y="1647474"/>
                  </a:lnTo>
                  <a:lnTo>
                    <a:pt x="8993456" y="1750042"/>
                  </a:lnTo>
                  <a:lnTo>
                    <a:pt x="8971327" y="1856860"/>
                  </a:lnTo>
                  <a:lnTo>
                    <a:pt x="8949374" y="1967926"/>
                  </a:lnTo>
                  <a:lnTo>
                    <a:pt x="8927558" y="2083208"/>
                  </a:lnTo>
                  <a:lnTo>
                    <a:pt x="8905844" y="2202645"/>
                  </a:lnTo>
                  <a:lnTo>
                    <a:pt x="8884203" y="2326144"/>
                  </a:lnTo>
                  <a:lnTo>
                    <a:pt x="8862611" y="2453577"/>
                  </a:lnTo>
                  <a:lnTo>
                    <a:pt x="8841046" y="2584785"/>
                  </a:lnTo>
                  <a:lnTo>
                    <a:pt x="8819493" y="2719573"/>
                  </a:lnTo>
                  <a:lnTo>
                    <a:pt x="8797940" y="2857714"/>
                  </a:lnTo>
                  <a:lnTo>
                    <a:pt x="8776376" y="2998948"/>
                  </a:lnTo>
                  <a:lnTo>
                    <a:pt x="8754796" y="3142984"/>
                  </a:lnTo>
                  <a:lnTo>
                    <a:pt x="8733197" y="3289501"/>
                  </a:lnTo>
                  <a:lnTo>
                    <a:pt x="8711577" y="3438154"/>
                  </a:lnTo>
                  <a:lnTo>
                    <a:pt x="8689938" y="3588572"/>
                  </a:lnTo>
                  <a:lnTo>
                    <a:pt x="8668282" y="3740366"/>
                  </a:lnTo>
                  <a:lnTo>
                    <a:pt x="8646613" y="3893132"/>
                  </a:lnTo>
                  <a:lnTo>
                    <a:pt x="8624937" y="4046453"/>
                  </a:lnTo>
                  <a:lnTo>
                    <a:pt x="8603260" y="4199907"/>
                  </a:lnTo>
                  <a:lnTo>
                    <a:pt x="8581586" y="4353071"/>
                  </a:lnTo>
                  <a:lnTo>
                    <a:pt x="8559922" y="4505524"/>
                  </a:lnTo>
                  <a:lnTo>
                    <a:pt x="8538272" y="4656853"/>
                  </a:lnTo>
                  <a:lnTo>
                    <a:pt x="8516639" y="4806660"/>
                  </a:lnTo>
                  <a:lnTo>
                    <a:pt x="8495027" y="4954561"/>
                  </a:lnTo>
                  <a:lnTo>
                    <a:pt x="8473435" y="5100195"/>
                  </a:lnTo>
                  <a:lnTo>
                    <a:pt x="8451862" y="5243226"/>
                  </a:lnTo>
                  <a:lnTo>
                    <a:pt x="8430303" y="5383343"/>
                  </a:lnTo>
                  <a:lnTo>
                    <a:pt x="8408751" y="5520266"/>
                  </a:lnTo>
                  <a:lnTo>
                    <a:pt x="8387195" y="5653749"/>
                  </a:lnTo>
                  <a:lnTo>
                    <a:pt x="8365622" y="5783575"/>
                  </a:lnTo>
                  <a:lnTo>
                    <a:pt x="8344015" y="5909563"/>
                  </a:lnTo>
                  <a:lnTo>
                    <a:pt x="8322350" y="6031565"/>
                  </a:lnTo>
                  <a:lnTo>
                    <a:pt x="8300602" y="6149467"/>
                  </a:lnTo>
                  <a:lnTo>
                    <a:pt x="8278739" y="6263188"/>
                  </a:lnTo>
                  <a:lnTo>
                    <a:pt x="8256726" y="6372677"/>
                  </a:lnTo>
                  <a:lnTo>
                    <a:pt x="8234519" y="6477914"/>
                  </a:lnTo>
                  <a:lnTo>
                    <a:pt x="8212071" y="6578908"/>
                  </a:lnTo>
                  <a:lnTo>
                    <a:pt x="8189326" y="6675693"/>
                  </a:lnTo>
                  <a:lnTo>
                    <a:pt x="8166221" y="6768330"/>
                  </a:lnTo>
                  <a:lnTo>
                    <a:pt x="8151487" y="6824453"/>
                  </a:lnTo>
                  <a:lnTo>
                    <a:pt x="8112773" y="6961119"/>
                  </a:lnTo>
                  <a:lnTo>
                    <a:pt x="8072463" y="7087186"/>
                  </a:lnTo>
                  <a:lnTo>
                    <a:pt x="8030153" y="7202930"/>
                  </a:lnTo>
                  <a:lnTo>
                    <a:pt x="7985401" y="7308945"/>
                  </a:lnTo>
                  <a:lnTo>
                    <a:pt x="7937741" y="7405980"/>
                  </a:lnTo>
                  <a:lnTo>
                    <a:pt x="7886707" y="7494841"/>
                  </a:lnTo>
                  <a:lnTo>
                    <a:pt x="7831853" y="7576316"/>
                  </a:lnTo>
                  <a:lnTo>
                    <a:pt x="7772782" y="7651134"/>
                  </a:lnTo>
                  <a:lnTo>
                    <a:pt x="7709182" y="7719934"/>
                  </a:lnTo>
                  <a:lnTo>
                    <a:pt x="7640872" y="7783252"/>
                  </a:lnTo>
                  <a:lnTo>
                    <a:pt x="7567860" y="7841507"/>
                  </a:lnTo>
                  <a:lnTo>
                    <a:pt x="7490414" y="7895003"/>
                  </a:lnTo>
                  <a:lnTo>
                    <a:pt x="7409128" y="7943921"/>
                  </a:lnTo>
                  <a:lnTo>
                    <a:pt x="7324991" y="7988340"/>
                  </a:lnTo>
                  <a:lnTo>
                    <a:pt x="7239426" y="8028245"/>
                  </a:lnTo>
                  <a:lnTo>
                    <a:pt x="7154287" y="8063564"/>
                  </a:lnTo>
                  <a:lnTo>
                    <a:pt x="7071787" y="8094209"/>
                  </a:lnTo>
                  <a:lnTo>
                    <a:pt x="6994348" y="8120123"/>
                  </a:lnTo>
                  <a:lnTo>
                    <a:pt x="6924378" y="8141334"/>
                  </a:lnTo>
                  <a:lnTo>
                    <a:pt x="6863981" y="8157999"/>
                  </a:lnTo>
                  <a:lnTo>
                    <a:pt x="6814683" y="8170432"/>
                  </a:lnTo>
                  <a:lnTo>
                    <a:pt x="6777189" y="8179105"/>
                  </a:lnTo>
                  <a:lnTo>
                    <a:pt x="6751260" y="8184621"/>
                  </a:lnTo>
                  <a:lnTo>
                    <a:pt x="6735685" y="8187676"/>
                  </a:lnTo>
                  <a:lnTo>
                    <a:pt x="6728361" y="8189004"/>
                  </a:lnTo>
                  <a:lnTo>
                    <a:pt x="6726404" y="8189334"/>
                  </a:lnTo>
                  <a:lnTo>
                    <a:pt x="6726343" y="8189344"/>
                  </a:lnTo>
                  <a:lnTo>
                    <a:pt x="5254955" y="8189344"/>
                  </a:lnTo>
                  <a:lnTo>
                    <a:pt x="5253736" y="8189314"/>
                  </a:lnTo>
                  <a:lnTo>
                    <a:pt x="5245732" y="8189098"/>
                  </a:lnTo>
                  <a:lnTo>
                    <a:pt x="5225598" y="8188500"/>
                  </a:lnTo>
                  <a:lnTo>
                    <a:pt x="5189707" y="8187326"/>
                  </a:lnTo>
                  <a:lnTo>
                    <a:pt x="5136427" y="8185392"/>
                  </a:lnTo>
                  <a:lnTo>
                    <a:pt x="5066238" y="8182557"/>
                  </a:lnTo>
                  <a:lnTo>
                    <a:pt x="4981525" y="8178722"/>
                  </a:lnTo>
                  <a:lnTo>
                    <a:pt x="4886023" y="8173846"/>
                  </a:lnTo>
                  <a:lnTo>
                    <a:pt x="4784076" y="8167923"/>
                  </a:lnTo>
                  <a:lnTo>
                    <a:pt x="4679920" y="8160975"/>
                  </a:lnTo>
                  <a:lnTo>
                    <a:pt x="4577155" y="8153022"/>
                  </a:lnTo>
                  <a:lnTo>
                    <a:pt x="4478476" y="8144072"/>
                  </a:lnTo>
                  <a:lnTo>
                    <a:pt x="4385632" y="8134101"/>
                  </a:lnTo>
                  <a:lnTo>
                    <a:pt x="4299536" y="8123053"/>
                  </a:lnTo>
                  <a:lnTo>
                    <a:pt x="4220433" y="8110829"/>
                  </a:lnTo>
                  <a:lnTo>
                    <a:pt x="4148098" y="8097296"/>
                  </a:lnTo>
                  <a:lnTo>
                    <a:pt x="4081988" y="8082283"/>
                  </a:lnTo>
                  <a:lnTo>
                    <a:pt x="4021377" y="8065592"/>
                  </a:lnTo>
                  <a:lnTo>
                    <a:pt x="3965446" y="8047007"/>
                  </a:lnTo>
                  <a:lnTo>
                    <a:pt x="3913355" y="8026318"/>
                  </a:lnTo>
                  <a:lnTo>
                    <a:pt x="3864296" y="8003356"/>
                  </a:lnTo>
                  <a:lnTo>
                    <a:pt x="3829811" y="7985019"/>
                  </a:lnTo>
                  <a:lnTo>
                    <a:pt x="3780908" y="7955806"/>
                  </a:lnTo>
                  <a:lnTo>
                    <a:pt x="3733482" y="7923804"/>
                  </a:lnTo>
                  <a:lnTo>
                    <a:pt x="3687010" y="7888965"/>
                  </a:lnTo>
                  <a:lnTo>
                    <a:pt x="3641100" y="7851325"/>
                  </a:lnTo>
                  <a:lnTo>
                    <a:pt x="3595470" y="7811013"/>
                  </a:lnTo>
                  <a:lnTo>
                    <a:pt x="3549927" y="7768255"/>
                  </a:lnTo>
                  <a:lnTo>
                    <a:pt x="3504354" y="7723378"/>
                  </a:lnTo>
                  <a:lnTo>
                    <a:pt x="3458700" y="7676801"/>
                  </a:lnTo>
                  <a:lnTo>
                    <a:pt x="3412960" y="7629023"/>
                  </a:lnTo>
                  <a:lnTo>
                    <a:pt x="3367166" y="7580603"/>
                  </a:lnTo>
                  <a:lnTo>
                    <a:pt x="3321368" y="7532131"/>
                  </a:lnTo>
                  <a:lnTo>
                    <a:pt x="3275616" y="7484200"/>
                  </a:lnTo>
                  <a:lnTo>
                    <a:pt x="3229945" y="7437376"/>
                  </a:lnTo>
                  <a:lnTo>
                    <a:pt x="3184361" y="7392169"/>
                  </a:lnTo>
                  <a:lnTo>
                    <a:pt x="3138819" y="7349016"/>
                  </a:lnTo>
                  <a:lnTo>
                    <a:pt x="3093215" y="7308258"/>
                  </a:lnTo>
                  <a:lnTo>
                    <a:pt x="3047372" y="7270140"/>
                  </a:lnTo>
                  <a:lnTo>
                    <a:pt x="3001023" y="7234807"/>
                  </a:lnTo>
                  <a:lnTo>
                    <a:pt x="2953797" y="7202311"/>
                  </a:lnTo>
                  <a:lnTo>
                    <a:pt x="2905196" y="7172618"/>
                  </a:lnTo>
                  <a:lnTo>
                    <a:pt x="2896531" y="7167719"/>
                  </a:lnTo>
                  <a:lnTo>
                    <a:pt x="2849229" y="7143035"/>
                  </a:lnTo>
                  <a:lnTo>
                    <a:pt x="2799437" y="7120691"/>
                  </a:lnTo>
                  <a:lnTo>
                    <a:pt x="2746404" y="7100582"/>
                  </a:lnTo>
                  <a:lnTo>
                    <a:pt x="2689308" y="7082523"/>
                  </a:lnTo>
                  <a:lnTo>
                    <a:pt x="2627310" y="7066299"/>
                  </a:lnTo>
                  <a:lnTo>
                    <a:pt x="2559607" y="7051699"/>
                  </a:lnTo>
                  <a:lnTo>
                    <a:pt x="2485511" y="7038530"/>
                  </a:lnTo>
                  <a:lnTo>
                    <a:pt x="2404551" y="7026631"/>
                  </a:lnTo>
                  <a:lnTo>
                    <a:pt x="2316608" y="7015878"/>
                  </a:lnTo>
                  <a:lnTo>
                    <a:pt x="2222090" y="7006183"/>
                  </a:lnTo>
                  <a:lnTo>
                    <a:pt x="2122113" y="6997499"/>
                  </a:lnTo>
                  <a:lnTo>
                    <a:pt x="2018674" y="6989813"/>
                  </a:lnTo>
                  <a:lnTo>
                    <a:pt x="1914722" y="6983135"/>
                  </a:lnTo>
                  <a:lnTo>
                    <a:pt x="1814062" y="6977490"/>
                  </a:lnTo>
                  <a:lnTo>
                    <a:pt x="1721021" y="6972893"/>
                  </a:lnTo>
                  <a:lnTo>
                    <a:pt x="1639856" y="6969331"/>
                  </a:lnTo>
                  <a:lnTo>
                    <a:pt x="1574010" y="6966747"/>
                  </a:lnTo>
                  <a:lnTo>
                    <a:pt x="1525403" y="6965032"/>
                  </a:lnTo>
                  <a:lnTo>
                    <a:pt x="1493956" y="6964030"/>
                  </a:lnTo>
                  <a:lnTo>
                    <a:pt x="1477485" y="6963554"/>
                  </a:lnTo>
                  <a:lnTo>
                    <a:pt x="1471876" y="6963406"/>
                  </a:lnTo>
                  <a:lnTo>
                    <a:pt x="1471387" y="6963394"/>
                  </a:lnTo>
                  <a:lnTo>
                    <a:pt x="0" y="696339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11" name="pg1511"/>
            <p:cNvSpPr/>
            <p:nvPr/>
          </p:nvSpPr>
          <p:spPr>
            <a:xfrm>
              <a:off x="4799595" y="9613860"/>
              <a:ext cx="11981298" cy="1601907"/>
            </a:xfrm>
            <a:custGeom>
              <a:avLst/>
              <a:pathLst>
                <a:path w="11981298" h="1601907">
                  <a:moveTo>
                    <a:pt x="0" y="8172"/>
                  </a:moveTo>
                  <a:lnTo>
                    <a:pt x="1471387" y="8172"/>
                  </a:lnTo>
                  <a:lnTo>
                    <a:pt x="1472604" y="8205"/>
                  </a:lnTo>
                  <a:lnTo>
                    <a:pt x="1480590" y="8436"/>
                  </a:lnTo>
                  <a:lnTo>
                    <a:pt x="1500681" y="9076"/>
                  </a:lnTo>
                  <a:lnTo>
                    <a:pt x="1536499" y="10334"/>
                  </a:lnTo>
                  <a:lnTo>
                    <a:pt x="1589679" y="12404"/>
                  </a:lnTo>
                  <a:lnTo>
                    <a:pt x="1659747" y="15441"/>
                  </a:lnTo>
                  <a:lnTo>
                    <a:pt x="1744332" y="19548"/>
                  </a:lnTo>
                  <a:lnTo>
                    <a:pt x="1839711" y="24772"/>
                  </a:lnTo>
                  <a:lnTo>
                    <a:pt x="1941553" y="31116"/>
                  </a:lnTo>
                  <a:lnTo>
                    <a:pt x="2045627" y="38561"/>
                  </a:lnTo>
                  <a:lnTo>
                    <a:pt x="2148338" y="47081"/>
                  </a:lnTo>
                  <a:lnTo>
                    <a:pt x="2246986" y="56672"/>
                  </a:lnTo>
                  <a:lnTo>
                    <a:pt x="2339820" y="67354"/>
                  </a:lnTo>
                  <a:lnTo>
                    <a:pt x="2425923" y="79192"/>
                  </a:lnTo>
                  <a:lnTo>
                    <a:pt x="2505041" y="92287"/>
                  </a:lnTo>
                  <a:lnTo>
                    <a:pt x="2577399" y="106783"/>
                  </a:lnTo>
                  <a:lnTo>
                    <a:pt x="2643532" y="122864"/>
                  </a:lnTo>
                  <a:lnTo>
                    <a:pt x="2704165" y="140740"/>
                  </a:lnTo>
                  <a:lnTo>
                    <a:pt x="2760114" y="160642"/>
                  </a:lnTo>
                  <a:lnTo>
                    <a:pt x="2812216" y="182796"/>
                  </a:lnTo>
                  <a:lnTo>
                    <a:pt x="2861279" y="207384"/>
                  </a:lnTo>
                  <a:lnTo>
                    <a:pt x="2896531" y="227481"/>
                  </a:lnTo>
                  <a:lnTo>
                    <a:pt x="2944672" y="258316"/>
                  </a:lnTo>
                  <a:lnTo>
                    <a:pt x="2991374" y="292050"/>
                  </a:lnTo>
                  <a:lnTo>
                    <a:pt x="3037138" y="328733"/>
                  </a:lnTo>
                  <a:lnTo>
                    <a:pt x="3082342" y="368331"/>
                  </a:lnTo>
                  <a:lnTo>
                    <a:pt x="3127261" y="410719"/>
                  </a:lnTo>
                  <a:lnTo>
                    <a:pt x="3172084" y="455673"/>
                  </a:lnTo>
                  <a:lnTo>
                    <a:pt x="3216928" y="502866"/>
                  </a:lnTo>
                  <a:lnTo>
                    <a:pt x="3261849" y="551880"/>
                  </a:lnTo>
                  <a:lnTo>
                    <a:pt x="3306853" y="602211"/>
                  </a:lnTo>
                  <a:lnTo>
                    <a:pt x="3351916" y="653297"/>
                  </a:lnTo>
                  <a:lnTo>
                    <a:pt x="3396992" y="704534"/>
                  </a:lnTo>
                  <a:lnTo>
                    <a:pt x="3442030" y="755315"/>
                  </a:lnTo>
                  <a:lnTo>
                    <a:pt x="3486994" y="805054"/>
                  </a:lnTo>
                  <a:lnTo>
                    <a:pt x="3531872" y="853215"/>
                  </a:lnTo>
                  <a:lnTo>
                    <a:pt x="3576695" y="899334"/>
                  </a:lnTo>
                  <a:lnTo>
                    <a:pt x="3621548" y="943037"/>
                  </a:lnTo>
                  <a:lnTo>
                    <a:pt x="3666581" y="984051"/>
                  </a:lnTo>
                  <a:lnTo>
                    <a:pt x="3712025" y="1022199"/>
                  </a:lnTo>
                  <a:lnTo>
                    <a:pt x="3758204" y="1057404"/>
                  </a:lnTo>
                  <a:lnTo>
                    <a:pt x="3805555" y="1089675"/>
                  </a:lnTo>
                  <a:lnTo>
                    <a:pt x="3829811" y="1104716"/>
                  </a:lnTo>
                  <a:lnTo>
                    <a:pt x="3877076" y="1131191"/>
                  </a:lnTo>
                  <a:lnTo>
                    <a:pt x="3926827" y="1155158"/>
                  </a:lnTo>
                  <a:lnTo>
                    <a:pt x="3979812" y="1176730"/>
                  </a:lnTo>
                  <a:lnTo>
                    <a:pt x="4036852" y="1196104"/>
                  </a:lnTo>
                  <a:lnTo>
                    <a:pt x="4098785" y="1213511"/>
                  </a:lnTo>
                  <a:lnTo>
                    <a:pt x="4166411" y="1229176"/>
                  </a:lnTo>
                  <a:lnTo>
                    <a:pt x="4240417" y="1243307"/>
                  </a:lnTo>
                  <a:lnTo>
                    <a:pt x="4321275" y="1256076"/>
                  </a:lnTo>
                  <a:lnTo>
                    <a:pt x="4409106" y="1267617"/>
                  </a:lnTo>
                  <a:lnTo>
                    <a:pt x="4503508" y="1278023"/>
                  </a:lnTo>
                  <a:lnTo>
                    <a:pt x="4603371" y="1287345"/>
                  </a:lnTo>
                  <a:lnTo>
                    <a:pt x="4706712" y="1295598"/>
                  </a:lnTo>
                  <a:lnTo>
                    <a:pt x="4810597" y="1302771"/>
                  </a:lnTo>
                  <a:lnTo>
                    <a:pt x="4911236" y="1308837"/>
                  </a:lnTo>
                  <a:lnTo>
                    <a:pt x="5004314" y="1313780"/>
                  </a:lnTo>
                  <a:lnTo>
                    <a:pt x="5085580" y="1317612"/>
                  </a:lnTo>
                  <a:lnTo>
                    <a:pt x="5151585" y="1320396"/>
                  </a:lnTo>
                  <a:lnTo>
                    <a:pt x="5200390" y="1322247"/>
                  </a:lnTo>
                  <a:lnTo>
                    <a:pt x="5232044" y="1323332"/>
                  </a:lnTo>
                  <a:lnTo>
                    <a:pt x="5248700" y="1323849"/>
                  </a:lnTo>
                  <a:lnTo>
                    <a:pt x="5254434" y="1324012"/>
                  </a:lnTo>
                  <a:lnTo>
                    <a:pt x="5254955" y="1324025"/>
                  </a:lnTo>
                  <a:lnTo>
                    <a:pt x="6726343" y="1324025"/>
                  </a:lnTo>
                  <a:lnTo>
                    <a:pt x="6727579" y="1324032"/>
                  </a:lnTo>
                  <a:lnTo>
                    <a:pt x="6735695" y="1324082"/>
                  </a:lnTo>
                  <a:lnTo>
                    <a:pt x="6756101" y="1324219"/>
                  </a:lnTo>
                  <a:lnTo>
                    <a:pt x="6792454" y="1324489"/>
                  </a:lnTo>
                  <a:lnTo>
                    <a:pt x="6846374" y="1324934"/>
                  </a:lnTo>
                  <a:lnTo>
                    <a:pt x="6917328" y="1325586"/>
                  </a:lnTo>
                  <a:lnTo>
                    <a:pt x="7002852" y="1326466"/>
                  </a:lnTo>
                  <a:lnTo>
                    <a:pt x="7099126" y="1327586"/>
                  </a:lnTo>
                  <a:lnTo>
                    <a:pt x="7201736" y="1328944"/>
                  </a:lnTo>
                  <a:lnTo>
                    <a:pt x="7306403" y="1330537"/>
                  </a:lnTo>
                  <a:lnTo>
                    <a:pt x="7409513" y="1332360"/>
                  </a:lnTo>
                  <a:lnTo>
                    <a:pt x="7508380" y="1334412"/>
                  </a:lnTo>
                  <a:lnTo>
                    <a:pt x="7601281" y="1336697"/>
                  </a:lnTo>
                  <a:lnTo>
                    <a:pt x="7687336" y="1339230"/>
                  </a:lnTo>
                  <a:lnTo>
                    <a:pt x="7766332" y="1342034"/>
                  </a:lnTo>
                  <a:lnTo>
                    <a:pt x="7838527" y="1345140"/>
                  </a:lnTo>
                  <a:lnTo>
                    <a:pt x="7904488" y="1348588"/>
                  </a:lnTo>
                  <a:lnTo>
                    <a:pt x="7964962" y="1352425"/>
                  </a:lnTo>
                  <a:lnTo>
                    <a:pt x="8020784" y="1356698"/>
                  </a:lnTo>
                  <a:lnTo>
                    <a:pt x="8072806" y="1361458"/>
                  </a:lnTo>
                  <a:lnTo>
                    <a:pt x="8121843" y="1366741"/>
                  </a:lnTo>
                  <a:lnTo>
                    <a:pt x="8151487" y="1370339"/>
                  </a:lnTo>
                  <a:lnTo>
                    <a:pt x="8207193" y="1377950"/>
                  </a:lnTo>
                  <a:lnTo>
                    <a:pt x="8261077" y="1386389"/>
                  </a:lnTo>
                  <a:lnTo>
                    <a:pt x="8313874" y="1395665"/>
                  </a:lnTo>
                  <a:lnTo>
                    <a:pt x="8366107" y="1405756"/>
                  </a:lnTo>
                  <a:lnTo>
                    <a:pt x="8418129" y="1416601"/>
                  </a:lnTo>
                  <a:lnTo>
                    <a:pt x="8470152" y="1428102"/>
                  </a:lnTo>
                  <a:lnTo>
                    <a:pt x="8522274" y="1440126"/>
                  </a:lnTo>
                  <a:lnTo>
                    <a:pt x="8574507" y="1452505"/>
                  </a:lnTo>
                  <a:lnTo>
                    <a:pt x="8626801" y="1465050"/>
                  </a:lnTo>
                  <a:lnTo>
                    <a:pt x="8679083" y="1477562"/>
                  </a:lnTo>
                  <a:lnTo>
                    <a:pt x="8731282" y="1489843"/>
                  </a:lnTo>
                  <a:lnTo>
                    <a:pt x="8783366" y="1501711"/>
                  </a:lnTo>
                  <a:lnTo>
                    <a:pt x="8835373" y="1513008"/>
                  </a:lnTo>
                  <a:lnTo>
                    <a:pt x="8887435" y="1523611"/>
                  </a:lnTo>
                  <a:lnTo>
                    <a:pt x="8939808" y="1533436"/>
                  </a:lnTo>
                  <a:lnTo>
                    <a:pt x="8992899" y="1542435"/>
                  </a:lnTo>
                  <a:lnTo>
                    <a:pt x="9047294" y="1550597"/>
                  </a:lnTo>
                  <a:lnTo>
                    <a:pt x="9084767" y="1555594"/>
                  </a:lnTo>
                  <a:lnTo>
                    <a:pt x="9132303" y="1561214"/>
                  </a:lnTo>
                  <a:lnTo>
                    <a:pt x="9182357" y="1566300"/>
                  </a:lnTo>
                  <a:lnTo>
                    <a:pt x="9235691" y="1570874"/>
                  </a:lnTo>
                  <a:lnTo>
                    <a:pt x="9293139" y="1574980"/>
                  </a:lnTo>
                  <a:lnTo>
                    <a:pt x="9355554" y="1578666"/>
                  </a:lnTo>
                  <a:lnTo>
                    <a:pt x="9423748" y="1581982"/>
                  </a:lnTo>
                  <a:lnTo>
                    <a:pt x="9498413" y="1584972"/>
                  </a:lnTo>
                  <a:lnTo>
                    <a:pt x="9580019" y="1587672"/>
                  </a:lnTo>
                  <a:lnTo>
                    <a:pt x="9668670" y="1590111"/>
                  </a:lnTo>
                  <a:lnTo>
                    <a:pt x="9763928" y="1592309"/>
                  </a:lnTo>
                  <a:lnTo>
                    <a:pt x="9864620" y="1594275"/>
                  </a:lnTo>
                  <a:lnTo>
                    <a:pt x="9968674" y="1596013"/>
                  </a:lnTo>
                  <a:lnTo>
                    <a:pt x="10073043" y="1597520"/>
                  </a:lnTo>
                  <a:lnTo>
                    <a:pt x="10173823" y="1598790"/>
                  </a:lnTo>
                  <a:lnTo>
                    <a:pt x="10266610" y="1599820"/>
                  </a:lnTo>
                  <a:lnTo>
                    <a:pt x="10347117" y="1600614"/>
                  </a:lnTo>
                  <a:lnTo>
                    <a:pt x="10411945" y="1601186"/>
                  </a:lnTo>
                  <a:lnTo>
                    <a:pt x="10459296" y="1601561"/>
                  </a:lnTo>
                  <a:lnTo>
                    <a:pt x="10489429" y="1601777"/>
                  </a:lnTo>
                  <a:lnTo>
                    <a:pt x="10504750" y="1601877"/>
                  </a:lnTo>
                  <a:lnTo>
                    <a:pt x="10509596" y="1601905"/>
                  </a:lnTo>
                  <a:lnTo>
                    <a:pt x="10509911" y="1601907"/>
                  </a:lnTo>
                  <a:lnTo>
                    <a:pt x="11981298" y="1601907"/>
                  </a:lnTo>
                  <a:lnTo>
                    <a:pt x="11981298" y="1593734"/>
                  </a:lnTo>
                  <a:lnTo>
                    <a:pt x="10509911" y="1593734"/>
                  </a:lnTo>
                  <a:lnTo>
                    <a:pt x="10508674" y="1593727"/>
                  </a:lnTo>
                  <a:lnTo>
                    <a:pt x="10500558" y="1593678"/>
                  </a:lnTo>
                  <a:lnTo>
                    <a:pt x="10480152" y="1593540"/>
                  </a:lnTo>
                  <a:lnTo>
                    <a:pt x="10443799" y="1593270"/>
                  </a:lnTo>
                  <a:lnTo>
                    <a:pt x="10389879" y="1592826"/>
                  </a:lnTo>
                  <a:lnTo>
                    <a:pt x="10318925" y="1592174"/>
                  </a:lnTo>
                  <a:lnTo>
                    <a:pt x="10233401" y="1591293"/>
                  </a:lnTo>
                  <a:lnTo>
                    <a:pt x="10137127" y="1590174"/>
                  </a:lnTo>
                  <a:lnTo>
                    <a:pt x="10034517" y="1588815"/>
                  </a:lnTo>
                  <a:lnTo>
                    <a:pt x="9929850" y="1587222"/>
                  </a:lnTo>
                  <a:lnTo>
                    <a:pt x="9826740" y="1585399"/>
                  </a:lnTo>
                  <a:lnTo>
                    <a:pt x="9727873" y="1583348"/>
                  </a:lnTo>
                  <a:lnTo>
                    <a:pt x="9634973" y="1581062"/>
                  </a:lnTo>
                  <a:lnTo>
                    <a:pt x="9548917" y="1578529"/>
                  </a:lnTo>
                  <a:lnTo>
                    <a:pt x="9469921" y="1575726"/>
                  </a:lnTo>
                  <a:lnTo>
                    <a:pt x="9397726" y="1572619"/>
                  </a:lnTo>
                  <a:lnTo>
                    <a:pt x="9331766" y="1569171"/>
                  </a:lnTo>
                  <a:lnTo>
                    <a:pt x="9271291" y="1565335"/>
                  </a:lnTo>
                  <a:lnTo>
                    <a:pt x="9215469" y="1561061"/>
                  </a:lnTo>
                  <a:lnTo>
                    <a:pt x="9163447" y="1556301"/>
                  </a:lnTo>
                  <a:lnTo>
                    <a:pt x="9114411" y="1551019"/>
                  </a:lnTo>
                  <a:lnTo>
                    <a:pt x="9084767" y="1547421"/>
                  </a:lnTo>
                  <a:lnTo>
                    <a:pt x="9029060" y="1539809"/>
                  </a:lnTo>
                  <a:lnTo>
                    <a:pt x="8975176" y="1531370"/>
                  </a:lnTo>
                  <a:lnTo>
                    <a:pt x="8922379" y="1522094"/>
                  </a:lnTo>
                  <a:lnTo>
                    <a:pt x="8870146" y="1512004"/>
                  </a:lnTo>
                  <a:lnTo>
                    <a:pt x="8818124" y="1501159"/>
                  </a:lnTo>
                  <a:lnTo>
                    <a:pt x="8766101" y="1489657"/>
                  </a:lnTo>
                  <a:lnTo>
                    <a:pt x="8713979" y="1477634"/>
                  </a:lnTo>
                  <a:lnTo>
                    <a:pt x="8661747" y="1465255"/>
                  </a:lnTo>
                  <a:lnTo>
                    <a:pt x="8609452" y="1452709"/>
                  </a:lnTo>
                  <a:lnTo>
                    <a:pt x="8557170" y="1440197"/>
                  </a:lnTo>
                  <a:lnTo>
                    <a:pt x="8504971" y="1427916"/>
                  </a:lnTo>
                  <a:lnTo>
                    <a:pt x="8452887" y="1416049"/>
                  </a:lnTo>
                  <a:lnTo>
                    <a:pt x="8400880" y="1404752"/>
                  </a:lnTo>
                  <a:lnTo>
                    <a:pt x="8348818" y="1394148"/>
                  </a:lnTo>
                  <a:lnTo>
                    <a:pt x="8296445" y="1384323"/>
                  </a:lnTo>
                  <a:lnTo>
                    <a:pt x="8243355" y="1375324"/>
                  </a:lnTo>
                  <a:lnTo>
                    <a:pt x="8188959" y="1367162"/>
                  </a:lnTo>
                  <a:lnTo>
                    <a:pt x="8151487" y="1362166"/>
                  </a:lnTo>
                  <a:lnTo>
                    <a:pt x="8103950" y="1356545"/>
                  </a:lnTo>
                  <a:lnTo>
                    <a:pt x="8053897" y="1351460"/>
                  </a:lnTo>
                  <a:lnTo>
                    <a:pt x="8000563" y="1346886"/>
                  </a:lnTo>
                  <a:lnTo>
                    <a:pt x="7943114" y="1342780"/>
                  </a:lnTo>
                  <a:lnTo>
                    <a:pt x="7880699" y="1339093"/>
                  </a:lnTo>
                  <a:lnTo>
                    <a:pt x="7812506" y="1335777"/>
                  </a:lnTo>
                  <a:lnTo>
                    <a:pt x="7737841" y="1332787"/>
                  </a:lnTo>
                  <a:lnTo>
                    <a:pt x="7656234" y="1330087"/>
                  </a:lnTo>
                  <a:lnTo>
                    <a:pt x="7567583" y="1327648"/>
                  </a:lnTo>
                  <a:lnTo>
                    <a:pt x="7472325" y="1325451"/>
                  </a:lnTo>
                  <a:lnTo>
                    <a:pt x="7371633" y="1323484"/>
                  </a:lnTo>
                  <a:lnTo>
                    <a:pt x="7267580" y="1321746"/>
                  </a:lnTo>
                  <a:lnTo>
                    <a:pt x="7163210" y="1320240"/>
                  </a:lnTo>
                  <a:lnTo>
                    <a:pt x="7062430" y="1318969"/>
                  </a:lnTo>
                  <a:lnTo>
                    <a:pt x="6969644" y="1317939"/>
                  </a:lnTo>
                  <a:lnTo>
                    <a:pt x="6889136" y="1317145"/>
                  </a:lnTo>
                  <a:lnTo>
                    <a:pt x="6824308" y="1316573"/>
                  </a:lnTo>
                  <a:lnTo>
                    <a:pt x="6776957" y="1316198"/>
                  </a:lnTo>
                  <a:lnTo>
                    <a:pt x="6746824" y="1315982"/>
                  </a:lnTo>
                  <a:lnTo>
                    <a:pt x="6731504" y="1315883"/>
                  </a:lnTo>
                  <a:lnTo>
                    <a:pt x="6726657" y="1315854"/>
                  </a:lnTo>
                  <a:lnTo>
                    <a:pt x="6726343" y="1315852"/>
                  </a:lnTo>
                  <a:lnTo>
                    <a:pt x="5254955" y="1315852"/>
                  </a:lnTo>
                  <a:lnTo>
                    <a:pt x="5253738" y="1315820"/>
                  </a:lnTo>
                  <a:lnTo>
                    <a:pt x="5245752" y="1315589"/>
                  </a:lnTo>
                  <a:lnTo>
                    <a:pt x="5225661" y="1314949"/>
                  </a:lnTo>
                  <a:lnTo>
                    <a:pt x="5189843" y="1313691"/>
                  </a:lnTo>
                  <a:lnTo>
                    <a:pt x="5136664" y="1311621"/>
                  </a:lnTo>
                  <a:lnTo>
                    <a:pt x="5066595" y="1308584"/>
                  </a:lnTo>
                  <a:lnTo>
                    <a:pt x="4982010" y="1304477"/>
                  </a:lnTo>
                  <a:lnTo>
                    <a:pt x="4886631" y="1299253"/>
                  </a:lnTo>
                  <a:lnTo>
                    <a:pt x="4784789" y="1292909"/>
                  </a:lnTo>
                  <a:lnTo>
                    <a:pt x="4680715" y="1285464"/>
                  </a:lnTo>
                  <a:lnTo>
                    <a:pt x="4578005" y="1276943"/>
                  </a:lnTo>
                  <a:lnTo>
                    <a:pt x="4479356" y="1267353"/>
                  </a:lnTo>
                  <a:lnTo>
                    <a:pt x="4386522" y="1256670"/>
                  </a:lnTo>
                  <a:lnTo>
                    <a:pt x="4300420" y="1244833"/>
                  </a:lnTo>
                  <a:lnTo>
                    <a:pt x="4221301" y="1231738"/>
                  </a:lnTo>
                  <a:lnTo>
                    <a:pt x="4148944" y="1217241"/>
                  </a:lnTo>
                  <a:lnTo>
                    <a:pt x="4082810" y="1201161"/>
                  </a:lnTo>
                  <a:lnTo>
                    <a:pt x="4022177" y="1183285"/>
                  </a:lnTo>
                  <a:lnTo>
                    <a:pt x="3966228" y="1163382"/>
                  </a:lnTo>
                  <a:lnTo>
                    <a:pt x="3914126" y="1141229"/>
                  </a:lnTo>
                  <a:lnTo>
                    <a:pt x="3865063" y="1116641"/>
                  </a:lnTo>
                  <a:lnTo>
                    <a:pt x="3829811" y="1096543"/>
                  </a:lnTo>
                  <a:lnTo>
                    <a:pt x="3781670" y="1065708"/>
                  </a:lnTo>
                  <a:lnTo>
                    <a:pt x="3734968" y="1031975"/>
                  </a:lnTo>
                  <a:lnTo>
                    <a:pt x="3689204" y="995292"/>
                  </a:lnTo>
                  <a:lnTo>
                    <a:pt x="3644000" y="955694"/>
                  </a:lnTo>
                  <a:lnTo>
                    <a:pt x="3599081" y="913306"/>
                  </a:lnTo>
                  <a:lnTo>
                    <a:pt x="3554258" y="868352"/>
                  </a:lnTo>
                  <a:lnTo>
                    <a:pt x="3509414" y="821159"/>
                  </a:lnTo>
                  <a:lnTo>
                    <a:pt x="3464494" y="772145"/>
                  </a:lnTo>
                  <a:lnTo>
                    <a:pt x="3419489" y="721813"/>
                  </a:lnTo>
                  <a:lnTo>
                    <a:pt x="3374426" y="670728"/>
                  </a:lnTo>
                  <a:lnTo>
                    <a:pt x="3329351" y="619491"/>
                  </a:lnTo>
                  <a:lnTo>
                    <a:pt x="3284312" y="568709"/>
                  </a:lnTo>
                  <a:lnTo>
                    <a:pt x="3239348" y="518970"/>
                  </a:lnTo>
                  <a:lnTo>
                    <a:pt x="3194470" y="470810"/>
                  </a:lnTo>
                  <a:lnTo>
                    <a:pt x="3149647" y="424691"/>
                  </a:lnTo>
                  <a:lnTo>
                    <a:pt x="3104794" y="380987"/>
                  </a:lnTo>
                  <a:lnTo>
                    <a:pt x="3059761" y="339974"/>
                  </a:lnTo>
                  <a:lnTo>
                    <a:pt x="3014317" y="301826"/>
                  </a:lnTo>
                  <a:lnTo>
                    <a:pt x="2968138" y="266621"/>
                  </a:lnTo>
                  <a:lnTo>
                    <a:pt x="2920787" y="234349"/>
                  </a:lnTo>
                  <a:lnTo>
                    <a:pt x="2896531" y="219308"/>
                  </a:lnTo>
                  <a:lnTo>
                    <a:pt x="2849266" y="192834"/>
                  </a:lnTo>
                  <a:lnTo>
                    <a:pt x="2799515" y="168867"/>
                  </a:lnTo>
                  <a:lnTo>
                    <a:pt x="2746530" y="147295"/>
                  </a:lnTo>
                  <a:lnTo>
                    <a:pt x="2689490" y="127921"/>
                  </a:lnTo>
                  <a:lnTo>
                    <a:pt x="2627557" y="110514"/>
                  </a:lnTo>
                  <a:lnTo>
                    <a:pt x="2559931" y="94848"/>
                  </a:lnTo>
                  <a:lnTo>
                    <a:pt x="2485925" y="80717"/>
                  </a:lnTo>
                  <a:lnTo>
                    <a:pt x="2405067" y="67949"/>
                  </a:lnTo>
                  <a:lnTo>
                    <a:pt x="2317236" y="56408"/>
                  </a:lnTo>
                  <a:lnTo>
                    <a:pt x="2222834" y="46002"/>
                  </a:lnTo>
                  <a:lnTo>
                    <a:pt x="2122971" y="36680"/>
                  </a:lnTo>
                  <a:lnTo>
                    <a:pt x="2019630" y="28426"/>
                  </a:lnTo>
                  <a:lnTo>
                    <a:pt x="1915745" y="21254"/>
                  </a:lnTo>
                  <a:lnTo>
                    <a:pt x="1815107" y="15188"/>
                  </a:lnTo>
                  <a:lnTo>
                    <a:pt x="1722028" y="10245"/>
                  </a:lnTo>
                  <a:lnTo>
                    <a:pt x="1640762" y="6412"/>
                  </a:lnTo>
                  <a:lnTo>
                    <a:pt x="1574757" y="3628"/>
                  </a:lnTo>
                  <a:lnTo>
                    <a:pt x="1525952" y="1777"/>
                  </a:lnTo>
                  <a:lnTo>
                    <a:pt x="1494298" y="693"/>
                  </a:lnTo>
                  <a:lnTo>
                    <a:pt x="1477642" y="176"/>
                  </a:lnTo>
                  <a:lnTo>
                    <a:pt x="1471908" y="13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C34A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512" name="pl1512"/>
            <p:cNvSpPr/>
            <p:nvPr/>
          </p:nvSpPr>
          <p:spPr>
            <a:xfrm>
              <a:off x="4799595" y="9622033"/>
              <a:ext cx="11981298" cy="1593734"/>
            </a:xfrm>
            <a:custGeom>
              <a:avLst/>
              <a:pathLst>
                <a:path w="11981298" h="1593734">
                  <a:moveTo>
                    <a:pt x="0" y="0"/>
                  </a:moveTo>
                  <a:lnTo>
                    <a:pt x="1471387" y="0"/>
                  </a:lnTo>
                  <a:lnTo>
                    <a:pt x="1472604" y="32"/>
                  </a:lnTo>
                  <a:lnTo>
                    <a:pt x="1480590" y="263"/>
                  </a:lnTo>
                  <a:lnTo>
                    <a:pt x="1500681" y="903"/>
                  </a:lnTo>
                  <a:lnTo>
                    <a:pt x="1536499" y="2161"/>
                  </a:lnTo>
                  <a:lnTo>
                    <a:pt x="1589679" y="4231"/>
                  </a:lnTo>
                  <a:lnTo>
                    <a:pt x="1659747" y="7268"/>
                  </a:lnTo>
                  <a:lnTo>
                    <a:pt x="1744332" y="11375"/>
                  </a:lnTo>
                  <a:lnTo>
                    <a:pt x="1839711" y="16599"/>
                  </a:lnTo>
                  <a:lnTo>
                    <a:pt x="1941553" y="22943"/>
                  </a:lnTo>
                  <a:lnTo>
                    <a:pt x="2045627" y="30388"/>
                  </a:lnTo>
                  <a:lnTo>
                    <a:pt x="2148338" y="38908"/>
                  </a:lnTo>
                  <a:lnTo>
                    <a:pt x="2246986" y="48499"/>
                  </a:lnTo>
                  <a:lnTo>
                    <a:pt x="2339820" y="59181"/>
                  </a:lnTo>
                  <a:lnTo>
                    <a:pt x="2425923" y="71019"/>
                  </a:lnTo>
                  <a:lnTo>
                    <a:pt x="2505041" y="84114"/>
                  </a:lnTo>
                  <a:lnTo>
                    <a:pt x="2577399" y="98610"/>
                  </a:lnTo>
                  <a:lnTo>
                    <a:pt x="2643532" y="114691"/>
                  </a:lnTo>
                  <a:lnTo>
                    <a:pt x="2704165" y="132567"/>
                  </a:lnTo>
                  <a:lnTo>
                    <a:pt x="2760114" y="152469"/>
                  </a:lnTo>
                  <a:lnTo>
                    <a:pt x="2812216" y="174623"/>
                  </a:lnTo>
                  <a:lnTo>
                    <a:pt x="2861279" y="199211"/>
                  </a:lnTo>
                  <a:lnTo>
                    <a:pt x="2896531" y="219308"/>
                  </a:lnTo>
                  <a:lnTo>
                    <a:pt x="2944672" y="250143"/>
                  </a:lnTo>
                  <a:lnTo>
                    <a:pt x="2991374" y="283877"/>
                  </a:lnTo>
                  <a:lnTo>
                    <a:pt x="3037138" y="320560"/>
                  </a:lnTo>
                  <a:lnTo>
                    <a:pt x="3082342" y="360158"/>
                  </a:lnTo>
                  <a:lnTo>
                    <a:pt x="3127261" y="402546"/>
                  </a:lnTo>
                  <a:lnTo>
                    <a:pt x="3172084" y="447500"/>
                  </a:lnTo>
                  <a:lnTo>
                    <a:pt x="3216928" y="494693"/>
                  </a:lnTo>
                  <a:lnTo>
                    <a:pt x="3261849" y="543707"/>
                  </a:lnTo>
                  <a:lnTo>
                    <a:pt x="3306853" y="594038"/>
                  </a:lnTo>
                  <a:lnTo>
                    <a:pt x="3351916" y="645124"/>
                  </a:lnTo>
                  <a:lnTo>
                    <a:pt x="3396992" y="696361"/>
                  </a:lnTo>
                  <a:lnTo>
                    <a:pt x="3442030" y="747142"/>
                  </a:lnTo>
                  <a:lnTo>
                    <a:pt x="3486994" y="796881"/>
                  </a:lnTo>
                  <a:lnTo>
                    <a:pt x="3531872" y="845042"/>
                  </a:lnTo>
                  <a:lnTo>
                    <a:pt x="3576695" y="891161"/>
                  </a:lnTo>
                  <a:lnTo>
                    <a:pt x="3621548" y="934864"/>
                  </a:lnTo>
                  <a:lnTo>
                    <a:pt x="3666581" y="975878"/>
                  </a:lnTo>
                  <a:lnTo>
                    <a:pt x="3712025" y="1014026"/>
                  </a:lnTo>
                  <a:lnTo>
                    <a:pt x="3758204" y="1049231"/>
                  </a:lnTo>
                  <a:lnTo>
                    <a:pt x="3805555" y="1081502"/>
                  </a:lnTo>
                  <a:lnTo>
                    <a:pt x="3829811" y="1096543"/>
                  </a:lnTo>
                  <a:lnTo>
                    <a:pt x="3877076" y="1123018"/>
                  </a:lnTo>
                  <a:lnTo>
                    <a:pt x="3926827" y="1146985"/>
                  </a:lnTo>
                  <a:lnTo>
                    <a:pt x="3979812" y="1168557"/>
                  </a:lnTo>
                  <a:lnTo>
                    <a:pt x="4036852" y="1187931"/>
                  </a:lnTo>
                  <a:lnTo>
                    <a:pt x="4098785" y="1205338"/>
                  </a:lnTo>
                  <a:lnTo>
                    <a:pt x="4166411" y="1221003"/>
                  </a:lnTo>
                  <a:lnTo>
                    <a:pt x="4240417" y="1235134"/>
                  </a:lnTo>
                  <a:lnTo>
                    <a:pt x="4321275" y="1247903"/>
                  </a:lnTo>
                  <a:lnTo>
                    <a:pt x="4409106" y="1259444"/>
                  </a:lnTo>
                  <a:lnTo>
                    <a:pt x="4503508" y="1269850"/>
                  </a:lnTo>
                  <a:lnTo>
                    <a:pt x="4603371" y="1279172"/>
                  </a:lnTo>
                  <a:lnTo>
                    <a:pt x="4706712" y="1287425"/>
                  </a:lnTo>
                  <a:lnTo>
                    <a:pt x="4810597" y="1294598"/>
                  </a:lnTo>
                  <a:lnTo>
                    <a:pt x="4911236" y="1300664"/>
                  </a:lnTo>
                  <a:lnTo>
                    <a:pt x="5004314" y="1305607"/>
                  </a:lnTo>
                  <a:lnTo>
                    <a:pt x="5085580" y="1309439"/>
                  </a:lnTo>
                  <a:lnTo>
                    <a:pt x="5151585" y="1312223"/>
                  </a:lnTo>
                  <a:lnTo>
                    <a:pt x="5200390" y="1314074"/>
                  </a:lnTo>
                  <a:lnTo>
                    <a:pt x="5232044" y="1315159"/>
                  </a:lnTo>
                  <a:lnTo>
                    <a:pt x="5248700" y="1315676"/>
                  </a:lnTo>
                  <a:lnTo>
                    <a:pt x="5254434" y="1315839"/>
                  </a:lnTo>
                  <a:lnTo>
                    <a:pt x="5254955" y="1315852"/>
                  </a:lnTo>
                  <a:lnTo>
                    <a:pt x="6726343" y="1315852"/>
                  </a:lnTo>
                  <a:lnTo>
                    <a:pt x="6727579" y="1315859"/>
                  </a:lnTo>
                  <a:lnTo>
                    <a:pt x="6735695" y="1315909"/>
                  </a:lnTo>
                  <a:lnTo>
                    <a:pt x="6756101" y="1316046"/>
                  </a:lnTo>
                  <a:lnTo>
                    <a:pt x="6792454" y="1316316"/>
                  </a:lnTo>
                  <a:lnTo>
                    <a:pt x="6846374" y="1316761"/>
                  </a:lnTo>
                  <a:lnTo>
                    <a:pt x="6917328" y="1317413"/>
                  </a:lnTo>
                  <a:lnTo>
                    <a:pt x="7002852" y="1318293"/>
                  </a:lnTo>
                  <a:lnTo>
                    <a:pt x="7099126" y="1319413"/>
                  </a:lnTo>
                  <a:lnTo>
                    <a:pt x="7201736" y="1320771"/>
                  </a:lnTo>
                  <a:lnTo>
                    <a:pt x="7306403" y="1322364"/>
                  </a:lnTo>
                  <a:lnTo>
                    <a:pt x="7409513" y="1324187"/>
                  </a:lnTo>
                  <a:lnTo>
                    <a:pt x="7508380" y="1326239"/>
                  </a:lnTo>
                  <a:lnTo>
                    <a:pt x="7601281" y="1328524"/>
                  </a:lnTo>
                  <a:lnTo>
                    <a:pt x="7687336" y="1331057"/>
                  </a:lnTo>
                  <a:lnTo>
                    <a:pt x="7766332" y="1333861"/>
                  </a:lnTo>
                  <a:lnTo>
                    <a:pt x="7838527" y="1336967"/>
                  </a:lnTo>
                  <a:lnTo>
                    <a:pt x="7904488" y="1340415"/>
                  </a:lnTo>
                  <a:lnTo>
                    <a:pt x="7964962" y="1344252"/>
                  </a:lnTo>
                  <a:lnTo>
                    <a:pt x="8020784" y="1348525"/>
                  </a:lnTo>
                  <a:lnTo>
                    <a:pt x="8072806" y="1353285"/>
                  </a:lnTo>
                  <a:lnTo>
                    <a:pt x="8121843" y="1358568"/>
                  </a:lnTo>
                  <a:lnTo>
                    <a:pt x="8151487" y="1362166"/>
                  </a:lnTo>
                  <a:lnTo>
                    <a:pt x="8207193" y="1369777"/>
                  </a:lnTo>
                  <a:lnTo>
                    <a:pt x="8261077" y="1378216"/>
                  </a:lnTo>
                  <a:lnTo>
                    <a:pt x="8313874" y="1387492"/>
                  </a:lnTo>
                  <a:lnTo>
                    <a:pt x="8366107" y="1397583"/>
                  </a:lnTo>
                  <a:lnTo>
                    <a:pt x="8418129" y="1408428"/>
                  </a:lnTo>
                  <a:lnTo>
                    <a:pt x="8470152" y="1419929"/>
                  </a:lnTo>
                  <a:lnTo>
                    <a:pt x="8522274" y="1431953"/>
                  </a:lnTo>
                  <a:lnTo>
                    <a:pt x="8574507" y="1444332"/>
                  </a:lnTo>
                  <a:lnTo>
                    <a:pt x="8626801" y="1456877"/>
                  </a:lnTo>
                  <a:lnTo>
                    <a:pt x="8679083" y="1469389"/>
                  </a:lnTo>
                  <a:lnTo>
                    <a:pt x="8731282" y="1481670"/>
                  </a:lnTo>
                  <a:lnTo>
                    <a:pt x="8783366" y="1493538"/>
                  </a:lnTo>
                  <a:lnTo>
                    <a:pt x="8835373" y="1504835"/>
                  </a:lnTo>
                  <a:lnTo>
                    <a:pt x="8887435" y="1515438"/>
                  </a:lnTo>
                  <a:lnTo>
                    <a:pt x="8939808" y="1525263"/>
                  </a:lnTo>
                  <a:lnTo>
                    <a:pt x="8992899" y="1534262"/>
                  </a:lnTo>
                  <a:lnTo>
                    <a:pt x="9047294" y="1542424"/>
                  </a:lnTo>
                  <a:lnTo>
                    <a:pt x="9084767" y="1547421"/>
                  </a:lnTo>
                  <a:lnTo>
                    <a:pt x="9132303" y="1553041"/>
                  </a:lnTo>
                  <a:lnTo>
                    <a:pt x="9182357" y="1558127"/>
                  </a:lnTo>
                  <a:lnTo>
                    <a:pt x="9235691" y="1562701"/>
                  </a:lnTo>
                  <a:lnTo>
                    <a:pt x="9293139" y="1566807"/>
                  </a:lnTo>
                  <a:lnTo>
                    <a:pt x="9355554" y="1570493"/>
                  </a:lnTo>
                  <a:lnTo>
                    <a:pt x="9423748" y="1573809"/>
                  </a:lnTo>
                  <a:lnTo>
                    <a:pt x="9498413" y="1576799"/>
                  </a:lnTo>
                  <a:lnTo>
                    <a:pt x="9580019" y="1579499"/>
                  </a:lnTo>
                  <a:lnTo>
                    <a:pt x="9668670" y="1581938"/>
                  </a:lnTo>
                  <a:lnTo>
                    <a:pt x="9763928" y="1584136"/>
                  </a:lnTo>
                  <a:lnTo>
                    <a:pt x="9864620" y="1586102"/>
                  </a:lnTo>
                  <a:lnTo>
                    <a:pt x="9968674" y="1587840"/>
                  </a:lnTo>
                  <a:lnTo>
                    <a:pt x="10073043" y="1589347"/>
                  </a:lnTo>
                  <a:lnTo>
                    <a:pt x="10173823" y="1590617"/>
                  </a:lnTo>
                  <a:lnTo>
                    <a:pt x="10266610" y="1591647"/>
                  </a:lnTo>
                  <a:lnTo>
                    <a:pt x="10347117" y="1592441"/>
                  </a:lnTo>
                  <a:lnTo>
                    <a:pt x="10411945" y="1593013"/>
                  </a:lnTo>
                  <a:lnTo>
                    <a:pt x="10459296" y="1593388"/>
                  </a:lnTo>
                  <a:lnTo>
                    <a:pt x="10489429" y="1593604"/>
                  </a:lnTo>
                  <a:lnTo>
                    <a:pt x="10504750" y="1593704"/>
                  </a:lnTo>
                  <a:lnTo>
                    <a:pt x="10509596" y="1593732"/>
                  </a:lnTo>
                  <a:lnTo>
                    <a:pt x="10509911" y="1593734"/>
                  </a:lnTo>
                  <a:lnTo>
                    <a:pt x="11981298" y="159373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13" name="pl1513"/>
            <p:cNvSpPr/>
            <p:nvPr/>
          </p:nvSpPr>
          <p:spPr>
            <a:xfrm>
              <a:off x="4799595" y="9613860"/>
              <a:ext cx="11981298" cy="1593734"/>
            </a:xfrm>
            <a:custGeom>
              <a:avLst/>
              <a:pathLst>
                <a:path w="11981298" h="1593734">
                  <a:moveTo>
                    <a:pt x="11981298" y="1593734"/>
                  </a:moveTo>
                  <a:lnTo>
                    <a:pt x="10509911" y="1593734"/>
                  </a:lnTo>
                  <a:lnTo>
                    <a:pt x="10508674" y="1593727"/>
                  </a:lnTo>
                  <a:lnTo>
                    <a:pt x="10500558" y="1593678"/>
                  </a:lnTo>
                  <a:lnTo>
                    <a:pt x="10480152" y="1593540"/>
                  </a:lnTo>
                  <a:lnTo>
                    <a:pt x="10443799" y="1593270"/>
                  </a:lnTo>
                  <a:lnTo>
                    <a:pt x="10389879" y="1592826"/>
                  </a:lnTo>
                  <a:lnTo>
                    <a:pt x="10318925" y="1592174"/>
                  </a:lnTo>
                  <a:lnTo>
                    <a:pt x="10233401" y="1591293"/>
                  </a:lnTo>
                  <a:lnTo>
                    <a:pt x="10137127" y="1590174"/>
                  </a:lnTo>
                  <a:lnTo>
                    <a:pt x="10034517" y="1588815"/>
                  </a:lnTo>
                  <a:lnTo>
                    <a:pt x="9929850" y="1587222"/>
                  </a:lnTo>
                  <a:lnTo>
                    <a:pt x="9826740" y="1585399"/>
                  </a:lnTo>
                  <a:lnTo>
                    <a:pt x="9727873" y="1583348"/>
                  </a:lnTo>
                  <a:lnTo>
                    <a:pt x="9634973" y="1581062"/>
                  </a:lnTo>
                  <a:lnTo>
                    <a:pt x="9548917" y="1578529"/>
                  </a:lnTo>
                  <a:lnTo>
                    <a:pt x="9469921" y="1575726"/>
                  </a:lnTo>
                  <a:lnTo>
                    <a:pt x="9397726" y="1572619"/>
                  </a:lnTo>
                  <a:lnTo>
                    <a:pt x="9331766" y="1569171"/>
                  </a:lnTo>
                  <a:lnTo>
                    <a:pt x="9271291" y="1565335"/>
                  </a:lnTo>
                  <a:lnTo>
                    <a:pt x="9215469" y="1561061"/>
                  </a:lnTo>
                  <a:lnTo>
                    <a:pt x="9163447" y="1556301"/>
                  </a:lnTo>
                  <a:lnTo>
                    <a:pt x="9114411" y="1551019"/>
                  </a:lnTo>
                  <a:lnTo>
                    <a:pt x="9084767" y="1547421"/>
                  </a:lnTo>
                  <a:lnTo>
                    <a:pt x="9029060" y="1539809"/>
                  </a:lnTo>
                  <a:lnTo>
                    <a:pt x="8975176" y="1531370"/>
                  </a:lnTo>
                  <a:lnTo>
                    <a:pt x="8922379" y="1522094"/>
                  </a:lnTo>
                  <a:lnTo>
                    <a:pt x="8870146" y="1512004"/>
                  </a:lnTo>
                  <a:lnTo>
                    <a:pt x="8818124" y="1501159"/>
                  </a:lnTo>
                  <a:lnTo>
                    <a:pt x="8766101" y="1489657"/>
                  </a:lnTo>
                  <a:lnTo>
                    <a:pt x="8713979" y="1477634"/>
                  </a:lnTo>
                  <a:lnTo>
                    <a:pt x="8661747" y="1465255"/>
                  </a:lnTo>
                  <a:lnTo>
                    <a:pt x="8609452" y="1452709"/>
                  </a:lnTo>
                  <a:lnTo>
                    <a:pt x="8557170" y="1440197"/>
                  </a:lnTo>
                  <a:lnTo>
                    <a:pt x="8504971" y="1427916"/>
                  </a:lnTo>
                  <a:lnTo>
                    <a:pt x="8452887" y="1416049"/>
                  </a:lnTo>
                  <a:lnTo>
                    <a:pt x="8400880" y="1404752"/>
                  </a:lnTo>
                  <a:lnTo>
                    <a:pt x="8348818" y="1394148"/>
                  </a:lnTo>
                  <a:lnTo>
                    <a:pt x="8296445" y="1384323"/>
                  </a:lnTo>
                  <a:lnTo>
                    <a:pt x="8243355" y="1375324"/>
                  </a:lnTo>
                  <a:lnTo>
                    <a:pt x="8188959" y="1367162"/>
                  </a:lnTo>
                  <a:lnTo>
                    <a:pt x="8151487" y="1362166"/>
                  </a:lnTo>
                  <a:lnTo>
                    <a:pt x="8103950" y="1356545"/>
                  </a:lnTo>
                  <a:lnTo>
                    <a:pt x="8053897" y="1351460"/>
                  </a:lnTo>
                  <a:lnTo>
                    <a:pt x="8000563" y="1346886"/>
                  </a:lnTo>
                  <a:lnTo>
                    <a:pt x="7943114" y="1342780"/>
                  </a:lnTo>
                  <a:lnTo>
                    <a:pt x="7880699" y="1339093"/>
                  </a:lnTo>
                  <a:lnTo>
                    <a:pt x="7812506" y="1335777"/>
                  </a:lnTo>
                  <a:lnTo>
                    <a:pt x="7737841" y="1332787"/>
                  </a:lnTo>
                  <a:lnTo>
                    <a:pt x="7656234" y="1330087"/>
                  </a:lnTo>
                  <a:lnTo>
                    <a:pt x="7567583" y="1327648"/>
                  </a:lnTo>
                  <a:lnTo>
                    <a:pt x="7472325" y="1325451"/>
                  </a:lnTo>
                  <a:lnTo>
                    <a:pt x="7371633" y="1323484"/>
                  </a:lnTo>
                  <a:lnTo>
                    <a:pt x="7267580" y="1321746"/>
                  </a:lnTo>
                  <a:lnTo>
                    <a:pt x="7163210" y="1320240"/>
                  </a:lnTo>
                  <a:lnTo>
                    <a:pt x="7062430" y="1318969"/>
                  </a:lnTo>
                  <a:lnTo>
                    <a:pt x="6969644" y="1317939"/>
                  </a:lnTo>
                  <a:lnTo>
                    <a:pt x="6889136" y="1317145"/>
                  </a:lnTo>
                  <a:lnTo>
                    <a:pt x="6824308" y="1316573"/>
                  </a:lnTo>
                  <a:lnTo>
                    <a:pt x="6776957" y="1316198"/>
                  </a:lnTo>
                  <a:lnTo>
                    <a:pt x="6746824" y="1315982"/>
                  </a:lnTo>
                  <a:lnTo>
                    <a:pt x="6731504" y="1315883"/>
                  </a:lnTo>
                  <a:lnTo>
                    <a:pt x="6726657" y="1315854"/>
                  </a:lnTo>
                  <a:lnTo>
                    <a:pt x="6726343" y="1315852"/>
                  </a:lnTo>
                  <a:lnTo>
                    <a:pt x="5254955" y="1315852"/>
                  </a:lnTo>
                  <a:lnTo>
                    <a:pt x="5253738" y="1315820"/>
                  </a:lnTo>
                  <a:lnTo>
                    <a:pt x="5245752" y="1315589"/>
                  </a:lnTo>
                  <a:lnTo>
                    <a:pt x="5225661" y="1314949"/>
                  </a:lnTo>
                  <a:lnTo>
                    <a:pt x="5189843" y="1313691"/>
                  </a:lnTo>
                  <a:lnTo>
                    <a:pt x="5136664" y="1311621"/>
                  </a:lnTo>
                  <a:lnTo>
                    <a:pt x="5066595" y="1308584"/>
                  </a:lnTo>
                  <a:lnTo>
                    <a:pt x="4982010" y="1304477"/>
                  </a:lnTo>
                  <a:lnTo>
                    <a:pt x="4886631" y="1299253"/>
                  </a:lnTo>
                  <a:lnTo>
                    <a:pt x="4784789" y="1292909"/>
                  </a:lnTo>
                  <a:lnTo>
                    <a:pt x="4680715" y="1285464"/>
                  </a:lnTo>
                  <a:lnTo>
                    <a:pt x="4578005" y="1276943"/>
                  </a:lnTo>
                  <a:lnTo>
                    <a:pt x="4479356" y="1267353"/>
                  </a:lnTo>
                  <a:lnTo>
                    <a:pt x="4386522" y="1256670"/>
                  </a:lnTo>
                  <a:lnTo>
                    <a:pt x="4300420" y="1244833"/>
                  </a:lnTo>
                  <a:lnTo>
                    <a:pt x="4221301" y="1231738"/>
                  </a:lnTo>
                  <a:lnTo>
                    <a:pt x="4148944" y="1217241"/>
                  </a:lnTo>
                  <a:lnTo>
                    <a:pt x="4082810" y="1201161"/>
                  </a:lnTo>
                  <a:lnTo>
                    <a:pt x="4022177" y="1183285"/>
                  </a:lnTo>
                  <a:lnTo>
                    <a:pt x="3966228" y="1163382"/>
                  </a:lnTo>
                  <a:lnTo>
                    <a:pt x="3914126" y="1141229"/>
                  </a:lnTo>
                  <a:lnTo>
                    <a:pt x="3865063" y="1116641"/>
                  </a:lnTo>
                  <a:lnTo>
                    <a:pt x="3829811" y="1096543"/>
                  </a:lnTo>
                  <a:lnTo>
                    <a:pt x="3781670" y="1065708"/>
                  </a:lnTo>
                  <a:lnTo>
                    <a:pt x="3734968" y="1031975"/>
                  </a:lnTo>
                  <a:lnTo>
                    <a:pt x="3689204" y="995292"/>
                  </a:lnTo>
                  <a:lnTo>
                    <a:pt x="3644000" y="955694"/>
                  </a:lnTo>
                  <a:lnTo>
                    <a:pt x="3599081" y="913306"/>
                  </a:lnTo>
                  <a:lnTo>
                    <a:pt x="3554258" y="868352"/>
                  </a:lnTo>
                  <a:lnTo>
                    <a:pt x="3509414" y="821159"/>
                  </a:lnTo>
                  <a:lnTo>
                    <a:pt x="3464494" y="772145"/>
                  </a:lnTo>
                  <a:lnTo>
                    <a:pt x="3419489" y="721813"/>
                  </a:lnTo>
                  <a:lnTo>
                    <a:pt x="3374426" y="670728"/>
                  </a:lnTo>
                  <a:lnTo>
                    <a:pt x="3329351" y="619491"/>
                  </a:lnTo>
                  <a:lnTo>
                    <a:pt x="3284312" y="568709"/>
                  </a:lnTo>
                  <a:lnTo>
                    <a:pt x="3239348" y="518970"/>
                  </a:lnTo>
                  <a:lnTo>
                    <a:pt x="3194470" y="470810"/>
                  </a:lnTo>
                  <a:lnTo>
                    <a:pt x="3149647" y="424691"/>
                  </a:lnTo>
                  <a:lnTo>
                    <a:pt x="3104794" y="380987"/>
                  </a:lnTo>
                  <a:lnTo>
                    <a:pt x="3059761" y="339974"/>
                  </a:lnTo>
                  <a:lnTo>
                    <a:pt x="3014317" y="301826"/>
                  </a:lnTo>
                  <a:lnTo>
                    <a:pt x="2968138" y="266621"/>
                  </a:lnTo>
                  <a:lnTo>
                    <a:pt x="2920787" y="234349"/>
                  </a:lnTo>
                  <a:lnTo>
                    <a:pt x="2896531" y="219308"/>
                  </a:lnTo>
                  <a:lnTo>
                    <a:pt x="2849266" y="192834"/>
                  </a:lnTo>
                  <a:lnTo>
                    <a:pt x="2799515" y="168867"/>
                  </a:lnTo>
                  <a:lnTo>
                    <a:pt x="2746530" y="147295"/>
                  </a:lnTo>
                  <a:lnTo>
                    <a:pt x="2689490" y="127921"/>
                  </a:lnTo>
                  <a:lnTo>
                    <a:pt x="2627557" y="110514"/>
                  </a:lnTo>
                  <a:lnTo>
                    <a:pt x="2559931" y="94848"/>
                  </a:lnTo>
                  <a:lnTo>
                    <a:pt x="2485925" y="80717"/>
                  </a:lnTo>
                  <a:lnTo>
                    <a:pt x="2405067" y="67949"/>
                  </a:lnTo>
                  <a:lnTo>
                    <a:pt x="2317236" y="56408"/>
                  </a:lnTo>
                  <a:lnTo>
                    <a:pt x="2222834" y="46002"/>
                  </a:lnTo>
                  <a:lnTo>
                    <a:pt x="2122971" y="36680"/>
                  </a:lnTo>
                  <a:lnTo>
                    <a:pt x="2019630" y="28426"/>
                  </a:lnTo>
                  <a:lnTo>
                    <a:pt x="1915745" y="21254"/>
                  </a:lnTo>
                  <a:lnTo>
                    <a:pt x="1815107" y="15188"/>
                  </a:lnTo>
                  <a:lnTo>
                    <a:pt x="1722028" y="10245"/>
                  </a:lnTo>
                  <a:lnTo>
                    <a:pt x="1640762" y="6412"/>
                  </a:lnTo>
                  <a:lnTo>
                    <a:pt x="1574757" y="3628"/>
                  </a:lnTo>
                  <a:lnTo>
                    <a:pt x="1525952" y="1777"/>
                  </a:lnTo>
                  <a:lnTo>
                    <a:pt x="1494298" y="693"/>
                  </a:lnTo>
                  <a:lnTo>
                    <a:pt x="1477642" y="176"/>
                  </a:lnTo>
                  <a:lnTo>
                    <a:pt x="1471908" y="13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14" name="pg1514"/>
            <p:cNvSpPr/>
            <p:nvPr/>
          </p:nvSpPr>
          <p:spPr>
            <a:xfrm>
              <a:off x="4799595" y="2813925"/>
              <a:ext cx="11981298" cy="6595609"/>
            </a:xfrm>
            <a:custGeom>
              <a:avLst/>
              <a:pathLst>
                <a:path w="11981298" h="6595609">
                  <a:moveTo>
                    <a:pt x="0" y="6595609"/>
                  </a:moveTo>
                  <a:lnTo>
                    <a:pt x="1471387" y="6595609"/>
                  </a:lnTo>
                  <a:lnTo>
                    <a:pt x="1472490" y="6595531"/>
                  </a:lnTo>
                  <a:lnTo>
                    <a:pt x="1479745" y="6594971"/>
                  </a:lnTo>
                  <a:lnTo>
                    <a:pt x="1498052" y="6593424"/>
                  </a:lnTo>
                  <a:lnTo>
                    <a:pt x="1530826" y="6590379"/>
                  </a:lnTo>
                  <a:lnTo>
                    <a:pt x="1579765" y="6585358"/>
                  </a:lnTo>
                  <a:lnTo>
                    <a:pt x="1644717" y="6577970"/>
                  </a:lnTo>
                  <a:lnTo>
                    <a:pt x="1723814" y="6567942"/>
                  </a:lnTo>
                  <a:lnTo>
                    <a:pt x="1813888" y="6555133"/>
                  </a:lnTo>
                  <a:lnTo>
                    <a:pt x="1911087" y="6539510"/>
                  </a:lnTo>
                  <a:lnTo>
                    <a:pt x="2011496" y="6521114"/>
                  </a:lnTo>
                  <a:lnTo>
                    <a:pt x="2111642" y="6500006"/>
                  </a:lnTo>
                  <a:lnTo>
                    <a:pt x="2208790" y="6476221"/>
                  </a:lnTo>
                  <a:lnTo>
                    <a:pt x="2301038" y="6449733"/>
                  </a:lnTo>
                  <a:lnTo>
                    <a:pt x="2387264" y="6420434"/>
                  </a:lnTo>
                  <a:lnTo>
                    <a:pt x="2466998" y="6388117"/>
                  </a:lnTo>
                  <a:lnTo>
                    <a:pt x="2540256" y="6352480"/>
                  </a:lnTo>
                  <a:lnTo>
                    <a:pt x="2607398" y="6313128"/>
                  </a:lnTo>
                  <a:lnTo>
                    <a:pt x="2669001" y="6269582"/>
                  </a:lnTo>
                  <a:lnTo>
                    <a:pt x="2725765" y="6221306"/>
                  </a:lnTo>
                  <a:lnTo>
                    <a:pt x="2778442" y="6167737"/>
                  </a:lnTo>
                  <a:lnTo>
                    <a:pt x="2827787" y="6108354"/>
                  </a:lnTo>
                  <a:lnTo>
                    <a:pt x="2874512" y="6042773"/>
                  </a:lnTo>
                  <a:lnTo>
                    <a:pt x="2896531" y="6008515"/>
                  </a:lnTo>
                  <a:lnTo>
                    <a:pt x="2930978" y="5950533"/>
                  </a:lnTo>
                  <a:lnTo>
                    <a:pt x="2964611" y="5888651"/>
                  </a:lnTo>
                  <a:lnTo>
                    <a:pt x="2997635" y="5822790"/>
                  </a:lnTo>
                  <a:lnTo>
                    <a:pt x="3030215" y="5752923"/>
                  </a:lnTo>
                  <a:lnTo>
                    <a:pt x="3062488" y="5679080"/>
                  </a:lnTo>
                  <a:lnTo>
                    <a:pt x="3094562" y="5601354"/>
                  </a:lnTo>
                  <a:lnTo>
                    <a:pt x="3126524" y="5519907"/>
                  </a:lnTo>
                  <a:lnTo>
                    <a:pt x="3158438" y="5434966"/>
                  </a:lnTo>
                  <a:lnTo>
                    <a:pt x="3190349" y="5346833"/>
                  </a:lnTo>
                  <a:lnTo>
                    <a:pt x="3222286" y="5255872"/>
                  </a:lnTo>
                  <a:lnTo>
                    <a:pt x="3254265" y="5162513"/>
                  </a:lnTo>
                  <a:lnTo>
                    <a:pt x="3286288" y="5067240"/>
                  </a:lnTo>
                  <a:lnTo>
                    <a:pt x="3318349" y="4970584"/>
                  </a:lnTo>
                  <a:lnTo>
                    <a:pt x="3350435" y="4873109"/>
                  </a:lnTo>
                  <a:lnTo>
                    <a:pt x="3382527" y="4775400"/>
                  </a:lnTo>
                  <a:lnTo>
                    <a:pt x="3414609" y="4678046"/>
                  </a:lnTo>
                  <a:lnTo>
                    <a:pt x="3446663" y="4581631"/>
                  </a:lnTo>
                  <a:lnTo>
                    <a:pt x="3478677" y="4486711"/>
                  </a:lnTo>
                  <a:lnTo>
                    <a:pt x="3510647" y="4393808"/>
                  </a:lnTo>
                  <a:lnTo>
                    <a:pt x="3542577" y="4303398"/>
                  </a:lnTo>
                  <a:lnTo>
                    <a:pt x="3574486" y="4215895"/>
                  </a:lnTo>
                  <a:lnTo>
                    <a:pt x="3606405" y="4131653"/>
                  </a:lnTo>
                  <a:lnTo>
                    <a:pt x="3638385" y="4050957"/>
                  </a:lnTo>
                  <a:lnTo>
                    <a:pt x="3670493" y="3974022"/>
                  </a:lnTo>
                  <a:lnTo>
                    <a:pt x="3702819" y="3900993"/>
                  </a:lnTo>
                  <a:lnTo>
                    <a:pt x="3735479" y="3831952"/>
                  </a:lnTo>
                  <a:lnTo>
                    <a:pt x="3768613" y="3766916"/>
                  </a:lnTo>
                  <a:lnTo>
                    <a:pt x="3802396" y="3705846"/>
                  </a:lnTo>
                  <a:lnTo>
                    <a:pt x="3829811" y="3660141"/>
                  </a:lnTo>
                  <a:lnTo>
                    <a:pt x="3875491" y="3591484"/>
                  </a:lnTo>
                  <a:lnTo>
                    <a:pt x="3923474" y="3529113"/>
                  </a:lnTo>
                  <a:lnTo>
                    <a:pt x="3974434" y="3472769"/>
                  </a:lnTo>
                  <a:lnTo>
                    <a:pt x="4029110" y="3421983"/>
                  </a:lnTo>
                  <a:lnTo>
                    <a:pt x="4088262" y="3376201"/>
                  </a:lnTo>
                  <a:lnTo>
                    <a:pt x="4152623" y="3334868"/>
                  </a:lnTo>
                  <a:lnTo>
                    <a:pt x="4222838" y="3297475"/>
                  </a:lnTo>
                  <a:lnTo>
                    <a:pt x="4299389" y="3263583"/>
                  </a:lnTo>
                  <a:lnTo>
                    <a:pt x="4382475" y="3232844"/>
                  </a:lnTo>
                  <a:lnTo>
                    <a:pt x="4471883" y="3205005"/>
                  </a:lnTo>
                  <a:lnTo>
                    <a:pt x="4566829" y="3179911"/>
                  </a:lnTo>
                  <a:lnTo>
                    <a:pt x="4665804" y="3157497"/>
                  </a:lnTo>
                  <a:lnTo>
                    <a:pt x="4766477" y="3137772"/>
                  </a:lnTo>
                  <a:lnTo>
                    <a:pt x="4865712" y="3120789"/>
                  </a:lnTo>
                  <a:lnTo>
                    <a:pt x="4959759" y="3106607"/>
                  </a:lnTo>
                  <a:lnTo>
                    <a:pt x="5044660" y="3095233"/>
                  </a:lnTo>
                  <a:lnTo>
                    <a:pt x="5116834" y="3086584"/>
                  </a:lnTo>
                  <a:lnTo>
                    <a:pt x="5173712" y="3080452"/>
                  </a:lnTo>
                  <a:lnTo>
                    <a:pt x="5214268" y="3076498"/>
                  </a:lnTo>
                  <a:lnTo>
                    <a:pt x="5239302" y="3074284"/>
                  </a:lnTo>
                  <a:lnTo>
                    <a:pt x="5251420" y="3073307"/>
                  </a:lnTo>
                  <a:lnTo>
                    <a:pt x="5254824" y="3073056"/>
                  </a:lnTo>
                  <a:lnTo>
                    <a:pt x="5254955" y="3073047"/>
                  </a:lnTo>
                  <a:lnTo>
                    <a:pt x="6726343" y="3073047"/>
                  </a:lnTo>
                  <a:lnTo>
                    <a:pt x="6727475" y="3072977"/>
                  </a:lnTo>
                  <a:lnTo>
                    <a:pt x="6734920" y="3072476"/>
                  </a:lnTo>
                  <a:lnTo>
                    <a:pt x="6753692" y="3071093"/>
                  </a:lnTo>
                  <a:lnTo>
                    <a:pt x="6787261" y="3068371"/>
                  </a:lnTo>
                  <a:lnTo>
                    <a:pt x="6837311" y="3063884"/>
                  </a:lnTo>
                  <a:lnTo>
                    <a:pt x="6903612" y="3057288"/>
                  </a:lnTo>
                  <a:lnTo>
                    <a:pt x="6984166" y="3048344"/>
                  </a:lnTo>
                  <a:lnTo>
                    <a:pt x="7075662" y="3036931"/>
                  </a:lnTo>
                  <a:lnTo>
                    <a:pt x="7174118" y="3023027"/>
                  </a:lnTo>
                  <a:lnTo>
                    <a:pt x="7275534" y="3006671"/>
                  </a:lnTo>
                  <a:lnTo>
                    <a:pt x="7376400" y="2987917"/>
                  </a:lnTo>
                  <a:lnTo>
                    <a:pt x="7473985" y="2966793"/>
                  </a:lnTo>
                  <a:lnTo>
                    <a:pt x="7566422" y="2943267"/>
                  </a:lnTo>
                  <a:lnTo>
                    <a:pt x="7652642" y="2917234"/>
                  </a:lnTo>
                  <a:lnTo>
                    <a:pt x="7732230" y="2888498"/>
                  </a:lnTo>
                  <a:lnTo>
                    <a:pt x="7805259" y="2856779"/>
                  </a:lnTo>
                  <a:lnTo>
                    <a:pt x="7872135" y="2821711"/>
                  </a:lnTo>
                  <a:lnTo>
                    <a:pt x="7933475" y="2782859"/>
                  </a:lnTo>
                  <a:lnTo>
                    <a:pt x="7990010" y="2739736"/>
                  </a:lnTo>
                  <a:lnTo>
                    <a:pt x="8042517" y="2691841"/>
                  </a:lnTo>
                  <a:lnTo>
                    <a:pt x="8091767" y="2638722"/>
                  </a:lnTo>
                  <a:lnTo>
                    <a:pt x="8138476" y="2580075"/>
                  </a:lnTo>
                  <a:lnTo>
                    <a:pt x="8151487" y="2562234"/>
                  </a:lnTo>
                  <a:lnTo>
                    <a:pt x="8187994" y="2508618"/>
                  </a:lnTo>
                  <a:lnTo>
                    <a:pt x="8223601" y="2451179"/>
                  </a:lnTo>
                  <a:lnTo>
                    <a:pt x="8258546" y="2389840"/>
                  </a:lnTo>
                  <a:lnTo>
                    <a:pt x="8293023" y="2324581"/>
                  </a:lnTo>
                  <a:lnTo>
                    <a:pt x="8327186" y="2255447"/>
                  </a:lnTo>
                  <a:lnTo>
                    <a:pt x="8361157" y="2182555"/>
                  </a:lnTo>
                  <a:lnTo>
                    <a:pt x="8395031" y="2106094"/>
                  </a:lnTo>
                  <a:lnTo>
                    <a:pt x="8428874" y="2026331"/>
                  </a:lnTo>
                  <a:lnTo>
                    <a:pt x="8462732" y="1943609"/>
                  </a:lnTo>
                  <a:lnTo>
                    <a:pt x="8496631" y="1858343"/>
                  </a:lnTo>
                  <a:lnTo>
                    <a:pt x="8530579" y="1771011"/>
                  </a:lnTo>
                  <a:lnTo>
                    <a:pt x="8564574" y="1682148"/>
                  </a:lnTo>
                  <a:lnTo>
                    <a:pt x="8598600" y="1592331"/>
                  </a:lnTo>
                  <a:lnTo>
                    <a:pt x="8632639" y="1502163"/>
                  </a:lnTo>
                  <a:lnTo>
                    <a:pt x="8666669" y="1412256"/>
                  </a:lnTo>
                  <a:lnTo>
                    <a:pt x="8700669" y="1323216"/>
                  </a:lnTo>
                  <a:lnTo>
                    <a:pt x="8734625" y="1235624"/>
                  </a:lnTo>
                  <a:lnTo>
                    <a:pt x="8768530" y="1150022"/>
                  </a:lnTo>
                  <a:lnTo>
                    <a:pt x="8802393" y="1066897"/>
                  </a:lnTo>
                  <a:lnTo>
                    <a:pt x="8836236" y="986675"/>
                  </a:lnTo>
                  <a:lnTo>
                    <a:pt x="8870102" y="909709"/>
                  </a:lnTo>
                  <a:lnTo>
                    <a:pt x="8904054" y="836277"/>
                  </a:lnTo>
                  <a:lnTo>
                    <a:pt x="8938181" y="766581"/>
                  </a:lnTo>
                  <a:lnTo>
                    <a:pt x="8972603" y="700747"/>
                  </a:lnTo>
                  <a:lnTo>
                    <a:pt x="9007468" y="638830"/>
                  </a:lnTo>
                  <a:lnTo>
                    <a:pt x="9042964" y="580820"/>
                  </a:lnTo>
                  <a:lnTo>
                    <a:pt x="9079322" y="526647"/>
                  </a:lnTo>
                  <a:lnTo>
                    <a:pt x="9084767" y="518985"/>
                  </a:lnTo>
                  <a:lnTo>
                    <a:pt x="9130868" y="458736"/>
                  </a:lnTo>
                  <a:lnTo>
                    <a:pt x="9179319" y="404053"/>
                  </a:lnTo>
                  <a:lnTo>
                    <a:pt x="9230816" y="354702"/>
                  </a:lnTo>
                  <a:lnTo>
                    <a:pt x="9286116" y="310262"/>
                  </a:lnTo>
                  <a:lnTo>
                    <a:pt x="9346001" y="270237"/>
                  </a:lnTo>
                  <a:lnTo>
                    <a:pt x="9411220" y="234132"/>
                  </a:lnTo>
                  <a:lnTo>
                    <a:pt x="9482432" y="201494"/>
                  </a:lnTo>
                  <a:lnTo>
                    <a:pt x="9560116" y="171935"/>
                  </a:lnTo>
                  <a:lnTo>
                    <a:pt x="9644453" y="145151"/>
                  </a:lnTo>
                  <a:lnTo>
                    <a:pt x="9735186" y="120921"/>
                  </a:lnTo>
                  <a:lnTo>
                    <a:pt x="9831449" y="99115"/>
                  </a:lnTo>
                  <a:lnTo>
                    <a:pt x="9931615" y="79680"/>
                  </a:lnTo>
                  <a:lnTo>
                    <a:pt x="10033202" y="62632"/>
                  </a:lnTo>
                  <a:lnTo>
                    <a:pt x="10132902" y="48020"/>
                  </a:lnTo>
                  <a:lnTo>
                    <a:pt x="10226812" y="35892"/>
                  </a:lnTo>
                  <a:lnTo>
                    <a:pt x="10310883" y="26247"/>
                  </a:lnTo>
                  <a:lnTo>
                    <a:pt x="10381542" y="18997"/>
                  </a:lnTo>
                  <a:lnTo>
                    <a:pt x="10436357" y="13937"/>
                  </a:lnTo>
                  <a:lnTo>
                    <a:pt x="10474562" y="10750"/>
                  </a:lnTo>
                  <a:lnTo>
                    <a:pt x="10497294" y="9029"/>
                  </a:lnTo>
                  <a:lnTo>
                    <a:pt x="10507536" y="8323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8778" y="70"/>
                  </a:lnTo>
                  <a:lnTo>
                    <a:pt x="10501333" y="570"/>
                  </a:lnTo>
                  <a:lnTo>
                    <a:pt x="10482561" y="1953"/>
                  </a:lnTo>
                  <a:lnTo>
                    <a:pt x="10448993" y="4676"/>
                  </a:lnTo>
                  <a:lnTo>
                    <a:pt x="10398942" y="9162"/>
                  </a:lnTo>
                  <a:lnTo>
                    <a:pt x="10332641" y="15758"/>
                  </a:lnTo>
                  <a:lnTo>
                    <a:pt x="10252088" y="24702"/>
                  </a:lnTo>
                  <a:lnTo>
                    <a:pt x="10160592" y="36115"/>
                  </a:lnTo>
                  <a:lnTo>
                    <a:pt x="10062135" y="50019"/>
                  </a:lnTo>
                  <a:lnTo>
                    <a:pt x="9960719" y="66375"/>
                  </a:lnTo>
                  <a:lnTo>
                    <a:pt x="9859853" y="85129"/>
                  </a:lnTo>
                  <a:lnTo>
                    <a:pt x="9762269" y="106254"/>
                  </a:lnTo>
                  <a:lnTo>
                    <a:pt x="9669832" y="129779"/>
                  </a:lnTo>
                  <a:lnTo>
                    <a:pt x="9583611" y="155813"/>
                  </a:lnTo>
                  <a:lnTo>
                    <a:pt x="9504023" y="184548"/>
                  </a:lnTo>
                  <a:lnTo>
                    <a:pt x="9430994" y="216268"/>
                  </a:lnTo>
                  <a:lnTo>
                    <a:pt x="9364118" y="251335"/>
                  </a:lnTo>
                  <a:lnTo>
                    <a:pt x="9302779" y="290187"/>
                  </a:lnTo>
                  <a:lnTo>
                    <a:pt x="9246244" y="333310"/>
                  </a:lnTo>
                  <a:lnTo>
                    <a:pt x="9193736" y="381205"/>
                  </a:lnTo>
                  <a:lnTo>
                    <a:pt x="9144487" y="434325"/>
                  </a:lnTo>
                  <a:lnTo>
                    <a:pt x="9097777" y="492972"/>
                  </a:lnTo>
                  <a:lnTo>
                    <a:pt x="9084767" y="510812"/>
                  </a:lnTo>
                  <a:lnTo>
                    <a:pt x="9048259" y="564429"/>
                  </a:lnTo>
                  <a:lnTo>
                    <a:pt x="9012652" y="621868"/>
                  </a:lnTo>
                  <a:lnTo>
                    <a:pt x="8977707" y="683207"/>
                  </a:lnTo>
                  <a:lnTo>
                    <a:pt x="8943230" y="748466"/>
                  </a:lnTo>
                  <a:lnTo>
                    <a:pt x="8909067" y="817599"/>
                  </a:lnTo>
                  <a:lnTo>
                    <a:pt x="8875096" y="890492"/>
                  </a:lnTo>
                  <a:lnTo>
                    <a:pt x="8841222" y="966952"/>
                  </a:lnTo>
                  <a:lnTo>
                    <a:pt x="8807379" y="1046715"/>
                  </a:lnTo>
                  <a:lnTo>
                    <a:pt x="8773521" y="1129437"/>
                  </a:lnTo>
                  <a:lnTo>
                    <a:pt x="8739622" y="1214704"/>
                  </a:lnTo>
                  <a:lnTo>
                    <a:pt x="8705674" y="1302036"/>
                  </a:lnTo>
                  <a:lnTo>
                    <a:pt x="8671680" y="1390898"/>
                  </a:lnTo>
                  <a:lnTo>
                    <a:pt x="8637653" y="1480715"/>
                  </a:lnTo>
                  <a:lnTo>
                    <a:pt x="8603614" y="1570883"/>
                  </a:lnTo>
                  <a:lnTo>
                    <a:pt x="8569584" y="1660790"/>
                  </a:lnTo>
                  <a:lnTo>
                    <a:pt x="8535584" y="1749830"/>
                  </a:lnTo>
                  <a:lnTo>
                    <a:pt x="8501629" y="1837422"/>
                  </a:lnTo>
                  <a:lnTo>
                    <a:pt x="8467723" y="1923025"/>
                  </a:lnTo>
                  <a:lnTo>
                    <a:pt x="8433860" y="2006149"/>
                  </a:lnTo>
                  <a:lnTo>
                    <a:pt x="8400017" y="2086371"/>
                  </a:lnTo>
                  <a:lnTo>
                    <a:pt x="8366152" y="2163337"/>
                  </a:lnTo>
                  <a:lnTo>
                    <a:pt x="8332200" y="2236769"/>
                  </a:lnTo>
                  <a:lnTo>
                    <a:pt x="8298072" y="2306465"/>
                  </a:lnTo>
                  <a:lnTo>
                    <a:pt x="8263650" y="2372299"/>
                  </a:lnTo>
                  <a:lnTo>
                    <a:pt x="8228785" y="2434216"/>
                  </a:lnTo>
                  <a:lnTo>
                    <a:pt x="8193289" y="2492226"/>
                  </a:lnTo>
                  <a:lnTo>
                    <a:pt x="8156932" y="2546399"/>
                  </a:lnTo>
                  <a:lnTo>
                    <a:pt x="8151487" y="2554061"/>
                  </a:lnTo>
                  <a:lnTo>
                    <a:pt x="8105386" y="2614311"/>
                  </a:lnTo>
                  <a:lnTo>
                    <a:pt x="8056934" y="2668994"/>
                  </a:lnTo>
                  <a:lnTo>
                    <a:pt x="8005438" y="2718344"/>
                  </a:lnTo>
                  <a:lnTo>
                    <a:pt x="7950137" y="2762784"/>
                  </a:lnTo>
                  <a:lnTo>
                    <a:pt x="7890253" y="2802809"/>
                  </a:lnTo>
                  <a:lnTo>
                    <a:pt x="7825033" y="2838914"/>
                  </a:lnTo>
                  <a:lnTo>
                    <a:pt x="7753821" y="2871553"/>
                  </a:lnTo>
                  <a:lnTo>
                    <a:pt x="7676137" y="2901111"/>
                  </a:lnTo>
                  <a:lnTo>
                    <a:pt x="7591800" y="2927895"/>
                  </a:lnTo>
                  <a:lnTo>
                    <a:pt x="7501067" y="2952125"/>
                  </a:lnTo>
                  <a:lnTo>
                    <a:pt x="7404805" y="2973932"/>
                  </a:lnTo>
                  <a:lnTo>
                    <a:pt x="7304638" y="2993366"/>
                  </a:lnTo>
                  <a:lnTo>
                    <a:pt x="7203051" y="3010414"/>
                  </a:lnTo>
                  <a:lnTo>
                    <a:pt x="7103351" y="3025027"/>
                  </a:lnTo>
                  <a:lnTo>
                    <a:pt x="7009441" y="3037155"/>
                  </a:lnTo>
                  <a:lnTo>
                    <a:pt x="6925370" y="3046799"/>
                  </a:lnTo>
                  <a:lnTo>
                    <a:pt x="6854711" y="3054049"/>
                  </a:lnTo>
                  <a:lnTo>
                    <a:pt x="6799896" y="3059109"/>
                  </a:lnTo>
                  <a:lnTo>
                    <a:pt x="6761692" y="3062297"/>
                  </a:lnTo>
                  <a:lnTo>
                    <a:pt x="6738960" y="3064017"/>
                  </a:lnTo>
                  <a:lnTo>
                    <a:pt x="6728717" y="3064724"/>
                  </a:lnTo>
                  <a:lnTo>
                    <a:pt x="6726343" y="3064874"/>
                  </a:lnTo>
                  <a:lnTo>
                    <a:pt x="5254955" y="3064874"/>
                  </a:lnTo>
                  <a:lnTo>
                    <a:pt x="5253852" y="3064952"/>
                  </a:lnTo>
                  <a:lnTo>
                    <a:pt x="5246597" y="3065512"/>
                  </a:lnTo>
                  <a:lnTo>
                    <a:pt x="5228290" y="3067059"/>
                  </a:lnTo>
                  <a:lnTo>
                    <a:pt x="5195516" y="3070104"/>
                  </a:lnTo>
                  <a:lnTo>
                    <a:pt x="5146577" y="3075125"/>
                  </a:lnTo>
                  <a:lnTo>
                    <a:pt x="5081625" y="3082513"/>
                  </a:lnTo>
                  <a:lnTo>
                    <a:pt x="5002528" y="3092541"/>
                  </a:lnTo>
                  <a:lnTo>
                    <a:pt x="4912454" y="3105350"/>
                  </a:lnTo>
                  <a:lnTo>
                    <a:pt x="4815255" y="3120973"/>
                  </a:lnTo>
                  <a:lnTo>
                    <a:pt x="4714846" y="3139369"/>
                  </a:lnTo>
                  <a:lnTo>
                    <a:pt x="4614700" y="3160477"/>
                  </a:lnTo>
                  <a:lnTo>
                    <a:pt x="4517552" y="3184262"/>
                  </a:lnTo>
                  <a:lnTo>
                    <a:pt x="4425304" y="3210750"/>
                  </a:lnTo>
                  <a:lnTo>
                    <a:pt x="4339078" y="3240049"/>
                  </a:lnTo>
                  <a:lnTo>
                    <a:pt x="4259344" y="3272366"/>
                  </a:lnTo>
                  <a:lnTo>
                    <a:pt x="4186086" y="3308003"/>
                  </a:lnTo>
                  <a:lnTo>
                    <a:pt x="4118944" y="3347356"/>
                  </a:lnTo>
                  <a:lnTo>
                    <a:pt x="4057341" y="3390901"/>
                  </a:lnTo>
                  <a:lnTo>
                    <a:pt x="4000577" y="3439177"/>
                  </a:lnTo>
                  <a:lnTo>
                    <a:pt x="3947900" y="3492746"/>
                  </a:lnTo>
                  <a:lnTo>
                    <a:pt x="3898555" y="3552129"/>
                  </a:lnTo>
                  <a:lnTo>
                    <a:pt x="3851831" y="3617710"/>
                  </a:lnTo>
                  <a:lnTo>
                    <a:pt x="3829811" y="3651968"/>
                  </a:lnTo>
                  <a:lnTo>
                    <a:pt x="3795364" y="3709950"/>
                  </a:lnTo>
                  <a:lnTo>
                    <a:pt x="3761731" y="3771832"/>
                  </a:lnTo>
                  <a:lnTo>
                    <a:pt x="3728707" y="3837693"/>
                  </a:lnTo>
                  <a:lnTo>
                    <a:pt x="3696127" y="3907560"/>
                  </a:lnTo>
                  <a:lnTo>
                    <a:pt x="3663855" y="3981403"/>
                  </a:lnTo>
                  <a:lnTo>
                    <a:pt x="3631780" y="4059129"/>
                  </a:lnTo>
                  <a:lnTo>
                    <a:pt x="3599818" y="4140576"/>
                  </a:lnTo>
                  <a:lnTo>
                    <a:pt x="3567904" y="4225517"/>
                  </a:lnTo>
                  <a:lnTo>
                    <a:pt x="3535993" y="4313650"/>
                  </a:lnTo>
                  <a:lnTo>
                    <a:pt x="3504056" y="4404611"/>
                  </a:lnTo>
                  <a:lnTo>
                    <a:pt x="3472077" y="4497970"/>
                  </a:lnTo>
                  <a:lnTo>
                    <a:pt x="3440054" y="4593243"/>
                  </a:lnTo>
                  <a:lnTo>
                    <a:pt x="3407993" y="4689899"/>
                  </a:lnTo>
                  <a:lnTo>
                    <a:pt x="3375907" y="4787374"/>
                  </a:lnTo>
                  <a:lnTo>
                    <a:pt x="3343815" y="4885083"/>
                  </a:lnTo>
                  <a:lnTo>
                    <a:pt x="3311733" y="4982437"/>
                  </a:lnTo>
                  <a:lnTo>
                    <a:pt x="3279679" y="5078852"/>
                  </a:lnTo>
                  <a:lnTo>
                    <a:pt x="3247665" y="5173772"/>
                  </a:lnTo>
                  <a:lnTo>
                    <a:pt x="3215695" y="5266675"/>
                  </a:lnTo>
                  <a:lnTo>
                    <a:pt x="3183765" y="5357085"/>
                  </a:lnTo>
                  <a:lnTo>
                    <a:pt x="3151856" y="5444588"/>
                  </a:lnTo>
                  <a:lnTo>
                    <a:pt x="3119937" y="5528830"/>
                  </a:lnTo>
                  <a:lnTo>
                    <a:pt x="3087957" y="5609526"/>
                  </a:lnTo>
                  <a:lnTo>
                    <a:pt x="3055849" y="5686461"/>
                  </a:lnTo>
                  <a:lnTo>
                    <a:pt x="3023523" y="5759490"/>
                  </a:lnTo>
                  <a:lnTo>
                    <a:pt x="2990864" y="5828531"/>
                  </a:lnTo>
                  <a:lnTo>
                    <a:pt x="2957729" y="5893567"/>
                  </a:lnTo>
                  <a:lnTo>
                    <a:pt x="2923946" y="5954637"/>
                  </a:lnTo>
                  <a:lnTo>
                    <a:pt x="2896531" y="6000342"/>
                  </a:lnTo>
                  <a:lnTo>
                    <a:pt x="2850851" y="6068999"/>
                  </a:lnTo>
                  <a:lnTo>
                    <a:pt x="2802868" y="6131370"/>
                  </a:lnTo>
                  <a:lnTo>
                    <a:pt x="2751908" y="6187714"/>
                  </a:lnTo>
                  <a:lnTo>
                    <a:pt x="2697232" y="6238500"/>
                  </a:lnTo>
                  <a:lnTo>
                    <a:pt x="2638080" y="6284282"/>
                  </a:lnTo>
                  <a:lnTo>
                    <a:pt x="2573719" y="6325615"/>
                  </a:lnTo>
                  <a:lnTo>
                    <a:pt x="2503504" y="6363008"/>
                  </a:lnTo>
                  <a:lnTo>
                    <a:pt x="2426954" y="6396900"/>
                  </a:lnTo>
                  <a:lnTo>
                    <a:pt x="2343868" y="6427639"/>
                  </a:lnTo>
                  <a:lnTo>
                    <a:pt x="2254459" y="6455478"/>
                  </a:lnTo>
                  <a:lnTo>
                    <a:pt x="2159513" y="6480572"/>
                  </a:lnTo>
                  <a:lnTo>
                    <a:pt x="2060538" y="6502986"/>
                  </a:lnTo>
                  <a:lnTo>
                    <a:pt x="1959865" y="6522711"/>
                  </a:lnTo>
                  <a:lnTo>
                    <a:pt x="1860630" y="6539694"/>
                  </a:lnTo>
                  <a:lnTo>
                    <a:pt x="1766583" y="6553876"/>
                  </a:lnTo>
                  <a:lnTo>
                    <a:pt x="1681682" y="6565250"/>
                  </a:lnTo>
                  <a:lnTo>
                    <a:pt x="1609508" y="6573899"/>
                  </a:lnTo>
                  <a:lnTo>
                    <a:pt x="1552631" y="6580031"/>
                  </a:lnTo>
                  <a:lnTo>
                    <a:pt x="1512074" y="6583985"/>
                  </a:lnTo>
                  <a:lnTo>
                    <a:pt x="1487040" y="6586199"/>
                  </a:lnTo>
                  <a:lnTo>
                    <a:pt x="1474923" y="6587176"/>
                  </a:lnTo>
                  <a:lnTo>
                    <a:pt x="1471518" y="6587427"/>
                  </a:lnTo>
                  <a:lnTo>
                    <a:pt x="1471387" y="6587436"/>
                  </a:lnTo>
                  <a:lnTo>
                    <a:pt x="0" y="6587436"/>
                  </a:lnTo>
                  <a:close/>
                </a:path>
              </a:pathLst>
            </a:custGeom>
            <a:solidFill>
              <a:srgbClr val="8BC34A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515" name="pl1515"/>
            <p:cNvSpPr/>
            <p:nvPr/>
          </p:nvSpPr>
          <p:spPr>
            <a:xfrm>
              <a:off x="4799595" y="2822098"/>
              <a:ext cx="11981298" cy="6587436"/>
            </a:xfrm>
            <a:custGeom>
              <a:avLst/>
              <a:pathLst>
                <a:path w="11981298" h="6587436">
                  <a:moveTo>
                    <a:pt x="0" y="6587436"/>
                  </a:moveTo>
                  <a:lnTo>
                    <a:pt x="1471387" y="6587436"/>
                  </a:lnTo>
                  <a:lnTo>
                    <a:pt x="1472490" y="6587358"/>
                  </a:lnTo>
                  <a:lnTo>
                    <a:pt x="1479745" y="6586798"/>
                  </a:lnTo>
                  <a:lnTo>
                    <a:pt x="1498052" y="6585251"/>
                  </a:lnTo>
                  <a:lnTo>
                    <a:pt x="1530826" y="6582206"/>
                  </a:lnTo>
                  <a:lnTo>
                    <a:pt x="1579765" y="6577185"/>
                  </a:lnTo>
                  <a:lnTo>
                    <a:pt x="1644717" y="6569797"/>
                  </a:lnTo>
                  <a:lnTo>
                    <a:pt x="1723814" y="6559769"/>
                  </a:lnTo>
                  <a:lnTo>
                    <a:pt x="1813888" y="6546960"/>
                  </a:lnTo>
                  <a:lnTo>
                    <a:pt x="1911087" y="6531337"/>
                  </a:lnTo>
                  <a:lnTo>
                    <a:pt x="2011496" y="6512941"/>
                  </a:lnTo>
                  <a:lnTo>
                    <a:pt x="2111642" y="6491833"/>
                  </a:lnTo>
                  <a:lnTo>
                    <a:pt x="2208790" y="6468048"/>
                  </a:lnTo>
                  <a:lnTo>
                    <a:pt x="2301038" y="6441560"/>
                  </a:lnTo>
                  <a:lnTo>
                    <a:pt x="2387264" y="6412261"/>
                  </a:lnTo>
                  <a:lnTo>
                    <a:pt x="2466998" y="6379944"/>
                  </a:lnTo>
                  <a:lnTo>
                    <a:pt x="2540256" y="6344307"/>
                  </a:lnTo>
                  <a:lnTo>
                    <a:pt x="2607398" y="6304955"/>
                  </a:lnTo>
                  <a:lnTo>
                    <a:pt x="2669001" y="6261409"/>
                  </a:lnTo>
                  <a:lnTo>
                    <a:pt x="2725765" y="6213133"/>
                  </a:lnTo>
                  <a:lnTo>
                    <a:pt x="2778442" y="6159564"/>
                  </a:lnTo>
                  <a:lnTo>
                    <a:pt x="2827787" y="6100181"/>
                  </a:lnTo>
                  <a:lnTo>
                    <a:pt x="2874512" y="6034600"/>
                  </a:lnTo>
                  <a:lnTo>
                    <a:pt x="2896531" y="6000342"/>
                  </a:lnTo>
                  <a:lnTo>
                    <a:pt x="2930978" y="5942360"/>
                  </a:lnTo>
                  <a:lnTo>
                    <a:pt x="2964611" y="5880478"/>
                  </a:lnTo>
                  <a:lnTo>
                    <a:pt x="2997635" y="5814617"/>
                  </a:lnTo>
                  <a:lnTo>
                    <a:pt x="3030215" y="5744750"/>
                  </a:lnTo>
                  <a:lnTo>
                    <a:pt x="3062488" y="5670907"/>
                  </a:lnTo>
                  <a:lnTo>
                    <a:pt x="3094562" y="5593181"/>
                  </a:lnTo>
                  <a:lnTo>
                    <a:pt x="3126524" y="5511734"/>
                  </a:lnTo>
                  <a:lnTo>
                    <a:pt x="3158438" y="5426793"/>
                  </a:lnTo>
                  <a:lnTo>
                    <a:pt x="3190349" y="5338660"/>
                  </a:lnTo>
                  <a:lnTo>
                    <a:pt x="3222286" y="5247699"/>
                  </a:lnTo>
                  <a:lnTo>
                    <a:pt x="3254265" y="5154340"/>
                  </a:lnTo>
                  <a:lnTo>
                    <a:pt x="3286288" y="5059067"/>
                  </a:lnTo>
                  <a:lnTo>
                    <a:pt x="3318349" y="4962411"/>
                  </a:lnTo>
                  <a:lnTo>
                    <a:pt x="3350435" y="4864936"/>
                  </a:lnTo>
                  <a:lnTo>
                    <a:pt x="3382527" y="4767227"/>
                  </a:lnTo>
                  <a:lnTo>
                    <a:pt x="3414609" y="4669873"/>
                  </a:lnTo>
                  <a:lnTo>
                    <a:pt x="3446663" y="4573458"/>
                  </a:lnTo>
                  <a:lnTo>
                    <a:pt x="3478677" y="4478538"/>
                  </a:lnTo>
                  <a:lnTo>
                    <a:pt x="3510647" y="4385635"/>
                  </a:lnTo>
                  <a:lnTo>
                    <a:pt x="3542577" y="4295225"/>
                  </a:lnTo>
                  <a:lnTo>
                    <a:pt x="3574486" y="4207722"/>
                  </a:lnTo>
                  <a:lnTo>
                    <a:pt x="3606405" y="4123480"/>
                  </a:lnTo>
                  <a:lnTo>
                    <a:pt x="3638385" y="4042784"/>
                  </a:lnTo>
                  <a:lnTo>
                    <a:pt x="3670493" y="3965849"/>
                  </a:lnTo>
                  <a:lnTo>
                    <a:pt x="3702819" y="3892820"/>
                  </a:lnTo>
                  <a:lnTo>
                    <a:pt x="3735479" y="3823779"/>
                  </a:lnTo>
                  <a:lnTo>
                    <a:pt x="3768613" y="3758743"/>
                  </a:lnTo>
                  <a:lnTo>
                    <a:pt x="3802396" y="3697673"/>
                  </a:lnTo>
                  <a:lnTo>
                    <a:pt x="3829811" y="3651968"/>
                  </a:lnTo>
                  <a:lnTo>
                    <a:pt x="3875491" y="3583311"/>
                  </a:lnTo>
                  <a:lnTo>
                    <a:pt x="3923474" y="3520940"/>
                  </a:lnTo>
                  <a:lnTo>
                    <a:pt x="3974434" y="3464596"/>
                  </a:lnTo>
                  <a:lnTo>
                    <a:pt x="4029110" y="3413810"/>
                  </a:lnTo>
                  <a:lnTo>
                    <a:pt x="4088262" y="3368028"/>
                  </a:lnTo>
                  <a:lnTo>
                    <a:pt x="4152623" y="3326695"/>
                  </a:lnTo>
                  <a:lnTo>
                    <a:pt x="4222838" y="3289302"/>
                  </a:lnTo>
                  <a:lnTo>
                    <a:pt x="4299389" y="3255410"/>
                  </a:lnTo>
                  <a:lnTo>
                    <a:pt x="4382475" y="3224671"/>
                  </a:lnTo>
                  <a:lnTo>
                    <a:pt x="4471883" y="3196832"/>
                  </a:lnTo>
                  <a:lnTo>
                    <a:pt x="4566829" y="3171738"/>
                  </a:lnTo>
                  <a:lnTo>
                    <a:pt x="4665804" y="3149324"/>
                  </a:lnTo>
                  <a:lnTo>
                    <a:pt x="4766477" y="3129599"/>
                  </a:lnTo>
                  <a:lnTo>
                    <a:pt x="4865712" y="3112616"/>
                  </a:lnTo>
                  <a:lnTo>
                    <a:pt x="4959759" y="3098434"/>
                  </a:lnTo>
                  <a:lnTo>
                    <a:pt x="5044660" y="3087060"/>
                  </a:lnTo>
                  <a:lnTo>
                    <a:pt x="5116834" y="3078411"/>
                  </a:lnTo>
                  <a:lnTo>
                    <a:pt x="5173712" y="3072279"/>
                  </a:lnTo>
                  <a:lnTo>
                    <a:pt x="5214268" y="3068325"/>
                  </a:lnTo>
                  <a:lnTo>
                    <a:pt x="5239302" y="3066111"/>
                  </a:lnTo>
                  <a:lnTo>
                    <a:pt x="5251420" y="3065134"/>
                  </a:lnTo>
                  <a:lnTo>
                    <a:pt x="5254824" y="3064883"/>
                  </a:lnTo>
                  <a:lnTo>
                    <a:pt x="5254955" y="3064874"/>
                  </a:lnTo>
                  <a:lnTo>
                    <a:pt x="6726343" y="3064874"/>
                  </a:lnTo>
                  <a:lnTo>
                    <a:pt x="6727475" y="3064804"/>
                  </a:lnTo>
                  <a:lnTo>
                    <a:pt x="6734920" y="3064303"/>
                  </a:lnTo>
                  <a:lnTo>
                    <a:pt x="6753692" y="3062920"/>
                  </a:lnTo>
                  <a:lnTo>
                    <a:pt x="6787261" y="3060198"/>
                  </a:lnTo>
                  <a:lnTo>
                    <a:pt x="6837311" y="3055711"/>
                  </a:lnTo>
                  <a:lnTo>
                    <a:pt x="6903612" y="3049115"/>
                  </a:lnTo>
                  <a:lnTo>
                    <a:pt x="6984166" y="3040171"/>
                  </a:lnTo>
                  <a:lnTo>
                    <a:pt x="7075662" y="3028758"/>
                  </a:lnTo>
                  <a:lnTo>
                    <a:pt x="7174118" y="3014854"/>
                  </a:lnTo>
                  <a:lnTo>
                    <a:pt x="7275534" y="2998498"/>
                  </a:lnTo>
                  <a:lnTo>
                    <a:pt x="7376400" y="2979744"/>
                  </a:lnTo>
                  <a:lnTo>
                    <a:pt x="7473985" y="2958620"/>
                  </a:lnTo>
                  <a:lnTo>
                    <a:pt x="7566422" y="2935094"/>
                  </a:lnTo>
                  <a:lnTo>
                    <a:pt x="7652642" y="2909061"/>
                  </a:lnTo>
                  <a:lnTo>
                    <a:pt x="7732230" y="2880325"/>
                  </a:lnTo>
                  <a:lnTo>
                    <a:pt x="7805259" y="2848606"/>
                  </a:lnTo>
                  <a:lnTo>
                    <a:pt x="7872135" y="2813538"/>
                  </a:lnTo>
                  <a:lnTo>
                    <a:pt x="7933475" y="2774686"/>
                  </a:lnTo>
                  <a:lnTo>
                    <a:pt x="7990010" y="2731563"/>
                  </a:lnTo>
                  <a:lnTo>
                    <a:pt x="8042517" y="2683668"/>
                  </a:lnTo>
                  <a:lnTo>
                    <a:pt x="8091767" y="2630549"/>
                  </a:lnTo>
                  <a:lnTo>
                    <a:pt x="8138476" y="2571902"/>
                  </a:lnTo>
                  <a:lnTo>
                    <a:pt x="8151487" y="2554061"/>
                  </a:lnTo>
                  <a:lnTo>
                    <a:pt x="8187994" y="2500445"/>
                  </a:lnTo>
                  <a:lnTo>
                    <a:pt x="8223601" y="2443006"/>
                  </a:lnTo>
                  <a:lnTo>
                    <a:pt x="8258546" y="2381667"/>
                  </a:lnTo>
                  <a:lnTo>
                    <a:pt x="8293023" y="2316408"/>
                  </a:lnTo>
                  <a:lnTo>
                    <a:pt x="8327186" y="2247274"/>
                  </a:lnTo>
                  <a:lnTo>
                    <a:pt x="8361157" y="2174382"/>
                  </a:lnTo>
                  <a:lnTo>
                    <a:pt x="8395031" y="2097921"/>
                  </a:lnTo>
                  <a:lnTo>
                    <a:pt x="8428874" y="2018158"/>
                  </a:lnTo>
                  <a:lnTo>
                    <a:pt x="8462732" y="1935436"/>
                  </a:lnTo>
                  <a:lnTo>
                    <a:pt x="8496631" y="1850170"/>
                  </a:lnTo>
                  <a:lnTo>
                    <a:pt x="8530579" y="1762838"/>
                  </a:lnTo>
                  <a:lnTo>
                    <a:pt x="8564574" y="1673975"/>
                  </a:lnTo>
                  <a:lnTo>
                    <a:pt x="8598600" y="1584158"/>
                  </a:lnTo>
                  <a:lnTo>
                    <a:pt x="8632639" y="1493990"/>
                  </a:lnTo>
                  <a:lnTo>
                    <a:pt x="8666669" y="1404083"/>
                  </a:lnTo>
                  <a:lnTo>
                    <a:pt x="8700669" y="1315043"/>
                  </a:lnTo>
                  <a:lnTo>
                    <a:pt x="8734625" y="1227451"/>
                  </a:lnTo>
                  <a:lnTo>
                    <a:pt x="8768530" y="1141849"/>
                  </a:lnTo>
                  <a:lnTo>
                    <a:pt x="8802393" y="1058724"/>
                  </a:lnTo>
                  <a:lnTo>
                    <a:pt x="8836236" y="978502"/>
                  </a:lnTo>
                  <a:lnTo>
                    <a:pt x="8870102" y="901536"/>
                  </a:lnTo>
                  <a:lnTo>
                    <a:pt x="8904054" y="828104"/>
                  </a:lnTo>
                  <a:lnTo>
                    <a:pt x="8938181" y="758408"/>
                  </a:lnTo>
                  <a:lnTo>
                    <a:pt x="8972603" y="692574"/>
                  </a:lnTo>
                  <a:lnTo>
                    <a:pt x="9007468" y="630657"/>
                  </a:lnTo>
                  <a:lnTo>
                    <a:pt x="9042964" y="572647"/>
                  </a:lnTo>
                  <a:lnTo>
                    <a:pt x="9079322" y="518474"/>
                  </a:lnTo>
                  <a:lnTo>
                    <a:pt x="9084767" y="510812"/>
                  </a:lnTo>
                  <a:lnTo>
                    <a:pt x="9130868" y="450563"/>
                  </a:lnTo>
                  <a:lnTo>
                    <a:pt x="9179319" y="395880"/>
                  </a:lnTo>
                  <a:lnTo>
                    <a:pt x="9230816" y="346529"/>
                  </a:lnTo>
                  <a:lnTo>
                    <a:pt x="9286116" y="302089"/>
                  </a:lnTo>
                  <a:lnTo>
                    <a:pt x="9346001" y="262064"/>
                  </a:lnTo>
                  <a:lnTo>
                    <a:pt x="9411220" y="225959"/>
                  </a:lnTo>
                  <a:lnTo>
                    <a:pt x="9482432" y="193321"/>
                  </a:lnTo>
                  <a:lnTo>
                    <a:pt x="9560116" y="163762"/>
                  </a:lnTo>
                  <a:lnTo>
                    <a:pt x="9644453" y="136978"/>
                  </a:lnTo>
                  <a:lnTo>
                    <a:pt x="9735186" y="112748"/>
                  </a:lnTo>
                  <a:lnTo>
                    <a:pt x="9831449" y="90942"/>
                  </a:lnTo>
                  <a:lnTo>
                    <a:pt x="9931615" y="71507"/>
                  </a:lnTo>
                  <a:lnTo>
                    <a:pt x="10033202" y="54459"/>
                  </a:lnTo>
                  <a:lnTo>
                    <a:pt x="10132902" y="39847"/>
                  </a:lnTo>
                  <a:lnTo>
                    <a:pt x="10226812" y="27719"/>
                  </a:lnTo>
                  <a:lnTo>
                    <a:pt x="10310883" y="18074"/>
                  </a:lnTo>
                  <a:lnTo>
                    <a:pt x="10381542" y="10824"/>
                  </a:lnTo>
                  <a:lnTo>
                    <a:pt x="10436357" y="5764"/>
                  </a:lnTo>
                  <a:lnTo>
                    <a:pt x="10474562" y="2577"/>
                  </a:lnTo>
                  <a:lnTo>
                    <a:pt x="10497294" y="856"/>
                  </a:lnTo>
                  <a:lnTo>
                    <a:pt x="10507536" y="150"/>
                  </a:lnTo>
                  <a:lnTo>
                    <a:pt x="10509883" y="1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16" name="pl1516"/>
            <p:cNvSpPr/>
            <p:nvPr/>
          </p:nvSpPr>
          <p:spPr>
            <a:xfrm>
              <a:off x="4799595" y="2813925"/>
              <a:ext cx="11981298" cy="6587436"/>
            </a:xfrm>
            <a:custGeom>
              <a:avLst/>
              <a:pathLst>
                <a:path w="11981298" h="6587436">
                  <a:moveTo>
                    <a:pt x="11981298" y="0"/>
                  </a:moveTo>
                  <a:lnTo>
                    <a:pt x="10509911" y="0"/>
                  </a:lnTo>
                  <a:lnTo>
                    <a:pt x="10508778" y="70"/>
                  </a:lnTo>
                  <a:lnTo>
                    <a:pt x="10501333" y="570"/>
                  </a:lnTo>
                  <a:lnTo>
                    <a:pt x="10482561" y="1953"/>
                  </a:lnTo>
                  <a:lnTo>
                    <a:pt x="10448993" y="4676"/>
                  </a:lnTo>
                  <a:lnTo>
                    <a:pt x="10398942" y="9162"/>
                  </a:lnTo>
                  <a:lnTo>
                    <a:pt x="10332641" y="15758"/>
                  </a:lnTo>
                  <a:lnTo>
                    <a:pt x="10252088" y="24702"/>
                  </a:lnTo>
                  <a:lnTo>
                    <a:pt x="10160592" y="36115"/>
                  </a:lnTo>
                  <a:lnTo>
                    <a:pt x="10062135" y="50019"/>
                  </a:lnTo>
                  <a:lnTo>
                    <a:pt x="9960719" y="66375"/>
                  </a:lnTo>
                  <a:lnTo>
                    <a:pt x="9859853" y="85129"/>
                  </a:lnTo>
                  <a:lnTo>
                    <a:pt x="9762269" y="106254"/>
                  </a:lnTo>
                  <a:lnTo>
                    <a:pt x="9669832" y="129779"/>
                  </a:lnTo>
                  <a:lnTo>
                    <a:pt x="9583611" y="155813"/>
                  </a:lnTo>
                  <a:lnTo>
                    <a:pt x="9504023" y="184548"/>
                  </a:lnTo>
                  <a:lnTo>
                    <a:pt x="9430994" y="216268"/>
                  </a:lnTo>
                  <a:lnTo>
                    <a:pt x="9364118" y="251335"/>
                  </a:lnTo>
                  <a:lnTo>
                    <a:pt x="9302779" y="290187"/>
                  </a:lnTo>
                  <a:lnTo>
                    <a:pt x="9246244" y="333310"/>
                  </a:lnTo>
                  <a:lnTo>
                    <a:pt x="9193736" y="381205"/>
                  </a:lnTo>
                  <a:lnTo>
                    <a:pt x="9144487" y="434325"/>
                  </a:lnTo>
                  <a:lnTo>
                    <a:pt x="9097777" y="492972"/>
                  </a:lnTo>
                  <a:lnTo>
                    <a:pt x="9084767" y="510812"/>
                  </a:lnTo>
                  <a:lnTo>
                    <a:pt x="9048259" y="564429"/>
                  </a:lnTo>
                  <a:lnTo>
                    <a:pt x="9012652" y="621868"/>
                  </a:lnTo>
                  <a:lnTo>
                    <a:pt x="8977707" y="683207"/>
                  </a:lnTo>
                  <a:lnTo>
                    <a:pt x="8943230" y="748466"/>
                  </a:lnTo>
                  <a:lnTo>
                    <a:pt x="8909067" y="817599"/>
                  </a:lnTo>
                  <a:lnTo>
                    <a:pt x="8875096" y="890492"/>
                  </a:lnTo>
                  <a:lnTo>
                    <a:pt x="8841222" y="966952"/>
                  </a:lnTo>
                  <a:lnTo>
                    <a:pt x="8807379" y="1046715"/>
                  </a:lnTo>
                  <a:lnTo>
                    <a:pt x="8773521" y="1129437"/>
                  </a:lnTo>
                  <a:lnTo>
                    <a:pt x="8739622" y="1214704"/>
                  </a:lnTo>
                  <a:lnTo>
                    <a:pt x="8705674" y="1302036"/>
                  </a:lnTo>
                  <a:lnTo>
                    <a:pt x="8671680" y="1390898"/>
                  </a:lnTo>
                  <a:lnTo>
                    <a:pt x="8637653" y="1480715"/>
                  </a:lnTo>
                  <a:lnTo>
                    <a:pt x="8603614" y="1570883"/>
                  </a:lnTo>
                  <a:lnTo>
                    <a:pt x="8569584" y="1660790"/>
                  </a:lnTo>
                  <a:lnTo>
                    <a:pt x="8535584" y="1749830"/>
                  </a:lnTo>
                  <a:lnTo>
                    <a:pt x="8501629" y="1837422"/>
                  </a:lnTo>
                  <a:lnTo>
                    <a:pt x="8467723" y="1923025"/>
                  </a:lnTo>
                  <a:lnTo>
                    <a:pt x="8433860" y="2006149"/>
                  </a:lnTo>
                  <a:lnTo>
                    <a:pt x="8400017" y="2086371"/>
                  </a:lnTo>
                  <a:lnTo>
                    <a:pt x="8366152" y="2163337"/>
                  </a:lnTo>
                  <a:lnTo>
                    <a:pt x="8332200" y="2236769"/>
                  </a:lnTo>
                  <a:lnTo>
                    <a:pt x="8298072" y="2306465"/>
                  </a:lnTo>
                  <a:lnTo>
                    <a:pt x="8263650" y="2372299"/>
                  </a:lnTo>
                  <a:lnTo>
                    <a:pt x="8228785" y="2434216"/>
                  </a:lnTo>
                  <a:lnTo>
                    <a:pt x="8193289" y="2492226"/>
                  </a:lnTo>
                  <a:lnTo>
                    <a:pt x="8156932" y="2546399"/>
                  </a:lnTo>
                  <a:lnTo>
                    <a:pt x="8151487" y="2554061"/>
                  </a:lnTo>
                  <a:lnTo>
                    <a:pt x="8105386" y="2614311"/>
                  </a:lnTo>
                  <a:lnTo>
                    <a:pt x="8056934" y="2668994"/>
                  </a:lnTo>
                  <a:lnTo>
                    <a:pt x="8005438" y="2718344"/>
                  </a:lnTo>
                  <a:lnTo>
                    <a:pt x="7950137" y="2762784"/>
                  </a:lnTo>
                  <a:lnTo>
                    <a:pt x="7890253" y="2802809"/>
                  </a:lnTo>
                  <a:lnTo>
                    <a:pt x="7825033" y="2838914"/>
                  </a:lnTo>
                  <a:lnTo>
                    <a:pt x="7753821" y="2871553"/>
                  </a:lnTo>
                  <a:lnTo>
                    <a:pt x="7676137" y="2901111"/>
                  </a:lnTo>
                  <a:lnTo>
                    <a:pt x="7591800" y="2927895"/>
                  </a:lnTo>
                  <a:lnTo>
                    <a:pt x="7501067" y="2952125"/>
                  </a:lnTo>
                  <a:lnTo>
                    <a:pt x="7404805" y="2973932"/>
                  </a:lnTo>
                  <a:lnTo>
                    <a:pt x="7304638" y="2993366"/>
                  </a:lnTo>
                  <a:lnTo>
                    <a:pt x="7203051" y="3010414"/>
                  </a:lnTo>
                  <a:lnTo>
                    <a:pt x="7103351" y="3025027"/>
                  </a:lnTo>
                  <a:lnTo>
                    <a:pt x="7009441" y="3037155"/>
                  </a:lnTo>
                  <a:lnTo>
                    <a:pt x="6925370" y="3046799"/>
                  </a:lnTo>
                  <a:lnTo>
                    <a:pt x="6854711" y="3054049"/>
                  </a:lnTo>
                  <a:lnTo>
                    <a:pt x="6799896" y="3059109"/>
                  </a:lnTo>
                  <a:lnTo>
                    <a:pt x="6761692" y="3062297"/>
                  </a:lnTo>
                  <a:lnTo>
                    <a:pt x="6738960" y="3064017"/>
                  </a:lnTo>
                  <a:lnTo>
                    <a:pt x="6728717" y="3064724"/>
                  </a:lnTo>
                  <a:lnTo>
                    <a:pt x="6726370" y="3064872"/>
                  </a:lnTo>
                  <a:lnTo>
                    <a:pt x="6726343" y="3064874"/>
                  </a:lnTo>
                  <a:lnTo>
                    <a:pt x="5254955" y="3064874"/>
                  </a:lnTo>
                  <a:lnTo>
                    <a:pt x="5253852" y="3064952"/>
                  </a:lnTo>
                  <a:lnTo>
                    <a:pt x="5246597" y="3065512"/>
                  </a:lnTo>
                  <a:lnTo>
                    <a:pt x="5228290" y="3067059"/>
                  </a:lnTo>
                  <a:lnTo>
                    <a:pt x="5195516" y="3070104"/>
                  </a:lnTo>
                  <a:lnTo>
                    <a:pt x="5146577" y="3075125"/>
                  </a:lnTo>
                  <a:lnTo>
                    <a:pt x="5081625" y="3082513"/>
                  </a:lnTo>
                  <a:lnTo>
                    <a:pt x="5002528" y="3092541"/>
                  </a:lnTo>
                  <a:lnTo>
                    <a:pt x="4912454" y="3105350"/>
                  </a:lnTo>
                  <a:lnTo>
                    <a:pt x="4815255" y="3120973"/>
                  </a:lnTo>
                  <a:lnTo>
                    <a:pt x="4714846" y="3139369"/>
                  </a:lnTo>
                  <a:lnTo>
                    <a:pt x="4614700" y="3160477"/>
                  </a:lnTo>
                  <a:lnTo>
                    <a:pt x="4517552" y="3184262"/>
                  </a:lnTo>
                  <a:lnTo>
                    <a:pt x="4425304" y="3210750"/>
                  </a:lnTo>
                  <a:lnTo>
                    <a:pt x="4339078" y="3240049"/>
                  </a:lnTo>
                  <a:lnTo>
                    <a:pt x="4259344" y="3272366"/>
                  </a:lnTo>
                  <a:lnTo>
                    <a:pt x="4186086" y="3308003"/>
                  </a:lnTo>
                  <a:lnTo>
                    <a:pt x="4118944" y="3347356"/>
                  </a:lnTo>
                  <a:lnTo>
                    <a:pt x="4057341" y="3390901"/>
                  </a:lnTo>
                  <a:lnTo>
                    <a:pt x="4000577" y="3439177"/>
                  </a:lnTo>
                  <a:lnTo>
                    <a:pt x="3947900" y="3492746"/>
                  </a:lnTo>
                  <a:lnTo>
                    <a:pt x="3898555" y="3552129"/>
                  </a:lnTo>
                  <a:lnTo>
                    <a:pt x="3851831" y="3617710"/>
                  </a:lnTo>
                  <a:lnTo>
                    <a:pt x="3829811" y="3651968"/>
                  </a:lnTo>
                  <a:lnTo>
                    <a:pt x="3795364" y="3709950"/>
                  </a:lnTo>
                  <a:lnTo>
                    <a:pt x="3761731" y="3771832"/>
                  </a:lnTo>
                  <a:lnTo>
                    <a:pt x="3728707" y="3837693"/>
                  </a:lnTo>
                  <a:lnTo>
                    <a:pt x="3696127" y="3907560"/>
                  </a:lnTo>
                  <a:lnTo>
                    <a:pt x="3663855" y="3981403"/>
                  </a:lnTo>
                  <a:lnTo>
                    <a:pt x="3631780" y="4059129"/>
                  </a:lnTo>
                  <a:lnTo>
                    <a:pt x="3599818" y="4140576"/>
                  </a:lnTo>
                  <a:lnTo>
                    <a:pt x="3567904" y="4225517"/>
                  </a:lnTo>
                  <a:lnTo>
                    <a:pt x="3535993" y="4313650"/>
                  </a:lnTo>
                  <a:lnTo>
                    <a:pt x="3504056" y="4404611"/>
                  </a:lnTo>
                  <a:lnTo>
                    <a:pt x="3472077" y="4497970"/>
                  </a:lnTo>
                  <a:lnTo>
                    <a:pt x="3440054" y="4593243"/>
                  </a:lnTo>
                  <a:lnTo>
                    <a:pt x="3407993" y="4689899"/>
                  </a:lnTo>
                  <a:lnTo>
                    <a:pt x="3375907" y="4787374"/>
                  </a:lnTo>
                  <a:lnTo>
                    <a:pt x="3343815" y="4885083"/>
                  </a:lnTo>
                  <a:lnTo>
                    <a:pt x="3311733" y="4982437"/>
                  </a:lnTo>
                  <a:lnTo>
                    <a:pt x="3279679" y="5078852"/>
                  </a:lnTo>
                  <a:lnTo>
                    <a:pt x="3247665" y="5173772"/>
                  </a:lnTo>
                  <a:lnTo>
                    <a:pt x="3215695" y="5266675"/>
                  </a:lnTo>
                  <a:lnTo>
                    <a:pt x="3183765" y="5357085"/>
                  </a:lnTo>
                  <a:lnTo>
                    <a:pt x="3151856" y="5444588"/>
                  </a:lnTo>
                  <a:lnTo>
                    <a:pt x="3119937" y="5528830"/>
                  </a:lnTo>
                  <a:lnTo>
                    <a:pt x="3087957" y="5609526"/>
                  </a:lnTo>
                  <a:lnTo>
                    <a:pt x="3055849" y="5686461"/>
                  </a:lnTo>
                  <a:lnTo>
                    <a:pt x="3023523" y="5759490"/>
                  </a:lnTo>
                  <a:lnTo>
                    <a:pt x="2990864" y="5828531"/>
                  </a:lnTo>
                  <a:lnTo>
                    <a:pt x="2957729" y="5893567"/>
                  </a:lnTo>
                  <a:lnTo>
                    <a:pt x="2923946" y="5954637"/>
                  </a:lnTo>
                  <a:lnTo>
                    <a:pt x="2896531" y="6000342"/>
                  </a:lnTo>
                  <a:lnTo>
                    <a:pt x="2850851" y="6068999"/>
                  </a:lnTo>
                  <a:lnTo>
                    <a:pt x="2802868" y="6131370"/>
                  </a:lnTo>
                  <a:lnTo>
                    <a:pt x="2751908" y="6187714"/>
                  </a:lnTo>
                  <a:lnTo>
                    <a:pt x="2697232" y="6238500"/>
                  </a:lnTo>
                  <a:lnTo>
                    <a:pt x="2638080" y="6284282"/>
                  </a:lnTo>
                  <a:lnTo>
                    <a:pt x="2573719" y="6325615"/>
                  </a:lnTo>
                  <a:lnTo>
                    <a:pt x="2503504" y="6363008"/>
                  </a:lnTo>
                  <a:lnTo>
                    <a:pt x="2426954" y="6396900"/>
                  </a:lnTo>
                  <a:lnTo>
                    <a:pt x="2343868" y="6427639"/>
                  </a:lnTo>
                  <a:lnTo>
                    <a:pt x="2254459" y="6455478"/>
                  </a:lnTo>
                  <a:lnTo>
                    <a:pt x="2159513" y="6480572"/>
                  </a:lnTo>
                  <a:lnTo>
                    <a:pt x="2060538" y="6502986"/>
                  </a:lnTo>
                  <a:lnTo>
                    <a:pt x="1959865" y="6522711"/>
                  </a:lnTo>
                  <a:lnTo>
                    <a:pt x="1860630" y="6539694"/>
                  </a:lnTo>
                  <a:lnTo>
                    <a:pt x="1766583" y="6553876"/>
                  </a:lnTo>
                  <a:lnTo>
                    <a:pt x="1681682" y="6565250"/>
                  </a:lnTo>
                  <a:lnTo>
                    <a:pt x="1609508" y="6573899"/>
                  </a:lnTo>
                  <a:lnTo>
                    <a:pt x="1552631" y="6580031"/>
                  </a:lnTo>
                  <a:lnTo>
                    <a:pt x="1512074" y="6583985"/>
                  </a:lnTo>
                  <a:lnTo>
                    <a:pt x="1487040" y="6586199"/>
                  </a:lnTo>
                  <a:lnTo>
                    <a:pt x="1474923" y="6587176"/>
                  </a:lnTo>
                  <a:lnTo>
                    <a:pt x="1471518" y="6587427"/>
                  </a:lnTo>
                  <a:lnTo>
                    <a:pt x="1471387" y="6587436"/>
                  </a:lnTo>
                  <a:lnTo>
                    <a:pt x="0" y="658743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17" name="pg1517"/>
            <p:cNvSpPr/>
            <p:nvPr/>
          </p:nvSpPr>
          <p:spPr>
            <a:xfrm>
              <a:off x="4799595" y="6164855"/>
              <a:ext cx="11981298" cy="4797550"/>
            </a:xfrm>
            <a:custGeom>
              <a:avLst/>
              <a:pathLst>
                <a:path w="11981298" h="4797550">
                  <a:moveTo>
                    <a:pt x="0" y="3252853"/>
                  </a:moveTo>
                  <a:lnTo>
                    <a:pt x="1471387" y="3252853"/>
                  </a:lnTo>
                  <a:lnTo>
                    <a:pt x="1472508" y="3252779"/>
                  </a:lnTo>
                  <a:lnTo>
                    <a:pt x="1479881" y="3252255"/>
                  </a:lnTo>
                  <a:lnTo>
                    <a:pt x="1498474" y="3250806"/>
                  </a:lnTo>
                  <a:lnTo>
                    <a:pt x="1531738" y="3247953"/>
                  </a:lnTo>
                  <a:lnTo>
                    <a:pt x="1581364" y="3243252"/>
                  </a:lnTo>
                  <a:lnTo>
                    <a:pt x="1647149" y="3236337"/>
                  </a:lnTo>
                  <a:lnTo>
                    <a:pt x="1727146" y="3226957"/>
                  </a:lnTo>
                  <a:lnTo>
                    <a:pt x="1818100" y="3214983"/>
                  </a:lnTo>
                  <a:lnTo>
                    <a:pt x="1916079" y="3200389"/>
                  </a:lnTo>
                  <a:lnTo>
                    <a:pt x="2017114" y="3183216"/>
                  </a:lnTo>
                  <a:lnTo>
                    <a:pt x="2117708" y="3163519"/>
                  </a:lnTo>
                  <a:lnTo>
                    <a:pt x="2215129" y="3141329"/>
                  </a:lnTo>
                  <a:lnTo>
                    <a:pt x="2307497" y="3116618"/>
                  </a:lnTo>
                  <a:lnTo>
                    <a:pt x="2393722" y="3089277"/>
                  </a:lnTo>
                  <a:lnTo>
                    <a:pt x="2473367" y="3059106"/>
                  </a:lnTo>
                  <a:lnTo>
                    <a:pt x="2546485" y="3025816"/>
                  </a:lnTo>
                  <a:lnTo>
                    <a:pt x="2613462" y="2989028"/>
                  </a:lnTo>
                  <a:lnTo>
                    <a:pt x="2674902" y="2948289"/>
                  </a:lnTo>
                  <a:lnTo>
                    <a:pt x="2731524" y="2903091"/>
                  </a:lnTo>
                  <a:lnTo>
                    <a:pt x="2784094" y="2852910"/>
                  </a:lnTo>
                  <a:lnTo>
                    <a:pt x="2833379" y="2797264"/>
                  </a:lnTo>
                  <a:lnTo>
                    <a:pt x="2880092" y="2735820"/>
                  </a:lnTo>
                  <a:lnTo>
                    <a:pt x="2896531" y="2712073"/>
                  </a:lnTo>
                  <a:lnTo>
                    <a:pt x="2932191" y="2656692"/>
                  </a:lnTo>
                  <a:lnTo>
                    <a:pt x="2966987" y="2597455"/>
                  </a:lnTo>
                  <a:lnTo>
                    <a:pt x="3001142" y="2534284"/>
                  </a:lnTo>
                  <a:lnTo>
                    <a:pt x="3034838" y="2467155"/>
                  </a:lnTo>
                  <a:lnTo>
                    <a:pt x="3068223" y="2396108"/>
                  </a:lnTo>
                  <a:lnTo>
                    <a:pt x="3101414" y="2321248"/>
                  </a:lnTo>
                  <a:lnTo>
                    <a:pt x="3134500" y="2242753"/>
                  </a:lnTo>
                  <a:lnTo>
                    <a:pt x="3167548" y="2160876"/>
                  </a:lnTo>
                  <a:lnTo>
                    <a:pt x="3200604" y="2075941"/>
                  </a:lnTo>
                  <a:lnTo>
                    <a:pt x="3233695" y="1988342"/>
                  </a:lnTo>
                  <a:lnTo>
                    <a:pt x="3266832" y="1898540"/>
                  </a:lnTo>
                  <a:lnTo>
                    <a:pt x="3300016" y="1807047"/>
                  </a:lnTo>
                  <a:lnTo>
                    <a:pt x="3333234" y="1714424"/>
                  </a:lnTo>
                  <a:lnTo>
                    <a:pt x="3366471" y="1621257"/>
                  </a:lnTo>
                  <a:lnTo>
                    <a:pt x="3399705" y="1528151"/>
                  </a:lnTo>
                  <a:lnTo>
                    <a:pt x="3432918" y="1435706"/>
                  </a:lnTo>
                  <a:lnTo>
                    <a:pt x="3466093" y="1344506"/>
                  </a:lnTo>
                  <a:lnTo>
                    <a:pt x="3499221" y="1255101"/>
                  </a:lnTo>
                  <a:lnTo>
                    <a:pt x="3532303" y="1167997"/>
                  </a:lnTo>
                  <a:lnTo>
                    <a:pt x="3565355" y="1083639"/>
                  </a:lnTo>
                  <a:lnTo>
                    <a:pt x="3598406" y="1002410"/>
                  </a:lnTo>
                  <a:lnTo>
                    <a:pt x="3631507" y="924620"/>
                  </a:lnTo>
                  <a:lnTo>
                    <a:pt x="3664728" y="850505"/>
                  </a:lnTo>
                  <a:lnTo>
                    <a:pt x="3698165" y="780229"/>
                  </a:lnTo>
                  <a:lnTo>
                    <a:pt x="3731940" y="713885"/>
                  </a:lnTo>
                  <a:lnTo>
                    <a:pt x="3766206" y="651498"/>
                  </a:lnTo>
                  <a:lnTo>
                    <a:pt x="3801154" y="593035"/>
                  </a:lnTo>
                  <a:lnTo>
                    <a:pt x="3829811" y="548953"/>
                  </a:lnTo>
                  <a:lnTo>
                    <a:pt x="3875751" y="485376"/>
                  </a:lnTo>
                  <a:lnTo>
                    <a:pt x="3924024" y="427653"/>
                  </a:lnTo>
                  <a:lnTo>
                    <a:pt x="3975316" y="375539"/>
                  </a:lnTo>
                  <a:lnTo>
                    <a:pt x="4030378" y="328593"/>
                  </a:lnTo>
                  <a:lnTo>
                    <a:pt x="4089982" y="286297"/>
                  </a:lnTo>
                  <a:lnTo>
                    <a:pt x="4154873" y="248132"/>
                  </a:lnTo>
                  <a:lnTo>
                    <a:pt x="4225704" y="213620"/>
                  </a:lnTo>
                  <a:lnTo>
                    <a:pt x="4302954" y="182356"/>
                  </a:lnTo>
                  <a:lnTo>
                    <a:pt x="4386813" y="154016"/>
                  </a:lnTo>
                  <a:lnTo>
                    <a:pt x="4477040" y="128367"/>
                  </a:lnTo>
                  <a:lnTo>
                    <a:pt x="4572801" y="105270"/>
                  </a:lnTo>
                  <a:lnTo>
                    <a:pt x="4672515" y="84668"/>
                  </a:lnTo>
                  <a:lnTo>
                    <a:pt x="4773758" y="66572"/>
                  </a:lnTo>
                  <a:lnTo>
                    <a:pt x="4873288" y="51036"/>
                  </a:lnTo>
                  <a:lnTo>
                    <a:pt x="4967261" y="38110"/>
                  </a:lnTo>
                  <a:lnTo>
                    <a:pt x="5051660" y="27798"/>
                  </a:lnTo>
                  <a:lnTo>
                    <a:pt x="5122908" y="20011"/>
                  </a:lnTo>
                  <a:lnTo>
                    <a:pt x="5178518" y="14543"/>
                  </a:lnTo>
                  <a:lnTo>
                    <a:pt x="5217623" y="11068"/>
                  </a:lnTo>
                  <a:lnTo>
                    <a:pt x="5241228" y="9164"/>
                  </a:lnTo>
                  <a:lnTo>
                    <a:pt x="5252173" y="8360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236" y="8259"/>
                  </a:lnTo>
                  <a:lnTo>
                    <a:pt x="6733142" y="8871"/>
                  </a:lnTo>
                  <a:lnTo>
                    <a:pt x="6748131" y="10564"/>
                  </a:lnTo>
                  <a:lnTo>
                    <a:pt x="6775184" y="13902"/>
                  </a:lnTo>
                  <a:lnTo>
                    <a:pt x="6816024" y="19422"/>
                  </a:lnTo>
                  <a:lnTo>
                    <a:pt x="6870991" y="27589"/>
                  </a:lnTo>
                  <a:lnTo>
                    <a:pt x="6939069" y="38755"/>
                  </a:lnTo>
                  <a:lnTo>
                    <a:pt x="7018107" y="53141"/>
                  </a:lnTo>
                  <a:lnTo>
                    <a:pt x="7105205" y="70839"/>
                  </a:lnTo>
                  <a:lnTo>
                    <a:pt x="7197168" y="91842"/>
                  </a:lnTo>
                  <a:lnTo>
                    <a:pt x="7290912" y="116092"/>
                  </a:lnTo>
                  <a:lnTo>
                    <a:pt x="7383781" y="143524"/>
                  </a:lnTo>
                  <a:lnTo>
                    <a:pt x="7473703" y="174109"/>
                  </a:lnTo>
                  <a:lnTo>
                    <a:pt x="7559236" y="207888"/>
                  </a:lnTo>
                  <a:lnTo>
                    <a:pt x="7639519" y="244989"/>
                  </a:lnTo>
                  <a:lnTo>
                    <a:pt x="7714172" y="285635"/>
                  </a:lnTo>
                  <a:lnTo>
                    <a:pt x="7783190" y="330152"/>
                  </a:lnTo>
                  <a:lnTo>
                    <a:pt x="7846835" y="378963"/>
                  </a:lnTo>
                  <a:lnTo>
                    <a:pt x="7905543" y="432573"/>
                  </a:lnTo>
                  <a:lnTo>
                    <a:pt x="7959860" y="491559"/>
                  </a:lnTo>
                  <a:lnTo>
                    <a:pt x="8010386" y="556535"/>
                  </a:lnTo>
                  <a:lnTo>
                    <a:pt x="8057734" y="628106"/>
                  </a:lnTo>
                  <a:lnTo>
                    <a:pt x="8102499" y="706784"/>
                  </a:lnTo>
                  <a:lnTo>
                    <a:pt x="8145230" y="792867"/>
                  </a:lnTo>
                  <a:lnTo>
                    <a:pt x="8151487" y="806402"/>
                  </a:lnTo>
                  <a:lnTo>
                    <a:pt x="8181560" y="874820"/>
                  </a:lnTo>
                  <a:lnTo>
                    <a:pt x="8210994" y="947252"/>
                  </a:lnTo>
                  <a:lnTo>
                    <a:pt x="8239929" y="1023778"/>
                  </a:lnTo>
                  <a:lnTo>
                    <a:pt x="8268482" y="1104439"/>
                  </a:lnTo>
                  <a:lnTo>
                    <a:pt x="8296751" y="1189233"/>
                  </a:lnTo>
                  <a:lnTo>
                    <a:pt x="8324819" y="1278107"/>
                  </a:lnTo>
                  <a:lnTo>
                    <a:pt x="8352753" y="1370960"/>
                  </a:lnTo>
                  <a:lnTo>
                    <a:pt x="8380608" y="1467639"/>
                  </a:lnTo>
                  <a:lnTo>
                    <a:pt x="8408425" y="1567934"/>
                  </a:lnTo>
                  <a:lnTo>
                    <a:pt x="8436236" y="1671582"/>
                  </a:lnTo>
                  <a:lnTo>
                    <a:pt x="8464062" y="1778265"/>
                  </a:lnTo>
                  <a:lnTo>
                    <a:pt x="8491916" y="1887617"/>
                  </a:lnTo>
                  <a:lnTo>
                    <a:pt x="8519803" y="1999224"/>
                  </a:lnTo>
                  <a:lnTo>
                    <a:pt x="8547724" y="2112631"/>
                  </a:lnTo>
                  <a:lnTo>
                    <a:pt x="8575672" y="2227353"/>
                  </a:lnTo>
                  <a:lnTo>
                    <a:pt x="8603637" y="2342877"/>
                  </a:lnTo>
                  <a:lnTo>
                    <a:pt x="8631609" y="2458677"/>
                  </a:lnTo>
                  <a:lnTo>
                    <a:pt x="8659575" y="2574220"/>
                  </a:lnTo>
                  <a:lnTo>
                    <a:pt x="8687523" y="2688979"/>
                  </a:lnTo>
                  <a:lnTo>
                    <a:pt x="8715445" y="2802443"/>
                  </a:lnTo>
                  <a:lnTo>
                    <a:pt x="8743334" y="2914123"/>
                  </a:lnTo>
                  <a:lnTo>
                    <a:pt x="8771189" y="3023563"/>
                  </a:lnTo>
                  <a:lnTo>
                    <a:pt x="8799016" y="3130349"/>
                  </a:lnTo>
                  <a:lnTo>
                    <a:pt x="8826827" y="3234112"/>
                  </a:lnTo>
                  <a:lnTo>
                    <a:pt x="8854643" y="3334532"/>
                  </a:lnTo>
                  <a:lnTo>
                    <a:pt x="8882496" y="3431345"/>
                  </a:lnTo>
                  <a:lnTo>
                    <a:pt x="8910427" y="3524340"/>
                  </a:lnTo>
                  <a:lnTo>
                    <a:pt x="8938489" y="3613359"/>
                  </a:lnTo>
                  <a:lnTo>
                    <a:pt x="8966749" y="3698301"/>
                  </a:lnTo>
                  <a:lnTo>
                    <a:pt x="8995290" y="3779111"/>
                  </a:lnTo>
                  <a:lnTo>
                    <a:pt x="9024209" y="3855786"/>
                  </a:lnTo>
                  <a:lnTo>
                    <a:pt x="9053623" y="3928364"/>
                  </a:lnTo>
                  <a:lnTo>
                    <a:pt x="9083671" y="3996925"/>
                  </a:lnTo>
                  <a:lnTo>
                    <a:pt x="9084767" y="3999320"/>
                  </a:lnTo>
                  <a:lnTo>
                    <a:pt x="9127235" y="4086517"/>
                  </a:lnTo>
                  <a:lnTo>
                    <a:pt x="9171663" y="4166293"/>
                  </a:lnTo>
                  <a:lnTo>
                    <a:pt x="9218587" y="4238899"/>
                  </a:lnTo>
                  <a:lnTo>
                    <a:pt x="9268597" y="4304826"/>
                  </a:lnTo>
                  <a:lnTo>
                    <a:pt x="9322308" y="4364670"/>
                  </a:lnTo>
                  <a:lnTo>
                    <a:pt x="9380322" y="4419047"/>
                  </a:lnTo>
                  <a:lnTo>
                    <a:pt x="9443195" y="4468542"/>
                  </a:lnTo>
                  <a:lnTo>
                    <a:pt x="9511387" y="4513674"/>
                  </a:lnTo>
                  <a:lnTo>
                    <a:pt x="9585189" y="4554877"/>
                  </a:lnTo>
                  <a:lnTo>
                    <a:pt x="9664642" y="4592492"/>
                  </a:lnTo>
                  <a:lnTo>
                    <a:pt x="9749430" y="4626758"/>
                  </a:lnTo>
                  <a:lnTo>
                    <a:pt x="9838772" y="4657817"/>
                  </a:lnTo>
                  <a:lnTo>
                    <a:pt x="9931315" y="4685722"/>
                  </a:lnTo>
                  <a:lnTo>
                    <a:pt x="10025085" y="4710452"/>
                  </a:lnTo>
                  <a:lnTo>
                    <a:pt x="10117503" y="4731946"/>
                  </a:lnTo>
                  <a:lnTo>
                    <a:pt x="10205535" y="4750141"/>
                  </a:lnTo>
                  <a:lnTo>
                    <a:pt x="10285978" y="4765020"/>
                  </a:lnTo>
                  <a:lnTo>
                    <a:pt x="10355857" y="4776658"/>
                  </a:lnTo>
                  <a:lnTo>
                    <a:pt x="10412884" y="4785255"/>
                  </a:lnTo>
                  <a:lnTo>
                    <a:pt x="10455854" y="4791145"/>
                  </a:lnTo>
                  <a:lnTo>
                    <a:pt x="10484895" y="4794776"/>
                  </a:lnTo>
                  <a:lnTo>
                    <a:pt x="10501530" y="4796679"/>
                  </a:lnTo>
                  <a:lnTo>
                    <a:pt x="10508562" y="4797418"/>
                  </a:lnTo>
                  <a:lnTo>
                    <a:pt x="10509911" y="4797550"/>
                  </a:lnTo>
                  <a:lnTo>
                    <a:pt x="11981298" y="4797550"/>
                  </a:lnTo>
                  <a:lnTo>
                    <a:pt x="11981298" y="4789377"/>
                  </a:lnTo>
                  <a:lnTo>
                    <a:pt x="10509911" y="4789377"/>
                  </a:lnTo>
                  <a:lnTo>
                    <a:pt x="10509017" y="4789290"/>
                  </a:lnTo>
                  <a:lnTo>
                    <a:pt x="10503111" y="4788678"/>
                  </a:lnTo>
                  <a:lnTo>
                    <a:pt x="10488123" y="4786985"/>
                  </a:lnTo>
                  <a:lnTo>
                    <a:pt x="10461069" y="4783647"/>
                  </a:lnTo>
                  <a:lnTo>
                    <a:pt x="10420229" y="4778127"/>
                  </a:lnTo>
                  <a:lnTo>
                    <a:pt x="10365262" y="4769960"/>
                  </a:lnTo>
                  <a:lnTo>
                    <a:pt x="10297185" y="4758794"/>
                  </a:lnTo>
                  <a:lnTo>
                    <a:pt x="10218147" y="4744408"/>
                  </a:lnTo>
                  <a:lnTo>
                    <a:pt x="10131048" y="4726710"/>
                  </a:lnTo>
                  <a:lnTo>
                    <a:pt x="10039086" y="4705707"/>
                  </a:lnTo>
                  <a:lnTo>
                    <a:pt x="9945341" y="4681457"/>
                  </a:lnTo>
                  <a:lnTo>
                    <a:pt x="9852472" y="4654025"/>
                  </a:lnTo>
                  <a:lnTo>
                    <a:pt x="9762550" y="4623440"/>
                  </a:lnTo>
                  <a:lnTo>
                    <a:pt x="9677017" y="4589661"/>
                  </a:lnTo>
                  <a:lnTo>
                    <a:pt x="9596735" y="4552560"/>
                  </a:lnTo>
                  <a:lnTo>
                    <a:pt x="9522081" y="4511914"/>
                  </a:lnTo>
                  <a:lnTo>
                    <a:pt x="9453063" y="4467397"/>
                  </a:lnTo>
                  <a:lnTo>
                    <a:pt x="9389418" y="4418586"/>
                  </a:lnTo>
                  <a:lnTo>
                    <a:pt x="9330710" y="4364976"/>
                  </a:lnTo>
                  <a:lnTo>
                    <a:pt x="9276393" y="4305990"/>
                  </a:lnTo>
                  <a:lnTo>
                    <a:pt x="9225867" y="4241014"/>
                  </a:lnTo>
                  <a:lnTo>
                    <a:pt x="9178520" y="4169443"/>
                  </a:lnTo>
                  <a:lnTo>
                    <a:pt x="9133754" y="4090765"/>
                  </a:lnTo>
                  <a:lnTo>
                    <a:pt x="9091023" y="4004682"/>
                  </a:lnTo>
                  <a:lnTo>
                    <a:pt x="9084767" y="3991147"/>
                  </a:lnTo>
                  <a:lnTo>
                    <a:pt x="9054693" y="3922729"/>
                  </a:lnTo>
                  <a:lnTo>
                    <a:pt x="9025259" y="3850297"/>
                  </a:lnTo>
                  <a:lnTo>
                    <a:pt x="8996324" y="3773771"/>
                  </a:lnTo>
                  <a:lnTo>
                    <a:pt x="8967772" y="3693110"/>
                  </a:lnTo>
                  <a:lnTo>
                    <a:pt x="8939503" y="3608316"/>
                  </a:lnTo>
                  <a:lnTo>
                    <a:pt x="8911434" y="3519442"/>
                  </a:lnTo>
                  <a:lnTo>
                    <a:pt x="8883500" y="3426589"/>
                  </a:lnTo>
                  <a:lnTo>
                    <a:pt x="8855646" y="3329910"/>
                  </a:lnTo>
                  <a:lnTo>
                    <a:pt x="8827828" y="3229615"/>
                  </a:lnTo>
                  <a:lnTo>
                    <a:pt x="8800018" y="3125967"/>
                  </a:lnTo>
                  <a:lnTo>
                    <a:pt x="8772192" y="3019284"/>
                  </a:lnTo>
                  <a:lnTo>
                    <a:pt x="8744338" y="2909932"/>
                  </a:lnTo>
                  <a:lnTo>
                    <a:pt x="8716450" y="2798325"/>
                  </a:lnTo>
                  <a:lnTo>
                    <a:pt x="8688529" y="2684918"/>
                  </a:lnTo>
                  <a:lnTo>
                    <a:pt x="8660582" y="2570196"/>
                  </a:lnTo>
                  <a:lnTo>
                    <a:pt x="8632616" y="2454672"/>
                  </a:lnTo>
                  <a:lnTo>
                    <a:pt x="8604644" y="2338872"/>
                  </a:lnTo>
                  <a:lnTo>
                    <a:pt x="8576678" y="2223329"/>
                  </a:lnTo>
                  <a:lnTo>
                    <a:pt x="8548730" y="2108570"/>
                  </a:lnTo>
                  <a:lnTo>
                    <a:pt x="8520808" y="1995106"/>
                  </a:lnTo>
                  <a:lnTo>
                    <a:pt x="8492919" y="1883426"/>
                  </a:lnTo>
                  <a:lnTo>
                    <a:pt x="8465064" y="1773986"/>
                  </a:lnTo>
                  <a:lnTo>
                    <a:pt x="8437237" y="1667200"/>
                  </a:lnTo>
                  <a:lnTo>
                    <a:pt x="8409426" y="1563437"/>
                  </a:lnTo>
                  <a:lnTo>
                    <a:pt x="8381610" y="1463017"/>
                  </a:lnTo>
                  <a:lnTo>
                    <a:pt x="8353757" y="1366204"/>
                  </a:lnTo>
                  <a:lnTo>
                    <a:pt x="8325827" y="1273209"/>
                  </a:lnTo>
                  <a:lnTo>
                    <a:pt x="8297765" y="1184190"/>
                  </a:lnTo>
                  <a:lnTo>
                    <a:pt x="8269504" y="1099248"/>
                  </a:lnTo>
                  <a:lnTo>
                    <a:pt x="8240963" y="1018438"/>
                  </a:lnTo>
                  <a:lnTo>
                    <a:pt x="8212044" y="941763"/>
                  </a:lnTo>
                  <a:lnTo>
                    <a:pt x="8182630" y="869185"/>
                  </a:lnTo>
                  <a:lnTo>
                    <a:pt x="8152582" y="800624"/>
                  </a:lnTo>
                  <a:lnTo>
                    <a:pt x="8151487" y="798229"/>
                  </a:lnTo>
                  <a:lnTo>
                    <a:pt x="8109018" y="711032"/>
                  </a:lnTo>
                  <a:lnTo>
                    <a:pt x="8064590" y="631256"/>
                  </a:lnTo>
                  <a:lnTo>
                    <a:pt x="8017666" y="558650"/>
                  </a:lnTo>
                  <a:lnTo>
                    <a:pt x="7967656" y="492723"/>
                  </a:lnTo>
                  <a:lnTo>
                    <a:pt x="7913945" y="432879"/>
                  </a:lnTo>
                  <a:lnTo>
                    <a:pt x="7855932" y="378502"/>
                  </a:lnTo>
                  <a:lnTo>
                    <a:pt x="7793058" y="329007"/>
                  </a:lnTo>
                  <a:lnTo>
                    <a:pt x="7724866" y="283875"/>
                  </a:lnTo>
                  <a:lnTo>
                    <a:pt x="7651064" y="242672"/>
                  </a:lnTo>
                  <a:lnTo>
                    <a:pt x="7571612" y="205057"/>
                  </a:lnTo>
                  <a:lnTo>
                    <a:pt x="7486823" y="170791"/>
                  </a:lnTo>
                  <a:lnTo>
                    <a:pt x="7397482" y="139732"/>
                  </a:lnTo>
                  <a:lnTo>
                    <a:pt x="7304938" y="111827"/>
                  </a:lnTo>
                  <a:lnTo>
                    <a:pt x="7211168" y="87097"/>
                  </a:lnTo>
                  <a:lnTo>
                    <a:pt x="7118751" y="65603"/>
                  </a:lnTo>
                  <a:lnTo>
                    <a:pt x="7030718" y="47408"/>
                  </a:lnTo>
                  <a:lnTo>
                    <a:pt x="6950275" y="32529"/>
                  </a:lnTo>
                  <a:lnTo>
                    <a:pt x="6880396" y="20891"/>
                  </a:lnTo>
                  <a:lnTo>
                    <a:pt x="6823369" y="12294"/>
                  </a:lnTo>
                  <a:lnTo>
                    <a:pt x="6780400" y="6404"/>
                  </a:lnTo>
                  <a:lnTo>
                    <a:pt x="6751358" y="2773"/>
                  </a:lnTo>
                  <a:lnTo>
                    <a:pt x="6734723" y="870"/>
                  </a:lnTo>
                  <a:lnTo>
                    <a:pt x="6727691" y="131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834" y="73"/>
                  </a:lnTo>
                  <a:lnTo>
                    <a:pt x="5246461" y="597"/>
                  </a:lnTo>
                  <a:lnTo>
                    <a:pt x="5227868" y="2046"/>
                  </a:lnTo>
                  <a:lnTo>
                    <a:pt x="5194604" y="4899"/>
                  </a:lnTo>
                  <a:lnTo>
                    <a:pt x="5144979" y="9601"/>
                  </a:lnTo>
                  <a:lnTo>
                    <a:pt x="5079193" y="16516"/>
                  </a:lnTo>
                  <a:lnTo>
                    <a:pt x="4999196" y="25896"/>
                  </a:lnTo>
                  <a:lnTo>
                    <a:pt x="4908242" y="37870"/>
                  </a:lnTo>
                  <a:lnTo>
                    <a:pt x="4810263" y="52463"/>
                  </a:lnTo>
                  <a:lnTo>
                    <a:pt x="4709229" y="69637"/>
                  </a:lnTo>
                  <a:lnTo>
                    <a:pt x="4608634" y="89334"/>
                  </a:lnTo>
                  <a:lnTo>
                    <a:pt x="4511213" y="111523"/>
                  </a:lnTo>
                  <a:lnTo>
                    <a:pt x="4418845" y="136234"/>
                  </a:lnTo>
                  <a:lnTo>
                    <a:pt x="4332620" y="163576"/>
                  </a:lnTo>
                  <a:lnTo>
                    <a:pt x="4252975" y="193746"/>
                  </a:lnTo>
                  <a:lnTo>
                    <a:pt x="4179858" y="227037"/>
                  </a:lnTo>
                  <a:lnTo>
                    <a:pt x="4112880" y="263825"/>
                  </a:lnTo>
                  <a:lnTo>
                    <a:pt x="4051440" y="304564"/>
                  </a:lnTo>
                  <a:lnTo>
                    <a:pt x="3994819" y="349761"/>
                  </a:lnTo>
                  <a:lnTo>
                    <a:pt x="3942248" y="399942"/>
                  </a:lnTo>
                  <a:lnTo>
                    <a:pt x="3892963" y="455588"/>
                  </a:lnTo>
                  <a:lnTo>
                    <a:pt x="3846250" y="517032"/>
                  </a:lnTo>
                  <a:lnTo>
                    <a:pt x="3829811" y="540780"/>
                  </a:lnTo>
                  <a:lnTo>
                    <a:pt x="3794151" y="596160"/>
                  </a:lnTo>
                  <a:lnTo>
                    <a:pt x="3759356" y="655397"/>
                  </a:lnTo>
                  <a:lnTo>
                    <a:pt x="3725201" y="718568"/>
                  </a:lnTo>
                  <a:lnTo>
                    <a:pt x="3691504" y="785697"/>
                  </a:lnTo>
                  <a:lnTo>
                    <a:pt x="3658119" y="856745"/>
                  </a:lnTo>
                  <a:lnTo>
                    <a:pt x="3624928" y="931605"/>
                  </a:lnTo>
                  <a:lnTo>
                    <a:pt x="3591842" y="1010099"/>
                  </a:lnTo>
                  <a:lnTo>
                    <a:pt x="3558794" y="1091976"/>
                  </a:lnTo>
                  <a:lnTo>
                    <a:pt x="3525738" y="1176911"/>
                  </a:lnTo>
                  <a:lnTo>
                    <a:pt x="3492647" y="1264510"/>
                  </a:lnTo>
                  <a:lnTo>
                    <a:pt x="3459510" y="1354313"/>
                  </a:lnTo>
                  <a:lnTo>
                    <a:pt x="3426327" y="1445805"/>
                  </a:lnTo>
                  <a:lnTo>
                    <a:pt x="3393108" y="1538429"/>
                  </a:lnTo>
                  <a:lnTo>
                    <a:pt x="3359872" y="1631595"/>
                  </a:lnTo>
                  <a:lnTo>
                    <a:pt x="3326637" y="1724702"/>
                  </a:lnTo>
                  <a:lnTo>
                    <a:pt x="3293424" y="1817147"/>
                  </a:lnTo>
                  <a:lnTo>
                    <a:pt x="3260250" y="1908347"/>
                  </a:lnTo>
                  <a:lnTo>
                    <a:pt x="3227122" y="1997751"/>
                  </a:lnTo>
                  <a:lnTo>
                    <a:pt x="3194039" y="2084856"/>
                  </a:lnTo>
                  <a:lnTo>
                    <a:pt x="3160987" y="2169213"/>
                  </a:lnTo>
                  <a:lnTo>
                    <a:pt x="3127936" y="2250442"/>
                  </a:lnTo>
                  <a:lnTo>
                    <a:pt x="3094835" y="2328233"/>
                  </a:lnTo>
                  <a:lnTo>
                    <a:pt x="3061614" y="2402347"/>
                  </a:lnTo>
                  <a:lnTo>
                    <a:pt x="3028177" y="2472623"/>
                  </a:lnTo>
                  <a:lnTo>
                    <a:pt x="2994402" y="2538968"/>
                  </a:lnTo>
                  <a:lnTo>
                    <a:pt x="2960136" y="2601354"/>
                  </a:lnTo>
                  <a:lnTo>
                    <a:pt x="2925188" y="2659817"/>
                  </a:lnTo>
                  <a:lnTo>
                    <a:pt x="2896531" y="2703900"/>
                  </a:lnTo>
                  <a:lnTo>
                    <a:pt x="2850591" y="2767476"/>
                  </a:lnTo>
                  <a:lnTo>
                    <a:pt x="2802318" y="2825199"/>
                  </a:lnTo>
                  <a:lnTo>
                    <a:pt x="2751026" y="2877313"/>
                  </a:lnTo>
                  <a:lnTo>
                    <a:pt x="2695965" y="2924259"/>
                  </a:lnTo>
                  <a:lnTo>
                    <a:pt x="2636360" y="2966555"/>
                  </a:lnTo>
                  <a:lnTo>
                    <a:pt x="2571469" y="3004721"/>
                  </a:lnTo>
                  <a:lnTo>
                    <a:pt x="2500638" y="3039232"/>
                  </a:lnTo>
                  <a:lnTo>
                    <a:pt x="2423388" y="3070497"/>
                  </a:lnTo>
                  <a:lnTo>
                    <a:pt x="2339529" y="3098837"/>
                  </a:lnTo>
                  <a:lnTo>
                    <a:pt x="2249302" y="3124485"/>
                  </a:lnTo>
                  <a:lnTo>
                    <a:pt x="2153541" y="3147582"/>
                  </a:lnTo>
                  <a:lnTo>
                    <a:pt x="2053827" y="3168185"/>
                  </a:lnTo>
                  <a:lnTo>
                    <a:pt x="1952584" y="3186280"/>
                  </a:lnTo>
                  <a:lnTo>
                    <a:pt x="1853054" y="3201816"/>
                  </a:lnTo>
                  <a:lnTo>
                    <a:pt x="1759081" y="3214742"/>
                  </a:lnTo>
                  <a:lnTo>
                    <a:pt x="1674682" y="3225054"/>
                  </a:lnTo>
                  <a:lnTo>
                    <a:pt x="1603434" y="3232841"/>
                  </a:lnTo>
                  <a:lnTo>
                    <a:pt x="1547824" y="3238309"/>
                  </a:lnTo>
                  <a:lnTo>
                    <a:pt x="1508719" y="3241785"/>
                  </a:lnTo>
                  <a:lnTo>
                    <a:pt x="1485114" y="3243689"/>
                  </a:lnTo>
                  <a:lnTo>
                    <a:pt x="1474169" y="3244493"/>
                  </a:lnTo>
                  <a:lnTo>
                    <a:pt x="1471387" y="3244680"/>
                  </a:lnTo>
                  <a:lnTo>
                    <a:pt x="0" y="3244680"/>
                  </a:lnTo>
                  <a:close/>
                </a:path>
              </a:pathLst>
            </a:custGeom>
            <a:solidFill>
              <a:srgbClr val="8BC34A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518" name="pl1518"/>
            <p:cNvSpPr/>
            <p:nvPr/>
          </p:nvSpPr>
          <p:spPr>
            <a:xfrm>
              <a:off x="4799595" y="6173028"/>
              <a:ext cx="11981298" cy="4789377"/>
            </a:xfrm>
            <a:custGeom>
              <a:avLst/>
              <a:pathLst>
                <a:path w="11981298" h="4789377">
                  <a:moveTo>
                    <a:pt x="0" y="3244680"/>
                  </a:moveTo>
                  <a:lnTo>
                    <a:pt x="1471387" y="3244680"/>
                  </a:lnTo>
                  <a:lnTo>
                    <a:pt x="1472508" y="3244606"/>
                  </a:lnTo>
                  <a:lnTo>
                    <a:pt x="1479881" y="3244082"/>
                  </a:lnTo>
                  <a:lnTo>
                    <a:pt x="1498474" y="3242633"/>
                  </a:lnTo>
                  <a:lnTo>
                    <a:pt x="1531738" y="3239780"/>
                  </a:lnTo>
                  <a:lnTo>
                    <a:pt x="1581364" y="3235079"/>
                  </a:lnTo>
                  <a:lnTo>
                    <a:pt x="1647149" y="3228164"/>
                  </a:lnTo>
                  <a:lnTo>
                    <a:pt x="1727146" y="3218784"/>
                  </a:lnTo>
                  <a:lnTo>
                    <a:pt x="1818100" y="3206810"/>
                  </a:lnTo>
                  <a:lnTo>
                    <a:pt x="1916079" y="3192216"/>
                  </a:lnTo>
                  <a:lnTo>
                    <a:pt x="2017114" y="3175043"/>
                  </a:lnTo>
                  <a:lnTo>
                    <a:pt x="2117708" y="3155346"/>
                  </a:lnTo>
                  <a:lnTo>
                    <a:pt x="2215129" y="3133156"/>
                  </a:lnTo>
                  <a:lnTo>
                    <a:pt x="2307497" y="3108445"/>
                  </a:lnTo>
                  <a:lnTo>
                    <a:pt x="2393722" y="3081104"/>
                  </a:lnTo>
                  <a:lnTo>
                    <a:pt x="2473367" y="3050933"/>
                  </a:lnTo>
                  <a:lnTo>
                    <a:pt x="2546485" y="3017643"/>
                  </a:lnTo>
                  <a:lnTo>
                    <a:pt x="2613462" y="2980855"/>
                  </a:lnTo>
                  <a:lnTo>
                    <a:pt x="2674902" y="2940116"/>
                  </a:lnTo>
                  <a:lnTo>
                    <a:pt x="2731524" y="2894918"/>
                  </a:lnTo>
                  <a:lnTo>
                    <a:pt x="2784094" y="2844737"/>
                  </a:lnTo>
                  <a:lnTo>
                    <a:pt x="2833379" y="2789091"/>
                  </a:lnTo>
                  <a:lnTo>
                    <a:pt x="2880092" y="2727647"/>
                  </a:lnTo>
                  <a:lnTo>
                    <a:pt x="2896531" y="2703900"/>
                  </a:lnTo>
                  <a:lnTo>
                    <a:pt x="2932191" y="2648519"/>
                  </a:lnTo>
                  <a:lnTo>
                    <a:pt x="2966987" y="2589282"/>
                  </a:lnTo>
                  <a:lnTo>
                    <a:pt x="3001142" y="2526111"/>
                  </a:lnTo>
                  <a:lnTo>
                    <a:pt x="3034838" y="2458982"/>
                  </a:lnTo>
                  <a:lnTo>
                    <a:pt x="3068223" y="2387935"/>
                  </a:lnTo>
                  <a:lnTo>
                    <a:pt x="3101414" y="2313075"/>
                  </a:lnTo>
                  <a:lnTo>
                    <a:pt x="3134500" y="2234580"/>
                  </a:lnTo>
                  <a:lnTo>
                    <a:pt x="3167548" y="2152703"/>
                  </a:lnTo>
                  <a:lnTo>
                    <a:pt x="3200604" y="2067768"/>
                  </a:lnTo>
                  <a:lnTo>
                    <a:pt x="3233695" y="1980169"/>
                  </a:lnTo>
                  <a:lnTo>
                    <a:pt x="3266832" y="1890367"/>
                  </a:lnTo>
                  <a:lnTo>
                    <a:pt x="3300016" y="1798874"/>
                  </a:lnTo>
                  <a:lnTo>
                    <a:pt x="3333234" y="1706251"/>
                  </a:lnTo>
                  <a:lnTo>
                    <a:pt x="3366471" y="1613084"/>
                  </a:lnTo>
                  <a:lnTo>
                    <a:pt x="3399705" y="1519978"/>
                  </a:lnTo>
                  <a:lnTo>
                    <a:pt x="3432918" y="1427533"/>
                  </a:lnTo>
                  <a:lnTo>
                    <a:pt x="3466093" y="1336333"/>
                  </a:lnTo>
                  <a:lnTo>
                    <a:pt x="3499221" y="1246928"/>
                  </a:lnTo>
                  <a:lnTo>
                    <a:pt x="3532303" y="1159824"/>
                  </a:lnTo>
                  <a:lnTo>
                    <a:pt x="3565355" y="1075466"/>
                  </a:lnTo>
                  <a:lnTo>
                    <a:pt x="3598406" y="994237"/>
                  </a:lnTo>
                  <a:lnTo>
                    <a:pt x="3631507" y="916447"/>
                  </a:lnTo>
                  <a:lnTo>
                    <a:pt x="3664728" y="842332"/>
                  </a:lnTo>
                  <a:lnTo>
                    <a:pt x="3698165" y="772056"/>
                  </a:lnTo>
                  <a:lnTo>
                    <a:pt x="3731940" y="705712"/>
                  </a:lnTo>
                  <a:lnTo>
                    <a:pt x="3766206" y="643325"/>
                  </a:lnTo>
                  <a:lnTo>
                    <a:pt x="3801154" y="584862"/>
                  </a:lnTo>
                  <a:lnTo>
                    <a:pt x="3829811" y="540780"/>
                  </a:lnTo>
                  <a:lnTo>
                    <a:pt x="3875751" y="477203"/>
                  </a:lnTo>
                  <a:lnTo>
                    <a:pt x="3924024" y="419480"/>
                  </a:lnTo>
                  <a:lnTo>
                    <a:pt x="3975316" y="367366"/>
                  </a:lnTo>
                  <a:lnTo>
                    <a:pt x="4030378" y="320420"/>
                  </a:lnTo>
                  <a:lnTo>
                    <a:pt x="4089982" y="278124"/>
                  </a:lnTo>
                  <a:lnTo>
                    <a:pt x="4154873" y="239959"/>
                  </a:lnTo>
                  <a:lnTo>
                    <a:pt x="4225704" y="205447"/>
                  </a:lnTo>
                  <a:lnTo>
                    <a:pt x="4302954" y="174183"/>
                  </a:lnTo>
                  <a:lnTo>
                    <a:pt x="4386813" y="145843"/>
                  </a:lnTo>
                  <a:lnTo>
                    <a:pt x="4477040" y="120194"/>
                  </a:lnTo>
                  <a:lnTo>
                    <a:pt x="4572801" y="97097"/>
                  </a:lnTo>
                  <a:lnTo>
                    <a:pt x="4672515" y="76495"/>
                  </a:lnTo>
                  <a:lnTo>
                    <a:pt x="4773758" y="58399"/>
                  </a:lnTo>
                  <a:lnTo>
                    <a:pt x="4873288" y="42863"/>
                  </a:lnTo>
                  <a:lnTo>
                    <a:pt x="4967261" y="29937"/>
                  </a:lnTo>
                  <a:lnTo>
                    <a:pt x="5051660" y="19625"/>
                  </a:lnTo>
                  <a:lnTo>
                    <a:pt x="5122908" y="11838"/>
                  </a:lnTo>
                  <a:lnTo>
                    <a:pt x="5178518" y="6370"/>
                  </a:lnTo>
                  <a:lnTo>
                    <a:pt x="5217623" y="2895"/>
                  </a:lnTo>
                  <a:lnTo>
                    <a:pt x="5241228" y="991"/>
                  </a:lnTo>
                  <a:lnTo>
                    <a:pt x="5252173" y="187"/>
                  </a:lnTo>
                  <a:lnTo>
                    <a:pt x="5254900" y="3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236" y="86"/>
                  </a:lnTo>
                  <a:lnTo>
                    <a:pt x="6733142" y="698"/>
                  </a:lnTo>
                  <a:lnTo>
                    <a:pt x="6748131" y="2391"/>
                  </a:lnTo>
                  <a:lnTo>
                    <a:pt x="6775184" y="5729"/>
                  </a:lnTo>
                  <a:lnTo>
                    <a:pt x="6816024" y="11249"/>
                  </a:lnTo>
                  <a:lnTo>
                    <a:pt x="6870991" y="19416"/>
                  </a:lnTo>
                  <a:lnTo>
                    <a:pt x="6939069" y="30582"/>
                  </a:lnTo>
                  <a:lnTo>
                    <a:pt x="7018107" y="44968"/>
                  </a:lnTo>
                  <a:lnTo>
                    <a:pt x="7105205" y="62666"/>
                  </a:lnTo>
                  <a:lnTo>
                    <a:pt x="7197168" y="83669"/>
                  </a:lnTo>
                  <a:lnTo>
                    <a:pt x="7290912" y="107919"/>
                  </a:lnTo>
                  <a:lnTo>
                    <a:pt x="7383781" y="135351"/>
                  </a:lnTo>
                  <a:lnTo>
                    <a:pt x="7473703" y="165936"/>
                  </a:lnTo>
                  <a:lnTo>
                    <a:pt x="7559236" y="199715"/>
                  </a:lnTo>
                  <a:lnTo>
                    <a:pt x="7639519" y="236816"/>
                  </a:lnTo>
                  <a:lnTo>
                    <a:pt x="7714172" y="277462"/>
                  </a:lnTo>
                  <a:lnTo>
                    <a:pt x="7783190" y="321979"/>
                  </a:lnTo>
                  <a:lnTo>
                    <a:pt x="7846835" y="370790"/>
                  </a:lnTo>
                  <a:lnTo>
                    <a:pt x="7905543" y="424400"/>
                  </a:lnTo>
                  <a:lnTo>
                    <a:pt x="7959860" y="483386"/>
                  </a:lnTo>
                  <a:lnTo>
                    <a:pt x="8010386" y="548362"/>
                  </a:lnTo>
                  <a:lnTo>
                    <a:pt x="8057734" y="619933"/>
                  </a:lnTo>
                  <a:lnTo>
                    <a:pt x="8102499" y="698611"/>
                  </a:lnTo>
                  <a:lnTo>
                    <a:pt x="8145230" y="784694"/>
                  </a:lnTo>
                  <a:lnTo>
                    <a:pt x="8151487" y="798229"/>
                  </a:lnTo>
                  <a:lnTo>
                    <a:pt x="8181560" y="866647"/>
                  </a:lnTo>
                  <a:lnTo>
                    <a:pt x="8210994" y="939079"/>
                  </a:lnTo>
                  <a:lnTo>
                    <a:pt x="8239929" y="1015605"/>
                  </a:lnTo>
                  <a:lnTo>
                    <a:pt x="8268482" y="1096266"/>
                  </a:lnTo>
                  <a:lnTo>
                    <a:pt x="8296751" y="1181060"/>
                  </a:lnTo>
                  <a:lnTo>
                    <a:pt x="8324819" y="1269934"/>
                  </a:lnTo>
                  <a:lnTo>
                    <a:pt x="8352753" y="1362787"/>
                  </a:lnTo>
                  <a:lnTo>
                    <a:pt x="8380608" y="1459466"/>
                  </a:lnTo>
                  <a:lnTo>
                    <a:pt x="8408425" y="1559761"/>
                  </a:lnTo>
                  <a:lnTo>
                    <a:pt x="8436236" y="1663409"/>
                  </a:lnTo>
                  <a:lnTo>
                    <a:pt x="8464062" y="1770092"/>
                  </a:lnTo>
                  <a:lnTo>
                    <a:pt x="8491916" y="1879444"/>
                  </a:lnTo>
                  <a:lnTo>
                    <a:pt x="8519803" y="1991051"/>
                  </a:lnTo>
                  <a:lnTo>
                    <a:pt x="8547724" y="2104458"/>
                  </a:lnTo>
                  <a:lnTo>
                    <a:pt x="8575672" y="2219180"/>
                  </a:lnTo>
                  <a:lnTo>
                    <a:pt x="8603637" y="2334704"/>
                  </a:lnTo>
                  <a:lnTo>
                    <a:pt x="8631609" y="2450504"/>
                  </a:lnTo>
                  <a:lnTo>
                    <a:pt x="8659575" y="2566047"/>
                  </a:lnTo>
                  <a:lnTo>
                    <a:pt x="8687523" y="2680806"/>
                  </a:lnTo>
                  <a:lnTo>
                    <a:pt x="8715445" y="2794270"/>
                  </a:lnTo>
                  <a:lnTo>
                    <a:pt x="8743334" y="2905950"/>
                  </a:lnTo>
                  <a:lnTo>
                    <a:pt x="8771189" y="3015390"/>
                  </a:lnTo>
                  <a:lnTo>
                    <a:pt x="8799016" y="3122176"/>
                  </a:lnTo>
                  <a:lnTo>
                    <a:pt x="8826827" y="3225939"/>
                  </a:lnTo>
                  <a:lnTo>
                    <a:pt x="8854643" y="3326359"/>
                  </a:lnTo>
                  <a:lnTo>
                    <a:pt x="8882496" y="3423172"/>
                  </a:lnTo>
                  <a:lnTo>
                    <a:pt x="8910427" y="3516167"/>
                  </a:lnTo>
                  <a:lnTo>
                    <a:pt x="8938489" y="3605186"/>
                  </a:lnTo>
                  <a:lnTo>
                    <a:pt x="8966749" y="3690128"/>
                  </a:lnTo>
                  <a:lnTo>
                    <a:pt x="8995290" y="3770938"/>
                  </a:lnTo>
                  <a:lnTo>
                    <a:pt x="9024209" y="3847613"/>
                  </a:lnTo>
                  <a:lnTo>
                    <a:pt x="9053623" y="3920191"/>
                  </a:lnTo>
                  <a:lnTo>
                    <a:pt x="9083671" y="3988752"/>
                  </a:lnTo>
                  <a:lnTo>
                    <a:pt x="9084767" y="3991147"/>
                  </a:lnTo>
                  <a:lnTo>
                    <a:pt x="9127235" y="4078344"/>
                  </a:lnTo>
                  <a:lnTo>
                    <a:pt x="9171663" y="4158120"/>
                  </a:lnTo>
                  <a:lnTo>
                    <a:pt x="9218587" y="4230726"/>
                  </a:lnTo>
                  <a:lnTo>
                    <a:pt x="9268597" y="4296653"/>
                  </a:lnTo>
                  <a:lnTo>
                    <a:pt x="9322308" y="4356497"/>
                  </a:lnTo>
                  <a:lnTo>
                    <a:pt x="9380322" y="4410874"/>
                  </a:lnTo>
                  <a:lnTo>
                    <a:pt x="9443195" y="4460369"/>
                  </a:lnTo>
                  <a:lnTo>
                    <a:pt x="9511387" y="4505501"/>
                  </a:lnTo>
                  <a:lnTo>
                    <a:pt x="9585189" y="4546704"/>
                  </a:lnTo>
                  <a:lnTo>
                    <a:pt x="9664642" y="4584319"/>
                  </a:lnTo>
                  <a:lnTo>
                    <a:pt x="9749430" y="4618585"/>
                  </a:lnTo>
                  <a:lnTo>
                    <a:pt x="9838772" y="4649644"/>
                  </a:lnTo>
                  <a:lnTo>
                    <a:pt x="9931315" y="4677549"/>
                  </a:lnTo>
                  <a:lnTo>
                    <a:pt x="10025085" y="4702279"/>
                  </a:lnTo>
                  <a:lnTo>
                    <a:pt x="10117503" y="4723773"/>
                  </a:lnTo>
                  <a:lnTo>
                    <a:pt x="10205535" y="4741968"/>
                  </a:lnTo>
                  <a:lnTo>
                    <a:pt x="10285978" y="4756847"/>
                  </a:lnTo>
                  <a:lnTo>
                    <a:pt x="10355857" y="4768485"/>
                  </a:lnTo>
                  <a:lnTo>
                    <a:pt x="10412884" y="4777082"/>
                  </a:lnTo>
                  <a:lnTo>
                    <a:pt x="10455854" y="4782972"/>
                  </a:lnTo>
                  <a:lnTo>
                    <a:pt x="10484895" y="4786603"/>
                  </a:lnTo>
                  <a:lnTo>
                    <a:pt x="10501530" y="4788506"/>
                  </a:lnTo>
                  <a:lnTo>
                    <a:pt x="10508562" y="4789245"/>
                  </a:lnTo>
                  <a:lnTo>
                    <a:pt x="10509907" y="4789376"/>
                  </a:lnTo>
                  <a:lnTo>
                    <a:pt x="10509911" y="4789377"/>
                  </a:lnTo>
                  <a:lnTo>
                    <a:pt x="11981298" y="478937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19" name="pl1519"/>
            <p:cNvSpPr/>
            <p:nvPr/>
          </p:nvSpPr>
          <p:spPr>
            <a:xfrm>
              <a:off x="4799595" y="6164855"/>
              <a:ext cx="11981298" cy="4789377"/>
            </a:xfrm>
            <a:custGeom>
              <a:avLst/>
              <a:pathLst>
                <a:path w="11981298" h="4789377">
                  <a:moveTo>
                    <a:pt x="11981298" y="4789377"/>
                  </a:moveTo>
                  <a:lnTo>
                    <a:pt x="10509911" y="4789377"/>
                  </a:lnTo>
                  <a:lnTo>
                    <a:pt x="10509017" y="4789290"/>
                  </a:lnTo>
                  <a:lnTo>
                    <a:pt x="10503111" y="4788678"/>
                  </a:lnTo>
                  <a:lnTo>
                    <a:pt x="10488123" y="4786985"/>
                  </a:lnTo>
                  <a:lnTo>
                    <a:pt x="10461069" y="4783647"/>
                  </a:lnTo>
                  <a:lnTo>
                    <a:pt x="10420229" y="4778127"/>
                  </a:lnTo>
                  <a:lnTo>
                    <a:pt x="10365262" y="4769960"/>
                  </a:lnTo>
                  <a:lnTo>
                    <a:pt x="10297185" y="4758794"/>
                  </a:lnTo>
                  <a:lnTo>
                    <a:pt x="10218147" y="4744408"/>
                  </a:lnTo>
                  <a:lnTo>
                    <a:pt x="10131048" y="4726710"/>
                  </a:lnTo>
                  <a:lnTo>
                    <a:pt x="10039086" y="4705707"/>
                  </a:lnTo>
                  <a:lnTo>
                    <a:pt x="9945341" y="4681457"/>
                  </a:lnTo>
                  <a:lnTo>
                    <a:pt x="9852472" y="4654025"/>
                  </a:lnTo>
                  <a:lnTo>
                    <a:pt x="9762550" y="4623440"/>
                  </a:lnTo>
                  <a:lnTo>
                    <a:pt x="9677017" y="4589661"/>
                  </a:lnTo>
                  <a:lnTo>
                    <a:pt x="9596735" y="4552560"/>
                  </a:lnTo>
                  <a:lnTo>
                    <a:pt x="9522081" y="4511914"/>
                  </a:lnTo>
                  <a:lnTo>
                    <a:pt x="9453063" y="4467397"/>
                  </a:lnTo>
                  <a:lnTo>
                    <a:pt x="9389418" y="4418586"/>
                  </a:lnTo>
                  <a:lnTo>
                    <a:pt x="9330710" y="4364976"/>
                  </a:lnTo>
                  <a:lnTo>
                    <a:pt x="9276393" y="4305990"/>
                  </a:lnTo>
                  <a:lnTo>
                    <a:pt x="9225867" y="4241014"/>
                  </a:lnTo>
                  <a:lnTo>
                    <a:pt x="9178520" y="4169443"/>
                  </a:lnTo>
                  <a:lnTo>
                    <a:pt x="9133754" y="4090765"/>
                  </a:lnTo>
                  <a:lnTo>
                    <a:pt x="9091023" y="4004682"/>
                  </a:lnTo>
                  <a:lnTo>
                    <a:pt x="9084767" y="3991147"/>
                  </a:lnTo>
                  <a:lnTo>
                    <a:pt x="9054693" y="3922729"/>
                  </a:lnTo>
                  <a:lnTo>
                    <a:pt x="9025259" y="3850297"/>
                  </a:lnTo>
                  <a:lnTo>
                    <a:pt x="8996324" y="3773771"/>
                  </a:lnTo>
                  <a:lnTo>
                    <a:pt x="8967772" y="3693110"/>
                  </a:lnTo>
                  <a:lnTo>
                    <a:pt x="8939503" y="3608316"/>
                  </a:lnTo>
                  <a:lnTo>
                    <a:pt x="8911434" y="3519442"/>
                  </a:lnTo>
                  <a:lnTo>
                    <a:pt x="8883500" y="3426589"/>
                  </a:lnTo>
                  <a:lnTo>
                    <a:pt x="8855646" y="3329910"/>
                  </a:lnTo>
                  <a:lnTo>
                    <a:pt x="8827828" y="3229615"/>
                  </a:lnTo>
                  <a:lnTo>
                    <a:pt x="8800018" y="3125967"/>
                  </a:lnTo>
                  <a:lnTo>
                    <a:pt x="8772192" y="3019284"/>
                  </a:lnTo>
                  <a:lnTo>
                    <a:pt x="8744338" y="2909932"/>
                  </a:lnTo>
                  <a:lnTo>
                    <a:pt x="8716450" y="2798325"/>
                  </a:lnTo>
                  <a:lnTo>
                    <a:pt x="8688529" y="2684918"/>
                  </a:lnTo>
                  <a:lnTo>
                    <a:pt x="8660582" y="2570196"/>
                  </a:lnTo>
                  <a:lnTo>
                    <a:pt x="8632616" y="2454672"/>
                  </a:lnTo>
                  <a:lnTo>
                    <a:pt x="8604644" y="2338872"/>
                  </a:lnTo>
                  <a:lnTo>
                    <a:pt x="8576678" y="2223329"/>
                  </a:lnTo>
                  <a:lnTo>
                    <a:pt x="8548730" y="2108570"/>
                  </a:lnTo>
                  <a:lnTo>
                    <a:pt x="8520808" y="1995106"/>
                  </a:lnTo>
                  <a:lnTo>
                    <a:pt x="8492919" y="1883426"/>
                  </a:lnTo>
                  <a:lnTo>
                    <a:pt x="8465064" y="1773986"/>
                  </a:lnTo>
                  <a:lnTo>
                    <a:pt x="8437237" y="1667200"/>
                  </a:lnTo>
                  <a:lnTo>
                    <a:pt x="8409426" y="1563437"/>
                  </a:lnTo>
                  <a:lnTo>
                    <a:pt x="8381610" y="1463017"/>
                  </a:lnTo>
                  <a:lnTo>
                    <a:pt x="8353757" y="1366204"/>
                  </a:lnTo>
                  <a:lnTo>
                    <a:pt x="8325827" y="1273209"/>
                  </a:lnTo>
                  <a:lnTo>
                    <a:pt x="8297765" y="1184190"/>
                  </a:lnTo>
                  <a:lnTo>
                    <a:pt x="8269504" y="1099248"/>
                  </a:lnTo>
                  <a:lnTo>
                    <a:pt x="8240963" y="1018438"/>
                  </a:lnTo>
                  <a:lnTo>
                    <a:pt x="8212044" y="941763"/>
                  </a:lnTo>
                  <a:lnTo>
                    <a:pt x="8182630" y="869185"/>
                  </a:lnTo>
                  <a:lnTo>
                    <a:pt x="8152582" y="800624"/>
                  </a:lnTo>
                  <a:lnTo>
                    <a:pt x="8151487" y="798229"/>
                  </a:lnTo>
                  <a:lnTo>
                    <a:pt x="8109018" y="711032"/>
                  </a:lnTo>
                  <a:lnTo>
                    <a:pt x="8064590" y="631256"/>
                  </a:lnTo>
                  <a:lnTo>
                    <a:pt x="8017666" y="558650"/>
                  </a:lnTo>
                  <a:lnTo>
                    <a:pt x="7967656" y="492723"/>
                  </a:lnTo>
                  <a:lnTo>
                    <a:pt x="7913945" y="432879"/>
                  </a:lnTo>
                  <a:lnTo>
                    <a:pt x="7855932" y="378502"/>
                  </a:lnTo>
                  <a:lnTo>
                    <a:pt x="7793058" y="329007"/>
                  </a:lnTo>
                  <a:lnTo>
                    <a:pt x="7724866" y="283875"/>
                  </a:lnTo>
                  <a:lnTo>
                    <a:pt x="7651064" y="242672"/>
                  </a:lnTo>
                  <a:lnTo>
                    <a:pt x="7571612" y="205057"/>
                  </a:lnTo>
                  <a:lnTo>
                    <a:pt x="7486823" y="170791"/>
                  </a:lnTo>
                  <a:lnTo>
                    <a:pt x="7397482" y="139732"/>
                  </a:lnTo>
                  <a:lnTo>
                    <a:pt x="7304938" y="111827"/>
                  </a:lnTo>
                  <a:lnTo>
                    <a:pt x="7211168" y="87097"/>
                  </a:lnTo>
                  <a:lnTo>
                    <a:pt x="7118751" y="65603"/>
                  </a:lnTo>
                  <a:lnTo>
                    <a:pt x="7030718" y="47408"/>
                  </a:lnTo>
                  <a:lnTo>
                    <a:pt x="6950275" y="32529"/>
                  </a:lnTo>
                  <a:lnTo>
                    <a:pt x="6880396" y="20891"/>
                  </a:lnTo>
                  <a:lnTo>
                    <a:pt x="6823369" y="12294"/>
                  </a:lnTo>
                  <a:lnTo>
                    <a:pt x="6780400" y="6404"/>
                  </a:lnTo>
                  <a:lnTo>
                    <a:pt x="6751358" y="2773"/>
                  </a:lnTo>
                  <a:lnTo>
                    <a:pt x="6734723" y="870"/>
                  </a:lnTo>
                  <a:lnTo>
                    <a:pt x="6727691" y="131"/>
                  </a:lnTo>
                  <a:lnTo>
                    <a:pt x="6726346" y="0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834" y="73"/>
                  </a:lnTo>
                  <a:lnTo>
                    <a:pt x="5246461" y="597"/>
                  </a:lnTo>
                  <a:lnTo>
                    <a:pt x="5227868" y="2046"/>
                  </a:lnTo>
                  <a:lnTo>
                    <a:pt x="5194604" y="4899"/>
                  </a:lnTo>
                  <a:lnTo>
                    <a:pt x="5144979" y="9601"/>
                  </a:lnTo>
                  <a:lnTo>
                    <a:pt x="5079193" y="16516"/>
                  </a:lnTo>
                  <a:lnTo>
                    <a:pt x="4999196" y="25896"/>
                  </a:lnTo>
                  <a:lnTo>
                    <a:pt x="4908242" y="37870"/>
                  </a:lnTo>
                  <a:lnTo>
                    <a:pt x="4810263" y="52463"/>
                  </a:lnTo>
                  <a:lnTo>
                    <a:pt x="4709229" y="69637"/>
                  </a:lnTo>
                  <a:lnTo>
                    <a:pt x="4608634" y="89334"/>
                  </a:lnTo>
                  <a:lnTo>
                    <a:pt x="4511213" y="111523"/>
                  </a:lnTo>
                  <a:lnTo>
                    <a:pt x="4418845" y="136234"/>
                  </a:lnTo>
                  <a:lnTo>
                    <a:pt x="4332620" y="163576"/>
                  </a:lnTo>
                  <a:lnTo>
                    <a:pt x="4252975" y="193746"/>
                  </a:lnTo>
                  <a:lnTo>
                    <a:pt x="4179858" y="227037"/>
                  </a:lnTo>
                  <a:lnTo>
                    <a:pt x="4112880" y="263825"/>
                  </a:lnTo>
                  <a:lnTo>
                    <a:pt x="4051440" y="304564"/>
                  </a:lnTo>
                  <a:lnTo>
                    <a:pt x="3994819" y="349761"/>
                  </a:lnTo>
                  <a:lnTo>
                    <a:pt x="3942248" y="399942"/>
                  </a:lnTo>
                  <a:lnTo>
                    <a:pt x="3892963" y="455588"/>
                  </a:lnTo>
                  <a:lnTo>
                    <a:pt x="3846250" y="517032"/>
                  </a:lnTo>
                  <a:lnTo>
                    <a:pt x="3829811" y="540780"/>
                  </a:lnTo>
                  <a:lnTo>
                    <a:pt x="3794151" y="596160"/>
                  </a:lnTo>
                  <a:lnTo>
                    <a:pt x="3759356" y="655397"/>
                  </a:lnTo>
                  <a:lnTo>
                    <a:pt x="3725201" y="718568"/>
                  </a:lnTo>
                  <a:lnTo>
                    <a:pt x="3691504" y="785697"/>
                  </a:lnTo>
                  <a:lnTo>
                    <a:pt x="3658119" y="856745"/>
                  </a:lnTo>
                  <a:lnTo>
                    <a:pt x="3624928" y="931605"/>
                  </a:lnTo>
                  <a:lnTo>
                    <a:pt x="3591842" y="1010099"/>
                  </a:lnTo>
                  <a:lnTo>
                    <a:pt x="3558794" y="1091976"/>
                  </a:lnTo>
                  <a:lnTo>
                    <a:pt x="3525738" y="1176911"/>
                  </a:lnTo>
                  <a:lnTo>
                    <a:pt x="3492647" y="1264510"/>
                  </a:lnTo>
                  <a:lnTo>
                    <a:pt x="3459510" y="1354313"/>
                  </a:lnTo>
                  <a:lnTo>
                    <a:pt x="3426327" y="1445805"/>
                  </a:lnTo>
                  <a:lnTo>
                    <a:pt x="3393108" y="1538429"/>
                  </a:lnTo>
                  <a:lnTo>
                    <a:pt x="3359872" y="1631595"/>
                  </a:lnTo>
                  <a:lnTo>
                    <a:pt x="3326637" y="1724702"/>
                  </a:lnTo>
                  <a:lnTo>
                    <a:pt x="3293424" y="1817147"/>
                  </a:lnTo>
                  <a:lnTo>
                    <a:pt x="3260250" y="1908347"/>
                  </a:lnTo>
                  <a:lnTo>
                    <a:pt x="3227122" y="1997751"/>
                  </a:lnTo>
                  <a:lnTo>
                    <a:pt x="3194039" y="2084856"/>
                  </a:lnTo>
                  <a:lnTo>
                    <a:pt x="3160987" y="2169213"/>
                  </a:lnTo>
                  <a:lnTo>
                    <a:pt x="3127936" y="2250442"/>
                  </a:lnTo>
                  <a:lnTo>
                    <a:pt x="3094835" y="2328233"/>
                  </a:lnTo>
                  <a:lnTo>
                    <a:pt x="3061614" y="2402347"/>
                  </a:lnTo>
                  <a:lnTo>
                    <a:pt x="3028177" y="2472623"/>
                  </a:lnTo>
                  <a:lnTo>
                    <a:pt x="2994402" y="2538968"/>
                  </a:lnTo>
                  <a:lnTo>
                    <a:pt x="2960136" y="2601354"/>
                  </a:lnTo>
                  <a:lnTo>
                    <a:pt x="2925188" y="2659817"/>
                  </a:lnTo>
                  <a:lnTo>
                    <a:pt x="2896531" y="2703900"/>
                  </a:lnTo>
                  <a:lnTo>
                    <a:pt x="2850591" y="2767476"/>
                  </a:lnTo>
                  <a:lnTo>
                    <a:pt x="2802318" y="2825199"/>
                  </a:lnTo>
                  <a:lnTo>
                    <a:pt x="2751026" y="2877313"/>
                  </a:lnTo>
                  <a:lnTo>
                    <a:pt x="2695965" y="2924259"/>
                  </a:lnTo>
                  <a:lnTo>
                    <a:pt x="2636360" y="2966555"/>
                  </a:lnTo>
                  <a:lnTo>
                    <a:pt x="2571469" y="3004721"/>
                  </a:lnTo>
                  <a:lnTo>
                    <a:pt x="2500638" y="3039232"/>
                  </a:lnTo>
                  <a:lnTo>
                    <a:pt x="2423388" y="3070497"/>
                  </a:lnTo>
                  <a:lnTo>
                    <a:pt x="2339529" y="3098837"/>
                  </a:lnTo>
                  <a:lnTo>
                    <a:pt x="2249302" y="3124485"/>
                  </a:lnTo>
                  <a:lnTo>
                    <a:pt x="2153541" y="3147582"/>
                  </a:lnTo>
                  <a:lnTo>
                    <a:pt x="2053827" y="3168185"/>
                  </a:lnTo>
                  <a:lnTo>
                    <a:pt x="1952584" y="3186280"/>
                  </a:lnTo>
                  <a:lnTo>
                    <a:pt x="1853054" y="3201816"/>
                  </a:lnTo>
                  <a:lnTo>
                    <a:pt x="1759081" y="3214742"/>
                  </a:lnTo>
                  <a:lnTo>
                    <a:pt x="1674682" y="3225054"/>
                  </a:lnTo>
                  <a:lnTo>
                    <a:pt x="1603434" y="3232841"/>
                  </a:lnTo>
                  <a:lnTo>
                    <a:pt x="1547824" y="3238309"/>
                  </a:lnTo>
                  <a:lnTo>
                    <a:pt x="1508719" y="3241785"/>
                  </a:lnTo>
                  <a:lnTo>
                    <a:pt x="1485114" y="3243689"/>
                  </a:lnTo>
                  <a:lnTo>
                    <a:pt x="1474169" y="3244493"/>
                  </a:lnTo>
                  <a:lnTo>
                    <a:pt x="1471443" y="3244676"/>
                  </a:lnTo>
                  <a:lnTo>
                    <a:pt x="1471387" y="3244680"/>
                  </a:lnTo>
                  <a:lnTo>
                    <a:pt x="0" y="324468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20" name="pg1520"/>
            <p:cNvSpPr/>
            <p:nvPr/>
          </p:nvSpPr>
          <p:spPr>
            <a:xfrm>
              <a:off x="4799595" y="3721128"/>
              <a:ext cx="11981298" cy="5712925"/>
            </a:xfrm>
            <a:custGeom>
              <a:avLst/>
              <a:pathLst>
                <a:path w="11981298" h="5712925">
                  <a:moveTo>
                    <a:pt x="0" y="5712925"/>
                  </a:moveTo>
                  <a:lnTo>
                    <a:pt x="1471387" y="5712925"/>
                  </a:lnTo>
                  <a:lnTo>
                    <a:pt x="1472561" y="5712870"/>
                  </a:lnTo>
                  <a:lnTo>
                    <a:pt x="1480273" y="5712474"/>
                  </a:lnTo>
                  <a:lnTo>
                    <a:pt x="1499694" y="5711379"/>
                  </a:lnTo>
                  <a:lnTo>
                    <a:pt x="1534372" y="5709225"/>
                  </a:lnTo>
                  <a:lnTo>
                    <a:pt x="1585969" y="5705677"/>
                  </a:lnTo>
                  <a:lnTo>
                    <a:pt x="1654137" y="5700467"/>
                  </a:lnTo>
                  <a:lnTo>
                    <a:pt x="1736696" y="5693412"/>
                  </a:lnTo>
                  <a:lnTo>
                    <a:pt x="1830132" y="5684424"/>
                  </a:lnTo>
                  <a:lnTo>
                    <a:pt x="1930290" y="5673490"/>
                  </a:lnTo>
                  <a:lnTo>
                    <a:pt x="2033052" y="5660645"/>
                  </a:lnTo>
                  <a:lnTo>
                    <a:pt x="2134862" y="5645930"/>
                  </a:lnTo>
                  <a:lnTo>
                    <a:pt x="2233001" y="5629362"/>
                  </a:lnTo>
                  <a:lnTo>
                    <a:pt x="2325658" y="5610910"/>
                  </a:lnTo>
                  <a:lnTo>
                    <a:pt x="2411838" y="5590478"/>
                  </a:lnTo>
                  <a:lnTo>
                    <a:pt x="2491205" y="5567901"/>
                  </a:lnTo>
                  <a:lnTo>
                    <a:pt x="2563905" y="5542944"/>
                  </a:lnTo>
                  <a:lnTo>
                    <a:pt x="2630412" y="5515307"/>
                  </a:lnTo>
                  <a:lnTo>
                    <a:pt x="2691396" y="5484636"/>
                  </a:lnTo>
                  <a:lnTo>
                    <a:pt x="2747631" y="5450541"/>
                  </a:lnTo>
                  <a:lnTo>
                    <a:pt x="2799924" y="5412628"/>
                  </a:lnTo>
                  <a:lnTo>
                    <a:pt x="2849067" y="5370559"/>
                  </a:lnTo>
                  <a:lnTo>
                    <a:pt x="2895781" y="5324143"/>
                  </a:lnTo>
                  <a:lnTo>
                    <a:pt x="2896531" y="5323346"/>
                  </a:lnTo>
                  <a:lnTo>
                    <a:pt x="2937068" y="5277692"/>
                  </a:lnTo>
                  <a:lnTo>
                    <a:pt x="2976527" y="5228423"/>
                  </a:lnTo>
                  <a:lnTo>
                    <a:pt x="3015225" y="5175467"/>
                  </a:lnTo>
                  <a:lnTo>
                    <a:pt x="3053411" y="5118824"/>
                  </a:lnTo>
                  <a:lnTo>
                    <a:pt x="3091281" y="5058567"/>
                  </a:lnTo>
                  <a:lnTo>
                    <a:pt x="3128982" y="4994859"/>
                  </a:lnTo>
                  <a:lnTo>
                    <a:pt x="3166622" y="4927947"/>
                  </a:lnTo>
                  <a:lnTo>
                    <a:pt x="3204269" y="4858170"/>
                  </a:lnTo>
                  <a:lnTo>
                    <a:pt x="3241964" y="4785951"/>
                  </a:lnTo>
                  <a:lnTo>
                    <a:pt x="3279720" y="4711789"/>
                  </a:lnTo>
                  <a:lnTo>
                    <a:pt x="3317531" y="4636248"/>
                  </a:lnTo>
                  <a:lnTo>
                    <a:pt x="3355376" y="4559937"/>
                  </a:lnTo>
                  <a:lnTo>
                    <a:pt x="3393228" y="4483495"/>
                  </a:lnTo>
                  <a:lnTo>
                    <a:pt x="3431057" y="4407561"/>
                  </a:lnTo>
                  <a:lnTo>
                    <a:pt x="3468837" y="4332760"/>
                  </a:lnTo>
                  <a:lnTo>
                    <a:pt x="3506557" y="4259676"/>
                  </a:lnTo>
                  <a:lnTo>
                    <a:pt x="3544220" y="4188837"/>
                  </a:lnTo>
                  <a:lnTo>
                    <a:pt x="3581856" y="4120700"/>
                  </a:lnTo>
                  <a:lnTo>
                    <a:pt x="3619521" y="4055637"/>
                  </a:lnTo>
                  <a:lnTo>
                    <a:pt x="3657307" y="3993934"/>
                  </a:lnTo>
                  <a:lnTo>
                    <a:pt x="3695342" y="3935789"/>
                  </a:lnTo>
                  <a:lnTo>
                    <a:pt x="3733802" y="3881310"/>
                  </a:lnTo>
                  <a:lnTo>
                    <a:pt x="3772913" y="3830528"/>
                  </a:lnTo>
                  <a:lnTo>
                    <a:pt x="3812963" y="3783398"/>
                  </a:lnTo>
                  <a:lnTo>
                    <a:pt x="3829811" y="3765027"/>
                  </a:lnTo>
                  <a:lnTo>
                    <a:pt x="3876491" y="3718540"/>
                  </a:lnTo>
                  <a:lnTo>
                    <a:pt x="3925589" y="3676401"/>
                  </a:lnTo>
                  <a:lnTo>
                    <a:pt x="3977824" y="3638422"/>
                  </a:lnTo>
                  <a:lnTo>
                    <a:pt x="4033987" y="3604267"/>
                  </a:lnTo>
                  <a:lnTo>
                    <a:pt x="4094887" y="3573543"/>
                  </a:lnTo>
                  <a:lnTo>
                    <a:pt x="4161297" y="3545860"/>
                  </a:lnTo>
                  <a:lnTo>
                    <a:pt x="4233892" y="3520862"/>
                  </a:lnTo>
                  <a:lnTo>
                    <a:pt x="4313147" y="3498248"/>
                  </a:lnTo>
                  <a:lnTo>
                    <a:pt x="4399216" y="3477782"/>
                  </a:lnTo>
                  <a:lnTo>
                    <a:pt x="4491773" y="3459298"/>
                  </a:lnTo>
                  <a:lnTo>
                    <a:pt x="4589835" y="3442700"/>
                  </a:lnTo>
                  <a:lnTo>
                    <a:pt x="4691604" y="3427954"/>
                  </a:lnTo>
                  <a:lnTo>
                    <a:pt x="4794377" y="3415078"/>
                  </a:lnTo>
                  <a:lnTo>
                    <a:pt x="4894610" y="3404113"/>
                  </a:lnTo>
                  <a:lnTo>
                    <a:pt x="4988191" y="3395093"/>
                  </a:lnTo>
                  <a:lnTo>
                    <a:pt x="5070959" y="3388007"/>
                  </a:lnTo>
                  <a:lnTo>
                    <a:pt x="5139385" y="3382767"/>
                  </a:lnTo>
                  <a:lnTo>
                    <a:pt x="5191262" y="3379195"/>
                  </a:lnTo>
                  <a:lnTo>
                    <a:pt x="5226210" y="3377020"/>
                  </a:lnTo>
                  <a:lnTo>
                    <a:pt x="5245858" y="3375911"/>
                  </a:lnTo>
                  <a:lnTo>
                    <a:pt x="5253724" y="3375506"/>
                  </a:lnTo>
                  <a:lnTo>
                    <a:pt x="5254955" y="3375448"/>
                  </a:lnTo>
                  <a:lnTo>
                    <a:pt x="6726343" y="3375448"/>
                  </a:lnTo>
                  <a:lnTo>
                    <a:pt x="6727456" y="3375372"/>
                  </a:lnTo>
                  <a:lnTo>
                    <a:pt x="6734777" y="3374832"/>
                  </a:lnTo>
                  <a:lnTo>
                    <a:pt x="6753246" y="3373339"/>
                  </a:lnTo>
                  <a:lnTo>
                    <a:pt x="6786297" y="3370400"/>
                  </a:lnTo>
                  <a:lnTo>
                    <a:pt x="6835623" y="3365556"/>
                  </a:lnTo>
                  <a:lnTo>
                    <a:pt x="6901046" y="3358429"/>
                  </a:lnTo>
                  <a:lnTo>
                    <a:pt x="6980652" y="3348760"/>
                  </a:lnTo>
                  <a:lnTo>
                    <a:pt x="7071224" y="3336412"/>
                  </a:lnTo>
                  <a:lnTo>
                    <a:pt x="7168865" y="3321359"/>
                  </a:lnTo>
                  <a:lnTo>
                    <a:pt x="7269629" y="3303640"/>
                  </a:lnTo>
                  <a:lnTo>
                    <a:pt x="7370029" y="3283313"/>
                  </a:lnTo>
                  <a:lnTo>
                    <a:pt x="7467333" y="3260412"/>
                  </a:lnTo>
                  <a:lnTo>
                    <a:pt x="7559650" y="3234909"/>
                  </a:lnTo>
                  <a:lnTo>
                    <a:pt x="7645877" y="3206694"/>
                  </a:lnTo>
                  <a:lnTo>
                    <a:pt x="7725561" y="3175566"/>
                  </a:lnTo>
                  <a:lnTo>
                    <a:pt x="7798740" y="3141228"/>
                  </a:lnTo>
                  <a:lnTo>
                    <a:pt x="7865789" y="3103294"/>
                  </a:lnTo>
                  <a:lnTo>
                    <a:pt x="7927300" y="3061301"/>
                  </a:lnTo>
                  <a:lnTo>
                    <a:pt x="7983983" y="3014726"/>
                  </a:lnTo>
                  <a:lnTo>
                    <a:pt x="8036599" y="2963028"/>
                  </a:lnTo>
                  <a:lnTo>
                    <a:pt x="8085909" y="2905708"/>
                  </a:lnTo>
                  <a:lnTo>
                    <a:pt x="8132627" y="2842412"/>
                  </a:lnTo>
                  <a:lnTo>
                    <a:pt x="8151487" y="2814235"/>
                  </a:lnTo>
                  <a:lnTo>
                    <a:pt x="8186597" y="2757689"/>
                  </a:lnTo>
                  <a:lnTo>
                    <a:pt x="8220867" y="2697267"/>
                  </a:lnTo>
                  <a:lnTo>
                    <a:pt x="8254510" y="2632889"/>
                  </a:lnTo>
                  <a:lnTo>
                    <a:pt x="8287701" y="2564531"/>
                  </a:lnTo>
                  <a:lnTo>
                    <a:pt x="8320583" y="2492227"/>
                  </a:lnTo>
                  <a:lnTo>
                    <a:pt x="8353268" y="2416078"/>
                  </a:lnTo>
                  <a:lnTo>
                    <a:pt x="8385845" y="2336255"/>
                  </a:lnTo>
                  <a:lnTo>
                    <a:pt x="8418379" y="2252998"/>
                  </a:lnTo>
                  <a:lnTo>
                    <a:pt x="8450917" y="2166621"/>
                  </a:lnTo>
                  <a:lnTo>
                    <a:pt x="8483485" y="2077505"/>
                  </a:lnTo>
                  <a:lnTo>
                    <a:pt x="8516098" y="1986096"/>
                  </a:lnTo>
                  <a:lnTo>
                    <a:pt x="8548756" y="1892896"/>
                  </a:lnTo>
                  <a:lnTo>
                    <a:pt x="8581451" y="1798451"/>
                  </a:lnTo>
                  <a:lnTo>
                    <a:pt x="8614167" y="1703338"/>
                  </a:lnTo>
                  <a:lnTo>
                    <a:pt x="8646885" y="1608152"/>
                  </a:lnTo>
                  <a:lnTo>
                    <a:pt x="8679587" y="1513491"/>
                  </a:lnTo>
                  <a:lnTo>
                    <a:pt x="8712255" y="1419938"/>
                  </a:lnTo>
                  <a:lnTo>
                    <a:pt x="8744879" y="1328048"/>
                  </a:lnTo>
                  <a:lnTo>
                    <a:pt x="8777457" y="1238334"/>
                  </a:lnTo>
                  <a:lnTo>
                    <a:pt x="8810000" y="1151256"/>
                  </a:lnTo>
                  <a:lnTo>
                    <a:pt x="8842532" y="1067213"/>
                  </a:lnTo>
                  <a:lnTo>
                    <a:pt x="8875093" y="986533"/>
                  </a:lnTo>
                  <a:lnTo>
                    <a:pt x="8907745" y="909477"/>
                  </a:lnTo>
                  <a:lnTo>
                    <a:pt x="8940569" y="836231"/>
                  </a:lnTo>
                  <a:lnTo>
                    <a:pt x="8973674" y="766912"/>
                  </a:lnTo>
                  <a:lnTo>
                    <a:pt x="9007193" y="701571"/>
                  </a:lnTo>
                  <a:lnTo>
                    <a:pt x="9041293" y="640196"/>
                  </a:lnTo>
                  <a:lnTo>
                    <a:pt x="9076178" y="582722"/>
                  </a:lnTo>
                  <a:lnTo>
                    <a:pt x="9084767" y="569385"/>
                  </a:lnTo>
                  <a:lnTo>
                    <a:pt x="9130594" y="503558"/>
                  </a:lnTo>
                  <a:lnTo>
                    <a:pt x="9178741" y="443777"/>
                  </a:lnTo>
                  <a:lnTo>
                    <a:pt x="9229888" y="389790"/>
                  </a:lnTo>
                  <a:lnTo>
                    <a:pt x="9284782" y="341145"/>
                  </a:lnTo>
                  <a:lnTo>
                    <a:pt x="9344190" y="297308"/>
                  </a:lnTo>
                  <a:lnTo>
                    <a:pt x="9408850" y="257742"/>
                  </a:lnTo>
                  <a:lnTo>
                    <a:pt x="9479413" y="221957"/>
                  </a:lnTo>
                  <a:lnTo>
                    <a:pt x="9556359" y="189532"/>
                  </a:lnTo>
                  <a:lnTo>
                    <a:pt x="9639882" y="160133"/>
                  </a:lnTo>
                  <a:lnTo>
                    <a:pt x="9729753" y="133518"/>
                  </a:lnTo>
                  <a:lnTo>
                    <a:pt x="9825160" y="109540"/>
                  </a:lnTo>
                  <a:lnTo>
                    <a:pt x="9924554" y="88139"/>
                  </a:lnTo>
                  <a:lnTo>
                    <a:pt x="10025552" y="69327"/>
                  </a:lnTo>
                  <a:lnTo>
                    <a:pt x="10124956" y="53155"/>
                  </a:lnTo>
                  <a:lnTo>
                    <a:pt x="10218965" y="39678"/>
                  </a:lnTo>
                  <a:lnTo>
                    <a:pt x="10303587" y="28902"/>
                  </a:lnTo>
                  <a:lnTo>
                    <a:pt x="10375242" y="20740"/>
                  </a:lnTo>
                  <a:lnTo>
                    <a:pt x="10431406" y="14984"/>
                  </a:lnTo>
                  <a:lnTo>
                    <a:pt x="10471142" y="11303"/>
                  </a:lnTo>
                  <a:lnTo>
                    <a:pt x="10495367" y="9266"/>
                  </a:lnTo>
                  <a:lnTo>
                    <a:pt x="10506815" y="8389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8797" y="75"/>
                  </a:lnTo>
                  <a:lnTo>
                    <a:pt x="10501476" y="615"/>
                  </a:lnTo>
                  <a:lnTo>
                    <a:pt x="10483008" y="2108"/>
                  </a:lnTo>
                  <a:lnTo>
                    <a:pt x="10449957" y="5047"/>
                  </a:lnTo>
                  <a:lnTo>
                    <a:pt x="10400630" y="9892"/>
                  </a:lnTo>
                  <a:lnTo>
                    <a:pt x="10335207" y="17018"/>
                  </a:lnTo>
                  <a:lnTo>
                    <a:pt x="10255602" y="26688"/>
                  </a:lnTo>
                  <a:lnTo>
                    <a:pt x="10165029" y="39035"/>
                  </a:lnTo>
                  <a:lnTo>
                    <a:pt x="10067389" y="54088"/>
                  </a:lnTo>
                  <a:lnTo>
                    <a:pt x="9966625" y="71808"/>
                  </a:lnTo>
                  <a:lnTo>
                    <a:pt x="9866224" y="92134"/>
                  </a:lnTo>
                  <a:lnTo>
                    <a:pt x="9768920" y="115035"/>
                  </a:lnTo>
                  <a:lnTo>
                    <a:pt x="9676603" y="140538"/>
                  </a:lnTo>
                  <a:lnTo>
                    <a:pt x="9590376" y="168753"/>
                  </a:lnTo>
                  <a:lnTo>
                    <a:pt x="9510692" y="199881"/>
                  </a:lnTo>
                  <a:lnTo>
                    <a:pt x="9437513" y="234219"/>
                  </a:lnTo>
                  <a:lnTo>
                    <a:pt x="9370464" y="272153"/>
                  </a:lnTo>
                  <a:lnTo>
                    <a:pt x="9308953" y="314146"/>
                  </a:lnTo>
                  <a:lnTo>
                    <a:pt x="9252270" y="360721"/>
                  </a:lnTo>
                  <a:lnTo>
                    <a:pt x="9199654" y="412419"/>
                  </a:lnTo>
                  <a:lnTo>
                    <a:pt x="9150344" y="469739"/>
                  </a:lnTo>
                  <a:lnTo>
                    <a:pt x="9103627" y="533036"/>
                  </a:lnTo>
                  <a:lnTo>
                    <a:pt x="9084767" y="561212"/>
                  </a:lnTo>
                  <a:lnTo>
                    <a:pt x="9049656" y="617758"/>
                  </a:lnTo>
                  <a:lnTo>
                    <a:pt x="9015386" y="678181"/>
                  </a:lnTo>
                  <a:lnTo>
                    <a:pt x="8981743" y="742558"/>
                  </a:lnTo>
                  <a:lnTo>
                    <a:pt x="8948552" y="810917"/>
                  </a:lnTo>
                  <a:lnTo>
                    <a:pt x="8915670" y="883220"/>
                  </a:lnTo>
                  <a:lnTo>
                    <a:pt x="8882985" y="959369"/>
                  </a:lnTo>
                  <a:lnTo>
                    <a:pt x="8850408" y="1039192"/>
                  </a:lnTo>
                  <a:lnTo>
                    <a:pt x="8817874" y="1122449"/>
                  </a:lnTo>
                  <a:lnTo>
                    <a:pt x="8785336" y="1208827"/>
                  </a:lnTo>
                  <a:lnTo>
                    <a:pt x="8752768" y="1297942"/>
                  </a:lnTo>
                  <a:lnTo>
                    <a:pt x="8720155" y="1389351"/>
                  </a:lnTo>
                  <a:lnTo>
                    <a:pt x="8687497" y="1482551"/>
                  </a:lnTo>
                  <a:lnTo>
                    <a:pt x="8654802" y="1576996"/>
                  </a:lnTo>
                  <a:lnTo>
                    <a:pt x="8622086" y="1672110"/>
                  </a:lnTo>
                  <a:lnTo>
                    <a:pt x="8589368" y="1767295"/>
                  </a:lnTo>
                  <a:lnTo>
                    <a:pt x="8556667" y="1861956"/>
                  </a:lnTo>
                  <a:lnTo>
                    <a:pt x="8523999" y="1955509"/>
                  </a:lnTo>
                  <a:lnTo>
                    <a:pt x="8491375" y="2047399"/>
                  </a:lnTo>
                  <a:lnTo>
                    <a:pt x="8458796" y="2137113"/>
                  </a:lnTo>
                  <a:lnTo>
                    <a:pt x="8426253" y="2224191"/>
                  </a:lnTo>
                  <a:lnTo>
                    <a:pt x="8393722" y="2308235"/>
                  </a:lnTo>
                  <a:lnTo>
                    <a:pt x="8361160" y="2388914"/>
                  </a:lnTo>
                  <a:lnTo>
                    <a:pt x="8328508" y="2465970"/>
                  </a:lnTo>
                  <a:lnTo>
                    <a:pt x="8295684" y="2539216"/>
                  </a:lnTo>
                  <a:lnTo>
                    <a:pt x="8262579" y="2608535"/>
                  </a:lnTo>
                  <a:lnTo>
                    <a:pt x="8229060" y="2673876"/>
                  </a:lnTo>
                  <a:lnTo>
                    <a:pt x="8194960" y="2735251"/>
                  </a:lnTo>
                  <a:lnTo>
                    <a:pt x="8160075" y="2792725"/>
                  </a:lnTo>
                  <a:lnTo>
                    <a:pt x="8151487" y="2806062"/>
                  </a:lnTo>
                  <a:lnTo>
                    <a:pt x="8105660" y="2871889"/>
                  </a:lnTo>
                  <a:lnTo>
                    <a:pt x="8057513" y="2931671"/>
                  </a:lnTo>
                  <a:lnTo>
                    <a:pt x="8006365" y="2985657"/>
                  </a:lnTo>
                  <a:lnTo>
                    <a:pt x="7951471" y="3034302"/>
                  </a:lnTo>
                  <a:lnTo>
                    <a:pt x="7892063" y="3078139"/>
                  </a:lnTo>
                  <a:lnTo>
                    <a:pt x="7827403" y="3117705"/>
                  </a:lnTo>
                  <a:lnTo>
                    <a:pt x="7756840" y="3153490"/>
                  </a:lnTo>
                  <a:lnTo>
                    <a:pt x="7679894" y="3185915"/>
                  </a:lnTo>
                  <a:lnTo>
                    <a:pt x="7596372" y="3215314"/>
                  </a:lnTo>
                  <a:lnTo>
                    <a:pt x="7506500" y="3241929"/>
                  </a:lnTo>
                  <a:lnTo>
                    <a:pt x="7411093" y="3265907"/>
                  </a:lnTo>
                  <a:lnTo>
                    <a:pt x="7311699" y="3287308"/>
                  </a:lnTo>
                  <a:lnTo>
                    <a:pt x="7210702" y="3306120"/>
                  </a:lnTo>
                  <a:lnTo>
                    <a:pt x="7111297" y="3322292"/>
                  </a:lnTo>
                  <a:lnTo>
                    <a:pt x="7017288" y="3335769"/>
                  </a:lnTo>
                  <a:lnTo>
                    <a:pt x="6932666" y="3346545"/>
                  </a:lnTo>
                  <a:lnTo>
                    <a:pt x="6861011" y="3354707"/>
                  </a:lnTo>
                  <a:lnTo>
                    <a:pt x="6804847" y="3360463"/>
                  </a:lnTo>
                  <a:lnTo>
                    <a:pt x="6765111" y="3364144"/>
                  </a:lnTo>
                  <a:lnTo>
                    <a:pt x="6740887" y="3366181"/>
                  </a:lnTo>
                  <a:lnTo>
                    <a:pt x="6729438" y="3367058"/>
                  </a:lnTo>
                  <a:lnTo>
                    <a:pt x="6726343" y="3367275"/>
                  </a:lnTo>
                  <a:lnTo>
                    <a:pt x="5254955" y="3367275"/>
                  </a:lnTo>
                  <a:lnTo>
                    <a:pt x="5253781" y="3367330"/>
                  </a:lnTo>
                  <a:lnTo>
                    <a:pt x="5246070" y="3367726"/>
                  </a:lnTo>
                  <a:lnTo>
                    <a:pt x="5226648" y="3368821"/>
                  </a:lnTo>
                  <a:lnTo>
                    <a:pt x="5191970" y="3370975"/>
                  </a:lnTo>
                  <a:lnTo>
                    <a:pt x="5140373" y="3374523"/>
                  </a:lnTo>
                  <a:lnTo>
                    <a:pt x="5072205" y="3379733"/>
                  </a:lnTo>
                  <a:lnTo>
                    <a:pt x="4989646" y="3386788"/>
                  </a:lnTo>
                  <a:lnTo>
                    <a:pt x="4896210" y="3395776"/>
                  </a:lnTo>
                  <a:lnTo>
                    <a:pt x="4796052" y="3406710"/>
                  </a:lnTo>
                  <a:lnTo>
                    <a:pt x="4693290" y="3419555"/>
                  </a:lnTo>
                  <a:lnTo>
                    <a:pt x="4591481" y="3434270"/>
                  </a:lnTo>
                  <a:lnTo>
                    <a:pt x="4493341" y="3450838"/>
                  </a:lnTo>
                  <a:lnTo>
                    <a:pt x="4400684" y="3469290"/>
                  </a:lnTo>
                  <a:lnTo>
                    <a:pt x="4314504" y="3489722"/>
                  </a:lnTo>
                  <a:lnTo>
                    <a:pt x="4235138" y="3512300"/>
                  </a:lnTo>
                  <a:lnTo>
                    <a:pt x="4162437" y="3537256"/>
                  </a:lnTo>
                  <a:lnTo>
                    <a:pt x="4095930" y="3564893"/>
                  </a:lnTo>
                  <a:lnTo>
                    <a:pt x="4034946" y="3595564"/>
                  </a:lnTo>
                  <a:lnTo>
                    <a:pt x="3978712" y="3629659"/>
                  </a:lnTo>
                  <a:lnTo>
                    <a:pt x="3926418" y="3667572"/>
                  </a:lnTo>
                  <a:lnTo>
                    <a:pt x="3877275" y="3709641"/>
                  </a:lnTo>
                  <a:lnTo>
                    <a:pt x="3830561" y="3756057"/>
                  </a:lnTo>
                  <a:lnTo>
                    <a:pt x="3829811" y="3756854"/>
                  </a:lnTo>
                  <a:lnTo>
                    <a:pt x="3789274" y="3802508"/>
                  </a:lnTo>
                  <a:lnTo>
                    <a:pt x="3749815" y="3851777"/>
                  </a:lnTo>
                  <a:lnTo>
                    <a:pt x="3711117" y="3904733"/>
                  </a:lnTo>
                  <a:lnTo>
                    <a:pt x="3672931" y="3961377"/>
                  </a:lnTo>
                  <a:lnTo>
                    <a:pt x="3635061" y="4021633"/>
                  </a:lnTo>
                  <a:lnTo>
                    <a:pt x="3597360" y="4085342"/>
                  </a:lnTo>
                  <a:lnTo>
                    <a:pt x="3559720" y="4152253"/>
                  </a:lnTo>
                  <a:lnTo>
                    <a:pt x="3522073" y="4222030"/>
                  </a:lnTo>
                  <a:lnTo>
                    <a:pt x="3484378" y="4294250"/>
                  </a:lnTo>
                  <a:lnTo>
                    <a:pt x="3446622" y="4368411"/>
                  </a:lnTo>
                  <a:lnTo>
                    <a:pt x="3408811" y="4443953"/>
                  </a:lnTo>
                  <a:lnTo>
                    <a:pt x="3370966" y="4520263"/>
                  </a:lnTo>
                  <a:lnTo>
                    <a:pt x="3333114" y="4596706"/>
                  </a:lnTo>
                  <a:lnTo>
                    <a:pt x="3295285" y="4672639"/>
                  </a:lnTo>
                  <a:lnTo>
                    <a:pt x="3257505" y="4747441"/>
                  </a:lnTo>
                  <a:lnTo>
                    <a:pt x="3219785" y="4820524"/>
                  </a:lnTo>
                  <a:lnTo>
                    <a:pt x="3182122" y="4891363"/>
                  </a:lnTo>
                  <a:lnTo>
                    <a:pt x="3144486" y="4959500"/>
                  </a:lnTo>
                  <a:lnTo>
                    <a:pt x="3106821" y="5024563"/>
                  </a:lnTo>
                  <a:lnTo>
                    <a:pt x="3069035" y="5086266"/>
                  </a:lnTo>
                  <a:lnTo>
                    <a:pt x="3031000" y="5144412"/>
                  </a:lnTo>
                  <a:lnTo>
                    <a:pt x="2992540" y="5198890"/>
                  </a:lnTo>
                  <a:lnTo>
                    <a:pt x="2953429" y="5249672"/>
                  </a:lnTo>
                  <a:lnTo>
                    <a:pt x="2913379" y="5296802"/>
                  </a:lnTo>
                  <a:lnTo>
                    <a:pt x="2896531" y="5315173"/>
                  </a:lnTo>
                  <a:lnTo>
                    <a:pt x="2849851" y="5361660"/>
                  </a:lnTo>
                  <a:lnTo>
                    <a:pt x="2800754" y="5403799"/>
                  </a:lnTo>
                  <a:lnTo>
                    <a:pt x="2748518" y="5441778"/>
                  </a:lnTo>
                  <a:lnTo>
                    <a:pt x="2692355" y="5475933"/>
                  </a:lnTo>
                  <a:lnTo>
                    <a:pt x="2631455" y="5506657"/>
                  </a:lnTo>
                  <a:lnTo>
                    <a:pt x="2565045" y="5534340"/>
                  </a:lnTo>
                  <a:lnTo>
                    <a:pt x="2492450" y="5559338"/>
                  </a:lnTo>
                  <a:lnTo>
                    <a:pt x="2413195" y="5581952"/>
                  </a:lnTo>
                  <a:lnTo>
                    <a:pt x="2327126" y="5602418"/>
                  </a:lnTo>
                  <a:lnTo>
                    <a:pt x="2234569" y="5620902"/>
                  </a:lnTo>
                  <a:lnTo>
                    <a:pt x="2136507" y="5637500"/>
                  </a:lnTo>
                  <a:lnTo>
                    <a:pt x="2034738" y="5652246"/>
                  </a:lnTo>
                  <a:lnTo>
                    <a:pt x="1931965" y="5665122"/>
                  </a:lnTo>
                  <a:lnTo>
                    <a:pt x="1831733" y="5676087"/>
                  </a:lnTo>
                  <a:lnTo>
                    <a:pt x="1738151" y="5685107"/>
                  </a:lnTo>
                  <a:lnTo>
                    <a:pt x="1655383" y="5692194"/>
                  </a:lnTo>
                  <a:lnTo>
                    <a:pt x="1586957" y="5697433"/>
                  </a:lnTo>
                  <a:lnTo>
                    <a:pt x="1535080" y="5701006"/>
                  </a:lnTo>
                  <a:lnTo>
                    <a:pt x="1500132" y="5703180"/>
                  </a:lnTo>
                  <a:lnTo>
                    <a:pt x="1480485" y="5704289"/>
                  </a:lnTo>
                  <a:lnTo>
                    <a:pt x="1472618" y="5704694"/>
                  </a:lnTo>
                  <a:lnTo>
                    <a:pt x="1471387" y="5704752"/>
                  </a:lnTo>
                  <a:lnTo>
                    <a:pt x="0" y="5704752"/>
                  </a:lnTo>
                  <a:close/>
                </a:path>
              </a:pathLst>
            </a:custGeom>
            <a:solidFill>
              <a:srgbClr val="8BC34A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521" name="pl1521"/>
            <p:cNvSpPr/>
            <p:nvPr/>
          </p:nvSpPr>
          <p:spPr>
            <a:xfrm>
              <a:off x="4799595" y="3729301"/>
              <a:ext cx="11981298" cy="5704752"/>
            </a:xfrm>
            <a:custGeom>
              <a:avLst/>
              <a:pathLst>
                <a:path w="11981298" h="5704752">
                  <a:moveTo>
                    <a:pt x="0" y="5704752"/>
                  </a:moveTo>
                  <a:lnTo>
                    <a:pt x="1471387" y="5704752"/>
                  </a:lnTo>
                  <a:lnTo>
                    <a:pt x="1472561" y="5704697"/>
                  </a:lnTo>
                  <a:lnTo>
                    <a:pt x="1480273" y="5704301"/>
                  </a:lnTo>
                  <a:lnTo>
                    <a:pt x="1499694" y="5703206"/>
                  </a:lnTo>
                  <a:lnTo>
                    <a:pt x="1534372" y="5701052"/>
                  </a:lnTo>
                  <a:lnTo>
                    <a:pt x="1585969" y="5697504"/>
                  </a:lnTo>
                  <a:lnTo>
                    <a:pt x="1654137" y="5692294"/>
                  </a:lnTo>
                  <a:lnTo>
                    <a:pt x="1736696" y="5685239"/>
                  </a:lnTo>
                  <a:lnTo>
                    <a:pt x="1830132" y="5676251"/>
                  </a:lnTo>
                  <a:lnTo>
                    <a:pt x="1930290" y="5665317"/>
                  </a:lnTo>
                  <a:lnTo>
                    <a:pt x="2033052" y="5652472"/>
                  </a:lnTo>
                  <a:lnTo>
                    <a:pt x="2134862" y="5637757"/>
                  </a:lnTo>
                  <a:lnTo>
                    <a:pt x="2233001" y="5621189"/>
                  </a:lnTo>
                  <a:lnTo>
                    <a:pt x="2325658" y="5602737"/>
                  </a:lnTo>
                  <a:lnTo>
                    <a:pt x="2411838" y="5582305"/>
                  </a:lnTo>
                  <a:lnTo>
                    <a:pt x="2491205" y="5559728"/>
                  </a:lnTo>
                  <a:lnTo>
                    <a:pt x="2563905" y="5534771"/>
                  </a:lnTo>
                  <a:lnTo>
                    <a:pt x="2630412" y="5507134"/>
                  </a:lnTo>
                  <a:lnTo>
                    <a:pt x="2691396" y="5476463"/>
                  </a:lnTo>
                  <a:lnTo>
                    <a:pt x="2747631" y="5442368"/>
                  </a:lnTo>
                  <a:lnTo>
                    <a:pt x="2799924" y="5404455"/>
                  </a:lnTo>
                  <a:lnTo>
                    <a:pt x="2849067" y="5362386"/>
                  </a:lnTo>
                  <a:lnTo>
                    <a:pt x="2895781" y="5315970"/>
                  </a:lnTo>
                  <a:lnTo>
                    <a:pt x="2896531" y="5315173"/>
                  </a:lnTo>
                  <a:lnTo>
                    <a:pt x="2937068" y="5269519"/>
                  </a:lnTo>
                  <a:lnTo>
                    <a:pt x="2976527" y="5220250"/>
                  </a:lnTo>
                  <a:lnTo>
                    <a:pt x="3015225" y="5167294"/>
                  </a:lnTo>
                  <a:lnTo>
                    <a:pt x="3053411" y="5110651"/>
                  </a:lnTo>
                  <a:lnTo>
                    <a:pt x="3091281" y="5050394"/>
                  </a:lnTo>
                  <a:lnTo>
                    <a:pt x="3128982" y="4986686"/>
                  </a:lnTo>
                  <a:lnTo>
                    <a:pt x="3166622" y="4919774"/>
                  </a:lnTo>
                  <a:lnTo>
                    <a:pt x="3204269" y="4849997"/>
                  </a:lnTo>
                  <a:lnTo>
                    <a:pt x="3241964" y="4777778"/>
                  </a:lnTo>
                  <a:lnTo>
                    <a:pt x="3279720" y="4703616"/>
                  </a:lnTo>
                  <a:lnTo>
                    <a:pt x="3317531" y="4628075"/>
                  </a:lnTo>
                  <a:lnTo>
                    <a:pt x="3355376" y="4551764"/>
                  </a:lnTo>
                  <a:lnTo>
                    <a:pt x="3393228" y="4475322"/>
                  </a:lnTo>
                  <a:lnTo>
                    <a:pt x="3431057" y="4399388"/>
                  </a:lnTo>
                  <a:lnTo>
                    <a:pt x="3468837" y="4324587"/>
                  </a:lnTo>
                  <a:lnTo>
                    <a:pt x="3506557" y="4251503"/>
                  </a:lnTo>
                  <a:lnTo>
                    <a:pt x="3544220" y="4180664"/>
                  </a:lnTo>
                  <a:lnTo>
                    <a:pt x="3581856" y="4112527"/>
                  </a:lnTo>
                  <a:lnTo>
                    <a:pt x="3619521" y="4047464"/>
                  </a:lnTo>
                  <a:lnTo>
                    <a:pt x="3657307" y="3985761"/>
                  </a:lnTo>
                  <a:lnTo>
                    <a:pt x="3695342" y="3927616"/>
                  </a:lnTo>
                  <a:lnTo>
                    <a:pt x="3733802" y="3873137"/>
                  </a:lnTo>
                  <a:lnTo>
                    <a:pt x="3772913" y="3822355"/>
                  </a:lnTo>
                  <a:lnTo>
                    <a:pt x="3812963" y="3775225"/>
                  </a:lnTo>
                  <a:lnTo>
                    <a:pt x="3829811" y="3756854"/>
                  </a:lnTo>
                  <a:lnTo>
                    <a:pt x="3876491" y="3710367"/>
                  </a:lnTo>
                  <a:lnTo>
                    <a:pt x="3925589" y="3668228"/>
                  </a:lnTo>
                  <a:lnTo>
                    <a:pt x="3977824" y="3630249"/>
                  </a:lnTo>
                  <a:lnTo>
                    <a:pt x="4033987" y="3596094"/>
                  </a:lnTo>
                  <a:lnTo>
                    <a:pt x="4094887" y="3565370"/>
                  </a:lnTo>
                  <a:lnTo>
                    <a:pt x="4161297" y="3537687"/>
                  </a:lnTo>
                  <a:lnTo>
                    <a:pt x="4233892" y="3512689"/>
                  </a:lnTo>
                  <a:lnTo>
                    <a:pt x="4313147" y="3490075"/>
                  </a:lnTo>
                  <a:lnTo>
                    <a:pt x="4399216" y="3469609"/>
                  </a:lnTo>
                  <a:lnTo>
                    <a:pt x="4491773" y="3451125"/>
                  </a:lnTo>
                  <a:lnTo>
                    <a:pt x="4589835" y="3434527"/>
                  </a:lnTo>
                  <a:lnTo>
                    <a:pt x="4691604" y="3419781"/>
                  </a:lnTo>
                  <a:lnTo>
                    <a:pt x="4794377" y="3406905"/>
                  </a:lnTo>
                  <a:lnTo>
                    <a:pt x="4894610" y="3395940"/>
                  </a:lnTo>
                  <a:lnTo>
                    <a:pt x="4988191" y="3386920"/>
                  </a:lnTo>
                  <a:lnTo>
                    <a:pt x="5070959" y="3379834"/>
                  </a:lnTo>
                  <a:lnTo>
                    <a:pt x="5139385" y="3374594"/>
                  </a:lnTo>
                  <a:lnTo>
                    <a:pt x="5191262" y="3371022"/>
                  </a:lnTo>
                  <a:lnTo>
                    <a:pt x="5226210" y="3368847"/>
                  </a:lnTo>
                  <a:lnTo>
                    <a:pt x="5245858" y="3367738"/>
                  </a:lnTo>
                  <a:lnTo>
                    <a:pt x="5253724" y="3367333"/>
                  </a:lnTo>
                  <a:lnTo>
                    <a:pt x="5254955" y="3367275"/>
                  </a:lnTo>
                  <a:lnTo>
                    <a:pt x="5254955" y="3367275"/>
                  </a:lnTo>
                  <a:lnTo>
                    <a:pt x="6726343" y="3367275"/>
                  </a:lnTo>
                  <a:lnTo>
                    <a:pt x="6727456" y="3367199"/>
                  </a:lnTo>
                  <a:lnTo>
                    <a:pt x="6734777" y="3366659"/>
                  </a:lnTo>
                  <a:lnTo>
                    <a:pt x="6753246" y="3365166"/>
                  </a:lnTo>
                  <a:lnTo>
                    <a:pt x="6786297" y="3362227"/>
                  </a:lnTo>
                  <a:lnTo>
                    <a:pt x="6835623" y="3357383"/>
                  </a:lnTo>
                  <a:lnTo>
                    <a:pt x="6901046" y="3350256"/>
                  </a:lnTo>
                  <a:lnTo>
                    <a:pt x="6980652" y="3340587"/>
                  </a:lnTo>
                  <a:lnTo>
                    <a:pt x="7071224" y="3328239"/>
                  </a:lnTo>
                  <a:lnTo>
                    <a:pt x="7168865" y="3313186"/>
                  </a:lnTo>
                  <a:lnTo>
                    <a:pt x="7269629" y="3295467"/>
                  </a:lnTo>
                  <a:lnTo>
                    <a:pt x="7370029" y="3275140"/>
                  </a:lnTo>
                  <a:lnTo>
                    <a:pt x="7467333" y="3252239"/>
                  </a:lnTo>
                  <a:lnTo>
                    <a:pt x="7559650" y="3226736"/>
                  </a:lnTo>
                  <a:lnTo>
                    <a:pt x="7645877" y="3198521"/>
                  </a:lnTo>
                  <a:lnTo>
                    <a:pt x="7725561" y="3167393"/>
                  </a:lnTo>
                  <a:lnTo>
                    <a:pt x="7798740" y="3133055"/>
                  </a:lnTo>
                  <a:lnTo>
                    <a:pt x="7865789" y="3095121"/>
                  </a:lnTo>
                  <a:lnTo>
                    <a:pt x="7927300" y="3053128"/>
                  </a:lnTo>
                  <a:lnTo>
                    <a:pt x="7983983" y="3006553"/>
                  </a:lnTo>
                  <a:lnTo>
                    <a:pt x="8036599" y="2954855"/>
                  </a:lnTo>
                  <a:lnTo>
                    <a:pt x="8085909" y="2897535"/>
                  </a:lnTo>
                  <a:lnTo>
                    <a:pt x="8132627" y="2834239"/>
                  </a:lnTo>
                  <a:lnTo>
                    <a:pt x="8151487" y="2806062"/>
                  </a:lnTo>
                  <a:lnTo>
                    <a:pt x="8186597" y="2749516"/>
                  </a:lnTo>
                  <a:lnTo>
                    <a:pt x="8220867" y="2689094"/>
                  </a:lnTo>
                  <a:lnTo>
                    <a:pt x="8254510" y="2624716"/>
                  </a:lnTo>
                  <a:lnTo>
                    <a:pt x="8287701" y="2556358"/>
                  </a:lnTo>
                  <a:lnTo>
                    <a:pt x="8320583" y="2484054"/>
                  </a:lnTo>
                  <a:lnTo>
                    <a:pt x="8353268" y="2407905"/>
                  </a:lnTo>
                  <a:lnTo>
                    <a:pt x="8385845" y="2328082"/>
                  </a:lnTo>
                  <a:lnTo>
                    <a:pt x="8418379" y="2244825"/>
                  </a:lnTo>
                  <a:lnTo>
                    <a:pt x="8450917" y="2158448"/>
                  </a:lnTo>
                  <a:lnTo>
                    <a:pt x="8483485" y="2069332"/>
                  </a:lnTo>
                  <a:lnTo>
                    <a:pt x="8516098" y="1977923"/>
                  </a:lnTo>
                  <a:lnTo>
                    <a:pt x="8548756" y="1884723"/>
                  </a:lnTo>
                  <a:lnTo>
                    <a:pt x="8581451" y="1790278"/>
                  </a:lnTo>
                  <a:lnTo>
                    <a:pt x="8614167" y="1695165"/>
                  </a:lnTo>
                  <a:lnTo>
                    <a:pt x="8646885" y="1599979"/>
                  </a:lnTo>
                  <a:lnTo>
                    <a:pt x="8679587" y="1505318"/>
                  </a:lnTo>
                  <a:lnTo>
                    <a:pt x="8712255" y="1411765"/>
                  </a:lnTo>
                  <a:lnTo>
                    <a:pt x="8744879" y="1319875"/>
                  </a:lnTo>
                  <a:lnTo>
                    <a:pt x="8777457" y="1230161"/>
                  </a:lnTo>
                  <a:lnTo>
                    <a:pt x="8810000" y="1143083"/>
                  </a:lnTo>
                  <a:lnTo>
                    <a:pt x="8842532" y="1059040"/>
                  </a:lnTo>
                  <a:lnTo>
                    <a:pt x="8875093" y="978360"/>
                  </a:lnTo>
                  <a:lnTo>
                    <a:pt x="8907745" y="901304"/>
                  </a:lnTo>
                  <a:lnTo>
                    <a:pt x="8940569" y="828058"/>
                  </a:lnTo>
                  <a:lnTo>
                    <a:pt x="8973674" y="758739"/>
                  </a:lnTo>
                  <a:lnTo>
                    <a:pt x="9007193" y="693398"/>
                  </a:lnTo>
                  <a:lnTo>
                    <a:pt x="9041293" y="632023"/>
                  </a:lnTo>
                  <a:lnTo>
                    <a:pt x="9076178" y="574549"/>
                  </a:lnTo>
                  <a:lnTo>
                    <a:pt x="9084767" y="561212"/>
                  </a:lnTo>
                  <a:lnTo>
                    <a:pt x="9130594" y="495385"/>
                  </a:lnTo>
                  <a:lnTo>
                    <a:pt x="9178741" y="435604"/>
                  </a:lnTo>
                  <a:lnTo>
                    <a:pt x="9229888" y="381618"/>
                  </a:lnTo>
                  <a:lnTo>
                    <a:pt x="9284782" y="332972"/>
                  </a:lnTo>
                  <a:lnTo>
                    <a:pt x="9344190" y="289135"/>
                  </a:lnTo>
                  <a:lnTo>
                    <a:pt x="9408850" y="249569"/>
                  </a:lnTo>
                  <a:lnTo>
                    <a:pt x="9479413" y="213784"/>
                  </a:lnTo>
                  <a:lnTo>
                    <a:pt x="9556359" y="181359"/>
                  </a:lnTo>
                  <a:lnTo>
                    <a:pt x="9639882" y="151960"/>
                  </a:lnTo>
                  <a:lnTo>
                    <a:pt x="9729753" y="125345"/>
                  </a:lnTo>
                  <a:lnTo>
                    <a:pt x="9825160" y="101367"/>
                  </a:lnTo>
                  <a:lnTo>
                    <a:pt x="9924554" y="79966"/>
                  </a:lnTo>
                  <a:lnTo>
                    <a:pt x="10025552" y="61154"/>
                  </a:lnTo>
                  <a:lnTo>
                    <a:pt x="10124956" y="44982"/>
                  </a:lnTo>
                  <a:lnTo>
                    <a:pt x="10218965" y="31505"/>
                  </a:lnTo>
                  <a:lnTo>
                    <a:pt x="10303587" y="20729"/>
                  </a:lnTo>
                  <a:lnTo>
                    <a:pt x="10375242" y="12567"/>
                  </a:lnTo>
                  <a:lnTo>
                    <a:pt x="10431406" y="6811"/>
                  </a:lnTo>
                  <a:lnTo>
                    <a:pt x="10471142" y="3130"/>
                  </a:lnTo>
                  <a:lnTo>
                    <a:pt x="10495367" y="1093"/>
                  </a:lnTo>
                  <a:lnTo>
                    <a:pt x="10506815" y="216"/>
                  </a:lnTo>
                  <a:lnTo>
                    <a:pt x="10509827" y="5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22" name="pl1522"/>
            <p:cNvSpPr/>
            <p:nvPr/>
          </p:nvSpPr>
          <p:spPr>
            <a:xfrm>
              <a:off x="4799595" y="3721128"/>
              <a:ext cx="11981298" cy="5704752"/>
            </a:xfrm>
            <a:custGeom>
              <a:avLst/>
              <a:pathLst>
                <a:path w="11981298" h="5704752">
                  <a:moveTo>
                    <a:pt x="11981298" y="0"/>
                  </a:moveTo>
                  <a:lnTo>
                    <a:pt x="10509911" y="0"/>
                  </a:lnTo>
                  <a:lnTo>
                    <a:pt x="10508797" y="75"/>
                  </a:lnTo>
                  <a:lnTo>
                    <a:pt x="10501476" y="615"/>
                  </a:lnTo>
                  <a:lnTo>
                    <a:pt x="10483008" y="2108"/>
                  </a:lnTo>
                  <a:lnTo>
                    <a:pt x="10449957" y="5047"/>
                  </a:lnTo>
                  <a:lnTo>
                    <a:pt x="10400630" y="9892"/>
                  </a:lnTo>
                  <a:lnTo>
                    <a:pt x="10335207" y="17018"/>
                  </a:lnTo>
                  <a:lnTo>
                    <a:pt x="10255602" y="26688"/>
                  </a:lnTo>
                  <a:lnTo>
                    <a:pt x="10165029" y="39035"/>
                  </a:lnTo>
                  <a:lnTo>
                    <a:pt x="10067389" y="54088"/>
                  </a:lnTo>
                  <a:lnTo>
                    <a:pt x="9966625" y="71808"/>
                  </a:lnTo>
                  <a:lnTo>
                    <a:pt x="9866224" y="92134"/>
                  </a:lnTo>
                  <a:lnTo>
                    <a:pt x="9768920" y="115035"/>
                  </a:lnTo>
                  <a:lnTo>
                    <a:pt x="9676603" y="140538"/>
                  </a:lnTo>
                  <a:lnTo>
                    <a:pt x="9590376" y="168753"/>
                  </a:lnTo>
                  <a:lnTo>
                    <a:pt x="9510692" y="199881"/>
                  </a:lnTo>
                  <a:lnTo>
                    <a:pt x="9437513" y="234219"/>
                  </a:lnTo>
                  <a:lnTo>
                    <a:pt x="9370464" y="272153"/>
                  </a:lnTo>
                  <a:lnTo>
                    <a:pt x="9308953" y="314146"/>
                  </a:lnTo>
                  <a:lnTo>
                    <a:pt x="9252270" y="360721"/>
                  </a:lnTo>
                  <a:lnTo>
                    <a:pt x="9199654" y="412419"/>
                  </a:lnTo>
                  <a:lnTo>
                    <a:pt x="9150344" y="469739"/>
                  </a:lnTo>
                  <a:lnTo>
                    <a:pt x="9103627" y="533036"/>
                  </a:lnTo>
                  <a:lnTo>
                    <a:pt x="9084767" y="561212"/>
                  </a:lnTo>
                  <a:lnTo>
                    <a:pt x="9049656" y="617758"/>
                  </a:lnTo>
                  <a:lnTo>
                    <a:pt x="9015386" y="678181"/>
                  </a:lnTo>
                  <a:lnTo>
                    <a:pt x="8981743" y="742558"/>
                  </a:lnTo>
                  <a:lnTo>
                    <a:pt x="8948552" y="810917"/>
                  </a:lnTo>
                  <a:lnTo>
                    <a:pt x="8915670" y="883220"/>
                  </a:lnTo>
                  <a:lnTo>
                    <a:pt x="8882985" y="959369"/>
                  </a:lnTo>
                  <a:lnTo>
                    <a:pt x="8850408" y="1039192"/>
                  </a:lnTo>
                  <a:lnTo>
                    <a:pt x="8817874" y="1122449"/>
                  </a:lnTo>
                  <a:lnTo>
                    <a:pt x="8785336" y="1208827"/>
                  </a:lnTo>
                  <a:lnTo>
                    <a:pt x="8752768" y="1297942"/>
                  </a:lnTo>
                  <a:lnTo>
                    <a:pt x="8720155" y="1389351"/>
                  </a:lnTo>
                  <a:lnTo>
                    <a:pt x="8687497" y="1482551"/>
                  </a:lnTo>
                  <a:lnTo>
                    <a:pt x="8654802" y="1576996"/>
                  </a:lnTo>
                  <a:lnTo>
                    <a:pt x="8622086" y="1672110"/>
                  </a:lnTo>
                  <a:lnTo>
                    <a:pt x="8589368" y="1767295"/>
                  </a:lnTo>
                  <a:lnTo>
                    <a:pt x="8556667" y="1861956"/>
                  </a:lnTo>
                  <a:lnTo>
                    <a:pt x="8523999" y="1955509"/>
                  </a:lnTo>
                  <a:lnTo>
                    <a:pt x="8491375" y="2047399"/>
                  </a:lnTo>
                  <a:lnTo>
                    <a:pt x="8458796" y="2137113"/>
                  </a:lnTo>
                  <a:lnTo>
                    <a:pt x="8426253" y="2224191"/>
                  </a:lnTo>
                  <a:lnTo>
                    <a:pt x="8393722" y="2308235"/>
                  </a:lnTo>
                  <a:lnTo>
                    <a:pt x="8361160" y="2388914"/>
                  </a:lnTo>
                  <a:lnTo>
                    <a:pt x="8328508" y="2465970"/>
                  </a:lnTo>
                  <a:lnTo>
                    <a:pt x="8295684" y="2539216"/>
                  </a:lnTo>
                  <a:lnTo>
                    <a:pt x="8262579" y="2608535"/>
                  </a:lnTo>
                  <a:lnTo>
                    <a:pt x="8229060" y="2673876"/>
                  </a:lnTo>
                  <a:lnTo>
                    <a:pt x="8194960" y="2735251"/>
                  </a:lnTo>
                  <a:lnTo>
                    <a:pt x="8160075" y="2792725"/>
                  </a:lnTo>
                  <a:lnTo>
                    <a:pt x="8151487" y="2806062"/>
                  </a:lnTo>
                  <a:lnTo>
                    <a:pt x="8105660" y="2871889"/>
                  </a:lnTo>
                  <a:lnTo>
                    <a:pt x="8057513" y="2931671"/>
                  </a:lnTo>
                  <a:lnTo>
                    <a:pt x="8006365" y="2985657"/>
                  </a:lnTo>
                  <a:lnTo>
                    <a:pt x="7951471" y="3034302"/>
                  </a:lnTo>
                  <a:lnTo>
                    <a:pt x="7892063" y="3078139"/>
                  </a:lnTo>
                  <a:lnTo>
                    <a:pt x="7827403" y="3117705"/>
                  </a:lnTo>
                  <a:lnTo>
                    <a:pt x="7756840" y="3153490"/>
                  </a:lnTo>
                  <a:lnTo>
                    <a:pt x="7679894" y="3185915"/>
                  </a:lnTo>
                  <a:lnTo>
                    <a:pt x="7596372" y="3215314"/>
                  </a:lnTo>
                  <a:lnTo>
                    <a:pt x="7506500" y="3241929"/>
                  </a:lnTo>
                  <a:lnTo>
                    <a:pt x="7411093" y="3265907"/>
                  </a:lnTo>
                  <a:lnTo>
                    <a:pt x="7311699" y="3287308"/>
                  </a:lnTo>
                  <a:lnTo>
                    <a:pt x="7210702" y="3306120"/>
                  </a:lnTo>
                  <a:lnTo>
                    <a:pt x="7111297" y="3322292"/>
                  </a:lnTo>
                  <a:lnTo>
                    <a:pt x="7017288" y="3335769"/>
                  </a:lnTo>
                  <a:lnTo>
                    <a:pt x="6932666" y="3346545"/>
                  </a:lnTo>
                  <a:lnTo>
                    <a:pt x="6861011" y="3354707"/>
                  </a:lnTo>
                  <a:lnTo>
                    <a:pt x="6804847" y="3360463"/>
                  </a:lnTo>
                  <a:lnTo>
                    <a:pt x="6765111" y="3364144"/>
                  </a:lnTo>
                  <a:lnTo>
                    <a:pt x="6740887" y="3366181"/>
                  </a:lnTo>
                  <a:lnTo>
                    <a:pt x="6729438" y="3367058"/>
                  </a:lnTo>
                  <a:lnTo>
                    <a:pt x="6726426" y="3367269"/>
                  </a:lnTo>
                  <a:lnTo>
                    <a:pt x="6726343" y="3367275"/>
                  </a:lnTo>
                  <a:lnTo>
                    <a:pt x="5254955" y="3367275"/>
                  </a:lnTo>
                  <a:lnTo>
                    <a:pt x="5253781" y="3367330"/>
                  </a:lnTo>
                  <a:lnTo>
                    <a:pt x="5246070" y="3367726"/>
                  </a:lnTo>
                  <a:lnTo>
                    <a:pt x="5226648" y="3368821"/>
                  </a:lnTo>
                  <a:lnTo>
                    <a:pt x="5191970" y="3370975"/>
                  </a:lnTo>
                  <a:lnTo>
                    <a:pt x="5140373" y="3374523"/>
                  </a:lnTo>
                  <a:lnTo>
                    <a:pt x="5072205" y="3379733"/>
                  </a:lnTo>
                  <a:lnTo>
                    <a:pt x="4989646" y="3386788"/>
                  </a:lnTo>
                  <a:lnTo>
                    <a:pt x="4896210" y="3395776"/>
                  </a:lnTo>
                  <a:lnTo>
                    <a:pt x="4796052" y="3406710"/>
                  </a:lnTo>
                  <a:lnTo>
                    <a:pt x="4693290" y="3419555"/>
                  </a:lnTo>
                  <a:lnTo>
                    <a:pt x="4591481" y="3434270"/>
                  </a:lnTo>
                  <a:lnTo>
                    <a:pt x="4493341" y="3450838"/>
                  </a:lnTo>
                  <a:lnTo>
                    <a:pt x="4400684" y="3469290"/>
                  </a:lnTo>
                  <a:lnTo>
                    <a:pt x="4314504" y="3489722"/>
                  </a:lnTo>
                  <a:lnTo>
                    <a:pt x="4235138" y="3512300"/>
                  </a:lnTo>
                  <a:lnTo>
                    <a:pt x="4162437" y="3537256"/>
                  </a:lnTo>
                  <a:lnTo>
                    <a:pt x="4095930" y="3564893"/>
                  </a:lnTo>
                  <a:lnTo>
                    <a:pt x="4034946" y="3595564"/>
                  </a:lnTo>
                  <a:lnTo>
                    <a:pt x="3978712" y="3629659"/>
                  </a:lnTo>
                  <a:lnTo>
                    <a:pt x="3926418" y="3667572"/>
                  </a:lnTo>
                  <a:lnTo>
                    <a:pt x="3877275" y="3709641"/>
                  </a:lnTo>
                  <a:lnTo>
                    <a:pt x="3830561" y="3756057"/>
                  </a:lnTo>
                  <a:lnTo>
                    <a:pt x="3829811" y="3756854"/>
                  </a:lnTo>
                  <a:lnTo>
                    <a:pt x="3789274" y="3802508"/>
                  </a:lnTo>
                  <a:lnTo>
                    <a:pt x="3749815" y="3851777"/>
                  </a:lnTo>
                  <a:lnTo>
                    <a:pt x="3711117" y="3904733"/>
                  </a:lnTo>
                  <a:lnTo>
                    <a:pt x="3672931" y="3961377"/>
                  </a:lnTo>
                  <a:lnTo>
                    <a:pt x="3635061" y="4021633"/>
                  </a:lnTo>
                  <a:lnTo>
                    <a:pt x="3597360" y="4085342"/>
                  </a:lnTo>
                  <a:lnTo>
                    <a:pt x="3559720" y="4152253"/>
                  </a:lnTo>
                  <a:lnTo>
                    <a:pt x="3522073" y="4222030"/>
                  </a:lnTo>
                  <a:lnTo>
                    <a:pt x="3484378" y="4294250"/>
                  </a:lnTo>
                  <a:lnTo>
                    <a:pt x="3446622" y="4368411"/>
                  </a:lnTo>
                  <a:lnTo>
                    <a:pt x="3408811" y="4443953"/>
                  </a:lnTo>
                  <a:lnTo>
                    <a:pt x="3370966" y="4520263"/>
                  </a:lnTo>
                  <a:lnTo>
                    <a:pt x="3333114" y="4596706"/>
                  </a:lnTo>
                  <a:lnTo>
                    <a:pt x="3295285" y="4672639"/>
                  </a:lnTo>
                  <a:lnTo>
                    <a:pt x="3257505" y="4747441"/>
                  </a:lnTo>
                  <a:lnTo>
                    <a:pt x="3219785" y="4820524"/>
                  </a:lnTo>
                  <a:lnTo>
                    <a:pt x="3182122" y="4891363"/>
                  </a:lnTo>
                  <a:lnTo>
                    <a:pt x="3144486" y="4959500"/>
                  </a:lnTo>
                  <a:lnTo>
                    <a:pt x="3106821" y="5024563"/>
                  </a:lnTo>
                  <a:lnTo>
                    <a:pt x="3069035" y="5086266"/>
                  </a:lnTo>
                  <a:lnTo>
                    <a:pt x="3031000" y="5144412"/>
                  </a:lnTo>
                  <a:lnTo>
                    <a:pt x="2992540" y="5198890"/>
                  </a:lnTo>
                  <a:lnTo>
                    <a:pt x="2953429" y="5249672"/>
                  </a:lnTo>
                  <a:lnTo>
                    <a:pt x="2913379" y="5296802"/>
                  </a:lnTo>
                  <a:lnTo>
                    <a:pt x="2896531" y="5315173"/>
                  </a:lnTo>
                  <a:lnTo>
                    <a:pt x="2849851" y="5361660"/>
                  </a:lnTo>
                  <a:lnTo>
                    <a:pt x="2800754" y="5403799"/>
                  </a:lnTo>
                  <a:lnTo>
                    <a:pt x="2748518" y="5441778"/>
                  </a:lnTo>
                  <a:lnTo>
                    <a:pt x="2692355" y="5475933"/>
                  </a:lnTo>
                  <a:lnTo>
                    <a:pt x="2631455" y="5506657"/>
                  </a:lnTo>
                  <a:lnTo>
                    <a:pt x="2565045" y="5534340"/>
                  </a:lnTo>
                  <a:lnTo>
                    <a:pt x="2492450" y="5559338"/>
                  </a:lnTo>
                  <a:lnTo>
                    <a:pt x="2413195" y="5581952"/>
                  </a:lnTo>
                  <a:lnTo>
                    <a:pt x="2327126" y="5602418"/>
                  </a:lnTo>
                  <a:lnTo>
                    <a:pt x="2234569" y="5620902"/>
                  </a:lnTo>
                  <a:lnTo>
                    <a:pt x="2136507" y="5637500"/>
                  </a:lnTo>
                  <a:lnTo>
                    <a:pt x="2034738" y="5652246"/>
                  </a:lnTo>
                  <a:lnTo>
                    <a:pt x="1931965" y="5665122"/>
                  </a:lnTo>
                  <a:lnTo>
                    <a:pt x="1831733" y="5676087"/>
                  </a:lnTo>
                  <a:lnTo>
                    <a:pt x="1738151" y="5685107"/>
                  </a:lnTo>
                  <a:lnTo>
                    <a:pt x="1655383" y="5692194"/>
                  </a:lnTo>
                  <a:lnTo>
                    <a:pt x="1586957" y="5697433"/>
                  </a:lnTo>
                  <a:lnTo>
                    <a:pt x="1535080" y="5701006"/>
                  </a:lnTo>
                  <a:lnTo>
                    <a:pt x="1500132" y="5703180"/>
                  </a:lnTo>
                  <a:lnTo>
                    <a:pt x="1480485" y="5704289"/>
                  </a:lnTo>
                  <a:lnTo>
                    <a:pt x="1472618" y="5704694"/>
                  </a:lnTo>
                  <a:lnTo>
                    <a:pt x="1471387" y="5704752"/>
                  </a:lnTo>
                  <a:lnTo>
                    <a:pt x="1471387" y="5704752"/>
                  </a:lnTo>
                  <a:lnTo>
                    <a:pt x="0" y="570475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23" name="pg1523"/>
            <p:cNvSpPr/>
            <p:nvPr/>
          </p:nvSpPr>
          <p:spPr>
            <a:xfrm>
              <a:off x="4799595" y="3860069"/>
              <a:ext cx="11981298" cy="5582157"/>
            </a:xfrm>
            <a:custGeom>
              <a:avLst/>
              <a:pathLst>
                <a:path w="11981298" h="5582157">
                  <a:moveTo>
                    <a:pt x="0" y="5582157"/>
                  </a:moveTo>
                  <a:lnTo>
                    <a:pt x="1471387" y="5582157"/>
                  </a:lnTo>
                  <a:lnTo>
                    <a:pt x="1472561" y="5582102"/>
                  </a:lnTo>
                  <a:lnTo>
                    <a:pt x="1480273" y="5581706"/>
                  </a:lnTo>
                  <a:lnTo>
                    <a:pt x="1499694" y="5580611"/>
                  </a:lnTo>
                  <a:lnTo>
                    <a:pt x="1534372" y="5578457"/>
                  </a:lnTo>
                  <a:lnTo>
                    <a:pt x="1585969" y="5574909"/>
                  </a:lnTo>
                  <a:lnTo>
                    <a:pt x="1654137" y="5569699"/>
                  </a:lnTo>
                  <a:lnTo>
                    <a:pt x="1736696" y="5562644"/>
                  </a:lnTo>
                  <a:lnTo>
                    <a:pt x="1830132" y="5553656"/>
                  </a:lnTo>
                  <a:lnTo>
                    <a:pt x="1930290" y="5542722"/>
                  </a:lnTo>
                  <a:lnTo>
                    <a:pt x="2033052" y="5529877"/>
                  </a:lnTo>
                  <a:lnTo>
                    <a:pt x="2134862" y="5515162"/>
                  </a:lnTo>
                  <a:lnTo>
                    <a:pt x="2233001" y="5498594"/>
                  </a:lnTo>
                  <a:lnTo>
                    <a:pt x="2325658" y="5480142"/>
                  </a:lnTo>
                  <a:lnTo>
                    <a:pt x="2411838" y="5459710"/>
                  </a:lnTo>
                  <a:lnTo>
                    <a:pt x="2491205" y="5437133"/>
                  </a:lnTo>
                  <a:lnTo>
                    <a:pt x="2563905" y="5412176"/>
                  </a:lnTo>
                  <a:lnTo>
                    <a:pt x="2630412" y="5384539"/>
                  </a:lnTo>
                  <a:lnTo>
                    <a:pt x="2691396" y="5353868"/>
                  </a:lnTo>
                  <a:lnTo>
                    <a:pt x="2747631" y="5319773"/>
                  </a:lnTo>
                  <a:lnTo>
                    <a:pt x="2799924" y="5281860"/>
                  </a:lnTo>
                  <a:lnTo>
                    <a:pt x="2849067" y="5239791"/>
                  </a:lnTo>
                  <a:lnTo>
                    <a:pt x="2895781" y="5193375"/>
                  </a:lnTo>
                  <a:lnTo>
                    <a:pt x="2896531" y="5192578"/>
                  </a:lnTo>
                  <a:lnTo>
                    <a:pt x="2937068" y="5146924"/>
                  </a:lnTo>
                  <a:lnTo>
                    <a:pt x="2976527" y="5097655"/>
                  </a:lnTo>
                  <a:lnTo>
                    <a:pt x="3015225" y="5044700"/>
                  </a:lnTo>
                  <a:lnTo>
                    <a:pt x="3053411" y="4988056"/>
                  </a:lnTo>
                  <a:lnTo>
                    <a:pt x="3091281" y="4927799"/>
                  </a:lnTo>
                  <a:lnTo>
                    <a:pt x="3128982" y="4864091"/>
                  </a:lnTo>
                  <a:lnTo>
                    <a:pt x="3166622" y="4797179"/>
                  </a:lnTo>
                  <a:lnTo>
                    <a:pt x="3204269" y="4727402"/>
                  </a:lnTo>
                  <a:lnTo>
                    <a:pt x="3241964" y="4655183"/>
                  </a:lnTo>
                  <a:lnTo>
                    <a:pt x="3279720" y="4581021"/>
                  </a:lnTo>
                  <a:lnTo>
                    <a:pt x="3317531" y="4505480"/>
                  </a:lnTo>
                  <a:lnTo>
                    <a:pt x="3355376" y="4429169"/>
                  </a:lnTo>
                  <a:lnTo>
                    <a:pt x="3393228" y="4352727"/>
                  </a:lnTo>
                  <a:lnTo>
                    <a:pt x="3431057" y="4276793"/>
                  </a:lnTo>
                  <a:lnTo>
                    <a:pt x="3468837" y="4201992"/>
                  </a:lnTo>
                  <a:lnTo>
                    <a:pt x="3506557" y="4128908"/>
                  </a:lnTo>
                  <a:lnTo>
                    <a:pt x="3544220" y="4058069"/>
                  </a:lnTo>
                  <a:lnTo>
                    <a:pt x="3581856" y="3989932"/>
                  </a:lnTo>
                  <a:lnTo>
                    <a:pt x="3619521" y="3924869"/>
                  </a:lnTo>
                  <a:lnTo>
                    <a:pt x="3657307" y="3863166"/>
                  </a:lnTo>
                  <a:lnTo>
                    <a:pt x="3695342" y="3805021"/>
                  </a:lnTo>
                  <a:lnTo>
                    <a:pt x="3733802" y="3750542"/>
                  </a:lnTo>
                  <a:lnTo>
                    <a:pt x="3772913" y="3699760"/>
                  </a:lnTo>
                  <a:lnTo>
                    <a:pt x="3812963" y="3652630"/>
                  </a:lnTo>
                  <a:lnTo>
                    <a:pt x="3829811" y="3634259"/>
                  </a:lnTo>
                  <a:lnTo>
                    <a:pt x="3876491" y="3587772"/>
                  </a:lnTo>
                  <a:lnTo>
                    <a:pt x="3925589" y="3545633"/>
                  </a:lnTo>
                  <a:lnTo>
                    <a:pt x="3977824" y="3507655"/>
                  </a:lnTo>
                  <a:lnTo>
                    <a:pt x="4033987" y="3473499"/>
                  </a:lnTo>
                  <a:lnTo>
                    <a:pt x="4094887" y="3442775"/>
                  </a:lnTo>
                  <a:lnTo>
                    <a:pt x="4161297" y="3415092"/>
                  </a:lnTo>
                  <a:lnTo>
                    <a:pt x="4233892" y="3390094"/>
                  </a:lnTo>
                  <a:lnTo>
                    <a:pt x="4313147" y="3367480"/>
                  </a:lnTo>
                  <a:lnTo>
                    <a:pt x="4399216" y="3347014"/>
                  </a:lnTo>
                  <a:lnTo>
                    <a:pt x="4491773" y="3328530"/>
                  </a:lnTo>
                  <a:lnTo>
                    <a:pt x="4589835" y="3311932"/>
                  </a:lnTo>
                  <a:lnTo>
                    <a:pt x="4691604" y="3297186"/>
                  </a:lnTo>
                  <a:lnTo>
                    <a:pt x="4794377" y="3284310"/>
                  </a:lnTo>
                  <a:lnTo>
                    <a:pt x="4894610" y="3273345"/>
                  </a:lnTo>
                  <a:lnTo>
                    <a:pt x="4988191" y="3264325"/>
                  </a:lnTo>
                  <a:lnTo>
                    <a:pt x="5070959" y="3257239"/>
                  </a:lnTo>
                  <a:lnTo>
                    <a:pt x="5139385" y="3251999"/>
                  </a:lnTo>
                  <a:lnTo>
                    <a:pt x="5191262" y="3248427"/>
                  </a:lnTo>
                  <a:lnTo>
                    <a:pt x="5226210" y="3246252"/>
                  </a:lnTo>
                  <a:lnTo>
                    <a:pt x="5245858" y="3245143"/>
                  </a:lnTo>
                  <a:lnTo>
                    <a:pt x="5253724" y="3244738"/>
                  </a:lnTo>
                  <a:lnTo>
                    <a:pt x="5254955" y="3244680"/>
                  </a:lnTo>
                  <a:lnTo>
                    <a:pt x="6726343" y="3244680"/>
                  </a:lnTo>
                  <a:lnTo>
                    <a:pt x="6727464" y="3244606"/>
                  </a:lnTo>
                  <a:lnTo>
                    <a:pt x="6734840" y="3244083"/>
                  </a:lnTo>
                  <a:lnTo>
                    <a:pt x="6753442" y="3242637"/>
                  </a:lnTo>
                  <a:lnTo>
                    <a:pt x="6786720" y="3239790"/>
                  </a:lnTo>
                  <a:lnTo>
                    <a:pt x="6836365" y="3235098"/>
                  </a:lnTo>
                  <a:lnTo>
                    <a:pt x="6902174" y="3228198"/>
                  </a:lnTo>
                  <a:lnTo>
                    <a:pt x="6982197" y="3218837"/>
                  </a:lnTo>
                  <a:lnTo>
                    <a:pt x="7073176" y="3206888"/>
                  </a:lnTo>
                  <a:lnTo>
                    <a:pt x="7171177" y="3192326"/>
                  </a:lnTo>
                  <a:lnTo>
                    <a:pt x="7272230" y="3175189"/>
                  </a:lnTo>
                  <a:lnTo>
                    <a:pt x="7372837" y="3155534"/>
                  </a:lnTo>
                  <a:lnTo>
                    <a:pt x="7470266" y="3133393"/>
                  </a:lnTo>
                  <a:lnTo>
                    <a:pt x="7562637" y="3108735"/>
                  </a:lnTo>
                  <a:lnTo>
                    <a:pt x="7648862" y="3081452"/>
                  </a:lnTo>
                  <a:lnTo>
                    <a:pt x="7728504" y="3051346"/>
                  </a:lnTo>
                  <a:lnTo>
                    <a:pt x="7801617" y="3018126"/>
                  </a:lnTo>
                  <a:lnTo>
                    <a:pt x="7868591" y="2981415"/>
                  </a:lnTo>
                  <a:lnTo>
                    <a:pt x="7930026" y="2940761"/>
                  </a:lnTo>
                  <a:lnTo>
                    <a:pt x="7986643" y="2895656"/>
                  </a:lnTo>
                  <a:lnTo>
                    <a:pt x="8039211" y="2845577"/>
                  </a:lnTo>
                  <a:lnTo>
                    <a:pt x="8088494" y="2790045"/>
                  </a:lnTo>
                  <a:lnTo>
                    <a:pt x="8135207" y="2728726"/>
                  </a:lnTo>
                  <a:lnTo>
                    <a:pt x="8151487" y="2705262"/>
                  </a:lnTo>
                  <a:lnTo>
                    <a:pt x="8187184" y="2649960"/>
                  </a:lnTo>
                  <a:lnTo>
                    <a:pt x="8222015" y="2590804"/>
                  </a:lnTo>
                  <a:lnTo>
                    <a:pt x="8256205" y="2527714"/>
                  </a:lnTo>
                  <a:lnTo>
                    <a:pt x="8289936" y="2460668"/>
                  </a:lnTo>
                  <a:lnTo>
                    <a:pt x="8323356" y="2389706"/>
                  </a:lnTo>
                  <a:lnTo>
                    <a:pt x="8356581" y="2314933"/>
                  </a:lnTo>
                  <a:lnTo>
                    <a:pt x="8389701" y="2236529"/>
                  </a:lnTo>
                  <a:lnTo>
                    <a:pt x="8422785" y="2154746"/>
                  </a:lnTo>
                  <a:lnTo>
                    <a:pt x="8455876" y="2069908"/>
                  </a:lnTo>
                  <a:lnTo>
                    <a:pt x="8489002" y="1982413"/>
                  </a:lnTo>
                  <a:lnTo>
                    <a:pt x="8522176" y="1892719"/>
                  </a:lnTo>
                  <a:lnTo>
                    <a:pt x="8555395" y="1801343"/>
                  </a:lnTo>
                  <a:lnTo>
                    <a:pt x="8588649" y="1708844"/>
                  </a:lnTo>
                  <a:lnTo>
                    <a:pt x="8621921" y="1615810"/>
                  </a:lnTo>
                  <a:lnTo>
                    <a:pt x="8655191" y="1522845"/>
                  </a:lnTo>
                  <a:lnTo>
                    <a:pt x="8688438" y="1430550"/>
                  </a:lnTo>
                  <a:lnTo>
                    <a:pt x="8721647" y="1339510"/>
                  </a:lnTo>
                  <a:lnTo>
                    <a:pt x="8754810" y="1250274"/>
                  </a:lnTo>
                  <a:lnTo>
                    <a:pt x="8787927" y="1163347"/>
                  </a:lnTo>
                  <a:lnTo>
                    <a:pt x="8821013" y="1079173"/>
                  </a:lnTo>
                  <a:lnTo>
                    <a:pt x="8854100" y="998135"/>
                  </a:lnTo>
                  <a:lnTo>
                    <a:pt x="8887238" y="920539"/>
                  </a:lnTo>
                  <a:lnTo>
                    <a:pt x="8920498" y="846623"/>
                  </a:lnTo>
                  <a:lnTo>
                    <a:pt x="8953978" y="776547"/>
                  </a:lnTo>
                  <a:lnTo>
                    <a:pt x="8987799" y="710402"/>
                  </a:lnTo>
                  <a:lnTo>
                    <a:pt x="9022118" y="648213"/>
                  </a:lnTo>
                  <a:lnTo>
                    <a:pt x="9057125" y="589945"/>
                  </a:lnTo>
                  <a:lnTo>
                    <a:pt x="9084767" y="547590"/>
                  </a:lnTo>
                  <a:lnTo>
                    <a:pt x="9130714" y="484164"/>
                  </a:lnTo>
                  <a:lnTo>
                    <a:pt x="9178995" y="426579"/>
                  </a:lnTo>
                  <a:lnTo>
                    <a:pt x="9230296" y="374590"/>
                  </a:lnTo>
                  <a:lnTo>
                    <a:pt x="9285369" y="327758"/>
                  </a:lnTo>
                  <a:lnTo>
                    <a:pt x="9344987" y="285565"/>
                  </a:lnTo>
                  <a:lnTo>
                    <a:pt x="9409893" y="247493"/>
                  </a:lnTo>
                  <a:lnTo>
                    <a:pt x="9480742" y="213066"/>
                  </a:lnTo>
                  <a:lnTo>
                    <a:pt x="9558012" y="181879"/>
                  </a:lnTo>
                  <a:lnTo>
                    <a:pt x="9641893" y="153610"/>
                  </a:lnTo>
                  <a:lnTo>
                    <a:pt x="9732143" y="128026"/>
                  </a:lnTo>
                  <a:lnTo>
                    <a:pt x="9827928" y="104988"/>
                  </a:lnTo>
                  <a:lnTo>
                    <a:pt x="9927663" y="84438"/>
                  </a:lnTo>
                  <a:lnTo>
                    <a:pt x="10028922" y="66391"/>
                  </a:lnTo>
                  <a:lnTo>
                    <a:pt x="10128460" y="50897"/>
                  </a:lnTo>
                  <a:lnTo>
                    <a:pt x="10222430" y="38007"/>
                  </a:lnTo>
                  <a:lnTo>
                    <a:pt x="10306815" y="27726"/>
                  </a:lnTo>
                  <a:lnTo>
                    <a:pt x="10378035" y="19964"/>
                  </a:lnTo>
                  <a:lnTo>
                    <a:pt x="10433609" y="14515"/>
                  </a:lnTo>
                  <a:lnTo>
                    <a:pt x="10472672" y="11052"/>
                  </a:lnTo>
                  <a:lnTo>
                    <a:pt x="10496237" y="9157"/>
                  </a:lnTo>
                  <a:lnTo>
                    <a:pt x="10507148" y="8358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8789" y="73"/>
                  </a:lnTo>
                  <a:lnTo>
                    <a:pt x="10501413" y="596"/>
                  </a:lnTo>
                  <a:lnTo>
                    <a:pt x="10482812" y="2042"/>
                  </a:lnTo>
                  <a:lnTo>
                    <a:pt x="10449533" y="4889"/>
                  </a:lnTo>
                  <a:lnTo>
                    <a:pt x="10399888" y="9581"/>
                  </a:lnTo>
                  <a:lnTo>
                    <a:pt x="10334079" y="16482"/>
                  </a:lnTo>
                  <a:lnTo>
                    <a:pt x="10254056" y="25842"/>
                  </a:lnTo>
                  <a:lnTo>
                    <a:pt x="10163077" y="37791"/>
                  </a:lnTo>
                  <a:lnTo>
                    <a:pt x="10065076" y="52354"/>
                  </a:lnTo>
                  <a:lnTo>
                    <a:pt x="9964024" y="69490"/>
                  </a:lnTo>
                  <a:lnTo>
                    <a:pt x="9863417" y="89145"/>
                  </a:lnTo>
                  <a:lnTo>
                    <a:pt x="9765988" y="111287"/>
                  </a:lnTo>
                  <a:lnTo>
                    <a:pt x="9673617" y="135945"/>
                  </a:lnTo>
                  <a:lnTo>
                    <a:pt x="9587392" y="163227"/>
                  </a:lnTo>
                  <a:lnTo>
                    <a:pt x="9507749" y="193333"/>
                  </a:lnTo>
                  <a:lnTo>
                    <a:pt x="9434636" y="226553"/>
                  </a:lnTo>
                  <a:lnTo>
                    <a:pt x="9367663" y="263264"/>
                  </a:lnTo>
                  <a:lnTo>
                    <a:pt x="9306227" y="303918"/>
                  </a:lnTo>
                  <a:lnTo>
                    <a:pt x="9249610" y="349023"/>
                  </a:lnTo>
                  <a:lnTo>
                    <a:pt x="9197042" y="399102"/>
                  </a:lnTo>
                  <a:lnTo>
                    <a:pt x="9147760" y="454635"/>
                  </a:lnTo>
                  <a:lnTo>
                    <a:pt x="9101047" y="515953"/>
                  </a:lnTo>
                  <a:lnTo>
                    <a:pt x="9084767" y="539417"/>
                  </a:lnTo>
                  <a:lnTo>
                    <a:pt x="9049070" y="594719"/>
                  </a:lnTo>
                  <a:lnTo>
                    <a:pt x="9014238" y="653876"/>
                  </a:lnTo>
                  <a:lnTo>
                    <a:pt x="8980048" y="716965"/>
                  </a:lnTo>
                  <a:lnTo>
                    <a:pt x="8946317" y="784011"/>
                  </a:lnTo>
                  <a:lnTo>
                    <a:pt x="8912898" y="854974"/>
                  </a:lnTo>
                  <a:lnTo>
                    <a:pt x="8879673" y="929746"/>
                  </a:lnTo>
                  <a:lnTo>
                    <a:pt x="8846552" y="1008150"/>
                  </a:lnTo>
                  <a:lnTo>
                    <a:pt x="8813469" y="1089934"/>
                  </a:lnTo>
                  <a:lnTo>
                    <a:pt x="8780377" y="1174771"/>
                  </a:lnTo>
                  <a:lnTo>
                    <a:pt x="8747251" y="1262267"/>
                  </a:lnTo>
                  <a:lnTo>
                    <a:pt x="8714078" y="1351960"/>
                  </a:lnTo>
                  <a:lnTo>
                    <a:pt x="8680858" y="1443336"/>
                  </a:lnTo>
                  <a:lnTo>
                    <a:pt x="8647604" y="1535836"/>
                  </a:lnTo>
                  <a:lnTo>
                    <a:pt x="8614332" y="1628870"/>
                  </a:lnTo>
                  <a:lnTo>
                    <a:pt x="8581063" y="1721835"/>
                  </a:lnTo>
                  <a:lnTo>
                    <a:pt x="8547815" y="1814129"/>
                  </a:lnTo>
                  <a:lnTo>
                    <a:pt x="8514606" y="1905169"/>
                  </a:lnTo>
                  <a:lnTo>
                    <a:pt x="8481444" y="1994405"/>
                  </a:lnTo>
                  <a:lnTo>
                    <a:pt x="8448327" y="2081333"/>
                  </a:lnTo>
                  <a:lnTo>
                    <a:pt x="8415240" y="2165506"/>
                  </a:lnTo>
                  <a:lnTo>
                    <a:pt x="8382153" y="2246545"/>
                  </a:lnTo>
                  <a:lnTo>
                    <a:pt x="8349015" y="2324140"/>
                  </a:lnTo>
                  <a:lnTo>
                    <a:pt x="8315755" y="2398057"/>
                  </a:lnTo>
                  <a:lnTo>
                    <a:pt x="8282276" y="2468133"/>
                  </a:lnTo>
                  <a:lnTo>
                    <a:pt x="8248454" y="2534277"/>
                  </a:lnTo>
                  <a:lnTo>
                    <a:pt x="8214135" y="2596466"/>
                  </a:lnTo>
                  <a:lnTo>
                    <a:pt x="8179128" y="2654735"/>
                  </a:lnTo>
                  <a:lnTo>
                    <a:pt x="8151487" y="2697089"/>
                  </a:lnTo>
                  <a:lnTo>
                    <a:pt x="8105539" y="2760515"/>
                  </a:lnTo>
                  <a:lnTo>
                    <a:pt x="8057258" y="2818100"/>
                  </a:lnTo>
                  <a:lnTo>
                    <a:pt x="8005957" y="2870089"/>
                  </a:lnTo>
                  <a:lnTo>
                    <a:pt x="7950884" y="2916921"/>
                  </a:lnTo>
                  <a:lnTo>
                    <a:pt x="7891266" y="2959114"/>
                  </a:lnTo>
                  <a:lnTo>
                    <a:pt x="7826360" y="2997187"/>
                  </a:lnTo>
                  <a:lnTo>
                    <a:pt x="7755512" y="3031613"/>
                  </a:lnTo>
                  <a:lnTo>
                    <a:pt x="7678242" y="3062800"/>
                  </a:lnTo>
                  <a:lnTo>
                    <a:pt x="7594361" y="3091069"/>
                  </a:lnTo>
                  <a:lnTo>
                    <a:pt x="7504110" y="3116653"/>
                  </a:lnTo>
                  <a:lnTo>
                    <a:pt x="7408326" y="3139692"/>
                  </a:lnTo>
                  <a:lnTo>
                    <a:pt x="7308591" y="3160241"/>
                  </a:lnTo>
                  <a:lnTo>
                    <a:pt x="7207331" y="3178289"/>
                  </a:lnTo>
                  <a:lnTo>
                    <a:pt x="7107793" y="3193783"/>
                  </a:lnTo>
                  <a:lnTo>
                    <a:pt x="7013823" y="3206672"/>
                  </a:lnTo>
                  <a:lnTo>
                    <a:pt x="6929439" y="3216954"/>
                  </a:lnTo>
                  <a:lnTo>
                    <a:pt x="6858218" y="3224716"/>
                  </a:lnTo>
                  <a:lnTo>
                    <a:pt x="6802644" y="3230165"/>
                  </a:lnTo>
                  <a:lnTo>
                    <a:pt x="6763581" y="3233627"/>
                  </a:lnTo>
                  <a:lnTo>
                    <a:pt x="6740017" y="3235522"/>
                  </a:lnTo>
                  <a:lnTo>
                    <a:pt x="6729105" y="3236321"/>
                  </a:lnTo>
                  <a:lnTo>
                    <a:pt x="6726343" y="3236507"/>
                  </a:lnTo>
                  <a:lnTo>
                    <a:pt x="5254955" y="3236507"/>
                  </a:lnTo>
                  <a:lnTo>
                    <a:pt x="5253781" y="3236562"/>
                  </a:lnTo>
                  <a:lnTo>
                    <a:pt x="5246070" y="3236958"/>
                  </a:lnTo>
                  <a:lnTo>
                    <a:pt x="5226648" y="3238053"/>
                  </a:lnTo>
                  <a:lnTo>
                    <a:pt x="5191970" y="3240207"/>
                  </a:lnTo>
                  <a:lnTo>
                    <a:pt x="5140373" y="3243755"/>
                  </a:lnTo>
                  <a:lnTo>
                    <a:pt x="5072205" y="3248965"/>
                  </a:lnTo>
                  <a:lnTo>
                    <a:pt x="4989646" y="3256020"/>
                  </a:lnTo>
                  <a:lnTo>
                    <a:pt x="4896210" y="3265008"/>
                  </a:lnTo>
                  <a:lnTo>
                    <a:pt x="4796052" y="3275942"/>
                  </a:lnTo>
                  <a:lnTo>
                    <a:pt x="4693290" y="3288787"/>
                  </a:lnTo>
                  <a:lnTo>
                    <a:pt x="4591481" y="3303502"/>
                  </a:lnTo>
                  <a:lnTo>
                    <a:pt x="4493341" y="3320070"/>
                  </a:lnTo>
                  <a:lnTo>
                    <a:pt x="4400684" y="3338522"/>
                  </a:lnTo>
                  <a:lnTo>
                    <a:pt x="4314504" y="3358954"/>
                  </a:lnTo>
                  <a:lnTo>
                    <a:pt x="4235138" y="3381532"/>
                  </a:lnTo>
                  <a:lnTo>
                    <a:pt x="4162437" y="3406488"/>
                  </a:lnTo>
                  <a:lnTo>
                    <a:pt x="4095930" y="3434125"/>
                  </a:lnTo>
                  <a:lnTo>
                    <a:pt x="4034946" y="3464796"/>
                  </a:lnTo>
                  <a:lnTo>
                    <a:pt x="3978712" y="3498891"/>
                  </a:lnTo>
                  <a:lnTo>
                    <a:pt x="3926418" y="3536804"/>
                  </a:lnTo>
                  <a:lnTo>
                    <a:pt x="3877275" y="3578873"/>
                  </a:lnTo>
                  <a:lnTo>
                    <a:pt x="3830561" y="3625289"/>
                  </a:lnTo>
                  <a:lnTo>
                    <a:pt x="3829811" y="3626086"/>
                  </a:lnTo>
                  <a:lnTo>
                    <a:pt x="3789274" y="3671741"/>
                  </a:lnTo>
                  <a:lnTo>
                    <a:pt x="3749815" y="3721009"/>
                  </a:lnTo>
                  <a:lnTo>
                    <a:pt x="3711117" y="3773965"/>
                  </a:lnTo>
                  <a:lnTo>
                    <a:pt x="3672931" y="3830609"/>
                  </a:lnTo>
                  <a:lnTo>
                    <a:pt x="3635061" y="3890865"/>
                  </a:lnTo>
                  <a:lnTo>
                    <a:pt x="3597360" y="3954574"/>
                  </a:lnTo>
                  <a:lnTo>
                    <a:pt x="3559720" y="4021485"/>
                  </a:lnTo>
                  <a:lnTo>
                    <a:pt x="3522073" y="4091262"/>
                  </a:lnTo>
                  <a:lnTo>
                    <a:pt x="3484378" y="4163482"/>
                  </a:lnTo>
                  <a:lnTo>
                    <a:pt x="3446622" y="4237643"/>
                  </a:lnTo>
                  <a:lnTo>
                    <a:pt x="3408811" y="4313185"/>
                  </a:lnTo>
                  <a:lnTo>
                    <a:pt x="3370966" y="4389495"/>
                  </a:lnTo>
                  <a:lnTo>
                    <a:pt x="3333114" y="4465938"/>
                  </a:lnTo>
                  <a:lnTo>
                    <a:pt x="3295285" y="4541871"/>
                  </a:lnTo>
                  <a:lnTo>
                    <a:pt x="3257505" y="4616673"/>
                  </a:lnTo>
                  <a:lnTo>
                    <a:pt x="3219785" y="4689756"/>
                  </a:lnTo>
                  <a:lnTo>
                    <a:pt x="3182122" y="4760595"/>
                  </a:lnTo>
                  <a:lnTo>
                    <a:pt x="3144486" y="4828733"/>
                  </a:lnTo>
                  <a:lnTo>
                    <a:pt x="3106821" y="4893795"/>
                  </a:lnTo>
                  <a:lnTo>
                    <a:pt x="3069035" y="4955498"/>
                  </a:lnTo>
                  <a:lnTo>
                    <a:pt x="3031000" y="5013644"/>
                  </a:lnTo>
                  <a:lnTo>
                    <a:pt x="2992540" y="5068122"/>
                  </a:lnTo>
                  <a:lnTo>
                    <a:pt x="2953429" y="5118904"/>
                  </a:lnTo>
                  <a:lnTo>
                    <a:pt x="2913379" y="5166034"/>
                  </a:lnTo>
                  <a:lnTo>
                    <a:pt x="2896531" y="5184405"/>
                  </a:lnTo>
                  <a:lnTo>
                    <a:pt x="2849851" y="5230892"/>
                  </a:lnTo>
                  <a:lnTo>
                    <a:pt x="2800754" y="5273031"/>
                  </a:lnTo>
                  <a:lnTo>
                    <a:pt x="2748518" y="5311010"/>
                  </a:lnTo>
                  <a:lnTo>
                    <a:pt x="2692355" y="5345165"/>
                  </a:lnTo>
                  <a:lnTo>
                    <a:pt x="2631455" y="5375889"/>
                  </a:lnTo>
                  <a:lnTo>
                    <a:pt x="2565045" y="5403572"/>
                  </a:lnTo>
                  <a:lnTo>
                    <a:pt x="2492450" y="5428570"/>
                  </a:lnTo>
                  <a:lnTo>
                    <a:pt x="2413195" y="5451184"/>
                  </a:lnTo>
                  <a:lnTo>
                    <a:pt x="2327126" y="5471650"/>
                  </a:lnTo>
                  <a:lnTo>
                    <a:pt x="2234569" y="5490134"/>
                  </a:lnTo>
                  <a:lnTo>
                    <a:pt x="2136507" y="5506732"/>
                  </a:lnTo>
                  <a:lnTo>
                    <a:pt x="2034738" y="5521478"/>
                  </a:lnTo>
                  <a:lnTo>
                    <a:pt x="1931965" y="5534354"/>
                  </a:lnTo>
                  <a:lnTo>
                    <a:pt x="1831733" y="5545319"/>
                  </a:lnTo>
                  <a:lnTo>
                    <a:pt x="1738151" y="5554339"/>
                  </a:lnTo>
                  <a:lnTo>
                    <a:pt x="1655383" y="5561426"/>
                  </a:lnTo>
                  <a:lnTo>
                    <a:pt x="1586957" y="5566665"/>
                  </a:lnTo>
                  <a:lnTo>
                    <a:pt x="1535080" y="5570238"/>
                  </a:lnTo>
                  <a:lnTo>
                    <a:pt x="1500132" y="5572412"/>
                  </a:lnTo>
                  <a:lnTo>
                    <a:pt x="1480485" y="5573522"/>
                  </a:lnTo>
                  <a:lnTo>
                    <a:pt x="1472618" y="5573926"/>
                  </a:lnTo>
                  <a:lnTo>
                    <a:pt x="1471387" y="5573984"/>
                  </a:lnTo>
                  <a:lnTo>
                    <a:pt x="0" y="5573984"/>
                  </a:lnTo>
                  <a:close/>
                </a:path>
              </a:pathLst>
            </a:custGeom>
            <a:solidFill>
              <a:srgbClr val="8BC34A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524" name="pl1524"/>
            <p:cNvSpPr/>
            <p:nvPr/>
          </p:nvSpPr>
          <p:spPr>
            <a:xfrm>
              <a:off x="4799595" y="3868242"/>
              <a:ext cx="11981298" cy="5573984"/>
            </a:xfrm>
            <a:custGeom>
              <a:avLst/>
              <a:pathLst>
                <a:path w="11981298" h="5573984">
                  <a:moveTo>
                    <a:pt x="0" y="5573984"/>
                  </a:moveTo>
                  <a:lnTo>
                    <a:pt x="1471387" y="5573984"/>
                  </a:lnTo>
                  <a:lnTo>
                    <a:pt x="1472561" y="5573929"/>
                  </a:lnTo>
                  <a:lnTo>
                    <a:pt x="1480273" y="5573533"/>
                  </a:lnTo>
                  <a:lnTo>
                    <a:pt x="1499694" y="5572438"/>
                  </a:lnTo>
                  <a:lnTo>
                    <a:pt x="1534372" y="5570284"/>
                  </a:lnTo>
                  <a:lnTo>
                    <a:pt x="1585969" y="5566736"/>
                  </a:lnTo>
                  <a:lnTo>
                    <a:pt x="1654137" y="5561526"/>
                  </a:lnTo>
                  <a:lnTo>
                    <a:pt x="1736696" y="5554471"/>
                  </a:lnTo>
                  <a:lnTo>
                    <a:pt x="1830132" y="5545483"/>
                  </a:lnTo>
                  <a:lnTo>
                    <a:pt x="1930290" y="5534549"/>
                  </a:lnTo>
                  <a:lnTo>
                    <a:pt x="2033052" y="5521704"/>
                  </a:lnTo>
                  <a:lnTo>
                    <a:pt x="2134862" y="5506989"/>
                  </a:lnTo>
                  <a:lnTo>
                    <a:pt x="2233001" y="5490421"/>
                  </a:lnTo>
                  <a:lnTo>
                    <a:pt x="2325658" y="5471969"/>
                  </a:lnTo>
                  <a:lnTo>
                    <a:pt x="2411838" y="5451537"/>
                  </a:lnTo>
                  <a:lnTo>
                    <a:pt x="2491205" y="5428960"/>
                  </a:lnTo>
                  <a:lnTo>
                    <a:pt x="2563905" y="5404003"/>
                  </a:lnTo>
                  <a:lnTo>
                    <a:pt x="2630412" y="5376366"/>
                  </a:lnTo>
                  <a:lnTo>
                    <a:pt x="2691396" y="5345695"/>
                  </a:lnTo>
                  <a:lnTo>
                    <a:pt x="2747631" y="5311600"/>
                  </a:lnTo>
                  <a:lnTo>
                    <a:pt x="2799924" y="5273687"/>
                  </a:lnTo>
                  <a:lnTo>
                    <a:pt x="2849067" y="5231618"/>
                  </a:lnTo>
                  <a:lnTo>
                    <a:pt x="2895781" y="5185202"/>
                  </a:lnTo>
                  <a:lnTo>
                    <a:pt x="2896531" y="5184405"/>
                  </a:lnTo>
                  <a:lnTo>
                    <a:pt x="2937068" y="5138751"/>
                  </a:lnTo>
                  <a:lnTo>
                    <a:pt x="2976527" y="5089482"/>
                  </a:lnTo>
                  <a:lnTo>
                    <a:pt x="3015225" y="5036527"/>
                  </a:lnTo>
                  <a:lnTo>
                    <a:pt x="3053411" y="4979883"/>
                  </a:lnTo>
                  <a:lnTo>
                    <a:pt x="3091281" y="4919626"/>
                  </a:lnTo>
                  <a:lnTo>
                    <a:pt x="3128982" y="4855918"/>
                  </a:lnTo>
                  <a:lnTo>
                    <a:pt x="3166622" y="4789006"/>
                  </a:lnTo>
                  <a:lnTo>
                    <a:pt x="3204269" y="4719229"/>
                  </a:lnTo>
                  <a:lnTo>
                    <a:pt x="3241964" y="4647010"/>
                  </a:lnTo>
                  <a:lnTo>
                    <a:pt x="3279720" y="4572848"/>
                  </a:lnTo>
                  <a:lnTo>
                    <a:pt x="3317531" y="4497307"/>
                  </a:lnTo>
                  <a:lnTo>
                    <a:pt x="3355376" y="4420996"/>
                  </a:lnTo>
                  <a:lnTo>
                    <a:pt x="3393228" y="4344554"/>
                  </a:lnTo>
                  <a:lnTo>
                    <a:pt x="3431057" y="4268620"/>
                  </a:lnTo>
                  <a:lnTo>
                    <a:pt x="3468837" y="4193819"/>
                  </a:lnTo>
                  <a:lnTo>
                    <a:pt x="3506557" y="4120735"/>
                  </a:lnTo>
                  <a:lnTo>
                    <a:pt x="3544220" y="4049896"/>
                  </a:lnTo>
                  <a:lnTo>
                    <a:pt x="3581856" y="3981759"/>
                  </a:lnTo>
                  <a:lnTo>
                    <a:pt x="3619521" y="3916696"/>
                  </a:lnTo>
                  <a:lnTo>
                    <a:pt x="3657307" y="3854993"/>
                  </a:lnTo>
                  <a:lnTo>
                    <a:pt x="3695342" y="3796848"/>
                  </a:lnTo>
                  <a:lnTo>
                    <a:pt x="3733802" y="3742369"/>
                  </a:lnTo>
                  <a:lnTo>
                    <a:pt x="3772913" y="3691587"/>
                  </a:lnTo>
                  <a:lnTo>
                    <a:pt x="3812963" y="3644457"/>
                  </a:lnTo>
                  <a:lnTo>
                    <a:pt x="3829811" y="3626086"/>
                  </a:lnTo>
                  <a:lnTo>
                    <a:pt x="3876491" y="3579599"/>
                  </a:lnTo>
                  <a:lnTo>
                    <a:pt x="3925589" y="3537460"/>
                  </a:lnTo>
                  <a:lnTo>
                    <a:pt x="3977824" y="3499482"/>
                  </a:lnTo>
                  <a:lnTo>
                    <a:pt x="4033987" y="3465326"/>
                  </a:lnTo>
                  <a:lnTo>
                    <a:pt x="4094887" y="3434602"/>
                  </a:lnTo>
                  <a:lnTo>
                    <a:pt x="4161297" y="3406919"/>
                  </a:lnTo>
                  <a:lnTo>
                    <a:pt x="4233892" y="3381921"/>
                  </a:lnTo>
                  <a:lnTo>
                    <a:pt x="4313147" y="3359307"/>
                  </a:lnTo>
                  <a:lnTo>
                    <a:pt x="4399216" y="3338841"/>
                  </a:lnTo>
                  <a:lnTo>
                    <a:pt x="4491773" y="3320357"/>
                  </a:lnTo>
                  <a:lnTo>
                    <a:pt x="4589835" y="3303759"/>
                  </a:lnTo>
                  <a:lnTo>
                    <a:pt x="4691604" y="3289013"/>
                  </a:lnTo>
                  <a:lnTo>
                    <a:pt x="4794377" y="3276137"/>
                  </a:lnTo>
                  <a:lnTo>
                    <a:pt x="4894610" y="3265172"/>
                  </a:lnTo>
                  <a:lnTo>
                    <a:pt x="4988191" y="3256152"/>
                  </a:lnTo>
                  <a:lnTo>
                    <a:pt x="5070959" y="3249066"/>
                  </a:lnTo>
                  <a:lnTo>
                    <a:pt x="5139385" y="3243826"/>
                  </a:lnTo>
                  <a:lnTo>
                    <a:pt x="5191262" y="3240254"/>
                  </a:lnTo>
                  <a:lnTo>
                    <a:pt x="5226210" y="3238079"/>
                  </a:lnTo>
                  <a:lnTo>
                    <a:pt x="5245858" y="3236970"/>
                  </a:lnTo>
                  <a:lnTo>
                    <a:pt x="5253724" y="3236565"/>
                  </a:lnTo>
                  <a:lnTo>
                    <a:pt x="5254955" y="3236507"/>
                  </a:lnTo>
                  <a:lnTo>
                    <a:pt x="5254955" y="3236507"/>
                  </a:lnTo>
                  <a:lnTo>
                    <a:pt x="6726343" y="3236507"/>
                  </a:lnTo>
                  <a:lnTo>
                    <a:pt x="6727464" y="3236433"/>
                  </a:lnTo>
                  <a:lnTo>
                    <a:pt x="6734840" y="3235910"/>
                  </a:lnTo>
                  <a:lnTo>
                    <a:pt x="6753442" y="3234464"/>
                  </a:lnTo>
                  <a:lnTo>
                    <a:pt x="6786720" y="3231617"/>
                  </a:lnTo>
                  <a:lnTo>
                    <a:pt x="6836365" y="3226925"/>
                  </a:lnTo>
                  <a:lnTo>
                    <a:pt x="6902174" y="3220025"/>
                  </a:lnTo>
                  <a:lnTo>
                    <a:pt x="6982197" y="3210664"/>
                  </a:lnTo>
                  <a:lnTo>
                    <a:pt x="7073176" y="3198715"/>
                  </a:lnTo>
                  <a:lnTo>
                    <a:pt x="7171177" y="3184153"/>
                  </a:lnTo>
                  <a:lnTo>
                    <a:pt x="7272230" y="3167016"/>
                  </a:lnTo>
                  <a:lnTo>
                    <a:pt x="7372837" y="3147361"/>
                  </a:lnTo>
                  <a:lnTo>
                    <a:pt x="7470266" y="3125220"/>
                  </a:lnTo>
                  <a:lnTo>
                    <a:pt x="7562637" y="3100562"/>
                  </a:lnTo>
                  <a:lnTo>
                    <a:pt x="7648862" y="3073279"/>
                  </a:lnTo>
                  <a:lnTo>
                    <a:pt x="7728504" y="3043173"/>
                  </a:lnTo>
                  <a:lnTo>
                    <a:pt x="7801617" y="3009953"/>
                  </a:lnTo>
                  <a:lnTo>
                    <a:pt x="7868591" y="2973242"/>
                  </a:lnTo>
                  <a:lnTo>
                    <a:pt x="7930026" y="2932588"/>
                  </a:lnTo>
                  <a:lnTo>
                    <a:pt x="7986643" y="2887483"/>
                  </a:lnTo>
                  <a:lnTo>
                    <a:pt x="8039211" y="2837404"/>
                  </a:lnTo>
                  <a:lnTo>
                    <a:pt x="8088494" y="2781872"/>
                  </a:lnTo>
                  <a:lnTo>
                    <a:pt x="8135207" y="2720553"/>
                  </a:lnTo>
                  <a:lnTo>
                    <a:pt x="8151487" y="2697089"/>
                  </a:lnTo>
                  <a:lnTo>
                    <a:pt x="8187184" y="2641787"/>
                  </a:lnTo>
                  <a:lnTo>
                    <a:pt x="8222015" y="2582631"/>
                  </a:lnTo>
                  <a:lnTo>
                    <a:pt x="8256205" y="2519541"/>
                  </a:lnTo>
                  <a:lnTo>
                    <a:pt x="8289936" y="2452495"/>
                  </a:lnTo>
                  <a:lnTo>
                    <a:pt x="8323356" y="2381533"/>
                  </a:lnTo>
                  <a:lnTo>
                    <a:pt x="8356581" y="2306760"/>
                  </a:lnTo>
                  <a:lnTo>
                    <a:pt x="8389701" y="2228356"/>
                  </a:lnTo>
                  <a:lnTo>
                    <a:pt x="8422785" y="2146573"/>
                  </a:lnTo>
                  <a:lnTo>
                    <a:pt x="8455876" y="2061735"/>
                  </a:lnTo>
                  <a:lnTo>
                    <a:pt x="8489002" y="1974240"/>
                  </a:lnTo>
                  <a:lnTo>
                    <a:pt x="8522176" y="1884546"/>
                  </a:lnTo>
                  <a:lnTo>
                    <a:pt x="8555395" y="1793170"/>
                  </a:lnTo>
                  <a:lnTo>
                    <a:pt x="8588649" y="1700671"/>
                  </a:lnTo>
                  <a:lnTo>
                    <a:pt x="8621921" y="1607637"/>
                  </a:lnTo>
                  <a:lnTo>
                    <a:pt x="8655191" y="1514672"/>
                  </a:lnTo>
                  <a:lnTo>
                    <a:pt x="8688438" y="1422377"/>
                  </a:lnTo>
                  <a:lnTo>
                    <a:pt x="8721647" y="1331337"/>
                  </a:lnTo>
                  <a:lnTo>
                    <a:pt x="8754810" y="1242101"/>
                  </a:lnTo>
                  <a:lnTo>
                    <a:pt x="8787927" y="1155174"/>
                  </a:lnTo>
                  <a:lnTo>
                    <a:pt x="8821013" y="1071000"/>
                  </a:lnTo>
                  <a:lnTo>
                    <a:pt x="8854100" y="989962"/>
                  </a:lnTo>
                  <a:lnTo>
                    <a:pt x="8887238" y="912366"/>
                  </a:lnTo>
                  <a:lnTo>
                    <a:pt x="8920498" y="838450"/>
                  </a:lnTo>
                  <a:lnTo>
                    <a:pt x="8953978" y="768374"/>
                  </a:lnTo>
                  <a:lnTo>
                    <a:pt x="8987799" y="702229"/>
                  </a:lnTo>
                  <a:lnTo>
                    <a:pt x="9022118" y="640040"/>
                  </a:lnTo>
                  <a:lnTo>
                    <a:pt x="9057125" y="581772"/>
                  </a:lnTo>
                  <a:lnTo>
                    <a:pt x="9084767" y="539417"/>
                  </a:lnTo>
                  <a:lnTo>
                    <a:pt x="9130714" y="475991"/>
                  </a:lnTo>
                  <a:lnTo>
                    <a:pt x="9178995" y="418406"/>
                  </a:lnTo>
                  <a:lnTo>
                    <a:pt x="9230296" y="366417"/>
                  </a:lnTo>
                  <a:lnTo>
                    <a:pt x="9285369" y="319585"/>
                  </a:lnTo>
                  <a:lnTo>
                    <a:pt x="9344987" y="277392"/>
                  </a:lnTo>
                  <a:lnTo>
                    <a:pt x="9409893" y="239320"/>
                  </a:lnTo>
                  <a:lnTo>
                    <a:pt x="9480742" y="204893"/>
                  </a:lnTo>
                  <a:lnTo>
                    <a:pt x="9558012" y="173706"/>
                  </a:lnTo>
                  <a:lnTo>
                    <a:pt x="9641893" y="145437"/>
                  </a:lnTo>
                  <a:lnTo>
                    <a:pt x="9732143" y="119853"/>
                  </a:lnTo>
                  <a:lnTo>
                    <a:pt x="9827928" y="96815"/>
                  </a:lnTo>
                  <a:lnTo>
                    <a:pt x="9927663" y="76265"/>
                  </a:lnTo>
                  <a:lnTo>
                    <a:pt x="10028922" y="58218"/>
                  </a:lnTo>
                  <a:lnTo>
                    <a:pt x="10128460" y="42724"/>
                  </a:lnTo>
                  <a:lnTo>
                    <a:pt x="10222430" y="29834"/>
                  </a:lnTo>
                  <a:lnTo>
                    <a:pt x="10306815" y="19553"/>
                  </a:lnTo>
                  <a:lnTo>
                    <a:pt x="10378035" y="11791"/>
                  </a:lnTo>
                  <a:lnTo>
                    <a:pt x="10433609" y="6342"/>
                  </a:lnTo>
                  <a:lnTo>
                    <a:pt x="10472672" y="2879"/>
                  </a:lnTo>
                  <a:lnTo>
                    <a:pt x="10496237" y="984"/>
                  </a:lnTo>
                  <a:lnTo>
                    <a:pt x="10507148" y="185"/>
                  </a:lnTo>
                  <a:lnTo>
                    <a:pt x="10509857" y="3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25" name="pl1525"/>
            <p:cNvSpPr/>
            <p:nvPr/>
          </p:nvSpPr>
          <p:spPr>
            <a:xfrm>
              <a:off x="4799595" y="3860069"/>
              <a:ext cx="11981298" cy="5573984"/>
            </a:xfrm>
            <a:custGeom>
              <a:avLst/>
              <a:pathLst>
                <a:path w="11981298" h="5573984">
                  <a:moveTo>
                    <a:pt x="11981298" y="0"/>
                  </a:moveTo>
                  <a:lnTo>
                    <a:pt x="10509911" y="0"/>
                  </a:lnTo>
                  <a:lnTo>
                    <a:pt x="10508789" y="73"/>
                  </a:lnTo>
                  <a:lnTo>
                    <a:pt x="10501413" y="596"/>
                  </a:lnTo>
                  <a:lnTo>
                    <a:pt x="10482812" y="2042"/>
                  </a:lnTo>
                  <a:lnTo>
                    <a:pt x="10449533" y="4889"/>
                  </a:lnTo>
                  <a:lnTo>
                    <a:pt x="10399888" y="9581"/>
                  </a:lnTo>
                  <a:lnTo>
                    <a:pt x="10334079" y="16482"/>
                  </a:lnTo>
                  <a:lnTo>
                    <a:pt x="10254056" y="25842"/>
                  </a:lnTo>
                  <a:lnTo>
                    <a:pt x="10163077" y="37791"/>
                  </a:lnTo>
                  <a:lnTo>
                    <a:pt x="10065076" y="52354"/>
                  </a:lnTo>
                  <a:lnTo>
                    <a:pt x="9964024" y="69490"/>
                  </a:lnTo>
                  <a:lnTo>
                    <a:pt x="9863417" y="89145"/>
                  </a:lnTo>
                  <a:lnTo>
                    <a:pt x="9765988" y="111287"/>
                  </a:lnTo>
                  <a:lnTo>
                    <a:pt x="9673617" y="135945"/>
                  </a:lnTo>
                  <a:lnTo>
                    <a:pt x="9587392" y="163227"/>
                  </a:lnTo>
                  <a:lnTo>
                    <a:pt x="9507749" y="193333"/>
                  </a:lnTo>
                  <a:lnTo>
                    <a:pt x="9434636" y="226553"/>
                  </a:lnTo>
                  <a:lnTo>
                    <a:pt x="9367663" y="263264"/>
                  </a:lnTo>
                  <a:lnTo>
                    <a:pt x="9306227" y="303918"/>
                  </a:lnTo>
                  <a:lnTo>
                    <a:pt x="9249610" y="349023"/>
                  </a:lnTo>
                  <a:lnTo>
                    <a:pt x="9197042" y="399102"/>
                  </a:lnTo>
                  <a:lnTo>
                    <a:pt x="9147760" y="454635"/>
                  </a:lnTo>
                  <a:lnTo>
                    <a:pt x="9101047" y="515953"/>
                  </a:lnTo>
                  <a:lnTo>
                    <a:pt x="9084767" y="539417"/>
                  </a:lnTo>
                  <a:lnTo>
                    <a:pt x="9049070" y="594719"/>
                  </a:lnTo>
                  <a:lnTo>
                    <a:pt x="9014238" y="653876"/>
                  </a:lnTo>
                  <a:lnTo>
                    <a:pt x="8980048" y="716965"/>
                  </a:lnTo>
                  <a:lnTo>
                    <a:pt x="8946317" y="784011"/>
                  </a:lnTo>
                  <a:lnTo>
                    <a:pt x="8912898" y="854974"/>
                  </a:lnTo>
                  <a:lnTo>
                    <a:pt x="8879673" y="929746"/>
                  </a:lnTo>
                  <a:lnTo>
                    <a:pt x="8846552" y="1008150"/>
                  </a:lnTo>
                  <a:lnTo>
                    <a:pt x="8813469" y="1089934"/>
                  </a:lnTo>
                  <a:lnTo>
                    <a:pt x="8780377" y="1174771"/>
                  </a:lnTo>
                  <a:lnTo>
                    <a:pt x="8747251" y="1262267"/>
                  </a:lnTo>
                  <a:lnTo>
                    <a:pt x="8714078" y="1351960"/>
                  </a:lnTo>
                  <a:lnTo>
                    <a:pt x="8680858" y="1443336"/>
                  </a:lnTo>
                  <a:lnTo>
                    <a:pt x="8647604" y="1535836"/>
                  </a:lnTo>
                  <a:lnTo>
                    <a:pt x="8614332" y="1628870"/>
                  </a:lnTo>
                  <a:lnTo>
                    <a:pt x="8581063" y="1721835"/>
                  </a:lnTo>
                  <a:lnTo>
                    <a:pt x="8547815" y="1814129"/>
                  </a:lnTo>
                  <a:lnTo>
                    <a:pt x="8514606" y="1905169"/>
                  </a:lnTo>
                  <a:lnTo>
                    <a:pt x="8481444" y="1994405"/>
                  </a:lnTo>
                  <a:lnTo>
                    <a:pt x="8448327" y="2081333"/>
                  </a:lnTo>
                  <a:lnTo>
                    <a:pt x="8415240" y="2165506"/>
                  </a:lnTo>
                  <a:lnTo>
                    <a:pt x="8382153" y="2246545"/>
                  </a:lnTo>
                  <a:lnTo>
                    <a:pt x="8349015" y="2324140"/>
                  </a:lnTo>
                  <a:lnTo>
                    <a:pt x="8315755" y="2398057"/>
                  </a:lnTo>
                  <a:lnTo>
                    <a:pt x="8282276" y="2468133"/>
                  </a:lnTo>
                  <a:lnTo>
                    <a:pt x="8248454" y="2534277"/>
                  </a:lnTo>
                  <a:lnTo>
                    <a:pt x="8214135" y="2596466"/>
                  </a:lnTo>
                  <a:lnTo>
                    <a:pt x="8179128" y="2654735"/>
                  </a:lnTo>
                  <a:lnTo>
                    <a:pt x="8151487" y="2697089"/>
                  </a:lnTo>
                  <a:lnTo>
                    <a:pt x="8105539" y="2760515"/>
                  </a:lnTo>
                  <a:lnTo>
                    <a:pt x="8057258" y="2818100"/>
                  </a:lnTo>
                  <a:lnTo>
                    <a:pt x="8005957" y="2870089"/>
                  </a:lnTo>
                  <a:lnTo>
                    <a:pt x="7950884" y="2916921"/>
                  </a:lnTo>
                  <a:lnTo>
                    <a:pt x="7891266" y="2959114"/>
                  </a:lnTo>
                  <a:lnTo>
                    <a:pt x="7826360" y="2997187"/>
                  </a:lnTo>
                  <a:lnTo>
                    <a:pt x="7755512" y="3031613"/>
                  </a:lnTo>
                  <a:lnTo>
                    <a:pt x="7678242" y="3062800"/>
                  </a:lnTo>
                  <a:lnTo>
                    <a:pt x="7594361" y="3091069"/>
                  </a:lnTo>
                  <a:lnTo>
                    <a:pt x="7504110" y="3116653"/>
                  </a:lnTo>
                  <a:lnTo>
                    <a:pt x="7408326" y="3139692"/>
                  </a:lnTo>
                  <a:lnTo>
                    <a:pt x="7308591" y="3160241"/>
                  </a:lnTo>
                  <a:lnTo>
                    <a:pt x="7207331" y="3178289"/>
                  </a:lnTo>
                  <a:lnTo>
                    <a:pt x="7107793" y="3193783"/>
                  </a:lnTo>
                  <a:lnTo>
                    <a:pt x="7013823" y="3206672"/>
                  </a:lnTo>
                  <a:lnTo>
                    <a:pt x="6929439" y="3216954"/>
                  </a:lnTo>
                  <a:lnTo>
                    <a:pt x="6858218" y="3224716"/>
                  </a:lnTo>
                  <a:lnTo>
                    <a:pt x="6802644" y="3230165"/>
                  </a:lnTo>
                  <a:lnTo>
                    <a:pt x="6763581" y="3233627"/>
                  </a:lnTo>
                  <a:lnTo>
                    <a:pt x="6740017" y="3235522"/>
                  </a:lnTo>
                  <a:lnTo>
                    <a:pt x="6729105" y="3236321"/>
                  </a:lnTo>
                  <a:lnTo>
                    <a:pt x="6726397" y="3236503"/>
                  </a:lnTo>
                  <a:lnTo>
                    <a:pt x="6726343" y="3236507"/>
                  </a:lnTo>
                  <a:lnTo>
                    <a:pt x="5254955" y="3236507"/>
                  </a:lnTo>
                  <a:lnTo>
                    <a:pt x="5253781" y="3236562"/>
                  </a:lnTo>
                  <a:lnTo>
                    <a:pt x="5246070" y="3236958"/>
                  </a:lnTo>
                  <a:lnTo>
                    <a:pt x="5226648" y="3238053"/>
                  </a:lnTo>
                  <a:lnTo>
                    <a:pt x="5191970" y="3240207"/>
                  </a:lnTo>
                  <a:lnTo>
                    <a:pt x="5140373" y="3243755"/>
                  </a:lnTo>
                  <a:lnTo>
                    <a:pt x="5072205" y="3248965"/>
                  </a:lnTo>
                  <a:lnTo>
                    <a:pt x="4989646" y="3256020"/>
                  </a:lnTo>
                  <a:lnTo>
                    <a:pt x="4896210" y="3265008"/>
                  </a:lnTo>
                  <a:lnTo>
                    <a:pt x="4796052" y="3275942"/>
                  </a:lnTo>
                  <a:lnTo>
                    <a:pt x="4693290" y="3288787"/>
                  </a:lnTo>
                  <a:lnTo>
                    <a:pt x="4591481" y="3303502"/>
                  </a:lnTo>
                  <a:lnTo>
                    <a:pt x="4493341" y="3320070"/>
                  </a:lnTo>
                  <a:lnTo>
                    <a:pt x="4400684" y="3338522"/>
                  </a:lnTo>
                  <a:lnTo>
                    <a:pt x="4314504" y="3358954"/>
                  </a:lnTo>
                  <a:lnTo>
                    <a:pt x="4235138" y="3381532"/>
                  </a:lnTo>
                  <a:lnTo>
                    <a:pt x="4162437" y="3406488"/>
                  </a:lnTo>
                  <a:lnTo>
                    <a:pt x="4095930" y="3434125"/>
                  </a:lnTo>
                  <a:lnTo>
                    <a:pt x="4034946" y="3464796"/>
                  </a:lnTo>
                  <a:lnTo>
                    <a:pt x="3978712" y="3498891"/>
                  </a:lnTo>
                  <a:lnTo>
                    <a:pt x="3926418" y="3536804"/>
                  </a:lnTo>
                  <a:lnTo>
                    <a:pt x="3877275" y="3578873"/>
                  </a:lnTo>
                  <a:lnTo>
                    <a:pt x="3830561" y="3625289"/>
                  </a:lnTo>
                  <a:lnTo>
                    <a:pt x="3829811" y="3626086"/>
                  </a:lnTo>
                  <a:lnTo>
                    <a:pt x="3789274" y="3671741"/>
                  </a:lnTo>
                  <a:lnTo>
                    <a:pt x="3749815" y="3721009"/>
                  </a:lnTo>
                  <a:lnTo>
                    <a:pt x="3711117" y="3773965"/>
                  </a:lnTo>
                  <a:lnTo>
                    <a:pt x="3672931" y="3830609"/>
                  </a:lnTo>
                  <a:lnTo>
                    <a:pt x="3635061" y="3890865"/>
                  </a:lnTo>
                  <a:lnTo>
                    <a:pt x="3597360" y="3954574"/>
                  </a:lnTo>
                  <a:lnTo>
                    <a:pt x="3559720" y="4021485"/>
                  </a:lnTo>
                  <a:lnTo>
                    <a:pt x="3522073" y="4091262"/>
                  </a:lnTo>
                  <a:lnTo>
                    <a:pt x="3484378" y="4163482"/>
                  </a:lnTo>
                  <a:lnTo>
                    <a:pt x="3446622" y="4237643"/>
                  </a:lnTo>
                  <a:lnTo>
                    <a:pt x="3408811" y="4313185"/>
                  </a:lnTo>
                  <a:lnTo>
                    <a:pt x="3370966" y="4389495"/>
                  </a:lnTo>
                  <a:lnTo>
                    <a:pt x="3333114" y="4465938"/>
                  </a:lnTo>
                  <a:lnTo>
                    <a:pt x="3295285" y="4541871"/>
                  </a:lnTo>
                  <a:lnTo>
                    <a:pt x="3257505" y="4616673"/>
                  </a:lnTo>
                  <a:lnTo>
                    <a:pt x="3219785" y="4689756"/>
                  </a:lnTo>
                  <a:lnTo>
                    <a:pt x="3182122" y="4760595"/>
                  </a:lnTo>
                  <a:lnTo>
                    <a:pt x="3144486" y="4828733"/>
                  </a:lnTo>
                  <a:lnTo>
                    <a:pt x="3106821" y="4893795"/>
                  </a:lnTo>
                  <a:lnTo>
                    <a:pt x="3069035" y="4955498"/>
                  </a:lnTo>
                  <a:lnTo>
                    <a:pt x="3031000" y="5013644"/>
                  </a:lnTo>
                  <a:lnTo>
                    <a:pt x="2992540" y="5068122"/>
                  </a:lnTo>
                  <a:lnTo>
                    <a:pt x="2953429" y="5118904"/>
                  </a:lnTo>
                  <a:lnTo>
                    <a:pt x="2913379" y="5166034"/>
                  </a:lnTo>
                  <a:lnTo>
                    <a:pt x="2896531" y="5184405"/>
                  </a:lnTo>
                  <a:lnTo>
                    <a:pt x="2849851" y="5230892"/>
                  </a:lnTo>
                  <a:lnTo>
                    <a:pt x="2800754" y="5273031"/>
                  </a:lnTo>
                  <a:lnTo>
                    <a:pt x="2748518" y="5311010"/>
                  </a:lnTo>
                  <a:lnTo>
                    <a:pt x="2692355" y="5345165"/>
                  </a:lnTo>
                  <a:lnTo>
                    <a:pt x="2631455" y="5375889"/>
                  </a:lnTo>
                  <a:lnTo>
                    <a:pt x="2565045" y="5403572"/>
                  </a:lnTo>
                  <a:lnTo>
                    <a:pt x="2492450" y="5428570"/>
                  </a:lnTo>
                  <a:lnTo>
                    <a:pt x="2413195" y="5451184"/>
                  </a:lnTo>
                  <a:lnTo>
                    <a:pt x="2327126" y="5471650"/>
                  </a:lnTo>
                  <a:lnTo>
                    <a:pt x="2234569" y="5490134"/>
                  </a:lnTo>
                  <a:lnTo>
                    <a:pt x="2136507" y="5506732"/>
                  </a:lnTo>
                  <a:lnTo>
                    <a:pt x="2034738" y="5521478"/>
                  </a:lnTo>
                  <a:lnTo>
                    <a:pt x="1931965" y="5534354"/>
                  </a:lnTo>
                  <a:lnTo>
                    <a:pt x="1831733" y="5545319"/>
                  </a:lnTo>
                  <a:lnTo>
                    <a:pt x="1738151" y="5554339"/>
                  </a:lnTo>
                  <a:lnTo>
                    <a:pt x="1655383" y="5561426"/>
                  </a:lnTo>
                  <a:lnTo>
                    <a:pt x="1586957" y="5566665"/>
                  </a:lnTo>
                  <a:lnTo>
                    <a:pt x="1535080" y="5570238"/>
                  </a:lnTo>
                  <a:lnTo>
                    <a:pt x="1500132" y="5572412"/>
                  </a:lnTo>
                  <a:lnTo>
                    <a:pt x="1480485" y="5573522"/>
                  </a:lnTo>
                  <a:lnTo>
                    <a:pt x="1472618" y="5573926"/>
                  </a:lnTo>
                  <a:lnTo>
                    <a:pt x="1471387" y="5573984"/>
                  </a:lnTo>
                  <a:lnTo>
                    <a:pt x="1471387" y="5573984"/>
                  </a:lnTo>
                  <a:lnTo>
                    <a:pt x="0" y="557398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26" name="pg1526"/>
            <p:cNvSpPr/>
            <p:nvPr/>
          </p:nvSpPr>
          <p:spPr>
            <a:xfrm>
              <a:off x="4799595" y="5478323"/>
              <a:ext cx="11981298" cy="3972077"/>
            </a:xfrm>
            <a:custGeom>
              <a:avLst/>
              <a:pathLst>
                <a:path w="11981298" h="3972077">
                  <a:moveTo>
                    <a:pt x="0" y="3972077"/>
                  </a:moveTo>
                  <a:lnTo>
                    <a:pt x="1471387" y="3972077"/>
                  </a:lnTo>
                  <a:lnTo>
                    <a:pt x="1472563" y="3972022"/>
                  </a:lnTo>
                  <a:lnTo>
                    <a:pt x="1480288" y="3971632"/>
                  </a:lnTo>
                  <a:lnTo>
                    <a:pt x="1499742" y="3970555"/>
                  </a:lnTo>
                  <a:lnTo>
                    <a:pt x="1534476" y="3968434"/>
                  </a:lnTo>
                  <a:lnTo>
                    <a:pt x="1586150" y="3964943"/>
                  </a:lnTo>
                  <a:lnTo>
                    <a:pt x="1654412" y="3959814"/>
                  </a:lnTo>
                  <a:lnTo>
                    <a:pt x="1737070" y="3952871"/>
                  </a:lnTo>
                  <a:lnTo>
                    <a:pt x="1830603" y="3944026"/>
                  </a:lnTo>
                  <a:lnTo>
                    <a:pt x="1930844" y="3933268"/>
                  </a:lnTo>
                  <a:lnTo>
                    <a:pt x="2033672" y="3920629"/>
                  </a:lnTo>
                  <a:lnTo>
                    <a:pt x="2135527" y="3906151"/>
                  </a:lnTo>
                  <a:lnTo>
                    <a:pt x="2233694" y="3889850"/>
                  </a:lnTo>
                  <a:lnTo>
                    <a:pt x="2326360" y="3871695"/>
                  </a:lnTo>
                  <a:lnTo>
                    <a:pt x="2412537" y="3851591"/>
                  </a:lnTo>
                  <a:lnTo>
                    <a:pt x="2491892" y="3829376"/>
                  </a:lnTo>
                  <a:lnTo>
                    <a:pt x="2564576" y="3804818"/>
                  </a:lnTo>
                  <a:lnTo>
                    <a:pt x="2631065" y="3777620"/>
                  </a:lnTo>
                  <a:lnTo>
                    <a:pt x="2692031" y="3747434"/>
                  </a:lnTo>
                  <a:lnTo>
                    <a:pt x="2748251" y="3713874"/>
                  </a:lnTo>
                  <a:lnTo>
                    <a:pt x="2800534" y="3676555"/>
                  </a:lnTo>
                  <a:lnTo>
                    <a:pt x="2849673" y="3635145"/>
                  </a:lnTo>
                  <a:lnTo>
                    <a:pt x="2896388" y="3589458"/>
                  </a:lnTo>
                  <a:lnTo>
                    <a:pt x="2896531" y="3589308"/>
                  </a:lnTo>
                  <a:lnTo>
                    <a:pt x="2937327" y="3544150"/>
                  </a:lnTo>
                  <a:lnTo>
                    <a:pt x="2977033" y="3495393"/>
                  </a:lnTo>
                  <a:lnTo>
                    <a:pt x="3015971" y="3442967"/>
                  </a:lnTo>
                  <a:lnTo>
                    <a:pt x="3054396" y="3386871"/>
                  </a:lnTo>
                  <a:lnTo>
                    <a:pt x="3092505" y="3327182"/>
                  </a:lnTo>
                  <a:lnTo>
                    <a:pt x="3130447" y="3264064"/>
                  </a:lnTo>
                  <a:lnTo>
                    <a:pt x="3168329" y="3197769"/>
                  </a:lnTo>
                  <a:lnTo>
                    <a:pt x="3206222" y="3128641"/>
                  </a:lnTo>
                  <a:lnTo>
                    <a:pt x="3244164" y="3057105"/>
                  </a:lnTo>
                  <a:lnTo>
                    <a:pt x="3282169" y="2983667"/>
                  </a:lnTo>
                  <a:lnTo>
                    <a:pt x="3320228" y="2908895"/>
                  </a:lnTo>
                  <a:lnTo>
                    <a:pt x="3358320" y="2833401"/>
                  </a:lnTo>
                  <a:lnTo>
                    <a:pt x="3396417" y="2757826"/>
                  </a:lnTo>
                  <a:lnTo>
                    <a:pt x="3434487" y="2682810"/>
                  </a:lnTo>
                  <a:lnTo>
                    <a:pt x="3472507" y="2608976"/>
                  </a:lnTo>
                  <a:lnTo>
                    <a:pt x="3510465" y="2536906"/>
                  </a:lnTo>
                  <a:lnTo>
                    <a:pt x="3548368" y="2467120"/>
                  </a:lnTo>
                  <a:lnTo>
                    <a:pt x="3586247" y="2400068"/>
                  </a:lnTo>
                  <a:lnTo>
                    <a:pt x="3624166" y="2336113"/>
                  </a:lnTo>
                  <a:lnTo>
                    <a:pt x="3662220" y="2275532"/>
                  </a:lnTo>
                  <a:lnTo>
                    <a:pt x="3700547" y="2218511"/>
                  </a:lnTo>
                  <a:lnTo>
                    <a:pt x="3739333" y="2165147"/>
                  </a:lnTo>
                  <a:lnTo>
                    <a:pt x="3778815" y="2115460"/>
                  </a:lnTo>
                  <a:lnTo>
                    <a:pt x="3819299" y="2069396"/>
                  </a:lnTo>
                  <a:lnTo>
                    <a:pt x="3829811" y="2058233"/>
                  </a:lnTo>
                  <a:lnTo>
                    <a:pt x="3876520" y="2012532"/>
                  </a:lnTo>
                  <a:lnTo>
                    <a:pt x="3925650" y="1971109"/>
                  </a:lnTo>
                  <a:lnTo>
                    <a:pt x="3977922" y="1933777"/>
                  </a:lnTo>
                  <a:lnTo>
                    <a:pt x="4034128" y="1900207"/>
                  </a:lnTo>
                  <a:lnTo>
                    <a:pt x="4095078" y="1870010"/>
                  </a:lnTo>
                  <a:lnTo>
                    <a:pt x="4161549" y="1842804"/>
                  </a:lnTo>
                  <a:lnTo>
                    <a:pt x="4234213" y="1818238"/>
                  </a:lnTo>
                  <a:lnTo>
                    <a:pt x="4313546" y="1796015"/>
                  </a:lnTo>
                  <a:lnTo>
                    <a:pt x="4399702" y="1775906"/>
                  </a:lnTo>
                  <a:lnTo>
                    <a:pt x="4492349" y="1757745"/>
                  </a:lnTo>
                  <a:lnTo>
                    <a:pt x="4590501" y="1741438"/>
                  </a:lnTo>
                  <a:lnTo>
                    <a:pt x="4692348" y="1726955"/>
                  </a:lnTo>
                  <a:lnTo>
                    <a:pt x="4795178" y="1714310"/>
                  </a:lnTo>
                  <a:lnTo>
                    <a:pt x="4895434" y="1703545"/>
                  </a:lnTo>
                  <a:lnTo>
                    <a:pt x="4988994" y="1694694"/>
                  </a:lnTo>
                  <a:lnTo>
                    <a:pt x="5071693" y="1687745"/>
                  </a:lnTo>
                  <a:lnTo>
                    <a:pt x="5140003" y="1682612"/>
                  </a:lnTo>
                  <a:lnTo>
                    <a:pt x="5191731" y="1679115"/>
                  </a:lnTo>
                  <a:lnTo>
                    <a:pt x="5226517" y="1676991"/>
                  </a:lnTo>
                  <a:lnTo>
                    <a:pt x="5246014" y="1675911"/>
                  </a:lnTo>
                  <a:lnTo>
                    <a:pt x="5253768" y="1675519"/>
                  </a:lnTo>
                  <a:lnTo>
                    <a:pt x="5254955" y="1675464"/>
                  </a:lnTo>
                  <a:lnTo>
                    <a:pt x="6726343" y="1675464"/>
                  </a:lnTo>
                  <a:lnTo>
                    <a:pt x="6727547" y="1675423"/>
                  </a:lnTo>
                  <a:lnTo>
                    <a:pt x="6735454" y="1675133"/>
                  </a:lnTo>
                  <a:lnTo>
                    <a:pt x="6755351" y="1674332"/>
                  </a:lnTo>
                  <a:lnTo>
                    <a:pt x="6790840" y="1672754"/>
                  </a:lnTo>
                  <a:lnTo>
                    <a:pt x="6843563" y="1670158"/>
                  </a:lnTo>
                  <a:lnTo>
                    <a:pt x="6913084" y="1666348"/>
                  </a:lnTo>
                  <a:lnTo>
                    <a:pt x="6997087" y="1661194"/>
                  </a:lnTo>
                  <a:lnTo>
                    <a:pt x="7091911" y="1654635"/>
                  </a:lnTo>
                  <a:lnTo>
                    <a:pt x="7193272" y="1646665"/>
                  </a:lnTo>
                  <a:lnTo>
                    <a:pt x="7296975" y="1637310"/>
                  </a:lnTo>
                  <a:lnTo>
                    <a:pt x="7399432" y="1626600"/>
                  </a:lnTo>
                  <a:lnTo>
                    <a:pt x="7497939" y="1614545"/>
                  </a:lnTo>
                  <a:lnTo>
                    <a:pt x="7590727" y="1601117"/>
                  </a:lnTo>
                  <a:lnTo>
                    <a:pt x="7676855" y="1586242"/>
                  </a:lnTo>
                  <a:lnTo>
                    <a:pt x="7756047" y="1569791"/>
                  </a:lnTo>
                  <a:lnTo>
                    <a:pt x="7828505" y="1551587"/>
                  </a:lnTo>
                  <a:lnTo>
                    <a:pt x="7894745" y="1531404"/>
                  </a:lnTo>
                  <a:lnTo>
                    <a:pt x="7955478" y="1508978"/>
                  </a:lnTo>
                  <a:lnTo>
                    <a:pt x="8011507" y="1484021"/>
                  </a:lnTo>
                  <a:lnTo>
                    <a:pt x="8063661" y="1456248"/>
                  </a:lnTo>
                  <a:lnTo>
                    <a:pt x="8112745" y="1425426"/>
                  </a:lnTo>
                  <a:lnTo>
                    <a:pt x="8151487" y="1397582"/>
                  </a:lnTo>
                  <a:lnTo>
                    <a:pt x="8196758" y="1360982"/>
                  </a:lnTo>
                  <a:lnTo>
                    <a:pt x="8240729" y="1321146"/>
                  </a:lnTo>
                  <a:lnTo>
                    <a:pt x="8283827" y="1278014"/>
                  </a:lnTo>
                  <a:lnTo>
                    <a:pt x="8326378" y="1231607"/>
                  </a:lnTo>
                  <a:lnTo>
                    <a:pt x="8368627" y="1182034"/>
                  </a:lnTo>
                  <a:lnTo>
                    <a:pt x="8410748" y="1129504"/>
                  </a:lnTo>
                  <a:lnTo>
                    <a:pt x="8452858" y="1074323"/>
                  </a:lnTo>
                  <a:lnTo>
                    <a:pt x="8495021" y="1016894"/>
                  </a:lnTo>
                  <a:lnTo>
                    <a:pt x="8537259" y="957709"/>
                  </a:lnTo>
                  <a:lnTo>
                    <a:pt x="8579565" y="897329"/>
                  </a:lnTo>
                  <a:lnTo>
                    <a:pt x="8621908" y="836368"/>
                  </a:lnTo>
                  <a:lnTo>
                    <a:pt x="8664247" y="775465"/>
                  </a:lnTo>
                  <a:lnTo>
                    <a:pt x="8706542" y="715254"/>
                  </a:lnTo>
                  <a:lnTo>
                    <a:pt x="8748767" y="656343"/>
                  </a:lnTo>
                  <a:lnTo>
                    <a:pt x="8790917" y="599282"/>
                  </a:lnTo>
                  <a:lnTo>
                    <a:pt x="8833023" y="544548"/>
                  </a:lnTo>
                  <a:lnTo>
                    <a:pt x="8875158" y="492526"/>
                  </a:lnTo>
                  <a:lnTo>
                    <a:pt x="8917446" y="443507"/>
                  </a:lnTo>
                  <a:lnTo>
                    <a:pt x="8960074" y="397679"/>
                  </a:lnTo>
                  <a:lnTo>
                    <a:pt x="9003301" y="355136"/>
                  </a:lnTo>
                  <a:lnTo>
                    <a:pt x="9047470" y="315884"/>
                  </a:lnTo>
                  <a:lnTo>
                    <a:pt x="9084767" y="286054"/>
                  </a:lnTo>
                  <a:lnTo>
                    <a:pt x="9131864" y="252620"/>
                  </a:lnTo>
                  <a:lnTo>
                    <a:pt x="9181427" y="222341"/>
                  </a:lnTo>
                  <a:lnTo>
                    <a:pt x="9234196" y="195078"/>
                  </a:lnTo>
                  <a:lnTo>
                    <a:pt x="9290984" y="170582"/>
                  </a:lnTo>
                  <a:lnTo>
                    <a:pt x="9352619" y="148567"/>
                  </a:lnTo>
                  <a:lnTo>
                    <a:pt x="9419895" y="128746"/>
                  </a:lnTo>
                  <a:lnTo>
                    <a:pt x="9493494" y="110862"/>
                  </a:lnTo>
                  <a:lnTo>
                    <a:pt x="9573890" y="94697"/>
                  </a:lnTo>
                  <a:lnTo>
                    <a:pt x="9661214" y="80081"/>
                  </a:lnTo>
                  <a:lnTo>
                    <a:pt x="9755086" y="66896"/>
                  </a:lnTo>
                  <a:lnTo>
                    <a:pt x="9854434" y="55076"/>
                  </a:lnTo>
                  <a:lnTo>
                    <a:pt x="9957329" y="44600"/>
                  </a:lnTo>
                  <a:lnTo>
                    <a:pt x="10060904" y="35484"/>
                  </a:lnTo>
                  <a:lnTo>
                    <a:pt x="10161439" y="27758"/>
                  </a:lnTo>
                  <a:lnTo>
                    <a:pt x="10254680" y="21446"/>
                  </a:lnTo>
                  <a:lnTo>
                    <a:pt x="10336396" y="16532"/>
                  </a:lnTo>
                  <a:lnTo>
                    <a:pt x="10403113" y="12944"/>
                  </a:lnTo>
                  <a:lnTo>
                    <a:pt x="10452809" y="10541"/>
                  </a:lnTo>
                  <a:lnTo>
                    <a:pt x="10485408" y="9117"/>
                  </a:lnTo>
                  <a:lnTo>
                    <a:pt x="10502909" y="8423"/>
                  </a:lnTo>
                  <a:lnTo>
                    <a:pt x="10509225" y="8195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8706" y="40"/>
                  </a:lnTo>
                  <a:lnTo>
                    <a:pt x="10500799" y="330"/>
                  </a:lnTo>
                  <a:lnTo>
                    <a:pt x="10480902" y="1132"/>
                  </a:lnTo>
                  <a:lnTo>
                    <a:pt x="10445413" y="2709"/>
                  </a:lnTo>
                  <a:lnTo>
                    <a:pt x="10392690" y="5306"/>
                  </a:lnTo>
                  <a:lnTo>
                    <a:pt x="10323169" y="9116"/>
                  </a:lnTo>
                  <a:lnTo>
                    <a:pt x="10239166" y="14270"/>
                  </a:lnTo>
                  <a:lnTo>
                    <a:pt x="10144343" y="20829"/>
                  </a:lnTo>
                  <a:lnTo>
                    <a:pt x="10042981" y="28799"/>
                  </a:lnTo>
                  <a:lnTo>
                    <a:pt x="9939279" y="38153"/>
                  </a:lnTo>
                  <a:lnTo>
                    <a:pt x="9836822" y="48863"/>
                  </a:lnTo>
                  <a:lnTo>
                    <a:pt x="9738314" y="60918"/>
                  </a:lnTo>
                  <a:lnTo>
                    <a:pt x="9645526" y="74346"/>
                  </a:lnTo>
                  <a:lnTo>
                    <a:pt x="9559398" y="89222"/>
                  </a:lnTo>
                  <a:lnTo>
                    <a:pt x="9480206" y="105673"/>
                  </a:lnTo>
                  <a:lnTo>
                    <a:pt x="9407749" y="123877"/>
                  </a:lnTo>
                  <a:lnTo>
                    <a:pt x="9341508" y="144060"/>
                  </a:lnTo>
                  <a:lnTo>
                    <a:pt x="9280775" y="166486"/>
                  </a:lnTo>
                  <a:lnTo>
                    <a:pt x="9224747" y="191443"/>
                  </a:lnTo>
                  <a:lnTo>
                    <a:pt x="9172592" y="219215"/>
                  </a:lnTo>
                  <a:lnTo>
                    <a:pt x="9123509" y="250038"/>
                  </a:lnTo>
                  <a:lnTo>
                    <a:pt x="9084767" y="277881"/>
                  </a:lnTo>
                  <a:lnTo>
                    <a:pt x="9039496" y="314481"/>
                  </a:lnTo>
                  <a:lnTo>
                    <a:pt x="8995524" y="354318"/>
                  </a:lnTo>
                  <a:lnTo>
                    <a:pt x="8952427" y="397450"/>
                  </a:lnTo>
                  <a:lnTo>
                    <a:pt x="8909876" y="443857"/>
                  </a:lnTo>
                  <a:lnTo>
                    <a:pt x="8867627" y="493430"/>
                  </a:lnTo>
                  <a:lnTo>
                    <a:pt x="8825505" y="545960"/>
                  </a:lnTo>
                  <a:lnTo>
                    <a:pt x="8783395" y="601141"/>
                  </a:lnTo>
                  <a:lnTo>
                    <a:pt x="8741233" y="658569"/>
                  </a:lnTo>
                  <a:lnTo>
                    <a:pt x="8698994" y="717755"/>
                  </a:lnTo>
                  <a:lnTo>
                    <a:pt x="8656688" y="778135"/>
                  </a:lnTo>
                  <a:lnTo>
                    <a:pt x="8614346" y="839095"/>
                  </a:lnTo>
                  <a:lnTo>
                    <a:pt x="8572007" y="899999"/>
                  </a:lnTo>
                  <a:lnTo>
                    <a:pt x="8529711" y="960209"/>
                  </a:lnTo>
                  <a:lnTo>
                    <a:pt x="8487486" y="1019121"/>
                  </a:lnTo>
                  <a:lnTo>
                    <a:pt x="8445336" y="1076181"/>
                  </a:lnTo>
                  <a:lnTo>
                    <a:pt x="8403230" y="1130916"/>
                  </a:lnTo>
                  <a:lnTo>
                    <a:pt x="8361096" y="1182938"/>
                  </a:lnTo>
                  <a:lnTo>
                    <a:pt x="8318808" y="1231957"/>
                  </a:lnTo>
                  <a:lnTo>
                    <a:pt x="8276179" y="1277785"/>
                  </a:lnTo>
                  <a:lnTo>
                    <a:pt x="8232952" y="1320328"/>
                  </a:lnTo>
                  <a:lnTo>
                    <a:pt x="8188783" y="1359579"/>
                  </a:lnTo>
                  <a:lnTo>
                    <a:pt x="8151487" y="1389409"/>
                  </a:lnTo>
                  <a:lnTo>
                    <a:pt x="8104390" y="1422844"/>
                  </a:lnTo>
                  <a:lnTo>
                    <a:pt x="8054827" y="1453123"/>
                  </a:lnTo>
                  <a:lnTo>
                    <a:pt x="8002057" y="1480386"/>
                  </a:lnTo>
                  <a:lnTo>
                    <a:pt x="7945269" y="1504882"/>
                  </a:lnTo>
                  <a:lnTo>
                    <a:pt x="7883634" y="1526897"/>
                  </a:lnTo>
                  <a:lnTo>
                    <a:pt x="7816358" y="1546717"/>
                  </a:lnTo>
                  <a:lnTo>
                    <a:pt x="7742759" y="1564601"/>
                  </a:lnTo>
                  <a:lnTo>
                    <a:pt x="7662363" y="1580767"/>
                  </a:lnTo>
                  <a:lnTo>
                    <a:pt x="7575039" y="1595383"/>
                  </a:lnTo>
                  <a:lnTo>
                    <a:pt x="7481167" y="1608568"/>
                  </a:lnTo>
                  <a:lnTo>
                    <a:pt x="7381819" y="1620388"/>
                  </a:lnTo>
                  <a:lnTo>
                    <a:pt x="7278925" y="1630864"/>
                  </a:lnTo>
                  <a:lnTo>
                    <a:pt x="7175350" y="1639980"/>
                  </a:lnTo>
                  <a:lnTo>
                    <a:pt x="7074814" y="1647705"/>
                  </a:lnTo>
                  <a:lnTo>
                    <a:pt x="6981574" y="1654018"/>
                  </a:lnTo>
                  <a:lnTo>
                    <a:pt x="6899857" y="1658932"/>
                  </a:lnTo>
                  <a:lnTo>
                    <a:pt x="6833141" y="1662519"/>
                  </a:lnTo>
                  <a:lnTo>
                    <a:pt x="6783444" y="1664923"/>
                  </a:lnTo>
                  <a:lnTo>
                    <a:pt x="6750845" y="1666347"/>
                  </a:lnTo>
                  <a:lnTo>
                    <a:pt x="6733344" y="1667040"/>
                  </a:lnTo>
                  <a:lnTo>
                    <a:pt x="6727028" y="1667268"/>
                  </a:lnTo>
                  <a:lnTo>
                    <a:pt x="6726343" y="1667291"/>
                  </a:lnTo>
                  <a:lnTo>
                    <a:pt x="5254955" y="1667291"/>
                  </a:lnTo>
                  <a:lnTo>
                    <a:pt x="5253779" y="1667346"/>
                  </a:lnTo>
                  <a:lnTo>
                    <a:pt x="5246054" y="1667736"/>
                  </a:lnTo>
                  <a:lnTo>
                    <a:pt x="5226600" y="1668813"/>
                  </a:lnTo>
                  <a:lnTo>
                    <a:pt x="5191866" y="1670934"/>
                  </a:lnTo>
                  <a:lnTo>
                    <a:pt x="5140192" y="1674425"/>
                  </a:lnTo>
                  <a:lnTo>
                    <a:pt x="5071930" y="1679553"/>
                  </a:lnTo>
                  <a:lnTo>
                    <a:pt x="4989272" y="1686497"/>
                  </a:lnTo>
                  <a:lnTo>
                    <a:pt x="4895739" y="1695342"/>
                  </a:lnTo>
                  <a:lnTo>
                    <a:pt x="4795498" y="1706100"/>
                  </a:lnTo>
                  <a:lnTo>
                    <a:pt x="4692670" y="1718739"/>
                  </a:lnTo>
                  <a:lnTo>
                    <a:pt x="4590815" y="1733217"/>
                  </a:lnTo>
                  <a:lnTo>
                    <a:pt x="4492649" y="1749518"/>
                  </a:lnTo>
                  <a:lnTo>
                    <a:pt x="4399982" y="1767673"/>
                  </a:lnTo>
                  <a:lnTo>
                    <a:pt x="4313805" y="1787776"/>
                  </a:lnTo>
                  <a:lnTo>
                    <a:pt x="4234450" y="1809992"/>
                  </a:lnTo>
                  <a:lnTo>
                    <a:pt x="4161766" y="1834550"/>
                  </a:lnTo>
                  <a:lnTo>
                    <a:pt x="4095277" y="1861748"/>
                  </a:lnTo>
                  <a:lnTo>
                    <a:pt x="4034311" y="1891934"/>
                  </a:lnTo>
                  <a:lnTo>
                    <a:pt x="3978091" y="1925494"/>
                  </a:lnTo>
                  <a:lnTo>
                    <a:pt x="3925808" y="1962813"/>
                  </a:lnTo>
                  <a:lnTo>
                    <a:pt x="3876670" y="2004223"/>
                  </a:lnTo>
                  <a:lnTo>
                    <a:pt x="3829954" y="2049910"/>
                  </a:lnTo>
                  <a:lnTo>
                    <a:pt x="3829811" y="2050060"/>
                  </a:lnTo>
                  <a:lnTo>
                    <a:pt x="3789015" y="2095218"/>
                  </a:lnTo>
                  <a:lnTo>
                    <a:pt x="3749309" y="2143975"/>
                  </a:lnTo>
                  <a:lnTo>
                    <a:pt x="3710371" y="2196401"/>
                  </a:lnTo>
                  <a:lnTo>
                    <a:pt x="3671946" y="2252497"/>
                  </a:lnTo>
                  <a:lnTo>
                    <a:pt x="3633838" y="2312186"/>
                  </a:lnTo>
                  <a:lnTo>
                    <a:pt x="3595895" y="2375304"/>
                  </a:lnTo>
                  <a:lnTo>
                    <a:pt x="3558013" y="2441598"/>
                  </a:lnTo>
                  <a:lnTo>
                    <a:pt x="3520120" y="2510727"/>
                  </a:lnTo>
                  <a:lnTo>
                    <a:pt x="3482178" y="2582263"/>
                  </a:lnTo>
                  <a:lnTo>
                    <a:pt x="3444173" y="2655701"/>
                  </a:lnTo>
                  <a:lnTo>
                    <a:pt x="3406114" y="2730473"/>
                  </a:lnTo>
                  <a:lnTo>
                    <a:pt x="3368022" y="2805967"/>
                  </a:lnTo>
                  <a:lnTo>
                    <a:pt x="3329925" y="2881542"/>
                  </a:lnTo>
                  <a:lnTo>
                    <a:pt x="3291855" y="2956558"/>
                  </a:lnTo>
                  <a:lnTo>
                    <a:pt x="3253835" y="3030392"/>
                  </a:lnTo>
                  <a:lnTo>
                    <a:pt x="3215878" y="3102462"/>
                  </a:lnTo>
                  <a:lnTo>
                    <a:pt x="3177975" y="3172248"/>
                  </a:lnTo>
                  <a:lnTo>
                    <a:pt x="3140095" y="3239300"/>
                  </a:lnTo>
                  <a:lnTo>
                    <a:pt x="3102176" y="3303254"/>
                  </a:lnTo>
                  <a:lnTo>
                    <a:pt x="3064123" y="3363835"/>
                  </a:lnTo>
                  <a:lnTo>
                    <a:pt x="3025795" y="3420857"/>
                  </a:lnTo>
                  <a:lnTo>
                    <a:pt x="2987010" y="3474221"/>
                  </a:lnTo>
                  <a:lnTo>
                    <a:pt x="2947527" y="3523908"/>
                  </a:lnTo>
                  <a:lnTo>
                    <a:pt x="2907043" y="3569972"/>
                  </a:lnTo>
                  <a:lnTo>
                    <a:pt x="2896531" y="3581135"/>
                  </a:lnTo>
                  <a:lnTo>
                    <a:pt x="2849822" y="3626836"/>
                  </a:lnTo>
                  <a:lnTo>
                    <a:pt x="2800693" y="3668259"/>
                  </a:lnTo>
                  <a:lnTo>
                    <a:pt x="2748420" y="3705590"/>
                  </a:lnTo>
                  <a:lnTo>
                    <a:pt x="2692214" y="3739161"/>
                  </a:lnTo>
                  <a:lnTo>
                    <a:pt x="2631264" y="3769358"/>
                  </a:lnTo>
                  <a:lnTo>
                    <a:pt x="2564793" y="3796564"/>
                  </a:lnTo>
                  <a:lnTo>
                    <a:pt x="2492129" y="3821130"/>
                  </a:lnTo>
                  <a:lnTo>
                    <a:pt x="2412796" y="3843352"/>
                  </a:lnTo>
                  <a:lnTo>
                    <a:pt x="2326640" y="3863462"/>
                  </a:lnTo>
                  <a:lnTo>
                    <a:pt x="2233993" y="3881623"/>
                  </a:lnTo>
                  <a:lnTo>
                    <a:pt x="2135841" y="3897930"/>
                  </a:lnTo>
                  <a:lnTo>
                    <a:pt x="2033994" y="3912413"/>
                  </a:lnTo>
                  <a:lnTo>
                    <a:pt x="1931164" y="3925058"/>
                  </a:lnTo>
                  <a:lnTo>
                    <a:pt x="1830908" y="3935822"/>
                  </a:lnTo>
                  <a:lnTo>
                    <a:pt x="1737348" y="3944674"/>
                  </a:lnTo>
                  <a:lnTo>
                    <a:pt x="1654649" y="3951623"/>
                  </a:lnTo>
                  <a:lnTo>
                    <a:pt x="1586339" y="3956756"/>
                  </a:lnTo>
                  <a:lnTo>
                    <a:pt x="1534611" y="3960253"/>
                  </a:lnTo>
                  <a:lnTo>
                    <a:pt x="1499825" y="3962377"/>
                  </a:lnTo>
                  <a:lnTo>
                    <a:pt x="1480328" y="3963457"/>
                  </a:lnTo>
                  <a:lnTo>
                    <a:pt x="1472574" y="3963849"/>
                  </a:lnTo>
                  <a:lnTo>
                    <a:pt x="1471387" y="3963904"/>
                  </a:lnTo>
                  <a:lnTo>
                    <a:pt x="0" y="3963904"/>
                  </a:lnTo>
                  <a:close/>
                </a:path>
              </a:pathLst>
            </a:custGeom>
            <a:solidFill>
              <a:srgbClr val="8BC34A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527" name="pl1527"/>
            <p:cNvSpPr/>
            <p:nvPr/>
          </p:nvSpPr>
          <p:spPr>
            <a:xfrm>
              <a:off x="4799595" y="5486496"/>
              <a:ext cx="11981298" cy="3963904"/>
            </a:xfrm>
            <a:custGeom>
              <a:avLst/>
              <a:pathLst>
                <a:path w="11981298" h="3963904">
                  <a:moveTo>
                    <a:pt x="0" y="3963904"/>
                  </a:moveTo>
                  <a:lnTo>
                    <a:pt x="1471387" y="3963904"/>
                  </a:lnTo>
                  <a:lnTo>
                    <a:pt x="1472563" y="3963849"/>
                  </a:lnTo>
                  <a:lnTo>
                    <a:pt x="1480288" y="3963459"/>
                  </a:lnTo>
                  <a:lnTo>
                    <a:pt x="1499742" y="3962382"/>
                  </a:lnTo>
                  <a:lnTo>
                    <a:pt x="1534476" y="3960261"/>
                  </a:lnTo>
                  <a:lnTo>
                    <a:pt x="1586150" y="3956770"/>
                  </a:lnTo>
                  <a:lnTo>
                    <a:pt x="1654412" y="3951641"/>
                  </a:lnTo>
                  <a:lnTo>
                    <a:pt x="1737070" y="3944698"/>
                  </a:lnTo>
                  <a:lnTo>
                    <a:pt x="1830603" y="3935853"/>
                  </a:lnTo>
                  <a:lnTo>
                    <a:pt x="1930844" y="3925095"/>
                  </a:lnTo>
                  <a:lnTo>
                    <a:pt x="2033672" y="3912456"/>
                  </a:lnTo>
                  <a:lnTo>
                    <a:pt x="2135527" y="3897978"/>
                  </a:lnTo>
                  <a:lnTo>
                    <a:pt x="2233694" y="3881677"/>
                  </a:lnTo>
                  <a:lnTo>
                    <a:pt x="2326360" y="3863522"/>
                  </a:lnTo>
                  <a:lnTo>
                    <a:pt x="2412537" y="3843418"/>
                  </a:lnTo>
                  <a:lnTo>
                    <a:pt x="2491892" y="3821203"/>
                  </a:lnTo>
                  <a:lnTo>
                    <a:pt x="2564576" y="3796645"/>
                  </a:lnTo>
                  <a:lnTo>
                    <a:pt x="2631065" y="3769447"/>
                  </a:lnTo>
                  <a:lnTo>
                    <a:pt x="2692031" y="3739261"/>
                  </a:lnTo>
                  <a:lnTo>
                    <a:pt x="2748251" y="3705701"/>
                  </a:lnTo>
                  <a:lnTo>
                    <a:pt x="2800534" y="3668382"/>
                  </a:lnTo>
                  <a:lnTo>
                    <a:pt x="2849673" y="3626972"/>
                  </a:lnTo>
                  <a:lnTo>
                    <a:pt x="2896388" y="3581285"/>
                  </a:lnTo>
                  <a:lnTo>
                    <a:pt x="2896531" y="3581135"/>
                  </a:lnTo>
                  <a:lnTo>
                    <a:pt x="2937327" y="3535977"/>
                  </a:lnTo>
                  <a:lnTo>
                    <a:pt x="2977033" y="3487220"/>
                  </a:lnTo>
                  <a:lnTo>
                    <a:pt x="3015971" y="3434794"/>
                  </a:lnTo>
                  <a:lnTo>
                    <a:pt x="3054396" y="3378698"/>
                  </a:lnTo>
                  <a:lnTo>
                    <a:pt x="3092505" y="3319009"/>
                  </a:lnTo>
                  <a:lnTo>
                    <a:pt x="3130447" y="3255891"/>
                  </a:lnTo>
                  <a:lnTo>
                    <a:pt x="3168329" y="3189596"/>
                  </a:lnTo>
                  <a:lnTo>
                    <a:pt x="3206222" y="3120468"/>
                  </a:lnTo>
                  <a:lnTo>
                    <a:pt x="3244164" y="3048932"/>
                  </a:lnTo>
                  <a:lnTo>
                    <a:pt x="3282169" y="2975494"/>
                  </a:lnTo>
                  <a:lnTo>
                    <a:pt x="3320228" y="2900722"/>
                  </a:lnTo>
                  <a:lnTo>
                    <a:pt x="3358320" y="2825228"/>
                  </a:lnTo>
                  <a:lnTo>
                    <a:pt x="3396417" y="2749653"/>
                  </a:lnTo>
                  <a:lnTo>
                    <a:pt x="3434487" y="2674637"/>
                  </a:lnTo>
                  <a:lnTo>
                    <a:pt x="3472507" y="2600803"/>
                  </a:lnTo>
                  <a:lnTo>
                    <a:pt x="3510465" y="2528733"/>
                  </a:lnTo>
                  <a:lnTo>
                    <a:pt x="3548368" y="2458947"/>
                  </a:lnTo>
                  <a:lnTo>
                    <a:pt x="3586247" y="2391895"/>
                  </a:lnTo>
                  <a:lnTo>
                    <a:pt x="3624166" y="2327940"/>
                  </a:lnTo>
                  <a:lnTo>
                    <a:pt x="3662220" y="2267359"/>
                  </a:lnTo>
                  <a:lnTo>
                    <a:pt x="3700547" y="2210338"/>
                  </a:lnTo>
                  <a:lnTo>
                    <a:pt x="3739333" y="2156974"/>
                  </a:lnTo>
                  <a:lnTo>
                    <a:pt x="3778815" y="2107287"/>
                  </a:lnTo>
                  <a:lnTo>
                    <a:pt x="3819299" y="2061223"/>
                  </a:lnTo>
                  <a:lnTo>
                    <a:pt x="3829811" y="2050060"/>
                  </a:lnTo>
                  <a:lnTo>
                    <a:pt x="3876520" y="2004359"/>
                  </a:lnTo>
                  <a:lnTo>
                    <a:pt x="3925650" y="1962936"/>
                  </a:lnTo>
                  <a:lnTo>
                    <a:pt x="3977922" y="1925604"/>
                  </a:lnTo>
                  <a:lnTo>
                    <a:pt x="4034128" y="1892034"/>
                  </a:lnTo>
                  <a:lnTo>
                    <a:pt x="4095078" y="1861837"/>
                  </a:lnTo>
                  <a:lnTo>
                    <a:pt x="4161549" y="1834631"/>
                  </a:lnTo>
                  <a:lnTo>
                    <a:pt x="4234213" y="1810065"/>
                  </a:lnTo>
                  <a:lnTo>
                    <a:pt x="4313546" y="1787842"/>
                  </a:lnTo>
                  <a:lnTo>
                    <a:pt x="4399702" y="1767733"/>
                  </a:lnTo>
                  <a:lnTo>
                    <a:pt x="4492349" y="1749572"/>
                  </a:lnTo>
                  <a:lnTo>
                    <a:pt x="4590501" y="1733265"/>
                  </a:lnTo>
                  <a:lnTo>
                    <a:pt x="4692348" y="1718782"/>
                  </a:lnTo>
                  <a:lnTo>
                    <a:pt x="4795178" y="1706137"/>
                  </a:lnTo>
                  <a:lnTo>
                    <a:pt x="4895434" y="1695372"/>
                  </a:lnTo>
                  <a:lnTo>
                    <a:pt x="4988994" y="1686521"/>
                  </a:lnTo>
                  <a:lnTo>
                    <a:pt x="5071693" y="1679572"/>
                  </a:lnTo>
                  <a:lnTo>
                    <a:pt x="5140003" y="1674439"/>
                  </a:lnTo>
                  <a:lnTo>
                    <a:pt x="5191731" y="1670942"/>
                  </a:lnTo>
                  <a:lnTo>
                    <a:pt x="5226517" y="1668818"/>
                  </a:lnTo>
                  <a:lnTo>
                    <a:pt x="5246014" y="1667738"/>
                  </a:lnTo>
                  <a:lnTo>
                    <a:pt x="5253768" y="1667346"/>
                  </a:lnTo>
                  <a:lnTo>
                    <a:pt x="5254955" y="1667291"/>
                  </a:lnTo>
                  <a:lnTo>
                    <a:pt x="5254955" y="1667291"/>
                  </a:lnTo>
                  <a:lnTo>
                    <a:pt x="6726343" y="1667291"/>
                  </a:lnTo>
                  <a:lnTo>
                    <a:pt x="6727547" y="1667250"/>
                  </a:lnTo>
                  <a:lnTo>
                    <a:pt x="6735454" y="1666960"/>
                  </a:lnTo>
                  <a:lnTo>
                    <a:pt x="6755351" y="1666159"/>
                  </a:lnTo>
                  <a:lnTo>
                    <a:pt x="6790840" y="1664581"/>
                  </a:lnTo>
                  <a:lnTo>
                    <a:pt x="6843563" y="1661985"/>
                  </a:lnTo>
                  <a:lnTo>
                    <a:pt x="6913084" y="1658175"/>
                  </a:lnTo>
                  <a:lnTo>
                    <a:pt x="6997087" y="1653021"/>
                  </a:lnTo>
                  <a:lnTo>
                    <a:pt x="7091911" y="1646462"/>
                  </a:lnTo>
                  <a:lnTo>
                    <a:pt x="7193272" y="1638492"/>
                  </a:lnTo>
                  <a:lnTo>
                    <a:pt x="7296975" y="1629137"/>
                  </a:lnTo>
                  <a:lnTo>
                    <a:pt x="7399432" y="1618427"/>
                  </a:lnTo>
                  <a:lnTo>
                    <a:pt x="7497939" y="1606372"/>
                  </a:lnTo>
                  <a:lnTo>
                    <a:pt x="7590727" y="1592944"/>
                  </a:lnTo>
                  <a:lnTo>
                    <a:pt x="7676855" y="1578069"/>
                  </a:lnTo>
                  <a:lnTo>
                    <a:pt x="7756047" y="1561618"/>
                  </a:lnTo>
                  <a:lnTo>
                    <a:pt x="7828505" y="1543414"/>
                  </a:lnTo>
                  <a:lnTo>
                    <a:pt x="7894745" y="1523231"/>
                  </a:lnTo>
                  <a:lnTo>
                    <a:pt x="7955478" y="1500805"/>
                  </a:lnTo>
                  <a:lnTo>
                    <a:pt x="8011507" y="1475848"/>
                  </a:lnTo>
                  <a:lnTo>
                    <a:pt x="8063661" y="1448075"/>
                  </a:lnTo>
                  <a:lnTo>
                    <a:pt x="8112745" y="1417253"/>
                  </a:lnTo>
                  <a:lnTo>
                    <a:pt x="8151487" y="1389409"/>
                  </a:lnTo>
                  <a:lnTo>
                    <a:pt x="8196758" y="1352809"/>
                  </a:lnTo>
                  <a:lnTo>
                    <a:pt x="8240729" y="1312973"/>
                  </a:lnTo>
                  <a:lnTo>
                    <a:pt x="8283827" y="1269841"/>
                  </a:lnTo>
                  <a:lnTo>
                    <a:pt x="8326378" y="1223434"/>
                  </a:lnTo>
                  <a:lnTo>
                    <a:pt x="8368627" y="1173861"/>
                  </a:lnTo>
                  <a:lnTo>
                    <a:pt x="8410748" y="1121331"/>
                  </a:lnTo>
                  <a:lnTo>
                    <a:pt x="8452858" y="1066150"/>
                  </a:lnTo>
                  <a:lnTo>
                    <a:pt x="8495021" y="1008721"/>
                  </a:lnTo>
                  <a:lnTo>
                    <a:pt x="8537259" y="949536"/>
                  </a:lnTo>
                  <a:lnTo>
                    <a:pt x="8579565" y="889156"/>
                  </a:lnTo>
                  <a:lnTo>
                    <a:pt x="8621908" y="828195"/>
                  </a:lnTo>
                  <a:lnTo>
                    <a:pt x="8664247" y="767292"/>
                  </a:lnTo>
                  <a:lnTo>
                    <a:pt x="8706542" y="707081"/>
                  </a:lnTo>
                  <a:lnTo>
                    <a:pt x="8748767" y="648170"/>
                  </a:lnTo>
                  <a:lnTo>
                    <a:pt x="8790917" y="591109"/>
                  </a:lnTo>
                  <a:lnTo>
                    <a:pt x="8833023" y="536375"/>
                  </a:lnTo>
                  <a:lnTo>
                    <a:pt x="8875158" y="484353"/>
                  </a:lnTo>
                  <a:lnTo>
                    <a:pt x="8917446" y="435334"/>
                  </a:lnTo>
                  <a:lnTo>
                    <a:pt x="8960074" y="389506"/>
                  </a:lnTo>
                  <a:lnTo>
                    <a:pt x="9003301" y="346963"/>
                  </a:lnTo>
                  <a:lnTo>
                    <a:pt x="9047470" y="307711"/>
                  </a:lnTo>
                  <a:lnTo>
                    <a:pt x="9084767" y="277881"/>
                  </a:lnTo>
                  <a:lnTo>
                    <a:pt x="9131864" y="244447"/>
                  </a:lnTo>
                  <a:lnTo>
                    <a:pt x="9181427" y="214168"/>
                  </a:lnTo>
                  <a:lnTo>
                    <a:pt x="9234196" y="186905"/>
                  </a:lnTo>
                  <a:lnTo>
                    <a:pt x="9290984" y="162409"/>
                  </a:lnTo>
                  <a:lnTo>
                    <a:pt x="9352619" y="140394"/>
                  </a:lnTo>
                  <a:lnTo>
                    <a:pt x="9419895" y="120573"/>
                  </a:lnTo>
                  <a:lnTo>
                    <a:pt x="9493494" y="102689"/>
                  </a:lnTo>
                  <a:lnTo>
                    <a:pt x="9573890" y="86524"/>
                  </a:lnTo>
                  <a:lnTo>
                    <a:pt x="9661214" y="71908"/>
                  </a:lnTo>
                  <a:lnTo>
                    <a:pt x="9755086" y="58723"/>
                  </a:lnTo>
                  <a:lnTo>
                    <a:pt x="9854434" y="46903"/>
                  </a:lnTo>
                  <a:lnTo>
                    <a:pt x="9957329" y="36427"/>
                  </a:lnTo>
                  <a:lnTo>
                    <a:pt x="10060904" y="27311"/>
                  </a:lnTo>
                  <a:lnTo>
                    <a:pt x="10161439" y="19585"/>
                  </a:lnTo>
                  <a:lnTo>
                    <a:pt x="10254680" y="13273"/>
                  </a:lnTo>
                  <a:lnTo>
                    <a:pt x="10336396" y="8359"/>
                  </a:lnTo>
                  <a:lnTo>
                    <a:pt x="10403113" y="4771"/>
                  </a:lnTo>
                  <a:lnTo>
                    <a:pt x="10452809" y="2368"/>
                  </a:lnTo>
                  <a:lnTo>
                    <a:pt x="10485408" y="944"/>
                  </a:lnTo>
                  <a:lnTo>
                    <a:pt x="10502909" y="250"/>
                  </a:lnTo>
                  <a:lnTo>
                    <a:pt x="10509225" y="22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28" name="pl1528"/>
            <p:cNvSpPr/>
            <p:nvPr/>
          </p:nvSpPr>
          <p:spPr>
            <a:xfrm>
              <a:off x="4799595" y="5478323"/>
              <a:ext cx="11981298" cy="3963904"/>
            </a:xfrm>
            <a:custGeom>
              <a:avLst/>
              <a:pathLst>
                <a:path w="11981298" h="3963904">
                  <a:moveTo>
                    <a:pt x="11981298" y="0"/>
                  </a:moveTo>
                  <a:lnTo>
                    <a:pt x="10509911" y="0"/>
                  </a:lnTo>
                  <a:lnTo>
                    <a:pt x="10508706" y="40"/>
                  </a:lnTo>
                  <a:lnTo>
                    <a:pt x="10500799" y="330"/>
                  </a:lnTo>
                  <a:lnTo>
                    <a:pt x="10480902" y="1132"/>
                  </a:lnTo>
                  <a:lnTo>
                    <a:pt x="10445413" y="2709"/>
                  </a:lnTo>
                  <a:lnTo>
                    <a:pt x="10392690" y="5306"/>
                  </a:lnTo>
                  <a:lnTo>
                    <a:pt x="10323169" y="9116"/>
                  </a:lnTo>
                  <a:lnTo>
                    <a:pt x="10239166" y="14270"/>
                  </a:lnTo>
                  <a:lnTo>
                    <a:pt x="10144343" y="20829"/>
                  </a:lnTo>
                  <a:lnTo>
                    <a:pt x="10042981" y="28799"/>
                  </a:lnTo>
                  <a:lnTo>
                    <a:pt x="9939279" y="38153"/>
                  </a:lnTo>
                  <a:lnTo>
                    <a:pt x="9836822" y="48863"/>
                  </a:lnTo>
                  <a:lnTo>
                    <a:pt x="9738314" y="60918"/>
                  </a:lnTo>
                  <a:lnTo>
                    <a:pt x="9645526" y="74346"/>
                  </a:lnTo>
                  <a:lnTo>
                    <a:pt x="9559398" y="89222"/>
                  </a:lnTo>
                  <a:lnTo>
                    <a:pt x="9480206" y="105673"/>
                  </a:lnTo>
                  <a:lnTo>
                    <a:pt x="9407749" y="123877"/>
                  </a:lnTo>
                  <a:lnTo>
                    <a:pt x="9341508" y="144060"/>
                  </a:lnTo>
                  <a:lnTo>
                    <a:pt x="9280775" y="166486"/>
                  </a:lnTo>
                  <a:lnTo>
                    <a:pt x="9224747" y="191443"/>
                  </a:lnTo>
                  <a:lnTo>
                    <a:pt x="9172592" y="219215"/>
                  </a:lnTo>
                  <a:lnTo>
                    <a:pt x="9123509" y="250038"/>
                  </a:lnTo>
                  <a:lnTo>
                    <a:pt x="9084767" y="277881"/>
                  </a:lnTo>
                  <a:lnTo>
                    <a:pt x="9039496" y="314481"/>
                  </a:lnTo>
                  <a:lnTo>
                    <a:pt x="8995524" y="354318"/>
                  </a:lnTo>
                  <a:lnTo>
                    <a:pt x="8952427" y="397450"/>
                  </a:lnTo>
                  <a:lnTo>
                    <a:pt x="8909876" y="443857"/>
                  </a:lnTo>
                  <a:lnTo>
                    <a:pt x="8867627" y="493430"/>
                  </a:lnTo>
                  <a:lnTo>
                    <a:pt x="8825505" y="545960"/>
                  </a:lnTo>
                  <a:lnTo>
                    <a:pt x="8783395" y="601141"/>
                  </a:lnTo>
                  <a:lnTo>
                    <a:pt x="8741233" y="658569"/>
                  </a:lnTo>
                  <a:lnTo>
                    <a:pt x="8698994" y="717755"/>
                  </a:lnTo>
                  <a:lnTo>
                    <a:pt x="8656688" y="778135"/>
                  </a:lnTo>
                  <a:lnTo>
                    <a:pt x="8614346" y="839095"/>
                  </a:lnTo>
                  <a:lnTo>
                    <a:pt x="8572007" y="899999"/>
                  </a:lnTo>
                  <a:lnTo>
                    <a:pt x="8529711" y="960209"/>
                  </a:lnTo>
                  <a:lnTo>
                    <a:pt x="8487486" y="1019121"/>
                  </a:lnTo>
                  <a:lnTo>
                    <a:pt x="8445336" y="1076181"/>
                  </a:lnTo>
                  <a:lnTo>
                    <a:pt x="8403230" y="1130916"/>
                  </a:lnTo>
                  <a:lnTo>
                    <a:pt x="8361096" y="1182938"/>
                  </a:lnTo>
                  <a:lnTo>
                    <a:pt x="8318808" y="1231957"/>
                  </a:lnTo>
                  <a:lnTo>
                    <a:pt x="8276179" y="1277785"/>
                  </a:lnTo>
                  <a:lnTo>
                    <a:pt x="8232952" y="1320328"/>
                  </a:lnTo>
                  <a:lnTo>
                    <a:pt x="8188783" y="1359579"/>
                  </a:lnTo>
                  <a:lnTo>
                    <a:pt x="8151487" y="1389409"/>
                  </a:lnTo>
                  <a:lnTo>
                    <a:pt x="8104390" y="1422844"/>
                  </a:lnTo>
                  <a:lnTo>
                    <a:pt x="8054827" y="1453123"/>
                  </a:lnTo>
                  <a:lnTo>
                    <a:pt x="8002057" y="1480386"/>
                  </a:lnTo>
                  <a:lnTo>
                    <a:pt x="7945269" y="1504882"/>
                  </a:lnTo>
                  <a:lnTo>
                    <a:pt x="7883634" y="1526897"/>
                  </a:lnTo>
                  <a:lnTo>
                    <a:pt x="7816358" y="1546717"/>
                  </a:lnTo>
                  <a:lnTo>
                    <a:pt x="7742759" y="1564601"/>
                  </a:lnTo>
                  <a:lnTo>
                    <a:pt x="7662363" y="1580767"/>
                  </a:lnTo>
                  <a:lnTo>
                    <a:pt x="7575039" y="1595383"/>
                  </a:lnTo>
                  <a:lnTo>
                    <a:pt x="7481167" y="1608568"/>
                  </a:lnTo>
                  <a:lnTo>
                    <a:pt x="7381819" y="1620388"/>
                  </a:lnTo>
                  <a:lnTo>
                    <a:pt x="7278925" y="1630864"/>
                  </a:lnTo>
                  <a:lnTo>
                    <a:pt x="7175350" y="1639980"/>
                  </a:lnTo>
                  <a:lnTo>
                    <a:pt x="7074814" y="1647705"/>
                  </a:lnTo>
                  <a:lnTo>
                    <a:pt x="6981574" y="1654018"/>
                  </a:lnTo>
                  <a:lnTo>
                    <a:pt x="6899857" y="1658932"/>
                  </a:lnTo>
                  <a:lnTo>
                    <a:pt x="6833141" y="1662519"/>
                  </a:lnTo>
                  <a:lnTo>
                    <a:pt x="6783444" y="1664923"/>
                  </a:lnTo>
                  <a:lnTo>
                    <a:pt x="6750845" y="1666347"/>
                  </a:lnTo>
                  <a:lnTo>
                    <a:pt x="6733344" y="1667040"/>
                  </a:lnTo>
                  <a:lnTo>
                    <a:pt x="6727028" y="1667268"/>
                  </a:lnTo>
                  <a:lnTo>
                    <a:pt x="6726343" y="1667291"/>
                  </a:lnTo>
                  <a:lnTo>
                    <a:pt x="5254955" y="1667291"/>
                  </a:lnTo>
                  <a:lnTo>
                    <a:pt x="5253779" y="1667346"/>
                  </a:lnTo>
                  <a:lnTo>
                    <a:pt x="5246054" y="1667736"/>
                  </a:lnTo>
                  <a:lnTo>
                    <a:pt x="5226600" y="1668813"/>
                  </a:lnTo>
                  <a:lnTo>
                    <a:pt x="5191866" y="1670934"/>
                  </a:lnTo>
                  <a:lnTo>
                    <a:pt x="5140192" y="1674425"/>
                  </a:lnTo>
                  <a:lnTo>
                    <a:pt x="5071930" y="1679553"/>
                  </a:lnTo>
                  <a:lnTo>
                    <a:pt x="4989272" y="1686497"/>
                  </a:lnTo>
                  <a:lnTo>
                    <a:pt x="4895739" y="1695342"/>
                  </a:lnTo>
                  <a:lnTo>
                    <a:pt x="4795498" y="1706100"/>
                  </a:lnTo>
                  <a:lnTo>
                    <a:pt x="4692670" y="1718739"/>
                  </a:lnTo>
                  <a:lnTo>
                    <a:pt x="4590815" y="1733217"/>
                  </a:lnTo>
                  <a:lnTo>
                    <a:pt x="4492649" y="1749518"/>
                  </a:lnTo>
                  <a:lnTo>
                    <a:pt x="4399982" y="1767673"/>
                  </a:lnTo>
                  <a:lnTo>
                    <a:pt x="4313805" y="1787776"/>
                  </a:lnTo>
                  <a:lnTo>
                    <a:pt x="4234450" y="1809992"/>
                  </a:lnTo>
                  <a:lnTo>
                    <a:pt x="4161766" y="1834550"/>
                  </a:lnTo>
                  <a:lnTo>
                    <a:pt x="4095277" y="1861748"/>
                  </a:lnTo>
                  <a:lnTo>
                    <a:pt x="4034311" y="1891934"/>
                  </a:lnTo>
                  <a:lnTo>
                    <a:pt x="3978091" y="1925494"/>
                  </a:lnTo>
                  <a:lnTo>
                    <a:pt x="3925808" y="1962813"/>
                  </a:lnTo>
                  <a:lnTo>
                    <a:pt x="3876670" y="2004223"/>
                  </a:lnTo>
                  <a:lnTo>
                    <a:pt x="3829954" y="2049910"/>
                  </a:lnTo>
                  <a:lnTo>
                    <a:pt x="3829811" y="2050060"/>
                  </a:lnTo>
                  <a:lnTo>
                    <a:pt x="3789015" y="2095218"/>
                  </a:lnTo>
                  <a:lnTo>
                    <a:pt x="3749309" y="2143975"/>
                  </a:lnTo>
                  <a:lnTo>
                    <a:pt x="3710371" y="2196401"/>
                  </a:lnTo>
                  <a:lnTo>
                    <a:pt x="3671946" y="2252497"/>
                  </a:lnTo>
                  <a:lnTo>
                    <a:pt x="3633838" y="2312186"/>
                  </a:lnTo>
                  <a:lnTo>
                    <a:pt x="3595895" y="2375304"/>
                  </a:lnTo>
                  <a:lnTo>
                    <a:pt x="3558013" y="2441598"/>
                  </a:lnTo>
                  <a:lnTo>
                    <a:pt x="3520120" y="2510727"/>
                  </a:lnTo>
                  <a:lnTo>
                    <a:pt x="3482178" y="2582263"/>
                  </a:lnTo>
                  <a:lnTo>
                    <a:pt x="3444173" y="2655701"/>
                  </a:lnTo>
                  <a:lnTo>
                    <a:pt x="3406114" y="2730473"/>
                  </a:lnTo>
                  <a:lnTo>
                    <a:pt x="3368022" y="2805967"/>
                  </a:lnTo>
                  <a:lnTo>
                    <a:pt x="3329925" y="2881542"/>
                  </a:lnTo>
                  <a:lnTo>
                    <a:pt x="3291855" y="2956558"/>
                  </a:lnTo>
                  <a:lnTo>
                    <a:pt x="3253835" y="3030392"/>
                  </a:lnTo>
                  <a:lnTo>
                    <a:pt x="3215878" y="3102462"/>
                  </a:lnTo>
                  <a:lnTo>
                    <a:pt x="3177975" y="3172248"/>
                  </a:lnTo>
                  <a:lnTo>
                    <a:pt x="3140095" y="3239300"/>
                  </a:lnTo>
                  <a:lnTo>
                    <a:pt x="3102176" y="3303254"/>
                  </a:lnTo>
                  <a:lnTo>
                    <a:pt x="3064123" y="3363835"/>
                  </a:lnTo>
                  <a:lnTo>
                    <a:pt x="3025795" y="3420857"/>
                  </a:lnTo>
                  <a:lnTo>
                    <a:pt x="2987010" y="3474221"/>
                  </a:lnTo>
                  <a:lnTo>
                    <a:pt x="2947527" y="3523908"/>
                  </a:lnTo>
                  <a:lnTo>
                    <a:pt x="2907043" y="3569972"/>
                  </a:lnTo>
                  <a:lnTo>
                    <a:pt x="2896531" y="3581135"/>
                  </a:lnTo>
                  <a:lnTo>
                    <a:pt x="2849822" y="3626836"/>
                  </a:lnTo>
                  <a:lnTo>
                    <a:pt x="2800693" y="3668259"/>
                  </a:lnTo>
                  <a:lnTo>
                    <a:pt x="2748420" y="3705590"/>
                  </a:lnTo>
                  <a:lnTo>
                    <a:pt x="2692214" y="3739161"/>
                  </a:lnTo>
                  <a:lnTo>
                    <a:pt x="2631264" y="3769358"/>
                  </a:lnTo>
                  <a:lnTo>
                    <a:pt x="2564793" y="3796564"/>
                  </a:lnTo>
                  <a:lnTo>
                    <a:pt x="2492129" y="3821130"/>
                  </a:lnTo>
                  <a:lnTo>
                    <a:pt x="2412796" y="3843352"/>
                  </a:lnTo>
                  <a:lnTo>
                    <a:pt x="2326640" y="3863462"/>
                  </a:lnTo>
                  <a:lnTo>
                    <a:pt x="2233993" y="3881623"/>
                  </a:lnTo>
                  <a:lnTo>
                    <a:pt x="2135841" y="3897930"/>
                  </a:lnTo>
                  <a:lnTo>
                    <a:pt x="2033994" y="3912413"/>
                  </a:lnTo>
                  <a:lnTo>
                    <a:pt x="1931164" y="3925058"/>
                  </a:lnTo>
                  <a:lnTo>
                    <a:pt x="1830908" y="3935822"/>
                  </a:lnTo>
                  <a:lnTo>
                    <a:pt x="1737348" y="3944674"/>
                  </a:lnTo>
                  <a:lnTo>
                    <a:pt x="1654649" y="3951623"/>
                  </a:lnTo>
                  <a:lnTo>
                    <a:pt x="1586339" y="3956756"/>
                  </a:lnTo>
                  <a:lnTo>
                    <a:pt x="1534611" y="3960253"/>
                  </a:lnTo>
                  <a:lnTo>
                    <a:pt x="1499825" y="3962377"/>
                  </a:lnTo>
                  <a:lnTo>
                    <a:pt x="1480328" y="3963457"/>
                  </a:lnTo>
                  <a:lnTo>
                    <a:pt x="1472574" y="3963849"/>
                  </a:lnTo>
                  <a:lnTo>
                    <a:pt x="1471387" y="3963904"/>
                  </a:lnTo>
                  <a:lnTo>
                    <a:pt x="1471387" y="3963904"/>
                  </a:lnTo>
                  <a:lnTo>
                    <a:pt x="0" y="396390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29" name="pg1529"/>
            <p:cNvSpPr/>
            <p:nvPr/>
          </p:nvSpPr>
          <p:spPr>
            <a:xfrm>
              <a:off x="4799595" y="7341766"/>
              <a:ext cx="11981298" cy="2999490"/>
            </a:xfrm>
            <a:custGeom>
              <a:avLst/>
              <a:pathLst>
                <a:path w="11981298" h="2999490">
                  <a:moveTo>
                    <a:pt x="0" y="2116806"/>
                  </a:moveTo>
                  <a:lnTo>
                    <a:pt x="1471387" y="2116806"/>
                  </a:lnTo>
                  <a:lnTo>
                    <a:pt x="1472572" y="2116755"/>
                  </a:lnTo>
                  <a:lnTo>
                    <a:pt x="1480357" y="2116395"/>
                  </a:lnTo>
                  <a:lnTo>
                    <a:pt x="1499955" y="2115397"/>
                  </a:lnTo>
                  <a:lnTo>
                    <a:pt x="1534935" y="2113435"/>
                  </a:lnTo>
                  <a:lnTo>
                    <a:pt x="1586952" y="2110204"/>
                  </a:lnTo>
                  <a:lnTo>
                    <a:pt x="1655625" y="2105459"/>
                  </a:lnTo>
                  <a:lnTo>
                    <a:pt x="1738724" y="2099038"/>
                  </a:lnTo>
                  <a:lnTo>
                    <a:pt x="1832680" y="2090860"/>
                  </a:lnTo>
                  <a:lnTo>
                    <a:pt x="1933290" y="2080916"/>
                  </a:lnTo>
                  <a:lnTo>
                    <a:pt x="2036407" y="2069237"/>
                  </a:lnTo>
                  <a:lnTo>
                    <a:pt x="2138461" y="2055862"/>
                  </a:lnTo>
                  <a:lnTo>
                    <a:pt x="2236742" y="2040805"/>
                  </a:lnTo>
                  <a:lnTo>
                    <a:pt x="2329450" y="2024033"/>
                  </a:lnTo>
                  <a:lnTo>
                    <a:pt x="2415613" y="2005459"/>
                  </a:lnTo>
                  <a:lnTo>
                    <a:pt x="2494916" y="1984929"/>
                  </a:lnTo>
                  <a:lnTo>
                    <a:pt x="2567526" y="1962227"/>
                  </a:lnTo>
                  <a:lnTo>
                    <a:pt x="2633934" y="1937075"/>
                  </a:lnTo>
                  <a:lnTo>
                    <a:pt x="2694823" y="1909149"/>
                  </a:lnTo>
                  <a:lnTo>
                    <a:pt x="2750979" y="1878092"/>
                  </a:lnTo>
                  <a:lnTo>
                    <a:pt x="2803219" y="1843549"/>
                  </a:lnTo>
                  <a:lnTo>
                    <a:pt x="2852338" y="1805215"/>
                  </a:lnTo>
                  <a:lnTo>
                    <a:pt x="2896531" y="1765367"/>
                  </a:lnTo>
                  <a:lnTo>
                    <a:pt x="2938567" y="1722574"/>
                  </a:lnTo>
                  <a:lnTo>
                    <a:pt x="2979456" y="1676267"/>
                  </a:lnTo>
                  <a:lnTo>
                    <a:pt x="3019547" y="1626377"/>
                  </a:lnTo>
                  <a:lnTo>
                    <a:pt x="3059113" y="1572911"/>
                  </a:lnTo>
                  <a:lnTo>
                    <a:pt x="3098366" y="1515955"/>
                  </a:lnTo>
                  <a:lnTo>
                    <a:pt x="3137463" y="1455687"/>
                  </a:lnTo>
                  <a:lnTo>
                    <a:pt x="3176512" y="1392374"/>
                  </a:lnTo>
                  <a:lnTo>
                    <a:pt x="3215583" y="1326380"/>
                  </a:lnTo>
                  <a:lnTo>
                    <a:pt x="3254713" y="1258153"/>
                  </a:lnTo>
                  <a:lnTo>
                    <a:pt x="3293908" y="1188218"/>
                  </a:lnTo>
                  <a:lnTo>
                    <a:pt x="3333156" y="1117163"/>
                  </a:lnTo>
                  <a:lnTo>
                    <a:pt x="3372429" y="1045614"/>
                  </a:lnTo>
                  <a:lnTo>
                    <a:pt x="3411694" y="974218"/>
                  </a:lnTo>
                  <a:lnTo>
                    <a:pt x="3450919" y="903614"/>
                  </a:lnTo>
                  <a:lnTo>
                    <a:pt x="3490084" y="834415"/>
                  </a:lnTo>
                  <a:lnTo>
                    <a:pt x="3529184" y="767179"/>
                  </a:lnTo>
                  <a:lnTo>
                    <a:pt x="3568239" y="702399"/>
                  </a:lnTo>
                  <a:lnTo>
                    <a:pt x="3607299" y="640482"/>
                  </a:lnTo>
                  <a:lnTo>
                    <a:pt x="3646453" y="581747"/>
                  </a:lnTo>
                  <a:lnTo>
                    <a:pt x="3685831" y="526420"/>
                  </a:lnTo>
                  <a:lnTo>
                    <a:pt x="3725615" y="474634"/>
                  </a:lnTo>
                  <a:lnTo>
                    <a:pt x="3766044" y="426438"/>
                  </a:lnTo>
                  <a:lnTo>
                    <a:pt x="3807425" y="381800"/>
                  </a:lnTo>
                  <a:lnTo>
                    <a:pt x="3829811" y="359611"/>
                  </a:lnTo>
                  <a:lnTo>
                    <a:pt x="3876647" y="317545"/>
                  </a:lnTo>
                  <a:lnTo>
                    <a:pt x="3925918" y="279426"/>
                  </a:lnTo>
                  <a:lnTo>
                    <a:pt x="3978354" y="245084"/>
                  </a:lnTo>
                  <a:lnTo>
                    <a:pt x="4034750" y="214209"/>
                  </a:lnTo>
                  <a:lnTo>
                    <a:pt x="4095924" y="186446"/>
                  </a:lnTo>
                  <a:lnTo>
                    <a:pt x="4162658" y="161437"/>
                  </a:lnTo>
                  <a:lnTo>
                    <a:pt x="4235627" y="138861"/>
                  </a:lnTo>
                  <a:lnTo>
                    <a:pt x="4315308" y="118444"/>
                  </a:lnTo>
                  <a:lnTo>
                    <a:pt x="4401845" y="99973"/>
                  </a:lnTo>
                  <a:lnTo>
                    <a:pt x="4494894" y="83298"/>
                  </a:lnTo>
                  <a:lnTo>
                    <a:pt x="4593438" y="68334"/>
                  </a:lnTo>
                  <a:lnTo>
                    <a:pt x="4695630" y="55052"/>
                  </a:lnTo>
                  <a:lnTo>
                    <a:pt x="4798709" y="43468"/>
                  </a:lnTo>
                  <a:lnTo>
                    <a:pt x="4899062" y="33621"/>
                  </a:lnTo>
                  <a:lnTo>
                    <a:pt x="4992526" y="25541"/>
                  </a:lnTo>
                  <a:lnTo>
                    <a:pt x="5074913" y="19215"/>
                  </a:lnTo>
                  <a:lnTo>
                    <a:pt x="5142709" y="14559"/>
                  </a:lnTo>
                  <a:lnTo>
                    <a:pt x="5193777" y="11405"/>
                  </a:lnTo>
                  <a:lnTo>
                    <a:pt x="5227846" y="9504"/>
                  </a:lnTo>
                  <a:lnTo>
                    <a:pt x="5246683" y="8550"/>
                  </a:lnTo>
                  <a:lnTo>
                    <a:pt x="5253952" y="8215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480" y="8241"/>
                  </a:lnTo>
                  <a:lnTo>
                    <a:pt x="6734954" y="8732"/>
                  </a:lnTo>
                  <a:lnTo>
                    <a:pt x="6753796" y="10087"/>
                  </a:lnTo>
                  <a:lnTo>
                    <a:pt x="6787487" y="12755"/>
                  </a:lnTo>
                  <a:lnTo>
                    <a:pt x="6837707" y="17151"/>
                  </a:lnTo>
                  <a:lnTo>
                    <a:pt x="6904213" y="23614"/>
                  </a:lnTo>
                  <a:lnTo>
                    <a:pt x="6984988" y="32377"/>
                  </a:lnTo>
                  <a:lnTo>
                    <a:pt x="7076698" y="43556"/>
                  </a:lnTo>
                  <a:lnTo>
                    <a:pt x="7175344" y="57172"/>
                  </a:lnTo>
                  <a:lnTo>
                    <a:pt x="7276911" y="73187"/>
                  </a:lnTo>
                  <a:lnTo>
                    <a:pt x="7377884" y="91549"/>
                  </a:lnTo>
                  <a:lnTo>
                    <a:pt x="7475532" y="112231"/>
                  </a:lnTo>
                  <a:lnTo>
                    <a:pt x="7567996" y="135263"/>
                  </a:lnTo>
                  <a:lnTo>
                    <a:pt x="7654213" y="160753"/>
                  </a:lnTo>
                  <a:lnTo>
                    <a:pt x="7733778" y="188891"/>
                  </a:lnTo>
                  <a:lnTo>
                    <a:pt x="7806772" y="219956"/>
                  </a:lnTo>
                  <a:lnTo>
                    <a:pt x="7873607" y="254306"/>
                  </a:lnTo>
                  <a:lnTo>
                    <a:pt x="7934907" y="292370"/>
                  </a:lnTo>
                  <a:lnTo>
                    <a:pt x="7991408" y="334626"/>
                  </a:lnTo>
                  <a:lnTo>
                    <a:pt x="8043890" y="381565"/>
                  </a:lnTo>
                  <a:lnTo>
                    <a:pt x="8093127" y="433626"/>
                  </a:lnTo>
                  <a:lnTo>
                    <a:pt x="8139836" y="491103"/>
                  </a:lnTo>
                  <a:lnTo>
                    <a:pt x="8151487" y="506725"/>
                  </a:lnTo>
                  <a:lnTo>
                    <a:pt x="8188356" y="559600"/>
                  </a:lnTo>
                  <a:lnTo>
                    <a:pt x="8224310" y="616282"/>
                  </a:lnTo>
                  <a:lnTo>
                    <a:pt x="8259593" y="676849"/>
                  </a:lnTo>
                  <a:lnTo>
                    <a:pt x="8294402" y="741317"/>
                  </a:lnTo>
                  <a:lnTo>
                    <a:pt x="8328898" y="809641"/>
                  </a:lnTo>
                  <a:lnTo>
                    <a:pt x="8363203" y="881699"/>
                  </a:lnTo>
                  <a:lnTo>
                    <a:pt x="8397414" y="957297"/>
                  </a:lnTo>
                  <a:lnTo>
                    <a:pt x="8431597" y="1036161"/>
                  </a:lnTo>
                  <a:lnTo>
                    <a:pt x="8465799" y="1117941"/>
                  </a:lnTo>
                  <a:lnTo>
                    <a:pt x="8500043" y="1202214"/>
                  </a:lnTo>
                  <a:lnTo>
                    <a:pt x="8534338" y="1288491"/>
                  </a:lnTo>
                  <a:lnTo>
                    <a:pt x="8568679" y="1376231"/>
                  </a:lnTo>
                  <a:lnTo>
                    <a:pt x="8603050" y="1464850"/>
                  </a:lnTo>
                  <a:lnTo>
                    <a:pt x="8637432" y="1553740"/>
                  </a:lnTo>
                  <a:lnTo>
                    <a:pt x="8671800" y="1642283"/>
                  </a:lnTo>
                  <a:lnTo>
                    <a:pt x="8706136" y="1729874"/>
                  </a:lnTo>
                  <a:lnTo>
                    <a:pt x="8740425" y="1815933"/>
                  </a:lnTo>
                  <a:lnTo>
                    <a:pt x="8774663" y="1899924"/>
                  </a:lnTo>
                  <a:lnTo>
                    <a:pt x="8808861" y="1981367"/>
                  </a:lnTo>
                  <a:lnTo>
                    <a:pt x="8843045" y="2059846"/>
                  </a:lnTo>
                  <a:lnTo>
                    <a:pt x="8877263" y="2135022"/>
                  </a:lnTo>
                  <a:lnTo>
                    <a:pt x="8911586" y="2206630"/>
                  </a:lnTo>
                  <a:lnTo>
                    <a:pt x="8946113" y="2274484"/>
                  </a:lnTo>
                  <a:lnTo>
                    <a:pt x="8980971" y="2338474"/>
                  </a:lnTo>
                  <a:lnTo>
                    <a:pt x="9016325" y="2398560"/>
                  </a:lnTo>
                  <a:lnTo>
                    <a:pt x="9052377" y="2454769"/>
                  </a:lnTo>
                  <a:lnTo>
                    <a:pt x="9084767" y="2500937"/>
                  </a:lnTo>
                  <a:lnTo>
                    <a:pt x="9130931" y="2559816"/>
                  </a:lnTo>
                  <a:lnTo>
                    <a:pt x="9179454" y="2613248"/>
                  </a:lnTo>
                  <a:lnTo>
                    <a:pt x="9231032" y="2661462"/>
                  </a:lnTo>
                  <a:lnTo>
                    <a:pt x="9286427" y="2704873"/>
                  </a:lnTo>
                  <a:lnTo>
                    <a:pt x="9346424" y="2743966"/>
                  </a:lnTo>
                  <a:lnTo>
                    <a:pt x="9411774" y="2779225"/>
                  </a:lnTo>
                  <a:lnTo>
                    <a:pt x="9483138" y="2811096"/>
                  </a:lnTo>
                  <a:lnTo>
                    <a:pt x="9560994" y="2839955"/>
                  </a:lnTo>
                  <a:lnTo>
                    <a:pt x="9645522" y="2866102"/>
                  </a:lnTo>
                  <a:lnTo>
                    <a:pt x="9736455" y="2889751"/>
                  </a:lnTo>
                  <a:lnTo>
                    <a:pt x="9832917" y="2911030"/>
                  </a:lnTo>
                  <a:lnTo>
                    <a:pt x="9933263" y="2929987"/>
                  </a:lnTo>
                  <a:lnTo>
                    <a:pt x="10034984" y="2946609"/>
                  </a:lnTo>
                  <a:lnTo>
                    <a:pt x="10134749" y="2960846"/>
                  </a:lnTo>
                  <a:lnTo>
                    <a:pt x="10228632" y="2972651"/>
                  </a:lnTo>
                  <a:lnTo>
                    <a:pt x="10312568" y="2982026"/>
                  </a:lnTo>
                  <a:lnTo>
                    <a:pt x="10382988" y="2989062"/>
                  </a:lnTo>
                  <a:lnTo>
                    <a:pt x="10437485" y="2993959"/>
                  </a:lnTo>
                  <a:lnTo>
                    <a:pt x="10475332" y="2997034"/>
                  </a:lnTo>
                  <a:lnTo>
                    <a:pt x="10497718" y="2998684"/>
                  </a:lnTo>
                  <a:lnTo>
                    <a:pt x="10507687" y="2999353"/>
                  </a:lnTo>
                  <a:lnTo>
                    <a:pt x="10509911" y="2999490"/>
                  </a:lnTo>
                  <a:lnTo>
                    <a:pt x="11981298" y="2999490"/>
                  </a:lnTo>
                  <a:lnTo>
                    <a:pt x="11981298" y="2991317"/>
                  </a:lnTo>
                  <a:lnTo>
                    <a:pt x="10509911" y="2991317"/>
                  </a:lnTo>
                  <a:lnTo>
                    <a:pt x="10508774" y="2991248"/>
                  </a:lnTo>
                  <a:lnTo>
                    <a:pt x="10501299" y="2990758"/>
                  </a:lnTo>
                  <a:lnTo>
                    <a:pt x="10482457" y="2989402"/>
                  </a:lnTo>
                  <a:lnTo>
                    <a:pt x="10448766" y="2986734"/>
                  </a:lnTo>
                  <a:lnTo>
                    <a:pt x="10398546" y="2982338"/>
                  </a:lnTo>
                  <a:lnTo>
                    <a:pt x="10332040" y="2975875"/>
                  </a:lnTo>
                  <a:lnTo>
                    <a:pt x="10251265" y="2967113"/>
                  </a:lnTo>
                  <a:lnTo>
                    <a:pt x="10159555" y="2955934"/>
                  </a:lnTo>
                  <a:lnTo>
                    <a:pt x="10060909" y="2942318"/>
                  </a:lnTo>
                  <a:lnTo>
                    <a:pt x="9959342" y="2926302"/>
                  </a:lnTo>
                  <a:lnTo>
                    <a:pt x="9858370" y="2907940"/>
                  </a:lnTo>
                  <a:lnTo>
                    <a:pt x="9760721" y="2887259"/>
                  </a:lnTo>
                  <a:lnTo>
                    <a:pt x="9668258" y="2864226"/>
                  </a:lnTo>
                  <a:lnTo>
                    <a:pt x="9582040" y="2838737"/>
                  </a:lnTo>
                  <a:lnTo>
                    <a:pt x="9502475" y="2810598"/>
                  </a:lnTo>
                  <a:lnTo>
                    <a:pt x="9429482" y="2779534"/>
                  </a:lnTo>
                  <a:lnTo>
                    <a:pt x="9362646" y="2745183"/>
                  </a:lnTo>
                  <a:lnTo>
                    <a:pt x="9301346" y="2707119"/>
                  </a:lnTo>
                  <a:lnTo>
                    <a:pt x="9244845" y="2664863"/>
                  </a:lnTo>
                  <a:lnTo>
                    <a:pt x="9192363" y="2617925"/>
                  </a:lnTo>
                  <a:lnTo>
                    <a:pt x="9143126" y="2565863"/>
                  </a:lnTo>
                  <a:lnTo>
                    <a:pt x="9096417" y="2508387"/>
                  </a:lnTo>
                  <a:lnTo>
                    <a:pt x="9084767" y="2492764"/>
                  </a:lnTo>
                  <a:lnTo>
                    <a:pt x="9047897" y="2439889"/>
                  </a:lnTo>
                  <a:lnTo>
                    <a:pt x="9011943" y="2383207"/>
                  </a:lnTo>
                  <a:lnTo>
                    <a:pt x="8976661" y="2322641"/>
                  </a:lnTo>
                  <a:lnTo>
                    <a:pt x="8941851" y="2258172"/>
                  </a:lnTo>
                  <a:lnTo>
                    <a:pt x="8907355" y="2189848"/>
                  </a:lnTo>
                  <a:lnTo>
                    <a:pt x="8873050" y="2117790"/>
                  </a:lnTo>
                  <a:lnTo>
                    <a:pt x="8838839" y="2042192"/>
                  </a:lnTo>
                  <a:lnTo>
                    <a:pt x="8804656" y="1963328"/>
                  </a:lnTo>
                  <a:lnTo>
                    <a:pt x="8770455" y="1881549"/>
                  </a:lnTo>
                  <a:lnTo>
                    <a:pt x="8736210" y="1797276"/>
                  </a:lnTo>
                  <a:lnTo>
                    <a:pt x="8701915" y="1710998"/>
                  </a:lnTo>
                  <a:lnTo>
                    <a:pt x="8667574" y="1623258"/>
                  </a:lnTo>
                  <a:lnTo>
                    <a:pt x="8633203" y="1534639"/>
                  </a:lnTo>
                  <a:lnTo>
                    <a:pt x="8598822" y="1445750"/>
                  </a:lnTo>
                  <a:lnTo>
                    <a:pt x="8564453" y="1357206"/>
                  </a:lnTo>
                  <a:lnTo>
                    <a:pt x="8530117" y="1269615"/>
                  </a:lnTo>
                  <a:lnTo>
                    <a:pt x="8495828" y="1183556"/>
                  </a:lnTo>
                  <a:lnTo>
                    <a:pt x="8461590" y="1099565"/>
                  </a:lnTo>
                  <a:lnTo>
                    <a:pt x="8427392" y="1018123"/>
                  </a:lnTo>
                  <a:lnTo>
                    <a:pt x="8393209" y="939643"/>
                  </a:lnTo>
                  <a:lnTo>
                    <a:pt x="8358991" y="864467"/>
                  </a:lnTo>
                  <a:lnTo>
                    <a:pt x="8324667" y="792859"/>
                  </a:lnTo>
                  <a:lnTo>
                    <a:pt x="8290141" y="725005"/>
                  </a:lnTo>
                  <a:lnTo>
                    <a:pt x="8255282" y="661015"/>
                  </a:lnTo>
                  <a:lnTo>
                    <a:pt x="8219928" y="600929"/>
                  </a:lnTo>
                  <a:lnTo>
                    <a:pt x="8183876" y="544721"/>
                  </a:lnTo>
                  <a:lnTo>
                    <a:pt x="8151487" y="498552"/>
                  </a:lnTo>
                  <a:lnTo>
                    <a:pt x="8105322" y="439673"/>
                  </a:lnTo>
                  <a:lnTo>
                    <a:pt x="8056799" y="386241"/>
                  </a:lnTo>
                  <a:lnTo>
                    <a:pt x="8005221" y="338027"/>
                  </a:lnTo>
                  <a:lnTo>
                    <a:pt x="7949826" y="294616"/>
                  </a:lnTo>
                  <a:lnTo>
                    <a:pt x="7889830" y="255524"/>
                  </a:lnTo>
                  <a:lnTo>
                    <a:pt x="7824479" y="220264"/>
                  </a:lnTo>
                  <a:lnTo>
                    <a:pt x="7753115" y="188394"/>
                  </a:lnTo>
                  <a:lnTo>
                    <a:pt x="7675259" y="159535"/>
                  </a:lnTo>
                  <a:lnTo>
                    <a:pt x="7590732" y="133388"/>
                  </a:lnTo>
                  <a:lnTo>
                    <a:pt x="7499798" y="109739"/>
                  </a:lnTo>
                  <a:lnTo>
                    <a:pt x="7403336" y="88460"/>
                  </a:lnTo>
                  <a:lnTo>
                    <a:pt x="7302991" y="69502"/>
                  </a:lnTo>
                  <a:lnTo>
                    <a:pt x="7201269" y="52880"/>
                  </a:lnTo>
                  <a:lnTo>
                    <a:pt x="7101504" y="38643"/>
                  </a:lnTo>
                  <a:lnTo>
                    <a:pt x="7007622" y="26838"/>
                  </a:lnTo>
                  <a:lnTo>
                    <a:pt x="6923685" y="17463"/>
                  </a:lnTo>
                  <a:lnTo>
                    <a:pt x="6853265" y="10428"/>
                  </a:lnTo>
                  <a:lnTo>
                    <a:pt x="6798768" y="5530"/>
                  </a:lnTo>
                  <a:lnTo>
                    <a:pt x="6760922" y="2456"/>
                  </a:lnTo>
                  <a:lnTo>
                    <a:pt x="6738535" y="806"/>
                  </a:lnTo>
                  <a:lnTo>
                    <a:pt x="6728567" y="136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770" y="50"/>
                  </a:lnTo>
                  <a:lnTo>
                    <a:pt x="5245986" y="411"/>
                  </a:lnTo>
                  <a:lnTo>
                    <a:pt x="5226387" y="1408"/>
                  </a:lnTo>
                  <a:lnTo>
                    <a:pt x="5191407" y="3371"/>
                  </a:lnTo>
                  <a:lnTo>
                    <a:pt x="5139390" y="6602"/>
                  </a:lnTo>
                  <a:lnTo>
                    <a:pt x="5070717" y="11346"/>
                  </a:lnTo>
                  <a:lnTo>
                    <a:pt x="4987618" y="17768"/>
                  </a:lnTo>
                  <a:lnTo>
                    <a:pt x="4893662" y="25946"/>
                  </a:lnTo>
                  <a:lnTo>
                    <a:pt x="4793052" y="35890"/>
                  </a:lnTo>
                  <a:lnTo>
                    <a:pt x="4689935" y="47568"/>
                  </a:lnTo>
                  <a:lnTo>
                    <a:pt x="4587881" y="60943"/>
                  </a:lnTo>
                  <a:lnTo>
                    <a:pt x="4489600" y="76001"/>
                  </a:lnTo>
                  <a:lnTo>
                    <a:pt x="4396892" y="92772"/>
                  </a:lnTo>
                  <a:lnTo>
                    <a:pt x="4310729" y="111346"/>
                  </a:lnTo>
                  <a:lnTo>
                    <a:pt x="4231426" y="131876"/>
                  </a:lnTo>
                  <a:lnTo>
                    <a:pt x="4158816" y="154579"/>
                  </a:lnTo>
                  <a:lnTo>
                    <a:pt x="4092408" y="179730"/>
                  </a:lnTo>
                  <a:lnTo>
                    <a:pt x="4031519" y="207656"/>
                  </a:lnTo>
                  <a:lnTo>
                    <a:pt x="3975363" y="238713"/>
                  </a:lnTo>
                  <a:lnTo>
                    <a:pt x="3923123" y="273257"/>
                  </a:lnTo>
                  <a:lnTo>
                    <a:pt x="3874004" y="311591"/>
                  </a:lnTo>
                  <a:lnTo>
                    <a:pt x="3829811" y="351438"/>
                  </a:lnTo>
                  <a:lnTo>
                    <a:pt x="3787775" y="394232"/>
                  </a:lnTo>
                  <a:lnTo>
                    <a:pt x="3746886" y="440539"/>
                  </a:lnTo>
                  <a:lnTo>
                    <a:pt x="3706796" y="490428"/>
                  </a:lnTo>
                  <a:lnTo>
                    <a:pt x="3667229" y="543894"/>
                  </a:lnTo>
                  <a:lnTo>
                    <a:pt x="3627976" y="600850"/>
                  </a:lnTo>
                  <a:lnTo>
                    <a:pt x="3588880" y="661119"/>
                  </a:lnTo>
                  <a:lnTo>
                    <a:pt x="3549830" y="724432"/>
                  </a:lnTo>
                  <a:lnTo>
                    <a:pt x="3510759" y="790426"/>
                  </a:lnTo>
                  <a:lnTo>
                    <a:pt x="3471629" y="858653"/>
                  </a:lnTo>
                  <a:lnTo>
                    <a:pt x="3432434" y="928587"/>
                  </a:lnTo>
                  <a:lnTo>
                    <a:pt x="3393186" y="999643"/>
                  </a:lnTo>
                  <a:lnTo>
                    <a:pt x="3353913" y="1071192"/>
                  </a:lnTo>
                  <a:lnTo>
                    <a:pt x="3314648" y="1142588"/>
                  </a:lnTo>
                  <a:lnTo>
                    <a:pt x="3275423" y="1213191"/>
                  </a:lnTo>
                  <a:lnTo>
                    <a:pt x="3236258" y="1282391"/>
                  </a:lnTo>
                  <a:lnTo>
                    <a:pt x="3197158" y="1349626"/>
                  </a:lnTo>
                  <a:lnTo>
                    <a:pt x="3158103" y="1414407"/>
                  </a:lnTo>
                  <a:lnTo>
                    <a:pt x="3119043" y="1476324"/>
                  </a:lnTo>
                  <a:lnTo>
                    <a:pt x="3079889" y="1535059"/>
                  </a:lnTo>
                  <a:lnTo>
                    <a:pt x="3040511" y="1590386"/>
                  </a:lnTo>
                  <a:lnTo>
                    <a:pt x="3000727" y="1642172"/>
                  </a:lnTo>
                  <a:lnTo>
                    <a:pt x="2960298" y="1690368"/>
                  </a:lnTo>
                  <a:lnTo>
                    <a:pt x="2918917" y="1735006"/>
                  </a:lnTo>
                  <a:lnTo>
                    <a:pt x="2896531" y="1757194"/>
                  </a:lnTo>
                  <a:lnTo>
                    <a:pt x="2849695" y="1799261"/>
                  </a:lnTo>
                  <a:lnTo>
                    <a:pt x="2800424" y="1837379"/>
                  </a:lnTo>
                  <a:lnTo>
                    <a:pt x="2747988" y="1871722"/>
                  </a:lnTo>
                  <a:lnTo>
                    <a:pt x="2691592" y="1902596"/>
                  </a:lnTo>
                  <a:lnTo>
                    <a:pt x="2630418" y="1930360"/>
                  </a:lnTo>
                  <a:lnTo>
                    <a:pt x="2563685" y="1955368"/>
                  </a:lnTo>
                  <a:lnTo>
                    <a:pt x="2490715" y="1977944"/>
                  </a:lnTo>
                  <a:lnTo>
                    <a:pt x="2411034" y="1998361"/>
                  </a:lnTo>
                  <a:lnTo>
                    <a:pt x="2324497" y="2016832"/>
                  </a:lnTo>
                  <a:lnTo>
                    <a:pt x="2231448" y="2033507"/>
                  </a:lnTo>
                  <a:lnTo>
                    <a:pt x="2132905" y="2048472"/>
                  </a:lnTo>
                  <a:lnTo>
                    <a:pt x="2030712" y="2061754"/>
                  </a:lnTo>
                  <a:lnTo>
                    <a:pt x="1927633" y="2073337"/>
                  </a:lnTo>
                  <a:lnTo>
                    <a:pt x="1827280" y="2083184"/>
                  </a:lnTo>
                  <a:lnTo>
                    <a:pt x="1733816" y="2091265"/>
                  </a:lnTo>
                  <a:lnTo>
                    <a:pt x="1651430" y="2097591"/>
                  </a:lnTo>
                  <a:lnTo>
                    <a:pt x="1583633" y="2102247"/>
                  </a:lnTo>
                  <a:lnTo>
                    <a:pt x="1532565" y="2105401"/>
                  </a:lnTo>
                  <a:lnTo>
                    <a:pt x="1498497" y="2107302"/>
                  </a:lnTo>
                  <a:lnTo>
                    <a:pt x="1479660" y="2108255"/>
                  </a:lnTo>
                  <a:lnTo>
                    <a:pt x="1472390" y="2108590"/>
                  </a:lnTo>
                  <a:lnTo>
                    <a:pt x="1471387" y="2108633"/>
                  </a:lnTo>
                  <a:lnTo>
                    <a:pt x="0" y="2108633"/>
                  </a:lnTo>
                  <a:close/>
                </a:path>
              </a:pathLst>
            </a:custGeom>
            <a:solidFill>
              <a:srgbClr val="8BC34A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530" name="pl1530"/>
            <p:cNvSpPr/>
            <p:nvPr/>
          </p:nvSpPr>
          <p:spPr>
            <a:xfrm>
              <a:off x="4799595" y="7349939"/>
              <a:ext cx="11981298" cy="2991317"/>
            </a:xfrm>
            <a:custGeom>
              <a:avLst/>
              <a:pathLst>
                <a:path w="11981298" h="2991317">
                  <a:moveTo>
                    <a:pt x="0" y="2108633"/>
                  </a:moveTo>
                  <a:lnTo>
                    <a:pt x="1471387" y="2108633"/>
                  </a:lnTo>
                  <a:lnTo>
                    <a:pt x="1472572" y="2108582"/>
                  </a:lnTo>
                  <a:lnTo>
                    <a:pt x="1480357" y="2108222"/>
                  </a:lnTo>
                  <a:lnTo>
                    <a:pt x="1499955" y="2107224"/>
                  </a:lnTo>
                  <a:lnTo>
                    <a:pt x="1534935" y="2105262"/>
                  </a:lnTo>
                  <a:lnTo>
                    <a:pt x="1586952" y="2102031"/>
                  </a:lnTo>
                  <a:lnTo>
                    <a:pt x="1655625" y="2097286"/>
                  </a:lnTo>
                  <a:lnTo>
                    <a:pt x="1738724" y="2090865"/>
                  </a:lnTo>
                  <a:lnTo>
                    <a:pt x="1832680" y="2082687"/>
                  </a:lnTo>
                  <a:lnTo>
                    <a:pt x="1933290" y="2072743"/>
                  </a:lnTo>
                  <a:lnTo>
                    <a:pt x="2036407" y="2061064"/>
                  </a:lnTo>
                  <a:lnTo>
                    <a:pt x="2138461" y="2047689"/>
                  </a:lnTo>
                  <a:lnTo>
                    <a:pt x="2236742" y="2032632"/>
                  </a:lnTo>
                  <a:lnTo>
                    <a:pt x="2329450" y="2015860"/>
                  </a:lnTo>
                  <a:lnTo>
                    <a:pt x="2415613" y="1997286"/>
                  </a:lnTo>
                  <a:lnTo>
                    <a:pt x="2494916" y="1976756"/>
                  </a:lnTo>
                  <a:lnTo>
                    <a:pt x="2567526" y="1954054"/>
                  </a:lnTo>
                  <a:lnTo>
                    <a:pt x="2633934" y="1928902"/>
                  </a:lnTo>
                  <a:lnTo>
                    <a:pt x="2694823" y="1900976"/>
                  </a:lnTo>
                  <a:lnTo>
                    <a:pt x="2750979" y="1869919"/>
                  </a:lnTo>
                  <a:lnTo>
                    <a:pt x="2803219" y="1835376"/>
                  </a:lnTo>
                  <a:lnTo>
                    <a:pt x="2852338" y="1797042"/>
                  </a:lnTo>
                  <a:lnTo>
                    <a:pt x="2896531" y="1757194"/>
                  </a:lnTo>
                  <a:lnTo>
                    <a:pt x="2938567" y="1714401"/>
                  </a:lnTo>
                  <a:lnTo>
                    <a:pt x="2979456" y="1668094"/>
                  </a:lnTo>
                  <a:lnTo>
                    <a:pt x="3019547" y="1618204"/>
                  </a:lnTo>
                  <a:lnTo>
                    <a:pt x="3059113" y="1564738"/>
                  </a:lnTo>
                  <a:lnTo>
                    <a:pt x="3098366" y="1507782"/>
                  </a:lnTo>
                  <a:lnTo>
                    <a:pt x="3137463" y="1447514"/>
                  </a:lnTo>
                  <a:lnTo>
                    <a:pt x="3176512" y="1384201"/>
                  </a:lnTo>
                  <a:lnTo>
                    <a:pt x="3215583" y="1318207"/>
                  </a:lnTo>
                  <a:lnTo>
                    <a:pt x="3254713" y="1249980"/>
                  </a:lnTo>
                  <a:lnTo>
                    <a:pt x="3293908" y="1180045"/>
                  </a:lnTo>
                  <a:lnTo>
                    <a:pt x="3333156" y="1108990"/>
                  </a:lnTo>
                  <a:lnTo>
                    <a:pt x="3372429" y="1037441"/>
                  </a:lnTo>
                  <a:lnTo>
                    <a:pt x="3411694" y="966045"/>
                  </a:lnTo>
                  <a:lnTo>
                    <a:pt x="3450919" y="895441"/>
                  </a:lnTo>
                  <a:lnTo>
                    <a:pt x="3490084" y="826242"/>
                  </a:lnTo>
                  <a:lnTo>
                    <a:pt x="3529184" y="759006"/>
                  </a:lnTo>
                  <a:lnTo>
                    <a:pt x="3568239" y="694226"/>
                  </a:lnTo>
                  <a:lnTo>
                    <a:pt x="3607299" y="632309"/>
                  </a:lnTo>
                  <a:lnTo>
                    <a:pt x="3646453" y="573574"/>
                  </a:lnTo>
                  <a:lnTo>
                    <a:pt x="3685831" y="518247"/>
                  </a:lnTo>
                  <a:lnTo>
                    <a:pt x="3725615" y="466461"/>
                  </a:lnTo>
                  <a:lnTo>
                    <a:pt x="3766044" y="418265"/>
                  </a:lnTo>
                  <a:lnTo>
                    <a:pt x="3807425" y="373627"/>
                  </a:lnTo>
                  <a:lnTo>
                    <a:pt x="3829811" y="351438"/>
                  </a:lnTo>
                  <a:lnTo>
                    <a:pt x="3876647" y="309372"/>
                  </a:lnTo>
                  <a:lnTo>
                    <a:pt x="3925918" y="271253"/>
                  </a:lnTo>
                  <a:lnTo>
                    <a:pt x="3978354" y="236911"/>
                  </a:lnTo>
                  <a:lnTo>
                    <a:pt x="4034750" y="206036"/>
                  </a:lnTo>
                  <a:lnTo>
                    <a:pt x="4095924" y="178273"/>
                  </a:lnTo>
                  <a:lnTo>
                    <a:pt x="4162658" y="153264"/>
                  </a:lnTo>
                  <a:lnTo>
                    <a:pt x="4235627" y="130688"/>
                  </a:lnTo>
                  <a:lnTo>
                    <a:pt x="4315308" y="110271"/>
                  </a:lnTo>
                  <a:lnTo>
                    <a:pt x="4401845" y="91800"/>
                  </a:lnTo>
                  <a:lnTo>
                    <a:pt x="4494894" y="75125"/>
                  </a:lnTo>
                  <a:lnTo>
                    <a:pt x="4593438" y="60161"/>
                  </a:lnTo>
                  <a:lnTo>
                    <a:pt x="4695630" y="46879"/>
                  </a:lnTo>
                  <a:lnTo>
                    <a:pt x="4798709" y="35295"/>
                  </a:lnTo>
                  <a:lnTo>
                    <a:pt x="4899062" y="25448"/>
                  </a:lnTo>
                  <a:lnTo>
                    <a:pt x="4992526" y="17368"/>
                  </a:lnTo>
                  <a:lnTo>
                    <a:pt x="5074913" y="11042"/>
                  </a:lnTo>
                  <a:lnTo>
                    <a:pt x="5142709" y="6386"/>
                  </a:lnTo>
                  <a:lnTo>
                    <a:pt x="5193777" y="3232"/>
                  </a:lnTo>
                  <a:lnTo>
                    <a:pt x="5227846" y="1331"/>
                  </a:lnTo>
                  <a:lnTo>
                    <a:pt x="5246683" y="377"/>
                  </a:lnTo>
                  <a:lnTo>
                    <a:pt x="5253952" y="42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480" y="68"/>
                  </a:lnTo>
                  <a:lnTo>
                    <a:pt x="6734954" y="559"/>
                  </a:lnTo>
                  <a:lnTo>
                    <a:pt x="6753796" y="1914"/>
                  </a:lnTo>
                  <a:lnTo>
                    <a:pt x="6787487" y="4582"/>
                  </a:lnTo>
                  <a:lnTo>
                    <a:pt x="6837707" y="8978"/>
                  </a:lnTo>
                  <a:lnTo>
                    <a:pt x="6904213" y="15441"/>
                  </a:lnTo>
                  <a:lnTo>
                    <a:pt x="6984988" y="24204"/>
                  </a:lnTo>
                  <a:lnTo>
                    <a:pt x="7076698" y="35383"/>
                  </a:lnTo>
                  <a:lnTo>
                    <a:pt x="7175344" y="48999"/>
                  </a:lnTo>
                  <a:lnTo>
                    <a:pt x="7276911" y="65014"/>
                  </a:lnTo>
                  <a:lnTo>
                    <a:pt x="7377884" y="83376"/>
                  </a:lnTo>
                  <a:lnTo>
                    <a:pt x="7475532" y="104058"/>
                  </a:lnTo>
                  <a:lnTo>
                    <a:pt x="7567996" y="127090"/>
                  </a:lnTo>
                  <a:lnTo>
                    <a:pt x="7654213" y="152580"/>
                  </a:lnTo>
                  <a:lnTo>
                    <a:pt x="7733778" y="180718"/>
                  </a:lnTo>
                  <a:lnTo>
                    <a:pt x="7806772" y="211783"/>
                  </a:lnTo>
                  <a:lnTo>
                    <a:pt x="7873607" y="246133"/>
                  </a:lnTo>
                  <a:lnTo>
                    <a:pt x="7934907" y="284197"/>
                  </a:lnTo>
                  <a:lnTo>
                    <a:pt x="7991408" y="326453"/>
                  </a:lnTo>
                  <a:lnTo>
                    <a:pt x="8043890" y="373392"/>
                  </a:lnTo>
                  <a:lnTo>
                    <a:pt x="8093127" y="425453"/>
                  </a:lnTo>
                  <a:lnTo>
                    <a:pt x="8139836" y="482930"/>
                  </a:lnTo>
                  <a:lnTo>
                    <a:pt x="8151487" y="498552"/>
                  </a:lnTo>
                  <a:lnTo>
                    <a:pt x="8188356" y="551427"/>
                  </a:lnTo>
                  <a:lnTo>
                    <a:pt x="8224310" y="608109"/>
                  </a:lnTo>
                  <a:lnTo>
                    <a:pt x="8259593" y="668676"/>
                  </a:lnTo>
                  <a:lnTo>
                    <a:pt x="8294402" y="733144"/>
                  </a:lnTo>
                  <a:lnTo>
                    <a:pt x="8328898" y="801468"/>
                  </a:lnTo>
                  <a:lnTo>
                    <a:pt x="8363203" y="873526"/>
                  </a:lnTo>
                  <a:lnTo>
                    <a:pt x="8397414" y="949124"/>
                  </a:lnTo>
                  <a:lnTo>
                    <a:pt x="8431597" y="1027988"/>
                  </a:lnTo>
                  <a:lnTo>
                    <a:pt x="8465799" y="1109768"/>
                  </a:lnTo>
                  <a:lnTo>
                    <a:pt x="8500043" y="1194041"/>
                  </a:lnTo>
                  <a:lnTo>
                    <a:pt x="8534338" y="1280318"/>
                  </a:lnTo>
                  <a:lnTo>
                    <a:pt x="8568679" y="1368058"/>
                  </a:lnTo>
                  <a:lnTo>
                    <a:pt x="8603050" y="1456677"/>
                  </a:lnTo>
                  <a:lnTo>
                    <a:pt x="8637432" y="1545567"/>
                  </a:lnTo>
                  <a:lnTo>
                    <a:pt x="8671800" y="1634110"/>
                  </a:lnTo>
                  <a:lnTo>
                    <a:pt x="8706136" y="1721701"/>
                  </a:lnTo>
                  <a:lnTo>
                    <a:pt x="8740425" y="1807760"/>
                  </a:lnTo>
                  <a:lnTo>
                    <a:pt x="8774663" y="1891751"/>
                  </a:lnTo>
                  <a:lnTo>
                    <a:pt x="8808861" y="1973194"/>
                  </a:lnTo>
                  <a:lnTo>
                    <a:pt x="8843045" y="2051673"/>
                  </a:lnTo>
                  <a:lnTo>
                    <a:pt x="8877263" y="2126849"/>
                  </a:lnTo>
                  <a:lnTo>
                    <a:pt x="8911586" y="2198457"/>
                  </a:lnTo>
                  <a:lnTo>
                    <a:pt x="8946113" y="2266311"/>
                  </a:lnTo>
                  <a:lnTo>
                    <a:pt x="8980971" y="2330301"/>
                  </a:lnTo>
                  <a:lnTo>
                    <a:pt x="9016325" y="2390388"/>
                  </a:lnTo>
                  <a:lnTo>
                    <a:pt x="9052377" y="2446596"/>
                  </a:lnTo>
                  <a:lnTo>
                    <a:pt x="9084767" y="2492764"/>
                  </a:lnTo>
                  <a:lnTo>
                    <a:pt x="9130931" y="2551643"/>
                  </a:lnTo>
                  <a:lnTo>
                    <a:pt x="9179454" y="2605075"/>
                  </a:lnTo>
                  <a:lnTo>
                    <a:pt x="9231032" y="2653289"/>
                  </a:lnTo>
                  <a:lnTo>
                    <a:pt x="9286427" y="2696700"/>
                  </a:lnTo>
                  <a:lnTo>
                    <a:pt x="9346424" y="2735793"/>
                  </a:lnTo>
                  <a:lnTo>
                    <a:pt x="9411774" y="2771052"/>
                  </a:lnTo>
                  <a:lnTo>
                    <a:pt x="9483138" y="2802923"/>
                  </a:lnTo>
                  <a:lnTo>
                    <a:pt x="9560994" y="2831782"/>
                  </a:lnTo>
                  <a:lnTo>
                    <a:pt x="9645522" y="2857929"/>
                  </a:lnTo>
                  <a:lnTo>
                    <a:pt x="9736455" y="2881578"/>
                  </a:lnTo>
                  <a:lnTo>
                    <a:pt x="9832917" y="2902857"/>
                  </a:lnTo>
                  <a:lnTo>
                    <a:pt x="9933263" y="2921814"/>
                  </a:lnTo>
                  <a:lnTo>
                    <a:pt x="10034984" y="2938436"/>
                  </a:lnTo>
                  <a:lnTo>
                    <a:pt x="10134749" y="2952673"/>
                  </a:lnTo>
                  <a:lnTo>
                    <a:pt x="10228632" y="2964478"/>
                  </a:lnTo>
                  <a:lnTo>
                    <a:pt x="10312568" y="2973853"/>
                  </a:lnTo>
                  <a:lnTo>
                    <a:pt x="10382988" y="2980889"/>
                  </a:lnTo>
                  <a:lnTo>
                    <a:pt x="10437485" y="2985786"/>
                  </a:lnTo>
                  <a:lnTo>
                    <a:pt x="10475332" y="2988861"/>
                  </a:lnTo>
                  <a:lnTo>
                    <a:pt x="10497718" y="2990511"/>
                  </a:lnTo>
                  <a:lnTo>
                    <a:pt x="10507687" y="2991180"/>
                  </a:lnTo>
                  <a:lnTo>
                    <a:pt x="10509891" y="2991316"/>
                  </a:lnTo>
                  <a:lnTo>
                    <a:pt x="10509911" y="2991317"/>
                  </a:lnTo>
                  <a:lnTo>
                    <a:pt x="11981298" y="299131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31" name="pl1531"/>
            <p:cNvSpPr/>
            <p:nvPr/>
          </p:nvSpPr>
          <p:spPr>
            <a:xfrm>
              <a:off x="4799595" y="7341766"/>
              <a:ext cx="11981298" cy="2991317"/>
            </a:xfrm>
            <a:custGeom>
              <a:avLst/>
              <a:pathLst>
                <a:path w="11981298" h="2991317">
                  <a:moveTo>
                    <a:pt x="11981298" y="2991317"/>
                  </a:moveTo>
                  <a:lnTo>
                    <a:pt x="10509911" y="2991317"/>
                  </a:lnTo>
                  <a:lnTo>
                    <a:pt x="10508774" y="2991248"/>
                  </a:lnTo>
                  <a:lnTo>
                    <a:pt x="10501299" y="2990758"/>
                  </a:lnTo>
                  <a:lnTo>
                    <a:pt x="10482457" y="2989402"/>
                  </a:lnTo>
                  <a:lnTo>
                    <a:pt x="10448766" y="2986734"/>
                  </a:lnTo>
                  <a:lnTo>
                    <a:pt x="10398546" y="2982338"/>
                  </a:lnTo>
                  <a:lnTo>
                    <a:pt x="10332040" y="2975875"/>
                  </a:lnTo>
                  <a:lnTo>
                    <a:pt x="10251265" y="2967113"/>
                  </a:lnTo>
                  <a:lnTo>
                    <a:pt x="10159555" y="2955934"/>
                  </a:lnTo>
                  <a:lnTo>
                    <a:pt x="10060909" y="2942318"/>
                  </a:lnTo>
                  <a:lnTo>
                    <a:pt x="9959342" y="2926302"/>
                  </a:lnTo>
                  <a:lnTo>
                    <a:pt x="9858370" y="2907940"/>
                  </a:lnTo>
                  <a:lnTo>
                    <a:pt x="9760721" y="2887259"/>
                  </a:lnTo>
                  <a:lnTo>
                    <a:pt x="9668258" y="2864226"/>
                  </a:lnTo>
                  <a:lnTo>
                    <a:pt x="9582040" y="2838737"/>
                  </a:lnTo>
                  <a:lnTo>
                    <a:pt x="9502475" y="2810598"/>
                  </a:lnTo>
                  <a:lnTo>
                    <a:pt x="9429482" y="2779534"/>
                  </a:lnTo>
                  <a:lnTo>
                    <a:pt x="9362646" y="2745183"/>
                  </a:lnTo>
                  <a:lnTo>
                    <a:pt x="9301346" y="2707119"/>
                  </a:lnTo>
                  <a:lnTo>
                    <a:pt x="9244845" y="2664863"/>
                  </a:lnTo>
                  <a:lnTo>
                    <a:pt x="9192363" y="2617925"/>
                  </a:lnTo>
                  <a:lnTo>
                    <a:pt x="9143126" y="2565863"/>
                  </a:lnTo>
                  <a:lnTo>
                    <a:pt x="9096417" y="2508387"/>
                  </a:lnTo>
                  <a:lnTo>
                    <a:pt x="9084767" y="2492764"/>
                  </a:lnTo>
                  <a:lnTo>
                    <a:pt x="9047897" y="2439889"/>
                  </a:lnTo>
                  <a:lnTo>
                    <a:pt x="9011943" y="2383207"/>
                  </a:lnTo>
                  <a:lnTo>
                    <a:pt x="8976661" y="2322641"/>
                  </a:lnTo>
                  <a:lnTo>
                    <a:pt x="8941851" y="2258172"/>
                  </a:lnTo>
                  <a:lnTo>
                    <a:pt x="8907355" y="2189848"/>
                  </a:lnTo>
                  <a:lnTo>
                    <a:pt x="8873050" y="2117790"/>
                  </a:lnTo>
                  <a:lnTo>
                    <a:pt x="8838839" y="2042192"/>
                  </a:lnTo>
                  <a:lnTo>
                    <a:pt x="8804656" y="1963328"/>
                  </a:lnTo>
                  <a:lnTo>
                    <a:pt x="8770455" y="1881549"/>
                  </a:lnTo>
                  <a:lnTo>
                    <a:pt x="8736210" y="1797276"/>
                  </a:lnTo>
                  <a:lnTo>
                    <a:pt x="8701915" y="1710998"/>
                  </a:lnTo>
                  <a:lnTo>
                    <a:pt x="8667574" y="1623258"/>
                  </a:lnTo>
                  <a:lnTo>
                    <a:pt x="8633203" y="1534639"/>
                  </a:lnTo>
                  <a:lnTo>
                    <a:pt x="8598822" y="1445750"/>
                  </a:lnTo>
                  <a:lnTo>
                    <a:pt x="8564453" y="1357206"/>
                  </a:lnTo>
                  <a:lnTo>
                    <a:pt x="8530117" y="1269615"/>
                  </a:lnTo>
                  <a:lnTo>
                    <a:pt x="8495828" y="1183556"/>
                  </a:lnTo>
                  <a:lnTo>
                    <a:pt x="8461590" y="1099565"/>
                  </a:lnTo>
                  <a:lnTo>
                    <a:pt x="8427392" y="1018123"/>
                  </a:lnTo>
                  <a:lnTo>
                    <a:pt x="8393209" y="939643"/>
                  </a:lnTo>
                  <a:lnTo>
                    <a:pt x="8358991" y="864467"/>
                  </a:lnTo>
                  <a:lnTo>
                    <a:pt x="8324667" y="792859"/>
                  </a:lnTo>
                  <a:lnTo>
                    <a:pt x="8290141" y="725005"/>
                  </a:lnTo>
                  <a:lnTo>
                    <a:pt x="8255282" y="661015"/>
                  </a:lnTo>
                  <a:lnTo>
                    <a:pt x="8219928" y="600929"/>
                  </a:lnTo>
                  <a:lnTo>
                    <a:pt x="8183876" y="544721"/>
                  </a:lnTo>
                  <a:lnTo>
                    <a:pt x="8151487" y="498552"/>
                  </a:lnTo>
                  <a:lnTo>
                    <a:pt x="8105322" y="439673"/>
                  </a:lnTo>
                  <a:lnTo>
                    <a:pt x="8056799" y="386241"/>
                  </a:lnTo>
                  <a:lnTo>
                    <a:pt x="8005221" y="338027"/>
                  </a:lnTo>
                  <a:lnTo>
                    <a:pt x="7949826" y="294616"/>
                  </a:lnTo>
                  <a:lnTo>
                    <a:pt x="7889830" y="255524"/>
                  </a:lnTo>
                  <a:lnTo>
                    <a:pt x="7824479" y="220264"/>
                  </a:lnTo>
                  <a:lnTo>
                    <a:pt x="7753115" y="188394"/>
                  </a:lnTo>
                  <a:lnTo>
                    <a:pt x="7675259" y="159535"/>
                  </a:lnTo>
                  <a:lnTo>
                    <a:pt x="7590732" y="133388"/>
                  </a:lnTo>
                  <a:lnTo>
                    <a:pt x="7499798" y="109739"/>
                  </a:lnTo>
                  <a:lnTo>
                    <a:pt x="7403336" y="88460"/>
                  </a:lnTo>
                  <a:lnTo>
                    <a:pt x="7302991" y="69502"/>
                  </a:lnTo>
                  <a:lnTo>
                    <a:pt x="7201269" y="52880"/>
                  </a:lnTo>
                  <a:lnTo>
                    <a:pt x="7101504" y="38643"/>
                  </a:lnTo>
                  <a:lnTo>
                    <a:pt x="7007622" y="26838"/>
                  </a:lnTo>
                  <a:lnTo>
                    <a:pt x="6923685" y="17463"/>
                  </a:lnTo>
                  <a:lnTo>
                    <a:pt x="6853265" y="10428"/>
                  </a:lnTo>
                  <a:lnTo>
                    <a:pt x="6798768" y="5530"/>
                  </a:lnTo>
                  <a:lnTo>
                    <a:pt x="6760922" y="2456"/>
                  </a:lnTo>
                  <a:lnTo>
                    <a:pt x="6738535" y="806"/>
                  </a:lnTo>
                  <a:lnTo>
                    <a:pt x="6728567" y="136"/>
                  </a:lnTo>
                  <a:lnTo>
                    <a:pt x="6726363" y="1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770" y="50"/>
                  </a:lnTo>
                  <a:lnTo>
                    <a:pt x="5245986" y="411"/>
                  </a:lnTo>
                  <a:lnTo>
                    <a:pt x="5226387" y="1408"/>
                  </a:lnTo>
                  <a:lnTo>
                    <a:pt x="5191407" y="3371"/>
                  </a:lnTo>
                  <a:lnTo>
                    <a:pt x="5139390" y="6602"/>
                  </a:lnTo>
                  <a:lnTo>
                    <a:pt x="5070717" y="11346"/>
                  </a:lnTo>
                  <a:lnTo>
                    <a:pt x="4987618" y="17768"/>
                  </a:lnTo>
                  <a:lnTo>
                    <a:pt x="4893662" y="25946"/>
                  </a:lnTo>
                  <a:lnTo>
                    <a:pt x="4793052" y="35890"/>
                  </a:lnTo>
                  <a:lnTo>
                    <a:pt x="4689935" y="47568"/>
                  </a:lnTo>
                  <a:lnTo>
                    <a:pt x="4587881" y="60943"/>
                  </a:lnTo>
                  <a:lnTo>
                    <a:pt x="4489600" y="76001"/>
                  </a:lnTo>
                  <a:lnTo>
                    <a:pt x="4396892" y="92772"/>
                  </a:lnTo>
                  <a:lnTo>
                    <a:pt x="4310729" y="111346"/>
                  </a:lnTo>
                  <a:lnTo>
                    <a:pt x="4231426" y="131876"/>
                  </a:lnTo>
                  <a:lnTo>
                    <a:pt x="4158816" y="154579"/>
                  </a:lnTo>
                  <a:lnTo>
                    <a:pt x="4092408" y="179730"/>
                  </a:lnTo>
                  <a:lnTo>
                    <a:pt x="4031519" y="207656"/>
                  </a:lnTo>
                  <a:lnTo>
                    <a:pt x="3975363" y="238713"/>
                  </a:lnTo>
                  <a:lnTo>
                    <a:pt x="3923123" y="273257"/>
                  </a:lnTo>
                  <a:lnTo>
                    <a:pt x="3874004" y="311591"/>
                  </a:lnTo>
                  <a:lnTo>
                    <a:pt x="3829811" y="351438"/>
                  </a:lnTo>
                  <a:lnTo>
                    <a:pt x="3787775" y="394232"/>
                  </a:lnTo>
                  <a:lnTo>
                    <a:pt x="3746886" y="440539"/>
                  </a:lnTo>
                  <a:lnTo>
                    <a:pt x="3706796" y="490428"/>
                  </a:lnTo>
                  <a:lnTo>
                    <a:pt x="3667229" y="543894"/>
                  </a:lnTo>
                  <a:lnTo>
                    <a:pt x="3627976" y="600850"/>
                  </a:lnTo>
                  <a:lnTo>
                    <a:pt x="3588880" y="661119"/>
                  </a:lnTo>
                  <a:lnTo>
                    <a:pt x="3549830" y="724432"/>
                  </a:lnTo>
                  <a:lnTo>
                    <a:pt x="3510759" y="790426"/>
                  </a:lnTo>
                  <a:lnTo>
                    <a:pt x="3471629" y="858653"/>
                  </a:lnTo>
                  <a:lnTo>
                    <a:pt x="3432434" y="928587"/>
                  </a:lnTo>
                  <a:lnTo>
                    <a:pt x="3393186" y="999643"/>
                  </a:lnTo>
                  <a:lnTo>
                    <a:pt x="3353913" y="1071192"/>
                  </a:lnTo>
                  <a:lnTo>
                    <a:pt x="3314648" y="1142588"/>
                  </a:lnTo>
                  <a:lnTo>
                    <a:pt x="3275423" y="1213191"/>
                  </a:lnTo>
                  <a:lnTo>
                    <a:pt x="3236258" y="1282391"/>
                  </a:lnTo>
                  <a:lnTo>
                    <a:pt x="3197158" y="1349626"/>
                  </a:lnTo>
                  <a:lnTo>
                    <a:pt x="3158103" y="1414407"/>
                  </a:lnTo>
                  <a:lnTo>
                    <a:pt x="3119043" y="1476324"/>
                  </a:lnTo>
                  <a:lnTo>
                    <a:pt x="3079889" y="1535059"/>
                  </a:lnTo>
                  <a:lnTo>
                    <a:pt x="3040511" y="1590386"/>
                  </a:lnTo>
                  <a:lnTo>
                    <a:pt x="3000727" y="1642172"/>
                  </a:lnTo>
                  <a:lnTo>
                    <a:pt x="2960298" y="1690368"/>
                  </a:lnTo>
                  <a:lnTo>
                    <a:pt x="2918917" y="1735006"/>
                  </a:lnTo>
                  <a:lnTo>
                    <a:pt x="2896531" y="1757194"/>
                  </a:lnTo>
                  <a:lnTo>
                    <a:pt x="2849695" y="1799261"/>
                  </a:lnTo>
                  <a:lnTo>
                    <a:pt x="2800424" y="1837379"/>
                  </a:lnTo>
                  <a:lnTo>
                    <a:pt x="2747988" y="1871722"/>
                  </a:lnTo>
                  <a:lnTo>
                    <a:pt x="2691592" y="1902596"/>
                  </a:lnTo>
                  <a:lnTo>
                    <a:pt x="2630418" y="1930360"/>
                  </a:lnTo>
                  <a:lnTo>
                    <a:pt x="2563685" y="1955368"/>
                  </a:lnTo>
                  <a:lnTo>
                    <a:pt x="2490715" y="1977944"/>
                  </a:lnTo>
                  <a:lnTo>
                    <a:pt x="2411034" y="1998361"/>
                  </a:lnTo>
                  <a:lnTo>
                    <a:pt x="2324497" y="2016832"/>
                  </a:lnTo>
                  <a:lnTo>
                    <a:pt x="2231448" y="2033507"/>
                  </a:lnTo>
                  <a:lnTo>
                    <a:pt x="2132905" y="2048472"/>
                  </a:lnTo>
                  <a:lnTo>
                    <a:pt x="2030712" y="2061754"/>
                  </a:lnTo>
                  <a:lnTo>
                    <a:pt x="1927633" y="2073337"/>
                  </a:lnTo>
                  <a:lnTo>
                    <a:pt x="1827280" y="2083184"/>
                  </a:lnTo>
                  <a:lnTo>
                    <a:pt x="1733816" y="2091265"/>
                  </a:lnTo>
                  <a:lnTo>
                    <a:pt x="1651430" y="2097591"/>
                  </a:lnTo>
                  <a:lnTo>
                    <a:pt x="1583633" y="2102247"/>
                  </a:lnTo>
                  <a:lnTo>
                    <a:pt x="1532565" y="2105401"/>
                  </a:lnTo>
                  <a:lnTo>
                    <a:pt x="1498497" y="2107302"/>
                  </a:lnTo>
                  <a:lnTo>
                    <a:pt x="1479660" y="2108255"/>
                  </a:lnTo>
                  <a:lnTo>
                    <a:pt x="1472390" y="2108590"/>
                  </a:lnTo>
                  <a:lnTo>
                    <a:pt x="1471387" y="2108633"/>
                  </a:lnTo>
                  <a:lnTo>
                    <a:pt x="0" y="210863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32" name="pg1532"/>
            <p:cNvSpPr/>
            <p:nvPr/>
          </p:nvSpPr>
          <p:spPr>
            <a:xfrm>
              <a:off x="4799595" y="8739349"/>
              <a:ext cx="11981298" cy="784607"/>
            </a:xfrm>
            <a:custGeom>
              <a:avLst/>
              <a:pathLst>
                <a:path w="11981298" h="784607">
                  <a:moveTo>
                    <a:pt x="0" y="784607"/>
                  </a:moveTo>
                  <a:lnTo>
                    <a:pt x="1471387" y="784607"/>
                  </a:lnTo>
                  <a:lnTo>
                    <a:pt x="1472617" y="784588"/>
                  </a:lnTo>
                  <a:lnTo>
                    <a:pt x="1480692" y="784450"/>
                  </a:lnTo>
                  <a:lnTo>
                    <a:pt x="1500996" y="784068"/>
                  </a:lnTo>
                  <a:lnTo>
                    <a:pt x="1537177" y="783317"/>
                  </a:lnTo>
                  <a:lnTo>
                    <a:pt x="1590859" y="782082"/>
                  </a:lnTo>
                  <a:lnTo>
                    <a:pt x="1661528" y="780270"/>
                  </a:lnTo>
                  <a:lnTo>
                    <a:pt x="1746751" y="777822"/>
                  </a:lnTo>
                  <a:lnTo>
                    <a:pt x="1842739" y="774709"/>
                  </a:lnTo>
                  <a:lnTo>
                    <a:pt x="1945103" y="770929"/>
                  </a:lnTo>
                  <a:lnTo>
                    <a:pt x="2049581" y="766497"/>
                  </a:lnTo>
                  <a:lnTo>
                    <a:pt x="2152564" y="761424"/>
                  </a:lnTo>
                  <a:lnTo>
                    <a:pt x="2251362" y="755716"/>
                  </a:lnTo>
                  <a:lnTo>
                    <a:pt x="2344242" y="749357"/>
                  </a:lnTo>
                  <a:lnTo>
                    <a:pt x="2430314" y="742309"/>
                  </a:lnTo>
                  <a:lnTo>
                    <a:pt x="2509350" y="734510"/>
                  </a:lnTo>
                  <a:lnTo>
                    <a:pt x="2581597" y="725871"/>
                  </a:lnTo>
                  <a:lnTo>
                    <a:pt x="2647613" y="716283"/>
                  </a:lnTo>
                  <a:lnTo>
                    <a:pt x="2708138" y="705620"/>
                  </a:lnTo>
                  <a:lnTo>
                    <a:pt x="2764000" y="693742"/>
                  </a:lnTo>
                  <a:lnTo>
                    <a:pt x="2816047" y="680516"/>
                  </a:lnTo>
                  <a:lnTo>
                    <a:pt x="2865092" y="665837"/>
                  </a:lnTo>
                  <a:lnTo>
                    <a:pt x="2896531" y="655202"/>
                  </a:lnTo>
                  <a:lnTo>
                    <a:pt x="2949186" y="635180"/>
                  </a:lnTo>
                  <a:lnTo>
                    <a:pt x="3000176" y="613101"/>
                  </a:lnTo>
                  <a:lnTo>
                    <a:pt x="3050136" y="588935"/>
                  </a:lnTo>
                  <a:lnTo>
                    <a:pt x="3099527" y="562723"/>
                  </a:lnTo>
                  <a:lnTo>
                    <a:pt x="3148673" y="534589"/>
                  </a:lnTo>
                  <a:lnTo>
                    <a:pt x="3197779" y="504741"/>
                  </a:lnTo>
                  <a:lnTo>
                    <a:pt x="3246955" y="473470"/>
                  </a:lnTo>
                  <a:lnTo>
                    <a:pt x="3296234" y="441144"/>
                  </a:lnTo>
                  <a:lnTo>
                    <a:pt x="3345592" y="408186"/>
                  </a:lnTo>
                  <a:lnTo>
                    <a:pt x="3394974" y="375061"/>
                  </a:lnTo>
                  <a:lnTo>
                    <a:pt x="3444315" y="342239"/>
                  </a:lnTo>
                  <a:lnTo>
                    <a:pt x="3493564" y="310175"/>
                  </a:lnTo>
                  <a:lnTo>
                    <a:pt x="3542714" y="279280"/>
                  </a:lnTo>
                  <a:lnTo>
                    <a:pt x="3591816" y="249899"/>
                  </a:lnTo>
                  <a:lnTo>
                    <a:pt x="3641007" y="222301"/>
                  </a:lnTo>
                  <a:lnTo>
                    <a:pt x="3690523" y="196670"/>
                  </a:lnTo>
                  <a:lnTo>
                    <a:pt x="3740725" y="173104"/>
                  </a:lnTo>
                  <a:lnTo>
                    <a:pt x="3792121" y="151624"/>
                  </a:lnTo>
                  <a:lnTo>
                    <a:pt x="3829811" y="137578"/>
                  </a:lnTo>
                  <a:lnTo>
                    <a:pt x="3877260" y="121900"/>
                  </a:lnTo>
                  <a:lnTo>
                    <a:pt x="3927217" y="107712"/>
                  </a:lnTo>
                  <a:lnTo>
                    <a:pt x="3980439" y="94948"/>
                  </a:lnTo>
                  <a:lnTo>
                    <a:pt x="4037756" y="83489"/>
                  </a:lnTo>
                  <a:lnTo>
                    <a:pt x="4100016" y="73198"/>
                  </a:lnTo>
                  <a:lnTo>
                    <a:pt x="4168027" y="63939"/>
                  </a:lnTo>
                  <a:lnTo>
                    <a:pt x="4242481" y="55590"/>
                  </a:lnTo>
                  <a:lnTo>
                    <a:pt x="4323847" y="48049"/>
                  </a:lnTo>
                  <a:lnTo>
                    <a:pt x="4412234" y="41236"/>
                  </a:lnTo>
                  <a:lnTo>
                    <a:pt x="4507218" y="35096"/>
                  </a:lnTo>
                  <a:lnTo>
                    <a:pt x="4607644" y="29600"/>
                  </a:lnTo>
                  <a:lnTo>
                    <a:pt x="4711470" y="24739"/>
                  </a:lnTo>
                  <a:lnTo>
                    <a:pt x="4815687" y="20522"/>
                  </a:lnTo>
                  <a:lnTo>
                    <a:pt x="4916424" y="16963"/>
                  </a:lnTo>
                  <a:lnTo>
                    <a:pt x="5009309" y="14072"/>
                  </a:lnTo>
                  <a:lnTo>
                    <a:pt x="5090064" y="11839"/>
                  </a:lnTo>
                  <a:lnTo>
                    <a:pt x="5155273" y="10227"/>
                  </a:lnTo>
                  <a:lnTo>
                    <a:pt x="5203092" y="9165"/>
                  </a:lnTo>
                  <a:lnTo>
                    <a:pt x="5233713" y="8550"/>
                  </a:lnTo>
                  <a:lnTo>
                    <a:pt x="5249458" y="8263"/>
                  </a:lnTo>
                  <a:lnTo>
                    <a:pt x="5254582" y="8178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579" y="8182"/>
                  </a:lnTo>
                  <a:lnTo>
                    <a:pt x="6735690" y="8247"/>
                  </a:lnTo>
                  <a:lnTo>
                    <a:pt x="6756085" y="8429"/>
                  </a:lnTo>
                  <a:lnTo>
                    <a:pt x="6792418" y="8787"/>
                  </a:lnTo>
                  <a:lnTo>
                    <a:pt x="6846312" y="9374"/>
                  </a:lnTo>
                  <a:lnTo>
                    <a:pt x="6917234" y="10237"/>
                  </a:lnTo>
                  <a:lnTo>
                    <a:pt x="7002725" y="11401"/>
                  </a:lnTo>
                  <a:lnTo>
                    <a:pt x="7098968" y="12882"/>
                  </a:lnTo>
                  <a:lnTo>
                    <a:pt x="7201550" y="14679"/>
                  </a:lnTo>
                  <a:lnTo>
                    <a:pt x="7306196" y="16787"/>
                  </a:lnTo>
                  <a:lnTo>
                    <a:pt x="7409292" y="19199"/>
                  </a:lnTo>
                  <a:lnTo>
                    <a:pt x="7508152" y="21912"/>
                  </a:lnTo>
                  <a:lnTo>
                    <a:pt x="7601050" y="24936"/>
                  </a:lnTo>
                  <a:lnTo>
                    <a:pt x="7687107" y="28287"/>
                  </a:lnTo>
                  <a:lnTo>
                    <a:pt x="7766108" y="31996"/>
                  </a:lnTo>
                  <a:lnTo>
                    <a:pt x="7838308" y="36105"/>
                  </a:lnTo>
                  <a:lnTo>
                    <a:pt x="7904275" y="40666"/>
                  </a:lnTo>
                  <a:lnTo>
                    <a:pt x="7964755" y="45741"/>
                  </a:lnTo>
                  <a:lnTo>
                    <a:pt x="8020582" y="51394"/>
                  </a:lnTo>
                  <a:lnTo>
                    <a:pt x="8072607" y="57690"/>
                  </a:lnTo>
                  <a:lnTo>
                    <a:pt x="8121644" y="64677"/>
                  </a:lnTo>
                  <a:lnTo>
                    <a:pt x="8151487" y="69470"/>
                  </a:lnTo>
                  <a:lnTo>
                    <a:pt x="8206810" y="79470"/>
                  </a:lnTo>
                  <a:lnTo>
                    <a:pt x="8260332" y="90549"/>
                  </a:lnTo>
                  <a:lnTo>
                    <a:pt x="8312773" y="102721"/>
                  </a:lnTo>
                  <a:lnTo>
                    <a:pt x="8364649" y="115957"/>
                  </a:lnTo>
                  <a:lnTo>
                    <a:pt x="8416309" y="130181"/>
                  </a:lnTo>
                  <a:lnTo>
                    <a:pt x="8467965" y="145267"/>
                  </a:lnTo>
                  <a:lnTo>
                    <a:pt x="8519717" y="161042"/>
                  </a:lnTo>
                  <a:lnTo>
                    <a:pt x="8571579" y="177293"/>
                  </a:lnTo>
                  <a:lnTo>
                    <a:pt x="8623506" y="193775"/>
                  </a:lnTo>
                  <a:lnTo>
                    <a:pt x="8675425" y="210231"/>
                  </a:lnTo>
                  <a:lnTo>
                    <a:pt x="8727267" y="226402"/>
                  </a:lnTo>
                  <a:lnTo>
                    <a:pt x="8778995" y="242051"/>
                  </a:lnTo>
                  <a:lnTo>
                    <a:pt x="8830641" y="256971"/>
                  </a:lnTo>
                  <a:lnTo>
                    <a:pt x="8882324" y="270999"/>
                  </a:lnTo>
                  <a:lnTo>
                    <a:pt x="8934284" y="284019"/>
                  </a:lnTo>
                  <a:lnTo>
                    <a:pt x="8986900" y="295966"/>
                  </a:lnTo>
                  <a:lnTo>
                    <a:pt x="9040728" y="306819"/>
                  </a:lnTo>
                  <a:lnTo>
                    <a:pt x="9084767" y="314660"/>
                  </a:lnTo>
                  <a:lnTo>
                    <a:pt x="9132293" y="322098"/>
                  </a:lnTo>
                  <a:lnTo>
                    <a:pt x="9182336" y="328827"/>
                  </a:lnTo>
                  <a:lnTo>
                    <a:pt x="9235658" y="334880"/>
                  </a:lnTo>
                  <a:lnTo>
                    <a:pt x="9293092" y="340314"/>
                  </a:lnTo>
                  <a:lnTo>
                    <a:pt x="9355490" y="345193"/>
                  </a:lnTo>
                  <a:lnTo>
                    <a:pt x="9423663" y="349581"/>
                  </a:lnTo>
                  <a:lnTo>
                    <a:pt x="9498304" y="353538"/>
                  </a:lnTo>
                  <a:lnTo>
                    <a:pt x="9579884" y="357112"/>
                  </a:lnTo>
                  <a:lnTo>
                    <a:pt x="9668506" y="360340"/>
                  </a:lnTo>
                  <a:lnTo>
                    <a:pt x="9763734" y="363248"/>
                  </a:lnTo>
                  <a:lnTo>
                    <a:pt x="9864396" y="365851"/>
                  </a:lnTo>
                  <a:lnTo>
                    <a:pt x="9968424" y="368151"/>
                  </a:lnTo>
                  <a:lnTo>
                    <a:pt x="10072777" y="370146"/>
                  </a:lnTo>
                  <a:lnTo>
                    <a:pt x="10173552" y="371828"/>
                  </a:lnTo>
                  <a:lnTo>
                    <a:pt x="10266350" y="373192"/>
                  </a:lnTo>
                  <a:lnTo>
                    <a:pt x="10346885" y="374244"/>
                  </a:lnTo>
                  <a:lnTo>
                    <a:pt x="10411756" y="375001"/>
                  </a:lnTo>
                  <a:lnTo>
                    <a:pt x="10459159" y="375499"/>
                  </a:lnTo>
                  <a:lnTo>
                    <a:pt x="10489346" y="375785"/>
                  </a:lnTo>
                  <a:lnTo>
                    <a:pt x="10504713" y="375917"/>
                  </a:lnTo>
                  <a:lnTo>
                    <a:pt x="10509590" y="375955"/>
                  </a:lnTo>
                  <a:lnTo>
                    <a:pt x="10509911" y="375957"/>
                  </a:lnTo>
                  <a:lnTo>
                    <a:pt x="11981298" y="375957"/>
                  </a:lnTo>
                  <a:lnTo>
                    <a:pt x="11981298" y="367784"/>
                  </a:lnTo>
                  <a:lnTo>
                    <a:pt x="10509911" y="367784"/>
                  </a:lnTo>
                  <a:lnTo>
                    <a:pt x="10508675" y="367775"/>
                  </a:lnTo>
                  <a:lnTo>
                    <a:pt x="10500563" y="367709"/>
                  </a:lnTo>
                  <a:lnTo>
                    <a:pt x="10480168" y="367528"/>
                  </a:lnTo>
                  <a:lnTo>
                    <a:pt x="10443835" y="367170"/>
                  </a:lnTo>
                  <a:lnTo>
                    <a:pt x="10389941" y="366582"/>
                  </a:lnTo>
                  <a:lnTo>
                    <a:pt x="10319019" y="365720"/>
                  </a:lnTo>
                  <a:lnTo>
                    <a:pt x="10233528" y="364555"/>
                  </a:lnTo>
                  <a:lnTo>
                    <a:pt x="10137286" y="363075"/>
                  </a:lnTo>
                  <a:lnTo>
                    <a:pt x="10034703" y="361277"/>
                  </a:lnTo>
                  <a:lnTo>
                    <a:pt x="9930057" y="359170"/>
                  </a:lnTo>
                  <a:lnTo>
                    <a:pt x="9826961" y="356758"/>
                  </a:lnTo>
                  <a:lnTo>
                    <a:pt x="9728102" y="354045"/>
                  </a:lnTo>
                  <a:lnTo>
                    <a:pt x="9635203" y="351021"/>
                  </a:lnTo>
                  <a:lnTo>
                    <a:pt x="9549146" y="347670"/>
                  </a:lnTo>
                  <a:lnTo>
                    <a:pt x="9470145" y="343961"/>
                  </a:lnTo>
                  <a:lnTo>
                    <a:pt x="9397945" y="339852"/>
                  </a:lnTo>
                  <a:lnTo>
                    <a:pt x="9331978" y="335291"/>
                  </a:lnTo>
                  <a:lnTo>
                    <a:pt x="9271498" y="330216"/>
                  </a:lnTo>
                  <a:lnTo>
                    <a:pt x="9215672" y="324563"/>
                  </a:lnTo>
                  <a:lnTo>
                    <a:pt x="9163647" y="318267"/>
                  </a:lnTo>
                  <a:lnTo>
                    <a:pt x="9114609" y="311280"/>
                  </a:lnTo>
                  <a:lnTo>
                    <a:pt x="9084767" y="306487"/>
                  </a:lnTo>
                  <a:lnTo>
                    <a:pt x="9029443" y="296487"/>
                  </a:lnTo>
                  <a:lnTo>
                    <a:pt x="8975922" y="285408"/>
                  </a:lnTo>
                  <a:lnTo>
                    <a:pt x="8923481" y="273236"/>
                  </a:lnTo>
                  <a:lnTo>
                    <a:pt x="8871604" y="260000"/>
                  </a:lnTo>
                  <a:lnTo>
                    <a:pt x="8819944" y="245776"/>
                  </a:lnTo>
                  <a:lnTo>
                    <a:pt x="8768288" y="230690"/>
                  </a:lnTo>
                  <a:lnTo>
                    <a:pt x="8716536" y="214915"/>
                  </a:lnTo>
                  <a:lnTo>
                    <a:pt x="8664674" y="198664"/>
                  </a:lnTo>
                  <a:lnTo>
                    <a:pt x="8612747" y="182181"/>
                  </a:lnTo>
                  <a:lnTo>
                    <a:pt x="8560828" y="165726"/>
                  </a:lnTo>
                  <a:lnTo>
                    <a:pt x="8508986" y="149555"/>
                  </a:lnTo>
                  <a:lnTo>
                    <a:pt x="8457258" y="133906"/>
                  </a:lnTo>
                  <a:lnTo>
                    <a:pt x="8405612" y="118985"/>
                  </a:lnTo>
                  <a:lnTo>
                    <a:pt x="8353929" y="104958"/>
                  </a:lnTo>
                  <a:lnTo>
                    <a:pt x="8301969" y="91937"/>
                  </a:lnTo>
                  <a:lnTo>
                    <a:pt x="8249353" y="79991"/>
                  </a:lnTo>
                  <a:lnTo>
                    <a:pt x="8195525" y="69138"/>
                  </a:lnTo>
                  <a:lnTo>
                    <a:pt x="8151487" y="61297"/>
                  </a:lnTo>
                  <a:lnTo>
                    <a:pt x="8103960" y="53859"/>
                  </a:lnTo>
                  <a:lnTo>
                    <a:pt x="8053917" y="47130"/>
                  </a:lnTo>
                  <a:lnTo>
                    <a:pt x="8000596" y="41077"/>
                  </a:lnTo>
                  <a:lnTo>
                    <a:pt x="7943162" y="35643"/>
                  </a:lnTo>
                  <a:lnTo>
                    <a:pt x="7880764" y="30764"/>
                  </a:lnTo>
                  <a:lnTo>
                    <a:pt x="7812591" y="26376"/>
                  </a:lnTo>
                  <a:lnTo>
                    <a:pt x="7737949" y="22419"/>
                  </a:lnTo>
                  <a:lnTo>
                    <a:pt x="7656369" y="18845"/>
                  </a:lnTo>
                  <a:lnTo>
                    <a:pt x="7567747" y="15617"/>
                  </a:lnTo>
                  <a:lnTo>
                    <a:pt x="7472520" y="12709"/>
                  </a:lnTo>
                  <a:lnTo>
                    <a:pt x="7371857" y="10106"/>
                  </a:lnTo>
                  <a:lnTo>
                    <a:pt x="7267829" y="7806"/>
                  </a:lnTo>
                  <a:lnTo>
                    <a:pt x="7163476" y="5811"/>
                  </a:lnTo>
                  <a:lnTo>
                    <a:pt x="7062701" y="4129"/>
                  </a:lnTo>
                  <a:lnTo>
                    <a:pt x="6969903" y="2765"/>
                  </a:lnTo>
                  <a:lnTo>
                    <a:pt x="6889368" y="1713"/>
                  </a:lnTo>
                  <a:lnTo>
                    <a:pt x="6824498" y="956"/>
                  </a:lnTo>
                  <a:lnTo>
                    <a:pt x="6777095" y="458"/>
                  </a:lnTo>
                  <a:lnTo>
                    <a:pt x="6746907" y="172"/>
                  </a:lnTo>
                  <a:lnTo>
                    <a:pt x="6731540" y="40"/>
                  </a:lnTo>
                  <a:lnTo>
                    <a:pt x="6726663" y="2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725" y="19"/>
                  </a:lnTo>
                  <a:lnTo>
                    <a:pt x="5245650" y="157"/>
                  </a:lnTo>
                  <a:lnTo>
                    <a:pt x="5225346" y="539"/>
                  </a:lnTo>
                  <a:lnTo>
                    <a:pt x="5189165" y="1290"/>
                  </a:lnTo>
                  <a:lnTo>
                    <a:pt x="5135483" y="2525"/>
                  </a:lnTo>
                  <a:lnTo>
                    <a:pt x="5064814" y="4337"/>
                  </a:lnTo>
                  <a:lnTo>
                    <a:pt x="4979591" y="6785"/>
                  </a:lnTo>
                  <a:lnTo>
                    <a:pt x="4883603" y="9898"/>
                  </a:lnTo>
                  <a:lnTo>
                    <a:pt x="4781239" y="13678"/>
                  </a:lnTo>
                  <a:lnTo>
                    <a:pt x="4676761" y="18110"/>
                  </a:lnTo>
                  <a:lnTo>
                    <a:pt x="4573778" y="23182"/>
                  </a:lnTo>
                  <a:lnTo>
                    <a:pt x="4474980" y="28891"/>
                  </a:lnTo>
                  <a:lnTo>
                    <a:pt x="4382100" y="35250"/>
                  </a:lnTo>
                  <a:lnTo>
                    <a:pt x="4296028" y="42298"/>
                  </a:lnTo>
                  <a:lnTo>
                    <a:pt x="4216992" y="50097"/>
                  </a:lnTo>
                  <a:lnTo>
                    <a:pt x="4144745" y="58736"/>
                  </a:lnTo>
                  <a:lnTo>
                    <a:pt x="4078729" y="68323"/>
                  </a:lnTo>
                  <a:lnTo>
                    <a:pt x="4018204" y="78987"/>
                  </a:lnTo>
                  <a:lnTo>
                    <a:pt x="3962342" y="90865"/>
                  </a:lnTo>
                  <a:lnTo>
                    <a:pt x="3910295" y="104091"/>
                  </a:lnTo>
                  <a:lnTo>
                    <a:pt x="3861250" y="118770"/>
                  </a:lnTo>
                  <a:lnTo>
                    <a:pt x="3829811" y="129405"/>
                  </a:lnTo>
                  <a:lnTo>
                    <a:pt x="3777156" y="149427"/>
                  </a:lnTo>
                  <a:lnTo>
                    <a:pt x="3726166" y="171506"/>
                  </a:lnTo>
                  <a:lnTo>
                    <a:pt x="3676207" y="195672"/>
                  </a:lnTo>
                  <a:lnTo>
                    <a:pt x="3626815" y="221884"/>
                  </a:lnTo>
                  <a:lnTo>
                    <a:pt x="3577669" y="250018"/>
                  </a:lnTo>
                  <a:lnTo>
                    <a:pt x="3528563" y="279866"/>
                  </a:lnTo>
                  <a:lnTo>
                    <a:pt x="3479387" y="311137"/>
                  </a:lnTo>
                  <a:lnTo>
                    <a:pt x="3430108" y="343463"/>
                  </a:lnTo>
                  <a:lnTo>
                    <a:pt x="3380750" y="376420"/>
                  </a:lnTo>
                  <a:lnTo>
                    <a:pt x="3331368" y="409546"/>
                  </a:lnTo>
                  <a:lnTo>
                    <a:pt x="3282028" y="442368"/>
                  </a:lnTo>
                  <a:lnTo>
                    <a:pt x="3232778" y="474432"/>
                  </a:lnTo>
                  <a:lnTo>
                    <a:pt x="3183628" y="505327"/>
                  </a:lnTo>
                  <a:lnTo>
                    <a:pt x="3134526" y="534708"/>
                  </a:lnTo>
                  <a:lnTo>
                    <a:pt x="3085335" y="562305"/>
                  </a:lnTo>
                  <a:lnTo>
                    <a:pt x="3035819" y="587937"/>
                  </a:lnTo>
                  <a:lnTo>
                    <a:pt x="2985617" y="611503"/>
                  </a:lnTo>
                  <a:lnTo>
                    <a:pt x="2934221" y="632983"/>
                  </a:lnTo>
                  <a:lnTo>
                    <a:pt x="2896531" y="647029"/>
                  </a:lnTo>
                  <a:lnTo>
                    <a:pt x="2849082" y="662707"/>
                  </a:lnTo>
                  <a:lnTo>
                    <a:pt x="2799125" y="676894"/>
                  </a:lnTo>
                  <a:lnTo>
                    <a:pt x="2745903" y="689658"/>
                  </a:lnTo>
                  <a:lnTo>
                    <a:pt x="2688586" y="701118"/>
                  </a:lnTo>
                  <a:lnTo>
                    <a:pt x="2626326" y="711409"/>
                  </a:lnTo>
                  <a:lnTo>
                    <a:pt x="2558315" y="720668"/>
                  </a:lnTo>
                  <a:lnTo>
                    <a:pt x="2483861" y="729016"/>
                  </a:lnTo>
                  <a:lnTo>
                    <a:pt x="2402496" y="736558"/>
                  </a:lnTo>
                  <a:lnTo>
                    <a:pt x="2314108" y="743371"/>
                  </a:lnTo>
                  <a:lnTo>
                    <a:pt x="2219124" y="749511"/>
                  </a:lnTo>
                  <a:lnTo>
                    <a:pt x="2118698" y="755007"/>
                  </a:lnTo>
                  <a:lnTo>
                    <a:pt x="2014872" y="759868"/>
                  </a:lnTo>
                  <a:lnTo>
                    <a:pt x="1910656" y="764085"/>
                  </a:lnTo>
                  <a:lnTo>
                    <a:pt x="1809918" y="767644"/>
                  </a:lnTo>
                  <a:lnTo>
                    <a:pt x="1717033" y="770535"/>
                  </a:lnTo>
                  <a:lnTo>
                    <a:pt x="1636278" y="772768"/>
                  </a:lnTo>
                  <a:lnTo>
                    <a:pt x="1571069" y="774379"/>
                  </a:lnTo>
                  <a:lnTo>
                    <a:pt x="1523250" y="775442"/>
                  </a:lnTo>
                  <a:lnTo>
                    <a:pt x="1492629" y="776057"/>
                  </a:lnTo>
                  <a:lnTo>
                    <a:pt x="1476884" y="776344"/>
                  </a:lnTo>
                  <a:lnTo>
                    <a:pt x="1471760" y="776429"/>
                  </a:lnTo>
                  <a:lnTo>
                    <a:pt x="1471387" y="776434"/>
                  </a:lnTo>
                  <a:lnTo>
                    <a:pt x="0" y="776434"/>
                  </a:lnTo>
                  <a:close/>
                </a:path>
              </a:pathLst>
            </a:custGeom>
            <a:solidFill>
              <a:srgbClr val="8BC34A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533" name="pl1533"/>
            <p:cNvSpPr/>
            <p:nvPr/>
          </p:nvSpPr>
          <p:spPr>
            <a:xfrm>
              <a:off x="4799595" y="8747522"/>
              <a:ext cx="11981298" cy="776434"/>
            </a:xfrm>
            <a:custGeom>
              <a:avLst/>
              <a:pathLst>
                <a:path w="11981298" h="776434">
                  <a:moveTo>
                    <a:pt x="0" y="776434"/>
                  </a:moveTo>
                  <a:lnTo>
                    <a:pt x="1471387" y="776434"/>
                  </a:lnTo>
                  <a:lnTo>
                    <a:pt x="1472617" y="776415"/>
                  </a:lnTo>
                  <a:lnTo>
                    <a:pt x="1480692" y="776277"/>
                  </a:lnTo>
                  <a:lnTo>
                    <a:pt x="1500996" y="775895"/>
                  </a:lnTo>
                  <a:lnTo>
                    <a:pt x="1537177" y="775144"/>
                  </a:lnTo>
                  <a:lnTo>
                    <a:pt x="1590859" y="773909"/>
                  </a:lnTo>
                  <a:lnTo>
                    <a:pt x="1661528" y="772097"/>
                  </a:lnTo>
                  <a:lnTo>
                    <a:pt x="1746751" y="769649"/>
                  </a:lnTo>
                  <a:lnTo>
                    <a:pt x="1842739" y="766536"/>
                  </a:lnTo>
                  <a:lnTo>
                    <a:pt x="1945103" y="762756"/>
                  </a:lnTo>
                  <a:lnTo>
                    <a:pt x="2049581" y="758324"/>
                  </a:lnTo>
                  <a:lnTo>
                    <a:pt x="2152564" y="753251"/>
                  </a:lnTo>
                  <a:lnTo>
                    <a:pt x="2251362" y="747543"/>
                  </a:lnTo>
                  <a:lnTo>
                    <a:pt x="2344242" y="741184"/>
                  </a:lnTo>
                  <a:lnTo>
                    <a:pt x="2430314" y="734136"/>
                  </a:lnTo>
                  <a:lnTo>
                    <a:pt x="2509350" y="726337"/>
                  </a:lnTo>
                  <a:lnTo>
                    <a:pt x="2581597" y="717698"/>
                  </a:lnTo>
                  <a:lnTo>
                    <a:pt x="2647613" y="708110"/>
                  </a:lnTo>
                  <a:lnTo>
                    <a:pt x="2708138" y="697447"/>
                  </a:lnTo>
                  <a:lnTo>
                    <a:pt x="2764000" y="685569"/>
                  </a:lnTo>
                  <a:lnTo>
                    <a:pt x="2816047" y="672343"/>
                  </a:lnTo>
                  <a:lnTo>
                    <a:pt x="2865092" y="657664"/>
                  </a:lnTo>
                  <a:lnTo>
                    <a:pt x="2896531" y="647029"/>
                  </a:lnTo>
                  <a:lnTo>
                    <a:pt x="2949186" y="627007"/>
                  </a:lnTo>
                  <a:lnTo>
                    <a:pt x="3000176" y="604928"/>
                  </a:lnTo>
                  <a:lnTo>
                    <a:pt x="3050136" y="580762"/>
                  </a:lnTo>
                  <a:lnTo>
                    <a:pt x="3099527" y="554550"/>
                  </a:lnTo>
                  <a:lnTo>
                    <a:pt x="3148673" y="526416"/>
                  </a:lnTo>
                  <a:lnTo>
                    <a:pt x="3197779" y="496568"/>
                  </a:lnTo>
                  <a:lnTo>
                    <a:pt x="3246955" y="465297"/>
                  </a:lnTo>
                  <a:lnTo>
                    <a:pt x="3296234" y="432971"/>
                  </a:lnTo>
                  <a:lnTo>
                    <a:pt x="3345592" y="400013"/>
                  </a:lnTo>
                  <a:lnTo>
                    <a:pt x="3394974" y="366888"/>
                  </a:lnTo>
                  <a:lnTo>
                    <a:pt x="3444315" y="334066"/>
                  </a:lnTo>
                  <a:lnTo>
                    <a:pt x="3493564" y="302002"/>
                  </a:lnTo>
                  <a:lnTo>
                    <a:pt x="3542714" y="271107"/>
                  </a:lnTo>
                  <a:lnTo>
                    <a:pt x="3591816" y="241726"/>
                  </a:lnTo>
                  <a:lnTo>
                    <a:pt x="3641007" y="214128"/>
                  </a:lnTo>
                  <a:lnTo>
                    <a:pt x="3690523" y="188497"/>
                  </a:lnTo>
                  <a:lnTo>
                    <a:pt x="3740725" y="164931"/>
                  </a:lnTo>
                  <a:lnTo>
                    <a:pt x="3792121" y="143451"/>
                  </a:lnTo>
                  <a:lnTo>
                    <a:pt x="3829811" y="129405"/>
                  </a:lnTo>
                  <a:lnTo>
                    <a:pt x="3877260" y="113727"/>
                  </a:lnTo>
                  <a:lnTo>
                    <a:pt x="3927217" y="99539"/>
                  </a:lnTo>
                  <a:lnTo>
                    <a:pt x="3980439" y="86775"/>
                  </a:lnTo>
                  <a:lnTo>
                    <a:pt x="4037756" y="75316"/>
                  </a:lnTo>
                  <a:lnTo>
                    <a:pt x="4100016" y="65025"/>
                  </a:lnTo>
                  <a:lnTo>
                    <a:pt x="4168027" y="55766"/>
                  </a:lnTo>
                  <a:lnTo>
                    <a:pt x="4242481" y="47417"/>
                  </a:lnTo>
                  <a:lnTo>
                    <a:pt x="4323847" y="39876"/>
                  </a:lnTo>
                  <a:lnTo>
                    <a:pt x="4412234" y="33063"/>
                  </a:lnTo>
                  <a:lnTo>
                    <a:pt x="4507218" y="26923"/>
                  </a:lnTo>
                  <a:lnTo>
                    <a:pt x="4607644" y="21427"/>
                  </a:lnTo>
                  <a:lnTo>
                    <a:pt x="4711470" y="16566"/>
                  </a:lnTo>
                  <a:lnTo>
                    <a:pt x="4815687" y="12349"/>
                  </a:lnTo>
                  <a:lnTo>
                    <a:pt x="4916424" y="8790"/>
                  </a:lnTo>
                  <a:lnTo>
                    <a:pt x="5009309" y="5899"/>
                  </a:lnTo>
                  <a:lnTo>
                    <a:pt x="5090064" y="3666"/>
                  </a:lnTo>
                  <a:lnTo>
                    <a:pt x="5155273" y="2054"/>
                  </a:lnTo>
                  <a:lnTo>
                    <a:pt x="5203092" y="992"/>
                  </a:lnTo>
                  <a:lnTo>
                    <a:pt x="5233713" y="377"/>
                  </a:lnTo>
                  <a:lnTo>
                    <a:pt x="5249458" y="90"/>
                  </a:lnTo>
                  <a:lnTo>
                    <a:pt x="5254582" y="5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579" y="9"/>
                  </a:lnTo>
                  <a:lnTo>
                    <a:pt x="6735690" y="74"/>
                  </a:lnTo>
                  <a:lnTo>
                    <a:pt x="6756085" y="256"/>
                  </a:lnTo>
                  <a:lnTo>
                    <a:pt x="6792418" y="614"/>
                  </a:lnTo>
                  <a:lnTo>
                    <a:pt x="6846312" y="1201"/>
                  </a:lnTo>
                  <a:lnTo>
                    <a:pt x="6917234" y="2064"/>
                  </a:lnTo>
                  <a:lnTo>
                    <a:pt x="7002725" y="3228"/>
                  </a:lnTo>
                  <a:lnTo>
                    <a:pt x="7098968" y="4709"/>
                  </a:lnTo>
                  <a:lnTo>
                    <a:pt x="7201550" y="6506"/>
                  </a:lnTo>
                  <a:lnTo>
                    <a:pt x="7306196" y="8614"/>
                  </a:lnTo>
                  <a:lnTo>
                    <a:pt x="7409292" y="11026"/>
                  </a:lnTo>
                  <a:lnTo>
                    <a:pt x="7508152" y="13739"/>
                  </a:lnTo>
                  <a:lnTo>
                    <a:pt x="7601050" y="16763"/>
                  </a:lnTo>
                  <a:lnTo>
                    <a:pt x="7687107" y="20114"/>
                  </a:lnTo>
                  <a:lnTo>
                    <a:pt x="7766108" y="23823"/>
                  </a:lnTo>
                  <a:lnTo>
                    <a:pt x="7838308" y="27932"/>
                  </a:lnTo>
                  <a:lnTo>
                    <a:pt x="7904275" y="32493"/>
                  </a:lnTo>
                  <a:lnTo>
                    <a:pt x="7964755" y="37568"/>
                  </a:lnTo>
                  <a:lnTo>
                    <a:pt x="8020582" y="43221"/>
                  </a:lnTo>
                  <a:lnTo>
                    <a:pt x="8072607" y="49517"/>
                  </a:lnTo>
                  <a:lnTo>
                    <a:pt x="8121644" y="56504"/>
                  </a:lnTo>
                  <a:lnTo>
                    <a:pt x="8151487" y="61297"/>
                  </a:lnTo>
                  <a:lnTo>
                    <a:pt x="8206810" y="71297"/>
                  </a:lnTo>
                  <a:lnTo>
                    <a:pt x="8260332" y="82376"/>
                  </a:lnTo>
                  <a:lnTo>
                    <a:pt x="8312773" y="94548"/>
                  </a:lnTo>
                  <a:lnTo>
                    <a:pt x="8364649" y="107784"/>
                  </a:lnTo>
                  <a:lnTo>
                    <a:pt x="8416309" y="122008"/>
                  </a:lnTo>
                  <a:lnTo>
                    <a:pt x="8467965" y="137094"/>
                  </a:lnTo>
                  <a:lnTo>
                    <a:pt x="8519717" y="152869"/>
                  </a:lnTo>
                  <a:lnTo>
                    <a:pt x="8571579" y="169120"/>
                  </a:lnTo>
                  <a:lnTo>
                    <a:pt x="8623506" y="185602"/>
                  </a:lnTo>
                  <a:lnTo>
                    <a:pt x="8675425" y="202058"/>
                  </a:lnTo>
                  <a:lnTo>
                    <a:pt x="8727267" y="218229"/>
                  </a:lnTo>
                  <a:lnTo>
                    <a:pt x="8778995" y="233878"/>
                  </a:lnTo>
                  <a:lnTo>
                    <a:pt x="8830641" y="248798"/>
                  </a:lnTo>
                  <a:lnTo>
                    <a:pt x="8882324" y="262826"/>
                  </a:lnTo>
                  <a:lnTo>
                    <a:pt x="8934284" y="275846"/>
                  </a:lnTo>
                  <a:lnTo>
                    <a:pt x="8986900" y="287793"/>
                  </a:lnTo>
                  <a:lnTo>
                    <a:pt x="9040728" y="298646"/>
                  </a:lnTo>
                  <a:lnTo>
                    <a:pt x="9084767" y="306487"/>
                  </a:lnTo>
                  <a:lnTo>
                    <a:pt x="9132293" y="313925"/>
                  </a:lnTo>
                  <a:lnTo>
                    <a:pt x="9182336" y="320654"/>
                  </a:lnTo>
                  <a:lnTo>
                    <a:pt x="9235658" y="326707"/>
                  </a:lnTo>
                  <a:lnTo>
                    <a:pt x="9293092" y="332141"/>
                  </a:lnTo>
                  <a:lnTo>
                    <a:pt x="9355490" y="337020"/>
                  </a:lnTo>
                  <a:lnTo>
                    <a:pt x="9423663" y="341408"/>
                  </a:lnTo>
                  <a:lnTo>
                    <a:pt x="9498304" y="345365"/>
                  </a:lnTo>
                  <a:lnTo>
                    <a:pt x="9579884" y="348939"/>
                  </a:lnTo>
                  <a:lnTo>
                    <a:pt x="9668506" y="352167"/>
                  </a:lnTo>
                  <a:lnTo>
                    <a:pt x="9763734" y="355075"/>
                  </a:lnTo>
                  <a:lnTo>
                    <a:pt x="9864396" y="357678"/>
                  </a:lnTo>
                  <a:lnTo>
                    <a:pt x="9968424" y="359978"/>
                  </a:lnTo>
                  <a:lnTo>
                    <a:pt x="10072777" y="361973"/>
                  </a:lnTo>
                  <a:lnTo>
                    <a:pt x="10173552" y="363655"/>
                  </a:lnTo>
                  <a:lnTo>
                    <a:pt x="10266350" y="365019"/>
                  </a:lnTo>
                  <a:lnTo>
                    <a:pt x="10346885" y="366071"/>
                  </a:lnTo>
                  <a:lnTo>
                    <a:pt x="10411756" y="366828"/>
                  </a:lnTo>
                  <a:lnTo>
                    <a:pt x="10459159" y="367326"/>
                  </a:lnTo>
                  <a:lnTo>
                    <a:pt x="10489346" y="367612"/>
                  </a:lnTo>
                  <a:lnTo>
                    <a:pt x="10504713" y="367744"/>
                  </a:lnTo>
                  <a:lnTo>
                    <a:pt x="10509590" y="367782"/>
                  </a:lnTo>
                  <a:lnTo>
                    <a:pt x="10509911" y="367784"/>
                  </a:lnTo>
                  <a:lnTo>
                    <a:pt x="11981298" y="36778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34" name="pl1534"/>
            <p:cNvSpPr/>
            <p:nvPr/>
          </p:nvSpPr>
          <p:spPr>
            <a:xfrm>
              <a:off x="4799595" y="8739349"/>
              <a:ext cx="11981298" cy="776434"/>
            </a:xfrm>
            <a:custGeom>
              <a:avLst/>
              <a:pathLst>
                <a:path w="11981298" h="776434">
                  <a:moveTo>
                    <a:pt x="11981298" y="367784"/>
                  </a:moveTo>
                  <a:lnTo>
                    <a:pt x="10509911" y="367784"/>
                  </a:lnTo>
                  <a:lnTo>
                    <a:pt x="10508675" y="367775"/>
                  </a:lnTo>
                  <a:lnTo>
                    <a:pt x="10500563" y="367709"/>
                  </a:lnTo>
                  <a:lnTo>
                    <a:pt x="10480168" y="367528"/>
                  </a:lnTo>
                  <a:lnTo>
                    <a:pt x="10443835" y="367170"/>
                  </a:lnTo>
                  <a:lnTo>
                    <a:pt x="10389941" y="366582"/>
                  </a:lnTo>
                  <a:lnTo>
                    <a:pt x="10319019" y="365720"/>
                  </a:lnTo>
                  <a:lnTo>
                    <a:pt x="10233528" y="364555"/>
                  </a:lnTo>
                  <a:lnTo>
                    <a:pt x="10137286" y="363075"/>
                  </a:lnTo>
                  <a:lnTo>
                    <a:pt x="10034703" y="361277"/>
                  </a:lnTo>
                  <a:lnTo>
                    <a:pt x="9930057" y="359170"/>
                  </a:lnTo>
                  <a:lnTo>
                    <a:pt x="9826961" y="356758"/>
                  </a:lnTo>
                  <a:lnTo>
                    <a:pt x="9728102" y="354045"/>
                  </a:lnTo>
                  <a:lnTo>
                    <a:pt x="9635203" y="351021"/>
                  </a:lnTo>
                  <a:lnTo>
                    <a:pt x="9549146" y="347670"/>
                  </a:lnTo>
                  <a:lnTo>
                    <a:pt x="9470145" y="343961"/>
                  </a:lnTo>
                  <a:lnTo>
                    <a:pt x="9397945" y="339852"/>
                  </a:lnTo>
                  <a:lnTo>
                    <a:pt x="9331978" y="335291"/>
                  </a:lnTo>
                  <a:lnTo>
                    <a:pt x="9271498" y="330216"/>
                  </a:lnTo>
                  <a:lnTo>
                    <a:pt x="9215672" y="324563"/>
                  </a:lnTo>
                  <a:lnTo>
                    <a:pt x="9163647" y="318267"/>
                  </a:lnTo>
                  <a:lnTo>
                    <a:pt x="9114609" y="311280"/>
                  </a:lnTo>
                  <a:lnTo>
                    <a:pt x="9084767" y="306487"/>
                  </a:lnTo>
                  <a:lnTo>
                    <a:pt x="9029443" y="296487"/>
                  </a:lnTo>
                  <a:lnTo>
                    <a:pt x="8975922" y="285408"/>
                  </a:lnTo>
                  <a:lnTo>
                    <a:pt x="8923481" y="273236"/>
                  </a:lnTo>
                  <a:lnTo>
                    <a:pt x="8871604" y="260000"/>
                  </a:lnTo>
                  <a:lnTo>
                    <a:pt x="8819944" y="245776"/>
                  </a:lnTo>
                  <a:lnTo>
                    <a:pt x="8768288" y="230690"/>
                  </a:lnTo>
                  <a:lnTo>
                    <a:pt x="8716536" y="214915"/>
                  </a:lnTo>
                  <a:lnTo>
                    <a:pt x="8664674" y="198664"/>
                  </a:lnTo>
                  <a:lnTo>
                    <a:pt x="8612747" y="182181"/>
                  </a:lnTo>
                  <a:lnTo>
                    <a:pt x="8560828" y="165726"/>
                  </a:lnTo>
                  <a:lnTo>
                    <a:pt x="8508986" y="149555"/>
                  </a:lnTo>
                  <a:lnTo>
                    <a:pt x="8457258" y="133906"/>
                  </a:lnTo>
                  <a:lnTo>
                    <a:pt x="8405612" y="118985"/>
                  </a:lnTo>
                  <a:lnTo>
                    <a:pt x="8353929" y="104958"/>
                  </a:lnTo>
                  <a:lnTo>
                    <a:pt x="8301969" y="91937"/>
                  </a:lnTo>
                  <a:lnTo>
                    <a:pt x="8249353" y="79991"/>
                  </a:lnTo>
                  <a:lnTo>
                    <a:pt x="8195525" y="69138"/>
                  </a:lnTo>
                  <a:lnTo>
                    <a:pt x="8151487" y="61297"/>
                  </a:lnTo>
                  <a:lnTo>
                    <a:pt x="8103960" y="53859"/>
                  </a:lnTo>
                  <a:lnTo>
                    <a:pt x="8053917" y="47130"/>
                  </a:lnTo>
                  <a:lnTo>
                    <a:pt x="8000596" y="41077"/>
                  </a:lnTo>
                  <a:lnTo>
                    <a:pt x="7943162" y="35643"/>
                  </a:lnTo>
                  <a:lnTo>
                    <a:pt x="7880764" y="30764"/>
                  </a:lnTo>
                  <a:lnTo>
                    <a:pt x="7812591" y="26376"/>
                  </a:lnTo>
                  <a:lnTo>
                    <a:pt x="7737949" y="22419"/>
                  </a:lnTo>
                  <a:lnTo>
                    <a:pt x="7656369" y="18845"/>
                  </a:lnTo>
                  <a:lnTo>
                    <a:pt x="7567747" y="15617"/>
                  </a:lnTo>
                  <a:lnTo>
                    <a:pt x="7472520" y="12709"/>
                  </a:lnTo>
                  <a:lnTo>
                    <a:pt x="7371857" y="10106"/>
                  </a:lnTo>
                  <a:lnTo>
                    <a:pt x="7267829" y="7806"/>
                  </a:lnTo>
                  <a:lnTo>
                    <a:pt x="7163476" y="5811"/>
                  </a:lnTo>
                  <a:lnTo>
                    <a:pt x="7062701" y="4129"/>
                  </a:lnTo>
                  <a:lnTo>
                    <a:pt x="6969903" y="2765"/>
                  </a:lnTo>
                  <a:lnTo>
                    <a:pt x="6889368" y="1713"/>
                  </a:lnTo>
                  <a:lnTo>
                    <a:pt x="6824498" y="956"/>
                  </a:lnTo>
                  <a:lnTo>
                    <a:pt x="6777095" y="458"/>
                  </a:lnTo>
                  <a:lnTo>
                    <a:pt x="6746907" y="172"/>
                  </a:lnTo>
                  <a:lnTo>
                    <a:pt x="6731540" y="40"/>
                  </a:lnTo>
                  <a:lnTo>
                    <a:pt x="6726663" y="2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725" y="19"/>
                  </a:lnTo>
                  <a:lnTo>
                    <a:pt x="5245650" y="157"/>
                  </a:lnTo>
                  <a:lnTo>
                    <a:pt x="5225346" y="539"/>
                  </a:lnTo>
                  <a:lnTo>
                    <a:pt x="5189165" y="1290"/>
                  </a:lnTo>
                  <a:lnTo>
                    <a:pt x="5135483" y="2525"/>
                  </a:lnTo>
                  <a:lnTo>
                    <a:pt x="5064814" y="4337"/>
                  </a:lnTo>
                  <a:lnTo>
                    <a:pt x="4979591" y="6785"/>
                  </a:lnTo>
                  <a:lnTo>
                    <a:pt x="4883603" y="9898"/>
                  </a:lnTo>
                  <a:lnTo>
                    <a:pt x="4781239" y="13678"/>
                  </a:lnTo>
                  <a:lnTo>
                    <a:pt x="4676761" y="18110"/>
                  </a:lnTo>
                  <a:lnTo>
                    <a:pt x="4573778" y="23182"/>
                  </a:lnTo>
                  <a:lnTo>
                    <a:pt x="4474980" y="28891"/>
                  </a:lnTo>
                  <a:lnTo>
                    <a:pt x="4382100" y="35250"/>
                  </a:lnTo>
                  <a:lnTo>
                    <a:pt x="4296028" y="42298"/>
                  </a:lnTo>
                  <a:lnTo>
                    <a:pt x="4216992" y="50097"/>
                  </a:lnTo>
                  <a:lnTo>
                    <a:pt x="4144745" y="58736"/>
                  </a:lnTo>
                  <a:lnTo>
                    <a:pt x="4078729" y="68323"/>
                  </a:lnTo>
                  <a:lnTo>
                    <a:pt x="4018204" y="78987"/>
                  </a:lnTo>
                  <a:lnTo>
                    <a:pt x="3962342" y="90865"/>
                  </a:lnTo>
                  <a:lnTo>
                    <a:pt x="3910295" y="104091"/>
                  </a:lnTo>
                  <a:lnTo>
                    <a:pt x="3861250" y="118770"/>
                  </a:lnTo>
                  <a:lnTo>
                    <a:pt x="3829811" y="129405"/>
                  </a:lnTo>
                  <a:lnTo>
                    <a:pt x="3777156" y="149427"/>
                  </a:lnTo>
                  <a:lnTo>
                    <a:pt x="3726166" y="171506"/>
                  </a:lnTo>
                  <a:lnTo>
                    <a:pt x="3676207" y="195672"/>
                  </a:lnTo>
                  <a:lnTo>
                    <a:pt x="3626815" y="221884"/>
                  </a:lnTo>
                  <a:lnTo>
                    <a:pt x="3577669" y="250018"/>
                  </a:lnTo>
                  <a:lnTo>
                    <a:pt x="3528563" y="279866"/>
                  </a:lnTo>
                  <a:lnTo>
                    <a:pt x="3479387" y="311137"/>
                  </a:lnTo>
                  <a:lnTo>
                    <a:pt x="3430108" y="343463"/>
                  </a:lnTo>
                  <a:lnTo>
                    <a:pt x="3380750" y="376420"/>
                  </a:lnTo>
                  <a:lnTo>
                    <a:pt x="3331368" y="409546"/>
                  </a:lnTo>
                  <a:lnTo>
                    <a:pt x="3282028" y="442368"/>
                  </a:lnTo>
                  <a:lnTo>
                    <a:pt x="3232778" y="474432"/>
                  </a:lnTo>
                  <a:lnTo>
                    <a:pt x="3183628" y="505327"/>
                  </a:lnTo>
                  <a:lnTo>
                    <a:pt x="3134526" y="534708"/>
                  </a:lnTo>
                  <a:lnTo>
                    <a:pt x="3085335" y="562305"/>
                  </a:lnTo>
                  <a:lnTo>
                    <a:pt x="3035819" y="587937"/>
                  </a:lnTo>
                  <a:lnTo>
                    <a:pt x="2985617" y="611503"/>
                  </a:lnTo>
                  <a:lnTo>
                    <a:pt x="2934221" y="632983"/>
                  </a:lnTo>
                  <a:lnTo>
                    <a:pt x="2896531" y="647029"/>
                  </a:lnTo>
                  <a:lnTo>
                    <a:pt x="2849082" y="662707"/>
                  </a:lnTo>
                  <a:lnTo>
                    <a:pt x="2799125" y="676894"/>
                  </a:lnTo>
                  <a:lnTo>
                    <a:pt x="2745903" y="689658"/>
                  </a:lnTo>
                  <a:lnTo>
                    <a:pt x="2688586" y="701118"/>
                  </a:lnTo>
                  <a:lnTo>
                    <a:pt x="2626326" y="711409"/>
                  </a:lnTo>
                  <a:lnTo>
                    <a:pt x="2558315" y="720668"/>
                  </a:lnTo>
                  <a:lnTo>
                    <a:pt x="2483861" y="729016"/>
                  </a:lnTo>
                  <a:lnTo>
                    <a:pt x="2402496" y="736558"/>
                  </a:lnTo>
                  <a:lnTo>
                    <a:pt x="2314108" y="743371"/>
                  </a:lnTo>
                  <a:lnTo>
                    <a:pt x="2219124" y="749511"/>
                  </a:lnTo>
                  <a:lnTo>
                    <a:pt x="2118698" y="755007"/>
                  </a:lnTo>
                  <a:lnTo>
                    <a:pt x="2014872" y="759868"/>
                  </a:lnTo>
                  <a:lnTo>
                    <a:pt x="1910656" y="764085"/>
                  </a:lnTo>
                  <a:lnTo>
                    <a:pt x="1809918" y="767644"/>
                  </a:lnTo>
                  <a:lnTo>
                    <a:pt x="1717033" y="770535"/>
                  </a:lnTo>
                  <a:lnTo>
                    <a:pt x="1636278" y="772768"/>
                  </a:lnTo>
                  <a:lnTo>
                    <a:pt x="1571069" y="774379"/>
                  </a:lnTo>
                  <a:lnTo>
                    <a:pt x="1523250" y="775442"/>
                  </a:lnTo>
                  <a:lnTo>
                    <a:pt x="1492629" y="776057"/>
                  </a:lnTo>
                  <a:lnTo>
                    <a:pt x="1476884" y="776344"/>
                  </a:lnTo>
                  <a:lnTo>
                    <a:pt x="1471760" y="776429"/>
                  </a:lnTo>
                  <a:lnTo>
                    <a:pt x="1471387" y="776434"/>
                  </a:lnTo>
                  <a:lnTo>
                    <a:pt x="0" y="77643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35" name="pg1535"/>
            <p:cNvSpPr/>
            <p:nvPr/>
          </p:nvSpPr>
          <p:spPr>
            <a:xfrm>
              <a:off x="4799595" y="8763868"/>
              <a:ext cx="11981298" cy="2321131"/>
            </a:xfrm>
            <a:custGeom>
              <a:avLst/>
              <a:pathLst>
                <a:path w="11981298" h="2321131">
                  <a:moveTo>
                    <a:pt x="0" y="768261"/>
                  </a:moveTo>
                  <a:lnTo>
                    <a:pt x="1471387" y="768261"/>
                  </a:lnTo>
                  <a:lnTo>
                    <a:pt x="1472618" y="768242"/>
                  </a:lnTo>
                  <a:lnTo>
                    <a:pt x="1480694" y="768107"/>
                  </a:lnTo>
                  <a:lnTo>
                    <a:pt x="1501003" y="767733"/>
                  </a:lnTo>
                  <a:lnTo>
                    <a:pt x="1537192" y="766998"/>
                  </a:lnTo>
                  <a:lnTo>
                    <a:pt x="1590886" y="765789"/>
                  </a:lnTo>
                  <a:lnTo>
                    <a:pt x="1661568" y="764015"/>
                  </a:lnTo>
                  <a:lnTo>
                    <a:pt x="1746806" y="761617"/>
                  </a:lnTo>
                  <a:lnTo>
                    <a:pt x="1842807" y="758569"/>
                  </a:lnTo>
                  <a:lnTo>
                    <a:pt x="1945183" y="754868"/>
                  </a:lnTo>
                  <a:lnTo>
                    <a:pt x="2049670" y="750528"/>
                  </a:lnTo>
                  <a:lnTo>
                    <a:pt x="2152659" y="745562"/>
                  </a:lnTo>
                  <a:lnTo>
                    <a:pt x="2251460" y="739972"/>
                  </a:lnTo>
                  <a:lnTo>
                    <a:pt x="2344341" y="733746"/>
                  </a:lnTo>
                  <a:lnTo>
                    <a:pt x="2430412" y="726845"/>
                  </a:lnTo>
                  <a:lnTo>
                    <a:pt x="2509446" y="719208"/>
                  </a:lnTo>
                  <a:lnTo>
                    <a:pt x="2581691" y="710749"/>
                  </a:lnTo>
                  <a:lnTo>
                    <a:pt x="2647704" y="701362"/>
                  </a:lnTo>
                  <a:lnTo>
                    <a:pt x="2708227" y="690920"/>
                  </a:lnTo>
                  <a:lnTo>
                    <a:pt x="2764087" y="679289"/>
                  </a:lnTo>
                  <a:lnTo>
                    <a:pt x="2816133" y="666338"/>
                  </a:lnTo>
                  <a:lnTo>
                    <a:pt x="2865177" y="651964"/>
                  </a:lnTo>
                  <a:lnTo>
                    <a:pt x="2896531" y="641580"/>
                  </a:lnTo>
                  <a:lnTo>
                    <a:pt x="2949314" y="621929"/>
                  </a:lnTo>
                  <a:lnTo>
                    <a:pt x="3000425" y="600254"/>
                  </a:lnTo>
                  <a:lnTo>
                    <a:pt x="3050502" y="576526"/>
                  </a:lnTo>
                  <a:lnTo>
                    <a:pt x="3100012" y="550786"/>
                  </a:lnTo>
                  <a:lnTo>
                    <a:pt x="3149278" y="523156"/>
                  </a:lnTo>
                  <a:lnTo>
                    <a:pt x="3198506" y="493844"/>
                  </a:lnTo>
                  <a:lnTo>
                    <a:pt x="3247805" y="463136"/>
                  </a:lnTo>
                  <a:lnTo>
                    <a:pt x="3297207" y="431397"/>
                  </a:lnTo>
                  <a:lnTo>
                    <a:pt x="3346688" y="399046"/>
                  </a:lnTo>
                  <a:lnTo>
                    <a:pt x="3396191" y="366539"/>
                  </a:lnTo>
                  <a:lnTo>
                    <a:pt x="3445652" y="334343"/>
                  </a:lnTo>
                  <a:lnTo>
                    <a:pt x="3495020" y="302904"/>
                  </a:lnTo>
                  <a:lnTo>
                    <a:pt x="3544288" y="272626"/>
                  </a:lnTo>
                  <a:lnTo>
                    <a:pt x="3593512" y="243847"/>
                  </a:lnTo>
                  <a:lnTo>
                    <a:pt x="3642830" y="216830"/>
                  </a:lnTo>
                  <a:lnTo>
                    <a:pt x="3692488" y="191753"/>
                  </a:lnTo>
                  <a:lnTo>
                    <a:pt x="3742851" y="168710"/>
                  </a:lnTo>
                  <a:lnTo>
                    <a:pt x="3794440" y="147717"/>
                  </a:lnTo>
                  <a:lnTo>
                    <a:pt x="3829811" y="134854"/>
                  </a:lnTo>
                  <a:lnTo>
                    <a:pt x="3877264" y="119505"/>
                  </a:lnTo>
                  <a:lnTo>
                    <a:pt x="3927225" y="105615"/>
                  </a:lnTo>
                  <a:lnTo>
                    <a:pt x="3980453" y="93118"/>
                  </a:lnTo>
                  <a:lnTo>
                    <a:pt x="4037776" y="81900"/>
                  </a:lnTo>
                  <a:lnTo>
                    <a:pt x="4100044" y="71825"/>
                  </a:lnTo>
                  <a:lnTo>
                    <a:pt x="4168064" y="62761"/>
                  </a:lnTo>
                  <a:lnTo>
                    <a:pt x="4242527" y="54587"/>
                  </a:lnTo>
                  <a:lnTo>
                    <a:pt x="4323904" y="47205"/>
                  </a:lnTo>
                  <a:lnTo>
                    <a:pt x="4412305" y="40535"/>
                  </a:lnTo>
                  <a:lnTo>
                    <a:pt x="4507301" y="34524"/>
                  </a:lnTo>
                  <a:lnTo>
                    <a:pt x="4607741" y="29144"/>
                  </a:lnTo>
                  <a:lnTo>
                    <a:pt x="4711577" y="24386"/>
                  </a:lnTo>
                  <a:lnTo>
                    <a:pt x="4815801" y="20257"/>
                  </a:lnTo>
                  <a:lnTo>
                    <a:pt x="4916541" y="16774"/>
                  </a:lnTo>
                  <a:lnTo>
                    <a:pt x="5009421" y="13944"/>
                  </a:lnTo>
                  <a:lnTo>
                    <a:pt x="5090164" y="11759"/>
                  </a:lnTo>
                  <a:lnTo>
                    <a:pt x="5155355" y="10182"/>
                  </a:lnTo>
                  <a:lnTo>
                    <a:pt x="5203152" y="9142"/>
                  </a:lnTo>
                  <a:lnTo>
                    <a:pt x="5233750" y="8541"/>
                  </a:lnTo>
                  <a:lnTo>
                    <a:pt x="5249474" y="8261"/>
                  </a:lnTo>
                  <a:lnTo>
                    <a:pt x="5254585" y="8178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518" y="8228"/>
                  </a:lnTo>
                  <a:lnTo>
                    <a:pt x="6735237" y="8620"/>
                  </a:lnTo>
                  <a:lnTo>
                    <a:pt x="6754678" y="9704"/>
                  </a:lnTo>
                  <a:lnTo>
                    <a:pt x="6789390" y="11838"/>
                  </a:lnTo>
                  <a:lnTo>
                    <a:pt x="6841034" y="15352"/>
                  </a:lnTo>
                  <a:lnTo>
                    <a:pt x="6909258" y="20513"/>
                  </a:lnTo>
                  <a:lnTo>
                    <a:pt x="6991877" y="27501"/>
                  </a:lnTo>
                  <a:lnTo>
                    <a:pt x="7085371" y="36404"/>
                  </a:lnTo>
                  <a:lnTo>
                    <a:pt x="7185579" y="47232"/>
                  </a:lnTo>
                  <a:lnTo>
                    <a:pt x="7288381" y="59954"/>
                  </a:lnTo>
                  <a:lnTo>
                    <a:pt x="7390218" y="74527"/>
                  </a:lnTo>
                  <a:lnTo>
                    <a:pt x="7488373" y="90934"/>
                  </a:lnTo>
                  <a:lnTo>
                    <a:pt x="7581036" y="109209"/>
                  </a:lnTo>
                  <a:lnTo>
                    <a:pt x="7667214" y="129444"/>
                  </a:lnTo>
                  <a:lnTo>
                    <a:pt x="7746574" y="151804"/>
                  </a:lnTo>
                  <a:lnTo>
                    <a:pt x="7819265" y="176522"/>
                  </a:lnTo>
                  <a:lnTo>
                    <a:pt x="7885761" y="203895"/>
                  </a:lnTo>
                  <a:lnTo>
                    <a:pt x="7946734" y="234276"/>
                  </a:lnTo>
                  <a:lnTo>
                    <a:pt x="8002959" y="268050"/>
                  </a:lnTo>
                  <a:lnTo>
                    <a:pt x="8055247" y="305607"/>
                  </a:lnTo>
                  <a:lnTo>
                    <a:pt x="8104387" y="347281"/>
                  </a:lnTo>
                  <a:lnTo>
                    <a:pt x="8151102" y="393261"/>
                  </a:lnTo>
                  <a:lnTo>
                    <a:pt x="8151487" y="393666"/>
                  </a:lnTo>
                  <a:lnTo>
                    <a:pt x="8192179" y="439023"/>
                  </a:lnTo>
                  <a:lnTo>
                    <a:pt x="8231786" y="487985"/>
                  </a:lnTo>
                  <a:lnTo>
                    <a:pt x="8270627" y="540624"/>
                  </a:lnTo>
                  <a:lnTo>
                    <a:pt x="8308956" y="596940"/>
                  </a:lnTo>
                  <a:lnTo>
                    <a:pt x="8346968" y="656857"/>
                  </a:lnTo>
                  <a:lnTo>
                    <a:pt x="8384814" y="720212"/>
                  </a:lnTo>
                  <a:lnTo>
                    <a:pt x="8422599" y="786755"/>
                  </a:lnTo>
                  <a:lnTo>
                    <a:pt x="8460393" y="856145"/>
                  </a:lnTo>
                  <a:lnTo>
                    <a:pt x="8498236" y="927955"/>
                  </a:lnTo>
                  <a:lnTo>
                    <a:pt x="8536140" y="1001684"/>
                  </a:lnTo>
                  <a:lnTo>
                    <a:pt x="8574100" y="1076766"/>
                  </a:lnTo>
                  <a:lnTo>
                    <a:pt x="8612093" y="1152588"/>
                  </a:lnTo>
                  <a:lnTo>
                    <a:pt x="8650091" y="1228512"/>
                  </a:lnTo>
                  <a:lnTo>
                    <a:pt x="8688064" y="1303896"/>
                  </a:lnTo>
                  <a:lnTo>
                    <a:pt x="8725988" y="1378119"/>
                  </a:lnTo>
                  <a:lnTo>
                    <a:pt x="8763850" y="1450596"/>
                  </a:lnTo>
                  <a:lnTo>
                    <a:pt x="8801657" y="1520804"/>
                  </a:lnTo>
                  <a:lnTo>
                    <a:pt x="8839439" y="1588292"/>
                  </a:lnTo>
                  <a:lnTo>
                    <a:pt x="8877255" y="1652691"/>
                  </a:lnTo>
                  <a:lnTo>
                    <a:pt x="8915201" y="1713722"/>
                  </a:lnTo>
                  <a:lnTo>
                    <a:pt x="8953410" y="1771194"/>
                  </a:lnTo>
                  <a:lnTo>
                    <a:pt x="8992064" y="1825004"/>
                  </a:lnTo>
                  <a:lnTo>
                    <a:pt x="9031397" y="1875129"/>
                  </a:lnTo>
                  <a:lnTo>
                    <a:pt x="9071705" y="1921619"/>
                  </a:lnTo>
                  <a:lnTo>
                    <a:pt x="9084767" y="1935638"/>
                  </a:lnTo>
                  <a:lnTo>
                    <a:pt x="9131464" y="1981654"/>
                  </a:lnTo>
                  <a:lnTo>
                    <a:pt x="9180581" y="2023363"/>
                  </a:lnTo>
                  <a:lnTo>
                    <a:pt x="9232839" y="2060954"/>
                  </a:lnTo>
                  <a:lnTo>
                    <a:pt x="9289028" y="2094758"/>
                  </a:lnTo>
                  <a:lnTo>
                    <a:pt x="9349958" y="2125166"/>
                  </a:lnTo>
                  <a:lnTo>
                    <a:pt x="9416404" y="2152563"/>
                  </a:lnTo>
                  <a:lnTo>
                    <a:pt x="9489041" y="2177302"/>
                  </a:lnTo>
                  <a:lnTo>
                    <a:pt x="9568343" y="2199681"/>
                  </a:lnTo>
                  <a:lnTo>
                    <a:pt x="9654464" y="2219933"/>
                  </a:lnTo>
                  <a:lnTo>
                    <a:pt x="9747075" y="2238223"/>
                  </a:lnTo>
                  <a:lnTo>
                    <a:pt x="9845191" y="2254646"/>
                  </a:lnTo>
                  <a:lnTo>
                    <a:pt x="9947007" y="2269235"/>
                  </a:lnTo>
                  <a:lnTo>
                    <a:pt x="10049815" y="2281972"/>
                  </a:lnTo>
                  <a:lnTo>
                    <a:pt x="10150061" y="2292817"/>
                  </a:lnTo>
                  <a:lnTo>
                    <a:pt x="10243630" y="2301735"/>
                  </a:lnTo>
                  <a:lnTo>
                    <a:pt x="10326356" y="2308739"/>
                  </a:lnTo>
                  <a:lnTo>
                    <a:pt x="10394713" y="2313915"/>
                  </a:lnTo>
                  <a:lnTo>
                    <a:pt x="10446500" y="2317442"/>
                  </a:lnTo>
                  <a:lnTo>
                    <a:pt x="10481350" y="2319586"/>
                  </a:lnTo>
                  <a:lnTo>
                    <a:pt x="10500907" y="2320678"/>
                  </a:lnTo>
                  <a:lnTo>
                    <a:pt x="10508706" y="2321075"/>
                  </a:lnTo>
                  <a:lnTo>
                    <a:pt x="10509911" y="2321131"/>
                  </a:lnTo>
                  <a:lnTo>
                    <a:pt x="11981298" y="2321131"/>
                  </a:lnTo>
                  <a:lnTo>
                    <a:pt x="11981298" y="2312958"/>
                  </a:lnTo>
                  <a:lnTo>
                    <a:pt x="10509911" y="2312958"/>
                  </a:lnTo>
                  <a:lnTo>
                    <a:pt x="10508736" y="2312903"/>
                  </a:lnTo>
                  <a:lnTo>
                    <a:pt x="10501016" y="2312511"/>
                  </a:lnTo>
                  <a:lnTo>
                    <a:pt x="10481575" y="2311426"/>
                  </a:lnTo>
                  <a:lnTo>
                    <a:pt x="10446863" y="2309292"/>
                  </a:lnTo>
                  <a:lnTo>
                    <a:pt x="10395220" y="2305778"/>
                  </a:lnTo>
                  <a:lnTo>
                    <a:pt x="10326995" y="2300617"/>
                  </a:lnTo>
                  <a:lnTo>
                    <a:pt x="10244377" y="2293629"/>
                  </a:lnTo>
                  <a:lnTo>
                    <a:pt x="10150882" y="2284727"/>
                  </a:lnTo>
                  <a:lnTo>
                    <a:pt x="10050674" y="2273898"/>
                  </a:lnTo>
                  <a:lnTo>
                    <a:pt x="9947872" y="2261177"/>
                  </a:lnTo>
                  <a:lnTo>
                    <a:pt x="9846035" y="2246604"/>
                  </a:lnTo>
                  <a:lnTo>
                    <a:pt x="9747880" y="2230196"/>
                  </a:lnTo>
                  <a:lnTo>
                    <a:pt x="9655217" y="2211922"/>
                  </a:lnTo>
                  <a:lnTo>
                    <a:pt x="9569039" y="2191687"/>
                  </a:lnTo>
                  <a:lnTo>
                    <a:pt x="9489679" y="2169327"/>
                  </a:lnTo>
                  <a:lnTo>
                    <a:pt x="9416989" y="2144609"/>
                  </a:lnTo>
                  <a:lnTo>
                    <a:pt x="9350493" y="2117235"/>
                  </a:lnTo>
                  <a:lnTo>
                    <a:pt x="9289519" y="2086855"/>
                  </a:lnTo>
                  <a:lnTo>
                    <a:pt x="9233294" y="2053080"/>
                  </a:lnTo>
                  <a:lnTo>
                    <a:pt x="9181006" y="2015523"/>
                  </a:lnTo>
                  <a:lnTo>
                    <a:pt x="9131866" y="1973850"/>
                  </a:lnTo>
                  <a:lnTo>
                    <a:pt x="9085151" y="1927870"/>
                  </a:lnTo>
                  <a:lnTo>
                    <a:pt x="9084767" y="1927465"/>
                  </a:lnTo>
                  <a:lnTo>
                    <a:pt x="9044074" y="1882108"/>
                  </a:lnTo>
                  <a:lnTo>
                    <a:pt x="9004468" y="1833145"/>
                  </a:lnTo>
                  <a:lnTo>
                    <a:pt x="8965626" y="1780507"/>
                  </a:lnTo>
                  <a:lnTo>
                    <a:pt x="8927298" y="1724190"/>
                  </a:lnTo>
                  <a:lnTo>
                    <a:pt x="8889285" y="1664273"/>
                  </a:lnTo>
                  <a:lnTo>
                    <a:pt x="8851439" y="1600918"/>
                  </a:lnTo>
                  <a:lnTo>
                    <a:pt x="8813655" y="1534375"/>
                  </a:lnTo>
                  <a:lnTo>
                    <a:pt x="8775860" y="1464986"/>
                  </a:lnTo>
                  <a:lnTo>
                    <a:pt x="8738017" y="1393175"/>
                  </a:lnTo>
                  <a:lnTo>
                    <a:pt x="8700113" y="1319446"/>
                  </a:lnTo>
                  <a:lnTo>
                    <a:pt x="8662153" y="1244365"/>
                  </a:lnTo>
                  <a:lnTo>
                    <a:pt x="8624160" y="1168543"/>
                  </a:lnTo>
                  <a:lnTo>
                    <a:pt x="8586162" y="1092619"/>
                  </a:lnTo>
                  <a:lnTo>
                    <a:pt x="8548189" y="1017234"/>
                  </a:lnTo>
                  <a:lnTo>
                    <a:pt x="8510265" y="943012"/>
                  </a:lnTo>
                  <a:lnTo>
                    <a:pt x="8472403" y="870534"/>
                  </a:lnTo>
                  <a:lnTo>
                    <a:pt x="8434596" y="800326"/>
                  </a:lnTo>
                  <a:lnTo>
                    <a:pt x="8396815" y="732838"/>
                  </a:lnTo>
                  <a:lnTo>
                    <a:pt x="8358998" y="668439"/>
                  </a:lnTo>
                  <a:lnTo>
                    <a:pt x="8321052" y="607409"/>
                  </a:lnTo>
                  <a:lnTo>
                    <a:pt x="8282843" y="549937"/>
                  </a:lnTo>
                  <a:lnTo>
                    <a:pt x="8244189" y="496127"/>
                  </a:lnTo>
                  <a:lnTo>
                    <a:pt x="8204856" y="446002"/>
                  </a:lnTo>
                  <a:lnTo>
                    <a:pt x="8164548" y="399512"/>
                  </a:lnTo>
                  <a:lnTo>
                    <a:pt x="8151487" y="385493"/>
                  </a:lnTo>
                  <a:lnTo>
                    <a:pt x="8104789" y="339477"/>
                  </a:lnTo>
                  <a:lnTo>
                    <a:pt x="8055672" y="297767"/>
                  </a:lnTo>
                  <a:lnTo>
                    <a:pt x="8003415" y="260177"/>
                  </a:lnTo>
                  <a:lnTo>
                    <a:pt x="7947226" y="226372"/>
                  </a:lnTo>
                  <a:lnTo>
                    <a:pt x="7886296" y="195965"/>
                  </a:lnTo>
                  <a:lnTo>
                    <a:pt x="7819849" y="168568"/>
                  </a:lnTo>
                  <a:lnTo>
                    <a:pt x="7747213" y="143829"/>
                  </a:lnTo>
                  <a:lnTo>
                    <a:pt x="7667910" y="121450"/>
                  </a:lnTo>
                  <a:lnTo>
                    <a:pt x="7581789" y="101197"/>
                  </a:lnTo>
                  <a:lnTo>
                    <a:pt x="7489178" y="82907"/>
                  </a:lnTo>
                  <a:lnTo>
                    <a:pt x="7391062" y="66484"/>
                  </a:lnTo>
                  <a:lnTo>
                    <a:pt x="7289246" y="51896"/>
                  </a:lnTo>
                  <a:lnTo>
                    <a:pt x="7186438" y="39159"/>
                  </a:lnTo>
                  <a:lnTo>
                    <a:pt x="7086192" y="28314"/>
                  </a:lnTo>
                  <a:lnTo>
                    <a:pt x="6992623" y="19395"/>
                  </a:lnTo>
                  <a:lnTo>
                    <a:pt x="6909897" y="12391"/>
                  </a:lnTo>
                  <a:lnTo>
                    <a:pt x="6841540" y="7216"/>
                  </a:lnTo>
                  <a:lnTo>
                    <a:pt x="6789753" y="3689"/>
                  </a:lnTo>
                  <a:lnTo>
                    <a:pt x="6754903" y="1544"/>
                  </a:lnTo>
                  <a:lnTo>
                    <a:pt x="6735346" y="453"/>
                  </a:lnTo>
                  <a:lnTo>
                    <a:pt x="6727547" y="56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724" y="18"/>
                  </a:lnTo>
                  <a:lnTo>
                    <a:pt x="5245648" y="154"/>
                  </a:lnTo>
                  <a:lnTo>
                    <a:pt x="5225339" y="527"/>
                  </a:lnTo>
                  <a:lnTo>
                    <a:pt x="5189150" y="1263"/>
                  </a:lnTo>
                  <a:lnTo>
                    <a:pt x="5135456" y="2472"/>
                  </a:lnTo>
                  <a:lnTo>
                    <a:pt x="5064774" y="4246"/>
                  </a:lnTo>
                  <a:lnTo>
                    <a:pt x="4979537" y="6644"/>
                  </a:lnTo>
                  <a:lnTo>
                    <a:pt x="4883535" y="9692"/>
                  </a:lnTo>
                  <a:lnTo>
                    <a:pt x="4781159" y="13393"/>
                  </a:lnTo>
                  <a:lnTo>
                    <a:pt x="4676672" y="17733"/>
                  </a:lnTo>
                  <a:lnTo>
                    <a:pt x="4573683" y="22699"/>
                  </a:lnTo>
                  <a:lnTo>
                    <a:pt x="4474882" y="28288"/>
                  </a:lnTo>
                  <a:lnTo>
                    <a:pt x="4382001" y="34515"/>
                  </a:lnTo>
                  <a:lnTo>
                    <a:pt x="4295930" y="41416"/>
                  </a:lnTo>
                  <a:lnTo>
                    <a:pt x="4216896" y="49053"/>
                  </a:lnTo>
                  <a:lnTo>
                    <a:pt x="4144651" y="57511"/>
                  </a:lnTo>
                  <a:lnTo>
                    <a:pt x="4078638" y="66899"/>
                  </a:lnTo>
                  <a:lnTo>
                    <a:pt x="4018115" y="77341"/>
                  </a:lnTo>
                  <a:lnTo>
                    <a:pt x="3962255" y="88972"/>
                  </a:lnTo>
                  <a:lnTo>
                    <a:pt x="3910209" y="101923"/>
                  </a:lnTo>
                  <a:lnTo>
                    <a:pt x="3861165" y="116297"/>
                  </a:lnTo>
                  <a:lnTo>
                    <a:pt x="3829811" y="126681"/>
                  </a:lnTo>
                  <a:lnTo>
                    <a:pt x="3777028" y="146332"/>
                  </a:lnTo>
                  <a:lnTo>
                    <a:pt x="3725918" y="168007"/>
                  </a:lnTo>
                  <a:lnTo>
                    <a:pt x="3675840" y="191735"/>
                  </a:lnTo>
                  <a:lnTo>
                    <a:pt x="3626330" y="217475"/>
                  </a:lnTo>
                  <a:lnTo>
                    <a:pt x="3577064" y="245105"/>
                  </a:lnTo>
                  <a:lnTo>
                    <a:pt x="3527836" y="274417"/>
                  </a:lnTo>
                  <a:lnTo>
                    <a:pt x="3478537" y="305125"/>
                  </a:lnTo>
                  <a:lnTo>
                    <a:pt x="3429135" y="336864"/>
                  </a:lnTo>
                  <a:lnTo>
                    <a:pt x="3379654" y="369215"/>
                  </a:lnTo>
                  <a:lnTo>
                    <a:pt x="3330151" y="401721"/>
                  </a:lnTo>
                  <a:lnTo>
                    <a:pt x="3280691" y="433918"/>
                  </a:lnTo>
                  <a:lnTo>
                    <a:pt x="3231323" y="465357"/>
                  </a:lnTo>
                  <a:lnTo>
                    <a:pt x="3182054" y="495635"/>
                  </a:lnTo>
                  <a:lnTo>
                    <a:pt x="3132831" y="524414"/>
                  </a:lnTo>
                  <a:lnTo>
                    <a:pt x="3083512" y="551430"/>
                  </a:lnTo>
                  <a:lnTo>
                    <a:pt x="3033854" y="576508"/>
                  </a:lnTo>
                  <a:lnTo>
                    <a:pt x="2983491" y="599551"/>
                  </a:lnTo>
                  <a:lnTo>
                    <a:pt x="2931902" y="620544"/>
                  </a:lnTo>
                  <a:lnTo>
                    <a:pt x="2896531" y="633407"/>
                  </a:lnTo>
                  <a:lnTo>
                    <a:pt x="2849078" y="648756"/>
                  </a:lnTo>
                  <a:lnTo>
                    <a:pt x="2799117" y="662646"/>
                  </a:lnTo>
                  <a:lnTo>
                    <a:pt x="2745889" y="675142"/>
                  </a:lnTo>
                  <a:lnTo>
                    <a:pt x="2688566" y="686361"/>
                  </a:lnTo>
                  <a:lnTo>
                    <a:pt x="2626298" y="696436"/>
                  </a:lnTo>
                  <a:lnTo>
                    <a:pt x="2558278" y="705500"/>
                  </a:lnTo>
                  <a:lnTo>
                    <a:pt x="2483815" y="713673"/>
                  </a:lnTo>
                  <a:lnTo>
                    <a:pt x="2402438" y="721056"/>
                  </a:lnTo>
                  <a:lnTo>
                    <a:pt x="2314037" y="727726"/>
                  </a:lnTo>
                  <a:lnTo>
                    <a:pt x="2219041" y="733737"/>
                  </a:lnTo>
                  <a:lnTo>
                    <a:pt x="2118602" y="739117"/>
                  </a:lnTo>
                  <a:lnTo>
                    <a:pt x="2014765" y="743875"/>
                  </a:lnTo>
                  <a:lnTo>
                    <a:pt x="1910541" y="748004"/>
                  </a:lnTo>
                  <a:lnTo>
                    <a:pt x="1809801" y="751487"/>
                  </a:lnTo>
                  <a:lnTo>
                    <a:pt x="1716922" y="754317"/>
                  </a:lnTo>
                  <a:lnTo>
                    <a:pt x="1636178" y="756501"/>
                  </a:lnTo>
                  <a:lnTo>
                    <a:pt x="1570987" y="758079"/>
                  </a:lnTo>
                  <a:lnTo>
                    <a:pt x="1523190" y="759118"/>
                  </a:lnTo>
                  <a:lnTo>
                    <a:pt x="1492593" y="759720"/>
                  </a:lnTo>
                  <a:lnTo>
                    <a:pt x="1476868" y="760000"/>
                  </a:lnTo>
                  <a:lnTo>
                    <a:pt x="1471757" y="760083"/>
                  </a:lnTo>
                  <a:lnTo>
                    <a:pt x="1471387" y="760088"/>
                  </a:lnTo>
                  <a:lnTo>
                    <a:pt x="0" y="760088"/>
                  </a:lnTo>
                  <a:close/>
                </a:path>
              </a:pathLst>
            </a:custGeom>
            <a:solidFill>
              <a:srgbClr val="8BC34A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536" name="pl1536"/>
            <p:cNvSpPr/>
            <p:nvPr/>
          </p:nvSpPr>
          <p:spPr>
            <a:xfrm>
              <a:off x="4799595" y="8772041"/>
              <a:ext cx="11981298" cy="2312958"/>
            </a:xfrm>
            <a:custGeom>
              <a:avLst/>
              <a:pathLst>
                <a:path w="11981298" h="2312958">
                  <a:moveTo>
                    <a:pt x="0" y="760088"/>
                  </a:moveTo>
                  <a:lnTo>
                    <a:pt x="1471387" y="760088"/>
                  </a:lnTo>
                  <a:lnTo>
                    <a:pt x="1472618" y="760069"/>
                  </a:lnTo>
                  <a:lnTo>
                    <a:pt x="1480694" y="759934"/>
                  </a:lnTo>
                  <a:lnTo>
                    <a:pt x="1501003" y="759560"/>
                  </a:lnTo>
                  <a:lnTo>
                    <a:pt x="1537192" y="758825"/>
                  </a:lnTo>
                  <a:lnTo>
                    <a:pt x="1590886" y="757616"/>
                  </a:lnTo>
                  <a:lnTo>
                    <a:pt x="1661568" y="755842"/>
                  </a:lnTo>
                  <a:lnTo>
                    <a:pt x="1746806" y="753444"/>
                  </a:lnTo>
                  <a:lnTo>
                    <a:pt x="1842807" y="750396"/>
                  </a:lnTo>
                  <a:lnTo>
                    <a:pt x="1945183" y="746695"/>
                  </a:lnTo>
                  <a:lnTo>
                    <a:pt x="2049670" y="742355"/>
                  </a:lnTo>
                  <a:lnTo>
                    <a:pt x="2152659" y="737389"/>
                  </a:lnTo>
                  <a:lnTo>
                    <a:pt x="2251460" y="731799"/>
                  </a:lnTo>
                  <a:lnTo>
                    <a:pt x="2344341" y="725573"/>
                  </a:lnTo>
                  <a:lnTo>
                    <a:pt x="2430412" y="718672"/>
                  </a:lnTo>
                  <a:lnTo>
                    <a:pt x="2509446" y="711035"/>
                  </a:lnTo>
                  <a:lnTo>
                    <a:pt x="2581691" y="702576"/>
                  </a:lnTo>
                  <a:lnTo>
                    <a:pt x="2647704" y="693189"/>
                  </a:lnTo>
                  <a:lnTo>
                    <a:pt x="2708227" y="682747"/>
                  </a:lnTo>
                  <a:lnTo>
                    <a:pt x="2764087" y="671116"/>
                  </a:lnTo>
                  <a:lnTo>
                    <a:pt x="2816133" y="658165"/>
                  </a:lnTo>
                  <a:lnTo>
                    <a:pt x="2865177" y="643791"/>
                  </a:lnTo>
                  <a:lnTo>
                    <a:pt x="2896531" y="633407"/>
                  </a:lnTo>
                  <a:lnTo>
                    <a:pt x="2949314" y="613756"/>
                  </a:lnTo>
                  <a:lnTo>
                    <a:pt x="3000425" y="592081"/>
                  </a:lnTo>
                  <a:lnTo>
                    <a:pt x="3050502" y="568353"/>
                  </a:lnTo>
                  <a:lnTo>
                    <a:pt x="3100012" y="542613"/>
                  </a:lnTo>
                  <a:lnTo>
                    <a:pt x="3149278" y="514983"/>
                  </a:lnTo>
                  <a:lnTo>
                    <a:pt x="3198506" y="485671"/>
                  </a:lnTo>
                  <a:lnTo>
                    <a:pt x="3247805" y="454963"/>
                  </a:lnTo>
                  <a:lnTo>
                    <a:pt x="3297207" y="423224"/>
                  </a:lnTo>
                  <a:lnTo>
                    <a:pt x="3346688" y="390873"/>
                  </a:lnTo>
                  <a:lnTo>
                    <a:pt x="3396191" y="358366"/>
                  </a:lnTo>
                  <a:lnTo>
                    <a:pt x="3445652" y="326170"/>
                  </a:lnTo>
                  <a:lnTo>
                    <a:pt x="3495020" y="294731"/>
                  </a:lnTo>
                  <a:lnTo>
                    <a:pt x="3544288" y="264453"/>
                  </a:lnTo>
                  <a:lnTo>
                    <a:pt x="3593512" y="235674"/>
                  </a:lnTo>
                  <a:lnTo>
                    <a:pt x="3642830" y="208657"/>
                  </a:lnTo>
                  <a:lnTo>
                    <a:pt x="3692488" y="183580"/>
                  </a:lnTo>
                  <a:lnTo>
                    <a:pt x="3742851" y="160537"/>
                  </a:lnTo>
                  <a:lnTo>
                    <a:pt x="3794440" y="139544"/>
                  </a:lnTo>
                  <a:lnTo>
                    <a:pt x="3829811" y="126681"/>
                  </a:lnTo>
                  <a:lnTo>
                    <a:pt x="3877264" y="111332"/>
                  </a:lnTo>
                  <a:lnTo>
                    <a:pt x="3927225" y="97442"/>
                  </a:lnTo>
                  <a:lnTo>
                    <a:pt x="3980453" y="84945"/>
                  </a:lnTo>
                  <a:lnTo>
                    <a:pt x="4037776" y="73727"/>
                  </a:lnTo>
                  <a:lnTo>
                    <a:pt x="4100044" y="63652"/>
                  </a:lnTo>
                  <a:lnTo>
                    <a:pt x="4168064" y="54588"/>
                  </a:lnTo>
                  <a:lnTo>
                    <a:pt x="4242527" y="46414"/>
                  </a:lnTo>
                  <a:lnTo>
                    <a:pt x="4323904" y="39032"/>
                  </a:lnTo>
                  <a:lnTo>
                    <a:pt x="4412305" y="32362"/>
                  </a:lnTo>
                  <a:lnTo>
                    <a:pt x="4507301" y="26351"/>
                  </a:lnTo>
                  <a:lnTo>
                    <a:pt x="4607741" y="20971"/>
                  </a:lnTo>
                  <a:lnTo>
                    <a:pt x="4711577" y="16213"/>
                  </a:lnTo>
                  <a:lnTo>
                    <a:pt x="4815801" y="12084"/>
                  </a:lnTo>
                  <a:lnTo>
                    <a:pt x="4916541" y="8601"/>
                  </a:lnTo>
                  <a:lnTo>
                    <a:pt x="5009421" y="5771"/>
                  </a:lnTo>
                  <a:lnTo>
                    <a:pt x="5090164" y="3586"/>
                  </a:lnTo>
                  <a:lnTo>
                    <a:pt x="5155355" y="2009"/>
                  </a:lnTo>
                  <a:lnTo>
                    <a:pt x="5203152" y="969"/>
                  </a:lnTo>
                  <a:lnTo>
                    <a:pt x="5233750" y="368"/>
                  </a:lnTo>
                  <a:lnTo>
                    <a:pt x="5249474" y="88"/>
                  </a:lnTo>
                  <a:lnTo>
                    <a:pt x="5254585" y="5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518" y="55"/>
                  </a:lnTo>
                  <a:lnTo>
                    <a:pt x="6735237" y="447"/>
                  </a:lnTo>
                  <a:lnTo>
                    <a:pt x="6754678" y="1531"/>
                  </a:lnTo>
                  <a:lnTo>
                    <a:pt x="6789390" y="3665"/>
                  </a:lnTo>
                  <a:lnTo>
                    <a:pt x="6841034" y="7179"/>
                  </a:lnTo>
                  <a:lnTo>
                    <a:pt x="6909258" y="12340"/>
                  </a:lnTo>
                  <a:lnTo>
                    <a:pt x="6991877" y="19328"/>
                  </a:lnTo>
                  <a:lnTo>
                    <a:pt x="7085371" y="28231"/>
                  </a:lnTo>
                  <a:lnTo>
                    <a:pt x="7185579" y="39059"/>
                  </a:lnTo>
                  <a:lnTo>
                    <a:pt x="7288381" y="51781"/>
                  </a:lnTo>
                  <a:lnTo>
                    <a:pt x="7390218" y="66354"/>
                  </a:lnTo>
                  <a:lnTo>
                    <a:pt x="7488373" y="82761"/>
                  </a:lnTo>
                  <a:lnTo>
                    <a:pt x="7581036" y="101036"/>
                  </a:lnTo>
                  <a:lnTo>
                    <a:pt x="7667214" y="121271"/>
                  </a:lnTo>
                  <a:lnTo>
                    <a:pt x="7746574" y="143631"/>
                  </a:lnTo>
                  <a:lnTo>
                    <a:pt x="7819265" y="168349"/>
                  </a:lnTo>
                  <a:lnTo>
                    <a:pt x="7885761" y="195722"/>
                  </a:lnTo>
                  <a:lnTo>
                    <a:pt x="7946734" y="226103"/>
                  </a:lnTo>
                  <a:lnTo>
                    <a:pt x="8002959" y="259877"/>
                  </a:lnTo>
                  <a:lnTo>
                    <a:pt x="8055247" y="297434"/>
                  </a:lnTo>
                  <a:lnTo>
                    <a:pt x="8104387" y="339108"/>
                  </a:lnTo>
                  <a:lnTo>
                    <a:pt x="8151102" y="385088"/>
                  </a:lnTo>
                  <a:lnTo>
                    <a:pt x="8151487" y="385493"/>
                  </a:lnTo>
                  <a:lnTo>
                    <a:pt x="8192179" y="430850"/>
                  </a:lnTo>
                  <a:lnTo>
                    <a:pt x="8231786" y="479812"/>
                  </a:lnTo>
                  <a:lnTo>
                    <a:pt x="8270627" y="532451"/>
                  </a:lnTo>
                  <a:lnTo>
                    <a:pt x="8308956" y="588767"/>
                  </a:lnTo>
                  <a:lnTo>
                    <a:pt x="8346968" y="648684"/>
                  </a:lnTo>
                  <a:lnTo>
                    <a:pt x="8384814" y="712039"/>
                  </a:lnTo>
                  <a:lnTo>
                    <a:pt x="8422599" y="778582"/>
                  </a:lnTo>
                  <a:lnTo>
                    <a:pt x="8460393" y="847972"/>
                  </a:lnTo>
                  <a:lnTo>
                    <a:pt x="8498236" y="919782"/>
                  </a:lnTo>
                  <a:lnTo>
                    <a:pt x="8536140" y="993511"/>
                  </a:lnTo>
                  <a:lnTo>
                    <a:pt x="8574100" y="1068593"/>
                  </a:lnTo>
                  <a:lnTo>
                    <a:pt x="8612093" y="1144415"/>
                  </a:lnTo>
                  <a:lnTo>
                    <a:pt x="8650091" y="1220339"/>
                  </a:lnTo>
                  <a:lnTo>
                    <a:pt x="8688064" y="1295723"/>
                  </a:lnTo>
                  <a:lnTo>
                    <a:pt x="8725988" y="1369946"/>
                  </a:lnTo>
                  <a:lnTo>
                    <a:pt x="8763850" y="1442423"/>
                  </a:lnTo>
                  <a:lnTo>
                    <a:pt x="8801657" y="1512631"/>
                  </a:lnTo>
                  <a:lnTo>
                    <a:pt x="8839439" y="1580119"/>
                  </a:lnTo>
                  <a:lnTo>
                    <a:pt x="8877255" y="1644518"/>
                  </a:lnTo>
                  <a:lnTo>
                    <a:pt x="8915201" y="1705549"/>
                  </a:lnTo>
                  <a:lnTo>
                    <a:pt x="8953410" y="1763021"/>
                  </a:lnTo>
                  <a:lnTo>
                    <a:pt x="8992064" y="1816831"/>
                  </a:lnTo>
                  <a:lnTo>
                    <a:pt x="9031397" y="1866956"/>
                  </a:lnTo>
                  <a:lnTo>
                    <a:pt x="9071705" y="1913446"/>
                  </a:lnTo>
                  <a:lnTo>
                    <a:pt x="9084767" y="1927465"/>
                  </a:lnTo>
                  <a:lnTo>
                    <a:pt x="9131464" y="1973481"/>
                  </a:lnTo>
                  <a:lnTo>
                    <a:pt x="9180581" y="2015190"/>
                  </a:lnTo>
                  <a:lnTo>
                    <a:pt x="9232839" y="2052781"/>
                  </a:lnTo>
                  <a:lnTo>
                    <a:pt x="9289028" y="2086585"/>
                  </a:lnTo>
                  <a:lnTo>
                    <a:pt x="9349958" y="2116993"/>
                  </a:lnTo>
                  <a:lnTo>
                    <a:pt x="9416404" y="2144390"/>
                  </a:lnTo>
                  <a:lnTo>
                    <a:pt x="9489041" y="2169129"/>
                  </a:lnTo>
                  <a:lnTo>
                    <a:pt x="9568343" y="2191508"/>
                  </a:lnTo>
                  <a:lnTo>
                    <a:pt x="9654464" y="2211760"/>
                  </a:lnTo>
                  <a:lnTo>
                    <a:pt x="9747075" y="2230050"/>
                  </a:lnTo>
                  <a:lnTo>
                    <a:pt x="9845191" y="2246473"/>
                  </a:lnTo>
                  <a:lnTo>
                    <a:pt x="9947007" y="2261062"/>
                  </a:lnTo>
                  <a:lnTo>
                    <a:pt x="10049815" y="2273799"/>
                  </a:lnTo>
                  <a:lnTo>
                    <a:pt x="10150061" y="2284644"/>
                  </a:lnTo>
                  <a:lnTo>
                    <a:pt x="10243630" y="2293562"/>
                  </a:lnTo>
                  <a:lnTo>
                    <a:pt x="10326356" y="2300566"/>
                  </a:lnTo>
                  <a:lnTo>
                    <a:pt x="10394713" y="2305742"/>
                  </a:lnTo>
                  <a:lnTo>
                    <a:pt x="10446500" y="2309269"/>
                  </a:lnTo>
                  <a:lnTo>
                    <a:pt x="10481350" y="2311413"/>
                  </a:lnTo>
                  <a:lnTo>
                    <a:pt x="10500907" y="2312505"/>
                  </a:lnTo>
                  <a:lnTo>
                    <a:pt x="10508706" y="2312902"/>
                  </a:lnTo>
                  <a:lnTo>
                    <a:pt x="10509911" y="2312958"/>
                  </a:lnTo>
                  <a:lnTo>
                    <a:pt x="10509911" y="2312958"/>
                  </a:lnTo>
                  <a:lnTo>
                    <a:pt x="11981298" y="231295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37" name="pl1537"/>
            <p:cNvSpPr/>
            <p:nvPr/>
          </p:nvSpPr>
          <p:spPr>
            <a:xfrm>
              <a:off x="4799595" y="8763868"/>
              <a:ext cx="11981298" cy="2312958"/>
            </a:xfrm>
            <a:custGeom>
              <a:avLst/>
              <a:pathLst>
                <a:path w="11981298" h="2312958">
                  <a:moveTo>
                    <a:pt x="11981298" y="2312958"/>
                  </a:moveTo>
                  <a:lnTo>
                    <a:pt x="10509911" y="2312958"/>
                  </a:lnTo>
                  <a:lnTo>
                    <a:pt x="10508736" y="2312903"/>
                  </a:lnTo>
                  <a:lnTo>
                    <a:pt x="10501016" y="2312511"/>
                  </a:lnTo>
                  <a:lnTo>
                    <a:pt x="10481575" y="2311426"/>
                  </a:lnTo>
                  <a:lnTo>
                    <a:pt x="10446863" y="2309292"/>
                  </a:lnTo>
                  <a:lnTo>
                    <a:pt x="10395220" y="2305778"/>
                  </a:lnTo>
                  <a:lnTo>
                    <a:pt x="10326995" y="2300617"/>
                  </a:lnTo>
                  <a:lnTo>
                    <a:pt x="10244377" y="2293629"/>
                  </a:lnTo>
                  <a:lnTo>
                    <a:pt x="10150882" y="2284727"/>
                  </a:lnTo>
                  <a:lnTo>
                    <a:pt x="10050674" y="2273898"/>
                  </a:lnTo>
                  <a:lnTo>
                    <a:pt x="9947872" y="2261177"/>
                  </a:lnTo>
                  <a:lnTo>
                    <a:pt x="9846035" y="2246604"/>
                  </a:lnTo>
                  <a:lnTo>
                    <a:pt x="9747880" y="2230196"/>
                  </a:lnTo>
                  <a:lnTo>
                    <a:pt x="9655217" y="2211922"/>
                  </a:lnTo>
                  <a:lnTo>
                    <a:pt x="9569039" y="2191687"/>
                  </a:lnTo>
                  <a:lnTo>
                    <a:pt x="9489679" y="2169327"/>
                  </a:lnTo>
                  <a:lnTo>
                    <a:pt x="9416989" y="2144609"/>
                  </a:lnTo>
                  <a:lnTo>
                    <a:pt x="9350493" y="2117235"/>
                  </a:lnTo>
                  <a:lnTo>
                    <a:pt x="9289519" y="2086855"/>
                  </a:lnTo>
                  <a:lnTo>
                    <a:pt x="9233294" y="2053080"/>
                  </a:lnTo>
                  <a:lnTo>
                    <a:pt x="9181006" y="2015523"/>
                  </a:lnTo>
                  <a:lnTo>
                    <a:pt x="9131866" y="1973850"/>
                  </a:lnTo>
                  <a:lnTo>
                    <a:pt x="9085151" y="1927870"/>
                  </a:lnTo>
                  <a:lnTo>
                    <a:pt x="9084767" y="1927465"/>
                  </a:lnTo>
                  <a:lnTo>
                    <a:pt x="9044074" y="1882108"/>
                  </a:lnTo>
                  <a:lnTo>
                    <a:pt x="9004468" y="1833145"/>
                  </a:lnTo>
                  <a:lnTo>
                    <a:pt x="8965626" y="1780507"/>
                  </a:lnTo>
                  <a:lnTo>
                    <a:pt x="8927298" y="1724190"/>
                  </a:lnTo>
                  <a:lnTo>
                    <a:pt x="8889285" y="1664273"/>
                  </a:lnTo>
                  <a:lnTo>
                    <a:pt x="8851439" y="1600918"/>
                  </a:lnTo>
                  <a:lnTo>
                    <a:pt x="8813655" y="1534375"/>
                  </a:lnTo>
                  <a:lnTo>
                    <a:pt x="8775860" y="1464986"/>
                  </a:lnTo>
                  <a:lnTo>
                    <a:pt x="8738017" y="1393175"/>
                  </a:lnTo>
                  <a:lnTo>
                    <a:pt x="8700113" y="1319446"/>
                  </a:lnTo>
                  <a:lnTo>
                    <a:pt x="8662153" y="1244365"/>
                  </a:lnTo>
                  <a:lnTo>
                    <a:pt x="8624160" y="1168543"/>
                  </a:lnTo>
                  <a:lnTo>
                    <a:pt x="8586162" y="1092619"/>
                  </a:lnTo>
                  <a:lnTo>
                    <a:pt x="8548189" y="1017234"/>
                  </a:lnTo>
                  <a:lnTo>
                    <a:pt x="8510265" y="943012"/>
                  </a:lnTo>
                  <a:lnTo>
                    <a:pt x="8472403" y="870534"/>
                  </a:lnTo>
                  <a:lnTo>
                    <a:pt x="8434596" y="800326"/>
                  </a:lnTo>
                  <a:lnTo>
                    <a:pt x="8396815" y="732838"/>
                  </a:lnTo>
                  <a:lnTo>
                    <a:pt x="8358998" y="668439"/>
                  </a:lnTo>
                  <a:lnTo>
                    <a:pt x="8321052" y="607409"/>
                  </a:lnTo>
                  <a:lnTo>
                    <a:pt x="8282843" y="549937"/>
                  </a:lnTo>
                  <a:lnTo>
                    <a:pt x="8244189" y="496127"/>
                  </a:lnTo>
                  <a:lnTo>
                    <a:pt x="8204856" y="446002"/>
                  </a:lnTo>
                  <a:lnTo>
                    <a:pt x="8164548" y="399512"/>
                  </a:lnTo>
                  <a:lnTo>
                    <a:pt x="8151487" y="385493"/>
                  </a:lnTo>
                  <a:lnTo>
                    <a:pt x="8104789" y="339477"/>
                  </a:lnTo>
                  <a:lnTo>
                    <a:pt x="8055672" y="297767"/>
                  </a:lnTo>
                  <a:lnTo>
                    <a:pt x="8003415" y="260177"/>
                  </a:lnTo>
                  <a:lnTo>
                    <a:pt x="7947226" y="226372"/>
                  </a:lnTo>
                  <a:lnTo>
                    <a:pt x="7886296" y="195965"/>
                  </a:lnTo>
                  <a:lnTo>
                    <a:pt x="7819849" y="168568"/>
                  </a:lnTo>
                  <a:lnTo>
                    <a:pt x="7747213" y="143829"/>
                  </a:lnTo>
                  <a:lnTo>
                    <a:pt x="7667910" y="121450"/>
                  </a:lnTo>
                  <a:lnTo>
                    <a:pt x="7581789" y="101197"/>
                  </a:lnTo>
                  <a:lnTo>
                    <a:pt x="7489178" y="82907"/>
                  </a:lnTo>
                  <a:lnTo>
                    <a:pt x="7391062" y="66484"/>
                  </a:lnTo>
                  <a:lnTo>
                    <a:pt x="7289246" y="51896"/>
                  </a:lnTo>
                  <a:lnTo>
                    <a:pt x="7186438" y="39159"/>
                  </a:lnTo>
                  <a:lnTo>
                    <a:pt x="7086192" y="28314"/>
                  </a:lnTo>
                  <a:lnTo>
                    <a:pt x="6992623" y="19395"/>
                  </a:lnTo>
                  <a:lnTo>
                    <a:pt x="6909897" y="12391"/>
                  </a:lnTo>
                  <a:lnTo>
                    <a:pt x="6841540" y="7216"/>
                  </a:lnTo>
                  <a:lnTo>
                    <a:pt x="6789753" y="3689"/>
                  </a:lnTo>
                  <a:lnTo>
                    <a:pt x="6754903" y="1544"/>
                  </a:lnTo>
                  <a:lnTo>
                    <a:pt x="6735346" y="453"/>
                  </a:lnTo>
                  <a:lnTo>
                    <a:pt x="6727547" y="56"/>
                  </a:lnTo>
                  <a:lnTo>
                    <a:pt x="6726343" y="0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724" y="18"/>
                  </a:lnTo>
                  <a:lnTo>
                    <a:pt x="5245648" y="154"/>
                  </a:lnTo>
                  <a:lnTo>
                    <a:pt x="5225339" y="527"/>
                  </a:lnTo>
                  <a:lnTo>
                    <a:pt x="5189150" y="1263"/>
                  </a:lnTo>
                  <a:lnTo>
                    <a:pt x="5135456" y="2472"/>
                  </a:lnTo>
                  <a:lnTo>
                    <a:pt x="5064774" y="4246"/>
                  </a:lnTo>
                  <a:lnTo>
                    <a:pt x="4979537" y="6644"/>
                  </a:lnTo>
                  <a:lnTo>
                    <a:pt x="4883535" y="9692"/>
                  </a:lnTo>
                  <a:lnTo>
                    <a:pt x="4781159" y="13393"/>
                  </a:lnTo>
                  <a:lnTo>
                    <a:pt x="4676672" y="17733"/>
                  </a:lnTo>
                  <a:lnTo>
                    <a:pt x="4573683" y="22699"/>
                  </a:lnTo>
                  <a:lnTo>
                    <a:pt x="4474882" y="28288"/>
                  </a:lnTo>
                  <a:lnTo>
                    <a:pt x="4382001" y="34515"/>
                  </a:lnTo>
                  <a:lnTo>
                    <a:pt x="4295930" y="41416"/>
                  </a:lnTo>
                  <a:lnTo>
                    <a:pt x="4216896" y="49053"/>
                  </a:lnTo>
                  <a:lnTo>
                    <a:pt x="4144651" y="57511"/>
                  </a:lnTo>
                  <a:lnTo>
                    <a:pt x="4078638" y="66899"/>
                  </a:lnTo>
                  <a:lnTo>
                    <a:pt x="4018115" y="77341"/>
                  </a:lnTo>
                  <a:lnTo>
                    <a:pt x="3962255" y="88972"/>
                  </a:lnTo>
                  <a:lnTo>
                    <a:pt x="3910209" y="101923"/>
                  </a:lnTo>
                  <a:lnTo>
                    <a:pt x="3861165" y="116297"/>
                  </a:lnTo>
                  <a:lnTo>
                    <a:pt x="3829811" y="126681"/>
                  </a:lnTo>
                  <a:lnTo>
                    <a:pt x="3777028" y="146332"/>
                  </a:lnTo>
                  <a:lnTo>
                    <a:pt x="3725918" y="168007"/>
                  </a:lnTo>
                  <a:lnTo>
                    <a:pt x="3675840" y="191735"/>
                  </a:lnTo>
                  <a:lnTo>
                    <a:pt x="3626330" y="217475"/>
                  </a:lnTo>
                  <a:lnTo>
                    <a:pt x="3577064" y="245105"/>
                  </a:lnTo>
                  <a:lnTo>
                    <a:pt x="3527836" y="274417"/>
                  </a:lnTo>
                  <a:lnTo>
                    <a:pt x="3478537" y="305125"/>
                  </a:lnTo>
                  <a:lnTo>
                    <a:pt x="3429135" y="336864"/>
                  </a:lnTo>
                  <a:lnTo>
                    <a:pt x="3379654" y="369215"/>
                  </a:lnTo>
                  <a:lnTo>
                    <a:pt x="3330151" y="401721"/>
                  </a:lnTo>
                  <a:lnTo>
                    <a:pt x="3280691" y="433918"/>
                  </a:lnTo>
                  <a:lnTo>
                    <a:pt x="3231323" y="465357"/>
                  </a:lnTo>
                  <a:lnTo>
                    <a:pt x="3182054" y="495635"/>
                  </a:lnTo>
                  <a:lnTo>
                    <a:pt x="3132831" y="524414"/>
                  </a:lnTo>
                  <a:lnTo>
                    <a:pt x="3083512" y="551430"/>
                  </a:lnTo>
                  <a:lnTo>
                    <a:pt x="3033854" y="576508"/>
                  </a:lnTo>
                  <a:lnTo>
                    <a:pt x="2983491" y="599551"/>
                  </a:lnTo>
                  <a:lnTo>
                    <a:pt x="2931902" y="620544"/>
                  </a:lnTo>
                  <a:lnTo>
                    <a:pt x="2896531" y="633407"/>
                  </a:lnTo>
                  <a:lnTo>
                    <a:pt x="2849078" y="648756"/>
                  </a:lnTo>
                  <a:lnTo>
                    <a:pt x="2799117" y="662646"/>
                  </a:lnTo>
                  <a:lnTo>
                    <a:pt x="2745889" y="675142"/>
                  </a:lnTo>
                  <a:lnTo>
                    <a:pt x="2688566" y="686361"/>
                  </a:lnTo>
                  <a:lnTo>
                    <a:pt x="2626298" y="696436"/>
                  </a:lnTo>
                  <a:lnTo>
                    <a:pt x="2558278" y="705500"/>
                  </a:lnTo>
                  <a:lnTo>
                    <a:pt x="2483815" y="713673"/>
                  </a:lnTo>
                  <a:lnTo>
                    <a:pt x="2402438" y="721056"/>
                  </a:lnTo>
                  <a:lnTo>
                    <a:pt x="2314037" y="727726"/>
                  </a:lnTo>
                  <a:lnTo>
                    <a:pt x="2219041" y="733737"/>
                  </a:lnTo>
                  <a:lnTo>
                    <a:pt x="2118602" y="739117"/>
                  </a:lnTo>
                  <a:lnTo>
                    <a:pt x="2014765" y="743875"/>
                  </a:lnTo>
                  <a:lnTo>
                    <a:pt x="1910541" y="748004"/>
                  </a:lnTo>
                  <a:lnTo>
                    <a:pt x="1809801" y="751487"/>
                  </a:lnTo>
                  <a:lnTo>
                    <a:pt x="1716922" y="754317"/>
                  </a:lnTo>
                  <a:lnTo>
                    <a:pt x="1636178" y="756501"/>
                  </a:lnTo>
                  <a:lnTo>
                    <a:pt x="1570987" y="758079"/>
                  </a:lnTo>
                  <a:lnTo>
                    <a:pt x="1523190" y="759118"/>
                  </a:lnTo>
                  <a:lnTo>
                    <a:pt x="1492593" y="759720"/>
                  </a:lnTo>
                  <a:lnTo>
                    <a:pt x="1476868" y="760000"/>
                  </a:lnTo>
                  <a:lnTo>
                    <a:pt x="1471757" y="760083"/>
                  </a:lnTo>
                  <a:lnTo>
                    <a:pt x="1471387" y="760088"/>
                  </a:lnTo>
                  <a:lnTo>
                    <a:pt x="0" y="76008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38" name="pg1538"/>
            <p:cNvSpPr/>
            <p:nvPr/>
          </p:nvSpPr>
          <p:spPr>
            <a:xfrm>
              <a:off x="4799595" y="4342276"/>
              <a:ext cx="11981298" cy="6097056"/>
            </a:xfrm>
            <a:custGeom>
              <a:avLst/>
              <a:pathLst>
                <a:path w="11981298" h="6097056">
                  <a:moveTo>
                    <a:pt x="0" y="5263410"/>
                  </a:moveTo>
                  <a:lnTo>
                    <a:pt x="1471387" y="5263410"/>
                  </a:lnTo>
                  <a:lnTo>
                    <a:pt x="1472616" y="5263431"/>
                  </a:lnTo>
                  <a:lnTo>
                    <a:pt x="1480683" y="5263579"/>
                  </a:lnTo>
                  <a:lnTo>
                    <a:pt x="1500970" y="5263989"/>
                  </a:lnTo>
                  <a:lnTo>
                    <a:pt x="1537121" y="5264794"/>
                  </a:lnTo>
                  <a:lnTo>
                    <a:pt x="1590762" y="5266119"/>
                  </a:lnTo>
                  <a:lnTo>
                    <a:pt x="1661381" y="5268063"/>
                  </a:lnTo>
                  <a:lnTo>
                    <a:pt x="1746552" y="5270690"/>
                  </a:lnTo>
                  <a:lnTo>
                    <a:pt x="1842489" y="5274029"/>
                  </a:lnTo>
                  <a:lnTo>
                    <a:pt x="1944811" y="5278084"/>
                  </a:lnTo>
                  <a:lnTo>
                    <a:pt x="2049256" y="5282840"/>
                  </a:lnTo>
                  <a:lnTo>
                    <a:pt x="2152216" y="5288282"/>
                  </a:lnTo>
                  <a:lnTo>
                    <a:pt x="2251002" y="5294406"/>
                  </a:lnTo>
                  <a:lnTo>
                    <a:pt x="2343879" y="5301229"/>
                  </a:lnTo>
                  <a:lnTo>
                    <a:pt x="2429953" y="5308790"/>
                  </a:lnTo>
                  <a:lnTo>
                    <a:pt x="2508996" y="5317158"/>
                  </a:lnTo>
                  <a:lnTo>
                    <a:pt x="2581252" y="5326426"/>
                  </a:lnTo>
                  <a:lnTo>
                    <a:pt x="2647278" y="5336711"/>
                  </a:lnTo>
                  <a:lnTo>
                    <a:pt x="2707811" y="5348151"/>
                  </a:lnTo>
                  <a:lnTo>
                    <a:pt x="2763681" y="5360892"/>
                  </a:lnTo>
                  <a:lnTo>
                    <a:pt x="2815733" y="5375078"/>
                  </a:lnTo>
                  <a:lnTo>
                    <a:pt x="2864778" y="5390824"/>
                  </a:lnTo>
                  <a:lnTo>
                    <a:pt x="2896531" y="5402351"/>
                  </a:lnTo>
                  <a:lnTo>
                    <a:pt x="2948732" y="5423649"/>
                  </a:lnTo>
                  <a:lnTo>
                    <a:pt x="2999290" y="5447118"/>
                  </a:lnTo>
                  <a:lnTo>
                    <a:pt x="3048827" y="5472788"/>
                  </a:lnTo>
                  <a:lnTo>
                    <a:pt x="3097796" y="5500618"/>
                  </a:lnTo>
                  <a:lnTo>
                    <a:pt x="3146515" y="5530483"/>
                  </a:lnTo>
                  <a:lnTo>
                    <a:pt x="3195188" y="5562167"/>
                  </a:lnTo>
                  <a:lnTo>
                    <a:pt x="3243926" y="5595370"/>
                  </a:lnTo>
                  <a:lnTo>
                    <a:pt x="3292766" y="5629714"/>
                  </a:lnTo>
                  <a:lnTo>
                    <a:pt x="3341686" y="5664755"/>
                  </a:lnTo>
                  <a:lnTo>
                    <a:pt x="3390635" y="5700013"/>
                  </a:lnTo>
                  <a:lnTo>
                    <a:pt x="3439547" y="5734995"/>
                  </a:lnTo>
                  <a:lnTo>
                    <a:pt x="3488374" y="5769222"/>
                  </a:lnTo>
                  <a:lnTo>
                    <a:pt x="3537102" y="5802258"/>
                  </a:lnTo>
                  <a:lnTo>
                    <a:pt x="3585773" y="5833735"/>
                  </a:lnTo>
                  <a:lnTo>
                    <a:pt x="3634509" y="5863360"/>
                  </a:lnTo>
                  <a:lnTo>
                    <a:pt x="3683528" y="5890932"/>
                  </a:lnTo>
                  <a:lnTo>
                    <a:pt x="3733162" y="5916334"/>
                  </a:lnTo>
                  <a:lnTo>
                    <a:pt x="3783884" y="5939534"/>
                  </a:lnTo>
                  <a:lnTo>
                    <a:pt x="3829811" y="5958115"/>
                  </a:lnTo>
                  <a:lnTo>
                    <a:pt x="3877245" y="5974944"/>
                  </a:lnTo>
                  <a:lnTo>
                    <a:pt x="3927185" y="5990173"/>
                  </a:lnTo>
                  <a:lnTo>
                    <a:pt x="3980387" y="6003874"/>
                  </a:lnTo>
                  <a:lnTo>
                    <a:pt x="4037682" y="6016175"/>
                  </a:lnTo>
                  <a:lnTo>
                    <a:pt x="4099915" y="6027223"/>
                  </a:lnTo>
                  <a:lnTo>
                    <a:pt x="4167894" y="6037163"/>
                  </a:lnTo>
                  <a:lnTo>
                    <a:pt x="4242311" y="6046126"/>
                  </a:lnTo>
                  <a:lnTo>
                    <a:pt x="4323635" y="6054222"/>
                  </a:lnTo>
                  <a:lnTo>
                    <a:pt x="4411976" y="6061537"/>
                  </a:lnTo>
                  <a:lnTo>
                    <a:pt x="4506912" y="6068130"/>
                  </a:lnTo>
                  <a:lnTo>
                    <a:pt x="4607292" y="6074031"/>
                  </a:lnTo>
                  <a:lnTo>
                    <a:pt x="4711079" y="6079251"/>
                  </a:lnTo>
                  <a:lnTo>
                    <a:pt x="4815268" y="6083780"/>
                  </a:lnTo>
                  <a:lnTo>
                    <a:pt x="4915998" y="6087603"/>
                  </a:lnTo>
                  <a:lnTo>
                    <a:pt x="5008899" y="6090710"/>
                  </a:lnTo>
                  <a:lnTo>
                    <a:pt x="5089697" y="6093109"/>
                  </a:lnTo>
                  <a:lnTo>
                    <a:pt x="5154972" y="6094842"/>
                  </a:lnTo>
                  <a:lnTo>
                    <a:pt x="5202873" y="6095986"/>
                  </a:lnTo>
                  <a:lnTo>
                    <a:pt x="5233578" y="6096648"/>
                  </a:lnTo>
                  <a:lnTo>
                    <a:pt x="5249398" y="6096958"/>
                  </a:lnTo>
                  <a:lnTo>
                    <a:pt x="5254571" y="6097050"/>
                  </a:lnTo>
                  <a:lnTo>
                    <a:pt x="5254955" y="6097056"/>
                  </a:lnTo>
                  <a:lnTo>
                    <a:pt x="6726343" y="6097056"/>
                  </a:lnTo>
                  <a:lnTo>
                    <a:pt x="6727154" y="6096957"/>
                  </a:lnTo>
                  <a:lnTo>
                    <a:pt x="6732522" y="6096252"/>
                  </a:lnTo>
                  <a:lnTo>
                    <a:pt x="6746184" y="6094305"/>
                  </a:lnTo>
                  <a:lnTo>
                    <a:pt x="6770925" y="6090465"/>
                  </a:lnTo>
                  <a:lnTo>
                    <a:pt x="6808443" y="6084106"/>
                  </a:lnTo>
                  <a:lnTo>
                    <a:pt x="6859233" y="6074676"/>
                  </a:lnTo>
                  <a:lnTo>
                    <a:pt x="6922581" y="6061745"/>
                  </a:lnTo>
                  <a:lnTo>
                    <a:pt x="6996727" y="6045027"/>
                  </a:lnTo>
                  <a:lnTo>
                    <a:pt x="7079170" y="6024382"/>
                  </a:lnTo>
                  <a:lnTo>
                    <a:pt x="7167043" y="5999790"/>
                  </a:lnTo>
                  <a:lnTo>
                    <a:pt x="7257486" y="5971307"/>
                  </a:lnTo>
                  <a:lnTo>
                    <a:pt x="7347935" y="5939012"/>
                  </a:lnTo>
                  <a:lnTo>
                    <a:pt x="7436305" y="5902958"/>
                  </a:lnTo>
                  <a:lnTo>
                    <a:pt x="7521062" y="5863135"/>
                  </a:lnTo>
                  <a:lnTo>
                    <a:pt x="7601203" y="5819443"/>
                  </a:lnTo>
                  <a:lnTo>
                    <a:pt x="7676194" y="5771675"/>
                  </a:lnTo>
                  <a:lnTo>
                    <a:pt x="7745873" y="5719515"/>
                  </a:lnTo>
                  <a:lnTo>
                    <a:pt x="7810360" y="5662536"/>
                  </a:lnTo>
                  <a:lnTo>
                    <a:pt x="7869970" y="5600208"/>
                  </a:lnTo>
                  <a:lnTo>
                    <a:pt x="7925144" y="5531910"/>
                  </a:lnTo>
                  <a:lnTo>
                    <a:pt x="7976402" y="5456960"/>
                  </a:lnTo>
                  <a:lnTo>
                    <a:pt x="8024293" y="5374643"/>
                  </a:lnTo>
                  <a:lnTo>
                    <a:pt x="8069373" y="5284286"/>
                  </a:lnTo>
                  <a:lnTo>
                    <a:pt x="8112171" y="5185344"/>
                  </a:lnTo>
                  <a:lnTo>
                    <a:pt x="8151487" y="5082242"/>
                  </a:lnTo>
                  <a:lnTo>
                    <a:pt x="8178395" y="5004749"/>
                  </a:lnTo>
                  <a:lnTo>
                    <a:pt x="8204781" y="4923191"/>
                  </a:lnTo>
                  <a:lnTo>
                    <a:pt x="8230746" y="4837488"/>
                  </a:lnTo>
                  <a:lnTo>
                    <a:pt x="8256378" y="4747595"/>
                  </a:lnTo>
                  <a:lnTo>
                    <a:pt x="8281752" y="4653499"/>
                  </a:lnTo>
                  <a:lnTo>
                    <a:pt x="8306932" y="4555225"/>
                  </a:lnTo>
                  <a:lnTo>
                    <a:pt x="8331972" y="4452837"/>
                  </a:lnTo>
                  <a:lnTo>
                    <a:pt x="8356918" y="4346443"/>
                  </a:lnTo>
                  <a:lnTo>
                    <a:pt x="8381806" y="4236192"/>
                  </a:lnTo>
                  <a:lnTo>
                    <a:pt x="8406666" y="4122279"/>
                  </a:lnTo>
                  <a:lnTo>
                    <a:pt x="8431519" y="4004942"/>
                  </a:lnTo>
                  <a:lnTo>
                    <a:pt x="8456382" y="3884464"/>
                  </a:lnTo>
                  <a:lnTo>
                    <a:pt x="8481265" y="3761168"/>
                  </a:lnTo>
                  <a:lnTo>
                    <a:pt x="8506174" y="3635416"/>
                  </a:lnTo>
                  <a:lnTo>
                    <a:pt x="8531111" y="3507605"/>
                  </a:lnTo>
                  <a:lnTo>
                    <a:pt x="8556072" y="3378161"/>
                  </a:lnTo>
                  <a:lnTo>
                    <a:pt x="8581053" y="3247536"/>
                  </a:lnTo>
                  <a:lnTo>
                    <a:pt x="8606046" y="3116198"/>
                  </a:lnTo>
                  <a:lnTo>
                    <a:pt x="8631044" y="2984626"/>
                  </a:lnTo>
                  <a:lnTo>
                    <a:pt x="8656037" y="2853304"/>
                  </a:lnTo>
                  <a:lnTo>
                    <a:pt x="8681018" y="2722711"/>
                  </a:lnTo>
                  <a:lnTo>
                    <a:pt x="8705978" y="2593315"/>
                  </a:lnTo>
                  <a:lnTo>
                    <a:pt x="8730914" y="2465566"/>
                  </a:lnTo>
                  <a:lnTo>
                    <a:pt x="8755822" y="2339890"/>
                  </a:lnTo>
                  <a:lnTo>
                    <a:pt x="8780705" y="2216682"/>
                  </a:lnTo>
                  <a:lnTo>
                    <a:pt x="8805567" y="2096304"/>
                  </a:lnTo>
                  <a:lnTo>
                    <a:pt x="8830420" y="1979078"/>
                  </a:lnTo>
                  <a:lnTo>
                    <a:pt x="8855280" y="1865284"/>
                  </a:lnTo>
                  <a:lnTo>
                    <a:pt x="8880169" y="1755159"/>
                  </a:lnTo>
                  <a:lnTo>
                    <a:pt x="8905118" y="1648897"/>
                  </a:lnTo>
                  <a:lnTo>
                    <a:pt x="8930162" y="1546645"/>
                  </a:lnTo>
                  <a:lnTo>
                    <a:pt x="8955348" y="1448510"/>
                  </a:lnTo>
                  <a:lnTo>
                    <a:pt x="8980729" y="1354555"/>
                  </a:lnTo>
                  <a:lnTo>
                    <a:pt x="9006371" y="1264802"/>
                  </a:lnTo>
                  <a:lnTo>
                    <a:pt x="9032348" y="1179240"/>
                  </a:lnTo>
                  <a:lnTo>
                    <a:pt x="9058750" y="1097819"/>
                  </a:lnTo>
                  <a:lnTo>
                    <a:pt x="9084767" y="1022986"/>
                  </a:lnTo>
                  <a:lnTo>
                    <a:pt x="9125832" y="915572"/>
                  </a:lnTo>
                  <a:lnTo>
                    <a:pt x="9168715" y="816997"/>
                  </a:lnTo>
                  <a:lnTo>
                    <a:pt x="9213902" y="726988"/>
                  </a:lnTo>
                  <a:lnTo>
                    <a:pt x="9261923" y="644994"/>
                  </a:lnTo>
                  <a:lnTo>
                    <a:pt x="9313333" y="570335"/>
                  </a:lnTo>
                  <a:lnTo>
                    <a:pt x="9368683" y="502301"/>
                  </a:lnTo>
                  <a:lnTo>
                    <a:pt x="9428488" y="440208"/>
                  </a:lnTo>
                  <a:lnTo>
                    <a:pt x="9493187" y="383440"/>
                  </a:lnTo>
                  <a:lnTo>
                    <a:pt x="9563087" y="331472"/>
                  </a:lnTo>
                  <a:lnTo>
                    <a:pt x="9638299" y="283880"/>
                  </a:lnTo>
                  <a:lnTo>
                    <a:pt x="9718647" y="240352"/>
                  </a:lnTo>
                  <a:lnTo>
                    <a:pt x="9803578" y="200688"/>
                  </a:lnTo>
                  <a:lnTo>
                    <a:pt x="9892070" y="164791"/>
                  </a:lnTo>
                  <a:lnTo>
                    <a:pt x="9982564" y="132654"/>
                  </a:lnTo>
                  <a:lnTo>
                    <a:pt x="10072954" y="104332"/>
                  </a:lnTo>
                  <a:lnTo>
                    <a:pt x="10160659" y="79905"/>
                  </a:lnTo>
                  <a:lnTo>
                    <a:pt x="10242811" y="59425"/>
                  </a:lnTo>
                  <a:lnTo>
                    <a:pt x="10316552" y="42868"/>
                  </a:lnTo>
                  <a:lnTo>
                    <a:pt x="10379403" y="30091"/>
                  </a:lnTo>
                  <a:lnTo>
                    <a:pt x="10429645" y="20799"/>
                  </a:lnTo>
                  <a:lnTo>
                    <a:pt x="10466611" y="14557"/>
                  </a:lnTo>
                  <a:lnTo>
                    <a:pt x="10490847" y="10809"/>
                  </a:lnTo>
                  <a:lnTo>
                    <a:pt x="10504098" y="8927"/>
                  </a:lnTo>
                  <a:lnTo>
                    <a:pt x="10509196" y="8260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9100" y="99"/>
                  </a:lnTo>
                  <a:lnTo>
                    <a:pt x="10503731" y="804"/>
                  </a:lnTo>
                  <a:lnTo>
                    <a:pt x="10490070" y="2751"/>
                  </a:lnTo>
                  <a:lnTo>
                    <a:pt x="10465329" y="6591"/>
                  </a:lnTo>
                  <a:lnTo>
                    <a:pt x="10427810" y="12950"/>
                  </a:lnTo>
                  <a:lnTo>
                    <a:pt x="10377020" y="22379"/>
                  </a:lnTo>
                  <a:lnTo>
                    <a:pt x="10313673" y="35310"/>
                  </a:lnTo>
                  <a:lnTo>
                    <a:pt x="10239526" y="52029"/>
                  </a:lnTo>
                  <a:lnTo>
                    <a:pt x="10157083" y="72674"/>
                  </a:lnTo>
                  <a:lnTo>
                    <a:pt x="10069210" y="97266"/>
                  </a:lnTo>
                  <a:lnTo>
                    <a:pt x="9978767" y="125749"/>
                  </a:lnTo>
                  <a:lnTo>
                    <a:pt x="9888318" y="158044"/>
                  </a:lnTo>
                  <a:lnTo>
                    <a:pt x="9799948" y="194097"/>
                  </a:lnTo>
                  <a:lnTo>
                    <a:pt x="9715191" y="233920"/>
                  </a:lnTo>
                  <a:lnTo>
                    <a:pt x="9635050" y="277613"/>
                  </a:lnTo>
                  <a:lnTo>
                    <a:pt x="9560059" y="325381"/>
                  </a:lnTo>
                  <a:lnTo>
                    <a:pt x="9490380" y="377541"/>
                  </a:lnTo>
                  <a:lnTo>
                    <a:pt x="9425893" y="434520"/>
                  </a:lnTo>
                  <a:lnTo>
                    <a:pt x="9366284" y="496848"/>
                  </a:lnTo>
                  <a:lnTo>
                    <a:pt x="9311109" y="565145"/>
                  </a:lnTo>
                  <a:lnTo>
                    <a:pt x="9259851" y="640096"/>
                  </a:lnTo>
                  <a:lnTo>
                    <a:pt x="9211960" y="722412"/>
                  </a:lnTo>
                  <a:lnTo>
                    <a:pt x="9166880" y="812770"/>
                  </a:lnTo>
                  <a:lnTo>
                    <a:pt x="9124082" y="911711"/>
                  </a:lnTo>
                  <a:lnTo>
                    <a:pt x="9084767" y="1014813"/>
                  </a:lnTo>
                  <a:lnTo>
                    <a:pt x="9057858" y="1092306"/>
                  </a:lnTo>
                  <a:lnTo>
                    <a:pt x="9031472" y="1173865"/>
                  </a:lnTo>
                  <a:lnTo>
                    <a:pt x="9005507" y="1259567"/>
                  </a:lnTo>
                  <a:lnTo>
                    <a:pt x="8979875" y="1349460"/>
                  </a:lnTo>
                  <a:lnTo>
                    <a:pt x="8954501" y="1443557"/>
                  </a:lnTo>
                  <a:lnTo>
                    <a:pt x="8929321" y="1541831"/>
                  </a:lnTo>
                  <a:lnTo>
                    <a:pt x="8904281" y="1644218"/>
                  </a:lnTo>
                  <a:lnTo>
                    <a:pt x="8879335" y="1750613"/>
                  </a:lnTo>
                  <a:lnTo>
                    <a:pt x="8854447" y="1860864"/>
                  </a:lnTo>
                  <a:lnTo>
                    <a:pt x="8829588" y="1974777"/>
                  </a:lnTo>
                  <a:lnTo>
                    <a:pt x="8804735" y="2092113"/>
                  </a:lnTo>
                  <a:lnTo>
                    <a:pt x="8779872" y="2212592"/>
                  </a:lnTo>
                  <a:lnTo>
                    <a:pt x="8754988" y="2335888"/>
                  </a:lnTo>
                  <a:lnTo>
                    <a:pt x="8730079" y="2461640"/>
                  </a:lnTo>
                  <a:lnTo>
                    <a:pt x="8705143" y="2589451"/>
                  </a:lnTo>
                  <a:lnTo>
                    <a:pt x="8680181" y="2718895"/>
                  </a:lnTo>
                  <a:lnTo>
                    <a:pt x="8655201" y="2849520"/>
                  </a:lnTo>
                  <a:lnTo>
                    <a:pt x="8630207" y="2980858"/>
                  </a:lnTo>
                  <a:lnTo>
                    <a:pt x="8605209" y="3112430"/>
                  </a:lnTo>
                  <a:lnTo>
                    <a:pt x="8580216" y="3243752"/>
                  </a:lnTo>
                  <a:lnTo>
                    <a:pt x="8555235" y="3374345"/>
                  </a:lnTo>
                  <a:lnTo>
                    <a:pt x="8530275" y="3503741"/>
                  </a:lnTo>
                  <a:lnTo>
                    <a:pt x="8505339" y="3631490"/>
                  </a:lnTo>
                  <a:lnTo>
                    <a:pt x="8480431" y="3757166"/>
                  </a:lnTo>
                  <a:lnTo>
                    <a:pt x="8455549" y="3880374"/>
                  </a:lnTo>
                  <a:lnTo>
                    <a:pt x="8430686" y="4000752"/>
                  </a:lnTo>
                  <a:lnTo>
                    <a:pt x="8405833" y="4117978"/>
                  </a:lnTo>
                  <a:lnTo>
                    <a:pt x="8380973" y="4231772"/>
                  </a:lnTo>
                  <a:lnTo>
                    <a:pt x="8356084" y="4341897"/>
                  </a:lnTo>
                  <a:lnTo>
                    <a:pt x="8331136" y="4448159"/>
                  </a:lnTo>
                  <a:lnTo>
                    <a:pt x="8306091" y="4550410"/>
                  </a:lnTo>
                  <a:lnTo>
                    <a:pt x="8280906" y="4648545"/>
                  </a:lnTo>
                  <a:lnTo>
                    <a:pt x="8255524" y="4742501"/>
                  </a:lnTo>
                  <a:lnTo>
                    <a:pt x="8229883" y="4832253"/>
                  </a:lnTo>
                  <a:lnTo>
                    <a:pt x="8203905" y="4917816"/>
                  </a:lnTo>
                  <a:lnTo>
                    <a:pt x="8177503" y="4999237"/>
                  </a:lnTo>
                  <a:lnTo>
                    <a:pt x="8151487" y="5074069"/>
                  </a:lnTo>
                  <a:lnTo>
                    <a:pt x="8110421" y="5181484"/>
                  </a:lnTo>
                  <a:lnTo>
                    <a:pt x="8067538" y="5280058"/>
                  </a:lnTo>
                  <a:lnTo>
                    <a:pt x="8022352" y="5370068"/>
                  </a:lnTo>
                  <a:lnTo>
                    <a:pt x="7974331" y="5452062"/>
                  </a:lnTo>
                  <a:lnTo>
                    <a:pt x="7922920" y="5526721"/>
                  </a:lnTo>
                  <a:lnTo>
                    <a:pt x="7867570" y="5594755"/>
                  </a:lnTo>
                  <a:lnTo>
                    <a:pt x="7807765" y="5656848"/>
                  </a:lnTo>
                  <a:lnTo>
                    <a:pt x="7743066" y="5713616"/>
                  </a:lnTo>
                  <a:lnTo>
                    <a:pt x="7673166" y="5765584"/>
                  </a:lnTo>
                  <a:lnTo>
                    <a:pt x="7597954" y="5813176"/>
                  </a:lnTo>
                  <a:lnTo>
                    <a:pt x="7517606" y="5856703"/>
                  </a:lnTo>
                  <a:lnTo>
                    <a:pt x="7432675" y="5896367"/>
                  </a:lnTo>
                  <a:lnTo>
                    <a:pt x="7344183" y="5932265"/>
                  </a:lnTo>
                  <a:lnTo>
                    <a:pt x="7253689" y="5964402"/>
                  </a:lnTo>
                  <a:lnTo>
                    <a:pt x="7163300" y="5992723"/>
                  </a:lnTo>
                  <a:lnTo>
                    <a:pt x="7075595" y="6017151"/>
                  </a:lnTo>
                  <a:lnTo>
                    <a:pt x="6993442" y="6037631"/>
                  </a:lnTo>
                  <a:lnTo>
                    <a:pt x="6919701" y="6054187"/>
                  </a:lnTo>
                  <a:lnTo>
                    <a:pt x="6856850" y="6066965"/>
                  </a:lnTo>
                  <a:lnTo>
                    <a:pt x="6806609" y="6076256"/>
                  </a:lnTo>
                  <a:lnTo>
                    <a:pt x="6769642" y="6082498"/>
                  </a:lnTo>
                  <a:lnTo>
                    <a:pt x="6745407" y="6086246"/>
                  </a:lnTo>
                  <a:lnTo>
                    <a:pt x="6732155" y="6088129"/>
                  </a:lnTo>
                  <a:lnTo>
                    <a:pt x="6727058" y="6088796"/>
                  </a:lnTo>
                  <a:lnTo>
                    <a:pt x="6726343" y="6088883"/>
                  </a:lnTo>
                  <a:lnTo>
                    <a:pt x="5254955" y="6088883"/>
                  </a:lnTo>
                  <a:lnTo>
                    <a:pt x="5253726" y="6088862"/>
                  </a:lnTo>
                  <a:lnTo>
                    <a:pt x="5245659" y="6088714"/>
                  </a:lnTo>
                  <a:lnTo>
                    <a:pt x="5225372" y="6088305"/>
                  </a:lnTo>
                  <a:lnTo>
                    <a:pt x="5189221" y="6087499"/>
                  </a:lnTo>
                  <a:lnTo>
                    <a:pt x="5135581" y="6086174"/>
                  </a:lnTo>
                  <a:lnTo>
                    <a:pt x="5064961" y="6084231"/>
                  </a:lnTo>
                  <a:lnTo>
                    <a:pt x="4979791" y="6081604"/>
                  </a:lnTo>
                  <a:lnTo>
                    <a:pt x="4883853" y="6078264"/>
                  </a:lnTo>
                  <a:lnTo>
                    <a:pt x="4781531" y="6074210"/>
                  </a:lnTo>
                  <a:lnTo>
                    <a:pt x="4677086" y="6069454"/>
                  </a:lnTo>
                  <a:lnTo>
                    <a:pt x="4574126" y="6064012"/>
                  </a:lnTo>
                  <a:lnTo>
                    <a:pt x="4475340" y="6057888"/>
                  </a:lnTo>
                  <a:lnTo>
                    <a:pt x="4382463" y="6051065"/>
                  </a:lnTo>
                  <a:lnTo>
                    <a:pt x="4296389" y="6043503"/>
                  </a:lnTo>
                  <a:lnTo>
                    <a:pt x="4217346" y="6035135"/>
                  </a:lnTo>
                  <a:lnTo>
                    <a:pt x="4145090" y="6025868"/>
                  </a:lnTo>
                  <a:lnTo>
                    <a:pt x="4079065" y="6015583"/>
                  </a:lnTo>
                  <a:lnTo>
                    <a:pt x="4018531" y="6004143"/>
                  </a:lnTo>
                  <a:lnTo>
                    <a:pt x="3962661" y="5991402"/>
                  </a:lnTo>
                  <a:lnTo>
                    <a:pt x="3910609" y="5977215"/>
                  </a:lnTo>
                  <a:lnTo>
                    <a:pt x="3861564" y="5961470"/>
                  </a:lnTo>
                  <a:lnTo>
                    <a:pt x="3829811" y="5949942"/>
                  </a:lnTo>
                  <a:lnTo>
                    <a:pt x="3777610" y="5928644"/>
                  </a:lnTo>
                  <a:lnTo>
                    <a:pt x="3727052" y="5905176"/>
                  </a:lnTo>
                  <a:lnTo>
                    <a:pt x="3677515" y="5879505"/>
                  </a:lnTo>
                  <a:lnTo>
                    <a:pt x="3628546" y="5851675"/>
                  </a:lnTo>
                  <a:lnTo>
                    <a:pt x="3579827" y="5821811"/>
                  </a:lnTo>
                  <a:lnTo>
                    <a:pt x="3531154" y="5790127"/>
                  </a:lnTo>
                  <a:lnTo>
                    <a:pt x="3482416" y="5756923"/>
                  </a:lnTo>
                  <a:lnTo>
                    <a:pt x="3433576" y="5722580"/>
                  </a:lnTo>
                  <a:lnTo>
                    <a:pt x="3384656" y="5687539"/>
                  </a:lnTo>
                  <a:lnTo>
                    <a:pt x="3335708" y="5652280"/>
                  </a:lnTo>
                  <a:lnTo>
                    <a:pt x="3286795" y="5617299"/>
                  </a:lnTo>
                  <a:lnTo>
                    <a:pt x="3237968" y="5583072"/>
                  </a:lnTo>
                  <a:lnTo>
                    <a:pt x="3189240" y="5550035"/>
                  </a:lnTo>
                  <a:lnTo>
                    <a:pt x="3140569" y="5518559"/>
                  </a:lnTo>
                  <a:lnTo>
                    <a:pt x="3091833" y="5488934"/>
                  </a:lnTo>
                  <a:lnTo>
                    <a:pt x="3042814" y="5461362"/>
                  </a:lnTo>
                  <a:lnTo>
                    <a:pt x="2993180" y="5435960"/>
                  </a:lnTo>
                  <a:lnTo>
                    <a:pt x="2942458" y="5412760"/>
                  </a:lnTo>
                  <a:lnTo>
                    <a:pt x="2896531" y="5394178"/>
                  </a:lnTo>
                  <a:lnTo>
                    <a:pt x="2849097" y="5377350"/>
                  </a:lnTo>
                  <a:lnTo>
                    <a:pt x="2799158" y="5362121"/>
                  </a:lnTo>
                  <a:lnTo>
                    <a:pt x="2745955" y="5348419"/>
                  </a:lnTo>
                  <a:lnTo>
                    <a:pt x="2688661" y="5336118"/>
                  </a:lnTo>
                  <a:lnTo>
                    <a:pt x="2626427" y="5325071"/>
                  </a:lnTo>
                  <a:lnTo>
                    <a:pt x="2558448" y="5315131"/>
                  </a:lnTo>
                  <a:lnTo>
                    <a:pt x="2484032" y="5306168"/>
                  </a:lnTo>
                  <a:lnTo>
                    <a:pt x="2402708" y="5298071"/>
                  </a:lnTo>
                  <a:lnTo>
                    <a:pt x="2314366" y="5290756"/>
                  </a:lnTo>
                  <a:lnTo>
                    <a:pt x="2219430" y="5284164"/>
                  </a:lnTo>
                  <a:lnTo>
                    <a:pt x="2119050" y="5278263"/>
                  </a:lnTo>
                  <a:lnTo>
                    <a:pt x="2015264" y="5273043"/>
                  </a:lnTo>
                  <a:lnTo>
                    <a:pt x="1911074" y="5268513"/>
                  </a:lnTo>
                  <a:lnTo>
                    <a:pt x="1810344" y="5264690"/>
                  </a:lnTo>
                  <a:lnTo>
                    <a:pt x="1717443" y="5261584"/>
                  </a:lnTo>
                  <a:lnTo>
                    <a:pt x="1636645" y="5259185"/>
                  </a:lnTo>
                  <a:lnTo>
                    <a:pt x="1571370" y="5257451"/>
                  </a:lnTo>
                  <a:lnTo>
                    <a:pt x="1523469" y="5256308"/>
                  </a:lnTo>
                  <a:lnTo>
                    <a:pt x="1492764" y="5255645"/>
                  </a:lnTo>
                  <a:lnTo>
                    <a:pt x="1476944" y="5255336"/>
                  </a:lnTo>
                  <a:lnTo>
                    <a:pt x="1471771" y="5255244"/>
                  </a:lnTo>
                  <a:lnTo>
                    <a:pt x="1471387" y="5255237"/>
                  </a:lnTo>
                  <a:lnTo>
                    <a:pt x="0" y="5255237"/>
                  </a:lnTo>
                  <a:close/>
                </a:path>
              </a:pathLst>
            </a:custGeom>
            <a:solidFill>
              <a:srgbClr val="8BC34A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539" name="pl1539"/>
            <p:cNvSpPr/>
            <p:nvPr/>
          </p:nvSpPr>
          <p:spPr>
            <a:xfrm>
              <a:off x="4799595" y="4350449"/>
              <a:ext cx="11981298" cy="6088883"/>
            </a:xfrm>
            <a:custGeom>
              <a:avLst/>
              <a:pathLst>
                <a:path w="11981298" h="6088883">
                  <a:moveTo>
                    <a:pt x="0" y="5255237"/>
                  </a:moveTo>
                  <a:lnTo>
                    <a:pt x="1471387" y="5255237"/>
                  </a:lnTo>
                  <a:lnTo>
                    <a:pt x="1472616" y="5255258"/>
                  </a:lnTo>
                  <a:lnTo>
                    <a:pt x="1480683" y="5255406"/>
                  </a:lnTo>
                  <a:lnTo>
                    <a:pt x="1500970" y="5255816"/>
                  </a:lnTo>
                  <a:lnTo>
                    <a:pt x="1537121" y="5256621"/>
                  </a:lnTo>
                  <a:lnTo>
                    <a:pt x="1590762" y="5257946"/>
                  </a:lnTo>
                  <a:lnTo>
                    <a:pt x="1661381" y="5259890"/>
                  </a:lnTo>
                  <a:lnTo>
                    <a:pt x="1746552" y="5262517"/>
                  </a:lnTo>
                  <a:lnTo>
                    <a:pt x="1842489" y="5265856"/>
                  </a:lnTo>
                  <a:lnTo>
                    <a:pt x="1944811" y="5269911"/>
                  </a:lnTo>
                  <a:lnTo>
                    <a:pt x="2049256" y="5274667"/>
                  </a:lnTo>
                  <a:lnTo>
                    <a:pt x="2152216" y="5280109"/>
                  </a:lnTo>
                  <a:lnTo>
                    <a:pt x="2251002" y="5286233"/>
                  </a:lnTo>
                  <a:lnTo>
                    <a:pt x="2343879" y="5293056"/>
                  </a:lnTo>
                  <a:lnTo>
                    <a:pt x="2429953" y="5300617"/>
                  </a:lnTo>
                  <a:lnTo>
                    <a:pt x="2508996" y="5308985"/>
                  </a:lnTo>
                  <a:lnTo>
                    <a:pt x="2581252" y="5318253"/>
                  </a:lnTo>
                  <a:lnTo>
                    <a:pt x="2647278" y="5328538"/>
                  </a:lnTo>
                  <a:lnTo>
                    <a:pt x="2707811" y="5339978"/>
                  </a:lnTo>
                  <a:lnTo>
                    <a:pt x="2763681" y="5352719"/>
                  </a:lnTo>
                  <a:lnTo>
                    <a:pt x="2815733" y="5366905"/>
                  </a:lnTo>
                  <a:lnTo>
                    <a:pt x="2864778" y="5382651"/>
                  </a:lnTo>
                  <a:lnTo>
                    <a:pt x="2896531" y="5394178"/>
                  </a:lnTo>
                  <a:lnTo>
                    <a:pt x="2948732" y="5415476"/>
                  </a:lnTo>
                  <a:lnTo>
                    <a:pt x="2999290" y="5438945"/>
                  </a:lnTo>
                  <a:lnTo>
                    <a:pt x="3048827" y="5464615"/>
                  </a:lnTo>
                  <a:lnTo>
                    <a:pt x="3097796" y="5492445"/>
                  </a:lnTo>
                  <a:lnTo>
                    <a:pt x="3146515" y="5522310"/>
                  </a:lnTo>
                  <a:lnTo>
                    <a:pt x="3195188" y="5553994"/>
                  </a:lnTo>
                  <a:lnTo>
                    <a:pt x="3243926" y="5587197"/>
                  </a:lnTo>
                  <a:lnTo>
                    <a:pt x="3292766" y="5621541"/>
                  </a:lnTo>
                  <a:lnTo>
                    <a:pt x="3341686" y="5656582"/>
                  </a:lnTo>
                  <a:lnTo>
                    <a:pt x="3390635" y="5691840"/>
                  </a:lnTo>
                  <a:lnTo>
                    <a:pt x="3439547" y="5726822"/>
                  </a:lnTo>
                  <a:lnTo>
                    <a:pt x="3488374" y="5761049"/>
                  </a:lnTo>
                  <a:lnTo>
                    <a:pt x="3537102" y="5794085"/>
                  </a:lnTo>
                  <a:lnTo>
                    <a:pt x="3585773" y="5825562"/>
                  </a:lnTo>
                  <a:lnTo>
                    <a:pt x="3634509" y="5855187"/>
                  </a:lnTo>
                  <a:lnTo>
                    <a:pt x="3683528" y="5882759"/>
                  </a:lnTo>
                  <a:lnTo>
                    <a:pt x="3733162" y="5908161"/>
                  </a:lnTo>
                  <a:lnTo>
                    <a:pt x="3783884" y="5931361"/>
                  </a:lnTo>
                  <a:lnTo>
                    <a:pt x="3829811" y="5949942"/>
                  </a:lnTo>
                  <a:lnTo>
                    <a:pt x="3877245" y="5966771"/>
                  </a:lnTo>
                  <a:lnTo>
                    <a:pt x="3927185" y="5982000"/>
                  </a:lnTo>
                  <a:lnTo>
                    <a:pt x="3980387" y="5995701"/>
                  </a:lnTo>
                  <a:lnTo>
                    <a:pt x="4037682" y="6008002"/>
                  </a:lnTo>
                  <a:lnTo>
                    <a:pt x="4099915" y="6019050"/>
                  </a:lnTo>
                  <a:lnTo>
                    <a:pt x="4167894" y="6028990"/>
                  </a:lnTo>
                  <a:lnTo>
                    <a:pt x="4242311" y="6037953"/>
                  </a:lnTo>
                  <a:lnTo>
                    <a:pt x="4323635" y="6046049"/>
                  </a:lnTo>
                  <a:lnTo>
                    <a:pt x="4411976" y="6053364"/>
                  </a:lnTo>
                  <a:lnTo>
                    <a:pt x="4506912" y="6059957"/>
                  </a:lnTo>
                  <a:lnTo>
                    <a:pt x="4607292" y="6065858"/>
                  </a:lnTo>
                  <a:lnTo>
                    <a:pt x="4711079" y="6071078"/>
                  </a:lnTo>
                  <a:lnTo>
                    <a:pt x="4815268" y="6075607"/>
                  </a:lnTo>
                  <a:lnTo>
                    <a:pt x="4915998" y="6079430"/>
                  </a:lnTo>
                  <a:lnTo>
                    <a:pt x="5008899" y="6082537"/>
                  </a:lnTo>
                  <a:lnTo>
                    <a:pt x="5089697" y="6084936"/>
                  </a:lnTo>
                  <a:lnTo>
                    <a:pt x="5154972" y="6086669"/>
                  </a:lnTo>
                  <a:lnTo>
                    <a:pt x="5202873" y="6087813"/>
                  </a:lnTo>
                  <a:lnTo>
                    <a:pt x="5233578" y="6088475"/>
                  </a:lnTo>
                  <a:lnTo>
                    <a:pt x="5249398" y="6088785"/>
                  </a:lnTo>
                  <a:lnTo>
                    <a:pt x="5254571" y="6088877"/>
                  </a:lnTo>
                  <a:lnTo>
                    <a:pt x="5254955" y="6088883"/>
                  </a:lnTo>
                  <a:lnTo>
                    <a:pt x="6726343" y="6088883"/>
                  </a:lnTo>
                  <a:lnTo>
                    <a:pt x="6727154" y="6088784"/>
                  </a:lnTo>
                  <a:lnTo>
                    <a:pt x="6732522" y="6088079"/>
                  </a:lnTo>
                  <a:lnTo>
                    <a:pt x="6746184" y="6086132"/>
                  </a:lnTo>
                  <a:lnTo>
                    <a:pt x="6770925" y="6082292"/>
                  </a:lnTo>
                  <a:lnTo>
                    <a:pt x="6808443" y="6075933"/>
                  </a:lnTo>
                  <a:lnTo>
                    <a:pt x="6859233" y="6066503"/>
                  </a:lnTo>
                  <a:lnTo>
                    <a:pt x="6922581" y="6053572"/>
                  </a:lnTo>
                  <a:lnTo>
                    <a:pt x="6996727" y="6036854"/>
                  </a:lnTo>
                  <a:lnTo>
                    <a:pt x="7079170" y="6016209"/>
                  </a:lnTo>
                  <a:lnTo>
                    <a:pt x="7167043" y="5991617"/>
                  </a:lnTo>
                  <a:lnTo>
                    <a:pt x="7257486" y="5963134"/>
                  </a:lnTo>
                  <a:lnTo>
                    <a:pt x="7347935" y="5930839"/>
                  </a:lnTo>
                  <a:lnTo>
                    <a:pt x="7436305" y="5894785"/>
                  </a:lnTo>
                  <a:lnTo>
                    <a:pt x="7521062" y="5854962"/>
                  </a:lnTo>
                  <a:lnTo>
                    <a:pt x="7601203" y="5811270"/>
                  </a:lnTo>
                  <a:lnTo>
                    <a:pt x="7676194" y="5763502"/>
                  </a:lnTo>
                  <a:lnTo>
                    <a:pt x="7745873" y="5711342"/>
                  </a:lnTo>
                  <a:lnTo>
                    <a:pt x="7810360" y="5654363"/>
                  </a:lnTo>
                  <a:lnTo>
                    <a:pt x="7869970" y="5592035"/>
                  </a:lnTo>
                  <a:lnTo>
                    <a:pt x="7925144" y="5523737"/>
                  </a:lnTo>
                  <a:lnTo>
                    <a:pt x="7976402" y="5448787"/>
                  </a:lnTo>
                  <a:lnTo>
                    <a:pt x="8024293" y="5366470"/>
                  </a:lnTo>
                  <a:lnTo>
                    <a:pt x="8069373" y="5276113"/>
                  </a:lnTo>
                  <a:lnTo>
                    <a:pt x="8112171" y="5177171"/>
                  </a:lnTo>
                  <a:lnTo>
                    <a:pt x="8151487" y="5074069"/>
                  </a:lnTo>
                  <a:lnTo>
                    <a:pt x="8178395" y="4996576"/>
                  </a:lnTo>
                  <a:lnTo>
                    <a:pt x="8204781" y="4915018"/>
                  </a:lnTo>
                  <a:lnTo>
                    <a:pt x="8230746" y="4829315"/>
                  </a:lnTo>
                  <a:lnTo>
                    <a:pt x="8256378" y="4739422"/>
                  </a:lnTo>
                  <a:lnTo>
                    <a:pt x="8281752" y="4645326"/>
                  </a:lnTo>
                  <a:lnTo>
                    <a:pt x="8306932" y="4547052"/>
                  </a:lnTo>
                  <a:lnTo>
                    <a:pt x="8331972" y="4444664"/>
                  </a:lnTo>
                  <a:lnTo>
                    <a:pt x="8356918" y="4338270"/>
                  </a:lnTo>
                  <a:lnTo>
                    <a:pt x="8381806" y="4228019"/>
                  </a:lnTo>
                  <a:lnTo>
                    <a:pt x="8406666" y="4114106"/>
                  </a:lnTo>
                  <a:lnTo>
                    <a:pt x="8431519" y="3996769"/>
                  </a:lnTo>
                  <a:lnTo>
                    <a:pt x="8456382" y="3876291"/>
                  </a:lnTo>
                  <a:lnTo>
                    <a:pt x="8481265" y="3752995"/>
                  </a:lnTo>
                  <a:lnTo>
                    <a:pt x="8506174" y="3627243"/>
                  </a:lnTo>
                  <a:lnTo>
                    <a:pt x="8531111" y="3499432"/>
                  </a:lnTo>
                  <a:lnTo>
                    <a:pt x="8556072" y="3369988"/>
                  </a:lnTo>
                  <a:lnTo>
                    <a:pt x="8581053" y="3239363"/>
                  </a:lnTo>
                  <a:lnTo>
                    <a:pt x="8606046" y="3108025"/>
                  </a:lnTo>
                  <a:lnTo>
                    <a:pt x="8631044" y="2976453"/>
                  </a:lnTo>
                  <a:lnTo>
                    <a:pt x="8656037" y="2845131"/>
                  </a:lnTo>
                  <a:lnTo>
                    <a:pt x="8681018" y="2714538"/>
                  </a:lnTo>
                  <a:lnTo>
                    <a:pt x="8705978" y="2585142"/>
                  </a:lnTo>
                  <a:lnTo>
                    <a:pt x="8730914" y="2457393"/>
                  </a:lnTo>
                  <a:lnTo>
                    <a:pt x="8755822" y="2331717"/>
                  </a:lnTo>
                  <a:lnTo>
                    <a:pt x="8780705" y="2208509"/>
                  </a:lnTo>
                  <a:lnTo>
                    <a:pt x="8805567" y="2088131"/>
                  </a:lnTo>
                  <a:lnTo>
                    <a:pt x="8830420" y="1970905"/>
                  </a:lnTo>
                  <a:lnTo>
                    <a:pt x="8855280" y="1857111"/>
                  </a:lnTo>
                  <a:lnTo>
                    <a:pt x="8880169" y="1746986"/>
                  </a:lnTo>
                  <a:lnTo>
                    <a:pt x="8905118" y="1640724"/>
                  </a:lnTo>
                  <a:lnTo>
                    <a:pt x="8930162" y="1538472"/>
                  </a:lnTo>
                  <a:lnTo>
                    <a:pt x="8955348" y="1440337"/>
                  </a:lnTo>
                  <a:lnTo>
                    <a:pt x="8980729" y="1346382"/>
                  </a:lnTo>
                  <a:lnTo>
                    <a:pt x="9006371" y="1256629"/>
                  </a:lnTo>
                  <a:lnTo>
                    <a:pt x="9032348" y="1171067"/>
                  </a:lnTo>
                  <a:lnTo>
                    <a:pt x="9058750" y="1089646"/>
                  </a:lnTo>
                  <a:lnTo>
                    <a:pt x="9084767" y="1014813"/>
                  </a:lnTo>
                  <a:lnTo>
                    <a:pt x="9125832" y="907399"/>
                  </a:lnTo>
                  <a:lnTo>
                    <a:pt x="9168715" y="808824"/>
                  </a:lnTo>
                  <a:lnTo>
                    <a:pt x="9213902" y="718815"/>
                  </a:lnTo>
                  <a:lnTo>
                    <a:pt x="9261923" y="636821"/>
                  </a:lnTo>
                  <a:lnTo>
                    <a:pt x="9313333" y="562162"/>
                  </a:lnTo>
                  <a:lnTo>
                    <a:pt x="9368683" y="494128"/>
                  </a:lnTo>
                  <a:lnTo>
                    <a:pt x="9428488" y="432035"/>
                  </a:lnTo>
                  <a:lnTo>
                    <a:pt x="9493187" y="375267"/>
                  </a:lnTo>
                  <a:lnTo>
                    <a:pt x="9563087" y="323299"/>
                  </a:lnTo>
                  <a:lnTo>
                    <a:pt x="9638299" y="275707"/>
                  </a:lnTo>
                  <a:lnTo>
                    <a:pt x="9718647" y="232179"/>
                  </a:lnTo>
                  <a:lnTo>
                    <a:pt x="9803578" y="192515"/>
                  </a:lnTo>
                  <a:lnTo>
                    <a:pt x="9892070" y="156618"/>
                  </a:lnTo>
                  <a:lnTo>
                    <a:pt x="9982564" y="124481"/>
                  </a:lnTo>
                  <a:lnTo>
                    <a:pt x="10072954" y="96159"/>
                  </a:lnTo>
                  <a:lnTo>
                    <a:pt x="10160659" y="71732"/>
                  </a:lnTo>
                  <a:lnTo>
                    <a:pt x="10242811" y="51252"/>
                  </a:lnTo>
                  <a:lnTo>
                    <a:pt x="10316552" y="34695"/>
                  </a:lnTo>
                  <a:lnTo>
                    <a:pt x="10379403" y="21918"/>
                  </a:lnTo>
                  <a:lnTo>
                    <a:pt x="10429645" y="12626"/>
                  </a:lnTo>
                  <a:lnTo>
                    <a:pt x="10466611" y="6384"/>
                  </a:lnTo>
                  <a:lnTo>
                    <a:pt x="10490847" y="2636"/>
                  </a:lnTo>
                  <a:lnTo>
                    <a:pt x="10504098" y="754"/>
                  </a:lnTo>
                  <a:lnTo>
                    <a:pt x="10509196" y="87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40" name="pl1540"/>
            <p:cNvSpPr/>
            <p:nvPr/>
          </p:nvSpPr>
          <p:spPr>
            <a:xfrm>
              <a:off x="4799595" y="4342276"/>
              <a:ext cx="11981298" cy="6088883"/>
            </a:xfrm>
            <a:custGeom>
              <a:avLst/>
              <a:pathLst>
                <a:path w="11981298" h="6088883">
                  <a:moveTo>
                    <a:pt x="11981298" y="0"/>
                  </a:moveTo>
                  <a:lnTo>
                    <a:pt x="10509911" y="0"/>
                  </a:lnTo>
                  <a:lnTo>
                    <a:pt x="10509100" y="99"/>
                  </a:lnTo>
                  <a:lnTo>
                    <a:pt x="10503731" y="804"/>
                  </a:lnTo>
                  <a:lnTo>
                    <a:pt x="10490070" y="2751"/>
                  </a:lnTo>
                  <a:lnTo>
                    <a:pt x="10465329" y="6591"/>
                  </a:lnTo>
                  <a:lnTo>
                    <a:pt x="10427810" y="12950"/>
                  </a:lnTo>
                  <a:lnTo>
                    <a:pt x="10377020" y="22379"/>
                  </a:lnTo>
                  <a:lnTo>
                    <a:pt x="10313673" y="35310"/>
                  </a:lnTo>
                  <a:lnTo>
                    <a:pt x="10239526" y="52029"/>
                  </a:lnTo>
                  <a:lnTo>
                    <a:pt x="10157083" y="72674"/>
                  </a:lnTo>
                  <a:lnTo>
                    <a:pt x="10069210" y="97266"/>
                  </a:lnTo>
                  <a:lnTo>
                    <a:pt x="9978767" y="125749"/>
                  </a:lnTo>
                  <a:lnTo>
                    <a:pt x="9888318" y="158044"/>
                  </a:lnTo>
                  <a:lnTo>
                    <a:pt x="9799948" y="194097"/>
                  </a:lnTo>
                  <a:lnTo>
                    <a:pt x="9715191" y="233920"/>
                  </a:lnTo>
                  <a:lnTo>
                    <a:pt x="9635050" y="277613"/>
                  </a:lnTo>
                  <a:lnTo>
                    <a:pt x="9560059" y="325381"/>
                  </a:lnTo>
                  <a:lnTo>
                    <a:pt x="9490380" y="377541"/>
                  </a:lnTo>
                  <a:lnTo>
                    <a:pt x="9425893" y="434520"/>
                  </a:lnTo>
                  <a:lnTo>
                    <a:pt x="9366284" y="496848"/>
                  </a:lnTo>
                  <a:lnTo>
                    <a:pt x="9311109" y="565145"/>
                  </a:lnTo>
                  <a:lnTo>
                    <a:pt x="9259851" y="640096"/>
                  </a:lnTo>
                  <a:lnTo>
                    <a:pt x="9211960" y="722412"/>
                  </a:lnTo>
                  <a:lnTo>
                    <a:pt x="9166880" y="812770"/>
                  </a:lnTo>
                  <a:lnTo>
                    <a:pt x="9124082" y="911711"/>
                  </a:lnTo>
                  <a:lnTo>
                    <a:pt x="9084767" y="1014813"/>
                  </a:lnTo>
                  <a:lnTo>
                    <a:pt x="9057858" y="1092306"/>
                  </a:lnTo>
                  <a:lnTo>
                    <a:pt x="9031472" y="1173865"/>
                  </a:lnTo>
                  <a:lnTo>
                    <a:pt x="9005507" y="1259567"/>
                  </a:lnTo>
                  <a:lnTo>
                    <a:pt x="8979875" y="1349460"/>
                  </a:lnTo>
                  <a:lnTo>
                    <a:pt x="8954501" y="1443557"/>
                  </a:lnTo>
                  <a:lnTo>
                    <a:pt x="8929321" y="1541831"/>
                  </a:lnTo>
                  <a:lnTo>
                    <a:pt x="8904281" y="1644218"/>
                  </a:lnTo>
                  <a:lnTo>
                    <a:pt x="8879335" y="1750613"/>
                  </a:lnTo>
                  <a:lnTo>
                    <a:pt x="8854447" y="1860864"/>
                  </a:lnTo>
                  <a:lnTo>
                    <a:pt x="8829588" y="1974777"/>
                  </a:lnTo>
                  <a:lnTo>
                    <a:pt x="8804735" y="2092113"/>
                  </a:lnTo>
                  <a:lnTo>
                    <a:pt x="8779872" y="2212592"/>
                  </a:lnTo>
                  <a:lnTo>
                    <a:pt x="8754988" y="2335888"/>
                  </a:lnTo>
                  <a:lnTo>
                    <a:pt x="8730079" y="2461640"/>
                  </a:lnTo>
                  <a:lnTo>
                    <a:pt x="8705143" y="2589451"/>
                  </a:lnTo>
                  <a:lnTo>
                    <a:pt x="8680181" y="2718895"/>
                  </a:lnTo>
                  <a:lnTo>
                    <a:pt x="8655201" y="2849520"/>
                  </a:lnTo>
                  <a:lnTo>
                    <a:pt x="8630207" y="2980858"/>
                  </a:lnTo>
                  <a:lnTo>
                    <a:pt x="8605209" y="3112430"/>
                  </a:lnTo>
                  <a:lnTo>
                    <a:pt x="8580216" y="3243752"/>
                  </a:lnTo>
                  <a:lnTo>
                    <a:pt x="8555235" y="3374345"/>
                  </a:lnTo>
                  <a:lnTo>
                    <a:pt x="8530275" y="3503741"/>
                  </a:lnTo>
                  <a:lnTo>
                    <a:pt x="8505339" y="3631490"/>
                  </a:lnTo>
                  <a:lnTo>
                    <a:pt x="8480431" y="3757166"/>
                  </a:lnTo>
                  <a:lnTo>
                    <a:pt x="8455549" y="3880374"/>
                  </a:lnTo>
                  <a:lnTo>
                    <a:pt x="8430686" y="4000752"/>
                  </a:lnTo>
                  <a:lnTo>
                    <a:pt x="8405833" y="4117978"/>
                  </a:lnTo>
                  <a:lnTo>
                    <a:pt x="8380973" y="4231772"/>
                  </a:lnTo>
                  <a:lnTo>
                    <a:pt x="8356084" y="4341897"/>
                  </a:lnTo>
                  <a:lnTo>
                    <a:pt x="8331136" y="4448159"/>
                  </a:lnTo>
                  <a:lnTo>
                    <a:pt x="8306091" y="4550410"/>
                  </a:lnTo>
                  <a:lnTo>
                    <a:pt x="8280906" y="4648545"/>
                  </a:lnTo>
                  <a:lnTo>
                    <a:pt x="8255524" y="4742501"/>
                  </a:lnTo>
                  <a:lnTo>
                    <a:pt x="8229883" y="4832253"/>
                  </a:lnTo>
                  <a:lnTo>
                    <a:pt x="8203905" y="4917816"/>
                  </a:lnTo>
                  <a:lnTo>
                    <a:pt x="8177503" y="4999237"/>
                  </a:lnTo>
                  <a:lnTo>
                    <a:pt x="8151487" y="5074069"/>
                  </a:lnTo>
                  <a:lnTo>
                    <a:pt x="8110421" y="5181484"/>
                  </a:lnTo>
                  <a:lnTo>
                    <a:pt x="8067538" y="5280058"/>
                  </a:lnTo>
                  <a:lnTo>
                    <a:pt x="8022352" y="5370068"/>
                  </a:lnTo>
                  <a:lnTo>
                    <a:pt x="7974331" y="5452062"/>
                  </a:lnTo>
                  <a:lnTo>
                    <a:pt x="7922920" y="5526721"/>
                  </a:lnTo>
                  <a:lnTo>
                    <a:pt x="7867570" y="5594755"/>
                  </a:lnTo>
                  <a:lnTo>
                    <a:pt x="7807765" y="5656848"/>
                  </a:lnTo>
                  <a:lnTo>
                    <a:pt x="7743066" y="5713616"/>
                  </a:lnTo>
                  <a:lnTo>
                    <a:pt x="7673166" y="5765584"/>
                  </a:lnTo>
                  <a:lnTo>
                    <a:pt x="7597954" y="5813176"/>
                  </a:lnTo>
                  <a:lnTo>
                    <a:pt x="7517606" y="5856703"/>
                  </a:lnTo>
                  <a:lnTo>
                    <a:pt x="7432675" y="5896367"/>
                  </a:lnTo>
                  <a:lnTo>
                    <a:pt x="7344183" y="5932265"/>
                  </a:lnTo>
                  <a:lnTo>
                    <a:pt x="7253689" y="5964402"/>
                  </a:lnTo>
                  <a:lnTo>
                    <a:pt x="7163300" y="5992723"/>
                  </a:lnTo>
                  <a:lnTo>
                    <a:pt x="7075595" y="6017151"/>
                  </a:lnTo>
                  <a:lnTo>
                    <a:pt x="6993442" y="6037631"/>
                  </a:lnTo>
                  <a:lnTo>
                    <a:pt x="6919701" y="6054187"/>
                  </a:lnTo>
                  <a:lnTo>
                    <a:pt x="6856850" y="6066965"/>
                  </a:lnTo>
                  <a:lnTo>
                    <a:pt x="6806609" y="6076256"/>
                  </a:lnTo>
                  <a:lnTo>
                    <a:pt x="6769642" y="6082498"/>
                  </a:lnTo>
                  <a:lnTo>
                    <a:pt x="6745407" y="6086246"/>
                  </a:lnTo>
                  <a:lnTo>
                    <a:pt x="6732155" y="6088129"/>
                  </a:lnTo>
                  <a:lnTo>
                    <a:pt x="6727058" y="6088796"/>
                  </a:lnTo>
                  <a:lnTo>
                    <a:pt x="6726343" y="6088883"/>
                  </a:lnTo>
                  <a:lnTo>
                    <a:pt x="5254955" y="6088883"/>
                  </a:lnTo>
                  <a:lnTo>
                    <a:pt x="5253726" y="6088862"/>
                  </a:lnTo>
                  <a:lnTo>
                    <a:pt x="5245659" y="6088714"/>
                  </a:lnTo>
                  <a:lnTo>
                    <a:pt x="5225372" y="6088305"/>
                  </a:lnTo>
                  <a:lnTo>
                    <a:pt x="5189221" y="6087499"/>
                  </a:lnTo>
                  <a:lnTo>
                    <a:pt x="5135581" y="6086174"/>
                  </a:lnTo>
                  <a:lnTo>
                    <a:pt x="5064961" y="6084231"/>
                  </a:lnTo>
                  <a:lnTo>
                    <a:pt x="4979791" y="6081604"/>
                  </a:lnTo>
                  <a:lnTo>
                    <a:pt x="4883853" y="6078264"/>
                  </a:lnTo>
                  <a:lnTo>
                    <a:pt x="4781531" y="6074210"/>
                  </a:lnTo>
                  <a:lnTo>
                    <a:pt x="4677086" y="6069454"/>
                  </a:lnTo>
                  <a:lnTo>
                    <a:pt x="4574126" y="6064012"/>
                  </a:lnTo>
                  <a:lnTo>
                    <a:pt x="4475340" y="6057888"/>
                  </a:lnTo>
                  <a:lnTo>
                    <a:pt x="4382463" y="6051065"/>
                  </a:lnTo>
                  <a:lnTo>
                    <a:pt x="4296389" y="6043503"/>
                  </a:lnTo>
                  <a:lnTo>
                    <a:pt x="4217346" y="6035135"/>
                  </a:lnTo>
                  <a:lnTo>
                    <a:pt x="4145090" y="6025868"/>
                  </a:lnTo>
                  <a:lnTo>
                    <a:pt x="4079065" y="6015583"/>
                  </a:lnTo>
                  <a:lnTo>
                    <a:pt x="4018531" y="6004143"/>
                  </a:lnTo>
                  <a:lnTo>
                    <a:pt x="3962661" y="5991402"/>
                  </a:lnTo>
                  <a:lnTo>
                    <a:pt x="3910609" y="5977215"/>
                  </a:lnTo>
                  <a:lnTo>
                    <a:pt x="3861564" y="5961470"/>
                  </a:lnTo>
                  <a:lnTo>
                    <a:pt x="3829811" y="5949942"/>
                  </a:lnTo>
                  <a:lnTo>
                    <a:pt x="3777610" y="5928644"/>
                  </a:lnTo>
                  <a:lnTo>
                    <a:pt x="3727052" y="5905176"/>
                  </a:lnTo>
                  <a:lnTo>
                    <a:pt x="3677515" y="5879505"/>
                  </a:lnTo>
                  <a:lnTo>
                    <a:pt x="3628546" y="5851675"/>
                  </a:lnTo>
                  <a:lnTo>
                    <a:pt x="3579827" y="5821811"/>
                  </a:lnTo>
                  <a:lnTo>
                    <a:pt x="3531154" y="5790127"/>
                  </a:lnTo>
                  <a:lnTo>
                    <a:pt x="3482416" y="5756923"/>
                  </a:lnTo>
                  <a:lnTo>
                    <a:pt x="3433576" y="5722580"/>
                  </a:lnTo>
                  <a:lnTo>
                    <a:pt x="3384656" y="5687539"/>
                  </a:lnTo>
                  <a:lnTo>
                    <a:pt x="3335708" y="5652280"/>
                  </a:lnTo>
                  <a:lnTo>
                    <a:pt x="3286795" y="5617299"/>
                  </a:lnTo>
                  <a:lnTo>
                    <a:pt x="3237968" y="5583072"/>
                  </a:lnTo>
                  <a:lnTo>
                    <a:pt x="3189240" y="5550035"/>
                  </a:lnTo>
                  <a:lnTo>
                    <a:pt x="3140569" y="5518559"/>
                  </a:lnTo>
                  <a:lnTo>
                    <a:pt x="3091833" y="5488934"/>
                  </a:lnTo>
                  <a:lnTo>
                    <a:pt x="3042814" y="5461362"/>
                  </a:lnTo>
                  <a:lnTo>
                    <a:pt x="2993180" y="5435960"/>
                  </a:lnTo>
                  <a:lnTo>
                    <a:pt x="2942458" y="5412760"/>
                  </a:lnTo>
                  <a:lnTo>
                    <a:pt x="2896531" y="5394178"/>
                  </a:lnTo>
                  <a:lnTo>
                    <a:pt x="2849097" y="5377350"/>
                  </a:lnTo>
                  <a:lnTo>
                    <a:pt x="2799158" y="5362121"/>
                  </a:lnTo>
                  <a:lnTo>
                    <a:pt x="2745955" y="5348419"/>
                  </a:lnTo>
                  <a:lnTo>
                    <a:pt x="2688661" y="5336118"/>
                  </a:lnTo>
                  <a:lnTo>
                    <a:pt x="2626427" y="5325071"/>
                  </a:lnTo>
                  <a:lnTo>
                    <a:pt x="2558448" y="5315131"/>
                  </a:lnTo>
                  <a:lnTo>
                    <a:pt x="2484032" y="5306168"/>
                  </a:lnTo>
                  <a:lnTo>
                    <a:pt x="2402708" y="5298071"/>
                  </a:lnTo>
                  <a:lnTo>
                    <a:pt x="2314366" y="5290756"/>
                  </a:lnTo>
                  <a:lnTo>
                    <a:pt x="2219430" y="5284164"/>
                  </a:lnTo>
                  <a:lnTo>
                    <a:pt x="2119050" y="5278263"/>
                  </a:lnTo>
                  <a:lnTo>
                    <a:pt x="2015264" y="5273043"/>
                  </a:lnTo>
                  <a:lnTo>
                    <a:pt x="1911074" y="5268513"/>
                  </a:lnTo>
                  <a:lnTo>
                    <a:pt x="1810344" y="5264690"/>
                  </a:lnTo>
                  <a:lnTo>
                    <a:pt x="1717443" y="5261584"/>
                  </a:lnTo>
                  <a:lnTo>
                    <a:pt x="1636645" y="5259185"/>
                  </a:lnTo>
                  <a:lnTo>
                    <a:pt x="1571370" y="5257451"/>
                  </a:lnTo>
                  <a:lnTo>
                    <a:pt x="1523469" y="5256308"/>
                  </a:lnTo>
                  <a:lnTo>
                    <a:pt x="1492764" y="5255645"/>
                  </a:lnTo>
                  <a:lnTo>
                    <a:pt x="1476944" y="5255336"/>
                  </a:lnTo>
                  <a:lnTo>
                    <a:pt x="1471771" y="5255244"/>
                  </a:lnTo>
                  <a:lnTo>
                    <a:pt x="1471387" y="5255237"/>
                  </a:lnTo>
                  <a:lnTo>
                    <a:pt x="0" y="525523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41" name="pg1541"/>
            <p:cNvSpPr/>
            <p:nvPr/>
          </p:nvSpPr>
          <p:spPr>
            <a:xfrm>
              <a:off x="4799595" y="5756205"/>
              <a:ext cx="11981298" cy="3669676"/>
            </a:xfrm>
            <a:custGeom>
              <a:avLst/>
              <a:pathLst>
                <a:path w="11981298" h="3669676">
                  <a:moveTo>
                    <a:pt x="0" y="3669676"/>
                  </a:moveTo>
                  <a:lnTo>
                    <a:pt x="1471387" y="3669676"/>
                  </a:lnTo>
                  <a:lnTo>
                    <a:pt x="1472514" y="3669604"/>
                  </a:lnTo>
                  <a:lnTo>
                    <a:pt x="1479923" y="3669091"/>
                  </a:lnTo>
                  <a:lnTo>
                    <a:pt x="1498606" y="3667675"/>
                  </a:lnTo>
                  <a:lnTo>
                    <a:pt x="1532024" y="3664887"/>
                  </a:lnTo>
                  <a:lnTo>
                    <a:pt x="1581864" y="3660292"/>
                  </a:lnTo>
                  <a:lnTo>
                    <a:pt x="1647909" y="3653535"/>
                  </a:lnTo>
                  <a:lnTo>
                    <a:pt x="1728188" y="3644372"/>
                  </a:lnTo>
                  <a:lnTo>
                    <a:pt x="1819416" y="3632676"/>
                  </a:lnTo>
                  <a:lnTo>
                    <a:pt x="1917636" y="3618425"/>
                  </a:lnTo>
                  <a:lnTo>
                    <a:pt x="2018864" y="3601658"/>
                  </a:lnTo>
                  <a:lnTo>
                    <a:pt x="2119595" y="3582430"/>
                  </a:lnTo>
                  <a:lnTo>
                    <a:pt x="2217100" y="3560769"/>
                  </a:lnTo>
                  <a:lnTo>
                    <a:pt x="2309503" y="3536647"/>
                  </a:lnTo>
                  <a:lnTo>
                    <a:pt x="2395726" y="3509956"/>
                  </a:lnTo>
                  <a:lnTo>
                    <a:pt x="2475343" y="3480499"/>
                  </a:lnTo>
                  <a:lnTo>
                    <a:pt x="2548415" y="3447989"/>
                  </a:lnTo>
                  <a:lnTo>
                    <a:pt x="2615342" y="3412055"/>
                  </a:lnTo>
                  <a:lnTo>
                    <a:pt x="2676731" y="3372252"/>
                  </a:lnTo>
                  <a:lnTo>
                    <a:pt x="2733309" y="3328084"/>
                  </a:lnTo>
                  <a:lnTo>
                    <a:pt x="2785847" y="3279037"/>
                  </a:lnTo>
                  <a:lnTo>
                    <a:pt x="2835114" y="3224644"/>
                  </a:lnTo>
                  <a:lnTo>
                    <a:pt x="2881825" y="3164586"/>
                  </a:lnTo>
                  <a:lnTo>
                    <a:pt x="2896531" y="3143880"/>
                  </a:lnTo>
                  <a:lnTo>
                    <a:pt x="2932608" y="3089372"/>
                  </a:lnTo>
                  <a:lnTo>
                    <a:pt x="2967803" y="3031025"/>
                  </a:lnTo>
                  <a:lnTo>
                    <a:pt x="3002348" y="2968760"/>
                  </a:lnTo>
                  <a:lnTo>
                    <a:pt x="3036428" y="2902556"/>
                  </a:lnTo>
                  <a:lnTo>
                    <a:pt x="3070196" y="2832454"/>
                  </a:lnTo>
                  <a:lnTo>
                    <a:pt x="3103771" y="2758566"/>
                  </a:lnTo>
                  <a:lnTo>
                    <a:pt x="3137244" y="2681075"/>
                  </a:lnTo>
                  <a:lnTo>
                    <a:pt x="3170684" y="2600241"/>
                  </a:lnTo>
                  <a:lnTo>
                    <a:pt x="3204134" y="2516397"/>
                  </a:lnTo>
                  <a:lnTo>
                    <a:pt x="3237623" y="2429948"/>
                  </a:lnTo>
                  <a:lnTo>
                    <a:pt x="3271159" y="2341363"/>
                  </a:lnTo>
                  <a:lnTo>
                    <a:pt x="3304742" y="2251166"/>
                  </a:lnTo>
                  <a:lnTo>
                    <a:pt x="3338358" y="2159925"/>
                  </a:lnTo>
                  <a:lnTo>
                    <a:pt x="3371990" y="2068235"/>
                  </a:lnTo>
                  <a:lnTo>
                    <a:pt x="3405616" y="1976706"/>
                  </a:lnTo>
                  <a:lnTo>
                    <a:pt x="3439217" y="1885939"/>
                  </a:lnTo>
                  <a:lnTo>
                    <a:pt x="3472777" y="1796519"/>
                  </a:lnTo>
                  <a:lnTo>
                    <a:pt x="3506287" y="1708992"/>
                  </a:lnTo>
                  <a:lnTo>
                    <a:pt x="3539754" y="1623854"/>
                  </a:lnTo>
                  <a:lnTo>
                    <a:pt x="3573194" y="1541543"/>
                  </a:lnTo>
                  <a:lnTo>
                    <a:pt x="3606644" y="1462425"/>
                  </a:lnTo>
                  <a:lnTo>
                    <a:pt x="3640161" y="1386796"/>
                  </a:lnTo>
                  <a:lnTo>
                    <a:pt x="3673824" y="1314875"/>
                  </a:lnTo>
                  <a:lnTo>
                    <a:pt x="3707739" y="1246808"/>
                  </a:lnTo>
                  <a:lnTo>
                    <a:pt x="3742042" y="1182669"/>
                  </a:lnTo>
                  <a:lnTo>
                    <a:pt x="3776902" y="1122465"/>
                  </a:lnTo>
                  <a:lnTo>
                    <a:pt x="3812528" y="1066145"/>
                  </a:lnTo>
                  <a:lnTo>
                    <a:pt x="3829811" y="1040695"/>
                  </a:lnTo>
                  <a:lnTo>
                    <a:pt x="3875832" y="978778"/>
                  </a:lnTo>
                  <a:lnTo>
                    <a:pt x="3924196" y="922572"/>
                  </a:lnTo>
                  <a:lnTo>
                    <a:pt x="3975591" y="871837"/>
                  </a:lnTo>
                  <a:lnTo>
                    <a:pt x="4030773" y="826142"/>
                  </a:lnTo>
                  <a:lnTo>
                    <a:pt x="4090519" y="784980"/>
                  </a:lnTo>
                  <a:lnTo>
                    <a:pt x="4155575" y="747844"/>
                  </a:lnTo>
                  <a:lnTo>
                    <a:pt x="4226599" y="714268"/>
                  </a:lnTo>
                  <a:lnTo>
                    <a:pt x="4304067" y="683856"/>
                  </a:lnTo>
                  <a:lnTo>
                    <a:pt x="4388168" y="656293"/>
                  </a:lnTo>
                  <a:lnTo>
                    <a:pt x="4478650" y="631354"/>
                  </a:lnTo>
                  <a:lnTo>
                    <a:pt x="4574665" y="608903"/>
                  </a:lnTo>
                  <a:lnTo>
                    <a:pt x="4674608" y="588885"/>
                  </a:lnTo>
                  <a:lnTo>
                    <a:pt x="4776025" y="571314"/>
                  </a:lnTo>
                  <a:lnTo>
                    <a:pt x="4875642" y="556240"/>
                  </a:lnTo>
                  <a:lnTo>
                    <a:pt x="4969585" y="543715"/>
                  </a:lnTo>
                  <a:lnTo>
                    <a:pt x="5053820" y="533738"/>
                  </a:lnTo>
                  <a:lnTo>
                    <a:pt x="5124772" y="526222"/>
                  </a:lnTo>
                  <a:lnTo>
                    <a:pt x="5179982" y="520960"/>
                  </a:lnTo>
                  <a:lnTo>
                    <a:pt x="5218633" y="517631"/>
                  </a:lnTo>
                  <a:lnTo>
                    <a:pt x="5241796" y="515820"/>
                  </a:lnTo>
                  <a:lnTo>
                    <a:pt x="5252384" y="515066"/>
                  </a:lnTo>
                  <a:lnTo>
                    <a:pt x="5254955" y="514898"/>
                  </a:lnTo>
                  <a:lnTo>
                    <a:pt x="6726343" y="514898"/>
                  </a:lnTo>
                  <a:lnTo>
                    <a:pt x="6727577" y="514886"/>
                  </a:lnTo>
                  <a:lnTo>
                    <a:pt x="6735679" y="514795"/>
                  </a:lnTo>
                  <a:lnTo>
                    <a:pt x="6756050" y="514545"/>
                  </a:lnTo>
                  <a:lnTo>
                    <a:pt x="6792344" y="514053"/>
                  </a:lnTo>
                  <a:lnTo>
                    <a:pt x="6846182" y="513244"/>
                  </a:lnTo>
                  <a:lnTo>
                    <a:pt x="6917039" y="512058"/>
                  </a:lnTo>
                  <a:lnTo>
                    <a:pt x="7002459" y="510455"/>
                  </a:lnTo>
                  <a:lnTo>
                    <a:pt x="7098636" y="508417"/>
                  </a:lnTo>
                  <a:lnTo>
                    <a:pt x="7201162" y="505943"/>
                  </a:lnTo>
                  <a:lnTo>
                    <a:pt x="7305764" y="503042"/>
                  </a:lnTo>
                  <a:lnTo>
                    <a:pt x="7408830" y="499723"/>
                  </a:lnTo>
                  <a:lnTo>
                    <a:pt x="7507674" y="495988"/>
                  </a:lnTo>
                  <a:lnTo>
                    <a:pt x="7600567" y="491826"/>
                  </a:lnTo>
                  <a:lnTo>
                    <a:pt x="7686629" y="487214"/>
                  </a:lnTo>
                  <a:lnTo>
                    <a:pt x="7765638" y="482108"/>
                  </a:lnTo>
                  <a:lnTo>
                    <a:pt x="7837851" y="476453"/>
                  </a:lnTo>
                  <a:lnTo>
                    <a:pt x="7903831" y="470176"/>
                  </a:lnTo>
                  <a:lnTo>
                    <a:pt x="7964322" y="463193"/>
                  </a:lnTo>
                  <a:lnTo>
                    <a:pt x="8020158" y="455413"/>
                  </a:lnTo>
                  <a:lnTo>
                    <a:pt x="8072189" y="446751"/>
                  </a:lnTo>
                  <a:lnTo>
                    <a:pt x="8121228" y="437136"/>
                  </a:lnTo>
                  <a:lnTo>
                    <a:pt x="8151487" y="430444"/>
                  </a:lnTo>
                  <a:lnTo>
                    <a:pt x="8206050" y="416869"/>
                  </a:lnTo>
                  <a:lnTo>
                    <a:pt x="8258851" y="401850"/>
                  </a:lnTo>
                  <a:lnTo>
                    <a:pt x="8310585" y="385365"/>
                  </a:lnTo>
                  <a:lnTo>
                    <a:pt x="8361753" y="367453"/>
                  </a:lnTo>
                  <a:lnTo>
                    <a:pt x="8412696" y="348210"/>
                  </a:lnTo>
                  <a:lnTo>
                    <a:pt x="8463625" y="327798"/>
                  </a:lnTo>
                  <a:lnTo>
                    <a:pt x="8514642" y="306441"/>
                  </a:lnTo>
                  <a:lnTo>
                    <a:pt x="8565768" y="284417"/>
                  </a:lnTo>
                  <a:lnTo>
                    <a:pt x="8616965" y="262045"/>
                  </a:lnTo>
                  <a:lnTo>
                    <a:pt x="8668162" y="239664"/>
                  </a:lnTo>
                  <a:lnTo>
                    <a:pt x="8719293" y="217617"/>
                  </a:lnTo>
                  <a:lnTo>
                    <a:pt x="8770315" y="196223"/>
                  </a:lnTo>
                  <a:lnTo>
                    <a:pt x="8821247" y="175763"/>
                  </a:lnTo>
                  <a:lnTo>
                    <a:pt x="8872185" y="156463"/>
                  </a:lnTo>
                  <a:lnTo>
                    <a:pt x="8923337" y="138488"/>
                  </a:lnTo>
                  <a:lnTo>
                    <a:pt x="8975036" y="121938"/>
                  </a:lnTo>
                  <a:lnTo>
                    <a:pt x="9027774" y="106851"/>
                  </a:lnTo>
                  <a:lnTo>
                    <a:pt x="9082240" y="93212"/>
                  </a:lnTo>
                  <a:lnTo>
                    <a:pt x="9084767" y="92627"/>
                  </a:lnTo>
                  <a:lnTo>
                    <a:pt x="9132273" y="82383"/>
                  </a:lnTo>
                  <a:lnTo>
                    <a:pt x="9182293" y="73115"/>
                  </a:lnTo>
                  <a:lnTo>
                    <a:pt x="9235589" y="64777"/>
                  </a:lnTo>
                  <a:lnTo>
                    <a:pt x="9292993" y="57293"/>
                  </a:lnTo>
                  <a:lnTo>
                    <a:pt x="9355355" y="50573"/>
                  </a:lnTo>
                  <a:lnTo>
                    <a:pt x="9423485" y="44527"/>
                  </a:lnTo>
                  <a:lnTo>
                    <a:pt x="9498078" y="39076"/>
                  </a:lnTo>
                  <a:lnTo>
                    <a:pt x="9579602" y="34153"/>
                  </a:lnTo>
                  <a:lnTo>
                    <a:pt x="9668163" y="29706"/>
                  </a:lnTo>
                  <a:lnTo>
                    <a:pt x="9763327" y="25699"/>
                  </a:lnTo>
                  <a:lnTo>
                    <a:pt x="9863928" y="22113"/>
                  </a:lnTo>
                  <a:lnTo>
                    <a:pt x="9967903" y="18942"/>
                  </a:lnTo>
                  <a:lnTo>
                    <a:pt x="10072221" y="16193"/>
                  </a:lnTo>
                  <a:lnTo>
                    <a:pt x="10172987" y="13875"/>
                  </a:lnTo>
                  <a:lnTo>
                    <a:pt x="10265807" y="11993"/>
                  </a:lnTo>
                  <a:lnTo>
                    <a:pt x="10346400" y="10542"/>
                  </a:lnTo>
                  <a:lnTo>
                    <a:pt x="10411359" y="9496"/>
                  </a:lnTo>
                  <a:lnTo>
                    <a:pt x="10458870" y="8809"/>
                  </a:lnTo>
                  <a:lnTo>
                    <a:pt x="10489171" y="8413"/>
                  </a:lnTo>
                  <a:lnTo>
                    <a:pt x="10504636" y="8229"/>
                  </a:lnTo>
                  <a:lnTo>
                    <a:pt x="10509577" y="8176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8676" y="12"/>
                  </a:lnTo>
                  <a:lnTo>
                    <a:pt x="10500574" y="103"/>
                  </a:lnTo>
                  <a:lnTo>
                    <a:pt x="10480203" y="353"/>
                  </a:lnTo>
                  <a:lnTo>
                    <a:pt x="10443909" y="844"/>
                  </a:lnTo>
                  <a:lnTo>
                    <a:pt x="10390071" y="1653"/>
                  </a:lnTo>
                  <a:lnTo>
                    <a:pt x="10319215" y="2840"/>
                  </a:lnTo>
                  <a:lnTo>
                    <a:pt x="10233794" y="4443"/>
                  </a:lnTo>
                  <a:lnTo>
                    <a:pt x="10137618" y="6481"/>
                  </a:lnTo>
                  <a:lnTo>
                    <a:pt x="10035092" y="8955"/>
                  </a:lnTo>
                  <a:lnTo>
                    <a:pt x="9930489" y="11856"/>
                  </a:lnTo>
                  <a:lnTo>
                    <a:pt x="9827423" y="15175"/>
                  </a:lnTo>
                  <a:lnTo>
                    <a:pt x="9728579" y="18910"/>
                  </a:lnTo>
                  <a:lnTo>
                    <a:pt x="9635686" y="23072"/>
                  </a:lnTo>
                  <a:lnTo>
                    <a:pt x="9549625" y="27684"/>
                  </a:lnTo>
                  <a:lnTo>
                    <a:pt x="9470615" y="32789"/>
                  </a:lnTo>
                  <a:lnTo>
                    <a:pt x="9398402" y="38445"/>
                  </a:lnTo>
                  <a:lnTo>
                    <a:pt x="9332423" y="44722"/>
                  </a:lnTo>
                  <a:lnTo>
                    <a:pt x="9271931" y="51705"/>
                  </a:lnTo>
                  <a:lnTo>
                    <a:pt x="9216095" y="59484"/>
                  </a:lnTo>
                  <a:lnTo>
                    <a:pt x="9164064" y="68147"/>
                  </a:lnTo>
                  <a:lnTo>
                    <a:pt x="9115025" y="77762"/>
                  </a:lnTo>
                  <a:lnTo>
                    <a:pt x="9084767" y="84454"/>
                  </a:lnTo>
                  <a:lnTo>
                    <a:pt x="9030203" y="98028"/>
                  </a:lnTo>
                  <a:lnTo>
                    <a:pt x="8977402" y="113048"/>
                  </a:lnTo>
                  <a:lnTo>
                    <a:pt x="8925668" y="129532"/>
                  </a:lnTo>
                  <a:lnTo>
                    <a:pt x="8874500" y="147445"/>
                  </a:lnTo>
                  <a:lnTo>
                    <a:pt x="8823557" y="166687"/>
                  </a:lnTo>
                  <a:lnTo>
                    <a:pt x="8772629" y="187100"/>
                  </a:lnTo>
                  <a:lnTo>
                    <a:pt x="8721611" y="208457"/>
                  </a:lnTo>
                  <a:lnTo>
                    <a:pt x="8670485" y="230481"/>
                  </a:lnTo>
                  <a:lnTo>
                    <a:pt x="8619289" y="252853"/>
                  </a:lnTo>
                  <a:lnTo>
                    <a:pt x="8568091" y="275234"/>
                  </a:lnTo>
                  <a:lnTo>
                    <a:pt x="8516960" y="297281"/>
                  </a:lnTo>
                  <a:lnTo>
                    <a:pt x="8465938" y="318675"/>
                  </a:lnTo>
                  <a:lnTo>
                    <a:pt x="8415007" y="339135"/>
                  </a:lnTo>
                  <a:lnTo>
                    <a:pt x="8364068" y="358435"/>
                  </a:lnTo>
                  <a:lnTo>
                    <a:pt x="8312917" y="376410"/>
                  </a:lnTo>
                  <a:lnTo>
                    <a:pt x="8261218" y="392960"/>
                  </a:lnTo>
                  <a:lnTo>
                    <a:pt x="8208479" y="408046"/>
                  </a:lnTo>
                  <a:lnTo>
                    <a:pt x="8154013" y="421686"/>
                  </a:lnTo>
                  <a:lnTo>
                    <a:pt x="8151487" y="422271"/>
                  </a:lnTo>
                  <a:lnTo>
                    <a:pt x="8103980" y="432515"/>
                  </a:lnTo>
                  <a:lnTo>
                    <a:pt x="8053960" y="441783"/>
                  </a:lnTo>
                  <a:lnTo>
                    <a:pt x="8000664" y="450121"/>
                  </a:lnTo>
                  <a:lnTo>
                    <a:pt x="7943261" y="457605"/>
                  </a:lnTo>
                  <a:lnTo>
                    <a:pt x="7880899" y="464325"/>
                  </a:lnTo>
                  <a:lnTo>
                    <a:pt x="7812768" y="470371"/>
                  </a:lnTo>
                  <a:lnTo>
                    <a:pt x="7738175" y="475822"/>
                  </a:lnTo>
                  <a:lnTo>
                    <a:pt x="7656651" y="480745"/>
                  </a:lnTo>
                  <a:lnTo>
                    <a:pt x="7568090" y="485192"/>
                  </a:lnTo>
                  <a:lnTo>
                    <a:pt x="7472926" y="489199"/>
                  </a:lnTo>
                  <a:lnTo>
                    <a:pt x="7372325" y="492785"/>
                  </a:lnTo>
                  <a:lnTo>
                    <a:pt x="7268350" y="495956"/>
                  </a:lnTo>
                  <a:lnTo>
                    <a:pt x="7164033" y="498705"/>
                  </a:lnTo>
                  <a:lnTo>
                    <a:pt x="7063267" y="501023"/>
                  </a:lnTo>
                  <a:lnTo>
                    <a:pt x="6970446" y="502905"/>
                  </a:lnTo>
                  <a:lnTo>
                    <a:pt x="6889853" y="504356"/>
                  </a:lnTo>
                  <a:lnTo>
                    <a:pt x="6824894" y="505402"/>
                  </a:lnTo>
                  <a:lnTo>
                    <a:pt x="6777383" y="506089"/>
                  </a:lnTo>
                  <a:lnTo>
                    <a:pt x="6747083" y="506485"/>
                  </a:lnTo>
                  <a:lnTo>
                    <a:pt x="6731617" y="506669"/>
                  </a:lnTo>
                  <a:lnTo>
                    <a:pt x="6726676" y="506722"/>
                  </a:lnTo>
                  <a:lnTo>
                    <a:pt x="6726343" y="506725"/>
                  </a:lnTo>
                  <a:lnTo>
                    <a:pt x="5254955" y="506725"/>
                  </a:lnTo>
                  <a:lnTo>
                    <a:pt x="5253828" y="506797"/>
                  </a:lnTo>
                  <a:lnTo>
                    <a:pt x="5246419" y="507310"/>
                  </a:lnTo>
                  <a:lnTo>
                    <a:pt x="5227736" y="508726"/>
                  </a:lnTo>
                  <a:lnTo>
                    <a:pt x="5194318" y="511514"/>
                  </a:lnTo>
                  <a:lnTo>
                    <a:pt x="5144478" y="516109"/>
                  </a:lnTo>
                  <a:lnTo>
                    <a:pt x="5078433" y="522866"/>
                  </a:lnTo>
                  <a:lnTo>
                    <a:pt x="4998155" y="532029"/>
                  </a:lnTo>
                  <a:lnTo>
                    <a:pt x="4906927" y="543725"/>
                  </a:lnTo>
                  <a:lnTo>
                    <a:pt x="4808706" y="557976"/>
                  </a:lnTo>
                  <a:lnTo>
                    <a:pt x="4707479" y="574743"/>
                  </a:lnTo>
                  <a:lnTo>
                    <a:pt x="4606747" y="593972"/>
                  </a:lnTo>
                  <a:lnTo>
                    <a:pt x="4509242" y="615632"/>
                  </a:lnTo>
                  <a:lnTo>
                    <a:pt x="4416839" y="639754"/>
                  </a:lnTo>
                  <a:lnTo>
                    <a:pt x="4330616" y="666445"/>
                  </a:lnTo>
                  <a:lnTo>
                    <a:pt x="4250999" y="695903"/>
                  </a:lnTo>
                  <a:lnTo>
                    <a:pt x="4177927" y="728413"/>
                  </a:lnTo>
                  <a:lnTo>
                    <a:pt x="4111000" y="764346"/>
                  </a:lnTo>
                  <a:lnTo>
                    <a:pt x="4049611" y="804149"/>
                  </a:lnTo>
                  <a:lnTo>
                    <a:pt x="3993034" y="848317"/>
                  </a:lnTo>
                  <a:lnTo>
                    <a:pt x="3940495" y="897364"/>
                  </a:lnTo>
                  <a:lnTo>
                    <a:pt x="3891228" y="951758"/>
                  </a:lnTo>
                  <a:lnTo>
                    <a:pt x="3844517" y="1011815"/>
                  </a:lnTo>
                  <a:lnTo>
                    <a:pt x="3829811" y="1032522"/>
                  </a:lnTo>
                  <a:lnTo>
                    <a:pt x="3793734" y="1087029"/>
                  </a:lnTo>
                  <a:lnTo>
                    <a:pt x="3758539" y="1145376"/>
                  </a:lnTo>
                  <a:lnTo>
                    <a:pt x="3723995" y="1207641"/>
                  </a:lnTo>
                  <a:lnTo>
                    <a:pt x="3689914" y="1273845"/>
                  </a:lnTo>
                  <a:lnTo>
                    <a:pt x="3656146" y="1343947"/>
                  </a:lnTo>
                  <a:lnTo>
                    <a:pt x="3622571" y="1417835"/>
                  </a:lnTo>
                  <a:lnTo>
                    <a:pt x="3589098" y="1495326"/>
                  </a:lnTo>
                  <a:lnTo>
                    <a:pt x="3555658" y="1576160"/>
                  </a:lnTo>
                  <a:lnTo>
                    <a:pt x="3522208" y="1660004"/>
                  </a:lnTo>
                  <a:lnTo>
                    <a:pt x="3488719" y="1746453"/>
                  </a:lnTo>
                  <a:lnTo>
                    <a:pt x="3455183" y="1835038"/>
                  </a:lnTo>
                  <a:lnTo>
                    <a:pt x="3421600" y="1925235"/>
                  </a:lnTo>
                  <a:lnTo>
                    <a:pt x="3387984" y="2016476"/>
                  </a:lnTo>
                  <a:lnTo>
                    <a:pt x="3354352" y="2108166"/>
                  </a:lnTo>
                  <a:lnTo>
                    <a:pt x="3320726" y="2199696"/>
                  </a:lnTo>
                  <a:lnTo>
                    <a:pt x="3287125" y="2290462"/>
                  </a:lnTo>
                  <a:lnTo>
                    <a:pt x="3253566" y="2379882"/>
                  </a:lnTo>
                  <a:lnTo>
                    <a:pt x="3220055" y="2467409"/>
                  </a:lnTo>
                  <a:lnTo>
                    <a:pt x="3186588" y="2552547"/>
                  </a:lnTo>
                  <a:lnTo>
                    <a:pt x="3153148" y="2634859"/>
                  </a:lnTo>
                  <a:lnTo>
                    <a:pt x="3119698" y="2713976"/>
                  </a:lnTo>
                  <a:lnTo>
                    <a:pt x="3086181" y="2789605"/>
                  </a:lnTo>
                  <a:lnTo>
                    <a:pt x="3052518" y="2861526"/>
                  </a:lnTo>
                  <a:lnTo>
                    <a:pt x="3018603" y="2929593"/>
                  </a:lnTo>
                  <a:lnTo>
                    <a:pt x="2984300" y="2993733"/>
                  </a:lnTo>
                  <a:lnTo>
                    <a:pt x="2949441" y="3053936"/>
                  </a:lnTo>
                  <a:lnTo>
                    <a:pt x="2913815" y="3110256"/>
                  </a:lnTo>
                  <a:lnTo>
                    <a:pt x="2896531" y="3135707"/>
                  </a:lnTo>
                  <a:lnTo>
                    <a:pt x="2850510" y="3197623"/>
                  </a:lnTo>
                  <a:lnTo>
                    <a:pt x="2802146" y="3253829"/>
                  </a:lnTo>
                  <a:lnTo>
                    <a:pt x="2750752" y="3304564"/>
                  </a:lnTo>
                  <a:lnTo>
                    <a:pt x="2695569" y="3350259"/>
                  </a:lnTo>
                  <a:lnTo>
                    <a:pt x="2635823" y="3391421"/>
                  </a:lnTo>
                  <a:lnTo>
                    <a:pt x="2570767" y="3428558"/>
                  </a:lnTo>
                  <a:lnTo>
                    <a:pt x="2499743" y="3462133"/>
                  </a:lnTo>
                  <a:lnTo>
                    <a:pt x="2422275" y="3492545"/>
                  </a:lnTo>
                  <a:lnTo>
                    <a:pt x="2338174" y="3520108"/>
                  </a:lnTo>
                  <a:lnTo>
                    <a:pt x="2247692" y="3545047"/>
                  </a:lnTo>
                  <a:lnTo>
                    <a:pt x="2151677" y="3567499"/>
                  </a:lnTo>
                  <a:lnTo>
                    <a:pt x="2051734" y="3587517"/>
                  </a:lnTo>
                  <a:lnTo>
                    <a:pt x="1950317" y="3605088"/>
                  </a:lnTo>
                  <a:lnTo>
                    <a:pt x="1850700" y="3620161"/>
                  </a:lnTo>
                  <a:lnTo>
                    <a:pt x="1756757" y="3632686"/>
                  </a:lnTo>
                  <a:lnTo>
                    <a:pt x="1672522" y="3642663"/>
                  </a:lnTo>
                  <a:lnTo>
                    <a:pt x="1601570" y="3650179"/>
                  </a:lnTo>
                  <a:lnTo>
                    <a:pt x="1546360" y="3655441"/>
                  </a:lnTo>
                  <a:lnTo>
                    <a:pt x="1507709" y="3658770"/>
                  </a:lnTo>
                  <a:lnTo>
                    <a:pt x="1484546" y="3660581"/>
                  </a:lnTo>
                  <a:lnTo>
                    <a:pt x="1473958" y="3661335"/>
                  </a:lnTo>
                  <a:lnTo>
                    <a:pt x="1471387" y="3661503"/>
                  </a:lnTo>
                  <a:lnTo>
                    <a:pt x="0" y="3661503"/>
                  </a:lnTo>
                  <a:close/>
                </a:path>
              </a:pathLst>
            </a:custGeom>
            <a:solidFill>
              <a:srgbClr val="8BC34A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542" name="pl1542"/>
            <p:cNvSpPr/>
            <p:nvPr/>
          </p:nvSpPr>
          <p:spPr>
            <a:xfrm>
              <a:off x="4799595" y="5764378"/>
              <a:ext cx="11981298" cy="3661503"/>
            </a:xfrm>
            <a:custGeom>
              <a:avLst/>
              <a:pathLst>
                <a:path w="11981298" h="3661503">
                  <a:moveTo>
                    <a:pt x="0" y="3661503"/>
                  </a:moveTo>
                  <a:lnTo>
                    <a:pt x="1471387" y="3661503"/>
                  </a:lnTo>
                  <a:lnTo>
                    <a:pt x="1472514" y="3661431"/>
                  </a:lnTo>
                  <a:lnTo>
                    <a:pt x="1479923" y="3660918"/>
                  </a:lnTo>
                  <a:lnTo>
                    <a:pt x="1498606" y="3659502"/>
                  </a:lnTo>
                  <a:lnTo>
                    <a:pt x="1532024" y="3656714"/>
                  </a:lnTo>
                  <a:lnTo>
                    <a:pt x="1581864" y="3652119"/>
                  </a:lnTo>
                  <a:lnTo>
                    <a:pt x="1647909" y="3645362"/>
                  </a:lnTo>
                  <a:lnTo>
                    <a:pt x="1728188" y="3636199"/>
                  </a:lnTo>
                  <a:lnTo>
                    <a:pt x="1819416" y="3624503"/>
                  </a:lnTo>
                  <a:lnTo>
                    <a:pt x="1917636" y="3610252"/>
                  </a:lnTo>
                  <a:lnTo>
                    <a:pt x="2018864" y="3593485"/>
                  </a:lnTo>
                  <a:lnTo>
                    <a:pt x="2119595" y="3574257"/>
                  </a:lnTo>
                  <a:lnTo>
                    <a:pt x="2217100" y="3552596"/>
                  </a:lnTo>
                  <a:lnTo>
                    <a:pt x="2309503" y="3528475"/>
                  </a:lnTo>
                  <a:lnTo>
                    <a:pt x="2395726" y="3501783"/>
                  </a:lnTo>
                  <a:lnTo>
                    <a:pt x="2475343" y="3472326"/>
                  </a:lnTo>
                  <a:lnTo>
                    <a:pt x="2548415" y="3439816"/>
                  </a:lnTo>
                  <a:lnTo>
                    <a:pt x="2615342" y="3403882"/>
                  </a:lnTo>
                  <a:lnTo>
                    <a:pt x="2676731" y="3364079"/>
                  </a:lnTo>
                  <a:lnTo>
                    <a:pt x="2733309" y="3319911"/>
                  </a:lnTo>
                  <a:lnTo>
                    <a:pt x="2785847" y="3270864"/>
                  </a:lnTo>
                  <a:lnTo>
                    <a:pt x="2835114" y="3216471"/>
                  </a:lnTo>
                  <a:lnTo>
                    <a:pt x="2881825" y="3156413"/>
                  </a:lnTo>
                  <a:lnTo>
                    <a:pt x="2896531" y="3135707"/>
                  </a:lnTo>
                  <a:lnTo>
                    <a:pt x="2932608" y="3081199"/>
                  </a:lnTo>
                  <a:lnTo>
                    <a:pt x="2967803" y="3022852"/>
                  </a:lnTo>
                  <a:lnTo>
                    <a:pt x="3002348" y="2960587"/>
                  </a:lnTo>
                  <a:lnTo>
                    <a:pt x="3036428" y="2894383"/>
                  </a:lnTo>
                  <a:lnTo>
                    <a:pt x="3070196" y="2824281"/>
                  </a:lnTo>
                  <a:lnTo>
                    <a:pt x="3103771" y="2750393"/>
                  </a:lnTo>
                  <a:lnTo>
                    <a:pt x="3137244" y="2672902"/>
                  </a:lnTo>
                  <a:lnTo>
                    <a:pt x="3170684" y="2592068"/>
                  </a:lnTo>
                  <a:lnTo>
                    <a:pt x="3204134" y="2508224"/>
                  </a:lnTo>
                  <a:lnTo>
                    <a:pt x="3237623" y="2421775"/>
                  </a:lnTo>
                  <a:lnTo>
                    <a:pt x="3271159" y="2333190"/>
                  </a:lnTo>
                  <a:lnTo>
                    <a:pt x="3304742" y="2242993"/>
                  </a:lnTo>
                  <a:lnTo>
                    <a:pt x="3338358" y="2151752"/>
                  </a:lnTo>
                  <a:lnTo>
                    <a:pt x="3371990" y="2060062"/>
                  </a:lnTo>
                  <a:lnTo>
                    <a:pt x="3405616" y="1968533"/>
                  </a:lnTo>
                  <a:lnTo>
                    <a:pt x="3439217" y="1877766"/>
                  </a:lnTo>
                  <a:lnTo>
                    <a:pt x="3472777" y="1788346"/>
                  </a:lnTo>
                  <a:lnTo>
                    <a:pt x="3506287" y="1700819"/>
                  </a:lnTo>
                  <a:lnTo>
                    <a:pt x="3539754" y="1615681"/>
                  </a:lnTo>
                  <a:lnTo>
                    <a:pt x="3573194" y="1533370"/>
                  </a:lnTo>
                  <a:lnTo>
                    <a:pt x="3606644" y="1454252"/>
                  </a:lnTo>
                  <a:lnTo>
                    <a:pt x="3640161" y="1378623"/>
                  </a:lnTo>
                  <a:lnTo>
                    <a:pt x="3673824" y="1306702"/>
                  </a:lnTo>
                  <a:lnTo>
                    <a:pt x="3707739" y="1238635"/>
                  </a:lnTo>
                  <a:lnTo>
                    <a:pt x="3742042" y="1174496"/>
                  </a:lnTo>
                  <a:lnTo>
                    <a:pt x="3776902" y="1114292"/>
                  </a:lnTo>
                  <a:lnTo>
                    <a:pt x="3812528" y="1057972"/>
                  </a:lnTo>
                  <a:lnTo>
                    <a:pt x="3829811" y="1032522"/>
                  </a:lnTo>
                  <a:lnTo>
                    <a:pt x="3875832" y="970605"/>
                  </a:lnTo>
                  <a:lnTo>
                    <a:pt x="3924196" y="914399"/>
                  </a:lnTo>
                  <a:lnTo>
                    <a:pt x="3975591" y="863664"/>
                  </a:lnTo>
                  <a:lnTo>
                    <a:pt x="4030773" y="817969"/>
                  </a:lnTo>
                  <a:lnTo>
                    <a:pt x="4090519" y="776807"/>
                  </a:lnTo>
                  <a:lnTo>
                    <a:pt x="4155575" y="739671"/>
                  </a:lnTo>
                  <a:lnTo>
                    <a:pt x="4226599" y="706095"/>
                  </a:lnTo>
                  <a:lnTo>
                    <a:pt x="4304067" y="675683"/>
                  </a:lnTo>
                  <a:lnTo>
                    <a:pt x="4388168" y="648120"/>
                  </a:lnTo>
                  <a:lnTo>
                    <a:pt x="4478650" y="623181"/>
                  </a:lnTo>
                  <a:lnTo>
                    <a:pt x="4574665" y="600730"/>
                  </a:lnTo>
                  <a:lnTo>
                    <a:pt x="4674608" y="580712"/>
                  </a:lnTo>
                  <a:lnTo>
                    <a:pt x="4776025" y="563141"/>
                  </a:lnTo>
                  <a:lnTo>
                    <a:pt x="4875642" y="548067"/>
                  </a:lnTo>
                  <a:lnTo>
                    <a:pt x="4969585" y="535542"/>
                  </a:lnTo>
                  <a:lnTo>
                    <a:pt x="5053820" y="525565"/>
                  </a:lnTo>
                  <a:lnTo>
                    <a:pt x="5124772" y="518049"/>
                  </a:lnTo>
                  <a:lnTo>
                    <a:pt x="5179982" y="512787"/>
                  </a:lnTo>
                  <a:lnTo>
                    <a:pt x="5218633" y="509458"/>
                  </a:lnTo>
                  <a:lnTo>
                    <a:pt x="5241796" y="507647"/>
                  </a:lnTo>
                  <a:lnTo>
                    <a:pt x="5252384" y="506893"/>
                  </a:lnTo>
                  <a:lnTo>
                    <a:pt x="5254915" y="506728"/>
                  </a:lnTo>
                  <a:lnTo>
                    <a:pt x="5254955" y="506725"/>
                  </a:lnTo>
                  <a:lnTo>
                    <a:pt x="6726343" y="506725"/>
                  </a:lnTo>
                  <a:lnTo>
                    <a:pt x="6727577" y="506713"/>
                  </a:lnTo>
                  <a:lnTo>
                    <a:pt x="6735679" y="506622"/>
                  </a:lnTo>
                  <a:lnTo>
                    <a:pt x="6756050" y="506372"/>
                  </a:lnTo>
                  <a:lnTo>
                    <a:pt x="6792344" y="505880"/>
                  </a:lnTo>
                  <a:lnTo>
                    <a:pt x="6846182" y="505071"/>
                  </a:lnTo>
                  <a:lnTo>
                    <a:pt x="6917039" y="503885"/>
                  </a:lnTo>
                  <a:lnTo>
                    <a:pt x="7002459" y="502282"/>
                  </a:lnTo>
                  <a:lnTo>
                    <a:pt x="7098636" y="500244"/>
                  </a:lnTo>
                  <a:lnTo>
                    <a:pt x="7201162" y="497770"/>
                  </a:lnTo>
                  <a:lnTo>
                    <a:pt x="7305764" y="494869"/>
                  </a:lnTo>
                  <a:lnTo>
                    <a:pt x="7408830" y="491550"/>
                  </a:lnTo>
                  <a:lnTo>
                    <a:pt x="7507674" y="487815"/>
                  </a:lnTo>
                  <a:lnTo>
                    <a:pt x="7600567" y="483653"/>
                  </a:lnTo>
                  <a:lnTo>
                    <a:pt x="7686629" y="479041"/>
                  </a:lnTo>
                  <a:lnTo>
                    <a:pt x="7765638" y="473935"/>
                  </a:lnTo>
                  <a:lnTo>
                    <a:pt x="7837851" y="468280"/>
                  </a:lnTo>
                  <a:lnTo>
                    <a:pt x="7903831" y="462003"/>
                  </a:lnTo>
                  <a:lnTo>
                    <a:pt x="7964322" y="455020"/>
                  </a:lnTo>
                  <a:lnTo>
                    <a:pt x="8020158" y="447240"/>
                  </a:lnTo>
                  <a:lnTo>
                    <a:pt x="8072189" y="438578"/>
                  </a:lnTo>
                  <a:lnTo>
                    <a:pt x="8121228" y="428963"/>
                  </a:lnTo>
                  <a:lnTo>
                    <a:pt x="8151487" y="422271"/>
                  </a:lnTo>
                  <a:lnTo>
                    <a:pt x="8206050" y="408696"/>
                  </a:lnTo>
                  <a:lnTo>
                    <a:pt x="8258851" y="393677"/>
                  </a:lnTo>
                  <a:lnTo>
                    <a:pt x="8310585" y="377192"/>
                  </a:lnTo>
                  <a:lnTo>
                    <a:pt x="8361753" y="359280"/>
                  </a:lnTo>
                  <a:lnTo>
                    <a:pt x="8412696" y="340037"/>
                  </a:lnTo>
                  <a:lnTo>
                    <a:pt x="8463625" y="319625"/>
                  </a:lnTo>
                  <a:lnTo>
                    <a:pt x="8514642" y="298268"/>
                  </a:lnTo>
                  <a:lnTo>
                    <a:pt x="8565768" y="276244"/>
                  </a:lnTo>
                  <a:lnTo>
                    <a:pt x="8616965" y="253872"/>
                  </a:lnTo>
                  <a:lnTo>
                    <a:pt x="8668162" y="231491"/>
                  </a:lnTo>
                  <a:lnTo>
                    <a:pt x="8719293" y="209444"/>
                  </a:lnTo>
                  <a:lnTo>
                    <a:pt x="8770315" y="188050"/>
                  </a:lnTo>
                  <a:lnTo>
                    <a:pt x="8821247" y="167590"/>
                  </a:lnTo>
                  <a:lnTo>
                    <a:pt x="8872185" y="148290"/>
                  </a:lnTo>
                  <a:lnTo>
                    <a:pt x="8923337" y="130315"/>
                  </a:lnTo>
                  <a:lnTo>
                    <a:pt x="8975036" y="113765"/>
                  </a:lnTo>
                  <a:lnTo>
                    <a:pt x="9027774" y="98678"/>
                  </a:lnTo>
                  <a:lnTo>
                    <a:pt x="9082240" y="85039"/>
                  </a:lnTo>
                  <a:lnTo>
                    <a:pt x="9084767" y="84454"/>
                  </a:lnTo>
                  <a:lnTo>
                    <a:pt x="9132273" y="74210"/>
                  </a:lnTo>
                  <a:lnTo>
                    <a:pt x="9182293" y="64942"/>
                  </a:lnTo>
                  <a:lnTo>
                    <a:pt x="9235589" y="56604"/>
                  </a:lnTo>
                  <a:lnTo>
                    <a:pt x="9292993" y="49120"/>
                  </a:lnTo>
                  <a:lnTo>
                    <a:pt x="9355355" y="42400"/>
                  </a:lnTo>
                  <a:lnTo>
                    <a:pt x="9423485" y="36354"/>
                  </a:lnTo>
                  <a:lnTo>
                    <a:pt x="9498078" y="30903"/>
                  </a:lnTo>
                  <a:lnTo>
                    <a:pt x="9579602" y="25980"/>
                  </a:lnTo>
                  <a:lnTo>
                    <a:pt x="9668163" y="21533"/>
                  </a:lnTo>
                  <a:lnTo>
                    <a:pt x="9763327" y="17526"/>
                  </a:lnTo>
                  <a:lnTo>
                    <a:pt x="9863928" y="13940"/>
                  </a:lnTo>
                  <a:lnTo>
                    <a:pt x="9967903" y="10769"/>
                  </a:lnTo>
                  <a:lnTo>
                    <a:pt x="10072221" y="8020"/>
                  </a:lnTo>
                  <a:lnTo>
                    <a:pt x="10172987" y="5702"/>
                  </a:lnTo>
                  <a:lnTo>
                    <a:pt x="10265807" y="3820"/>
                  </a:lnTo>
                  <a:lnTo>
                    <a:pt x="10346400" y="2369"/>
                  </a:lnTo>
                  <a:lnTo>
                    <a:pt x="10411359" y="1323"/>
                  </a:lnTo>
                  <a:lnTo>
                    <a:pt x="10458870" y="636"/>
                  </a:lnTo>
                  <a:lnTo>
                    <a:pt x="10489171" y="240"/>
                  </a:lnTo>
                  <a:lnTo>
                    <a:pt x="10504636" y="56"/>
                  </a:lnTo>
                  <a:lnTo>
                    <a:pt x="10509577" y="3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43" name="pl1543"/>
            <p:cNvSpPr/>
            <p:nvPr/>
          </p:nvSpPr>
          <p:spPr>
            <a:xfrm>
              <a:off x="4799595" y="5756205"/>
              <a:ext cx="11981298" cy="3661503"/>
            </a:xfrm>
            <a:custGeom>
              <a:avLst/>
              <a:pathLst>
                <a:path w="11981298" h="3661503">
                  <a:moveTo>
                    <a:pt x="11981298" y="0"/>
                  </a:moveTo>
                  <a:lnTo>
                    <a:pt x="10509911" y="0"/>
                  </a:lnTo>
                  <a:lnTo>
                    <a:pt x="10508676" y="12"/>
                  </a:lnTo>
                  <a:lnTo>
                    <a:pt x="10500574" y="103"/>
                  </a:lnTo>
                  <a:lnTo>
                    <a:pt x="10480203" y="353"/>
                  </a:lnTo>
                  <a:lnTo>
                    <a:pt x="10443909" y="844"/>
                  </a:lnTo>
                  <a:lnTo>
                    <a:pt x="10390071" y="1653"/>
                  </a:lnTo>
                  <a:lnTo>
                    <a:pt x="10319215" y="2840"/>
                  </a:lnTo>
                  <a:lnTo>
                    <a:pt x="10233794" y="4443"/>
                  </a:lnTo>
                  <a:lnTo>
                    <a:pt x="10137618" y="6481"/>
                  </a:lnTo>
                  <a:lnTo>
                    <a:pt x="10035092" y="8955"/>
                  </a:lnTo>
                  <a:lnTo>
                    <a:pt x="9930489" y="11856"/>
                  </a:lnTo>
                  <a:lnTo>
                    <a:pt x="9827423" y="15175"/>
                  </a:lnTo>
                  <a:lnTo>
                    <a:pt x="9728579" y="18910"/>
                  </a:lnTo>
                  <a:lnTo>
                    <a:pt x="9635686" y="23072"/>
                  </a:lnTo>
                  <a:lnTo>
                    <a:pt x="9549625" y="27684"/>
                  </a:lnTo>
                  <a:lnTo>
                    <a:pt x="9470615" y="32789"/>
                  </a:lnTo>
                  <a:lnTo>
                    <a:pt x="9398402" y="38445"/>
                  </a:lnTo>
                  <a:lnTo>
                    <a:pt x="9332423" y="44722"/>
                  </a:lnTo>
                  <a:lnTo>
                    <a:pt x="9271931" y="51705"/>
                  </a:lnTo>
                  <a:lnTo>
                    <a:pt x="9216095" y="59484"/>
                  </a:lnTo>
                  <a:lnTo>
                    <a:pt x="9164064" y="68147"/>
                  </a:lnTo>
                  <a:lnTo>
                    <a:pt x="9115025" y="77762"/>
                  </a:lnTo>
                  <a:lnTo>
                    <a:pt x="9084767" y="84454"/>
                  </a:lnTo>
                  <a:lnTo>
                    <a:pt x="9030203" y="98028"/>
                  </a:lnTo>
                  <a:lnTo>
                    <a:pt x="8977402" y="113048"/>
                  </a:lnTo>
                  <a:lnTo>
                    <a:pt x="8925668" y="129532"/>
                  </a:lnTo>
                  <a:lnTo>
                    <a:pt x="8874500" y="147445"/>
                  </a:lnTo>
                  <a:lnTo>
                    <a:pt x="8823557" y="166687"/>
                  </a:lnTo>
                  <a:lnTo>
                    <a:pt x="8772629" y="187100"/>
                  </a:lnTo>
                  <a:lnTo>
                    <a:pt x="8721611" y="208457"/>
                  </a:lnTo>
                  <a:lnTo>
                    <a:pt x="8670485" y="230481"/>
                  </a:lnTo>
                  <a:lnTo>
                    <a:pt x="8619289" y="252853"/>
                  </a:lnTo>
                  <a:lnTo>
                    <a:pt x="8568091" y="275234"/>
                  </a:lnTo>
                  <a:lnTo>
                    <a:pt x="8516960" y="297281"/>
                  </a:lnTo>
                  <a:lnTo>
                    <a:pt x="8465938" y="318675"/>
                  </a:lnTo>
                  <a:lnTo>
                    <a:pt x="8415007" y="339135"/>
                  </a:lnTo>
                  <a:lnTo>
                    <a:pt x="8364068" y="358435"/>
                  </a:lnTo>
                  <a:lnTo>
                    <a:pt x="8312917" y="376410"/>
                  </a:lnTo>
                  <a:lnTo>
                    <a:pt x="8261218" y="392960"/>
                  </a:lnTo>
                  <a:lnTo>
                    <a:pt x="8208479" y="408046"/>
                  </a:lnTo>
                  <a:lnTo>
                    <a:pt x="8154013" y="421686"/>
                  </a:lnTo>
                  <a:lnTo>
                    <a:pt x="8151487" y="422271"/>
                  </a:lnTo>
                  <a:lnTo>
                    <a:pt x="8103980" y="432515"/>
                  </a:lnTo>
                  <a:lnTo>
                    <a:pt x="8053960" y="441783"/>
                  </a:lnTo>
                  <a:lnTo>
                    <a:pt x="8000664" y="450121"/>
                  </a:lnTo>
                  <a:lnTo>
                    <a:pt x="7943261" y="457605"/>
                  </a:lnTo>
                  <a:lnTo>
                    <a:pt x="7880899" y="464325"/>
                  </a:lnTo>
                  <a:lnTo>
                    <a:pt x="7812768" y="470371"/>
                  </a:lnTo>
                  <a:lnTo>
                    <a:pt x="7738175" y="475822"/>
                  </a:lnTo>
                  <a:lnTo>
                    <a:pt x="7656651" y="480745"/>
                  </a:lnTo>
                  <a:lnTo>
                    <a:pt x="7568090" y="485192"/>
                  </a:lnTo>
                  <a:lnTo>
                    <a:pt x="7472926" y="489199"/>
                  </a:lnTo>
                  <a:lnTo>
                    <a:pt x="7372325" y="492785"/>
                  </a:lnTo>
                  <a:lnTo>
                    <a:pt x="7268350" y="495956"/>
                  </a:lnTo>
                  <a:lnTo>
                    <a:pt x="7164033" y="498705"/>
                  </a:lnTo>
                  <a:lnTo>
                    <a:pt x="7063267" y="501023"/>
                  </a:lnTo>
                  <a:lnTo>
                    <a:pt x="6970446" y="502905"/>
                  </a:lnTo>
                  <a:lnTo>
                    <a:pt x="6889853" y="504356"/>
                  </a:lnTo>
                  <a:lnTo>
                    <a:pt x="6824894" y="505402"/>
                  </a:lnTo>
                  <a:lnTo>
                    <a:pt x="6777383" y="506089"/>
                  </a:lnTo>
                  <a:lnTo>
                    <a:pt x="6747083" y="506485"/>
                  </a:lnTo>
                  <a:lnTo>
                    <a:pt x="6731617" y="506669"/>
                  </a:lnTo>
                  <a:lnTo>
                    <a:pt x="6726676" y="506722"/>
                  </a:lnTo>
                  <a:lnTo>
                    <a:pt x="6726343" y="506725"/>
                  </a:lnTo>
                  <a:lnTo>
                    <a:pt x="5254955" y="506725"/>
                  </a:lnTo>
                  <a:lnTo>
                    <a:pt x="5253828" y="506797"/>
                  </a:lnTo>
                  <a:lnTo>
                    <a:pt x="5246419" y="507310"/>
                  </a:lnTo>
                  <a:lnTo>
                    <a:pt x="5227736" y="508726"/>
                  </a:lnTo>
                  <a:lnTo>
                    <a:pt x="5194318" y="511514"/>
                  </a:lnTo>
                  <a:lnTo>
                    <a:pt x="5144478" y="516109"/>
                  </a:lnTo>
                  <a:lnTo>
                    <a:pt x="5078433" y="522866"/>
                  </a:lnTo>
                  <a:lnTo>
                    <a:pt x="4998155" y="532029"/>
                  </a:lnTo>
                  <a:lnTo>
                    <a:pt x="4906927" y="543725"/>
                  </a:lnTo>
                  <a:lnTo>
                    <a:pt x="4808706" y="557976"/>
                  </a:lnTo>
                  <a:lnTo>
                    <a:pt x="4707479" y="574743"/>
                  </a:lnTo>
                  <a:lnTo>
                    <a:pt x="4606747" y="593972"/>
                  </a:lnTo>
                  <a:lnTo>
                    <a:pt x="4509242" y="615632"/>
                  </a:lnTo>
                  <a:lnTo>
                    <a:pt x="4416839" y="639754"/>
                  </a:lnTo>
                  <a:lnTo>
                    <a:pt x="4330616" y="666445"/>
                  </a:lnTo>
                  <a:lnTo>
                    <a:pt x="4250999" y="695903"/>
                  </a:lnTo>
                  <a:lnTo>
                    <a:pt x="4177927" y="728413"/>
                  </a:lnTo>
                  <a:lnTo>
                    <a:pt x="4111000" y="764346"/>
                  </a:lnTo>
                  <a:lnTo>
                    <a:pt x="4049611" y="804149"/>
                  </a:lnTo>
                  <a:lnTo>
                    <a:pt x="3993034" y="848317"/>
                  </a:lnTo>
                  <a:lnTo>
                    <a:pt x="3940495" y="897364"/>
                  </a:lnTo>
                  <a:lnTo>
                    <a:pt x="3891228" y="951758"/>
                  </a:lnTo>
                  <a:lnTo>
                    <a:pt x="3844517" y="1011815"/>
                  </a:lnTo>
                  <a:lnTo>
                    <a:pt x="3829811" y="1032522"/>
                  </a:lnTo>
                  <a:lnTo>
                    <a:pt x="3793734" y="1087029"/>
                  </a:lnTo>
                  <a:lnTo>
                    <a:pt x="3758539" y="1145376"/>
                  </a:lnTo>
                  <a:lnTo>
                    <a:pt x="3723995" y="1207641"/>
                  </a:lnTo>
                  <a:lnTo>
                    <a:pt x="3689914" y="1273845"/>
                  </a:lnTo>
                  <a:lnTo>
                    <a:pt x="3656146" y="1343947"/>
                  </a:lnTo>
                  <a:lnTo>
                    <a:pt x="3622571" y="1417835"/>
                  </a:lnTo>
                  <a:lnTo>
                    <a:pt x="3589098" y="1495326"/>
                  </a:lnTo>
                  <a:lnTo>
                    <a:pt x="3555658" y="1576160"/>
                  </a:lnTo>
                  <a:lnTo>
                    <a:pt x="3522208" y="1660004"/>
                  </a:lnTo>
                  <a:lnTo>
                    <a:pt x="3488719" y="1746453"/>
                  </a:lnTo>
                  <a:lnTo>
                    <a:pt x="3455183" y="1835038"/>
                  </a:lnTo>
                  <a:lnTo>
                    <a:pt x="3421600" y="1925235"/>
                  </a:lnTo>
                  <a:lnTo>
                    <a:pt x="3387984" y="2016476"/>
                  </a:lnTo>
                  <a:lnTo>
                    <a:pt x="3354352" y="2108166"/>
                  </a:lnTo>
                  <a:lnTo>
                    <a:pt x="3320726" y="2199696"/>
                  </a:lnTo>
                  <a:lnTo>
                    <a:pt x="3287125" y="2290462"/>
                  </a:lnTo>
                  <a:lnTo>
                    <a:pt x="3253566" y="2379882"/>
                  </a:lnTo>
                  <a:lnTo>
                    <a:pt x="3220055" y="2467409"/>
                  </a:lnTo>
                  <a:lnTo>
                    <a:pt x="3186588" y="2552547"/>
                  </a:lnTo>
                  <a:lnTo>
                    <a:pt x="3153148" y="2634859"/>
                  </a:lnTo>
                  <a:lnTo>
                    <a:pt x="3119698" y="2713976"/>
                  </a:lnTo>
                  <a:lnTo>
                    <a:pt x="3086181" y="2789605"/>
                  </a:lnTo>
                  <a:lnTo>
                    <a:pt x="3052518" y="2861526"/>
                  </a:lnTo>
                  <a:lnTo>
                    <a:pt x="3018603" y="2929593"/>
                  </a:lnTo>
                  <a:lnTo>
                    <a:pt x="2984300" y="2993733"/>
                  </a:lnTo>
                  <a:lnTo>
                    <a:pt x="2949441" y="3053936"/>
                  </a:lnTo>
                  <a:lnTo>
                    <a:pt x="2913815" y="3110256"/>
                  </a:lnTo>
                  <a:lnTo>
                    <a:pt x="2896531" y="3135707"/>
                  </a:lnTo>
                  <a:lnTo>
                    <a:pt x="2850510" y="3197623"/>
                  </a:lnTo>
                  <a:lnTo>
                    <a:pt x="2802146" y="3253829"/>
                  </a:lnTo>
                  <a:lnTo>
                    <a:pt x="2750752" y="3304564"/>
                  </a:lnTo>
                  <a:lnTo>
                    <a:pt x="2695569" y="3350259"/>
                  </a:lnTo>
                  <a:lnTo>
                    <a:pt x="2635823" y="3391421"/>
                  </a:lnTo>
                  <a:lnTo>
                    <a:pt x="2570767" y="3428558"/>
                  </a:lnTo>
                  <a:lnTo>
                    <a:pt x="2499743" y="3462133"/>
                  </a:lnTo>
                  <a:lnTo>
                    <a:pt x="2422275" y="3492545"/>
                  </a:lnTo>
                  <a:lnTo>
                    <a:pt x="2338174" y="3520108"/>
                  </a:lnTo>
                  <a:lnTo>
                    <a:pt x="2247692" y="3545047"/>
                  </a:lnTo>
                  <a:lnTo>
                    <a:pt x="2151677" y="3567499"/>
                  </a:lnTo>
                  <a:lnTo>
                    <a:pt x="2051734" y="3587517"/>
                  </a:lnTo>
                  <a:lnTo>
                    <a:pt x="1950317" y="3605088"/>
                  </a:lnTo>
                  <a:lnTo>
                    <a:pt x="1850700" y="3620161"/>
                  </a:lnTo>
                  <a:lnTo>
                    <a:pt x="1756757" y="3632686"/>
                  </a:lnTo>
                  <a:lnTo>
                    <a:pt x="1672522" y="3642663"/>
                  </a:lnTo>
                  <a:lnTo>
                    <a:pt x="1601570" y="3650179"/>
                  </a:lnTo>
                  <a:lnTo>
                    <a:pt x="1546360" y="3655441"/>
                  </a:lnTo>
                  <a:lnTo>
                    <a:pt x="1507709" y="3658770"/>
                  </a:lnTo>
                  <a:lnTo>
                    <a:pt x="1484546" y="3660581"/>
                  </a:lnTo>
                  <a:lnTo>
                    <a:pt x="1473958" y="3661335"/>
                  </a:lnTo>
                  <a:lnTo>
                    <a:pt x="1471427" y="3661500"/>
                  </a:lnTo>
                  <a:lnTo>
                    <a:pt x="1471387" y="3661503"/>
                  </a:lnTo>
                  <a:lnTo>
                    <a:pt x="0" y="366150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44" name="pg1544"/>
            <p:cNvSpPr/>
            <p:nvPr/>
          </p:nvSpPr>
          <p:spPr>
            <a:xfrm>
              <a:off x="4799595" y="7006673"/>
              <a:ext cx="11981298" cy="2460072"/>
            </a:xfrm>
            <a:custGeom>
              <a:avLst/>
              <a:pathLst>
                <a:path w="11981298" h="2460072">
                  <a:moveTo>
                    <a:pt x="0" y="2460072"/>
                  </a:moveTo>
                  <a:lnTo>
                    <a:pt x="1471387" y="2460072"/>
                  </a:lnTo>
                  <a:lnTo>
                    <a:pt x="1472579" y="2460024"/>
                  </a:lnTo>
                  <a:lnTo>
                    <a:pt x="1480404" y="2459686"/>
                  </a:lnTo>
                  <a:lnTo>
                    <a:pt x="1500103" y="2458749"/>
                  </a:lnTo>
                  <a:lnTo>
                    <a:pt x="1535254" y="2456905"/>
                  </a:lnTo>
                  <a:lnTo>
                    <a:pt x="1587508" y="2453871"/>
                  </a:lnTo>
                  <a:lnTo>
                    <a:pt x="1656467" y="2449416"/>
                  </a:lnTo>
                  <a:lnTo>
                    <a:pt x="1739870" y="2443387"/>
                  </a:lnTo>
                  <a:lnTo>
                    <a:pt x="1834119" y="2435711"/>
                  </a:lnTo>
                  <a:lnTo>
                    <a:pt x="1934983" y="2426380"/>
                  </a:lnTo>
                  <a:lnTo>
                    <a:pt x="2038298" y="2415423"/>
                  </a:lnTo>
                  <a:lnTo>
                    <a:pt x="2140490" y="2402876"/>
                  </a:lnTo>
                  <a:lnTo>
                    <a:pt x="2238848" y="2388751"/>
                  </a:lnTo>
                  <a:lnTo>
                    <a:pt x="2331584" y="2373018"/>
                  </a:lnTo>
                  <a:lnTo>
                    <a:pt x="2417736" y="2355593"/>
                  </a:lnTo>
                  <a:lnTo>
                    <a:pt x="2497002" y="2336330"/>
                  </a:lnTo>
                  <a:lnTo>
                    <a:pt x="2569561" y="2315022"/>
                  </a:lnTo>
                  <a:lnTo>
                    <a:pt x="2635912" y="2291411"/>
                  </a:lnTo>
                  <a:lnTo>
                    <a:pt x="2696749" y="2265188"/>
                  </a:lnTo>
                  <a:lnTo>
                    <a:pt x="2752862" y="2236019"/>
                  </a:lnTo>
                  <a:lnTo>
                    <a:pt x="2805072" y="2203570"/>
                  </a:lnTo>
                  <a:lnTo>
                    <a:pt x="2854179" y="2167559"/>
                  </a:lnTo>
                  <a:lnTo>
                    <a:pt x="2896531" y="2131790"/>
                  </a:lnTo>
                  <a:lnTo>
                    <a:pt x="2939536" y="2090841"/>
                  </a:lnTo>
                  <a:lnTo>
                    <a:pt x="2981349" y="2046452"/>
                  </a:lnTo>
                  <a:lnTo>
                    <a:pt x="3022341" y="1998558"/>
                  </a:lnTo>
                  <a:lnTo>
                    <a:pt x="3062802" y="1947167"/>
                  </a:lnTo>
                  <a:lnTo>
                    <a:pt x="3102951" y="1892375"/>
                  </a:lnTo>
                  <a:lnTo>
                    <a:pt x="3142951" y="1834368"/>
                  </a:lnTo>
                  <a:lnTo>
                    <a:pt x="3182915" y="1773428"/>
                  </a:lnTo>
                  <a:lnTo>
                    <a:pt x="3222911" y="1709931"/>
                  </a:lnTo>
                  <a:lnTo>
                    <a:pt x="3262970" y="1644340"/>
                  </a:lnTo>
                  <a:lnTo>
                    <a:pt x="3303098" y="1577196"/>
                  </a:lnTo>
                  <a:lnTo>
                    <a:pt x="3343274" y="1509096"/>
                  </a:lnTo>
                  <a:lnTo>
                    <a:pt x="3383468" y="1440676"/>
                  </a:lnTo>
                  <a:lnTo>
                    <a:pt x="3423644" y="1372582"/>
                  </a:lnTo>
                  <a:lnTo>
                    <a:pt x="3463770" y="1305451"/>
                  </a:lnTo>
                  <a:lnTo>
                    <a:pt x="3503829" y="1239879"/>
                  </a:lnTo>
                  <a:lnTo>
                    <a:pt x="3543824" y="1176405"/>
                  </a:lnTo>
                  <a:lnTo>
                    <a:pt x="3583788" y="1115492"/>
                  </a:lnTo>
                  <a:lnTo>
                    <a:pt x="3623789" y="1057516"/>
                  </a:lnTo>
                  <a:lnTo>
                    <a:pt x="3663941" y="1002757"/>
                  </a:lnTo>
                  <a:lnTo>
                    <a:pt x="3704405" y="951401"/>
                  </a:lnTo>
                  <a:lnTo>
                    <a:pt x="3745404" y="903541"/>
                  </a:lnTo>
                  <a:lnTo>
                    <a:pt x="3787227" y="859187"/>
                  </a:lnTo>
                  <a:lnTo>
                    <a:pt x="3829811" y="818661"/>
                  </a:lnTo>
                  <a:lnTo>
                    <a:pt x="3876735" y="779298"/>
                  </a:lnTo>
                  <a:lnTo>
                    <a:pt x="3926105" y="743636"/>
                  </a:lnTo>
                  <a:lnTo>
                    <a:pt x="3978653" y="711513"/>
                  </a:lnTo>
                  <a:lnTo>
                    <a:pt x="4035181" y="682640"/>
                  </a:lnTo>
                  <a:lnTo>
                    <a:pt x="4096510" y="656680"/>
                  </a:lnTo>
                  <a:lnTo>
                    <a:pt x="4163426" y="633301"/>
                  </a:lnTo>
                  <a:lnTo>
                    <a:pt x="4236607" y="612200"/>
                  </a:lnTo>
                  <a:lnTo>
                    <a:pt x="4316529" y="593119"/>
                  </a:lnTo>
                  <a:lnTo>
                    <a:pt x="4403331" y="575861"/>
                  </a:lnTo>
                  <a:lnTo>
                    <a:pt x="4496657" y="560285"/>
                  </a:lnTo>
                  <a:lnTo>
                    <a:pt x="4595472" y="546311"/>
                  </a:lnTo>
                  <a:lnTo>
                    <a:pt x="4697902" y="533914"/>
                  </a:lnTo>
                  <a:lnTo>
                    <a:pt x="4801150" y="523111"/>
                  </a:lnTo>
                  <a:lnTo>
                    <a:pt x="4901568" y="513937"/>
                  </a:lnTo>
                  <a:lnTo>
                    <a:pt x="4994960" y="506419"/>
                  </a:lnTo>
                  <a:lnTo>
                    <a:pt x="5077125" y="500545"/>
                  </a:lnTo>
                  <a:lnTo>
                    <a:pt x="5144561" y="496233"/>
                  </a:lnTo>
                  <a:lnTo>
                    <a:pt x="5195169" y="493323"/>
                  </a:lnTo>
                  <a:lnTo>
                    <a:pt x="5228742" y="491579"/>
                  </a:lnTo>
                  <a:lnTo>
                    <a:pt x="5247126" y="490713"/>
                  </a:lnTo>
                  <a:lnTo>
                    <a:pt x="5254068" y="490415"/>
                  </a:lnTo>
                  <a:lnTo>
                    <a:pt x="5254955" y="490379"/>
                  </a:lnTo>
                  <a:lnTo>
                    <a:pt x="6726343" y="490379"/>
                  </a:lnTo>
                  <a:lnTo>
                    <a:pt x="6727578" y="490367"/>
                  </a:lnTo>
                  <a:lnTo>
                    <a:pt x="6735681" y="490281"/>
                  </a:lnTo>
                  <a:lnTo>
                    <a:pt x="6756057" y="490043"/>
                  </a:lnTo>
                  <a:lnTo>
                    <a:pt x="6792359" y="489575"/>
                  </a:lnTo>
                  <a:lnTo>
                    <a:pt x="6846208" y="488805"/>
                  </a:lnTo>
                  <a:lnTo>
                    <a:pt x="6917078" y="487676"/>
                  </a:lnTo>
                  <a:lnTo>
                    <a:pt x="7002512" y="486150"/>
                  </a:lnTo>
                  <a:lnTo>
                    <a:pt x="7098702" y="484210"/>
                  </a:lnTo>
                  <a:lnTo>
                    <a:pt x="7201239" y="481856"/>
                  </a:lnTo>
                  <a:lnTo>
                    <a:pt x="7305850" y="479094"/>
                  </a:lnTo>
                  <a:lnTo>
                    <a:pt x="7408922" y="475935"/>
                  </a:lnTo>
                  <a:lnTo>
                    <a:pt x="7507769" y="472380"/>
                  </a:lnTo>
                  <a:lnTo>
                    <a:pt x="7600664" y="468419"/>
                  </a:lnTo>
                  <a:lnTo>
                    <a:pt x="7686724" y="464029"/>
                  </a:lnTo>
                  <a:lnTo>
                    <a:pt x="7765732" y="459170"/>
                  </a:lnTo>
                  <a:lnTo>
                    <a:pt x="7837942" y="453787"/>
                  </a:lnTo>
                  <a:lnTo>
                    <a:pt x="7903919" y="447812"/>
                  </a:lnTo>
                  <a:lnTo>
                    <a:pt x="7964408" y="441165"/>
                  </a:lnTo>
                  <a:lnTo>
                    <a:pt x="8020243" y="433760"/>
                  </a:lnTo>
                  <a:lnTo>
                    <a:pt x="8072272" y="425515"/>
                  </a:lnTo>
                  <a:lnTo>
                    <a:pt x="8121311" y="416363"/>
                  </a:lnTo>
                  <a:lnTo>
                    <a:pt x="8151487" y="410012"/>
                  </a:lnTo>
                  <a:lnTo>
                    <a:pt x="8206198" y="397056"/>
                  </a:lnTo>
                  <a:lnTo>
                    <a:pt x="8259138" y="382718"/>
                  </a:lnTo>
                  <a:lnTo>
                    <a:pt x="8311010" y="366979"/>
                  </a:lnTo>
                  <a:lnTo>
                    <a:pt x="8362315" y="349874"/>
                  </a:lnTo>
                  <a:lnTo>
                    <a:pt x="8413397" y="331497"/>
                  </a:lnTo>
                  <a:lnTo>
                    <a:pt x="8464467" y="312003"/>
                  </a:lnTo>
                  <a:lnTo>
                    <a:pt x="8515627" y="291610"/>
                  </a:lnTo>
                  <a:lnTo>
                    <a:pt x="8566896" y="270584"/>
                  </a:lnTo>
                  <a:lnTo>
                    <a:pt x="8618234" y="249231"/>
                  </a:lnTo>
                  <a:lnTo>
                    <a:pt x="8669572" y="227880"/>
                  </a:lnTo>
                  <a:lnTo>
                    <a:pt x="8720840" y="206855"/>
                  </a:lnTo>
                  <a:lnTo>
                    <a:pt x="8772000" y="186465"/>
                  </a:lnTo>
                  <a:lnTo>
                    <a:pt x="8823069" y="166976"/>
                  </a:lnTo>
                  <a:lnTo>
                    <a:pt x="8874152" y="148604"/>
                  </a:lnTo>
                  <a:lnTo>
                    <a:pt x="8925458" y="131505"/>
                  </a:lnTo>
                  <a:lnTo>
                    <a:pt x="8977333" y="115771"/>
                  </a:lnTo>
                  <a:lnTo>
                    <a:pt x="9030279" y="101439"/>
                  </a:lnTo>
                  <a:lnTo>
                    <a:pt x="9084767" y="88540"/>
                  </a:lnTo>
                  <a:lnTo>
                    <a:pt x="9132277" y="78792"/>
                  </a:lnTo>
                  <a:lnTo>
                    <a:pt x="9182302" y="69971"/>
                  </a:lnTo>
                  <a:lnTo>
                    <a:pt x="9235603" y="62037"/>
                  </a:lnTo>
                  <a:lnTo>
                    <a:pt x="9293012" y="54914"/>
                  </a:lnTo>
                  <a:lnTo>
                    <a:pt x="9355382" y="48519"/>
                  </a:lnTo>
                  <a:lnTo>
                    <a:pt x="9423521" y="42765"/>
                  </a:lnTo>
                  <a:lnTo>
                    <a:pt x="9498123" y="37578"/>
                  </a:lnTo>
                  <a:lnTo>
                    <a:pt x="9579658" y="32893"/>
                  </a:lnTo>
                  <a:lnTo>
                    <a:pt x="9668231" y="28661"/>
                  </a:lnTo>
                  <a:lnTo>
                    <a:pt x="9763408" y="24848"/>
                  </a:lnTo>
                  <a:lnTo>
                    <a:pt x="9864021" y="21435"/>
                  </a:lnTo>
                  <a:lnTo>
                    <a:pt x="9968007" y="18418"/>
                  </a:lnTo>
                  <a:lnTo>
                    <a:pt x="10072332" y="15802"/>
                  </a:lnTo>
                  <a:lnTo>
                    <a:pt x="10173099" y="13596"/>
                  </a:lnTo>
                  <a:lnTo>
                    <a:pt x="10265915" y="11806"/>
                  </a:lnTo>
                  <a:lnTo>
                    <a:pt x="10346497" y="10426"/>
                  </a:lnTo>
                  <a:lnTo>
                    <a:pt x="10411438" y="9431"/>
                  </a:lnTo>
                  <a:lnTo>
                    <a:pt x="10458928" y="8777"/>
                  </a:lnTo>
                  <a:lnTo>
                    <a:pt x="10489206" y="8401"/>
                  </a:lnTo>
                  <a:lnTo>
                    <a:pt x="10504651" y="8226"/>
                  </a:lnTo>
                  <a:lnTo>
                    <a:pt x="10509580" y="8176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8676" y="12"/>
                  </a:lnTo>
                  <a:lnTo>
                    <a:pt x="10500572" y="98"/>
                  </a:lnTo>
                  <a:lnTo>
                    <a:pt x="10480196" y="336"/>
                  </a:lnTo>
                  <a:lnTo>
                    <a:pt x="10443895" y="804"/>
                  </a:lnTo>
                  <a:lnTo>
                    <a:pt x="10390045" y="1574"/>
                  </a:lnTo>
                  <a:lnTo>
                    <a:pt x="10319176" y="2703"/>
                  </a:lnTo>
                  <a:lnTo>
                    <a:pt x="10233741" y="4229"/>
                  </a:lnTo>
                  <a:lnTo>
                    <a:pt x="10137551" y="6169"/>
                  </a:lnTo>
                  <a:lnTo>
                    <a:pt x="10035014" y="8523"/>
                  </a:lnTo>
                  <a:lnTo>
                    <a:pt x="9930403" y="11284"/>
                  </a:lnTo>
                  <a:lnTo>
                    <a:pt x="9827331" y="14444"/>
                  </a:lnTo>
                  <a:lnTo>
                    <a:pt x="9728484" y="17999"/>
                  </a:lnTo>
                  <a:lnTo>
                    <a:pt x="9635590" y="21960"/>
                  </a:lnTo>
                  <a:lnTo>
                    <a:pt x="9549529" y="26350"/>
                  </a:lnTo>
                  <a:lnTo>
                    <a:pt x="9470521" y="31209"/>
                  </a:lnTo>
                  <a:lnTo>
                    <a:pt x="9398311" y="36592"/>
                  </a:lnTo>
                  <a:lnTo>
                    <a:pt x="9332334" y="42567"/>
                  </a:lnTo>
                  <a:lnTo>
                    <a:pt x="9271845" y="49214"/>
                  </a:lnTo>
                  <a:lnTo>
                    <a:pt x="9216011" y="56618"/>
                  </a:lnTo>
                  <a:lnTo>
                    <a:pt x="9163981" y="64864"/>
                  </a:lnTo>
                  <a:lnTo>
                    <a:pt x="9114942" y="74016"/>
                  </a:lnTo>
                  <a:lnTo>
                    <a:pt x="9084767" y="80367"/>
                  </a:lnTo>
                  <a:lnTo>
                    <a:pt x="9030055" y="93323"/>
                  </a:lnTo>
                  <a:lnTo>
                    <a:pt x="8977115" y="107661"/>
                  </a:lnTo>
                  <a:lnTo>
                    <a:pt x="8925244" y="123400"/>
                  </a:lnTo>
                  <a:lnTo>
                    <a:pt x="8873938" y="140505"/>
                  </a:lnTo>
                  <a:lnTo>
                    <a:pt x="8822856" y="158882"/>
                  </a:lnTo>
                  <a:lnTo>
                    <a:pt x="8771787" y="178375"/>
                  </a:lnTo>
                  <a:lnTo>
                    <a:pt x="8720626" y="198769"/>
                  </a:lnTo>
                  <a:lnTo>
                    <a:pt x="8669358" y="219795"/>
                  </a:lnTo>
                  <a:lnTo>
                    <a:pt x="8618020" y="241148"/>
                  </a:lnTo>
                  <a:lnTo>
                    <a:pt x="8566682" y="262499"/>
                  </a:lnTo>
                  <a:lnTo>
                    <a:pt x="8515413" y="283523"/>
                  </a:lnTo>
                  <a:lnTo>
                    <a:pt x="8464254" y="303914"/>
                  </a:lnTo>
                  <a:lnTo>
                    <a:pt x="8413184" y="323403"/>
                  </a:lnTo>
                  <a:lnTo>
                    <a:pt x="8362102" y="341775"/>
                  </a:lnTo>
                  <a:lnTo>
                    <a:pt x="8310795" y="358874"/>
                  </a:lnTo>
                  <a:lnTo>
                    <a:pt x="8258920" y="374608"/>
                  </a:lnTo>
                  <a:lnTo>
                    <a:pt x="8205974" y="388940"/>
                  </a:lnTo>
                  <a:lnTo>
                    <a:pt x="8151487" y="401839"/>
                  </a:lnTo>
                  <a:lnTo>
                    <a:pt x="8103976" y="411587"/>
                  </a:lnTo>
                  <a:lnTo>
                    <a:pt x="8053951" y="420408"/>
                  </a:lnTo>
                  <a:lnTo>
                    <a:pt x="8000651" y="428342"/>
                  </a:lnTo>
                  <a:lnTo>
                    <a:pt x="7943241" y="435465"/>
                  </a:lnTo>
                  <a:lnTo>
                    <a:pt x="7880872" y="441860"/>
                  </a:lnTo>
                  <a:lnTo>
                    <a:pt x="7812732" y="447614"/>
                  </a:lnTo>
                  <a:lnTo>
                    <a:pt x="7738130" y="452801"/>
                  </a:lnTo>
                  <a:lnTo>
                    <a:pt x="7656595" y="457486"/>
                  </a:lnTo>
                  <a:lnTo>
                    <a:pt x="7568022" y="461718"/>
                  </a:lnTo>
                  <a:lnTo>
                    <a:pt x="7472845" y="465531"/>
                  </a:lnTo>
                  <a:lnTo>
                    <a:pt x="7372232" y="468944"/>
                  </a:lnTo>
                  <a:lnTo>
                    <a:pt x="7268246" y="471960"/>
                  </a:lnTo>
                  <a:lnTo>
                    <a:pt x="7163922" y="474577"/>
                  </a:lnTo>
                  <a:lnTo>
                    <a:pt x="7063154" y="476783"/>
                  </a:lnTo>
                  <a:lnTo>
                    <a:pt x="6970338" y="478573"/>
                  </a:lnTo>
                  <a:lnTo>
                    <a:pt x="6889757" y="479953"/>
                  </a:lnTo>
                  <a:lnTo>
                    <a:pt x="6824815" y="480948"/>
                  </a:lnTo>
                  <a:lnTo>
                    <a:pt x="6777325" y="481602"/>
                  </a:lnTo>
                  <a:lnTo>
                    <a:pt x="6747047" y="481978"/>
                  </a:lnTo>
                  <a:lnTo>
                    <a:pt x="6731602" y="482153"/>
                  </a:lnTo>
                  <a:lnTo>
                    <a:pt x="6726674" y="482203"/>
                  </a:lnTo>
                  <a:lnTo>
                    <a:pt x="6726343" y="482206"/>
                  </a:lnTo>
                  <a:lnTo>
                    <a:pt x="5254955" y="482206"/>
                  </a:lnTo>
                  <a:lnTo>
                    <a:pt x="5253763" y="482254"/>
                  </a:lnTo>
                  <a:lnTo>
                    <a:pt x="5245938" y="482593"/>
                  </a:lnTo>
                  <a:lnTo>
                    <a:pt x="5226239" y="483530"/>
                  </a:lnTo>
                  <a:lnTo>
                    <a:pt x="5191088" y="485373"/>
                  </a:lnTo>
                  <a:lnTo>
                    <a:pt x="5138834" y="488408"/>
                  </a:lnTo>
                  <a:lnTo>
                    <a:pt x="5069875" y="492863"/>
                  </a:lnTo>
                  <a:lnTo>
                    <a:pt x="4986472" y="498892"/>
                  </a:lnTo>
                  <a:lnTo>
                    <a:pt x="4892223" y="506568"/>
                  </a:lnTo>
                  <a:lnTo>
                    <a:pt x="4791359" y="515899"/>
                  </a:lnTo>
                  <a:lnTo>
                    <a:pt x="4688044" y="526856"/>
                  </a:lnTo>
                  <a:lnTo>
                    <a:pt x="4585852" y="539403"/>
                  </a:lnTo>
                  <a:lnTo>
                    <a:pt x="4487494" y="553528"/>
                  </a:lnTo>
                  <a:lnTo>
                    <a:pt x="4394758" y="569260"/>
                  </a:lnTo>
                  <a:lnTo>
                    <a:pt x="4308606" y="586685"/>
                  </a:lnTo>
                  <a:lnTo>
                    <a:pt x="4229340" y="605949"/>
                  </a:lnTo>
                  <a:lnTo>
                    <a:pt x="4156781" y="627256"/>
                  </a:lnTo>
                  <a:lnTo>
                    <a:pt x="4090430" y="650867"/>
                  </a:lnTo>
                  <a:lnTo>
                    <a:pt x="4029593" y="677090"/>
                  </a:lnTo>
                  <a:lnTo>
                    <a:pt x="3973481" y="706259"/>
                  </a:lnTo>
                  <a:lnTo>
                    <a:pt x="3921270" y="738709"/>
                  </a:lnTo>
                  <a:lnTo>
                    <a:pt x="3872164" y="774720"/>
                  </a:lnTo>
                  <a:lnTo>
                    <a:pt x="3829811" y="810489"/>
                  </a:lnTo>
                  <a:lnTo>
                    <a:pt x="3786806" y="851437"/>
                  </a:lnTo>
                  <a:lnTo>
                    <a:pt x="3744993" y="895826"/>
                  </a:lnTo>
                  <a:lnTo>
                    <a:pt x="3704001" y="943721"/>
                  </a:lnTo>
                  <a:lnTo>
                    <a:pt x="3663541" y="995112"/>
                  </a:lnTo>
                  <a:lnTo>
                    <a:pt x="3623391" y="1049904"/>
                  </a:lnTo>
                  <a:lnTo>
                    <a:pt x="3583391" y="1107911"/>
                  </a:lnTo>
                  <a:lnTo>
                    <a:pt x="3543427" y="1168851"/>
                  </a:lnTo>
                  <a:lnTo>
                    <a:pt x="3503431" y="1232348"/>
                  </a:lnTo>
                  <a:lnTo>
                    <a:pt x="3463372" y="1297938"/>
                  </a:lnTo>
                  <a:lnTo>
                    <a:pt x="3423245" y="1365082"/>
                  </a:lnTo>
                  <a:lnTo>
                    <a:pt x="3383068" y="1433182"/>
                  </a:lnTo>
                  <a:lnTo>
                    <a:pt x="3342874" y="1501603"/>
                  </a:lnTo>
                  <a:lnTo>
                    <a:pt x="3302699" y="1569696"/>
                  </a:lnTo>
                  <a:lnTo>
                    <a:pt x="3262572" y="1636828"/>
                  </a:lnTo>
                  <a:lnTo>
                    <a:pt x="3222513" y="1702400"/>
                  </a:lnTo>
                  <a:lnTo>
                    <a:pt x="3182518" y="1765874"/>
                  </a:lnTo>
                  <a:lnTo>
                    <a:pt x="3142554" y="1826786"/>
                  </a:lnTo>
                  <a:lnTo>
                    <a:pt x="3102553" y="1884762"/>
                  </a:lnTo>
                  <a:lnTo>
                    <a:pt x="3062401" y="1939522"/>
                  </a:lnTo>
                  <a:lnTo>
                    <a:pt x="3021937" y="1990878"/>
                  </a:lnTo>
                  <a:lnTo>
                    <a:pt x="2980938" y="2038737"/>
                  </a:lnTo>
                  <a:lnTo>
                    <a:pt x="2939115" y="2083092"/>
                  </a:lnTo>
                  <a:lnTo>
                    <a:pt x="2896531" y="2123617"/>
                  </a:lnTo>
                  <a:lnTo>
                    <a:pt x="2849607" y="2162981"/>
                  </a:lnTo>
                  <a:lnTo>
                    <a:pt x="2800238" y="2198643"/>
                  </a:lnTo>
                  <a:lnTo>
                    <a:pt x="2747690" y="2230766"/>
                  </a:lnTo>
                  <a:lnTo>
                    <a:pt x="2691161" y="2259639"/>
                  </a:lnTo>
                  <a:lnTo>
                    <a:pt x="2629832" y="2285598"/>
                  </a:lnTo>
                  <a:lnTo>
                    <a:pt x="2562916" y="2308977"/>
                  </a:lnTo>
                  <a:lnTo>
                    <a:pt x="2489735" y="2330079"/>
                  </a:lnTo>
                  <a:lnTo>
                    <a:pt x="2409813" y="2349159"/>
                  </a:lnTo>
                  <a:lnTo>
                    <a:pt x="2323011" y="2366418"/>
                  </a:lnTo>
                  <a:lnTo>
                    <a:pt x="2229686" y="2381994"/>
                  </a:lnTo>
                  <a:lnTo>
                    <a:pt x="2130870" y="2395968"/>
                  </a:lnTo>
                  <a:lnTo>
                    <a:pt x="2028440" y="2408364"/>
                  </a:lnTo>
                  <a:lnTo>
                    <a:pt x="1925192" y="2419167"/>
                  </a:lnTo>
                  <a:lnTo>
                    <a:pt x="1824774" y="2428342"/>
                  </a:lnTo>
                  <a:lnTo>
                    <a:pt x="1731382" y="2435859"/>
                  </a:lnTo>
                  <a:lnTo>
                    <a:pt x="1649217" y="2441734"/>
                  </a:lnTo>
                  <a:lnTo>
                    <a:pt x="1581781" y="2446045"/>
                  </a:lnTo>
                  <a:lnTo>
                    <a:pt x="1531173" y="2448955"/>
                  </a:lnTo>
                  <a:lnTo>
                    <a:pt x="1497600" y="2450700"/>
                  </a:lnTo>
                  <a:lnTo>
                    <a:pt x="1479216" y="2451566"/>
                  </a:lnTo>
                  <a:lnTo>
                    <a:pt x="1472274" y="2451864"/>
                  </a:lnTo>
                  <a:lnTo>
                    <a:pt x="1471387" y="2451899"/>
                  </a:lnTo>
                  <a:lnTo>
                    <a:pt x="0" y="2451899"/>
                  </a:lnTo>
                  <a:close/>
                </a:path>
              </a:pathLst>
            </a:custGeom>
            <a:solidFill>
              <a:srgbClr val="8BC34A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545" name="pl1545"/>
            <p:cNvSpPr/>
            <p:nvPr/>
          </p:nvSpPr>
          <p:spPr>
            <a:xfrm>
              <a:off x="4799595" y="7014846"/>
              <a:ext cx="11981298" cy="2451899"/>
            </a:xfrm>
            <a:custGeom>
              <a:avLst/>
              <a:pathLst>
                <a:path w="11981298" h="2451899">
                  <a:moveTo>
                    <a:pt x="0" y="2451899"/>
                  </a:moveTo>
                  <a:lnTo>
                    <a:pt x="1471387" y="2451899"/>
                  </a:lnTo>
                  <a:lnTo>
                    <a:pt x="1472579" y="2451851"/>
                  </a:lnTo>
                  <a:lnTo>
                    <a:pt x="1480404" y="2451513"/>
                  </a:lnTo>
                  <a:lnTo>
                    <a:pt x="1500103" y="2450576"/>
                  </a:lnTo>
                  <a:lnTo>
                    <a:pt x="1535254" y="2448732"/>
                  </a:lnTo>
                  <a:lnTo>
                    <a:pt x="1587508" y="2445698"/>
                  </a:lnTo>
                  <a:lnTo>
                    <a:pt x="1656467" y="2441243"/>
                  </a:lnTo>
                  <a:lnTo>
                    <a:pt x="1739870" y="2435214"/>
                  </a:lnTo>
                  <a:lnTo>
                    <a:pt x="1834119" y="2427538"/>
                  </a:lnTo>
                  <a:lnTo>
                    <a:pt x="1934983" y="2418207"/>
                  </a:lnTo>
                  <a:lnTo>
                    <a:pt x="2038298" y="2407250"/>
                  </a:lnTo>
                  <a:lnTo>
                    <a:pt x="2140490" y="2394703"/>
                  </a:lnTo>
                  <a:lnTo>
                    <a:pt x="2238848" y="2380578"/>
                  </a:lnTo>
                  <a:lnTo>
                    <a:pt x="2331584" y="2364845"/>
                  </a:lnTo>
                  <a:lnTo>
                    <a:pt x="2417736" y="2347420"/>
                  </a:lnTo>
                  <a:lnTo>
                    <a:pt x="2497002" y="2328157"/>
                  </a:lnTo>
                  <a:lnTo>
                    <a:pt x="2569561" y="2306849"/>
                  </a:lnTo>
                  <a:lnTo>
                    <a:pt x="2635912" y="2283238"/>
                  </a:lnTo>
                  <a:lnTo>
                    <a:pt x="2696749" y="2257015"/>
                  </a:lnTo>
                  <a:lnTo>
                    <a:pt x="2752862" y="2227846"/>
                  </a:lnTo>
                  <a:lnTo>
                    <a:pt x="2805072" y="2195397"/>
                  </a:lnTo>
                  <a:lnTo>
                    <a:pt x="2854179" y="2159386"/>
                  </a:lnTo>
                  <a:lnTo>
                    <a:pt x="2896531" y="2123617"/>
                  </a:lnTo>
                  <a:lnTo>
                    <a:pt x="2939536" y="2082668"/>
                  </a:lnTo>
                  <a:lnTo>
                    <a:pt x="2981349" y="2038279"/>
                  </a:lnTo>
                  <a:lnTo>
                    <a:pt x="3022341" y="1990385"/>
                  </a:lnTo>
                  <a:lnTo>
                    <a:pt x="3062802" y="1938994"/>
                  </a:lnTo>
                  <a:lnTo>
                    <a:pt x="3102951" y="1884202"/>
                  </a:lnTo>
                  <a:lnTo>
                    <a:pt x="3142951" y="1826195"/>
                  </a:lnTo>
                  <a:lnTo>
                    <a:pt x="3182915" y="1765255"/>
                  </a:lnTo>
                  <a:lnTo>
                    <a:pt x="3222911" y="1701758"/>
                  </a:lnTo>
                  <a:lnTo>
                    <a:pt x="3262970" y="1636167"/>
                  </a:lnTo>
                  <a:lnTo>
                    <a:pt x="3303098" y="1569023"/>
                  </a:lnTo>
                  <a:lnTo>
                    <a:pt x="3343274" y="1500923"/>
                  </a:lnTo>
                  <a:lnTo>
                    <a:pt x="3383468" y="1432503"/>
                  </a:lnTo>
                  <a:lnTo>
                    <a:pt x="3423644" y="1364409"/>
                  </a:lnTo>
                  <a:lnTo>
                    <a:pt x="3463770" y="1297278"/>
                  </a:lnTo>
                  <a:lnTo>
                    <a:pt x="3503829" y="1231706"/>
                  </a:lnTo>
                  <a:lnTo>
                    <a:pt x="3543824" y="1168232"/>
                  </a:lnTo>
                  <a:lnTo>
                    <a:pt x="3583788" y="1107319"/>
                  </a:lnTo>
                  <a:lnTo>
                    <a:pt x="3623789" y="1049343"/>
                  </a:lnTo>
                  <a:lnTo>
                    <a:pt x="3663941" y="994584"/>
                  </a:lnTo>
                  <a:lnTo>
                    <a:pt x="3704405" y="943228"/>
                  </a:lnTo>
                  <a:lnTo>
                    <a:pt x="3745404" y="895368"/>
                  </a:lnTo>
                  <a:lnTo>
                    <a:pt x="3787227" y="851014"/>
                  </a:lnTo>
                  <a:lnTo>
                    <a:pt x="3829811" y="810489"/>
                  </a:lnTo>
                  <a:lnTo>
                    <a:pt x="3876735" y="771125"/>
                  </a:lnTo>
                  <a:lnTo>
                    <a:pt x="3926105" y="735463"/>
                  </a:lnTo>
                  <a:lnTo>
                    <a:pt x="3978653" y="703340"/>
                  </a:lnTo>
                  <a:lnTo>
                    <a:pt x="4035181" y="674467"/>
                  </a:lnTo>
                  <a:lnTo>
                    <a:pt x="4096510" y="648507"/>
                  </a:lnTo>
                  <a:lnTo>
                    <a:pt x="4163426" y="625128"/>
                  </a:lnTo>
                  <a:lnTo>
                    <a:pt x="4236607" y="604027"/>
                  </a:lnTo>
                  <a:lnTo>
                    <a:pt x="4316529" y="584946"/>
                  </a:lnTo>
                  <a:lnTo>
                    <a:pt x="4403331" y="567688"/>
                  </a:lnTo>
                  <a:lnTo>
                    <a:pt x="4496657" y="552112"/>
                  </a:lnTo>
                  <a:lnTo>
                    <a:pt x="4595472" y="538138"/>
                  </a:lnTo>
                  <a:lnTo>
                    <a:pt x="4697902" y="525741"/>
                  </a:lnTo>
                  <a:lnTo>
                    <a:pt x="4801150" y="514938"/>
                  </a:lnTo>
                  <a:lnTo>
                    <a:pt x="4901568" y="505764"/>
                  </a:lnTo>
                  <a:lnTo>
                    <a:pt x="4994960" y="498246"/>
                  </a:lnTo>
                  <a:lnTo>
                    <a:pt x="5077125" y="492372"/>
                  </a:lnTo>
                  <a:lnTo>
                    <a:pt x="5144561" y="488060"/>
                  </a:lnTo>
                  <a:lnTo>
                    <a:pt x="5195169" y="485150"/>
                  </a:lnTo>
                  <a:lnTo>
                    <a:pt x="5228742" y="483406"/>
                  </a:lnTo>
                  <a:lnTo>
                    <a:pt x="5247126" y="482540"/>
                  </a:lnTo>
                  <a:lnTo>
                    <a:pt x="5254068" y="482242"/>
                  </a:lnTo>
                  <a:lnTo>
                    <a:pt x="5254955" y="482206"/>
                  </a:lnTo>
                  <a:lnTo>
                    <a:pt x="6726343" y="482206"/>
                  </a:lnTo>
                  <a:lnTo>
                    <a:pt x="6727578" y="482194"/>
                  </a:lnTo>
                  <a:lnTo>
                    <a:pt x="6735681" y="482108"/>
                  </a:lnTo>
                  <a:lnTo>
                    <a:pt x="6756057" y="481870"/>
                  </a:lnTo>
                  <a:lnTo>
                    <a:pt x="6792359" y="481402"/>
                  </a:lnTo>
                  <a:lnTo>
                    <a:pt x="6846208" y="480632"/>
                  </a:lnTo>
                  <a:lnTo>
                    <a:pt x="6917078" y="479503"/>
                  </a:lnTo>
                  <a:lnTo>
                    <a:pt x="7002512" y="477977"/>
                  </a:lnTo>
                  <a:lnTo>
                    <a:pt x="7098702" y="476037"/>
                  </a:lnTo>
                  <a:lnTo>
                    <a:pt x="7201239" y="473683"/>
                  </a:lnTo>
                  <a:lnTo>
                    <a:pt x="7305850" y="470921"/>
                  </a:lnTo>
                  <a:lnTo>
                    <a:pt x="7408922" y="467762"/>
                  </a:lnTo>
                  <a:lnTo>
                    <a:pt x="7507769" y="464207"/>
                  </a:lnTo>
                  <a:lnTo>
                    <a:pt x="7600664" y="460246"/>
                  </a:lnTo>
                  <a:lnTo>
                    <a:pt x="7686724" y="455856"/>
                  </a:lnTo>
                  <a:lnTo>
                    <a:pt x="7765732" y="450997"/>
                  </a:lnTo>
                  <a:lnTo>
                    <a:pt x="7837942" y="445614"/>
                  </a:lnTo>
                  <a:lnTo>
                    <a:pt x="7903919" y="439639"/>
                  </a:lnTo>
                  <a:lnTo>
                    <a:pt x="7964408" y="432992"/>
                  </a:lnTo>
                  <a:lnTo>
                    <a:pt x="8020243" y="425587"/>
                  </a:lnTo>
                  <a:lnTo>
                    <a:pt x="8072272" y="417342"/>
                  </a:lnTo>
                  <a:lnTo>
                    <a:pt x="8121311" y="408190"/>
                  </a:lnTo>
                  <a:lnTo>
                    <a:pt x="8151487" y="401839"/>
                  </a:lnTo>
                  <a:lnTo>
                    <a:pt x="8206198" y="388883"/>
                  </a:lnTo>
                  <a:lnTo>
                    <a:pt x="8259138" y="374545"/>
                  </a:lnTo>
                  <a:lnTo>
                    <a:pt x="8311010" y="358806"/>
                  </a:lnTo>
                  <a:lnTo>
                    <a:pt x="8362315" y="341701"/>
                  </a:lnTo>
                  <a:lnTo>
                    <a:pt x="8413397" y="323324"/>
                  </a:lnTo>
                  <a:lnTo>
                    <a:pt x="8464467" y="303830"/>
                  </a:lnTo>
                  <a:lnTo>
                    <a:pt x="8515627" y="283437"/>
                  </a:lnTo>
                  <a:lnTo>
                    <a:pt x="8566896" y="262411"/>
                  </a:lnTo>
                  <a:lnTo>
                    <a:pt x="8618234" y="241058"/>
                  </a:lnTo>
                  <a:lnTo>
                    <a:pt x="8669572" y="219707"/>
                  </a:lnTo>
                  <a:lnTo>
                    <a:pt x="8720840" y="198682"/>
                  </a:lnTo>
                  <a:lnTo>
                    <a:pt x="8772000" y="178292"/>
                  </a:lnTo>
                  <a:lnTo>
                    <a:pt x="8823069" y="158803"/>
                  </a:lnTo>
                  <a:lnTo>
                    <a:pt x="8874152" y="140431"/>
                  </a:lnTo>
                  <a:lnTo>
                    <a:pt x="8925458" y="123332"/>
                  </a:lnTo>
                  <a:lnTo>
                    <a:pt x="8977333" y="107598"/>
                  </a:lnTo>
                  <a:lnTo>
                    <a:pt x="9030279" y="93266"/>
                  </a:lnTo>
                  <a:lnTo>
                    <a:pt x="9084767" y="80367"/>
                  </a:lnTo>
                  <a:lnTo>
                    <a:pt x="9132277" y="70619"/>
                  </a:lnTo>
                  <a:lnTo>
                    <a:pt x="9182302" y="61798"/>
                  </a:lnTo>
                  <a:lnTo>
                    <a:pt x="9235603" y="53864"/>
                  </a:lnTo>
                  <a:lnTo>
                    <a:pt x="9293012" y="46741"/>
                  </a:lnTo>
                  <a:lnTo>
                    <a:pt x="9355382" y="40346"/>
                  </a:lnTo>
                  <a:lnTo>
                    <a:pt x="9423521" y="34592"/>
                  </a:lnTo>
                  <a:lnTo>
                    <a:pt x="9498123" y="29405"/>
                  </a:lnTo>
                  <a:lnTo>
                    <a:pt x="9579658" y="24720"/>
                  </a:lnTo>
                  <a:lnTo>
                    <a:pt x="9668231" y="20488"/>
                  </a:lnTo>
                  <a:lnTo>
                    <a:pt x="9763408" y="16675"/>
                  </a:lnTo>
                  <a:lnTo>
                    <a:pt x="9864021" y="13262"/>
                  </a:lnTo>
                  <a:lnTo>
                    <a:pt x="9968007" y="10245"/>
                  </a:lnTo>
                  <a:lnTo>
                    <a:pt x="10072332" y="7629"/>
                  </a:lnTo>
                  <a:lnTo>
                    <a:pt x="10173099" y="5423"/>
                  </a:lnTo>
                  <a:lnTo>
                    <a:pt x="10265915" y="3633"/>
                  </a:lnTo>
                  <a:lnTo>
                    <a:pt x="10346497" y="2253"/>
                  </a:lnTo>
                  <a:lnTo>
                    <a:pt x="10411438" y="1258"/>
                  </a:lnTo>
                  <a:lnTo>
                    <a:pt x="10458928" y="604"/>
                  </a:lnTo>
                  <a:lnTo>
                    <a:pt x="10489206" y="228"/>
                  </a:lnTo>
                  <a:lnTo>
                    <a:pt x="10504651" y="53"/>
                  </a:lnTo>
                  <a:lnTo>
                    <a:pt x="10509580" y="3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46" name="pl1546"/>
            <p:cNvSpPr/>
            <p:nvPr/>
          </p:nvSpPr>
          <p:spPr>
            <a:xfrm>
              <a:off x="4799595" y="7006673"/>
              <a:ext cx="11981298" cy="2451899"/>
            </a:xfrm>
            <a:custGeom>
              <a:avLst/>
              <a:pathLst>
                <a:path w="11981298" h="2451899">
                  <a:moveTo>
                    <a:pt x="11981298" y="0"/>
                  </a:moveTo>
                  <a:lnTo>
                    <a:pt x="10509911" y="0"/>
                  </a:lnTo>
                  <a:lnTo>
                    <a:pt x="10508676" y="12"/>
                  </a:lnTo>
                  <a:lnTo>
                    <a:pt x="10500572" y="98"/>
                  </a:lnTo>
                  <a:lnTo>
                    <a:pt x="10480196" y="336"/>
                  </a:lnTo>
                  <a:lnTo>
                    <a:pt x="10443895" y="804"/>
                  </a:lnTo>
                  <a:lnTo>
                    <a:pt x="10390045" y="1574"/>
                  </a:lnTo>
                  <a:lnTo>
                    <a:pt x="10319176" y="2703"/>
                  </a:lnTo>
                  <a:lnTo>
                    <a:pt x="10233741" y="4229"/>
                  </a:lnTo>
                  <a:lnTo>
                    <a:pt x="10137551" y="6169"/>
                  </a:lnTo>
                  <a:lnTo>
                    <a:pt x="10035014" y="8523"/>
                  </a:lnTo>
                  <a:lnTo>
                    <a:pt x="9930403" y="11284"/>
                  </a:lnTo>
                  <a:lnTo>
                    <a:pt x="9827331" y="14444"/>
                  </a:lnTo>
                  <a:lnTo>
                    <a:pt x="9728484" y="17999"/>
                  </a:lnTo>
                  <a:lnTo>
                    <a:pt x="9635590" y="21960"/>
                  </a:lnTo>
                  <a:lnTo>
                    <a:pt x="9549529" y="26350"/>
                  </a:lnTo>
                  <a:lnTo>
                    <a:pt x="9470521" y="31209"/>
                  </a:lnTo>
                  <a:lnTo>
                    <a:pt x="9398311" y="36592"/>
                  </a:lnTo>
                  <a:lnTo>
                    <a:pt x="9332334" y="42567"/>
                  </a:lnTo>
                  <a:lnTo>
                    <a:pt x="9271845" y="49214"/>
                  </a:lnTo>
                  <a:lnTo>
                    <a:pt x="9216011" y="56618"/>
                  </a:lnTo>
                  <a:lnTo>
                    <a:pt x="9163981" y="64864"/>
                  </a:lnTo>
                  <a:lnTo>
                    <a:pt x="9114942" y="74016"/>
                  </a:lnTo>
                  <a:lnTo>
                    <a:pt x="9084767" y="80367"/>
                  </a:lnTo>
                  <a:lnTo>
                    <a:pt x="9030055" y="93323"/>
                  </a:lnTo>
                  <a:lnTo>
                    <a:pt x="8977115" y="107661"/>
                  </a:lnTo>
                  <a:lnTo>
                    <a:pt x="8925244" y="123400"/>
                  </a:lnTo>
                  <a:lnTo>
                    <a:pt x="8873938" y="140505"/>
                  </a:lnTo>
                  <a:lnTo>
                    <a:pt x="8822856" y="158882"/>
                  </a:lnTo>
                  <a:lnTo>
                    <a:pt x="8771787" y="178375"/>
                  </a:lnTo>
                  <a:lnTo>
                    <a:pt x="8720626" y="198769"/>
                  </a:lnTo>
                  <a:lnTo>
                    <a:pt x="8669358" y="219795"/>
                  </a:lnTo>
                  <a:lnTo>
                    <a:pt x="8618020" y="241148"/>
                  </a:lnTo>
                  <a:lnTo>
                    <a:pt x="8566682" y="262499"/>
                  </a:lnTo>
                  <a:lnTo>
                    <a:pt x="8515413" y="283523"/>
                  </a:lnTo>
                  <a:lnTo>
                    <a:pt x="8464254" y="303914"/>
                  </a:lnTo>
                  <a:lnTo>
                    <a:pt x="8413184" y="323403"/>
                  </a:lnTo>
                  <a:lnTo>
                    <a:pt x="8362102" y="341775"/>
                  </a:lnTo>
                  <a:lnTo>
                    <a:pt x="8310795" y="358874"/>
                  </a:lnTo>
                  <a:lnTo>
                    <a:pt x="8258920" y="374608"/>
                  </a:lnTo>
                  <a:lnTo>
                    <a:pt x="8205974" y="388940"/>
                  </a:lnTo>
                  <a:lnTo>
                    <a:pt x="8151487" y="401839"/>
                  </a:lnTo>
                  <a:lnTo>
                    <a:pt x="8103976" y="411587"/>
                  </a:lnTo>
                  <a:lnTo>
                    <a:pt x="8053951" y="420408"/>
                  </a:lnTo>
                  <a:lnTo>
                    <a:pt x="8000651" y="428342"/>
                  </a:lnTo>
                  <a:lnTo>
                    <a:pt x="7943241" y="435465"/>
                  </a:lnTo>
                  <a:lnTo>
                    <a:pt x="7880872" y="441860"/>
                  </a:lnTo>
                  <a:lnTo>
                    <a:pt x="7812732" y="447614"/>
                  </a:lnTo>
                  <a:lnTo>
                    <a:pt x="7738130" y="452801"/>
                  </a:lnTo>
                  <a:lnTo>
                    <a:pt x="7656595" y="457486"/>
                  </a:lnTo>
                  <a:lnTo>
                    <a:pt x="7568022" y="461718"/>
                  </a:lnTo>
                  <a:lnTo>
                    <a:pt x="7472845" y="465531"/>
                  </a:lnTo>
                  <a:lnTo>
                    <a:pt x="7372232" y="468944"/>
                  </a:lnTo>
                  <a:lnTo>
                    <a:pt x="7268246" y="471960"/>
                  </a:lnTo>
                  <a:lnTo>
                    <a:pt x="7163922" y="474577"/>
                  </a:lnTo>
                  <a:lnTo>
                    <a:pt x="7063154" y="476783"/>
                  </a:lnTo>
                  <a:lnTo>
                    <a:pt x="6970338" y="478573"/>
                  </a:lnTo>
                  <a:lnTo>
                    <a:pt x="6889757" y="479953"/>
                  </a:lnTo>
                  <a:lnTo>
                    <a:pt x="6824815" y="480948"/>
                  </a:lnTo>
                  <a:lnTo>
                    <a:pt x="6777325" y="481602"/>
                  </a:lnTo>
                  <a:lnTo>
                    <a:pt x="6747047" y="481978"/>
                  </a:lnTo>
                  <a:lnTo>
                    <a:pt x="6731602" y="482153"/>
                  </a:lnTo>
                  <a:lnTo>
                    <a:pt x="6726674" y="482203"/>
                  </a:lnTo>
                  <a:lnTo>
                    <a:pt x="6726343" y="482206"/>
                  </a:lnTo>
                  <a:lnTo>
                    <a:pt x="5254955" y="482206"/>
                  </a:lnTo>
                  <a:lnTo>
                    <a:pt x="5253763" y="482254"/>
                  </a:lnTo>
                  <a:lnTo>
                    <a:pt x="5245938" y="482593"/>
                  </a:lnTo>
                  <a:lnTo>
                    <a:pt x="5226239" y="483530"/>
                  </a:lnTo>
                  <a:lnTo>
                    <a:pt x="5191088" y="485373"/>
                  </a:lnTo>
                  <a:lnTo>
                    <a:pt x="5138834" y="488408"/>
                  </a:lnTo>
                  <a:lnTo>
                    <a:pt x="5069875" y="492863"/>
                  </a:lnTo>
                  <a:lnTo>
                    <a:pt x="4986472" y="498892"/>
                  </a:lnTo>
                  <a:lnTo>
                    <a:pt x="4892223" y="506568"/>
                  </a:lnTo>
                  <a:lnTo>
                    <a:pt x="4791359" y="515899"/>
                  </a:lnTo>
                  <a:lnTo>
                    <a:pt x="4688044" y="526856"/>
                  </a:lnTo>
                  <a:lnTo>
                    <a:pt x="4585852" y="539403"/>
                  </a:lnTo>
                  <a:lnTo>
                    <a:pt x="4487494" y="553528"/>
                  </a:lnTo>
                  <a:lnTo>
                    <a:pt x="4394758" y="569260"/>
                  </a:lnTo>
                  <a:lnTo>
                    <a:pt x="4308606" y="586685"/>
                  </a:lnTo>
                  <a:lnTo>
                    <a:pt x="4229340" y="605949"/>
                  </a:lnTo>
                  <a:lnTo>
                    <a:pt x="4156781" y="627256"/>
                  </a:lnTo>
                  <a:lnTo>
                    <a:pt x="4090430" y="650867"/>
                  </a:lnTo>
                  <a:lnTo>
                    <a:pt x="4029593" y="677090"/>
                  </a:lnTo>
                  <a:lnTo>
                    <a:pt x="3973481" y="706259"/>
                  </a:lnTo>
                  <a:lnTo>
                    <a:pt x="3921270" y="738709"/>
                  </a:lnTo>
                  <a:lnTo>
                    <a:pt x="3872164" y="774720"/>
                  </a:lnTo>
                  <a:lnTo>
                    <a:pt x="3829811" y="810489"/>
                  </a:lnTo>
                  <a:lnTo>
                    <a:pt x="3786806" y="851437"/>
                  </a:lnTo>
                  <a:lnTo>
                    <a:pt x="3744993" y="895826"/>
                  </a:lnTo>
                  <a:lnTo>
                    <a:pt x="3704001" y="943721"/>
                  </a:lnTo>
                  <a:lnTo>
                    <a:pt x="3663541" y="995112"/>
                  </a:lnTo>
                  <a:lnTo>
                    <a:pt x="3623391" y="1049904"/>
                  </a:lnTo>
                  <a:lnTo>
                    <a:pt x="3583391" y="1107911"/>
                  </a:lnTo>
                  <a:lnTo>
                    <a:pt x="3543427" y="1168851"/>
                  </a:lnTo>
                  <a:lnTo>
                    <a:pt x="3503431" y="1232348"/>
                  </a:lnTo>
                  <a:lnTo>
                    <a:pt x="3463372" y="1297938"/>
                  </a:lnTo>
                  <a:lnTo>
                    <a:pt x="3423245" y="1365082"/>
                  </a:lnTo>
                  <a:lnTo>
                    <a:pt x="3383068" y="1433182"/>
                  </a:lnTo>
                  <a:lnTo>
                    <a:pt x="3342874" y="1501603"/>
                  </a:lnTo>
                  <a:lnTo>
                    <a:pt x="3302699" y="1569696"/>
                  </a:lnTo>
                  <a:lnTo>
                    <a:pt x="3262572" y="1636828"/>
                  </a:lnTo>
                  <a:lnTo>
                    <a:pt x="3222513" y="1702400"/>
                  </a:lnTo>
                  <a:lnTo>
                    <a:pt x="3182518" y="1765874"/>
                  </a:lnTo>
                  <a:lnTo>
                    <a:pt x="3142554" y="1826786"/>
                  </a:lnTo>
                  <a:lnTo>
                    <a:pt x="3102553" y="1884762"/>
                  </a:lnTo>
                  <a:lnTo>
                    <a:pt x="3062401" y="1939522"/>
                  </a:lnTo>
                  <a:lnTo>
                    <a:pt x="3021937" y="1990878"/>
                  </a:lnTo>
                  <a:lnTo>
                    <a:pt x="2980938" y="2038737"/>
                  </a:lnTo>
                  <a:lnTo>
                    <a:pt x="2939115" y="2083092"/>
                  </a:lnTo>
                  <a:lnTo>
                    <a:pt x="2896531" y="2123617"/>
                  </a:lnTo>
                  <a:lnTo>
                    <a:pt x="2849607" y="2162981"/>
                  </a:lnTo>
                  <a:lnTo>
                    <a:pt x="2800238" y="2198643"/>
                  </a:lnTo>
                  <a:lnTo>
                    <a:pt x="2747690" y="2230766"/>
                  </a:lnTo>
                  <a:lnTo>
                    <a:pt x="2691161" y="2259639"/>
                  </a:lnTo>
                  <a:lnTo>
                    <a:pt x="2629832" y="2285598"/>
                  </a:lnTo>
                  <a:lnTo>
                    <a:pt x="2562916" y="2308977"/>
                  </a:lnTo>
                  <a:lnTo>
                    <a:pt x="2489735" y="2330079"/>
                  </a:lnTo>
                  <a:lnTo>
                    <a:pt x="2409813" y="2349159"/>
                  </a:lnTo>
                  <a:lnTo>
                    <a:pt x="2323011" y="2366418"/>
                  </a:lnTo>
                  <a:lnTo>
                    <a:pt x="2229686" y="2381994"/>
                  </a:lnTo>
                  <a:lnTo>
                    <a:pt x="2130870" y="2395968"/>
                  </a:lnTo>
                  <a:lnTo>
                    <a:pt x="2028440" y="2408364"/>
                  </a:lnTo>
                  <a:lnTo>
                    <a:pt x="1925192" y="2419167"/>
                  </a:lnTo>
                  <a:lnTo>
                    <a:pt x="1824774" y="2428342"/>
                  </a:lnTo>
                  <a:lnTo>
                    <a:pt x="1731382" y="2435859"/>
                  </a:lnTo>
                  <a:lnTo>
                    <a:pt x="1649217" y="2441734"/>
                  </a:lnTo>
                  <a:lnTo>
                    <a:pt x="1581781" y="2446045"/>
                  </a:lnTo>
                  <a:lnTo>
                    <a:pt x="1531173" y="2448955"/>
                  </a:lnTo>
                  <a:lnTo>
                    <a:pt x="1497600" y="2450700"/>
                  </a:lnTo>
                  <a:lnTo>
                    <a:pt x="1479216" y="2451566"/>
                  </a:lnTo>
                  <a:lnTo>
                    <a:pt x="1472274" y="2451864"/>
                  </a:lnTo>
                  <a:lnTo>
                    <a:pt x="1471387" y="2451899"/>
                  </a:lnTo>
                  <a:lnTo>
                    <a:pt x="0" y="245189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47" name="pg1547"/>
            <p:cNvSpPr/>
            <p:nvPr/>
          </p:nvSpPr>
          <p:spPr>
            <a:xfrm>
              <a:off x="4799595" y="3026423"/>
              <a:ext cx="11981298" cy="6285035"/>
            </a:xfrm>
            <a:custGeom>
              <a:avLst/>
              <a:pathLst>
                <a:path w="11981298" h="6285035">
                  <a:moveTo>
                    <a:pt x="0" y="6285035"/>
                  </a:moveTo>
                  <a:lnTo>
                    <a:pt x="1471387" y="6285035"/>
                  </a:lnTo>
                  <a:lnTo>
                    <a:pt x="1472227" y="6284940"/>
                  </a:lnTo>
                  <a:lnTo>
                    <a:pt x="1477785" y="6284264"/>
                  </a:lnTo>
                  <a:lnTo>
                    <a:pt x="1491916" y="6282396"/>
                  </a:lnTo>
                  <a:lnTo>
                    <a:pt x="1517475" y="6278713"/>
                  </a:lnTo>
                  <a:lnTo>
                    <a:pt x="1556173" y="6272618"/>
                  </a:lnTo>
                  <a:lnTo>
                    <a:pt x="1608451" y="6263586"/>
                  </a:lnTo>
                  <a:lnTo>
                    <a:pt x="1673491" y="6251213"/>
                  </a:lnTo>
                  <a:lnTo>
                    <a:pt x="1749399" y="6235236"/>
                  </a:lnTo>
                  <a:lnTo>
                    <a:pt x="1833530" y="6215534"/>
                  </a:lnTo>
                  <a:lnTo>
                    <a:pt x="1922900" y="6192096"/>
                  </a:lnTo>
                  <a:lnTo>
                    <a:pt x="2014565" y="6164982"/>
                  </a:lnTo>
                  <a:lnTo>
                    <a:pt x="2105924" y="6134266"/>
                  </a:lnTo>
                  <a:lnTo>
                    <a:pt x="2194892" y="6099992"/>
                  </a:lnTo>
                  <a:lnTo>
                    <a:pt x="2279964" y="6062138"/>
                  </a:lnTo>
                  <a:lnTo>
                    <a:pt x="2360187" y="6020594"/>
                  </a:lnTo>
                  <a:lnTo>
                    <a:pt x="2435080" y="5975142"/>
                  </a:lnTo>
                  <a:lnTo>
                    <a:pt x="2504538" y="5925460"/>
                  </a:lnTo>
                  <a:lnTo>
                    <a:pt x="2568729" y="5871118"/>
                  </a:lnTo>
                  <a:lnTo>
                    <a:pt x="2628015" y="5811587"/>
                  </a:lnTo>
                  <a:lnTo>
                    <a:pt x="2682875" y="5746259"/>
                  </a:lnTo>
                  <a:lnTo>
                    <a:pt x="2733857" y="5674466"/>
                  </a:lnTo>
                  <a:lnTo>
                    <a:pt x="2781535" y="5595528"/>
                  </a:lnTo>
                  <a:lnTo>
                    <a:pt x="2826481" y="5508820"/>
                  </a:lnTo>
                  <a:lnTo>
                    <a:pt x="2869233" y="5413879"/>
                  </a:lnTo>
                  <a:lnTo>
                    <a:pt x="2896531" y="5346503"/>
                  </a:lnTo>
                  <a:lnTo>
                    <a:pt x="2924442" y="5272063"/>
                  </a:lnTo>
                  <a:lnTo>
                    <a:pt x="2951794" y="5193573"/>
                  </a:lnTo>
                  <a:lnTo>
                    <a:pt x="2978701" y="5110951"/>
                  </a:lnTo>
                  <a:lnTo>
                    <a:pt x="3005258" y="5024153"/>
                  </a:lnTo>
                  <a:lnTo>
                    <a:pt x="3031549" y="4933172"/>
                  </a:lnTo>
                  <a:lnTo>
                    <a:pt x="3057643" y="4838040"/>
                  </a:lnTo>
                  <a:lnTo>
                    <a:pt x="3083599" y="4738832"/>
                  </a:lnTo>
                  <a:lnTo>
                    <a:pt x="3109463" y="4635669"/>
                  </a:lnTo>
                  <a:lnTo>
                    <a:pt x="3135276" y="4528721"/>
                  </a:lnTo>
                  <a:lnTo>
                    <a:pt x="3161067" y="4418201"/>
                  </a:lnTo>
                  <a:lnTo>
                    <a:pt x="3186858" y="4304373"/>
                  </a:lnTo>
                  <a:lnTo>
                    <a:pt x="3212665" y="4187546"/>
                  </a:lnTo>
                  <a:lnTo>
                    <a:pt x="3238497" y="4068071"/>
                  </a:lnTo>
                  <a:lnTo>
                    <a:pt x="3264359" y="3946341"/>
                  </a:lnTo>
                  <a:lnTo>
                    <a:pt x="3290249" y="3822780"/>
                  </a:lnTo>
                  <a:lnTo>
                    <a:pt x="3316162" y="3697846"/>
                  </a:lnTo>
                  <a:lnTo>
                    <a:pt x="3342093" y="3572014"/>
                  </a:lnTo>
                  <a:lnTo>
                    <a:pt x="3368031" y="3445777"/>
                  </a:lnTo>
                  <a:lnTo>
                    <a:pt x="3393968" y="3319633"/>
                  </a:lnTo>
                  <a:lnTo>
                    <a:pt x="3419893" y="3194081"/>
                  </a:lnTo>
                  <a:lnTo>
                    <a:pt x="3445798" y="3069606"/>
                  </a:lnTo>
                  <a:lnTo>
                    <a:pt x="3471678" y="2946679"/>
                  </a:lnTo>
                  <a:lnTo>
                    <a:pt x="3497528" y="2825746"/>
                  </a:lnTo>
                  <a:lnTo>
                    <a:pt x="3523351" y="2707219"/>
                  </a:lnTo>
                  <a:lnTo>
                    <a:pt x="3549150" y="2591477"/>
                  </a:lnTo>
                  <a:lnTo>
                    <a:pt x="3574939" y="2478855"/>
                  </a:lnTo>
                  <a:lnTo>
                    <a:pt x="3600735" y="2369646"/>
                  </a:lnTo>
                  <a:lnTo>
                    <a:pt x="3626563" y="2264093"/>
                  </a:lnTo>
                  <a:lnTo>
                    <a:pt x="3652457" y="2162396"/>
                  </a:lnTo>
                  <a:lnTo>
                    <a:pt x="3678458" y="2064703"/>
                  </a:lnTo>
                  <a:lnTo>
                    <a:pt x="3704618" y="1971120"/>
                  </a:lnTo>
                  <a:lnTo>
                    <a:pt x="3731000" y="1881705"/>
                  </a:lnTo>
                  <a:lnTo>
                    <a:pt x="3757678" y="1796475"/>
                  </a:lnTo>
                  <a:lnTo>
                    <a:pt x="3784740" y="1715408"/>
                  </a:lnTo>
                  <a:lnTo>
                    <a:pt x="3812287" y="1638447"/>
                  </a:lnTo>
                  <a:lnTo>
                    <a:pt x="3829811" y="1592372"/>
                  </a:lnTo>
                  <a:lnTo>
                    <a:pt x="3871381" y="1491885"/>
                  </a:lnTo>
                  <a:lnTo>
                    <a:pt x="3914819" y="1399770"/>
                  </a:lnTo>
                  <a:lnTo>
                    <a:pt x="3960629" y="1315757"/>
                  </a:lnTo>
                  <a:lnTo>
                    <a:pt x="4009362" y="1239315"/>
                  </a:lnTo>
                  <a:lnTo>
                    <a:pt x="4061594" y="1169789"/>
                  </a:lnTo>
                  <a:lnTo>
                    <a:pt x="4117895" y="1106498"/>
                  </a:lnTo>
                  <a:lnTo>
                    <a:pt x="4178794" y="1048790"/>
                  </a:lnTo>
                  <a:lnTo>
                    <a:pt x="4244737" y="996081"/>
                  </a:lnTo>
                  <a:lnTo>
                    <a:pt x="4316029" y="947876"/>
                  </a:lnTo>
                  <a:lnTo>
                    <a:pt x="4392757" y="903779"/>
                  </a:lnTo>
                  <a:lnTo>
                    <a:pt x="4474698" y="863504"/>
                  </a:lnTo>
                  <a:lnTo>
                    <a:pt x="4561224" y="826871"/>
                  </a:lnTo>
                  <a:lnTo>
                    <a:pt x="4651200" y="793801"/>
                  </a:lnTo>
                  <a:lnTo>
                    <a:pt x="4742924" y="764298"/>
                  </a:lnTo>
                  <a:lnTo>
                    <a:pt x="4834124" y="738421"/>
                  </a:lnTo>
                  <a:lnTo>
                    <a:pt x="4922058" y="716245"/>
                  </a:lnTo>
                  <a:lnTo>
                    <a:pt x="5003729" y="697811"/>
                  </a:lnTo>
                  <a:lnTo>
                    <a:pt x="5076221" y="683075"/>
                  </a:lnTo>
                  <a:lnTo>
                    <a:pt x="5137101" y="671871"/>
                  </a:lnTo>
                  <a:lnTo>
                    <a:pt x="5184808" y="663886"/>
                  </a:lnTo>
                  <a:lnTo>
                    <a:pt x="5218940" y="658672"/>
                  </a:lnTo>
                  <a:lnTo>
                    <a:pt x="5240374" y="655673"/>
                  </a:lnTo>
                  <a:lnTo>
                    <a:pt x="5251227" y="654279"/>
                  </a:lnTo>
                  <a:lnTo>
                    <a:pt x="5254708" y="653867"/>
                  </a:lnTo>
                  <a:lnTo>
                    <a:pt x="5254955" y="653839"/>
                  </a:lnTo>
                  <a:lnTo>
                    <a:pt x="6726343" y="653839"/>
                  </a:lnTo>
                  <a:lnTo>
                    <a:pt x="6727575" y="653823"/>
                  </a:lnTo>
                  <a:lnTo>
                    <a:pt x="6735664" y="653708"/>
                  </a:lnTo>
                  <a:lnTo>
                    <a:pt x="6756005" y="653390"/>
                  </a:lnTo>
                  <a:lnTo>
                    <a:pt x="6792246" y="652765"/>
                  </a:lnTo>
                  <a:lnTo>
                    <a:pt x="6846012" y="651735"/>
                  </a:lnTo>
                  <a:lnTo>
                    <a:pt x="6916781" y="650226"/>
                  </a:lnTo>
                  <a:lnTo>
                    <a:pt x="7002111" y="648186"/>
                  </a:lnTo>
                  <a:lnTo>
                    <a:pt x="7098199" y="645593"/>
                  </a:lnTo>
                  <a:lnTo>
                    <a:pt x="7200650" y="642446"/>
                  </a:lnTo>
                  <a:lnTo>
                    <a:pt x="7305195" y="638754"/>
                  </a:lnTo>
                  <a:lnTo>
                    <a:pt x="7408223" y="634530"/>
                  </a:lnTo>
                  <a:lnTo>
                    <a:pt x="7507046" y="629776"/>
                  </a:lnTo>
                  <a:lnTo>
                    <a:pt x="7599933" y="624480"/>
                  </a:lnTo>
                  <a:lnTo>
                    <a:pt x="7685999" y="618611"/>
                  </a:lnTo>
                  <a:lnTo>
                    <a:pt x="7765021" y="612114"/>
                  </a:lnTo>
                  <a:lnTo>
                    <a:pt x="7837250" y="604919"/>
                  </a:lnTo>
                  <a:lnTo>
                    <a:pt x="7903246" y="596932"/>
                  </a:lnTo>
                  <a:lnTo>
                    <a:pt x="7963753" y="588048"/>
                  </a:lnTo>
                  <a:lnTo>
                    <a:pt x="8019601" y="578152"/>
                  </a:lnTo>
                  <a:lnTo>
                    <a:pt x="8071640" y="567133"/>
                  </a:lnTo>
                  <a:lnTo>
                    <a:pt x="8120681" y="554902"/>
                  </a:lnTo>
                  <a:lnTo>
                    <a:pt x="8151487" y="546228"/>
                  </a:lnTo>
                  <a:lnTo>
                    <a:pt x="8205125" y="529246"/>
                  </a:lnTo>
                  <a:lnTo>
                    <a:pt x="8257047" y="510486"/>
                  </a:lnTo>
                  <a:lnTo>
                    <a:pt x="8307920" y="489924"/>
                  </a:lnTo>
                  <a:lnTo>
                    <a:pt x="8358225" y="467600"/>
                  </a:lnTo>
                  <a:lnTo>
                    <a:pt x="8408296" y="443628"/>
                  </a:lnTo>
                  <a:lnTo>
                    <a:pt x="8458340" y="418197"/>
                  </a:lnTo>
                  <a:lnTo>
                    <a:pt x="8508463" y="391570"/>
                  </a:lnTo>
                  <a:lnTo>
                    <a:pt x="8558693" y="364078"/>
                  </a:lnTo>
                  <a:lnTo>
                    <a:pt x="8608998" y="336101"/>
                  </a:lnTo>
                  <a:lnTo>
                    <a:pt x="8659316" y="308049"/>
                  </a:lnTo>
                  <a:lnTo>
                    <a:pt x="8709579" y="280335"/>
                  </a:lnTo>
                  <a:lnTo>
                    <a:pt x="8759741" y="253353"/>
                  </a:lnTo>
                  <a:lnTo>
                    <a:pt x="8809806" y="227454"/>
                  </a:lnTo>
                  <a:lnTo>
                    <a:pt x="8859849" y="202926"/>
                  </a:lnTo>
                  <a:lnTo>
                    <a:pt x="8910038" y="179987"/>
                  </a:lnTo>
                  <a:lnTo>
                    <a:pt x="8960658" y="158778"/>
                  </a:lnTo>
                  <a:lnTo>
                    <a:pt x="9012133" y="139364"/>
                  </a:lnTo>
                  <a:lnTo>
                    <a:pt x="9065058" y="121743"/>
                  </a:lnTo>
                  <a:lnTo>
                    <a:pt x="9084767" y="115784"/>
                  </a:lnTo>
                  <a:lnTo>
                    <a:pt x="9132247" y="102738"/>
                  </a:lnTo>
                  <a:lnTo>
                    <a:pt x="9182237" y="90934"/>
                  </a:lnTo>
                  <a:lnTo>
                    <a:pt x="9235499" y="80314"/>
                  </a:lnTo>
                  <a:lnTo>
                    <a:pt x="9292862" y="70781"/>
                  </a:lnTo>
                  <a:lnTo>
                    <a:pt x="9355177" y="62221"/>
                  </a:lnTo>
                  <a:lnTo>
                    <a:pt x="9423253" y="54519"/>
                  </a:lnTo>
                  <a:lnTo>
                    <a:pt x="9497781" y="47575"/>
                  </a:lnTo>
                  <a:lnTo>
                    <a:pt x="9579231" y="41303"/>
                  </a:lnTo>
                  <a:lnTo>
                    <a:pt x="9667712" y="35637"/>
                  </a:lnTo>
                  <a:lnTo>
                    <a:pt x="9762792" y="30531"/>
                  </a:lnTo>
                  <a:lnTo>
                    <a:pt x="9863313" y="25961"/>
                  </a:lnTo>
                  <a:lnTo>
                    <a:pt x="9967219" y="21920"/>
                  </a:lnTo>
                  <a:lnTo>
                    <a:pt x="10071489" y="18415"/>
                  </a:lnTo>
                  <a:lnTo>
                    <a:pt x="10172242" y="15458"/>
                  </a:lnTo>
                  <a:lnTo>
                    <a:pt x="10265093" y="13058"/>
                  </a:lnTo>
                  <a:lnTo>
                    <a:pt x="10345761" y="11206"/>
                  </a:lnTo>
                  <a:lnTo>
                    <a:pt x="10410836" y="9870"/>
                  </a:lnTo>
                  <a:lnTo>
                    <a:pt x="10458490" y="8990"/>
                  </a:lnTo>
                  <a:lnTo>
                    <a:pt x="10488939" y="8482"/>
                  </a:lnTo>
                  <a:lnTo>
                    <a:pt x="10504534" y="8246"/>
                  </a:lnTo>
                  <a:lnTo>
                    <a:pt x="10509559" y="8177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8678" y="16"/>
                  </a:lnTo>
                  <a:lnTo>
                    <a:pt x="10500589" y="131"/>
                  </a:lnTo>
                  <a:lnTo>
                    <a:pt x="10480249" y="449"/>
                  </a:lnTo>
                  <a:lnTo>
                    <a:pt x="10444007" y="1074"/>
                  </a:lnTo>
                  <a:lnTo>
                    <a:pt x="10390241" y="2104"/>
                  </a:lnTo>
                  <a:lnTo>
                    <a:pt x="10319472" y="3613"/>
                  </a:lnTo>
                  <a:lnTo>
                    <a:pt x="10234143" y="5653"/>
                  </a:lnTo>
                  <a:lnTo>
                    <a:pt x="10138054" y="8246"/>
                  </a:lnTo>
                  <a:lnTo>
                    <a:pt x="10035603" y="11393"/>
                  </a:lnTo>
                  <a:lnTo>
                    <a:pt x="9931058" y="15085"/>
                  </a:lnTo>
                  <a:lnTo>
                    <a:pt x="9828030" y="19309"/>
                  </a:lnTo>
                  <a:lnTo>
                    <a:pt x="9729208" y="24063"/>
                  </a:lnTo>
                  <a:lnTo>
                    <a:pt x="9636320" y="29359"/>
                  </a:lnTo>
                  <a:lnTo>
                    <a:pt x="9550254" y="35228"/>
                  </a:lnTo>
                  <a:lnTo>
                    <a:pt x="9471232" y="41724"/>
                  </a:lnTo>
                  <a:lnTo>
                    <a:pt x="9399004" y="48920"/>
                  </a:lnTo>
                  <a:lnTo>
                    <a:pt x="9333007" y="56906"/>
                  </a:lnTo>
                  <a:lnTo>
                    <a:pt x="9272500" y="65791"/>
                  </a:lnTo>
                  <a:lnTo>
                    <a:pt x="9216652" y="75687"/>
                  </a:lnTo>
                  <a:lnTo>
                    <a:pt x="9164614" y="86706"/>
                  </a:lnTo>
                  <a:lnTo>
                    <a:pt x="9115572" y="98937"/>
                  </a:lnTo>
                  <a:lnTo>
                    <a:pt x="9084767" y="107611"/>
                  </a:lnTo>
                  <a:lnTo>
                    <a:pt x="9031129" y="124593"/>
                  </a:lnTo>
                  <a:lnTo>
                    <a:pt x="8979206" y="143353"/>
                  </a:lnTo>
                  <a:lnTo>
                    <a:pt x="8928333" y="163915"/>
                  </a:lnTo>
                  <a:lnTo>
                    <a:pt x="8878028" y="186239"/>
                  </a:lnTo>
                  <a:lnTo>
                    <a:pt x="8827957" y="210211"/>
                  </a:lnTo>
                  <a:lnTo>
                    <a:pt x="8777914" y="235642"/>
                  </a:lnTo>
                  <a:lnTo>
                    <a:pt x="8727790" y="262269"/>
                  </a:lnTo>
                  <a:lnTo>
                    <a:pt x="8677560" y="289761"/>
                  </a:lnTo>
                  <a:lnTo>
                    <a:pt x="8627255" y="317738"/>
                  </a:lnTo>
                  <a:lnTo>
                    <a:pt x="8576937" y="345790"/>
                  </a:lnTo>
                  <a:lnTo>
                    <a:pt x="8526675" y="373504"/>
                  </a:lnTo>
                  <a:lnTo>
                    <a:pt x="8476512" y="400486"/>
                  </a:lnTo>
                  <a:lnTo>
                    <a:pt x="8426447" y="426385"/>
                  </a:lnTo>
                  <a:lnTo>
                    <a:pt x="8376405" y="450913"/>
                  </a:lnTo>
                  <a:lnTo>
                    <a:pt x="8326216" y="473851"/>
                  </a:lnTo>
                  <a:lnTo>
                    <a:pt x="8275596" y="495061"/>
                  </a:lnTo>
                  <a:lnTo>
                    <a:pt x="8224120" y="514475"/>
                  </a:lnTo>
                  <a:lnTo>
                    <a:pt x="8171196" y="532096"/>
                  </a:lnTo>
                  <a:lnTo>
                    <a:pt x="8151487" y="538055"/>
                  </a:lnTo>
                  <a:lnTo>
                    <a:pt x="8104007" y="551101"/>
                  </a:lnTo>
                  <a:lnTo>
                    <a:pt x="8054016" y="562905"/>
                  </a:lnTo>
                  <a:lnTo>
                    <a:pt x="8000754" y="573524"/>
                  </a:lnTo>
                  <a:lnTo>
                    <a:pt x="7943391" y="583057"/>
                  </a:lnTo>
                  <a:lnTo>
                    <a:pt x="7881076" y="591618"/>
                  </a:lnTo>
                  <a:lnTo>
                    <a:pt x="7813001" y="599320"/>
                  </a:lnTo>
                  <a:lnTo>
                    <a:pt x="7738473" y="606264"/>
                  </a:lnTo>
                  <a:lnTo>
                    <a:pt x="7657022" y="612536"/>
                  </a:lnTo>
                  <a:lnTo>
                    <a:pt x="7568541" y="618202"/>
                  </a:lnTo>
                  <a:lnTo>
                    <a:pt x="7473461" y="623308"/>
                  </a:lnTo>
                  <a:lnTo>
                    <a:pt x="7372941" y="627878"/>
                  </a:lnTo>
                  <a:lnTo>
                    <a:pt x="7269034" y="631919"/>
                  </a:lnTo>
                  <a:lnTo>
                    <a:pt x="7164764" y="635424"/>
                  </a:lnTo>
                  <a:lnTo>
                    <a:pt x="7064011" y="638380"/>
                  </a:lnTo>
                  <a:lnTo>
                    <a:pt x="6971161" y="640781"/>
                  </a:lnTo>
                  <a:lnTo>
                    <a:pt x="6890492" y="642633"/>
                  </a:lnTo>
                  <a:lnTo>
                    <a:pt x="6825417" y="643969"/>
                  </a:lnTo>
                  <a:lnTo>
                    <a:pt x="6777763" y="644849"/>
                  </a:lnTo>
                  <a:lnTo>
                    <a:pt x="6747314" y="645357"/>
                  </a:lnTo>
                  <a:lnTo>
                    <a:pt x="6731720" y="645593"/>
                  </a:lnTo>
                  <a:lnTo>
                    <a:pt x="6726694" y="645662"/>
                  </a:lnTo>
                  <a:lnTo>
                    <a:pt x="6726343" y="645666"/>
                  </a:lnTo>
                  <a:lnTo>
                    <a:pt x="5254955" y="645666"/>
                  </a:lnTo>
                  <a:lnTo>
                    <a:pt x="5254115" y="645761"/>
                  </a:lnTo>
                  <a:lnTo>
                    <a:pt x="5248557" y="646438"/>
                  </a:lnTo>
                  <a:lnTo>
                    <a:pt x="5234426" y="648305"/>
                  </a:lnTo>
                  <a:lnTo>
                    <a:pt x="5208867" y="651988"/>
                  </a:lnTo>
                  <a:lnTo>
                    <a:pt x="5170169" y="658084"/>
                  </a:lnTo>
                  <a:lnTo>
                    <a:pt x="5117892" y="667116"/>
                  </a:lnTo>
                  <a:lnTo>
                    <a:pt x="5052851" y="679489"/>
                  </a:lnTo>
                  <a:lnTo>
                    <a:pt x="4976944" y="695465"/>
                  </a:lnTo>
                  <a:lnTo>
                    <a:pt x="4892812" y="715168"/>
                  </a:lnTo>
                  <a:lnTo>
                    <a:pt x="4803442" y="738605"/>
                  </a:lnTo>
                  <a:lnTo>
                    <a:pt x="4711777" y="765719"/>
                  </a:lnTo>
                  <a:lnTo>
                    <a:pt x="4620419" y="796436"/>
                  </a:lnTo>
                  <a:lnTo>
                    <a:pt x="4531450" y="830710"/>
                  </a:lnTo>
                  <a:lnTo>
                    <a:pt x="4446378" y="868563"/>
                  </a:lnTo>
                  <a:lnTo>
                    <a:pt x="4366155" y="910108"/>
                  </a:lnTo>
                  <a:lnTo>
                    <a:pt x="4291262" y="955559"/>
                  </a:lnTo>
                  <a:lnTo>
                    <a:pt x="4221804" y="1005242"/>
                  </a:lnTo>
                  <a:lnTo>
                    <a:pt x="4157613" y="1059584"/>
                  </a:lnTo>
                  <a:lnTo>
                    <a:pt x="4098327" y="1119114"/>
                  </a:lnTo>
                  <a:lnTo>
                    <a:pt x="4043467" y="1184443"/>
                  </a:lnTo>
                  <a:lnTo>
                    <a:pt x="3992486" y="1256236"/>
                  </a:lnTo>
                  <a:lnTo>
                    <a:pt x="3944807" y="1335174"/>
                  </a:lnTo>
                  <a:lnTo>
                    <a:pt x="3899861" y="1421882"/>
                  </a:lnTo>
                  <a:lnTo>
                    <a:pt x="3857109" y="1516822"/>
                  </a:lnTo>
                  <a:lnTo>
                    <a:pt x="3829811" y="1584199"/>
                  </a:lnTo>
                  <a:lnTo>
                    <a:pt x="3801900" y="1658638"/>
                  </a:lnTo>
                  <a:lnTo>
                    <a:pt x="3774548" y="1737129"/>
                  </a:lnTo>
                  <a:lnTo>
                    <a:pt x="3747641" y="1819751"/>
                  </a:lnTo>
                  <a:lnTo>
                    <a:pt x="3721084" y="1906548"/>
                  </a:lnTo>
                  <a:lnTo>
                    <a:pt x="3694793" y="1997529"/>
                  </a:lnTo>
                  <a:lnTo>
                    <a:pt x="3668699" y="2092662"/>
                  </a:lnTo>
                  <a:lnTo>
                    <a:pt x="3642744" y="2191870"/>
                  </a:lnTo>
                  <a:lnTo>
                    <a:pt x="3616879" y="2295032"/>
                  </a:lnTo>
                  <a:lnTo>
                    <a:pt x="3591066" y="2401981"/>
                  </a:lnTo>
                  <a:lnTo>
                    <a:pt x="3565276" y="2512501"/>
                  </a:lnTo>
                  <a:lnTo>
                    <a:pt x="3539484" y="2626328"/>
                  </a:lnTo>
                  <a:lnTo>
                    <a:pt x="3513677" y="2743155"/>
                  </a:lnTo>
                  <a:lnTo>
                    <a:pt x="3487845" y="2862630"/>
                  </a:lnTo>
                  <a:lnTo>
                    <a:pt x="3461983" y="2984361"/>
                  </a:lnTo>
                  <a:lnTo>
                    <a:pt x="3436094" y="3107921"/>
                  </a:lnTo>
                  <a:lnTo>
                    <a:pt x="3410180" y="3232856"/>
                  </a:lnTo>
                  <a:lnTo>
                    <a:pt x="3384249" y="3358688"/>
                  </a:lnTo>
                  <a:lnTo>
                    <a:pt x="3358311" y="3484925"/>
                  </a:lnTo>
                  <a:lnTo>
                    <a:pt x="3332374" y="3611068"/>
                  </a:lnTo>
                  <a:lnTo>
                    <a:pt x="3306449" y="3736621"/>
                  </a:lnTo>
                  <a:lnTo>
                    <a:pt x="3280544" y="3861095"/>
                  </a:lnTo>
                  <a:lnTo>
                    <a:pt x="3254664" y="3984022"/>
                  </a:lnTo>
                  <a:lnTo>
                    <a:pt x="3228814" y="4104956"/>
                  </a:lnTo>
                  <a:lnTo>
                    <a:pt x="3202992" y="4223482"/>
                  </a:lnTo>
                  <a:lnTo>
                    <a:pt x="3177192" y="4339224"/>
                  </a:lnTo>
                  <a:lnTo>
                    <a:pt x="3151403" y="4451846"/>
                  </a:lnTo>
                  <a:lnTo>
                    <a:pt x="3125607" y="4561056"/>
                  </a:lnTo>
                  <a:lnTo>
                    <a:pt x="3099779" y="4666608"/>
                  </a:lnTo>
                  <a:lnTo>
                    <a:pt x="3073885" y="4768306"/>
                  </a:lnTo>
                  <a:lnTo>
                    <a:pt x="3047884" y="4865998"/>
                  </a:lnTo>
                  <a:lnTo>
                    <a:pt x="3021724" y="4959582"/>
                  </a:lnTo>
                  <a:lnTo>
                    <a:pt x="2995342" y="5048997"/>
                  </a:lnTo>
                  <a:lnTo>
                    <a:pt x="2968664" y="5134227"/>
                  </a:lnTo>
                  <a:lnTo>
                    <a:pt x="2941602" y="5215293"/>
                  </a:lnTo>
                  <a:lnTo>
                    <a:pt x="2914055" y="5292255"/>
                  </a:lnTo>
                  <a:lnTo>
                    <a:pt x="2896531" y="5338330"/>
                  </a:lnTo>
                  <a:lnTo>
                    <a:pt x="2854961" y="5438816"/>
                  </a:lnTo>
                  <a:lnTo>
                    <a:pt x="2811523" y="5530932"/>
                  </a:lnTo>
                  <a:lnTo>
                    <a:pt x="2765713" y="5614944"/>
                  </a:lnTo>
                  <a:lnTo>
                    <a:pt x="2716980" y="5691387"/>
                  </a:lnTo>
                  <a:lnTo>
                    <a:pt x="2664748" y="5760912"/>
                  </a:lnTo>
                  <a:lnTo>
                    <a:pt x="2608447" y="5824204"/>
                  </a:lnTo>
                  <a:lnTo>
                    <a:pt x="2547549" y="5881911"/>
                  </a:lnTo>
                  <a:lnTo>
                    <a:pt x="2481605" y="5934620"/>
                  </a:lnTo>
                  <a:lnTo>
                    <a:pt x="2410313" y="5982826"/>
                  </a:lnTo>
                  <a:lnTo>
                    <a:pt x="2333585" y="6026923"/>
                  </a:lnTo>
                  <a:lnTo>
                    <a:pt x="2251644" y="6067198"/>
                  </a:lnTo>
                  <a:lnTo>
                    <a:pt x="2165118" y="6103831"/>
                  </a:lnTo>
                  <a:lnTo>
                    <a:pt x="2075142" y="6136901"/>
                  </a:lnTo>
                  <a:lnTo>
                    <a:pt x="1983418" y="6166404"/>
                  </a:lnTo>
                  <a:lnTo>
                    <a:pt x="1892218" y="6192281"/>
                  </a:lnTo>
                  <a:lnTo>
                    <a:pt x="1804284" y="6214457"/>
                  </a:lnTo>
                  <a:lnTo>
                    <a:pt x="1722613" y="6232891"/>
                  </a:lnTo>
                  <a:lnTo>
                    <a:pt x="1650121" y="6247626"/>
                  </a:lnTo>
                  <a:lnTo>
                    <a:pt x="1589241" y="6258830"/>
                  </a:lnTo>
                  <a:lnTo>
                    <a:pt x="1541534" y="6266815"/>
                  </a:lnTo>
                  <a:lnTo>
                    <a:pt x="1507402" y="6272030"/>
                  </a:lnTo>
                  <a:lnTo>
                    <a:pt x="1485968" y="6275028"/>
                  </a:lnTo>
                  <a:lnTo>
                    <a:pt x="1475115" y="6276422"/>
                  </a:lnTo>
                  <a:lnTo>
                    <a:pt x="1471634" y="6276835"/>
                  </a:lnTo>
                  <a:lnTo>
                    <a:pt x="1471387" y="6276862"/>
                  </a:lnTo>
                  <a:lnTo>
                    <a:pt x="0" y="6276862"/>
                  </a:lnTo>
                  <a:close/>
                </a:path>
              </a:pathLst>
            </a:custGeom>
            <a:solidFill>
              <a:srgbClr val="8BC34A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548" name="pl1548"/>
            <p:cNvSpPr/>
            <p:nvPr/>
          </p:nvSpPr>
          <p:spPr>
            <a:xfrm>
              <a:off x="4799595" y="3034596"/>
              <a:ext cx="11981298" cy="6276862"/>
            </a:xfrm>
            <a:custGeom>
              <a:avLst/>
              <a:pathLst>
                <a:path w="11981298" h="6276862">
                  <a:moveTo>
                    <a:pt x="0" y="6276862"/>
                  </a:moveTo>
                  <a:lnTo>
                    <a:pt x="1471387" y="6276862"/>
                  </a:lnTo>
                  <a:lnTo>
                    <a:pt x="1472227" y="6276767"/>
                  </a:lnTo>
                  <a:lnTo>
                    <a:pt x="1477785" y="6276091"/>
                  </a:lnTo>
                  <a:lnTo>
                    <a:pt x="1491916" y="6274223"/>
                  </a:lnTo>
                  <a:lnTo>
                    <a:pt x="1517475" y="6270540"/>
                  </a:lnTo>
                  <a:lnTo>
                    <a:pt x="1556173" y="6264445"/>
                  </a:lnTo>
                  <a:lnTo>
                    <a:pt x="1608451" y="6255413"/>
                  </a:lnTo>
                  <a:lnTo>
                    <a:pt x="1673491" y="6243040"/>
                  </a:lnTo>
                  <a:lnTo>
                    <a:pt x="1749399" y="6227063"/>
                  </a:lnTo>
                  <a:lnTo>
                    <a:pt x="1833530" y="6207361"/>
                  </a:lnTo>
                  <a:lnTo>
                    <a:pt x="1922900" y="6183923"/>
                  </a:lnTo>
                  <a:lnTo>
                    <a:pt x="2014565" y="6156809"/>
                  </a:lnTo>
                  <a:lnTo>
                    <a:pt x="2105924" y="6126093"/>
                  </a:lnTo>
                  <a:lnTo>
                    <a:pt x="2194892" y="6091819"/>
                  </a:lnTo>
                  <a:lnTo>
                    <a:pt x="2279964" y="6053965"/>
                  </a:lnTo>
                  <a:lnTo>
                    <a:pt x="2360187" y="6012421"/>
                  </a:lnTo>
                  <a:lnTo>
                    <a:pt x="2435080" y="5966969"/>
                  </a:lnTo>
                  <a:lnTo>
                    <a:pt x="2504538" y="5917287"/>
                  </a:lnTo>
                  <a:lnTo>
                    <a:pt x="2568729" y="5862945"/>
                  </a:lnTo>
                  <a:lnTo>
                    <a:pt x="2628015" y="5803414"/>
                  </a:lnTo>
                  <a:lnTo>
                    <a:pt x="2682875" y="5738086"/>
                  </a:lnTo>
                  <a:lnTo>
                    <a:pt x="2733857" y="5666293"/>
                  </a:lnTo>
                  <a:lnTo>
                    <a:pt x="2781535" y="5587355"/>
                  </a:lnTo>
                  <a:lnTo>
                    <a:pt x="2826481" y="5500647"/>
                  </a:lnTo>
                  <a:lnTo>
                    <a:pt x="2869233" y="5405706"/>
                  </a:lnTo>
                  <a:lnTo>
                    <a:pt x="2896531" y="5338330"/>
                  </a:lnTo>
                  <a:lnTo>
                    <a:pt x="2924442" y="5263890"/>
                  </a:lnTo>
                  <a:lnTo>
                    <a:pt x="2951794" y="5185400"/>
                  </a:lnTo>
                  <a:lnTo>
                    <a:pt x="2978701" y="5102778"/>
                  </a:lnTo>
                  <a:lnTo>
                    <a:pt x="3005258" y="5015980"/>
                  </a:lnTo>
                  <a:lnTo>
                    <a:pt x="3031549" y="4924999"/>
                  </a:lnTo>
                  <a:lnTo>
                    <a:pt x="3057643" y="4829867"/>
                  </a:lnTo>
                  <a:lnTo>
                    <a:pt x="3083599" y="4730659"/>
                  </a:lnTo>
                  <a:lnTo>
                    <a:pt x="3109463" y="4627496"/>
                  </a:lnTo>
                  <a:lnTo>
                    <a:pt x="3135276" y="4520548"/>
                  </a:lnTo>
                  <a:lnTo>
                    <a:pt x="3161067" y="4410028"/>
                  </a:lnTo>
                  <a:lnTo>
                    <a:pt x="3186858" y="4296200"/>
                  </a:lnTo>
                  <a:lnTo>
                    <a:pt x="3212665" y="4179373"/>
                  </a:lnTo>
                  <a:lnTo>
                    <a:pt x="3238497" y="4059898"/>
                  </a:lnTo>
                  <a:lnTo>
                    <a:pt x="3264359" y="3938168"/>
                  </a:lnTo>
                  <a:lnTo>
                    <a:pt x="3290249" y="3814607"/>
                  </a:lnTo>
                  <a:lnTo>
                    <a:pt x="3316162" y="3689673"/>
                  </a:lnTo>
                  <a:lnTo>
                    <a:pt x="3342093" y="3563841"/>
                  </a:lnTo>
                  <a:lnTo>
                    <a:pt x="3368031" y="3437604"/>
                  </a:lnTo>
                  <a:lnTo>
                    <a:pt x="3393968" y="3311460"/>
                  </a:lnTo>
                  <a:lnTo>
                    <a:pt x="3419893" y="3185908"/>
                  </a:lnTo>
                  <a:lnTo>
                    <a:pt x="3445798" y="3061433"/>
                  </a:lnTo>
                  <a:lnTo>
                    <a:pt x="3471678" y="2938506"/>
                  </a:lnTo>
                  <a:lnTo>
                    <a:pt x="3497528" y="2817573"/>
                  </a:lnTo>
                  <a:lnTo>
                    <a:pt x="3523351" y="2699046"/>
                  </a:lnTo>
                  <a:lnTo>
                    <a:pt x="3549150" y="2583304"/>
                  </a:lnTo>
                  <a:lnTo>
                    <a:pt x="3574939" y="2470683"/>
                  </a:lnTo>
                  <a:lnTo>
                    <a:pt x="3600735" y="2361473"/>
                  </a:lnTo>
                  <a:lnTo>
                    <a:pt x="3626563" y="2255920"/>
                  </a:lnTo>
                  <a:lnTo>
                    <a:pt x="3652457" y="2154223"/>
                  </a:lnTo>
                  <a:lnTo>
                    <a:pt x="3678458" y="2056530"/>
                  </a:lnTo>
                  <a:lnTo>
                    <a:pt x="3704618" y="1962947"/>
                  </a:lnTo>
                  <a:lnTo>
                    <a:pt x="3731000" y="1873532"/>
                  </a:lnTo>
                  <a:lnTo>
                    <a:pt x="3757678" y="1788302"/>
                  </a:lnTo>
                  <a:lnTo>
                    <a:pt x="3784740" y="1707235"/>
                  </a:lnTo>
                  <a:lnTo>
                    <a:pt x="3812287" y="1630274"/>
                  </a:lnTo>
                  <a:lnTo>
                    <a:pt x="3829811" y="1584199"/>
                  </a:lnTo>
                  <a:lnTo>
                    <a:pt x="3871381" y="1483712"/>
                  </a:lnTo>
                  <a:lnTo>
                    <a:pt x="3914819" y="1391597"/>
                  </a:lnTo>
                  <a:lnTo>
                    <a:pt x="3960629" y="1307584"/>
                  </a:lnTo>
                  <a:lnTo>
                    <a:pt x="4009362" y="1231142"/>
                  </a:lnTo>
                  <a:lnTo>
                    <a:pt x="4061594" y="1161616"/>
                  </a:lnTo>
                  <a:lnTo>
                    <a:pt x="4117895" y="1098325"/>
                  </a:lnTo>
                  <a:lnTo>
                    <a:pt x="4178794" y="1040617"/>
                  </a:lnTo>
                  <a:lnTo>
                    <a:pt x="4244737" y="987908"/>
                  </a:lnTo>
                  <a:lnTo>
                    <a:pt x="4316029" y="939703"/>
                  </a:lnTo>
                  <a:lnTo>
                    <a:pt x="4392757" y="895606"/>
                  </a:lnTo>
                  <a:lnTo>
                    <a:pt x="4474698" y="855331"/>
                  </a:lnTo>
                  <a:lnTo>
                    <a:pt x="4561224" y="818698"/>
                  </a:lnTo>
                  <a:lnTo>
                    <a:pt x="4651200" y="785628"/>
                  </a:lnTo>
                  <a:lnTo>
                    <a:pt x="4742924" y="756125"/>
                  </a:lnTo>
                  <a:lnTo>
                    <a:pt x="4834124" y="730248"/>
                  </a:lnTo>
                  <a:lnTo>
                    <a:pt x="4922058" y="708072"/>
                  </a:lnTo>
                  <a:lnTo>
                    <a:pt x="5003729" y="689638"/>
                  </a:lnTo>
                  <a:lnTo>
                    <a:pt x="5076221" y="674902"/>
                  </a:lnTo>
                  <a:lnTo>
                    <a:pt x="5137101" y="663698"/>
                  </a:lnTo>
                  <a:lnTo>
                    <a:pt x="5184808" y="655713"/>
                  </a:lnTo>
                  <a:lnTo>
                    <a:pt x="5218940" y="650499"/>
                  </a:lnTo>
                  <a:lnTo>
                    <a:pt x="5240374" y="647500"/>
                  </a:lnTo>
                  <a:lnTo>
                    <a:pt x="5251227" y="646106"/>
                  </a:lnTo>
                  <a:lnTo>
                    <a:pt x="5254708" y="645694"/>
                  </a:lnTo>
                  <a:lnTo>
                    <a:pt x="5254955" y="645666"/>
                  </a:lnTo>
                  <a:lnTo>
                    <a:pt x="6726343" y="645666"/>
                  </a:lnTo>
                  <a:lnTo>
                    <a:pt x="6727575" y="645650"/>
                  </a:lnTo>
                  <a:lnTo>
                    <a:pt x="6735664" y="645535"/>
                  </a:lnTo>
                  <a:lnTo>
                    <a:pt x="6756005" y="645217"/>
                  </a:lnTo>
                  <a:lnTo>
                    <a:pt x="6792246" y="644592"/>
                  </a:lnTo>
                  <a:lnTo>
                    <a:pt x="6846012" y="643562"/>
                  </a:lnTo>
                  <a:lnTo>
                    <a:pt x="6916781" y="642053"/>
                  </a:lnTo>
                  <a:lnTo>
                    <a:pt x="7002111" y="640013"/>
                  </a:lnTo>
                  <a:lnTo>
                    <a:pt x="7098199" y="637420"/>
                  </a:lnTo>
                  <a:lnTo>
                    <a:pt x="7200650" y="634273"/>
                  </a:lnTo>
                  <a:lnTo>
                    <a:pt x="7305195" y="630581"/>
                  </a:lnTo>
                  <a:lnTo>
                    <a:pt x="7408223" y="626357"/>
                  </a:lnTo>
                  <a:lnTo>
                    <a:pt x="7507046" y="621603"/>
                  </a:lnTo>
                  <a:lnTo>
                    <a:pt x="7599933" y="616307"/>
                  </a:lnTo>
                  <a:lnTo>
                    <a:pt x="7685999" y="610438"/>
                  </a:lnTo>
                  <a:lnTo>
                    <a:pt x="7765021" y="603941"/>
                  </a:lnTo>
                  <a:lnTo>
                    <a:pt x="7837250" y="596746"/>
                  </a:lnTo>
                  <a:lnTo>
                    <a:pt x="7903246" y="588759"/>
                  </a:lnTo>
                  <a:lnTo>
                    <a:pt x="7963753" y="579875"/>
                  </a:lnTo>
                  <a:lnTo>
                    <a:pt x="8019601" y="569979"/>
                  </a:lnTo>
                  <a:lnTo>
                    <a:pt x="8071640" y="558960"/>
                  </a:lnTo>
                  <a:lnTo>
                    <a:pt x="8120681" y="546729"/>
                  </a:lnTo>
                  <a:lnTo>
                    <a:pt x="8151487" y="538055"/>
                  </a:lnTo>
                  <a:lnTo>
                    <a:pt x="8205125" y="521073"/>
                  </a:lnTo>
                  <a:lnTo>
                    <a:pt x="8257047" y="502313"/>
                  </a:lnTo>
                  <a:lnTo>
                    <a:pt x="8307920" y="481751"/>
                  </a:lnTo>
                  <a:lnTo>
                    <a:pt x="8358225" y="459427"/>
                  </a:lnTo>
                  <a:lnTo>
                    <a:pt x="8408296" y="435455"/>
                  </a:lnTo>
                  <a:lnTo>
                    <a:pt x="8458340" y="410024"/>
                  </a:lnTo>
                  <a:lnTo>
                    <a:pt x="8508463" y="383397"/>
                  </a:lnTo>
                  <a:lnTo>
                    <a:pt x="8558693" y="355905"/>
                  </a:lnTo>
                  <a:lnTo>
                    <a:pt x="8608998" y="327928"/>
                  </a:lnTo>
                  <a:lnTo>
                    <a:pt x="8659316" y="299876"/>
                  </a:lnTo>
                  <a:lnTo>
                    <a:pt x="8709579" y="272162"/>
                  </a:lnTo>
                  <a:lnTo>
                    <a:pt x="8759741" y="245180"/>
                  </a:lnTo>
                  <a:lnTo>
                    <a:pt x="8809806" y="219281"/>
                  </a:lnTo>
                  <a:lnTo>
                    <a:pt x="8859849" y="194753"/>
                  </a:lnTo>
                  <a:lnTo>
                    <a:pt x="8910038" y="171814"/>
                  </a:lnTo>
                  <a:lnTo>
                    <a:pt x="8960658" y="150605"/>
                  </a:lnTo>
                  <a:lnTo>
                    <a:pt x="9012133" y="131191"/>
                  </a:lnTo>
                  <a:lnTo>
                    <a:pt x="9065058" y="113570"/>
                  </a:lnTo>
                  <a:lnTo>
                    <a:pt x="9084767" y="107611"/>
                  </a:lnTo>
                  <a:lnTo>
                    <a:pt x="9132247" y="94565"/>
                  </a:lnTo>
                  <a:lnTo>
                    <a:pt x="9182237" y="82761"/>
                  </a:lnTo>
                  <a:lnTo>
                    <a:pt x="9235499" y="72141"/>
                  </a:lnTo>
                  <a:lnTo>
                    <a:pt x="9292862" y="62608"/>
                  </a:lnTo>
                  <a:lnTo>
                    <a:pt x="9355177" y="54048"/>
                  </a:lnTo>
                  <a:lnTo>
                    <a:pt x="9423253" y="46346"/>
                  </a:lnTo>
                  <a:lnTo>
                    <a:pt x="9497781" y="39402"/>
                  </a:lnTo>
                  <a:lnTo>
                    <a:pt x="9579231" y="33130"/>
                  </a:lnTo>
                  <a:lnTo>
                    <a:pt x="9667712" y="27464"/>
                  </a:lnTo>
                  <a:lnTo>
                    <a:pt x="9762792" y="22358"/>
                  </a:lnTo>
                  <a:lnTo>
                    <a:pt x="9863313" y="17788"/>
                  </a:lnTo>
                  <a:lnTo>
                    <a:pt x="9967219" y="13747"/>
                  </a:lnTo>
                  <a:lnTo>
                    <a:pt x="10071489" y="10242"/>
                  </a:lnTo>
                  <a:lnTo>
                    <a:pt x="10172242" y="7285"/>
                  </a:lnTo>
                  <a:lnTo>
                    <a:pt x="10265093" y="4885"/>
                  </a:lnTo>
                  <a:lnTo>
                    <a:pt x="10345761" y="3033"/>
                  </a:lnTo>
                  <a:lnTo>
                    <a:pt x="10410836" y="1697"/>
                  </a:lnTo>
                  <a:lnTo>
                    <a:pt x="10458490" y="817"/>
                  </a:lnTo>
                  <a:lnTo>
                    <a:pt x="10488939" y="309"/>
                  </a:lnTo>
                  <a:lnTo>
                    <a:pt x="10504534" y="73"/>
                  </a:lnTo>
                  <a:lnTo>
                    <a:pt x="10509559" y="4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49" name="pl1549"/>
            <p:cNvSpPr/>
            <p:nvPr/>
          </p:nvSpPr>
          <p:spPr>
            <a:xfrm>
              <a:off x="4799595" y="3026423"/>
              <a:ext cx="11981298" cy="6276862"/>
            </a:xfrm>
            <a:custGeom>
              <a:avLst/>
              <a:pathLst>
                <a:path w="11981298" h="6276862">
                  <a:moveTo>
                    <a:pt x="11981298" y="0"/>
                  </a:moveTo>
                  <a:lnTo>
                    <a:pt x="10509911" y="0"/>
                  </a:lnTo>
                  <a:lnTo>
                    <a:pt x="10508678" y="16"/>
                  </a:lnTo>
                  <a:lnTo>
                    <a:pt x="10500589" y="131"/>
                  </a:lnTo>
                  <a:lnTo>
                    <a:pt x="10480249" y="449"/>
                  </a:lnTo>
                  <a:lnTo>
                    <a:pt x="10444007" y="1074"/>
                  </a:lnTo>
                  <a:lnTo>
                    <a:pt x="10390241" y="2104"/>
                  </a:lnTo>
                  <a:lnTo>
                    <a:pt x="10319472" y="3613"/>
                  </a:lnTo>
                  <a:lnTo>
                    <a:pt x="10234143" y="5653"/>
                  </a:lnTo>
                  <a:lnTo>
                    <a:pt x="10138054" y="8246"/>
                  </a:lnTo>
                  <a:lnTo>
                    <a:pt x="10035603" y="11393"/>
                  </a:lnTo>
                  <a:lnTo>
                    <a:pt x="9931058" y="15085"/>
                  </a:lnTo>
                  <a:lnTo>
                    <a:pt x="9828030" y="19309"/>
                  </a:lnTo>
                  <a:lnTo>
                    <a:pt x="9729208" y="24063"/>
                  </a:lnTo>
                  <a:lnTo>
                    <a:pt x="9636320" y="29359"/>
                  </a:lnTo>
                  <a:lnTo>
                    <a:pt x="9550254" y="35228"/>
                  </a:lnTo>
                  <a:lnTo>
                    <a:pt x="9471232" y="41724"/>
                  </a:lnTo>
                  <a:lnTo>
                    <a:pt x="9399004" y="48920"/>
                  </a:lnTo>
                  <a:lnTo>
                    <a:pt x="9333007" y="56906"/>
                  </a:lnTo>
                  <a:lnTo>
                    <a:pt x="9272500" y="65791"/>
                  </a:lnTo>
                  <a:lnTo>
                    <a:pt x="9216652" y="75687"/>
                  </a:lnTo>
                  <a:lnTo>
                    <a:pt x="9164614" y="86706"/>
                  </a:lnTo>
                  <a:lnTo>
                    <a:pt x="9115572" y="98937"/>
                  </a:lnTo>
                  <a:lnTo>
                    <a:pt x="9084767" y="107611"/>
                  </a:lnTo>
                  <a:lnTo>
                    <a:pt x="9031129" y="124593"/>
                  </a:lnTo>
                  <a:lnTo>
                    <a:pt x="8979206" y="143353"/>
                  </a:lnTo>
                  <a:lnTo>
                    <a:pt x="8928333" y="163915"/>
                  </a:lnTo>
                  <a:lnTo>
                    <a:pt x="8878028" y="186239"/>
                  </a:lnTo>
                  <a:lnTo>
                    <a:pt x="8827957" y="210211"/>
                  </a:lnTo>
                  <a:lnTo>
                    <a:pt x="8777914" y="235642"/>
                  </a:lnTo>
                  <a:lnTo>
                    <a:pt x="8727790" y="262269"/>
                  </a:lnTo>
                  <a:lnTo>
                    <a:pt x="8677560" y="289761"/>
                  </a:lnTo>
                  <a:lnTo>
                    <a:pt x="8627255" y="317738"/>
                  </a:lnTo>
                  <a:lnTo>
                    <a:pt x="8576937" y="345790"/>
                  </a:lnTo>
                  <a:lnTo>
                    <a:pt x="8526675" y="373504"/>
                  </a:lnTo>
                  <a:lnTo>
                    <a:pt x="8476512" y="400486"/>
                  </a:lnTo>
                  <a:lnTo>
                    <a:pt x="8426447" y="426385"/>
                  </a:lnTo>
                  <a:lnTo>
                    <a:pt x="8376405" y="450913"/>
                  </a:lnTo>
                  <a:lnTo>
                    <a:pt x="8326216" y="473851"/>
                  </a:lnTo>
                  <a:lnTo>
                    <a:pt x="8275596" y="495061"/>
                  </a:lnTo>
                  <a:lnTo>
                    <a:pt x="8224120" y="514475"/>
                  </a:lnTo>
                  <a:lnTo>
                    <a:pt x="8171196" y="532096"/>
                  </a:lnTo>
                  <a:lnTo>
                    <a:pt x="8151487" y="538055"/>
                  </a:lnTo>
                  <a:lnTo>
                    <a:pt x="8104007" y="551101"/>
                  </a:lnTo>
                  <a:lnTo>
                    <a:pt x="8054016" y="562905"/>
                  </a:lnTo>
                  <a:lnTo>
                    <a:pt x="8000754" y="573524"/>
                  </a:lnTo>
                  <a:lnTo>
                    <a:pt x="7943391" y="583057"/>
                  </a:lnTo>
                  <a:lnTo>
                    <a:pt x="7881076" y="591618"/>
                  </a:lnTo>
                  <a:lnTo>
                    <a:pt x="7813001" y="599320"/>
                  </a:lnTo>
                  <a:lnTo>
                    <a:pt x="7738473" y="606264"/>
                  </a:lnTo>
                  <a:lnTo>
                    <a:pt x="7657022" y="612536"/>
                  </a:lnTo>
                  <a:lnTo>
                    <a:pt x="7568541" y="618202"/>
                  </a:lnTo>
                  <a:lnTo>
                    <a:pt x="7473461" y="623308"/>
                  </a:lnTo>
                  <a:lnTo>
                    <a:pt x="7372941" y="627878"/>
                  </a:lnTo>
                  <a:lnTo>
                    <a:pt x="7269034" y="631919"/>
                  </a:lnTo>
                  <a:lnTo>
                    <a:pt x="7164764" y="635424"/>
                  </a:lnTo>
                  <a:lnTo>
                    <a:pt x="7064011" y="638380"/>
                  </a:lnTo>
                  <a:lnTo>
                    <a:pt x="6971161" y="640781"/>
                  </a:lnTo>
                  <a:lnTo>
                    <a:pt x="6890492" y="642633"/>
                  </a:lnTo>
                  <a:lnTo>
                    <a:pt x="6825417" y="643969"/>
                  </a:lnTo>
                  <a:lnTo>
                    <a:pt x="6777763" y="644849"/>
                  </a:lnTo>
                  <a:lnTo>
                    <a:pt x="6747314" y="645357"/>
                  </a:lnTo>
                  <a:lnTo>
                    <a:pt x="6731720" y="645593"/>
                  </a:lnTo>
                  <a:lnTo>
                    <a:pt x="6726694" y="645662"/>
                  </a:lnTo>
                  <a:lnTo>
                    <a:pt x="6726343" y="645666"/>
                  </a:lnTo>
                  <a:lnTo>
                    <a:pt x="5254955" y="645666"/>
                  </a:lnTo>
                  <a:lnTo>
                    <a:pt x="5254115" y="645761"/>
                  </a:lnTo>
                  <a:lnTo>
                    <a:pt x="5248557" y="646438"/>
                  </a:lnTo>
                  <a:lnTo>
                    <a:pt x="5234426" y="648305"/>
                  </a:lnTo>
                  <a:lnTo>
                    <a:pt x="5208867" y="651988"/>
                  </a:lnTo>
                  <a:lnTo>
                    <a:pt x="5170169" y="658084"/>
                  </a:lnTo>
                  <a:lnTo>
                    <a:pt x="5117892" y="667116"/>
                  </a:lnTo>
                  <a:lnTo>
                    <a:pt x="5052851" y="679489"/>
                  </a:lnTo>
                  <a:lnTo>
                    <a:pt x="4976944" y="695465"/>
                  </a:lnTo>
                  <a:lnTo>
                    <a:pt x="4892812" y="715168"/>
                  </a:lnTo>
                  <a:lnTo>
                    <a:pt x="4803442" y="738605"/>
                  </a:lnTo>
                  <a:lnTo>
                    <a:pt x="4711777" y="765719"/>
                  </a:lnTo>
                  <a:lnTo>
                    <a:pt x="4620419" y="796436"/>
                  </a:lnTo>
                  <a:lnTo>
                    <a:pt x="4531450" y="830710"/>
                  </a:lnTo>
                  <a:lnTo>
                    <a:pt x="4446378" y="868563"/>
                  </a:lnTo>
                  <a:lnTo>
                    <a:pt x="4366155" y="910108"/>
                  </a:lnTo>
                  <a:lnTo>
                    <a:pt x="4291262" y="955559"/>
                  </a:lnTo>
                  <a:lnTo>
                    <a:pt x="4221804" y="1005242"/>
                  </a:lnTo>
                  <a:lnTo>
                    <a:pt x="4157613" y="1059584"/>
                  </a:lnTo>
                  <a:lnTo>
                    <a:pt x="4098327" y="1119114"/>
                  </a:lnTo>
                  <a:lnTo>
                    <a:pt x="4043467" y="1184443"/>
                  </a:lnTo>
                  <a:lnTo>
                    <a:pt x="3992486" y="1256236"/>
                  </a:lnTo>
                  <a:lnTo>
                    <a:pt x="3944807" y="1335174"/>
                  </a:lnTo>
                  <a:lnTo>
                    <a:pt x="3899861" y="1421882"/>
                  </a:lnTo>
                  <a:lnTo>
                    <a:pt x="3857109" y="1516822"/>
                  </a:lnTo>
                  <a:lnTo>
                    <a:pt x="3829811" y="1584199"/>
                  </a:lnTo>
                  <a:lnTo>
                    <a:pt x="3801900" y="1658638"/>
                  </a:lnTo>
                  <a:lnTo>
                    <a:pt x="3774548" y="1737129"/>
                  </a:lnTo>
                  <a:lnTo>
                    <a:pt x="3747641" y="1819751"/>
                  </a:lnTo>
                  <a:lnTo>
                    <a:pt x="3721084" y="1906548"/>
                  </a:lnTo>
                  <a:lnTo>
                    <a:pt x="3694793" y="1997529"/>
                  </a:lnTo>
                  <a:lnTo>
                    <a:pt x="3668699" y="2092662"/>
                  </a:lnTo>
                  <a:lnTo>
                    <a:pt x="3642744" y="2191870"/>
                  </a:lnTo>
                  <a:lnTo>
                    <a:pt x="3616879" y="2295032"/>
                  </a:lnTo>
                  <a:lnTo>
                    <a:pt x="3591066" y="2401981"/>
                  </a:lnTo>
                  <a:lnTo>
                    <a:pt x="3565276" y="2512501"/>
                  </a:lnTo>
                  <a:lnTo>
                    <a:pt x="3539484" y="2626328"/>
                  </a:lnTo>
                  <a:lnTo>
                    <a:pt x="3513677" y="2743155"/>
                  </a:lnTo>
                  <a:lnTo>
                    <a:pt x="3487845" y="2862630"/>
                  </a:lnTo>
                  <a:lnTo>
                    <a:pt x="3461983" y="2984361"/>
                  </a:lnTo>
                  <a:lnTo>
                    <a:pt x="3436094" y="3107921"/>
                  </a:lnTo>
                  <a:lnTo>
                    <a:pt x="3410180" y="3232856"/>
                  </a:lnTo>
                  <a:lnTo>
                    <a:pt x="3384249" y="3358688"/>
                  </a:lnTo>
                  <a:lnTo>
                    <a:pt x="3358311" y="3484925"/>
                  </a:lnTo>
                  <a:lnTo>
                    <a:pt x="3332374" y="3611068"/>
                  </a:lnTo>
                  <a:lnTo>
                    <a:pt x="3306449" y="3736621"/>
                  </a:lnTo>
                  <a:lnTo>
                    <a:pt x="3280544" y="3861095"/>
                  </a:lnTo>
                  <a:lnTo>
                    <a:pt x="3254664" y="3984022"/>
                  </a:lnTo>
                  <a:lnTo>
                    <a:pt x="3228814" y="4104956"/>
                  </a:lnTo>
                  <a:lnTo>
                    <a:pt x="3202992" y="4223482"/>
                  </a:lnTo>
                  <a:lnTo>
                    <a:pt x="3177192" y="4339224"/>
                  </a:lnTo>
                  <a:lnTo>
                    <a:pt x="3151403" y="4451846"/>
                  </a:lnTo>
                  <a:lnTo>
                    <a:pt x="3125607" y="4561056"/>
                  </a:lnTo>
                  <a:lnTo>
                    <a:pt x="3099779" y="4666608"/>
                  </a:lnTo>
                  <a:lnTo>
                    <a:pt x="3073885" y="4768306"/>
                  </a:lnTo>
                  <a:lnTo>
                    <a:pt x="3047884" y="4865998"/>
                  </a:lnTo>
                  <a:lnTo>
                    <a:pt x="3021724" y="4959582"/>
                  </a:lnTo>
                  <a:lnTo>
                    <a:pt x="2995342" y="5048997"/>
                  </a:lnTo>
                  <a:lnTo>
                    <a:pt x="2968664" y="5134227"/>
                  </a:lnTo>
                  <a:lnTo>
                    <a:pt x="2941602" y="5215293"/>
                  </a:lnTo>
                  <a:lnTo>
                    <a:pt x="2914055" y="5292255"/>
                  </a:lnTo>
                  <a:lnTo>
                    <a:pt x="2896531" y="5338330"/>
                  </a:lnTo>
                  <a:lnTo>
                    <a:pt x="2854961" y="5438816"/>
                  </a:lnTo>
                  <a:lnTo>
                    <a:pt x="2811523" y="5530932"/>
                  </a:lnTo>
                  <a:lnTo>
                    <a:pt x="2765713" y="5614944"/>
                  </a:lnTo>
                  <a:lnTo>
                    <a:pt x="2716980" y="5691387"/>
                  </a:lnTo>
                  <a:lnTo>
                    <a:pt x="2664748" y="5760912"/>
                  </a:lnTo>
                  <a:lnTo>
                    <a:pt x="2608447" y="5824204"/>
                  </a:lnTo>
                  <a:lnTo>
                    <a:pt x="2547549" y="5881911"/>
                  </a:lnTo>
                  <a:lnTo>
                    <a:pt x="2481605" y="5934620"/>
                  </a:lnTo>
                  <a:lnTo>
                    <a:pt x="2410313" y="5982826"/>
                  </a:lnTo>
                  <a:lnTo>
                    <a:pt x="2333585" y="6026923"/>
                  </a:lnTo>
                  <a:lnTo>
                    <a:pt x="2251644" y="6067198"/>
                  </a:lnTo>
                  <a:lnTo>
                    <a:pt x="2165118" y="6103831"/>
                  </a:lnTo>
                  <a:lnTo>
                    <a:pt x="2075142" y="6136901"/>
                  </a:lnTo>
                  <a:lnTo>
                    <a:pt x="1983418" y="6166404"/>
                  </a:lnTo>
                  <a:lnTo>
                    <a:pt x="1892218" y="6192281"/>
                  </a:lnTo>
                  <a:lnTo>
                    <a:pt x="1804284" y="6214457"/>
                  </a:lnTo>
                  <a:lnTo>
                    <a:pt x="1722613" y="6232891"/>
                  </a:lnTo>
                  <a:lnTo>
                    <a:pt x="1650121" y="6247626"/>
                  </a:lnTo>
                  <a:lnTo>
                    <a:pt x="1589241" y="6258830"/>
                  </a:lnTo>
                  <a:lnTo>
                    <a:pt x="1541534" y="6266815"/>
                  </a:lnTo>
                  <a:lnTo>
                    <a:pt x="1507402" y="6272030"/>
                  </a:lnTo>
                  <a:lnTo>
                    <a:pt x="1485968" y="6275028"/>
                  </a:lnTo>
                  <a:lnTo>
                    <a:pt x="1475115" y="6276422"/>
                  </a:lnTo>
                  <a:lnTo>
                    <a:pt x="1471634" y="6276835"/>
                  </a:lnTo>
                  <a:lnTo>
                    <a:pt x="1471387" y="6276862"/>
                  </a:lnTo>
                  <a:lnTo>
                    <a:pt x="0" y="627686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50" name="pg1550"/>
            <p:cNvSpPr/>
            <p:nvPr/>
          </p:nvSpPr>
          <p:spPr>
            <a:xfrm>
              <a:off x="4799595" y="5167749"/>
              <a:ext cx="11981298" cy="4184575"/>
            </a:xfrm>
            <a:custGeom>
              <a:avLst/>
              <a:pathLst>
                <a:path w="11981298" h="4184575">
                  <a:moveTo>
                    <a:pt x="0" y="4184575"/>
                  </a:moveTo>
                  <a:lnTo>
                    <a:pt x="1471387" y="4184575"/>
                  </a:lnTo>
                  <a:lnTo>
                    <a:pt x="1472319" y="4184496"/>
                  </a:lnTo>
                  <a:lnTo>
                    <a:pt x="1478470" y="4183938"/>
                  </a:lnTo>
                  <a:lnTo>
                    <a:pt x="1494066" y="4182397"/>
                  </a:lnTo>
                  <a:lnTo>
                    <a:pt x="1522171" y="4179360"/>
                  </a:lnTo>
                  <a:lnTo>
                    <a:pt x="1564514" y="4174339"/>
                  </a:lnTo>
                  <a:lnTo>
                    <a:pt x="1621354" y="4166918"/>
                  </a:lnTo>
                  <a:lnTo>
                    <a:pt x="1691530" y="4156786"/>
                  </a:lnTo>
                  <a:lnTo>
                    <a:pt x="1772709" y="4143752"/>
                  </a:lnTo>
                  <a:lnTo>
                    <a:pt x="1861811" y="4127746"/>
                  </a:lnTo>
                  <a:lnTo>
                    <a:pt x="1955497" y="4108779"/>
                  </a:lnTo>
                  <a:lnTo>
                    <a:pt x="2050596" y="4086909"/>
                  </a:lnTo>
                  <a:lnTo>
                    <a:pt x="2144420" y="4062192"/>
                  </a:lnTo>
                  <a:lnTo>
                    <a:pt x="2234917" y="4034644"/>
                  </a:lnTo>
                  <a:lnTo>
                    <a:pt x="2320695" y="4004217"/>
                  </a:lnTo>
                  <a:lnTo>
                    <a:pt x="2400958" y="3970778"/>
                  </a:lnTo>
                  <a:lnTo>
                    <a:pt x="2475403" y="3934103"/>
                  </a:lnTo>
                  <a:lnTo>
                    <a:pt x="2544093" y="3893877"/>
                  </a:lnTo>
                  <a:lnTo>
                    <a:pt x="2607351" y="3849697"/>
                  </a:lnTo>
                  <a:lnTo>
                    <a:pt x="2665666" y="3801084"/>
                  </a:lnTo>
                  <a:lnTo>
                    <a:pt x="2719628" y="3747501"/>
                  </a:lnTo>
                  <a:lnTo>
                    <a:pt x="2769870" y="3688389"/>
                  </a:lnTo>
                  <a:lnTo>
                    <a:pt x="2817028" y="3623212"/>
                  </a:lnTo>
                  <a:lnTo>
                    <a:pt x="2861714" y="3551549"/>
                  </a:lnTo>
                  <a:lnTo>
                    <a:pt x="2896531" y="3488508"/>
                  </a:lnTo>
                  <a:lnTo>
                    <a:pt x="2928516" y="3424889"/>
                  </a:lnTo>
                  <a:lnTo>
                    <a:pt x="2959787" y="3357300"/>
                  </a:lnTo>
                  <a:lnTo>
                    <a:pt x="2990511" y="3285658"/>
                  </a:lnTo>
                  <a:lnTo>
                    <a:pt x="3020824" y="3209930"/>
                  </a:lnTo>
                  <a:lnTo>
                    <a:pt x="3050842" y="3130129"/>
                  </a:lnTo>
                  <a:lnTo>
                    <a:pt x="3080659" y="3046324"/>
                  </a:lnTo>
                  <a:lnTo>
                    <a:pt x="3110349" y="2958641"/>
                  </a:lnTo>
                  <a:lnTo>
                    <a:pt x="3139972" y="2867267"/>
                  </a:lnTo>
                  <a:lnTo>
                    <a:pt x="3169571" y="2772448"/>
                  </a:lnTo>
                  <a:lnTo>
                    <a:pt x="3199179" y="2674493"/>
                  </a:lnTo>
                  <a:lnTo>
                    <a:pt x="3228815" y="2573767"/>
                  </a:lnTo>
                  <a:lnTo>
                    <a:pt x="3258487" y="2470691"/>
                  </a:lnTo>
                  <a:lnTo>
                    <a:pt x="3288197" y="2365731"/>
                  </a:lnTo>
                  <a:lnTo>
                    <a:pt x="3317940" y="2259392"/>
                  </a:lnTo>
                  <a:lnTo>
                    <a:pt x="3347703" y="2152210"/>
                  </a:lnTo>
                  <a:lnTo>
                    <a:pt x="3377475" y="2044737"/>
                  </a:lnTo>
                  <a:lnTo>
                    <a:pt x="3407239" y="1937534"/>
                  </a:lnTo>
                  <a:lnTo>
                    <a:pt x="3436982" y="1831152"/>
                  </a:lnTo>
                  <a:lnTo>
                    <a:pt x="3466694" y="1726128"/>
                  </a:lnTo>
                  <a:lnTo>
                    <a:pt x="3496368" y="1622969"/>
                  </a:lnTo>
                  <a:lnTo>
                    <a:pt x="3526005" y="1522143"/>
                  </a:lnTo>
                  <a:lnTo>
                    <a:pt x="3555613" y="1424073"/>
                  </a:lnTo>
                  <a:lnTo>
                    <a:pt x="3585213" y="1329125"/>
                  </a:lnTo>
                  <a:lnTo>
                    <a:pt x="3614834" y="1237611"/>
                  </a:lnTo>
                  <a:lnTo>
                    <a:pt x="3644521" y="1149779"/>
                  </a:lnTo>
                  <a:lnTo>
                    <a:pt x="3674331" y="1065820"/>
                  </a:lnTo>
                  <a:lnTo>
                    <a:pt x="3704339" y="985861"/>
                  </a:lnTo>
                  <a:lnTo>
                    <a:pt x="3734639" y="909973"/>
                  </a:lnTo>
                  <a:lnTo>
                    <a:pt x="3765344" y="838172"/>
                  </a:lnTo>
                  <a:lnTo>
                    <a:pt x="3796591" y="770426"/>
                  </a:lnTo>
                  <a:lnTo>
                    <a:pt x="3828545" y="706654"/>
                  </a:lnTo>
                  <a:lnTo>
                    <a:pt x="3829811" y="704240"/>
                  </a:lnTo>
                  <a:lnTo>
                    <a:pt x="3872896" y="627168"/>
                  </a:lnTo>
                  <a:lnTo>
                    <a:pt x="3918004" y="556752"/>
                  </a:lnTo>
                  <a:lnTo>
                    <a:pt x="3965697" y="492756"/>
                  </a:lnTo>
                  <a:lnTo>
                    <a:pt x="4016591" y="434730"/>
                  </a:lnTo>
                  <a:lnTo>
                    <a:pt x="4071327" y="382128"/>
                  </a:lnTo>
                  <a:lnTo>
                    <a:pt x="4130532" y="334391"/>
                  </a:lnTo>
                  <a:lnTo>
                    <a:pt x="4194781" y="290991"/>
                  </a:lnTo>
                  <a:lnTo>
                    <a:pt x="4264538" y="251464"/>
                  </a:lnTo>
                  <a:lnTo>
                    <a:pt x="4340086" y="215421"/>
                  </a:lnTo>
                  <a:lnTo>
                    <a:pt x="4421426" y="182564"/>
                  </a:lnTo>
                  <a:lnTo>
                    <a:pt x="4508172" y="152688"/>
                  </a:lnTo>
                  <a:lnTo>
                    <a:pt x="4599422" y="125676"/>
                  </a:lnTo>
                  <a:lnTo>
                    <a:pt x="4693665" y="101492"/>
                  </a:lnTo>
                  <a:lnTo>
                    <a:pt x="4788721" y="80165"/>
                  </a:lnTo>
                  <a:lnTo>
                    <a:pt x="4881794" y="61754"/>
                  </a:lnTo>
                  <a:lnTo>
                    <a:pt x="4969656" y="46309"/>
                  </a:lnTo>
                  <a:lnTo>
                    <a:pt x="5048978" y="33832"/>
                  </a:lnTo>
                  <a:lnTo>
                    <a:pt x="5116786" y="24229"/>
                  </a:lnTo>
                  <a:lnTo>
                    <a:pt x="5170940" y="17288"/>
                  </a:lnTo>
                  <a:lnTo>
                    <a:pt x="5210531" y="12676"/>
                  </a:lnTo>
                  <a:lnTo>
                    <a:pt x="5236101" y="9960"/>
                  </a:lnTo>
                  <a:lnTo>
                    <a:pt x="5249642" y="8644"/>
                  </a:lnTo>
                  <a:lnTo>
                    <a:pt x="5254453" y="8214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561" y="8203"/>
                  </a:lnTo>
                  <a:lnTo>
                    <a:pt x="6735561" y="8424"/>
                  </a:lnTo>
                  <a:lnTo>
                    <a:pt x="6755683" y="9032"/>
                  </a:lnTo>
                  <a:lnTo>
                    <a:pt x="6791554" y="10230"/>
                  </a:lnTo>
                  <a:lnTo>
                    <a:pt x="6844808" y="12200"/>
                  </a:lnTo>
                  <a:lnTo>
                    <a:pt x="6914965" y="15091"/>
                  </a:lnTo>
                  <a:lnTo>
                    <a:pt x="6999644" y="19000"/>
                  </a:lnTo>
                  <a:lnTo>
                    <a:pt x="7095113" y="23972"/>
                  </a:lnTo>
                  <a:lnTo>
                    <a:pt x="7197032" y="30009"/>
                  </a:lnTo>
                  <a:lnTo>
                    <a:pt x="7301166" y="37093"/>
                  </a:lnTo>
                  <a:lnTo>
                    <a:pt x="7403917" y="45201"/>
                  </a:lnTo>
                  <a:lnTo>
                    <a:pt x="7502588" y="54327"/>
                  </a:lnTo>
                  <a:lnTo>
                    <a:pt x="7595429" y="64492"/>
                  </a:lnTo>
                  <a:lnTo>
                    <a:pt x="7681527" y="75756"/>
                  </a:lnTo>
                  <a:lnTo>
                    <a:pt x="7760634" y="88217"/>
                  </a:lnTo>
                  <a:lnTo>
                    <a:pt x="7832975" y="102014"/>
                  </a:lnTo>
                  <a:lnTo>
                    <a:pt x="7899091" y="117319"/>
                  </a:lnTo>
                  <a:lnTo>
                    <a:pt x="7959708" y="134334"/>
                  </a:lnTo>
                  <a:lnTo>
                    <a:pt x="8015644" y="153279"/>
                  </a:lnTo>
                  <a:lnTo>
                    <a:pt x="8067738" y="174368"/>
                  </a:lnTo>
                  <a:lnTo>
                    <a:pt x="8116798" y="197775"/>
                  </a:lnTo>
                  <a:lnTo>
                    <a:pt x="8151487" y="216584"/>
                  </a:lnTo>
                  <a:lnTo>
                    <a:pt x="8200181" y="246246"/>
                  </a:lnTo>
                  <a:lnTo>
                    <a:pt x="8247409" y="278728"/>
                  </a:lnTo>
                  <a:lnTo>
                    <a:pt x="8293688" y="314078"/>
                  </a:lnTo>
                  <a:lnTo>
                    <a:pt x="8339404" y="352262"/>
                  </a:lnTo>
                  <a:lnTo>
                    <a:pt x="8384840" y="393151"/>
                  </a:lnTo>
                  <a:lnTo>
                    <a:pt x="8430186" y="436519"/>
                  </a:lnTo>
                  <a:lnTo>
                    <a:pt x="8475559" y="482040"/>
                  </a:lnTo>
                  <a:lnTo>
                    <a:pt x="8521013" y="529295"/>
                  </a:lnTo>
                  <a:lnTo>
                    <a:pt x="8566551" y="577781"/>
                  </a:lnTo>
                  <a:lnTo>
                    <a:pt x="8612145" y="626941"/>
                  </a:lnTo>
                  <a:lnTo>
                    <a:pt x="8657746" y="676179"/>
                  </a:lnTo>
                  <a:lnTo>
                    <a:pt x="8703303" y="724898"/>
                  </a:lnTo>
                  <a:lnTo>
                    <a:pt x="8748780" y="772527"/>
                  </a:lnTo>
                  <a:lnTo>
                    <a:pt x="8794171" y="818547"/>
                  </a:lnTo>
                  <a:lnTo>
                    <a:pt x="8839516" y="862515"/>
                  </a:lnTo>
                  <a:lnTo>
                    <a:pt x="8884913" y="904081"/>
                  </a:lnTo>
                  <a:lnTo>
                    <a:pt x="8930533" y="942990"/>
                  </a:lnTo>
                  <a:lnTo>
                    <a:pt x="8976631" y="979091"/>
                  </a:lnTo>
                  <a:lnTo>
                    <a:pt x="9023566" y="1012324"/>
                  </a:lnTo>
                  <a:lnTo>
                    <a:pt x="9071817" y="1042717"/>
                  </a:lnTo>
                  <a:lnTo>
                    <a:pt x="9084767" y="1050230"/>
                  </a:lnTo>
                  <a:lnTo>
                    <a:pt x="9132059" y="1075402"/>
                  </a:lnTo>
                  <a:lnTo>
                    <a:pt x="9181840" y="1098189"/>
                  </a:lnTo>
                  <a:lnTo>
                    <a:pt x="9234860" y="1118698"/>
                  </a:lnTo>
                  <a:lnTo>
                    <a:pt x="9291941" y="1137116"/>
                  </a:lnTo>
                  <a:lnTo>
                    <a:pt x="9353922" y="1153662"/>
                  </a:lnTo>
                  <a:lnTo>
                    <a:pt x="9421605" y="1168553"/>
                  </a:lnTo>
                  <a:lnTo>
                    <a:pt x="9495677" y="1181984"/>
                  </a:lnTo>
                  <a:lnTo>
                    <a:pt x="9576609" y="1194120"/>
                  </a:lnTo>
                  <a:lnTo>
                    <a:pt x="9664522" y="1205089"/>
                  </a:lnTo>
                  <a:lnTo>
                    <a:pt x="9759010" y="1214977"/>
                  </a:lnTo>
                  <a:lnTo>
                    <a:pt x="9858956" y="1223835"/>
                  </a:lnTo>
                  <a:lnTo>
                    <a:pt x="9962369" y="1231676"/>
                  </a:lnTo>
                  <a:lnTo>
                    <a:pt x="10066304" y="1238489"/>
                  </a:lnTo>
                  <a:lnTo>
                    <a:pt x="10166958" y="1244248"/>
                  </a:lnTo>
                  <a:lnTo>
                    <a:pt x="10260009" y="1248940"/>
                  </a:lnTo>
                  <a:lnTo>
                    <a:pt x="10341201" y="1252575"/>
                  </a:lnTo>
                  <a:lnTo>
                    <a:pt x="10407089" y="1255213"/>
                  </a:lnTo>
                  <a:lnTo>
                    <a:pt x="10455749" y="1256965"/>
                  </a:lnTo>
                  <a:lnTo>
                    <a:pt x="10487251" y="1257990"/>
                  </a:lnTo>
                  <a:lnTo>
                    <a:pt x="10503772" y="1258477"/>
                  </a:lnTo>
                  <a:lnTo>
                    <a:pt x="10509414" y="1258629"/>
                  </a:lnTo>
                  <a:lnTo>
                    <a:pt x="10509911" y="1258641"/>
                  </a:lnTo>
                  <a:lnTo>
                    <a:pt x="11981298" y="1258641"/>
                  </a:lnTo>
                  <a:lnTo>
                    <a:pt x="11981298" y="1250468"/>
                  </a:lnTo>
                  <a:lnTo>
                    <a:pt x="10509911" y="1250468"/>
                  </a:lnTo>
                  <a:lnTo>
                    <a:pt x="10508692" y="1250437"/>
                  </a:lnTo>
                  <a:lnTo>
                    <a:pt x="10500693" y="1250217"/>
                  </a:lnTo>
                  <a:lnTo>
                    <a:pt x="10480570" y="1249609"/>
                  </a:lnTo>
                  <a:lnTo>
                    <a:pt x="10444699" y="1248411"/>
                  </a:lnTo>
                  <a:lnTo>
                    <a:pt x="10391445" y="1246440"/>
                  </a:lnTo>
                  <a:lnTo>
                    <a:pt x="10321289" y="1243549"/>
                  </a:lnTo>
                  <a:lnTo>
                    <a:pt x="10236610" y="1239641"/>
                  </a:lnTo>
                  <a:lnTo>
                    <a:pt x="10141140" y="1234669"/>
                  </a:lnTo>
                  <a:lnTo>
                    <a:pt x="10039221" y="1228631"/>
                  </a:lnTo>
                  <a:lnTo>
                    <a:pt x="9935087" y="1221547"/>
                  </a:lnTo>
                  <a:lnTo>
                    <a:pt x="9832336" y="1213440"/>
                  </a:lnTo>
                  <a:lnTo>
                    <a:pt x="9733665" y="1204314"/>
                  </a:lnTo>
                  <a:lnTo>
                    <a:pt x="9640825" y="1194149"/>
                  </a:lnTo>
                  <a:lnTo>
                    <a:pt x="9554726" y="1182885"/>
                  </a:lnTo>
                  <a:lnTo>
                    <a:pt x="9475620" y="1170423"/>
                  </a:lnTo>
                  <a:lnTo>
                    <a:pt x="9403279" y="1156627"/>
                  </a:lnTo>
                  <a:lnTo>
                    <a:pt x="9337162" y="1141322"/>
                  </a:lnTo>
                  <a:lnTo>
                    <a:pt x="9276545" y="1124307"/>
                  </a:lnTo>
                  <a:lnTo>
                    <a:pt x="9220610" y="1105362"/>
                  </a:lnTo>
                  <a:lnTo>
                    <a:pt x="9168516" y="1084273"/>
                  </a:lnTo>
                  <a:lnTo>
                    <a:pt x="9119455" y="1060866"/>
                  </a:lnTo>
                  <a:lnTo>
                    <a:pt x="9084767" y="1042057"/>
                  </a:lnTo>
                  <a:lnTo>
                    <a:pt x="9036072" y="1012395"/>
                  </a:lnTo>
                  <a:lnTo>
                    <a:pt x="8988844" y="979913"/>
                  </a:lnTo>
                  <a:lnTo>
                    <a:pt x="8942566" y="944562"/>
                  </a:lnTo>
                  <a:lnTo>
                    <a:pt x="8896849" y="906379"/>
                  </a:lnTo>
                  <a:lnTo>
                    <a:pt x="8851413" y="865490"/>
                  </a:lnTo>
                  <a:lnTo>
                    <a:pt x="8806067" y="822121"/>
                  </a:lnTo>
                  <a:lnTo>
                    <a:pt x="8760694" y="776600"/>
                  </a:lnTo>
                  <a:lnTo>
                    <a:pt x="8715241" y="729346"/>
                  </a:lnTo>
                  <a:lnTo>
                    <a:pt x="8669702" y="680859"/>
                  </a:lnTo>
                  <a:lnTo>
                    <a:pt x="8624108" y="631700"/>
                  </a:lnTo>
                  <a:lnTo>
                    <a:pt x="8578507" y="582462"/>
                  </a:lnTo>
                  <a:lnTo>
                    <a:pt x="8532950" y="533743"/>
                  </a:lnTo>
                  <a:lnTo>
                    <a:pt x="8487473" y="486114"/>
                  </a:lnTo>
                  <a:lnTo>
                    <a:pt x="8442082" y="440094"/>
                  </a:lnTo>
                  <a:lnTo>
                    <a:pt x="8396737" y="396125"/>
                  </a:lnTo>
                  <a:lnTo>
                    <a:pt x="8351340" y="354560"/>
                  </a:lnTo>
                  <a:lnTo>
                    <a:pt x="8305721" y="315651"/>
                  </a:lnTo>
                  <a:lnTo>
                    <a:pt x="8259622" y="279550"/>
                  </a:lnTo>
                  <a:lnTo>
                    <a:pt x="8212688" y="246317"/>
                  </a:lnTo>
                  <a:lnTo>
                    <a:pt x="8164436" y="215924"/>
                  </a:lnTo>
                  <a:lnTo>
                    <a:pt x="8151487" y="208411"/>
                  </a:lnTo>
                  <a:lnTo>
                    <a:pt x="8104194" y="183238"/>
                  </a:lnTo>
                  <a:lnTo>
                    <a:pt x="8054414" y="160451"/>
                  </a:lnTo>
                  <a:lnTo>
                    <a:pt x="8001393" y="139943"/>
                  </a:lnTo>
                  <a:lnTo>
                    <a:pt x="7944312" y="121525"/>
                  </a:lnTo>
                  <a:lnTo>
                    <a:pt x="7882331" y="104979"/>
                  </a:lnTo>
                  <a:lnTo>
                    <a:pt x="7814648" y="90088"/>
                  </a:lnTo>
                  <a:lnTo>
                    <a:pt x="7740577" y="76656"/>
                  </a:lnTo>
                  <a:lnTo>
                    <a:pt x="7659644" y="64520"/>
                  </a:lnTo>
                  <a:lnTo>
                    <a:pt x="7571731" y="53552"/>
                  </a:lnTo>
                  <a:lnTo>
                    <a:pt x="7477243" y="43664"/>
                  </a:lnTo>
                  <a:lnTo>
                    <a:pt x="7377297" y="34806"/>
                  </a:lnTo>
                  <a:lnTo>
                    <a:pt x="7273884" y="26964"/>
                  </a:lnTo>
                  <a:lnTo>
                    <a:pt x="7169949" y="20152"/>
                  </a:lnTo>
                  <a:lnTo>
                    <a:pt x="7069295" y="14392"/>
                  </a:lnTo>
                  <a:lnTo>
                    <a:pt x="6976245" y="9701"/>
                  </a:lnTo>
                  <a:lnTo>
                    <a:pt x="6895052" y="6066"/>
                  </a:lnTo>
                  <a:lnTo>
                    <a:pt x="6829164" y="3427"/>
                  </a:lnTo>
                  <a:lnTo>
                    <a:pt x="6780504" y="1675"/>
                  </a:lnTo>
                  <a:lnTo>
                    <a:pt x="6749003" y="651"/>
                  </a:lnTo>
                  <a:lnTo>
                    <a:pt x="6732482" y="164"/>
                  </a:lnTo>
                  <a:lnTo>
                    <a:pt x="6726840" y="12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023" y="78"/>
                  </a:lnTo>
                  <a:lnTo>
                    <a:pt x="5247872" y="636"/>
                  </a:lnTo>
                  <a:lnTo>
                    <a:pt x="5232277" y="2177"/>
                  </a:lnTo>
                  <a:lnTo>
                    <a:pt x="5204171" y="5214"/>
                  </a:lnTo>
                  <a:lnTo>
                    <a:pt x="5161828" y="10235"/>
                  </a:lnTo>
                  <a:lnTo>
                    <a:pt x="5104988" y="17656"/>
                  </a:lnTo>
                  <a:lnTo>
                    <a:pt x="5034812" y="27789"/>
                  </a:lnTo>
                  <a:lnTo>
                    <a:pt x="4953634" y="40822"/>
                  </a:lnTo>
                  <a:lnTo>
                    <a:pt x="4864531" y="56828"/>
                  </a:lnTo>
                  <a:lnTo>
                    <a:pt x="4770846" y="75795"/>
                  </a:lnTo>
                  <a:lnTo>
                    <a:pt x="4675746" y="97665"/>
                  </a:lnTo>
                  <a:lnTo>
                    <a:pt x="4581922" y="122382"/>
                  </a:lnTo>
                  <a:lnTo>
                    <a:pt x="4491425" y="149930"/>
                  </a:lnTo>
                  <a:lnTo>
                    <a:pt x="4405648" y="180357"/>
                  </a:lnTo>
                  <a:lnTo>
                    <a:pt x="4325384" y="213796"/>
                  </a:lnTo>
                  <a:lnTo>
                    <a:pt x="4250939" y="250471"/>
                  </a:lnTo>
                  <a:lnTo>
                    <a:pt x="4182249" y="290697"/>
                  </a:lnTo>
                  <a:lnTo>
                    <a:pt x="4118992" y="334878"/>
                  </a:lnTo>
                  <a:lnTo>
                    <a:pt x="4060676" y="383491"/>
                  </a:lnTo>
                  <a:lnTo>
                    <a:pt x="4006714" y="437073"/>
                  </a:lnTo>
                  <a:lnTo>
                    <a:pt x="3956472" y="496185"/>
                  </a:lnTo>
                  <a:lnTo>
                    <a:pt x="3909314" y="561363"/>
                  </a:lnTo>
                  <a:lnTo>
                    <a:pt x="3864628" y="633025"/>
                  </a:lnTo>
                  <a:lnTo>
                    <a:pt x="3829811" y="696067"/>
                  </a:lnTo>
                  <a:lnTo>
                    <a:pt x="3797826" y="759685"/>
                  </a:lnTo>
                  <a:lnTo>
                    <a:pt x="3766555" y="827275"/>
                  </a:lnTo>
                  <a:lnTo>
                    <a:pt x="3735831" y="898916"/>
                  </a:lnTo>
                  <a:lnTo>
                    <a:pt x="3705518" y="974644"/>
                  </a:lnTo>
                  <a:lnTo>
                    <a:pt x="3675500" y="1054445"/>
                  </a:lnTo>
                  <a:lnTo>
                    <a:pt x="3645683" y="1138250"/>
                  </a:lnTo>
                  <a:lnTo>
                    <a:pt x="3615993" y="1225933"/>
                  </a:lnTo>
                  <a:lnTo>
                    <a:pt x="3586371" y="1317307"/>
                  </a:lnTo>
                  <a:lnTo>
                    <a:pt x="3556771" y="1412126"/>
                  </a:lnTo>
                  <a:lnTo>
                    <a:pt x="3527163" y="1510081"/>
                  </a:lnTo>
                  <a:lnTo>
                    <a:pt x="3497527" y="1610807"/>
                  </a:lnTo>
                  <a:lnTo>
                    <a:pt x="3467855" y="1713883"/>
                  </a:lnTo>
                  <a:lnTo>
                    <a:pt x="3438145" y="1818843"/>
                  </a:lnTo>
                  <a:lnTo>
                    <a:pt x="3408402" y="1925182"/>
                  </a:lnTo>
                  <a:lnTo>
                    <a:pt x="3378639" y="2032364"/>
                  </a:lnTo>
                  <a:lnTo>
                    <a:pt x="3348867" y="2139837"/>
                  </a:lnTo>
                  <a:lnTo>
                    <a:pt x="3319103" y="2247041"/>
                  </a:lnTo>
                  <a:lnTo>
                    <a:pt x="3289360" y="2353422"/>
                  </a:lnTo>
                  <a:lnTo>
                    <a:pt x="3259648" y="2458446"/>
                  </a:lnTo>
                  <a:lnTo>
                    <a:pt x="3229974" y="2561605"/>
                  </a:lnTo>
                  <a:lnTo>
                    <a:pt x="3200337" y="2662431"/>
                  </a:lnTo>
                  <a:lnTo>
                    <a:pt x="3170729" y="2760502"/>
                  </a:lnTo>
                  <a:lnTo>
                    <a:pt x="3141129" y="2855449"/>
                  </a:lnTo>
                  <a:lnTo>
                    <a:pt x="3111508" y="2946964"/>
                  </a:lnTo>
                  <a:lnTo>
                    <a:pt x="3081822" y="3034795"/>
                  </a:lnTo>
                  <a:lnTo>
                    <a:pt x="3052012" y="3118754"/>
                  </a:lnTo>
                  <a:lnTo>
                    <a:pt x="3022003" y="3198713"/>
                  </a:lnTo>
                  <a:lnTo>
                    <a:pt x="2991703" y="3274601"/>
                  </a:lnTo>
                  <a:lnTo>
                    <a:pt x="2960998" y="3346402"/>
                  </a:lnTo>
                  <a:lnTo>
                    <a:pt x="2929751" y="3414149"/>
                  </a:lnTo>
                  <a:lnTo>
                    <a:pt x="2897797" y="3477920"/>
                  </a:lnTo>
                  <a:lnTo>
                    <a:pt x="2896531" y="3480335"/>
                  </a:lnTo>
                  <a:lnTo>
                    <a:pt x="2853446" y="3557406"/>
                  </a:lnTo>
                  <a:lnTo>
                    <a:pt x="2808338" y="3627822"/>
                  </a:lnTo>
                  <a:lnTo>
                    <a:pt x="2760645" y="3691818"/>
                  </a:lnTo>
                  <a:lnTo>
                    <a:pt x="2709751" y="3749844"/>
                  </a:lnTo>
                  <a:lnTo>
                    <a:pt x="2655015" y="3802446"/>
                  </a:lnTo>
                  <a:lnTo>
                    <a:pt x="2595810" y="3850183"/>
                  </a:lnTo>
                  <a:lnTo>
                    <a:pt x="2531561" y="3893583"/>
                  </a:lnTo>
                  <a:lnTo>
                    <a:pt x="2461804" y="3933111"/>
                  </a:lnTo>
                  <a:lnTo>
                    <a:pt x="2386257" y="3969154"/>
                  </a:lnTo>
                  <a:lnTo>
                    <a:pt x="2304916" y="4002010"/>
                  </a:lnTo>
                  <a:lnTo>
                    <a:pt x="2218171" y="4031886"/>
                  </a:lnTo>
                  <a:lnTo>
                    <a:pt x="2126920" y="4058899"/>
                  </a:lnTo>
                  <a:lnTo>
                    <a:pt x="2032677" y="4083082"/>
                  </a:lnTo>
                  <a:lnTo>
                    <a:pt x="1937621" y="4104409"/>
                  </a:lnTo>
                  <a:lnTo>
                    <a:pt x="1844548" y="4122821"/>
                  </a:lnTo>
                  <a:lnTo>
                    <a:pt x="1756686" y="4138265"/>
                  </a:lnTo>
                  <a:lnTo>
                    <a:pt x="1677364" y="4150742"/>
                  </a:lnTo>
                  <a:lnTo>
                    <a:pt x="1609556" y="4160345"/>
                  </a:lnTo>
                  <a:lnTo>
                    <a:pt x="1555403" y="4167286"/>
                  </a:lnTo>
                  <a:lnTo>
                    <a:pt x="1515811" y="4171898"/>
                  </a:lnTo>
                  <a:lnTo>
                    <a:pt x="1490241" y="4174614"/>
                  </a:lnTo>
                  <a:lnTo>
                    <a:pt x="1476700" y="4175930"/>
                  </a:lnTo>
                  <a:lnTo>
                    <a:pt x="1471890" y="4176360"/>
                  </a:lnTo>
                  <a:lnTo>
                    <a:pt x="1471387" y="4176402"/>
                  </a:lnTo>
                  <a:lnTo>
                    <a:pt x="0" y="4176402"/>
                  </a:lnTo>
                  <a:close/>
                </a:path>
              </a:pathLst>
            </a:custGeom>
            <a:solidFill>
              <a:srgbClr val="8BC34A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551" name="pl1551"/>
            <p:cNvSpPr/>
            <p:nvPr/>
          </p:nvSpPr>
          <p:spPr>
            <a:xfrm>
              <a:off x="4799595" y="5175922"/>
              <a:ext cx="11981298" cy="4176402"/>
            </a:xfrm>
            <a:custGeom>
              <a:avLst/>
              <a:pathLst>
                <a:path w="11981298" h="4176402">
                  <a:moveTo>
                    <a:pt x="0" y="4176402"/>
                  </a:moveTo>
                  <a:lnTo>
                    <a:pt x="1471387" y="4176402"/>
                  </a:lnTo>
                  <a:lnTo>
                    <a:pt x="1472319" y="4176323"/>
                  </a:lnTo>
                  <a:lnTo>
                    <a:pt x="1478470" y="4175765"/>
                  </a:lnTo>
                  <a:lnTo>
                    <a:pt x="1494066" y="4174224"/>
                  </a:lnTo>
                  <a:lnTo>
                    <a:pt x="1522171" y="4171187"/>
                  </a:lnTo>
                  <a:lnTo>
                    <a:pt x="1564514" y="4166166"/>
                  </a:lnTo>
                  <a:lnTo>
                    <a:pt x="1621354" y="4158745"/>
                  </a:lnTo>
                  <a:lnTo>
                    <a:pt x="1691530" y="4148613"/>
                  </a:lnTo>
                  <a:lnTo>
                    <a:pt x="1772709" y="4135579"/>
                  </a:lnTo>
                  <a:lnTo>
                    <a:pt x="1861811" y="4119573"/>
                  </a:lnTo>
                  <a:lnTo>
                    <a:pt x="1955497" y="4100606"/>
                  </a:lnTo>
                  <a:lnTo>
                    <a:pt x="2050596" y="4078736"/>
                  </a:lnTo>
                  <a:lnTo>
                    <a:pt x="2144420" y="4054019"/>
                  </a:lnTo>
                  <a:lnTo>
                    <a:pt x="2234917" y="4026471"/>
                  </a:lnTo>
                  <a:lnTo>
                    <a:pt x="2320695" y="3996044"/>
                  </a:lnTo>
                  <a:lnTo>
                    <a:pt x="2400958" y="3962605"/>
                  </a:lnTo>
                  <a:lnTo>
                    <a:pt x="2475403" y="3925930"/>
                  </a:lnTo>
                  <a:lnTo>
                    <a:pt x="2544093" y="3885704"/>
                  </a:lnTo>
                  <a:lnTo>
                    <a:pt x="2607351" y="3841524"/>
                  </a:lnTo>
                  <a:lnTo>
                    <a:pt x="2665666" y="3792911"/>
                  </a:lnTo>
                  <a:lnTo>
                    <a:pt x="2719628" y="3739328"/>
                  </a:lnTo>
                  <a:lnTo>
                    <a:pt x="2769870" y="3680216"/>
                  </a:lnTo>
                  <a:lnTo>
                    <a:pt x="2817028" y="3615039"/>
                  </a:lnTo>
                  <a:lnTo>
                    <a:pt x="2861714" y="3543376"/>
                  </a:lnTo>
                  <a:lnTo>
                    <a:pt x="2896531" y="3480335"/>
                  </a:lnTo>
                  <a:lnTo>
                    <a:pt x="2928516" y="3416716"/>
                  </a:lnTo>
                  <a:lnTo>
                    <a:pt x="2959787" y="3349127"/>
                  </a:lnTo>
                  <a:lnTo>
                    <a:pt x="2990511" y="3277485"/>
                  </a:lnTo>
                  <a:lnTo>
                    <a:pt x="3020824" y="3201757"/>
                  </a:lnTo>
                  <a:lnTo>
                    <a:pt x="3050842" y="3121956"/>
                  </a:lnTo>
                  <a:lnTo>
                    <a:pt x="3080659" y="3038151"/>
                  </a:lnTo>
                  <a:lnTo>
                    <a:pt x="3110349" y="2950468"/>
                  </a:lnTo>
                  <a:lnTo>
                    <a:pt x="3139972" y="2859094"/>
                  </a:lnTo>
                  <a:lnTo>
                    <a:pt x="3169571" y="2764275"/>
                  </a:lnTo>
                  <a:lnTo>
                    <a:pt x="3199179" y="2666320"/>
                  </a:lnTo>
                  <a:lnTo>
                    <a:pt x="3228815" y="2565594"/>
                  </a:lnTo>
                  <a:lnTo>
                    <a:pt x="3258487" y="2462518"/>
                  </a:lnTo>
                  <a:lnTo>
                    <a:pt x="3288197" y="2357558"/>
                  </a:lnTo>
                  <a:lnTo>
                    <a:pt x="3317940" y="2251219"/>
                  </a:lnTo>
                  <a:lnTo>
                    <a:pt x="3347703" y="2144037"/>
                  </a:lnTo>
                  <a:lnTo>
                    <a:pt x="3377475" y="2036565"/>
                  </a:lnTo>
                  <a:lnTo>
                    <a:pt x="3407239" y="1929361"/>
                  </a:lnTo>
                  <a:lnTo>
                    <a:pt x="3436982" y="1822979"/>
                  </a:lnTo>
                  <a:lnTo>
                    <a:pt x="3466694" y="1717955"/>
                  </a:lnTo>
                  <a:lnTo>
                    <a:pt x="3496368" y="1614796"/>
                  </a:lnTo>
                  <a:lnTo>
                    <a:pt x="3526005" y="1513970"/>
                  </a:lnTo>
                  <a:lnTo>
                    <a:pt x="3555613" y="1415900"/>
                  </a:lnTo>
                  <a:lnTo>
                    <a:pt x="3585213" y="1320952"/>
                  </a:lnTo>
                  <a:lnTo>
                    <a:pt x="3614834" y="1229438"/>
                  </a:lnTo>
                  <a:lnTo>
                    <a:pt x="3644521" y="1141606"/>
                  </a:lnTo>
                  <a:lnTo>
                    <a:pt x="3674331" y="1057647"/>
                  </a:lnTo>
                  <a:lnTo>
                    <a:pt x="3704339" y="977688"/>
                  </a:lnTo>
                  <a:lnTo>
                    <a:pt x="3734639" y="901800"/>
                  </a:lnTo>
                  <a:lnTo>
                    <a:pt x="3765344" y="829999"/>
                  </a:lnTo>
                  <a:lnTo>
                    <a:pt x="3796591" y="762253"/>
                  </a:lnTo>
                  <a:lnTo>
                    <a:pt x="3828545" y="698481"/>
                  </a:lnTo>
                  <a:lnTo>
                    <a:pt x="3829811" y="696067"/>
                  </a:lnTo>
                  <a:lnTo>
                    <a:pt x="3872896" y="618995"/>
                  </a:lnTo>
                  <a:lnTo>
                    <a:pt x="3918004" y="548579"/>
                  </a:lnTo>
                  <a:lnTo>
                    <a:pt x="3965697" y="484583"/>
                  </a:lnTo>
                  <a:lnTo>
                    <a:pt x="4016591" y="426557"/>
                  </a:lnTo>
                  <a:lnTo>
                    <a:pt x="4071327" y="373955"/>
                  </a:lnTo>
                  <a:lnTo>
                    <a:pt x="4130532" y="326218"/>
                  </a:lnTo>
                  <a:lnTo>
                    <a:pt x="4194781" y="282818"/>
                  </a:lnTo>
                  <a:lnTo>
                    <a:pt x="4264538" y="243291"/>
                  </a:lnTo>
                  <a:lnTo>
                    <a:pt x="4340086" y="207248"/>
                  </a:lnTo>
                  <a:lnTo>
                    <a:pt x="4421426" y="174391"/>
                  </a:lnTo>
                  <a:lnTo>
                    <a:pt x="4508172" y="144515"/>
                  </a:lnTo>
                  <a:lnTo>
                    <a:pt x="4599422" y="117503"/>
                  </a:lnTo>
                  <a:lnTo>
                    <a:pt x="4693665" y="93319"/>
                  </a:lnTo>
                  <a:lnTo>
                    <a:pt x="4788721" y="71992"/>
                  </a:lnTo>
                  <a:lnTo>
                    <a:pt x="4881794" y="53581"/>
                  </a:lnTo>
                  <a:lnTo>
                    <a:pt x="4969656" y="38136"/>
                  </a:lnTo>
                  <a:lnTo>
                    <a:pt x="5048978" y="25659"/>
                  </a:lnTo>
                  <a:lnTo>
                    <a:pt x="5116786" y="16056"/>
                  </a:lnTo>
                  <a:lnTo>
                    <a:pt x="5170940" y="9115"/>
                  </a:lnTo>
                  <a:lnTo>
                    <a:pt x="5210531" y="4503"/>
                  </a:lnTo>
                  <a:lnTo>
                    <a:pt x="5236101" y="1787"/>
                  </a:lnTo>
                  <a:lnTo>
                    <a:pt x="5249642" y="471"/>
                  </a:lnTo>
                  <a:lnTo>
                    <a:pt x="5254453" y="41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561" y="30"/>
                  </a:lnTo>
                  <a:lnTo>
                    <a:pt x="6735561" y="251"/>
                  </a:lnTo>
                  <a:lnTo>
                    <a:pt x="6755683" y="859"/>
                  </a:lnTo>
                  <a:lnTo>
                    <a:pt x="6791554" y="2057"/>
                  </a:lnTo>
                  <a:lnTo>
                    <a:pt x="6844808" y="4027"/>
                  </a:lnTo>
                  <a:lnTo>
                    <a:pt x="6914965" y="6918"/>
                  </a:lnTo>
                  <a:lnTo>
                    <a:pt x="6999644" y="10827"/>
                  </a:lnTo>
                  <a:lnTo>
                    <a:pt x="7095113" y="15799"/>
                  </a:lnTo>
                  <a:lnTo>
                    <a:pt x="7197032" y="21836"/>
                  </a:lnTo>
                  <a:lnTo>
                    <a:pt x="7301166" y="28920"/>
                  </a:lnTo>
                  <a:lnTo>
                    <a:pt x="7403917" y="37028"/>
                  </a:lnTo>
                  <a:lnTo>
                    <a:pt x="7502588" y="46154"/>
                  </a:lnTo>
                  <a:lnTo>
                    <a:pt x="7595429" y="56319"/>
                  </a:lnTo>
                  <a:lnTo>
                    <a:pt x="7681527" y="67583"/>
                  </a:lnTo>
                  <a:lnTo>
                    <a:pt x="7760634" y="80044"/>
                  </a:lnTo>
                  <a:lnTo>
                    <a:pt x="7832975" y="93841"/>
                  </a:lnTo>
                  <a:lnTo>
                    <a:pt x="7899091" y="109146"/>
                  </a:lnTo>
                  <a:lnTo>
                    <a:pt x="7959708" y="126161"/>
                  </a:lnTo>
                  <a:lnTo>
                    <a:pt x="8015644" y="145106"/>
                  </a:lnTo>
                  <a:lnTo>
                    <a:pt x="8067738" y="166195"/>
                  </a:lnTo>
                  <a:lnTo>
                    <a:pt x="8116798" y="189602"/>
                  </a:lnTo>
                  <a:lnTo>
                    <a:pt x="8151487" y="208411"/>
                  </a:lnTo>
                  <a:lnTo>
                    <a:pt x="8200181" y="238073"/>
                  </a:lnTo>
                  <a:lnTo>
                    <a:pt x="8247409" y="270555"/>
                  </a:lnTo>
                  <a:lnTo>
                    <a:pt x="8293688" y="305905"/>
                  </a:lnTo>
                  <a:lnTo>
                    <a:pt x="8339404" y="344089"/>
                  </a:lnTo>
                  <a:lnTo>
                    <a:pt x="8384840" y="384978"/>
                  </a:lnTo>
                  <a:lnTo>
                    <a:pt x="8430186" y="428346"/>
                  </a:lnTo>
                  <a:lnTo>
                    <a:pt x="8475559" y="473867"/>
                  </a:lnTo>
                  <a:lnTo>
                    <a:pt x="8521013" y="521122"/>
                  </a:lnTo>
                  <a:lnTo>
                    <a:pt x="8566551" y="569608"/>
                  </a:lnTo>
                  <a:lnTo>
                    <a:pt x="8612145" y="618768"/>
                  </a:lnTo>
                  <a:lnTo>
                    <a:pt x="8657746" y="668006"/>
                  </a:lnTo>
                  <a:lnTo>
                    <a:pt x="8703303" y="716725"/>
                  </a:lnTo>
                  <a:lnTo>
                    <a:pt x="8748780" y="764354"/>
                  </a:lnTo>
                  <a:lnTo>
                    <a:pt x="8794171" y="810374"/>
                  </a:lnTo>
                  <a:lnTo>
                    <a:pt x="8839516" y="854342"/>
                  </a:lnTo>
                  <a:lnTo>
                    <a:pt x="8884913" y="895908"/>
                  </a:lnTo>
                  <a:lnTo>
                    <a:pt x="8930533" y="934817"/>
                  </a:lnTo>
                  <a:lnTo>
                    <a:pt x="8976631" y="970918"/>
                  </a:lnTo>
                  <a:lnTo>
                    <a:pt x="9023566" y="1004151"/>
                  </a:lnTo>
                  <a:lnTo>
                    <a:pt x="9071817" y="1034544"/>
                  </a:lnTo>
                  <a:lnTo>
                    <a:pt x="9084767" y="1042057"/>
                  </a:lnTo>
                  <a:lnTo>
                    <a:pt x="9132059" y="1067229"/>
                  </a:lnTo>
                  <a:lnTo>
                    <a:pt x="9181840" y="1090016"/>
                  </a:lnTo>
                  <a:lnTo>
                    <a:pt x="9234860" y="1110525"/>
                  </a:lnTo>
                  <a:lnTo>
                    <a:pt x="9291941" y="1128943"/>
                  </a:lnTo>
                  <a:lnTo>
                    <a:pt x="9353922" y="1145489"/>
                  </a:lnTo>
                  <a:lnTo>
                    <a:pt x="9421605" y="1160380"/>
                  </a:lnTo>
                  <a:lnTo>
                    <a:pt x="9495677" y="1173811"/>
                  </a:lnTo>
                  <a:lnTo>
                    <a:pt x="9576609" y="1185947"/>
                  </a:lnTo>
                  <a:lnTo>
                    <a:pt x="9664522" y="1196916"/>
                  </a:lnTo>
                  <a:lnTo>
                    <a:pt x="9759010" y="1206804"/>
                  </a:lnTo>
                  <a:lnTo>
                    <a:pt x="9858956" y="1215662"/>
                  </a:lnTo>
                  <a:lnTo>
                    <a:pt x="9962369" y="1223503"/>
                  </a:lnTo>
                  <a:lnTo>
                    <a:pt x="10066304" y="1230316"/>
                  </a:lnTo>
                  <a:lnTo>
                    <a:pt x="10166958" y="1236075"/>
                  </a:lnTo>
                  <a:lnTo>
                    <a:pt x="10260009" y="1240767"/>
                  </a:lnTo>
                  <a:lnTo>
                    <a:pt x="10341201" y="1244402"/>
                  </a:lnTo>
                  <a:lnTo>
                    <a:pt x="10407089" y="1247040"/>
                  </a:lnTo>
                  <a:lnTo>
                    <a:pt x="10455749" y="1248792"/>
                  </a:lnTo>
                  <a:lnTo>
                    <a:pt x="10487251" y="1249817"/>
                  </a:lnTo>
                  <a:lnTo>
                    <a:pt x="10503772" y="1250304"/>
                  </a:lnTo>
                  <a:lnTo>
                    <a:pt x="10509414" y="1250456"/>
                  </a:lnTo>
                  <a:lnTo>
                    <a:pt x="10509911" y="1250468"/>
                  </a:lnTo>
                  <a:lnTo>
                    <a:pt x="11981298" y="125046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52" name="pl1552"/>
            <p:cNvSpPr/>
            <p:nvPr/>
          </p:nvSpPr>
          <p:spPr>
            <a:xfrm>
              <a:off x="4799595" y="5167749"/>
              <a:ext cx="11981298" cy="4176402"/>
            </a:xfrm>
            <a:custGeom>
              <a:avLst/>
              <a:pathLst>
                <a:path w="11981298" h="4176402">
                  <a:moveTo>
                    <a:pt x="11981298" y="1250468"/>
                  </a:moveTo>
                  <a:lnTo>
                    <a:pt x="10509911" y="1250468"/>
                  </a:lnTo>
                  <a:lnTo>
                    <a:pt x="10508692" y="1250437"/>
                  </a:lnTo>
                  <a:lnTo>
                    <a:pt x="10500693" y="1250217"/>
                  </a:lnTo>
                  <a:lnTo>
                    <a:pt x="10480570" y="1249609"/>
                  </a:lnTo>
                  <a:lnTo>
                    <a:pt x="10444699" y="1248411"/>
                  </a:lnTo>
                  <a:lnTo>
                    <a:pt x="10391445" y="1246440"/>
                  </a:lnTo>
                  <a:lnTo>
                    <a:pt x="10321289" y="1243549"/>
                  </a:lnTo>
                  <a:lnTo>
                    <a:pt x="10236610" y="1239641"/>
                  </a:lnTo>
                  <a:lnTo>
                    <a:pt x="10141140" y="1234669"/>
                  </a:lnTo>
                  <a:lnTo>
                    <a:pt x="10039221" y="1228631"/>
                  </a:lnTo>
                  <a:lnTo>
                    <a:pt x="9935087" y="1221547"/>
                  </a:lnTo>
                  <a:lnTo>
                    <a:pt x="9832336" y="1213440"/>
                  </a:lnTo>
                  <a:lnTo>
                    <a:pt x="9733665" y="1204314"/>
                  </a:lnTo>
                  <a:lnTo>
                    <a:pt x="9640825" y="1194149"/>
                  </a:lnTo>
                  <a:lnTo>
                    <a:pt x="9554726" y="1182885"/>
                  </a:lnTo>
                  <a:lnTo>
                    <a:pt x="9475620" y="1170423"/>
                  </a:lnTo>
                  <a:lnTo>
                    <a:pt x="9403279" y="1156627"/>
                  </a:lnTo>
                  <a:lnTo>
                    <a:pt x="9337162" y="1141322"/>
                  </a:lnTo>
                  <a:lnTo>
                    <a:pt x="9276545" y="1124307"/>
                  </a:lnTo>
                  <a:lnTo>
                    <a:pt x="9220610" y="1105362"/>
                  </a:lnTo>
                  <a:lnTo>
                    <a:pt x="9168516" y="1084273"/>
                  </a:lnTo>
                  <a:lnTo>
                    <a:pt x="9119455" y="1060866"/>
                  </a:lnTo>
                  <a:lnTo>
                    <a:pt x="9084767" y="1042057"/>
                  </a:lnTo>
                  <a:lnTo>
                    <a:pt x="9036072" y="1012395"/>
                  </a:lnTo>
                  <a:lnTo>
                    <a:pt x="8988844" y="979913"/>
                  </a:lnTo>
                  <a:lnTo>
                    <a:pt x="8942566" y="944562"/>
                  </a:lnTo>
                  <a:lnTo>
                    <a:pt x="8896849" y="906379"/>
                  </a:lnTo>
                  <a:lnTo>
                    <a:pt x="8851413" y="865490"/>
                  </a:lnTo>
                  <a:lnTo>
                    <a:pt x="8806067" y="822121"/>
                  </a:lnTo>
                  <a:lnTo>
                    <a:pt x="8760694" y="776600"/>
                  </a:lnTo>
                  <a:lnTo>
                    <a:pt x="8715241" y="729346"/>
                  </a:lnTo>
                  <a:lnTo>
                    <a:pt x="8669702" y="680859"/>
                  </a:lnTo>
                  <a:lnTo>
                    <a:pt x="8624108" y="631700"/>
                  </a:lnTo>
                  <a:lnTo>
                    <a:pt x="8578507" y="582462"/>
                  </a:lnTo>
                  <a:lnTo>
                    <a:pt x="8532950" y="533743"/>
                  </a:lnTo>
                  <a:lnTo>
                    <a:pt x="8487473" y="486114"/>
                  </a:lnTo>
                  <a:lnTo>
                    <a:pt x="8442082" y="440094"/>
                  </a:lnTo>
                  <a:lnTo>
                    <a:pt x="8396737" y="396125"/>
                  </a:lnTo>
                  <a:lnTo>
                    <a:pt x="8351340" y="354560"/>
                  </a:lnTo>
                  <a:lnTo>
                    <a:pt x="8305721" y="315651"/>
                  </a:lnTo>
                  <a:lnTo>
                    <a:pt x="8259622" y="279550"/>
                  </a:lnTo>
                  <a:lnTo>
                    <a:pt x="8212688" y="246317"/>
                  </a:lnTo>
                  <a:lnTo>
                    <a:pt x="8164436" y="215924"/>
                  </a:lnTo>
                  <a:lnTo>
                    <a:pt x="8151487" y="208411"/>
                  </a:lnTo>
                  <a:lnTo>
                    <a:pt x="8104194" y="183238"/>
                  </a:lnTo>
                  <a:lnTo>
                    <a:pt x="8054414" y="160451"/>
                  </a:lnTo>
                  <a:lnTo>
                    <a:pt x="8001393" y="139943"/>
                  </a:lnTo>
                  <a:lnTo>
                    <a:pt x="7944312" y="121525"/>
                  </a:lnTo>
                  <a:lnTo>
                    <a:pt x="7882331" y="104979"/>
                  </a:lnTo>
                  <a:lnTo>
                    <a:pt x="7814648" y="90088"/>
                  </a:lnTo>
                  <a:lnTo>
                    <a:pt x="7740577" y="76656"/>
                  </a:lnTo>
                  <a:lnTo>
                    <a:pt x="7659644" y="64520"/>
                  </a:lnTo>
                  <a:lnTo>
                    <a:pt x="7571731" y="53552"/>
                  </a:lnTo>
                  <a:lnTo>
                    <a:pt x="7477243" y="43664"/>
                  </a:lnTo>
                  <a:lnTo>
                    <a:pt x="7377297" y="34806"/>
                  </a:lnTo>
                  <a:lnTo>
                    <a:pt x="7273884" y="26964"/>
                  </a:lnTo>
                  <a:lnTo>
                    <a:pt x="7169949" y="20152"/>
                  </a:lnTo>
                  <a:lnTo>
                    <a:pt x="7069295" y="14392"/>
                  </a:lnTo>
                  <a:lnTo>
                    <a:pt x="6976245" y="9701"/>
                  </a:lnTo>
                  <a:lnTo>
                    <a:pt x="6895052" y="6066"/>
                  </a:lnTo>
                  <a:lnTo>
                    <a:pt x="6829164" y="3427"/>
                  </a:lnTo>
                  <a:lnTo>
                    <a:pt x="6780504" y="1675"/>
                  </a:lnTo>
                  <a:lnTo>
                    <a:pt x="6749003" y="651"/>
                  </a:lnTo>
                  <a:lnTo>
                    <a:pt x="6732482" y="164"/>
                  </a:lnTo>
                  <a:lnTo>
                    <a:pt x="6726840" y="12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023" y="78"/>
                  </a:lnTo>
                  <a:lnTo>
                    <a:pt x="5247872" y="636"/>
                  </a:lnTo>
                  <a:lnTo>
                    <a:pt x="5232277" y="2177"/>
                  </a:lnTo>
                  <a:lnTo>
                    <a:pt x="5204171" y="5214"/>
                  </a:lnTo>
                  <a:lnTo>
                    <a:pt x="5161828" y="10235"/>
                  </a:lnTo>
                  <a:lnTo>
                    <a:pt x="5104988" y="17656"/>
                  </a:lnTo>
                  <a:lnTo>
                    <a:pt x="5034812" y="27789"/>
                  </a:lnTo>
                  <a:lnTo>
                    <a:pt x="4953634" y="40822"/>
                  </a:lnTo>
                  <a:lnTo>
                    <a:pt x="4864531" y="56828"/>
                  </a:lnTo>
                  <a:lnTo>
                    <a:pt x="4770846" y="75795"/>
                  </a:lnTo>
                  <a:lnTo>
                    <a:pt x="4675746" y="97665"/>
                  </a:lnTo>
                  <a:lnTo>
                    <a:pt x="4581922" y="122382"/>
                  </a:lnTo>
                  <a:lnTo>
                    <a:pt x="4491425" y="149930"/>
                  </a:lnTo>
                  <a:lnTo>
                    <a:pt x="4405648" y="180357"/>
                  </a:lnTo>
                  <a:lnTo>
                    <a:pt x="4325384" y="213796"/>
                  </a:lnTo>
                  <a:lnTo>
                    <a:pt x="4250939" y="250471"/>
                  </a:lnTo>
                  <a:lnTo>
                    <a:pt x="4182249" y="290697"/>
                  </a:lnTo>
                  <a:lnTo>
                    <a:pt x="4118992" y="334878"/>
                  </a:lnTo>
                  <a:lnTo>
                    <a:pt x="4060676" y="383491"/>
                  </a:lnTo>
                  <a:lnTo>
                    <a:pt x="4006714" y="437073"/>
                  </a:lnTo>
                  <a:lnTo>
                    <a:pt x="3956472" y="496185"/>
                  </a:lnTo>
                  <a:lnTo>
                    <a:pt x="3909314" y="561363"/>
                  </a:lnTo>
                  <a:lnTo>
                    <a:pt x="3864628" y="633025"/>
                  </a:lnTo>
                  <a:lnTo>
                    <a:pt x="3829811" y="696067"/>
                  </a:lnTo>
                  <a:lnTo>
                    <a:pt x="3797826" y="759685"/>
                  </a:lnTo>
                  <a:lnTo>
                    <a:pt x="3766555" y="827275"/>
                  </a:lnTo>
                  <a:lnTo>
                    <a:pt x="3735831" y="898916"/>
                  </a:lnTo>
                  <a:lnTo>
                    <a:pt x="3705518" y="974644"/>
                  </a:lnTo>
                  <a:lnTo>
                    <a:pt x="3675500" y="1054445"/>
                  </a:lnTo>
                  <a:lnTo>
                    <a:pt x="3645683" y="1138250"/>
                  </a:lnTo>
                  <a:lnTo>
                    <a:pt x="3615993" y="1225933"/>
                  </a:lnTo>
                  <a:lnTo>
                    <a:pt x="3586371" y="1317307"/>
                  </a:lnTo>
                  <a:lnTo>
                    <a:pt x="3556771" y="1412126"/>
                  </a:lnTo>
                  <a:lnTo>
                    <a:pt x="3527163" y="1510081"/>
                  </a:lnTo>
                  <a:lnTo>
                    <a:pt x="3497527" y="1610807"/>
                  </a:lnTo>
                  <a:lnTo>
                    <a:pt x="3467855" y="1713883"/>
                  </a:lnTo>
                  <a:lnTo>
                    <a:pt x="3438145" y="1818843"/>
                  </a:lnTo>
                  <a:lnTo>
                    <a:pt x="3408402" y="1925182"/>
                  </a:lnTo>
                  <a:lnTo>
                    <a:pt x="3378639" y="2032364"/>
                  </a:lnTo>
                  <a:lnTo>
                    <a:pt x="3348867" y="2139837"/>
                  </a:lnTo>
                  <a:lnTo>
                    <a:pt x="3319103" y="2247041"/>
                  </a:lnTo>
                  <a:lnTo>
                    <a:pt x="3289360" y="2353422"/>
                  </a:lnTo>
                  <a:lnTo>
                    <a:pt x="3259648" y="2458446"/>
                  </a:lnTo>
                  <a:lnTo>
                    <a:pt x="3229974" y="2561605"/>
                  </a:lnTo>
                  <a:lnTo>
                    <a:pt x="3200337" y="2662431"/>
                  </a:lnTo>
                  <a:lnTo>
                    <a:pt x="3170729" y="2760502"/>
                  </a:lnTo>
                  <a:lnTo>
                    <a:pt x="3141129" y="2855449"/>
                  </a:lnTo>
                  <a:lnTo>
                    <a:pt x="3111508" y="2946964"/>
                  </a:lnTo>
                  <a:lnTo>
                    <a:pt x="3081822" y="3034795"/>
                  </a:lnTo>
                  <a:lnTo>
                    <a:pt x="3052012" y="3118754"/>
                  </a:lnTo>
                  <a:lnTo>
                    <a:pt x="3022003" y="3198713"/>
                  </a:lnTo>
                  <a:lnTo>
                    <a:pt x="2991703" y="3274601"/>
                  </a:lnTo>
                  <a:lnTo>
                    <a:pt x="2960998" y="3346402"/>
                  </a:lnTo>
                  <a:lnTo>
                    <a:pt x="2929751" y="3414149"/>
                  </a:lnTo>
                  <a:lnTo>
                    <a:pt x="2897797" y="3477920"/>
                  </a:lnTo>
                  <a:lnTo>
                    <a:pt x="2896531" y="3480335"/>
                  </a:lnTo>
                  <a:lnTo>
                    <a:pt x="2853446" y="3557406"/>
                  </a:lnTo>
                  <a:lnTo>
                    <a:pt x="2808338" y="3627822"/>
                  </a:lnTo>
                  <a:lnTo>
                    <a:pt x="2760645" y="3691818"/>
                  </a:lnTo>
                  <a:lnTo>
                    <a:pt x="2709751" y="3749844"/>
                  </a:lnTo>
                  <a:lnTo>
                    <a:pt x="2655015" y="3802446"/>
                  </a:lnTo>
                  <a:lnTo>
                    <a:pt x="2595810" y="3850183"/>
                  </a:lnTo>
                  <a:lnTo>
                    <a:pt x="2531561" y="3893583"/>
                  </a:lnTo>
                  <a:lnTo>
                    <a:pt x="2461804" y="3933111"/>
                  </a:lnTo>
                  <a:lnTo>
                    <a:pt x="2386257" y="3969154"/>
                  </a:lnTo>
                  <a:lnTo>
                    <a:pt x="2304916" y="4002010"/>
                  </a:lnTo>
                  <a:lnTo>
                    <a:pt x="2218171" y="4031886"/>
                  </a:lnTo>
                  <a:lnTo>
                    <a:pt x="2126920" y="4058899"/>
                  </a:lnTo>
                  <a:lnTo>
                    <a:pt x="2032677" y="4083082"/>
                  </a:lnTo>
                  <a:lnTo>
                    <a:pt x="1937621" y="4104409"/>
                  </a:lnTo>
                  <a:lnTo>
                    <a:pt x="1844548" y="4122821"/>
                  </a:lnTo>
                  <a:lnTo>
                    <a:pt x="1756686" y="4138265"/>
                  </a:lnTo>
                  <a:lnTo>
                    <a:pt x="1677364" y="4150742"/>
                  </a:lnTo>
                  <a:lnTo>
                    <a:pt x="1609556" y="4160345"/>
                  </a:lnTo>
                  <a:lnTo>
                    <a:pt x="1555403" y="4167286"/>
                  </a:lnTo>
                  <a:lnTo>
                    <a:pt x="1515811" y="4171898"/>
                  </a:lnTo>
                  <a:lnTo>
                    <a:pt x="1490241" y="4174614"/>
                  </a:lnTo>
                  <a:lnTo>
                    <a:pt x="1476700" y="4175930"/>
                  </a:lnTo>
                  <a:lnTo>
                    <a:pt x="1471890" y="4176360"/>
                  </a:lnTo>
                  <a:lnTo>
                    <a:pt x="1471387" y="4176402"/>
                  </a:lnTo>
                  <a:lnTo>
                    <a:pt x="0" y="417640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53" name="pg1553"/>
            <p:cNvSpPr/>
            <p:nvPr/>
          </p:nvSpPr>
          <p:spPr>
            <a:xfrm>
              <a:off x="4799595" y="5224960"/>
              <a:ext cx="11981298" cy="4135537"/>
            </a:xfrm>
            <a:custGeom>
              <a:avLst/>
              <a:pathLst>
                <a:path w="11981298" h="4135537">
                  <a:moveTo>
                    <a:pt x="0" y="4135537"/>
                  </a:moveTo>
                  <a:lnTo>
                    <a:pt x="1471387" y="4135537"/>
                  </a:lnTo>
                  <a:lnTo>
                    <a:pt x="1472322" y="4135459"/>
                  </a:lnTo>
                  <a:lnTo>
                    <a:pt x="1478492" y="4134906"/>
                  </a:lnTo>
                  <a:lnTo>
                    <a:pt x="1494135" y="4133378"/>
                  </a:lnTo>
                  <a:lnTo>
                    <a:pt x="1522323" y="4130366"/>
                  </a:lnTo>
                  <a:lnTo>
                    <a:pt x="1564782" y="4125389"/>
                  </a:lnTo>
                  <a:lnTo>
                    <a:pt x="1621768" y="4118032"/>
                  </a:lnTo>
                  <a:lnTo>
                    <a:pt x="1692106" y="4107987"/>
                  </a:lnTo>
                  <a:lnTo>
                    <a:pt x="1773449" y="4095070"/>
                  </a:lnTo>
                  <a:lnTo>
                    <a:pt x="1862705" y="4079207"/>
                  </a:lnTo>
                  <a:lnTo>
                    <a:pt x="1956521" y="4060413"/>
                  </a:lnTo>
                  <a:lnTo>
                    <a:pt x="2051723" y="4038744"/>
                  </a:lnTo>
                  <a:lnTo>
                    <a:pt x="2145618" y="4014256"/>
                  </a:lnTo>
                  <a:lnTo>
                    <a:pt x="2236157" y="3986964"/>
                  </a:lnTo>
                  <a:lnTo>
                    <a:pt x="2321950" y="3956820"/>
                  </a:lnTo>
                  <a:lnTo>
                    <a:pt x="2402211" y="3923689"/>
                  </a:lnTo>
                  <a:lnTo>
                    <a:pt x="2476638" y="3887350"/>
                  </a:lnTo>
                  <a:lnTo>
                    <a:pt x="2545302" y="3847487"/>
                  </a:lnTo>
                  <a:lnTo>
                    <a:pt x="2608529" y="3803700"/>
                  </a:lnTo>
                  <a:lnTo>
                    <a:pt x="2666815" y="3755513"/>
                  </a:lnTo>
                  <a:lnTo>
                    <a:pt x="2720750" y="3702393"/>
                  </a:lnTo>
                  <a:lnTo>
                    <a:pt x="2770971" y="3643784"/>
                  </a:lnTo>
                  <a:lnTo>
                    <a:pt x="2818116" y="3579158"/>
                  </a:lnTo>
                  <a:lnTo>
                    <a:pt x="2862797" y="3508101"/>
                  </a:lnTo>
                  <a:lnTo>
                    <a:pt x="2896531" y="3447643"/>
                  </a:lnTo>
                  <a:lnTo>
                    <a:pt x="2928684" y="3384426"/>
                  </a:lnTo>
                  <a:lnTo>
                    <a:pt x="2960117" y="3317243"/>
                  </a:lnTo>
                  <a:lnTo>
                    <a:pt x="2990997" y="3246013"/>
                  </a:lnTo>
                  <a:lnTo>
                    <a:pt x="3021465" y="3170701"/>
                  </a:lnTo>
                  <a:lnTo>
                    <a:pt x="3051637" y="3091321"/>
                  </a:lnTo>
                  <a:lnTo>
                    <a:pt x="3081607" y="3007945"/>
                  </a:lnTo>
                  <a:lnTo>
                    <a:pt x="3111452" y="2920701"/>
                  </a:lnTo>
                  <a:lnTo>
                    <a:pt x="3141231" y="2829778"/>
                  </a:lnTo>
                  <a:lnTo>
                    <a:pt x="3170988" y="2735427"/>
                  </a:lnTo>
                  <a:lnTo>
                    <a:pt x="3200754" y="2637959"/>
                  </a:lnTo>
                  <a:lnTo>
                    <a:pt x="3230549" y="2537745"/>
                  </a:lnTo>
                  <a:lnTo>
                    <a:pt x="3260381" y="2435210"/>
                  </a:lnTo>
                  <a:lnTo>
                    <a:pt x="3290252" y="2330823"/>
                  </a:lnTo>
                  <a:lnTo>
                    <a:pt x="3320155" y="2225097"/>
                  </a:lnTo>
                  <a:lnTo>
                    <a:pt x="3350078" y="2118568"/>
                  </a:lnTo>
                  <a:lnTo>
                    <a:pt x="3380007" y="2011794"/>
                  </a:lnTo>
                  <a:lnTo>
                    <a:pt x="3409928" y="1905336"/>
                  </a:lnTo>
                  <a:lnTo>
                    <a:pt x="3439827" y="1799748"/>
                  </a:lnTo>
                  <a:lnTo>
                    <a:pt x="3469693" y="1695566"/>
                  </a:lnTo>
                  <a:lnTo>
                    <a:pt x="3499521" y="1593296"/>
                  </a:lnTo>
                  <a:lnTo>
                    <a:pt x="3529312" y="1493403"/>
                  </a:lnTo>
                  <a:lnTo>
                    <a:pt x="3559076" y="1396306"/>
                  </a:lnTo>
                  <a:lnTo>
                    <a:pt x="3588833" y="1302368"/>
                  </a:lnTo>
                  <a:lnTo>
                    <a:pt x="3618617" y="1211892"/>
                  </a:lnTo>
                  <a:lnTo>
                    <a:pt x="3648474" y="1125122"/>
                  </a:lnTo>
                  <a:lnTo>
                    <a:pt x="3678465" y="1042240"/>
                  </a:lnTo>
                  <a:lnTo>
                    <a:pt x="3708668" y="963367"/>
                  </a:lnTo>
                  <a:lnTo>
                    <a:pt x="3739182" y="888565"/>
                  </a:lnTo>
                  <a:lnTo>
                    <a:pt x="3770123" y="817844"/>
                  </a:lnTo>
                  <a:lnTo>
                    <a:pt x="3801636" y="751162"/>
                  </a:lnTo>
                  <a:lnTo>
                    <a:pt x="3829811" y="696067"/>
                  </a:lnTo>
                  <a:lnTo>
                    <a:pt x="3872944" y="619822"/>
                  </a:lnTo>
                  <a:lnTo>
                    <a:pt x="3918104" y="550168"/>
                  </a:lnTo>
                  <a:lnTo>
                    <a:pt x="3965856" y="486872"/>
                  </a:lnTo>
                  <a:lnTo>
                    <a:pt x="4016819" y="429486"/>
                  </a:lnTo>
                  <a:lnTo>
                    <a:pt x="4071634" y="377470"/>
                  </a:lnTo>
                  <a:lnTo>
                    <a:pt x="4130931" y="330270"/>
                  </a:lnTo>
                  <a:lnTo>
                    <a:pt x="4195287" y="287362"/>
                  </a:lnTo>
                  <a:lnTo>
                    <a:pt x="4265166" y="248285"/>
                  </a:lnTo>
                  <a:lnTo>
                    <a:pt x="4340849" y="212657"/>
                  </a:lnTo>
                  <a:lnTo>
                    <a:pt x="4422335" y="180182"/>
                  </a:lnTo>
                  <a:lnTo>
                    <a:pt x="4509231" y="150657"/>
                  </a:lnTo>
                  <a:lnTo>
                    <a:pt x="4600628" y="123968"/>
                  </a:lnTo>
                  <a:lnTo>
                    <a:pt x="4694999" y="100081"/>
                  </a:lnTo>
                  <a:lnTo>
                    <a:pt x="4790150" y="79023"/>
                  </a:lnTo>
                  <a:lnTo>
                    <a:pt x="4883268" y="60854"/>
                  </a:lnTo>
                  <a:lnTo>
                    <a:pt x="4971109" y="45623"/>
                  </a:lnTo>
                  <a:lnTo>
                    <a:pt x="5050335" y="33331"/>
                  </a:lnTo>
                  <a:lnTo>
                    <a:pt x="5117974" y="23883"/>
                  </a:lnTo>
                  <a:lnTo>
                    <a:pt x="5171899" y="17066"/>
                  </a:lnTo>
                  <a:lnTo>
                    <a:pt x="5211227" y="12547"/>
                  </a:lnTo>
                  <a:lnTo>
                    <a:pt x="5236531" y="9896"/>
                  </a:lnTo>
                  <a:lnTo>
                    <a:pt x="5249842" y="8620"/>
                  </a:lnTo>
                  <a:lnTo>
                    <a:pt x="5254497" y="8210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520" y="8227"/>
                  </a:lnTo>
                  <a:lnTo>
                    <a:pt x="6735253" y="8613"/>
                  </a:lnTo>
                  <a:lnTo>
                    <a:pt x="6754726" y="9680"/>
                  </a:lnTo>
                  <a:lnTo>
                    <a:pt x="6789493" y="11780"/>
                  </a:lnTo>
                  <a:lnTo>
                    <a:pt x="6841214" y="15238"/>
                  </a:lnTo>
                  <a:lnTo>
                    <a:pt x="6909530" y="20317"/>
                  </a:lnTo>
                  <a:lnTo>
                    <a:pt x="6992248" y="27192"/>
                  </a:lnTo>
                  <a:lnTo>
                    <a:pt x="7085838" y="35951"/>
                  </a:lnTo>
                  <a:lnTo>
                    <a:pt x="7186129" y="46605"/>
                  </a:lnTo>
                  <a:lnTo>
                    <a:pt x="7288996" y="59119"/>
                  </a:lnTo>
                  <a:lnTo>
                    <a:pt x="7390878" y="73455"/>
                  </a:lnTo>
                  <a:lnTo>
                    <a:pt x="7489059" y="89594"/>
                  </a:lnTo>
                  <a:lnTo>
                    <a:pt x="7581732" y="107570"/>
                  </a:lnTo>
                  <a:lnTo>
                    <a:pt x="7667907" y="127476"/>
                  </a:lnTo>
                  <a:lnTo>
                    <a:pt x="7747255" y="149473"/>
                  </a:lnTo>
                  <a:lnTo>
                    <a:pt x="7819929" y="173792"/>
                  </a:lnTo>
                  <a:lnTo>
                    <a:pt x="7886407" y="200725"/>
                  </a:lnTo>
                  <a:lnTo>
                    <a:pt x="7947363" y="230620"/>
                  </a:lnTo>
                  <a:lnTo>
                    <a:pt x="8003574" y="263856"/>
                  </a:lnTo>
                  <a:lnTo>
                    <a:pt x="8055852" y="300817"/>
                  </a:lnTo>
                  <a:lnTo>
                    <a:pt x="8104987" y="341830"/>
                  </a:lnTo>
                  <a:lnTo>
                    <a:pt x="8151487" y="386855"/>
                  </a:lnTo>
                  <a:lnTo>
                    <a:pt x="8192440" y="431712"/>
                  </a:lnTo>
                  <a:lnTo>
                    <a:pt x="8232296" y="480158"/>
                  </a:lnTo>
                  <a:lnTo>
                    <a:pt x="8271380" y="532263"/>
                  </a:lnTo>
                  <a:lnTo>
                    <a:pt x="8309949" y="588027"/>
                  </a:lnTo>
                  <a:lnTo>
                    <a:pt x="8348203" y="647371"/>
                  </a:lnTo>
                  <a:lnTo>
                    <a:pt x="8386291" y="710130"/>
                  </a:lnTo>
                  <a:lnTo>
                    <a:pt x="8424321" y="776049"/>
                  </a:lnTo>
                  <a:lnTo>
                    <a:pt x="8462363" y="844784"/>
                  </a:lnTo>
                  <a:lnTo>
                    <a:pt x="8500456" y="915903"/>
                  </a:lnTo>
                  <a:lnTo>
                    <a:pt x="8538611" y="988900"/>
                  </a:lnTo>
                  <a:lnTo>
                    <a:pt x="8576821" y="1063205"/>
                  </a:lnTo>
                  <a:lnTo>
                    <a:pt x="8615063" y="1138202"/>
                  </a:lnTo>
                  <a:lnTo>
                    <a:pt x="8653308" y="1213250"/>
                  </a:lnTo>
                  <a:lnTo>
                    <a:pt x="8691525" y="1287708"/>
                  </a:lnTo>
                  <a:lnTo>
                    <a:pt x="8729690" y="1360955"/>
                  </a:lnTo>
                  <a:lnTo>
                    <a:pt x="8767792" y="1432411"/>
                  </a:lnTo>
                  <a:lnTo>
                    <a:pt x="8805841" y="1501559"/>
                  </a:lnTo>
                  <a:lnTo>
                    <a:pt x="8843869" y="1567954"/>
                  </a:lnTo>
                  <a:lnTo>
                    <a:pt x="8881941" y="1631239"/>
                  </a:lnTo>
                  <a:lnTo>
                    <a:pt x="8920160" y="1691143"/>
                  </a:lnTo>
                  <a:lnTo>
                    <a:pt x="8958666" y="1747488"/>
                  </a:lnTo>
                  <a:lnTo>
                    <a:pt x="8997652" y="1800181"/>
                  </a:lnTo>
                  <a:lnTo>
                    <a:pt x="9037365" y="1849210"/>
                  </a:lnTo>
                  <a:lnTo>
                    <a:pt x="9078117" y="1894635"/>
                  </a:lnTo>
                  <a:lnTo>
                    <a:pt x="9084767" y="1901584"/>
                  </a:lnTo>
                  <a:lnTo>
                    <a:pt x="9131493" y="1946812"/>
                  </a:lnTo>
                  <a:lnTo>
                    <a:pt x="9180641" y="1987806"/>
                  </a:lnTo>
                  <a:lnTo>
                    <a:pt x="9232936" y="2024748"/>
                  </a:lnTo>
                  <a:lnTo>
                    <a:pt x="9289167" y="2057968"/>
                  </a:lnTo>
                  <a:lnTo>
                    <a:pt x="9350148" y="2087848"/>
                  </a:lnTo>
                  <a:lnTo>
                    <a:pt x="9416653" y="2114768"/>
                  </a:lnTo>
                  <a:lnTo>
                    <a:pt x="9489358" y="2139075"/>
                  </a:lnTo>
                  <a:lnTo>
                    <a:pt x="9568739" y="2161062"/>
                  </a:lnTo>
                  <a:lnTo>
                    <a:pt x="9654946" y="2180958"/>
                  </a:lnTo>
                  <a:lnTo>
                    <a:pt x="9747647" y="2198925"/>
                  </a:lnTo>
                  <a:lnTo>
                    <a:pt x="9845851" y="2215056"/>
                  </a:lnTo>
                  <a:lnTo>
                    <a:pt x="9947745" y="2229383"/>
                  </a:lnTo>
                  <a:lnTo>
                    <a:pt x="10050609" y="2241889"/>
                  </a:lnTo>
                  <a:lnTo>
                    <a:pt x="10150878" y="2252533"/>
                  </a:lnTo>
                  <a:lnTo>
                    <a:pt x="10244426" y="2261283"/>
                  </a:lnTo>
                  <a:lnTo>
                    <a:pt x="10327083" y="2268150"/>
                  </a:lnTo>
                  <a:lnTo>
                    <a:pt x="10395325" y="2273220"/>
                  </a:lnTo>
                  <a:lnTo>
                    <a:pt x="10446964" y="2276671"/>
                  </a:lnTo>
                  <a:lnTo>
                    <a:pt x="10481653" y="2278766"/>
                  </a:lnTo>
                  <a:lnTo>
                    <a:pt x="10501061" y="2279829"/>
                  </a:lnTo>
                  <a:lnTo>
                    <a:pt x="10508750" y="2280213"/>
                  </a:lnTo>
                  <a:lnTo>
                    <a:pt x="10509911" y="2280266"/>
                  </a:lnTo>
                  <a:lnTo>
                    <a:pt x="11981298" y="2280266"/>
                  </a:lnTo>
                  <a:lnTo>
                    <a:pt x="11981298" y="2272093"/>
                  </a:lnTo>
                  <a:lnTo>
                    <a:pt x="10509911" y="2272093"/>
                  </a:lnTo>
                  <a:lnTo>
                    <a:pt x="10508733" y="2272039"/>
                  </a:lnTo>
                  <a:lnTo>
                    <a:pt x="10501000" y="2271653"/>
                  </a:lnTo>
                  <a:lnTo>
                    <a:pt x="10481527" y="2270586"/>
                  </a:lnTo>
                  <a:lnTo>
                    <a:pt x="10446760" y="2268485"/>
                  </a:lnTo>
                  <a:lnTo>
                    <a:pt x="10395040" y="2265027"/>
                  </a:lnTo>
                  <a:lnTo>
                    <a:pt x="10326723" y="2259949"/>
                  </a:lnTo>
                  <a:lnTo>
                    <a:pt x="10244005" y="2253073"/>
                  </a:lnTo>
                  <a:lnTo>
                    <a:pt x="10150416" y="2244314"/>
                  </a:lnTo>
                  <a:lnTo>
                    <a:pt x="10050125" y="2233661"/>
                  </a:lnTo>
                  <a:lnTo>
                    <a:pt x="9947258" y="2221146"/>
                  </a:lnTo>
                  <a:lnTo>
                    <a:pt x="9845375" y="2206811"/>
                  </a:lnTo>
                  <a:lnTo>
                    <a:pt x="9747194" y="2190671"/>
                  </a:lnTo>
                  <a:lnTo>
                    <a:pt x="9654521" y="2172695"/>
                  </a:lnTo>
                  <a:lnTo>
                    <a:pt x="9568346" y="2152789"/>
                  </a:lnTo>
                  <a:lnTo>
                    <a:pt x="9488998" y="2130792"/>
                  </a:lnTo>
                  <a:lnTo>
                    <a:pt x="9416324" y="2106474"/>
                  </a:lnTo>
                  <a:lnTo>
                    <a:pt x="9349846" y="2079540"/>
                  </a:lnTo>
                  <a:lnTo>
                    <a:pt x="9288891" y="2049646"/>
                  </a:lnTo>
                  <a:lnTo>
                    <a:pt x="9232679" y="2016409"/>
                  </a:lnTo>
                  <a:lnTo>
                    <a:pt x="9180402" y="1979448"/>
                  </a:lnTo>
                  <a:lnTo>
                    <a:pt x="9131266" y="1938435"/>
                  </a:lnTo>
                  <a:lnTo>
                    <a:pt x="9084767" y="1893411"/>
                  </a:lnTo>
                  <a:lnTo>
                    <a:pt x="9043813" y="1848553"/>
                  </a:lnTo>
                  <a:lnTo>
                    <a:pt x="9003957" y="1800107"/>
                  </a:lnTo>
                  <a:lnTo>
                    <a:pt x="8964873" y="1748003"/>
                  </a:lnTo>
                  <a:lnTo>
                    <a:pt x="8926304" y="1692239"/>
                  </a:lnTo>
                  <a:lnTo>
                    <a:pt x="8888050" y="1632895"/>
                  </a:lnTo>
                  <a:lnTo>
                    <a:pt x="8849962" y="1570136"/>
                  </a:lnTo>
                  <a:lnTo>
                    <a:pt x="8811932" y="1504217"/>
                  </a:lnTo>
                  <a:lnTo>
                    <a:pt x="8773890" y="1435482"/>
                  </a:lnTo>
                  <a:lnTo>
                    <a:pt x="8735797" y="1364362"/>
                  </a:lnTo>
                  <a:lnTo>
                    <a:pt x="8697642" y="1291365"/>
                  </a:lnTo>
                  <a:lnTo>
                    <a:pt x="8659432" y="1217060"/>
                  </a:lnTo>
                  <a:lnTo>
                    <a:pt x="8621190" y="1142064"/>
                  </a:lnTo>
                  <a:lnTo>
                    <a:pt x="8582945" y="1067015"/>
                  </a:lnTo>
                  <a:lnTo>
                    <a:pt x="8544729" y="992557"/>
                  </a:lnTo>
                  <a:lnTo>
                    <a:pt x="8506563" y="919311"/>
                  </a:lnTo>
                  <a:lnTo>
                    <a:pt x="8468461" y="847855"/>
                  </a:lnTo>
                  <a:lnTo>
                    <a:pt x="8430413" y="778707"/>
                  </a:lnTo>
                  <a:lnTo>
                    <a:pt x="8392384" y="712311"/>
                  </a:lnTo>
                  <a:lnTo>
                    <a:pt x="8354312" y="649027"/>
                  </a:lnTo>
                  <a:lnTo>
                    <a:pt x="8316094" y="589122"/>
                  </a:lnTo>
                  <a:lnTo>
                    <a:pt x="8277587" y="532777"/>
                  </a:lnTo>
                  <a:lnTo>
                    <a:pt x="8238601" y="480084"/>
                  </a:lnTo>
                  <a:lnTo>
                    <a:pt x="8198888" y="431056"/>
                  </a:lnTo>
                  <a:lnTo>
                    <a:pt x="8158136" y="385631"/>
                  </a:lnTo>
                  <a:lnTo>
                    <a:pt x="8151487" y="378682"/>
                  </a:lnTo>
                  <a:lnTo>
                    <a:pt x="8104761" y="333453"/>
                  </a:lnTo>
                  <a:lnTo>
                    <a:pt x="8055612" y="292460"/>
                  </a:lnTo>
                  <a:lnTo>
                    <a:pt x="8003318" y="255517"/>
                  </a:lnTo>
                  <a:lnTo>
                    <a:pt x="7947086" y="222298"/>
                  </a:lnTo>
                  <a:lnTo>
                    <a:pt x="7886106" y="192418"/>
                  </a:lnTo>
                  <a:lnTo>
                    <a:pt x="7819600" y="165498"/>
                  </a:lnTo>
                  <a:lnTo>
                    <a:pt x="7746895" y="141191"/>
                  </a:lnTo>
                  <a:lnTo>
                    <a:pt x="7667515" y="119204"/>
                  </a:lnTo>
                  <a:lnTo>
                    <a:pt x="7581308" y="99308"/>
                  </a:lnTo>
                  <a:lnTo>
                    <a:pt x="7488606" y="81341"/>
                  </a:lnTo>
                  <a:lnTo>
                    <a:pt x="7390402" y="65209"/>
                  </a:lnTo>
                  <a:lnTo>
                    <a:pt x="7288508" y="50883"/>
                  </a:lnTo>
                  <a:lnTo>
                    <a:pt x="7185644" y="38377"/>
                  </a:lnTo>
                  <a:lnTo>
                    <a:pt x="7085375" y="27732"/>
                  </a:lnTo>
                  <a:lnTo>
                    <a:pt x="6991827" y="18982"/>
                  </a:lnTo>
                  <a:lnTo>
                    <a:pt x="6909170" y="12115"/>
                  </a:lnTo>
                  <a:lnTo>
                    <a:pt x="6840928" y="7045"/>
                  </a:lnTo>
                  <a:lnTo>
                    <a:pt x="6789289" y="3594"/>
                  </a:lnTo>
                  <a:lnTo>
                    <a:pt x="6754600" y="1500"/>
                  </a:lnTo>
                  <a:lnTo>
                    <a:pt x="6735192" y="437"/>
                  </a:lnTo>
                  <a:lnTo>
                    <a:pt x="6727503" y="53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020" y="77"/>
                  </a:lnTo>
                  <a:lnTo>
                    <a:pt x="5247850" y="630"/>
                  </a:lnTo>
                  <a:lnTo>
                    <a:pt x="5232207" y="2158"/>
                  </a:lnTo>
                  <a:lnTo>
                    <a:pt x="5204019" y="5170"/>
                  </a:lnTo>
                  <a:lnTo>
                    <a:pt x="5161560" y="10147"/>
                  </a:lnTo>
                  <a:lnTo>
                    <a:pt x="5104574" y="17504"/>
                  </a:lnTo>
                  <a:lnTo>
                    <a:pt x="5034236" y="27549"/>
                  </a:lnTo>
                  <a:lnTo>
                    <a:pt x="4952893" y="40467"/>
                  </a:lnTo>
                  <a:lnTo>
                    <a:pt x="4863637" y="56329"/>
                  </a:lnTo>
                  <a:lnTo>
                    <a:pt x="4769821" y="75123"/>
                  </a:lnTo>
                  <a:lnTo>
                    <a:pt x="4674619" y="96792"/>
                  </a:lnTo>
                  <a:lnTo>
                    <a:pt x="4580724" y="121280"/>
                  </a:lnTo>
                  <a:lnTo>
                    <a:pt x="4490186" y="148572"/>
                  </a:lnTo>
                  <a:lnTo>
                    <a:pt x="4404392" y="178716"/>
                  </a:lnTo>
                  <a:lnTo>
                    <a:pt x="4324131" y="211847"/>
                  </a:lnTo>
                  <a:lnTo>
                    <a:pt x="4249704" y="248186"/>
                  </a:lnTo>
                  <a:lnTo>
                    <a:pt x="4181040" y="288049"/>
                  </a:lnTo>
                  <a:lnTo>
                    <a:pt x="4117813" y="331836"/>
                  </a:lnTo>
                  <a:lnTo>
                    <a:pt x="4059527" y="380023"/>
                  </a:lnTo>
                  <a:lnTo>
                    <a:pt x="4005592" y="433143"/>
                  </a:lnTo>
                  <a:lnTo>
                    <a:pt x="3955371" y="491752"/>
                  </a:lnTo>
                  <a:lnTo>
                    <a:pt x="3908226" y="556378"/>
                  </a:lnTo>
                  <a:lnTo>
                    <a:pt x="3863545" y="627435"/>
                  </a:lnTo>
                  <a:lnTo>
                    <a:pt x="3829811" y="687894"/>
                  </a:lnTo>
                  <a:lnTo>
                    <a:pt x="3797658" y="751110"/>
                  </a:lnTo>
                  <a:lnTo>
                    <a:pt x="3766226" y="818293"/>
                  </a:lnTo>
                  <a:lnTo>
                    <a:pt x="3735345" y="889523"/>
                  </a:lnTo>
                  <a:lnTo>
                    <a:pt x="3704877" y="964835"/>
                  </a:lnTo>
                  <a:lnTo>
                    <a:pt x="3674705" y="1044215"/>
                  </a:lnTo>
                  <a:lnTo>
                    <a:pt x="3644735" y="1127591"/>
                  </a:lnTo>
                  <a:lnTo>
                    <a:pt x="3614890" y="1214835"/>
                  </a:lnTo>
                  <a:lnTo>
                    <a:pt x="3585111" y="1305758"/>
                  </a:lnTo>
                  <a:lnTo>
                    <a:pt x="3555354" y="1400110"/>
                  </a:lnTo>
                  <a:lnTo>
                    <a:pt x="3525588" y="1497577"/>
                  </a:lnTo>
                  <a:lnTo>
                    <a:pt x="3495793" y="1597791"/>
                  </a:lnTo>
                  <a:lnTo>
                    <a:pt x="3465961" y="1700327"/>
                  </a:lnTo>
                  <a:lnTo>
                    <a:pt x="3436090" y="1804713"/>
                  </a:lnTo>
                  <a:lnTo>
                    <a:pt x="3406188" y="1910439"/>
                  </a:lnTo>
                  <a:lnTo>
                    <a:pt x="3376265" y="2016968"/>
                  </a:lnTo>
                  <a:lnTo>
                    <a:pt x="3346335" y="2123742"/>
                  </a:lnTo>
                  <a:lnTo>
                    <a:pt x="3316414" y="2230200"/>
                  </a:lnTo>
                  <a:lnTo>
                    <a:pt x="3286515" y="2335788"/>
                  </a:lnTo>
                  <a:lnTo>
                    <a:pt x="3256649" y="2439970"/>
                  </a:lnTo>
                  <a:lnTo>
                    <a:pt x="3226821" y="2542240"/>
                  </a:lnTo>
                  <a:lnTo>
                    <a:pt x="3197030" y="2642133"/>
                  </a:lnTo>
                  <a:lnTo>
                    <a:pt x="3167266" y="2739230"/>
                  </a:lnTo>
                  <a:lnTo>
                    <a:pt x="3137509" y="2833169"/>
                  </a:lnTo>
                  <a:lnTo>
                    <a:pt x="3107725" y="2923644"/>
                  </a:lnTo>
                  <a:lnTo>
                    <a:pt x="3077868" y="3010414"/>
                  </a:lnTo>
                  <a:lnTo>
                    <a:pt x="3047877" y="3093296"/>
                  </a:lnTo>
                  <a:lnTo>
                    <a:pt x="3017674" y="3172169"/>
                  </a:lnTo>
                  <a:lnTo>
                    <a:pt x="2987161" y="3246971"/>
                  </a:lnTo>
                  <a:lnTo>
                    <a:pt x="2956219" y="3317692"/>
                  </a:lnTo>
                  <a:lnTo>
                    <a:pt x="2924706" y="3384374"/>
                  </a:lnTo>
                  <a:lnTo>
                    <a:pt x="2896531" y="3439470"/>
                  </a:lnTo>
                  <a:lnTo>
                    <a:pt x="2853398" y="3515715"/>
                  </a:lnTo>
                  <a:lnTo>
                    <a:pt x="2808238" y="3585368"/>
                  </a:lnTo>
                  <a:lnTo>
                    <a:pt x="2760486" y="3648665"/>
                  </a:lnTo>
                  <a:lnTo>
                    <a:pt x="2709524" y="3706050"/>
                  </a:lnTo>
                  <a:lnTo>
                    <a:pt x="2654708" y="3758066"/>
                  </a:lnTo>
                  <a:lnTo>
                    <a:pt x="2595411" y="3805267"/>
                  </a:lnTo>
                  <a:lnTo>
                    <a:pt x="2531055" y="3848175"/>
                  </a:lnTo>
                  <a:lnTo>
                    <a:pt x="2461176" y="3887251"/>
                  </a:lnTo>
                  <a:lnTo>
                    <a:pt x="2385494" y="3922879"/>
                  </a:lnTo>
                  <a:lnTo>
                    <a:pt x="2304007" y="3955354"/>
                  </a:lnTo>
                  <a:lnTo>
                    <a:pt x="2217111" y="3984879"/>
                  </a:lnTo>
                  <a:lnTo>
                    <a:pt x="2125714" y="4011568"/>
                  </a:lnTo>
                  <a:lnTo>
                    <a:pt x="2031343" y="4035455"/>
                  </a:lnTo>
                  <a:lnTo>
                    <a:pt x="1936192" y="4056513"/>
                  </a:lnTo>
                  <a:lnTo>
                    <a:pt x="1843074" y="4074682"/>
                  </a:lnTo>
                  <a:lnTo>
                    <a:pt x="1755233" y="4089913"/>
                  </a:lnTo>
                  <a:lnTo>
                    <a:pt x="1676007" y="4102205"/>
                  </a:lnTo>
                  <a:lnTo>
                    <a:pt x="1608368" y="4111653"/>
                  </a:lnTo>
                  <a:lnTo>
                    <a:pt x="1554443" y="4118470"/>
                  </a:lnTo>
                  <a:lnTo>
                    <a:pt x="1515115" y="4122989"/>
                  </a:lnTo>
                  <a:lnTo>
                    <a:pt x="1489811" y="4125640"/>
                  </a:lnTo>
                  <a:lnTo>
                    <a:pt x="1476500" y="4126916"/>
                  </a:lnTo>
                  <a:lnTo>
                    <a:pt x="1471845" y="4127326"/>
                  </a:lnTo>
                  <a:lnTo>
                    <a:pt x="1471387" y="4127364"/>
                  </a:lnTo>
                  <a:lnTo>
                    <a:pt x="0" y="4127364"/>
                  </a:lnTo>
                  <a:close/>
                </a:path>
              </a:pathLst>
            </a:custGeom>
            <a:solidFill>
              <a:srgbClr val="8BC34A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554" name="pl1554"/>
            <p:cNvSpPr/>
            <p:nvPr/>
          </p:nvSpPr>
          <p:spPr>
            <a:xfrm>
              <a:off x="4799595" y="5233133"/>
              <a:ext cx="11981298" cy="4127364"/>
            </a:xfrm>
            <a:custGeom>
              <a:avLst/>
              <a:pathLst>
                <a:path w="11981298" h="4127364">
                  <a:moveTo>
                    <a:pt x="0" y="4127364"/>
                  </a:moveTo>
                  <a:lnTo>
                    <a:pt x="1471387" y="4127364"/>
                  </a:lnTo>
                  <a:lnTo>
                    <a:pt x="1472322" y="4127286"/>
                  </a:lnTo>
                  <a:lnTo>
                    <a:pt x="1478492" y="4126733"/>
                  </a:lnTo>
                  <a:lnTo>
                    <a:pt x="1494135" y="4125205"/>
                  </a:lnTo>
                  <a:lnTo>
                    <a:pt x="1522323" y="4122193"/>
                  </a:lnTo>
                  <a:lnTo>
                    <a:pt x="1564782" y="4117216"/>
                  </a:lnTo>
                  <a:lnTo>
                    <a:pt x="1621768" y="4109859"/>
                  </a:lnTo>
                  <a:lnTo>
                    <a:pt x="1692106" y="4099814"/>
                  </a:lnTo>
                  <a:lnTo>
                    <a:pt x="1773449" y="4086897"/>
                  </a:lnTo>
                  <a:lnTo>
                    <a:pt x="1862705" y="4071034"/>
                  </a:lnTo>
                  <a:lnTo>
                    <a:pt x="1956521" y="4052240"/>
                  </a:lnTo>
                  <a:lnTo>
                    <a:pt x="2051723" y="4030571"/>
                  </a:lnTo>
                  <a:lnTo>
                    <a:pt x="2145618" y="4006083"/>
                  </a:lnTo>
                  <a:lnTo>
                    <a:pt x="2236157" y="3978791"/>
                  </a:lnTo>
                  <a:lnTo>
                    <a:pt x="2321950" y="3948647"/>
                  </a:lnTo>
                  <a:lnTo>
                    <a:pt x="2402211" y="3915516"/>
                  </a:lnTo>
                  <a:lnTo>
                    <a:pt x="2476638" y="3879177"/>
                  </a:lnTo>
                  <a:lnTo>
                    <a:pt x="2545302" y="3839314"/>
                  </a:lnTo>
                  <a:lnTo>
                    <a:pt x="2608529" y="3795527"/>
                  </a:lnTo>
                  <a:lnTo>
                    <a:pt x="2666815" y="3747340"/>
                  </a:lnTo>
                  <a:lnTo>
                    <a:pt x="2720750" y="3694220"/>
                  </a:lnTo>
                  <a:lnTo>
                    <a:pt x="2770971" y="3635611"/>
                  </a:lnTo>
                  <a:lnTo>
                    <a:pt x="2818116" y="3570985"/>
                  </a:lnTo>
                  <a:lnTo>
                    <a:pt x="2862797" y="3499928"/>
                  </a:lnTo>
                  <a:lnTo>
                    <a:pt x="2896531" y="3439470"/>
                  </a:lnTo>
                  <a:lnTo>
                    <a:pt x="2928684" y="3376253"/>
                  </a:lnTo>
                  <a:lnTo>
                    <a:pt x="2960117" y="3309070"/>
                  </a:lnTo>
                  <a:lnTo>
                    <a:pt x="2990997" y="3237840"/>
                  </a:lnTo>
                  <a:lnTo>
                    <a:pt x="3021465" y="3162528"/>
                  </a:lnTo>
                  <a:lnTo>
                    <a:pt x="3051637" y="3083148"/>
                  </a:lnTo>
                  <a:lnTo>
                    <a:pt x="3081607" y="2999772"/>
                  </a:lnTo>
                  <a:lnTo>
                    <a:pt x="3111452" y="2912528"/>
                  </a:lnTo>
                  <a:lnTo>
                    <a:pt x="3141231" y="2821605"/>
                  </a:lnTo>
                  <a:lnTo>
                    <a:pt x="3170988" y="2727254"/>
                  </a:lnTo>
                  <a:lnTo>
                    <a:pt x="3200754" y="2629786"/>
                  </a:lnTo>
                  <a:lnTo>
                    <a:pt x="3230549" y="2529572"/>
                  </a:lnTo>
                  <a:lnTo>
                    <a:pt x="3260381" y="2427037"/>
                  </a:lnTo>
                  <a:lnTo>
                    <a:pt x="3290252" y="2322650"/>
                  </a:lnTo>
                  <a:lnTo>
                    <a:pt x="3320155" y="2216924"/>
                  </a:lnTo>
                  <a:lnTo>
                    <a:pt x="3350078" y="2110395"/>
                  </a:lnTo>
                  <a:lnTo>
                    <a:pt x="3380007" y="2003621"/>
                  </a:lnTo>
                  <a:lnTo>
                    <a:pt x="3409928" y="1897163"/>
                  </a:lnTo>
                  <a:lnTo>
                    <a:pt x="3439827" y="1791575"/>
                  </a:lnTo>
                  <a:lnTo>
                    <a:pt x="3469693" y="1687393"/>
                  </a:lnTo>
                  <a:lnTo>
                    <a:pt x="3499521" y="1585123"/>
                  </a:lnTo>
                  <a:lnTo>
                    <a:pt x="3529312" y="1485230"/>
                  </a:lnTo>
                  <a:lnTo>
                    <a:pt x="3559076" y="1388133"/>
                  </a:lnTo>
                  <a:lnTo>
                    <a:pt x="3588833" y="1294195"/>
                  </a:lnTo>
                  <a:lnTo>
                    <a:pt x="3618617" y="1203719"/>
                  </a:lnTo>
                  <a:lnTo>
                    <a:pt x="3648474" y="1116949"/>
                  </a:lnTo>
                  <a:lnTo>
                    <a:pt x="3678465" y="1034067"/>
                  </a:lnTo>
                  <a:lnTo>
                    <a:pt x="3708668" y="955194"/>
                  </a:lnTo>
                  <a:lnTo>
                    <a:pt x="3739182" y="880392"/>
                  </a:lnTo>
                  <a:lnTo>
                    <a:pt x="3770123" y="809671"/>
                  </a:lnTo>
                  <a:lnTo>
                    <a:pt x="3801636" y="742989"/>
                  </a:lnTo>
                  <a:lnTo>
                    <a:pt x="3829811" y="687894"/>
                  </a:lnTo>
                  <a:lnTo>
                    <a:pt x="3872944" y="611649"/>
                  </a:lnTo>
                  <a:lnTo>
                    <a:pt x="3918104" y="541995"/>
                  </a:lnTo>
                  <a:lnTo>
                    <a:pt x="3965856" y="478699"/>
                  </a:lnTo>
                  <a:lnTo>
                    <a:pt x="4016819" y="421313"/>
                  </a:lnTo>
                  <a:lnTo>
                    <a:pt x="4071634" y="369297"/>
                  </a:lnTo>
                  <a:lnTo>
                    <a:pt x="4130931" y="322097"/>
                  </a:lnTo>
                  <a:lnTo>
                    <a:pt x="4195287" y="279189"/>
                  </a:lnTo>
                  <a:lnTo>
                    <a:pt x="4265166" y="240112"/>
                  </a:lnTo>
                  <a:lnTo>
                    <a:pt x="4340849" y="204484"/>
                  </a:lnTo>
                  <a:lnTo>
                    <a:pt x="4422335" y="172009"/>
                  </a:lnTo>
                  <a:lnTo>
                    <a:pt x="4509231" y="142484"/>
                  </a:lnTo>
                  <a:lnTo>
                    <a:pt x="4600628" y="115795"/>
                  </a:lnTo>
                  <a:lnTo>
                    <a:pt x="4694999" y="91908"/>
                  </a:lnTo>
                  <a:lnTo>
                    <a:pt x="4790150" y="70850"/>
                  </a:lnTo>
                  <a:lnTo>
                    <a:pt x="4883268" y="52681"/>
                  </a:lnTo>
                  <a:lnTo>
                    <a:pt x="4971109" y="37450"/>
                  </a:lnTo>
                  <a:lnTo>
                    <a:pt x="5050335" y="25158"/>
                  </a:lnTo>
                  <a:lnTo>
                    <a:pt x="5117974" y="15710"/>
                  </a:lnTo>
                  <a:lnTo>
                    <a:pt x="5171899" y="8893"/>
                  </a:lnTo>
                  <a:lnTo>
                    <a:pt x="5211227" y="4374"/>
                  </a:lnTo>
                  <a:lnTo>
                    <a:pt x="5236531" y="1723"/>
                  </a:lnTo>
                  <a:lnTo>
                    <a:pt x="5249842" y="447"/>
                  </a:lnTo>
                  <a:lnTo>
                    <a:pt x="5254497" y="37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520" y="54"/>
                  </a:lnTo>
                  <a:lnTo>
                    <a:pt x="6735253" y="440"/>
                  </a:lnTo>
                  <a:lnTo>
                    <a:pt x="6754726" y="1507"/>
                  </a:lnTo>
                  <a:lnTo>
                    <a:pt x="6789493" y="3607"/>
                  </a:lnTo>
                  <a:lnTo>
                    <a:pt x="6841214" y="7065"/>
                  </a:lnTo>
                  <a:lnTo>
                    <a:pt x="6909530" y="12144"/>
                  </a:lnTo>
                  <a:lnTo>
                    <a:pt x="6992248" y="19019"/>
                  </a:lnTo>
                  <a:lnTo>
                    <a:pt x="7085838" y="27778"/>
                  </a:lnTo>
                  <a:lnTo>
                    <a:pt x="7186129" y="38432"/>
                  </a:lnTo>
                  <a:lnTo>
                    <a:pt x="7288996" y="50946"/>
                  </a:lnTo>
                  <a:lnTo>
                    <a:pt x="7390878" y="65282"/>
                  </a:lnTo>
                  <a:lnTo>
                    <a:pt x="7489059" y="81421"/>
                  </a:lnTo>
                  <a:lnTo>
                    <a:pt x="7581732" y="99397"/>
                  </a:lnTo>
                  <a:lnTo>
                    <a:pt x="7667907" y="119303"/>
                  </a:lnTo>
                  <a:lnTo>
                    <a:pt x="7747255" y="141300"/>
                  </a:lnTo>
                  <a:lnTo>
                    <a:pt x="7819929" y="165619"/>
                  </a:lnTo>
                  <a:lnTo>
                    <a:pt x="7886407" y="192552"/>
                  </a:lnTo>
                  <a:lnTo>
                    <a:pt x="7947363" y="222447"/>
                  </a:lnTo>
                  <a:lnTo>
                    <a:pt x="8003574" y="255683"/>
                  </a:lnTo>
                  <a:lnTo>
                    <a:pt x="8055852" y="292644"/>
                  </a:lnTo>
                  <a:lnTo>
                    <a:pt x="8104987" y="333657"/>
                  </a:lnTo>
                  <a:lnTo>
                    <a:pt x="8151487" y="378682"/>
                  </a:lnTo>
                  <a:lnTo>
                    <a:pt x="8192440" y="423539"/>
                  </a:lnTo>
                  <a:lnTo>
                    <a:pt x="8232296" y="471985"/>
                  </a:lnTo>
                  <a:lnTo>
                    <a:pt x="8271380" y="524090"/>
                  </a:lnTo>
                  <a:lnTo>
                    <a:pt x="8309949" y="579854"/>
                  </a:lnTo>
                  <a:lnTo>
                    <a:pt x="8348203" y="639198"/>
                  </a:lnTo>
                  <a:lnTo>
                    <a:pt x="8386291" y="701957"/>
                  </a:lnTo>
                  <a:lnTo>
                    <a:pt x="8424321" y="767876"/>
                  </a:lnTo>
                  <a:lnTo>
                    <a:pt x="8462363" y="836611"/>
                  </a:lnTo>
                  <a:lnTo>
                    <a:pt x="8500456" y="907730"/>
                  </a:lnTo>
                  <a:lnTo>
                    <a:pt x="8538611" y="980728"/>
                  </a:lnTo>
                  <a:lnTo>
                    <a:pt x="8576821" y="1055032"/>
                  </a:lnTo>
                  <a:lnTo>
                    <a:pt x="8615063" y="1130029"/>
                  </a:lnTo>
                  <a:lnTo>
                    <a:pt x="8653308" y="1205077"/>
                  </a:lnTo>
                  <a:lnTo>
                    <a:pt x="8691525" y="1279535"/>
                  </a:lnTo>
                  <a:lnTo>
                    <a:pt x="8729690" y="1352782"/>
                  </a:lnTo>
                  <a:lnTo>
                    <a:pt x="8767792" y="1424238"/>
                  </a:lnTo>
                  <a:lnTo>
                    <a:pt x="8805841" y="1493386"/>
                  </a:lnTo>
                  <a:lnTo>
                    <a:pt x="8843869" y="1559781"/>
                  </a:lnTo>
                  <a:lnTo>
                    <a:pt x="8881941" y="1623066"/>
                  </a:lnTo>
                  <a:lnTo>
                    <a:pt x="8920160" y="1682970"/>
                  </a:lnTo>
                  <a:lnTo>
                    <a:pt x="8958666" y="1739315"/>
                  </a:lnTo>
                  <a:lnTo>
                    <a:pt x="8997652" y="1792008"/>
                  </a:lnTo>
                  <a:lnTo>
                    <a:pt x="9037365" y="1841037"/>
                  </a:lnTo>
                  <a:lnTo>
                    <a:pt x="9078117" y="1886462"/>
                  </a:lnTo>
                  <a:lnTo>
                    <a:pt x="9084767" y="1893411"/>
                  </a:lnTo>
                  <a:lnTo>
                    <a:pt x="9131493" y="1938639"/>
                  </a:lnTo>
                  <a:lnTo>
                    <a:pt x="9180641" y="1979633"/>
                  </a:lnTo>
                  <a:lnTo>
                    <a:pt x="9232936" y="2016575"/>
                  </a:lnTo>
                  <a:lnTo>
                    <a:pt x="9289167" y="2049795"/>
                  </a:lnTo>
                  <a:lnTo>
                    <a:pt x="9350148" y="2079675"/>
                  </a:lnTo>
                  <a:lnTo>
                    <a:pt x="9416653" y="2106595"/>
                  </a:lnTo>
                  <a:lnTo>
                    <a:pt x="9489358" y="2130902"/>
                  </a:lnTo>
                  <a:lnTo>
                    <a:pt x="9568739" y="2152889"/>
                  </a:lnTo>
                  <a:lnTo>
                    <a:pt x="9654946" y="2172785"/>
                  </a:lnTo>
                  <a:lnTo>
                    <a:pt x="9747647" y="2190752"/>
                  </a:lnTo>
                  <a:lnTo>
                    <a:pt x="9845851" y="2206883"/>
                  </a:lnTo>
                  <a:lnTo>
                    <a:pt x="9947745" y="2221210"/>
                  </a:lnTo>
                  <a:lnTo>
                    <a:pt x="10050609" y="2233716"/>
                  </a:lnTo>
                  <a:lnTo>
                    <a:pt x="10150878" y="2244360"/>
                  </a:lnTo>
                  <a:lnTo>
                    <a:pt x="10244426" y="2253110"/>
                  </a:lnTo>
                  <a:lnTo>
                    <a:pt x="10327083" y="2259977"/>
                  </a:lnTo>
                  <a:lnTo>
                    <a:pt x="10395325" y="2265047"/>
                  </a:lnTo>
                  <a:lnTo>
                    <a:pt x="10446964" y="2268498"/>
                  </a:lnTo>
                  <a:lnTo>
                    <a:pt x="10481653" y="2270593"/>
                  </a:lnTo>
                  <a:lnTo>
                    <a:pt x="10501061" y="2271656"/>
                  </a:lnTo>
                  <a:lnTo>
                    <a:pt x="10508750" y="2272040"/>
                  </a:lnTo>
                  <a:lnTo>
                    <a:pt x="10509911" y="2272093"/>
                  </a:lnTo>
                  <a:lnTo>
                    <a:pt x="11981298" y="227209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55" name="pl1555"/>
            <p:cNvSpPr/>
            <p:nvPr/>
          </p:nvSpPr>
          <p:spPr>
            <a:xfrm>
              <a:off x="4799595" y="5224960"/>
              <a:ext cx="11981298" cy="4127364"/>
            </a:xfrm>
            <a:custGeom>
              <a:avLst/>
              <a:pathLst>
                <a:path w="11981298" h="4127364">
                  <a:moveTo>
                    <a:pt x="11981298" y="2272093"/>
                  </a:moveTo>
                  <a:lnTo>
                    <a:pt x="10509911" y="2272093"/>
                  </a:lnTo>
                  <a:lnTo>
                    <a:pt x="10508733" y="2272039"/>
                  </a:lnTo>
                  <a:lnTo>
                    <a:pt x="10501000" y="2271653"/>
                  </a:lnTo>
                  <a:lnTo>
                    <a:pt x="10481527" y="2270586"/>
                  </a:lnTo>
                  <a:lnTo>
                    <a:pt x="10446760" y="2268485"/>
                  </a:lnTo>
                  <a:lnTo>
                    <a:pt x="10395040" y="2265027"/>
                  </a:lnTo>
                  <a:lnTo>
                    <a:pt x="10326723" y="2259949"/>
                  </a:lnTo>
                  <a:lnTo>
                    <a:pt x="10244005" y="2253073"/>
                  </a:lnTo>
                  <a:lnTo>
                    <a:pt x="10150416" y="2244314"/>
                  </a:lnTo>
                  <a:lnTo>
                    <a:pt x="10050125" y="2233661"/>
                  </a:lnTo>
                  <a:lnTo>
                    <a:pt x="9947258" y="2221146"/>
                  </a:lnTo>
                  <a:lnTo>
                    <a:pt x="9845375" y="2206811"/>
                  </a:lnTo>
                  <a:lnTo>
                    <a:pt x="9747194" y="2190671"/>
                  </a:lnTo>
                  <a:lnTo>
                    <a:pt x="9654521" y="2172695"/>
                  </a:lnTo>
                  <a:lnTo>
                    <a:pt x="9568346" y="2152789"/>
                  </a:lnTo>
                  <a:lnTo>
                    <a:pt x="9488998" y="2130792"/>
                  </a:lnTo>
                  <a:lnTo>
                    <a:pt x="9416324" y="2106474"/>
                  </a:lnTo>
                  <a:lnTo>
                    <a:pt x="9349846" y="2079540"/>
                  </a:lnTo>
                  <a:lnTo>
                    <a:pt x="9288891" y="2049646"/>
                  </a:lnTo>
                  <a:lnTo>
                    <a:pt x="9232679" y="2016409"/>
                  </a:lnTo>
                  <a:lnTo>
                    <a:pt x="9180402" y="1979448"/>
                  </a:lnTo>
                  <a:lnTo>
                    <a:pt x="9131266" y="1938435"/>
                  </a:lnTo>
                  <a:lnTo>
                    <a:pt x="9084767" y="1893411"/>
                  </a:lnTo>
                  <a:lnTo>
                    <a:pt x="9043813" y="1848553"/>
                  </a:lnTo>
                  <a:lnTo>
                    <a:pt x="9003957" y="1800107"/>
                  </a:lnTo>
                  <a:lnTo>
                    <a:pt x="8964873" y="1748003"/>
                  </a:lnTo>
                  <a:lnTo>
                    <a:pt x="8926304" y="1692239"/>
                  </a:lnTo>
                  <a:lnTo>
                    <a:pt x="8888050" y="1632895"/>
                  </a:lnTo>
                  <a:lnTo>
                    <a:pt x="8849962" y="1570136"/>
                  </a:lnTo>
                  <a:lnTo>
                    <a:pt x="8811932" y="1504217"/>
                  </a:lnTo>
                  <a:lnTo>
                    <a:pt x="8773890" y="1435482"/>
                  </a:lnTo>
                  <a:lnTo>
                    <a:pt x="8735797" y="1364362"/>
                  </a:lnTo>
                  <a:lnTo>
                    <a:pt x="8697642" y="1291365"/>
                  </a:lnTo>
                  <a:lnTo>
                    <a:pt x="8659432" y="1217060"/>
                  </a:lnTo>
                  <a:lnTo>
                    <a:pt x="8621190" y="1142064"/>
                  </a:lnTo>
                  <a:lnTo>
                    <a:pt x="8582945" y="1067015"/>
                  </a:lnTo>
                  <a:lnTo>
                    <a:pt x="8544729" y="992557"/>
                  </a:lnTo>
                  <a:lnTo>
                    <a:pt x="8506563" y="919311"/>
                  </a:lnTo>
                  <a:lnTo>
                    <a:pt x="8468461" y="847855"/>
                  </a:lnTo>
                  <a:lnTo>
                    <a:pt x="8430413" y="778707"/>
                  </a:lnTo>
                  <a:lnTo>
                    <a:pt x="8392384" y="712311"/>
                  </a:lnTo>
                  <a:lnTo>
                    <a:pt x="8354312" y="649027"/>
                  </a:lnTo>
                  <a:lnTo>
                    <a:pt x="8316094" y="589122"/>
                  </a:lnTo>
                  <a:lnTo>
                    <a:pt x="8277587" y="532777"/>
                  </a:lnTo>
                  <a:lnTo>
                    <a:pt x="8238601" y="480084"/>
                  </a:lnTo>
                  <a:lnTo>
                    <a:pt x="8198888" y="431056"/>
                  </a:lnTo>
                  <a:lnTo>
                    <a:pt x="8158136" y="385631"/>
                  </a:lnTo>
                  <a:lnTo>
                    <a:pt x="8151487" y="378682"/>
                  </a:lnTo>
                  <a:lnTo>
                    <a:pt x="8104761" y="333453"/>
                  </a:lnTo>
                  <a:lnTo>
                    <a:pt x="8055612" y="292460"/>
                  </a:lnTo>
                  <a:lnTo>
                    <a:pt x="8003318" y="255517"/>
                  </a:lnTo>
                  <a:lnTo>
                    <a:pt x="7947086" y="222298"/>
                  </a:lnTo>
                  <a:lnTo>
                    <a:pt x="7886106" y="192418"/>
                  </a:lnTo>
                  <a:lnTo>
                    <a:pt x="7819600" y="165498"/>
                  </a:lnTo>
                  <a:lnTo>
                    <a:pt x="7746895" y="141191"/>
                  </a:lnTo>
                  <a:lnTo>
                    <a:pt x="7667515" y="119204"/>
                  </a:lnTo>
                  <a:lnTo>
                    <a:pt x="7581308" y="99308"/>
                  </a:lnTo>
                  <a:lnTo>
                    <a:pt x="7488606" y="81341"/>
                  </a:lnTo>
                  <a:lnTo>
                    <a:pt x="7390402" y="65209"/>
                  </a:lnTo>
                  <a:lnTo>
                    <a:pt x="7288508" y="50883"/>
                  </a:lnTo>
                  <a:lnTo>
                    <a:pt x="7185644" y="38377"/>
                  </a:lnTo>
                  <a:lnTo>
                    <a:pt x="7085375" y="27732"/>
                  </a:lnTo>
                  <a:lnTo>
                    <a:pt x="6991827" y="18982"/>
                  </a:lnTo>
                  <a:lnTo>
                    <a:pt x="6909170" y="12115"/>
                  </a:lnTo>
                  <a:lnTo>
                    <a:pt x="6840928" y="7045"/>
                  </a:lnTo>
                  <a:lnTo>
                    <a:pt x="6789289" y="3594"/>
                  </a:lnTo>
                  <a:lnTo>
                    <a:pt x="6754600" y="1500"/>
                  </a:lnTo>
                  <a:lnTo>
                    <a:pt x="6735192" y="437"/>
                  </a:lnTo>
                  <a:lnTo>
                    <a:pt x="6727503" y="53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020" y="77"/>
                  </a:lnTo>
                  <a:lnTo>
                    <a:pt x="5247850" y="630"/>
                  </a:lnTo>
                  <a:lnTo>
                    <a:pt x="5232207" y="2158"/>
                  </a:lnTo>
                  <a:lnTo>
                    <a:pt x="5204019" y="5170"/>
                  </a:lnTo>
                  <a:lnTo>
                    <a:pt x="5161560" y="10147"/>
                  </a:lnTo>
                  <a:lnTo>
                    <a:pt x="5104574" y="17504"/>
                  </a:lnTo>
                  <a:lnTo>
                    <a:pt x="5034236" y="27549"/>
                  </a:lnTo>
                  <a:lnTo>
                    <a:pt x="4952893" y="40467"/>
                  </a:lnTo>
                  <a:lnTo>
                    <a:pt x="4863637" y="56329"/>
                  </a:lnTo>
                  <a:lnTo>
                    <a:pt x="4769821" y="75123"/>
                  </a:lnTo>
                  <a:lnTo>
                    <a:pt x="4674619" y="96792"/>
                  </a:lnTo>
                  <a:lnTo>
                    <a:pt x="4580724" y="121280"/>
                  </a:lnTo>
                  <a:lnTo>
                    <a:pt x="4490186" y="148572"/>
                  </a:lnTo>
                  <a:lnTo>
                    <a:pt x="4404392" y="178716"/>
                  </a:lnTo>
                  <a:lnTo>
                    <a:pt x="4324131" y="211847"/>
                  </a:lnTo>
                  <a:lnTo>
                    <a:pt x="4249704" y="248186"/>
                  </a:lnTo>
                  <a:lnTo>
                    <a:pt x="4181040" y="288049"/>
                  </a:lnTo>
                  <a:lnTo>
                    <a:pt x="4117813" y="331836"/>
                  </a:lnTo>
                  <a:lnTo>
                    <a:pt x="4059527" y="380023"/>
                  </a:lnTo>
                  <a:lnTo>
                    <a:pt x="4005592" y="433143"/>
                  </a:lnTo>
                  <a:lnTo>
                    <a:pt x="3955371" y="491752"/>
                  </a:lnTo>
                  <a:lnTo>
                    <a:pt x="3908226" y="556378"/>
                  </a:lnTo>
                  <a:lnTo>
                    <a:pt x="3863545" y="627435"/>
                  </a:lnTo>
                  <a:lnTo>
                    <a:pt x="3829811" y="687894"/>
                  </a:lnTo>
                  <a:lnTo>
                    <a:pt x="3797658" y="751110"/>
                  </a:lnTo>
                  <a:lnTo>
                    <a:pt x="3766226" y="818293"/>
                  </a:lnTo>
                  <a:lnTo>
                    <a:pt x="3735345" y="889523"/>
                  </a:lnTo>
                  <a:lnTo>
                    <a:pt x="3704877" y="964835"/>
                  </a:lnTo>
                  <a:lnTo>
                    <a:pt x="3674705" y="1044215"/>
                  </a:lnTo>
                  <a:lnTo>
                    <a:pt x="3644735" y="1127591"/>
                  </a:lnTo>
                  <a:lnTo>
                    <a:pt x="3614890" y="1214835"/>
                  </a:lnTo>
                  <a:lnTo>
                    <a:pt x="3585111" y="1305758"/>
                  </a:lnTo>
                  <a:lnTo>
                    <a:pt x="3555354" y="1400110"/>
                  </a:lnTo>
                  <a:lnTo>
                    <a:pt x="3525588" y="1497577"/>
                  </a:lnTo>
                  <a:lnTo>
                    <a:pt x="3495793" y="1597791"/>
                  </a:lnTo>
                  <a:lnTo>
                    <a:pt x="3465961" y="1700327"/>
                  </a:lnTo>
                  <a:lnTo>
                    <a:pt x="3436090" y="1804713"/>
                  </a:lnTo>
                  <a:lnTo>
                    <a:pt x="3406188" y="1910439"/>
                  </a:lnTo>
                  <a:lnTo>
                    <a:pt x="3376265" y="2016968"/>
                  </a:lnTo>
                  <a:lnTo>
                    <a:pt x="3346335" y="2123742"/>
                  </a:lnTo>
                  <a:lnTo>
                    <a:pt x="3316414" y="2230200"/>
                  </a:lnTo>
                  <a:lnTo>
                    <a:pt x="3286515" y="2335788"/>
                  </a:lnTo>
                  <a:lnTo>
                    <a:pt x="3256649" y="2439970"/>
                  </a:lnTo>
                  <a:lnTo>
                    <a:pt x="3226821" y="2542240"/>
                  </a:lnTo>
                  <a:lnTo>
                    <a:pt x="3197030" y="2642133"/>
                  </a:lnTo>
                  <a:lnTo>
                    <a:pt x="3167266" y="2739230"/>
                  </a:lnTo>
                  <a:lnTo>
                    <a:pt x="3137509" y="2833169"/>
                  </a:lnTo>
                  <a:lnTo>
                    <a:pt x="3107725" y="2923644"/>
                  </a:lnTo>
                  <a:lnTo>
                    <a:pt x="3077868" y="3010414"/>
                  </a:lnTo>
                  <a:lnTo>
                    <a:pt x="3047877" y="3093296"/>
                  </a:lnTo>
                  <a:lnTo>
                    <a:pt x="3017674" y="3172169"/>
                  </a:lnTo>
                  <a:lnTo>
                    <a:pt x="2987161" y="3246971"/>
                  </a:lnTo>
                  <a:lnTo>
                    <a:pt x="2956219" y="3317692"/>
                  </a:lnTo>
                  <a:lnTo>
                    <a:pt x="2924706" y="3384374"/>
                  </a:lnTo>
                  <a:lnTo>
                    <a:pt x="2896531" y="3439470"/>
                  </a:lnTo>
                  <a:lnTo>
                    <a:pt x="2853398" y="3515715"/>
                  </a:lnTo>
                  <a:lnTo>
                    <a:pt x="2808238" y="3585368"/>
                  </a:lnTo>
                  <a:lnTo>
                    <a:pt x="2760486" y="3648665"/>
                  </a:lnTo>
                  <a:lnTo>
                    <a:pt x="2709524" y="3706050"/>
                  </a:lnTo>
                  <a:lnTo>
                    <a:pt x="2654708" y="3758066"/>
                  </a:lnTo>
                  <a:lnTo>
                    <a:pt x="2595411" y="3805267"/>
                  </a:lnTo>
                  <a:lnTo>
                    <a:pt x="2531055" y="3848175"/>
                  </a:lnTo>
                  <a:lnTo>
                    <a:pt x="2461176" y="3887251"/>
                  </a:lnTo>
                  <a:lnTo>
                    <a:pt x="2385494" y="3922879"/>
                  </a:lnTo>
                  <a:lnTo>
                    <a:pt x="2304007" y="3955354"/>
                  </a:lnTo>
                  <a:lnTo>
                    <a:pt x="2217111" y="3984879"/>
                  </a:lnTo>
                  <a:lnTo>
                    <a:pt x="2125714" y="4011568"/>
                  </a:lnTo>
                  <a:lnTo>
                    <a:pt x="2031343" y="4035455"/>
                  </a:lnTo>
                  <a:lnTo>
                    <a:pt x="1936192" y="4056513"/>
                  </a:lnTo>
                  <a:lnTo>
                    <a:pt x="1843074" y="4074682"/>
                  </a:lnTo>
                  <a:lnTo>
                    <a:pt x="1755233" y="4089913"/>
                  </a:lnTo>
                  <a:lnTo>
                    <a:pt x="1676007" y="4102205"/>
                  </a:lnTo>
                  <a:lnTo>
                    <a:pt x="1608368" y="4111653"/>
                  </a:lnTo>
                  <a:lnTo>
                    <a:pt x="1554443" y="4118470"/>
                  </a:lnTo>
                  <a:lnTo>
                    <a:pt x="1515115" y="4122989"/>
                  </a:lnTo>
                  <a:lnTo>
                    <a:pt x="1489811" y="4125640"/>
                  </a:lnTo>
                  <a:lnTo>
                    <a:pt x="1476500" y="4126916"/>
                  </a:lnTo>
                  <a:lnTo>
                    <a:pt x="1471845" y="4127326"/>
                  </a:lnTo>
                  <a:lnTo>
                    <a:pt x="1471387" y="4127364"/>
                  </a:lnTo>
                  <a:lnTo>
                    <a:pt x="0" y="412736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56" name="pg1556"/>
            <p:cNvSpPr/>
            <p:nvPr/>
          </p:nvSpPr>
          <p:spPr>
            <a:xfrm>
              <a:off x="4799595" y="5282171"/>
              <a:ext cx="11981298" cy="4086499"/>
            </a:xfrm>
            <a:custGeom>
              <a:avLst/>
              <a:pathLst>
                <a:path w="11981298" h="4086499">
                  <a:moveTo>
                    <a:pt x="0" y="4086499"/>
                  </a:moveTo>
                  <a:lnTo>
                    <a:pt x="1471387" y="4086499"/>
                  </a:lnTo>
                  <a:lnTo>
                    <a:pt x="1472325" y="4086422"/>
                  </a:lnTo>
                  <a:lnTo>
                    <a:pt x="1478514" y="4085873"/>
                  </a:lnTo>
                  <a:lnTo>
                    <a:pt x="1494204" y="4084359"/>
                  </a:lnTo>
                  <a:lnTo>
                    <a:pt x="1522474" y="4081373"/>
                  </a:lnTo>
                  <a:lnTo>
                    <a:pt x="1565049" y="4076439"/>
                  </a:lnTo>
                  <a:lnTo>
                    <a:pt x="1622180" y="4069147"/>
                  </a:lnTo>
                  <a:lnTo>
                    <a:pt x="1692679" y="4059192"/>
                  </a:lnTo>
                  <a:lnTo>
                    <a:pt x="1774186" y="4046390"/>
                  </a:lnTo>
                  <a:lnTo>
                    <a:pt x="1863594" y="4030673"/>
                  </a:lnTo>
                  <a:lnTo>
                    <a:pt x="1957540" y="4012053"/>
                  </a:lnTo>
                  <a:lnTo>
                    <a:pt x="2052842" y="3990587"/>
                  </a:lnTo>
                  <a:lnTo>
                    <a:pt x="2146808" y="3966329"/>
                  </a:lnTo>
                  <a:lnTo>
                    <a:pt x="2237387" y="3939296"/>
                  </a:lnTo>
                  <a:lnTo>
                    <a:pt x="2323197" y="3909436"/>
                  </a:lnTo>
                  <a:lnTo>
                    <a:pt x="2403454" y="3876617"/>
                  </a:lnTo>
                  <a:lnTo>
                    <a:pt x="2477864" y="3840615"/>
                  </a:lnTo>
                  <a:lnTo>
                    <a:pt x="2546501" y="3801119"/>
                  </a:lnTo>
                  <a:lnTo>
                    <a:pt x="2609699" y="3757729"/>
                  </a:lnTo>
                  <a:lnTo>
                    <a:pt x="2667955" y="3709972"/>
                  </a:lnTo>
                  <a:lnTo>
                    <a:pt x="2721864" y="3657319"/>
                  </a:lnTo>
                  <a:lnTo>
                    <a:pt x="2772064" y="3599219"/>
                  </a:lnTo>
                  <a:lnTo>
                    <a:pt x="2819196" y="3535149"/>
                  </a:lnTo>
                  <a:lnTo>
                    <a:pt x="2863872" y="3464704"/>
                  </a:lnTo>
                  <a:lnTo>
                    <a:pt x="2896531" y="3406778"/>
                  </a:lnTo>
                  <a:lnTo>
                    <a:pt x="2928854" y="3343967"/>
                  </a:lnTo>
                  <a:lnTo>
                    <a:pt x="2960451" y="3277194"/>
                  </a:lnTo>
                  <a:lnTo>
                    <a:pt x="2991491" y="3206378"/>
                  </a:lnTo>
                  <a:lnTo>
                    <a:pt x="3022116" y="3131484"/>
                  </a:lnTo>
                  <a:lnTo>
                    <a:pt x="3052444" y="3052530"/>
                  </a:lnTo>
                  <a:lnTo>
                    <a:pt x="3082570" y="2969587"/>
                  </a:lnTo>
                  <a:lnTo>
                    <a:pt x="3112572" y="2882786"/>
                  </a:lnTo>
                  <a:lnTo>
                    <a:pt x="3142509" y="2792318"/>
                  </a:lnTo>
                  <a:lnTo>
                    <a:pt x="3172425" y="2698439"/>
                  </a:lnTo>
                  <a:lnTo>
                    <a:pt x="3202352" y="2601464"/>
                  </a:lnTo>
                  <a:lnTo>
                    <a:pt x="3232309" y="2501768"/>
                  </a:lnTo>
                  <a:lnTo>
                    <a:pt x="3262304" y="2399780"/>
                  </a:lnTo>
                  <a:lnTo>
                    <a:pt x="3292338" y="2295975"/>
                  </a:lnTo>
                  <a:lnTo>
                    <a:pt x="3322402" y="2190868"/>
                  </a:lnTo>
                  <a:lnTo>
                    <a:pt x="3352487" y="2085002"/>
                  </a:lnTo>
                  <a:lnTo>
                    <a:pt x="3382577" y="1978935"/>
                  </a:lnTo>
                  <a:lnTo>
                    <a:pt x="3412658" y="1873232"/>
                  </a:lnTo>
                  <a:lnTo>
                    <a:pt x="3442714" y="1768447"/>
                  </a:lnTo>
                  <a:lnTo>
                    <a:pt x="3472737" y="1665118"/>
                  </a:lnTo>
                  <a:lnTo>
                    <a:pt x="3502721" y="1563747"/>
                  </a:lnTo>
                  <a:lnTo>
                    <a:pt x="3532668" y="1464798"/>
                  </a:lnTo>
                  <a:lnTo>
                    <a:pt x="3562589" y="1368684"/>
                  </a:lnTo>
                  <a:lnTo>
                    <a:pt x="3592508" y="1275764"/>
                  </a:lnTo>
                  <a:lnTo>
                    <a:pt x="3622458" y="1186336"/>
                  </a:lnTo>
                  <a:lnTo>
                    <a:pt x="3652489" y="1100636"/>
                  </a:lnTo>
                  <a:lnTo>
                    <a:pt x="3682665" y="1018839"/>
                  </a:lnTo>
                  <a:lnTo>
                    <a:pt x="3713069" y="941057"/>
                  </a:lnTo>
                  <a:lnTo>
                    <a:pt x="3743801" y="867346"/>
                  </a:lnTo>
                  <a:lnTo>
                    <a:pt x="3774987" y="797708"/>
                  </a:lnTo>
                  <a:lnTo>
                    <a:pt x="3806775" y="732093"/>
                  </a:lnTo>
                  <a:lnTo>
                    <a:pt x="3829811" y="687894"/>
                  </a:lnTo>
                  <a:lnTo>
                    <a:pt x="3872991" y="612477"/>
                  </a:lnTo>
                  <a:lnTo>
                    <a:pt x="3918204" y="543588"/>
                  </a:lnTo>
                  <a:lnTo>
                    <a:pt x="3966014" y="480993"/>
                  </a:lnTo>
                  <a:lnTo>
                    <a:pt x="4017045" y="424249"/>
                  </a:lnTo>
                  <a:lnTo>
                    <a:pt x="4071939" y="372820"/>
                  </a:lnTo>
                  <a:lnTo>
                    <a:pt x="4131328" y="326157"/>
                  </a:lnTo>
                  <a:lnTo>
                    <a:pt x="4195790" y="283741"/>
                  </a:lnTo>
                  <a:lnTo>
                    <a:pt x="4265790" y="245116"/>
                  </a:lnTo>
                  <a:lnTo>
                    <a:pt x="4341607" y="209903"/>
                  </a:lnTo>
                  <a:lnTo>
                    <a:pt x="4423239" y="177810"/>
                  </a:lnTo>
                  <a:lnTo>
                    <a:pt x="4510285" y="148637"/>
                  </a:lnTo>
                  <a:lnTo>
                    <a:pt x="4601827" y="122271"/>
                  </a:lnTo>
                  <a:lnTo>
                    <a:pt x="4696326" y="98680"/>
                  </a:lnTo>
                  <a:lnTo>
                    <a:pt x="4791570" y="77891"/>
                  </a:lnTo>
                  <a:lnTo>
                    <a:pt x="4884731" y="59963"/>
                  </a:lnTo>
                  <a:lnTo>
                    <a:pt x="4972549" y="44946"/>
                  </a:lnTo>
                  <a:lnTo>
                    <a:pt x="5051679" y="32837"/>
                  </a:lnTo>
                  <a:lnTo>
                    <a:pt x="5119149" y="23542"/>
                  </a:lnTo>
                  <a:lnTo>
                    <a:pt x="5172846" y="16848"/>
                  </a:lnTo>
                  <a:lnTo>
                    <a:pt x="5211911" y="12422"/>
                  </a:lnTo>
                  <a:lnTo>
                    <a:pt x="5236952" y="9834"/>
                  </a:lnTo>
                  <a:lnTo>
                    <a:pt x="5250036" y="8597"/>
                  </a:lnTo>
                  <a:lnTo>
                    <a:pt x="5254538" y="8206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472" y="8243"/>
                  </a:lnTo>
                  <a:lnTo>
                    <a:pt x="6734901" y="8749"/>
                  </a:lnTo>
                  <a:lnTo>
                    <a:pt x="6753633" y="10147"/>
                  </a:lnTo>
                  <a:lnTo>
                    <a:pt x="6787134" y="12900"/>
                  </a:lnTo>
                  <a:lnTo>
                    <a:pt x="6837089" y="17436"/>
                  </a:lnTo>
                  <a:lnTo>
                    <a:pt x="6903274" y="24105"/>
                  </a:lnTo>
                  <a:lnTo>
                    <a:pt x="6983703" y="33150"/>
                  </a:lnTo>
                  <a:lnTo>
                    <a:pt x="7075078" y="44692"/>
                  </a:lnTo>
                  <a:lnTo>
                    <a:pt x="7173428" y="58754"/>
                  </a:lnTo>
                  <a:lnTo>
                    <a:pt x="7274759" y="75297"/>
                  </a:lnTo>
                  <a:lnTo>
                    <a:pt x="7375564" y="94268"/>
                  </a:lnTo>
                  <a:lnTo>
                    <a:pt x="7473113" y="115637"/>
                  </a:lnTo>
                  <a:lnTo>
                    <a:pt x="7565535" y="139434"/>
                  </a:lnTo>
                  <a:lnTo>
                    <a:pt x="7651756" y="165767"/>
                  </a:lnTo>
                  <a:lnTo>
                    <a:pt x="7731358" y="194832"/>
                  </a:lnTo>
                  <a:lnTo>
                    <a:pt x="7804406" y="226912"/>
                  </a:lnTo>
                  <a:lnTo>
                    <a:pt x="7871305" y="262375"/>
                  </a:lnTo>
                  <a:lnTo>
                    <a:pt x="7932667" y="301661"/>
                  </a:lnTo>
                  <a:lnTo>
                    <a:pt x="7989221" y="345261"/>
                  </a:lnTo>
                  <a:lnTo>
                    <a:pt x="8041743" y="393682"/>
                  </a:lnTo>
                  <a:lnTo>
                    <a:pt x="8091000" y="447383"/>
                  </a:lnTo>
                  <a:lnTo>
                    <a:pt x="8137710" y="506674"/>
                  </a:lnTo>
                  <a:lnTo>
                    <a:pt x="8151487" y="525796"/>
                  </a:lnTo>
                  <a:lnTo>
                    <a:pt x="8187797" y="579819"/>
                  </a:lnTo>
                  <a:lnTo>
                    <a:pt x="8223215" y="637673"/>
                  </a:lnTo>
                  <a:lnTo>
                    <a:pt x="8257977" y="699436"/>
                  </a:lnTo>
                  <a:lnTo>
                    <a:pt x="8292272" y="765127"/>
                  </a:lnTo>
                  <a:lnTo>
                    <a:pt x="8326253" y="834704"/>
                  </a:lnTo>
                  <a:lnTo>
                    <a:pt x="8360043" y="908052"/>
                  </a:lnTo>
                  <a:lnTo>
                    <a:pt x="8393733" y="984984"/>
                  </a:lnTo>
                  <a:lnTo>
                    <a:pt x="8427391" y="1065237"/>
                  </a:lnTo>
                  <a:lnTo>
                    <a:pt x="8461063" y="1148473"/>
                  </a:lnTo>
                  <a:lnTo>
                    <a:pt x="8494773" y="1234282"/>
                  </a:lnTo>
                  <a:lnTo>
                    <a:pt x="8528533" y="1322188"/>
                  </a:lnTo>
                  <a:lnTo>
                    <a:pt x="8562338" y="1411662"/>
                  </a:lnTo>
                  <a:lnTo>
                    <a:pt x="8596177" y="1502132"/>
                  </a:lnTo>
                  <a:lnTo>
                    <a:pt x="8630029" y="1592997"/>
                  </a:lnTo>
                  <a:lnTo>
                    <a:pt x="8663874" y="1683647"/>
                  </a:lnTo>
                  <a:lnTo>
                    <a:pt x="8697691" y="1773478"/>
                  </a:lnTo>
                  <a:lnTo>
                    <a:pt x="8731465" y="1861907"/>
                  </a:lnTo>
                  <a:lnTo>
                    <a:pt x="8765190" y="1948391"/>
                  </a:lnTo>
                  <a:lnTo>
                    <a:pt x="8798871" y="2032436"/>
                  </a:lnTo>
                  <a:lnTo>
                    <a:pt x="8832529" y="2113613"/>
                  </a:lnTo>
                  <a:lnTo>
                    <a:pt x="8866204" y="2191562"/>
                  </a:lnTo>
                  <a:lnTo>
                    <a:pt x="8899955" y="2265997"/>
                  </a:lnTo>
                  <a:lnTo>
                    <a:pt x="8933869" y="2336708"/>
                  </a:lnTo>
                  <a:lnTo>
                    <a:pt x="8968057" y="2403560"/>
                  </a:lnTo>
                  <a:lnTo>
                    <a:pt x="9002661" y="2466489"/>
                  </a:lnTo>
                  <a:lnTo>
                    <a:pt x="9037863" y="2525498"/>
                  </a:lnTo>
                  <a:lnTo>
                    <a:pt x="9073881" y="2580647"/>
                  </a:lnTo>
                  <a:lnTo>
                    <a:pt x="9084767" y="2596289"/>
                  </a:lnTo>
                  <a:lnTo>
                    <a:pt x="9130832" y="2657297"/>
                  </a:lnTo>
                  <a:lnTo>
                    <a:pt x="9179243" y="2712673"/>
                  </a:lnTo>
                  <a:lnTo>
                    <a:pt x="9230694" y="2762653"/>
                  </a:lnTo>
                  <a:lnTo>
                    <a:pt x="9285941" y="2807664"/>
                  </a:lnTo>
                  <a:lnTo>
                    <a:pt x="9345763" y="2848206"/>
                  </a:lnTo>
                  <a:lnTo>
                    <a:pt x="9410909" y="2884781"/>
                  </a:lnTo>
                  <a:lnTo>
                    <a:pt x="9482035" y="2917845"/>
                  </a:lnTo>
                  <a:lnTo>
                    <a:pt x="9559622" y="2947792"/>
                  </a:lnTo>
                  <a:lnTo>
                    <a:pt x="9643852" y="2974930"/>
                  </a:lnTo>
                  <a:lnTo>
                    <a:pt x="9734471" y="2999482"/>
                  </a:lnTo>
                  <a:lnTo>
                    <a:pt x="9830622" y="3021582"/>
                  </a:lnTo>
                  <a:lnTo>
                    <a:pt x="9930688" y="3041281"/>
                  </a:lnTo>
                  <a:lnTo>
                    <a:pt x="10032198" y="3058567"/>
                  </a:lnTo>
                  <a:lnTo>
                    <a:pt x="10131861" y="3073388"/>
                  </a:lnTo>
                  <a:lnTo>
                    <a:pt x="10225786" y="3085697"/>
                  </a:lnTo>
                  <a:lnTo>
                    <a:pt x="10309932" y="3095492"/>
                  </a:lnTo>
                  <a:lnTo>
                    <a:pt x="10380724" y="3102862"/>
                  </a:lnTo>
                  <a:lnTo>
                    <a:pt x="10435718" y="3108013"/>
                  </a:lnTo>
                  <a:lnTo>
                    <a:pt x="10474124" y="3111265"/>
                  </a:lnTo>
                  <a:lnTo>
                    <a:pt x="10497050" y="3113026"/>
                  </a:lnTo>
                  <a:lnTo>
                    <a:pt x="10507448" y="3113754"/>
                  </a:lnTo>
                  <a:lnTo>
                    <a:pt x="10509911" y="3113912"/>
                  </a:lnTo>
                  <a:lnTo>
                    <a:pt x="11981298" y="3113912"/>
                  </a:lnTo>
                  <a:lnTo>
                    <a:pt x="11981298" y="3105739"/>
                  </a:lnTo>
                  <a:lnTo>
                    <a:pt x="10509911" y="3105739"/>
                  </a:lnTo>
                  <a:lnTo>
                    <a:pt x="10508781" y="3105668"/>
                  </a:lnTo>
                  <a:lnTo>
                    <a:pt x="10501352" y="3105162"/>
                  </a:lnTo>
                  <a:lnTo>
                    <a:pt x="10482620" y="3103764"/>
                  </a:lnTo>
                  <a:lnTo>
                    <a:pt x="10449120" y="3101011"/>
                  </a:lnTo>
                  <a:lnTo>
                    <a:pt x="10399164" y="3096475"/>
                  </a:lnTo>
                  <a:lnTo>
                    <a:pt x="10332979" y="3089806"/>
                  </a:lnTo>
                  <a:lnTo>
                    <a:pt x="10252550" y="3080762"/>
                  </a:lnTo>
                  <a:lnTo>
                    <a:pt x="10161175" y="3069220"/>
                  </a:lnTo>
                  <a:lnTo>
                    <a:pt x="10062825" y="3055158"/>
                  </a:lnTo>
                  <a:lnTo>
                    <a:pt x="9961494" y="3038614"/>
                  </a:lnTo>
                  <a:lnTo>
                    <a:pt x="9860689" y="3019644"/>
                  </a:lnTo>
                  <a:lnTo>
                    <a:pt x="9763140" y="2998275"/>
                  </a:lnTo>
                  <a:lnTo>
                    <a:pt x="9670719" y="2974477"/>
                  </a:lnTo>
                  <a:lnTo>
                    <a:pt x="9584497" y="2948144"/>
                  </a:lnTo>
                  <a:lnTo>
                    <a:pt x="9504896" y="2919079"/>
                  </a:lnTo>
                  <a:lnTo>
                    <a:pt x="9431847" y="2886999"/>
                  </a:lnTo>
                  <a:lnTo>
                    <a:pt x="9364948" y="2851536"/>
                  </a:lnTo>
                  <a:lnTo>
                    <a:pt x="9303586" y="2812250"/>
                  </a:lnTo>
                  <a:lnTo>
                    <a:pt x="9247032" y="2768650"/>
                  </a:lnTo>
                  <a:lnTo>
                    <a:pt x="9194511" y="2720229"/>
                  </a:lnTo>
                  <a:lnTo>
                    <a:pt x="9145253" y="2666528"/>
                  </a:lnTo>
                  <a:lnTo>
                    <a:pt x="9098543" y="2607237"/>
                  </a:lnTo>
                  <a:lnTo>
                    <a:pt x="9084767" y="2588116"/>
                  </a:lnTo>
                  <a:lnTo>
                    <a:pt x="9048457" y="2534092"/>
                  </a:lnTo>
                  <a:lnTo>
                    <a:pt x="9013038" y="2476238"/>
                  </a:lnTo>
                  <a:lnTo>
                    <a:pt x="8978277" y="2414475"/>
                  </a:lnTo>
                  <a:lnTo>
                    <a:pt x="8943982" y="2348784"/>
                  </a:lnTo>
                  <a:lnTo>
                    <a:pt x="8910000" y="2279208"/>
                  </a:lnTo>
                  <a:lnTo>
                    <a:pt x="8876210" y="2205860"/>
                  </a:lnTo>
                  <a:lnTo>
                    <a:pt x="8842520" y="2128927"/>
                  </a:lnTo>
                  <a:lnTo>
                    <a:pt x="8808862" y="2048674"/>
                  </a:lnTo>
                  <a:lnTo>
                    <a:pt x="8775191" y="1965438"/>
                  </a:lnTo>
                  <a:lnTo>
                    <a:pt x="8741480" y="1879629"/>
                  </a:lnTo>
                  <a:lnTo>
                    <a:pt x="8707721" y="1791723"/>
                  </a:lnTo>
                  <a:lnTo>
                    <a:pt x="8673915" y="1702249"/>
                  </a:lnTo>
                  <a:lnTo>
                    <a:pt x="8640076" y="1611780"/>
                  </a:lnTo>
                  <a:lnTo>
                    <a:pt x="8606224" y="1520914"/>
                  </a:lnTo>
                  <a:lnTo>
                    <a:pt x="8572379" y="1430264"/>
                  </a:lnTo>
                  <a:lnTo>
                    <a:pt x="8538562" y="1340433"/>
                  </a:lnTo>
                  <a:lnTo>
                    <a:pt x="8504788" y="1252004"/>
                  </a:lnTo>
                  <a:lnTo>
                    <a:pt x="8471063" y="1165521"/>
                  </a:lnTo>
                  <a:lnTo>
                    <a:pt x="8437382" y="1081475"/>
                  </a:lnTo>
                  <a:lnTo>
                    <a:pt x="8403724" y="1000298"/>
                  </a:lnTo>
                  <a:lnTo>
                    <a:pt x="8370049" y="922349"/>
                  </a:lnTo>
                  <a:lnTo>
                    <a:pt x="8336298" y="847914"/>
                  </a:lnTo>
                  <a:lnTo>
                    <a:pt x="8302384" y="777203"/>
                  </a:lnTo>
                  <a:lnTo>
                    <a:pt x="8268197" y="710351"/>
                  </a:lnTo>
                  <a:lnTo>
                    <a:pt x="8233592" y="647422"/>
                  </a:lnTo>
                  <a:lnTo>
                    <a:pt x="8198391" y="588414"/>
                  </a:lnTo>
                  <a:lnTo>
                    <a:pt x="8162373" y="533264"/>
                  </a:lnTo>
                  <a:lnTo>
                    <a:pt x="8151487" y="517623"/>
                  </a:lnTo>
                  <a:lnTo>
                    <a:pt x="8105422" y="456614"/>
                  </a:lnTo>
                  <a:lnTo>
                    <a:pt x="8057010" y="401239"/>
                  </a:lnTo>
                  <a:lnTo>
                    <a:pt x="8005559" y="351258"/>
                  </a:lnTo>
                  <a:lnTo>
                    <a:pt x="7950312" y="306247"/>
                  </a:lnTo>
                  <a:lnTo>
                    <a:pt x="7890491" y="265705"/>
                  </a:lnTo>
                  <a:lnTo>
                    <a:pt x="7825345" y="229131"/>
                  </a:lnTo>
                  <a:lnTo>
                    <a:pt x="7754218" y="196066"/>
                  </a:lnTo>
                  <a:lnTo>
                    <a:pt x="7676632" y="166120"/>
                  </a:lnTo>
                  <a:lnTo>
                    <a:pt x="7592401" y="138982"/>
                  </a:lnTo>
                  <a:lnTo>
                    <a:pt x="7501782" y="114429"/>
                  </a:lnTo>
                  <a:lnTo>
                    <a:pt x="7405631" y="92330"/>
                  </a:lnTo>
                  <a:lnTo>
                    <a:pt x="7305566" y="72630"/>
                  </a:lnTo>
                  <a:lnTo>
                    <a:pt x="7204055" y="55344"/>
                  </a:lnTo>
                  <a:lnTo>
                    <a:pt x="7104392" y="40523"/>
                  </a:lnTo>
                  <a:lnTo>
                    <a:pt x="7010467" y="28215"/>
                  </a:lnTo>
                  <a:lnTo>
                    <a:pt x="6926321" y="18420"/>
                  </a:lnTo>
                  <a:lnTo>
                    <a:pt x="6855530" y="11049"/>
                  </a:lnTo>
                  <a:lnTo>
                    <a:pt x="6800536" y="5898"/>
                  </a:lnTo>
                  <a:lnTo>
                    <a:pt x="6762130" y="2646"/>
                  </a:lnTo>
                  <a:lnTo>
                    <a:pt x="6739203" y="885"/>
                  </a:lnTo>
                  <a:lnTo>
                    <a:pt x="6728805" y="157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017" y="76"/>
                  </a:lnTo>
                  <a:lnTo>
                    <a:pt x="5247828" y="625"/>
                  </a:lnTo>
                  <a:lnTo>
                    <a:pt x="5232138" y="2140"/>
                  </a:lnTo>
                  <a:lnTo>
                    <a:pt x="5203869" y="5125"/>
                  </a:lnTo>
                  <a:lnTo>
                    <a:pt x="5161293" y="10059"/>
                  </a:lnTo>
                  <a:lnTo>
                    <a:pt x="5104162" y="17352"/>
                  </a:lnTo>
                  <a:lnTo>
                    <a:pt x="5033663" y="27307"/>
                  </a:lnTo>
                  <a:lnTo>
                    <a:pt x="4952156" y="40108"/>
                  </a:lnTo>
                  <a:lnTo>
                    <a:pt x="4862748" y="55825"/>
                  </a:lnTo>
                  <a:lnTo>
                    <a:pt x="4768802" y="74445"/>
                  </a:lnTo>
                  <a:lnTo>
                    <a:pt x="4673500" y="95911"/>
                  </a:lnTo>
                  <a:lnTo>
                    <a:pt x="4579534" y="120169"/>
                  </a:lnTo>
                  <a:lnTo>
                    <a:pt x="4488955" y="147202"/>
                  </a:lnTo>
                  <a:lnTo>
                    <a:pt x="4403145" y="177062"/>
                  </a:lnTo>
                  <a:lnTo>
                    <a:pt x="4322888" y="209881"/>
                  </a:lnTo>
                  <a:lnTo>
                    <a:pt x="4248478" y="245883"/>
                  </a:lnTo>
                  <a:lnTo>
                    <a:pt x="4179841" y="285379"/>
                  </a:lnTo>
                  <a:lnTo>
                    <a:pt x="4116643" y="328769"/>
                  </a:lnTo>
                  <a:lnTo>
                    <a:pt x="4058387" y="376526"/>
                  </a:lnTo>
                  <a:lnTo>
                    <a:pt x="4004478" y="429179"/>
                  </a:lnTo>
                  <a:lnTo>
                    <a:pt x="3954279" y="487279"/>
                  </a:lnTo>
                  <a:lnTo>
                    <a:pt x="3907146" y="551349"/>
                  </a:lnTo>
                  <a:lnTo>
                    <a:pt x="3862470" y="621794"/>
                  </a:lnTo>
                  <a:lnTo>
                    <a:pt x="3829811" y="679721"/>
                  </a:lnTo>
                  <a:lnTo>
                    <a:pt x="3797488" y="742531"/>
                  </a:lnTo>
                  <a:lnTo>
                    <a:pt x="3765891" y="809305"/>
                  </a:lnTo>
                  <a:lnTo>
                    <a:pt x="3734851" y="880121"/>
                  </a:lnTo>
                  <a:lnTo>
                    <a:pt x="3704226" y="955014"/>
                  </a:lnTo>
                  <a:lnTo>
                    <a:pt x="3673898" y="1033968"/>
                  </a:lnTo>
                  <a:lnTo>
                    <a:pt x="3643772" y="1116911"/>
                  </a:lnTo>
                  <a:lnTo>
                    <a:pt x="3613770" y="1203712"/>
                  </a:lnTo>
                  <a:lnTo>
                    <a:pt x="3583833" y="1294180"/>
                  </a:lnTo>
                  <a:lnTo>
                    <a:pt x="3553917" y="1388059"/>
                  </a:lnTo>
                  <a:lnTo>
                    <a:pt x="3523990" y="1485034"/>
                  </a:lnTo>
                  <a:lnTo>
                    <a:pt x="3494033" y="1584730"/>
                  </a:lnTo>
                  <a:lnTo>
                    <a:pt x="3464038" y="1686718"/>
                  </a:lnTo>
                  <a:lnTo>
                    <a:pt x="3434004" y="1790523"/>
                  </a:lnTo>
                  <a:lnTo>
                    <a:pt x="3403940" y="1895630"/>
                  </a:lnTo>
                  <a:lnTo>
                    <a:pt x="3373855" y="2001496"/>
                  </a:lnTo>
                  <a:lnTo>
                    <a:pt x="3343765" y="2107563"/>
                  </a:lnTo>
                  <a:lnTo>
                    <a:pt x="3313685" y="2213267"/>
                  </a:lnTo>
                  <a:lnTo>
                    <a:pt x="3283628" y="2318051"/>
                  </a:lnTo>
                  <a:lnTo>
                    <a:pt x="3253605" y="2421381"/>
                  </a:lnTo>
                  <a:lnTo>
                    <a:pt x="3223621" y="2522751"/>
                  </a:lnTo>
                  <a:lnTo>
                    <a:pt x="3193675" y="2621701"/>
                  </a:lnTo>
                  <a:lnTo>
                    <a:pt x="3163753" y="2717814"/>
                  </a:lnTo>
                  <a:lnTo>
                    <a:pt x="3133834" y="2810734"/>
                  </a:lnTo>
                  <a:lnTo>
                    <a:pt x="3103884" y="2900162"/>
                  </a:lnTo>
                  <a:lnTo>
                    <a:pt x="3073853" y="2985862"/>
                  </a:lnTo>
                  <a:lnTo>
                    <a:pt x="3043677" y="3067659"/>
                  </a:lnTo>
                  <a:lnTo>
                    <a:pt x="3013274" y="3145441"/>
                  </a:lnTo>
                  <a:lnTo>
                    <a:pt x="2982541" y="3219152"/>
                  </a:lnTo>
                  <a:lnTo>
                    <a:pt x="2951356" y="3288790"/>
                  </a:lnTo>
                  <a:lnTo>
                    <a:pt x="2919567" y="3354405"/>
                  </a:lnTo>
                  <a:lnTo>
                    <a:pt x="2896531" y="3398605"/>
                  </a:lnTo>
                  <a:lnTo>
                    <a:pt x="2853351" y="3474021"/>
                  </a:lnTo>
                  <a:lnTo>
                    <a:pt x="2808138" y="3542911"/>
                  </a:lnTo>
                  <a:lnTo>
                    <a:pt x="2760328" y="3605506"/>
                  </a:lnTo>
                  <a:lnTo>
                    <a:pt x="2709297" y="3662250"/>
                  </a:lnTo>
                  <a:lnTo>
                    <a:pt x="2654403" y="3713678"/>
                  </a:lnTo>
                  <a:lnTo>
                    <a:pt x="2595014" y="3760341"/>
                  </a:lnTo>
                  <a:lnTo>
                    <a:pt x="2530552" y="3802757"/>
                  </a:lnTo>
                  <a:lnTo>
                    <a:pt x="2460552" y="3841382"/>
                  </a:lnTo>
                  <a:lnTo>
                    <a:pt x="2384735" y="3876595"/>
                  </a:lnTo>
                  <a:lnTo>
                    <a:pt x="2303103" y="3908688"/>
                  </a:lnTo>
                  <a:lnTo>
                    <a:pt x="2216057" y="3937861"/>
                  </a:lnTo>
                  <a:lnTo>
                    <a:pt x="2124515" y="3964227"/>
                  </a:lnTo>
                  <a:lnTo>
                    <a:pt x="2030016" y="3987818"/>
                  </a:lnTo>
                  <a:lnTo>
                    <a:pt x="1934772" y="4008607"/>
                  </a:lnTo>
                  <a:lnTo>
                    <a:pt x="1841611" y="4026535"/>
                  </a:lnTo>
                  <a:lnTo>
                    <a:pt x="1753793" y="4041552"/>
                  </a:lnTo>
                  <a:lnTo>
                    <a:pt x="1674663" y="4053661"/>
                  </a:lnTo>
                  <a:lnTo>
                    <a:pt x="1607193" y="4062956"/>
                  </a:lnTo>
                  <a:lnTo>
                    <a:pt x="1553496" y="4069650"/>
                  </a:lnTo>
                  <a:lnTo>
                    <a:pt x="1514431" y="4074077"/>
                  </a:lnTo>
                  <a:lnTo>
                    <a:pt x="1489390" y="4076664"/>
                  </a:lnTo>
                  <a:lnTo>
                    <a:pt x="1476306" y="4077901"/>
                  </a:lnTo>
                  <a:lnTo>
                    <a:pt x="1471804" y="4078292"/>
                  </a:lnTo>
                  <a:lnTo>
                    <a:pt x="1471387" y="4078326"/>
                  </a:lnTo>
                  <a:lnTo>
                    <a:pt x="0" y="4078326"/>
                  </a:lnTo>
                  <a:close/>
                </a:path>
              </a:pathLst>
            </a:custGeom>
            <a:solidFill>
              <a:srgbClr val="8BC34A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557" name="pl1557"/>
            <p:cNvSpPr/>
            <p:nvPr/>
          </p:nvSpPr>
          <p:spPr>
            <a:xfrm>
              <a:off x="4799595" y="5290344"/>
              <a:ext cx="11981298" cy="4078326"/>
            </a:xfrm>
            <a:custGeom>
              <a:avLst/>
              <a:pathLst>
                <a:path w="11981298" h="4078326">
                  <a:moveTo>
                    <a:pt x="0" y="4078326"/>
                  </a:moveTo>
                  <a:lnTo>
                    <a:pt x="1471387" y="4078326"/>
                  </a:lnTo>
                  <a:lnTo>
                    <a:pt x="1472325" y="4078249"/>
                  </a:lnTo>
                  <a:lnTo>
                    <a:pt x="1478514" y="4077700"/>
                  </a:lnTo>
                  <a:lnTo>
                    <a:pt x="1494204" y="4076186"/>
                  </a:lnTo>
                  <a:lnTo>
                    <a:pt x="1522474" y="4073200"/>
                  </a:lnTo>
                  <a:lnTo>
                    <a:pt x="1565049" y="4068266"/>
                  </a:lnTo>
                  <a:lnTo>
                    <a:pt x="1622180" y="4060974"/>
                  </a:lnTo>
                  <a:lnTo>
                    <a:pt x="1692679" y="4051019"/>
                  </a:lnTo>
                  <a:lnTo>
                    <a:pt x="1774186" y="4038217"/>
                  </a:lnTo>
                  <a:lnTo>
                    <a:pt x="1863594" y="4022500"/>
                  </a:lnTo>
                  <a:lnTo>
                    <a:pt x="1957540" y="4003880"/>
                  </a:lnTo>
                  <a:lnTo>
                    <a:pt x="2052842" y="3982414"/>
                  </a:lnTo>
                  <a:lnTo>
                    <a:pt x="2146808" y="3958156"/>
                  </a:lnTo>
                  <a:lnTo>
                    <a:pt x="2237387" y="3931123"/>
                  </a:lnTo>
                  <a:lnTo>
                    <a:pt x="2323197" y="3901263"/>
                  </a:lnTo>
                  <a:lnTo>
                    <a:pt x="2403454" y="3868444"/>
                  </a:lnTo>
                  <a:lnTo>
                    <a:pt x="2477864" y="3832442"/>
                  </a:lnTo>
                  <a:lnTo>
                    <a:pt x="2546501" y="3792946"/>
                  </a:lnTo>
                  <a:lnTo>
                    <a:pt x="2609699" y="3749556"/>
                  </a:lnTo>
                  <a:lnTo>
                    <a:pt x="2667955" y="3701799"/>
                  </a:lnTo>
                  <a:lnTo>
                    <a:pt x="2721864" y="3649146"/>
                  </a:lnTo>
                  <a:lnTo>
                    <a:pt x="2772064" y="3591046"/>
                  </a:lnTo>
                  <a:lnTo>
                    <a:pt x="2819196" y="3526976"/>
                  </a:lnTo>
                  <a:lnTo>
                    <a:pt x="2863872" y="3456531"/>
                  </a:lnTo>
                  <a:lnTo>
                    <a:pt x="2896531" y="3398605"/>
                  </a:lnTo>
                  <a:lnTo>
                    <a:pt x="2928854" y="3335794"/>
                  </a:lnTo>
                  <a:lnTo>
                    <a:pt x="2960451" y="3269021"/>
                  </a:lnTo>
                  <a:lnTo>
                    <a:pt x="2991491" y="3198205"/>
                  </a:lnTo>
                  <a:lnTo>
                    <a:pt x="3022116" y="3123311"/>
                  </a:lnTo>
                  <a:lnTo>
                    <a:pt x="3052444" y="3044357"/>
                  </a:lnTo>
                  <a:lnTo>
                    <a:pt x="3082570" y="2961414"/>
                  </a:lnTo>
                  <a:lnTo>
                    <a:pt x="3112572" y="2874613"/>
                  </a:lnTo>
                  <a:lnTo>
                    <a:pt x="3142509" y="2784145"/>
                  </a:lnTo>
                  <a:lnTo>
                    <a:pt x="3172425" y="2690266"/>
                  </a:lnTo>
                  <a:lnTo>
                    <a:pt x="3202352" y="2593291"/>
                  </a:lnTo>
                  <a:lnTo>
                    <a:pt x="3232309" y="2493595"/>
                  </a:lnTo>
                  <a:lnTo>
                    <a:pt x="3262304" y="2391607"/>
                  </a:lnTo>
                  <a:lnTo>
                    <a:pt x="3292338" y="2287802"/>
                  </a:lnTo>
                  <a:lnTo>
                    <a:pt x="3322402" y="2182695"/>
                  </a:lnTo>
                  <a:lnTo>
                    <a:pt x="3352487" y="2076829"/>
                  </a:lnTo>
                  <a:lnTo>
                    <a:pt x="3382577" y="1970762"/>
                  </a:lnTo>
                  <a:lnTo>
                    <a:pt x="3412658" y="1865059"/>
                  </a:lnTo>
                  <a:lnTo>
                    <a:pt x="3442714" y="1760274"/>
                  </a:lnTo>
                  <a:lnTo>
                    <a:pt x="3472737" y="1656945"/>
                  </a:lnTo>
                  <a:lnTo>
                    <a:pt x="3502721" y="1555574"/>
                  </a:lnTo>
                  <a:lnTo>
                    <a:pt x="3532668" y="1456625"/>
                  </a:lnTo>
                  <a:lnTo>
                    <a:pt x="3562589" y="1360511"/>
                  </a:lnTo>
                  <a:lnTo>
                    <a:pt x="3592508" y="1267591"/>
                  </a:lnTo>
                  <a:lnTo>
                    <a:pt x="3622458" y="1178163"/>
                  </a:lnTo>
                  <a:lnTo>
                    <a:pt x="3652489" y="1092463"/>
                  </a:lnTo>
                  <a:lnTo>
                    <a:pt x="3682665" y="1010666"/>
                  </a:lnTo>
                  <a:lnTo>
                    <a:pt x="3713069" y="932884"/>
                  </a:lnTo>
                  <a:lnTo>
                    <a:pt x="3743801" y="859173"/>
                  </a:lnTo>
                  <a:lnTo>
                    <a:pt x="3774987" y="789535"/>
                  </a:lnTo>
                  <a:lnTo>
                    <a:pt x="3806775" y="723920"/>
                  </a:lnTo>
                  <a:lnTo>
                    <a:pt x="3829811" y="679721"/>
                  </a:lnTo>
                  <a:lnTo>
                    <a:pt x="3872991" y="604304"/>
                  </a:lnTo>
                  <a:lnTo>
                    <a:pt x="3918204" y="535415"/>
                  </a:lnTo>
                  <a:lnTo>
                    <a:pt x="3966014" y="472820"/>
                  </a:lnTo>
                  <a:lnTo>
                    <a:pt x="4017045" y="416076"/>
                  </a:lnTo>
                  <a:lnTo>
                    <a:pt x="4071939" y="364647"/>
                  </a:lnTo>
                  <a:lnTo>
                    <a:pt x="4131328" y="317984"/>
                  </a:lnTo>
                  <a:lnTo>
                    <a:pt x="4195790" y="275568"/>
                  </a:lnTo>
                  <a:lnTo>
                    <a:pt x="4265790" y="236943"/>
                  </a:lnTo>
                  <a:lnTo>
                    <a:pt x="4341607" y="201730"/>
                  </a:lnTo>
                  <a:lnTo>
                    <a:pt x="4423239" y="169637"/>
                  </a:lnTo>
                  <a:lnTo>
                    <a:pt x="4510285" y="140464"/>
                  </a:lnTo>
                  <a:lnTo>
                    <a:pt x="4601827" y="114098"/>
                  </a:lnTo>
                  <a:lnTo>
                    <a:pt x="4696326" y="90507"/>
                  </a:lnTo>
                  <a:lnTo>
                    <a:pt x="4791570" y="69718"/>
                  </a:lnTo>
                  <a:lnTo>
                    <a:pt x="4884731" y="51790"/>
                  </a:lnTo>
                  <a:lnTo>
                    <a:pt x="4972549" y="36773"/>
                  </a:lnTo>
                  <a:lnTo>
                    <a:pt x="5051679" y="24664"/>
                  </a:lnTo>
                  <a:lnTo>
                    <a:pt x="5119149" y="15369"/>
                  </a:lnTo>
                  <a:lnTo>
                    <a:pt x="5172846" y="8675"/>
                  </a:lnTo>
                  <a:lnTo>
                    <a:pt x="5211911" y="4249"/>
                  </a:lnTo>
                  <a:lnTo>
                    <a:pt x="5236952" y="1661"/>
                  </a:lnTo>
                  <a:lnTo>
                    <a:pt x="5250036" y="424"/>
                  </a:lnTo>
                  <a:lnTo>
                    <a:pt x="5254538" y="33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472" y="70"/>
                  </a:lnTo>
                  <a:lnTo>
                    <a:pt x="6734901" y="576"/>
                  </a:lnTo>
                  <a:lnTo>
                    <a:pt x="6753633" y="1974"/>
                  </a:lnTo>
                  <a:lnTo>
                    <a:pt x="6787134" y="4727"/>
                  </a:lnTo>
                  <a:lnTo>
                    <a:pt x="6837089" y="9263"/>
                  </a:lnTo>
                  <a:lnTo>
                    <a:pt x="6903274" y="15932"/>
                  </a:lnTo>
                  <a:lnTo>
                    <a:pt x="6983703" y="24977"/>
                  </a:lnTo>
                  <a:lnTo>
                    <a:pt x="7075078" y="36519"/>
                  </a:lnTo>
                  <a:lnTo>
                    <a:pt x="7173428" y="50581"/>
                  </a:lnTo>
                  <a:lnTo>
                    <a:pt x="7274759" y="67124"/>
                  </a:lnTo>
                  <a:lnTo>
                    <a:pt x="7375564" y="86095"/>
                  </a:lnTo>
                  <a:lnTo>
                    <a:pt x="7473113" y="107464"/>
                  </a:lnTo>
                  <a:lnTo>
                    <a:pt x="7565535" y="131261"/>
                  </a:lnTo>
                  <a:lnTo>
                    <a:pt x="7651756" y="157594"/>
                  </a:lnTo>
                  <a:lnTo>
                    <a:pt x="7731358" y="186659"/>
                  </a:lnTo>
                  <a:lnTo>
                    <a:pt x="7804406" y="218739"/>
                  </a:lnTo>
                  <a:lnTo>
                    <a:pt x="7871305" y="254202"/>
                  </a:lnTo>
                  <a:lnTo>
                    <a:pt x="7932667" y="293488"/>
                  </a:lnTo>
                  <a:lnTo>
                    <a:pt x="7989221" y="337088"/>
                  </a:lnTo>
                  <a:lnTo>
                    <a:pt x="8041743" y="385509"/>
                  </a:lnTo>
                  <a:lnTo>
                    <a:pt x="8091000" y="439210"/>
                  </a:lnTo>
                  <a:lnTo>
                    <a:pt x="8137710" y="498501"/>
                  </a:lnTo>
                  <a:lnTo>
                    <a:pt x="8151487" y="517623"/>
                  </a:lnTo>
                  <a:lnTo>
                    <a:pt x="8187797" y="571646"/>
                  </a:lnTo>
                  <a:lnTo>
                    <a:pt x="8223215" y="629500"/>
                  </a:lnTo>
                  <a:lnTo>
                    <a:pt x="8257977" y="691263"/>
                  </a:lnTo>
                  <a:lnTo>
                    <a:pt x="8292272" y="756954"/>
                  </a:lnTo>
                  <a:lnTo>
                    <a:pt x="8326253" y="826531"/>
                  </a:lnTo>
                  <a:lnTo>
                    <a:pt x="8360043" y="899879"/>
                  </a:lnTo>
                  <a:lnTo>
                    <a:pt x="8393733" y="976811"/>
                  </a:lnTo>
                  <a:lnTo>
                    <a:pt x="8427391" y="1057064"/>
                  </a:lnTo>
                  <a:lnTo>
                    <a:pt x="8461063" y="1140300"/>
                  </a:lnTo>
                  <a:lnTo>
                    <a:pt x="8494773" y="1226109"/>
                  </a:lnTo>
                  <a:lnTo>
                    <a:pt x="8528533" y="1314015"/>
                  </a:lnTo>
                  <a:lnTo>
                    <a:pt x="8562338" y="1403489"/>
                  </a:lnTo>
                  <a:lnTo>
                    <a:pt x="8596177" y="1493959"/>
                  </a:lnTo>
                  <a:lnTo>
                    <a:pt x="8630029" y="1584824"/>
                  </a:lnTo>
                  <a:lnTo>
                    <a:pt x="8663874" y="1675474"/>
                  </a:lnTo>
                  <a:lnTo>
                    <a:pt x="8697691" y="1765305"/>
                  </a:lnTo>
                  <a:lnTo>
                    <a:pt x="8731465" y="1853734"/>
                  </a:lnTo>
                  <a:lnTo>
                    <a:pt x="8765190" y="1940218"/>
                  </a:lnTo>
                  <a:lnTo>
                    <a:pt x="8798871" y="2024263"/>
                  </a:lnTo>
                  <a:lnTo>
                    <a:pt x="8832529" y="2105440"/>
                  </a:lnTo>
                  <a:lnTo>
                    <a:pt x="8866204" y="2183389"/>
                  </a:lnTo>
                  <a:lnTo>
                    <a:pt x="8899955" y="2257824"/>
                  </a:lnTo>
                  <a:lnTo>
                    <a:pt x="8933869" y="2328535"/>
                  </a:lnTo>
                  <a:lnTo>
                    <a:pt x="8968057" y="2395387"/>
                  </a:lnTo>
                  <a:lnTo>
                    <a:pt x="9002661" y="2458316"/>
                  </a:lnTo>
                  <a:lnTo>
                    <a:pt x="9037863" y="2517325"/>
                  </a:lnTo>
                  <a:lnTo>
                    <a:pt x="9073881" y="2572474"/>
                  </a:lnTo>
                  <a:lnTo>
                    <a:pt x="9084767" y="2588116"/>
                  </a:lnTo>
                  <a:lnTo>
                    <a:pt x="9130832" y="2649124"/>
                  </a:lnTo>
                  <a:lnTo>
                    <a:pt x="9179243" y="2704500"/>
                  </a:lnTo>
                  <a:lnTo>
                    <a:pt x="9230694" y="2754480"/>
                  </a:lnTo>
                  <a:lnTo>
                    <a:pt x="9285941" y="2799491"/>
                  </a:lnTo>
                  <a:lnTo>
                    <a:pt x="9345763" y="2840033"/>
                  </a:lnTo>
                  <a:lnTo>
                    <a:pt x="9410909" y="2876608"/>
                  </a:lnTo>
                  <a:lnTo>
                    <a:pt x="9482035" y="2909672"/>
                  </a:lnTo>
                  <a:lnTo>
                    <a:pt x="9559622" y="2939619"/>
                  </a:lnTo>
                  <a:lnTo>
                    <a:pt x="9643852" y="2966757"/>
                  </a:lnTo>
                  <a:lnTo>
                    <a:pt x="9734471" y="2991309"/>
                  </a:lnTo>
                  <a:lnTo>
                    <a:pt x="9830622" y="3013409"/>
                  </a:lnTo>
                  <a:lnTo>
                    <a:pt x="9930688" y="3033108"/>
                  </a:lnTo>
                  <a:lnTo>
                    <a:pt x="10032198" y="3050394"/>
                  </a:lnTo>
                  <a:lnTo>
                    <a:pt x="10131861" y="3065215"/>
                  </a:lnTo>
                  <a:lnTo>
                    <a:pt x="10225786" y="3077524"/>
                  </a:lnTo>
                  <a:lnTo>
                    <a:pt x="10309932" y="3087319"/>
                  </a:lnTo>
                  <a:lnTo>
                    <a:pt x="10380724" y="3094689"/>
                  </a:lnTo>
                  <a:lnTo>
                    <a:pt x="10435718" y="3099840"/>
                  </a:lnTo>
                  <a:lnTo>
                    <a:pt x="10474124" y="3103092"/>
                  </a:lnTo>
                  <a:lnTo>
                    <a:pt x="10497050" y="3104853"/>
                  </a:lnTo>
                  <a:lnTo>
                    <a:pt x="10507448" y="3105581"/>
                  </a:lnTo>
                  <a:lnTo>
                    <a:pt x="10509878" y="3105737"/>
                  </a:lnTo>
                  <a:lnTo>
                    <a:pt x="10509911" y="3105739"/>
                  </a:lnTo>
                  <a:lnTo>
                    <a:pt x="11981298" y="310573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58" name="pl1558"/>
            <p:cNvSpPr/>
            <p:nvPr/>
          </p:nvSpPr>
          <p:spPr>
            <a:xfrm>
              <a:off x="4799595" y="5282171"/>
              <a:ext cx="11981298" cy="4078326"/>
            </a:xfrm>
            <a:custGeom>
              <a:avLst/>
              <a:pathLst>
                <a:path w="11981298" h="4078326">
                  <a:moveTo>
                    <a:pt x="11981298" y="3105739"/>
                  </a:moveTo>
                  <a:lnTo>
                    <a:pt x="10509911" y="3105739"/>
                  </a:lnTo>
                  <a:lnTo>
                    <a:pt x="10508781" y="3105668"/>
                  </a:lnTo>
                  <a:lnTo>
                    <a:pt x="10501352" y="3105162"/>
                  </a:lnTo>
                  <a:lnTo>
                    <a:pt x="10482620" y="3103764"/>
                  </a:lnTo>
                  <a:lnTo>
                    <a:pt x="10449120" y="3101011"/>
                  </a:lnTo>
                  <a:lnTo>
                    <a:pt x="10399164" y="3096475"/>
                  </a:lnTo>
                  <a:lnTo>
                    <a:pt x="10332979" y="3089806"/>
                  </a:lnTo>
                  <a:lnTo>
                    <a:pt x="10252550" y="3080762"/>
                  </a:lnTo>
                  <a:lnTo>
                    <a:pt x="10161175" y="3069220"/>
                  </a:lnTo>
                  <a:lnTo>
                    <a:pt x="10062825" y="3055158"/>
                  </a:lnTo>
                  <a:lnTo>
                    <a:pt x="9961494" y="3038614"/>
                  </a:lnTo>
                  <a:lnTo>
                    <a:pt x="9860689" y="3019644"/>
                  </a:lnTo>
                  <a:lnTo>
                    <a:pt x="9763140" y="2998275"/>
                  </a:lnTo>
                  <a:lnTo>
                    <a:pt x="9670719" y="2974477"/>
                  </a:lnTo>
                  <a:lnTo>
                    <a:pt x="9584497" y="2948144"/>
                  </a:lnTo>
                  <a:lnTo>
                    <a:pt x="9504896" y="2919079"/>
                  </a:lnTo>
                  <a:lnTo>
                    <a:pt x="9431847" y="2886999"/>
                  </a:lnTo>
                  <a:lnTo>
                    <a:pt x="9364948" y="2851536"/>
                  </a:lnTo>
                  <a:lnTo>
                    <a:pt x="9303586" y="2812250"/>
                  </a:lnTo>
                  <a:lnTo>
                    <a:pt x="9247032" y="2768650"/>
                  </a:lnTo>
                  <a:lnTo>
                    <a:pt x="9194511" y="2720229"/>
                  </a:lnTo>
                  <a:lnTo>
                    <a:pt x="9145253" y="2666528"/>
                  </a:lnTo>
                  <a:lnTo>
                    <a:pt x="9098543" y="2607237"/>
                  </a:lnTo>
                  <a:lnTo>
                    <a:pt x="9084767" y="2588116"/>
                  </a:lnTo>
                  <a:lnTo>
                    <a:pt x="9048457" y="2534092"/>
                  </a:lnTo>
                  <a:lnTo>
                    <a:pt x="9013038" y="2476238"/>
                  </a:lnTo>
                  <a:lnTo>
                    <a:pt x="8978277" y="2414475"/>
                  </a:lnTo>
                  <a:lnTo>
                    <a:pt x="8943982" y="2348784"/>
                  </a:lnTo>
                  <a:lnTo>
                    <a:pt x="8910000" y="2279208"/>
                  </a:lnTo>
                  <a:lnTo>
                    <a:pt x="8876210" y="2205860"/>
                  </a:lnTo>
                  <a:lnTo>
                    <a:pt x="8842520" y="2128927"/>
                  </a:lnTo>
                  <a:lnTo>
                    <a:pt x="8808862" y="2048674"/>
                  </a:lnTo>
                  <a:lnTo>
                    <a:pt x="8775191" y="1965438"/>
                  </a:lnTo>
                  <a:lnTo>
                    <a:pt x="8741480" y="1879629"/>
                  </a:lnTo>
                  <a:lnTo>
                    <a:pt x="8707721" y="1791723"/>
                  </a:lnTo>
                  <a:lnTo>
                    <a:pt x="8673915" y="1702249"/>
                  </a:lnTo>
                  <a:lnTo>
                    <a:pt x="8640076" y="1611780"/>
                  </a:lnTo>
                  <a:lnTo>
                    <a:pt x="8606224" y="1520914"/>
                  </a:lnTo>
                  <a:lnTo>
                    <a:pt x="8572379" y="1430264"/>
                  </a:lnTo>
                  <a:lnTo>
                    <a:pt x="8538562" y="1340433"/>
                  </a:lnTo>
                  <a:lnTo>
                    <a:pt x="8504788" y="1252004"/>
                  </a:lnTo>
                  <a:lnTo>
                    <a:pt x="8471063" y="1165521"/>
                  </a:lnTo>
                  <a:lnTo>
                    <a:pt x="8437382" y="1081475"/>
                  </a:lnTo>
                  <a:lnTo>
                    <a:pt x="8403724" y="1000298"/>
                  </a:lnTo>
                  <a:lnTo>
                    <a:pt x="8370049" y="922349"/>
                  </a:lnTo>
                  <a:lnTo>
                    <a:pt x="8336298" y="847914"/>
                  </a:lnTo>
                  <a:lnTo>
                    <a:pt x="8302384" y="777203"/>
                  </a:lnTo>
                  <a:lnTo>
                    <a:pt x="8268197" y="710351"/>
                  </a:lnTo>
                  <a:lnTo>
                    <a:pt x="8233592" y="647422"/>
                  </a:lnTo>
                  <a:lnTo>
                    <a:pt x="8198391" y="588414"/>
                  </a:lnTo>
                  <a:lnTo>
                    <a:pt x="8162373" y="533264"/>
                  </a:lnTo>
                  <a:lnTo>
                    <a:pt x="8151487" y="517623"/>
                  </a:lnTo>
                  <a:lnTo>
                    <a:pt x="8105422" y="456614"/>
                  </a:lnTo>
                  <a:lnTo>
                    <a:pt x="8057010" y="401239"/>
                  </a:lnTo>
                  <a:lnTo>
                    <a:pt x="8005559" y="351258"/>
                  </a:lnTo>
                  <a:lnTo>
                    <a:pt x="7950312" y="306247"/>
                  </a:lnTo>
                  <a:lnTo>
                    <a:pt x="7890491" y="265705"/>
                  </a:lnTo>
                  <a:lnTo>
                    <a:pt x="7825345" y="229131"/>
                  </a:lnTo>
                  <a:lnTo>
                    <a:pt x="7754218" y="196066"/>
                  </a:lnTo>
                  <a:lnTo>
                    <a:pt x="7676632" y="166120"/>
                  </a:lnTo>
                  <a:lnTo>
                    <a:pt x="7592401" y="138982"/>
                  </a:lnTo>
                  <a:lnTo>
                    <a:pt x="7501782" y="114429"/>
                  </a:lnTo>
                  <a:lnTo>
                    <a:pt x="7405631" y="92330"/>
                  </a:lnTo>
                  <a:lnTo>
                    <a:pt x="7305566" y="72630"/>
                  </a:lnTo>
                  <a:lnTo>
                    <a:pt x="7204055" y="55344"/>
                  </a:lnTo>
                  <a:lnTo>
                    <a:pt x="7104392" y="40523"/>
                  </a:lnTo>
                  <a:lnTo>
                    <a:pt x="7010467" y="28215"/>
                  </a:lnTo>
                  <a:lnTo>
                    <a:pt x="6926321" y="18420"/>
                  </a:lnTo>
                  <a:lnTo>
                    <a:pt x="6855530" y="11049"/>
                  </a:lnTo>
                  <a:lnTo>
                    <a:pt x="6800536" y="5898"/>
                  </a:lnTo>
                  <a:lnTo>
                    <a:pt x="6762130" y="2646"/>
                  </a:lnTo>
                  <a:lnTo>
                    <a:pt x="6739203" y="885"/>
                  </a:lnTo>
                  <a:lnTo>
                    <a:pt x="6728805" y="157"/>
                  </a:lnTo>
                  <a:lnTo>
                    <a:pt x="6726375" y="1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017" y="76"/>
                  </a:lnTo>
                  <a:lnTo>
                    <a:pt x="5247828" y="625"/>
                  </a:lnTo>
                  <a:lnTo>
                    <a:pt x="5232138" y="2140"/>
                  </a:lnTo>
                  <a:lnTo>
                    <a:pt x="5203869" y="5125"/>
                  </a:lnTo>
                  <a:lnTo>
                    <a:pt x="5161293" y="10059"/>
                  </a:lnTo>
                  <a:lnTo>
                    <a:pt x="5104162" y="17352"/>
                  </a:lnTo>
                  <a:lnTo>
                    <a:pt x="5033663" y="27307"/>
                  </a:lnTo>
                  <a:lnTo>
                    <a:pt x="4952156" y="40108"/>
                  </a:lnTo>
                  <a:lnTo>
                    <a:pt x="4862748" y="55825"/>
                  </a:lnTo>
                  <a:lnTo>
                    <a:pt x="4768802" y="74445"/>
                  </a:lnTo>
                  <a:lnTo>
                    <a:pt x="4673500" y="95911"/>
                  </a:lnTo>
                  <a:lnTo>
                    <a:pt x="4579534" y="120169"/>
                  </a:lnTo>
                  <a:lnTo>
                    <a:pt x="4488955" y="147202"/>
                  </a:lnTo>
                  <a:lnTo>
                    <a:pt x="4403145" y="177062"/>
                  </a:lnTo>
                  <a:lnTo>
                    <a:pt x="4322888" y="209881"/>
                  </a:lnTo>
                  <a:lnTo>
                    <a:pt x="4248478" y="245883"/>
                  </a:lnTo>
                  <a:lnTo>
                    <a:pt x="4179841" y="285379"/>
                  </a:lnTo>
                  <a:lnTo>
                    <a:pt x="4116643" y="328769"/>
                  </a:lnTo>
                  <a:lnTo>
                    <a:pt x="4058387" y="376526"/>
                  </a:lnTo>
                  <a:lnTo>
                    <a:pt x="4004478" y="429179"/>
                  </a:lnTo>
                  <a:lnTo>
                    <a:pt x="3954279" y="487279"/>
                  </a:lnTo>
                  <a:lnTo>
                    <a:pt x="3907146" y="551349"/>
                  </a:lnTo>
                  <a:lnTo>
                    <a:pt x="3862470" y="621794"/>
                  </a:lnTo>
                  <a:lnTo>
                    <a:pt x="3829811" y="679721"/>
                  </a:lnTo>
                  <a:lnTo>
                    <a:pt x="3797488" y="742531"/>
                  </a:lnTo>
                  <a:lnTo>
                    <a:pt x="3765891" y="809305"/>
                  </a:lnTo>
                  <a:lnTo>
                    <a:pt x="3734851" y="880121"/>
                  </a:lnTo>
                  <a:lnTo>
                    <a:pt x="3704226" y="955014"/>
                  </a:lnTo>
                  <a:lnTo>
                    <a:pt x="3673898" y="1033968"/>
                  </a:lnTo>
                  <a:lnTo>
                    <a:pt x="3643772" y="1116911"/>
                  </a:lnTo>
                  <a:lnTo>
                    <a:pt x="3613770" y="1203712"/>
                  </a:lnTo>
                  <a:lnTo>
                    <a:pt x="3583833" y="1294180"/>
                  </a:lnTo>
                  <a:lnTo>
                    <a:pt x="3553917" y="1388059"/>
                  </a:lnTo>
                  <a:lnTo>
                    <a:pt x="3523990" y="1485034"/>
                  </a:lnTo>
                  <a:lnTo>
                    <a:pt x="3494033" y="1584730"/>
                  </a:lnTo>
                  <a:lnTo>
                    <a:pt x="3464038" y="1686718"/>
                  </a:lnTo>
                  <a:lnTo>
                    <a:pt x="3434004" y="1790523"/>
                  </a:lnTo>
                  <a:lnTo>
                    <a:pt x="3403940" y="1895630"/>
                  </a:lnTo>
                  <a:lnTo>
                    <a:pt x="3373855" y="2001496"/>
                  </a:lnTo>
                  <a:lnTo>
                    <a:pt x="3343765" y="2107563"/>
                  </a:lnTo>
                  <a:lnTo>
                    <a:pt x="3313685" y="2213267"/>
                  </a:lnTo>
                  <a:lnTo>
                    <a:pt x="3283628" y="2318051"/>
                  </a:lnTo>
                  <a:lnTo>
                    <a:pt x="3253605" y="2421381"/>
                  </a:lnTo>
                  <a:lnTo>
                    <a:pt x="3223621" y="2522751"/>
                  </a:lnTo>
                  <a:lnTo>
                    <a:pt x="3193675" y="2621701"/>
                  </a:lnTo>
                  <a:lnTo>
                    <a:pt x="3163753" y="2717814"/>
                  </a:lnTo>
                  <a:lnTo>
                    <a:pt x="3133834" y="2810734"/>
                  </a:lnTo>
                  <a:lnTo>
                    <a:pt x="3103884" y="2900162"/>
                  </a:lnTo>
                  <a:lnTo>
                    <a:pt x="3073853" y="2985862"/>
                  </a:lnTo>
                  <a:lnTo>
                    <a:pt x="3043677" y="3067659"/>
                  </a:lnTo>
                  <a:lnTo>
                    <a:pt x="3013274" y="3145441"/>
                  </a:lnTo>
                  <a:lnTo>
                    <a:pt x="2982541" y="3219152"/>
                  </a:lnTo>
                  <a:lnTo>
                    <a:pt x="2951356" y="3288790"/>
                  </a:lnTo>
                  <a:lnTo>
                    <a:pt x="2919567" y="3354405"/>
                  </a:lnTo>
                  <a:lnTo>
                    <a:pt x="2896531" y="3398605"/>
                  </a:lnTo>
                  <a:lnTo>
                    <a:pt x="2853351" y="3474021"/>
                  </a:lnTo>
                  <a:lnTo>
                    <a:pt x="2808138" y="3542911"/>
                  </a:lnTo>
                  <a:lnTo>
                    <a:pt x="2760328" y="3605506"/>
                  </a:lnTo>
                  <a:lnTo>
                    <a:pt x="2709297" y="3662250"/>
                  </a:lnTo>
                  <a:lnTo>
                    <a:pt x="2654403" y="3713678"/>
                  </a:lnTo>
                  <a:lnTo>
                    <a:pt x="2595014" y="3760341"/>
                  </a:lnTo>
                  <a:lnTo>
                    <a:pt x="2530552" y="3802757"/>
                  </a:lnTo>
                  <a:lnTo>
                    <a:pt x="2460552" y="3841382"/>
                  </a:lnTo>
                  <a:lnTo>
                    <a:pt x="2384735" y="3876595"/>
                  </a:lnTo>
                  <a:lnTo>
                    <a:pt x="2303103" y="3908688"/>
                  </a:lnTo>
                  <a:lnTo>
                    <a:pt x="2216057" y="3937861"/>
                  </a:lnTo>
                  <a:lnTo>
                    <a:pt x="2124515" y="3964227"/>
                  </a:lnTo>
                  <a:lnTo>
                    <a:pt x="2030016" y="3987818"/>
                  </a:lnTo>
                  <a:lnTo>
                    <a:pt x="1934772" y="4008607"/>
                  </a:lnTo>
                  <a:lnTo>
                    <a:pt x="1841611" y="4026535"/>
                  </a:lnTo>
                  <a:lnTo>
                    <a:pt x="1753793" y="4041552"/>
                  </a:lnTo>
                  <a:lnTo>
                    <a:pt x="1674663" y="4053661"/>
                  </a:lnTo>
                  <a:lnTo>
                    <a:pt x="1607193" y="4062956"/>
                  </a:lnTo>
                  <a:lnTo>
                    <a:pt x="1553496" y="4069650"/>
                  </a:lnTo>
                  <a:lnTo>
                    <a:pt x="1514431" y="4074077"/>
                  </a:lnTo>
                  <a:lnTo>
                    <a:pt x="1489390" y="4076664"/>
                  </a:lnTo>
                  <a:lnTo>
                    <a:pt x="1476306" y="4077901"/>
                  </a:lnTo>
                  <a:lnTo>
                    <a:pt x="1471804" y="4078292"/>
                  </a:lnTo>
                  <a:lnTo>
                    <a:pt x="1471387" y="4078326"/>
                  </a:lnTo>
                  <a:lnTo>
                    <a:pt x="0" y="407832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59" name="pg1559"/>
            <p:cNvSpPr/>
            <p:nvPr/>
          </p:nvSpPr>
          <p:spPr>
            <a:xfrm>
              <a:off x="4799595" y="5494669"/>
              <a:ext cx="11981298" cy="5418697"/>
            </a:xfrm>
            <a:custGeom>
              <a:avLst/>
              <a:pathLst>
                <a:path w="11981298" h="5418697">
                  <a:moveTo>
                    <a:pt x="0" y="3882174"/>
                  </a:moveTo>
                  <a:lnTo>
                    <a:pt x="1471387" y="3882174"/>
                  </a:lnTo>
                  <a:lnTo>
                    <a:pt x="1472466" y="3882089"/>
                  </a:lnTo>
                  <a:lnTo>
                    <a:pt x="1479566" y="3881488"/>
                  </a:lnTo>
                  <a:lnTo>
                    <a:pt x="1497494" y="3879825"/>
                  </a:lnTo>
                  <a:lnTo>
                    <a:pt x="1529619" y="3876550"/>
                  </a:lnTo>
                  <a:lnTo>
                    <a:pt x="1577647" y="3871150"/>
                  </a:lnTo>
                  <a:lnTo>
                    <a:pt x="1641490" y="3863199"/>
                  </a:lnTo>
                  <a:lnTo>
                    <a:pt x="1719382" y="3852397"/>
                  </a:lnTo>
                  <a:lnTo>
                    <a:pt x="1808275" y="3838586"/>
                  </a:lnTo>
                  <a:lnTo>
                    <a:pt x="1904421" y="3821727"/>
                  </a:lnTo>
                  <a:lnTo>
                    <a:pt x="2003978" y="3801858"/>
                  </a:lnTo>
                  <a:lnTo>
                    <a:pt x="2103508" y="3779047"/>
                  </a:lnTo>
                  <a:lnTo>
                    <a:pt x="2200274" y="3753335"/>
                  </a:lnTo>
                  <a:lnTo>
                    <a:pt x="2292346" y="3724701"/>
                  </a:lnTo>
                  <a:lnTo>
                    <a:pt x="2378562" y="3693036"/>
                  </a:lnTo>
                  <a:lnTo>
                    <a:pt x="2458404" y="3658130"/>
                  </a:lnTo>
                  <a:lnTo>
                    <a:pt x="2531846" y="3619670"/>
                  </a:lnTo>
                  <a:lnTo>
                    <a:pt x="2599206" y="3577240"/>
                  </a:lnTo>
                  <a:lnTo>
                    <a:pt x="2661030" y="3530337"/>
                  </a:lnTo>
                  <a:lnTo>
                    <a:pt x="2717988" y="3478389"/>
                  </a:lnTo>
                  <a:lnTo>
                    <a:pt x="2770815" y="3420793"/>
                  </a:lnTo>
                  <a:lnTo>
                    <a:pt x="2820250" y="3356975"/>
                  </a:lnTo>
                  <a:lnTo>
                    <a:pt x="2866998" y="3286492"/>
                  </a:lnTo>
                  <a:lnTo>
                    <a:pt x="2896531" y="3236507"/>
                  </a:lnTo>
                  <a:lnTo>
                    <a:pt x="2929592" y="3175419"/>
                  </a:lnTo>
                  <a:lnTo>
                    <a:pt x="2961897" y="3110389"/>
                  </a:lnTo>
                  <a:lnTo>
                    <a:pt x="2993627" y="3041336"/>
                  </a:lnTo>
                  <a:lnTo>
                    <a:pt x="3024932" y="2968229"/>
                  </a:lnTo>
                  <a:lnTo>
                    <a:pt x="3055936" y="2891089"/>
                  </a:lnTo>
                  <a:lnTo>
                    <a:pt x="3086739" y="2809994"/>
                  </a:lnTo>
                  <a:lnTo>
                    <a:pt x="3117421" y="2725086"/>
                  </a:lnTo>
                  <a:lnTo>
                    <a:pt x="3148044" y="2636570"/>
                  </a:lnTo>
                  <a:lnTo>
                    <a:pt x="3178652" y="2544715"/>
                  </a:lnTo>
                  <a:lnTo>
                    <a:pt x="3209277" y="2449855"/>
                  </a:lnTo>
                  <a:lnTo>
                    <a:pt x="3239936" y="2352384"/>
                  </a:lnTo>
                  <a:lnTo>
                    <a:pt x="3270635" y="2252749"/>
                  </a:lnTo>
                  <a:lnTo>
                    <a:pt x="3301373" y="2151447"/>
                  </a:lnTo>
                  <a:lnTo>
                    <a:pt x="3332141" y="2049010"/>
                  </a:lnTo>
                  <a:lnTo>
                    <a:pt x="3362925" y="1945996"/>
                  </a:lnTo>
                  <a:lnTo>
                    <a:pt x="3393709" y="1842979"/>
                  </a:lnTo>
                  <a:lnTo>
                    <a:pt x="3424478" y="1740528"/>
                  </a:lnTo>
                  <a:lnTo>
                    <a:pt x="3455216" y="1639203"/>
                  </a:lnTo>
                  <a:lnTo>
                    <a:pt x="3485916" y="1539538"/>
                  </a:lnTo>
                  <a:lnTo>
                    <a:pt x="3516576" y="1442028"/>
                  </a:lnTo>
                  <a:lnTo>
                    <a:pt x="3547201" y="1347123"/>
                  </a:lnTo>
                  <a:lnTo>
                    <a:pt x="3577809" y="1255218"/>
                  </a:lnTo>
                  <a:lnTo>
                    <a:pt x="3608432" y="1166646"/>
                  </a:lnTo>
                  <a:lnTo>
                    <a:pt x="3639112" y="1081678"/>
                  </a:lnTo>
                  <a:lnTo>
                    <a:pt x="3669913" y="1000522"/>
                  </a:lnTo>
                  <a:lnTo>
                    <a:pt x="3700913" y="923317"/>
                  </a:lnTo>
                  <a:lnTo>
                    <a:pt x="3732212" y="850146"/>
                  </a:lnTo>
                  <a:lnTo>
                    <a:pt x="3763934" y="781028"/>
                  </a:lnTo>
                  <a:lnTo>
                    <a:pt x="3796228" y="715935"/>
                  </a:lnTo>
                  <a:lnTo>
                    <a:pt x="3829276" y="654785"/>
                  </a:lnTo>
                  <a:lnTo>
                    <a:pt x="3829811" y="653839"/>
                  </a:lnTo>
                  <a:lnTo>
                    <a:pt x="3875142" y="578871"/>
                  </a:lnTo>
                  <a:lnTo>
                    <a:pt x="3922738" y="510713"/>
                  </a:lnTo>
                  <a:lnTo>
                    <a:pt x="3973256" y="449092"/>
                  </a:lnTo>
                  <a:lnTo>
                    <a:pt x="4027418" y="393504"/>
                  </a:lnTo>
                  <a:lnTo>
                    <a:pt x="4085968" y="343357"/>
                  </a:lnTo>
                  <a:lnTo>
                    <a:pt x="4149622" y="298052"/>
                  </a:lnTo>
                  <a:lnTo>
                    <a:pt x="4219020" y="257039"/>
                  </a:lnTo>
                  <a:lnTo>
                    <a:pt x="4294639" y="219841"/>
                  </a:lnTo>
                  <a:lnTo>
                    <a:pt x="4376695" y="186079"/>
                  </a:lnTo>
                  <a:lnTo>
                    <a:pt x="4465011" y="155474"/>
                  </a:lnTo>
                  <a:lnTo>
                    <a:pt x="4558863" y="127851"/>
                  </a:lnTo>
                  <a:lnTo>
                    <a:pt x="4656837" y="103134"/>
                  </a:lnTo>
                  <a:lnTo>
                    <a:pt x="4756725" y="81327"/>
                  </a:lnTo>
                  <a:lnTo>
                    <a:pt x="4855526" y="62485"/>
                  </a:lnTo>
                  <a:lnTo>
                    <a:pt x="4949621" y="46671"/>
                  </a:lnTo>
                  <a:lnTo>
                    <a:pt x="5035136" y="33904"/>
                  </a:lnTo>
                  <a:lnTo>
                    <a:pt x="5108491" y="24107"/>
                  </a:lnTo>
                  <a:lnTo>
                    <a:pt x="5167021" y="17072"/>
                  </a:lnTo>
                  <a:lnTo>
                    <a:pt x="5209504" y="12456"/>
                  </a:lnTo>
                  <a:lnTo>
                    <a:pt x="5236470" y="9796"/>
                  </a:lnTo>
                  <a:lnTo>
                    <a:pt x="5250221" y="8560"/>
                  </a:lnTo>
                  <a:lnTo>
                    <a:pt x="5254644" y="8196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197" y="8265"/>
                  </a:lnTo>
                  <a:lnTo>
                    <a:pt x="6732846" y="8926"/>
                  </a:lnTo>
                  <a:lnTo>
                    <a:pt x="6747203" y="10752"/>
                  </a:lnTo>
                  <a:lnTo>
                    <a:pt x="6773157" y="14351"/>
                  </a:lnTo>
                  <a:lnTo>
                    <a:pt x="6812421" y="20308"/>
                  </a:lnTo>
                  <a:lnTo>
                    <a:pt x="6865412" y="29130"/>
                  </a:lnTo>
                  <a:lnTo>
                    <a:pt x="6931261" y="41210"/>
                  </a:lnTo>
                  <a:lnTo>
                    <a:pt x="7008005" y="56799"/>
                  </a:lnTo>
                  <a:lnTo>
                    <a:pt x="7092935" y="76010"/>
                  </a:lnTo>
                  <a:lnTo>
                    <a:pt x="7183006" y="98849"/>
                  </a:lnTo>
                  <a:lnTo>
                    <a:pt x="7275238" y="125257"/>
                  </a:lnTo>
                  <a:lnTo>
                    <a:pt x="7367014" y="155161"/>
                  </a:lnTo>
                  <a:lnTo>
                    <a:pt x="7456250" y="188521"/>
                  </a:lnTo>
                  <a:lnTo>
                    <a:pt x="7541458" y="225364"/>
                  </a:lnTo>
                  <a:lnTo>
                    <a:pt x="7621708" y="265807"/>
                  </a:lnTo>
                  <a:lnTo>
                    <a:pt x="7696545" y="310069"/>
                  </a:lnTo>
                  <a:lnTo>
                    <a:pt x="7765890" y="358476"/>
                  </a:lnTo>
                  <a:lnTo>
                    <a:pt x="7829938" y="411456"/>
                  </a:lnTo>
                  <a:lnTo>
                    <a:pt x="7889069" y="469535"/>
                  </a:lnTo>
                  <a:lnTo>
                    <a:pt x="7943782" y="533315"/>
                  </a:lnTo>
                  <a:lnTo>
                    <a:pt x="7994637" y="603453"/>
                  </a:lnTo>
                  <a:lnTo>
                    <a:pt x="8042221" y="680609"/>
                  </a:lnTo>
                  <a:lnTo>
                    <a:pt x="8087112" y="765383"/>
                  </a:lnTo>
                  <a:lnTo>
                    <a:pt x="8129851" y="858196"/>
                  </a:lnTo>
                  <a:lnTo>
                    <a:pt x="8151487" y="909927"/>
                  </a:lnTo>
                  <a:lnTo>
                    <a:pt x="8179921" y="982842"/>
                  </a:lnTo>
                  <a:lnTo>
                    <a:pt x="8207777" y="1059801"/>
                  </a:lnTo>
                  <a:lnTo>
                    <a:pt x="8235175" y="1140883"/>
                  </a:lnTo>
                  <a:lnTo>
                    <a:pt x="8262216" y="1226132"/>
                  </a:lnTo>
                  <a:lnTo>
                    <a:pt x="8288986" y="1315553"/>
                  </a:lnTo>
                  <a:lnTo>
                    <a:pt x="8315557" y="1409111"/>
                  </a:lnTo>
                  <a:lnTo>
                    <a:pt x="8341991" y="1506722"/>
                  </a:lnTo>
                  <a:lnTo>
                    <a:pt x="8368336" y="1608259"/>
                  </a:lnTo>
                  <a:lnTo>
                    <a:pt x="8394632" y="1713543"/>
                  </a:lnTo>
                  <a:lnTo>
                    <a:pt x="8420911" y="1822348"/>
                  </a:lnTo>
                  <a:lnTo>
                    <a:pt x="8447193" y="1934398"/>
                  </a:lnTo>
                  <a:lnTo>
                    <a:pt x="8473495" y="2049370"/>
                  </a:lnTo>
                  <a:lnTo>
                    <a:pt x="8499824" y="2166898"/>
                  </a:lnTo>
                  <a:lnTo>
                    <a:pt x="8526183" y="2286574"/>
                  </a:lnTo>
                  <a:lnTo>
                    <a:pt x="8552571" y="2407957"/>
                  </a:lnTo>
                  <a:lnTo>
                    <a:pt x="8578981" y="2530579"/>
                  </a:lnTo>
                  <a:lnTo>
                    <a:pt x="8605407" y="2653947"/>
                  </a:lnTo>
                  <a:lnTo>
                    <a:pt x="8631838" y="2777559"/>
                  </a:lnTo>
                  <a:lnTo>
                    <a:pt x="8658263" y="2900908"/>
                  </a:lnTo>
                  <a:lnTo>
                    <a:pt x="8684673" y="3023492"/>
                  </a:lnTo>
                  <a:lnTo>
                    <a:pt x="8711060" y="3144820"/>
                  </a:lnTo>
                  <a:lnTo>
                    <a:pt x="8737418" y="3264423"/>
                  </a:lnTo>
                  <a:lnTo>
                    <a:pt x="8763746" y="3381862"/>
                  </a:lnTo>
                  <a:lnTo>
                    <a:pt x="8790046" y="3496731"/>
                  </a:lnTo>
                  <a:lnTo>
                    <a:pt x="8816328" y="3608665"/>
                  </a:lnTo>
                  <a:lnTo>
                    <a:pt x="8842607" y="3717342"/>
                  </a:lnTo>
                  <a:lnTo>
                    <a:pt x="8868905" y="3822490"/>
                  </a:lnTo>
                  <a:lnTo>
                    <a:pt x="8895252" y="3923882"/>
                  </a:lnTo>
                  <a:lnTo>
                    <a:pt x="8921690" y="4021343"/>
                  </a:lnTo>
                  <a:lnTo>
                    <a:pt x="8948268" y="4114747"/>
                  </a:lnTo>
                  <a:lnTo>
                    <a:pt x="8975046" y="4204012"/>
                  </a:lnTo>
                  <a:lnTo>
                    <a:pt x="9002099" y="4289104"/>
                  </a:lnTo>
                  <a:lnTo>
                    <a:pt x="9029512" y="4370031"/>
                  </a:lnTo>
                  <a:lnTo>
                    <a:pt x="9057388" y="4446836"/>
                  </a:lnTo>
                  <a:lnTo>
                    <a:pt x="9084767" y="4516943"/>
                  </a:lnTo>
                  <a:lnTo>
                    <a:pt x="9126577" y="4614015"/>
                  </a:lnTo>
                  <a:lnTo>
                    <a:pt x="9170279" y="4702954"/>
                  </a:lnTo>
                  <a:lnTo>
                    <a:pt x="9216385" y="4784024"/>
                  </a:lnTo>
                  <a:lnTo>
                    <a:pt x="9265458" y="4857747"/>
                  </a:lnTo>
                  <a:lnTo>
                    <a:pt x="9318083" y="4924765"/>
                  </a:lnTo>
                  <a:lnTo>
                    <a:pt x="9374839" y="4985743"/>
                  </a:lnTo>
                  <a:lnTo>
                    <a:pt x="9436262" y="5041317"/>
                  </a:lnTo>
                  <a:lnTo>
                    <a:pt x="9502801" y="5092053"/>
                  </a:lnTo>
                  <a:lnTo>
                    <a:pt x="9574760" y="5138433"/>
                  </a:lnTo>
                  <a:lnTo>
                    <a:pt x="9652212" y="5180837"/>
                  </a:lnTo>
                  <a:lnTo>
                    <a:pt x="9734913" y="5219540"/>
                  </a:lnTo>
                  <a:lnTo>
                    <a:pt x="9822194" y="5254711"/>
                  </a:lnTo>
                  <a:lnTo>
                    <a:pt x="9912865" y="5286422"/>
                  </a:lnTo>
                  <a:lnTo>
                    <a:pt x="10005154" y="5314664"/>
                  </a:lnTo>
                  <a:lnTo>
                    <a:pt x="10096709" y="5339377"/>
                  </a:lnTo>
                  <a:lnTo>
                    <a:pt x="10184708" y="5360488"/>
                  </a:lnTo>
                  <a:lnTo>
                    <a:pt x="10266098" y="5377963"/>
                  </a:lnTo>
                  <a:lnTo>
                    <a:pt x="10337941" y="5391854"/>
                  </a:lnTo>
                  <a:lnTo>
                    <a:pt x="10397833" y="5402338"/>
                  </a:lnTo>
                  <a:lnTo>
                    <a:pt x="10444301" y="5409735"/>
                  </a:lnTo>
                  <a:lnTo>
                    <a:pt x="10477076" y="5414497"/>
                  </a:lnTo>
                  <a:lnTo>
                    <a:pt x="10497201" y="5417174"/>
                  </a:lnTo>
                  <a:lnTo>
                    <a:pt x="10506973" y="5418367"/>
                  </a:lnTo>
                  <a:lnTo>
                    <a:pt x="10509911" y="5418697"/>
                  </a:lnTo>
                  <a:lnTo>
                    <a:pt x="11981298" y="5418697"/>
                  </a:lnTo>
                  <a:lnTo>
                    <a:pt x="11981298" y="5410524"/>
                  </a:lnTo>
                  <a:lnTo>
                    <a:pt x="10509911" y="5410524"/>
                  </a:lnTo>
                  <a:lnTo>
                    <a:pt x="10509056" y="5410432"/>
                  </a:lnTo>
                  <a:lnTo>
                    <a:pt x="10503407" y="5409771"/>
                  </a:lnTo>
                  <a:lnTo>
                    <a:pt x="10489050" y="5407945"/>
                  </a:lnTo>
                  <a:lnTo>
                    <a:pt x="10463097" y="5404346"/>
                  </a:lnTo>
                  <a:lnTo>
                    <a:pt x="10423832" y="5398389"/>
                  </a:lnTo>
                  <a:lnTo>
                    <a:pt x="10370841" y="5389567"/>
                  </a:lnTo>
                  <a:lnTo>
                    <a:pt x="10304992" y="5377487"/>
                  </a:lnTo>
                  <a:lnTo>
                    <a:pt x="10228248" y="5361898"/>
                  </a:lnTo>
                  <a:lnTo>
                    <a:pt x="10143319" y="5342687"/>
                  </a:lnTo>
                  <a:lnTo>
                    <a:pt x="10053247" y="5319848"/>
                  </a:lnTo>
                  <a:lnTo>
                    <a:pt x="9961015" y="5293440"/>
                  </a:lnTo>
                  <a:lnTo>
                    <a:pt x="9869240" y="5263536"/>
                  </a:lnTo>
                  <a:lnTo>
                    <a:pt x="9780003" y="5230176"/>
                  </a:lnTo>
                  <a:lnTo>
                    <a:pt x="9694795" y="5193333"/>
                  </a:lnTo>
                  <a:lnTo>
                    <a:pt x="9614545" y="5152890"/>
                  </a:lnTo>
                  <a:lnTo>
                    <a:pt x="9539708" y="5108628"/>
                  </a:lnTo>
                  <a:lnTo>
                    <a:pt x="9470363" y="5060221"/>
                  </a:lnTo>
                  <a:lnTo>
                    <a:pt x="9406315" y="5007241"/>
                  </a:lnTo>
                  <a:lnTo>
                    <a:pt x="9347184" y="4949162"/>
                  </a:lnTo>
                  <a:lnTo>
                    <a:pt x="9292472" y="4885381"/>
                  </a:lnTo>
                  <a:lnTo>
                    <a:pt x="9241616" y="4815244"/>
                  </a:lnTo>
                  <a:lnTo>
                    <a:pt x="9194032" y="4738088"/>
                  </a:lnTo>
                  <a:lnTo>
                    <a:pt x="9149142" y="4653313"/>
                  </a:lnTo>
                  <a:lnTo>
                    <a:pt x="9106403" y="4560501"/>
                  </a:lnTo>
                  <a:lnTo>
                    <a:pt x="9084767" y="4508770"/>
                  </a:lnTo>
                  <a:lnTo>
                    <a:pt x="9056332" y="4435855"/>
                  </a:lnTo>
                  <a:lnTo>
                    <a:pt x="9028476" y="4358896"/>
                  </a:lnTo>
                  <a:lnTo>
                    <a:pt x="9001078" y="4277814"/>
                  </a:lnTo>
                  <a:lnTo>
                    <a:pt x="8974037" y="4192565"/>
                  </a:lnTo>
                  <a:lnTo>
                    <a:pt x="8947268" y="4103144"/>
                  </a:lnTo>
                  <a:lnTo>
                    <a:pt x="8920696" y="4009586"/>
                  </a:lnTo>
                  <a:lnTo>
                    <a:pt x="8894263" y="3911975"/>
                  </a:lnTo>
                  <a:lnTo>
                    <a:pt x="8867917" y="3810438"/>
                  </a:lnTo>
                  <a:lnTo>
                    <a:pt x="8841621" y="3705154"/>
                  </a:lnTo>
                  <a:lnTo>
                    <a:pt x="8815342" y="3596349"/>
                  </a:lnTo>
                  <a:lnTo>
                    <a:pt x="8789060" y="3484299"/>
                  </a:lnTo>
                  <a:lnTo>
                    <a:pt x="8762759" y="3369327"/>
                  </a:lnTo>
                  <a:lnTo>
                    <a:pt x="8736430" y="3251799"/>
                  </a:lnTo>
                  <a:lnTo>
                    <a:pt x="8710070" y="3132123"/>
                  </a:lnTo>
                  <a:lnTo>
                    <a:pt x="8683683" y="3010739"/>
                  </a:lnTo>
                  <a:lnTo>
                    <a:pt x="8657272" y="2888118"/>
                  </a:lnTo>
                  <a:lnTo>
                    <a:pt x="8630846" y="2764750"/>
                  </a:lnTo>
                  <a:lnTo>
                    <a:pt x="8604416" y="2641138"/>
                  </a:lnTo>
                  <a:lnTo>
                    <a:pt x="8577990" y="2517788"/>
                  </a:lnTo>
                  <a:lnTo>
                    <a:pt x="8551580" y="2395205"/>
                  </a:lnTo>
                  <a:lnTo>
                    <a:pt x="8525193" y="2273877"/>
                  </a:lnTo>
                  <a:lnTo>
                    <a:pt x="8498835" y="2154274"/>
                  </a:lnTo>
                  <a:lnTo>
                    <a:pt x="8472507" y="2036835"/>
                  </a:lnTo>
                  <a:lnTo>
                    <a:pt x="8446207" y="1921966"/>
                  </a:lnTo>
                  <a:lnTo>
                    <a:pt x="8419925" y="1810032"/>
                  </a:lnTo>
                  <a:lnTo>
                    <a:pt x="8393646" y="1701355"/>
                  </a:lnTo>
                  <a:lnTo>
                    <a:pt x="8367349" y="1596207"/>
                  </a:lnTo>
                  <a:lnTo>
                    <a:pt x="8341001" y="1494815"/>
                  </a:lnTo>
                  <a:lnTo>
                    <a:pt x="8314563" y="1397354"/>
                  </a:lnTo>
                  <a:lnTo>
                    <a:pt x="8287985" y="1303950"/>
                  </a:lnTo>
                  <a:lnTo>
                    <a:pt x="8261207" y="1214685"/>
                  </a:lnTo>
                  <a:lnTo>
                    <a:pt x="8234154" y="1129592"/>
                  </a:lnTo>
                  <a:lnTo>
                    <a:pt x="8206741" y="1048666"/>
                  </a:lnTo>
                  <a:lnTo>
                    <a:pt x="8178865" y="971861"/>
                  </a:lnTo>
                  <a:lnTo>
                    <a:pt x="8151487" y="901754"/>
                  </a:lnTo>
                  <a:lnTo>
                    <a:pt x="8109677" y="804681"/>
                  </a:lnTo>
                  <a:lnTo>
                    <a:pt x="8065974" y="715743"/>
                  </a:lnTo>
                  <a:lnTo>
                    <a:pt x="8019868" y="634673"/>
                  </a:lnTo>
                  <a:lnTo>
                    <a:pt x="7970795" y="560950"/>
                  </a:lnTo>
                  <a:lnTo>
                    <a:pt x="7918170" y="493932"/>
                  </a:lnTo>
                  <a:lnTo>
                    <a:pt x="7861414" y="432953"/>
                  </a:lnTo>
                  <a:lnTo>
                    <a:pt x="7799992" y="377380"/>
                  </a:lnTo>
                  <a:lnTo>
                    <a:pt x="7733452" y="326644"/>
                  </a:lnTo>
                  <a:lnTo>
                    <a:pt x="7661493" y="280264"/>
                  </a:lnTo>
                  <a:lnTo>
                    <a:pt x="7584041" y="237860"/>
                  </a:lnTo>
                  <a:lnTo>
                    <a:pt x="7501340" y="199157"/>
                  </a:lnTo>
                  <a:lnTo>
                    <a:pt x="7414059" y="163986"/>
                  </a:lnTo>
                  <a:lnTo>
                    <a:pt x="7323388" y="132275"/>
                  </a:lnTo>
                  <a:lnTo>
                    <a:pt x="7231099" y="104032"/>
                  </a:lnTo>
                  <a:lnTo>
                    <a:pt x="7139544" y="79320"/>
                  </a:lnTo>
                  <a:lnTo>
                    <a:pt x="7051545" y="58208"/>
                  </a:lnTo>
                  <a:lnTo>
                    <a:pt x="6970155" y="40734"/>
                  </a:lnTo>
                  <a:lnTo>
                    <a:pt x="6898312" y="26843"/>
                  </a:lnTo>
                  <a:lnTo>
                    <a:pt x="6838420" y="16359"/>
                  </a:lnTo>
                  <a:lnTo>
                    <a:pt x="6791952" y="8962"/>
                  </a:lnTo>
                  <a:lnTo>
                    <a:pt x="6759178" y="4200"/>
                  </a:lnTo>
                  <a:lnTo>
                    <a:pt x="6739052" y="1523"/>
                  </a:lnTo>
                  <a:lnTo>
                    <a:pt x="6729280" y="330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876" y="84"/>
                  </a:lnTo>
                  <a:lnTo>
                    <a:pt x="5246776" y="686"/>
                  </a:lnTo>
                  <a:lnTo>
                    <a:pt x="5228848" y="2348"/>
                  </a:lnTo>
                  <a:lnTo>
                    <a:pt x="5196723" y="5623"/>
                  </a:lnTo>
                  <a:lnTo>
                    <a:pt x="5148695" y="11023"/>
                  </a:lnTo>
                  <a:lnTo>
                    <a:pt x="5084853" y="18975"/>
                  </a:lnTo>
                  <a:lnTo>
                    <a:pt x="5006960" y="29776"/>
                  </a:lnTo>
                  <a:lnTo>
                    <a:pt x="4918067" y="43587"/>
                  </a:lnTo>
                  <a:lnTo>
                    <a:pt x="4821921" y="60447"/>
                  </a:lnTo>
                  <a:lnTo>
                    <a:pt x="4722364" y="80315"/>
                  </a:lnTo>
                  <a:lnTo>
                    <a:pt x="4622834" y="103126"/>
                  </a:lnTo>
                  <a:lnTo>
                    <a:pt x="4526068" y="128838"/>
                  </a:lnTo>
                  <a:lnTo>
                    <a:pt x="4433996" y="157472"/>
                  </a:lnTo>
                  <a:lnTo>
                    <a:pt x="4347780" y="189137"/>
                  </a:lnTo>
                  <a:lnTo>
                    <a:pt x="4267938" y="224043"/>
                  </a:lnTo>
                  <a:lnTo>
                    <a:pt x="4194496" y="262504"/>
                  </a:lnTo>
                  <a:lnTo>
                    <a:pt x="4127136" y="304934"/>
                  </a:lnTo>
                  <a:lnTo>
                    <a:pt x="4065313" y="351837"/>
                  </a:lnTo>
                  <a:lnTo>
                    <a:pt x="4008354" y="403784"/>
                  </a:lnTo>
                  <a:lnTo>
                    <a:pt x="3955527" y="461380"/>
                  </a:lnTo>
                  <a:lnTo>
                    <a:pt x="3906092" y="525198"/>
                  </a:lnTo>
                  <a:lnTo>
                    <a:pt x="3859344" y="595682"/>
                  </a:lnTo>
                  <a:lnTo>
                    <a:pt x="3829811" y="645666"/>
                  </a:lnTo>
                  <a:lnTo>
                    <a:pt x="3796750" y="706754"/>
                  </a:lnTo>
                  <a:lnTo>
                    <a:pt x="3764445" y="771784"/>
                  </a:lnTo>
                  <a:lnTo>
                    <a:pt x="3732715" y="840837"/>
                  </a:lnTo>
                  <a:lnTo>
                    <a:pt x="3701410" y="913944"/>
                  </a:lnTo>
                  <a:lnTo>
                    <a:pt x="3670406" y="991084"/>
                  </a:lnTo>
                  <a:lnTo>
                    <a:pt x="3639603" y="1072179"/>
                  </a:lnTo>
                  <a:lnTo>
                    <a:pt x="3608921" y="1157087"/>
                  </a:lnTo>
                  <a:lnTo>
                    <a:pt x="3578298" y="1245603"/>
                  </a:lnTo>
                  <a:lnTo>
                    <a:pt x="3547690" y="1337458"/>
                  </a:lnTo>
                  <a:lnTo>
                    <a:pt x="3517065" y="1432318"/>
                  </a:lnTo>
                  <a:lnTo>
                    <a:pt x="3486406" y="1529790"/>
                  </a:lnTo>
                  <a:lnTo>
                    <a:pt x="3455707" y="1629424"/>
                  </a:lnTo>
                  <a:lnTo>
                    <a:pt x="3424969" y="1730726"/>
                  </a:lnTo>
                  <a:lnTo>
                    <a:pt x="3394201" y="1833163"/>
                  </a:lnTo>
                  <a:lnTo>
                    <a:pt x="3363417" y="1936177"/>
                  </a:lnTo>
                  <a:lnTo>
                    <a:pt x="3332633" y="2039195"/>
                  </a:lnTo>
                  <a:lnTo>
                    <a:pt x="3301865" y="2141645"/>
                  </a:lnTo>
                  <a:lnTo>
                    <a:pt x="3271126" y="2242970"/>
                  </a:lnTo>
                  <a:lnTo>
                    <a:pt x="3240426" y="2342635"/>
                  </a:lnTo>
                  <a:lnTo>
                    <a:pt x="3209766" y="2440145"/>
                  </a:lnTo>
                  <a:lnTo>
                    <a:pt x="3179141" y="2535050"/>
                  </a:lnTo>
                  <a:lnTo>
                    <a:pt x="3148533" y="2626956"/>
                  </a:lnTo>
                  <a:lnTo>
                    <a:pt x="3117910" y="2715528"/>
                  </a:lnTo>
                  <a:lnTo>
                    <a:pt x="3087230" y="2800495"/>
                  </a:lnTo>
                  <a:lnTo>
                    <a:pt x="3056429" y="2881652"/>
                  </a:lnTo>
                  <a:lnTo>
                    <a:pt x="3025429" y="2958856"/>
                  </a:lnTo>
                  <a:lnTo>
                    <a:pt x="2994130" y="3032028"/>
                  </a:lnTo>
                  <a:lnTo>
                    <a:pt x="2962408" y="3101145"/>
                  </a:lnTo>
                  <a:lnTo>
                    <a:pt x="2930114" y="3166239"/>
                  </a:lnTo>
                  <a:lnTo>
                    <a:pt x="2897066" y="3227389"/>
                  </a:lnTo>
                  <a:lnTo>
                    <a:pt x="2896531" y="3228334"/>
                  </a:lnTo>
                  <a:lnTo>
                    <a:pt x="2851200" y="3303303"/>
                  </a:lnTo>
                  <a:lnTo>
                    <a:pt x="2803604" y="3371460"/>
                  </a:lnTo>
                  <a:lnTo>
                    <a:pt x="2753086" y="3433082"/>
                  </a:lnTo>
                  <a:lnTo>
                    <a:pt x="2698924" y="3488669"/>
                  </a:lnTo>
                  <a:lnTo>
                    <a:pt x="2640375" y="3538816"/>
                  </a:lnTo>
                  <a:lnTo>
                    <a:pt x="2576720" y="3584121"/>
                  </a:lnTo>
                  <a:lnTo>
                    <a:pt x="2507323" y="3625134"/>
                  </a:lnTo>
                  <a:lnTo>
                    <a:pt x="2431703" y="3662332"/>
                  </a:lnTo>
                  <a:lnTo>
                    <a:pt x="2349647" y="3696094"/>
                  </a:lnTo>
                  <a:lnTo>
                    <a:pt x="2261331" y="3726699"/>
                  </a:lnTo>
                  <a:lnTo>
                    <a:pt x="2167479" y="3754322"/>
                  </a:lnTo>
                  <a:lnTo>
                    <a:pt x="2069505" y="3779039"/>
                  </a:lnTo>
                  <a:lnTo>
                    <a:pt x="1969617" y="3800846"/>
                  </a:lnTo>
                  <a:lnTo>
                    <a:pt x="1870816" y="3819688"/>
                  </a:lnTo>
                  <a:lnTo>
                    <a:pt x="1776721" y="3835502"/>
                  </a:lnTo>
                  <a:lnTo>
                    <a:pt x="1691207" y="3848269"/>
                  </a:lnTo>
                  <a:lnTo>
                    <a:pt x="1617851" y="3858067"/>
                  </a:lnTo>
                  <a:lnTo>
                    <a:pt x="1559321" y="3865101"/>
                  </a:lnTo>
                  <a:lnTo>
                    <a:pt x="1516838" y="3869717"/>
                  </a:lnTo>
                  <a:lnTo>
                    <a:pt x="1489872" y="3872377"/>
                  </a:lnTo>
                  <a:lnTo>
                    <a:pt x="1476121" y="3873613"/>
                  </a:lnTo>
                  <a:lnTo>
                    <a:pt x="1471698" y="3873977"/>
                  </a:lnTo>
                  <a:lnTo>
                    <a:pt x="1471387" y="3874001"/>
                  </a:lnTo>
                  <a:lnTo>
                    <a:pt x="0" y="3874001"/>
                  </a:lnTo>
                  <a:close/>
                </a:path>
              </a:pathLst>
            </a:custGeom>
            <a:solidFill>
              <a:srgbClr val="8BC34A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560" name="pl1560"/>
            <p:cNvSpPr/>
            <p:nvPr/>
          </p:nvSpPr>
          <p:spPr>
            <a:xfrm>
              <a:off x="4799595" y="5502842"/>
              <a:ext cx="11981298" cy="5410524"/>
            </a:xfrm>
            <a:custGeom>
              <a:avLst/>
              <a:pathLst>
                <a:path w="11981298" h="5410524">
                  <a:moveTo>
                    <a:pt x="0" y="3874001"/>
                  </a:moveTo>
                  <a:lnTo>
                    <a:pt x="1471387" y="3874001"/>
                  </a:lnTo>
                  <a:lnTo>
                    <a:pt x="1472466" y="3873916"/>
                  </a:lnTo>
                  <a:lnTo>
                    <a:pt x="1479566" y="3873315"/>
                  </a:lnTo>
                  <a:lnTo>
                    <a:pt x="1497494" y="3871652"/>
                  </a:lnTo>
                  <a:lnTo>
                    <a:pt x="1529619" y="3868377"/>
                  </a:lnTo>
                  <a:lnTo>
                    <a:pt x="1577647" y="3862977"/>
                  </a:lnTo>
                  <a:lnTo>
                    <a:pt x="1641490" y="3855026"/>
                  </a:lnTo>
                  <a:lnTo>
                    <a:pt x="1719382" y="3844224"/>
                  </a:lnTo>
                  <a:lnTo>
                    <a:pt x="1808275" y="3830413"/>
                  </a:lnTo>
                  <a:lnTo>
                    <a:pt x="1904421" y="3813554"/>
                  </a:lnTo>
                  <a:lnTo>
                    <a:pt x="2003978" y="3793685"/>
                  </a:lnTo>
                  <a:lnTo>
                    <a:pt x="2103508" y="3770874"/>
                  </a:lnTo>
                  <a:lnTo>
                    <a:pt x="2200274" y="3745162"/>
                  </a:lnTo>
                  <a:lnTo>
                    <a:pt x="2292346" y="3716528"/>
                  </a:lnTo>
                  <a:lnTo>
                    <a:pt x="2378562" y="3684863"/>
                  </a:lnTo>
                  <a:lnTo>
                    <a:pt x="2458404" y="3649957"/>
                  </a:lnTo>
                  <a:lnTo>
                    <a:pt x="2531846" y="3611497"/>
                  </a:lnTo>
                  <a:lnTo>
                    <a:pt x="2599206" y="3569067"/>
                  </a:lnTo>
                  <a:lnTo>
                    <a:pt x="2661030" y="3522164"/>
                  </a:lnTo>
                  <a:lnTo>
                    <a:pt x="2717988" y="3470216"/>
                  </a:lnTo>
                  <a:lnTo>
                    <a:pt x="2770815" y="3412620"/>
                  </a:lnTo>
                  <a:lnTo>
                    <a:pt x="2820250" y="3348802"/>
                  </a:lnTo>
                  <a:lnTo>
                    <a:pt x="2866998" y="3278319"/>
                  </a:lnTo>
                  <a:lnTo>
                    <a:pt x="2896531" y="3228334"/>
                  </a:lnTo>
                  <a:lnTo>
                    <a:pt x="2929592" y="3167246"/>
                  </a:lnTo>
                  <a:lnTo>
                    <a:pt x="2961897" y="3102216"/>
                  </a:lnTo>
                  <a:lnTo>
                    <a:pt x="2993627" y="3033163"/>
                  </a:lnTo>
                  <a:lnTo>
                    <a:pt x="3024932" y="2960056"/>
                  </a:lnTo>
                  <a:lnTo>
                    <a:pt x="3055936" y="2882916"/>
                  </a:lnTo>
                  <a:lnTo>
                    <a:pt x="3086739" y="2801821"/>
                  </a:lnTo>
                  <a:lnTo>
                    <a:pt x="3117421" y="2716913"/>
                  </a:lnTo>
                  <a:lnTo>
                    <a:pt x="3148044" y="2628397"/>
                  </a:lnTo>
                  <a:lnTo>
                    <a:pt x="3178652" y="2536542"/>
                  </a:lnTo>
                  <a:lnTo>
                    <a:pt x="3209277" y="2441682"/>
                  </a:lnTo>
                  <a:lnTo>
                    <a:pt x="3239936" y="2344211"/>
                  </a:lnTo>
                  <a:lnTo>
                    <a:pt x="3270635" y="2244576"/>
                  </a:lnTo>
                  <a:lnTo>
                    <a:pt x="3301373" y="2143274"/>
                  </a:lnTo>
                  <a:lnTo>
                    <a:pt x="3332141" y="2040837"/>
                  </a:lnTo>
                  <a:lnTo>
                    <a:pt x="3362925" y="1937823"/>
                  </a:lnTo>
                  <a:lnTo>
                    <a:pt x="3393709" y="1834806"/>
                  </a:lnTo>
                  <a:lnTo>
                    <a:pt x="3424478" y="1732355"/>
                  </a:lnTo>
                  <a:lnTo>
                    <a:pt x="3455216" y="1631030"/>
                  </a:lnTo>
                  <a:lnTo>
                    <a:pt x="3485916" y="1531365"/>
                  </a:lnTo>
                  <a:lnTo>
                    <a:pt x="3516576" y="1433855"/>
                  </a:lnTo>
                  <a:lnTo>
                    <a:pt x="3547201" y="1338950"/>
                  </a:lnTo>
                  <a:lnTo>
                    <a:pt x="3577809" y="1247045"/>
                  </a:lnTo>
                  <a:lnTo>
                    <a:pt x="3608432" y="1158473"/>
                  </a:lnTo>
                  <a:lnTo>
                    <a:pt x="3639112" y="1073505"/>
                  </a:lnTo>
                  <a:lnTo>
                    <a:pt x="3669913" y="992349"/>
                  </a:lnTo>
                  <a:lnTo>
                    <a:pt x="3700913" y="915144"/>
                  </a:lnTo>
                  <a:lnTo>
                    <a:pt x="3732212" y="841973"/>
                  </a:lnTo>
                  <a:lnTo>
                    <a:pt x="3763934" y="772855"/>
                  </a:lnTo>
                  <a:lnTo>
                    <a:pt x="3796228" y="707762"/>
                  </a:lnTo>
                  <a:lnTo>
                    <a:pt x="3829276" y="646612"/>
                  </a:lnTo>
                  <a:lnTo>
                    <a:pt x="3829811" y="645666"/>
                  </a:lnTo>
                  <a:lnTo>
                    <a:pt x="3875142" y="570698"/>
                  </a:lnTo>
                  <a:lnTo>
                    <a:pt x="3922738" y="502540"/>
                  </a:lnTo>
                  <a:lnTo>
                    <a:pt x="3973256" y="440919"/>
                  </a:lnTo>
                  <a:lnTo>
                    <a:pt x="4027418" y="385331"/>
                  </a:lnTo>
                  <a:lnTo>
                    <a:pt x="4085968" y="335184"/>
                  </a:lnTo>
                  <a:lnTo>
                    <a:pt x="4149622" y="289879"/>
                  </a:lnTo>
                  <a:lnTo>
                    <a:pt x="4219020" y="248866"/>
                  </a:lnTo>
                  <a:lnTo>
                    <a:pt x="4294639" y="211668"/>
                  </a:lnTo>
                  <a:lnTo>
                    <a:pt x="4376695" y="177906"/>
                  </a:lnTo>
                  <a:lnTo>
                    <a:pt x="4465011" y="147301"/>
                  </a:lnTo>
                  <a:lnTo>
                    <a:pt x="4558863" y="119678"/>
                  </a:lnTo>
                  <a:lnTo>
                    <a:pt x="4656837" y="94961"/>
                  </a:lnTo>
                  <a:lnTo>
                    <a:pt x="4756725" y="73154"/>
                  </a:lnTo>
                  <a:lnTo>
                    <a:pt x="4855526" y="54312"/>
                  </a:lnTo>
                  <a:lnTo>
                    <a:pt x="4949621" y="38498"/>
                  </a:lnTo>
                  <a:lnTo>
                    <a:pt x="5035136" y="25731"/>
                  </a:lnTo>
                  <a:lnTo>
                    <a:pt x="5108491" y="15934"/>
                  </a:lnTo>
                  <a:lnTo>
                    <a:pt x="5167021" y="8899"/>
                  </a:lnTo>
                  <a:lnTo>
                    <a:pt x="5209504" y="4283"/>
                  </a:lnTo>
                  <a:lnTo>
                    <a:pt x="5236470" y="1623"/>
                  </a:lnTo>
                  <a:lnTo>
                    <a:pt x="5250221" y="387"/>
                  </a:lnTo>
                  <a:lnTo>
                    <a:pt x="5254644" y="23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197" y="92"/>
                  </a:lnTo>
                  <a:lnTo>
                    <a:pt x="6732846" y="753"/>
                  </a:lnTo>
                  <a:lnTo>
                    <a:pt x="6747203" y="2579"/>
                  </a:lnTo>
                  <a:lnTo>
                    <a:pt x="6773157" y="6178"/>
                  </a:lnTo>
                  <a:lnTo>
                    <a:pt x="6812421" y="12135"/>
                  </a:lnTo>
                  <a:lnTo>
                    <a:pt x="6865412" y="20957"/>
                  </a:lnTo>
                  <a:lnTo>
                    <a:pt x="6931261" y="33037"/>
                  </a:lnTo>
                  <a:lnTo>
                    <a:pt x="7008005" y="48626"/>
                  </a:lnTo>
                  <a:lnTo>
                    <a:pt x="7092935" y="67837"/>
                  </a:lnTo>
                  <a:lnTo>
                    <a:pt x="7183006" y="90676"/>
                  </a:lnTo>
                  <a:lnTo>
                    <a:pt x="7275238" y="117084"/>
                  </a:lnTo>
                  <a:lnTo>
                    <a:pt x="7367014" y="146988"/>
                  </a:lnTo>
                  <a:lnTo>
                    <a:pt x="7456250" y="180348"/>
                  </a:lnTo>
                  <a:lnTo>
                    <a:pt x="7541458" y="217191"/>
                  </a:lnTo>
                  <a:lnTo>
                    <a:pt x="7621708" y="257634"/>
                  </a:lnTo>
                  <a:lnTo>
                    <a:pt x="7696545" y="301896"/>
                  </a:lnTo>
                  <a:lnTo>
                    <a:pt x="7765890" y="350303"/>
                  </a:lnTo>
                  <a:lnTo>
                    <a:pt x="7829938" y="403283"/>
                  </a:lnTo>
                  <a:lnTo>
                    <a:pt x="7889069" y="461362"/>
                  </a:lnTo>
                  <a:lnTo>
                    <a:pt x="7943782" y="525142"/>
                  </a:lnTo>
                  <a:lnTo>
                    <a:pt x="7994637" y="595280"/>
                  </a:lnTo>
                  <a:lnTo>
                    <a:pt x="8042221" y="672436"/>
                  </a:lnTo>
                  <a:lnTo>
                    <a:pt x="8087112" y="757210"/>
                  </a:lnTo>
                  <a:lnTo>
                    <a:pt x="8129851" y="850023"/>
                  </a:lnTo>
                  <a:lnTo>
                    <a:pt x="8151487" y="901754"/>
                  </a:lnTo>
                  <a:lnTo>
                    <a:pt x="8179921" y="974669"/>
                  </a:lnTo>
                  <a:lnTo>
                    <a:pt x="8207777" y="1051628"/>
                  </a:lnTo>
                  <a:lnTo>
                    <a:pt x="8235175" y="1132710"/>
                  </a:lnTo>
                  <a:lnTo>
                    <a:pt x="8262216" y="1217959"/>
                  </a:lnTo>
                  <a:lnTo>
                    <a:pt x="8288986" y="1307380"/>
                  </a:lnTo>
                  <a:lnTo>
                    <a:pt x="8315557" y="1400938"/>
                  </a:lnTo>
                  <a:lnTo>
                    <a:pt x="8341991" y="1498549"/>
                  </a:lnTo>
                  <a:lnTo>
                    <a:pt x="8368336" y="1600086"/>
                  </a:lnTo>
                  <a:lnTo>
                    <a:pt x="8394632" y="1705370"/>
                  </a:lnTo>
                  <a:lnTo>
                    <a:pt x="8420911" y="1814175"/>
                  </a:lnTo>
                  <a:lnTo>
                    <a:pt x="8447193" y="1926225"/>
                  </a:lnTo>
                  <a:lnTo>
                    <a:pt x="8473495" y="2041197"/>
                  </a:lnTo>
                  <a:lnTo>
                    <a:pt x="8499824" y="2158725"/>
                  </a:lnTo>
                  <a:lnTo>
                    <a:pt x="8526183" y="2278401"/>
                  </a:lnTo>
                  <a:lnTo>
                    <a:pt x="8552571" y="2399784"/>
                  </a:lnTo>
                  <a:lnTo>
                    <a:pt x="8578981" y="2522406"/>
                  </a:lnTo>
                  <a:lnTo>
                    <a:pt x="8605407" y="2645774"/>
                  </a:lnTo>
                  <a:lnTo>
                    <a:pt x="8631838" y="2769386"/>
                  </a:lnTo>
                  <a:lnTo>
                    <a:pt x="8658263" y="2892735"/>
                  </a:lnTo>
                  <a:lnTo>
                    <a:pt x="8684673" y="3015319"/>
                  </a:lnTo>
                  <a:lnTo>
                    <a:pt x="8711060" y="3136647"/>
                  </a:lnTo>
                  <a:lnTo>
                    <a:pt x="8737418" y="3256250"/>
                  </a:lnTo>
                  <a:lnTo>
                    <a:pt x="8763746" y="3373689"/>
                  </a:lnTo>
                  <a:lnTo>
                    <a:pt x="8790046" y="3488558"/>
                  </a:lnTo>
                  <a:lnTo>
                    <a:pt x="8816328" y="3600492"/>
                  </a:lnTo>
                  <a:lnTo>
                    <a:pt x="8842607" y="3709169"/>
                  </a:lnTo>
                  <a:lnTo>
                    <a:pt x="8868905" y="3814317"/>
                  </a:lnTo>
                  <a:lnTo>
                    <a:pt x="8895252" y="3915709"/>
                  </a:lnTo>
                  <a:lnTo>
                    <a:pt x="8921690" y="4013170"/>
                  </a:lnTo>
                  <a:lnTo>
                    <a:pt x="8948268" y="4106574"/>
                  </a:lnTo>
                  <a:lnTo>
                    <a:pt x="8975046" y="4195839"/>
                  </a:lnTo>
                  <a:lnTo>
                    <a:pt x="9002099" y="4280931"/>
                  </a:lnTo>
                  <a:lnTo>
                    <a:pt x="9029512" y="4361858"/>
                  </a:lnTo>
                  <a:lnTo>
                    <a:pt x="9057388" y="4438663"/>
                  </a:lnTo>
                  <a:lnTo>
                    <a:pt x="9084767" y="4508770"/>
                  </a:lnTo>
                  <a:lnTo>
                    <a:pt x="9126577" y="4605842"/>
                  </a:lnTo>
                  <a:lnTo>
                    <a:pt x="9170279" y="4694781"/>
                  </a:lnTo>
                  <a:lnTo>
                    <a:pt x="9216385" y="4775851"/>
                  </a:lnTo>
                  <a:lnTo>
                    <a:pt x="9265458" y="4849574"/>
                  </a:lnTo>
                  <a:lnTo>
                    <a:pt x="9318083" y="4916592"/>
                  </a:lnTo>
                  <a:lnTo>
                    <a:pt x="9374839" y="4977570"/>
                  </a:lnTo>
                  <a:lnTo>
                    <a:pt x="9436262" y="5033144"/>
                  </a:lnTo>
                  <a:lnTo>
                    <a:pt x="9502801" y="5083880"/>
                  </a:lnTo>
                  <a:lnTo>
                    <a:pt x="9574760" y="5130260"/>
                  </a:lnTo>
                  <a:lnTo>
                    <a:pt x="9652212" y="5172664"/>
                  </a:lnTo>
                  <a:lnTo>
                    <a:pt x="9734913" y="5211367"/>
                  </a:lnTo>
                  <a:lnTo>
                    <a:pt x="9822194" y="5246538"/>
                  </a:lnTo>
                  <a:lnTo>
                    <a:pt x="9912865" y="5278249"/>
                  </a:lnTo>
                  <a:lnTo>
                    <a:pt x="10005154" y="5306492"/>
                  </a:lnTo>
                  <a:lnTo>
                    <a:pt x="10096709" y="5331204"/>
                  </a:lnTo>
                  <a:lnTo>
                    <a:pt x="10184708" y="5352315"/>
                  </a:lnTo>
                  <a:lnTo>
                    <a:pt x="10266098" y="5369790"/>
                  </a:lnTo>
                  <a:lnTo>
                    <a:pt x="10337941" y="5383681"/>
                  </a:lnTo>
                  <a:lnTo>
                    <a:pt x="10397833" y="5394165"/>
                  </a:lnTo>
                  <a:lnTo>
                    <a:pt x="10444301" y="5401562"/>
                  </a:lnTo>
                  <a:lnTo>
                    <a:pt x="10477076" y="5406324"/>
                  </a:lnTo>
                  <a:lnTo>
                    <a:pt x="10497201" y="5409001"/>
                  </a:lnTo>
                  <a:lnTo>
                    <a:pt x="10506973" y="5410194"/>
                  </a:lnTo>
                  <a:lnTo>
                    <a:pt x="10509786" y="5410511"/>
                  </a:lnTo>
                  <a:lnTo>
                    <a:pt x="10509911" y="5410524"/>
                  </a:lnTo>
                  <a:lnTo>
                    <a:pt x="11981298" y="541052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61" name="pl1561"/>
            <p:cNvSpPr/>
            <p:nvPr/>
          </p:nvSpPr>
          <p:spPr>
            <a:xfrm>
              <a:off x="4799595" y="5494669"/>
              <a:ext cx="11981298" cy="5410524"/>
            </a:xfrm>
            <a:custGeom>
              <a:avLst/>
              <a:pathLst>
                <a:path w="11981298" h="5410524">
                  <a:moveTo>
                    <a:pt x="11981298" y="5410524"/>
                  </a:moveTo>
                  <a:lnTo>
                    <a:pt x="10509911" y="5410524"/>
                  </a:lnTo>
                  <a:lnTo>
                    <a:pt x="10509056" y="5410432"/>
                  </a:lnTo>
                  <a:lnTo>
                    <a:pt x="10503407" y="5409771"/>
                  </a:lnTo>
                  <a:lnTo>
                    <a:pt x="10489050" y="5407945"/>
                  </a:lnTo>
                  <a:lnTo>
                    <a:pt x="10463097" y="5404346"/>
                  </a:lnTo>
                  <a:lnTo>
                    <a:pt x="10423832" y="5398389"/>
                  </a:lnTo>
                  <a:lnTo>
                    <a:pt x="10370841" y="5389567"/>
                  </a:lnTo>
                  <a:lnTo>
                    <a:pt x="10304992" y="5377487"/>
                  </a:lnTo>
                  <a:lnTo>
                    <a:pt x="10228248" y="5361898"/>
                  </a:lnTo>
                  <a:lnTo>
                    <a:pt x="10143319" y="5342687"/>
                  </a:lnTo>
                  <a:lnTo>
                    <a:pt x="10053247" y="5319848"/>
                  </a:lnTo>
                  <a:lnTo>
                    <a:pt x="9961015" y="5293440"/>
                  </a:lnTo>
                  <a:lnTo>
                    <a:pt x="9869240" y="5263536"/>
                  </a:lnTo>
                  <a:lnTo>
                    <a:pt x="9780003" y="5230176"/>
                  </a:lnTo>
                  <a:lnTo>
                    <a:pt x="9694795" y="5193333"/>
                  </a:lnTo>
                  <a:lnTo>
                    <a:pt x="9614545" y="5152890"/>
                  </a:lnTo>
                  <a:lnTo>
                    <a:pt x="9539708" y="5108628"/>
                  </a:lnTo>
                  <a:lnTo>
                    <a:pt x="9470363" y="5060221"/>
                  </a:lnTo>
                  <a:lnTo>
                    <a:pt x="9406315" y="5007241"/>
                  </a:lnTo>
                  <a:lnTo>
                    <a:pt x="9347184" y="4949162"/>
                  </a:lnTo>
                  <a:lnTo>
                    <a:pt x="9292472" y="4885381"/>
                  </a:lnTo>
                  <a:lnTo>
                    <a:pt x="9241616" y="4815244"/>
                  </a:lnTo>
                  <a:lnTo>
                    <a:pt x="9194032" y="4738088"/>
                  </a:lnTo>
                  <a:lnTo>
                    <a:pt x="9149142" y="4653313"/>
                  </a:lnTo>
                  <a:lnTo>
                    <a:pt x="9106403" y="4560501"/>
                  </a:lnTo>
                  <a:lnTo>
                    <a:pt x="9084767" y="4508770"/>
                  </a:lnTo>
                  <a:lnTo>
                    <a:pt x="9056332" y="4435855"/>
                  </a:lnTo>
                  <a:lnTo>
                    <a:pt x="9028476" y="4358896"/>
                  </a:lnTo>
                  <a:lnTo>
                    <a:pt x="9001078" y="4277814"/>
                  </a:lnTo>
                  <a:lnTo>
                    <a:pt x="8974037" y="4192565"/>
                  </a:lnTo>
                  <a:lnTo>
                    <a:pt x="8947268" y="4103144"/>
                  </a:lnTo>
                  <a:lnTo>
                    <a:pt x="8920696" y="4009586"/>
                  </a:lnTo>
                  <a:lnTo>
                    <a:pt x="8894263" y="3911975"/>
                  </a:lnTo>
                  <a:lnTo>
                    <a:pt x="8867917" y="3810438"/>
                  </a:lnTo>
                  <a:lnTo>
                    <a:pt x="8841621" y="3705154"/>
                  </a:lnTo>
                  <a:lnTo>
                    <a:pt x="8815342" y="3596349"/>
                  </a:lnTo>
                  <a:lnTo>
                    <a:pt x="8789060" y="3484299"/>
                  </a:lnTo>
                  <a:lnTo>
                    <a:pt x="8762759" y="3369327"/>
                  </a:lnTo>
                  <a:lnTo>
                    <a:pt x="8736430" y="3251799"/>
                  </a:lnTo>
                  <a:lnTo>
                    <a:pt x="8710070" y="3132123"/>
                  </a:lnTo>
                  <a:lnTo>
                    <a:pt x="8683683" y="3010739"/>
                  </a:lnTo>
                  <a:lnTo>
                    <a:pt x="8657272" y="2888118"/>
                  </a:lnTo>
                  <a:lnTo>
                    <a:pt x="8630846" y="2764750"/>
                  </a:lnTo>
                  <a:lnTo>
                    <a:pt x="8604416" y="2641138"/>
                  </a:lnTo>
                  <a:lnTo>
                    <a:pt x="8577990" y="2517788"/>
                  </a:lnTo>
                  <a:lnTo>
                    <a:pt x="8551580" y="2395205"/>
                  </a:lnTo>
                  <a:lnTo>
                    <a:pt x="8525193" y="2273877"/>
                  </a:lnTo>
                  <a:lnTo>
                    <a:pt x="8498835" y="2154274"/>
                  </a:lnTo>
                  <a:lnTo>
                    <a:pt x="8472507" y="2036835"/>
                  </a:lnTo>
                  <a:lnTo>
                    <a:pt x="8446207" y="1921966"/>
                  </a:lnTo>
                  <a:lnTo>
                    <a:pt x="8419925" y="1810032"/>
                  </a:lnTo>
                  <a:lnTo>
                    <a:pt x="8393646" y="1701355"/>
                  </a:lnTo>
                  <a:lnTo>
                    <a:pt x="8367349" y="1596207"/>
                  </a:lnTo>
                  <a:lnTo>
                    <a:pt x="8341001" y="1494815"/>
                  </a:lnTo>
                  <a:lnTo>
                    <a:pt x="8314563" y="1397354"/>
                  </a:lnTo>
                  <a:lnTo>
                    <a:pt x="8287985" y="1303950"/>
                  </a:lnTo>
                  <a:lnTo>
                    <a:pt x="8261207" y="1214685"/>
                  </a:lnTo>
                  <a:lnTo>
                    <a:pt x="8234154" y="1129592"/>
                  </a:lnTo>
                  <a:lnTo>
                    <a:pt x="8206741" y="1048666"/>
                  </a:lnTo>
                  <a:lnTo>
                    <a:pt x="8178865" y="971861"/>
                  </a:lnTo>
                  <a:lnTo>
                    <a:pt x="8151487" y="901754"/>
                  </a:lnTo>
                  <a:lnTo>
                    <a:pt x="8109677" y="804681"/>
                  </a:lnTo>
                  <a:lnTo>
                    <a:pt x="8065974" y="715743"/>
                  </a:lnTo>
                  <a:lnTo>
                    <a:pt x="8019868" y="634673"/>
                  </a:lnTo>
                  <a:lnTo>
                    <a:pt x="7970795" y="560950"/>
                  </a:lnTo>
                  <a:lnTo>
                    <a:pt x="7918170" y="493932"/>
                  </a:lnTo>
                  <a:lnTo>
                    <a:pt x="7861414" y="432953"/>
                  </a:lnTo>
                  <a:lnTo>
                    <a:pt x="7799992" y="377380"/>
                  </a:lnTo>
                  <a:lnTo>
                    <a:pt x="7733452" y="326644"/>
                  </a:lnTo>
                  <a:lnTo>
                    <a:pt x="7661493" y="280264"/>
                  </a:lnTo>
                  <a:lnTo>
                    <a:pt x="7584041" y="237860"/>
                  </a:lnTo>
                  <a:lnTo>
                    <a:pt x="7501340" y="199157"/>
                  </a:lnTo>
                  <a:lnTo>
                    <a:pt x="7414059" y="163986"/>
                  </a:lnTo>
                  <a:lnTo>
                    <a:pt x="7323388" y="132275"/>
                  </a:lnTo>
                  <a:lnTo>
                    <a:pt x="7231099" y="104032"/>
                  </a:lnTo>
                  <a:lnTo>
                    <a:pt x="7139544" y="79320"/>
                  </a:lnTo>
                  <a:lnTo>
                    <a:pt x="7051545" y="58208"/>
                  </a:lnTo>
                  <a:lnTo>
                    <a:pt x="6970155" y="40734"/>
                  </a:lnTo>
                  <a:lnTo>
                    <a:pt x="6898312" y="26843"/>
                  </a:lnTo>
                  <a:lnTo>
                    <a:pt x="6838420" y="16359"/>
                  </a:lnTo>
                  <a:lnTo>
                    <a:pt x="6791952" y="8962"/>
                  </a:lnTo>
                  <a:lnTo>
                    <a:pt x="6759178" y="4200"/>
                  </a:lnTo>
                  <a:lnTo>
                    <a:pt x="6739052" y="1523"/>
                  </a:lnTo>
                  <a:lnTo>
                    <a:pt x="6729280" y="330"/>
                  </a:lnTo>
                  <a:lnTo>
                    <a:pt x="6726467" y="13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876" y="84"/>
                  </a:lnTo>
                  <a:lnTo>
                    <a:pt x="5246776" y="686"/>
                  </a:lnTo>
                  <a:lnTo>
                    <a:pt x="5228848" y="2348"/>
                  </a:lnTo>
                  <a:lnTo>
                    <a:pt x="5196723" y="5623"/>
                  </a:lnTo>
                  <a:lnTo>
                    <a:pt x="5148695" y="11023"/>
                  </a:lnTo>
                  <a:lnTo>
                    <a:pt x="5084853" y="18975"/>
                  </a:lnTo>
                  <a:lnTo>
                    <a:pt x="5006960" y="29776"/>
                  </a:lnTo>
                  <a:lnTo>
                    <a:pt x="4918067" y="43587"/>
                  </a:lnTo>
                  <a:lnTo>
                    <a:pt x="4821921" y="60447"/>
                  </a:lnTo>
                  <a:lnTo>
                    <a:pt x="4722364" y="80315"/>
                  </a:lnTo>
                  <a:lnTo>
                    <a:pt x="4622834" y="103126"/>
                  </a:lnTo>
                  <a:lnTo>
                    <a:pt x="4526068" y="128838"/>
                  </a:lnTo>
                  <a:lnTo>
                    <a:pt x="4433996" y="157472"/>
                  </a:lnTo>
                  <a:lnTo>
                    <a:pt x="4347780" y="189137"/>
                  </a:lnTo>
                  <a:lnTo>
                    <a:pt x="4267938" y="224043"/>
                  </a:lnTo>
                  <a:lnTo>
                    <a:pt x="4194496" y="262504"/>
                  </a:lnTo>
                  <a:lnTo>
                    <a:pt x="4127136" y="304934"/>
                  </a:lnTo>
                  <a:lnTo>
                    <a:pt x="4065313" y="351837"/>
                  </a:lnTo>
                  <a:lnTo>
                    <a:pt x="4008354" y="403784"/>
                  </a:lnTo>
                  <a:lnTo>
                    <a:pt x="3955527" y="461380"/>
                  </a:lnTo>
                  <a:lnTo>
                    <a:pt x="3906092" y="525198"/>
                  </a:lnTo>
                  <a:lnTo>
                    <a:pt x="3859344" y="595682"/>
                  </a:lnTo>
                  <a:lnTo>
                    <a:pt x="3829811" y="645666"/>
                  </a:lnTo>
                  <a:lnTo>
                    <a:pt x="3796750" y="706754"/>
                  </a:lnTo>
                  <a:lnTo>
                    <a:pt x="3764445" y="771784"/>
                  </a:lnTo>
                  <a:lnTo>
                    <a:pt x="3732715" y="840837"/>
                  </a:lnTo>
                  <a:lnTo>
                    <a:pt x="3701410" y="913944"/>
                  </a:lnTo>
                  <a:lnTo>
                    <a:pt x="3670406" y="991084"/>
                  </a:lnTo>
                  <a:lnTo>
                    <a:pt x="3639603" y="1072179"/>
                  </a:lnTo>
                  <a:lnTo>
                    <a:pt x="3608921" y="1157087"/>
                  </a:lnTo>
                  <a:lnTo>
                    <a:pt x="3578298" y="1245603"/>
                  </a:lnTo>
                  <a:lnTo>
                    <a:pt x="3547690" y="1337458"/>
                  </a:lnTo>
                  <a:lnTo>
                    <a:pt x="3517065" y="1432318"/>
                  </a:lnTo>
                  <a:lnTo>
                    <a:pt x="3486406" y="1529790"/>
                  </a:lnTo>
                  <a:lnTo>
                    <a:pt x="3455707" y="1629424"/>
                  </a:lnTo>
                  <a:lnTo>
                    <a:pt x="3424969" y="1730726"/>
                  </a:lnTo>
                  <a:lnTo>
                    <a:pt x="3394201" y="1833163"/>
                  </a:lnTo>
                  <a:lnTo>
                    <a:pt x="3363417" y="1936177"/>
                  </a:lnTo>
                  <a:lnTo>
                    <a:pt x="3332633" y="2039195"/>
                  </a:lnTo>
                  <a:lnTo>
                    <a:pt x="3301865" y="2141645"/>
                  </a:lnTo>
                  <a:lnTo>
                    <a:pt x="3271126" y="2242970"/>
                  </a:lnTo>
                  <a:lnTo>
                    <a:pt x="3240426" y="2342635"/>
                  </a:lnTo>
                  <a:lnTo>
                    <a:pt x="3209766" y="2440145"/>
                  </a:lnTo>
                  <a:lnTo>
                    <a:pt x="3179141" y="2535050"/>
                  </a:lnTo>
                  <a:lnTo>
                    <a:pt x="3148533" y="2626956"/>
                  </a:lnTo>
                  <a:lnTo>
                    <a:pt x="3117910" y="2715528"/>
                  </a:lnTo>
                  <a:lnTo>
                    <a:pt x="3087230" y="2800495"/>
                  </a:lnTo>
                  <a:lnTo>
                    <a:pt x="3056429" y="2881652"/>
                  </a:lnTo>
                  <a:lnTo>
                    <a:pt x="3025429" y="2958856"/>
                  </a:lnTo>
                  <a:lnTo>
                    <a:pt x="2994130" y="3032028"/>
                  </a:lnTo>
                  <a:lnTo>
                    <a:pt x="2962408" y="3101145"/>
                  </a:lnTo>
                  <a:lnTo>
                    <a:pt x="2930114" y="3166239"/>
                  </a:lnTo>
                  <a:lnTo>
                    <a:pt x="2897066" y="3227389"/>
                  </a:lnTo>
                  <a:lnTo>
                    <a:pt x="2896531" y="3228334"/>
                  </a:lnTo>
                  <a:lnTo>
                    <a:pt x="2851200" y="3303303"/>
                  </a:lnTo>
                  <a:lnTo>
                    <a:pt x="2803604" y="3371460"/>
                  </a:lnTo>
                  <a:lnTo>
                    <a:pt x="2753086" y="3433082"/>
                  </a:lnTo>
                  <a:lnTo>
                    <a:pt x="2698924" y="3488669"/>
                  </a:lnTo>
                  <a:lnTo>
                    <a:pt x="2640375" y="3538816"/>
                  </a:lnTo>
                  <a:lnTo>
                    <a:pt x="2576720" y="3584121"/>
                  </a:lnTo>
                  <a:lnTo>
                    <a:pt x="2507323" y="3625134"/>
                  </a:lnTo>
                  <a:lnTo>
                    <a:pt x="2431703" y="3662332"/>
                  </a:lnTo>
                  <a:lnTo>
                    <a:pt x="2349647" y="3696094"/>
                  </a:lnTo>
                  <a:lnTo>
                    <a:pt x="2261331" y="3726699"/>
                  </a:lnTo>
                  <a:lnTo>
                    <a:pt x="2167479" y="3754322"/>
                  </a:lnTo>
                  <a:lnTo>
                    <a:pt x="2069505" y="3779039"/>
                  </a:lnTo>
                  <a:lnTo>
                    <a:pt x="1969617" y="3800846"/>
                  </a:lnTo>
                  <a:lnTo>
                    <a:pt x="1870816" y="3819688"/>
                  </a:lnTo>
                  <a:lnTo>
                    <a:pt x="1776721" y="3835502"/>
                  </a:lnTo>
                  <a:lnTo>
                    <a:pt x="1691207" y="3848269"/>
                  </a:lnTo>
                  <a:lnTo>
                    <a:pt x="1617851" y="3858067"/>
                  </a:lnTo>
                  <a:lnTo>
                    <a:pt x="1559321" y="3865101"/>
                  </a:lnTo>
                  <a:lnTo>
                    <a:pt x="1516838" y="3869717"/>
                  </a:lnTo>
                  <a:lnTo>
                    <a:pt x="1489872" y="3872377"/>
                  </a:lnTo>
                  <a:lnTo>
                    <a:pt x="1476121" y="3873613"/>
                  </a:lnTo>
                  <a:lnTo>
                    <a:pt x="1471698" y="3873977"/>
                  </a:lnTo>
                  <a:lnTo>
                    <a:pt x="1471387" y="3874001"/>
                  </a:lnTo>
                  <a:lnTo>
                    <a:pt x="0" y="387400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62" name="pg1562"/>
            <p:cNvSpPr/>
            <p:nvPr/>
          </p:nvSpPr>
          <p:spPr>
            <a:xfrm>
              <a:off x="4799595" y="6663407"/>
              <a:ext cx="11981298" cy="2876895"/>
            </a:xfrm>
            <a:custGeom>
              <a:avLst/>
              <a:pathLst>
                <a:path w="11981298" h="2876895">
                  <a:moveTo>
                    <a:pt x="0" y="2876895"/>
                  </a:moveTo>
                  <a:lnTo>
                    <a:pt x="1471387" y="2876895"/>
                  </a:lnTo>
                  <a:lnTo>
                    <a:pt x="1472620" y="2876879"/>
                  </a:lnTo>
                  <a:lnTo>
                    <a:pt x="1480711" y="2876769"/>
                  </a:lnTo>
                  <a:lnTo>
                    <a:pt x="1501058" y="2876463"/>
                  </a:lnTo>
                  <a:lnTo>
                    <a:pt x="1537309" y="2875861"/>
                  </a:lnTo>
                  <a:lnTo>
                    <a:pt x="1591089" y="2874870"/>
                  </a:lnTo>
                  <a:lnTo>
                    <a:pt x="1661876" y="2873418"/>
                  </a:lnTo>
                  <a:lnTo>
                    <a:pt x="1747223" y="2871455"/>
                  </a:lnTo>
                  <a:lnTo>
                    <a:pt x="1843328" y="2868960"/>
                  </a:lnTo>
                  <a:lnTo>
                    <a:pt x="1945794" y="2865931"/>
                  </a:lnTo>
                  <a:lnTo>
                    <a:pt x="2050350" y="2862378"/>
                  </a:lnTo>
                  <a:lnTo>
                    <a:pt x="2153385" y="2858314"/>
                  </a:lnTo>
                  <a:lnTo>
                    <a:pt x="2252212" y="2853739"/>
                  </a:lnTo>
                  <a:lnTo>
                    <a:pt x="2345100" y="2848643"/>
                  </a:lnTo>
                  <a:lnTo>
                    <a:pt x="2431166" y="2842995"/>
                  </a:lnTo>
                  <a:lnTo>
                    <a:pt x="2510185" y="2836744"/>
                  </a:lnTo>
                  <a:lnTo>
                    <a:pt x="2582411" y="2829820"/>
                  </a:lnTo>
                  <a:lnTo>
                    <a:pt x="2648404" y="2822134"/>
                  </a:lnTo>
                  <a:lnTo>
                    <a:pt x="2708908" y="2813585"/>
                  </a:lnTo>
                  <a:lnTo>
                    <a:pt x="2764754" y="2804062"/>
                  </a:lnTo>
                  <a:lnTo>
                    <a:pt x="2816791" y="2793457"/>
                  </a:lnTo>
                  <a:lnTo>
                    <a:pt x="2865831" y="2781687"/>
                  </a:lnTo>
                  <a:lnTo>
                    <a:pt x="2896531" y="2773370"/>
                  </a:lnTo>
                  <a:lnTo>
                    <a:pt x="2950342" y="2756976"/>
                  </a:lnTo>
                  <a:lnTo>
                    <a:pt x="3002429" y="2738861"/>
                  </a:lnTo>
                  <a:lnTo>
                    <a:pt x="3053464" y="2719000"/>
                  </a:lnTo>
                  <a:lnTo>
                    <a:pt x="3103931" y="2697434"/>
                  </a:lnTo>
                  <a:lnTo>
                    <a:pt x="3154164" y="2674274"/>
                  </a:lnTo>
                  <a:lnTo>
                    <a:pt x="3204374" y="2649705"/>
                  </a:lnTo>
                  <a:lnTo>
                    <a:pt x="3254665" y="2623983"/>
                  </a:lnTo>
                  <a:lnTo>
                    <a:pt x="3305062" y="2597432"/>
                  </a:lnTo>
                  <a:lnTo>
                    <a:pt x="3355534" y="2570422"/>
                  </a:lnTo>
                  <a:lnTo>
                    <a:pt x="3406017" y="2543350"/>
                  </a:lnTo>
                  <a:lnTo>
                    <a:pt x="3456443" y="2516619"/>
                  </a:lnTo>
                  <a:lnTo>
                    <a:pt x="3506766" y="2490610"/>
                  </a:lnTo>
                  <a:lnTo>
                    <a:pt x="3556993" y="2465662"/>
                  </a:lnTo>
                  <a:lnTo>
                    <a:pt x="3607203" y="2442052"/>
                  </a:lnTo>
                  <a:lnTo>
                    <a:pt x="3657570" y="2419989"/>
                  </a:lnTo>
                  <a:lnTo>
                    <a:pt x="3708389" y="2399606"/>
                  </a:lnTo>
                  <a:lnTo>
                    <a:pt x="3760096" y="2380962"/>
                  </a:lnTo>
                  <a:lnTo>
                    <a:pt x="3813302" y="2364053"/>
                  </a:lnTo>
                  <a:lnTo>
                    <a:pt x="3829811" y="2359272"/>
                  </a:lnTo>
                  <a:lnTo>
                    <a:pt x="3877296" y="2346720"/>
                  </a:lnTo>
                  <a:lnTo>
                    <a:pt x="3927293" y="2335363"/>
                  </a:lnTo>
                  <a:lnTo>
                    <a:pt x="3980561" y="2325146"/>
                  </a:lnTo>
                  <a:lnTo>
                    <a:pt x="4037932" y="2315975"/>
                  </a:lnTo>
                  <a:lnTo>
                    <a:pt x="4100256" y="2307739"/>
                  </a:lnTo>
                  <a:lnTo>
                    <a:pt x="4168342" y="2300329"/>
                  </a:lnTo>
                  <a:lnTo>
                    <a:pt x="4242883" y="2293649"/>
                  </a:lnTo>
                  <a:lnTo>
                    <a:pt x="4324347" y="2287614"/>
                  </a:lnTo>
                  <a:lnTo>
                    <a:pt x="4412844" y="2282163"/>
                  </a:lnTo>
                  <a:lnTo>
                    <a:pt x="4507940" y="2277251"/>
                  </a:lnTo>
                  <a:lnTo>
                    <a:pt x="4608476" y="2272855"/>
                  </a:lnTo>
                  <a:lnTo>
                    <a:pt x="4712396" y="2268968"/>
                  </a:lnTo>
                  <a:lnTo>
                    <a:pt x="4816675" y="2265596"/>
                  </a:lnTo>
                  <a:lnTo>
                    <a:pt x="4917431" y="2262753"/>
                  </a:lnTo>
                  <a:lnTo>
                    <a:pt x="5010276" y="2260444"/>
                  </a:lnTo>
                  <a:lnTo>
                    <a:pt x="5090929" y="2258662"/>
                  </a:lnTo>
                  <a:lnTo>
                    <a:pt x="5155982" y="2257378"/>
                  </a:lnTo>
                  <a:lnTo>
                    <a:pt x="5203609" y="2256532"/>
                  </a:lnTo>
                  <a:lnTo>
                    <a:pt x="5234028" y="2256044"/>
                  </a:lnTo>
                  <a:lnTo>
                    <a:pt x="5249598" y="2255818"/>
                  </a:lnTo>
                  <a:lnTo>
                    <a:pt x="5254607" y="2255751"/>
                  </a:lnTo>
                  <a:lnTo>
                    <a:pt x="5254955" y="2255747"/>
                  </a:lnTo>
                  <a:lnTo>
                    <a:pt x="6726343" y="2255747"/>
                  </a:lnTo>
                  <a:lnTo>
                    <a:pt x="6727521" y="2255693"/>
                  </a:lnTo>
                  <a:lnTo>
                    <a:pt x="6735262" y="2255311"/>
                  </a:lnTo>
                  <a:lnTo>
                    <a:pt x="6754755" y="2254254"/>
                  </a:lnTo>
                  <a:lnTo>
                    <a:pt x="6789554" y="2252175"/>
                  </a:lnTo>
                  <a:lnTo>
                    <a:pt x="6841320" y="2248750"/>
                  </a:lnTo>
                  <a:lnTo>
                    <a:pt x="6909692" y="2243721"/>
                  </a:lnTo>
                  <a:lnTo>
                    <a:pt x="6992468" y="2236913"/>
                  </a:lnTo>
                  <a:lnTo>
                    <a:pt x="7086114" y="2228241"/>
                  </a:lnTo>
                  <a:lnTo>
                    <a:pt x="7186455" y="2217693"/>
                  </a:lnTo>
                  <a:lnTo>
                    <a:pt x="7289360" y="2205303"/>
                  </a:lnTo>
                  <a:lnTo>
                    <a:pt x="7391269" y="2191111"/>
                  </a:lnTo>
                  <a:lnTo>
                    <a:pt x="7489466" y="2175132"/>
                  </a:lnTo>
                  <a:lnTo>
                    <a:pt x="7582144" y="2157336"/>
                  </a:lnTo>
                  <a:lnTo>
                    <a:pt x="7668317" y="2137628"/>
                  </a:lnTo>
                  <a:lnTo>
                    <a:pt x="7747658" y="2115850"/>
                  </a:lnTo>
                  <a:lnTo>
                    <a:pt x="7820323" y="2091772"/>
                  </a:lnTo>
                  <a:lnTo>
                    <a:pt x="7886790" y="2065103"/>
                  </a:lnTo>
                  <a:lnTo>
                    <a:pt x="7947735" y="2035502"/>
                  </a:lnTo>
                  <a:lnTo>
                    <a:pt x="8003938" y="2002589"/>
                  </a:lnTo>
                  <a:lnTo>
                    <a:pt x="8056210" y="1965987"/>
                  </a:lnTo>
                  <a:lnTo>
                    <a:pt x="8105343" y="1925372"/>
                  </a:lnTo>
                  <a:lnTo>
                    <a:pt x="8151487" y="1881151"/>
                  </a:lnTo>
                  <a:lnTo>
                    <a:pt x="8192598" y="1836597"/>
                  </a:lnTo>
                  <a:lnTo>
                    <a:pt x="8232605" y="1788464"/>
                  </a:lnTo>
                  <a:lnTo>
                    <a:pt x="8271837" y="1736683"/>
                  </a:lnTo>
                  <a:lnTo>
                    <a:pt x="8310552" y="1681255"/>
                  </a:lnTo>
                  <a:lnTo>
                    <a:pt x="8348952" y="1622259"/>
                  </a:lnTo>
                  <a:lnTo>
                    <a:pt x="8387188" y="1559863"/>
                  </a:lnTo>
                  <a:lnTo>
                    <a:pt x="8425367" y="1494323"/>
                  </a:lnTo>
                  <a:lnTo>
                    <a:pt x="8463559" y="1425987"/>
                  </a:lnTo>
                  <a:lnTo>
                    <a:pt x="8501804" y="1355288"/>
                  </a:lnTo>
                  <a:lnTo>
                    <a:pt x="8540111" y="1282736"/>
                  </a:lnTo>
                  <a:lnTo>
                    <a:pt x="8578473" y="1208904"/>
                  </a:lnTo>
                  <a:lnTo>
                    <a:pt x="8616866" y="1134409"/>
                  </a:lnTo>
                  <a:lnTo>
                    <a:pt x="8655260" y="1059893"/>
                  </a:lnTo>
                  <a:lnTo>
                    <a:pt x="8693625" y="985998"/>
                  </a:lnTo>
                  <a:lnTo>
                    <a:pt x="8731937" y="913344"/>
                  </a:lnTo>
                  <a:lnTo>
                    <a:pt x="8770185" y="842507"/>
                  </a:lnTo>
                  <a:lnTo>
                    <a:pt x="8808380" y="774001"/>
                  </a:lnTo>
                  <a:lnTo>
                    <a:pt x="8846558" y="708266"/>
                  </a:lnTo>
                  <a:lnTo>
                    <a:pt x="8884787" y="645655"/>
                  </a:lnTo>
                  <a:lnTo>
                    <a:pt x="8923172" y="586430"/>
                  </a:lnTo>
                  <a:lnTo>
                    <a:pt x="8961861" y="530764"/>
                  </a:lnTo>
                  <a:lnTo>
                    <a:pt x="9001052" y="478743"/>
                  </a:lnTo>
                  <a:lnTo>
                    <a:pt x="9040999" y="430372"/>
                  </a:lnTo>
                  <a:lnTo>
                    <a:pt x="9082026" y="385586"/>
                  </a:lnTo>
                  <a:lnTo>
                    <a:pt x="9084767" y="382768"/>
                  </a:lnTo>
                  <a:lnTo>
                    <a:pt x="9131510" y="338013"/>
                  </a:lnTo>
                  <a:lnTo>
                    <a:pt x="9180677" y="297449"/>
                  </a:lnTo>
                  <a:lnTo>
                    <a:pt x="9232993" y="260896"/>
                  </a:lnTo>
                  <a:lnTo>
                    <a:pt x="9289250" y="228028"/>
                  </a:lnTo>
                  <a:lnTo>
                    <a:pt x="9350260" y="198465"/>
                  </a:lnTo>
                  <a:lnTo>
                    <a:pt x="9416801" y="171831"/>
                  </a:lnTo>
                  <a:lnTo>
                    <a:pt x="9489547" y="147783"/>
                  </a:lnTo>
                  <a:lnTo>
                    <a:pt x="9568973" y="126032"/>
                  </a:lnTo>
                  <a:lnTo>
                    <a:pt x="9655231" y="106349"/>
                  </a:lnTo>
                  <a:lnTo>
                    <a:pt x="9747986" y="88576"/>
                  </a:lnTo>
                  <a:lnTo>
                    <a:pt x="9846242" y="72620"/>
                  </a:lnTo>
                  <a:lnTo>
                    <a:pt x="9948183" y="58450"/>
                  </a:lnTo>
                  <a:lnTo>
                    <a:pt x="10051080" y="46083"/>
                  </a:lnTo>
                  <a:lnTo>
                    <a:pt x="10151362" y="35559"/>
                  </a:lnTo>
                  <a:lnTo>
                    <a:pt x="10244897" y="26910"/>
                  </a:lnTo>
                  <a:lnTo>
                    <a:pt x="10327513" y="20124"/>
                  </a:lnTo>
                  <a:lnTo>
                    <a:pt x="10395687" y="15117"/>
                  </a:lnTo>
                  <a:lnTo>
                    <a:pt x="10447239" y="11711"/>
                  </a:lnTo>
                  <a:lnTo>
                    <a:pt x="10481832" y="9646"/>
                  </a:lnTo>
                  <a:lnTo>
                    <a:pt x="10501152" y="8600"/>
                  </a:lnTo>
                  <a:lnTo>
                    <a:pt x="10508775" y="8224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8732" y="53"/>
                  </a:lnTo>
                  <a:lnTo>
                    <a:pt x="10500991" y="435"/>
                  </a:lnTo>
                  <a:lnTo>
                    <a:pt x="10481499" y="1492"/>
                  </a:lnTo>
                  <a:lnTo>
                    <a:pt x="10446699" y="3572"/>
                  </a:lnTo>
                  <a:lnTo>
                    <a:pt x="10394933" y="6996"/>
                  </a:lnTo>
                  <a:lnTo>
                    <a:pt x="10326561" y="12025"/>
                  </a:lnTo>
                  <a:lnTo>
                    <a:pt x="10243785" y="18833"/>
                  </a:lnTo>
                  <a:lnTo>
                    <a:pt x="10150139" y="27506"/>
                  </a:lnTo>
                  <a:lnTo>
                    <a:pt x="10049799" y="38053"/>
                  </a:lnTo>
                  <a:lnTo>
                    <a:pt x="9946893" y="50443"/>
                  </a:lnTo>
                  <a:lnTo>
                    <a:pt x="9844984" y="64636"/>
                  </a:lnTo>
                  <a:lnTo>
                    <a:pt x="9746787" y="80614"/>
                  </a:lnTo>
                  <a:lnTo>
                    <a:pt x="9654109" y="98411"/>
                  </a:lnTo>
                  <a:lnTo>
                    <a:pt x="9567936" y="118118"/>
                  </a:lnTo>
                  <a:lnTo>
                    <a:pt x="9488595" y="139897"/>
                  </a:lnTo>
                  <a:lnTo>
                    <a:pt x="9415930" y="163975"/>
                  </a:lnTo>
                  <a:lnTo>
                    <a:pt x="9349464" y="190643"/>
                  </a:lnTo>
                  <a:lnTo>
                    <a:pt x="9288518" y="220245"/>
                  </a:lnTo>
                  <a:lnTo>
                    <a:pt x="9232315" y="253157"/>
                  </a:lnTo>
                  <a:lnTo>
                    <a:pt x="9180043" y="289759"/>
                  </a:lnTo>
                  <a:lnTo>
                    <a:pt x="9130910" y="330374"/>
                  </a:lnTo>
                  <a:lnTo>
                    <a:pt x="9084767" y="374595"/>
                  </a:lnTo>
                  <a:lnTo>
                    <a:pt x="9043655" y="419150"/>
                  </a:lnTo>
                  <a:lnTo>
                    <a:pt x="9003648" y="467282"/>
                  </a:lnTo>
                  <a:lnTo>
                    <a:pt x="8964416" y="519063"/>
                  </a:lnTo>
                  <a:lnTo>
                    <a:pt x="8925701" y="574492"/>
                  </a:lnTo>
                  <a:lnTo>
                    <a:pt x="8887301" y="633488"/>
                  </a:lnTo>
                  <a:lnTo>
                    <a:pt x="8849066" y="695884"/>
                  </a:lnTo>
                  <a:lnTo>
                    <a:pt x="8810886" y="761424"/>
                  </a:lnTo>
                  <a:lnTo>
                    <a:pt x="8772694" y="829760"/>
                  </a:lnTo>
                  <a:lnTo>
                    <a:pt x="8734449" y="900459"/>
                  </a:lnTo>
                  <a:lnTo>
                    <a:pt x="8696142" y="973011"/>
                  </a:lnTo>
                  <a:lnTo>
                    <a:pt x="8657780" y="1046843"/>
                  </a:lnTo>
                  <a:lnTo>
                    <a:pt x="8619387" y="1121338"/>
                  </a:lnTo>
                  <a:lnTo>
                    <a:pt x="8580993" y="1195853"/>
                  </a:lnTo>
                  <a:lnTo>
                    <a:pt x="8542628" y="1269748"/>
                  </a:lnTo>
                  <a:lnTo>
                    <a:pt x="8504317" y="1342403"/>
                  </a:lnTo>
                  <a:lnTo>
                    <a:pt x="8466068" y="1413240"/>
                  </a:lnTo>
                  <a:lnTo>
                    <a:pt x="8427873" y="1481745"/>
                  </a:lnTo>
                  <a:lnTo>
                    <a:pt x="8389695" y="1547480"/>
                  </a:lnTo>
                  <a:lnTo>
                    <a:pt x="8351466" y="1610092"/>
                  </a:lnTo>
                  <a:lnTo>
                    <a:pt x="8313081" y="1669317"/>
                  </a:lnTo>
                  <a:lnTo>
                    <a:pt x="8274392" y="1724983"/>
                  </a:lnTo>
                  <a:lnTo>
                    <a:pt x="8235202" y="1777004"/>
                  </a:lnTo>
                  <a:lnTo>
                    <a:pt x="8195255" y="1825375"/>
                  </a:lnTo>
                  <a:lnTo>
                    <a:pt x="8154227" y="1870161"/>
                  </a:lnTo>
                  <a:lnTo>
                    <a:pt x="8151487" y="1872978"/>
                  </a:lnTo>
                  <a:lnTo>
                    <a:pt x="8104744" y="1917734"/>
                  </a:lnTo>
                  <a:lnTo>
                    <a:pt x="8055576" y="1958297"/>
                  </a:lnTo>
                  <a:lnTo>
                    <a:pt x="8003260" y="1994850"/>
                  </a:lnTo>
                  <a:lnTo>
                    <a:pt x="7947003" y="2027719"/>
                  </a:lnTo>
                  <a:lnTo>
                    <a:pt x="7885993" y="2057282"/>
                  </a:lnTo>
                  <a:lnTo>
                    <a:pt x="7819452" y="2083916"/>
                  </a:lnTo>
                  <a:lnTo>
                    <a:pt x="7746706" y="2107963"/>
                  </a:lnTo>
                  <a:lnTo>
                    <a:pt x="7667280" y="2129715"/>
                  </a:lnTo>
                  <a:lnTo>
                    <a:pt x="7581022" y="2149397"/>
                  </a:lnTo>
                  <a:lnTo>
                    <a:pt x="7488267" y="2167170"/>
                  </a:lnTo>
                  <a:lnTo>
                    <a:pt x="7390011" y="2183127"/>
                  </a:lnTo>
                  <a:lnTo>
                    <a:pt x="7288071" y="2197296"/>
                  </a:lnTo>
                  <a:lnTo>
                    <a:pt x="7185174" y="2209664"/>
                  </a:lnTo>
                  <a:lnTo>
                    <a:pt x="7084891" y="2220188"/>
                  </a:lnTo>
                  <a:lnTo>
                    <a:pt x="6991356" y="2228837"/>
                  </a:lnTo>
                  <a:lnTo>
                    <a:pt x="6908740" y="2235622"/>
                  </a:lnTo>
                  <a:lnTo>
                    <a:pt x="6840566" y="2240630"/>
                  </a:lnTo>
                  <a:lnTo>
                    <a:pt x="6789015" y="2244035"/>
                  </a:lnTo>
                  <a:lnTo>
                    <a:pt x="6754421" y="2246100"/>
                  </a:lnTo>
                  <a:lnTo>
                    <a:pt x="6735101" y="2247146"/>
                  </a:lnTo>
                  <a:lnTo>
                    <a:pt x="6727478" y="2247522"/>
                  </a:lnTo>
                  <a:lnTo>
                    <a:pt x="6726343" y="2247574"/>
                  </a:lnTo>
                  <a:lnTo>
                    <a:pt x="5254955" y="2247574"/>
                  </a:lnTo>
                  <a:lnTo>
                    <a:pt x="5253722" y="2247590"/>
                  </a:lnTo>
                  <a:lnTo>
                    <a:pt x="5245631" y="2247700"/>
                  </a:lnTo>
                  <a:lnTo>
                    <a:pt x="5225284" y="2248006"/>
                  </a:lnTo>
                  <a:lnTo>
                    <a:pt x="5189033" y="2248608"/>
                  </a:lnTo>
                  <a:lnTo>
                    <a:pt x="5135253" y="2249599"/>
                  </a:lnTo>
                  <a:lnTo>
                    <a:pt x="5064466" y="2251051"/>
                  </a:lnTo>
                  <a:lnTo>
                    <a:pt x="4979120" y="2253014"/>
                  </a:lnTo>
                  <a:lnTo>
                    <a:pt x="4883014" y="2255509"/>
                  </a:lnTo>
                  <a:lnTo>
                    <a:pt x="4780548" y="2258538"/>
                  </a:lnTo>
                  <a:lnTo>
                    <a:pt x="4675992" y="2262091"/>
                  </a:lnTo>
                  <a:lnTo>
                    <a:pt x="4572957" y="2266155"/>
                  </a:lnTo>
                  <a:lnTo>
                    <a:pt x="4474130" y="2270730"/>
                  </a:lnTo>
                  <a:lnTo>
                    <a:pt x="4381242" y="2275826"/>
                  </a:lnTo>
                  <a:lnTo>
                    <a:pt x="4295177" y="2281474"/>
                  </a:lnTo>
                  <a:lnTo>
                    <a:pt x="4216157" y="2287725"/>
                  </a:lnTo>
                  <a:lnTo>
                    <a:pt x="4143932" y="2294649"/>
                  </a:lnTo>
                  <a:lnTo>
                    <a:pt x="4077938" y="2302335"/>
                  </a:lnTo>
                  <a:lnTo>
                    <a:pt x="4017434" y="2310884"/>
                  </a:lnTo>
                  <a:lnTo>
                    <a:pt x="3961589" y="2320407"/>
                  </a:lnTo>
                  <a:lnTo>
                    <a:pt x="3909552" y="2331012"/>
                  </a:lnTo>
                  <a:lnTo>
                    <a:pt x="3860511" y="2342782"/>
                  </a:lnTo>
                  <a:lnTo>
                    <a:pt x="3829811" y="2351099"/>
                  </a:lnTo>
                  <a:lnTo>
                    <a:pt x="3776000" y="2367493"/>
                  </a:lnTo>
                  <a:lnTo>
                    <a:pt x="3723913" y="2385608"/>
                  </a:lnTo>
                  <a:lnTo>
                    <a:pt x="3672878" y="2405469"/>
                  </a:lnTo>
                  <a:lnTo>
                    <a:pt x="3622411" y="2427035"/>
                  </a:lnTo>
                  <a:lnTo>
                    <a:pt x="3572178" y="2450195"/>
                  </a:lnTo>
                  <a:lnTo>
                    <a:pt x="3521968" y="2474764"/>
                  </a:lnTo>
                  <a:lnTo>
                    <a:pt x="3471677" y="2500486"/>
                  </a:lnTo>
                  <a:lnTo>
                    <a:pt x="3421280" y="2527037"/>
                  </a:lnTo>
                  <a:lnTo>
                    <a:pt x="3370808" y="2554047"/>
                  </a:lnTo>
                  <a:lnTo>
                    <a:pt x="3320325" y="2581119"/>
                  </a:lnTo>
                  <a:lnTo>
                    <a:pt x="3269899" y="2607850"/>
                  </a:lnTo>
                  <a:lnTo>
                    <a:pt x="3219576" y="2633859"/>
                  </a:lnTo>
                  <a:lnTo>
                    <a:pt x="3169349" y="2658807"/>
                  </a:lnTo>
                  <a:lnTo>
                    <a:pt x="3119139" y="2682417"/>
                  </a:lnTo>
                  <a:lnTo>
                    <a:pt x="3068772" y="2704480"/>
                  </a:lnTo>
                  <a:lnTo>
                    <a:pt x="3017953" y="2724863"/>
                  </a:lnTo>
                  <a:lnTo>
                    <a:pt x="2966246" y="2743507"/>
                  </a:lnTo>
                  <a:lnTo>
                    <a:pt x="2913040" y="2760416"/>
                  </a:lnTo>
                  <a:lnTo>
                    <a:pt x="2896531" y="2765197"/>
                  </a:lnTo>
                  <a:lnTo>
                    <a:pt x="2849046" y="2777749"/>
                  </a:lnTo>
                  <a:lnTo>
                    <a:pt x="2799050" y="2789106"/>
                  </a:lnTo>
                  <a:lnTo>
                    <a:pt x="2745781" y="2799323"/>
                  </a:lnTo>
                  <a:lnTo>
                    <a:pt x="2688410" y="2808494"/>
                  </a:lnTo>
                  <a:lnTo>
                    <a:pt x="2626086" y="2816730"/>
                  </a:lnTo>
                  <a:lnTo>
                    <a:pt x="2558000" y="2824140"/>
                  </a:lnTo>
                  <a:lnTo>
                    <a:pt x="2483460" y="2830820"/>
                  </a:lnTo>
                  <a:lnTo>
                    <a:pt x="2401995" y="2836855"/>
                  </a:lnTo>
                  <a:lnTo>
                    <a:pt x="2313498" y="2842306"/>
                  </a:lnTo>
                  <a:lnTo>
                    <a:pt x="2218402" y="2847217"/>
                  </a:lnTo>
                  <a:lnTo>
                    <a:pt x="2117866" y="2851614"/>
                  </a:lnTo>
                  <a:lnTo>
                    <a:pt x="2013946" y="2855501"/>
                  </a:lnTo>
                  <a:lnTo>
                    <a:pt x="1909667" y="2858872"/>
                  </a:lnTo>
                  <a:lnTo>
                    <a:pt x="1808911" y="2861716"/>
                  </a:lnTo>
                  <a:lnTo>
                    <a:pt x="1716066" y="2864025"/>
                  </a:lnTo>
                  <a:lnTo>
                    <a:pt x="1635413" y="2865807"/>
                  </a:lnTo>
                  <a:lnTo>
                    <a:pt x="1570360" y="2867091"/>
                  </a:lnTo>
                  <a:lnTo>
                    <a:pt x="1522734" y="2867937"/>
                  </a:lnTo>
                  <a:lnTo>
                    <a:pt x="1492314" y="2868425"/>
                  </a:lnTo>
                  <a:lnTo>
                    <a:pt x="1476744" y="2868651"/>
                  </a:lnTo>
                  <a:lnTo>
                    <a:pt x="1471735" y="2868718"/>
                  </a:lnTo>
                  <a:lnTo>
                    <a:pt x="1471387" y="2868722"/>
                  </a:lnTo>
                  <a:lnTo>
                    <a:pt x="0" y="2868722"/>
                  </a:lnTo>
                  <a:close/>
                </a:path>
              </a:pathLst>
            </a:custGeom>
            <a:solidFill>
              <a:srgbClr val="8BC34A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563" name="pl1563"/>
            <p:cNvSpPr/>
            <p:nvPr/>
          </p:nvSpPr>
          <p:spPr>
            <a:xfrm>
              <a:off x="4799595" y="6671580"/>
              <a:ext cx="11981298" cy="2868722"/>
            </a:xfrm>
            <a:custGeom>
              <a:avLst/>
              <a:pathLst>
                <a:path w="11981298" h="2868722">
                  <a:moveTo>
                    <a:pt x="0" y="2868722"/>
                  </a:moveTo>
                  <a:lnTo>
                    <a:pt x="1471387" y="2868722"/>
                  </a:lnTo>
                  <a:lnTo>
                    <a:pt x="1472620" y="2868706"/>
                  </a:lnTo>
                  <a:lnTo>
                    <a:pt x="1480711" y="2868596"/>
                  </a:lnTo>
                  <a:lnTo>
                    <a:pt x="1501058" y="2868290"/>
                  </a:lnTo>
                  <a:lnTo>
                    <a:pt x="1537309" y="2867688"/>
                  </a:lnTo>
                  <a:lnTo>
                    <a:pt x="1591089" y="2866697"/>
                  </a:lnTo>
                  <a:lnTo>
                    <a:pt x="1661876" y="2865245"/>
                  </a:lnTo>
                  <a:lnTo>
                    <a:pt x="1747223" y="2863282"/>
                  </a:lnTo>
                  <a:lnTo>
                    <a:pt x="1843328" y="2860787"/>
                  </a:lnTo>
                  <a:lnTo>
                    <a:pt x="1945794" y="2857758"/>
                  </a:lnTo>
                  <a:lnTo>
                    <a:pt x="2050350" y="2854205"/>
                  </a:lnTo>
                  <a:lnTo>
                    <a:pt x="2153385" y="2850141"/>
                  </a:lnTo>
                  <a:lnTo>
                    <a:pt x="2252212" y="2845566"/>
                  </a:lnTo>
                  <a:lnTo>
                    <a:pt x="2345100" y="2840470"/>
                  </a:lnTo>
                  <a:lnTo>
                    <a:pt x="2431166" y="2834822"/>
                  </a:lnTo>
                  <a:lnTo>
                    <a:pt x="2510185" y="2828571"/>
                  </a:lnTo>
                  <a:lnTo>
                    <a:pt x="2582411" y="2821647"/>
                  </a:lnTo>
                  <a:lnTo>
                    <a:pt x="2648404" y="2813961"/>
                  </a:lnTo>
                  <a:lnTo>
                    <a:pt x="2708908" y="2805412"/>
                  </a:lnTo>
                  <a:lnTo>
                    <a:pt x="2764754" y="2795889"/>
                  </a:lnTo>
                  <a:lnTo>
                    <a:pt x="2816791" y="2785284"/>
                  </a:lnTo>
                  <a:lnTo>
                    <a:pt x="2865831" y="2773514"/>
                  </a:lnTo>
                  <a:lnTo>
                    <a:pt x="2896531" y="2765197"/>
                  </a:lnTo>
                  <a:lnTo>
                    <a:pt x="2950342" y="2748803"/>
                  </a:lnTo>
                  <a:lnTo>
                    <a:pt x="3002429" y="2730688"/>
                  </a:lnTo>
                  <a:lnTo>
                    <a:pt x="3053464" y="2710827"/>
                  </a:lnTo>
                  <a:lnTo>
                    <a:pt x="3103931" y="2689261"/>
                  </a:lnTo>
                  <a:lnTo>
                    <a:pt x="3154164" y="2666101"/>
                  </a:lnTo>
                  <a:lnTo>
                    <a:pt x="3204374" y="2641532"/>
                  </a:lnTo>
                  <a:lnTo>
                    <a:pt x="3254665" y="2615810"/>
                  </a:lnTo>
                  <a:lnTo>
                    <a:pt x="3305062" y="2589259"/>
                  </a:lnTo>
                  <a:lnTo>
                    <a:pt x="3355534" y="2562249"/>
                  </a:lnTo>
                  <a:lnTo>
                    <a:pt x="3406017" y="2535177"/>
                  </a:lnTo>
                  <a:lnTo>
                    <a:pt x="3456443" y="2508446"/>
                  </a:lnTo>
                  <a:lnTo>
                    <a:pt x="3506766" y="2482437"/>
                  </a:lnTo>
                  <a:lnTo>
                    <a:pt x="3556993" y="2457489"/>
                  </a:lnTo>
                  <a:lnTo>
                    <a:pt x="3607203" y="2433879"/>
                  </a:lnTo>
                  <a:lnTo>
                    <a:pt x="3657570" y="2411816"/>
                  </a:lnTo>
                  <a:lnTo>
                    <a:pt x="3708389" y="2391433"/>
                  </a:lnTo>
                  <a:lnTo>
                    <a:pt x="3760096" y="2372789"/>
                  </a:lnTo>
                  <a:lnTo>
                    <a:pt x="3813302" y="2355880"/>
                  </a:lnTo>
                  <a:lnTo>
                    <a:pt x="3829811" y="2351099"/>
                  </a:lnTo>
                  <a:lnTo>
                    <a:pt x="3877296" y="2338547"/>
                  </a:lnTo>
                  <a:lnTo>
                    <a:pt x="3927293" y="2327190"/>
                  </a:lnTo>
                  <a:lnTo>
                    <a:pt x="3980561" y="2316973"/>
                  </a:lnTo>
                  <a:lnTo>
                    <a:pt x="4037932" y="2307802"/>
                  </a:lnTo>
                  <a:lnTo>
                    <a:pt x="4100256" y="2299566"/>
                  </a:lnTo>
                  <a:lnTo>
                    <a:pt x="4168342" y="2292156"/>
                  </a:lnTo>
                  <a:lnTo>
                    <a:pt x="4242883" y="2285476"/>
                  </a:lnTo>
                  <a:lnTo>
                    <a:pt x="4324347" y="2279441"/>
                  </a:lnTo>
                  <a:lnTo>
                    <a:pt x="4412844" y="2273990"/>
                  </a:lnTo>
                  <a:lnTo>
                    <a:pt x="4507940" y="2269078"/>
                  </a:lnTo>
                  <a:lnTo>
                    <a:pt x="4608476" y="2264682"/>
                  </a:lnTo>
                  <a:lnTo>
                    <a:pt x="4712396" y="2260795"/>
                  </a:lnTo>
                  <a:lnTo>
                    <a:pt x="4816675" y="2257423"/>
                  </a:lnTo>
                  <a:lnTo>
                    <a:pt x="4917431" y="2254580"/>
                  </a:lnTo>
                  <a:lnTo>
                    <a:pt x="5010276" y="2252271"/>
                  </a:lnTo>
                  <a:lnTo>
                    <a:pt x="5090929" y="2250489"/>
                  </a:lnTo>
                  <a:lnTo>
                    <a:pt x="5155982" y="2249205"/>
                  </a:lnTo>
                  <a:lnTo>
                    <a:pt x="5203609" y="2248359"/>
                  </a:lnTo>
                  <a:lnTo>
                    <a:pt x="5234028" y="2247871"/>
                  </a:lnTo>
                  <a:lnTo>
                    <a:pt x="5249598" y="2247645"/>
                  </a:lnTo>
                  <a:lnTo>
                    <a:pt x="5254607" y="2247578"/>
                  </a:lnTo>
                  <a:lnTo>
                    <a:pt x="5254955" y="2247574"/>
                  </a:lnTo>
                  <a:lnTo>
                    <a:pt x="6726343" y="2247574"/>
                  </a:lnTo>
                  <a:lnTo>
                    <a:pt x="6727521" y="2247520"/>
                  </a:lnTo>
                  <a:lnTo>
                    <a:pt x="6735262" y="2247138"/>
                  </a:lnTo>
                  <a:lnTo>
                    <a:pt x="6754755" y="2246081"/>
                  </a:lnTo>
                  <a:lnTo>
                    <a:pt x="6789554" y="2244002"/>
                  </a:lnTo>
                  <a:lnTo>
                    <a:pt x="6841320" y="2240577"/>
                  </a:lnTo>
                  <a:lnTo>
                    <a:pt x="6909692" y="2235548"/>
                  </a:lnTo>
                  <a:lnTo>
                    <a:pt x="6992468" y="2228740"/>
                  </a:lnTo>
                  <a:lnTo>
                    <a:pt x="7086114" y="2220068"/>
                  </a:lnTo>
                  <a:lnTo>
                    <a:pt x="7186455" y="2209520"/>
                  </a:lnTo>
                  <a:lnTo>
                    <a:pt x="7289360" y="2197130"/>
                  </a:lnTo>
                  <a:lnTo>
                    <a:pt x="7391269" y="2182938"/>
                  </a:lnTo>
                  <a:lnTo>
                    <a:pt x="7489466" y="2166959"/>
                  </a:lnTo>
                  <a:lnTo>
                    <a:pt x="7582144" y="2149163"/>
                  </a:lnTo>
                  <a:lnTo>
                    <a:pt x="7668317" y="2129455"/>
                  </a:lnTo>
                  <a:lnTo>
                    <a:pt x="7747658" y="2107677"/>
                  </a:lnTo>
                  <a:lnTo>
                    <a:pt x="7820323" y="2083599"/>
                  </a:lnTo>
                  <a:lnTo>
                    <a:pt x="7886790" y="2056930"/>
                  </a:lnTo>
                  <a:lnTo>
                    <a:pt x="7947735" y="2027329"/>
                  </a:lnTo>
                  <a:lnTo>
                    <a:pt x="8003938" y="1994416"/>
                  </a:lnTo>
                  <a:lnTo>
                    <a:pt x="8056210" y="1957814"/>
                  </a:lnTo>
                  <a:lnTo>
                    <a:pt x="8105343" y="1917199"/>
                  </a:lnTo>
                  <a:lnTo>
                    <a:pt x="8151487" y="1872978"/>
                  </a:lnTo>
                  <a:lnTo>
                    <a:pt x="8192598" y="1828424"/>
                  </a:lnTo>
                  <a:lnTo>
                    <a:pt x="8232605" y="1780291"/>
                  </a:lnTo>
                  <a:lnTo>
                    <a:pt x="8271837" y="1728510"/>
                  </a:lnTo>
                  <a:lnTo>
                    <a:pt x="8310552" y="1673082"/>
                  </a:lnTo>
                  <a:lnTo>
                    <a:pt x="8348952" y="1614086"/>
                  </a:lnTo>
                  <a:lnTo>
                    <a:pt x="8387188" y="1551690"/>
                  </a:lnTo>
                  <a:lnTo>
                    <a:pt x="8425367" y="1486150"/>
                  </a:lnTo>
                  <a:lnTo>
                    <a:pt x="8463559" y="1417814"/>
                  </a:lnTo>
                  <a:lnTo>
                    <a:pt x="8501804" y="1347115"/>
                  </a:lnTo>
                  <a:lnTo>
                    <a:pt x="8540111" y="1274563"/>
                  </a:lnTo>
                  <a:lnTo>
                    <a:pt x="8578473" y="1200731"/>
                  </a:lnTo>
                  <a:lnTo>
                    <a:pt x="8616866" y="1126236"/>
                  </a:lnTo>
                  <a:lnTo>
                    <a:pt x="8655260" y="1051720"/>
                  </a:lnTo>
                  <a:lnTo>
                    <a:pt x="8693625" y="977825"/>
                  </a:lnTo>
                  <a:lnTo>
                    <a:pt x="8731937" y="905171"/>
                  </a:lnTo>
                  <a:lnTo>
                    <a:pt x="8770185" y="834334"/>
                  </a:lnTo>
                  <a:lnTo>
                    <a:pt x="8808380" y="765828"/>
                  </a:lnTo>
                  <a:lnTo>
                    <a:pt x="8846558" y="700093"/>
                  </a:lnTo>
                  <a:lnTo>
                    <a:pt x="8884787" y="637482"/>
                  </a:lnTo>
                  <a:lnTo>
                    <a:pt x="8923172" y="578257"/>
                  </a:lnTo>
                  <a:lnTo>
                    <a:pt x="8961861" y="522591"/>
                  </a:lnTo>
                  <a:lnTo>
                    <a:pt x="9001052" y="470570"/>
                  </a:lnTo>
                  <a:lnTo>
                    <a:pt x="9040999" y="422199"/>
                  </a:lnTo>
                  <a:lnTo>
                    <a:pt x="9082026" y="377413"/>
                  </a:lnTo>
                  <a:lnTo>
                    <a:pt x="9084767" y="374595"/>
                  </a:lnTo>
                  <a:lnTo>
                    <a:pt x="9131510" y="329840"/>
                  </a:lnTo>
                  <a:lnTo>
                    <a:pt x="9180677" y="289276"/>
                  </a:lnTo>
                  <a:lnTo>
                    <a:pt x="9232993" y="252723"/>
                  </a:lnTo>
                  <a:lnTo>
                    <a:pt x="9289250" y="219855"/>
                  </a:lnTo>
                  <a:lnTo>
                    <a:pt x="9350260" y="190292"/>
                  </a:lnTo>
                  <a:lnTo>
                    <a:pt x="9416801" y="163658"/>
                  </a:lnTo>
                  <a:lnTo>
                    <a:pt x="9489547" y="139610"/>
                  </a:lnTo>
                  <a:lnTo>
                    <a:pt x="9568973" y="117859"/>
                  </a:lnTo>
                  <a:lnTo>
                    <a:pt x="9655231" y="98176"/>
                  </a:lnTo>
                  <a:lnTo>
                    <a:pt x="9747986" y="80403"/>
                  </a:lnTo>
                  <a:lnTo>
                    <a:pt x="9846242" y="64447"/>
                  </a:lnTo>
                  <a:lnTo>
                    <a:pt x="9948183" y="50277"/>
                  </a:lnTo>
                  <a:lnTo>
                    <a:pt x="10051080" y="37910"/>
                  </a:lnTo>
                  <a:lnTo>
                    <a:pt x="10151362" y="27386"/>
                  </a:lnTo>
                  <a:lnTo>
                    <a:pt x="10244897" y="18737"/>
                  </a:lnTo>
                  <a:lnTo>
                    <a:pt x="10327513" y="11951"/>
                  </a:lnTo>
                  <a:lnTo>
                    <a:pt x="10395687" y="6944"/>
                  </a:lnTo>
                  <a:lnTo>
                    <a:pt x="10447239" y="3538"/>
                  </a:lnTo>
                  <a:lnTo>
                    <a:pt x="10481832" y="1473"/>
                  </a:lnTo>
                  <a:lnTo>
                    <a:pt x="10501152" y="427"/>
                  </a:lnTo>
                  <a:lnTo>
                    <a:pt x="10508775" y="51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64" name="pl1564"/>
            <p:cNvSpPr/>
            <p:nvPr/>
          </p:nvSpPr>
          <p:spPr>
            <a:xfrm>
              <a:off x="4799595" y="6663407"/>
              <a:ext cx="11981298" cy="2868722"/>
            </a:xfrm>
            <a:custGeom>
              <a:avLst/>
              <a:pathLst>
                <a:path w="11981298" h="2868722">
                  <a:moveTo>
                    <a:pt x="11981298" y="0"/>
                  </a:moveTo>
                  <a:lnTo>
                    <a:pt x="10509911" y="0"/>
                  </a:lnTo>
                  <a:lnTo>
                    <a:pt x="10508732" y="53"/>
                  </a:lnTo>
                  <a:lnTo>
                    <a:pt x="10500991" y="435"/>
                  </a:lnTo>
                  <a:lnTo>
                    <a:pt x="10481499" y="1492"/>
                  </a:lnTo>
                  <a:lnTo>
                    <a:pt x="10446699" y="3572"/>
                  </a:lnTo>
                  <a:lnTo>
                    <a:pt x="10394933" y="6996"/>
                  </a:lnTo>
                  <a:lnTo>
                    <a:pt x="10326561" y="12025"/>
                  </a:lnTo>
                  <a:lnTo>
                    <a:pt x="10243785" y="18833"/>
                  </a:lnTo>
                  <a:lnTo>
                    <a:pt x="10150139" y="27506"/>
                  </a:lnTo>
                  <a:lnTo>
                    <a:pt x="10049799" y="38053"/>
                  </a:lnTo>
                  <a:lnTo>
                    <a:pt x="9946893" y="50443"/>
                  </a:lnTo>
                  <a:lnTo>
                    <a:pt x="9844984" y="64636"/>
                  </a:lnTo>
                  <a:lnTo>
                    <a:pt x="9746787" y="80614"/>
                  </a:lnTo>
                  <a:lnTo>
                    <a:pt x="9654109" y="98411"/>
                  </a:lnTo>
                  <a:lnTo>
                    <a:pt x="9567936" y="118118"/>
                  </a:lnTo>
                  <a:lnTo>
                    <a:pt x="9488595" y="139897"/>
                  </a:lnTo>
                  <a:lnTo>
                    <a:pt x="9415930" y="163975"/>
                  </a:lnTo>
                  <a:lnTo>
                    <a:pt x="9349464" y="190643"/>
                  </a:lnTo>
                  <a:lnTo>
                    <a:pt x="9288518" y="220245"/>
                  </a:lnTo>
                  <a:lnTo>
                    <a:pt x="9232315" y="253157"/>
                  </a:lnTo>
                  <a:lnTo>
                    <a:pt x="9180043" y="289759"/>
                  </a:lnTo>
                  <a:lnTo>
                    <a:pt x="9130910" y="330374"/>
                  </a:lnTo>
                  <a:lnTo>
                    <a:pt x="9084767" y="374595"/>
                  </a:lnTo>
                  <a:lnTo>
                    <a:pt x="9043655" y="419150"/>
                  </a:lnTo>
                  <a:lnTo>
                    <a:pt x="9003648" y="467282"/>
                  </a:lnTo>
                  <a:lnTo>
                    <a:pt x="8964416" y="519063"/>
                  </a:lnTo>
                  <a:lnTo>
                    <a:pt x="8925701" y="574492"/>
                  </a:lnTo>
                  <a:lnTo>
                    <a:pt x="8887301" y="633488"/>
                  </a:lnTo>
                  <a:lnTo>
                    <a:pt x="8849066" y="695884"/>
                  </a:lnTo>
                  <a:lnTo>
                    <a:pt x="8810886" y="761424"/>
                  </a:lnTo>
                  <a:lnTo>
                    <a:pt x="8772694" y="829760"/>
                  </a:lnTo>
                  <a:lnTo>
                    <a:pt x="8734449" y="900459"/>
                  </a:lnTo>
                  <a:lnTo>
                    <a:pt x="8696142" y="973011"/>
                  </a:lnTo>
                  <a:lnTo>
                    <a:pt x="8657780" y="1046843"/>
                  </a:lnTo>
                  <a:lnTo>
                    <a:pt x="8619387" y="1121338"/>
                  </a:lnTo>
                  <a:lnTo>
                    <a:pt x="8580993" y="1195853"/>
                  </a:lnTo>
                  <a:lnTo>
                    <a:pt x="8542628" y="1269748"/>
                  </a:lnTo>
                  <a:lnTo>
                    <a:pt x="8504317" y="1342403"/>
                  </a:lnTo>
                  <a:lnTo>
                    <a:pt x="8466068" y="1413240"/>
                  </a:lnTo>
                  <a:lnTo>
                    <a:pt x="8427873" y="1481745"/>
                  </a:lnTo>
                  <a:lnTo>
                    <a:pt x="8389695" y="1547480"/>
                  </a:lnTo>
                  <a:lnTo>
                    <a:pt x="8351466" y="1610092"/>
                  </a:lnTo>
                  <a:lnTo>
                    <a:pt x="8313081" y="1669317"/>
                  </a:lnTo>
                  <a:lnTo>
                    <a:pt x="8274392" y="1724983"/>
                  </a:lnTo>
                  <a:lnTo>
                    <a:pt x="8235202" y="1777004"/>
                  </a:lnTo>
                  <a:lnTo>
                    <a:pt x="8195255" y="1825375"/>
                  </a:lnTo>
                  <a:lnTo>
                    <a:pt x="8154227" y="1870161"/>
                  </a:lnTo>
                  <a:lnTo>
                    <a:pt x="8151487" y="1872978"/>
                  </a:lnTo>
                  <a:lnTo>
                    <a:pt x="8104744" y="1917734"/>
                  </a:lnTo>
                  <a:lnTo>
                    <a:pt x="8055576" y="1958297"/>
                  </a:lnTo>
                  <a:lnTo>
                    <a:pt x="8003260" y="1994850"/>
                  </a:lnTo>
                  <a:lnTo>
                    <a:pt x="7947003" y="2027719"/>
                  </a:lnTo>
                  <a:lnTo>
                    <a:pt x="7885993" y="2057282"/>
                  </a:lnTo>
                  <a:lnTo>
                    <a:pt x="7819452" y="2083916"/>
                  </a:lnTo>
                  <a:lnTo>
                    <a:pt x="7746706" y="2107963"/>
                  </a:lnTo>
                  <a:lnTo>
                    <a:pt x="7667280" y="2129715"/>
                  </a:lnTo>
                  <a:lnTo>
                    <a:pt x="7581022" y="2149397"/>
                  </a:lnTo>
                  <a:lnTo>
                    <a:pt x="7488267" y="2167170"/>
                  </a:lnTo>
                  <a:lnTo>
                    <a:pt x="7390011" y="2183127"/>
                  </a:lnTo>
                  <a:lnTo>
                    <a:pt x="7288071" y="2197296"/>
                  </a:lnTo>
                  <a:lnTo>
                    <a:pt x="7185174" y="2209664"/>
                  </a:lnTo>
                  <a:lnTo>
                    <a:pt x="7084891" y="2220188"/>
                  </a:lnTo>
                  <a:lnTo>
                    <a:pt x="6991356" y="2228837"/>
                  </a:lnTo>
                  <a:lnTo>
                    <a:pt x="6908740" y="2235622"/>
                  </a:lnTo>
                  <a:lnTo>
                    <a:pt x="6840566" y="2240630"/>
                  </a:lnTo>
                  <a:lnTo>
                    <a:pt x="6789015" y="2244035"/>
                  </a:lnTo>
                  <a:lnTo>
                    <a:pt x="6754421" y="2246100"/>
                  </a:lnTo>
                  <a:lnTo>
                    <a:pt x="6735101" y="2247146"/>
                  </a:lnTo>
                  <a:lnTo>
                    <a:pt x="6727478" y="2247522"/>
                  </a:lnTo>
                  <a:lnTo>
                    <a:pt x="6726343" y="2247574"/>
                  </a:lnTo>
                  <a:lnTo>
                    <a:pt x="5254955" y="2247574"/>
                  </a:lnTo>
                  <a:lnTo>
                    <a:pt x="5253722" y="2247590"/>
                  </a:lnTo>
                  <a:lnTo>
                    <a:pt x="5245631" y="2247700"/>
                  </a:lnTo>
                  <a:lnTo>
                    <a:pt x="5225284" y="2248006"/>
                  </a:lnTo>
                  <a:lnTo>
                    <a:pt x="5189033" y="2248608"/>
                  </a:lnTo>
                  <a:lnTo>
                    <a:pt x="5135253" y="2249599"/>
                  </a:lnTo>
                  <a:lnTo>
                    <a:pt x="5064466" y="2251051"/>
                  </a:lnTo>
                  <a:lnTo>
                    <a:pt x="4979120" y="2253014"/>
                  </a:lnTo>
                  <a:lnTo>
                    <a:pt x="4883014" y="2255509"/>
                  </a:lnTo>
                  <a:lnTo>
                    <a:pt x="4780548" y="2258538"/>
                  </a:lnTo>
                  <a:lnTo>
                    <a:pt x="4675992" y="2262091"/>
                  </a:lnTo>
                  <a:lnTo>
                    <a:pt x="4572957" y="2266155"/>
                  </a:lnTo>
                  <a:lnTo>
                    <a:pt x="4474130" y="2270730"/>
                  </a:lnTo>
                  <a:lnTo>
                    <a:pt x="4381242" y="2275826"/>
                  </a:lnTo>
                  <a:lnTo>
                    <a:pt x="4295177" y="2281474"/>
                  </a:lnTo>
                  <a:lnTo>
                    <a:pt x="4216157" y="2287725"/>
                  </a:lnTo>
                  <a:lnTo>
                    <a:pt x="4143932" y="2294649"/>
                  </a:lnTo>
                  <a:lnTo>
                    <a:pt x="4077938" y="2302335"/>
                  </a:lnTo>
                  <a:lnTo>
                    <a:pt x="4017434" y="2310884"/>
                  </a:lnTo>
                  <a:lnTo>
                    <a:pt x="3961589" y="2320407"/>
                  </a:lnTo>
                  <a:lnTo>
                    <a:pt x="3909552" y="2331012"/>
                  </a:lnTo>
                  <a:lnTo>
                    <a:pt x="3860511" y="2342782"/>
                  </a:lnTo>
                  <a:lnTo>
                    <a:pt x="3829811" y="2351099"/>
                  </a:lnTo>
                  <a:lnTo>
                    <a:pt x="3776000" y="2367493"/>
                  </a:lnTo>
                  <a:lnTo>
                    <a:pt x="3723913" y="2385608"/>
                  </a:lnTo>
                  <a:lnTo>
                    <a:pt x="3672878" y="2405469"/>
                  </a:lnTo>
                  <a:lnTo>
                    <a:pt x="3622411" y="2427035"/>
                  </a:lnTo>
                  <a:lnTo>
                    <a:pt x="3572178" y="2450195"/>
                  </a:lnTo>
                  <a:lnTo>
                    <a:pt x="3521968" y="2474764"/>
                  </a:lnTo>
                  <a:lnTo>
                    <a:pt x="3471677" y="2500486"/>
                  </a:lnTo>
                  <a:lnTo>
                    <a:pt x="3421280" y="2527037"/>
                  </a:lnTo>
                  <a:lnTo>
                    <a:pt x="3370808" y="2554047"/>
                  </a:lnTo>
                  <a:lnTo>
                    <a:pt x="3320325" y="2581119"/>
                  </a:lnTo>
                  <a:lnTo>
                    <a:pt x="3269899" y="2607850"/>
                  </a:lnTo>
                  <a:lnTo>
                    <a:pt x="3219576" y="2633859"/>
                  </a:lnTo>
                  <a:lnTo>
                    <a:pt x="3169349" y="2658807"/>
                  </a:lnTo>
                  <a:lnTo>
                    <a:pt x="3119139" y="2682417"/>
                  </a:lnTo>
                  <a:lnTo>
                    <a:pt x="3068772" y="2704480"/>
                  </a:lnTo>
                  <a:lnTo>
                    <a:pt x="3017953" y="2724863"/>
                  </a:lnTo>
                  <a:lnTo>
                    <a:pt x="2966246" y="2743507"/>
                  </a:lnTo>
                  <a:lnTo>
                    <a:pt x="2913040" y="2760416"/>
                  </a:lnTo>
                  <a:lnTo>
                    <a:pt x="2896531" y="2765197"/>
                  </a:lnTo>
                  <a:lnTo>
                    <a:pt x="2849046" y="2777749"/>
                  </a:lnTo>
                  <a:lnTo>
                    <a:pt x="2799050" y="2789106"/>
                  </a:lnTo>
                  <a:lnTo>
                    <a:pt x="2745781" y="2799323"/>
                  </a:lnTo>
                  <a:lnTo>
                    <a:pt x="2688410" y="2808494"/>
                  </a:lnTo>
                  <a:lnTo>
                    <a:pt x="2626086" y="2816730"/>
                  </a:lnTo>
                  <a:lnTo>
                    <a:pt x="2558000" y="2824140"/>
                  </a:lnTo>
                  <a:lnTo>
                    <a:pt x="2483460" y="2830820"/>
                  </a:lnTo>
                  <a:lnTo>
                    <a:pt x="2401995" y="2836855"/>
                  </a:lnTo>
                  <a:lnTo>
                    <a:pt x="2313498" y="2842306"/>
                  </a:lnTo>
                  <a:lnTo>
                    <a:pt x="2218402" y="2847217"/>
                  </a:lnTo>
                  <a:lnTo>
                    <a:pt x="2117866" y="2851614"/>
                  </a:lnTo>
                  <a:lnTo>
                    <a:pt x="2013946" y="2855501"/>
                  </a:lnTo>
                  <a:lnTo>
                    <a:pt x="1909667" y="2858872"/>
                  </a:lnTo>
                  <a:lnTo>
                    <a:pt x="1808911" y="2861716"/>
                  </a:lnTo>
                  <a:lnTo>
                    <a:pt x="1716066" y="2864025"/>
                  </a:lnTo>
                  <a:lnTo>
                    <a:pt x="1635413" y="2865807"/>
                  </a:lnTo>
                  <a:lnTo>
                    <a:pt x="1570360" y="2867091"/>
                  </a:lnTo>
                  <a:lnTo>
                    <a:pt x="1522734" y="2867937"/>
                  </a:lnTo>
                  <a:lnTo>
                    <a:pt x="1492314" y="2868425"/>
                  </a:lnTo>
                  <a:lnTo>
                    <a:pt x="1476744" y="2868651"/>
                  </a:lnTo>
                  <a:lnTo>
                    <a:pt x="1471735" y="2868718"/>
                  </a:lnTo>
                  <a:lnTo>
                    <a:pt x="1471387" y="2868722"/>
                  </a:lnTo>
                  <a:lnTo>
                    <a:pt x="0" y="286872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65" name="pg1565"/>
            <p:cNvSpPr/>
            <p:nvPr/>
          </p:nvSpPr>
          <p:spPr>
            <a:xfrm>
              <a:off x="4799595" y="9564822"/>
              <a:ext cx="11981298" cy="212497"/>
            </a:xfrm>
            <a:custGeom>
              <a:avLst/>
              <a:pathLst>
                <a:path w="11981298" h="212497">
                  <a:moveTo>
                    <a:pt x="0" y="8172"/>
                  </a:moveTo>
                  <a:lnTo>
                    <a:pt x="1471387" y="8172"/>
                  </a:lnTo>
                  <a:lnTo>
                    <a:pt x="1472624" y="8177"/>
                  </a:lnTo>
                  <a:lnTo>
                    <a:pt x="1480744" y="8209"/>
                  </a:lnTo>
                  <a:lnTo>
                    <a:pt x="1501159" y="8298"/>
                  </a:lnTo>
                  <a:lnTo>
                    <a:pt x="1537526" y="8473"/>
                  </a:lnTo>
                  <a:lnTo>
                    <a:pt x="1591467" y="8761"/>
                  </a:lnTo>
                  <a:lnTo>
                    <a:pt x="1662445" y="9183"/>
                  </a:lnTo>
                  <a:lnTo>
                    <a:pt x="1747995" y="9753"/>
                  </a:lnTo>
                  <a:lnTo>
                    <a:pt x="1844294" y="10477"/>
                  </a:lnTo>
                  <a:lnTo>
                    <a:pt x="1946925" y="11357"/>
                  </a:lnTo>
                  <a:lnTo>
                    <a:pt x="2051608" y="12388"/>
                  </a:lnTo>
                  <a:lnTo>
                    <a:pt x="2154728" y="13568"/>
                  </a:lnTo>
                  <a:lnTo>
                    <a:pt x="2253601" y="14896"/>
                  </a:lnTo>
                  <a:lnTo>
                    <a:pt x="2346504" y="16375"/>
                  </a:lnTo>
                  <a:lnTo>
                    <a:pt x="2432558" y="18015"/>
                  </a:lnTo>
                  <a:lnTo>
                    <a:pt x="2511551" y="19830"/>
                  </a:lnTo>
                  <a:lnTo>
                    <a:pt x="2583741" y="21840"/>
                  </a:lnTo>
                  <a:lnTo>
                    <a:pt x="2649696" y="24072"/>
                  </a:lnTo>
                  <a:lnTo>
                    <a:pt x="2710166" y="26556"/>
                  </a:lnTo>
                  <a:lnTo>
                    <a:pt x="2765985" y="29323"/>
                  </a:lnTo>
                  <a:lnTo>
                    <a:pt x="2818005" y="32404"/>
                  </a:lnTo>
                  <a:lnTo>
                    <a:pt x="2867041" y="35823"/>
                  </a:lnTo>
                  <a:lnTo>
                    <a:pt x="2896531" y="38140"/>
                  </a:lnTo>
                  <a:lnTo>
                    <a:pt x="2952543" y="43094"/>
                  </a:lnTo>
                  <a:lnTo>
                    <a:pt x="3006716" y="48590"/>
                  </a:lnTo>
                  <a:lnTo>
                    <a:pt x="3059797" y="54633"/>
                  </a:lnTo>
                  <a:lnTo>
                    <a:pt x="3112315" y="61209"/>
                  </a:lnTo>
                  <a:lnTo>
                    <a:pt x="3164626" y="68277"/>
                  </a:lnTo>
                  <a:lnTo>
                    <a:pt x="3216941" y="75772"/>
                  </a:lnTo>
                  <a:lnTo>
                    <a:pt x="3269359" y="83606"/>
                  </a:lnTo>
                  <a:lnTo>
                    <a:pt x="3321887" y="91668"/>
                  </a:lnTo>
                  <a:lnTo>
                    <a:pt x="3374475" y="99833"/>
                  </a:lnTo>
                  <a:lnTo>
                    <a:pt x="3427046" y="107969"/>
                  </a:lnTo>
                  <a:lnTo>
                    <a:pt x="3479530" y="115947"/>
                  </a:lnTo>
                  <a:lnTo>
                    <a:pt x="3531899" y="123648"/>
                  </a:lnTo>
                  <a:lnTo>
                    <a:pt x="3584194" y="130969"/>
                  </a:lnTo>
                  <a:lnTo>
                    <a:pt x="3636560" y="137832"/>
                  </a:lnTo>
                  <a:lnTo>
                    <a:pt x="3689267" y="144182"/>
                  </a:lnTo>
                  <a:lnTo>
                    <a:pt x="3742742" y="149991"/>
                  </a:lnTo>
                  <a:lnTo>
                    <a:pt x="3797599" y="155252"/>
                  </a:lnTo>
                  <a:lnTo>
                    <a:pt x="3829811" y="158011"/>
                  </a:lnTo>
                  <a:lnTo>
                    <a:pt x="3877355" y="161648"/>
                  </a:lnTo>
                  <a:lnTo>
                    <a:pt x="3927417" y="164939"/>
                  </a:lnTo>
                  <a:lnTo>
                    <a:pt x="3980760" y="167899"/>
                  </a:lnTo>
                  <a:lnTo>
                    <a:pt x="4038220" y="170556"/>
                  </a:lnTo>
                  <a:lnTo>
                    <a:pt x="4100649" y="172942"/>
                  </a:lnTo>
                  <a:lnTo>
                    <a:pt x="4168858" y="175088"/>
                  </a:lnTo>
                  <a:lnTo>
                    <a:pt x="4243541" y="177022"/>
                  </a:lnTo>
                  <a:lnTo>
                    <a:pt x="4325168" y="178770"/>
                  </a:lnTo>
                  <a:lnTo>
                    <a:pt x="4413842" y="180348"/>
                  </a:lnTo>
                  <a:lnTo>
                    <a:pt x="4509123" y="181770"/>
                  </a:lnTo>
                  <a:lnTo>
                    <a:pt x="4609838" y="183042"/>
                  </a:lnTo>
                  <a:lnTo>
                    <a:pt x="4713911" y="184167"/>
                  </a:lnTo>
                  <a:lnTo>
                    <a:pt x="4818293" y="185141"/>
                  </a:lnTo>
                  <a:lnTo>
                    <a:pt x="4919077" y="185963"/>
                  </a:lnTo>
                  <a:lnTo>
                    <a:pt x="5011855" y="186630"/>
                  </a:lnTo>
                  <a:lnTo>
                    <a:pt x="5092341" y="187143"/>
                  </a:lnTo>
                  <a:lnTo>
                    <a:pt x="5157136" y="187513"/>
                  </a:lnTo>
                  <a:lnTo>
                    <a:pt x="5204447" y="187755"/>
                  </a:lnTo>
                  <a:lnTo>
                    <a:pt x="5234538" y="187895"/>
                  </a:lnTo>
                  <a:lnTo>
                    <a:pt x="5249822" y="187959"/>
                  </a:lnTo>
                  <a:lnTo>
                    <a:pt x="5254645" y="187977"/>
                  </a:lnTo>
                  <a:lnTo>
                    <a:pt x="5254955" y="187978"/>
                  </a:lnTo>
                  <a:lnTo>
                    <a:pt x="6726343" y="187978"/>
                  </a:lnTo>
                  <a:lnTo>
                    <a:pt x="6727580" y="187979"/>
                  </a:lnTo>
                  <a:lnTo>
                    <a:pt x="6735702" y="187983"/>
                  </a:lnTo>
                  <a:lnTo>
                    <a:pt x="6756123" y="187996"/>
                  </a:lnTo>
                  <a:lnTo>
                    <a:pt x="6792501" y="188019"/>
                  </a:lnTo>
                  <a:lnTo>
                    <a:pt x="6846456" y="188059"/>
                  </a:lnTo>
                  <a:lnTo>
                    <a:pt x="6917452" y="188116"/>
                  </a:lnTo>
                  <a:lnTo>
                    <a:pt x="7003020" y="188194"/>
                  </a:lnTo>
                  <a:lnTo>
                    <a:pt x="7099336" y="188293"/>
                  </a:lnTo>
                  <a:lnTo>
                    <a:pt x="7201982" y="188413"/>
                  </a:lnTo>
                  <a:lnTo>
                    <a:pt x="7306677" y="188553"/>
                  </a:lnTo>
                  <a:lnTo>
                    <a:pt x="7409805" y="188714"/>
                  </a:lnTo>
                  <a:lnTo>
                    <a:pt x="7508682" y="188896"/>
                  </a:lnTo>
                  <a:lnTo>
                    <a:pt x="7601585" y="189097"/>
                  </a:lnTo>
                  <a:lnTo>
                    <a:pt x="7687639" y="189321"/>
                  </a:lnTo>
                  <a:lnTo>
                    <a:pt x="7766629" y="189568"/>
                  </a:lnTo>
                  <a:lnTo>
                    <a:pt x="7838816" y="189843"/>
                  </a:lnTo>
                  <a:lnTo>
                    <a:pt x="7904768" y="190147"/>
                  </a:lnTo>
                  <a:lnTo>
                    <a:pt x="7965235" y="190486"/>
                  </a:lnTo>
                  <a:lnTo>
                    <a:pt x="8021052" y="190863"/>
                  </a:lnTo>
                  <a:lnTo>
                    <a:pt x="8073070" y="191284"/>
                  </a:lnTo>
                  <a:lnTo>
                    <a:pt x="8122106" y="191750"/>
                  </a:lnTo>
                  <a:lnTo>
                    <a:pt x="8151487" y="192065"/>
                  </a:lnTo>
                  <a:lnTo>
                    <a:pt x="8207719" y="192743"/>
                  </a:lnTo>
                  <a:lnTo>
                    <a:pt x="8262102" y="193496"/>
                  </a:lnTo>
                  <a:lnTo>
                    <a:pt x="8315389" y="194324"/>
                  </a:lnTo>
                  <a:lnTo>
                    <a:pt x="8368113" y="195226"/>
                  </a:lnTo>
                  <a:lnTo>
                    <a:pt x="8420633" y="196195"/>
                  </a:lnTo>
                  <a:lnTo>
                    <a:pt x="8473161" y="197222"/>
                  </a:lnTo>
                  <a:lnTo>
                    <a:pt x="8525792" y="198295"/>
                  </a:lnTo>
                  <a:lnTo>
                    <a:pt x="8578534" y="199400"/>
                  </a:lnTo>
                  <a:lnTo>
                    <a:pt x="8631335" y="200518"/>
                  </a:lnTo>
                  <a:lnTo>
                    <a:pt x="8684115" y="201631"/>
                  </a:lnTo>
                  <a:lnTo>
                    <a:pt x="8736805" y="202722"/>
                  </a:lnTo>
                  <a:lnTo>
                    <a:pt x="8789379" y="203775"/>
                  </a:lnTo>
                  <a:lnTo>
                    <a:pt x="8841884" y="204774"/>
                  </a:lnTo>
                  <a:lnTo>
                    <a:pt x="8894471" y="205710"/>
                  </a:lnTo>
                  <a:lnTo>
                    <a:pt x="8947422" y="206575"/>
                  </a:lnTo>
                  <a:lnTo>
                    <a:pt x="9001178" y="207366"/>
                  </a:lnTo>
                  <a:lnTo>
                    <a:pt x="9056376" y="208081"/>
                  </a:lnTo>
                  <a:lnTo>
                    <a:pt x="9084767" y="208411"/>
                  </a:lnTo>
                  <a:lnTo>
                    <a:pt x="9132316" y="208907"/>
                  </a:lnTo>
                  <a:lnTo>
                    <a:pt x="9182384" y="209356"/>
                  </a:lnTo>
                  <a:lnTo>
                    <a:pt x="9235734" y="209760"/>
                  </a:lnTo>
                  <a:lnTo>
                    <a:pt x="9293202" y="210122"/>
                  </a:lnTo>
                  <a:lnTo>
                    <a:pt x="9355640" y="210447"/>
                  </a:lnTo>
                  <a:lnTo>
                    <a:pt x="9423860" y="210740"/>
                  </a:lnTo>
                  <a:lnTo>
                    <a:pt x="9498556" y="211004"/>
                  </a:lnTo>
                  <a:lnTo>
                    <a:pt x="9580197" y="211242"/>
                  </a:lnTo>
                  <a:lnTo>
                    <a:pt x="9668887" y="211457"/>
                  </a:lnTo>
                  <a:lnTo>
                    <a:pt x="9764186" y="211651"/>
                  </a:lnTo>
                  <a:lnTo>
                    <a:pt x="9864917" y="211824"/>
                  </a:lnTo>
                  <a:lnTo>
                    <a:pt x="9969003" y="211978"/>
                  </a:lnTo>
                  <a:lnTo>
                    <a:pt x="10073395" y="212111"/>
                  </a:lnTo>
                  <a:lnTo>
                    <a:pt x="10174181" y="212223"/>
                  </a:lnTo>
                  <a:lnTo>
                    <a:pt x="10266952" y="212314"/>
                  </a:lnTo>
                  <a:lnTo>
                    <a:pt x="10347423" y="212384"/>
                  </a:lnTo>
                  <a:lnTo>
                    <a:pt x="10412195" y="212434"/>
                  </a:lnTo>
                  <a:lnTo>
                    <a:pt x="10459477" y="212467"/>
                  </a:lnTo>
                  <a:lnTo>
                    <a:pt x="10489540" y="212486"/>
                  </a:lnTo>
                  <a:lnTo>
                    <a:pt x="10504798" y="212495"/>
                  </a:lnTo>
                  <a:lnTo>
                    <a:pt x="10509604" y="212497"/>
                  </a:lnTo>
                  <a:lnTo>
                    <a:pt x="10509911" y="212497"/>
                  </a:lnTo>
                  <a:lnTo>
                    <a:pt x="11981298" y="212497"/>
                  </a:lnTo>
                  <a:lnTo>
                    <a:pt x="11981298" y="204324"/>
                  </a:lnTo>
                  <a:lnTo>
                    <a:pt x="10509911" y="204324"/>
                  </a:lnTo>
                  <a:lnTo>
                    <a:pt x="10508673" y="204324"/>
                  </a:lnTo>
                  <a:lnTo>
                    <a:pt x="10500551" y="204319"/>
                  </a:lnTo>
                  <a:lnTo>
                    <a:pt x="10480130" y="204307"/>
                  </a:lnTo>
                  <a:lnTo>
                    <a:pt x="10443752" y="204283"/>
                  </a:lnTo>
                  <a:lnTo>
                    <a:pt x="10389797" y="204244"/>
                  </a:lnTo>
                  <a:lnTo>
                    <a:pt x="10318801" y="204187"/>
                  </a:lnTo>
                  <a:lnTo>
                    <a:pt x="10233233" y="204109"/>
                  </a:lnTo>
                  <a:lnTo>
                    <a:pt x="10136917" y="204010"/>
                  </a:lnTo>
                  <a:lnTo>
                    <a:pt x="10034271" y="203890"/>
                  </a:lnTo>
                  <a:lnTo>
                    <a:pt x="9929577" y="203749"/>
                  </a:lnTo>
                  <a:lnTo>
                    <a:pt x="9826448" y="203589"/>
                  </a:lnTo>
                  <a:lnTo>
                    <a:pt x="9727571" y="203407"/>
                  </a:lnTo>
                  <a:lnTo>
                    <a:pt x="9634668" y="203206"/>
                  </a:lnTo>
                  <a:lnTo>
                    <a:pt x="9548614" y="202982"/>
                  </a:lnTo>
                  <a:lnTo>
                    <a:pt x="9469624" y="202734"/>
                  </a:lnTo>
                  <a:lnTo>
                    <a:pt x="9397437" y="202460"/>
                  </a:lnTo>
                  <a:lnTo>
                    <a:pt x="9331485" y="202156"/>
                  </a:lnTo>
                  <a:lnTo>
                    <a:pt x="9271018" y="201817"/>
                  </a:lnTo>
                  <a:lnTo>
                    <a:pt x="9215202" y="201440"/>
                  </a:lnTo>
                  <a:lnTo>
                    <a:pt x="9163183" y="201019"/>
                  </a:lnTo>
                  <a:lnTo>
                    <a:pt x="9114148" y="200553"/>
                  </a:lnTo>
                  <a:lnTo>
                    <a:pt x="9084767" y="200238"/>
                  </a:lnTo>
                  <a:lnTo>
                    <a:pt x="9028534" y="199560"/>
                  </a:lnTo>
                  <a:lnTo>
                    <a:pt x="8974151" y="198807"/>
                  </a:lnTo>
                  <a:lnTo>
                    <a:pt x="8920864" y="197979"/>
                  </a:lnTo>
                  <a:lnTo>
                    <a:pt x="8868140" y="197077"/>
                  </a:lnTo>
                  <a:lnTo>
                    <a:pt x="8815620" y="196108"/>
                  </a:lnTo>
                  <a:lnTo>
                    <a:pt x="8763093" y="195081"/>
                  </a:lnTo>
                  <a:lnTo>
                    <a:pt x="8710461" y="194007"/>
                  </a:lnTo>
                  <a:lnTo>
                    <a:pt x="8657719" y="192903"/>
                  </a:lnTo>
                  <a:lnTo>
                    <a:pt x="8604919" y="191785"/>
                  </a:lnTo>
                  <a:lnTo>
                    <a:pt x="8552139" y="190672"/>
                  </a:lnTo>
                  <a:lnTo>
                    <a:pt x="8499448" y="189581"/>
                  </a:lnTo>
                  <a:lnTo>
                    <a:pt x="8446874" y="188528"/>
                  </a:lnTo>
                  <a:lnTo>
                    <a:pt x="8394369" y="187529"/>
                  </a:lnTo>
                  <a:lnTo>
                    <a:pt x="8341782" y="186593"/>
                  </a:lnTo>
                  <a:lnTo>
                    <a:pt x="8288831" y="185728"/>
                  </a:lnTo>
                  <a:lnTo>
                    <a:pt x="8235075" y="184937"/>
                  </a:lnTo>
                  <a:lnTo>
                    <a:pt x="8179877" y="184222"/>
                  </a:lnTo>
                  <a:lnTo>
                    <a:pt x="8151487" y="183892"/>
                  </a:lnTo>
                  <a:lnTo>
                    <a:pt x="8103938" y="183396"/>
                  </a:lnTo>
                  <a:lnTo>
                    <a:pt x="8053870" y="182947"/>
                  </a:lnTo>
                  <a:lnTo>
                    <a:pt x="8000519" y="182543"/>
                  </a:lnTo>
                  <a:lnTo>
                    <a:pt x="7943052" y="182181"/>
                  </a:lnTo>
                  <a:lnTo>
                    <a:pt x="7880614" y="181856"/>
                  </a:lnTo>
                  <a:lnTo>
                    <a:pt x="7812394" y="181563"/>
                  </a:lnTo>
                  <a:lnTo>
                    <a:pt x="7737698" y="181299"/>
                  </a:lnTo>
                  <a:lnTo>
                    <a:pt x="7656056" y="181061"/>
                  </a:lnTo>
                  <a:lnTo>
                    <a:pt x="7567366" y="180846"/>
                  </a:lnTo>
                  <a:lnTo>
                    <a:pt x="7472068" y="180652"/>
                  </a:lnTo>
                  <a:lnTo>
                    <a:pt x="7371337" y="180478"/>
                  </a:lnTo>
                  <a:lnTo>
                    <a:pt x="7267250" y="180325"/>
                  </a:lnTo>
                  <a:lnTo>
                    <a:pt x="7162859" y="180192"/>
                  </a:lnTo>
                  <a:lnTo>
                    <a:pt x="7062073" y="180080"/>
                  </a:lnTo>
                  <a:lnTo>
                    <a:pt x="6969301" y="179989"/>
                  </a:lnTo>
                  <a:lnTo>
                    <a:pt x="6888830" y="179919"/>
                  </a:lnTo>
                  <a:lnTo>
                    <a:pt x="6824058" y="179869"/>
                  </a:lnTo>
                  <a:lnTo>
                    <a:pt x="6776776" y="179836"/>
                  </a:lnTo>
                  <a:lnTo>
                    <a:pt x="6746714" y="179817"/>
                  </a:lnTo>
                  <a:lnTo>
                    <a:pt x="6731455" y="179808"/>
                  </a:lnTo>
                  <a:lnTo>
                    <a:pt x="6726649" y="179806"/>
                  </a:lnTo>
                  <a:lnTo>
                    <a:pt x="6726343" y="179805"/>
                  </a:lnTo>
                  <a:lnTo>
                    <a:pt x="5254955" y="179805"/>
                  </a:lnTo>
                  <a:lnTo>
                    <a:pt x="5253718" y="179801"/>
                  </a:lnTo>
                  <a:lnTo>
                    <a:pt x="5245598" y="179769"/>
                  </a:lnTo>
                  <a:lnTo>
                    <a:pt x="5225183" y="179680"/>
                  </a:lnTo>
                  <a:lnTo>
                    <a:pt x="5188816" y="179505"/>
                  </a:lnTo>
                  <a:lnTo>
                    <a:pt x="5134875" y="179217"/>
                  </a:lnTo>
                  <a:lnTo>
                    <a:pt x="5063897" y="178795"/>
                  </a:lnTo>
                  <a:lnTo>
                    <a:pt x="4978347" y="178225"/>
                  </a:lnTo>
                  <a:lnTo>
                    <a:pt x="4882048" y="177501"/>
                  </a:lnTo>
                  <a:lnTo>
                    <a:pt x="4779417" y="176621"/>
                  </a:lnTo>
                  <a:lnTo>
                    <a:pt x="4674734" y="175590"/>
                  </a:lnTo>
                  <a:lnTo>
                    <a:pt x="4571614" y="174410"/>
                  </a:lnTo>
                  <a:lnTo>
                    <a:pt x="4472741" y="173082"/>
                  </a:lnTo>
                  <a:lnTo>
                    <a:pt x="4379839" y="171603"/>
                  </a:lnTo>
                  <a:lnTo>
                    <a:pt x="4293784" y="169963"/>
                  </a:lnTo>
                  <a:lnTo>
                    <a:pt x="4214792" y="168148"/>
                  </a:lnTo>
                  <a:lnTo>
                    <a:pt x="4142601" y="166138"/>
                  </a:lnTo>
                  <a:lnTo>
                    <a:pt x="4076646" y="163906"/>
                  </a:lnTo>
                  <a:lnTo>
                    <a:pt x="4016176" y="161422"/>
                  </a:lnTo>
                  <a:lnTo>
                    <a:pt x="3960357" y="158655"/>
                  </a:lnTo>
                  <a:lnTo>
                    <a:pt x="3908337" y="155574"/>
                  </a:lnTo>
                  <a:lnTo>
                    <a:pt x="3859301" y="152155"/>
                  </a:lnTo>
                  <a:lnTo>
                    <a:pt x="3829811" y="149838"/>
                  </a:lnTo>
                  <a:lnTo>
                    <a:pt x="3773800" y="144884"/>
                  </a:lnTo>
                  <a:lnTo>
                    <a:pt x="3719626" y="139388"/>
                  </a:lnTo>
                  <a:lnTo>
                    <a:pt x="3666545" y="133345"/>
                  </a:lnTo>
                  <a:lnTo>
                    <a:pt x="3614027" y="126769"/>
                  </a:lnTo>
                  <a:lnTo>
                    <a:pt x="3561716" y="119701"/>
                  </a:lnTo>
                  <a:lnTo>
                    <a:pt x="3509401" y="112206"/>
                  </a:lnTo>
                  <a:lnTo>
                    <a:pt x="3456983" y="104372"/>
                  </a:lnTo>
                  <a:lnTo>
                    <a:pt x="3404455" y="96310"/>
                  </a:lnTo>
                  <a:lnTo>
                    <a:pt x="3351867" y="88145"/>
                  </a:lnTo>
                  <a:lnTo>
                    <a:pt x="3299296" y="80009"/>
                  </a:lnTo>
                  <a:lnTo>
                    <a:pt x="3246812" y="72031"/>
                  </a:lnTo>
                  <a:lnTo>
                    <a:pt x="3194443" y="64330"/>
                  </a:lnTo>
                  <a:lnTo>
                    <a:pt x="3142148" y="57009"/>
                  </a:lnTo>
                  <a:lnTo>
                    <a:pt x="3089782" y="50146"/>
                  </a:lnTo>
                  <a:lnTo>
                    <a:pt x="3037075" y="43796"/>
                  </a:lnTo>
                  <a:lnTo>
                    <a:pt x="2983601" y="37987"/>
                  </a:lnTo>
                  <a:lnTo>
                    <a:pt x="2928743" y="32726"/>
                  </a:lnTo>
                  <a:lnTo>
                    <a:pt x="2896531" y="29967"/>
                  </a:lnTo>
                  <a:lnTo>
                    <a:pt x="2848987" y="26330"/>
                  </a:lnTo>
                  <a:lnTo>
                    <a:pt x="2798925" y="23039"/>
                  </a:lnTo>
                  <a:lnTo>
                    <a:pt x="2745582" y="20079"/>
                  </a:lnTo>
                  <a:lnTo>
                    <a:pt x="2688122" y="17422"/>
                  </a:lnTo>
                  <a:lnTo>
                    <a:pt x="2625694" y="15036"/>
                  </a:lnTo>
                  <a:lnTo>
                    <a:pt x="2557485" y="12890"/>
                  </a:lnTo>
                  <a:lnTo>
                    <a:pt x="2482801" y="10955"/>
                  </a:lnTo>
                  <a:lnTo>
                    <a:pt x="2401174" y="9208"/>
                  </a:lnTo>
                  <a:lnTo>
                    <a:pt x="2312500" y="7630"/>
                  </a:lnTo>
                  <a:lnTo>
                    <a:pt x="2217219" y="6208"/>
                  </a:lnTo>
                  <a:lnTo>
                    <a:pt x="2116504" y="4936"/>
                  </a:lnTo>
                  <a:lnTo>
                    <a:pt x="2012431" y="3811"/>
                  </a:lnTo>
                  <a:lnTo>
                    <a:pt x="1908049" y="2837"/>
                  </a:lnTo>
                  <a:lnTo>
                    <a:pt x="1807265" y="2015"/>
                  </a:lnTo>
                  <a:lnTo>
                    <a:pt x="1714487" y="1348"/>
                  </a:lnTo>
                  <a:lnTo>
                    <a:pt x="1634001" y="835"/>
                  </a:lnTo>
                  <a:lnTo>
                    <a:pt x="1569206" y="465"/>
                  </a:lnTo>
                  <a:lnTo>
                    <a:pt x="1521895" y="223"/>
                  </a:lnTo>
                  <a:lnTo>
                    <a:pt x="1491804" y="83"/>
                  </a:lnTo>
                  <a:lnTo>
                    <a:pt x="1476520" y="19"/>
                  </a:lnTo>
                  <a:lnTo>
                    <a:pt x="1471697" y="1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C34A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566" name="pl1566"/>
            <p:cNvSpPr/>
            <p:nvPr/>
          </p:nvSpPr>
          <p:spPr>
            <a:xfrm>
              <a:off x="4799595" y="9572995"/>
              <a:ext cx="11981298" cy="204324"/>
            </a:xfrm>
            <a:custGeom>
              <a:avLst/>
              <a:pathLst>
                <a:path w="11981298" h="204324">
                  <a:moveTo>
                    <a:pt x="0" y="0"/>
                  </a:moveTo>
                  <a:lnTo>
                    <a:pt x="1471387" y="0"/>
                  </a:lnTo>
                  <a:lnTo>
                    <a:pt x="1472624" y="4"/>
                  </a:lnTo>
                  <a:lnTo>
                    <a:pt x="1480744" y="36"/>
                  </a:lnTo>
                  <a:lnTo>
                    <a:pt x="1501159" y="125"/>
                  </a:lnTo>
                  <a:lnTo>
                    <a:pt x="1537526" y="300"/>
                  </a:lnTo>
                  <a:lnTo>
                    <a:pt x="1591467" y="588"/>
                  </a:lnTo>
                  <a:lnTo>
                    <a:pt x="1662445" y="1010"/>
                  </a:lnTo>
                  <a:lnTo>
                    <a:pt x="1747995" y="1580"/>
                  </a:lnTo>
                  <a:lnTo>
                    <a:pt x="1844294" y="2304"/>
                  </a:lnTo>
                  <a:lnTo>
                    <a:pt x="1946925" y="3184"/>
                  </a:lnTo>
                  <a:lnTo>
                    <a:pt x="2051608" y="4215"/>
                  </a:lnTo>
                  <a:lnTo>
                    <a:pt x="2154728" y="5395"/>
                  </a:lnTo>
                  <a:lnTo>
                    <a:pt x="2253601" y="6723"/>
                  </a:lnTo>
                  <a:lnTo>
                    <a:pt x="2346504" y="8202"/>
                  </a:lnTo>
                  <a:lnTo>
                    <a:pt x="2432558" y="9842"/>
                  </a:lnTo>
                  <a:lnTo>
                    <a:pt x="2511551" y="11657"/>
                  </a:lnTo>
                  <a:lnTo>
                    <a:pt x="2583741" y="13667"/>
                  </a:lnTo>
                  <a:lnTo>
                    <a:pt x="2649696" y="15899"/>
                  </a:lnTo>
                  <a:lnTo>
                    <a:pt x="2710166" y="18383"/>
                  </a:lnTo>
                  <a:lnTo>
                    <a:pt x="2765985" y="21150"/>
                  </a:lnTo>
                  <a:lnTo>
                    <a:pt x="2818005" y="24231"/>
                  </a:lnTo>
                  <a:lnTo>
                    <a:pt x="2867041" y="27650"/>
                  </a:lnTo>
                  <a:lnTo>
                    <a:pt x="2896531" y="29967"/>
                  </a:lnTo>
                  <a:lnTo>
                    <a:pt x="2952543" y="34921"/>
                  </a:lnTo>
                  <a:lnTo>
                    <a:pt x="3006716" y="40417"/>
                  </a:lnTo>
                  <a:lnTo>
                    <a:pt x="3059797" y="46460"/>
                  </a:lnTo>
                  <a:lnTo>
                    <a:pt x="3112315" y="53036"/>
                  </a:lnTo>
                  <a:lnTo>
                    <a:pt x="3164626" y="60104"/>
                  </a:lnTo>
                  <a:lnTo>
                    <a:pt x="3216941" y="67599"/>
                  </a:lnTo>
                  <a:lnTo>
                    <a:pt x="3269359" y="75433"/>
                  </a:lnTo>
                  <a:lnTo>
                    <a:pt x="3321887" y="83495"/>
                  </a:lnTo>
                  <a:lnTo>
                    <a:pt x="3374475" y="91660"/>
                  </a:lnTo>
                  <a:lnTo>
                    <a:pt x="3427046" y="99796"/>
                  </a:lnTo>
                  <a:lnTo>
                    <a:pt x="3479530" y="107774"/>
                  </a:lnTo>
                  <a:lnTo>
                    <a:pt x="3531899" y="115475"/>
                  </a:lnTo>
                  <a:lnTo>
                    <a:pt x="3584194" y="122796"/>
                  </a:lnTo>
                  <a:lnTo>
                    <a:pt x="3636560" y="129659"/>
                  </a:lnTo>
                  <a:lnTo>
                    <a:pt x="3689267" y="136009"/>
                  </a:lnTo>
                  <a:lnTo>
                    <a:pt x="3742742" y="141818"/>
                  </a:lnTo>
                  <a:lnTo>
                    <a:pt x="3797599" y="147079"/>
                  </a:lnTo>
                  <a:lnTo>
                    <a:pt x="3829811" y="149838"/>
                  </a:lnTo>
                  <a:lnTo>
                    <a:pt x="3877355" y="153475"/>
                  </a:lnTo>
                  <a:lnTo>
                    <a:pt x="3927417" y="156766"/>
                  </a:lnTo>
                  <a:lnTo>
                    <a:pt x="3980760" y="159726"/>
                  </a:lnTo>
                  <a:lnTo>
                    <a:pt x="4038220" y="162383"/>
                  </a:lnTo>
                  <a:lnTo>
                    <a:pt x="4100649" y="164769"/>
                  </a:lnTo>
                  <a:lnTo>
                    <a:pt x="4168858" y="166915"/>
                  </a:lnTo>
                  <a:lnTo>
                    <a:pt x="4243541" y="168849"/>
                  </a:lnTo>
                  <a:lnTo>
                    <a:pt x="4325168" y="170597"/>
                  </a:lnTo>
                  <a:lnTo>
                    <a:pt x="4413842" y="172175"/>
                  </a:lnTo>
                  <a:lnTo>
                    <a:pt x="4509123" y="173597"/>
                  </a:lnTo>
                  <a:lnTo>
                    <a:pt x="4609838" y="174869"/>
                  </a:lnTo>
                  <a:lnTo>
                    <a:pt x="4713911" y="175994"/>
                  </a:lnTo>
                  <a:lnTo>
                    <a:pt x="4818293" y="176968"/>
                  </a:lnTo>
                  <a:lnTo>
                    <a:pt x="4919077" y="177790"/>
                  </a:lnTo>
                  <a:lnTo>
                    <a:pt x="5011855" y="178457"/>
                  </a:lnTo>
                  <a:lnTo>
                    <a:pt x="5092341" y="178970"/>
                  </a:lnTo>
                  <a:lnTo>
                    <a:pt x="5157136" y="179340"/>
                  </a:lnTo>
                  <a:lnTo>
                    <a:pt x="5204447" y="179582"/>
                  </a:lnTo>
                  <a:lnTo>
                    <a:pt x="5234538" y="179722"/>
                  </a:lnTo>
                  <a:lnTo>
                    <a:pt x="5249822" y="179786"/>
                  </a:lnTo>
                  <a:lnTo>
                    <a:pt x="5254645" y="179804"/>
                  </a:lnTo>
                  <a:lnTo>
                    <a:pt x="5254955" y="179805"/>
                  </a:lnTo>
                  <a:lnTo>
                    <a:pt x="6726343" y="179805"/>
                  </a:lnTo>
                  <a:lnTo>
                    <a:pt x="6727580" y="179806"/>
                  </a:lnTo>
                  <a:lnTo>
                    <a:pt x="6735702" y="179810"/>
                  </a:lnTo>
                  <a:lnTo>
                    <a:pt x="6756123" y="179823"/>
                  </a:lnTo>
                  <a:lnTo>
                    <a:pt x="6792501" y="179846"/>
                  </a:lnTo>
                  <a:lnTo>
                    <a:pt x="6846456" y="179886"/>
                  </a:lnTo>
                  <a:lnTo>
                    <a:pt x="6917452" y="179943"/>
                  </a:lnTo>
                  <a:lnTo>
                    <a:pt x="7003020" y="180021"/>
                  </a:lnTo>
                  <a:lnTo>
                    <a:pt x="7099336" y="180120"/>
                  </a:lnTo>
                  <a:lnTo>
                    <a:pt x="7201982" y="180240"/>
                  </a:lnTo>
                  <a:lnTo>
                    <a:pt x="7306677" y="180380"/>
                  </a:lnTo>
                  <a:lnTo>
                    <a:pt x="7409805" y="180541"/>
                  </a:lnTo>
                  <a:lnTo>
                    <a:pt x="7508682" y="180723"/>
                  </a:lnTo>
                  <a:lnTo>
                    <a:pt x="7601585" y="180924"/>
                  </a:lnTo>
                  <a:lnTo>
                    <a:pt x="7687639" y="181148"/>
                  </a:lnTo>
                  <a:lnTo>
                    <a:pt x="7766629" y="181395"/>
                  </a:lnTo>
                  <a:lnTo>
                    <a:pt x="7838816" y="181670"/>
                  </a:lnTo>
                  <a:lnTo>
                    <a:pt x="7904768" y="181974"/>
                  </a:lnTo>
                  <a:lnTo>
                    <a:pt x="7965235" y="182313"/>
                  </a:lnTo>
                  <a:lnTo>
                    <a:pt x="8021052" y="182690"/>
                  </a:lnTo>
                  <a:lnTo>
                    <a:pt x="8073070" y="183111"/>
                  </a:lnTo>
                  <a:lnTo>
                    <a:pt x="8122106" y="183577"/>
                  </a:lnTo>
                  <a:lnTo>
                    <a:pt x="8151487" y="183892"/>
                  </a:lnTo>
                  <a:lnTo>
                    <a:pt x="8207719" y="184570"/>
                  </a:lnTo>
                  <a:lnTo>
                    <a:pt x="8262102" y="185323"/>
                  </a:lnTo>
                  <a:lnTo>
                    <a:pt x="8315389" y="186151"/>
                  </a:lnTo>
                  <a:lnTo>
                    <a:pt x="8368113" y="187053"/>
                  </a:lnTo>
                  <a:lnTo>
                    <a:pt x="8420633" y="188022"/>
                  </a:lnTo>
                  <a:lnTo>
                    <a:pt x="8473161" y="189049"/>
                  </a:lnTo>
                  <a:lnTo>
                    <a:pt x="8525792" y="190122"/>
                  </a:lnTo>
                  <a:lnTo>
                    <a:pt x="8578534" y="191227"/>
                  </a:lnTo>
                  <a:lnTo>
                    <a:pt x="8631335" y="192345"/>
                  </a:lnTo>
                  <a:lnTo>
                    <a:pt x="8684115" y="193458"/>
                  </a:lnTo>
                  <a:lnTo>
                    <a:pt x="8736805" y="194549"/>
                  </a:lnTo>
                  <a:lnTo>
                    <a:pt x="8789379" y="195602"/>
                  </a:lnTo>
                  <a:lnTo>
                    <a:pt x="8841884" y="196601"/>
                  </a:lnTo>
                  <a:lnTo>
                    <a:pt x="8894471" y="197537"/>
                  </a:lnTo>
                  <a:lnTo>
                    <a:pt x="8947422" y="198402"/>
                  </a:lnTo>
                  <a:lnTo>
                    <a:pt x="9001178" y="199193"/>
                  </a:lnTo>
                  <a:lnTo>
                    <a:pt x="9056376" y="199908"/>
                  </a:lnTo>
                  <a:lnTo>
                    <a:pt x="9084767" y="200238"/>
                  </a:lnTo>
                  <a:lnTo>
                    <a:pt x="9132316" y="200734"/>
                  </a:lnTo>
                  <a:lnTo>
                    <a:pt x="9182384" y="201183"/>
                  </a:lnTo>
                  <a:lnTo>
                    <a:pt x="9235734" y="201587"/>
                  </a:lnTo>
                  <a:lnTo>
                    <a:pt x="9293202" y="201949"/>
                  </a:lnTo>
                  <a:lnTo>
                    <a:pt x="9355640" y="202274"/>
                  </a:lnTo>
                  <a:lnTo>
                    <a:pt x="9423860" y="202567"/>
                  </a:lnTo>
                  <a:lnTo>
                    <a:pt x="9498556" y="202831"/>
                  </a:lnTo>
                  <a:lnTo>
                    <a:pt x="9580197" y="203069"/>
                  </a:lnTo>
                  <a:lnTo>
                    <a:pt x="9668887" y="203284"/>
                  </a:lnTo>
                  <a:lnTo>
                    <a:pt x="9764186" y="203478"/>
                  </a:lnTo>
                  <a:lnTo>
                    <a:pt x="9864917" y="203651"/>
                  </a:lnTo>
                  <a:lnTo>
                    <a:pt x="9969003" y="203805"/>
                  </a:lnTo>
                  <a:lnTo>
                    <a:pt x="10073395" y="203938"/>
                  </a:lnTo>
                  <a:lnTo>
                    <a:pt x="10174181" y="204050"/>
                  </a:lnTo>
                  <a:lnTo>
                    <a:pt x="10266952" y="204141"/>
                  </a:lnTo>
                  <a:lnTo>
                    <a:pt x="10347423" y="204211"/>
                  </a:lnTo>
                  <a:lnTo>
                    <a:pt x="10412195" y="204261"/>
                  </a:lnTo>
                  <a:lnTo>
                    <a:pt x="10459477" y="204294"/>
                  </a:lnTo>
                  <a:lnTo>
                    <a:pt x="10489540" y="204313"/>
                  </a:lnTo>
                  <a:lnTo>
                    <a:pt x="10504798" y="204322"/>
                  </a:lnTo>
                  <a:lnTo>
                    <a:pt x="10509604" y="204324"/>
                  </a:lnTo>
                  <a:lnTo>
                    <a:pt x="10509911" y="204324"/>
                  </a:lnTo>
                  <a:lnTo>
                    <a:pt x="11981298" y="20432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67" name="pl1567"/>
            <p:cNvSpPr/>
            <p:nvPr/>
          </p:nvSpPr>
          <p:spPr>
            <a:xfrm>
              <a:off x="4799595" y="9564822"/>
              <a:ext cx="11981298" cy="204324"/>
            </a:xfrm>
            <a:custGeom>
              <a:avLst/>
              <a:pathLst>
                <a:path w="11981298" h="204324">
                  <a:moveTo>
                    <a:pt x="11981298" y="204324"/>
                  </a:moveTo>
                  <a:lnTo>
                    <a:pt x="10509911" y="204324"/>
                  </a:lnTo>
                  <a:lnTo>
                    <a:pt x="10508673" y="204324"/>
                  </a:lnTo>
                  <a:lnTo>
                    <a:pt x="10500551" y="204319"/>
                  </a:lnTo>
                  <a:lnTo>
                    <a:pt x="10480130" y="204307"/>
                  </a:lnTo>
                  <a:lnTo>
                    <a:pt x="10443752" y="204283"/>
                  </a:lnTo>
                  <a:lnTo>
                    <a:pt x="10389797" y="204244"/>
                  </a:lnTo>
                  <a:lnTo>
                    <a:pt x="10318801" y="204187"/>
                  </a:lnTo>
                  <a:lnTo>
                    <a:pt x="10233233" y="204109"/>
                  </a:lnTo>
                  <a:lnTo>
                    <a:pt x="10136917" y="204010"/>
                  </a:lnTo>
                  <a:lnTo>
                    <a:pt x="10034271" y="203890"/>
                  </a:lnTo>
                  <a:lnTo>
                    <a:pt x="9929577" y="203749"/>
                  </a:lnTo>
                  <a:lnTo>
                    <a:pt x="9826448" y="203589"/>
                  </a:lnTo>
                  <a:lnTo>
                    <a:pt x="9727571" y="203407"/>
                  </a:lnTo>
                  <a:lnTo>
                    <a:pt x="9634668" y="203206"/>
                  </a:lnTo>
                  <a:lnTo>
                    <a:pt x="9548614" y="202982"/>
                  </a:lnTo>
                  <a:lnTo>
                    <a:pt x="9469624" y="202734"/>
                  </a:lnTo>
                  <a:lnTo>
                    <a:pt x="9397437" y="202460"/>
                  </a:lnTo>
                  <a:lnTo>
                    <a:pt x="9331485" y="202156"/>
                  </a:lnTo>
                  <a:lnTo>
                    <a:pt x="9271018" y="201817"/>
                  </a:lnTo>
                  <a:lnTo>
                    <a:pt x="9215202" y="201440"/>
                  </a:lnTo>
                  <a:lnTo>
                    <a:pt x="9163183" y="201019"/>
                  </a:lnTo>
                  <a:lnTo>
                    <a:pt x="9114148" y="200553"/>
                  </a:lnTo>
                  <a:lnTo>
                    <a:pt x="9084767" y="200238"/>
                  </a:lnTo>
                  <a:lnTo>
                    <a:pt x="9028534" y="199560"/>
                  </a:lnTo>
                  <a:lnTo>
                    <a:pt x="8974151" y="198807"/>
                  </a:lnTo>
                  <a:lnTo>
                    <a:pt x="8920864" y="197979"/>
                  </a:lnTo>
                  <a:lnTo>
                    <a:pt x="8868140" y="197077"/>
                  </a:lnTo>
                  <a:lnTo>
                    <a:pt x="8815620" y="196108"/>
                  </a:lnTo>
                  <a:lnTo>
                    <a:pt x="8763093" y="195081"/>
                  </a:lnTo>
                  <a:lnTo>
                    <a:pt x="8710461" y="194007"/>
                  </a:lnTo>
                  <a:lnTo>
                    <a:pt x="8657719" y="192903"/>
                  </a:lnTo>
                  <a:lnTo>
                    <a:pt x="8604919" y="191785"/>
                  </a:lnTo>
                  <a:lnTo>
                    <a:pt x="8552139" y="190672"/>
                  </a:lnTo>
                  <a:lnTo>
                    <a:pt x="8499448" y="189581"/>
                  </a:lnTo>
                  <a:lnTo>
                    <a:pt x="8446874" y="188528"/>
                  </a:lnTo>
                  <a:lnTo>
                    <a:pt x="8394369" y="187529"/>
                  </a:lnTo>
                  <a:lnTo>
                    <a:pt x="8341782" y="186593"/>
                  </a:lnTo>
                  <a:lnTo>
                    <a:pt x="8288831" y="185728"/>
                  </a:lnTo>
                  <a:lnTo>
                    <a:pt x="8235075" y="184937"/>
                  </a:lnTo>
                  <a:lnTo>
                    <a:pt x="8179877" y="184222"/>
                  </a:lnTo>
                  <a:lnTo>
                    <a:pt x="8151487" y="183892"/>
                  </a:lnTo>
                  <a:lnTo>
                    <a:pt x="8103938" y="183396"/>
                  </a:lnTo>
                  <a:lnTo>
                    <a:pt x="8053870" y="182947"/>
                  </a:lnTo>
                  <a:lnTo>
                    <a:pt x="8000519" y="182543"/>
                  </a:lnTo>
                  <a:lnTo>
                    <a:pt x="7943052" y="182181"/>
                  </a:lnTo>
                  <a:lnTo>
                    <a:pt x="7880614" y="181856"/>
                  </a:lnTo>
                  <a:lnTo>
                    <a:pt x="7812394" y="181563"/>
                  </a:lnTo>
                  <a:lnTo>
                    <a:pt x="7737698" y="181299"/>
                  </a:lnTo>
                  <a:lnTo>
                    <a:pt x="7656056" y="181061"/>
                  </a:lnTo>
                  <a:lnTo>
                    <a:pt x="7567366" y="180846"/>
                  </a:lnTo>
                  <a:lnTo>
                    <a:pt x="7472068" y="180652"/>
                  </a:lnTo>
                  <a:lnTo>
                    <a:pt x="7371337" y="180478"/>
                  </a:lnTo>
                  <a:lnTo>
                    <a:pt x="7267250" y="180325"/>
                  </a:lnTo>
                  <a:lnTo>
                    <a:pt x="7162859" y="180192"/>
                  </a:lnTo>
                  <a:lnTo>
                    <a:pt x="7062073" y="180080"/>
                  </a:lnTo>
                  <a:lnTo>
                    <a:pt x="6969301" y="179989"/>
                  </a:lnTo>
                  <a:lnTo>
                    <a:pt x="6888830" y="179919"/>
                  </a:lnTo>
                  <a:lnTo>
                    <a:pt x="6824058" y="179869"/>
                  </a:lnTo>
                  <a:lnTo>
                    <a:pt x="6776776" y="179836"/>
                  </a:lnTo>
                  <a:lnTo>
                    <a:pt x="6746714" y="179817"/>
                  </a:lnTo>
                  <a:lnTo>
                    <a:pt x="6731455" y="179808"/>
                  </a:lnTo>
                  <a:lnTo>
                    <a:pt x="6726649" y="179806"/>
                  </a:lnTo>
                  <a:lnTo>
                    <a:pt x="6726343" y="179805"/>
                  </a:lnTo>
                  <a:lnTo>
                    <a:pt x="5254955" y="179805"/>
                  </a:lnTo>
                  <a:lnTo>
                    <a:pt x="5253718" y="179801"/>
                  </a:lnTo>
                  <a:lnTo>
                    <a:pt x="5245598" y="179769"/>
                  </a:lnTo>
                  <a:lnTo>
                    <a:pt x="5225183" y="179680"/>
                  </a:lnTo>
                  <a:lnTo>
                    <a:pt x="5188816" y="179505"/>
                  </a:lnTo>
                  <a:lnTo>
                    <a:pt x="5134875" y="179217"/>
                  </a:lnTo>
                  <a:lnTo>
                    <a:pt x="5063897" y="178795"/>
                  </a:lnTo>
                  <a:lnTo>
                    <a:pt x="4978347" y="178225"/>
                  </a:lnTo>
                  <a:lnTo>
                    <a:pt x="4882048" y="177501"/>
                  </a:lnTo>
                  <a:lnTo>
                    <a:pt x="4779417" y="176621"/>
                  </a:lnTo>
                  <a:lnTo>
                    <a:pt x="4674734" y="175590"/>
                  </a:lnTo>
                  <a:lnTo>
                    <a:pt x="4571614" y="174410"/>
                  </a:lnTo>
                  <a:lnTo>
                    <a:pt x="4472741" y="173082"/>
                  </a:lnTo>
                  <a:lnTo>
                    <a:pt x="4379839" y="171603"/>
                  </a:lnTo>
                  <a:lnTo>
                    <a:pt x="4293784" y="169963"/>
                  </a:lnTo>
                  <a:lnTo>
                    <a:pt x="4214792" y="168148"/>
                  </a:lnTo>
                  <a:lnTo>
                    <a:pt x="4142601" y="166138"/>
                  </a:lnTo>
                  <a:lnTo>
                    <a:pt x="4076646" y="163906"/>
                  </a:lnTo>
                  <a:lnTo>
                    <a:pt x="4016176" y="161422"/>
                  </a:lnTo>
                  <a:lnTo>
                    <a:pt x="3960357" y="158655"/>
                  </a:lnTo>
                  <a:lnTo>
                    <a:pt x="3908337" y="155574"/>
                  </a:lnTo>
                  <a:lnTo>
                    <a:pt x="3859301" y="152155"/>
                  </a:lnTo>
                  <a:lnTo>
                    <a:pt x="3829811" y="149838"/>
                  </a:lnTo>
                  <a:lnTo>
                    <a:pt x="3773800" y="144884"/>
                  </a:lnTo>
                  <a:lnTo>
                    <a:pt x="3719626" y="139388"/>
                  </a:lnTo>
                  <a:lnTo>
                    <a:pt x="3666545" y="133345"/>
                  </a:lnTo>
                  <a:lnTo>
                    <a:pt x="3614027" y="126769"/>
                  </a:lnTo>
                  <a:lnTo>
                    <a:pt x="3561716" y="119701"/>
                  </a:lnTo>
                  <a:lnTo>
                    <a:pt x="3509401" y="112206"/>
                  </a:lnTo>
                  <a:lnTo>
                    <a:pt x="3456983" y="104372"/>
                  </a:lnTo>
                  <a:lnTo>
                    <a:pt x="3404455" y="96310"/>
                  </a:lnTo>
                  <a:lnTo>
                    <a:pt x="3351867" y="88145"/>
                  </a:lnTo>
                  <a:lnTo>
                    <a:pt x="3299296" y="80009"/>
                  </a:lnTo>
                  <a:lnTo>
                    <a:pt x="3246812" y="72031"/>
                  </a:lnTo>
                  <a:lnTo>
                    <a:pt x="3194443" y="64330"/>
                  </a:lnTo>
                  <a:lnTo>
                    <a:pt x="3142148" y="57009"/>
                  </a:lnTo>
                  <a:lnTo>
                    <a:pt x="3089782" y="50146"/>
                  </a:lnTo>
                  <a:lnTo>
                    <a:pt x="3037075" y="43796"/>
                  </a:lnTo>
                  <a:lnTo>
                    <a:pt x="2983601" y="37987"/>
                  </a:lnTo>
                  <a:lnTo>
                    <a:pt x="2928743" y="32726"/>
                  </a:lnTo>
                  <a:lnTo>
                    <a:pt x="2896531" y="29967"/>
                  </a:lnTo>
                  <a:lnTo>
                    <a:pt x="2848987" y="26330"/>
                  </a:lnTo>
                  <a:lnTo>
                    <a:pt x="2798925" y="23039"/>
                  </a:lnTo>
                  <a:lnTo>
                    <a:pt x="2745582" y="20079"/>
                  </a:lnTo>
                  <a:lnTo>
                    <a:pt x="2688122" y="17422"/>
                  </a:lnTo>
                  <a:lnTo>
                    <a:pt x="2625694" y="15036"/>
                  </a:lnTo>
                  <a:lnTo>
                    <a:pt x="2557485" y="12890"/>
                  </a:lnTo>
                  <a:lnTo>
                    <a:pt x="2482801" y="10955"/>
                  </a:lnTo>
                  <a:lnTo>
                    <a:pt x="2401174" y="9208"/>
                  </a:lnTo>
                  <a:lnTo>
                    <a:pt x="2312500" y="7630"/>
                  </a:lnTo>
                  <a:lnTo>
                    <a:pt x="2217219" y="6208"/>
                  </a:lnTo>
                  <a:lnTo>
                    <a:pt x="2116504" y="4936"/>
                  </a:lnTo>
                  <a:lnTo>
                    <a:pt x="2012431" y="3811"/>
                  </a:lnTo>
                  <a:lnTo>
                    <a:pt x="1908049" y="2837"/>
                  </a:lnTo>
                  <a:lnTo>
                    <a:pt x="1807265" y="2015"/>
                  </a:lnTo>
                  <a:lnTo>
                    <a:pt x="1714487" y="1348"/>
                  </a:lnTo>
                  <a:lnTo>
                    <a:pt x="1634001" y="835"/>
                  </a:lnTo>
                  <a:lnTo>
                    <a:pt x="1569206" y="465"/>
                  </a:lnTo>
                  <a:lnTo>
                    <a:pt x="1521895" y="223"/>
                  </a:lnTo>
                  <a:lnTo>
                    <a:pt x="1491804" y="83"/>
                  </a:lnTo>
                  <a:lnTo>
                    <a:pt x="1476520" y="19"/>
                  </a:lnTo>
                  <a:lnTo>
                    <a:pt x="1471697" y="1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68" name="pg1568"/>
            <p:cNvSpPr/>
            <p:nvPr/>
          </p:nvSpPr>
          <p:spPr>
            <a:xfrm>
              <a:off x="4799595" y="3157191"/>
              <a:ext cx="11981298" cy="6317727"/>
            </a:xfrm>
            <a:custGeom>
              <a:avLst/>
              <a:pathLst>
                <a:path w="11981298" h="6317727">
                  <a:moveTo>
                    <a:pt x="0" y="6317727"/>
                  </a:moveTo>
                  <a:lnTo>
                    <a:pt x="1471387" y="6317727"/>
                  </a:lnTo>
                  <a:lnTo>
                    <a:pt x="1472588" y="6317684"/>
                  </a:lnTo>
                  <a:lnTo>
                    <a:pt x="1480472" y="6317380"/>
                  </a:lnTo>
                  <a:lnTo>
                    <a:pt x="1500313" y="6316538"/>
                  </a:lnTo>
                  <a:lnTo>
                    <a:pt x="1535706" y="6314880"/>
                  </a:lnTo>
                  <a:lnTo>
                    <a:pt x="1588297" y="6312152"/>
                  </a:lnTo>
                  <a:lnTo>
                    <a:pt x="1657660" y="6308148"/>
                  </a:lnTo>
                  <a:lnTo>
                    <a:pt x="1741494" y="6302731"/>
                  </a:lnTo>
                  <a:lnTo>
                    <a:pt x="1836156" y="6295837"/>
                  </a:lnTo>
                  <a:lnTo>
                    <a:pt x="1937377" y="6287458"/>
                  </a:lnTo>
                  <a:lnTo>
                    <a:pt x="2040971" y="6277623"/>
                  </a:lnTo>
                  <a:lnTo>
                    <a:pt x="2143354" y="6266362"/>
                  </a:lnTo>
                  <a:lnTo>
                    <a:pt x="2241820" y="6253686"/>
                  </a:lnTo>
                  <a:lnTo>
                    <a:pt x="2334593" y="6239567"/>
                  </a:lnTo>
                  <a:lnTo>
                    <a:pt x="2420728" y="6223927"/>
                  </a:lnTo>
                  <a:lnTo>
                    <a:pt x="2499942" y="6206632"/>
                  </a:lnTo>
                  <a:lnTo>
                    <a:pt x="2572427" y="6187496"/>
                  </a:lnTo>
                  <a:lnTo>
                    <a:pt x="2638699" y="6166284"/>
                  </a:lnTo>
                  <a:lnTo>
                    <a:pt x="2699461" y="6142717"/>
                  </a:lnTo>
                  <a:lnTo>
                    <a:pt x="2755513" y="6116493"/>
                  </a:lnTo>
                  <a:lnTo>
                    <a:pt x="2807684" y="6087314"/>
                  </a:lnTo>
                  <a:lnTo>
                    <a:pt x="2856773" y="6054931"/>
                  </a:lnTo>
                  <a:lnTo>
                    <a:pt x="2896531" y="6024861"/>
                  </a:lnTo>
                  <a:lnTo>
                    <a:pt x="2941107" y="5986916"/>
                  </a:lnTo>
                  <a:lnTo>
                    <a:pt x="2984416" y="5945667"/>
                  </a:lnTo>
                  <a:lnTo>
                    <a:pt x="3026867" y="5901052"/>
                  </a:lnTo>
                  <a:lnTo>
                    <a:pt x="3068776" y="5853089"/>
                  </a:lnTo>
                  <a:lnTo>
                    <a:pt x="3110380" y="5801884"/>
                  </a:lnTo>
                  <a:lnTo>
                    <a:pt x="3151849" y="5747638"/>
                  </a:lnTo>
                  <a:lnTo>
                    <a:pt x="3193299" y="5690650"/>
                  </a:lnTo>
                  <a:lnTo>
                    <a:pt x="3234796" y="5631318"/>
                  </a:lnTo>
                  <a:lnTo>
                    <a:pt x="3276365" y="5570123"/>
                  </a:lnTo>
                  <a:lnTo>
                    <a:pt x="3318002" y="5507625"/>
                  </a:lnTo>
                  <a:lnTo>
                    <a:pt x="3359680" y="5444433"/>
                  </a:lnTo>
                  <a:lnTo>
                    <a:pt x="3401362" y="5381187"/>
                  </a:lnTo>
                  <a:lnTo>
                    <a:pt x="3443008" y="5318528"/>
                  </a:lnTo>
                  <a:lnTo>
                    <a:pt x="3484590" y="5257075"/>
                  </a:lnTo>
                  <a:lnTo>
                    <a:pt x="3526098" y="5197395"/>
                  </a:lnTo>
                  <a:lnTo>
                    <a:pt x="3567552" y="5139984"/>
                  </a:lnTo>
                  <a:lnTo>
                    <a:pt x="3609012" y="5085255"/>
                  </a:lnTo>
                  <a:lnTo>
                    <a:pt x="3650583" y="5033524"/>
                  </a:lnTo>
                  <a:lnTo>
                    <a:pt x="3692426" y="4985008"/>
                  </a:lnTo>
                  <a:lnTo>
                    <a:pt x="3734767" y="4939829"/>
                  </a:lnTo>
                  <a:lnTo>
                    <a:pt x="3777907" y="4898019"/>
                  </a:lnTo>
                  <a:lnTo>
                    <a:pt x="3822237" y="4859528"/>
                  </a:lnTo>
                  <a:lnTo>
                    <a:pt x="3829811" y="4853398"/>
                  </a:lnTo>
                  <a:lnTo>
                    <a:pt x="3876859" y="4818195"/>
                  </a:lnTo>
                  <a:lnTo>
                    <a:pt x="3926368" y="4786310"/>
                  </a:lnTo>
                  <a:lnTo>
                    <a:pt x="3979075" y="4757598"/>
                  </a:lnTo>
                  <a:lnTo>
                    <a:pt x="4035790" y="4731798"/>
                  </a:lnTo>
                  <a:lnTo>
                    <a:pt x="4097339" y="4708608"/>
                  </a:lnTo>
                  <a:lnTo>
                    <a:pt x="4164513" y="4687728"/>
                  </a:lnTo>
                  <a:lnTo>
                    <a:pt x="4237994" y="4668887"/>
                  </a:lnTo>
                  <a:lnTo>
                    <a:pt x="4318256" y="4651854"/>
                  </a:lnTo>
                  <a:lnTo>
                    <a:pt x="4405433" y="4636452"/>
                  </a:lnTo>
                  <a:lnTo>
                    <a:pt x="4499151" y="4622556"/>
                  </a:lnTo>
                  <a:lnTo>
                    <a:pt x="4598349" y="4610096"/>
                  </a:lnTo>
                  <a:lnTo>
                    <a:pt x="4701113" y="4599050"/>
                  </a:lnTo>
                  <a:lnTo>
                    <a:pt x="4804597" y="4589434"/>
                  </a:lnTo>
                  <a:lnTo>
                    <a:pt x="4905101" y="4581280"/>
                  </a:lnTo>
                  <a:lnTo>
                    <a:pt x="4998385" y="4574611"/>
                  </a:lnTo>
                  <a:lnTo>
                    <a:pt x="5080230" y="4569415"/>
                  </a:lnTo>
                  <a:lnTo>
                    <a:pt x="5147150" y="4565616"/>
                  </a:lnTo>
                  <a:lnTo>
                    <a:pt x="5197105" y="4563065"/>
                  </a:lnTo>
                  <a:lnTo>
                    <a:pt x="5229978" y="4561549"/>
                  </a:lnTo>
                  <a:lnTo>
                    <a:pt x="5247726" y="4560806"/>
                  </a:lnTo>
                  <a:lnTo>
                    <a:pt x="5254216" y="4560559"/>
                  </a:lnTo>
                  <a:lnTo>
                    <a:pt x="5254955" y="4560533"/>
                  </a:lnTo>
                  <a:lnTo>
                    <a:pt x="6726343" y="4560533"/>
                  </a:lnTo>
                  <a:lnTo>
                    <a:pt x="6727251" y="4560449"/>
                  </a:lnTo>
                  <a:lnTo>
                    <a:pt x="6733253" y="4559857"/>
                  </a:lnTo>
                  <a:lnTo>
                    <a:pt x="6748479" y="4558220"/>
                  </a:lnTo>
                  <a:lnTo>
                    <a:pt x="6775944" y="4554994"/>
                  </a:lnTo>
                  <a:lnTo>
                    <a:pt x="6817374" y="4549659"/>
                  </a:lnTo>
                  <a:lnTo>
                    <a:pt x="6873077" y="4541768"/>
                  </a:lnTo>
                  <a:lnTo>
                    <a:pt x="6941980" y="4530985"/>
                  </a:lnTo>
                  <a:lnTo>
                    <a:pt x="7021862" y="4517103"/>
                  </a:lnTo>
                  <a:lnTo>
                    <a:pt x="7109754" y="4500036"/>
                  </a:lnTo>
                  <a:lnTo>
                    <a:pt x="7202401" y="4479793"/>
                  </a:lnTo>
                  <a:lnTo>
                    <a:pt x="7296686" y="4456434"/>
                  </a:lnTo>
                  <a:lnTo>
                    <a:pt x="7389940" y="4430019"/>
                  </a:lnTo>
                  <a:lnTo>
                    <a:pt x="7480096" y="4400572"/>
                  </a:lnTo>
                  <a:lnTo>
                    <a:pt x="7565732" y="4368050"/>
                  </a:lnTo>
                  <a:lnTo>
                    <a:pt x="7646013" y="4332322"/>
                  </a:lnTo>
                  <a:lnTo>
                    <a:pt x="7720588" y="4293163"/>
                  </a:lnTo>
                  <a:lnTo>
                    <a:pt x="7789479" y="4250250"/>
                  </a:lnTo>
                  <a:lnTo>
                    <a:pt x="7852972" y="4203168"/>
                  </a:lnTo>
                  <a:lnTo>
                    <a:pt x="7911525" y="4151419"/>
                  </a:lnTo>
                  <a:lnTo>
                    <a:pt x="7965700" y="4094440"/>
                  </a:lnTo>
                  <a:lnTo>
                    <a:pt x="8016111" y="4031638"/>
                  </a:lnTo>
                  <a:lnTo>
                    <a:pt x="8063380" y="3962432"/>
                  </a:lnTo>
                  <a:lnTo>
                    <a:pt x="8108110" y="3886346"/>
                  </a:lnTo>
                  <a:lnTo>
                    <a:pt x="8150848" y="3803128"/>
                  </a:lnTo>
                  <a:lnTo>
                    <a:pt x="8151487" y="3801806"/>
                  </a:lnTo>
                  <a:lnTo>
                    <a:pt x="8182260" y="3735196"/>
                  </a:lnTo>
                  <a:lnTo>
                    <a:pt x="8212368" y="3664587"/>
                  </a:lnTo>
                  <a:lnTo>
                    <a:pt x="8241958" y="3589898"/>
                  </a:lnTo>
                  <a:lnTo>
                    <a:pt x="8271156" y="3511090"/>
                  </a:lnTo>
                  <a:lnTo>
                    <a:pt x="8300066" y="3428171"/>
                  </a:lnTo>
                  <a:lnTo>
                    <a:pt x="8328774" y="3341197"/>
                  </a:lnTo>
                  <a:lnTo>
                    <a:pt x="8357350" y="3250279"/>
                  </a:lnTo>
                  <a:lnTo>
                    <a:pt x="8385852" y="3155582"/>
                  </a:lnTo>
                  <a:lnTo>
                    <a:pt x="8414321" y="3057330"/>
                  </a:lnTo>
                  <a:lnTo>
                    <a:pt x="8442788" y="2955802"/>
                  </a:lnTo>
                  <a:lnTo>
                    <a:pt x="8471276" y="2851333"/>
                  </a:lnTo>
                  <a:lnTo>
                    <a:pt x="8499796" y="2744310"/>
                  </a:lnTo>
                  <a:lnTo>
                    <a:pt x="8528350" y="2635165"/>
                  </a:lnTo>
                  <a:lnTo>
                    <a:pt x="8556938" y="2524372"/>
                  </a:lnTo>
                  <a:lnTo>
                    <a:pt x="8585552" y="2412436"/>
                  </a:lnTo>
                  <a:lnTo>
                    <a:pt x="8614180" y="2299886"/>
                  </a:lnTo>
                  <a:lnTo>
                    <a:pt x="8642810" y="2187260"/>
                  </a:lnTo>
                  <a:lnTo>
                    <a:pt x="8671428" y="2075102"/>
                  </a:lnTo>
                  <a:lnTo>
                    <a:pt x="8700024" y="1963942"/>
                  </a:lnTo>
                  <a:lnTo>
                    <a:pt x="8728589" y="1854294"/>
                  </a:lnTo>
                  <a:lnTo>
                    <a:pt x="8757118" y="1746641"/>
                  </a:lnTo>
                  <a:lnTo>
                    <a:pt x="8785613" y="1641426"/>
                  </a:lnTo>
                  <a:lnTo>
                    <a:pt x="8814085" y="1539052"/>
                  </a:lnTo>
                  <a:lnTo>
                    <a:pt x="8842551" y="1439866"/>
                  </a:lnTo>
                  <a:lnTo>
                    <a:pt x="8871040" y="1344165"/>
                  </a:lnTo>
                  <a:lnTo>
                    <a:pt x="8899590" y="1252186"/>
                  </a:lnTo>
                  <a:lnTo>
                    <a:pt x="8928256" y="1164111"/>
                  </a:lnTo>
                  <a:lnTo>
                    <a:pt x="8957102" y="1080066"/>
                  </a:lnTo>
                  <a:lnTo>
                    <a:pt x="8986211" y="1000122"/>
                  </a:lnTo>
                  <a:lnTo>
                    <a:pt x="9015681" y="924300"/>
                  </a:lnTo>
                  <a:lnTo>
                    <a:pt x="9045633" y="852572"/>
                  </a:lnTo>
                  <a:lnTo>
                    <a:pt x="9076206" y="784870"/>
                  </a:lnTo>
                  <a:lnTo>
                    <a:pt x="9084767" y="766899"/>
                  </a:lnTo>
                  <a:lnTo>
                    <a:pt x="9127478" y="683573"/>
                  </a:lnTo>
                  <a:lnTo>
                    <a:pt x="9172174" y="607379"/>
                  </a:lnTo>
                  <a:lnTo>
                    <a:pt x="9219400" y="538072"/>
                  </a:lnTo>
                  <a:lnTo>
                    <a:pt x="9269759" y="475176"/>
                  </a:lnTo>
                  <a:lnTo>
                    <a:pt x="9323872" y="418114"/>
                  </a:lnTo>
                  <a:lnTo>
                    <a:pt x="9382354" y="366289"/>
                  </a:lnTo>
                  <a:lnTo>
                    <a:pt x="9445768" y="319140"/>
                  </a:lnTo>
                  <a:lnTo>
                    <a:pt x="9514574" y="276167"/>
                  </a:lnTo>
                  <a:lnTo>
                    <a:pt x="9589062" y="236953"/>
                  </a:lnTo>
                  <a:lnTo>
                    <a:pt x="9669257" y="201175"/>
                  </a:lnTo>
                  <a:lnTo>
                    <a:pt x="9754816" y="168605"/>
                  </a:lnTo>
                  <a:lnTo>
                    <a:pt x="9844913" y="139112"/>
                  </a:lnTo>
                  <a:lnTo>
                    <a:pt x="9938133" y="112651"/>
                  </a:lnTo>
                  <a:lnTo>
                    <a:pt x="10032421" y="89244"/>
                  </a:lnTo>
                  <a:lnTo>
                    <a:pt x="10125116" y="68954"/>
                  </a:lnTo>
                  <a:lnTo>
                    <a:pt x="10213104" y="51838"/>
                  </a:lnTo>
                  <a:lnTo>
                    <a:pt x="10293132" y="37908"/>
                  </a:lnTo>
                  <a:lnTo>
                    <a:pt x="10362222" y="27079"/>
                  </a:lnTo>
                  <a:lnTo>
                    <a:pt x="10418137" y="19146"/>
                  </a:lnTo>
                  <a:lnTo>
                    <a:pt x="10459785" y="13776"/>
                  </a:lnTo>
                  <a:lnTo>
                    <a:pt x="10487454" y="10521"/>
                  </a:lnTo>
                  <a:lnTo>
                    <a:pt x="10502847" y="8864"/>
                  </a:lnTo>
                  <a:lnTo>
                    <a:pt x="10508961" y="8260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9002" y="83"/>
                  </a:lnTo>
                  <a:lnTo>
                    <a:pt x="10503000" y="675"/>
                  </a:lnTo>
                  <a:lnTo>
                    <a:pt x="10487774" y="2312"/>
                  </a:lnTo>
                  <a:lnTo>
                    <a:pt x="10460309" y="5538"/>
                  </a:lnTo>
                  <a:lnTo>
                    <a:pt x="10418880" y="10873"/>
                  </a:lnTo>
                  <a:lnTo>
                    <a:pt x="10363177" y="18764"/>
                  </a:lnTo>
                  <a:lnTo>
                    <a:pt x="10294274" y="29547"/>
                  </a:lnTo>
                  <a:lnTo>
                    <a:pt x="10214391" y="43429"/>
                  </a:lnTo>
                  <a:lnTo>
                    <a:pt x="10126499" y="60496"/>
                  </a:lnTo>
                  <a:lnTo>
                    <a:pt x="10033853" y="80739"/>
                  </a:lnTo>
                  <a:lnTo>
                    <a:pt x="9939567" y="104098"/>
                  </a:lnTo>
                  <a:lnTo>
                    <a:pt x="9846314" y="130513"/>
                  </a:lnTo>
                  <a:lnTo>
                    <a:pt x="9756158" y="159960"/>
                  </a:lnTo>
                  <a:lnTo>
                    <a:pt x="9670521" y="192482"/>
                  </a:lnTo>
                  <a:lnTo>
                    <a:pt x="9590241" y="228210"/>
                  </a:lnTo>
                  <a:lnTo>
                    <a:pt x="9515665" y="267369"/>
                  </a:lnTo>
                  <a:lnTo>
                    <a:pt x="9446774" y="310282"/>
                  </a:lnTo>
                  <a:lnTo>
                    <a:pt x="9383281" y="357364"/>
                  </a:lnTo>
                  <a:lnTo>
                    <a:pt x="9324728" y="409113"/>
                  </a:lnTo>
                  <a:lnTo>
                    <a:pt x="9270553" y="466092"/>
                  </a:lnTo>
                  <a:lnTo>
                    <a:pt x="9220142" y="528894"/>
                  </a:lnTo>
                  <a:lnTo>
                    <a:pt x="9172873" y="598100"/>
                  </a:lnTo>
                  <a:lnTo>
                    <a:pt x="9128143" y="674186"/>
                  </a:lnTo>
                  <a:lnTo>
                    <a:pt x="9085405" y="757404"/>
                  </a:lnTo>
                  <a:lnTo>
                    <a:pt x="9084767" y="758726"/>
                  </a:lnTo>
                  <a:lnTo>
                    <a:pt x="9053993" y="825336"/>
                  </a:lnTo>
                  <a:lnTo>
                    <a:pt x="9023885" y="895945"/>
                  </a:lnTo>
                  <a:lnTo>
                    <a:pt x="8994295" y="970634"/>
                  </a:lnTo>
                  <a:lnTo>
                    <a:pt x="8965097" y="1049442"/>
                  </a:lnTo>
                  <a:lnTo>
                    <a:pt x="8936188" y="1132361"/>
                  </a:lnTo>
                  <a:lnTo>
                    <a:pt x="8907480" y="1219335"/>
                  </a:lnTo>
                  <a:lnTo>
                    <a:pt x="8878903" y="1310253"/>
                  </a:lnTo>
                  <a:lnTo>
                    <a:pt x="8850402" y="1404950"/>
                  </a:lnTo>
                  <a:lnTo>
                    <a:pt x="8821933" y="1503202"/>
                  </a:lnTo>
                  <a:lnTo>
                    <a:pt x="8793465" y="1604730"/>
                  </a:lnTo>
                  <a:lnTo>
                    <a:pt x="8764977" y="1709199"/>
                  </a:lnTo>
                  <a:lnTo>
                    <a:pt x="8736458" y="1816222"/>
                  </a:lnTo>
                  <a:lnTo>
                    <a:pt x="8707903" y="1925367"/>
                  </a:lnTo>
                  <a:lnTo>
                    <a:pt x="8679315" y="2036160"/>
                  </a:lnTo>
                  <a:lnTo>
                    <a:pt x="8650701" y="2148096"/>
                  </a:lnTo>
                  <a:lnTo>
                    <a:pt x="8622073" y="2260646"/>
                  </a:lnTo>
                  <a:lnTo>
                    <a:pt x="8593444" y="2373272"/>
                  </a:lnTo>
                  <a:lnTo>
                    <a:pt x="8564825" y="2485430"/>
                  </a:lnTo>
                  <a:lnTo>
                    <a:pt x="8536229" y="2596590"/>
                  </a:lnTo>
                  <a:lnTo>
                    <a:pt x="8507664" y="2706238"/>
                  </a:lnTo>
                  <a:lnTo>
                    <a:pt x="8479135" y="2813892"/>
                  </a:lnTo>
                  <a:lnTo>
                    <a:pt x="8450640" y="2919106"/>
                  </a:lnTo>
                  <a:lnTo>
                    <a:pt x="8422168" y="3021480"/>
                  </a:lnTo>
                  <a:lnTo>
                    <a:pt x="8393702" y="3120666"/>
                  </a:lnTo>
                  <a:lnTo>
                    <a:pt x="8365214" y="3216367"/>
                  </a:lnTo>
                  <a:lnTo>
                    <a:pt x="8336663" y="3308346"/>
                  </a:lnTo>
                  <a:lnTo>
                    <a:pt x="8307997" y="3396421"/>
                  </a:lnTo>
                  <a:lnTo>
                    <a:pt x="8279151" y="3480466"/>
                  </a:lnTo>
                  <a:lnTo>
                    <a:pt x="8250042" y="3560410"/>
                  </a:lnTo>
                  <a:lnTo>
                    <a:pt x="8220572" y="3636233"/>
                  </a:lnTo>
                  <a:lnTo>
                    <a:pt x="8190620" y="3707960"/>
                  </a:lnTo>
                  <a:lnTo>
                    <a:pt x="8160047" y="3775662"/>
                  </a:lnTo>
                  <a:lnTo>
                    <a:pt x="8151487" y="3793633"/>
                  </a:lnTo>
                  <a:lnTo>
                    <a:pt x="8108775" y="3876959"/>
                  </a:lnTo>
                  <a:lnTo>
                    <a:pt x="8064079" y="3953153"/>
                  </a:lnTo>
                  <a:lnTo>
                    <a:pt x="8016853" y="4022460"/>
                  </a:lnTo>
                  <a:lnTo>
                    <a:pt x="7966495" y="4085356"/>
                  </a:lnTo>
                  <a:lnTo>
                    <a:pt x="7912381" y="4142419"/>
                  </a:lnTo>
                  <a:lnTo>
                    <a:pt x="7853899" y="4194243"/>
                  </a:lnTo>
                  <a:lnTo>
                    <a:pt x="7790486" y="4241392"/>
                  </a:lnTo>
                  <a:lnTo>
                    <a:pt x="7721679" y="4284365"/>
                  </a:lnTo>
                  <a:lnTo>
                    <a:pt x="7647192" y="4323579"/>
                  </a:lnTo>
                  <a:lnTo>
                    <a:pt x="7566996" y="4359357"/>
                  </a:lnTo>
                  <a:lnTo>
                    <a:pt x="7481437" y="4391927"/>
                  </a:lnTo>
                  <a:lnTo>
                    <a:pt x="7391340" y="4421420"/>
                  </a:lnTo>
                  <a:lnTo>
                    <a:pt x="7298120" y="4447881"/>
                  </a:lnTo>
                  <a:lnTo>
                    <a:pt x="7203832" y="4471288"/>
                  </a:lnTo>
                  <a:lnTo>
                    <a:pt x="7111138" y="4491578"/>
                  </a:lnTo>
                  <a:lnTo>
                    <a:pt x="7023149" y="4508694"/>
                  </a:lnTo>
                  <a:lnTo>
                    <a:pt x="6943121" y="4522624"/>
                  </a:lnTo>
                  <a:lnTo>
                    <a:pt x="6874031" y="4533453"/>
                  </a:lnTo>
                  <a:lnTo>
                    <a:pt x="6818116" y="4541386"/>
                  </a:lnTo>
                  <a:lnTo>
                    <a:pt x="6776468" y="4546756"/>
                  </a:lnTo>
                  <a:lnTo>
                    <a:pt x="6748799" y="4550011"/>
                  </a:lnTo>
                  <a:lnTo>
                    <a:pt x="6733406" y="4551668"/>
                  </a:lnTo>
                  <a:lnTo>
                    <a:pt x="6727293" y="4552272"/>
                  </a:lnTo>
                  <a:lnTo>
                    <a:pt x="6726343" y="4552360"/>
                  </a:lnTo>
                  <a:lnTo>
                    <a:pt x="5254955" y="4552360"/>
                  </a:lnTo>
                  <a:lnTo>
                    <a:pt x="5253754" y="4552402"/>
                  </a:lnTo>
                  <a:lnTo>
                    <a:pt x="5245870" y="4552707"/>
                  </a:lnTo>
                  <a:lnTo>
                    <a:pt x="5226029" y="4553549"/>
                  </a:lnTo>
                  <a:lnTo>
                    <a:pt x="5190636" y="4555207"/>
                  </a:lnTo>
                  <a:lnTo>
                    <a:pt x="5138045" y="4557935"/>
                  </a:lnTo>
                  <a:lnTo>
                    <a:pt x="5068683" y="4561939"/>
                  </a:lnTo>
                  <a:lnTo>
                    <a:pt x="4984848" y="4567356"/>
                  </a:lnTo>
                  <a:lnTo>
                    <a:pt x="4890187" y="4574250"/>
                  </a:lnTo>
                  <a:lnTo>
                    <a:pt x="4788965" y="4582628"/>
                  </a:lnTo>
                  <a:lnTo>
                    <a:pt x="4685371" y="4592464"/>
                  </a:lnTo>
                  <a:lnTo>
                    <a:pt x="4582988" y="4603725"/>
                  </a:lnTo>
                  <a:lnTo>
                    <a:pt x="4484522" y="4616400"/>
                  </a:lnTo>
                  <a:lnTo>
                    <a:pt x="4391749" y="4630519"/>
                  </a:lnTo>
                  <a:lnTo>
                    <a:pt x="4305614" y="4646160"/>
                  </a:lnTo>
                  <a:lnTo>
                    <a:pt x="4226401" y="4663455"/>
                  </a:lnTo>
                  <a:lnTo>
                    <a:pt x="4153915" y="4682590"/>
                  </a:lnTo>
                  <a:lnTo>
                    <a:pt x="4087643" y="4703803"/>
                  </a:lnTo>
                  <a:lnTo>
                    <a:pt x="4026881" y="4727370"/>
                  </a:lnTo>
                  <a:lnTo>
                    <a:pt x="3970829" y="4753593"/>
                  </a:lnTo>
                  <a:lnTo>
                    <a:pt x="3918658" y="4782772"/>
                  </a:lnTo>
                  <a:lnTo>
                    <a:pt x="3869569" y="4815156"/>
                  </a:lnTo>
                  <a:lnTo>
                    <a:pt x="3829811" y="4845225"/>
                  </a:lnTo>
                  <a:lnTo>
                    <a:pt x="3785236" y="4883171"/>
                  </a:lnTo>
                  <a:lnTo>
                    <a:pt x="3741926" y="4924420"/>
                  </a:lnTo>
                  <a:lnTo>
                    <a:pt x="3699475" y="4969034"/>
                  </a:lnTo>
                  <a:lnTo>
                    <a:pt x="3657566" y="5016997"/>
                  </a:lnTo>
                  <a:lnTo>
                    <a:pt x="3615962" y="5068203"/>
                  </a:lnTo>
                  <a:lnTo>
                    <a:pt x="3574493" y="5122449"/>
                  </a:lnTo>
                  <a:lnTo>
                    <a:pt x="3533043" y="5179436"/>
                  </a:lnTo>
                  <a:lnTo>
                    <a:pt x="3491546" y="5238769"/>
                  </a:lnTo>
                  <a:lnTo>
                    <a:pt x="3449977" y="5299963"/>
                  </a:lnTo>
                  <a:lnTo>
                    <a:pt x="3408340" y="5362462"/>
                  </a:lnTo>
                  <a:lnTo>
                    <a:pt x="3366662" y="5425654"/>
                  </a:lnTo>
                  <a:lnTo>
                    <a:pt x="3324980" y="5488900"/>
                  </a:lnTo>
                  <a:lnTo>
                    <a:pt x="3283334" y="5551558"/>
                  </a:lnTo>
                  <a:lnTo>
                    <a:pt x="3241752" y="5613012"/>
                  </a:lnTo>
                  <a:lnTo>
                    <a:pt x="3200244" y="5672692"/>
                  </a:lnTo>
                  <a:lnTo>
                    <a:pt x="3158790" y="5730103"/>
                  </a:lnTo>
                  <a:lnTo>
                    <a:pt x="3117330" y="5784831"/>
                  </a:lnTo>
                  <a:lnTo>
                    <a:pt x="3075759" y="5836563"/>
                  </a:lnTo>
                  <a:lnTo>
                    <a:pt x="3033916" y="5885079"/>
                  </a:lnTo>
                  <a:lnTo>
                    <a:pt x="2991575" y="5930257"/>
                  </a:lnTo>
                  <a:lnTo>
                    <a:pt x="2948436" y="5972068"/>
                  </a:lnTo>
                  <a:lnTo>
                    <a:pt x="2904105" y="6010559"/>
                  </a:lnTo>
                  <a:lnTo>
                    <a:pt x="2896531" y="6016688"/>
                  </a:lnTo>
                  <a:lnTo>
                    <a:pt x="2849483" y="6051892"/>
                  </a:lnTo>
                  <a:lnTo>
                    <a:pt x="2799974" y="6083776"/>
                  </a:lnTo>
                  <a:lnTo>
                    <a:pt x="2747267" y="6112488"/>
                  </a:lnTo>
                  <a:lnTo>
                    <a:pt x="2690553" y="6138288"/>
                  </a:lnTo>
                  <a:lnTo>
                    <a:pt x="2629004" y="6161478"/>
                  </a:lnTo>
                  <a:lnTo>
                    <a:pt x="2561829" y="6182358"/>
                  </a:lnTo>
                  <a:lnTo>
                    <a:pt x="2488348" y="6201200"/>
                  </a:lnTo>
                  <a:lnTo>
                    <a:pt x="2408086" y="6218233"/>
                  </a:lnTo>
                  <a:lnTo>
                    <a:pt x="2320909" y="6233635"/>
                  </a:lnTo>
                  <a:lnTo>
                    <a:pt x="2227191" y="6247531"/>
                  </a:lnTo>
                  <a:lnTo>
                    <a:pt x="2127993" y="6259991"/>
                  </a:lnTo>
                  <a:lnTo>
                    <a:pt x="2025229" y="6271037"/>
                  </a:lnTo>
                  <a:lnTo>
                    <a:pt x="1921745" y="6280653"/>
                  </a:lnTo>
                  <a:lnTo>
                    <a:pt x="1821242" y="6288807"/>
                  </a:lnTo>
                  <a:lnTo>
                    <a:pt x="1727957" y="6295475"/>
                  </a:lnTo>
                  <a:lnTo>
                    <a:pt x="1646112" y="6300672"/>
                  </a:lnTo>
                  <a:lnTo>
                    <a:pt x="1579192" y="6304471"/>
                  </a:lnTo>
                  <a:lnTo>
                    <a:pt x="1529237" y="6307022"/>
                  </a:lnTo>
                  <a:lnTo>
                    <a:pt x="1496364" y="6308538"/>
                  </a:lnTo>
                  <a:lnTo>
                    <a:pt x="1478616" y="6309281"/>
                  </a:lnTo>
                  <a:lnTo>
                    <a:pt x="1472126" y="6309528"/>
                  </a:lnTo>
                  <a:lnTo>
                    <a:pt x="1471387" y="6309554"/>
                  </a:lnTo>
                  <a:lnTo>
                    <a:pt x="0" y="6309554"/>
                  </a:lnTo>
                  <a:close/>
                </a:path>
              </a:pathLst>
            </a:custGeom>
            <a:solidFill>
              <a:srgbClr val="8BC34A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569" name="pl1569"/>
            <p:cNvSpPr/>
            <p:nvPr/>
          </p:nvSpPr>
          <p:spPr>
            <a:xfrm>
              <a:off x="4799595" y="3165364"/>
              <a:ext cx="11981298" cy="6309554"/>
            </a:xfrm>
            <a:custGeom>
              <a:avLst/>
              <a:pathLst>
                <a:path w="11981298" h="6309554">
                  <a:moveTo>
                    <a:pt x="0" y="6309554"/>
                  </a:moveTo>
                  <a:lnTo>
                    <a:pt x="1471387" y="6309554"/>
                  </a:lnTo>
                  <a:lnTo>
                    <a:pt x="1472588" y="6309511"/>
                  </a:lnTo>
                  <a:lnTo>
                    <a:pt x="1480472" y="6309207"/>
                  </a:lnTo>
                  <a:lnTo>
                    <a:pt x="1500313" y="6308365"/>
                  </a:lnTo>
                  <a:lnTo>
                    <a:pt x="1535706" y="6306707"/>
                  </a:lnTo>
                  <a:lnTo>
                    <a:pt x="1588297" y="6303979"/>
                  </a:lnTo>
                  <a:lnTo>
                    <a:pt x="1657660" y="6299975"/>
                  </a:lnTo>
                  <a:lnTo>
                    <a:pt x="1741494" y="6294558"/>
                  </a:lnTo>
                  <a:lnTo>
                    <a:pt x="1836156" y="6287664"/>
                  </a:lnTo>
                  <a:lnTo>
                    <a:pt x="1937377" y="6279285"/>
                  </a:lnTo>
                  <a:lnTo>
                    <a:pt x="2040971" y="6269450"/>
                  </a:lnTo>
                  <a:lnTo>
                    <a:pt x="2143354" y="6258189"/>
                  </a:lnTo>
                  <a:lnTo>
                    <a:pt x="2241820" y="6245513"/>
                  </a:lnTo>
                  <a:lnTo>
                    <a:pt x="2334593" y="6231394"/>
                  </a:lnTo>
                  <a:lnTo>
                    <a:pt x="2420728" y="6215754"/>
                  </a:lnTo>
                  <a:lnTo>
                    <a:pt x="2499942" y="6198459"/>
                  </a:lnTo>
                  <a:lnTo>
                    <a:pt x="2572427" y="6179323"/>
                  </a:lnTo>
                  <a:lnTo>
                    <a:pt x="2638699" y="6158111"/>
                  </a:lnTo>
                  <a:lnTo>
                    <a:pt x="2699461" y="6134544"/>
                  </a:lnTo>
                  <a:lnTo>
                    <a:pt x="2755513" y="6108320"/>
                  </a:lnTo>
                  <a:lnTo>
                    <a:pt x="2807684" y="6079141"/>
                  </a:lnTo>
                  <a:lnTo>
                    <a:pt x="2856773" y="6046758"/>
                  </a:lnTo>
                  <a:lnTo>
                    <a:pt x="2896531" y="6016688"/>
                  </a:lnTo>
                  <a:lnTo>
                    <a:pt x="2941107" y="5978743"/>
                  </a:lnTo>
                  <a:lnTo>
                    <a:pt x="2984416" y="5937494"/>
                  </a:lnTo>
                  <a:lnTo>
                    <a:pt x="3026867" y="5892879"/>
                  </a:lnTo>
                  <a:lnTo>
                    <a:pt x="3068776" y="5844916"/>
                  </a:lnTo>
                  <a:lnTo>
                    <a:pt x="3110380" y="5793711"/>
                  </a:lnTo>
                  <a:lnTo>
                    <a:pt x="3151849" y="5739465"/>
                  </a:lnTo>
                  <a:lnTo>
                    <a:pt x="3193299" y="5682477"/>
                  </a:lnTo>
                  <a:lnTo>
                    <a:pt x="3234796" y="5623145"/>
                  </a:lnTo>
                  <a:lnTo>
                    <a:pt x="3276365" y="5561950"/>
                  </a:lnTo>
                  <a:lnTo>
                    <a:pt x="3318002" y="5499452"/>
                  </a:lnTo>
                  <a:lnTo>
                    <a:pt x="3359680" y="5436260"/>
                  </a:lnTo>
                  <a:lnTo>
                    <a:pt x="3401362" y="5373014"/>
                  </a:lnTo>
                  <a:lnTo>
                    <a:pt x="3443008" y="5310355"/>
                  </a:lnTo>
                  <a:lnTo>
                    <a:pt x="3484590" y="5248902"/>
                  </a:lnTo>
                  <a:lnTo>
                    <a:pt x="3526098" y="5189222"/>
                  </a:lnTo>
                  <a:lnTo>
                    <a:pt x="3567552" y="5131811"/>
                  </a:lnTo>
                  <a:lnTo>
                    <a:pt x="3609012" y="5077082"/>
                  </a:lnTo>
                  <a:lnTo>
                    <a:pt x="3650583" y="5025351"/>
                  </a:lnTo>
                  <a:lnTo>
                    <a:pt x="3692426" y="4976835"/>
                  </a:lnTo>
                  <a:lnTo>
                    <a:pt x="3734767" y="4931656"/>
                  </a:lnTo>
                  <a:lnTo>
                    <a:pt x="3777907" y="4889846"/>
                  </a:lnTo>
                  <a:lnTo>
                    <a:pt x="3822237" y="4851355"/>
                  </a:lnTo>
                  <a:lnTo>
                    <a:pt x="3829811" y="4845225"/>
                  </a:lnTo>
                  <a:lnTo>
                    <a:pt x="3876859" y="4810022"/>
                  </a:lnTo>
                  <a:lnTo>
                    <a:pt x="3926368" y="4778137"/>
                  </a:lnTo>
                  <a:lnTo>
                    <a:pt x="3979075" y="4749425"/>
                  </a:lnTo>
                  <a:lnTo>
                    <a:pt x="4035790" y="4723625"/>
                  </a:lnTo>
                  <a:lnTo>
                    <a:pt x="4097339" y="4700435"/>
                  </a:lnTo>
                  <a:lnTo>
                    <a:pt x="4164513" y="4679555"/>
                  </a:lnTo>
                  <a:lnTo>
                    <a:pt x="4237994" y="4660714"/>
                  </a:lnTo>
                  <a:lnTo>
                    <a:pt x="4318256" y="4643681"/>
                  </a:lnTo>
                  <a:lnTo>
                    <a:pt x="4405433" y="4628279"/>
                  </a:lnTo>
                  <a:lnTo>
                    <a:pt x="4499151" y="4614383"/>
                  </a:lnTo>
                  <a:lnTo>
                    <a:pt x="4598349" y="4601923"/>
                  </a:lnTo>
                  <a:lnTo>
                    <a:pt x="4701113" y="4590877"/>
                  </a:lnTo>
                  <a:lnTo>
                    <a:pt x="4804597" y="4581261"/>
                  </a:lnTo>
                  <a:lnTo>
                    <a:pt x="4905101" y="4573107"/>
                  </a:lnTo>
                  <a:lnTo>
                    <a:pt x="4998385" y="4566438"/>
                  </a:lnTo>
                  <a:lnTo>
                    <a:pt x="5080230" y="4561242"/>
                  </a:lnTo>
                  <a:lnTo>
                    <a:pt x="5147150" y="4557443"/>
                  </a:lnTo>
                  <a:lnTo>
                    <a:pt x="5197105" y="4554892"/>
                  </a:lnTo>
                  <a:lnTo>
                    <a:pt x="5229978" y="4553376"/>
                  </a:lnTo>
                  <a:lnTo>
                    <a:pt x="5247726" y="4552633"/>
                  </a:lnTo>
                  <a:lnTo>
                    <a:pt x="5254216" y="4552386"/>
                  </a:lnTo>
                  <a:lnTo>
                    <a:pt x="5254955" y="4552360"/>
                  </a:lnTo>
                  <a:lnTo>
                    <a:pt x="6726343" y="4552360"/>
                  </a:lnTo>
                  <a:lnTo>
                    <a:pt x="6727251" y="4552276"/>
                  </a:lnTo>
                  <a:lnTo>
                    <a:pt x="6733253" y="4551684"/>
                  </a:lnTo>
                  <a:lnTo>
                    <a:pt x="6748479" y="4550047"/>
                  </a:lnTo>
                  <a:lnTo>
                    <a:pt x="6775944" y="4546821"/>
                  </a:lnTo>
                  <a:lnTo>
                    <a:pt x="6817374" y="4541486"/>
                  </a:lnTo>
                  <a:lnTo>
                    <a:pt x="6873077" y="4533595"/>
                  </a:lnTo>
                  <a:lnTo>
                    <a:pt x="6941980" y="4522812"/>
                  </a:lnTo>
                  <a:lnTo>
                    <a:pt x="7021862" y="4508930"/>
                  </a:lnTo>
                  <a:lnTo>
                    <a:pt x="7109754" y="4491863"/>
                  </a:lnTo>
                  <a:lnTo>
                    <a:pt x="7202401" y="4471620"/>
                  </a:lnTo>
                  <a:lnTo>
                    <a:pt x="7296686" y="4448261"/>
                  </a:lnTo>
                  <a:lnTo>
                    <a:pt x="7389940" y="4421846"/>
                  </a:lnTo>
                  <a:lnTo>
                    <a:pt x="7480096" y="4392399"/>
                  </a:lnTo>
                  <a:lnTo>
                    <a:pt x="7565732" y="4359877"/>
                  </a:lnTo>
                  <a:lnTo>
                    <a:pt x="7646013" y="4324149"/>
                  </a:lnTo>
                  <a:lnTo>
                    <a:pt x="7720588" y="4284990"/>
                  </a:lnTo>
                  <a:lnTo>
                    <a:pt x="7789479" y="4242077"/>
                  </a:lnTo>
                  <a:lnTo>
                    <a:pt x="7852972" y="4194995"/>
                  </a:lnTo>
                  <a:lnTo>
                    <a:pt x="7911525" y="4143246"/>
                  </a:lnTo>
                  <a:lnTo>
                    <a:pt x="7965700" y="4086267"/>
                  </a:lnTo>
                  <a:lnTo>
                    <a:pt x="8016111" y="4023465"/>
                  </a:lnTo>
                  <a:lnTo>
                    <a:pt x="8063380" y="3954259"/>
                  </a:lnTo>
                  <a:lnTo>
                    <a:pt x="8108110" y="3878173"/>
                  </a:lnTo>
                  <a:lnTo>
                    <a:pt x="8150848" y="3794955"/>
                  </a:lnTo>
                  <a:lnTo>
                    <a:pt x="8151487" y="3793633"/>
                  </a:lnTo>
                  <a:lnTo>
                    <a:pt x="8182260" y="3727023"/>
                  </a:lnTo>
                  <a:lnTo>
                    <a:pt x="8212368" y="3656414"/>
                  </a:lnTo>
                  <a:lnTo>
                    <a:pt x="8241958" y="3581725"/>
                  </a:lnTo>
                  <a:lnTo>
                    <a:pt x="8271156" y="3502917"/>
                  </a:lnTo>
                  <a:lnTo>
                    <a:pt x="8300066" y="3419998"/>
                  </a:lnTo>
                  <a:lnTo>
                    <a:pt x="8328774" y="3333024"/>
                  </a:lnTo>
                  <a:lnTo>
                    <a:pt x="8357350" y="3242106"/>
                  </a:lnTo>
                  <a:lnTo>
                    <a:pt x="8385852" y="3147409"/>
                  </a:lnTo>
                  <a:lnTo>
                    <a:pt x="8414321" y="3049157"/>
                  </a:lnTo>
                  <a:lnTo>
                    <a:pt x="8442788" y="2947629"/>
                  </a:lnTo>
                  <a:lnTo>
                    <a:pt x="8471276" y="2843160"/>
                  </a:lnTo>
                  <a:lnTo>
                    <a:pt x="8499796" y="2736137"/>
                  </a:lnTo>
                  <a:lnTo>
                    <a:pt x="8528350" y="2626992"/>
                  </a:lnTo>
                  <a:lnTo>
                    <a:pt x="8556938" y="2516199"/>
                  </a:lnTo>
                  <a:lnTo>
                    <a:pt x="8585552" y="2404263"/>
                  </a:lnTo>
                  <a:lnTo>
                    <a:pt x="8614180" y="2291713"/>
                  </a:lnTo>
                  <a:lnTo>
                    <a:pt x="8642810" y="2179087"/>
                  </a:lnTo>
                  <a:lnTo>
                    <a:pt x="8671428" y="2066929"/>
                  </a:lnTo>
                  <a:lnTo>
                    <a:pt x="8700024" y="1955769"/>
                  </a:lnTo>
                  <a:lnTo>
                    <a:pt x="8728589" y="1846121"/>
                  </a:lnTo>
                  <a:lnTo>
                    <a:pt x="8757118" y="1738468"/>
                  </a:lnTo>
                  <a:lnTo>
                    <a:pt x="8785613" y="1633253"/>
                  </a:lnTo>
                  <a:lnTo>
                    <a:pt x="8814085" y="1530879"/>
                  </a:lnTo>
                  <a:lnTo>
                    <a:pt x="8842551" y="1431693"/>
                  </a:lnTo>
                  <a:lnTo>
                    <a:pt x="8871040" y="1335992"/>
                  </a:lnTo>
                  <a:lnTo>
                    <a:pt x="8899590" y="1244013"/>
                  </a:lnTo>
                  <a:lnTo>
                    <a:pt x="8928256" y="1155938"/>
                  </a:lnTo>
                  <a:lnTo>
                    <a:pt x="8957102" y="1071893"/>
                  </a:lnTo>
                  <a:lnTo>
                    <a:pt x="8986211" y="991949"/>
                  </a:lnTo>
                  <a:lnTo>
                    <a:pt x="9015681" y="916127"/>
                  </a:lnTo>
                  <a:lnTo>
                    <a:pt x="9045633" y="844399"/>
                  </a:lnTo>
                  <a:lnTo>
                    <a:pt x="9076206" y="776697"/>
                  </a:lnTo>
                  <a:lnTo>
                    <a:pt x="9084767" y="758726"/>
                  </a:lnTo>
                  <a:lnTo>
                    <a:pt x="9127478" y="675400"/>
                  </a:lnTo>
                  <a:lnTo>
                    <a:pt x="9172174" y="599206"/>
                  </a:lnTo>
                  <a:lnTo>
                    <a:pt x="9219400" y="529899"/>
                  </a:lnTo>
                  <a:lnTo>
                    <a:pt x="9269759" y="467003"/>
                  </a:lnTo>
                  <a:lnTo>
                    <a:pt x="9323872" y="409941"/>
                  </a:lnTo>
                  <a:lnTo>
                    <a:pt x="9382354" y="358116"/>
                  </a:lnTo>
                  <a:lnTo>
                    <a:pt x="9445768" y="310967"/>
                  </a:lnTo>
                  <a:lnTo>
                    <a:pt x="9514574" y="267994"/>
                  </a:lnTo>
                  <a:lnTo>
                    <a:pt x="9589062" y="228780"/>
                  </a:lnTo>
                  <a:lnTo>
                    <a:pt x="9669257" y="193002"/>
                  </a:lnTo>
                  <a:lnTo>
                    <a:pt x="9754816" y="160432"/>
                  </a:lnTo>
                  <a:lnTo>
                    <a:pt x="9844913" y="130939"/>
                  </a:lnTo>
                  <a:lnTo>
                    <a:pt x="9938133" y="104478"/>
                  </a:lnTo>
                  <a:lnTo>
                    <a:pt x="10032421" y="81071"/>
                  </a:lnTo>
                  <a:lnTo>
                    <a:pt x="10125116" y="60781"/>
                  </a:lnTo>
                  <a:lnTo>
                    <a:pt x="10213104" y="43665"/>
                  </a:lnTo>
                  <a:lnTo>
                    <a:pt x="10293132" y="29735"/>
                  </a:lnTo>
                  <a:lnTo>
                    <a:pt x="10362222" y="18906"/>
                  </a:lnTo>
                  <a:lnTo>
                    <a:pt x="10418137" y="10973"/>
                  </a:lnTo>
                  <a:lnTo>
                    <a:pt x="10459785" y="5603"/>
                  </a:lnTo>
                  <a:lnTo>
                    <a:pt x="10487454" y="2348"/>
                  </a:lnTo>
                  <a:lnTo>
                    <a:pt x="10502847" y="691"/>
                  </a:lnTo>
                  <a:lnTo>
                    <a:pt x="10508961" y="87"/>
                  </a:lnTo>
                  <a:lnTo>
                    <a:pt x="10509911" y="0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70" name="pl1570"/>
            <p:cNvSpPr/>
            <p:nvPr/>
          </p:nvSpPr>
          <p:spPr>
            <a:xfrm>
              <a:off x="4799595" y="3157191"/>
              <a:ext cx="11981298" cy="6309554"/>
            </a:xfrm>
            <a:custGeom>
              <a:avLst/>
              <a:pathLst>
                <a:path w="11981298" h="6309554">
                  <a:moveTo>
                    <a:pt x="11981298" y="0"/>
                  </a:moveTo>
                  <a:lnTo>
                    <a:pt x="10509911" y="0"/>
                  </a:lnTo>
                  <a:lnTo>
                    <a:pt x="10509002" y="83"/>
                  </a:lnTo>
                  <a:lnTo>
                    <a:pt x="10503000" y="675"/>
                  </a:lnTo>
                  <a:lnTo>
                    <a:pt x="10487774" y="2312"/>
                  </a:lnTo>
                  <a:lnTo>
                    <a:pt x="10460309" y="5538"/>
                  </a:lnTo>
                  <a:lnTo>
                    <a:pt x="10418880" y="10873"/>
                  </a:lnTo>
                  <a:lnTo>
                    <a:pt x="10363177" y="18764"/>
                  </a:lnTo>
                  <a:lnTo>
                    <a:pt x="10294274" y="29547"/>
                  </a:lnTo>
                  <a:lnTo>
                    <a:pt x="10214391" y="43429"/>
                  </a:lnTo>
                  <a:lnTo>
                    <a:pt x="10126499" y="60496"/>
                  </a:lnTo>
                  <a:lnTo>
                    <a:pt x="10033853" y="80739"/>
                  </a:lnTo>
                  <a:lnTo>
                    <a:pt x="9939567" y="104098"/>
                  </a:lnTo>
                  <a:lnTo>
                    <a:pt x="9846314" y="130513"/>
                  </a:lnTo>
                  <a:lnTo>
                    <a:pt x="9756158" y="159960"/>
                  </a:lnTo>
                  <a:lnTo>
                    <a:pt x="9670521" y="192482"/>
                  </a:lnTo>
                  <a:lnTo>
                    <a:pt x="9590241" y="228210"/>
                  </a:lnTo>
                  <a:lnTo>
                    <a:pt x="9515665" y="267369"/>
                  </a:lnTo>
                  <a:lnTo>
                    <a:pt x="9446774" y="310282"/>
                  </a:lnTo>
                  <a:lnTo>
                    <a:pt x="9383281" y="357364"/>
                  </a:lnTo>
                  <a:lnTo>
                    <a:pt x="9324728" y="409113"/>
                  </a:lnTo>
                  <a:lnTo>
                    <a:pt x="9270553" y="466092"/>
                  </a:lnTo>
                  <a:lnTo>
                    <a:pt x="9220142" y="528894"/>
                  </a:lnTo>
                  <a:lnTo>
                    <a:pt x="9172873" y="598100"/>
                  </a:lnTo>
                  <a:lnTo>
                    <a:pt x="9128143" y="674186"/>
                  </a:lnTo>
                  <a:lnTo>
                    <a:pt x="9085405" y="757404"/>
                  </a:lnTo>
                  <a:lnTo>
                    <a:pt x="9084767" y="758726"/>
                  </a:lnTo>
                  <a:lnTo>
                    <a:pt x="9053993" y="825336"/>
                  </a:lnTo>
                  <a:lnTo>
                    <a:pt x="9023885" y="895945"/>
                  </a:lnTo>
                  <a:lnTo>
                    <a:pt x="8994295" y="970634"/>
                  </a:lnTo>
                  <a:lnTo>
                    <a:pt x="8965097" y="1049442"/>
                  </a:lnTo>
                  <a:lnTo>
                    <a:pt x="8936188" y="1132361"/>
                  </a:lnTo>
                  <a:lnTo>
                    <a:pt x="8907480" y="1219335"/>
                  </a:lnTo>
                  <a:lnTo>
                    <a:pt x="8878903" y="1310253"/>
                  </a:lnTo>
                  <a:lnTo>
                    <a:pt x="8850402" y="1404950"/>
                  </a:lnTo>
                  <a:lnTo>
                    <a:pt x="8821933" y="1503202"/>
                  </a:lnTo>
                  <a:lnTo>
                    <a:pt x="8793465" y="1604730"/>
                  </a:lnTo>
                  <a:lnTo>
                    <a:pt x="8764977" y="1709199"/>
                  </a:lnTo>
                  <a:lnTo>
                    <a:pt x="8736458" y="1816222"/>
                  </a:lnTo>
                  <a:lnTo>
                    <a:pt x="8707903" y="1925367"/>
                  </a:lnTo>
                  <a:lnTo>
                    <a:pt x="8679315" y="2036160"/>
                  </a:lnTo>
                  <a:lnTo>
                    <a:pt x="8650701" y="2148096"/>
                  </a:lnTo>
                  <a:lnTo>
                    <a:pt x="8622073" y="2260646"/>
                  </a:lnTo>
                  <a:lnTo>
                    <a:pt x="8593444" y="2373272"/>
                  </a:lnTo>
                  <a:lnTo>
                    <a:pt x="8564825" y="2485430"/>
                  </a:lnTo>
                  <a:lnTo>
                    <a:pt x="8536229" y="2596590"/>
                  </a:lnTo>
                  <a:lnTo>
                    <a:pt x="8507664" y="2706238"/>
                  </a:lnTo>
                  <a:lnTo>
                    <a:pt x="8479135" y="2813892"/>
                  </a:lnTo>
                  <a:lnTo>
                    <a:pt x="8450640" y="2919106"/>
                  </a:lnTo>
                  <a:lnTo>
                    <a:pt x="8422168" y="3021480"/>
                  </a:lnTo>
                  <a:lnTo>
                    <a:pt x="8393702" y="3120666"/>
                  </a:lnTo>
                  <a:lnTo>
                    <a:pt x="8365214" y="3216367"/>
                  </a:lnTo>
                  <a:lnTo>
                    <a:pt x="8336663" y="3308346"/>
                  </a:lnTo>
                  <a:lnTo>
                    <a:pt x="8307997" y="3396421"/>
                  </a:lnTo>
                  <a:lnTo>
                    <a:pt x="8279151" y="3480466"/>
                  </a:lnTo>
                  <a:lnTo>
                    <a:pt x="8250042" y="3560410"/>
                  </a:lnTo>
                  <a:lnTo>
                    <a:pt x="8220572" y="3636233"/>
                  </a:lnTo>
                  <a:lnTo>
                    <a:pt x="8190620" y="3707960"/>
                  </a:lnTo>
                  <a:lnTo>
                    <a:pt x="8160047" y="3775662"/>
                  </a:lnTo>
                  <a:lnTo>
                    <a:pt x="8151487" y="3793633"/>
                  </a:lnTo>
                  <a:lnTo>
                    <a:pt x="8108775" y="3876959"/>
                  </a:lnTo>
                  <a:lnTo>
                    <a:pt x="8064079" y="3953153"/>
                  </a:lnTo>
                  <a:lnTo>
                    <a:pt x="8016853" y="4022460"/>
                  </a:lnTo>
                  <a:lnTo>
                    <a:pt x="7966495" y="4085356"/>
                  </a:lnTo>
                  <a:lnTo>
                    <a:pt x="7912381" y="4142419"/>
                  </a:lnTo>
                  <a:lnTo>
                    <a:pt x="7853899" y="4194243"/>
                  </a:lnTo>
                  <a:lnTo>
                    <a:pt x="7790486" y="4241392"/>
                  </a:lnTo>
                  <a:lnTo>
                    <a:pt x="7721679" y="4284365"/>
                  </a:lnTo>
                  <a:lnTo>
                    <a:pt x="7647192" y="4323579"/>
                  </a:lnTo>
                  <a:lnTo>
                    <a:pt x="7566996" y="4359357"/>
                  </a:lnTo>
                  <a:lnTo>
                    <a:pt x="7481437" y="4391927"/>
                  </a:lnTo>
                  <a:lnTo>
                    <a:pt x="7391340" y="4421420"/>
                  </a:lnTo>
                  <a:lnTo>
                    <a:pt x="7298120" y="4447881"/>
                  </a:lnTo>
                  <a:lnTo>
                    <a:pt x="7203832" y="4471288"/>
                  </a:lnTo>
                  <a:lnTo>
                    <a:pt x="7111138" y="4491578"/>
                  </a:lnTo>
                  <a:lnTo>
                    <a:pt x="7023149" y="4508694"/>
                  </a:lnTo>
                  <a:lnTo>
                    <a:pt x="6943121" y="4522624"/>
                  </a:lnTo>
                  <a:lnTo>
                    <a:pt x="6874031" y="4533453"/>
                  </a:lnTo>
                  <a:lnTo>
                    <a:pt x="6818116" y="4541386"/>
                  </a:lnTo>
                  <a:lnTo>
                    <a:pt x="6776468" y="4546756"/>
                  </a:lnTo>
                  <a:lnTo>
                    <a:pt x="6748799" y="4550011"/>
                  </a:lnTo>
                  <a:lnTo>
                    <a:pt x="6733406" y="4551668"/>
                  </a:lnTo>
                  <a:lnTo>
                    <a:pt x="6727293" y="4552272"/>
                  </a:lnTo>
                  <a:lnTo>
                    <a:pt x="6726343" y="4552360"/>
                  </a:lnTo>
                  <a:lnTo>
                    <a:pt x="6726343" y="4552360"/>
                  </a:lnTo>
                  <a:lnTo>
                    <a:pt x="5254955" y="4552360"/>
                  </a:lnTo>
                  <a:lnTo>
                    <a:pt x="5253754" y="4552402"/>
                  </a:lnTo>
                  <a:lnTo>
                    <a:pt x="5245870" y="4552707"/>
                  </a:lnTo>
                  <a:lnTo>
                    <a:pt x="5226029" y="4553549"/>
                  </a:lnTo>
                  <a:lnTo>
                    <a:pt x="5190636" y="4555207"/>
                  </a:lnTo>
                  <a:lnTo>
                    <a:pt x="5138045" y="4557935"/>
                  </a:lnTo>
                  <a:lnTo>
                    <a:pt x="5068683" y="4561939"/>
                  </a:lnTo>
                  <a:lnTo>
                    <a:pt x="4984848" y="4567356"/>
                  </a:lnTo>
                  <a:lnTo>
                    <a:pt x="4890187" y="4574250"/>
                  </a:lnTo>
                  <a:lnTo>
                    <a:pt x="4788965" y="4582628"/>
                  </a:lnTo>
                  <a:lnTo>
                    <a:pt x="4685371" y="4592464"/>
                  </a:lnTo>
                  <a:lnTo>
                    <a:pt x="4582988" y="4603725"/>
                  </a:lnTo>
                  <a:lnTo>
                    <a:pt x="4484522" y="4616400"/>
                  </a:lnTo>
                  <a:lnTo>
                    <a:pt x="4391749" y="4630519"/>
                  </a:lnTo>
                  <a:lnTo>
                    <a:pt x="4305614" y="4646160"/>
                  </a:lnTo>
                  <a:lnTo>
                    <a:pt x="4226401" y="4663455"/>
                  </a:lnTo>
                  <a:lnTo>
                    <a:pt x="4153915" y="4682590"/>
                  </a:lnTo>
                  <a:lnTo>
                    <a:pt x="4087643" y="4703803"/>
                  </a:lnTo>
                  <a:lnTo>
                    <a:pt x="4026881" y="4727370"/>
                  </a:lnTo>
                  <a:lnTo>
                    <a:pt x="3970829" y="4753593"/>
                  </a:lnTo>
                  <a:lnTo>
                    <a:pt x="3918658" y="4782772"/>
                  </a:lnTo>
                  <a:lnTo>
                    <a:pt x="3869569" y="4815156"/>
                  </a:lnTo>
                  <a:lnTo>
                    <a:pt x="3829811" y="4845225"/>
                  </a:lnTo>
                  <a:lnTo>
                    <a:pt x="3785236" y="4883171"/>
                  </a:lnTo>
                  <a:lnTo>
                    <a:pt x="3741926" y="4924420"/>
                  </a:lnTo>
                  <a:lnTo>
                    <a:pt x="3699475" y="4969034"/>
                  </a:lnTo>
                  <a:lnTo>
                    <a:pt x="3657566" y="5016997"/>
                  </a:lnTo>
                  <a:lnTo>
                    <a:pt x="3615962" y="5068203"/>
                  </a:lnTo>
                  <a:lnTo>
                    <a:pt x="3574493" y="5122449"/>
                  </a:lnTo>
                  <a:lnTo>
                    <a:pt x="3533043" y="5179436"/>
                  </a:lnTo>
                  <a:lnTo>
                    <a:pt x="3491546" y="5238769"/>
                  </a:lnTo>
                  <a:lnTo>
                    <a:pt x="3449977" y="5299963"/>
                  </a:lnTo>
                  <a:lnTo>
                    <a:pt x="3408340" y="5362462"/>
                  </a:lnTo>
                  <a:lnTo>
                    <a:pt x="3366662" y="5425654"/>
                  </a:lnTo>
                  <a:lnTo>
                    <a:pt x="3324980" y="5488900"/>
                  </a:lnTo>
                  <a:lnTo>
                    <a:pt x="3283334" y="5551558"/>
                  </a:lnTo>
                  <a:lnTo>
                    <a:pt x="3241752" y="5613012"/>
                  </a:lnTo>
                  <a:lnTo>
                    <a:pt x="3200244" y="5672692"/>
                  </a:lnTo>
                  <a:lnTo>
                    <a:pt x="3158790" y="5730103"/>
                  </a:lnTo>
                  <a:lnTo>
                    <a:pt x="3117330" y="5784831"/>
                  </a:lnTo>
                  <a:lnTo>
                    <a:pt x="3075759" y="5836563"/>
                  </a:lnTo>
                  <a:lnTo>
                    <a:pt x="3033916" y="5885079"/>
                  </a:lnTo>
                  <a:lnTo>
                    <a:pt x="2991575" y="5930257"/>
                  </a:lnTo>
                  <a:lnTo>
                    <a:pt x="2948436" y="5972068"/>
                  </a:lnTo>
                  <a:lnTo>
                    <a:pt x="2904105" y="6010559"/>
                  </a:lnTo>
                  <a:lnTo>
                    <a:pt x="2896531" y="6016688"/>
                  </a:lnTo>
                  <a:lnTo>
                    <a:pt x="2849483" y="6051892"/>
                  </a:lnTo>
                  <a:lnTo>
                    <a:pt x="2799974" y="6083776"/>
                  </a:lnTo>
                  <a:lnTo>
                    <a:pt x="2747267" y="6112488"/>
                  </a:lnTo>
                  <a:lnTo>
                    <a:pt x="2690553" y="6138288"/>
                  </a:lnTo>
                  <a:lnTo>
                    <a:pt x="2629004" y="6161478"/>
                  </a:lnTo>
                  <a:lnTo>
                    <a:pt x="2561829" y="6182358"/>
                  </a:lnTo>
                  <a:lnTo>
                    <a:pt x="2488348" y="6201200"/>
                  </a:lnTo>
                  <a:lnTo>
                    <a:pt x="2408086" y="6218233"/>
                  </a:lnTo>
                  <a:lnTo>
                    <a:pt x="2320909" y="6233635"/>
                  </a:lnTo>
                  <a:lnTo>
                    <a:pt x="2227191" y="6247531"/>
                  </a:lnTo>
                  <a:lnTo>
                    <a:pt x="2127993" y="6259991"/>
                  </a:lnTo>
                  <a:lnTo>
                    <a:pt x="2025229" y="6271037"/>
                  </a:lnTo>
                  <a:lnTo>
                    <a:pt x="1921745" y="6280653"/>
                  </a:lnTo>
                  <a:lnTo>
                    <a:pt x="1821242" y="6288807"/>
                  </a:lnTo>
                  <a:lnTo>
                    <a:pt x="1727957" y="6295475"/>
                  </a:lnTo>
                  <a:lnTo>
                    <a:pt x="1646112" y="6300672"/>
                  </a:lnTo>
                  <a:lnTo>
                    <a:pt x="1579192" y="6304471"/>
                  </a:lnTo>
                  <a:lnTo>
                    <a:pt x="1529237" y="6307022"/>
                  </a:lnTo>
                  <a:lnTo>
                    <a:pt x="1496364" y="6308538"/>
                  </a:lnTo>
                  <a:lnTo>
                    <a:pt x="1478616" y="6309281"/>
                  </a:lnTo>
                  <a:lnTo>
                    <a:pt x="1472126" y="6309528"/>
                  </a:lnTo>
                  <a:lnTo>
                    <a:pt x="1471387" y="6309554"/>
                  </a:lnTo>
                  <a:lnTo>
                    <a:pt x="0" y="630955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71" name="pg1571"/>
            <p:cNvSpPr/>
            <p:nvPr/>
          </p:nvSpPr>
          <p:spPr>
            <a:xfrm>
              <a:off x="4799595" y="7922049"/>
              <a:ext cx="11981298" cy="2468245"/>
            </a:xfrm>
            <a:custGeom>
              <a:avLst/>
              <a:pathLst>
                <a:path w="11981298" h="2468245">
                  <a:moveTo>
                    <a:pt x="0" y="1561042"/>
                  </a:moveTo>
                  <a:lnTo>
                    <a:pt x="1471387" y="1561042"/>
                  </a:lnTo>
                  <a:lnTo>
                    <a:pt x="1472596" y="1561004"/>
                  </a:lnTo>
                  <a:lnTo>
                    <a:pt x="1480530" y="1560733"/>
                  </a:lnTo>
                  <a:lnTo>
                    <a:pt x="1500495" y="1559984"/>
                  </a:lnTo>
                  <a:lnTo>
                    <a:pt x="1536099" y="1558509"/>
                  </a:lnTo>
                  <a:lnTo>
                    <a:pt x="1588981" y="1556082"/>
                  </a:lnTo>
                  <a:lnTo>
                    <a:pt x="1658693" y="1552521"/>
                  </a:lnTo>
                  <a:lnTo>
                    <a:pt x="1742900" y="1547705"/>
                  </a:lnTo>
                  <a:lnTo>
                    <a:pt x="1837918" y="1541576"/>
                  </a:lnTo>
                  <a:lnTo>
                    <a:pt x="1939447" y="1534131"/>
                  </a:lnTo>
                  <a:lnTo>
                    <a:pt x="2043280" y="1525393"/>
                  </a:lnTo>
                  <a:lnTo>
                    <a:pt x="2145826" y="1515390"/>
                  </a:lnTo>
                  <a:lnTo>
                    <a:pt x="2244384" y="1504131"/>
                  </a:lnTo>
                  <a:lnTo>
                    <a:pt x="2337188" y="1491589"/>
                  </a:lnTo>
                  <a:lnTo>
                    <a:pt x="2423307" y="1477694"/>
                  </a:lnTo>
                  <a:lnTo>
                    <a:pt x="2502474" y="1462326"/>
                  </a:lnTo>
                  <a:lnTo>
                    <a:pt x="2574896" y="1445318"/>
                  </a:lnTo>
                  <a:lnTo>
                    <a:pt x="2641100" y="1426458"/>
                  </a:lnTo>
                  <a:lnTo>
                    <a:pt x="2701798" y="1405498"/>
                  </a:lnTo>
                  <a:lnTo>
                    <a:pt x="2757798" y="1382169"/>
                  </a:lnTo>
                  <a:lnTo>
                    <a:pt x="2809934" y="1356206"/>
                  </a:lnTo>
                  <a:lnTo>
                    <a:pt x="2859010" y="1327391"/>
                  </a:lnTo>
                  <a:lnTo>
                    <a:pt x="2896531" y="1302231"/>
                  </a:lnTo>
                  <a:lnTo>
                    <a:pt x="2942712" y="1267415"/>
                  </a:lnTo>
                  <a:lnTo>
                    <a:pt x="2987550" y="1229458"/>
                  </a:lnTo>
                  <a:lnTo>
                    <a:pt x="3031493" y="1188305"/>
                  </a:lnTo>
                  <a:lnTo>
                    <a:pt x="3074885" y="1143980"/>
                  </a:lnTo>
                  <a:lnTo>
                    <a:pt x="3117979" y="1096598"/>
                  </a:lnTo>
                  <a:lnTo>
                    <a:pt x="3160955" y="1046374"/>
                  </a:lnTo>
                  <a:lnTo>
                    <a:pt x="3203930" y="993622"/>
                  </a:lnTo>
                  <a:lnTo>
                    <a:pt x="3246966" y="938754"/>
                  </a:lnTo>
                  <a:lnTo>
                    <a:pt x="3290081" y="882268"/>
                  </a:lnTo>
                  <a:lnTo>
                    <a:pt x="3333262" y="824729"/>
                  </a:lnTo>
                  <a:lnTo>
                    <a:pt x="3376472" y="766753"/>
                  </a:lnTo>
                  <a:lnTo>
                    <a:pt x="3419670" y="708972"/>
                  </a:lnTo>
                  <a:lnTo>
                    <a:pt x="3462813" y="652011"/>
                  </a:lnTo>
                  <a:lnTo>
                    <a:pt x="3505879" y="596458"/>
                  </a:lnTo>
                  <a:lnTo>
                    <a:pt x="3548872" y="542839"/>
                  </a:lnTo>
                  <a:lnTo>
                    <a:pt x="3591838" y="491601"/>
                  </a:lnTo>
                  <a:lnTo>
                    <a:pt x="3634869" y="443095"/>
                  </a:lnTo>
                  <a:lnTo>
                    <a:pt x="3678121" y="397576"/>
                  </a:lnTo>
                  <a:lnTo>
                    <a:pt x="3721817" y="355196"/>
                  </a:lnTo>
                  <a:lnTo>
                    <a:pt x="3766264" y="316013"/>
                  </a:lnTo>
                  <a:lnTo>
                    <a:pt x="3811867" y="280002"/>
                  </a:lnTo>
                  <a:lnTo>
                    <a:pt x="3829811" y="266984"/>
                  </a:lnTo>
                  <a:lnTo>
                    <a:pt x="3876967" y="235808"/>
                  </a:lnTo>
                  <a:lnTo>
                    <a:pt x="3926595" y="207578"/>
                  </a:lnTo>
                  <a:lnTo>
                    <a:pt x="3979440" y="182163"/>
                  </a:lnTo>
                  <a:lnTo>
                    <a:pt x="4036316" y="159331"/>
                  </a:lnTo>
                  <a:lnTo>
                    <a:pt x="4098056" y="138813"/>
                  </a:lnTo>
                  <a:lnTo>
                    <a:pt x="4165454" y="120344"/>
                  </a:lnTo>
                  <a:lnTo>
                    <a:pt x="4239195" y="103680"/>
                  </a:lnTo>
                  <a:lnTo>
                    <a:pt x="4319752" y="88620"/>
                  </a:lnTo>
                  <a:lnTo>
                    <a:pt x="4407253" y="75004"/>
                  </a:lnTo>
                  <a:lnTo>
                    <a:pt x="4501310" y="62724"/>
                  </a:lnTo>
                  <a:lnTo>
                    <a:pt x="4600838" y="51718"/>
                  </a:lnTo>
                  <a:lnTo>
                    <a:pt x="4703889" y="41967"/>
                  </a:lnTo>
                  <a:lnTo>
                    <a:pt x="4807574" y="33486"/>
                  </a:lnTo>
                  <a:lnTo>
                    <a:pt x="4908146" y="26303"/>
                  </a:lnTo>
                  <a:lnTo>
                    <a:pt x="5001332" y="20440"/>
                  </a:lnTo>
                  <a:lnTo>
                    <a:pt x="5082893" y="15882"/>
                  </a:lnTo>
                  <a:lnTo>
                    <a:pt x="5149362" y="12560"/>
                  </a:lnTo>
                  <a:lnTo>
                    <a:pt x="5198748" y="10340"/>
                  </a:lnTo>
                  <a:lnTo>
                    <a:pt x="5231016" y="9030"/>
                  </a:lnTo>
                  <a:lnTo>
                    <a:pt x="5248221" y="8397"/>
                  </a:lnTo>
                  <a:lnTo>
                    <a:pt x="5254331" y="8192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510" y="8231"/>
                  </a:lnTo>
                  <a:lnTo>
                    <a:pt x="6735180" y="8645"/>
                  </a:lnTo>
                  <a:lnTo>
                    <a:pt x="6754501" y="9791"/>
                  </a:lnTo>
                  <a:lnTo>
                    <a:pt x="6789007" y="12045"/>
                  </a:lnTo>
                  <a:lnTo>
                    <a:pt x="6840366" y="15758"/>
                  </a:lnTo>
                  <a:lnTo>
                    <a:pt x="6908246" y="21212"/>
                  </a:lnTo>
                  <a:lnTo>
                    <a:pt x="6990496" y="28599"/>
                  </a:lnTo>
                  <a:lnTo>
                    <a:pt x="7083636" y="38013"/>
                  </a:lnTo>
                  <a:lnTo>
                    <a:pt x="7183534" y="49466"/>
                  </a:lnTo>
                  <a:lnTo>
                    <a:pt x="7286092" y="62925"/>
                  </a:lnTo>
                  <a:lnTo>
                    <a:pt x="7387760" y="78345"/>
                  </a:lnTo>
                  <a:lnTo>
                    <a:pt x="7485818" y="95707"/>
                  </a:lnTo>
                  <a:lnTo>
                    <a:pt x="7578444" y="115044"/>
                  </a:lnTo>
                  <a:lnTo>
                    <a:pt x="7664633" y="136454"/>
                  </a:lnTo>
                  <a:lnTo>
                    <a:pt x="7744035" y="160107"/>
                  </a:lnTo>
                  <a:lnTo>
                    <a:pt x="7816787" y="186247"/>
                  </a:lnTo>
                  <a:lnTo>
                    <a:pt x="7883351" y="215187"/>
                  </a:lnTo>
                  <a:lnTo>
                    <a:pt x="7944389" y="247296"/>
                  </a:lnTo>
                  <a:lnTo>
                    <a:pt x="8000668" y="282983"/>
                  </a:lnTo>
                  <a:lnTo>
                    <a:pt x="8052993" y="322657"/>
                  </a:lnTo>
                  <a:lnTo>
                    <a:pt x="8102150" y="366678"/>
                  </a:lnTo>
                  <a:lnTo>
                    <a:pt x="8148862" y="415253"/>
                  </a:lnTo>
                  <a:lnTo>
                    <a:pt x="8151487" y="418185"/>
                  </a:lnTo>
                  <a:lnTo>
                    <a:pt x="8191270" y="465291"/>
                  </a:lnTo>
                  <a:lnTo>
                    <a:pt x="8230008" y="516058"/>
                  </a:lnTo>
                  <a:lnTo>
                    <a:pt x="8268004" y="570558"/>
                  </a:lnTo>
                  <a:lnTo>
                    <a:pt x="8305496" y="628797"/>
                  </a:lnTo>
                  <a:lnTo>
                    <a:pt x="8342670" y="690705"/>
                  </a:lnTo>
                  <a:lnTo>
                    <a:pt x="8379672" y="756129"/>
                  </a:lnTo>
                  <a:lnTo>
                    <a:pt x="8416603" y="824832"/>
                  </a:lnTo>
                  <a:lnTo>
                    <a:pt x="8453536" y="896489"/>
                  </a:lnTo>
                  <a:lnTo>
                    <a:pt x="8490510" y="970689"/>
                  </a:lnTo>
                  <a:lnTo>
                    <a:pt x="8527542" y="1046949"/>
                  </a:lnTo>
                  <a:lnTo>
                    <a:pt x="8564630" y="1124719"/>
                  </a:lnTo>
                  <a:lnTo>
                    <a:pt x="8601756" y="1203399"/>
                  </a:lnTo>
                  <a:lnTo>
                    <a:pt x="8638894" y="1282360"/>
                  </a:lnTo>
                  <a:lnTo>
                    <a:pt x="8676017" y="1360965"/>
                  </a:lnTo>
                  <a:lnTo>
                    <a:pt x="8713099" y="1438586"/>
                  </a:lnTo>
                  <a:lnTo>
                    <a:pt x="8750124" y="1514630"/>
                  </a:lnTo>
                  <a:lnTo>
                    <a:pt x="8787092" y="1588554"/>
                  </a:lnTo>
                  <a:lnTo>
                    <a:pt x="8824021" y="1659880"/>
                  </a:lnTo>
                  <a:lnTo>
                    <a:pt x="8860957" y="1728210"/>
                  </a:lnTo>
                  <a:lnTo>
                    <a:pt x="8897972" y="1793229"/>
                  </a:lnTo>
                  <a:lnTo>
                    <a:pt x="8935177" y="1854709"/>
                  </a:lnTo>
                  <a:lnTo>
                    <a:pt x="8972717" y="1912508"/>
                  </a:lnTo>
                  <a:lnTo>
                    <a:pt x="9010787" y="1966564"/>
                  </a:lnTo>
                  <a:lnTo>
                    <a:pt x="9049632" y="2016892"/>
                  </a:lnTo>
                  <a:lnTo>
                    <a:pt x="9084767" y="2058233"/>
                  </a:lnTo>
                  <a:lnTo>
                    <a:pt x="9131358" y="2107072"/>
                  </a:lnTo>
                  <a:lnTo>
                    <a:pt x="9180356" y="2151351"/>
                  </a:lnTo>
                  <a:lnTo>
                    <a:pt x="9232478" y="2191266"/>
                  </a:lnTo>
                  <a:lnTo>
                    <a:pt x="9288508" y="2227170"/>
                  </a:lnTo>
                  <a:lnTo>
                    <a:pt x="9349251" y="2259474"/>
                  </a:lnTo>
                  <a:lnTo>
                    <a:pt x="9415478" y="2288586"/>
                  </a:lnTo>
                  <a:lnTo>
                    <a:pt x="9487859" y="2314878"/>
                  </a:lnTo>
                  <a:lnTo>
                    <a:pt x="9566872" y="2338667"/>
                  </a:lnTo>
                  <a:lnTo>
                    <a:pt x="9652674" y="2360200"/>
                  </a:lnTo>
                  <a:lnTo>
                    <a:pt x="9744950" y="2379653"/>
                  </a:lnTo>
                  <a:lnTo>
                    <a:pt x="9842737" y="2397128"/>
                  </a:lnTo>
                  <a:lnTo>
                    <a:pt x="9944262" y="2412659"/>
                  </a:lnTo>
                  <a:lnTo>
                    <a:pt x="10046859" y="2426231"/>
                  </a:lnTo>
                  <a:lnTo>
                    <a:pt x="10147018" y="2437801"/>
                  </a:lnTo>
                  <a:lnTo>
                    <a:pt x="10240660" y="2447332"/>
                  </a:lnTo>
                  <a:lnTo>
                    <a:pt x="10323640" y="2454834"/>
                  </a:lnTo>
                  <a:lnTo>
                    <a:pt x="10392420" y="2460395"/>
                  </a:lnTo>
                  <a:lnTo>
                    <a:pt x="10444756" y="2464201"/>
                  </a:lnTo>
                  <a:lnTo>
                    <a:pt x="10480205" y="2466531"/>
                  </a:lnTo>
                  <a:lnTo>
                    <a:pt x="10500320" y="2467730"/>
                  </a:lnTo>
                  <a:lnTo>
                    <a:pt x="10508534" y="2468176"/>
                  </a:lnTo>
                  <a:lnTo>
                    <a:pt x="10509911" y="2468245"/>
                  </a:lnTo>
                  <a:lnTo>
                    <a:pt x="11981298" y="2468245"/>
                  </a:lnTo>
                  <a:lnTo>
                    <a:pt x="11981298" y="2460072"/>
                  </a:lnTo>
                  <a:lnTo>
                    <a:pt x="10509911" y="2460072"/>
                  </a:lnTo>
                  <a:lnTo>
                    <a:pt x="10508743" y="2460014"/>
                  </a:lnTo>
                  <a:lnTo>
                    <a:pt x="10501073" y="2459599"/>
                  </a:lnTo>
                  <a:lnTo>
                    <a:pt x="10481752" y="2458454"/>
                  </a:lnTo>
                  <a:lnTo>
                    <a:pt x="10447246" y="2456199"/>
                  </a:lnTo>
                  <a:lnTo>
                    <a:pt x="10395888" y="2452486"/>
                  </a:lnTo>
                  <a:lnTo>
                    <a:pt x="10328008" y="2447032"/>
                  </a:lnTo>
                  <a:lnTo>
                    <a:pt x="10245757" y="2439645"/>
                  </a:lnTo>
                  <a:lnTo>
                    <a:pt x="10152618" y="2430232"/>
                  </a:lnTo>
                  <a:lnTo>
                    <a:pt x="10052719" y="2418778"/>
                  </a:lnTo>
                  <a:lnTo>
                    <a:pt x="9950161" y="2405320"/>
                  </a:lnTo>
                  <a:lnTo>
                    <a:pt x="9848493" y="2389900"/>
                  </a:lnTo>
                  <a:lnTo>
                    <a:pt x="9750435" y="2372537"/>
                  </a:lnTo>
                  <a:lnTo>
                    <a:pt x="9657809" y="2353200"/>
                  </a:lnTo>
                  <a:lnTo>
                    <a:pt x="9571621" y="2331791"/>
                  </a:lnTo>
                  <a:lnTo>
                    <a:pt x="9492218" y="2308138"/>
                  </a:lnTo>
                  <a:lnTo>
                    <a:pt x="9419466" y="2281997"/>
                  </a:lnTo>
                  <a:lnTo>
                    <a:pt x="9352902" y="2253057"/>
                  </a:lnTo>
                  <a:lnTo>
                    <a:pt x="9291864" y="2220948"/>
                  </a:lnTo>
                  <a:lnTo>
                    <a:pt x="9235585" y="2185262"/>
                  </a:lnTo>
                  <a:lnTo>
                    <a:pt x="9183260" y="2145588"/>
                  </a:lnTo>
                  <a:lnTo>
                    <a:pt x="9134103" y="2101567"/>
                  </a:lnTo>
                  <a:lnTo>
                    <a:pt x="9087391" y="2052991"/>
                  </a:lnTo>
                  <a:lnTo>
                    <a:pt x="9084767" y="2050060"/>
                  </a:lnTo>
                  <a:lnTo>
                    <a:pt x="9044984" y="2002953"/>
                  </a:lnTo>
                  <a:lnTo>
                    <a:pt x="9006245" y="1952187"/>
                  </a:lnTo>
                  <a:lnTo>
                    <a:pt x="8968249" y="1897687"/>
                  </a:lnTo>
                  <a:lnTo>
                    <a:pt x="8930758" y="1839448"/>
                  </a:lnTo>
                  <a:lnTo>
                    <a:pt x="8893583" y="1777540"/>
                  </a:lnTo>
                  <a:lnTo>
                    <a:pt x="8856582" y="1712115"/>
                  </a:lnTo>
                  <a:lnTo>
                    <a:pt x="8819650" y="1643412"/>
                  </a:lnTo>
                  <a:lnTo>
                    <a:pt x="8782718" y="1571756"/>
                  </a:lnTo>
                  <a:lnTo>
                    <a:pt x="8745744" y="1497555"/>
                  </a:lnTo>
                  <a:lnTo>
                    <a:pt x="8708711" y="1421295"/>
                  </a:lnTo>
                  <a:lnTo>
                    <a:pt x="8671624" y="1343526"/>
                  </a:lnTo>
                  <a:lnTo>
                    <a:pt x="8634498" y="1264846"/>
                  </a:lnTo>
                  <a:lnTo>
                    <a:pt x="8597359" y="1185884"/>
                  </a:lnTo>
                  <a:lnTo>
                    <a:pt x="8560237" y="1107279"/>
                  </a:lnTo>
                  <a:lnTo>
                    <a:pt x="8523155" y="1029658"/>
                  </a:lnTo>
                  <a:lnTo>
                    <a:pt x="8486129" y="953614"/>
                  </a:lnTo>
                  <a:lnTo>
                    <a:pt x="8449162" y="879691"/>
                  </a:lnTo>
                  <a:lnTo>
                    <a:pt x="8412232" y="808364"/>
                  </a:lnTo>
                  <a:lnTo>
                    <a:pt x="8375296" y="740034"/>
                  </a:lnTo>
                  <a:lnTo>
                    <a:pt x="8338281" y="675015"/>
                  </a:lnTo>
                  <a:lnTo>
                    <a:pt x="8301077" y="613535"/>
                  </a:lnTo>
                  <a:lnTo>
                    <a:pt x="8263536" y="555737"/>
                  </a:lnTo>
                  <a:lnTo>
                    <a:pt x="8225466" y="501681"/>
                  </a:lnTo>
                  <a:lnTo>
                    <a:pt x="8186621" y="451352"/>
                  </a:lnTo>
                  <a:lnTo>
                    <a:pt x="8151487" y="410012"/>
                  </a:lnTo>
                  <a:lnTo>
                    <a:pt x="8104895" y="361173"/>
                  </a:lnTo>
                  <a:lnTo>
                    <a:pt x="8055897" y="316894"/>
                  </a:lnTo>
                  <a:lnTo>
                    <a:pt x="8003776" y="276978"/>
                  </a:lnTo>
                  <a:lnTo>
                    <a:pt x="7947745" y="241074"/>
                  </a:lnTo>
                  <a:lnTo>
                    <a:pt x="7887002" y="208770"/>
                  </a:lnTo>
                  <a:lnTo>
                    <a:pt x="7820775" y="179659"/>
                  </a:lnTo>
                  <a:lnTo>
                    <a:pt x="7748394" y="153367"/>
                  </a:lnTo>
                  <a:lnTo>
                    <a:pt x="7669381" y="129578"/>
                  </a:lnTo>
                  <a:lnTo>
                    <a:pt x="7583579" y="108044"/>
                  </a:lnTo>
                  <a:lnTo>
                    <a:pt x="7491303" y="88591"/>
                  </a:lnTo>
                  <a:lnTo>
                    <a:pt x="7393517" y="71117"/>
                  </a:lnTo>
                  <a:lnTo>
                    <a:pt x="7291991" y="55585"/>
                  </a:lnTo>
                  <a:lnTo>
                    <a:pt x="7189395" y="42013"/>
                  </a:lnTo>
                  <a:lnTo>
                    <a:pt x="7089236" y="30443"/>
                  </a:lnTo>
                  <a:lnTo>
                    <a:pt x="6995593" y="20912"/>
                  </a:lnTo>
                  <a:lnTo>
                    <a:pt x="6912613" y="13410"/>
                  </a:lnTo>
                  <a:lnTo>
                    <a:pt x="6843833" y="7849"/>
                  </a:lnTo>
                  <a:lnTo>
                    <a:pt x="6791497" y="4043"/>
                  </a:lnTo>
                  <a:lnTo>
                    <a:pt x="6756048" y="1714"/>
                  </a:lnTo>
                  <a:lnTo>
                    <a:pt x="6735934" y="514"/>
                  </a:lnTo>
                  <a:lnTo>
                    <a:pt x="6727719" y="68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746" y="38"/>
                  </a:lnTo>
                  <a:lnTo>
                    <a:pt x="5245812" y="309"/>
                  </a:lnTo>
                  <a:lnTo>
                    <a:pt x="5225847" y="1058"/>
                  </a:lnTo>
                  <a:lnTo>
                    <a:pt x="5190243" y="2533"/>
                  </a:lnTo>
                  <a:lnTo>
                    <a:pt x="5137361" y="4960"/>
                  </a:lnTo>
                  <a:lnTo>
                    <a:pt x="5067649" y="8521"/>
                  </a:lnTo>
                  <a:lnTo>
                    <a:pt x="4983443" y="13337"/>
                  </a:lnTo>
                  <a:lnTo>
                    <a:pt x="4888424" y="19465"/>
                  </a:lnTo>
                  <a:lnTo>
                    <a:pt x="4786895" y="26911"/>
                  </a:lnTo>
                  <a:lnTo>
                    <a:pt x="4683062" y="35649"/>
                  </a:lnTo>
                  <a:lnTo>
                    <a:pt x="4580516" y="45652"/>
                  </a:lnTo>
                  <a:lnTo>
                    <a:pt x="4481958" y="56911"/>
                  </a:lnTo>
                  <a:lnTo>
                    <a:pt x="4389154" y="69452"/>
                  </a:lnTo>
                  <a:lnTo>
                    <a:pt x="4303035" y="83347"/>
                  </a:lnTo>
                  <a:lnTo>
                    <a:pt x="4223868" y="98715"/>
                  </a:lnTo>
                  <a:lnTo>
                    <a:pt x="4151446" y="115723"/>
                  </a:lnTo>
                  <a:lnTo>
                    <a:pt x="4085242" y="134584"/>
                  </a:lnTo>
                  <a:lnTo>
                    <a:pt x="4024544" y="155543"/>
                  </a:lnTo>
                  <a:lnTo>
                    <a:pt x="3968544" y="178872"/>
                  </a:lnTo>
                  <a:lnTo>
                    <a:pt x="3916408" y="204835"/>
                  </a:lnTo>
                  <a:lnTo>
                    <a:pt x="3867332" y="233651"/>
                  </a:lnTo>
                  <a:lnTo>
                    <a:pt x="3829811" y="258811"/>
                  </a:lnTo>
                  <a:lnTo>
                    <a:pt x="3783630" y="293627"/>
                  </a:lnTo>
                  <a:lnTo>
                    <a:pt x="3738792" y="331583"/>
                  </a:lnTo>
                  <a:lnTo>
                    <a:pt x="3694849" y="372737"/>
                  </a:lnTo>
                  <a:lnTo>
                    <a:pt x="3651458" y="417062"/>
                  </a:lnTo>
                  <a:lnTo>
                    <a:pt x="3608363" y="464444"/>
                  </a:lnTo>
                  <a:lnTo>
                    <a:pt x="3565387" y="514668"/>
                  </a:lnTo>
                  <a:lnTo>
                    <a:pt x="3522412" y="567420"/>
                  </a:lnTo>
                  <a:lnTo>
                    <a:pt x="3479376" y="622288"/>
                  </a:lnTo>
                  <a:lnTo>
                    <a:pt x="3436261" y="678774"/>
                  </a:lnTo>
                  <a:lnTo>
                    <a:pt x="3393080" y="736312"/>
                  </a:lnTo>
                  <a:lnTo>
                    <a:pt x="3349870" y="794289"/>
                  </a:lnTo>
                  <a:lnTo>
                    <a:pt x="3306672" y="852070"/>
                  </a:lnTo>
                  <a:lnTo>
                    <a:pt x="3263529" y="909031"/>
                  </a:lnTo>
                  <a:lnTo>
                    <a:pt x="3220463" y="964584"/>
                  </a:lnTo>
                  <a:lnTo>
                    <a:pt x="3177470" y="1018203"/>
                  </a:lnTo>
                  <a:lnTo>
                    <a:pt x="3134504" y="1069441"/>
                  </a:lnTo>
                  <a:lnTo>
                    <a:pt x="3091473" y="1117946"/>
                  </a:lnTo>
                  <a:lnTo>
                    <a:pt x="3048221" y="1163465"/>
                  </a:lnTo>
                  <a:lnTo>
                    <a:pt x="3004525" y="1205846"/>
                  </a:lnTo>
                  <a:lnTo>
                    <a:pt x="2960078" y="1245028"/>
                  </a:lnTo>
                  <a:lnTo>
                    <a:pt x="2914475" y="1281040"/>
                  </a:lnTo>
                  <a:lnTo>
                    <a:pt x="2896531" y="1294058"/>
                  </a:lnTo>
                  <a:lnTo>
                    <a:pt x="2849375" y="1325234"/>
                  </a:lnTo>
                  <a:lnTo>
                    <a:pt x="2799747" y="1353464"/>
                  </a:lnTo>
                  <a:lnTo>
                    <a:pt x="2746902" y="1378879"/>
                  </a:lnTo>
                  <a:lnTo>
                    <a:pt x="2690026" y="1401711"/>
                  </a:lnTo>
                  <a:lnTo>
                    <a:pt x="2628287" y="1422228"/>
                  </a:lnTo>
                  <a:lnTo>
                    <a:pt x="2560889" y="1440698"/>
                  </a:lnTo>
                  <a:lnTo>
                    <a:pt x="2487147" y="1457361"/>
                  </a:lnTo>
                  <a:lnTo>
                    <a:pt x="2406590" y="1472422"/>
                  </a:lnTo>
                  <a:lnTo>
                    <a:pt x="2319089" y="1486037"/>
                  </a:lnTo>
                  <a:lnTo>
                    <a:pt x="2225032" y="1498318"/>
                  </a:lnTo>
                  <a:lnTo>
                    <a:pt x="2125504" y="1509324"/>
                  </a:lnTo>
                  <a:lnTo>
                    <a:pt x="2022453" y="1519075"/>
                  </a:lnTo>
                  <a:lnTo>
                    <a:pt x="1918769" y="1527556"/>
                  </a:lnTo>
                  <a:lnTo>
                    <a:pt x="1818196" y="1534739"/>
                  </a:lnTo>
                  <a:lnTo>
                    <a:pt x="1725010" y="1540602"/>
                  </a:lnTo>
                  <a:lnTo>
                    <a:pt x="1643449" y="1545160"/>
                  </a:lnTo>
                  <a:lnTo>
                    <a:pt x="1576980" y="1548482"/>
                  </a:lnTo>
                  <a:lnTo>
                    <a:pt x="1527594" y="1550701"/>
                  </a:lnTo>
                  <a:lnTo>
                    <a:pt x="1495326" y="1552011"/>
                  </a:lnTo>
                  <a:lnTo>
                    <a:pt x="1478122" y="1552645"/>
                  </a:lnTo>
                  <a:lnTo>
                    <a:pt x="1472011" y="1552850"/>
                  </a:lnTo>
                  <a:lnTo>
                    <a:pt x="1471387" y="1552869"/>
                  </a:lnTo>
                  <a:lnTo>
                    <a:pt x="0" y="1552869"/>
                  </a:lnTo>
                  <a:close/>
                </a:path>
              </a:pathLst>
            </a:custGeom>
            <a:solidFill>
              <a:srgbClr val="8BC34A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572" name="pl1572"/>
            <p:cNvSpPr/>
            <p:nvPr/>
          </p:nvSpPr>
          <p:spPr>
            <a:xfrm>
              <a:off x="4799595" y="7930222"/>
              <a:ext cx="11981298" cy="2460072"/>
            </a:xfrm>
            <a:custGeom>
              <a:avLst/>
              <a:pathLst>
                <a:path w="11981298" h="2460072">
                  <a:moveTo>
                    <a:pt x="0" y="1552869"/>
                  </a:moveTo>
                  <a:lnTo>
                    <a:pt x="1471387" y="1552869"/>
                  </a:lnTo>
                  <a:lnTo>
                    <a:pt x="1472596" y="1552831"/>
                  </a:lnTo>
                  <a:lnTo>
                    <a:pt x="1480530" y="1552560"/>
                  </a:lnTo>
                  <a:lnTo>
                    <a:pt x="1500495" y="1551811"/>
                  </a:lnTo>
                  <a:lnTo>
                    <a:pt x="1536099" y="1550336"/>
                  </a:lnTo>
                  <a:lnTo>
                    <a:pt x="1588981" y="1547909"/>
                  </a:lnTo>
                  <a:lnTo>
                    <a:pt x="1658693" y="1544348"/>
                  </a:lnTo>
                  <a:lnTo>
                    <a:pt x="1742900" y="1539532"/>
                  </a:lnTo>
                  <a:lnTo>
                    <a:pt x="1837918" y="1533403"/>
                  </a:lnTo>
                  <a:lnTo>
                    <a:pt x="1939447" y="1525958"/>
                  </a:lnTo>
                  <a:lnTo>
                    <a:pt x="2043280" y="1517220"/>
                  </a:lnTo>
                  <a:lnTo>
                    <a:pt x="2145826" y="1507217"/>
                  </a:lnTo>
                  <a:lnTo>
                    <a:pt x="2244384" y="1495958"/>
                  </a:lnTo>
                  <a:lnTo>
                    <a:pt x="2337188" y="1483416"/>
                  </a:lnTo>
                  <a:lnTo>
                    <a:pt x="2423307" y="1469521"/>
                  </a:lnTo>
                  <a:lnTo>
                    <a:pt x="2502474" y="1454153"/>
                  </a:lnTo>
                  <a:lnTo>
                    <a:pt x="2574896" y="1437145"/>
                  </a:lnTo>
                  <a:lnTo>
                    <a:pt x="2641100" y="1418285"/>
                  </a:lnTo>
                  <a:lnTo>
                    <a:pt x="2701798" y="1397325"/>
                  </a:lnTo>
                  <a:lnTo>
                    <a:pt x="2757798" y="1373996"/>
                  </a:lnTo>
                  <a:lnTo>
                    <a:pt x="2809934" y="1348033"/>
                  </a:lnTo>
                  <a:lnTo>
                    <a:pt x="2859010" y="1319218"/>
                  </a:lnTo>
                  <a:lnTo>
                    <a:pt x="2896531" y="1294058"/>
                  </a:lnTo>
                  <a:lnTo>
                    <a:pt x="2942712" y="1259242"/>
                  </a:lnTo>
                  <a:lnTo>
                    <a:pt x="2987550" y="1221285"/>
                  </a:lnTo>
                  <a:lnTo>
                    <a:pt x="3031493" y="1180132"/>
                  </a:lnTo>
                  <a:lnTo>
                    <a:pt x="3074885" y="1135807"/>
                  </a:lnTo>
                  <a:lnTo>
                    <a:pt x="3117979" y="1088425"/>
                  </a:lnTo>
                  <a:lnTo>
                    <a:pt x="3160955" y="1038201"/>
                  </a:lnTo>
                  <a:lnTo>
                    <a:pt x="3203930" y="985449"/>
                  </a:lnTo>
                  <a:lnTo>
                    <a:pt x="3246966" y="930581"/>
                  </a:lnTo>
                  <a:lnTo>
                    <a:pt x="3290081" y="874095"/>
                  </a:lnTo>
                  <a:lnTo>
                    <a:pt x="3333262" y="816556"/>
                  </a:lnTo>
                  <a:lnTo>
                    <a:pt x="3376472" y="758580"/>
                  </a:lnTo>
                  <a:lnTo>
                    <a:pt x="3419670" y="700799"/>
                  </a:lnTo>
                  <a:lnTo>
                    <a:pt x="3462813" y="643838"/>
                  </a:lnTo>
                  <a:lnTo>
                    <a:pt x="3505879" y="588285"/>
                  </a:lnTo>
                  <a:lnTo>
                    <a:pt x="3548872" y="534666"/>
                  </a:lnTo>
                  <a:lnTo>
                    <a:pt x="3591838" y="483428"/>
                  </a:lnTo>
                  <a:lnTo>
                    <a:pt x="3634869" y="434922"/>
                  </a:lnTo>
                  <a:lnTo>
                    <a:pt x="3678121" y="389403"/>
                  </a:lnTo>
                  <a:lnTo>
                    <a:pt x="3721817" y="347023"/>
                  </a:lnTo>
                  <a:lnTo>
                    <a:pt x="3766264" y="307840"/>
                  </a:lnTo>
                  <a:lnTo>
                    <a:pt x="3811867" y="271829"/>
                  </a:lnTo>
                  <a:lnTo>
                    <a:pt x="3829811" y="258811"/>
                  </a:lnTo>
                  <a:lnTo>
                    <a:pt x="3876967" y="227635"/>
                  </a:lnTo>
                  <a:lnTo>
                    <a:pt x="3926595" y="199405"/>
                  </a:lnTo>
                  <a:lnTo>
                    <a:pt x="3979440" y="173990"/>
                  </a:lnTo>
                  <a:lnTo>
                    <a:pt x="4036316" y="151158"/>
                  </a:lnTo>
                  <a:lnTo>
                    <a:pt x="4098056" y="130640"/>
                  </a:lnTo>
                  <a:lnTo>
                    <a:pt x="4165454" y="112171"/>
                  </a:lnTo>
                  <a:lnTo>
                    <a:pt x="4239195" y="95507"/>
                  </a:lnTo>
                  <a:lnTo>
                    <a:pt x="4319752" y="80447"/>
                  </a:lnTo>
                  <a:lnTo>
                    <a:pt x="4407253" y="66831"/>
                  </a:lnTo>
                  <a:lnTo>
                    <a:pt x="4501310" y="54551"/>
                  </a:lnTo>
                  <a:lnTo>
                    <a:pt x="4600838" y="43545"/>
                  </a:lnTo>
                  <a:lnTo>
                    <a:pt x="4703889" y="33794"/>
                  </a:lnTo>
                  <a:lnTo>
                    <a:pt x="4807574" y="25313"/>
                  </a:lnTo>
                  <a:lnTo>
                    <a:pt x="4908146" y="18130"/>
                  </a:lnTo>
                  <a:lnTo>
                    <a:pt x="5001332" y="12267"/>
                  </a:lnTo>
                  <a:lnTo>
                    <a:pt x="5082893" y="7709"/>
                  </a:lnTo>
                  <a:lnTo>
                    <a:pt x="5149362" y="4387"/>
                  </a:lnTo>
                  <a:lnTo>
                    <a:pt x="5198748" y="2167"/>
                  </a:lnTo>
                  <a:lnTo>
                    <a:pt x="5231016" y="857"/>
                  </a:lnTo>
                  <a:lnTo>
                    <a:pt x="5248221" y="224"/>
                  </a:lnTo>
                  <a:lnTo>
                    <a:pt x="5254331" y="19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510" y="58"/>
                  </a:lnTo>
                  <a:lnTo>
                    <a:pt x="6735180" y="472"/>
                  </a:lnTo>
                  <a:lnTo>
                    <a:pt x="6754501" y="1618"/>
                  </a:lnTo>
                  <a:lnTo>
                    <a:pt x="6789007" y="3872"/>
                  </a:lnTo>
                  <a:lnTo>
                    <a:pt x="6840366" y="7585"/>
                  </a:lnTo>
                  <a:lnTo>
                    <a:pt x="6908246" y="13039"/>
                  </a:lnTo>
                  <a:lnTo>
                    <a:pt x="6990496" y="20426"/>
                  </a:lnTo>
                  <a:lnTo>
                    <a:pt x="7083636" y="29840"/>
                  </a:lnTo>
                  <a:lnTo>
                    <a:pt x="7183534" y="41293"/>
                  </a:lnTo>
                  <a:lnTo>
                    <a:pt x="7286092" y="54752"/>
                  </a:lnTo>
                  <a:lnTo>
                    <a:pt x="7387760" y="70172"/>
                  </a:lnTo>
                  <a:lnTo>
                    <a:pt x="7485818" y="87534"/>
                  </a:lnTo>
                  <a:lnTo>
                    <a:pt x="7578444" y="106871"/>
                  </a:lnTo>
                  <a:lnTo>
                    <a:pt x="7664633" y="128281"/>
                  </a:lnTo>
                  <a:lnTo>
                    <a:pt x="7744035" y="151934"/>
                  </a:lnTo>
                  <a:lnTo>
                    <a:pt x="7816787" y="178074"/>
                  </a:lnTo>
                  <a:lnTo>
                    <a:pt x="7883351" y="207014"/>
                  </a:lnTo>
                  <a:lnTo>
                    <a:pt x="7944389" y="239123"/>
                  </a:lnTo>
                  <a:lnTo>
                    <a:pt x="8000668" y="274810"/>
                  </a:lnTo>
                  <a:lnTo>
                    <a:pt x="8052993" y="314484"/>
                  </a:lnTo>
                  <a:lnTo>
                    <a:pt x="8102150" y="358505"/>
                  </a:lnTo>
                  <a:lnTo>
                    <a:pt x="8148862" y="407080"/>
                  </a:lnTo>
                  <a:lnTo>
                    <a:pt x="8151487" y="410012"/>
                  </a:lnTo>
                  <a:lnTo>
                    <a:pt x="8191270" y="457118"/>
                  </a:lnTo>
                  <a:lnTo>
                    <a:pt x="8230008" y="507885"/>
                  </a:lnTo>
                  <a:lnTo>
                    <a:pt x="8268004" y="562385"/>
                  </a:lnTo>
                  <a:lnTo>
                    <a:pt x="8305496" y="620624"/>
                  </a:lnTo>
                  <a:lnTo>
                    <a:pt x="8342670" y="682532"/>
                  </a:lnTo>
                  <a:lnTo>
                    <a:pt x="8379672" y="747956"/>
                  </a:lnTo>
                  <a:lnTo>
                    <a:pt x="8416603" y="816659"/>
                  </a:lnTo>
                  <a:lnTo>
                    <a:pt x="8453536" y="888316"/>
                  </a:lnTo>
                  <a:lnTo>
                    <a:pt x="8490510" y="962516"/>
                  </a:lnTo>
                  <a:lnTo>
                    <a:pt x="8527542" y="1038776"/>
                  </a:lnTo>
                  <a:lnTo>
                    <a:pt x="8564630" y="1116546"/>
                  </a:lnTo>
                  <a:lnTo>
                    <a:pt x="8601756" y="1195226"/>
                  </a:lnTo>
                  <a:lnTo>
                    <a:pt x="8638894" y="1274187"/>
                  </a:lnTo>
                  <a:lnTo>
                    <a:pt x="8676017" y="1352792"/>
                  </a:lnTo>
                  <a:lnTo>
                    <a:pt x="8713099" y="1430413"/>
                  </a:lnTo>
                  <a:lnTo>
                    <a:pt x="8750124" y="1506457"/>
                  </a:lnTo>
                  <a:lnTo>
                    <a:pt x="8787092" y="1580381"/>
                  </a:lnTo>
                  <a:lnTo>
                    <a:pt x="8824021" y="1651707"/>
                  </a:lnTo>
                  <a:lnTo>
                    <a:pt x="8860957" y="1720037"/>
                  </a:lnTo>
                  <a:lnTo>
                    <a:pt x="8897972" y="1785056"/>
                  </a:lnTo>
                  <a:lnTo>
                    <a:pt x="8935177" y="1846536"/>
                  </a:lnTo>
                  <a:lnTo>
                    <a:pt x="8972717" y="1904335"/>
                  </a:lnTo>
                  <a:lnTo>
                    <a:pt x="9010787" y="1958391"/>
                  </a:lnTo>
                  <a:lnTo>
                    <a:pt x="9049632" y="2008719"/>
                  </a:lnTo>
                  <a:lnTo>
                    <a:pt x="9084767" y="2050060"/>
                  </a:lnTo>
                  <a:lnTo>
                    <a:pt x="9131358" y="2098899"/>
                  </a:lnTo>
                  <a:lnTo>
                    <a:pt x="9180356" y="2143178"/>
                  </a:lnTo>
                  <a:lnTo>
                    <a:pt x="9232478" y="2183093"/>
                  </a:lnTo>
                  <a:lnTo>
                    <a:pt x="9288508" y="2218997"/>
                  </a:lnTo>
                  <a:lnTo>
                    <a:pt x="9349251" y="2251301"/>
                  </a:lnTo>
                  <a:lnTo>
                    <a:pt x="9415478" y="2280413"/>
                  </a:lnTo>
                  <a:lnTo>
                    <a:pt x="9487859" y="2306705"/>
                  </a:lnTo>
                  <a:lnTo>
                    <a:pt x="9566872" y="2330494"/>
                  </a:lnTo>
                  <a:lnTo>
                    <a:pt x="9652674" y="2352027"/>
                  </a:lnTo>
                  <a:lnTo>
                    <a:pt x="9744950" y="2371480"/>
                  </a:lnTo>
                  <a:lnTo>
                    <a:pt x="9842737" y="2388955"/>
                  </a:lnTo>
                  <a:lnTo>
                    <a:pt x="9944262" y="2404486"/>
                  </a:lnTo>
                  <a:lnTo>
                    <a:pt x="10046859" y="2418058"/>
                  </a:lnTo>
                  <a:lnTo>
                    <a:pt x="10147018" y="2429628"/>
                  </a:lnTo>
                  <a:lnTo>
                    <a:pt x="10240660" y="2439159"/>
                  </a:lnTo>
                  <a:lnTo>
                    <a:pt x="10323640" y="2446661"/>
                  </a:lnTo>
                  <a:lnTo>
                    <a:pt x="10392420" y="2452222"/>
                  </a:lnTo>
                  <a:lnTo>
                    <a:pt x="10444756" y="2456028"/>
                  </a:lnTo>
                  <a:lnTo>
                    <a:pt x="10480205" y="2458358"/>
                  </a:lnTo>
                  <a:lnTo>
                    <a:pt x="10500320" y="2459557"/>
                  </a:lnTo>
                  <a:lnTo>
                    <a:pt x="10508534" y="2460003"/>
                  </a:lnTo>
                  <a:lnTo>
                    <a:pt x="10509910" y="2460072"/>
                  </a:lnTo>
                  <a:lnTo>
                    <a:pt x="10509911" y="2460072"/>
                  </a:lnTo>
                  <a:lnTo>
                    <a:pt x="11981298" y="246007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73" name="pl1573"/>
            <p:cNvSpPr/>
            <p:nvPr/>
          </p:nvSpPr>
          <p:spPr>
            <a:xfrm>
              <a:off x="4799595" y="7922049"/>
              <a:ext cx="11981298" cy="2460072"/>
            </a:xfrm>
            <a:custGeom>
              <a:avLst/>
              <a:pathLst>
                <a:path w="11981298" h="2460072">
                  <a:moveTo>
                    <a:pt x="11981298" y="2460072"/>
                  </a:moveTo>
                  <a:lnTo>
                    <a:pt x="10509911" y="2460072"/>
                  </a:lnTo>
                  <a:lnTo>
                    <a:pt x="10508743" y="2460014"/>
                  </a:lnTo>
                  <a:lnTo>
                    <a:pt x="10501073" y="2459599"/>
                  </a:lnTo>
                  <a:lnTo>
                    <a:pt x="10481752" y="2458454"/>
                  </a:lnTo>
                  <a:lnTo>
                    <a:pt x="10447246" y="2456199"/>
                  </a:lnTo>
                  <a:lnTo>
                    <a:pt x="10395888" y="2452486"/>
                  </a:lnTo>
                  <a:lnTo>
                    <a:pt x="10328008" y="2447032"/>
                  </a:lnTo>
                  <a:lnTo>
                    <a:pt x="10245757" y="2439645"/>
                  </a:lnTo>
                  <a:lnTo>
                    <a:pt x="10152618" y="2430232"/>
                  </a:lnTo>
                  <a:lnTo>
                    <a:pt x="10052719" y="2418778"/>
                  </a:lnTo>
                  <a:lnTo>
                    <a:pt x="9950161" y="2405320"/>
                  </a:lnTo>
                  <a:lnTo>
                    <a:pt x="9848493" y="2389900"/>
                  </a:lnTo>
                  <a:lnTo>
                    <a:pt x="9750435" y="2372537"/>
                  </a:lnTo>
                  <a:lnTo>
                    <a:pt x="9657809" y="2353200"/>
                  </a:lnTo>
                  <a:lnTo>
                    <a:pt x="9571621" y="2331791"/>
                  </a:lnTo>
                  <a:lnTo>
                    <a:pt x="9492218" y="2308138"/>
                  </a:lnTo>
                  <a:lnTo>
                    <a:pt x="9419466" y="2281997"/>
                  </a:lnTo>
                  <a:lnTo>
                    <a:pt x="9352902" y="2253057"/>
                  </a:lnTo>
                  <a:lnTo>
                    <a:pt x="9291864" y="2220948"/>
                  </a:lnTo>
                  <a:lnTo>
                    <a:pt x="9235585" y="2185262"/>
                  </a:lnTo>
                  <a:lnTo>
                    <a:pt x="9183260" y="2145588"/>
                  </a:lnTo>
                  <a:lnTo>
                    <a:pt x="9134103" y="2101567"/>
                  </a:lnTo>
                  <a:lnTo>
                    <a:pt x="9087391" y="2052991"/>
                  </a:lnTo>
                  <a:lnTo>
                    <a:pt x="9084767" y="2050060"/>
                  </a:lnTo>
                  <a:lnTo>
                    <a:pt x="9044984" y="2002953"/>
                  </a:lnTo>
                  <a:lnTo>
                    <a:pt x="9006245" y="1952187"/>
                  </a:lnTo>
                  <a:lnTo>
                    <a:pt x="8968249" y="1897687"/>
                  </a:lnTo>
                  <a:lnTo>
                    <a:pt x="8930758" y="1839448"/>
                  </a:lnTo>
                  <a:lnTo>
                    <a:pt x="8893583" y="1777540"/>
                  </a:lnTo>
                  <a:lnTo>
                    <a:pt x="8856582" y="1712115"/>
                  </a:lnTo>
                  <a:lnTo>
                    <a:pt x="8819650" y="1643412"/>
                  </a:lnTo>
                  <a:lnTo>
                    <a:pt x="8782718" y="1571756"/>
                  </a:lnTo>
                  <a:lnTo>
                    <a:pt x="8745744" y="1497555"/>
                  </a:lnTo>
                  <a:lnTo>
                    <a:pt x="8708711" y="1421295"/>
                  </a:lnTo>
                  <a:lnTo>
                    <a:pt x="8671624" y="1343526"/>
                  </a:lnTo>
                  <a:lnTo>
                    <a:pt x="8634498" y="1264846"/>
                  </a:lnTo>
                  <a:lnTo>
                    <a:pt x="8597359" y="1185884"/>
                  </a:lnTo>
                  <a:lnTo>
                    <a:pt x="8560237" y="1107279"/>
                  </a:lnTo>
                  <a:lnTo>
                    <a:pt x="8523155" y="1029658"/>
                  </a:lnTo>
                  <a:lnTo>
                    <a:pt x="8486129" y="953614"/>
                  </a:lnTo>
                  <a:lnTo>
                    <a:pt x="8449162" y="879691"/>
                  </a:lnTo>
                  <a:lnTo>
                    <a:pt x="8412232" y="808364"/>
                  </a:lnTo>
                  <a:lnTo>
                    <a:pt x="8375296" y="740034"/>
                  </a:lnTo>
                  <a:lnTo>
                    <a:pt x="8338281" y="675015"/>
                  </a:lnTo>
                  <a:lnTo>
                    <a:pt x="8301077" y="613535"/>
                  </a:lnTo>
                  <a:lnTo>
                    <a:pt x="8263536" y="555737"/>
                  </a:lnTo>
                  <a:lnTo>
                    <a:pt x="8225466" y="501681"/>
                  </a:lnTo>
                  <a:lnTo>
                    <a:pt x="8186621" y="451352"/>
                  </a:lnTo>
                  <a:lnTo>
                    <a:pt x="8151487" y="410012"/>
                  </a:lnTo>
                  <a:lnTo>
                    <a:pt x="8104895" y="361173"/>
                  </a:lnTo>
                  <a:lnTo>
                    <a:pt x="8055897" y="316894"/>
                  </a:lnTo>
                  <a:lnTo>
                    <a:pt x="8003776" y="276978"/>
                  </a:lnTo>
                  <a:lnTo>
                    <a:pt x="7947745" y="241074"/>
                  </a:lnTo>
                  <a:lnTo>
                    <a:pt x="7887002" y="208770"/>
                  </a:lnTo>
                  <a:lnTo>
                    <a:pt x="7820775" y="179659"/>
                  </a:lnTo>
                  <a:lnTo>
                    <a:pt x="7748394" y="153367"/>
                  </a:lnTo>
                  <a:lnTo>
                    <a:pt x="7669381" y="129578"/>
                  </a:lnTo>
                  <a:lnTo>
                    <a:pt x="7583579" y="108044"/>
                  </a:lnTo>
                  <a:lnTo>
                    <a:pt x="7491303" y="88591"/>
                  </a:lnTo>
                  <a:lnTo>
                    <a:pt x="7393517" y="71117"/>
                  </a:lnTo>
                  <a:lnTo>
                    <a:pt x="7291991" y="55585"/>
                  </a:lnTo>
                  <a:lnTo>
                    <a:pt x="7189395" y="42013"/>
                  </a:lnTo>
                  <a:lnTo>
                    <a:pt x="7089236" y="30443"/>
                  </a:lnTo>
                  <a:lnTo>
                    <a:pt x="6995593" y="20912"/>
                  </a:lnTo>
                  <a:lnTo>
                    <a:pt x="6912613" y="13410"/>
                  </a:lnTo>
                  <a:lnTo>
                    <a:pt x="6843833" y="7849"/>
                  </a:lnTo>
                  <a:lnTo>
                    <a:pt x="6791497" y="4043"/>
                  </a:lnTo>
                  <a:lnTo>
                    <a:pt x="6756048" y="1714"/>
                  </a:lnTo>
                  <a:lnTo>
                    <a:pt x="6735934" y="514"/>
                  </a:lnTo>
                  <a:lnTo>
                    <a:pt x="6727719" y="68"/>
                  </a:lnTo>
                  <a:lnTo>
                    <a:pt x="6726343" y="0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746" y="38"/>
                  </a:lnTo>
                  <a:lnTo>
                    <a:pt x="5245812" y="309"/>
                  </a:lnTo>
                  <a:lnTo>
                    <a:pt x="5225847" y="1058"/>
                  </a:lnTo>
                  <a:lnTo>
                    <a:pt x="5190243" y="2533"/>
                  </a:lnTo>
                  <a:lnTo>
                    <a:pt x="5137361" y="4960"/>
                  </a:lnTo>
                  <a:lnTo>
                    <a:pt x="5067649" y="8521"/>
                  </a:lnTo>
                  <a:lnTo>
                    <a:pt x="4983443" y="13337"/>
                  </a:lnTo>
                  <a:lnTo>
                    <a:pt x="4888424" y="19465"/>
                  </a:lnTo>
                  <a:lnTo>
                    <a:pt x="4786895" y="26911"/>
                  </a:lnTo>
                  <a:lnTo>
                    <a:pt x="4683062" y="35649"/>
                  </a:lnTo>
                  <a:lnTo>
                    <a:pt x="4580516" y="45652"/>
                  </a:lnTo>
                  <a:lnTo>
                    <a:pt x="4481958" y="56911"/>
                  </a:lnTo>
                  <a:lnTo>
                    <a:pt x="4389154" y="69452"/>
                  </a:lnTo>
                  <a:lnTo>
                    <a:pt x="4303035" y="83347"/>
                  </a:lnTo>
                  <a:lnTo>
                    <a:pt x="4223868" y="98715"/>
                  </a:lnTo>
                  <a:lnTo>
                    <a:pt x="4151446" y="115723"/>
                  </a:lnTo>
                  <a:lnTo>
                    <a:pt x="4085242" y="134584"/>
                  </a:lnTo>
                  <a:lnTo>
                    <a:pt x="4024544" y="155543"/>
                  </a:lnTo>
                  <a:lnTo>
                    <a:pt x="3968544" y="178872"/>
                  </a:lnTo>
                  <a:lnTo>
                    <a:pt x="3916408" y="204835"/>
                  </a:lnTo>
                  <a:lnTo>
                    <a:pt x="3867332" y="233651"/>
                  </a:lnTo>
                  <a:lnTo>
                    <a:pt x="3829811" y="258811"/>
                  </a:lnTo>
                  <a:lnTo>
                    <a:pt x="3783630" y="293627"/>
                  </a:lnTo>
                  <a:lnTo>
                    <a:pt x="3738792" y="331583"/>
                  </a:lnTo>
                  <a:lnTo>
                    <a:pt x="3694849" y="372737"/>
                  </a:lnTo>
                  <a:lnTo>
                    <a:pt x="3651458" y="417062"/>
                  </a:lnTo>
                  <a:lnTo>
                    <a:pt x="3608363" y="464444"/>
                  </a:lnTo>
                  <a:lnTo>
                    <a:pt x="3565387" y="514668"/>
                  </a:lnTo>
                  <a:lnTo>
                    <a:pt x="3522412" y="567420"/>
                  </a:lnTo>
                  <a:lnTo>
                    <a:pt x="3479376" y="622288"/>
                  </a:lnTo>
                  <a:lnTo>
                    <a:pt x="3436261" y="678774"/>
                  </a:lnTo>
                  <a:lnTo>
                    <a:pt x="3393080" y="736312"/>
                  </a:lnTo>
                  <a:lnTo>
                    <a:pt x="3349870" y="794289"/>
                  </a:lnTo>
                  <a:lnTo>
                    <a:pt x="3306672" y="852070"/>
                  </a:lnTo>
                  <a:lnTo>
                    <a:pt x="3263529" y="909031"/>
                  </a:lnTo>
                  <a:lnTo>
                    <a:pt x="3220463" y="964584"/>
                  </a:lnTo>
                  <a:lnTo>
                    <a:pt x="3177470" y="1018203"/>
                  </a:lnTo>
                  <a:lnTo>
                    <a:pt x="3134504" y="1069441"/>
                  </a:lnTo>
                  <a:lnTo>
                    <a:pt x="3091473" y="1117946"/>
                  </a:lnTo>
                  <a:lnTo>
                    <a:pt x="3048221" y="1163465"/>
                  </a:lnTo>
                  <a:lnTo>
                    <a:pt x="3004525" y="1205846"/>
                  </a:lnTo>
                  <a:lnTo>
                    <a:pt x="2960078" y="1245028"/>
                  </a:lnTo>
                  <a:lnTo>
                    <a:pt x="2914475" y="1281040"/>
                  </a:lnTo>
                  <a:lnTo>
                    <a:pt x="2896531" y="1294058"/>
                  </a:lnTo>
                  <a:lnTo>
                    <a:pt x="2849375" y="1325234"/>
                  </a:lnTo>
                  <a:lnTo>
                    <a:pt x="2799747" y="1353464"/>
                  </a:lnTo>
                  <a:lnTo>
                    <a:pt x="2746902" y="1378879"/>
                  </a:lnTo>
                  <a:lnTo>
                    <a:pt x="2690026" y="1401711"/>
                  </a:lnTo>
                  <a:lnTo>
                    <a:pt x="2628287" y="1422228"/>
                  </a:lnTo>
                  <a:lnTo>
                    <a:pt x="2560889" y="1440698"/>
                  </a:lnTo>
                  <a:lnTo>
                    <a:pt x="2487147" y="1457361"/>
                  </a:lnTo>
                  <a:lnTo>
                    <a:pt x="2406590" y="1472422"/>
                  </a:lnTo>
                  <a:lnTo>
                    <a:pt x="2319089" y="1486037"/>
                  </a:lnTo>
                  <a:lnTo>
                    <a:pt x="2225032" y="1498318"/>
                  </a:lnTo>
                  <a:lnTo>
                    <a:pt x="2125504" y="1509324"/>
                  </a:lnTo>
                  <a:lnTo>
                    <a:pt x="2022453" y="1519075"/>
                  </a:lnTo>
                  <a:lnTo>
                    <a:pt x="1918769" y="1527556"/>
                  </a:lnTo>
                  <a:lnTo>
                    <a:pt x="1818196" y="1534739"/>
                  </a:lnTo>
                  <a:lnTo>
                    <a:pt x="1725010" y="1540602"/>
                  </a:lnTo>
                  <a:lnTo>
                    <a:pt x="1643449" y="1545160"/>
                  </a:lnTo>
                  <a:lnTo>
                    <a:pt x="1576980" y="1548482"/>
                  </a:lnTo>
                  <a:lnTo>
                    <a:pt x="1527594" y="1550701"/>
                  </a:lnTo>
                  <a:lnTo>
                    <a:pt x="1495326" y="1552011"/>
                  </a:lnTo>
                  <a:lnTo>
                    <a:pt x="1478122" y="1552645"/>
                  </a:lnTo>
                  <a:lnTo>
                    <a:pt x="1472011" y="1552850"/>
                  </a:lnTo>
                  <a:lnTo>
                    <a:pt x="1471387" y="1552869"/>
                  </a:lnTo>
                  <a:lnTo>
                    <a:pt x="0" y="155286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74" name="pg1574"/>
            <p:cNvSpPr/>
            <p:nvPr/>
          </p:nvSpPr>
          <p:spPr>
            <a:xfrm>
              <a:off x="4799595" y="7742243"/>
              <a:ext cx="11981298" cy="1806232"/>
            </a:xfrm>
            <a:custGeom>
              <a:avLst/>
              <a:pathLst>
                <a:path w="11981298" h="1806232">
                  <a:moveTo>
                    <a:pt x="0" y="1806232"/>
                  </a:moveTo>
                  <a:lnTo>
                    <a:pt x="1471387" y="1806232"/>
                  </a:lnTo>
                  <a:lnTo>
                    <a:pt x="1472623" y="1806224"/>
                  </a:lnTo>
                  <a:lnTo>
                    <a:pt x="1480737" y="1806164"/>
                  </a:lnTo>
                  <a:lnTo>
                    <a:pt x="1501136" y="1805998"/>
                  </a:lnTo>
                  <a:lnTo>
                    <a:pt x="1537477" y="1805673"/>
                  </a:lnTo>
                  <a:lnTo>
                    <a:pt x="1591381" y="1805137"/>
                  </a:lnTo>
                  <a:lnTo>
                    <a:pt x="1662316" y="1804351"/>
                  </a:lnTo>
                  <a:lnTo>
                    <a:pt x="1747820" y="1803290"/>
                  </a:lnTo>
                  <a:lnTo>
                    <a:pt x="1844075" y="1801940"/>
                  </a:lnTo>
                  <a:lnTo>
                    <a:pt x="1946668" y="1800302"/>
                  </a:lnTo>
                  <a:lnTo>
                    <a:pt x="2051323" y="1798382"/>
                  </a:lnTo>
                  <a:lnTo>
                    <a:pt x="2154424" y="1796184"/>
                  </a:lnTo>
                  <a:lnTo>
                    <a:pt x="2253286" y="1793711"/>
                  </a:lnTo>
                  <a:lnTo>
                    <a:pt x="2346186" y="1790956"/>
                  </a:lnTo>
                  <a:lnTo>
                    <a:pt x="2432242" y="1787902"/>
                  </a:lnTo>
                  <a:lnTo>
                    <a:pt x="2511241" y="1784522"/>
                  </a:lnTo>
                  <a:lnTo>
                    <a:pt x="2583439" y="1780778"/>
                  </a:lnTo>
                  <a:lnTo>
                    <a:pt x="2649404" y="1776621"/>
                  </a:lnTo>
                  <a:lnTo>
                    <a:pt x="2709881" y="1771996"/>
                  </a:lnTo>
                  <a:lnTo>
                    <a:pt x="2765706" y="1766844"/>
                  </a:lnTo>
                  <a:lnTo>
                    <a:pt x="2817730" y="1761107"/>
                  </a:lnTo>
                  <a:lnTo>
                    <a:pt x="2866767" y="1754739"/>
                  </a:lnTo>
                  <a:lnTo>
                    <a:pt x="2896531" y="1750383"/>
                  </a:lnTo>
                  <a:lnTo>
                    <a:pt x="2952005" y="1741246"/>
                  </a:lnTo>
                  <a:lnTo>
                    <a:pt x="3005668" y="1731119"/>
                  </a:lnTo>
                  <a:lnTo>
                    <a:pt x="3058248" y="1719992"/>
                  </a:lnTo>
                  <a:lnTo>
                    <a:pt x="3110264" y="1707890"/>
                  </a:lnTo>
                  <a:lnTo>
                    <a:pt x="3162066" y="1694884"/>
                  </a:lnTo>
                  <a:lnTo>
                    <a:pt x="3213866" y="1681090"/>
                  </a:lnTo>
                  <a:lnTo>
                    <a:pt x="3265763" y="1666668"/>
                  </a:lnTo>
                  <a:lnTo>
                    <a:pt x="3317770" y="1651814"/>
                  </a:lnTo>
                  <a:lnTo>
                    <a:pt x="3369841" y="1636753"/>
                  </a:lnTo>
                  <a:lnTo>
                    <a:pt x="3421902" y="1621723"/>
                  </a:lnTo>
                  <a:lnTo>
                    <a:pt x="3473884" y="1606959"/>
                  </a:lnTo>
                  <a:lnTo>
                    <a:pt x="3525752" y="1592681"/>
                  </a:lnTo>
                  <a:lnTo>
                    <a:pt x="3577539" y="1579075"/>
                  </a:lnTo>
                  <a:lnTo>
                    <a:pt x="3629370" y="1566292"/>
                  </a:lnTo>
                  <a:lnTo>
                    <a:pt x="3681491" y="1554434"/>
                  </a:lnTo>
                  <a:lnTo>
                    <a:pt x="3734292" y="1543562"/>
                  </a:lnTo>
                  <a:lnTo>
                    <a:pt x="3788341" y="1533692"/>
                  </a:lnTo>
                  <a:lnTo>
                    <a:pt x="3829811" y="1526988"/>
                  </a:lnTo>
                  <a:lnTo>
                    <a:pt x="3877341" y="1520211"/>
                  </a:lnTo>
                  <a:lnTo>
                    <a:pt x="3927389" y="1514079"/>
                  </a:lnTo>
                  <a:lnTo>
                    <a:pt x="3980715" y="1508564"/>
                  </a:lnTo>
                  <a:lnTo>
                    <a:pt x="4038155" y="1503613"/>
                  </a:lnTo>
                  <a:lnTo>
                    <a:pt x="4100560" y="1499168"/>
                  </a:lnTo>
                  <a:lnTo>
                    <a:pt x="4168741" y="1495169"/>
                  </a:lnTo>
                  <a:lnTo>
                    <a:pt x="4243392" y="1491564"/>
                  </a:lnTo>
                  <a:lnTo>
                    <a:pt x="4324982" y="1488308"/>
                  </a:lnTo>
                  <a:lnTo>
                    <a:pt x="4413615" y="1485367"/>
                  </a:lnTo>
                  <a:lnTo>
                    <a:pt x="4508855" y="1482717"/>
                  </a:lnTo>
                  <a:lnTo>
                    <a:pt x="4609529" y="1480346"/>
                  </a:lnTo>
                  <a:lnTo>
                    <a:pt x="4713567" y="1478250"/>
                  </a:lnTo>
                  <a:lnTo>
                    <a:pt x="4817927" y="1476432"/>
                  </a:lnTo>
                  <a:lnTo>
                    <a:pt x="4918704" y="1474900"/>
                  </a:lnTo>
                  <a:lnTo>
                    <a:pt x="5011497" y="1473658"/>
                  </a:lnTo>
                  <a:lnTo>
                    <a:pt x="5092021" y="1472700"/>
                  </a:lnTo>
                  <a:lnTo>
                    <a:pt x="5156875" y="1472010"/>
                  </a:lnTo>
                  <a:lnTo>
                    <a:pt x="5204257" y="1471557"/>
                  </a:lnTo>
                  <a:lnTo>
                    <a:pt x="5234423" y="1471296"/>
                  </a:lnTo>
                  <a:lnTo>
                    <a:pt x="5249772" y="1471176"/>
                  </a:lnTo>
                  <a:lnTo>
                    <a:pt x="5254637" y="1471141"/>
                  </a:lnTo>
                  <a:lnTo>
                    <a:pt x="5254955" y="1471139"/>
                  </a:lnTo>
                  <a:lnTo>
                    <a:pt x="6726343" y="1471139"/>
                  </a:lnTo>
                  <a:lnTo>
                    <a:pt x="6727554" y="1471103"/>
                  </a:lnTo>
                  <a:lnTo>
                    <a:pt x="6735510" y="1470847"/>
                  </a:lnTo>
                  <a:lnTo>
                    <a:pt x="6755525" y="1470139"/>
                  </a:lnTo>
                  <a:lnTo>
                    <a:pt x="6791213" y="1468746"/>
                  </a:lnTo>
                  <a:lnTo>
                    <a:pt x="6844214" y="1466454"/>
                  </a:lnTo>
                  <a:lnTo>
                    <a:pt x="6914067" y="1463090"/>
                  </a:lnTo>
                  <a:lnTo>
                    <a:pt x="6998424" y="1458541"/>
                  </a:lnTo>
                  <a:lnTo>
                    <a:pt x="7093586" y="1452754"/>
                  </a:lnTo>
                  <a:lnTo>
                    <a:pt x="7195239" y="1445724"/>
                  </a:lnTo>
                  <a:lnTo>
                    <a:pt x="7299169" y="1437474"/>
                  </a:lnTo>
                  <a:lnTo>
                    <a:pt x="7401780" y="1428031"/>
                  </a:lnTo>
                  <a:lnTo>
                    <a:pt x="7500374" y="1417402"/>
                  </a:lnTo>
                  <a:lnTo>
                    <a:pt x="7593190" y="1405562"/>
                  </a:lnTo>
                  <a:lnTo>
                    <a:pt x="7679303" y="1392443"/>
                  </a:lnTo>
                  <a:lnTo>
                    <a:pt x="7758451" y="1377933"/>
                  </a:lnTo>
                  <a:lnTo>
                    <a:pt x="7830847" y="1361872"/>
                  </a:lnTo>
                  <a:lnTo>
                    <a:pt x="7897023" y="1344060"/>
                  </a:lnTo>
                  <a:lnTo>
                    <a:pt x="7957695" y="1324263"/>
                  </a:lnTo>
                  <a:lnTo>
                    <a:pt x="8013675" y="1302226"/>
                  </a:lnTo>
                  <a:lnTo>
                    <a:pt x="8065797" y="1277698"/>
                  </a:lnTo>
                  <a:lnTo>
                    <a:pt x="8114868" y="1250476"/>
                  </a:lnTo>
                  <a:lnTo>
                    <a:pt x="8151487" y="1227311"/>
                  </a:lnTo>
                  <a:lnTo>
                    <a:pt x="8198400" y="1193958"/>
                  </a:lnTo>
                  <a:lnTo>
                    <a:pt x="8243935" y="1157548"/>
                  </a:lnTo>
                  <a:lnTo>
                    <a:pt x="8288560" y="1118028"/>
                  </a:lnTo>
                  <a:lnTo>
                    <a:pt x="8332629" y="1075426"/>
                  </a:lnTo>
                  <a:lnTo>
                    <a:pt x="8376404" y="1029862"/>
                  </a:lnTo>
                  <a:lnTo>
                    <a:pt x="8420071" y="981554"/>
                  </a:lnTo>
                  <a:lnTo>
                    <a:pt x="8463744" y="930822"/>
                  </a:lnTo>
                  <a:lnTo>
                    <a:pt x="8507483" y="878083"/>
                  </a:lnTo>
                  <a:lnTo>
                    <a:pt x="8551305" y="823837"/>
                  </a:lnTo>
                  <a:lnTo>
                    <a:pt x="8595189" y="768653"/>
                  </a:lnTo>
                  <a:lnTo>
                    <a:pt x="8639098" y="713141"/>
                  </a:lnTo>
                  <a:lnTo>
                    <a:pt x="8682985" y="657929"/>
                  </a:lnTo>
                  <a:lnTo>
                    <a:pt x="8726810" y="603629"/>
                  </a:lnTo>
                  <a:lnTo>
                    <a:pt x="8770553" y="550811"/>
                  </a:lnTo>
                  <a:lnTo>
                    <a:pt x="8814228" y="499980"/>
                  </a:lnTo>
                  <a:lnTo>
                    <a:pt x="8857893" y="451556"/>
                  </a:lnTo>
                  <a:lnTo>
                    <a:pt x="8901660" y="405863"/>
                  </a:lnTo>
                  <a:lnTo>
                    <a:pt x="8945711" y="363125"/>
                  </a:lnTo>
                  <a:lnTo>
                    <a:pt x="8990304" y="323466"/>
                  </a:lnTo>
                  <a:lnTo>
                    <a:pt x="9035789" y="286918"/>
                  </a:lnTo>
                  <a:lnTo>
                    <a:pt x="9082629" y="253430"/>
                  </a:lnTo>
                  <a:lnTo>
                    <a:pt x="9084767" y="252000"/>
                  </a:lnTo>
                  <a:lnTo>
                    <a:pt x="9131966" y="222604"/>
                  </a:lnTo>
                  <a:lnTo>
                    <a:pt x="9181643" y="195988"/>
                  </a:lnTo>
                  <a:lnTo>
                    <a:pt x="9234544" y="172029"/>
                  </a:lnTo>
                  <a:lnTo>
                    <a:pt x="9291485" y="150506"/>
                  </a:lnTo>
                  <a:lnTo>
                    <a:pt x="9353301" y="131168"/>
                  </a:lnTo>
                  <a:lnTo>
                    <a:pt x="9420789" y="113761"/>
                  </a:lnTo>
                  <a:lnTo>
                    <a:pt x="9494636" y="98057"/>
                  </a:lnTo>
                  <a:lnTo>
                    <a:pt x="9575313" y="83865"/>
                  </a:lnTo>
                  <a:lnTo>
                    <a:pt x="9662944" y="71036"/>
                  </a:lnTo>
                  <a:lnTo>
                    <a:pt x="9757138" y="59467"/>
                  </a:lnTo>
                  <a:lnTo>
                    <a:pt x="9856800" y="49100"/>
                  </a:lnTo>
                  <a:lnTo>
                    <a:pt x="9959967" y="39918"/>
                  </a:lnTo>
                  <a:lnTo>
                    <a:pt x="10063731" y="31934"/>
                  </a:lnTo>
                  <a:lnTo>
                    <a:pt x="10164331" y="25176"/>
                  </a:lnTo>
                  <a:lnTo>
                    <a:pt x="10257474" y="19663"/>
                  </a:lnTo>
                  <a:lnTo>
                    <a:pt x="10338919" y="15382"/>
                  </a:lnTo>
                  <a:lnTo>
                    <a:pt x="10405204" y="12266"/>
                  </a:lnTo>
                  <a:lnTo>
                    <a:pt x="10454359" y="10189"/>
                  </a:lnTo>
                  <a:lnTo>
                    <a:pt x="10486384" y="8966"/>
                  </a:lnTo>
                  <a:lnTo>
                    <a:pt x="10503369" y="8378"/>
                  </a:lnTo>
                  <a:lnTo>
                    <a:pt x="10509329" y="8189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8699" y="35"/>
                  </a:lnTo>
                  <a:lnTo>
                    <a:pt x="10500744" y="292"/>
                  </a:lnTo>
                  <a:lnTo>
                    <a:pt x="10480729" y="999"/>
                  </a:lnTo>
                  <a:lnTo>
                    <a:pt x="10445040" y="2393"/>
                  </a:lnTo>
                  <a:lnTo>
                    <a:pt x="10392040" y="4685"/>
                  </a:lnTo>
                  <a:lnTo>
                    <a:pt x="10322186" y="8049"/>
                  </a:lnTo>
                  <a:lnTo>
                    <a:pt x="10237829" y="12597"/>
                  </a:lnTo>
                  <a:lnTo>
                    <a:pt x="10142667" y="18384"/>
                  </a:lnTo>
                  <a:lnTo>
                    <a:pt x="10041014" y="25415"/>
                  </a:lnTo>
                  <a:lnTo>
                    <a:pt x="9937085" y="33664"/>
                  </a:lnTo>
                  <a:lnTo>
                    <a:pt x="9834473" y="43108"/>
                  </a:lnTo>
                  <a:lnTo>
                    <a:pt x="9735879" y="53737"/>
                  </a:lnTo>
                  <a:lnTo>
                    <a:pt x="9643063" y="65577"/>
                  </a:lnTo>
                  <a:lnTo>
                    <a:pt x="9556950" y="78695"/>
                  </a:lnTo>
                  <a:lnTo>
                    <a:pt x="9477802" y="93206"/>
                  </a:lnTo>
                  <a:lnTo>
                    <a:pt x="9405406" y="109266"/>
                  </a:lnTo>
                  <a:lnTo>
                    <a:pt x="9339230" y="127078"/>
                  </a:lnTo>
                  <a:lnTo>
                    <a:pt x="9278558" y="146876"/>
                  </a:lnTo>
                  <a:lnTo>
                    <a:pt x="9222579" y="168913"/>
                  </a:lnTo>
                  <a:lnTo>
                    <a:pt x="9170456" y="193441"/>
                  </a:lnTo>
                  <a:lnTo>
                    <a:pt x="9121385" y="220663"/>
                  </a:lnTo>
                  <a:lnTo>
                    <a:pt x="9084767" y="243827"/>
                  </a:lnTo>
                  <a:lnTo>
                    <a:pt x="9037853" y="277181"/>
                  </a:lnTo>
                  <a:lnTo>
                    <a:pt x="8992318" y="313591"/>
                  </a:lnTo>
                  <a:lnTo>
                    <a:pt x="8947694" y="353110"/>
                  </a:lnTo>
                  <a:lnTo>
                    <a:pt x="8903625" y="395713"/>
                  </a:lnTo>
                  <a:lnTo>
                    <a:pt x="8859849" y="441277"/>
                  </a:lnTo>
                  <a:lnTo>
                    <a:pt x="8816183" y="489585"/>
                  </a:lnTo>
                  <a:lnTo>
                    <a:pt x="8772510" y="540316"/>
                  </a:lnTo>
                  <a:lnTo>
                    <a:pt x="8728770" y="593056"/>
                  </a:lnTo>
                  <a:lnTo>
                    <a:pt x="8684949" y="647301"/>
                  </a:lnTo>
                  <a:lnTo>
                    <a:pt x="8641064" y="702486"/>
                  </a:lnTo>
                  <a:lnTo>
                    <a:pt x="8597155" y="757997"/>
                  </a:lnTo>
                  <a:lnTo>
                    <a:pt x="8553268" y="813210"/>
                  </a:lnTo>
                  <a:lnTo>
                    <a:pt x="8509443" y="867510"/>
                  </a:lnTo>
                  <a:lnTo>
                    <a:pt x="8465700" y="920328"/>
                  </a:lnTo>
                  <a:lnTo>
                    <a:pt x="8422025" y="971159"/>
                  </a:lnTo>
                  <a:lnTo>
                    <a:pt x="8378361" y="1019583"/>
                  </a:lnTo>
                  <a:lnTo>
                    <a:pt x="8334593" y="1065275"/>
                  </a:lnTo>
                  <a:lnTo>
                    <a:pt x="8290542" y="1108013"/>
                  </a:lnTo>
                  <a:lnTo>
                    <a:pt x="8245949" y="1147673"/>
                  </a:lnTo>
                  <a:lnTo>
                    <a:pt x="8200464" y="1184221"/>
                  </a:lnTo>
                  <a:lnTo>
                    <a:pt x="8153624" y="1217709"/>
                  </a:lnTo>
                  <a:lnTo>
                    <a:pt x="8151487" y="1219138"/>
                  </a:lnTo>
                  <a:lnTo>
                    <a:pt x="8104287" y="1248535"/>
                  </a:lnTo>
                  <a:lnTo>
                    <a:pt x="8054610" y="1275151"/>
                  </a:lnTo>
                  <a:lnTo>
                    <a:pt x="8001710" y="1299110"/>
                  </a:lnTo>
                  <a:lnTo>
                    <a:pt x="7944769" y="1320632"/>
                  </a:lnTo>
                  <a:lnTo>
                    <a:pt x="7882952" y="1339971"/>
                  </a:lnTo>
                  <a:lnTo>
                    <a:pt x="7815464" y="1357378"/>
                  </a:lnTo>
                  <a:lnTo>
                    <a:pt x="7741617" y="1373082"/>
                  </a:lnTo>
                  <a:lnTo>
                    <a:pt x="7660941" y="1387273"/>
                  </a:lnTo>
                  <a:lnTo>
                    <a:pt x="7573309" y="1400102"/>
                  </a:lnTo>
                  <a:lnTo>
                    <a:pt x="7479115" y="1411671"/>
                  </a:lnTo>
                  <a:lnTo>
                    <a:pt x="7379453" y="1422039"/>
                  </a:lnTo>
                  <a:lnTo>
                    <a:pt x="7276287" y="1431221"/>
                  </a:lnTo>
                  <a:lnTo>
                    <a:pt x="7172522" y="1439205"/>
                  </a:lnTo>
                  <a:lnTo>
                    <a:pt x="7071923" y="1445963"/>
                  </a:lnTo>
                  <a:lnTo>
                    <a:pt x="6978779" y="1451475"/>
                  </a:lnTo>
                  <a:lnTo>
                    <a:pt x="6897334" y="1455756"/>
                  </a:lnTo>
                  <a:lnTo>
                    <a:pt x="6831049" y="1458872"/>
                  </a:lnTo>
                  <a:lnTo>
                    <a:pt x="6781894" y="1460950"/>
                  </a:lnTo>
                  <a:lnTo>
                    <a:pt x="6749870" y="1462173"/>
                  </a:lnTo>
                  <a:lnTo>
                    <a:pt x="6732884" y="1462761"/>
                  </a:lnTo>
                  <a:lnTo>
                    <a:pt x="6726924" y="1462949"/>
                  </a:lnTo>
                  <a:lnTo>
                    <a:pt x="6726343" y="1462966"/>
                  </a:lnTo>
                  <a:lnTo>
                    <a:pt x="5254955" y="1462966"/>
                  </a:lnTo>
                  <a:lnTo>
                    <a:pt x="5253719" y="1462975"/>
                  </a:lnTo>
                  <a:lnTo>
                    <a:pt x="5245606" y="1463034"/>
                  </a:lnTo>
                  <a:lnTo>
                    <a:pt x="5225206" y="1463200"/>
                  </a:lnTo>
                  <a:lnTo>
                    <a:pt x="5188865" y="1463526"/>
                  </a:lnTo>
                  <a:lnTo>
                    <a:pt x="5134961" y="1464062"/>
                  </a:lnTo>
                  <a:lnTo>
                    <a:pt x="5064026" y="1464847"/>
                  </a:lnTo>
                  <a:lnTo>
                    <a:pt x="4978522" y="1465909"/>
                  </a:lnTo>
                  <a:lnTo>
                    <a:pt x="4882267" y="1467258"/>
                  </a:lnTo>
                  <a:lnTo>
                    <a:pt x="4779674" y="1468896"/>
                  </a:lnTo>
                  <a:lnTo>
                    <a:pt x="4675019" y="1470817"/>
                  </a:lnTo>
                  <a:lnTo>
                    <a:pt x="4571918" y="1473014"/>
                  </a:lnTo>
                  <a:lnTo>
                    <a:pt x="4473056" y="1475487"/>
                  </a:lnTo>
                  <a:lnTo>
                    <a:pt x="4380157" y="1478242"/>
                  </a:lnTo>
                  <a:lnTo>
                    <a:pt x="4294100" y="1481296"/>
                  </a:lnTo>
                  <a:lnTo>
                    <a:pt x="4215101" y="1484676"/>
                  </a:lnTo>
                  <a:lnTo>
                    <a:pt x="4142903" y="1488421"/>
                  </a:lnTo>
                  <a:lnTo>
                    <a:pt x="4076939" y="1492577"/>
                  </a:lnTo>
                  <a:lnTo>
                    <a:pt x="4016461" y="1497202"/>
                  </a:lnTo>
                  <a:lnTo>
                    <a:pt x="3960636" y="1502354"/>
                  </a:lnTo>
                  <a:lnTo>
                    <a:pt x="3908612" y="1508091"/>
                  </a:lnTo>
                  <a:lnTo>
                    <a:pt x="3859575" y="1514459"/>
                  </a:lnTo>
                  <a:lnTo>
                    <a:pt x="3829811" y="1518815"/>
                  </a:lnTo>
                  <a:lnTo>
                    <a:pt x="3774338" y="1527953"/>
                  </a:lnTo>
                  <a:lnTo>
                    <a:pt x="3720674" y="1538079"/>
                  </a:lnTo>
                  <a:lnTo>
                    <a:pt x="3668094" y="1549206"/>
                  </a:lnTo>
                  <a:lnTo>
                    <a:pt x="3616078" y="1561308"/>
                  </a:lnTo>
                  <a:lnTo>
                    <a:pt x="3564276" y="1574314"/>
                  </a:lnTo>
                  <a:lnTo>
                    <a:pt x="3512476" y="1588108"/>
                  </a:lnTo>
                  <a:lnTo>
                    <a:pt x="3460579" y="1602530"/>
                  </a:lnTo>
                  <a:lnTo>
                    <a:pt x="3408572" y="1617384"/>
                  </a:lnTo>
                  <a:lnTo>
                    <a:pt x="3356501" y="1632445"/>
                  </a:lnTo>
                  <a:lnTo>
                    <a:pt x="3304440" y="1647475"/>
                  </a:lnTo>
                  <a:lnTo>
                    <a:pt x="3252458" y="1662239"/>
                  </a:lnTo>
                  <a:lnTo>
                    <a:pt x="3200590" y="1676518"/>
                  </a:lnTo>
                  <a:lnTo>
                    <a:pt x="3148803" y="1690123"/>
                  </a:lnTo>
                  <a:lnTo>
                    <a:pt x="3096972" y="1702907"/>
                  </a:lnTo>
                  <a:lnTo>
                    <a:pt x="3044851" y="1714764"/>
                  </a:lnTo>
                  <a:lnTo>
                    <a:pt x="2992050" y="1725636"/>
                  </a:lnTo>
                  <a:lnTo>
                    <a:pt x="2938001" y="1735506"/>
                  </a:lnTo>
                  <a:lnTo>
                    <a:pt x="2896531" y="1742210"/>
                  </a:lnTo>
                  <a:lnTo>
                    <a:pt x="2849001" y="1748987"/>
                  </a:lnTo>
                  <a:lnTo>
                    <a:pt x="2798954" y="1755119"/>
                  </a:lnTo>
                  <a:lnTo>
                    <a:pt x="2745627" y="1760635"/>
                  </a:lnTo>
                  <a:lnTo>
                    <a:pt x="2688187" y="1765585"/>
                  </a:lnTo>
                  <a:lnTo>
                    <a:pt x="2625783" y="1770031"/>
                  </a:lnTo>
                  <a:lnTo>
                    <a:pt x="2557601" y="1774029"/>
                  </a:lnTo>
                  <a:lnTo>
                    <a:pt x="2482951" y="1777635"/>
                  </a:lnTo>
                  <a:lnTo>
                    <a:pt x="2401360" y="1780891"/>
                  </a:lnTo>
                  <a:lnTo>
                    <a:pt x="2312727" y="1783832"/>
                  </a:lnTo>
                  <a:lnTo>
                    <a:pt x="2217487" y="1786481"/>
                  </a:lnTo>
                  <a:lnTo>
                    <a:pt x="2116813" y="1788853"/>
                  </a:lnTo>
                  <a:lnTo>
                    <a:pt x="2012775" y="1790949"/>
                  </a:lnTo>
                  <a:lnTo>
                    <a:pt x="1908416" y="1792766"/>
                  </a:lnTo>
                  <a:lnTo>
                    <a:pt x="1807638" y="1794298"/>
                  </a:lnTo>
                  <a:lnTo>
                    <a:pt x="1714845" y="1795541"/>
                  </a:lnTo>
                  <a:lnTo>
                    <a:pt x="1634321" y="1796499"/>
                  </a:lnTo>
                  <a:lnTo>
                    <a:pt x="1569467" y="1797188"/>
                  </a:lnTo>
                  <a:lnTo>
                    <a:pt x="1522085" y="1797642"/>
                  </a:lnTo>
                  <a:lnTo>
                    <a:pt x="1491919" y="1797902"/>
                  </a:lnTo>
                  <a:lnTo>
                    <a:pt x="1476570" y="1798022"/>
                  </a:lnTo>
                  <a:lnTo>
                    <a:pt x="1471705" y="1798057"/>
                  </a:lnTo>
                  <a:lnTo>
                    <a:pt x="1471387" y="1798059"/>
                  </a:lnTo>
                  <a:lnTo>
                    <a:pt x="0" y="1798059"/>
                  </a:lnTo>
                  <a:close/>
                </a:path>
              </a:pathLst>
            </a:custGeom>
            <a:solidFill>
              <a:srgbClr val="8BC34A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575" name="pl1575"/>
            <p:cNvSpPr/>
            <p:nvPr/>
          </p:nvSpPr>
          <p:spPr>
            <a:xfrm>
              <a:off x="4799595" y="7750416"/>
              <a:ext cx="11981298" cy="1798059"/>
            </a:xfrm>
            <a:custGeom>
              <a:avLst/>
              <a:pathLst>
                <a:path w="11981298" h="1798059">
                  <a:moveTo>
                    <a:pt x="0" y="1798059"/>
                  </a:moveTo>
                  <a:lnTo>
                    <a:pt x="1471387" y="1798059"/>
                  </a:lnTo>
                  <a:lnTo>
                    <a:pt x="1472623" y="1798051"/>
                  </a:lnTo>
                  <a:lnTo>
                    <a:pt x="1480737" y="1797991"/>
                  </a:lnTo>
                  <a:lnTo>
                    <a:pt x="1501136" y="1797825"/>
                  </a:lnTo>
                  <a:lnTo>
                    <a:pt x="1537477" y="1797500"/>
                  </a:lnTo>
                  <a:lnTo>
                    <a:pt x="1591381" y="1796964"/>
                  </a:lnTo>
                  <a:lnTo>
                    <a:pt x="1662316" y="1796178"/>
                  </a:lnTo>
                  <a:lnTo>
                    <a:pt x="1747820" y="1795117"/>
                  </a:lnTo>
                  <a:lnTo>
                    <a:pt x="1844075" y="1793767"/>
                  </a:lnTo>
                  <a:lnTo>
                    <a:pt x="1946668" y="1792129"/>
                  </a:lnTo>
                  <a:lnTo>
                    <a:pt x="2051323" y="1790209"/>
                  </a:lnTo>
                  <a:lnTo>
                    <a:pt x="2154424" y="1788011"/>
                  </a:lnTo>
                  <a:lnTo>
                    <a:pt x="2253286" y="1785538"/>
                  </a:lnTo>
                  <a:lnTo>
                    <a:pt x="2346186" y="1782783"/>
                  </a:lnTo>
                  <a:lnTo>
                    <a:pt x="2432242" y="1779729"/>
                  </a:lnTo>
                  <a:lnTo>
                    <a:pt x="2511241" y="1776349"/>
                  </a:lnTo>
                  <a:lnTo>
                    <a:pt x="2583439" y="1772605"/>
                  </a:lnTo>
                  <a:lnTo>
                    <a:pt x="2649404" y="1768448"/>
                  </a:lnTo>
                  <a:lnTo>
                    <a:pt x="2709881" y="1763823"/>
                  </a:lnTo>
                  <a:lnTo>
                    <a:pt x="2765706" y="1758671"/>
                  </a:lnTo>
                  <a:lnTo>
                    <a:pt x="2817730" y="1752934"/>
                  </a:lnTo>
                  <a:lnTo>
                    <a:pt x="2866767" y="1746566"/>
                  </a:lnTo>
                  <a:lnTo>
                    <a:pt x="2896531" y="1742210"/>
                  </a:lnTo>
                  <a:lnTo>
                    <a:pt x="2952005" y="1733073"/>
                  </a:lnTo>
                  <a:lnTo>
                    <a:pt x="3005668" y="1722946"/>
                  </a:lnTo>
                  <a:lnTo>
                    <a:pt x="3058248" y="1711819"/>
                  </a:lnTo>
                  <a:lnTo>
                    <a:pt x="3110264" y="1699717"/>
                  </a:lnTo>
                  <a:lnTo>
                    <a:pt x="3162066" y="1686711"/>
                  </a:lnTo>
                  <a:lnTo>
                    <a:pt x="3213866" y="1672917"/>
                  </a:lnTo>
                  <a:lnTo>
                    <a:pt x="3265763" y="1658495"/>
                  </a:lnTo>
                  <a:lnTo>
                    <a:pt x="3317770" y="1643641"/>
                  </a:lnTo>
                  <a:lnTo>
                    <a:pt x="3369841" y="1628580"/>
                  </a:lnTo>
                  <a:lnTo>
                    <a:pt x="3421902" y="1613550"/>
                  </a:lnTo>
                  <a:lnTo>
                    <a:pt x="3473884" y="1598786"/>
                  </a:lnTo>
                  <a:lnTo>
                    <a:pt x="3525752" y="1584508"/>
                  </a:lnTo>
                  <a:lnTo>
                    <a:pt x="3577539" y="1570902"/>
                  </a:lnTo>
                  <a:lnTo>
                    <a:pt x="3629370" y="1558119"/>
                  </a:lnTo>
                  <a:lnTo>
                    <a:pt x="3681491" y="1546261"/>
                  </a:lnTo>
                  <a:lnTo>
                    <a:pt x="3734292" y="1535389"/>
                  </a:lnTo>
                  <a:lnTo>
                    <a:pt x="3788341" y="1525519"/>
                  </a:lnTo>
                  <a:lnTo>
                    <a:pt x="3829811" y="1518815"/>
                  </a:lnTo>
                  <a:lnTo>
                    <a:pt x="3877341" y="1512038"/>
                  </a:lnTo>
                  <a:lnTo>
                    <a:pt x="3927389" y="1505906"/>
                  </a:lnTo>
                  <a:lnTo>
                    <a:pt x="3980715" y="1500391"/>
                  </a:lnTo>
                  <a:lnTo>
                    <a:pt x="4038155" y="1495440"/>
                  </a:lnTo>
                  <a:lnTo>
                    <a:pt x="4100560" y="1490995"/>
                  </a:lnTo>
                  <a:lnTo>
                    <a:pt x="4168741" y="1486996"/>
                  </a:lnTo>
                  <a:lnTo>
                    <a:pt x="4243392" y="1483391"/>
                  </a:lnTo>
                  <a:lnTo>
                    <a:pt x="4324982" y="1480135"/>
                  </a:lnTo>
                  <a:lnTo>
                    <a:pt x="4413615" y="1477194"/>
                  </a:lnTo>
                  <a:lnTo>
                    <a:pt x="4508855" y="1474544"/>
                  </a:lnTo>
                  <a:lnTo>
                    <a:pt x="4609529" y="1472173"/>
                  </a:lnTo>
                  <a:lnTo>
                    <a:pt x="4713567" y="1470077"/>
                  </a:lnTo>
                  <a:lnTo>
                    <a:pt x="4817927" y="1468259"/>
                  </a:lnTo>
                  <a:lnTo>
                    <a:pt x="4918704" y="1466727"/>
                  </a:lnTo>
                  <a:lnTo>
                    <a:pt x="5011497" y="1465485"/>
                  </a:lnTo>
                  <a:lnTo>
                    <a:pt x="5092021" y="1464527"/>
                  </a:lnTo>
                  <a:lnTo>
                    <a:pt x="5156875" y="1463837"/>
                  </a:lnTo>
                  <a:lnTo>
                    <a:pt x="5204257" y="1463384"/>
                  </a:lnTo>
                  <a:lnTo>
                    <a:pt x="5234423" y="1463123"/>
                  </a:lnTo>
                  <a:lnTo>
                    <a:pt x="5249772" y="1463003"/>
                  </a:lnTo>
                  <a:lnTo>
                    <a:pt x="5254637" y="1462968"/>
                  </a:lnTo>
                  <a:lnTo>
                    <a:pt x="5254955" y="1462966"/>
                  </a:lnTo>
                  <a:lnTo>
                    <a:pt x="6726343" y="1462966"/>
                  </a:lnTo>
                  <a:lnTo>
                    <a:pt x="6727554" y="1462930"/>
                  </a:lnTo>
                  <a:lnTo>
                    <a:pt x="6735510" y="1462674"/>
                  </a:lnTo>
                  <a:lnTo>
                    <a:pt x="6755525" y="1461966"/>
                  </a:lnTo>
                  <a:lnTo>
                    <a:pt x="6791213" y="1460573"/>
                  </a:lnTo>
                  <a:lnTo>
                    <a:pt x="6844214" y="1458281"/>
                  </a:lnTo>
                  <a:lnTo>
                    <a:pt x="6914067" y="1454917"/>
                  </a:lnTo>
                  <a:lnTo>
                    <a:pt x="6998424" y="1450368"/>
                  </a:lnTo>
                  <a:lnTo>
                    <a:pt x="7093586" y="1444581"/>
                  </a:lnTo>
                  <a:lnTo>
                    <a:pt x="7195239" y="1437551"/>
                  </a:lnTo>
                  <a:lnTo>
                    <a:pt x="7299169" y="1429301"/>
                  </a:lnTo>
                  <a:lnTo>
                    <a:pt x="7401780" y="1419858"/>
                  </a:lnTo>
                  <a:lnTo>
                    <a:pt x="7500374" y="1409229"/>
                  </a:lnTo>
                  <a:lnTo>
                    <a:pt x="7593190" y="1397389"/>
                  </a:lnTo>
                  <a:lnTo>
                    <a:pt x="7679303" y="1384270"/>
                  </a:lnTo>
                  <a:lnTo>
                    <a:pt x="7758451" y="1369760"/>
                  </a:lnTo>
                  <a:lnTo>
                    <a:pt x="7830847" y="1353699"/>
                  </a:lnTo>
                  <a:lnTo>
                    <a:pt x="7897023" y="1335887"/>
                  </a:lnTo>
                  <a:lnTo>
                    <a:pt x="7957695" y="1316090"/>
                  </a:lnTo>
                  <a:lnTo>
                    <a:pt x="8013675" y="1294053"/>
                  </a:lnTo>
                  <a:lnTo>
                    <a:pt x="8065797" y="1269525"/>
                  </a:lnTo>
                  <a:lnTo>
                    <a:pt x="8114868" y="1242303"/>
                  </a:lnTo>
                  <a:lnTo>
                    <a:pt x="8151487" y="1219138"/>
                  </a:lnTo>
                  <a:lnTo>
                    <a:pt x="8198400" y="1185785"/>
                  </a:lnTo>
                  <a:lnTo>
                    <a:pt x="8243935" y="1149375"/>
                  </a:lnTo>
                  <a:lnTo>
                    <a:pt x="8288560" y="1109855"/>
                  </a:lnTo>
                  <a:lnTo>
                    <a:pt x="8332629" y="1067253"/>
                  </a:lnTo>
                  <a:lnTo>
                    <a:pt x="8376404" y="1021689"/>
                  </a:lnTo>
                  <a:lnTo>
                    <a:pt x="8420071" y="973381"/>
                  </a:lnTo>
                  <a:lnTo>
                    <a:pt x="8463744" y="922649"/>
                  </a:lnTo>
                  <a:lnTo>
                    <a:pt x="8507483" y="869910"/>
                  </a:lnTo>
                  <a:lnTo>
                    <a:pt x="8551305" y="815664"/>
                  </a:lnTo>
                  <a:lnTo>
                    <a:pt x="8595189" y="760480"/>
                  </a:lnTo>
                  <a:lnTo>
                    <a:pt x="8639098" y="704968"/>
                  </a:lnTo>
                  <a:lnTo>
                    <a:pt x="8682985" y="649756"/>
                  </a:lnTo>
                  <a:lnTo>
                    <a:pt x="8726810" y="595456"/>
                  </a:lnTo>
                  <a:lnTo>
                    <a:pt x="8770553" y="542638"/>
                  </a:lnTo>
                  <a:lnTo>
                    <a:pt x="8814228" y="491807"/>
                  </a:lnTo>
                  <a:lnTo>
                    <a:pt x="8857893" y="443383"/>
                  </a:lnTo>
                  <a:lnTo>
                    <a:pt x="8901660" y="397690"/>
                  </a:lnTo>
                  <a:lnTo>
                    <a:pt x="8945711" y="354952"/>
                  </a:lnTo>
                  <a:lnTo>
                    <a:pt x="8990304" y="315293"/>
                  </a:lnTo>
                  <a:lnTo>
                    <a:pt x="9035789" y="278745"/>
                  </a:lnTo>
                  <a:lnTo>
                    <a:pt x="9082629" y="245257"/>
                  </a:lnTo>
                  <a:lnTo>
                    <a:pt x="9084767" y="243827"/>
                  </a:lnTo>
                  <a:lnTo>
                    <a:pt x="9131966" y="214431"/>
                  </a:lnTo>
                  <a:lnTo>
                    <a:pt x="9181643" y="187815"/>
                  </a:lnTo>
                  <a:lnTo>
                    <a:pt x="9234544" y="163856"/>
                  </a:lnTo>
                  <a:lnTo>
                    <a:pt x="9291485" y="142333"/>
                  </a:lnTo>
                  <a:lnTo>
                    <a:pt x="9353301" y="122995"/>
                  </a:lnTo>
                  <a:lnTo>
                    <a:pt x="9420789" y="105588"/>
                  </a:lnTo>
                  <a:lnTo>
                    <a:pt x="9494636" y="89884"/>
                  </a:lnTo>
                  <a:lnTo>
                    <a:pt x="9575313" y="75692"/>
                  </a:lnTo>
                  <a:lnTo>
                    <a:pt x="9662944" y="62863"/>
                  </a:lnTo>
                  <a:lnTo>
                    <a:pt x="9757138" y="51294"/>
                  </a:lnTo>
                  <a:lnTo>
                    <a:pt x="9856800" y="40927"/>
                  </a:lnTo>
                  <a:lnTo>
                    <a:pt x="9959967" y="31745"/>
                  </a:lnTo>
                  <a:lnTo>
                    <a:pt x="10063731" y="23761"/>
                  </a:lnTo>
                  <a:lnTo>
                    <a:pt x="10164331" y="17003"/>
                  </a:lnTo>
                  <a:lnTo>
                    <a:pt x="10257474" y="11490"/>
                  </a:lnTo>
                  <a:lnTo>
                    <a:pt x="10338919" y="7209"/>
                  </a:lnTo>
                  <a:lnTo>
                    <a:pt x="10405204" y="4093"/>
                  </a:lnTo>
                  <a:lnTo>
                    <a:pt x="10454359" y="2016"/>
                  </a:lnTo>
                  <a:lnTo>
                    <a:pt x="10486384" y="793"/>
                  </a:lnTo>
                  <a:lnTo>
                    <a:pt x="10503369" y="205"/>
                  </a:lnTo>
                  <a:lnTo>
                    <a:pt x="10509329" y="16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76" name="pl1576"/>
            <p:cNvSpPr/>
            <p:nvPr/>
          </p:nvSpPr>
          <p:spPr>
            <a:xfrm>
              <a:off x="4799595" y="7742243"/>
              <a:ext cx="11981298" cy="1798059"/>
            </a:xfrm>
            <a:custGeom>
              <a:avLst/>
              <a:pathLst>
                <a:path w="11981298" h="1798059">
                  <a:moveTo>
                    <a:pt x="11981298" y="0"/>
                  </a:moveTo>
                  <a:lnTo>
                    <a:pt x="10509911" y="0"/>
                  </a:lnTo>
                  <a:lnTo>
                    <a:pt x="10508699" y="35"/>
                  </a:lnTo>
                  <a:lnTo>
                    <a:pt x="10500744" y="292"/>
                  </a:lnTo>
                  <a:lnTo>
                    <a:pt x="10480729" y="999"/>
                  </a:lnTo>
                  <a:lnTo>
                    <a:pt x="10445040" y="2393"/>
                  </a:lnTo>
                  <a:lnTo>
                    <a:pt x="10392040" y="4685"/>
                  </a:lnTo>
                  <a:lnTo>
                    <a:pt x="10322186" y="8049"/>
                  </a:lnTo>
                  <a:lnTo>
                    <a:pt x="10237829" y="12597"/>
                  </a:lnTo>
                  <a:lnTo>
                    <a:pt x="10142667" y="18384"/>
                  </a:lnTo>
                  <a:lnTo>
                    <a:pt x="10041014" y="25415"/>
                  </a:lnTo>
                  <a:lnTo>
                    <a:pt x="9937085" y="33664"/>
                  </a:lnTo>
                  <a:lnTo>
                    <a:pt x="9834473" y="43108"/>
                  </a:lnTo>
                  <a:lnTo>
                    <a:pt x="9735879" y="53737"/>
                  </a:lnTo>
                  <a:lnTo>
                    <a:pt x="9643063" y="65577"/>
                  </a:lnTo>
                  <a:lnTo>
                    <a:pt x="9556950" y="78695"/>
                  </a:lnTo>
                  <a:lnTo>
                    <a:pt x="9477802" y="93206"/>
                  </a:lnTo>
                  <a:lnTo>
                    <a:pt x="9405406" y="109266"/>
                  </a:lnTo>
                  <a:lnTo>
                    <a:pt x="9339230" y="127078"/>
                  </a:lnTo>
                  <a:lnTo>
                    <a:pt x="9278558" y="146876"/>
                  </a:lnTo>
                  <a:lnTo>
                    <a:pt x="9222579" y="168913"/>
                  </a:lnTo>
                  <a:lnTo>
                    <a:pt x="9170456" y="193441"/>
                  </a:lnTo>
                  <a:lnTo>
                    <a:pt x="9121385" y="220663"/>
                  </a:lnTo>
                  <a:lnTo>
                    <a:pt x="9084767" y="243827"/>
                  </a:lnTo>
                  <a:lnTo>
                    <a:pt x="9037853" y="277181"/>
                  </a:lnTo>
                  <a:lnTo>
                    <a:pt x="8992318" y="313591"/>
                  </a:lnTo>
                  <a:lnTo>
                    <a:pt x="8947694" y="353110"/>
                  </a:lnTo>
                  <a:lnTo>
                    <a:pt x="8903625" y="395713"/>
                  </a:lnTo>
                  <a:lnTo>
                    <a:pt x="8859849" y="441277"/>
                  </a:lnTo>
                  <a:lnTo>
                    <a:pt x="8816183" y="489585"/>
                  </a:lnTo>
                  <a:lnTo>
                    <a:pt x="8772510" y="540316"/>
                  </a:lnTo>
                  <a:lnTo>
                    <a:pt x="8728770" y="593056"/>
                  </a:lnTo>
                  <a:lnTo>
                    <a:pt x="8684949" y="647301"/>
                  </a:lnTo>
                  <a:lnTo>
                    <a:pt x="8641064" y="702486"/>
                  </a:lnTo>
                  <a:lnTo>
                    <a:pt x="8597155" y="757997"/>
                  </a:lnTo>
                  <a:lnTo>
                    <a:pt x="8553268" y="813210"/>
                  </a:lnTo>
                  <a:lnTo>
                    <a:pt x="8509443" y="867510"/>
                  </a:lnTo>
                  <a:lnTo>
                    <a:pt x="8465700" y="920328"/>
                  </a:lnTo>
                  <a:lnTo>
                    <a:pt x="8422025" y="971159"/>
                  </a:lnTo>
                  <a:lnTo>
                    <a:pt x="8378361" y="1019583"/>
                  </a:lnTo>
                  <a:lnTo>
                    <a:pt x="8334593" y="1065275"/>
                  </a:lnTo>
                  <a:lnTo>
                    <a:pt x="8290542" y="1108013"/>
                  </a:lnTo>
                  <a:lnTo>
                    <a:pt x="8245949" y="1147673"/>
                  </a:lnTo>
                  <a:lnTo>
                    <a:pt x="8200464" y="1184221"/>
                  </a:lnTo>
                  <a:lnTo>
                    <a:pt x="8153624" y="1217709"/>
                  </a:lnTo>
                  <a:lnTo>
                    <a:pt x="8151487" y="1219138"/>
                  </a:lnTo>
                  <a:lnTo>
                    <a:pt x="8104287" y="1248535"/>
                  </a:lnTo>
                  <a:lnTo>
                    <a:pt x="8054610" y="1275151"/>
                  </a:lnTo>
                  <a:lnTo>
                    <a:pt x="8001710" y="1299110"/>
                  </a:lnTo>
                  <a:lnTo>
                    <a:pt x="7944769" y="1320632"/>
                  </a:lnTo>
                  <a:lnTo>
                    <a:pt x="7882952" y="1339971"/>
                  </a:lnTo>
                  <a:lnTo>
                    <a:pt x="7815464" y="1357378"/>
                  </a:lnTo>
                  <a:lnTo>
                    <a:pt x="7741617" y="1373082"/>
                  </a:lnTo>
                  <a:lnTo>
                    <a:pt x="7660941" y="1387273"/>
                  </a:lnTo>
                  <a:lnTo>
                    <a:pt x="7573309" y="1400102"/>
                  </a:lnTo>
                  <a:lnTo>
                    <a:pt x="7479115" y="1411671"/>
                  </a:lnTo>
                  <a:lnTo>
                    <a:pt x="7379453" y="1422039"/>
                  </a:lnTo>
                  <a:lnTo>
                    <a:pt x="7276287" y="1431221"/>
                  </a:lnTo>
                  <a:lnTo>
                    <a:pt x="7172522" y="1439205"/>
                  </a:lnTo>
                  <a:lnTo>
                    <a:pt x="7071923" y="1445963"/>
                  </a:lnTo>
                  <a:lnTo>
                    <a:pt x="6978779" y="1451475"/>
                  </a:lnTo>
                  <a:lnTo>
                    <a:pt x="6897334" y="1455756"/>
                  </a:lnTo>
                  <a:lnTo>
                    <a:pt x="6831049" y="1458872"/>
                  </a:lnTo>
                  <a:lnTo>
                    <a:pt x="6781894" y="1460950"/>
                  </a:lnTo>
                  <a:lnTo>
                    <a:pt x="6749870" y="1462173"/>
                  </a:lnTo>
                  <a:lnTo>
                    <a:pt x="6732884" y="1462761"/>
                  </a:lnTo>
                  <a:lnTo>
                    <a:pt x="6726924" y="1462949"/>
                  </a:lnTo>
                  <a:lnTo>
                    <a:pt x="6726343" y="1462966"/>
                  </a:lnTo>
                  <a:lnTo>
                    <a:pt x="5254955" y="1462966"/>
                  </a:lnTo>
                  <a:lnTo>
                    <a:pt x="5253719" y="1462975"/>
                  </a:lnTo>
                  <a:lnTo>
                    <a:pt x="5245606" y="1463034"/>
                  </a:lnTo>
                  <a:lnTo>
                    <a:pt x="5225206" y="1463200"/>
                  </a:lnTo>
                  <a:lnTo>
                    <a:pt x="5188865" y="1463526"/>
                  </a:lnTo>
                  <a:lnTo>
                    <a:pt x="5134961" y="1464062"/>
                  </a:lnTo>
                  <a:lnTo>
                    <a:pt x="5064026" y="1464847"/>
                  </a:lnTo>
                  <a:lnTo>
                    <a:pt x="4978522" y="1465909"/>
                  </a:lnTo>
                  <a:lnTo>
                    <a:pt x="4882267" y="1467258"/>
                  </a:lnTo>
                  <a:lnTo>
                    <a:pt x="4779674" y="1468896"/>
                  </a:lnTo>
                  <a:lnTo>
                    <a:pt x="4675019" y="1470817"/>
                  </a:lnTo>
                  <a:lnTo>
                    <a:pt x="4571918" y="1473014"/>
                  </a:lnTo>
                  <a:lnTo>
                    <a:pt x="4473056" y="1475487"/>
                  </a:lnTo>
                  <a:lnTo>
                    <a:pt x="4380157" y="1478242"/>
                  </a:lnTo>
                  <a:lnTo>
                    <a:pt x="4294100" y="1481296"/>
                  </a:lnTo>
                  <a:lnTo>
                    <a:pt x="4215101" y="1484676"/>
                  </a:lnTo>
                  <a:lnTo>
                    <a:pt x="4142903" y="1488421"/>
                  </a:lnTo>
                  <a:lnTo>
                    <a:pt x="4076939" y="1492577"/>
                  </a:lnTo>
                  <a:lnTo>
                    <a:pt x="4016461" y="1497202"/>
                  </a:lnTo>
                  <a:lnTo>
                    <a:pt x="3960636" y="1502354"/>
                  </a:lnTo>
                  <a:lnTo>
                    <a:pt x="3908612" y="1508091"/>
                  </a:lnTo>
                  <a:lnTo>
                    <a:pt x="3859575" y="1514459"/>
                  </a:lnTo>
                  <a:lnTo>
                    <a:pt x="3829811" y="1518815"/>
                  </a:lnTo>
                  <a:lnTo>
                    <a:pt x="3774338" y="1527953"/>
                  </a:lnTo>
                  <a:lnTo>
                    <a:pt x="3720674" y="1538079"/>
                  </a:lnTo>
                  <a:lnTo>
                    <a:pt x="3668094" y="1549206"/>
                  </a:lnTo>
                  <a:lnTo>
                    <a:pt x="3616078" y="1561308"/>
                  </a:lnTo>
                  <a:lnTo>
                    <a:pt x="3564276" y="1574314"/>
                  </a:lnTo>
                  <a:lnTo>
                    <a:pt x="3512476" y="1588108"/>
                  </a:lnTo>
                  <a:lnTo>
                    <a:pt x="3460579" y="1602530"/>
                  </a:lnTo>
                  <a:lnTo>
                    <a:pt x="3408572" y="1617384"/>
                  </a:lnTo>
                  <a:lnTo>
                    <a:pt x="3356501" y="1632445"/>
                  </a:lnTo>
                  <a:lnTo>
                    <a:pt x="3304440" y="1647475"/>
                  </a:lnTo>
                  <a:lnTo>
                    <a:pt x="3252458" y="1662239"/>
                  </a:lnTo>
                  <a:lnTo>
                    <a:pt x="3200590" y="1676518"/>
                  </a:lnTo>
                  <a:lnTo>
                    <a:pt x="3148803" y="1690123"/>
                  </a:lnTo>
                  <a:lnTo>
                    <a:pt x="3096972" y="1702907"/>
                  </a:lnTo>
                  <a:lnTo>
                    <a:pt x="3044851" y="1714764"/>
                  </a:lnTo>
                  <a:lnTo>
                    <a:pt x="2992050" y="1725636"/>
                  </a:lnTo>
                  <a:lnTo>
                    <a:pt x="2938001" y="1735506"/>
                  </a:lnTo>
                  <a:lnTo>
                    <a:pt x="2896531" y="1742210"/>
                  </a:lnTo>
                  <a:lnTo>
                    <a:pt x="2849001" y="1748987"/>
                  </a:lnTo>
                  <a:lnTo>
                    <a:pt x="2798954" y="1755119"/>
                  </a:lnTo>
                  <a:lnTo>
                    <a:pt x="2745627" y="1760635"/>
                  </a:lnTo>
                  <a:lnTo>
                    <a:pt x="2688187" y="1765585"/>
                  </a:lnTo>
                  <a:lnTo>
                    <a:pt x="2625783" y="1770031"/>
                  </a:lnTo>
                  <a:lnTo>
                    <a:pt x="2557601" y="1774029"/>
                  </a:lnTo>
                  <a:lnTo>
                    <a:pt x="2482951" y="1777635"/>
                  </a:lnTo>
                  <a:lnTo>
                    <a:pt x="2401360" y="1780891"/>
                  </a:lnTo>
                  <a:lnTo>
                    <a:pt x="2312727" y="1783832"/>
                  </a:lnTo>
                  <a:lnTo>
                    <a:pt x="2217487" y="1786481"/>
                  </a:lnTo>
                  <a:lnTo>
                    <a:pt x="2116813" y="1788853"/>
                  </a:lnTo>
                  <a:lnTo>
                    <a:pt x="2012775" y="1790949"/>
                  </a:lnTo>
                  <a:lnTo>
                    <a:pt x="1908416" y="1792766"/>
                  </a:lnTo>
                  <a:lnTo>
                    <a:pt x="1807638" y="1794298"/>
                  </a:lnTo>
                  <a:lnTo>
                    <a:pt x="1714845" y="1795541"/>
                  </a:lnTo>
                  <a:lnTo>
                    <a:pt x="1634321" y="1796499"/>
                  </a:lnTo>
                  <a:lnTo>
                    <a:pt x="1569467" y="1797188"/>
                  </a:lnTo>
                  <a:lnTo>
                    <a:pt x="1522085" y="1797642"/>
                  </a:lnTo>
                  <a:lnTo>
                    <a:pt x="1491919" y="1797902"/>
                  </a:lnTo>
                  <a:lnTo>
                    <a:pt x="1476570" y="1798022"/>
                  </a:lnTo>
                  <a:lnTo>
                    <a:pt x="1471705" y="1798057"/>
                  </a:lnTo>
                  <a:lnTo>
                    <a:pt x="1471387" y="1798059"/>
                  </a:lnTo>
                  <a:lnTo>
                    <a:pt x="0" y="179805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77" name="pg1577"/>
            <p:cNvSpPr/>
            <p:nvPr/>
          </p:nvSpPr>
          <p:spPr>
            <a:xfrm>
              <a:off x="4799595" y="4374968"/>
              <a:ext cx="11981298" cy="4944663"/>
            </a:xfrm>
            <a:custGeom>
              <a:avLst/>
              <a:pathLst>
                <a:path w="11981298" h="4944663">
                  <a:moveTo>
                    <a:pt x="0" y="4944663"/>
                  </a:moveTo>
                  <a:lnTo>
                    <a:pt x="1471387" y="4944663"/>
                  </a:lnTo>
                  <a:lnTo>
                    <a:pt x="1472272" y="4944576"/>
                  </a:lnTo>
                  <a:lnTo>
                    <a:pt x="1478117" y="4943951"/>
                  </a:lnTo>
                  <a:lnTo>
                    <a:pt x="1492957" y="4942224"/>
                  </a:lnTo>
                  <a:lnTo>
                    <a:pt x="1519752" y="4938821"/>
                  </a:lnTo>
                  <a:lnTo>
                    <a:pt x="1560223" y="4933192"/>
                  </a:lnTo>
                  <a:lnTo>
                    <a:pt x="1614727" y="4924861"/>
                  </a:lnTo>
                  <a:lnTo>
                    <a:pt x="1682284" y="4913466"/>
                  </a:lnTo>
                  <a:lnTo>
                    <a:pt x="1760789" y="4898780"/>
                  </a:lnTo>
                  <a:lnTo>
                    <a:pt x="1847385" y="4880706"/>
                  </a:lnTo>
                  <a:lnTo>
                    <a:pt x="1938911" y="4859247"/>
                  </a:lnTo>
                  <a:lnTo>
                    <a:pt x="2032310" y="4834464"/>
                  </a:lnTo>
                  <a:lnTo>
                    <a:pt x="2124931" y="4806421"/>
                  </a:lnTo>
                  <a:lnTo>
                    <a:pt x="2214700" y="4775151"/>
                  </a:lnTo>
                  <a:lnTo>
                    <a:pt x="2300163" y="4740616"/>
                  </a:lnTo>
                  <a:lnTo>
                    <a:pt x="2380443" y="4702692"/>
                  </a:lnTo>
                  <a:lnTo>
                    <a:pt x="2455143" y="4661153"/>
                  </a:lnTo>
                  <a:lnTo>
                    <a:pt x="2524240" y="4615673"/>
                  </a:lnTo>
                  <a:lnTo>
                    <a:pt x="2587979" y="4565829"/>
                  </a:lnTo>
                  <a:lnTo>
                    <a:pt x="2646786" y="4511108"/>
                  </a:lnTo>
                  <a:lnTo>
                    <a:pt x="2701194" y="4450926"/>
                  </a:lnTo>
                  <a:lnTo>
                    <a:pt x="2751794" y="4384658"/>
                  </a:lnTo>
                  <a:lnTo>
                    <a:pt x="2799194" y="4311686"/>
                  </a:lnTo>
                  <a:lnTo>
                    <a:pt x="2843985" y="4231474"/>
                  </a:lnTo>
                  <a:lnTo>
                    <a:pt x="2886714" y="4143696"/>
                  </a:lnTo>
                  <a:lnTo>
                    <a:pt x="2896531" y="4121915"/>
                  </a:lnTo>
                  <a:lnTo>
                    <a:pt x="2926192" y="4052402"/>
                  </a:lnTo>
                  <a:lnTo>
                    <a:pt x="2955230" y="3978867"/>
                  </a:lnTo>
                  <a:lnTo>
                    <a:pt x="2983778" y="3901229"/>
                  </a:lnTo>
                  <a:lnTo>
                    <a:pt x="3011950" y="3819448"/>
                  </a:lnTo>
                  <a:lnTo>
                    <a:pt x="3039842" y="3733524"/>
                  </a:lnTo>
                  <a:lnTo>
                    <a:pt x="3067533" y="3643504"/>
                  </a:lnTo>
                  <a:lnTo>
                    <a:pt x="3095089" y="3549484"/>
                  </a:lnTo>
                  <a:lnTo>
                    <a:pt x="3122563" y="3451614"/>
                  </a:lnTo>
                  <a:lnTo>
                    <a:pt x="3149997" y="3350092"/>
                  </a:lnTo>
                  <a:lnTo>
                    <a:pt x="3177422" y="3245174"/>
                  </a:lnTo>
                  <a:lnTo>
                    <a:pt x="3204858" y="3137166"/>
                  </a:lnTo>
                  <a:lnTo>
                    <a:pt x="3232321" y="3026424"/>
                  </a:lnTo>
                  <a:lnTo>
                    <a:pt x="3259816" y="2913350"/>
                  </a:lnTo>
                  <a:lnTo>
                    <a:pt x="3287344" y="2798386"/>
                  </a:lnTo>
                  <a:lnTo>
                    <a:pt x="3314899" y="2682008"/>
                  </a:lnTo>
                  <a:lnTo>
                    <a:pt x="3342474" y="2564717"/>
                  </a:lnTo>
                  <a:lnTo>
                    <a:pt x="3370057" y="2447032"/>
                  </a:lnTo>
                  <a:lnTo>
                    <a:pt x="3397638" y="2329478"/>
                  </a:lnTo>
                  <a:lnTo>
                    <a:pt x="3425204" y="2212579"/>
                  </a:lnTo>
                  <a:lnTo>
                    <a:pt x="3452746" y="2096845"/>
                  </a:lnTo>
                  <a:lnTo>
                    <a:pt x="3480258" y="1982767"/>
                  </a:lnTo>
                  <a:lnTo>
                    <a:pt x="3507736" y="1870804"/>
                  </a:lnTo>
                  <a:lnTo>
                    <a:pt x="3535185" y="1761380"/>
                  </a:lnTo>
                  <a:lnTo>
                    <a:pt x="3562613" y="1654873"/>
                  </a:lnTo>
                  <a:lnTo>
                    <a:pt x="3590039" y="1551616"/>
                  </a:lnTo>
                  <a:lnTo>
                    <a:pt x="3617488" y="1451889"/>
                  </a:lnTo>
                  <a:lnTo>
                    <a:pt x="3644998" y="1355919"/>
                  </a:lnTo>
                  <a:lnTo>
                    <a:pt x="3672614" y="1263881"/>
                  </a:lnTo>
                  <a:lnTo>
                    <a:pt x="3700396" y="1175897"/>
                  </a:lnTo>
                  <a:lnTo>
                    <a:pt x="3728417" y="1092039"/>
                  </a:lnTo>
                  <a:lnTo>
                    <a:pt x="3756764" y="1012329"/>
                  </a:lnTo>
                  <a:lnTo>
                    <a:pt x="3785541" y="936747"/>
                  </a:lnTo>
                  <a:lnTo>
                    <a:pt x="3814872" y="865232"/>
                  </a:lnTo>
                  <a:lnTo>
                    <a:pt x="3829811" y="830921"/>
                  </a:lnTo>
                  <a:lnTo>
                    <a:pt x="3872126" y="741350"/>
                  </a:lnTo>
                  <a:lnTo>
                    <a:pt x="3916385" y="659375"/>
                  </a:lnTo>
                  <a:lnTo>
                    <a:pt x="3963118" y="584740"/>
                  </a:lnTo>
                  <a:lnTo>
                    <a:pt x="4012910" y="516947"/>
                  </a:lnTo>
                  <a:lnTo>
                    <a:pt x="4066367" y="455389"/>
                  </a:lnTo>
                  <a:lnTo>
                    <a:pt x="4124086" y="399436"/>
                  </a:lnTo>
                  <a:lnTo>
                    <a:pt x="4186620" y="348493"/>
                  </a:lnTo>
                  <a:lnTo>
                    <a:pt x="4254425" y="302027"/>
                  </a:lnTo>
                  <a:lnTo>
                    <a:pt x="4327796" y="259592"/>
                  </a:lnTo>
                  <a:lnTo>
                    <a:pt x="4406781" y="220841"/>
                  </a:lnTo>
                  <a:lnTo>
                    <a:pt x="4491084" y="185522"/>
                  </a:lnTo>
                  <a:lnTo>
                    <a:pt x="4579947" y="153489"/>
                  </a:lnTo>
                  <a:lnTo>
                    <a:pt x="4672060" y="124686"/>
                  </a:lnTo>
                  <a:lnTo>
                    <a:pt x="4765494" y="99129"/>
                  </a:lnTo>
                  <a:lnTo>
                    <a:pt x="4857725" y="76881"/>
                  </a:lnTo>
                  <a:lnTo>
                    <a:pt x="4945770" y="58007"/>
                  </a:lnTo>
                  <a:lnTo>
                    <a:pt x="5026456" y="42528"/>
                  </a:lnTo>
                  <a:lnTo>
                    <a:pt x="5096816" y="30373"/>
                  </a:lnTo>
                  <a:lnTo>
                    <a:pt x="5154530" y="21348"/>
                  </a:lnTo>
                  <a:lnTo>
                    <a:pt x="5198325" y="15121"/>
                  </a:lnTo>
                  <a:lnTo>
                    <a:pt x="5228236" y="11241"/>
                  </a:lnTo>
                  <a:lnTo>
                    <a:pt x="5245668" y="9171"/>
                  </a:lnTo>
                  <a:lnTo>
                    <a:pt x="5253306" y="8339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559" y="8205"/>
                  </a:lnTo>
                  <a:lnTo>
                    <a:pt x="6735544" y="8438"/>
                  </a:lnTo>
                  <a:lnTo>
                    <a:pt x="6755631" y="9081"/>
                  </a:lnTo>
                  <a:lnTo>
                    <a:pt x="6791442" y="10347"/>
                  </a:lnTo>
                  <a:lnTo>
                    <a:pt x="6844612" y="12429"/>
                  </a:lnTo>
                  <a:lnTo>
                    <a:pt x="6914669" y="15485"/>
                  </a:lnTo>
                  <a:lnTo>
                    <a:pt x="6999241" y="19616"/>
                  </a:lnTo>
                  <a:lnTo>
                    <a:pt x="7094610" y="24871"/>
                  </a:lnTo>
                  <a:lnTo>
                    <a:pt x="7196441" y="31254"/>
                  </a:lnTo>
                  <a:lnTo>
                    <a:pt x="7300508" y="38744"/>
                  </a:lnTo>
                  <a:lnTo>
                    <a:pt x="7403213" y="47316"/>
                  </a:lnTo>
                  <a:lnTo>
                    <a:pt x="7501859" y="56964"/>
                  </a:lnTo>
                  <a:lnTo>
                    <a:pt x="7594691" y="67711"/>
                  </a:lnTo>
                  <a:lnTo>
                    <a:pt x="7680795" y="79620"/>
                  </a:lnTo>
                  <a:lnTo>
                    <a:pt x="7759915" y="92794"/>
                  </a:lnTo>
                  <a:lnTo>
                    <a:pt x="7832274" y="107378"/>
                  </a:lnTo>
                  <a:lnTo>
                    <a:pt x="7898410" y="123555"/>
                  </a:lnTo>
                  <a:lnTo>
                    <a:pt x="7959045" y="141539"/>
                  </a:lnTo>
                  <a:lnTo>
                    <a:pt x="8014995" y="161560"/>
                  </a:lnTo>
                  <a:lnTo>
                    <a:pt x="8067099" y="183847"/>
                  </a:lnTo>
                  <a:lnTo>
                    <a:pt x="8116163" y="208582"/>
                  </a:lnTo>
                  <a:lnTo>
                    <a:pt x="8151487" y="228843"/>
                  </a:lnTo>
                  <a:lnTo>
                    <a:pt x="8199559" y="259823"/>
                  </a:lnTo>
                  <a:lnTo>
                    <a:pt x="8246195" y="293710"/>
                  </a:lnTo>
                  <a:lnTo>
                    <a:pt x="8291895" y="330556"/>
                  </a:lnTo>
                  <a:lnTo>
                    <a:pt x="8337035" y="370328"/>
                  </a:lnTo>
                  <a:lnTo>
                    <a:pt x="8381890" y="412899"/>
                  </a:lnTo>
                  <a:lnTo>
                    <a:pt x="8426648" y="458047"/>
                  </a:lnTo>
                  <a:lnTo>
                    <a:pt x="8471426" y="505445"/>
                  </a:lnTo>
                  <a:lnTo>
                    <a:pt x="8516280" y="554674"/>
                  </a:lnTo>
                  <a:lnTo>
                    <a:pt x="8561219" y="605231"/>
                  </a:lnTo>
                  <a:lnTo>
                    <a:pt x="8606215" y="656553"/>
                  </a:lnTo>
                  <a:lnTo>
                    <a:pt x="8651225" y="708036"/>
                  </a:lnTo>
                  <a:lnTo>
                    <a:pt x="8696199" y="759071"/>
                  </a:lnTo>
                  <a:lnTo>
                    <a:pt x="8741099" y="809070"/>
                  </a:lnTo>
                  <a:lnTo>
                    <a:pt x="8785914" y="857495"/>
                  </a:lnTo>
                  <a:lnTo>
                    <a:pt x="8830672" y="903880"/>
                  </a:lnTo>
                  <a:lnTo>
                    <a:pt x="8875457" y="947850"/>
                  </a:lnTo>
                  <a:lnTo>
                    <a:pt x="8920418" y="989125"/>
                  </a:lnTo>
                  <a:lnTo>
                    <a:pt x="8965782" y="1027529"/>
                  </a:lnTo>
                  <a:lnTo>
                    <a:pt x="9011869" y="1062981"/>
                  </a:lnTo>
                  <a:lnTo>
                    <a:pt x="9059110" y="1095488"/>
                  </a:lnTo>
                  <a:lnTo>
                    <a:pt x="9084767" y="1111527"/>
                  </a:lnTo>
                  <a:lnTo>
                    <a:pt x="9132028" y="1138165"/>
                  </a:lnTo>
                  <a:lnTo>
                    <a:pt x="9181775" y="1162279"/>
                  </a:lnTo>
                  <a:lnTo>
                    <a:pt x="9234756" y="1183983"/>
                  </a:lnTo>
                  <a:lnTo>
                    <a:pt x="9291791" y="1203477"/>
                  </a:lnTo>
                  <a:lnTo>
                    <a:pt x="9353717" y="1220991"/>
                  </a:lnTo>
                  <a:lnTo>
                    <a:pt x="9421336" y="1236754"/>
                  </a:lnTo>
                  <a:lnTo>
                    <a:pt x="9495333" y="1250972"/>
                  </a:lnTo>
                  <a:lnTo>
                    <a:pt x="9576182" y="1263820"/>
                  </a:lnTo>
                  <a:lnTo>
                    <a:pt x="9664002" y="1275433"/>
                  </a:lnTo>
                  <a:lnTo>
                    <a:pt x="9758393" y="1285903"/>
                  </a:lnTo>
                  <a:lnTo>
                    <a:pt x="9858246" y="1295283"/>
                  </a:lnTo>
                  <a:lnTo>
                    <a:pt x="9961578" y="1303588"/>
                  </a:lnTo>
                  <a:lnTo>
                    <a:pt x="10065456" y="1310805"/>
                  </a:lnTo>
                  <a:lnTo>
                    <a:pt x="10166093" y="1316910"/>
                  </a:lnTo>
                  <a:lnTo>
                    <a:pt x="10259175" y="1321884"/>
                  </a:lnTo>
                  <a:lnTo>
                    <a:pt x="10340450" y="1325742"/>
                  </a:lnTo>
                  <a:lnTo>
                    <a:pt x="10406470" y="1328544"/>
                  </a:lnTo>
                  <a:lnTo>
                    <a:pt x="10455293" y="1330407"/>
                  </a:lnTo>
                  <a:lnTo>
                    <a:pt x="10486967" y="1331499"/>
                  </a:lnTo>
                  <a:lnTo>
                    <a:pt x="10503641" y="1332021"/>
                  </a:lnTo>
                  <a:lnTo>
                    <a:pt x="10509387" y="1332184"/>
                  </a:lnTo>
                  <a:lnTo>
                    <a:pt x="10509911" y="1332198"/>
                  </a:lnTo>
                  <a:lnTo>
                    <a:pt x="11981298" y="1332198"/>
                  </a:lnTo>
                  <a:lnTo>
                    <a:pt x="11981298" y="1324025"/>
                  </a:lnTo>
                  <a:lnTo>
                    <a:pt x="10509911" y="1324025"/>
                  </a:lnTo>
                  <a:lnTo>
                    <a:pt x="10508694" y="1323993"/>
                  </a:lnTo>
                  <a:lnTo>
                    <a:pt x="10500709" y="1323760"/>
                  </a:lnTo>
                  <a:lnTo>
                    <a:pt x="10480622" y="1323117"/>
                  </a:lnTo>
                  <a:lnTo>
                    <a:pt x="10444811" y="1321851"/>
                  </a:lnTo>
                  <a:lnTo>
                    <a:pt x="10391641" y="1319768"/>
                  </a:lnTo>
                  <a:lnTo>
                    <a:pt x="10321585" y="1316713"/>
                  </a:lnTo>
                  <a:lnTo>
                    <a:pt x="10237012" y="1312582"/>
                  </a:lnTo>
                  <a:lnTo>
                    <a:pt x="10141644" y="1307326"/>
                  </a:lnTo>
                  <a:lnTo>
                    <a:pt x="10039812" y="1300943"/>
                  </a:lnTo>
                  <a:lnTo>
                    <a:pt x="9935745" y="1293454"/>
                  </a:lnTo>
                  <a:lnTo>
                    <a:pt x="9833040" y="1284882"/>
                  </a:lnTo>
                  <a:lnTo>
                    <a:pt x="9734394" y="1275234"/>
                  </a:lnTo>
                  <a:lnTo>
                    <a:pt x="9641562" y="1264486"/>
                  </a:lnTo>
                  <a:lnTo>
                    <a:pt x="9555458" y="1252577"/>
                  </a:lnTo>
                  <a:lnTo>
                    <a:pt x="9476338" y="1239404"/>
                  </a:lnTo>
                  <a:lnTo>
                    <a:pt x="9403979" y="1224819"/>
                  </a:lnTo>
                  <a:lnTo>
                    <a:pt x="9337843" y="1208642"/>
                  </a:lnTo>
                  <a:lnTo>
                    <a:pt x="9277208" y="1190659"/>
                  </a:lnTo>
                  <a:lnTo>
                    <a:pt x="9221258" y="1170637"/>
                  </a:lnTo>
                  <a:lnTo>
                    <a:pt x="9169154" y="1148351"/>
                  </a:lnTo>
                  <a:lnTo>
                    <a:pt x="9120091" y="1123616"/>
                  </a:lnTo>
                  <a:lnTo>
                    <a:pt x="9084767" y="1103354"/>
                  </a:lnTo>
                  <a:lnTo>
                    <a:pt x="9036695" y="1072375"/>
                  </a:lnTo>
                  <a:lnTo>
                    <a:pt x="8990058" y="1038487"/>
                  </a:lnTo>
                  <a:lnTo>
                    <a:pt x="8944358" y="1001642"/>
                  </a:lnTo>
                  <a:lnTo>
                    <a:pt x="8899218" y="961870"/>
                  </a:lnTo>
                  <a:lnTo>
                    <a:pt x="8854363" y="919299"/>
                  </a:lnTo>
                  <a:lnTo>
                    <a:pt x="8809605" y="874151"/>
                  </a:lnTo>
                  <a:lnTo>
                    <a:pt x="8764827" y="826753"/>
                  </a:lnTo>
                  <a:lnTo>
                    <a:pt x="8719973" y="777524"/>
                  </a:lnTo>
                  <a:lnTo>
                    <a:pt x="8675035" y="726966"/>
                  </a:lnTo>
                  <a:lnTo>
                    <a:pt x="8630038" y="675645"/>
                  </a:lnTo>
                  <a:lnTo>
                    <a:pt x="8585028" y="624162"/>
                  </a:lnTo>
                  <a:lnTo>
                    <a:pt x="8540054" y="573127"/>
                  </a:lnTo>
                  <a:lnTo>
                    <a:pt x="8495154" y="523128"/>
                  </a:lnTo>
                  <a:lnTo>
                    <a:pt x="8450339" y="474703"/>
                  </a:lnTo>
                  <a:lnTo>
                    <a:pt x="8405581" y="428317"/>
                  </a:lnTo>
                  <a:lnTo>
                    <a:pt x="8360796" y="384348"/>
                  </a:lnTo>
                  <a:lnTo>
                    <a:pt x="8315835" y="343073"/>
                  </a:lnTo>
                  <a:lnTo>
                    <a:pt x="8270471" y="304669"/>
                  </a:lnTo>
                  <a:lnTo>
                    <a:pt x="8224384" y="269217"/>
                  </a:lnTo>
                  <a:lnTo>
                    <a:pt x="8177143" y="236709"/>
                  </a:lnTo>
                  <a:lnTo>
                    <a:pt x="8151487" y="220670"/>
                  </a:lnTo>
                  <a:lnTo>
                    <a:pt x="8104225" y="194033"/>
                  </a:lnTo>
                  <a:lnTo>
                    <a:pt x="8054478" y="169919"/>
                  </a:lnTo>
                  <a:lnTo>
                    <a:pt x="8001498" y="148214"/>
                  </a:lnTo>
                  <a:lnTo>
                    <a:pt x="7944463" y="128720"/>
                  </a:lnTo>
                  <a:lnTo>
                    <a:pt x="7882536" y="111207"/>
                  </a:lnTo>
                  <a:lnTo>
                    <a:pt x="7814917" y="95444"/>
                  </a:lnTo>
                  <a:lnTo>
                    <a:pt x="7740920" y="81226"/>
                  </a:lnTo>
                  <a:lnTo>
                    <a:pt x="7660071" y="68378"/>
                  </a:lnTo>
                  <a:lnTo>
                    <a:pt x="7572251" y="56765"/>
                  </a:lnTo>
                  <a:lnTo>
                    <a:pt x="7477860" y="46295"/>
                  </a:lnTo>
                  <a:lnTo>
                    <a:pt x="7378008" y="36915"/>
                  </a:lnTo>
                  <a:lnTo>
                    <a:pt x="7274676" y="28610"/>
                  </a:lnTo>
                  <a:lnTo>
                    <a:pt x="7170797" y="21392"/>
                  </a:lnTo>
                  <a:lnTo>
                    <a:pt x="7070161" y="15288"/>
                  </a:lnTo>
                  <a:lnTo>
                    <a:pt x="6977079" y="10314"/>
                  </a:lnTo>
                  <a:lnTo>
                    <a:pt x="6895803" y="6456"/>
                  </a:lnTo>
                  <a:lnTo>
                    <a:pt x="6829783" y="3654"/>
                  </a:lnTo>
                  <a:lnTo>
                    <a:pt x="6780960" y="1790"/>
                  </a:lnTo>
                  <a:lnTo>
                    <a:pt x="6749286" y="698"/>
                  </a:lnTo>
                  <a:lnTo>
                    <a:pt x="6732612" y="177"/>
                  </a:lnTo>
                  <a:lnTo>
                    <a:pt x="6726867" y="13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071" y="87"/>
                  </a:lnTo>
                  <a:lnTo>
                    <a:pt x="5248225" y="712"/>
                  </a:lnTo>
                  <a:lnTo>
                    <a:pt x="5233385" y="2439"/>
                  </a:lnTo>
                  <a:lnTo>
                    <a:pt x="5206590" y="5842"/>
                  </a:lnTo>
                  <a:lnTo>
                    <a:pt x="5166120" y="11471"/>
                  </a:lnTo>
                  <a:lnTo>
                    <a:pt x="5111615" y="19802"/>
                  </a:lnTo>
                  <a:lnTo>
                    <a:pt x="5044058" y="31197"/>
                  </a:lnTo>
                  <a:lnTo>
                    <a:pt x="4965553" y="45883"/>
                  </a:lnTo>
                  <a:lnTo>
                    <a:pt x="4878957" y="63957"/>
                  </a:lnTo>
                  <a:lnTo>
                    <a:pt x="4787431" y="85416"/>
                  </a:lnTo>
                  <a:lnTo>
                    <a:pt x="4694032" y="110199"/>
                  </a:lnTo>
                  <a:lnTo>
                    <a:pt x="4601411" y="138242"/>
                  </a:lnTo>
                  <a:lnTo>
                    <a:pt x="4511642" y="169512"/>
                  </a:lnTo>
                  <a:lnTo>
                    <a:pt x="4426179" y="204047"/>
                  </a:lnTo>
                  <a:lnTo>
                    <a:pt x="4345899" y="241971"/>
                  </a:lnTo>
                  <a:lnTo>
                    <a:pt x="4271199" y="283510"/>
                  </a:lnTo>
                  <a:lnTo>
                    <a:pt x="4202102" y="328990"/>
                  </a:lnTo>
                  <a:lnTo>
                    <a:pt x="4138363" y="378834"/>
                  </a:lnTo>
                  <a:lnTo>
                    <a:pt x="4079556" y="433555"/>
                  </a:lnTo>
                  <a:lnTo>
                    <a:pt x="4025148" y="493737"/>
                  </a:lnTo>
                  <a:lnTo>
                    <a:pt x="3974548" y="560005"/>
                  </a:lnTo>
                  <a:lnTo>
                    <a:pt x="3927149" y="632977"/>
                  </a:lnTo>
                  <a:lnTo>
                    <a:pt x="3882357" y="713189"/>
                  </a:lnTo>
                  <a:lnTo>
                    <a:pt x="3839628" y="800967"/>
                  </a:lnTo>
                  <a:lnTo>
                    <a:pt x="3829811" y="822748"/>
                  </a:lnTo>
                  <a:lnTo>
                    <a:pt x="3800150" y="892261"/>
                  </a:lnTo>
                  <a:lnTo>
                    <a:pt x="3771113" y="965796"/>
                  </a:lnTo>
                  <a:lnTo>
                    <a:pt x="3742564" y="1043434"/>
                  </a:lnTo>
                  <a:lnTo>
                    <a:pt x="3714392" y="1125215"/>
                  </a:lnTo>
                  <a:lnTo>
                    <a:pt x="3686500" y="1211139"/>
                  </a:lnTo>
                  <a:lnTo>
                    <a:pt x="3658809" y="1301159"/>
                  </a:lnTo>
                  <a:lnTo>
                    <a:pt x="3631253" y="1395179"/>
                  </a:lnTo>
                  <a:lnTo>
                    <a:pt x="3603779" y="1493049"/>
                  </a:lnTo>
                  <a:lnTo>
                    <a:pt x="3576345" y="1594571"/>
                  </a:lnTo>
                  <a:lnTo>
                    <a:pt x="3548921" y="1699489"/>
                  </a:lnTo>
                  <a:lnTo>
                    <a:pt x="3521484" y="1807497"/>
                  </a:lnTo>
                  <a:lnTo>
                    <a:pt x="3494021" y="1918239"/>
                  </a:lnTo>
                  <a:lnTo>
                    <a:pt x="3466526" y="2031313"/>
                  </a:lnTo>
                  <a:lnTo>
                    <a:pt x="3438999" y="2146277"/>
                  </a:lnTo>
                  <a:lnTo>
                    <a:pt x="3411443" y="2262655"/>
                  </a:lnTo>
                  <a:lnTo>
                    <a:pt x="3383869" y="2379946"/>
                  </a:lnTo>
                  <a:lnTo>
                    <a:pt x="3356285" y="2497631"/>
                  </a:lnTo>
                  <a:lnTo>
                    <a:pt x="3328705" y="2615185"/>
                  </a:lnTo>
                  <a:lnTo>
                    <a:pt x="3301138" y="2732084"/>
                  </a:lnTo>
                  <a:lnTo>
                    <a:pt x="3273596" y="2847818"/>
                  </a:lnTo>
                  <a:lnTo>
                    <a:pt x="3246085" y="2961896"/>
                  </a:lnTo>
                  <a:lnTo>
                    <a:pt x="3218606" y="3073859"/>
                  </a:lnTo>
                  <a:lnTo>
                    <a:pt x="3191157" y="3183283"/>
                  </a:lnTo>
                  <a:lnTo>
                    <a:pt x="3163729" y="3289790"/>
                  </a:lnTo>
                  <a:lnTo>
                    <a:pt x="3136303" y="3393047"/>
                  </a:lnTo>
                  <a:lnTo>
                    <a:pt x="3108854" y="3492774"/>
                  </a:lnTo>
                  <a:lnTo>
                    <a:pt x="3081345" y="3588744"/>
                  </a:lnTo>
                  <a:lnTo>
                    <a:pt x="3053728" y="3680782"/>
                  </a:lnTo>
                  <a:lnTo>
                    <a:pt x="3025946" y="3768766"/>
                  </a:lnTo>
                  <a:lnTo>
                    <a:pt x="2997925" y="3852624"/>
                  </a:lnTo>
                  <a:lnTo>
                    <a:pt x="2969578" y="3932334"/>
                  </a:lnTo>
                  <a:lnTo>
                    <a:pt x="2940801" y="4007916"/>
                  </a:lnTo>
                  <a:lnTo>
                    <a:pt x="2911470" y="4079431"/>
                  </a:lnTo>
                  <a:lnTo>
                    <a:pt x="2896531" y="4113742"/>
                  </a:lnTo>
                  <a:lnTo>
                    <a:pt x="2854216" y="4203313"/>
                  </a:lnTo>
                  <a:lnTo>
                    <a:pt x="2809957" y="4285288"/>
                  </a:lnTo>
                  <a:lnTo>
                    <a:pt x="2763224" y="4359923"/>
                  </a:lnTo>
                  <a:lnTo>
                    <a:pt x="2713432" y="4427716"/>
                  </a:lnTo>
                  <a:lnTo>
                    <a:pt x="2659975" y="4489274"/>
                  </a:lnTo>
                  <a:lnTo>
                    <a:pt x="2602256" y="4545227"/>
                  </a:lnTo>
                  <a:lnTo>
                    <a:pt x="2539722" y="4596170"/>
                  </a:lnTo>
                  <a:lnTo>
                    <a:pt x="2471917" y="4642636"/>
                  </a:lnTo>
                  <a:lnTo>
                    <a:pt x="2398546" y="4685070"/>
                  </a:lnTo>
                  <a:lnTo>
                    <a:pt x="2319561" y="4723822"/>
                  </a:lnTo>
                  <a:lnTo>
                    <a:pt x="2235259" y="4759141"/>
                  </a:lnTo>
                  <a:lnTo>
                    <a:pt x="2146395" y="4791173"/>
                  </a:lnTo>
                  <a:lnTo>
                    <a:pt x="2054282" y="4819977"/>
                  </a:lnTo>
                  <a:lnTo>
                    <a:pt x="1960848" y="4845534"/>
                  </a:lnTo>
                  <a:lnTo>
                    <a:pt x="1868617" y="4867782"/>
                  </a:lnTo>
                  <a:lnTo>
                    <a:pt x="1780572" y="4886656"/>
                  </a:lnTo>
                  <a:lnTo>
                    <a:pt x="1699886" y="4902135"/>
                  </a:lnTo>
                  <a:lnTo>
                    <a:pt x="1629526" y="4914290"/>
                  </a:lnTo>
                  <a:lnTo>
                    <a:pt x="1571812" y="4923315"/>
                  </a:lnTo>
                  <a:lnTo>
                    <a:pt x="1528017" y="4929542"/>
                  </a:lnTo>
                  <a:lnTo>
                    <a:pt x="1498106" y="4933422"/>
                  </a:lnTo>
                  <a:lnTo>
                    <a:pt x="1480674" y="4935492"/>
                  </a:lnTo>
                  <a:lnTo>
                    <a:pt x="1473036" y="4936324"/>
                  </a:lnTo>
                  <a:lnTo>
                    <a:pt x="1471387" y="4936490"/>
                  </a:lnTo>
                  <a:lnTo>
                    <a:pt x="0" y="4936490"/>
                  </a:lnTo>
                  <a:close/>
                </a:path>
              </a:pathLst>
            </a:custGeom>
            <a:solidFill>
              <a:srgbClr val="8BC34A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578" name="pl1578"/>
            <p:cNvSpPr/>
            <p:nvPr/>
          </p:nvSpPr>
          <p:spPr>
            <a:xfrm>
              <a:off x="4799595" y="4383141"/>
              <a:ext cx="11981298" cy="4936490"/>
            </a:xfrm>
            <a:custGeom>
              <a:avLst/>
              <a:pathLst>
                <a:path w="11981298" h="4936490">
                  <a:moveTo>
                    <a:pt x="0" y="4936490"/>
                  </a:moveTo>
                  <a:lnTo>
                    <a:pt x="1471387" y="4936490"/>
                  </a:lnTo>
                  <a:lnTo>
                    <a:pt x="1472272" y="4936403"/>
                  </a:lnTo>
                  <a:lnTo>
                    <a:pt x="1478117" y="4935778"/>
                  </a:lnTo>
                  <a:lnTo>
                    <a:pt x="1492957" y="4934051"/>
                  </a:lnTo>
                  <a:lnTo>
                    <a:pt x="1519752" y="4930648"/>
                  </a:lnTo>
                  <a:lnTo>
                    <a:pt x="1560223" y="4925019"/>
                  </a:lnTo>
                  <a:lnTo>
                    <a:pt x="1614727" y="4916688"/>
                  </a:lnTo>
                  <a:lnTo>
                    <a:pt x="1682284" y="4905293"/>
                  </a:lnTo>
                  <a:lnTo>
                    <a:pt x="1760789" y="4890607"/>
                  </a:lnTo>
                  <a:lnTo>
                    <a:pt x="1847385" y="4872533"/>
                  </a:lnTo>
                  <a:lnTo>
                    <a:pt x="1938911" y="4851074"/>
                  </a:lnTo>
                  <a:lnTo>
                    <a:pt x="2032310" y="4826291"/>
                  </a:lnTo>
                  <a:lnTo>
                    <a:pt x="2124931" y="4798248"/>
                  </a:lnTo>
                  <a:lnTo>
                    <a:pt x="2214700" y="4766978"/>
                  </a:lnTo>
                  <a:lnTo>
                    <a:pt x="2300163" y="4732443"/>
                  </a:lnTo>
                  <a:lnTo>
                    <a:pt x="2380443" y="4694519"/>
                  </a:lnTo>
                  <a:lnTo>
                    <a:pt x="2455143" y="4652980"/>
                  </a:lnTo>
                  <a:lnTo>
                    <a:pt x="2524240" y="4607500"/>
                  </a:lnTo>
                  <a:lnTo>
                    <a:pt x="2587979" y="4557656"/>
                  </a:lnTo>
                  <a:lnTo>
                    <a:pt x="2646786" y="4502935"/>
                  </a:lnTo>
                  <a:lnTo>
                    <a:pt x="2701194" y="4442753"/>
                  </a:lnTo>
                  <a:lnTo>
                    <a:pt x="2751794" y="4376485"/>
                  </a:lnTo>
                  <a:lnTo>
                    <a:pt x="2799194" y="4303513"/>
                  </a:lnTo>
                  <a:lnTo>
                    <a:pt x="2843985" y="4223301"/>
                  </a:lnTo>
                  <a:lnTo>
                    <a:pt x="2886714" y="4135523"/>
                  </a:lnTo>
                  <a:lnTo>
                    <a:pt x="2896531" y="4113742"/>
                  </a:lnTo>
                  <a:lnTo>
                    <a:pt x="2926192" y="4044229"/>
                  </a:lnTo>
                  <a:lnTo>
                    <a:pt x="2955230" y="3970694"/>
                  </a:lnTo>
                  <a:lnTo>
                    <a:pt x="2983778" y="3893056"/>
                  </a:lnTo>
                  <a:lnTo>
                    <a:pt x="3011950" y="3811275"/>
                  </a:lnTo>
                  <a:lnTo>
                    <a:pt x="3039842" y="3725351"/>
                  </a:lnTo>
                  <a:lnTo>
                    <a:pt x="3067533" y="3635331"/>
                  </a:lnTo>
                  <a:lnTo>
                    <a:pt x="3095089" y="3541311"/>
                  </a:lnTo>
                  <a:lnTo>
                    <a:pt x="3122563" y="3443441"/>
                  </a:lnTo>
                  <a:lnTo>
                    <a:pt x="3149997" y="3341919"/>
                  </a:lnTo>
                  <a:lnTo>
                    <a:pt x="3177422" y="3237001"/>
                  </a:lnTo>
                  <a:lnTo>
                    <a:pt x="3204858" y="3128993"/>
                  </a:lnTo>
                  <a:lnTo>
                    <a:pt x="3232321" y="3018251"/>
                  </a:lnTo>
                  <a:lnTo>
                    <a:pt x="3259816" y="2905177"/>
                  </a:lnTo>
                  <a:lnTo>
                    <a:pt x="3287344" y="2790213"/>
                  </a:lnTo>
                  <a:lnTo>
                    <a:pt x="3314899" y="2673835"/>
                  </a:lnTo>
                  <a:lnTo>
                    <a:pt x="3342474" y="2556544"/>
                  </a:lnTo>
                  <a:lnTo>
                    <a:pt x="3370057" y="2438859"/>
                  </a:lnTo>
                  <a:lnTo>
                    <a:pt x="3397638" y="2321305"/>
                  </a:lnTo>
                  <a:lnTo>
                    <a:pt x="3425204" y="2204406"/>
                  </a:lnTo>
                  <a:lnTo>
                    <a:pt x="3452746" y="2088672"/>
                  </a:lnTo>
                  <a:lnTo>
                    <a:pt x="3480258" y="1974594"/>
                  </a:lnTo>
                  <a:lnTo>
                    <a:pt x="3507736" y="1862631"/>
                  </a:lnTo>
                  <a:lnTo>
                    <a:pt x="3535185" y="1753207"/>
                  </a:lnTo>
                  <a:lnTo>
                    <a:pt x="3562613" y="1646700"/>
                  </a:lnTo>
                  <a:lnTo>
                    <a:pt x="3590039" y="1543443"/>
                  </a:lnTo>
                  <a:lnTo>
                    <a:pt x="3617488" y="1443716"/>
                  </a:lnTo>
                  <a:lnTo>
                    <a:pt x="3644998" y="1347746"/>
                  </a:lnTo>
                  <a:lnTo>
                    <a:pt x="3672614" y="1255708"/>
                  </a:lnTo>
                  <a:lnTo>
                    <a:pt x="3700396" y="1167724"/>
                  </a:lnTo>
                  <a:lnTo>
                    <a:pt x="3728417" y="1083866"/>
                  </a:lnTo>
                  <a:lnTo>
                    <a:pt x="3756764" y="1004156"/>
                  </a:lnTo>
                  <a:lnTo>
                    <a:pt x="3785541" y="928574"/>
                  </a:lnTo>
                  <a:lnTo>
                    <a:pt x="3814872" y="857059"/>
                  </a:lnTo>
                  <a:lnTo>
                    <a:pt x="3829811" y="822748"/>
                  </a:lnTo>
                  <a:lnTo>
                    <a:pt x="3872126" y="733177"/>
                  </a:lnTo>
                  <a:lnTo>
                    <a:pt x="3916385" y="651202"/>
                  </a:lnTo>
                  <a:lnTo>
                    <a:pt x="3963118" y="576567"/>
                  </a:lnTo>
                  <a:lnTo>
                    <a:pt x="4012910" y="508774"/>
                  </a:lnTo>
                  <a:lnTo>
                    <a:pt x="4066367" y="447216"/>
                  </a:lnTo>
                  <a:lnTo>
                    <a:pt x="4124086" y="391263"/>
                  </a:lnTo>
                  <a:lnTo>
                    <a:pt x="4186620" y="340320"/>
                  </a:lnTo>
                  <a:lnTo>
                    <a:pt x="4254425" y="293854"/>
                  </a:lnTo>
                  <a:lnTo>
                    <a:pt x="4327796" y="251419"/>
                  </a:lnTo>
                  <a:lnTo>
                    <a:pt x="4406781" y="212668"/>
                  </a:lnTo>
                  <a:lnTo>
                    <a:pt x="4491084" y="177349"/>
                  </a:lnTo>
                  <a:lnTo>
                    <a:pt x="4579947" y="145316"/>
                  </a:lnTo>
                  <a:lnTo>
                    <a:pt x="4672060" y="116513"/>
                  </a:lnTo>
                  <a:lnTo>
                    <a:pt x="4765494" y="90956"/>
                  </a:lnTo>
                  <a:lnTo>
                    <a:pt x="4857725" y="68708"/>
                  </a:lnTo>
                  <a:lnTo>
                    <a:pt x="4945770" y="49834"/>
                  </a:lnTo>
                  <a:lnTo>
                    <a:pt x="5026456" y="34355"/>
                  </a:lnTo>
                  <a:lnTo>
                    <a:pt x="5096816" y="22200"/>
                  </a:lnTo>
                  <a:lnTo>
                    <a:pt x="5154530" y="13175"/>
                  </a:lnTo>
                  <a:lnTo>
                    <a:pt x="5198325" y="6948"/>
                  </a:lnTo>
                  <a:lnTo>
                    <a:pt x="5228236" y="3068"/>
                  </a:lnTo>
                  <a:lnTo>
                    <a:pt x="5245668" y="998"/>
                  </a:lnTo>
                  <a:lnTo>
                    <a:pt x="5253306" y="166"/>
                  </a:lnTo>
                  <a:lnTo>
                    <a:pt x="5254943" y="1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559" y="32"/>
                  </a:lnTo>
                  <a:lnTo>
                    <a:pt x="6735544" y="265"/>
                  </a:lnTo>
                  <a:lnTo>
                    <a:pt x="6755631" y="908"/>
                  </a:lnTo>
                  <a:lnTo>
                    <a:pt x="6791442" y="2174"/>
                  </a:lnTo>
                  <a:lnTo>
                    <a:pt x="6844612" y="4256"/>
                  </a:lnTo>
                  <a:lnTo>
                    <a:pt x="6914669" y="7312"/>
                  </a:lnTo>
                  <a:lnTo>
                    <a:pt x="6999241" y="11443"/>
                  </a:lnTo>
                  <a:lnTo>
                    <a:pt x="7094610" y="16698"/>
                  </a:lnTo>
                  <a:lnTo>
                    <a:pt x="7196441" y="23081"/>
                  </a:lnTo>
                  <a:lnTo>
                    <a:pt x="7300508" y="30571"/>
                  </a:lnTo>
                  <a:lnTo>
                    <a:pt x="7403213" y="39143"/>
                  </a:lnTo>
                  <a:lnTo>
                    <a:pt x="7501859" y="48791"/>
                  </a:lnTo>
                  <a:lnTo>
                    <a:pt x="7594691" y="59538"/>
                  </a:lnTo>
                  <a:lnTo>
                    <a:pt x="7680795" y="71447"/>
                  </a:lnTo>
                  <a:lnTo>
                    <a:pt x="7759915" y="84621"/>
                  </a:lnTo>
                  <a:lnTo>
                    <a:pt x="7832274" y="99205"/>
                  </a:lnTo>
                  <a:lnTo>
                    <a:pt x="7898410" y="115382"/>
                  </a:lnTo>
                  <a:lnTo>
                    <a:pt x="7959045" y="133366"/>
                  </a:lnTo>
                  <a:lnTo>
                    <a:pt x="8014995" y="153387"/>
                  </a:lnTo>
                  <a:lnTo>
                    <a:pt x="8067099" y="175674"/>
                  </a:lnTo>
                  <a:lnTo>
                    <a:pt x="8116163" y="200409"/>
                  </a:lnTo>
                  <a:lnTo>
                    <a:pt x="8151487" y="220670"/>
                  </a:lnTo>
                  <a:lnTo>
                    <a:pt x="8199559" y="251650"/>
                  </a:lnTo>
                  <a:lnTo>
                    <a:pt x="8246195" y="285537"/>
                  </a:lnTo>
                  <a:lnTo>
                    <a:pt x="8291895" y="322383"/>
                  </a:lnTo>
                  <a:lnTo>
                    <a:pt x="8337035" y="362155"/>
                  </a:lnTo>
                  <a:lnTo>
                    <a:pt x="8381890" y="404726"/>
                  </a:lnTo>
                  <a:lnTo>
                    <a:pt x="8426648" y="449874"/>
                  </a:lnTo>
                  <a:lnTo>
                    <a:pt x="8471426" y="497272"/>
                  </a:lnTo>
                  <a:lnTo>
                    <a:pt x="8516280" y="546501"/>
                  </a:lnTo>
                  <a:lnTo>
                    <a:pt x="8561219" y="597058"/>
                  </a:lnTo>
                  <a:lnTo>
                    <a:pt x="8606215" y="648380"/>
                  </a:lnTo>
                  <a:lnTo>
                    <a:pt x="8651225" y="699863"/>
                  </a:lnTo>
                  <a:lnTo>
                    <a:pt x="8696199" y="750898"/>
                  </a:lnTo>
                  <a:lnTo>
                    <a:pt x="8741099" y="800897"/>
                  </a:lnTo>
                  <a:lnTo>
                    <a:pt x="8785914" y="849322"/>
                  </a:lnTo>
                  <a:lnTo>
                    <a:pt x="8830672" y="895707"/>
                  </a:lnTo>
                  <a:lnTo>
                    <a:pt x="8875457" y="939677"/>
                  </a:lnTo>
                  <a:lnTo>
                    <a:pt x="8920418" y="980952"/>
                  </a:lnTo>
                  <a:lnTo>
                    <a:pt x="8965782" y="1019356"/>
                  </a:lnTo>
                  <a:lnTo>
                    <a:pt x="9011869" y="1054808"/>
                  </a:lnTo>
                  <a:lnTo>
                    <a:pt x="9059110" y="1087315"/>
                  </a:lnTo>
                  <a:lnTo>
                    <a:pt x="9084767" y="1103354"/>
                  </a:lnTo>
                  <a:lnTo>
                    <a:pt x="9132028" y="1129992"/>
                  </a:lnTo>
                  <a:lnTo>
                    <a:pt x="9181775" y="1154106"/>
                  </a:lnTo>
                  <a:lnTo>
                    <a:pt x="9234756" y="1175810"/>
                  </a:lnTo>
                  <a:lnTo>
                    <a:pt x="9291791" y="1195304"/>
                  </a:lnTo>
                  <a:lnTo>
                    <a:pt x="9353717" y="1212818"/>
                  </a:lnTo>
                  <a:lnTo>
                    <a:pt x="9421336" y="1228581"/>
                  </a:lnTo>
                  <a:lnTo>
                    <a:pt x="9495333" y="1242799"/>
                  </a:lnTo>
                  <a:lnTo>
                    <a:pt x="9576182" y="1255647"/>
                  </a:lnTo>
                  <a:lnTo>
                    <a:pt x="9664002" y="1267260"/>
                  </a:lnTo>
                  <a:lnTo>
                    <a:pt x="9758393" y="1277730"/>
                  </a:lnTo>
                  <a:lnTo>
                    <a:pt x="9858246" y="1287110"/>
                  </a:lnTo>
                  <a:lnTo>
                    <a:pt x="9961578" y="1295415"/>
                  </a:lnTo>
                  <a:lnTo>
                    <a:pt x="10065456" y="1302632"/>
                  </a:lnTo>
                  <a:lnTo>
                    <a:pt x="10166093" y="1308737"/>
                  </a:lnTo>
                  <a:lnTo>
                    <a:pt x="10259175" y="1313711"/>
                  </a:lnTo>
                  <a:lnTo>
                    <a:pt x="10340450" y="1317569"/>
                  </a:lnTo>
                  <a:lnTo>
                    <a:pt x="10406470" y="1320371"/>
                  </a:lnTo>
                  <a:lnTo>
                    <a:pt x="10455293" y="1322234"/>
                  </a:lnTo>
                  <a:lnTo>
                    <a:pt x="10486967" y="1323326"/>
                  </a:lnTo>
                  <a:lnTo>
                    <a:pt x="10503641" y="1323848"/>
                  </a:lnTo>
                  <a:lnTo>
                    <a:pt x="10509387" y="1324011"/>
                  </a:lnTo>
                  <a:lnTo>
                    <a:pt x="10509911" y="1324025"/>
                  </a:lnTo>
                  <a:lnTo>
                    <a:pt x="11981298" y="132402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79" name="pl1579"/>
            <p:cNvSpPr/>
            <p:nvPr/>
          </p:nvSpPr>
          <p:spPr>
            <a:xfrm>
              <a:off x="4799595" y="4374968"/>
              <a:ext cx="11981298" cy="4936490"/>
            </a:xfrm>
            <a:custGeom>
              <a:avLst/>
              <a:pathLst>
                <a:path w="11981298" h="4936490">
                  <a:moveTo>
                    <a:pt x="11981298" y="1324025"/>
                  </a:moveTo>
                  <a:lnTo>
                    <a:pt x="10509911" y="1324025"/>
                  </a:lnTo>
                  <a:lnTo>
                    <a:pt x="10508694" y="1323993"/>
                  </a:lnTo>
                  <a:lnTo>
                    <a:pt x="10500709" y="1323760"/>
                  </a:lnTo>
                  <a:lnTo>
                    <a:pt x="10480622" y="1323117"/>
                  </a:lnTo>
                  <a:lnTo>
                    <a:pt x="10444811" y="1321851"/>
                  </a:lnTo>
                  <a:lnTo>
                    <a:pt x="10391641" y="1319768"/>
                  </a:lnTo>
                  <a:lnTo>
                    <a:pt x="10321585" y="1316713"/>
                  </a:lnTo>
                  <a:lnTo>
                    <a:pt x="10237012" y="1312582"/>
                  </a:lnTo>
                  <a:lnTo>
                    <a:pt x="10141644" y="1307326"/>
                  </a:lnTo>
                  <a:lnTo>
                    <a:pt x="10039812" y="1300943"/>
                  </a:lnTo>
                  <a:lnTo>
                    <a:pt x="9935745" y="1293454"/>
                  </a:lnTo>
                  <a:lnTo>
                    <a:pt x="9833040" y="1284882"/>
                  </a:lnTo>
                  <a:lnTo>
                    <a:pt x="9734394" y="1275234"/>
                  </a:lnTo>
                  <a:lnTo>
                    <a:pt x="9641562" y="1264486"/>
                  </a:lnTo>
                  <a:lnTo>
                    <a:pt x="9555458" y="1252577"/>
                  </a:lnTo>
                  <a:lnTo>
                    <a:pt x="9476338" y="1239404"/>
                  </a:lnTo>
                  <a:lnTo>
                    <a:pt x="9403979" y="1224819"/>
                  </a:lnTo>
                  <a:lnTo>
                    <a:pt x="9337843" y="1208642"/>
                  </a:lnTo>
                  <a:lnTo>
                    <a:pt x="9277208" y="1190659"/>
                  </a:lnTo>
                  <a:lnTo>
                    <a:pt x="9221258" y="1170637"/>
                  </a:lnTo>
                  <a:lnTo>
                    <a:pt x="9169154" y="1148351"/>
                  </a:lnTo>
                  <a:lnTo>
                    <a:pt x="9120091" y="1123616"/>
                  </a:lnTo>
                  <a:lnTo>
                    <a:pt x="9084767" y="1103354"/>
                  </a:lnTo>
                  <a:lnTo>
                    <a:pt x="9036695" y="1072375"/>
                  </a:lnTo>
                  <a:lnTo>
                    <a:pt x="8990058" y="1038487"/>
                  </a:lnTo>
                  <a:lnTo>
                    <a:pt x="8944358" y="1001642"/>
                  </a:lnTo>
                  <a:lnTo>
                    <a:pt x="8899218" y="961870"/>
                  </a:lnTo>
                  <a:lnTo>
                    <a:pt x="8854363" y="919299"/>
                  </a:lnTo>
                  <a:lnTo>
                    <a:pt x="8809605" y="874151"/>
                  </a:lnTo>
                  <a:lnTo>
                    <a:pt x="8764827" y="826753"/>
                  </a:lnTo>
                  <a:lnTo>
                    <a:pt x="8719973" y="777524"/>
                  </a:lnTo>
                  <a:lnTo>
                    <a:pt x="8675035" y="726966"/>
                  </a:lnTo>
                  <a:lnTo>
                    <a:pt x="8630038" y="675645"/>
                  </a:lnTo>
                  <a:lnTo>
                    <a:pt x="8585028" y="624162"/>
                  </a:lnTo>
                  <a:lnTo>
                    <a:pt x="8540054" y="573127"/>
                  </a:lnTo>
                  <a:lnTo>
                    <a:pt x="8495154" y="523128"/>
                  </a:lnTo>
                  <a:lnTo>
                    <a:pt x="8450339" y="474703"/>
                  </a:lnTo>
                  <a:lnTo>
                    <a:pt x="8405581" y="428317"/>
                  </a:lnTo>
                  <a:lnTo>
                    <a:pt x="8360796" y="384348"/>
                  </a:lnTo>
                  <a:lnTo>
                    <a:pt x="8315835" y="343073"/>
                  </a:lnTo>
                  <a:lnTo>
                    <a:pt x="8270471" y="304669"/>
                  </a:lnTo>
                  <a:lnTo>
                    <a:pt x="8224384" y="269217"/>
                  </a:lnTo>
                  <a:lnTo>
                    <a:pt x="8177143" y="236709"/>
                  </a:lnTo>
                  <a:lnTo>
                    <a:pt x="8151487" y="220670"/>
                  </a:lnTo>
                  <a:lnTo>
                    <a:pt x="8104225" y="194033"/>
                  </a:lnTo>
                  <a:lnTo>
                    <a:pt x="8054478" y="169919"/>
                  </a:lnTo>
                  <a:lnTo>
                    <a:pt x="8001498" y="148214"/>
                  </a:lnTo>
                  <a:lnTo>
                    <a:pt x="7944463" y="128720"/>
                  </a:lnTo>
                  <a:lnTo>
                    <a:pt x="7882536" y="111207"/>
                  </a:lnTo>
                  <a:lnTo>
                    <a:pt x="7814917" y="95444"/>
                  </a:lnTo>
                  <a:lnTo>
                    <a:pt x="7740920" y="81226"/>
                  </a:lnTo>
                  <a:lnTo>
                    <a:pt x="7660071" y="68378"/>
                  </a:lnTo>
                  <a:lnTo>
                    <a:pt x="7572251" y="56765"/>
                  </a:lnTo>
                  <a:lnTo>
                    <a:pt x="7477860" y="46295"/>
                  </a:lnTo>
                  <a:lnTo>
                    <a:pt x="7378008" y="36915"/>
                  </a:lnTo>
                  <a:lnTo>
                    <a:pt x="7274676" y="28610"/>
                  </a:lnTo>
                  <a:lnTo>
                    <a:pt x="7170797" y="21392"/>
                  </a:lnTo>
                  <a:lnTo>
                    <a:pt x="7070161" y="15288"/>
                  </a:lnTo>
                  <a:lnTo>
                    <a:pt x="6977079" y="10314"/>
                  </a:lnTo>
                  <a:lnTo>
                    <a:pt x="6895803" y="6456"/>
                  </a:lnTo>
                  <a:lnTo>
                    <a:pt x="6829783" y="3654"/>
                  </a:lnTo>
                  <a:lnTo>
                    <a:pt x="6780960" y="1790"/>
                  </a:lnTo>
                  <a:lnTo>
                    <a:pt x="6749286" y="698"/>
                  </a:lnTo>
                  <a:lnTo>
                    <a:pt x="6732612" y="177"/>
                  </a:lnTo>
                  <a:lnTo>
                    <a:pt x="6726867" y="13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071" y="87"/>
                  </a:lnTo>
                  <a:lnTo>
                    <a:pt x="5248225" y="712"/>
                  </a:lnTo>
                  <a:lnTo>
                    <a:pt x="5233385" y="2439"/>
                  </a:lnTo>
                  <a:lnTo>
                    <a:pt x="5206590" y="5842"/>
                  </a:lnTo>
                  <a:lnTo>
                    <a:pt x="5166120" y="11471"/>
                  </a:lnTo>
                  <a:lnTo>
                    <a:pt x="5111615" y="19802"/>
                  </a:lnTo>
                  <a:lnTo>
                    <a:pt x="5044058" y="31197"/>
                  </a:lnTo>
                  <a:lnTo>
                    <a:pt x="4965553" y="45883"/>
                  </a:lnTo>
                  <a:lnTo>
                    <a:pt x="4878957" y="63957"/>
                  </a:lnTo>
                  <a:lnTo>
                    <a:pt x="4787431" y="85416"/>
                  </a:lnTo>
                  <a:lnTo>
                    <a:pt x="4694032" y="110199"/>
                  </a:lnTo>
                  <a:lnTo>
                    <a:pt x="4601411" y="138242"/>
                  </a:lnTo>
                  <a:lnTo>
                    <a:pt x="4511642" y="169512"/>
                  </a:lnTo>
                  <a:lnTo>
                    <a:pt x="4426179" y="204047"/>
                  </a:lnTo>
                  <a:lnTo>
                    <a:pt x="4345899" y="241971"/>
                  </a:lnTo>
                  <a:lnTo>
                    <a:pt x="4271199" y="283510"/>
                  </a:lnTo>
                  <a:lnTo>
                    <a:pt x="4202102" y="328990"/>
                  </a:lnTo>
                  <a:lnTo>
                    <a:pt x="4138363" y="378834"/>
                  </a:lnTo>
                  <a:lnTo>
                    <a:pt x="4079556" y="433555"/>
                  </a:lnTo>
                  <a:lnTo>
                    <a:pt x="4025148" y="493737"/>
                  </a:lnTo>
                  <a:lnTo>
                    <a:pt x="3974548" y="560005"/>
                  </a:lnTo>
                  <a:lnTo>
                    <a:pt x="3927149" y="632977"/>
                  </a:lnTo>
                  <a:lnTo>
                    <a:pt x="3882357" y="713189"/>
                  </a:lnTo>
                  <a:lnTo>
                    <a:pt x="3839628" y="800967"/>
                  </a:lnTo>
                  <a:lnTo>
                    <a:pt x="3829811" y="822748"/>
                  </a:lnTo>
                  <a:lnTo>
                    <a:pt x="3800150" y="892261"/>
                  </a:lnTo>
                  <a:lnTo>
                    <a:pt x="3771113" y="965796"/>
                  </a:lnTo>
                  <a:lnTo>
                    <a:pt x="3742564" y="1043434"/>
                  </a:lnTo>
                  <a:lnTo>
                    <a:pt x="3714392" y="1125215"/>
                  </a:lnTo>
                  <a:lnTo>
                    <a:pt x="3686500" y="1211139"/>
                  </a:lnTo>
                  <a:lnTo>
                    <a:pt x="3658809" y="1301159"/>
                  </a:lnTo>
                  <a:lnTo>
                    <a:pt x="3631253" y="1395179"/>
                  </a:lnTo>
                  <a:lnTo>
                    <a:pt x="3603779" y="1493049"/>
                  </a:lnTo>
                  <a:lnTo>
                    <a:pt x="3576345" y="1594571"/>
                  </a:lnTo>
                  <a:lnTo>
                    <a:pt x="3548921" y="1699489"/>
                  </a:lnTo>
                  <a:lnTo>
                    <a:pt x="3521484" y="1807497"/>
                  </a:lnTo>
                  <a:lnTo>
                    <a:pt x="3494021" y="1918239"/>
                  </a:lnTo>
                  <a:lnTo>
                    <a:pt x="3466526" y="2031313"/>
                  </a:lnTo>
                  <a:lnTo>
                    <a:pt x="3438999" y="2146277"/>
                  </a:lnTo>
                  <a:lnTo>
                    <a:pt x="3411443" y="2262655"/>
                  </a:lnTo>
                  <a:lnTo>
                    <a:pt x="3383869" y="2379946"/>
                  </a:lnTo>
                  <a:lnTo>
                    <a:pt x="3356285" y="2497631"/>
                  </a:lnTo>
                  <a:lnTo>
                    <a:pt x="3328705" y="2615185"/>
                  </a:lnTo>
                  <a:lnTo>
                    <a:pt x="3301138" y="2732084"/>
                  </a:lnTo>
                  <a:lnTo>
                    <a:pt x="3273596" y="2847818"/>
                  </a:lnTo>
                  <a:lnTo>
                    <a:pt x="3246085" y="2961896"/>
                  </a:lnTo>
                  <a:lnTo>
                    <a:pt x="3218606" y="3073859"/>
                  </a:lnTo>
                  <a:lnTo>
                    <a:pt x="3191157" y="3183283"/>
                  </a:lnTo>
                  <a:lnTo>
                    <a:pt x="3163729" y="3289790"/>
                  </a:lnTo>
                  <a:lnTo>
                    <a:pt x="3136303" y="3393047"/>
                  </a:lnTo>
                  <a:lnTo>
                    <a:pt x="3108854" y="3492774"/>
                  </a:lnTo>
                  <a:lnTo>
                    <a:pt x="3081345" y="3588744"/>
                  </a:lnTo>
                  <a:lnTo>
                    <a:pt x="3053728" y="3680782"/>
                  </a:lnTo>
                  <a:lnTo>
                    <a:pt x="3025946" y="3768766"/>
                  </a:lnTo>
                  <a:lnTo>
                    <a:pt x="2997925" y="3852624"/>
                  </a:lnTo>
                  <a:lnTo>
                    <a:pt x="2969578" y="3932334"/>
                  </a:lnTo>
                  <a:lnTo>
                    <a:pt x="2940801" y="4007916"/>
                  </a:lnTo>
                  <a:lnTo>
                    <a:pt x="2911470" y="4079431"/>
                  </a:lnTo>
                  <a:lnTo>
                    <a:pt x="2896531" y="4113742"/>
                  </a:lnTo>
                  <a:lnTo>
                    <a:pt x="2854216" y="4203313"/>
                  </a:lnTo>
                  <a:lnTo>
                    <a:pt x="2809957" y="4285288"/>
                  </a:lnTo>
                  <a:lnTo>
                    <a:pt x="2763224" y="4359923"/>
                  </a:lnTo>
                  <a:lnTo>
                    <a:pt x="2713432" y="4427716"/>
                  </a:lnTo>
                  <a:lnTo>
                    <a:pt x="2659975" y="4489274"/>
                  </a:lnTo>
                  <a:lnTo>
                    <a:pt x="2602256" y="4545227"/>
                  </a:lnTo>
                  <a:lnTo>
                    <a:pt x="2539722" y="4596170"/>
                  </a:lnTo>
                  <a:lnTo>
                    <a:pt x="2471917" y="4642636"/>
                  </a:lnTo>
                  <a:lnTo>
                    <a:pt x="2398546" y="4685070"/>
                  </a:lnTo>
                  <a:lnTo>
                    <a:pt x="2319561" y="4723822"/>
                  </a:lnTo>
                  <a:lnTo>
                    <a:pt x="2235259" y="4759141"/>
                  </a:lnTo>
                  <a:lnTo>
                    <a:pt x="2146395" y="4791173"/>
                  </a:lnTo>
                  <a:lnTo>
                    <a:pt x="2054282" y="4819977"/>
                  </a:lnTo>
                  <a:lnTo>
                    <a:pt x="1960848" y="4845534"/>
                  </a:lnTo>
                  <a:lnTo>
                    <a:pt x="1868617" y="4867782"/>
                  </a:lnTo>
                  <a:lnTo>
                    <a:pt x="1780572" y="4886656"/>
                  </a:lnTo>
                  <a:lnTo>
                    <a:pt x="1699886" y="4902135"/>
                  </a:lnTo>
                  <a:lnTo>
                    <a:pt x="1629526" y="4914290"/>
                  </a:lnTo>
                  <a:lnTo>
                    <a:pt x="1571812" y="4923315"/>
                  </a:lnTo>
                  <a:lnTo>
                    <a:pt x="1528017" y="4929542"/>
                  </a:lnTo>
                  <a:lnTo>
                    <a:pt x="1498106" y="4933422"/>
                  </a:lnTo>
                  <a:lnTo>
                    <a:pt x="1480674" y="4935492"/>
                  </a:lnTo>
                  <a:lnTo>
                    <a:pt x="1473036" y="4936324"/>
                  </a:lnTo>
                  <a:lnTo>
                    <a:pt x="1471399" y="4936489"/>
                  </a:lnTo>
                  <a:lnTo>
                    <a:pt x="1471387" y="4936490"/>
                  </a:lnTo>
                  <a:lnTo>
                    <a:pt x="0" y="493649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80" name="pg1580"/>
            <p:cNvSpPr/>
            <p:nvPr/>
          </p:nvSpPr>
          <p:spPr>
            <a:xfrm>
              <a:off x="4799595" y="4611985"/>
              <a:ext cx="11981298" cy="4715820"/>
            </a:xfrm>
            <a:custGeom>
              <a:avLst/>
              <a:pathLst>
                <a:path w="11981298" h="4715820">
                  <a:moveTo>
                    <a:pt x="0" y="4715820"/>
                  </a:moveTo>
                  <a:lnTo>
                    <a:pt x="1471387" y="4715820"/>
                  </a:lnTo>
                  <a:lnTo>
                    <a:pt x="1472286" y="4715734"/>
                  </a:lnTo>
                  <a:lnTo>
                    <a:pt x="1478225" y="4715128"/>
                  </a:lnTo>
                  <a:lnTo>
                    <a:pt x="1493296" y="4713454"/>
                  </a:lnTo>
                  <a:lnTo>
                    <a:pt x="1520492" y="4710155"/>
                  </a:lnTo>
                  <a:lnTo>
                    <a:pt x="1561536" y="4704697"/>
                  </a:lnTo>
                  <a:lnTo>
                    <a:pt x="1616758" y="4696624"/>
                  </a:lnTo>
                  <a:lnTo>
                    <a:pt x="1685122" y="4685587"/>
                  </a:lnTo>
                  <a:lnTo>
                    <a:pt x="1764453" y="4671372"/>
                  </a:lnTo>
                  <a:lnTo>
                    <a:pt x="1851828" y="4653889"/>
                  </a:lnTo>
                  <a:lnTo>
                    <a:pt x="1944029" y="4633144"/>
                  </a:lnTo>
                  <a:lnTo>
                    <a:pt x="2037962" y="4609197"/>
                  </a:lnTo>
                  <a:lnTo>
                    <a:pt x="2130966" y="4582111"/>
                  </a:lnTo>
                  <a:lnTo>
                    <a:pt x="2220970" y="4551913"/>
                  </a:lnTo>
                  <a:lnTo>
                    <a:pt x="2306540" y="4518562"/>
                  </a:lnTo>
                  <a:lnTo>
                    <a:pt x="2386823" y="4481929"/>
                  </a:lnTo>
                  <a:lnTo>
                    <a:pt x="2461450" y="4441789"/>
                  </a:lnTo>
                  <a:lnTo>
                    <a:pt x="2530424" y="4397817"/>
                  </a:lnTo>
                  <a:lnTo>
                    <a:pt x="2594016" y="4349594"/>
                  </a:lnTo>
                  <a:lnTo>
                    <a:pt x="2652671" y="4296615"/>
                  </a:lnTo>
                  <a:lnTo>
                    <a:pt x="2706938" y="4238310"/>
                  </a:lnTo>
                  <a:lnTo>
                    <a:pt x="2757424" y="4174070"/>
                  </a:lnTo>
                  <a:lnTo>
                    <a:pt x="2804744" y="4103300"/>
                  </a:lnTo>
                  <a:lnTo>
                    <a:pt x="2849496" y="4025499"/>
                  </a:lnTo>
                  <a:lnTo>
                    <a:pt x="2892229" y="3940385"/>
                  </a:lnTo>
                  <a:lnTo>
                    <a:pt x="2896531" y="3931212"/>
                  </a:lnTo>
                  <a:lnTo>
                    <a:pt x="2926841" y="3863411"/>
                  </a:lnTo>
                  <a:lnTo>
                    <a:pt x="2956502" y="3791601"/>
                  </a:lnTo>
                  <a:lnTo>
                    <a:pt x="2985658" y="3715702"/>
                  </a:lnTo>
                  <a:lnTo>
                    <a:pt x="3014429" y="3635672"/>
                  </a:lnTo>
                  <a:lnTo>
                    <a:pt x="3042914" y="3551518"/>
                  </a:lnTo>
                  <a:lnTo>
                    <a:pt x="3071198" y="3463291"/>
                  </a:lnTo>
                  <a:lnTo>
                    <a:pt x="3099349" y="3371097"/>
                  </a:lnTo>
                  <a:lnTo>
                    <a:pt x="3127422" y="3275093"/>
                  </a:lnTo>
                  <a:lnTo>
                    <a:pt x="3155459" y="3175492"/>
                  </a:lnTo>
                  <a:lnTo>
                    <a:pt x="3183491" y="3072565"/>
                  </a:lnTo>
                  <a:lnTo>
                    <a:pt x="3211540" y="2966634"/>
                  </a:lnTo>
                  <a:lnTo>
                    <a:pt x="3239619" y="2858072"/>
                  </a:lnTo>
                  <a:lnTo>
                    <a:pt x="3267732" y="2747300"/>
                  </a:lnTo>
                  <a:lnTo>
                    <a:pt x="3295877" y="2634778"/>
                  </a:lnTo>
                  <a:lnTo>
                    <a:pt x="3324050" y="2521001"/>
                  </a:lnTo>
                  <a:lnTo>
                    <a:pt x="3352239" y="2406484"/>
                  </a:lnTo>
                  <a:lnTo>
                    <a:pt x="3380433" y="2291759"/>
                  </a:lnTo>
                  <a:lnTo>
                    <a:pt x="3408620" y="2177362"/>
                  </a:lnTo>
                  <a:lnTo>
                    <a:pt x="3436787" y="2063822"/>
                  </a:lnTo>
                  <a:lnTo>
                    <a:pt x="3464926" y="1951651"/>
                  </a:lnTo>
                  <a:lnTo>
                    <a:pt x="3493031" y="1841337"/>
                  </a:lnTo>
                  <a:lnTo>
                    <a:pt x="3521102" y="1733331"/>
                  </a:lnTo>
                  <a:lnTo>
                    <a:pt x="3549146" y="1628043"/>
                  </a:lnTo>
                  <a:lnTo>
                    <a:pt x="3577177" y="1525837"/>
                  </a:lnTo>
                  <a:lnTo>
                    <a:pt x="3605219" y="1427022"/>
                  </a:lnTo>
                  <a:lnTo>
                    <a:pt x="3633305" y="1331857"/>
                  </a:lnTo>
                  <a:lnTo>
                    <a:pt x="3661481" y="1240541"/>
                  </a:lnTo>
                  <a:lnTo>
                    <a:pt x="3689804" y="1153222"/>
                  </a:lnTo>
                  <a:lnTo>
                    <a:pt x="3718345" y="1069991"/>
                  </a:lnTo>
                  <a:lnTo>
                    <a:pt x="3747193" y="990890"/>
                  </a:lnTo>
                  <a:lnTo>
                    <a:pt x="3776451" y="915914"/>
                  </a:lnTo>
                  <a:lnTo>
                    <a:pt x="3806245" y="845012"/>
                  </a:lnTo>
                  <a:lnTo>
                    <a:pt x="3829811" y="792780"/>
                  </a:lnTo>
                  <a:lnTo>
                    <a:pt x="3872364" y="706911"/>
                  </a:lnTo>
                  <a:lnTo>
                    <a:pt x="3916885" y="628366"/>
                  </a:lnTo>
                  <a:lnTo>
                    <a:pt x="3963914" y="556893"/>
                  </a:lnTo>
                  <a:lnTo>
                    <a:pt x="4014045" y="492008"/>
                  </a:lnTo>
                  <a:lnTo>
                    <a:pt x="4067895" y="433120"/>
                  </a:lnTo>
                  <a:lnTo>
                    <a:pt x="4126071" y="379621"/>
                  </a:lnTo>
                  <a:lnTo>
                    <a:pt x="4189132" y="330933"/>
                  </a:lnTo>
                  <a:lnTo>
                    <a:pt x="4257537" y="286545"/>
                  </a:lnTo>
                  <a:lnTo>
                    <a:pt x="4331577" y="246027"/>
                  </a:lnTo>
                  <a:lnTo>
                    <a:pt x="4411287" y="209045"/>
                  </a:lnTo>
                  <a:lnTo>
                    <a:pt x="4496343" y="175363"/>
                  </a:lnTo>
                  <a:lnTo>
                    <a:pt x="4585947" y="144844"/>
                  </a:lnTo>
                  <a:lnTo>
                    <a:pt x="4678727" y="117438"/>
                  </a:lnTo>
                  <a:lnTo>
                    <a:pt x="4772678" y="93165"/>
                  </a:lnTo>
                  <a:lnTo>
                    <a:pt x="4865195" y="72088"/>
                  </a:lnTo>
                  <a:lnTo>
                    <a:pt x="4953216" y="54267"/>
                  </a:lnTo>
                  <a:lnTo>
                    <a:pt x="5033518" y="39718"/>
                  </a:lnTo>
                  <a:lnTo>
                    <a:pt x="5103127" y="28362"/>
                  </a:lnTo>
                  <a:lnTo>
                    <a:pt x="5159771" y="19998"/>
                  </a:lnTo>
                  <a:lnTo>
                    <a:pt x="5202283" y="14291"/>
                  </a:lnTo>
                  <a:lnTo>
                    <a:pt x="5230848" y="10793"/>
                  </a:lnTo>
                  <a:lnTo>
                    <a:pt x="5247048" y="8977"/>
                  </a:lnTo>
                  <a:lnTo>
                    <a:pt x="5253755" y="8287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274" y="8251"/>
                  </a:lnTo>
                  <a:lnTo>
                    <a:pt x="6733422" y="8810"/>
                  </a:lnTo>
                  <a:lnTo>
                    <a:pt x="6749010" y="10353"/>
                  </a:lnTo>
                  <a:lnTo>
                    <a:pt x="6777101" y="13394"/>
                  </a:lnTo>
                  <a:lnTo>
                    <a:pt x="6819424" y="18422"/>
                  </a:lnTo>
                  <a:lnTo>
                    <a:pt x="6876241" y="25854"/>
                  </a:lnTo>
                  <a:lnTo>
                    <a:pt x="6946389" y="36001"/>
                  </a:lnTo>
                  <a:lnTo>
                    <a:pt x="7027540" y="49054"/>
                  </a:lnTo>
                  <a:lnTo>
                    <a:pt x="7116617" y="65084"/>
                  </a:lnTo>
                  <a:lnTo>
                    <a:pt x="7210281" y="84079"/>
                  </a:lnTo>
                  <a:lnTo>
                    <a:pt x="7305363" y="105983"/>
                  </a:lnTo>
                  <a:lnTo>
                    <a:pt x="7399176" y="130738"/>
                  </a:lnTo>
                  <a:lnTo>
                    <a:pt x="7489665" y="158328"/>
                  </a:lnTo>
                  <a:lnTo>
                    <a:pt x="7575440" y="188802"/>
                  </a:lnTo>
                  <a:lnTo>
                    <a:pt x="7655704" y="222293"/>
                  </a:lnTo>
                  <a:lnTo>
                    <a:pt x="7730152" y="259023"/>
                  </a:lnTo>
                  <a:lnTo>
                    <a:pt x="7798846" y="299310"/>
                  </a:lnTo>
                  <a:lnTo>
                    <a:pt x="7862109" y="343555"/>
                  </a:lnTo>
                  <a:lnTo>
                    <a:pt x="7920429" y="392239"/>
                  </a:lnTo>
                  <a:lnTo>
                    <a:pt x="7974396" y="445897"/>
                  </a:lnTo>
                  <a:lnTo>
                    <a:pt x="8024641" y="505094"/>
                  </a:lnTo>
                  <a:lnTo>
                    <a:pt x="8071802" y="570362"/>
                  </a:lnTo>
                  <a:lnTo>
                    <a:pt x="8116488" y="642125"/>
                  </a:lnTo>
                  <a:lnTo>
                    <a:pt x="8151487" y="705602"/>
                  </a:lnTo>
                  <a:lnTo>
                    <a:pt x="8183444" y="769287"/>
                  </a:lnTo>
                  <a:lnTo>
                    <a:pt x="8214688" y="836944"/>
                  </a:lnTo>
                  <a:lnTo>
                    <a:pt x="8245386" y="908653"/>
                  </a:lnTo>
                  <a:lnTo>
                    <a:pt x="8275674" y="984450"/>
                  </a:lnTo>
                  <a:lnTo>
                    <a:pt x="8305667" y="1064321"/>
                  </a:lnTo>
                  <a:lnTo>
                    <a:pt x="8335458" y="1148197"/>
                  </a:lnTo>
                  <a:lnTo>
                    <a:pt x="8365122" y="1235953"/>
                  </a:lnTo>
                  <a:lnTo>
                    <a:pt x="8394719" y="1327402"/>
                  </a:lnTo>
                  <a:lnTo>
                    <a:pt x="8424293" y="1422299"/>
                  </a:lnTo>
                  <a:lnTo>
                    <a:pt x="8453875" y="1520334"/>
                  </a:lnTo>
                  <a:lnTo>
                    <a:pt x="8483484" y="1621145"/>
                  </a:lnTo>
                  <a:lnTo>
                    <a:pt x="8513130" y="1724310"/>
                  </a:lnTo>
                  <a:lnTo>
                    <a:pt x="8542813" y="1829366"/>
                  </a:lnTo>
                  <a:lnTo>
                    <a:pt x="8572529" y="1935806"/>
                  </a:lnTo>
                  <a:lnTo>
                    <a:pt x="8602267" y="2043096"/>
                  </a:lnTo>
                  <a:lnTo>
                    <a:pt x="8632012" y="2150684"/>
                  </a:lnTo>
                  <a:lnTo>
                    <a:pt x="8661750" y="2258011"/>
                  </a:lnTo>
                  <a:lnTo>
                    <a:pt x="8691468" y="2364524"/>
                  </a:lnTo>
                  <a:lnTo>
                    <a:pt x="8721154" y="2469688"/>
                  </a:lnTo>
                  <a:lnTo>
                    <a:pt x="8750802" y="2572994"/>
                  </a:lnTo>
                  <a:lnTo>
                    <a:pt x="8780414" y="2673974"/>
                  </a:lnTo>
                  <a:lnTo>
                    <a:pt x="8809997" y="2772206"/>
                  </a:lnTo>
                  <a:lnTo>
                    <a:pt x="8839570" y="2867321"/>
                  </a:lnTo>
                  <a:lnTo>
                    <a:pt x="8869165" y="2959007"/>
                  </a:lnTo>
                  <a:lnTo>
                    <a:pt x="8898823" y="3047015"/>
                  </a:lnTo>
                  <a:lnTo>
                    <a:pt x="8928603" y="3131153"/>
                  </a:lnTo>
                  <a:lnTo>
                    <a:pt x="8958580" y="3211292"/>
                  </a:lnTo>
                  <a:lnTo>
                    <a:pt x="8988845" y="3287361"/>
                  </a:lnTo>
                  <a:lnTo>
                    <a:pt x="9019511" y="3359341"/>
                  </a:lnTo>
                  <a:lnTo>
                    <a:pt x="9050715" y="3427265"/>
                  </a:lnTo>
                  <a:lnTo>
                    <a:pt x="9082619" y="3491211"/>
                  </a:lnTo>
                  <a:lnTo>
                    <a:pt x="9084767" y="3495318"/>
                  </a:lnTo>
                  <a:lnTo>
                    <a:pt x="9127844" y="3572527"/>
                  </a:lnTo>
                  <a:lnTo>
                    <a:pt x="9172943" y="3643070"/>
                  </a:lnTo>
                  <a:lnTo>
                    <a:pt x="9220626" y="3707182"/>
                  </a:lnTo>
                  <a:lnTo>
                    <a:pt x="9271508" y="3765316"/>
                  </a:lnTo>
                  <a:lnTo>
                    <a:pt x="9326231" y="3818015"/>
                  </a:lnTo>
                  <a:lnTo>
                    <a:pt x="9385421" y="3865841"/>
                  </a:lnTo>
                  <a:lnTo>
                    <a:pt x="9449652" y="3909323"/>
                  </a:lnTo>
                  <a:lnTo>
                    <a:pt x="9519389" y="3948926"/>
                  </a:lnTo>
                  <a:lnTo>
                    <a:pt x="9594914" y="3985038"/>
                  </a:lnTo>
                  <a:lnTo>
                    <a:pt x="9676230" y="4017958"/>
                  </a:lnTo>
                  <a:lnTo>
                    <a:pt x="9762950" y="4047893"/>
                  </a:lnTo>
                  <a:lnTo>
                    <a:pt x="9854176" y="4074959"/>
                  </a:lnTo>
                  <a:lnTo>
                    <a:pt x="9948397" y="4099191"/>
                  </a:lnTo>
                  <a:lnTo>
                    <a:pt x="10043437" y="4120564"/>
                  </a:lnTo>
                  <a:lnTo>
                    <a:pt x="10136503" y="4139016"/>
                  </a:lnTo>
                  <a:lnTo>
                    <a:pt x="10224369" y="4154496"/>
                  </a:lnTo>
                  <a:lnTo>
                    <a:pt x="10303707" y="4167004"/>
                  </a:lnTo>
                  <a:lnTo>
                    <a:pt x="10371543" y="4176633"/>
                  </a:lnTo>
                  <a:lnTo>
                    <a:pt x="10425734" y="4183595"/>
                  </a:lnTo>
                  <a:lnTo>
                    <a:pt x="10465369" y="4188222"/>
                  </a:lnTo>
                  <a:lnTo>
                    <a:pt x="10490984" y="4190949"/>
                  </a:lnTo>
                  <a:lnTo>
                    <a:pt x="10504564" y="4192272"/>
                  </a:lnTo>
                  <a:lnTo>
                    <a:pt x="10509400" y="4192705"/>
                  </a:lnTo>
                  <a:lnTo>
                    <a:pt x="10509911" y="4192748"/>
                  </a:lnTo>
                  <a:lnTo>
                    <a:pt x="11981298" y="4192748"/>
                  </a:lnTo>
                  <a:lnTo>
                    <a:pt x="11981298" y="4184575"/>
                  </a:lnTo>
                  <a:lnTo>
                    <a:pt x="10509911" y="4184575"/>
                  </a:lnTo>
                  <a:lnTo>
                    <a:pt x="10508979" y="4184496"/>
                  </a:lnTo>
                  <a:lnTo>
                    <a:pt x="10502831" y="4183938"/>
                  </a:lnTo>
                  <a:lnTo>
                    <a:pt x="10487244" y="4182394"/>
                  </a:lnTo>
                  <a:lnTo>
                    <a:pt x="10459152" y="4179353"/>
                  </a:lnTo>
                  <a:lnTo>
                    <a:pt x="10416829" y="4174325"/>
                  </a:lnTo>
                  <a:lnTo>
                    <a:pt x="10360012" y="4166893"/>
                  </a:lnTo>
                  <a:lnTo>
                    <a:pt x="10289864" y="4156746"/>
                  </a:lnTo>
                  <a:lnTo>
                    <a:pt x="10208713" y="4143693"/>
                  </a:lnTo>
                  <a:lnTo>
                    <a:pt x="10119636" y="4127663"/>
                  </a:lnTo>
                  <a:lnTo>
                    <a:pt x="10025973" y="4108668"/>
                  </a:lnTo>
                  <a:lnTo>
                    <a:pt x="9930890" y="4086764"/>
                  </a:lnTo>
                  <a:lnTo>
                    <a:pt x="9837078" y="4062009"/>
                  </a:lnTo>
                  <a:lnTo>
                    <a:pt x="9746588" y="4034419"/>
                  </a:lnTo>
                  <a:lnTo>
                    <a:pt x="9660813" y="4003945"/>
                  </a:lnTo>
                  <a:lnTo>
                    <a:pt x="9580549" y="3970455"/>
                  </a:lnTo>
                  <a:lnTo>
                    <a:pt x="9506101" y="3933724"/>
                  </a:lnTo>
                  <a:lnTo>
                    <a:pt x="9437407" y="3893437"/>
                  </a:lnTo>
                  <a:lnTo>
                    <a:pt x="9374145" y="3849192"/>
                  </a:lnTo>
                  <a:lnTo>
                    <a:pt x="9315824" y="3800508"/>
                  </a:lnTo>
                  <a:lnTo>
                    <a:pt x="9261857" y="3746850"/>
                  </a:lnTo>
                  <a:lnTo>
                    <a:pt x="9211612" y="3687654"/>
                  </a:lnTo>
                  <a:lnTo>
                    <a:pt x="9164452" y="3622385"/>
                  </a:lnTo>
                  <a:lnTo>
                    <a:pt x="9119765" y="3550622"/>
                  </a:lnTo>
                  <a:lnTo>
                    <a:pt x="9084767" y="3487145"/>
                  </a:lnTo>
                  <a:lnTo>
                    <a:pt x="9052810" y="3423460"/>
                  </a:lnTo>
                  <a:lnTo>
                    <a:pt x="9021565" y="3355803"/>
                  </a:lnTo>
                  <a:lnTo>
                    <a:pt x="8990867" y="3284094"/>
                  </a:lnTo>
                  <a:lnTo>
                    <a:pt x="8960579" y="3208297"/>
                  </a:lnTo>
                  <a:lnTo>
                    <a:pt x="8930587" y="3128426"/>
                  </a:lnTo>
                  <a:lnTo>
                    <a:pt x="8900796" y="3044550"/>
                  </a:lnTo>
                  <a:lnTo>
                    <a:pt x="8871131" y="2956794"/>
                  </a:lnTo>
                  <a:lnTo>
                    <a:pt x="8841534" y="2865345"/>
                  </a:lnTo>
                  <a:lnTo>
                    <a:pt x="8811960" y="2770449"/>
                  </a:lnTo>
                  <a:lnTo>
                    <a:pt x="8782379" y="2672413"/>
                  </a:lnTo>
                  <a:lnTo>
                    <a:pt x="8752770" y="2571602"/>
                  </a:lnTo>
                  <a:lnTo>
                    <a:pt x="8723124" y="2468437"/>
                  </a:lnTo>
                  <a:lnTo>
                    <a:pt x="8693440" y="2363381"/>
                  </a:lnTo>
                  <a:lnTo>
                    <a:pt x="8663724" y="2256942"/>
                  </a:lnTo>
                  <a:lnTo>
                    <a:pt x="8633987" y="2149651"/>
                  </a:lnTo>
                  <a:lnTo>
                    <a:pt x="8604241" y="2042063"/>
                  </a:lnTo>
                  <a:lnTo>
                    <a:pt x="8574503" y="1934736"/>
                  </a:lnTo>
                  <a:lnTo>
                    <a:pt x="8544785" y="1828223"/>
                  </a:lnTo>
                  <a:lnTo>
                    <a:pt x="8515099" y="1723059"/>
                  </a:lnTo>
                  <a:lnTo>
                    <a:pt x="8485451" y="1619753"/>
                  </a:lnTo>
                  <a:lnTo>
                    <a:pt x="8455839" y="1518773"/>
                  </a:lnTo>
                  <a:lnTo>
                    <a:pt x="8426256" y="1420541"/>
                  </a:lnTo>
                  <a:lnTo>
                    <a:pt x="8396683" y="1325426"/>
                  </a:lnTo>
                  <a:lnTo>
                    <a:pt x="8367089" y="1233740"/>
                  </a:lnTo>
                  <a:lnTo>
                    <a:pt x="8337430" y="1145732"/>
                  </a:lnTo>
                  <a:lnTo>
                    <a:pt x="8307650" y="1061594"/>
                  </a:lnTo>
                  <a:lnTo>
                    <a:pt x="8277673" y="981455"/>
                  </a:lnTo>
                  <a:lnTo>
                    <a:pt x="8247408" y="905386"/>
                  </a:lnTo>
                  <a:lnTo>
                    <a:pt x="8216742" y="833406"/>
                  </a:lnTo>
                  <a:lnTo>
                    <a:pt x="8185538" y="765482"/>
                  </a:lnTo>
                  <a:lnTo>
                    <a:pt x="8153634" y="701536"/>
                  </a:lnTo>
                  <a:lnTo>
                    <a:pt x="8151487" y="697429"/>
                  </a:lnTo>
                  <a:lnTo>
                    <a:pt x="8108409" y="620220"/>
                  </a:lnTo>
                  <a:lnTo>
                    <a:pt x="8063310" y="549677"/>
                  </a:lnTo>
                  <a:lnTo>
                    <a:pt x="8015628" y="485565"/>
                  </a:lnTo>
                  <a:lnTo>
                    <a:pt x="7964745" y="427432"/>
                  </a:lnTo>
                  <a:lnTo>
                    <a:pt x="7910022" y="374732"/>
                  </a:lnTo>
                  <a:lnTo>
                    <a:pt x="7850833" y="326906"/>
                  </a:lnTo>
                  <a:lnTo>
                    <a:pt x="7786602" y="283424"/>
                  </a:lnTo>
                  <a:lnTo>
                    <a:pt x="7716865" y="243821"/>
                  </a:lnTo>
                  <a:lnTo>
                    <a:pt x="7641340" y="207709"/>
                  </a:lnTo>
                  <a:lnTo>
                    <a:pt x="7560023" y="174789"/>
                  </a:lnTo>
                  <a:lnTo>
                    <a:pt x="7473303" y="144854"/>
                  </a:lnTo>
                  <a:lnTo>
                    <a:pt x="7382077" y="117788"/>
                  </a:lnTo>
                  <a:lnTo>
                    <a:pt x="7287856" y="93556"/>
                  </a:lnTo>
                  <a:lnTo>
                    <a:pt x="7192816" y="72184"/>
                  </a:lnTo>
                  <a:lnTo>
                    <a:pt x="7099750" y="53731"/>
                  </a:lnTo>
                  <a:lnTo>
                    <a:pt x="7011885" y="38251"/>
                  </a:lnTo>
                  <a:lnTo>
                    <a:pt x="6932547" y="25743"/>
                  </a:lnTo>
                  <a:lnTo>
                    <a:pt x="6864711" y="16114"/>
                  </a:lnTo>
                  <a:lnTo>
                    <a:pt x="6810519" y="9153"/>
                  </a:lnTo>
                  <a:lnTo>
                    <a:pt x="6770884" y="4525"/>
                  </a:lnTo>
                  <a:lnTo>
                    <a:pt x="6745269" y="1798"/>
                  </a:lnTo>
                  <a:lnTo>
                    <a:pt x="6731689" y="475"/>
                  </a:lnTo>
                  <a:lnTo>
                    <a:pt x="6726853" y="42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056" y="85"/>
                  </a:lnTo>
                  <a:lnTo>
                    <a:pt x="5248118" y="691"/>
                  </a:lnTo>
                  <a:lnTo>
                    <a:pt x="5233046" y="2365"/>
                  </a:lnTo>
                  <a:lnTo>
                    <a:pt x="5205851" y="5664"/>
                  </a:lnTo>
                  <a:lnTo>
                    <a:pt x="5164806" y="11122"/>
                  </a:lnTo>
                  <a:lnTo>
                    <a:pt x="5109584" y="19195"/>
                  </a:lnTo>
                  <a:lnTo>
                    <a:pt x="5041220" y="30232"/>
                  </a:lnTo>
                  <a:lnTo>
                    <a:pt x="4961889" y="44447"/>
                  </a:lnTo>
                  <a:lnTo>
                    <a:pt x="4874514" y="61930"/>
                  </a:lnTo>
                  <a:lnTo>
                    <a:pt x="4782313" y="82675"/>
                  </a:lnTo>
                  <a:lnTo>
                    <a:pt x="4688380" y="106622"/>
                  </a:lnTo>
                  <a:lnTo>
                    <a:pt x="4595376" y="133708"/>
                  </a:lnTo>
                  <a:lnTo>
                    <a:pt x="4505372" y="163906"/>
                  </a:lnTo>
                  <a:lnTo>
                    <a:pt x="4419802" y="197257"/>
                  </a:lnTo>
                  <a:lnTo>
                    <a:pt x="4339519" y="233890"/>
                  </a:lnTo>
                  <a:lnTo>
                    <a:pt x="4264892" y="274030"/>
                  </a:lnTo>
                  <a:lnTo>
                    <a:pt x="4195918" y="318002"/>
                  </a:lnTo>
                  <a:lnTo>
                    <a:pt x="4132326" y="366225"/>
                  </a:lnTo>
                  <a:lnTo>
                    <a:pt x="4073672" y="419204"/>
                  </a:lnTo>
                  <a:lnTo>
                    <a:pt x="4019404" y="477509"/>
                  </a:lnTo>
                  <a:lnTo>
                    <a:pt x="3968918" y="541749"/>
                  </a:lnTo>
                  <a:lnTo>
                    <a:pt x="3921598" y="612519"/>
                  </a:lnTo>
                  <a:lnTo>
                    <a:pt x="3876846" y="690320"/>
                  </a:lnTo>
                  <a:lnTo>
                    <a:pt x="3834113" y="775434"/>
                  </a:lnTo>
                  <a:lnTo>
                    <a:pt x="3829811" y="784607"/>
                  </a:lnTo>
                  <a:lnTo>
                    <a:pt x="3799501" y="852408"/>
                  </a:lnTo>
                  <a:lnTo>
                    <a:pt x="3769840" y="924218"/>
                  </a:lnTo>
                  <a:lnTo>
                    <a:pt x="3740684" y="1000117"/>
                  </a:lnTo>
                  <a:lnTo>
                    <a:pt x="3711913" y="1080147"/>
                  </a:lnTo>
                  <a:lnTo>
                    <a:pt x="3683428" y="1164301"/>
                  </a:lnTo>
                  <a:lnTo>
                    <a:pt x="3655144" y="1252528"/>
                  </a:lnTo>
                  <a:lnTo>
                    <a:pt x="3626993" y="1344722"/>
                  </a:lnTo>
                  <a:lnTo>
                    <a:pt x="3598920" y="1440727"/>
                  </a:lnTo>
                  <a:lnTo>
                    <a:pt x="3570883" y="1540327"/>
                  </a:lnTo>
                  <a:lnTo>
                    <a:pt x="3542851" y="1643254"/>
                  </a:lnTo>
                  <a:lnTo>
                    <a:pt x="3514802" y="1749185"/>
                  </a:lnTo>
                  <a:lnTo>
                    <a:pt x="3486723" y="1857747"/>
                  </a:lnTo>
                  <a:lnTo>
                    <a:pt x="3458610" y="1968519"/>
                  </a:lnTo>
                  <a:lnTo>
                    <a:pt x="3430465" y="2081041"/>
                  </a:lnTo>
                  <a:lnTo>
                    <a:pt x="3402292" y="2194818"/>
                  </a:lnTo>
                  <a:lnTo>
                    <a:pt x="3374103" y="2309335"/>
                  </a:lnTo>
                  <a:lnTo>
                    <a:pt x="3345909" y="2424060"/>
                  </a:lnTo>
                  <a:lnTo>
                    <a:pt x="3317722" y="2538457"/>
                  </a:lnTo>
                  <a:lnTo>
                    <a:pt x="3289555" y="2651997"/>
                  </a:lnTo>
                  <a:lnTo>
                    <a:pt x="3261416" y="2764168"/>
                  </a:lnTo>
                  <a:lnTo>
                    <a:pt x="3233311" y="2874482"/>
                  </a:lnTo>
                  <a:lnTo>
                    <a:pt x="3205240" y="2982488"/>
                  </a:lnTo>
                  <a:lnTo>
                    <a:pt x="3177196" y="3087776"/>
                  </a:lnTo>
                  <a:lnTo>
                    <a:pt x="3149165" y="3189983"/>
                  </a:lnTo>
                  <a:lnTo>
                    <a:pt x="3121123" y="3288797"/>
                  </a:lnTo>
                  <a:lnTo>
                    <a:pt x="3093037" y="3383962"/>
                  </a:lnTo>
                  <a:lnTo>
                    <a:pt x="3064861" y="3475278"/>
                  </a:lnTo>
                  <a:lnTo>
                    <a:pt x="3036539" y="3562597"/>
                  </a:lnTo>
                  <a:lnTo>
                    <a:pt x="3007997" y="3645828"/>
                  </a:lnTo>
                  <a:lnTo>
                    <a:pt x="2979150" y="3724929"/>
                  </a:lnTo>
                  <a:lnTo>
                    <a:pt x="2949891" y="3799905"/>
                  </a:lnTo>
                  <a:lnTo>
                    <a:pt x="2920097" y="3870807"/>
                  </a:lnTo>
                  <a:lnTo>
                    <a:pt x="2896531" y="3923039"/>
                  </a:lnTo>
                  <a:lnTo>
                    <a:pt x="2853978" y="4008908"/>
                  </a:lnTo>
                  <a:lnTo>
                    <a:pt x="2809457" y="4087453"/>
                  </a:lnTo>
                  <a:lnTo>
                    <a:pt x="2762428" y="4158926"/>
                  </a:lnTo>
                  <a:lnTo>
                    <a:pt x="2712297" y="4223811"/>
                  </a:lnTo>
                  <a:lnTo>
                    <a:pt x="2658447" y="4282699"/>
                  </a:lnTo>
                  <a:lnTo>
                    <a:pt x="2600271" y="4336198"/>
                  </a:lnTo>
                  <a:lnTo>
                    <a:pt x="2537210" y="4384886"/>
                  </a:lnTo>
                  <a:lnTo>
                    <a:pt x="2468805" y="4429274"/>
                  </a:lnTo>
                  <a:lnTo>
                    <a:pt x="2394765" y="4469792"/>
                  </a:lnTo>
                  <a:lnTo>
                    <a:pt x="2315055" y="4506774"/>
                  </a:lnTo>
                  <a:lnTo>
                    <a:pt x="2229999" y="4540456"/>
                  </a:lnTo>
                  <a:lnTo>
                    <a:pt x="2140395" y="4570975"/>
                  </a:lnTo>
                  <a:lnTo>
                    <a:pt x="2047615" y="4598381"/>
                  </a:lnTo>
                  <a:lnTo>
                    <a:pt x="1953664" y="4622654"/>
                  </a:lnTo>
                  <a:lnTo>
                    <a:pt x="1861147" y="4643731"/>
                  </a:lnTo>
                  <a:lnTo>
                    <a:pt x="1773127" y="4661552"/>
                  </a:lnTo>
                  <a:lnTo>
                    <a:pt x="1692824" y="4676101"/>
                  </a:lnTo>
                  <a:lnTo>
                    <a:pt x="1623215" y="4687457"/>
                  </a:lnTo>
                  <a:lnTo>
                    <a:pt x="1566571" y="4695821"/>
                  </a:lnTo>
                  <a:lnTo>
                    <a:pt x="1524059" y="4701528"/>
                  </a:lnTo>
                  <a:lnTo>
                    <a:pt x="1495494" y="4705026"/>
                  </a:lnTo>
                  <a:lnTo>
                    <a:pt x="1479294" y="4706842"/>
                  </a:lnTo>
                  <a:lnTo>
                    <a:pt x="1472587" y="4707532"/>
                  </a:lnTo>
                  <a:lnTo>
                    <a:pt x="1471387" y="4707647"/>
                  </a:lnTo>
                  <a:lnTo>
                    <a:pt x="0" y="4707647"/>
                  </a:lnTo>
                  <a:close/>
                </a:path>
              </a:pathLst>
            </a:custGeom>
            <a:solidFill>
              <a:srgbClr val="8BC34A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581" name="pl1581"/>
            <p:cNvSpPr/>
            <p:nvPr/>
          </p:nvSpPr>
          <p:spPr>
            <a:xfrm>
              <a:off x="4799595" y="4620158"/>
              <a:ext cx="11981298" cy="4707647"/>
            </a:xfrm>
            <a:custGeom>
              <a:avLst/>
              <a:pathLst>
                <a:path w="11981298" h="4707647">
                  <a:moveTo>
                    <a:pt x="0" y="4707647"/>
                  </a:moveTo>
                  <a:lnTo>
                    <a:pt x="1471387" y="4707647"/>
                  </a:lnTo>
                  <a:lnTo>
                    <a:pt x="1472286" y="4707561"/>
                  </a:lnTo>
                  <a:lnTo>
                    <a:pt x="1478225" y="4706955"/>
                  </a:lnTo>
                  <a:lnTo>
                    <a:pt x="1493296" y="4705281"/>
                  </a:lnTo>
                  <a:lnTo>
                    <a:pt x="1520492" y="4701982"/>
                  </a:lnTo>
                  <a:lnTo>
                    <a:pt x="1561536" y="4696524"/>
                  </a:lnTo>
                  <a:lnTo>
                    <a:pt x="1616758" y="4688451"/>
                  </a:lnTo>
                  <a:lnTo>
                    <a:pt x="1685122" y="4677414"/>
                  </a:lnTo>
                  <a:lnTo>
                    <a:pt x="1764453" y="4663199"/>
                  </a:lnTo>
                  <a:lnTo>
                    <a:pt x="1851828" y="4645716"/>
                  </a:lnTo>
                  <a:lnTo>
                    <a:pt x="1944029" y="4624971"/>
                  </a:lnTo>
                  <a:lnTo>
                    <a:pt x="2037962" y="4601024"/>
                  </a:lnTo>
                  <a:lnTo>
                    <a:pt x="2130966" y="4573938"/>
                  </a:lnTo>
                  <a:lnTo>
                    <a:pt x="2220970" y="4543740"/>
                  </a:lnTo>
                  <a:lnTo>
                    <a:pt x="2306540" y="4510389"/>
                  </a:lnTo>
                  <a:lnTo>
                    <a:pt x="2386823" y="4473756"/>
                  </a:lnTo>
                  <a:lnTo>
                    <a:pt x="2461450" y="4433616"/>
                  </a:lnTo>
                  <a:lnTo>
                    <a:pt x="2530424" y="4389644"/>
                  </a:lnTo>
                  <a:lnTo>
                    <a:pt x="2594016" y="4341421"/>
                  </a:lnTo>
                  <a:lnTo>
                    <a:pt x="2652671" y="4288442"/>
                  </a:lnTo>
                  <a:lnTo>
                    <a:pt x="2706938" y="4230137"/>
                  </a:lnTo>
                  <a:lnTo>
                    <a:pt x="2757424" y="4165897"/>
                  </a:lnTo>
                  <a:lnTo>
                    <a:pt x="2804744" y="4095127"/>
                  </a:lnTo>
                  <a:lnTo>
                    <a:pt x="2849496" y="4017326"/>
                  </a:lnTo>
                  <a:lnTo>
                    <a:pt x="2892229" y="3932212"/>
                  </a:lnTo>
                  <a:lnTo>
                    <a:pt x="2896531" y="3923039"/>
                  </a:lnTo>
                  <a:lnTo>
                    <a:pt x="2926841" y="3855238"/>
                  </a:lnTo>
                  <a:lnTo>
                    <a:pt x="2956502" y="3783428"/>
                  </a:lnTo>
                  <a:lnTo>
                    <a:pt x="2985658" y="3707529"/>
                  </a:lnTo>
                  <a:lnTo>
                    <a:pt x="3014429" y="3627499"/>
                  </a:lnTo>
                  <a:lnTo>
                    <a:pt x="3042914" y="3543345"/>
                  </a:lnTo>
                  <a:lnTo>
                    <a:pt x="3071198" y="3455118"/>
                  </a:lnTo>
                  <a:lnTo>
                    <a:pt x="3099349" y="3362924"/>
                  </a:lnTo>
                  <a:lnTo>
                    <a:pt x="3127422" y="3266920"/>
                  </a:lnTo>
                  <a:lnTo>
                    <a:pt x="3155459" y="3167319"/>
                  </a:lnTo>
                  <a:lnTo>
                    <a:pt x="3183491" y="3064392"/>
                  </a:lnTo>
                  <a:lnTo>
                    <a:pt x="3211540" y="2958461"/>
                  </a:lnTo>
                  <a:lnTo>
                    <a:pt x="3239619" y="2849899"/>
                  </a:lnTo>
                  <a:lnTo>
                    <a:pt x="3267732" y="2739127"/>
                  </a:lnTo>
                  <a:lnTo>
                    <a:pt x="3295877" y="2626605"/>
                  </a:lnTo>
                  <a:lnTo>
                    <a:pt x="3324050" y="2512828"/>
                  </a:lnTo>
                  <a:lnTo>
                    <a:pt x="3352239" y="2398311"/>
                  </a:lnTo>
                  <a:lnTo>
                    <a:pt x="3380433" y="2283586"/>
                  </a:lnTo>
                  <a:lnTo>
                    <a:pt x="3408620" y="2169189"/>
                  </a:lnTo>
                  <a:lnTo>
                    <a:pt x="3436787" y="2055649"/>
                  </a:lnTo>
                  <a:lnTo>
                    <a:pt x="3464926" y="1943478"/>
                  </a:lnTo>
                  <a:lnTo>
                    <a:pt x="3493031" y="1833164"/>
                  </a:lnTo>
                  <a:lnTo>
                    <a:pt x="3521102" y="1725158"/>
                  </a:lnTo>
                  <a:lnTo>
                    <a:pt x="3549146" y="1619870"/>
                  </a:lnTo>
                  <a:lnTo>
                    <a:pt x="3577177" y="1517664"/>
                  </a:lnTo>
                  <a:lnTo>
                    <a:pt x="3605219" y="1418849"/>
                  </a:lnTo>
                  <a:lnTo>
                    <a:pt x="3633305" y="1323684"/>
                  </a:lnTo>
                  <a:lnTo>
                    <a:pt x="3661481" y="1232368"/>
                  </a:lnTo>
                  <a:lnTo>
                    <a:pt x="3689804" y="1145049"/>
                  </a:lnTo>
                  <a:lnTo>
                    <a:pt x="3718345" y="1061818"/>
                  </a:lnTo>
                  <a:lnTo>
                    <a:pt x="3747193" y="982717"/>
                  </a:lnTo>
                  <a:lnTo>
                    <a:pt x="3776451" y="907741"/>
                  </a:lnTo>
                  <a:lnTo>
                    <a:pt x="3806245" y="836839"/>
                  </a:lnTo>
                  <a:lnTo>
                    <a:pt x="3829811" y="784607"/>
                  </a:lnTo>
                  <a:lnTo>
                    <a:pt x="3872364" y="698738"/>
                  </a:lnTo>
                  <a:lnTo>
                    <a:pt x="3916885" y="620193"/>
                  </a:lnTo>
                  <a:lnTo>
                    <a:pt x="3963914" y="548720"/>
                  </a:lnTo>
                  <a:lnTo>
                    <a:pt x="4014045" y="483835"/>
                  </a:lnTo>
                  <a:lnTo>
                    <a:pt x="4067895" y="424947"/>
                  </a:lnTo>
                  <a:lnTo>
                    <a:pt x="4126071" y="371448"/>
                  </a:lnTo>
                  <a:lnTo>
                    <a:pt x="4189132" y="322760"/>
                  </a:lnTo>
                  <a:lnTo>
                    <a:pt x="4257537" y="278372"/>
                  </a:lnTo>
                  <a:lnTo>
                    <a:pt x="4331577" y="237854"/>
                  </a:lnTo>
                  <a:lnTo>
                    <a:pt x="4411287" y="200872"/>
                  </a:lnTo>
                  <a:lnTo>
                    <a:pt x="4496343" y="167190"/>
                  </a:lnTo>
                  <a:lnTo>
                    <a:pt x="4585947" y="136671"/>
                  </a:lnTo>
                  <a:lnTo>
                    <a:pt x="4678727" y="109265"/>
                  </a:lnTo>
                  <a:lnTo>
                    <a:pt x="4772678" y="84992"/>
                  </a:lnTo>
                  <a:lnTo>
                    <a:pt x="4865195" y="63915"/>
                  </a:lnTo>
                  <a:lnTo>
                    <a:pt x="4953216" y="46094"/>
                  </a:lnTo>
                  <a:lnTo>
                    <a:pt x="5033518" y="31545"/>
                  </a:lnTo>
                  <a:lnTo>
                    <a:pt x="5103127" y="20189"/>
                  </a:lnTo>
                  <a:lnTo>
                    <a:pt x="5159771" y="11825"/>
                  </a:lnTo>
                  <a:lnTo>
                    <a:pt x="5202283" y="6118"/>
                  </a:lnTo>
                  <a:lnTo>
                    <a:pt x="5230848" y="2620"/>
                  </a:lnTo>
                  <a:lnTo>
                    <a:pt x="5247048" y="804"/>
                  </a:lnTo>
                  <a:lnTo>
                    <a:pt x="5253755" y="114"/>
                  </a:lnTo>
                  <a:lnTo>
                    <a:pt x="5254954" y="0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274" y="78"/>
                  </a:lnTo>
                  <a:lnTo>
                    <a:pt x="6733422" y="637"/>
                  </a:lnTo>
                  <a:lnTo>
                    <a:pt x="6749010" y="2180"/>
                  </a:lnTo>
                  <a:lnTo>
                    <a:pt x="6777101" y="5221"/>
                  </a:lnTo>
                  <a:lnTo>
                    <a:pt x="6819424" y="10249"/>
                  </a:lnTo>
                  <a:lnTo>
                    <a:pt x="6876241" y="17681"/>
                  </a:lnTo>
                  <a:lnTo>
                    <a:pt x="6946389" y="27828"/>
                  </a:lnTo>
                  <a:lnTo>
                    <a:pt x="7027540" y="40881"/>
                  </a:lnTo>
                  <a:lnTo>
                    <a:pt x="7116617" y="56911"/>
                  </a:lnTo>
                  <a:lnTo>
                    <a:pt x="7210281" y="75906"/>
                  </a:lnTo>
                  <a:lnTo>
                    <a:pt x="7305363" y="97810"/>
                  </a:lnTo>
                  <a:lnTo>
                    <a:pt x="7399176" y="122565"/>
                  </a:lnTo>
                  <a:lnTo>
                    <a:pt x="7489665" y="150155"/>
                  </a:lnTo>
                  <a:lnTo>
                    <a:pt x="7575440" y="180629"/>
                  </a:lnTo>
                  <a:lnTo>
                    <a:pt x="7655704" y="214120"/>
                  </a:lnTo>
                  <a:lnTo>
                    <a:pt x="7730152" y="250850"/>
                  </a:lnTo>
                  <a:lnTo>
                    <a:pt x="7798846" y="291137"/>
                  </a:lnTo>
                  <a:lnTo>
                    <a:pt x="7862109" y="335382"/>
                  </a:lnTo>
                  <a:lnTo>
                    <a:pt x="7920429" y="384066"/>
                  </a:lnTo>
                  <a:lnTo>
                    <a:pt x="7974396" y="437724"/>
                  </a:lnTo>
                  <a:lnTo>
                    <a:pt x="8024641" y="496921"/>
                  </a:lnTo>
                  <a:lnTo>
                    <a:pt x="8071802" y="562189"/>
                  </a:lnTo>
                  <a:lnTo>
                    <a:pt x="8116488" y="633952"/>
                  </a:lnTo>
                  <a:lnTo>
                    <a:pt x="8151487" y="697429"/>
                  </a:lnTo>
                  <a:lnTo>
                    <a:pt x="8183444" y="761114"/>
                  </a:lnTo>
                  <a:lnTo>
                    <a:pt x="8214688" y="828771"/>
                  </a:lnTo>
                  <a:lnTo>
                    <a:pt x="8245386" y="900480"/>
                  </a:lnTo>
                  <a:lnTo>
                    <a:pt x="8275674" y="976277"/>
                  </a:lnTo>
                  <a:lnTo>
                    <a:pt x="8305667" y="1056148"/>
                  </a:lnTo>
                  <a:lnTo>
                    <a:pt x="8335458" y="1140024"/>
                  </a:lnTo>
                  <a:lnTo>
                    <a:pt x="8365122" y="1227780"/>
                  </a:lnTo>
                  <a:lnTo>
                    <a:pt x="8394719" y="1319229"/>
                  </a:lnTo>
                  <a:lnTo>
                    <a:pt x="8424293" y="1414126"/>
                  </a:lnTo>
                  <a:lnTo>
                    <a:pt x="8453875" y="1512161"/>
                  </a:lnTo>
                  <a:lnTo>
                    <a:pt x="8483484" y="1612972"/>
                  </a:lnTo>
                  <a:lnTo>
                    <a:pt x="8513130" y="1716137"/>
                  </a:lnTo>
                  <a:lnTo>
                    <a:pt x="8542813" y="1821193"/>
                  </a:lnTo>
                  <a:lnTo>
                    <a:pt x="8572529" y="1927633"/>
                  </a:lnTo>
                  <a:lnTo>
                    <a:pt x="8602267" y="2034923"/>
                  </a:lnTo>
                  <a:lnTo>
                    <a:pt x="8632012" y="2142511"/>
                  </a:lnTo>
                  <a:lnTo>
                    <a:pt x="8661750" y="2249838"/>
                  </a:lnTo>
                  <a:lnTo>
                    <a:pt x="8691468" y="2356351"/>
                  </a:lnTo>
                  <a:lnTo>
                    <a:pt x="8721154" y="2461515"/>
                  </a:lnTo>
                  <a:lnTo>
                    <a:pt x="8750802" y="2564821"/>
                  </a:lnTo>
                  <a:lnTo>
                    <a:pt x="8780414" y="2665801"/>
                  </a:lnTo>
                  <a:lnTo>
                    <a:pt x="8809997" y="2764033"/>
                  </a:lnTo>
                  <a:lnTo>
                    <a:pt x="8839570" y="2859148"/>
                  </a:lnTo>
                  <a:lnTo>
                    <a:pt x="8869165" y="2950834"/>
                  </a:lnTo>
                  <a:lnTo>
                    <a:pt x="8898823" y="3038842"/>
                  </a:lnTo>
                  <a:lnTo>
                    <a:pt x="8928603" y="3122980"/>
                  </a:lnTo>
                  <a:lnTo>
                    <a:pt x="8958580" y="3203119"/>
                  </a:lnTo>
                  <a:lnTo>
                    <a:pt x="8988845" y="3279188"/>
                  </a:lnTo>
                  <a:lnTo>
                    <a:pt x="9019511" y="3351168"/>
                  </a:lnTo>
                  <a:lnTo>
                    <a:pt x="9050715" y="3419092"/>
                  </a:lnTo>
                  <a:lnTo>
                    <a:pt x="9082619" y="3483038"/>
                  </a:lnTo>
                  <a:lnTo>
                    <a:pt x="9084767" y="3487145"/>
                  </a:lnTo>
                  <a:lnTo>
                    <a:pt x="9127844" y="3564354"/>
                  </a:lnTo>
                  <a:lnTo>
                    <a:pt x="9172943" y="3634897"/>
                  </a:lnTo>
                  <a:lnTo>
                    <a:pt x="9220626" y="3699009"/>
                  </a:lnTo>
                  <a:lnTo>
                    <a:pt x="9271508" y="3757143"/>
                  </a:lnTo>
                  <a:lnTo>
                    <a:pt x="9326231" y="3809842"/>
                  </a:lnTo>
                  <a:lnTo>
                    <a:pt x="9385421" y="3857668"/>
                  </a:lnTo>
                  <a:lnTo>
                    <a:pt x="9449652" y="3901150"/>
                  </a:lnTo>
                  <a:lnTo>
                    <a:pt x="9519389" y="3940753"/>
                  </a:lnTo>
                  <a:lnTo>
                    <a:pt x="9594914" y="3976865"/>
                  </a:lnTo>
                  <a:lnTo>
                    <a:pt x="9676230" y="4009785"/>
                  </a:lnTo>
                  <a:lnTo>
                    <a:pt x="9762950" y="4039720"/>
                  </a:lnTo>
                  <a:lnTo>
                    <a:pt x="9854176" y="4066786"/>
                  </a:lnTo>
                  <a:lnTo>
                    <a:pt x="9948397" y="4091018"/>
                  </a:lnTo>
                  <a:lnTo>
                    <a:pt x="10043437" y="4112391"/>
                  </a:lnTo>
                  <a:lnTo>
                    <a:pt x="10136503" y="4130843"/>
                  </a:lnTo>
                  <a:lnTo>
                    <a:pt x="10224369" y="4146323"/>
                  </a:lnTo>
                  <a:lnTo>
                    <a:pt x="10303707" y="4158831"/>
                  </a:lnTo>
                  <a:lnTo>
                    <a:pt x="10371543" y="4168460"/>
                  </a:lnTo>
                  <a:lnTo>
                    <a:pt x="10425734" y="4175422"/>
                  </a:lnTo>
                  <a:lnTo>
                    <a:pt x="10465369" y="4180049"/>
                  </a:lnTo>
                  <a:lnTo>
                    <a:pt x="10490984" y="4182776"/>
                  </a:lnTo>
                  <a:lnTo>
                    <a:pt x="10504564" y="4184099"/>
                  </a:lnTo>
                  <a:lnTo>
                    <a:pt x="10509400" y="4184532"/>
                  </a:lnTo>
                  <a:lnTo>
                    <a:pt x="10509911" y="4184575"/>
                  </a:lnTo>
                  <a:lnTo>
                    <a:pt x="11981298" y="418457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82" name="pl1582"/>
            <p:cNvSpPr/>
            <p:nvPr/>
          </p:nvSpPr>
          <p:spPr>
            <a:xfrm>
              <a:off x="4799595" y="4611985"/>
              <a:ext cx="11981298" cy="4707647"/>
            </a:xfrm>
            <a:custGeom>
              <a:avLst/>
              <a:pathLst>
                <a:path w="11981298" h="4707647">
                  <a:moveTo>
                    <a:pt x="11981298" y="4184575"/>
                  </a:moveTo>
                  <a:lnTo>
                    <a:pt x="10509911" y="4184575"/>
                  </a:lnTo>
                  <a:lnTo>
                    <a:pt x="10508979" y="4184496"/>
                  </a:lnTo>
                  <a:lnTo>
                    <a:pt x="10502831" y="4183938"/>
                  </a:lnTo>
                  <a:lnTo>
                    <a:pt x="10487244" y="4182394"/>
                  </a:lnTo>
                  <a:lnTo>
                    <a:pt x="10459152" y="4179353"/>
                  </a:lnTo>
                  <a:lnTo>
                    <a:pt x="10416829" y="4174325"/>
                  </a:lnTo>
                  <a:lnTo>
                    <a:pt x="10360012" y="4166893"/>
                  </a:lnTo>
                  <a:lnTo>
                    <a:pt x="10289864" y="4156746"/>
                  </a:lnTo>
                  <a:lnTo>
                    <a:pt x="10208713" y="4143693"/>
                  </a:lnTo>
                  <a:lnTo>
                    <a:pt x="10119636" y="4127663"/>
                  </a:lnTo>
                  <a:lnTo>
                    <a:pt x="10025973" y="4108668"/>
                  </a:lnTo>
                  <a:lnTo>
                    <a:pt x="9930890" y="4086764"/>
                  </a:lnTo>
                  <a:lnTo>
                    <a:pt x="9837078" y="4062009"/>
                  </a:lnTo>
                  <a:lnTo>
                    <a:pt x="9746588" y="4034419"/>
                  </a:lnTo>
                  <a:lnTo>
                    <a:pt x="9660813" y="4003945"/>
                  </a:lnTo>
                  <a:lnTo>
                    <a:pt x="9580549" y="3970455"/>
                  </a:lnTo>
                  <a:lnTo>
                    <a:pt x="9506101" y="3933724"/>
                  </a:lnTo>
                  <a:lnTo>
                    <a:pt x="9437407" y="3893437"/>
                  </a:lnTo>
                  <a:lnTo>
                    <a:pt x="9374145" y="3849192"/>
                  </a:lnTo>
                  <a:lnTo>
                    <a:pt x="9315824" y="3800508"/>
                  </a:lnTo>
                  <a:lnTo>
                    <a:pt x="9261857" y="3746850"/>
                  </a:lnTo>
                  <a:lnTo>
                    <a:pt x="9211612" y="3687654"/>
                  </a:lnTo>
                  <a:lnTo>
                    <a:pt x="9164452" y="3622385"/>
                  </a:lnTo>
                  <a:lnTo>
                    <a:pt x="9119765" y="3550622"/>
                  </a:lnTo>
                  <a:lnTo>
                    <a:pt x="9084767" y="3487145"/>
                  </a:lnTo>
                  <a:lnTo>
                    <a:pt x="9052810" y="3423460"/>
                  </a:lnTo>
                  <a:lnTo>
                    <a:pt x="9021565" y="3355803"/>
                  </a:lnTo>
                  <a:lnTo>
                    <a:pt x="8990867" y="3284094"/>
                  </a:lnTo>
                  <a:lnTo>
                    <a:pt x="8960579" y="3208297"/>
                  </a:lnTo>
                  <a:lnTo>
                    <a:pt x="8930587" y="3128426"/>
                  </a:lnTo>
                  <a:lnTo>
                    <a:pt x="8900796" y="3044550"/>
                  </a:lnTo>
                  <a:lnTo>
                    <a:pt x="8871131" y="2956794"/>
                  </a:lnTo>
                  <a:lnTo>
                    <a:pt x="8841534" y="2865345"/>
                  </a:lnTo>
                  <a:lnTo>
                    <a:pt x="8811960" y="2770449"/>
                  </a:lnTo>
                  <a:lnTo>
                    <a:pt x="8782379" y="2672413"/>
                  </a:lnTo>
                  <a:lnTo>
                    <a:pt x="8752770" y="2571602"/>
                  </a:lnTo>
                  <a:lnTo>
                    <a:pt x="8723124" y="2468437"/>
                  </a:lnTo>
                  <a:lnTo>
                    <a:pt x="8693440" y="2363381"/>
                  </a:lnTo>
                  <a:lnTo>
                    <a:pt x="8663724" y="2256942"/>
                  </a:lnTo>
                  <a:lnTo>
                    <a:pt x="8633987" y="2149651"/>
                  </a:lnTo>
                  <a:lnTo>
                    <a:pt x="8604241" y="2042063"/>
                  </a:lnTo>
                  <a:lnTo>
                    <a:pt x="8574503" y="1934736"/>
                  </a:lnTo>
                  <a:lnTo>
                    <a:pt x="8544785" y="1828223"/>
                  </a:lnTo>
                  <a:lnTo>
                    <a:pt x="8515099" y="1723059"/>
                  </a:lnTo>
                  <a:lnTo>
                    <a:pt x="8485451" y="1619753"/>
                  </a:lnTo>
                  <a:lnTo>
                    <a:pt x="8455839" y="1518773"/>
                  </a:lnTo>
                  <a:lnTo>
                    <a:pt x="8426256" y="1420541"/>
                  </a:lnTo>
                  <a:lnTo>
                    <a:pt x="8396683" y="1325426"/>
                  </a:lnTo>
                  <a:lnTo>
                    <a:pt x="8367089" y="1233740"/>
                  </a:lnTo>
                  <a:lnTo>
                    <a:pt x="8337430" y="1145732"/>
                  </a:lnTo>
                  <a:lnTo>
                    <a:pt x="8307650" y="1061594"/>
                  </a:lnTo>
                  <a:lnTo>
                    <a:pt x="8277673" y="981455"/>
                  </a:lnTo>
                  <a:lnTo>
                    <a:pt x="8247408" y="905386"/>
                  </a:lnTo>
                  <a:lnTo>
                    <a:pt x="8216742" y="833406"/>
                  </a:lnTo>
                  <a:lnTo>
                    <a:pt x="8185538" y="765482"/>
                  </a:lnTo>
                  <a:lnTo>
                    <a:pt x="8153634" y="701536"/>
                  </a:lnTo>
                  <a:lnTo>
                    <a:pt x="8151487" y="697429"/>
                  </a:lnTo>
                  <a:lnTo>
                    <a:pt x="8108409" y="620220"/>
                  </a:lnTo>
                  <a:lnTo>
                    <a:pt x="8063310" y="549677"/>
                  </a:lnTo>
                  <a:lnTo>
                    <a:pt x="8015628" y="485565"/>
                  </a:lnTo>
                  <a:lnTo>
                    <a:pt x="7964745" y="427432"/>
                  </a:lnTo>
                  <a:lnTo>
                    <a:pt x="7910022" y="374732"/>
                  </a:lnTo>
                  <a:lnTo>
                    <a:pt x="7850833" y="326906"/>
                  </a:lnTo>
                  <a:lnTo>
                    <a:pt x="7786602" y="283424"/>
                  </a:lnTo>
                  <a:lnTo>
                    <a:pt x="7716865" y="243821"/>
                  </a:lnTo>
                  <a:lnTo>
                    <a:pt x="7641340" y="207709"/>
                  </a:lnTo>
                  <a:lnTo>
                    <a:pt x="7560023" y="174789"/>
                  </a:lnTo>
                  <a:lnTo>
                    <a:pt x="7473303" y="144854"/>
                  </a:lnTo>
                  <a:lnTo>
                    <a:pt x="7382077" y="117788"/>
                  </a:lnTo>
                  <a:lnTo>
                    <a:pt x="7287856" y="93556"/>
                  </a:lnTo>
                  <a:lnTo>
                    <a:pt x="7192816" y="72184"/>
                  </a:lnTo>
                  <a:lnTo>
                    <a:pt x="7099750" y="53731"/>
                  </a:lnTo>
                  <a:lnTo>
                    <a:pt x="7011885" y="38251"/>
                  </a:lnTo>
                  <a:lnTo>
                    <a:pt x="6932547" y="25743"/>
                  </a:lnTo>
                  <a:lnTo>
                    <a:pt x="6864711" y="16114"/>
                  </a:lnTo>
                  <a:lnTo>
                    <a:pt x="6810519" y="9153"/>
                  </a:lnTo>
                  <a:lnTo>
                    <a:pt x="6770884" y="4525"/>
                  </a:lnTo>
                  <a:lnTo>
                    <a:pt x="6745269" y="1798"/>
                  </a:lnTo>
                  <a:lnTo>
                    <a:pt x="6731689" y="475"/>
                  </a:lnTo>
                  <a:lnTo>
                    <a:pt x="6726853" y="42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056" y="85"/>
                  </a:lnTo>
                  <a:lnTo>
                    <a:pt x="5248118" y="691"/>
                  </a:lnTo>
                  <a:lnTo>
                    <a:pt x="5233046" y="2365"/>
                  </a:lnTo>
                  <a:lnTo>
                    <a:pt x="5205851" y="5664"/>
                  </a:lnTo>
                  <a:lnTo>
                    <a:pt x="5164806" y="11122"/>
                  </a:lnTo>
                  <a:lnTo>
                    <a:pt x="5109584" y="19195"/>
                  </a:lnTo>
                  <a:lnTo>
                    <a:pt x="5041220" y="30232"/>
                  </a:lnTo>
                  <a:lnTo>
                    <a:pt x="4961889" y="44447"/>
                  </a:lnTo>
                  <a:lnTo>
                    <a:pt x="4874514" y="61930"/>
                  </a:lnTo>
                  <a:lnTo>
                    <a:pt x="4782313" y="82675"/>
                  </a:lnTo>
                  <a:lnTo>
                    <a:pt x="4688380" y="106622"/>
                  </a:lnTo>
                  <a:lnTo>
                    <a:pt x="4595376" y="133708"/>
                  </a:lnTo>
                  <a:lnTo>
                    <a:pt x="4505372" y="163906"/>
                  </a:lnTo>
                  <a:lnTo>
                    <a:pt x="4419802" y="197257"/>
                  </a:lnTo>
                  <a:lnTo>
                    <a:pt x="4339519" y="233890"/>
                  </a:lnTo>
                  <a:lnTo>
                    <a:pt x="4264892" y="274030"/>
                  </a:lnTo>
                  <a:lnTo>
                    <a:pt x="4195918" y="318002"/>
                  </a:lnTo>
                  <a:lnTo>
                    <a:pt x="4132326" y="366225"/>
                  </a:lnTo>
                  <a:lnTo>
                    <a:pt x="4073672" y="419204"/>
                  </a:lnTo>
                  <a:lnTo>
                    <a:pt x="4019404" y="477509"/>
                  </a:lnTo>
                  <a:lnTo>
                    <a:pt x="3968918" y="541749"/>
                  </a:lnTo>
                  <a:lnTo>
                    <a:pt x="3921598" y="612519"/>
                  </a:lnTo>
                  <a:lnTo>
                    <a:pt x="3876846" y="690320"/>
                  </a:lnTo>
                  <a:lnTo>
                    <a:pt x="3834113" y="775434"/>
                  </a:lnTo>
                  <a:lnTo>
                    <a:pt x="3829811" y="784607"/>
                  </a:lnTo>
                  <a:lnTo>
                    <a:pt x="3799501" y="852408"/>
                  </a:lnTo>
                  <a:lnTo>
                    <a:pt x="3769840" y="924218"/>
                  </a:lnTo>
                  <a:lnTo>
                    <a:pt x="3740684" y="1000117"/>
                  </a:lnTo>
                  <a:lnTo>
                    <a:pt x="3711913" y="1080147"/>
                  </a:lnTo>
                  <a:lnTo>
                    <a:pt x="3683428" y="1164301"/>
                  </a:lnTo>
                  <a:lnTo>
                    <a:pt x="3655144" y="1252528"/>
                  </a:lnTo>
                  <a:lnTo>
                    <a:pt x="3626993" y="1344722"/>
                  </a:lnTo>
                  <a:lnTo>
                    <a:pt x="3598920" y="1440727"/>
                  </a:lnTo>
                  <a:lnTo>
                    <a:pt x="3570883" y="1540327"/>
                  </a:lnTo>
                  <a:lnTo>
                    <a:pt x="3542851" y="1643254"/>
                  </a:lnTo>
                  <a:lnTo>
                    <a:pt x="3514802" y="1749185"/>
                  </a:lnTo>
                  <a:lnTo>
                    <a:pt x="3486723" y="1857747"/>
                  </a:lnTo>
                  <a:lnTo>
                    <a:pt x="3458610" y="1968519"/>
                  </a:lnTo>
                  <a:lnTo>
                    <a:pt x="3430465" y="2081041"/>
                  </a:lnTo>
                  <a:lnTo>
                    <a:pt x="3402292" y="2194818"/>
                  </a:lnTo>
                  <a:lnTo>
                    <a:pt x="3374103" y="2309335"/>
                  </a:lnTo>
                  <a:lnTo>
                    <a:pt x="3345909" y="2424060"/>
                  </a:lnTo>
                  <a:lnTo>
                    <a:pt x="3317722" y="2538457"/>
                  </a:lnTo>
                  <a:lnTo>
                    <a:pt x="3289555" y="2651997"/>
                  </a:lnTo>
                  <a:lnTo>
                    <a:pt x="3261416" y="2764168"/>
                  </a:lnTo>
                  <a:lnTo>
                    <a:pt x="3233311" y="2874482"/>
                  </a:lnTo>
                  <a:lnTo>
                    <a:pt x="3205240" y="2982488"/>
                  </a:lnTo>
                  <a:lnTo>
                    <a:pt x="3177196" y="3087776"/>
                  </a:lnTo>
                  <a:lnTo>
                    <a:pt x="3149165" y="3189983"/>
                  </a:lnTo>
                  <a:lnTo>
                    <a:pt x="3121123" y="3288797"/>
                  </a:lnTo>
                  <a:lnTo>
                    <a:pt x="3093037" y="3383962"/>
                  </a:lnTo>
                  <a:lnTo>
                    <a:pt x="3064861" y="3475278"/>
                  </a:lnTo>
                  <a:lnTo>
                    <a:pt x="3036539" y="3562597"/>
                  </a:lnTo>
                  <a:lnTo>
                    <a:pt x="3007997" y="3645828"/>
                  </a:lnTo>
                  <a:lnTo>
                    <a:pt x="2979150" y="3724929"/>
                  </a:lnTo>
                  <a:lnTo>
                    <a:pt x="2949891" y="3799905"/>
                  </a:lnTo>
                  <a:lnTo>
                    <a:pt x="2920097" y="3870807"/>
                  </a:lnTo>
                  <a:lnTo>
                    <a:pt x="2896531" y="3923039"/>
                  </a:lnTo>
                  <a:lnTo>
                    <a:pt x="2853978" y="4008908"/>
                  </a:lnTo>
                  <a:lnTo>
                    <a:pt x="2809457" y="4087453"/>
                  </a:lnTo>
                  <a:lnTo>
                    <a:pt x="2762428" y="4158926"/>
                  </a:lnTo>
                  <a:lnTo>
                    <a:pt x="2712297" y="4223811"/>
                  </a:lnTo>
                  <a:lnTo>
                    <a:pt x="2658447" y="4282699"/>
                  </a:lnTo>
                  <a:lnTo>
                    <a:pt x="2600271" y="4336198"/>
                  </a:lnTo>
                  <a:lnTo>
                    <a:pt x="2537210" y="4384886"/>
                  </a:lnTo>
                  <a:lnTo>
                    <a:pt x="2468805" y="4429274"/>
                  </a:lnTo>
                  <a:lnTo>
                    <a:pt x="2394765" y="4469792"/>
                  </a:lnTo>
                  <a:lnTo>
                    <a:pt x="2315055" y="4506774"/>
                  </a:lnTo>
                  <a:lnTo>
                    <a:pt x="2229999" y="4540456"/>
                  </a:lnTo>
                  <a:lnTo>
                    <a:pt x="2140395" y="4570975"/>
                  </a:lnTo>
                  <a:lnTo>
                    <a:pt x="2047615" y="4598381"/>
                  </a:lnTo>
                  <a:lnTo>
                    <a:pt x="1953664" y="4622654"/>
                  </a:lnTo>
                  <a:lnTo>
                    <a:pt x="1861147" y="4643731"/>
                  </a:lnTo>
                  <a:lnTo>
                    <a:pt x="1773127" y="4661552"/>
                  </a:lnTo>
                  <a:lnTo>
                    <a:pt x="1692824" y="4676101"/>
                  </a:lnTo>
                  <a:lnTo>
                    <a:pt x="1623215" y="4687457"/>
                  </a:lnTo>
                  <a:lnTo>
                    <a:pt x="1566571" y="4695821"/>
                  </a:lnTo>
                  <a:lnTo>
                    <a:pt x="1524059" y="4701528"/>
                  </a:lnTo>
                  <a:lnTo>
                    <a:pt x="1495494" y="4705026"/>
                  </a:lnTo>
                  <a:lnTo>
                    <a:pt x="1479294" y="4706842"/>
                  </a:lnTo>
                  <a:lnTo>
                    <a:pt x="1472587" y="4707532"/>
                  </a:lnTo>
                  <a:lnTo>
                    <a:pt x="1471388" y="4707646"/>
                  </a:lnTo>
                  <a:lnTo>
                    <a:pt x="1471387" y="4707647"/>
                  </a:lnTo>
                  <a:lnTo>
                    <a:pt x="0" y="470764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83" name="pg1583"/>
            <p:cNvSpPr/>
            <p:nvPr/>
          </p:nvSpPr>
          <p:spPr>
            <a:xfrm>
              <a:off x="4799595" y="7774935"/>
              <a:ext cx="11981298" cy="1781713"/>
            </a:xfrm>
            <a:custGeom>
              <a:avLst/>
              <a:pathLst>
                <a:path w="11981298" h="1781713">
                  <a:moveTo>
                    <a:pt x="0" y="1781713"/>
                  </a:moveTo>
                  <a:lnTo>
                    <a:pt x="1471387" y="1781713"/>
                  </a:lnTo>
                  <a:lnTo>
                    <a:pt x="1472625" y="1781709"/>
                  </a:lnTo>
                  <a:lnTo>
                    <a:pt x="1480744" y="1781680"/>
                  </a:lnTo>
                  <a:lnTo>
                    <a:pt x="1501160" y="1781599"/>
                  </a:lnTo>
                  <a:lnTo>
                    <a:pt x="1537530" y="1781440"/>
                  </a:lnTo>
                  <a:lnTo>
                    <a:pt x="1591473" y="1781178"/>
                  </a:lnTo>
                  <a:lnTo>
                    <a:pt x="1662454" y="1780795"/>
                  </a:lnTo>
                  <a:lnTo>
                    <a:pt x="1748007" y="1780277"/>
                  </a:lnTo>
                  <a:lnTo>
                    <a:pt x="1844309" y="1779618"/>
                  </a:lnTo>
                  <a:lnTo>
                    <a:pt x="1946943" y="1778818"/>
                  </a:lnTo>
                  <a:lnTo>
                    <a:pt x="2051628" y="1777881"/>
                  </a:lnTo>
                  <a:lnTo>
                    <a:pt x="2154750" y="1776808"/>
                  </a:lnTo>
                  <a:lnTo>
                    <a:pt x="2253624" y="1775601"/>
                  </a:lnTo>
                  <a:lnTo>
                    <a:pt x="2346526" y="1774256"/>
                  </a:lnTo>
                  <a:lnTo>
                    <a:pt x="2432580" y="1772765"/>
                  </a:lnTo>
                  <a:lnTo>
                    <a:pt x="2511572" y="1771115"/>
                  </a:lnTo>
                  <a:lnTo>
                    <a:pt x="2583762" y="1769287"/>
                  </a:lnTo>
                  <a:lnTo>
                    <a:pt x="2649717" y="1767258"/>
                  </a:lnTo>
                  <a:lnTo>
                    <a:pt x="2710186" y="1765000"/>
                  </a:lnTo>
                  <a:lnTo>
                    <a:pt x="2766005" y="1762485"/>
                  </a:lnTo>
                  <a:lnTo>
                    <a:pt x="2818025" y="1759684"/>
                  </a:lnTo>
                  <a:lnTo>
                    <a:pt x="2867060" y="1756575"/>
                  </a:lnTo>
                  <a:lnTo>
                    <a:pt x="2896531" y="1754470"/>
                  </a:lnTo>
                  <a:lnTo>
                    <a:pt x="2952581" y="1749963"/>
                  </a:lnTo>
                  <a:lnTo>
                    <a:pt x="3006792" y="1744963"/>
                  </a:lnTo>
                  <a:lnTo>
                    <a:pt x="3059909" y="1739464"/>
                  </a:lnTo>
                  <a:lnTo>
                    <a:pt x="3112463" y="1733481"/>
                  </a:lnTo>
                  <a:lnTo>
                    <a:pt x="3164810" y="1727050"/>
                  </a:lnTo>
                  <a:lnTo>
                    <a:pt x="3217163" y="1720229"/>
                  </a:lnTo>
                  <a:lnTo>
                    <a:pt x="3269618" y="1713101"/>
                  </a:lnTo>
                  <a:lnTo>
                    <a:pt x="3322184" y="1705767"/>
                  </a:lnTo>
                  <a:lnTo>
                    <a:pt x="3374809" y="1698339"/>
                  </a:lnTo>
                  <a:lnTo>
                    <a:pt x="3427417" y="1690937"/>
                  </a:lnTo>
                  <a:lnTo>
                    <a:pt x="3479937" y="1683681"/>
                  </a:lnTo>
                  <a:lnTo>
                    <a:pt x="3532341" y="1676678"/>
                  </a:lnTo>
                  <a:lnTo>
                    <a:pt x="3584674" y="1670020"/>
                  </a:lnTo>
                  <a:lnTo>
                    <a:pt x="3637078" y="1663781"/>
                  </a:lnTo>
                  <a:lnTo>
                    <a:pt x="3689828" y="1658009"/>
                  </a:lnTo>
                  <a:lnTo>
                    <a:pt x="3743352" y="1652731"/>
                  </a:lnTo>
                  <a:lnTo>
                    <a:pt x="3798269" y="1647951"/>
                  </a:lnTo>
                  <a:lnTo>
                    <a:pt x="3829811" y="1645496"/>
                  </a:lnTo>
                  <a:lnTo>
                    <a:pt x="3877356" y="1642190"/>
                  </a:lnTo>
                  <a:lnTo>
                    <a:pt x="3927419" y="1639198"/>
                  </a:lnTo>
                  <a:lnTo>
                    <a:pt x="3980764" y="1636507"/>
                  </a:lnTo>
                  <a:lnTo>
                    <a:pt x="4038225" y="1634091"/>
                  </a:lnTo>
                  <a:lnTo>
                    <a:pt x="4100655" y="1631923"/>
                  </a:lnTo>
                  <a:lnTo>
                    <a:pt x="4168866" y="1629972"/>
                  </a:lnTo>
                  <a:lnTo>
                    <a:pt x="4243551" y="1628213"/>
                  </a:lnTo>
                  <a:lnTo>
                    <a:pt x="4325181" y="1626625"/>
                  </a:lnTo>
                  <a:lnTo>
                    <a:pt x="4413858" y="1625190"/>
                  </a:lnTo>
                  <a:lnTo>
                    <a:pt x="4509142" y="1623897"/>
                  </a:lnTo>
                  <a:lnTo>
                    <a:pt x="4609860" y="1622741"/>
                  </a:lnTo>
                  <a:lnTo>
                    <a:pt x="4713935" y="1621718"/>
                  </a:lnTo>
                  <a:lnTo>
                    <a:pt x="4818319" y="1620832"/>
                  </a:lnTo>
                  <a:lnTo>
                    <a:pt x="4919103" y="1620085"/>
                  </a:lnTo>
                  <a:lnTo>
                    <a:pt x="5011880" y="1619479"/>
                  </a:lnTo>
                  <a:lnTo>
                    <a:pt x="5092363" y="1619013"/>
                  </a:lnTo>
                  <a:lnTo>
                    <a:pt x="5157154" y="1618677"/>
                  </a:lnTo>
                  <a:lnTo>
                    <a:pt x="5204460" y="1618456"/>
                  </a:lnTo>
                  <a:lnTo>
                    <a:pt x="5234546" y="1618329"/>
                  </a:lnTo>
                  <a:lnTo>
                    <a:pt x="5249826" y="1618271"/>
                  </a:lnTo>
                  <a:lnTo>
                    <a:pt x="5254646" y="1618254"/>
                  </a:lnTo>
                  <a:lnTo>
                    <a:pt x="5254955" y="1618253"/>
                  </a:lnTo>
                  <a:lnTo>
                    <a:pt x="6726343" y="1618253"/>
                  </a:lnTo>
                  <a:lnTo>
                    <a:pt x="6727549" y="1618214"/>
                  </a:lnTo>
                  <a:lnTo>
                    <a:pt x="6735470" y="1617933"/>
                  </a:lnTo>
                  <a:lnTo>
                    <a:pt x="6755402" y="1617158"/>
                  </a:lnTo>
                  <a:lnTo>
                    <a:pt x="6790949" y="1615631"/>
                  </a:lnTo>
                  <a:lnTo>
                    <a:pt x="6843753" y="1613120"/>
                  </a:lnTo>
                  <a:lnTo>
                    <a:pt x="6913371" y="1609434"/>
                  </a:lnTo>
                  <a:lnTo>
                    <a:pt x="6997477" y="1604448"/>
                  </a:lnTo>
                  <a:lnTo>
                    <a:pt x="7092400" y="1598104"/>
                  </a:lnTo>
                  <a:lnTo>
                    <a:pt x="7193847" y="1590396"/>
                  </a:lnTo>
                  <a:lnTo>
                    <a:pt x="7297615" y="1581349"/>
                  </a:lnTo>
                  <a:lnTo>
                    <a:pt x="7400118" y="1570991"/>
                  </a:lnTo>
                  <a:lnTo>
                    <a:pt x="7498651" y="1559333"/>
                  </a:lnTo>
                  <a:lnTo>
                    <a:pt x="7591447" y="1546348"/>
                  </a:lnTo>
                  <a:lnTo>
                    <a:pt x="7677571" y="1531961"/>
                  </a:lnTo>
                  <a:lnTo>
                    <a:pt x="7756750" y="1516051"/>
                  </a:lnTo>
                  <a:lnTo>
                    <a:pt x="7829190" y="1498443"/>
                  </a:lnTo>
                  <a:lnTo>
                    <a:pt x="7895411" y="1478920"/>
                  </a:lnTo>
                  <a:lnTo>
                    <a:pt x="7956126" y="1457225"/>
                  </a:lnTo>
                  <a:lnTo>
                    <a:pt x="8012141" y="1433080"/>
                  </a:lnTo>
                  <a:lnTo>
                    <a:pt x="8064286" y="1406210"/>
                  </a:lnTo>
                  <a:lnTo>
                    <a:pt x="8113365" y="1376388"/>
                  </a:lnTo>
                  <a:lnTo>
                    <a:pt x="8151487" y="1349906"/>
                  </a:lnTo>
                  <a:lnTo>
                    <a:pt x="8197209" y="1314188"/>
                  </a:lnTo>
                  <a:lnTo>
                    <a:pt x="8241611" y="1275280"/>
                  </a:lnTo>
                  <a:lnTo>
                    <a:pt x="8285128" y="1233124"/>
                  </a:lnTo>
                  <a:lnTo>
                    <a:pt x="8328096" y="1187742"/>
                  </a:lnTo>
                  <a:lnTo>
                    <a:pt x="8370764" y="1139249"/>
                  </a:lnTo>
                  <a:lnTo>
                    <a:pt x="8413310" y="1087854"/>
                  </a:lnTo>
                  <a:lnTo>
                    <a:pt x="8455849" y="1033869"/>
                  </a:lnTo>
                  <a:lnTo>
                    <a:pt x="8498445" y="977700"/>
                  </a:lnTo>
                  <a:lnTo>
                    <a:pt x="8541118" y="919844"/>
                  </a:lnTo>
                  <a:lnTo>
                    <a:pt x="8583858" y="860864"/>
                  </a:lnTo>
                  <a:lnTo>
                    <a:pt x="8626632" y="801374"/>
                  </a:lnTo>
                  <a:lnTo>
                    <a:pt x="8669397" y="742012"/>
                  </a:lnTo>
                  <a:lnTo>
                    <a:pt x="8712114" y="683407"/>
                  </a:lnTo>
                  <a:lnTo>
                    <a:pt x="8754756" y="626158"/>
                  </a:lnTo>
                  <a:lnTo>
                    <a:pt x="8797325" y="570803"/>
                  </a:lnTo>
                  <a:lnTo>
                    <a:pt x="8839856" y="517804"/>
                  </a:lnTo>
                  <a:lnTo>
                    <a:pt x="8882433" y="467531"/>
                  </a:lnTo>
                  <a:lnTo>
                    <a:pt x="8925196" y="420256"/>
                  </a:lnTo>
                  <a:lnTo>
                    <a:pt x="8968348" y="376148"/>
                  </a:lnTo>
                  <a:lnTo>
                    <a:pt x="9012172" y="335286"/>
                  </a:lnTo>
                  <a:lnTo>
                    <a:pt x="9057040" y="297657"/>
                  </a:lnTo>
                  <a:lnTo>
                    <a:pt x="9084767" y="276519"/>
                  </a:lnTo>
                  <a:lnTo>
                    <a:pt x="9131894" y="244213"/>
                  </a:lnTo>
                  <a:lnTo>
                    <a:pt x="9181490" y="214958"/>
                  </a:lnTo>
                  <a:lnTo>
                    <a:pt x="9234298" y="188618"/>
                  </a:lnTo>
                  <a:lnTo>
                    <a:pt x="9291130" y="164954"/>
                  </a:lnTo>
                  <a:lnTo>
                    <a:pt x="9352818" y="143687"/>
                  </a:lnTo>
                  <a:lnTo>
                    <a:pt x="9420156" y="124542"/>
                  </a:lnTo>
                  <a:lnTo>
                    <a:pt x="9493828" y="107268"/>
                  </a:lnTo>
                  <a:lnTo>
                    <a:pt x="9574306" y="91655"/>
                  </a:lnTo>
                  <a:lnTo>
                    <a:pt x="9661719" y="77539"/>
                  </a:lnTo>
                  <a:lnTo>
                    <a:pt x="9755685" y="64806"/>
                  </a:lnTo>
                  <a:lnTo>
                    <a:pt x="9855125" y="53393"/>
                  </a:lnTo>
                  <a:lnTo>
                    <a:pt x="9958099" y="43280"/>
                  </a:lnTo>
                  <a:lnTo>
                    <a:pt x="10061730" y="34481"/>
                  </a:lnTo>
                  <a:lnTo>
                    <a:pt x="10162284" y="27028"/>
                  </a:lnTo>
                  <a:lnTo>
                    <a:pt x="10255497" y="20940"/>
                  </a:lnTo>
                  <a:lnTo>
                    <a:pt x="10337135" y="16205"/>
                  </a:lnTo>
                  <a:lnTo>
                    <a:pt x="10403726" y="12750"/>
                  </a:lnTo>
                  <a:lnTo>
                    <a:pt x="10453265" y="10440"/>
                  </a:lnTo>
                  <a:lnTo>
                    <a:pt x="10485696" y="9073"/>
                  </a:lnTo>
                  <a:lnTo>
                    <a:pt x="10503045" y="8410"/>
                  </a:lnTo>
                  <a:lnTo>
                    <a:pt x="10509257" y="8194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8704" y="39"/>
                  </a:lnTo>
                  <a:lnTo>
                    <a:pt x="10500783" y="319"/>
                  </a:lnTo>
                  <a:lnTo>
                    <a:pt x="10480851" y="1095"/>
                  </a:lnTo>
                  <a:lnTo>
                    <a:pt x="10445305" y="2621"/>
                  </a:lnTo>
                  <a:lnTo>
                    <a:pt x="10392501" y="5133"/>
                  </a:lnTo>
                  <a:lnTo>
                    <a:pt x="10322882" y="8819"/>
                  </a:lnTo>
                  <a:lnTo>
                    <a:pt x="10238776" y="13805"/>
                  </a:lnTo>
                  <a:lnTo>
                    <a:pt x="10143854" y="20149"/>
                  </a:lnTo>
                  <a:lnTo>
                    <a:pt x="10042407" y="27857"/>
                  </a:lnTo>
                  <a:lnTo>
                    <a:pt x="9938638" y="36904"/>
                  </a:lnTo>
                  <a:lnTo>
                    <a:pt x="9836135" y="47261"/>
                  </a:lnTo>
                  <a:lnTo>
                    <a:pt x="9737602" y="58919"/>
                  </a:lnTo>
                  <a:lnTo>
                    <a:pt x="9644807" y="71905"/>
                  </a:lnTo>
                  <a:lnTo>
                    <a:pt x="9558682" y="86291"/>
                  </a:lnTo>
                  <a:lnTo>
                    <a:pt x="9479503" y="102202"/>
                  </a:lnTo>
                  <a:lnTo>
                    <a:pt x="9407064" y="119809"/>
                  </a:lnTo>
                  <a:lnTo>
                    <a:pt x="9340842" y="139333"/>
                  </a:lnTo>
                  <a:lnTo>
                    <a:pt x="9280127" y="161027"/>
                  </a:lnTo>
                  <a:lnTo>
                    <a:pt x="9224113" y="185173"/>
                  </a:lnTo>
                  <a:lnTo>
                    <a:pt x="9171967" y="212043"/>
                  </a:lnTo>
                  <a:lnTo>
                    <a:pt x="9122888" y="241865"/>
                  </a:lnTo>
                  <a:lnTo>
                    <a:pt x="9084767" y="268346"/>
                  </a:lnTo>
                  <a:lnTo>
                    <a:pt x="9039044" y="304065"/>
                  </a:lnTo>
                  <a:lnTo>
                    <a:pt x="8994643" y="342973"/>
                  </a:lnTo>
                  <a:lnTo>
                    <a:pt x="8951125" y="385129"/>
                  </a:lnTo>
                  <a:lnTo>
                    <a:pt x="8908157" y="430510"/>
                  </a:lnTo>
                  <a:lnTo>
                    <a:pt x="8865489" y="479004"/>
                  </a:lnTo>
                  <a:lnTo>
                    <a:pt x="8822943" y="530399"/>
                  </a:lnTo>
                  <a:lnTo>
                    <a:pt x="8780404" y="584384"/>
                  </a:lnTo>
                  <a:lnTo>
                    <a:pt x="8737808" y="640552"/>
                  </a:lnTo>
                  <a:lnTo>
                    <a:pt x="8695135" y="698409"/>
                  </a:lnTo>
                  <a:lnTo>
                    <a:pt x="8652395" y="757389"/>
                  </a:lnTo>
                  <a:lnTo>
                    <a:pt x="8609621" y="816878"/>
                  </a:lnTo>
                  <a:lnTo>
                    <a:pt x="8566856" y="876241"/>
                  </a:lnTo>
                  <a:lnTo>
                    <a:pt x="8524139" y="934846"/>
                  </a:lnTo>
                  <a:lnTo>
                    <a:pt x="8481497" y="992095"/>
                  </a:lnTo>
                  <a:lnTo>
                    <a:pt x="8438929" y="1047450"/>
                  </a:lnTo>
                  <a:lnTo>
                    <a:pt x="8396397" y="1100449"/>
                  </a:lnTo>
                  <a:lnTo>
                    <a:pt x="8353820" y="1150721"/>
                  </a:lnTo>
                  <a:lnTo>
                    <a:pt x="8311057" y="1197997"/>
                  </a:lnTo>
                  <a:lnTo>
                    <a:pt x="8267905" y="1242104"/>
                  </a:lnTo>
                  <a:lnTo>
                    <a:pt x="8224081" y="1282967"/>
                  </a:lnTo>
                  <a:lnTo>
                    <a:pt x="8179214" y="1320595"/>
                  </a:lnTo>
                  <a:lnTo>
                    <a:pt x="8151487" y="1341733"/>
                  </a:lnTo>
                  <a:lnTo>
                    <a:pt x="8104360" y="1374040"/>
                  </a:lnTo>
                  <a:lnTo>
                    <a:pt x="8054764" y="1403295"/>
                  </a:lnTo>
                  <a:lnTo>
                    <a:pt x="8001955" y="1429635"/>
                  </a:lnTo>
                  <a:lnTo>
                    <a:pt x="7945123" y="1453299"/>
                  </a:lnTo>
                  <a:lnTo>
                    <a:pt x="7883435" y="1474566"/>
                  </a:lnTo>
                  <a:lnTo>
                    <a:pt x="7816097" y="1493711"/>
                  </a:lnTo>
                  <a:lnTo>
                    <a:pt x="7742426" y="1510985"/>
                  </a:lnTo>
                  <a:lnTo>
                    <a:pt x="7661948" y="1526598"/>
                  </a:lnTo>
                  <a:lnTo>
                    <a:pt x="7574534" y="1540714"/>
                  </a:lnTo>
                  <a:lnTo>
                    <a:pt x="7480568" y="1553447"/>
                  </a:lnTo>
                  <a:lnTo>
                    <a:pt x="7381129" y="1564860"/>
                  </a:lnTo>
                  <a:lnTo>
                    <a:pt x="7278154" y="1574973"/>
                  </a:lnTo>
                  <a:lnTo>
                    <a:pt x="7174524" y="1583771"/>
                  </a:lnTo>
                  <a:lnTo>
                    <a:pt x="7073969" y="1591225"/>
                  </a:lnTo>
                  <a:lnTo>
                    <a:pt x="6980756" y="1597313"/>
                  </a:lnTo>
                  <a:lnTo>
                    <a:pt x="6899118" y="1602048"/>
                  </a:lnTo>
                  <a:lnTo>
                    <a:pt x="6832528" y="1605502"/>
                  </a:lnTo>
                  <a:lnTo>
                    <a:pt x="6782989" y="1607813"/>
                  </a:lnTo>
                  <a:lnTo>
                    <a:pt x="6750558" y="1609180"/>
                  </a:lnTo>
                  <a:lnTo>
                    <a:pt x="6733208" y="1609843"/>
                  </a:lnTo>
                  <a:lnTo>
                    <a:pt x="6726996" y="1610059"/>
                  </a:lnTo>
                  <a:lnTo>
                    <a:pt x="6726343" y="1610080"/>
                  </a:lnTo>
                  <a:lnTo>
                    <a:pt x="5254955" y="1610080"/>
                  </a:lnTo>
                  <a:lnTo>
                    <a:pt x="5253718" y="1610084"/>
                  </a:lnTo>
                  <a:lnTo>
                    <a:pt x="5245598" y="1610114"/>
                  </a:lnTo>
                  <a:lnTo>
                    <a:pt x="5225182" y="1610194"/>
                  </a:lnTo>
                  <a:lnTo>
                    <a:pt x="5188812" y="1610353"/>
                  </a:lnTo>
                  <a:lnTo>
                    <a:pt x="5134869" y="1610615"/>
                  </a:lnTo>
                  <a:lnTo>
                    <a:pt x="5063888" y="1610999"/>
                  </a:lnTo>
                  <a:lnTo>
                    <a:pt x="4978335" y="1611517"/>
                  </a:lnTo>
                  <a:lnTo>
                    <a:pt x="4882033" y="1612176"/>
                  </a:lnTo>
                  <a:lnTo>
                    <a:pt x="4779399" y="1612975"/>
                  </a:lnTo>
                  <a:lnTo>
                    <a:pt x="4674714" y="1613913"/>
                  </a:lnTo>
                  <a:lnTo>
                    <a:pt x="4571592" y="1614985"/>
                  </a:lnTo>
                  <a:lnTo>
                    <a:pt x="4472719" y="1616192"/>
                  </a:lnTo>
                  <a:lnTo>
                    <a:pt x="4379816" y="1617537"/>
                  </a:lnTo>
                  <a:lnTo>
                    <a:pt x="4293762" y="1619028"/>
                  </a:lnTo>
                  <a:lnTo>
                    <a:pt x="4214770" y="1620678"/>
                  </a:lnTo>
                  <a:lnTo>
                    <a:pt x="4142580" y="1622506"/>
                  </a:lnTo>
                  <a:lnTo>
                    <a:pt x="4076625" y="1624535"/>
                  </a:lnTo>
                  <a:lnTo>
                    <a:pt x="4016156" y="1626793"/>
                  </a:lnTo>
                  <a:lnTo>
                    <a:pt x="3960337" y="1629308"/>
                  </a:lnTo>
                  <a:lnTo>
                    <a:pt x="3908317" y="1632110"/>
                  </a:lnTo>
                  <a:lnTo>
                    <a:pt x="3859282" y="1635219"/>
                  </a:lnTo>
                  <a:lnTo>
                    <a:pt x="3829811" y="1637323"/>
                  </a:lnTo>
                  <a:lnTo>
                    <a:pt x="3773761" y="1641831"/>
                  </a:lnTo>
                  <a:lnTo>
                    <a:pt x="3719550" y="1646831"/>
                  </a:lnTo>
                  <a:lnTo>
                    <a:pt x="3666433" y="1652329"/>
                  </a:lnTo>
                  <a:lnTo>
                    <a:pt x="3613879" y="1658312"/>
                  </a:lnTo>
                  <a:lnTo>
                    <a:pt x="3561532" y="1664744"/>
                  </a:lnTo>
                  <a:lnTo>
                    <a:pt x="3509179" y="1671564"/>
                  </a:lnTo>
                  <a:lnTo>
                    <a:pt x="3456724" y="1678692"/>
                  </a:lnTo>
                  <a:lnTo>
                    <a:pt x="3404158" y="1686027"/>
                  </a:lnTo>
                  <a:lnTo>
                    <a:pt x="3351533" y="1693455"/>
                  </a:lnTo>
                  <a:lnTo>
                    <a:pt x="3298925" y="1700856"/>
                  </a:lnTo>
                  <a:lnTo>
                    <a:pt x="3246405" y="1708113"/>
                  </a:lnTo>
                  <a:lnTo>
                    <a:pt x="3194001" y="1715116"/>
                  </a:lnTo>
                  <a:lnTo>
                    <a:pt x="3141668" y="1721773"/>
                  </a:lnTo>
                  <a:lnTo>
                    <a:pt x="3089264" y="1728012"/>
                  </a:lnTo>
                  <a:lnTo>
                    <a:pt x="3036514" y="1733784"/>
                  </a:lnTo>
                  <a:lnTo>
                    <a:pt x="2982991" y="1739063"/>
                  </a:lnTo>
                  <a:lnTo>
                    <a:pt x="2928073" y="1743843"/>
                  </a:lnTo>
                  <a:lnTo>
                    <a:pt x="2896531" y="1746297"/>
                  </a:lnTo>
                  <a:lnTo>
                    <a:pt x="2848986" y="1749604"/>
                  </a:lnTo>
                  <a:lnTo>
                    <a:pt x="2798923" y="1752595"/>
                  </a:lnTo>
                  <a:lnTo>
                    <a:pt x="2745579" y="1755287"/>
                  </a:lnTo>
                  <a:lnTo>
                    <a:pt x="2688117" y="1757702"/>
                  </a:lnTo>
                  <a:lnTo>
                    <a:pt x="2625687" y="1759871"/>
                  </a:lnTo>
                  <a:lnTo>
                    <a:pt x="2557476" y="1761822"/>
                  </a:lnTo>
                  <a:lnTo>
                    <a:pt x="2482791" y="1763580"/>
                  </a:lnTo>
                  <a:lnTo>
                    <a:pt x="2401161" y="1765169"/>
                  </a:lnTo>
                  <a:lnTo>
                    <a:pt x="2312484" y="1766604"/>
                  </a:lnTo>
                  <a:lnTo>
                    <a:pt x="2217200" y="1767896"/>
                  </a:lnTo>
                  <a:lnTo>
                    <a:pt x="2116482" y="1769053"/>
                  </a:lnTo>
                  <a:lnTo>
                    <a:pt x="2012407" y="1770075"/>
                  </a:lnTo>
                  <a:lnTo>
                    <a:pt x="1908023" y="1770961"/>
                  </a:lnTo>
                  <a:lnTo>
                    <a:pt x="1807239" y="1771708"/>
                  </a:lnTo>
                  <a:lnTo>
                    <a:pt x="1714462" y="1772314"/>
                  </a:lnTo>
                  <a:lnTo>
                    <a:pt x="1633979" y="1772781"/>
                  </a:lnTo>
                  <a:lnTo>
                    <a:pt x="1569188" y="1773117"/>
                  </a:lnTo>
                  <a:lnTo>
                    <a:pt x="1521882" y="1773337"/>
                  </a:lnTo>
                  <a:lnTo>
                    <a:pt x="1491796" y="1773464"/>
                  </a:lnTo>
                  <a:lnTo>
                    <a:pt x="1476516" y="1773522"/>
                  </a:lnTo>
                  <a:lnTo>
                    <a:pt x="1471696" y="1773539"/>
                  </a:lnTo>
                  <a:lnTo>
                    <a:pt x="1471387" y="1773540"/>
                  </a:lnTo>
                  <a:lnTo>
                    <a:pt x="0" y="1773540"/>
                  </a:lnTo>
                  <a:close/>
                </a:path>
              </a:pathLst>
            </a:custGeom>
            <a:solidFill>
              <a:srgbClr val="8BC34A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584" name="pl1584"/>
            <p:cNvSpPr/>
            <p:nvPr/>
          </p:nvSpPr>
          <p:spPr>
            <a:xfrm>
              <a:off x="4799595" y="7783108"/>
              <a:ext cx="11981298" cy="1773540"/>
            </a:xfrm>
            <a:custGeom>
              <a:avLst/>
              <a:pathLst>
                <a:path w="11981298" h="1773540">
                  <a:moveTo>
                    <a:pt x="0" y="1773540"/>
                  </a:moveTo>
                  <a:lnTo>
                    <a:pt x="1471387" y="1773540"/>
                  </a:lnTo>
                  <a:lnTo>
                    <a:pt x="1472625" y="1773536"/>
                  </a:lnTo>
                  <a:lnTo>
                    <a:pt x="1480744" y="1773507"/>
                  </a:lnTo>
                  <a:lnTo>
                    <a:pt x="1501160" y="1773426"/>
                  </a:lnTo>
                  <a:lnTo>
                    <a:pt x="1537530" y="1773267"/>
                  </a:lnTo>
                  <a:lnTo>
                    <a:pt x="1591473" y="1773005"/>
                  </a:lnTo>
                  <a:lnTo>
                    <a:pt x="1662454" y="1772622"/>
                  </a:lnTo>
                  <a:lnTo>
                    <a:pt x="1748007" y="1772104"/>
                  </a:lnTo>
                  <a:lnTo>
                    <a:pt x="1844309" y="1771445"/>
                  </a:lnTo>
                  <a:lnTo>
                    <a:pt x="1946943" y="1770645"/>
                  </a:lnTo>
                  <a:lnTo>
                    <a:pt x="2051628" y="1769708"/>
                  </a:lnTo>
                  <a:lnTo>
                    <a:pt x="2154750" y="1768635"/>
                  </a:lnTo>
                  <a:lnTo>
                    <a:pt x="2253624" y="1767428"/>
                  </a:lnTo>
                  <a:lnTo>
                    <a:pt x="2346526" y="1766083"/>
                  </a:lnTo>
                  <a:lnTo>
                    <a:pt x="2432580" y="1764592"/>
                  </a:lnTo>
                  <a:lnTo>
                    <a:pt x="2511572" y="1762942"/>
                  </a:lnTo>
                  <a:lnTo>
                    <a:pt x="2583762" y="1761114"/>
                  </a:lnTo>
                  <a:lnTo>
                    <a:pt x="2649717" y="1759085"/>
                  </a:lnTo>
                  <a:lnTo>
                    <a:pt x="2710186" y="1756827"/>
                  </a:lnTo>
                  <a:lnTo>
                    <a:pt x="2766005" y="1754312"/>
                  </a:lnTo>
                  <a:lnTo>
                    <a:pt x="2818025" y="1751511"/>
                  </a:lnTo>
                  <a:lnTo>
                    <a:pt x="2867060" y="1748402"/>
                  </a:lnTo>
                  <a:lnTo>
                    <a:pt x="2896531" y="1746297"/>
                  </a:lnTo>
                  <a:lnTo>
                    <a:pt x="2952581" y="1741790"/>
                  </a:lnTo>
                  <a:lnTo>
                    <a:pt x="3006792" y="1736790"/>
                  </a:lnTo>
                  <a:lnTo>
                    <a:pt x="3059909" y="1731291"/>
                  </a:lnTo>
                  <a:lnTo>
                    <a:pt x="3112463" y="1725308"/>
                  </a:lnTo>
                  <a:lnTo>
                    <a:pt x="3164810" y="1718877"/>
                  </a:lnTo>
                  <a:lnTo>
                    <a:pt x="3217163" y="1712056"/>
                  </a:lnTo>
                  <a:lnTo>
                    <a:pt x="3269618" y="1704928"/>
                  </a:lnTo>
                  <a:lnTo>
                    <a:pt x="3322184" y="1697594"/>
                  </a:lnTo>
                  <a:lnTo>
                    <a:pt x="3374809" y="1690166"/>
                  </a:lnTo>
                  <a:lnTo>
                    <a:pt x="3427417" y="1682764"/>
                  </a:lnTo>
                  <a:lnTo>
                    <a:pt x="3479937" y="1675508"/>
                  </a:lnTo>
                  <a:lnTo>
                    <a:pt x="3532341" y="1668505"/>
                  </a:lnTo>
                  <a:lnTo>
                    <a:pt x="3584674" y="1661847"/>
                  </a:lnTo>
                  <a:lnTo>
                    <a:pt x="3637078" y="1655608"/>
                  </a:lnTo>
                  <a:lnTo>
                    <a:pt x="3689828" y="1649836"/>
                  </a:lnTo>
                  <a:lnTo>
                    <a:pt x="3743352" y="1644558"/>
                  </a:lnTo>
                  <a:lnTo>
                    <a:pt x="3798269" y="1639778"/>
                  </a:lnTo>
                  <a:lnTo>
                    <a:pt x="3829811" y="1637323"/>
                  </a:lnTo>
                  <a:lnTo>
                    <a:pt x="3877356" y="1634017"/>
                  </a:lnTo>
                  <a:lnTo>
                    <a:pt x="3927419" y="1631025"/>
                  </a:lnTo>
                  <a:lnTo>
                    <a:pt x="3980764" y="1628334"/>
                  </a:lnTo>
                  <a:lnTo>
                    <a:pt x="4038225" y="1625918"/>
                  </a:lnTo>
                  <a:lnTo>
                    <a:pt x="4100655" y="1623750"/>
                  </a:lnTo>
                  <a:lnTo>
                    <a:pt x="4168866" y="1621799"/>
                  </a:lnTo>
                  <a:lnTo>
                    <a:pt x="4243551" y="1620040"/>
                  </a:lnTo>
                  <a:lnTo>
                    <a:pt x="4325181" y="1618452"/>
                  </a:lnTo>
                  <a:lnTo>
                    <a:pt x="4413858" y="1617017"/>
                  </a:lnTo>
                  <a:lnTo>
                    <a:pt x="4509142" y="1615724"/>
                  </a:lnTo>
                  <a:lnTo>
                    <a:pt x="4609860" y="1614568"/>
                  </a:lnTo>
                  <a:lnTo>
                    <a:pt x="4713935" y="1613545"/>
                  </a:lnTo>
                  <a:lnTo>
                    <a:pt x="4818319" y="1612659"/>
                  </a:lnTo>
                  <a:lnTo>
                    <a:pt x="4919103" y="1611912"/>
                  </a:lnTo>
                  <a:lnTo>
                    <a:pt x="5011880" y="1611306"/>
                  </a:lnTo>
                  <a:lnTo>
                    <a:pt x="5092363" y="1610840"/>
                  </a:lnTo>
                  <a:lnTo>
                    <a:pt x="5157154" y="1610504"/>
                  </a:lnTo>
                  <a:lnTo>
                    <a:pt x="5204460" y="1610283"/>
                  </a:lnTo>
                  <a:lnTo>
                    <a:pt x="5234546" y="1610156"/>
                  </a:lnTo>
                  <a:lnTo>
                    <a:pt x="5249826" y="1610098"/>
                  </a:lnTo>
                  <a:lnTo>
                    <a:pt x="5254646" y="1610081"/>
                  </a:lnTo>
                  <a:lnTo>
                    <a:pt x="5254955" y="1610080"/>
                  </a:lnTo>
                  <a:lnTo>
                    <a:pt x="6726343" y="1610080"/>
                  </a:lnTo>
                  <a:lnTo>
                    <a:pt x="6727549" y="1610041"/>
                  </a:lnTo>
                  <a:lnTo>
                    <a:pt x="6735470" y="1609760"/>
                  </a:lnTo>
                  <a:lnTo>
                    <a:pt x="6755402" y="1608985"/>
                  </a:lnTo>
                  <a:lnTo>
                    <a:pt x="6790949" y="1607458"/>
                  </a:lnTo>
                  <a:lnTo>
                    <a:pt x="6843753" y="1604947"/>
                  </a:lnTo>
                  <a:lnTo>
                    <a:pt x="6913371" y="1601261"/>
                  </a:lnTo>
                  <a:lnTo>
                    <a:pt x="6997477" y="1596275"/>
                  </a:lnTo>
                  <a:lnTo>
                    <a:pt x="7092400" y="1589931"/>
                  </a:lnTo>
                  <a:lnTo>
                    <a:pt x="7193847" y="1582223"/>
                  </a:lnTo>
                  <a:lnTo>
                    <a:pt x="7297615" y="1573176"/>
                  </a:lnTo>
                  <a:lnTo>
                    <a:pt x="7400118" y="1562818"/>
                  </a:lnTo>
                  <a:lnTo>
                    <a:pt x="7498651" y="1551160"/>
                  </a:lnTo>
                  <a:lnTo>
                    <a:pt x="7591447" y="1538175"/>
                  </a:lnTo>
                  <a:lnTo>
                    <a:pt x="7677571" y="1523788"/>
                  </a:lnTo>
                  <a:lnTo>
                    <a:pt x="7756750" y="1507878"/>
                  </a:lnTo>
                  <a:lnTo>
                    <a:pt x="7829190" y="1490270"/>
                  </a:lnTo>
                  <a:lnTo>
                    <a:pt x="7895411" y="1470747"/>
                  </a:lnTo>
                  <a:lnTo>
                    <a:pt x="7956126" y="1449052"/>
                  </a:lnTo>
                  <a:lnTo>
                    <a:pt x="8012141" y="1424907"/>
                  </a:lnTo>
                  <a:lnTo>
                    <a:pt x="8064286" y="1398037"/>
                  </a:lnTo>
                  <a:lnTo>
                    <a:pt x="8113365" y="1368215"/>
                  </a:lnTo>
                  <a:lnTo>
                    <a:pt x="8151487" y="1341733"/>
                  </a:lnTo>
                  <a:lnTo>
                    <a:pt x="8197209" y="1306015"/>
                  </a:lnTo>
                  <a:lnTo>
                    <a:pt x="8241611" y="1267107"/>
                  </a:lnTo>
                  <a:lnTo>
                    <a:pt x="8285128" y="1224951"/>
                  </a:lnTo>
                  <a:lnTo>
                    <a:pt x="8328096" y="1179569"/>
                  </a:lnTo>
                  <a:lnTo>
                    <a:pt x="8370764" y="1131076"/>
                  </a:lnTo>
                  <a:lnTo>
                    <a:pt x="8413310" y="1079681"/>
                  </a:lnTo>
                  <a:lnTo>
                    <a:pt x="8455849" y="1025696"/>
                  </a:lnTo>
                  <a:lnTo>
                    <a:pt x="8498445" y="969527"/>
                  </a:lnTo>
                  <a:lnTo>
                    <a:pt x="8541118" y="911671"/>
                  </a:lnTo>
                  <a:lnTo>
                    <a:pt x="8583858" y="852691"/>
                  </a:lnTo>
                  <a:lnTo>
                    <a:pt x="8626632" y="793201"/>
                  </a:lnTo>
                  <a:lnTo>
                    <a:pt x="8669397" y="733839"/>
                  </a:lnTo>
                  <a:lnTo>
                    <a:pt x="8712114" y="675234"/>
                  </a:lnTo>
                  <a:lnTo>
                    <a:pt x="8754756" y="617985"/>
                  </a:lnTo>
                  <a:lnTo>
                    <a:pt x="8797325" y="562630"/>
                  </a:lnTo>
                  <a:lnTo>
                    <a:pt x="8839856" y="509631"/>
                  </a:lnTo>
                  <a:lnTo>
                    <a:pt x="8882433" y="459358"/>
                  </a:lnTo>
                  <a:lnTo>
                    <a:pt x="8925196" y="412083"/>
                  </a:lnTo>
                  <a:lnTo>
                    <a:pt x="8968348" y="367975"/>
                  </a:lnTo>
                  <a:lnTo>
                    <a:pt x="9012172" y="327113"/>
                  </a:lnTo>
                  <a:lnTo>
                    <a:pt x="9057040" y="289484"/>
                  </a:lnTo>
                  <a:lnTo>
                    <a:pt x="9084767" y="268346"/>
                  </a:lnTo>
                  <a:lnTo>
                    <a:pt x="9131894" y="236040"/>
                  </a:lnTo>
                  <a:lnTo>
                    <a:pt x="9181490" y="206785"/>
                  </a:lnTo>
                  <a:lnTo>
                    <a:pt x="9234298" y="180445"/>
                  </a:lnTo>
                  <a:lnTo>
                    <a:pt x="9291130" y="156781"/>
                  </a:lnTo>
                  <a:lnTo>
                    <a:pt x="9352818" y="135514"/>
                  </a:lnTo>
                  <a:lnTo>
                    <a:pt x="9420156" y="116369"/>
                  </a:lnTo>
                  <a:lnTo>
                    <a:pt x="9493828" y="99095"/>
                  </a:lnTo>
                  <a:lnTo>
                    <a:pt x="9574306" y="83482"/>
                  </a:lnTo>
                  <a:lnTo>
                    <a:pt x="9661719" y="69366"/>
                  </a:lnTo>
                  <a:lnTo>
                    <a:pt x="9755685" y="56633"/>
                  </a:lnTo>
                  <a:lnTo>
                    <a:pt x="9855125" y="45220"/>
                  </a:lnTo>
                  <a:lnTo>
                    <a:pt x="9958099" y="35107"/>
                  </a:lnTo>
                  <a:lnTo>
                    <a:pt x="10061730" y="26308"/>
                  </a:lnTo>
                  <a:lnTo>
                    <a:pt x="10162284" y="18855"/>
                  </a:lnTo>
                  <a:lnTo>
                    <a:pt x="10255497" y="12767"/>
                  </a:lnTo>
                  <a:lnTo>
                    <a:pt x="10337135" y="8032"/>
                  </a:lnTo>
                  <a:lnTo>
                    <a:pt x="10403726" y="4577"/>
                  </a:lnTo>
                  <a:lnTo>
                    <a:pt x="10453265" y="2267"/>
                  </a:lnTo>
                  <a:lnTo>
                    <a:pt x="10485696" y="900"/>
                  </a:lnTo>
                  <a:lnTo>
                    <a:pt x="10503045" y="237"/>
                  </a:lnTo>
                  <a:lnTo>
                    <a:pt x="10509257" y="21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85" name="pl1585"/>
            <p:cNvSpPr/>
            <p:nvPr/>
          </p:nvSpPr>
          <p:spPr>
            <a:xfrm>
              <a:off x="4799595" y="7774935"/>
              <a:ext cx="11981298" cy="1773540"/>
            </a:xfrm>
            <a:custGeom>
              <a:avLst/>
              <a:pathLst>
                <a:path w="11981298" h="1773540">
                  <a:moveTo>
                    <a:pt x="11981298" y="0"/>
                  </a:moveTo>
                  <a:lnTo>
                    <a:pt x="10509911" y="0"/>
                  </a:lnTo>
                  <a:lnTo>
                    <a:pt x="10508704" y="39"/>
                  </a:lnTo>
                  <a:lnTo>
                    <a:pt x="10500783" y="319"/>
                  </a:lnTo>
                  <a:lnTo>
                    <a:pt x="10480851" y="1095"/>
                  </a:lnTo>
                  <a:lnTo>
                    <a:pt x="10445305" y="2621"/>
                  </a:lnTo>
                  <a:lnTo>
                    <a:pt x="10392501" y="5133"/>
                  </a:lnTo>
                  <a:lnTo>
                    <a:pt x="10322882" y="8819"/>
                  </a:lnTo>
                  <a:lnTo>
                    <a:pt x="10238776" y="13805"/>
                  </a:lnTo>
                  <a:lnTo>
                    <a:pt x="10143854" y="20149"/>
                  </a:lnTo>
                  <a:lnTo>
                    <a:pt x="10042407" y="27857"/>
                  </a:lnTo>
                  <a:lnTo>
                    <a:pt x="9938638" y="36904"/>
                  </a:lnTo>
                  <a:lnTo>
                    <a:pt x="9836135" y="47261"/>
                  </a:lnTo>
                  <a:lnTo>
                    <a:pt x="9737602" y="58919"/>
                  </a:lnTo>
                  <a:lnTo>
                    <a:pt x="9644807" y="71905"/>
                  </a:lnTo>
                  <a:lnTo>
                    <a:pt x="9558682" y="86291"/>
                  </a:lnTo>
                  <a:lnTo>
                    <a:pt x="9479503" y="102202"/>
                  </a:lnTo>
                  <a:lnTo>
                    <a:pt x="9407064" y="119809"/>
                  </a:lnTo>
                  <a:lnTo>
                    <a:pt x="9340842" y="139333"/>
                  </a:lnTo>
                  <a:lnTo>
                    <a:pt x="9280127" y="161027"/>
                  </a:lnTo>
                  <a:lnTo>
                    <a:pt x="9224113" y="185173"/>
                  </a:lnTo>
                  <a:lnTo>
                    <a:pt x="9171967" y="212043"/>
                  </a:lnTo>
                  <a:lnTo>
                    <a:pt x="9122888" y="241865"/>
                  </a:lnTo>
                  <a:lnTo>
                    <a:pt x="9084767" y="268346"/>
                  </a:lnTo>
                  <a:lnTo>
                    <a:pt x="9039044" y="304065"/>
                  </a:lnTo>
                  <a:lnTo>
                    <a:pt x="8994643" y="342973"/>
                  </a:lnTo>
                  <a:lnTo>
                    <a:pt x="8951125" y="385129"/>
                  </a:lnTo>
                  <a:lnTo>
                    <a:pt x="8908157" y="430510"/>
                  </a:lnTo>
                  <a:lnTo>
                    <a:pt x="8865489" y="479004"/>
                  </a:lnTo>
                  <a:lnTo>
                    <a:pt x="8822943" y="530399"/>
                  </a:lnTo>
                  <a:lnTo>
                    <a:pt x="8780404" y="584384"/>
                  </a:lnTo>
                  <a:lnTo>
                    <a:pt x="8737808" y="640552"/>
                  </a:lnTo>
                  <a:lnTo>
                    <a:pt x="8695135" y="698409"/>
                  </a:lnTo>
                  <a:lnTo>
                    <a:pt x="8652395" y="757389"/>
                  </a:lnTo>
                  <a:lnTo>
                    <a:pt x="8609621" y="816878"/>
                  </a:lnTo>
                  <a:lnTo>
                    <a:pt x="8566856" y="876241"/>
                  </a:lnTo>
                  <a:lnTo>
                    <a:pt x="8524139" y="934846"/>
                  </a:lnTo>
                  <a:lnTo>
                    <a:pt x="8481497" y="992095"/>
                  </a:lnTo>
                  <a:lnTo>
                    <a:pt x="8438929" y="1047450"/>
                  </a:lnTo>
                  <a:lnTo>
                    <a:pt x="8396397" y="1100449"/>
                  </a:lnTo>
                  <a:lnTo>
                    <a:pt x="8353820" y="1150721"/>
                  </a:lnTo>
                  <a:lnTo>
                    <a:pt x="8311057" y="1197997"/>
                  </a:lnTo>
                  <a:lnTo>
                    <a:pt x="8267905" y="1242104"/>
                  </a:lnTo>
                  <a:lnTo>
                    <a:pt x="8224081" y="1282967"/>
                  </a:lnTo>
                  <a:lnTo>
                    <a:pt x="8179214" y="1320595"/>
                  </a:lnTo>
                  <a:lnTo>
                    <a:pt x="8151487" y="1341733"/>
                  </a:lnTo>
                  <a:lnTo>
                    <a:pt x="8104360" y="1374040"/>
                  </a:lnTo>
                  <a:lnTo>
                    <a:pt x="8054764" y="1403295"/>
                  </a:lnTo>
                  <a:lnTo>
                    <a:pt x="8001955" y="1429635"/>
                  </a:lnTo>
                  <a:lnTo>
                    <a:pt x="7945123" y="1453299"/>
                  </a:lnTo>
                  <a:lnTo>
                    <a:pt x="7883435" y="1474566"/>
                  </a:lnTo>
                  <a:lnTo>
                    <a:pt x="7816097" y="1493711"/>
                  </a:lnTo>
                  <a:lnTo>
                    <a:pt x="7742426" y="1510985"/>
                  </a:lnTo>
                  <a:lnTo>
                    <a:pt x="7661948" y="1526598"/>
                  </a:lnTo>
                  <a:lnTo>
                    <a:pt x="7574534" y="1540714"/>
                  </a:lnTo>
                  <a:lnTo>
                    <a:pt x="7480568" y="1553447"/>
                  </a:lnTo>
                  <a:lnTo>
                    <a:pt x="7381129" y="1564860"/>
                  </a:lnTo>
                  <a:lnTo>
                    <a:pt x="7278154" y="1574973"/>
                  </a:lnTo>
                  <a:lnTo>
                    <a:pt x="7174524" y="1583771"/>
                  </a:lnTo>
                  <a:lnTo>
                    <a:pt x="7073969" y="1591225"/>
                  </a:lnTo>
                  <a:lnTo>
                    <a:pt x="6980756" y="1597313"/>
                  </a:lnTo>
                  <a:lnTo>
                    <a:pt x="6899118" y="1602048"/>
                  </a:lnTo>
                  <a:lnTo>
                    <a:pt x="6832528" y="1605502"/>
                  </a:lnTo>
                  <a:lnTo>
                    <a:pt x="6782989" y="1607813"/>
                  </a:lnTo>
                  <a:lnTo>
                    <a:pt x="6750558" y="1609180"/>
                  </a:lnTo>
                  <a:lnTo>
                    <a:pt x="6733208" y="1609843"/>
                  </a:lnTo>
                  <a:lnTo>
                    <a:pt x="6726996" y="1610059"/>
                  </a:lnTo>
                  <a:lnTo>
                    <a:pt x="6726343" y="1610080"/>
                  </a:lnTo>
                  <a:lnTo>
                    <a:pt x="5254955" y="1610080"/>
                  </a:lnTo>
                  <a:lnTo>
                    <a:pt x="5253718" y="1610084"/>
                  </a:lnTo>
                  <a:lnTo>
                    <a:pt x="5245598" y="1610114"/>
                  </a:lnTo>
                  <a:lnTo>
                    <a:pt x="5225182" y="1610194"/>
                  </a:lnTo>
                  <a:lnTo>
                    <a:pt x="5188812" y="1610353"/>
                  </a:lnTo>
                  <a:lnTo>
                    <a:pt x="5134869" y="1610615"/>
                  </a:lnTo>
                  <a:lnTo>
                    <a:pt x="5063888" y="1610999"/>
                  </a:lnTo>
                  <a:lnTo>
                    <a:pt x="4978335" y="1611517"/>
                  </a:lnTo>
                  <a:lnTo>
                    <a:pt x="4882033" y="1612176"/>
                  </a:lnTo>
                  <a:lnTo>
                    <a:pt x="4779399" y="1612975"/>
                  </a:lnTo>
                  <a:lnTo>
                    <a:pt x="4674714" y="1613913"/>
                  </a:lnTo>
                  <a:lnTo>
                    <a:pt x="4571592" y="1614985"/>
                  </a:lnTo>
                  <a:lnTo>
                    <a:pt x="4472719" y="1616192"/>
                  </a:lnTo>
                  <a:lnTo>
                    <a:pt x="4379816" y="1617537"/>
                  </a:lnTo>
                  <a:lnTo>
                    <a:pt x="4293762" y="1619028"/>
                  </a:lnTo>
                  <a:lnTo>
                    <a:pt x="4214770" y="1620678"/>
                  </a:lnTo>
                  <a:lnTo>
                    <a:pt x="4142580" y="1622506"/>
                  </a:lnTo>
                  <a:lnTo>
                    <a:pt x="4076625" y="1624535"/>
                  </a:lnTo>
                  <a:lnTo>
                    <a:pt x="4016156" y="1626793"/>
                  </a:lnTo>
                  <a:lnTo>
                    <a:pt x="3960337" y="1629308"/>
                  </a:lnTo>
                  <a:lnTo>
                    <a:pt x="3908317" y="1632110"/>
                  </a:lnTo>
                  <a:lnTo>
                    <a:pt x="3859282" y="1635219"/>
                  </a:lnTo>
                  <a:lnTo>
                    <a:pt x="3829811" y="1637323"/>
                  </a:lnTo>
                  <a:lnTo>
                    <a:pt x="3773761" y="1641831"/>
                  </a:lnTo>
                  <a:lnTo>
                    <a:pt x="3719550" y="1646831"/>
                  </a:lnTo>
                  <a:lnTo>
                    <a:pt x="3666433" y="1652329"/>
                  </a:lnTo>
                  <a:lnTo>
                    <a:pt x="3613879" y="1658312"/>
                  </a:lnTo>
                  <a:lnTo>
                    <a:pt x="3561532" y="1664744"/>
                  </a:lnTo>
                  <a:lnTo>
                    <a:pt x="3509179" y="1671564"/>
                  </a:lnTo>
                  <a:lnTo>
                    <a:pt x="3456724" y="1678692"/>
                  </a:lnTo>
                  <a:lnTo>
                    <a:pt x="3404158" y="1686027"/>
                  </a:lnTo>
                  <a:lnTo>
                    <a:pt x="3351533" y="1693455"/>
                  </a:lnTo>
                  <a:lnTo>
                    <a:pt x="3298925" y="1700856"/>
                  </a:lnTo>
                  <a:lnTo>
                    <a:pt x="3246405" y="1708113"/>
                  </a:lnTo>
                  <a:lnTo>
                    <a:pt x="3194001" y="1715116"/>
                  </a:lnTo>
                  <a:lnTo>
                    <a:pt x="3141668" y="1721773"/>
                  </a:lnTo>
                  <a:lnTo>
                    <a:pt x="3089264" y="1728012"/>
                  </a:lnTo>
                  <a:lnTo>
                    <a:pt x="3036514" y="1733784"/>
                  </a:lnTo>
                  <a:lnTo>
                    <a:pt x="2982991" y="1739063"/>
                  </a:lnTo>
                  <a:lnTo>
                    <a:pt x="2928073" y="1743843"/>
                  </a:lnTo>
                  <a:lnTo>
                    <a:pt x="2896531" y="1746297"/>
                  </a:lnTo>
                  <a:lnTo>
                    <a:pt x="2848986" y="1749604"/>
                  </a:lnTo>
                  <a:lnTo>
                    <a:pt x="2798923" y="1752595"/>
                  </a:lnTo>
                  <a:lnTo>
                    <a:pt x="2745579" y="1755287"/>
                  </a:lnTo>
                  <a:lnTo>
                    <a:pt x="2688117" y="1757702"/>
                  </a:lnTo>
                  <a:lnTo>
                    <a:pt x="2625687" y="1759871"/>
                  </a:lnTo>
                  <a:lnTo>
                    <a:pt x="2557476" y="1761822"/>
                  </a:lnTo>
                  <a:lnTo>
                    <a:pt x="2482791" y="1763580"/>
                  </a:lnTo>
                  <a:lnTo>
                    <a:pt x="2401161" y="1765169"/>
                  </a:lnTo>
                  <a:lnTo>
                    <a:pt x="2312484" y="1766604"/>
                  </a:lnTo>
                  <a:lnTo>
                    <a:pt x="2217200" y="1767896"/>
                  </a:lnTo>
                  <a:lnTo>
                    <a:pt x="2116482" y="1769053"/>
                  </a:lnTo>
                  <a:lnTo>
                    <a:pt x="2012407" y="1770075"/>
                  </a:lnTo>
                  <a:lnTo>
                    <a:pt x="1908023" y="1770961"/>
                  </a:lnTo>
                  <a:lnTo>
                    <a:pt x="1807239" y="1771708"/>
                  </a:lnTo>
                  <a:lnTo>
                    <a:pt x="1714462" y="1772314"/>
                  </a:lnTo>
                  <a:lnTo>
                    <a:pt x="1633979" y="1772781"/>
                  </a:lnTo>
                  <a:lnTo>
                    <a:pt x="1569188" y="1773117"/>
                  </a:lnTo>
                  <a:lnTo>
                    <a:pt x="1521882" y="1773337"/>
                  </a:lnTo>
                  <a:lnTo>
                    <a:pt x="1491796" y="1773464"/>
                  </a:lnTo>
                  <a:lnTo>
                    <a:pt x="1476516" y="1773522"/>
                  </a:lnTo>
                  <a:lnTo>
                    <a:pt x="1471696" y="1773539"/>
                  </a:lnTo>
                  <a:lnTo>
                    <a:pt x="1471387" y="1773540"/>
                  </a:lnTo>
                  <a:lnTo>
                    <a:pt x="0" y="177354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86" name="pg1586"/>
            <p:cNvSpPr/>
            <p:nvPr/>
          </p:nvSpPr>
          <p:spPr>
            <a:xfrm>
              <a:off x="4799595" y="8649446"/>
              <a:ext cx="11981298" cy="915375"/>
            </a:xfrm>
            <a:custGeom>
              <a:avLst/>
              <a:pathLst>
                <a:path w="11981298" h="915375">
                  <a:moveTo>
                    <a:pt x="0" y="915375"/>
                  </a:moveTo>
                  <a:lnTo>
                    <a:pt x="1471387" y="915375"/>
                  </a:lnTo>
                  <a:lnTo>
                    <a:pt x="1472625" y="915371"/>
                  </a:lnTo>
                  <a:lnTo>
                    <a:pt x="1480745" y="915344"/>
                  </a:lnTo>
                  <a:lnTo>
                    <a:pt x="1501161" y="915267"/>
                  </a:lnTo>
                  <a:lnTo>
                    <a:pt x="1537531" y="915116"/>
                  </a:lnTo>
                  <a:lnTo>
                    <a:pt x="1591476" y="914867"/>
                  </a:lnTo>
                  <a:lnTo>
                    <a:pt x="1662458" y="914503"/>
                  </a:lnTo>
                  <a:lnTo>
                    <a:pt x="1748013" y="914010"/>
                  </a:lnTo>
                  <a:lnTo>
                    <a:pt x="1844316" y="913385"/>
                  </a:lnTo>
                  <a:lnTo>
                    <a:pt x="1946951" y="912625"/>
                  </a:lnTo>
                  <a:lnTo>
                    <a:pt x="2051637" y="911734"/>
                  </a:lnTo>
                  <a:lnTo>
                    <a:pt x="2154760" y="910715"/>
                  </a:lnTo>
                  <a:lnTo>
                    <a:pt x="2253634" y="909569"/>
                  </a:lnTo>
                  <a:lnTo>
                    <a:pt x="2346536" y="908291"/>
                  </a:lnTo>
                  <a:lnTo>
                    <a:pt x="2432590" y="906875"/>
                  </a:lnTo>
                  <a:lnTo>
                    <a:pt x="2511582" y="905307"/>
                  </a:lnTo>
                  <a:lnTo>
                    <a:pt x="2583772" y="903571"/>
                  </a:lnTo>
                  <a:lnTo>
                    <a:pt x="2649727" y="901643"/>
                  </a:lnTo>
                  <a:lnTo>
                    <a:pt x="2710196" y="899498"/>
                  </a:lnTo>
                  <a:lnTo>
                    <a:pt x="2766014" y="897108"/>
                  </a:lnTo>
                  <a:lnTo>
                    <a:pt x="2818034" y="894447"/>
                  </a:lnTo>
                  <a:lnTo>
                    <a:pt x="2867069" y="891493"/>
                  </a:lnTo>
                  <a:lnTo>
                    <a:pt x="2896531" y="889494"/>
                  </a:lnTo>
                  <a:lnTo>
                    <a:pt x="2952599" y="885211"/>
                  </a:lnTo>
                  <a:lnTo>
                    <a:pt x="3006827" y="880459"/>
                  </a:lnTo>
                  <a:lnTo>
                    <a:pt x="3059961" y="875233"/>
                  </a:lnTo>
                  <a:lnTo>
                    <a:pt x="3112532" y="869547"/>
                  </a:lnTo>
                  <a:lnTo>
                    <a:pt x="3164896" y="863435"/>
                  </a:lnTo>
                  <a:lnTo>
                    <a:pt x="3217266" y="856952"/>
                  </a:lnTo>
                  <a:lnTo>
                    <a:pt x="3269739" y="850178"/>
                  </a:lnTo>
                  <a:lnTo>
                    <a:pt x="3322322" y="843208"/>
                  </a:lnTo>
                  <a:lnTo>
                    <a:pt x="3374965" y="836149"/>
                  </a:lnTo>
                  <a:lnTo>
                    <a:pt x="3427589" y="829115"/>
                  </a:lnTo>
                  <a:lnTo>
                    <a:pt x="3480126" y="822220"/>
                  </a:lnTo>
                  <a:lnTo>
                    <a:pt x="3532548" y="815566"/>
                  </a:lnTo>
                  <a:lnTo>
                    <a:pt x="3584897" y="809241"/>
                  </a:lnTo>
                  <a:lnTo>
                    <a:pt x="3637320" y="803314"/>
                  </a:lnTo>
                  <a:lnTo>
                    <a:pt x="3690089" y="797831"/>
                  </a:lnTo>
                  <a:lnTo>
                    <a:pt x="3743636" y="792817"/>
                  </a:lnTo>
                  <a:lnTo>
                    <a:pt x="3798580" y="788277"/>
                  </a:lnTo>
                  <a:lnTo>
                    <a:pt x="3829811" y="785970"/>
                  </a:lnTo>
                  <a:lnTo>
                    <a:pt x="3877356" y="782828"/>
                  </a:lnTo>
                  <a:lnTo>
                    <a:pt x="3927420" y="779986"/>
                  </a:lnTo>
                  <a:lnTo>
                    <a:pt x="3980765" y="777429"/>
                  </a:lnTo>
                  <a:lnTo>
                    <a:pt x="4038227" y="775135"/>
                  </a:lnTo>
                  <a:lnTo>
                    <a:pt x="4100658" y="773074"/>
                  </a:lnTo>
                  <a:lnTo>
                    <a:pt x="4168870" y="771221"/>
                  </a:lnTo>
                  <a:lnTo>
                    <a:pt x="4243556" y="769550"/>
                  </a:lnTo>
                  <a:lnTo>
                    <a:pt x="4325187" y="768041"/>
                  </a:lnTo>
                  <a:lnTo>
                    <a:pt x="4413865" y="766678"/>
                  </a:lnTo>
                  <a:lnTo>
                    <a:pt x="4509151" y="765450"/>
                  </a:lnTo>
                  <a:lnTo>
                    <a:pt x="4609870" y="764351"/>
                  </a:lnTo>
                  <a:lnTo>
                    <a:pt x="4713946" y="763380"/>
                  </a:lnTo>
                  <a:lnTo>
                    <a:pt x="4818331" y="762538"/>
                  </a:lnTo>
                  <a:lnTo>
                    <a:pt x="4919115" y="761829"/>
                  </a:lnTo>
                  <a:lnTo>
                    <a:pt x="5011892" y="761253"/>
                  </a:lnTo>
                  <a:lnTo>
                    <a:pt x="5092374" y="760810"/>
                  </a:lnTo>
                  <a:lnTo>
                    <a:pt x="5157163" y="760491"/>
                  </a:lnTo>
                  <a:lnTo>
                    <a:pt x="5204466" y="760281"/>
                  </a:lnTo>
                  <a:lnTo>
                    <a:pt x="5234550" y="760161"/>
                  </a:lnTo>
                  <a:lnTo>
                    <a:pt x="5249827" y="760105"/>
                  </a:lnTo>
                  <a:lnTo>
                    <a:pt x="5254646" y="760089"/>
                  </a:lnTo>
                  <a:lnTo>
                    <a:pt x="5254955" y="760088"/>
                  </a:lnTo>
                  <a:lnTo>
                    <a:pt x="6726343" y="760088"/>
                  </a:lnTo>
                  <a:lnTo>
                    <a:pt x="6727573" y="760070"/>
                  </a:lnTo>
                  <a:lnTo>
                    <a:pt x="6735651" y="759936"/>
                  </a:lnTo>
                  <a:lnTo>
                    <a:pt x="6755963" y="759566"/>
                  </a:lnTo>
                  <a:lnTo>
                    <a:pt x="6792155" y="758839"/>
                  </a:lnTo>
                  <a:lnTo>
                    <a:pt x="6845854" y="757642"/>
                  </a:lnTo>
                  <a:lnTo>
                    <a:pt x="6916544" y="755887"/>
                  </a:lnTo>
                  <a:lnTo>
                    <a:pt x="7001788" y="753515"/>
                  </a:lnTo>
                  <a:lnTo>
                    <a:pt x="7097796" y="750499"/>
                  </a:lnTo>
                  <a:lnTo>
                    <a:pt x="7200178" y="746838"/>
                  </a:lnTo>
                  <a:lnTo>
                    <a:pt x="7304669" y="742544"/>
                  </a:lnTo>
                  <a:lnTo>
                    <a:pt x="7407661" y="737630"/>
                  </a:lnTo>
                  <a:lnTo>
                    <a:pt x="7506464" y="732101"/>
                  </a:lnTo>
                  <a:lnTo>
                    <a:pt x="7599346" y="725941"/>
                  </a:lnTo>
                  <a:lnTo>
                    <a:pt x="7685416" y="719113"/>
                  </a:lnTo>
                  <a:lnTo>
                    <a:pt x="7764449" y="711558"/>
                  </a:lnTo>
                  <a:lnTo>
                    <a:pt x="7836693" y="703189"/>
                  </a:lnTo>
                  <a:lnTo>
                    <a:pt x="7902705" y="693901"/>
                  </a:lnTo>
                  <a:lnTo>
                    <a:pt x="7963226" y="683570"/>
                  </a:lnTo>
                  <a:lnTo>
                    <a:pt x="8019086" y="672063"/>
                  </a:lnTo>
                  <a:lnTo>
                    <a:pt x="8071131" y="659250"/>
                  </a:lnTo>
                  <a:lnTo>
                    <a:pt x="8120175" y="645029"/>
                  </a:lnTo>
                  <a:lnTo>
                    <a:pt x="8151487" y="634769"/>
                  </a:lnTo>
                  <a:lnTo>
                    <a:pt x="8204333" y="615305"/>
                  </a:lnTo>
                  <a:lnTo>
                    <a:pt x="8255503" y="593833"/>
                  </a:lnTo>
                  <a:lnTo>
                    <a:pt x="8305640" y="570325"/>
                  </a:lnTo>
                  <a:lnTo>
                    <a:pt x="8355209" y="544822"/>
                  </a:lnTo>
                  <a:lnTo>
                    <a:pt x="8404534" y="517447"/>
                  </a:lnTo>
                  <a:lnTo>
                    <a:pt x="8453822" y="488403"/>
                  </a:lnTo>
                  <a:lnTo>
                    <a:pt x="8503182" y="457979"/>
                  </a:lnTo>
                  <a:lnTo>
                    <a:pt x="8552646" y="426535"/>
                  </a:lnTo>
                  <a:lnTo>
                    <a:pt x="8602188" y="394489"/>
                  </a:lnTo>
                  <a:lnTo>
                    <a:pt x="8651751" y="362294"/>
                  </a:lnTo>
                  <a:lnTo>
                    <a:pt x="8701271" y="330412"/>
                  </a:lnTo>
                  <a:lnTo>
                    <a:pt x="8750698" y="299287"/>
                  </a:lnTo>
                  <a:lnTo>
                    <a:pt x="8800025" y="269318"/>
                  </a:lnTo>
                  <a:lnTo>
                    <a:pt x="8849309" y="240841"/>
                  </a:lnTo>
                  <a:lnTo>
                    <a:pt x="8898692" y="214115"/>
                  </a:lnTo>
                  <a:lnTo>
                    <a:pt x="8948419" y="189314"/>
                  </a:lnTo>
                  <a:lnTo>
                    <a:pt x="8998863" y="166532"/>
                  </a:lnTo>
                  <a:lnTo>
                    <a:pt x="9050548" y="145783"/>
                  </a:lnTo>
                  <a:lnTo>
                    <a:pt x="9084767" y="133492"/>
                  </a:lnTo>
                  <a:lnTo>
                    <a:pt x="9132222" y="118307"/>
                  </a:lnTo>
                  <a:lnTo>
                    <a:pt x="9182185" y="104566"/>
                  </a:lnTo>
                  <a:lnTo>
                    <a:pt x="9235415" y="92204"/>
                  </a:lnTo>
                  <a:lnTo>
                    <a:pt x="9292742" y="81105"/>
                  </a:lnTo>
                  <a:lnTo>
                    <a:pt x="9355013" y="71138"/>
                  </a:lnTo>
                  <a:lnTo>
                    <a:pt x="9423037" y="62172"/>
                  </a:lnTo>
                  <a:lnTo>
                    <a:pt x="9497505" y="54086"/>
                  </a:lnTo>
                  <a:lnTo>
                    <a:pt x="9578888" y="46783"/>
                  </a:lnTo>
                  <a:lnTo>
                    <a:pt x="9667295" y="40184"/>
                  </a:lnTo>
                  <a:lnTo>
                    <a:pt x="9762298" y="34239"/>
                  </a:lnTo>
                  <a:lnTo>
                    <a:pt x="9862743" y="28916"/>
                  </a:lnTo>
                  <a:lnTo>
                    <a:pt x="9966586" y="24209"/>
                  </a:lnTo>
                  <a:lnTo>
                    <a:pt x="10070813" y="20125"/>
                  </a:lnTo>
                  <a:lnTo>
                    <a:pt x="10171554" y="16679"/>
                  </a:lnTo>
                  <a:lnTo>
                    <a:pt x="10264431" y="13881"/>
                  </a:lnTo>
                  <a:lnTo>
                    <a:pt x="10345169" y="11720"/>
                  </a:lnTo>
                  <a:lnTo>
                    <a:pt x="10410351" y="10160"/>
                  </a:lnTo>
                  <a:lnTo>
                    <a:pt x="10458137" y="9131"/>
                  </a:lnTo>
                  <a:lnTo>
                    <a:pt x="10488723" y="8537"/>
                  </a:lnTo>
                  <a:lnTo>
                    <a:pt x="10504438" y="8260"/>
                  </a:lnTo>
                  <a:lnTo>
                    <a:pt x="10509542" y="8178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8680" y="18"/>
                  </a:lnTo>
                  <a:lnTo>
                    <a:pt x="10500603" y="152"/>
                  </a:lnTo>
                  <a:lnTo>
                    <a:pt x="10480291" y="522"/>
                  </a:lnTo>
                  <a:lnTo>
                    <a:pt x="10444098" y="1249"/>
                  </a:lnTo>
                  <a:lnTo>
                    <a:pt x="10390399" y="2446"/>
                  </a:lnTo>
                  <a:lnTo>
                    <a:pt x="10319709" y="4201"/>
                  </a:lnTo>
                  <a:lnTo>
                    <a:pt x="10234465" y="6573"/>
                  </a:lnTo>
                  <a:lnTo>
                    <a:pt x="10138457" y="9589"/>
                  </a:lnTo>
                  <a:lnTo>
                    <a:pt x="10036075" y="13250"/>
                  </a:lnTo>
                  <a:lnTo>
                    <a:pt x="9931584" y="17544"/>
                  </a:lnTo>
                  <a:lnTo>
                    <a:pt x="9828592" y="22458"/>
                  </a:lnTo>
                  <a:lnTo>
                    <a:pt x="9729789" y="27987"/>
                  </a:lnTo>
                  <a:lnTo>
                    <a:pt x="9636908" y="34147"/>
                  </a:lnTo>
                  <a:lnTo>
                    <a:pt x="9550837" y="40975"/>
                  </a:lnTo>
                  <a:lnTo>
                    <a:pt x="9471804" y="48530"/>
                  </a:lnTo>
                  <a:lnTo>
                    <a:pt x="9399561" y="56899"/>
                  </a:lnTo>
                  <a:lnTo>
                    <a:pt x="9333549" y="66187"/>
                  </a:lnTo>
                  <a:lnTo>
                    <a:pt x="9273027" y="76518"/>
                  </a:lnTo>
                  <a:lnTo>
                    <a:pt x="9217168" y="88025"/>
                  </a:lnTo>
                  <a:lnTo>
                    <a:pt x="9165122" y="100838"/>
                  </a:lnTo>
                  <a:lnTo>
                    <a:pt x="9116078" y="115059"/>
                  </a:lnTo>
                  <a:lnTo>
                    <a:pt x="9084767" y="125319"/>
                  </a:lnTo>
                  <a:lnTo>
                    <a:pt x="9031921" y="144783"/>
                  </a:lnTo>
                  <a:lnTo>
                    <a:pt x="8980750" y="166255"/>
                  </a:lnTo>
                  <a:lnTo>
                    <a:pt x="8930613" y="189763"/>
                  </a:lnTo>
                  <a:lnTo>
                    <a:pt x="8881044" y="215266"/>
                  </a:lnTo>
                  <a:lnTo>
                    <a:pt x="8831719" y="242641"/>
                  </a:lnTo>
                  <a:lnTo>
                    <a:pt x="8782431" y="271685"/>
                  </a:lnTo>
                  <a:lnTo>
                    <a:pt x="8733071" y="302108"/>
                  </a:lnTo>
                  <a:lnTo>
                    <a:pt x="8683608" y="333552"/>
                  </a:lnTo>
                  <a:lnTo>
                    <a:pt x="8634065" y="365599"/>
                  </a:lnTo>
                  <a:lnTo>
                    <a:pt x="8584502" y="397794"/>
                  </a:lnTo>
                  <a:lnTo>
                    <a:pt x="8534982" y="429676"/>
                  </a:lnTo>
                  <a:lnTo>
                    <a:pt x="8485555" y="460801"/>
                  </a:lnTo>
                  <a:lnTo>
                    <a:pt x="8436228" y="490770"/>
                  </a:lnTo>
                  <a:lnTo>
                    <a:pt x="8386944" y="519247"/>
                  </a:lnTo>
                  <a:lnTo>
                    <a:pt x="8337562" y="545973"/>
                  </a:lnTo>
                  <a:lnTo>
                    <a:pt x="8287834" y="570774"/>
                  </a:lnTo>
                  <a:lnTo>
                    <a:pt x="8237390" y="593556"/>
                  </a:lnTo>
                  <a:lnTo>
                    <a:pt x="8185705" y="614305"/>
                  </a:lnTo>
                  <a:lnTo>
                    <a:pt x="8151487" y="626596"/>
                  </a:lnTo>
                  <a:lnTo>
                    <a:pt x="8104031" y="641781"/>
                  </a:lnTo>
                  <a:lnTo>
                    <a:pt x="8054068" y="655522"/>
                  </a:lnTo>
                  <a:lnTo>
                    <a:pt x="8000838" y="667884"/>
                  </a:lnTo>
                  <a:lnTo>
                    <a:pt x="7943511" y="678982"/>
                  </a:lnTo>
                  <a:lnTo>
                    <a:pt x="7881240" y="688949"/>
                  </a:lnTo>
                  <a:lnTo>
                    <a:pt x="7813216" y="697916"/>
                  </a:lnTo>
                  <a:lnTo>
                    <a:pt x="7738748" y="706002"/>
                  </a:lnTo>
                  <a:lnTo>
                    <a:pt x="7657365" y="713305"/>
                  </a:lnTo>
                  <a:lnTo>
                    <a:pt x="7568958" y="719903"/>
                  </a:lnTo>
                  <a:lnTo>
                    <a:pt x="7473955" y="725849"/>
                  </a:lnTo>
                  <a:lnTo>
                    <a:pt x="7373510" y="731172"/>
                  </a:lnTo>
                  <a:lnTo>
                    <a:pt x="7269668" y="735879"/>
                  </a:lnTo>
                  <a:lnTo>
                    <a:pt x="7165441" y="739963"/>
                  </a:lnTo>
                  <a:lnTo>
                    <a:pt x="7064700" y="743408"/>
                  </a:lnTo>
                  <a:lnTo>
                    <a:pt x="6971822" y="746207"/>
                  </a:lnTo>
                  <a:lnTo>
                    <a:pt x="6891084" y="748368"/>
                  </a:lnTo>
                  <a:lnTo>
                    <a:pt x="6825902" y="749928"/>
                  </a:lnTo>
                  <a:lnTo>
                    <a:pt x="6778116" y="750956"/>
                  </a:lnTo>
                  <a:lnTo>
                    <a:pt x="6747530" y="751551"/>
                  </a:lnTo>
                  <a:lnTo>
                    <a:pt x="6731815" y="751828"/>
                  </a:lnTo>
                  <a:lnTo>
                    <a:pt x="6726711" y="751910"/>
                  </a:lnTo>
                  <a:lnTo>
                    <a:pt x="6726343" y="751915"/>
                  </a:lnTo>
                  <a:lnTo>
                    <a:pt x="5254955" y="751915"/>
                  </a:lnTo>
                  <a:lnTo>
                    <a:pt x="5253718" y="751919"/>
                  </a:lnTo>
                  <a:lnTo>
                    <a:pt x="5245597" y="751947"/>
                  </a:lnTo>
                  <a:lnTo>
                    <a:pt x="5225181" y="752024"/>
                  </a:lnTo>
                  <a:lnTo>
                    <a:pt x="5188811" y="752175"/>
                  </a:lnTo>
                  <a:lnTo>
                    <a:pt x="5134867" y="752423"/>
                  </a:lnTo>
                  <a:lnTo>
                    <a:pt x="5063884" y="752788"/>
                  </a:lnTo>
                  <a:lnTo>
                    <a:pt x="4978329" y="753280"/>
                  </a:lnTo>
                  <a:lnTo>
                    <a:pt x="4882026" y="753906"/>
                  </a:lnTo>
                  <a:lnTo>
                    <a:pt x="4779391" y="754666"/>
                  </a:lnTo>
                  <a:lnTo>
                    <a:pt x="4674705" y="755556"/>
                  </a:lnTo>
                  <a:lnTo>
                    <a:pt x="4571582" y="756575"/>
                  </a:lnTo>
                  <a:lnTo>
                    <a:pt x="4472708" y="757722"/>
                  </a:lnTo>
                  <a:lnTo>
                    <a:pt x="4379806" y="759000"/>
                  </a:lnTo>
                  <a:lnTo>
                    <a:pt x="4293752" y="760416"/>
                  </a:lnTo>
                  <a:lnTo>
                    <a:pt x="4214760" y="761983"/>
                  </a:lnTo>
                  <a:lnTo>
                    <a:pt x="4142570" y="763720"/>
                  </a:lnTo>
                  <a:lnTo>
                    <a:pt x="4076616" y="765648"/>
                  </a:lnTo>
                  <a:lnTo>
                    <a:pt x="4016146" y="767793"/>
                  </a:lnTo>
                  <a:lnTo>
                    <a:pt x="3960328" y="770183"/>
                  </a:lnTo>
                  <a:lnTo>
                    <a:pt x="3908308" y="772844"/>
                  </a:lnTo>
                  <a:lnTo>
                    <a:pt x="3859273" y="775798"/>
                  </a:lnTo>
                  <a:lnTo>
                    <a:pt x="3829811" y="777797"/>
                  </a:lnTo>
                  <a:lnTo>
                    <a:pt x="3773743" y="782080"/>
                  </a:lnTo>
                  <a:lnTo>
                    <a:pt x="3719515" y="786831"/>
                  </a:lnTo>
                  <a:lnTo>
                    <a:pt x="3666381" y="792057"/>
                  </a:lnTo>
                  <a:lnTo>
                    <a:pt x="3613810" y="797744"/>
                  </a:lnTo>
                  <a:lnTo>
                    <a:pt x="3561446" y="803856"/>
                  </a:lnTo>
                  <a:lnTo>
                    <a:pt x="3509076" y="810338"/>
                  </a:lnTo>
                  <a:lnTo>
                    <a:pt x="3456603" y="817112"/>
                  </a:lnTo>
                  <a:lnTo>
                    <a:pt x="3404020" y="824083"/>
                  </a:lnTo>
                  <a:lnTo>
                    <a:pt x="3351378" y="831142"/>
                  </a:lnTo>
                  <a:lnTo>
                    <a:pt x="3298753" y="838175"/>
                  </a:lnTo>
                  <a:lnTo>
                    <a:pt x="3246216" y="845071"/>
                  </a:lnTo>
                  <a:lnTo>
                    <a:pt x="3193794" y="851725"/>
                  </a:lnTo>
                  <a:lnTo>
                    <a:pt x="3141445" y="858050"/>
                  </a:lnTo>
                  <a:lnTo>
                    <a:pt x="3089023" y="863977"/>
                  </a:lnTo>
                  <a:lnTo>
                    <a:pt x="3036253" y="869460"/>
                  </a:lnTo>
                  <a:lnTo>
                    <a:pt x="2982706" y="874474"/>
                  </a:lnTo>
                  <a:lnTo>
                    <a:pt x="2927762" y="879014"/>
                  </a:lnTo>
                  <a:lnTo>
                    <a:pt x="2896531" y="881321"/>
                  </a:lnTo>
                  <a:lnTo>
                    <a:pt x="2848986" y="884463"/>
                  </a:lnTo>
                  <a:lnTo>
                    <a:pt x="2798922" y="887305"/>
                  </a:lnTo>
                  <a:lnTo>
                    <a:pt x="2745577" y="889861"/>
                  </a:lnTo>
                  <a:lnTo>
                    <a:pt x="2688115" y="892156"/>
                  </a:lnTo>
                  <a:lnTo>
                    <a:pt x="2625684" y="894216"/>
                  </a:lnTo>
                  <a:lnTo>
                    <a:pt x="2557472" y="896070"/>
                  </a:lnTo>
                  <a:lnTo>
                    <a:pt x="2482786" y="897741"/>
                  </a:lnTo>
                  <a:lnTo>
                    <a:pt x="2401155" y="899250"/>
                  </a:lnTo>
                  <a:lnTo>
                    <a:pt x="2312477" y="900613"/>
                  </a:lnTo>
                  <a:lnTo>
                    <a:pt x="2217191" y="901841"/>
                  </a:lnTo>
                  <a:lnTo>
                    <a:pt x="2116472" y="902939"/>
                  </a:lnTo>
                  <a:lnTo>
                    <a:pt x="2012396" y="903911"/>
                  </a:lnTo>
                  <a:lnTo>
                    <a:pt x="1908011" y="904752"/>
                  </a:lnTo>
                  <a:lnTo>
                    <a:pt x="1807227" y="905462"/>
                  </a:lnTo>
                  <a:lnTo>
                    <a:pt x="1714450" y="906038"/>
                  </a:lnTo>
                  <a:lnTo>
                    <a:pt x="1633968" y="906481"/>
                  </a:lnTo>
                  <a:lnTo>
                    <a:pt x="1569179" y="906800"/>
                  </a:lnTo>
                  <a:lnTo>
                    <a:pt x="1521876" y="907010"/>
                  </a:lnTo>
                  <a:lnTo>
                    <a:pt x="1491792" y="907130"/>
                  </a:lnTo>
                  <a:lnTo>
                    <a:pt x="1476515" y="907185"/>
                  </a:lnTo>
                  <a:lnTo>
                    <a:pt x="1471696" y="907201"/>
                  </a:lnTo>
                  <a:lnTo>
                    <a:pt x="1471387" y="907202"/>
                  </a:lnTo>
                  <a:lnTo>
                    <a:pt x="0" y="907202"/>
                  </a:lnTo>
                  <a:close/>
                </a:path>
              </a:pathLst>
            </a:custGeom>
            <a:solidFill>
              <a:srgbClr val="8BC34A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587" name="pl1587"/>
            <p:cNvSpPr/>
            <p:nvPr/>
          </p:nvSpPr>
          <p:spPr>
            <a:xfrm>
              <a:off x="4799595" y="8657619"/>
              <a:ext cx="11981298" cy="907202"/>
            </a:xfrm>
            <a:custGeom>
              <a:avLst/>
              <a:pathLst>
                <a:path w="11981298" h="907202">
                  <a:moveTo>
                    <a:pt x="0" y="907202"/>
                  </a:moveTo>
                  <a:lnTo>
                    <a:pt x="1471387" y="907202"/>
                  </a:lnTo>
                  <a:lnTo>
                    <a:pt x="1472625" y="907198"/>
                  </a:lnTo>
                  <a:lnTo>
                    <a:pt x="1480745" y="907171"/>
                  </a:lnTo>
                  <a:lnTo>
                    <a:pt x="1501161" y="907094"/>
                  </a:lnTo>
                  <a:lnTo>
                    <a:pt x="1537531" y="906943"/>
                  </a:lnTo>
                  <a:lnTo>
                    <a:pt x="1591476" y="906694"/>
                  </a:lnTo>
                  <a:lnTo>
                    <a:pt x="1662458" y="906330"/>
                  </a:lnTo>
                  <a:lnTo>
                    <a:pt x="1748013" y="905838"/>
                  </a:lnTo>
                  <a:lnTo>
                    <a:pt x="1844316" y="905212"/>
                  </a:lnTo>
                  <a:lnTo>
                    <a:pt x="1946951" y="904452"/>
                  </a:lnTo>
                  <a:lnTo>
                    <a:pt x="2051637" y="903561"/>
                  </a:lnTo>
                  <a:lnTo>
                    <a:pt x="2154760" y="902542"/>
                  </a:lnTo>
                  <a:lnTo>
                    <a:pt x="2253634" y="901396"/>
                  </a:lnTo>
                  <a:lnTo>
                    <a:pt x="2346536" y="900118"/>
                  </a:lnTo>
                  <a:lnTo>
                    <a:pt x="2432590" y="898702"/>
                  </a:lnTo>
                  <a:lnTo>
                    <a:pt x="2511582" y="897134"/>
                  </a:lnTo>
                  <a:lnTo>
                    <a:pt x="2583772" y="895398"/>
                  </a:lnTo>
                  <a:lnTo>
                    <a:pt x="2649727" y="893470"/>
                  </a:lnTo>
                  <a:lnTo>
                    <a:pt x="2710196" y="891325"/>
                  </a:lnTo>
                  <a:lnTo>
                    <a:pt x="2766014" y="888935"/>
                  </a:lnTo>
                  <a:lnTo>
                    <a:pt x="2818034" y="886274"/>
                  </a:lnTo>
                  <a:lnTo>
                    <a:pt x="2867069" y="883320"/>
                  </a:lnTo>
                  <a:lnTo>
                    <a:pt x="2896531" y="881321"/>
                  </a:lnTo>
                  <a:lnTo>
                    <a:pt x="2952599" y="877038"/>
                  </a:lnTo>
                  <a:lnTo>
                    <a:pt x="3006827" y="872286"/>
                  </a:lnTo>
                  <a:lnTo>
                    <a:pt x="3059961" y="867060"/>
                  </a:lnTo>
                  <a:lnTo>
                    <a:pt x="3112532" y="861374"/>
                  </a:lnTo>
                  <a:lnTo>
                    <a:pt x="3164896" y="855262"/>
                  </a:lnTo>
                  <a:lnTo>
                    <a:pt x="3217266" y="848779"/>
                  </a:lnTo>
                  <a:lnTo>
                    <a:pt x="3269739" y="842005"/>
                  </a:lnTo>
                  <a:lnTo>
                    <a:pt x="3322322" y="835035"/>
                  </a:lnTo>
                  <a:lnTo>
                    <a:pt x="3374965" y="827976"/>
                  </a:lnTo>
                  <a:lnTo>
                    <a:pt x="3427589" y="820942"/>
                  </a:lnTo>
                  <a:lnTo>
                    <a:pt x="3480126" y="814047"/>
                  </a:lnTo>
                  <a:lnTo>
                    <a:pt x="3532548" y="807393"/>
                  </a:lnTo>
                  <a:lnTo>
                    <a:pt x="3584897" y="801068"/>
                  </a:lnTo>
                  <a:lnTo>
                    <a:pt x="3637320" y="795141"/>
                  </a:lnTo>
                  <a:lnTo>
                    <a:pt x="3690089" y="789658"/>
                  </a:lnTo>
                  <a:lnTo>
                    <a:pt x="3743636" y="784644"/>
                  </a:lnTo>
                  <a:lnTo>
                    <a:pt x="3798580" y="780104"/>
                  </a:lnTo>
                  <a:lnTo>
                    <a:pt x="3829811" y="777797"/>
                  </a:lnTo>
                  <a:lnTo>
                    <a:pt x="3877356" y="774655"/>
                  </a:lnTo>
                  <a:lnTo>
                    <a:pt x="3927420" y="771813"/>
                  </a:lnTo>
                  <a:lnTo>
                    <a:pt x="3980765" y="769256"/>
                  </a:lnTo>
                  <a:lnTo>
                    <a:pt x="4038227" y="766962"/>
                  </a:lnTo>
                  <a:lnTo>
                    <a:pt x="4100658" y="764901"/>
                  </a:lnTo>
                  <a:lnTo>
                    <a:pt x="4168870" y="763048"/>
                  </a:lnTo>
                  <a:lnTo>
                    <a:pt x="4243556" y="761377"/>
                  </a:lnTo>
                  <a:lnTo>
                    <a:pt x="4325187" y="759868"/>
                  </a:lnTo>
                  <a:lnTo>
                    <a:pt x="4413865" y="758505"/>
                  </a:lnTo>
                  <a:lnTo>
                    <a:pt x="4509151" y="757277"/>
                  </a:lnTo>
                  <a:lnTo>
                    <a:pt x="4609870" y="756178"/>
                  </a:lnTo>
                  <a:lnTo>
                    <a:pt x="4713946" y="755207"/>
                  </a:lnTo>
                  <a:lnTo>
                    <a:pt x="4818331" y="754365"/>
                  </a:lnTo>
                  <a:lnTo>
                    <a:pt x="4919115" y="753656"/>
                  </a:lnTo>
                  <a:lnTo>
                    <a:pt x="5011892" y="753080"/>
                  </a:lnTo>
                  <a:lnTo>
                    <a:pt x="5092374" y="752637"/>
                  </a:lnTo>
                  <a:lnTo>
                    <a:pt x="5157163" y="752318"/>
                  </a:lnTo>
                  <a:lnTo>
                    <a:pt x="5204466" y="752108"/>
                  </a:lnTo>
                  <a:lnTo>
                    <a:pt x="5234550" y="751988"/>
                  </a:lnTo>
                  <a:lnTo>
                    <a:pt x="5249827" y="751932"/>
                  </a:lnTo>
                  <a:lnTo>
                    <a:pt x="5254646" y="751916"/>
                  </a:lnTo>
                  <a:lnTo>
                    <a:pt x="5254955" y="751915"/>
                  </a:lnTo>
                  <a:lnTo>
                    <a:pt x="6726343" y="751915"/>
                  </a:lnTo>
                  <a:lnTo>
                    <a:pt x="6727573" y="751897"/>
                  </a:lnTo>
                  <a:lnTo>
                    <a:pt x="6735651" y="751763"/>
                  </a:lnTo>
                  <a:lnTo>
                    <a:pt x="6755963" y="751393"/>
                  </a:lnTo>
                  <a:lnTo>
                    <a:pt x="6792155" y="750666"/>
                  </a:lnTo>
                  <a:lnTo>
                    <a:pt x="6845854" y="749469"/>
                  </a:lnTo>
                  <a:lnTo>
                    <a:pt x="6916544" y="747714"/>
                  </a:lnTo>
                  <a:lnTo>
                    <a:pt x="7001788" y="745342"/>
                  </a:lnTo>
                  <a:lnTo>
                    <a:pt x="7097796" y="742326"/>
                  </a:lnTo>
                  <a:lnTo>
                    <a:pt x="7200178" y="738665"/>
                  </a:lnTo>
                  <a:lnTo>
                    <a:pt x="7304669" y="734371"/>
                  </a:lnTo>
                  <a:lnTo>
                    <a:pt x="7407661" y="729457"/>
                  </a:lnTo>
                  <a:lnTo>
                    <a:pt x="7506464" y="723928"/>
                  </a:lnTo>
                  <a:lnTo>
                    <a:pt x="7599346" y="717768"/>
                  </a:lnTo>
                  <a:lnTo>
                    <a:pt x="7685416" y="710940"/>
                  </a:lnTo>
                  <a:lnTo>
                    <a:pt x="7764449" y="703385"/>
                  </a:lnTo>
                  <a:lnTo>
                    <a:pt x="7836693" y="695016"/>
                  </a:lnTo>
                  <a:lnTo>
                    <a:pt x="7902705" y="685728"/>
                  </a:lnTo>
                  <a:lnTo>
                    <a:pt x="7963226" y="675397"/>
                  </a:lnTo>
                  <a:lnTo>
                    <a:pt x="8019086" y="663890"/>
                  </a:lnTo>
                  <a:lnTo>
                    <a:pt x="8071131" y="651077"/>
                  </a:lnTo>
                  <a:lnTo>
                    <a:pt x="8120175" y="636856"/>
                  </a:lnTo>
                  <a:lnTo>
                    <a:pt x="8151487" y="626596"/>
                  </a:lnTo>
                  <a:lnTo>
                    <a:pt x="8204333" y="607132"/>
                  </a:lnTo>
                  <a:lnTo>
                    <a:pt x="8255503" y="585660"/>
                  </a:lnTo>
                  <a:lnTo>
                    <a:pt x="8305640" y="562152"/>
                  </a:lnTo>
                  <a:lnTo>
                    <a:pt x="8355209" y="536649"/>
                  </a:lnTo>
                  <a:lnTo>
                    <a:pt x="8404534" y="509274"/>
                  </a:lnTo>
                  <a:lnTo>
                    <a:pt x="8453822" y="480230"/>
                  </a:lnTo>
                  <a:lnTo>
                    <a:pt x="8503182" y="449806"/>
                  </a:lnTo>
                  <a:lnTo>
                    <a:pt x="8552646" y="418362"/>
                  </a:lnTo>
                  <a:lnTo>
                    <a:pt x="8602188" y="386316"/>
                  </a:lnTo>
                  <a:lnTo>
                    <a:pt x="8651751" y="354121"/>
                  </a:lnTo>
                  <a:lnTo>
                    <a:pt x="8701271" y="322239"/>
                  </a:lnTo>
                  <a:lnTo>
                    <a:pt x="8750698" y="291114"/>
                  </a:lnTo>
                  <a:lnTo>
                    <a:pt x="8800025" y="261145"/>
                  </a:lnTo>
                  <a:lnTo>
                    <a:pt x="8849309" y="232668"/>
                  </a:lnTo>
                  <a:lnTo>
                    <a:pt x="8898692" y="205942"/>
                  </a:lnTo>
                  <a:lnTo>
                    <a:pt x="8948419" y="181141"/>
                  </a:lnTo>
                  <a:lnTo>
                    <a:pt x="8998863" y="158359"/>
                  </a:lnTo>
                  <a:lnTo>
                    <a:pt x="9050548" y="137610"/>
                  </a:lnTo>
                  <a:lnTo>
                    <a:pt x="9084767" y="125319"/>
                  </a:lnTo>
                  <a:lnTo>
                    <a:pt x="9132222" y="110134"/>
                  </a:lnTo>
                  <a:lnTo>
                    <a:pt x="9182185" y="96393"/>
                  </a:lnTo>
                  <a:lnTo>
                    <a:pt x="9235415" y="84031"/>
                  </a:lnTo>
                  <a:lnTo>
                    <a:pt x="9292742" y="72932"/>
                  </a:lnTo>
                  <a:lnTo>
                    <a:pt x="9355013" y="62965"/>
                  </a:lnTo>
                  <a:lnTo>
                    <a:pt x="9423037" y="53999"/>
                  </a:lnTo>
                  <a:lnTo>
                    <a:pt x="9497505" y="45913"/>
                  </a:lnTo>
                  <a:lnTo>
                    <a:pt x="9578888" y="38610"/>
                  </a:lnTo>
                  <a:lnTo>
                    <a:pt x="9667295" y="32011"/>
                  </a:lnTo>
                  <a:lnTo>
                    <a:pt x="9762298" y="26066"/>
                  </a:lnTo>
                  <a:lnTo>
                    <a:pt x="9862743" y="20743"/>
                  </a:lnTo>
                  <a:lnTo>
                    <a:pt x="9966586" y="16036"/>
                  </a:lnTo>
                  <a:lnTo>
                    <a:pt x="10070813" y="11952"/>
                  </a:lnTo>
                  <a:lnTo>
                    <a:pt x="10171554" y="8506"/>
                  </a:lnTo>
                  <a:lnTo>
                    <a:pt x="10264431" y="5708"/>
                  </a:lnTo>
                  <a:lnTo>
                    <a:pt x="10345169" y="3547"/>
                  </a:lnTo>
                  <a:lnTo>
                    <a:pt x="10410351" y="1987"/>
                  </a:lnTo>
                  <a:lnTo>
                    <a:pt x="10458137" y="958"/>
                  </a:lnTo>
                  <a:lnTo>
                    <a:pt x="10488723" y="364"/>
                  </a:lnTo>
                  <a:lnTo>
                    <a:pt x="10504438" y="87"/>
                  </a:lnTo>
                  <a:lnTo>
                    <a:pt x="10509542" y="5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88" name="pl1588"/>
            <p:cNvSpPr/>
            <p:nvPr/>
          </p:nvSpPr>
          <p:spPr>
            <a:xfrm>
              <a:off x="4799595" y="8649446"/>
              <a:ext cx="11981298" cy="907202"/>
            </a:xfrm>
            <a:custGeom>
              <a:avLst/>
              <a:pathLst>
                <a:path w="11981298" h="907202">
                  <a:moveTo>
                    <a:pt x="11981298" y="0"/>
                  </a:moveTo>
                  <a:lnTo>
                    <a:pt x="10509911" y="0"/>
                  </a:lnTo>
                  <a:lnTo>
                    <a:pt x="10508680" y="18"/>
                  </a:lnTo>
                  <a:lnTo>
                    <a:pt x="10500603" y="152"/>
                  </a:lnTo>
                  <a:lnTo>
                    <a:pt x="10480291" y="522"/>
                  </a:lnTo>
                  <a:lnTo>
                    <a:pt x="10444098" y="1249"/>
                  </a:lnTo>
                  <a:lnTo>
                    <a:pt x="10390399" y="2446"/>
                  </a:lnTo>
                  <a:lnTo>
                    <a:pt x="10319709" y="4201"/>
                  </a:lnTo>
                  <a:lnTo>
                    <a:pt x="10234465" y="6573"/>
                  </a:lnTo>
                  <a:lnTo>
                    <a:pt x="10138457" y="9589"/>
                  </a:lnTo>
                  <a:lnTo>
                    <a:pt x="10036075" y="13250"/>
                  </a:lnTo>
                  <a:lnTo>
                    <a:pt x="9931584" y="17544"/>
                  </a:lnTo>
                  <a:lnTo>
                    <a:pt x="9828592" y="22458"/>
                  </a:lnTo>
                  <a:lnTo>
                    <a:pt x="9729789" y="27987"/>
                  </a:lnTo>
                  <a:lnTo>
                    <a:pt x="9636908" y="34147"/>
                  </a:lnTo>
                  <a:lnTo>
                    <a:pt x="9550837" y="40975"/>
                  </a:lnTo>
                  <a:lnTo>
                    <a:pt x="9471804" y="48530"/>
                  </a:lnTo>
                  <a:lnTo>
                    <a:pt x="9399561" y="56899"/>
                  </a:lnTo>
                  <a:lnTo>
                    <a:pt x="9333549" y="66187"/>
                  </a:lnTo>
                  <a:lnTo>
                    <a:pt x="9273027" y="76518"/>
                  </a:lnTo>
                  <a:lnTo>
                    <a:pt x="9217168" y="88025"/>
                  </a:lnTo>
                  <a:lnTo>
                    <a:pt x="9165122" y="100838"/>
                  </a:lnTo>
                  <a:lnTo>
                    <a:pt x="9116078" y="115059"/>
                  </a:lnTo>
                  <a:lnTo>
                    <a:pt x="9084767" y="125319"/>
                  </a:lnTo>
                  <a:lnTo>
                    <a:pt x="9031921" y="144783"/>
                  </a:lnTo>
                  <a:lnTo>
                    <a:pt x="8980750" y="166255"/>
                  </a:lnTo>
                  <a:lnTo>
                    <a:pt x="8930613" y="189763"/>
                  </a:lnTo>
                  <a:lnTo>
                    <a:pt x="8881044" y="215266"/>
                  </a:lnTo>
                  <a:lnTo>
                    <a:pt x="8831719" y="242641"/>
                  </a:lnTo>
                  <a:lnTo>
                    <a:pt x="8782431" y="271685"/>
                  </a:lnTo>
                  <a:lnTo>
                    <a:pt x="8733071" y="302108"/>
                  </a:lnTo>
                  <a:lnTo>
                    <a:pt x="8683608" y="333552"/>
                  </a:lnTo>
                  <a:lnTo>
                    <a:pt x="8634065" y="365599"/>
                  </a:lnTo>
                  <a:lnTo>
                    <a:pt x="8584502" y="397794"/>
                  </a:lnTo>
                  <a:lnTo>
                    <a:pt x="8534982" y="429676"/>
                  </a:lnTo>
                  <a:lnTo>
                    <a:pt x="8485555" y="460801"/>
                  </a:lnTo>
                  <a:lnTo>
                    <a:pt x="8436228" y="490770"/>
                  </a:lnTo>
                  <a:lnTo>
                    <a:pt x="8386944" y="519247"/>
                  </a:lnTo>
                  <a:lnTo>
                    <a:pt x="8337562" y="545973"/>
                  </a:lnTo>
                  <a:lnTo>
                    <a:pt x="8287834" y="570774"/>
                  </a:lnTo>
                  <a:lnTo>
                    <a:pt x="8237390" y="593556"/>
                  </a:lnTo>
                  <a:lnTo>
                    <a:pt x="8185705" y="614305"/>
                  </a:lnTo>
                  <a:lnTo>
                    <a:pt x="8151487" y="626596"/>
                  </a:lnTo>
                  <a:lnTo>
                    <a:pt x="8104031" y="641781"/>
                  </a:lnTo>
                  <a:lnTo>
                    <a:pt x="8054068" y="655522"/>
                  </a:lnTo>
                  <a:lnTo>
                    <a:pt x="8000838" y="667884"/>
                  </a:lnTo>
                  <a:lnTo>
                    <a:pt x="7943511" y="678982"/>
                  </a:lnTo>
                  <a:lnTo>
                    <a:pt x="7881240" y="688949"/>
                  </a:lnTo>
                  <a:lnTo>
                    <a:pt x="7813216" y="697916"/>
                  </a:lnTo>
                  <a:lnTo>
                    <a:pt x="7738748" y="706002"/>
                  </a:lnTo>
                  <a:lnTo>
                    <a:pt x="7657365" y="713305"/>
                  </a:lnTo>
                  <a:lnTo>
                    <a:pt x="7568958" y="719903"/>
                  </a:lnTo>
                  <a:lnTo>
                    <a:pt x="7473955" y="725849"/>
                  </a:lnTo>
                  <a:lnTo>
                    <a:pt x="7373510" y="731172"/>
                  </a:lnTo>
                  <a:lnTo>
                    <a:pt x="7269668" y="735879"/>
                  </a:lnTo>
                  <a:lnTo>
                    <a:pt x="7165441" y="739963"/>
                  </a:lnTo>
                  <a:lnTo>
                    <a:pt x="7064700" y="743408"/>
                  </a:lnTo>
                  <a:lnTo>
                    <a:pt x="6971822" y="746207"/>
                  </a:lnTo>
                  <a:lnTo>
                    <a:pt x="6891084" y="748368"/>
                  </a:lnTo>
                  <a:lnTo>
                    <a:pt x="6825902" y="749928"/>
                  </a:lnTo>
                  <a:lnTo>
                    <a:pt x="6778116" y="750956"/>
                  </a:lnTo>
                  <a:lnTo>
                    <a:pt x="6747530" y="751551"/>
                  </a:lnTo>
                  <a:lnTo>
                    <a:pt x="6731815" y="751828"/>
                  </a:lnTo>
                  <a:lnTo>
                    <a:pt x="6726711" y="751910"/>
                  </a:lnTo>
                  <a:lnTo>
                    <a:pt x="6726343" y="751915"/>
                  </a:lnTo>
                  <a:lnTo>
                    <a:pt x="5254955" y="751915"/>
                  </a:lnTo>
                  <a:lnTo>
                    <a:pt x="5253718" y="751919"/>
                  </a:lnTo>
                  <a:lnTo>
                    <a:pt x="5245597" y="751947"/>
                  </a:lnTo>
                  <a:lnTo>
                    <a:pt x="5225181" y="752024"/>
                  </a:lnTo>
                  <a:lnTo>
                    <a:pt x="5188811" y="752175"/>
                  </a:lnTo>
                  <a:lnTo>
                    <a:pt x="5134867" y="752423"/>
                  </a:lnTo>
                  <a:lnTo>
                    <a:pt x="5063884" y="752788"/>
                  </a:lnTo>
                  <a:lnTo>
                    <a:pt x="4978329" y="753280"/>
                  </a:lnTo>
                  <a:lnTo>
                    <a:pt x="4882026" y="753906"/>
                  </a:lnTo>
                  <a:lnTo>
                    <a:pt x="4779391" y="754666"/>
                  </a:lnTo>
                  <a:lnTo>
                    <a:pt x="4674705" y="755556"/>
                  </a:lnTo>
                  <a:lnTo>
                    <a:pt x="4571582" y="756575"/>
                  </a:lnTo>
                  <a:lnTo>
                    <a:pt x="4472708" y="757722"/>
                  </a:lnTo>
                  <a:lnTo>
                    <a:pt x="4379806" y="759000"/>
                  </a:lnTo>
                  <a:lnTo>
                    <a:pt x="4293752" y="760416"/>
                  </a:lnTo>
                  <a:lnTo>
                    <a:pt x="4214760" y="761983"/>
                  </a:lnTo>
                  <a:lnTo>
                    <a:pt x="4142570" y="763720"/>
                  </a:lnTo>
                  <a:lnTo>
                    <a:pt x="4076616" y="765648"/>
                  </a:lnTo>
                  <a:lnTo>
                    <a:pt x="4016146" y="767793"/>
                  </a:lnTo>
                  <a:lnTo>
                    <a:pt x="3960328" y="770183"/>
                  </a:lnTo>
                  <a:lnTo>
                    <a:pt x="3908308" y="772844"/>
                  </a:lnTo>
                  <a:lnTo>
                    <a:pt x="3859273" y="775798"/>
                  </a:lnTo>
                  <a:lnTo>
                    <a:pt x="3829811" y="777797"/>
                  </a:lnTo>
                  <a:lnTo>
                    <a:pt x="3773743" y="782080"/>
                  </a:lnTo>
                  <a:lnTo>
                    <a:pt x="3719515" y="786831"/>
                  </a:lnTo>
                  <a:lnTo>
                    <a:pt x="3666381" y="792057"/>
                  </a:lnTo>
                  <a:lnTo>
                    <a:pt x="3613810" y="797744"/>
                  </a:lnTo>
                  <a:lnTo>
                    <a:pt x="3561446" y="803856"/>
                  </a:lnTo>
                  <a:lnTo>
                    <a:pt x="3509076" y="810338"/>
                  </a:lnTo>
                  <a:lnTo>
                    <a:pt x="3456603" y="817112"/>
                  </a:lnTo>
                  <a:lnTo>
                    <a:pt x="3404020" y="824083"/>
                  </a:lnTo>
                  <a:lnTo>
                    <a:pt x="3351378" y="831142"/>
                  </a:lnTo>
                  <a:lnTo>
                    <a:pt x="3298753" y="838175"/>
                  </a:lnTo>
                  <a:lnTo>
                    <a:pt x="3246216" y="845071"/>
                  </a:lnTo>
                  <a:lnTo>
                    <a:pt x="3193794" y="851725"/>
                  </a:lnTo>
                  <a:lnTo>
                    <a:pt x="3141445" y="858050"/>
                  </a:lnTo>
                  <a:lnTo>
                    <a:pt x="3089023" y="863977"/>
                  </a:lnTo>
                  <a:lnTo>
                    <a:pt x="3036253" y="869460"/>
                  </a:lnTo>
                  <a:lnTo>
                    <a:pt x="2982706" y="874474"/>
                  </a:lnTo>
                  <a:lnTo>
                    <a:pt x="2927762" y="879014"/>
                  </a:lnTo>
                  <a:lnTo>
                    <a:pt x="2896531" y="881321"/>
                  </a:lnTo>
                  <a:lnTo>
                    <a:pt x="2848986" y="884463"/>
                  </a:lnTo>
                  <a:lnTo>
                    <a:pt x="2798922" y="887305"/>
                  </a:lnTo>
                  <a:lnTo>
                    <a:pt x="2745577" y="889861"/>
                  </a:lnTo>
                  <a:lnTo>
                    <a:pt x="2688115" y="892156"/>
                  </a:lnTo>
                  <a:lnTo>
                    <a:pt x="2625684" y="894216"/>
                  </a:lnTo>
                  <a:lnTo>
                    <a:pt x="2557472" y="896070"/>
                  </a:lnTo>
                  <a:lnTo>
                    <a:pt x="2482786" y="897741"/>
                  </a:lnTo>
                  <a:lnTo>
                    <a:pt x="2401155" y="899250"/>
                  </a:lnTo>
                  <a:lnTo>
                    <a:pt x="2312477" y="900613"/>
                  </a:lnTo>
                  <a:lnTo>
                    <a:pt x="2217191" y="901841"/>
                  </a:lnTo>
                  <a:lnTo>
                    <a:pt x="2116472" y="902939"/>
                  </a:lnTo>
                  <a:lnTo>
                    <a:pt x="2012396" y="903911"/>
                  </a:lnTo>
                  <a:lnTo>
                    <a:pt x="1908011" y="904752"/>
                  </a:lnTo>
                  <a:lnTo>
                    <a:pt x="1807227" y="905462"/>
                  </a:lnTo>
                  <a:lnTo>
                    <a:pt x="1714450" y="906038"/>
                  </a:lnTo>
                  <a:lnTo>
                    <a:pt x="1633968" y="906481"/>
                  </a:lnTo>
                  <a:lnTo>
                    <a:pt x="1569179" y="906800"/>
                  </a:lnTo>
                  <a:lnTo>
                    <a:pt x="1521876" y="907010"/>
                  </a:lnTo>
                  <a:lnTo>
                    <a:pt x="1491792" y="907130"/>
                  </a:lnTo>
                  <a:lnTo>
                    <a:pt x="1476515" y="907185"/>
                  </a:lnTo>
                  <a:lnTo>
                    <a:pt x="1471696" y="907201"/>
                  </a:lnTo>
                  <a:lnTo>
                    <a:pt x="1471387" y="907202"/>
                  </a:lnTo>
                  <a:lnTo>
                    <a:pt x="0" y="90720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89" name="pg1589"/>
            <p:cNvSpPr/>
            <p:nvPr/>
          </p:nvSpPr>
          <p:spPr>
            <a:xfrm>
              <a:off x="4799595" y="6794175"/>
              <a:ext cx="11981298" cy="4380727"/>
            </a:xfrm>
            <a:custGeom>
              <a:avLst/>
              <a:pathLst>
                <a:path w="11981298" h="4380727">
                  <a:moveTo>
                    <a:pt x="0" y="2836030"/>
                  </a:moveTo>
                  <a:lnTo>
                    <a:pt x="1471387" y="2836030"/>
                  </a:lnTo>
                  <a:lnTo>
                    <a:pt x="1472596" y="2836068"/>
                  </a:lnTo>
                  <a:lnTo>
                    <a:pt x="1480533" y="2836337"/>
                  </a:lnTo>
                  <a:lnTo>
                    <a:pt x="1500502" y="2837083"/>
                  </a:lnTo>
                  <a:lnTo>
                    <a:pt x="1536113" y="2838550"/>
                  </a:lnTo>
                  <a:lnTo>
                    <a:pt x="1589007" y="2840965"/>
                  </a:lnTo>
                  <a:lnTo>
                    <a:pt x="1658732" y="2844508"/>
                  </a:lnTo>
                  <a:lnTo>
                    <a:pt x="1742953" y="2849300"/>
                  </a:lnTo>
                  <a:lnTo>
                    <a:pt x="1837984" y="2855398"/>
                  </a:lnTo>
                  <a:lnTo>
                    <a:pt x="1939525" y="2862806"/>
                  </a:lnTo>
                  <a:lnTo>
                    <a:pt x="2043367" y="2871499"/>
                  </a:lnTo>
                  <a:lnTo>
                    <a:pt x="2145919" y="2881452"/>
                  </a:lnTo>
                  <a:lnTo>
                    <a:pt x="2244480" y="2892654"/>
                  </a:lnTo>
                  <a:lnTo>
                    <a:pt x="2337285" y="2905132"/>
                  </a:lnTo>
                  <a:lnTo>
                    <a:pt x="2423404" y="2918956"/>
                  </a:lnTo>
                  <a:lnTo>
                    <a:pt x="2502569" y="2934246"/>
                  </a:lnTo>
                  <a:lnTo>
                    <a:pt x="2574989" y="2951169"/>
                  </a:lnTo>
                  <a:lnTo>
                    <a:pt x="2641190" y="2969934"/>
                  </a:lnTo>
                  <a:lnTo>
                    <a:pt x="2701885" y="2990788"/>
                  </a:lnTo>
                  <a:lnTo>
                    <a:pt x="2757884" y="3014000"/>
                  </a:lnTo>
                  <a:lnTo>
                    <a:pt x="2810019" y="3039833"/>
                  </a:lnTo>
                  <a:lnTo>
                    <a:pt x="2859094" y="3068504"/>
                  </a:lnTo>
                  <a:lnTo>
                    <a:pt x="2896531" y="3093479"/>
                  </a:lnTo>
                  <a:lnTo>
                    <a:pt x="2942778" y="3128165"/>
                  </a:lnTo>
                  <a:lnTo>
                    <a:pt x="2987678" y="3165983"/>
                  </a:lnTo>
                  <a:lnTo>
                    <a:pt x="3031683" y="3206991"/>
                  </a:lnTo>
                  <a:lnTo>
                    <a:pt x="3075136" y="3251163"/>
                  </a:lnTo>
                  <a:lnTo>
                    <a:pt x="3118291" y="3298383"/>
                  </a:lnTo>
                  <a:lnTo>
                    <a:pt x="3161330" y="3348437"/>
                  </a:lnTo>
                  <a:lnTo>
                    <a:pt x="3204368" y="3401009"/>
                  </a:lnTo>
                  <a:lnTo>
                    <a:pt x="3247467" y="3455688"/>
                  </a:lnTo>
                  <a:lnTo>
                    <a:pt x="3290645" y="3511975"/>
                  </a:lnTo>
                  <a:lnTo>
                    <a:pt x="3333889" y="3569304"/>
                  </a:lnTo>
                  <a:lnTo>
                    <a:pt x="3377163" y="3627061"/>
                  </a:lnTo>
                  <a:lnTo>
                    <a:pt x="3420423" y="3684613"/>
                  </a:lnTo>
                  <a:lnTo>
                    <a:pt x="3463627" y="3741336"/>
                  </a:lnTo>
                  <a:lnTo>
                    <a:pt x="3506754" y="3796644"/>
                  </a:lnTo>
                  <a:lnTo>
                    <a:pt x="3549809" y="3850012"/>
                  </a:lnTo>
                  <a:lnTo>
                    <a:pt x="3592837" y="3900997"/>
                  </a:lnTo>
                  <a:lnTo>
                    <a:pt x="3635934" y="3949248"/>
                  </a:lnTo>
                  <a:lnTo>
                    <a:pt x="3679257" y="3994515"/>
                  </a:lnTo>
                  <a:lnTo>
                    <a:pt x="3723032" y="4036649"/>
                  </a:lnTo>
                  <a:lnTo>
                    <a:pt x="3767571" y="4075591"/>
                  </a:lnTo>
                  <a:lnTo>
                    <a:pt x="3813283" y="4111373"/>
                  </a:lnTo>
                  <a:lnTo>
                    <a:pt x="3829811" y="4123277"/>
                  </a:lnTo>
                  <a:lnTo>
                    <a:pt x="3876971" y="4154292"/>
                  </a:lnTo>
                  <a:lnTo>
                    <a:pt x="3926604" y="4182375"/>
                  </a:lnTo>
                  <a:lnTo>
                    <a:pt x="3979454" y="4207658"/>
                  </a:lnTo>
                  <a:lnTo>
                    <a:pt x="4036336" y="4230371"/>
                  </a:lnTo>
                  <a:lnTo>
                    <a:pt x="4098083" y="4250781"/>
                  </a:lnTo>
                  <a:lnTo>
                    <a:pt x="4165489" y="4269155"/>
                  </a:lnTo>
                  <a:lnTo>
                    <a:pt x="4239240" y="4285731"/>
                  </a:lnTo>
                  <a:lnTo>
                    <a:pt x="4319808" y="4300712"/>
                  </a:lnTo>
                  <a:lnTo>
                    <a:pt x="4407321" y="4314256"/>
                  </a:lnTo>
                  <a:lnTo>
                    <a:pt x="4501391" y="4326472"/>
                  </a:lnTo>
                  <a:lnTo>
                    <a:pt x="4600932" y="4337420"/>
                  </a:lnTo>
                  <a:lnTo>
                    <a:pt x="4703994" y="4347119"/>
                  </a:lnTo>
                  <a:lnTo>
                    <a:pt x="4807686" y="4355555"/>
                  </a:lnTo>
                  <a:lnTo>
                    <a:pt x="4908261" y="4362699"/>
                  </a:lnTo>
                  <a:lnTo>
                    <a:pt x="5001442" y="4368531"/>
                  </a:lnTo>
                  <a:lnTo>
                    <a:pt x="5082993" y="4373063"/>
                  </a:lnTo>
                  <a:lnTo>
                    <a:pt x="5149445" y="4376366"/>
                  </a:lnTo>
                  <a:lnTo>
                    <a:pt x="5198809" y="4378573"/>
                  </a:lnTo>
                  <a:lnTo>
                    <a:pt x="5231055" y="4379875"/>
                  </a:lnTo>
                  <a:lnTo>
                    <a:pt x="5248239" y="4380504"/>
                  </a:lnTo>
                  <a:lnTo>
                    <a:pt x="5254335" y="4380707"/>
                  </a:lnTo>
                  <a:lnTo>
                    <a:pt x="5254955" y="4380727"/>
                  </a:lnTo>
                  <a:lnTo>
                    <a:pt x="6726343" y="4380727"/>
                  </a:lnTo>
                  <a:lnTo>
                    <a:pt x="6727262" y="4380646"/>
                  </a:lnTo>
                  <a:lnTo>
                    <a:pt x="6733336" y="4380069"/>
                  </a:lnTo>
                  <a:lnTo>
                    <a:pt x="6748740" y="4378477"/>
                  </a:lnTo>
                  <a:lnTo>
                    <a:pt x="6776514" y="4375339"/>
                  </a:lnTo>
                  <a:lnTo>
                    <a:pt x="6818384" y="4370151"/>
                  </a:lnTo>
                  <a:lnTo>
                    <a:pt x="6874636" y="4362481"/>
                  </a:lnTo>
                  <a:lnTo>
                    <a:pt x="6944153" y="4352002"/>
                  </a:lnTo>
                  <a:lnTo>
                    <a:pt x="7024663" y="4338518"/>
                  </a:lnTo>
                  <a:lnTo>
                    <a:pt x="7113142" y="4321949"/>
                  </a:lnTo>
                  <a:lnTo>
                    <a:pt x="7206293" y="4302306"/>
                  </a:lnTo>
                  <a:lnTo>
                    <a:pt x="7300974" y="4279647"/>
                  </a:lnTo>
                  <a:lnTo>
                    <a:pt x="7394507" y="4254031"/>
                  </a:lnTo>
                  <a:lnTo>
                    <a:pt x="7484831" y="4225479"/>
                  </a:lnTo>
                  <a:lnTo>
                    <a:pt x="7570538" y="4193943"/>
                  </a:lnTo>
                  <a:lnTo>
                    <a:pt x="7650812" y="4159292"/>
                  </a:lnTo>
                  <a:lnTo>
                    <a:pt x="7725326" y="4121302"/>
                  </a:lnTo>
                  <a:lnTo>
                    <a:pt x="7794121" y="4079652"/>
                  </a:lnTo>
                  <a:lnTo>
                    <a:pt x="7857500" y="4033933"/>
                  </a:lnTo>
                  <a:lnTo>
                    <a:pt x="7915938" y="3983655"/>
                  </a:lnTo>
                  <a:lnTo>
                    <a:pt x="7970009" y="3928269"/>
                  </a:lnTo>
                  <a:lnTo>
                    <a:pt x="8020337" y="3867193"/>
                  </a:lnTo>
                  <a:lnTo>
                    <a:pt x="8067552" y="3799871"/>
                  </a:lnTo>
                  <a:lnTo>
                    <a:pt x="8112258" y="3725853"/>
                  </a:lnTo>
                  <a:lnTo>
                    <a:pt x="8151487" y="3651968"/>
                  </a:lnTo>
                  <a:lnTo>
                    <a:pt x="8182823" y="3586769"/>
                  </a:lnTo>
                  <a:lnTo>
                    <a:pt x="8213472" y="3517583"/>
                  </a:lnTo>
                  <a:lnTo>
                    <a:pt x="8243589" y="3444330"/>
                  </a:lnTo>
                  <a:lnTo>
                    <a:pt x="8273305" y="3366972"/>
                  </a:lnTo>
                  <a:lnTo>
                    <a:pt x="8302730" y="3285520"/>
                  </a:lnTo>
                  <a:lnTo>
                    <a:pt x="8331953" y="3200036"/>
                  </a:lnTo>
                  <a:lnTo>
                    <a:pt x="8361047" y="3110639"/>
                  </a:lnTo>
                  <a:lnTo>
                    <a:pt x="8390069" y="3017502"/>
                  </a:lnTo>
                  <a:lnTo>
                    <a:pt x="8419063" y="2920860"/>
                  </a:lnTo>
                  <a:lnTo>
                    <a:pt x="8448060" y="2821006"/>
                  </a:lnTo>
                  <a:lnTo>
                    <a:pt x="8477081" y="2718289"/>
                  </a:lnTo>
                  <a:lnTo>
                    <a:pt x="8506136" y="2613112"/>
                  </a:lnTo>
                  <a:lnTo>
                    <a:pt x="8535227" y="2505922"/>
                  </a:lnTo>
                  <a:lnTo>
                    <a:pt x="8564352" y="2397209"/>
                  </a:lnTo>
                  <a:lnTo>
                    <a:pt x="8593500" y="2287492"/>
                  </a:lnTo>
                  <a:lnTo>
                    <a:pt x="8622660" y="2177312"/>
                  </a:lnTo>
                  <a:lnTo>
                    <a:pt x="8651818" y="2067217"/>
                  </a:lnTo>
                  <a:lnTo>
                    <a:pt x="8680960" y="1957755"/>
                  </a:lnTo>
                  <a:lnTo>
                    <a:pt x="8710075" y="1849461"/>
                  </a:lnTo>
                  <a:lnTo>
                    <a:pt x="8739156" y="1742847"/>
                  </a:lnTo>
                  <a:lnTo>
                    <a:pt x="8768199" y="1638388"/>
                  </a:lnTo>
                  <a:lnTo>
                    <a:pt x="8797211" y="1536521"/>
                  </a:lnTo>
                  <a:lnTo>
                    <a:pt x="8826205" y="1437631"/>
                  </a:lnTo>
                  <a:lnTo>
                    <a:pt x="8855203" y="1342050"/>
                  </a:lnTo>
                  <a:lnTo>
                    <a:pt x="8884242" y="1250054"/>
                  </a:lnTo>
                  <a:lnTo>
                    <a:pt x="8913370" y="1161857"/>
                  </a:lnTo>
                  <a:lnTo>
                    <a:pt x="8942647" y="1077617"/>
                  </a:lnTo>
                  <a:lnTo>
                    <a:pt x="8972152" y="997434"/>
                  </a:lnTo>
                  <a:lnTo>
                    <a:pt x="9001980" y="921353"/>
                  </a:lnTo>
                  <a:lnTo>
                    <a:pt x="9032248" y="849371"/>
                  </a:lnTo>
                  <a:lnTo>
                    <a:pt x="9063092" y="781436"/>
                  </a:lnTo>
                  <a:lnTo>
                    <a:pt x="9084767" y="736932"/>
                  </a:lnTo>
                  <a:lnTo>
                    <a:pt x="9127659" y="656579"/>
                  </a:lnTo>
                  <a:lnTo>
                    <a:pt x="9172554" y="583134"/>
                  </a:lnTo>
                  <a:lnTo>
                    <a:pt x="9220005" y="516355"/>
                  </a:lnTo>
                  <a:lnTo>
                    <a:pt x="9270622" y="455779"/>
                  </a:lnTo>
                  <a:lnTo>
                    <a:pt x="9325036" y="400842"/>
                  </a:lnTo>
                  <a:lnTo>
                    <a:pt x="9383867" y="350967"/>
                  </a:lnTo>
                  <a:lnTo>
                    <a:pt x="9447684" y="305607"/>
                  </a:lnTo>
                  <a:lnTo>
                    <a:pt x="9516950" y="264278"/>
                  </a:lnTo>
                  <a:lnTo>
                    <a:pt x="9591949" y="226579"/>
                  </a:lnTo>
                  <a:lnTo>
                    <a:pt x="9672697" y="192196"/>
                  </a:lnTo>
                  <a:lnTo>
                    <a:pt x="9758830" y="160914"/>
                  </a:lnTo>
                  <a:lnTo>
                    <a:pt x="9849486" y="132609"/>
                  </a:lnTo>
                  <a:lnTo>
                    <a:pt x="9943202" y="107239"/>
                  </a:lnTo>
                  <a:lnTo>
                    <a:pt x="10037867" y="84830"/>
                  </a:lnTo>
                  <a:lnTo>
                    <a:pt x="10130751" y="65443"/>
                  </a:lnTo>
                  <a:lnTo>
                    <a:pt x="10218688" y="49133"/>
                  </a:lnTo>
                  <a:lnTo>
                    <a:pt x="10298385" y="35905"/>
                  </a:lnTo>
                  <a:lnTo>
                    <a:pt x="10366865" y="25671"/>
                  </a:lnTo>
                  <a:lnTo>
                    <a:pt x="10421936" y="18223"/>
                  </a:lnTo>
                  <a:lnTo>
                    <a:pt x="10462593" y="13225"/>
                  </a:lnTo>
                  <a:lnTo>
                    <a:pt x="10489245" y="10236"/>
                  </a:lnTo>
                  <a:lnTo>
                    <a:pt x="10503734" y="8750"/>
                  </a:lnTo>
                  <a:lnTo>
                    <a:pt x="10509200" y="8235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8991" y="80"/>
                  </a:lnTo>
                  <a:lnTo>
                    <a:pt x="10502917" y="657"/>
                  </a:lnTo>
                  <a:lnTo>
                    <a:pt x="10487513" y="2249"/>
                  </a:lnTo>
                  <a:lnTo>
                    <a:pt x="10459739" y="5387"/>
                  </a:lnTo>
                  <a:lnTo>
                    <a:pt x="10417870" y="10575"/>
                  </a:lnTo>
                  <a:lnTo>
                    <a:pt x="10361618" y="18245"/>
                  </a:lnTo>
                  <a:lnTo>
                    <a:pt x="10292100" y="28724"/>
                  </a:lnTo>
                  <a:lnTo>
                    <a:pt x="10211590" y="42208"/>
                  </a:lnTo>
                  <a:lnTo>
                    <a:pt x="10123112" y="58777"/>
                  </a:lnTo>
                  <a:lnTo>
                    <a:pt x="10029961" y="78420"/>
                  </a:lnTo>
                  <a:lnTo>
                    <a:pt x="9935279" y="101079"/>
                  </a:lnTo>
                  <a:lnTo>
                    <a:pt x="9841746" y="126695"/>
                  </a:lnTo>
                  <a:lnTo>
                    <a:pt x="9751423" y="155248"/>
                  </a:lnTo>
                  <a:lnTo>
                    <a:pt x="9665716" y="186783"/>
                  </a:lnTo>
                  <a:lnTo>
                    <a:pt x="9585441" y="221434"/>
                  </a:lnTo>
                  <a:lnTo>
                    <a:pt x="9510927" y="259424"/>
                  </a:lnTo>
                  <a:lnTo>
                    <a:pt x="9442133" y="301074"/>
                  </a:lnTo>
                  <a:lnTo>
                    <a:pt x="9378753" y="346793"/>
                  </a:lnTo>
                  <a:lnTo>
                    <a:pt x="9320315" y="397071"/>
                  </a:lnTo>
                  <a:lnTo>
                    <a:pt x="9266244" y="452458"/>
                  </a:lnTo>
                  <a:lnTo>
                    <a:pt x="9215916" y="513533"/>
                  </a:lnTo>
                  <a:lnTo>
                    <a:pt x="9168702" y="580855"/>
                  </a:lnTo>
                  <a:lnTo>
                    <a:pt x="9123995" y="654873"/>
                  </a:lnTo>
                  <a:lnTo>
                    <a:pt x="9084767" y="728759"/>
                  </a:lnTo>
                  <a:lnTo>
                    <a:pt x="9053430" y="793957"/>
                  </a:lnTo>
                  <a:lnTo>
                    <a:pt x="9022781" y="863143"/>
                  </a:lnTo>
                  <a:lnTo>
                    <a:pt x="8992664" y="936396"/>
                  </a:lnTo>
                  <a:lnTo>
                    <a:pt x="8962948" y="1013754"/>
                  </a:lnTo>
                  <a:lnTo>
                    <a:pt x="8933523" y="1095206"/>
                  </a:lnTo>
                  <a:lnTo>
                    <a:pt x="8904300" y="1180690"/>
                  </a:lnTo>
                  <a:lnTo>
                    <a:pt x="8875206" y="1270088"/>
                  </a:lnTo>
                  <a:lnTo>
                    <a:pt x="8846184" y="1363225"/>
                  </a:lnTo>
                  <a:lnTo>
                    <a:pt x="8817190" y="1459866"/>
                  </a:lnTo>
                  <a:lnTo>
                    <a:pt x="8788193" y="1559720"/>
                  </a:lnTo>
                  <a:lnTo>
                    <a:pt x="8759172" y="1662437"/>
                  </a:lnTo>
                  <a:lnTo>
                    <a:pt x="8730117" y="1767614"/>
                  </a:lnTo>
                  <a:lnTo>
                    <a:pt x="8701026" y="1874804"/>
                  </a:lnTo>
                  <a:lnTo>
                    <a:pt x="8671901" y="1983517"/>
                  </a:lnTo>
                  <a:lnTo>
                    <a:pt x="8642753" y="2093234"/>
                  </a:lnTo>
                  <a:lnTo>
                    <a:pt x="8613593" y="2203414"/>
                  </a:lnTo>
                  <a:lnTo>
                    <a:pt x="8584435" y="2313510"/>
                  </a:lnTo>
                  <a:lnTo>
                    <a:pt x="8555293" y="2422971"/>
                  </a:lnTo>
                  <a:lnTo>
                    <a:pt x="8526178" y="2531265"/>
                  </a:lnTo>
                  <a:lnTo>
                    <a:pt x="8497098" y="2637880"/>
                  </a:lnTo>
                  <a:lnTo>
                    <a:pt x="8468054" y="2742338"/>
                  </a:lnTo>
                  <a:lnTo>
                    <a:pt x="8439042" y="2844205"/>
                  </a:lnTo>
                  <a:lnTo>
                    <a:pt x="8410049" y="2943095"/>
                  </a:lnTo>
                  <a:lnTo>
                    <a:pt x="8381050" y="3038676"/>
                  </a:lnTo>
                  <a:lnTo>
                    <a:pt x="8352011" y="3130672"/>
                  </a:lnTo>
                  <a:lnTo>
                    <a:pt x="8322884" y="3218869"/>
                  </a:lnTo>
                  <a:lnTo>
                    <a:pt x="8293606" y="3303109"/>
                  </a:lnTo>
                  <a:lnTo>
                    <a:pt x="8264101" y="3383292"/>
                  </a:lnTo>
                  <a:lnTo>
                    <a:pt x="8234273" y="3459373"/>
                  </a:lnTo>
                  <a:lnTo>
                    <a:pt x="8204006" y="3531355"/>
                  </a:lnTo>
                  <a:lnTo>
                    <a:pt x="8173161" y="3599291"/>
                  </a:lnTo>
                  <a:lnTo>
                    <a:pt x="8151487" y="3643795"/>
                  </a:lnTo>
                  <a:lnTo>
                    <a:pt x="8108594" y="3724147"/>
                  </a:lnTo>
                  <a:lnTo>
                    <a:pt x="8063699" y="3797592"/>
                  </a:lnTo>
                  <a:lnTo>
                    <a:pt x="8016248" y="3864371"/>
                  </a:lnTo>
                  <a:lnTo>
                    <a:pt x="7965631" y="3924947"/>
                  </a:lnTo>
                  <a:lnTo>
                    <a:pt x="7911217" y="3979884"/>
                  </a:lnTo>
                  <a:lnTo>
                    <a:pt x="7852386" y="4029759"/>
                  </a:lnTo>
                  <a:lnTo>
                    <a:pt x="7788569" y="4075119"/>
                  </a:lnTo>
                  <a:lnTo>
                    <a:pt x="7719304" y="4116448"/>
                  </a:lnTo>
                  <a:lnTo>
                    <a:pt x="7644304" y="4154148"/>
                  </a:lnTo>
                  <a:lnTo>
                    <a:pt x="7563556" y="4188530"/>
                  </a:lnTo>
                  <a:lnTo>
                    <a:pt x="7477423" y="4219812"/>
                  </a:lnTo>
                  <a:lnTo>
                    <a:pt x="7386768" y="4248117"/>
                  </a:lnTo>
                  <a:lnTo>
                    <a:pt x="7293051" y="4273487"/>
                  </a:lnTo>
                  <a:lnTo>
                    <a:pt x="7198387" y="4295896"/>
                  </a:lnTo>
                  <a:lnTo>
                    <a:pt x="7105502" y="4315283"/>
                  </a:lnTo>
                  <a:lnTo>
                    <a:pt x="7017565" y="4331593"/>
                  </a:lnTo>
                  <a:lnTo>
                    <a:pt x="6937868" y="4344821"/>
                  </a:lnTo>
                  <a:lnTo>
                    <a:pt x="6869388" y="4355055"/>
                  </a:lnTo>
                  <a:lnTo>
                    <a:pt x="6814317" y="4362503"/>
                  </a:lnTo>
                  <a:lnTo>
                    <a:pt x="6773660" y="4367501"/>
                  </a:lnTo>
                  <a:lnTo>
                    <a:pt x="6747008" y="4370490"/>
                  </a:lnTo>
                  <a:lnTo>
                    <a:pt x="6732520" y="4371976"/>
                  </a:lnTo>
                  <a:lnTo>
                    <a:pt x="6727053" y="4372491"/>
                  </a:lnTo>
                  <a:lnTo>
                    <a:pt x="6726343" y="4372554"/>
                  </a:lnTo>
                  <a:lnTo>
                    <a:pt x="5254955" y="4372554"/>
                  </a:lnTo>
                  <a:lnTo>
                    <a:pt x="5253746" y="4372516"/>
                  </a:lnTo>
                  <a:lnTo>
                    <a:pt x="5245810" y="4372246"/>
                  </a:lnTo>
                  <a:lnTo>
                    <a:pt x="5225840" y="4371500"/>
                  </a:lnTo>
                  <a:lnTo>
                    <a:pt x="5190229" y="4370033"/>
                  </a:lnTo>
                  <a:lnTo>
                    <a:pt x="5137335" y="4367618"/>
                  </a:lnTo>
                  <a:lnTo>
                    <a:pt x="5067610" y="4364075"/>
                  </a:lnTo>
                  <a:lnTo>
                    <a:pt x="4983390" y="4359283"/>
                  </a:lnTo>
                  <a:lnTo>
                    <a:pt x="4888358" y="4353186"/>
                  </a:lnTo>
                  <a:lnTo>
                    <a:pt x="4786817" y="4345778"/>
                  </a:lnTo>
                  <a:lnTo>
                    <a:pt x="4682975" y="4337084"/>
                  </a:lnTo>
                  <a:lnTo>
                    <a:pt x="4580423" y="4327132"/>
                  </a:lnTo>
                  <a:lnTo>
                    <a:pt x="4481862" y="4315930"/>
                  </a:lnTo>
                  <a:lnTo>
                    <a:pt x="4389057" y="4303452"/>
                  </a:lnTo>
                  <a:lnTo>
                    <a:pt x="4302938" y="4289627"/>
                  </a:lnTo>
                  <a:lnTo>
                    <a:pt x="4223773" y="4274337"/>
                  </a:lnTo>
                  <a:lnTo>
                    <a:pt x="4151353" y="4257415"/>
                  </a:lnTo>
                  <a:lnTo>
                    <a:pt x="4085152" y="4238650"/>
                  </a:lnTo>
                  <a:lnTo>
                    <a:pt x="4024457" y="4217795"/>
                  </a:lnTo>
                  <a:lnTo>
                    <a:pt x="3968458" y="4194583"/>
                  </a:lnTo>
                  <a:lnTo>
                    <a:pt x="3916323" y="4168750"/>
                  </a:lnTo>
                  <a:lnTo>
                    <a:pt x="3867248" y="4140079"/>
                  </a:lnTo>
                  <a:lnTo>
                    <a:pt x="3829811" y="4115104"/>
                  </a:lnTo>
                  <a:lnTo>
                    <a:pt x="3783564" y="4080419"/>
                  </a:lnTo>
                  <a:lnTo>
                    <a:pt x="3738664" y="4042601"/>
                  </a:lnTo>
                  <a:lnTo>
                    <a:pt x="3694659" y="4001593"/>
                  </a:lnTo>
                  <a:lnTo>
                    <a:pt x="3651206" y="3957421"/>
                  </a:lnTo>
                  <a:lnTo>
                    <a:pt x="3608051" y="3910200"/>
                  </a:lnTo>
                  <a:lnTo>
                    <a:pt x="3565012" y="3860147"/>
                  </a:lnTo>
                  <a:lnTo>
                    <a:pt x="3521974" y="3807575"/>
                  </a:lnTo>
                  <a:lnTo>
                    <a:pt x="3478875" y="3752896"/>
                  </a:lnTo>
                  <a:lnTo>
                    <a:pt x="3435697" y="3696608"/>
                  </a:lnTo>
                  <a:lnTo>
                    <a:pt x="3392453" y="3639279"/>
                  </a:lnTo>
                  <a:lnTo>
                    <a:pt x="3349179" y="3581523"/>
                  </a:lnTo>
                  <a:lnTo>
                    <a:pt x="3305920" y="3523971"/>
                  </a:lnTo>
                  <a:lnTo>
                    <a:pt x="3262715" y="3467248"/>
                  </a:lnTo>
                  <a:lnTo>
                    <a:pt x="3219588" y="3411940"/>
                  </a:lnTo>
                  <a:lnTo>
                    <a:pt x="3176533" y="3358571"/>
                  </a:lnTo>
                  <a:lnTo>
                    <a:pt x="3133505" y="3307587"/>
                  </a:lnTo>
                  <a:lnTo>
                    <a:pt x="3090408" y="3259336"/>
                  </a:lnTo>
                  <a:lnTo>
                    <a:pt x="3047085" y="3214068"/>
                  </a:lnTo>
                  <a:lnTo>
                    <a:pt x="3003310" y="3171935"/>
                  </a:lnTo>
                  <a:lnTo>
                    <a:pt x="2958772" y="3132992"/>
                  </a:lnTo>
                  <a:lnTo>
                    <a:pt x="2913060" y="3097211"/>
                  </a:lnTo>
                  <a:lnTo>
                    <a:pt x="2896531" y="3085306"/>
                  </a:lnTo>
                  <a:lnTo>
                    <a:pt x="2849371" y="3054292"/>
                  </a:lnTo>
                  <a:lnTo>
                    <a:pt x="2799738" y="3026208"/>
                  </a:lnTo>
                  <a:lnTo>
                    <a:pt x="2746888" y="3000926"/>
                  </a:lnTo>
                  <a:lnTo>
                    <a:pt x="2690006" y="2978213"/>
                  </a:lnTo>
                  <a:lnTo>
                    <a:pt x="2628260" y="2957802"/>
                  </a:lnTo>
                  <a:lnTo>
                    <a:pt x="2560853" y="2939429"/>
                  </a:lnTo>
                  <a:lnTo>
                    <a:pt x="2487102" y="2922853"/>
                  </a:lnTo>
                  <a:lnTo>
                    <a:pt x="2406534" y="2907871"/>
                  </a:lnTo>
                  <a:lnTo>
                    <a:pt x="2319021" y="2894327"/>
                  </a:lnTo>
                  <a:lnTo>
                    <a:pt x="2224951" y="2882112"/>
                  </a:lnTo>
                  <a:lnTo>
                    <a:pt x="2125410" y="2871164"/>
                  </a:lnTo>
                  <a:lnTo>
                    <a:pt x="2022348" y="2861464"/>
                  </a:lnTo>
                  <a:lnTo>
                    <a:pt x="1918657" y="2853028"/>
                  </a:lnTo>
                  <a:lnTo>
                    <a:pt x="1818081" y="2845884"/>
                  </a:lnTo>
                  <a:lnTo>
                    <a:pt x="1724900" y="2840053"/>
                  </a:lnTo>
                  <a:lnTo>
                    <a:pt x="1643349" y="2835520"/>
                  </a:lnTo>
                  <a:lnTo>
                    <a:pt x="1576898" y="2832217"/>
                  </a:lnTo>
                  <a:lnTo>
                    <a:pt x="1527533" y="2830011"/>
                  </a:lnTo>
                  <a:lnTo>
                    <a:pt x="1495287" y="2828709"/>
                  </a:lnTo>
                  <a:lnTo>
                    <a:pt x="1478103" y="2828079"/>
                  </a:lnTo>
                  <a:lnTo>
                    <a:pt x="1472007" y="2827876"/>
                  </a:lnTo>
                  <a:lnTo>
                    <a:pt x="1471387" y="2827857"/>
                  </a:lnTo>
                  <a:lnTo>
                    <a:pt x="0" y="2827857"/>
                  </a:lnTo>
                  <a:close/>
                </a:path>
              </a:pathLst>
            </a:custGeom>
            <a:solidFill>
              <a:srgbClr val="8BC34A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590" name="pl1590"/>
            <p:cNvSpPr/>
            <p:nvPr/>
          </p:nvSpPr>
          <p:spPr>
            <a:xfrm>
              <a:off x="4799595" y="6802348"/>
              <a:ext cx="11981298" cy="4372554"/>
            </a:xfrm>
            <a:custGeom>
              <a:avLst/>
              <a:pathLst>
                <a:path w="11981298" h="4372554">
                  <a:moveTo>
                    <a:pt x="0" y="2827857"/>
                  </a:moveTo>
                  <a:lnTo>
                    <a:pt x="1471387" y="2827857"/>
                  </a:lnTo>
                  <a:lnTo>
                    <a:pt x="1472596" y="2827895"/>
                  </a:lnTo>
                  <a:lnTo>
                    <a:pt x="1480533" y="2828164"/>
                  </a:lnTo>
                  <a:lnTo>
                    <a:pt x="1500502" y="2828910"/>
                  </a:lnTo>
                  <a:lnTo>
                    <a:pt x="1536113" y="2830377"/>
                  </a:lnTo>
                  <a:lnTo>
                    <a:pt x="1589007" y="2832792"/>
                  </a:lnTo>
                  <a:lnTo>
                    <a:pt x="1658732" y="2836335"/>
                  </a:lnTo>
                  <a:lnTo>
                    <a:pt x="1742953" y="2841127"/>
                  </a:lnTo>
                  <a:lnTo>
                    <a:pt x="1837984" y="2847225"/>
                  </a:lnTo>
                  <a:lnTo>
                    <a:pt x="1939525" y="2854633"/>
                  </a:lnTo>
                  <a:lnTo>
                    <a:pt x="2043367" y="2863326"/>
                  </a:lnTo>
                  <a:lnTo>
                    <a:pt x="2145919" y="2873279"/>
                  </a:lnTo>
                  <a:lnTo>
                    <a:pt x="2244480" y="2884481"/>
                  </a:lnTo>
                  <a:lnTo>
                    <a:pt x="2337285" y="2896959"/>
                  </a:lnTo>
                  <a:lnTo>
                    <a:pt x="2423404" y="2910783"/>
                  </a:lnTo>
                  <a:lnTo>
                    <a:pt x="2502569" y="2926073"/>
                  </a:lnTo>
                  <a:lnTo>
                    <a:pt x="2574989" y="2942996"/>
                  </a:lnTo>
                  <a:lnTo>
                    <a:pt x="2641190" y="2961761"/>
                  </a:lnTo>
                  <a:lnTo>
                    <a:pt x="2701885" y="2982615"/>
                  </a:lnTo>
                  <a:lnTo>
                    <a:pt x="2757884" y="3005827"/>
                  </a:lnTo>
                  <a:lnTo>
                    <a:pt x="2810019" y="3031660"/>
                  </a:lnTo>
                  <a:lnTo>
                    <a:pt x="2859094" y="3060331"/>
                  </a:lnTo>
                  <a:lnTo>
                    <a:pt x="2896531" y="3085306"/>
                  </a:lnTo>
                  <a:lnTo>
                    <a:pt x="2942778" y="3119992"/>
                  </a:lnTo>
                  <a:lnTo>
                    <a:pt x="2987678" y="3157810"/>
                  </a:lnTo>
                  <a:lnTo>
                    <a:pt x="3031683" y="3198818"/>
                  </a:lnTo>
                  <a:lnTo>
                    <a:pt x="3075136" y="3242990"/>
                  </a:lnTo>
                  <a:lnTo>
                    <a:pt x="3118291" y="3290210"/>
                  </a:lnTo>
                  <a:lnTo>
                    <a:pt x="3161330" y="3340264"/>
                  </a:lnTo>
                  <a:lnTo>
                    <a:pt x="3204368" y="3392836"/>
                  </a:lnTo>
                  <a:lnTo>
                    <a:pt x="3247467" y="3447515"/>
                  </a:lnTo>
                  <a:lnTo>
                    <a:pt x="3290645" y="3503802"/>
                  </a:lnTo>
                  <a:lnTo>
                    <a:pt x="3333889" y="3561131"/>
                  </a:lnTo>
                  <a:lnTo>
                    <a:pt x="3377163" y="3618888"/>
                  </a:lnTo>
                  <a:lnTo>
                    <a:pt x="3420423" y="3676440"/>
                  </a:lnTo>
                  <a:lnTo>
                    <a:pt x="3463627" y="3733163"/>
                  </a:lnTo>
                  <a:lnTo>
                    <a:pt x="3506754" y="3788471"/>
                  </a:lnTo>
                  <a:lnTo>
                    <a:pt x="3549809" y="3841839"/>
                  </a:lnTo>
                  <a:lnTo>
                    <a:pt x="3592837" y="3892824"/>
                  </a:lnTo>
                  <a:lnTo>
                    <a:pt x="3635934" y="3941075"/>
                  </a:lnTo>
                  <a:lnTo>
                    <a:pt x="3679257" y="3986342"/>
                  </a:lnTo>
                  <a:lnTo>
                    <a:pt x="3723032" y="4028476"/>
                  </a:lnTo>
                  <a:lnTo>
                    <a:pt x="3767571" y="4067418"/>
                  </a:lnTo>
                  <a:lnTo>
                    <a:pt x="3813283" y="4103200"/>
                  </a:lnTo>
                  <a:lnTo>
                    <a:pt x="3829811" y="4115104"/>
                  </a:lnTo>
                  <a:lnTo>
                    <a:pt x="3876971" y="4146119"/>
                  </a:lnTo>
                  <a:lnTo>
                    <a:pt x="3926604" y="4174202"/>
                  </a:lnTo>
                  <a:lnTo>
                    <a:pt x="3979454" y="4199485"/>
                  </a:lnTo>
                  <a:lnTo>
                    <a:pt x="4036336" y="4222198"/>
                  </a:lnTo>
                  <a:lnTo>
                    <a:pt x="4098083" y="4242608"/>
                  </a:lnTo>
                  <a:lnTo>
                    <a:pt x="4165489" y="4260982"/>
                  </a:lnTo>
                  <a:lnTo>
                    <a:pt x="4239240" y="4277558"/>
                  </a:lnTo>
                  <a:lnTo>
                    <a:pt x="4319808" y="4292539"/>
                  </a:lnTo>
                  <a:lnTo>
                    <a:pt x="4407321" y="4306083"/>
                  </a:lnTo>
                  <a:lnTo>
                    <a:pt x="4501391" y="4318299"/>
                  </a:lnTo>
                  <a:lnTo>
                    <a:pt x="4600932" y="4329247"/>
                  </a:lnTo>
                  <a:lnTo>
                    <a:pt x="4703994" y="4338946"/>
                  </a:lnTo>
                  <a:lnTo>
                    <a:pt x="4807686" y="4347382"/>
                  </a:lnTo>
                  <a:lnTo>
                    <a:pt x="4908261" y="4354526"/>
                  </a:lnTo>
                  <a:lnTo>
                    <a:pt x="5001442" y="4360358"/>
                  </a:lnTo>
                  <a:lnTo>
                    <a:pt x="5082993" y="4364890"/>
                  </a:lnTo>
                  <a:lnTo>
                    <a:pt x="5149445" y="4368193"/>
                  </a:lnTo>
                  <a:lnTo>
                    <a:pt x="5198809" y="4370400"/>
                  </a:lnTo>
                  <a:lnTo>
                    <a:pt x="5231055" y="4371702"/>
                  </a:lnTo>
                  <a:lnTo>
                    <a:pt x="5248239" y="4372331"/>
                  </a:lnTo>
                  <a:lnTo>
                    <a:pt x="5254335" y="4372534"/>
                  </a:lnTo>
                  <a:lnTo>
                    <a:pt x="5254955" y="4372554"/>
                  </a:lnTo>
                  <a:lnTo>
                    <a:pt x="6726343" y="4372554"/>
                  </a:lnTo>
                  <a:lnTo>
                    <a:pt x="6727262" y="4372473"/>
                  </a:lnTo>
                  <a:lnTo>
                    <a:pt x="6733336" y="4371896"/>
                  </a:lnTo>
                  <a:lnTo>
                    <a:pt x="6748740" y="4370304"/>
                  </a:lnTo>
                  <a:lnTo>
                    <a:pt x="6776514" y="4367166"/>
                  </a:lnTo>
                  <a:lnTo>
                    <a:pt x="6818384" y="4361978"/>
                  </a:lnTo>
                  <a:lnTo>
                    <a:pt x="6874636" y="4354308"/>
                  </a:lnTo>
                  <a:lnTo>
                    <a:pt x="6944153" y="4343829"/>
                  </a:lnTo>
                  <a:lnTo>
                    <a:pt x="7024663" y="4330345"/>
                  </a:lnTo>
                  <a:lnTo>
                    <a:pt x="7113142" y="4313776"/>
                  </a:lnTo>
                  <a:lnTo>
                    <a:pt x="7206293" y="4294133"/>
                  </a:lnTo>
                  <a:lnTo>
                    <a:pt x="7300974" y="4271474"/>
                  </a:lnTo>
                  <a:lnTo>
                    <a:pt x="7394507" y="4245858"/>
                  </a:lnTo>
                  <a:lnTo>
                    <a:pt x="7484831" y="4217306"/>
                  </a:lnTo>
                  <a:lnTo>
                    <a:pt x="7570538" y="4185770"/>
                  </a:lnTo>
                  <a:lnTo>
                    <a:pt x="7650812" y="4151119"/>
                  </a:lnTo>
                  <a:lnTo>
                    <a:pt x="7725326" y="4113129"/>
                  </a:lnTo>
                  <a:lnTo>
                    <a:pt x="7794121" y="4071479"/>
                  </a:lnTo>
                  <a:lnTo>
                    <a:pt x="7857500" y="4025760"/>
                  </a:lnTo>
                  <a:lnTo>
                    <a:pt x="7915938" y="3975482"/>
                  </a:lnTo>
                  <a:lnTo>
                    <a:pt x="7970009" y="3920096"/>
                  </a:lnTo>
                  <a:lnTo>
                    <a:pt x="8020337" y="3859020"/>
                  </a:lnTo>
                  <a:lnTo>
                    <a:pt x="8067552" y="3791698"/>
                  </a:lnTo>
                  <a:lnTo>
                    <a:pt x="8112258" y="3717680"/>
                  </a:lnTo>
                  <a:lnTo>
                    <a:pt x="8151487" y="3643795"/>
                  </a:lnTo>
                  <a:lnTo>
                    <a:pt x="8182823" y="3578596"/>
                  </a:lnTo>
                  <a:lnTo>
                    <a:pt x="8213472" y="3509410"/>
                  </a:lnTo>
                  <a:lnTo>
                    <a:pt x="8243589" y="3436157"/>
                  </a:lnTo>
                  <a:lnTo>
                    <a:pt x="8273305" y="3358799"/>
                  </a:lnTo>
                  <a:lnTo>
                    <a:pt x="8302730" y="3277347"/>
                  </a:lnTo>
                  <a:lnTo>
                    <a:pt x="8331953" y="3191863"/>
                  </a:lnTo>
                  <a:lnTo>
                    <a:pt x="8361047" y="3102466"/>
                  </a:lnTo>
                  <a:lnTo>
                    <a:pt x="8390069" y="3009329"/>
                  </a:lnTo>
                  <a:lnTo>
                    <a:pt x="8419063" y="2912687"/>
                  </a:lnTo>
                  <a:lnTo>
                    <a:pt x="8448060" y="2812833"/>
                  </a:lnTo>
                  <a:lnTo>
                    <a:pt x="8477081" y="2710116"/>
                  </a:lnTo>
                  <a:lnTo>
                    <a:pt x="8506136" y="2604939"/>
                  </a:lnTo>
                  <a:lnTo>
                    <a:pt x="8535227" y="2497749"/>
                  </a:lnTo>
                  <a:lnTo>
                    <a:pt x="8564352" y="2389036"/>
                  </a:lnTo>
                  <a:lnTo>
                    <a:pt x="8593500" y="2279319"/>
                  </a:lnTo>
                  <a:lnTo>
                    <a:pt x="8622660" y="2169139"/>
                  </a:lnTo>
                  <a:lnTo>
                    <a:pt x="8651818" y="2059044"/>
                  </a:lnTo>
                  <a:lnTo>
                    <a:pt x="8680960" y="1949582"/>
                  </a:lnTo>
                  <a:lnTo>
                    <a:pt x="8710075" y="1841288"/>
                  </a:lnTo>
                  <a:lnTo>
                    <a:pt x="8739156" y="1734674"/>
                  </a:lnTo>
                  <a:lnTo>
                    <a:pt x="8768199" y="1630215"/>
                  </a:lnTo>
                  <a:lnTo>
                    <a:pt x="8797211" y="1528348"/>
                  </a:lnTo>
                  <a:lnTo>
                    <a:pt x="8826205" y="1429458"/>
                  </a:lnTo>
                  <a:lnTo>
                    <a:pt x="8855203" y="1333877"/>
                  </a:lnTo>
                  <a:lnTo>
                    <a:pt x="8884242" y="1241881"/>
                  </a:lnTo>
                  <a:lnTo>
                    <a:pt x="8913370" y="1153684"/>
                  </a:lnTo>
                  <a:lnTo>
                    <a:pt x="8942647" y="1069444"/>
                  </a:lnTo>
                  <a:lnTo>
                    <a:pt x="8972152" y="989261"/>
                  </a:lnTo>
                  <a:lnTo>
                    <a:pt x="9001980" y="913180"/>
                  </a:lnTo>
                  <a:lnTo>
                    <a:pt x="9032248" y="841198"/>
                  </a:lnTo>
                  <a:lnTo>
                    <a:pt x="9063092" y="773263"/>
                  </a:lnTo>
                  <a:lnTo>
                    <a:pt x="9084767" y="728759"/>
                  </a:lnTo>
                  <a:lnTo>
                    <a:pt x="9127659" y="648406"/>
                  </a:lnTo>
                  <a:lnTo>
                    <a:pt x="9172554" y="574961"/>
                  </a:lnTo>
                  <a:lnTo>
                    <a:pt x="9220005" y="508182"/>
                  </a:lnTo>
                  <a:lnTo>
                    <a:pt x="9270622" y="447606"/>
                  </a:lnTo>
                  <a:lnTo>
                    <a:pt x="9325036" y="392669"/>
                  </a:lnTo>
                  <a:lnTo>
                    <a:pt x="9383867" y="342794"/>
                  </a:lnTo>
                  <a:lnTo>
                    <a:pt x="9447684" y="297434"/>
                  </a:lnTo>
                  <a:lnTo>
                    <a:pt x="9516950" y="256105"/>
                  </a:lnTo>
                  <a:lnTo>
                    <a:pt x="9591949" y="218406"/>
                  </a:lnTo>
                  <a:lnTo>
                    <a:pt x="9672697" y="184023"/>
                  </a:lnTo>
                  <a:lnTo>
                    <a:pt x="9758830" y="152741"/>
                  </a:lnTo>
                  <a:lnTo>
                    <a:pt x="9849486" y="124436"/>
                  </a:lnTo>
                  <a:lnTo>
                    <a:pt x="9943202" y="99066"/>
                  </a:lnTo>
                  <a:lnTo>
                    <a:pt x="10037867" y="76657"/>
                  </a:lnTo>
                  <a:lnTo>
                    <a:pt x="10130751" y="57270"/>
                  </a:lnTo>
                  <a:lnTo>
                    <a:pt x="10218688" y="40960"/>
                  </a:lnTo>
                  <a:lnTo>
                    <a:pt x="10298385" y="27732"/>
                  </a:lnTo>
                  <a:lnTo>
                    <a:pt x="10366865" y="17498"/>
                  </a:lnTo>
                  <a:lnTo>
                    <a:pt x="10421936" y="10050"/>
                  </a:lnTo>
                  <a:lnTo>
                    <a:pt x="10462593" y="5052"/>
                  </a:lnTo>
                  <a:lnTo>
                    <a:pt x="10489245" y="2063"/>
                  </a:lnTo>
                  <a:lnTo>
                    <a:pt x="10503734" y="577"/>
                  </a:lnTo>
                  <a:lnTo>
                    <a:pt x="10509200" y="62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91" name="pl1591"/>
            <p:cNvSpPr/>
            <p:nvPr/>
          </p:nvSpPr>
          <p:spPr>
            <a:xfrm>
              <a:off x="4799595" y="6794175"/>
              <a:ext cx="11981298" cy="4372554"/>
            </a:xfrm>
            <a:custGeom>
              <a:avLst/>
              <a:pathLst>
                <a:path w="11981298" h="4372554">
                  <a:moveTo>
                    <a:pt x="11981298" y="0"/>
                  </a:moveTo>
                  <a:lnTo>
                    <a:pt x="10509911" y="0"/>
                  </a:lnTo>
                  <a:lnTo>
                    <a:pt x="10508991" y="80"/>
                  </a:lnTo>
                  <a:lnTo>
                    <a:pt x="10502917" y="657"/>
                  </a:lnTo>
                  <a:lnTo>
                    <a:pt x="10487513" y="2249"/>
                  </a:lnTo>
                  <a:lnTo>
                    <a:pt x="10459739" y="5387"/>
                  </a:lnTo>
                  <a:lnTo>
                    <a:pt x="10417870" y="10575"/>
                  </a:lnTo>
                  <a:lnTo>
                    <a:pt x="10361618" y="18245"/>
                  </a:lnTo>
                  <a:lnTo>
                    <a:pt x="10292100" y="28724"/>
                  </a:lnTo>
                  <a:lnTo>
                    <a:pt x="10211590" y="42208"/>
                  </a:lnTo>
                  <a:lnTo>
                    <a:pt x="10123112" y="58777"/>
                  </a:lnTo>
                  <a:lnTo>
                    <a:pt x="10029961" y="78420"/>
                  </a:lnTo>
                  <a:lnTo>
                    <a:pt x="9935279" y="101079"/>
                  </a:lnTo>
                  <a:lnTo>
                    <a:pt x="9841746" y="126695"/>
                  </a:lnTo>
                  <a:lnTo>
                    <a:pt x="9751423" y="155248"/>
                  </a:lnTo>
                  <a:lnTo>
                    <a:pt x="9665716" y="186783"/>
                  </a:lnTo>
                  <a:lnTo>
                    <a:pt x="9585441" y="221434"/>
                  </a:lnTo>
                  <a:lnTo>
                    <a:pt x="9510927" y="259424"/>
                  </a:lnTo>
                  <a:lnTo>
                    <a:pt x="9442133" y="301074"/>
                  </a:lnTo>
                  <a:lnTo>
                    <a:pt x="9378753" y="346793"/>
                  </a:lnTo>
                  <a:lnTo>
                    <a:pt x="9320315" y="397071"/>
                  </a:lnTo>
                  <a:lnTo>
                    <a:pt x="9266244" y="452458"/>
                  </a:lnTo>
                  <a:lnTo>
                    <a:pt x="9215916" y="513533"/>
                  </a:lnTo>
                  <a:lnTo>
                    <a:pt x="9168702" y="580855"/>
                  </a:lnTo>
                  <a:lnTo>
                    <a:pt x="9123995" y="654873"/>
                  </a:lnTo>
                  <a:lnTo>
                    <a:pt x="9084767" y="728759"/>
                  </a:lnTo>
                  <a:lnTo>
                    <a:pt x="9053430" y="793957"/>
                  </a:lnTo>
                  <a:lnTo>
                    <a:pt x="9022781" y="863143"/>
                  </a:lnTo>
                  <a:lnTo>
                    <a:pt x="8992664" y="936396"/>
                  </a:lnTo>
                  <a:lnTo>
                    <a:pt x="8962948" y="1013754"/>
                  </a:lnTo>
                  <a:lnTo>
                    <a:pt x="8933523" y="1095206"/>
                  </a:lnTo>
                  <a:lnTo>
                    <a:pt x="8904300" y="1180690"/>
                  </a:lnTo>
                  <a:lnTo>
                    <a:pt x="8875206" y="1270088"/>
                  </a:lnTo>
                  <a:lnTo>
                    <a:pt x="8846184" y="1363225"/>
                  </a:lnTo>
                  <a:lnTo>
                    <a:pt x="8817190" y="1459866"/>
                  </a:lnTo>
                  <a:lnTo>
                    <a:pt x="8788193" y="1559720"/>
                  </a:lnTo>
                  <a:lnTo>
                    <a:pt x="8759172" y="1662437"/>
                  </a:lnTo>
                  <a:lnTo>
                    <a:pt x="8730117" y="1767614"/>
                  </a:lnTo>
                  <a:lnTo>
                    <a:pt x="8701026" y="1874804"/>
                  </a:lnTo>
                  <a:lnTo>
                    <a:pt x="8671901" y="1983517"/>
                  </a:lnTo>
                  <a:lnTo>
                    <a:pt x="8642753" y="2093234"/>
                  </a:lnTo>
                  <a:lnTo>
                    <a:pt x="8613593" y="2203414"/>
                  </a:lnTo>
                  <a:lnTo>
                    <a:pt x="8584435" y="2313510"/>
                  </a:lnTo>
                  <a:lnTo>
                    <a:pt x="8555293" y="2422971"/>
                  </a:lnTo>
                  <a:lnTo>
                    <a:pt x="8526178" y="2531265"/>
                  </a:lnTo>
                  <a:lnTo>
                    <a:pt x="8497098" y="2637880"/>
                  </a:lnTo>
                  <a:lnTo>
                    <a:pt x="8468054" y="2742338"/>
                  </a:lnTo>
                  <a:lnTo>
                    <a:pt x="8439042" y="2844205"/>
                  </a:lnTo>
                  <a:lnTo>
                    <a:pt x="8410049" y="2943095"/>
                  </a:lnTo>
                  <a:lnTo>
                    <a:pt x="8381050" y="3038676"/>
                  </a:lnTo>
                  <a:lnTo>
                    <a:pt x="8352011" y="3130672"/>
                  </a:lnTo>
                  <a:lnTo>
                    <a:pt x="8322884" y="3218869"/>
                  </a:lnTo>
                  <a:lnTo>
                    <a:pt x="8293606" y="3303109"/>
                  </a:lnTo>
                  <a:lnTo>
                    <a:pt x="8264101" y="3383292"/>
                  </a:lnTo>
                  <a:lnTo>
                    <a:pt x="8234273" y="3459373"/>
                  </a:lnTo>
                  <a:lnTo>
                    <a:pt x="8204006" y="3531355"/>
                  </a:lnTo>
                  <a:lnTo>
                    <a:pt x="8173161" y="3599291"/>
                  </a:lnTo>
                  <a:lnTo>
                    <a:pt x="8151487" y="3643795"/>
                  </a:lnTo>
                  <a:lnTo>
                    <a:pt x="8108594" y="3724147"/>
                  </a:lnTo>
                  <a:lnTo>
                    <a:pt x="8063699" y="3797592"/>
                  </a:lnTo>
                  <a:lnTo>
                    <a:pt x="8016248" y="3864371"/>
                  </a:lnTo>
                  <a:lnTo>
                    <a:pt x="7965631" y="3924947"/>
                  </a:lnTo>
                  <a:lnTo>
                    <a:pt x="7911217" y="3979884"/>
                  </a:lnTo>
                  <a:lnTo>
                    <a:pt x="7852386" y="4029759"/>
                  </a:lnTo>
                  <a:lnTo>
                    <a:pt x="7788569" y="4075119"/>
                  </a:lnTo>
                  <a:lnTo>
                    <a:pt x="7719304" y="4116448"/>
                  </a:lnTo>
                  <a:lnTo>
                    <a:pt x="7644304" y="4154148"/>
                  </a:lnTo>
                  <a:lnTo>
                    <a:pt x="7563556" y="4188530"/>
                  </a:lnTo>
                  <a:lnTo>
                    <a:pt x="7477423" y="4219812"/>
                  </a:lnTo>
                  <a:lnTo>
                    <a:pt x="7386768" y="4248117"/>
                  </a:lnTo>
                  <a:lnTo>
                    <a:pt x="7293051" y="4273487"/>
                  </a:lnTo>
                  <a:lnTo>
                    <a:pt x="7198387" y="4295896"/>
                  </a:lnTo>
                  <a:lnTo>
                    <a:pt x="7105502" y="4315283"/>
                  </a:lnTo>
                  <a:lnTo>
                    <a:pt x="7017565" y="4331593"/>
                  </a:lnTo>
                  <a:lnTo>
                    <a:pt x="6937868" y="4344821"/>
                  </a:lnTo>
                  <a:lnTo>
                    <a:pt x="6869388" y="4355055"/>
                  </a:lnTo>
                  <a:lnTo>
                    <a:pt x="6814317" y="4362503"/>
                  </a:lnTo>
                  <a:lnTo>
                    <a:pt x="6773660" y="4367501"/>
                  </a:lnTo>
                  <a:lnTo>
                    <a:pt x="6747008" y="4370490"/>
                  </a:lnTo>
                  <a:lnTo>
                    <a:pt x="6732520" y="4371976"/>
                  </a:lnTo>
                  <a:lnTo>
                    <a:pt x="6727053" y="4372491"/>
                  </a:lnTo>
                  <a:lnTo>
                    <a:pt x="6726343" y="4372554"/>
                  </a:lnTo>
                  <a:lnTo>
                    <a:pt x="5254955" y="4372554"/>
                  </a:lnTo>
                  <a:lnTo>
                    <a:pt x="5253746" y="4372516"/>
                  </a:lnTo>
                  <a:lnTo>
                    <a:pt x="5245810" y="4372246"/>
                  </a:lnTo>
                  <a:lnTo>
                    <a:pt x="5225840" y="4371500"/>
                  </a:lnTo>
                  <a:lnTo>
                    <a:pt x="5190229" y="4370033"/>
                  </a:lnTo>
                  <a:lnTo>
                    <a:pt x="5137335" y="4367618"/>
                  </a:lnTo>
                  <a:lnTo>
                    <a:pt x="5067610" y="4364075"/>
                  </a:lnTo>
                  <a:lnTo>
                    <a:pt x="4983390" y="4359283"/>
                  </a:lnTo>
                  <a:lnTo>
                    <a:pt x="4888358" y="4353186"/>
                  </a:lnTo>
                  <a:lnTo>
                    <a:pt x="4786817" y="4345778"/>
                  </a:lnTo>
                  <a:lnTo>
                    <a:pt x="4682975" y="4337084"/>
                  </a:lnTo>
                  <a:lnTo>
                    <a:pt x="4580423" y="4327132"/>
                  </a:lnTo>
                  <a:lnTo>
                    <a:pt x="4481862" y="4315930"/>
                  </a:lnTo>
                  <a:lnTo>
                    <a:pt x="4389057" y="4303452"/>
                  </a:lnTo>
                  <a:lnTo>
                    <a:pt x="4302938" y="4289627"/>
                  </a:lnTo>
                  <a:lnTo>
                    <a:pt x="4223773" y="4274337"/>
                  </a:lnTo>
                  <a:lnTo>
                    <a:pt x="4151353" y="4257415"/>
                  </a:lnTo>
                  <a:lnTo>
                    <a:pt x="4085152" y="4238650"/>
                  </a:lnTo>
                  <a:lnTo>
                    <a:pt x="4024457" y="4217795"/>
                  </a:lnTo>
                  <a:lnTo>
                    <a:pt x="3968458" y="4194583"/>
                  </a:lnTo>
                  <a:lnTo>
                    <a:pt x="3916323" y="4168750"/>
                  </a:lnTo>
                  <a:lnTo>
                    <a:pt x="3867248" y="4140079"/>
                  </a:lnTo>
                  <a:lnTo>
                    <a:pt x="3829811" y="4115104"/>
                  </a:lnTo>
                  <a:lnTo>
                    <a:pt x="3783564" y="4080419"/>
                  </a:lnTo>
                  <a:lnTo>
                    <a:pt x="3738664" y="4042601"/>
                  </a:lnTo>
                  <a:lnTo>
                    <a:pt x="3694659" y="4001593"/>
                  </a:lnTo>
                  <a:lnTo>
                    <a:pt x="3651206" y="3957421"/>
                  </a:lnTo>
                  <a:lnTo>
                    <a:pt x="3608051" y="3910200"/>
                  </a:lnTo>
                  <a:lnTo>
                    <a:pt x="3565012" y="3860147"/>
                  </a:lnTo>
                  <a:lnTo>
                    <a:pt x="3521974" y="3807575"/>
                  </a:lnTo>
                  <a:lnTo>
                    <a:pt x="3478875" y="3752896"/>
                  </a:lnTo>
                  <a:lnTo>
                    <a:pt x="3435697" y="3696608"/>
                  </a:lnTo>
                  <a:lnTo>
                    <a:pt x="3392453" y="3639279"/>
                  </a:lnTo>
                  <a:lnTo>
                    <a:pt x="3349179" y="3581523"/>
                  </a:lnTo>
                  <a:lnTo>
                    <a:pt x="3305920" y="3523971"/>
                  </a:lnTo>
                  <a:lnTo>
                    <a:pt x="3262715" y="3467248"/>
                  </a:lnTo>
                  <a:lnTo>
                    <a:pt x="3219588" y="3411940"/>
                  </a:lnTo>
                  <a:lnTo>
                    <a:pt x="3176533" y="3358571"/>
                  </a:lnTo>
                  <a:lnTo>
                    <a:pt x="3133505" y="3307587"/>
                  </a:lnTo>
                  <a:lnTo>
                    <a:pt x="3090408" y="3259336"/>
                  </a:lnTo>
                  <a:lnTo>
                    <a:pt x="3047085" y="3214068"/>
                  </a:lnTo>
                  <a:lnTo>
                    <a:pt x="3003310" y="3171935"/>
                  </a:lnTo>
                  <a:lnTo>
                    <a:pt x="2958772" y="3132992"/>
                  </a:lnTo>
                  <a:lnTo>
                    <a:pt x="2913060" y="3097211"/>
                  </a:lnTo>
                  <a:lnTo>
                    <a:pt x="2896531" y="3085306"/>
                  </a:lnTo>
                  <a:lnTo>
                    <a:pt x="2849371" y="3054292"/>
                  </a:lnTo>
                  <a:lnTo>
                    <a:pt x="2799738" y="3026208"/>
                  </a:lnTo>
                  <a:lnTo>
                    <a:pt x="2746888" y="3000926"/>
                  </a:lnTo>
                  <a:lnTo>
                    <a:pt x="2690006" y="2978213"/>
                  </a:lnTo>
                  <a:lnTo>
                    <a:pt x="2628260" y="2957802"/>
                  </a:lnTo>
                  <a:lnTo>
                    <a:pt x="2560853" y="2939429"/>
                  </a:lnTo>
                  <a:lnTo>
                    <a:pt x="2487102" y="2922853"/>
                  </a:lnTo>
                  <a:lnTo>
                    <a:pt x="2406534" y="2907871"/>
                  </a:lnTo>
                  <a:lnTo>
                    <a:pt x="2319021" y="2894327"/>
                  </a:lnTo>
                  <a:lnTo>
                    <a:pt x="2224951" y="2882112"/>
                  </a:lnTo>
                  <a:lnTo>
                    <a:pt x="2125410" y="2871164"/>
                  </a:lnTo>
                  <a:lnTo>
                    <a:pt x="2022348" y="2861464"/>
                  </a:lnTo>
                  <a:lnTo>
                    <a:pt x="1918657" y="2853028"/>
                  </a:lnTo>
                  <a:lnTo>
                    <a:pt x="1818081" y="2845884"/>
                  </a:lnTo>
                  <a:lnTo>
                    <a:pt x="1724900" y="2840053"/>
                  </a:lnTo>
                  <a:lnTo>
                    <a:pt x="1643349" y="2835520"/>
                  </a:lnTo>
                  <a:lnTo>
                    <a:pt x="1576898" y="2832217"/>
                  </a:lnTo>
                  <a:lnTo>
                    <a:pt x="1527533" y="2830011"/>
                  </a:lnTo>
                  <a:lnTo>
                    <a:pt x="1495287" y="2828709"/>
                  </a:lnTo>
                  <a:lnTo>
                    <a:pt x="1478103" y="2828079"/>
                  </a:lnTo>
                  <a:lnTo>
                    <a:pt x="1472007" y="2827876"/>
                  </a:lnTo>
                  <a:lnTo>
                    <a:pt x="1471387" y="2827857"/>
                  </a:lnTo>
                  <a:lnTo>
                    <a:pt x="0" y="282785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92" name="pg1592"/>
            <p:cNvSpPr/>
            <p:nvPr/>
          </p:nvSpPr>
          <p:spPr>
            <a:xfrm>
              <a:off x="4799595" y="2920174"/>
              <a:ext cx="11981298" cy="6571090"/>
            </a:xfrm>
            <a:custGeom>
              <a:avLst/>
              <a:pathLst>
                <a:path w="11981298" h="6571090">
                  <a:moveTo>
                    <a:pt x="0" y="6571090"/>
                  </a:moveTo>
                  <a:lnTo>
                    <a:pt x="1471387" y="6571090"/>
                  </a:lnTo>
                  <a:lnTo>
                    <a:pt x="1472596" y="6571053"/>
                  </a:lnTo>
                  <a:lnTo>
                    <a:pt x="1480535" y="6570784"/>
                  </a:lnTo>
                  <a:lnTo>
                    <a:pt x="1500509" y="6570042"/>
                  </a:lnTo>
                  <a:lnTo>
                    <a:pt x="1536128" y="6568582"/>
                  </a:lnTo>
                  <a:lnTo>
                    <a:pt x="1589033" y="6566180"/>
                  </a:lnTo>
                  <a:lnTo>
                    <a:pt x="1658771" y="6562655"/>
                  </a:lnTo>
                  <a:lnTo>
                    <a:pt x="1743005" y="6557887"/>
                  </a:lnTo>
                  <a:lnTo>
                    <a:pt x="1838050" y="6551820"/>
                  </a:lnTo>
                  <a:lnTo>
                    <a:pt x="1939603" y="6544450"/>
                  </a:lnTo>
                  <a:lnTo>
                    <a:pt x="2043454" y="6535801"/>
                  </a:lnTo>
                  <a:lnTo>
                    <a:pt x="2146012" y="6525899"/>
                  </a:lnTo>
                  <a:lnTo>
                    <a:pt x="2244576" y="6514754"/>
                  </a:lnTo>
                  <a:lnTo>
                    <a:pt x="2337382" y="6502340"/>
                  </a:lnTo>
                  <a:lnTo>
                    <a:pt x="2423501" y="6488586"/>
                  </a:lnTo>
                  <a:lnTo>
                    <a:pt x="2502664" y="6473373"/>
                  </a:lnTo>
                  <a:lnTo>
                    <a:pt x="2575082" y="6456537"/>
                  </a:lnTo>
                  <a:lnTo>
                    <a:pt x="2641280" y="6437867"/>
                  </a:lnTo>
                  <a:lnTo>
                    <a:pt x="2701973" y="6417118"/>
                  </a:lnTo>
                  <a:lnTo>
                    <a:pt x="2757969" y="6394023"/>
                  </a:lnTo>
                  <a:lnTo>
                    <a:pt x="2810103" y="6368320"/>
                  </a:lnTo>
                  <a:lnTo>
                    <a:pt x="2859178" y="6339793"/>
                  </a:lnTo>
                  <a:lnTo>
                    <a:pt x="2896531" y="6315003"/>
                  </a:lnTo>
                  <a:lnTo>
                    <a:pt x="2942844" y="6280449"/>
                  </a:lnTo>
                  <a:lnTo>
                    <a:pt x="2987808" y="6242769"/>
                  </a:lnTo>
                  <a:lnTo>
                    <a:pt x="3031874" y="6201907"/>
                  </a:lnTo>
                  <a:lnTo>
                    <a:pt x="3075387" y="6157889"/>
                  </a:lnTo>
                  <a:lnTo>
                    <a:pt x="3118604" y="6110831"/>
                  </a:lnTo>
                  <a:lnTo>
                    <a:pt x="3161705" y="6060948"/>
                  </a:lnTo>
                  <a:lnTo>
                    <a:pt x="3204806" y="6008557"/>
                  </a:lnTo>
                  <a:lnTo>
                    <a:pt x="3247969" y="5954068"/>
                  </a:lnTo>
                  <a:lnTo>
                    <a:pt x="3291211" y="5897981"/>
                  </a:lnTo>
                  <a:lnTo>
                    <a:pt x="3334519" y="5840862"/>
                  </a:lnTo>
                  <a:lnTo>
                    <a:pt x="3377855" y="5783326"/>
                  </a:lnTo>
                  <a:lnTo>
                    <a:pt x="3421177" y="5726004"/>
                  </a:lnTo>
                  <a:lnTo>
                    <a:pt x="3464443" y="5669520"/>
                  </a:lnTo>
                  <a:lnTo>
                    <a:pt x="3507631" y="5614457"/>
                  </a:lnTo>
                  <a:lnTo>
                    <a:pt x="3550747" y="5561340"/>
                  </a:lnTo>
                  <a:lnTo>
                    <a:pt x="3593838" y="5510610"/>
                  </a:lnTo>
                  <a:lnTo>
                    <a:pt x="3637002" y="5462613"/>
                  </a:lnTo>
                  <a:lnTo>
                    <a:pt x="3680396" y="5417597"/>
                  </a:lnTo>
                  <a:lnTo>
                    <a:pt x="3724251" y="5375711"/>
                  </a:lnTo>
                  <a:lnTo>
                    <a:pt x="3768881" y="5337008"/>
                  </a:lnTo>
                  <a:lnTo>
                    <a:pt x="3814702" y="5301457"/>
                  </a:lnTo>
                  <a:lnTo>
                    <a:pt x="3829811" y="5290654"/>
                  </a:lnTo>
                  <a:lnTo>
                    <a:pt x="3876975" y="5259801"/>
                  </a:lnTo>
                  <a:lnTo>
                    <a:pt x="3926612" y="5231864"/>
                  </a:lnTo>
                  <a:lnTo>
                    <a:pt x="3979468" y="5206713"/>
                  </a:lnTo>
                  <a:lnTo>
                    <a:pt x="4036356" y="5184120"/>
                  </a:lnTo>
                  <a:lnTo>
                    <a:pt x="4098109" y="5163816"/>
                  </a:lnTo>
                  <a:lnTo>
                    <a:pt x="4165524" y="5145540"/>
                  </a:lnTo>
                  <a:lnTo>
                    <a:pt x="4239285" y="5129051"/>
                  </a:lnTo>
                  <a:lnTo>
                    <a:pt x="4319864" y="5114148"/>
                  </a:lnTo>
                  <a:lnTo>
                    <a:pt x="4407390" y="5100676"/>
                  </a:lnTo>
                  <a:lnTo>
                    <a:pt x="4501472" y="5088525"/>
                  </a:lnTo>
                  <a:lnTo>
                    <a:pt x="4601025" y="5077635"/>
                  </a:lnTo>
                  <a:lnTo>
                    <a:pt x="4704098" y="5067987"/>
                  </a:lnTo>
                  <a:lnTo>
                    <a:pt x="4807797" y="5059596"/>
                  </a:lnTo>
                  <a:lnTo>
                    <a:pt x="4908375" y="5052491"/>
                  </a:lnTo>
                  <a:lnTo>
                    <a:pt x="5001553" y="5046692"/>
                  </a:lnTo>
                  <a:lnTo>
                    <a:pt x="5083092" y="5042184"/>
                  </a:lnTo>
                  <a:lnTo>
                    <a:pt x="5149527" y="5038900"/>
                  </a:lnTo>
                  <a:lnTo>
                    <a:pt x="5198870" y="5036706"/>
                  </a:lnTo>
                  <a:lnTo>
                    <a:pt x="5231093" y="5035412"/>
                  </a:lnTo>
                  <a:lnTo>
                    <a:pt x="5248257" y="5034787"/>
                  </a:lnTo>
                  <a:lnTo>
                    <a:pt x="5254339" y="5034585"/>
                  </a:lnTo>
                  <a:lnTo>
                    <a:pt x="5254955" y="5034566"/>
                  </a:lnTo>
                  <a:lnTo>
                    <a:pt x="6726343" y="5034566"/>
                  </a:lnTo>
                  <a:lnTo>
                    <a:pt x="6727221" y="5034478"/>
                  </a:lnTo>
                  <a:lnTo>
                    <a:pt x="6733030" y="5033846"/>
                  </a:lnTo>
                  <a:lnTo>
                    <a:pt x="6747779" y="5032099"/>
                  </a:lnTo>
                  <a:lnTo>
                    <a:pt x="6774415" y="5028657"/>
                  </a:lnTo>
                  <a:lnTo>
                    <a:pt x="6814658" y="5022963"/>
                  </a:lnTo>
                  <a:lnTo>
                    <a:pt x="6868879" y="5014534"/>
                  </a:lnTo>
                  <a:lnTo>
                    <a:pt x="6936115" y="5003003"/>
                  </a:lnTo>
                  <a:lnTo>
                    <a:pt x="7014290" y="4988139"/>
                  </a:lnTo>
                  <a:lnTo>
                    <a:pt x="7100576" y="4969840"/>
                  </a:lnTo>
                  <a:lnTo>
                    <a:pt x="7191832" y="4948110"/>
                  </a:lnTo>
                  <a:lnTo>
                    <a:pt x="7285015" y="4923007"/>
                  </a:lnTo>
                  <a:lnTo>
                    <a:pt x="7377481" y="4894599"/>
                  </a:lnTo>
                  <a:lnTo>
                    <a:pt x="7467154" y="4862919"/>
                  </a:lnTo>
                  <a:lnTo>
                    <a:pt x="7552573" y="4827932"/>
                  </a:lnTo>
                  <a:lnTo>
                    <a:pt x="7632849" y="4789513"/>
                  </a:lnTo>
                  <a:lnTo>
                    <a:pt x="7707577" y="4747440"/>
                  </a:lnTo>
                  <a:lnTo>
                    <a:pt x="7776721" y="4701385"/>
                  </a:lnTo>
                  <a:lnTo>
                    <a:pt x="7840519" y="4650923"/>
                  </a:lnTo>
                  <a:lnTo>
                    <a:pt x="7899386" y="4595540"/>
                  </a:lnTo>
                  <a:lnTo>
                    <a:pt x="7953851" y="4534646"/>
                  </a:lnTo>
                  <a:lnTo>
                    <a:pt x="8004497" y="4467610"/>
                  </a:lnTo>
                  <a:lnTo>
                    <a:pt x="8051930" y="4393806"/>
                  </a:lnTo>
                  <a:lnTo>
                    <a:pt x="8096738" y="4312685"/>
                  </a:lnTo>
                  <a:lnTo>
                    <a:pt x="8139467" y="4223902"/>
                  </a:lnTo>
                  <a:lnTo>
                    <a:pt x="8151487" y="4196834"/>
                  </a:lnTo>
                  <a:lnTo>
                    <a:pt x="8180903" y="4126661"/>
                  </a:lnTo>
                  <a:lnTo>
                    <a:pt x="8209706" y="4052462"/>
                  </a:lnTo>
                  <a:lnTo>
                    <a:pt x="8238025" y="3974156"/>
                  </a:lnTo>
                  <a:lnTo>
                    <a:pt x="8265972" y="3891701"/>
                  </a:lnTo>
                  <a:lnTo>
                    <a:pt x="8293640" y="3805096"/>
                  </a:lnTo>
                  <a:lnTo>
                    <a:pt x="8321108" y="3714388"/>
                  </a:lnTo>
                  <a:lnTo>
                    <a:pt x="8348441" y="3619669"/>
                  </a:lnTo>
                  <a:lnTo>
                    <a:pt x="8375690" y="3521083"/>
                  </a:lnTo>
                  <a:lnTo>
                    <a:pt x="8402897" y="3418827"/>
                  </a:lnTo>
                  <a:lnTo>
                    <a:pt x="8430093" y="3313148"/>
                  </a:lnTo>
                  <a:lnTo>
                    <a:pt x="8457299" y="3204348"/>
                  </a:lnTo>
                  <a:lnTo>
                    <a:pt x="8484531" y="3092776"/>
                  </a:lnTo>
                  <a:lnTo>
                    <a:pt x="8511793" y="2978826"/>
                  </a:lnTo>
                  <a:lnTo>
                    <a:pt x="8539088" y="2862934"/>
                  </a:lnTo>
                  <a:lnTo>
                    <a:pt x="8566411" y="2745569"/>
                  </a:lnTo>
                  <a:lnTo>
                    <a:pt x="8593754" y="2627226"/>
                  </a:lnTo>
                  <a:lnTo>
                    <a:pt x="8621107" y="2508418"/>
                  </a:lnTo>
                  <a:lnTo>
                    <a:pt x="8648459" y="2389668"/>
                  </a:lnTo>
                  <a:lnTo>
                    <a:pt x="8675799" y="2271495"/>
                  </a:lnTo>
                  <a:lnTo>
                    <a:pt x="8703116" y="2154409"/>
                  </a:lnTo>
                  <a:lnTo>
                    <a:pt x="8730404" y="2038901"/>
                  </a:lnTo>
                  <a:lnTo>
                    <a:pt x="8757659" y="1925434"/>
                  </a:lnTo>
                  <a:lnTo>
                    <a:pt x="8784884" y="1814433"/>
                  </a:lnTo>
                  <a:lnTo>
                    <a:pt x="8812087" y="1706285"/>
                  </a:lnTo>
                  <a:lnTo>
                    <a:pt x="8839283" y="1601328"/>
                  </a:lnTo>
                  <a:lnTo>
                    <a:pt x="8866496" y="1499853"/>
                  </a:lnTo>
                  <a:lnTo>
                    <a:pt x="8893760" y="1402094"/>
                  </a:lnTo>
                  <a:lnTo>
                    <a:pt x="8921117" y="1308239"/>
                  </a:lnTo>
                  <a:lnTo>
                    <a:pt x="8948623" y="1218419"/>
                  </a:lnTo>
                  <a:lnTo>
                    <a:pt x="8976344" y="1132716"/>
                  </a:lnTo>
                  <a:lnTo>
                    <a:pt x="9004364" y="1051167"/>
                  </a:lnTo>
                  <a:lnTo>
                    <a:pt x="9032778" y="973761"/>
                  </a:lnTo>
                  <a:lnTo>
                    <a:pt x="9061703" y="900447"/>
                  </a:lnTo>
                  <a:lnTo>
                    <a:pt x="9084767" y="845905"/>
                  </a:lnTo>
                  <a:lnTo>
                    <a:pt x="9126987" y="754893"/>
                  </a:lnTo>
                  <a:lnTo>
                    <a:pt x="9171142" y="671583"/>
                  </a:lnTo>
                  <a:lnTo>
                    <a:pt x="9217757" y="595716"/>
                  </a:lnTo>
                  <a:lnTo>
                    <a:pt x="9267414" y="526789"/>
                  </a:lnTo>
                  <a:lnTo>
                    <a:pt x="9320715" y="464188"/>
                  </a:lnTo>
                  <a:lnTo>
                    <a:pt x="9378253" y="407276"/>
                  </a:lnTo>
                  <a:lnTo>
                    <a:pt x="9440579" y="355450"/>
                  </a:lnTo>
                  <a:lnTo>
                    <a:pt x="9508146" y="308171"/>
                  </a:lnTo>
                  <a:lnTo>
                    <a:pt x="9581251" y="264986"/>
                  </a:lnTo>
                  <a:lnTo>
                    <a:pt x="9659949" y="225539"/>
                  </a:lnTo>
                  <a:lnTo>
                    <a:pt x="9743951" y="189579"/>
                  </a:lnTo>
                  <a:lnTo>
                    <a:pt x="9832519" y="156951"/>
                  </a:lnTo>
                  <a:lnTo>
                    <a:pt x="9924364" y="127597"/>
                  </a:lnTo>
                  <a:lnTo>
                    <a:pt x="10017589" y="101534"/>
                  </a:lnTo>
                  <a:lnTo>
                    <a:pt x="10109701" y="78822"/>
                  </a:lnTo>
                  <a:lnTo>
                    <a:pt x="10197747" y="59529"/>
                  </a:lnTo>
                  <a:lnTo>
                    <a:pt x="10278576" y="43679"/>
                  </a:lnTo>
                  <a:lnTo>
                    <a:pt x="10349225" y="31203"/>
                  </a:lnTo>
                  <a:lnTo>
                    <a:pt x="10407357" y="21910"/>
                  </a:lnTo>
                  <a:lnTo>
                    <a:pt x="10451659" y="15472"/>
                  </a:lnTo>
                  <a:lnTo>
                    <a:pt x="10482105" y="11434"/>
                  </a:lnTo>
                  <a:lnTo>
                    <a:pt x="10500035" y="9257"/>
                  </a:lnTo>
                  <a:lnTo>
                    <a:pt x="10508057" y="8363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9032" y="88"/>
                  </a:lnTo>
                  <a:lnTo>
                    <a:pt x="10503224" y="720"/>
                  </a:lnTo>
                  <a:lnTo>
                    <a:pt x="10488475" y="2466"/>
                  </a:lnTo>
                  <a:lnTo>
                    <a:pt x="10461838" y="5909"/>
                  </a:lnTo>
                  <a:lnTo>
                    <a:pt x="10421595" y="11603"/>
                  </a:lnTo>
                  <a:lnTo>
                    <a:pt x="10367375" y="20032"/>
                  </a:lnTo>
                  <a:lnTo>
                    <a:pt x="10300138" y="31563"/>
                  </a:lnTo>
                  <a:lnTo>
                    <a:pt x="10221963" y="46427"/>
                  </a:lnTo>
                  <a:lnTo>
                    <a:pt x="10135677" y="64726"/>
                  </a:lnTo>
                  <a:lnTo>
                    <a:pt x="10044421" y="86456"/>
                  </a:lnTo>
                  <a:lnTo>
                    <a:pt x="9951238" y="111559"/>
                  </a:lnTo>
                  <a:lnTo>
                    <a:pt x="9858772" y="139967"/>
                  </a:lnTo>
                  <a:lnTo>
                    <a:pt x="9769099" y="171647"/>
                  </a:lnTo>
                  <a:lnTo>
                    <a:pt x="9683681" y="206634"/>
                  </a:lnTo>
                  <a:lnTo>
                    <a:pt x="9603404" y="245053"/>
                  </a:lnTo>
                  <a:lnTo>
                    <a:pt x="9528677" y="287126"/>
                  </a:lnTo>
                  <a:lnTo>
                    <a:pt x="9459532" y="333181"/>
                  </a:lnTo>
                  <a:lnTo>
                    <a:pt x="9395734" y="383643"/>
                  </a:lnTo>
                  <a:lnTo>
                    <a:pt x="9336867" y="439026"/>
                  </a:lnTo>
                  <a:lnTo>
                    <a:pt x="9282403" y="499920"/>
                  </a:lnTo>
                  <a:lnTo>
                    <a:pt x="9231756" y="566956"/>
                  </a:lnTo>
                  <a:lnTo>
                    <a:pt x="9184323" y="640760"/>
                  </a:lnTo>
                  <a:lnTo>
                    <a:pt x="9139515" y="721881"/>
                  </a:lnTo>
                  <a:lnTo>
                    <a:pt x="9096786" y="810664"/>
                  </a:lnTo>
                  <a:lnTo>
                    <a:pt x="9084767" y="837732"/>
                  </a:lnTo>
                  <a:lnTo>
                    <a:pt x="9055350" y="907905"/>
                  </a:lnTo>
                  <a:lnTo>
                    <a:pt x="9026547" y="982104"/>
                  </a:lnTo>
                  <a:lnTo>
                    <a:pt x="8998228" y="1060410"/>
                  </a:lnTo>
                  <a:lnTo>
                    <a:pt x="8970281" y="1142865"/>
                  </a:lnTo>
                  <a:lnTo>
                    <a:pt x="8942613" y="1229469"/>
                  </a:lnTo>
                  <a:lnTo>
                    <a:pt x="8915145" y="1320178"/>
                  </a:lnTo>
                  <a:lnTo>
                    <a:pt x="8887812" y="1414897"/>
                  </a:lnTo>
                  <a:lnTo>
                    <a:pt x="8860563" y="1513483"/>
                  </a:lnTo>
                  <a:lnTo>
                    <a:pt x="8833356" y="1615739"/>
                  </a:lnTo>
                  <a:lnTo>
                    <a:pt x="8806160" y="1721418"/>
                  </a:lnTo>
                  <a:lnTo>
                    <a:pt x="8778954" y="1830218"/>
                  </a:lnTo>
                  <a:lnTo>
                    <a:pt x="8751723" y="1941790"/>
                  </a:lnTo>
                  <a:lnTo>
                    <a:pt x="8724460" y="2055740"/>
                  </a:lnTo>
                  <a:lnTo>
                    <a:pt x="8697165" y="2171632"/>
                  </a:lnTo>
                  <a:lnTo>
                    <a:pt x="8669843" y="2288997"/>
                  </a:lnTo>
                  <a:lnTo>
                    <a:pt x="8642499" y="2407340"/>
                  </a:lnTo>
                  <a:lnTo>
                    <a:pt x="8615146" y="2526148"/>
                  </a:lnTo>
                  <a:lnTo>
                    <a:pt x="8587794" y="2644898"/>
                  </a:lnTo>
                  <a:lnTo>
                    <a:pt x="8560455" y="2763071"/>
                  </a:lnTo>
                  <a:lnTo>
                    <a:pt x="8533137" y="2880157"/>
                  </a:lnTo>
                  <a:lnTo>
                    <a:pt x="8505850" y="2995665"/>
                  </a:lnTo>
                  <a:lnTo>
                    <a:pt x="8478594" y="3109132"/>
                  </a:lnTo>
                  <a:lnTo>
                    <a:pt x="8451369" y="3220133"/>
                  </a:lnTo>
                  <a:lnTo>
                    <a:pt x="8424166" y="3328281"/>
                  </a:lnTo>
                  <a:lnTo>
                    <a:pt x="8396970" y="3433237"/>
                  </a:lnTo>
                  <a:lnTo>
                    <a:pt x="8369757" y="3534713"/>
                  </a:lnTo>
                  <a:lnTo>
                    <a:pt x="8342494" y="3632472"/>
                  </a:lnTo>
                  <a:lnTo>
                    <a:pt x="8315136" y="3726327"/>
                  </a:lnTo>
                  <a:lnTo>
                    <a:pt x="8287631" y="3816147"/>
                  </a:lnTo>
                  <a:lnTo>
                    <a:pt x="8259909" y="3901850"/>
                  </a:lnTo>
                  <a:lnTo>
                    <a:pt x="8231889" y="3983399"/>
                  </a:lnTo>
                  <a:lnTo>
                    <a:pt x="8203475" y="4060805"/>
                  </a:lnTo>
                  <a:lnTo>
                    <a:pt x="8174550" y="4134119"/>
                  </a:lnTo>
                  <a:lnTo>
                    <a:pt x="8151487" y="4188661"/>
                  </a:lnTo>
                  <a:lnTo>
                    <a:pt x="8109266" y="4279672"/>
                  </a:lnTo>
                  <a:lnTo>
                    <a:pt x="8065111" y="4362983"/>
                  </a:lnTo>
                  <a:lnTo>
                    <a:pt x="8018496" y="4438850"/>
                  </a:lnTo>
                  <a:lnTo>
                    <a:pt x="7968839" y="4507777"/>
                  </a:lnTo>
                  <a:lnTo>
                    <a:pt x="7915538" y="4570378"/>
                  </a:lnTo>
                  <a:lnTo>
                    <a:pt x="7858000" y="4627290"/>
                  </a:lnTo>
                  <a:lnTo>
                    <a:pt x="7795675" y="4679116"/>
                  </a:lnTo>
                  <a:lnTo>
                    <a:pt x="7728107" y="4726395"/>
                  </a:lnTo>
                  <a:lnTo>
                    <a:pt x="7655002" y="4769580"/>
                  </a:lnTo>
                  <a:lnTo>
                    <a:pt x="7576305" y="4809026"/>
                  </a:lnTo>
                  <a:lnTo>
                    <a:pt x="7492303" y="4844987"/>
                  </a:lnTo>
                  <a:lnTo>
                    <a:pt x="7403735" y="4877615"/>
                  </a:lnTo>
                  <a:lnTo>
                    <a:pt x="7311889" y="4906969"/>
                  </a:lnTo>
                  <a:lnTo>
                    <a:pt x="7218665" y="4933032"/>
                  </a:lnTo>
                  <a:lnTo>
                    <a:pt x="7126552" y="4955744"/>
                  </a:lnTo>
                  <a:lnTo>
                    <a:pt x="7038507" y="4975037"/>
                  </a:lnTo>
                  <a:lnTo>
                    <a:pt x="6957677" y="4990887"/>
                  </a:lnTo>
                  <a:lnTo>
                    <a:pt x="6887028" y="5003363"/>
                  </a:lnTo>
                  <a:lnTo>
                    <a:pt x="6828896" y="5012656"/>
                  </a:lnTo>
                  <a:lnTo>
                    <a:pt x="6784595" y="5019094"/>
                  </a:lnTo>
                  <a:lnTo>
                    <a:pt x="6754148" y="5023132"/>
                  </a:lnTo>
                  <a:lnTo>
                    <a:pt x="6736219" y="5025309"/>
                  </a:lnTo>
                  <a:lnTo>
                    <a:pt x="6728196" y="5026203"/>
                  </a:lnTo>
                  <a:lnTo>
                    <a:pt x="6726343" y="5026393"/>
                  </a:lnTo>
                  <a:lnTo>
                    <a:pt x="5254955" y="5026393"/>
                  </a:lnTo>
                  <a:lnTo>
                    <a:pt x="5253746" y="5026431"/>
                  </a:lnTo>
                  <a:lnTo>
                    <a:pt x="5245807" y="5026699"/>
                  </a:lnTo>
                  <a:lnTo>
                    <a:pt x="5225833" y="5027441"/>
                  </a:lnTo>
                  <a:lnTo>
                    <a:pt x="5190214" y="5028901"/>
                  </a:lnTo>
                  <a:lnTo>
                    <a:pt x="5137310" y="5031304"/>
                  </a:lnTo>
                  <a:lnTo>
                    <a:pt x="5067571" y="5034829"/>
                  </a:lnTo>
                  <a:lnTo>
                    <a:pt x="4983337" y="5039597"/>
                  </a:lnTo>
                  <a:lnTo>
                    <a:pt x="4888292" y="5045663"/>
                  </a:lnTo>
                  <a:lnTo>
                    <a:pt x="4786739" y="5053033"/>
                  </a:lnTo>
                  <a:lnTo>
                    <a:pt x="4682888" y="5061683"/>
                  </a:lnTo>
                  <a:lnTo>
                    <a:pt x="4580330" y="5071585"/>
                  </a:lnTo>
                  <a:lnTo>
                    <a:pt x="4481766" y="5082729"/>
                  </a:lnTo>
                  <a:lnTo>
                    <a:pt x="4388960" y="5095144"/>
                  </a:lnTo>
                  <a:lnTo>
                    <a:pt x="4302841" y="5108898"/>
                  </a:lnTo>
                  <a:lnTo>
                    <a:pt x="4223678" y="5124110"/>
                  </a:lnTo>
                  <a:lnTo>
                    <a:pt x="4151260" y="5140947"/>
                  </a:lnTo>
                  <a:lnTo>
                    <a:pt x="4085062" y="5159617"/>
                  </a:lnTo>
                  <a:lnTo>
                    <a:pt x="4024369" y="5180366"/>
                  </a:lnTo>
                  <a:lnTo>
                    <a:pt x="3968373" y="5203461"/>
                  </a:lnTo>
                  <a:lnTo>
                    <a:pt x="3916239" y="5229164"/>
                  </a:lnTo>
                  <a:lnTo>
                    <a:pt x="3867164" y="5257690"/>
                  </a:lnTo>
                  <a:lnTo>
                    <a:pt x="3829811" y="5282481"/>
                  </a:lnTo>
                  <a:lnTo>
                    <a:pt x="3783498" y="5317035"/>
                  </a:lnTo>
                  <a:lnTo>
                    <a:pt x="3738535" y="5354715"/>
                  </a:lnTo>
                  <a:lnTo>
                    <a:pt x="3694469" y="5395576"/>
                  </a:lnTo>
                  <a:lnTo>
                    <a:pt x="3650955" y="5439595"/>
                  </a:lnTo>
                  <a:lnTo>
                    <a:pt x="3607738" y="5486652"/>
                  </a:lnTo>
                  <a:lnTo>
                    <a:pt x="3564637" y="5536535"/>
                  </a:lnTo>
                  <a:lnTo>
                    <a:pt x="3521536" y="5588927"/>
                  </a:lnTo>
                  <a:lnTo>
                    <a:pt x="3478374" y="5643416"/>
                  </a:lnTo>
                  <a:lnTo>
                    <a:pt x="3435131" y="5699503"/>
                  </a:lnTo>
                  <a:lnTo>
                    <a:pt x="3391824" y="5756622"/>
                  </a:lnTo>
                  <a:lnTo>
                    <a:pt x="3348487" y="5814158"/>
                  </a:lnTo>
                  <a:lnTo>
                    <a:pt x="3305165" y="5871479"/>
                  </a:lnTo>
                  <a:lnTo>
                    <a:pt x="3261899" y="5927964"/>
                  </a:lnTo>
                  <a:lnTo>
                    <a:pt x="3218711" y="5983026"/>
                  </a:lnTo>
                  <a:lnTo>
                    <a:pt x="3175595" y="6036143"/>
                  </a:lnTo>
                  <a:lnTo>
                    <a:pt x="3132504" y="6086874"/>
                  </a:lnTo>
                  <a:lnTo>
                    <a:pt x="3089340" y="6134871"/>
                  </a:lnTo>
                  <a:lnTo>
                    <a:pt x="3045946" y="6179886"/>
                  </a:lnTo>
                  <a:lnTo>
                    <a:pt x="3002091" y="6221772"/>
                  </a:lnTo>
                  <a:lnTo>
                    <a:pt x="2957461" y="6260475"/>
                  </a:lnTo>
                  <a:lnTo>
                    <a:pt x="2911640" y="6296026"/>
                  </a:lnTo>
                  <a:lnTo>
                    <a:pt x="2896531" y="6306830"/>
                  </a:lnTo>
                  <a:lnTo>
                    <a:pt x="2849367" y="6337683"/>
                  </a:lnTo>
                  <a:lnTo>
                    <a:pt x="2799730" y="6365620"/>
                  </a:lnTo>
                  <a:lnTo>
                    <a:pt x="2746874" y="6390770"/>
                  </a:lnTo>
                  <a:lnTo>
                    <a:pt x="2689986" y="6413364"/>
                  </a:lnTo>
                  <a:lnTo>
                    <a:pt x="2628233" y="6433667"/>
                  </a:lnTo>
                  <a:lnTo>
                    <a:pt x="2560818" y="6451944"/>
                  </a:lnTo>
                  <a:lnTo>
                    <a:pt x="2487057" y="6468433"/>
                  </a:lnTo>
                  <a:lnTo>
                    <a:pt x="2406478" y="6483336"/>
                  </a:lnTo>
                  <a:lnTo>
                    <a:pt x="2318953" y="6496808"/>
                  </a:lnTo>
                  <a:lnTo>
                    <a:pt x="2224870" y="6508959"/>
                  </a:lnTo>
                  <a:lnTo>
                    <a:pt x="2125317" y="6519849"/>
                  </a:lnTo>
                  <a:lnTo>
                    <a:pt x="2022244" y="6529497"/>
                  </a:lnTo>
                  <a:lnTo>
                    <a:pt x="1918545" y="6537887"/>
                  </a:lnTo>
                  <a:lnTo>
                    <a:pt x="1817967" y="6544993"/>
                  </a:lnTo>
                  <a:lnTo>
                    <a:pt x="1724790" y="6550792"/>
                  </a:lnTo>
                  <a:lnTo>
                    <a:pt x="1643250" y="6555300"/>
                  </a:lnTo>
                  <a:lnTo>
                    <a:pt x="1576815" y="6558584"/>
                  </a:lnTo>
                  <a:lnTo>
                    <a:pt x="1527472" y="6560777"/>
                  </a:lnTo>
                  <a:lnTo>
                    <a:pt x="1495249" y="6562071"/>
                  </a:lnTo>
                  <a:lnTo>
                    <a:pt x="1478085" y="6562696"/>
                  </a:lnTo>
                  <a:lnTo>
                    <a:pt x="1472003" y="6562898"/>
                  </a:lnTo>
                  <a:lnTo>
                    <a:pt x="1471387" y="6562917"/>
                  </a:lnTo>
                  <a:lnTo>
                    <a:pt x="0" y="6562917"/>
                  </a:lnTo>
                  <a:close/>
                </a:path>
              </a:pathLst>
            </a:custGeom>
            <a:solidFill>
              <a:srgbClr val="8BC34A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593" name="pl1593"/>
            <p:cNvSpPr/>
            <p:nvPr/>
          </p:nvSpPr>
          <p:spPr>
            <a:xfrm>
              <a:off x="4799595" y="2928347"/>
              <a:ext cx="11981298" cy="6562917"/>
            </a:xfrm>
            <a:custGeom>
              <a:avLst/>
              <a:pathLst>
                <a:path w="11981298" h="6562917">
                  <a:moveTo>
                    <a:pt x="0" y="6562917"/>
                  </a:moveTo>
                  <a:lnTo>
                    <a:pt x="1471387" y="6562917"/>
                  </a:lnTo>
                  <a:lnTo>
                    <a:pt x="1472596" y="6562880"/>
                  </a:lnTo>
                  <a:lnTo>
                    <a:pt x="1480535" y="6562611"/>
                  </a:lnTo>
                  <a:lnTo>
                    <a:pt x="1500509" y="6561869"/>
                  </a:lnTo>
                  <a:lnTo>
                    <a:pt x="1536128" y="6560409"/>
                  </a:lnTo>
                  <a:lnTo>
                    <a:pt x="1589033" y="6558007"/>
                  </a:lnTo>
                  <a:lnTo>
                    <a:pt x="1658771" y="6554482"/>
                  </a:lnTo>
                  <a:lnTo>
                    <a:pt x="1743005" y="6549714"/>
                  </a:lnTo>
                  <a:lnTo>
                    <a:pt x="1838050" y="6543647"/>
                  </a:lnTo>
                  <a:lnTo>
                    <a:pt x="1939603" y="6536277"/>
                  </a:lnTo>
                  <a:lnTo>
                    <a:pt x="2043454" y="6527628"/>
                  </a:lnTo>
                  <a:lnTo>
                    <a:pt x="2146012" y="6517726"/>
                  </a:lnTo>
                  <a:lnTo>
                    <a:pt x="2244576" y="6506581"/>
                  </a:lnTo>
                  <a:lnTo>
                    <a:pt x="2337382" y="6494167"/>
                  </a:lnTo>
                  <a:lnTo>
                    <a:pt x="2423501" y="6480413"/>
                  </a:lnTo>
                  <a:lnTo>
                    <a:pt x="2502664" y="6465200"/>
                  </a:lnTo>
                  <a:lnTo>
                    <a:pt x="2575082" y="6448364"/>
                  </a:lnTo>
                  <a:lnTo>
                    <a:pt x="2641280" y="6429694"/>
                  </a:lnTo>
                  <a:lnTo>
                    <a:pt x="2701973" y="6408945"/>
                  </a:lnTo>
                  <a:lnTo>
                    <a:pt x="2757969" y="6385850"/>
                  </a:lnTo>
                  <a:lnTo>
                    <a:pt x="2810103" y="6360147"/>
                  </a:lnTo>
                  <a:lnTo>
                    <a:pt x="2859178" y="6331620"/>
                  </a:lnTo>
                  <a:lnTo>
                    <a:pt x="2896531" y="6306830"/>
                  </a:lnTo>
                  <a:lnTo>
                    <a:pt x="2942844" y="6272276"/>
                  </a:lnTo>
                  <a:lnTo>
                    <a:pt x="2987808" y="6234596"/>
                  </a:lnTo>
                  <a:lnTo>
                    <a:pt x="3031874" y="6193734"/>
                  </a:lnTo>
                  <a:lnTo>
                    <a:pt x="3075387" y="6149716"/>
                  </a:lnTo>
                  <a:lnTo>
                    <a:pt x="3118604" y="6102658"/>
                  </a:lnTo>
                  <a:lnTo>
                    <a:pt x="3161705" y="6052775"/>
                  </a:lnTo>
                  <a:lnTo>
                    <a:pt x="3204806" y="6000384"/>
                  </a:lnTo>
                  <a:lnTo>
                    <a:pt x="3247969" y="5945895"/>
                  </a:lnTo>
                  <a:lnTo>
                    <a:pt x="3291211" y="5889808"/>
                  </a:lnTo>
                  <a:lnTo>
                    <a:pt x="3334519" y="5832689"/>
                  </a:lnTo>
                  <a:lnTo>
                    <a:pt x="3377855" y="5775153"/>
                  </a:lnTo>
                  <a:lnTo>
                    <a:pt x="3421177" y="5717831"/>
                  </a:lnTo>
                  <a:lnTo>
                    <a:pt x="3464443" y="5661347"/>
                  </a:lnTo>
                  <a:lnTo>
                    <a:pt x="3507631" y="5606284"/>
                  </a:lnTo>
                  <a:lnTo>
                    <a:pt x="3550747" y="5553167"/>
                  </a:lnTo>
                  <a:lnTo>
                    <a:pt x="3593838" y="5502437"/>
                  </a:lnTo>
                  <a:lnTo>
                    <a:pt x="3637002" y="5454440"/>
                  </a:lnTo>
                  <a:lnTo>
                    <a:pt x="3680396" y="5409424"/>
                  </a:lnTo>
                  <a:lnTo>
                    <a:pt x="3724251" y="5367538"/>
                  </a:lnTo>
                  <a:lnTo>
                    <a:pt x="3768881" y="5328835"/>
                  </a:lnTo>
                  <a:lnTo>
                    <a:pt x="3814702" y="5293284"/>
                  </a:lnTo>
                  <a:lnTo>
                    <a:pt x="3829811" y="5282481"/>
                  </a:lnTo>
                  <a:lnTo>
                    <a:pt x="3876975" y="5251628"/>
                  </a:lnTo>
                  <a:lnTo>
                    <a:pt x="3926612" y="5223691"/>
                  </a:lnTo>
                  <a:lnTo>
                    <a:pt x="3979468" y="5198540"/>
                  </a:lnTo>
                  <a:lnTo>
                    <a:pt x="4036356" y="5175947"/>
                  </a:lnTo>
                  <a:lnTo>
                    <a:pt x="4098109" y="5155643"/>
                  </a:lnTo>
                  <a:lnTo>
                    <a:pt x="4165524" y="5137367"/>
                  </a:lnTo>
                  <a:lnTo>
                    <a:pt x="4239285" y="5120878"/>
                  </a:lnTo>
                  <a:lnTo>
                    <a:pt x="4319864" y="5105975"/>
                  </a:lnTo>
                  <a:lnTo>
                    <a:pt x="4407390" y="5092503"/>
                  </a:lnTo>
                  <a:lnTo>
                    <a:pt x="4501472" y="5080352"/>
                  </a:lnTo>
                  <a:lnTo>
                    <a:pt x="4601025" y="5069462"/>
                  </a:lnTo>
                  <a:lnTo>
                    <a:pt x="4704098" y="5059814"/>
                  </a:lnTo>
                  <a:lnTo>
                    <a:pt x="4807797" y="5051423"/>
                  </a:lnTo>
                  <a:lnTo>
                    <a:pt x="4908375" y="5044318"/>
                  </a:lnTo>
                  <a:lnTo>
                    <a:pt x="5001553" y="5038519"/>
                  </a:lnTo>
                  <a:lnTo>
                    <a:pt x="5083092" y="5034011"/>
                  </a:lnTo>
                  <a:lnTo>
                    <a:pt x="5149527" y="5030727"/>
                  </a:lnTo>
                  <a:lnTo>
                    <a:pt x="5198870" y="5028533"/>
                  </a:lnTo>
                  <a:lnTo>
                    <a:pt x="5231093" y="5027239"/>
                  </a:lnTo>
                  <a:lnTo>
                    <a:pt x="5248257" y="5026614"/>
                  </a:lnTo>
                  <a:lnTo>
                    <a:pt x="5254339" y="5026412"/>
                  </a:lnTo>
                  <a:lnTo>
                    <a:pt x="5254955" y="5026393"/>
                  </a:lnTo>
                  <a:lnTo>
                    <a:pt x="6726343" y="5026393"/>
                  </a:lnTo>
                  <a:lnTo>
                    <a:pt x="6727221" y="5026305"/>
                  </a:lnTo>
                  <a:lnTo>
                    <a:pt x="6733030" y="5025673"/>
                  </a:lnTo>
                  <a:lnTo>
                    <a:pt x="6747779" y="5023926"/>
                  </a:lnTo>
                  <a:lnTo>
                    <a:pt x="6774415" y="5020484"/>
                  </a:lnTo>
                  <a:lnTo>
                    <a:pt x="6814658" y="5014790"/>
                  </a:lnTo>
                  <a:lnTo>
                    <a:pt x="6868879" y="5006361"/>
                  </a:lnTo>
                  <a:lnTo>
                    <a:pt x="6936115" y="4994830"/>
                  </a:lnTo>
                  <a:lnTo>
                    <a:pt x="7014290" y="4979966"/>
                  </a:lnTo>
                  <a:lnTo>
                    <a:pt x="7100576" y="4961667"/>
                  </a:lnTo>
                  <a:lnTo>
                    <a:pt x="7191832" y="4939937"/>
                  </a:lnTo>
                  <a:lnTo>
                    <a:pt x="7285015" y="4914834"/>
                  </a:lnTo>
                  <a:lnTo>
                    <a:pt x="7377481" y="4886426"/>
                  </a:lnTo>
                  <a:lnTo>
                    <a:pt x="7467154" y="4854746"/>
                  </a:lnTo>
                  <a:lnTo>
                    <a:pt x="7552573" y="4819759"/>
                  </a:lnTo>
                  <a:lnTo>
                    <a:pt x="7632849" y="4781340"/>
                  </a:lnTo>
                  <a:lnTo>
                    <a:pt x="7707577" y="4739267"/>
                  </a:lnTo>
                  <a:lnTo>
                    <a:pt x="7776721" y="4693212"/>
                  </a:lnTo>
                  <a:lnTo>
                    <a:pt x="7840519" y="4642750"/>
                  </a:lnTo>
                  <a:lnTo>
                    <a:pt x="7899386" y="4587367"/>
                  </a:lnTo>
                  <a:lnTo>
                    <a:pt x="7953851" y="4526473"/>
                  </a:lnTo>
                  <a:lnTo>
                    <a:pt x="8004497" y="4459437"/>
                  </a:lnTo>
                  <a:lnTo>
                    <a:pt x="8051930" y="4385633"/>
                  </a:lnTo>
                  <a:lnTo>
                    <a:pt x="8096738" y="4304512"/>
                  </a:lnTo>
                  <a:lnTo>
                    <a:pt x="8139467" y="4215729"/>
                  </a:lnTo>
                  <a:lnTo>
                    <a:pt x="8151487" y="4188661"/>
                  </a:lnTo>
                  <a:lnTo>
                    <a:pt x="8180903" y="4118488"/>
                  </a:lnTo>
                  <a:lnTo>
                    <a:pt x="8209706" y="4044289"/>
                  </a:lnTo>
                  <a:lnTo>
                    <a:pt x="8238025" y="3965983"/>
                  </a:lnTo>
                  <a:lnTo>
                    <a:pt x="8265972" y="3883528"/>
                  </a:lnTo>
                  <a:lnTo>
                    <a:pt x="8293640" y="3796923"/>
                  </a:lnTo>
                  <a:lnTo>
                    <a:pt x="8321108" y="3706215"/>
                  </a:lnTo>
                  <a:lnTo>
                    <a:pt x="8348441" y="3611496"/>
                  </a:lnTo>
                  <a:lnTo>
                    <a:pt x="8375690" y="3512910"/>
                  </a:lnTo>
                  <a:lnTo>
                    <a:pt x="8402897" y="3410654"/>
                  </a:lnTo>
                  <a:lnTo>
                    <a:pt x="8430093" y="3304975"/>
                  </a:lnTo>
                  <a:lnTo>
                    <a:pt x="8457299" y="3196175"/>
                  </a:lnTo>
                  <a:lnTo>
                    <a:pt x="8484531" y="3084603"/>
                  </a:lnTo>
                  <a:lnTo>
                    <a:pt x="8511793" y="2970653"/>
                  </a:lnTo>
                  <a:lnTo>
                    <a:pt x="8539088" y="2854761"/>
                  </a:lnTo>
                  <a:lnTo>
                    <a:pt x="8566411" y="2737396"/>
                  </a:lnTo>
                  <a:lnTo>
                    <a:pt x="8593754" y="2619053"/>
                  </a:lnTo>
                  <a:lnTo>
                    <a:pt x="8621107" y="2500245"/>
                  </a:lnTo>
                  <a:lnTo>
                    <a:pt x="8648459" y="2381495"/>
                  </a:lnTo>
                  <a:lnTo>
                    <a:pt x="8675799" y="2263322"/>
                  </a:lnTo>
                  <a:lnTo>
                    <a:pt x="8703116" y="2146236"/>
                  </a:lnTo>
                  <a:lnTo>
                    <a:pt x="8730404" y="2030728"/>
                  </a:lnTo>
                  <a:lnTo>
                    <a:pt x="8757659" y="1917261"/>
                  </a:lnTo>
                  <a:lnTo>
                    <a:pt x="8784884" y="1806260"/>
                  </a:lnTo>
                  <a:lnTo>
                    <a:pt x="8812087" y="1698112"/>
                  </a:lnTo>
                  <a:lnTo>
                    <a:pt x="8839283" y="1593156"/>
                  </a:lnTo>
                  <a:lnTo>
                    <a:pt x="8866496" y="1491680"/>
                  </a:lnTo>
                  <a:lnTo>
                    <a:pt x="8893760" y="1393921"/>
                  </a:lnTo>
                  <a:lnTo>
                    <a:pt x="8921117" y="1300066"/>
                  </a:lnTo>
                  <a:lnTo>
                    <a:pt x="8948623" y="1210246"/>
                  </a:lnTo>
                  <a:lnTo>
                    <a:pt x="8976344" y="1124543"/>
                  </a:lnTo>
                  <a:lnTo>
                    <a:pt x="9004364" y="1042994"/>
                  </a:lnTo>
                  <a:lnTo>
                    <a:pt x="9032778" y="965588"/>
                  </a:lnTo>
                  <a:lnTo>
                    <a:pt x="9061703" y="892274"/>
                  </a:lnTo>
                  <a:lnTo>
                    <a:pt x="9084767" y="837732"/>
                  </a:lnTo>
                  <a:lnTo>
                    <a:pt x="9126987" y="746720"/>
                  </a:lnTo>
                  <a:lnTo>
                    <a:pt x="9171142" y="663410"/>
                  </a:lnTo>
                  <a:lnTo>
                    <a:pt x="9217757" y="587543"/>
                  </a:lnTo>
                  <a:lnTo>
                    <a:pt x="9267414" y="518616"/>
                  </a:lnTo>
                  <a:lnTo>
                    <a:pt x="9320715" y="456015"/>
                  </a:lnTo>
                  <a:lnTo>
                    <a:pt x="9378253" y="399103"/>
                  </a:lnTo>
                  <a:lnTo>
                    <a:pt x="9440579" y="347277"/>
                  </a:lnTo>
                  <a:lnTo>
                    <a:pt x="9508146" y="299998"/>
                  </a:lnTo>
                  <a:lnTo>
                    <a:pt x="9581251" y="256813"/>
                  </a:lnTo>
                  <a:lnTo>
                    <a:pt x="9659949" y="217366"/>
                  </a:lnTo>
                  <a:lnTo>
                    <a:pt x="9743951" y="181406"/>
                  </a:lnTo>
                  <a:lnTo>
                    <a:pt x="9832519" y="148778"/>
                  </a:lnTo>
                  <a:lnTo>
                    <a:pt x="9924364" y="119424"/>
                  </a:lnTo>
                  <a:lnTo>
                    <a:pt x="10017589" y="93361"/>
                  </a:lnTo>
                  <a:lnTo>
                    <a:pt x="10109701" y="70649"/>
                  </a:lnTo>
                  <a:lnTo>
                    <a:pt x="10197747" y="51356"/>
                  </a:lnTo>
                  <a:lnTo>
                    <a:pt x="10278576" y="35506"/>
                  </a:lnTo>
                  <a:lnTo>
                    <a:pt x="10349225" y="23030"/>
                  </a:lnTo>
                  <a:lnTo>
                    <a:pt x="10407357" y="13737"/>
                  </a:lnTo>
                  <a:lnTo>
                    <a:pt x="10451659" y="7299"/>
                  </a:lnTo>
                  <a:lnTo>
                    <a:pt x="10482105" y="3261"/>
                  </a:lnTo>
                  <a:lnTo>
                    <a:pt x="10500035" y="1084"/>
                  </a:lnTo>
                  <a:lnTo>
                    <a:pt x="10508057" y="190"/>
                  </a:lnTo>
                  <a:lnTo>
                    <a:pt x="10509889" y="2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94" name="pl1594"/>
            <p:cNvSpPr/>
            <p:nvPr/>
          </p:nvSpPr>
          <p:spPr>
            <a:xfrm>
              <a:off x="4799595" y="2920174"/>
              <a:ext cx="11981298" cy="6562917"/>
            </a:xfrm>
            <a:custGeom>
              <a:avLst/>
              <a:pathLst>
                <a:path w="11981298" h="6562917">
                  <a:moveTo>
                    <a:pt x="11981298" y="0"/>
                  </a:moveTo>
                  <a:lnTo>
                    <a:pt x="10509911" y="0"/>
                  </a:lnTo>
                  <a:lnTo>
                    <a:pt x="10509032" y="88"/>
                  </a:lnTo>
                  <a:lnTo>
                    <a:pt x="10503224" y="720"/>
                  </a:lnTo>
                  <a:lnTo>
                    <a:pt x="10488475" y="2466"/>
                  </a:lnTo>
                  <a:lnTo>
                    <a:pt x="10461838" y="5909"/>
                  </a:lnTo>
                  <a:lnTo>
                    <a:pt x="10421595" y="11603"/>
                  </a:lnTo>
                  <a:lnTo>
                    <a:pt x="10367375" y="20032"/>
                  </a:lnTo>
                  <a:lnTo>
                    <a:pt x="10300138" y="31563"/>
                  </a:lnTo>
                  <a:lnTo>
                    <a:pt x="10221963" y="46427"/>
                  </a:lnTo>
                  <a:lnTo>
                    <a:pt x="10135677" y="64726"/>
                  </a:lnTo>
                  <a:lnTo>
                    <a:pt x="10044421" y="86456"/>
                  </a:lnTo>
                  <a:lnTo>
                    <a:pt x="9951238" y="111559"/>
                  </a:lnTo>
                  <a:lnTo>
                    <a:pt x="9858772" y="139967"/>
                  </a:lnTo>
                  <a:lnTo>
                    <a:pt x="9769099" y="171647"/>
                  </a:lnTo>
                  <a:lnTo>
                    <a:pt x="9683681" y="206634"/>
                  </a:lnTo>
                  <a:lnTo>
                    <a:pt x="9603404" y="245053"/>
                  </a:lnTo>
                  <a:lnTo>
                    <a:pt x="9528677" y="287126"/>
                  </a:lnTo>
                  <a:lnTo>
                    <a:pt x="9459532" y="333181"/>
                  </a:lnTo>
                  <a:lnTo>
                    <a:pt x="9395734" y="383643"/>
                  </a:lnTo>
                  <a:lnTo>
                    <a:pt x="9336867" y="439026"/>
                  </a:lnTo>
                  <a:lnTo>
                    <a:pt x="9282403" y="499920"/>
                  </a:lnTo>
                  <a:lnTo>
                    <a:pt x="9231756" y="566956"/>
                  </a:lnTo>
                  <a:lnTo>
                    <a:pt x="9184323" y="640760"/>
                  </a:lnTo>
                  <a:lnTo>
                    <a:pt x="9139515" y="721881"/>
                  </a:lnTo>
                  <a:lnTo>
                    <a:pt x="9096786" y="810664"/>
                  </a:lnTo>
                  <a:lnTo>
                    <a:pt x="9084767" y="837732"/>
                  </a:lnTo>
                  <a:lnTo>
                    <a:pt x="9055350" y="907905"/>
                  </a:lnTo>
                  <a:lnTo>
                    <a:pt x="9026547" y="982104"/>
                  </a:lnTo>
                  <a:lnTo>
                    <a:pt x="8998228" y="1060410"/>
                  </a:lnTo>
                  <a:lnTo>
                    <a:pt x="8970281" y="1142865"/>
                  </a:lnTo>
                  <a:lnTo>
                    <a:pt x="8942613" y="1229469"/>
                  </a:lnTo>
                  <a:lnTo>
                    <a:pt x="8915145" y="1320178"/>
                  </a:lnTo>
                  <a:lnTo>
                    <a:pt x="8887812" y="1414897"/>
                  </a:lnTo>
                  <a:lnTo>
                    <a:pt x="8860563" y="1513483"/>
                  </a:lnTo>
                  <a:lnTo>
                    <a:pt x="8833356" y="1615739"/>
                  </a:lnTo>
                  <a:lnTo>
                    <a:pt x="8806160" y="1721418"/>
                  </a:lnTo>
                  <a:lnTo>
                    <a:pt x="8778954" y="1830218"/>
                  </a:lnTo>
                  <a:lnTo>
                    <a:pt x="8751723" y="1941790"/>
                  </a:lnTo>
                  <a:lnTo>
                    <a:pt x="8724460" y="2055740"/>
                  </a:lnTo>
                  <a:lnTo>
                    <a:pt x="8697165" y="2171632"/>
                  </a:lnTo>
                  <a:lnTo>
                    <a:pt x="8669843" y="2288997"/>
                  </a:lnTo>
                  <a:lnTo>
                    <a:pt x="8642499" y="2407340"/>
                  </a:lnTo>
                  <a:lnTo>
                    <a:pt x="8615146" y="2526148"/>
                  </a:lnTo>
                  <a:lnTo>
                    <a:pt x="8587794" y="2644898"/>
                  </a:lnTo>
                  <a:lnTo>
                    <a:pt x="8560455" y="2763071"/>
                  </a:lnTo>
                  <a:lnTo>
                    <a:pt x="8533137" y="2880157"/>
                  </a:lnTo>
                  <a:lnTo>
                    <a:pt x="8505850" y="2995665"/>
                  </a:lnTo>
                  <a:lnTo>
                    <a:pt x="8478594" y="3109132"/>
                  </a:lnTo>
                  <a:lnTo>
                    <a:pt x="8451369" y="3220133"/>
                  </a:lnTo>
                  <a:lnTo>
                    <a:pt x="8424166" y="3328281"/>
                  </a:lnTo>
                  <a:lnTo>
                    <a:pt x="8396970" y="3433237"/>
                  </a:lnTo>
                  <a:lnTo>
                    <a:pt x="8369757" y="3534713"/>
                  </a:lnTo>
                  <a:lnTo>
                    <a:pt x="8342494" y="3632472"/>
                  </a:lnTo>
                  <a:lnTo>
                    <a:pt x="8315136" y="3726327"/>
                  </a:lnTo>
                  <a:lnTo>
                    <a:pt x="8287631" y="3816147"/>
                  </a:lnTo>
                  <a:lnTo>
                    <a:pt x="8259909" y="3901850"/>
                  </a:lnTo>
                  <a:lnTo>
                    <a:pt x="8231889" y="3983399"/>
                  </a:lnTo>
                  <a:lnTo>
                    <a:pt x="8203475" y="4060805"/>
                  </a:lnTo>
                  <a:lnTo>
                    <a:pt x="8174550" y="4134119"/>
                  </a:lnTo>
                  <a:lnTo>
                    <a:pt x="8151487" y="4188661"/>
                  </a:lnTo>
                  <a:lnTo>
                    <a:pt x="8109266" y="4279672"/>
                  </a:lnTo>
                  <a:lnTo>
                    <a:pt x="8065111" y="4362983"/>
                  </a:lnTo>
                  <a:lnTo>
                    <a:pt x="8018496" y="4438850"/>
                  </a:lnTo>
                  <a:lnTo>
                    <a:pt x="7968839" y="4507777"/>
                  </a:lnTo>
                  <a:lnTo>
                    <a:pt x="7915538" y="4570378"/>
                  </a:lnTo>
                  <a:lnTo>
                    <a:pt x="7858000" y="4627290"/>
                  </a:lnTo>
                  <a:lnTo>
                    <a:pt x="7795675" y="4679116"/>
                  </a:lnTo>
                  <a:lnTo>
                    <a:pt x="7728107" y="4726395"/>
                  </a:lnTo>
                  <a:lnTo>
                    <a:pt x="7655002" y="4769580"/>
                  </a:lnTo>
                  <a:lnTo>
                    <a:pt x="7576305" y="4809026"/>
                  </a:lnTo>
                  <a:lnTo>
                    <a:pt x="7492303" y="4844987"/>
                  </a:lnTo>
                  <a:lnTo>
                    <a:pt x="7403735" y="4877615"/>
                  </a:lnTo>
                  <a:lnTo>
                    <a:pt x="7311889" y="4906969"/>
                  </a:lnTo>
                  <a:lnTo>
                    <a:pt x="7218665" y="4933032"/>
                  </a:lnTo>
                  <a:lnTo>
                    <a:pt x="7126552" y="4955744"/>
                  </a:lnTo>
                  <a:lnTo>
                    <a:pt x="7038507" y="4975037"/>
                  </a:lnTo>
                  <a:lnTo>
                    <a:pt x="6957677" y="4990887"/>
                  </a:lnTo>
                  <a:lnTo>
                    <a:pt x="6887028" y="5003363"/>
                  </a:lnTo>
                  <a:lnTo>
                    <a:pt x="6828896" y="5012656"/>
                  </a:lnTo>
                  <a:lnTo>
                    <a:pt x="6784595" y="5019094"/>
                  </a:lnTo>
                  <a:lnTo>
                    <a:pt x="6754148" y="5023132"/>
                  </a:lnTo>
                  <a:lnTo>
                    <a:pt x="6736219" y="5025309"/>
                  </a:lnTo>
                  <a:lnTo>
                    <a:pt x="6728196" y="5026203"/>
                  </a:lnTo>
                  <a:lnTo>
                    <a:pt x="6726365" y="5026391"/>
                  </a:lnTo>
                  <a:lnTo>
                    <a:pt x="6726343" y="5026393"/>
                  </a:lnTo>
                  <a:lnTo>
                    <a:pt x="5254955" y="5026393"/>
                  </a:lnTo>
                  <a:lnTo>
                    <a:pt x="5253746" y="5026431"/>
                  </a:lnTo>
                  <a:lnTo>
                    <a:pt x="5245807" y="5026699"/>
                  </a:lnTo>
                  <a:lnTo>
                    <a:pt x="5225833" y="5027441"/>
                  </a:lnTo>
                  <a:lnTo>
                    <a:pt x="5190214" y="5028901"/>
                  </a:lnTo>
                  <a:lnTo>
                    <a:pt x="5137310" y="5031304"/>
                  </a:lnTo>
                  <a:lnTo>
                    <a:pt x="5067571" y="5034829"/>
                  </a:lnTo>
                  <a:lnTo>
                    <a:pt x="4983337" y="5039597"/>
                  </a:lnTo>
                  <a:lnTo>
                    <a:pt x="4888292" y="5045663"/>
                  </a:lnTo>
                  <a:lnTo>
                    <a:pt x="4786739" y="5053033"/>
                  </a:lnTo>
                  <a:lnTo>
                    <a:pt x="4682888" y="5061683"/>
                  </a:lnTo>
                  <a:lnTo>
                    <a:pt x="4580330" y="5071585"/>
                  </a:lnTo>
                  <a:lnTo>
                    <a:pt x="4481766" y="5082729"/>
                  </a:lnTo>
                  <a:lnTo>
                    <a:pt x="4388960" y="5095144"/>
                  </a:lnTo>
                  <a:lnTo>
                    <a:pt x="4302841" y="5108898"/>
                  </a:lnTo>
                  <a:lnTo>
                    <a:pt x="4223678" y="5124110"/>
                  </a:lnTo>
                  <a:lnTo>
                    <a:pt x="4151260" y="5140947"/>
                  </a:lnTo>
                  <a:lnTo>
                    <a:pt x="4085062" y="5159617"/>
                  </a:lnTo>
                  <a:lnTo>
                    <a:pt x="4024369" y="5180366"/>
                  </a:lnTo>
                  <a:lnTo>
                    <a:pt x="3968373" y="5203461"/>
                  </a:lnTo>
                  <a:lnTo>
                    <a:pt x="3916239" y="5229164"/>
                  </a:lnTo>
                  <a:lnTo>
                    <a:pt x="3867164" y="5257690"/>
                  </a:lnTo>
                  <a:lnTo>
                    <a:pt x="3829811" y="5282481"/>
                  </a:lnTo>
                  <a:lnTo>
                    <a:pt x="3783498" y="5317035"/>
                  </a:lnTo>
                  <a:lnTo>
                    <a:pt x="3738535" y="5354715"/>
                  </a:lnTo>
                  <a:lnTo>
                    <a:pt x="3694469" y="5395576"/>
                  </a:lnTo>
                  <a:lnTo>
                    <a:pt x="3650955" y="5439595"/>
                  </a:lnTo>
                  <a:lnTo>
                    <a:pt x="3607738" y="5486652"/>
                  </a:lnTo>
                  <a:lnTo>
                    <a:pt x="3564637" y="5536535"/>
                  </a:lnTo>
                  <a:lnTo>
                    <a:pt x="3521536" y="5588927"/>
                  </a:lnTo>
                  <a:lnTo>
                    <a:pt x="3478374" y="5643416"/>
                  </a:lnTo>
                  <a:lnTo>
                    <a:pt x="3435131" y="5699503"/>
                  </a:lnTo>
                  <a:lnTo>
                    <a:pt x="3391824" y="5756622"/>
                  </a:lnTo>
                  <a:lnTo>
                    <a:pt x="3348487" y="5814158"/>
                  </a:lnTo>
                  <a:lnTo>
                    <a:pt x="3305165" y="5871479"/>
                  </a:lnTo>
                  <a:lnTo>
                    <a:pt x="3261899" y="5927964"/>
                  </a:lnTo>
                  <a:lnTo>
                    <a:pt x="3218711" y="5983026"/>
                  </a:lnTo>
                  <a:lnTo>
                    <a:pt x="3175595" y="6036143"/>
                  </a:lnTo>
                  <a:lnTo>
                    <a:pt x="3132504" y="6086874"/>
                  </a:lnTo>
                  <a:lnTo>
                    <a:pt x="3089340" y="6134871"/>
                  </a:lnTo>
                  <a:lnTo>
                    <a:pt x="3045946" y="6179886"/>
                  </a:lnTo>
                  <a:lnTo>
                    <a:pt x="3002091" y="6221772"/>
                  </a:lnTo>
                  <a:lnTo>
                    <a:pt x="2957461" y="6260475"/>
                  </a:lnTo>
                  <a:lnTo>
                    <a:pt x="2911640" y="6296026"/>
                  </a:lnTo>
                  <a:lnTo>
                    <a:pt x="2896531" y="6306830"/>
                  </a:lnTo>
                  <a:lnTo>
                    <a:pt x="2849367" y="6337683"/>
                  </a:lnTo>
                  <a:lnTo>
                    <a:pt x="2799730" y="6365620"/>
                  </a:lnTo>
                  <a:lnTo>
                    <a:pt x="2746874" y="6390770"/>
                  </a:lnTo>
                  <a:lnTo>
                    <a:pt x="2689986" y="6413364"/>
                  </a:lnTo>
                  <a:lnTo>
                    <a:pt x="2628233" y="6433667"/>
                  </a:lnTo>
                  <a:lnTo>
                    <a:pt x="2560818" y="6451944"/>
                  </a:lnTo>
                  <a:lnTo>
                    <a:pt x="2487057" y="6468433"/>
                  </a:lnTo>
                  <a:lnTo>
                    <a:pt x="2406478" y="6483336"/>
                  </a:lnTo>
                  <a:lnTo>
                    <a:pt x="2318953" y="6496808"/>
                  </a:lnTo>
                  <a:lnTo>
                    <a:pt x="2224870" y="6508959"/>
                  </a:lnTo>
                  <a:lnTo>
                    <a:pt x="2125317" y="6519849"/>
                  </a:lnTo>
                  <a:lnTo>
                    <a:pt x="2022244" y="6529497"/>
                  </a:lnTo>
                  <a:lnTo>
                    <a:pt x="1918545" y="6537887"/>
                  </a:lnTo>
                  <a:lnTo>
                    <a:pt x="1817967" y="6544993"/>
                  </a:lnTo>
                  <a:lnTo>
                    <a:pt x="1724790" y="6550792"/>
                  </a:lnTo>
                  <a:lnTo>
                    <a:pt x="1643250" y="6555300"/>
                  </a:lnTo>
                  <a:lnTo>
                    <a:pt x="1576815" y="6558584"/>
                  </a:lnTo>
                  <a:lnTo>
                    <a:pt x="1527472" y="6560777"/>
                  </a:lnTo>
                  <a:lnTo>
                    <a:pt x="1495249" y="6562071"/>
                  </a:lnTo>
                  <a:lnTo>
                    <a:pt x="1478085" y="6562696"/>
                  </a:lnTo>
                  <a:lnTo>
                    <a:pt x="1472003" y="6562898"/>
                  </a:lnTo>
                  <a:lnTo>
                    <a:pt x="1471387" y="6562917"/>
                  </a:lnTo>
                  <a:lnTo>
                    <a:pt x="0" y="656291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95" name="pg1595"/>
            <p:cNvSpPr/>
            <p:nvPr/>
          </p:nvSpPr>
          <p:spPr>
            <a:xfrm>
              <a:off x="4799595" y="6173028"/>
              <a:ext cx="11981298" cy="3326410"/>
            </a:xfrm>
            <a:custGeom>
              <a:avLst/>
              <a:pathLst>
                <a:path w="11981298" h="3326410">
                  <a:moveTo>
                    <a:pt x="0" y="3326410"/>
                  </a:moveTo>
                  <a:lnTo>
                    <a:pt x="1471387" y="3326410"/>
                  </a:lnTo>
                  <a:lnTo>
                    <a:pt x="1472600" y="3326375"/>
                  </a:lnTo>
                  <a:lnTo>
                    <a:pt x="1480562" y="3326124"/>
                  </a:lnTo>
                  <a:lnTo>
                    <a:pt x="1500595" y="3325431"/>
                  </a:lnTo>
                  <a:lnTo>
                    <a:pt x="1536313" y="3324068"/>
                  </a:lnTo>
                  <a:lnTo>
                    <a:pt x="1589355" y="3321825"/>
                  </a:lnTo>
                  <a:lnTo>
                    <a:pt x="1659258" y="3318533"/>
                  </a:lnTo>
                  <a:lnTo>
                    <a:pt x="1743667" y="3314082"/>
                  </a:lnTo>
                  <a:lnTo>
                    <a:pt x="1838880" y="3308420"/>
                  </a:lnTo>
                  <a:lnTo>
                    <a:pt x="1940577" y="3301542"/>
                  </a:lnTo>
                  <a:lnTo>
                    <a:pt x="2044540" y="3293470"/>
                  </a:lnTo>
                  <a:lnTo>
                    <a:pt x="2147174" y="3284231"/>
                  </a:lnTo>
                  <a:lnTo>
                    <a:pt x="2245780" y="3273832"/>
                  </a:lnTo>
                  <a:lnTo>
                    <a:pt x="2338600" y="3262248"/>
                  </a:lnTo>
                  <a:lnTo>
                    <a:pt x="2424711" y="3249413"/>
                  </a:lnTo>
                  <a:lnTo>
                    <a:pt x="2503852" y="3235216"/>
                  </a:lnTo>
                  <a:lnTo>
                    <a:pt x="2576240" y="3219501"/>
                  </a:lnTo>
                  <a:lnTo>
                    <a:pt x="2642406" y="3202073"/>
                  </a:lnTo>
                  <a:lnTo>
                    <a:pt x="2703069" y="3182700"/>
                  </a:lnTo>
                  <a:lnTo>
                    <a:pt x="2759041" y="3161135"/>
                  </a:lnTo>
                  <a:lnTo>
                    <a:pt x="2811159" y="3137132"/>
                  </a:lnTo>
                  <a:lnTo>
                    <a:pt x="2860228" y="3110492"/>
                  </a:lnTo>
                  <a:lnTo>
                    <a:pt x="2896531" y="3088031"/>
                  </a:lnTo>
                  <a:lnTo>
                    <a:pt x="2943715" y="3055223"/>
                  </a:lnTo>
                  <a:lnTo>
                    <a:pt x="2989507" y="3019392"/>
                  </a:lnTo>
                  <a:lnTo>
                    <a:pt x="3034382" y="2980484"/>
                  </a:lnTo>
                  <a:lnTo>
                    <a:pt x="3078700" y="2938529"/>
                  </a:lnTo>
                  <a:lnTo>
                    <a:pt x="3122727" y="2893648"/>
                  </a:lnTo>
                  <a:lnTo>
                    <a:pt x="3166648" y="2846062"/>
                  </a:lnTo>
                  <a:lnTo>
                    <a:pt x="3210578" y="2796091"/>
                  </a:lnTo>
                  <a:lnTo>
                    <a:pt x="3254577" y="2744152"/>
                  </a:lnTo>
                  <a:lnTo>
                    <a:pt x="3298659" y="2690749"/>
                  </a:lnTo>
                  <a:lnTo>
                    <a:pt x="3342803" y="2636449"/>
                  </a:lnTo>
                  <a:lnTo>
                    <a:pt x="3386969" y="2581861"/>
                  </a:lnTo>
                  <a:lnTo>
                    <a:pt x="3431109" y="2527608"/>
                  </a:lnTo>
                  <a:lnTo>
                    <a:pt x="3475185" y="2474299"/>
                  </a:lnTo>
                  <a:lnTo>
                    <a:pt x="3519178" y="2422497"/>
                  </a:lnTo>
                  <a:lnTo>
                    <a:pt x="3563105" y="2372697"/>
                  </a:lnTo>
                  <a:lnTo>
                    <a:pt x="3607029" y="2325310"/>
                  </a:lnTo>
                  <a:lnTo>
                    <a:pt x="3651071" y="2280650"/>
                  </a:lnTo>
                  <a:lnTo>
                    <a:pt x="3695422" y="2238929"/>
                  </a:lnTo>
                  <a:lnTo>
                    <a:pt x="3740354" y="2200260"/>
                  </a:lnTo>
                  <a:lnTo>
                    <a:pt x="3786235" y="2164667"/>
                  </a:lnTo>
                  <a:lnTo>
                    <a:pt x="3829811" y="2134514"/>
                  </a:lnTo>
                  <a:lnTo>
                    <a:pt x="3877025" y="2105766"/>
                  </a:lnTo>
                  <a:lnTo>
                    <a:pt x="3926719" y="2079738"/>
                  </a:lnTo>
                  <a:lnTo>
                    <a:pt x="3979640" y="2056309"/>
                  </a:lnTo>
                  <a:lnTo>
                    <a:pt x="4036604" y="2035263"/>
                  </a:lnTo>
                  <a:lnTo>
                    <a:pt x="4098447" y="2016354"/>
                  </a:lnTo>
                  <a:lnTo>
                    <a:pt x="4165967" y="1999333"/>
                  </a:lnTo>
                  <a:lnTo>
                    <a:pt x="4239850" y="1983979"/>
                  </a:lnTo>
                  <a:lnTo>
                    <a:pt x="4320569" y="1970103"/>
                  </a:lnTo>
                  <a:lnTo>
                    <a:pt x="4408246" y="1957561"/>
                  </a:lnTo>
                  <a:lnTo>
                    <a:pt x="4502489" y="1946250"/>
                  </a:lnTo>
                  <a:lnTo>
                    <a:pt x="4602197" y="1936115"/>
                  </a:lnTo>
                  <a:lnTo>
                    <a:pt x="4705404" y="1927139"/>
                  </a:lnTo>
                  <a:lnTo>
                    <a:pt x="4809196" y="1919336"/>
                  </a:lnTo>
                  <a:lnTo>
                    <a:pt x="4909805" y="1912732"/>
                  </a:lnTo>
                  <a:lnTo>
                    <a:pt x="5002933" y="1907347"/>
                  </a:lnTo>
                  <a:lnTo>
                    <a:pt x="5084337" y="1903166"/>
                  </a:lnTo>
                  <a:lnTo>
                    <a:pt x="5150558" y="1900124"/>
                  </a:lnTo>
                  <a:lnTo>
                    <a:pt x="5199632" y="1898097"/>
                  </a:lnTo>
                  <a:lnTo>
                    <a:pt x="5231571" y="1896906"/>
                  </a:lnTo>
                  <a:lnTo>
                    <a:pt x="5248481" y="1896333"/>
                  </a:lnTo>
                  <a:lnTo>
                    <a:pt x="5254388" y="1896151"/>
                  </a:lnTo>
                  <a:lnTo>
                    <a:pt x="5254955" y="1896135"/>
                  </a:lnTo>
                  <a:lnTo>
                    <a:pt x="6726343" y="1896135"/>
                  </a:lnTo>
                  <a:lnTo>
                    <a:pt x="6727538" y="1896089"/>
                  </a:lnTo>
                  <a:lnTo>
                    <a:pt x="6735386" y="1895764"/>
                  </a:lnTo>
                  <a:lnTo>
                    <a:pt x="6755142" y="1894863"/>
                  </a:lnTo>
                  <a:lnTo>
                    <a:pt x="6790389" y="1893090"/>
                  </a:lnTo>
                  <a:lnTo>
                    <a:pt x="6842776" y="1890173"/>
                  </a:lnTo>
                  <a:lnTo>
                    <a:pt x="6911895" y="1885890"/>
                  </a:lnTo>
                  <a:lnTo>
                    <a:pt x="6995469" y="1880095"/>
                  </a:lnTo>
                  <a:lnTo>
                    <a:pt x="7089882" y="1872718"/>
                  </a:lnTo>
                  <a:lnTo>
                    <a:pt x="7190888" y="1863751"/>
                  </a:lnTo>
                  <a:lnTo>
                    <a:pt x="7294314" y="1853223"/>
                  </a:lnTo>
                  <a:lnTo>
                    <a:pt x="7396581" y="1841168"/>
                  </a:lnTo>
                  <a:lnTo>
                    <a:pt x="7494983" y="1827597"/>
                  </a:lnTo>
                  <a:lnTo>
                    <a:pt x="7587734" y="1812482"/>
                  </a:lnTo>
                  <a:lnTo>
                    <a:pt x="7673879" y="1795739"/>
                  </a:lnTo>
                  <a:lnTo>
                    <a:pt x="7753124" y="1777228"/>
                  </a:lnTo>
                  <a:lnTo>
                    <a:pt x="7825655" y="1756751"/>
                  </a:lnTo>
                  <a:lnTo>
                    <a:pt x="7891974" y="1734056"/>
                  </a:lnTo>
                  <a:lnTo>
                    <a:pt x="7952781" y="1708848"/>
                  </a:lnTo>
                  <a:lnTo>
                    <a:pt x="8008870" y="1680804"/>
                  </a:lnTo>
                  <a:lnTo>
                    <a:pt x="8061065" y="1649603"/>
                  </a:lnTo>
                  <a:lnTo>
                    <a:pt x="8110164" y="1614977"/>
                  </a:lnTo>
                  <a:lnTo>
                    <a:pt x="8151487" y="1581475"/>
                  </a:lnTo>
                  <a:lnTo>
                    <a:pt x="8195083" y="1541653"/>
                  </a:lnTo>
                  <a:lnTo>
                    <a:pt x="8237460" y="1498441"/>
                  </a:lnTo>
                  <a:lnTo>
                    <a:pt x="8279002" y="1451773"/>
                  </a:lnTo>
                  <a:lnTo>
                    <a:pt x="8320008" y="1401662"/>
                  </a:lnTo>
                  <a:lnTo>
                    <a:pt x="8360704" y="1348207"/>
                  </a:lnTo>
                  <a:lnTo>
                    <a:pt x="8401258" y="1291600"/>
                  </a:lnTo>
                  <a:lnTo>
                    <a:pt x="8441780" y="1232131"/>
                  </a:lnTo>
                  <a:lnTo>
                    <a:pt x="8482341" y="1170183"/>
                  </a:lnTo>
                  <a:lnTo>
                    <a:pt x="8522969" y="1106228"/>
                  </a:lnTo>
                  <a:lnTo>
                    <a:pt x="8563665" y="1040814"/>
                  </a:lnTo>
                  <a:lnTo>
                    <a:pt x="8604407" y="974543"/>
                  </a:lnTo>
                  <a:lnTo>
                    <a:pt x="8645162" y="908055"/>
                  </a:lnTo>
                  <a:lnTo>
                    <a:pt x="8685892" y="841995"/>
                  </a:lnTo>
                  <a:lnTo>
                    <a:pt x="8726568" y="776994"/>
                  </a:lnTo>
                  <a:lnTo>
                    <a:pt x="8767172" y="713638"/>
                  </a:lnTo>
                  <a:lnTo>
                    <a:pt x="8807715" y="652452"/>
                  </a:lnTo>
                  <a:lnTo>
                    <a:pt x="8848238" y="593880"/>
                  </a:lnTo>
                  <a:lnTo>
                    <a:pt x="8888824" y="538277"/>
                  </a:lnTo>
                  <a:lnTo>
                    <a:pt x="8929600" y="485898"/>
                  </a:lnTo>
                  <a:lnTo>
                    <a:pt x="8970753" y="436905"/>
                  </a:lnTo>
                  <a:lnTo>
                    <a:pt x="9012531" y="391369"/>
                  </a:lnTo>
                  <a:lnTo>
                    <a:pt x="9055259" y="349275"/>
                  </a:lnTo>
                  <a:lnTo>
                    <a:pt x="9084767" y="322833"/>
                  </a:lnTo>
                  <a:lnTo>
                    <a:pt x="9131740" y="285066"/>
                  </a:lnTo>
                  <a:lnTo>
                    <a:pt x="9181165" y="250854"/>
                  </a:lnTo>
                  <a:lnTo>
                    <a:pt x="9233776" y="220040"/>
                  </a:lnTo>
                  <a:lnTo>
                    <a:pt x="9290378" y="192347"/>
                  </a:lnTo>
                  <a:lnTo>
                    <a:pt x="9351794" y="167452"/>
                  </a:lnTo>
                  <a:lnTo>
                    <a:pt x="9418812" y="145033"/>
                  </a:lnTo>
                  <a:lnTo>
                    <a:pt x="9492112" y="124800"/>
                  </a:lnTo>
                  <a:lnTo>
                    <a:pt x="9572169" y="106507"/>
                  </a:lnTo>
                  <a:lnTo>
                    <a:pt x="9659119" y="89962"/>
                  </a:lnTo>
                  <a:lnTo>
                    <a:pt x="9752601" y="75032"/>
                  </a:lnTo>
                  <a:lnTo>
                    <a:pt x="9851568" y="61641"/>
                  </a:lnTo>
                  <a:lnTo>
                    <a:pt x="9954131" y="49764"/>
                  </a:lnTo>
                  <a:lnTo>
                    <a:pt x="10057473" y="39418"/>
                  </a:lnTo>
                  <a:lnTo>
                    <a:pt x="10157926" y="30638"/>
                  </a:lnTo>
                  <a:lnTo>
                    <a:pt x="10251276" y="23448"/>
                  </a:lnTo>
                  <a:lnTo>
                    <a:pt x="10333315" y="17836"/>
                  </a:lnTo>
                  <a:lnTo>
                    <a:pt x="10400547" y="13724"/>
                  </a:lnTo>
                  <a:lnTo>
                    <a:pt x="10450897" y="10954"/>
                  </a:lnTo>
                  <a:lnTo>
                    <a:pt x="10484192" y="9299"/>
                  </a:lnTo>
                  <a:lnTo>
                    <a:pt x="10502323" y="8482"/>
                  </a:lnTo>
                  <a:lnTo>
                    <a:pt x="10509085" y="8204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8715" y="45"/>
                  </a:lnTo>
                  <a:lnTo>
                    <a:pt x="10500867" y="371"/>
                  </a:lnTo>
                  <a:lnTo>
                    <a:pt x="10481111" y="1272"/>
                  </a:lnTo>
                  <a:lnTo>
                    <a:pt x="10445865" y="3044"/>
                  </a:lnTo>
                  <a:lnTo>
                    <a:pt x="10393477" y="5962"/>
                  </a:lnTo>
                  <a:lnTo>
                    <a:pt x="10324358" y="10245"/>
                  </a:lnTo>
                  <a:lnTo>
                    <a:pt x="10240784" y="16040"/>
                  </a:lnTo>
                  <a:lnTo>
                    <a:pt x="10146371" y="23417"/>
                  </a:lnTo>
                  <a:lnTo>
                    <a:pt x="10045365" y="32384"/>
                  </a:lnTo>
                  <a:lnTo>
                    <a:pt x="9941939" y="42912"/>
                  </a:lnTo>
                  <a:lnTo>
                    <a:pt x="9839672" y="54967"/>
                  </a:lnTo>
                  <a:lnTo>
                    <a:pt x="9741271" y="68538"/>
                  </a:lnTo>
                  <a:lnTo>
                    <a:pt x="9648519" y="83653"/>
                  </a:lnTo>
                  <a:lnTo>
                    <a:pt x="9562374" y="100396"/>
                  </a:lnTo>
                  <a:lnTo>
                    <a:pt x="9483129" y="118906"/>
                  </a:lnTo>
                  <a:lnTo>
                    <a:pt x="9410599" y="139383"/>
                  </a:lnTo>
                  <a:lnTo>
                    <a:pt x="9344279" y="162078"/>
                  </a:lnTo>
                  <a:lnTo>
                    <a:pt x="9283472" y="187286"/>
                  </a:lnTo>
                  <a:lnTo>
                    <a:pt x="9227383" y="215331"/>
                  </a:lnTo>
                  <a:lnTo>
                    <a:pt x="9175189" y="246532"/>
                  </a:lnTo>
                  <a:lnTo>
                    <a:pt x="9126089" y="281158"/>
                  </a:lnTo>
                  <a:lnTo>
                    <a:pt x="9084767" y="314660"/>
                  </a:lnTo>
                  <a:lnTo>
                    <a:pt x="9041170" y="354481"/>
                  </a:lnTo>
                  <a:lnTo>
                    <a:pt x="8998793" y="397694"/>
                  </a:lnTo>
                  <a:lnTo>
                    <a:pt x="8957251" y="444362"/>
                  </a:lnTo>
                  <a:lnTo>
                    <a:pt x="8916246" y="494473"/>
                  </a:lnTo>
                  <a:lnTo>
                    <a:pt x="8875549" y="547928"/>
                  </a:lnTo>
                  <a:lnTo>
                    <a:pt x="8834996" y="604534"/>
                  </a:lnTo>
                  <a:lnTo>
                    <a:pt x="8794473" y="664004"/>
                  </a:lnTo>
                  <a:lnTo>
                    <a:pt x="8753912" y="725952"/>
                  </a:lnTo>
                  <a:lnTo>
                    <a:pt x="8713284" y="789906"/>
                  </a:lnTo>
                  <a:lnTo>
                    <a:pt x="8672589" y="855321"/>
                  </a:lnTo>
                  <a:lnTo>
                    <a:pt x="8631846" y="921591"/>
                  </a:lnTo>
                  <a:lnTo>
                    <a:pt x="8591091" y="988080"/>
                  </a:lnTo>
                  <a:lnTo>
                    <a:pt x="8550361" y="1054139"/>
                  </a:lnTo>
                  <a:lnTo>
                    <a:pt x="8509686" y="1119141"/>
                  </a:lnTo>
                  <a:lnTo>
                    <a:pt x="8469081" y="1182497"/>
                  </a:lnTo>
                  <a:lnTo>
                    <a:pt x="8428538" y="1243683"/>
                  </a:lnTo>
                  <a:lnTo>
                    <a:pt x="8388015" y="1302254"/>
                  </a:lnTo>
                  <a:lnTo>
                    <a:pt x="8347429" y="1357858"/>
                  </a:lnTo>
                  <a:lnTo>
                    <a:pt x="8306653" y="1410237"/>
                  </a:lnTo>
                  <a:lnTo>
                    <a:pt x="8265500" y="1459229"/>
                  </a:lnTo>
                  <a:lnTo>
                    <a:pt x="8223722" y="1504766"/>
                  </a:lnTo>
                  <a:lnTo>
                    <a:pt x="8180994" y="1546860"/>
                  </a:lnTo>
                  <a:lnTo>
                    <a:pt x="8151487" y="1573302"/>
                  </a:lnTo>
                  <a:lnTo>
                    <a:pt x="8104513" y="1611069"/>
                  </a:lnTo>
                  <a:lnTo>
                    <a:pt x="8055089" y="1645281"/>
                  </a:lnTo>
                  <a:lnTo>
                    <a:pt x="8002478" y="1676094"/>
                  </a:lnTo>
                  <a:lnTo>
                    <a:pt x="7945876" y="1703787"/>
                  </a:lnTo>
                  <a:lnTo>
                    <a:pt x="7884459" y="1728683"/>
                  </a:lnTo>
                  <a:lnTo>
                    <a:pt x="7817441" y="1751102"/>
                  </a:lnTo>
                  <a:lnTo>
                    <a:pt x="7744141" y="1771335"/>
                  </a:lnTo>
                  <a:lnTo>
                    <a:pt x="7664084" y="1789628"/>
                  </a:lnTo>
                  <a:lnTo>
                    <a:pt x="7577134" y="1806173"/>
                  </a:lnTo>
                  <a:lnTo>
                    <a:pt x="7483652" y="1821103"/>
                  </a:lnTo>
                  <a:lnTo>
                    <a:pt x="7384685" y="1834494"/>
                  </a:lnTo>
                  <a:lnTo>
                    <a:pt x="7282122" y="1846371"/>
                  </a:lnTo>
                  <a:lnTo>
                    <a:pt x="7178781" y="1856716"/>
                  </a:lnTo>
                  <a:lnTo>
                    <a:pt x="7078328" y="1865497"/>
                  </a:lnTo>
                  <a:lnTo>
                    <a:pt x="6984977" y="1872686"/>
                  </a:lnTo>
                  <a:lnTo>
                    <a:pt x="6902938" y="1878298"/>
                  </a:lnTo>
                  <a:lnTo>
                    <a:pt x="6835706" y="1882411"/>
                  </a:lnTo>
                  <a:lnTo>
                    <a:pt x="6785357" y="1885181"/>
                  </a:lnTo>
                  <a:lnTo>
                    <a:pt x="6752061" y="1886836"/>
                  </a:lnTo>
                  <a:lnTo>
                    <a:pt x="6733930" y="1887653"/>
                  </a:lnTo>
                  <a:lnTo>
                    <a:pt x="6727168" y="1887931"/>
                  </a:lnTo>
                  <a:lnTo>
                    <a:pt x="6726343" y="1887962"/>
                  </a:lnTo>
                  <a:lnTo>
                    <a:pt x="5254955" y="1887962"/>
                  </a:lnTo>
                  <a:lnTo>
                    <a:pt x="5253742" y="1887997"/>
                  </a:lnTo>
                  <a:lnTo>
                    <a:pt x="5245780" y="1888248"/>
                  </a:lnTo>
                  <a:lnTo>
                    <a:pt x="5225747" y="1888941"/>
                  </a:lnTo>
                  <a:lnTo>
                    <a:pt x="5190029" y="1890304"/>
                  </a:lnTo>
                  <a:lnTo>
                    <a:pt x="5136987" y="1892547"/>
                  </a:lnTo>
                  <a:lnTo>
                    <a:pt x="5067084" y="1895839"/>
                  </a:lnTo>
                  <a:lnTo>
                    <a:pt x="4982675" y="1900289"/>
                  </a:lnTo>
                  <a:lnTo>
                    <a:pt x="4887462" y="1905952"/>
                  </a:lnTo>
                  <a:lnTo>
                    <a:pt x="4785765" y="1912830"/>
                  </a:lnTo>
                  <a:lnTo>
                    <a:pt x="4681803" y="1920902"/>
                  </a:lnTo>
                  <a:lnTo>
                    <a:pt x="4579168" y="1930141"/>
                  </a:lnTo>
                  <a:lnTo>
                    <a:pt x="4480562" y="1940540"/>
                  </a:lnTo>
                  <a:lnTo>
                    <a:pt x="4387742" y="1952124"/>
                  </a:lnTo>
                  <a:lnTo>
                    <a:pt x="4301631" y="1964959"/>
                  </a:lnTo>
                  <a:lnTo>
                    <a:pt x="4222490" y="1979156"/>
                  </a:lnTo>
                  <a:lnTo>
                    <a:pt x="4150102" y="1994870"/>
                  </a:lnTo>
                  <a:lnTo>
                    <a:pt x="4083936" y="2012299"/>
                  </a:lnTo>
                  <a:lnTo>
                    <a:pt x="4023273" y="2031672"/>
                  </a:lnTo>
                  <a:lnTo>
                    <a:pt x="3967301" y="2053237"/>
                  </a:lnTo>
                  <a:lnTo>
                    <a:pt x="3915183" y="2077240"/>
                  </a:lnTo>
                  <a:lnTo>
                    <a:pt x="3866114" y="2103879"/>
                  </a:lnTo>
                  <a:lnTo>
                    <a:pt x="3829811" y="2126341"/>
                  </a:lnTo>
                  <a:lnTo>
                    <a:pt x="3782627" y="2159149"/>
                  </a:lnTo>
                  <a:lnTo>
                    <a:pt x="3736836" y="2194980"/>
                  </a:lnTo>
                  <a:lnTo>
                    <a:pt x="3691961" y="2233888"/>
                  </a:lnTo>
                  <a:lnTo>
                    <a:pt x="3647642" y="2275843"/>
                  </a:lnTo>
                  <a:lnTo>
                    <a:pt x="3603615" y="2320724"/>
                  </a:lnTo>
                  <a:lnTo>
                    <a:pt x="3559694" y="2368310"/>
                  </a:lnTo>
                  <a:lnTo>
                    <a:pt x="3515764" y="2418281"/>
                  </a:lnTo>
                  <a:lnTo>
                    <a:pt x="3471765" y="2470220"/>
                  </a:lnTo>
                  <a:lnTo>
                    <a:pt x="3427683" y="2523623"/>
                  </a:lnTo>
                  <a:lnTo>
                    <a:pt x="3383539" y="2577923"/>
                  </a:lnTo>
                  <a:lnTo>
                    <a:pt x="3339373" y="2632511"/>
                  </a:lnTo>
                  <a:lnTo>
                    <a:pt x="3295233" y="2686764"/>
                  </a:lnTo>
                  <a:lnTo>
                    <a:pt x="3251157" y="2740073"/>
                  </a:lnTo>
                  <a:lnTo>
                    <a:pt x="3207164" y="2791875"/>
                  </a:lnTo>
                  <a:lnTo>
                    <a:pt x="3163237" y="2841675"/>
                  </a:lnTo>
                  <a:lnTo>
                    <a:pt x="3119314" y="2889061"/>
                  </a:lnTo>
                  <a:lnTo>
                    <a:pt x="3075271" y="2933722"/>
                  </a:lnTo>
                  <a:lnTo>
                    <a:pt x="3030920" y="2975443"/>
                  </a:lnTo>
                  <a:lnTo>
                    <a:pt x="2985988" y="3014112"/>
                  </a:lnTo>
                  <a:lnTo>
                    <a:pt x="2940107" y="3049705"/>
                  </a:lnTo>
                  <a:lnTo>
                    <a:pt x="2896531" y="3079858"/>
                  </a:lnTo>
                  <a:lnTo>
                    <a:pt x="2849317" y="3108606"/>
                  </a:lnTo>
                  <a:lnTo>
                    <a:pt x="2799623" y="3134634"/>
                  </a:lnTo>
                  <a:lnTo>
                    <a:pt x="2746702" y="3158063"/>
                  </a:lnTo>
                  <a:lnTo>
                    <a:pt x="2689738" y="3179109"/>
                  </a:lnTo>
                  <a:lnTo>
                    <a:pt x="2627895" y="3198018"/>
                  </a:lnTo>
                  <a:lnTo>
                    <a:pt x="2560375" y="3215039"/>
                  </a:lnTo>
                  <a:lnTo>
                    <a:pt x="2486492" y="3230393"/>
                  </a:lnTo>
                  <a:lnTo>
                    <a:pt x="2405773" y="3244269"/>
                  </a:lnTo>
                  <a:lnTo>
                    <a:pt x="2318096" y="3256811"/>
                  </a:lnTo>
                  <a:lnTo>
                    <a:pt x="2223854" y="3268122"/>
                  </a:lnTo>
                  <a:lnTo>
                    <a:pt x="2124145" y="3278257"/>
                  </a:lnTo>
                  <a:lnTo>
                    <a:pt x="2020939" y="3287233"/>
                  </a:lnTo>
                  <a:lnTo>
                    <a:pt x="1917146" y="3295036"/>
                  </a:lnTo>
                  <a:lnTo>
                    <a:pt x="1816538" y="3301640"/>
                  </a:lnTo>
                  <a:lnTo>
                    <a:pt x="1723409" y="3307025"/>
                  </a:lnTo>
                  <a:lnTo>
                    <a:pt x="1642005" y="3311206"/>
                  </a:lnTo>
                  <a:lnTo>
                    <a:pt x="1575785" y="3314248"/>
                  </a:lnTo>
                  <a:lnTo>
                    <a:pt x="1526710" y="3316275"/>
                  </a:lnTo>
                  <a:lnTo>
                    <a:pt x="1494771" y="3317466"/>
                  </a:lnTo>
                  <a:lnTo>
                    <a:pt x="1477861" y="3318038"/>
                  </a:lnTo>
                  <a:lnTo>
                    <a:pt x="1471954" y="3318221"/>
                  </a:lnTo>
                  <a:lnTo>
                    <a:pt x="1471387" y="3318237"/>
                  </a:lnTo>
                  <a:lnTo>
                    <a:pt x="0" y="3318237"/>
                  </a:lnTo>
                  <a:close/>
                </a:path>
              </a:pathLst>
            </a:custGeom>
            <a:solidFill>
              <a:srgbClr val="8BC34A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596" name="pl1596"/>
            <p:cNvSpPr/>
            <p:nvPr/>
          </p:nvSpPr>
          <p:spPr>
            <a:xfrm>
              <a:off x="4799595" y="6181201"/>
              <a:ext cx="11981298" cy="3318237"/>
            </a:xfrm>
            <a:custGeom>
              <a:avLst/>
              <a:pathLst>
                <a:path w="11981298" h="3318237">
                  <a:moveTo>
                    <a:pt x="0" y="3318237"/>
                  </a:moveTo>
                  <a:lnTo>
                    <a:pt x="1471387" y="3318237"/>
                  </a:lnTo>
                  <a:lnTo>
                    <a:pt x="1472600" y="3318202"/>
                  </a:lnTo>
                  <a:lnTo>
                    <a:pt x="1480562" y="3317951"/>
                  </a:lnTo>
                  <a:lnTo>
                    <a:pt x="1500595" y="3317258"/>
                  </a:lnTo>
                  <a:lnTo>
                    <a:pt x="1536313" y="3315895"/>
                  </a:lnTo>
                  <a:lnTo>
                    <a:pt x="1589355" y="3313652"/>
                  </a:lnTo>
                  <a:lnTo>
                    <a:pt x="1659258" y="3310360"/>
                  </a:lnTo>
                  <a:lnTo>
                    <a:pt x="1743667" y="3305909"/>
                  </a:lnTo>
                  <a:lnTo>
                    <a:pt x="1838880" y="3300247"/>
                  </a:lnTo>
                  <a:lnTo>
                    <a:pt x="1940577" y="3293369"/>
                  </a:lnTo>
                  <a:lnTo>
                    <a:pt x="2044540" y="3285297"/>
                  </a:lnTo>
                  <a:lnTo>
                    <a:pt x="2147174" y="3276058"/>
                  </a:lnTo>
                  <a:lnTo>
                    <a:pt x="2245780" y="3265659"/>
                  </a:lnTo>
                  <a:lnTo>
                    <a:pt x="2338600" y="3254075"/>
                  </a:lnTo>
                  <a:lnTo>
                    <a:pt x="2424711" y="3241240"/>
                  </a:lnTo>
                  <a:lnTo>
                    <a:pt x="2503852" y="3227043"/>
                  </a:lnTo>
                  <a:lnTo>
                    <a:pt x="2576240" y="3211328"/>
                  </a:lnTo>
                  <a:lnTo>
                    <a:pt x="2642406" y="3193900"/>
                  </a:lnTo>
                  <a:lnTo>
                    <a:pt x="2703069" y="3174527"/>
                  </a:lnTo>
                  <a:lnTo>
                    <a:pt x="2759041" y="3152962"/>
                  </a:lnTo>
                  <a:lnTo>
                    <a:pt x="2811159" y="3128959"/>
                  </a:lnTo>
                  <a:lnTo>
                    <a:pt x="2860228" y="3102319"/>
                  </a:lnTo>
                  <a:lnTo>
                    <a:pt x="2896531" y="3079858"/>
                  </a:lnTo>
                  <a:lnTo>
                    <a:pt x="2943715" y="3047050"/>
                  </a:lnTo>
                  <a:lnTo>
                    <a:pt x="2989507" y="3011219"/>
                  </a:lnTo>
                  <a:lnTo>
                    <a:pt x="3034382" y="2972311"/>
                  </a:lnTo>
                  <a:lnTo>
                    <a:pt x="3078700" y="2930356"/>
                  </a:lnTo>
                  <a:lnTo>
                    <a:pt x="3122727" y="2885475"/>
                  </a:lnTo>
                  <a:lnTo>
                    <a:pt x="3166648" y="2837889"/>
                  </a:lnTo>
                  <a:lnTo>
                    <a:pt x="3210578" y="2787918"/>
                  </a:lnTo>
                  <a:lnTo>
                    <a:pt x="3254577" y="2735979"/>
                  </a:lnTo>
                  <a:lnTo>
                    <a:pt x="3298659" y="2682576"/>
                  </a:lnTo>
                  <a:lnTo>
                    <a:pt x="3342803" y="2628276"/>
                  </a:lnTo>
                  <a:lnTo>
                    <a:pt x="3386969" y="2573688"/>
                  </a:lnTo>
                  <a:lnTo>
                    <a:pt x="3431109" y="2519435"/>
                  </a:lnTo>
                  <a:lnTo>
                    <a:pt x="3475185" y="2466126"/>
                  </a:lnTo>
                  <a:lnTo>
                    <a:pt x="3519178" y="2414324"/>
                  </a:lnTo>
                  <a:lnTo>
                    <a:pt x="3563105" y="2364524"/>
                  </a:lnTo>
                  <a:lnTo>
                    <a:pt x="3607029" y="2317137"/>
                  </a:lnTo>
                  <a:lnTo>
                    <a:pt x="3651071" y="2272477"/>
                  </a:lnTo>
                  <a:lnTo>
                    <a:pt x="3695422" y="2230756"/>
                  </a:lnTo>
                  <a:lnTo>
                    <a:pt x="3740354" y="2192087"/>
                  </a:lnTo>
                  <a:lnTo>
                    <a:pt x="3786235" y="2156494"/>
                  </a:lnTo>
                  <a:lnTo>
                    <a:pt x="3829811" y="2126341"/>
                  </a:lnTo>
                  <a:lnTo>
                    <a:pt x="3877025" y="2097593"/>
                  </a:lnTo>
                  <a:lnTo>
                    <a:pt x="3926719" y="2071565"/>
                  </a:lnTo>
                  <a:lnTo>
                    <a:pt x="3979640" y="2048136"/>
                  </a:lnTo>
                  <a:lnTo>
                    <a:pt x="4036604" y="2027090"/>
                  </a:lnTo>
                  <a:lnTo>
                    <a:pt x="4098447" y="2008181"/>
                  </a:lnTo>
                  <a:lnTo>
                    <a:pt x="4165967" y="1991160"/>
                  </a:lnTo>
                  <a:lnTo>
                    <a:pt x="4239850" y="1975806"/>
                  </a:lnTo>
                  <a:lnTo>
                    <a:pt x="4320569" y="1961930"/>
                  </a:lnTo>
                  <a:lnTo>
                    <a:pt x="4408246" y="1949388"/>
                  </a:lnTo>
                  <a:lnTo>
                    <a:pt x="4502489" y="1938077"/>
                  </a:lnTo>
                  <a:lnTo>
                    <a:pt x="4602197" y="1927942"/>
                  </a:lnTo>
                  <a:lnTo>
                    <a:pt x="4705404" y="1918966"/>
                  </a:lnTo>
                  <a:lnTo>
                    <a:pt x="4809196" y="1911163"/>
                  </a:lnTo>
                  <a:lnTo>
                    <a:pt x="4909805" y="1904559"/>
                  </a:lnTo>
                  <a:lnTo>
                    <a:pt x="5002933" y="1899174"/>
                  </a:lnTo>
                  <a:lnTo>
                    <a:pt x="5084337" y="1894993"/>
                  </a:lnTo>
                  <a:lnTo>
                    <a:pt x="5150558" y="1891951"/>
                  </a:lnTo>
                  <a:lnTo>
                    <a:pt x="5199632" y="1889924"/>
                  </a:lnTo>
                  <a:lnTo>
                    <a:pt x="5231571" y="1888733"/>
                  </a:lnTo>
                  <a:lnTo>
                    <a:pt x="5248481" y="1888160"/>
                  </a:lnTo>
                  <a:lnTo>
                    <a:pt x="5254388" y="1887978"/>
                  </a:lnTo>
                  <a:lnTo>
                    <a:pt x="5254955" y="1887962"/>
                  </a:lnTo>
                  <a:lnTo>
                    <a:pt x="6726343" y="1887962"/>
                  </a:lnTo>
                  <a:lnTo>
                    <a:pt x="6727538" y="1887916"/>
                  </a:lnTo>
                  <a:lnTo>
                    <a:pt x="6735386" y="1887591"/>
                  </a:lnTo>
                  <a:lnTo>
                    <a:pt x="6755142" y="1886690"/>
                  </a:lnTo>
                  <a:lnTo>
                    <a:pt x="6790389" y="1884917"/>
                  </a:lnTo>
                  <a:lnTo>
                    <a:pt x="6842776" y="1882000"/>
                  </a:lnTo>
                  <a:lnTo>
                    <a:pt x="6911895" y="1877717"/>
                  </a:lnTo>
                  <a:lnTo>
                    <a:pt x="6995469" y="1871922"/>
                  </a:lnTo>
                  <a:lnTo>
                    <a:pt x="7089882" y="1864545"/>
                  </a:lnTo>
                  <a:lnTo>
                    <a:pt x="7190888" y="1855578"/>
                  </a:lnTo>
                  <a:lnTo>
                    <a:pt x="7294314" y="1845050"/>
                  </a:lnTo>
                  <a:lnTo>
                    <a:pt x="7396581" y="1832995"/>
                  </a:lnTo>
                  <a:lnTo>
                    <a:pt x="7494983" y="1819424"/>
                  </a:lnTo>
                  <a:lnTo>
                    <a:pt x="7587734" y="1804309"/>
                  </a:lnTo>
                  <a:lnTo>
                    <a:pt x="7673879" y="1787566"/>
                  </a:lnTo>
                  <a:lnTo>
                    <a:pt x="7753124" y="1769055"/>
                  </a:lnTo>
                  <a:lnTo>
                    <a:pt x="7825655" y="1748578"/>
                  </a:lnTo>
                  <a:lnTo>
                    <a:pt x="7891974" y="1725883"/>
                  </a:lnTo>
                  <a:lnTo>
                    <a:pt x="7952781" y="1700675"/>
                  </a:lnTo>
                  <a:lnTo>
                    <a:pt x="8008870" y="1672631"/>
                  </a:lnTo>
                  <a:lnTo>
                    <a:pt x="8061065" y="1641430"/>
                  </a:lnTo>
                  <a:lnTo>
                    <a:pt x="8110164" y="1606804"/>
                  </a:lnTo>
                  <a:lnTo>
                    <a:pt x="8151487" y="1573302"/>
                  </a:lnTo>
                  <a:lnTo>
                    <a:pt x="8195083" y="1533480"/>
                  </a:lnTo>
                  <a:lnTo>
                    <a:pt x="8237460" y="1490268"/>
                  </a:lnTo>
                  <a:lnTo>
                    <a:pt x="8279002" y="1443600"/>
                  </a:lnTo>
                  <a:lnTo>
                    <a:pt x="8320008" y="1393489"/>
                  </a:lnTo>
                  <a:lnTo>
                    <a:pt x="8360704" y="1340034"/>
                  </a:lnTo>
                  <a:lnTo>
                    <a:pt x="8401258" y="1283427"/>
                  </a:lnTo>
                  <a:lnTo>
                    <a:pt x="8441780" y="1223958"/>
                  </a:lnTo>
                  <a:lnTo>
                    <a:pt x="8482341" y="1162010"/>
                  </a:lnTo>
                  <a:lnTo>
                    <a:pt x="8522969" y="1098055"/>
                  </a:lnTo>
                  <a:lnTo>
                    <a:pt x="8563665" y="1032641"/>
                  </a:lnTo>
                  <a:lnTo>
                    <a:pt x="8604407" y="966370"/>
                  </a:lnTo>
                  <a:lnTo>
                    <a:pt x="8645162" y="899882"/>
                  </a:lnTo>
                  <a:lnTo>
                    <a:pt x="8685892" y="833822"/>
                  </a:lnTo>
                  <a:lnTo>
                    <a:pt x="8726568" y="768821"/>
                  </a:lnTo>
                  <a:lnTo>
                    <a:pt x="8767172" y="705465"/>
                  </a:lnTo>
                  <a:lnTo>
                    <a:pt x="8807715" y="644279"/>
                  </a:lnTo>
                  <a:lnTo>
                    <a:pt x="8848238" y="585707"/>
                  </a:lnTo>
                  <a:lnTo>
                    <a:pt x="8888824" y="530104"/>
                  </a:lnTo>
                  <a:lnTo>
                    <a:pt x="8929600" y="477725"/>
                  </a:lnTo>
                  <a:lnTo>
                    <a:pt x="8970753" y="428732"/>
                  </a:lnTo>
                  <a:lnTo>
                    <a:pt x="9012531" y="383196"/>
                  </a:lnTo>
                  <a:lnTo>
                    <a:pt x="9055259" y="341102"/>
                  </a:lnTo>
                  <a:lnTo>
                    <a:pt x="9084767" y="314660"/>
                  </a:lnTo>
                  <a:lnTo>
                    <a:pt x="9131740" y="276893"/>
                  </a:lnTo>
                  <a:lnTo>
                    <a:pt x="9181165" y="242681"/>
                  </a:lnTo>
                  <a:lnTo>
                    <a:pt x="9233776" y="211867"/>
                  </a:lnTo>
                  <a:lnTo>
                    <a:pt x="9290378" y="184174"/>
                  </a:lnTo>
                  <a:lnTo>
                    <a:pt x="9351794" y="159279"/>
                  </a:lnTo>
                  <a:lnTo>
                    <a:pt x="9418812" y="136860"/>
                  </a:lnTo>
                  <a:lnTo>
                    <a:pt x="9492112" y="116627"/>
                  </a:lnTo>
                  <a:lnTo>
                    <a:pt x="9572169" y="98334"/>
                  </a:lnTo>
                  <a:lnTo>
                    <a:pt x="9659119" y="81789"/>
                  </a:lnTo>
                  <a:lnTo>
                    <a:pt x="9752601" y="66859"/>
                  </a:lnTo>
                  <a:lnTo>
                    <a:pt x="9851568" y="53468"/>
                  </a:lnTo>
                  <a:lnTo>
                    <a:pt x="9954131" y="41591"/>
                  </a:lnTo>
                  <a:lnTo>
                    <a:pt x="10057473" y="31245"/>
                  </a:lnTo>
                  <a:lnTo>
                    <a:pt x="10157926" y="22465"/>
                  </a:lnTo>
                  <a:lnTo>
                    <a:pt x="10251276" y="15275"/>
                  </a:lnTo>
                  <a:lnTo>
                    <a:pt x="10333315" y="9663"/>
                  </a:lnTo>
                  <a:lnTo>
                    <a:pt x="10400547" y="5551"/>
                  </a:lnTo>
                  <a:lnTo>
                    <a:pt x="10450897" y="2781"/>
                  </a:lnTo>
                  <a:lnTo>
                    <a:pt x="10484192" y="1126"/>
                  </a:lnTo>
                  <a:lnTo>
                    <a:pt x="10502323" y="309"/>
                  </a:lnTo>
                  <a:lnTo>
                    <a:pt x="10509085" y="31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97" name="pl1597"/>
            <p:cNvSpPr/>
            <p:nvPr/>
          </p:nvSpPr>
          <p:spPr>
            <a:xfrm>
              <a:off x="4799595" y="6173028"/>
              <a:ext cx="11981298" cy="3318237"/>
            </a:xfrm>
            <a:custGeom>
              <a:avLst/>
              <a:pathLst>
                <a:path w="11981298" h="3318237">
                  <a:moveTo>
                    <a:pt x="11981298" y="0"/>
                  </a:moveTo>
                  <a:lnTo>
                    <a:pt x="10509911" y="0"/>
                  </a:lnTo>
                  <a:lnTo>
                    <a:pt x="10508715" y="45"/>
                  </a:lnTo>
                  <a:lnTo>
                    <a:pt x="10500867" y="371"/>
                  </a:lnTo>
                  <a:lnTo>
                    <a:pt x="10481111" y="1272"/>
                  </a:lnTo>
                  <a:lnTo>
                    <a:pt x="10445865" y="3044"/>
                  </a:lnTo>
                  <a:lnTo>
                    <a:pt x="10393477" y="5962"/>
                  </a:lnTo>
                  <a:lnTo>
                    <a:pt x="10324358" y="10245"/>
                  </a:lnTo>
                  <a:lnTo>
                    <a:pt x="10240784" y="16040"/>
                  </a:lnTo>
                  <a:lnTo>
                    <a:pt x="10146371" y="23417"/>
                  </a:lnTo>
                  <a:lnTo>
                    <a:pt x="10045365" y="32384"/>
                  </a:lnTo>
                  <a:lnTo>
                    <a:pt x="9941939" y="42912"/>
                  </a:lnTo>
                  <a:lnTo>
                    <a:pt x="9839672" y="54967"/>
                  </a:lnTo>
                  <a:lnTo>
                    <a:pt x="9741271" y="68538"/>
                  </a:lnTo>
                  <a:lnTo>
                    <a:pt x="9648519" y="83653"/>
                  </a:lnTo>
                  <a:lnTo>
                    <a:pt x="9562374" y="100396"/>
                  </a:lnTo>
                  <a:lnTo>
                    <a:pt x="9483129" y="118906"/>
                  </a:lnTo>
                  <a:lnTo>
                    <a:pt x="9410599" y="139383"/>
                  </a:lnTo>
                  <a:lnTo>
                    <a:pt x="9344279" y="162078"/>
                  </a:lnTo>
                  <a:lnTo>
                    <a:pt x="9283472" y="187286"/>
                  </a:lnTo>
                  <a:lnTo>
                    <a:pt x="9227383" y="215331"/>
                  </a:lnTo>
                  <a:lnTo>
                    <a:pt x="9175189" y="246532"/>
                  </a:lnTo>
                  <a:lnTo>
                    <a:pt x="9126089" y="281158"/>
                  </a:lnTo>
                  <a:lnTo>
                    <a:pt x="9084767" y="314660"/>
                  </a:lnTo>
                  <a:lnTo>
                    <a:pt x="9041170" y="354481"/>
                  </a:lnTo>
                  <a:lnTo>
                    <a:pt x="8998793" y="397694"/>
                  </a:lnTo>
                  <a:lnTo>
                    <a:pt x="8957251" y="444362"/>
                  </a:lnTo>
                  <a:lnTo>
                    <a:pt x="8916246" y="494473"/>
                  </a:lnTo>
                  <a:lnTo>
                    <a:pt x="8875549" y="547928"/>
                  </a:lnTo>
                  <a:lnTo>
                    <a:pt x="8834996" y="604534"/>
                  </a:lnTo>
                  <a:lnTo>
                    <a:pt x="8794473" y="664004"/>
                  </a:lnTo>
                  <a:lnTo>
                    <a:pt x="8753912" y="725952"/>
                  </a:lnTo>
                  <a:lnTo>
                    <a:pt x="8713284" y="789906"/>
                  </a:lnTo>
                  <a:lnTo>
                    <a:pt x="8672589" y="855321"/>
                  </a:lnTo>
                  <a:lnTo>
                    <a:pt x="8631846" y="921591"/>
                  </a:lnTo>
                  <a:lnTo>
                    <a:pt x="8591091" y="988080"/>
                  </a:lnTo>
                  <a:lnTo>
                    <a:pt x="8550361" y="1054139"/>
                  </a:lnTo>
                  <a:lnTo>
                    <a:pt x="8509686" y="1119141"/>
                  </a:lnTo>
                  <a:lnTo>
                    <a:pt x="8469081" y="1182497"/>
                  </a:lnTo>
                  <a:lnTo>
                    <a:pt x="8428538" y="1243683"/>
                  </a:lnTo>
                  <a:lnTo>
                    <a:pt x="8388015" y="1302254"/>
                  </a:lnTo>
                  <a:lnTo>
                    <a:pt x="8347429" y="1357858"/>
                  </a:lnTo>
                  <a:lnTo>
                    <a:pt x="8306653" y="1410237"/>
                  </a:lnTo>
                  <a:lnTo>
                    <a:pt x="8265500" y="1459229"/>
                  </a:lnTo>
                  <a:lnTo>
                    <a:pt x="8223722" y="1504766"/>
                  </a:lnTo>
                  <a:lnTo>
                    <a:pt x="8180994" y="1546860"/>
                  </a:lnTo>
                  <a:lnTo>
                    <a:pt x="8151487" y="1573302"/>
                  </a:lnTo>
                  <a:lnTo>
                    <a:pt x="8104513" y="1611069"/>
                  </a:lnTo>
                  <a:lnTo>
                    <a:pt x="8055089" y="1645281"/>
                  </a:lnTo>
                  <a:lnTo>
                    <a:pt x="8002478" y="1676094"/>
                  </a:lnTo>
                  <a:lnTo>
                    <a:pt x="7945876" y="1703787"/>
                  </a:lnTo>
                  <a:lnTo>
                    <a:pt x="7884459" y="1728683"/>
                  </a:lnTo>
                  <a:lnTo>
                    <a:pt x="7817441" y="1751102"/>
                  </a:lnTo>
                  <a:lnTo>
                    <a:pt x="7744141" y="1771335"/>
                  </a:lnTo>
                  <a:lnTo>
                    <a:pt x="7664084" y="1789628"/>
                  </a:lnTo>
                  <a:lnTo>
                    <a:pt x="7577134" y="1806173"/>
                  </a:lnTo>
                  <a:lnTo>
                    <a:pt x="7483652" y="1821103"/>
                  </a:lnTo>
                  <a:lnTo>
                    <a:pt x="7384685" y="1834494"/>
                  </a:lnTo>
                  <a:lnTo>
                    <a:pt x="7282122" y="1846371"/>
                  </a:lnTo>
                  <a:lnTo>
                    <a:pt x="7178781" y="1856716"/>
                  </a:lnTo>
                  <a:lnTo>
                    <a:pt x="7078328" y="1865497"/>
                  </a:lnTo>
                  <a:lnTo>
                    <a:pt x="6984977" y="1872686"/>
                  </a:lnTo>
                  <a:lnTo>
                    <a:pt x="6902938" y="1878298"/>
                  </a:lnTo>
                  <a:lnTo>
                    <a:pt x="6835706" y="1882411"/>
                  </a:lnTo>
                  <a:lnTo>
                    <a:pt x="6785357" y="1885181"/>
                  </a:lnTo>
                  <a:lnTo>
                    <a:pt x="6752061" y="1886836"/>
                  </a:lnTo>
                  <a:lnTo>
                    <a:pt x="6733930" y="1887653"/>
                  </a:lnTo>
                  <a:lnTo>
                    <a:pt x="6727168" y="1887931"/>
                  </a:lnTo>
                  <a:lnTo>
                    <a:pt x="6726343" y="1887962"/>
                  </a:lnTo>
                  <a:lnTo>
                    <a:pt x="5254955" y="1887962"/>
                  </a:lnTo>
                  <a:lnTo>
                    <a:pt x="5253742" y="1887997"/>
                  </a:lnTo>
                  <a:lnTo>
                    <a:pt x="5245780" y="1888248"/>
                  </a:lnTo>
                  <a:lnTo>
                    <a:pt x="5225747" y="1888941"/>
                  </a:lnTo>
                  <a:lnTo>
                    <a:pt x="5190029" y="1890304"/>
                  </a:lnTo>
                  <a:lnTo>
                    <a:pt x="5136987" y="1892547"/>
                  </a:lnTo>
                  <a:lnTo>
                    <a:pt x="5067084" y="1895839"/>
                  </a:lnTo>
                  <a:lnTo>
                    <a:pt x="4982675" y="1900289"/>
                  </a:lnTo>
                  <a:lnTo>
                    <a:pt x="4887462" y="1905952"/>
                  </a:lnTo>
                  <a:lnTo>
                    <a:pt x="4785765" y="1912830"/>
                  </a:lnTo>
                  <a:lnTo>
                    <a:pt x="4681803" y="1920902"/>
                  </a:lnTo>
                  <a:lnTo>
                    <a:pt x="4579168" y="1930141"/>
                  </a:lnTo>
                  <a:lnTo>
                    <a:pt x="4480562" y="1940540"/>
                  </a:lnTo>
                  <a:lnTo>
                    <a:pt x="4387742" y="1952124"/>
                  </a:lnTo>
                  <a:lnTo>
                    <a:pt x="4301631" y="1964959"/>
                  </a:lnTo>
                  <a:lnTo>
                    <a:pt x="4222490" y="1979156"/>
                  </a:lnTo>
                  <a:lnTo>
                    <a:pt x="4150102" y="1994870"/>
                  </a:lnTo>
                  <a:lnTo>
                    <a:pt x="4083936" y="2012299"/>
                  </a:lnTo>
                  <a:lnTo>
                    <a:pt x="4023273" y="2031672"/>
                  </a:lnTo>
                  <a:lnTo>
                    <a:pt x="3967301" y="2053237"/>
                  </a:lnTo>
                  <a:lnTo>
                    <a:pt x="3915183" y="2077240"/>
                  </a:lnTo>
                  <a:lnTo>
                    <a:pt x="3866114" y="2103879"/>
                  </a:lnTo>
                  <a:lnTo>
                    <a:pt x="3829811" y="2126341"/>
                  </a:lnTo>
                  <a:lnTo>
                    <a:pt x="3782627" y="2159149"/>
                  </a:lnTo>
                  <a:lnTo>
                    <a:pt x="3736836" y="2194980"/>
                  </a:lnTo>
                  <a:lnTo>
                    <a:pt x="3691961" y="2233888"/>
                  </a:lnTo>
                  <a:lnTo>
                    <a:pt x="3647642" y="2275843"/>
                  </a:lnTo>
                  <a:lnTo>
                    <a:pt x="3603615" y="2320724"/>
                  </a:lnTo>
                  <a:lnTo>
                    <a:pt x="3559694" y="2368310"/>
                  </a:lnTo>
                  <a:lnTo>
                    <a:pt x="3515764" y="2418281"/>
                  </a:lnTo>
                  <a:lnTo>
                    <a:pt x="3471765" y="2470220"/>
                  </a:lnTo>
                  <a:lnTo>
                    <a:pt x="3427683" y="2523623"/>
                  </a:lnTo>
                  <a:lnTo>
                    <a:pt x="3383539" y="2577923"/>
                  </a:lnTo>
                  <a:lnTo>
                    <a:pt x="3339373" y="2632511"/>
                  </a:lnTo>
                  <a:lnTo>
                    <a:pt x="3295233" y="2686764"/>
                  </a:lnTo>
                  <a:lnTo>
                    <a:pt x="3251157" y="2740073"/>
                  </a:lnTo>
                  <a:lnTo>
                    <a:pt x="3207164" y="2791875"/>
                  </a:lnTo>
                  <a:lnTo>
                    <a:pt x="3163237" y="2841675"/>
                  </a:lnTo>
                  <a:lnTo>
                    <a:pt x="3119314" y="2889061"/>
                  </a:lnTo>
                  <a:lnTo>
                    <a:pt x="3075271" y="2933722"/>
                  </a:lnTo>
                  <a:lnTo>
                    <a:pt x="3030920" y="2975443"/>
                  </a:lnTo>
                  <a:lnTo>
                    <a:pt x="2985988" y="3014112"/>
                  </a:lnTo>
                  <a:lnTo>
                    <a:pt x="2940107" y="3049705"/>
                  </a:lnTo>
                  <a:lnTo>
                    <a:pt x="2896531" y="3079858"/>
                  </a:lnTo>
                  <a:lnTo>
                    <a:pt x="2849317" y="3108606"/>
                  </a:lnTo>
                  <a:lnTo>
                    <a:pt x="2799623" y="3134634"/>
                  </a:lnTo>
                  <a:lnTo>
                    <a:pt x="2746702" y="3158063"/>
                  </a:lnTo>
                  <a:lnTo>
                    <a:pt x="2689738" y="3179109"/>
                  </a:lnTo>
                  <a:lnTo>
                    <a:pt x="2627895" y="3198018"/>
                  </a:lnTo>
                  <a:lnTo>
                    <a:pt x="2560375" y="3215039"/>
                  </a:lnTo>
                  <a:lnTo>
                    <a:pt x="2486492" y="3230393"/>
                  </a:lnTo>
                  <a:lnTo>
                    <a:pt x="2405773" y="3244269"/>
                  </a:lnTo>
                  <a:lnTo>
                    <a:pt x="2318096" y="3256811"/>
                  </a:lnTo>
                  <a:lnTo>
                    <a:pt x="2223854" y="3268122"/>
                  </a:lnTo>
                  <a:lnTo>
                    <a:pt x="2124145" y="3278257"/>
                  </a:lnTo>
                  <a:lnTo>
                    <a:pt x="2020939" y="3287233"/>
                  </a:lnTo>
                  <a:lnTo>
                    <a:pt x="1917146" y="3295036"/>
                  </a:lnTo>
                  <a:lnTo>
                    <a:pt x="1816538" y="3301640"/>
                  </a:lnTo>
                  <a:lnTo>
                    <a:pt x="1723409" y="3307025"/>
                  </a:lnTo>
                  <a:lnTo>
                    <a:pt x="1642005" y="3311206"/>
                  </a:lnTo>
                  <a:lnTo>
                    <a:pt x="1575785" y="3314248"/>
                  </a:lnTo>
                  <a:lnTo>
                    <a:pt x="1526710" y="3316275"/>
                  </a:lnTo>
                  <a:lnTo>
                    <a:pt x="1494771" y="3317466"/>
                  </a:lnTo>
                  <a:lnTo>
                    <a:pt x="1477861" y="3318038"/>
                  </a:lnTo>
                  <a:lnTo>
                    <a:pt x="1471954" y="3318221"/>
                  </a:lnTo>
                  <a:lnTo>
                    <a:pt x="1471387" y="3318237"/>
                  </a:lnTo>
                  <a:lnTo>
                    <a:pt x="0" y="331823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598" name="pg1598"/>
            <p:cNvSpPr/>
            <p:nvPr/>
          </p:nvSpPr>
          <p:spPr>
            <a:xfrm>
              <a:off x="4799595" y="2789406"/>
              <a:ext cx="11981298" cy="7036951"/>
            </a:xfrm>
            <a:custGeom>
              <a:avLst/>
              <a:pathLst>
                <a:path w="11981298" h="7036951">
                  <a:moveTo>
                    <a:pt x="0" y="6791761"/>
                  </a:moveTo>
                  <a:lnTo>
                    <a:pt x="1471387" y="6791761"/>
                  </a:lnTo>
                  <a:lnTo>
                    <a:pt x="1472624" y="6791767"/>
                  </a:lnTo>
                  <a:lnTo>
                    <a:pt x="1480741" y="6791811"/>
                  </a:lnTo>
                  <a:lnTo>
                    <a:pt x="1501151" y="6791932"/>
                  </a:lnTo>
                  <a:lnTo>
                    <a:pt x="1537509" y="6792171"/>
                  </a:lnTo>
                  <a:lnTo>
                    <a:pt x="1591437" y="6792563"/>
                  </a:lnTo>
                  <a:lnTo>
                    <a:pt x="1662400" y="6793138"/>
                  </a:lnTo>
                  <a:lnTo>
                    <a:pt x="1747934" y="6793915"/>
                  </a:lnTo>
                  <a:lnTo>
                    <a:pt x="1844218" y="6794903"/>
                  </a:lnTo>
                  <a:lnTo>
                    <a:pt x="1946836" y="6796102"/>
                  </a:lnTo>
                  <a:lnTo>
                    <a:pt x="2051509" y="6797508"/>
                  </a:lnTo>
                  <a:lnTo>
                    <a:pt x="2154623" y="6799117"/>
                  </a:lnTo>
                  <a:lnTo>
                    <a:pt x="2253492" y="6800927"/>
                  </a:lnTo>
                  <a:lnTo>
                    <a:pt x="2346393" y="6802944"/>
                  </a:lnTo>
                  <a:lnTo>
                    <a:pt x="2432448" y="6805179"/>
                  </a:lnTo>
                  <a:lnTo>
                    <a:pt x="2511443" y="6807653"/>
                  </a:lnTo>
                  <a:lnTo>
                    <a:pt x="2583636" y="6810395"/>
                  </a:lnTo>
                  <a:lnTo>
                    <a:pt x="2649595" y="6813438"/>
                  </a:lnTo>
                  <a:lnTo>
                    <a:pt x="2710067" y="6816823"/>
                  </a:lnTo>
                  <a:lnTo>
                    <a:pt x="2765888" y="6820595"/>
                  </a:lnTo>
                  <a:lnTo>
                    <a:pt x="2817910" y="6824795"/>
                  </a:lnTo>
                  <a:lnTo>
                    <a:pt x="2866946" y="6829457"/>
                  </a:lnTo>
                  <a:lnTo>
                    <a:pt x="2896531" y="6832626"/>
                  </a:lnTo>
                  <a:lnTo>
                    <a:pt x="2952353" y="6839357"/>
                  </a:lnTo>
                  <a:lnTo>
                    <a:pt x="3006346" y="6846821"/>
                  </a:lnTo>
                  <a:lnTo>
                    <a:pt x="3059250" y="6855027"/>
                  </a:lnTo>
                  <a:lnTo>
                    <a:pt x="3111591" y="6863954"/>
                  </a:lnTo>
                  <a:lnTo>
                    <a:pt x="3163722" y="6873550"/>
                  </a:lnTo>
                  <a:lnTo>
                    <a:pt x="3215855" y="6883726"/>
                  </a:lnTo>
                  <a:lnTo>
                    <a:pt x="3268089" y="6894362"/>
                  </a:lnTo>
                  <a:lnTo>
                    <a:pt x="3320433" y="6905311"/>
                  </a:lnTo>
                  <a:lnTo>
                    <a:pt x="3372839" y="6916405"/>
                  </a:lnTo>
                  <a:lnTo>
                    <a:pt x="3425230" y="6927466"/>
                  </a:lnTo>
                  <a:lnTo>
                    <a:pt x="3477537" y="6938319"/>
                  </a:lnTo>
                  <a:lnTo>
                    <a:pt x="3529728" y="6948801"/>
                  </a:lnTo>
                  <a:lnTo>
                    <a:pt x="3581844" y="6958775"/>
                  </a:lnTo>
                  <a:lnTo>
                    <a:pt x="3634020" y="6968133"/>
                  </a:lnTo>
                  <a:lnTo>
                    <a:pt x="3686519" y="6976798"/>
                  </a:lnTo>
                  <a:lnTo>
                    <a:pt x="3739754" y="6984731"/>
                  </a:lnTo>
                  <a:lnTo>
                    <a:pt x="3794323" y="6991922"/>
                  </a:lnTo>
                  <a:lnTo>
                    <a:pt x="3829811" y="6996086"/>
                  </a:lnTo>
                  <a:lnTo>
                    <a:pt x="3877350" y="7001046"/>
                  </a:lnTo>
                  <a:lnTo>
                    <a:pt x="3927407" y="7005533"/>
                  </a:lnTo>
                  <a:lnTo>
                    <a:pt x="3980745" y="7009569"/>
                  </a:lnTo>
                  <a:lnTo>
                    <a:pt x="4038197" y="7013192"/>
                  </a:lnTo>
                  <a:lnTo>
                    <a:pt x="4100618" y="7016445"/>
                  </a:lnTo>
                  <a:lnTo>
                    <a:pt x="4168817" y="7019371"/>
                  </a:lnTo>
                  <a:lnTo>
                    <a:pt x="4243489" y="7022009"/>
                  </a:lnTo>
                  <a:lnTo>
                    <a:pt x="4325103" y="7024392"/>
                  </a:lnTo>
                  <a:lnTo>
                    <a:pt x="4413763" y="7026544"/>
                  </a:lnTo>
                  <a:lnTo>
                    <a:pt x="4509030" y="7028483"/>
                  </a:lnTo>
                  <a:lnTo>
                    <a:pt x="4609731" y="7030218"/>
                  </a:lnTo>
                  <a:lnTo>
                    <a:pt x="4713791" y="7031751"/>
                  </a:lnTo>
                  <a:lnTo>
                    <a:pt x="4818166" y="7033081"/>
                  </a:lnTo>
                  <a:lnTo>
                    <a:pt x="4918947" y="7034202"/>
                  </a:lnTo>
                  <a:lnTo>
                    <a:pt x="5011731" y="7035111"/>
                  </a:lnTo>
                  <a:lnTo>
                    <a:pt x="5092230" y="7035811"/>
                  </a:lnTo>
                  <a:lnTo>
                    <a:pt x="5157045" y="7036315"/>
                  </a:lnTo>
                  <a:lnTo>
                    <a:pt x="5204381" y="7036646"/>
                  </a:lnTo>
                  <a:lnTo>
                    <a:pt x="5234499" y="7036837"/>
                  </a:lnTo>
                  <a:lnTo>
                    <a:pt x="5249805" y="7036924"/>
                  </a:lnTo>
                  <a:lnTo>
                    <a:pt x="5254643" y="7036950"/>
                  </a:lnTo>
                  <a:lnTo>
                    <a:pt x="5254955" y="7036951"/>
                  </a:lnTo>
                  <a:lnTo>
                    <a:pt x="6726343" y="7036951"/>
                  </a:lnTo>
                  <a:lnTo>
                    <a:pt x="6727095" y="7036845"/>
                  </a:lnTo>
                  <a:lnTo>
                    <a:pt x="6732082" y="7036092"/>
                  </a:lnTo>
                  <a:lnTo>
                    <a:pt x="6744796" y="7034011"/>
                  </a:lnTo>
                  <a:lnTo>
                    <a:pt x="6767877" y="7029908"/>
                  </a:lnTo>
                  <a:lnTo>
                    <a:pt x="6802995" y="7023107"/>
                  </a:lnTo>
                  <a:lnTo>
                    <a:pt x="6850736" y="7013007"/>
                  </a:lnTo>
                  <a:lnTo>
                    <a:pt x="6910586" y="6999127"/>
                  </a:lnTo>
                  <a:lnTo>
                    <a:pt x="6981057" y="6981134"/>
                  </a:lnTo>
                  <a:lnTo>
                    <a:pt x="7059933" y="6958851"/>
                  </a:lnTo>
                  <a:lnTo>
                    <a:pt x="7144597" y="6932235"/>
                  </a:lnTo>
                  <a:lnTo>
                    <a:pt x="7232369" y="6901329"/>
                  </a:lnTo>
                  <a:lnTo>
                    <a:pt x="7320778" y="6866218"/>
                  </a:lnTo>
                  <a:lnTo>
                    <a:pt x="7407753" y="6826972"/>
                  </a:lnTo>
                  <a:lnTo>
                    <a:pt x="7491711" y="6783605"/>
                  </a:lnTo>
                  <a:lnTo>
                    <a:pt x="7571562" y="6736045"/>
                  </a:lnTo>
                  <a:lnTo>
                    <a:pt x="7646661" y="6684113"/>
                  </a:lnTo>
                  <a:lnTo>
                    <a:pt x="7716736" y="6627519"/>
                  </a:lnTo>
                  <a:lnTo>
                    <a:pt x="7781800" y="6565853"/>
                  </a:lnTo>
                  <a:lnTo>
                    <a:pt x="7842074" y="6498595"/>
                  </a:lnTo>
                  <a:lnTo>
                    <a:pt x="7897921" y="6425125"/>
                  </a:lnTo>
                  <a:lnTo>
                    <a:pt x="7949791" y="6344741"/>
                  </a:lnTo>
                  <a:lnTo>
                    <a:pt x="7998184" y="6256689"/>
                  </a:lnTo>
                  <a:lnTo>
                    <a:pt x="8043614" y="6160215"/>
                  </a:lnTo>
                  <a:lnTo>
                    <a:pt x="8086588" y="6054642"/>
                  </a:lnTo>
                  <a:lnTo>
                    <a:pt x="8127584" y="5939489"/>
                  </a:lnTo>
                  <a:lnTo>
                    <a:pt x="8151487" y="5865488"/>
                  </a:lnTo>
                  <a:lnTo>
                    <a:pt x="8176628" y="5782110"/>
                  </a:lnTo>
                  <a:lnTo>
                    <a:pt x="8201308" y="5694646"/>
                  </a:lnTo>
                  <a:lnTo>
                    <a:pt x="8225609" y="5603021"/>
                  </a:lnTo>
                  <a:lnTo>
                    <a:pt x="8249606" y="5507185"/>
                  </a:lnTo>
                  <a:lnTo>
                    <a:pt x="8273362" y="5407119"/>
                  </a:lnTo>
                  <a:lnTo>
                    <a:pt x="8296932" y="5302835"/>
                  </a:lnTo>
                  <a:lnTo>
                    <a:pt x="8320362" y="5194380"/>
                  </a:lnTo>
                  <a:lnTo>
                    <a:pt x="8343692" y="5081838"/>
                  </a:lnTo>
                  <a:lnTo>
                    <a:pt x="8366956" y="4965329"/>
                  </a:lnTo>
                  <a:lnTo>
                    <a:pt x="8390181" y="4845011"/>
                  </a:lnTo>
                  <a:lnTo>
                    <a:pt x="8413388" y="4721084"/>
                  </a:lnTo>
                  <a:lnTo>
                    <a:pt x="8436593" y="4593784"/>
                  </a:lnTo>
                  <a:lnTo>
                    <a:pt x="8459810" y="4463384"/>
                  </a:lnTo>
                  <a:lnTo>
                    <a:pt x="8483045" y="4330197"/>
                  </a:lnTo>
                  <a:lnTo>
                    <a:pt x="8506304" y="4194565"/>
                  </a:lnTo>
                  <a:lnTo>
                    <a:pt x="8529586" y="4056863"/>
                  </a:lnTo>
                  <a:lnTo>
                    <a:pt x="8552889" y="3917491"/>
                  </a:lnTo>
                  <a:lnTo>
                    <a:pt x="8576211" y="3776871"/>
                  </a:lnTo>
                  <a:lnTo>
                    <a:pt x="8599545" y="3635441"/>
                  </a:lnTo>
                  <a:lnTo>
                    <a:pt x="8622885" y="3493649"/>
                  </a:lnTo>
                  <a:lnTo>
                    <a:pt x="8646223" y="3351950"/>
                  </a:lnTo>
                  <a:lnTo>
                    <a:pt x="8669553" y="3210797"/>
                  </a:lnTo>
                  <a:lnTo>
                    <a:pt x="8692868" y="3070633"/>
                  </a:lnTo>
                  <a:lnTo>
                    <a:pt x="8716163" y="2931892"/>
                  </a:lnTo>
                  <a:lnTo>
                    <a:pt x="8739435" y="2794987"/>
                  </a:lnTo>
                  <a:lnTo>
                    <a:pt x="8762684" y="2660309"/>
                  </a:lnTo>
                  <a:lnTo>
                    <a:pt x="8785911" y="2528218"/>
                  </a:lnTo>
                  <a:lnTo>
                    <a:pt x="8809122" y="2399047"/>
                  </a:lnTo>
                  <a:lnTo>
                    <a:pt x="8832327" y="2273091"/>
                  </a:lnTo>
                  <a:lnTo>
                    <a:pt x="8855538" y="2150609"/>
                  </a:lnTo>
                  <a:lnTo>
                    <a:pt x="8878776" y="2031822"/>
                  </a:lnTo>
                  <a:lnTo>
                    <a:pt x="8902063" y="1916914"/>
                  </a:lnTo>
                  <a:lnTo>
                    <a:pt x="8925430" y="1806025"/>
                  </a:lnTo>
                  <a:lnTo>
                    <a:pt x="8948912" y="1699263"/>
                  </a:lnTo>
                  <a:lnTo>
                    <a:pt x="8972551" y="1596695"/>
                  </a:lnTo>
                  <a:lnTo>
                    <a:pt x="8996398" y="1498354"/>
                  </a:lnTo>
                  <a:lnTo>
                    <a:pt x="9020511" y="1404239"/>
                  </a:lnTo>
                  <a:lnTo>
                    <a:pt x="9044958" y="1314318"/>
                  </a:lnTo>
                  <a:lnTo>
                    <a:pt x="9069815" y="1228531"/>
                  </a:lnTo>
                  <a:lnTo>
                    <a:pt x="9084767" y="1179636"/>
                  </a:lnTo>
                  <a:lnTo>
                    <a:pt x="9124779" y="1058633"/>
                  </a:lnTo>
                  <a:lnTo>
                    <a:pt x="9166508" y="947331"/>
                  </a:lnTo>
                  <a:lnTo>
                    <a:pt x="9210401" y="845452"/>
                  </a:lnTo>
                  <a:lnTo>
                    <a:pt x="9256949" y="752418"/>
                  </a:lnTo>
                  <a:lnTo>
                    <a:pt x="9306664" y="667510"/>
                  </a:lnTo>
                  <a:lnTo>
                    <a:pt x="9360059" y="589966"/>
                  </a:lnTo>
                  <a:lnTo>
                    <a:pt x="9417618" y="519049"/>
                  </a:lnTo>
                  <a:lnTo>
                    <a:pt x="9479762" y="454086"/>
                  </a:lnTo>
                  <a:lnTo>
                    <a:pt x="9546804" y="394495"/>
                  </a:lnTo>
                  <a:lnTo>
                    <a:pt x="9618891" y="339799"/>
                  </a:lnTo>
                  <a:lnTo>
                    <a:pt x="9695934" y="289636"/>
                  </a:lnTo>
                  <a:lnTo>
                    <a:pt x="9777520" y="243760"/>
                  </a:lnTo>
                  <a:lnTo>
                    <a:pt x="9862836" y="202036"/>
                  </a:lnTo>
                  <a:lnTo>
                    <a:pt x="9950600" y="164431"/>
                  </a:lnTo>
                  <a:lnTo>
                    <a:pt x="10039029" y="130984"/>
                  </a:lnTo>
                  <a:lnTo>
                    <a:pt x="10125877" y="101776"/>
                  </a:lnTo>
                  <a:lnTo>
                    <a:pt x="10208562" y="76883"/>
                  </a:lnTo>
                  <a:lnTo>
                    <a:pt x="10284390" y="56320"/>
                  </a:lnTo>
                  <a:lnTo>
                    <a:pt x="10350866" y="39994"/>
                  </a:lnTo>
                  <a:lnTo>
                    <a:pt x="10406024" y="27667"/>
                  </a:lnTo>
                  <a:lnTo>
                    <a:pt x="10448741" y="18946"/>
                  </a:lnTo>
                  <a:lnTo>
                    <a:pt x="10478936" y="13296"/>
                  </a:lnTo>
                  <a:lnTo>
                    <a:pt x="10497633" y="10081"/>
                  </a:lnTo>
                  <a:lnTo>
                    <a:pt x="10506905" y="8612"/>
                  </a:lnTo>
                  <a:lnTo>
                    <a:pt x="10509743" y="8195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9158" y="105"/>
                  </a:lnTo>
                  <a:lnTo>
                    <a:pt x="10504171" y="859"/>
                  </a:lnTo>
                  <a:lnTo>
                    <a:pt x="10491458" y="2939"/>
                  </a:lnTo>
                  <a:lnTo>
                    <a:pt x="10468376" y="7043"/>
                  </a:lnTo>
                  <a:lnTo>
                    <a:pt x="10433258" y="13844"/>
                  </a:lnTo>
                  <a:lnTo>
                    <a:pt x="10385517" y="23943"/>
                  </a:lnTo>
                  <a:lnTo>
                    <a:pt x="10325667" y="37824"/>
                  </a:lnTo>
                  <a:lnTo>
                    <a:pt x="10255196" y="55817"/>
                  </a:lnTo>
                  <a:lnTo>
                    <a:pt x="10176321" y="78099"/>
                  </a:lnTo>
                  <a:lnTo>
                    <a:pt x="10091656" y="104716"/>
                  </a:lnTo>
                  <a:lnTo>
                    <a:pt x="10003885" y="135621"/>
                  </a:lnTo>
                  <a:lnTo>
                    <a:pt x="9915476" y="170732"/>
                  </a:lnTo>
                  <a:lnTo>
                    <a:pt x="9828500" y="209978"/>
                  </a:lnTo>
                  <a:lnTo>
                    <a:pt x="9744542" y="253345"/>
                  </a:lnTo>
                  <a:lnTo>
                    <a:pt x="9664692" y="300906"/>
                  </a:lnTo>
                  <a:lnTo>
                    <a:pt x="9589592" y="352837"/>
                  </a:lnTo>
                  <a:lnTo>
                    <a:pt x="9519517" y="409432"/>
                  </a:lnTo>
                  <a:lnTo>
                    <a:pt x="9454453" y="471098"/>
                  </a:lnTo>
                  <a:lnTo>
                    <a:pt x="9394179" y="538356"/>
                  </a:lnTo>
                  <a:lnTo>
                    <a:pt x="9338333" y="611826"/>
                  </a:lnTo>
                  <a:lnTo>
                    <a:pt x="9286462" y="692210"/>
                  </a:lnTo>
                  <a:lnTo>
                    <a:pt x="9238070" y="780262"/>
                  </a:lnTo>
                  <a:lnTo>
                    <a:pt x="9192640" y="876736"/>
                  </a:lnTo>
                  <a:lnTo>
                    <a:pt x="9149665" y="982309"/>
                  </a:lnTo>
                  <a:lnTo>
                    <a:pt x="9108669" y="1097462"/>
                  </a:lnTo>
                  <a:lnTo>
                    <a:pt x="9084767" y="1171463"/>
                  </a:lnTo>
                  <a:lnTo>
                    <a:pt x="9059625" y="1254841"/>
                  </a:lnTo>
                  <a:lnTo>
                    <a:pt x="9034945" y="1342304"/>
                  </a:lnTo>
                  <a:lnTo>
                    <a:pt x="9010644" y="1433929"/>
                  </a:lnTo>
                  <a:lnTo>
                    <a:pt x="8986647" y="1529765"/>
                  </a:lnTo>
                  <a:lnTo>
                    <a:pt x="8962891" y="1629832"/>
                  </a:lnTo>
                  <a:lnTo>
                    <a:pt x="8939321" y="1734116"/>
                  </a:lnTo>
                  <a:lnTo>
                    <a:pt x="8915891" y="1842570"/>
                  </a:lnTo>
                  <a:lnTo>
                    <a:pt x="8892561" y="1955113"/>
                  </a:lnTo>
                  <a:lnTo>
                    <a:pt x="8869297" y="2071622"/>
                  </a:lnTo>
                  <a:lnTo>
                    <a:pt x="8846073" y="2191939"/>
                  </a:lnTo>
                  <a:lnTo>
                    <a:pt x="8822866" y="2315867"/>
                  </a:lnTo>
                  <a:lnTo>
                    <a:pt x="8799660" y="2443167"/>
                  </a:lnTo>
                  <a:lnTo>
                    <a:pt x="8776443" y="2573566"/>
                  </a:lnTo>
                  <a:lnTo>
                    <a:pt x="8753208" y="2706754"/>
                  </a:lnTo>
                  <a:lnTo>
                    <a:pt x="8729950" y="2842385"/>
                  </a:lnTo>
                  <a:lnTo>
                    <a:pt x="8706668" y="2980087"/>
                  </a:lnTo>
                  <a:lnTo>
                    <a:pt x="8683364" y="3119460"/>
                  </a:lnTo>
                  <a:lnTo>
                    <a:pt x="8660042" y="3260080"/>
                  </a:lnTo>
                  <a:lnTo>
                    <a:pt x="8636708" y="3401510"/>
                  </a:lnTo>
                  <a:lnTo>
                    <a:pt x="8613369" y="3543301"/>
                  </a:lnTo>
                  <a:lnTo>
                    <a:pt x="8590030" y="3685000"/>
                  </a:lnTo>
                  <a:lnTo>
                    <a:pt x="8566701" y="3826154"/>
                  </a:lnTo>
                  <a:lnTo>
                    <a:pt x="8543386" y="3966317"/>
                  </a:lnTo>
                  <a:lnTo>
                    <a:pt x="8520090" y="4105058"/>
                  </a:lnTo>
                  <a:lnTo>
                    <a:pt x="8496818" y="4241963"/>
                  </a:lnTo>
                  <a:lnTo>
                    <a:pt x="8473569" y="4376642"/>
                  </a:lnTo>
                  <a:lnTo>
                    <a:pt x="8450342" y="4508732"/>
                  </a:lnTo>
                  <a:lnTo>
                    <a:pt x="8427131" y="4637904"/>
                  </a:lnTo>
                  <a:lnTo>
                    <a:pt x="8403927" y="4763860"/>
                  </a:lnTo>
                  <a:lnTo>
                    <a:pt x="8380715" y="4886342"/>
                  </a:lnTo>
                  <a:lnTo>
                    <a:pt x="8357477" y="5005128"/>
                  </a:lnTo>
                  <a:lnTo>
                    <a:pt x="8334190" y="5120037"/>
                  </a:lnTo>
                  <a:lnTo>
                    <a:pt x="8310823" y="5230925"/>
                  </a:lnTo>
                  <a:lnTo>
                    <a:pt x="8287341" y="5337687"/>
                  </a:lnTo>
                  <a:lnTo>
                    <a:pt x="8263702" y="5440255"/>
                  </a:lnTo>
                  <a:lnTo>
                    <a:pt x="8239855" y="5538596"/>
                  </a:lnTo>
                  <a:lnTo>
                    <a:pt x="8215742" y="5632711"/>
                  </a:lnTo>
                  <a:lnTo>
                    <a:pt x="8191296" y="5722632"/>
                  </a:lnTo>
                  <a:lnTo>
                    <a:pt x="8166439" y="5808419"/>
                  </a:lnTo>
                  <a:lnTo>
                    <a:pt x="8151487" y="5857315"/>
                  </a:lnTo>
                  <a:lnTo>
                    <a:pt x="8111474" y="5978318"/>
                  </a:lnTo>
                  <a:lnTo>
                    <a:pt x="8069745" y="6089619"/>
                  </a:lnTo>
                  <a:lnTo>
                    <a:pt x="8025852" y="6191499"/>
                  </a:lnTo>
                  <a:lnTo>
                    <a:pt x="7979305" y="6284533"/>
                  </a:lnTo>
                  <a:lnTo>
                    <a:pt x="7929589" y="6369440"/>
                  </a:lnTo>
                  <a:lnTo>
                    <a:pt x="7876194" y="6446984"/>
                  </a:lnTo>
                  <a:lnTo>
                    <a:pt x="7818635" y="6517901"/>
                  </a:lnTo>
                  <a:lnTo>
                    <a:pt x="7756491" y="6582864"/>
                  </a:lnTo>
                  <a:lnTo>
                    <a:pt x="7689449" y="6642456"/>
                  </a:lnTo>
                  <a:lnTo>
                    <a:pt x="7617362" y="6697151"/>
                  </a:lnTo>
                  <a:lnTo>
                    <a:pt x="7540320" y="6747314"/>
                  </a:lnTo>
                  <a:lnTo>
                    <a:pt x="7458733" y="6793191"/>
                  </a:lnTo>
                  <a:lnTo>
                    <a:pt x="7373417" y="6834914"/>
                  </a:lnTo>
                  <a:lnTo>
                    <a:pt x="7285653" y="6872520"/>
                  </a:lnTo>
                  <a:lnTo>
                    <a:pt x="7197224" y="6905967"/>
                  </a:lnTo>
                  <a:lnTo>
                    <a:pt x="7110377" y="6935174"/>
                  </a:lnTo>
                  <a:lnTo>
                    <a:pt x="7027692" y="6960067"/>
                  </a:lnTo>
                  <a:lnTo>
                    <a:pt x="6951863" y="6980630"/>
                  </a:lnTo>
                  <a:lnTo>
                    <a:pt x="6885388" y="6996957"/>
                  </a:lnTo>
                  <a:lnTo>
                    <a:pt x="6830229" y="7009284"/>
                  </a:lnTo>
                  <a:lnTo>
                    <a:pt x="6787512" y="7018005"/>
                  </a:lnTo>
                  <a:lnTo>
                    <a:pt x="6757317" y="7023655"/>
                  </a:lnTo>
                  <a:lnTo>
                    <a:pt x="6738620" y="7026870"/>
                  </a:lnTo>
                  <a:lnTo>
                    <a:pt x="6729348" y="7028339"/>
                  </a:lnTo>
                  <a:lnTo>
                    <a:pt x="6726510" y="7028755"/>
                  </a:lnTo>
                  <a:lnTo>
                    <a:pt x="6726343" y="7028778"/>
                  </a:lnTo>
                  <a:lnTo>
                    <a:pt x="5254955" y="7028778"/>
                  </a:lnTo>
                  <a:lnTo>
                    <a:pt x="5253718" y="7028772"/>
                  </a:lnTo>
                  <a:lnTo>
                    <a:pt x="5245601" y="7028728"/>
                  </a:lnTo>
                  <a:lnTo>
                    <a:pt x="5225191" y="7028607"/>
                  </a:lnTo>
                  <a:lnTo>
                    <a:pt x="5188833" y="7028368"/>
                  </a:lnTo>
                  <a:lnTo>
                    <a:pt x="5134905" y="7027976"/>
                  </a:lnTo>
                  <a:lnTo>
                    <a:pt x="5063942" y="7027401"/>
                  </a:lnTo>
                  <a:lnTo>
                    <a:pt x="4978408" y="7026624"/>
                  </a:lnTo>
                  <a:lnTo>
                    <a:pt x="4882124" y="7025636"/>
                  </a:lnTo>
                  <a:lnTo>
                    <a:pt x="4779506" y="7024437"/>
                  </a:lnTo>
                  <a:lnTo>
                    <a:pt x="4674833" y="7023031"/>
                  </a:lnTo>
                  <a:lnTo>
                    <a:pt x="4571719" y="7021422"/>
                  </a:lnTo>
                  <a:lnTo>
                    <a:pt x="4472850" y="7019612"/>
                  </a:lnTo>
                  <a:lnTo>
                    <a:pt x="4379949" y="7017596"/>
                  </a:lnTo>
                  <a:lnTo>
                    <a:pt x="4293894" y="7015360"/>
                  </a:lnTo>
                  <a:lnTo>
                    <a:pt x="4214899" y="7012886"/>
                  </a:lnTo>
                  <a:lnTo>
                    <a:pt x="4142706" y="7010145"/>
                  </a:lnTo>
                  <a:lnTo>
                    <a:pt x="4076747" y="7007102"/>
                  </a:lnTo>
                  <a:lnTo>
                    <a:pt x="4016275" y="7003716"/>
                  </a:lnTo>
                  <a:lnTo>
                    <a:pt x="3960454" y="6999944"/>
                  </a:lnTo>
                  <a:lnTo>
                    <a:pt x="3908432" y="6995744"/>
                  </a:lnTo>
                  <a:lnTo>
                    <a:pt x="3859396" y="6991082"/>
                  </a:lnTo>
                  <a:lnTo>
                    <a:pt x="3829811" y="6987913"/>
                  </a:lnTo>
                  <a:lnTo>
                    <a:pt x="3773990" y="6981182"/>
                  </a:lnTo>
                  <a:lnTo>
                    <a:pt x="3719996" y="6973718"/>
                  </a:lnTo>
                  <a:lnTo>
                    <a:pt x="3667092" y="6965512"/>
                  </a:lnTo>
                  <a:lnTo>
                    <a:pt x="3614751" y="6956585"/>
                  </a:lnTo>
                  <a:lnTo>
                    <a:pt x="3562620" y="6946990"/>
                  </a:lnTo>
                  <a:lnTo>
                    <a:pt x="3510487" y="6936814"/>
                  </a:lnTo>
                  <a:lnTo>
                    <a:pt x="3458253" y="6926177"/>
                  </a:lnTo>
                  <a:lnTo>
                    <a:pt x="3405909" y="6915228"/>
                  </a:lnTo>
                  <a:lnTo>
                    <a:pt x="3353503" y="6904134"/>
                  </a:lnTo>
                  <a:lnTo>
                    <a:pt x="3301112" y="6893073"/>
                  </a:lnTo>
                  <a:lnTo>
                    <a:pt x="3248806" y="6882220"/>
                  </a:lnTo>
                  <a:lnTo>
                    <a:pt x="3196614" y="6871738"/>
                  </a:lnTo>
                  <a:lnTo>
                    <a:pt x="3144498" y="6861764"/>
                  </a:lnTo>
                  <a:lnTo>
                    <a:pt x="3092322" y="6852407"/>
                  </a:lnTo>
                  <a:lnTo>
                    <a:pt x="3039823" y="6843741"/>
                  </a:lnTo>
                  <a:lnTo>
                    <a:pt x="2986588" y="6835808"/>
                  </a:lnTo>
                  <a:lnTo>
                    <a:pt x="2932019" y="6828617"/>
                  </a:lnTo>
                  <a:lnTo>
                    <a:pt x="2896531" y="6824453"/>
                  </a:lnTo>
                  <a:lnTo>
                    <a:pt x="2848992" y="6819493"/>
                  </a:lnTo>
                  <a:lnTo>
                    <a:pt x="2798935" y="6815006"/>
                  </a:lnTo>
                  <a:lnTo>
                    <a:pt x="2745597" y="6810970"/>
                  </a:lnTo>
                  <a:lnTo>
                    <a:pt x="2688145" y="6807347"/>
                  </a:lnTo>
                  <a:lnTo>
                    <a:pt x="2625724" y="6804094"/>
                  </a:lnTo>
                  <a:lnTo>
                    <a:pt x="2557525" y="6801168"/>
                  </a:lnTo>
                  <a:lnTo>
                    <a:pt x="2482853" y="6798530"/>
                  </a:lnTo>
                  <a:lnTo>
                    <a:pt x="2401239" y="6796147"/>
                  </a:lnTo>
                  <a:lnTo>
                    <a:pt x="2312579" y="6793995"/>
                  </a:lnTo>
                  <a:lnTo>
                    <a:pt x="2217312" y="6792056"/>
                  </a:lnTo>
                  <a:lnTo>
                    <a:pt x="2116611" y="6790321"/>
                  </a:lnTo>
                  <a:lnTo>
                    <a:pt x="2012551" y="6788788"/>
                  </a:lnTo>
                  <a:lnTo>
                    <a:pt x="1908176" y="6787458"/>
                  </a:lnTo>
                  <a:lnTo>
                    <a:pt x="1807395" y="6786338"/>
                  </a:lnTo>
                  <a:lnTo>
                    <a:pt x="1714612" y="6785429"/>
                  </a:lnTo>
                  <a:lnTo>
                    <a:pt x="1634112" y="6784728"/>
                  </a:lnTo>
                  <a:lnTo>
                    <a:pt x="1569297" y="6784224"/>
                  </a:lnTo>
                  <a:lnTo>
                    <a:pt x="1521961" y="6783893"/>
                  </a:lnTo>
                  <a:lnTo>
                    <a:pt x="1491844" y="6783703"/>
                  </a:lnTo>
                  <a:lnTo>
                    <a:pt x="1476537" y="6783615"/>
                  </a:lnTo>
                  <a:lnTo>
                    <a:pt x="1471700" y="6783590"/>
                  </a:lnTo>
                  <a:lnTo>
                    <a:pt x="1471387" y="6783588"/>
                  </a:lnTo>
                  <a:lnTo>
                    <a:pt x="0" y="6783588"/>
                  </a:lnTo>
                  <a:close/>
                </a:path>
              </a:pathLst>
            </a:custGeom>
            <a:solidFill>
              <a:srgbClr val="8BC34A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599" name="pl1599"/>
            <p:cNvSpPr/>
            <p:nvPr/>
          </p:nvSpPr>
          <p:spPr>
            <a:xfrm>
              <a:off x="4799595" y="2797579"/>
              <a:ext cx="11981298" cy="7028778"/>
            </a:xfrm>
            <a:custGeom>
              <a:avLst/>
              <a:pathLst>
                <a:path w="11981298" h="7028778">
                  <a:moveTo>
                    <a:pt x="0" y="6783588"/>
                  </a:moveTo>
                  <a:lnTo>
                    <a:pt x="1471387" y="6783588"/>
                  </a:lnTo>
                  <a:lnTo>
                    <a:pt x="1472624" y="6783594"/>
                  </a:lnTo>
                  <a:lnTo>
                    <a:pt x="1480741" y="6783638"/>
                  </a:lnTo>
                  <a:lnTo>
                    <a:pt x="1501151" y="6783759"/>
                  </a:lnTo>
                  <a:lnTo>
                    <a:pt x="1537509" y="6783998"/>
                  </a:lnTo>
                  <a:lnTo>
                    <a:pt x="1591437" y="6784390"/>
                  </a:lnTo>
                  <a:lnTo>
                    <a:pt x="1662400" y="6784965"/>
                  </a:lnTo>
                  <a:lnTo>
                    <a:pt x="1747934" y="6785742"/>
                  </a:lnTo>
                  <a:lnTo>
                    <a:pt x="1844218" y="6786730"/>
                  </a:lnTo>
                  <a:lnTo>
                    <a:pt x="1946836" y="6787929"/>
                  </a:lnTo>
                  <a:lnTo>
                    <a:pt x="2051509" y="6789335"/>
                  </a:lnTo>
                  <a:lnTo>
                    <a:pt x="2154623" y="6790944"/>
                  </a:lnTo>
                  <a:lnTo>
                    <a:pt x="2253492" y="6792754"/>
                  </a:lnTo>
                  <a:lnTo>
                    <a:pt x="2346393" y="6794771"/>
                  </a:lnTo>
                  <a:lnTo>
                    <a:pt x="2432448" y="6797006"/>
                  </a:lnTo>
                  <a:lnTo>
                    <a:pt x="2511443" y="6799480"/>
                  </a:lnTo>
                  <a:lnTo>
                    <a:pt x="2583636" y="6802222"/>
                  </a:lnTo>
                  <a:lnTo>
                    <a:pt x="2649595" y="6805265"/>
                  </a:lnTo>
                  <a:lnTo>
                    <a:pt x="2710067" y="6808650"/>
                  </a:lnTo>
                  <a:lnTo>
                    <a:pt x="2765888" y="6812422"/>
                  </a:lnTo>
                  <a:lnTo>
                    <a:pt x="2817910" y="6816622"/>
                  </a:lnTo>
                  <a:lnTo>
                    <a:pt x="2866946" y="6821284"/>
                  </a:lnTo>
                  <a:lnTo>
                    <a:pt x="2896531" y="6824453"/>
                  </a:lnTo>
                  <a:lnTo>
                    <a:pt x="2952353" y="6831184"/>
                  </a:lnTo>
                  <a:lnTo>
                    <a:pt x="3006346" y="6838648"/>
                  </a:lnTo>
                  <a:lnTo>
                    <a:pt x="3059250" y="6846854"/>
                  </a:lnTo>
                  <a:lnTo>
                    <a:pt x="3111591" y="6855781"/>
                  </a:lnTo>
                  <a:lnTo>
                    <a:pt x="3163722" y="6865377"/>
                  </a:lnTo>
                  <a:lnTo>
                    <a:pt x="3215855" y="6875553"/>
                  </a:lnTo>
                  <a:lnTo>
                    <a:pt x="3268089" y="6886189"/>
                  </a:lnTo>
                  <a:lnTo>
                    <a:pt x="3320433" y="6897138"/>
                  </a:lnTo>
                  <a:lnTo>
                    <a:pt x="3372839" y="6908232"/>
                  </a:lnTo>
                  <a:lnTo>
                    <a:pt x="3425230" y="6919293"/>
                  </a:lnTo>
                  <a:lnTo>
                    <a:pt x="3477537" y="6930146"/>
                  </a:lnTo>
                  <a:lnTo>
                    <a:pt x="3529728" y="6940628"/>
                  </a:lnTo>
                  <a:lnTo>
                    <a:pt x="3581844" y="6950602"/>
                  </a:lnTo>
                  <a:lnTo>
                    <a:pt x="3634020" y="6959960"/>
                  </a:lnTo>
                  <a:lnTo>
                    <a:pt x="3686519" y="6968625"/>
                  </a:lnTo>
                  <a:lnTo>
                    <a:pt x="3739754" y="6976558"/>
                  </a:lnTo>
                  <a:lnTo>
                    <a:pt x="3794323" y="6983749"/>
                  </a:lnTo>
                  <a:lnTo>
                    <a:pt x="3829811" y="6987913"/>
                  </a:lnTo>
                  <a:lnTo>
                    <a:pt x="3877350" y="6992873"/>
                  </a:lnTo>
                  <a:lnTo>
                    <a:pt x="3927407" y="6997360"/>
                  </a:lnTo>
                  <a:lnTo>
                    <a:pt x="3980745" y="7001396"/>
                  </a:lnTo>
                  <a:lnTo>
                    <a:pt x="4038197" y="7005019"/>
                  </a:lnTo>
                  <a:lnTo>
                    <a:pt x="4100618" y="7008272"/>
                  </a:lnTo>
                  <a:lnTo>
                    <a:pt x="4168817" y="7011198"/>
                  </a:lnTo>
                  <a:lnTo>
                    <a:pt x="4243489" y="7013836"/>
                  </a:lnTo>
                  <a:lnTo>
                    <a:pt x="4325103" y="7016219"/>
                  </a:lnTo>
                  <a:lnTo>
                    <a:pt x="4413763" y="7018371"/>
                  </a:lnTo>
                  <a:lnTo>
                    <a:pt x="4509030" y="7020310"/>
                  </a:lnTo>
                  <a:lnTo>
                    <a:pt x="4609731" y="7022045"/>
                  </a:lnTo>
                  <a:lnTo>
                    <a:pt x="4713791" y="7023578"/>
                  </a:lnTo>
                  <a:lnTo>
                    <a:pt x="4818166" y="7024908"/>
                  </a:lnTo>
                  <a:lnTo>
                    <a:pt x="4918947" y="7026029"/>
                  </a:lnTo>
                  <a:lnTo>
                    <a:pt x="5011731" y="7026938"/>
                  </a:lnTo>
                  <a:lnTo>
                    <a:pt x="5092230" y="7027638"/>
                  </a:lnTo>
                  <a:lnTo>
                    <a:pt x="5157045" y="7028142"/>
                  </a:lnTo>
                  <a:lnTo>
                    <a:pt x="5204381" y="7028473"/>
                  </a:lnTo>
                  <a:lnTo>
                    <a:pt x="5234499" y="7028664"/>
                  </a:lnTo>
                  <a:lnTo>
                    <a:pt x="5249805" y="7028751"/>
                  </a:lnTo>
                  <a:lnTo>
                    <a:pt x="5254643" y="7028777"/>
                  </a:lnTo>
                  <a:lnTo>
                    <a:pt x="5254955" y="7028778"/>
                  </a:lnTo>
                  <a:lnTo>
                    <a:pt x="6726343" y="7028778"/>
                  </a:lnTo>
                  <a:lnTo>
                    <a:pt x="6727095" y="7028672"/>
                  </a:lnTo>
                  <a:lnTo>
                    <a:pt x="6732082" y="7027919"/>
                  </a:lnTo>
                  <a:lnTo>
                    <a:pt x="6744796" y="7025838"/>
                  </a:lnTo>
                  <a:lnTo>
                    <a:pt x="6767877" y="7021735"/>
                  </a:lnTo>
                  <a:lnTo>
                    <a:pt x="6802995" y="7014934"/>
                  </a:lnTo>
                  <a:lnTo>
                    <a:pt x="6850736" y="7004834"/>
                  </a:lnTo>
                  <a:lnTo>
                    <a:pt x="6910586" y="6990954"/>
                  </a:lnTo>
                  <a:lnTo>
                    <a:pt x="6981057" y="6972961"/>
                  </a:lnTo>
                  <a:lnTo>
                    <a:pt x="7059933" y="6950678"/>
                  </a:lnTo>
                  <a:lnTo>
                    <a:pt x="7144597" y="6924062"/>
                  </a:lnTo>
                  <a:lnTo>
                    <a:pt x="7232369" y="6893156"/>
                  </a:lnTo>
                  <a:lnTo>
                    <a:pt x="7320778" y="6858045"/>
                  </a:lnTo>
                  <a:lnTo>
                    <a:pt x="7407753" y="6818799"/>
                  </a:lnTo>
                  <a:lnTo>
                    <a:pt x="7491711" y="6775432"/>
                  </a:lnTo>
                  <a:lnTo>
                    <a:pt x="7571562" y="6727872"/>
                  </a:lnTo>
                  <a:lnTo>
                    <a:pt x="7646661" y="6675940"/>
                  </a:lnTo>
                  <a:lnTo>
                    <a:pt x="7716736" y="6619346"/>
                  </a:lnTo>
                  <a:lnTo>
                    <a:pt x="7781800" y="6557680"/>
                  </a:lnTo>
                  <a:lnTo>
                    <a:pt x="7842074" y="6490422"/>
                  </a:lnTo>
                  <a:lnTo>
                    <a:pt x="7897921" y="6416952"/>
                  </a:lnTo>
                  <a:lnTo>
                    <a:pt x="7949791" y="6336568"/>
                  </a:lnTo>
                  <a:lnTo>
                    <a:pt x="7998184" y="6248516"/>
                  </a:lnTo>
                  <a:lnTo>
                    <a:pt x="8043614" y="6152042"/>
                  </a:lnTo>
                  <a:lnTo>
                    <a:pt x="8086588" y="6046469"/>
                  </a:lnTo>
                  <a:lnTo>
                    <a:pt x="8127584" y="5931316"/>
                  </a:lnTo>
                  <a:lnTo>
                    <a:pt x="8151487" y="5857315"/>
                  </a:lnTo>
                  <a:lnTo>
                    <a:pt x="8176628" y="5773937"/>
                  </a:lnTo>
                  <a:lnTo>
                    <a:pt x="8201308" y="5686473"/>
                  </a:lnTo>
                  <a:lnTo>
                    <a:pt x="8225609" y="5594848"/>
                  </a:lnTo>
                  <a:lnTo>
                    <a:pt x="8249606" y="5499012"/>
                  </a:lnTo>
                  <a:lnTo>
                    <a:pt x="8273362" y="5398946"/>
                  </a:lnTo>
                  <a:lnTo>
                    <a:pt x="8296932" y="5294662"/>
                  </a:lnTo>
                  <a:lnTo>
                    <a:pt x="8320362" y="5186207"/>
                  </a:lnTo>
                  <a:lnTo>
                    <a:pt x="8343692" y="5073665"/>
                  </a:lnTo>
                  <a:lnTo>
                    <a:pt x="8366956" y="4957156"/>
                  </a:lnTo>
                  <a:lnTo>
                    <a:pt x="8390181" y="4836838"/>
                  </a:lnTo>
                  <a:lnTo>
                    <a:pt x="8413388" y="4712911"/>
                  </a:lnTo>
                  <a:lnTo>
                    <a:pt x="8436593" y="4585611"/>
                  </a:lnTo>
                  <a:lnTo>
                    <a:pt x="8459810" y="4455211"/>
                  </a:lnTo>
                  <a:lnTo>
                    <a:pt x="8483045" y="4322024"/>
                  </a:lnTo>
                  <a:lnTo>
                    <a:pt x="8506304" y="4186392"/>
                  </a:lnTo>
                  <a:lnTo>
                    <a:pt x="8529586" y="4048690"/>
                  </a:lnTo>
                  <a:lnTo>
                    <a:pt x="8552889" y="3909318"/>
                  </a:lnTo>
                  <a:lnTo>
                    <a:pt x="8576211" y="3768698"/>
                  </a:lnTo>
                  <a:lnTo>
                    <a:pt x="8599545" y="3627268"/>
                  </a:lnTo>
                  <a:lnTo>
                    <a:pt x="8622885" y="3485476"/>
                  </a:lnTo>
                  <a:lnTo>
                    <a:pt x="8646223" y="3343777"/>
                  </a:lnTo>
                  <a:lnTo>
                    <a:pt x="8669553" y="3202624"/>
                  </a:lnTo>
                  <a:lnTo>
                    <a:pt x="8692868" y="3062460"/>
                  </a:lnTo>
                  <a:lnTo>
                    <a:pt x="8716163" y="2923719"/>
                  </a:lnTo>
                  <a:lnTo>
                    <a:pt x="8739435" y="2786814"/>
                  </a:lnTo>
                  <a:lnTo>
                    <a:pt x="8762684" y="2652136"/>
                  </a:lnTo>
                  <a:lnTo>
                    <a:pt x="8785911" y="2520045"/>
                  </a:lnTo>
                  <a:lnTo>
                    <a:pt x="8809122" y="2390874"/>
                  </a:lnTo>
                  <a:lnTo>
                    <a:pt x="8832327" y="2264918"/>
                  </a:lnTo>
                  <a:lnTo>
                    <a:pt x="8855538" y="2142436"/>
                  </a:lnTo>
                  <a:lnTo>
                    <a:pt x="8878776" y="2023649"/>
                  </a:lnTo>
                  <a:lnTo>
                    <a:pt x="8902063" y="1908741"/>
                  </a:lnTo>
                  <a:lnTo>
                    <a:pt x="8925430" y="1797852"/>
                  </a:lnTo>
                  <a:lnTo>
                    <a:pt x="8948912" y="1691090"/>
                  </a:lnTo>
                  <a:lnTo>
                    <a:pt x="8972551" y="1588522"/>
                  </a:lnTo>
                  <a:lnTo>
                    <a:pt x="8996398" y="1490181"/>
                  </a:lnTo>
                  <a:lnTo>
                    <a:pt x="9020511" y="1396066"/>
                  </a:lnTo>
                  <a:lnTo>
                    <a:pt x="9044958" y="1306145"/>
                  </a:lnTo>
                  <a:lnTo>
                    <a:pt x="9069815" y="1220358"/>
                  </a:lnTo>
                  <a:lnTo>
                    <a:pt x="9084767" y="1171463"/>
                  </a:lnTo>
                  <a:lnTo>
                    <a:pt x="9124779" y="1050460"/>
                  </a:lnTo>
                  <a:lnTo>
                    <a:pt x="9166508" y="939158"/>
                  </a:lnTo>
                  <a:lnTo>
                    <a:pt x="9210401" y="837279"/>
                  </a:lnTo>
                  <a:lnTo>
                    <a:pt x="9256949" y="744245"/>
                  </a:lnTo>
                  <a:lnTo>
                    <a:pt x="9306664" y="659337"/>
                  </a:lnTo>
                  <a:lnTo>
                    <a:pt x="9360059" y="581793"/>
                  </a:lnTo>
                  <a:lnTo>
                    <a:pt x="9417618" y="510876"/>
                  </a:lnTo>
                  <a:lnTo>
                    <a:pt x="9479762" y="445913"/>
                  </a:lnTo>
                  <a:lnTo>
                    <a:pt x="9546804" y="386322"/>
                  </a:lnTo>
                  <a:lnTo>
                    <a:pt x="9618891" y="331626"/>
                  </a:lnTo>
                  <a:lnTo>
                    <a:pt x="9695934" y="281463"/>
                  </a:lnTo>
                  <a:lnTo>
                    <a:pt x="9777520" y="235587"/>
                  </a:lnTo>
                  <a:lnTo>
                    <a:pt x="9862836" y="193863"/>
                  </a:lnTo>
                  <a:lnTo>
                    <a:pt x="9950600" y="156258"/>
                  </a:lnTo>
                  <a:lnTo>
                    <a:pt x="10039029" y="122811"/>
                  </a:lnTo>
                  <a:lnTo>
                    <a:pt x="10125877" y="93603"/>
                  </a:lnTo>
                  <a:lnTo>
                    <a:pt x="10208562" y="68710"/>
                  </a:lnTo>
                  <a:lnTo>
                    <a:pt x="10284390" y="48147"/>
                  </a:lnTo>
                  <a:lnTo>
                    <a:pt x="10350866" y="31821"/>
                  </a:lnTo>
                  <a:lnTo>
                    <a:pt x="10406024" y="19494"/>
                  </a:lnTo>
                  <a:lnTo>
                    <a:pt x="10448741" y="10773"/>
                  </a:lnTo>
                  <a:lnTo>
                    <a:pt x="10478936" y="5123"/>
                  </a:lnTo>
                  <a:lnTo>
                    <a:pt x="10497633" y="1908"/>
                  </a:lnTo>
                  <a:lnTo>
                    <a:pt x="10506905" y="439"/>
                  </a:lnTo>
                  <a:lnTo>
                    <a:pt x="10509743" y="22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00" name="pl1600"/>
            <p:cNvSpPr/>
            <p:nvPr/>
          </p:nvSpPr>
          <p:spPr>
            <a:xfrm>
              <a:off x="4799595" y="2789406"/>
              <a:ext cx="11981298" cy="7028778"/>
            </a:xfrm>
            <a:custGeom>
              <a:avLst/>
              <a:pathLst>
                <a:path w="11981298" h="7028778">
                  <a:moveTo>
                    <a:pt x="11981298" y="0"/>
                  </a:moveTo>
                  <a:lnTo>
                    <a:pt x="10509911" y="0"/>
                  </a:lnTo>
                  <a:lnTo>
                    <a:pt x="10509158" y="105"/>
                  </a:lnTo>
                  <a:lnTo>
                    <a:pt x="10504171" y="859"/>
                  </a:lnTo>
                  <a:lnTo>
                    <a:pt x="10491458" y="2939"/>
                  </a:lnTo>
                  <a:lnTo>
                    <a:pt x="10468376" y="7043"/>
                  </a:lnTo>
                  <a:lnTo>
                    <a:pt x="10433258" y="13844"/>
                  </a:lnTo>
                  <a:lnTo>
                    <a:pt x="10385517" y="23943"/>
                  </a:lnTo>
                  <a:lnTo>
                    <a:pt x="10325667" y="37824"/>
                  </a:lnTo>
                  <a:lnTo>
                    <a:pt x="10255196" y="55817"/>
                  </a:lnTo>
                  <a:lnTo>
                    <a:pt x="10176321" y="78099"/>
                  </a:lnTo>
                  <a:lnTo>
                    <a:pt x="10091656" y="104716"/>
                  </a:lnTo>
                  <a:lnTo>
                    <a:pt x="10003885" y="135621"/>
                  </a:lnTo>
                  <a:lnTo>
                    <a:pt x="9915476" y="170732"/>
                  </a:lnTo>
                  <a:lnTo>
                    <a:pt x="9828500" y="209978"/>
                  </a:lnTo>
                  <a:lnTo>
                    <a:pt x="9744542" y="253345"/>
                  </a:lnTo>
                  <a:lnTo>
                    <a:pt x="9664692" y="300906"/>
                  </a:lnTo>
                  <a:lnTo>
                    <a:pt x="9589592" y="352837"/>
                  </a:lnTo>
                  <a:lnTo>
                    <a:pt x="9519517" y="409432"/>
                  </a:lnTo>
                  <a:lnTo>
                    <a:pt x="9454453" y="471098"/>
                  </a:lnTo>
                  <a:lnTo>
                    <a:pt x="9394179" y="538356"/>
                  </a:lnTo>
                  <a:lnTo>
                    <a:pt x="9338333" y="611826"/>
                  </a:lnTo>
                  <a:lnTo>
                    <a:pt x="9286462" y="692210"/>
                  </a:lnTo>
                  <a:lnTo>
                    <a:pt x="9238070" y="780262"/>
                  </a:lnTo>
                  <a:lnTo>
                    <a:pt x="9192640" y="876736"/>
                  </a:lnTo>
                  <a:lnTo>
                    <a:pt x="9149665" y="982309"/>
                  </a:lnTo>
                  <a:lnTo>
                    <a:pt x="9108669" y="1097462"/>
                  </a:lnTo>
                  <a:lnTo>
                    <a:pt x="9084767" y="1171463"/>
                  </a:lnTo>
                  <a:lnTo>
                    <a:pt x="9059625" y="1254841"/>
                  </a:lnTo>
                  <a:lnTo>
                    <a:pt x="9034945" y="1342304"/>
                  </a:lnTo>
                  <a:lnTo>
                    <a:pt x="9010644" y="1433929"/>
                  </a:lnTo>
                  <a:lnTo>
                    <a:pt x="8986647" y="1529765"/>
                  </a:lnTo>
                  <a:lnTo>
                    <a:pt x="8962891" y="1629832"/>
                  </a:lnTo>
                  <a:lnTo>
                    <a:pt x="8939321" y="1734116"/>
                  </a:lnTo>
                  <a:lnTo>
                    <a:pt x="8915891" y="1842570"/>
                  </a:lnTo>
                  <a:lnTo>
                    <a:pt x="8892561" y="1955113"/>
                  </a:lnTo>
                  <a:lnTo>
                    <a:pt x="8869297" y="2071622"/>
                  </a:lnTo>
                  <a:lnTo>
                    <a:pt x="8846073" y="2191939"/>
                  </a:lnTo>
                  <a:lnTo>
                    <a:pt x="8822866" y="2315867"/>
                  </a:lnTo>
                  <a:lnTo>
                    <a:pt x="8799660" y="2443167"/>
                  </a:lnTo>
                  <a:lnTo>
                    <a:pt x="8776443" y="2573566"/>
                  </a:lnTo>
                  <a:lnTo>
                    <a:pt x="8753208" y="2706754"/>
                  </a:lnTo>
                  <a:lnTo>
                    <a:pt x="8729950" y="2842385"/>
                  </a:lnTo>
                  <a:lnTo>
                    <a:pt x="8706668" y="2980087"/>
                  </a:lnTo>
                  <a:lnTo>
                    <a:pt x="8683364" y="3119460"/>
                  </a:lnTo>
                  <a:lnTo>
                    <a:pt x="8660042" y="3260080"/>
                  </a:lnTo>
                  <a:lnTo>
                    <a:pt x="8636708" y="3401510"/>
                  </a:lnTo>
                  <a:lnTo>
                    <a:pt x="8613369" y="3543301"/>
                  </a:lnTo>
                  <a:lnTo>
                    <a:pt x="8590030" y="3685000"/>
                  </a:lnTo>
                  <a:lnTo>
                    <a:pt x="8566701" y="3826154"/>
                  </a:lnTo>
                  <a:lnTo>
                    <a:pt x="8543386" y="3966317"/>
                  </a:lnTo>
                  <a:lnTo>
                    <a:pt x="8520090" y="4105058"/>
                  </a:lnTo>
                  <a:lnTo>
                    <a:pt x="8496818" y="4241963"/>
                  </a:lnTo>
                  <a:lnTo>
                    <a:pt x="8473569" y="4376642"/>
                  </a:lnTo>
                  <a:lnTo>
                    <a:pt x="8450342" y="4508732"/>
                  </a:lnTo>
                  <a:lnTo>
                    <a:pt x="8427131" y="4637904"/>
                  </a:lnTo>
                  <a:lnTo>
                    <a:pt x="8403927" y="4763860"/>
                  </a:lnTo>
                  <a:lnTo>
                    <a:pt x="8380715" y="4886342"/>
                  </a:lnTo>
                  <a:lnTo>
                    <a:pt x="8357477" y="5005128"/>
                  </a:lnTo>
                  <a:lnTo>
                    <a:pt x="8334190" y="5120037"/>
                  </a:lnTo>
                  <a:lnTo>
                    <a:pt x="8310823" y="5230925"/>
                  </a:lnTo>
                  <a:lnTo>
                    <a:pt x="8287341" y="5337687"/>
                  </a:lnTo>
                  <a:lnTo>
                    <a:pt x="8263702" y="5440255"/>
                  </a:lnTo>
                  <a:lnTo>
                    <a:pt x="8239855" y="5538596"/>
                  </a:lnTo>
                  <a:lnTo>
                    <a:pt x="8215742" y="5632711"/>
                  </a:lnTo>
                  <a:lnTo>
                    <a:pt x="8191296" y="5722632"/>
                  </a:lnTo>
                  <a:lnTo>
                    <a:pt x="8166439" y="5808419"/>
                  </a:lnTo>
                  <a:lnTo>
                    <a:pt x="8151487" y="5857315"/>
                  </a:lnTo>
                  <a:lnTo>
                    <a:pt x="8111474" y="5978318"/>
                  </a:lnTo>
                  <a:lnTo>
                    <a:pt x="8069745" y="6089619"/>
                  </a:lnTo>
                  <a:lnTo>
                    <a:pt x="8025852" y="6191499"/>
                  </a:lnTo>
                  <a:lnTo>
                    <a:pt x="7979305" y="6284533"/>
                  </a:lnTo>
                  <a:lnTo>
                    <a:pt x="7929589" y="6369440"/>
                  </a:lnTo>
                  <a:lnTo>
                    <a:pt x="7876194" y="6446984"/>
                  </a:lnTo>
                  <a:lnTo>
                    <a:pt x="7818635" y="6517901"/>
                  </a:lnTo>
                  <a:lnTo>
                    <a:pt x="7756491" y="6582864"/>
                  </a:lnTo>
                  <a:lnTo>
                    <a:pt x="7689449" y="6642456"/>
                  </a:lnTo>
                  <a:lnTo>
                    <a:pt x="7617362" y="6697151"/>
                  </a:lnTo>
                  <a:lnTo>
                    <a:pt x="7540320" y="6747314"/>
                  </a:lnTo>
                  <a:lnTo>
                    <a:pt x="7458733" y="6793191"/>
                  </a:lnTo>
                  <a:lnTo>
                    <a:pt x="7373417" y="6834914"/>
                  </a:lnTo>
                  <a:lnTo>
                    <a:pt x="7285653" y="6872520"/>
                  </a:lnTo>
                  <a:lnTo>
                    <a:pt x="7197224" y="6905967"/>
                  </a:lnTo>
                  <a:lnTo>
                    <a:pt x="7110377" y="6935174"/>
                  </a:lnTo>
                  <a:lnTo>
                    <a:pt x="7027692" y="6960067"/>
                  </a:lnTo>
                  <a:lnTo>
                    <a:pt x="6951863" y="6980630"/>
                  </a:lnTo>
                  <a:lnTo>
                    <a:pt x="6885388" y="6996957"/>
                  </a:lnTo>
                  <a:lnTo>
                    <a:pt x="6830229" y="7009284"/>
                  </a:lnTo>
                  <a:lnTo>
                    <a:pt x="6787512" y="7018005"/>
                  </a:lnTo>
                  <a:lnTo>
                    <a:pt x="6757317" y="7023655"/>
                  </a:lnTo>
                  <a:lnTo>
                    <a:pt x="6738620" y="7026870"/>
                  </a:lnTo>
                  <a:lnTo>
                    <a:pt x="6729348" y="7028339"/>
                  </a:lnTo>
                  <a:lnTo>
                    <a:pt x="6726510" y="7028755"/>
                  </a:lnTo>
                  <a:lnTo>
                    <a:pt x="6726343" y="7028778"/>
                  </a:lnTo>
                  <a:lnTo>
                    <a:pt x="5254955" y="7028778"/>
                  </a:lnTo>
                  <a:lnTo>
                    <a:pt x="5253718" y="7028772"/>
                  </a:lnTo>
                  <a:lnTo>
                    <a:pt x="5245601" y="7028728"/>
                  </a:lnTo>
                  <a:lnTo>
                    <a:pt x="5225191" y="7028607"/>
                  </a:lnTo>
                  <a:lnTo>
                    <a:pt x="5188833" y="7028368"/>
                  </a:lnTo>
                  <a:lnTo>
                    <a:pt x="5134905" y="7027976"/>
                  </a:lnTo>
                  <a:lnTo>
                    <a:pt x="5063942" y="7027401"/>
                  </a:lnTo>
                  <a:lnTo>
                    <a:pt x="4978408" y="7026624"/>
                  </a:lnTo>
                  <a:lnTo>
                    <a:pt x="4882124" y="7025636"/>
                  </a:lnTo>
                  <a:lnTo>
                    <a:pt x="4779506" y="7024437"/>
                  </a:lnTo>
                  <a:lnTo>
                    <a:pt x="4674833" y="7023031"/>
                  </a:lnTo>
                  <a:lnTo>
                    <a:pt x="4571719" y="7021422"/>
                  </a:lnTo>
                  <a:lnTo>
                    <a:pt x="4472850" y="7019612"/>
                  </a:lnTo>
                  <a:lnTo>
                    <a:pt x="4379949" y="7017596"/>
                  </a:lnTo>
                  <a:lnTo>
                    <a:pt x="4293894" y="7015360"/>
                  </a:lnTo>
                  <a:lnTo>
                    <a:pt x="4214899" y="7012886"/>
                  </a:lnTo>
                  <a:lnTo>
                    <a:pt x="4142706" y="7010145"/>
                  </a:lnTo>
                  <a:lnTo>
                    <a:pt x="4076747" y="7007102"/>
                  </a:lnTo>
                  <a:lnTo>
                    <a:pt x="4016275" y="7003716"/>
                  </a:lnTo>
                  <a:lnTo>
                    <a:pt x="3960454" y="6999944"/>
                  </a:lnTo>
                  <a:lnTo>
                    <a:pt x="3908432" y="6995744"/>
                  </a:lnTo>
                  <a:lnTo>
                    <a:pt x="3859396" y="6991082"/>
                  </a:lnTo>
                  <a:lnTo>
                    <a:pt x="3829811" y="6987913"/>
                  </a:lnTo>
                  <a:lnTo>
                    <a:pt x="3773990" y="6981182"/>
                  </a:lnTo>
                  <a:lnTo>
                    <a:pt x="3719996" y="6973718"/>
                  </a:lnTo>
                  <a:lnTo>
                    <a:pt x="3667092" y="6965512"/>
                  </a:lnTo>
                  <a:lnTo>
                    <a:pt x="3614751" y="6956585"/>
                  </a:lnTo>
                  <a:lnTo>
                    <a:pt x="3562620" y="6946990"/>
                  </a:lnTo>
                  <a:lnTo>
                    <a:pt x="3510487" y="6936814"/>
                  </a:lnTo>
                  <a:lnTo>
                    <a:pt x="3458253" y="6926177"/>
                  </a:lnTo>
                  <a:lnTo>
                    <a:pt x="3405909" y="6915228"/>
                  </a:lnTo>
                  <a:lnTo>
                    <a:pt x="3353503" y="6904134"/>
                  </a:lnTo>
                  <a:lnTo>
                    <a:pt x="3301112" y="6893073"/>
                  </a:lnTo>
                  <a:lnTo>
                    <a:pt x="3248806" y="6882220"/>
                  </a:lnTo>
                  <a:lnTo>
                    <a:pt x="3196614" y="6871738"/>
                  </a:lnTo>
                  <a:lnTo>
                    <a:pt x="3144498" y="6861764"/>
                  </a:lnTo>
                  <a:lnTo>
                    <a:pt x="3092322" y="6852407"/>
                  </a:lnTo>
                  <a:lnTo>
                    <a:pt x="3039823" y="6843741"/>
                  </a:lnTo>
                  <a:lnTo>
                    <a:pt x="2986588" y="6835808"/>
                  </a:lnTo>
                  <a:lnTo>
                    <a:pt x="2932019" y="6828617"/>
                  </a:lnTo>
                  <a:lnTo>
                    <a:pt x="2896531" y="6824453"/>
                  </a:lnTo>
                  <a:lnTo>
                    <a:pt x="2848992" y="6819493"/>
                  </a:lnTo>
                  <a:lnTo>
                    <a:pt x="2798935" y="6815006"/>
                  </a:lnTo>
                  <a:lnTo>
                    <a:pt x="2745597" y="6810970"/>
                  </a:lnTo>
                  <a:lnTo>
                    <a:pt x="2688145" y="6807347"/>
                  </a:lnTo>
                  <a:lnTo>
                    <a:pt x="2625724" y="6804094"/>
                  </a:lnTo>
                  <a:lnTo>
                    <a:pt x="2557525" y="6801168"/>
                  </a:lnTo>
                  <a:lnTo>
                    <a:pt x="2482853" y="6798530"/>
                  </a:lnTo>
                  <a:lnTo>
                    <a:pt x="2401239" y="6796147"/>
                  </a:lnTo>
                  <a:lnTo>
                    <a:pt x="2312579" y="6793995"/>
                  </a:lnTo>
                  <a:lnTo>
                    <a:pt x="2217312" y="6792056"/>
                  </a:lnTo>
                  <a:lnTo>
                    <a:pt x="2116611" y="6790321"/>
                  </a:lnTo>
                  <a:lnTo>
                    <a:pt x="2012551" y="6788788"/>
                  </a:lnTo>
                  <a:lnTo>
                    <a:pt x="1908176" y="6787458"/>
                  </a:lnTo>
                  <a:lnTo>
                    <a:pt x="1807395" y="6786338"/>
                  </a:lnTo>
                  <a:lnTo>
                    <a:pt x="1714612" y="6785429"/>
                  </a:lnTo>
                  <a:lnTo>
                    <a:pt x="1634112" y="6784728"/>
                  </a:lnTo>
                  <a:lnTo>
                    <a:pt x="1569297" y="6784224"/>
                  </a:lnTo>
                  <a:lnTo>
                    <a:pt x="1521961" y="6783893"/>
                  </a:lnTo>
                  <a:lnTo>
                    <a:pt x="1491844" y="6783703"/>
                  </a:lnTo>
                  <a:lnTo>
                    <a:pt x="1476537" y="6783615"/>
                  </a:lnTo>
                  <a:lnTo>
                    <a:pt x="1471700" y="6783590"/>
                  </a:lnTo>
                  <a:lnTo>
                    <a:pt x="1471387" y="6783588"/>
                  </a:lnTo>
                  <a:lnTo>
                    <a:pt x="0" y="678358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01" name="pg1601"/>
            <p:cNvSpPr/>
            <p:nvPr/>
          </p:nvSpPr>
          <p:spPr>
            <a:xfrm>
              <a:off x="4799595" y="3287959"/>
              <a:ext cx="11981298" cy="6562917"/>
            </a:xfrm>
            <a:custGeom>
              <a:avLst/>
              <a:pathLst>
                <a:path w="11981298" h="6562917">
                  <a:moveTo>
                    <a:pt x="0" y="6301381"/>
                  </a:moveTo>
                  <a:lnTo>
                    <a:pt x="1471387" y="6301381"/>
                  </a:lnTo>
                  <a:lnTo>
                    <a:pt x="1472624" y="6301388"/>
                  </a:lnTo>
                  <a:lnTo>
                    <a:pt x="1480741" y="6301435"/>
                  </a:lnTo>
                  <a:lnTo>
                    <a:pt x="1501148" y="6301564"/>
                  </a:lnTo>
                  <a:lnTo>
                    <a:pt x="1537504" y="6301818"/>
                  </a:lnTo>
                  <a:lnTo>
                    <a:pt x="1591428" y="6302236"/>
                  </a:lnTo>
                  <a:lnTo>
                    <a:pt x="1662387" y="6302850"/>
                  </a:lnTo>
                  <a:lnTo>
                    <a:pt x="1747916" y="6303679"/>
                  </a:lnTo>
                  <a:lnTo>
                    <a:pt x="1844195" y="6304732"/>
                  </a:lnTo>
                  <a:lnTo>
                    <a:pt x="1946809" y="6306011"/>
                  </a:lnTo>
                  <a:lnTo>
                    <a:pt x="2051479" y="6307511"/>
                  </a:lnTo>
                  <a:lnTo>
                    <a:pt x="2154591" y="6309227"/>
                  </a:lnTo>
                  <a:lnTo>
                    <a:pt x="2253459" y="6311157"/>
                  </a:lnTo>
                  <a:lnTo>
                    <a:pt x="2346360" y="6313308"/>
                  </a:lnTo>
                  <a:lnTo>
                    <a:pt x="2432416" y="6315693"/>
                  </a:lnTo>
                  <a:lnTo>
                    <a:pt x="2511411" y="6318332"/>
                  </a:lnTo>
                  <a:lnTo>
                    <a:pt x="2583605" y="6321255"/>
                  </a:lnTo>
                  <a:lnTo>
                    <a:pt x="2649564" y="6324501"/>
                  </a:lnTo>
                  <a:lnTo>
                    <a:pt x="2710038" y="6328112"/>
                  </a:lnTo>
                  <a:lnTo>
                    <a:pt x="2765859" y="6332135"/>
                  </a:lnTo>
                  <a:lnTo>
                    <a:pt x="2817881" y="6336615"/>
                  </a:lnTo>
                  <a:lnTo>
                    <a:pt x="2866917" y="6341587"/>
                  </a:lnTo>
                  <a:lnTo>
                    <a:pt x="2896531" y="6344971"/>
                  </a:lnTo>
                  <a:lnTo>
                    <a:pt x="2952297" y="6352143"/>
                  </a:lnTo>
                  <a:lnTo>
                    <a:pt x="3006237" y="6360095"/>
                  </a:lnTo>
                  <a:lnTo>
                    <a:pt x="3059089" y="6368837"/>
                  </a:lnTo>
                  <a:lnTo>
                    <a:pt x="3111378" y="6378347"/>
                  </a:lnTo>
                  <a:lnTo>
                    <a:pt x="3163456" y="6388568"/>
                  </a:lnTo>
                  <a:lnTo>
                    <a:pt x="3215535" y="6399408"/>
                  </a:lnTo>
                  <a:lnTo>
                    <a:pt x="3267715" y="6410740"/>
                  </a:lnTo>
                  <a:lnTo>
                    <a:pt x="3320005" y="6422405"/>
                  </a:lnTo>
                  <a:lnTo>
                    <a:pt x="3372357" y="6434226"/>
                  </a:lnTo>
                  <a:lnTo>
                    <a:pt x="3424694" y="6446013"/>
                  </a:lnTo>
                  <a:lnTo>
                    <a:pt x="3476949" y="6457581"/>
                  </a:lnTo>
                  <a:lnTo>
                    <a:pt x="3529088" y="6468757"/>
                  </a:lnTo>
                  <a:lnTo>
                    <a:pt x="3581151" y="6479393"/>
                  </a:lnTo>
                  <a:lnTo>
                    <a:pt x="3633272" y="6489373"/>
                  </a:lnTo>
                  <a:lnTo>
                    <a:pt x="3685710" y="6498618"/>
                  </a:lnTo>
                  <a:lnTo>
                    <a:pt x="3738874" y="6507084"/>
                  </a:lnTo>
                  <a:lnTo>
                    <a:pt x="3793359" y="6514760"/>
                  </a:lnTo>
                  <a:lnTo>
                    <a:pt x="3829811" y="6519328"/>
                  </a:lnTo>
                  <a:lnTo>
                    <a:pt x="3877349" y="6524618"/>
                  </a:lnTo>
                  <a:lnTo>
                    <a:pt x="3927404" y="6529404"/>
                  </a:lnTo>
                  <a:lnTo>
                    <a:pt x="3980740" y="6533710"/>
                  </a:lnTo>
                  <a:lnTo>
                    <a:pt x="4038191" y="6537574"/>
                  </a:lnTo>
                  <a:lnTo>
                    <a:pt x="4100608" y="6541044"/>
                  </a:lnTo>
                  <a:lnTo>
                    <a:pt x="4168805" y="6544165"/>
                  </a:lnTo>
                  <a:lnTo>
                    <a:pt x="4243473" y="6546979"/>
                  </a:lnTo>
                  <a:lnTo>
                    <a:pt x="4325084" y="6549520"/>
                  </a:lnTo>
                  <a:lnTo>
                    <a:pt x="4413740" y="6551816"/>
                  </a:lnTo>
                  <a:lnTo>
                    <a:pt x="4509002" y="6553884"/>
                  </a:lnTo>
                  <a:lnTo>
                    <a:pt x="4609699" y="6555734"/>
                  </a:lnTo>
                  <a:lnTo>
                    <a:pt x="4713756" y="6557370"/>
                  </a:lnTo>
                  <a:lnTo>
                    <a:pt x="4818128" y="6558788"/>
                  </a:lnTo>
                  <a:lnTo>
                    <a:pt x="4918909" y="6559984"/>
                  </a:lnTo>
                  <a:lnTo>
                    <a:pt x="5011693" y="6560954"/>
                  </a:lnTo>
                  <a:lnTo>
                    <a:pt x="5092197" y="6561701"/>
                  </a:lnTo>
                  <a:lnTo>
                    <a:pt x="5157018" y="6562239"/>
                  </a:lnTo>
                  <a:lnTo>
                    <a:pt x="5204361" y="6562592"/>
                  </a:lnTo>
                  <a:lnTo>
                    <a:pt x="5234487" y="6562795"/>
                  </a:lnTo>
                  <a:lnTo>
                    <a:pt x="5249800" y="6562889"/>
                  </a:lnTo>
                  <a:lnTo>
                    <a:pt x="5254642" y="6562916"/>
                  </a:lnTo>
                  <a:lnTo>
                    <a:pt x="5254955" y="6562917"/>
                  </a:lnTo>
                  <a:lnTo>
                    <a:pt x="6726343" y="6562917"/>
                  </a:lnTo>
                  <a:lnTo>
                    <a:pt x="6727124" y="6562814"/>
                  </a:lnTo>
                  <a:lnTo>
                    <a:pt x="6732302" y="6562083"/>
                  </a:lnTo>
                  <a:lnTo>
                    <a:pt x="6745490" y="6560065"/>
                  </a:lnTo>
                  <a:lnTo>
                    <a:pt x="6769403" y="6556085"/>
                  </a:lnTo>
                  <a:lnTo>
                    <a:pt x="6805725" y="6549492"/>
                  </a:lnTo>
                  <a:lnTo>
                    <a:pt x="6854999" y="6539707"/>
                  </a:lnTo>
                  <a:lnTo>
                    <a:pt x="6916612" y="6526274"/>
                  </a:lnTo>
                  <a:lnTo>
                    <a:pt x="6988942" y="6508884"/>
                  </a:lnTo>
                  <a:lnTo>
                    <a:pt x="7069629" y="6487378"/>
                  </a:lnTo>
                  <a:lnTo>
                    <a:pt x="7155931" y="6461727"/>
                  </a:lnTo>
                  <a:lnTo>
                    <a:pt x="7245074" y="6431981"/>
                  </a:lnTo>
                  <a:lnTo>
                    <a:pt x="7334539" y="6398221"/>
                  </a:lnTo>
                  <a:lnTo>
                    <a:pt x="7422245" y="6360510"/>
                  </a:lnTo>
                  <a:lnTo>
                    <a:pt x="7506631" y="6318849"/>
                  </a:lnTo>
                  <a:lnTo>
                    <a:pt x="7586650" y="6273152"/>
                  </a:lnTo>
                  <a:lnTo>
                    <a:pt x="7661712" y="6223226"/>
                  </a:lnTo>
                  <a:lnTo>
                    <a:pt x="7731599" y="6168763"/>
                  </a:lnTo>
                  <a:lnTo>
                    <a:pt x="7796378" y="6109345"/>
                  </a:lnTo>
                  <a:lnTo>
                    <a:pt x="7856318" y="6044444"/>
                  </a:lnTo>
                  <a:lnTo>
                    <a:pt x="7911823" y="5973438"/>
                  </a:lnTo>
                  <a:lnTo>
                    <a:pt x="7963378" y="5895628"/>
                  </a:lnTo>
                  <a:lnTo>
                    <a:pt x="8011507" y="5810281"/>
                  </a:lnTo>
                  <a:lnTo>
                    <a:pt x="8056748" y="5716675"/>
                  </a:lnTo>
                  <a:lnTo>
                    <a:pt x="8099620" y="5614196"/>
                  </a:lnTo>
                  <a:lnTo>
                    <a:pt x="8140604" y="5502471"/>
                  </a:lnTo>
                  <a:lnTo>
                    <a:pt x="8151487" y="5470460"/>
                  </a:lnTo>
                  <a:lnTo>
                    <a:pt x="8177476" y="5389990"/>
                  </a:lnTo>
                  <a:lnTo>
                    <a:pt x="8202974" y="5305444"/>
                  </a:lnTo>
                  <a:lnTo>
                    <a:pt x="8228074" y="5216744"/>
                  </a:lnTo>
                  <a:lnTo>
                    <a:pt x="8252855" y="5123842"/>
                  </a:lnTo>
                  <a:lnTo>
                    <a:pt x="8277387" y="5026722"/>
                  </a:lnTo>
                  <a:lnTo>
                    <a:pt x="8301729" y="4925402"/>
                  </a:lnTo>
                  <a:lnTo>
                    <a:pt x="8325931" y="4819937"/>
                  </a:lnTo>
                  <a:lnTo>
                    <a:pt x="8350035" y="4710422"/>
                  </a:lnTo>
                  <a:lnTo>
                    <a:pt x="8374077" y="4596990"/>
                  </a:lnTo>
                  <a:lnTo>
                    <a:pt x="8398084" y="4479818"/>
                  </a:lnTo>
                  <a:lnTo>
                    <a:pt x="8422080" y="4359123"/>
                  </a:lnTo>
                  <a:lnTo>
                    <a:pt x="8446079" y="4235162"/>
                  </a:lnTo>
                  <a:lnTo>
                    <a:pt x="8470094" y="4108234"/>
                  </a:lnTo>
                  <a:lnTo>
                    <a:pt x="8494131" y="3978674"/>
                  </a:lnTo>
                  <a:lnTo>
                    <a:pt x="8518193" y="3846851"/>
                  </a:lnTo>
                  <a:lnTo>
                    <a:pt x="8542280" y="3713164"/>
                  </a:lnTo>
                  <a:lnTo>
                    <a:pt x="8566389" y="3578039"/>
                  </a:lnTo>
                  <a:lnTo>
                    <a:pt x="8590513" y="3441921"/>
                  </a:lnTo>
                  <a:lnTo>
                    <a:pt x="8614646" y="3305269"/>
                  </a:lnTo>
                  <a:lnTo>
                    <a:pt x="8638780" y="3168549"/>
                  </a:lnTo>
                  <a:lnTo>
                    <a:pt x="8662908" y="3032229"/>
                  </a:lnTo>
                  <a:lnTo>
                    <a:pt x="8687021" y="2896772"/>
                  </a:lnTo>
                  <a:lnTo>
                    <a:pt x="8711115" y="2762626"/>
                  </a:lnTo>
                  <a:lnTo>
                    <a:pt x="8735185" y="2630223"/>
                  </a:lnTo>
                  <a:lnTo>
                    <a:pt x="8759229" y="2499970"/>
                  </a:lnTo>
                  <a:lnTo>
                    <a:pt x="8783250" y="2372247"/>
                  </a:lnTo>
                  <a:lnTo>
                    <a:pt x="8807253" y="2247398"/>
                  </a:lnTo>
                  <a:lnTo>
                    <a:pt x="8831247" y="2125733"/>
                  </a:lnTo>
                  <a:lnTo>
                    <a:pt x="8855249" y="2007521"/>
                  </a:lnTo>
                  <a:lnTo>
                    <a:pt x="8879278" y="1892990"/>
                  </a:lnTo>
                  <a:lnTo>
                    <a:pt x="8903361" y="1782330"/>
                  </a:lnTo>
                  <a:lnTo>
                    <a:pt x="8927531" y="1675685"/>
                  </a:lnTo>
                  <a:lnTo>
                    <a:pt x="8951828" y="1573162"/>
                  </a:lnTo>
                  <a:lnTo>
                    <a:pt x="8976299" y="1474827"/>
                  </a:lnTo>
                  <a:lnTo>
                    <a:pt x="9001002" y="1380709"/>
                  </a:lnTo>
                  <a:lnTo>
                    <a:pt x="9026003" y="1290800"/>
                  </a:lnTo>
                  <a:lnTo>
                    <a:pt x="9051377" y="1205063"/>
                  </a:lnTo>
                  <a:lnTo>
                    <a:pt x="9077214" y="1123427"/>
                  </a:lnTo>
                  <a:lnTo>
                    <a:pt x="9084767" y="1100630"/>
                  </a:lnTo>
                  <a:lnTo>
                    <a:pt x="9125312" y="986375"/>
                  </a:lnTo>
                  <a:lnTo>
                    <a:pt x="9167624" y="881403"/>
                  </a:lnTo>
                  <a:lnTo>
                    <a:pt x="9212170" y="785436"/>
                  </a:lnTo>
                  <a:lnTo>
                    <a:pt x="9259461" y="697910"/>
                  </a:lnTo>
                  <a:lnTo>
                    <a:pt x="9310031" y="618123"/>
                  </a:lnTo>
                  <a:lnTo>
                    <a:pt x="9364410" y="545336"/>
                  </a:lnTo>
                  <a:lnTo>
                    <a:pt x="9423099" y="478839"/>
                  </a:lnTo>
                  <a:lnTo>
                    <a:pt x="9486528" y="417985"/>
                  </a:lnTo>
                  <a:lnTo>
                    <a:pt x="9555009" y="362221"/>
                  </a:lnTo>
                  <a:lnTo>
                    <a:pt x="9628670" y="311095"/>
                  </a:lnTo>
                  <a:lnTo>
                    <a:pt x="9707381" y="264270"/>
                  </a:lnTo>
                  <a:lnTo>
                    <a:pt x="9790661" y="221524"/>
                  </a:lnTo>
                  <a:lnTo>
                    <a:pt x="9877596" y="182741"/>
                  </a:lnTo>
                  <a:lnTo>
                    <a:pt x="9966768" y="147902"/>
                  </a:lnTo>
                  <a:lnTo>
                    <a:pt x="10056232" y="117055"/>
                  </a:lnTo>
                  <a:lnTo>
                    <a:pt x="10143575" y="90282"/>
                  </a:lnTo>
                  <a:lnTo>
                    <a:pt x="10226070" y="67648"/>
                  </a:lnTo>
                  <a:lnTo>
                    <a:pt x="10300930" y="49147"/>
                  </a:lnTo>
                  <a:lnTo>
                    <a:pt x="10365657" y="34661"/>
                  </a:lnTo>
                  <a:lnTo>
                    <a:pt x="10418396" y="23923"/>
                  </a:lnTo>
                  <a:lnTo>
                    <a:pt x="10458239" y="16514"/>
                  </a:lnTo>
                  <a:lnTo>
                    <a:pt x="10485408" y="11885"/>
                  </a:lnTo>
                  <a:lnTo>
                    <a:pt x="10501287" y="9400"/>
                  </a:lnTo>
                  <a:lnTo>
                    <a:pt x="10508322" y="8385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9129" y="102"/>
                  </a:lnTo>
                  <a:lnTo>
                    <a:pt x="10503951" y="833"/>
                  </a:lnTo>
                  <a:lnTo>
                    <a:pt x="10490763" y="2851"/>
                  </a:lnTo>
                  <a:lnTo>
                    <a:pt x="10466850" y="6831"/>
                  </a:lnTo>
                  <a:lnTo>
                    <a:pt x="10430528" y="13425"/>
                  </a:lnTo>
                  <a:lnTo>
                    <a:pt x="10381254" y="23210"/>
                  </a:lnTo>
                  <a:lnTo>
                    <a:pt x="10319641" y="36643"/>
                  </a:lnTo>
                  <a:lnTo>
                    <a:pt x="10247311" y="54033"/>
                  </a:lnTo>
                  <a:lnTo>
                    <a:pt x="10166624" y="75538"/>
                  </a:lnTo>
                  <a:lnTo>
                    <a:pt x="10080322" y="101190"/>
                  </a:lnTo>
                  <a:lnTo>
                    <a:pt x="9991179" y="130936"/>
                  </a:lnTo>
                  <a:lnTo>
                    <a:pt x="9901714" y="164696"/>
                  </a:lnTo>
                  <a:lnTo>
                    <a:pt x="9814008" y="202407"/>
                  </a:lnTo>
                  <a:lnTo>
                    <a:pt x="9729622" y="244067"/>
                  </a:lnTo>
                  <a:lnTo>
                    <a:pt x="9649603" y="289764"/>
                  </a:lnTo>
                  <a:lnTo>
                    <a:pt x="9574542" y="339691"/>
                  </a:lnTo>
                  <a:lnTo>
                    <a:pt x="9504655" y="394153"/>
                  </a:lnTo>
                  <a:lnTo>
                    <a:pt x="9439876" y="453571"/>
                  </a:lnTo>
                  <a:lnTo>
                    <a:pt x="9379935" y="518472"/>
                  </a:lnTo>
                  <a:lnTo>
                    <a:pt x="9324430" y="589479"/>
                  </a:lnTo>
                  <a:lnTo>
                    <a:pt x="9272876" y="667288"/>
                  </a:lnTo>
                  <a:lnTo>
                    <a:pt x="9224746" y="752636"/>
                  </a:lnTo>
                  <a:lnTo>
                    <a:pt x="9179505" y="846242"/>
                  </a:lnTo>
                  <a:lnTo>
                    <a:pt x="9136633" y="948720"/>
                  </a:lnTo>
                  <a:lnTo>
                    <a:pt x="9095649" y="1060445"/>
                  </a:lnTo>
                  <a:lnTo>
                    <a:pt x="9084767" y="1092457"/>
                  </a:lnTo>
                  <a:lnTo>
                    <a:pt x="9058777" y="1172926"/>
                  </a:lnTo>
                  <a:lnTo>
                    <a:pt x="9033279" y="1257472"/>
                  </a:lnTo>
                  <a:lnTo>
                    <a:pt x="9008179" y="1346172"/>
                  </a:lnTo>
                  <a:lnTo>
                    <a:pt x="8983398" y="1439074"/>
                  </a:lnTo>
                  <a:lnTo>
                    <a:pt x="8958866" y="1536194"/>
                  </a:lnTo>
                  <a:lnTo>
                    <a:pt x="8934524" y="1637515"/>
                  </a:lnTo>
                  <a:lnTo>
                    <a:pt x="8910322" y="1742979"/>
                  </a:lnTo>
                  <a:lnTo>
                    <a:pt x="8886218" y="1852495"/>
                  </a:lnTo>
                  <a:lnTo>
                    <a:pt x="8862176" y="1965926"/>
                  </a:lnTo>
                  <a:lnTo>
                    <a:pt x="8838169" y="2083098"/>
                  </a:lnTo>
                  <a:lnTo>
                    <a:pt x="8814174" y="2203794"/>
                  </a:lnTo>
                  <a:lnTo>
                    <a:pt x="8790174" y="2327754"/>
                  </a:lnTo>
                  <a:lnTo>
                    <a:pt x="8766160" y="2454682"/>
                  </a:lnTo>
                  <a:lnTo>
                    <a:pt x="8742122" y="2584243"/>
                  </a:lnTo>
                  <a:lnTo>
                    <a:pt x="8718060" y="2716066"/>
                  </a:lnTo>
                  <a:lnTo>
                    <a:pt x="8693973" y="2849752"/>
                  </a:lnTo>
                  <a:lnTo>
                    <a:pt x="8669865" y="2984877"/>
                  </a:lnTo>
                  <a:lnTo>
                    <a:pt x="8645740" y="3120995"/>
                  </a:lnTo>
                  <a:lnTo>
                    <a:pt x="8621607" y="3257648"/>
                  </a:lnTo>
                  <a:lnTo>
                    <a:pt x="8597473" y="3394368"/>
                  </a:lnTo>
                  <a:lnTo>
                    <a:pt x="8573345" y="3530687"/>
                  </a:lnTo>
                  <a:lnTo>
                    <a:pt x="8549232" y="3666145"/>
                  </a:lnTo>
                  <a:lnTo>
                    <a:pt x="8525138" y="3800291"/>
                  </a:lnTo>
                  <a:lnTo>
                    <a:pt x="8501069" y="3932694"/>
                  </a:lnTo>
                  <a:lnTo>
                    <a:pt x="8477024" y="4062946"/>
                  </a:lnTo>
                  <a:lnTo>
                    <a:pt x="8453003" y="4190669"/>
                  </a:lnTo>
                  <a:lnTo>
                    <a:pt x="8429001" y="4315518"/>
                  </a:lnTo>
                  <a:lnTo>
                    <a:pt x="8405006" y="4437184"/>
                  </a:lnTo>
                  <a:lnTo>
                    <a:pt x="8381004" y="4555396"/>
                  </a:lnTo>
                  <a:lnTo>
                    <a:pt x="8356975" y="4669926"/>
                  </a:lnTo>
                  <a:lnTo>
                    <a:pt x="8332892" y="4780587"/>
                  </a:lnTo>
                  <a:lnTo>
                    <a:pt x="8308722" y="4887232"/>
                  </a:lnTo>
                  <a:lnTo>
                    <a:pt x="8284425" y="4989754"/>
                  </a:lnTo>
                  <a:lnTo>
                    <a:pt x="8259954" y="5088090"/>
                  </a:lnTo>
                  <a:lnTo>
                    <a:pt x="8235251" y="5182208"/>
                  </a:lnTo>
                  <a:lnTo>
                    <a:pt x="8210251" y="5272116"/>
                  </a:lnTo>
                  <a:lnTo>
                    <a:pt x="8184876" y="5357854"/>
                  </a:lnTo>
                  <a:lnTo>
                    <a:pt x="8159039" y="5439489"/>
                  </a:lnTo>
                  <a:lnTo>
                    <a:pt x="8151487" y="5462287"/>
                  </a:lnTo>
                  <a:lnTo>
                    <a:pt x="8110942" y="5576541"/>
                  </a:lnTo>
                  <a:lnTo>
                    <a:pt x="8068629" y="5681513"/>
                  </a:lnTo>
                  <a:lnTo>
                    <a:pt x="8024083" y="5777480"/>
                  </a:lnTo>
                  <a:lnTo>
                    <a:pt x="7976792" y="5865007"/>
                  </a:lnTo>
                  <a:lnTo>
                    <a:pt x="7926223" y="5944794"/>
                  </a:lnTo>
                  <a:lnTo>
                    <a:pt x="7871843" y="6017580"/>
                  </a:lnTo>
                  <a:lnTo>
                    <a:pt x="7813154" y="6084078"/>
                  </a:lnTo>
                  <a:lnTo>
                    <a:pt x="7749725" y="6144931"/>
                  </a:lnTo>
                  <a:lnTo>
                    <a:pt x="7681245" y="6200696"/>
                  </a:lnTo>
                  <a:lnTo>
                    <a:pt x="7607583" y="6251822"/>
                  </a:lnTo>
                  <a:lnTo>
                    <a:pt x="7528873" y="6298646"/>
                  </a:lnTo>
                  <a:lnTo>
                    <a:pt x="7445592" y="6341392"/>
                  </a:lnTo>
                  <a:lnTo>
                    <a:pt x="7358657" y="6380175"/>
                  </a:lnTo>
                  <a:lnTo>
                    <a:pt x="7269486" y="6415015"/>
                  </a:lnTo>
                  <a:lnTo>
                    <a:pt x="7180022" y="6445861"/>
                  </a:lnTo>
                  <a:lnTo>
                    <a:pt x="7092678" y="6472634"/>
                  </a:lnTo>
                  <a:lnTo>
                    <a:pt x="7010184" y="6495269"/>
                  </a:lnTo>
                  <a:lnTo>
                    <a:pt x="6935323" y="6513769"/>
                  </a:lnTo>
                  <a:lnTo>
                    <a:pt x="6870596" y="6528255"/>
                  </a:lnTo>
                  <a:lnTo>
                    <a:pt x="6817857" y="6538993"/>
                  </a:lnTo>
                  <a:lnTo>
                    <a:pt x="6778014" y="6546403"/>
                  </a:lnTo>
                  <a:lnTo>
                    <a:pt x="6750845" y="6551032"/>
                  </a:lnTo>
                  <a:lnTo>
                    <a:pt x="6734967" y="6553517"/>
                  </a:lnTo>
                  <a:lnTo>
                    <a:pt x="6727931" y="6554532"/>
                  </a:lnTo>
                  <a:lnTo>
                    <a:pt x="6726343" y="6554744"/>
                  </a:lnTo>
                  <a:lnTo>
                    <a:pt x="5254955" y="6554744"/>
                  </a:lnTo>
                  <a:lnTo>
                    <a:pt x="5253718" y="6554738"/>
                  </a:lnTo>
                  <a:lnTo>
                    <a:pt x="5245601" y="6554691"/>
                  </a:lnTo>
                  <a:lnTo>
                    <a:pt x="5225194" y="6554562"/>
                  </a:lnTo>
                  <a:lnTo>
                    <a:pt x="5188838" y="6554307"/>
                  </a:lnTo>
                  <a:lnTo>
                    <a:pt x="5134914" y="6553889"/>
                  </a:lnTo>
                  <a:lnTo>
                    <a:pt x="5063956" y="6553275"/>
                  </a:lnTo>
                  <a:lnTo>
                    <a:pt x="4978426" y="6552447"/>
                  </a:lnTo>
                  <a:lnTo>
                    <a:pt x="4882147" y="6551393"/>
                  </a:lnTo>
                  <a:lnTo>
                    <a:pt x="4779533" y="6550114"/>
                  </a:lnTo>
                  <a:lnTo>
                    <a:pt x="4674863" y="6548615"/>
                  </a:lnTo>
                  <a:lnTo>
                    <a:pt x="4571751" y="6546899"/>
                  </a:lnTo>
                  <a:lnTo>
                    <a:pt x="4472883" y="6544968"/>
                  </a:lnTo>
                  <a:lnTo>
                    <a:pt x="4379982" y="6542817"/>
                  </a:lnTo>
                  <a:lnTo>
                    <a:pt x="4293927" y="6540433"/>
                  </a:lnTo>
                  <a:lnTo>
                    <a:pt x="4214931" y="6537794"/>
                  </a:lnTo>
                  <a:lnTo>
                    <a:pt x="4142737" y="6534870"/>
                  </a:lnTo>
                  <a:lnTo>
                    <a:pt x="4076778" y="6531624"/>
                  </a:lnTo>
                  <a:lnTo>
                    <a:pt x="4016304" y="6528013"/>
                  </a:lnTo>
                  <a:lnTo>
                    <a:pt x="3960483" y="6523990"/>
                  </a:lnTo>
                  <a:lnTo>
                    <a:pt x="3908461" y="6519510"/>
                  </a:lnTo>
                  <a:lnTo>
                    <a:pt x="3859425" y="6514538"/>
                  </a:lnTo>
                  <a:lnTo>
                    <a:pt x="3829811" y="6511155"/>
                  </a:lnTo>
                  <a:lnTo>
                    <a:pt x="3774046" y="6503983"/>
                  </a:lnTo>
                  <a:lnTo>
                    <a:pt x="3720105" y="6496030"/>
                  </a:lnTo>
                  <a:lnTo>
                    <a:pt x="3667253" y="6487289"/>
                  </a:lnTo>
                  <a:lnTo>
                    <a:pt x="3614965" y="6477779"/>
                  </a:lnTo>
                  <a:lnTo>
                    <a:pt x="3562887" y="6467557"/>
                  </a:lnTo>
                  <a:lnTo>
                    <a:pt x="3510807" y="6456717"/>
                  </a:lnTo>
                  <a:lnTo>
                    <a:pt x="3458627" y="6445386"/>
                  </a:lnTo>
                  <a:lnTo>
                    <a:pt x="3406337" y="6433720"/>
                  </a:lnTo>
                  <a:lnTo>
                    <a:pt x="3353986" y="6421899"/>
                  </a:lnTo>
                  <a:lnTo>
                    <a:pt x="3301648" y="6410112"/>
                  </a:lnTo>
                  <a:lnTo>
                    <a:pt x="3249393" y="6398544"/>
                  </a:lnTo>
                  <a:lnTo>
                    <a:pt x="3197254" y="6387369"/>
                  </a:lnTo>
                  <a:lnTo>
                    <a:pt x="3145191" y="6376733"/>
                  </a:lnTo>
                  <a:lnTo>
                    <a:pt x="3093070" y="6366752"/>
                  </a:lnTo>
                  <a:lnTo>
                    <a:pt x="3040632" y="6357507"/>
                  </a:lnTo>
                  <a:lnTo>
                    <a:pt x="2987468" y="6349042"/>
                  </a:lnTo>
                  <a:lnTo>
                    <a:pt x="2932983" y="6341366"/>
                  </a:lnTo>
                  <a:lnTo>
                    <a:pt x="2896531" y="6336798"/>
                  </a:lnTo>
                  <a:lnTo>
                    <a:pt x="2848993" y="6331507"/>
                  </a:lnTo>
                  <a:lnTo>
                    <a:pt x="2798938" y="6326721"/>
                  </a:lnTo>
                  <a:lnTo>
                    <a:pt x="2745602" y="6322416"/>
                  </a:lnTo>
                  <a:lnTo>
                    <a:pt x="2688151" y="6318551"/>
                  </a:lnTo>
                  <a:lnTo>
                    <a:pt x="2625734" y="6315082"/>
                  </a:lnTo>
                  <a:lnTo>
                    <a:pt x="2557537" y="6311960"/>
                  </a:lnTo>
                  <a:lnTo>
                    <a:pt x="2482869" y="6309147"/>
                  </a:lnTo>
                  <a:lnTo>
                    <a:pt x="2401258" y="6306605"/>
                  </a:lnTo>
                  <a:lnTo>
                    <a:pt x="2312602" y="6304310"/>
                  </a:lnTo>
                  <a:lnTo>
                    <a:pt x="2217340" y="6302242"/>
                  </a:lnTo>
                  <a:lnTo>
                    <a:pt x="2116643" y="6300391"/>
                  </a:lnTo>
                  <a:lnTo>
                    <a:pt x="2012586" y="6298755"/>
                  </a:lnTo>
                  <a:lnTo>
                    <a:pt x="1908214" y="6297337"/>
                  </a:lnTo>
                  <a:lnTo>
                    <a:pt x="1807434" y="6296141"/>
                  </a:lnTo>
                  <a:lnTo>
                    <a:pt x="1714649" y="6295172"/>
                  </a:lnTo>
                  <a:lnTo>
                    <a:pt x="1634145" y="6294425"/>
                  </a:lnTo>
                  <a:lnTo>
                    <a:pt x="1569324" y="6293887"/>
                  </a:lnTo>
                  <a:lnTo>
                    <a:pt x="1521981" y="6293533"/>
                  </a:lnTo>
                  <a:lnTo>
                    <a:pt x="1491856" y="6293330"/>
                  </a:lnTo>
                  <a:lnTo>
                    <a:pt x="1476542" y="6293237"/>
                  </a:lnTo>
                  <a:lnTo>
                    <a:pt x="1471700" y="6293210"/>
                  </a:lnTo>
                  <a:lnTo>
                    <a:pt x="1471387" y="6293208"/>
                  </a:lnTo>
                  <a:lnTo>
                    <a:pt x="0" y="6293208"/>
                  </a:lnTo>
                  <a:close/>
                </a:path>
              </a:pathLst>
            </a:custGeom>
            <a:solidFill>
              <a:srgbClr val="8BC34A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602" name="pl1602"/>
            <p:cNvSpPr/>
            <p:nvPr/>
          </p:nvSpPr>
          <p:spPr>
            <a:xfrm>
              <a:off x="4799595" y="3296132"/>
              <a:ext cx="11981298" cy="6554744"/>
            </a:xfrm>
            <a:custGeom>
              <a:avLst/>
              <a:pathLst>
                <a:path w="11981298" h="6554744">
                  <a:moveTo>
                    <a:pt x="0" y="6293208"/>
                  </a:moveTo>
                  <a:lnTo>
                    <a:pt x="1471387" y="6293208"/>
                  </a:lnTo>
                  <a:lnTo>
                    <a:pt x="1472624" y="6293215"/>
                  </a:lnTo>
                  <a:lnTo>
                    <a:pt x="1480741" y="6293262"/>
                  </a:lnTo>
                  <a:lnTo>
                    <a:pt x="1501148" y="6293391"/>
                  </a:lnTo>
                  <a:lnTo>
                    <a:pt x="1537504" y="6293645"/>
                  </a:lnTo>
                  <a:lnTo>
                    <a:pt x="1591428" y="6294063"/>
                  </a:lnTo>
                  <a:lnTo>
                    <a:pt x="1662387" y="6294677"/>
                  </a:lnTo>
                  <a:lnTo>
                    <a:pt x="1747916" y="6295506"/>
                  </a:lnTo>
                  <a:lnTo>
                    <a:pt x="1844195" y="6296559"/>
                  </a:lnTo>
                  <a:lnTo>
                    <a:pt x="1946809" y="6297838"/>
                  </a:lnTo>
                  <a:lnTo>
                    <a:pt x="2051479" y="6299338"/>
                  </a:lnTo>
                  <a:lnTo>
                    <a:pt x="2154591" y="6301054"/>
                  </a:lnTo>
                  <a:lnTo>
                    <a:pt x="2253459" y="6302984"/>
                  </a:lnTo>
                  <a:lnTo>
                    <a:pt x="2346360" y="6305135"/>
                  </a:lnTo>
                  <a:lnTo>
                    <a:pt x="2432416" y="6307520"/>
                  </a:lnTo>
                  <a:lnTo>
                    <a:pt x="2511411" y="6310159"/>
                  </a:lnTo>
                  <a:lnTo>
                    <a:pt x="2583605" y="6313082"/>
                  </a:lnTo>
                  <a:lnTo>
                    <a:pt x="2649564" y="6316328"/>
                  </a:lnTo>
                  <a:lnTo>
                    <a:pt x="2710038" y="6319939"/>
                  </a:lnTo>
                  <a:lnTo>
                    <a:pt x="2765859" y="6323962"/>
                  </a:lnTo>
                  <a:lnTo>
                    <a:pt x="2817881" y="6328442"/>
                  </a:lnTo>
                  <a:lnTo>
                    <a:pt x="2866917" y="6333414"/>
                  </a:lnTo>
                  <a:lnTo>
                    <a:pt x="2896531" y="6336798"/>
                  </a:lnTo>
                  <a:lnTo>
                    <a:pt x="2952297" y="6343970"/>
                  </a:lnTo>
                  <a:lnTo>
                    <a:pt x="3006237" y="6351922"/>
                  </a:lnTo>
                  <a:lnTo>
                    <a:pt x="3059089" y="6360664"/>
                  </a:lnTo>
                  <a:lnTo>
                    <a:pt x="3111378" y="6370174"/>
                  </a:lnTo>
                  <a:lnTo>
                    <a:pt x="3163456" y="6380395"/>
                  </a:lnTo>
                  <a:lnTo>
                    <a:pt x="3215535" y="6391235"/>
                  </a:lnTo>
                  <a:lnTo>
                    <a:pt x="3267715" y="6402567"/>
                  </a:lnTo>
                  <a:lnTo>
                    <a:pt x="3320005" y="6414232"/>
                  </a:lnTo>
                  <a:lnTo>
                    <a:pt x="3372357" y="6426053"/>
                  </a:lnTo>
                  <a:lnTo>
                    <a:pt x="3424694" y="6437840"/>
                  </a:lnTo>
                  <a:lnTo>
                    <a:pt x="3476949" y="6449408"/>
                  </a:lnTo>
                  <a:lnTo>
                    <a:pt x="3529088" y="6460584"/>
                  </a:lnTo>
                  <a:lnTo>
                    <a:pt x="3581151" y="6471220"/>
                  </a:lnTo>
                  <a:lnTo>
                    <a:pt x="3633272" y="6481200"/>
                  </a:lnTo>
                  <a:lnTo>
                    <a:pt x="3685710" y="6490445"/>
                  </a:lnTo>
                  <a:lnTo>
                    <a:pt x="3738874" y="6498911"/>
                  </a:lnTo>
                  <a:lnTo>
                    <a:pt x="3793359" y="6506587"/>
                  </a:lnTo>
                  <a:lnTo>
                    <a:pt x="3829811" y="6511155"/>
                  </a:lnTo>
                  <a:lnTo>
                    <a:pt x="3877349" y="6516445"/>
                  </a:lnTo>
                  <a:lnTo>
                    <a:pt x="3927404" y="6521231"/>
                  </a:lnTo>
                  <a:lnTo>
                    <a:pt x="3980740" y="6525537"/>
                  </a:lnTo>
                  <a:lnTo>
                    <a:pt x="4038191" y="6529401"/>
                  </a:lnTo>
                  <a:lnTo>
                    <a:pt x="4100608" y="6532871"/>
                  </a:lnTo>
                  <a:lnTo>
                    <a:pt x="4168805" y="6535992"/>
                  </a:lnTo>
                  <a:lnTo>
                    <a:pt x="4243473" y="6538806"/>
                  </a:lnTo>
                  <a:lnTo>
                    <a:pt x="4325084" y="6541347"/>
                  </a:lnTo>
                  <a:lnTo>
                    <a:pt x="4413740" y="6543643"/>
                  </a:lnTo>
                  <a:lnTo>
                    <a:pt x="4509002" y="6545711"/>
                  </a:lnTo>
                  <a:lnTo>
                    <a:pt x="4609699" y="6547561"/>
                  </a:lnTo>
                  <a:lnTo>
                    <a:pt x="4713756" y="6549197"/>
                  </a:lnTo>
                  <a:lnTo>
                    <a:pt x="4818128" y="6550615"/>
                  </a:lnTo>
                  <a:lnTo>
                    <a:pt x="4918909" y="6551811"/>
                  </a:lnTo>
                  <a:lnTo>
                    <a:pt x="5011693" y="6552781"/>
                  </a:lnTo>
                  <a:lnTo>
                    <a:pt x="5092197" y="6553528"/>
                  </a:lnTo>
                  <a:lnTo>
                    <a:pt x="5157018" y="6554066"/>
                  </a:lnTo>
                  <a:lnTo>
                    <a:pt x="5204361" y="6554419"/>
                  </a:lnTo>
                  <a:lnTo>
                    <a:pt x="5234487" y="6554622"/>
                  </a:lnTo>
                  <a:lnTo>
                    <a:pt x="5249800" y="6554716"/>
                  </a:lnTo>
                  <a:lnTo>
                    <a:pt x="5254642" y="6554743"/>
                  </a:lnTo>
                  <a:lnTo>
                    <a:pt x="5254955" y="6554744"/>
                  </a:lnTo>
                  <a:lnTo>
                    <a:pt x="6726343" y="6554744"/>
                  </a:lnTo>
                  <a:lnTo>
                    <a:pt x="6727124" y="6554641"/>
                  </a:lnTo>
                  <a:lnTo>
                    <a:pt x="6732302" y="6553910"/>
                  </a:lnTo>
                  <a:lnTo>
                    <a:pt x="6745490" y="6551892"/>
                  </a:lnTo>
                  <a:lnTo>
                    <a:pt x="6769403" y="6547912"/>
                  </a:lnTo>
                  <a:lnTo>
                    <a:pt x="6805725" y="6541319"/>
                  </a:lnTo>
                  <a:lnTo>
                    <a:pt x="6854999" y="6531534"/>
                  </a:lnTo>
                  <a:lnTo>
                    <a:pt x="6916612" y="6518101"/>
                  </a:lnTo>
                  <a:lnTo>
                    <a:pt x="6988942" y="6500711"/>
                  </a:lnTo>
                  <a:lnTo>
                    <a:pt x="7069629" y="6479205"/>
                  </a:lnTo>
                  <a:lnTo>
                    <a:pt x="7155931" y="6453554"/>
                  </a:lnTo>
                  <a:lnTo>
                    <a:pt x="7245074" y="6423808"/>
                  </a:lnTo>
                  <a:lnTo>
                    <a:pt x="7334539" y="6390048"/>
                  </a:lnTo>
                  <a:lnTo>
                    <a:pt x="7422245" y="6352337"/>
                  </a:lnTo>
                  <a:lnTo>
                    <a:pt x="7506631" y="6310676"/>
                  </a:lnTo>
                  <a:lnTo>
                    <a:pt x="7586650" y="6264979"/>
                  </a:lnTo>
                  <a:lnTo>
                    <a:pt x="7661712" y="6215053"/>
                  </a:lnTo>
                  <a:lnTo>
                    <a:pt x="7731599" y="6160590"/>
                  </a:lnTo>
                  <a:lnTo>
                    <a:pt x="7796378" y="6101172"/>
                  </a:lnTo>
                  <a:lnTo>
                    <a:pt x="7856318" y="6036271"/>
                  </a:lnTo>
                  <a:lnTo>
                    <a:pt x="7911823" y="5965265"/>
                  </a:lnTo>
                  <a:lnTo>
                    <a:pt x="7963378" y="5887455"/>
                  </a:lnTo>
                  <a:lnTo>
                    <a:pt x="8011507" y="5802108"/>
                  </a:lnTo>
                  <a:lnTo>
                    <a:pt x="8056748" y="5708502"/>
                  </a:lnTo>
                  <a:lnTo>
                    <a:pt x="8099620" y="5606023"/>
                  </a:lnTo>
                  <a:lnTo>
                    <a:pt x="8140604" y="5494298"/>
                  </a:lnTo>
                  <a:lnTo>
                    <a:pt x="8151487" y="5462287"/>
                  </a:lnTo>
                  <a:lnTo>
                    <a:pt x="8177476" y="5381817"/>
                  </a:lnTo>
                  <a:lnTo>
                    <a:pt x="8202974" y="5297271"/>
                  </a:lnTo>
                  <a:lnTo>
                    <a:pt x="8228074" y="5208571"/>
                  </a:lnTo>
                  <a:lnTo>
                    <a:pt x="8252855" y="5115669"/>
                  </a:lnTo>
                  <a:lnTo>
                    <a:pt x="8277387" y="5018549"/>
                  </a:lnTo>
                  <a:lnTo>
                    <a:pt x="8301729" y="4917229"/>
                  </a:lnTo>
                  <a:lnTo>
                    <a:pt x="8325931" y="4811764"/>
                  </a:lnTo>
                  <a:lnTo>
                    <a:pt x="8350035" y="4702249"/>
                  </a:lnTo>
                  <a:lnTo>
                    <a:pt x="8374077" y="4588817"/>
                  </a:lnTo>
                  <a:lnTo>
                    <a:pt x="8398084" y="4471645"/>
                  </a:lnTo>
                  <a:lnTo>
                    <a:pt x="8422080" y="4350950"/>
                  </a:lnTo>
                  <a:lnTo>
                    <a:pt x="8446079" y="4226989"/>
                  </a:lnTo>
                  <a:lnTo>
                    <a:pt x="8470094" y="4100061"/>
                  </a:lnTo>
                  <a:lnTo>
                    <a:pt x="8494131" y="3970501"/>
                  </a:lnTo>
                  <a:lnTo>
                    <a:pt x="8518193" y="3838678"/>
                  </a:lnTo>
                  <a:lnTo>
                    <a:pt x="8542280" y="3704991"/>
                  </a:lnTo>
                  <a:lnTo>
                    <a:pt x="8566389" y="3569866"/>
                  </a:lnTo>
                  <a:lnTo>
                    <a:pt x="8590513" y="3433748"/>
                  </a:lnTo>
                  <a:lnTo>
                    <a:pt x="8614646" y="3297096"/>
                  </a:lnTo>
                  <a:lnTo>
                    <a:pt x="8638780" y="3160376"/>
                  </a:lnTo>
                  <a:lnTo>
                    <a:pt x="8662908" y="3024056"/>
                  </a:lnTo>
                  <a:lnTo>
                    <a:pt x="8687021" y="2888599"/>
                  </a:lnTo>
                  <a:lnTo>
                    <a:pt x="8711115" y="2754453"/>
                  </a:lnTo>
                  <a:lnTo>
                    <a:pt x="8735185" y="2622050"/>
                  </a:lnTo>
                  <a:lnTo>
                    <a:pt x="8759229" y="2491797"/>
                  </a:lnTo>
                  <a:lnTo>
                    <a:pt x="8783250" y="2364074"/>
                  </a:lnTo>
                  <a:lnTo>
                    <a:pt x="8807253" y="2239225"/>
                  </a:lnTo>
                  <a:lnTo>
                    <a:pt x="8831247" y="2117560"/>
                  </a:lnTo>
                  <a:lnTo>
                    <a:pt x="8855249" y="1999348"/>
                  </a:lnTo>
                  <a:lnTo>
                    <a:pt x="8879278" y="1884817"/>
                  </a:lnTo>
                  <a:lnTo>
                    <a:pt x="8903361" y="1774157"/>
                  </a:lnTo>
                  <a:lnTo>
                    <a:pt x="8927531" y="1667512"/>
                  </a:lnTo>
                  <a:lnTo>
                    <a:pt x="8951828" y="1564989"/>
                  </a:lnTo>
                  <a:lnTo>
                    <a:pt x="8976299" y="1466654"/>
                  </a:lnTo>
                  <a:lnTo>
                    <a:pt x="9001002" y="1372536"/>
                  </a:lnTo>
                  <a:lnTo>
                    <a:pt x="9026003" y="1282627"/>
                  </a:lnTo>
                  <a:lnTo>
                    <a:pt x="9051377" y="1196890"/>
                  </a:lnTo>
                  <a:lnTo>
                    <a:pt x="9077214" y="1115254"/>
                  </a:lnTo>
                  <a:lnTo>
                    <a:pt x="9084767" y="1092457"/>
                  </a:lnTo>
                  <a:lnTo>
                    <a:pt x="9125312" y="978202"/>
                  </a:lnTo>
                  <a:lnTo>
                    <a:pt x="9167624" y="873230"/>
                  </a:lnTo>
                  <a:lnTo>
                    <a:pt x="9212170" y="777263"/>
                  </a:lnTo>
                  <a:lnTo>
                    <a:pt x="9259461" y="689737"/>
                  </a:lnTo>
                  <a:lnTo>
                    <a:pt x="9310031" y="609950"/>
                  </a:lnTo>
                  <a:lnTo>
                    <a:pt x="9364410" y="537163"/>
                  </a:lnTo>
                  <a:lnTo>
                    <a:pt x="9423099" y="470666"/>
                  </a:lnTo>
                  <a:lnTo>
                    <a:pt x="9486528" y="409812"/>
                  </a:lnTo>
                  <a:lnTo>
                    <a:pt x="9555009" y="354048"/>
                  </a:lnTo>
                  <a:lnTo>
                    <a:pt x="9628670" y="302922"/>
                  </a:lnTo>
                  <a:lnTo>
                    <a:pt x="9707381" y="256097"/>
                  </a:lnTo>
                  <a:lnTo>
                    <a:pt x="9790661" y="213351"/>
                  </a:lnTo>
                  <a:lnTo>
                    <a:pt x="9877596" y="174568"/>
                  </a:lnTo>
                  <a:lnTo>
                    <a:pt x="9966768" y="139729"/>
                  </a:lnTo>
                  <a:lnTo>
                    <a:pt x="10056232" y="108882"/>
                  </a:lnTo>
                  <a:lnTo>
                    <a:pt x="10143575" y="82109"/>
                  </a:lnTo>
                  <a:lnTo>
                    <a:pt x="10226070" y="59475"/>
                  </a:lnTo>
                  <a:lnTo>
                    <a:pt x="10300930" y="40974"/>
                  </a:lnTo>
                  <a:lnTo>
                    <a:pt x="10365657" y="26488"/>
                  </a:lnTo>
                  <a:lnTo>
                    <a:pt x="10418396" y="15750"/>
                  </a:lnTo>
                  <a:lnTo>
                    <a:pt x="10458239" y="8341"/>
                  </a:lnTo>
                  <a:lnTo>
                    <a:pt x="10485408" y="3712"/>
                  </a:lnTo>
                  <a:lnTo>
                    <a:pt x="10501287" y="1227"/>
                  </a:lnTo>
                  <a:lnTo>
                    <a:pt x="10508322" y="212"/>
                  </a:lnTo>
                  <a:lnTo>
                    <a:pt x="10509894" y="2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03" name="pl1603"/>
            <p:cNvSpPr/>
            <p:nvPr/>
          </p:nvSpPr>
          <p:spPr>
            <a:xfrm>
              <a:off x="4799595" y="3287959"/>
              <a:ext cx="11981298" cy="6554744"/>
            </a:xfrm>
            <a:custGeom>
              <a:avLst/>
              <a:pathLst>
                <a:path w="11981298" h="6554744">
                  <a:moveTo>
                    <a:pt x="11981298" y="0"/>
                  </a:moveTo>
                  <a:lnTo>
                    <a:pt x="10509911" y="0"/>
                  </a:lnTo>
                  <a:lnTo>
                    <a:pt x="10509129" y="102"/>
                  </a:lnTo>
                  <a:lnTo>
                    <a:pt x="10503951" y="833"/>
                  </a:lnTo>
                  <a:lnTo>
                    <a:pt x="10490763" y="2851"/>
                  </a:lnTo>
                  <a:lnTo>
                    <a:pt x="10466850" y="6831"/>
                  </a:lnTo>
                  <a:lnTo>
                    <a:pt x="10430528" y="13425"/>
                  </a:lnTo>
                  <a:lnTo>
                    <a:pt x="10381254" y="23210"/>
                  </a:lnTo>
                  <a:lnTo>
                    <a:pt x="10319641" y="36643"/>
                  </a:lnTo>
                  <a:lnTo>
                    <a:pt x="10247311" y="54033"/>
                  </a:lnTo>
                  <a:lnTo>
                    <a:pt x="10166624" y="75538"/>
                  </a:lnTo>
                  <a:lnTo>
                    <a:pt x="10080322" y="101190"/>
                  </a:lnTo>
                  <a:lnTo>
                    <a:pt x="9991179" y="130936"/>
                  </a:lnTo>
                  <a:lnTo>
                    <a:pt x="9901714" y="164696"/>
                  </a:lnTo>
                  <a:lnTo>
                    <a:pt x="9814008" y="202407"/>
                  </a:lnTo>
                  <a:lnTo>
                    <a:pt x="9729622" y="244067"/>
                  </a:lnTo>
                  <a:lnTo>
                    <a:pt x="9649603" y="289764"/>
                  </a:lnTo>
                  <a:lnTo>
                    <a:pt x="9574542" y="339691"/>
                  </a:lnTo>
                  <a:lnTo>
                    <a:pt x="9504655" y="394153"/>
                  </a:lnTo>
                  <a:lnTo>
                    <a:pt x="9439876" y="453571"/>
                  </a:lnTo>
                  <a:lnTo>
                    <a:pt x="9379935" y="518472"/>
                  </a:lnTo>
                  <a:lnTo>
                    <a:pt x="9324430" y="589479"/>
                  </a:lnTo>
                  <a:lnTo>
                    <a:pt x="9272876" y="667288"/>
                  </a:lnTo>
                  <a:lnTo>
                    <a:pt x="9224746" y="752636"/>
                  </a:lnTo>
                  <a:lnTo>
                    <a:pt x="9179505" y="846242"/>
                  </a:lnTo>
                  <a:lnTo>
                    <a:pt x="9136633" y="948720"/>
                  </a:lnTo>
                  <a:lnTo>
                    <a:pt x="9095649" y="1060445"/>
                  </a:lnTo>
                  <a:lnTo>
                    <a:pt x="9084767" y="1092457"/>
                  </a:lnTo>
                  <a:lnTo>
                    <a:pt x="9058777" y="1172926"/>
                  </a:lnTo>
                  <a:lnTo>
                    <a:pt x="9033279" y="1257472"/>
                  </a:lnTo>
                  <a:lnTo>
                    <a:pt x="9008179" y="1346172"/>
                  </a:lnTo>
                  <a:lnTo>
                    <a:pt x="8983398" y="1439074"/>
                  </a:lnTo>
                  <a:lnTo>
                    <a:pt x="8958866" y="1536194"/>
                  </a:lnTo>
                  <a:lnTo>
                    <a:pt x="8934524" y="1637515"/>
                  </a:lnTo>
                  <a:lnTo>
                    <a:pt x="8910322" y="1742979"/>
                  </a:lnTo>
                  <a:lnTo>
                    <a:pt x="8886218" y="1852495"/>
                  </a:lnTo>
                  <a:lnTo>
                    <a:pt x="8862176" y="1965926"/>
                  </a:lnTo>
                  <a:lnTo>
                    <a:pt x="8838169" y="2083098"/>
                  </a:lnTo>
                  <a:lnTo>
                    <a:pt x="8814174" y="2203794"/>
                  </a:lnTo>
                  <a:lnTo>
                    <a:pt x="8790174" y="2327754"/>
                  </a:lnTo>
                  <a:lnTo>
                    <a:pt x="8766160" y="2454682"/>
                  </a:lnTo>
                  <a:lnTo>
                    <a:pt x="8742122" y="2584243"/>
                  </a:lnTo>
                  <a:lnTo>
                    <a:pt x="8718060" y="2716066"/>
                  </a:lnTo>
                  <a:lnTo>
                    <a:pt x="8693973" y="2849752"/>
                  </a:lnTo>
                  <a:lnTo>
                    <a:pt x="8669865" y="2984877"/>
                  </a:lnTo>
                  <a:lnTo>
                    <a:pt x="8645740" y="3120995"/>
                  </a:lnTo>
                  <a:lnTo>
                    <a:pt x="8621607" y="3257648"/>
                  </a:lnTo>
                  <a:lnTo>
                    <a:pt x="8597473" y="3394368"/>
                  </a:lnTo>
                  <a:lnTo>
                    <a:pt x="8573345" y="3530687"/>
                  </a:lnTo>
                  <a:lnTo>
                    <a:pt x="8549232" y="3666145"/>
                  </a:lnTo>
                  <a:lnTo>
                    <a:pt x="8525138" y="3800291"/>
                  </a:lnTo>
                  <a:lnTo>
                    <a:pt x="8501069" y="3932694"/>
                  </a:lnTo>
                  <a:lnTo>
                    <a:pt x="8477024" y="4062946"/>
                  </a:lnTo>
                  <a:lnTo>
                    <a:pt x="8453003" y="4190669"/>
                  </a:lnTo>
                  <a:lnTo>
                    <a:pt x="8429001" y="4315518"/>
                  </a:lnTo>
                  <a:lnTo>
                    <a:pt x="8405006" y="4437184"/>
                  </a:lnTo>
                  <a:lnTo>
                    <a:pt x="8381004" y="4555396"/>
                  </a:lnTo>
                  <a:lnTo>
                    <a:pt x="8356975" y="4669926"/>
                  </a:lnTo>
                  <a:lnTo>
                    <a:pt x="8332892" y="4780587"/>
                  </a:lnTo>
                  <a:lnTo>
                    <a:pt x="8308722" y="4887232"/>
                  </a:lnTo>
                  <a:lnTo>
                    <a:pt x="8284425" y="4989754"/>
                  </a:lnTo>
                  <a:lnTo>
                    <a:pt x="8259954" y="5088090"/>
                  </a:lnTo>
                  <a:lnTo>
                    <a:pt x="8235251" y="5182208"/>
                  </a:lnTo>
                  <a:lnTo>
                    <a:pt x="8210251" y="5272116"/>
                  </a:lnTo>
                  <a:lnTo>
                    <a:pt x="8184876" y="5357854"/>
                  </a:lnTo>
                  <a:lnTo>
                    <a:pt x="8159039" y="5439489"/>
                  </a:lnTo>
                  <a:lnTo>
                    <a:pt x="8151487" y="5462287"/>
                  </a:lnTo>
                  <a:lnTo>
                    <a:pt x="8110942" y="5576541"/>
                  </a:lnTo>
                  <a:lnTo>
                    <a:pt x="8068629" y="5681513"/>
                  </a:lnTo>
                  <a:lnTo>
                    <a:pt x="8024083" y="5777480"/>
                  </a:lnTo>
                  <a:lnTo>
                    <a:pt x="7976792" y="5865007"/>
                  </a:lnTo>
                  <a:lnTo>
                    <a:pt x="7926223" y="5944794"/>
                  </a:lnTo>
                  <a:lnTo>
                    <a:pt x="7871843" y="6017580"/>
                  </a:lnTo>
                  <a:lnTo>
                    <a:pt x="7813154" y="6084078"/>
                  </a:lnTo>
                  <a:lnTo>
                    <a:pt x="7749725" y="6144931"/>
                  </a:lnTo>
                  <a:lnTo>
                    <a:pt x="7681245" y="6200696"/>
                  </a:lnTo>
                  <a:lnTo>
                    <a:pt x="7607583" y="6251822"/>
                  </a:lnTo>
                  <a:lnTo>
                    <a:pt x="7528873" y="6298646"/>
                  </a:lnTo>
                  <a:lnTo>
                    <a:pt x="7445592" y="6341392"/>
                  </a:lnTo>
                  <a:lnTo>
                    <a:pt x="7358657" y="6380175"/>
                  </a:lnTo>
                  <a:lnTo>
                    <a:pt x="7269486" y="6415015"/>
                  </a:lnTo>
                  <a:lnTo>
                    <a:pt x="7180022" y="6445861"/>
                  </a:lnTo>
                  <a:lnTo>
                    <a:pt x="7092678" y="6472634"/>
                  </a:lnTo>
                  <a:lnTo>
                    <a:pt x="7010184" y="6495269"/>
                  </a:lnTo>
                  <a:lnTo>
                    <a:pt x="6935323" y="6513769"/>
                  </a:lnTo>
                  <a:lnTo>
                    <a:pt x="6870596" y="6528255"/>
                  </a:lnTo>
                  <a:lnTo>
                    <a:pt x="6817857" y="6538993"/>
                  </a:lnTo>
                  <a:lnTo>
                    <a:pt x="6778014" y="6546403"/>
                  </a:lnTo>
                  <a:lnTo>
                    <a:pt x="6750845" y="6551032"/>
                  </a:lnTo>
                  <a:lnTo>
                    <a:pt x="6734967" y="6553517"/>
                  </a:lnTo>
                  <a:lnTo>
                    <a:pt x="6727931" y="6554532"/>
                  </a:lnTo>
                  <a:lnTo>
                    <a:pt x="6726359" y="6554742"/>
                  </a:lnTo>
                  <a:lnTo>
                    <a:pt x="6726343" y="6554744"/>
                  </a:lnTo>
                  <a:lnTo>
                    <a:pt x="5254955" y="6554744"/>
                  </a:lnTo>
                  <a:lnTo>
                    <a:pt x="5253718" y="6554738"/>
                  </a:lnTo>
                  <a:lnTo>
                    <a:pt x="5245601" y="6554691"/>
                  </a:lnTo>
                  <a:lnTo>
                    <a:pt x="5225194" y="6554562"/>
                  </a:lnTo>
                  <a:lnTo>
                    <a:pt x="5188838" y="6554307"/>
                  </a:lnTo>
                  <a:lnTo>
                    <a:pt x="5134914" y="6553889"/>
                  </a:lnTo>
                  <a:lnTo>
                    <a:pt x="5063956" y="6553275"/>
                  </a:lnTo>
                  <a:lnTo>
                    <a:pt x="4978426" y="6552447"/>
                  </a:lnTo>
                  <a:lnTo>
                    <a:pt x="4882147" y="6551393"/>
                  </a:lnTo>
                  <a:lnTo>
                    <a:pt x="4779533" y="6550114"/>
                  </a:lnTo>
                  <a:lnTo>
                    <a:pt x="4674863" y="6548615"/>
                  </a:lnTo>
                  <a:lnTo>
                    <a:pt x="4571751" y="6546899"/>
                  </a:lnTo>
                  <a:lnTo>
                    <a:pt x="4472883" y="6544968"/>
                  </a:lnTo>
                  <a:lnTo>
                    <a:pt x="4379982" y="6542817"/>
                  </a:lnTo>
                  <a:lnTo>
                    <a:pt x="4293927" y="6540433"/>
                  </a:lnTo>
                  <a:lnTo>
                    <a:pt x="4214931" y="6537794"/>
                  </a:lnTo>
                  <a:lnTo>
                    <a:pt x="4142737" y="6534870"/>
                  </a:lnTo>
                  <a:lnTo>
                    <a:pt x="4076778" y="6531624"/>
                  </a:lnTo>
                  <a:lnTo>
                    <a:pt x="4016304" y="6528013"/>
                  </a:lnTo>
                  <a:lnTo>
                    <a:pt x="3960483" y="6523990"/>
                  </a:lnTo>
                  <a:lnTo>
                    <a:pt x="3908461" y="6519510"/>
                  </a:lnTo>
                  <a:lnTo>
                    <a:pt x="3859425" y="6514538"/>
                  </a:lnTo>
                  <a:lnTo>
                    <a:pt x="3829811" y="6511155"/>
                  </a:lnTo>
                  <a:lnTo>
                    <a:pt x="3774046" y="6503983"/>
                  </a:lnTo>
                  <a:lnTo>
                    <a:pt x="3720105" y="6496030"/>
                  </a:lnTo>
                  <a:lnTo>
                    <a:pt x="3667253" y="6487289"/>
                  </a:lnTo>
                  <a:lnTo>
                    <a:pt x="3614965" y="6477779"/>
                  </a:lnTo>
                  <a:lnTo>
                    <a:pt x="3562887" y="6467557"/>
                  </a:lnTo>
                  <a:lnTo>
                    <a:pt x="3510807" y="6456717"/>
                  </a:lnTo>
                  <a:lnTo>
                    <a:pt x="3458627" y="6445386"/>
                  </a:lnTo>
                  <a:lnTo>
                    <a:pt x="3406337" y="6433720"/>
                  </a:lnTo>
                  <a:lnTo>
                    <a:pt x="3353986" y="6421899"/>
                  </a:lnTo>
                  <a:lnTo>
                    <a:pt x="3301648" y="6410112"/>
                  </a:lnTo>
                  <a:lnTo>
                    <a:pt x="3249393" y="6398544"/>
                  </a:lnTo>
                  <a:lnTo>
                    <a:pt x="3197254" y="6387369"/>
                  </a:lnTo>
                  <a:lnTo>
                    <a:pt x="3145191" y="6376733"/>
                  </a:lnTo>
                  <a:lnTo>
                    <a:pt x="3093070" y="6366752"/>
                  </a:lnTo>
                  <a:lnTo>
                    <a:pt x="3040632" y="6357507"/>
                  </a:lnTo>
                  <a:lnTo>
                    <a:pt x="2987468" y="6349042"/>
                  </a:lnTo>
                  <a:lnTo>
                    <a:pt x="2932983" y="6341366"/>
                  </a:lnTo>
                  <a:lnTo>
                    <a:pt x="2896531" y="6336798"/>
                  </a:lnTo>
                  <a:lnTo>
                    <a:pt x="2848993" y="6331507"/>
                  </a:lnTo>
                  <a:lnTo>
                    <a:pt x="2798938" y="6326721"/>
                  </a:lnTo>
                  <a:lnTo>
                    <a:pt x="2745602" y="6322416"/>
                  </a:lnTo>
                  <a:lnTo>
                    <a:pt x="2688151" y="6318551"/>
                  </a:lnTo>
                  <a:lnTo>
                    <a:pt x="2625734" y="6315082"/>
                  </a:lnTo>
                  <a:lnTo>
                    <a:pt x="2557537" y="6311960"/>
                  </a:lnTo>
                  <a:lnTo>
                    <a:pt x="2482869" y="6309147"/>
                  </a:lnTo>
                  <a:lnTo>
                    <a:pt x="2401258" y="6306605"/>
                  </a:lnTo>
                  <a:lnTo>
                    <a:pt x="2312602" y="6304310"/>
                  </a:lnTo>
                  <a:lnTo>
                    <a:pt x="2217340" y="6302242"/>
                  </a:lnTo>
                  <a:lnTo>
                    <a:pt x="2116643" y="6300391"/>
                  </a:lnTo>
                  <a:lnTo>
                    <a:pt x="2012586" y="6298755"/>
                  </a:lnTo>
                  <a:lnTo>
                    <a:pt x="1908214" y="6297337"/>
                  </a:lnTo>
                  <a:lnTo>
                    <a:pt x="1807434" y="6296141"/>
                  </a:lnTo>
                  <a:lnTo>
                    <a:pt x="1714649" y="6295172"/>
                  </a:lnTo>
                  <a:lnTo>
                    <a:pt x="1634145" y="6294425"/>
                  </a:lnTo>
                  <a:lnTo>
                    <a:pt x="1569324" y="6293887"/>
                  </a:lnTo>
                  <a:lnTo>
                    <a:pt x="1521981" y="6293533"/>
                  </a:lnTo>
                  <a:lnTo>
                    <a:pt x="1491856" y="6293330"/>
                  </a:lnTo>
                  <a:lnTo>
                    <a:pt x="1476542" y="6293237"/>
                  </a:lnTo>
                  <a:lnTo>
                    <a:pt x="1471700" y="6293210"/>
                  </a:lnTo>
                  <a:lnTo>
                    <a:pt x="1471387" y="6293208"/>
                  </a:lnTo>
                  <a:lnTo>
                    <a:pt x="0" y="629320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04" name="pg1604"/>
            <p:cNvSpPr/>
            <p:nvPr/>
          </p:nvSpPr>
          <p:spPr>
            <a:xfrm>
              <a:off x="4799595" y="6761483"/>
              <a:ext cx="11981298" cy="3138431"/>
            </a:xfrm>
            <a:custGeom>
              <a:avLst/>
              <a:pathLst>
                <a:path w="11981298" h="3138431">
                  <a:moveTo>
                    <a:pt x="0" y="2836030"/>
                  </a:moveTo>
                  <a:lnTo>
                    <a:pt x="1471387" y="2836030"/>
                  </a:lnTo>
                  <a:lnTo>
                    <a:pt x="1472624" y="2836037"/>
                  </a:lnTo>
                  <a:lnTo>
                    <a:pt x="1480738" y="2836092"/>
                  </a:lnTo>
                  <a:lnTo>
                    <a:pt x="1501142" y="2836241"/>
                  </a:lnTo>
                  <a:lnTo>
                    <a:pt x="1537490" y="2836535"/>
                  </a:lnTo>
                  <a:lnTo>
                    <a:pt x="1591403" y="2837019"/>
                  </a:lnTo>
                  <a:lnTo>
                    <a:pt x="1662349" y="2837728"/>
                  </a:lnTo>
                  <a:lnTo>
                    <a:pt x="1747865" y="2838686"/>
                  </a:lnTo>
                  <a:lnTo>
                    <a:pt x="1844132" y="2839904"/>
                  </a:lnTo>
                  <a:lnTo>
                    <a:pt x="1946735" y="2841382"/>
                  </a:lnTo>
                  <a:lnTo>
                    <a:pt x="2051397" y="2843116"/>
                  </a:lnTo>
                  <a:lnTo>
                    <a:pt x="2154503" y="2845099"/>
                  </a:lnTo>
                  <a:lnTo>
                    <a:pt x="2253369" y="2847331"/>
                  </a:lnTo>
                  <a:lnTo>
                    <a:pt x="2346268" y="2849818"/>
                  </a:lnTo>
                  <a:lnTo>
                    <a:pt x="2432325" y="2852574"/>
                  </a:lnTo>
                  <a:lnTo>
                    <a:pt x="2511322" y="2855625"/>
                  </a:lnTo>
                  <a:lnTo>
                    <a:pt x="2583518" y="2859005"/>
                  </a:lnTo>
                  <a:lnTo>
                    <a:pt x="2649480" y="2862757"/>
                  </a:lnTo>
                  <a:lnTo>
                    <a:pt x="2709956" y="2866931"/>
                  </a:lnTo>
                  <a:lnTo>
                    <a:pt x="2765779" y="2871582"/>
                  </a:lnTo>
                  <a:lnTo>
                    <a:pt x="2817802" y="2876760"/>
                  </a:lnTo>
                  <a:lnTo>
                    <a:pt x="2866838" y="2882508"/>
                  </a:lnTo>
                  <a:lnTo>
                    <a:pt x="2896531" y="2886430"/>
                  </a:lnTo>
                  <a:lnTo>
                    <a:pt x="2952142" y="2894698"/>
                  </a:lnTo>
                  <a:lnTo>
                    <a:pt x="3005936" y="2903863"/>
                  </a:lnTo>
                  <a:lnTo>
                    <a:pt x="3058645" y="2913936"/>
                  </a:lnTo>
                  <a:lnTo>
                    <a:pt x="3110789" y="2924893"/>
                  </a:lnTo>
                  <a:lnTo>
                    <a:pt x="3162721" y="2936668"/>
                  </a:lnTo>
                  <a:lnTo>
                    <a:pt x="3214653" y="2949156"/>
                  </a:lnTo>
                  <a:lnTo>
                    <a:pt x="3266684" y="2962213"/>
                  </a:lnTo>
                  <a:lnTo>
                    <a:pt x="3318824" y="2975657"/>
                  </a:lnTo>
                  <a:lnTo>
                    <a:pt x="3371027" y="2989284"/>
                  </a:lnTo>
                  <a:lnTo>
                    <a:pt x="3423219" y="3002879"/>
                  </a:lnTo>
                  <a:lnTo>
                    <a:pt x="3475329" y="3016227"/>
                  </a:lnTo>
                  <a:lnTo>
                    <a:pt x="3527325" y="3029130"/>
                  </a:lnTo>
                  <a:lnTo>
                    <a:pt x="3579242" y="3041417"/>
                  </a:lnTo>
                  <a:lnTo>
                    <a:pt x="3631210" y="3052955"/>
                  </a:lnTo>
                  <a:lnTo>
                    <a:pt x="3683480" y="3063651"/>
                  </a:lnTo>
                  <a:lnTo>
                    <a:pt x="3736452" y="3073451"/>
                  </a:lnTo>
                  <a:lnTo>
                    <a:pt x="3790705" y="3082344"/>
                  </a:lnTo>
                  <a:lnTo>
                    <a:pt x="3829811" y="3088031"/>
                  </a:lnTo>
                  <a:lnTo>
                    <a:pt x="3877345" y="3094147"/>
                  </a:lnTo>
                  <a:lnTo>
                    <a:pt x="3927396" y="3099681"/>
                  </a:lnTo>
                  <a:lnTo>
                    <a:pt x="3980727" y="3104659"/>
                  </a:lnTo>
                  <a:lnTo>
                    <a:pt x="4038172" y="3109126"/>
                  </a:lnTo>
                  <a:lnTo>
                    <a:pt x="4100583" y="3113138"/>
                  </a:lnTo>
                  <a:lnTo>
                    <a:pt x="4168771" y="3116747"/>
                  </a:lnTo>
                  <a:lnTo>
                    <a:pt x="4243430" y="3120000"/>
                  </a:lnTo>
                  <a:lnTo>
                    <a:pt x="4325030" y="3122939"/>
                  </a:lnTo>
                  <a:lnTo>
                    <a:pt x="4413674" y="3125593"/>
                  </a:lnTo>
                  <a:lnTo>
                    <a:pt x="4508925" y="3127984"/>
                  </a:lnTo>
                  <a:lnTo>
                    <a:pt x="4609610" y="3130124"/>
                  </a:lnTo>
                  <a:lnTo>
                    <a:pt x="4713657" y="3132016"/>
                  </a:lnTo>
                  <a:lnTo>
                    <a:pt x="4818022" y="3133655"/>
                  </a:lnTo>
                  <a:lnTo>
                    <a:pt x="4918801" y="3135038"/>
                  </a:lnTo>
                  <a:lnTo>
                    <a:pt x="5011590" y="3136159"/>
                  </a:lnTo>
                  <a:lnTo>
                    <a:pt x="5092105" y="3137023"/>
                  </a:lnTo>
                  <a:lnTo>
                    <a:pt x="5156943" y="3137646"/>
                  </a:lnTo>
                  <a:lnTo>
                    <a:pt x="5204307" y="3138054"/>
                  </a:lnTo>
                  <a:lnTo>
                    <a:pt x="5234453" y="3138289"/>
                  </a:lnTo>
                  <a:lnTo>
                    <a:pt x="5249785" y="3138398"/>
                  </a:lnTo>
                  <a:lnTo>
                    <a:pt x="5254639" y="3138429"/>
                  </a:lnTo>
                  <a:lnTo>
                    <a:pt x="5254955" y="3138431"/>
                  </a:lnTo>
                  <a:lnTo>
                    <a:pt x="6726343" y="3138431"/>
                  </a:lnTo>
                  <a:lnTo>
                    <a:pt x="6727471" y="3138359"/>
                  </a:lnTo>
                  <a:lnTo>
                    <a:pt x="6734890" y="3137850"/>
                  </a:lnTo>
                  <a:lnTo>
                    <a:pt x="6753597" y="3136443"/>
                  </a:lnTo>
                  <a:lnTo>
                    <a:pt x="6787057" y="3133672"/>
                  </a:lnTo>
                  <a:lnTo>
                    <a:pt x="6836955" y="3129107"/>
                  </a:lnTo>
                  <a:lnTo>
                    <a:pt x="6903070" y="3122394"/>
                  </a:lnTo>
                  <a:lnTo>
                    <a:pt x="6983424" y="3113290"/>
                  </a:lnTo>
                  <a:lnTo>
                    <a:pt x="7074726" y="3101671"/>
                  </a:lnTo>
                  <a:lnTo>
                    <a:pt x="7173011" y="3087514"/>
                  </a:lnTo>
                  <a:lnTo>
                    <a:pt x="7274290" y="3070859"/>
                  </a:lnTo>
                  <a:lnTo>
                    <a:pt x="7375059" y="3051759"/>
                  </a:lnTo>
                  <a:lnTo>
                    <a:pt x="7472586" y="3030244"/>
                  </a:lnTo>
                  <a:lnTo>
                    <a:pt x="7564998" y="3006284"/>
                  </a:lnTo>
                  <a:lnTo>
                    <a:pt x="7651221" y="2979772"/>
                  </a:lnTo>
                  <a:lnTo>
                    <a:pt x="7730830" y="2950510"/>
                  </a:lnTo>
                  <a:lnTo>
                    <a:pt x="7803890" y="2918215"/>
                  </a:lnTo>
                  <a:lnTo>
                    <a:pt x="7870803" y="2882516"/>
                  </a:lnTo>
                  <a:lnTo>
                    <a:pt x="7932178" y="2842971"/>
                  </a:lnTo>
                  <a:lnTo>
                    <a:pt x="7988744" y="2799087"/>
                  </a:lnTo>
                  <a:lnTo>
                    <a:pt x="8041274" y="2750352"/>
                  </a:lnTo>
                  <a:lnTo>
                    <a:pt x="8090536" y="2696304"/>
                  </a:lnTo>
                  <a:lnTo>
                    <a:pt x="8137247" y="2636629"/>
                  </a:lnTo>
                  <a:lnTo>
                    <a:pt x="8151487" y="2616721"/>
                  </a:lnTo>
                  <a:lnTo>
                    <a:pt x="8187680" y="2562455"/>
                  </a:lnTo>
                  <a:lnTo>
                    <a:pt x="8222986" y="2504354"/>
                  </a:lnTo>
                  <a:lnTo>
                    <a:pt x="8257638" y="2442339"/>
                  </a:lnTo>
                  <a:lnTo>
                    <a:pt x="8291826" y="2376391"/>
                  </a:lnTo>
                  <a:lnTo>
                    <a:pt x="8325700" y="2306551"/>
                  </a:lnTo>
                  <a:lnTo>
                    <a:pt x="8359382" y="2232932"/>
                  </a:lnTo>
                  <a:lnTo>
                    <a:pt x="8392963" y="2155719"/>
                  </a:lnTo>
                  <a:lnTo>
                    <a:pt x="8426512" y="2075175"/>
                  </a:lnTo>
                  <a:lnTo>
                    <a:pt x="8460072" y="1991633"/>
                  </a:lnTo>
                  <a:lnTo>
                    <a:pt x="8493671" y="1905503"/>
                  </a:lnTo>
                  <a:lnTo>
                    <a:pt x="8527319" y="1817256"/>
                  </a:lnTo>
                  <a:lnTo>
                    <a:pt x="8561012" y="1727419"/>
                  </a:lnTo>
                  <a:lnTo>
                    <a:pt x="8594739" y="1636562"/>
                  </a:lnTo>
                  <a:lnTo>
                    <a:pt x="8628481" y="1545283"/>
                  </a:lnTo>
                  <a:lnTo>
                    <a:pt x="8662216" y="1454191"/>
                  </a:lnTo>
                  <a:lnTo>
                    <a:pt x="8695924" y="1363891"/>
                  </a:lnTo>
                  <a:lnTo>
                    <a:pt x="8729591" y="1274965"/>
                  </a:lnTo>
                  <a:lnTo>
                    <a:pt x="8763208" y="1187958"/>
                  </a:lnTo>
                  <a:lnTo>
                    <a:pt x="8796781" y="1103364"/>
                  </a:lnTo>
                  <a:lnTo>
                    <a:pt x="8830330" y="1021618"/>
                  </a:lnTo>
                  <a:lnTo>
                    <a:pt x="8863892" y="943084"/>
                  </a:lnTo>
                  <a:lnTo>
                    <a:pt x="8897525" y="868050"/>
                  </a:lnTo>
                  <a:lnTo>
                    <a:pt x="8931313" y="796733"/>
                  </a:lnTo>
                  <a:lnTo>
                    <a:pt x="8965363" y="729273"/>
                  </a:lnTo>
                  <a:lnTo>
                    <a:pt x="8999815" y="665738"/>
                  </a:lnTo>
                  <a:lnTo>
                    <a:pt x="9034844" y="606131"/>
                  </a:lnTo>
                  <a:lnTo>
                    <a:pt x="9070664" y="550396"/>
                  </a:lnTo>
                  <a:lnTo>
                    <a:pt x="9084767" y="529882"/>
                  </a:lnTo>
                  <a:lnTo>
                    <a:pt x="9130810" y="468419"/>
                  </a:lnTo>
                  <a:lnTo>
                    <a:pt x="9179197" y="412628"/>
                  </a:lnTo>
                  <a:lnTo>
                    <a:pt x="9230620" y="362271"/>
                  </a:lnTo>
                  <a:lnTo>
                    <a:pt x="9285835" y="316917"/>
                  </a:lnTo>
                  <a:lnTo>
                    <a:pt x="9345619" y="276065"/>
                  </a:lnTo>
                  <a:lnTo>
                    <a:pt x="9410720" y="239210"/>
                  </a:lnTo>
                  <a:lnTo>
                    <a:pt x="9481796" y="205889"/>
                  </a:lnTo>
                  <a:lnTo>
                    <a:pt x="9559323" y="175710"/>
                  </a:lnTo>
                  <a:lnTo>
                    <a:pt x="9643489" y="148360"/>
                  </a:lnTo>
                  <a:lnTo>
                    <a:pt x="9734040" y="123614"/>
                  </a:lnTo>
                  <a:lnTo>
                    <a:pt x="9830123" y="101338"/>
                  </a:lnTo>
                  <a:lnTo>
                    <a:pt x="9930127" y="81480"/>
                  </a:lnTo>
                  <a:lnTo>
                    <a:pt x="10031591" y="64051"/>
                  </a:lnTo>
                  <a:lnTo>
                    <a:pt x="10131231" y="49104"/>
                  </a:lnTo>
                  <a:lnTo>
                    <a:pt x="10225165" y="36687"/>
                  </a:lnTo>
                  <a:lnTo>
                    <a:pt x="10309356" y="26802"/>
                  </a:lnTo>
                  <a:lnTo>
                    <a:pt x="10380228" y="19359"/>
                  </a:lnTo>
                  <a:lnTo>
                    <a:pt x="10435329" y="14152"/>
                  </a:lnTo>
                  <a:lnTo>
                    <a:pt x="10473857" y="10862"/>
                  </a:lnTo>
                  <a:lnTo>
                    <a:pt x="10496902" y="9076"/>
                  </a:lnTo>
                  <a:lnTo>
                    <a:pt x="10507394" y="8335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8782" y="71"/>
                  </a:lnTo>
                  <a:lnTo>
                    <a:pt x="10501363" y="580"/>
                  </a:lnTo>
                  <a:lnTo>
                    <a:pt x="10482656" y="1987"/>
                  </a:lnTo>
                  <a:lnTo>
                    <a:pt x="10449196" y="4758"/>
                  </a:lnTo>
                  <a:lnTo>
                    <a:pt x="10399299" y="9323"/>
                  </a:lnTo>
                  <a:lnTo>
                    <a:pt x="10333183" y="16036"/>
                  </a:lnTo>
                  <a:lnTo>
                    <a:pt x="10252829" y="25141"/>
                  </a:lnTo>
                  <a:lnTo>
                    <a:pt x="10161528" y="36759"/>
                  </a:lnTo>
                  <a:lnTo>
                    <a:pt x="10063243" y="50916"/>
                  </a:lnTo>
                  <a:lnTo>
                    <a:pt x="9961963" y="67572"/>
                  </a:lnTo>
                  <a:lnTo>
                    <a:pt x="9861194" y="86671"/>
                  </a:lnTo>
                  <a:lnTo>
                    <a:pt x="9763668" y="108186"/>
                  </a:lnTo>
                  <a:lnTo>
                    <a:pt x="9671255" y="132146"/>
                  </a:lnTo>
                  <a:lnTo>
                    <a:pt x="9585033" y="158659"/>
                  </a:lnTo>
                  <a:lnTo>
                    <a:pt x="9505424" y="187920"/>
                  </a:lnTo>
                  <a:lnTo>
                    <a:pt x="9432363" y="220216"/>
                  </a:lnTo>
                  <a:lnTo>
                    <a:pt x="9365450" y="255914"/>
                  </a:lnTo>
                  <a:lnTo>
                    <a:pt x="9304075" y="295459"/>
                  </a:lnTo>
                  <a:lnTo>
                    <a:pt x="9247509" y="339344"/>
                  </a:lnTo>
                  <a:lnTo>
                    <a:pt x="9194979" y="388079"/>
                  </a:lnTo>
                  <a:lnTo>
                    <a:pt x="9145717" y="442126"/>
                  </a:lnTo>
                  <a:lnTo>
                    <a:pt x="9099007" y="501801"/>
                  </a:lnTo>
                  <a:lnTo>
                    <a:pt x="9084767" y="521709"/>
                  </a:lnTo>
                  <a:lnTo>
                    <a:pt x="9048574" y="575975"/>
                  </a:lnTo>
                  <a:lnTo>
                    <a:pt x="9013267" y="634076"/>
                  </a:lnTo>
                  <a:lnTo>
                    <a:pt x="8978615" y="696091"/>
                  </a:lnTo>
                  <a:lnTo>
                    <a:pt x="8944428" y="762040"/>
                  </a:lnTo>
                  <a:lnTo>
                    <a:pt x="8910553" y="831880"/>
                  </a:lnTo>
                  <a:lnTo>
                    <a:pt x="8876871" y="905499"/>
                  </a:lnTo>
                  <a:lnTo>
                    <a:pt x="8843290" y="982711"/>
                  </a:lnTo>
                  <a:lnTo>
                    <a:pt x="8809742" y="1063256"/>
                  </a:lnTo>
                  <a:lnTo>
                    <a:pt x="8776181" y="1146797"/>
                  </a:lnTo>
                  <a:lnTo>
                    <a:pt x="8742582" y="1232927"/>
                  </a:lnTo>
                  <a:lnTo>
                    <a:pt x="8708935" y="1321174"/>
                  </a:lnTo>
                  <a:lnTo>
                    <a:pt x="8675241" y="1411011"/>
                  </a:lnTo>
                  <a:lnTo>
                    <a:pt x="8641514" y="1501868"/>
                  </a:lnTo>
                  <a:lnTo>
                    <a:pt x="8607772" y="1593147"/>
                  </a:lnTo>
                  <a:lnTo>
                    <a:pt x="8574037" y="1684239"/>
                  </a:lnTo>
                  <a:lnTo>
                    <a:pt x="8540329" y="1774539"/>
                  </a:lnTo>
                  <a:lnTo>
                    <a:pt x="8506662" y="1863466"/>
                  </a:lnTo>
                  <a:lnTo>
                    <a:pt x="8473045" y="1950473"/>
                  </a:lnTo>
                  <a:lnTo>
                    <a:pt x="8439472" y="2035066"/>
                  </a:lnTo>
                  <a:lnTo>
                    <a:pt x="8405923" y="2116812"/>
                  </a:lnTo>
                  <a:lnTo>
                    <a:pt x="8372361" y="2195347"/>
                  </a:lnTo>
                  <a:lnTo>
                    <a:pt x="8338728" y="2270380"/>
                  </a:lnTo>
                  <a:lnTo>
                    <a:pt x="8304940" y="2341697"/>
                  </a:lnTo>
                  <a:lnTo>
                    <a:pt x="8270890" y="2409158"/>
                  </a:lnTo>
                  <a:lnTo>
                    <a:pt x="8236438" y="2472693"/>
                  </a:lnTo>
                  <a:lnTo>
                    <a:pt x="8201409" y="2532299"/>
                  </a:lnTo>
                  <a:lnTo>
                    <a:pt x="8165589" y="2588034"/>
                  </a:lnTo>
                  <a:lnTo>
                    <a:pt x="8151487" y="2608548"/>
                  </a:lnTo>
                  <a:lnTo>
                    <a:pt x="8105443" y="2670011"/>
                  </a:lnTo>
                  <a:lnTo>
                    <a:pt x="8057056" y="2725802"/>
                  </a:lnTo>
                  <a:lnTo>
                    <a:pt x="8005633" y="2776160"/>
                  </a:lnTo>
                  <a:lnTo>
                    <a:pt x="7950418" y="2821513"/>
                  </a:lnTo>
                  <a:lnTo>
                    <a:pt x="7890634" y="2862365"/>
                  </a:lnTo>
                  <a:lnTo>
                    <a:pt x="7825533" y="2899221"/>
                  </a:lnTo>
                  <a:lnTo>
                    <a:pt x="7754458" y="2932541"/>
                  </a:lnTo>
                  <a:lnTo>
                    <a:pt x="7676930" y="2962720"/>
                  </a:lnTo>
                  <a:lnTo>
                    <a:pt x="7592765" y="2990070"/>
                  </a:lnTo>
                  <a:lnTo>
                    <a:pt x="7502213" y="3014816"/>
                  </a:lnTo>
                  <a:lnTo>
                    <a:pt x="7406131" y="3037092"/>
                  </a:lnTo>
                  <a:lnTo>
                    <a:pt x="7306126" y="3056951"/>
                  </a:lnTo>
                  <a:lnTo>
                    <a:pt x="7204662" y="3074379"/>
                  </a:lnTo>
                  <a:lnTo>
                    <a:pt x="7105022" y="3089326"/>
                  </a:lnTo>
                  <a:lnTo>
                    <a:pt x="7011088" y="3101743"/>
                  </a:lnTo>
                  <a:lnTo>
                    <a:pt x="6926897" y="3111628"/>
                  </a:lnTo>
                  <a:lnTo>
                    <a:pt x="6856026" y="3119072"/>
                  </a:lnTo>
                  <a:lnTo>
                    <a:pt x="6800924" y="3124278"/>
                  </a:lnTo>
                  <a:lnTo>
                    <a:pt x="6762396" y="3127569"/>
                  </a:lnTo>
                  <a:lnTo>
                    <a:pt x="6739351" y="3129354"/>
                  </a:lnTo>
                  <a:lnTo>
                    <a:pt x="6728859" y="3130095"/>
                  </a:lnTo>
                  <a:lnTo>
                    <a:pt x="6726343" y="3130258"/>
                  </a:lnTo>
                  <a:lnTo>
                    <a:pt x="5254955" y="3130258"/>
                  </a:lnTo>
                  <a:lnTo>
                    <a:pt x="5253718" y="3130250"/>
                  </a:lnTo>
                  <a:lnTo>
                    <a:pt x="5245604" y="3130196"/>
                  </a:lnTo>
                  <a:lnTo>
                    <a:pt x="5225200" y="3130047"/>
                  </a:lnTo>
                  <a:lnTo>
                    <a:pt x="5188852" y="3129753"/>
                  </a:lnTo>
                  <a:lnTo>
                    <a:pt x="5134939" y="3129269"/>
                  </a:lnTo>
                  <a:lnTo>
                    <a:pt x="5063993" y="3128560"/>
                  </a:lnTo>
                  <a:lnTo>
                    <a:pt x="4978477" y="3127602"/>
                  </a:lnTo>
                  <a:lnTo>
                    <a:pt x="4882210" y="3126384"/>
                  </a:lnTo>
                  <a:lnTo>
                    <a:pt x="4779607" y="3124906"/>
                  </a:lnTo>
                  <a:lnTo>
                    <a:pt x="4674945" y="3123172"/>
                  </a:lnTo>
                  <a:lnTo>
                    <a:pt x="4571839" y="3121188"/>
                  </a:lnTo>
                  <a:lnTo>
                    <a:pt x="4472974" y="3118956"/>
                  </a:lnTo>
                  <a:lnTo>
                    <a:pt x="4380074" y="3116470"/>
                  </a:lnTo>
                  <a:lnTo>
                    <a:pt x="4294017" y="3113713"/>
                  </a:lnTo>
                  <a:lnTo>
                    <a:pt x="4215020" y="3110663"/>
                  </a:lnTo>
                  <a:lnTo>
                    <a:pt x="4142824" y="3107283"/>
                  </a:lnTo>
                  <a:lnTo>
                    <a:pt x="4076862" y="3103531"/>
                  </a:lnTo>
                  <a:lnTo>
                    <a:pt x="4016387" y="3099357"/>
                  </a:lnTo>
                  <a:lnTo>
                    <a:pt x="3960563" y="3094706"/>
                  </a:lnTo>
                  <a:lnTo>
                    <a:pt x="3908540" y="3089528"/>
                  </a:lnTo>
                  <a:lnTo>
                    <a:pt x="3859504" y="3083780"/>
                  </a:lnTo>
                  <a:lnTo>
                    <a:pt x="3829811" y="3079858"/>
                  </a:lnTo>
                  <a:lnTo>
                    <a:pt x="3774200" y="3071590"/>
                  </a:lnTo>
                  <a:lnTo>
                    <a:pt x="3720406" y="3062425"/>
                  </a:lnTo>
                  <a:lnTo>
                    <a:pt x="3667697" y="3052352"/>
                  </a:lnTo>
                  <a:lnTo>
                    <a:pt x="3615553" y="3041395"/>
                  </a:lnTo>
                  <a:lnTo>
                    <a:pt x="3563621" y="3029620"/>
                  </a:lnTo>
                  <a:lnTo>
                    <a:pt x="3511689" y="3017131"/>
                  </a:lnTo>
                  <a:lnTo>
                    <a:pt x="3459659" y="3004075"/>
                  </a:lnTo>
                  <a:lnTo>
                    <a:pt x="3407518" y="2990631"/>
                  </a:lnTo>
                  <a:lnTo>
                    <a:pt x="3355315" y="2977004"/>
                  </a:lnTo>
                  <a:lnTo>
                    <a:pt x="3303123" y="2963409"/>
                  </a:lnTo>
                  <a:lnTo>
                    <a:pt x="3251013" y="2950061"/>
                  </a:lnTo>
                  <a:lnTo>
                    <a:pt x="3199017" y="2937158"/>
                  </a:lnTo>
                  <a:lnTo>
                    <a:pt x="3147100" y="2924871"/>
                  </a:lnTo>
                  <a:lnTo>
                    <a:pt x="3095132" y="2913332"/>
                  </a:lnTo>
                  <a:lnTo>
                    <a:pt x="3042862" y="2902637"/>
                  </a:lnTo>
                  <a:lnTo>
                    <a:pt x="2989890" y="2892836"/>
                  </a:lnTo>
                  <a:lnTo>
                    <a:pt x="2935637" y="2883944"/>
                  </a:lnTo>
                  <a:lnTo>
                    <a:pt x="2896531" y="2878257"/>
                  </a:lnTo>
                  <a:lnTo>
                    <a:pt x="2848997" y="2872141"/>
                  </a:lnTo>
                  <a:lnTo>
                    <a:pt x="2798946" y="2866607"/>
                  </a:lnTo>
                  <a:lnTo>
                    <a:pt x="2745615" y="2861629"/>
                  </a:lnTo>
                  <a:lnTo>
                    <a:pt x="2688170" y="2857161"/>
                  </a:lnTo>
                  <a:lnTo>
                    <a:pt x="2625759" y="2853150"/>
                  </a:lnTo>
                  <a:lnTo>
                    <a:pt x="2557571" y="2849541"/>
                  </a:lnTo>
                  <a:lnTo>
                    <a:pt x="2482912" y="2846287"/>
                  </a:lnTo>
                  <a:lnTo>
                    <a:pt x="2401312" y="2843349"/>
                  </a:lnTo>
                  <a:lnTo>
                    <a:pt x="2312668" y="2840695"/>
                  </a:lnTo>
                  <a:lnTo>
                    <a:pt x="2217417" y="2838303"/>
                  </a:lnTo>
                  <a:lnTo>
                    <a:pt x="2116732" y="2836164"/>
                  </a:lnTo>
                  <a:lnTo>
                    <a:pt x="2012685" y="2834272"/>
                  </a:lnTo>
                  <a:lnTo>
                    <a:pt x="1908320" y="2832632"/>
                  </a:lnTo>
                  <a:lnTo>
                    <a:pt x="1807541" y="2831250"/>
                  </a:lnTo>
                  <a:lnTo>
                    <a:pt x="1714752" y="2830129"/>
                  </a:lnTo>
                  <a:lnTo>
                    <a:pt x="1634237" y="2829264"/>
                  </a:lnTo>
                  <a:lnTo>
                    <a:pt x="1569399" y="2828642"/>
                  </a:lnTo>
                  <a:lnTo>
                    <a:pt x="1522035" y="2828233"/>
                  </a:lnTo>
                  <a:lnTo>
                    <a:pt x="1491889" y="2827998"/>
                  </a:lnTo>
                  <a:lnTo>
                    <a:pt x="1476557" y="2827890"/>
                  </a:lnTo>
                  <a:lnTo>
                    <a:pt x="1471703" y="2827859"/>
                  </a:lnTo>
                  <a:lnTo>
                    <a:pt x="1471387" y="2827857"/>
                  </a:lnTo>
                  <a:lnTo>
                    <a:pt x="0" y="2827857"/>
                  </a:lnTo>
                  <a:close/>
                </a:path>
              </a:pathLst>
            </a:custGeom>
            <a:solidFill>
              <a:srgbClr val="8BC34A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605" name="pl1605"/>
            <p:cNvSpPr/>
            <p:nvPr/>
          </p:nvSpPr>
          <p:spPr>
            <a:xfrm>
              <a:off x="4799595" y="6769656"/>
              <a:ext cx="11981298" cy="3130258"/>
            </a:xfrm>
            <a:custGeom>
              <a:avLst/>
              <a:pathLst>
                <a:path w="11981298" h="3130258">
                  <a:moveTo>
                    <a:pt x="0" y="2827857"/>
                  </a:moveTo>
                  <a:lnTo>
                    <a:pt x="1471387" y="2827857"/>
                  </a:lnTo>
                  <a:lnTo>
                    <a:pt x="1472624" y="2827864"/>
                  </a:lnTo>
                  <a:lnTo>
                    <a:pt x="1480738" y="2827919"/>
                  </a:lnTo>
                  <a:lnTo>
                    <a:pt x="1501142" y="2828068"/>
                  </a:lnTo>
                  <a:lnTo>
                    <a:pt x="1537490" y="2828362"/>
                  </a:lnTo>
                  <a:lnTo>
                    <a:pt x="1591403" y="2828846"/>
                  </a:lnTo>
                  <a:lnTo>
                    <a:pt x="1662349" y="2829555"/>
                  </a:lnTo>
                  <a:lnTo>
                    <a:pt x="1747865" y="2830513"/>
                  </a:lnTo>
                  <a:lnTo>
                    <a:pt x="1844132" y="2831731"/>
                  </a:lnTo>
                  <a:lnTo>
                    <a:pt x="1946735" y="2833209"/>
                  </a:lnTo>
                  <a:lnTo>
                    <a:pt x="2051397" y="2834943"/>
                  </a:lnTo>
                  <a:lnTo>
                    <a:pt x="2154503" y="2836926"/>
                  </a:lnTo>
                  <a:lnTo>
                    <a:pt x="2253369" y="2839158"/>
                  </a:lnTo>
                  <a:lnTo>
                    <a:pt x="2346268" y="2841645"/>
                  </a:lnTo>
                  <a:lnTo>
                    <a:pt x="2432325" y="2844401"/>
                  </a:lnTo>
                  <a:lnTo>
                    <a:pt x="2511322" y="2847452"/>
                  </a:lnTo>
                  <a:lnTo>
                    <a:pt x="2583518" y="2850832"/>
                  </a:lnTo>
                  <a:lnTo>
                    <a:pt x="2649480" y="2854584"/>
                  </a:lnTo>
                  <a:lnTo>
                    <a:pt x="2709956" y="2858758"/>
                  </a:lnTo>
                  <a:lnTo>
                    <a:pt x="2765779" y="2863409"/>
                  </a:lnTo>
                  <a:lnTo>
                    <a:pt x="2817802" y="2868587"/>
                  </a:lnTo>
                  <a:lnTo>
                    <a:pt x="2866838" y="2874335"/>
                  </a:lnTo>
                  <a:lnTo>
                    <a:pt x="2896531" y="2878257"/>
                  </a:lnTo>
                  <a:lnTo>
                    <a:pt x="2952142" y="2886525"/>
                  </a:lnTo>
                  <a:lnTo>
                    <a:pt x="3005936" y="2895690"/>
                  </a:lnTo>
                  <a:lnTo>
                    <a:pt x="3058645" y="2905763"/>
                  </a:lnTo>
                  <a:lnTo>
                    <a:pt x="3110789" y="2916720"/>
                  </a:lnTo>
                  <a:lnTo>
                    <a:pt x="3162721" y="2928495"/>
                  </a:lnTo>
                  <a:lnTo>
                    <a:pt x="3214653" y="2940983"/>
                  </a:lnTo>
                  <a:lnTo>
                    <a:pt x="3266684" y="2954040"/>
                  </a:lnTo>
                  <a:lnTo>
                    <a:pt x="3318824" y="2967484"/>
                  </a:lnTo>
                  <a:lnTo>
                    <a:pt x="3371027" y="2981111"/>
                  </a:lnTo>
                  <a:lnTo>
                    <a:pt x="3423219" y="2994706"/>
                  </a:lnTo>
                  <a:lnTo>
                    <a:pt x="3475329" y="3008054"/>
                  </a:lnTo>
                  <a:lnTo>
                    <a:pt x="3527325" y="3020957"/>
                  </a:lnTo>
                  <a:lnTo>
                    <a:pt x="3579242" y="3033244"/>
                  </a:lnTo>
                  <a:lnTo>
                    <a:pt x="3631210" y="3044782"/>
                  </a:lnTo>
                  <a:lnTo>
                    <a:pt x="3683480" y="3055478"/>
                  </a:lnTo>
                  <a:lnTo>
                    <a:pt x="3736452" y="3065278"/>
                  </a:lnTo>
                  <a:lnTo>
                    <a:pt x="3790705" y="3074171"/>
                  </a:lnTo>
                  <a:lnTo>
                    <a:pt x="3829811" y="3079858"/>
                  </a:lnTo>
                  <a:lnTo>
                    <a:pt x="3877345" y="3085974"/>
                  </a:lnTo>
                  <a:lnTo>
                    <a:pt x="3927396" y="3091508"/>
                  </a:lnTo>
                  <a:lnTo>
                    <a:pt x="3980727" y="3096486"/>
                  </a:lnTo>
                  <a:lnTo>
                    <a:pt x="4038172" y="3100953"/>
                  </a:lnTo>
                  <a:lnTo>
                    <a:pt x="4100583" y="3104965"/>
                  </a:lnTo>
                  <a:lnTo>
                    <a:pt x="4168771" y="3108574"/>
                  </a:lnTo>
                  <a:lnTo>
                    <a:pt x="4243430" y="3111827"/>
                  </a:lnTo>
                  <a:lnTo>
                    <a:pt x="4325030" y="3114766"/>
                  </a:lnTo>
                  <a:lnTo>
                    <a:pt x="4413674" y="3117420"/>
                  </a:lnTo>
                  <a:lnTo>
                    <a:pt x="4508925" y="3119811"/>
                  </a:lnTo>
                  <a:lnTo>
                    <a:pt x="4609610" y="3121951"/>
                  </a:lnTo>
                  <a:lnTo>
                    <a:pt x="4713657" y="3123843"/>
                  </a:lnTo>
                  <a:lnTo>
                    <a:pt x="4818022" y="3125482"/>
                  </a:lnTo>
                  <a:lnTo>
                    <a:pt x="4918801" y="3126865"/>
                  </a:lnTo>
                  <a:lnTo>
                    <a:pt x="5011590" y="3127986"/>
                  </a:lnTo>
                  <a:lnTo>
                    <a:pt x="5092105" y="3128850"/>
                  </a:lnTo>
                  <a:lnTo>
                    <a:pt x="5156943" y="3129473"/>
                  </a:lnTo>
                  <a:lnTo>
                    <a:pt x="5204307" y="3129881"/>
                  </a:lnTo>
                  <a:lnTo>
                    <a:pt x="5234453" y="3130116"/>
                  </a:lnTo>
                  <a:lnTo>
                    <a:pt x="5249785" y="3130225"/>
                  </a:lnTo>
                  <a:lnTo>
                    <a:pt x="5254639" y="3130256"/>
                  </a:lnTo>
                  <a:lnTo>
                    <a:pt x="5254955" y="3130258"/>
                  </a:lnTo>
                  <a:lnTo>
                    <a:pt x="6726343" y="3130258"/>
                  </a:lnTo>
                  <a:lnTo>
                    <a:pt x="6727471" y="3130186"/>
                  </a:lnTo>
                  <a:lnTo>
                    <a:pt x="6734890" y="3129677"/>
                  </a:lnTo>
                  <a:lnTo>
                    <a:pt x="6753597" y="3128270"/>
                  </a:lnTo>
                  <a:lnTo>
                    <a:pt x="6787057" y="3125499"/>
                  </a:lnTo>
                  <a:lnTo>
                    <a:pt x="6836955" y="3120934"/>
                  </a:lnTo>
                  <a:lnTo>
                    <a:pt x="6903070" y="3114221"/>
                  </a:lnTo>
                  <a:lnTo>
                    <a:pt x="6983424" y="3105117"/>
                  </a:lnTo>
                  <a:lnTo>
                    <a:pt x="7074726" y="3093498"/>
                  </a:lnTo>
                  <a:lnTo>
                    <a:pt x="7173011" y="3079341"/>
                  </a:lnTo>
                  <a:lnTo>
                    <a:pt x="7274290" y="3062686"/>
                  </a:lnTo>
                  <a:lnTo>
                    <a:pt x="7375059" y="3043586"/>
                  </a:lnTo>
                  <a:lnTo>
                    <a:pt x="7472586" y="3022071"/>
                  </a:lnTo>
                  <a:lnTo>
                    <a:pt x="7564998" y="2998111"/>
                  </a:lnTo>
                  <a:lnTo>
                    <a:pt x="7651221" y="2971599"/>
                  </a:lnTo>
                  <a:lnTo>
                    <a:pt x="7730830" y="2942337"/>
                  </a:lnTo>
                  <a:lnTo>
                    <a:pt x="7803890" y="2910042"/>
                  </a:lnTo>
                  <a:lnTo>
                    <a:pt x="7870803" y="2874343"/>
                  </a:lnTo>
                  <a:lnTo>
                    <a:pt x="7932178" y="2834798"/>
                  </a:lnTo>
                  <a:lnTo>
                    <a:pt x="7988744" y="2790914"/>
                  </a:lnTo>
                  <a:lnTo>
                    <a:pt x="8041274" y="2742179"/>
                  </a:lnTo>
                  <a:lnTo>
                    <a:pt x="8090536" y="2688131"/>
                  </a:lnTo>
                  <a:lnTo>
                    <a:pt x="8137247" y="2628456"/>
                  </a:lnTo>
                  <a:lnTo>
                    <a:pt x="8151487" y="2608548"/>
                  </a:lnTo>
                  <a:lnTo>
                    <a:pt x="8187680" y="2554282"/>
                  </a:lnTo>
                  <a:lnTo>
                    <a:pt x="8222986" y="2496181"/>
                  </a:lnTo>
                  <a:lnTo>
                    <a:pt x="8257638" y="2434166"/>
                  </a:lnTo>
                  <a:lnTo>
                    <a:pt x="8291826" y="2368218"/>
                  </a:lnTo>
                  <a:lnTo>
                    <a:pt x="8325700" y="2298378"/>
                  </a:lnTo>
                  <a:lnTo>
                    <a:pt x="8359382" y="2224759"/>
                  </a:lnTo>
                  <a:lnTo>
                    <a:pt x="8392963" y="2147546"/>
                  </a:lnTo>
                  <a:lnTo>
                    <a:pt x="8426512" y="2067002"/>
                  </a:lnTo>
                  <a:lnTo>
                    <a:pt x="8460072" y="1983460"/>
                  </a:lnTo>
                  <a:lnTo>
                    <a:pt x="8493671" y="1897330"/>
                  </a:lnTo>
                  <a:lnTo>
                    <a:pt x="8527319" y="1809083"/>
                  </a:lnTo>
                  <a:lnTo>
                    <a:pt x="8561012" y="1719246"/>
                  </a:lnTo>
                  <a:lnTo>
                    <a:pt x="8594739" y="1628389"/>
                  </a:lnTo>
                  <a:lnTo>
                    <a:pt x="8628481" y="1537110"/>
                  </a:lnTo>
                  <a:lnTo>
                    <a:pt x="8662216" y="1446018"/>
                  </a:lnTo>
                  <a:lnTo>
                    <a:pt x="8695924" y="1355718"/>
                  </a:lnTo>
                  <a:lnTo>
                    <a:pt x="8729591" y="1266792"/>
                  </a:lnTo>
                  <a:lnTo>
                    <a:pt x="8763208" y="1179785"/>
                  </a:lnTo>
                  <a:lnTo>
                    <a:pt x="8796781" y="1095191"/>
                  </a:lnTo>
                  <a:lnTo>
                    <a:pt x="8830330" y="1013445"/>
                  </a:lnTo>
                  <a:lnTo>
                    <a:pt x="8863892" y="934911"/>
                  </a:lnTo>
                  <a:lnTo>
                    <a:pt x="8897525" y="859877"/>
                  </a:lnTo>
                  <a:lnTo>
                    <a:pt x="8931313" y="788560"/>
                  </a:lnTo>
                  <a:lnTo>
                    <a:pt x="8965363" y="721100"/>
                  </a:lnTo>
                  <a:lnTo>
                    <a:pt x="8999815" y="657565"/>
                  </a:lnTo>
                  <a:lnTo>
                    <a:pt x="9034844" y="597958"/>
                  </a:lnTo>
                  <a:lnTo>
                    <a:pt x="9070664" y="542223"/>
                  </a:lnTo>
                  <a:lnTo>
                    <a:pt x="9084767" y="521709"/>
                  </a:lnTo>
                  <a:lnTo>
                    <a:pt x="9130810" y="460246"/>
                  </a:lnTo>
                  <a:lnTo>
                    <a:pt x="9179197" y="404455"/>
                  </a:lnTo>
                  <a:lnTo>
                    <a:pt x="9230620" y="354098"/>
                  </a:lnTo>
                  <a:lnTo>
                    <a:pt x="9285835" y="308744"/>
                  </a:lnTo>
                  <a:lnTo>
                    <a:pt x="9345619" y="267892"/>
                  </a:lnTo>
                  <a:lnTo>
                    <a:pt x="9410720" y="231037"/>
                  </a:lnTo>
                  <a:lnTo>
                    <a:pt x="9481796" y="197716"/>
                  </a:lnTo>
                  <a:lnTo>
                    <a:pt x="9559323" y="167537"/>
                  </a:lnTo>
                  <a:lnTo>
                    <a:pt x="9643489" y="140187"/>
                  </a:lnTo>
                  <a:lnTo>
                    <a:pt x="9734040" y="115441"/>
                  </a:lnTo>
                  <a:lnTo>
                    <a:pt x="9830123" y="93165"/>
                  </a:lnTo>
                  <a:lnTo>
                    <a:pt x="9930127" y="73307"/>
                  </a:lnTo>
                  <a:lnTo>
                    <a:pt x="10031591" y="55878"/>
                  </a:lnTo>
                  <a:lnTo>
                    <a:pt x="10131231" y="40931"/>
                  </a:lnTo>
                  <a:lnTo>
                    <a:pt x="10225165" y="28514"/>
                  </a:lnTo>
                  <a:lnTo>
                    <a:pt x="10309356" y="18629"/>
                  </a:lnTo>
                  <a:lnTo>
                    <a:pt x="10380228" y="11186"/>
                  </a:lnTo>
                  <a:lnTo>
                    <a:pt x="10435329" y="5979"/>
                  </a:lnTo>
                  <a:lnTo>
                    <a:pt x="10473857" y="2689"/>
                  </a:lnTo>
                  <a:lnTo>
                    <a:pt x="10496902" y="903"/>
                  </a:lnTo>
                  <a:lnTo>
                    <a:pt x="10507394" y="162"/>
                  </a:lnTo>
                  <a:lnTo>
                    <a:pt x="10509874" y="2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06" name="pl1606"/>
            <p:cNvSpPr/>
            <p:nvPr/>
          </p:nvSpPr>
          <p:spPr>
            <a:xfrm>
              <a:off x="4799595" y="6761483"/>
              <a:ext cx="11981298" cy="3130258"/>
            </a:xfrm>
            <a:custGeom>
              <a:avLst/>
              <a:pathLst>
                <a:path w="11981298" h="3130258">
                  <a:moveTo>
                    <a:pt x="11981298" y="0"/>
                  </a:moveTo>
                  <a:lnTo>
                    <a:pt x="10509911" y="0"/>
                  </a:lnTo>
                  <a:lnTo>
                    <a:pt x="10508782" y="71"/>
                  </a:lnTo>
                  <a:lnTo>
                    <a:pt x="10501363" y="580"/>
                  </a:lnTo>
                  <a:lnTo>
                    <a:pt x="10482656" y="1987"/>
                  </a:lnTo>
                  <a:lnTo>
                    <a:pt x="10449196" y="4758"/>
                  </a:lnTo>
                  <a:lnTo>
                    <a:pt x="10399299" y="9323"/>
                  </a:lnTo>
                  <a:lnTo>
                    <a:pt x="10333183" y="16036"/>
                  </a:lnTo>
                  <a:lnTo>
                    <a:pt x="10252829" y="25141"/>
                  </a:lnTo>
                  <a:lnTo>
                    <a:pt x="10161528" y="36759"/>
                  </a:lnTo>
                  <a:lnTo>
                    <a:pt x="10063243" y="50916"/>
                  </a:lnTo>
                  <a:lnTo>
                    <a:pt x="9961963" y="67572"/>
                  </a:lnTo>
                  <a:lnTo>
                    <a:pt x="9861194" y="86671"/>
                  </a:lnTo>
                  <a:lnTo>
                    <a:pt x="9763668" y="108186"/>
                  </a:lnTo>
                  <a:lnTo>
                    <a:pt x="9671255" y="132146"/>
                  </a:lnTo>
                  <a:lnTo>
                    <a:pt x="9585033" y="158659"/>
                  </a:lnTo>
                  <a:lnTo>
                    <a:pt x="9505424" y="187920"/>
                  </a:lnTo>
                  <a:lnTo>
                    <a:pt x="9432363" y="220216"/>
                  </a:lnTo>
                  <a:lnTo>
                    <a:pt x="9365450" y="255914"/>
                  </a:lnTo>
                  <a:lnTo>
                    <a:pt x="9304075" y="295459"/>
                  </a:lnTo>
                  <a:lnTo>
                    <a:pt x="9247509" y="339344"/>
                  </a:lnTo>
                  <a:lnTo>
                    <a:pt x="9194979" y="388079"/>
                  </a:lnTo>
                  <a:lnTo>
                    <a:pt x="9145717" y="442126"/>
                  </a:lnTo>
                  <a:lnTo>
                    <a:pt x="9099007" y="501801"/>
                  </a:lnTo>
                  <a:lnTo>
                    <a:pt x="9084767" y="521709"/>
                  </a:lnTo>
                  <a:lnTo>
                    <a:pt x="9048574" y="575975"/>
                  </a:lnTo>
                  <a:lnTo>
                    <a:pt x="9013267" y="634076"/>
                  </a:lnTo>
                  <a:lnTo>
                    <a:pt x="8978615" y="696091"/>
                  </a:lnTo>
                  <a:lnTo>
                    <a:pt x="8944428" y="762040"/>
                  </a:lnTo>
                  <a:lnTo>
                    <a:pt x="8910553" y="831880"/>
                  </a:lnTo>
                  <a:lnTo>
                    <a:pt x="8876871" y="905499"/>
                  </a:lnTo>
                  <a:lnTo>
                    <a:pt x="8843290" y="982711"/>
                  </a:lnTo>
                  <a:lnTo>
                    <a:pt x="8809742" y="1063256"/>
                  </a:lnTo>
                  <a:lnTo>
                    <a:pt x="8776181" y="1146797"/>
                  </a:lnTo>
                  <a:lnTo>
                    <a:pt x="8742582" y="1232927"/>
                  </a:lnTo>
                  <a:lnTo>
                    <a:pt x="8708935" y="1321174"/>
                  </a:lnTo>
                  <a:lnTo>
                    <a:pt x="8675241" y="1411011"/>
                  </a:lnTo>
                  <a:lnTo>
                    <a:pt x="8641514" y="1501868"/>
                  </a:lnTo>
                  <a:lnTo>
                    <a:pt x="8607772" y="1593147"/>
                  </a:lnTo>
                  <a:lnTo>
                    <a:pt x="8574037" y="1684239"/>
                  </a:lnTo>
                  <a:lnTo>
                    <a:pt x="8540329" y="1774539"/>
                  </a:lnTo>
                  <a:lnTo>
                    <a:pt x="8506662" y="1863466"/>
                  </a:lnTo>
                  <a:lnTo>
                    <a:pt x="8473045" y="1950473"/>
                  </a:lnTo>
                  <a:lnTo>
                    <a:pt x="8439472" y="2035066"/>
                  </a:lnTo>
                  <a:lnTo>
                    <a:pt x="8405923" y="2116812"/>
                  </a:lnTo>
                  <a:lnTo>
                    <a:pt x="8372361" y="2195347"/>
                  </a:lnTo>
                  <a:lnTo>
                    <a:pt x="8338728" y="2270380"/>
                  </a:lnTo>
                  <a:lnTo>
                    <a:pt x="8304940" y="2341697"/>
                  </a:lnTo>
                  <a:lnTo>
                    <a:pt x="8270890" y="2409158"/>
                  </a:lnTo>
                  <a:lnTo>
                    <a:pt x="8236438" y="2472693"/>
                  </a:lnTo>
                  <a:lnTo>
                    <a:pt x="8201409" y="2532299"/>
                  </a:lnTo>
                  <a:lnTo>
                    <a:pt x="8165589" y="2588034"/>
                  </a:lnTo>
                  <a:lnTo>
                    <a:pt x="8151487" y="2608548"/>
                  </a:lnTo>
                  <a:lnTo>
                    <a:pt x="8105443" y="2670011"/>
                  </a:lnTo>
                  <a:lnTo>
                    <a:pt x="8057056" y="2725802"/>
                  </a:lnTo>
                  <a:lnTo>
                    <a:pt x="8005633" y="2776160"/>
                  </a:lnTo>
                  <a:lnTo>
                    <a:pt x="7950418" y="2821513"/>
                  </a:lnTo>
                  <a:lnTo>
                    <a:pt x="7890634" y="2862365"/>
                  </a:lnTo>
                  <a:lnTo>
                    <a:pt x="7825533" y="2899221"/>
                  </a:lnTo>
                  <a:lnTo>
                    <a:pt x="7754458" y="2932541"/>
                  </a:lnTo>
                  <a:lnTo>
                    <a:pt x="7676930" y="2962720"/>
                  </a:lnTo>
                  <a:lnTo>
                    <a:pt x="7592765" y="2990070"/>
                  </a:lnTo>
                  <a:lnTo>
                    <a:pt x="7502213" y="3014816"/>
                  </a:lnTo>
                  <a:lnTo>
                    <a:pt x="7406131" y="3037092"/>
                  </a:lnTo>
                  <a:lnTo>
                    <a:pt x="7306126" y="3056951"/>
                  </a:lnTo>
                  <a:lnTo>
                    <a:pt x="7204662" y="3074379"/>
                  </a:lnTo>
                  <a:lnTo>
                    <a:pt x="7105022" y="3089326"/>
                  </a:lnTo>
                  <a:lnTo>
                    <a:pt x="7011088" y="3101743"/>
                  </a:lnTo>
                  <a:lnTo>
                    <a:pt x="6926897" y="3111628"/>
                  </a:lnTo>
                  <a:lnTo>
                    <a:pt x="6856026" y="3119072"/>
                  </a:lnTo>
                  <a:lnTo>
                    <a:pt x="6800924" y="3124278"/>
                  </a:lnTo>
                  <a:lnTo>
                    <a:pt x="6762396" y="3127569"/>
                  </a:lnTo>
                  <a:lnTo>
                    <a:pt x="6739351" y="3129354"/>
                  </a:lnTo>
                  <a:lnTo>
                    <a:pt x="6728859" y="3130095"/>
                  </a:lnTo>
                  <a:lnTo>
                    <a:pt x="6726379" y="3130256"/>
                  </a:lnTo>
                  <a:lnTo>
                    <a:pt x="6726343" y="3130258"/>
                  </a:lnTo>
                  <a:lnTo>
                    <a:pt x="5254955" y="3130258"/>
                  </a:lnTo>
                  <a:lnTo>
                    <a:pt x="5253718" y="3130250"/>
                  </a:lnTo>
                  <a:lnTo>
                    <a:pt x="5245604" y="3130196"/>
                  </a:lnTo>
                  <a:lnTo>
                    <a:pt x="5225200" y="3130047"/>
                  </a:lnTo>
                  <a:lnTo>
                    <a:pt x="5188852" y="3129753"/>
                  </a:lnTo>
                  <a:lnTo>
                    <a:pt x="5134939" y="3129269"/>
                  </a:lnTo>
                  <a:lnTo>
                    <a:pt x="5063993" y="3128560"/>
                  </a:lnTo>
                  <a:lnTo>
                    <a:pt x="4978477" y="3127602"/>
                  </a:lnTo>
                  <a:lnTo>
                    <a:pt x="4882210" y="3126384"/>
                  </a:lnTo>
                  <a:lnTo>
                    <a:pt x="4779607" y="3124906"/>
                  </a:lnTo>
                  <a:lnTo>
                    <a:pt x="4674945" y="3123172"/>
                  </a:lnTo>
                  <a:lnTo>
                    <a:pt x="4571839" y="3121188"/>
                  </a:lnTo>
                  <a:lnTo>
                    <a:pt x="4472974" y="3118956"/>
                  </a:lnTo>
                  <a:lnTo>
                    <a:pt x="4380074" y="3116470"/>
                  </a:lnTo>
                  <a:lnTo>
                    <a:pt x="4294017" y="3113713"/>
                  </a:lnTo>
                  <a:lnTo>
                    <a:pt x="4215020" y="3110663"/>
                  </a:lnTo>
                  <a:lnTo>
                    <a:pt x="4142824" y="3107283"/>
                  </a:lnTo>
                  <a:lnTo>
                    <a:pt x="4076862" y="3103531"/>
                  </a:lnTo>
                  <a:lnTo>
                    <a:pt x="4016387" y="3099357"/>
                  </a:lnTo>
                  <a:lnTo>
                    <a:pt x="3960563" y="3094706"/>
                  </a:lnTo>
                  <a:lnTo>
                    <a:pt x="3908540" y="3089528"/>
                  </a:lnTo>
                  <a:lnTo>
                    <a:pt x="3859504" y="3083780"/>
                  </a:lnTo>
                  <a:lnTo>
                    <a:pt x="3829811" y="3079858"/>
                  </a:lnTo>
                  <a:lnTo>
                    <a:pt x="3774200" y="3071590"/>
                  </a:lnTo>
                  <a:lnTo>
                    <a:pt x="3720406" y="3062425"/>
                  </a:lnTo>
                  <a:lnTo>
                    <a:pt x="3667697" y="3052352"/>
                  </a:lnTo>
                  <a:lnTo>
                    <a:pt x="3615553" y="3041395"/>
                  </a:lnTo>
                  <a:lnTo>
                    <a:pt x="3563621" y="3029620"/>
                  </a:lnTo>
                  <a:lnTo>
                    <a:pt x="3511689" y="3017131"/>
                  </a:lnTo>
                  <a:lnTo>
                    <a:pt x="3459659" y="3004075"/>
                  </a:lnTo>
                  <a:lnTo>
                    <a:pt x="3407518" y="2990631"/>
                  </a:lnTo>
                  <a:lnTo>
                    <a:pt x="3355315" y="2977004"/>
                  </a:lnTo>
                  <a:lnTo>
                    <a:pt x="3303123" y="2963409"/>
                  </a:lnTo>
                  <a:lnTo>
                    <a:pt x="3251013" y="2950061"/>
                  </a:lnTo>
                  <a:lnTo>
                    <a:pt x="3199017" y="2937158"/>
                  </a:lnTo>
                  <a:lnTo>
                    <a:pt x="3147100" y="2924871"/>
                  </a:lnTo>
                  <a:lnTo>
                    <a:pt x="3095132" y="2913332"/>
                  </a:lnTo>
                  <a:lnTo>
                    <a:pt x="3042862" y="2902637"/>
                  </a:lnTo>
                  <a:lnTo>
                    <a:pt x="2989890" y="2892836"/>
                  </a:lnTo>
                  <a:lnTo>
                    <a:pt x="2935637" y="2883944"/>
                  </a:lnTo>
                  <a:lnTo>
                    <a:pt x="2896531" y="2878257"/>
                  </a:lnTo>
                  <a:lnTo>
                    <a:pt x="2848997" y="2872141"/>
                  </a:lnTo>
                  <a:lnTo>
                    <a:pt x="2798946" y="2866607"/>
                  </a:lnTo>
                  <a:lnTo>
                    <a:pt x="2745615" y="2861629"/>
                  </a:lnTo>
                  <a:lnTo>
                    <a:pt x="2688170" y="2857161"/>
                  </a:lnTo>
                  <a:lnTo>
                    <a:pt x="2625759" y="2853150"/>
                  </a:lnTo>
                  <a:lnTo>
                    <a:pt x="2557571" y="2849541"/>
                  </a:lnTo>
                  <a:lnTo>
                    <a:pt x="2482912" y="2846287"/>
                  </a:lnTo>
                  <a:lnTo>
                    <a:pt x="2401312" y="2843349"/>
                  </a:lnTo>
                  <a:lnTo>
                    <a:pt x="2312668" y="2840695"/>
                  </a:lnTo>
                  <a:lnTo>
                    <a:pt x="2217417" y="2838303"/>
                  </a:lnTo>
                  <a:lnTo>
                    <a:pt x="2116732" y="2836164"/>
                  </a:lnTo>
                  <a:lnTo>
                    <a:pt x="2012685" y="2834272"/>
                  </a:lnTo>
                  <a:lnTo>
                    <a:pt x="1908320" y="2832632"/>
                  </a:lnTo>
                  <a:lnTo>
                    <a:pt x="1807541" y="2831250"/>
                  </a:lnTo>
                  <a:lnTo>
                    <a:pt x="1714752" y="2830129"/>
                  </a:lnTo>
                  <a:lnTo>
                    <a:pt x="1634237" y="2829264"/>
                  </a:lnTo>
                  <a:lnTo>
                    <a:pt x="1569399" y="2828642"/>
                  </a:lnTo>
                  <a:lnTo>
                    <a:pt x="1522035" y="2828233"/>
                  </a:lnTo>
                  <a:lnTo>
                    <a:pt x="1491889" y="2827998"/>
                  </a:lnTo>
                  <a:lnTo>
                    <a:pt x="1476557" y="2827890"/>
                  </a:lnTo>
                  <a:lnTo>
                    <a:pt x="1471703" y="2827859"/>
                  </a:lnTo>
                  <a:lnTo>
                    <a:pt x="1471387" y="2827857"/>
                  </a:lnTo>
                  <a:lnTo>
                    <a:pt x="0" y="282785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07" name="pg1607"/>
            <p:cNvSpPr/>
            <p:nvPr/>
          </p:nvSpPr>
          <p:spPr>
            <a:xfrm>
              <a:off x="4799595" y="2658638"/>
              <a:ext cx="11981298" cy="6603782"/>
            </a:xfrm>
            <a:custGeom>
              <a:avLst/>
              <a:pathLst>
                <a:path w="11981298" h="6603782">
                  <a:moveTo>
                    <a:pt x="0" y="6603782"/>
                  </a:moveTo>
                  <a:lnTo>
                    <a:pt x="1471387" y="6603782"/>
                  </a:lnTo>
                  <a:lnTo>
                    <a:pt x="1472166" y="6603679"/>
                  </a:lnTo>
                  <a:lnTo>
                    <a:pt x="1477328" y="6602946"/>
                  </a:lnTo>
                  <a:lnTo>
                    <a:pt x="1490474" y="6600922"/>
                  </a:lnTo>
                  <a:lnTo>
                    <a:pt x="1514315" y="6596931"/>
                  </a:lnTo>
                  <a:lnTo>
                    <a:pt x="1550533" y="6590318"/>
                  </a:lnTo>
                  <a:lnTo>
                    <a:pt x="1599674" y="6580504"/>
                  </a:lnTo>
                  <a:lnTo>
                    <a:pt x="1661135" y="6567030"/>
                  </a:lnTo>
                  <a:lnTo>
                    <a:pt x="1733304" y="6549585"/>
                  </a:lnTo>
                  <a:lnTo>
                    <a:pt x="1813836" y="6528009"/>
                  </a:lnTo>
                  <a:lnTo>
                    <a:pt x="1899998" y="6502270"/>
                  </a:lnTo>
                  <a:lnTo>
                    <a:pt x="1989025" y="6472419"/>
                  </a:lnTo>
                  <a:lnTo>
                    <a:pt x="2078401" y="6438537"/>
                  </a:lnTo>
                  <a:lnTo>
                    <a:pt x="2166047" y="6400688"/>
                  </a:lnTo>
                  <a:lnTo>
                    <a:pt x="2250398" y="6358874"/>
                  </a:lnTo>
                  <a:lnTo>
                    <a:pt x="2330404" y="6313009"/>
                  </a:lnTo>
                  <a:lnTo>
                    <a:pt x="2405470" y="6262902"/>
                  </a:lnTo>
                  <a:lnTo>
                    <a:pt x="2475374" y="6208248"/>
                  </a:lnTo>
                  <a:lnTo>
                    <a:pt x="2540178" y="6148627"/>
                  </a:lnTo>
                  <a:lnTo>
                    <a:pt x="2600147" y="6083513"/>
                  </a:lnTo>
                  <a:lnTo>
                    <a:pt x="2655682" y="6012283"/>
                  </a:lnTo>
                  <a:lnTo>
                    <a:pt x="2707263" y="5934239"/>
                  </a:lnTo>
                  <a:lnTo>
                    <a:pt x="2755415" y="5848644"/>
                  </a:lnTo>
                  <a:lnTo>
                    <a:pt x="2800671" y="5754774"/>
                  </a:lnTo>
                  <a:lnTo>
                    <a:pt x="2843551" y="5652009"/>
                  </a:lnTo>
                  <a:lnTo>
                    <a:pt x="2884534" y="5539966"/>
                  </a:lnTo>
                  <a:lnTo>
                    <a:pt x="2896531" y="5504514"/>
                  </a:lnTo>
                  <a:lnTo>
                    <a:pt x="2922444" y="5423789"/>
                  </a:lnTo>
                  <a:lnTo>
                    <a:pt x="2947868" y="5338987"/>
                  </a:lnTo>
                  <a:lnTo>
                    <a:pt x="2972896" y="5250030"/>
                  </a:lnTo>
                  <a:lnTo>
                    <a:pt x="2997607" y="5156870"/>
                  </a:lnTo>
                  <a:lnTo>
                    <a:pt x="3022069" y="5059491"/>
                  </a:lnTo>
                  <a:lnTo>
                    <a:pt x="3046341" y="4957911"/>
                  </a:lnTo>
                  <a:lnTo>
                    <a:pt x="3070474" y="4852183"/>
                  </a:lnTo>
                  <a:lnTo>
                    <a:pt x="3094508" y="4742401"/>
                  </a:lnTo>
                  <a:lnTo>
                    <a:pt x="3118480" y="4628698"/>
                  </a:lnTo>
                  <a:lnTo>
                    <a:pt x="3142417" y="4511248"/>
                  </a:lnTo>
                  <a:lnTo>
                    <a:pt x="3166340" y="4390267"/>
                  </a:lnTo>
                  <a:lnTo>
                    <a:pt x="3190268" y="4266011"/>
                  </a:lnTo>
                  <a:lnTo>
                    <a:pt x="3214211" y="4138776"/>
                  </a:lnTo>
                  <a:lnTo>
                    <a:pt x="3238176" y="4008893"/>
                  </a:lnTo>
                  <a:lnTo>
                    <a:pt x="3262166" y="3876732"/>
                  </a:lnTo>
                  <a:lnTo>
                    <a:pt x="3286180" y="3742688"/>
                  </a:lnTo>
                  <a:lnTo>
                    <a:pt x="3310216" y="3607184"/>
                  </a:lnTo>
                  <a:lnTo>
                    <a:pt x="3334268" y="3470665"/>
                  </a:lnTo>
                  <a:lnTo>
                    <a:pt x="3358329" y="3333586"/>
                  </a:lnTo>
                  <a:lnTo>
                    <a:pt x="3382392" y="3196413"/>
                  </a:lnTo>
                  <a:lnTo>
                    <a:pt x="3406449" y="3059613"/>
                  </a:lnTo>
                  <a:lnTo>
                    <a:pt x="3430492" y="2923646"/>
                  </a:lnTo>
                  <a:lnTo>
                    <a:pt x="3454515" y="2788963"/>
                  </a:lnTo>
                  <a:lnTo>
                    <a:pt x="3478515" y="2655994"/>
                  </a:lnTo>
                  <a:lnTo>
                    <a:pt x="3502490" y="2525149"/>
                  </a:lnTo>
                  <a:lnTo>
                    <a:pt x="3526441" y="2396806"/>
                  </a:lnTo>
                  <a:lnTo>
                    <a:pt x="3550374" y="2271313"/>
                  </a:lnTo>
                  <a:lnTo>
                    <a:pt x="3574298" y="2148981"/>
                  </a:lnTo>
                  <a:lnTo>
                    <a:pt x="3598227" y="2030082"/>
                  </a:lnTo>
                  <a:lnTo>
                    <a:pt x="3622181" y="1914848"/>
                  </a:lnTo>
                  <a:lnTo>
                    <a:pt x="3646187" y="1803470"/>
                  </a:lnTo>
                  <a:lnTo>
                    <a:pt x="3670275" y="1696097"/>
                  </a:lnTo>
                  <a:lnTo>
                    <a:pt x="3694485" y="1592839"/>
                  </a:lnTo>
                  <a:lnTo>
                    <a:pt x="3718865" y="1493765"/>
                  </a:lnTo>
                  <a:lnTo>
                    <a:pt x="3743468" y="1398907"/>
                  </a:lnTo>
                  <a:lnTo>
                    <a:pt x="3768359" y="1308263"/>
                  </a:lnTo>
                  <a:lnTo>
                    <a:pt x="3793614" y="1221797"/>
                  </a:lnTo>
                  <a:lnTo>
                    <a:pt x="3819318" y="1139442"/>
                  </a:lnTo>
                  <a:lnTo>
                    <a:pt x="3829811" y="1107441"/>
                  </a:lnTo>
                  <a:lnTo>
                    <a:pt x="3870310" y="992596"/>
                  </a:lnTo>
                  <a:lnTo>
                    <a:pt x="3912573" y="887071"/>
                  </a:lnTo>
                  <a:lnTo>
                    <a:pt x="3957062" y="790589"/>
                  </a:lnTo>
                  <a:lnTo>
                    <a:pt x="4004289" y="702583"/>
                  </a:lnTo>
                  <a:lnTo>
                    <a:pt x="4054785" y="622350"/>
                  </a:lnTo>
                  <a:lnTo>
                    <a:pt x="4109079" y="549151"/>
                  </a:lnTo>
                  <a:lnTo>
                    <a:pt x="4167670" y="482270"/>
                  </a:lnTo>
                  <a:lnTo>
                    <a:pt x="4230988" y="421060"/>
                  </a:lnTo>
                  <a:lnTo>
                    <a:pt x="4299344" y="364964"/>
                  </a:lnTo>
                  <a:lnTo>
                    <a:pt x="4372870" y="313529"/>
                  </a:lnTo>
                  <a:lnTo>
                    <a:pt x="4451437" y="266416"/>
                  </a:lnTo>
                  <a:lnTo>
                    <a:pt x="4534571" y="223400"/>
                  </a:lnTo>
                  <a:lnTo>
                    <a:pt x="4621368" y="184364"/>
                  </a:lnTo>
                  <a:lnTo>
                    <a:pt x="4710420" y="149287"/>
                  </a:lnTo>
                  <a:lnTo>
                    <a:pt x="4799799" y="118217"/>
                  </a:lnTo>
                  <a:lnTo>
                    <a:pt x="4887105" y="91236"/>
                  </a:lnTo>
                  <a:lnTo>
                    <a:pt x="4969622" y="68409"/>
                  </a:lnTo>
                  <a:lnTo>
                    <a:pt x="5044573" y="49734"/>
                  </a:lnTo>
                  <a:lnTo>
                    <a:pt x="5109457" y="35093"/>
                  </a:lnTo>
                  <a:lnTo>
                    <a:pt x="5162410" y="24223"/>
                  </a:lnTo>
                  <a:lnTo>
                    <a:pt x="5202503" y="16705"/>
                  </a:lnTo>
                  <a:lnTo>
                    <a:pt x="5229933" y="11993"/>
                  </a:lnTo>
                  <a:lnTo>
                    <a:pt x="5246049" y="9450"/>
                  </a:lnTo>
                  <a:lnTo>
                    <a:pt x="5253267" y="8400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502" y="8233"/>
                  </a:lnTo>
                  <a:lnTo>
                    <a:pt x="6735124" y="8668"/>
                  </a:lnTo>
                  <a:lnTo>
                    <a:pt x="6754326" y="9870"/>
                  </a:lnTo>
                  <a:lnTo>
                    <a:pt x="6788630" y="12237"/>
                  </a:lnTo>
                  <a:lnTo>
                    <a:pt x="6839706" y="16134"/>
                  </a:lnTo>
                  <a:lnTo>
                    <a:pt x="6907246" y="21860"/>
                  </a:lnTo>
                  <a:lnTo>
                    <a:pt x="6989132" y="29616"/>
                  </a:lnTo>
                  <a:lnTo>
                    <a:pt x="7081920" y="39504"/>
                  </a:lnTo>
                  <a:lnTo>
                    <a:pt x="7181510" y="51537"/>
                  </a:lnTo>
                  <a:lnTo>
                    <a:pt x="7283826" y="65681"/>
                  </a:lnTo>
                  <a:lnTo>
                    <a:pt x="7385325" y="81888"/>
                  </a:lnTo>
                  <a:lnTo>
                    <a:pt x="7483285" y="100138"/>
                  </a:lnTo>
                  <a:lnTo>
                    <a:pt x="7575873" y="120464"/>
                  </a:lnTo>
                  <a:lnTo>
                    <a:pt x="7662070" y="142966"/>
                  </a:lnTo>
                  <a:lnTo>
                    <a:pt x="7741514" y="167820"/>
                  </a:lnTo>
                  <a:lnTo>
                    <a:pt x="7814326" y="195281"/>
                  </a:lnTo>
                  <a:lnTo>
                    <a:pt x="7880957" y="225674"/>
                  </a:lnTo>
                  <a:lnTo>
                    <a:pt x="7942060" y="259385"/>
                  </a:lnTo>
                  <a:lnTo>
                    <a:pt x="7998393" y="296840"/>
                  </a:lnTo>
                  <a:lnTo>
                    <a:pt x="8050755" y="338474"/>
                  </a:lnTo>
                  <a:lnTo>
                    <a:pt x="8099931" y="384664"/>
                  </a:lnTo>
                  <a:lnTo>
                    <a:pt x="8146641" y="435641"/>
                  </a:lnTo>
                  <a:lnTo>
                    <a:pt x="8151487" y="441341"/>
                  </a:lnTo>
                  <a:lnTo>
                    <a:pt x="8190454" y="490034"/>
                  </a:lnTo>
                  <a:lnTo>
                    <a:pt x="8228413" y="542432"/>
                  </a:lnTo>
                  <a:lnTo>
                    <a:pt x="8265649" y="598611"/>
                  </a:lnTo>
                  <a:lnTo>
                    <a:pt x="8302390" y="658579"/>
                  </a:lnTo>
                  <a:lnTo>
                    <a:pt x="8338814" y="722273"/>
                  </a:lnTo>
                  <a:lnTo>
                    <a:pt x="8375058" y="789549"/>
                  </a:lnTo>
                  <a:lnTo>
                    <a:pt x="8411226" y="860182"/>
                  </a:lnTo>
                  <a:lnTo>
                    <a:pt x="8447386" y="933860"/>
                  </a:lnTo>
                  <a:lnTo>
                    <a:pt x="8483582" y="1010190"/>
                  </a:lnTo>
                  <a:lnTo>
                    <a:pt x="8519832" y="1088704"/>
                  </a:lnTo>
                  <a:lnTo>
                    <a:pt x="8556138" y="1168868"/>
                  </a:lnTo>
                  <a:lnTo>
                    <a:pt x="8592484" y="1250097"/>
                  </a:lnTo>
                  <a:lnTo>
                    <a:pt x="8628850" y="1331771"/>
                  </a:lnTo>
                  <a:lnTo>
                    <a:pt x="8665207" y="1413259"/>
                  </a:lnTo>
                  <a:lnTo>
                    <a:pt x="8701532" y="1493932"/>
                  </a:lnTo>
                  <a:lnTo>
                    <a:pt x="8737805" y="1573191"/>
                  </a:lnTo>
                  <a:lnTo>
                    <a:pt x="8774022" y="1650478"/>
                  </a:lnTo>
                  <a:lnTo>
                    <a:pt x="8810194" y="1725296"/>
                  </a:lnTo>
                  <a:lnTo>
                    <a:pt x="8846352" y="1797221"/>
                  </a:lnTo>
                  <a:lnTo>
                    <a:pt x="8882554" y="1865906"/>
                  </a:lnTo>
                  <a:lnTo>
                    <a:pt x="8918890" y="1931092"/>
                  </a:lnTo>
                  <a:lnTo>
                    <a:pt x="8955481" y="1992601"/>
                  </a:lnTo>
                  <a:lnTo>
                    <a:pt x="8992490" y="2050337"/>
                  </a:lnTo>
                  <a:lnTo>
                    <a:pt x="9030121" y="2104281"/>
                  </a:lnTo>
                  <a:lnTo>
                    <a:pt x="9068637" y="2154481"/>
                  </a:lnTo>
                  <a:lnTo>
                    <a:pt x="9084767" y="2174017"/>
                  </a:lnTo>
                  <a:lnTo>
                    <a:pt x="9131252" y="2225506"/>
                  </a:lnTo>
                  <a:lnTo>
                    <a:pt x="9180133" y="2272198"/>
                  </a:lnTo>
                  <a:lnTo>
                    <a:pt x="9232121" y="2314299"/>
                  </a:lnTo>
                  <a:lnTo>
                    <a:pt x="9287994" y="2352178"/>
                  </a:lnTo>
                  <a:lnTo>
                    <a:pt x="9348552" y="2386266"/>
                  </a:lnTo>
                  <a:lnTo>
                    <a:pt x="9414562" y="2416993"/>
                  </a:lnTo>
                  <a:lnTo>
                    <a:pt x="9486691" y="2444749"/>
                  </a:lnTo>
                  <a:lnTo>
                    <a:pt x="9565417" y="2469867"/>
                  </a:lnTo>
                  <a:lnTo>
                    <a:pt x="9650904" y="2492609"/>
                  </a:lnTo>
                  <a:lnTo>
                    <a:pt x="9742849" y="2513160"/>
                  </a:lnTo>
                  <a:lnTo>
                    <a:pt x="9840309" y="2531628"/>
                  </a:lnTo>
                  <a:lnTo>
                    <a:pt x="9941545" y="2548053"/>
                  </a:lnTo>
                  <a:lnTo>
                    <a:pt x="10043930" y="2562417"/>
                  </a:lnTo>
                  <a:lnTo>
                    <a:pt x="10143998" y="2574677"/>
                  </a:lnTo>
                  <a:lnTo>
                    <a:pt x="10237708" y="2584793"/>
                  </a:lnTo>
                  <a:lnTo>
                    <a:pt x="10320934" y="2592773"/>
                  </a:lnTo>
                  <a:lnTo>
                    <a:pt x="10390127" y="2598707"/>
                  </a:lnTo>
                  <a:lnTo>
                    <a:pt x="10443002" y="2602786"/>
                  </a:lnTo>
                  <a:lnTo>
                    <a:pt x="10479044" y="2605299"/>
                  </a:lnTo>
                  <a:lnTo>
                    <a:pt x="10499714" y="2606606"/>
                  </a:lnTo>
                  <a:lnTo>
                    <a:pt x="10508349" y="2607103"/>
                  </a:lnTo>
                  <a:lnTo>
                    <a:pt x="10509911" y="2607186"/>
                  </a:lnTo>
                  <a:lnTo>
                    <a:pt x="11981298" y="2607186"/>
                  </a:lnTo>
                  <a:lnTo>
                    <a:pt x="11981298" y="2599013"/>
                  </a:lnTo>
                  <a:lnTo>
                    <a:pt x="10509911" y="2599013"/>
                  </a:lnTo>
                  <a:lnTo>
                    <a:pt x="10508751" y="2598952"/>
                  </a:lnTo>
                  <a:lnTo>
                    <a:pt x="10501129" y="2598517"/>
                  </a:lnTo>
                  <a:lnTo>
                    <a:pt x="10481927" y="2597315"/>
                  </a:lnTo>
                  <a:lnTo>
                    <a:pt x="10447623" y="2594949"/>
                  </a:lnTo>
                  <a:lnTo>
                    <a:pt x="10396547" y="2591052"/>
                  </a:lnTo>
                  <a:lnTo>
                    <a:pt x="10329007" y="2585326"/>
                  </a:lnTo>
                  <a:lnTo>
                    <a:pt x="10247121" y="2577569"/>
                  </a:lnTo>
                  <a:lnTo>
                    <a:pt x="10154333" y="2567682"/>
                  </a:lnTo>
                  <a:lnTo>
                    <a:pt x="10054743" y="2555648"/>
                  </a:lnTo>
                  <a:lnTo>
                    <a:pt x="9952427" y="2541505"/>
                  </a:lnTo>
                  <a:lnTo>
                    <a:pt x="9850928" y="2525298"/>
                  </a:lnTo>
                  <a:lnTo>
                    <a:pt x="9752969" y="2507047"/>
                  </a:lnTo>
                  <a:lnTo>
                    <a:pt x="9660380" y="2486722"/>
                  </a:lnTo>
                  <a:lnTo>
                    <a:pt x="9574183" y="2464220"/>
                  </a:lnTo>
                  <a:lnTo>
                    <a:pt x="9494739" y="2439365"/>
                  </a:lnTo>
                  <a:lnTo>
                    <a:pt x="9421927" y="2411904"/>
                  </a:lnTo>
                  <a:lnTo>
                    <a:pt x="9355296" y="2381511"/>
                  </a:lnTo>
                  <a:lnTo>
                    <a:pt x="9294194" y="2347801"/>
                  </a:lnTo>
                  <a:lnTo>
                    <a:pt x="9237860" y="2310345"/>
                  </a:lnTo>
                  <a:lnTo>
                    <a:pt x="9185498" y="2268712"/>
                  </a:lnTo>
                  <a:lnTo>
                    <a:pt x="9136322" y="2222522"/>
                  </a:lnTo>
                  <a:lnTo>
                    <a:pt x="9089613" y="2171544"/>
                  </a:lnTo>
                  <a:lnTo>
                    <a:pt x="9084767" y="2165844"/>
                  </a:lnTo>
                  <a:lnTo>
                    <a:pt x="9045800" y="2117152"/>
                  </a:lnTo>
                  <a:lnTo>
                    <a:pt x="9007840" y="2064753"/>
                  </a:lnTo>
                  <a:lnTo>
                    <a:pt x="8970604" y="2008575"/>
                  </a:lnTo>
                  <a:lnTo>
                    <a:pt x="8933863" y="1948607"/>
                  </a:lnTo>
                  <a:lnTo>
                    <a:pt x="8897440" y="1884913"/>
                  </a:lnTo>
                  <a:lnTo>
                    <a:pt x="8861195" y="1817636"/>
                  </a:lnTo>
                  <a:lnTo>
                    <a:pt x="8825027" y="1747004"/>
                  </a:lnTo>
                  <a:lnTo>
                    <a:pt x="8788867" y="1673325"/>
                  </a:lnTo>
                  <a:lnTo>
                    <a:pt x="8752671" y="1596995"/>
                  </a:lnTo>
                  <a:lnTo>
                    <a:pt x="8716421" y="1518481"/>
                  </a:lnTo>
                  <a:lnTo>
                    <a:pt x="8680115" y="1438317"/>
                  </a:lnTo>
                  <a:lnTo>
                    <a:pt x="8643769" y="1357089"/>
                  </a:lnTo>
                  <a:lnTo>
                    <a:pt x="8607403" y="1275414"/>
                  </a:lnTo>
                  <a:lnTo>
                    <a:pt x="8571046" y="1193927"/>
                  </a:lnTo>
                  <a:lnTo>
                    <a:pt x="8534721" y="1113253"/>
                  </a:lnTo>
                  <a:lnTo>
                    <a:pt x="8498448" y="1033994"/>
                  </a:lnTo>
                  <a:lnTo>
                    <a:pt x="8462231" y="956708"/>
                  </a:lnTo>
                  <a:lnTo>
                    <a:pt x="8426060" y="881889"/>
                  </a:lnTo>
                  <a:lnTo>
                    <a:pt x="8389902" y="809965"/>
                  </a:lnTo>
                  <a:lnTo>
                    <a:pt x="8353699" y="741279"/>
                  </a:lnTo>
                  <a:lnTo>
                    <a:pt x="8317363" y="676093"/>
                  </a:lnTo>
                  <a:lnTo>
                    <a:pt x="8280772" y="614585"/>
                  </a:lnTo>
                  <a:lnTo>
                    <a:pt x="8243764" y="556848"/>
                  </a:lnTo>
                  <a:lnTo>
                    <a:pt x="8206132" y="502905"/>
                  </a:lnTo>
                  <a:lnTo>
                    <a:pt x="8167617" y="452705"/>
                  </a:lnTo>
                  <a:lnTo>
                    <a:pt x="8151487" y="433168"/>
                  </a:lnTo>
                  <a:lnTo>
                    <a:pt x="8105001" y="381680"/>
                  </a:lnTo>
                  <a:lnTo>
                    <a:pt x="8056120" y="334988"/>
                  </a:lnTo>
                  <a:lnTo>
                    <a:pt x="8004133" y="292887"/>
                  </a:lnTo>
                  <a:lnTo>
                    <a:pt x="7948259" y="255007"/>
                  </a:lnTo>
                  <a:lnTo>
                    <a:pt x="7887701" y="220919"/>
                  </a:lnTo>
                  <a:lnTo>
                    <a:pt x="7821691" y="190193"/>
                  </a:lnTo>
                  <a:lnTo>
                    <a:pt x="7749562" y="162437"/>
                  </a:lnTo>
                  <a:lnTo>
                    <a:pt x="7670836" y="137319"/>
                  </a:lnTo>
                  <a:lnTo>
                    <a:pt x="7585349" y="114577"/>
                  </a:lnTo>
                  <a:lnTo>
                    <a:pt x="7493404" y="94026"/>
                  </a:lnTo>
                  <a:lnTo>
                    <a:pt x="7395944" y="75558"/>
                  </a:lnTo>
                  <a:lnTo>
                    <a:pt x="7294708" y="59133"/>
                  </a:lnTo>
                  <a:lnTo>
                    <a:pt x="7192323" y="44768"/>
                  </a:lnTo>
                  <a:lnTo>
                    <a:pt x="7092255" y="32508"/>
                  </a:lnTo>
                  <a:lnTo>
                    <a:pt x="6998545" y="22392"/>
                  </a:lnTo>
                  <a:lnTo>
                    <a:pt x="6915319" y="14412"/>
                  </a:lnTo>
                  <a:lnTo>
                    <a:pt x="6846126" y="8478"/>
                  </a:lnTo>
                  <a:lnTo>
                    <a:pt x="6793251" y="4399"/>
                  </a:lnTo>
                  <a:lnTo>
                    <a:pt x="6757209" y="1887"/>
                  </a:lnTo>
                  <a:lnTo>
                    <a:pt x="6736539" y="580"/>
                  </a:lnTo>
                  <a:lnTo>
                    <a:pt x="6727904" y="82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176" y="103"/>
                  </a:lnTo>
                  <a:lnTo>
                    <a:pt x="5249015" y="836"/>
                  </a:lnTo>
                  <a:lnTo>
                    <a:pt x="5235868" y="2859"/>
                  </a:lnTo>
                  <a:lnTo>
                    <a:pt x="5212027" y="6851"/>
                  </a:lnTo>
                  <a:lnTo>
                    <a:pt x="5175809" y="13464"/>
                  </a:lnTo>
                  <a:lnTo>
                    <a:pt x="5126668" y="23277"/>
                  </a:lnTo>
                  <a:lnTo>
                    <a:pt x="5065208" y="36751"/>
                  </a:lnTo>
                  <a:lnTo>
                    <a:pt x="4993038" y="54197"/>
                  </a:lnTo>
                  <a:lnTo>
                    <a:pt x="4912506" y="75773"/>
                  </a:lnTo>
                  <a:lnTo>
                    <a:pt x="4826344" y="101512"/>
                  </a:lnTo>
                  <a:lnTo>
                    <a:pt x="4737317" y="131363"/>
                  </a:lnTo>
                  <a:lnTo>
                    <a:pt x="4647941" y="165244"/>
                  </a:lnTo>
                  <a:lnTo>
                    <a:pt x="4560296" y="203094"/>
                  </a:lnTo>
                  <a:lnTo>
                    <a:pt x="4475945" y="244908"/>
                  </a:lnTo>
                  <a:lnTo>
                    <a:pt x="4395939" y="290772"/>
                  </a:lnTo>
                  <a:lnTo>
                    <a:pt x="4320872" y="340879"/>
                  </a:lnTo>
                  <a:lnTo>
                    <a:pt x="4250968" y="395534"/>
                  </a:lnTo>
                  <a:lnTo>
                    <a:pt x="4186164" y="455154"/>
                  </a:lnTo>
                  <a:lnTo>
                    <a:pt x="4126195" y="520268"/>
                  </a:lnTo>
                  <a:lnTo>
                    <a:pt x="4070660" y="591499"/>
                  </a:lnTo>
                  <a:lnTo>
                    <a:pt x="4019079" y="669543"/>
                  </a:lnTo>
                  <a:lnTo>
                    <a:pt x="3970927" y="755138"/>
                  </a:lnTo>
                  <a:lnTo>
                    <a:pt x="3925671" y="849008"/>
                  </a:lnTo>
                  <a:lnTo>
                    <a:pt x="3882791" y="951772"/>
                  </a:lnTo>
                  <a:lnTo>
                    <a:pt x="3841808" y="1063815"/>
                  </a:lnTo>
                  <a:lnTo>
                    <a:pt x="3829811" y="1099268"/>
                  </a:lnTo>
                  <a:lnTo>
                    <a:pt x="3803898" y="1179993"/>
                  </a:lnTo>
                  <a:lnTo>
                    <a:pt x="3778474" y="1264795"/>
                  </a:lnTo>
                  <a:lnTo>
                    <a:pt x="3753446" y="1353751"/>
                  </a:lnTo>
                  <a:lnTo>
                    <a:pt x="3728735" y="1446911"/>
                  </a:lnTo>
                  <a:lnTo>
                    <a:pt x="3704273" y="1544290"/>
                  </a:lnTo>
                  <a:lnTo>
                    <a:pt x="3680001" y="1645871"/>
                  </a:lnTo>
                  <a:lnTo>
                    <a:pt x="3655868" y="1751599"/>
                  </a:lnTo>
                  <a:lnTo>
                    <a:pt x="3631834" y="1861381"/>
                  </a:lnTo>
                  <a:lnTo>
                    <a:pt x="3607862" y="1975084"/>
                  </a:lnTo>
                  <a:lnTo>
                    <a:pt x="3583926" y="2092533"/>
                  </a:lnTo>
                  <a:lnTo>
                    <a:pt x="3560002" y="2213514"/>
                  </a:lnTo>
                  <a:lnTo>
                    <a:pt x="3536074" y="2337770"/>
                  </a:lnTo>
                  <a:lnTo>
                    <a:pt x="3512131" y="2465006"/>
                  </a:lnTo>
                  <a:lnTo>
                    <a:pt x="3488166" y="2594888"/>
                  </a:lnTo>
                  <a:lnTo>
                    <a:pt x="3464176" y="2727050"/>
                  </a:lnTo>
                  <a:lnTo>
                    <a:pt x="3440162" y="2861094"/>
                  </a:lnTo>
                  <a:lnTo>
                    <a:pt x="3416126" y="2996597"/>
                  </a:lnTo>
                  <a:lnTo>
                    <a:pt x="3392074" y="3133117"/>
                  </a:lnTo>
                  <a:lnTo>
                    <a:pt x="3368013" y="3270196"/>
                  </a:lnTo>
                  <a:lnTo>
                    <a:pt x="3343950" y="3407369"/>
                  </a:lnTo>
                  <a:lnTo>
                    <a:pt x="3319894" y="3544169"/>
                  </a:lnTo>
                  <a:lnTo>
                    <a:pt x="3295850" y="3680136"/>
                  </a:lnTo>
                  <a:lnTo>
                    <a:pt x="3271827" y="3814819"/>
                  </a:lnTo>
                  <a:lnTo>
                    <a:pt x="3247827" y="3947788"/>
                  </a:lnTo>
                  <a:lnTo>
                    <a:pt x="3223852" y="4078633"/>
                  </a:lnTo>
                  <a:lnTo>
                    <a:pt x="3199901" y="4206976"/>
                  </a:lnTo>
                  <a:lnTo>
                    <a:pt x="3175968" y="4332469"/>
                  </a:lnTo>
                  <a:lnTo>
                    <a:pt x="3152045" y="4454801"/>
                  </a:lnTo>
                  <a:lnTo>
                    <a:pt x="3128115" y="4573700"/>
                  </a:lnTo>
                  <a:lnTo>
                    <a:pt x="3104161" y="4688934"/>
                  </a:lnTo>
                  <a:lnTo>
                    <a:pt x="3080155" y="4800312"/>
                  </a:lnTo>
                  <a:lnTo>
                    <a:pt x="3056067" y="4907684"/>
                  </a:lnTo>
                  <a:lnTo>
                    <a:pt x="3031857" y="5010943"/>
                  </a:lnTo>
                  <a:lnTo>
                    <a:pt x="3007478" y="5110017"/>
                  </a:lnTo>
                  <a:lnTo>
                    <a:pt x="2982874" y="5204874"/>
                  </a:lnTo>
                  <a:lnTo>
                    <a:pt x="2957983" y="5295519"/>
                  </a:lnTo>
                  <a:lnTo>
                    <a:pt x="2932729" y="5381985"/>
                  </a:lnTo>
                  <a:lnTo>
                    <a:pt x="2907024" y="5464339"/>
                  </a:lnTo>
                  <a:lnTo>
                    <a:pt x="2896531" y="5496341"/>
                  </a:lnTo>
                  <a:lnTo>
                    <a:pt x="2856032" y="5611186"/>
                  </a:lnTo>
                  <a:lnTo>
                    <a:pt x="2813769" y="5716710"/>
                  </a:lnTo>
                  <a:lnTo>
                    <a:pt x="2769280" y="5813193"/>
                  </a:lnTo>
                  <a:lnTo>
                    <a:pt x="2722053" y="5901199"/>
                  </a:lnTo>
                  <a:lnTo>
                    <a:pt x="2671557" y="5981431"/>
                  </a:lnTo>
                  <a:lnTo>
                    <a:pt x="2617263" y="6054631"/>
                  </a:lnTo>
                  <a:lnTo>
                    <a:pt x="2558672" y="6121512"/>
                  </a:lnTo>
                  <a:lnTo>
                    <a:pt x="2495354" y="6182722"/>
                  </a:lnTo>
                  <a:lnTo>
                    <a:pt x="2426998" y="6238818"/>
                  </a:lnTo>
                  <a:lnTo>
                    <a:pt x="2353472" y="6290252"/>
                  </a:lnTo>
                  <a:lnTo>
                    <a:pt x="2274906" y="6337365"/>
                  </a:lnTo>
                  <a:lnTo>
                    <a:pt x="2191771" y="6380382"/>
                  </a:lnTo>
                  <a:lnTo>
                    <a:pt x="2104974" y="6419418"/>
                  </a:lnTo>
                  <a:lnTo>
                    <a:pt x="2015922" y="6454495"/>
                  </a:lnTo>
                  <a:lnTo>
                    <a:pt x="1926543" y="6485565"/>
                  </a:lnTo>
                  <a:lnTo>
                    <a:pt x="1839237" y="6512546"/>
                  </a:lnTo>
                  <a:lnTo>
                    <a:pt x="1756720" y="6535373"/>
                  </a:lnTo>
                  <a:lnTo>
                    <a:pt x="1681769" y="6554048"/>
                  </a:lnTo>
                  <a:lnTo>
                    <a:pt x="1616885" y="6568688"/>
                  </a:lnTo>
                  <a:lnTo>
                    <a:pt x="1563933" y="6579559"/>
                  </a:lnTo>
                  <a:lnTo>
                    <a:pt x="1523839" y="6587076"/>
                  </a:lnTo>
                  <a:lnTo>
                    <a:pt x="1496410" y="6591788"/>
                  </a:lnTo>
                  <a:lnTo>
                    <a:pt x="1480294" y="6594332"/>
                  </a:lnTo>
                  <a:lnTo>
                    <a:pt x="1473075" y="6595382"/>
                  </a:lnTo>
                  <a:lnTo>
                    <a:pt x="1471387" y="6595609"/>
                  </a:lnTo>
                  <a:lnTo>
                    <a:pt x="0" y="6595609"/>
                  </a:lnTo>
                  <a:close/>
                </a:path>
              </a:pathLst>
            </a:custGeom>
            <a:solidFill>
              <a:srgbClr val="8BC34A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608" name="pl1608"/>
            <p:cNvSpPr/>
            <p:nvPr/>
          </p:nvSpPr>
          <p:spPr>
            <a:xfrm>
              <a:off x="4799595" y="2666811"/>
              <a:ext cx="11981298" cy="6595609"/>
            </a:xfrm>
            <a:custGeom>
              <a:avLst/>
              <a:pathLst>
                <a:path w="11981298" h="6595609">
                  <a:moveTo>
                    <a:pt x="0" y="6595609"/>
                  </a:moveTo>
                  <a:lnTo>
                    <a:pt x="1471387" y="6595609"/>
                  </a:lnTo>
                  <a:lnTo>
                    <a:pt x="1472166" y="6595506"/>
                  </a:lnTo>
                  <a:lnTo>
                    <a:pt x="1477328" y="6594773"/>
                  </a:lnTo>
                  <a:lnTo>
                    <a:pt x="1490474" y="6592749"/>
                  </a:lnTo>
                  <a:lnTo>
                    <a:pt x="1514315" y="6588758"/>
                  </a:lnTo>
                  <a:lnTo>
                    <a:pt x="1550533" y="6582145"/>
                  </a:lnTo>
                  <a:lnTo>
                    <a:pt x="1599674" y="6572331"/>
                  </a:lnTo>
                  <a:lnTo>
                    <a:pt x="1661135" y="6558857"/>
                  </a:lnTo>
                  <a:lnTo>
                    <a:pt x="1733304" y="6541412"/>
                  </a:lnTo>
                  <a:lnTo>
                    <a:pt x="1813836" y="6519836"/>
                  </a:lnTo>
                  <a:lnTo>
                    <a:pt x="1899998" y="6494097"/>
                  </a:lnTo>
                  <a:lnTo>
                    <a:pt x="1989025" y="6464246"/>
                  </a:lnTo>
                  <a:lnTo>
                    <a:pt x="2078401" y="6430364"/>
                  </a:lnTo>
                  <a:lnTo>
                    <a:pt x="2166047" y="6392515"/>
                  </a:lnTo>
                  <a:lnTo>
                    <a:pt x="2250398" y="6350701"/>
                  </a:lnTo>
                  <a:lnTo>
                    <a:pt x="2330404" y="6304836"/>
                  </a:lnTo>
                  <a:lnTo>
                    <a:pt x="2405470" y="6254729"/>
                  </a:lnTo>
                  <a:lnTo>
                    <a:pt x="2475374" y="6200075"/>
                  </a:lnTo>
                  <a:lnTo>
                    <a:pt x="2540178" y="6140454"/>
                  </a:lnTo>
                  <a:lnTo>
                    <a:pt x="2600147" y="6075340"/>
                  </a:lnTo>
                  <a:lnTo>
                    <a:pt x="2655682" y="6004110"/>
                  </a:lnTo>
                  <a:lnTo>
                    <a:pt x="2707263" y="5926066"/>
                  </a:lnTo>
                  <a:lnTo>
                    <a:pt x="2755415" y="5840471"/>
                  </a:lnTo>
                  <a:lnTo>
                    <a:pt x="2800671" y="5746601"/>
                  </a:lnTo>
                  <a:lnTo>
                    <a:pt x="2843551" y="5643836"/>
                  </a:lnTo>
                  <a:lnTo>
                    <a:pt x="2884534" y="5531793"/>
                  </a:lnTo>
                  <a:lnTo>
                    <a:pt x="2896531" y="5496341"/>
                  </a:lnTo>
                  <a:lnTo>
                    <a:pt x="2922444" y="5415616"/>
                  </a:lnTo>
                  <a:lnTo>
                    <a:pt x="2947868" y="5330814"/>
                  </a:lnTo>
                  <a:lnTo>
                    <a:pt x="2972896" y="5241857"/>
                  </a:lnTo>
                  <a:lnTo>
                    <a:pt x="2997607" y="5148697"/>
                  </a:lnTo>
                  <a:lnTo>
                    <a:pt x="3022069" y="5051318"/>
                  </a:lnTo>
                  <a:lnTo>
                    <a:pt x="3046341" y="4949738"/>
                  </a:lnTo>
                  <a:lnTo>
                    <a:pt x="3070474" y="4844010"/>
                  </a:lnTo>
                  <a:lnTo>
                    <a:pt x="3094508" y="4734228"/>
                  </a:lnTo>
                  <a:lnTo>
                    <a:pt x="3118480" y="4620525"/>
                  </a:lnTo>
                  <a:lnTo>
                    <a:pt x="3142417" y="4503075"/>
                  </a:lnTo>
                  <a:lnTo>
                    <a:pt x="3166340" y="4382094"/>
                  </a:lnTo>
                  <a:lnTo>
                    <a:pt x="3190268" y="4257838"/>
                  </a:lnTo>
                  <a:lnTo>
                    <a:pt x="3214211" y="4130603"/>
                  </a:lnTo>
                  <a:lnTo>
                    <a:pt x="3238176" y="4000720"/>
                  </a:lnTo>
                  <a:lnTo>
                    <a:pt x="3262166" y="3868559"/>
                  </a:lnTo>
                  <a:lnTo>
                    <a:pt x="3286180" y="3734515"/>
                  </a:lnTo>
                  <a:lnTo>
                    <a:pt x="3310216" y="3599011"/>
                  </a:lnTo>
                  <a:lnTo>
                    <a:pt x="3334268" y="3462492"/>
                  </a:lnTo>
                  <a:lnTo>
                    <a:pt x="3358329" y="3325413"/>
                  </a:lnTo>
                  <a:lnTo>
                    <a:pt x="3382392" y="3188240"/>
                  </a:lnTo>
                  <a:lnTo>
                    <a:pt x="3406449" y="3051440"/>
                  </a:lnTo>
                  <a:lnTo>
                    <a:pt x="3430492" y="2915473"/>
                  </a:lnTo>
                  <a:lnTo>
                    <a:pt x="3454515" y="2780790"/>
                  </a:lnTo>
                  <a:lnTo>
                    <a:pt x="3478515" y="2647821"/>
                  </a:lnTo>
                  <a:lnTo>
                    <a:pt x="3502490" y="2516976"/>
                  </a:lnTo>
                  <a:lnTo>
                    <a:pt x="3526441" y="2388633"/>
                  </a:lnTo>
                  <a:lnTo>
                    <a:pt x="3550374" y="2263140"/>
                  </a:lnTo>
                  <a:lnTo>
                    <a:pt x="3574298" y="2140808"/>
                  </a:lnTo>
                  <a:lnTo>
                    <a:pt x="3598227" y="2021909"/>
                  </a:lnTo>
                  <a:lnTo>
                    <a:pt x="3622181" y="1906675"/>
                  </a:lnTo>
                  <a:lnTo>
                    <a:pt x="3646187" y="1795297"/>
                  </a:lnTo>
                  <a:lnTo>
                    <a:pt x="3670275" y="1687924"/>
                  </a:lnTo>
                  <a:lnTo>
                    <a:pt x="3694485" y="1584666"/>
                  </a:lnTo>
                  <a:lnTo>
                    <a:pt x="3718865" y="1485592"/>
                  </a:lnTo>
                  <a:lnTo>
                    <a:pt x="3743468" y="1390734"/>
                  </a:lnTo>
                  <a:lnTo>
                    <a:pt x="3768359" y="1300090"/>
                  </a:lnTo>
                  <a:lnTo>
                    <a:pt x="3793614" y="1213624"/>
                  </a:lnTo>
                  <a:lnTo>
                    <a:pt x="3819318" y="1131269"/>
                  </a:lnTo>
                  <a:lnTo>
                    <a:pt x="3829811" y="1099268"/>
                  </a:lnTo>
                  <a:lnTo>
                    <a:pt x="3870310" y="984423"/>
                  </a:lnTo>
                  <a:lnTo>
                    <a:pt x="3912573" y="878898"/>
                  </a:lnTo>
                  <a:lnTo>
                    <a:pt x="3957062" y="782416"/>
                  </a:lnTo>
                  <a:lnTo>
                    <a:pt x="4004289" y="694410"/>
                  </a:lnTo>
                  <a:lnTo>
                    <a:pt x="4054785" y="614177"/>
                  </a:lnTo>
                  <a:lnTo>
                    <a:pt x="4109079" y="540978"/>
                  </a:lnTo>
                  <a:lnTo>
                    <a:pt x="4167670" y="474097"/>
                  </a:lnTo>
                  <a:lnTo>
                    <a:pt x="4230988" y="412887"/>
                  </a:lnTo>
                  <a:lnTo>
                    <a:pt x="4299344" y="356791"/>
                  </a:lnTo>
                  <a:lnTo>
                    <a:pt x="4372870" y="305356"/>
                  </a:lnTo>
                  <a:lnTo>
                    <a:pt x="4451437" y="258243"/>
                  </a:lnTo>
                  <a:lnTo>
                    <a:pt x="4534571" y="215227"/>
                  </a:lnTo>
                  <a:lnTo>
                    <a:pt x="4621368" y="176191"/>
                  </a:lnTo>
                  <a:lnTo>
                    <a:pt x="4710420" y="141114"/>
                  </a:lnTo>
                  <a:lnTo>
                    <a:pt x="4799799" y="110044"/>
                  </a:lnTo>
                  <a:lnTo>
                    <a:pt x="4887105" y="83063"/>
                  </a:lnTo>
                  <a:lnTo>
                    <a:pt x="4969622" y="60236"/>
                  </a:lnTo>
                  <a:lnTo>
                    <a:pt x="5044573" y="41561"/>
                  </a:lnTo>
                  <a:lnTo>
                    <a:pt x="5109457" y="26920"/>
                  </a:lnTo>
                  <a:lnTo>
                    <a:pt x="5162410" y="16050"/>
                  </a:lnTo>
                  <a:lnTo>
                    <a:pt x="5202503" y="8532"/>
                  </a:lnTo>
                  <a:lnTo>
                    <a:pt x="5229933" y="3820"/>
                  </a:lnTo>
                  <a:lnTo>
                    <a:pt x="5246049" y="1277"/>
                  </a:lnTo>
                  <a:lnTo>
                    <a:pt x="5253267" y="227"/>
                  </a:lnTo>
                  <a:lnTo>
                    <a:pt x="5254933" y="2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502" y="60"/>
                  </a:lnTo>
                  <a:lnTo>
                    <a:pt x="6735124" y="495"/>
                  </a:lnTo>
                  <a:lnTo>
                    <a:pt x="6754326" y="1697"/>
                  </a:lnTo>
                  <a:lnTo>
                    <a:pt x="6788630" y="4064"/>
                  </a:lnTo>
                  <a:lnTo>
                    <a:pt x="6839706" y="7961"/>
                  </a:lnTo>
                  <a:lnTo>
                    <a:pt x="6907246" y="13687"/>
                  </a:lnTo>
                  <a:lnTo>
                    <a:pt x="6989132" y="21443"/>
                  </a:lnTo>
                  <a:lnTo>
                    <a:pt x="7081920" y="31331"/>
                  </a:lnTo>
                  <a:lnTo>
                    <a:pt x="7181510" y="43364"/>
                  </a:lnTo>
                  <a:lnTo>
                    <a:pt x="7283826" y="57508"/>
                  </a:lnTo>
                  <a:lnTo>
                    <a:pt x="7385325" y="73715"/>
                  </a:lnTo>
                  <a:lnTo>
                    <a:pt x="7483285" y="91965"/>
                  </a:lnTo>
                  <a:lnTo>
                    <a:pt x="7575873" y="112291"/>
                  </a:lnTo>
                  <a:lnTo>
                    <a:pt x="7662070" y="134793"/>
                  </a:lnTo>
                  <a:lnTo>
                    <a:pt x="7741514" y="159647"/>
                  </a:lnTo>
                  <a:lnTo>
                    <a:pt x="7814326" y="187108"/>
                  </a:lnTo>
                  <a:lnTo>
                    <a:pt x="7880957" y="217501"/>
                  </a:lnTo>
                  <a:lnTo>
                    <a:pt x="7942060" y="251212"/>
                  </a:lnTo>
                  <a:lnTo>
                    <a:pt x="7998393" y="288667"/>
                  </a:lnTo>
                  <a:lnTo>
                    <a:pt x="8050755" y="330301"/>
                  </a:lnTo>
                  <a:lnTo>
                    <a:pt x="8099931" y="376491"/>
                  </a:lnTo>
                  <a:lnTo>
                    <a:pt x="8146641" y="427468"/>
                  </a:lnTo>
                  <a:lnTo>
                    <a:pt x="8151487" y="433168"/>
                  </a:lnTo>
                  <a:lnTo>
                    <a:pt x="8190454" y="481861"/>
                  </a:lnTo>
                  <a:lnTo>
                    <a:pt x="8228413" y="534259"/>
                  </a:lnTo>
                  <a:lnTo>
                    <a:pt x="8265649" y="590438"/>
                  </a:lnTo>
                  <a:lnTo>
                    <a:pt x="8302390" y="650406"/>
                  </a:lnTo>
                  <a:lnTo>
                    <a:pt x="8338814" y="714100"/>
                  </a:lnTo>
                  <a:lnTo>
                    <a:pt x="8375058" y="781376"/>
                  </a:lnTo>
                  <a:lnTo>
                    <a:pt x="8411226" y="852009"/>
                  </a:lnTo>
                  <a:lnTo>
                    <a:pt x="8447386" y="925687"/>
                  </a:lnTo>
                  <a:lnTo>
                    <a:pt x="8483582" y="1002017"/>
                  </a:lnTo>
                  <a:lnTo>
                    <a:pt x="8519832" y="1080531"/>
                  </a:lnTo>
                  <a:lnTo>
                    <a:pt x="8556138" y="1160695"/>
                  </a:lnTo>
                  <a:lnTo>
                    <a:pt x="8592484" y="1241924"/>
                  </a:lnTo>
                  <a:lnTo>
                    <a:pt x="8628850" y="1323598"/>
                  </a:lnTo>
                  <a:lnTo>
                    <a:pt x="8665207" y="1405086"/>
                  </a:lnTo>
                  <a:lnTo>
                    <a:pt x="8701532" y="1485759"/>
                  </a:lnTo>
                  <a:lnTo>
                    <a:pt x="8737805" y="1565018"/>
                  </a:lnTo>
                  <a:lnTo>
                    <a:pt x="8774022" y="1642305"/>
                  </a:lnTo>
                  <a:lnTo>
                    <a:pt x="8810194" y="1717123"/>
                  </a:lnTo>
                  <a:lnTo>
                    <a:pt x="8846352" y="1789048"/>
                  </a:lnTo>
                  <a:lnTo>
                    <a:pt x="8882554" y="1857733"/>
                  </a:lnTo>
                  <a:lnTo>
                    <a:pt x="8918890" y="1922919"/>
                  </a:lnTo>
                  <a:lnTo>
                    <a:pt x="8955481" y="1984428"/>
                  </a:lnTo>
                  <a:lnTo>
                    <a:pt x="8992490" y="2042164"/>
                  </a:lnTo>
                  <a:lnTo>
                    <a:pt x="9030121" y="2096108"/>
                  </a:lnTo>
                  <a:lnTo>
                    <a:pt x="9068637" y="2146308"/>
                  </a:lnTo>
                  <a:lnTo>
                    <a:pt x="9084767" y="2165844"/>
                  </a:lnTo>
                  <a:lnTo>
                    <a:pt x="9131252" y="2217333"/>
                  </a:lnTo>
                  <a:lnTo>
                    <a:pt x="9180133" y="2264025"/>
                  </a:lnTo>
                  <a:lnTo>
                    <a:pt x="9232121" y="2306126"/>
                  </a:lnTo>
                  <a:lnTo>
                    <a:pt x="9287994" y="2344005"/>
                  </a:lnTo>
                  <a:lnTo>
                    <a:pt x="9348552" y="2378093"/>
                  </a:lnTo>
                  <a:lnTo>
                    <a:pt x="9414562" y="2408820"/>
                  </a:lnTo>
                  <a:lnTo>
                    <a:pt x="9486691" y="2436576"/>
                  </a:lnTo>
                  <a:lnTo>
                    <a:pt x="9565417" y="2461694"/>
                  </a:lnTo>
                  <a:lnTo>
                    <a:pt x="9650904" y="2484436"/>
                  </a:lnTo>
                  <a:lnTo>
                    <a:pt x="9742849" y="2504987"/>
                  </a:lnTo>
                  <a:lnTo>
                    <a:pt x="9840309" y="2523455"/>
                  </a:lnTo>
                  <a:lnTo>
                    <a:pt x="9941545" y="2539880"/>
                  </a:lnTo>
                  <a:lnTo>
                    <a:pt x="10043930" y="2554244"/>
                  </a:lnTo>
                  <a:lnTo>
                    <a:pt x="10143998" y="2566504"/>
                  </a:lnTo>
                  <a:lnTo>
                    <a:pt x="10237708" y="2576620"/>
                  </a:lnTo>
                  <a:lnTo>
                    <a:pt x="10320934" y="2584600"/>
                  </a:lnTo>
                  <a:lnTo>
                    <a:pt x="10390127" y="2590534"/>
                  </a:lnTo>
                  <a:lnTo>
                    <a:pt x="10443002" y="2594613"/>
                  </a:lnTo>
                  <a:lnTo>
                    <a:pt x="10479044" y="2597126"/>
                  </a:lnTo>
                  <a:lnTo>
                    <a:pt x="10499714" y="2598433"/>
                  </a:lnTo>
                  <a:lnTo>
                    <a:pt x="10508349" y="2598930"/>
                  </a:lnTo>
                  <a:lnTo>
                    <a:pt x="10509909" y="2599013"/>
                  </a:lnTo>
                  <a:lnTo>
                    <a:pt x="10509911" y="2599013"/>
                  </a:lnTo>
                  <a:lnTo>
                    <a:pt x="11981298" y="259901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09" name="pl1609"/>
            <p:cNvSpPr/>
            <p:nvPr/>
          </p:nvSpPr>
          <p:spPr>
            <a:xfrm>
              <a:off x="4799595" y="2658638"/>
              <a:ext cx="11981298" cy="6595609"/>
            </a:xfrm>
            <a:custGeom>
              <a:avLst/>
              <a:pathLst>
                <a:path w="11981298" h="6595609">
                  <a:moveTo>
                    <a:pt x="11981298" y="2599013"/>
                  </a:moveTo>
                  <a:lnTo>
                    <a:pt x="10509911" y="2599013"/>
                  </a:lnTo>
                  <a:lnTo>
                    <a:pt x="10508751" y="2598952"/>
                  </a:lnTo>
                  <a:lnTo>
                    <a:pt x="10501129" y="2598517"/>
                  </a:lnTo>
                  <a:lnTo>
                    <a:pt x="10481927" y="2597315"/>
                  </a:lnTo>
                  <a:lnTo>
                    <a:pt x="10447623" y="2594949"/>
                  </a:lnTo>
                  <a:lnTo>
                    <a:pt x="10396547" y="2591052"/>
                  </a:lnTo>
                  <a:lnTo>
                    <a:pt x="10329007" y="2585326"/>
                  </a:lnTo>
                  <a:lnTo>
                    <a:pt x="10247121" y="2577569"/>
                  </a:lnTo>
                  <a:lnTo>
                    <a:pt x="10154333" y="2567682"/>
                  </a:lnTo>
                  <a:lnTo>
                    <a:pt x="10054743" y="2555648"/>
                  </a:lnTo>
                  <a:lnTo>
                    <a:pt x="9952427" y="2541505"/>
                  </a:lnTo>
                  <a:lnTo>
                    <a:pt x="9850928" y="2525298"/>
                  </a:lnTo>
                  <a:lnTo>
                    <a:pt x="9752969" y="2507047"/>
                  </a:lnTo>
                  <a:lnTo>
                    <a:pt x="9660380" y="2486722"/>
                  </a:lnTo>
                  <a:lnTo>
                    <a:pt x="9574183" y="2464220"/>
                  </a:lnTo>
                  <a:lnTo>
                    <a:pt x="9494739" y="2439365"/>
                  </a:lnTo>
                  <a:lnTo>
                    <a:pt x="9421927" y="2411904"/>
                  </a:lnTo>
                  <a:lnTo>
                    <a:pt x="9355296" y="2381511"/>
                  </a:lnTo>
                  <a:lnTo>
                    <a:pt x="9294194" y="2347801"/>
                  </a:lnTo>
                  <a:lnTo>
                    <a:pt x="9237860" y="2310345"/>
                  </a:lnTo>
                  <a:lnTo>
                    <a:pt x="9185498" y="2268712"/>
                  </a:lnTo>
                  <a:lnTo>
                    <a:pt x="9136322" y="2222522"/>
                  </a:lnTo>
                  <a:lnTo>
                    <a:pt x="9089613" y="2171544"/>
                  </a:lnTo>
                  <a:lnTo>
                    <a:pt x="9084767" y="2165844"/>
                  </a:lnTo>
                  <a:lnTo>
                    <a:pt x="9045800" y="2117152"/>
                  </a:lnTo>
                  <a:lnTo>
                    <a:pt x="9007840" y="2064753"/>
                  </a:lnTo>
                  <a:lnTo>
                    <a:pt x="8970604" y="2008575"/>
                  </a:lnTo>
                  <a:lnTo>
                    <a:pt x="8933863" y="1948607"/>
                  </a:lnTo>
                  <a:lnTo>
                    <a:pt x="8897440" y="1884913"/>
                  </a:lnTo>
                  <a:lnTo>
                    <a:pt x="8861195" y="1817636"/>
                  </a:lnTo>
                  <a:lnTo>
                    <a:pt x="8825027" y="1747004"/>
                  </a:lnTo>
                  <a:lnTo>
                    <a:pt x="8788867" y="1673325"/>
                  </a:lnTo>
                  <a:lnTo>
                    <a:pt x="8752671" y="1596995"/>
                  </a:lnTo>
                  <a:lnTo>
                    <a:pt x="8716421" y="1518481"/>
                  </a:lnTo>
                  <a:lnTo>
                    <a:pt x="8680115" y="1438317"/>
                  </a:lnTo>
                  <a:lnTo>
                    <a:pt x="8643769" y="1357089"/>
                  </a:lnTo>
                  <a:lnTo>
                    <a:pt x="8607403" y="1275414"/>
                  </a:lnTo>
                  <a:lnTo>
                    <a:pt x="8571046" y="1193927"/>
                  </a:lnTo>
                  <a:lnTo>
                    <a:pt x="8534721" y="1113253"/>
                  </a:lnTo>
                  <a:lnTo>
                    <a:pt x="8498448" y="1033994"/>
                  </a:lnTo>
                  <a:lnTo>
                    <a:pt x="8462231" y="956708"/>
                  </a:lnTo>
                  <a:lnTo>
                    <a:pt x="8426060" y="881889"/>
                  </a:lnTo>
                  <a:lnTo>
                    <a:pt x="8389902" y="809965"/>
                  </a:lnTo>
                  <a:lnTo>
                    <a:pt x="8353699" y="741279"/>
                  </a:lnTo>
                  <a:lnTo>
                    <a:pt x="8317363" y="676093"/>
                  </a:lnTo>
                  <a:lnTo>
                    <a:pt x="8280772" y="614585"/>
                  </a:lnTo>
                  <a:lnTo>
                    <a:pt x="8243764" y="556848"/>
                  </a:lnTo>
                  <a:lnTo>
                    <a:pt x="8206132" y="502905"/>
                  </a:lnTo>
                  <a:lnTo>
                    <a:pt x="8167617" y="452705"/>
                  </a:lnTo>
                  <a:lnTo>
                    <a:pt x="8151487" y="433168"/>
                  </a:lnTo>
                  <a:lnTo>
                    <a:pt x="8105001" y="381680"/>
                  </a:lnTo>
                  <a:lnTo>
                    <a:pt x="8056120" y="334988"/>
                  </a:lnTo>
                  <a:lnTo>
                    <a:pt x="8004133" y="292887"/>
                  </a:lnTo>
                  <a:lnTo>
                    <a:pt x="7948259" y="255007"/>
                  </a:lnTo>
                  <a:lnTo>
                    <a:pt x="7887701" y="220919"/>
                  </a:lnTo>
                  <a:lnTo>
                    <a:pt x="7821691" y="190193"/>
                  </a:lnTo>
                  <a:lnTo>
                    <a:pt x="7749562" y="162437"/>
                  </a:lnTo>
                  <a:lnTo>
                    <a:pt x="7670836" y="137319"/>
                  </a:lnTo>
                  <a:lnTo>
                    <a:pt x="7585349" y="114577"/>
                  </a:lnTo>
                  <a:lnTo>
                    <a:pt x="7493404" y="94026"/>
                  </a:lnTo>
                  <a:lnTo>
                    <a:pt x="7395944" y="75558"/>
                  </a:lnTo>
                  <a:lnTo>
                    <a:pt x="7294708" y="59133"/>
                  </a:lnTo>
                  <a:lnTo>
                    <a:pt x="7192323" y="44768"/>
                  </a:lnTo>
                  <a:lnTo>
                    <a:pt x="7092255" y="32508"/>
                  </a:lnTo>
                  <a:lnTo>
                    <a:pt x="6998545" y="22392"/>
                  </a:lnTo>
                  <a:lnTo>
                    <a:pt x="6915319" y="14412"/>
                  </a:lnTo>
                  <a:lnTo>
                    <a:pt x="6846126" y="8478"/>
                  </a:lnTo>
                  <a:lnTo>
                    <a:pt x="6793251" y="4399"/>
                  </a:lnTo>
                  <a:lnTo>
                    <a:pt x="6757209" y="1887"/>
                  </a:lnTo>
                  <a:lnTo>
                    <a:pt x="6736539" y="580"/>
                  </a:lnTo>
                  <a:lnTo>
                    <a:pt x="6727904" y="82"/>
                  </a:lnTo>
                  <a:lnTo>
                    <a:pt x="6726344" y="0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176" y="103"/>
                  </a:lnTo>
                  <a:lnTo>
                    <a:pt x="5249015" y="836"/>
                  </a:lnTo>
                  <a:lnTo>
                    <a:pt x="5235868" y="2859"/>
                  </a:lnTo>
                  <a:lnTo>
                    <a:pt x="5212027" y="6851"/>
                  </a:lnTo>
                  <a:lnTo>
                    <a:pt x="5175809" y="13464"/>
                  </a:lnTo>
                  <a:lnTo>
                    <a:pt x="5126668" y="23277"/>
                  </a:lnTo>
                  <a:lnTo>
                    <a:pt x="5065208" y="36751"/>
                  </a:lnTo>
                  <a:lnTo>
                    <a:pt x="4993038" y="54197"/>
                  </a:lnTo>
                  <a:lnTo>
                    <a:pt x="4912506" y="75773"/>
                  </a:lnTo>
                  <a:lnTo>
                    <a:pt x="4826344" y="101512"/>
                  </a:lnTo>
                  <a:lnTo>
                    <a:pt x="4737317" y="131363"/>
                  </a:lnTo>
                  <a:lnTo>
                    <a:pt x="4647941" y="165244"/>
                  </a:lnTo>
                  <a:lnTo>
                    <a:pt x="4560296" y="203094"/>
                  </a:lnTo>
                  <a:lnTo>
                    <a:pt x="4475945" y="244908"/>
                  </a:lnTo>
                  <a:lnTo>
                    <a:pt x="4395939" y="290772"/>
                  </a:lnTo>
                  <a:lnTo>
                    <a:pt x="4320872" y="340879"/>
                  </a:lnTo>
                  <a:lnTo>
                    <a:pt x="4250968" y="395534"/>
                  </a:lnTo>
                  <a:lnTo>
                    <a:pt x="4186164" y="455154"/>
                  </a:lnTo>
                  <a:lnTo>
                    <a:pt x="4126195" y="520268"/>
                  </a:lnTo>
                  <a:lnTo>
                    <a:pt x="4070660" y="591499"/>
                  </a:lnTo>
                  <a:lnTo>
                    <a:pt x="4019079" y="669543"/>
                  </a:lnTo>
                  <a:lnTo>
                    <a:pt x="3970927" y="755138"/>
                  </a:lnTo>
                  <a:lnTo>
                    <a:pt x="3925671" y="849008"/>
                  </a:lnTo>
                  <a:lnTo>
                    <a:pt x="3882791" y="951772"/>
                  </a:lnTo>
                  <a:lnTo>
                    <a:pt x="3841808" y="1063815"/>
                  </a:lnTo>
                  <a:lnTo>
                    <a:pt x="3829811" y="1099268"/>
                  </a:lnTo>
                  <a:lnTo>
                    <a:pt x="3803898" y="1179993"/>
                  </a:lnTo>
                  <a:lnTo>
                    <a:pt x="3778474" y="1264795"/>
                  </a:lnTo>
                  <a:lnTo>
                    <a:pt x="3753446" y="1353751"/>
                  </a:lnTo>
                  <a:lnTo>
                    <a:pt x="3728735" y="1446911"/>
                  </a:lnTo>
                  <a:lnTo>
                    <a:pt x="3704273" y="1544290"/>
                  </a:lnTo>
                  <a:lnTo>
                    <a:pt x="3680001" y="1645871"/>
                  </a:lnTo>
                  <a:lnTo>
                    <a:pt x="3655868" y="1751599"/>
                  </a:lnTo>
                  <a:lnTo>
                    <a:pt x="3631834" y="1861381"/>
                  </a:lnTo>
                  <a:lnTo>
                    <a:pt x="3607862" y="1975084"/>
                  </a:lnTo>
                  <a:lnTo>
                    <a:pt x="3583926" y="2092533"/>
                  </a:lnTo>
                  <a:lnTo>
                    <a:pt x="3560002" y="2213514"/>
                  </a:lnTo>
                  <a:lnTo>
                    <a:pt x="3536074" y="2337770"/>
                  </a:lnTo>
                  <a:lnTo>
                    <a:pt x="3512131" y="2465006"/>
                  </a:lnTo>
                  <a:lnTo>
                    <a:pt x="3488166" y="2594888"/>
                  </a:lnTo>
                  <a:lnTo>
                    <a:pt x="3464176" y="2727050"/>
                  </a:lnTo>
                  <a:lnTo>
                    <a:pt x="3440162" y="2861094"/>
                  </a:lnTo>
                  <a:lnTo>
                    <a:pt x="3416126" y="2996597"/>
                  </a:lnTo>
                  <a:lnTo>
                    <a:pt x="3392074" y="3133117"/>
                  </a:lnTo>
                  <a:lnTo>
                    <a:pt x="3368013" y="3270196"/>
                  </a:lnTo>
                  <a:lnTo>
                    <a:pt x="3343950" y="3407369"/>
                  </a:lnTo>
                  <a:lnTo>
                    <a:pt x="3319894" y="3544169"/>
                  </a:lnTo>
                  <a:lnTo>
                    <a:pt x="3295850" y="3680136"/>
                  </a:lnTo>
                  <a:lnTo>
                    <a:pt x="3271827" y="3814819"/>
                  </a:lnTo>
                  <a:lnTo>
                    <a:pt x="3247827" y="3947788"/>
                  </a:lnTo>
                  <a:lnTo>
                    <a:pt x="3223852" y="4078633"/>
                  </a:lnTo>
                  <a:lnTo>
                    <a:pt x="3199901" y="4206976"/>
                  </a:lnTo>
                  <a:lnTo>
                    <a:pt x="3175968" y="4332469"/>
                  </a:lnTo>
                  <a:lnTo>
                    <a:pt x="3152045" y="4454801"/>
                  </a:lnTo>
                  <a:lnTo>
                    <a:pt x="3128115" y="4573700"/>
                  </a:lnTo>
                  <a:lnTo>
                    <a:pt x="3104161" y="4688934"/>
                  </a:lnTo>
                  <a:lnTo>
                    <a:pt x="3080155" y="4800312"/>
                  </a:lnTo>
                  <a:lnTo>
                    <a:pt x="3056067" y="4907684"/>
                  </a:lnTo>
                  <a:lnTo>
                    <a:pt x="3031857" y="5010943"/>
                  </a:lnTo>
                  <a:lnTo>
                    <a:pt x="3007478" y="5110017"/>
                  </a:lnTo>
                  <a:lnTo>
                    <a:pt x="2982874" y="5204874"/>
                  </a:lnTo>
                  <a:lnTo>
                    <a:pt x="2957983" y="5295519"/>
                  </a:lnTo>
                  <a:lnTo>
                    <a:pt x="2932729" y="5381985"/>
                  </a:lnTo>
                  <a:lnTo>
                    <a:pt x="2907024" y="5464339"/>
                  </a:lnTo>
                  <a:lnTo>
                    <a:pt x="2896531" y="5496341"/>
                  </a:lnTo>
                  <a:lnTo>
                    <a:pt x="2856032" y="5611186"/>
                  </a:lnTo>
                  <a:lnTo>
                    <a:pt x="2813769" y="5716710"/>
                  </a:lnTo>
                  <a:lnTo>
                    <a:pt x="2769280" y="5813193"/>
                  </a:lnTo>
                  <a:lnTo>
                    <a:pt x="2722053" y="5901199"/>
                  </a:lnTo>
                  <a:lnTo>
                    <a:pt x="2671557" y="5981431"/>
                  </a:lnTo>
                  <a:lnTo>
                    <a:pt x="2617263" y="6054631"/>
                  </a:lnTo>
                  <a:lnTo>
                    <a:pt x="2558672" y="6121512"/>
                  </a:lnTo>
                  <a:lnTo>
                    <a:pt x="2495354" y="6182722"/>
                  </a:lnTo>
                  <a:lnTo>
                    <a:pt x="2426998" y="6238818"/>
                  </a:lnTo>
                  <a:lnTo>
                    <a:pt x="2353472" y="6290252"/>
                  </a:lnTo>
                  <a:lnTo>
                    <a:pt x="2274906" y="6337365"/>
                  </a:lnTo>
                  <a:lnTo>
                    <a:pt x="2191771" y="6380382"/>
                  </a:lnTo>
                  <a:lnTo>
                    <a:pt x="2104974" y="6419418"/>
                  </a:lnTo>
                  <a:lnTo>
                    <a:pt x="2015922" y="6454495"/>
                  </a:lnTo>
                  <a:lnTo>
                    <a:pt x="1926543" y="6485565"/>
                  </a:lnTo>
                  <a:lnTo>
                    <a:pt x="1839237" y="6512546"/>
                  </a:lnTo>
                  <a:lnTo>
                    <a:pt x="1756720" y="6535373"/>
                  </a:lnTo>
                  <a:lnTo>
                    <a:pt x="1681769" y="6554048"/>
                  </a:lnTo>
                  <a:lnTo>
                    <a:pt x="1616885" y="6568688"/>
                  </a:lnTo>
                  <a:lnTo>
                    <a:pt x="1563933" y="6579559"/>
                  </a:lnTo>
                  <a:lnTo>
                    <a:pt x="1523839" y="6587076"/>
                  </a:lnTo>
                  <a:lnTo>
                    <a:pt x="1496410" y="6591788"/>
                  </a:lnTo>
                  <a:lnTo>
                    <a:pt x="1480294" y="6594332"/>
                  </a:lnTo>
                  <a:lnTo>
                    <a:pt x="1473075" y="6595382"/>
                  </a:lnTo>
                  <a:lnTo>
                    <a:pt x="1471409" y="6595606"/>
                  </a:lnTo>
                  <a:lnTo>
                    <a:pt x="1471387" y="6595609"/>
                  </a:lnTo>
                  <a:lnTo>
                    <a:pt x="0" y="659560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10" name="pg1610"/>
            <p:cNvSpPr/>
            <p:nvPr/>
          </p:nvSpPr>
          <p:spPr>
            <a:xfrm>
              <a:off x="4799595" y="2724022"/>
              <a:ext cx="11981298" cy="6546571"/>
            </a:xfrm>
            <a:custGeom>
              <a:avLst/>
              <a:pathLst>
                <a:path w="11981298" h="6546571">
                  <a:moveTo>
                    <a:pt x="0" y="6546571"/>
                  </a:moveTo>
                  <a:lnTo>
                    <a:pt x="1471387" y="6546571"/>
                  </a:lnTo>
                  <a:lnTo>
                    <a:pt x="1472170" y="6546469"/>
                  </a:lnTo>
                  <a:lnTo>
                    <a:pt x="1477354" y="6545738"/>
                  </a:lnTo>
                  <a:lnTo>
                    <a:pt x="1490559" y="6543723"/>
                  </a:lnTo>
                  <a:lnTo>
                    <a:pt x="1514500" y="6539747"/>
                  </a:lnTo>
                  <a:lnTo>
                    <a:pt x="1550865" y="6533161"/>
                  </a:lnTo>
                  <a:lnTo>
                    <a:pt x="1600191" y="6523388"/>
                  </a:lnTo>
                  <a:lnTo>
                    <a:pt x="1661865" y="6509972"/>
                  </a:lnTo>
                  <a:lnTo>
                    <a:pt x="1734259" y="6492604"/>
                  </a:lnTo>
                  <a:lnTo>
                    <a:pt x="1815008" y="6471127"/>
                  </a:lnTo>
                  <a:lnTo>
                    <a:pt x="1901366" y="6445511"/>
                  </a:lnTo>
                  <a:lnTo>
                    <a:pt x="1990556" y="6415807"/>
                  </a:lnTo>
                  <a:lnTo>
                    <a:pt x="2080056" y="6382096"/>
                  </a:lnTo>
                  <a:lnTo>
                    <a:pt x="2167787" y="6344441"/>
                  </a:lnTo>
                  <a:lnTo>
                    <a:pt x="2252187" y="6302842"/>
                  </a:lnTo>
                  <a:lnTo>
                    <a:pt x="2332210" y="6257212"/>
                  </a:lnTo>
                  <a:lnTo>
                    <a:pt x="2407270" y="6207358"/>
                  </a:lnTo>
                  <a:lnTo>
                    <a:pt x="2477150" y="6152973"/>
                  </a:lnTo>
                  <a:lnTo>
                    <a:pt x="2541919" y="6093636"/>
                  </a:lnTo>
                  <a:lnTo>
                    <a:pt x="2601848" y="6028821"/>
                  </a:lnTo>
                  <a:lnTo>
                    <a:pt x="2657341" y="5957905"/>
                  </a:lnTo>
                  <a:lnTo>
                    <a:pt x="2708885" y="5880190"/>
                  </a:lnTo>
                  <a:lnTo>
                    <a:pt x="2757006" y="5794942"/>
                  </a:lnTo>
                  <a:lnTo>
                    <a:pt x="2802241" y="5701443"/>
                  </a:lnTo>
                  <a:lnTo>
                    <a:pt x="2845110" y="5599080"/>
                  </a:lnTo>
                  <a:lnTo>
                    <a:pt x="2886093" y="5487483"/>
                  </a:lnTo>
                  <a:lnTo>
                    <a:pt x="2896531" y="5456838"/>
                  </a:lnTo>
                  <a:lnTo>
                    <a:pt x="2922551" y="5376471"/>
                  </a:lnTo>
                  <a:lnTo>
                    <a:pt x="2948079" y="5292028"/>
                  </a:lnTo>
                  <a:lnTo>
                    <a:pt x="2973208" y="5203431"/>
                  </a:lnTo>
                  <a:lnTo>
                    <a:pt x="2998017" y="5110632"/>
                  </a:lnTo>
                  <a:lnTo>
                    <a:pt x="3022578" y="5013616"/>
                  </a:lnTo>
                  <a:lnTo>
                    <a:pt x="3046947" y="4912400"/>
                  </a:lnTo>
                  <a:lnTo>
                    <a:pt x="3071177" y="4807041"/>
                  </a:lnTo>
                  <a:lnTo>
                    <a:pt x="3095310" y="4697633"/>
                  </a:lnTo>
                  <a:lnTo>
                    <a:pt x="3119380" y="4584310"/>
                  </a:lnTo>
                  <a:lnTo>
                    <a:pt x="3143416" y="4467249"/>
                  </a:lnTo>
                  <a:lnTo>
                    <a:pt x="3167439" y="4346668"/>
                  </a:lnTo>
                  <a:lnTo>
                    <a:pt x="3191467" y="4222826"/>
                  </a:lnTo>
                  <a:lnTo>
                    <a:pt x="3215511" y="4096022"/>
                  </a:lnTo>
                  <a:lnTo>
                    <a:pt x="3239577" y="3966591"/>
                  </a:lnTo>
                  <a:lnTo>
                    <a:pt x="3263669" y="3834904"/>
                  </a:lnTo>
                  <a:lnTo>
                    <a:pt x="3287785" y="3701361"/>
                  </a:lnTo>
                  <a:lnTo>
                    <a:pt x="3311923" y="3566388"/>
                  </a:lnTo>
                  <a:lnTo>
                    <a:pt x="3336076" y="3430431"/>
                  </a:lnTo>
                  <a:lnTo>
                    <a:pt x="3360238" y="3293950"/>
                  </a:lnTo>
                  <a:lnTo>
                    <a:pt x="3384401" y="3157413"/>
                  </a:lnTo>
                  <a:lnTo>
                    <a:pt x="3408557" y="3021286"/>
                  </a:lnTo>
                  <a:lnTo>
                    <a:pt x="3432699" y="2886033"/>
                  </a:lnTo>
                  <a:lnTo>
                    <a:pt x="3456821" y="2752103"/>
                  </a:lnTo>
                  <a:lnTo>
                    <a:pt x="3480919" y="2619927"/>
                  </a:lnTo>
                  <a:lnTo>
                    <a:pt x="3504991" y="2489913"/>
                  </a:lnTo>
                  <a:lnTo>
                    <a:pt x="3529040" y="2362439"/>
                  </a:lnTo>
                  <a:lnTo>
                    <a:pt x="3553071" y="2237849"/>
                  </a:lnTo>
                  <a:lnTo>
                    <a:pt x="3577094" y="2116451"/>
                  </a:lnTo>
                  <a:lnTo>
                    <a:pt x="3601125" y="1998514"/>
                  </a:lnTo>
                  <a:lnTo>
                    <a:pt x="3625185" y="1884266"/>
                  </a:lnTo>
                  <a:lnTo>
                    <a:pt x="3649299" y="1773894"/>
                  </a:lnTo>
                  <a:lnTo>
                    <a:pt x="3673502" y="1667541"/>
                  </a:lnTo>
                  <a:lnTo>
                    <a:pt x="3697833" y="1565313"/>
                  </a:lnTo>
                  <a:lnTo>
                    <a:pt x="3722342" y="1467275"/>
                  </a:lnTo>
                  <a:lnTo>
                    <a:pt x="3747085" y="1373452"/>
                  </a:lnTo>
                  <a:lnTo>
                    <a:pt x="3772130" y="1283839"/>
                  </a:lnTo>
                  <a:lnTo>
                    <a:pt x="3797553" y="1198393"/>
                  </a:lnTo>
                  <a:lnTo>
                    <a:pt x="3823444" y="1117045"/>
                  </a:lnTo>
                  <a:lnTo>
                    <a:pt x="3829811" y="1097906"/>
                  </a:lnTo>
                  <a:lnTo>
                    <a:pt x="3870374" y="983887"/>
                  </a:lnTo>
                  <a:lnTo>
                    <a:pt x="3912707" y="879137"/>
                  </a:lnTo>
                  <a:lnTo>
                    <a:pt x="3957276" y="783377"/>
                  </a:lnTo>
                  <a:lnTo>
                    <a:pt x="4004592" y="696042"/>
                  </a:lnTo>
                  <a:lnTo>
                    <a:pt x="4055191" y="616433"/>
                  </a:lnTo>
                  <a:lnTo>
                    <a:pt x="4109605" y="543812"/>
                  </a:lnTo>
                  <a:lnTo>
                    <a:pt x="4168333" y="477469"/>
                  </a:lnTo>
                  <a:lnTo>
                    <a:pt x="4231806" y="416758"/>
                  </a:lnTo>
                  <a:lnTo>
                    <a:pt x="4300337" y="361125"/>
                  </a:lnTo>
                  <a:lnTo>
                    <a:pt x="4374052" y="310123"/>
                  </a:lnTo>
                  <a:lnTo>
                    <a:pt x="4452821" y="263414"/>
                  </a:lnTo>
                  <a:lnTo>
                    <a:pt x="4536159" y="220776"/>
                  </a:lnTo>
                  <a:lnTo>
                    <a:pt x="4623150" y="182095"/>
                  </a:lnTo>
                  <a:lnTo>
                    <a:pt x="4712368" y="147350"/>
                  </a:lnTo>
                  <a:lnTo>
                    <a:pt x="4801867" y="116593"/>
                  </a:lnTo>
                  <a:lnTo>
                    <a:pt x="4889225" y="89903"/>
                  </a:lnTo>
                  <a:lnTo>
                    <a:pt x="4971710" y="67345"/>
                  </a:lnTo>
                  <a:lnTo>
                    <a:pt x="5046534" y="48914"/>
                  </a:lnTo>
                  <a:lnTo>
                    <a:pt x="5111198" y="34490"/>
                  </a:lnTo>
                  <a:lnTo>
                    <a:pt x="5163851" y="23805"/>
                  </a:lnTo>
                  <a:lnTo>
                    <a:pt x="5203593" y="16438"/>
                  </a:lnTo>
                  <a:lnTo>
                    <a:pt x="5230659" y="11842"/>
                  </a:lnTo>
                  <a:lnTo>
                    <a:pt x="5246442" y="9380"/>
                  </a:lnTo>
                  <a:lnTo>
                    <a:pt x="5253405" y="8379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484" y="8240"/>
                  </a:lnTo>
                  <a:lnTo>
                    <a:pt x="6734983" y="8721"/>
                  </a:lnTo>
                  <a:lnTo>
                    <a:pt x="6753888" y="10052"/>
                  </a:lnTo>
                  <a:lnTo>
                    <a:pt x="6787685" y="12671"/>
                  </a:lnTo>
                  <a:lnTo>
                    <a:pt x="6838053" y="16986"/>
                  </a:lnTo>
                  <a:lnTo>
                    <a:pt x="6904739" y="23330"/>
                  </a:lnTo>
                  <a:lnTo>
                    <a:pt x="6985707" y="31928"/>
                  </a:lnTo>
                  <a:lnTo>
                    <a:pt x="7077605" y="42897"/>
                  </a:lnTo>
                  <a:lnTo>
                    <a:pt x="7176416" y="56255"/>
                  </a:lnTo>
                  <a:lnTo>
                    <a:pt x="7278115" y="71965"/>
                  </a:lnTo>
                  <a:lnTo>
                    <a:pt x="7379180" y="89975"/>
                  </a:lnTo>
                  <a:lnTo>
                    <a:pt x="7476883" y="110260"/>
                  </a:lnTo>
                  <a:lnTo>
                    <a:pt x="7569370" y="132850"/>
                  </a:lnTo>
                  <a:lnTo>
                    <a:pt x="7655584" y="157851"/>
                  </a:lnTo>
                  <a:lnTo>
                    <a:pt x="7735129" y="185454"/>
                  </a:lnTo>
                  <a:lnTo>
                    <a:pt x="7808091" y="215931"/>
                  </a:lnTo>
                  <a:lnTo>
                    <a:pt x="7874891" y="249637"/>
                  </a:lnTo>
                  <a:lnTo>
                    <a:pt x="7936156" y="286993"/>
                  </a:lnTo>
                  <a:lnTo>
                    <a:pt x="7992628" y="328470"/>
                  </a:lnTo>
                  <a:lnTo>
                    <a:pt x="8045089" y="374548"/>
                  </a:lnTo>
                  <a:lnTo>
                    <a:pt x="8094314" y="425658"/>
                  </a:lnTo>
                  <a:lnTo>
                    <a:pt x="8141023" y="482080"/>
                  </a:lnTo>
                  <a:lnTo>
                    <a:pt x="8151487" y="495828"/>
                  </a:lnTo>
                  <a:lnTo>
                    <a:pt x="8188686" y="548033"/>
                  </a:lnTo>
                  <a:lnTo>
                    <a:pt x="8224955" y="604031"/>
                  </a:lnTo>
                  <a:lnTo>
                    <a:pt x="8260545" y="663898"/>
                  </a:lnTo>
                  <a:lnTo>
                    <a:pt x="8295658" y="727651"/>
                  </a:lnTo>
                  <a:lnTo>
                    <a:pt x="8330457" y="795241"/>
                  </a:lnTo>
                  <a:lnTo>
                    <a:pt x="8365067" y="866543"/>
                  </a:lnTo>
                  <a:lnTo>
                    <a:pt x="8399584" y="941357"/>
                  </a:lnTo>
                  <a:lnTo>
                    <a:pt x="8434078" y="1019404"/>
                  </a:lnTo>
                  <a:lnTo>
                    <a:pt x="8468592" y="1100327"/>
                  </a:lnTo>
                  <a:lnTo>
                    <a:pt x="8503151" y="1183695"/>
                  </a:lnTo>
                  <a:lnTo>
                    <a:pt x="8537762" y="1269013"/>
                  </a:lnTo>
                  <a:lnTo>
                    <a:pt x="8572418" y="1355731"/>
                  </a:lnTo>
                  <a:lnTo>
                    <a:pt x="8607104" y="1443259"/>
                  </a:lnTo>
                  <a:lnTo>
                    <a:pt x="8641797" y="1530985"/>
                  </a:lnTo>
                  <a:lnTo>
                    <a:pt x="8676474" y="1618288"/>
                  </a:lnTo>
                  <a:lnTo>
                    <a:pt x="8711115" y="1704562"/>
                  </a:lnTo>
                  <a:lnTo>
                    <a:pt x="8745707" y="1789230"/>
                  </a:lnTo>
                  <a:lnTo>
                    <a:pt x="8780248" y="1871761"/>
                  </a:lnTo>
                  <a:lnTo>
                    <a:pt x="8814751" y="1951682"/>
                  </a:lnTo>
                  <a:lnTo>
                    <a:pt x="8849247" y="2028587"/>
                  </a:lnTo>
                  <a:lnTo>
                    <a:pt x="8883789" y="2102149"/>
                  </a:lnTo>
                  <a:lnTo>
                    <a:pt x="8918455" y="2172117"/>
                  </a:lnTo>
                  <a:lnTo>
                    <a:pt x="8953352" y="2238318"/>
                  </a:lnTo>
                  <a:lnTo>
                    <a:pt x="8988618" y="2300657"/>
                  </a:lnTo>
                  <a:lnTo>
                    <a:pt x="9024430" y="2359108"/>
                  </a:lnTo>
                  <a:lnTo>
                    <a:pt x="9061006" y="2413711"/>
                  </a:lnTo>
                  <a:lnTo>
                    <a:pt x="9084767" y="2446450"/>
                  </a:lnTo>
                  <a:lnTo>
                    <a:pt x="9130987" y="2504108"/>
                  </a:lnTo>
                  <a:lnTo>
                    <a:pt x="9179572" y="2556424"/>
                  </a:lnTo>
                  <a:lnTo>
                    <a:pt x="9231221" y="2603625"/>
                  </a:lnTo>
                  <a:lnTo>
                    <a:pt x="9286700" y="2646119"/>
                  </a:lnTo>
                  <a:lnTo>
                    <a:pt x="9346793" y="2684381"/>
                  </a:lnTo>
                  <a:lnTo>
                    <a:pt x="9412258" y="2718888"/>
                  </a:lnTo>
                  <a:lnTo>
                    <a:pt x="9483755" y="2750075"/>
                  </a:lnTo>
                  <a:lnTo>
                    <a:pt x="9561762" y="2778312"/>
                  </a:lnTo>
                  <a:lnTo>
                    <a:pt x="9646456" y="2803892"/>
                  </a:lnTo>
                  <a:lnTo>
                    <a:pt x="9737566" y="2827025"/>
                  </a:lnTo>
                  <a:lnTo>
                    <a:pt x="9834202" y="2847835"/>
                  </a:lnTo>
                  <a:lnTo>
                    <a:pt x="9934703" y="2866369"/>
                  </a:lnTo>
                  <a:lnTo>
                    <a:pt x="10036542" y="2882613"/>
                  </a:lnTo>
                  <a:lnTo>
                    <a:pt x="10136362" y="2896517"/>
                  </a:lnTo>
                  <a:lnTo>
                    <a:pt x="10230218" y="2908037"/>
                  </a:lnTo>
                  <a:lnTo>
                    <a:pt x="10314035" y="2917175"/>
                  </a:lnTo>
                  <a:lnTo>
                    <a:pt x="10384246" y="2924022"/>
                  </a:lnTo>
                  <a:lnTo>
                    <a:pt x="10438463" y="2928778"/>
                  </a:lnTo>
                  <a:lnTo>
                    <a:pt x="10475996" y="2931753"/>
                  </a:lnTo>
                  <a:lnTo>
                    <a:pt x="10498082" y="2933342"/>
                  </a:lnTo>
                  <a:lnTo>
                    <a:pt x="10507813" y="2933980"/>
                  </a:lnTo>
                  <a:lnTo>
                    <a:pt x="10509911" y="2934106"/>
                  </a:lnTo>
                  <a:lnTo>
                    <a:pt x="11981298" y="2934106"/>
                  </a:lnTo>
                  <a:lnTo>
                    <a:pt x="11981298" y="2925933"/>
                  </a:lnTo>
                  <a:lnTo>
                    <a:pt x="10509911" y="2925933"/>
                  </a:lnTo>
                  <a:lnTo>
                    <a:pt x="10508770" y="2925865"/>
                  </a:lnTo>
                  <a:lnTo>
                    <a:pt x="10501270" y="2925384"/>
                  </a:lnTo>
                  <a:lnTo>
                    <a:pt x="10482365" y="2924054"/>
                  </a:lnTo>
                  <a:lnTo>
                    <a:pt x="10448568" y="2921434"/>
                  </a:lnTo>
                  <a:lnTo>
                    <a:pt x="10398200" y="2917119"/>
                  </a:lnTo>
                  <a:lnTo>
                    <a:pt x="10331514" y="2910776"/>
                  </a:lnTo>
                  <a:lnTo>
                    <a:pt x="10250546" y="2902177"/>
                  </a:lnTo>
                  <a:lnTo>
                    <a:pt x="10158648" y="2891208"/>
                  </a:lnTo>
                  <a:lnTo>
                    <a:pt x="10059837" y="2877850"/>
                  </a:lnTo>
                  <a:lnTo>
                    <a:pt x="9958139" y="2862140"/>
                  </a:lnTo>
                  <a:lnTo>
                    <a:pt x="9857074" y="2844130"/>
                  </a:lnTo>
                  <a:lnTo>
                    <a:pt x="9759370" y="2823846"/>
                  </a:lnTo>
                  <a:lnTo>
                    <a:pt x="9666884" y="2801256"/>
                  </a:lnTo>
                  <a:lnTo>
                    <a:pt x="9580669" y="2776254"/>
                  </a:lnTo>
                  <a:lnTo>
                    <a:pt x="9501124" y="2748652"/>
                  </a:lnTo>
                  <a:lnTo>
                    <a:pt x="9428162" y="2718174"/>
                  </a:lnTo>
                  <a:lnTo>
                    <a:pt x="9361362" y="2684468"/>
                  </a:lnTo>
                  <a:lnTo>
                    <a:pt x="9300097" y="2647112"/>
                  </a:lnTo>
                  <a:lnTo>
                    <a:pt x="9243625" y="2605635"/>
                  </a:lnTo>
                  <a:lnTo>
                    <a:pt x="9191164" y="2559558"/>
                  </a:lnTo>
                  <a:lnTo>
                    <a:pt x="9141939" y="2508448"/>
                  </a:lnTo>
                  <a:lnTo>
                    <a:pt x="9095231" y="2452025"/>
                  </a:lnTo>
                  <a:lnTo>
                    <a:pt x="9084767" y="2438277"/>
                  </a:lnTo>
                  <a:lnTo>
                    <a:pt x="9047567" y="2386072"/>
                  </a:lnTo>
                  <a:lnTo>
                    <a:pt x="9011298" y="2330074"/>
                  </a:lnTo>
                  <a:lnTo>
                    <a:pt x="8975708" y="2270207"/>
                  </a:lnTo>
                  <a:lnTo>
                    <a:pt x="8940595" y="2206454"/>
                  </a:lnTo>
                  <a:lnTo>
                    <a:pt x="8905796" y="2138865"/>
                  </a:lnTo>
                  <a:lnTo>
                    <a:pt x="8871186" y="2067563"/>
                  </a:lnTo>
                  <a:lnTo>
                    <a:pt x="8836669" y="1992748"/>
                  </a:lnTo>
                  <a:lnTo>
                    <a:pt x="8802175" y="1914702"/>
                  </a:lnTo>
                  <a:lnTo>
                    <a:pt x="8767661" y="1833779"/>
                  </a:lnTo>
                  <a:lnTo>
                    <a:pt x="8733102" y="1750411"/>
                  </a:lnTo>
                  <a:lnTo>
                    <a:pt x="8698491" y="1665093"/>
                  </a:lnTo>
                  <a:lnTo>
                    <a:pt x="8663835" y="1578374"/>
                  </a:lnTo>
                  <a:lnTo>
                    <a:pt x="8629149" y="1490846"/>
                  </a:lnTo>
                  <a:lnTo>
                    <a:pt x="8594457" y="1403121"/>
                  </a:lnTo>
                  <a:lnTo>
                    <a:pt x="8559779" y="1315818"/>
                  </a:lnTo>
                  <a:lnTo>
                    <a:pt x="8525138" y="1229543"/>
                  </a:lnTo>
                  <a:lnTo>
                    <a:pt x="8490546" y="1144875"/>
                  </a:lnTo>
                  <a:lnTo>
                    <a:pt x="8456005" y="1062344"/>
                  </a:lnTo>
                  <a:lnTo>
                    <a:pt x="8421502" y="982424"/>
                  </a:lnTo>
                  <a:lnTo>
                    <a:pt x="8387006" y="905518"/>
                  </a:lnTo>
                  <a:lnTo>
                    <a:pt x="8352464" y="831956"/>
                  </a:lnTo>
                  <a:lnTo>
                    <a:pt x="8317798" y="761989"/>
                  </a:lnTo>
                  <a:lnTo>
                    <a:pt x="8282901" y="695787"/>
                  </a:lnTo>
                  <a:lnTo>
                    <a:pt x="8247635" y="633449"/>
                  </a:lnTo>
                  <a:lnTo>
                    <a:pt x="8211823" y="574998"/>
                  </a:lnTo>
                  <a:lnTo>
                    <a:pt x="8175247" y="520394"/>
                  </a:lnTo>
                  <a:lnTo>
                    <a:pt x="8151487" y="487655"/>
                  </a:lnTo>
                  <a:lnTo>
                    <a:pt x="8105266" y="429998"/>
                  </a:lnTo>
                  <a:lnTo>
                    <a:pt x="8056681" y="377682"/>
                  </a:lnTo>
                  <a:lnTo>
                    <a:pt x="8005032" y="330480"/>
                  </a:lnTo>
                  <a:lnTo>
                    <a:pt x="7949553" y="287986"/>
                  </a:lnTo>
                  <a:lnTo>
                    <a:pt x="7889460" y="249724"/>
                  </a:lnTo>
                  <a:lnTo>
                    <a:pt x="7823995" y="215217"/>
                  </a:lnTo>
                  <a:lnTo>
                    <a:pt x="7752498" y="184031"/>
                  </a:lnTo>
                  <a:lnTo>
                    <a:pt x="7674491" y="155794"/>
                  </a:lnTo>
                  <a:lnTo>
                    <a:pt x="7589797" y="130213"/>
                  </a:lnTo>
                  <a:lnTo>
                    <a:pt x="7498687" y="107080"/>
                  </a:lnTo>
                  <a:lnTo>
                    <a:pt x="7402052" y="86270"/>
                  </a:lnTo>
                  <a:lnTo>
                    <a:pt x="7301550" y="67736"/>
                  </a:lnTo>
                  <a:lnTo>
                    <a:pt x="7199712" y="51492"/>
                  </a:lnTo>
                  <a:lnTo>
                    <a:pt x="7099891" y="37588"/>
                  </a:lnTo>
                  <a:lnTo>
                    <a:pt x="7006035" y="26068"/>
                  </a:lnTo>
                  <a:lnTo>
                    <a:pt x="6922218" y="16930"/>
                  </a:lnTo>
                  <a:lnTo>
                    <a:pt x="6852007" y="10084"/>
                  </a:lnTo>
                  <a:lnTo>
                    <a:pt x="6797790" y="5328"/>
                  </a:lnTo>
                  <a:lnTo>
                    <a:pt x="6760257" y="2352"/>
                  </a:lnTo>
                  <a:lnTo>
                    <a:pt x="6738171" y="763"/>
                  </a:lnTo>
                  <a:lnTo>
                    <a:pt x="6728440" y="126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172" y="102"/>
                  </a:lnTo>
                  <a:lnTo>
                    <a:pt x="5248988" y="832"/>
                  </a:lnTo>
                  <a:lnTo>
                    <a:pt x="5235783" y="2848"/>
                  </a:lnTo>
                  <a:lnTo>
                    <a:pt x="5211842" y="6824"/>
                  </a:lnTo>
                  <a:lnTo>
                    <a:pt x="5175477" y="13410"/>
                  </a:lnTo>
                  <a:lnTo>
                    <a:pt x="5126151" y="23183"/>
                  </a:lnTo>
                  <a:lnTo>
                    <a:pt x="5064477" y="36599"/>
                  </a:lnTo>
                  <a:lnTo>
                    <a:pt x="4992083" y="53967"/>
                  </a:lnTo>
                  <a:lnTo>
                    <a:pt x="4911334" y="75444"/>
                  </a:lnTo>
                  <a:lnTo>
                    <a:pt x="4824976" y="101060"/>
                  </a:lnTo>
                  <a:lnTo>
                    <a:pt x="4735786" y="130764"/>
                  </a:lnTo>
                  <a:lnTo>
                    <a:pt x="4646286" y="164475"/>
                  </a:lnTo>
                  <a:lnTo>
                    <a:pt x="4558555" y="202130"/>
                  </a:lnTo>
                  <a:lnTo>
                    <a:pt x="4474156" y="243729"/>
                  </a:lnTo>
                  <a:lnTo>
                    <a:pt x="4394132" y="289359"/>
                  </a:lnTo>
                  <a:lnTo>
                    <a:pt x="4319072" y="339213"/>
                  </a:lnTo>
                  <a:lnTo>
                    <a:pt x="4249192" y="393598"/>
                  </a:lnTo>
                  <a:lnTo>
                    <a:pt x="4184423" y="452934"/>
                  </a:lnTo>
                  <a:lnTo>
                    <a:pt x="4124494" y="517750"/>
                  </a:lnTo>
                  <a:lnTo>
                    <a:pt x="4069001" y="588666"/>
                  </a:lnTo>
                  <a:lnTo>
                    <a:pt x="4017457" y="666381"/>
                  </a:lnTo>
                  <a:lnTo>
                    <a:pt x="3969336" y="751629"/>
                  </a:lnTo>
                  <a:lnTo>
                    <a:pt x="3924101" y="845128"/>
                  </a:lnTo>
                  <a:lnTo>
                    <a:pt x="3881232" y="947491"/>
                  </a:lnTo>
                  <a:lnTo>
                    <a:pt x="3840249" y="1059088"/>
                  </a:lnTo>
                  <a:lnTo>
                    <a:pt x="3829811" y="1089733"/>
                  </a:lnTo>
                  <a:lnTo>
                    <a:pt x="3803791" y="1170100"/>
                  </a:lnTo>
                  <a:lnTo>
                    <a:pt x="3778263" y="1254543"/>
                  </a:lnTo>
                  <a:lnTo>
                    <a:pt x="3753135" y="1343140"/>
                  </a:lnTo>
                  <a:lnTo>
                    <a:pt x="3728325" y="1435938"/>
                  </a:lnTo>
                  <a:lnTo>
                    <a:pt x="3703765" y="1532955"/>
                  </a:lnTo>
                  <a:lnTo>
                    <a:pt x="3679395" y="1634170"/>
                  </a:lnTo>
                  <a:lnTo>
                    <a:pt x="3655165" y="1739530"/>
                  </a:lnTo>
                  <a:lnTo>
                    <a:pt x="3631032" y="1848938"/>
                  </a:lnTo>
                  <a:lnTo>
                    <a:pt x="3606962" y="1962261"/>
                  </a:lnTo>
                  <a:lnTo>
                    <a:pt x="3582927" y="2079322"/>
                  </a:lnTo>
                  <a:lnTo>
                    <a:pt x="3558903" y="2199902"/>
                  </a:lnTo>
                  <a:lnTo>
                    <a:pt x="3534875" y="2323744"/>
                  </a:lnTo>
                  <a:lnTo>
                    <a:pt x="3510831" y="2450549"/>
                  </a:lnTo>
                  <a:lnTo>
                    <a:pt x="3486765" y="2579980"/>
                  </a:lnTo>
                  <a:lnTo>
                    <a:pt x="3462673" y="2711667"/>
                  </a:lnTo>
                  <a:lnTo>
                    <a:pt x="3438557" y="2845210"/>
                  </a:lnTo>
                  <a:lnTo>
                    <a:pt x="3414419" y="2980183"/>
                  </a:lnTo>
                  <a:lnTo>
                    <a:pt x="3390266" y="3116139"/>
                  </a:lnTo>
                  <a:lnTo>
                    <a:pt x="3366104" y="3252620"/>
                  </a:lnTo>
                  <a:lnTo>
                    <a:pt x="3341941" y="3389158"/>
                  </a:lnTo>
                  <a:lnTo>
                    <a:pt x="3317785" y="3525285"/>
                  </a:lnTo>
                  <a:lnTo>
                    <a:pt x="3293643" y="3660538"/>
                  </a:lnTo>
                  <a:lnTo>
                    <a:pt x="3269521" y="3794468"/>
                  </a:lnTo>
                  <a:lnTo>
                    <a:pt x="3245423" y="3926643"/>
                  </a:lnTo>
                  <a:lnTo>
                    <a:pt x="3221351" y="4056657"/>
                  </a:lnTo>
                  <a:lnTo>
                    <a:pt x="3197302" y="4184132"/>
                  </a:lnTo>
                  <a:lnTo>
                    <a:pt x="3173271" y="4308722"/>
                  </a:lnTo>
                  <a:lnTo>
                    <a:pt x="3149248" y="4430120"/>
                  </a:lnTo>
                  <a:lnTo>
                    <a:pt x="3125217" y="4548056"/>
                  </a:lnTo>
                  <a:lnTo>
                    <a:pt x="3101157" y="4662304"/>
                  </a:lnTo>
                  <a:lnTo>
                    <a:pt x="3077043" y="4772677"/>
                  </a:lnTo>
                  <a:lnTo>
                    <a:pt x="3052840" y="4879029"/>
                  </a:lnTo>
                  <a:lnTo>
                    <a:pt x="3028509" y="4981257"/>
                  </a:lnTo>
                  <a:lnTo>
                    <a:pt x="3004000" y="5079296"/>
                  </a:lnTo>
                  <a:lnTo>
                    <a:pt x="2979257" y="5173118"/>
                  </a:lnTo>
                  <a:lnTo>
                    <a:pt x="2954212" y="5262732"/>
                  </a:lnTo>
                  <a:lnTo>
                    <a:pt x="2928789" y="5348177"/>
                  </a:lnTo>
                  <a:lnTo>
                    <a:pt x="2902898" y="5429525"/>
                  </a:lnTo>
                  <a:lnTo>
                    <a:pt x="2896531" y="5448665"/>
                  </a:lnTo>
                  <a:lnTo>
                    <a:pt x="2855968" y="5562683"/>
                  </a:lnTo>
                  <a:lnTo>
                    <a:pt x="2813635" y="5667434"/>
                  </a:lnTo>
                  <a:lnTo>
                    <a:pt x="2769067" y="5763194"/>
                  </a:lnTo>
                  <a:lnTo>
                    <a:pt x="2721750" y="5850528"/>
                  </a:lnTo>
                  <a:lnTo>
                    <a:pt x="2671151" y="5930137"/>
                  </a:lnTo>
                  <a:lnTo>
                    <a:pt x="2616737" y="6002758"/>
                  </a:lnTo>
                  <a:lnTo>
                    <a:pt x="2558009" y="6069102"/>
                  </a:lnTo>
                  <a:lnTo>
                    <a:pt x="2494536" y="6129813"/>
                  </a:lnTo>
                  <a:lnTo>
                    <a:pt x="2426006" y="6185445"/>
                  </a:lnTo>
                  <a:lnTo>
                    <a:pt x="2352290" y="6236448"/>
                  </a:lnTo>
                  <a:lnTo>
                    <a:pt x="2273522" y="6283156"/>
                  </a:lnTo>
                  <a:lnTo>
                    <a:pt x="2190183" y="6325795"/>
                  </a:lnTo>
                  <a:lnTo>
                    <a:pt x="2103192" y="6364476"/>
                  </a:lnTo>
                  <a:lnTo>
                    <a:pt x="2013974" y="6399220"/>
                  </a:lnTo>
                  <a:lnTo>
                    <a:pt x="1924475" y="6429978"/>
                  </a:lnTo>
                  <a:lnTo>
                    <a:pt x="1837117" y="6456668"/>
                  </a:lnTo>
                  <a:lnTo>
                    <a:pt x="1754632" y="6479226"/>
                  </a:lnTo>
                  <a:lnTo>
                    <a:pt x="1679808" y="6497656"/>
                  </a:lnTo>
                  <a:lnTo>
                    <a:pt x="1615144" y="6512081"/>
                  </a:lnTo>
                  <a:lnTo>
                    <a:pt x="1562491" y="6522766"/>
                  </a:lnTo>
                  <a:lnTo>
                    <a:pt x="1522749" y="6530132"/>
                  </a:lnTo>
                  <a:lnTo>
                    <a:pt x="1495683" y="6534728"/>
                  </a:lnTo>
                  <a:lnTo>
                    <a:pt x="1479900" y="6537191"/>
                  </a:lnTo>
                  <a:lnTo>
                    <a:pt x="1472937" y="6538192"/>
                  </a:lnTo>
                  <a:lnTo>
                    <a:pt x="1471387" y="6538398"/>
                  </a:lnTo>
                  <a:lnTo>
                    <a:pt x="0" y="6538398"/>
                  </a:lnTo>
                  <a:close/>
                </a:path>
              </a:pathLst>
            </a:custGeom>
            <a:solidFill>
              <a:srgbClr val="8BC34A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611" name="pl1611"/>
            <p:cNvSpPr/>
            <p:nvPr/>
          </p:nvSpPr>
          <p:spPr>
            <a:xfrm>
              <a:off x="4799595" y="2732195"/>
              <a:ext cx="11981298" cy="6538398"/>
            </a:xfrm>
            <a:custGeom>
              <a:avLst/>
              <a:pathLst>
                <a:path w="11981298" h="6538398">
                  <a:moveTo>
                    <a:pt x="0" y="6538398"/>
                  </a:moveTo>
                  <a:lnTo>
                    <a:pt x="1471387" y="6538398"/>
                  </a:lnTo>
                  <a:lnTo>
                    <a:pt x="1472170" y="6538296"/>
                  </a:lnTo>
                  <a:lnTo>
                    <a:pt x="1477354" y="6537565"/>
                  </a:lnTo>
                  <a:lnTo>
                    <a:pt x="1490559" y="6535550"/>
                  </a:lnTo>
                  <a:lnTo>
                    <a:pt x="1514500" y="6531574"/>
                  </a:lnTo>
                  <a:lnTo>
                    <a:pt x="1550865" y="6524988"/>
                  </a:lnTo>
                  <a:lnTo>
                    <a:pt x="1600191" y="6515215"/>
                  </a:lnTo>
                  <a:lnTo>
                    <a:pt x="1661865" y="6501799"/>
                  </a:lnTo>
                  <a:lnTo>
                    <a:pt x="1734259" y="6484431"/>
                  </a:lnTo>
                  <a:lnTo>
                    <a:pt x="1815008" y="6462954"/>
                  </a:lnTo>
                  <a:lnTo>
                    <a:pt x="1901366" y="6437338"/>
                  </a:lnTo>
                  <a:lnTo>
                    <a:pt x="1990556" y="6407634"/>
                  </a:lnTo>
                  <a:lnTo>
                    <a:pt x="2080056" y="6373923"/>
                  </a:lnTo>
                  <a:lnTo>
                    <a:pt x="2167787" y="6336268"/>
                  </a:lnTo>
                  <a:lnTo>
                    <a:pt x="2252187" y="6294669"/>
                  </a:lnTo>
                  <a:lnTo>
                    <a:pt x="2332210" y="6249039"/>
                  </a:lnTo>
                  <a:lnTo>
                    <a:pt x="2407270" y="6199185"/>
                  </a:lnTo>
                  <a:lnTo>
                    <a:pt x="2477150" y="6144800"/>
                  </a:lnTo>
                  <a:lnTo>
                    <a:pt x="2541919" y="6085463"/>
                  </a:lnTo>
                  <a:lnTo>
                    <a:pt x="2601848" y="6020648"/>
                  </a:lnTo>
                  <a:lnTo>
                    <a:pt x="2657341" y="5949732"/>
                  </a:lnTo>
                  <a:lnTo>
                    <a:pt x="2708885" y="5872017"/>
                  </a:lnTo>
                  <a:lnTo>
                    <a:pt x="2757006" y="5786769"/>
                  </a:lnTo>
                  <a:lnTo>
                    <a:pt x="2802241" y="5693270"/>
                  </a:lnTo>
                  <a:lnTo>
                    <a:pt x="2845110" y="5590907"/>
                  </a:lnTo>
                  <a:lnTo>
                    <a:pt x="2886093" y="5479310"/>
                  </a:lnTo>
                  <a:lnTo>
                    <a:pt x="2896531" y="5448665"/>
                  </a:lnTo>
                  <a:lnTo>
                    <a:pt x="2922551" y="5368298"/>
                  </a:lnTo>
                  <a:lnTo>
                    <a:pt x="2948079" y="5283855"/>
                  </a:lnTo>
                  <a:lnTo>
                    <a:pt x="2973208" y="5195258"/>
                  </a:lnTo>
                  <a:lnTo>
                    <a:pt x="2998017" y="5102459"/>
                  </a:lnTo>
                  <a:lnTo>
                    <a:pt x="3022578" y="5005443"/>
                  </a:lnTo>
                  <a:lnTo>
                    <a:pt x="3046947" y="4904227"/>
                  </a:lnTo>
                  <a:lnTo>
                    <a:pt x="3071177" y="4798868"/>
                  </a:lnTo>
                  <a:lnTo>
                    <a:pt x="3095310" y="4689460"/>
                  </a:lnTo>
                  <a:lnTo>
                    <a:pt x="3119380" y="4576137"/>
                  </a:lnTo>
                  <a:lnTo>
                    <a:pt x="3143416" y="4459076"/>
                  </a:lnTo>
                  <a:lnTo>
                    <a:pt x="3167439" y="4338495"/>
                  </a:lnTo>
                  <a:lnTo>
                    <a:pt x="3191467" y="4214653"/>
                  </a:lnTo>
                  <a:lnTo>
                    <a:pt x="3215511" y="4087849"/>
                  </a:lnTo>
                  <a:lnTo>
                    <a:pt x="3239577" y="3958418"/>
                  </a:lnTo>
                  <a:lnTo>
                    <a:pt x="3263669" y="3826731"/>
                  </a:lnTo>
                  <a:lnTo>
                    <a:pt x="3287785" y="3693188"/>
                  </a:lnTo>
                  <a:lnTo>
                    <a:pt x="3311923" y="3558215"/>
                  </a:lnTo>
                  <a:lnTo>
                    <a:pt x="3336076" y="3422258"/>
                  </a:lnTo>
                  <a:lnTo>
                    <a:pt x="3360238" y="3285777"/>
                  </a:lnTo>
                  <a:lnTo>
                    <a:pt x="3384401" y="3149240"/>
                  </a:lnTo>
                  <a:lnTo>
                    <a:pt x="3408557" y="3013113"/>
                  </a:lnTo>
                  <a:lnTo>
                    <a:pt x="3432699" y="2877860"/>
                  </a:lnTo>
                  <a:lnTo>
                    <a:pt x="3456821" y="2743930"/>
                  </a:lnTo>
                  <a:lnTo>
                    <a:pt x="3480919" y="2611754"/>
                  </a:lnTo>
                  <a:lnTo>
                    <a:pt x="3504991" y="2481740"/>
                  </a:lnTo>
                  <a:lnTo>
                    <a:pt x="3529040" y="2354266"/>
                  </a:lnTo>
                  <a:lnTo>
                    <a:pt x="3553071" y="2229676"/>
                  </a:lnTo>
                  <a:lnTo>
                    <a:pt x="3577094" y="2108278"/>
                  </a:lnTo>
                  <a:lnTo>
                    <a:pt x="3601125" y="1990341"/>
                  </a:lnTo>
                  <a:lnTo>
                    <a:pt x="3625185" y="1876093"/>
                  </a:lnTo>
                  <a:lnTo>
                    <a:pt x="3649299" y="1765721"/>
                  </a:lnTo>
                  <a:lnTo>
                    <a:pt x="3673502" y="1659368"/>
                  </a:lnTo>
                  <a:lnTo>
                    <a:pt x="3697833" y="1557140"/>
                  </a:lnTo>
                  <a:lnTo>
                    <a:pt x="3722342" y="1459102"/>
                  </a:lnTo>
                  <a:lnTo>
                    <a:pt x="3747085" y="1365279"/>
                  </a:lnTo>
                  <a:lnTo>
                    <a:pt x="3772130" y="1275666"/>
                  </a:lnTo>
                  <a:lnTo>
                    <a:pt x="3797553" y="1190220"/>
                  </a:lnTo>
                  <a:lnTo>
                    <a:pt x="3823444" y="1108872"/>
                  </a:lnTo>
                  <a:lnTo>
                    <a:pt x="3829811" y="1089733"/>
                  </a:lnTo>
                  <a:lnTo>
                    <a:pt x="3870374" y="975714"/>
                  </a:lnTo>
                  <a:lnTo>
                    <a:pt x="3912707" y="870964"/>
                  </a:lnTo>
                  <a:lnTo>
                    <a:pt x="3957276" y="775204"/>
                  </a:lnTo>
                  <a:lnTo>
                    <a:pt x="4004592" y="687869"/>
                  </a:lnTo>
                  <a:lnTo>
                    <a:pt x="4055191" y="608260"/>
                  </a:lnTo>
                  <a:lnTo>
                    <a:pt x="4109605" y="535639"/>
                  </a:lnTo>
                  <a:lnTo>
                    <a:pt x="4168333" y="469296"/>
                  </a:lnTo>
                  <a:lnTo>
                    <a:pt x="4231806" y="408585"/>
                  </a:lnTo>
                  <a:lnTo>
                    <a:pt x="4300337" y="352952"/>
                  </a:lnTo>
                  <a:lnTo>
                    <a:pt x="4374052" y="301950"/>
                  </a:lnTo>
                  <a:lnTo>
                    <a:pt x="4452821" y="255241"/>
                  </a:lnTo>
                  <a:lnTo>
                    <a:pt x="4536159" y="212603"/>
                  </a:lnTo>
                  <a:lnTo>
                    <a:pt x="4623150" y="173922"/>
                  </a:lnTo>
                  <a:lnTo>
                    <a:pt x="4712368" y="139177"/>
                  </a:lnTo>
                  <a:lnTo>
                    <a:pt x="4801867" y="108420"/>
                  </a:lnTo>
                  <a:lnTo>
                    <a:pt x="4889225" y="81730"/>
                  </a:lnTo>
                  <a:lnTo>
                    <a:pt x="4971710" y="59172"/>
                  </a:lnTo>
                  <a:lnTo>
                    <a:pt x="5046534" y="40741"/>
                  </a:lnTo>
                  <a:lnTo>
                    <a:pt x="5111198" y="26317"/>
                  </a:lnTo>
                  <a:lnTo>
                    <a:pt x="5163851" y="15632"/>
                  </a:lnTo>
                  <a:lnTo>
                    <a:pt x="5203593" y="8265"/>
                  </a:lnTo>
                  <a:lnTo>
                    <a:pt x="5230659" y="3669"/>
                  </a:lnTo>
                  <a:lnTo>
                    <a:pt x="5246442" y="1207"/>
                  </a:lnTo>
                  <a:lnTo>
                    <a:pt x="5253405" y="206"/>
                  </a:lnTo>
                  <a:lnTo>
                    <a:pt x="5254941" y="1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484" y="67"/>
                  </a:lnTo>
                  <a:lnTo>
                    <a:pt x="6734983" y="548"/>
                  </a:lnTo>
                  <a:lnTo>
                    <a:pt x="6753888" y="1879"/>
                  </a:lnTo>
                  <a:lnTo>
                    <a:pt x="6787685" y="4498"/>
                  </a:lnTo>
                  <a:lnTo>
                    <a:pt x="6838053" y="8813"/>
                  </a:lnTo>
                  <a:lnTo>
                    <a:pt x="6904739" y="15157"/>
                  </a:lnTo>
                  <a:lnTo>
                    <a:pt x="6985707" y="23755"/>
                  </a:lnTo>
                  <a:lnTo>
                    <a:pt x="7077605" y="34724"/>
                  </a:lnTo>
                  <a:lnTo>
                    <a:pt x="7176416" y="48082"/>
                  </a:lnTo>
                  <a:lnTo>
                    <a:pt x="7278115" y="63792"/>
                  </a:lnTo>
                  <a:lnTo>
                    <a:pt x="7379180" y="81802"/>
                  </a:lnTo>
                  <a:lnTo>
                    <a:pt x="7476883" y="102087"/>
                  </a:lnTo>
                  <a:lnTo>
                    <a:pt x="7569370" y="124677"/>
                  </a:lnTo>
                  <a:lnTo>
                    <a:pt x="7655584" y="149678"/>
                  </a:lnTo>
                  <a:lnTo>
                    <a:pt x="7735129" y="177281"/>
                  </a:lnTo>
                  <a:lnTo>
                    <a:pt x="7808091" y="207758"/>
                  </a:lnTo>
                  <a:lnTo>
                    <a:pt x="7874891" y="241464"/>
                  </a:lnTo>
                  <a:lnTo>
                    <a:pt x="7936156" y="278820"/>
                  </a:lnTo>
                  <a:lnTo>
                    <a:pt x="7992628" y="320297"/>
                  </a:lnTo>
                  <a:lnTo>
                    <a:pt x="8045089" y="366375"/>
                  </a:lnTo>
                  <a:lnTo>
                    <a:pt x="8094314" y="417485"/>
                  </a:lnTo>
                  <a:lnTo>
                    <a:pt x="8141023" y="473907"/>
                  </a:lnTo>
                  <a:lnTo>
                    <a:pt x="8151487" y="487655"/>
                  </a:lnTo>
                  <a:lnTo>
                    <a:pt x="8188686" y="539860"/>
                  </a:lnTo>
                  <a:lnTo>
                    <a:pt x="8224955" y="595858"/>
                  </a:lnTo>
                  <a:lnTo>
                    <a:pt x="8260545" y="655725"/>
                  </a:lnTo>
                  <a:lnTo>
                    <a:pt x="8295658" y="719478"/>
                  </a:lnTo>
                  <a:lnTo>
                    <a:pt x="8330457" y="787068"/>
                  </a:lnTo>
                  <a:lnTo>
                    <a:pt x="8365067" y="858370"/>
                  </a:lnTo>
                  <a:lnTo>
                    <a:pt x="8399584" y="933184"/>
                  </a:lnTo>
                  <a:lnTo>
                    <a:pt x="8434078" y="1011231"/>
                  </a:lnTo>
                  <a:lnTo>
                    <a:pt x="8468592" y="1092154"/>
                  </a:lnTo>
                  <a:lnTo>
                    <a:pt x="8503151" y="1175522"/>
                  </a:lnTo>
                  <a:lnTo>
                    <a:pt x="8537762" y="1260840"/>
                  </a:lnTo>
                  <a:lnTo>
                    <a:pt x="8572418" y="1347558"/>
                  </a:lnTo>
                  <a:lnTo>
                    <a:pt x="8607104" y="1435086"/>
                  </a:lnTo>
                  <a:lnTo>
                    <a:pt x="8641797" y="1522812"/>
                  </a:lnTo>
                  <a:lnTo>
                    <a:pt x="8676474" y="1610115"/>
                  </a:lnTo>
                  <a:lnTo>
                    <a:pt x="8711115" y="1696389"/>
                  </a:lnTo>
                  <a:lnTo>
                    <a:pt x="8745707" y="1781057"/>
                  </a:lnTo>
                  <a:lnTo>
                    <a:pt x="8780248" y="1863588"/>
                  </a:lnTo>
                  <a:lnTo>
                    <a:pt x="8814751" y="1943509"/>
                  </a:lnTo>
                  <a:lnTo>
                    <a:pt x="8849247" y="2020414"/>
                  </a:lnTo>
                  <a:lnTo>
                    <a:pt x="8883789" y="2093976"/>
                  </a:lnTo>
                  <a:lnTo>
                    <a:pt x="8918455" y="2163944"/>
                  </a:lnTo>
                  <a:lnTo>
                    <a:pt x="8953352" y="2230145"/>
                  </a:lnTo>
                  <a:lnTo>
                    <a:pt x="8988618" y="2292484"/>
                  </a:lnTo>
                  <a:lnTo>
                    <a:pt x="9024430" y="2350935"/>
                  </a:lnTo>
                  <a:lnTo>
                    <a:pt x="9061006" y="2405538"/>
                  </a:lnTo>
                  <a:lnTo>
                    <a:pt x="9084767" y="2438277"/>
                  </a:lnTo>
                  <a:lnTo>
                    <a:pt x="9130987" y="2495935"/>
                  </a:lnTo>
                  <a:lnTo>
                    <a:pt x="9179572" y="2548251"/>
                  </a:lnTo>
                  <a:lnTo>
                    <a:pt x="9231221" y="2595452"/>
                  </a:lnTo>
                  <a:lnTo>
                    <a:pt x="9286700" y="2637946"/>
                  </a:lnTo>
                  <a:lnTo>
                    <a:pt x="9346793" y="2676208"/>
                  </a:lnTo>
                  <a:lnTo>
                    <a:pt x="9412258" y="2710715"/>
                  </a:lnTo>
                  <a:lnTo>
                    <a:pt x="9483755" y="2741902"/>
                  </a:lnTo>
                  <a:lnTo>
                    <a:pt x="9561762" y="2770139"/>
                  </a:lnTo>
                  <a:lnTo>
                    <a:pt x="9646456" y="2795719"/>
                  </a:lnTo>
                  <a:lnTo>
                    <a:pt x="9737566" y="2818852"/>
                  </a:lnTo>
                  <a:lnTo>
                    <a:pt x="9834202" y="2839662"/>
                  </a:lnTo>
                  <a:lnTo>
                    <a:pt x="9934703" y="2858196"/>
                  </a:lnTo>
                  <a:lnTo>
                    <a:pt x="10036542" y="2874440"/>
                  </a:lnTo>
                  <a:lnTo>
                    <a:pt x="10136362" y="2888344"/>
                  </a:lnTo>
                  <a:lnTo>
                    <a:pt x="10230218" y="2899864"/>
                  </a:lnTo>
                  <a:lnTo>
                    <a:pt x="10314035" y="2909002"/>
                  </a:lnTo>
                  <a:lnTo>
                    <a:pt x="10384246" y="2915849"/>
                  </a:lnTo>
                  <a:lnTo>
                    <a:pt x="10438463" y="2920605"/>
                  </a:lnTo>
                  <a:lnTo>
                    <a:pt x="10475996" y="2923580"/>
                  </a:lnTo>
                  <a:lnTo>
                    <a:pt x="10498082" y="2925169"/>
                  </a:lnTo>
                  <a:lnTo>
                    <a:pt x="10507813" y="2925807"/>
                  </a:lnTo>
                  <a:lnTo>
                    <a:pt x="10509896" y="2925932"/>
                  </a:lnTo>
                  <a:lnTo>
                    <a:pt x="10509911" y="2925933"/>
                  </a:lnTo>
                  <a:lnTo>
                    <a:pt x="11981298" y="292593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12" name="pl1612"/>
            <p:cNvSpPr/>
            <p:nvPr/>
          </p:nvSpPr>
          <p:spPr>
            <a:xfrm>
              <a:off x="4799595" y="2724022"/>
              <a:ext cx="11981298" cy="6538398"/>
            </a:xfrm>
            <a:custGeom>
              <a:avLst/>
              <a:pathLst>
                <a:path w="11981298" h="6538398">
                  <a:moveTo>
                    <a:pt x="11981298" y="2925933"/>
                  </a:moveTo>
                  <a:lnTo>
                    <a:pt x="10509911" y="2925933"/>
                  </a:lnTo>
                  <a:lnTo>
                    <a:pt x="10508770" y="2925865"/>
                  </a:lnTo>
                  <a:lnTo>
                    <a:pt x="10501270" y="2925384"/>
                  </a:lnTo>
                  <a:lnTo>
                    <a:pt x="10482365" y="2924054"/>
                  </a:lnTo>
                  <a:lnTo>
                    <a:pt x="10448568" y="2921434"/>
                  </a:lnTo>
                  <a:lnTo>
                    <a:pt x="10398200" y="2917119"/>
                  </a:lnTo>
                  <a:lnTo>
                    <a:pt x="10331514" y="2910776"/>
                  </a:lnTo>
                  <a:lnTo>
                    <a:pt x="10250546" y="2902177"/>
                  </a:lnTo>
                  <a:lnTo>
                    <a:pt x="10158648" y="2891208"/>
                  </a:lnTo>
                  <a:lnTo>
                    <a:pt x="10059837" y="2877850"/>
                  </a:lnTo>
                  <a:lnTo>
                    <a:pt x="9958139" y="2862140"/>
                  </a:lnTo>
                  <a:lnTo>
                    <a:pt x="9857074" y="2844130"/>
                  </a:lnTo>
                  <a:lnTo>
                    <a:pt x="9759370" y="2823846"/>
                  </a:lnTo>
                  <a:lnTo>
                    <a:pt x="9666884" y="2801256"/>
                  </a:lnTo>
                  <a:lnTo>
                    <a:pt x="9580669" y="2776254"/>
                  </a:lnTo>
                  <a:lnTo>
                    <a:pt x="9501124" y="2748652"/>
                  </a:lnTo>
                  <a:lnTo>
                    <a:pt x="9428162" y="2718174"/>
                  </a:lnTo>
                  <a:lnTo>
                    <a:pt x="9361362" y="2684468"/>
                  </a:lnTo>
                  <a:lnTo>
                    <a:pt x="9300097" y="2647112"/>
                  </a:lnTo>
                  <a:lnTo>
                    <a:pt x="9243625" y="2605635"/>
                  </a:lnTo>
                  <a:lnTo>
                    <a:pt x="9191164" y="2559558"/>
                  </a:lnTo>
                  <a:lnTo>
                    <a:pt x="9141939" y="2508448"/>
                  </a:lnTo>
                  <a:lnTo>
                    <a:pt x="9095231" y="2452025"/>
                  </a:lnTo>
                  <a:lnTo>
                    <a:pt x="9084767" y="2438277"/>
                  </a:lnTo>
                  <a:lnTo>
                    <a:pt x="9047567" y="2386072"/>
                  </a:lnTo>
                  <a:lnTo>
                    <a:pt x="9011298" y="2330074"/>
                  </a:lnTo>
                  <a:lnTo>
                    <a:pt x="8975708" y="2270207"/>
                  </a:lnTo>
                  <a:lnTo>
                    <a:pt x="8940595" y="2206454"/>
                  </a:lnTo>
                  <a:lnTo>
                    <a:pt x="8905796" y="2138865"/>
                  </a:lnTo>
                  <a:lnTo>
                    <a:pt x="8871186" y="2067563"/>
                  </a:lnTo>
                  <a:lnTo>
                    <a:pt x="8836669" y="1992748"/>
                  </a:lnTo>
                  <a:lnTo>
                    <a:pt x="8802175" y="1914702"/>
                  </a:lnTo>
                  <a:lnTo>
                    <a:pt x="8767661" y="1833779"/>
                  </a:lnTo>
                  <a:lnTo>
                    <a:pt x="8733102" y="1750411"/>
                  </a:lnTo>
                  <a:lnTo>
                    <a:pt x="8698491" y="1665093"/>
                  </a:lnTo>
                  <a:lnTo>
                    <a:pt x="8663835" y="1578374"/>
                  </a:lnTo>
                  <a:lnTo>
                    <a:pt x="8629149" y="1490846"/>
                  </a:lnTo>
                  <a:lnTo>
                    <a:pt x="8594457" y="1403121"/>
                  </a:lnTo>
                  <a:lnTo>
                    <a:pt x="8559779" y="1315818"/>
                  </a:lnTo>
                  <a:lnTo>
                    <a:pt x="8525138" y="1229543"/>
                  </a:lnTo>
                  <a:lnTo>
                    <a:pt x="8490546" y="1144875"/>
                  </a:lnTo>
                  <a:lnTo>
                    <a:pt x="8456005" y="1062344"/>
                  </a:lnTo>
                  <a:lnTo>
                    <a:pt x="8421502" y="982424"/>
                  </a:lnTo>
                  <a:lnTo>
                    <a:pt x="8387006" y="905518"/>
                  </a:lnTo>
                  <a:lnTo>
                    <a:pt x="8352464" y="831956"/>
                  </a:lnTo>
                  <a:lnTo>
                    <a:pt x="8317798" y="761989"/>
                  </a:lnTo>
                  <a:lnTo>
                    <a:pt x="8282901" y="695787"/>
                  </a:lnTo>
                  <a:lnTo>
                    <a:pt x="8247635" y="633449"/>
                  </a:lnTo>
                  <a:lnTo>
                    <a:pt x="8211823" y="574998"/>
                  </a:lnTo>
                  <a:lnTo>
                    <a:pt x="8175247" y="520394"/>
                  </a:lnTo>
                  <a:lnTo>
                    <a:pt x="8151487" y="487655"/>
                  </a:lnTo>
                  <a:lnTo>
                    <a:pt x="8105266" y="429998"/>
                  </a:lnTo>
                  <a:lnTo>
                    <a:pt x="8056681" y="377682"/>
                  </a:lnTo>
                  <a:lnTo>
                    <a:pt x="8005032" y="330480"/>
                  </a:lnTo>
                  <a:lnTo>
                    <a:pt x="7949553" y="287986"/>
                  </a:lnTo>
                  <a:lnTo>
                    <a:pt x="7889460" y="249724"/>
                  </a:lnTo>
                  <a:lnTo>
                    <a:pt x="7823995" y="215217"/>
                  </a:lnTo>
                  <a:lnTo>
                    <a:pt x="7752498" y="184031"/>
                  </a:lnTo>
                  <a:lnTo>
                    <a:pt x="7674491" y="155794"/>
                  </a:lnTo>
                  <a:lnTo>
                    <a:pt x="7589797" y="130213"/>
                  </a:lnTo>
                  <a:lnTo>
                    <a:pt x="7498687" y="107080"/>
                  </a:lnTo>
                  <a:lnTo>
                    <a:pt x="7402052" y="86270"/>
                  </a:lnTo>
                  <a:lnTo>
                    <a:pt x="7301550" y="67736"/>
                  </a:lnTo>
                  <a:lnTo>
                    <a:pt x="7199712" y="51492"/>
                  </a:lnTo>
                  <a:lnTo>
                    <a:pt x="7099891" y="37588"/>
                  </a:lnTo>
                  <a:lnTo>
                    <a:pt x="7006035" y="26068"/>
                  </a:lnTo>
                  <a:lnTo>
                    <a:pt x="6922218" y="16930"/>
                  </a:lnTo>
                  <a:lnTo>
                    <a:pt x="6852007" y="10084"/>
                  </a:lnTo>
                  <a:lnTo>
                    <a:pt x="6797790" y="5328"/>
                  </a:lnTo>
                  <a:lnTo>
                    <a:pt x="6760257" y="2352"/>
                  </a:lnTo>
                  <a:lnTo>
                    <a:pt x="6738171" y="763"/>
                  </a:lnTo>
                  <a:lnTo>
                    <a:pt x="6728440" y="126"/>
                  </a:lnTo>
                  <a:lnTo>
                    <a:pt x="6726357" y="0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172" y="102"/>
                  </a:lnTo>
                  <a:lnTo>
                    <a:pt x="5248988" y="832"/>
                  </a:lnTo>
                  <a:lnTo>
                    <a:pt x="5235783" y="2848"/>
                  </a:lnTo>
                  <a:lnTo>
                    <a:pt x="5211842" y="6824"/>
                  </a:lnTo>
                  <a:lnTo>
                    <a:pt x="5175477" y="13410"/>
                  </a:lnTo>
                  <a:lnTo>
                    <a:pt x="5126151" y="23183"/>
                  </a:lnTo>
                  <a:lnTo>
                    <a:pt x="5064477" y="36599"/>
                  </a:lnTo>
                  <a:lnTo>
                    <a:pt x="4992083" y="53967"/>
                  </a:lnTo>
                  <a:lnTo>
                    <a:pt x="4911334" y="75444"/>
                  </a:lnTo>
                  <a:lnTo>
                    <a:pt x="4824976" y="101060"/>
                  </a:lnTo>
                  <a:lnTo>
                    <a:pt x="4735786" y="130764"/>
                  </a:lnTo>
                  <a:lnTo>
                    <a:pt x="4646286" y="164475"/>
                  </a:lnTo>
                  <a:lnTo>
                    <a:pt x="4558555" y="202130"/>
                  </a:lnTo>
                  <a:lnTo>
                    <a:pt x="4474156" y="243729"/>
                  </a:lnTo>
                  <a:lnTo>
                    <a:pt x="4394132" y="289359"/>
                  </a:lnTo>
                  <a:lnTo>
                    <a:pt x="4319072" y="339213"/>
                  </a:lnTo>
                  <a:lnTo>
                    <a:pt x="4249192" y="393598"/>
                  </a:lnTo>
                  <a:lnTo>
                    <a:pt x="4184423" y="452934"/>
                  </a:lnTo>
                  <a:lnTo>
                    <a:pt x="4124494" y="517750"/>
                  </a:lnTo>
                  <a:lnTo>
                    <a:pt x="4069001" y="588666"/>
                  </a:lnTo>
                  <a:lnTo>
                    <a:pt x="4017457" y="666381"/>
                  </a:lnTo>
                  <a:lnTo>
                    <a:pt x="3969336" y="751629"/>
                  </a:lnTo>
                  <a:lnTo>
                    <a:pt x="3924101" y="845128"/>
                  </a:lnTo>
                  <a:lnTo>
                    <a:pt x="3881232" y="947491"/>
                  </a:lnTo>
                  <a:lnTo>
                    <a:pt x="3840249" y="1059088"/>
                  </a:lnTo>
                  <a:lnTo>
                    <a:pt x="3829811" y="1089733"/>
                  </a:lnTo>
                  <a:lnTo>
                    <a:pt x="3803791" y="1170100"/>
                  </a:lnTo>
                  <a:lnTo>
                    <a:pt x="3778263" y="1254543"/>
                  </a:lnTo>
                  <a:lnTo>
                    <a:pt x="3753135" y="1343140"/>
                  </a:lnTo>
                  <a:lnTo>
                    <a:pt x="3728325" y="1435938"/>
                  </a:lnTo>
                  <a:lnTo>
                    <a:pt x="3703765" y="1532955"/>
                  </a:lnTo>
                  <a:lnTo>
                    <a:pt x="3679395" y="1634170"/>
                  </a:lnTo>
                  <a:lnTo>
                    <a:pt x="3655165" y="1739530"/>
                  </a:lnTo>
                  <a:lnTo>
                    <a:pt x="3631032" y="1848938"/>
                  </a:lnTo>
                  <a:lnTo>
                    <a:pt x="3606962" y="1962261"/>
                  </a:lnTo>
                  <a:lnTo>
                    <a:pt x="3582927" y="2079322"/>
                  </a:lnTo>
                  <a:lnTo>
                    <a:pt x="3558903" y="2199902"/>
                  </a:lnTo>
                  <a:lnTo>
                    <a:pt x="3534875" y="2323744"/>
                  </a:lnTo>
                  <a:lnTo>
                    <a:pt x="3510831" y="2450549"/>
                  </a:lnTo>
                  <a:lnTo>
                    <a:pt x="3486765" y="2579980"/>
                  </a:lnTo>
                  <a:lnTo>
                    <a:pt x="3462673" y="2711667"/>
                  </a:lnTo>
                  <a:lnTo>
                    <a:pt x="3438557" y="2845210"/>
                  </a:lnTo>
                  <a:lnTo>
                    <a:pt x="3414419" y="2980183"/>
                  </a:lnTo>
                  <a:lnTo>
                    <a:pt x="3390266" y="3116139"/>
                  </a:lnTo>
                  <a:lnTo>
                    <a:pt x="3366104" y="3252620"/>
                  </a:lnTo>
                  <a:lnTo>
                    <a:pt x="3341941" y="3389158"/>
                  </a:lnTo>
                  <a:lnTo>
                    <a:pt x="3317785" y="3525285"/>
                  </a:lnTo>
                  <a:lnTo>
                    <a:pt x="3293643" y="3660538"/>
                  </a:lnTo>
                  <a:lnTo>
                    <a:pt x="3269521" y="3794468"/>
                  </a:lnTo>
                  <a:lnTo>
                    <a:pt x="3245423" y="3926643"/>
                  </a:lnTo>
                  <a:lnTo>
                    <a:pt x="3221351" y="4056657"/>
                  </a:lnTo>
                  <a:lnTo>
                    <a:pt x="3197302" y="4184132"/>
                  </a:lnTo>
                  <a:lnTo>
                    <a:pt x="3173271" y="4308722"/>
                  </a:lnTo>
                  <a:lnTo>
                    <a:pt x="3149248" y="4430120"/>
                  </a:lnTo>
                  <a:lnTo>
                    <a:pt x="3125217" y="4548056"/>
                  </a:lnTo>
                  <a:lnTo>
                    <a:pt x="3101157" y="4662304"/>
                  </a:lnTo>
                  <a:lnTo>
                    <a:pt x="3077043" y="4772677"/>
                  </a:lnTo>
                  <a:lnTo>
                    <a:pt x="3052840" y="4879029"/>
                  </a:lnTo>
                  <a:lnTo>
                    <a:pt x="3028509" y="4981257"/>
                  </a:lnTo>
                  <a:lnTo>
                    <a:pt x="3004000" y="5079296"/>
                  </a:lnTo>
                  <a:lnTo>
                    <a:pt x="2979257" y="5173118"/>
                  </a:lnTo>
                  <a:lnTo>
                    <a:pt x="2954212" y="5262732"/>
                  </a:lnTo>
                  <a:lnTo>
                    <a:pt x="2928789" y="5348177"/>
                  </a:lnTo>
                  <a:lnTo>
                    <a:pt x="2902898" y="5429525"/>
                  </a:lnTo>
                  <a:lnTo>
                    <a:pt x="2896531" y="5448665"/>
                  </a:lnTo>
                  <a:lnTo>
                    <a:pt x="2855968" y="5562683"/>
                  </a:lnTo>
                  <a:lnTo>
                    <a:pt x="2813635" y="5667434"/>
                  </a:lnTo>
                  <a:lnTo>
                    <a:pt x="2769067" y="5763194"/>
                  </a:lnTo>
                  <a:lnTo>
                    <a:pt x="2721750" y="5850528"/>
                  </a:lnTo>
                  <a:lnTo>
                    <a:pt x="2671151" y="5930137"/>
                  </a:lnTo>
                  <a:lnTo>
                    <a:pt x="2616737" y="6002758"/>
                  </a:lnTo>
                  <a:lnTo>
                    <a:pt x="2558009" y="6069102"/>
                  </a:lnTo>
                  <a:lnTo>
                    <a:pt x="2494536" y="6129813"/>
                  </a:lnTo>
                  <a:lnTo>
                    <a:pt x="2426006" y="6185445"/>
                  </a:lnTo>
                  <a:lnTo>
                    <a:pt x="2352290" y="6236448"/>
                  </a:lnTo>
                  <a:lnTo>
                    <a:pt x="2273522" y="6283156"/>
                  </a:lnTo>
                  <a:lnTo>
                    <a:pt x="2190183" y="6325795"/>
                  </a:lnTo>
                  <a:lnTo>
                    <a:pt x="2103192" y="6364476"/>
                  </a:lnTo>
                  <a:lnTo>
                    <a:pt x="2013974" y="6399220"/>
                  </a:lnTo>
                  <a:lnTo>
                    <a:pt x="1924475" y="6429978"/>
                  </a:lnTo>
                  <a:lnTo>
                    <a:pt x="1837117" y="6456668"/>
                  </a:lnTo>
                  <a:lnTo>
                    <a:pt x="1754632" y="6479226"/>
                  </a:lnTo>
                  <a:lnTo>
                    <a:pt x="1679808" y="6497656"/>
                  </a:lnTo>
                  <a:lnTo>
                    <a:pt x="1615144" y="6512081"/>
                  </a:lnTo>
                  <a:lnTo>
                    <a:pt x="1562491" y="6522766"/>
                  </a:lnTo>
                  <a:lnTo>
                    <a:pt x="1522749" y="6530132"/>
                  </a:lnTo>
                  <a:lnTo>
                    <a:pt x="1495683" y="6534728"/>
                  </a:lnTo>
                  <a:lnTo>
                    <a:pt x="1479900" y="6537191"/>
                  </a:lnTo>
                  <a:lnTo>
                    <a:pt x="1472937" y="6538192"/>
                  </a:lnTo>
                  <a:lnTo>
                    <a:pt x="1471401" y="6538396"/>
                  </a:lnTo>
                  <a:lnTo>
                    <a:pt x="1471387" y="6538398"/>
                  </a:lnTo>
                  <a:lnTo>
                    <a:pt x="0" y="653839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13" name="pg1613"/>
            <p:cNvSpPr/>
            <p:nvPr/>
          </p:nvSpPr>
          <p:spPr>
            <a:xfrm>
              <a:off x="4799595" y="2936520"/>
              <a:ext cx="11981298" cy="6342246"/>
            </a:xfrm>
            <a:custGeom>
              <a:avLst/>
              <a:pathLst>
                <a:path w="11981298" h="6342246">
                  <a:moveTo>
                    <a:pt x="0" y="6342246"/>
                  </a:moveTo>
                  <a:lnTo>
                    <a:pt x="1471387" y="6342246"/>
                  </a:lnTo>
                  <a:lnTo>
                    <a:pt x="1472183" y="6342145"/>
                  </a:lnTo>
                  <a:lnTo>
                    <a:pt x="1477451" y="6341426"/>
                  </a:lnTo>
                  <a:lnTo>
                    <a:pt x="1490862" y="6339440"/>
                  </a:lnTo>
                  <a:lnTo>
                    <a:pt x="1515166" y="6335524"/>
                  </a:lnTo>
                  <a:lnTo>
                    <a:pt x="1552054" y="6329037"/>
                  </a:lnTo>
                  <a:lnTo>
                    <a:pt x="1602045" y="6319415"/>
                  </a:lnTo>
                  <a:lnTo>
                    <a:pt x="1664481" y="6306212"/>
                  </a:lnTo>
                  <a:lnTo>
                    <a:pt x="1737673" y="6289130"/>
                  </a:lnTo>
                  <a:lnTo>
                    <a:pt x="1819196" y="6268020"/>
                  </a:lnTo>
                  <a:lnTo>
                    <a:pt x="1906247" y="6242856"/>
                  </a:lnTo>
                  <a:lnTo>
                    <a:pt x="1996013" y="6213693"/>
                  </a:lnTo>
                  <a:lnTo>
                    <a:pt x="2085950" y="6180609"/>
                  </a:lnTo>
                  <a:lnTo>
                    <a:pt x="2173978" y="6143664"/>
                  </a:lnTo>
                  <a:lnTo>
                    <a:pt x="2258546" y="6102854"/>
                  </a:lnTo>
                  <a:lnTo>
                    <a:pt x="2338628" y="6058084"/>
                  </a:lnTo>
                  <a:lnTo>
                    <a:pt x="2413660" y="6009156"/>
                  </a:lnTo>
                  <a:lnTo>
                    <a:pt x="2483451" y="5955757"/>
                  </a:lnTo>
                  <a:lnTo>
                    <a:pt x="2548093" y="5897465"/>
                  </a:lnTo>
                  <a:lnTo>
                    <a:pt x="2607877" y="5833750"/>
                  </a:lnTo>
                  <a:lnTo>
                    <a:pt x="2663224" y="5763989"/>
                  </a:lnTo>
                  <a:lnTo>
                    <a:pt x="2714636" y="5687491"/>
                  </a:lnTo>
                  <a:lnTo>
                    <a:pt x="2762651" y="5603531"/>
                  </a:lnTo>
                  <a:lnTo>
                    <a:pt x="2807812" y="5511407"/>
                  </a:lnTo>
                  <a:lnTo>
                    <a:pt x="2850646" y="5410540"/>
                  </a:lnTo>
                  <a:lnTo>
                    <a:pt x="2891633" y="5300608"/>
                  </a:lnTo>
                  <a:lnTo>
                    <a:pt x="2896531" y="5286567"/>
                  </a:lnTo>
                  <a:lnTo>
                    <a:pt x="2922944" y="5207492"/>
                  </a:lnTo>
                  <a:lnTo>
                    <a:pt x="2948852" y="5124346"/>
                  </a:lnTo>
                  <a:lnTo>
                    <a:pt x="2974351" y="5037049"/>
                  </a:lnTo>
                  <a:lnTo>
                    <a:pt x="2999524" y="4945556"/>
                  </a:lnTo>
                  <a:lnTo>
                    <a:pt x="3024444" y="4849851"/>
                  </a:lnTo>
                  <a:lnTo>
                    <a:pt x="3049173" y="4749956"/>
                  </a:lnTo>
                  <a:lnTo>
                    <a:pt x="3073761" y="4645931"/>
                  </a:lnTo>
                  <a:lnTo>
                    <a:pt x="3098253" y="4537874"/>
                  </a:lnTo>
                  <a:lnTo>
                    <a:pt x="3122685" y="4425928"/>
                  </a:lnTo>
                  <a:lnTo>
                    <a:pt x="3147085" y="4310278"/>
                  </a:lnTo>
                  <a:lnTo>
                    <a:pt x="3171475" y="4191149"/>
                  </a:lnTo>
                  <a:lnTo>
                    <a:pt x="3195872" y="4068811"/>
                  </a:lnTo>
                  <a:lnTo>
                    <a:pt x="3220287" y="3943574"/>
                  </a:lnTo>
                  <a:lnTo>
                    <a:pt x="3244726" y="3815784"/>
                  </a:lnTo>
                  <a:lnTo>
                    <a:pt x="3269192" y="3685826"/>
                  </a:lnTo>
                  <a:lnTo>
                    <a:pt x="3293682" y="3554109"/>
                  </a:lnTo>
                  <a:lnTo>
                    <a:pt x="3318192" y="3421072"/>
                  </a:lnTo>
                  <a:lnTo>
                    <a:pt x="3342718" y="3287170"/>
                  </a:lnTo>
                  <a:lnTo>
                    <a:pt x="3367250" y="3152873"/>
                  </a:lnTo>
                  <a:lnTo>
                    <a:pt x="3391781" y="3018655"/>
                  </a:lnTo>
                  <a:lnTo>
                    <a:pt x="3416302" y="2884990"/>
                  </a:lnTo>
                  <a:lnTo>
                    <a:pt x="3440807" y="2752342"/>
                  </a:lnTo>
                  <a:lnTo>
                    <a:pt x="3465289" y="2621163"/>
                  </a:lnTo>
                  <a:lnTo>
                    <a:pt x="3489745" y="2491881"/>
                  </a:lnTo>
                  <a:lnTo>
                    <a:pt x="3514176" y="2364899"/>
                  </a:lnTo>
                  <a:lnTo>
                    <a:pt x="3538584" y="2240590"/>
                  </a:lnTo>
                  <a:lnTo>
                    <a:pt x="3562977" y="2119286"/>
                  </a:lnTo>
                  <a:lnTo>
                    <a:pt x="3587369" y="2001286"/>
                  </a:lnTo>
                  <a:lnTo>
                    <a:pt x="3611776" y="1886844"/>
                  </a:lnTo>
                  <a:lnTo>
                    <a:pt x="3636225" y="1776174"/>
                  </a:lnTo>
                  <a:lnTo>
                    <a:pt x="3660745" y="1669444"/>
                  </a:lnTo>
                  <a:lnTo>
                    <a:pt x="3685374" y="1566783"/>
                  </a:lnTo>
                  <a:lnTo>
                    <a:pt x="3710160" y="1468276"/>
                  </a:lnTo>
                  <a:lnTo>
                    <a:pt x="3735157" y="1373971"/>
                  </a:lnTo>
                  <a:lnTo>
                    <a:pt x="3760430" y="1283877"/>
                  </a:lnTo>
                  <a:lnTo>
                    <a:pt x="3786055" y="1197968"/>
                  </a:lnTo>
                  <a:lnTo>
                    <a:pt x="3812120" y="1116185"/>
                  </a:lnTo>
                  <a:lnTo>
                    <a:pt x="3829811" y="1063851"/>
                  </a:lnTo>
                  <a:lnTo>
                    <a:pt x="3870603" y="952811"/>
                  </a:lnTo>
                  <a:lnTo>
                    <a:pt x="3913187" y="850847"/>
                  </a:lnTo>
                  <a:lnTo>
                    <a:pt x="3958036" y="757684"/>
                  </a:lnTo>
                  <a:lnTo>
                    <a:pt x="4005673" y="672763"/>
                  </a:lnTo>
                  <a:lnTo>
                    <a:pt x="4056641" y="595393"/>
                  </a:lnTo>
                  <a:lnTo>
                    <a:pt x="4111481" y="524848"/>
                  </a:lnTo>
                  <a:lnTo>
                    <a:pt x="4170698" y="460430"/>
                  </a:lnTo>
                  <a:lnTo>
                    <a:pt x="4234728" y="401506"/>
                  </a:lnTo>
                  <a:lnTo>
                    <a:pt x="4303881" y="347535"/>
                  </a:lnTo>
                  <a:lnTo>
                    <a:pt x="4378277" y="298080"/>
                  </a:lnTo>
                  <a:lnTo>
                    <a:pt x="4457764" y="252815"/>
                  </a:lnTo>
                  <a:lnTo>
                    <a:pt x="4541829" y="211528"/>
                  </a:lnTo>
                  <a:lnTo>
                    <a:pt x="4629507" y="174113"/>
                  </a:lnTo>
                  <a:lnTo>
                    <a:pt x="4719313" y="140556"/>
                  </a:lnTo>
                  <a:lnTo>
                    <a:pt x="4809227" y="110910"/>
                  </a:lnTo>
                  <a:lnTo>
                    <a:pt x="4896758" y="85254"/>
                  </a:lnTo>
                  <a:lnTo>
                    <a:pt x="4979109" y="63649"/>
                  </a:lnTo>
                  <a:lnTo>
                    <a:pt x="5053460" y="46080"/>
                  </a:lnTo>
                  <a:lnTo>
                    <a:pt x="5117317" y="32416"/>
                  </a:lnTo>
                  <a:lnTo>
                    <a:pt x="5168885" y="22378"/>
                  </a:lnTo>
                  <a:lnTo>
                    <a:pt x="5207369" y="15537"/>
                  </a:lnTo>
                  <a:lnTo>
                    <a:pt x="5233141" y="11340"/>
                  </a:lnTo>
                  <a:lnTo>
                    <a:pt x="5247755" y="9154"/>
                  </a:lnTo>
                  <a:lnTo>
                    <a:pt x="5253838" y="8316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260" y="8254"/>
                  </a:lnTo>
                  <a:lnTo>
                    <a:pt x="6733321" y="8833"/>
                  </a:lnTo>
                  <a:lnTo>
                    <a:pt x="6748693" y="10433"/>
                  </a:lnTo>
                  <a:lnTo>
                    <a:pt x="6776411" y="13588"/>
                  </a:lnTo>
                  <a:lnTo>
                    <a:pt x="6818201" y="18803"/>
                  </a:lnTo>
                  <a:lnTo>
                    <a:pt x="6874354" y="26514"/>
                  </a:lnTo>
                  <a:lnTo>
                    <a:pt x="6943761" y="37049"/>
                  </a:lnTo>
                  <a:lnTo>
                    <a:pt x="7024157" y="50606"/>
                  </a:lnTo>
                  <a:lnTo>
                    <a:pt x="7112530" y="67267"/>
                  </a:lnTo>
                  <a:lnTo>
                    <a:pt x="7205590" y="87021"/>
                  </a:lnTo>
                  <a:lnTo>
                    <a:pt x="7300201" y="109809"/>
                  </a:lnTo>
                  <a:lnTo>
                    <a:pt x="7393683" y="135572"/>
                  </a:lnTo>
                  <a:lnTo>
                    <a:pt x="7483977" y="164289"/>
                  </a:lnTo>
                  <a:lnTo>
                    <a:pt x="7569672" y="196006"/>
                  </a:lnTo>
                  <a:lnTo>
                    <a:pt x="7649948" y="230855"/>
                  </a:lnTo>
                  <a:lnTo>
                    <a:pt x="7724473" y="269060"/>
                  </a:lnTo>
                  <a:lnTo>
                    <a:pt x="7793285" y="310943"/>
                  </a:lnTo>
                  <a:lnTo>
                    <a:pt x="7856685" y="356913"/>
                  </a:lnTo>
                  <a:lnTo>
                    <a:pt x="7915144" y="407462"/>
                  </a:lnTo>
                  <a:lnTo>
                    <a:pt x="7969234" y="463143"/>
                  </a:lnTo>
                  <a:lnTo>
                    <a:pt x="8019577" y="524537"/>
                  </a:lnTo>
                  <a:lnTo>
                    <a:pt x="8066801" y="592207"/>
                  </a:lnTo>
                  <a:lnTo>
                    <a:pt x="8111511" y="666608"/>
                  </a:lnTo>
                  <a:lnTo>
                    <a:pt x="8151487" y="742380"/>
                  </a:lnTo>
                  <a:lnTo>
                    <a:pt x="8182719" y="807838"/>
                  </a:lnTo>
                  <a:lnTo>
                    <a:pt x="8213267" y="877285"/>
                  </a:lnTo>
                  <a:lnTo>
                    <a:pt x="8243286" y="950802"/>
                  </a:lnTo>
                  <a:lnTo>
                    <a:pt x="8272906" y="1028427"/>
                  </a:lnTo>
                  <a:lnTo>
                    <a:pt x="8302236" y="1110149"/>
                  </a:lnTo>
                  <a:lnTo>
                    <a:pt x="8331363" y="1195907"/>
                  </a:lnTo>
                  <a:lnTo>
                    <a:pt x="8360361" y="1285585"/>
                  </a:lnTo>
                  <a:lnTo>
                    <a:pt x="8389286" y="1379009"/>
                  </a:lnTo>
                  <a:lnTo>
                    <a:pt x="8418182" y="1475948"/>
                  </a:lnTo>
                  <a:lnTo>
                    <a:pt x="8447081" y="1576110"/>
                  </a:lnTo>
                  <a:lnTo>
                    <a:pt x="8476003" y="1679151"/>
                  </a:lnTo>
                  <a:lnTo>
                    <a:pt x="8504958" y="1784669"/>
                  </a:lnTo>
                  <a:lnTo>
                    <a:pt x="8533950" y="1892221"/>
                  </a:lnTo>
                  <a:lnTo>
                    <a:pt x="8562975" y="2001318"/>
                  </a:lnTo>
                  <a:lnTo>
                    <a:pt x="8592024" y="2111446"/>
                  </a:lnTo>
                  <a:lnTo>
                    <a:pt x="8621086" y="2222065"/>
                  </a:lnTo>
                  <a:lnTo>
                    <a:pt x="8650145" y="2332628"/>
                  </a:lnTo>
                  <a:lnTo>
                    <a:pt x="8679191" y="2442589"/>
                  </a:lnTo>
                  <a:lnTo>
                    <a:pt x="8708209" y="2551413"/>
                  </a:lnTo>
                  <a:lnTo>
                    <a:pt x="8737194" y="2658588"/>
                  </a:lnTo>
                  <a:lnTo>
                    <a:pt x="8766142" y="2763637"/>
                  </a:lnTo>
                  <a:lnTo>
                    <a:pt x="8795058" y="2866122"/>
                  </a:lnTo>
                  <a:lnTo>
                    <a:pt x="8823954" y="2965655"/>
                  </a:lnTo>
                  <a:lnTo>
                    <a:pt x="8852854" y="3061899"/>
                  </a:lnTo>
                  <a:lnTo>
                    <a:pt x="8881790" y="3154578"/>
                  </a:lnTo>
                  <a:lnTo>
                    <a:pt x="8910809" y="3243470"/>
                  </a:lnTo>
                  <a:lnTo>
                    <a:pt x="8939971" y="3328413"/>
                  </a:lnTo>
                  <a:lnTo>
                    <a:pt x="8969352" y="3409304"/>
                  </a:lnTo>
                  <a:lnTo>
                    <a:pt x="8999044" y="3486091"/>
                  </a:lnTo>
                  <a:lnTo>
                    <a:pt x="9029159" y="3558775"/>
                  </a:lnTo>
                  <a:lnTo>
                    <a:pt x="9059833" y="3627402"/>
                  </a:lnTo>
                  <a:lnTo>
                    <a:pt x="9084767" y="3679211"/>
                  </a:lnTo>
                  <a:lnTo>
                    <a:pt x="9127626" y="3760107"/>
                  </a:lnTo>
                  <a:lnTo>
                    <a:pt x="9172485" y="3834053"/>
                  </a:lnTo>
                  <a:lnTo>
                    <a:pt x="9219896" y="3901293"/>
                  </a:lnTo>
                  <a:lnTo>
                    <a:pt x="9270467" y="3962293"/>
                  </a:lnTo>
                  <a:lnTo>
                    <a:pt x="9324826" y="4017617"/>
                  </a:lnTo>
                  <a:lnTo>
                    <a:pt x="9383594" y="4067847"/>
                  </a:lnTo>
                  <a:lnTo>
                    <a:pt x="9447338" y="4113534"/>
                  </a:lnTo>
                  <a:lnTo>
                    <a:pt x="9516521" y="4155162"/>
                  </a:lnTo>
                  <a:lnTo>
                    <a:pt x="9591427" y="4193137"/>
                  </a:lnTo>
                  <a:lnTo>
                    <a:pt x="9672076" y="4227773"/>
                  </a:lnTo>
                  <a:lnTo>
                    <a:pt x="9758105" y="4259289"/>
                  </a:lnTo>
                  <a:lnTo>
                    <a:pt x="9848660" y="4287811"/>
                  </a:lnTo>
                  <a:lnTo>
                    <a:pt x="9942288" y="4313379"/>
                  </a:lnTo>
                  <a:lnTo>
                    <a:pt x="10036885" y="4335968"/>
                  </a:lnTo>
                  <a:lnTo>
                    <a:pt x="10129736" y="4355519"/>
                  </a:lnTo>
                  <a:lnTo>
                    <a:pt x="10217683" y="4371975"/>
                  </a:lnTo>
                  <a:lnTo>
                    <a:pt x="10297442" y="4385329"/>
                  </a:lnTo>
                  <a:lnTo>
                    <a:pt x="10366033" y="4395670"/>
                  </a:lnTo>
                  <a:lnTo>
                    <a:pt x="10421257" y="4403205"/>
                  </a:lnTo>
                  <a:lnTo>
                    <a:pt x="10462094" y="4408270"/>
                  </a:lnTo>
                  <a:lnTo>
                    <a:pt x="10488929" y="4411305"/>
                  </a:lnTo>
                  <a:lnTo>
                    <a:pt x="10503579" y="4412822"/>
                  </a:lnTo>
                  <a:lnTo>
                    <a:pt x="10509160" y="4413352"/>
                  </a:lnTo>
                  <a:lnTo>
                    <a:pt x="10509911" y="4413419"/>
                  </a:lnTo>
                  <a:lnTo>
                    <a:pt x="11981298" y="4413419"/>
                  </a:lnTo>
                  <a:lnTo>
                    <a:pt x="11981298" y="4405246"/>
                  </a:lnTo>
                  <a:lnTo>
                    <a:pt x="10509911" y="4405246"/>
                  </a:lnTo>
                  <a:lnTo>
                    <a:pt x="10508993" y="4405164"/>
                  </a:lnTo>
                  <a:lnTo>
                    <a:pt x="10502932" y="4404585"/>
                  </a:lnTo>
                  <a:lnTo>
                    <a:pt x="10487560" y="4402985"/>
                  </a:lnTo>
                  <a:lnTo>
                    <a:pt x="10459842" y="4399830"/>
                  </a:lnTo>
                  <a:lnTo>
                    <a:pt x="10418052" y="4394615"/>
                  </a:lnTo>
                  <a:lnTo>
                    <a:pt x="10361899" y="4386904"/>
                  </a:lnTo>
                  <a:lnTo>
                    <a:pt x="10292493" y="4376369"/>
                  </a:lnTo>
                  <a:lnTo>
                    <a:pt x="10212096" y="4362812"/>
                  </a:lnTo>
                  <a:lnTo>
                    <a:pt x="10123723" y="4346151"/>
                  </a:lnTo>
                  <a:lnTo>
                    <a:pt x="10030663" y="4326397"/>
                  </a:lnTo>
                  <a:lnTo>
                    <a:pt x="9936052" y="4303609"/>
                  </a:lnTo>
                  <a:lnTo>
                    <a:pt x="9842570" y="4277846"/>
                  </a:lnTo>
                  <a:lnTo>
                    <a:pt x="9752276" y="4249129"/>
                  </a:lnTo>
                  <a:lnTo>
                    <a:pt x="9666581" y="4217412"/>
                  </a:lnTo>
                  <a:lnTo>
                    <a:pt x="9586305" y="4182563"/>
                  </a:lnTo>
                  <a:lnTo>
                    <a:pt x="9511780" y="4144358"/>
                  </a:lnTo>
                  <a:lnTo>
                    <a:pt x="9442968" y="4102475"/>
                  </a:lnTo>
                  <a:lnTo>
                    <a:pt x="9379568" y="4056505"/>
                  </a:lnTo>
                  <a:lnTo>
                    <a:pt x="9321109" y="4005956"/>
                  </a:lnTo>
                  <a:lnTo>
                    <a:pt x="9267019" y="3950275"/>
                  </a:lnTo>
                  <a:lnTo>
                    <a:pt x="9216677" y="3888881"/>
                  </a:lnTo>
                  <a:lnTo>
                    <a:pt x="9169453" y="3821211"/>
                  </a:lnTo>
                  <a:lnTo>
                    <a:pt x="9124742" y="3746810"/>
                  </a:lnTo>
                  <a:lnTo>
                    <a:pt x="9084767" y="3671038"/>
                  </a:lnTo>
                  <a:lnTo>
                    <a:pt x="9053535" y="3605580"/>
                  </a:lnTo>
                  <a:lnTo>
                    <a:pt x="9022986" y="3536133"/>
                  </a:lnTo>
                  <a:lnTo>
                    <a:pt x="8992967" y="3462616"/>
                  </a:lnTo>
                  <a:lnTo>
                    <a:pt x="8963347" y="3384991"/>
                  </a:lnTo>
                  <a:lnTo>
                    <a:pt x="8934018" y="3303269"/>
                  </a:lnTo>
                  <a:lnTo>
                    <a:pt x="8904890" y="3217511"/>
                  </a:lnTo>
                  <a:lnTo>
                    <a:pt x="8875893" y="3127833"/>
                  </a:lnTo>
                  <a:lnTo>
                    <a:pt x="8846967" y="3034409"/>
                  </a:lnTo>
                  <a:lnTo>
                    <a:pt x="8818071" y="2937470"/>
                  </a:lnTo>
                  <a:lnTo>
                    <a:pt x="8789172" y="2837308"/>
                  </a:lnTo>
                  <a:lnTo>
                    <a:pt x="8760250" y="2734267"/>
                  </a:lnTo>
                  <a:lnTo>
                    <a:pt x="8731295" y="2628749"/>
                  </a:lnTo>
                  <a:lnTo>
                    <a:pt x="8702303" y="2521198"/>
                  </a:lnTo>
                  <a:lnTo>
                    <a:pt x="8673278" y="2412100"/>
                  </a:lnTo>
                  <a:lnTo>
                    <a:pt x="8644229" y="2301973"/>
                  </a:lnTo>
                  <a:lnTo>
                    <a:pt x="8615168" y="2191353"/>
                  </a:lnTo>
                  <a:lnTo>
                    <a:pt x="8586108" y="2080790"/>
                  </a:lnTo>
                  <a:lnTo>
                    <a:pt x="8557063" y="1970829"/>
                  </a:lnTo>
                  <a:lnTo>
                    <a:pt x="8528044" y="1862005"/>
                  </a:lnTo>
                  <a:lnTo>
                    <a:pt x="8499059" y="1754830"/>
                  </a:lnTo>
                  <a:lnTo>
                    <a:pt x="8470111" y="1649781"/>
                  </a:lnTo>
                  <a:lnTo>
                    <a:pt x="8441195" y="1547296"/>
                  </a:lnTo>
                  <a:lnTo>
                    <a:pt x="8412299" y="1447763"/>
                  </a:lnTo>
                  <a:lnTo>
                    <a:pt x="8383400" y="1351519"/>
                  </a:lnTo>
                  <a:lnTo>
                    <a:pt x="8354463" y="1258840"/>
                  </a:lnTo>
                  <a:lnTo>
                    <a:pt x="8325444" y="1169948"/>
                  </a:lnTo>
                  <a:lnTo>
                    <a:pt x="8296282" y="1085005"/>
                  </a:lnTo>
                  <a:lnTo>
                    <a:pt x="8266902" y="1004114"/>
                  </a:lnTo>
                  <a:lnTo>
                    <a:pt x="8237210" y="927327"/>
                  </a:lnTo>
                  <a:lnTo>
                    <a:pt x="8207094" y="854643"/>
                  </a:lnTo>
                  <a:lnTo>
                    <a:pt x="8176420" y="786016"/>
                  </a:lnTo>
                  <a:lnTo>
                    <a:pt x="8151487" y="734207"/>
                  </a:lnTo>
                  <a:lnTo>
                    <a:pt x="8108627" y="653312"/>
                  </a:lnTo>
                  <a:lnTo>
                    <a:pt x="8063768" y="579365"/>
                  </a:lnTo>
                  <a:lnTo>
                    <a:pt x="8016357" y="512125"/>
                  </a:lnTo>
                  <a:lnTo>
                    <a:pt x="7965787" y="451125"/>
                  </a:lnTo>
                  <a:lnTo>
                    <a:pt x="7911427" y="395801"/>
                  </a:lnTo>
                  <a:lnTo>
                    <a:pt x="7852659" y="345571"/>
                  </a:lnTo>
                  <a:lnTo>
                    <a:pt x="7788915" y="299885"/>
                  </a:lnTo>
                  <a:lnTo>
                    <a:pt x="7719733" y="258256"/>
                  </a:lnTo>
                  <a:lnTo>
                    <a:pt x="7644826" y="220281"/>
                  </a:lnTo>
                  <a:lnTo>
                    <a:pt x="7564177" y="185645"/>
                  </a:lnTo>
                  <a:lnTo>
                    <a:pt x="7478148" y="154129"/>
                  </a:lnTo>
                  <a:lnTo>
                    <a:pt x="7387593" y="125607"/>
                  </a:lnTo>
                  <a:lnTo>
                    <a:pt x="7293966" y="100039"/>
                  </a:lnTo>
                  <a:lnTo>
                    <a:pt x="7199368" y="77450"/>
                  </a:lnTo>
                  <a:lnTo>
                    <a:pt x="7106517" y="57899"/>
                  </a:lnTo>
                  <a:lnTo>
                    <a:pt x="7018570" y="41443"/>
                  </a:lnTo>
                  <a:lnTo>
                    <a:pt x="6938812" y="28089"/>
                  </a:lnTo>
                  <a:lnTo>
                    <a:pt x="6870220" y="17748"/>
                  </a:lnTo>
                  <a:lnTo>
                    <a:pt x="6814996" y="10213"/>
                  </a:lnTo>
                  <a:lnTo>
                    <a:pt x="6774159" y="5148"/>
                  </a:lnTo>
                  <a:lnTo>
                    <a:pt x="6747325" y="2113"/>
                  </a:lnTo>
                  <a:lnTo>
                    <a:pt x="6732674" y="596"/>
                  </a:lnTo>
                  <a:lnTo>
                    <a:pt x="6727093" y="66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160" y="101"/>
                  </a:lnTo>
                  <a:lnTo>
                    <a:pt x="5248892" y="820"/>
                  </a:lnTo>
                  <a:lnTo>
                    <a:pt x="5235480" y="2806"/>
                  </a:lnTo>
                  <a:lnTo>
                    <a:pt x="5211176" y="6722"/>
                  </a:lnTo>
                  <a:lnTo>
                    <a:pt x="5174288" y="13208"/>
                  </a:lnTo>
                  <a:lnTo>
                    <a:pt x="5124297" y="22831"/>
                  </a:lnTo>
                  <a:lnTo>
                    <a:pt x="5061862" y="36034"/>
                  </a:lnTo>
                  <a:lnTo>
                    <a:pt x="4988669" y="53116"/>
                  </a:lnTo>
                  <a:lnTo>
                    <a:pt x="4907147" y="74226"/>
                  </a:lnTo>
                  <a:lnTo>
                    <a:pt x="4820095" y="99390"/>
                  </a:lnTo>
                  <a:lnTo>
                    <a:pt x="4730330" y="128553"/>
                  </a:lnTo>
                  <a:lnTo>
                    <a:pt x="4640392" y="161637"/>
                  </a:lnTo>
                  <a:lnTo>
                    <a:pt x="4552364" y="198581"/>
                  </a:lnTo>
                  <a:lnTo>
                    <a:pt x="4467796" y="239392"/>
                  </a:lnTo>
                  <a:lnTo>
                    <a:pt x="4387714" y="284162"/>
                  </a:lnTo>
                  <a:lnTo>
                    <a:pt x="4312682" y="333090"/>
                  </a:lnTo>
                  <a:lnTo>
                    <a:pt x="4242891" y="386488"/>
                  </a:lnTo>
                  <a:lnTo>
                    <a:pt x="4178249" y="444781"/>
                  </a:lnTo>
                  <a:lnTo>
                    <a:pt x="4118466" y="508496"/>
                  </a:lnTo>
                  <a:lnTo>
                    <a:pt x="4063118" y="578257"/>
                  </a:lnTo>
                  <a:lnTo>
                    <a:pt x="4011706" y="654755"/>
                  </a:lnTo>
                  <a:lnTo>
                    <a:pt x="3963692" y="738715"/>
                  </a:lnTo>
                  <a:lnTo>
                    <a:pt x="3918530" y="830838"/>
                  </a:lnTo>
                  <a:lnTo>
                    <a:pt x="3875697" y="931706"/>
                  </a:lnTo>
                  <a:lnTo>
                    <a:pt x="3834709" y="1041638"/>
                  </a:lnTo>
                  <a:lnTo>
                    <a:pt x="3829811" y="1055678"/>
                  </a:lnTo>
                  <a:lnTo>
                    <a:pt x="3803398" y="1134754"/>
                  </a:lnTo>
                  <a:lnTo>
                    <a:pt x="3777490" y="1217900"/>
                  </a:lnTo>
                  <a:lnTo>
                    <a:pt x="3751991" y="1305196"/>
                  </a:lnTo>
                  <a:lnTo>
                    <a:pt x="3726818" y="1396690"/>
                  </a:lnTo>
                  <a:lnTo>
                    <a:pt x="3701898" y="1492394"/>
                  </a:lnTo>
                  <a:lnTo>
                    <a:pt x="3677169" y="1592289"/>
                  </a:lnTo>
                  <a:lnTo>
                    <a:pt x="3652581" y="1696315"/>
                  </a:lnTo>
                  <a:lnTo>
                    <a:pt x="3628089" y="1804372"/>
                  </a:lnTo>
                  <a:lnTo>
                    <a:pt x="3603657" y="1916317"/>
                  </a:lnTo>
                  <a:lnTo>
                    <a:pt x="3579257" y="2031968"/>
                  </a:lnTo>
                  <a:lnTo>
                    <a:pt x="3554867" y="2151097"/>
                  </a:lnTo>
                  <a:lnTo>
                    <a:pt x="3530470" y="2273435"/>
                  </a:lnTo>
                  <a:lnTo>
                    <a:pt x="3506055" y="2398672"/>
                  </a:lnTo>
                  <a:lnTo>
                    <a:pt x="3481616" y="2526461"/>
                  </a:lnTo>
                  <a:lnTo>
                    <a:pt x="3457151" y="2656420"/>
                  </a:lnTo>
                  <a:lnTo>
                    <a:pt x="3432660" y="2788137"/>
                  </a:lnTo>
                  <a:lnTo>
                    <a:pt x="3408150" y="2921174"/>
                  </a:lnTo>
                  <a:lnTo>
                    <a:pt x="3383624" y="3055075"/>
                  </a:lnTo>
                  <a:lnTo>
                    <a:pt x="3359092" y="3189372"/>
                  </a:lnTo>
                  <a:lnTo>
                    <a:pt x="3334561" y="3323590"/>
                  </a:lnTo>
                  <a:lnTo>
                    <a:pt x="3310040" y="3457256"/>
                  </a:lnTo>
                  <a:lnTo>
                    <a:pt x="3285536" y="3589904"/>
                  </a:lnTo>
                  <a:lnTo>
                    <a:pt x="3261053" y="3721083"/>
                  </a:lnTo>
                  <a:lnTo>
                    <a:pt x="3236597" y="3850365"/>
                  </a:lnTo>
                  <a:lnTo>
                    <a:pt x="3212166" y="3977346"/>
                  </a:lnTo>
                  <a:lnTo>
                    <a:pt x="3187758" y="4101656"/>
                  </a:lnTo>
                  <a:lnTo>
                    <a:pt x="3163365" y="4222959"/>
                  </a:lnTo>
                  <a:lnTo>
                    <a:pt x="3138973" y="4340959"/>
                  </a:lnTo>
                  <a:lnTo>
                    <a:pt x="3114566" y="4455401"/>
                  </a:lnTo>
                  <a:lnTo>
                    <a:pt x="3090117" y="4566072"/>
                  </a:lnTo>
                  <a:lnTo>
                    <a:pt x="3065598" y="4672802"/>
                  </a:lnTo>
                  <a:lnTo>
                    <a:pt x="3040968" y="4775463"/>
                  </a:lnTo>
                  <a:lnTo>
                    <a:pt x="3016182" y="4873969"/>
                  </a:lnTo>
                  <a:lnTo>
                    <a:pt x="2991185" y="4968274"/>
                  </a:lnTo>
                  <a:lnTo>
                    <a:pt x="2965912" y="5058369"/>
                  </a:lnTo>
                  <a:lnTo>
                    <a:pt x="2940287" y="5144278"/>
                  </a:lnTo>
                  <a:lnTo>
                    <a:pt x="2914222" y="5226061"/>
                  </a:lnTo>
                  <a:lnTo>
                    <a:pt x="2896531" y="5278394"/>
                  </a:lnTo>
                  <a:lnTo>
                    <a:pt x="2855739" y="5389435"/>
                  </a:lnTo>
                  <a:lnTo>
                    <a:pt x="2813155" y="5491399"/>
                  </a:lnTo>
                  <a:lnTo>
                    <a:pt x="2768306" y="5584562"/>
                  </a:lnTo>
                  <a:lnTo>
                    <a:pt x="2720669" y="5669483"/>
                  </a:lnTo>
                  <a:lnTo>
                    <a:pt x="2669701" y="5746853"/>
                  </a:lnTo>
                  <a:lnTo>
                    <a:pt x="2614861" y="5817398"/>
                  </a:lnTo>
                  <a:lnTo>
                    <a:pt x="2555644" y="5881816"/>
                  </a:lnTo>
                  <a:lnTo>
                    <a:pt x="2491614" y="5940740"/>
                  </a:lnTo>
                  <a:lnTo>
                    <a:pt x="2422461" y="5994711"/>
                  </a:lnTo>
                  <a:lnTo>
                    <a:pt x="2348065" y="6044166"/>
                  </a:lnTo>
                  <a:lnTo>
                    <a:pt x="2268578" y="6089430"/>
                  </a:lnTo>
                  <a:lnTo>
                    <a:pt x="2184513" y="6130717"/>
                  </a:lnTo>
                  <a:lnTo>
                    <a:pt x="2096835" y="6168132"/>
                  </a:lnTo>
                  <a:lnTo>
                    <a:pt x="2007029" y="6201689"/>
                  </a:lnTo>
                  <a:lnTo>
                    <a:pt x="1917115" y="6231336"/>
                  </a:lnTo>
                  <a:lnTo>
                    <a:pt x="1829584" y="6256992"/>
                  </a:lnTo>
                  <a:lnTo>
                    <a:pt x="1747233" y="6278597"/>
                  </a:lnTo>
                  <a:lnTo>
                    <a:pt x="1672882" y="6296166"/>
                  </a:lnTo>
                  <a:lnTo>
                    <a:pt x="1609025" y="6309830"/>
                  </a:lnTo>
                  <a:lnTo>
                    <a:pt x="1557457" y="6319868"/>
                  </a:lnTo>
                  <a:lnTo>
                    <a:pt x="1518973" y="6326709"/>
                  </a:lnTo>
                  <a:lnTo>
                    <a:pt x="1493201" y="6330906"/>
                  </a:lnTo>
                  <a:lnTo>
                    <a:pt x="1478587" y="6333092"/>
                  </a:lnTo>
                  <a:lnTo>
                    <a:pt x="1472504" y="6333930"/>
                  </a:lnTo>
                  <a:lnTo>
                    <a:pt x="1471387" y="6334073"/>
                  </a:lnTo>
                  <a:lnTo>
                    <a:pt x="0" y="6334073"/>
                  </a:lnTo>
                  <a:close/>
                </a:path>
              </a:pathLst>
            </a:custGeom>
            <a:solidFill>
              <a:srgbClr val="8BC34A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614" name="pl1614"/>
            <p:cNvSpPr/>
            <p:nvPr/>
          </p:nvSpPr>
          <p:spPr>
            <a:xfrm>
              <a:off x="4799595" y="2944693"/>
              <a:ext cx="11981298" cy="6334073"/>
            </a:xfrm>
            <a:custGeom>
              <a:avLst/>
              <a:pathLst>
                <a:path w="11981298" h="6334073">
                  <a:moveTo>
                    <a:pt x="0" y="6334073"/>
                  </a:moveTo>
                  <a:lnTo>
                    <a:pt x="1471387" y="6334073"/>
                  </a:lnTo>
                  <a:lnTo>
                    <a:pt x="1472183" y="6333972"/>
                  </a:lnTo>
                  <a:lnTo>
                    <a:pt x="1477451" y="6333253"/>
                  </a:lnTo>
                  <a:lnTo>
                    <a:pt x="1490862" y="6331267"/>
                  </a:lnTo>
                  <a:lnTo>
                    <a:pt x="1515166" y="6327351"/>
                  </a:lnTo>
                  <a:lnTo>
                    <a:pt x="1552054" y="6320864"/>
                  </a:lnTo>
                  <a:lnTo>
                    <a:pt x="1602045" y="6311242"/>
                  </a:lnTo>
                  <a:lnTo>
                    <a:pt x="1664481" y="6298039"/>
                  </a:lnTo>
                  <a:lnTo>
                    <a:pt x="1737673" y="6280957"/>
                  </a:lnTo>
                  <a:lnTo>
                    <a:pt x="1819196" y="6259847"/>
                  </a:lnTo>
                  <a:lnTo>
                    <a:pt x="1906247" y="6234683"/>
                  </a:lnTo>
                  <a:lnTo>
                    <a:pt x="1996013" y="6205520"/>
                  </a:lnTo>
                  <a:lnTo>
                    <a:pt x="2085950" y="6172436"/>
                  </a:lnTo>
                  <a:lnTo>
                    <a:pt x="2173978" y="6135491"/>
                  </a:lnTo>
                  <a:lnTo>
                    <a:pt x="2258546" y="6094681"/>
                  </a:lnTo>
                  <a:lnTo>
                    <a:pt x="2338628" y="6049911"/>
                  </a:lnTo>
                  <a:lnTo>
                    <a:pt x="2413660" y="6000983"/>
                  </a:lnTo>
                  <a:lnTo>
                    <a:pt x="2483451" y="5947584"/>
                  </a:lnTo>
                  <a:lnTo>
                    <a:pt x="2548093" y="5889292"/>
                  </a:lnTo>
                  <a:lnTo>
                    <a:pt x="2607877" y="5825577"/>
                  </a:lnTo>
                  <a:lnTo>
                    <a:pt x="2663224" y="5755816"/>
                  </a:lnTo>
                  <a:lnTo>
                    <a:pt x="2714636" y="5679318"/>
                  </a:lnTo>
                  <a:lnTo>
                    <a:pt x="2762651" y="5595358"/>
                  </a:lnTo>
                  <a:lnTo>
                    <a:pt x="2807812" y="5503234"/>
                  </a:lnTo>
                  <a:lnTo>
                    <a:pt x="2850646" y="5402367"/>
                  </a:lnTo>
                  <a:lnTo>
                    <a:pt x="2891633" y="5292435"/>
                  </a:lnTo>
                  <a:lnTo>
                    <a:pt x="2896531" y="5278394"/>
                  </a:lnTo>
                  <a:lnTo>
                    <a:pt x="2922944" y="5199319"/>
                  </a:lnTo>
                  <a:lnTo>
                    <a:pt x="2948852" y="5116173"/>
                  </a:lnTo>
                  <a:lnTo>
                    <a:pt x="2974351" y="5028876"/>
                  </a:lnTo>
                  <a:lnTo>
                    <a:pt x="2999524" y="4937383"/>
                  </a:lnTo>
                  <a:lnTo>
                    <a:pt x="3024444" y="4841678"/>
                  </a:lnTo>
                  <a:lnTo>
                    <a:pt x="3049173" y="4741783"/>
                  </a:lnTo>
                  <a:lnTo>
                    <a:pt x="3073761" y="4637758"/>
                  </a:lnTo>
                  <a:lnTo>
                    <a:pt x="3098253" y="4529701"/>
                  </a:lnTo>
                  <a:lnTo>
                    <a:pt x="3122685" y="4417755"/>
                  </a:lnTo>
                  <a:lnTo>
                    <a:pt x="3147085" y="4302105"/>
                  </a:lnTo>
                  <a:lnTo>
                    <a:pt x="3171475" y="4182976"/>
                  </a:lnTo>
                  <a:lnTo>
                    <a:pt x="3195872" y="4060638"/>
                  </a:lnTo>
                  <a:lnTo>
                    <a:pt x="3220287" y="3935401"/>
                  </a:lnTo>
                  <a:lnTo>
                    <a:pt x="3244726" y="3807611"/>
                  </a:lnTo>
                  <a:lnTo>
                    <a:pt x="3269192" y="3677653"/>
                  </a:lnTo>
                  <a:lnTo>
                    <a:pt x="3293682" y="3545936"/>
                  </a:lnTo>
                  <a:lnTo>
                    <a:pt x="3318192" y="3412899"/>
                  </a:lnTo>
                  <a:lnTo>
                    <a:pt x="3342718" y="3278997"/>
                  </a:lnTo>
                  <a:lnTo>
                    <a:pt x="3367250" y="3144700"/>
                  </a:lnTo>
                  <a:lnTo>
                    <a:pt x="3391781" y="3010482"/>
                  </a:lnTo>
                  <a:lnTo>
                    <a:pt x="3416302" y="2876817"/>
                  </a:lnTo>
                  <a:lnTo>
                    <a:pt x="3440807" y="2744169"/>
                  </a:lnTo>
                  <a:lnTo>
                    <a:pt x="3465289" y="2612990"/>
                  </a:lnTo>
                  <a:lnTo>
                    <a:pt x="3489745" y="2483708"/>
                  </a:lnTo>
                  <a:lnTo>
                    <a:pt x="3514176" y="2356726"/>
                  </a:lnTo>
                  <a:lnTo>
                    <a:pt x="3538584" y="2232417"/>
                  </a:lnTo>
                  <a:lnTo>
                    <a:pt x="3562977" y="2111113"/>
                  </a:lnTo>
                  <a:lnTo>
                    <a:pt x="3587369" y="1993113"/>
                  </a:lnTo>
                  <a:lnTo>
                    <a:pt x="3611776" y="1878671"/>
                  </a:lnTo>
                  <a:lnTo>
                    <a:pt x="3636225" y="1768001"/>
                  </a:lnTo>
                  <a:lnTo>
                    <a:pt x="3660745" y="1661271"/>
                  </a:lnTo>
                  <a:lnTo>
                    <a:pt x="3685374" y="1558610"/>
                  </a:lnTo>
                  <a:lnTo>
                    <a:pt x="3710160" y="1460103"/>
                  </a:lnTo>
                  <a:lnTo>
                    <a:pt x="3735157" y="1365798"/>
                  </a:lnTo>
                  <a:lnTo>
                    <a:pt x="3760430" y="1275704"/>
                  </a:lnTo>
                  <a:lnTo>
                    <a:pt x="3786055" y="1189795"/>
                  </a:lnTo>
                  <a:lnTo>
                    <a:pt x="3812120" y="1108012"/>
                  </a:lnTo>
                  <a:lnTo>
                    <a:pt x="3829811" y="1055678"/>
                  </a:lnTo>
                  <a:lnTo>
                    <a:pt x="3870603" y="944638"/>
                  </a:lnTo>
                  <a:lnTo>
                    <a:pt x="3913187" y="842674"/>
                  </a:lnTo>
                  <a:lnTo>
                    <a:pt x="3958036" y="749511"/>
                  </a:lnTo>
                  <a:lnTo>
                    <a:pt x="4005673" y="664590"/>
                  </a:lnTo>
                  <a:lnTo>
                    <a:pt x="4056641" y="587220"/>
                  </a:lnTo>
                  <a:lnTo>
                    <a:pt x="4111481" y="516675"/>
                  </a:lnTo>
                  <a:lnTo>
                    <a:pt x="4170698" y="452257"/>
                  </a:lnTo>
                  <a:lnTo>
                    <a:pt x="4234728" y="393333"/>
                  </a:lnTo>
                  <a:lnTo>
                    <a:pt x="4303881" y="339362"/>
                  </a:lnTo>
                  <a:lnTo>
                    <a:pt x="4378277" y="289907"/>
                  </a:lnTo>
                  <a:lnTo>
                    <a:pt x="4457764" y="244642"/>
                  </a:lnTo>
                  <a:lnTo>
                    <a:pt x="4541829" y="203355"/>
                  </a:lnTo>
                  <a:lnTo>
                    <a:pt x="4629507" y="165940"/>
                  </a:lnTo>
                  <a:lnTo>
                    <a:pt x="4719313" y="132383"/>
                  </a:lnTo>
                  <a:lnTo>
                    <a:pt x="4809227" y="102737"/>
                  </a:lnTo>
                  <a:lnTo>
                    <a:pt x="4896758" y="77081"/>
                  </a:lnTo>
                  <a:lnTo>
                    <a:pt x="4979109" y="55476"/>
                  </a:lnTo>
                  <a:lnTo>
                    <a:pt x="5053460" y="37907"/>
                  </a:lnTo>
                  <a:lnTo>
                    <a:pt x="5117317" y="24243"/>
                  </a:lnTo>
                  <a:lnTo>
                    <a:pt x="5168885" y="14205"/>
                  </a:lnTo>
                  <a:lnTo>
                    <a:pt x="5207369" y="7364"/>
                  </a:lnTo>
                  <a:lnTo>
                    <a:pt x="5233141" y="3167"/>
                  </a:lnTo>
                  <a:lnTo>
                    <a:pt x="5247755" y="981"/>
                  </a:lnTo>
                  <a:lnTo>
                    <a:pt x="5253838" y="143"/>
                  </a:lnTo>
                  <a:lnTo>
                    <a:pt x="5254954" y="0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260" y="81"/>
                  </a:lnTo>
                  <a:lnTo>
                    <a:pt x="6733321" y="660"/>
                  </a:lnTo>
                  <a:lnTo>
                    <a:pt x="6748693" y="2260"/>
                  </a:lnTo>
                  <a:lnTo>
                    <a:pt x="6776411" y="5415"/>
                  </a:lnTo>
                  <a:lnTo>
                    <a:pt x="6818201" y="10630"/>
                  </a:lnTo>
                  <a:lnTo>
                    <a:pt x="6874354" y="18341"/>
                  </a:lnTo>
                  <a:lnTo>
                    <a:pt x="6943761" y="28876"/>
                  </a:lnTo>
                  <a:lnTo>
                    <a:pt x="7024157" y="42433"/>
                  </a:lnTo>
                  <a:lnTo>
                    <a:pt x="7112530" y="59094"/>
                  </a:lnTo>
                  <a:lnTo>
                    <a:pt x="7205590" y="78848"/>
                  </a:lnTo>
                  <a:lnTo>
                    <a:pt x="7300201" y="101636"/>
                  </a:lnTo>
                  <a:lnTo>
                    <a:pt x="7393683" y="127399"/>
                  </a:lnTo>
                  <a:lnTo>
                    <a:pt x="7483977" y="156116"/>
                  </a:lnTo>
                  <a:lnTo>
                    <a:pt x="7569672" y="187833"/>
                  </a:lnTo>
                  <a:lnTo>
                    <a:pt x="7649948" y="222682"/>
                  </a:lnTo>
                  <a:lnTo>
                    <a:pt x="7724473" y="260887"/>
                  </a:lnTo>
                  <a:lnTo>
                    <a:pt x="7793285" y="302770"/>
                  </a:lnTo>
                  <a:lnTo>
                    <a:pt x="7856685" y="348740"/>
                  </a:lnTo>
                  <a:lnTo>
                    <a:pt x="7915144" y="399289"/>
                  </a:lnTo>
                  <a:lnTo>
                    <a:pt x="7969234" y="454970"/>
                  </a:lnTo>
                  <a:lnTo>
                    <a:pt x="8019577" y="516364"/>
                  </a:lnTo>
                  <a:lnTo>
                    <a:pt x="8066801" y="584034"/>
                  </a:lnTo>
                  <a:lnTo>
                    <a:pt x="8111511" y="658435"/>
                  </a:lnTo>
                  <a:lnTo>
                    <a:pt x="8151487" y="734207"/>
                  </a:lnTo>
                  <a:lnTo>
                    <a:pt x="8182719" y="799665"/>
                  </a:lnTo>
                  <a:lnTo>
                    <a:pt x="8213267" y="869112"/>
                  </a:lnTo>
                  <a:lnTo>
                    <a:pt x="8243286" y="942629"/>
                  </a:lnTo>
                  <a:lnTo>
                    <a:pt x="8272906" y="1020254"/>
                  </a:lnTo>
                  <a:lnTo>
                    <a:pt x="8302236" y="1101976"/>
                  </a:lnTo>
                  <a:lnTo>
                    <a:pt x="8331363" y="1187734"/>
                  </a:lnTo>
                  <a:lnTo>
                    <a:pt x="8360361" y="1277412"/>
                  </a:lnTo>
                  <a:lnTo>
                    <a:pt x="8389286" y="1370836"/>
                  </a:lnTo>
                  <a:lnTo>
                    <a:pt x="8418182" y="1467775"/>
                  </a:lnTo>
                  <a:lnTo>
                    <a:pt x="8447081" y="1567937"/>
                  </a:lnTo>
                  <a:lnTo>
                    <a:pt x="8476003" y="1670978"/>
                  </a:lnTo>
                  <a:lnTo>
                    <a:pt x="8504958" y="1776496"/>
                  </a:lnTo>
                  <a:lnTo>
                    <a:pt x="8533950" y="1884048"/>
                  </a:lnTo>
                  <a:lnTo>
                    <a:pt x="8562975" y="1993145"/>
                  </a:lnTo>
                  <a:lnTo>
                    <a:pt x="8592024" y="2103273"/>
                  </a:lnTo>
                  <a:lnTo>
                    <a:pt x="8621086" y="2213892"/>
                  </a:lnTo>
                  <a:lnTo>
                    <a:pt x="8650145" y="2324455"/>
                  </a:lnTo>
                  <a:lnTo>
                    <a:pt x="8679191" y="2434416"/>
                  </a:lnTo>
                  <a:lnTo>
                    <a:pt x="8708209" y="2543240"/>
                  </a:lnTo>
                  <a:lnTo>
                    <a:pt x="8737194" y="2650415"/>
                  </a:lnTo>
                  <a:lnTo>
                    <a:pt x="8766142" y="2755464"/>
                  </a:lnTo>
                  <a:lnTo>
                    <a:pt x="8795058" y="2857949"/>
                  </a:lnTo>
                  <a:lnTo>
                    <a:pt x="8823954" y="2957482"/>
                  </a:lnTo>
                  <a:lnTo>
                    <a:pt x="8852854" y="3053726"/>
                  </a:lnTo>
                  <a:lnTo>
                    <a:pt x="8881790" y="3146405"/>
                  </a:lnTo>
                  <a:lnTo>
                    <a:pt x="8910809" y="3235297"/>
                  </a:lnTo>
                  <a:lnTo>
                    <a:pt x="8939971" y="3320240"/>
                  </a:lnTo>
                  <a:lnTo>
                    <a:pt x="8969352" y="3401131"/>
                  </a:lnTo>
                  <a:lnTo>
                    <a:pt x="8999044" y="3477918"/>
                  </a:lnTo>
                  <a:lnTo>
                    <a:pt x="9029159" y="3550602"/>
                  </a:lnTo>
                  <a:lnTo>
                    <a:pt x="9059833" y="3619229"/>
                  </a:lnTo>
                  <a:lnTo>
                    <a:pt x="9084767" y="3671038"/>
                  </a:lnTo>
                  <a:lnTo>
                    <a:pt x="9127626" y="3751934"/>
                  </a:lnTo>
                  <a:lnTo>
                    <a:pt x="9172485" y="3825880"/>
                  </a:lnTo>
                  <a:lnTo>
                    <a:pt x="9219896" y="3893120"/>
                  </a:lnTo>
                  <a:lnTo>
                    <a:pt x="9270467" y="3954120"/>
                  </a:lnTo>
                  <a:lnTo>
                    <a:pt x="9324826" y="4009444"/>
                  </a:lnTo>
                  <a:lnTo>
                    <a:pt x="9383594" y="4059674"/>
                  </a:lnTo>
                  <a:lnTo>
                    <a:pt x="9447338" y="4105361"/>
                  </a:lnTo>
                  <a:lnTo>
                    <a:pt x="9516521" y="4146989"/>
                  </a:lnTo>
                  <a:lnTo>
                    <a:pt x="9591427" y="4184964"/>
                  </a:lnTo>
                  <a:lnTo>
                    <a:pt x="9672076" y="4219600"/>
                  </a:lnTo>
                  <a:lnTo>
                    <a:pt x="9758105" y="4251116"/>
                  </a:lnTo>
                  <a:lnTo>
                    <a:pt x="9848660" y="4279638"/>
                  </a:lnTo>
                  <a:lnTo>
                    <a:pt x="9942288" y="4305206"/>
                  </a:lnTo>
                  <a:lnTo>
                    <a:pt x="10036885" y="4327795"/>
                  </a:lnTo>
                  <a:lnTo>
                    <a:pt x="10129736" y="4347346"/>
                  </a:lnTo>
                  <a:lnTo>
                    <a:pt x="10217683" y="4363802"/>
                  </a:lnTo>
                  <a:lnTo>
                    <a:pt x="10297442" y="4377156"/>
                  </a:lnTo>
                  <a:lnTo>
                    <a:pt x="10366033" y="4387497"/>
                  </a:lnTo>
                  <a:lnTo>
                    <a:pt x="10421257" y="4395032"/>
                  </a:lnTo>
                  <a:lnTo>
                    <a:pt x="10462094" y="4400097"/>
                  </a:lnTo>
                  <a:lnTo>
                    <a:pt x="10488929" y="4403132"/>
                  </a:lnTo>
                  <a:lnTo>
                    <a:pt x="10503579" y="4404649"/>
                  </a:lnTo>
                  <a:lnTo>
                    <a:pt x="10509160" y="4405179"/>
                  </a:lnTo>
                  <a:lnTo>
                    <a:pt x="10509911" y="4405246"/>
                  </a:lnTo>
                  <a:lnTo>
                    <a:pt x="11981298" y="440524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15" name="pl1615"/>
            <p:cNvSpPr/>
            <p:nvPr/>
          </p:nvSpPr>
          <p:spPr>
            <a:xfrm>
              <a:off x="4799595" y="2936520"/>
              <a:ext cx="11981298" cy="6334073"/>
            </a:xfrm>
            <a:custGeom>
              <a:avLst/>
              <a:pathLst>
                <a:path w="11981298" h="6334073">
                  <a:moveTo>
                    <a:pt x="11981298" y="4405246"/>
                  </a:moveTo>
                  <a:lnTo>
                    <a:pt x="10509911" y="4405246"/>
                  </a:lnTo>
                  <a:lnTo>
                    <a:pt x="10508993" y="4405164"/>
                  </a:lnTo>
                  <a:lnTo>
                    <a:pt x="10502932" y="4404585"/>
                  </a:lnTo>
                  <a:lnTo>
                    <a:pt x="10487560" y="4402985"/>
                  </a:lnTo>
                  <a:lnTo>
                    <a:pt x="10459842" y="4399830"/>
                  </a:lnTo>
                  <a:lnTo>
                    <a:pt x="10418052" y="4394615"/>
                  </a:lnTo>
                  <a:lnTo>
                    <a:pt x="10361899" y="4386904"/>
                  </a:lnTo>
                  <a:lnTo>
                    <a:pt x="10292493" y="4376369"/>
                  </a:lnTo>
                  <a:lnTo>
                    <a:pt x="10212096" y="4362812"/>
                  </a:lnTo>
                  <a:lnTo>
                    <a:pt x="10123723" y="4346151"/>
                  </a:lnTo>
                  <a:lnTo>
                    <a:pt x="10030663" y="4326397"/>
                  </a:lnTo>
                  <a:lnTo>
                    <a:pt x="9936052" y="4303609"/>
                  </a:lnTo>
                  <a:lnTo>
                    <a:pt x="9842570" y="4277846"/>
                  </a:lnTo>
                  <a:lnTo>
                    <a:pt x="9752276" y="4249129"/>
                  </a:lnTo>
                  <a:lnTo>
                    <a:pt x="9666581" y="4217412"/>
                  </a:lnTo>
                  <a:lnTo>
                    <a:pt x="9586305" y="4182563"/>
                  </a:lnTo>
                  <a:lnTo>
                    <a:pt x="9511780" y="4144358"/>
                  </a:lnTo>
                  <a:lnTo>
                    <a:pt x="9442968" y="4102475"/>
                  </a:lnTo>
                  <a:lnTo>
                    <a:pt x="9379568" y="4056505"/>
                  </a:lnTo>
                  <a:lnTo>
                    <a:pt x="9321109" y="4005956"/>
                  </a:lnTo>
                  <a:lnTo>
                    <a:pt x="9267019" y="3950275"/>
                  </a:lnTo>
                  <a:lnTo>
                    <a:pt x="9216677" y="3888881"/>
                  </a:lnTo>
                  <a:lnTo>
                    <a:pt x="9169453" y="3821211"/>
                  </a:lnTo>
                  <a:lnTo>
                    <a:pt x="9124742" y="3746810"/>
                  </a:lnTo>
                  <a:lnTo>
                    <a:pt x="9084767" y="3671038"/>
                  </a:lnTo>
                  <a:lnTo>
                    <a:pt x="9053535" y="3605580"/>
                  </a:lnTo>
                  <a:lnTo>
                    <a:pt x="9022986" y="3536133"/>
                  </a:lnTo>
                  <a:lnTo>
                    <a:pt x="8992967" y="3462616"/>
                  </a:lnTo>
                  <a:lnTo>
                    <a:pt x="8963347" y="3384991"/>
                  </a:lnTo>
                  <a:lnTo>
                    <a:pt x="8934018" y="3303269"/>
                  </a:lnTo>
                  <a:lnTo>
                    <a:pt x="8904890" y="3217511"/>
                  </a:lnTo>
                  <a:lnTo>
                    <a:pt x="8875893" y="3127833"/>
                  </a:lnTo>
                  <a:lnTo>
                    <a:pt x="8846967" y="3034409"/>
                  </a:lnTo>
                  <a:lnTo>
                    <a:pt x="8818071" y="2937470"/>
                  </a:lnTo>
                  <a:lnTo>
                    <a:pt x="8789172" y="2837308"/>
                  </a:lnTo>
                  <a:lnTo>
                    <a:pt x="8760250" y="2734267"/>
                  </a:lnTo>
                  <a:lnTo>
                    <a:pt x="8731295" y="2628749"/>
                  </a:lnTo>
                  <a:lnTo>
                    <a:pt x="8702303" y="2521198"/>
                  </a:lnTo>
                  <a:lnTo>
                    <a:pt x="8673278" y="2412100"/>
                  </a:lnTo>
                  <a:lnTo>
                    <a:pt x="8644229" y="2301973"/>
                  </a:lnTo>
                  <a:lnTo>
                    <a:pt x="8615168" y="2191353"/>
                  </a:lnTo>
                  <a:lnTo>
                    <a:pt x="8586108" y="2080790"/>
                  </a:lnTo>
                  <a:lnTo>
                    <a:pt x="8557063" y="1970829"/>
                  </a:lnTo>
                  <a:lnTo>
                    <a:pt x="8528044" y="1862005"/>
                  </a:lnTo>
                  <a:lnTo>
                    <a:pt x="8499059" y="1754830"/>
                  </a:lnTo>
                  <a:lnTo>
                    <a:pt x="8470111" y="1649781"/>
                  </a:lnTo>
                  <a:lnTo>
                    <a:pt x="8441195" y="1547296"/>
                  </a:lnTo>
                  <a:lnTo>
                    <a:pt x="8412299" y="1447763"/>
                  </a:lnTo>
                  <a:lnTo>
                    <a:pt x="8383400" y="1351519"/>
                  </a:lnTo>
                  <a:lnTo>
                    <a:pt x="8354463" y="1258840"/>
                  </a:lnTo>
                  <a:lnTo>
                    <a:pt x="8325444" y="1169948"/>
                  </a:lnTo>
                  <a:lnTo>
                    <a:pt x="8296282" y="1085005"/>
                  </a:lnTo>
                  <a:lnTo>
                    <a:pt x="8266902" y="1004114"/>
                  </a:lnTo>
                  <a:lnTo>
                    <a:pt x="8237210" y="927327"/>
                  </a:lnTo>
                  <a:lnTo>
                    <a:pt x="8207094" y="854643"/>
                  </a:lnTo>
                  <a:lnTo>
                    <a:pt x="8176420" y="786016"/>
                  </a:lnTo>
                  <a:lnTo>
                    <a:pt x="8151487" y="734207"/>
                  </a:lnTo>
                  <a:lnTo>
                    <a:pt x="8108627" y="653312"/>
                  </a:lnTo>
                  <a:lnTo>
                    <a:pt x="8063768" y="579365"/>
                  </a:lnTo>
                  <a:lnTo>
                    <a:pt x="8016357" y="512125"/>
                  </a:lnTo>
                  <a:lnTo>
                    <a:pt x="7965787" y="451125"/>
                  </a:lnTo>
                  <a:lnTo>
                    <a:pt x="7911427" y="395801"/>
                  </a:lnTo>
                  <a:lnTo>
                    <a:pt x="7852659" y="345571"/>
                  </a:lnTo>
                  <a:lnTo>
                    <a:pt x="7788915" y="299885"/>
                  </a:lnTo>
                  <a:lnTo>
                    <a:pt x="7719733" y="258256"/>
                  </a:lnTo>
                  <a:lnTo>
                    <a:pt x="7644826" y="220281"/>
                  </a:lnTo>
                  <a:lnTo>
                    <a:pt x="7564177" y="185645"/>
                  </a:lnTo>
                  <a:lnTo>
                    <a:pt x="7478148" y="154129"/>
                  </a:lnTo>
                  <a:lnTo>
                    <a:pt x="7387593" y="125607"/>
                  </a:lnTo>
                  <a:lnTo>
                    <a:pt x="7293966" y="100039"/>
                  </a:lnTo>
                  <a:lnTo>
                    <a:pt x="7199368" y="77450"/>
                  </a:lnTo>
                  <a:lnTo>
                    <a:pt x="7106517" y="57899"/>
                  </a:lnTo>
                  <a:lnTo>
                    <a:pt x="7018570" y="41443"/>
                  </a:lnTo>
                  <a:lnTo>
                    <a:pt x="6938812" y="28089"/>
                  </a:lnTo>
                  <a:lnTo>
                    <a:pt x="6870220" y="17748"/>
                  </a:lnTo>
                  <a:lnTo>
                    <a:pt x="6814996" y="10213"/>
                  </a:lnTo>
                  <a:lnTo>
                    <a:pt x="6774159" y="5148"/>
                  </a:lnTo>
                  <a:lnTo>
                    <a:pt x="6747325" y="2113"/>
                  </a:lnTo>
                  <a:lnTo>
                    <a:pt x="6732674" y="596"/>
                  </a:lnTo>
                  <a:lnTo>
                    <a:pt x="6727093" y="66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160" y="101"/>
                  </a:lnTo>
                  <a:lnTo>
                    <a:pt x="5248892" y="820"/>
                  </a:lnTo>
                  <a:lnTo>
                    <a:pt x="5235480" y="2806"/>
                  </a:lnTo>
                  <a:lnTo>
                    <a:pt x="5211176" y="6722"/>
                  </a:lnTo>
                  <a:lnTo>
                    <a:pt x="5174288" y="13208"/>
                  </a:lnTo>
                  <a:lnTo>
                    <a:pt x="5124297" y="22831"/>
                  </a:lnTo>
                  <a:lnTo>
                    <a:pt x="5061862" y="36034"/>
                  </a:lnTo>
                  <a:lnTo>
                    <a:pt x="4988669" y="53116"/>
                  </a:lnTo>
                  <a:lnTo>
                    <a:pt x="4907147" y="74226"/>
                  </a:lnTo>
                  <a:lnTo>
                    <a:pt x="4820095" y="99390"/>
                  </a:lnTo>
                  <a:lnTo>
                    <a:pt x="4730330" y="128553"/>
                  </a:lnTo>
                  <a:lnTo>
                    <a:pt x="4640392" y="161637"/>
                  </a:lnTo>
                  <a:lnTo>
                    <a:pt x="4552364" y="198581"/>
                  </a:lnTo>
                  <a:lnTo>
                    <a:pt x="4467796" y="239392"/>
                  </a:lnTo>
                  <a:lnTo>
                    <a:pt x="4387714" y="284162"/>
                  </a:lnTo>
                  <a:lnTo>
                    <a:pt x="4312682" y="333090"/>
                  </a:lnTo>
                  <a:lnTo>
                    <a:pt x="4242891" y="386488"/>
                  </a:lnTo>
                  <a:lnTo>
                    <a:pt x="4178249" y="444781"/>
                  </a:lnTo>
                  <a:lnTo>
                    <a:pt x="4118466" y="508496"/>
                  </a:lnTo>
                  <a:lnTo>
                    <a:pt x="4063118" y="578257"/>
                  </a:lnTo>
                  <a:lnTo>
                    <a:pt x="4011706" y="654755"/>
                  </a:lnTo>
                  <a:lnTo>
                    <a:pt x="3963692" y="738715"/>
                  </a:lnTo>
                  <a:lnTo>
                    <a:pt x="3918530" y="830838"/>
                  </a:lnTo>
                  <a:lnTo>
                    <a:pt x="3875697" y="931706"/>
                  </a:lnTo>
                  <a:lnTo>
                    <a:pt x="3834709" y="1041638"/>
                  </a:lnTo>
                  <a:lnTo>
                    <a:pt x="3829811" y="1055678"/>
                  </a:lnTo>
                  <a:lnTo>
                    <a:pt x="3803398" y="1134754"/>
                  </a:lnTo>
                  <a:lnTo>
                    <a:pt x="3777490" y="1217900"/>
                  </a:lnTo>
                  <a:lnTo>
                    <a:pt x="3751991" y="1305196"/>
                  </a:lnTo>
                  <a:lnTo>
                    <a:pt x="3726818" y="1396690"/>
                  </a:lnTo>
                  <a:lnTo>
                    <a:pt x="3701898" y="1492394"/>
                  </a:lnTo>
                  <a:lnTo>
                    <a:pt x="3677169" y="1592289"/>
                  </a:lnTo>
                  <a:lnTo>
                    <a:pt x="3652581" y="1696315"/>
                  </a:lnTo>
                  <a:lnTo>
                    <a:pt x="3628089" y="1804372"/>
                  </a:lnTo>
                  <a:lnTo>
                    <a:pt x="3603657" y="1916317"/>
                  </a:lnTo>
                  <a:lnTo>
                    <a:pt x="3579257" y="2031968"/>
                  </a:lnTo>
                  <a:lnTo>
                    <a:pt x="3554867" y="2151097"/>
                  </a:lnTo>
                  <a:lnTo>
                    <a:pt x="3530470" y="2273435"/>
                  </a:lnTo>
                  <a:lnTo>
                    <a:pt x="3506055" y="2398672"/>
                  </a:lnTo>
                  <a:lnTo>
                    <a:pt x="3481616" y="2526461"/>
                  </a:lnTo>
                  <a:lnTo>
                    <a:pt x="3457151" y="2656420"/>
                  </a:lnTo>
                  <a:lnTo>
                    <a:pt x="3432660" y="2788137"/>
                  </a:lnTo>
                  <a:lnTo>
                    <a:pt x="3408150" y="2921174"/>
                  </a:lnTo>
                  <a:lnTo>
                    <a:pt x="3383624" y="3055075"/>
                  </a:lnTo>
                  <a:lnTo>
                    <a:pt x="3359092" y="3189372"/>
                  </a:lnTo>
                  <a:lnTo>
                    <a:pt x="3334561" y="3323590"/>
                  </a:lnTo>
                  <a:lnTo>
                    <a:pt x="3310040" y="3457256"/>
                  </a:lnTo>
                  <a:lnTo>
                    <a:pt x="3285536" y="3589904"/>
                  </a:lnTo>
                  <a:lnTo>
                    <a:pt x="3261053" y="3721083"/>
                  </a:lnTo>
                  <a:lnTo>
                    <a:pt x="3236597" y="3850365"/>
                  </a:lnTo>
                  <a:lnTo>
                    <a:pt x="3212166" y="3977346"/>
                  </a:lnTo>
                  <a:lnTo>
                    <a:pt x="3187758" y="4101656"/>
                  </a:lnTo>
                  <a:lnTo>
                    <a:pt x="3163365" y="4222959"/>
                  </a:lnTo>
                  <a:lnTo>
                    <a:pt x="3138973" y="4340959"/>
                  </a:lnTo>
                  <a:lnTo>
                    <a:pt x="3114566" y="4455401"/>
                  </a:lnTo>
                  <a:lnTo>
                    <a:pt x="3090117" y="4566072"/>
                  </a:lnTo>
                  <a:lnTo>
                    <a:pt x="3065598" y="4672802"/>
                  </a:lnTo>
                  <a:lnTo>
                    <a:pt x="3040968" y="4775463"/>
                  </a:lnTo>
                  <a:lnTo>
                    <a:pt x="3016182" y="4873969"/>
                  </a:lnTo>
                  <a:lnTo>
                    <a:pt x="2991185" y="4968274"/>
                  </a:lnTo>
                  <a:lnTo>
                    <a:pt x="2965912" y="5058369"/>
                  </a:lnTo>
                  <a:lnTo>
                    <a:pt x="2940287" y="5144278"/>
                  </a:lnTo>
                  <a:lnTo>
                    <a:pt x="2914222" y="5226061"/>
                  </a:lnTo>
                  <a:lnTo>
                    <a:pt x="2896531" y="5278394"/>
                  </a:lnTo>
                  <a:lnTo>
                    <a:pt x="2855739" y="5389435"/>
                  </a:lnTo>
                  <a:lnTo>
                    <a:pt x="2813155" y="5491399"/>
                  </a:lnTo>
                  <a:lnTo>
                    <a:pt x="2768306" y="5584562"/>
                  </a:lnTo>
                  <a:lnTo>
                    <a:pt x="2720669" y="5669483"/>
                  </a:lnTo>
                  <a:lnTo>
                    <a:pt x="2669701" y="5746853"/>
                  </a:lnTo>
                  <a:lnTo>
                    <a:pt x="2614861" y="5817398"/>
                  </a:lnTo>
                  <a:lnTo>
                    <a:pt x="2555644" y="5881816"/>
                  </a:lnTo>
                  <a:lnTo>
                    <a:pt x="2491614" y="5940740"/>
                  </a:lnTo>
                  <a:lnTo>
                    <a:pt x="2422461" y="5994711"/>
                  </a:lnTo>
                  <a:lnTo>
                    <a:pt x="2348065" y="6044166"/>
                  </a:lnTo>
                  <a:lnTo>
                    <a:pt x="2268578" y="6089430"/>
                  </a:lnTo>
                  <a:lnTo>
                    <a:pt x="2184513" y="6130717"/>
                  </a:lnTo>
                  <a:lnTo>
                    <a:pt x="2096835" y="6168132"/>
                  </a:lnTo>
                  <a:lnTo>
                    <a:pt x="2007029" y="6201689"/>
                  </a:lnTo>
                  <a:lnTo>
                    <a:pt x="1917115" y="6231336"/>
                  </a:lnTo>
                  <a:lnTo>
                    <a:pt x="1829584" y="6256992"/>
                  </a:lnTo>
                  <a:lnTo>
                    <a:pt x="1747233" y="6278597"/>
                  </a:lnTo>
                  <a:lnTo>
                    <a:pt x="1672882" y="6296166"/>
                  </a:lnTo>
                  <a:lnTo>
                    <a:pt x="1609025" y="6309830"/>
                  </a:lnTo>
                  <a:lnTo>
                    <a:pt x="1557457" y="6319868"/>
                  </a:lnTo>
                  <a:lnTo>
                    <a:pt x="1518973" y="6326709"/>
                  </a:lnTo>
                  <a:lnTo>
                    <a:pt x="1493201" y="6330906"/>
                  </a:lnTo>
                  <a:lnTo>
                    <a:pt x="1478587" y="6333092"/>
                  </a:lnTo>
                  <a:lnTo>
                    <a:pt x="1472504" y="6333930"/>
                  </a:lnTo>
                  <a:lnTo>
                    <a:pt x="1471389" y="6334073"/>
                  </a:lnTo>
                  <a:lnTo>
                    <a:pt x="1471387" y="6334073"/>
                  </a:lnTo>
                  <a:lnTo>
                    <a:pt x="0" y="633407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16" name="pg1616"/>
            <p:cNvSpPr/>
            <p:nvPr/>
          </p:nvSpPr>
          <p:spPr>
            <a:xfrm>
              <a:off x="4799595" y="2666811"/>
              <a:ext cx="11981298" cy="6840799"/>
            </a:xfrm>
            <a:custGeom>
              <a:avLst/>
              <a:pathLst>
                <a:path w="11981298" h="6840799">
                  <a:moveTo>
                    <a:pt x="0" y="6840799"/>
                  </a:moveTo>
                  <a:lnTo>
                    <a:pt x="1471387" y="6840799"/>
                  </a:lnTo>
                  <a:lnTo>
                    <a:pt x="1472606" y="6840768"/>
                  </a:lnTo>
                  <a:lnTo>
                    <a:pt x="1480607" y="6840550"/>
                  </a:lnTo>
                  <a:lnTo>
                    <a:pt x="1500733" y="6839945"/>
                  </a:lnTo>
                  <a:lnTo>
                    <a:pt x="1536611" y="6838755"/>
                  </a:lnTo>
                  <a:lnTo>
                    <a:pt x="1589873" y="6836797"/>
                  </a:lnTo>
                  <a:lnTo>
                    <a:pt x="1660041" y="6833924"/>
                  </a:lnTo>
                  <a:lnTo>
                    <a:pt x="1744731" y="6830040"/>
                  </a:lnTo>
                  <a:lnTo>
                    <a:pt x="1840212" y="6825100"/>
                  </a:lnTo>
                  <a:lnTo>
                    <a:pt x="1942140" y="6819101"/>
                  </a:lnTo>
                  <a:lnTo>
                    <a:pt x="2046282" y="6812062"/>
                  </a:lnTo>
                  <a:lnTo>
                    <a:pt x="2149037" y="6804006"/>
                  </a:lnTo>
                  <a:lnTo>
                    <a:pt x="2247711" y="6794939"/>
                  </a:lnTo>
                  <a:lnTo>
                    <a:pt x="2340552" y="6784839"/>
                  </a:lnTo>
                  <a:lnTo>
                    <a:pt x="2426650" y="6773646"/>
                  </a:lnTo>
                  <a:lnTo>
                    <a:pt x="2505755" y="6761264"/>
                  </a:lnTo>
                  <a:lnTo>
                    <a:pt x="2578095" y="6747555"/>
                  </a:lnTo>
                  <a:lnTo>
                    <a:pt x="2644209" y="6732348"/>
                  </a:lnTo>
                  <a:lnTo>
                    <a:pt x="2704824" y="6715440"/>
                  </a:lnTo>
                  <a:lnTo>
                    <a:pt x="2760758" y="6696615"/>
                  </a:lnTo>
                  <a:lnTo>
                    <a:pt x="2812851" y="6675659"/>
                  </a:lnTo>
                  <a:lnTo>
                    <a:pt x="2861911" y="6652401"/>
                  </a:lnTo>
                  <a:lnTo>
                    <a:pt x="2896531" y="6633750"/>
                  </a:lnTo>
                  <a:lnTo>
                    <a:pt x="2945295" y="6604237"/>
                  </a:lnTo>
                  <a:lnTo>
                    <a:pt x="2992589" y="6571914"/>
                  </a:lnTo>
                  <a:lnTo>
                    <a:pt x="3038932" y="6536733"/>
                  </a:lnTo>
                  <a:lnTo>
                    <a:pt x="3084713" y="6498730"/>
                  </a:lnTo>
                  <a:lnTo>
                    <a:pt x="3130213" y="6458033"/>
                  </a:lnTo>
                  <a:lnTo>
                    <a:pt x="3175625" y="6414867"/>
                  </a:lnTo>
                  <a:lnTo>
                    <a:pt x="3221065" y="6369559"/>
                  </a:lnTo>
                  <a:lnTo>
                    <a:pt x="3266585" y="6322530"/>
                  </a:lnTo>
                  <a:lnTo>
                    <a:pt x="3312191" y="6274278"/>
                  </a:lnTo>
                  <a:lnTo>
                    <a:pt x="3357851" y="6225365"/>
                  </a:lnTo>
                  <a:lnTo>
                    <a:pt x="3403518" y="6176381"/>
                  </a:lnTo>
                  <a:lnTo>
                    <a:pt x="3449140" y="6127923"/>
                  </a:lnTo>
                  <a:lnTo>
                    <a:pt x="3494681" y="6080562"/>
                  </a:lnTo>
                  <a:lnTo>
                    <a:pt x="3540137" y="6034813"/>
                  </a:lnTo>
                  <a:lnTo>
                    <a:pt x="3585548" y="5991115"/>
                  </a:lnTo>
                  <a:lnTo>
                    <a:pt x="3631013" y="5949819"/>
                  </a:lnTo>
                  <a:lnTo>
                    <a:pt x="3676707" y="5911173"/>
                  </a:lnTo>
                  <a:lnTo>
                    <a:pt x="3722889" y="5875328"/>
                  </a:lnTo>
                  <a:lnTo>
                    <a:pt x="3769920" y="5842341"/>
                  </a:lnTo>
                  <a:lnTo>
                    <a:pt x="3818287" y="5812182"/>
                  </a:lnTo>
                  <a:lnTo>
                    <a:pt x="3829811" y="5805553"/>
                  </a:lnTo>
                  <a:lnTo>
                    <a:pt x="3877107" y="5780543"/>
                  </a:lnTo>
                  <a:lnTo>
                    <a:pt x="3926891" y="5757904"/>
                  </a:lnTo>
                  <a:lnTo>
                    <a:pt x="3979916" y="5737528"/>
                  </a:lnTo>
                  <a:lnTo>
                    <a:pt x="4037002" y="5719230"/>
                  </a:lnTo>
                  <a:lnTo>
                    <a:pt x="4098989" y="5702791"/>
                  </a:lnTo>
                  <a:lnTo>
                    <a:pt x="4166678" y="5687997"/>
                  </a:lnTo>
                  <a:lnTo>
                    <a:pt x="4240758" y="5674653"/>
                  </a:lnTo>
                  <a:lnTo>
                    <a:pt x="4321700" y="5662596"/>
                  </a:lnTo>
                  <a:lnTo>
                    <a:pt x="4409623" y="5651700"/>
                  </a:lnTo>
                  <a:lnTo>
                    <a:pt x="4504121" y="5641876"/>
                  </a:lnTo>
                  <a:lnTo>
                    <a:pt x="4604077" y="5633076"/>
                  </a:lnTo>
                  <a:lnTo>
                    <a:pt x="4707499" y="5625286"/>
                  </a:lnTo>
                  <a:lnTo>
                    <a:pt x="4811440" y="5618519"/>
                  </a:lnTo>
                  <a:lnTo>
                    <a:pt x="4912095" y="5612797"/>
                  </a:lnTo>
                  <a:lnTo>
                    <a:pt x="5005143" y="5608137"/>
                  </a:lnTo>
                  <a:lnTo>
                    <a:pt x="5086326" y="5604526"/>
                  </a:lnTo>
                  <a:lnTo>
                    <a:pt x="5152200" y="5601906"/>
                  </a:lnTo>
                  <a:lnTo>
                    <a:pt x="5200842" y="5600167"/>
                  </a:lnTo>
                  <a:lnTo>
                    <a:pt x="5232326" y="5599149"/>
                  </a:lnTo>
                  <a:lnTo>
                    <a:pt x="5248830" y="5598666"/>
                  </a:lnTo>
                  <a:lnTo>
                    <a:pt x="5254461" y="5598516"/>
                  </a:lnTo>
                  <a:lnTo>
                    <a:pt x="5254955" y="5598503"/>
                  </a:lnTo>
                  <a:lnTo>
                    <a:pt x="6726343" y="5598503"/>
                  </a:lnTo>
                  <a:lnTo>
                    <a:pt x="6727185" y="5598409"/>
                  </a:lnTo>
                  <a:lnTo>
                    <a:pt x="6732760" y="5597735"/>
                  </a:lnTo>
                  <a:lnTo>
                    <a:pt x="6746933" y="5595875"/>
                  </a:lnTo>
                  <a:lnTo>
                    <a:pt x="6772565" y="5592207"/>
                  </a:lnTo>
                  <a:lnTo>
                    <a:pt x="6811368" y="5586137"/>
                  </a:lnTo>
                  <a:lnTo>
                    <a:pt x="6863778" y="5577143"/>
                  </a:lnTo>
                  <a:lnTo>
                    <a:pt x="6928969" y="5564823"/>
                  </a:lnTo>
                  <a:lnTo>
                    <a:pt x="7005032" y="5548917"/>
                  </a:lnTo>
                  <a:lnTo>
                    <a:pt x="7089312" y="5529303"/>
                  </a:lnTo>
                  <a:lnTo>
                    <a:pt x="7178813" y="5505975"/>
                  </a:lnTo>
                  <a:lnTo>
                    <a:pt x="7270584" y="5478989"/>
                  </a:lnTo>
                  <a:lnTo>
                    <a:pt x="7362021" y="5448420"/>
                  </a:lnTo>
                  <a:lnTo>
                    <a:pt x="7451040" y="5414313"/>
                  </a:lnTo>
                  <a:lnTo>
                    <a:pt x="7536138" y="5376643"/>
                  </a:lnTo>
                  <a:lnTo>
                    <a:pt x="7616367" y="5335300"/>
                  </a:lnTo>
                  <a:lnTo>
                    <a:pt x="7691250" y="5290065"/>
                  </a:lnTo>
                  <a:lnTo>
                    <a:pt x="7760687" y="5240615"/>
                  </a:lnTo>
                  <a:lnTo>
                    <a:pt x="7824852" y="5186520"/>
                  </a:lnTo>
                  <a:lnTo>
                    <a:pt x="7884109" y="5127253"/>
                  </a:lnTo>
                  <a:lnTo>
                    <a:pt x="7938941" y="5062206"/>
                  </a:lnTo>
                  <a:lnTo>
                    <a:pt x="7989899" y="4990712"/>
                  </a:lnTo>
                  <a:lnTo>
                    <a:pt x="8037560" y="4912097"/>
                  </a:lnTo>
                  <a:lnTo>
                    <a:pt x="8082495" y="4825738"/>
                  </a:lnTo>
                  <a:lnTo>
                    <a:pt x="8125244" y="4731181"/>
                  </a:lnTo>
                  <a:lnTo>
                    <a:pt x="8151487" y="4666782"/>
                  </a:lnTo>
                  <a:lnTo>
                    <a:pt x="8179492" y="4592622"/>
                  </a:lnTo>
                  <a:lnTo>
                    <a:pt x="8206936" y="4514412"/>
                  </a:lnTo>
                  <a:lnTo>
                    <a:pt x="8233932" y="4432073"/>
                  </a:lnTo>
                  <a:lnTo>
                    <a:pt x="8260577" y="4345559"/>
                  </a:lnTo>
                  <a:lnTo>
                    <a:pt x="8286954" y="4254864"/>
                  </a:lnTo>
                  <a:lnTo>
                    <a:pt x="8313135" y="4160020"/>
                  </a:lnTo>
                  <a:lnTo>
                    <a:pt x="8339177" y="4061104"/>
                  </a:lnTo>
                  <a:lnTo>
                    <a:pt x="8365128" y="3958239"/>
                  </a:lnTo>
                  <a:lnTo>
                    <a:pt x="8391029" y="3851595"/>
                  </a:lnTo>
                  <a:lnTo>
                    <a:pt x="8416908" y="3741389"/>
                  </a:lnTo>
                  <a:lnTo>
                    <a:pt x="8442788" y="3627886"/>
                  </a:lnTo>
                  <a:lnTo>
                    <a:pt x="8468685" y="3511397"/>
                  </a:lnTo>
                  <a:lnTo>
                    <a:pt x="8494607" y="3392278"/>
                  </a:lnTo>
                  <a:lnTo>
                    <a:pt x="8520558" y="3270921"/>
                  </a:lnTo>
                  <a:lnTo>
                    <a:pt x="8546538" y="3147757"/>
                  </a:lnTo>
                  <a:lnTo>
                    <a:pt x="8572542" y="3023244"/>
                  </a:lnTo>
                  <a:lnTo>
                    <a:pt x="8598563" y="2897860"/>
                  </a:lnTo>
                  <a:lnTo>
                    <a:pt x="8624590" y="2772100"/>
                  </a:lnTo>
                  <a:lnTo>
                    <a:pt x="8650615" y="2646465"/>
                  </a:lnTo>
                  <a:lnTo>
                    <a:pt x="8676629" y="2521453"/>
                  </a:lnTo>
                  <a:lnTo>
                    <a:pt x="8702621" y="2397551"/>
                  </a:lnTo>
                  <a:lnTo>
                    <a:pt x="8728588" y="2275229"/>
                  </a:lnTo>
                  <a:lnTo>
                    <a:pt x="8754524" y="2154932"/>
                  </a:lnTo>
                  <a:lnTo>
                    <a:pt x="8780433" y="2037072"/>
                  </a:lnTo>
                  <a:lnTo>
                    <a:pt x="8806320" y="1922024"/>
                  </a:lnTo>
                  <a:lnTo>
                    <a:pt x="8832197" y="1810123"/>
                  </a:lnTo>
                  <a:lnTo>
                    <a:pt x="8858084" y="1701655"/>
                  </a:lnTo>
                  <a:lnTo>
                    <a:pt x="8884005" y="1596864"/>
                  </a:lnTo>
                  <a:lnTo>
                    <a:pt x="8909996" y="1495942"/>
                  </a:lnTo>
                  <a:lnTo>
                    <a:pt x="8936100" y="1399037"/>
                  </a:lnTo>
                  <a:lnTo>
                    <a:pt x="8962371" y="1306246"/>
                  </a:lnTo>
                  <a:lnTo>
                    <a:pt x="8988872" y="1217626"/>
                  </a:lnTo>
                  <a:lnTo>
                    <a:pt x="9015680" y="1133189"/>
                  </a:lnTo>
                  <a:lnTo>
                    <a:pt x="9042884" y="1052908"/>
                  </a:lnTo>
                  <a:lnTo>
                    <a:pt x="9070592" y="976722"/>
                  </a:lnTo>
                  <a:lnTo>
                    <a:pt x="9084767" y="939894"/>
                  </a:lnTo>
                  <a:lnTo>
                    <a:pt x="9126381" y="840036"/>
                  </a:lnTo>
                  <a:lnTo>
                    <a:pt x="9169869" y="748506"/>
                  </a:lnTo>
                  <a:lnTo>
                    <a:pt x="9215733" y="665036"/>
                  </a:lnTo>
                  <a:lnTo>
                    <a:pt x="9264529" y="589095"/>
                  </a:lnTo>
                  <a:lnTo>
                    <a:pt x="9316835" y="520032"/>
                  </a:lnTo>
                  <a:lnTo>
                    <a:pt x="9373220" y="457168"/>
                  </a:lnTo>
                  <a:lnTo>
                    <a:pt x="9434216" y="399854"/>
                  </a:lnTo>
                  <a:lnTo>
                    <a:pt x="9500270" y="347510"/>
                  </a:lnTo>
                  <a:lnTo>
                    <a:pt x="9571686" y="299642"/>
                  </a:lnTo>
                  <a:lnTo>
                    <a:pt x="9648548" y="255858"/>
                  </a:lnTo>
                  <a:lnTo>
                    <a:pt x="9730631" y="215874"/>
                  </a:lnTo>
                  <a:lnTo>
                    <a:pt x="9817297" y="179512"/>
                  </a:lnTo>
                  <a:lnTo>
                    <a:pt x="9907403" y="146694"/>
                  </a:lnTo>
                  <a:lnTo>
                    <a:pt x="9999233" y="117425"/>
                  </a:lnTo>
                  <a:lnTo>
                    <a:pt x="10090501" y="91764"/>
                  </a:lnTo>
                  <a:lnTo>
                    <a:pt x="10178449" y="69786"/>
                  </a:lnTo>
                  <a:lnTo>
                    <a:pt x="10260070" y="51531"/>
                  </a:lnTo>
                  <a:lnTo>
                    <a:pt x="10332444" y="36954"/>
                  </a:lnTo>
                  <a:lnTo>
                    <a:pt x="10393143" y="25885"/>
                  </a:lnTo>
                  <a:lnTo>
                    <a:pt x="10440621" y="18011"/>
                  </a:lnTo>
                  <a:lnTo>
                    <a:pt x="10474500" y="12882"/>
                  </a:lnTo>
                  <a:lnTo>
                    <a:pt x="10495690" y="9945"/>
                  </a:lnTo>
                  <a:lnTo>
                    <a:pt x="10506339" y="8590"/>
                  </a:lnTo>
                  <a:lnTo>
                    <a:pt x="10509691" y="8197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9068" y="94"/>
                  </a:lnTo>
                  <a:lnTo>
                    <a:pt x="10503493" y="768"/>
                  </a:lnTo>
                  <a:lnTo>
                    <a:pt x="10489321" y="2628"/>
                  </a:lnTo>
                  <a:lnTo>
                    <a:pt x="10463688" y="6295"/>
                  </a:lnTo>
                  <a:lnTo>
                    <a:pt x="10424885" y="12366"/>
                  </a:lnTo>
                  <a:lnTo>
                    <a:pt x="10372475" y="21360"/>
                  </a:lnTo>
                  <a:lnTo>
                    <a:pt x="10307285" y="33680"/>
                  </a:lnTo>
                  <a:lnTo>
                    <a:pt x="10231221" y="49586"/>
                  </a:lnTo>
                  <a:lnTo>
                    <a:pt x="10146941" y="69200"/>
                  </a:lnTo>
                  <a:lnTo>
                    <a:pt x="10057440" y="92528"/>
                  </a:lnTo>
                  <a:lnTo>
                    <a:pt x="9965669" y="119514"/>
                  </a:lnTo>
                  <a:lnTo>
                    <a:pt x="9874232" y="150083"/>
                  </a:lnTo>
                  <a:lnTo>
                    <a:pt x="9785213" y="184190"/>
                  </a:lnTo>
                  <a:lnTo>
                    <a:pt x="9700115" y="221859"/>
                  </a:lnTo>
                  <a:lnTo>
                    <a:pt x="9619886" y="263203"/>
                  </a:lnTo>
                  <a:lnTo>
                    <a:pt x="9545003" y="308438"/>
                  </a:lnTo>
                  <a:lnTo>
                    <a:pt x="9475566" y="357888"/>
                  </a:lnTo>
                  <a:lnTo>
                    <a:pt x="9411402" y="411983"/>
                  </a:lnTo>
                  <a:lnTo>
                    <a:pt x="9352145" y="471250"/>
                  </a:lnTo>
                  <a:lnTo>
                    <a:pt x="9297312" y="536297"/>
                  </a:lnTo>
                  <a:lnTo>
                    <a:pt x="9246354" y="607790"/>
                  </a:lnTo>
                  <a:lnTo>
                    <a:pt x="9198693" y="686406"/>
                  </a:lnTo>
                  <a:lnTo>
                    <a:pt x="9153758" y="772765"/>
                  </a:lnTo>
                  <a:lnTo>
                    <a:pt x="9111009" y="867321"/>
                  </a:lnTo>
                  <a:lnTo>
                    <a:pt x="9084767" y="931721"/>
                  </a:lnTo>
                  <a:lnTo>
                    <a:pt x="9056761" y="1005881"/>
                  </a:lnTo>
                  <a:lnTo>
                    <a:pt x="9029317" y="1084091"/>
                  </a:lnTo>
                  <a:lnTo>
                    <a:pt x="9002322" y="1166430"/>
                  </a:lnTo>
                  <a:lnTo>
                    <a:pt x="8975676" y="1252944"/>
                  </a:lnTo>
                  <a:lnTo>
                    <a:pt x="8949299" y="1343639"/>
                  </a:lnTo>
                  <a:lnTo>
                    <a:pt x="8923118" y="1438483"/>
                  </a:lnTo>
                  <a:lnTo>
                    <a:pt x="8897076" y="1537399"/>
                  </a:lnTo>
                  <a:lnTo>
                    <a:pt x="8871125" y="1640264"/>
                  </a:lnTo>
                  <a:lnTo>
                    <a:pt x="8845225" y="1746908"/>
                  </a:lnTo>
                  <a:lnTo>
                    <a:pt x="8819346" y="1857114"/>
                  </a:lnTo>
                  <a:lnTo>
                    <a:pt x="8793465" y="1970617"/>
                  </a:lnTo>
                  <a:lnTo>
                    <a:pt x="8767569" y="2087106"/>
                  </a:lnTo>
                  <a:lnTo>
                    <a:pt x="8741646" y="2206225"/>
                  </a:lnTo>
                  <a:lnTo>
                    <a:pt x="8715695" y="2327582"/>
                  </a:lnTo>
                  <a:lnTo>
                    <a:pt x="8689715" y="2450746"/>
                  </a:lnTo>
                  <a:lnTo>
                    <a:pt x="8663711" y="2575259"/>
                  </a:lnTo>
                  <a:lnTo>
                    <a:pt x="8637691" y="2700643"/>
                  </a:lnTo>
                  <a:lnTo>
                    <a:pt x="8611663" y="2826402"/>
                  </a:lnTo>
                  <a:lnTo>
                    <a:pt x="8585638" y="2952038"/>
                  </a:lnTo>
                  <a:lnTo>
                    <a:pt x="8559625" y="3077050"/>
                  </a:lnTo>
                  <a:lnTo>
                    <a:pt x="8533632" y="3200952"/>
                  </a:lnTo>
                  <a:lnTo>
                    <a:pt x="8507666" y="3323274"/>
                  </a:lnTo>
                  <a:lnTo>
                    <a:pt x="8481729" y="3443571"/>
                  </a:lnTo>
                  <a:lnTo>
                    <a:pt x="8455820" y="3561431"/>
                  </a:lnTo>
                  <a:lnTo>
                    <a:pt x="8429933" y="3676478"/>
                  </a:lnTo>
                  <a:lnTo>
                    <a:pt x="8404056" y="3788380"/>
                  </a:lnTo>
                  <a:lnTo>
                    <a:pt x="8378170" y="3896847"/>
                  </a:lnTo>
                  <a:lnTo>
                    <a:pt x="8352248" y="4001639"/>
                  </a:lnTo>
                  <a:lnTo>
                    <a:pt x="8326257" y="4102560"/>
                  </a:lnTo>
                  <a:lnTo>
                    <a:pt x="8300153" y="4199466"/>
                  </a:lnTo>
                  <a:lnTo>
                    <a:pt x="8273883" y="4292257"/>
                  </a:lnTo>
                  <a:lnTo>
                    <a:pt x="8247382" y="4380877"/>
                  </a:lnTo>
                  <a:lnTo>
                    <a:pt x="8220574" y="4465314"/>
                  </a:lnTo>
                  <a:lnTo>
                    <a:pt x="8193369" y="4545594"/>
                  </a:lnTo>
                  <a:lnTo>
                    <a:pt x="8165661" y="4621781"/>
                  </a:lnTo>
                  <a:lnTo>
                    <a:pt x="8151487" y="4658609"/>
                  </a:lnTo>
                  <a:lnTo>
                    <a:pt x="8109872" y="4758467"/>
                  </a:lnTo>
                  <a:lnTo>
                    <a:pt x="8066385" y="4849997"/>
                  </a:lnTo>
                  <a:lnTo>
                    <a:pt x="8020520" y="4933467"/>
                  </a:lnTo>
                  <a:lnTo>
                    <a:pt x="7971724" y="5009408"/>
                  </a:lnTo>
                  <a:lnTo>
                    <a:pt x="7919419" y="5078471"/>
                  </a:lnTo>
                  <a:lnTo>
                    <a:pt x="7863033" y="5141335"/>
                  </a:lnTo>
                  <a:lnTo>
                    <a:pt x="7802037" y="5198648"/>
                  </a:lnTo>
                  <a:lnTo>
                    <a:pt x="7735983" y="5250993"/>
                  </a:lnTo>
                  <a:lnTo>
                    <a:pt x="7664567" y="5298861"/>
                  </a:lnTo>
                  <a:lnTo>
                    <a:pt x="7587705" y="5342645"/>
                  </a:lnTo>
                  <a:lnTo>
                    <a:pt x="7505622" y="5382629"/>
                  </a:lnTo>
                  <a:lnTo>
                    <a:pt x="7418956" y="5418991"/>
                  </a:lnTo>
                  <a:lnTo>
                    <a:pt x="7328850" y="5451809"/>
                  </a:lnTo>
                  <a:lnTo>
                    <a:pt x="7237020" y="5481078"/>
                  </a:lnTo>
                  <a:lnTo>
                    <a:pt x="7145752" y="5506739"/>
                  </a:lnTo>
                  <a:lnTo>
                    <a:pt x="7057804" y="5528717"/>
                  </a:lnTo>
                  <a:lnTo>
                    <a:pt x="6976183" y="5546972"/>
                  </a:lnTo>
                  <a:lnTo>
                    <a:pt x="6903809" y="5561549"/>
                  </a:lnTo>
                  <a:lnTo>
                    <a:pt x="6843110" y="5572618"/>
                  </a:lnTo>
                  <a:lnTo>
                    <a:pt x="6795632" y="5580492"/>
                  </a:lnTo>
                  <a:lnTo>
                    <a:pt x="6761753" y="5585620"/>
                  </a:lnTo>
                  <a:lnTo>
                    <a:pt x="6740563" y="5588557"/>
                  </a:lnTo>
                  <a:lnTo>
                    <a:pt x="6729914" y="5589913"/>
                  </a:lnTo>
                  <a:lnTo>
                    <a:pt x="6726563" y="5590306"/>
                  </a:lnTo>
                  <a:lnTo>
                    <a:pt x="6726343" y="5590330"/>
                  </a:lnTo>
                  <a:lnTo>
                    <a:pt x="5254955" y="5590330"/>
                  </a:lnTo>
                  <a:lnTo>
                    <a:pt x="5253736" y="5590361"/>
                  </a:lnTo>
                  <a:lnTo>
                    <a:pt x="5245735" y="5590580"/>
                  </a:lnTo>
                  <a:lnTo>
                    <a:pt x="5225609" y="5591185"/>
                  </a:lnTo>
                  <a:lnTo>
                    <a:pt x="5189731" y="5592375"/>
                  </a:lnTo>
                  <a:lnTo>
                    <a:pt x="5136469" y="5594333"/>
                  </a:lnTo>
                  <a:lnTo>
                    <a:pt x="5066301" y="5597205"/>
                  </a:lnTo>
                  <a:lnTo>
                    <a:pt x="4981611" y="5601089"/>
                  </a:lnTo>
                  <a:lnTo>
                    <a:pt x="4886130" y="5606029"/>
                  </a:lnTo>
                  <a:lnTo>
                    <a:pt x="4784202" y="5612028"/>
                  </a:lnTo>
                  <a:lnTo>
                    <a:pt x="4680061" y="5619067"/>
                  </a:lnTo>
                  <a:lnTo>
                    <a:pt x="4577305" y="5627123"/>
                  </a:lnTo>
                  <a:lnTo>
                    <a:pt x="4478631" y="5636191"/>
                  </a:lnTo>
                  <a:lnTo>
                    <a:pt x="4385790" y="5646291"/>
                  </a:lnTo>
                  <a:lnTo>
                    <a:pt x="4299692" y="5657483"/>
                  </a:lnTo>
                  <a:lnTo>
                    <a:pt x="4220587" y="5669865"/>
                  </a:lnTo>
                  <a:lnTo>
                    <a:pt x="4148248" y="5683574"/>
                  </a:lnTo>
                  <a:lnTo>
                    <a:pt x="4082133" y="5698782"/>
                  </a:lnTo>
                  <a:lnTo>
                    <a:pt x="4021518" y="5715689"/>
                  </a:lnTo>
                  <a:lnTo>
                    <a:pt x="3965584" y="5734514"/>
                  </a:lnTo>
                  <a:lnTo>
                    <a:pt x="3913491" y="5755470"/>
                  </a:lnTo>
                  <a:lnTo>
                    <a:pt x="3864431" y="5778728"/>
                  </a:lnTo>
                  <a:lnTo>
                    <a:pt x="3829811" y="5797380"/>
                  </a:lnTo>
                  <a:lnTo>
                    <a:pt x="3781047" y="5826892"/>
                  </a:lnTo>
                  <a:lnTo>
                    <a:pt x="3733753" y="5859215"/>
                  </a:lnTo>
                  <a:lnTo>
                    <a:pt x="3687410" y="5894396"/>
                  </a:lnTo>
                  <a:lnTo>
                    <a:pt x="3641629" y="5932399"/>
                  </a:lnTo>
                  <a:lnTo>
                    <a:pt x="3596129" y="5973097"/>
                  </a:lnTo>
                  <a:lnTo>
                    <a:pt x="3550717" y="6016262"/>
                  </a:lnTo>
                  <a:lnTo>
                    <a:pt x="3505277" y="6061570"/>
                  </a:lnTo>
                  <a:lnTo>
                    <a:pt x="3459757" y="6108600"/>
                  </a:lnTo>
                  <a:lnTo>
                    <a:pt x="3414151" y="6156851"/>
                  </a:lnTo>
                  <a:lnTo>
                    <a:pt x="3368491" y="6205765"/>
                  </a:lnTo>
                  <a:lnTo>
                    <a:pt x="3322824" y="6254749"/>
                  </a:lnTo>
                  <a:lnTo>
                    <a:pt x="3277202" y="6303206"/>
                  </a:lnTo>
                  <a:lnTo>
                    <a:pt x="3231661" y="6350567"/>
                  </a:lnTo>
                  <a:lnTo>
                    <a:pt x="3186205" y="6396317"/>
                  </a:lnTo>
                  <a:lnTo>
                    <a:pt x="3140795" y="6440014"/>
                  </a:lnTo>
                  <a:lnTo>
                    <a:pt x="3095329" y="6481311"/>
                  </a:lnTo>
                  <a:lnTo>
                    <a:pt x="3049635" y="6519957"/>
                  </a:lnTo>
                  <a:lnTo>
                    <a:pt x="3003453" y="6555801"/>
                  </a:lnTo>
                  <a:lnTo>
                    <a:pt x="2956422" y="6588788"/>
                  </a:lnTo>
                  <a:lnTo>
                    <a:pt x="2908055" y="6618948"/>
                  </a:lnTo>
                  <a:lnTo>
                    <a:pt x="2896531" y="6625577"/>
                  </a:lnTo>
                  <a:lnTo>
                    <a:pt x="2849236" y="6650586"/>
                  </a:lnTo>
                  <a:lnTo>
                    <a:pt x="2799451" y="6673226"/>
                  </a:lnTo>
                  <a:lnTo>
                    <a:pt x="2746426" y="6693601"/>
                  </a:lnTo>
                  <a:lnTo>
                    <a:pt x="2689341" y="6711899"/>
                  </a:lnTo>
                  <a:lnTo>
                    <a:pt x="2627353" y="6728338"/>
                  </a:lnTo>
                  <a:lnTo>
                    <a:pt x="2559664" y="6743132"/>
                  </a:lnTo>
                  <a:lnTo>
                    <a:pt x="2485584" y="6756476"/>
                  </a:lnTo>
                  <a:lnTo>
                    <a:pt x="2404642" y="6768533"/>
                  </a:lnTo>
                  <a:lnTo>
                    <a:pt x="2316720" y="6779430"/>
                  </a:lnTo>
                  <a:lnTo>
                    <a:pt x="2222221" y="6789254"/>
                  </a:lnTo>
                  <a:lnTo>
                    <a:pt x="2122265" y="6798054"/>
                  </a:lnTo>
                  <a:lnTo>
                    <a:pt x="2018843" y="6805843"/>
                  </a:lnTo>
                  <a:lnTo>
                    <a:pt x="1914902" y="6812611"/>
                  </a:lnTo>
                  <a:lnTo>
                    <a:pt x="1814247" y="6818332"/>
                  </a:lnTo>
                  <a:lnTo>
                    <a:pt x="1721199" y="6822992"/>
                  </a:lnTo>
                  <a:lnTo>
                    <a:pt x="1640016" y="6826603"/>
                  </a:lnTo>
                  <a:lnTo>
                    <a:pt x="1574142" y="6829223"/>
                  </a:lnTo>
                  <a:lnTo>
                    <a:pt x="1525500" y="6830963"/>
                  </a:lnTo>
                  <a:lnTo>
                    <a:pt x="1494017" y="6831980"/>
                  </a:lnTo>
                  <a:lnTo>
                    <a:pt x="1477512" y="6832464"/>
                  </a:lnTo>
                  <a:lnTo>
                    <a:pt x="1471881" y="6832614"/>
                  </a:lnTo>
                  <a:lnTo>
                    <a:pt x="1471387" y="6832626"/>
                  </a:lnTo>
                  <a:lnTo>
                    <a:pt x="0" y="6832626"/>
                  </a:lnTo>
                  <a:close/>
                </a:path>
              </a:pathLst>
            </a:custGeom>
            <a:solidFill>
              <a:srgbClr val="8BC34A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617" name="pl1617"/>
            <p:cNvSpPr/>
            <p:nvPr/>
          </p:nvSpPr>
          <p:spPr>
            <a:xfrm>
              <a:off x="4799595" y="2674984"/>
              <a:ext cx="11981298" cy="6832626"/>
            </a:xfrm>
            <a:custGeom>
              <a:avLst/>
              <a:pathLst>
                <a:path w="11981298" h="6832626">
                  <a:moveTo>
                    <a:pt x="0" y="6832626"/>
                  </a:moveTo>
                  <a:lnTo>
                    <a:pt x="1471387" y="6832626"/>
                  </a:lnTo>
                  <a:lnTo>
                    <a:pt x="1472606" y="6832595"/>
                  </a:lnTo>
                  <a:lnTo>
                    <a:pt x="1480607" y="6832377"/>
                  </a:lnTo>
                  <a:lnTo>
                    <a:pt x="1500733" y="6831772"/>
                  </a:lnTo>
                  <a:lnTo>
                    <a:pt x="1536611" y="6830582"/>
                  </a:lnTo>
                  <a:lnTo>
                    <a:pt x="1589873" y="6828624"/>
                  </a:lnTo>
                  <a:lnTo>
                    <a:pt x="1660041" y="6825751"/>
                  </a:lnTo>
                  <a:lnTo>
                    <a:pt x="1744731" y="6821867"/>
                  </a:lnTo>
                  <a:lnTo>
                    <a:pt x="1840212" y="6816927"/>
                  </a:lnTo>
                  <a:lnTo>
                    <a:pt x="1942140" y="6810928"/>
                  </a:lnTo>
                  <a:lnTo>
                    <a:pt x="2046282" y="6803889"/>
                  </a:lnTo>
                  <a:lnTo>
                    <a:pt x="2149037" y="6795833"/>
                  </a:lnTo>
                  <a:lnTo>
                    <a:pt x="2247711" y="6786766"/>
                  </a:lnTo>
                  <a:lnTo>
                    <a:pt x="2340552" y="6776666"/>
                  </a:lnTo>
                  <a:lnTo>
                    <a:pt x="2426650" y="6765473"/>
                  </a:lnTo>
                  <a:lnTo>
                    <a:pt x="2505755" y="6753091"/>
                  </a:lnTo>
                  <a:lnTo>
                    <a:pt x="2578095" y="6739382"/>
                  </a:lnTo>
                  <a:lnTo>
                    <a:pt x="2644209" y="6724175"/>
                  </a:lnTo>
                  <a:lnTo>
                    <a:pt x="2704824" y="6707267"/>
                  </a:lnTo>
                  <a:lnTo>
                    <a:pt x="2760758" y="6688442"/>
                  </a:lnTo>
                  <a:lnTo>
                    <a:pt x="2812851" y="6667487"/>
                  </a:lnTo>
                  <a:lnTo>
                    <a:pt x="2861911" y="6644228"/>
                  </a:lnTo>
                  <a:lnTo>
                    <a:pt x="2896531" y="6625577"/>
                  </a:lnTo>
                  <a:lnTo>
                    <a:pt x="2945295" y="6596064"/>
                  </a:lnTo>
                  <a:lnTo>
                    <a:pt x="2992589" y="6563741"/>
                  </a:lnTo>
                  <a:lnTo>
                    <a:pt x="3038932" y="6528560"/>
                  </a:lnTo>
                  <a:lnTo>
                    <a:pt x="3084713" y="6490557"/>
                  </a:lnTo>
                  <a:lnTo>
                    <a:pt x="3130213" y="6449860"/>
                  </a:lnTo>
                  <a:lnTo>
                    <a:pt x="3175625" y="6406694"/>
                  </a:lnTo>
                  <a:lnTo>
                    <a:pt x="3221065" y="6361386"/>
                  </a:lnTo>
                  <a:lnTo>
                    <a:pt x="3266585" y="6314357"/>
                  </a:lnTo>
                  <a:lnTo>
                    <a:pt x="3312191" y="6266105"/>
                  </a:lnTo>
                  <a:lnTo>
                    <a:pt x="3357851" y="6217192"/>
                  </a:lnTo>
                  <a:lnTo>
                    <a:pt x="3403518" y="6168208"/>
                  </a:lnTo>
                  <a:lnTo>
                    <a:pt x="3449140" y="6119750"/>
                  </a:lnTo>
                  <a:lnTo>
                    <a:pt x="3494681" y="6072389"/>
                  </a:lnTo>
                  <a:lnTo>
                    <a:pt x="3540137" y="6026640"/>
                  </a:lnTo>
                  <a:lnTo>
                    <a:pt x="3585548" y="5982942"/>
                  </a:lnTo>
                  <a:lnTo>
                    <a:pt x="3631013" y="5941646"/>
                  </a:lnTo>
                  <a:lnTo>
                    <a:pt x="3676707" y="5903000"/>
                  </a:lnTo>
                  <a:lnTo>
                    <a:pt x="3722889" y="5867155"/>
                  </a:lnTo>
                  <a:lnTo>
                    <a:pt x="3769920" y="5834168"/>
                  </a:lnTo>
                  <a:lnTo>
                    <a:pt x="3818287" y="5804009"/>
                  </a:lnTo>
                  <a:lnTo>
                    <a:pt x="3829811" y="5797380"/>
                  </a:lnTo>
                  <a:lnTo>
                    <a:pt x="3877107" y="5772370"/>
                  </a:lnTo>
                  <a:lnTo>
                    <a:pt x="3926891" y="5749731"/>
                  </a:lnTo>
                  <a:lnTo>
                    <a:pt x="3979916" y="5729355"/>
                  </a:lnTo>
                  <a:lnTo>
                    <a:pt x="4037002" y="5711057"/>
                  </a:lnTo>
                  <a:lnTo>
                    <a:pt x="4098989" y="5694618"/>
                  </a:lnTo>
                  <a:lnTo>
                    <a:pt x="4166678" y="5679824"/>
                  </a:lnTo>
                  <a:lnTo>
                    <a:pt x="4240758" y="5666480"/>
                  </a:lnTo>
                  <a:lnTo>
                    <a:pt x="4321700" y="5654423"/>
                  </a:lnTo>
                  <a:lnTo>
                    <a:pt x="4409623" y="5643527"/>
                  </a:lnTo>
                  <a:lnTo>
                    <a:pt x="4504121" y="5633703"/>
                  </a:lnTo>
                  <a:lnTo>
                    <a:pt x="4604077" y="5624903"/>
                  </a:lnTo>
                  <a:lnTo>
                    <a:pt x="4707499" y="5617113"/>
                  </a:lnTo>
                  <a:lnTo>
                    <a:pt x="4811440" y="5610346"/>
                  </a:lnTo>
                  <a:lnTo>
                    <a:pt x="4912095" y="5604624"/>
                  </a:lnTo>
                  <a:lnTo>
                    <a:pt x="5005143" y="5599964"/>
                  </a:lnTo>
                  <a:lnTo>
                    <a:pt x="5086326" y="5596353"/>
                  </a:lnTo>
                  <a:lnTo>
                    <a:pt x="5152200" y="5593733"/>
                  </a:lnTo>
                  <a:lnTo>
                    <a:pt x="5200842" y="5591994"/>
                  </a:lnTo>
                  <a:lnTo>
                    <a:pt x="5232326" y="5590976"/>
                  </a:lnTo>
                  <a:lnTo>
                    <a:pt x="5248830" y="5590493"/>
                  </a:lnTo>
                  <a:lnTo>
                    <a:pt x="5254461" y="5590343"/>
                  </a:lnTo>
                  <a:lnTo>
                    <a:pt x="5254955" y="5590330"/>
                  </a:lnTo>
                  <a:lnTo>
                    <a:pt x="6726343" y="5590330"/>
                  </a:lnTo>
                  <a:lnTo>
                    <a:pt x="6727185" y="5590236"/>
                  </a:lnTo>
                  <a:lnTo>
                    <a:pt x="6732760" y="5589562"/>
                  </a:lnTo>
                  <a:lnTo>
                    <a:pt x="6746933" y="5587702"/>
                  </a:lnTo>
                  <a:lnTo>
                    <a:pt x="6772565" y="5584034"/>
                  </a:lnTo>
                  <a:lnTo>
                    <a:pt x="6811368" y="5577964"/>
                  </a:lnTo>
                  <a:lnTo>
                    <a:pt x="6863778" y="5568970"/>
                  </a:lnTo>
                  <a:lnTo>
                    <a:pt x="6928969" y="5556650"/>
                  </a:lnTo>
                  <a:lnTo>
                    <a:pt x="7005032" y="5540744"/>
                  </a:lnTo>
                  <a:lnTo>
                    <a:pt x="7089312" y="5521130"/>
                  </a:lnTo>
                  <a:lnTo>
                    <a:pt x="7178813" y="5497802"/>
                  </a:lnTo>
                  <a:lnTo>
                    <a:pt x="7270584" y="5470816"/>
                  </a:lnTo>
                  <a:lnTo>
                    <a:pt x="7362021" y="5440247"/>
                  </a:lnTo>
                  <a:lnTo>
                    <a:pt x="7451040" y="5406140"/>
                  </a:lnTo>
                  <a:lnTo>
                    <a:pt x="7536138" y="5368470"/>
                  </a:lnTo>
                  <a:lnTo>
                    <a:pt x="7616367" y="5327127"/>
                  </a:lnTo>
                  <a:lnTo>
                    <a:pt x="7691250" y="5281892"/>
                  </a:lnTo>
                  <a:lnTo>
                    <a:pt x="7760687" y="5232442"/>
                  </a:lnTo>
                  <a:lnTo>
                    <a:pt x="7824852" y="5178347"/>
                  </a:lnTo>
                  <a:lnTo>
                    <a:pt x="7884109" y="5119080"/>
                  </a:lnTo>
                  <a:lnTo>
                    <a:pt x="7938941" y="5054033"/>
                  </a:lnTo>
                  <a:lnTo>
                    <a:pt x="7989899" y="4982539"/>
                  </a:lnTo>
                  <a:lnTo>
                    <a:pt x="8037560" y="4903924"/>
                  </a:lnTo>
                  <a:lnTo>
                    <a:pt x="8082495" y="4817565"/>
                  </a:lnTo>
                  <a:lnTo>
                    <a:pt x="8125244" y="4723008"/>
                  </a:lnTo>
                  <a:lnTo>
                    <a:pt x="8151487" y="4658609"/>
                  </a:lnTo>
                  <a:lnTo>
                    <a:pt x="8179492" y="4584449"/>
                  </a:lnTo>
                  <a:lnTo>
                    <a:pt x="8206936" y="4506239"/>
                  </a:lnTo>
                  <a:lnTo>
                    <a:pt x="8233932" y="4423900"/>
                  </a:lnTo>
                  <a:lnTo>
                    <a:pt x="8260577" y="4337386"/>
                  </a:lnTo>
                  <a:lnTo>
                    <a:pt x="8286954" y="4246691"/>
                  </a:lnTo>
                  <a:lnTo>
                    <a:pt x="8313135" y="4151847"/>
                  </a:lnTo>
                  <a:lnTo>
                    <a:pt x="8339177" y="4052931"/>
                  </a:lnTo>
                  <a:lnTo>
                    <a:pt x="8365128" y="3950066"/>
                  </a:lnTo>
                  <a:lnTo>
                    <a:pt x="8391029" y="3843422"/>
                  </a:lnTo>
                  <a:lnTo>
                    <a:pt x="8416908" y="3733216"/>
                  </a:lnTo>
                  <a:lnTo>
                    <a:pt x="8442788" y="3619713"/>
                  </a:lnTo>
                  <a:lnTo>
                    <a:pt x="8468685" y="3503224"/>
                  </a:lnTo>
                  <a:lnTo>
                    <a:pt x="8494607" y="3384105"/>
                  </a:lnTo>
                  <a:lnTo>
                    <a:pt x="8520558" y="3262748"/>
                  </a:lnTo>
                  <a:lnTo>
                    <a:pt x="8546538" y="3139584"/>
                  </a:lnTo>
                  <a:lnTo>
                    <a:pt x="8572542" y="3015071"/>
                  </a:lnTo>
                  <a:lnTo>
                    <a:pt x="8598563" y="2889687"/>
                  </a:lnTo>
                  <a:lnTo>
                    <a:pt x="8624590" y="2763927"/>
                  </a:lnTo>
                  <a:lnTo>
                    <a:pt x="8650615" y="2638292"/>
                  </a:lnTo>
                  <a:lnTo>
                    <a:pt x="8676629" y="2513280"/>
                  </a:lnTo>
                  <a:lnTo>
                    <a:pt x="8702621" y="2389378"/>
                  </a:lnTo>
                  <a:lnTo>
                    <a:pt x="8728588" y="2267056"/>
                  </a:lnTo>
                  <a:lnTo>
                    <a:pt x="8754524" y="2146759"/>
                  </a:lnTo>
                  <a:lnTo>
                    <a:pt x="8780433" y="2028899"/>
                  </a:lnTo>
                  <a:lnTo>
                    <a:pt x="8806320" y="1913851"/>
                  </a:lnTo>
                  <a:lnTo>
                    <a:pt x="8832197" y="1801950"/>
                  </a:lnTo>
                  <a:lnTo>
                    <a:pt x="8858084" y="1693482"/>
                  </a:lnTo>
                  <a:lnTo>
                    <a:pt x="8884005" y="1588691"/>
                  </a:lnTo>
                  <a:lnTo>
                    <a:pt x="8909996" y="1487769"/>
                  </a:lnTo>
                  <a:lnTo>
                    <a:pt x="8936100" y="1390864"/>
                  </a:lnTo>
                  <a:lnTo>
                    <a:pt x="8962371" y="1298073"/>
                  </a:lnTo>
                  <a:lnTo>
                    <a:pt x="8988872" y="1209453"/>
                  </a:lnTo>
                  <a:lnTo>
                    <a:pt x="9015680" y="1125016"/>
                  </a:lnTo>
                  <a:lnTo>
                    <a:pt x="9042884" y="1044735"/>
                  </a:lnTo>
                  <a:lnTo>
                    <a:pt x="9070592" y="968549"/>
                  </a:lnTo>
                  <a:lnTo>
                    <a:pt x="9084767" y="931721"/>
                  </a:lnTo>
                  <a:lnTo>
                    <a:pt x="9126381" y="831863"/>
                  </a:lnTo>
                  <a:lnTo>
                    <a:pt x="9169869" y="740333"/>
                  </a:lnTo>
                  <a:lnTo>
                    <a:pt x="9215733" y="656863"/>
                  </a:lnTo>
                  <a:lnTo>
                    <a:pt x="9264529" y="580922"/>
                  </a:lnTo>
                  <a:lnTo>
                    <a:pt x="9316835" y="511859"/>
                  </a:lnTo>
                  <a:lnTo>
                    <a:pt x="9373220" y="448995"/>
                  </a:lnTo>
                  <a:lnTo>
                    <a:pt x="9434216" y="391681"/>
                  </a:lnTo>
                  <a:lnTo>
                    <a:pt x="9500270" y="339337"/>
                  </a:lnTo>
                  <a:lnTo>
                    <a:pt x="9571686" y="291469"/>
                  </a:lnTo>
                  <a:lnTo>
                    <a:pt x="9648548" y="247685"/>
                  </a:lnTo>
                  <a:lnTo>
                    <a:pt x="9730631" y="207701"/>
                  </a:lnTo>
                  <a:lnTo>
                    <a:pt x="9817297" y="171339"/>
                  </a:lnTo>
                  <a:lnTo>
                    <a:pt x="9907403" y="138521"/>
                  </a:lnTo>
                  <a:lnTo>
                    <a:pt x="9999233" y="109252"/>
                  </a:lnTo>
                  <a:lnTo>
                    <a:pt x="10090501" y="83591"/>
                  </a:lnTo>
                  <a:lnTo>
                    <a:pt x="10178449" y="61613"/>
                  </a:lnTo>
                  <a:lnTo>
                    <a:pt x="10260070" y="43358"/>
                  </a:lnTo>
                  <a:lnTo>
                    <a:pt x="10332444" y="28781"/>
                  </a:lnTo>
                  <a:lnTo>
                    <a:pt x="10393143" y="17712"/>
                  </a:lnTo>
                  <a:lnTo>
                    <a:pt x="10440621" y="9838"/>
                  </a:lnTo>
                  <a:lnTo>
                    <a:pt x="10474500" y="4709"/>
                  </a:lnTo>
                  <a:lnTo>
                    <a:pt x="10495690" y="1772"/>
                  </a:lnTo>
                  <a:lnTo>
                    <a:pt x="10506339" y="417"/>
                  </a:lnTo>
                  <a:lnTo>
                    <a:pt x="10509691" y="24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18" name="pl1618"/>
            <p:cNvSpPr/>
            <p:nvPr/>
          </p:nvSpPr>
          <p:spPr>
            <a:xfrm>
              <a:off x="4799595" y="2666811"/>
              <a:ext cx="11981298" cy="6832626"/>
            </a:xfrm>
            <a:custGeom>
              <a:avLst/>
              <a:pathLst>
                <a:path w="11981298" h="6832626">
                  <a:moveTo>
                    <a:pt x="11981298" y="0"/>
                  </a:moveTo>
                  <a:lnTo>
                    <a:pt x="10509911" y="0"/>
                  </a:lnTo>
                  <a:lnTo>
                    <a:pt x="10509068" y="94"/>
                  </a:lnTo>
                  <a:lnTo>
                    <a:pt x="10503493" y="768"/>
                  </a:lnTo>
                  <a:lnTo>
                    <a:pt x="10489321" y="2628"/>
                  </a:lnTo>
                  <a:lnTo>
                    <a:pt x="10463688" y="6295"/>
                  </a:lnTo>
                  <a:lnTo>
                    <a:pt x="10424885" y="12366"/>
                  </a:lnTo>
                  <a:lnTo>
                    <a:pt x="10372475" y="21360"/>
                  </a:lnTo>
                  <a:lnTo>
                    <a:pt x="10307285" y="33680"/>
                  </a:lnTo>
                  <a:lnTo>
                    <a:pt x="10231221" y="49586"/>
                  </a:lnTo>
                  <a:lnTo>
                    <a:pt x="10146941" y="69200"/>
                  </a:lnTo>
                  <a:lnTo>
                    <a:pt x="10057440" y="92528"/>
                  </a:lnTo>
                  <a:lnTo>
                    <a:pt x="9965669" y="119514"/>
                  </a:lnTo>
                  <a:lnTo>
                    <a:pt x="9874232" y="150083"/>
                  </a:lnTo>
                  <a:lnTo>
                    <a:pt x="9785213" y="184190"/>
                  </a:lnTo>
                  <a:lnTo>
                    <a:pt x="9700115" y="221859"/>
                  </a:lnTo>
                  <a:lnTo>
                    <a:pt x="9619886" y="263203"/>
                  </a:lnTo>
                  <a:lnTo>
                    <a:pt x="9545003" y="308438"/>
                  </a:lnTo>
                  <a:lnTo>
                    <a:pt x="9475566" y="357888"/>
                  </a:lnTo>
                  <a:lnTo>
                    <a:pt x="9411402" y="411983"/>
                  </a:lnTo>
                  <a:lnTo>
                    <a:pt x="9352145" y="471250"/>
                  </a:lnTo>
                  <a:lnTo>
                    <a:pt x="9297312" y="536297"/>
                  </a:lnTo>
                  <a:lnTo>
                    <a:pt x="9246354" y="607790"/>
                  </a:lnTo>
                  <a:lnTo>
                    <a:pt x="9198693" y="686406"/>
                  </a:lnTo>
                  <a:lnTo>
                    <a:pt x="9153758" y="772765"/>
                  </a:lnTo>
                  <a:lnTo>
                    <a:pt x="9111009" y="867321"/>
                  </a:lnTo>
                  <a:lnTo>
                    <a:pt x="9084767" y="931721"/>
                  </a:lnTo>
                  <a:lnTo>
                    <a:pt x="9056761" y="1005881"/>
                  </a:lnTo>
                  <a:lnTo>
                    <a:pt x="9029317" y="1084091"/>
                  </a:lnTo>
                  <a:lnTo>
                    <a:pt x="9002322" y="1166430"/>
                  </a:lnTo>
                  <a:lnTo>
                    <a:pt x="8975676" y="1252944"/>
                  </a:lnTo>
                  <a:lnTo>
                    <a:pt x="8949299" y="1343639"/>
                  </a:lnTo>
                  <a:lnTo>
                    <a:pt x="8923118" y="1438483"/>
                  </a:lnTo>
                  <a:lnTo>
                    <a:pt x="8897076" y="1537399"/>
                  </a:lnTo>
                  <a:lnTo>
                    <a:pt x="8871125" y="1640264"/>
                  </a:lnTo>
                  <a:lnTo>
                    <a:pt x="8845225" y="1746908"/>
                  </a:lnTo>
                  <a:lnTo>
                    <a:pt x="8819346" y="1857114"/>
                  </a:lnTo>
                  <a:lnTo>
                    <a:pt x="8793465" y="1970617"/>
                  </a:lnTo>
                  <a:lnTo>
                    <a:pt x="8767569" y="2087106"/>
                  </a:lnTo>
                  <a:lnTo>
                    <a:pt x="8741646" y="2206225"/>
                  </a:lnTo>
                  <a:lnTo>
                    <a:pt x="8715695" y="2327582"/>
                  </a:lnTo>
                  <a:lnTo>
                    <a:pt x="8689715" y="2450746"/>
                  </a:lnTo>
                  <a:lnTo>
                    <a:pt x="8663711" y="2575259"/>
                  </a:lnTo>
                  <a:lnTo>
                    <a:pt x="8637691" y="2700643"/>
                  </a:lnTo>
                  <a:lnTo>
                    <a:pt x="8611663" y="2826402"/>
                  </a:lnTo>
                  <a:lnTo>
                    <a:pt x="8585638" y="2952038"/>
                  </a:lnTo>
                  <a:lnTo>
                    <a:pt x="8559625" y="3077050"/>
                  </a:lnTo>
                  <a:lnTo>
                    <a:pt x="8533632" y="3200952"/>
                  </a:lnTo>
                  <a:lnTo>
                    <a:pt x="8507666" y="3323274"/>
                  </a:lnTo>
                  <a:lnTo>
                    <a:pt x="8481729" y="3443571"/>
                  </a:lnTo>
                  <a:lnTo>
                    <a:pt x="8455820" y="3561431"/>
                  </a:lnTo>
                  <a:lnTo>
                    <a:pt x="8429933" y="3676478"/>
                  </a:lnTo>
                  <a:lnTo>
                    <a:pt x="8404056" y="3788380"/>
                  </a:lnTo>
                  <a:lnTo>
                    <a:pt x="8378170" y="3896847"/>
                  </a:lnTo>
                  <a:lnTo>
                    <a:pt x="8352248" y="4001639"/>
                  </a:lnTo>
                  <a:lnTo>
                    <a:pt x="8326257" y="4102560"/>
                  </a:lnTo>
                  <a:lnTo>
                    <a:pt x="8300153" y="4199466"/>
                  </a:lnTo>
                  <a:lnTo>
                    <a:pt x="8273883" y="4292257"/>
                  </a:lnTo>
                  <a:lnTo>
                    <a:pt x="8247382" y="4380877"/>
                  </a:lnTo>
                  <a:lnTo>
                    <a:pt x="8220574" y="4465314"/>
                  </a:lnTo>
                  <a:lnTo>
                    <a:pt x="8193369" y="4545594"/>
                  </a:lnTo>
                  <a:lnTo>
                    <a:pt x="8165661" y="4621781"/>
                  </a:lnTo>
                  <a:lnTo>
                    <a:pt x="8151487" y="4658609"/>
                  </a:lnTo>
                  <a:lnTo>
                    <a:pt x="8109872" y="4758467"/>
                  </a:lnTo>
                  <a:lnTo>
                    <a:pt x="8066385" y="4849997"/>
                  </a:lnTo>
                  <a:lnTo>
                    <a:pt x="8020520" y="4933467"/>
                  </a:lnTo>
                  <a:lnTo>
                    <a:pt x="7971724" y="5009408"/>
                  </a:lnTo>
                  <a:lnTo>
                    <a:pt x="7919419" y="5078471"/>
                  </a:lnTo>
                  <a:lnTo>
                    <a:pt x="7863033" y="5141335"/>
                  </a:lnTo>
                  <a:lnTo>
                    <a:pt x="7802037" y="5198648"/>
                  </a:lnTo>
                  <a:lnTo>
                    <a:pt x="7735983" y="5250993"/>
                  </a:lnTo>
                  <a:lnTo>
                    <a:pt x="7664567" y="5298861"/>
                  </a:lnTo>
                  <a:lnTo>
                    <a:pt x="7587705" y="5342645"/>
                  </a:lnTo>
                  <a:lnTo>
                    <a:pt x="7505622" y="5382629"/>
                  </a:lnTo>
                  <a:lnTo>
                    <a:pt x="7418956" y="5418991"/>
                  </a:lnTo>
                  <a:lnTo>
                    <a:pt x="7328850" y="5451809"/>
                  </a:lnTo>
                  <a:lnTo>
                    <a:pt x="7237020" y="5481078"/>
                  </a:lnTo>
                  <a:lnTo>
                    <a:pt x="7145752" y="5506739"/>
                  </a:lnTo>
                  <a:lnTo>
                    <a:pt x="7057804" y="5528717"/>
                  </a:lnTo>
                  <a:lnTo>
                    <a:pt x="6976183" y="5546972"/>
                  </a:lnTo>
                  <a:lnTo>
                    <a:pt x="6903809" y="5561549"/>
                  </a:lnTo>
                  <a:lnTo>
                    <a:pt x="6843110" y="5572618"/>
                  </a:lnTo>
                  <a:lnTo>
                    <a:pt x="6795632" y="5580492"/>
                  </a:lnTo>
                  <a:lnTo>
                    <a:pt x="6761753" y="5585620"/>
                  </a:lnTo>
                  <a:lnTo>
                    <a:pt x="6740563" y="5588557"/>
                  </a:lnTo>
                  <a:lnTo>
                    <a:pt x="6729914" y="5589913"/>
                  </a:lnTo>
                  <a:lnTo>
                    <a:pt x="6726563" y="5590306"/>
                  </a:lnTo>
                  <a:lnTo>
                    <a:pt x="6726343" y="5590330"/>
                  </a:lnTo>
                  <a:lnTo>
                    <a:pt x="5254955" y="5590330"/>
                  </a:lnTo>
                  <a:lnTo>
                    <a:pt x="5253736" y="5590361"/>
                  </a:lnTo>
                  <a:lnTo>
                    <a:pt x="5245735" y="5590580"/>
                  </a:lnTo>
                  <a:lnTo>
                    <a:pt x="5225609" y="5591185"/>
                  </a:lnTo>
                  <a:lnTo>
                    <a:pt x="5189731" y="5592375"/>
                  </a:lnTo>
                  <a:lnTo>
                    <a:pt x="5136469" y="5594333"/>
                  </a:lnTo>
                  <a:lnTo>
                    <a:pt x="5066301" y="5597205"/>
                  </a:lnTo>
                  <a:lnTo>
                    <a:pt x="4981611" y="5601089"/>
                  </a:lnTo>
                  <a:lnTo>
                    <a:pt x="4886130" y="5606029"/>
                  </a:lnTo>
                  <a:lnTo>
                    <a:pt x="4784202" y="5612028"/>
                  </a:lnTo>
                  <a:lnTo>
                    <a:pt x="4680061" y="5619067"/>
                  </a:lnTo>
                  <a:lnTo>
                    <a:pt x="4577305" y="5627123"/>
                  </a:lnTo>
                  <a:lnTo>
                    <a:pt x="4478631" y="5636191"/>
                  </a:lnTo>
                  <a:lnTo>
                    <a:pt x="4385790" y="5646291"/>
                  </a:lnTo>
                  <a:lnTo>
                    <a:pt x="4299692" y="5657483"/>
                  </a:lnTo>
                  <a:lnTo>
                    <a:pt x="4220587" y="5669865"/>
                  </a:lnTo>
                  <a:lnTo>
                    <a:pt x="4148248" y="5683574"/>
                  </a:lnTo>
                  <a:lnTo>
                    <a:pt x="4082133" y="5698782"/>
                  </a:lnTo>
                  <a:lnTo>
                    <a:pt x="4021518" y="5715689"/>
                  </a:lnTo>
                  <a:lnTo>
                    <a:pt x="3965584" y="5734514"/>
                  </a:lnTo>
                  <a:lnTo>
                    <a:pt x="3913491" y="5755470"/>
                  </a:lnTo>
                  <a:lnTo>
                    <a:pt x="3864431" y="5778728"/>
                  </a:lnTo>
                  <a:lnTo>
                    <a:pt x="3829811" y="5797380"/>
                  </a:lnTo>
                  <a:lnTo>
                    <a:pt x="3781047" y="5826892"/>
                  </a:lnTo>
                  <a:lnTo>
                    <a:pt x="3733753" y="5859215"/>
                  </a:lnTo>
                  <a:lnTo>
                    <a:pt x="3687410" y="5894396"/>
                  </a:lnTo>
                  <a:lnTo>
                    <a:pt x="3641629" y="5932399"/>
                  </a:lnTo>
                  <a:lnTo>
                    <a:pt x="3596129" y="5973097"/>
                  </a:lnTo>
                  <a:lnTo>
                    <a:pt x="3550717" y="6016262"/>
                  </a:lnTo>
                  <a:lnTo>
                    <a:pt x="3505277" y="6061570"/>
                  </a:lnTo>
                  <a:lnTo>
                    <a:pt x="3459757" y="6108600"/>
                  </a:lnTo>
                  <a:lnTo>
                    <a:pt x="3414151" y="6156851"/>
                  </a:lnTo>
                  <a:lnTo>
                    <a:pt x="3368491" y="6205765"/>
                  </a:lnTo>
                  <a:lnTo>
                    <a:pt x="3322824" y="6254749"/>
                  </a:lnTo>
                  <a:lnTo>
                    <a:pt x="3277202" y="6303206"/>
                  </a:lnTo>
                  <a:lnTo>
                    <a:pt x="3231661" y="6350567"/>
                  </a:lnTo>
                  <a:lnTo>
                    <a:pt x="3186205" y="6396317"/>
                  </a:lnTo>
                  <a:lnTo>
                    <a:pt x="3140795" y="6440014"/>
                  </a:lnTo>
                  <a:lnTo>
                    <a:pt x="3095329" y="6481311"/>
                  </a:lnTo>
                  <a:lnTo>
                    <a:pt x="3049635" y="6519957"/>
                  </a:lnTo>
                  <a:lnTo>
                    <a:pt x="3003453" y="6555801"/>
                  </a:lnTo>
                  <a:lnTo>
                    <a:pt x="2956422" y="6588788"/>
                  </a:lnTo>
                  <a:lnTo>
                    <a:pt x="2908055" y="6618948"/>
                  </a:lnTo>
                  <a:lnTo>
                    <a:pt x="2896531" y="6625577"/>
                  </a:lnTo>
                  <a:lnTo>
                    <a:pt x="2849236" y="6650586"/>
                  </a:lnTo>
                  <a:lnTo>
                    <a:pt x="2799451" y="6673226"/>
                  </a:lnTo>
                  <a:lnTo>
                    <a:pt x="2746426" y="6693601"/>
                  </a:lnTo>
                  <a:lnTo>
                    <a:pt x="2689341" y="6711899"/>
                  </a:lnTo>
                  <a:lnTo>
                    <a:pt x="2627353" y="6728338"/>
                  </a:lnTo>
                  <a:lnTo>
                    <a:pt x="2559664" y="6743132"/>
                  </a:lnTo>
                  <a:lnTo>
                    <a:pt x="2485584" y="6756476"/>
                  </a:lnTo>
                  <a:lnTo>
                    <a:pt x="2404642" y="6768533"/>
                  </a:lnTo>
                  <a:lnTo>
                    <a:pt x="2316720" y="6779430"/>
                  </a:lnTo>
                  <a:lnTo>
                    <a:pt x="2222221" y="6789254"/>
                  </a:lnTo>
                  <a:lnTo>
                    <a:pt x="2122265" y="6798054"/>
                  </a:lnTo>
                  <a:lnTo>
                    <a:pt x="2018843" y="6805843"/>
                  </a:lnTo>
                  <a:lnTo>
                    <a:pt x="1914902" y="6812611"/>
                  </a:lnTo>
                  <a:lnTo>
                    <a:pt x="1814247" y="6818332"/>
                  </a:lnTo>
                  <a:lnTo>
                    <a:pt x="1721199" y="6822992"/>
                  </a:lnTo>
                  <a:lnTo>
                    <a:pt x="1640016" y="6826603"/>
                  </a:lnTo>
                  <a:lnTo>
                    <a:pt x="1574142" y="6829223"/>
                  </a:lnTo>
                  <a:lnTo>
                    <a:pt x="1525500" y="6830963"/>
                  </a:lnTo>
                  <a:lnTo>
                    <a:pt x="1494017" y="6831980"/>
                  </a:lnTo>
                  <a:lnTo>
                    <a:pt x="1477512" y="6832464"/>
                  </a:lnTo>
                  <a:lnTo>
                    <a:pt x="1471881" y="6832614"/>
                  </a:lnTo>
                  <a:lnTo>
                    <a:pt x="1471387" y="6832626"/>
                  </a:lnTo>
                  <a:lnTo>
                    <a:pt x="0" y="683262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19" name="pg1619"/>
            <p:cNvSpPr/>
            <p:nvPr/>
          </p:nvSpPr>
          <p:spPr>
            <a:xfrm>
              <a:off x="4799595" y="7644167"/>
              <a:ext cx="11981298" cy="1871616"/>
            </a:xfrm>
            <a:custGeom>
              <a:avLst/>
              <a:pathLst>
                <a:path w="11981298" h="1871616">
                  <a:moveTo>
                    <a:pt x="0" y="1871616"/>
                  </a:moveTo>
                  <a:lnTo>
                    <a:pt x="1471387" y="1871616"/>
                  </a:lnTo>
                  <a:lnTo>
                    <a:pt x="1472611" y="1871590"/>
                  </a:lnTo>
                  <a:lnTo>
                    <a:pt x="1480647" y="1871405"/>
                  </a:lnTo>
                  <a:lnTo>
                    <a:pt x="1500858" y="1870893"/>
                  </a:lnTo>
                  <a:lnTo>
                    <a:pt x="1536880" y="1869887"/>
                  </a:lnTo>
                  <a:lnTo>
                    <a:pt x="1590341" y="1868230"/>
                  </a:lnTo>
                  <a:lnTo>
                    <a:pt x="1660747" y="1865801"/>
                  </a:lnTo>
                  <a:lnTo>
                    <a:pt x="1745691" y="1862517"/>
                  </a:lnTo>
                  <a:lnTo>
                    <a:pt x="1841412" y="1858340"/>
                  </a:lnTo>
                  <a:lnTo>
                    <a:pt x="1943548" y="1853269"/>
                  </a:lnTo>
                  <a:lnTo>
                    <a:pt x="2047850" y="1847321"/>
                  </a:lnTo>
                  <a:lnTo>
                    <a:pt x="2150714" y="1840513"/>
                  </a:lnTo>
                  <a:lnTo>
                    <a:pt x="2249447" y="1832851"/>
                  </a:lnTo>
                  <a:lnTo>
                    <a:pt x="2342308" y="1824316"/>
                  </a:lnTo>
                  <a:lnTo>
                    <a:pt x="2428393" y="1814857"/>
                  </a:lnTo>
                  <a:lnTo>
                    <a:pt x="2507466" y="1804391"/>
                  </a:lnTo>
                  <a:lnTo>
                    <a:pt x="2579761" y="1792801"/>
                  </a:lnTo>
                  <a:lnTo>
                    <a:pt x="2645829" y="1779942"/>
                  </a:lnTo>
                  <a:lnTo>
                    <a:pt x="2706401" y="1765643"/>
                  </a:lnTo>
                  <a:lnTo>
                    <a:pt x="2762301" y="1749718"/>
                  </a:lnTo>
                  <a:lnTo>
                    <a:pt x="2814372" y="1731989"/>
                  </a:lnTo>
                  <a:lnTo>
                    <a:pt x="2863424" y="1712312"/>
                  </a:lnTo>
                  <a:lnTo>
                    <a:pt x="2896531" y="1697259"/>
                  </a:lnTo>
                  <a:lnTo>
                    <a:pt x="2946966" y="1671497"/>
                  </a:lnTo>
                  <a:lnTo>
                    <a:pt x="2995847" y="1643198"/>
                  </a:lnTo>
                  <a:lnTo>
                    <a:pt x="3043743" y="1612323"/>
                  </a:lnTo>
                  <a:lnTo>
                    <a:pt x="3091072" y="1578910"/>
                  </a:lnTo>
                  <a:lnTo>
                    <a:pt x="3138134" y="1543091"/>
                  </a:lnTo>
                  <a:lnTo>
                    <a:pt x="3185129" y="1505091"/>
                  </a:lnTo>
                  <a:lnTo>
                    <a:pt x="3232169" y="1465233"/>
                  </a:lnTo>
                  <a:lnTo>
                    <a:pt x="3279302" y="1423926"/>
                  </a:lnTo>
                  <a:lnTo>
                    <a:pt x="3326519" y="1381654"/>
                  </a:lnTo>
                  <a:lnTo>
                    <a:pt x="3373780" y="1338950"/>
                  </a:lnTo>
                  <a:lnTo>
                    <a:pt x="3421028" y="1296372"/>
                  </a:lnTo>
                  <a:lnTo>
                    <a:pt x="3468210" y="1254470"/>
                  </a:lnTo>
                  <a:lnTo>
                    <a:pt x="3515300" y="1213757"/>
                  </a:lnTo>
                  <a:lnTo>
                    <a:pt x="3562310" y="1174688"/>
                  </a:lnTo>
                  <a:lnTo>
                    <a:pt x="3609316" y="1137633"/>
                  </a:lnTo>
                  <a:lnTo>
                    <a:pt x="3656468" y="1102872"/>
                  </a:lnTo>
                  <a:lnTo>
                    <a:pt x="3704008" y="1070587"/>
                  </a:lnTo>
                  <a:lnTo>
                    <a:pt x="3752286" y="1040869"/>
                  </a:lnTo>
                  <a:lnTo>
                    <a:pt x="3801785" y="1013718"/>
                  </a:lnTo>
                  <a:lnTo>
                    <a:pt x="3829811" y="999830"/>
                  </a:lnTo>
                  <a:lnTo>
                    <a:pt x="3877180" y="978739"/>
                  </a:lnTo>
                  <a:lnTo>
                    <a:pt x="3927046" y="959650"/>
                  </a:lnTo>
                  <a:lnTo>
                    <a:pt x="3980164" y="942473"/>
                  </a:lnTo>
                  <a:lnTo>
                    <a:pt x="4037360" y="927049"/>
                  </a:lnTo>
                  <a:lnTo>
                    <a:pt x="4099477" y="913195"/>
                  </a:lnTo>
                  <a:lnTo>
                    <a:pt x="4167319" y="900728"/>
                  </a:lnTo>
                  <a:lnTo>
                    <a:pt x="4241576" y="889486"/>
                  </a:lnTo>
                  <a:lnTo>
                    <a:pt x="4322720" y="879329"/>
                  </a:lnTo>
                  <a:lnTo>
                    <a:pt x="4410863" y="870151"/>
                  </a:lnTo>
                  <a:lnTo>
                    <a:pt x="4505592" y="861878"/>
                  </a:lnTo>
                  <a:lnTo>
                    <a:pt x="4605772" y="854470"/>
                  </a:lnTo>
                  <a:lnTo>
                    <a:pt x="4709387" y="847915"/>
                  </a:lnTo>
                  <a:lnTo>
                    <a:pt x="4813459" y="842224"/>
                  </a:lnTo>
                  <a:lnTo>
                    <a:pt x="4914155" y="837417"/>
                  </a:lnTo>
                  <a:lnTo>
                    <a:pt x="5007126" y="833507"/>
                  </a:lnTo>
                  <a:lnTo>
                    <a:pt x="5088108" y="830482"/>
                  </a:lnTo>
                  <a:lnTo>
                    <a:pt x="5153667" y="828292"/>
                  </a:lnTo>
                  <a:lnTo>
                    <a:pt x="5201919" y="826842"/>
                  </a:lnTo>
                  <a:lnTo>
                    <a:pt x="5232992" y="825999"/>
                  </a:lnTo>
                  <a:lnTo>
                    <a:pt x="5249134" y="825602"/>
                  </a:lnTo>
                  <a:lnTo>
                    <a:pt x="5254521" y="825481"/>
                  </a:lnTo>
                  <a:lnTo>
                    <a:pt x="5254955" y="825472"/>
                  </a:lnTo>
                  <a:lnTo>
                    <a:pt x="6726343" y="825472"/>
                  </a:lnTo>
                  <a:lnTo>
                    <a:pt x="6727572" y="825452"/>
                  </a:lnTo>
                  <a:lnTo>
                    <a:pt x="6735641" y="825307"/>
                  </a:lnTo>
                  <a:lnTo>
                    <a:pt x="6755934" y="824905"/>
                  </a:lnTo>
                  <a:lnTo>
                    <a:pt x="6792093" y="824115"/>
                  </a:lnTo>
                  <a:lnTo>
                    <a:pt x="6845746" y="822816"/>
                  </a:lnTo>
                  <a:lnTo>
                    <a:pt x="6916380" y="820910"/>
                  </a:lnTo>
                  <a:lnTo>
                    <a:pt x="7001566" y="818334"/>
                  </a:lnTo>
                  <a:lnTo>
                    <a:pt x="7097518" y="815059"/>
                  </a:lnTo>
                  <a:lnTo>
                    <a:pt x="7199852" y="811083"/>
                  </a:lnTo>
                  <a:lnTo>
                    <a:pt x="7304307" y="806419"/>
                  </a:lnTo>
                  <a:lnTo>
                    <a:pt x="7407274" y="801083"/>
                  </a:lnTo>
                  <a:lnTo>
                    <a:pt x="7506063" y="795077"/>
                  </a:lnTo>
                  <a:lnTo>
                    <a:pt x="7598941" y="788387"/>
                  </a:lnTo>
                  <a:lnTo>
                    <a:pt x="7685014" y="780972"/>
                  </a:lnTo>
                  <a:lnTo>
                    <a:pt x="7764055" y="772766"/>
                  </a:lnTo>
                  <a:lnTo>
                    <a:pt x="7836309" y="763678"/>
                  </a:lnTo>
                  <a:lnTo>
                    <a:pt x="7902331" y="753592"/>
                  </a:lnTo>
                  <a:lnTo>
                    <a:pt x="7962863" y="742374"/>
                  </a:lnTo>
                  <a:lnTo>
                    <a:pt x="8018730" y="729879"/>
                  </a:lnTo>
                  <a:lnTo>
                    <a:pt x="8070780" y="715967"/>
                  </a:lnTo>
                  <a:lnTo>
                    <a:pt x="8119826" y="700526"/>
                  </a:lnTo>
                  <a:lnTo>
                    <a:pt x="8151487" y="689256"/>
                  </a:lnTo>
                  <a:lnTo>
                    <a:pt x="8203818" y="668319"/>
                  </a:lnTo>
                  <a:lnTo>
                    <a:pt x="8254501" y="645244"/>
                  </a:lnTo>
                  <a:lnTo>
                    <a:pt x="8304160" y="619999"/>
                  </a:lnTo>
                  <a:lnTo>
                    <a:pt x="8353251" y="592626"/>
                  </a:lnTo>
                  <a:lnTo>
                    <a:pt x="8402093" y="563250"/>
                  </a:lnTo>
                  <a:lnTo>
                    <a:pt x="8450891" y="532085"/>
                  </a:lnTo>
                  <a:lnTo>
                    <a:pt x="8499756" y="499427"/>
                  </a:lnTo>
                  <a:lnTo>
                    <a:pt x="8548722" y="465654"/>
                  </a:lnTo>
                  <a:lnTo>
                    <a:pt x="8597768" y="431202"/>
                  </a:lnTo>
                  <a:lnTo>
                    <a:pt x="8646842" y="396548"/>
                  </a:lnTo>
                  <a:lnTo>
                    <a:pt x="8695878" y="362178"/>
                  </a:lnTo>
                  <a:lnTo>
                    <a:pt x="8744827" y="328566"/>
                  </a:lnTo>
                  <a:lnTo>
                    <a:pt x="8793676" y="296138"/>
                  </a:lnTo>
                  <a:lnTo>
                    <a:pt x="8842471" y="265258"/>
                  </a:lnTo>
                  <a:lnTo>
                    <a:pt x="8891338" y="236211"/>
                  </a:lnTo>
                  <a:lnTo>
                    <a:pt x="8940500" y="209194"/>
                  </a:lnTo>
                  <a:lnTo>
                    <a:pt x="8990297" y="184318"/>
                  </a:lnTo>
                  <a:lnTo>
                    <a:pt x="9041211" y="161611"/>
                  </a:lnTo>
                  <a:lnTo>
                    <a:pt x="9084767" y="144389"/>
                  </a:lnTo>
                  <a:lnTo>
                    <a:pt x="9132205" y="127889"/>
                  </a:lnTo>
                  <a:lnTo>
                    <a:pt x="9182150" y="112958"/>
                  </a:lnTo>
                  <a:lnTo>
                    <a:pt x="9235358" y="99524"/>
                  </a:lnTo>
                  <a:lnTo>
                    <a:pt x="9292659" y="87463"/>
                  </a:lnTo>
                  <a:lnTo>
                    <a:pt x="9354900" y="76632"/>
                  </a:lnTo>
                  <a:lnTo>
                    <a:pt x="9422889" y="66886"/>
                  </a:lnTo>
                  <a:lnTo>
                    <a:pt x="9497316" y="58099"/>
                  </a:lnTo>
                  <a:lnTo>
                    <a:pt x="9578652" y="50161"/>
                  </a:lnTo>
                  <a:lnTo>
                    <a:pt x="9667008" y="42989"/>
                  </a:lnTo>
                  <a:lnTo>
                    <a:pt x="9761957" y="36526"/>
                  </a:lnTo>
                  <a:lnTo>
                    <a:pt x="9862351" y="30741"/>
                  </a:lnTo>
                  <a:lnTo>
                    <a:pt x="9966149" y="25623"/>
                  </a:lnTo>
                  <a:lnTo>
                    <a:pt x="10070346" y="21183"/>
                  </a:lnTo>
                  <a:lnTo>
                    <a:pt x="10171079" y="17436"/>
                  </a:lnTo>
                  <a:lnTo>
                    <a:pt x="10263975" y="14391"/>
                  </a:lnTo>
                  <a:lnTo>
                    <a:pt x="10344760" y="12039"/>
                  </a:lnTo>
                  <a:lnTo>
                    <a:pt x="10410016" y="10341"/>
                  </a:lnTo>
                  <a:lnTo>
                    <a:pt x="10457893" y="9220"/>
                  </a:lnTo>
                  <a:lnTo>
                    <a:pt x="10488573" y="8572"/>
                  </a:lnTo>
                  <a:lnTo>
                    <a:pt x="10504371" y="8269"/>
                  </a:lnTo>
                  <a:lnTo>
                    <a:pt x="10509530" y="8179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8681" y="20"/>
                  </a:lnTo>
                  <a:lnTo>
                    <a:pt x="10500612" y="165"/>
                  </a:lnTo>
                  <a:lnTo>
                    <a:pt x="10480320" y="567"/>
                  </a:lnTo>
                  <a:lnTo>
                    <a:pt x="10444160" y="1357"/>
                  </a:lnTo>
                  <a:lnTo>
                    <a:pt x="10390508" y="2656"/>
                  </a:lnTo>
                  <a:lnTo>
                    <a:pt x="10319873" y="4562"/>
                  </a:lnTo>
                  <a:lnTo>
                    <a:pt x="10234688" y="7138"/>
                  </a:lnTo>
                  <a:lnTo>
                    <a:pt x="10138735" y="10413"/>
                  </a:lnTo>
                  <a:lnTo>
                    <a:pt x="10036401" y="14389"/>
                  </a:lnTo>
                  <a:lnTo>
                    <a:pt x="9931947" y="19052"/>
                  </a:lnTo>
                  <a:lnTo>
                    <a:pt x="9828980" y="24389"/>
                  </a:lnTo>
                  <a:lnTo>
                    <a:pt x="9730190" y="30394"/>
                  </a:lnTo>
                  <a:lnTo>
                    <a:pt x="9637313" y="37085"/>
                  </a:lnTo>
                  <a:lnTo>
                    <a:pt x="9551239" y="44500"/>
                  </a:lnTo>
                  <a:lnTo>
                    <a:pt x="9472198" y="52705"/>
                  </a:lnTo>
                  <a:lnTo>
                    <a:pt x="9399945" y="61794"/>
                  </a:lnTo>
                  <a:lnTo>
                    <a:pt x="9333922" y="71879"/>
                  </a:lnTo>
                  <a:lnTo>
                    <a:pt x="9273391" y="83098"/>
                  </a:lnTo>
                  <a:lnTo>
                    <a:pt x="9217523" y="95592"/>
                  </a:lnTo>
                  <a:lnTo>
                    <a:pt x="9165473" y="109505"/>
                  </a:lnTo>
                  <a:lnTo>
                    <a:pt x="9116428" y="124946"/>
                  </a:lnTo>
                  <a:lnTo>
                    <a:pt x="9084767" y="136216"/>
                  </a:lnTo>
                  <a:lnTo>
                    <a:pt x="9032435" y="157153"/>
                  </a:lnTo>
                  <a:lnTo>
                    <a:pt x="8981752" y="180228"/>
                  </a:lnTo>
                  <a:lnTo>
                    <a:pt x="8932093" y="205473"/>
                  </a:lnTo>
                  <a:lnTo>
                    <a:pt x="8883002" y="232846"/>
                  </a:lnTo>
                  <a:lnTo>
                    <a:pt x="8834160" y="262222"/>
                  </a:lnTo>
                  <a:lnTo>
                    <a:pt x="8785362" y="293387"/>
                  </a:lnTo>
                  <a:lnTo>
                    <a:pt x="8736498" y="326045"/>
                  </a:lnTo>
                  <a:lnTo>
                    <a:pt x="8687532" y="359818"/>
                  </a:lnTo>
                  <a:lnTo>
                    <a:pt x="8638485" y="394270"/>
                  </a:lnTo>
                  <a:lnTo>
                    <a:pt x="8589411" y="428924"/>
                  </a:lnTo>
                  <a:lnTo>
                    <a:pt x="8540375" y="463294"/>
                  </a:lnTo>
                  <a:lnTo>
                    <a:pt x="8491426" y="496906"/>
                  </a:lnTo>
                  <a:lnTo>
                    <a:pt x="8442577" y="529334"/>
                  </a:lnTo>
                  <a:lnTo>
                    <a:pt x="8393782" y="560214"/>
                  </a:lnTo>
                  <a:lnTo>
                    <a:pt x="8344915" y="589261"/>
                  </a:lnTo>
                  <a:lnTo>
                    <a:pt x="8295753" y="616278"/>
                  </a:lnTo>
                  <a:lnTo>
                    <a:pt x="8245957" y="641154"/>
                  </a:lnTo>
                  <a:lnTo>
                    <a:pt x="8195042" y="663861"/>
                  </a:lnTo>
                  <a:lnTo>
                    <a:pt x="8151487" y="681083"/>
                  </a:lnTo>
                  <a:lnTo>
                    <a:pt x="8104048" y="697583"/>
                  </a:lnTo>
                  <a:lnTo>
                    <a:pt x="8054104" y="712514"/>
                  </a:lnTo>
                  <a:lnTo>
                    <a:pt x="8000895" y="725948"/>
                  </a:lnTo>
                  <a:lnTo>
                    <a:pt x="7943594" y="738009"/>
                  </a:lnTo>
                  <a:lnTo>
                    <a:pt x="7881353" y="748840"/>
                  </a:lnTo>
                  <a:lnTo>
                    <a:pt x="7813364" y="758585"/>
                  </a:lnTo>
                  <a:lnTo>
                    <a:pt x="7738937" y="767373"/>
                  </a:lnTo>
                  <a:lnTo>
                    <a:pt x="7657601" y="775311"/>
                  </a:lnTo>
                  <a:lnTo>
                    <a:pt x="7569246" y="782482"/>
                  </a:lnTo>
                  <a:lnTo>
                    <a:pt x="7474296" y="788945"/>
                  </a:lnTo>
                  <a:lnTo>
                    <a:pt x="7373902" y="794731"/>
                  </a:lnTo>
                  <a:lnTo>
                    <a:pt x="7270104" y="799848"/>
                  </a:lnTo>
                  <a:lnTo>
                    <a:pt x="7165907" y="804289"/>
                  </a:lnTo>
                  <a:lnTo>
                    <a:pt x="7065175" y="808036"/>
                  </a:lnTo>
                  <a:lnTo>
                    <a:pt x="6972279" y="811081"/>
                  </a:lnTo>
                  <a:lnTo>
                    <a:pt x="6891493" y="813432"/>
                  </a:lnTo>
                  <a:lnTo>
                    <a:pt x="6826237" y="815131"/>
                  </a:lnTo>
                  <a:lnTo>
                    <a:pt x="6778360" y="816252"/>
                  </a:lnTo>
                  <a:lnTo>
                    <a:pt x="6747680" y="816900"/>
                  </a:lnTo>
                  <a:lnTo>
                    <a:pt x="6731882" y="817203"/>
                  </a:lnTo>
                  <a:lnTo>
                    <a:pt x="6726724" y="817293"/>
                  </a:lnTo>
                  <a:lnTo>
                    <a:pt x="6726343" y="817299"/>
                  </a:lnTo>
                  <a:lnTo>
                    <a:pt x="5254955" y="817299"/>
                  </a:lnTo>
                  <a:lnTo>
                    <a:pt x="5253731" y="817325"/>
                  </a:lnTo>
                  <a:lnTo>
                    <a:pt x="5245695" y="817510"/>
                  </a:lnTo>
                  <a:lnTo>
                    <a:pt x="5225484" y="818022"/>
                  </a:lnTo>
                  <a:lnTo>
                    <a:pt x="5189462" y="819029"/>
                  </a:lnTo>
                  <a:lnTo>
                    <a:pt x="5136001" y="820685"/>
                  </a:lnTo>
                  <a:lnTo>
                    <a:pt x="5065595" y="823115"/>
                  </a:lnTo>
                  <a:lnTo>
                    <a:pt x="4980651" y="826399"/>
                  </a:lnTo>
                  <a:lnTo>
                    <a:pt x="4884930" y="830575"/>
                  </a:lnTo>
                  <a:lnTo>
                    <a:pt x="4782794" y="835646"/>
                  </a:lnTo>
                  <a:lnTo>
                    <a:pt x="4678492" y="841595"/>
                  </a:lnTo>
                  <a:lnTo>
                    <a:pt x="4575628" y="848403"/>
                  </a:lnTo>
                  <a:lnTo>
                    <a:pt x="4476895" y="856065"/>
                  </a:lnTo>
                  <a:lnTo>
                    <a:pt x="4384034" y="864600"/>
                  </a:lnTo>
                  <a:lnTo>
                    <a:pt x="4297949" y="874059"/>
                  </a:lnTo>
                  <a:lnTo>
                    <a:pt x="4218876" y="884525"/>
                  </a:lnTo>
                  <a:lnTo>
                    <a:pt x="4146581" y="896114"/>
                  </a:lnTo>
                  <a:lnTo>
                    <a:pt x="4080513" y="908973"/>
                  </a:lnTo>
                  <a:lnTo>
                    <a:pt x="4019941" y="923273"/>
                  </a:lnTo>
                  <a:lnTo>
                    <a:pt x="3964041" y="939197"/>
                  </a:lnTo>
                  <a:lnTo>
                    <a:pt x="3911970" y="956926"/>
                  </a:lnTo>
                  <a:lnTo>
                    <a:pt x="3862918" y="976604"/>
                  </a:lnTo>
                  <a:lnTo>
                    <a:pt x="3829811" y="991657"/>
                  </a:lnTo>
                  <a:lnTo>
                    <a:pt x="3779376" y="1017418"/>
                  </a:lnTo>
                  <a:lnTo>
                    <a:pt x="3730495" y="1045717"/>
                  </a:lnTo>
                  <a:lnTo>
                    <a:pt x="3682600" y="1076593"/>
                  </a:lnTo>
                  <a:lnTo>
                    <a:pt x="3635270" y="1110005"/>
                  </a:lnTo>
                  <a:lnTo>
                    <a:pt x="3588208" y="1145825"/>
                  </a:lnTo>
                  <a:lnTo>
                    <a:pt x="3541213" y="1183824"/>
                  </a:lnTo>
                  <a:lnTo>
                    <a:pt x="3494173" y="1223683"/>
                  </a:lnTo>
                  <a:lnTo>
                    <a:pt x="3447040" y="1264989"/>
                  </a:lnTo>
                  <a:lnTo>
                    <a:pt x="3399823" y="1307261"/>
                  </a:lnTo>
                  <a:lnTo>
                    <a:pt x="3352562" y="1349965"/>
                  </a:lnTo>
                  <a:lnTo>
                    <a:pt x="3305314" y="1392543"/>
                  </a:lnTo>
                  <a:lnTo>
                    <a:pt x="3258132" y="1434446"/>
                  </a:lnTo>
                  <a:lnTo>
                    <a:pt x="3211042" y="1475158"/>
                  </a:lnTo>
                  <a:lnTo>
                    <a:pt x="3164032" y="1514228"/>
                  </a:lnTo>
                  <a:lnTo>
                    <a:pt x="3117026" y="1551283"/>
                  </a:lnTo>
                  <a:lnTo>
                    <a:pt x="3069874" y="1586044"/>
                  </a:lnTo>
                  <a:lnTo>
                    <a:pt x="3022334" y="1618328"/>
                  </a:lnTo>
                  <a:lnTo>
                    <a:pt x="2974056" y="1648047"/>
                  </a:lnTo>
                  <a:lnTo>
                    <a:pt x="2924557" y="1675197"/>
                  </a:lnTo>
                  <a:lnTo>
                    <a:pt x="2896531" y="1689086"/>
                  </a:lnTo>
                  <a:lnTo>
                    <a:pt x="2849162" y="1710177"/>
                  </a:lnTo>
                  <a:lnTo>
                    <a:pt x="2799296" y="1729266"/>
                  </a:lnTo>
                  <a:lnTo>
                    <a:pt x="2746178" y="1746443"/>
                  </a:lnTo>
                  <a:lnTo>
                    <a:pt x="2688982" y="1761867"/>
                  </a:lnTo>
                  <a:lnTo>
                    <a:pt x="2626865" y="1775721"/>
                  </a:lnTo>
                  <a:lnTo>
                    <a:pt x="2559023" y="1788187"/>
                  </a:lnTo>
                  <a:lnTo>
                    <a:pt x="2484766" y="1799430"/>
                  </a:lnTo>
                  <a:lnTo>
                    <a:pt x="2403622" y="1809586"/>
                  </a:lnTo>
                  <a:lnTo>
                    <a:pt x="2315479" y="1818765"/>
                  </a:lnTo>
                  <a:lnTo>
                    <a:pt x="2220750" y="1827037"/>
                  </a:lnTo>
                  <a:lnTo>
                    <a:pt x="2120570" y="1834445"/>
                  </a:lnTo>
                  <a:lnTo>
                    <a:pt x="2016955" y="1841000"/>
                  </a:lnTo>
                  <a:lnTo>
                    <a:pt x="1912883" y="1846691"/>
                  </a:lnTo>
                  <a:lnTo>
                    <a:pt x="1812187" y="1851498"/>
                  </a:lnTo>
                  <a:lnTo>
                    <a:pt x="1719216" y="1855409"/>
                  </a:lnTo>
                  <a:lnTo>
                    <a:pt x="1638234" y="1858434"/>
                  </a:lnTo>
                  <a:lnTo>
                    <a:pt x="1572675" y="1860624"/>
                  </a:lnTo>
                  <a:lnTo>
                    <a:pt x="1524423" y="1862073"/>
                  </a:lnTo>
                  <a:lnTo>
                    <a:pt x="1493350" y="1862916"/>
                  </a:lnTo>
                  <a:lnTo>
                    <a:pt x="1477208" y="1863313"/>
                  </a:lnTo>
                  <a:lnTo>
                    <a:pt x="1471821" y="1863434"/>
                  </a:lnTo>
                  <a:lnTo>
                    <a:pt x="1471387" y="1863443"/>
                  </a:lnTo>
                  <a:lnTo>
                    <a:pt x="0" y="1863443"/>
                  </a:lnTo>
                  <a:close/>
                </a:path>
              </a:pathLst>
            </a:custGeom>
            <a:solidFill>
              <a:srgbClr val="8BC34A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620" name="pl1620"/>
            <p:cNvSpPr/>
            <p:nvPr/>
          </p:nvSpPr>
          <p:spPr>
            <a:xfrm>
              <a:off x="4799595" y="7652340"/>
              <a:ext cx="11981298" cy="1863443"/>
            </a:xfrm>
            <a:custGeom>
              <a:avLst/>
              <a:pathLst>
                <a:path w="11981298" h="1863443">
                  <a:moveTo>
                    <a:pt x="0" y="1863443"/>
                  </a:moveTo>
                  <a:lnTo>
                    <a:pt x="1471387" y="1863443"/>
                  </a:lnTo>
                  <a:lnTo>
                    <a:pt x="1472611" y="1863417"/>
                  </a:lnTo>
                  <a:lnTo>
                    <a:pt x="1480647" y="1863232"/>
                  </a:lnTo>
                  <a:lnTo>
                    <a:pt x="1500858" y="1862720"/>
                  </a:lnTo>
                  <a:lnTo>
                    <a:pt x="1536880" y="1861714"/>
                  </a:lnTo>
                  <a:lnTo>
                    <a:pt x="1590341" y="1860057"/>
                  </a:lnTo>
                  <a:lnTo>
                    <a:pt x="1660747" y="1857628"/>
                  </a:lnTo>
                  <a:lnTo>
                    <a:pt x="1745691" y="1854344"/>
                  </a:lnTo>
                  <a:lnTo>
                    <a:pt x="1841412" y="1850167"/>
                  </a:lnTo>
                  <a:lnTo>
                    <a:pt x="1943548" y="1845096"/>
                  </a:lnTo>
                  <a:lnTo>
                    <a:pt x="2047850" y="1839148"/>
                  </a:lnTo>
                  <a:lnTo>
                    <a:pt x="2150714" y="1832340"/>
                  </a:lnTo>
                  <a:lnTo>
                    <a:pt x="2249447" y="1824678"/>
                  </a:lnTo>
                  <a:lnTo>
                    <a:pt x="2342308" y="1816143"/>
                  </a:lnTo>
                  <a:lnTo>
                    <a:pt x="2428393" y="1806684"/>
                  </a:lnTo>
                  <a:lnTo>
                    <a:pt x="2507466" y="1796218"/>
                  </a:lnTo>
                  <a:lnTo>
                    <a:pt x="2579761" y="1784628"/>
                  </a:lnTo>
                  <a:lnTo>
                    <a:pt x="2645829" y="1771769"/>
                  </a:lnTo>
                  <a:lnTo>
                    <a:pt x="2706401" y="1757470"/>
                  </a:lnTo>
                  <a:lnTo>
                    <a:pt x="2762301" y="1741545"/>
                  </a:lnTo>
                  <a:lnTo>
                    <a:pt x="2814372" y="1723816"/>
                  </a:lnTo>
                  <a:lnTo>
                    <a:pt x="2863424" y="1704139"/>
                  </a:lnTo>
                  <a:lnTo>
                    <a:pt x="2896531" y="1689086"/>
                  </a:lnTo>
                  <a:lnTo>
                    <a:pt x="2946966" y="1663324"/>
                  </a:lnTo>
                  <a:lnTo>
                    <a:pt x="2995847" y="1635025"/>
                  </a:lnTo>
                  <a:lnTo>
                    <a:pt x="3043743" y="1604150"/>
                  </a:lnTo>
                  <a:lnTo>
                    <a:pt x="3091072" y="1570737"/>
                  </a:lnTo>
                  <a:lnTo>
                    <a:pt x="3138134" y="1534918"/>
                  </a:lnTo>
                  <a:lnTo>
                    <a:pt x="3185129" y="1496918"/>
                  </a:lnTo>
                  <a:lnTo>
                    <a:pt x="3232169" y="1457060"/>
                  </a:lnTo>
                  <a:lnTo>
                    <a:pt x="3279302" y="1415753"/>
                  </a:lnTo>
                  <a:lnTo>
                    <a:pt x="3326519" y="1373481"/>
                  </a:lnTo>
                  <a:lnTo>
                    <a:pt x="3373780" y="1330777"/>
                  </a:lnTo>
                  <a:lnTo>
                    <a:pt x="3421028" y="1288199"/>
                  </a:lnTo>
                  <a:lnTo>
                    <a:pt x="3468210" y="1246297"/>
                  </a:lnTo>
                  <a:lnTo>
                    <a:pt x="3515300" y="1205584"/>
                  </a:lnTo>
                  <a:lnTo>
                    <a:pt x="3562310" y="1166515"/>
                  </a:lnTo>
                  <a:lnTo>
                    <a:pt x="3609316" y="1129460"/>
                  </a:lnTo>
                  <a:lnTo>
                    <a:pt x="3656468" y="1094699"/>
                  </a:lnTo>
                  <a:lnTo>
                    <a:pt x="3704008" y="1062414"/>
                  </a:lnTo>
                  <a:lnTo>
                    <a:pt x="3752286" y="1032696"/>
                  </a:lnTo>
                  <a:lnTo>
                    <a:pt x="3801785" y="1005545"/>
                  </a:lnTo>
                  <a:lnTo>
                    <a:pt x="3829811" y="991657"/>
                  </a:lnTo>
                  <a:lnTo>
                    <a:pt x="3877180" y="970566"/>
                  </a:lnTo>
                  <a:lnTo>
                    <a:pt x="3927046" y="951477"/>
                  </a:lnTo>
                  <a:lnTo>
                    <a:pt x="3980164" y="934300"/>
                  </a:lnTo>
                  <a:lnTo>
                    <a:pt x="4037360" y="918876"/>
                  </a:lnTo>
                  <a:lnTo>
                    <a:pt x="4099477" y="905022"/>
                  </a:lnTo>
                  <a:lnTo>
                    <a:pt x="4167319" y="892555"/>
                  </a:lnTo>
                  <a:lnTo>
                    <a:pt x="4241576" y="881313"/>
                  </a:lnTo>
                  <a:lnTo>
                    <a:pt x="4322720" y="871156"/>
                  </a:lnTo>
                  <a:lnTo>
                    <a:pt x="4410863" y="861978"/>
                  </a:lnTo>
                  <a:lnTo>
                    <a:pt x="4505592" y="853705"/>
                  </a:lnTo>
                  <a:lnTo>
                    <a:pt x="4605772" y="846297"/>
                  </a:lnTo>
                  <a:lnTo>
                    <a:pt x="4709387" y="839742"/>
                  </a:lnTo>
                  <a:lnTo>
                    <a:pt x="4813459" y="834051"/>
                  </a:lnTo>
                  <a:lnTo>
                    <a:pt x="4914155" y="829244"/>
                  </a:lnTo>
                  <a:lnTo>
                    <a:pt x="5007126" y="825334"/>
                  </a:lnTo>
                  <a:lnTo>
                    <a:pt x="5088108" y="822309"/>
                  </a:lnTo>
                  <a:lnTo>
                    <a:pt x="5153667" y="820119"/>
                  </a:lnTo>
                  <a:lnTo>
                    <a:pt x="5201919" y="818669"/>
                  </a:lnTo>
                  <a:lnTo>
                    <a:pt x="5232992" y="817826"/>
                  </a:lnTo>
                  <a:lnTo>
                    <a:pt x="5249134" y="817429"/>
                  </a:lnTo>
                  <a:lnTo>
                    <a:pt x="5254521" y="817308"/>
                  </a:lnTo>
                  <a:lnTo>
                    <a:pt x="5254955" y="817299"/>
                  </a:lnTo>
                  <a:lnTo>
                    <a:pt x="6726343" y="817299"/>
                  </a:lnTo>
                  <a:lnTo>
                    <a:pt x="6727572" y="817279"/>
                  </a:lnTo>
                  <a:lnTo>
                    <a:pt x="6735641" y="817134"/>
                  </a:lnTo>
                  <a:lnTo>
                    <a:pt x="6755934" y="816732"/>
                  </a:lnTo>
                  <a:lnTo>
                    <a:pt x="6792093" y="815942"/>
                  </a:lnTo>
                  <a:lnTo>
                    <a:pt x="6845746" y="814643"/>
                  </a:lnTo>
                  <a:lnTo>
                    <a:pt x="6916380" y="812737"/>
                  </a:lnTo>
                  <a:lnTo>
                    <a:pt x="7001566" y="810161"/>
                  </a:lnTo>
                  <a:lnTo>
                    <a:pt x="7097518" y="806886"/>
                  </a:lnTo>
                  <a:lnTo>
                    <a:pt x="7199852" y="802910"/>
                  </a:lnTo>
                  <a:lnTo>
                    <a:pt x="7304307" y="798246"/>
                  </a:lnTo>
                  <a:lnTo>
                    <a:pt x="7407274" y="792910"/>
                  </a:lnTo>
                  <a:lnTo>
                    <a:pt x="7506063" y="786904"/>
                  </a:lnTo>
                  <a:lnTo>
                    <a:pt x="7598941" y="780214"/>
                  </a:lnTo>
                  <a:lnTo>
                    <a:pt x="7685014" y="772799"/>
                  </a:lnTo>
                  <a:lnTo>
                    <a:pt x="7764055" y="764593"/>
                  </a:lnTo>
                  <a:lnTo>
                    <a:pt x="7836309" y="755505"/>
                  </a:lnTo>
                  <a:lnTo>
                    <a:pt x="7902331" y="745419"/>
                  </a:lnTo>
                  <a:lnTo>
                    <a:pt x="7962863" y="734201"/>
                  </a:lnTo>
                  <a:lnTo>
                    <a:pt x="8018730" y="721706"/>
                  </a:lnTo>
                  <a:lnTo>
                    <a:pt x="8070780" y="707794"/>
                  </a:lnTo>
                  <a:lnTo>
                    <a:pt x="8119826" y="692353"/>
                  </a:lnTo>
                  <a:lnTo>
                    <a:pt x="8151487" y="681083"/>
                  </a:lnTo>
                  <a:lnTo>
                    <a:pt x="8203818" y="660146"/>
                  </a:lnTo>
                  <a:lnTo>
                    <a:pt x="8254501" y="637071"/>
                  </a:lnTo>
                  <a:lnTo>
                    <a:pt x="8304160" y="611826"/>
                  </a:lnTo>
                  <a:lnTo>
                    <a:pt x="8353251" y="584453"/>
                  </a:lnTo>
                  <a:lnTo>
                    <a:pt x="8402093" y="555077"/>
                  </a:lnTo>
                  <a:lnTo>
                    <a:pt x="8450891" y="523912"/>
                  </a:lnTo>
                  <a:lnTo>
                    <a:pt x="8499756" y="491254"/>
                  </a:lnTo>
                  <a:lnTo>
                    <a:pt x="8548722" y="457481"/>
                  </a:lnTo>
                  <a:lnTo>
                    <a:pt x="8597768" y="423029"/>
                  </a:lnTo>
                  <a:lnTo>
                    <a:pt x="8646842" y="388375"/>
                  </a:lnTo>
                  <a:lnTo>
                    <a:pt x="8695878" y="354005"/>
                  </a:lnTo>
                  <a:lnTo>
                    <a:pt x="8744827" y="320393"/>
                  </a:lnTo>
                  <a:lnTo>
                    <a:pt x="8793676" y="287965"/>
                  </a:lnTo>
                  <a:lnTo>
                    <a:pt x="8842471" y="257085"/>
                  </a:lnTo>
                  <a:lnTo>
                    <a:pt x="8891338" y="228038"/>
                  </a:lnTo>
                  <a:lnTo>
                    <a:pt x="8940500" y="201021"/>
                  </a:lnTo>
                  <a:lnTo>
                    <a:pt x="8990297" y="176145"/>
                  </a:lnTo>
                  <a:lnTo>
                    <a:pt x="9041211" y="153438"/>
                  </a:lnTo>
                  <a:lnTo>
                    <a:pt x="9084767" y="136216"/>
                  </a:lnTo>
                  <a:lnTo>
                    <a:pt x="9132205" y="119716"/>
                  </a:lnTo>
                  <a:lnTo>
                    <a:pt x="9182150" y="104785"/>
                  </a:lnTo>
                  <a:lnTo>
                    <a:pt x="9235358" y="91351"/>
                  </a:lnTo>
                  <a:lnTo>
                    <a:pt x="9292659" y="79290"/>
                  </a:lnTo>
                  <a:lnTo>
                    <a:pt x="9354900" y="68459"/>
                  </a:lnTo>
                  <a:lnTo>
                    <a:pt x="9422889" y="58713"/>
                  </a:lnTo>
                  <a:lnTo>
                    <a:pt x="9497316" y="49926"/>
                  </a:lnTo>
                  <a:lnTo>
                    <a:pt x="9578652" y="41988"/>
                  </a:lnTo>
                  <a:lnTo>
                    <a:pt x="9667008" y="34816"/>
                  </a:lnTo>
                  <a:lnTo>
                    <a:pt x="9761957" y="28353"/>
                  </a:lnTo>
                  <a:lnTo>
                    <a:pt x="9862351" y="22568"/>
                  </a:lnTo>
                  <a:lnTo>
                    <a:pt x="9966149" y="17450"/>
                  </a:lnTo>
                  <a:lnTo>
                    <a:pt x="10070346" y="13010"/>
                  </a:lnTo>
                  <a:lnTo>
                    <a:pt x="10171079" y="9263"/>
                  </a:lnTo>
                  <a:lnTo>
                    <a:pt x="10263975" y="6218"/>
                  </a:lnTo>
                  <a:lnTo>
                    <a:pt x="10344760" y="3866"/>
                  </a:lnTo>
                  <a:lnTo>
                    <a:pt x="10410016" y="2168"/>
                  </a:lnTo>
                  <a:lnTo>
                    <a:pt x="10457893" y="1047"/>
                  </a:lnTo>
                  <a:lnTo>
                    <a:pt x="10488573" y="399"/>
                  </a:lnTo>
                  <a:lnTo>
                    <a:pt x="10504371" y="96"/>
                  </a:lnTo>
                  <a:lnTo>
                    <a:pt x="10509530" y="6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21" name="pl1621"/>
            <p:cNvSpPr/>
            <p:nvPr/>
          </p:nvSpPr>
          <p:spPr>
            <a:xfrm>
              <a:off x="4799595" y="7644167"/>
              <a:ext cx="11981298" cy="1863443"/>
            </a:xfrm>
            <a:custGeom>
              <a:avLst/>
              <a:pathLst>
                <a:path w="11981298" h="1863443">
                  <a:moveTo>
                    <a:pt x="11981298" y="0"/>
                  </a:moveTo>
                  <a:lnTo>
                    <a:pt x="10509911" y="0"/>
                  </a:lnTo>
                  <a:lnTo>
                    <a:pt x="10508681" y="20"/>
                  </a:lnTo>
                  <a:lnTo>
                    <a:pt x="10500612" y="165"/>
                  </a:lnTo>
                  <a:lnTo>
                    <a:pt x="10480320" y="567"/>
                  </a:lnTo>
                  <a:lnTo>
                    <a:pt x="10444160" y="1357"/>
                  </a:lnTo>
                  <a:lnTo>
                    <a:pt x="10390508" y="2656"/>
                  </a:lnTo>
                  <a:lnTo>
                    <a:pt x="10319873" y="4562"/>
                  </a:lnTo>
                  <a:lnTo>
                    <a:pt x="10234688" y="7138"/>
                  </a:lnTo>
                  <a:lnTo>
                    <a:pt x="10138735" y="10413"/>
                  </a:lnTo>
                  <a:lnTo>
                    <a:pt x="10036401" y="14389"/>
                  </a:lnTo>
                  <a:lnTo>
                    <a:pt x="9931947" y="19052"/>
                  </a:lnTo>
                  <a:lnTo>
                    <a:pt x="9828980" y="24389"/>
                  </a:lnTo>
                  <a:lnTo>
                    <a:pt x="9730190" y="30394"/>
                  </a:lnTo>
                  <a:lnTo>
                    <a:pt x="9637313" y="37085"/>
                  </a:lnTo>
                  <a:lnTo>
                    <a:pt x="9551239" y="44500"/>
                  </a:lnTo>
                  <a:lnTo>
                    <a:pt x="9472198" y="52705"/>
                  </a:lnTo>
                  <a:lnTo>
                    <a:pt x="9399945" y="61794"/>
                  </a:lnTo>
                  <a:lnTo>
                    <a:pt x="9333922" y="71879"/>
                  </a:lnTo>
                  <a:lnTo>
                    <a:pt x="9273391" y="83098"/>
                  </a:lnTo>
                  <a:lnTo>
                    <a:pt x="9217523" y="95592"/>
                  </a:lnTo>
                  <a:lnTo>
                    <a:pt x="9165473" y="109505"/>
                  </a:lnTo>
                  <a:lnTo>
                    <a:pt x="9116428" y="124946"/>
                  </a:lnTo>
                  <a:lnTo>
                    <a:pt x="9084767" y="136216"/>
                  </a:lnTo>
                  <a:lnTo>
                    <a:pt x="9032435" y="157153"/>
                  </a:lnTo>
                  <a:lnTo>
                    <a:pt x="8981752" y="180228"/>
                  </a:lnTo>
                  <a:lnTo>
                    <a:pt x="8932093" y="205473"/>
                  </a:lnTo>
                  <a:lnTo>
                    <a:pt x="8883002" y="232846"/>
                  </a:lnTo>
                  <a:lnTo>
                    <a:pt x="8834160" y="262222"/>
                  </a:lnTo>
                  <a:lnTo>
                    <a:pt x="8785362" y="293387"/>
                  </a:lnTo>
                  <a:lnTo>
                    <a:pt x="8736498" y="326045"/>
                  </a:lnTo>
                  <a:lnTo>
                    <a:pt x="8687532" y="359818"/>
                  </a:lnTo>
                  <a:lnTo>
                    <a:pt x="8638485" y="394270"/>
                  </a:lnTo>
                  <a:lnTo>
                    <a:pt x="8589411" y="428924"/>
                  </a:lnTo>
                  <a:lnTo>
                    <a:pt x="8540375" y="463294"/>
                  </a:lnTo>
                  <a:lnTo>
                    <a:pt x="8491426" y="496906"/>
                  </a:lnTo>
                  <a:lnTo>
                    <a:pt x="8442577" y="529334"/>
                  </a:lnTo>
                  <a:lnTo>
                    <a:pt x="8393782" y="560214"/>
                  </a:lnTo>
                  <a:lnTo>
                    <a:pt x="8344915" y="589261"/>
                  </a:lnTo>
                  <a:lnTo>
                    <a:pt x="8295753" y="616278"/>
                  </a:lnTo>
                  <a:lnTo>
                    <a:pt x="8245957" y="641154"/>
                  </a:lnTo>
                  <a:lnTo>
                    <a:pt x="8195042" y="663861"/>
                  </a:lnTo>
                  <a:lnTo>
                    <a:pt x="8151487" y="681083"/>
                  </a:lnTo>
                  <a:lnTo>
                    <a:pt x="8104048" y="697583"/>
                  </a:lnTo>
                  <a:lnTo>
                    <a:pt x="8054104" y="712514"/>
                  </a:lnTo>
                  <a:lnTo>
                    <a:pt x="8000895" y="725948"/>
                  </a:lnTo>
                  <a:lnTo>
                    <a:pt x="7943594" y="738009"/>
                  </a:lnTo>
                  <a:lnTo>
                    <a:pt x="7881353" y="748840"/>
                  </a:lnTo>
                  <a:lnTo>
                    <a:pt x="7813364" y="758585"/>
                  </a:lnTo>
                  <a:lnTo>
                    <a:pt x="7738937" y="767373"/>
                  </a:lnTo>
                  <a:lnTo>
                    <a:pt x="7657601" y="775311"/>
                  </a:lnTo>
                  <a:lnTo>
                    <a:pt x="7569246" y="782482"/>
                  </a:lnTo>
                  <a:lnTo>
                    <a:pt x="7474296" y="788945"/>
                  </a:lnTo>
                  <a:lnTo>
                    <a:pt x="7373902" y="794731"/>
                  </a:lnTo>
                  <a:lnTo>
                    <a:pt x="7270104" y="799848"/>
                  </a:lnTo>
                  <a:lnTo>
                    <a:pt x="7165907" y="804289"/>
                  </a:lnTo>
                  <a:lnTo>
                    <a:pt x="7065175" y="808036"/>
                  </a:lnTo>
                  <a:lnTo>
                    <a:pt x="6972279" y="811081"/>
                  </a:lnTo>
                  <a:lnTo>
                    <a:pt x="6891493" y="813432"/>
                  </a:lnTo>
                  <a:lnTo>
                    <a:pt x="6826237" y="815131"/>
                  </a:lnTo>
                  <a:lnTo>
                    <a:pt x="6778360" y="816252"/>
                  </a:lnTo>
                  <a:lnTo>
                    <a:pt x="6747680" y="816900"/>
                  </a:lnTo>
                  <a:lnTo>
                    <a:pt x="6731882" y="817203"/>
                  </a:lnTo>
                  <a:lnTo>
                    <a:pt x="6726724" y="817293"/>
                  </a:lnTo>
                  <a:lnTo>
                    <a:pt x="6726343" y="817299"/>
                  </a:lnTo>
                  <a:lnTo>
                    <a:pt x="5254955" y="817299"/>
                  </a:lnTo>
                  <a:lnTo>
                    <a:pt x="5253731" y="817325"/>
                  </a:lnTo>
                  <a:lnTo>
                    <a:pt x="5245695" y="817510"/>
                  </a:lnTo>
                  <a:lnTo>
                    <a:pt x="5225484" y="818022"/>
                  </a:lnTo>
                  <a:lnTo>
                    <a:pt x="5189462" y="819029"/>
                  </a:lnTo>
                  <a:lnTo>
                    <a:pt x="5136001" y="820685"/>
                  </a:lnTo>
                  <a:lnTo>
                    <a:pt x="5065595" y="823115"/>
                  </a:lnTo>
                  <a:lnTo>
                    <a:pt x="4980651" y="826399"/>
                  </a:lnTo>
                  <a:lnTo>
                    <a:pt x="4884930" y="830575"/>
                  </a:lnTo>
                  <a:lnTo>
                    <a:pt x="4782794" y="835646"/>
                  </a:lnTo>
                  <a:lnTo>
                    <a:pt x="4678492" y="841595"/>
                  </a:lnTo>
                  <a:lnTo>
                    <a:pt x="4575628" y="848403"/>
                  </a:lnTo>
                  <a:lnTo>
                    <a:pt x="4476895" y="856065"/>
                  </a:lnTo>
                  <a:lnTo>
                    <a:pt x="4384034" y="864600"/>
                  </a:lnTo>
                  <a:lnTo>
                    <a:pt x="4297949" y="874059"/>
                  </a:lnTo>
                  <a:lnTo>
                    <a:pt x="4218876" y="884525"/>
                  </a:lnTo>
                  <a:lnTo>
                    <a:pt x="4146581" y="896114"/>
                  </a:lnTo>
                  <a:lnTo>
                    <a:pt x="4080513" y="908973"/>
                  </a:lnTo>
                  <a:lnTo>
                    <a:pt x="4019941" y="923273"/>
                  </a:lnTo>
                  <a:lnTo>
                    <a:pt x="3964041" y="939197"/>
                  </a:lnTo>
                  <a:lnTo>
                    <a:pt x="3911970" y="956926"/>
                  </a:lnTo>
                  <a:lnTo>
                    <a:pt x="3862918" y="976604"/>
                  </a:lnTo>
                  <a:lnTo>
                    <a:pt x="3829811" y="991657"/>
                  </a:lnTo>
                  <a:lnTo>
                    <a:pt x="3779376" y="1017418"/>
                  </a:lnTo>
                  <a:lnTo>
                    <a:pt x="3730495" y="1045717"/>
                  </a:lnTo>
                  <a:lnTo>
                    <a:pt x="3682600" y="1076593"/>
                  </a:lnTo>
                  <a:lnTo>
                    <a:pt x="3635270" y="1110005"/>
                  </a:lnTo>
                  <a:lnTo>
                    <a:pt x="3588208" y="1145825"/>
                  </a:lnTo>
                  <a:lnTo>
                    <a:pt x="3541213" y="1183824"/>
                  </a:lnTo>
                  <a:lnTo>
                    <a:pt x="3494173" y="1223683"/>
                  </a:lnTo>
                  <a:lnTo>
                    <a:pt x="3447040" y="1264989"/>
                  </a:lnTo>
                  <a:lnTo>
                    <a:pt x="3399823" y="1307261"/>
                  </a:lnTo>
                  <a:lnTo>
                    <a:pt x="3352562" y="1349965"/>
                  </a:lnTo>
                  <a:lnTo>
                    <a:pt x="3305314" y="1392543"/>
                  </a:lnTo>
                  <a:lnTo>
                    <a:pt x="3258132" y="1434446"/>
                  </a:lnTo>
                  <a:lnTo>
                    <a:pt x="3211042" y="1475158"/>
                  </a:lnTo>
                  <a:lnTo>
                    <a:pt x="3164032" y="1514228"/>
                  </a:lnTo>
                  <a:lnTo>
                    <a:pt x="3117026" y="1551283"/>
                  </a:lnTo>
                  <a:lnTo>
                    <a:pt x="3069874" y="1586044"/>
                  </a:lnTo>
                  <a:lnTo>
                    <a:pt x="3022334" y="1618328"/>
                  </a:lnTo>
                  <a:lnTo>
                    <a:pt x="2974056" y="1648047"/>
                  </a:lnTo>
                  <a:lnTo>
                    <a:pt x="2924557" y="1675197"/>
                  </a:lnTo>
                  <a:lnTo>
                    <a:pt x="2896531" y="1689086"/>
                  </a:lnTo>
                  <a:lnTo>
                    <a:pt x="2849162" y="1710177"/>
                  </a:lnTo>
                  <a:lnTo>
                    <a:pt x="2799296" y="1729266"/>
                  </a:lnTo>
                  <a:lnTo>
                    <a:pt x="2746178" y="1746443"/>
                  </a:lnTo>
                  <a:lnTo>
                    <a:pt x="2688982" y="1761867"/>
                  </a:lnTo>
                  <a:lnTo>
                    <a:pt x="2626865" y="1775721"/>
                  </a:lnTo>
                  <a:lnTo>
                    <a:pt x="2559023" y="1788187"/>
                  </a:lnTo>
                  <a:lnTo>
                    <a:pt x="2484766" y="1799430"/>
                  </a:lnTo>
                  <a:lnTo>
                    <a:pt x="2403622" y="1809586"/>
                  </a:lnTo>
                  <a:lnTo>
                    <a:pt x="2315479" y="1818765"/>
                  </a:lnTo>
                  <a:lnTo>
                    <a:pt x="2220750" y="1827037"/>
                  </a:lnTo>
                  <a:lnTo>
                    <a:pt x="2120570" y="1834445"/>
                  </a:lnTo>
                  <a:lnTo>
                    <a:pt x="2016955" y="1841000"/>
                  </a:lnTo>
                  <a:lnTo>
                    <a:pt x="1912883" y="1846691"/>
                  </a:lnTo>
                  <a:lnTo>
                    <a:pt x="1812187" y="1851498"/>
                  </a:lnTo>
                  <a:lnTo>
                    <a:pt x="1719216" y="1855409"/>
                  </a:lnTo>
                  <a:lnTo>
                    <a:pt x="1638234" y="1858434"/>
                  </a:lnTo>
                  <a:lnTo>
                    <a:pt x="1572675" y="1860624"/>
                  </a:lnTo>
                  <a:lnTo>
                    <a:pt x="1524423" y="1862073"/>
                  </a:lnTo>
                  <a:lnTo>
                    <a:pt x="1493350" y="1862916"/>
                  </a:lnTo>
                  <a:lnTo>
                    <a:pt x="1477208" y="1863313"/>
                  </a:lnTo>
                  <a:lnTo>
                    <a:pt x="1471821" y="1863434"/>
                  </a:lnTo>
                  <a:lnTo>
                    <a:pt x="1471387" y="1863443"/>
                  </a:lnTo>
                  <a:lnTo>
                    <a:pt x="0" y="186344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22" name="pg1622"/>
            <p:cNvSpPr/>
            <p:nvPr/>
          </p:nvSpPr>
          <p:spPr>
            <a:xfrm>
              <a:off x="4799595" y="3010077"/>
              <a:ext cx="11981298" cy="6276862"/>
            </a:xfrm>
            <a:custGeom>
              <a:avLst/>
              <a:pathLst>
                <a:path w="11981298" h="6276862">
                  <a:moveTo>
                    <a:pt x="0" y="6276862"/>
                  </a:moveTo>
                  <a:lnTo>
                    <a:pt x="1471387" y="6276862"/>
                  </a:lnTo>
                  <a:lnTo>
                    <a:pt x="1472199" y="6276763"/>
                  </a:lnTo>
                  <a:lnTo>
                    <a:pt x="1477571" y="6276058"/>
                  </a:lnTo>
                  <a:lnTo>
                    <a:pt x="1491240" y="6274113"/>
                  </a:lnTo>
                  <a:lnTo>
                    <a:pt x="1515996" y="6270275"/>
                  </a:lnTo>
                  <a:lnTo>
                    <a:pt x="1553536" y="6263920"/>
                  </a:lnTo>
                  <a:lnTo>
                    <a:pt x="1604352" y="6254498"/>
                  </a:lnTo>
                  <a:lnTo>
                    <a:pt x="1667730" y="6241576"/>
                  </a:lnTo>
                  <a:lnTo>
                    <a:pt x="1741908" y="6224870"/>
                  </a:lnTo>
                  <a:lnTo>
                    <a:pt x="1824381" y="6204241"/>
                  </a:lnTo>
                  <a:lnTo>
                    <a:pt x="1912282" y="6179669"/>
                  </a:lnTo>
                  <a:lnTo>
                    <a:pt x="2002747" y="6151210"/>
                  </a:lnTo>
                  <a:lnTo>
                    <a:pt x="2093213" y="6118941"/>
                  </a:lnTo>
                  <a:lnTo>
                    <a:pt x="2181594" y="6082918"/>
                  </a:lnTo>
                  <a:lnTo>
                    <a:pt x="2266357" y="6043129"/>
                  </a:lnTo>
                  <a:lnTo>
                    <a:pt x="2346500" y="5999473"/>
                  </a:lnTo>
                  <a:lnTo>
                    <a:pt x="2421489" y="5951745"/>
                  </a:lnTo>
                  <a:lnTo>
                    <a:pt x="2491165" y="5899627"/>
                  </a:lnTo>
                  <a:lnTo>
                    <a:pt x="2555646" y="5842693"/>
                  </a:lnTo>
                  <a:lnTo>
                    <a:pt x="2615250" y="5780412"/>
                  </a:lnTo>
                  <a:lnTo>
                    <a:pt x="2670419" y="5712165"/>
                  </a:lnTo>
                  <a:lnTo>
                    <a:pt x="2721672" y="5637268"/>
                  </a:lnTo>
                  <a:lnTo>
                    <a:pt x="2769559" y="5555008"/>
                  </a:lnTo>
                  <a:lnTo>
                    <a:pt x="2814636" y="5464712"/>
                  </a:lnTo>
                  <a:lnTo>
                    <a:pt x="2857433" y="5365837"/>
                  </a:lnTo>
                  <a:lnTo>
                    <a:pt x="2896531" y="5263410"/>
                  </a:lnTo>
                  <a:lnTo>
                    <a:pt x="2923457" y="5185971"/>
                  </a:lnTo>
                  <a:lnTo>
                    <a:pt x="2949859" y="5104466"/>
                  </a:lnTo>
                  <a:lnTo>
                    <a:pt x="2975840" y="5018817"/>
                  </a:lnTo>
                  <a:lnTo>
                    <a:pt x="3001488" y="4928978"/>
                  </a:lnTo>
                  <a:lnTo>
                    <a:pt x="3026877" y="4834936"/>
                  </a:lnTo>
                  <a:lnTo>
                    <a:pt x="3052073" y="4736717"/>
                  </a:lnTo>
                  <a:lnTo>
                    <a:pt x="3077128" y="4634385"/>
                  </a:lnTo>
                  <a:lnTo>
                    <a:pt x="3102090" y="4528046"/>
                  </a:lnTo>
                  <a:lnTo>
                    <a:pt x="3126993" y="4417853"/>
                  </a:lnTo>
                  <a:lnTo>
                    <a:pt x="3151869" y="4303999"/>
                  </a:lnTo>
                  <a:lnTo>
                    <a:pt x="3176738" y="4186723"/>
                  </a:lnTo>
                  <a:lnTo>
                    <a:pt x="3201616" y="4066308"/>
                  </a:lnTo>
                  <a:lnTo>
                    <a:pt x="3226516" y="3943077"/>
                  </a:lnTo>
                  <a:lnTo>
                    <a:pt x="3251441" y="3817394"/>
                  </a:lnTo>
                  <a:lnTo>
                    <a:pt x="3276394" y="3689656"/>
                  </a:lnTo>
                  <a:lnTo>
                    <a:pt x="3301371" y="3560290"/>
                  </a:lnTo>
                  <a:lnTo>
                    <a:pt x="3326368" y="3429747"/>
                  </a:lnTo>
                  <a:lnTo>
                    <a:pt x="3351378" y="3298496"/>
                  </a:lnTo>
                  <a:lnTo>
                    <a:pt x="3376392" y="3167017"/>
                  </a:lnTo>
                  <a:lnTo>
                    <a:pt x="3401401" y="3035794"/>
                  </a:lnTo>
                  <a:lnTo>
                    <a:pt x="3426397" y="2905306"/>
                  </a:lnTo>
                  <a:lnTo>
                    <a:pt x="3451373" y="2776021"/>
                  </a:lnTo>
                  <a:lnTo>
                    <a:pt x="3476324" y="2648388"/>
                  </a:lnTo>
                  <a:lnTo>
                    <a:pt x="3501248" y="2522835"/>
                  </a:lnTo>
                  <a:lnTo>
                    <a:pt x="3526146" y="2399756"/>
                  </a:lnTo>
                  <a:lnTo>
                    <a:pt x="3551024" y="2279512"/>
                  </a:lnTo>
                  <a:lnTo>
                    <a:pt x="3575893" y="2162424"/>
                  </a:lnTo>
                  <a:lnTo>
                    <a:pt x="3600769" y="2048772"/>
                  </a:lnTo>
                  <a:lnTo>
                    <a:pt x="3625675" y="1938794"/>
                  </a:lnTo>
                  <a:lnTo>
                    <a:pt x="3650640" y="1832681"/>
                  </a:lnTo>
                  <a:lnTo>
                    <a:pt x="3675703" y="1730581"/>
                  </a:lnTo>
                  <a:lnTo>
                    <a:pt x="3700908" y="1632598"/>
                  </a:lnTo>
                  <a:lnTo>
                    <a:pt x="3726310" y="1538796"/>
                  </a:lnTo>
                  <a:lnTo>
                    <a:pt x="3751975" y="1449197"/>
                  </a:lnTo>
                  <a:lnTo>
                    <a:pt x="3777977" y="1363786"/>
                  </a:lnTo>
                  <a:lnTo>
                    <a:pt x="3804407" y="1282516"/>
                  </a:lnTo>
                  <a:lnTo>
                    <a:pt x="3829811" y="1209603"/>
                  </a:lnTo>
                  <a:lnTo>
                    <a:pt x="3870885" y="1102311"/>
                  </a:lnTo>
                  <a:lnTo>
                    <a:pt x="3913779" y="1003850"/>
                  </a:lnTo>
                  <a:lnTo>
                    <a:pt x="3958976" y="913946"/>
                  </a:lnTo>
                  <a:lnTo>
                    <a:pt x="4007010" y="832050"/>
                  </a:lnTo>
                  <a:lnTo>
                    <a:pt x="4058435" y="757483"/>
                  </a:lnTo>
                  <a:lnTo>
                    <a:pt x="4113802" y="689532"/>
                  </a:lnTo>
                  <a:lnTo>
                    <a:pt x="4173627" y="627517"/>
                  </a:lnTo>
                  <a:lnTo>
                    <a:pt x="4238348" y="570821"/>
                  </a:lnTo>
                  <a:lnTo>
                    <a:pt x="4308273" y="518920"/>
                  </a:lnTo>
                  <a:lnTo>
                    <a:pt x="4383512" y="471390"/>
                  </a:lnTo>
                  <a:lnTo>
                    <a:pt x="4463889" y="427921"/>
                  </a:lnTo>
                  <a:lnTo>
                    <a:pt x="4548849" y="388311"/>
                  </a:lnTo>
                  <a:lnTo>
                    <a:pt x="4637368" y="352464"/>
                  </a:lnTo>
                  <a:lnTo>
                    <a:pt x="4727884" y="320374"/>
                  </a:lnTo>
                  <a:lnTo>
                    <a:pt x="4818289" y="292097"/>
                  </a:lnTo>
                  <a:lnTo>
                    <a:pt x="4905999" y="267710"/>
                  </a:lnTo>
                  <a:lnTo>
                    <a:pt x="4988144" y="247267"/>
                  </a:lnTo>
                  <a:lnTo>
                    <a:pt x="5061864" y="230744"/>
                  </a:lnTo>
                  <a:lnTo>
                    <a:pt x="5124681" y="217995"/>
                  </a:lnTo>
                  <a:lnTo>
                    <a:pt x="5174878" y="208728"/>
                  </a:lnTo>
                  <a:lnTo>
                    <a:pt x="5211794" y="202506"/>
                  </a:lnTo>
                  <a:lnTo>
                    <a:pt x="5235978" y="198772"/>
                  </a:lnTo>
                  <a:lnTo>
                    <a:pt x="5249186" y="196899"/>
                  </a:lnTo>
                  <a:lnTo>
                    <a:pt x="5254251" y="196237"/>
                  </a:lnTo>
                  <a:lnTo>
                    <a:pt x="5254955" y="196151"/>
                  </a:lnTo>
                  <a:lnTo>
                    <a:pt x="6726343" y="196151"/>
                  </a:lnTo>
                  <a:lnTo>
                    <a:pt x="6727580" y="196147"/>
                  </a:lnTo>
                  <a:lnTo>
                    <a:pt x="6735699" y="196113"/>
                  </a:lnTo>
                  <a:lnTo>
                    <a:pt x="6756113" y="196020"/>
                  </a:lnTo>
                  <a:lnTo>
                    <a:pt x="6792480" y="195837"/>
                  </a:lnTo>
                  <a:lnTo>
                    <a:pt x="6846419" y="195537"/>
                  </a:lnTo>
                  <a:lnTo>
                    <a:pt x="6917396" y="195095"/>
                  </a:lnTo>
                  <a:lnTo>
                    <a:pt x="7002944" y="194499"/>
                  </a:lnTo>
                  <a:lnTo>
                    <a:pt x="7099241" y="193742"/>
                  </a:lnTo>
                  <a:lnTo>
                    <a:pt x="7201871" y="192823"/>
                  </a:lnTo>
                  <a:lnTo>
                    <a:pt x="7306553" y="191744"/>
                  </a:lnTo>
                  <a:lnTo>
                    <a:pt x="7409673" y="190511"/>
                  </a:lnTo>
                  <a:lnTo>
                    <a:pt x="7508545" y="189123"/>
                  </a:lnTo>
                  <a:lnTo>
                    <a:pt x="7601447" y="187576"/>
                  </a:lnTo>
                  <a:lnTo>
                    <a:pt x="7687502" y="185862"/>
                  </a:lnTo>
                  <a:lnTo>
                    <a:pt x="7766494" y="183965"/>
                  </a:lnTo>
                  <a:lnTo>
                    <a:pt x="7838685" y="181863"/>
                  </a:lnTo>
                  <a:lnTo>
                    <a:pt x="7904641" y="179529"/>
                  </a:lnTo>
                  <a:lnTo>
                    <a:pt x="7965111" y="176933"/>
                  </a:lnTo>
                  <a:lnTo>
                    <a:pt x="8020930" y="174041"/>
                  </a:lnTo>
                  <a:lnTo>
                    <a:pt x="8072951" y="170820"/>
                  </a:lnTo>
                  <a:lnTo>
                    <a:pt x="8121986" y="167244"/>
                  </a:lnTo>
                  <a:lnTo>
                    <a:pt x="8151487" y="164822"/>
                  </a:lnTo>
                  <a:lnTo>
                    <a:pt x="8207477" y="159644"/>
                  </a:lnTo>
                  <a:lnTo>
                    <a:pt x="8261631" y="153902"/>
                  </a:lnTo>
                  <a:lnTo>
                    <a:pt x="8314693" y="147587"/>
                  </a:lnTo>
                  <a:lnTo>
                    <a:pt x="8367192" y="140715"/>
                  </a:lnTo>
                  <a:lnTo>
                    <a:pt x="8419483" y="133330"/>
                  </a:lnTo>
                  <a:lnTo>
                    <a:pt x="8471779" y="125497"/>
                  </a:lnTo>
                  <a:lnTo>
                    <a:pt x="8524176" y="117311"/>
                  </a:lnTo>
                  <a:lnTo>
                    <a:pt x="8576684" y="108887"/>
                  </a:lnTo>
                  <a:lnTo>
                    <a:pt x="8629252" y="100354"/>
                  </a:lnTo>
                  <a:lnTo>
                    <a:pt x="8681804" y="91851"/>
                  </a:lnTo>
                  <a:lnTo>
                    <a:pt x="8734269" y="83512"/>
                  </a:lnTo>
                  <a:lnTo>
                    <a:pt x="8786618" y="75463"/>
                  </a:lnTo>
                  <a:lnTo>
                    <a:pt x="8838893" y="67809"/>
                  </a:lnTo>
                  <a:lnTo>
                    <a:pt x="8891239" y="60635"/>
                  </a:lnTo>
                  <a:lnTo>
                    <a:pt x="8943923" y="53995"/>
                  </a:lnTo>
                  <a:lnTo>
                    <a:pt x="8997371" y="47922"/>
                  </a:lnTo>
                  <a:lnTo>
                    <a:pt x="9052197" y="42420"/>
                  </a:lnTo>
                  <a:lnTo>
                    <a:pt x="9084767" y="39502"/>
                  </a:lnTo>
                  <a:lnTo>
                    <a:pt x="9132310" y="35700"/>
                  </a:lnTo>
                  <a:lnTo>
                    <a:pt x="9182371" y="32259"/>
                  </a:lnTo>
                  <a:lnTo>
                    <a:pt x="9235714" y="29164"/>
                  </a:lnTo>
                  <a:lnTo>
                    <a:pt x="9293173" y="26387"/>
                  </a:lnTo>
                  <a:lnTo>
                    <a:pt x="9355601" y="23893"/>
                  </a:lnTo>
                  <a:lnTo>
                    <a:pt x="9423809" y="21649"/>
                  </a:lnTo>
                  <a:lnTo>
                    <a:pt x="9498491" y="19627"/>
                  </a:lnTo>
                  <a:lnTo>
                    <a:pt x="9580116" y="17800"/>
                  </a:lnTo>
                  <a:lnTo>
                    <a:pt x="9668789" y="16150"/>
                  </a:lnTo>
                  <a:lnTo>
                    <a:pt x="9764069" y="14664"/>
                  </a:lnTo>
                  <a:lnTo>
                    <a:pt x="9864782" y="13333"/>
                  </a:lnTo>
                  <a:lnTo>
                    <a:pt x="9968853" y="12158"/>
                  </a:lnTo>
                  <a:lnTo>
                    <a:pt x="10073235" y="11139"/>
                  </a:lnTo>
                  <a:lnTo>
                    <a:pt x="10174018" y="10280"/>
                  </a:lnTo>
                  <a:lnTo>
                    <a:pt x="10266797" y="9583"/>
                  </a:lnTo>
                  <a:lnTo>
                    <a:pt x="10347284" y="9046"/>
                  </a:lnTo>
                  <a:lnTo>
                    <a:pt x="10412082" y="8660"/>
                  </a:lnTo>
                  <a:lnTo>
                    <a:pt x="10459395" y="8406"/>
                  </a:lnTo>
                  <a:lnTo>
                    <a:pt x="10489490" y="8260"/>
                  </a:lnTo>
                  <a:lnTo>
                    <a:pt x="10504776" y="8193"/>
                  </a:lnTo>
                  <a:lnTo>
                    <a:pt x="10509601" y="8174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8673" y="4"/>
                  </a:lnTo>
                  <a:lnTo>
                    <a:pt x="10500554" y="38"/>
                  </a:lnTo>
                  <a:lnTo>
                    <a:pt x="10480140" y="131"/>
                  </a:lnTo>
                  <a:lnTo>
                    <a:pt x="10443773" y="314"/>
                  </a:lnTo>
                  <a:lnTo>
                    <a:pt x="10389834" y="614"/>
                  </a:lnTo>
                  <a:lnTo>
                    <a:pt x="10318858" y="1056"/>
                  </a:lnTo>
                  <a:lnTo>
                    <a:pt x="10233309" y="1651"/>
                  </a:lnTo>
                  <a:lnTo>
                    <a:pt x="10137012" y="2409"/>
                  </a:lnTo>
                  <a:lnTo>
                    <a:pt x="10034383" y="3328"/>
                  </a:lnTo>
                  <a:lnTo>
                    <a:pt x="9929701" y="4406"/>
                  </a:lnTo>
                  <a:lnTo>
                    <a:pt x="9826581" y="5640"/>
                  </a:lnTo>
                  <a:lnTo>
                    <a:pt x="9727708" y="7028"/>
                  </a:lnTo>
                  <a:lnTo>
                    <a:pt x="9634806" y="8575"/>
                  </a:lnTo>
                  <a:lnTo>
                    <a:pt x="9548752" y="10289"/>
                  </a:lnTo>
                  <a:lnTo>
                    <a:pt x="9469759" y="12186"/>
                  </a:lnTo>
                  <a:lnTo>
                    <a:pt x="9397568" y="14288"/>
                  </a:lnTo>
                  <a:lnTo>
                    <a:pt x="9331612" y="16622"/>
                  </a:lnTo>
                  <a:lnTo>
                    <a:pt x="9271142" y="19218"/>
                  </a:lnTo>
                  <a:lnTo>
                    <a:pt x="9215323" y="22110"/>
                  </a:lnTo>
                  <a:lnTo>
                    <a:pt x="9163303" y="25331"/>
                  </a:lnTo>
                  <a:lnTo>
                    <a:pt x="9114267" y="28906"/>
                  </a:lnTo>
                  <a:lnTo>
                    <a:pt x="9084767" y="31329"/>
                  </a:lnTo>
                  <a:lnTo>
                    <a:pt x="9028776" y="36507"/>
                  </a:lnTo>
                  <a:lnTo>
                    <a:pt x="8974622" y="42249"/>
                  </a:lnTo>
                  <a:lnTo>
                    <a:pt x="8921560" y="48564"/>
                  </a:lnTo>
                  <a:lnTo>
                    <a:pt x="8869061" y="55435"/>
                  </a:lnTo>
                  <a:lnTo>
                    <a:pt x="8816770" y="62821"/>
                  </a:lnTo>
                  <a:lnTo>
                    <a:pt x="8764475" y="70654"/>
                  </a:lnTo>
                  <a:lnTo>
                    <a:pt x="8712077" y="78840"/>
                  </a:lnTo>
                  <a:lnTo>
                    <a:pt x="8659569" y="87264"/>
                  </a:lnTo>
                  <a:lnTo>
                    <a:pt x="8607001" y="95797"/>
                  </a:lnTo>
                  <a:lnTo>
                    <a:pt x="8554450" y="104300"/>
                  </a:lnTo>
                  <a:lnTo>
                    <a:pt x="8501985" y="112639"/>
                  </a:lnTo>
                  <a:lnTo>
                    <a:pt x="8449636" y="120688"/>
                  </a:lnTo>
                  <a:lnTo>
                    <a:pt x="8397360" y="128342"/>
                  </a:lnTo>
                  <a:lnTo>
                    <a:pt x="8345015" y="135516"/>
                  </a:lnTo>
                  <a:lnTo>
                    <a:pt x="8292330" y="142156"/>
                  </a:lnTo>
                  <a:lnTo>
                    <a:pt x="8238882" y="148229"/>
                  </a:lnTo>
                  <a:lnTo>
                    <a:pt x="8184056" y="153731"/>
                  </a:lnTo>
                  <a:lnTo>
                    <a:pt x="8151487" y="156649"/>
                  </a:lnTo>
                  <a:lnTo>
                    <a:pt x="8103943" y="160451"/>
                  </a:lnTo>
                  <a:lnTo>
                    <a:pt x="8053882" y="163892"/>
                  </a:lnTo>
                  <a:lnTo>
                    <a:pt x="8000539" y="166987"/>
                  </a:lnTo>
                  <a:lnTo>
                    <a:pt x="7943080" y="169764"/>
                  </a:lnTo>
                  <a:lnTo>
                    <a:pt x="7880652" y="172258"/>
                  </a:lnTo>
                  <a:lnTo>
                    <a:pt x="7812444" y="174502"/>
                  </a:lnTo>
                  <a:lnTo>
                    <a:pt x="7737762" y="176524"/>
                  </a:lnTo>
                  <a:lnTo>
                    <a:pt x="7656137" y="178351"/>
                  </a:lnTo>
                  <a:lnTo>
                    <a:pt x="7567464" y="180001"/>
                  </a:lnTo>
                  <a:lnTo>
                    <a:pt x="7472184" y="181487"/>
                  </a:lnTo>
                  <a:lnTo>
                    <a:pt x="7371471" y="182817"/>
                  </a:lnTo>
                  <a:lnTo>
                    <a:pt x="7267400" y="183993"/>
                  </a:lnTo>
                  <a:lnTo>
                    <a:pt x="7163018" y="185012"/>
                  </a:lnTo>
                  <a:lnTo>
                    <a:pt x="7062235" y="185871"/>
                  </a:lnTo>
                  <a:lnTo>
                    <a:pt x="6969456" y="186568"/>
                  </a:lnTo>
                  <a:lnTo>
                    <a:pt x="6888969" y="187105"/>
                  </a:lnTo>
                  <a:lnTo>
                    <a:pt x="6824171" y="187491"/>
                  </a:lnTo>
                  <a:lnTo>
                    <a:pt x="6776858" y="187745"/>
                  </a:lnTo>
                  <a:lnTo>
                    <a:pt x="6746764" y="187891"/>
                  </a:lnTo>
                  <a:lnTo>
                    <a:pt x="6731477" y="187958"/>
                  </a:lnTo>
                  <a:lnTo>
                    <a:pt x="6726653" y="187977"/>
                  </a:lnTo>
                  <a:lnTo>
                    <a:pt x="6726343" y="187978"/>
                  </a:lnTo>
                  <a:lnTo>
                    <a:pt x="5254955" y="187978"/>
                  </a:lnTo>
                  <a:lnTo>
                    <a:pt x="5254143" y="188078"/>
                  </a:lnTo>
                  <a:lnTo>
                    <a:pt x="5248771" y="188782"/>
                  </a:lnTo>
                  <a:lnTo>
                    <a:pt x="5235102" y="190728"/>
                  </a:lnTo>
                  <a:lnTo>
                    <a:pt x="5210346" y="194566"/>
                  </a:lnTo>
                  <a:lnTo>
                    <a:pt x="5172806" y="200920"/>
                  </a:lnTo>
                  <a:lnTo>
                    <a:pt x="5121990" y="210343"/>
                  </a:lnTo>
                  <a:lnTo>
                    <a:pt x="5058612" y="223264"/>
                  </a:lnTo>
                  <a:lnTo>
                    <a:pt x="4984434" y="239970"/>
                  </a:lnTo>
                  <a:lnTo>
                    <a:pt x="4901961" y="260600"/>
                  </a:lnTo>
                  <a:lnTo>
                    <a:pt x="4814060" y="285172"/>
                  </a:lnTo>
                  <a:lnTo>
                    <a:pt x="4723595" y="313631"/>
                  </a:lnTo>
                  <a:lnTo>
                    <a:pt x="4633129" y="345899"/>
                  </a:lnTo>
                  <a:lnTo>
                    <a:pt x="4544748" y="381923"/>
                  </a:lnTo>
                  <a:lnTo>
                    <a:pt x="4459985" y="421712"/>
                  </a:lnTo>
                  <a:lnTo>
                    <a:pt x="4379842" y="465368"/>
                  </a:lnTo>
                  <a:lnTo>
                    <a:pt x="4304853" y="513096"/>
                  </a:lnTo>
                  <a:lnTo>
                    <a:pt x="4235177" y="565213"/>
                  </a:lnTo>
                  <a:lnTo>
                    <a:pt x="4170696" y="622148"/>
                  </a:lnTo>
                  <a:lnTo>
                    <a:pt x="4111092" y="684428"/>
                  </a:lnTo>
                  <a:lnTo>
                    <a:pt x="4055923" y="752675"/>
                  </a:lnTo>
                  <a:lnTo>
                    <a:pt x="4004671" y="827573"/>
                  </a:lnTo>
                  <a:lnTo>
                    <a:pt x="3956783" y="909832"/>
                  </a:lnTo>
                  <a:lnTo>
                    <a:pt x="3911706" y="1000129"/>
                  </a:lnTo>
                  <a:lnTo>
                    <a:pt x="3868909" y="1099004"/>
                  </a:lnTo>
                  <a:lnTo>
                    <a:pt x="3829811" y="1201430"/>
                  </a:lnTo>
                  <a:lnTo>
                    <a:pt x="3802885" y="1278870"/>
                  </a:lnTo>
                  <a:lnTo>
                    <a:pt x="3776483" y="1360375"/>
                  </a:lnTo>
                  <a:lnTo>
                    <a:pt x="3750502" y="1446023"/>
                  </a:lnTo>
                  <a:lnTo>
                    <a:pt x="3724855" y="1535863"/>
                  </a:lnTo>
                  <a:lnTo>
                    <a:pt x="3699465" y="1629904"/>
                  </a:lnTo>
                  <a:lnTo>
                    <a:pt x="3674270" y="1728124"/>
                  </a:lnTo>
                  <a:lnTo>
                    <a:pt x="3649214" y="1830456"/>
                  </a:lnTo>
                  <a:lnTo>
                    <a:pt x="3624252" y="1936794"/>
                  </a:lnTo>
                  <a:lnTo>
                    <a:pt x="3599349" y="2046988"/>
                  </a:lnTo>
                  <a:lnTo>
                    <a:pt x="3574474" y="2160842"/>
                  </a:lnTo>
                  <a:lnTo>
                    <a:pt x="3549605" y="2278118"/>
                  </a:lnTo>
                  <a:lnTo>
                    <a:pt x="3524726" y="2398533"/>
                  </a:lnTo>
                  <a:lnTo>
                    <a:pt x="3499826" y="2521763"/>
                  </a:lnTo>
                  <a:lnTo>
                    <a:pt x="3474901" y="2647446"/>
                  </a:lnTo>
                  <a:lnTo>
                    <a:pt x="3449948" y="2775185"/>
                  </a:lnTo>
                  <a:lnTo>
                    <a:pt x="3424971" y="2904551"/>
                  </a:lnTo>
                  <a:lnTo>
                    <a:pt x="3399974" y="3035094"/>
                  </a:lnTo>
                  <a:lnTo>
                    <a:pt x="3374964" y="3166345"/>
                  </a:lnTo>
                  <a:lnTo>
                    <a:pt x="3349951" y="3297823"/>
                  </a:lnTo>
                  <a:lnTo>
                    <a:pt x="3324941" y="3429046"/>
                  </a:lnTo>
                  <a:lnTo>
                    <a:pt x="3299945" y="3559535"/>
                  </a:lnTo>
                  <a:lnTo>
                    <a:pt x="3274969" y="3688820"/>
                  </a:lnTo>
                  <a:lnTo>
                    <a:pt x="3250018" y="3816452"/>
                  </a:lnTo>
                  <a:lnTo>
                    <a:pt x="3225094" y="3942006"/>
                  </a:lnTo>
                  <a:lnTo>
                    <a:pt x="3200196" y="4065085"/>
                  </a:lnTo>
                  <a:lnTo>
                    <a:pt x="3175318" y="4185329"/>
                  </a:lnTo>
                  <a:lnTo>
                    <a:pt x="3150449" y="4302417"/>
                  </a:lnTo>
                  <a:lnTo>
                    <a:pt x="3125573" y="4416068"/>
                  </a:lnTo>
                  <a:lnTo>
                    <a:pt x="3100667" y="4526047"/>
                  </a:lnTo>
                  <a:lnTo>
                    <a:pt x="3075702" y="4632160"/>
                  </a:lnTo>
                  <a:lnTo>
                    <a:pt x="3050639" y="4734260"/>
                  </a:lnTo>
                  <a:lnTo>
                    <a:pt x="3025434" y="4832242"/>
                  </a:lnTo>
                  <a:lnTo>
                    <a:pt x="3000032" y="4926045"/>
                  </a:lnTo>
                  <a:lnTo>
                    <a:pt x="2974367" y="5015644"/>
                  </a:lnTo>
                  <a:lnTo>
                    <a:pt x="2948365" y="5101055"/>
                  </a:lnTo>
                  <a:lnTo>
                    <a:pt x="2921936" y="5182325"/>
                  </a:lnTo>
                  <a:lnTo>
                    <a:pt x="2896531" y="5255237"/>
                  </a:lnTo>
                  <a:lnTo>
                    <a:pt x="2855457" y="5362530"/>
                  </a:lnTo>
                  <a:lnTo>
                    <a:pt x="2812563" y="5460991"/>
                  </a:lnTo>
                  <a:lnTo>
                    <a:pt x="2767366" y="5550894"/>
                  </a:lnTo>
                  <a:lnTo>
                    <a:pt x="2719332" y="5632791"/>
                  </a:lnTo>
                  <a:lnTo>
                    <a:pt x="2667907" y="5707358"/>
                  </a:lnTo>
                  <a:lnTo>
                    <a:pt x="2612540" y="5775308"/>
                  </a:lnTo>
                  <a:lnTo>
                    <a:pt x="2552715" y="5837324"/>
                  </a:lnTo>
                  <a:lnTo>
                    <a:pt x="2487994" y="5894019"/>
                  </a:lnTo>
                  <a:lnTo>
                    <a:pt x="2418069" y="5945921"/>
                  </a:lnTo>
                  <a:lnTo>
                    <a:pt x="2342830" y="5993451"/>
                  </a:lnTo>
                  <a:lnTo>
                    <a:pt x="2262453" y="6036920"/>
                  </a:lnTo>
                  <a:lnTo>
                    <a:pt x="2177493" y="6076530"/>
                  </a:lnTo>
                  <a:lnTo>
                    <a:pt x="2088975" y="6112376"/>
                  </a:lnTo>
                  <a:lnTo>
                    <a:pt x="1998458" y="6144466"/>
                  </a:lnTo>
                  <a:lnTo>
                    <a:pt x="1908053" y="6172744"/>
                  </a:lnTo>
                  <a:lnTo>
                    <a:pt x="1820343" y="6197131"/>
                  </a:lnTo>
                  <a:lnTo>
                    <a:pt x="1738198" y="6217574"/>
                  </a:lnTo>
                  <a:lnTo>
                    <a:pt x="1664478" y="6234097"/>
                  </a:lnTo>
                  <a:lnTo>
                    <a:pt x="1601661" y="6246846"/>
                  </a:lnTo>
                  <a:lnTo>
                    <a:pt x="1551464" y="6256113"/>
                  </a:lnTo>
                  <a:lnTo>
                    <a:pt x="1514548" y="6262335"/>
                  </a:lnTo>
                  <a:lnTo>
                    <a:pt x="1490364" y="6266069"/>
                  </a:lnTo>
                  <a:lnTo>
                    <a:pt x="1477156" y="6267942"/>
                  </a:lnTo>
                  <a:lnTo>
                    <a:pt x="1472091" y="6268604"/>
                  </a:lnTo>
                  <a:lnTo>
                    <a:pt x="1471387" y="6268689"/>
                  </a:lnTo>
                  <a:lnTo>
                    <a:pt x="0" y="6268689"/>
                  </a:lnTo>
                  <a:close/>
                </a:path>
              </a:pathLst>
            </a:custGeom>
            <a:solidFill>
              <a:srgbClr val="8BC34A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623" name="pl1623"/>
            <p:cNvSpPr/>
            <p:nvPr/>
          </p:nvSpPr>
          <p:spPr>
            <a:xfrm>
              <a:off x="4799595" y="3018250"/>
              <a:ext cx="11981298" cy="6268689"/>
            </a:xfrm>
            <a:custGeom>
              <a:avLst/>
              <a:pathLst>
                <a:path w="11981298" h="6268689">
                  <a:moveTo>
                    <a:pt x="0" y="6268689"/>
                  </a:moveTo>
                  <a:lnTo>
                    <a:pt x="1471387" y="6268689"/>
                  </a:lnTo>
                  <a:lnTo>
                    <a:pt x="1472199" y="6268590"/>
                  </a:lnTo>
                  <a:lnTo>
                    <a:pt x="1477571" y="6267885"/>
                  </a:lnTo>
                  <a:lnTo>
                    <a:pt x="1491240" y="6265940"/>
                  </a:lnTo>
                  <a:lnTo>
                    <a:pt x="1515996" y="6262102"/>
                  </a:lnTo>
                  <a:lnTo>
                    <a:pt x="1553536" y="6255747"/>
                  </a:lnTo>
                  <a:lnTo>
                    <a:pt x="1604352" y="6246325"/>
                  </a:lnTo>
                  <a:lnTo>
                    <a:pt x="1667730" y="6233403"/>
                  </a:lnTo>
                  <a:lnTo>
                    <a:pt x="1741908" y="6216697"/>
                  </a:lnTo>
                  <a:lnTo>
                    <a:pt x="1824381" y="6196068"/>
                  </a:lnTo>
                  <a:lnTo>
                    <a:pt x="1912282" y="6171496"/>
                  </a:lnTo>
                  <a:lnTo>
                    <a:pt x="2002747" y="6143037"/>
                  </a:lnTo>
                  <a:lnTo>
                    <a:pt x="2093213" y="6110768"/>
                  </a:lnTo>
                  <a:lnTo>
                    <a:pt x="2181594" y="6074745"/>
                  </a:lnTo>
                  <a:lnTo>
                    <a:pt x="2266357" y="6034956"/>
                  </a:lnTo>
                  <a:lnTo>
                    <a:pt x="2346500" y="5991300"/>
                  </a:lnTo>
                  <a:lnTo>
                    <a:pt x="2421489" y="5943572"/>
                  </a:lnTo>
                  <a:lnTo>
                    <a:pt x="2491165" y="5891454"/>
                  </a:lnTo>
                  <a:lnTo>
                    <a:pt x="2555646" y="5834520"/>
                  </a:lnTo>
                  <a:lnTo>
                    <a:pt x="2615250" y="5772239"/>
                  </a:lnTo>
                  <a:lnTo>
                    <a:pt x="2670419" y="5703992"/>
                  </a:lnTo>
                  <a:lnTo>
                    <a:pt x="2721672" y="5629095"/>
                  </a:lnTo>
                  <a:lnTo>
                    <a:pt x="2769559" y="5546835"/>
                  </a:lnTo>
                  <a:lnTo>
                    <a:pt x="2814636" y="5456539"/>
                  </a:lnTo>
                  <a:lnTo>
                    <a:pt x="2857433" y="5357664"/>
                  </a:lnTo>
                  <a:lnTo>
                    <a:pt x="2896531" y="5255237"/>
                  </a:lnTo>
                  <a:lnTo>
                    <a:pt x="2923457" y="5177798"/>
                  </a:lnTo>
                  <a:lnTo>
                    <a:pt x="2949859" y="5096293"/>
                  </a:lnTo>
                  <a:lnTo>
                    <a:pt x="2975840" y="5010644"/>
                  </a:lnTo>
                  <a:lnTo>
                    <a:pt x="3001488" y="4920805"/>
                  </a:lnTo>
                  <a:lnTo>
                    <a:pt x="3026877" y="4826763"/>
                  </a:lnTo>
                  <a:lnTo>
                    <a:pt x="3052073" y="4728544"/>
                  </a:lnTo>
                  <a:lnTo>
                    <a:pt x="3077128" y="4626212"/>
                  </a:lnTo>
                  <a:lnTo>
                    <a:pt x="3102090" y="4519873"/>
                  </a:lnTo>
                  <a:lnTo>
                    <a:pt x="3126993" y="4409680"/>
                  </a:lnTo>
                  <a:lnTo>
                    <a:pt x="3151869" y="4295826"/>
                  </a:lnTo>
                  <a:lnTo>
                    <a:pt x="3176738" y="4178550"/>
                  </a:lnTo>
                  <a:lnTo>
                    <a:pt x="3201616" y="4058135"/>
                  </a:lnTo>
                  <a:lnTo>
                    <a:pt x="3226516" y="3934904"/>
                  </a:lnTo>
                  <a:lnTo>
                    <a:pt x="3251441" y="3809221"/>
                  </a:lnTo>
                  <a:lnTo>
                    <a:pt x="3276394" y="3681483"/>
                  </a:lnTo>
                  <a:lnTo>
                    <a:pt x="3301371" y="3552117"/>
                  </a:lnTo>
                  <a:lnTo>
                    <a:pt x="3326368" y="3421574"/>
                  </a:lnTo>
                  <a:lnTo>
                    <a:pt x="3351378" y="3290323"/>
                  </a:lnTo>
                  <a:lnTo>
                    <a:pt x="3376392" y="3158844"/>
                  </a:lnTo>
                  <a:lnTo>
                    <a:pt x="3401401" y="3027621"/>
                  </a:lnTo>
                  <a:lnTo>
                    <a:pt x="3426397" y="2897133"/>
                  </a:lnTo>
                  <a:lnTo>
                    <a:pt x="3451373" y="2767848"/>
                  </a:lnTo>
                  <a:lnTo>
                    <a:pt x="3476324" y="2640215"/>
                  </a:lnTo>
                  <a:lnTo>
                    <a:pt x="3501248" y="2514662"/>
                  </a:lnTo>
                  <a:lnTo>
                    <a:pt x="3526146" y="2391583"/>
                  </a:lnTo>
                  <a:lnTo>
                    <a:pt x="3551024" y="2271339"/>
                  </a:lnTo>
                  <a:lnTo>
                    <a:pt x="3575893" y="2154251"/>
                  </a:lnTo>
                  <a:lnTo>
                    <a:pt x="3600769" y="2040599"/>
                  </a:lnTo>
                  <a:lnTo>
                    <a:pt x="3625675" y="1930621"/>
                  </a:lnTo>
                  <a:lnTo>
                    <a:pt x="3650640" y="1824508"/>
                  </a:lnTo>
                  <a:lnTo>
                    <a:pt x="3675703" y="1722408"/>
                  </a:lnTo>
                  <a:lnTo>
                    <a:pt x="3700908" y="1624425"/>
                  </a:lnTo>
                  <a:lnTo>
                    <a:pt x="3726310" y="1530623"/>
                  </a:lnTo>
                  <a:lnTo>
                    <a:pt x="3751975" y="1441024"/>
                  </a:lnTo>
                  <a:lnTo>
                    <a:pt x="3777977" y="1355613"/>
                  </a:lnTo>
                  <a:lnTo>
                    <a:pt x="3804407" y="1274343"/>
                  </a:lnTo>
                  <a:lnTo>
                    <a:pt x="3829811" y="1201430"/>
                  </a:lnTo>
                  <a:lnTo>
                    <a:pt x="3870885" y="1094138"/>
                  </a:lnTo>
                  <a:lnTo>
                    <a:pt x="3913779" y="995677"/>
                  </a:lnTo>
                  <a:lnTo>
                    <a:pt x="3958976" y="905773"/>
                  </a:lnTo>
                  <a:lnTo>
                    <a:pt x="4007010" y="823877"/>
                  </a:lnTo>
                  <a:lnTo>
                    <a:pt x="4058435" y="749310"/>
                  </a:lnTo>
                  <a:lnTo>
                    <a:pt x="4113802" y="681359"/>
                  </a:lnTo>
                  <a:lnTo>
                    <a:pt x="4173627" y="619344"/>
                  </a:lnTo>
                  <a:lnTo>
                    <a:pt x="4238348" y="562648"/>
                  </a:lnTo>
                  <a:lnTo>
                    <a:pt x="4308273" y="510747"/>
                  </a:lnTo>
                  <a:lnTo>
                    <a:pt x="4383512" y="463217"/>
                  </a:lnTo>
                  <a:lnTo>
                    <a:pt x="4463889" y="419748"/>
                  </a:lnTo>
                  <a:lnTo>
                    <a:pt x="4548849" y="380138"/>
                  </a:lnTo>
                  <a:lnTo>
                    <a:pt x="4637368" y="344291"/>
                  </a:lnTo>
                  <a:lnTo>
                    <a:pt x="4727884" y="312201"/>
                  </a:lnTo>
                  <a:lnTo>
                    <a:pt x="4818289" y="283924"/>
                  </a:lnTo>
                  <a:lnTo>
                    <a:pt x="4905999" y="259537"/>
                  </a:lnTo>
                  <a:lnTo>
                    <a:pt x="4988144" y="239094"/>
                  </a:lnTo>
                  <a:lnTo>
                    <a:pt x="5061864" y="222571"/>
                  </a:lnTo>
                  <a:lnTo>
                    <a:pt x="5124681" y="209822"/>
                  </a:lnTo>
                  <a:lnTo>
                    <a:pt x="5174878" y="200555"/>
                  </a:lnTo>
                  <a:lnTo>
                    <a:pt x="5211794" y="194333"/>
                  </a:lnTo>
                  <a:lnTo>
                    <a:pt x="5235978" y="190599"/>
                  </a:lnTo>
                  <a:lnTo>
                    <a:pt x="5249186" y="188726"/>
                  </a:lnTo>
                  <a:lnTo>
                    <a:pt x="5254251" y="188064"/>
                  </a:lnTo>
                  <a:lnTo>
                    <a:pt x="5254955" y="187978"/>
                  </a:lnTo>
                  <a:lnTo>
                    <a:pt x="6726343" y="187978"/>
                  </a:lnTo>
                  <a:lnTo>
                    <a:pt x="6727580" y="187974"/>
                  </a:lnTo>
                  <a:lnTo>
                    <a:pt x="6735699" y="187940"/>
                  </a:lnTo>
                  <a:lnTo>
                    <a:pt x="6756113" y="187847"/>
                  </a:lnTo>
                  <a:lnTo>
                    <a:pt x="6792480" y="187664"/>
                  </a:lnTo>
                  <a:lnTo>
                    <a:pt x="6846419" y="187364"/>
                  </a:lnTo>
                  <a:lnTo>
                    <a:pt x="6917396" y="186922"/>
                  </a:lnTo>
                  <a:lnTo>
                    <a:pt x="7002944" y="186327"/>
                  </a:lnTo>
                  <a:lnTo>
                    <a:pt x="7099241" y="185569"/>
                  </a:lnTo>
                  <a:lnTo>
                    <a:pt x="7201871" y="184650"/>
                  </a:lnTo>
                  <a:lnTo>
                    <a:pt x="7306553" y="183571"/>
                  </a:lnTo>
                  <a:lnTo>
                    <a:pt x="7409673" y="182338"/>
                  </a:lnTo>
                  <a:lnTo>
                    <a:pt x="7508545" y="180950"/>
                  </a:lnTo>
                  <a:lnTo>
                    <a:pt x="7601447" y="179403"/>
                  </a:lnTo>
                  <a:lnTo>
                    <a:pt x="7687502" y="177689"/>
                  </a:lnTo>
                  <a:lnTo>
                    <a:pt x="7766494" y="175792"/>
                  </a:lnTo>
                  <a:lnTo>
                    <a:pt x="7838685" y="173690"/>
                  </a:lnTo>
                  <a:lnTo>
                    <a:pt x="7904641" y="171356"/>
                  </a:lnTo>
                  <a:lnTo>
                    <a:pt x="7965111" y="168760"/>
                  </a:lnTo>
                  <a:lnTo>
                    <a:pt x="8020930" y="165868"/>
                  </a:lnTo>
                  <a:lnTo>
                    <a:pt x="8072951" y="162647"/>
                  </a:lnTo>
                  <a:lnTo>
                    <a:pt x="8121986" y="159071"/>
                  </a:lnTo>
                  <a:lnTo>
                    <a:pt x="8151487" y="156649"/>
                  </a:lnTo>
                  <a:lnTo>
                    <a:pt x="8207477" y="151471"/>
                  </a:lnTo>
                  <a:lnTo>
                    <a:pt x="8261631" y="145729"/>
                  </a:lnTo>
                  <a:lnTo>
                    <a:pt x="8314693" y="139414"/>
                  </a:lnTo>
                  <a:lnTo>
                    <a:pt x="8367192" y="132542"/>
                  </a:lnTo>
                  <a:lnTo>
                    <a:pt x="8419483" y="125157"/>
                  </a:lnTo>
                  <a:lnTo>
                    <a:pt x="8471779" y="117324"/>
                  </a:lnTo>
                  <a:lnTo>
                    <a:pt x="8524176" y="109138"/>
                  </a:lnTo>
                  <a:lnTo>
                    <a:pt x="8576684" y="100714"/>
                  </a:lnTo>
                  <a:lnTo>
                    <a:pt x="8629252" y="92181"/>
                  </a:lnTo>
                  <a:lnTo>
                    <a:pt x="8681804" y="83678"/>
                  </a:lnTo>
                  <a:lnTo>
                    <a:pt x="8734269" y="75339"/>
                  </a:lnTo>
                  <a:lnTo>
                    <a:pt x="8786618" y="67290"/>
                  </a:lnTo>
                  <a:lnTo>
                    <a:pt x="8838893" y="59636"/>
                  </a:lnTo>
                  <a:lnTo>
                    <a:pt x="8891239" y="52462"/>
                  </a:lnTo>
                  <a:lnTo>
                    <a:pt x="8943923" y="45822"/>
                  </a:lnTo>
                  <a:lnTo>
                    <a:pt x="8997371" y="39749"/>
                  </a:lnTo>
                  <a:lnTo>
                    <a:pt x="9052197" y="34247"/>
                  </a:lnTo>
                  <a:lnTo>
                    <a:pt x="9084767" y="31329"/>
                  </a:lnTo>
                  <a:lnTo>
                    <a:pt x="9132310" y="27527"/>
                  </a:lnTo>
                  <a:lnTo>
                    <a:pt x="9182371" y="24086"/>
                  </a:lnTo>
                  <a:lnTo>
                    <a:pt x="9235714" y="20991"/>
                  </a:lnTo>
                  <a:lnTo>
                    <a:pt x="9293173" y="18214"/>
                  </a:lnTo>
                  <a:lnTo>
                    <a:pt x="9355601" y="15720"/>
                  </a:lnTo>
                  <a:lnTo>
                    <a:pt x="9423809" y="13476"/>
                  </a:lnTo>
                  <a:lnTo>
                    <a:pt x="9498491" y="11454"/>
                  </a:lnTo>
                  <a:lnTo>
                    <a:pt x="9580116" y="9627"/>
                  </a:lnTo>
                  <a:lnTo>
                    <a:pt x="9668789" y="7977"/>
                  </a:lnTo>
                  <a:lnTo>
                    <a:pt x="9764069" y="6491"/>
                  </a:lnTo>
                  <a:lnTo>
                    <a:pt x="9864782" y="5160"/>
                  </a:lnTo>
                  <a:lnTo>
                    <a:pt x="9968853" y="3985"/>
                  </a:lnTo>
                  <a:lnTo>
                    <a:pt x="10073235" y="2966"/>
                  </a:lnTo>
                  <a:lnTo>
                    <a:pt x="10174018" y="2107"/>
                  </a:lnTo>
                  <a:lnTo>
                    <a:pt x="10266797" y="1410"/>
                  </a:lnTo>
                  <a:lnTo>
                    <a:pt x="10347284" y="873"/>
                  </a:lnTo>
                  <a:lnTo>
                    <a:pt x="10412082" y="487"/>
                  </a:lnTo>
                  <a:lnTo>
                    <a:pt x="10459395" y="233"/>
                  </a:lnTo>
                  <a:lnTo>
                    <a:pt x="10489490" y="87"/>
                  </a:lnTo>
                  <a:lnTo>
                    <a:pt x="10504776" y="20"/>
                  </a:lnTo>
                  <a:lnTo>
                    <a:pt x="10509601" y="1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24" name="pl1624"/>
            <p:cNvSpPr/>
            <p:nvPr/>
          </p:nvSpPr>
          <p:spPr>
            <a:xfrm>
              <a:off x="4799595" y="3010077"/>
              <a:ext cx="11981298" cy="6268689"/>
            </a:xfrm>
            <a:custGeom>
              <a:avLst/>
              <a:pathLst>
                <a:path w="11981298" h="6268689">
                  <a:moveTo>
                    <a:pt x="11981298" y="0"/>
                  </a:moveTo>
                  <a:lnTo>
                    <a:pt x="10509911" y="0"/>
                  </a:lnTo>
                  <a:lnTo>
                    <a:pt x="10508673" y="4"/>
                  </a:lnTo>
                  <a:lnTo>
                    <a:pt x="10500554" y="38"/>
                  </a:lnTo>
                  <a:lnTo>
                    <a:pt x="10480140" y="131"/>
                  </a:lnTo>
                  <a:lnTo>
                    <a:pt x="10443773" y="314"/>
                  </a:lnTo>
                  <a:lnTo>
                    <a:pt x="10389834" y="614"/>
                  </a:lnTo>
                  <a:lnTo>
                    <a:pt x="10318858" y="1056"/>
                  </a:lnTo>
                  <a:lnTo>
                    <a:pt x="10233309" y="1651"/>
                  </a:lnTo>
                  <a:lnTo>
                    <a:pt x="10137012" y="2409"/>
                  </a:lnTo>
                  <a:lnTo>
                    <a:pt x="10034383" y="3328"/>
                  </a:lnTo>
                  <a:lnTo>
                    <a:pt x="9929701" y="4406"/>
                  </a:lnTo>
                  <a:lnTo>
                    <a:pt x="9826581" y="5640"/>
                  </a:lnTo>
                  <a:lnTo>
                    <a:pt x="9727708" y="7028"/>
                  </a:lnTo>
                  <a:lnTo>
                    <a:pt x="9634806" y="8575"/>
                  </a:lnTo>
                  <a:lnTo>
                    <a:pt x="9548752" y="10289"/>
                  </a:lnTo>
                  <a:lnTo>
                    <a:pt x="9469759" y="12186"/>
                  </a:lnTo>
                  <a:lnTo>
                    <a:pt x="9397568" y="14288"/>
                  </a:lnTo>
                  <a:lnTo>
                    <a:pt x="9331612" y="16622"/>
                  </a:lnTo>
                  <a:lnTo>
                    <a:pt x="9271142" y="19218"/>
                  </a:lnTo>
                  <a:lnTo>
                    <a:pt x="9215323" y="22110"/>
                  </a:lnTo>
                  <a:lnTo>
                    <a:pt x="9163303" y="25331"/>
                  </a:lnTo>
                  <a:lnTo>
                    <a:pt x="9114267" y="28906"/>
                  </a:lnTo>
                  <a:lnTo>
                    <a:pt x="9084767" y="31329"/>
                  </a:lnTo>
                  <a:lnTo>
                    <a:pt x="9028776" y="36507"/>
                  </a:lnTo>
                  <a:lnTo>
                    <a:pt x="8974622" y="42249"/>
                  </a:lnTo>
                  <a:lnTo>
                    <a:pt x="8921560" y="48564"/>
                  </a:lnTo>
                  <a:lnTo>
                    <a:pt x="8869061" y="55435"/>
                  </a:lnTo>
                  <a:lnTo>
                    <a:pt x="8816770" y="62821"/>
                  </a:lnTo>
                  <a:lnTo>
                    <a:pt x="8764475" y="70654"/>
                  </a:lnTo>
                  <a:lnTo>
                    <a:pt x="8712077" y="78840"/>
                  </a:lnTo>
                  <a:lnTo>
                    <a:pt x="8659569" y="87264"/>
                  </a:lnTo>
                  <a:lnTo>
                    <a:pt x="8607001" y="95797"/>
                  </a:lnTo>
                  <a:lnTo>
                    <a:pt x="8554450" y="104300"/>
                  </a:lnTo>
                  <a:lnTo>
                    <a:pt x="8501985" y="112639"/>
                  </a:lnTo>
                  <a:lnTo>
                    <a:pt x="8449636" y="120688"/>
                  </a:lnTo>
                  <a:lnTo>
                    <a:pt x="8397360" y="128342"/>
                  </a:lnTo>
                  <a:lnTo>
                    <a:pt x="8345015" y="135516"/>
                  </a:lnTo>
                  <a:lnTo>
                    <a:pt x="8292330" y="142156"/>
                  </a:lnTo>
                  <a:lnTo>
                    <a:pt x="8238882" y="148229"/>
                  </a:lnTo>
                  <a:lnTo>
                    <a:pt x="8184056" y="153731"/>
                  </a:lnTo>
                  <a:lnTo>
                    <a:pt x="8151487" y="156649"/>
                  </a:lnTo>
                  <a:lnTo>
                    <a:pt x="8103943" y="160451"/>
                  </a:lnTo>
                  <a:lnTo>
                    <a:pt x="8053882" y="163892"/>
                  </a:lnTo>
                  <a:lnTo>
                    <a:pt x="8000539" y="166987"/>
                  </a:lnTo>
                  <a:lnTo>
                    <a:pt x="7943080" y="169764"/>
                  </a:lnTo>
                  <a:lnTo>
                    <a:pt x="7880652" y="172258"/>
                  </a:lnTo>
                  <a:lnTo>
                    <a:pt x="7812444" y="174502"/>
                  </a:lnTo>
                  <a:lnTo>
                    <a:pt x="7737762" y="176524"/>
                  </a:lnTo>
                  <a:lnTo>
                    <a:pt x="7656137" y="178351"/>
                  </a:lnTo>
                  <a:lnTo>
                    <a:pt x="7567464" y="180001"/>
                  </a:lnTo>
                  <a:lnTo>
                    <a:pt x="7472184" y="181487"/>
                  </a:lnTo>
                  <a:lnTo>
                    <a:pt x="7371471" y="182817"/>
                  </a:lnTo>
                  <a:lnTo>
                    <a:pt x="7267400" y="183993"/>
                  </a:lnTo>
                  <a:lnTo>
                    <a:pt x="7163018" y="185012"/>
                  </a:lnTo>
                  <a:lnTo>
                    <a:pt x="7062235" y="185871"/>
                  </a:lnTo>
                  <a:lnTo>
                    <a:pt x="6969456" y="186568"/>
                  </a:lnTo>
                  <a:lnTo>
                    <a:pt x="6888969" y="187105"/>
                  </a:lnTo>
                  <a:lnTo>
                    <a:pt x="6824171" y="187491"/>
                  </a:lnTo>
                  <a:lnTo>
                    <a:pt x="6776858" y="187745"/>
                  </a:lnTo>
                  <a:lnTo>
                    <a:pt x="6746764" y="187891"/>
                  </a:lnTo>
                  <a:lnTo>
                    <a:pt x="6731477" y="187958"/>
                  </a:lnTo>
                  <a:lnTo>
                    <a:pt x="6726653" y="187977"/>
                  </a:lnTo>
                  <a:lnTo>
                    <a:pt x="6726343" y="187978"/>
                  </a:lnTo>
                  <a:lnTo>
                    <a:pt x="5254955" y="187978"/>
                  </a:lnTo>
                  <a:lnTo>
                    <a:pt x="5254143" y="188078"/>
                  </a:lnTo>
                  <a:lnTo>
                    <a:pt x="5248771" y="188782"/>
                  </a:lnTo>
                  <a:lnTo>
                    <a:pt x="5235102" y="190728"/>
                  </a:lnTo>
                  <a:lnTo>
                    <a:pt x="5210346" y="194566"/>
                  </a:lnTo>
                  <a:lnTo>
                    <a:pt x="5172806" y="200920"/>
                  </a:lnTo>
                  <a:lnTo>
                    <a:pt x="5121990" y="210343"/>
                  </a:lnTo>
                  <a:lnTo>
                    <a:pt x="5058612" y="223264"/>
                  </a:lnTo>
                  <a:lnTo>
                    <a:pt x="4984434" y="239970"/>
                  </a:lnTo>
                  <a:lnTo>
                    <a:pt x="4901961" y="260600"/>
                  </a:lnTo>
                  <a:lnTo>
                    <a:pt x="4814060" y="285172"/>
                  </a:lnTo>
                  <a:lnTo>
                    <a:pt x="4723595" y="313631"/>
                  </a:lnTo>
                  <a:lnTo>
                    <a:pt x="4633129" y="345899"/>
                  </a:lnTo>
                  <a:lnTo>
                    <a:pt x="4544748" y="381923"/>
                  </a:lnTo>
                  <a:lnTo>
                    <a:pt x="4459985" y="421712"/>
                  </a:lnTo>
                  <a:lnTo>
                    <a:pt x="4379842" y="465368"/>
                  </a:lnTo>
                  <a:lnTo>
                    <a:pt x="4304853" y="513096"/>
                  </a:lnTo>
                  <a:lnTo>
                    <a:pt x="4235177" y="565213"/>
                  </a:lnTo>
                  <a:lnTo>
                    <a:pt x="4170696" y="622148"/>
                  </a:lnTo>
                  <a:lnTo>
                    <a:pt x="4111092" y="684428"/>
                  </a:lnTo>
                  <a:lnTo>
                    <a:pt x="4055923" y="752675"/>
                  </a:lnTo>
                  <a:lnTo>
                    <a:pt x="4004671" y="827573"/>
                  </a:lnTo>
                  <a:lnTo>
                    <a:pt x="3956783" y="909832"/>
                  </a:lnTo>
                  <a:lnTo>
                    <a:pt x="3911706" y="1000129"/>
                  </a:lnTo>
                  <a:lnTo>
                    <a:pt x="3868909" y="1099004"/>
                  </a:lnTo>
                  <a:lnTo>
                    <a:pt x="3829811" y="1201430"/>
                  </a:lnTo>
                  <a:lnTo>
                    <a:pt x="3802885" y="1278870"/>
                  </a:lnTo>
                  <a:lnTo>
                    <a:pt x="3776483" y="1360375"/>
                  </a:lnTo>
                  <a:lnTo>
                    <a:pt x="3750502" y="1446023"/>
                  </a:lnTo>
                  <a:lnTo>
                    <a:pt x="3724855" y="1535863"/>
                  </a:lnTo>
                  <a:lnTo>
                    <a:pt x="3699465" y="1629904"/>
                  </a:lnTo>
                  <a:lnTo>
                    <a:pt x="3674270" y="1728124"/>
                  </a:lnTo>
                  <a:lnTo>
                    <a:pt x="3649214" y="1830456"/>
                  </a:lnTo>
                  <a:lnTo>
                    <a:pt x="3624252" y="1936794"/>
                  </a:lnTo>
                  <a:lnTo>
                    <a:pt x="3599349" y="2046988"/>
                  </a:lnTo>
                  <a:lnTo>
                    <a:pt x="3574474" y="2160842"/>
                  </a:lnTo>
                  <a:lnTo>
                    <a:pt x="3549605" y="2278118"/>
                  </a:lnTo>
                  <a:lnTo>
                    <a:pt x="3524726" y="2398533"/>
                  </a:lnTo>
                  <a:lnTo>
                    <a:pt x="3499826" y="2521763"/>
                  </a:lnTo>
                  <a:lnTo>
                    <a:pt x="3474901" y="2647446"/>
                  </a:lnTo>
                  <a:lnTo>
                    <a:pt x="3449948" y="2775185"/>
                  </a:lnTo>
                  <a:lnTo>
                    <a:pt x="3424971" y="2904551"/>
                  </a:lnTo>
                  <a:lnTo>
                    <a:pt x="3399974" y="3035094"/>
                  </a:lnTo>
                  <a:lnTo>
                    <a:pt x="3374964" y="3166345"/>
                  </a:lnTo>
                  <a:lnTo>
                    <a:pt x="3349951" y="3297823"/>
                  </a:lnTo>
                  <a:lnTo>
                    <a:pt x="3324941" y="3429046"/>
                  </a:lnTo>
                  <a:lnTo>
                    <a:pt x="3299945" y="3559535"/>
                  </a:lnTo>
                  <a:lnTo>
                    <a:pt x="3274969" y="3688820"/>
                  </a:lnTo>
                  <a:lnTo>
                    <a:pt x="3250018" y="3816452"/>
                  </a:lnTo>
                  <a:lnTo>
                    <a:pt x="3225094" y="3942006"/>
                  </a:lnTo>
                  <a:lnTo>
                    <a:pt x="3200196" y="4065085"/>
                  </a:lnTo>
                  <a:lnTo>
                    <a:pt x="3175318" y="4185329"/>
                  </a:lnTo>
                  <a:lnTo>
                    <a:pt x="3150449" y="4302417"/>
                  </a:lnTo>
                  <a:lnTo>
                    <a:pt x="3125573" y="4416068"/>
                  </a:lnTo>
                  <a:lnTo>
                    <a:pt x="3100667" y="4526047"/>
                  </a:lnTo>
                  <a:lnTo>
                    <a:pt x="3075702" y="4632160"/>
                  </a:lnTo>
                  <a:lnTo>
                    <a:pt x="3050639" y="4734260"/>
                  </a:lnTo>
                  <a:lnTo>
                    <a:pt x="3025434" y="4832242"/>
                  </a:lnTo>
                  <a:lnTo>
                    <a:pt x="3000032" y="4926045"/>
                  </a:lnTo>
                  <a:lnTo>
                    <a:pt x="2974367" y="5015644"/>
                  </a:lnTo>
                  <a:lnTo>
                    <a:pt x="2948365" y="5101055"/>
                  </a:lnTo>
                  <a:lnTo>
                    <a:pt x="2921936" y="5182325"/>
                  </a:lnTo>
                  <a:lnTo>
                    <a:pt x="2896531" y="5255237"/>
                  </a:lnTo>
                  <a:lnTo>
                    <a:pt x="2855457" y="5362530"/>
                  </a:lnTo>
                  <a:lnTo>
                    <a:pt x="2812563" y="5460991"/>
                  </a:lnTo>
                  <a:lnTo>
                    <a:pt x="2767366" y="5550894"/>
                  </a:lnTo>
                  <a:lnTo>
                    <a:pt x="2719332" y="5632791"/>
                  </a:lnTo>
                  <a:lnTo>
                    <a:pt x="2667907" y="5707358"/>
                  </a:lnTo>
                  <a:lnTo>
                    <a:pt x="2612540" y="5775308"/>
                  </a:lnTo>
                  <a:lnTo>
                    <a:pt x="2552715" y="5837324"/>
                  </a:lnTo>
                  <a:lnTo>
                    <a:pt x="2487994" y="5894019"/>
                  </a:lnTo>
                  <a:lnTo>
                    <a:pt x="2418069" y="5945921"/>
                  </a:lnTo>
                  <a:lnTo>
                    <a:pt x="2342830" y="5993451"/>
                  </a:lnTo>
                  <a:lnTo>
                    <a:pt x="2262453" y="6036920"/>
                  </a:lnTo>
                  <a:lnTo>
                    <a:pt x="2177493" y="6076530"/>
                  </a:lnTo>
                  <a:lnTo>
                    <a:pt x="2088975" y="6112376"/>
                  </a:lnTo>
                  <a:lnTo>
                    <a:pt x="1998458" y="6144466"/>
                  </a:lnTo>
                  <a:lnTo>
                    <a:pt x="1908053" y="6172744"/>
                  </a:lnTo>
                  <a:lnTo>
                    <a:pt x="1820343" y="6197131"/>
                  </a:lnTo>
                  <a:lnTo>
                    <a:pt x="1738198" y="6217574"/>
                  </a:lnTo>
                  <a:lnTo>
                    <a:pt x="1664478" y="6234097"/>
                  </a:lnTo>
                  <a:lnTo>
                    <a:pt x="1601661" y="6246846"/>
                  </a:lnTo>
                  <a:lnTo>
                    <a:pt x="1551464" y="6256113"/>
                  </a:lnTo>
                  <a:lnTo>
                    <a:pt x="1514548" y="6262335"/>
                  </a:lnTo>
                  <a:lnTo>
                    <a:pt x="1490364" y="6266069"/>
                  </a:lnTo>
                  <a:lnTo>
                    <a:pt x="1477156" y="6267942"/>
                  </a:lnTo>
                  <a:lnTo>
                    <a:pt x="1472091" y="6268604"/>
                  </a:lnTo>
                  <a:lnTo>
                    <a:pt x="1471387" y="6268689"/>
                  </a:lnTo>
                  <a:lnTo>
                    <a:pt x="0" y="626868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25" name="pg1625"/>
            <p:cNvSpPr/>
            <p:nvPr/>
          </p:nvSpPr>
          <p:spPr>
            <a:xfrm>
              <a:off x="4799595" y="3345170"/>
              <a:ext cx="11981298" cy="5949942"/>
            </a:xfrm>
            <a:custGeom>
              <a:avLst/>
              <a:pathLst>
                <a:path w="11981298" h="5949942">
                  <a:moveTo>
                    <a:pt x="0" y="5949942"/>
                  </a:moveTo>
                  <a:lnTo>
                    <a:pt x="1471387" y="5949942"/>
                  </a:lnTo>
                  <a:lnTo>
                    <a:pt x="1472207" y="5949844"/>
                  </a:lnTo>
                  <a:lnTo>
                    <a:pt x="1477637" y="5949148"/>
                  </a:lnTo>
                  <a:lnTo>
                    <a:pt x="1491449" y="5947225"/>
                  </a:lnTo>
                  <a:lnTo>
                    <a:pt x="1516452" y="5943434"/>
                  </a:lnTo>
                  <a:lnTo>
                    <a:pt x="1554350" y="5937156"/>
                  </a:lnTo>
                  <a:lnTo>
                    <a:pt x="1605619" y="5927849"/>
                  </a:lnTo>
                  <a:lnTo>
                    <a:pt x="1669513" y="5915090"/>
                  </a:lnTo>
                  <a:lnTo>
                    <a:pt x="1744228" y="5898601"/>
                  </a:lnTo>
                  <a:lnTo>
                    <a:pt x="1827219" y="5878248"/>
                  </a:lnTo>
                  <a:lnTo>
                    <a:pt x="1915579" y="5854015"/>
                  </a:lnTo>
                  <a:lnTo>
                    <a:pt x="2006420" y="5825958"/>
                  </a:lnTo>
                  <a:lnTo>
                    <a:pt x="2097168" y="5794155"/>
                  </a:lnTo>
                  <a:lnTo>
                    <a:pt x="2185737" y="5758656"/>
                  </a:lnTo>
                  <a:lnTo>
                    <a:pt x="2270600" y="5719448"/>
                  </a:lnTo>
                  <a:lnTo>
                    <a:pt x="2350772" y="5676426"/>
                  </a:lnTo>
                  <a:lnTo>
                    <a:pt x="2425734" y="5629381"/>
                  </a:lnTo>
                  <a:lnTo>
                    <a:pt x="2495344" y="5577994"/>
                  </a:lnTo>
                  <a:lnTo>
                    <a:pt x="2559736" y="5521835"/>
                  </a:lnTo>
                  <a:lnTo>
                    <a:pt x="2619241" y="5460376"/>
                  </a:lnTo>
                  <a:lnTo>
                    <a:pt x="2674314" y="5392998"/>
                  </a:lnTo>
                  <a:lnTo>
                    <a:pt x="2725481" y="5319023"/>
                  </a:lnTo>
                  <a:lnTo>
                    <a:pt x="2773301" y="5237748"/>
                  </a:lnTo>
                  <a:lnTo>
                    <a:pt x="2818335" y="5148511"/>
                  </a:lnTo>
                  <a:lnTo>
                    <a:pt x="2861116" y="5050797"/>
                  </a:lnTo>
                  <a:lnTo>
                    <a:pt x="2896531" y="4959647"/>
                  </a:lnTo>
                  <a:lnTo>
                    <a:pt x="2923751" y="4883121"/>
                  </a:lnTo>
                  <a:lnTo>
                    <a:pt x="2950436" y="4802533"/>
                  </a:lnTo>
                  <a:lnTo>
                    <a:pt x="2976693" y="4717806"/>
                  </a:lnTo>
                  <a:lnTo>
                    <a:pt x="3002612" y="4628891"/>
                  </a:lnTo>
                  <a:lnTo>
                    <a:pt x="3028270" y="4535780"/>
                  </a:lnTo>
                  <a:lnTo>
                    <a:pt x="3053733" y="4438498"/>
                  </a:lnTo>
                  <a:lnTo>
                    <a:pt x="3079057" y="4337114"/>
                  </a:lnTo>
                  <a:lnTo>
                    <a:pt x="3104288" y="4231740"/>
                  </a:lnTo>
                  <a:lnTo>
                    <a:pt x="3129462" y="4122530"/>
                  </a:lnTo>
                  <a:lnTo>
                    <a:pt x="3154610" y="4009685"/>
                  </a:lnTo>
                  <a:lnTo>
                    <a:pt x="3179753" y="3893452"/>
                  </a:lnTo>
                  <a:lnTo>
                    <a:pt x="3204909" y="3774120"/>
                  </a:lnTo>
                  <a:lnTo>
                    <a:pt x="3230086" y="3652023"/>
                  </a:lnTo>
                  <a:lnTo>
                    <a:pt x="3255290" y="3527531"/>
                  </a:lnTo>
                  <a:lnTo>
                    <a:pt x="3280522" y="3401050"/>
                  </a:lnTo>
                  <a:lnTo>
                    <a:pt x="3305779" y="3273015"/>
                  </a:lnTo>
                  <a:lnTo>
                    <a:pt x="3331054" y="3143888"/>
                  </a:lnTo>
                  <a:lnTo>
                    <a:pt x="3356341" y="3014142"/>
                  </a:lnTo>
                  <a:lnTo>
                    <a:pt x="3381630" y="2884265"/>
                  </a:lnTo>
                  <a:lnTo>
                    <a:pt x="3406913" y="2754743"/>
                  </a:lnTo>
                  <a:lnTo>
                    <a:pt x="3432180" y="2626060"/>
                  </a:lnTo>
                  <a:lnTo>
                    <a:pt x="3457426" y="2498684"/>
                  </a:lnTo>
                  <a:lnTo>
                    <a:pt x="3482645" y="2373065"/>
                  </a:lnTo>
                  <a:lnTo>
                    <a:pt x="3507837" y="2249626"/>
                  </a:lnTo>
                  <a:lnTo>
                    <a:pt x="3533003" y="2128756"/>
                  </a:lnTo>
                  <a:lnTo>
                    <a:pt x="3558151" y="2010811"/>
                  </a:lnTo>
                  <a:lnTo>
                    <a:pt x="3583295" y="1896102"/>
                  </a:lnTo>
                  <a:lnTo>
                    <a:pt x="3608451" y="1784901"/>
                  </a:lnTo>
                  <a:lnTo>
                    <a:pt x="3633647" y="1677433"/>
                  </a:lnTo>
                  <a:lnTo>
                    <a:pt x="3658916" y="1573877"/>
                  </a:lnTo>
                  <a:lnTo>
                    <a:pt x="3684297" y="1474368"/>
                  </a:lnTo>
                  <a:lnTo>
                    <a:pt x="3709843" y="1378998"/>
                  </a:lnTo>
                  <a:lnTo>
                    <a:pt x="3735612" y="1287816"/>
                  </a:lnTo>
                  <a:lnTo>
                    <a:pt x="3761676" y="1200830"/>
                  </a:lnTo>
                  <a:lnTo>
                    <a:pt x="3788118" y="1118014"/>
                  </a:lnTo>
                  <a:lnTo>
                    <a:pt x="3815035" y="1039305"/>
                  </a:lnTo>
                  <a:lnTo>
                    <a:pt x="3829811" y="998467"/>
                  </a:lnTo>
                  <a:lnTo>
                    <a:pt x="3871039" y="893257"/>
                  </a:lnTo>
                  <a:lnTo>
                    <a:pt x="3914102" y="796740"/>
                  </a:lnTo>
                  <a:lnTo>
                    <a:pt x="3959489" y="708642"/>
                  </a:lnTo>
                  <a:lnTo>
                    <a:pt x="4007740" y="628420"/>
                  </a:lnTo>
                  <a:lnTo>
                    <a:pt x="4059415" y="555401"/>
                  </a:lnTo>
                  <a:lnTo>
                    <a:pt x="4115072" y="488883"/>
                  </a:lnTo>
                  <a:lnTo>
                    <a:pt x="4175229" y="428194"/>
                  </a:lnTo>
                  <a:lnTo>
                    <a:pt x="4240329" y="372726"/>
                  </a:lnTo>
                  <a:lnTo>
                    <a:pt x="4310677" y="321963"/>
                  </a:lnTo>
                  <a:lnTo>
                    <a:pt x="4386378" y="275492"/>
                  </a:lnTo>
                  <a:lnTo>
                    <a:pt x="4467240" y="233009"/>
                  </a:lnTo>
                  <a:lnTo>
                    <a:pt x="4552687" y="194319"/>
                  </a:lnTo>
                  <a:lnTo>
                    <a:pt x="4641662" y="159332"/>
                  </a:lnTo>
                  <a:lnTo>
                    <a:pt x="4732559" y="128044"/>
                  </a:lnTo>
                  <a:lnTo>
                    <a:pt x="4823221" y="100512"/>
                  </a:lnTo>
                  <a:lnTo>
                    <a:pt x="4911013" y="76814"/>
                  </a:lnTo>
                  <a:lnTo>
                    <a:pt x="4993026" y="57000"/>
                  </a:lnTo>
                  <a:lnTo>
                    <a:pt x="5066381" y="41039"/>
                  </a:lnTo>
                  <a:lnTo>
                    <a:pt x="5128611" y="28778"/>
                  </a:lnTo>
                  <a:lnTo>
                    <a:pt x="5178045" y="19920"/>
                  </a:lnTo>
                  <a:lnTo>
                    <a:pt x="5214099" y="14021"/>
                  </a:lnTo>
                  <a:lnTo>
                    <a:pt x="5237423" y="10526"/>
                  </a:lnTo>
                  <a:lnTo>
                    <a:pt x="5249882" y="8811"/>
                  </a:lnTo>
                  <a:lnTo>
                    <a:pt x="5254427" y="8235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550" y="8211"/>
                  </a:lnTo>
                  <a:lnTo>
                    <a:pt x="6735475" y="8489"/>
                  </a:lnTo>
                  <a:lnTo>
                    <a:pt x="6755416" y="9257"/>
                  </a:lnTo>
                  <a:lnTo>
                    <a:pt x="6790979" y="10769"/>
                  </a:lnTo>
                  <a:lnTo>
                    <a:pt x="6843806" y="13257"/>
                  </a:lnTo>
                  <a:lnTo>
                    <a:pt x="6913451" y="16907"/>
                  </a:lnTo>
                  <a:lnTo>
                    <a:pt x="6997586" y="21844"/>
                  </a:lnTo>
                  <a:lnTo>
                    <a:pt x="7092537" y="28127"/>
                  </a:lnTo>
                  <a:lnTo>
                    <a:pt x="7194007" y="35760"/>
                  </a:lnTo>
                  <a:lnTo>
                    <a:pt x="7297795" y="44719"/>
                  </a:lnTo>
                  <a:lnTo>
                    <a:pt x="7400310" y="54975"/>
                  </a:lnTo>
                  <a:lnTo>
                    <a:pt x="7498850" y="66519"/>
                  </a:lnTo>
                  <a:lnTo>
                    <a:pt x="7591648" y="79378"/>
                  </a:lnTo>
                  <a:lnTo>
                    <a:pt x="7677771" y="93625"/>
                  </a:lnTo>
                  <a:lnTo>
                    <a:pt x="7756947" y="109380"/>
                  </a:lnTo>
                  <a:lnTo>
                    <a:pt x="7829381" y="126817"/>
                  </a:lnTo>
                  <a:lnTo>
                    <a:pt x="7895598" y="146151"/>
                  </a:lnTo>
                  <a:lnTo>
                    <a:pt x="7956308" y="167636"/>
                  </a:lnTo>
                  <a:lnTo>
                    <a:pt x="8012318" y="191549"/>
                  </a:lnTo>
                  <a:lnTo>
                    <a:pt x="8064460" y="218160"/>
                  </a:lnTo>
                  <a:lnTo>
                    <a:pt x="8113539" y="247695"/>
                  </a:lnTo>
                  <a:lnTo>
                    <a:pt x="8151487" y="273795"/>
                  </a:lnTo>
                  <a:lnTo>
                    <a:pt x="8197340" y="309258"/>
                  </a:lnTo>
                  <a:lnTo>
                    <a:pt x="8241865" y="347896"/>
                  </a:lnTo>
                  <a:lnTo>
                    <a:pt x="8285503" y="389769"/>
                  </a:lnTo>
                  <a:lnTo>
                    <a:pt x="8328592" y="434852"/>
                  </a:lnTo>
                  <a:lnTo>
                    <a:pt x="8371381" y="483031"/>
                  </a:lnTo>
                  <a:lnTo>
                    <a:pt x="8414049" y="534095"/>
                  </a:lnTo>
                  <a:lnTo>
                    <a:pt x="8456712" y="587732"/>
                  </a:lnTo>
                  <a:lnTo>
                    <a:pt x="8499433" y="643533"/>
                  </a:lnTo>
                  <a:lnTo>
                    <a:pt x="8542232" y="701002"/>
                  </a:lnTo>
                  <a:lnTo>
                    <a:pt x="8585097" y="759575"/>
                  </a:lnTo>
                  <a:lnTo>
                    <a:pt x="8627995" y="818636"/>
                  </a:lnTo>
                  <a:lnTo>
                    <a:pt x="8670883" y="877551"/>
                  </a:lnTo>
                  <a:lnTo>
                    <a:pt x="8713721" y="935690"/>
                  </a:lnTo>
                  <a:lnTo>
                    <a:pt x="8756484" y="992458"/>
                  </a:lnTo>
                  <a:lnTo>
                    <a:pt x="8799173" y="1047320"/>
                  </a:lnTo>
                  <a:lnTo>
                    <a:pt x="8841828" y="1099818"/>
                  </a:lnTo>
                  <a:lnTo>
                    <a:pt x="8884534" y="1149588"/>
                  </a:lnTo>
                  <a:lnTo>
                    <a:pt x="8927434" y="1196363"/>
                  </a:lnTo>
                  <a:lnTo>
                    <a:pt x="8970740" y="1239977"/>
                  </a:lnTo>
                  <a:lnTo>
                    <a:pt x="9014739" y="1280360"/>
                  </a:lnTo>
                  <a:lnTo>
                    <a:pt x="9059813" y="1317525"/>
                  </a:lnTo>
                  <a:lnTo>
                    <a:pt x="9084767" y="1336285"/>
                  </a:lnTo>
                  <a:lnTo>
                    <a:pt x="9131902" y="1368268"/>
                  </a:lnTo>
                  <a:lnTo>
                    <a:pt x="9181507" y="1397231"/>
                  </a:lnTo>
                  <a:lnTo>
                    <a:pt x="9234326" y="1423307"/>
                  </a:lnTo>
                  <a:lnTo>
                    <a:pt x="9291171" y="1446733"/>
                  </a:lnTo>
                  <a:lnTo>
                    <a:pt x="9352874" y="1467786"/>
                  </a:lnTo>
                  <a:lnTo>
                    <a:pt x="9420229" y="1486738"/>
                  </a:lnTo>
                  <a:lnTo>
                    <a:pt x="9493921" y="1503838"/>
                  </a:lnTo>
                  <a:lnTo>
                    <a:pt x="9574422" y="1519293"/>
                  </a:lnTo>
                  <a:lnTo>
                    <a:pt x="9661860" y="1533266"/>
                  </a:lnTo>
                  <a:lnTo>
                    <a:pt x="9755853" y="1545869"/>
                  </a:lnTo>
                  <a:lnTo>
                    <a:pt x="9855318" y="1557166"/>
                  </a:lnTo>
                  <a:lnTo>
                    <a:pt x="9958315" y="1567176"/>
                  </a:lnTo>
                  <a:lnTo>
                    <a:pt x="10061961" y="1575883"/>
                  </a:lnTo>
                  <a:lnTo>
                    <a:pt x="10162521" y="1583260"/>
                  </a:lnTo>
                  <a:lnTo>
                    <a:pt x="10255726" y="1589283"/>
                  </a:lnTo>
                  <a:lnTo>
                    <a:pt x="10337341" y="1593968"/>
                  </a:lnTo>
                  <a:lnTo>
                    <a:pt x="10403897" y="1597384"/>
                  </a:lnTo>
                  <a:lnTo>
                    <a:pt x="10453392" y="1599669"/>
                  </a:lnTo>
                  <a:lnTo>
                    <a:pt x="10485776" y="1601019"/>
                  </a:lnTo>
                  <a:lnTo>
                    <a:pt x="10503083" y="1601674"/>
                  </a:lnTo>
                  <a:lnTo>
                    <a:pt x="10509265" y="1601887"/>
                  </a:lnTo>
                  <a:lnTo>
                    <a:pt x="10509911" y="1601907"/>
                  </a:lnTo>
                  <a:lnTo>
                    <a:pt x="11981298" y="1601907"/>
                  </a:lnTo>
                  <a:lnTo>
                    <a:pt x="11981298" y="1593734"/>
                  </a:lnTo>
                  <a:lnTo>
                    <a:pt x="10509911" y="1593734"/>
                  </a:lnTo>
                  <a:lnTo>
                    <a:pt x="10508704" y="1593695"/>
                  </a:lnTo>
                  <a:lnTo>
                    <a:pt x="10500779" y="1593417"/>
                  </a:lnTo>
                  <a:lnTo>
                    <a:pt x="10480837" y="1592649"/>
                  </a:lnTo>
                  <a:lnTo>
                    <a:pt x="10445274" y="1591138"/>
                  </a:lnTo>
                  <a:lnTo>
                    <a:pt x="10392447" y="1588650"/>
                  </a:lnTo>
                  <a:lnTo>
                    <a:pt x="10322802" y="1585000"/>
                  </a:lnTo>
                  <a:lnTo>
                    <a:pt x="10238667" y="1580062"/>
                  </a:lnTo>
                  <a:lnTo>
                    <a:pt x="10143717" y="1573780"/>
                  </a:lnTo>
                  <a:lnTo>
                    <a:pt x="10042246" y="1566147"/>
                  </a:lnTo>
                  <a:lnTo>
                    <a:pt x="9938458" y="1557188"/>
                  </a:lnTo>
                  <a:lnTo>
                    <a:pt x="9835943" y="1546931"/>
                  </a:lnTo>
                  <a:lnTo>
                    <a:pt x="9737403" y="1535387"/>
                  </a:lnTo>
                  <a:lnTo>
                    <a:pt x="9644605" y="1522528"/>
                  </a:lnTo>
                  <a:lnTo>
                    <a:pt x="9558482" y="1508282"/>
                  </a:lnTo>
                  <a:lnTo>
                    <a:pt x="9479307" y="1492526"/>
                  </a:lnTo>
                  <a:lnTo>
                    <a:pt x="9406872" y="1475090"/>
                  </a:lnTo>
                  <a:lnTo>
                    <a:pt x="9340656" y="1455756"/>
                  </a:lnTo>
                  <a:lnTo>
                    <a:pt x="9279946" y="1434271"/>
                  </a:lnTo>
                  <a:lnTo>
                    <a:pt x="9223935" y="1410358"/>
                  </a:lnTo>
                  <a:lnTo>
                    <a:pt x="9171793" y="1383746"/>
                  </a:lnTo>
                  <a:lnTo>
                    <a:pt x="9122714" y="1354212"/>
                  </a:lnTo>
                  <a:lnTo>
                    <a:pt x="9084767" y="1328112"/>
                  </a:lnTo>
                  <a:lnTo>
                    <a:pt x="9038914" y="1292649"/>
                  </a:lnTo>
                  <a:lnTo>
                    <a:pt x="8994388" y="1254010"/>
                  </a:lnTo>
                  <a:lnTo>
                    <a:pt x="8950750" y="1212138"/>
                  </a:lnTo>
                  <a:lnTo>
                    <a:pt x="8907661" y="1167055"/>
                  </a:lnTo>
                  <a:lnTo>
                    <a:pt x="8864872" y="1118876"/>
                  </a:lnTo>
                  <a:lnTo>
                    <a:pt x="8822204" y="1067812"/>
                  </a:lnTo>
                  <a:lnTo>
                    <a:pt x="8779541" y="1014175"/>
                  </a:lnTo>
                  <a:lnTo>
                    <a:pt x="8736820" y="958374"/>
                  </a:lnTo>
                  <a:lnTo>
                    <a:pt x="8694021" y="900904"/>
                  </a:lnTo>
                  <a:lnTo>
                    <a:pt x="8651156" y="842332"/>
                  </a:lnTo>
                  <a:lnTo>
                    <a:pt x="8608258" y="783271"/>
                  </a:lnTo>
                  <a:lnTo>
                    <a:pt x="8565370" y="724356"/>
                  </a:lnTo>
                  <a:lnTo>
                    <a:pt x="8522532" y="666217"/>
                  </a:lnTo>
                  <a:lnTo>
                    <a:pt x="8479769" y="609448"/>
                  </a:lnTo>
                  <a:lnTo>
                    <a:pt x="8437080" y="554587"/>
                  </a:lnTo>
                  <a:lnTo>
                    <a:pt x="8394426" y="502088"/>
                  </a:lnTo>
                  <a:lnTo>
                    <a:pt x="8351720" y="452319"/>
                  </a:lnTo>
                  <a:lnTo>
                    <a:pt x="8308819" y="405544"/>
                  </a:lnTo>
                  <a:lnTo>
                    <a:pt x="8265513" y="361929"/>
                  </a:lnTo>
                  <a:lnTo>
                    <a:pt x="8221514" y="321547"/>
                  </a:lnTo>
                  <a:lnTo>
                    <a:pt x="8176440" y="284381"/>
                  </a:lnTo>
                  <a:lnTo>
                    <a:pt x="8151487" y="265622"/>
                  </a:lnTo>
                  <a:lnTo>
                    <a:pt x="8104351" y="233638"/>
                  </a:lnTo>
                  <a:lnTo>
                    <a:pt x="8054746" y="204676"/>
                  </a:lnTo>
                  <a:lnTo>
                    <a:pt x="8001927" y="178600"/>
                  </a:lnTo>
                  <a:lnTo>
                    <a:pt x="7945082" y="155174"/>
                  </a:lnTo>
                  <a:lnTo>
                    <a:pt x="7883379" y="134121"/>
                  </a:lnTo>
                  <a:lnTo>
                    <a:pt x="7816024" y="115169"/>
                  </a:lnTo>
                  <a:lnTo>
                    <a:pt x="7742332" y="98069"/>
                  </a:lnTo>
                  <a:lnTo>
                    <a:pt x="7661831" y="82614"/>
                  </a:lnTo>
                  <a:lnTo>
                    <a:pt x="7574393" y="68641"/>
                  </a:lnTo>
                  <a:lnTo>
                    <a:pt x="7480400" y="56038"/>
                  </a:lnTo>
                  <a:lnTo>
                    <a:pt x="7380935" y="44741"/>
                  </a:lnTo>
                  <a:lnTo>
                    <a:pt x="7277939" y="34731"/>
                  </a:lnTo>
                  <a:lnTo>
                    <a:pt x="7174292" y="26023"/>
                  </a:lnTo>
                  <a:lnTo>
                    <a:pt x="7073732" y="18647"/>
                  </a:lnTo>
                  <a:lnTo>
                    <a:pt x="6980528" y="12624"/>
                  </a:lnTo>
                  <a:lnTo>
                    <a:pt x="6898912" y="7939"/>
                  </a:lnTo>
                  <a:lnTo>
                    <a:pt x="6832356" y="4523"/>
                  </a:lnTo>
                  <a:lnTo>
                    <a:pt x="6782861" y="2238"/>
                  </a:lnTo>
                  <a:lnTo>
                    <a:pt x="6750478" y="888"/>
                  </a:lnTo>
                  <a:lnTo>
                    <a:pt x="6733170" y="233"/>
                  </a:lnTo>
                  <a:lnTo>
                    <a:pt x="6726988" y="20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135" y="97"/>
                  </a:lnTo>
                  <a:lnTo>
                    <a:pt x="5248705" y="794"/>
                  </a:lnTo>
                  <a:lnTo>
                    <a:pt x="5234893" y="2716"/>
                  </a:lnTo>
                  <a:lnTo>
                    <a:pt x="5209890" y="6508"/>
                  </a:lnTo>
                  <a:lnTo>
                    <a:pt x="5171992" y="12786"/>
                  </a:lnTo>
                  <a:lnTo>
                    <a:pt x="5120723" y="22093"/>
                  </a:lnTo>
                  <a:lnTo>
                    <a:pt x="5056830" y="34852"/>
                  </a:lnTo>
                  <a:lnTo>
                    <a:pt x="4982114" y="51341"/>
                  </a:lnTo>
                  <a:lnTo>
                    <a:pt x="4899124" y="71694"/>
                  </a:lnTo>
                  <a:lnTo>
                    <a:pt x="4810764" y="95927"/>
                  </a:lnTo>
                  <a:lnTo>
                    <a:pt x="4719922" y="123984"/>
                  </a:lnTo>
                  <a:lnTo>
                    <a:pt x="4629174" y="155787"/>
                  </a:lnTo>
                  <a:lnTo>
                    <a:pt x="4540605" y="191286"/>
                  </a:lnTo>
                  <a:lnTo>
                    <a:pt x="4455742" y="230494"/>
                  </a:lnTo>
                  <a:lnTo>
                    <a:pt x="4375571" y="273516"/>
                  </a:lnTo>
                  <a:lnTo>
                    <a:pt x="4300608" y="320561"/>
                  </a:lnTo>
                  <a:lnTo>
                    <a:pt x="4230998" y="371948"/>
                  </a:lnTo>
                  <a:lnTo>
                    <a:pt x="4166606" y="428107"/>
                  </a:lnTo>
                  <a:lnTo>
                    <a:pt x="4107101" y="489566"/>
                  </a:lnTo>
                  <a:lnTo>
                    <a:pt x="4052029" y="556944"/>
                  </a:lnTo>
                  <a:lnTo>
                    <a:pt x="4000862" y="630919"/>
                  </a:lnTo>
                  <a:lnTo>
                    <a:pt x="3953041" y="712194"/>
                  </a:lnTo>
                  <a:lnTo>
                    <a:pt x="3908007" y="801430"/>
                  </a:lnTo>
                  <a:lnTo>
                    <a:pt x="3865226" y="899145"/>
                  </a:lnTo>
                  <a:lnTo>
                    <a:pt x="3829811" y="990294"/>
                  </a:lnTo>
                  <a:lnTo>
                    <a:pt x="3802592" y="1066821"/>
                  </a:lnTo>
                  <a:lnTo>
                    <a:pt x="3775906" y="1147408"/>
                  </a:lnTo>
                  <a:lnTo>
                    <a:pt x="3749649" y="1232136"/>
                  </a:lnTo>
                  <a:lnTo>
                    <a:pt x="3723730" y="1321050"/>
                  </a:lnTo>
                  <a:lnTo>
                    <a:pt x="3698072" y="1414162"/>
                  </a:lnTo>
                  <a:lnTo>
                    <a:pt x="3672609" y="1511444"/>
                  </a:lnTo>
                  <a:lnTo>
                    <a:pt x="3647285" y="1612827"/>
                  </a:lnTo>
                  <a:lnTo>
                    <a:pt x="3622054" y="1718202"/>
                  </a:lnTo>
                  <a:lnTo>
                    <a:pt x="3596880" y="1827412"/>
                  </a:lnTo>
                  <a:lnTo>
                    <a:pt x="3571732" y="1940257"/>
                  </a:lnTo>
                  <a:lnTo>
                    <a:pt x="3546589" y="2056490"/>
                  </a:lnTo>
                  <a:lnTo>
                    <a:pt x="3521433" y="2175821"/>
                  </a:lnTo>
                  <a:lnTo>
                    <a:pt x="3496256" y="2297919"/>
                  </a:lnTo>
                  <a:lnTo>
                    <a:pt x="3471052" y="2422411"/>
                  </a:lnTo>
                  <a:lnTo>
                    <a:pt x="3445820" y="2548892"/>
                  </a:lnTo>
                  <a:lnTo>
                    <a:pt x="3420564" y="2676926"/>
                  </a:lnTo>
                  <a:lnTo>
                    <a:pt x="3395288" y="2806054"/>
                  </a:lnTo>
                  <a:lnTo>
                    <a:pt x="3370001" y="2935800"/>
                  </a:lnTo>
                  <a:lnTo>
                    <a:pt x="3344712" y="3065677"/>
                  </a:lnTo>
                  <a:lnTo>
                    <a:pt x="3319429" y="3195199"/>
                  </a:lnTo>
                  <a:lnTo>
                    <a:pt x="3294162" y="3323882"/>
                  </a:lnTo>
                  <a:lnTo>
                    <a:pt x="3268916" y="3451258"/>
                  </a:lnTo>
                  <a:lnTo>
                    <a:pt x="3243697" y="3576876"/>
                  </a:lnTo>
                  <a:lnTo>
                    <a:pt x="3218505" y="3700316"/>
                  </a:lnTo>
                  <a:lnTo>
                    <a:pt x="3193339" y="3821185"/>
                  </a:lnTo>
                  <a:lnTo>
                    <a:pt x="3168191" y="3939131"/>
                  </a:lnTo>
                  <a:lnTo>
                    <a:pt x="3143048" y="4053839"/>
                  </a:lnTo>
                  <a:lnTo>
                    <a:pt x="3117891" y="4165041"/>
                  </a:lnTo>
                  <a:lnTo>
                    <a:pt x="3092695" y="4272509"/>
                  </a:lnTo>
                  <a:lnTo>
                    <a:pt x="3067427" y="4376065"/>
                  </a:lnTo>
                  <a:lnTo>
                    <a:pt x="3042045" y="4475574"/>
                  </a:lnTo>
                  <a:lnTo>
                    <a:pt x="3016499" y="4570944"/>
                  </a:lnTo>
                  <a:lnTo>
                    <a:pt x="2990730" y="4662126"/>
                  </a:lnTo>
                  <a:lnTo>
                    <a:pt x="2964666" y="4749112"/>
                  </a:lnTo>
                  <a:lnTo>
                    <a:pt x="2938224" y="4831928"/>
                  </a:lnTo>
                  <a:lnTo>
                    <a:pt x="2911307" y="4910636"/>
                  </a:lnTo>
                  <a:lnTo>
                    <a:pt x="2896531" y="4951474"/>
                  </a:lnTo>
                  <a:lnTo>
                    <a:pt x="2855303" y="5056685"/>
                  </a:lnTo>
                  <a:lnTo>
                    <a:pt x="2812240" y="5153202"/>
                  </a:lnTo>
                  <a:lnTo>
                    <a:pt x="2766853" y="5241300"/>
                  </a:lnTo>
                  <a:lnTo>
                    <a:pt x="2718602" y="5321522"/>
                  </a:lnTo>
                  <a:lnTo>
                    <a:pt x="2666927" y="5394541"/>
                  </a:lnTo>
                  <a:lnTo>
                    <a:pt x="2611270" y="5461059"/>
                  </a:lnTo>
                  <a:lnTo>
                    <a:pt x="2551113" y="5521748"/>
                  </a:lnTo>
                  <a:lnTo>
                    <a:pt x="2486014" y="5577216"/>
                  </a:lnTo>
                  <a:lnTo>
                    <a:pt x="2415665" y="5627979"/>
                  </a:lnTo>
                  <a:lnTo>
                    <a:pt x="2339964" y="5674450"/>
                  </a:lnTo>
                  <a:lnTo>
                    <a:pt x="2259102" y="5716933"/>
                  </a:lnTo>
                  <a:lnTo>
                    <a:pt x="2173655" y="5755623"/>
                  </a:lnTo>
                  <a:lnTo>
                    <a:pt x="2084680" y="5790610"/>
                  </a:lnTo>
                  <a:lnTo>
                    <a:pt x="1993783" y="5821898"/>
                  </a:lnTo>
                  <a:lnTo>
                    <a:pt x="1903122" y="5849430"/>
                  </a:lnTo>
                  <a:lnTo>
                    <a:pt x="1815329" y="5873128"/>
                  </a:lnTo>
                  <a:lnTo>
                    <a:pt x="1733316" y="5892942"/>
                  </a:lnTo>
                  <a:lnTo>
                    <a:pt x="1659961" y="5908903"/>
                  </a:lnTo>
                  <a:lnTo>
                    <a:pt x="1597731" y="5921164"/>
                  </a:lnTo>
                  <a:lnTo>
                    <a:pt x="1548298" y="5930022"/>
                  </a:lnTo>
                  <a:lnTo>
                    <a:pt x="1512244" y="5935921"/>
                  </a:lnTo>
                  <a:lnTo>
                    <a:pt x="1488919" y="5939416"/>
                  </a:lnTo>
                  <a:lnTo>
                    <a:pt x="1476460" y="5941130"/>
                  </a:lnTo>
                  <a:lnTo>
                    <a:pt x="1471915" y="5941707"/>
                  </a:lnTo>
                  <a:lnTo>
                    <a:pt x="1471387" y="5941769"/>
                  </a:lnTo>
                  <a:lnTo>
                    <a:pt x="0" y="5941769"/>
                  </a:lnTo>
                  <a:close/>
                </a:path>
              </a:pathLst>
            </a:custGeom>
            <a:solidFill>
              <a:srgbClr val="8BC34A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626" name="pl1626"/>
            <p:cNvSpPr/>
            <p:nvPr/>
          </p:nvSpPr>
          <p:spPr>
            <a:xfrm>
              <a:off x="4799595" y="3353343"/>
              <a:ext cx="11981298" cy="5941769"/>
            </a:xfrm>
            <a:custGeom>
              <a:avLst/>
              <a:pathLst>
                <a:path w="11981298" h="5941769">
                  <a:moveTo>
                    <a:pt x="0" y="5941769"/>
                  </a:moveTo>
                  <a:lnTo>
                    <a:pt x="1471387" y="5941769"/>
                  </a:lnTo>
                  <a:lnTo>
                    <a:pt x="1472207" y="5941671"/>
                  </a:lnTo>
                  <a:lnTo>
                    <a:pt x="1477637" y="5940975"/>
                  </a:lnTo>
                  <a:lnTo>
                    <a:pt x="1491449" y="5939052"/>
                  </a:lnTo>
                  <a:lnTo>
                    <a:pt x="1516452" y="5935261"/>
                  </a:lnTo>
                  <a:lnTo>
                    <a:pt x="1554350" y="5928983"/>
                  </a:lnTo>
                  <a:lnTo>
                    <a:pt x="1605619" y="5919676"/>
                  </a:lnTo>
                  <a:lnTo>
                    <a:pt x="1669513" y="5906917"/>
                  </a:lnTo>
                  <a:lnTo>
                    <a:pt x="1744228" y="5890428"/>
                  </a:lnTo>
                  <a:lnTo>
                    <a:pt x="1827219" y="5870075"/>
                  </a:lnTo>
                  <a:lnTo>
                    <a:pt x="1915579" y="5845842"/>
                  </a:lnTo>
                  <a:lnTo>
                    <a:pt x="2006420" y="5817785"/>
                  </a:lnTo>
                  <a:lnTo>
                    <a:pt x="2097168" y="5785982"/>
                  </a:lnTo>
                  <a:lnTo>
                    <a:pt x="2185737" y="5750483"/>
                  </a:lnTo>
                  <a:lnTo>
                    <a:pt x="2270600" y="5711275"/>
                  </a:lnTo>
                  <a:lnTo>
                    <a:pt x="2350772" y="5668253"/>
                  </a:lnTo>
                  <a:lnTo>
                    <a:pt x="2425734" y="5621208"/>
                  </a:lnTo>
                  <a:lnTo>
                    <a:pt x="2495344" y="5569821"/>
                  </a:lnTo>
                  <a:lnTo>
                    <a:pt x="2559736" y="5513662"/>
                  </a:lnTo>
                  <a:lnTo>
                    <a:pt x="2619241" y="5452203"/>
                  </a:lnTo>
                  <a:lnTo>
                    <a:pt x="2674314" y="5384825"/>
                  </a:lnTo>
                  <a:lnTo>
                    <a:pt x="2725481" y="5310850"/>
                  </a:lnTo>
                  <a:lnTo>
                    <a:pt x="2773301" y="5229575"/>
                  </a:lnTo>
                  <a:lnTo>
                    <a:pt x="2818335" y="5140338"/>
                  </a:lnTo>
                  <a:lnTo>
                    <a:pt x="2861116" y="5042624"/>
                  </a:lnTo>
                  <a:lnTo>
                    <a:pt x="2896531" y="4951474"/>
                  </a:lnTo>
                  <a:lnTo>
                    <a:pt x="2923751" y="4874948"/>
                  </a:lnTo>
                  <a:lnTo>
                    <a:pt x="2950436" y="4794360"/>
                  </a:lnTo>
                  <a:lnTo>
                    <a:pt x="2976693" y="4709633"/>
                  </a:lnTo>
                  <a:lnTo>
                    <a:pt x="3002612" y="4620718"/>
                  </a:lnTo>
                  <a:lnTo>
                    <a:pt x="3028270" y="4527607"/>
                  </a:lnTo>
                  <a:lnTo>
                    <a:pt x="3053733" y="4430325"/>
                  </a:lnTo>
                  <a:lnTo>
                    <a:pt x="3079057" y="4328941"/>
                  </a:lnTo>
                  <a:lnTo>
                    <a:pt x="3104288" y="4223567"/>
                  </a:lnTo>
                  <a:lnTo>
                    <a:pt x="3129462" y="4114357"/>
                  </a:lnTo>
                  <a:lnTo>
                    <a:pt x="3154610" y="4001512"/>
                  </a:lnTo>
                  <a:lnTo>
                    <a:pt x="3179753" y="3885279"/>
                  </a:lnTo>
                  <a:lnTo>
                    <a:pt x="3204909" y="3765947"/>
                  </a:lnTo>
                  <a:lnTo>
                    <a:pt x="3230086" y="3643850"/>
                  </a:lnTo>
                  <a:lnTo>
                    <a:pt x="3255290" y="3519358"/>
                  </a:lnTo>
                  <a:lnTo>
                    <a:pt x="3280522" y="3392877"/>
                  </a:lnTo>
                  <a:lnTo>
                    <a:pt x="3305779" y="3264842"/>
                  </a:lnTo>
                  <a:lnTo>
                    <a:pt x="3331054" y="3135715"/>
                  </a:lnTo>
                  <a:lnTo>
                    <a:pt x="3356341" y="3005969"/>
                  </a:lnTo>
                  <a:lnTo>
                    <a:pt x="3381630" y="2876092"/>
                  </a:lnTo>
                  <a:lnTo>
                    <a:pt x="3406913" y="2746570"/>
                  </a:lnTo>
                  <a:lnTo>
                    <a:pt x="3432180" y="2617887"/>
                  </a:lnTo>
                  <a:lnTo>
                    <a:pt x="3457426" y="2490511"/>
                  </a:lnTo>
                  <a:lnTo>
                    <a:pt x="3482645" y="2364892"/>
                  </a:lnTo>
                  <a:lnTo>
                    <a:pt x="3507837" y="2241453"/>
                  </a:lnTo>
                  <a:lnTo>
                    <a:pt x="3533003" y="2120583"/>
                  </a:lnTo>
                  <a:lnTo>
                    <a:pt x="3558151" y="2002638"/>
                  </a:lnTo>
                  <a:lnTo>
                    <a:pt x="3583295" y="1887929"/>
                  </a:lnTo>
                  <a:lnTo>
                    <a:pt x="3608451" y="1776728"/>
                  </a:lnTo>
                  <a:lnTo>
                    <a:pt x="3633647" y="1669260"/>
                  </a:lnTo>
                  <a:lnTo>
                    <a:pt x="3658916" y="1565704"/>
                  </a:lnTo>
                  <a:lnTo>
                    <a:pt x="3684297" y="1466195"/>
                  </a:lnTo>
                  <a:lnTo>
                    <a:pt x="3709843" y="1370825"/>
                  </a:lnTo>
                  <a:lnTo>
                    <a:pt x="3735612" y="1279643"/>
                  </a:lnTo>
                  <a:lnTo>
                    <a:pt x="3761676" y="1192657"/>
                  </a:lnTo>
                  <a:lnTo>
                    <a:pt x="3788118" y="1109841"/>
                  </a:lnTo>
                  <a:lnTo>
                    <a:pt x="3815035" y="1031132"/>
                  </a:lnTo>
                  <a:lnTo>
                    <a:pt x="3829811" y="990294"/>
                  </a:lnTo>
                  <a:lnTo>
                    <a:pt x="3871039" y="885084"/>
                  </a:lnTo>
                  <a:lnTo>
                    <a:pt x="3914102" y="788567"/>
                  </a:lnTo>
                  <a:lnTo>
                    <a:pt x="3959489" y="700469"/>
                  </a:lnTo>
                  <a:lnTo>
                    <a:pt x="4007740" y="620247"/>
                  </a:lnTo>
                  <a:lnTo>
                    <a:pt x="4059415" y="547228"/>
                  </a:lnTo>
                  <a:lnTo>
                    <a:pt x="4115072" y="480710"/>
                  </a:lnTo>
                  <a:lnTo>
                    <a:pt x="4175229" y="420021"/>
                  </a:lnTo>
                  <a:lnTo>
                    <a:pt x="4240329" y="364553"/>
                  </a:lnTo>
                  <a:lnTo>
                    <a:pt x="4310677" y="313790"/>
                  </a:lnTo>
                  <a:lnTo>
                    <a:pt x="4386378" y="267319"/>
                  </a:lnTo>
                  <a:lnTo>
                    <a:pt x="4467240" y="224836"/>
                  </a:lnTo>
                  <a:lnTo>
                    <a:pt x="4552687" y="186146"/>
                  </a:lnTo>
                  <a:lnTo>
                    <a:pt x="4641662" y="151159"/>
                  </a:lnTo>
                  <a:lnTo>
                    <a:pt x="4732559" y="119871"/>
                  </a:lnTo>
                  <a:lnTo>
                    <a:pt x="4823221" y="92339"/>
                  </a:lnTo>
                  <a:lnTo>
                    <a:pt x="4911013" y="68641"/>
                  </a:lnTo>
                  <a:lnTo>
                    <a:pt x="4993026" y="48827"/>
                  </a:lnTo>
                  <a:lnTo>
                    <a:pt x="5066381" y="32866"/>
                  </a:lnTo>
                  <a:lnTo>
                    <a:pt x="5128611" y="20605"/>
                  </a:lnTo>
                  <a:lnTo>
                    <a:pt x="5178045" y="11747"/>
                  </a:lnTo>
                  <a:lnTo>
                    <a:pt x="5214099" y="5848"/>
                  </a:lnTo>
                  <a:lnTo>
                    <a:pt x="5237423" y="2353"/>
                  </a:lnTo>
                  <a:lnTo>
                    <a:pt x="5249882" y="638"/>
                  </a:lnTo>
                  <a:lnTo>
                    <a:pt x="5254427" y="62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550" y="38"/>
                  </a:lnTo>
                  <a:lnTo>
                    <a:pt x="6735475" y="316"/>
                  </a:lnTo>
                  <a:lnTo>
                    <a:pt x="6755416" y="1084"/>
                  </a:lnTo>
                  <a:lnTo>
                    <a:pt x="6790979" y="2596"/>
                  </a:lnTo>
                  <a:lnTo>
                    <a:pt x="6843806" y="5084"/>
                  </a:lnTo>
                  <a:lnTo>
                    <a:pt x="6913451" y="8734"/>
                  </a:lnTo>
                  <a:lnTo>
                    <a:pt x="6997586" y="13671"/>
                  </a:lnTo>
                  <a:lnTo>
                    <a:pt x="7092537" y="19954"/>
                  </a:lnTo>
                  <a:lnTo>
                    <a:pt x="7194007" y="27587"/>
                  </a:lnTo>
                  <a:lnTo>
                    <a:pt x="7297795" y="36546"/>
                  </a:lnTo>
                  <a:lnTo>
                    <a:pt x="7400310" y="46802"/>
                  </a:lnTo>
                  <a:lnTo>
                    <a:pt x="7498850" y="58346"/>
                  </a:lnTo>
                  <a:lnTo>
                    <a:pt x="7591648" y="71205"/>
                  </a:lnTo>
                  <a:lnTo>
                    <a:pt x="7677771" y="85452"/>
                  </a:lnTo>
                  <a:lnTo>
                    <a:pt x="7756947" y="101207"/>
                  </a:lnTo>
                  <a:lnTo>
                    <a:pt x="7829381" y="118644"/>
                  </a:lnTo>
                  <a:lnTo>
                    <a:pt x="7895598" y="137978"/>
                  </a:lnTo>
                  <a:lnTo>
                    <a:pt x="7956308" y="159463"/>
                  </a:lnTo>
                  <a:lnTo>
                    <a:pt x="8012318" y="183376"/>
                  </a:lnTo>
                  <a:lnTo>
                    <a:pt x="8064460" y="209987"/>
                  </a:lnTo>
                  <a:lnTo>
                    <a:pt x="8113539" y="239522"/>
                  </a:lnTo>
                  <a:lnTo>
                    <a:pt x="8151487" y="265622"/>
                  </a:lnTo>
                  <a:lnTo>
                    <a:pt x="8197340" y="301085"/>
                  </a:lnTo>
                  <a:lnTo>
                    <a:pt x="8241865" y="339723"/>
                  </a:lnTo>
                  <a:lnTo>
                    <a:pt x="8285503" y="381596"/>
                  </a:lnTo>
                  <a:lnTo>
                    <a:pt x="8328592" y="426679"/>
                  </a:lnTo>
                  <a:lnTo>
                    <a:pt x="8371381" y="474858"/>
                  </a:lnTo>
                  <a:lnTo>
                    <a:pt x="8414049" y="525922"/>
                  </a:lnTo>
                  <a:lnTo>
                    <a:pt x="8456712" y="579559"/>
                  </a:lnTo>
                  <a:lnTo>
                    <a:pt x="8499433" y="635360"/>
                  </a:lnTo>
                  <a:lnTo>
                    <a:pt x="8542232" y="692829"/>
                  </a:lnTo>
                  <a:lnTo>
                    <a:pt x="8585097" y="751402"/>
                  </a:lnTo>
                  <a:lnTo>
                    <a:pt x="8627995" y="810463"/>
                  </a:lnTo>
                  <a:lnTo>
                    <a:pt x="8670883" y="869378"/>
                  </a:lnTo>
                  <a:lnTo>
                    <a:pt x="8713721" y="927517"/>
                  </a:lnTo>
                  <a:lnTo>
                    <a:pt x="8756484" y="984285"/>
                  </a:lnTo>
                  <a:lnTo>
                    <a:pt x="8799173" y="1039147"/>
                  </a:lnTo>
                  <a:lnTo>
                    <a:pt x="8841828" y="1091645"/>
                  </a:lnTo>
                  <a:lnTo>
                    <a:pt x="8884534" y="1141415"/>
                  </a:lnTo>
                  <a:lnTo>
                    <a:pt x="8927434" y="1188190"/>
                  </a:lnTo>
                  <a:lnTo>
                    <a:pt x="8970740" y="1231804"/>
                  </a:lnTo>
                  <a:lnTo>
                    <a:pt x="9014739" y="1272187"/>
                  </a:lnTo>
                  <a:lnTo>
                    <a:pt x="9059813" y="1309352"/>
                  </a:lnTo>
                  <a:lnTo>
                    <a:pt x="9084767" y="1328112"/>
                  </a:lnTo>
                  <a:lnTo>
                    <a:pt x="9131902" y="1360095"/>
                  </a:lnTo>
                  <a:lnTo>
                    <a:pt x="9181507" y="1389058"/>
                  </a:lnTo>
                  <a:lnTo>
                    <a:pt x="9234326" y="1415134"/>
                  </a:lnTo>
                  <a:lnTo>
                    <a:pt x="9291171" y="1438560"/>
                  </a:lnTo>
                  <a:lnTo>
                    <a:pt x="9352874" y="1459613"/>
                  </a:lnTo>
                  <a:lnTo>
                    <a:pt x="9420229" y="1478565"/>
                  </a:lnTo>
                  <a:lnTo>
                    <a:pt x="9493921" y="1495665"/>
                  </a:lnTo>
                  <a:lnTo>
                    <a:pt x="9574422" y="1511120"/>
                  </a:lnTo>
                  <a:lnTo>
                    <a:pt x="9661860" y="1525093"/>
                  </a:lnTo>
                  <a:lnTo>
                    <a:pt x="9755853" y="1537696"/>
                  </a:lnTo>
                  <a:lnTo>
                    <a:pt x="9855318" y="1548993"/>
                  </a:lnTo>
                  <a:lnTo>
                    <a:pt x="9958315" y="1559003"/>
                  </a:lnTo>
                  <a:lnTo>
                    <a:pt x="10061961" y="1567710"/>
                  </a:lnTo>
                  <a:lnTo>
                    <a:pt x="10162521" y="1575087"/>
                  </a:lnTo>
                  <a:lnTo>
                    <a:pt x="10255726" y="1581110"/>
                  </a:lnTo>
                  <a:lnTo>
                    <a:pt x="10337341" y="1585795"/>
                  </a:lnTo>
                  <a:lnTo>
                    <a:pt x="10403897" y="1589211"/>
                  </a:lnTo>
                  <a:lnTo>
                    <a:pt x="10453392" y="1591496"/>
                  </a:lnTo>
                  <a:lnTo>
                    <a:pt x="10485776" y="1592846"/>
                  </a:lnTo>
                  <a:lnTo>
                    <a:pt x="10503083" y="1593501"/>
                  </a:lnTo>
                  <a:lnTo>
                    <a:pt x="10509265" y="1593714"/>
                  </a:lnTo>
                  <a:lnTo>
                    <a:pt x="10509911" y="1593734"/>
                  </a:lnTo>
                  <a:lnTo>
                    <a:pt x="11981298" y="159373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27" name="pl1627"/>
            <p:cNvSpPr/>
            <p:nvPr/>
          </p:nvSpPr>
          <p:spPr>
            <a:xfrm>
              <a:off x="4799595" y="3345170"/>
              <a:ext cx="11981298" cy="5941769"/>
            </a:xfrm>
            <a:custGeom>
              <a:avLst/>
              <a:pathLst>
                <a:path w="11981298" h="5941769">
                  <a:moveTo>
                    <a:pt x="11981298" y="1593734"/>
                  </a:moveTo>
                  <a:lnTo>
                    <a:pt x="10509911" y="1593734"/>
                  </a:lnTo>
                  <a:lnTo>
                    <a:pt x="10508704" y="1593695"/>
                  </a:lnTo>
                  <a:lnTo>
                    <a:pt x="10500779" y="1593417"/>
                  </a:lnTo>
                  <a:lnTo>
                    <a:pt x="10480837" y="1592649"/>
                  </a:lnTo>
                  <a:lnTo>
                    <a:pt x="10445274" y="1591138"/>
                  </a:lnTo>
                  <a:lnTo>
                    <a:pt x="10392447" y="1588650"/>
                  </a:lnTo>
                  <a:lnTo>
                    <a:pt x="10322802" y="1585000"/>
                  </a:lnTo>
                  <a:lnTo>
                    <a:pt x="10238667" y="1580062"/>
                  </a:lnTo>
                  <a:lnTo>
                    <a:pt x="10143717" y="1573780"/>
                  </a:lnTo>
                  <a:lnTo>
                    <a:pt x="10042246" y="1566147"/>
                  </a:lnTo>
                  <a:lnTo>
                    <a:pt x="9938458" y="1557188"/>
                  </a:lnTo>
                  <a:lnTo>
                    <a:pt x="9835943" y="1546931"/>
                  </a:lnTo>
                  <a:lnTo>
                    <a:pt x="9737403" y="1535387"/>
                  </a:lnTo>
                  <a:lnTo>
                    <a:pt x="9644605" y="1522528"/>
                  </a:lnTo>
                  <a:lnTo>
                    <a:pt x="9558482" y="1508282"/>
                  </a:lnTo>
                  <a:lnTo>
                    <a:pt x="9479307" y="1492526"/>
                  </a:lnTo>
                  <a:lnTo>
                    <a:pt x="9406872" y="1475090"/>
                  </a:lnTo>
                  <a:lnTo>
                    <a:pt x="9340656" y="1455756"/>
                  </a:lnTo>
                  <a:lnTo>
                    <a:pt x="9279946" y="1434271"/>
                  </a:lnTo>
                  <a:lnTo>
                    <a:pt x="9223935" y="1410358"/>
                  </a:lnTo>
                  <a:lnTo>
                    <a:pt x="9171793" y="1383746"/>
                  </a:lnTo>
                  <a:lnTo>
                    <a:pt x="9122714" y="1354212"/>
                  </a:lnTo>
                  <a:lnTo>
                    <a:pt x="9084767" y="1328112"/>
                  </a:lnTo>
                  <a:lnTo>
                    <a:pt x="9038914" y="1292649"/>
                  </a:lnTo>
                  <a:lnTo>
                    <a:pt x="8994388" y="1254010"/>
                  </a:lnTo>
                  <a:lnTo>
                    <a:pt x="8950750" y="1212138"/>
                  </a:lnTo>
                  <a:lnTo>
                    <a:pt x="8907661" y="1167055"/>
                  </a:lnTo>
                  <a:lnTo>
                    <a:pt x="8864872" y="1118876"/>
                  </a:lnTo>
                  <a:lnTo>
                    <a:pt x="8822204" y="1067812"/>
                  </a:lnTo>
                  <a:lnTo>
                    <a:pt x="8779541" y="1014175"/>
                  </a:lnTo>
                  <a:lnTo>
                    <a:pt x="8736820" y="958374"/>
                  </a:lnTo>
                  <a:lnTo>
                    <a:pt x="8694021" y="900904"/>
                  </a:lnTo>
                  <a:lnTo>
                    <a:pt x="8651156" y="842332"/>
                  </a:lnTo>
                  <a:lnTo>
                    <a:pt x="8608258" y="783271"/>
                  </a:lnTo>
                  <a:lnTo>
                    <a:pt x="8565370" y="724356"/>
                  </a:lnTo>
                  <a:lnTo>
                    <a:pt x="8522532" y="666217"/>
                  </a:lnTo>
                  <a:lnTo>
                    <a:pt x="8479769" y="609448"/>
                  </a:lnTo>
                  <a:lnTo>
                    <a:pt x="8437080" y="554587"/>
                  </a:lnTo>
                  <a:lnTo>
                    <a:pt x="8394426" y="502088"/>
                  </a:lnTo>
                  <a:lnTo>
                    <a:pt x="8351720" y="452319"/>
                  </a:lnTo>
                  <a:lnTo>
                    <a:pt x="8308819" y="405544"/>
                  </a:lnTo>
                  <a:lnTo>
                    <a:pt x="8265513" y="361929"/>
                  </a:lnTo>
                  <a:lnTo>
                    <a:pt x="8221514" y="321547"/>
                  </a:lnTo>
                  <a:lnTo>
                    <a:pt x="8176440" y="284381"/>
                  </a:lnTo>
                  <a:lnTo>
                    <a:pt x="8151487" y="265622"/>
                  </a:lnTo>
                  <a:lnTo>
                    <a:pt x="8104351" y="233638"/>
                  </a:lnTo>
                  <a:lnTo>
                    <a:pt x="8054746" y="204676"/>
                  </a:lnTo>
                  <a:lnTo>
                    <a:pt x="8001927" y="178600"/>
                  </a:lnTo>
                  <a:lnTo>
                    <a:pt x="7945082" y="155174"/>
                  </a:lnTo>
                  <a:lnTo>
                    <a:pt x="7883379" y="134121"/>
                  </a:lnTo>
                  <a:lnTo>
                    <a:pt x="7816024" y="115169"/>
                  </a:lnTo>
                  <a:lnTo>
                    <a:pt x="7742332" y="98069"/>
                  </a:lnTo>
                  <a:lnTo>
                    <a:pt x="7661831" y="82614"/>
                  </a:lnTo>
                  <a:lnTo>
                    <a:pt x="7574393" y="68641"/>
                  </a:lnTo>
                  <a:lnTo>
                    <a:pt x="7480400" y="56038"/>
                  </a:lnTo>
                  <a:lnTo>
                    <a:pt x="7380935" y="44741"/>
                  </a:lnTo>
                  <a:lnTo>
                    <a:pt x="7277939" y="34731"/>
                  </a:lnTo>
                  <a:lnTo>
                    <a:pt x="7174292" y="26023"/>
                  </a:lnTo>
                  <a:lnTo>
                    <a:pt x="7073732" y="18647"/>
                  </a:lnTo>
                  <a:lnTo>
                    <a:pt x="6980528" y="12624"/>
                  </a:lnTo>
                  <a:lnTo>
                    <a:pt x="6898912" y="7939"/>
                  </a:lnTo>
                  <a:lnTo>
                    <a:pt x="6832356" y="4523"/>
                  </a:lnTo>
                  <a:lnTo>
                    <a:pt x="6782861" y="2238"/>
                  </a:lnTo>
                  <a:lnTo>
                    <a:pt x="6750478" y="888"/>
                  </a:lnTo>
                  <a:lnTo>
                    <a:pt x="6733170" y="233"/>
                  </a:lnTo>
                  <a:lnTo>
                    <a:pt x="6726988" y="20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135" y="97"/>
                  </a:lnTo>
                  <a:lnTo>
                    <a:pt x="5248705" y="794"/>
                  </a:lnTo>
                  <a:lnTo>
                    <a:pt x="5234893" y="2716"/>
                  </a:lnTo>
                  <a:lnTo>
                    <a:pt x="5209890" y="6508"/>
                  </a:lnTo>
                  <a:lnTo>
                    <a:pt x="5171992" y="12786"/>
                  </a:lnTo>
                  <a:lnTo>
                    <a:pt x="5120723" y="22093"/>
                  </a:lnTo>
                  <a:lnTo>
                    <a:pt x="5056830" y="34852"/>
                  </a:lnTo>
                  <a:lnTo>
                    <a:pt x="4982114" y="51341"/>
                  </a:lnTo>
                  <a:lnTo>
                    <a:pt x="4899124" y="71694"/>
                  </a:lnTo>
                  <a:lnTo>
                    <a:pt x="4810764" y="95927"/>
                  </a:lnTo>
                  <a:lnTo>
                    <a:pt x="4719922" y="123984"/>
                  </a:lnTo>
                  <a:lnTo>
                    <a:pt x="4629174" y="155787"/>
                  </a:lnTo>
                  <a:lnTo>
                    <a:pt x="4540605" y="191286"/>
                  </a:lnTo>
                  <a:lnTo>
                    <a:pt x="4455742" y="230494"/>
                  </a:lnTo>
                  <a:lnTo>
                    <a:pt x="4375571" y="273516"/>
                  </a:lnTo>
                  <a:lnTo>
                    <a:pt x="4300608" y="320561"/>
                  </a:lnTo>
                  <a:lnTo>
                    <a:pt x="4230998" y="371948"/>
                  </a:lnTo>
                  <a:lnTo>
                    <a:pt x="4166606" y="428107"/>
                  </a:lnTo>
                  <a:lnTo>
                    <a:pt x="4107101" y="489566"/>
                  </a:lnTo>
                  <a:lnTo>
                    <a:pt x="4052029" y="556944"/>
                  </a:lnTo>
                  <a:lnTo>
                    <a:pt x="4000862" y="630919"/>
                  </a:lnTo>
                  <a:lnTo>
                    <a:pt x="3953041" y="712194"/>
                  </a:lnTo>
                  <a:lnTo>
                    <a:pt x="3908007" y="801430"/>
                  </a:lnTo>
                  <a:lnTo>
                    <a:pt x="3865226" y="899145"/>
                  </a:lnTo>
                  <a:lnTo>
                    <a:pt x="3829811" y="990294"/>
                  </a:lnTo>
                  <a:lnTo>
                    <a:pt x="3802592" y="1066821"/>
                  </a:lnTo>
                  <a:lnTo>
                    <a:pt x="3775906" y="1147408"/>
                  </a:lnTo>
                  <a:lnTo>
                    <a:pt x="3749649" y="1232136"/>
                  </a:lnTo>
                  <a:lnTo>
                    <a:pt x="3723730" y="1321050"/>
                  </a:lnTo>
                  <a:lnTo>
                    <a:pt x="3698072" y="1414162"/>
                  </a:lnTo>
                  <a:lnTo>
                    <a:pt x="3672609" y="1511444"/>
                  </a:lnTo>
                  <a:lnTo>
                    <a:pt x="3647285" y="1612827"/>
                  </a:lnTo>
                  <a:lnTo>
                    <a:pt x="3622054" y="1718202"/>
                  </a:lnTo>
                  <a:lnTo>
                    <a:pt x="3596880" y="1827412"/>
                  </a:lnTo>
                  <a:lnTo>
                    <a:pt x="3571732" y="1940257"/>
                  </a:lnTo>
                  <a:lnTo>
                    <a:pt x="3546589" y="2056490"/>
                  </a:lnTo>
                  <a:lnTo>
                    <a:pt x="3521433" y="2175821"/>
                  </a:lnTo>
                  <a:lnTo>
                    <a:pt x="3496256" y="2297919"/>
                  </a:lnTo>
                  <a:lnTo>
                    <a:pt x="3471052" y="2422411"/>
                  </a:lnTo>
                  <a:lnTo>
                    <a:pt x="3445820" y="2548892"/>
                  </a:lnTo>
                  <a:lnTo>
                    <a:pt x="3420564" y="2676926"/>
                  </a:lnTo>
                  <a:lnTo>
                    <a:pt x="3395288" y="2806054"/>
                  </a:lnTo>
                  <a:lnTo>
                    <a:pt x="3370001" y="2935800"/>
                  </a:lnTo>
                  <a:lnTo>
                    <a:pt x="3344712" y="3065677"/>
                  </a:lnTo>
                  <a:lnTo>
                    <a:pt x="3319429" y="3195199"/>
                  </a:lnTo>
                  <a:lnTo>
                    <a:pt x="3294162" y="3323882"/>
                  </a:lnTo>
                  <a:lnTo>
                    <a:pt x="3268916" y="3451258"/>
                  </a:lnTo>
                  <a:lnTo>
                    <a:pt x="3243697" y="3576876"/>
                  </a:lnTo>
                  <a:lnTo>
                    <a:pt x="3218505" y="3700316"/>
                  </a:lnTo>
                  <a:lnTo>
                    <a:pt x="3193339" y="3821185"/>
                  </a:lnTo>
                  <a:lnTo>
                    <a:pt x="3168191" y="3939131"/>
                  </a:lnTo>
                  <a:lnTo>
                    <a:pt x="3143048" y="4053839"/>
                  </a:lnTo>
                  <a:lnTo>
                    <a:pt x="3117891" y="4165041"/>
                  </a:lnTo>
                  <a:lnTo>
                    <a:pt x="3092695" y="4272509"/>
                  </a:lnTo>
                  <a:lnTo>
                    <a:pt x="3067427" y="4376065"/>
                  </a:lnTo>
                  <a:lnTo>
                    <a:pt x="3042045" y="4475574"/>
                  </a:lnTo>
                  <a:lnTo>
                    <a:pt x="3016499" y="4570944"/>
                  </a:lnTo>
                  <a:lnTo>
                    <a:pt x="2990730" y="4662126"/>
                  </a:lnTo>
                  <a:lnTo>
                    <a:pt x="2964666" y="4749112"/>
                  </a:lnTo>
                  <a:lnTo>
                    <a:pt x="2938224" y="4831928"/>
                  </a:lnTo>
                  <a:lnTo>
                    <a:pt x="2911307" y="4910636"/>
                  </a:lnTo>
                  <a:lnTo>
                    <a:pt x="2896531" y="4951474"/>
                  </a:lnTo>
                  <a:lnTo>
                    <a:pt x="2855303" y="5056685"/>
                  </a:lnTo>
                  <a:lnTo>
                    <a:pt x="2812240" y="5153202"/>
                  </a:lnTo>
                  <a:lnTo>
                    <a:pt x="2766853" y="5241300"/>
                  </a:lnTo>
                  <a:lnTo>
                    <a:pt x="2718602" y="5321522"/>
                  </a:lnTo>
                  <a:lnTo>
                    <a:pt x="2666927" y="5394541"/>
                  </a:lnTo>
                  <a:lnTo>
                    <a:pt x="2611270" y="5461059"/>
                  </a:lnTo>
                  <a:lnTo>
                    <a:pt x="2551113" y="5521748"/>
                  </a:lnTo>
                  <a:lnTo>
                    <a:pt x="2486014" y="5577216"/>
                  </a:lnTo>
                  <a:lnTo>
                    <a:pt x="2415665" y="5627979"/>
                  </a:lnTo>
                  <a:lnTo>
                    <a:pt x="2339964" y="5674450"/>
                  </a:lnTo>
                  <a:lnTo>
                    <a:pt x="2259102" y="5716933"/>
                  </a:lnTo>
                  <a:lnTo>
                    <a:pt x="2173655" y="5755623"/>
                  </a:lnTo>
                  <a:lnTo>
                    <a:pt x="2084680" y="5790610"/>
                  </a:lnTo>
                  <a:lnTo>
                    <a:pt x="1993783" y="5821898"/>
                  </a:lnTo>
                  <a:lnTo>
                    <a:pt x="1903122" y="5849430"/>
                  </a:lnTo>
                  <a:lnTo>
                    <a:pt x="1815329" y="5873128"/>
                  </a:lnTo>
                  <a:lnTo>
                    <a:pt x="1733316" y="5892942"/>
                  </a:lnTo>
                  <a:lnTo>
                    <a:pt x="1659961" y="5908903"/>
                  </a:lnTo>
                  <a:lnTo>
                    <a:pt x="1597731" y="5921164"/>
                  </a:lnTo>
                  <a:lnTo>
                    <a:pt x="1548298" y="5930022"/>
                  </a:lnTo>
                  <a:lnTo>
                    <a:pt x="1512244" y="5935921"/>
                  </a:lnTo>
                  <a:lnTo>
                    <a:pt x="1488919" y="5939416"/>
                  </a:lnTo>
                  <a:lnTo>
                    <a:pt x="1476460" y="5941130"/>
                  </a:lnTo>
                  <a:lnTo>
                    <a:pt x="1471915" y="5941707"/>
                  </a:lnTo>
                  <a:lnTo>
                    <a:pt x="1471387" y="5941769"/>
                  </a:lnTo>
                  <a:lnTo>
                    <a:pt x="0" y="594176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28" name="pg1628"/>
            <p:cNvSpPr/>
            <p:nvPr/>
          </p:nvSpPr>
          <p:spPr>
            <a:xfrm>
              <a:off x="4799595" y="3410554"/>
              <a:ext cx="11981298" cy="5892731"/>
            </a:xfrm>
            <a:custGeom>
              <a:avLst/>
              <a:pathLst>
                <a:path w="11981298" h="5892731">
                  <a:moveTo>
                    <a:pt x="0" y="5892731"/>
                  </a:moveTo>
                  <a:lnTo>
                    <a:pt x="1471387" y="5892731"/>
                  </a:lnTo>
                  <a:lnTo>
                    <a:pt x="1472211" y="5892634"/>
                  </a:lnTo>
                  <a:lnTo>
                    <a:pt x="1477664" y="5891941"/>
                  </a:lnTo>
                  <a:lnTo>
                    <a:pt x="1491535" y="5890028"/>
                  </a:lnTo>
                  <a:lnTo>
                    <a:pt x="1516641" y="5886256"/>
                  </a:lnTo>
                  <a:lnTo>
                    <a:pt x="1554686" y="5880010"/>
                  </a:lnTo>
                  <a:lnTo>
                    <a:pt x="1606141" y="5870752"/>
                  </a:lnTo>
                  <a:lnTo>
                    <a:pt x="1670246" y="5858062"/>
                  </a:lnTo>
                  <a:lnTo>
                    <a:pt x="1745183" y="5841665"/>
                  </a:lnTo>
                  <a:lnTo>
                    <a:pt x="1828385" y="5821428"/>
                  </a:lnTo>
                  <a:lnTo>
                    <a:pt x="1916933" y="5797337"/>
                  </a:lnTo>
                  <a:lnTo>
                    <a:pt x="2007928" y="5769450"/>
                  </a:lnTo>
                  <a:lnTo>
                    <a:pt x="2098790" y="5737842"/>
                  </a:lnTo>
                  <a:lnTo>
                    <a:pt x="2187434" y="5702563"/>
                  </a:lnTo>
                  <a:lnTo>
                    <a:pt x="2272338" y="5663599"/>
                  </a:lnTo>
                  <a:lnTo>
                    <a:pt x="2352520" y="5620843"/>
                  </a:lnTo>
                  <a:lnTo>
                    <a:pt x="2427471" y="5574085"/>
                  </a:lnTo>
                  <a:lnTo>
                    <a:pt x="2497053" y="5523004"/>
                  </a:lnTo>
                  <a:lnTo>
                    <a:pt x="2561409" y="5467171"/>
                  </a:lnTo>
                  <a:lnTo>
                    <a:pt x="2620873" y="5406057"/>
                  </a:lnTo>
                  <a:lnTo>
                    <a:pt x="2675906" y="5339046"/>
                  </a:lnTo>
                  <a:lnTo>
                    <a:pt x="2727038" y="5265460"/>
                  </a:lnTo>
                  <a:lnTo>
                    <a:pt x="2774832" y="5184601"/>
                  </a:lnTo>
                  <a:lnTo>
                    <a:pt x="2819849" y="5095814"/>
                  </a:lnTo>
                  <a:lnTo>
                    <a:pt x="2862623" y="4998592"/>
                  </a:lnTo>
                  <a:lnTo>
                    <a:pt x="2896531" y="4911971"/>
                  </a:lnTo>
                  <a:lnTo>
                    <a:pt x="2923874" y="4835825"/>
                  </a:lnTo>
                  <a:lnTo>
                    <a:pt x="2950679" y="4755618"/>
                  </a:lnTo>
                  <a:lnTo>
                    <a:pt x="2977052" y="4671274"/>
                  </a:lnTo>
                  <a:lnTo>
                    <a:pt x="3003085" y="4582744"/>
                  </a:lnTo>
                  <a:lnTo>
                    <a:pt x="3028857" y="4490020"/>
                  </a:lnTo>
                  <a:lnTo>
                    <a:pt x="3054433" y="4393128"/>
                  </a:lnTo>
                  <a:lnTo>
                    <a:pt x="3079869" y="4292139"/>
                  </a:lnTo>
                  <a:lnTo>
                    <a:pt x="3105213" y="4187166"/>
                  </a:lnTo>
                  <a:lnTo>
                    <a:pt x="3130502" y="4078366"/>
                  </a:lnTo>
                  <a:lnTo>
                    <a:pt x="3155764" y="3965942"/>
                  </a:lnTo>
                  <a:lnTo>
                    <a:pt x="3181023" y="3850144"/>
                  </a:lnTo>
                  <a:lnTo>
                    <a:pt x="3206295" y="3731265"/>
                  </a:lnTo>
                  <a:lnTo>
                    <a:pt x="3231590" y="3609641"/>
                  </a:lnTo>
                  <a:lnTo>
                    <a:pt x="3256911" y="3485647"/>
                  </a:lnTo>
                  <a:lnTo>
                    <a:pt x="3282261" y="3359692"/>
                  </a:lnTo>
                  <a:lnTo>
                    <a:pt x="3307635" y="3232216"/>
                  </a:lnTo>
                  <a:lnTo>
                    <a:pt x="3333027" y="3103681"/>
                  </a:lnTo>
                  <a:lnTo>
                    <a:pt x="3358431" y="2974567"/>
                  </a:lnTo>
                  <a:lnTo>
                    <a:pt x="3383836" y="2845361"/>
                  </a:lnTo>
                  <a:lnTo>
                    <a:pt x="3409234" y="2716553"/>
                  </a:lnTo>
                  <a:lnTo>
                    <a:pt x="3434616" y="2588627"/>
                  </a:lnTo>
                  <a:lnTo>
                    <a:pt x="3459975" y="2462051"/>
                  </a:lnTo>
                  <a:lnTo>
                    <a:pt x="3485307" y="2337276"/>
                  </a:lnTo>
                  <a:lnTo>
                    <a:pt x="3510611" y="2214721"/>
                  </a:lnTo>
                  <a:lnTo>
                    <a:pt x="3535890" y="2094777"/>
                  </a:lnTo>
                  <a:lnTo>
                    <a:pt x="3561153" y="1977792"/>
                  </a:lnTo>
                  <a:lnTo>
                    <a:pt x="3586412" y="1864078"/>
                  </a:lnTo>
                  <a:lnTo>
                    <a:pt x="3611688" y="1753900"/>
                  </a:lnTo>
                  <a:lnTo>
                    <a:pt x="3637007" y="1647477"/>
                  </a:lnTo>
                  <a:lnTo>
                    <a:pt x="3662404" y="1544986"/>
                  </a:lnTo>
                  <a:lnTo>
                    <a:pt x="3687922" y="1446555"/>
                  </a:lnTo>
                  <a:lnTo>
                    <a:pt x="3713613" y="1352270"/>
                  </a:lnTo>
                  <a:lnTo>
                    <a:pt x="3739540" y="1262175"/>
                  </a:lnTo>
                  <a:lnTo>
                    <a:pt x="3765777" y="1176272"/>
                  </a:lnTo>
                  <a:lnTo>
                    <a:pt x="3792409" y="1094529"/>
                  </a:lnTo>
                  <a:lnTo>
                    <a:pt x="3819537" y="1016878"/>
                  </a:lnTo>
                  <a:lnTo>
                    <a:pt x="3829811" y="988932"/>
                  </a:lnTo>
                  <a:lnTo>
                    <a:pt x="3871103" y="884585"/>
                  </a:lnTo>
                  <a:lnTo>
                    <a:pt x="3914235" y="788872"/>
                  </a:lnTo>
                  <a:lnTo>
                    <a:pt x="3959700" y="701522"/>
                  </a:lnTo>
                  <a:lnTo>
                    <a:pt x="4008040" y="621992"/>
                  </a:lnTo>
                  <a:lnTo>
                    <a:pt x="4059818" y="549614"/>
                  </a:lnTo>
                  <a:lnTo>
                    <a:pt x="4115594" y="483688"/>
                  </a:lnTo>
                  <a:lnTo>
                    <a:pt x="4175888" y="423545"/>
                  </a:lnTo>
                  <a:lnTo>
                    <a:pt x="4241143" y="368584"/>
                  </a:lnTo>
                  <a:lnTo>
                    <a:pt x="4311666" y="318291"/>
                  </a:lnTo>
                  <a:lnTo>
                    <a:pt x="4387556" y="272257"/>
                  </a:lnTo>
                  <a:lnTo>
                    <a:pt x="4468618" y="230180"/>
                  </a:lnTo>
                  <a:lnTo>
                    <a:pt x="4554265" y="191869"/>
                  </a:lnTo>
                  <a:lnTo>
                    <a:pt x="4643426" y="157235"/>
                  </a:lnTo>
                  <a:lnTo>
                    <a:pt x="4734478" y="126277"/>
                  </a:lnTo>
                  <a:lnTo>
                    <a:pt x="4825242" y="99051"/>
                  </a:lnTo>
                  <a:lnTo>
                    <a:pt x="4913065" y="75636"/>
                  </a:lnTo>
                  <a:lnTo>
                    <a:pt x="4995020" y="56079"/>
                  </a:lnTo>
                  <a:lnTo>
                    <a:pt x="5068220" y="40346"/>
                  </a:lnTo>
                  <a:lnTo>
                    <a:pt x="5130206" y="28284"/>
                  </a:lnTo>
                  <a:lnTo>
                    <a:pt x="5179323" y="19591"/>
                  </a:lnTo>
                  <a:lnTo>
                    <a:pt x="5215023" y="13822"/>
                  </a:lnTo>
                  <a:lnTo>
                    <a:pt x="5237995" y="10422"/>
                  </a:lnTo>
                  <a:lnTo>
                    <a:pt x="5250151" y="8770"/>
                  </a:lnTo>
                  <a:lnTo>
                    <a:pt x="5254490" y="8227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506" y="8232"/>
                  </a:lnTo>
                  <a:lnTo>
                    <a:pt x="6735151" y="8657"/>
                  </a:lnTo>
                  <a:lnTo>
                    <a:pt x="6754409" y="9833"/>
                  </a:lnTo>
                  <a:lnTo>
                    <a:pt x="6788809" y="12147"/>
                  </a:lnTo>
                  <a:lnTo>
                    <a:pt x="6840020" y="15958"/>
                  </a:lnTo>
                  <a:lnTo>
                    <a:pt x="6907722" y="21557"/>
                  </a:lnTo>
                  <a:lnTo>
                    <a:pt x="6989781" y="29140"/>
                  </a:lnTo>
                  <a:lnTo>
                    <a:pt x="7082736" y="38806"/>
                  </a:lnTo>
                  <a:lnTo>
                    <a:pt x="7182474" y="50567"/>
                  </a:lnTo>
                  <a:lnTo>
                    <a:pt x="7284905" y="64390"/>
                  </a:lnTo>
                  <a:lnTo>
                    <a:pt x="7386485" y="80228"/>
                  </a:lnTo>
                  <a:lnTo>
                    <a:pt x="7484491" y="98062"/>
                  </a:lnTo>
                  <a:lnTo>
                    <a:pt x="7577098" y="117925"/>
                  </a:lnTo>
                  <a:lnTo>
                    <a:pt x="7663291" y="139915"/>
                  </a:lnTo>
                  <a:lnTo>
                    <a:pt x="7742715" y="164206"/>
                  </a:lnTo>
                  <a:lnTo>
                    <a:pt x="7815499" y="191049"/>
                  </a:lnTo>
                  <a:lnTo>
                    <a:pt x="7882098" y="220761"/>
                  </a:lnTo>
                  <a:lnTo>
                    <a:pt x="7943169" y="253722"/>
                  </a:lnTo>
                  <a:lnTo>
                    <a:pt x="7999477" y="290349"/>
                  </a:lnTo>
                  <a:lnTo>
                    <a:pt x="8051821" y="331066"/>
                  </a:lnTo>
                  <a:lnTo>
                    <a:pt x="8100988" y="376241"/>
                  </a:lnTo>
                  <a:lnTo>
                    <a:pt x="8147699" y="426094"/>
                  </a:lnTo>
                  <a:lnTo>
                    <a:pt x="8151487" y="430444"/>
                  </a:lnTo>
                  <a:lnTo>
                    <a:pt x="8190833" y="478398"/>
                  </a:lnTo>
                  <a:lnTo>
                    <a:pt x="8229154" y="530037"/>
                  </a:lnTo>
                  <a:lnTo>
                    <a:pt x="8266743" y="585434"/>
                  </a:lnTo>
                  <a:lnTo>
                    <a:pt x="8303832" y="644599"/>
                  </a:lnTo>
                  <a:lnTo>
                    <a:pt x="8340605" y="707463"/>
                  </a:lnTo>
                  <a:lnTo>
                    <a:pt x="8377201" y="773879"/>
                  </a:lnTo>
                  <a:lnTo>
                    <a:pt x="8413723" y="843617"/>
                  </a:lnTo>
                  <a:lnTo>
                    <a:pt x="8450242" y="916357"/>
                  </a:lnTo>
                  <a:lnTo>
                    <a:pt x="8486799" y="991700"/>
                  </a:lnTo>
                  <a:lnTo>
                    <a:pt x="8523412" y="1069168"/>
                  </a:lnTo>
                  <a:lnTo>
                    <a:pt x="8560081" y="1148222"/>
                  </a:lnTo>
                  <a:lnTo>
                    <a:pt x="8596789" y="1228269"/>
                  </a:lnTo>
                  <a:lnTo>
                    <a:pt x="8633514" y="1308685"/>
                  </a:lnTo>
                  <a:lnTo>
                    <a:pt x="8670227" y="1388834"/>
                  </a:lnTo>
                  <a:lnTo>
                    <a:pt x="8706903" y="1468090"/>
                  </a:lnTo>
                  <a:lnTo>
                    <a:pt x="8743526" y="1545854"/>
                  </a:lnTo>
                  <a:lnTo>
                    <a:pt x="8780092" y="1621575"/>
                  </a:lnTo>
                  <a:lnTo>
                    <a:pt x="8816614" y="1694766"/>
                  </a:lnTo>
                  <a:lnTo>
                    <a:pt x="8853132" y="1765014"/>
                  </a:lnTo>
                  <a:lnTo>
                    <a:pt x="8889710" y="1831986"/>
                  </a:lnTo>
                  <a:lnTo>
                    <a:pt x="8926446" y="1895438"/>
                  </a:lnTo>
                  <a:lnTo>
                    <a:pt x="8963472" y="1955209"/>
                  </a:lnTo>
                  <a:lnTo>
                    <a:pt x="9000966" y="2011218"/>
                  </a:lnTo>
                  <a:lnTo>
                    <a:pt x="9039150" y="2063463"/>
                  </a:lnTo>
                  <a:lnTo>
                    <a:pt x="9078308" y="2112006"/>
                  </a:lnTo>
                  <a:lnTo>
                    <a:pt x="9084767" y="2119530"/>
                  </a:lnTo>
                  <a:lnTo>
                    <a:pt x="9131303" y="2169774"/>
                  </a:lnTo>
                  <a:lnTo>
                    <a:pt x="9180239" y="2215332"/>
                  </a:lnTo>
                  <a:lnTo>
                    <a:pt x="9232291" y="2256406"/>
                  </a:lnTo>
                  <a:lnTo>
                    <a:pt x="9288239" y="2293357"/>
                  </a:lnTo>
                  <a:lnTo>
                    <a:pt x="9348885" y="2326606"/>
                  </a:lnTo>
                  <a:lnTo>
                    <a:pt x="9414998" y="2356573"/>
                  </a:lnTo>
                  <a:lnTo>
                    <a:pt x="9487247" y="2383641"/>
                  </a:lnTo>
                  <a:lnTo>
                    <a:pt x="9566109" y="2408134"/>
                  </a:lnTo>
                  <a:lnTo>
                    <a:pt x="9651746" y="2430307"/>
                  </a:lnTo>
                  <a:lnTo>
                    <a:pt x="9743849" y="2450341"/>
                  </a:lnTo>
                  <a:lnTo>
                    <a:pt x="9841464" y="2468342"/>
                  </a:lnTo>
                  <a:lnTo>
                    <a:pt x="9942839" y="2484346"/>
                  </a:lnTo>
                  <a:lnTo>
                    <a:pt x="10045324" y="2498337"/>
                  </a:lnTo>
                  <a:lnTo>
                    <a:pt x="10145436" y="2510272"/>
                  </a:lnTo>
                  <a:lnTo>
                    <a:pt x="10239115" y="2520112"/>
                  </a:lnTo>
                  <a:lnTo>
                    <a:pt x="10322224" y="2527866"/>
                  </a:lnTo>
                  <a:lnTo>
                    <a:pt x="10391222" y="2533623"/>
                  </a:lnTo>
                  <a:lnTo>
                    <a:pt x="10443841" y="2537572"/>
                  </a:lnTo>
                  <a:lnTo>
                    <a:pt x="10479600" y="2539998"/>
                  </a:lnTo>
                  <a:lnTo>
                    <a:pt x="10500005" y="2541253"/>
                  </a:lnTo>
                  <a:lnTo>
                    <a:pt x="10508439" y="2541726"/>
                  </a:lnTo>
                  <a:lnTo>
                    <a:pt x="10509911" y="2541802"/>
                  </a:lnTo>
                  <a:lnTo>
                    <a:pt x="11981298" y="2541802"/>
                  </a:lnTo>
                  <a:lnTo>
                    <a:pt x="11981298" y="2533629"/>
                  </a:lnTo>
                  <a:lnTo>
                    <a:pt x="10509911" y="2533629"/>
                  </a:lnTo>
                  <a:lnTo>
                    <a:pt x="10508747" y="2533569"/>
                  </a:lnTo>
                  <a:lnTo>
                    <a:pt x="10501102" y="2533144"/>
                  </a:lnTo>
                  <a:lnTo>
                    <a:pt x="10481844" y="2531968"/>
                  </a:lnTo>
                  <a:lnTo>
                    <a:pt x="10447444" y="2529654"/>
                  </a:lnTo>
                  <a:lnTo>
                    <a:pt x="10396233" y="2525844"/>
                  </a:lnTo>
                  <a:lnTo>
                    <a:pt x="10328532" y="2520245"/>
                  </a:lnTo>
                  <a:lnTo>
                    <a:pt x="10246472" y="2512661"/>
                  </a:lnTo>
                  <a:lnTo>
                    <a:pt x="10153517" y="2502996"/>
                  </a:lnTo>
                  <a:lnTo>
                    <a:pt x="10053780" y="2491234"/>
                  </a:lnTo>
                  <a:lnTo>
                    <a:pt x="9951348" y="2477412"/>
                  </a:lnTo>
                  <a:lnTo>
                    <a:pt x="9849768" y="2461573"/>
                  </a:lnTo>
                  <a:lnTo>
                    <a:pt x="9751762" y="2443739"/>
                  </a:lnTo>
                  <a:lnTo>
                    <a:pt x="9659156" y="2423877"/>
                  </a:lnTo>
                  <a:lnTo>
                    <a:pt x="9572962" y="2401887"/>
                  </a:lnTo>
                  <a:lnTo>
                    <a:pt x="9493538" y="2377595"/>
                  </a:lnTo>
                  <a:lnTo>
                    <a:pt x="9420755" y="2350753"/>
                  </a:lnTo>
                  <a:lnTo>
                    <a:pt x="9354155" y="2321041"/>
                  </a:lnTo>
                  <a:lnTo>
                    <a:pt x="9293084" y="2288080"/>
                  </a:lnTo>
                  <a:lnTo>
                    <a:pt x="9236776" y="2251452"/>
                  </a:lnTo>
                  <a:lnTo>
                    <a:pt x="9184432" y="2210736"/>
                  </a:lnTo>
                  <a:lnTo>
                    <a:pt x="9135265" y="2165561"/>
                  </a:lnTo>
                  <a:lnTo>
                    <a:pt x="9088554" y="2115707"/>
                  </a:lnTo>
                  <a:lnTo>
                    <a:pt x="9084767" y="2111357"/>
                  </a:lnTo>
                  <a:lnTo>
                    <a:pt x="9045421" y="2063404"/>
                  </a:lnTo>
                  <a:lnTo>
                    <a:pt x="9007099" y="2011765"/>
                  </a:lnTo>
                  <a:lnTo>
                    <a:pt x="8969510" y="1956367"/>
                  </a:lnTo>
                  <a:lnTo>
                    <a:pt x="8932421" y="1897203"/>
                  </a:lnTo>
                  <a:lnTo>
                    <a:pt x="8895649" y="1834339"/>
                  </a:lnTo>
                  <a:lnTo>
                    <a:pt x="8859053" y="1767922"/>
                  </a:lnTo>
                  <a:lnTo>
                    <a:pt x="8822530" y="1698185"/>
                  </a:lnTo>
                  <a:lnTo>
                    <a:pt x="8786012" y="1625445"/>
                  </a:lnTo>
                  <a:lnTo>
                    <a:pt x="8749455" y="1550102"/>
                  </a:lnTo>
                  <a:lnTo>
                    <a:pt x="8712841" y="1472633"/>
                  </a:lnTo>
                  <a:lnTo>
                    <a:pt x="8676173" y="1393579"/>
                  </a:lnTo>
                  <a:lnTo>
                    <a:pt x="8639464" y="1313533"/>
                  </a:lnTo>
                  <a:lnTo>
                    <a:pt x="8602739" y="1233117"/>
                  </a:lnTo>
                  <a:lnTo>
                    <a:pt x="8566026" y="1152968"/>
                  </a:lnTo>
                  <a:lnTo>
                    <a:pt x="8529350" y="1073712"/>
                  </a:lnTo>
                  <a:lnTo>
                    <a:pt x="8492727" y="995948"/>
                  </a:lnTo>
                  <a:lnTo>
                    <a:pt x="8456162" y="920226"/>
                  </a:lnTo>
                  <a:lnTo>
                    <a:pt x="8419639" y="847035"/>
                  </a:lnTo>
                  <a:lnTo>
                    <a:pt x="8383121" y="776788"/>
                  </a:lnTo>
                  <a:lnTo>
                    <a:pt x="8346543" y="709815"/>
                  </a:lnTo>
                  <a:lnTo>
                    <a:pt x="8309808" y="646363"/>
                  </a:lnTo>
                  <a:lnTo>
                    <a:pt x="8272781" y="586593"/>
                  </a:lnTo>
                  <a:lnTo>
                    <a:pt x="8235288" y="530583"/>
                  </a:lnTo>
                  <a:lnTo>
                    <a:pt x="8197103" y="478339"/>
                  </a:lnTo>
                  <a:lnTo>
                    <a:pt x="8157945" y="429796"/>
                  </a:lnTo>
                  <a:lnTo>
                    <a:pt x="8151487" y="422271"/>
                  </a:lnTo>
                  <a:lnTo>
                    <a:pt x="8104951" y="372027"/>
                  </a:lnTo>
                  <a:lnTo>
                    <a:pt x="8056014" y="326469"/>
                  </a:lnTo>
                  <a:lnTo>
                    <a:pt x="8003963" y="285395"/>
                  </a:lnTo>
                  <a:lnTo>
                    <a:pt x="7948015" y="248444"/>
                  </a:lnTo>
                  <a:lnTo>
                    <a:pt x="7887369" y="215195"/>
                  </a:lnTo>
                  <a:lnTo>
                    <a:pt x="7821256" y="185228"/>
                  </a:lnTo>
                  <a:lnTo>
                    <a:pt x="7749006" y="158161"/>
                  </a:lnTo>
                  <a:lnTo>
                    <a:pt x="7670144" y="133668"/>
                  </a:lnTo>
                  <a:lnTo>
                    <a:pt x="7584507" y="111495"/>
                  </a:lnTo>
                  <a:lnTo>
                    <a:pt x="7492404" y="91460"/>
                  </a:lnTo>
                  <a:lnTo>
                    <a:pt x="7394789" y="73460"/>
                  </a:lnTo>
                  <a:lnTo>
                    <a:pt x="7293415" y="57456"/>
                  </a:lnTo>
                  <a:lnTo>
                    <a:pt x="7190929" y="43464"/>
                  </a:lnTo>
                  <a:lnTo>
                    <a:pt x="7090817" y="31530"/>
                  </a:lnTo>
                  <a:lnTo>
                    <a:pt x="6997138" y="21690"/>
                  </a:lnTo>
                  <a:lnTo>
                    <a:pt x="6914029" y="13936"/>
                  </a:lnTo>
                  <a:lnTo>
                    <a:pt x="6845031" y="8178"/>
                  </a:lnTo>
                  <a:lnTo>
                    <a:pt x="6792413" y="4229"/>
                  </a:lnTo>
                  <a:lnTo>
                    <a:pt x="6756653" y="1804"/>
                  </a:lnTo>
                  <a:lnTo>
                    <a:pt x="6736248" y="548"/>
                  </a:lnTo>
                  <a:lnTo>
                    <a:pt x="6727814" y="75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131" y="97"/>
                  </a:lnTo>
                  <a:lnTo>
                    <a:pt x="5248678" y="790"/>
                  </a:lnTo>
                  <a:lnTo>
                    <a:pt x="5234807" y="2703"/>
                  </a:lnTo>
                  <a:lnTo>
                    <a:pt x="5209701" y="6475"/>
                  </a:lnTo>
                  <a:lnTo>
                    <a:pt x="5171656" y="12721"/>
                  </a:lnTo>
                  <a:lnTo>
                    <a:pt x="5120201" y="21978"/>
                  </a:lnTo>
                  <a:lnTo>
                    <a:pt x="5056096" y="34668"/>
                  </a:lnTo>
                  <a:lnTo>
                    <a:pt x="4981160" y="51066"/>
                  </a:lnTo>
                  <a:lnTo>
                    <a:pt x="4897957" y="71303"/>
                  </a:lnTo>
                  <a:lnTo>
                    <a:pt x="4809409" y="95393"/>
                  </a:lnTo>
                  <a:lnTo>
                    <a:pt x="4718414" y="123281"/>
                  </a:lnTo>
                  <a:lnTo>
                    <a:pt x="4627552" y="154889"/>
                  </a:lnTo>
                  <a:lnTo>
                    <a:pt x="4538908" y="190167"/>
                  </a:lnTo>
                  <a:lnTo>
                    <a:pt x="4454004" y="229132"/>
                  </a:lnTo>
                  <a:lnTo>
                    <a:pt x="4373822" y="271888"/>
                  </a:lnTo>
                  <a:lnTo>
                    <a:pt x="4298871" y="318646"/>
                  </a:lnTo>
                  <a:lnTo>
                    <a:pt x="4229289" y="369727"/>
                  </a:lnTo>
                  <a:lnTo>
                    <a:pt x="4164934" y="425560"/>
                  </a:lnTo>
                  <a:lnTo>
                    <a:pt x="4105469" y="486674"/>
                  </a:lnTo>
                  <a:lnTo>
                    <a:pt x="4050436" y="553685"/>
                  </a:lnTo>
                  <a:lnTo>
                    <a:pt x="3999304" y="627270"/>
                  </a:lnTo>
                  <a:lnTo>
                    <a:pt x="3951510" y="708130"/>
                  </a:lnTo>
                  <a:lnTo>
                    <a:pt x="3906494" y="796917"/>
                  </a:lnTo>
                  <a:lnTo>
                    <a:pt x="3863719" y="894139"/>
                  </a:lnTo>
                  <a:lnTo>
                    <a:pt x="3829811" y="980759"/>
                  </a:lnTo>
                  <a:lnTo>
                    <a:pt x="3802468" y="1056906"/>
                  </a:lnTo>
                  <a:lnTo>
                    <a:pt x="3775663" y="1137112"/>
                  </a:lnTo>
                  <a:lnTo>
                    <a:pt x="3749290" y="1221457"/>
                  </a:lnTo>
                  <a:lnTo>
                    <a:pt x="3723257" y="1309987"/>
                  </a:lnTo>
                  <a:lnTo>
                    <a:pt x="3697485" y="1402711"/>
                  </a:lnTo>
                  <a:lnTo>
                    <a:pt x="3671909" y="1499603"/>
                  </a:lnTo>
                  <a:lnTo>
                    <a:pt x="3646473" y="1600591"/>
                  </a:lnTo>
                  <a:lnTo>
                    <a:pt x="3621129" y="1705565"/>
                  </a:lnTo>
                  <a:lnTo>
                    <a:pt x="3595841" y="1814365"/>
                  </a:lnTo>
                  <a:lnTo>
                    <a:pt x="3570578" y="1926789"/>
                  </a:lnTo>
                  <a:lnTo>
                    <a:pt x="3545319" y="2042587"/>
                  </a:lnTo>
                  <a:lnTo>
                    <a:pt x="3520047" y="2161466"/>
                  </a:lnTo>
                  <a:lnTo>
                    <a:pt x="3494753" y="2283090"/>
                  </a:lnTo>
                  <a:lnTo>
                    <a:pt x="3469431" y="2407084"/>
                  </a:lnTo>
                  <a:lnTo>
                    <a:pt x="3444081" y="2533039"/>
                  </a:lnTo>
                  <a:lnTo>
                    <a:pt x="3418707" y="2660515"/>
                  </a:lnTo>
                  <a:lnTo>
                    <a:pt x="3393315" y="2789050"/>
                  </a:lnTo>
                  <a:lnTo>
                    <a:pt x="3367911" y="2918164"/>
                  </a:lnTo>
                  <a:lnTo>
                    <a:pt x="3342506" y="3047370"/>
                  </a:lnTo>
                  <a:lnTo>
                    <a:pt x="3317108" y="3176178"/>
                  </a:lnTo>
                  <a:lnTo>
                    <a:pt x="3291727" y="3304104"/>
                  </a:lnTo>
                  <a:lnTo>
                    <a:pt x="3266367" y="3430680"/>
                  </a:lnTo>
                  <a:lnTo>
                    <a:pt x="3241035" y="3555455"/>
                  </a:lnTo>
                  <a:lnTo>
                    <a:pt x="3215731" y="3678009"/>
                  </a:lnTo>
                  <a:lnTo>
                    <a:pt x="3190452" y="3797954"/>
                  </a:lnTo>
                  <a:lnTo>
                    <a:pt x="3165189" y="3914938"/>
                  </a:lnTo>
                  <a:lnTo>
                    <a:pt x="3139930" y="4028653"/>
                  </a:lnTo>
                  <a:lnTo>
                    <a:pt x="3114654" y="4138831"/>
                  </a:lnTo>
                  <a:lnTo>
                    <a:pt x="3089335" y="4245254"/>
                  </a:lnTo>
                  <a:lnTo>
                    <a:pt x="3063938" y="4347745"/>
                  </a:lnTo>
                  <a:lnTo>
                    <a:pt x="3038420" y="4446176"/>
                  </a:lnTo>
                  <a:lnTo>
                    <a:pt x="3012729" y="4540460"/>
                  </a:lnTo>
                  <a:lnTo>
                    <a:pt x="2986802" y="4630556"/>
                  </a:lnTo>
                  <a:lnTo>
                    <a:pt x="2960566" y="4716459"/>
                  </a:lnTo>
                  <a:lnTo>
                    <a:pt x="2933933" y="4798202"/>
                  </a:lnTo>
                  <a:lnTo>
                    <a:pt x="2906805" y="4875852"/>
                  </a:lnTo>
                  <a:lnTo>
                    <a:pt x="2896531" y="4903798"/>
                  </a:lnTo>
                  <a:lnTo>
                    <a:pt x="2855239" y="5008146"/>
                  </a:lnTo>
                  <a:lnTo>
                    <a:pt x="2812107" y="5103859"/>
                  </a:lnTo>
                  <a:lnTo>
                    <a:pt x="2766642" y="5191209"/>
                  </a:lnTo>
                  <a:lnTo>
                    <a:pt x="2718302" y="5270739"/>
                  </a:lnTo>
                  <a:lnTo>
                    <a:pt x="2666524" y="5343117"/>
                  </a:lnTo>
                  <a:lnTo>
                    <a:pt x="2610749" y="5409043"/>
                  </a:lnTo>
                  <a:lnTo>
                    <a:pt x="2550454" y="5469185"/>
                  </a:lnTo>
                  <a:lnTo>
                    <a:pt x="2485199" y="5524147"/>
                  </a:lnTo>
                  <a:lnTo>
                    <a:pt x="2414676" y="5574439"/>
                  </a:lnTo>
                  <a:lnTo>
                    <a:pt x="2338786" y="5620474"/>
                  </a:lnTo>
                  <a:lnTo>
                    <a:pt x="2257724" y="5662551"/>
                  </a:lnTo>
                  <a:lnTo>
                    <a:pt x="2172077" y="5700862"/>
                  </a:lnTo>
                  <a:lnTo>
                    <a:pt x="2082916" y="5735495"/>
                  </a:lnTo>
                  <a:lnTo>
                    <a:pt x="1991864" y="5766454"/>
                  </a:lnTo>
                  <a:lnTo>
                    <a:pt x="1901100" y="5793679"/>
                  </a:lnTo>
                  <a:lnTo>
                    <a:pt x="1813277" y="5817095"/>
                  </a:lnTo>
                  <a:lnTo>
                    <a:pt x="1731322" y="5836652"/>
                  </a:lnTo>
                  <a:lnTo>
                    <a:pt x="1658122" y="5852384"/>
                  </a:lnTo>
                  <a:lnTo>
                    <a:pt x="1596136" y="5864447"/>
                  </a:lnTo>
                  <a:lnTo>
                    <a:pt x="1547019" y="5873140"/>
                  </a:lnTo>
                  <a:lnTo>
                    <a:pt x="1511319" y="5878909"/>
                  </a:lnTo>
                  <a:lnTo>
                    <a:pt x="1488347" y="5882308"/>
                  </a:lnTo>
                  <a:lnTo>
                    <a:pt x="1476191" y="5883960"/>
                  </a:lnTo>
                  <a:lnTo>
                    <a:pt x="1471852" y="5884504"/>
                  </a:lnTo>
                  <a:lnTo>
                    <a:pt x="1471387" y="5884558"/>
                  </a:lnTo>
                  <a:lnTo>
                    <a:pt x="0" y="5884558"/>
                  </a:lnTo>
                  <a:close/>
                </a:path>
              </a:pathLst>
            </a:custGeom>
            <a:solidFill>
              <a:srgbClr val="8BC34A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629" name="pl1629"/>
            <p:cNvSpPr/>
            <p:nvPr/>
          </p:nvSpPr>
          <p:spPr>
            <a:xfrm>
              <a:off x="4799595" y="3418727"/>
              <a:ext cx="11981298" cy="5884558"/>
            </a:xfrm>
            <a:custGeom>
              <a:avLst/>
              <a:pathLst>
                <a:path w="11981298" h="5884558">
                  <a:moveTo>
                    <a:pt x="0" y="5884558"/>
                  </a:moveTo>
                  <a:lnTo>
                    <a:pt x="1471387" y="5884558"/>
                  </a:lnTo>
                  <a:lnTo>
                    <a:pt x="1472211" y="5884461"/>
                  </a:lnTo>
                  <a:lnTo>
                    <a:pt x="1477664" y="5883768"/>
                  </a:lnTo>
                  <a:lnTo>
                    <a:pt x="1491535" y="5881855"/>
                  </a:lnTo>
                  <a:lnTo>
                    <a:pt x="1516641" y="5878083"/>
                  </a:lnTo>
                  <a:lnTo>
                    <a:pt x="1554686" y="5871837"/>
                  </a:lnTo>
                  <a:lnTo>
                    <a:pt x="1606141" y="5862579"/>
                  </a:lnTo>
                  <a:lnTo>
                    <a:pt x="1670246" y="5849889"/>
                  </a:lnTo>
                  <a:lnTo>
                    <a:pt x="1745183" y="5833492"/>
                  </a:lnTo>
                  <a:lnTo>
                    <a:pt x="1828385" y="5813255"/>
                  </a:lnTo>
                  <a:lnTo>
                    <a:pt x="1916933" y="5789164"/>
                  </a:lnTo>
                  <a:lnTo>
                    <a:pt x="2007928" y="5761277"/>
                  </a:lnTo>
                  <a:lnTo>
                    <a:pt x="2098790" y="5729669"/>
                  </a:lnTo>
                  <a:lnTo>
                    <a:pt x="2187434" y="5694390"/>
                  </a:lnTo>
                  <a:lnTo>
                    <a:pt x="2272338" y="5655426"/>
                  </a:lnTo>
                  <a:lnTo>
                    <a:pt x="2352520" y="5612670"/>
                  </a:lnTo>
                  <a:lnTo>
                    <a:pt x="2427471" y="5565912"/>
                  </a:lnTo>
                  <a:lnTo>
                    <a:pt x="2497053" y="5514831"/>
                  </a:lnTo>
                  <a:lnTo>
                    <a:pt x="2561409" y="5458998"/>
                  </a:lnTo>
                  <a:lnTo>
                    <a:pt x="2620873" y="5397884"/>
                  </a:lnTo>
                  <a:lnTo>
                    <a:pt x="2675906" y="5330873"/>
                  </a:lnTo>
                  <a:lnTo>
                    <a:pt x="2727038" y="5257287"/>
                  </a:lnTo>
                  <a:lnTo>
                    <a:pt x="2774832" y="5176428"/>
                  </a:lnTo>
                  <a:lnTo>
                    <a:pt x="2819849" y="5087641"/>
                  </a:lnTo>
                  <a:lnTo>
                    <a:pt x="2862623" y="4990419"/>
                  </a:lnTo>
                  <a:lnTo>
                    <a:pt x="2896531" y="4903798"/>
                  </a:lnTo>
                  <a:lnTo>
                    <a:pt x="2923874" y="4827652"/>
                  </a:lnTo>
                  <a:lnTo>
                    <a:pt x="2950679" y="4747445"/>
                  </a:lnTo>
                  <a:lnTo>
                    <a:pt x="2977052" y="4663101"/>
                  </a:lnTo>
                  <a:lnTo>
                    <a:pt x="3003085" y="4574571"/>
                  </a:lnTo>
                  <a:lnTo>
                    <a:pt x="3028857" y="4481847"/>
                  </a:lnTo>
                  <a:lnTo>
                    <a:pt x="3054433" y="4384955"/>
                  </a:lnTo>
                  <a:lnTo>
                    <a:pt x="3079869" y="4283966"/>
                  </a:lnTo>
                  <a:lnTo>
                    <a:pt x="3105213" y="4178993"/>
                  </a:lnTo>
                  <a:lnTo>
                    <a:pt x="3130502" y="4070193"/>
                  </a:lnTo>
                  <a:lnTo>
                    <a:pt x="3155764" y="3957769"/>
                  </a:lnTo>
                  <a:lnTo>
                    <a:pt x="3181023" y="3841971"/>
                  </a:lnTo>
                  <a:lnTo>
                    <a:pt x="3206295" y="3723092"/>
                  </a:lnTo>
                  <a:lnTo>
                    <a:pt x="3231590" y="3601468"/>
                  </a:lnTo>
                  <a:lnTo>
                    <a:pt x="3256911" y="3477474"/>
                  </a:lnTo>
                  <a:lnTo>
                    <a:pt x="3282261" y="3351519"/>
                  </a:lnTo>
                  <a:lnTo>
                    <a:pt x="3307635" y="3224043"/>
                  </a:lnTo>
                  <a:lnTo>
                    <a:pt x="3333027" y="3095508"/>
                  </a:lnTo>
                  <a:lnTo>
                    <a:pt x="3358431" y="2966394"/>
                  </a:lnTo>
                  <a:lnTo>
                    <a:pt x="3383836" y="2837188"/>
                  </a:lnTo>
                  <a:lnTo>
                    <a:pt x="3409234" y="2708380"/>
                  </a:lnTo>
                  <a:lnTo>
                    <a:pt x="3434616" y="2580454"/>
                  </a:lnTo>
                  <a:lnTo>
                    <a:pt x="3459975" y="2453878"/>
                  </a:lnTo>
                  <a:lnTo>
                    <a:pt x="3485307" y="2329103"/>
                  </a:lnTo>
                  <a:lnTo>
                    <a:pt x="3510611" y="2206548"/>
                  </a:lnTo>
                  <a:lnTo>
                    <a:pt x="3535890" y="2086604"/>
                  </a:lnTo>
                  <a:lnTo>
                    <a:pt x="3561153" y="1969619"/>
                  </a:lnTo>
                  <a:lnTo>
                    <a:pt x="3586412" y="1855905"/>
                  </a:lnTo>
                  <a:lnTo>
                    <a:pt x="3611688" y="1745727"/>
                  </a:lnTo>
                  <a:lnTo>
                    <a:pt x="3637007" y="1639304"/>
                  </a:lnTo>
                  <a:lnTo>
                    <a:pt x="3662404" y="1536813"/>
                  </a:lnTo>
                  <a:lnTo>
                    <a:pt x="3687922" y="1438382"/>
                  </a:lnTo>
                  <a:lnTo>
                    <a:pt x="3713613" y="1344097"/>
                  </a:lnTo>
                  <a:lnTo>
                    <a:pt x="3739540" y="1254002"/>
                  </a:lnTo>
                  <a:lnTo>
                    <a:pt x="3765777" y="1168099"/>
                  </a:lnTo>
                  <a:lnTo>
                    <a:pt x="3792409" y="1086356"/>
                  </a:lnTo>
                  <a:lnTo>
                    <a:pt x="3819537" y="1008705"/>
                  </a:lnTo>
                  <a:lnTo>
                    <a:pt x="3829811" y="980759"/>
                  </a:lnTo>
                  <a:lnTo>
                    <a:pt x="3871103" y="876412"/>
                  </a:lnTo>
                  <a:lnTo>
                    <a:pt x="3914235" y="780699"/>
                  </a:lnTo>
                  <a:lnTo>
                    <a:pt x="3959700" y="693349"/>
                  </a:lnTo>
                  <a:lnTo>
                    <a:pt x="4008040" y="613819"/>
                  </a:lnTo>
                  <a:lnTo>
                    <a:pt x="4059818" y="541441"/>
                  </a:lnTo>
                  <a:lnTo>
                    <a:pt x="4115594" y="475515"/>
                  </a:lnTo>
                  <a:lnTo>
                    <a:pt x="4175888" y="415372"/>
                  </a:lnTo>
                  <a:lnTo>
                    <a:pt x="4241143" y="360411"/>
                  </a:lnTo>
                  <a:lnTo>
                    <a:pt x="4311666" y="310118"/>
                  </a:lnTo>
                  <a:lnTo>
                    <a:pt x="4387556" y="264084"/>
                  </a:lnTo>
                  <a:lnTo>
                    <a:pt x="4468618" y="222007"/>
                  </a:lnTo>
                  <a:lnTo>
                    <a:pt x="4554265" y="183696"/>
                  </a:lnTo>
                  <a:lnTo>
                    <a:pt x="4643426" y="149062"/>
                  </a:lnTo>
                  <a:lnTo>
                    <a:pt x="4734478" y="118104"/>
                  </a:lnTo>
                  <a:lnTo>
                    <a:pt x="4825242" y="90878"/>
                  </a:lnTo>
                  <a:lnTo>
                    <a:pt x="4913065" y="67463"/>
                  </a:lnTo>
                  <a:lnTo>
                    <a:pt x="4995020" y="47906"/>
                  </a:lnTo>
                  <a:lnTo>
                    <a:pt x="5068220" y="32173"/>
                  </a:lnTo>
                  <a:lnTo>
                    <a:pt x="5130206" y="20111"/>
                  </a:lnTo>
                  <a:lnTo>
                    <a:pt x="5179323" y="11418"/>
                  </a:lnTo>
                  <a:lnTo>
                    <a:pt x="5215023" y="5649"/>
                  </a:lnTo>
                  <a:lnTo>
                    <a:pt x="5237995" y="2249"/>
                  </a:lnTo>
                  <a:lnTo>
                    <a:pt x="5250151" y="597"/>
                  </a:lnTo>
                  <a:lnTo>
                    <a:pt x="5254490" y="54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506" y="59"/>
                  </a:lnTo>
                  <a:lnTo>
                    <a:pt x="6735151" y="484"/>
                  </a:lnTo>
                  <a:lnTo>
                    <a:pt x="6754409" y="1660"/>
                  </a:lnTo>
                  <a:lnTo>
                    <a:pt x="6788809" y="3974"/>
                  </a:lnTo>
                  <a:lnTo>
                    <a:pt x="6840020" y="7785"/>
                  </a:lnTo>
                  <a:lnTo>
                    <a:pt x="6907722" y="13384"/>
                  </a:lnTo>
                  <a:lnTo>
                    <a:pt x="6989781" y="20967"/>
                  </a:lnTo>
                  <a:lnTo>
                    <a:pt x="7082736" y="30633"/>
                  </a:lnTo>
                  <a:lnTo>
                    <a:pt x="7182474" y="42394"/>
                  </a:lnTo>
                  <a:lnTo>
                    <a:pt x="7284905" y="56217"/>
                  </a:lnTo>
                  <a:lnTo>
                    <a:pt x="7386485" y="72055"/>
                  </a:lnTo>
                  <a:lnTo>
                    <a:pt x="7484491" y="89889"/>
                  </a:lnTo>
                  <a:lnTo>
                    <a:pt x="7577098" y="109752"/>
                  </a:lnTo>
                  <a:lnTo>
                    <a:pt x="7663291" y="131742"/>
                  </a:lnTo>
                  <a:lnTo>
                    <a:pt x="7742715" y="156033"/>
                  </a:lnTo>
                  <a:lnTo>
                    <a:pt x="7815499" y="182876"/>
                  </a:lnTo>
                  <a:lnTo>
                    <a:pt x="7882098" y="212588"/>
                  </a:lnTo>
                  <a:lnTo>
                    <a:pt x="7943169" y="245549"/>
                  </a:lnTo>
                  <a:lnTo>
                    <a:pt x="7999477" y="282176"/>
                  </a:lnTo>
                  <a:lnTo>
                    <a:pt x="8051821" y="322893"/>
                  </a:lnTo>
                  <a:lnTo>
                    <a:pt x="8100988" y="368068"/>
                  </a:lnTo>
                  <a:lnTo>
                    <a:pt x="8147699" y="417921"/>
                  </a:lnTo>
                  <a:lnTo>
                    <a:pt x="8151487" y="422271"/>
                  </a:lnTo>
                  <a:lnTo>
                    <a:pt x="8190833" y="470225"/>
                  </a:lnTo>
                  <a:lnTo>
                    <a:pt x="8229154" y="521864"/>
                  </a:lnTo>
                  <a:lnTo>
                    <a:pt x="8266743" y="577261"/>
                  </a:lnTo>
                  <a:lnTo>
                    <a:pt x="8303832" y="636426"/>
                  </a:lnTo>
                  <a:lnTo>
                    <a:pt x="8340605" y="699290"/>
                  </a:lnTo>
                  <a:lnTo>
                    <a:pt x="8377201" y="765706"/>
                  </a:lnTo>
                  <a:lnTo>
                    <a:pt x="8413723" y="835444"/>
                  </a:lnTo>
                  <a:lnTo>
                    <a:pt x="8450242" y="908184"/>
                  </a:lnTo>
                  <a:lnTo>
                    <a:pt x="8486799" y="983527"/>
                  </a:lnTo>
                  <a:lnTo>
                    <a:pt x="8523412" y="1060995"/>
                  </a:lnTo>
                  <a:lnTo>
                    <a:pt x="8560081" y="1140049"/>
                  </a:lnTo>
                  <a:lnTo>
                    <a:pt x="8596789" y="1220096"/>
                  </a:lnTo>
                  <a:lnTo>
                    <a:pt x="8633514" y="1300512"/>
                  </a:lnTo>
                  <a:lnTo>
                    <a:pt x="8670227" y="1380661"/>
                  </a:lnTo>
                  <a:lnTo>
                    <a:pt x="8706903" y="1459917"/>
                  </a:lnTo>
                  <a:lnTo>
                    <a:pt x="8743526" y="1537681"/>
                  </a:lnTo>
                  <a:lnTo>
                    <a:pt x="8780092" y="1613402"/>
                  </a:lnTo>
                  <a:lnTo>
                    <a:pt x="8816614" y="1686593"/>
                  </a:lnTo>
                  <a:lnTo>
                    <a:pt x="8853132" y="1756841"/>
                  </a:lnTo>
                  <a:lnTo>
                    <a:pt x="8889710" y="1823813"/>
                  </a:lnTo>
                  <a:lnTo>
                    <a:pt x="8926446" y="1887265"/>
                  </a:lnTo>
                  <a:lnTo>
                    <a:pt x="8963472" y="1947036"/>
                  </a:lnTo>
                  <a:lnTo>
                    <a:pt x="9000966" y="2003045"/>
                  </a:lnTo>
                  <a:lnTo>
                    <a:pt x="9039150" y="2055290"/>
                  </a:lnTo>
                  <a:lnTo>
                    <a:pt x="9078308" y="2103833"/>
                  </a:lnTo>
                  <a:lnTo>
                    <a:pt x="9084767" y="2111357"/>
                  </a:lnTo>
                  <a:lnTo>
                    <a:pt x="9131303" y="2161601"/>
                  </a:lnTo>
                  <a:lnTo>
                    <a:pt x="9180239" y="2207159"/>
                  </a:lnTo>
                  <a:lnTo>
                    <a:pt x="9232291" y="2248233"/>
                  </a:lnTo>
                  <a:lnTo>
                    <a:pt x="9288239" y="2285184"/>
                  </a:lnTo>
                  <a:lnTo>
                    <a:pt x="9348885" y="2318433"/>
                  </a:lnTo>
                  <a:lnTo>
                    <a:pt x="9414998" y="2348400"/>
                  </a:lnTo>
                  <a:lnTo>
                    <a:pt x="9487247" y="2375468"/>
                  </a:lnTo>
                  <a:lnTo>
                    <a:pt x="9566109" y="2399961"/>
                  </a:lnTo>
                  <a:lnTo>
                    <a:pt x="9651746" y="2422134"/>
                  </a:lnTo>
                  <a:lnTo>
                    <a:pt x="9743849" y="2442168"/>
                  </a:lnTo>
                  <a:lnTo>
                    <a:pt x="9841464" y="2460169"/>
                  </a:lnTo>
                  <a:lnTo>
                    <a:pt x="9942839" y="2476173"/>
                  </a:lnTo>
                  <a:lnTo>
                    <a:pt x="10045324" y="2490164"/>
                  </a:lnTo>
                  <a:lnTo>
                    <a:pt x="10145436" y="2502099"/>
                  </a:lnTo>
                  <a:lnTo>
                    <a:pt x="10239115" y="2511939"/>
                  </a:lnTo>
                  <a:lnTo>
                    <a:pt x="10322224" y="2519693"/>
                  </a:lnTo>
                  <a:lnTo>
                    <a:pt x="10391222" y="2525450"/>
                  </a:lnTo>
                  <a:lnTo>
                    <a:pt x="10443841" y="2529399"/>
                  </a:lnTo>
                  <a:lnTo>
                    <a:pt x="10479600" y="2531825"/>
                  </a:lnTo>
                  <a:lnTo>
                    <a:pt x="10500005" y="2533080"/>
                  </a:lnTo>
                  <a:lnTo>
                    <a:pt x="10508439" y="2533553"/>
                  </a:lnTo>
                  <a:lnTo>
                    <a:pt x="10509910" y="2533629"/>
                  </a:lnTo>
                  <a:lnTo>
                    <a:pt x="10509911" y="2533629"/>
                  </a:lnTo>
                  <a:lnTo>
                    <a:pt x="11981298" y="253362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30" name="pl1630"/>
            <p:cNvSpPr/>
            <p:nvPr/>
          </p:nvSpPr>
          <p:spPr>
            <a:xfrm>
              <a:off x="4799595" y="3410554"/>
              <a:ext cx="11981298" cy="5884558"/>
            </a:xfrm>
            <a:custGeom>
              <a:avLst/>
              <a:pathLst>
                <a:path w="11981298" h="5884558">
                  <a:moveTo>
                    <a:pt x="11981298" y="2533629"/>
                  </a:moveTo>
                  <a:lnTo>
                    <a:pt x="10509911" y="2533629"/>
                  </a:lnTo>
                  <a:lnTo>
                    <a:pt x="10508747" y="2533569"/>
                  </a:lnTo>
                  <a:lnTo>
                    <a:pt x="10501102" y="2533144"/>
                  </a:lnTo>
                  <a:lnTo>
                    <a:pt x="10481844" y="2531968"/>
                  </a:lnTo>
                  <a:lnTo>
                    <a:pt x="10447444" y="2529654"/>
                  </a:lnTo>
                  <a:lnTo>
                    <a:pt x="10396233" y="2525844"/>
                  </a:lnTo>
                  <a:lnTo>
                    <a:pt x="10328532" y="2520245"/>
                  </a:lnTo>
                  <a:lnTo>
                    <a:pt x="10246472" y="2512661"/>
                  </a:lnTo>
                  <a:lnTo>
                    <a:pt x="10153517" y="2502996"/>
                  </a:lnTo>
                  <a:lnTo>
                    <a:pt x="10053780" y="2491234"/>
                  </a:lnTo>
                  <a:lnTo>
                    <a:pt x="9951348" y="2477412"/>
                  </a:lnTo>
                  <a:lnTo>
                    <a:pt x="9849768" y="2461573"/>
                  </a:lnTo>
                  <a:lnTo>
                    <a:pt x="9751762" y="2443739"/>
                  </a:lnTo>
                  <a:lnTo>
                    <a:pt x="9659156" y="2423877"/>
                  </a:lnTo>
                  <a:lnTo>
                    <a:pt x="9572962" y="2401887"/>
                  </a:lnTo>
                  <a:lnTo>
                    <a:pt x="9493538" y="2377595"/>
                  </a:lnTo>
                  <a:lnTo>
                    <a:pt x="9420755" y="2350753"/>
                  </a:lnTo>
                  <a:lnTo>
                    <a:pt x="9354155" y="2321041"/>
                  </a:lnTo>
                  <a:lnTo>
                    <a:pt x="9293084" y="2288080"/>
                  </a:lnTo>
                  <a:lnTo>
                    <a:pt x="9236776" y="2251452"/>
                  </a:lnTo>
                  <a:lnTo>
                    <a:pt x="9184432" y="2210736"/>
                  </a:lnTo>
                  <a:lnTo>
                    <a:pt x="9135265" y="2165561"/>
                  </a:lnTo>
                  <a:lnTo>
                    <a:pt x="9088554" y="2115707"/>
                  </a:lnTo>
                  <a:lnTo>
                    <a:pt x="9084767" y="2111357"/>
                  </a:lnTo>
                  <a:lnTo>
                    <a:pt x="9045421" y="2063404"/>
                  </a:lnTo>
                  <a:lnTo>
                    <a:pt x="9007099" y="2011765"/>
                  </a:lnTo>
                  <a:lnTo>
                    <a:pt x="8969510" y="1956367"/>
                  </a:lnTo>
                  <a:lnTo>
                    <a:pt x="8932421" y="1897203"/>
                  </a:lnTo>
                  <a:lnTo>
                    <a:pt x="8895649" y="1834339"/>
                  </a:lnTo>
                  <a:lnTo>
                    <a:pt x="8859053" y="1767922"/>
                  </a:lnTo>
                  <a:lnTo>
                    <a:pt x="8822530" y="1698185"/>
                  </a:lnTo>
                  <a:lnTo>
                    <a:pt x="8786012" y="1625445"/>
                  </a:lnTo>
                  <a:lnTo>
                    <a:pt x="8749455" y="1550102"/>
                  </a:lnTo>
                  <a:lnTo>
                    <a:pt x="8712841" y="1472633"/>
                  </a:lnTo>
                  <a:lnTo>
                    <a:pt x="8676173" y="1393579"/>
                  </a:lnTo>
                  <a:lnTo>
                    <a:pt x="8639464" y="1313533"/>
                  </a:lnTo>
                  <a:lnTo>
                    <a:pt x="8602739" y="1233117"/>
                  </a:lnTo>
                  <a:lnTo>
                    <a:pt x="8566026" y="1152968"/>
                  </a:lnTo>
                  <a:lnTo>
                    <a:pt x="8529350" y="1073712"/>
                  </a:lnTo>
                  <a:lnTo>
                    <a:pt x="8492727" y="995948"/>
                  </a:lnTo>
                  <a:lnTo>
                    <a:pt x="8456162" y="920226"/>
                  </a:lnTo>
                  <a:lnTo>
                    <a:pt x="8419639" y="847035"/>
                  </a:lnTo>
                  <a:lnTo>
                    <a:pt x="8383121" y="776788"/>
                  </a:lnTo>
                  <a:lnTo>
                    <a:pt x="8346543" y="709815"/>
                  </a:lnTo>
                  <a:lnTo>
                    <a:pt x="8309808" y="646363"/>
                  </a:lnTo>
                  <a:lnTo>
                    <a:pt x="8272781" y="586593"/>
                  </a:lnTo>
                  <a:lnTo>
                    <a:pt x="8235288" y="530583"/>
                  </a:lnTo>
                  <a:lnTo>
                    <a:pt x="8197103" y="478339"/>
                  </a:lnTo>
                  <a:lnTo>
                    <a:pt x="8157945" y="429796"/>
                  </a:lnTo>
                  <a:lnTo>
                    <a:pt x="8151487" y="422271"/>
                  </a:lnTo>
                  <a:lnTo>
                    <a:pt x="8104951" y="372027"/>
                  </a:lnTo>
                  <a:lnTo>
                    <a:pt x="8056014" y="326469"/>
                  </a:lnTo>
                  <a:lnTo>
                    <a:pt x="8003963" y="285395"/>
                  </a:lnTo>
                  <a:lnTo>
                    <a:pt x="7948015" y="248444"/>
                  </a:lnTo>
                  <a:lnTo>
                    <a:pt x="7887369" y="215195"/>
                  </a:lnTo>
                  <a:lnTo>
                    <a:pt x="7821256" y="185228"/>
                  </a:lnTo>
                  <a:lnTo>
                    <a:pt x="7749006" y="158161"/>
                  </a:lnTo>
                  <a:lnTo>
                    <a:pt x="7670144" y="133668"/>
                  </a:lnTo>
                  <a:lnTo>
                    <a:pt x="7584507" y="111495"/>
                  </a:lnTo>
                  <a:lnTo>
                    <a:pt x="7492404" y="91460"/>
                  </a:lnTo>
                  <a:lnTo>
                    <a:pt x="7394789" y="73460"/>
                  </a:lnTo>
                  <a:lnTo>
                    <a:pt x="7293415" y="57456"/>
                  </a:lnTo>
                  <a:lnTo>
                    <a:pt x="7190929" y="43464"/>
                  </a:lnTo>
                  <a:lnTo>
                    <a:pt x="7090817" y="31530"/>
                  </a:lnTo>
                  <a:lnTo>
                    <a:pt x="6997138" y="21690"/>
                  </a:lnTo>
                  <a:lnTo>
                    <a:pt x="6914029" y="13936"/>
                  </a:lnTo>
                  <a:lnTo>
                    <a:pt x="6845031" y="8178"/>
                  </a:lnTo>
                  <a:lnTo>
                    <a:pt x="6792413" y="4229"/>
                  </a:lnTo>
                  <a:lnTo>
                    <a:pt x="6756653" y="1804"/>
                  </a:lnTo>
                  <a:lnTo>
                    <a:pt x="6736248" y="548"/>
                  </a:lnTo>
                  <a:lnTo>
                    <a:pt x="6727814" y="75"/>
                  </a:lnTo>
                  <a:lnTo>
                    <a:pt x="6726343" y="0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131" y="97"/>
                  </a:lnTo>
                  <a:lnTo>
                    <a:pt x="5248678" y="790"/>
                  </a:lnTo>
                  <a:lnTo>
                    <a:pt x="5234807" y="2703"/>
                  </a:lnTo>
                  <a:lnTo>
                    <a:pt x="5209701" y="6475"/>
                  </a:lnTo>
                  <a:lnTo>
                    <a:pt x="5171656" y="12721"/>
                  </a:lnTo>
                  <a:lnTo>
                    <a:pt x="5120201" y="21978"/>
                  </a:lnTo>
                  <a:lnTo>
                    <a:pt x="5056096" y="34668"/>
                  </a:lnTo>
                  <a:lnTo>
                    <a:pt x="4981160" y="51066"/>
                  </a:lnTo>
                  <a:lnTo>
                    <a:pt x="4897957" y="71303"/>
                  </a:lnTo>
                  <a:lnTo>
                    <a:pt x="4809409" y="95393"/>
                  </a:lnTo>
                  <a:lnTo>
                    <a:pt x="4718414" y="123281"/>
                  </a:lnTo>
                  <a:lnTo>
                    <a:pt x="4627552" y="154889"/>
                  </a:lnTo>
                  <a:lnTo>
                    <a:pt x="4538908" y="190167"/>
                  </a:lnTo>
                  <a:lnTo>
                    <a:pt x="4454004" y="229132"/>
                  </a:lnTo>
                  <a:lnTo>
                    <a:pt x="4373822" y="271888"/>
                  </a:lnTo>
                  <a:lnTo>
                    <a:pt x="4298871" y="318646"/>
                  </a:lnTo>
                  <a:lnTo>
                    <a:pt x="4229289" y="369727"/>
                  </a:lnTo>
                  <a:lnTo>
                    <a:pt x="4164934" y="425560"/>
                  </a:lnTo>
                  <a:lnTo>
                    <a:pt x="4105469" y="486674"/>
                  </a:lnTo>
                  <a:lnTo>
                    <a:pt x="4050436" y="553685"/>
                  </a:lnTo>
                  <a:lnTo>
                    <a:pt x="3999304" y="627270"/>
                  </a:lnTo>
                  <a:lnTo>
                    <a:pt x="3951510" y="708130"/>
                  </a:lnTo>
                  <a:lnTo>
                    <a:pt x="3906494" y="796917"/>
                  </a:lnTo>
                  <a:lnTo>
                    <a:pt x="3863719" y="894139"/>
                  </a:lnTo>
                  <a:lnTo>
                    <a:pt x="3829811" y="980759"/>
                  </a:lnTo>
                  <a:lnTo>
                    <a:pt x="3802468" y="1056906"/>
                  </a:lnTo>
                  <a:lnTo>
                    <a:pt x="3775663" y="1137112"/>
                  </a:lnTo>
                  <a:lnTo>
                    <a:pt x="3749290" y="1221457"/>
                  </a:lnTo>
                  <a:lnTo>
                    <a:pt x="3723257" y="1309987"/>
                  </a:lnTo>
                  <a:lnTo>
                    <a:pt x="3697485" y="1402711"/>
                  </a:lnTo>
                  <a:lnTo>
                    <a:pt x="3671909" y="1499603"/>
                  </a:lnTo>
                  <a:lnTo>
                    <a:pt x="3646473" y="1600591"/>
                  </a:lnTo>
                  <a:lnTo>
                    <a:pt x="3621129" y="1705565"/>
                  </a:lnTo>
                  <a:lnTo>
                    <a:pt x="3595841" y="1814365"/>
                  </a:lnTo>
                  <a:lnTo>
                    <a:pt x="3570578" y="1926789"/>
                  </a:lnTo>
                  <a:lnTo>
                    <a:pt x="3545319" y="2042587"/>
                  </a:lnTo>
                  <a:lnTo>
                    <a:pt x="3520047" y="2161466"/>
                  </a:lnTo>
                  <a:lnTo>
                    <a:pt x="3494753" y="2283090"/>
                  </a:lnTo>
                  <a:lnTo>
                    <a:pt x="3469431" y="2407084"/>
                  </a:lnTo>
                  <a:lnTo>
                    <a:pt x="3444081" y="2533039"/>
                  </a:lnTo>
                  <a:lnTo>
                    <a:pt x="3418707" y="2660515"/>
                  </a:lnTo>
                  <a:lnTo>
                    <a:pt x="3393315" y="2789050"/>
                  </a:lnTo>
                  <a:lnTo>
                    <a:pt x="3367911" y="2918164"/>
                  </a:lnTo>
                  <a:lnTo>
                    <a:pt x="3342506" y="3047370"/>
                  </a:lnTo>
                  <a:lnTo>
                    <a:pt x="3317108" y="3176178"/>
                  </a:lnTo>
                  <a:lnTo>
                    <a:pt x="3291727" y="3304104"/>
                  </a:lnTo>
                  <a:lnTo>
                    <a:pt x="3266367" y="3430680"/>
                  </a:lnTo>
                  <a:lnTo>
                    <a:pt x="3241035" y="3555455"/>
                  </a:lnTo>
                  <a:lnTo>
                    <a:pt x="3215731" y="3678009"/>
                  </a:lnTo>
                  <a:lnTo>
                    <a:pt x="3190452" y="3797954"/>
                  </a:lnTo>
                  <a:lnTo>
                    <a:pt x="3165189" y="3914938"/>
                  </a:lnTo>
                  <a:lnTo>
                    <a:pt x="3139930" y="4028653"/>
                  </a:lnTo>
                  <a:lnTo>
                    <a:pt x="3114654" y="4138831"/>
                  </a:lnTo>
                  <a:lnTo>
                    <a:pt x="3089335" y="4245254"/>
                  </a:lnTo>
                  <a:lnTo>
                    <a:pt x="3063938" y="4347745"/>
                  </a:lnTo>
                  <a:lnTo>
                    <a:pt x="3038420" y="4446176"/>
                  </a:lnTo>
                  <a:lnTo>
                    <a:pt x="3012729" y="4540460"/>
                  </a:lnTo>
                  <a:lnTo>
                    <a:pt x="2986802" y="4630556"/>
                  </a:lnTo>
                  <a:lnTo>
                    <a:pt x="2960566" y="4716459"/>
                  </a:lnTo>
                  <a:lnTo>
                    <a:pt x="2933933" y="4798202"/>
                  </a:lnTo>
                  <a:lnTo>
                    <a:pt x="2906805" y="4875852"/>
                  </a:lnTo>
                  <a:lnTo>
                    <a:pt x="2896531" y="4903798"/>
                  </a:lnTo>
                  <a:lnTo>
                    <a:pt x="2855239" y="5008146"/>
                  </a:lnTo>
                  <a:lnTo>
                    <a:pt x="2812107" y="5103859"/>
                  </a:lnTo>
                  <a:lnTo>
                    <a:pt x="2766642" y="5191209"/>
                  </a:lnTo>
                  <a:lnTo>
                    <a:pt x="2718302" y="5270739"/>
                  </a:lnTo>
                  <a:lnTo>
                    <a:pt x="2666524" y="5343117"/>
                  </a:lnTo>
                  <a:lnTo>
                    <a:pt x="2610749" y="5409043"/>
                  </a:lnTo>
                  <a:lnTo>
                    <a:pt x="2550454" y="5469185"/>
                  </a:lnTo>
                  <a:lnTo>
                    <a:pt x="2485199" y="5524147"/>
                  </a:lnTo>
                  <a:lnTo>
                    <a:pt x="2414676" y="5574439"/>
                  </a:lnTo>
                  <a:lnTo>
                    <a:pt x="2338786" y="5620474"/>
                  </a:lnTo>
                  <a:lnTo>
                    <a:pt x="2257724" y="5662551"/>
                  </a:lnTo>
                  <a:lnTo>
                    <a:pt x="2172077" y="5700862"/>
                  </a:lnTo>
                  <a:lnTo>
                    <a:pt x="2082916" y="5735495"/>
                  </a:lnTo>
                  <a:lnTo>
                    <a:pt x="1991864" y="5766454"/>
                  </a:lnTo>
                  <a:lnTo>
                    <a:pt x="1901100" y="5793679"/>
                  </a:lnTo>
                  <a:lnTo>
                    <a:pt x="1813277" y="5817095"/>
                  </a:lnTo>
                  <a:lnTo>
                    <a:pt x="1731322" y="5836652"/>
                  </a:lnTo>
                  <a:lnTo>
                    <a:pt x="1658122" y="5852384"/>
                  </a:lnTo>
                  <a:lnTo>
                    <a:pt x="1596136" y="5864447"/>
                  </a:lnTo>
                  <a:lnTo>
                    <a:pt x="1547019" y="5873140"/>
                  </a:lnTo>
                  <a:lnTo>
                    <a:pt x="1511319" y="5878909"/>
                  </a:lnTo>
                  <a:lnTo>
                    <a:pt x="1488347" y="5882308"/>
                  </a:lnTo>
                  <a:lnTo>
                    <a:pt x="1476191" y="5883960"/>
                  </a:lnTo>
                  <a:lnTo>
                    <a:pt x="1471852" y="5884504"/>
                  </a:lnTo>
                  <a:lnTo>
                    <a:pt x="1471387" y="5884558"/>
                  </a:lnTo>
                  <a:lnTo>
                    <a:pt x="0" y="588455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31" name="pg1631"/>
            <p:cNvSpPr/>
            <p:nvPr/>
          </p:nvSpPr>
          <p:spPr>
            <a:xfrm>
              <a:off x="4799595" y="5698994"/>
              <a:ext cx="11981298" cy="4029288"/>
            </a:xfrm>
            <a:custGeom>
              <a:avLst/>
              <a:pathLst>
                <a:path w="11981298" h="4029288">
                  <a:moveTo>
                    <a:pt x="0" y="4029288"/>
                  </a:moveTo>
                  <a:lnTo>
                    <a:pt x="1471387" y="4029288"/>
                  </a:lnTo>
                  <a:lnTo>
                    <a:pt x="1472328" y="4029211"/>
                  </a:lnTo>
                  <a:lnTo>
                    <a:pt x="1478540" y="4028669"/>
                  </a:lnTo>
                  <a:lnTo>
                    <a:pt x="1494285" y="4027170"/>
                  </a:lnTo>
                  <a:lnTo>
                    <a:pt x="1522649" y="4024215"/>
                  </a:lnTo>
                  <a:lnTo>
                    <a:pt x="1565359" y="4019332"/>
                  </a:lnTo>
                  <a:lnTo>
                    <a:pt x="1622657" y="4012116"/>
                  </a:lnTo>
                  <a:lnTo>
                    <a:pt x="1693343" y="4002266"/>
                  </a:lnTo>
                  <a:lnTo>
                    <a:pt x="1775040" y="3989602"/>
                  </a:lnTo>
                  <a:lnTo>
                    <a:pt x="1864624" y="3974056"/>
                  </a:lnTo>
                  <a:lnTo>
                    <a:pt x="1958720" y="3955641"/>
                  </a:lnTo>
                  <a:lnTo>
                    <a:pt x="2054139" y="3934414"/>
                  </a:lnTo>
                  <a:lnTo>
                    <a:pt x="2148185" y="3910428"/>
                  </a:lnTo>
                  <a:lnTo>
                    <a:pt x="2238811" y="3883698"/>
                  </a:lnTo>
                  <a:lnTo>
                    <a:pt x="2324640" y="3854172"/>
                  </a:lnTo>
                  <a:lnTo>
                    <a:pt x="2404892" y="3821719"/>
                  </a:lnTo>
                  <a:lnTo>
                    <a:pt x="2479281" y="3786116"/>
                  </a:lnTo>
                  <a:lnTo>
                    <a:pt x="2547889" y="3747050"/>
                  </a:lnTo>
                  <a:lnTo>
                    <a:pt x="2611051" y="3704127"/>
                  </a:lnTo>
                  <a:lnTo>
                    <a:pt x="2669273" y="3656877"/>
                  </a:lnTo>
                  <a:lnTo>
                    <a:pt x="2723151" y="3604775"/>
                  </a:lnTo>
                  <a:lnTo>
                    <a:pt x="2773327" y="3547275"/>
                  </a:lnTo>
                  <a:lnTo>
                    <a:pt x="2820445" y="3483862"/>
                  </a:lnTo>
                  <a:lnTo>
                    <a:pt x="2865116" y="3414140"/>
                  </a:lnTo>
                  <a:lnTo>
                    <a:pt x="2896531" y="3359102"/>
                  </a:lnTo>
                  <a:lnTo>
                    <a:pt x="2929056" y="3296768"/>
                  </a:lnTo>
                  <a:lnTo>
                    <a:pt x="2960847" y="3230477"/>
                  </a:lnTo>
                  <a:lnTo>
                    <a:pt x="2992076" y="3160148"/>
                  </a:lnTo>
                  <a:lnTo>
                    <a:pt x="3022887" y="3085748"/>
                  </a:lnTo>
                  <a:lnTo>
                    <a:pt x="3053400" y="3007295"/>
                  </a:lnTo>
                  <a:lnTo>
                    <a:pt x="3083711" y="2924862"/>
                  </a:lnTo>
                  <a:lnTo>
                    <a:pt x="3113899" y="2838583"/>
                  </a:lnTo>
                  <a:lnTo>
                    <a:pt x="3144024" y="2748654"/>
                  </a:lnTo>
                  <a:lnTo>
                    <a:pt x="3174129" y="2655332"/>
                  </a:lnTo>
                  <a:lnTo>
                    <a:pt x="3204247" y="2558939"/>
                  </a:lnTo>
                  <a:lnTo>
                    <a:pt x="3234396" y="2459855"/>
                  </a:lnTo>
                  <a:lnTo>
                    <a:pt x="3264584" y="2358513"/>
                  </a:lnTo>
                  <a:lnTo>
                    <a:pt x="3294810" y="2255396"/>
                  </a:lnTo>
                  <a:lnTo>
                    <a:pt x="3325068" y="2151022"/>
                  </a:lnTo>
                  <a:lnTo>
                    <a:pt x="3355344" y="2045938"/>
                  </a:lnTo>
                  <a:lnTo>
                    <a:pt x="3385624" y="1940709"/>
                  </a:lnTo>
                  <a:lnTo>
                    <a:pt x="3415893" y="1835898"/>
                  </a:lnTo>
                  <a:lnTo>
                    <a:pt x="3446137" y="1732065"/>
                  </a:lnTo>
                  <a:lnTo>
                    <a:pt x="3476345" y="1629742"/>
                  </a:lnTo>
                  <a:lnTo>
                    <a:pt x="3506514" y="1529434"/>
                  </a:lnTo>
                  <a:lnTo>
                    <a:pt x="3536646" y="1431598"/>
                  </a:lnTo>
                  <a:lnTo>
                    <a:pt x="3566755" y="1336645"/>
                  </a:lnTo>
                  <a:lnTo>
                    <a:pt x="3596865" y="1244926"/>
                  </a:lnTo>
                  <a:lnTo>
                    <a:pt x="3627014" y="1156731"/>
                  </a:lnTo>
                  <a:lnTo>
                    <a:pt x="3657253" y="1072289"/>
                  </a:lnTo>
                  <a:lnTo>
                    <a:pt x="3687651" y="991766"/>
                  </a:lnTo>
                  <a:lnTo>
                    <a:pt x="3718294" y="915265"/>
                  </a:lnTo>
                  <a:lnTo>
                    <a:pt x="3749291" y="842833"/>
                  </a:lnTo>
                  <a:lnTo>
                    <a:pt x="3780771" y="774462"/>
                  </a:lnTo>
                  <a:lnTo>
                    <a:pt x="3812893" y="710095"/>
                  </a:lnTo>
                  <a:lnTo>
                    <a:pt x="3829811" y="678358"/>
                  </a:lnTo>
                  <a:lnTo>
                    <a:pt x="3873046" y="603912"/>
                  </a:lnTo>
                  <a:lnTo>
                    <a:pt x="3918319" y="535916"/>
                  </a:lnTo>
                  <a:lnTo>
                    <a:pt x="3966198" y="474141"/>
                  </a:lnTo>
                  <a:lnTo>
                    <a:pt x="4017307" y="418148"/>
                  </a:lnTo>
                  <a:lnTo>
                    <a:pt x="4072293" y="367406"/>
                  </a:lnTo>
                  <a:lnTo>
                    <a:pt x="4131789" y="321370"/>
                  </a:lnTo>
                  <a:lnTo>
                    <a:pt x="4196373" y="279529"/>
                  </a:lnTo>
                  <a:lnTo>
                    <a:pt x="4266513" y="241432"/>
                  </a:lnTo>
                  <a:lnTo>
                    <a:pt x="4342487" y="206704"/>
                  </a:lnTo>
                  <a:lnTo>
                    <a:pt x="4424287" y="175057"/>
                  </a:lnTo>
                  <a:lnTo>
                    <a:pt x="4511507" y="146294"/>
                  </a:lnTo>
                  <a:lnTo>
                    <a:pt x="4603217" y="120304"/>
                  </a:lnTo>
                  <a:lnTo>
                    <a:pt x="4697863" y="97058"/>
                  </a:lnTo>
                  <a:lnTo>
                    <a:pt x="4793215" y="76582"/>
                  </a:lnTo>
                  <a:lnTo>
                    <a:pt x="4886424" y="58934"/>
                  </a:lnTo>
                  <a:lnTo>
                    <a:pt x="4974215" y="44165"/>
                  </a:lnTo>
                  <a:lnTo>
                    <a:pt x="5053232" y="32270"/>
                  </a:lnTo>
                  <a:lnTo>
                    <a:pt x="5120504" y="23152"/>
                  </a:lnTo>
                  <a:lnTo>
                    <a:pt x="5173936" y="16599"/>
                  </a:lnTo>
                  <a:lnTo>
                    <a:pt x="5212697" y="12279"/>
                  </a:lnTo>
                  <a:lnTo>
                    <a:pt x="5237433" y="9764"/>
                  </a:lnTo>
                  <a:lnTo>
                    <a:pt x="5250255" y="8572"/>
                  </a:lnTo>
                  <a:lnTo>
                    <a:pt x="5254583" y="8202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572" y="8192"/>
                  </a:lnTo>
                  <a:lnTo>
                    <a:pt x="6735644" y="8335"/>
                  </a:lnTo>
                  <a:lnTo>
                    <a:pt x="6755941" y="8728"/>
                  </a:lnTo>
                  <a:lnTo>
                    <a:pt x="6792109" y="9503"/>
                  </a:lnTo>
                  <a:lnTo>
                    <a:pt x="6845774" y="10777"/>
                  </a:lnTo>
                  <a:lnTo>
                    <a:pt x="6916422" y="12645"/>
                  </a:lnTo>
                  <a:lnTo>
                    <a:pt x="7001623" y="15170"/>
                  </a:lnTo>
                  <a:lnTo>
                    <a:pt x="7097590" y="18380"/>
                  </a:lnTo>
                  <a:lnTo>
                    <a:pt x="7199936" y="22277"/>
                  </a:lnTo>
                  <a:lnTo>
                    <a:pt x="7304400" y="26849"/>
                  </a:lnTo>
                  <a:lnTo>
                    <a:pt x="7407374" y="32079"/>
                  </a:lnTo>
                  <a:lnTo>
                    <a:pt x="7506167" y="37966"/>
                  </a:lnTo>
                  <a:lnTo>
                    <a:pt x="7599045" y="44524"/>
                  </a:lnTo>
                  <a:lnTo>
                    <a:pt x="7685118" y="51792"/>
                  </a:lnTo>
                  <a:lnTo>
                    <a:pt x="7764157" y="59836"/>
                  </a:lnTo>
                  <a:lnTo>
                    <a:pt x="7836408" y="68744"/>
                  </a:lnTo>
                  <a:lnTo>
                    <a:pt x="7902428" y="78631"/>
                  </a:lnTo>
                  <a:lnTo>
                    <a:pt x="7962956" y="89627"/>
                  </a:lnTo>
                  <a:lnTo>
                    <a:pt x="8018822" y="101876"/>
                  </a:lnTo>
                  <a:lnTo>
                    <a:pt x="8070871" y="115513"/>
                  </a:lnTo>
                  <a:lnTo>
                    <a:pt x="8119916" y="130650"/>
                  </a:lnTo>
                  <a:lnTo>
                    <a:pt x="8151487" y="141665"/>
                  </a:lnTo>
                  <a:lnTo>
                    <a:pt x="8203949" y="162237"/>
                  </a:lnTo>
                  <a:lnTo>
                    <a:pt x="8254755" y="184916"/>
                  </a:lnTo>
                  <a:lnTo>
                    <a:pt x="8304535" y="209733"/>
                  </a:lnTo>
                  <a:lnTo>
                    <a:pt x="8353747" y="236644"/>
                  </a:lnTo>
                  <a:lnTo>
                    <a:pt x="8402711" y="265526"/>
                  </a:lnTo>
                  <a:lnTo>
                    <a:pt x="8451633" y="296169"/>
                  </a:lnTo>
                  <a:lnTo>
                    <a:pt x="8500623" y="328275"/>
                  </a:lnTo>
                  <a:lnTo>
                    <a:pt x="8549715" y="361474"/>
                  </a:lnTo>
                  <a:lnTo>
                    <a:pt x="8598887" y="395331"/>
                  </a:lnTo>
                  <a:lnTo>
                    <a:pt x="8648084" y="429377"/>
                  </a:lnTo>
                  <a:lnTo>
                    <a:pt x="8697243" y="463130"/>
                  </a:lnTo>
                  <a:lnTo>
                    <a:pt x="8746313" y="496126"/>
                  </a:lnTo>
                  <a:lnTo>
                    <a:pt x="8795283" y="527943"/>
                  </a:lnTo>
                  <a:lnTo>
                    <a:pt x="8844202" y="558224"/>
                  </a:lnTo>
                  <a:lnTo>
                    <a:pt x="8893199" y="586692"/>
                  </a:lnTo>
                  <a:lnTo>
                    <a:pt x="8942502" y="613154"/>
                  </a:lnTo>
                  <a:lnTo>
                    <a:pt x="8992462" y="637506"/>
                  </a:lnTo>
                  <a:lnTo>
                    <a:pt x="9043568" y="659721"/>
                  </a:lnTo>
                  <a:lnTo>
                    <a:pt x="9084767" y="675634"/>
                  </a:lnTo>
                  <a:lnTo>
                    <a:pt x="9132209" y="691805"/>
                  </a:lnTo>
                  <a:lnTo>
                    <a:pt x="9182159" y="706439"/>
                  </a:lnTo>
                  <a:lnTo>
                    <a:pt x="9235373" y="719605"/>
                  </a:lnTo>
                  <a:lnTo>
                    <a:pt x="9292680" y="731425"/>
                  </a:lnTo>
                  <a:lnTo>
                    <a:pt x="9354929" y="742041"/>
                  </a:lnTo>
                  <a:lnTo>
                    <a:pt x="9422927" y="751592"/>
                  </a:lnTo>
                  <a:lnTo>
                    <a:pt x="9497365" y="760204"/>
                  </a:lnTo>
                  <a:lnTo>
                    <a:pt x="9578713" y="767983"/>
                  </a:lnTo>
                  <a:lnTo>
                    <a:pt x="9667082" y="775011"/>
                  </a:lnTo>
                  <a:lnTo>
                    <a:pt x="9762045" y="781345"/>
                  </a:lnTo>
                  <a:lnTo>
                    <a:pt x="9862452" y="787015"/>
                  </a:lnTo>
                  <a:lnTo>
                    <a:pt x="9966261" y="792029"/>
                  </a:lnTo>
                  <a:lnTo>
                    <a:pt x="10070466" y="796380"/>
                  </a:lnTo>
                  <a:lnTo>
                    <a:pt x="10171201" y="800053"/>
                  </a:lnTo>
                  <a:lnTo>
                    <a:pt x="10264092" y="803036"/>
                  </a:lnTo>
                  <a:lnTo>
                    <a:pt x="10344865" y="805340"/>
                  </a:lnTo>
                  <a:lnTo>
                    <a:pt x="10410102" y="807003"/>
                  </a:lnTo>
                  <a:lnTo>
                    <a:pt x="10457956" y="808101"/>
                  </a:lnTo>
                  <a:lnTo>
                    <a:pt x="10488612" y="808736"/>
                  </a:lnTo>
                  <a:lnTo>
                    <a:pt x="10504388" y="809032"/>
                  </a:lnTo>
                  <a:lnTo>
                    <a:pt x="10509533" y="809120"/>
                  </a:lnTo>
                  <a:lnTo>
                    <a:pt x="10509911" y="809126"/>
                  </a:lnTo>
                  <a:lnTo>
                    <a:pt x="11981298" y="809126"/>
                  </a:lnTo>
                  <a:lnTo>
                    <a:pt x="11981298" y="800953"/>
                  </a:lnTo>
                  <a:lnTo>
                    <a:pt x="10509911" y="800953"/>
                  </a:lnTo>
                  <a:lnTo>
                    <a:pt x="10508681" y="800933"/>
                  </a:lnTo>
                  <a:lnTo>
                    <a:pt x="10500610" y="800791"/>
                  </a:lnTo>
                  <a:lnTo>
                    <a:pt x="10480312" y="800397"/>
                  </a:lnTo>
                  <a:lnTo>
                    <a:pt x="10444144" y="799623"/>
                  </a:lnTo>
                  <a:lnTo>
                    <a:pt x="10390480" y="798349"/>
                  </a:lnTo>
                  <a:lnTo>
                    <a:pt x="10319831" y="796481"/>
                  </a:lnTo>
                  <a:lnTo>
                    <a:pt x="10234630" y="793956"/>
                  </a:lnTo>
                  <a:lnTo>
                    <a:pt x="10138664" y="790746"/>
                  </a:lnTo>
                  <a:lnTo>
                    <a:pt x="10036317" y="786848"/>
                  </a:lnTo>
                  <a:lnTo>
                    <a:pt x="9931853" y="782277"/>
                  </a:lnTo>
                  <a:lnTo>
                    <a:pt x="9828880" y="777046"/>
                  </a:lnTo>
                  <a:lnTo>
                    <a:pt x="9730087" y="771160"/>
                  </a:lnTo>
                  <a:lnTo>
                    <a:pt x="9637208" y="764602"/>
                  </a:lnTo>
                  <a:lnTo>
                    <a:pt x="9551135" y="757334"/>
                  </a:lnTo>
                  <a:lnTo>
                    <a:pt x="9472097" y="749290"/>
                  </a:lnTo>
                  <a:lnTo>
                    <a:pt x="9399846" y="740382"/>
                  </a:lnTo>
                  <a:lnTo>
                    <a:pt x="9333826" y="730495"/>
                  </a:lnTo>
                  <a:lnTo>
                    <a:pt x="9273297" y="719499"/>
                  </a:lnTo>
                  <a:lnTo>
                    <a:pt x="9217432" y="707250"/>
                  </a:lnTo>
                  <a:lnTo>
                    <a:pt x="9165382" y="693613"/>
                  </a:lnTo>
                  <a:lnTo>
                    <a:pt x="9116338" y="678476"/>
                  </a:lnTo>
                  <a:lnTo>
                    <a:pt x="9084767" y="667461"/>
                  </a:lnTo>
                  <a:lnTo>
                    <a:pt x="9032305" y="646889"/>
                  </a:lnTo>
                  <a:lnTo>
                    <a:pt x="8981498" y="624209"/>
                  </a:lnTo>
                  <a:lnTo>
                    <a:pt x="8931718" y="599393"/>
                  </a:lnTo>
                  <a:lnTo>
                    <a:pt x="8882507" y="572482"/>
                  </a:lnTo>
                  <a:lnTo>
                    <a:pt x="8833542" y="543599"/>
                  </a:lnTo>
                  <a:lnTo>
                    <a:pt x="8784620" y="512957"/>
                  </a:lnTo>
                  <a:lnTo>
                    <a:pt x="8735631" y="480851"/>
                  </a:lnTo>
                  <a:lnTo>
                    <a:pt x="8686539" y="447652"/>
                  </a:lnTo>
                  <a:lnTo>
                    <a:pt x="8637366" y="413795"/>
                  </a:lnTo>
                  <a:lnTo>
                    <a:pt x="8588169" y="379749"/>
                  </a:lnTo>
                  <a:lnTo>
                    <a:pt x="8539010" y="345995"/>
                  </a:lnTo>
                  <a:lnTo>
                    <a:pt x="8489940" y="313000"/>
                  </a:lnTo>
                  <a:lnTo>
                    <a:pt x="8440970" y="281183"/>
                  </a:lnTo>
                  <a:lnTo>
                    <a:pt x="8392052" y="250902"/>
                  </a:lnTo>
                  <a:lnTo>
                    <a:pt x="8343055" y="222434"/>
                  </a:lnTo>
                  <a:lnTo>
                    <a:pt x="8293751" y="195972"/>
                  </a:lnTo>
                  <a:lnTo>
                    <a:pt x="8243792" y="171620"/>
                  </a:lnTo>
                  <a:lnTo>
                    <a:pt x="8192685" y="149405"/>
                  </a:lnTo>
                  <a:lnTo>
                    <a:pt x="8151487" y="133492"/>
                  </a:lnTo>
                  <a:lnTo>
                    <a:pt x="8104044" y="117320"/>
                  </a:lnTo>
                  <a:lnTo>
                    <a:pt x="8054094" y="102686"/>
                  </a:lnTo>
                  <a:lnTo>
                    <a:pt x="8000881" y="89521"/>
                  </a:lnTo>
                  <a:lnTo>
                    <a:pt x="7943573" y="77700"/>
                  </a:lnTo>
                  <a:lnTo>
                    <a:pt x="7881324" y="67085"/>
                  </a:lnTo>
                  <a:lnTo>
                    <a:pt x="7813326" y="57534"/>
                  </a:lnTo>
                  <a:lnTo>
                    <a:pt x="7738888" y="48922"/>
                  </a:lnTo>
                  <a:lnTo>
                    <a:pt x="7657540" y="41143"/>
                  </a:lnTo>
                  <a:lnTo>
                    <a:pt x="7569172" y="34115"/>
                  </a:lnTo>
                  <a:lnTo>
                    <a:pt x="7474208" y="27781"/>
                  </a:lnTo>
                  <a:lnTo>
                    <a:pt x="7373801" y="22111"/>
                  </a:lnTo>
                  <a:lnTo>
                    <a:pt x="7269992" y="17096"/>
                  </a:lnTo>
                  <a:lnTo>
                    <a:pt x="7165787" y="12745"/>
                  </a:lnTo>
                  <a:lnTo>
                    <a:pt x="7065052" y="9073"/>
                  </a:lnTo>
                  <a:lnTo>
                    <a:pt x="6972161" y="6090"/>
                  </a:lnTo>
                  <a:lnTo>
                    <a:pt x="6891388" y="3786"/>
                  </a:lnTo>
                  <a:lnTo>
                    <a:pt x="6826151" y="2122"/>
                  </a:lnTo>
                  <a:lnTo>
                    <a:pt x="6778297" y="1025"/>
                  </a:lnTo>
                  <a:lnTo>
                    <a:pt x="6747641" y="390"/>
                  </a:lnTo>
                  <a:lnTo>
                    <a:pt x="6731865" y="94"/>
                  </a:lnTo>
                  <a:lnTo>
                    <a:pt x="6726720" y="5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014" y="76"/>
                  </a:lnTo>
                  <a:lnTo>
                    <a:pt x="5247802" y="618"/>
                  </a:lnTo>
                  <a:lnTo>
                    <a:pt x="5232057" y="2117"/>
                  </a:lnTo>
                  <a:lnTo>
                    <a:pt x="5203694" y="5072"/>
                  </a:lnTo>
                  <a:lnTo>
                    <a:pt x="5160983" y="9955"/>
                  </a:lnTo>
                  <a:lnTo>
                    <a:pt x="5103685" y="17171"/>
                  </a:lnTo>
                  <a:lnTo>
                    <a:pt x="5032999" y="27021"/>
                  </a:lnTo>
                  <a:lnTo>
                    <a:pt x="4951303" y="39685"/>
                  </a:lnTo>
                  <a:lnTo>
                    <a:pt x="4861719" y="55231"/>
                  </a:lnTo>
                  <a:lnTo>
                    <a:pt x="4767622" y="73646"/>
                  </a:lnTo>
                  <a:lnTo>
                    <a:pt x="4672204" y="94874"/>
                  </a:lnTo>
                  <a:lnTo>
                    <a:pt x="4578157" y="118860"/>
                  </a:lnTo>
                  <a:lnTo>
                    <a:pt x="4487531" y="145590"/>
                  </a:lnTo>
                  <a:lnTo>
                    <a:pt x="4401703" y="175115"/>
                  </a:lnTo>
                  <a:lnTo>
                    <a:pt x="4321450" y="207568"/>
                  </a:lnTo>
                  <a:lnTo>
                    <a:pt x="4247061" y="243172"/>
                  </a:lnTo>
                  <a:lnTo>
                    <a:pt x="4178453" y="282237"/>
                  </a:lnTo>
                  <a:lnTo>
                    <a:pt x="4115291" y="325160"/>
                  </a:lnTo>
                  <a:lnTo>
                    <a:pt x="4057069" y="372410"/>
                  </a:lnTo>
                  <a:lnTo>
                    <a:pt x="4003191" y="424512"/>
                  </a:lnTo>
                  <a:lnTo>
                    <a:pt x="3953015" y="482013"/>
                  </a:lnTo>
                  <a:lnTo>
                    <a:pt x="3905897" y="545425"/>
                  </a:lnTo>
                  <a:lnTo>
                    <a:pt x="3861226" y="615148"/>
                  </a:lnTo>
                  <a:lnTo>
                    <a:pt x="3829811" y="670185"/>
                  </a:lnTo>
                  <a:lnTo>
                    <a:pt x="3797286" y="732519"/>
                  </a:lnTo>
                  <a:lnTo>
                    <a:pt x="3765495" y="798810"/>
                  </a:lnTo>
                  <a:lnTo>
                    <a:pt x="3734266" y="869139"/>
                  </a:lnTo>
                  <a:lnTo>
                    <a:pt x="3703455" y="943539"/>
                  </a:lnTo>
                  <a:lnTo>
                    <a:pt x="3672942" y="1021992"/>
                  </a:lnTo>
                  <a:lnTo>
                    <a:pt x="3642631" y="1104425"/>
                  </a:lnTo>
                  <a:lnTo>
                    <a:pt x="3612443" y="1190704"/>
                  </a:lnTo>
                  <a:lnTo>
                    <a:pt x="3582318" y="1280634"/>
                  </a:lnTo>
                  <a:lnTo>
                    <a:pt x="3552213" y="1373955"/>
                  </a:lnTo>
                  <a:lnTo>
                    <a:pt x="3522095" y="1470348"/>
                  </a:lnTo>
                  <a:lnTo>
                    <a:pt x="3491946" y="1569432"/>
                  </a:lnTo>
                  <a:lnTo>
                    <a:pt x="3461758" y="1670774"/>
                  </a:lnTo>
                  <a:lnTo>
                    <a:pt x="3431532" y="1773892"/>
                  </a:lnTo>
                  <a:lnTo>
                    <a:pt x="3401274" y="1878265"/>
                  </a:lnTo>
                  <a:lnTo>
                    <a:pt x="3370998" y="1983349"/>
                  </a:lnTo>
                  <a:lnTo>
                    <a:pt x="3340718" y="2088579"/>
                  </a:lnTo>
                  <a:lnTo>
                    <a:pt x="3310449" y="2193389"/>
                  </a:lnTo>
                  <a:lnTo>
                    <a:pt x="3280205" y="2297223"/>
                  </a:lnTo>
                  <a:lnTo>
                    <a:pt x="3249997" y="2399545"/>
                  </a:lnTo>
                  <a:lnTo>
                    <a:pt x="3219829" y="2499854"/>
                  </a:lnTo>
                  <a:lnTo>
                    <a:pt x="3189696" y="2597689"/>
                  </a:lnTo>
                  <a:lnTo>
                    <a:pt x="3159587" y="2692642"/>
                  </a:lnTo>
                  <a:lnTo>
                    <a:pt x="3129477" y="2784362"/>
                  </a:lnTo>
                  <a:lnTo>
                    <a:pt x="3099328" y="2872556"/>
                  </a:lnTo>
                  <a:lnTo>
                    <a:pt x="3069089" y="2956998"/>
                  </a:lnTo>
                  <a:lnTo>
                    <a:pt x="3038691" y="3037521"/>
                  </a:lnTo>
                  <a:lnTo>
                    <a:pt x="3008048" y="3114022"/>
                  </a:lnTo>
                  <a:lnTo>
                    <a:pt x="2977051" y="3186454"/>
                  </a:lnTo>
                  <a:lnTo>
                    <a:pt x="2945571" y="3254825"/>
                  </a:lnTo>
                  <a:lnTo>
                    <a:pt x="2913449" y="3319192"/>
                  </a:lnTo>
                  <a:lnTo>
                    <a:pt x="2896531" y="3350929"/>
                  </a:lnTo>
                  <a:lnTo>
                    <a:pt x="2853296" y="3425375"/>
                  </a:lnTo>
                  <a:lnTo>
                    <a:pt x="2808023" y="3493371"/>
                  </a:lnTo>
                  <a:lnTo>
                    <a:pt x="2760144" y="3555146"/>
                  </a:lnTo>
                  <a:lnTo>
                    <a:pt x="2709035" y="3611139"/>
                  </a:lnTo>
                  <a:lnTo>
                    <a:pt x="2654049" y="3661882"/>
                  </a:lnTo>
                  <a:lnTo>
                    <a:pt x="2594553" y="3707917"/>
                  </a:lnTo>
                  <a:lnTo>
                    <a:pt x="2529969" y="3749758"/>
                  </a:lnTo>
                  <a:lnTo>
                    <a:pt x="2459829" y="3787855"/>
                  </a:lnTo>
                  <a:lnTo>
                    <a:pt x="2383855" y="3822584"/>
                  </a:lnTo>
                  <a:lnTo>
                    <a:pt x="2302055" y="3854230"/>
                  </a:lnTo>
                  <a:lnTo>
                    <a:pt x="2214835" y="3882994"/>
                  </a:lnTo>
                  <a:lnTo>
                    <a:pt x="2123125" y="3908983"/>
                  </a:lnTo>
                  <a:lnTo>
                    <a:pt x="2028480" y="3932229"/>
                  </a:lnTo>
                  <a:lnTo>
                    <a:pt x="1933127" y="3952706"/>
                  </a:lnTo>
                  <a:lnTo>
                    <a:pt x="1839918" y="3970353"/>
                  </a:lnTo>
                  <a:lnTo>
                    <a:pt x="1752127" y="3985122"/>
                  </a:lnTo>
                  <a:lnTo>
                    <a:pt x="1673111" y="3997017"/>
                  </a:lnTo>
                  <a:lnTo>
                    <a:pt x="1605838" y="4006135"/>
                  </a:lnTo>
                  <a:lnTo>
                    <a:pt x="1552407" y="4012688"/>
                  </a:lnTo>
                  <a:lnTo>
                    <a:pt x="1513645" y="4017009"/>
                  </a:lnTo>
                  <a:lnTo>
                    <a:pt x="1488909" y="4019523"/>
                  </a:lnTo>
                  <a:lnTo>
                    <a:pt x="1476087" y="4020715"/>
                  </a:lnTo>
                  <a:lnTo>
                    <a:pt x="1471759" y="4021085"/>
                  </a:lnTo>
                  <a:lnTo>
                    <a:pt x="1471387" y="4021115"/>
                  </a:lnTo>
                  <a:lnTo>
                    <a:pt x="0" y="4021115"/>
                  </a:lnTo>
                  <a:close/>
                </a:path>
              </a:pathLst>
            </a:custGeom>
            <a:solidFill>
              <a:srgbClr val="D9B26F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632" name="pl1632"/>
            <p:cNvSpPr/>
            <p:nvPr/>
          </p:nvSpPr>
          <p:spPr>
            <a:xfrm>
              <a:off x="4799595" y="5707167"/>
              <a:ext cx="11981298" cy="4021115"/>
            </a:xfrm>
            <a:custGeom>
              <a:avLst/>
              <a:pathLst>
                <a:path w="11981298" h="4021115">
                  <a:moveTo>
                    <a:pt x="0" y="4021115"/>
                  </a:moveTo>
                  <a:lnTo>
                    <a:pt x="1471387" y="4021115"/>
                  </a:lnTo>
                  <a:lnTo>
                    <a:pt x="1472328" y="4021038"/>
                  </a:lnTo>
                  <a:lnTo>
                    <a:pt x="1478540" y="4020496"/>
                  </a:lnTo>
                  <a:lnTo>
                    <a:pt x="1494285" y="4018997"/>
                  </a:lnTo>
                  <a:lnTo>
                    <a:pt x="1522649" y="4016042"/>
                  </a:lnTo>
                  <a:lnTo>
                    <a:pt x="1565359" y="4011159"/>
                  </a:lnTo>
                  <a:lnTo>
                    <a:pt x="1622657" y="4003943"/>
                  </a:lnTo>
                  <a:lnTo>
                    <a:pt x="1693343" y="3994093"/>
                  </a:lnTo>
                  <a:lnTo>
                    <a:pt x="1775040" y="3981429"/>
                  </a:lnTo>
                  <a:lnTo>
                    <a:pt x="1864624" y="3965883"/>
                  </a:lnTo>
                  <a:lnTo>
                    <a:pt x="1958720" y="3947468"/>
                  </a:lnTo>
                  <a:lnTo>
                    <a:pt x="2054139" y="3926241"/>
                  </a:lnTo>
                  <a:lnTo>
                    <a:pt x="2148185" y="3902255"/>
                  </a:lnTo>
                  <a:lnTo>
                    <a:pt x="2238811" y="3875525"/>
                  </a:lnTo>
                  <a:lnTo>
                    <a:pt x="2324640" y="3845999"/>
                  </a:lnTo>
                  <a:lnTo>
                    <a:pt x="2404892" y="3813546"/>
                  </a:lnTo>
                  <a:lnTo>
                    <a:pt x="2479281" y="3777943"/>
                  </a:lnTo>
                  <a:lnTo>
                    <a:pt x="2547889" y="3738877"/>
                  </a:lnTo>
                  <a:lnTo>
                    <a:pt x="2611051" y="3695954"/>
                  </a:lnTo>
                  <a:lnTo>
                    <a:pt x="2669273" y="3648704"/>
                  </a:lnTo>
                  <a:lnTo>
                    <a:pt x="2723151" y="3596602"/>
                  </a:lnTo>
                  <a:lnTo>
                    <a:pt x="2773327" y="3539102"/>
                  </a:lnTo>
                  <a:lnTo>
                    <a:pt x="2820445" y="3475689"/>
                  </a:lnTo>
                  <a:lnTo>
                    <a:pt x="2865116" y="3405967"/>
                  </a:lnTo>
                  <a:lnTo>
                    <a:pt x="2896531" y="3350929"/>
                  </a:lnTo>
                  <a:lnTo>
                    <a:pt x="2929056" y="3288595"/>
                  </a:lnTo>
                  <a:lnTo>
                    <a:pt x="2960847" y="3222304"/>
                  </a:lnTo>
                  <a:lnTo>
                    <a:pt x="2992076" y="3151975"/>
                  </a:lnTo>
                  <a:lnTo>
                    <a:pt x="3022887" y="3077575"/>
                  </a:lnTo>
                  <a:lnTo>
                    <a:pt x="3053400" y="2999122"/>
                  </a:lnTo>
                  <a:lnTo>
                    <a:pt x="3083711" y="2916689"/>
                  </a:lnTo>
                  <a:lnTo>
                    <a:pt x="3113899" y="2830410"/>
                  </a:lnTo>
                  <a:lnTo>
                    <a:pt x="3144024" y="2740481"/>
                  </a:lnTo>
                  <a:lnTo>
                    <a:pt x="3174129" y="2647159"/>
                  </a:lnTo>
                  <a:lnTo>
                    <a:pt x="3204247" y="2550766"/>
                  </a:lnTo>
                  <a:lnTo>
                    <a:pt x="3234396" y="2451682"/>
                  </a:lnTo>
                  <a:lnTo>
                    <a:pt x="3264584" y="2350340"/>
                  </a:lnTo>
                  <a:lnTo>
                    <a:pt x="3294810" y="2247223"/>
                  </a:lnTo>
                  <a:lnTo>
                    <a:pt x="3325068" y="2142849"/>
                  </a:lnTo>
                  <a:lnTo>
                    <a:pt x="3355344" y="2037765"/>
                  </a:lnTo>
                  <a:lnTo>
                    <a:pt x="3385624" y="1932536"/>
                  </a:lnTo>
                  <a:lnTo>
                    <a:pt x="3415893" y="1827725"/>
                  </a:lnTo>
                  <a:lnTo>
                    <a:pt x="3446137" y="1723892"/>
                  </a:lnTo>
                  <a:lnTo>
                    <a:pt x="3476345" y="1621569"/>
                  </a:lnTo>
                  <a:lnTo>
                    <a:pt x="3506514" y="1521261"/>
                  </a:lnTo>
                  <a:lnTo>
                    <a:pt x="3536646" y="1423425"/>
                  </a:lnTo>
                  <a:lnTo>
                    <a:pt x="3566755" y="1328472"/>
                  </a:lnTo>
                  <a:lnTo>
                    <a:pt x="3596865" y="1236753"/>
                  </a:lnTo>
                  <a:lnTo>
                    <a:pt x="3627014" y="1148558"/>
                  </a:lnTo>
                  <a:lnTo>
                    <a:pt x="3657253" y="1064116"/>
                  </a:lnTo>
                  <a:lnTo>
                    <a:pt x="3687651" y="983593"/>
                  </a:lnTo>
                  <a:lnTo>
                    <a:pt x="3718294" y="907092"/>
                  </a:lnTo>
                  <a:lnTo>
                    <a:pt x="3749291" y="834660"/>
                  </a:lnTo>
                  <a:lnTo>
                    <a:pt x="3780771" y="766289"/>
                  </a:lnTo>
                  <a:lnTo>
                    <a:pt x="3812893" y="701922"/>
                  </a:lnTo>
                  <a:lnTo>
                    <a:pt x="3829811" y="670185"/>
                  </a:lnTo>
                  <a:lnTo>
                    <a:pt x="3873046" y="595739"/>
                  </a:lnTo>
                  <a:lnTo>
                    <a:pt x="3918319" y="527743"/>
                  </a:lnTo>
                  <a:lnTo>
                    <a:pt x="3966198" y="465968"/>
                  </a:lnTo>
                  <a:lnTo>
                    <a:pt x="4017307" y="409975"/>
                  </a:lnTo>
                  <a:lnTo>
                    <a:pt x="4072293" y="359233"/>
                  </a:lnTo>
                  <a:lnTo>
                    <a:pt x="4131789" y="313197"/>
                  </a:lnTo>
                  <a:lnTo>
                    <a:pt x="4196373" y="271356"/>
                  </a:lnTo>
                  <a:lnTo>
                    <a:pt x="4266513" y="233259"/>
                  </a:lnTo>
                  <a:lnTo>
                    <a:pt x="4342487" y="198531"/>
                  </a:lnTo>
                  <a:lnTo>
                    <a:pt x="4424287" y="166884"/>
                  </a:lnTo>
                  <a:lnTo>
                    <a:pt x="4511507" y="138121"/>
                  </a:lnTo>
                  <a:lnTo>
                    <a:pt x="4603217" y="112131"/>
                  </a:lnTo>
                  <a:lnTo>
                    <a:pt x="4697863" y="88885"/>
                  </a:lnTo>
                  <a:lnTo>
                    <a:pt x="4793215" y="68409"/>
                  </a:lnTo>
                  <a:lnTo>
                    <a:pt x="4886424" y="50761"/>
                  </a:lnTo>
                  <a:lnTo>
                    <a:pt x="4974215" y="35992"/>
                  </a:lnTo>
                  <a:lnTo>
                    <a:pt x="5053232" y="24097"/>
                  </a:lnTo>
                  <a:lnTo>
                    <a:pt x="5120504" y="14979"/>
                  </a:lnTo>
                  <a:lnTo>
                    <a:pt x="5173936" y="8426"/>
                  </a:lnTo>
                  <a:lnTo>
                    <a:pt x="5212697" y="4106"/>
                  </a:lnTo>
                  <a:lnTo>
                    <a:pt x="5237433" y="1591"/>
                  </a:lnTo>
                  <a:lnTo>
                    <a:pt x="5250255" y="399"/>
                  </a:lnTo>
                  <a:lnTo>
                    <a:pt x="5254583" y="29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572" y="19"/>
                  </a:lnTo>
                  <a:lnTo>
                    <a:pt x="6735644" y="162"/>
                  </a:lnTo>
                  <a:lnTo>
                    <a:pt x="6755941" y="555"/>
                  </a:lnTo>
                  <a:lnTo>
                    <a:pt x="6792109" y="1330"/>
                  </a:lnTo>
                  <a:lnTo>
                    <a:pt x="6845774" y="2604"/>
                  </a:lnTo>
                  <a:lnTo>
                    <a:pt x="6916422" y="4472"/>
                  </a:lnTo>
                  <a:lnTo>
                    <a:pt x="7001623" y="6997"/>
                  </a:lnTo>
                  <a:lnTo>
                    <a:pt x="7097590" y="10207"/>
                  </a:lnTo>
                  <a:lnTo>
                    <a:pt x="7199936" y="14104"/>
                  </a:lnTo>
                  <a:lnTo>
                    <a:pt x="7304400" y="18676"/>
                  </a:lnTo>
                  <a:lnTo>
                    <a:pt x="7407374" y="23906"/>
                  </a:lnTo>
                  <a:lnTo>
                    <a:pt x="7506167" y="29793"/>
                  </a:lnTo>
                  <a:lnTo>
                    <a:pt x="7599045" y="36351"/>
                  </a:lnTo>
                  <a:lnTo>
                    <a:pt x="7685118" y="43619"/>
                  </a:lnTo>
                  <a:lnTo>
                    <a:pt x="7764157" y="51663"/>
                  </a:lnTo>
                  <a:lnTo>
                    <a:pt x="7836408" y="60571"/>
                  </a:lnTo>
                  <a:lnTo>
                    <a:pt x="7902428" y="70458"/>
                  </a:lnTo>
                  <a:lnTo>
                    <a:pt x="7962956" y="81454"/>
                  </a:lnTo>
                  <a:lnTo>
                    <a:pt x="8018822" y="93703"/>
                  </a:lnTo>
                  <a:lnTo>
                    <a:pt x="8070871" y="107340"/>
                  </a:lnTo>
                  <a:lnTo>
                    <a:pt x="8119916" y="122477"/>
                  </a:lnTo>
                  <a:lnTo>
                    <a:pt x="8151487" y="133492"/>
                  </a:lnTo>
                  <a:lnTo>
                    <a:pt x="8203949" y="154064"/>
                  </a:lnTo>
                  <a:lnTo>
                    <a:pt x="8254755" y="176743"/>
                  </a:lnTo>
                  <a:lnTo>
                    <a:pt x="8304535" y="201560"/>
                  </a:lnTo>
                  <a:lnTo>
                    <a:pt x="8353747" y="228471"/>
                  </a:lnTo>
                  <a:lnTo>
                    <a:pt x="8402711" y="257353"/>
                  </a:lnTo>
                  <a:lnTo>
                    <a:pt x="8451633" y="287996"/>
                  </a:lnTo>
                  <a:lnTo>
                    <a:pt x="8500623" y="320102"/>
                  </a:lnTo>
                  <a:lnTo>
                    <a:pt x="8549715" y="353301"/>
                  </a:lnTo>
                  <a:lnTo>
                    <a:pt x="8598887" y="387158"/>
                  </a:lnTo>
                  <a:lnTo>
                    <a:pt x="8648084" y="421204"/>
                  </a:lnTo>
                  <a:lnTo>
                    <a:pt x="8697243" y="454957"/>
                  </a:lnTo>
                  <a:lnTo>
                    <a:pt x="8746313" y="487953"/>
                  </a:lnTo>
                  <a:lnTo>
                    <a:pt x="8795283" y="519770"/>
                  </a:lnTo>
                  <a:lnTo>
                    <a:pt x="8844202" y="550051"/>
                  </a:lnTo>
                  <a:lnTo>
                    <a:pt x="8893199" y="578519"/>
                  </a:lnTo>
                  <a:lnTo>
                    <a:pt x="8942502" y="604981"/>
                  </a:lnTo>
                  <a:lnTo>
                    <a:pt x="8992462" y="629333"/>
                  </a:lnTo>
                  <a:lnTo>
                    <a:pt x="9043568" y="651548"/>
                  </a:lnTo>
                  <a:lnTo>
                    <a:pt x="9084767" y="667461"/>
                  </a:lnTo>
                  <a:lnTo>
                    <a:pt x="9132209" y="683632"/>
                  </a:lnTo>
                  <a:lnTo>
                    <a:pt x="9182159" y="698266"/>
                  </a:lnTo>
                  <a:lnTo>
                    <a:pt x="9235373" y="711432"/>
                  </a:lnTo>
                  <a:lnTo>
                    <a:pt x="9292680" y="723252"/>
                  </a:lnTo>
                  <a:lnTo>
                    <a:pt x="9354929" y="733868"/>
                  </a:lnTo>
                  <a:lnTo>
                    <a:pt x="9422927" y="743419"/>
                  </a:lnTo>
                  <a:lnTo>
                    <a:pt x="9497365" y="752031"/>
                  </a:lnTo>
                  <a:lnTo>
                    <a:pt x="9578713" y="759810"/>
                  </a:lnTo>
                  <a:lnTo>
                    <a:pt x="9667082" y="766838"/>
                  </a:lnTo>
                  <a:lnTo>
                    <a:pt x="9762045" y="773172"/>
                  </a:lnTo>
                  <a:lnTo>
                    <a:pt x="9862452" y="778842"/>
                  </a:lnTo>
                  <a:lnTo>
                    <a:pt x="9966261" y="783856"/>
                  </a:lnTo>
                  <a:lnTo>
                    <a:pt x="10070466" y="788207"/>
                  </a:lnTo>
                  <a:lnTo>
                    <a:pt x="10171201" y="791880"/>
                  </a:lnTo>
                  <a:lnTo>
                    <a:pt x="10264092" y="794863"/>
                  </a:lnTo>
                  <a:lnTo>
                    <a:pt x="10344865" y="797167"/>
                  </a:lnTo>
                  <a:lnTo>
                    <a:pt x="10410102" y="798830"/>
                  </a:lnTo>
                  <a:lnTo>
                    <a:pt x="10457956" y="799928"/>
                  </a:lnTo>
                  <a:lnTo>
                    <a:pt x="10488612" y="800563"/>
                  </a:lnTo>
                  <a:lnTo>
                    <a:pt x="10504388" y="800859"/>
                  </a:lnTo>
                  <a:lnTo>
                    <a:pt x="10509533" y="800947"/>
                  </a:lnTo>
                  <a:lnTo>
                    <a:pt x="10509911" y="800953"/>
                  </a:lnTo>
                  <a:lnTo>
                    <a:pt x="11981298" y="80095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33" name="pl1633"/>
            <p:cNvSpPr/>
            <p:nvPr/>
          </p:nvSpPr>
          <p:spPr>
            <a:xfrm>
              <a:off x="4799595" y="5698994"/>
              <a:ext cx="11981298" cy="4021115"/>
            </a:xfrm>
            <a:custGeom>
              <a:avLst/>
              <a:pathLst>
                <a:path w="11981298" h="4021115">
                  <a:moveTo>
                    <a:pt x="11981298" y="800953"/>
                  </a:moveTo>
                  <a:lnTo>
                    <a:pt x="10509911" y="800953"/>
                  </a:lnTo>
                  <a:lnTo>
                    <a:pt x="10508681" y="800933"/>
                  </a:lnTo>
                  <a:lnTo>
                    <a:pt x="10500610" y="800791"/>
                  </a:lnTo>
                  <a:lnTo>
                    <a:pt x="10480312" y="800397"/>
                  </a:lnTo>
                  <a:lnTo>
                    <a:pt x="10444144" y="799623"/>
                  </a:lnTo>
                  <a:lnTo>
                    <a:pt x="10390480" y="798349"/>
                  </a:lnTo>
                  <a:lnTo>
                    <a:pt x="10319831" y="796481"/>
                  </a:lnTo>
                  <a:lnTo>
                    <a:pt x="10234630" y="793956"/>
                  </a:lnTo>
                  <a:lnTo>
                    <a:pt x="10138664" y="790746"/>
                  </a:lnTo>
                  <a:lnTo>
                    <a:pt x="10036317" y="786848"/>
                  </a:lnTo>
                  <a:lnTo>
                    <a:pt x="9931853" y="782277"/>
                  </a:lnTo>
                  <a:lnTo>
                    <a:pt x="9828880" y="777046"/>
                  </a:lnTo>
                  <a:lnTo>
                    <a:pt x="9730087" y="771160"/>
                  </a:lnTo>
                  <a:lnTo>
                    <a:pt x="9637208" y="764602"/>
                  </a:lnTo>
                  <a:lnTo>
                    <a:pt x="9551135" y="757334"/>
                  </a:lnTo>
                  <a:lnTo>
                    <a:pt x="9472097" y="749290"/>
                  </a:lnTo>
                  <a:lnTo>
                    <a:pt x="9399846" y="740382"/>
                  </a:lnTo>
                  <a:lnTo>
                    <a:pt x="9333826" y="730495"/>
                  </a:lnTo>
                  <a:lnTo>
                    <a:pt x="9273297" y="719499"/>
                  </a:lnTo>
                  <a:lnTo>
                    <a:pt x="9217432" y="707250"/>
                  </a:lnTo>
                  <a:lnTo>
                    <a:pt x="9165382" y="693613"/>
                  </a:lnTo>
                  <a:lnTo>
                    <a:pt x="9116338" y="678476"/>
                  </a:lnTo>
                  <a:lnTo>
                    <a:pt x="9084767" y="667461"/>
                  </a:lnTo>
                  <a:lnTo>
                    <a:pt x="9032305" y="646889"/>
                  </a:lnTo>
                  <a:lnTo>
                    <a:pt x="8981498" y="624209"/>
                  </a:lnTo>
                  <a:lnTo>
                    <a:pt x="8931718" y="599393"/>
                  </a:lnTo>
                  <a:lnTo>
                    <a:pt x="8882507" y="572482"/>
                  </a:lnTo>
                  <a:lnTo>
                    <a:pt x="8833542" y="543599"/>
                  </a:lnTo>
                  <a:lnTo>
                    <a:pt x="8784620" y="512957"/>
                  </a:lnTo>
                  <a:lnTo>
                    <a:pt x="8735631" y="480851"/>
                  </a:lnTo>
                  <a:lnTo>
                    <a:pt x="8686539" y="447652"/>
                  </a:lnTo>
                  <a:lnTo>
                    <a:pt x="8637366" y="413795"/>
                  </a:lnTo>
                  <a:lnTo>
                    <a:pt x="8588169" y="379749"/>
                  </a:lnTo>
                  <a:lnTo>
                    <a:pt x="8539010" y="345995"/>
                  </a:lnTo>
                  <a:lnTo>
                    <a:pt x="8489940" y="313000"/>
                  </a:lnTo>
                  <a:lnTo>
                    <a:pt x="8440970" y="281183"/>
                  </a:lnTo>
                  <a:lnTo>
                    <a:pt x="8392052" y="250902"/>
                  </a:lnTo>
                  <a:lnTo>
                    <a:pt x="8343055" y="222434"/>
                  </a:lnTo>
                  <a:lnTo>
                    <a:pt x="8293751" y="195972"/>
                  </a:lnTo>
                  <a:lnTo>
                    <a:pt x="8243792" y="171620"/>
                  </a:lnTo>
                  <a:lnTo>
                    <a:pt x="8192685" y="149405"/>
                  </a:lnTo>
                  <a:lnTo>
                    <a:pt x="8151487" y="133492"/>
                  </a:lnTo>
                  <a:lnTo>
                    <a:pt x="8104044" y="117320"/>
                  </a:lnTo>
                  <a:lnTo>
                    <a:pt x="8054094" y="102686"/>
                  </a:lnTo>
                  <a:lnTo>
                    <a:pt x="8000881" y="89521"/>
                  </a:lnTo>
                  <a:lnTo>
                    <a:pt x="7943573" y="77700"/>
                  </a:lnTo>
                  <a:lnTo>
                    <a:pt x="7881324" y="67085"/>
                  </a:lnTo>
                  <a:lnTo>
                    <a:pt x="7813326" y="57534"/>
                  </a:lnTo>
                  <a:lnTo>
                    <a:pt x="7738888" y="48922"/>
                  </a:lnTo>
                  <a:lnTo>
                    <a:pt x="7657540" y="41143"/>
                  </a:lnTo>
                  <a:lnTo>
                    <a:pt x="7569172" y="34115"/>
                  </a:lnTo>
                  <a:lnTo>
                    <a:pt x="7474208" y="27781"/>
                  </a:lnTo>
                  <a:lnTo>
                    <a:pt x="7373801" y="22111"/>
                  </a:lnTo>
                  <a:lnTo>
                    <a:pt x="7269992" y="17096"/>
                  </a:lnTo>
                  <a:lnTo>
                    <a:pt x="7165787" y="12745"/>
                  </a:lnTo>
                  <a:lnTo>
                    <a:pt x="7065052" y="9073"/>
                  </a:lnTo>
                  <a:lnTo>
                    <a:pt x="6972161" y="6090"/>
                  </a:lnTo>
                  <a:lnTo>
                    <a:pt x="6891388" y="3786"/>
                  </a:lnTo>
                  <a:lnTo>
                    <a:pt x="6826151" y="2122"/>
                  </a:lnTo>
                  <a:lnTo>
                    <a:pt x="6778297" y="1025"/>
                  </a:lnTo>
                  <a:lnTo>
                    <a:pt x="6747641" y="390"/>
                  </a:lnTo>
                  <a:lnTo>
                    <a:pt x="6731865" y="94"/>
                  </a:lnTo>
                  <a:lnTo>
                    <a:pt x="6726720" y="5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014" y="76"/>
                  </a:lnTo>
                  <a:lnTo>
                    <a:pt x="5247802" y="618"/>
                  </a:lnTo>
                  <a:lnTo>
                    <a:pt x="5232057" y="2117"/>
                  </a:lnTo>
                  <a:lnTo>
                    <a:pt x="5203694" y="5072"/>
                  </a:lnTo>
                  <a:lnTo>
                    <a:pt x="5160983" y="9955"/>
                  </a:lnTo>
                  <a:lnTo>
                    <a:pt x="5103685" y="17171"/>
                  </a:lnTo>
                  <a:lnTo>
                    <a:pt x="5032999" y="27021"/>
                  </a:lnTo>
                  <a:lnTo>
                    <a:pt x="4951303" y="39685"/>
                  </a:lnTo>
                  <a:lnTo>
                    <a:pt x="4861719" y="55231"/>
                  </a:lnTo>
                  <a:lnTo>
                    <a:pt x="4767622" y="73646"/>
                  </a:lnTo>
                  <a:lnTo>
                    <a:pt x="4672204" y="94874"/>
                  </a:lnTo>
                  <a:lnTo>
                    <a:pt x="4578157" y="118860"/>
                  </a:lnTo>
                  <a:lnTo>
                    <a:pt x="4487531" y="145590"/>
                  </a:lnTo>
                  <a:lnTo>
                    <a:pt x="4401703" y="175115"/>
                  </a:lnTo>
                  <a:lnTo>
                    <a:pt x="4321450" y="207568"/>
                  </a:lnTo>
                  <a:lnTo>
                    <a:pt x="4247061" y="243172"/>
                  </a:lnTo>
                  <a:lnTo>
                    <a:pt x="4178453" y="282237"/>
                  </a:lnTo>
                  <a:lnTo>
                    <a:pt x="4115291" y="325160"/>
                  </a:lnTo>
                  <a:lnTo>
                    <a:pt x="4057069" y="372410"/>
                  </a:lnTo>
                  <a:lnTo>
                    <a:pt x="4003191" y="424512"/>
                  </a:lnTo>
                  <a:lnTo>
                    <a:pt x="3953015" y="482013"/>
                  </a:lnTo>
                  <a:lnTo>
                    <a:pt x="3905897" y="545425"/>
                  </a:lnTo>
                  <a:lnTo>
                    <a:pt x="3861226" y="615148"/>
                  </a:lnTo>
                  <a:lnTo>
                    <a:pt x="3829811" y="670185"/>
                  </a:lnTo>
                  <a:lnTo>
                    <a:pt x="3797286" y="732519"/>
                  </a:lnTo>
                  <a:lnTo>
                    <a:pt x="3765495" y="798810"/>
                  </a:lnTo>
                  <a:lnTo>
                    <a:pt x="3734266" y="869139"/>
                  </a:lnTo>
                  <a:lnTo>
                    <a:pt x="3703455" y="943539"/>
                  </a:lnTo>
                  <a:lnTo>
                    <a:pt x="3672942" y="1021992"/>
                  </a:lnTo>
                  <a:lnTo>
                    <a:pt x="3642631" y="1104425"/>
                  </a:lnTo>
                  <a:lnTo>
                    <a:pt x="3612443" y="1190704"/>
                  </a:lnTo>
                  <a:lnTo>
                    <a:pt x="3582318" y="1280634"/>
                  </a:lnTo>
                  <a:lnTo>
                    <a:pt x="3552213" y="1373955"/>
                  </a:lnTo>
                  <a:lnTo>
                    <a:pt x="3522095" y="1470348"/>
                  </a:lnTo>
                  <a:lnTo>
                    <a:pt x="3491946" y="1569432"/>
                  </a:lnTo>
                  <a:lnTo>
                    <a:pt x="3461758" y="1670774"/>
                  </a:lnTo>
                  <a:lnTo>
                    <a:pt x="3431532" y="1773892"/>
                  </a:lnTo>
                  <a:lnTo>
                    <a:pt x="3401274" y="1878265"/>
                  </a:lnTo>
                  <a:lnTo>
                    <a:pt x="3370998" y="1983349"/>
                  </a:lnTo>
                  <a:lnTo>
                    <a:pt x="3340718" y="2088579"/>
                  </a:lnTo>
                  <a:lnTo>
                    <a:pt x="3310449" y="2193389"/>
                  </a:lnTo>
                  <a:lnTo>
                    <a:pt x="3280205" y="2297223"/>
                  </a:lnTo>
                  <a:lnTo>
                    <a:pt x="3249997" y="2399545"/>
                  </a:lnTo>
                  <a:lnTo>
                    <a:pt x="3219829" y="2499854"/>
                  </a:lnTo>
                  <a:lnTo>
                    <a:pt x="3189696" y="2597689"/>
                  </a:lnTo>
                  <a:lnTo>
                    <a:pt x="3159587" y="2692642"/>
                  </a:lnTo>
                  <a:lnTo>
                    <a:pt x="3129477" y="2784362"/>
                  </a:lnTo>
                  <a:lnTo>
                    <a:pt x="3099328" y="2872556"/>
                  </a:lnTo>
                  <a:lnTo>
                    <a:pt x="3069089" y="2956998"/>
                  </a:lnTo>
                  <a:lnTo>
                    <a:pt x="3038691" y="3037521"/>
                  </a:lnTo>
                  <a:lnTo>
                    <a:pt x="3008048" y="3114022"/>
                  </a:lnTo>
                  <a:lnTo>
                    <a:pt x="2977051" y="3186454"/>
                  </a:lnTo>
                  <a:lnTo>
                    <a:pt x="2945571" y="3254825"/>
                  </a:lnTo>
                  <a:lnTo>
                    <a:pt x="2913449" y="3319192"/>
                  </a:lnTo>
                  <a:lnTo>
                    <a:pt x="2896531" y="3350929"/>
                  </a:lnTo>
                  <a:lnTo>
                    <a:pt x="2853296" y="3425375"/>
                  </a:lnTo>
                  <a:lnTo>
                    <a:pt x="2808023" y="3493371"/>
                  </a:lnTo>
                  <a:lnTo>
                    <a:pt x="2760144" y="3555146"/>
                  </a:lnTo>
                  <a:lnTo>
                    <a:pt x="2709035" y="3611139"/>
                  </a:lnTo>
                  <a:lnTo>
                    <a:pt x="2654049" y="3661882"/>
                  </a:lnTo>
                  <a:lnTo>
                    <a:pt x="2594553" y="3707917"/>
                  </a:lnTo>
                  <a:lnTo>
                    <a:pt x="2529969" y="3749758"/>
                  </a:lnTo>
                  <a:lnTo>
                    <a:pt x="2459829" y="3787855"/>
                  </a:lnTo>
                  <a:lnTo>
                    <a:pt x="2383855" y="3822584"/>
                  </a:lnTo>
                  <a:lnTo>
                    <a:pt x="2302055" y="3854230"/>
                  </a:lnTo>
                  <a:lnTo>
                    <a:pt x="2214835" y="3882994"/>
                  </a:lnTo>
                  <a:lnTo>
                    <a:pt x="2123125" y="3908983"/>
                  </a:lnTo>
                  <a:lnTo>
                    <a:pt x="2028480" y="3932229"/>
                  </a:lnTo>
                  <a:lnTo>
                    <a:pt x="1933127" y="3952706"/>
                  </a:lnTo>
                  <a:lnTo>
                    <a:pt x="1839918" y="3970353"/>
                  </a:lnTo>
                  <a:lnTo>
                    <a:pt x="1752127" y="3985122"/>
                  </a:lnTo>
                  <a:lnTo>
                    <a:pt x="1673111" y="3997017"/>
                  </a:lnTo>
                  <a:lnTo>
                    <a:pt x="1605838" y="4006135"/>
                  </a:lnTo>
                  <a:lnTo>
                    <a:pt x="1552407" y="4012688"/>
                  </a:lnTo>
                  <a:lnTo>
                    <a:pt x="1513645" y="4017009"/>
                  </a:lnTo>
                  <a:lnTo>
                    <a:pt x="1488909" y="4019523"/>
                  </a:lnTo>
                  <a:lnTo>
                    <a:pt x="1476087" y="4020715"/>
                  </a:lnTo>
                  <a:lnTo>
                    <a:pt x="1471759" y="4021085"/>
                  </a:lnTo>
                  <a:lnTo>
                    <a:pt x="1471387" y="4021115"/>
                  </a:lnTo>
                  <a:lnTo>
                    <a:pt x="0" y="402111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34" name="pg1634"/>
            <p:cNvSpPr/>
            <p:nvPr/>
          </p:nvSpPr>
          <p:spPr>
            <a:xfrm>
              <a:off x="4799595" y="5723513"/>
              <a:ext cx="11981298" cy="4012942"/>
            </a:xfrm>
            <a:custGeom>
              <a:avLst/>
              <a:pathLst>
                <a:path w="11981298" h="4012942">
                  <a:moveTo>
                    <a:pt x="0" y="4012942"/>
                  </a:moveTo>
                  <a:lnTo>
                    <a:pt x="1471387" y="4012942"/>
                  </a:lnTo>
                  <a:lnTo>
                    <a:pt x="1472329" y="4012866"/>
                  </a:lnTo>
                  <a:lnTo>
                    <a:pt x="1478547" y="4012325"/>
                  </a:lnTo>
                  <a:lnTo>
                    <a:pt x="1494308" y="4010830"/>
                  </a:lnTo>
                  <a:lnTo>
                    <a:pt x="1522698" y="4007884"/>
                  </a:lnTo>
                  <a:lnTo>
                    <a:pt x="1565447" y="4003016"/>
                  </a:lnTo>
                  <a:lnTo>
                    <a:pt x="1622793" y="3995822"/>
                  </a:lnTo>
                  <a:lnTo>
                    <a:pt x="1693532" y="3986003"/>
                  </a:lnTo>
                  <a:lnTo>
                    <a:pt x="1775282" y="3973378"/>
                  </a:lnTo>
                  <a:lnTo>
                    <a:pt x="1864916" y="3957881"/>
                  </a:lnTo>
                  <a:lnTo>
                    <a:pt x="1959055" y="3939525"/>
                  </a:lnTo>
                  <a:lnTo>
                    <a:pt x="2054507" y="3918366"/>
                  </a:lnTo>
                  <a:lnTo>
                    <a:pt x="2148576" y="3894458"/>
                  </a:lnTo>
                  <a:lnTo>
                    <a:pt x="2239216" y="3867815"/>
                  </a:lnTo>
                  <a:lnTo>
                    <a:pt x="2325049" y="3838386"/>
                  </a:lnTo>
                  <a:lnTo>
                    <a:pt x="2405300" y="3806038"/>
                  </a:lnTo>
                  <a:lnTo>
                    <a:pt x="2479684" y="3770549"/>
                  </a:lnTo>
                  <a:lnTo>
                    <a:pt x="2548283" y="3731608"/>
                  </a:lnTo>
                  <a:lnTo>
                    <a:pt x="2611435" y="3688819"/>
                  </a:lnTo>
                  <a:lnTo>
                    <a:pt x="2669647" y="3641714"/>
                  </a:lnTo>
                  <a:lnTo>
                    <a:pt x="2723517" y="3589771"/>
                  </a:lnTo>
                  <a:lnTo>
                    <a:pt x="2773686" y="3532443"/>
                  </a:lnTo>
                  <a:lnTo>
                    <a:pt x="2820800" y="3469220"/>
                  </a:lnTo>
                  <a:lnTo>
                    <a:pt x="2865470" y="3399705"/>
                  </a:lnTo>
                  <a:lnTo>
                    <a:pt x="2896531" y="3345480"/>
                  </a:lnTo>
                  <a:lnTo>
                    <a:pt x="2929115" y="3283283"/>
                  </a:lnTo>
                  <a:lnTo>
                    <a:pt x="2960961" y="3217131"/>
                  </a:lnTo>
                  <a:lnTo>
                    <a:pt x="2992245" y="3146942"/>
                  </a:lnTo>
                  <a:lnTo>
                    <a:pt x="3023110" y="3072685"/>
                  </a:lnTo>
                  <a:lnTo>
                    <a:pt x="3053676" y="2994375"/>
                  </a:lnTo>
                  <a:lnTo>
                    <a:pt x="3084041" y="2912089"/>
                  </a:lnTo>
                  <a:lnTo>
                    <a:pt x="3114283" y="2825961"/>
                  </a:lnTo>
                  <a:lnTo>
                    <a:pt x="3144461" y="2736186"/>
                  </a:lnTo>
                  <a:lnTo>
                    <a:pt x="3174622" y="2643025"/>
                  </a:lnTo>
                  <a:lnTo>
                    <a:pt x="3204795" y="2546799"/>
                  </a:lnTo>
                  <a:lnTo>
                    <a:pt x="3234999" y="2447891"/>
                  </a:lnTo>
                  <a:lnTo>
                    <a:pt x="3265243" y="2346736"/>
                  </a:lnTo>
                  <a:lnTo>
                    <a:pt x="3295525" y="2243817"/>
                  </a:lnTo>
                  <a:lnTo>
                    <a:pt x="3325838" y="2139655"/>
                  </a:lnTo>
                  <a:lnTo>
                    <a:pt x="3356169" y="2034797"/>
                  </a:lnTo>
                  <a:lnTo>
                    <a:pt x="3386505" y="1929809"/>
                  </a:lnTo>
                  <a:lnTo>
                    <a:pt x="3416828" y="1825256"/>
                  </a:lnTo>
                  <a:lnTo>
                    <a:pt x="3447126" y="1721697"/>
                  </a:lnTo>
                  <a:lnTo>
                    <a:pt x="3477387" y="1619665"/>
                  </a:lnTo>
                  <a:lnTo>
                    <a:pt x="3507609" y="1519662"/>
                  </a:lnTo>
                  <a:lnTo>
                    <a:pt x="3537795" y="1422148"/>
                  </a:lnTo>
                  <a:lnTo>
                    <a:pt x="3567959" y="1327529"/>
                  </a:lnTo>
                  <a:lnTo>
                    <a:pt x="3598124" y="1236155"/>
                  </a:lnTo>
                  <a:lnTo>
                    <a:pt x="3628330" y="1148315"/>
                  </a:lnTo>
                  <a:lnTo>
                    <a:pt x="3658630" y="1064234"/>
                  </a:lnTo>
                  <a:lnTo>
                    <a:pt x="3689092" y="984077"/>
                  </a:lnTo>
                  <a:lnTo>
                    <a:pt x="3719806" y="907943"/>
                  </a:lnTo>
                  <a:lnTo>
                    <a:pt x="3750880" y="835878"/>
                  </a:lnTo>
                  <a:lnTo>
                    <a:pt x="3782447" y="767869"/>
                  </a:lnTo>
                  <a:lnTo>
                    <a:pt x="3814667" y="703859"/>
                  </a:lnTo>
                  <a:lnTo>
                    <a:pt x="3829811" y="675634"/>
                  </a:lnTo>
                  <a:lnTo>
                    <a:pt x="3873062" y="601465"/>
                  </a:lnTo>
                  <a:lnTo>
                    <a:pt x="3918352" y="533725"/>
                  </a:lnTo>
                  <a:lnTo>
                    <a:pt x="3966250" y="472185"/>
                  </a:lnTo>
                  <a:lnTo>
                    <a:pt x="4017382" y="416407"/>
                  </a:lnTo>
                  <a:lnTo>
                    <a:pt x="4072394" y="365861"/>
                  </a:lnTo>
                  <a:lnTo>
                    <a:pt x="4131920" y="320005"/>
                  </a:lnTo>
                  <a:lnTo>
                    <a:pt x="4196539" y="278328"/>
                  </a:lnTo>
                  <a:lnTo>
                    <a:pt x="4266719" y="240382"/>
                  </a:lnTo>
                  <a:lnTo>
                    <a:pt x="4342737" y="205792"/>
                  </a:lnTo>
                  <a:lnTo>
                    <a:pt x="4424585" y="174272"/>
                  </a:lnTo>
                  <a:lnTo>
                    <a:pt x="4511854" y="145627"/>
                  </a:lnTo>
                  <a:lnTo>
                    <a:pt x="4603612" y="119745"/>
                  </a:lnTo>
                  <a:lnTo>
                    <a:pt x="4698299" y="96597"/>
                  </a:lnTo>
                  <a:lnTo>
                    <a:pt x="4793682" y="76210"/>
                  </a:lnTo>
                  <a:lnTo>
                    <a:pt x="4886905" y="58643"/>
                  </a:lnTo>
                  <a:lnTo>
                    <a:pt x="4974688" y="43944"/>
                  </a:lnTo>
                  <a:lnTo>
                    <a:pt x="5053672" y="32110"/>
                  </a:lnTo>
                  <a:lnTo>
                    <a:pt x="5120888" y="23042"/>
                  </a:lnTo>
                  <a:lnTo>
                    <a:pt x="5174244" y="16529"/>
                  </a:lnTo>
                  <a:lnTo>
                    <a:pt x="5212918" y="12239"/>
                  </a:lnTo>
                  <a:lnTo>
                    <a:pt x="5237568" y="9745"/>
                  </a:lnTo>
                  <a:lnTo>
                    <a:pt x="5250316" y="8565"/>
                  </a:lnTo>
                  <a:lnTo>
                    <a:pt x="5254595" y="8201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498" y="8235"/>
                  </a:lnTo>
                  <a:lnTo>
                    <a:pt x="6735093" y="8681"/>
                  </a:lnTo>
                  <a:lnTo>
                    <a:pt x="6754231" y="9912"/>
                  </a:lnTo>
                  <a:lnTo>
                    <a:pt x="6788424" y="12336"/>
                  </a:lnTo>
                  <a:lnTo>
                    <a:pt x="6839346" y="16329"/>
                  </a:lnTo>
                  <a:lnTo>
                    <a:pt x="6906701" y="22197"/>
                  </a:lnTo>
                  <a:lnTo>
                    <a:pt x="6988387" y="30147"/>
                  </a:lnTo>
                  <a:lnTo>
                    <a:pt x="7080982" y="40282"/>
                  </a:lnTo>
                  <a:lnTo>
                    <a:pt x="7180404" y="52618"/>
                  </a:lnTo>
                  <a:lnTo>
                    <a:pt x="7282587" y="67120"/>
                  </a:lnTo>
                  <a:lnTo>
                    <a:pt x="7383993" y="83739"/>
                  </a:lnTo>
                  <a:lnTo>
                    <a:pt x="7481897" y="102454"/>
                  </a:lnTo>
                  <a:lnTo>
                    <a:pt x="7574464" y="123296"/>
                  </a:lnTo>
                  <a:lnTo>
                    <a:pt x="7660666" y="146369"/>
                  </a:lnTo>
                  <a:lnTo>
                    <a:pt x="7740132" y="171852"/>
                  </a:lnTo>
                  <a:lnTo>
                    <a:pt x="7812977" y="200002"/>
                  </a:lnTo>
                  <a:lnTo>
                    <a:pt x="7879645" y="231154"/>
                  </a:lnTo>
                  <a:lnTo>
                    <a:pt x="7940782" y="265700"/>
                  </a:lnTo>
                  <a:lnTo>
                    <a:pt x="7997145" y="304078"/>
                  </a:lnTo>
                  <a:lnTo>
                    <a:pt x="8049529" y="346732"/>
                  </a:lnTo>
                  <a:lnTo>
                    <a:pt x="8098715" y="394052"/>
                  </a:lnTo>
                  <a:lnTo>
                    <a:pt x="8145424" y="446280"/>
                  </a:lnTo>
                  <a:lnTo>
                    <a:pt x="8151487" y="453601"/>
                  </a:lnTo>
                  <a:lnTo>
                    <a:pt x="8190038" y="503109"/>
                  </a:lnTo>
                  <a:lnTo>
                    <a:pt x="8227600" y="556345"/>
                  </a:lnTo>
                  <a:lnTo>
                    <a:pt x="8264449" y="613384"/>
                  </a:lnTo>
                  <a:lnTo>
                    <a:pt x="8300807" y="674236"/>
                  </a:lnTo>
                  <a:lnTo>
                    <a:pt x="8336848" y="738842"/>
                  </a:lnTo>
                  <a:lnTo>
                    <a:pt x="8372708" y="807063"/>
                  </a:lnTo>
                  <a:lnTo>
                    <a:pt x="8408487" y="878678"/>
                  </a:lnTo>
                  <a:lnTo>
                    <a:pt x="8444254" y="953384"/>
                  </a:lnTo>
                  <a:lnTo>
                    <a:pt x="8480054" y="1030796"/>
                  </a:lnTo>
                  <a:lnTo>
                    <a:pt x="8515906" y="1110454"/>
                  </a:lnTo>
                  <a:lnTo>
                    <a:pt x="8551812" y="1191833"/>
                  </a:lnTo>
                  <a:lnTo>
                    <a:pt x="8587762" y="1274356"/>
                  </a:lnTo>
                  <a:lnTo>
                    <a:pt x="8623732" y="1357410"/>
                  </a:lnTo>
                  <a:lnTo>
                    <a:pt x="8659699" y="1440365"/>
                  </a:lnTo>
                  <a:lnTo>
                    <a:pt x="8695637" y="1522596"/>
                  </a:lnTo>
                  <a:lnTo>
                    <a:pt x="8731527" y="1603498"/>
                  </a:lnTo>
                  <a:lnTo>
                    <a:pt x="8767362" y="1682510"/>
                  </a:lnTo>
                  <a:lnTo>
                    <a:pt x="8803148" y="1759125"/>
                  </a:lnTo>
                  <a:lnTo>
                    <a:pt x="8838914" y="1832905"/>
                  </a:lnTo>
                  <a:lnTo>
                    <a:pt x="8874709" y="1903491"/>
                  </a:lnTo>
                  <a:lnTo>
                    <a:pt x="8910613" y="1970604"/>
                  </a:lnTo>
                  <a:lnTo>
                    <a:pt x="8946737" y="2034051"/>
                  </a:lnTo>
                  <a:lnTo>
                    <a:pt x="8983226" y="2093718"/>
                  </a:lnTo>
                  <a:lnTo>
                    <a:pt x="9020272" y="2149567"/>
                  </a:lnTo>
                  <a:lnTo>
                    <a:pt x="9058110" y="2201631"/>
                  </a:lnTo>
                  <a:lnTo>
                    <a:pt x="9084767" y="2235315"/>
                  </a:lnTo>
                  <a:lnTo>
                    <a:pt x="9131195" y="2288199"/>
                  </a:lnTo>
                  <a:lnTo>
                    <a:pt x="9180011" y="2336164"/>
                  </a:lnTo>
                  <a:lnTo>
                    <a:pt x="9231925" y="2379418"/>
                  </a:lnTo>
                  <a:lnTo>
                    <a:pt x="9287713" y="2418339"/>
                  </a:lnTo>
                  <a:lnTo>
                    <a:pt x="9348170" y="2453370"/>
                  </a:lnTo>
                  <a:lnTo>
                    <a:pt x="9414061" y="2484949"/>
                  </a:lnTo>
                  <a:lnTo>
                    <a:pt x="9486053" y="2513478"/>
                  </a:lnTo>
                  <a:lnTo>
                    <a:pt x="9564623" y="2539300"/>
                  </a:lnTo>
                  <a:lnTo>
                    <a:pt x="9649937" y="2562681"/>
                  </a:lnTo>
                  <a:lnTo>
                    <a:pt x="9741701" y="2583813"/>
                  </a:lnTo>
                  <a:lnTo>
                    <a:pt x="9838982" y="2602808"/>
                  </a:lnTo>
                  <a:lnTo>
                    <a:pt x="9940060" y="2619706"/>
                  </a:lnTo>
                  <a:lnTo>
                    <a:pt x="10042327" y="2634492"/>
                  </a:lnTo>
                  <a:lnTo>
                    <a:pt x="10142344" y="2647119"/>
                  </a:lnTo>
                  <a:lnTo>
                    <a:pt x="10236089" y="2657547"/>
                  </a:lnTo>
                  <a:lnTo>
                    <a:pt x="10319446" y="2665784"/>
                  </a:lnTo>
                  <a:lnTo>
                    <a:pt x="10388863" y="2671919"/>
                  </a:lnTo>
                  <a:lnTo>
                    <a:pt x="10442032" y="2676146"/>
                  </a:lnTo>
                  <a:lnTo>
                    <a:pt x="10478397" y="2678758"/>
                  </a:lnTo>
                  <a:lnTo>
                    <a:pt x="10499373" y="2680125"/>
                  </a:lnTo>
                  <a:lnTo>
                    <a:pt x="10508242" y="2680652"/>
                  </a:lnTo>
                  <a:lnTo>
                    <a:pt x="10509911" y="2680743"/>
                  </a:lnTo>
                  <a:lnTo>
                    <a:pt x="11981298" y="2680743"/>
                  </a:lnTo>
                  <a:lnTo>
                    <a:pt x="11981298" y="2672570"/>
                  </a:lnTo>
                  <a:lnTo>
                    <a:pt x="10509911" y="2672570"/>
                  </a:lnTo>
                  <a:lnTo>
                    <a:pt x="10508755" y="2672507"/>
                  </a:lnTo>
                  <a:lnTo>
                    <a:pt x="10501160" y="2672062"/>
                  </a:lnTo>
                  <a:lnTo>
                    <a:pt x="10482023" y="2670830"/>
                  </a:lnTo>
                  <a:lnTo>
                    <a:pt x="10447829" y="2668406"/>
                  </a:lnTo>
                  <a:lnTo>
                    <a:pt x="10396907" y="2664413"/>
                  </a:lnTo>
                  <a:lnTo>
                    <a:pt x="10329553" y="2658546"/>
                  </a:lnTo>
                  <a:lnTo>
                    <a:pt x="10247866" y="2650596"/>
                  </a:lnTo>
                  <a:lnTo>
                    <a:pt x="10155271" y="2640461"/>
                  </a:lnTo>
                  <a:lnTo>
                    <a:pt x="10055849" y="2628124"/>
                  </a:lnTo>
                  <a:lnTo>
                    <a:pt x="9953666" y="2613623"/>
                  </a:lnTo>
                  <a:lnTo>
                    <a:pt x="9852261" y="2597004"/>
                  </a:lnTo>
                  <a:lnTo>
                    <a:pt x="9754356" y="2578289"/>
                  </a:lnTo>
                  <a:lnTo>
                    <a:pt x="9661789" y="2557446"/>
                  </a:lnTo>
                  <a:lnTo>
                    <a:pt x="9575587" y="2534374"/>
                  </a:lnTo>
                  <a:lnTo>
                    <a:pt x="9496121" y="2508891"/>
                  </a:lnTo>
                  <a:lnTo>
                    <a:pt x="9423276" y="2480740"/>
                  </a:lnTo>
                  <a:lnTo>
                    <a:pt x="9356608" y="2449589"/>
                  </a:lnTo>
                  <a:lnTo>
                    <a:pt x="9295471" y="2415042"/>
                  </a:lnTo>
                  <a:lnTo>
                    <a:pt x="9239108" y="2376664"/>
                  </a:lnTo>
                  <a:lnTo>
                    <a:pt x="9186724" y="2334011"/>
                  </a:lnTo>
                  <a:lnTo>
                    <a:pt x="9137538" y="2286690"/>
                  </a:lnTo>
                  <a:lnTo>
                    <a:pt x="9090830" y="2234463"/>
                  </a:lnTo>
                  <a:lnTo>
                    <a:pt x="9084767" y="2227142"/>
                  </a:lnTo>
                  <a:lnTo>
                    <a:pt x="9046215" y="2177633"/>
                  </a:lnTo>
                  <a:lnTo>
                    <a:pt x="9008653" y="2124397"/>
                  </a:lnTo>
                  <a:lnTo>
                    <a:pt x="8971804" y="2067358"/>
                  </a:lnTo>
                  <a:lnTo>
                    <a:pt x="8935447" y="2006506"/>
                  </a:lnTo>
                  <a:lnTo>
                    <a:pt x="8899405" y="1941900"/>
                  </a:lnTo>
                  <a:lnTo>
                    <a:pt x="8863546" y="1873680"/>
                  </a:lnTo>
                  <a:lnTo>
                    <a:pt x="8827767" y="1802065"/>
                  </a:lnTo>
                  <a:lnTo>
                    <a:pt x="8791999" y="1727359"/>
                  </a:lnTo>
                  <a:lnTo>
                    <a:pt x="8756199" y="1649947"/>
                  </a:lnTo>
                  <a:lnTo>
                    <a:pt x="8720347" y="1570288"/>
                  </a:lnTo>
                  <a:lnTo>
                    <a:pt x="8684441" y="1488909"/>
                  </a:lnTo>
                  <a:lnTo>
                    <a:pt x="8648492" y="1406387"/>
                  </a:lnTo>
                  <a:lnTo>
                    <a:pt x="8612521" y="1323333"/>
                  </a:lnTo>
                  <a:lnTo>
                    <a:pt x="8576554" y="1240377"/>
                  </a:lnTo>
                  <a:lnTo>
                    <a:pt x="8540616" y="1158147"/>
                  </a:lnTo>
                  <a:lnTo>
                    <a:pt x="8504726" y="1077244"/>
                  </a:lnTo>
                  <a:lnTo>
                    <a:pt x="8468891" y="998232"/>
                  </a:lnTo>
                  <a:lnTo>
                    <a:pt x="8433105" y="921618"/>
                  </a:lnTo>
                  <a:lnTo>
                    <a:pt x="8397339" y="847838"/>
                  </a:lnTo>
                  <a:lnTo>
                    <a:pt x="8361544" y="777252"/>
                  </a:lnTo>
                  <a:lnTo>
                    <a:pt x="8325640" y="710138"/>
                  </a:lnTo>
                  <a:lnTo>
                    <a:pt x="8289517" y="646691"/>
                  </a:lnTo>
                  <a:lnTo>
                    <a:pt x="8253027" y="587024"/>
                  </a:lnTo>
                  <a:lnTo>
                    <a:pt x="8215982" y="531175"/>
                  </a:lnTo>
                  <a:lnTo>
                    <a:pt x="8178144" y="479112"/>
                  </a:lnTo>
                  <a:lnTo>
                    <a:pt x="8151487" y="445428"/>
                  </a:lnTo>
                  <a:lnTo>
                    <a:pt x="8105058" y="392543"/>
                  </a:lnTo>
                  <a:lnTo>
                    <a:pt x="8056242" y="344579"/>
                  </a:lnTo>
                  <a:lnTo>
                    <a:pt x="8004328" y="301325"/>
                  </a:lnTo>
                  <a:lnTo>
                    <a:pt x="7948541" y="262403"/>
                  </a:lnTo>
                  <a:lnTo>
                    <a:pt x="7888083" y="227373"/>
                  </a:lnTo>
                  <a:lnTo>
                    <a:pt x="7822192" y="195794"/>
                  </a:lnTo>
                  <a:lnTo>
                    <a:pt x="7750200" y="167264"/>
                  </a:lnTo>
                  <a:lnTo>
                    <a:pt x="7671630" y="141443"/>
                  </a:lnTo>
                  <a:lnTo>
                    <a:pt x="7586316" y="118062"/>
                  </a:lnTo>
                  <a:lnTo>
                    <a:pt x="7494553" y="96930"/>
                  </a:lnTo>
                  <a:lnTo>
                    <a:pt x="7397271" y="77935"/>
                  </a:lnTo>
                  <a:lnTo>
                    <a:pt x="7296194" y="61037"/>
                  </a:lnTo>
                  <a:lnTo>
                    <a:pt x="7193926" y="46251"/>
                  </a:lnTo>
                  <a:lnTo>
                    <a:pt x="7093909" y="33624"/>
                  </a:lnTo>
                  <a:lnTo>
                    <a:pt x="7000165" y="23195"/>
                  </a:lnTo>
                  <a:lnTo>
                    <a:pt x="6916807" y="14958"/>
                  </a:lnTo>
                  <a:lnTo>
                    <a:pt x="6847390" y="8823"/>
                  </a:lnTo>
                  <a:lnTo>
                    <a:pt x="6794222" y="4597"/>
                  </a:lnTo>
                  <a:lnTo>
                    <a:pt x="6757856" y="1984"/>
                  </a:lnTo>
                  <a:lnTo>
                    <a:pt x="6736880" y="617"/>
                  </a:lnTo>
                  <a:lnTo>
                    <a:pt x="6728012" y="91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013" y="75"/>
                  </a:lnTo>
                  <a:lnTo>
                    <a:pt x="5247795" y="616"/>
                  </a:lnTo>
                  <a:lnTo>
                    <a:pt x="5232034" y="2111"/>
                  </a:lnTo>
                  <a:lnTo>
                    <a:pt x="5203644" y="5057"/>
                  </a:lnTo>
                  <a:lnTo>
                    <a:pt x="5160895" y="9925"/>
                  </a:lnTo>
                  <a:lnTo>
                    <a:pt x="5103549" y="17119"/>
                  </a:lnTo>
                  <a:lnTo>
                    <a:pt x="5032810" y="26939"/>
                  </a:lnTo>
                  <a:lnTo>
                    <a:pt x="4951060" y="39563"/>
                  </a:lnTo>
                  <a:lnTo>
                    <a:pt x="4861426" y="55061"/>
                  </a:lnTo>
                  <a:lnTo>
                    <a:pt x="4767287" y="73417"/>
                  </a:lnTo>
                  <a:lnTo>
                    <a:pt x="4671835" y="94575"/>
                  </a:lnTo>
                  <a:lnTo>
                    <a:pt x="4577766" y="118483"/>
                  </a:lnTo>
                  <a:lnTo>
                    <a:pt x="4487126" y="145126"/>
                  </a:lnTo>
                  <a:lnTo>
                    <a:pt x="4401293" y="174555"/>
                  </a:lnTo>
                  <a:lnTo>
                    <a:pt x="4321042" y="206903"/>
                  </a:lnTo>
                  <a:lnTo>
                    <a:pt x="4246658" y="242392"/>
                  </a:lnTo>
                  <a:lnTo>
                    <a:pt x="4178059" y="281334"/>
                  </a:lnTo>
                  <a:lnTo>
                    <a:pt x="4114907" y="324122"/>
                  </a:lnTo>
                  <a:lnTo>
                    <a:pt x="4056695" y="371227"/>
                  </a:lnTo>
                  <a:lnTo>
                    <a:pt x="4002825" y="423171"/>
                  </a:lnTo>
                  <a:lnTo>
                    <a:pt x="3952656" y="480498"/>
                  </a:lnTo>
                  <a:lnTo>
                    <a:pt x="3905542" y="543722"/>
                  </a:lnTo>
                  <a:lnTo>
                    <a:pt x="3860872" y="613236"/>
                  </a:lnTo>
                  <a:lnTo>
                    <a:pt x="3829811" y="667461"/>
                  </a:lnTo>
                  <a:lnTo>
                    <a:pt x="3797227" y="729658"/>
                  </a:lnTo>
                  <a:lnTo>
                    <a:pt x="3765381" y="795811"/>
                  </a:lnTo>
                  <a:lnTo>
                    <a:pt x="3734097" y="865999"/>
                  </a:lnTo>
                  <a:lnTo>
                    <a:pt x="3703232" y="940257"/>
                  </a:lnTo>
                  <a:lnTo>
                    <a:pt x="3672666" y="1018566"/>
                  </a:lnTo>
                  <a:lnTo>
                    <a:pt x="3642301" y="1100852"/>
                  </a:lnTo>
                  <a:lnTo>
                    <a:pt x="3612059" y="1186981"/>
                  </a:lnTo>
                  <a:lnTo>
                    <a:pt x="3581881" y="1276755"/>
                  </a:lnTo>
                  <a:lnTo>
                    <a:pt x="3551720" y="1369917"/>
                  </a:lnTo>
                  <a:lnTo>
                    <a:pt x="3521547" y="1466142"/>
                  </a:lnTo>
                  <a:lnTo>
                    <a:pt x="3491343" y="1565050"/>
                  </a:lnTo>
                  <a:lnTo>
                    <a:pt x="3461099" y="1666205"/>
                  </a:lnTo>
                  <a:lnTo>
                    <a:pt x="3430817" y="1769124"/>
                  </a:lnTo>
                  <a:lnTo>
                    <a:pt x="3400504" y="1873287"/>
                  </a:lnTo>
                  <a:lnTo>
                    <a:pt x="3370173" y="1978144"/>
                  </a:lnTo>
                  <a:lnTo>
                    <a:pt x="3339837" y="2083132"/>
                  </a:lnTo>
                  <a:lnTo>
                    <a:pt x="3309514" y="2187685"/>
                  </a:lnTo>
                  <a:lnTo>
                    <a:pt x="3279217" y="2291245"/>
                  </a:lnTo>
                  <a:lnTo>
                    <a:pt x="3248955" y="2393276"/>
                  </a:lnTo>
                  <a:lnTo>
                    <a:pt x="3218733" y="2493279"/>
                  </a:lnTo>
                  <a:lnTo>
                    <a:pt x="3188547" y="2590793"/>
                  </a:lnTo>
                  <a:lnTo>
                    <a:pt x="3158384" y="2685413"/>
                  </a:lnTo>
                  <a:lnTo>
                    <a:pt x="3128218" y="2776787"/>
                  </a:lnTo>
                  <a:lnTo>
                    <a:pt x="3098012" y="2864627"/>
                  </a:lnTo>
                  <a:lnTo>
                    <a:pt x="3067712" y="2948707"/>
                  </a:lnTo>
                  <a:lnTo>
                    <a:pt x="3037250" y="3028865"/>
                  </a:lnTo>
                  <a:lnTo>
                    <a:pt x="3006536" y="3104998"/>
                  </a:lnTo>
                  <a:lnTo>
                    <a:pt x="2975462" y="3177064"/>
                  </a:lnTo>
                  <a:lnTo>
                    <a:pt x="2943895" y="3245072"/>
                  </a:lnTo>
                  <a:lnTo>
                    <a:pt x="2911676" y="3309082"/>
                  </a:lnTo>
                  <a:lnTo>
                    <a:pt x="2896531" y="3337307"/>
                  </a:lnTo>
                  <a:lnTo>
                    <a:pt x="2853281" y="3411476"/>
                  </a:lnTo>
                  <a:lnTo>
                    <a:pt x="2807991" y="3479216"/>
                  </a:lnTo>
                  <a:lnTo>
                    <a:pt x="2760092" y="3540756"/>
                  </a:lnTo>
                  <a:lnTo>
                    <a:pt x="2708960" y="3596535"/>
                  </a:lnTo>
                  <a:lnTo>
                    <a:pt x="2653949" y="3647081"/>
                  </a:lnTo>
                  <a:lnTo>
                    <a:pt x="2594422" y="3692936"/>
                  </a:lnTo>
                  <a:lnTo>
                    <a:pt x="2529803" y="3734613"/>
                  </a:lnTo>
                  <a:lnTo>
                    <a:pt x="2459623" y="3772560"/>
                  </a:lnTo>
                  <a:lnTo>
                    <a:pt x="2383605" y="3807149"/>
                  </a:lnTo>
                  <a:lnTo>
                    <a:pt x="2301757" y="3838669"/>
                  </a:lnTo>
                  <a:lnTo>
                    <a:pt x="2214488" y="3867315"/>
                  </a:lnTo>
                  <a:lnTo>
                    <a:pt x="2122730" y="3893196"/>
                  </a:lnTo>
                  <a:lnTo>
                    <a:pt x="2028043" y="3916344"/>
                  </a:lnTo>
                  <a:lnTo>
                    <a:pt x="1932660" y="3936731"/>
                  </a:lnTo>
                  <a:lnTo>
                    <a:pt x="1839437" y="3954298"/>
                  </a:lnTo>
                  <a:lnTo>
                    <a:pt x="1751654" y="3968997"/>
                  </a:lnTo>
                  <a:lnTo>
                    <a:pt x="1672670" y="3980831"/>
                  </a:lnTo>
                  <a:lnTo>
                    <a:pt x="1605454" y="3989899"/>
                  </a:lnTo>
                  <a:lnTo>
                    <a:pt x="1552098" y="3996412"/>
                  </a:lnTo>
                  <a:lnTo>
                    <a:pt x="1513424" y="4000703"/>
                  </a:lnTo>
                  <a:lnTo>
                    <a:pt x="1488774" y="4003196"/>
                  </a:lnTo>
                  <a:lnTo>
                    <a:pt x="1476026" y="4004376"/>
                  </a:lnTo>
                  <a:lnTo>
                    <a:pt x="1471747" y="4004740"/>
                  </a:lnTo>
                  <a:lnTo>
                    <a:pt x="1471387" y="4004769"/>
                  </a:lnTo>
                  <a:lnTo>
                    <a:pt x="0" y="4004769"/>
                  </a:lnTo>
                  <a:close/>
                </a:path>
              </a:pathLst>
            </a:custGeom>
            <a:solidFill>
              <a:srgbClr val="D9B26F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635" name="pl1635"/>
            <p:cNvSpPr/>
            <p:nvPr/>
          </p:nvSpPr>
          <p:spPr>
            <a:xfrm>
              <a:off x="4799595" y="5731686"/>
              <a:ext cx="11981298" cy="4004769"/>
            </a:xfrm>
            <a:custGeom>
              <a:avLst/>
              <a:pathLst>
                <a:path w="11981298" h="4004769">
                  <a:moveTo>
                    <a:pt x="0" y="4004769"/>
                  </a:moveTo>
                  <a:lnTo>
                    <a:pt x="1471387" y="4004769"/>
                  </a:lnTo>
                  <a:lnTo>
                    <a:pt x="1472329" y="4004693"/>
                  </a:lnTo>
                  <a:lnTo>
                    <a:pt x="1478547" y="4004152"/>
                  </a:lnTo>
                  <a:lnTo>
                    <a:pt x="1494308" y="4002657"/>
                  </a:lnTo>
                  <a:lnTo>
                    <a:pt x="1522698" y="3999711"/>
                  </a:lnTo>
                  <a:lnTo>
                    <a:pt x="1565447" y="3994843"/>
                  </a:lnTo>
                  <a:lnTo>
                    <a:pt x="1622793" y="3987649"/>
                  </a:lnTo>
                  <a:lnTo>
                    <a:pt x="1693532" y="3977830"/>
                  </a:lnTo>
                  <a:lnTo>
                    <a:pt x="1775282" y="3965205"/>
                  </a:lnTo>
                  <a:lnTo>
                    <a:pt x="1864916" y="3949708"/>
                  </a:lnTo>
                  <a:lnTo>
                    <a:pt x="1959055" y="3931352"/>
                  </a:lnTo>
                  <a:lnTo>
                    <a:pt x="2054507" y="3910193"/>
                  </a:lnTo>
                  <a:lnTo>
                    <a:pt x="2148576" y="3886285"/>
                  </a:lnTo>
                  <a:lnTo>
                    <a:pt x="2239216" y="3859642"/>
                  </a:lnTo>
                  <a:lnTo>
                    <a:pt x="2325049" y="3830213"/>
                  </a:lnTo>
                  <a:lnTo>
                    <a:pt x="2405300" y="3797865"/>
                  </a:lnTo>
                  <a:lnTo>
                    <a:pt x="2479684" y="3762376"/>
                  </a:lnTo>
                  <a:lnTo>
                    <a:pt x="2548283" y="3723435"/>
                  </a:lnTo>
                  <a:lnTo>
                    <a:pt x="2611435" y="3680646"/>
                  </a:lnTo>
                  <a:lnTo>
                    <a:pt x="2669647" y="3633541"/>
                  </a:lnTo>
                  <a:lnTo>
                    <a:pt x="2723517" y="3581598"/>
                  </a:lnTo>
                  <a:lnTo>
                    <a:pt x="2773686" y="3524270"/>
                  </a:lnTo>
                  <a:lnTo>
                    <a:pt x="2820800" y="3461047"/>
                  </a:lnTo>
                  <a:lnTo>
                    <a:pt x="2865470" y="3391532"/>
                  </a:lnTo>
                  <a:lnTo>
                    <a:pt x="2896531" y="3337307"/>
                  </a:lnTo>
                  <a:lnTo>
                    <a:pt x="2929115" y="3275110"/>
                  </a:lnTo>
                  <a:lnTo>
                    <a:pt x="2960961" y="3208958"/>
                  </a:lnTo>
                  <a:lnTo>
                    <a:pt x="2992245" y="3138769"/>
                  </a:lnTo>
                  <a:lnTo>
                    <a:pt x="3023110" y="3064512"/>
                  </a:lnTo>
                  <a:lnTo>
                    <a:pt x="3053676" y="2986202"/>
                  </a:lnTo>
                  <a:lnTo>
                    <a:pt x="3084041" y="2903916"/>
                  </a:lnTo>
                  <a:lnTo>
                    <a:pt x="3114283" y="2817788"/>
                  </a:lnTo>
                  <a:lnTo>
                    <a:pt x="3144461" y="2728013"/>
                  </a:lnTo>
                  <a:lnTo>
                    <a:pt x="3174622" y="2634852"/>
                  </a:lnTo>
                  <a:lnTo>
                    <a:pt x="3204795" y="2538626"/>
                  </a:lnTo>
                  <a:lnTo>
                    <a:pt x="3234999" y="2439718"/>
                  </a:lnTo>
                  <a:lnTo>
                    <a:pt x="3265243" y="2338563"/>
                  </a:lnTo>
                  <a:lnTo>
                    <a:pt x="3295525" y="2235644"/>
                  </a:lnTo>
                  <a:lnTo>
                    <a:pt x="3325838" y="2131482"/>
                  </a:lnTo>
                  <a:lnTo>
                    <a:pt x="3356169" y="2026624"/>
                  </a:lnTo>
                  <a:lnTo>
                    <a:pt x="3386505" y="1921636"/>
                  </a:lnTo>
                  <a:lnTo>
                    <a:pt x="3416828" y="1817083"/>
                  </a:lnTo>
                  <a:lnTo>
                    <a:pt x="3447126" y="1713524"/>
                  </a:lnTo>
                  <a:lnTo>
                    <a:pt x="3477387" y="1611492"/>
                  </a:lnTo>
                  <a:lnTo>
                    <a:pt x="3507609" y="1511489"/>
                  </a:lnTo>
                  <a:lnTo>
                    <a:pt x="3537795" y="1413975"/>
                  </a:lnTo>
                  <a:lnTo>
                    <a:pt x="3567959" y="1319356"/>
                  </a:lnTo>
                  <a:lnTo>
                    <a:pt x="3598124" y="1227982"/>
                  </a:lnTo>
                  <a:lnTo>
                    <a:pt x="3628330" y="1140142"/>
                  </a:lnTo>
                  <a:lnTo>
                    <a:pt x="3658630" y="1056061"/>
                  </a:lnTo>
                  <a:lnTo>
                    <a:pt x="3689092" y="975904"/>
                  </a:lnTo>
                  <a:lnTo>
                    <a:pt x="3719806" y="899770"/>
                  </a:lnTo>
                  <a:lnTo>
                    <a:pt x="3750880" y="827705"/>
                  </a:lnTo>
                  <a:lnTo>
                    <a:pt x="3782447" y="759696"/>
                  </a:lnTo>
                  <a:lnTo>
                    <a:pt x="3814667" y="695686"/>
                  </a:lnTo>
                  <a:lnTo>
                    <a:pt x="3829811" y="667461"/>
                  </a:lnTo>
                  <a:lnTo>
                    <a:pt x="3873062" y="593292"/>
                  </a:lnTo>
                  <a:lnTo>
                    <a:pt x="3918352" y="525552"/>
                  </a:lnTo>
                  <a:lnTo>
                    <a:pt x="3966250" y="464012"/>
                  </a:lnTo>
                  <a:lnTo>
                    <a:pt x="4017382" y="408234"/>
                  </a:lnTo>
                  <a:lnTo>
                    <a:pt x="4072394" y="357688"/>
                  </a:lnTo>
                  <a:lnTo>
                    <a:pt x="4131920" y="311832"/>
                  </a:lnTo>
                  <a:lnTo>
                    <a:pt x="4196539" y="270155"/>
                  </a:lnTo>
                  <a:lnTo>
                    <a:pt x="4266719" y="232209"/>
                  </a:lnTo>
                  <a:lnTo>
                    <a:pt x="4342737" y="197619"/>
                  </a:lnTo>
                  <a:lnTo>
                    <a:pt x="4424585" y="166099"/>
                  </a:lnTo>
                  <a:lnTo>
                    <a:pt x="4511854" y="137454"/>
                  </a:lnTo>
                  <a:lnTo>
                    <a:pt x="4603612" y="111572"/>
                  </a:lnTo>
                  <a:lnTo>
                    <a:pt x="4698299" y="88424"/>
                  </a:lnTo>
                  <a:lnTo>
                    <a:pt x="4793682" y="68037"/>
                  </a:lnTo>
                  <a:lnTo>
                    <a:pt x="4886905" y="50470"/>
                  </a:lnTo>
                  <a:lnTo>
                    <a:pt x="4974688" y="35771"/>
                  </a:lnTo>
                  <a:lnTo>
                    <a:pt x="5053672" y="23937"/>
                  </a:lnTo>
                  <a:lnTo>
                    <a:pt x="5120888" y="14869"/>
                  </a:lnTo>
                  <a:lnTo>
                    <a:pt x="5174244" y="8356"/>
                  </a:lnTo>
                  <a:lnTo>
                    <a:pt x="5212918" y="4066"/>
                  </a:lnTo>
                  <a:lnTo>
                    <a:pt x="5237568" y="1572"/>
                  </a:lnTo>
                  <a:lnTo>
                    <a:pt x="5250316" y="392"/>
                  </a:lnTo>
                  <a:lnTo>
                    <a:pt x="5254595" y="28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498" y="62"/>
                  </a:lnTo>
                  <a:lnTo>
                    <a:pt x="6735093" y="508"/>
                  </a:lnTo>
                  <a:lnTo>
                    <a:pt x="6754231" y="1739"/>
                  </a:lnTo>
                  <a:lnTo>
                    <a:pt x="6788424" y="4163"/>
                  </a:lnTo>
                  <a:lnTo>
                    <a:pt x="6839346" y="8156"/>
                  </a:lnTo>
                  <a:lnTo>
                    <a:pt x="6906701" y="14024"/>
                  </a:lnTo>
                  <a:lnTo>
                    <a:pt x="6988387" y="21974"/>
                  </a:lnTo>
                  <a:lnTo>
                    <a:pt x="7080982" y="32109"/>
                  </a:lnTo>
                  <a:lnTo>
                    <a:pt x="7180404" y="44445"/>
                  </a:lnTo>
                  <a:lnTo>
                    <a:pt x="7282587" y="58947"/>
                  </a:lnTo>
                  <a:lnTo>
                    <a:pt x="7383993" y="75566"/>
                  </a:lnTo>
                  <a:lnTo>
                    <a:pt x="7481897" y="94281"/>
                  </a:lnTo>
                  <a:lnTo>
                    <a:pt x="7574464" y="115123"/>
                  </a:lnTo>
                  <a:lnTo>
                    <a:pt x="7660666" y="138196"/>
                  </a:lnTo>
                  <a:lnTo>
                    <a:pt x="7740132" y="163679"/>
                  </a:lnTo>
                  <a:lnTo>
                    <a:pt x="7812977" y="191829"/>
                  </a:lnTo>
                  <a:lnTo>
                    <a:pt x="7879645" y="222981"/>
                  </a:lnTo>
                  <a:lnTo>
                    <a:pt x="7940782" y="257527"/>
                  </a:lnTo>
                  <a:lnTo>
                    <a:pt x="7997145" y="295905"/>
                  </a:lnTo>
                  <a:lnTo>
                    <a:pt x="8049529" y="338559"/>
                  </a:lnTo>
                  <a:lnTo>
                    <a:pt x="8098715" y="385879"/>
                  </a:lnTo>
                  <a:lnTo>
                    <a:pt x="8145424" y="438107"/>
                  </a:lnTo>
                  <a:lnTo>
                    <a:pt x="8151487" y="445428"/>
                  </a:lnTo>
                  <a:lnTo>
                    <a:pt x="8190038" y="494936"/>
                  </a:lnTo>
                  <a:lnTo>
                    <a:pt x="8227600" y="548172"/>
                  </a:lnTo>
                  <a:lnTo>
                    <a:pt x="8264449" y="605211"/>
                  </a:lnTo>
                  <a:lnTo>
                    <a:pt x="8300807" y="666063"/>
                  </a:lnTo>
                  <a:lnTo>
                    <a:pt x="8336848" y="730669"/>
                  </a:lnTo>
                  <a:lnTo>
                    <a:pt x="8372708" y="798890"/>
                  </a:lnTo>
                  <a:lnTo>
                    <a:pt x="8408487" y="870505"/>
                  </a:lnTo>
                  <a:lnTo>
                    <a:pt x="8444254" y="945211"/>
                  </a:lnTo>
                  <a:lnTo>
                    <a:pt x="8480054" y="1022623"/>
                  </a:lnTo>
                  <a:lnTo>
                    <a:pt x="8515906" y="1102281"/>
                  </a:lnTo>
                  <a:lnTo>
                    <a:pt x="8551812" y="1183660"/>
                  </a:lnTo>
                  <a:lnTo>
                    <a:pt x="8587762" y="1266183"/>
                  </a:lnTo>
                  <a:lnTo>
                    <a:pt x="8623732" y="1349237"/>
                  </a:lnTo>
                  <a:lnTo>
                    <a:pt x="8659699" y="1432192"/>
                  </a:lnTo>
                  <a:lnTo>
                    <a:pt x="8695637" y="1514423"/>
                  </a:lnTo>
                  <a:lnTo>
                    <a:pt x="8731527" y="1595325"/>
                  </a:lnTo>
                  <a:lnTo>
                    <a:pt x="8767362" y="1674337"/>
                  </a:lnTo>
                  <a:lnTo>
                    <a:pt x="8803148" y="1750952"/>
                  </a:lnTo>
                  <a:lnTo>
                    <a:pt x="8838914" y="1824732"/>
                  </a:lnTo>
                  <a:lnTo>
                    <a:pt x="8874709" y="1895318"/>
                  </a:lnTo>
                  <a:lnTo>
                    <a:pt x="8910613" y="1962431"/>
                  </a:lnTo>
                  <a:lnTo>
                    <a:pt x="8946737" y="2025878"/>
                  </a:lnTo>
                  <a:lnTo>
                    <a:pt x="8983226" y="2085545"/>
                  </a:lnTo>
                  <a:lnTo>
                    <a:pt x="9020272" y="2141394"/>
                  </a:lnTo>
                  <a:lnTo>
                    <a:pt x="9058110" y="2193458"/>
                  </a:lnTo>
                  <a:lnTo>
                    <a:pt x="9084767" y="2227142"/>
                  </a:lnTo>
                  <a:lnTo>
                    <a:pt x="9131195" y="2280026"/>
                  </a:lnTo>
                  <a:lnTo>
                    <a:pt x="9180011" y="2327991"/>
                  </a:lnTo>
                  <a:lnTo>
                    <a:pt x="9231925" y="2371245"/>
                  </a:lnTo>
                  <a:lnTo>
                    <a:pt x="9287713" y="2410166"/>
                  </a:lnTo>
                  <a:lnTo>
                    <a:pt x="9348170" y="2445197"/>
                  </a:lnTo>
                  <a:lnTo>
                    <a:pt x="9414061" y="2476776"/>
                  </a:lnTo>
                  <a:lnTo>
                    <a:pt x="9486053" y="2505305"/>
                  </a:lnTo>
                  <a:lnTo>
                    <a:pt x="9564623" y="2531127"/>
                  </a:lnTo>
                  <a:lnTo>
                    <a:pt x="9649937" y="2554508"/>
                  </a:lnTo>
                  <a:lnTo>
                    <a:pt x="9741701" y="2575640"/>
                  </a:lnTo>
                  <a:lnTo>
                    <a:pt x="9838982" y="2594635"/>
                  </a:lnTo>
                  <a:lnTo>
                    <a:pt x="9940060" y="2611533"/>
                  </a:lnTo>
                  <a:lnTo>
                    <a:pt x="10042327" y="2626319"/>
                  </a:lnTo>
                  <a:lnTo>
                    <a:pt x="10142344" y="2638946"/>
                  </a:lnTo>
                  <a:lnTo>
                    <a:pt x="10236089" y="2649374"/>
                  </a:lnTo>
                  <a:lnTo>
                    <a:pt x="10319446" y="2657611"/>
                  </a:lnTo>
                  <a:lnTo>
                    <a:pt x="10388863" y="2663746"/>
                  </a:lnTo>
                  <a:lnTo>
                    <a:pt x="10442032" y="2667973"/>
                  </a:lnTo>
                  <a:lnTo>
                    <a:pt x="10478397" y="2670585"/>
                  </a:lnTo>
                  <a:lnTo>
                    <a:pt x="10499373" y="2671952"/>
                  </a:lnTo>
                  <a:lnTo>
                    <a:pt x="10508242" y="2672479"/>
                  </a:lnTo>
                  <a:lnTo>
                    <a:pt x="10509908" y="2672570"/>
                  </a:lnTo>
                  <a:lnTo>
                    <a:pt x="10509911" y="2672570"/>
                  </a:lnTo>
                  <a:lnTo>
                    <a:pt x="11981298" y="267257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36" name="pl1636"/>
            <p:cNvSpPr/>
            <p:nvPr/>
          </p:nvSpPr>
          <p:spPr>
            <a:xfrm>
              <a:off x="4799595" y="5723513"/>
              <a:ext cx="11981298" cy="4004769"/>
            </a:xfrm>
            <a:custGeom>
              <a:avLst/>
              <a:pathLst>
                <a:path w="11981298" h="4004769">
                  <a:moveTo>
                    <a:pt x="11981298" y="2672570"/>
                  </a:moveTo>
                  <a:lnTo>
                    <a:pt x="10509911" y="2672570"/>
                  </a:lnTo>
                  <a:lnTo>
                    <a:pt x="10508755" y="2672507"/>
                  </a:lnTo>
                  <a:lnTo>
                    <a:pt x="10501160" y="2672062"/>
                  </a:lnTo>
                  <a:lnTo>
                    <a:pt x="10482023" y="2670830"/>
                  </a:lnTo>
                  <a:lnTo>
                    <a:pt x="10447829" y="2668406"/>
                  </a:lnTo>
                  <a:lnTo>
                    <a:pt x="10396907" y="2664413"/>
                  </a:lnTo>
                  <a:lnTo>
                    <a:pt x="10329553" y="2658546"/>
                  </a:lnTo>
                  <a:lnTo>
                    <a:pt x="10247866" y="2650596"/>
                  </a:lnTo>
                  <a:lnTo>
                    <a:pt x="10155271" y="2640461"/>
                  </a:lnTo>
                  <a:lnTo>
                    <a:pt x="10055849" y="2628124"/>
                  </a:lnTo>
                  <a:lnTo>
                    <a:pt x="9953666" y="2613623"/>
                  </a:lnTo>
                  <a:lnTo>
                    <a:pt x="9852261" y="2597004"/>
                  </a:lnTo>
                  <a:lnTo>
                    <a:pt x="9754356" y="2578289"/>
                  </a:lnTo>
                  <a:lnTo>
                    <a:pt x="9661789" y="2557446"/>
                  </a:lnTo>
                  <a:lnTo>
                    <a:pt x="9575587" y="2534374"/>
                  </a:lnTo>
                  <a:lnTo>
                    <a:pt x="9496121" y="2508891"/>
                  </a:lnTo>
                  <a:lnTo>
                    <a:pt x="9423276" y="2480740"/>
                  </a:lnTo>
                  <a:lnTo>
                    <a:pt x="9356608" y="2449589"/>
                  </a:lnTo>
                  <a:lnTo>
                    <a:pt x="9295471" y="2415042"/>
                  </a:lnTo>
                  <a:lnTo>
                    <a:pt x="9239108" y="2376664"/>
                  </a:lnTo>
                  <a:lnTo>
                    <a:pt x="9186724" y="2334011"/>
                  </a:lnTo>
                  <a:lnTo>
                    <a:pt x="9137538" y="2286690"/>
                  </a:lnTo>
                  <a:lnTo>
                    <a:pt x="9090830" y="2234463"/>
                  </a:lnTo>
                  <a:lnTo>
                    <a:pt x="9084767" y="2227142"/>
                  </a:lnTo>
                  <a:lnTo>
                    <a:pt x="9046215" y="2177633"/>
                  </a:lnTo>
                  <a:lnTo>
                    <a:pt x="9008653" y="2124397"/>
                  </a:lnTo>
                  <a:lnTo>
                    <a:pt x="8971804" y="2067358"/>
                  </a:lnTo>
                  <a:lnTo>
                    <a:pt x="8935447" y="2006506"/>
                  </a:lnTo>
                  <a:lnTo>
                    <a:pt x="8899405" y="1941900"/>
                  </a:lnTo>
                  <a:lnTo>
                    <a:pt x="8863546" y="1873680"/>
                  </a:lnTo>
                  <a:lnTo>
                    <a:pt x="8827767" y="1802065"/>
                  </a:lnTo>
                  <a:lnTo>
                    <a:pt x="8791999" y="1727359"/>
                  </a:lnTo>
                  <a:lnTo>
                    <a:pt x="8756199" y="1649947"/>
                  </a:lnTo>
                  <a:lnTo>
                    <a:pt x="8720347" y="1570288"/>
                  </a:lnTo>
                  <a:lnTo>
                    <a:pt x="8684441" y="1488909"/>
                  </a:lnTo>
                  <a:lnTo>
                    <a:pt x="8648492" y="1406387"/>
                  </a:lnTo>
                  <a:lnTo>
                    <a:pt x="8612521" y="1323333"/>
                  </a:lnTo>
                  <a:lnTo>
                    <a:pt x="8576554" y="1240377"/>
                  </a:lnTo>
                  <a:lnTo>
                    <a:pt x="8540616" y="1158147"/>
                  </a:lnTo>
                  <a:lnTo>
                    <a:pt x="8504726" y="1077244"/>
                  </a:lnTo>
                  <a:lnTo>
                    <a:pt x="8468891" y="998232"/>
                  </a:lnTo>
                  <a:lnTo>
                    <a:pt x="8433105" y="921618"/>
                  </a:lnTo>
                  <a:lnTo>
                    <a:pt x="8397339" y="847838"/>
                  </a:lnTo>
                  <a:lnTo>
                    <a:pt x="8361544" y="777252"/>
                  </a:lnTo>
                  <a:lnTo>
                    <a:pt x="8325640" y="710138"/>
                  </a:lnTo>
                  <a:lnTo>
                    <a:pt x="8289517" y="646691"/>
                  </a:lnTo>
                  <a:lnTo>
                    <a:pt x="8253027" y="587024"/>
                  </a:lnTo>
                  <a:lnTo>
                    <a:pt x="8215982" y="531175"/>
                  </a:lnTo>
                  <a:lnTo>
                    <a:pt x="8178144" y="479112"/>
                  </a:lnTo>
                  <a:lnTo>
                    <a:pt x="8151487" y="445428"/>
                  </a:lnTo>
                  <a:lnTo>
                    <a:pt x="8105058" y="392543"/>
                  </a:lnTo>
                  <a:lnTo>
                    <a:pt x="8056242" y="344579"/>
                  </a:lnTo>
                  <a:lnTo>
                    <a:pt x="8004328" y="301325"/>
                  </a:lnTo>
                  <a:lnTo>
                    <a:pt x="7948541" y="262403"/>
                  </a:lnTo>
                  <a:lnTo>
                    <a:pt x="7888083" y="227373"/>
                  </a:lnTo>
                  <a:lnTo>
                    <a:pt x="7822192" y="195794"/>
                  </a:lnTo>
                  <a:lnTo>
                    <a:pt x="7750200" y="167264"/>
                  </a:lnTo>
                  <a:lnTo>
                    <a:pt x="7671630" y="141443"/>
                  </a:lnTo>
                  <a:lnTo>
                    <a:pt x="7586316" y="118062"/>
                  </a:lnTo>
                  <a:lnTo>
                    <a:pt x="7494553" y="96930"/>
                  </a:lnTo>
                  <a:lnTo>
                    <a:pt x="7397271" y="77935"/>
                  </a:lnTo>
                  <a:lnTo>
                    <a:pt x="7296194" y="61037"/>
                  </a:lnTo>
                  <a:lnTo>
                    <a:pt x="7193926" y="46251"/>
                  </a:lnTo>
                  <a:lnTo>
                    <a:pt x="7093909" y="33624"/>
                  </a:lnTo>
                  <a:lnTo>
                    <a:pt x="7000165" y="23195"/>
                  </a:lnTo>
                  <a:lnTo>
                    <a:pt x="6916807" y="14958"/>
                  </a:lnTo>
                  <a:lnTo>
                    <a:pt x="6847390" y="8823"/>
                  </a:lnTo>
                  <a:lnTo>
                    <a:pt x="6794222" y="4597"/>
                  </a:lnTo>
                  <a:lnTo>
                    <a:pt x="6757856" y="1984"/>
                  </a:lnTo>
                  <a:lnTo>
                    <a:pt x="6736880" y="617"/>
                  </a:lnTo>
                  <a:lnTo>
                    <a:pt x="6728012" y="91"/>
                  </a:lnTo>
                  <a:lnTo>
                    <a:pt x="6726345" y="0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013" y="75"/>
                  </a:lnTo>
                  <a:lnTo>
                    <a:pt x="5247795" y="616"/>
                  </a:lnTo>
                  <a:lnTo>
                    <a:pt x="5232034" y="2111"/>
                  </a:lnTo>
                  <a:lnTo>
                    <a:pt x="5203644" y="5057"/>
                  </a:lnTo>
                  <a:lnTo>
                    <a:pt x="5160895" y="9925"/>
                  </a:lnTo>
                  <a:lnTo>
                    <a:pt x="5103549" y="17119"/>
                  </a:lnTo>
                  <a:lnTo>
                    <a:pt x="5032810" y="26939"/>
                  </a:lnTo>
                  <a:lnTo>
                    <a:pt x="4951060" y="39563"/>
                  </a:lnTo>
                  <a:lnTo>
                    <a:pt x="4861426" y="55061"/>
                  </a:lnTo>
                  <a:lnTo>
                    <a:pt x="4767287" y="73417"/>
                  </a:lnTo>
                  <a:lnTo>
                    <a:pt x="4671835" y="94575"/>
                  </a:lnTo>
                  <a:lnTo>
                    <a:pt x="4577766" y="118483"/>
                  </a:lnTo>
                  <a:lnTo>
                    <a:pt x="4487126" y="145126"/>
                  </a:lnTo>
                  <a:lnTo>
                    <a:pt x="4401293" y="174555"/>
                  </a:lnTo>
                  <a:lnTo>
                    <a:pt x="4321042" y="206903"/>
                  </a:lnTo>
                  <a:lnTo>
                    <a:pt x="4246658" y="242392"/>
                  </a:lnTo>
                  <a:lnTo>
                    <a:pt x="4178059" y="281334"/>
                  </a:lnTo>
                  <a:lnTo>
                    <a:pt x="4114907" y="324122"/>
                  </a:lnTo>
                  <a:lnTo>
                    <a:pt x="4056695" y="371227"/>
                  </a:lnTo>
                  <a:lnTo>
                    <a:pt x="4002825" y="423171"/>
                  </a:lnTo>
                  <a:lnTo>
                    <a:pt x="3952656" y="480498"/>
                  </a:lnTo>
                  <a:lnTo>
                    <a:pt x="3905542" y="543722"/>
                  </a:lnTo>
                  <a:lnTo>
                    <a:pt x="3860872" y="613236"/>
                  </a:lnTo>
                  <a:lnTo>
                    <a:pt x="3829811" y="667461"/>
                  </a:lnTo>
                  <a:lnTo>
                    <a:pt x="3797227" y="729658"/>
                  </a:lnTo>
                  <a:lnTo>
                    <a:pt x="3765381" y="795811"/>
                  </a:lnTo>
                  <a:lnTo>
                    <a:pt x="3734097" y="865999"/>
                  </a:lnTo>
                  <a:lnTo>
                    <a:pt x="3703232" y="940257"/>
                  </a:lnTo>
                  <a:lnTo>
                    <a:pt x="3672666" y="1018566"/>
                  </a:lnTo>
                  <a:lnTo>
                    <a:pt x="3642301" y="1100852"/>
                  </a:lnTo>
                  <a:lnTo>
                    <a:pt x="3612059" y="1186981"/>
                  </a:lnTo>
                  <a:lnTo>
                    <a:pt x="3581881" y="1276755"/>
                  </a:lnTo>
                  <a:lnTo>
                    <a:pt x="3551720" y="1369917"/>
                  </a:lnTo>
                  <a:lnTo>
                    <a:pt x="3521547" y="1466142"/>
                  </a:lnTo>
                  <a:lnTo>
                    <a:pt x="3491343" y="1565050"/>
                  </a:lnTo>
                  <a:lnTo>
                    <a:pt x="3461099" y="1666205"/>
                  </a:lnTo>
                  <a:lnTo>
                    <a:pt x="3430817" y="1769124"/>
                  </a:lnTo>
                  <a:lnTo>
                    <a:pt x="3400504" y="1873287"/>
                  </a:lnTo>
                  <a:lnTo>
                    <a:pt x="3370173" y="1978144"/>
                  </a:lnTo>
                  <a:lnTo>
                    <a:pt x="3339837" y="2083132"/>
                  </a:lnTo>
                  <a:lnTo>
                    <a:pt x="3309514" y="2187685"/>
                  </a:lnTo>
                  <a:lnTo>
                    <a:pt x="3279217" y="2291245"/>
                  </a:lnTo>
                  <a:lnTo>
                    <a:pt x="3248955" y="2393276"/>
                  </a:lnTo>
                  <a:lnTo>
                    <a:pt x="3218733" y="2493279"/>
                  </a:lnTo>
                  <a:lnTo>
                    <a:pt x="3188547" y="2590793"/>
                  </a:lnTo>
                  <a:lnTo>
                    <a:pt x="3158384" y="2685413"/>
                  </a:lnTo>
                  <a:lnTo>
                    <a:pt x="3128218" y="2776787"/>
                  </a:lnTo>
                  <a:lnTo>
                    <a:pt x="3098012" y="2864627"/>
                  </a:lnTo>
                  <a:lnTo>
                    <a:pt x="3067712" y="2948707"/>
                  </a:lnTo>
                  <a:lnTo>
                    <a:pt x="3037250" y="3028865"/>
                  </a:lnTo>
                  <a:lnTo>
                    <a:pt x="3006536" y="3104998"/>
                  </a:lnTo>
                  <a:lnTo>
                    <a:pt x="2975462" y="3177064"/>
                  </a:lnTo>
                  <a:lnTo>
                    <a:pt x="2943895" y="3245072"/>
                  </a:lnTo>
                  <a:lnTo>
                    <a:pt x="2911676" y="3309082"/>
                  </a:lnTo>
                  <a:lnTo>
                    <a:pt x="2896531" y="3337307"/>
                  </a:lnTo>
                  <a:lnTo>
                    <a:pt x="2853281" y="3411476"/>
                  </a:lnTo>
                  <a:lnTo>
                    <a:pt x="2807991" y="3479216"/>
                  </a:lnTo>
                  <a:lnTo>
                    <a:pt x="2760092" y="3540756"/>
                  </a:lnTo>
                  <a:lnTo>
                    <a:pt x="2708960" y="3596535"/>
                  </a:lnTo>
                  <a:lnTo>
                    <a:pt x="2653949" y="3647081"/>
                  </a:lnTo>
                  <a:lnTo>
                    <a:pt x="2594422" y="3692936"/>
                  </a:lnTo>
                  <a:lnTo>
                    <a:pt x="2529803" y="3734613"/>
                  </a:lnTo>
                  <a:lnTo>
                    <a:pt x="2459623" y="3772560"/>
                  </a:lnTo>
                  <a:lnTo>
                    <a:pt x="2383605" y="3807149"/>
                  </a:lnTo>
                  <a:lnTo>
                    <a:pt x="2301757" y="3838669"/>
                  </a:lnTo>
                  <a:lnTo>
                    <a:pt x="2214488" y="3867315"/>
                  </a:lnTo>
                  <a:lnTo>
                    <a:pt x="2122730" y="3893196"/>
                  </a:lnTo>
                  <a:lnTo>
                    <a:pt x="2028043" y="3916344"/>
                  </a:lnTo>
                  <a:lnTo>
                    <a:pt x="1932660" y="3936731"/>
                  </a:lnTo>
                  <a:lnTo>
                    <a:pt x="1839437" y="3954298"/>
                  </a:lnTo>
                  <a:lnTo>
                    <a:pt x="1751654" y="3968997"/>
                  </a:lnTo>
                  <a:lnTo>
                    <a:pt x="1672670" y="3980831"/>
                  </a:lnTo>
                  <a:lnTo>
                    <a:pt x="1605454" y="3989899"/>
                  </a:lnTo>
                  <a:lnTo>
                    <a:pt x="1552098" y="3996412"/>
                  </a:lnTo>
                  <a:lnTo>
                    <a:pt x="1513424" y="4000703"/>
                  </a:lnTo>
                  <a:lnTo>
                    <a:pt x="1488774" y="4003196"/>
                  </a:lnTo>
                  <a:lnTo>
                    <a:pt x="1476026" y="4004376"/>
                  </a:lnTo>
                  <a:lnTo>
                    <a:pt x="1471747" y="4004740"/>
                  </a:lnTo>
                  <a:lnTo>
                    <a:pt x="1471387" y="4004769"/>
                  </a:lnTo>
                  <a:lnTo>
                    <a:pt x="0" y="400476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37" name="pg1637"/>
            <p:cNvSpPr/>
            <p:nvPr/>
          </p:nvSpPr>
          <p:spPr>
            <a:xfrm>
              <a:off x="4799595" y="5739859"/>
              <a:ext cx="11981298" cy="4004769"/>
            </a:xfrm>
            <a:custGeom>
              <a:avLst/>
              <a:pathLst>
                <a:path w="11981298" h="4004769">
                  <a:moveTo>
                    <a:pt x="0" y="4004769"/>
                  </a:moveTo>
                  <a:lnTo>
                    <a:pt x="1471387" y="4004769"/>
                  </a:lnTo>
                  <a:lnTo>
                    <a:pt x="1472330" y="4004693"/>
                  </a:lnTo>
                  <a:lnTo>
                    <a:pt x="1478551" y="4004153"/>
                  </a:lnTo>
                  <a:lnTo>
                    <a:pt x="1494319" y="4002660"/>
                  </a:lnTo>
                  <a:lnTo>
                    <a:pt x="1522723" y="3999719"/>
                  </a:lnTo>
                  <a:lnTo>
                    <a:pt x="1565492" y="3994858"/>
                  </a:lnTo>
                  <a:lnTo>
                    <a:pt x="1622861" y="3987675"/>
                  </a:lnTo>
                  <a:lnTo>
                    <a:pt x="1693627" y="3977871"/>
                  </a:lnTo>
                  <a:lnTo>
                    <a:pt x="1775404" y="3965266"/>
                  </a:lnTo>
                  <a:lnTo>
                    <a:pt x="1865063" y="3949793"/>
                  </a:lnTo>
                  <a:lnTo>
                    <a:pt x="1959223" y="3931467"/>
                  </a:lnTo>
                  <a:lnTo>
                    <a:pt x="2054691" y="3910342"/>
                  </a:lnTo>
                  <a:lnTo>
                    <a:pt x="2148772" y="3886474"/>
                  </a:lnTo>
                  <a:lnTo>
                    <a:pt x="2239418" y="3859875"/>
                  </a:lnTo>
                  <a:lnTo>
                    <a:pt x="2325254" y="3830494"/>
                  </a:lnTo>
                  <a:lnTo>
                    <a:pt x="2405504" y="3798198"/>
                  </a:lnTo>
                  <a:lnTo>
                    <a:pt x="2479885" y="3762766"/>
                  </a:lnTo>
                  <a:lnTo>
                    <a:pt x="2548479" y="3723887"/>
                  </a:lnTo>
                  <a:lnTo>
                    <a:pt x="2611627" y="3681166"/>
                  </a:lnTo>
                  <a:lnTo>
                    <a:pt x="2669834" y="3634134"/>
                  </a:lnTo>
                  <a:lnTo>
                    <a:pt x="2723699" y="3582270"/>
                  </a:lnTo>
                  <a:lnTo>
                    <a:pt x="2773865" y="3525029"/>
                  </a:lnTo>
                  <a:lnTo>
                    <a:pt x="2820977" y="3461900"/>
                  </a:lnTo>
                  <a:lnTo>
                    <a:pt x="2865646" y="3392490"/>
                  </a:lnTo>
                  <a:lnTo>
                    <a:pt x="2896531" y="3338669"/>
                  </a:lnTo>
                  <a:lnTo>
                    <a:pt x="2929144" y="3276541"/>
                  </a:lnTo>
                  <a:lnTo>
                    <a:pt x="2961019" y="3210458"/>
                  </a:lnTo>
                  <a:lnTo>
                    <a:pt x="2992329" y="3140340"/>
                  </a:lnTo>
                  <a:lnTo>
                    <a:pt x="3023222" y="3066153"/>
                  </a:lnTo>
                  <a:lnTo>
                    <a:pt x="3053815" y="2987916"/>
                  </a:lnTo>
                  <a:lnTo>
                    <a:pt x="3084207" y="2905704"/>
                  </a:lnTo>
                  <a:lnTo>
                    <a:pt x="3114475" y="2819650"/>
                  </a:lnTo>
                  <a:lnTo>
                    <a:pt x="3144681" y="2729953"/>
                  </a:lnTo>
                  <a:lnTo>
                    <a:pt x="3174869" y="2636872"/>
                  </a:lnTo>
                  <a:lnTo>
                    <a:pt x="3205070" y="2540731"/>
                  </a:lnTo>
                  <a:lnTo>
                    <a:pt x="3235302" y="2441912"/>
                  </a:lnTo>
                  <a:lnTo>
                    <a:pt x="3265574" y="2340850"/>
                  </a:lnTo>
                  <a:lnTo>
                    <a:pt x="3295884" y="2238030"/>
                  </a:lnTo>
                  <a:lnTo>
                    <a:pt x="3326224" y="2133974"/>
                  </a:lnTo>
                  <a:lnTo>
                    <a:pt x="3356584" y="2029230"/>
                  </a:lnTo>
                  <a:lnTo>
                    <a:pt x="3386947" y="1924363"/>
                  </a:lnTo>
                  <a:lnTo>
                    <a:pt x="3417297" y="1819939"/>
                  </a:lnTo>
                  <a:lnTo>
                    <a:pt x="3447622" y="1716517"/>
                  </a:lnTo>
                  <a:lnTo>
                    <a:pt x="3477911" y="1614631"/>
                  </a:lnTo>
                  <a:lnTo>
                    <a:pt x="3508159" y="1514782"/>
                  </a:lnTo>
                  <a:lnTo>
                    <a:pt x="3538372" y="1417429"/>
                  </a:lnTo>
                  <a:lnTo>
                    <a:pt x="3568563" y="1322977"/>
                  </a:lnTo>
                  <a:lnTo>
                    <a:pt x="3598756" y="1231776"/>
                  </a:lnTo>
                  <a:lnTo>
                    <a:pt x="3628991" y="1144114"/>
                  </a:lnTo>
                  <a:lnTo>
                    <a:pt x="3659321" y="1060214"/>
                  </a:lnTo>
                  <a:lnTo>
                    <a:pt x="3689816" y="980240"/>
                  </a:lnTo>
                  <a:lnTo>
                    <a:pt x="3720565" y="904290"/>
                  </a:lnTo>
                  <a:lnTo>
                    <a:pt x="3751678" y="832408"/>
                  </a:lnTo>
                  <a:lnTo>
                    <a:pt x="3783288" y="764582"/>
                  </a:lnTo>
                  <a:lnTo>
                    <a:pt x="3815558" y="700750"/>
                  </a:lnTo>
                  <a:lnTo>
                    <a:pt x="3829811" y="674272"/>
                  </a:lnTo>
                  <a:lnTo>
                    <a:pt x="3873069" y="600242"/>
                  </a:lnTo>
                  <a:lnTo>
                    <a:pt x="3918368" y="532630"/>
                  </a:lnTo>
                  <a:lnTo>
                    <a:pt x="3966276" y="471207"/>
                  </a:lnTo>
                  <a:lnTo>
                    <a:pt x="4017419" y="415536"/>
                  </a:lnTo>
                  <a:lnTo>
                    <a:pt x="4072444" y="365089"/>
                  </a:lnTo>
                  <a:lnTo>
                    <a:pt x="4131985" y="319322"/>
                  </a:lnTo>
                  <a:lnTo>
                    <a:pt x="4196622" y="277728"/>
                  </a:lnTo>
                  <a:lnTo>
                    <a:pt x="4266822" y="239857"/>
                  </a:lnTo>
                  <a:lnTo>
                    <a:pt x="4342862" y="205336"/>
                  </a:lnTo>
                  <a:lnTo>
                    <a:pt x="4424734" y="173881"/>
                  </a:lnTo>
                  <a:lnTo>
                    <a:pt x="4512028" y="145294"/>
                  </a:lnTo>
                  <a:lnTo>
                    <a:pt x="4603809" y="119466"/>
                  </a:lnTo>
                  <a:lnTo>
                    <a:pt x="4698518" y="96367"/>
                  </a:lnTo>
                  <a:lnTo>
                    <a:pt x="4793916" y="76024"/>
                  </a:lnTo>
                  <a:lnTo>
                    <a:pt x="4887145" y="58497"/>
                  </a:lnTo>
                  <a:lnTo>
                    <a:pt x="4974924" y="43834"/>
                  </a:lnTo>
                  <a:lnTo>
                    <a:pt x="5053892" y="32030"/>
                  </a:lnTo>
                  <a:lnTo>
                    <a:pt x="5121080" y="22988"/>
                  </a:lnTo>
                  <a:lnTo>
                    <a:pt x="5174397" y="16494"/>
                  </a:lnTo>
                  <a:lnTo>
                    <a:pt x="5213029" y="12219"/>
                  </a:lnTo>
                  <a:lnTo>
                    <a:pt x="5237635" y="9735"/>
                  </a:lnTo>
                  <a:lnTo>
                    <a:pt x="5250346" y="8561"/>
                  </a:lnTo>
                  <a:lnTo>
                    <a:pt x="5254601" y="8200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471" y="8244"/>
                  </a:lnTo>
                  <a:lnTo>
                    <a:pt x="6734890" y="8753"/>
                  </a:lnTo>
                  <a:lnTo>
                    <a:pt x="6753597" y="10160"/>
                  </a:lnTo>
                  <a:lnTo>
                    <a:pt x="6787057" y="12931"/>
                  </a:lnTo>
                  <a:lnTo>
                    <a:pt x="6836955" y="17496"/>
                  </a:lnTo>
                  <a:lnTo>
                    <a:pt x="6903070" y="24209"/>
                  </a:lnTo>
                  <a:lnTo>
                    <a:pt x="6983424" y="33314"/>
                  </a:lnTo>
                  <a:lnTo>
                    <a:pt x="7074726" y="44932"/>
                  </a:lnTo>
                  <a:lnTo>
                    <a:pt x="7173011" y="59089"/>
                  </a:lnTo>
                  <a:lnTo>
                    <a:pt x="7274290" y="75745"/>
                  </a:lnTo>
                  <a:lnTo>
                    <a:pt x="7375059" y="94844"/>
                  </a:lnTo>
                  <a:lnTo>
                    <a:pt x="7472586" y="116359"/>
                  </a:lnTo>
                  <a:lnTo>
                    <a:pt x="7564998" y="140319"/>
                  </a:lnTo>
                  <a:lnTo>
                    <a:pt x="7651221" y="166832"/>
                  </a:lnTo>
                  <a:lnTo>
                    <a:pt x="7730830" y="196093"/>
                  </a:lnTo>
                  <a:lnTo>
                    <a:pt x="7803890" y="228389"/>
                  </a:lnTo>
                  <a:lnTo>
                    <a:pt x="7870803" y="264087"/>
                  </a:lnTo>
                  <a:lnTo>
                    <a:pt x="7932178" y="303632"/>
                  </a:lnTo>
                  <a:lnTo>
                    <a:pt x="7988744" y="347517"/>
                  </a:lnTo>
                  <a:lnTo>
                    <a:pt x="8041274" y="396252"/>
                  </a:lnTo>
                  <a:lnTo>
                    <a:pt x="8090536" y="450299"/>
                  </a:lnTo>
                  <a:lnTo>
                    <a:pt x="8137247" y="509974"/>
                  </a:lnTo>
                  <a:lnTo>
                    <a:pt x="8151487" y="529882"/>
                  </a:lnTo>
                  <a:lnTo>
                    <a:pt x="8187680" y="584148"/>
                  </a:lnTo>
                  <a:lnTo>
                    <a:pt x="8222986" y="642249"/>
                  </a:lnTo>
                  <a:lnTo>
                    <a:pt x="8257638" y="704264"/>
                  </a:lnTo>
                  <a:lnTo>
                    <a:pt x="8291826" y="770213"/>
                  </a:lnTo>
                  <a:lnTo>
                    <a:pt x="8325700" y="840053"/>
                  </a:lnTo>
                  <a:lnTo>
                    <a:pt x="8359382" y="913672"/>
                  </a:lnTo>
                  <a:lnTo>
                    <a:pt x="8392963" y="990884"/>
                  </a:lnTo>
                  <a:lnTo>
                    <a:pt x="8426512" y="1071429"/>
                  </a:lnTo>
                  <a:lnTo>
                    <a:pt x="8460072" y="1154970"/>
                  </a:lnTo>
                  <a:lnTo>
                    <a:pt x="8493671" y="1241100"/>
                  </a:lnTo>
                  <a:lnTo>
                    <a:pt x="8527319" y="1329347"/>
                  </a:lnTo>
                  <a:lnTo>
                    <a:pt x="8561012" y="1419184"/>
                  </a:lnTo>
                  <a:lnTo>
                    <a:pt x="8594739" y="1510041"/>
                  </a:lnTo>
                  <a:lnTo>
                    <a:pt x="8628481" y="1601320"/>
                  </a:lnTo>
                  <a:lnTo>
                    <a:pt x="8662216" y="1692412"/>
                  </a:lnTo>
                  <a:lnTo>
                    <a:pt x="8695924" y="1782712"/>
                  </a:lnTo>
                  <a:lnTo>
                    <a:pt x="8729591" y="1871639"/>
                  </a:lnTo>
                  <a:lnTo>
                    <a:pt x="8763208" y="1958646"/>
                  </a:lnTo>
                  <a:lnTo>
                    <a:pt x="8796781" y="2043239"/>
                  </a:lnTo>
                  <a:lnTo>
                    <a:pt x="8830330" y="2124985"/>
                  </a:lnTo>
                  <a:lnTo>
                    <a:pt x="8863892" y="2203520"/>
                  </a:lnTo>
                  <a:lnTo>
                    <a:pt x="8897525" y="2278553"/>
                  </a:lnTo>
                  <a:lnTo>
                    <a:pt x="8931313" y="2349870"/>
                  </a:lnTo>
                  <a:lnTo>
                    <a:pt x="8965363" y="2417331"/>
                  </a:lnTo>
                  <a:lnTo>
                    <a:pt x="8999815" y="2480866"/>
                  </a:lnTo>
                  <a:lnTo>
                    <a:pt x="9034844" y="2540472"/>
                  </a:lnTo>
                  <a:lnTo>
                    <a:pt x="9070664" y="2596207"/>
                  </a:lnTo>
                  <a:lnTo>
                    <a:pt x="9084767" y="2616721"/>
                  </a:lnTo>
                  <a:lnTo>
                    <a:pt x="9130810" y="2678184"/>
                  </a:lnTo>
                  <a:lnTo>
                    <a:pt x="9179197" y="2733975"/>
                  </a:lnTo>
                  <a:lnTo>
                    <a:pt x="9230620" y="2784333"/>
                  </a:lnTo>
                  <a:lnTo>
                    <a:pt x="9285835" y="2829686"/>
                  </a:lnTo>
                  <a:lnTo>
                    <a:pt x="9345619" y="2870538"/>
                  </a:lnTo>
                  <a:lnTo>
                    <a:pt x="9410720" y="2907394"/>
                  </a:lnTo>
                  <a:lnTo>
                    <a:pt x="9481796" y="2940714"/>
                  </a:lnTo>
                  <a:lnTo>
                    <a:pt x="9559323" y="2970893"/>
                  </a:lnTo>
                  <a:lnTo>
                    <a:pt x="9643489" y="2998243"/>
                  </a:lnTo>
                  <a:lnTo>
                    <a:pt x="9734040" y="3022989"/>
                  </a:lnTo>
                  <a:lnTo>
                    <a:pt x="9830123" y="3045265"/>
                  </a:lnTo>
                  <a:lnTo>
                    <a:pt x="9930127" y="3065124"/>
                  </a:lnTo>
                  <a:lnTo>
                    <a:pt x="10031591" y="3082552"/>
                  </a:lnTo>
                  <a:lnTo>
                    <a:pt x="10131231" y="3097499"/>
                  </a:lnTo>
                  <a:lnTo>
                    <a:pt x="10225165" y="3109916"/>
                  </a:lnTo>
                  <a:lnTo>
                    <a:pt x="10309356" y="3119801"/>
                  </a:lnTo>
                  <a:lnTo>
                    <a:pt x="10380228" y="3127245"/>
                  </a:lnTo>
                  <a:lnTo>
                    <a:pt x="10435329" y="3132451"/>
                  </a:lnTo>
                  <a:lnTo>
                    <a:pt x="10473857" y="3135742"/>
                  </a:lnTo>
                  <a:lnTo>
                    <a:pt x="10496902" y="3137527"/>
                  </a:lnTo>
                  <a:lnTo>
                    <a:pt x="10507394" y="3138268"/>
                  </a:lnTo>
                  <a:lnTo>
                    <a:pt x="10509911" y="3138431"/>
                  </a:lnTo>
                  <a:lnTo>
                    <a:pt x="11981298" y="3138431"/>
                  </a:lnTo>
                  <a:lnTo>
                    <a:pt x="11981298" y="3130258"/>
                  </a:lnTo>
                  <a:lnTo>
                    <a:pt x="10509911" y="3130258"/>
                  </a:lnTo>
                  <a:lnTo>
                    <a:pt x="10508782" y="3130186"/>
                  </a:lnTo>
                  <a:lnTo>
                    <a:pt x="10501363" y="3129677"/>
                  </a:lnTo>
                  <a:lnTo>
                    <a:pt x="10482656" y="3128270"/>
                  </a:lnTo>
                  <a:lnTo>
                    <a:pt x="10449196" y="3125499"/>
                  </a:lnTo>
                  <a:lnTo>
                    <a:pt x="10399299" y="3120934"/>
                  </a:lnTo>
                  <a:lnTo>
                    <a:pt x="10333183" y="3114221"/>
                  </a:lnTo>
                  <a:lnTo>
                    <a:pt x="10252829" y="3105117"/>
                  </a:lnTo>
                  <a:lnTo>
                    <a:pt x="10161528" y="3093498"/>
                  </a:lnTo>
                  <a:lnTo>
                    <a:pt x="10063243" y="3079341"/>
                  </a:lnTo>
                  <a:lnTo>
                    <a:pt x="9961963" y="3062686"/>
                  </a:lnTo>
                  <a:lnTo>
                    <a:pt x="9861194" y="3043586"/>
                  </a:lnTo>
                  <a:lnTo>
                    <a:pt x="9763668" y="3022071"/>
                  </a:lnTo>
                  <a:lnTo>
                    <a:pt x="9671255" y="2998111"/>
                  </a:lnTo>
                  <a:lnTo>
                    <a:pt x="9585033" y="2971599"/>
                  </a:lnTo>
                  <a:lnTo>
                    <a:pt x="9505424" y="2942337"/>
                  </a:lnTo>
                  <a:lnTo>
                    <a:pt x="9432363" y="2910042"/>
                  </a:lnTo>
                  <a:lnTo>
                    <a:pt x="9365450" y="2874343"/>
                  </a:lnTo>
                  <a:lnTo>
                    <a:pt x="9304075" y="2834798"/>
                  </a:lnTo>
                  <a:lnTo>
                    <a:pt x="9247509" y="2790914"/>
                  </a:lnTo>
                  <a:lnTo>
                    <a:pt x="9194979" y="2742179"/>
                  </a:lnTo>
                  <a:lnTo>
                    <a:pt x="9145717" y="2688131"/>
                  </a:lnTo>
                  <a:lnTo>
                    <a:pt x="9099007" y="2628456"/>
                  </a:lnTo>
                  <a:lnTo>
                    <a:pt x="9084767" y="2608548"/>
                  </a:lnTo>
                  <a:lnTo>
                    <a:pt x="9048574" y="2554282"/>
                  </a:lnTo>
                  <a:lnTo>
                    <a:pt x="9013267" y="2496181"/>
                  </a:lnTo>
                  <a:lnTo>
                    <a:pt x="8978615" y="2434166"/>
                  </a:lnTo>
                  <a:lnTo>
                    <a:pt x="8944428" y="2368218"/>
                  </a:lnTo>
                  <a:lnTo>
                    <a:pt x="8910553" y="2298378"/>
                  </a:lnTo>
                  <a:lnTo>
                    <a:pt x="8876871" y="2224759"/>
                  </a:lnTo>
                  <a:lnTo>
                    <a:pt x="8843290" y="2147546"/>
                  </a:lnTo>
                  <a:lnTo>
                    <a:pt x="8809742" y="2067002"/>
                  </a:lnTo>
                  <a:lnTo>
                    <a:pt x="8776181" y="1983460"/>
                  </a:lnTo>
                  <a:lnTo>
                    <a:pt x="8742582" y="1897330"/>
                  </a:lnTo>
                  <a:lnTo>
                    <a:pt x="8708935" y="1809083"/>
                  </a:lnTo>
                  <a:lnTo>
                    <a:pt x="8675241" y="1719246"/>
                  </a:lnTo>
                  <a:lnTo>
                    <a:pt x="8641514" y="1628389"/>
                  </a:lnTo>
                  <a:lnTo>
                    <a:pt x="8607772" y="1537110"/>
                  </a:lnTo>
                  <a:lnTo>
                    <a:pt x="8574037" y="1446018"/>
                  </a:lnTo>
                  <a:lnTo>
                    <a:pt x="8540329" y="1355718"/>
                  </a:lnTo>
                  <a:lnTo>
                    <a:pt x="8506662" y="1266792"/>
                  </a:lnTo>
                  <a:lnTo>
                    <a:pt x="8473045" y="1179785"/>
                  </a:lnTo>
                  <a:lnTo>
                    <a:pt x="8439472" y="1095191"/>
                  </a:lnTo>
                  <a:lnTo>
                    <a:pt x="8405923" y="1013445"/>
                  </a:lnTo>
                  <a:lnTo>
                    <a:pt x="8372361" y="934911"/>
                  </a:lnTo>
                  <a:lnTo>
                    <a:pt x="8338728" y="859877"/>
                  </a:lnTo>
                  <a:lnTo>
                    <a:pt x="8304940" y="788560"/>
                  </a:lnTo>
                  <a:lnTo>
                    <a:pt x="8270890" y="721100"/>
                  </a:lnTo>
                  <a:lnTo>
                    <a:pt x="8236438" y="657565"/>
                  </a:lnTo>
                  <a:lnTo>
                    <a:pt x="8201409" y="597958"/>
                  </a:lnTo>
                  <a:lnTo>
                    <a:pt x="8165589" y="542223"/>
                  </a:lnTo>
                  <a:lnTo>
                    <a:pt x="8151487" y="521709"/>
                  </a:lnTo>
                  <a:lnTo>
                    <a:pt x="8105443" y="460246"/>
                  </a:lnTo>
                  <a:lnTo>
                    <a:pt x="8057056" y="404455"/>
                  </a:lnTo>
                  <a:lnTo>
                    <a:pt x="8005633" y="354098"/>
                  </a:lnTo>
                  <a:lnTo>
                    <a:pt x="7950418" y="308744"/>
                  </a:lnTo>
                  <a:lnTo>
                    <a:pt x="7890634" y="267892"/>
                  </a:lnTo>
                  <a:lnTo>
                    <a:pt x="7825533" y="231037"/>
                  </a:lnTo>
                  <a:lnTo>
                    <a:pt x="7754458" y="197716"/>
                  </a:lnTo>
                  <a:lnTo>
                    <a:pt x="7676930" y="167537"/>
                  </a:lnTo>
                  <a:lnTo>
                    <a:pt x="7592765" y="140187"/>
                  </a:lnTo>
                  <a:lnTo>
                    <a:pt x="7502213" y="115441"/>
                  </a:lnTo>
                  <a:lnTo>
                    <a:pt x="7406131" y="93165"/>
                  </a:lnTo>
                  <a:lnTo>
                    <a:pt x="7306126" y="73307"/>
                  </a:lnTo>
                  <a:lnTo>
                    <a:pt x="7204662" y="55878"/>
                  </a:lnTo>
                  <a:lnTo>
                    <a:pt x="7105022" y="40931"/>
                  </a:lnTo>
                  <a:lnTo>
                    <a:pt x="7011088" y="28514"/>
                  </a:lnTo>
                  <a:lnTo>
                    <a:pt x="6926897" y="18629"/>
                  </a:lnTo>
                  <a:lnTo>
                    <a:pt x="6856026" y="11186"/>
                  </a:lnTo>
                  <a:lnTo>
                    <a:pt x="6800924" y="5979"/>
                  </a:lnTo>
                  <a:lnTo>
                    <a:pt x="6762396" y="2689"/>
                  </a:lnTo>
                  <a:lnTo>
                    <a:pt x="6739351" y="903"/>
                  </a:lnTo>
                  <a:lnTo>
                    <a:pt x="6728859" y="162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012" y="75"/>
                  </a:lnTo>
                  <a:lnTo>
                    <a:pt x="5247791" y="616"/>
                  </a:lnTo>
                  <a:lnTo>
                    <a:pt x="5232023" y="2108"/>
                  </a:lnTo>
                  <a:lnTo>
                    <a:pt x="5203619" y="5049"/>
                  </a:lnTo>
                  <a:lnTo>
                    <a:pt x="5160851" y="9910"/>
                  </a:lnTo>
                  <a:lnTo>
                    <a:pt x="5103481" y="17093"/>
                  </a:lnTo>
                  <a:lnTo>
                    <a:pt x="5032716" y="26897"/>
                  </a:lnTo>
                  <a:lnTo>
                    <a:pt x="4950938" y="39502"/>
                  </a:lnTo>
                  <a:lnTo>
                    <a:pt x="4861279" y="54975"/>
                  </a:lnTo>
                  <a:lnTo>
                    <a:pt x="4767119" y="73301"/>
                  </a:lnTo>
                  <a:lnTo>
                    <a:pt x="4671651" y="94426"/>
                  </a:lnTo>
                  <a:lnTo>
                    <a:pt x="4577570" y="118295"/>
                  </a:lnTo>
                  <a:lnTo>
                    <a:pt x="4486924" y="144894"/>
                  </a:lnTo>
                  <a:lnTo>
                    <a:pt x="4401088" y="174274"/>
                  </a:lnTo>
                  <a:lnTo>
                    <a:pt x="4320838" y="206570"/>
                  </a:lnTo>
                  <a:lnTo>
                    <a:pt x="4246457" y="242002"/>
                  </a:lnTo>
                  <a:lnTo>
                    <a:pt x="4177863" y="280881"/>
                  </a:lnTo>
                  <a:lnTo>
                    <a:pt x="4114715" y="323602"/>
                  </a:lnTo>
                  <a:lnTo>
                    <a:pt x="4056508" y="370634"/>
                  </a:lnTo>
                  <a:lnTo>
                    <a:pt x="4002643" y="422498"/>
                  </a:lnTo>
                  <a:lnTo>
                    <a:pt x="3952477" y="479739"/>
                  </a:lnTo>
                  <a:lnTo>
                    <a:pt x="3905365" y="542868"/>
                  </a:lnTo>
                  <a:lnTo>
                    <a:pt x="3860696" y="612278"/>
                  </a:lnTo>
                  <a:lnTo>
                    <a:pt x="3829811" y="666099"/>
                  </a:lnTo>
                  <a:lnTo>
                    <a:pt x="3797198" y="728227"/>
                  </a:lnTo>
                  <a:lnTo>
                    <a:pt x="3765323" y="794310"/>
                  </a:lnTo>
                  <a:lnTo>
                    <a:pt x="3734013" y="864428"/>
                  </a:lnTo>
                  <a:lnTo>
                    <a:pt x="3703121" y="938615"/>
                  </a:lnTo>
                  <a:lnTo>
                    <a:pt x="3672527" y="1016852"/>
                  </a:lnTo>
                  <a:lnTo>
                    <a:pt x="3642136" y="1099065"/>
                  </a:lnTo>
                  <a:lnTo>
                    <a:pt x="3611867" y="1185118"/>
                  </a:lnTo>
                  <a:lnTo>
                    <a:pt x="3581661" y="1274815"/>
                  </a:lnTo>
                  <a:lnTo>
                    <a:pt x="3551473" y="1367896"/>
                  </a:lnTo>
                  <a:lnTo>
                    <a:pt x="3521272" y="1464037"/>
                  </a:lnTo>
                  <a:lnTo>
                    <a:pt x="3491040" y="1562856"/>
                  </a:lnTo>
                  <a:lnTo>
                    <a:pt x="3460769" y="1663918"/>
                  </a:lnTo>
                  <a:lnTo>
                    <a:pt x="3430459" y="1766738"/>
                  </a:lnTo>
                  <a:lnTo>
                    <a:pt x="3400118" y="1870794"/>
                  </a:lnTo>
                  <a:lnTo>
                    <a:pt x="3369758" y="1975538"/>
                  </a:lnTo>
                  <a:lnTo>
                    <a:pt x="3339396" y="2080405"/>
                  </a:lnTo>
                  <a:lnTo>
                    <a:pt x="3309045" y="2184829"/>
                  </a:lnTo>
                  <a:lnTo>
                    <a:pt x="3278720" y="2288251"/>
                  </a:lnTo>
                  <a:lnTo>
                    <a:pt x="3248432" y="2390137"/>
                  </a:lnTo>
                  <a:lnTo>
                    <a:pt x="3218183" y="2489986"/>
                  </a:lnTo>
                  <a:lnTo>
                    <a:pt x="3187970" y="2587340"/>
                  </a:lnTo>
                  <a:lnTo>
                    <a:pt x="3157779" y="2681791"/>
                  </a:lnTo>
                  <a:lnTo>
                    <a:pt x="3127586" y="2772992"/>
                  </a:lnTo>
                  <a:lnTo>
                    <a:pt x="3097351" y="2860655"/>
                  </a:lnTo>
                  <a:lnTo>
                    <a:pt x="3067021" y="2944554"/>
                  </a:lnTo>
                  <a:lnTo>
                    <a:pt x="3036526" y="3024528"/>
                  </a:lnTo>
                  <a:lnTo>
                    <a:pt x="3005777" y="3100478"/>
                  </a:lnTo>
                  <a:lnTo>
                    <a:pt x="2974664" y="3172360"/>
                  </a:lnTo>
                  <a:lnTo>
                    <a:pt x="2943054" y="3240187"/>
                  </a:lnTo>
                  <a:lnTo>
                    <a:pt x="2910785" y="3304018"/>
                  </a:lnTo>
                  <a:lnTo>
                    <a:pt x="2896531" y="3330496"/>
                  </a:lnTo>
                  <a:lnTo>
                    <a:pt x="2853273" y="3404526"/>
                  </a:lnTo>
                  <a:lnTo>
                    <a:pt x="2807974" y="3472138"/>
                  </a:lnTo>
                  <a:lnTo>
                    <a:pt x="2760066" y="3533561"/>
                  </a:lnTo>
                  <a:lnTo>
                    <a:pt x="2708923" y="3589232"/>
                  </a:lnTo>
                  <a:lnTo>
                    <a:pt x="2653898" y="3639680"/>
                  </a:lnTo>
                  <a:lnTo>
                    <a:pt x="2594357" y="3685446"/>
                  </a:lnTo>
                  <a:lnTo>
                    <a:pt x="2529720" y="3727040"/>
                  </a:lnTo>
                  <a:lnTo>
                    <a:pt x="2459520" y="3764911"/>
                  </a:lnTo>
                  <a:lnTo>
                    <a:pt x="2383480" y="3799432"/>
                  </a:lnTo>
                  <a:lnTo>
                    <a:pt x="2301608" y="3830887"/>
                  </a:lnTo>
                  <a:lnTo>
                    <a:pt x="2214315" y="3859475"/>
                  </a:lnTo>
                  <a:lnTo>
                    <a:pt x="2122533" y="3885302"/>
                  </a:lnTo>
                  <a:lnTo>
                    <a:pt x="2027825" y="3908402"/>
                  </a:lnTo>
                  <a:lnTo>
                    <a:pt x="1932426" y="3928744"/>
                  </a:lnTo>
                  <a:lnTo>
                    <a:pt x="1839197" y="3946271"/>
                  </a:lnTo>
                  <a:lnTo>
                    <a:pt x="1751418" y="3960934"/>
                  </a:lnTo>
                  <a:lnTo>
                    <a:pt x="1672451" y="3972738"/>
                  </a:lnTo>
                  <a:lnTo>
                    <a:pt x="1605263" y="3981781"/>
                  </a:lnTo>
                  <a:lnTo>
                    <a:pt x="1551945" y="3988274"/>
                  </a:lnTo>
                  <a:lnTo>
                    <a:pt x="1513314" y="3992550"/>
                  </a:lnTo>
                  <a:lnTo>
                    <a:pt x="1488707" y="3995033"/>
                  </a:lnTo>
                  <a:lnTo>
                    <a:pt x="1475996" y="3996207"/>
                  </a:lnTo>
                  <a:lnTo>
                    <a:pt x="1471741" y="3996568"/>
                  </a:lnTo>
                  <a:lnTo>
                    <a:pt x="1471387" y="3996596"/>
                  </a:lnTo>
                  <a:lnTo>
                    <a:pt x="0" y="3996596"/>
                  </a:lnTo>
                  <a:close/>
                </a:path>
              </a:pathLst>
            </a:custGeom>
            <a:solidFill>
              <a:srgbClr val="D9B26F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638" name="pl1638"/>
            <p:cNvSpPr/>
            <p:nvPr/>
          </p:nvSpPr>
          <p:spPr>
            <a:xfrm>
              <a:off x="4799595" y="5748032"/>
              <a:ext cx="11981298" cy="3996596"/>
            </a:xfrm>
            <a:custGeom>
              <a:avLst/>
              <a:pathLst>
                <a:path w="11981298" h="3996596">
                  <a:moveTo>
                    <a:pt x="0" y="3996596"/>
                  </a:moveTo>
                  <a:lnTo>
                    <a:pt x="1471387" y="3996596"/>
                  </a:lnTo>
                  <a:lnTo>
                    <a:pt x="1472330" y="3996520"/>
                  </a:lnTo>
                  <a:lnTo>
                    <a:pt x="1478551" y="3995980"/>
                  </a:lnTo>
                  <a:lnTo>
                    <a:pt x="1494319" y="3994487"/>
                  </a:lnTo>
                  <a:lnTo>
                    <a:pt x="1522723" y="3991546"/>
                  </a:lnTo>
                  <a:lnTo>
                    <a:pt x="1565492" y="3986685"/>
                  </a:lnTo>
                  <a:lnTo>
                    <a:pt x="1622861" y="3979502"/>
                  </a:lnTo>
                  <a:lnTo>
                    <a:pt x="1693627" y="3969698"/>
                  </a:lnTo>
                  <a:lnTo>
                    <a:pt x="1775404" y="3957093"/>
                  </a:lnTo>
                  <a:lnTo>
                    <a:pt x="1865063" y="3941620"/>
                  </a:lnTo>
                  <a:lnTo>
                    <a:pt x="1959223" y="3923294"/>
                  </a:lnTo>
                  <a:lnTo>
                    <a:pt x="2054691" y="3902169"/>
                  </a:lnTo>
                  <a:lnTo>
                    <a:pt x="2148772" y="3878301"/>
                  </a:lnTo>
                  <a:lnTo>
                    <a:pt x="2239418" y="3851702"/>
                  </a:lnTo>
                  <a:lnTo>
                    <a:pt x="2325254" y="3822321"/>
                  </a:lnTo>
                  <a:lnTo>
                    <a:pt x="2405504" y="3790025"/>
                  </a:lnTo>
                  <a:lnTo>
                    <a:pt x="2479885" y="3754593"/>
                  </a:lnTo>
                  <a:lnTo>
                    <a:pt x="2548479" y="3715714"/>
                  </a:lnTo>
                  <a:lnTo>
                    <a:pt x="2611627" y="3672993"/>
                  </a:lnTo>
                  <a:lnTo>
                    <a:pt x="2669834" y="3625961"/>
                  </a:lnTo>
                  <a:lnTo>
                    <a:pt x="2723699" y="3574097"/>
                  </a:lnTo>
                  <a:lnTo>
                    <a:pt x="2773865" y="3516856"/>
                  </a:lnTo>
                  <a:lnTo>
                    <a:pt x="2820977" y="3453727"/>
                  </a:lnTo>
                  <a:lnTo>
                    <a:pt x="2865646" y="3384317"/>
                  </a:lnTo>
                  <a:lnTo>
                    <a:pt x="2896531" y="3330496"/>
                  </a:lnTo>
                  <a:lnTo>
                    <a:pt x="2929144" y="3268368"/>
                  </a:lnTo>
                  <a:lnTo>
                    <a:pt x="2961019" y="3202285"/>
                  </a:lnTo>
                  <a:lnTo>
                    <a:pt x="2992329" y="3132167"/>
                  </a:lnTo>
                  <a:lnTo>
                    <a:pt x="3023222" y="3057980"/>
                  </a:lnTo>
                  <a:lnTo>
                    <a:pt x="3053815" y="2979743"/>
                  </a:lnTo>
                  <a:lnTo>
                    <a:pt x="3084207" y="2897531"/>
                  </a:lnTo>
                  <a:lnTo>
                    <a:pt x="3114475" y="2811477"/>
                  </a:lnTo>
                  <a:lnTo>
                    <a:pt x="3144681" y="2721780"/>
                  </a:lnTo>
                  <a:lnTo>
                    <a:pt x="3174869" y="2628699"/>
                  </a:lnTo>
                  <a:lnTo>
                    <a:pt x="3205070" y="2532558"/>
                  </a:lnTo>
                  <a:lnTo>
                    <a:pt x="3235302" y="2433739"/>
                  </a:lnTo>
                  <a:lnTo>
                    <a:pt x="3265574" y="2332677"/>
                  </a:lnTo>
                  <a:lnTo>
                    <a:pt x="3295884" y="2229857"/>
                  </a:lnTo>
                  <a:lnTo>
                    <a:pt x="3326224" y="2125801"/>
                  </a:lnTo>
                  <a:lnTo>
                    <a:pt x="3356584" y="2021057"/>
                  </a:lnTo>
                  <a:lnTo>
                    <a:pt x="3386947" y="1916190"/>
                  </a:lnTo>
                  <a:lnTo>
                    <a:pt x="3417297" y="1811766"/>
                  </a:lnTo>
                  <a:lnTo>
                    <a:pt x="3447622" y="1708344"/>
                  </a:lnTo>
                  <a:lnTo>
                    <a:pt x="3477911" y="1606458"/>
                  </a:lnTo>
                  <a:lnTo>
                    <a:pt x="3508159" y="1506609"/>
                  </a:lnTo>
                  <a:lnTo>
                    <a:pt x="3538372" y="1409256"/>
                  </a:lnTo>
                  <a:lnTo>
                    <a:pt x="3568563" y="1314804"/>
                  </a:lnTo>
                  <a:lnTo>
                    <a:pt x="3598756" y="1223603"/>
                  </a:lnTo>
                  <a:lnTo>
                    <a:pt x="3628991" y="1135941"/>
                  </a:lnTo>
                  <a:lnTo>
                    <a:pt x="3659321" y="1052041"/>
                  </a:lnTo>
                  <a:lnTo>
                    <a:pt x="3689816" y="972067"/>
                  </a:lnTo>
                  <a:lnTo>
                    <a:pt x="3720565" y="896117"/>
                  </a:lnTo>
                  <a:lnTo>
                    <a:pt x="3751678" y="824235"/>
                  </a:lnTo>
                  <a:lnTo>
                    <a:pt x="3783288" y="756409"/>
                  </a:lnTo>
                  <a:lnTo>
                    <a:pt x="3815558" y="692577"/>
                  </a:lnTo>
                  <a:lnTo>
                    <a:pt x="3829811" y="666099"/>
                  </a:lnTo>
                  <a:lnTo>
                    <a:pt x="3873069" y="592069"/>
                  </a:lnTo>
                  <a:lnTo>
                    <a:pt x="3918368" y="524457"/>
                  </a:lnTo>
                  <a:lnTo>
                    <a:pt x="3966276" y="463034"/>
                  </a:lnTo>
                  <a:lnTo>
                    <a:pt x="4017419" y="407363"/>
                  </a:lnTo>
                  <a:lnTo>
                    <a:pt x="4072444" y="356916"/>
                  </a:lnTo>
                  <a:lnTo>
                    <a:pt x="4131985" y="311149"/>
                  </a:lnTo>
                  <a:lnTo>
                    <a:pt x="4196622" y="269555"/>
                  </a:lnTo>
                  <a:lnTo>
                    <a:pt x="4266822" y="231684"/>
                  </a:lnTo>
                  <a:lnTo>
                    <a:pt x="4342862" y="197163"/>
                  </a:lnTo>
                  <a:lnTo>
                    <a:pt x="4424734" y="165708"/>
                  </a:lnTo>
                  <a:lnTo>
                    <a:pt x="4512028" y="137121"/>
                  </a:lnTo>
                  <a:lnTo>
                    <a:pt x="4603809" y="111293"/>
                  </a:lnTo>
                  <a:lnTo>
                    <a:pt x="4698518" y="88194"/>
                  </a:lnTo>
                  <a:lnTo>
                    <a:pt x="4793916" y="67851"/>
                  </a:lnTo>
                  <a:lnTo>
                    <a:pt x="4887145" y="50324"/>
                  </a:lnTo>
                  <a:lnTo>
                    <a:pt x="4974924" y="35661"/>
                  </a:lnTo>
                  <a:lnTo>
                    <a:pt x="5053892" y="23857"/>
                  </a:lnTo>
                  <a:lnTo>
                    <a:pt x="5121080" y="14815"/>
                  </a:lnTo>
                  <a:lnTo>
                    <a:pt x="5174397" y="8321"/>
                  </a:lnTo>
                  <a:lnTo>
                    <a:pt x="5213029" y="4046"/>
                  </a:lnTo>
                  <a:lnTo>
                    <a:pt x="5237635" y="1562"/>
                  </a:lnTo>
                  <a:lnTo>
                    <a:pt x="5250346" y="388"/>
                  </a:lnTo>
                  <a:lnTo>
                    <a:pt x="5254601" y="27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471" y="71"/>
                  </a:lnTo>
                  <a:lnTo>
                    <a:pt x="6734890" y="580"/>
                  </a:lnTo>
                  <a:lnTo>
                    <a:pt x="6753597" y="1987"/>
                  </a:lnTo>
                  <a:lnTo>
                    <a:pt x="6787057" y="4758"/>
                  </a:lnTo>
                  <a:lnTo>
                    <a:pt x="6836955" y="9323"/>
                  </a:lnTo>
                  <a:lnTo>
                    <a:pt x="6903070" y="16036"/>
                  </a:lnTo>
                  <a:lnTo>
                    <a:pt x="6983424" y="25141"/>
                  </a:lnTo>
                  <a:lnTo>
                    <a:pt x="7074726" y="36759"/>
                  </a:lnTo>
                  <a:lnTo>
                    <a:pt x="7173011" y="50916"/>
                  </a:lnTo>
                  <a:lnTo>
                    <a:pt x="7274290" y="67572"/>
                  </a:lnTo>
                  <a:lnTo>
                    <a:pt x="7375059" y="86671"/>
                  </a:lnTo>
                  <a:lnTo>
                    <a:pt x="7472586" y="108186"/>
                  </a:lnTo>
                  <a:lnTo>
                    <a:pt x="7564998" y="132146"/>
                  </a:lnTo>
                  <a:lnTo>
                    <a:pt x="7651221" y="158659"/>
                  </a:lnTo>
                  <a:lnTo>
                    <a:pt x="7730830" y="187920"/>
                  </a:lnTo>
                  <a:lnTo>
                    <a:pt x="7803890" y="220216"/>
                  </a:lnTo>
                  <a:lnTo>
                    <a:pt x="7870803" y="255914"/>
                  </a:lnTo>
                  <a:lnTo>
                    <a:pt x="7932178" y="295459"/>
                  </a:lnTo>
                  <a:lnTo>
                    <a:pt x="7988744" y="339344"/>
                  </a:lnTo>
                  <a:lnTo>
                    <a:pt x="8041274" y="388079"/>
                  </a:lnTo>
                  <a:lnTo>
                    <a:pt x="8090536" y="442126"/>
                  </a:lnTo>
                  <a:lnTo>
                    <a:pt x="8137247" y="501801"/>
                  </a:lnTo>
                  <a:lnTo>
                    <a:pt x="8151487" y="521709"/>
                  </a:lnTo>
                  <a:lnTo>
                    <a:pt x="8187680" y="575975"/>
                  </a:lnTo>
                  <a:lnTo>
                    <a:pt x="8222986" y="634076"/>
                  </a:lnTo>
                  <a:lnTo>
                    <a:pt x="8257638" y="696091"/>
                  </a:lnTo>
                  <a:lnTo>
                    <a:pt x="8291826" y="762040"/>
                  </a:lnTo>
                  <a:lnTo>
                    <a:pt x="8325700" y="831880"/>
                  </a:lnTo>
                  <a:lnTo>
                    <a:pt x="8359382" y="905499"/>
                  </a:lnTo>
                  <a:lnTo>
                    <a:pt x="8392963" y="982711"/>
                  </a:lnTo>
                  <a:lnTo>
                    <a:pt x="8426512" y="1063256"/>
                  </a:lnTo>
                  <a:lnTo>
                    <a:pt x="8460072" y="1146797"/>
                  </a:lnTo>
                  <a:lnTo>
                    <a:pt x="8493671" y="1232927"/>
                  </a:lnTo>
                  <a:lnTo>
                    <a:pt x="8527319" y="1321174"/>
                  </a:lnTo>
                  <a:lnTo>
                    <a:pt x="8561012" y="1411011"/>
                  </a:lnTo>
                  <a:lnTo>
                    <a:pt x="8594739" y="1501868"/>
                  </a:lnTo>
                  <a:lnTo>
                    <a:pt x="8628481" y="1593147"/>
                  </a:lnTo>
                  <a:lnTo>
                    <a:pt x="8662216" y="1684239"/>
                  </a:lnTo>
                  <a:lnTo>
                    <a:pt x="8695924" y="1774539"/>
                  </a:lnTo>
                  <a:lnTo>
                    <a:pt x="8729591" y="1863466"/>
                  </a:lnTo>
                  <a:lnTo>
                    <a:pt x="8763208" y="1950473"/>
                  </a:lnTo>
                  <a:lnTo>
                    <a:pt x="8796781" y="2035066"/>
                  </a:lnTo>
                  <a:lnTo>
                    <a:pt x="8830330" y="2116812"/>
                  </a:lnTo>
                  <a:lnTo>
                    <a:pt x="8863892" y="2195347"/>
                  </a:lnTo>
                  <a:lnTo>
                    <a:pt x="8897525" y="2270380"/>
                  </a:lnTo>
                  <a:lnTo>
                    <a:pt x="8931313" y="2341697"/>
                  </a:lnTo>
                  <a:lnTo>
                    <a:pt x="8965363" y="2409158"/>
                  </a:lnTo>
                  <a:lnTo>
                    <a:pt x="8999815" y="2472693"/>
                  </a:lnTo>
                  <a:lnTo>
                    <a:pt x="9034844" y="2532299"/>
                  </a:lnTo>
                  <a:lnTo>
                    <a:pt x="9070664" y="2588034"/>
                  </a:lnTo>
                  <a:lnTo>
                    <a:pt x="9084767" y="2608548"/>
                  </a:lnTo>
                  <a:lnTo>
                    <a:pt x="9130810" y="2670011"/>
                  </a:lnTo>
                  <a:lnTo>
                    <a:pt x="9179197" y="2725802"/>
                  </a:lnTo>
                  <a:lnTo>
                    <a:pt x="9230620" y="2776160"/>
                  </a:lnTo>
                  <a:lnTo>
                    <a:pt x="9285835" y="2821513"/>
                  </a:lnTo>
                  <a:lnTo>
                    <a:pt x="9345619" y="2862365"/>
                  </a:lnTo>
                  <a:lnTo>
                    <a:pt x="9410720" y="2899221"/>
                  </a:lnTo>
                  <a:lnTo>
                    <a:pt x="9481796" y="2932541"/>
                  </a:lnTo>
                  <a:lnTo>
                    <a:pt x="9559323" y="2962720"/>
                  </a:lnTo>
                  <a:lnTo>
                    <a:pt x="9643489" y="2990070"/>
                  </a:lnTo>
                  <a:lnTo>
                    <a:pt x="9734040" y="3014816"/>
                  </a:lnTo>
                  <a:lnTo>
                    <a:pt x="9830123" y="3037092"/>
                  </a:lnTo>
                  <a:lnTo>
                    <a:pt x="9930127" y="3056951"/>
                  </a:lnTo>
                  <a:lnTo>
                    <a:pt x="10031591" y="3074379"/>
                  </a:lnTo>
                  <a:lnTo>
                    <a:pt x="10131231" y="3089326"/>
                  </a:lnTo>
                  <a:lnTo>
                    <a:pt x="10225165" y="3101743"/>
                  </a:lnTo>
                  <a:lnTo>
                    <a:pt x="10309356" y="3111628"/>
                  </a:lnTo>
                  <a:lnTo>
                    <a:pt x="10380228" y="3119072"/>
                  </a:lnTo>
                  <a:lnTo>
                    <a:pt x="10435329" y="3124278"/>
                  </a:lnTo>
                  <a:lnTo>
                    <a:pt x="10473857" y="3127569"/>
                  </a:lnTo>
                  <a:lnTo>
                    <a:pt x="10496902" y="3129354"/>
                  </a:lnTo>
                  <a:lnTo>
                    <a:pt x="10507394" y="3130095"/>
                  </a:lnTo>
                  <a:lnTo>
                    <a:pt x="10509874" y="3130256"/>
                  </a:lnTo>
                  <a:lnTo>
                    <a:pt x="10509911" y="3130258"/>
                  </a:lnTo>
                  <a:lnTo>
                    <a:pt x="11981298" y="313025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39" name="pl1639"/>
            <p:cNvSpPr/>
            <p:nvPr/>
          </p:nvSpPr>
          <p:spPr>
            <a:xfrm>
              <a:off x="4799595" y="5739859"/>
              <a:ext cx="11981298" cy="3996596"/>
            </a:xfrm>
            <a:custGeom>
              <a:avLst/>
              <a:pathLst>
                <a:path w="11981298" h="3996596">
                  <a:moveTo>
                    <a:pt x="11981298" y="3130258"/>
                  </a:moveTo>
                  <a:lnTo>
                    <a:pt x="10509911" y="3130258"/>
                  </a:lnTo>
                  <a:lnTo>
                    <a:pt x="10508782" y="3130186"/>
                  </a:lnTo>
                  <a:lnTo>
                    <a:pt x="10501363" y="3129677"/>
                  </a:lnTo>
                  <a:lnTo>
                    <a:pt x="10482656" y="3128270"/>
                  </a:lnTo>
                  <a:lnTo>
                    <a:pt x="10449196" y="3125499"/>
                  </a:lnTo>
                  <a:lnTo>
                    <a:pt x="10399299" y="3120934"/>
                  </a:lnTo>
                  <a:lnTo>
                    <a:pt x="10333183" y="3114221"/>
                  </a:lnTo>
                  <a:lnTo>
                    <a:pt x="10252829" y="3105117"/>
                  </a:lnTo>
                  <a:lnTo>
                    <a:pt x="10161528" y="3093498"/>
                  </a:lnTo>
                  <a:lnTo>
                    <a:pt x="10063243" y="3079341"/>
                  </a:lnTo>
                  <a:lnTo>
                    <a:pt x="9961963" y="3062686"/>
                  </a:lnTo>
                  <a:lnTo>
                    <a:pt x="9861194" y="3043586"/>
                  </a:lnTo>
                  <a:lnTo>
                    <a:pt x="9763668" y="3022071"/>
                  </a:lnTo>
                  <a:lnTo>
                    <a:pt x="9671255" y="2998111"/>
                  </a:lnTo>
                  <a:lnTo>
                    <a:pt x="9585033" y="2971599"/>
                  </a:lnTo>
                  <a:lnTo>
                    <a:pt x="9505424" y="2942337"/>
                  </a:lnTo>
                  <a:lnTo>
                    <a:pt x="9432363" y="2910042"/>
                  </a:lnTo>
                  <a:lnTo>
                    <a:pt x="9365450" y="2874343"/>
                  </a:lnTo>
                  <a:lnTo>
                    <a:pt x="9304075" y="2834798"/>
                  </a:lnTo>
                  <a:lnTo>
                    <a:pt x="9247509" y="2790914"/>
                  </a:lnTo>
                  <a:lnTo>
                    <a:pt x="9194979" y="2742179"/>
                  </a:lnTo>
                  <a:lnTo>
                    <a:pt x="9145717" y="2688131"/>
                  </a:lnTo>
                  <a:lnTo>
                    <a:pt x="9099007" y="2628456"/>
                  </a:lnTo>
                  <a:lnTo>
                    <a:pt x="9084767" y="2608548"/>
                  </a:lnTo>
                  <a:lnTo>
                    <a:pt x="9048574" y="2554282"/>
                  </a:lnTo>
                  <a:lnTo>
                    <a:pt x="9013267" y="2496181"/>
                  </a:lnTo>
                  <a:lnTo>
                    <a:pt x="8978615" y="2434166"/>
                  </a:lnTo>
                  <a:lnTo>
                    <a:pt x="8944428" y="2368218"/>
                  </a:lnTo>
                  <a:lnTo>
                    <a:pt x="8910553" y="2298378"/>
                  </a:lnTo>
                  <a:lnTo>
                    <a:pt x="8876871" y="2224759"/>
                  </a:lnTo>
                  <a:lnTo>
                    <a:pt x="8843290" y="2147546"/>
                  </a:lnTo>
                  <a:lnTo>
                    <a:pt x="8809742" y="2067002"/>
                  </a:lnTo>
                  <a:lnTo>
                    <a:pt x="8776181" y="1983460"/>
                  </a:lnTo>
                  <a:lnTo>
                    <a:pt x="8742582" y="1897330"/>
                  </a:lnTo>
                  <a:lnTo>
                    <a:pt x="8708935" y="1809083"/>
                  </a:lnTo>
                  <a:lnTo>
                    <a:pt x="8675241" y="1719246"/>
                  </a:lnTo>
                  <a:lnTo>
                    <a:pt x="8641514" y="1628389"/>
                  </a:lnTo>
                  <a:lnTo>
                    <a:pt x="8607772" y="1537110"/>
                  </a:lnTo>
                  <a:lnTo>
                    <a:pt x="8574037" y="1446018"/>
                  </a:lnTo>
                  <a:lnTo>
                    <a:pt x="8540329" y="1355718"/>
                  </a:lnTo>
                  <a:lnTo>
                    <a:pt x="8506662" y="1266792"/>
                  </a:lnTo>
                  <a:lnTo>
                    <a:pt x="8473045" y="1179785"/>
                  </a:lnTo>
                  <a:lnTo>
                    <a:pt x="8439472" y="1095191"/>
                  </a:lnTo>
                  <a:lnTo>
                    <a:pt x="8405923" y="1013445"/>
                  </a:lnTo>
                  <a:lnTo>
                    <a:pt x="8372361" y="934911"/>
                  </a:lnTo>
                  <a:lnTo>
                    <a:pt x="8338728" y="859877"/>
                  </a:lnTo>
                  <a:lnTo>
                    <a:pt x="8304940" y="788560"/>
                  </a:lnTo>
                  <a:lnTo>
                    <a:pt x="8270890" y="721100"/>
                  </a:lnTo>
                  <a:lnTo>
                    <a:pt x="8236438" y="657565"/>
                  </a:lnTo>
                  <a:lnTo>
                    <a:pt x="8201409" y="597958"/>
                  </a:lnTo>
                  <a:lnTo>
                    <a:pt x="8165589" y="542223"/>
                  </a:lnTo>
                  <a:lnTo>
                    <a:pt x="8151487" y="521709"/>
                  </a:lnTo>
                  <a:lnTo>
                    <a:pt x="8105443" y="460246"/>
                  </a:lnTo>
                  <a:lnTo>
                    <a:pt x="8057056" y="404455"/>
                  </a:lnTo>
                  <a:lnTo>
                    <a:pt x="8005633" y="354098"/>
                  </a:lnTo>
                  <a:lnTo>
                    <a:pt x="7950418" y="308744"/>
                  </a:lnTo>
                  <a:lnTo>
                    <a:pt x="7890634" y="267892"/>
                  </a:lnTo>
                  <a:lnTo>
                    <a:pt x="7825533" y="231037"/>
                  </a:lnTo>
                  <a:lnTo>
                    <a:pt x="7754458" y="197716"/>
                  </a:lnTo>
                  <a:lnTo>
                    <a:pt x="7676930" y="167537"/>
                  </a:lnTo>
                  <a:lnTo>
                    <a:pt x="7592765" y="140187"/>
                  </a:lnTo>
                  <a:lnTo>
                    <a:pt x="7502213" y="115441"/>
                  </a:lnTo>
                  <a:lnTo>
                    <a:pt x="7406131" y="93165"/>
                  </a:lnTo>
                  <a:lnTo>
                    <a:pt x="7306126" y="73307"/>
                  </a:lnTo>
                  <a:lnTo>
                    <a:pt x="7204662" y="55878"/>
                  </a:lnTo>
                  <a:lnTo>
                    <a:pt x="7105022" y="40931"/>
                  </a:lnTo>
                  <a:lnTo>
                    <a:pt x="7011088" y="28514"/>
                  </a:lnTo>
                  <a:lnTo>
                    <a:pt x="6926897" y="18629"/>
                  </a:lnTo>
                  <a:lnTo>
                    <a:pt x="6856026" y="11186"/>
                  </a:lnTo>
                  <a:lnTo>
                    <a:pt x="6800924" y="5979"/>
                  </a:lnTo>
                  <a:lnTo>
                    <a:pt x="6762396" y="2689"/>
                  </a:lnTo>
                  <a:lnTo>
                    <a:pt x="6739351" y="903"/>
                  </a:lnTo>
                  <a:lnTo>
                    <a:pt x="6728859" y="162"/>
                  </a:lnTo>
                  <a:lnTo>
                    <a:pt x="6726379" y="2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012" y="75"/>
                  </a:lnTo>
                  <a:lnTo>
                    <a:pt x="5247791" y="616"/>
                  </a:lnTo>
                  <a:lnTo>
                    <a:pt x="5232023" y="2108"/>
                  </a:lnTo>
                  <a:lnTo>
                    <a:pt x="5203619" y="5049"/>
                  </a:lnTo>
                  <a:lnTo>
                    <a:pt x="5160851" y="9910"/>
                  </a:lnTo>
                  <a:lnTo>
                    <a:pt x="5103481" y="17093"/>
                  </a:lnTo>
                  <a:lnTo>
                    <a:pt x="5032716" y="26897"/>
                  </a:lnTo>
                  <a:lnTo>
                    <a:pt x="4950938" y="39502"/>
                  </a:lnTo>
                  <a:lnTo>
                    <a:pt x="4861279" y="54975"/>
                  </a:lnTo>
                  <a:lnTo>
                    <a:pt x="4767119" y="73301"/>
                  </a:lnTo>
                  <a:lnTo>
                    <a:pt x="4671651" y="94426"/>
                  </a:lnTo>
                  <a:lnTo>
                    <a:pt x="4577570" y="118295"/>
                  </a:lnTo>
                  <a:lnTo>
                    <a:pt x="4486924" y="144894"/>
                  </a:lnTo>
                  <a:lnTo>
                    <a:pt x="4401088" y="174274"/>
                  </a:lnTo>
                  <a:lnTo>
                    <a:pt x="4320838" y="206570"/>
                  </a:lnTo>
                  <a:lnTo>
                    <a:pt x="4246457" y="242002"/>
                  </a:lnTo>
                  <a:lnTo>
                    <a:pt x="4177863" y="280881"/>
                  </a:lnTo>
                  <a:lnTo>
                    <a:pt x="4114715" y="323602"/>
                  </a:lnTo>
                  <a:lnTo>
                    <a:pt x="4056508" y="370634"/>
                  </a:lnTo>
                  <a:lnTo>
                    <a:pt x="4002643" y="422498"/>
                  </a:lnTo>
                  <a:lnTo>
                    <a:pt x="3952477" y="479739"/>
                  </a:lnTo>
                  <a:lnTo>
                    <a:pt x="3905365" y="542868"/>
                  </a:lnTo>
                  <a:lnTo>
                    <a:pt x="3860696" y="612278"/>
                  </a:lnTo>
                  <a:lnTo>
                    <a:pt x="3829811" y="666099"/>
                  </a:lnTo>
                  <a:lnTo>
                    <a:pt x="3797198" y="728227"/>
                  </a:lnTo>
                  <a:lnTo>
                    <a:pt x="3765323" y="794310"/>
                  </a:lnTo>
                  <a:lnTo>
                    <a:pt x="3734013" y="864428"/>
                  </a:lnTo>
                  <a:lnTo>
                    <a:pt x="3703121" y="938615"/>
                  </a:lnTo>
                  <a:lnTo>
                    <a:pt x="3672527" y="1016852"/>
                  </a:lnTo>
                  <a:lnTo>
                    <a:pt x="3642136" y="1099065"/>
                  </a:lnTo>
                  <a:lnTo>
                    <a:pt x="3611867" y="1185118"/>
                  </a:lnTo>
                  <a:lnTo>
                    <a:pt x="3581661" y="1274815"/>
                  </a:lnTo>
                  <a:lnTo>
                    <a:pt x="3551473" y="1367896"/>
                  </a:lnTo>
                  <a:lnTo>
                    <a:pt x="3521272" y="1464037"/>
                  </a:lnTo>
                  <a:lnTo>
                    <a:pt x="3491040" y="1562856"/>
                  </a:lnTo>
                  <a:lnTo>
                    <a:pt x="3460769" y="1663918"/>
                  </a:lnTo>
                  <a:lnTo>
                    <a:pt x="3430459" y="1766738"/>
                  </a:lnTo>
                  <a:lnTo>
                    <a:pt x="3400118" y="1870794"/>
                  </a:lnTo>
                  <a:lnTo>
                    <a:pt x="3369758" y="1975538"/>
                  </a:lnTo>
                  <a:lnTo>
                    <a:pt x="3339396" y="2080405"/>
                  </a:lnTo>
                  <a:lnTo>
                    <a:pt x="3309045" y="2184829"/>
                  </a:lnTo>
                  <a:lnTo>
                    <a:pt x="3278720" y="2288251"/>
                  </a:lnTo>
                  <a:lnTo>
                    <a:pt x="3248432" y="2390137"/>
                  </a:lnTo>
                  <a:lnTo>
                    <a:pt x="3218183" y="2489986"/>
                  </a:lnTo>
                  <a:lnTo>
                    <a:pt x="3187970" y="2587340"/>
                  </a:lnTo>
                  <a:lnTo>
                    <a:pt x="3157779" y="2681791"/>
                  </a:lnTo>
                  <a:lnTo>
                    <a:pt x="3127586" y="2772992"/>
                  </a:lnTo>
                  <a:lnTo>
                    <a:pt x="3097351" y="2860655"/>
                  </a:lnTo>
                  <a:lnTo>
                    <a:pt x="3067021" y="2944554"/>
                  </a:lnTo>
                  <a:lnTo>
                    <a:pt x="3036526" y="3024528"/>
                  </a:lnTo>
                  <a:lnTo>
                    <a:pt x="3005777" y="3100478"/>
                  </a:lnTo>
                  <a:lnTo>
                    <a:pt x="2974664" y="3172360"/>
                  </a:lnTo>
                  <a:lnTo>
                    <a:pt x="2943054" y="3240187"/>
                  </a:lnTo>
                  <a:lnTo>
                    <a:pt x="2910785" y="3304018"/>
                  </a:lnTo>
                  <a:lnTo>
                    <a:pt x="2896531" y="3330496"/>
                  </a:lnTo>
                  <a:lnTo>
                    <a:pt x="2853273" y="3404526"/>
                  </a:lnTo>
                  <a:lnTo>
                    <a:pt x="2807974" y="3472138"/>
                  </a:lnTo>
                  <a:lnTo>
                    <a:pt x="2760066" y="3533561"/>
                  </a:lnTo>
                  <a:lnTo>
                    <a:pt x="2708923" y="3589232"/>
                  </a:lnTo>
                  <a:lnTo>
                    <a:pt x="2653898" y="3639680"/>
                  </a:lnTo>
                  <a:lnTo>
                    <a:pt x="2594357" y="3685446"/>
                  </a:lnTo>
                  <a:lnTo>
                    <a:pt x="2529720" y="3727040"/>
                  </a:lnTo>
                  <a:lnTo>
                    <a:pt x="2459520" y="3764911"/>
                  </a:lnTo>
                  <a:lnTo>
                    <a:pt x="2383480" y="3799432"/>
                  </a:lnTo>
                  <a:lnTo>
                    <a:pt x="2301608" y="3830887"/>
                  </a:lnTo>
                  <a:lnTo>
                    <a:pt x="2214315" y="3859475"/>
                  </a:lnTo>
                  <a:lnTo>
                    <a:pt x="2122533" y="3885302"/>
                  </a:lnTo>
                  <a:lnTo>
                    <a:pt x="2027825" y="3908402"/>
                  </a:lnTo>
                  <a:lnTo>
                    <a:pt x="1932426" y="3928744"/>
                  </a:lnTo>
                  <a:lnTo>
                    <a:pt x="1839197" y="3946271"/>
                  </a:lnTo>
                  <a:lnTo>
                    <a:pt x="1751418" y="3960934"/>
                  </a:lnTo>
                  <a:lnTo>
                    <a:pt x="1672451" y="3972738"/>
                  </a:lnTo>
                  <a:lnTo>
                    <a:pt x="1605263" y="3981781"/>
                  </a:lnTo>
                  <a:lnTo>
                    <a:pt x="1551945" y="3988274"/>
                  </a:lnTo>
                  <a:lnTo>
                    <a:pt x="1513314" y="3992550"/>
                  </a:lnTo>
                  <a:lnTo>
                    <a:pt x="1488707" y="3995033"/>
                  </a:lnTo>
                  <a:lnTo>
                    <a:pt x="1475996" y="3996207"/>
                  </a:lnTo>
                  <a:lnTo>
                    <a:pt x="1471741" y="3996568"/>
                  </a:lnTo>
                  <a:lnTo>
                    <a:pt x="1471387" y="3996596"/>
                  </a:lnTo>
                  <a:lnTo>
                    <a:pt x="0" y="399659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40" name="pg1640"/>
            <p:cNvSpPr/>
            <p:nvPr/>
          </p:nvSpPr>
          <p:spPr>
            <a:xfrm>
              <a:off x="4799595" y="3925453"/>
              <a:ext cx="11981298" cy="6669166"/>
            </a:xfrm>
            <a:custGeom>
              <a:avLst/>
              <a:pathLst>
                <a:path w="11981298" h="6669166">
                  <a:moveTo>
                    <a:pt x="0" y="5966288"/>
                  </a:moveTo>
                  <a:lnTo>
                    <a:pt x="1471387" y="5966288"/>
                  </a:lnTo>
                  <a:lnTo>
                    <a:pt x="1472619" y="5966306"/>
                  </a:lnTo>
                  <a:lnTo>
                    <a:pt x="1480702" y="5966431"/>
                  </a:lnTo>
                  <a:lnTo>
                    <a:pt x="1501027" y="5966777"/>
                  </a:lnTo>
                  <a:lnTo>
                    <a:pt x="1537243" y="5967457"/>
                  </a:lnTo>
                  <a:lnTo>
                    <a:pt x="1590974" y="5968577"/>
                  </a:lnTo>
                  <a:lnTo>
                    <a:pt x="1661702" y="5970219"/>
                  </a:lnTo>
                  <a:lnTo>
                    <a:pt x="1746987" y="5972438"/>
                  </a:lnTo>
                  <a:lnTo>
                    <a:pt x="1843034" y="5975258"/>
                  </a:lnTo>
                  <a:lnTo>
                    <a:pt x="1945449" y="5978683"/>
                  </a:lnTo>
                  <a:lnTo>
                    <a:pt x="2049966" y="5982699"/>
                  </a:lnTo>
                  <a:lnTo>
                    <a:pt x="2152975" y="5987295"/>
                  </a:lnTo>
                  <a:lnTo>
                    <a:pt x="2251788" y="5992467"/>
                  </a:lnTo>
                  <a:lnTo>
                    <a:pt x="2344672" y="5998228"/>
                  </a:lnTo>
                  <a:lnTo>
                    <a:pt x="2430741" y="6004614"/>
                  </a:lnTo>
                  <a:lnTo>
                    <a:pt x="2509768" y="6011681"/>
                  </a:lnTo>
                  <a:lnTo>
                    <a:pt x="2582005" y="6019509"/>
                  </a:lnTo>
                  <a:lnTo>
                    <a:pt x="2648009" y="6028197"/>
                  </a:lnTo>
                  <a:lnTo>
                    <a:pt x="2708524" y="6037861"/>
                  </a:lnTo>
                  <a:lnTo>
                    <a:pt x="2764378" y="6048625"/>
                  </a:lnTo>
                  <a:lnTo>
                    <a:pt x="2816420" y="6060612"/>
                  </a:lnTo>
                  <a:lnTo>
                    <a:pt x="2865462" y="6073915"/>
                  </a:lnTo>
                  <a:lnTo>
                    <a:pt x="2896531" y="6083435"/>
                  </a:lnTo>
                  <a:lnTo>
                    <a:pt x="2949750" y="6101767"/>
                  </a:lnTo>
                  <a:lnTo>
                    <a:pt x="3001275" y="6122004"/>
                  </a:lnTo>
                  <a:lnTo>
                    <a:pt x="3051759" y="6144171"/>
                  </a:lnTo>
                  <a:lnTo>
                    <a:pt x="3101674" y="6168228"/>
                  </a:lnTo>
                  <a:lnTo>
                    <a:pt x="3151350" y="6194056"/>
                  </a:lnTo>
                  <a:lnTo>
                    <a:pt x="3200994" y="6221457"/>
                  </a:lnTo>
                  <a:lnTo>
                    <a:pt x="3250714" y="6250154"/>
                  </a:lnTo>
                  <a:lnTo>
                    <a:pt x="3300538" y="6279800"/>
                  </a:lnTo>
                  <a:lnTo>
                    <a:pt x="3350440" y="6309992"/>
                  </a:lnTo>
                  <a:lnTo>
                    <a:pt x="3400359" y="6340297"/>
                  </a:lnTo>
                  <a:lnTo>
                    <a:pt x="3450229" y="6370274"/>
                  </a:lnTo>
                  <a:lnTo>
                    <a:pt x="3500002" y="6399502"/>
                  </a:lnTo>
                  <a:lnTo>
                    <a:pt x="3549676" y="6427604"/>
                  </a:lnTo>
                  <a:lnTo>
                    <a:pt x="3599317" y="6454264"/>
                  </a:lnTo>
                  <a:lnTo>
                    <a:pt x="3649077" y="6479244"/>
                  </a:lnTo>
                  <a:lnTo>
                    <a:pt x="3699222" y="6502385"/>
                  </a:lnTo>
                  <a:lnTo>
                    <a:pt x="3750147" y="6523607"/>
                  </a:lnTo>
                  <a:lnTo>
                    <a:pt x="3802407" y="6542904"/>
                  </a:lnTo>
                  <a:lnTo>
                    <a:pt x="3829811" y="6552020"/>
                  </a:lnTo>
                  <a:lnTo>
                    <a:pt x="3877278" y="6566218"/>
                  </a:lnTo>
                  <a:lnTo>
                    <a:pt x="3927255" y="6579065"/>
                  </a:lnTo>
                  <a:lnTo>
                    <a:pt x="3980500" y="6590623"/>
                  </a:lnTo>
                  <a:lnTo>
                    <a:pt x="4037844" y="6600999"/>
                  </a:lnTo>
                  <a:lnTo>
                    <a:pt x="4100136" y="6610317"/>
                  </a:lnTo>
                  <a:lnTo>
                    <a:pt x="4168185" y="6618700"/>
                  </a:lnTo>
                  <a:lnTo>
                    <a:pt x="4242682" y="6626259"/>
                  </a:lnTo>
                  <a:lnTo>
                    <a:pt x="4324097" y="6633087"/>
                  </a:lnTo>
                  <a:lnTo>
                    <a:pt x="4412540" y="6639255"/>
                  </a:lnTo>
                  <a:lnTo>
                    <a:pt x="4507580" y="6644813"/>
                  </a:lnTo>
                  <a:lnTo>
                    <a:pt x="4608061" y="6649788"/>
                  </a:lnTo>
                  <a:lnTo>
                    <a:pt x="4711934" y="6654187"/>
                  </a:lnTo>
                  <a:lnTo>
                    <a:pt x="4816182" y="6658004"/>
                  </a:lnTo>
                  <a:lnTo>
                    <a:pt x="4916929" y="6661224"/>
                  </a:lnTo>
                  <a:lnTo>
                    <a:pt x="5009793" y="6663839"/>
                  </a:lnTo>
                  <a:lnTo>
                    <a:pt x="5090498" y="6665857"/>
                  </a:lnTo>
                  <a:lnTo>
                    <a:pt x="5155628" y="6667313"/>
                  </a:lnTo>
                  <a:lnTo>
                    <a:pt x="5203351" y="6668273"/>
                  </a:lnTo>
                  <a:lnTo>
                    <a:pt x="5233871" y="6668827"/>
                  </a:lnTo>
                  <a:lnTo>
                    <a:pt x="5249528" y="6669085"/>
                  </a:lnTo>
                  <a:lnTo>
                    <a:pt x="5254595" y="6669161"/>
                  </a:lnTo>
                  <a:lnTo>
                    <a:pt x="5254955" y="6669166"/>
                  </a:lnTo>
                  <a:lnTo>
                    <a:pt x="6726343" y="6669166"/>
                  </a:lnTo>
                  <a:lnTo>
                    <a:pt x="6727118" y="6669063"/>
                  </a:lnTo>
                  <a:lnTo>
                    <a:pt x="6732252" y="6668326"/>
                  </a:lnTo>
                  <a:lnTo>
                    <a:pt x="6745333" y="6666293"/>
                  </a:lnTo>
                  <a:lnTo>
                    <a:pt x="6769058" y="6662284"/>
                  </a:lnTo>
                  <a:lnTo>
                    <a:pt x="6805110" y="6655641"/>
                  </a:lnTo>
                  <a:lnTo>
                    <a:pt x="6854038" y="6645782"/>
                  </a:lnTo>
                  <a:lnTo>
                    <a:pt x="6915256" y="6632243"/>
                  </a:lnTo>
                  <a:lnTo>
                    <a:pt x="6987169" y="6614711"/>
                  </a:lnTo>
                  <a:lnTo>
                    <a:pt x="7067452" y="6593023"/>
                  </a:lnTo>
                  <a:lnTo>
                    <a:pt x="7153390" y="6567146"/>
                  </a:lnTo>
                  <a:lnTo>
                    <a:pt x="7242230" y="6537129"/>
                  </a:lnTo>
                  <a:lnTo>
                    <a:pt x="7331463" y="6503055"/>
                  </a:lnTo>
                  <a:lnTo>
                    <a:pt x="7419010" y="6464986"/>
                  </a:lnTo>
                  <a:lnTo>
                    <a:pt x="7503305" y="6422929"/>
                  </a:lnTo>
                  <a:lnTo>
                    <a:pt x="7583289" y="6376800"/>
                  </a:lnTo>
                  <a:lnTo>
                    <a:pt x="7658362" y="6326407"/>
                  </a:lnTo>
                  <a:lnTo>
                    <a:pt x="7728294" y="6271449"/>
                  </a:lnTo>
                  <a:lnTo>
                    <a:pt x="7793138" y="6211507"/>
                  </a:lnTo>
                  <a:lnTo>
                    <a:pt x="7853154" y="6146056"/>
                  </a:lnTo>
                  <a:lnTo>
                    <a:pt x="7908735" y="6074473"/>
                  </a:lnTo>
                  <a:lnTo>
                    <a:pt x="7960359" y="5996058"/>
                  </a:lnTo>
                  <a:lnTo>
                    <a:pt x="8008546" y="5910073"/>
                  </a:lnTo>
                  <a:lnTo>
                    <a:pt x="8053827" y="5815787"/>
                  </a:lnTo>
                  <a:lnTo>
                    <a:pt x="8096720" y="5712573"/>
                  </a:lnTo>
                  <a:lnTo>
                    <a:pt x="8137704" y="5600030"/>
                  </a:lnTo>
                  <a:lnTo>
                    <a:pt x="8151487" y="5559001"/>
                  </a:lnTo>
                  <a:lnTo>
                    <a:pt x="8177279" y="5477869"/>
                  </a:lnTo>
                  <a:lnTo>
                    <a:pt x="8202586" y="5392659"/>
                  </a:lnTo>
                  <a:lnTo>
                    <a:pt x="8227500" y="5303293"/>
                  </a:lnTo>
                  <a:lnTo>
                    <a:pt x="8252099" y="5209723"/>
                  </a:lnTo>
                  <a:lnTo>
                    <a:pt x="8276451" y="5111932"/>
                  </a:lnTo>
                  <a:lnTo>
                    <a:pt x="8300613" y="5009936"/>
                  </a:lnTo>
                  <a:lnTo>
                    <a:pt x="8324635" y="4903789"/>
                  </a:lnTo>
                  <a:lnTo>
                    <a:pt x="8348559" y="4793583"/>
                  </a:lnTo>
                  <a:lnTo>
                    <a:pt x="8372420" y="4679449"/>
                  </a:lnTo>
                  <a:lnTo>
                    <a:pt x="8396245" y="4561558"/>
                  </a:lnTo>
                  <a:lnTo>
                    <a:pt x="8420056" y="4440123"/>
                  </a:lnTo>
                  <a:lnTo>
                    <a:pt x="8443871" y="4315397"/>
                  </a:lnTo>
                  <a:lnTo>
                    <a:pt x="8467700" y="4187672"/>
                  </a:lnTo>
                  <a:lnTo>
                    <a:pt x="8491550" y="4057279"/>
                  </a:lnTo>
                  <a:lnTo>
                    <a:pt x="8515425" y="3924580"/>
                  </a:lnTo>
                  <a:lnTo>
                    <a:pt x="8539325" y="3789968"/>
                  </a:lnTo>
                  <a:lnTo>
                    <a:pt x="8563246" y="3653864"/>
                  </a:lnTo>
                  <a:lnTo>
                    <a:pt x="8587184" y="3516708"/>
                  </a:lnTo>
                  <a:lnTo>
                    <a:pt x="8611131" y="3378952"/>
                  </a:lnTo>
                  <a:lnTo>
                    <a:pt x="8635081" y="3241061"/>
                  </a:lnTo>
                  <a:lnTo>
                    <a:pt x="8659025" y="3103499"/>
                  </a:lnTo>
                  <a:lnTo>
                    <a:pt x="8682956" y="2966725"/>
                  </a:lnTo>
                  <a:lnTo>
                    <a:pt x="8706869" y="2831190"/>
                  </a:lnTo>
                  <a:lnTo>
                    <a:pt x="8730759" y="2697324"/>
                  </a:lnTo>
                  <a:lnTo>
                    <a:pt x="8754624" y="2565537"/>
                  </a:lnTo>
                  <a:lnTo>
                    <a:pt x="8778464" y="2436211"/>
                  </a:lnTo>
                  <a:lnTo>
                    <a:pt x="8802286" y="2309696"/>
                  </a:lnTo>
                  <a:lnTo>
                    <a:pt x="8826098" y="2186305"/>
                  </a:lnTo>
                  <a:lnTo>
                    <a:pt x="8849913" y="2066315"/>
                  </a:lnTo>
                  <a:lnTo>
                    <a:pt x="8873749" y="1949963"/>
                  </a:lnTo>
                  <a:lnTo>
                    <a:pt x="8897633" y="1837443"/>
                  </a:lnTo>
                  <a:lnTo>
                    <a:pt x="8921593" y="1728912"/>
                  </a:lnTo>
                  <a:lnTo>
                    <a:pt x="8945668" y="1624482"/>
                  </a:lnTo>
                  <a:lnTo>
                    <a:pt x="8969902" y="1524231"/>
                  </a:lnTo>
                  <a:lnTo>
                    <a:pt x="8994349" y="1428194"/>
                  </a:lnTo>
                  <a:lnTo>
                    <a:pt x="9019070" y="1336376"/>
                  </a:lnTo>
                  <a:lnTo>
                    <a:pt x="9044138" y="1248746"/>
                  </a:lnTo>
                  <a:lnTo>
                    <a:pt x="9069635" y="1165243"/>
                  </a:lnTo>
                  <a:lnTo>
                    <a:pt x="9084767" y="1118338"/>
                  </a:lnTo>
                  <a:lnTo>
                    <a:pt x="9125192" y="1002552"/>
                  </a:lnTo>
                  <a:lnTo>
                    <a:pt x="9167374" y="896146"/>
                  </a:lnTo>
                  <a:lnTo>
                    <a:pt x="9211774" y="798841"/>
                  </a:lnTo>
                  <a:lnTo>
                    <a:pt x="9258898" y="710070"/>
                  </a:lnTo>
                  <a:lnTo>
                    <a:pt x="9309276" y="629126"/>
                  </a:lnTo>
                  <a:lnTo>
                    <a:pt x="9363434" y="555267"/>
                  </a:lnTo>
                  <a:lnTo>
                    <a:pt x="9421869" y="487773"/>
                  </a:lnTo>
                  <a:lnTo>
                    <a:pt x="9485009" y="425994"/>
                  </a:lnTo>
                  <a:lnTo>
                    <a:pt x="9553166" y="369369"/>
                  </a:lnTo>
                  <a:lnTo>
                    <a:pt x="9626474" y="317440"/>
                  </a:lnTo>
                  <a:lnTo>
                    <a:pt x="9704811" y="269866"/>
                  </a:lnTo>
                  <a:lnTo>
                    <a:pt x="9787712" y="226418"/>
                  </a:lnTo>
                  <a:lnTo>
                    <a:pt x="9874287" y="186976"/>
                  </a:lnTo>
                  <a:lnTo>
                    <a:pt x="9963148" y="151518"/>
                  </a:lnTo>
                  <a:lnTo>
                    <a:pt x="10052388" y="120091"/>
                  </a:lnTo>
                  <a:lnTo>
                    <a:pt x="10139631" y="92776"/>
                  </a:lnTo>
                  <a:lnTo>
                    <a:pt x="10222182" y="69641"/>
                  </a:lnTo>
                  <a:lnTo>
                    <a:pt x="10297275" y="50685"/>
                  </a:lnTo>
                  <a:lnTo>
                    <a:pt x="10362409" y="35795"/>
                  </a:lnTo>
                  <a:lnTo>
                    <a:pt x="10415702" y="24711"/>
                  </a:lnTo>
                  <a:lnTo>
                    <a:pt x="10456195" y="17019"/>
                  </a:lnTo>
                  <a:lnTo>
                    <a:pt x="10484041" y="12172"/>
                  </a:lnTo>
                  <a:lnTo>
                    <a:pt x="10500540" y="9533"/>
                  </a:lnTo>
                  <a:lnTo>
                    <a:pt x="10508055" y="8426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9136" y="103"/>
                  </a:lnTo>
                  <a:lnTo>
                    <a:pt x="10504001" y="839"/>
                  </a:lnTo>
                  <a:lnTo>
                    <a:pt x="10490920" y="2872"/>
                  </a:lnTo>
                  <a:lnTo>
                    <a:pt x="10467195" y="6882"/>
                  </a:lnTo>
                  <a:lnTo>
                    <a:pt x="10431144" y="13524"/>
                  </a:lnTo>
                  <a:lnTo>
                    <a:pt x="10382215" y="23384"/>
                  </a:lnTo>
                  <a:lnTo>
                    <a:pt x="10320997" y="36922"/>
                  </a:lnTo>
                  <a:lnTo>
                    <a:pt x="10249084" y="54455"/>
                  </a:lnTo>
                  <a:lnTo>
                    <a:pt x="10168801" y="76142"/>
                  </a:lnTo>
                  <a:lnTo>
                    <a:pt x="10082863" y="102020"/>
                  </a:lnTo>
                  <a:lnTo>
                    <a:pt x="9994023" y="132037"/>
                  </a:lnTo>
                  <a:lnTo>
                    <a:pt x="9904790" y="166111"/>
                  </a:lnTo>
                  <a:lnTo>
                    <a:pt x="9817243" y="204179"/>
                  </a:lnTo>
                  <a:lnTo>
                    <a:pt x="9732949" y="246236"/>
                  </a:lnTo>
                  <a:lnTo>
                    <a:pt x="9652964" y="292366"/>
                  </a:lnTo>
                  <a:lnTo>
                    <a:pt x="9577891" y="342758"/>
                  </a:lnTo>
                  <a:lnTo>
                    <a:pt x="9507959" y="397717"/>
                  </a:lnTo>
                  <a:lnTo>
                    <a:pt x="9443115" y="457658"/>
                  </a:lnTo>
                  <a:lnTo>
                    <a:pt x="9383100" y="523109"/>
                  </a:lnTo>
                  <a:lnTo>
                    <a:pt x="9327518" y="594693"/>
                  </a:lnTo>
                  <a:lnTo>
                    <a:pt x="9275894" y="673107"/>
                  </a:lnTo>
                  <a:lnTo>
                    <a:pt x="9227707" y="759093"/>
                  </a:lnTo>
                  <a:lnTo>
                    <a:pt x="9182426" y="853378"/>
                  </a:lnTo>
                  <a:lnTo>
                    <a:pt x="9139533" y="956593"/>
                  </a:lnTo>
                  <a:lnTo>
                    <a:pt x="9098549" y="1069135"/>
                  </a:lnTo>
                  <a:lnTo>
                    <a:pt x="9084767" y="1110165"/>
                  </a:lnTo>
                  <a:lnTo>
                    <a:pt x="9058975" y="1191297"/>
                  </a:lnTo>
                  <a:lnTo>
                    <a:pt x="9033667" y="1276507"/>
                  </a:lnTo>
                  <a:lnTo>
                    <a:pt x="9008753" y="1365872"/>
                  </a:lnTo>
                  <a:lnTo>
                    <a:pt x="8984154" y="1459443"/>
                  </a:lnTo>
                  <a:lnTo>
                    <a:pt x="8959802" y="1557234"/>
                  </a:lnTo>
                  <a:lnTo>
                    <a:pt x="8935640" y="1659230"/>
                  </a:lnTo>
                  <a:lnTo>
                    <a:pt x="8911618" y="1765376"/>
                  </a:lnTo>
                  <a:lnTo>
                    <a:pt x="8887694" y="1875582"/>
                  </a:lnTo>
                  <a:lnTo>
                    <a:pt x="8863833" y="1989717"/>
                  </a:lnTo>
                  <a:lnTo>
                    <a:pt x="8840008" y="2107608"/>
                  </a:lnTo>
                  <a:lnTo>
                    <a:pt x="8816197" y="2229043"/>
                  </a:lnTo>
                  <a:lnTo>
                    <a:pt x="8792382" y="2353769"/>
                  </a:lnTo>
                  <a:lnTo>
                    <a:pt x="8768553" y="2481493"/>
                  </a:lnTo>
                  <a:lnTo>
                    <a:pt x="8744703" y="2611887"/>
                  </a:lnTo>
                  <a:lnTo>
                    <a:pt x="8720828" y="2744586"/>
                  </a:lnTo>
                  <a:lnTo>
                    <a:pt x="8696928" y="2879197"/>
                  </a:lnTo>
                  <a:lnTo>
                    <a:pt x="8673007" y="3015301"/>
                  </a:lnTo>
                  <a:lnTo>
                    <a:pt x="8649069" y="3152458"/>
                  </a:lnTo>
                  <a:lnTo>
                    <a:pt x="8625122" y="3290213"/>
                  </a:lnTo>
                  <a:lnTo>
                    <a:pt x="8601172" y="3428105"/>
                  </a:lnTo>
                  <a:lnTo>
                    <a:pt x="8577228" y="3565667"/>
                  </a:lnTo>
                  <a:lnTo>
                    <a:pt x="8553297" y="3702440"/>
                  </a:lnTo>
                  <a:lnTo>
                    <a:pt x="8529384" y="3837976"/>
                  </a:lnTo>
                  <a:lnTo>
                    <a:pt x="8505494" y="3971842"/>
                  </a:lnTo>
                  <a:lnTo>
                    <a:pt x="8481630" y="4103629"/>
                  </a:lnTo>
                  <a:lnTo>
                    <a:pt x="8457789" y="4232954"/>
                  </a:lnTo>
                  <a:lnTo>
                    <a:pt x="8433967" y="4359470"/>
                  </a:lnTo>
                  <a:lnTo>
                    <a:pt x="8410156" y="4482861"/>
                  </a:lnTo>
                  <a:lnTo>
                    <a:pt x="8386341" y="4602850"/>
                  </a:lnTo>
                  <a:lnTo>
                    <a:pt x="8362504" y="4719203"/>
                  </a:lnTo>
                  <a:lnTo>
                    <a:pt x="8338621" y="4831722"/>
                  </a:lnTo>
                  <a:lnTo>
                    <a:pt x="8314660" y="4940254"/>
                  </a:lnTo>
                  <a:lnTo>
                    <a:pt x="8290585" y="5044683"/>
                  </a:lnTo>
                  <a:lnTo>
                    <a:pt x="8266351" y="5144935"/>
                  </a:lnTo>
                  <a:lnTo>
                    <a:pt x="8241904" y="5240971"/>
                  </a:lnTo>
                  <a:lnTo>
                    <a:pt x="8217183" y="5332789"/>
                  </a:lnTo>
                  <a:lnTo>
                    <a:pt x="8192115" y="5420420"/>
                  </a:lnTo>
                  <a:lnTo>
                    <a:pt x="8166618" y="5503923"/>
                  </a:lnTo>
                  <a:lnTo>
                    <a:pt x="8151487" y="5550828"/>
                  </a:lnTo>
                  <a:lnTo>
                    <a:pt x="8111061" y="5666613"/>
                  </a:lnTo>
                  <a:lnTo>
                    <a:pt x="8068879" y="5773019"/>
                  </a:lnTo>
                  <a:lnTo>
                    <a:pt x="8024479" y="5870324"/>
                  </a:lnTo>
                  <a:lnTo>
                    <a:pt x="7977355" y="5959096"/>
                  </a:lnTo>
                  <a:lnTo>
                    <a:pt x="7926977" y="6040039"/>
                  </a:lnTo>
                  <a:lnTo>
                    <a:pt x="7872819" y="6113899"/>
                  </a:lnTo>
                  <a:lnTo>
                    <a:pt x="7814384" y="6181392"/>
                  </a:lnTo>
                  <a:lnTo>
                    <a:pt x="7751244" y="6243171"/>
                  </a:lnTo>
                  <a:lnTo>
                    <a:pt x="7683087" y="6299797"/>
                  </a:lnTo>
                  <a:lnTo>
                    <a:pt x="7609779" y="6351725"/>
                  </a:lnTo>
                  <a:lnTo>
                    <a:pt x="7531442" y="6399300"/>
                  </a:lnTo>
                  <a:lnTo>
                    <a:pt x="7448541" y="6442748"/>
                  </a:lnTo>
                  <a:lnTo>
                    <a:pt x="7361966" y="6482190"/>
                  </a:lnTo>
                  <a:lnTo>
                    <a:pt x="7273105" y="6517648"/>
                  </a:lnTo>
                  <a:lnTo>
                    <a:pt x="7183865" y="6549075"/>
                  </a:lnTo>
                  <a:lnTo>
                    <a:pt x="7096622" y="6576390"/>
                  </a:lnTo>
                  <a:lnTo>
                    <a:pt x="7014071" y="6599525"/>
                  </a:lnTo>
                  <a:lnTo>
                    <a:pt x="6938978" y="6618481"/>
                  </a:lnTo>
                  <a:lnTo>
                    <a:pt x="6873844" y="6633370"/>
                  </a:lnTo>
                  <a:lnTo>
                    <a:pt x="6820552" y="6644455"/>
                  </a:lnTo>
                  <a:lnTo>
                    <a:pt x="6780058" y="6652147"/>
                  </a:lnTo>
                  <a:lnTo>
                    <a:pt x="6752212" y="6656994"/>
                  </a:lnTo>
                  <a:lnTo>
                    <a:pt x="6735714" y="6659633"/>
                  </a:lnTo>
                  <a:lnTo>
                    <a:pt x="6728198" y="6660740"/>
                  </a:lnTo>
                  <a:lnTo>
                    <a:pt x="6726343" y="6660993"/>
                  </a:lnTo>
                  <a:lnTo>
                    <a:pt x="5254955" y="6660993"/>
                  </a:lnTo>
                  <a:lnTo>
                    <a:pt x="5253723" y="6660976"/>
                  </a:lnTo>
                  <a:lnTo>
                    <a:pt x="5245641" y="6660850"/>
                  </a:lnTo>
                  <a:lnTo>
                    <a:pt x="5225315" y="6660505"/>
                  </a:lnTo>
                  <a:lnTo>
                    <a:pt x="5189099" y="6659824"/>
                  </a:lnTo>
                  <a:lnTo>
                    <a:pt x="5135368" y="6658704"/>
                  </a:lnTo>
                  <a:lnTo>
                    <a:pt x="5064640" y="6657063"/>
                  </a:lnTo>
                  <a:lnTo>
                    <a:pt x="4979355" y="6654844"/>
                  </a:lnTo>
                  <a:lnTo>
                    <a:pt x="4883308" y="6652023"/>
                  </a:lnTo>
                  <a:lnTo>
                    <a:pt x="4780893" y="6648599"/>
                  </a:lnTo>
                  <a:lnTo>
                    <a:pt x="4676376" y="6644582"/>
                  </a:lnTo>
                  <a:lnTo>
                    <a:pt x="4573367" y="6639987"/>
                  </a:lnTo>
                  <a:lnTo>
                    <a:pt x="4474554" y="6634815"/>
                  </a:lnTo>
                  <a:lnTo>
                    <a:pt x="4381670" y="6629053"/>
                  </a:lnTo>
                  <a:lnTo>
                    <a:pt x="4295602" y="6622668"/>
                  </a:lnTo>
                  <a:lnTo>
                    <a:pt x="4216574" y="6615600"/>
                  </a:lnTo>
                  <a:lnTo>
                    <a:pt x="4144338" y="6607773"/>
                  </a:lnTo>
                  <a:lnTo>
                    <a:pt x="4078333" y="6599085"/>
                  </a:lnTo>
                  <a:lnTo>
                    <a:pt x="4017819" y="6589421"/>
                  </a:lnTo>
                  <a:lnTo>
                    <a:pt x="3961965" y="6578656"/>
                  </a:lnTo>
                  <a:lnTo>
                    <a:pt x="3909922" y="6566670"/>
                  </a:lnTo>
                  <a:lnTo>
                    <a:pt x="3860880" y="6553366"/>
                  </a:lnTo>
                  <a:lnTo>
                    <a:pt x="3829811" y="6543847"/>
                  </a:lnTo>
                  <a:lnTo>
                    <a:pt x="3776592" y="6525514"/>
                  </a:lnTo>
                  <a:lnTo>
                    <a:pt x="3725067" y="6505278"/>
                  </a:lnTo>
                  <a:lnTo>
                    <a:pt x="3674584" y="6483110"/>
                  </a:lnTo>
                  <a:lnTo>
                    <a:pt x="3624668" y="6459054"/>
                  </a:lnTo>
                  <a:lnTo>
                    <a:pt x="3574992" y="6433225"/>
                  </a:lnTo>
                  <a:lnTo>
                    <a:pt x="3525348" y="6405824"/>
                  </a:lnTo>
                  <a:lnTo>
                    <a:pt x="3475628" y="6377127"/>
                  </a:lnTo>
                  <a:lnTo>
                    <a:pt x="3425804" y="6347482"/>
                  </a:lnTo>
                  <a:lnTo>
                    <a:pt x="3375902" y="6317289"/>
                  </a:lnTo>
                  <a:lnTo>
                    <a:pt x="3325983" y="6286984"/>
                  </a:lnTo>
                  <a:lnTo>
                    <a:pt x="3276114" y="6257007"/>
                  </a:lnTo>
                  <a:lnTo>
                    <a:pt x="3226340" y="6227779"/>
                  </a:lnTo>
                  <a:lnTo>
                    <a:pt x="3176666" y="6199678"/>
                  </a:lnTo>
                  <a:lnTo>
                    <a:pt x="3127025" y="6173017"/>
                  </a:lnTo>
                  <a:lnTo>
                    <a:pt x="3077265" y="6148037"/>
                  </a:lnTo>
                  <a:lnTo>
                    <a:pt x="3027120" y="6124896"/>
                  </a:lnTo>
                  <a:lnTo>
                    <a:pt x="2976196" y="6103674"/>
                  </a:lnTo>
                  <a:lnTo>
                    <a:pt x="2923935" y="6084378"/>
                  </a:lnTo>
                  <a:lnTo>
                    <a:pt x="2896531" y="6075262"/>
                  </a:lnTo>
                  <a:lnTo>
                    <a:pt x="2849064" y="6061064"/>
                  </a:lnTo>
                  <a:lnTo>
                    <a:pt x="2799087" y="6048216"/>
                  </a:lnTo>
                  <a:lnTo>
                    <a:pt x="2745842" y="6036658"/>
                  </a:lnTo>
                  <a:lnTo>
                    <a:pt x="2688498" y="6026282"/>
                  </a:lnTo>
                  <a:lnTo>
                    <a:pt x="2626206" y="6016964"/>
                  </a:lnTo>
                  <a:lnTo>
                    <a:pt x="2558157" y="6008581"/>
                  </a:lnTo>
                  <a:lnTo>
                    <a:pt x="2483660" y="6001022"/>
                  </a:lnTo>
                  <a:lnTo>
                    <a:pt x="2402245" y="5994195"/>
                  </a:lnTo>
                  <a:lnTo>
                    <a:pt x="2313803" y="5988027"/>
                  </a:lnTo>
                  <a:lnTo>
                    <a:pt x="2218762" y="5982469"/>
                  </a:lnTo>
                  <a:lnTo>
                    <a:pt x="2118281" y="5977493"/>
                  </a:lnTo>
                  <a:lnTo>
                    <a:pt x="2014408" y="5973094"/>
                  </a:lnTo>
                  <a:lnTo>
                    <a:pt x="1910160" y="5969277"/>
                  </a:lnTo>
                  <a:lnTo>
                    <a:pt x="1809413" y="5966058"/>
                  </a:lnTo>
                  <a:lnTo>
                    <a:pt x="1716549" y="5963443"/>
                  </a:lnTo>
                  <a:lnTo>
                    <a:pt x="1635844" y="5961424"/>
                  </a:lnTo>
                  <a:lnTo>
                    <a:pt x="1570714" y="5959968"/>
                  </a:lnTo>
                  <a:lnTo>
                    <a:pt x="1522991" y="5959008"/>
                  </a:lnTo>
                  <a:lnTo>
                    <a:pt x="1492471" y="5958454"/>
                  </a:lnTo>
                  <a:lnTo>
                    <a:pt x="1476814" y="5958196"/>
                  </a:lnTo>
                  <a:lnTo>
                    <a:pt x="1471748" y="5958120"/>
                  </a:lnTo>
                  <a:lnTo>
                    <a:pt x="1471387" y="5958115"/>
                  </a:lnTo>
                  <a:lnTo>
                    <a:pt x="0" y="5958115"/>
                  </a:lnTo>
                  <a:close/>
                </a:path>
              </a:pathLst>
            </a:custGeom>
            <a:solidFill>
              <a:srgbClr val="D9B26F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641" name="pl1641"/>
            <p:cNvSpPr/>
            <p:nvPr/>
          </p:nvSpPr>
          <p:spPr>
            <a:xfrm>
              <a:off x="4799595" y="3933626"/>
              <a:ext cx="11981298" cy="6660993"/>
            </a:xfrm>
            <a:custGeom>
              <a:avLst/>
              <a:pathLst>
                <a:path w="11981298" h="6660993">
                  <a:moveTo>
                    <a:pt x="0" y="5958115"/>
                  </a:moveTo>
                  <a:lnTo>
                    <a:pt x="1471387" y="5958115"/>
                  </a:lnTo>
                  <a:lnTo>
                    <a:pt x="1472619" y="5958133"/>
                  </a:lnTo>
                  <a:lnTo>
                    <a:pt x="1480702" y="5958258"/>
                  </a:lnTo>
                  <a:lnTo>
                    <a:pt x="1501027" y="5958604"/>
                  </a:lnTo>
                  <a:lnTo>
                    <a:pt x="1537243" y="5959284"/>
                  </a:lnTo>
                  <a:lnTo>
                    <a:pt x="1590974" y="5960404"/>
                  </a:lnTo>
                  <a:lnTo>
                    <a:pt x="1661702" y="5962046"/>
                  </a:lnTo>
                  <a:lnTo>
                    <a:pt x="1746987" y="5964265"/>
                  </a:lnTo>
                  <a:lnTo>
                    <a:pt x="1843034" y="5967085"/>
                  </a:lnTo>
                  <a:lnTo>
                    <a:pt x="1945449" y="5970510"/>
                  </a:lnTo>
                  <a:lnTo>
                    <a:pt x="2049966" y="5974526"/>
                  </a:lnTo>
                  <a:lnTo>
                    <a:pt x="2152975" y="5979122"/>
                  </a:lnTo>
                  <a:lnTo>
                    <a:pt x="2251788" y="5984294"/>
                  </a:lnTo>
                  <a:lnTo>
                    <a:pt x="2344672" y="5990055"/>
                  </a:lnTo>
                  <a:lnTo>
                    <a:pt x="2430741" y="5996441"/>
                  </a:lnTo>
                  <a:lnTo>
                    <a:pt x="2509768" y="6003508"/>
                  </a:lnTo>
                  <a:lnTo>
                    <a:pt x="2582005" y="6011336"/>
                  </a:lnTo>
                  <a:lnTo>
                    <a:pt x="2648009" y="6020024"/>
                  </a:lnTo>
                  <a:lnTo>
                    <a:pt x="2708524" y="6029688"/>
                  </a:lnTo>
                  <a:lnTo>
                    <a:pt x="2764378" y="6040452"/>
                  </a:lnTo>
                  <a:lnTo>
                    <a:pt x="2816420" y="6052439"/>
                  </a:lnTo>
                  <a:lnTo>
                    <a:pt x="2865462" y="6065742"/>
                  </a:lnTo>
                  <a:lnTo>
                    <a:pt x="2896531" y="6075262"/>
                  </a:lnTo>
                  <a:lnTo>
                    <a:pt x="2949750" y="6093594"/>
                  </a:lnTo>
                  <a:lnTo>
                    <a:pt x="3001275" y="6113831"/>
                  </a:lnTo>
                  <a:lnTo>
                    <a:pt x="3051759" y="6135998"/>
                  </a:lnTo>
                  <a:lnTo>
                    <a:pt x="3101674" y="6160055"/>
                  </a:lnTo>
                  <a:lnTo>
                    <a:pt x="3151350" y="6185883"/>
                  </a:lnTo>
                  <a:lnTo>
                    <a:pt x="3200994" y="6213284"/>
                  </a:lnTo>
                  <a:lnTo>
                    <a:pt x="3250714" y="6241981"/>
                  </a:lnTo>
                  <a:lnTo>
                    <a:pt x="3300538" y="6271627"/>
                  </a:lnTo>
                  <a:lnTo>
                    <a:pt x="3350440" y="6301819"/>
                  </a:lnTo>
                  <a:lnTo>
                    <a:pt x="3400359" y="6332124"/>
                  </a:lnTo>
                  <a:lnTo>
                    <a:pt x="3450229" y="6362101"/>
                  </a:lnTo>
                  <a:lnTo>
                    <a:pt x="3500002" y="6391329"/>
                  </a:lnTo>
                  <a:lnTo>
                    <a:pt x="3549676" y="6419431"/>
                  </a:lnTo>
                  <a:lnTo>
                    <a:pt x="3599317" y="6446091"/>
                  </a:lnTo>
                  <a:lnTo>
                    <a:pt x="3649077" y="6471071"/>
                  </a:lnTo>
                  <a:lnTo>
                    <a:pt x="3699222" y="6494212"/>
                  </a:lnTo>
                  <a:lnTo>
                    <a:pt x="3750147" y="6515434"/>
                  </a:lnTo>
                  <a:lnTo>
                    <a:pt x="3802407" y="6534731"/>
                  </a:lnTo>
                  <a:lnTo>
                    <a:pt x="3829811" y="6543847"/>
                  </a:lnTo>
                  <a:lnTo>
                    <a:pt x="3877278" y="6558045"/>
                  </a:lnTo>
                  <a:lnTo>
                    <a:pt x="3927255" y="6570892"/>
                  </a:lnTo>
                  <a:lnTo>
                    <a:pt x="3980500" y="6582450"/>
                  </a:lnTo>
                  <a:lnTo>
                    <a:pt x="4037844" y="6592826"/>
                  </a:lnTo>
                  <a:lnTo>
                    <a:pt x="4100136" y="6602144"/>
                  </a:lnTo>
                  <a:lnTo>
                    <a:pt x="4168185" y="6610527"/>
                  </a:lnTo>
                  <a:lnTo>
                    <a:pt x="4242682" y="6618086"/>
                  </a:lnTo>
                  <a:lnTo>
                    <a:pt x="4324097" y="6624914"/>
                  </a:lnTo>
                  <a:lnTo>
                    <a:pt x="4412540" y="6631082"/>
                  </a:lnTo>
                  <a:lnTo>
                    <a:pt x="4507580" y="6636640"/>
                  </a:lnTo>
                  <a:lnTo>
                    <a:pt x="4608061" y="6641615"/>
                  </a:lnTo>
                  <a:lnTo>
                    <a:pt x="4711934" y="6646014"/>
                  </a:lnTo>
                  <a:lnTo>
                    <a:pt x="4816182" y="6649831"/>
                  </a:lnTo>
                  <a:lnTo>
                    <a:pt x="4916929" y="6653051"/>
                  </a:lnTo>
                  <a:lnTo>
                    <a:pt x="5009793" y="6655666"/>
                  </a:lnTo>
                  <a:lnTo>
                    <a:pt x="5090498" y="6657684"/>
                  </a:lnTo>
                  <a:lnTo>
                    <a:pt x="5155628" y="6659140"/>
                  </a:lnTo>
                  <a:lnTo>
                    <a:pt x="5203351" y="6660100"/>
                  </a:lnTo>
                  <a:lnTo>
                    <a:pt x="5233871" y="6660654"/>
                  </a:lnTo>
                  <a:lnTo>
                    <a:pt x="5249528" y="6660912"/>
                  </a:lnTo>
                  <a:lnTo>
                    <a:pt x="5254595" y="6660988"/>
                  </a:lnTo>
                  <a:lnTo>
                    <a:pt x="5254955" y="6660993"/>
                  </a:lnTo>
                  <a:lnTo>
                    <a:pt x="6726343" y="6660993"/>
                  </a:lnTo>
                  <a:lnTo>
                    <a:pt x="6727118" y="6660890"/>
                  </a:lnTo>
                  <a:lnTo>
                    <a:pt x="6732252" y="6660153"/>
                  </a:lnTo>
                  <a:lnTo>
                    <a:pt x="6745333" y="6658120"/>
                  </a:lnTo>
                  <a:lnTo>
                    <a:pt x="6769058" y="6654111"/>
                  </a:lnTo>
                  <a:lnTo>
                    <a:pt x="6805110" y="6647468"/>
                  </a:lnTo>
                  <a:lnTo>
                    <a:pt x="6854038" y="6637609"/>
                  </a:lnTo>
                  <a:lnTo>
                    <a:pt x="6915256" y="6624070"/>
                  </a:lnTo>
                  <a:lnTo>
                    <a:pt x="6987169" y="6606538"/>
                  </a:lnTo>
                  <a:lnTo>
                    <a:pt x="7067452" y="6584850"/>
                  </a:lnTo>
                  <a:lnTo>
                    <a:pt x="7153390" y="6558973"/>
                  </a:lnTo>
                  <a:lnTo>
                    <a:pt x="7242230" y="6528956"/>
                  </a:lnTo>
                  <a:lnTo>
                    <a:pt x="7331463" y="6494882"/>
                  </a:lnTo>
                  <a:lnTo>
                    <a:pt x="7419010" y="6456813"/>
                  </a:lnTo>
                  <a:lnTo>
                    <a:pt x="7503305" y="6414756"/>
                  </a:lnTo>
                  <a:lnTo>
                    <a:pt x="7583289" y="6368627"/>
                  </a:lnTo>
                  <a:lnTo>
                    <a:pt x="7658362" y="6318234"/>
                  </a:lnTo>
                  <a:lnTo>
                    <a:pt x="7728294" y="6263276"/>
                  </a:lnTo>
                  <a:lnTo>
                    <a:pt x="7793138" y="6203334"/>
                  </a:lnTo>
                  <a:lnTo>
                    <a:pt x="7853154" y="6137883"/>
                  </a:lnTo>
                  <a:lnTo>
                    <a:pt x="7908735" y="6066300"/>
                  </a:lnTo>
                  <a:lnTo>
                    <a:pt x="7960359" y="5987885"/>
                  </a:lnTo>
                  <a:lnTo>
                    <a:pt x="8008546" y="5901900"/>
                  </a:lnTo>
                  <a:lnTo>
                    <a:pt x="8053827" y="5807614"/>
                  </a:lnTo>
                  <a:lnTo>
                    <a:pt x="8096720" y="5704400"/>
                  </a:lnTo>
                  <a:lnTo>
                    <a:pt x="8137704" y="5591857"/>
                  </a:lnTo>
                  <a:lnTo>
                    <a:pt x="8151487" y="5550828"/>
                  </a:lnTo>
                  <a:lnTo>
                    <a:pt x="8177279" y="5469696"/>
                  </a:lnTo>
                  <a:lnTo>
                    <a:pt x="8202586" y="5384486"/>
                  </a:lnTo>
                  <a:lnTo>
                    <a:pt x="8227500" y="5295120"/>
                  </a:lnTo>
                  <a:lnTo>
                    <a:pt x="8252099" y="5201550"/>
                  </a:lnTo>
                  <a:lnTo>
                    <a:pt x="8276451" y="5103759"/>
                  </a:lnTo>
                  <a:lnTo>
                    <a:pt x="8300613" y="5001763"/>
                  </a:lnTo>
                  <a:lnTo>
                    <a:pt x="8324635" y="4895616"/>
                  </a:lnTo>
                  <a:lnTo>
                    <a:pt x="8348559" y="4785410"/>
                  </a:lnTo>
                  <a:lnTo>
                    <a:pt x="8372420" y="4671276"/>
                  </a:lnTo>
                  <a:lnTo>
                    <a:pt x="8396245" y="4553385"/>
                  </a:lnTo>
                  <a:lnTo>
                    <a:pt x="8420056" y="4431950"/>
                  </a:lnTo>
                  <a:lnTo>
                    <a:pt x="8443871" y="4307224"/>
                  </a:lnTo>
                  <a:lnTo>
                    <a:pt x="8467700" y="4179499"/>
                  </a:lnTo>
                  <a:lnTo>
                    <a:pt x="8491550" y="4049106"/>
                  </a:lnTo>
                  <a:lnTo>
                    <a:pt x="8515425" y="3916407"/>
                  </a:lnTo>
                  <a:lnTo>
                    <a:pt x="8539325" y="3781795"/>
                  </a:lnTo>
                  <a:lnTo>
                    <a:pt x="8563246" y="3645691"/>
                  </a:lnTo>
                  <a:lnTo>
                    <a:pt x="8587184" y="3508535"/>
                  </a:lnTo>
                  <a:lnTo>
                    <a:pt x="8611131" y="3370779"/>
                  </a:lnTo>
                  <a:lnTo>
                    <a:pt x="8635081" y="3232888"/>
                  </a:lnTo>
                  <a:lnTo>
                    <a:pt x="8659025" y="3095326"/>
                  </a:lnTo>
                  <a:lnTo>
                    <a:pt x="8682956" y="2958552"/>
                  </a:lnTo>
                  <a:lnTo>
                    <a:pt x="8706869" y="2823017"/>
                  </a:lnTo>
                  <a:lnTo>
                    <a:pt x="8730759" y="2689151"/>
                  </a:lnTo>
                  <a:lnTo>
                    <a:pt x="8754624" y="2557364"/>
                  </a:lnTo>
                  <a:lnTo>
                    <a:pt x="8778464" y="2428038"/>
                  </a:lnTo>
                  <a:lnTo>
                    <a:pt x="8802286" y="2301523"/>
                  </a:lnTo>
                  <a:lnTo>
                    <a:pt x="8826098" y="2178132"/>
                  </a:lnTo>
                  <a:lnTo>
                    <a:pt x="8849913" y="2058142"/>
                  </a:lnTo>
                  <a:lnTo>
                    <a:pt x="8873749" y="1941790"/>
                  </a:lnTo>
                  <a:lnTo>
                    <a:pt x="8897633" y="1829270"/>
                  </a:lnTo>
                  <a:lnTo>
                    <a:pt x="8921593" y="1720739"/>
                  </a:lnTo>
                  <a:lnTo>
                    <a:pt x="8945668" y="1616309"/>
                  </a:lnTo>
                  <a:lnTo>
                    <a:pt x="8969902" y="1516058"/>
                  </a:lnTo>
                  <a:lnTo>
                    <a:pt x="8994349" y="1420021"/>
                  </a:lnTo>
                  <a:lnTo>
                    <a:pt x="9019070" y="1328203"/>
                  </a:lnTo>
                  <a:lnTo>
                    <a:pt x="9044138" y="1240573"/>
                  </a:lnTo>
                  <a:lnTo>
                    <a:pt x="9069635" y="1157070"/>
                  </a:lnTo>
                  <a:lnTo>
                    <a:pt x="9084767" y="1110165"/>
                  </a:lnTo>
                  <a:lnTo>
                    <a:pt x="9125192" y="994379"/>
                  </a:lnTo>
                  <a:lnTo>
                    <a:pt x="9167374" y="887973"/>
                  </a:lnTo>
                  <a:lnTo>
                    <a:pt x="9211774" y="790668"/>
                  </a:lnTo>
                  <a:lnTo>
                    <a:pt x="9258898" y="701897"/>
                  </a:lnTo>
                  <a:lnTo>
                    <a:pt x="9309276" y="620953"/>
                  </a:lnTo>
                  <a:lnTo>
                    <a:pt x="9363434" y="547094"/>
                  </a:lnTo>
                  <a:lnTo>
                    <a:pt x="9421869" y="479600"/>
                  </a:lnTo>
                  <a:lnTo>
                    <a:pt x="9485009" y="417821"/>
                  </a:lnTo>
                  <a:lnTo>
                    <a:pt x="9553166" y="361196"/>
                  </a:lnTo>
                  <a:lnTo>
                    <a:pt x="9626474" y="309267"/>
                  </a:lnTo>
                  <a:lnTo>
                    <a:pt x="9704811" y="261693"/>
                  </a:lnTo>
                  <a:lnTo>
                    <a:pt x="9787712" y="218245"/>
                  </a:lnTo>
                  <a:lnTo>
                    <a:pt x="9874287" y="178803"/>
                  </a:lnTo>
                  <a:lnTo>
                    <a:pt x="9963148" y="143345"/>
                  </a:lnTo>
                  <a:lnTo>
                    <a:pt x="10052388" y="111918"/>
                  </a:lnTo>
                  <a:lnTo>
                    <a:pt x="10139631" y="84603"/>
                  </a:lnTo>
                  <a:lnTo>
                    <a:pt x="10222182" y="61468"/>
                  </a:lnTo>
                  <a:lnTo>
                    <a:pt x="10297275" y="42512"/>
                  </a:lnTo>
                  <a:lnTo>
                    <a:pt x="10362409" y="27622"/>
                  </a:lnTo>
                  <a:lnTo>
                    <a:pt x="10415702" y="16538"/>
                  </a:lnTo>
                  <a:lnTo>
                    <a:pt x="10456195" y="8846"/>
                  </a:lnTo>
                  <a:lnTo>
                    <a:pt x="10484041" y="3999"/>
                  </a:lnTo>
                  <a:lnTo>
                    <a:pt x="10500540" y="1360"/>
                  </a:lnTo>
                  <a:lnTo>
                    <a:pt x="10508055" y="253"/>
                  </a:lnTo>
                  <a:lnTo>
                    <a:pt x="10509878" y="4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42" name="pl1642"/>
            <p:cNvSpPr/>
            <p:nvPr/>
          </p:nvSpPr>
          <p:spPr>
            <a:xfrm>
              <a:off x="4799595" y="3925453"/>
              <a:ext cx="11981298" cy="6660993"/>
            </a:xfrm>
            <a:custGeom>
              <a:avLst/>
              <a:pathLst>
                <a:path w="11981298" h="6660993">
                  <a:moveTo>
                    <a:pt x="11981298" y="0"/>
                  </a:moveTo>
                  <a:lnTo>
                    <a:pt x="10509911" y="0"/>
                  </a:lnTo>
                  <a:lnTo>
                    <a:pt x="10509136" y="103"/>
                  </a:lnTo>
                  <a:lnTo>
                    <a:pt x="10504001" y="839"/>
                  </a:lnTo>
                  <a:lnTo>
                    <a:pt x="10490920" y="2872"/>
                  </a:lnTo>
                  <a:lnTo>
                    <a:pt x="10467195" y="6882"/>
                  </a:lnTo>
                  <a:lnTo>
                    <a:pt x="10431144" y="13524"/>
                  </a:lnTo>
                  <a:lnTo>
                    <a:pt x="10382215" y="23384"/>
                  </a:lnTo>
                  <a:lnTo>
                    <a:pt x="10320997" y="36922"/>
                  </a:lnTo>
                  <a:lnTo>
                    <a:pt x="10249084" y="54455"/>
                  </a:lnTo>
                  <a:lnTo>
                    <a:pt x="10168801" y="76142"/>
                  </a:lnTo>
                  <a:lnTo>
                    <a:pt x="10082863" y="102020"/>
                  </a:lnTo>
                  <a:lnTo>
                    <a:pt x="9994023" y="132037"/>
                  </a:lnTo>
                  <a:lnTo>
                    <a:pt x="9904790" y="166111"/>
                  </a:lnTo>
                  <a:lnTo>
                    <a:pt x="9817243" y="204179"/>
                  </a:lnTo>
                  <a:lnTo>
                    <a:pt x="9732949" y="246236"/>
                  </a:lnTo>
                  <a:lnTo>
                    <a:pt x="9652964" y="292366"/>
                  </a:lnTo>
                  <a:lnTo>
                    <a:pt x="9577891" y="342758"/>
                  </a:lnTo>
                  <a:lnTo>
                    <a:pt x="9507959" y="397717"/>
                  </a:lnTo>
                  <a:lnTo>
                    <a:pt x="9443115" y="457658"/>
                  </a:lnTo>
                  <a:lnTo>
                    <a:pt x="9383100" y="523109"/>
                  </a:lnTo>
                  <a:lnTo>
                    <a:pt x="9327518" y="594693"/>
                  </a:lnTo>
                  <a:lnTo>
                    <a:pt x="9275894" y="673107"/>
                  </a:lnTo>
                  <a:lnTo>
                    <a:pt x="9227707" y="759093"/>
                  </a:lnTo>
                  <a:lnTo>
                    <a:pt x="9182426" y="853378"/>
                  </a:lnTo>
                  <a:lnTo>
                    <a:pt x="9139533" y="956593"/>
                  </a:lnTo>
                  <a:lnTo>
                    <a:pt x="9098549" y="1069135"/>
                  </a:lnTo>
                  <a:lnTo>
                    <a:pt x="9084767" y="1110165"/>
                  </a:lnTo>
                  <a:lnTo>
                    <a:pt x="9058975" y="1191297"/>
                  </a:lnTo>
                  <a:lnTo>
                    <a:pt x="9033667" y="1276507"/>
                  </a:lnTo>
                  <a:lnTo>
                    <a:pt x="9008753" y="1365872"/>
                  </a:lnTo>
                  <a:lnTo>
                    <a:pt x="8984154" y="1459443"/>
                  </a:lnTo>
                  <a:lnTo>
                    <a:pt x="8959802" y="1557234"/>
                  </a:lnTo>
                  <a:lnTo>
                    <a:pt x="8935640" y="1659230"/>
                  </a:lnTo>
                  <a:lnTo>
                    <a:pt x="8911618" y="1765376"/>
                  </a:lnTo>
                  <a:lnTo>
                    <a:pt x="8887694" y="1875582"/>
                  </a:lnTo>
                  <a:lnTo>
                    <a:pt x="8863833" y="1989717"/>
                  </a:lnTo>
                  <a:lnTo>
                    <a:pt x="8840008" y="2107608"/>
                  </a:lnTo>
                  <a:lnTo>
                    <a:pt x="8816197" y="2229043"/>
                  </a:lnTo>
                  <a:lnTo>
                    <a:pt x="8792382" y="2353769"/>
                  </a:lnTo>
                  <a:lnTo>
                    <a:pt x="8768553" y="2481493"/>
                  </a:lnTo>
                  <a:lnTo>
                    <a:pt x="8744703" y="2611887"/>
                  </a:lnTo>
                  <a:lnTo>
                    <a:pt x="8720828" y="2744586"/>
                  </a:lnTo>
                  <a:lnTo>
                    <a:pt x="8696928" y="2879197"/>
                  </a:lnTo>
                  <a:lnTo>
                    <a:pt x="8673007" y="3015301"/>
                  </a:lnTo>
                  <a:lnTo>
                    <a:pt x="8649069" y="3152458"/>
                  </a:lnTo>
                  <a:lnTo>
                    <a:pt x="8625122" y="3290213"/>
                  </a:lnTo>
                  <a:lnTo>
                    <a:pt x="8601172" y="3428105"/>
                  </a:lnTo>
                  <a:lnTo>
                    <a:pt x="8577228" y="3565667"/>
                  </a:lnTo>
                  <a:lnTo>
                    <a:pt x="8553297" y="3702440"/>
                  </a:lnTo>
                  <a:lnTo>
                    <a:pt x="8529384" y="3837976"/>
                  </a:lnTo>
                  <a:lnTo>
                    <a:pt x="8505494" y="3971842"/>
                  </a:lnTo>
                  <a:lnTo>
                    <a:pt x="8481630" y="4103629"/>
                  </a:lnTo>
                  <a:lnTo>
                    <a:pt x="8457789" y="4232954"/>
                  </a:lnTo>
                  <a:lnTo>
                    <a:pt x="8433967" y="4359470"/>
                  </a:lnTo>
                  <a:lnTo>
                    <a:pt x="8410156" y="4482861"/>
                  </a:lnTo>
                  <a:lnTo>
                    <a:pt x="8386341" y="4602850"/>
                  </a:lnTo>
                  <a:lnTo>
                    <a:pt x="8362504" y="4719203"/>
                  </a:lnTo>
                  <a:lnTo>
                    <a:pt x="8338621" y="4831722"/>
                  </a:lnTo>
                  <a:lnTo>
                    <a:pt x="8314660" y="4940254"/>
                  </a:lnTo>
                  <a:lnTo>
                    <a:pt x="8290585" y="5044683"/>
                  </a:lnTo>
                  <a:lnTo>
                    <a:pt x="8266351" y="5144935"/>
                  </a:lnTo>
                  <a:lnTo>
                    <a:pt x="8241904" y="5240971"/>
                  </a:lnTo>
                  <a:lnTo>
                    <a:pt x="8217183" y="5332789"/>
                  </a:lnTo>
                  <a:lnTo>
                    <a:pt x="8192115" y="5420420"/>
                  </a:lnTo>
                  <a:lnTo>
                    <a:pt x="8166618" y="5503923"/>
                  </a:lnTo>
                  <a:lnTo>
                    <a:pt x="8151487" y="5550828"/>
                  </a:lnTo>
                  <a:lnTo>
                    <a:pt x="8111061" y="5666613"/>
                  </a:lnTo>
                  <a:lnTo>
                    <a:pt x="8068879" y="5773019"/>
                  </a:lnTo>
                  <a:lnTo>
                    <a:pt x="8024479" y="5870324"/>
                  </a:lnTo>
                  <a:lnTo>
                    <a:pt x="7977355" y="5959096"/>
                  </a:lnTo>
                  <a:lnTo>
                    <a:pt x="7926977" y="6040039"/>
                  </a:lnTo>
                  <a:lnTo>
                    <a:pt x="7872819" y="6113899"/>
                  </a:lnTo>
                  <a:lnTo>
                    <a:pt x="7814384" y="6181392"/>
                  </a:lnTo>
                  <a:lnTo>
                    <a:pt x="7751244" y="6243171"/>
                  </a:lnTo>
                  <a:lnTo>
                    <a:pt x="7683087" y="6299797"/>
                  </a:lnTo>
                  <a:lnTo>
                    <a:pt x="7609779" y="6351725"/>
                  </a:lnTo>
                  <a:lnTo>
                    <a:pt x="7531442" y="6399300"/>
                  </a:lnTo>
                  <a:lnTo>
                    <a:pt x="7448541" y="6442748"/>
                  </a:lnTo>
                  <a:lnTo>
                    <a:pt x="7361966" y="6482190"/>
                  </a:lnTo>
                  <a:lnTo>
                    <a:pt x="7273105" y="6517648"/>
                  </a:lnTo>
                  <a:lnTo>
                    <a:pt x="7183865" y="6549075"/>
                  </a:lnTo>
                  <a:lnTo>
                    <a:pt x="7096622" y="6576390"/>
                  </a:lnTo>
                  <a:lnTo>
                    <a:pt x="7014071" y="6599525"/>
                  </a:lnTo>
                  <a:lnTo>
                    <a:pt x="6938978" y="6618481"/>
                  </a:lnTo>
                  <a:lnTo>
                    <a:pt x="6873844" y="6633370"/>
                  </a:lnTo>
                  <a:lnTo>
                    <a:pt x="6820552" y="6644455"/>
                  </a:lnTo>
                  <a:lnTo>
                    <a:pt x="6780058" y="6652147"/>
                  </a:lnTo>
                  <a:lnTo>
                    <a:pt x="6752212" y="6656994"/>
                  </a:lnTo>
                  <a:lnTo>
                    <a:pt x="6735714" y="6659633"/>
                  </a:lnTo>
                  <a:lnTo>
                    <a:pt x="6728198" y="6660740"/>
                  </a:lnTo>
                  <a:lnTo>
                    <a:pt x="6726376" y="6660989"/>
                  </a:lnTo>
                  <a:lnTo>
                    <a:pt x="6726343" y="6660993"/>
                  </a:lnTo>
                  <a:lnTo>
                    <a:pt x="5254955" y="6660993"/>
                  </a:lnTo>
                  <a:lnTo>
                    <a:pt x="5253723" y="6660976"/>
                  </a:lnTo>
                  <a:lnTo>
                    <a:pt x="5245641" y="6660850"/>
                  </a:lnTo>
                  <a:lnTo>
                    <a:pt x="5225315" y="6660505"/>
                  </a:lnTo>
                  <a:lnTo>
                    <a:pt x="5189099" y="6659824"/>
                  </a:lnTo>
                  <a:lnTo>
                    <a:pt x="5135368" y="6658704"/>
                  </a:lnTo>
                  <a:lnTo>
                    <a:pt x="5064640" y="6657063"/>
                  </a:lnTo>
                  <a:lnTo>
                    <a:pt x="4979355" y="6654844"/>
                  </a:lnTo>
                  <a:lnTo>
                    <a:pt x="4883308" y="6652023"/>
                  </a:lnTo>
                  <a:lnTo>
                    <a:pt x="4780893" y="6648599"/>
                  </a:lnTo>
                  <a:lnTo>
                    <a:pt x="4676376" y="6644582"/>
                  </a:lnTo>
                  <a:lnTo>
                    <a:pt x="4573367" y="6639987"/>
                  </a:lnTo>
                  <a:lnTo>
                    <a:pt x="4474554" y="6634815"/>
                  </a:lnTo>
                  <a:lnTo>
                    <a:pt x="4381670" y="6629053"/>
                  </a:lnTo>
                  <a:lnTo>
                    <a:pt x="4295602" y="6622668"/>
                  </a:lnTo>
                  <a:lnTo>
                    <a:pt x="4216574" y="6615600"/>
                  </a:lnTo>
                  <a:lnTo>
                    <a:pt x="4144338" y="6607773"/>
                  </a:lnTo>
                  <a:lnTo>
                    <a:pt x="4078333" y="6599085"/>
                  </a:lnTo>
                  <a:lnTo>
                    <a:pt x="4017819" y="6589421"/>
                  </a:lnTo>
                  <a:lnTo>
                    <a:pt x="3961965" y="6578656"/>
                  </a:lnTo>
                  <a:lnTo>
                    <a:pt x="3909922" y="6566670"/>
                  </a:lnTo>
                  <a:lnTo>
                    <a:pt x="3860880" y="6553366"/>
                  </a:lnTo>
                  <a:lnTo>
                    <a:pt x="3829811" y="6543847"/>
                  </a:lnTo>
                  <a:lnTo>
                    <a:pt x="3776592" y="6525514"/>
                  </a:lnTo>
                  <a:lnTo>
                    <a:pt x="3725067" y="6505278"/>
                  </a:lnTo>
                  <a:lnTo>
                    <a:pt x="3674584" y="6483110"/>
                  </a:lnTo>
                  <a:lnTo>
                    <a:pt x="3624668" y="6459054"/>
                  </a:lnTo>
                  <a:lnTo>
                    <a:pt x="3574992" y="6433225"/>
                  </a:lnTo>
                  <a:lnTo>
                    <a:pt x="3525348" y="6405824"/>
                  </a:lnTo>
                  <a:lnTo>
                    <a:pt x="3475628" y="6377127"/>
                  </a:lnTo>
                  <a:lnTo>
                    <a:pt x="3425804" y="6347482"/>
                  </a:lnTo>
                  <a:lnTo>
                    <a:pt x="3375902" y="6317289"/>
                  </a:lnTo>
                  <a:lnTo>
                    <a:pt x="3325983" y="6286984"/>
                  </a:lnTo>
                  <a:lnTo>
                    <a:pt x="3276114" y="6257007"/>
                  </a:lnTo>
                  <a:lnTo>
                    <a:pt x="3226340" y="6227779"/>
                  </a:lnTo>
                  <a:lnTo>
                    <a:pt x="3176666" y="6199678"/>
                  </a:lnTo>
                  <a:lnTo>
                    <a:pt x="3127025" y="6173017"/>
                  </a:lnTo>
                  <a:lnTo>
                    <a:pt x="3077265" y="6148037"/>
                  </a:lnTo>
                  <a:lnTo>
                    <a:pt x="3027120" y="6124896"/>
                  </a:lnTo>
                  <a:lnTo>
                    <a:pt x="2976196" y="6103674"/>
                  </a:lnTo>
                  <a:lnTo>
                    <a:pt x="2923935" y="6084378"/>
                  </a:lnTo>
                  <a:lnTo>
                    <a:pt x="2896531" y="6075262"/>
                  </a:lnTo>
                  <a:lnTo>
                    <a:pt x="2849064" y="6061064"/>
                  </a:lnTo>
                  <a:lnTo>
                    <a:pt x="2799087" y="6048216"/>
                  </a:lnTo>
                  <a:lnTo>
                    <a:pt x="2745842" y="6036658"/>
                  </a:lnTo>
                  <a:lnTo>
                    <a:pt x="2688498" y="6026282"/>
                  </a:lnTo>
                  <a:lnTo>
                    <a:pt x="2626206" y="6016964"/>
                  </a:lnTo>
                  <a:lnTo>
                    <a:pt x="2558157" y="6008581"/>
                  </a:lnTo>
                  <a:lnTo>
                    <a:pt x="2483660" y="6001022"/>
                  </a:lnTo>
                  <a:lnTo>
                    <a:pt x="2402245" y="5994195"/>
                  </a:lnTo>
                  <a:lnTo>
                    <a:pt x="2313803" y="5988027"/>
                  </a:lnTo>
                  <a:lnTo>
                    <a:pt x="2218762" y="5982469"/>
                  </a:lnTo>
                  <a:lnTo>
                    <a:pt x="2118281" y="5977493"/>
                  </a:lnTo>
                  <a:lnTo>
                    <a:pt x="2014408" y="5973094"/>
                  </a:lnTo>
                  <a:lnTo>
                    <a:pt x="1910160" y="5969277"/>
                  </a:lnTo>
                  <a:lnTo>
                    <a:pt x="1809413" y="5966058"/>
                  </a:lnTo>
                  <a:lnTo>
                    <a:pt x="1716549" y="5963443"/>
                  </a:lnTo>
                  <a:lnTo>
                    <a:pt x="1635844" y="5961424"/>
                  </a:lnTo>
                  <a:lnTo>
                    <a:pt x="1570714" y="5959968"/>
                  </a:lnTo>
                  <a:lnTo>
                    <a:pt x="1522991" y="5959008"/>
                  </a:lnTo>
                  <a:lnTo>
                    <a:pt x="1492471" y="5958454"/>
                  </a:lnTo>
                  <a:lnTo>
                    <a:pt x="1476814" y="5958196"/>
                  </a:lnTo>
                  <a:lnTo>
                    <a:pt x="1471748" y="5958120"/>
                  </a:lnTo>
                  <a:lnTo>
                    <a:pt x="1471387" y="5958115"/>
                  </a:lnTo>
                  <a:lnTo>
                    <a:pt x="0" y="595811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43" name="pg1643"/>
            <p:cNvSpPr/>
            <p:nvPr/>
          </p:nvSpPr>
          <p:spPr>
            <a:xfrm>
              <a:off x="4799595" y="9891742"/>
              <a:ext cx="11981298" cy="931721"/>
            </a:xfrm>
            <a:custGeom>
              <a:avLst/>
              <a:pathLst>
                <a:path w="11981298" h="931721">
                  <a:moveTo>
                    <a:pt x="0" y="8172"/>
                  </a:moveTo>
                  <a:lnTo>
                    <a:pt x="1471387" y="8172"/>
                  </a:lnTo>
                  <a:lnTo>
                    <a:pt x="1472614" y="8195"/>
                  </a:lnTo>
                  <a:lnTo>
                    <a:pt x="1480669" y="8359"/>
                  </a:lnTo>
                  <a:lnTo>
                    <a:pt x="1500926" y="8812"/>
                  </a:lnTo>
                  <a:lnTo>
                    <a:pt x="1537025" y="9703"/>
                  </a:lnTo>
                  <a:lnTo>
                    <a:pt x="1590595" y="11169"/>
                  </a:lnTo>
                  <a:lnTo>
                    <a:pt x="1661130" y="13319"/>
                  </a:lnTo>
                  <a:lnTo>
                    <a:pt x="1746210" y="16224"/>
                  </a:lnTo>
                  <a:lnTo>
                    <a:pt x="1842063" y="19919"/>
                  </a:lnTo>
                  <a:lnTo>
                    <a:pt x="1944310" y="24405"/>
                  </a:lnTo>
                  <a:lnTo>
                    <a:pt x="2048699" y="29667"/>
                  </a:lnTo>
                  <a:lnTo>
                    <a:pt x="2151621" y="35688"/>
                  </a:lnTo>
                  <a:lnTo>
                    <a:pt x="2250386" y="42465"/>
                  </a:lnTo>
                  <a:lnTo>
                    <a:pt x="2343256" y="50014"/>
                  </a:lnTo>
                  <a:lnTo>
                    <a:pt x="2429335" y="58381"/>
                  </a:lnTo>
                  <a:lnTo>
                    <a:pt x="2508390" y="67639"/>
                  </a:lnTo>
                  <a:lnTo>
                    <a:pt x="2580662" y="77892"/>
                  </a:lnTo>
                  <a:lnTo>
                    <a:pt x="2646704" y="89269"/>
                  </a:lnTo>
                  <a:lnTo>
                    <a:pt x="2707253" y="101923"/>
                  </a:lnTo>
                  <a:lnTo>
                    <a:pt x="2763134" y="116015"/>
                  </a:lnTo>
                  <a:lnTo>
                    <a:pt x="2815194" y="131706"/>
                  </a:lnTo>
                  <a:lnTo>
                    <a:pt x="2864242" y="149121"/>
                  </a:lnTo>
                  <a:lnTo>
                    <a:pt x="2896531" y="162097"/>
                  </a:lnTo>
                  <a:lnTo>
                    <a:pt x="2947996" y="185337"/>
                  </a:lnTo>
                  <a:lnTo>
                    <a:pt x="2997856" y="210911"/>
                  </a:lnTo>
                  <a:lnTo>
                    <a:pt x="3046709" y="238856"/>
                  </a:lnTo>
                  <a:lnTo>
                    <a:pt x="3094995" y="269130"/>
                  </a:lnTo>
                  <a:lnTo>
                    <a:pt x="3143023" y="301603"/>
                  </a:lnTo>
                  <a:lnTo>
                    <a:pt x="3190997" y="336055"/>
                  </a:lnTo>
                  <a:lnTo>
                    <a:pt x="3239027" y="372173"/>
                  </a:lnTo>
                  <a:lnTo>
                    <a:pt x="3287155" y="409563"/>
                  </a:lnTo>
                  <a:lnTo>
                    <a:pt x="3335366" y="447762"/>
                  </a:lnTo>
                  <a:lnTo>
                    <a:pt x="3383613" y="486262"/>
                  </a:lnTo>
                  <a:lnTo>
                    <a:pt x="3431833" y="524540"/>
                  </a:lnTo>
                  <a:lnTo>
                    <a:pt x="3479975" y="562085"/>
                  </a:lnTo>
                  <a:lnTo>
                    <a:pt x="3528020" y="598425"/>
                  </a:lnTo>
                  <a:lnTo>
                    <a:pt x="3575997" y="633154"/>
                  </a:lnTo>
                  <a:lnTo>
                    <a:pt x="3624006" y="665945"/>
                  </a:lnTo>
                  <a:lnTo>
                    <a:pt x="3672235" y="696565"/>
                  </a:lnTo>
                  <a:lnTo>
                    <a:pt x="3720977" y="724870"/>
                  </a:lnTo>
                  <a:lnTo>
                    <a:pt x="3770649" y="750806"/>
                  </a:lnTo>
                  <a:lnTo>
                    <a:pt x="3821823" y="774397"/>
                  </a:lnTo>
                  <a:lnTo>
                    <a:pt x="3829811" y="777797"/>
                  </a:lnTo>
                  <a:lnTo>
                    <a:pt x="3877219" y="796430"/>
                  </a:lnTo>
                  <a:lnTo>
                    <a:pt x="3927130" y="813294"/>
                  </a:lnTo>
                  <a:lnTo>
                    <a:pt x="3980299" y="828467"/>
                  </a:lnTo>
                  <a:lnTo>
                    <a:pt x="4037554" y="842090"/>
                  </a:lnTo>
                  <a:lnTo>
                    <a:pt x="4099741" y="854326"/>
                  </a:lnTo>
                  <a:lnTo>
                    <a:pt x="4167666" y="865335"/>
                  </a:lnTo>
                  <a:lnTo>
                    <a:pt x="4242020" y="875263"/>
                  </a:lnTo>
                  <a:lnTo>
                    <a:pt x="4323272" y="884232"/>
                  </a:lnTo>
                  <a:lnTo>
                    <a:pt x="4411535" y="892335"/>
                  </a:lnTo>
                  <a:lnTo>
                    <a:pt x="4506389" y="899638"/>
                  </a:lnTo>
                  <a:lnTo>
                    <a:pt x="4606690" y="906177"/>
                  </a:lnTo>
                  <a:lnTo>
                    <a:pt x="4710408" y="911961"/>
                  </a:lnTo>
                  <a:lnTo>
                    <a:pt x="4814551" y="916982"/>
                  </a:lnTo>
                  <a:lnTo>
                    <a:pt x="4915268" y="921220"/>
                  </a:lnTo>
                  <a:lnTo>
                    <a:pt x="5008197" y="924666"/>
                  </a:lnTo>
                  <a:lnTo>
                    <a:pt x="5089068" y="927329"/>
                  </a:lnTo>
                  <a:lnTo>
                    <a:pt x="5154456" y="929254"/>
                  </a:lnTo>
                  <a:lnTo>
                    <a:pt x="5202496" y="930526"/>
                  </a:lnTo>
                  <a:lnTo>
                    <a:pt x="5233347" y="931264"/>
                  </a:lnTo>
                  <a:lnTo>
                    <a:pt x="5249294" y="931610"/>
                  </a:lnTo>
                  <a:lnTo>
                    <a:pt x="5254552" y="931714"/>
                  </a:lnTo>
                  <a:lnTo>
                    <a:pt x="5254955" y="931721"/>
                  </a:lnTo>
                  <a:lnTo>
                    <a:pt x="6726343" y="931721"/>
                  </a:lnTo>
                  <a:lnTo>
                    <a:pt x="6727580" y="931715"/>
                  </a:lnTo>
                  <a:lnTo>
                    <a:pt x="6735697" y="931670"/>
                  </a:lnTo>
                  <a:lnTo>
                    <a:pt x="6756105" y="931544"/>
                  </a:lnTo>
                  <a:lnTo>
                    <a:pt x="6792462" y="931298"/>
                  </a:lnTo>
                  <a:lnTo>
                    <a:pt x="6846388" y="930893"/>
                  </a:lnTo>
                  <a:lnTo>
                    <a:pt x="6917349" y="930298"/>
                  </a:lnTo>
                  <a:lnTo>
                    <a:pt x="7002881" y="929495"/>
                  </a:lnTo>
                  <a:lnTo>
                    <a:pt x="7099162" y="928475"/>
                  </a:lnTo>
                  <a:lnTo>
                    <a:pt x="7201778" y="927236"/>
                  </a:lnTo>
                  <a:lnTo>
                    <a:pt x="7306450" y="925783"/>
                  </a:lnTo>
                  <a:lnTo>
                    <a:pt x="7409563" y="924121"/>
                  </a:lnTo>
                  <a:lnTo>
                    <a:pt x="7508431" y="922250"/>
                  </a:lnTo>
                  <a:lnTo>
                    <a:pt x="7601332" y="920166"/>
                  </a:lnTo>
                  <a:lnTo>
                    <a:pt x="7687388" y="917857"/>
                  </a:lnTo>
                  <a:lnTo>
                    <a:pt x="7766383" y="915300"/>
                  </a:lnTo>
                  <a:lnTo>
                    <a:pt x="7838576" y="912467"/>
                  </a:lnTo>
                  <a:lnTo>
                    <a:pt x="7904535" y="909323"/>
                  </a:lnTo>
                  <a:lnTo>
                    <a:pt x="7965008" y="905825"/>
                  </a:lnTo>
                  <a:lnTo>
                    <a:pt x="8020830" y="901928"/>
                  </a:lnTo>
                  <a:lnTo>
                    <a:pt x="8072851" y="897587"/>
                  </a:lnTo>
                  <a:lnTo>
                    <a:pt x="8121887" y="892770"/>
                  </a:lnTo>
                  <a:lnTo>
                    <a:pt x="8151487" y="889494"/>
                  </a:lnTo>
                  <a:lnTo>
                    <a:pt x="8207281" y="882542"/>
                  </a:lnTo>
                  <a:lnTo>
                    <a:pt x="8261248" y="874834"/>
                  </a:lnTo>
                  <a:lnTo>
                    <a:pt x="8314127" y="866360"/>
                  </a:lnTo>
                  <a:lnTo>
                    <a:pt x="8366441" y="857141"/>
                  </a:lnTo>
                  <a:lnTo>
                    <a:pt x="8418546" y="847232"/>
                  </a:lnTo>
                  <a:lnTo>
                    <a:pt x="8470653" y="836724"/>
                  </a:lnTo>
                  <a:lnTo>
                    <a:pt x="8522860" y="825740"/>
                  </a:lnTo>
                  <a:lnTo>
                    <a:pt x="8575178" y="814432"/>
                  </a:lnTo>
                  <a:lnTo>
                    <a:pt x="8627557" y="802974"/>
                  </a:lnTo>
                  <a:lnTo>
                    <a:pt x="8679922" y="791550"/>
                  </a:lnTo>
                  <a:lnTo>
                    <a:pt x="8732203" y="780340"/>
                  </a:lnTo>
                  <a:lnTo>
                    <a:pt x="8784369" y="769510"/>
                  </a:lnTo>
                  <a:lnTo>
                    <a:pt x="8836458" y="759205"/>
                  </a:lnTo>
                  <a:lnTo>
                    <a:pt x="8888607" y="749536"/>
                  </a:lnTo>
                  <a:lnTo>
                    <a:pt x="8941076" y="740581"/>
                  </a:lnTo>
                  <a:lnTo>
                    <a:pt x="8994276" y="732382"/>
                  </a:lnTo>
                  <a:lnTo>
                    <a:pt x="9048803" y="724949"/>
                  </a:lnTo>
                  <a:lnTo>
                    <a:pt x="9084767" y="720586"/>
                  </a:lnTo>
                  <a:lnTo>
                    <a:pt x="9132305" y="715461"/>
                  </a:lnTo>
                  <a:lnTo>
                    <a:pt x="9182361" y="710824"/>
                  </a:lnTo>
                  <a:lnTo>
                    <a:pt x="9235698" y="706653"/>
                  </a:lnTo>
                  <a:lnTo>
                    <a:pt x="9293150" y="702909"/>
                  </a:lnTo>
                  <a:lnTo>
                    <a:pt x="9355569" y="699548"/>
                  </a:lnTo>
                  <a:lnTo>
                    <a:pt x="9423767" y="696524"/>
                  </a:lnTo>
                  <a:lnTo>
                    <a:pt x="9498437" y="693798"/>
                  </a:lnTo>
                  <a:lnTo>
                    <a:pt x="9580049" y="691336"/>
                  </a:lnTo>
                  <a:lnTo>
                    <a:pt x="9668707" y="689113"/>
                  </a:lnTo>
                  <a:lnTo>
                    <a:pt x="9763972" y="687109"/>
                  </a:lnTo>
                  <a:lnTo>
                    <a:pt x="9864671" y="685316"/>
                  </a:lnTo>
                  <a:lnTo>
                    <a:pt x="9968729" y="683732"/>
                  </a:lnTo>
                  <a:lnTo>
                    <a:pt x="10073103" y="682358"/>
                  </a:lnTo>
                  <a:lnTo>
                    <a:pt x="10173884" y="681200"/>
                  </a:lnTo>
                  <a:lnTo>
                    <a:pt x="10266668" y="680260"/>
                  </a:lnTo>
                  <a:lnTo>
                    <a:pt x="10347169" y="679537"/>
                  </a:lnTo>
                  <a:lnTo>
                    <a:pt x="10411988" y="679016"/>
                  </a:lnTo>
                  <a:lnTo>
                    <a:pt x="10459327" y="678673"/>
                  </a:lnTo>
                  <a:lnTo>
                    <a:pt x="10489448" y="678477"/>
                  </a:lnTo>
                  <a:lnTo>
                    <a:pt x="10504758" y="678386"/>
                  </a:lnTo>
                  <a:lnTo>
                    <a:pt x="10509598" y="678360"/>
                  </a:lnTo>
                  <a:lnTo>
                    <a:pt x="10509911" y="678358"/>
                  </a:lnTo>
                  <a:lnTo>
                    <a:pt x="11981298" y="678358"/>
                  </a:lnTo>
                  <a:lnTo>
                    <a:pt x="11981298" y="670185"/>
                  </a:lnTo>
                  <a:lnTo>
                    <a:pt x="10509911" y="670185"/>
                  </a:lnTo>
                  <a:lnTo>
                    <a:pt x="10508674" y="670192"/>
                  </a:lnTo>
                  <a:lnTo>
                    <a:pt x="10500557" y="670237"/>
                  </a:lnTo>
                  <a:lnTo>
                    <a:pt x="10480148" y="670362"/>
                  </a:lnTo>
                  <a:lnTo>
                    <a:pt x="10443791" y="670609"/>
                  </a:lnTo>
                  <a:lnTo>
                    <a:pt x="10389865" y="671014"/>
                  </a:lnTo>
                  <a:lnTo>
                    <a:pt x="10318904" y="671608"/>
                  </a:lnTo>
                  <a:lnTo>
                    <a:pt x="10233373" y="672411"/>
                  </a:lnTo>
                  <a:lnTo>
                    <a:pt x="10137091" y="673432"/>
                  </a:lnTo>
                  <a:lnTo>
                    <a:pt x="10034475" y="674671"/>
                  </a:lnTo>
                  <a:lnTo>
                    <a:pt x="9929803" y="676124"/>
                  </a:lnTo>
                  <a:lnTo>
                    <a:pt x="9826691" y="677786"/>
                  </a:lnTo>
                  <a:lnTo>
                    <a:pt x="9727822" y="679656"/>
                  </a:lnTo>
                  <a:lnTo>
                    <a:pt x="9634921" y="681740"/>
                  </a:lnTo>
                  <a:lnTo>
                    <a:pt x="9548865" y="684050"/>
                  </a:lnTo>
                  <a:lnTo>
                    <a:pt x="9469870" y="686607"/>
                  </a:lnTo>
                  <a:lnTo>
                    <a:pt x="9397677" y="689439"/>
                  </a:lnTo>
                  <a:lnTo>
                    <a:pt x="9331718" y="692584"/>
                  </a:lnTo>
                  <a:lnTo>
                    <a:pt x="9271245" y="696082"/>
                  </a:lnTo>
                  <a:lnTo>
                    <a:pt x="9215424" y="699979"/>
                  </a:lnTo>
                  <a:lnTo>
                    <a:pt x="9163402" y="704319"/>
                  </a:lnTo>
                  <a:lnTo>
                    <a:pt x="9114366" y="709136"/>
                  </a:lnTo>
                  <a:lnTo>
                    <a:pt x="9084767" y="712413"/>
                  </a:lnTo>
                  <a:lnTo>
                    <a:pt x="9028973" y="719364"/>
                  </a:lnTo>
                  <a:lnTo>
                    <a:pt x="8975005" y="727073"/>
                  </a:lnTo>
                  <a:lnTo>
                    <a:pt x="8922127" y="735547"/>
                  </a:lnTo>
                  <a:lnTo>
                    <a:pt x="8869812" y="744766"/>
                  </a:lnTo>
                  <a:lnTo>
                    <a:pt x="8817707" y="754674"/>
                  </a:lnTo>
                  <a:lnTo>
                    <a:pt x="8765600" y="765183"/>
                  </a:lnTo>
                  <a:lnTo>
                    <a:pt x="8713393" y="776167"/>
                  </a:lnTo>
                  <a:lnTo>
                    <a:pt x="8661075" y="787475"/>
                  </a:lnTo>
                  <a:lnTo>
                    <a:pt x="8608696" y="798932"/>
                  </a:lnTo>
                  <a:lnTo>
                    <a:pt x="8556332" y="810357"/>
                  </a:lnTo>
                  <a:lnTo>
                    <a:pt x="8504051" y="821567"/>
                  </a:lnTo>
                  <a:lnTo>
                    <a:pt x="8451885" y="832396"/>
                  </a:lnTo>
                  <a:lnTo>
                    <a:pt x="8399795" y="842701"/>
                  </a:lnTo>
                  <a:lnTo>
                    <a:pt x="8347646" y="852370"/>
                  </a:lnTo>
                  <a:lnTo>
                    <a:pt x="8295177" y="861325"/>
                  </a:lnTo>
                  <a:lnTo>
                    <a:pt x="8241977" y="869525"/>
                  </a:lnTo>
                  <a:lnTo>
                    <a:pt x="8187450" y="876958"/>
                  </a:lnTo>
                  <a:lnTo>
                    <a:pt x="8151487" y="881321"/>
                  </a:lnTo>
                  <a:lnTo>
                    <a:pt x="8103948" y="886446"/>
                  </a:lnTo>
                  <a:lnTo>
                    <a:pt x="8053892" y="891083"/>
                  </a:lnTo>
                  <a:lnTo>
                    <a:pt x="8000555" y="895254"/>
                  </a:lnTo>
                  <a:lnTo>
                    <a:pt x="7943104" y="898997"/>
                  </a:lnTo>
                  <a:lnTo>
                    <a:pt x="7880685" y="902359"/>
                  </a:lnTo>
                  <a:lnTo>
                    <a:pt x="7812487" y="905382"/>
                  </a:lnTo>
                  <a:lnTo>
                    <a:pt x="7737816" y="908108"/>
                  </a:lnTo>
                  <a:lnTo>
                    <a:pt x="7656204" y="910570"/>
                  </a:lnTo>
                  <a:lnTo>
                    <a:pt x="7567546" y="912794"/>
                  </a:lnTo>
                  <a:lnTo>
                    <a:pt x="7472281" y="914798"/>
                  </a:lnTo>
                  <a:lnTo>
                    <a:pt x="7371583" y="916590"/>
                  </a:lnTo>
                  <a:lnTo>
                    <a:pt x="7267524" y="918175"/>
                  </a:lnTo>
                  <a:lnTo>
                    <a:pt x="7163151" y="919549"/>
                  </a:lnTo>
                  <a:lnTo>
                    <a:pt x="7062369" y="920707"/>
                  </a:lnTo>
                  <a:lnTo>
                    <a:pt x="6969585" y="921646"/>
                  </a:lnTo>
                  <a:lnTo>
                    <a:pt x="6889084" y="922370"/>
                  </a:lnTo>
                  <a:lnTo>
                    <a:pt x="6824266" y="922891"/>
                  </a:lnTo>
                  <a:lnTo>
                    <a:pt x="6776926" y="923233"/>
                  </a:lnTo>
                  <a:lnTo>
                    <a:pt x="6746805" y="923430"/>
                  </a:lnTo>
                  <a:lnTo>
                    <a:pt x="6731495" y="923521"/>
                  </a:lnTo>
                  <a:lnTo>
                    <a:pt x="6726656" y="923547"/>
                  </a:lnTo>
                  <a:lnTo>
                    <a:pt x="6726343" y="923548"/>
                  </a:lnTo>
                  <a:lnTo>
                    <a:pt x="5254955" y="923548"/>
                  </a:lnTo>
                  <a:lnTo>
                    <a:pt x="5253728" y="923525"/>
                  </a:lnTo>
                  <a:lnTo>
                    <a:pt x="5245673" y="923362"/>
                  </a:lnTo>
                  <a:lnTo>
                    <a:pt x="5225416" y="922909"/>
                  </a:lnTo>
                  <a:lnTo>
                    <a:pt x="5189317" y="922018"/>
                  </a:lnTo>
                  <a:lnTo>
                    <a:pt x="5135747" y="920552"/>
                  </a:lnTo>
                  <a:lnTo>
                    <a:pt x="5065212" y="918402"/>
                  </a:lnTo>
                  <a:lnTo>
                    <a:pt x="4980132" y="915497"/>
                  </a:lnTo>
                  <a:lnTo>
                    <a:pt x="4884280" y="911802"/>
                  </a:lnTo>
                  <a:lnTo>
                    <a:pt x="4782032" y="907316"/>
                  </a:lnTo>
                  <a:lnTo>
                    <a:pt x="4677643" y="902054"/>
                  </a:lnTo>
                  <a:lnTo>
                    <a:pt x="4574721" y="896033"/>
                  </a:lnTo>
                  <a:lnTo>
                    <a:pt x="4475956" y="889256"/>
                  </a:lnTo>
                  <a:lnTo>
                    <a:pt x="4383086" y="881707"/>
                  </a:lnTo>
                  <a:lnTo>
                    <a:pt x="4297007" y="873340"/>
                  </a:lnTo>
                  <a:lnTo>
                    <a:pt x="4217952" y="864082"/>
                  </a:lnTo>
                  <a:lnTo>
                    <a:pt x="4145681" y="853829"/>
                  </a:lnTo>
                  <a:lnTo>
                    <a:pt x="4079638" y="842452"/>
                  </a:lnTo>
                  <a:lnTo>
                    <a:pt x="4019089" y="829798"/>
                  </a:lnTo>
                  <a:lnTo>
                    <a:pt x="3963208" y="815705"/>
                  </a:lnTo>
                  <a:lnTo>
                    <a:pt x="3911148" y="800015"/>
                  </a:lnTo>
                  <a:lnTo>
                    <a:pt x="3862100" y="782600"/>
                  </a:lnTo>
                  <a:lnTo>
                    <a:pt x="3829811" y="769624"/>
                  </a:lnTo>
                  <a:lnTo>
                    <a:pt x="3778346" y="746384"/>
                  </a:lnTo>
                  <a:lnTo>
                    <a:pt x="3728486" y="720809"/>
                  </a:lnTo>
                  <a:lnTo>
                    <a:pt x="3679633" y="692865"/>
                  </a:lnTo>
                  <a:lnTo>
                    <a:pt x="3631347" y="662591"/>
                  </a:lnTo>
                  <a:lnTo>
                    <a:pt x="3583319" y="630118"/>
                  </a:lnTo>
                  <a:lnTo>
                    <a:pt x="3535345" y="595666"/>
                  </a:lnTo>
                  <a:lnTo>
                    <a:pt x="3487315" y="559548"/>
                  </a:lnTo>
                  <a:lnTo>
                    <a:pt x="3439187" y="522158"/>
                  </a:lnTo>
                  <a:lnTo>
                    <a:pt x="3390976" y="483959"/>
                  </a:lnTo>
                  <a:lnTo>
                    <a:pt x="3342730" y="445459"/>
                  </a:lnTo>
                  <a:lnTo>
                    <a:pt x="3294509" y="407180"/>
                  </a:lnTo>
                  <a:lnTo>
                    <a:pt x="3246367" y="369636"/>
                  </a:lnTo>
                  <a:lnTo>
                    <a:pt x="3198322" y="333296"/>
                  </a:lnTo>
                  <a:lnTo>
                    <a:pt x="3150346" y="298567"/>
                  </a:lnTo>
                  <a:lnTo>
                    <a:pt x="3102336" y="265775"/>
                  </a:lnTo>
                  <a:lnTo>
                    <a:pt x="3054107" y="235156"/>
                  </a:lnTo>
                  <a:lnTo>
                    <a:pt x="3005365" y="206850"/>
                  </a:lnTo>
                  <a:lnTo>
                    <a:pt x="2955693" y="180915"/>
                  </a:lnTo>
                  <a:lnTo>
                    <a:pt x="2904519" y="157324"/>
                  </a:lnTo>
                  <a:lnTo>
                    <a:pt x="2896531" y="153924"/>
                  </a:lnTo>
                  <a:lnTo>
                    <a:pt x="2849123" y="135290"/>
                  </a:lnTo>
                  <a:lnTo>
                    <a:pt x="2799213" y="118427"/>
                  </a:lnTo>
                  <a:lnTo>
                    <a:pt x="2746043" y="103254"/>
                  </a:lnTo>
                  <a:lnTo>
                    <a:pt x="2688788" y="89630"/>
                  </a:lnTo>
                  <a:lnTo>
                    <a:pt x="2626601" y="77395"/>
                  </a:lnTo>
                  <a:lnTo>
                    <a:pt x="2558676" y="66385"/>
                  </a:lnTo>
                  <a:lnTo>
                    <a:pt x="2484323" y="56458"/>
                  </a:lnTo>
                  <a:lnTo>
                    <a:pt x="2403070" y="47489"/>
                  </a:lnTo>
                  <a:lnTo>
                    <a:pt x="2314807" y="39386"/>
                  </a:lnTo>
                  <a:lnTo>
                    <a:pt x="2219953" y="32083"/>
                  </a:lnTo>
                  <a:lnTo>
                    <a:pt x="2119652" y="25544"/>
                  </a:lnTo>
                  <a:lnTo>
                    <a:pt x="2015934" y="19760"/>
                  </a:lnTo>
                  <a:lnTo>
                    <a:pt x="1911791" y="14739"/>
                  </a:lnTo>
                  <a:lnTo>
                    <a:pt x="1811074" y="10501"/>
                  </a:lnTo>
                  <a:lnTo>
                    <a:pt x="1718145" y="7055"/>
                  </a:lnTo>
                  <a:lnTo>
                    <a:pt x="1637274" y="4392"/>
                  </a:lnTo>
                  <a:lnTo>
                    <a:pt x="1571886" y="2466"/>
                  </a:lnTo>
                  <a:lnTo>
                    <a:pt x="1523846" y="1194"/>
                  </a:lnTo>
                  <a:lnTo>
                    <a:pt x="1492995" y="457"/>
                  </a:lnTo>
                  <a:lnTo>
                    <a:pt x="1477048" y="111"/>
                  </a:lnTo>
                  <a:lnTo>
                    <a:pt x="1471790" y="7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B26F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644" name="pl1644"/>
            <p:cNvSpPr/>
            <p:nvPr/>
          </p:nvSpPr>
          <p:spPr>
            <a:xfrm>
              <a:off x="4799595" y="9899915"/>
              <a:ext cx="11981298" cy="923548"/>
            </a:xfrm>
            <a:custGeom>
              <a:avLst/>
              <a:pathLst>
                <a:path w="11981298" h="923548">
                  <a:moveTo>
                    <a:pt x="0" y="0"/>
                  </a:moveTo>
                  <a:lnTo>
                    <a:pt x="1471387" y="0"/>
                  </a:lnTo>
                  <a:lnTo>
                    <a:pt x="1472614" y="22"/>
                  </a:lnTo>
                  <a:lnTo>
                    <a:pt x="1480669" y="186"/>
                  </a:lnTo>
                  <a:lnTo>
                    <a:pt x="1500926" y="639"/>
                  </a:lnTo>
                  <a:lnTo>
                    <a:pt x="1537025" y="1530"/>
                  </a:lnTo>
                  <a:lnTo>
                    <a:pt x="1590595" y="2996"/>
                  </a:lnTo>
                  <a:lnTo>
                    <a:pt x="1661130" y="5146"/>
                  </a:lnTo>
                  <a:lnTo>
                    <a:pt x="1746210" y="8051"/>
                  </a:lnTo>
                  <a:lnTo>
                    <a:pt x="1842063" y="11746"/>
                  </a:lnTo>
                  <a:lnTo>
                    <a:pt x="1944310" y="16232"/>
                  </a:lnTo>
                  <a:lnTo>
                    <a:pt x="2048699" y="21494"/>
                  </a:lnTo>
                  <a:lnTo>
                    <a:pt x="2151621" y="27515"/>
                  </a:lnTo>
                  <a:lnTo>
                    <a:pt x="2250386" y="34292"/>
                  </a:lnTo>
                  <a:lnTo>
                    <a:pt x="2343256" y="41841"/>
                  </a:lnTo>
                  <a:lnTo>
                    <a:pt x="2429335" y="50208"/>
                  </a:lnTo>
                  <a:lnTo>
                    <a:pt x="2508390" y="59466"/>
                  </a:lnTo>
                  <a:lnTo>
                    <a:pt x="2580662" y="69719"/>
                  </a:lnTo>
                  <a:lnTo>
                    <a:pt x="2646704" y="81096"/>
                  </a:lnTo>
                  <a:lnTo>
                    <a:pt x="2707253" y="93750"/>
                  </a:lnTo>
                  <a:lnTo>
                    <a:pt x="2763134" y="107842"/>
                  </a:lnTo>
                  <a:lnTo>
                    <a:pt x="2815194" y="123533"/>
                  </a:lnTo>
                  <a:lnTo>
                    <a:pt x="2864242" y="140948"/>
                  </a:lnTo>
                  <a:lnTo>
                    <a:pt x="2896531" y="153924"/>
                  </a:lnTo>
                  <a:lnTo>
                    <a:pt x="2947996" y="177164"/>
                  </a:lnTo>
                  <a:lnTo>
                    <a:pt x="2997856" y="202738"/>
                  </a:lnTo>
                  <a:lnTo>
                    <a:pt x="3046709" y="230683"/>
                  </a:lnTo>
                  <a:lnTo>
                    <a:pt x="3094995" y="260957"/>
                  </a:lnTo>
                  <a:lnTo>
                    <a:pt x="3143023" y="293430"/>
                  </a:lnTo>
                  <a:lnTo>
                    <a:pt x="3190997" y="327882"/>
                  </a:lnTo>
                  <a:lnTo>
                    <a:pt x="3239027" y="364000"/>
                  </a:lnTo>
                  <a:lnTo>
                    <a:pt x="3287155" y="401390"/>
                  </a:lnTo>
                  <a:lnTo>
                    <a:pt x="3335366" y="439589"/>
                  </a:lnTo>
                  <a:lnTo>
                    <a:pt x="3383613" y="478089"/>
                  </a:lnTo>
                  <a:lnTo>
                    <a:pt x="3431833" y="516367"/>
                  </a:lnTo>
                  <a:lnTo>
                    <a:pt x="3479975" y="553912"/>
                  </a:lnTo>
                  <a:lnTo>
                    <a:pt x="3528020" y="590252"/>
                  </a:lnTo>
                  <a:lnTo>
                    <a:pt x="3575997" y="624981"/>
                  </a:lnTo>
                  <a:lnTo>
                    <a:pt x="3624006" y="657772"/>
                  </a:lnTo>
                  <a:lnTo>
                    <a:pt x="3672235" y="688392"/>
                  </a:lnTo>
                  <a:lnTo>
                    <a:pt x="3720977" y="716697"/>
                  </a:lnTo>
                  <a:lnTo>
                    <a:pt x="3770649" y="742633"/>
                  </a:lnTo>
                  <a:lnTo>
                    <a:pt x="3821823" y="766224"/>
                  </a:lnTo>
                  <a:lnTo>
                    <a:pt x="3829811" y="769624"/>
                  </a:lnTo>
                  <a:lnTo>
                    <a:pt x="3877219" y="788257"/>
                  </a:lnTo>
                  <a:lnTo>
                    <a:pt x="3927130" y="805121"/>
                  </a:lnTo>
                  <a:lnTo>
                    <a:pt x="3980299" y="820294"/>
                  </a:lnTo>
                  <a:lnTo>
                    <a:pt x="4037554" y="833917"/>
                  </a:lnTo>
                  <a:lnTo>
                    <a:pt x="4099741" y="846153"/>
                  </a:lnTo>
                  <a:lnTo>
                    <a:pt x="4167666" y="857162"/>
                  </a:lnTo>
                  <a:lnTo>
                    <a:pt x="4242020" y="867090"/>
                  </a:lnTo>
                  <a:lnTo>
                    <a:pt x="4323272" y="876059"/>
                  </a:lnTo>
                  <a:lnTo>
                    <a:pt x="4411535" y="884162"/>
                  </a:lnTo>
                  <a:lnTo>
                    <a:pt x="4506389" y="891465"/>
                  </a:lnTo>
                  <a:lnTo>
                    <a:pt x="4606690" y="898004"/>
                  </a:lnTo>
                  <a:lnTo>
                    <a:pt x="4710408" y="903788"/>
                  </a:lnTo>
                  <a:lnTo>
                    <a:pt x="4814551" y="908809"/>
                  </a:lnTo>
                  <a:lnTo>
                    <a:pt x="4915268" y="913047"/>
                  </a:lnTo>
                  <a:lnTo>
                    <a:pt x="5008197" y="916493"/>
                  </a:lnTo>
                  <a:lnTo>
                    <a:pt x="5089068" y="919156"/>
                  </a:lnTo>
                  <a:lnTo>
                    <a:pt x="5154456" y="921081"/>
                  </a:lnTo>
                  <a:lnTo>
                    <a:pt x="5202496" y="922353"/>
                  </a:lnTo>
                  <a:lnTo>
                    <a:pt x="5233347" y="923091"/>
                  </a:lnTo>
                  <a:lnTo>
                    <a:pt x="5249294" y="923437"/>
                  </a:lnTo>
                  <a:lnTo>
                    <a:pt x="5254552" y="923541"/>
                  </a:lnTo>
                  <a:lnTo>
                    <a:pt x="5254955" y="923548"/>
                  </a:lnTo>
                  <a:lnTo>
                    <a:pt x="6726343" y="923548"/>
                  </a:lnTo>
                  <a:lnTo>
                    <a:pt x="6727580" y="923542"/>
                  </a:lnTo>
                  <a:lnTo>
                    <a:pt x="6735697" y="923497"/>
                  </a:lnTo>
                  <a:lnTo>
                    <a:pt x="6756105" y="923371"/>
                  </a:lnTo>
                  <a:lnTo>
                    <a:pt x="6792462" y="923125"/>
                  </a:lnTo>
                  <a:lnTo>
                    <a:pt x="6846388" y="922720"/>
                  </a:lnTo>
                  <a:lnTo>
                    <a:pt x="6917349" y="922125"/>
                  </a:lnTo>
                  <a:lnTo>
                    <a:pt x="7002881" y="921322"/>
                  </a:lnTo>
                  <a:lnTo>
                    <a:pt x="7099162" y="920302"/>
                  </a:lnTo>
                  <a:lnTo>
                    <a:pt x="7201778" y="919063"/>
                  </a:lnTo>
                  <a:lnTo>
                    <a:pt x="7306450" y="917610"/>
                  </a:lnTo>
                  <a:lnTo>
                    <a:pt x="7409563" y="915948"/>
                  </a:lnTo>
                  <a:lnTo>
                    <a:pt x="7508431" y="914077"/>
                  </a:lnTo>
                  <a:lnTo>
                    <a:pt x="7601332" y="911993"/>
                  </a:lnTo>
                  <a:lnTo>
                    <a:pt x="7687388" y="909684"/>
                  </a:lnTo>
                  <a:lnTo>
                    <a:pt x="7766383" y="907127"/>
                  </a:lnTo>
                  <a:lnTo>
                    <a:pt x="7838576" y="904294"/>
                  </a:lnTo>
                  <a:lnTo>
                    <a:pt x="7904535" y="901150"/>
                  </a:lnTo>
                  <a:lnTo>
                    <a:pt x="7965008" y="897652"/>
                  </a:lnTo>
                  <a:lnTo>
                    <a:pt x="8020830" y="893755"/>
                  </a:lnTo>
                  <a:lnTo>
                    <a:pt x="8072851" y="889414"/>
                  </a:lnTo>
                  <a:lnTo>
                    <a:pt x="8121887" y="884597"/>
                  </a:lnTo>
                  <a:lnTo>
                    <a:pt x="8151487" y="881321"/>
                  </a:lnTo>
                  <a:lnTo>
                    <a:pt x="8207281" y="874369"/>
                  </a:lnTo>
                  <a:lnTo>
                    <a:pt x="8261248" y="866661"/>
                  </a:lnTo>
                  <a:lnTo>
                    <a:pt x="8314127" y="858187"/>
                  </a:lnTo>
                  <a:lnTo>
                    <a:pt x="8366441" y="848968"/>
                  </a:lnTo>
                  <a:lnTo>
                    <a:pt x="8418546" y="839059"/>
                  </a:lnTo>
                  <a:lnTo>
                    <a:pt x="8470653" y="828551"/>
                  </a:lnTo>
                  <a:lnTo>
                    <a:pt x="8522860" y="817567"/>
                  </a:lnTo>
                  <a:lnTo>
                    <a:pt x="8575178" y="806259"/>
                  </a:lnTo>
                  <a:lnTo>
                    <a:pt x="8627557" y="794801"/>
                  </a:lnTo>
                  <a:lnTo>
                    <a:pt x="8679922" y="783377"/>
                  </a:lnTo>
                  <a:lnTo>
                    <a:pt x="8732203" y="772167"/>
                  </a:lnTo>
                  <a:lnTo>
                    <a:pt x="8784369" y="761337"/>
                  </a:lnTo>
                  <a:lnTo>
                    <a:pt x="8836458" y="751032"/>
                  </a:lnTo>
                  <a:lnTo>
                    <a:pt x="8888607" y="741363"/>
                  </a:lnTo>
                  <a:lnTo>
                    <a:pt x="8941076" y="732408"/>
                  </a:lnTo>
                  <a:lnTo>
                    <a:pt x="8994276" y="724209"/>
                  </a:lnTo>
                  <a:lnTo>
                    <a:pt x="9048803" y="716776"/>
                  </a:lnTo>
                  <a:lnTo>
                    <a:pt x="9084767" y="712413"/>
                  </a:lnTo>
                  <a:lnTo>
                    <a:pt x="9132305" y="707288"/>
                  </a:lnTo>
                  <a:lnTo>
                    <a:pt x="9182361" y="702651"/>
                  </a:lnTo>
                  <a:lnTo>
                    <a:pt x="9235698" y="698480"/>
                  </a:lnTo>
                  <a:lnTo>
                    <a:pt x="9293150" y="694736"/>
                  </a:lnTo>
                  <a:lnTo>
                    <a:pt x="9355569" y="691375"/>
                  </a:lnTo>
                  <a:lnTo>
                    <a:pt x="9423767" y="688351"/>
                  </a:lnTo>
                  <a:lnTo>
                    <a:pt x="9498437" y="685625"/>
                  </a:lnTo>
                  <a:lnTo>
                    <a:pt x="9580049" y="683163"/>
                  </a:lnTo>
                  <a:lnTo>
                    <a:pt x="9668707" y="680940"/>
                  </a:lnTo>
                  <a:lnTo>
                    <a:pt x="9763972" y="678936"/>
                  </a:lnTo>
                  <a:lnTo>
                    <a:pt x="9864671" y="677143"/>
                  </a:lnTo>
                  <a:lnTo>
                    <a:pt x="9968729" y="675559"/>
                  </a:lnTo>
                  <a:lnTo>
                    <a:pt x="10073103" y="674185"/>
                  </a:lnTo>
                  <a:lnTo>
                    <a:pt x="10173884" y="673027"/>
                  </a:lnTo>
                  <a:lnTo>
                    <a:pt x="10266668" y="672087"/>
                  </a:lnTo>
                  <a:lnTo>
                    <a:pt x="10347169" y="671364"/>
                  </a:lnTo>
                  <a:lnTo>
                    <a:pt x="10411988" y="670843"/>
                  </a:lnTo>
                  <a:lnTo>
                    <a:pt x="10459327" y="670500"/>
                  </a:lnTo>
                  <a:lnTo>
                    <a:pt x="10489448" y="670304"/>
                  </a:lnTo>
                  <a:lnTo>
                    <a:pt x="10504758" y="670213"/>
                  </a:lnTo>
                  <a:lnTo>
                    <a:pt x="10509598" y="670187"/>
                  </a:lnTo>
                  <a:lnTo>
                    <a:pt x="10509911" y="670185"/>
                  </a:lnTo>
                  <a:lnTo>
                    <a:pt x="11981298" y="67018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45" name="pl1645"/>
            <p:cNvSpPr/>
            <p:nvPr/>
          </p:nvSpPr>
          <p:spPr>
            <a:xfrm>
              <a:off x="4799595" y="9891742"/>
              <a:ext cx="11981298" cy="923548"/>
            </a:xfrm>
            <a:custGeom>
              <a:avLst/>
              <a:pathLst>
                <a:path w="11981298" h="923548">
                  <a:moveTo>
                    <a:pt x="11981298" y="670185"/>
                  </a:moveTo>
                  <a:lnTo>
                    <a:pt x="10509911" y="670185"/>
                  </a:lnTo>
                  <a:lnTo>
                    <a:pt x="10508674" y="670192"/>
                  </a:lnTo>
                  <a:lnTo>
                    <a:pt x="10500557" y="670237"/>
                  </a:lnTo>
                  <a:lnTo>
                    <a:pt x="10480148" y="670362"/>
                  </a:lnTo>
                  <a:lnTo>
                    <a:pt x="10443791" y="670609"/>
                  </a:lnTo>
                  <a:lnTo>
                    <a:pt x="10389865" y="671014"/>
                  </a:lnTo>
                  <a:lnTo>
                    <a:pt x="10318904" y="671608"/>
                  </a:lnTo>
                  <a:lnTo>
                    <a:pt x="10233373" y="672411"/>
                  </a:lnTo>
                  <a:lnTo>
                    <a:pt x="10137091" y="673432"/>
                  </a:lnTo>
                  <a:lnTo>
                    <a:pt x="10034475" y="674671"/>
                  </a:lnTo>
                  <a:lnTo>
                    <a:pt x="9929803" y="676124"/>
                  </a:lnTo>
                  <a:lnTo>
                    <a:pt x="9826691" y="677786"/>
                  </a:lnTo>
                  <a:lnTo>
                    <a:pt x="9727822" y="679656"/>
                  </a:lnTo>
                  <a:lnTo>
                    <a:pt x="9634921" y="681740"/>
                  </a:lnTo>
                  <a:lnTo>
                    <a:pt x="9548865" y="684050"/>
                  </a:lnTo>
                  <a:lnTo>
                    <a:pt x="9469870" y="686607"/>
                  </a:lnTo>
                  <a:lnTo>
                    <a:pt x="9397677" y="689439"/>
                  </a:lnTo>
                  <a:lnTo>
                    <a:pt x="9331718" y="692584"/>
                  </a:lnTo>
                  <a:lnTo>
                    <a:pt x="9271245" y="696082"/>
                  </a:lnTo>
                  <a:lnTo>
                    <a:pt x="9215424" y="699979"/>
                  </a:lnTo>
                  <a:lnTo>
                    <a:pt x="9163402" y="704319"/>
                  </a:lnTo>
                  <a:lnTo>
                    <a:pt x="9114366" y="709136"/>
                  </a:lnTo>
                  <a:lnTo>
                    <a:pt x="9084767" y="712413"/>
                  </a:lnTo>
                  <a:lnTo>
                    <a:pt x="9028973" y="719364"/>
                  </a:lnTo>
                  <a:lnTo>
                    <a:pt x="8975005" y="727073"/>
                  </a:lnTo>
                  <a:lnTo>
                    <a:pt x="8922127" y="735547"/>
                  </a:lnTo>
                  <a:lnTo>
                    <a:pt x="8869812" y="744766"/>
                  </a:lnTo>
                  <a:lnTo>
                    <a:pt x="8817707" y="754674"/>
                  </a:lnTo>
                  <a:lnTo>
                    <a:pt x="8765600" y="765183"/>
                  </a:lnTo>
                  <a:lnTo>
                    <a:pt x="8713393" y="776167"/>
                  </a:lnTo>
                  <a:lnTo>
                    <a:pt x="8661075" y="787475"/>
                  </a:lnTo>
                  <a:lnTo>
                    <a:pt x="8608696" y="798932"/>
                  </a:lnTo>
                  <a:lnTo>
                    <a:pt x="8556332" y="810357"/>
                  </a:lnTo>
                  <a:lnTo>
                    <a:pt x="8504051" y="821567"/>
                  </a:lnTo>
                  <a:lnTo>
                    <a:pt x="8451885" y="832396"/>
                  </a:lnTo>
                  <a:lnTo>
                    <a:pt x="8399795" y="842701"/>
                  </a:lnTo>
                  <a:lnTo>
                    <a:pt x="8347646" y="852370"/>
                  </a:lnTo>
                  <a:lnTo>
                    <a:pt x="8295177" y="861325"/>
                  </a:lnTo>
                  <a:lnTo>
                    <a:pt x="8241977" y="869525"/>
                  </a:lnTo>
                  <a:lnTo>
                    <a:pt x="8187450" y="876958"/>
                  </a:lnTo>
                  <a:lnTo>
                    <a:pt x="8151487" y="881321"/>
                  </a:lnTo>
                  <a:lnTo>
                    <a:pt x="8103948" y="886446"/>
                  </a:lnTo>
                  <a:lnTo>
                    <a:pt x="8053892" y="891083"/>
                  </a:lnTo>
                  <a:lnTo>
                    <a:pt x="8000555" y="895254"/>
                  </a:lnTo>
                  <a:lnTo>
                    <a:pt x="7943104" y="898997"/>
                  </a:lnTo>
                  <a:lnTo>
                    <a:pt x="7880685" y="902359"/>
                  </a:lnTo>
                  <a:lnTo>
                    <a:pt x="7812487" y="905382"/>
                  </a:lnTo>
                  <a:lnTo>
                    <a:pt x="7737816" y="908108"/>
                  </a:lnTo>
                  <a:lnTo>
                    <a:pt x="7656204" y="910570"/>
                  </a:lnTo>
                  <a:lnTo>
                    <a:pt x="7567546" y="912794"/>
                  </a:lnTo>
                  <a:lnTo>
                    <a:pt x="7472281" y="914798"/>
                  </a:lnTo>
                  <a:lnTo>
                    <a:pt x="7371583" y="916590"/>
                  </a:lnTo>
                  <a:lnTo>
                    <a:pt x="7267524" y="918175"/>
                  </a:lnTo>
                  <a:lnTo>
                    <a:pt x="7163151" y="919549"/>
                  </a:lnTo>
                  <a:lnTo>
                    <a:pt x="7062369" y="920707"/>
                  </a:lnTo>
                  <a:lnTo>
                    <a:pt x="6969585" y="921646"/>
                  </a:lnTo>
                  <a:lnTo>
                    <a:pt x="6889084" y="922370"/>
                  </a:lnTo>
                  <a:lnTo>
                    <a:pt x="6824266" y="922891"/>
                  </a:lnTo>
                  <a:lnTo>
                    <a:pt x="6776926" y="923233"/>
                  </a:lnTo>
                  <a:lnTo>
                    <a:pt x="6746805" y="923430"/>
                  </a:lnTo>
                  <a:lnTo>
                    <a:pt x="6731495" y="923521"/>
                  </a:lnTo>
                  <a:lnTo>
                    <a:pt x="6726656" y="923547"/>
                  </a:lnTo>
                  <a:lnTo>
                    <a:pt x="6726343" y="923548"/>
                  </a:lnTo>
                  <a:lnTo>
                    <a:pt x="5254955" y="923548"/>
                  </a:lnTo>
                  <a:lnTo>
                    <a:pt x="5253728" y="923525"/>
                  </a:lnTo>
                  <a:lnTo>
                    <a:pt x="5245673" y="923362"/>
                  </a:lnTo>
                  <a:lnTo>
                    <a:pt x="5225416" y="922909"/>
                  </a:lnTo>
                  <a:lnTo>
                    <a:pt x="5189317" y="922018"/>
                  </a:lnTo>
                  <a:lnTo>
                    <a:pt x="5135747" y="920552"/>
                  </a:lnTo>
                  <a:lnTo>
                    <a:pt x="5065212" y="918402"/>
                  </a:lnTo>
                  <a:lnTo>
                    <a:pt x="4980132" y="915497"/>
                  </a:lnTo>
                  <a:lnTo>
                    <a:pt x="4884280" y="911802"/>
                  </a:lnTo>
                  <a:lnTo>
                    <a:pt x="4782032" y="907316"/>
                  </a:lnTo>
                  <a:lnTo>
                    <a:pt x="4677643" y="902054"/>
                  </a:lnTo>
                  <a:lnTo>
                    <a:pt x="4574721" y="896033"/>
                  </a:lnTo>
                  <a:lnTo>
                    <a:pt x="4475956" y="889256"/>
                  </a:lnTo>
                  <a:lnTo>
                    <a:pt x="4383086" y="881707"/>
                  </a:lnTo>
                  <a:lnTo>
                    <a:pt x="4297007" y="873340"/>
                  </a:lnTo>
                  <a:lnTo>
                    <a:pt x="4217952" y="864082"/>
                  </a:lnTo>
                  <a:lnTo>
                    <a:pt x="4145681" y="853829"/>
                  </a:lnTo>
                  <a:lnTo>
                    <a:pt x="4079638" y="842452"/>
                  </a:lnTo>
                  <a:lnTo>
                    <a:pt x="4019089" y="829798"/>
                  </a:lnTo>
                  <a:lnTo>
                    <a:pt x="3963208" y="815705"/>
                  </a:lnTo>
                  <a:lnTo>
                    <a:pt x="3911148" y="800015"/>
                  </a:lnTo>
                  <a:lnTo>
                    <a:pt x="3862100" y="782600"/>
                  </a:lnTo>
                  <a:lnTo>
                    <a:pt x="3829811" y="769624"/>
                  </a:lnTo>
                  <a:lnTo>
                    <a:pt x="3778346" y="746384"/>
                  </a:lnTo>
                  <a:lnTo>
                    <a:pt x="3728486" y="720809"/>
                  </a:lnTo>
                  <a:lnTo>
                    <a:pt x="3679633" y="692865"/>
                  </a:lnTo>
                  <a:lnTo>
                    <a:pt x="3631347" y="662591"/>
                  </a:lnTo>
                  <a:lnTo>
                    <a:pt x="3583319" y="630118"/>
                  </a:lnTo>
                  <a:lnTo>
                    <a:pt x="3535345" y="595666"/>
                  </a:lnTo>
                  <a:lnTo>
                    <a:pt x="3487315" y="559548"/>
                  </a:lnTo>
                  <a:lnTo>
                    <a:pt x="3439187" y="522158"/>
                  </a:lnTo>
                  <a:lnTo>
                    <a:pt x="3390976" y="483959"/>
                  </a:lnTo>
                  <a:lnTo>
                    <a:pt x="3342730" y="445459"/>
                  </a:lnTo>
                  <a:lnTo>
                    <a:pt x="3294509" y="407180"/>
                  </a:lnTo>
                  <a:lnTo>
                    <a:pt x="3246367" y="369636"/>
                  </a:lnTo>
                  <a:lnTo>
                    <a:pt x="3198322" y="333296"/>
                  </a:lnTo>
                  <a:lnTo>
                    <a:pt x="3150346" y="298567"/>
                  </a:lnTo>
                  <a:lnTo>
                    <a:pt x="3102336" y="265775"/>
                  </a:lnTo>
                  <a:lnTo>
                    <a:pt x="3054107" y="235156"/>
                  </a:lnTo>
                  <a:lnTo>
                    <a:pt x="3005365" y="206850"/>
                  </a:lnTo>
                  <a:lnTo>
                    <a:pt x="2955693" y="180915"/>
                  </a:lnTo>
                  <a:lnTo>
                    <a:pt x="2904519" y="157324"/>
                  </a:lnTo>
                  <a:lnTo>
                    <a:pt x="2896531" y="153924"/>
                  </a:lnTo>
                  <a:lnTo>
                    <a:pt x="2849123" y="135290"/>
                  </a:lnTo>
                  <a:lnTo>
                    <a:pt x="2799213" y="118427"/>
                  </a:lnTo>
                  <a:lnTo>
                    <a:pt x="2746043" y="103254"/>
                  </a:lnTo>
                  <a:lnTo>
                    <a:pt x="2688788" y="89630"/>
                  </a:lnTo>
                  <a:lnTo>
                    <a:pt x="2626601" y="77395"/>
                  </a:lnTo>
                  <a:lnTo>
                    <a:pt x="2558676" y="66385"/>
                  </a:lnTo>
                  <a:lnTo>
                    <a:pt x="2484323" y="56458"/>
                  </a:lnTo>
                  <a:lnTo>
                    <a:pt x="2403070" y="47489"/>
                  </a:lnTo>
                  <a:lnTo>
                    <a:pt x="2314807" y="39386"/>
                  </a:lnTo>
                  <a:lnTo>
                    <a:pt x="2219953" y="32083"/>
                  </a:lnTo>
                  <a:lnTo>
                    <a:pt x="2119652" y="25544"/>
                  </a:lnTo>
                  <a:lnTo>
                    <a:pt x="2015934" y="19760"/>
                  </a:lnTo>
                  <a:lnTo>
                    <a:pt x="1911791" y="14739"/>
                  </a:lnTo>
                  <a:lnTo>
                    <a:pt x="1811074" y="10501"/>
                  </a:lnTo>
                  <a:lnTo>
                    <a:pt x="1718145" y="7055"/>
                  </a:lnTo>
                  <a:lnTo>
                    <a:pt x="1637274" y="4392"/>
                  </a:lnTo>
                  <a:lnTo>
                    <a:pt x="1571886" y="2466"/>
                  </a:lnTo>
                  <a:lnTo>
                    <a:pt x="1523846" y="1194"/>
                  </a:lnTo>
                  <a:lnTo>
                    <a:pt x="1492995" y="457"/>
                  </a:lnTo>
                  <a:lnTo>
                    <a:pt x="1477048" y="111"/>
                  </a:lnTo>
                  <a:lnTo>
                    <a:pt x="1471790" y="7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46" name="pg1646"/>
            <p:cNvSpPr/>
            <p:nvPr/>
          </p:nvSpPr>
          <p:spPr>
            <a:xfrm>
              <a:off x="4799595" y="4873521"/>
              <a:ext cx="11981298" cy="4838415"/>
            </a:xfrm>
            <a:custGeom>
              <a:avLst/>
              <a:pathLst>
                <a:path w="11981298" h="4838415">
                  <a:moveTo>
                    <a:pt x="0" y="4838415"/>
                  </a:moveTo>
                  <a:lnTo>
                    <a:pt x="1471387" y="4838415"/>
                  </a:lnTo>
                  <a:lnTo>
                    <a:pt x="1472278" y="4838328"/>
                  </a:lnTo>
                  <a:lnTo>
                    <a:pt x="1478167" y="4837712"/>
                  </a:lnTo>
                  <a:lnTo>
                    <a:pt x="1493115" y="4836009"/>
                  </a:lnTo>
                  <a:lnTo>
                    <a:pt x="1520096" y="4832653"/>
                  </a:lnTo>
                  <a:lnTo>
                    <a:pt x="1560834" y="4827103"/>
                  </a:lnTo>
                  <a:lnTo>
                    <a:pt x="1615673" y="4818889"/>
                  </a:lnTo>
                  <a:lnTo>
                    <a:pt x="1683607" y="4807659"/>
                  </a:lnTo>
                  <a:lnTo>
                    <a:pt x="1762497" y="4793188"/>
                  </a:lnTo>
                  <a:lnTo>
                    <a:pt x="1849457" y="4775385"/>
                  </a:lnTo>
                  <a:lnTo>
                    <a:pt x="1941299" y="4754255"/>
                  </a:lnTo>
                  <a:lnTo>
                    <a:pt x="2034948" y="4729855"/>
                  </a:lnTo>
                  <a:lnTo>
                    <a:pt x="2127749" y="4702252"/>
                  </a:lnTo>
                  <a:lnTo>
                    <a:pt x="2217629" y="4671474"/>
                  </a:lnTo>
                  <a:lnTo>
                    <a:pt x="2303143" y="4637483"/>
                  </a:lnTo>
                  <a:lnTo>
                    <a:pt x="2383425" y="4600152"/>
                  </a:lnTo>
                  <a:lnTo>
                    <a:pt x="2458092" y="4559256"/>
                  </a:lnTo>
                  <a:lnTo>
                    <a:pt x="2527132" y="4514468"/>
                  </a:lnTo>
                  <a:lnTo>
                    <a:pt x="2590803" y="4465368"/>
                  </a:lnTo>
                  <a:lnTo>
                    <a:pt x="2649538" y="4411446"/>
                  </a:lnTo>
                  <a:lnTo>
                    <a:pt x="2703880" y="4352124"/>
                  </a:lnTo>
                  <a:lnTo>
                    <a:pt x="2754426" y="4286784"/>
                  </a:lnTo>
                  <a:lnTo>
                    <a:pt x="2801788" y="4214819"/>
                  </a:lnTo>
                  <a:lnTo>
                    <a:pt x="2846561" y="4135709"/>
                  </a:lnTo>
                  <a:lnTo>
                    <a:pt x="2889291" y="4049149"/>
                  </a:lnTo>
                  <a:lnTo>
                    <a:pt x="2896531" y="4033374"/>
                  </a:lnTo>
                  <a:lnTo>
                    <a:pt x="2926488" y="3964650"/>
                  </a:lnTo>
                  <a:lnTo>
                    <a:pt x="2955811" y="3891910"/>
                  </a:lnTo>
                  <a:lnTo>
                    <a:pt x="2984637" y="3815072"/>
                  </a:lnTo>
                  <a:lnTo>
                    <a:pt x="3013082" y="3734098"/>
                  </a:lnTo>
                  <a:lnTo>
                    <a:pt x="3041245" y="3648988"/>
                  </a:lnTo>
                  <a:lnTo>
                    <a:pt x="3069207" y="3559793"/>
                  </a:lnTo>
                  <a:lnTo>
                    <a:pt x="3097034" y="3466613"/>
                  </a:lnTo>
                  <a:lnTo>
                    <a:pt x="3124782" y="3369600"/>
                  </a:lnTo>
                  <a:lnTo>
                    <a:pt x="3152491" y="3268962"/>
                  </a:lnTo>
                  <a:lnTo>
                    <a:pt x="3180193" y="3164958"/>
                  </a:lnTo>
                  <a:lnTo>
                    <a:pt x="3207909" y="3057903"/>
                  </a:lnTo>
                  <a:lnTo>
                    <a:pt x="3235653" y="2948161"/>
                  </a:lnTo>
                  <a:lnTo>
                    <a:pt x="3263430" y="2836142"/>
                  </a:lnTo>
                  <a:lnTo>
                    <a:pt x="3291240" y="2722297"/>
                  </a:lnTo>
                  <a:lnTo>
                    <a:pt x="3319077" y="2607110"/>
                  </a:lnTo>
                  <a:lnTo>
                    <a:pt x="3346932" y="2491089"/>
                  </a:lnTo>
                  <a:lnTo>
                    <a:pt x="3374795" y="2374760"/>
                  </a:lnTo>
                  <a:lnTo>
                    <a:pt x="3402652" y="2258651"/>
                  </a:lnTo>
                  <a:lnTo>
                    <a:pt x="3430493" y="2143291"/>
                  </a:lnTo>
                  <a:lnTo>
                    <a:pt x="3458308" y="2029189"/>
                  </a:lnTo>
                  <a:lnTo>
                    <a:pt x="3486090" y="1916836"/>
                  </a:lnTo>
                  <a:lnTo>
                    <a:pt x="3513840" y="1806687"/>
                  </a:lnTo>
                  <a:lnTo>
                    <a:pt x="3541560" y="1699160"/>
                  </a:lnTo>
                  <a:lnTo>
                    <a:pt x="3569263" y="1594628"/>
                  </a:lnTo>
                  <a:lnTo>
                    <a:pt x="3596969" y="1493413"/>
                  </a:lnTo>
                  <a:lnTo>
                    <a:pt x="3624707" y="1395784"/>
                  </a:lnTo>
                  <a:lnTo>
                    <a:pt x="3652518" y="1301957"/>
                  </a:lnTo>
                  <a:lnTo>
                    <a:pt x="3680454" y="1212093"/>
                  </a:lnTo>
                  <a:lnTo>
                    <a:pt x="3708578" y="1126302"/>
                  </a:lnTo>
                  <a:lnTo>
                    <a:pt x="3736970" y="1044641"/>
                  </a:lnTo>
                  <a:lnTo>
                    <a:pt x="3765725" y="967120"/>
                  </a:lnTo>
                  <a:lnTo>
                    <a:pt x="3794957" y="893706"/>
                  </a:lnTo>
                  <a:lnTo>
                    <a:pt x="3824798" y="824324"/>
                  </a:lnTo>
                  <a:lnTo>
                    <a:pt x="3829811" y="813213"/>
                  </a:lnTo>
                  <a:lnTo>
                    <a:pt x="3872237" y="725354"/>
                  </a:lnTo>
                  <a:lnTo>
                    <a:pt x="3916618" y="644966"/>
                  </a:lnTo>
                  <a:lnTo>
                    <a:pt x="3963489" y="571795"/>
                  </a:lnTo>
                  <a:lnTo>
                    <a:pt x="4013439" y="505348"/>
                  </a:lnTo>
                  <a:lnTo>
                    <a:pt x="4067080" y="445027"/>
                  </a:lnTo>
                  <a:lnTo>
                    <a:pt x="4125012" y="390211"/>
                  </a:lnTo>
                  <a:lnTo>
                    <a:pt x="4187792" y="340313"/>
                  </a:lnTo>
                  <a:lnTo>
                    <a:pt x="4255876" y="294810"/>
                  </a:lnTo>
                  <a:lnTo>
                    <a:pt x="4329559" y="253265"/>
                  </a:lnTo>
                  <a:lnTo>
                    <a:pt x="4408882" y="215334"/>
                  </a:lnTo>
                  <a:lnTo>
                    <a:pt x="4493536" y="180776"/>
                  </a:lnTo>
                  <a:lnTo>
                    <a:pt x="4582745" y="149446"/>
                  </a:lnTo>
                  <a:lnTo>
                    <a:pt x="4675170" y="121292"/>
                  </a:lnTo>
                  <a:lnTo>
                    <a:pt x="4768848" y="96332"/>
                  </a:lnTo>
                  <a:lnTo>
                    <a:pt x="4861215" y="74629"/>
                  </a:lnTo>
                  <a:lnTo>
                    <a:pt x="4949252" y="56247"/>
                  </a:lnTo>
                  <a:lnTo>
                    <a:pt x="5029763" y="41202"/>
                  </a:lnTo>
                  <a:lnTo>
                    <a:pt x="5099777" y="29421"/>
                  </a:lnTo>
                  <a:lnTo>
                    <a:pt x="5156995" y="20706"/>
                  </a:lnTo>
                  <a:lnTo>
                    <a:pt x="5200194" y="14725"/>
                  </a:lnTo>
                  <a:lnTo>
                    <a:pt x="5229475" y="11026"/>
                  </a:lnTo>
                  <a:lnTo>
                    <a:pt x="5246330" y="9077"/>
                  </a:lnTo>
                  <a:lnTo>
                    <a:pt x="5253528" y="8313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471" y="8244"/>
                  </a:lnTo>
                  <a:lnTo>
                    <a:pt x="6734890" y="8753"/>
                  </a:lnTo>
                  <a:lnTo>
                    <a:pt x="6753597" y="10160"/>
                  </a:lnTo>
                  <a:lnTo>
                    <a:pt x="6787057" y="12931"/>
                  </a:lnTo>
                  <a:lnTo>
                    <a:pt x="6836955" y="17496"/>
                  </a:lnTo>
                  <a:lnTo>
                    <a:pt x="6903070" y="24209"/>
                  </a:lnTo>
                  <a:lnTo>
                    <a:pt x="6983424" y="33314"/>
                  </a:lnTo>
                  <a:lnTo>
                    <a:pt x="7074726" y="44932"/>
                  </a:lnTo>
                  <a:lnTo>
                    <a:pt x="7173011" y="59089"/>
                  </a:lnTo>
                  <a:lnTo>
                    <a:pt x="7274290" y="75745"/>
                  </a:lnTo>
                  <a:lnTo>
                    <a:pt x="7375059" y="94844"/>
                  </a:lnTo>
                  <a:lnTo>
                    <a:pt x="7472586" y="116359"/>
                  </a:lnTo>
                  <a:lnTo>
                    <a:pt x="7564998" y="140319"/>
                  </a:lnTo>
                  <a:lnTo>
                    <a:pt x="7651221" y="166832"/>
                  </a:lnTo>
                  <a:lnTo>
                    <a:pt x="7730830" y="196093"/>
                  </a:lnTo>
                  <a:lnTo>
                    <a:pt x="7803890" y="228389"/>
                  </a:lnTo>
                  <a:lnTo>
                    <a:pt x="7870803" y="264087"/>
                  </a:lnTo>
                  <a:lnTo>
                    <a:pt x="7932178" y="303632"/>
                  </a:lnTo>
                  <a:lnTo>
                    <a:pt x="7988744" y="347517"/>
                  </a:lnTo>
                  <a:lnTo>
                    <a:pt x="8041274" y="396252"/>
                  </a:lnTo>
                  <a:lnTo>
                    <a:pt x="8090536" y="450299"/>
                  </a:lnTo>
                  <a:lnTo>
                    <a:pt x="8137247" y="509974"/>
                  </a:lnTo>
                  <a:lnTo>
                    <a:pt x="8151487" y="529882"/>
                  </a:lnTo>
                  <a:lnTo>
                    <a:pt x="8187680" y="584148"/>
                  </a:lnTo>
                  <a:lnTo>
                    <a:pt x="8222986" y="642249"/>
                  </a:lnTo>
                  <a:lnTo>
                    <a:pt x="8257638" y="704264"/>
                  </a:lnTo>
                  <a:lnTo>
                    <a:pt x="8291826" y="770213"/>
                  </a:lnTo>
                  <a:lnTo>
                    <a:pt x="8325700" y="840053"/>
                  </a:lnTo>
                  <a:lnTo>
                    <a:pt x="8359382" y="913672"/>
                  </a:lnTo>
                  <a:lnTo>
                    <a:pt x="8392963" y="990884"/>
                  </a:lnTo>
                  <a:lnTo>
                    <a:pt x="8426512" y="1071429"/>
                  </a:lnTo>
                  <a:lnTo>
                    <a:pt x="8460072" y="1154970"/>
                  </a:lnTo>
                  <a:lnTo>
                    <a:pt x="8493671" y="1241100"/>
                  </a:lnTo>
                  <a:lnTo>
                    <a:pt x="8527319" y="1329347"/>
                  </a:lnTo>
                  <a:lnTo>
                    <a:pt x="8561012" y="1419184"/>
                  </a:lnTo>
                  <a:lnTo>
                    <a:pt x="8594739" y="1510041"/>
                  </a:lnTo>
                  <a:lnTo>
                    <a:pt x="8628481" y="1601320"/>
                  </a:lnTo>
                  <a:lnTo>
                    <a:pt x="8662216" y="1692412"/>
                  </a:lnTo>
                  <a:lnTo>
                    <a:pt x="8695924" y="1782712"/>
                  </a:lnTo>
                  <a:lnTo>
                    <a:pt x="8729591" y="1871639"/>
                  </a:lnTo>
                  <a:lnTo>
                    <a:pt x="8763208" y="1958646"/>
                  </a:lnTo>
                  <a:lnTo>
                    <a:pt x="8796781" y="2043239"/>
                  </a:lnTo>
                  <a:lnTo>
                    <a:pt x="8830330" y="2124985"/>
                  </a:lnTo>
                  <a:lnTo>
                    <a:pt x="8863892" y="2203520"/>
                  </a:lnTo>
                  <a:lnTo>
                    <a:pt x="8897525" y="2278553"/>
                  </a:lnTo>
                  <a:lnTo>
                    <a:pt x="8931313" y="2349870"/>
                  </a:lnTo>
                  <a:lnTo>
                    <a:pt x="8965363" y="2417331"/>
                  </a:lnTo>
                  <a:lnTo>
                    <a:pt x="8999815" y="2480866"/>
                  </a:lnTo>
                  <a:lnTo>
                    <a:pt x="9034844" y="2540472"/>
                  </a:lnTo>
                  <a:lnTo>
                    <a:pt x="9070664" y="2596207"/>
                  </a:lnTo>
                  <a:lnTo>
                    <a:pt x="9084767" y="2616721"/>
                  </a:lnTo>
                  <a:lnTo>
                    <a:pt x="9130810" y="2678184"/>
                  </a:lnTo>
                  <a:lnTo>
                    <a:pt x="9179197" y="2733975"/>
                  </a:lnTo>
                  <a:lnTo>
                    <a:pt x="9230620" y="2784333"/>
                  </a:lnTo>
                  <a:lnTo>
                    <a:pt x="9285835" y="2829686"/>
                  </a:lnTo>
                  <a:lnTo>
                    <a:pt x="9345619" y="2870538"/>
                  </a:lnTo>
                  <a:lnTo>
                    <a:pt x="9410720" y="2907394"/>
                  </a:lnTo>
                  <a:lnTo>
                    <a:pt x="9481796" y="2940714"/>
                  </a:lnTo>
                  <a:lnTo>
                    <a:pt x="9559323" y="2970893"/>
                  </a:lnTo>
                  <a:lnTo>
                    <a:pt x="9643489" y="2998243"/>
                  </a:lnTo>
                  <a:lnTo>
                    <a:pt x="9734040" y="3022989"/>
                  </a:lnTo>
                  <a:lnTo>
                    <a:pt x="9830123" y="3045265"/>
                  </a:lnTo>
                  <a:lnTo>
                    <a:pt x="9930127" y="3065124"/>
                  </a:lnTo>
                  <a:lnTo>
                    <a:pt x="10031591" y="3082552"/>
                  </a:lnTo>
                  <a:lnTo>
                    <a:pt x="10131231" y="3097499"/>
                  </a:lnTo>
                  <a:lnTo>
                    <a:pt x="10225165" y="3109916"/>
                  </a:lnTo>
                  <a:lnTo>
                    <a:pt x="10309356" y="3119801"/>
                  </a:lnTo>
                  <a:lnTo>
                    <a:pt x="10380228" y="3127245"/>
                  </a:lnTo>
                  <a:lnTo>
                    <a:pt x="10435329" y="3132451"/>
                  </a:lnTo>
                  <a:lnTo>
                    <a:pt x="10473857" y="3135742"/>
                  </a:lnTo>
                  <a:lnTo>
                    <a:pt x="10496902" y="3137527"/>
                  </a:lnTo>
                  <a:lnTo>
                    <a:pt x="10507394" y="3138268"/>
                  </a:lnTo>
                  <a:lnTo>
                    <a:pt x="10509911" y="3138431"/>
                  </a:lnTo>
                  <a:lnTo>
                    <a:pt x="11981298" y="3138431"/>
                  </a:lnTo>
                  <a:lnTo>
                    <a:pt x="11981298" y="3130258"/>
                  </a:lnTo>
                  <a:lnTo>
                    <a:pt x="10509911" y="3130258"/>
                  </a:lnTo>
                  <a:lnTo>
                    <a:pt x="10508782" y="3130186"/>
                  </a:lnTo>
                  <a:lnTo>
                    <a:pt x="10501363" y="3129677"/>
                  </a:lnTo>
                  <a:lnTo>
                    <a:pt x="10482656" y="3128270"/>
                  </a:lnTo>
                  <a:lnTo>
                    <a:pt x="10449196" y="3125499"/>
                  </a:lnTo>
                  <a:lnTo>
                    <a:pt x="10399299" y="3120934"/>
                  </a:lnTo>
                  <a:lnTo>
                    <a:pt x="10333183" y="3114221"/>
                  </a:lnTo>
                  <a:lnTo>
                    <a:pt x="10252829" y="3105117"/>
                  </a:lnTo>
                  <a:lnTo>
                    <a:pt x="10161528" y="3093498"/>
                  </a:lnTo>
                  <a:lnTo>
                    <a:pt x="10063243" y="3079341"/>
                  </a:lnTo>
                  <a:lnTo>
                    <a:pt x="9961963" y="3062686"/>
                  </a:lnTo>
                  <a:lnTo>
                    <a:pt x="9861194" y="3043586"/>
                  </a:lnTo>
                  <a:lnTo>
                    <a:pt x="9763668" y="3022071"/>
                  </a:lnTo>
                  <a:lnTo>
                    <a:pt x="9671255" y="2998111"/>
                  </a:lnTo>
                  <a:lnTo>
                    <a:pt x="9585033" y="2971599"/>
                  </a:lnTo>
                  <a:lnTo>
                    <a:pt x="9505424" y="2942337"/>
                  </a:lnTo>
                  <a:lnTo>
                    <a:pt x="9432363" y="2910042"/>
                  </a:lnTo>
                  <a:lnTo>
                    <a:pt x="9365450" y="2874343"/>
                  </a:lnTo>
                  <a:lnTo>
                    <a:pt x="9304075" y="2834798"/>
                  </a:lnTo>
                  <a:lnTo>
                    <a:pt x="9247509" y="2790914"/>
                  </a:lnTo>
                  <a:lnTo>
                    <a:pt x="9194979" y="2742179"/>
                  </a:lnTo>
                  <a:lnTo>
                    <a:pt x="9145717" y="2688131"/>
                  </a:lnTo>
                  <a:lnTo>
                    <a:pt x="9099007" y="2628456"/>
                  </a:lnTo>
                  <a:lnTo>
                    <a:pt x="9084767" y="2608548"/>
                  </a:lnTo>
                  <a:lnTo>
                    <a:pt x="9048574" y="2554282"/>
                  </a:lnTo>
                  <a:lnTo>
                    <a:pt x="9013267" y="2496181"/>
                  </a:lnTo>
                  <a:lnTo>
                    <a:pt x="8978615" y="2434166"/>
                  </a:lnTo>
                  <a:lnTo>
                    <a:pt x="8944428" y="2368218"/>
                  </a:lnTo>
                  <a:lnTo>
                    <a:pt x="8910553" y="2298378"/>
                  </a:lnTo>
                  <a:lnTo>
                    <a:pt x="8876871" y="2224759"/>
                  </a:lnTo>
                  <a:lnTo>
                    <a:pt x="8843290" y="2147546"/>
                  </a:lnTo>
                  <a:lnTo>
                    <a:pt x="8809742" y="2067002"/>
                  </a:lnTo>
                  <a:lnTo>
                    <a:pt x="8776181" y="1983460"/>
                  </a:lnTo>
                  <a:lnTo>
                    <a:pt x="8742582" y="1897330"/>
                  </a:lnTo>
                  <a:lnTo>
                    <a:pt x="8708935" y="1809083"/>
                  </a:lnTo>
                  <a:lnTo>
                    <a:pt x="8675241" y="1719246"/>
                  </a:lnTo>
                  <a:lnTo>
                    <a:pt x="8641514" y="1628389"/>
                  </a:lnTo>
                  <a:lnTo>
                    <a:pt x="8607772" y="1537110"/>
                  </a:lnTo>
                  <a:lnTo>
                    <a:pt x="8574037" y="1446018"/>
                  </a:lnTo>
                  <a:lnTo>
                    <a:pt x="8540329" y="1355718"/>
                  </a:lnTo>
                  <a:lnTo>
                    <a:pt x="8506662" y="1266792"/>
                  </a:lnTo>
                  <a:lnTo>
                    <a:pt x="8473045" y="1179785"/>
                  </a:lnTo>
                  <a:lnTo>
                    <a:pt x="8439472" y="1095191"/>
                  </a:lnTo>
                  <a:lnTo>
                    <a:pt x="8405923" y="1013445"/>
                  </a:lnTo>
                  <a:lnTo>
                    <a:pt x="8372361" y="934911"/>
                  </a:lnTo>
                  <a:lnTo>
                    <a:pt x="8338728" y="859877"/>
                  </a:lnTo>
                  <a:lnTo>
                    <a:pt x="8304940" y="788560"/>
                  </a:lnTo>
                  <a:lnTo>
                    <a:pt x="8270890" y="721100"/>
                  </a:lnTo>
                  <a:lnTo>
                    <a:pt x="8236438" y="657565"/>
                  </a:lnTo>
                  <a:lnTo>
                    <a:pt x="8201409" y="597958"/>
                  </a:lnTo>
                  <a:lnTo>
                    <a:pt x="8165589" y="542223"/>
                  </a:lnTo>
                  <a:lnTo>
                    <a:pt x="8151487" y="521709"/>
                  </a:lnTo>
                  <a:lnTo>
                    <a:pt x="8105443" y="460246"/>
                  </a:lnTo>
                  <a:lnTo>
                    <a:pt x="8057056" y="404455"/>
                  </a:lnTo>
                  <a:lnTo>
                    <a:pt x="8005633" y="354098"/>
                  </a:lnTo>
                  <a:lnTo>
                    <a:pt x="7950418" y="308744"/>
                  </a:lnTo>
                  <a:lnTo>
                    <a:pt x="7890634" y="267892"/>
                  </a:lnTo>
                  <a:lnTo>
                    <a:pt x="7825533" y="231037"/>
                  </a:lnTo>
                  <a:lnTo>
                    <a:pt x="7754458" y="197716"/>
                  </a:lnTo>
                  <a:lnTo>
                    <a:pt x="7676930" y="167537"/>
                  </a:lnTo>
                  <a:lnTo>
                    <a:pt x="7592765" y="140187"/>
                  </a:lnTo>
                  <a:lnTo>
                    <a:pt x="7502213" y="115441"/>
                  </a:lnTo>
                  <a:lnTo>
                    <a:pt x="7406131" y="93165"/>
                  </a:lnTo>
                  <a:lnTo>
                    <a:pt x="7306126" y="73307"/>
                  </a:lnTo>
                  <a:lnTo>
                    <a:pt x="7204662" y="55878"/>
                  </a:lnTo>
                  <a:lnTo>
                    <a:pt x="7105022" y="40931"/>
                  </a:lnTo>
                  <a:lnTo>
                    <a:pt x="7011088" y="28514"/>
                  </a:lnTo>
                  <a:lnTo>
                    <a:pt x="6926897" y="18629"/>
                  </a:lnTo>
                  <a:lnTo>
                    <a:pt x="6856026" y="11186"/>
                  </a:lnTo>
                  <a:lnTo>
                    <a:pt x="6800924" y="5979"/>
                  </a:lnTo>
                  <a:lnTo>
                    <a:pt x="6762396" y="2689"/>
                  </a:lnTo>
                  <a:lnTo>
                    <a:pt x="6739351" y="903"/>
                  </a:lnTo>
                  <a:lnTo>
                    <a:pt x="6728859" y="162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064" y="86"/>
                  </a:lnTo>
                  <a:lnTo>
                    <a:pt x="5248175" y="702"/>
                  </a:lnTo>
                  <a:lnTo>
                    <a:pt x="5233228" y="2405"/>
                  </a:lnTo>
                  <a:lnTo>
                    <a:pt x="5206246" y="5761"/>
                  </a:lnTo>
                  <a:lnTo>
                    <a:pt x="5165508" y="11311"/>
                  </a:lnTo>
                  <a:lnTo>
                    <a:pt x="5110669" y="19525"/>
                  </a:lnTo>
                  <a:lnTo>
                    <a:pt x="5042735" y="30755"/>
                  </a:lnTo>
                  <a:lnTo>
                    <a:pt x="4963845" y="45226"/>
                  </a:lnTo>
                  <a:lnTo>
                    <a:pt x="4876885" y="63029"/>
                  </a:lnTo>
                  <a:lnTo>
                    <a:pt x="4785043" y="84159"/>
                  </a:lnTo>
                  <a:lnTo>
                    <a:pt x="4691394" y="108559"/>
                  </a:lnTo>
                  <a:lnTo>
                    <a:pt x="4598593" y="136162"/>
                  </a:lnTo>
                  <a:lnTo>
                    <a:pt x="4508713" y="166940"/>
                  </a:lnTo>
                  <a:lnTo>
                    <a:pt x="4423199" y="200931"/>
                  </a:lnTo>
                  <a:lnTo>
                    <a:pt x="4342917" y="238262"/>
                  </a:lnTo>
                  <a:lnTo>
                    <a:pt x="4268250" y="279158"/>
                  </a:lnTo>
                  <a:lnTo>
                    <a:pt x="4199210" y="323946"/>
                  </a:lnTo>
                  <a:lnTo>
                    <a:pt x="4135539" y="373046"/>
                  </a:lnTo>
                  <a:lnTo>
                    <a:pt x="4076804" y="426968"/>
                  </a:lnTo>
                  <a:lnTo>
                    <a:pt x="4022462" y="486291"/>
                  </a:lnTo>
                  <a:lnTo>
                    <a:pt x="3971916" y="551630"/>
                  </a:lnTo>
                  <a:lnTo>
                    <a:pt x="3924554" y="623595"/>
                  </a:lnTo>
                  <a:lnTo>
                    <a:pt x="3879781" y="702705"/>
                  </a:lnTo>
                  <a:lnTo>
                    <a:pt x="3837051" y="789265"/>
                  </a:lnTo>
                  <a:lnTo>
                    <a:pt x="3829811" y="805040"/>
                  </a:lnTo>
                  <a:lnTo>
                    <a:pt x="3799854" y="873764"/>
                  </a:lnTo>
                  <a:lnTo>
                    <a:pt x="3770531" y="946504"/>
                  </a:lnTo>
                  <a:lnTo>
                    <a:pt x="3741705" y="1023342"/>
                  </a:lnTo>
                  <a:lnTo>
                    <a:pt x="3713260" y="1104316"/>
                  </a:lnTo>
                  <a:lnTo>
                    <a:pt x="3685097" y="1189426"/>
                  </a:lnTo>
                  <a:lnTo>
                    <a:pt x="3657135" y="1278621"/>
                  </a:lnTo>
                  <a:lnTo>
                    <a:pt x="3629308" y="1371801"/>
                  </a:lnTo>
                  <a:lnTo>
                    <a:pt x="3601560" y="1468814"/>
                  </a:lnTo>
                  <a:lnTo>
                    <a:pt x="3573851" y="1569452"/>
                  </a:lnTo>
                  <a:lnTo>
                    <a:pt x="3546149" y="1673456"/>
                  </a:lnTo>
                  <a:lnTo>
                    <a:pt x="3518433" y="1780511"/>
                  </a:lnTo>
                  <a:lnTo>
                    <a:pt x="3490689" y="1890253"/>
                  </a:lnTo>
                  <a:lnTo>
                    <a:pt x="3462912" y="2002272"/>
                  </a:lnTo>
                  <a:lnTo>
                    <a:pt x="3435102" y="2116117"/>
                  </a:lnTo>
                  <a:lnTo>
                    <a:pt x="3407265" y="2231304"/>
                  </a:lnTo>
                  <a:lnTo>
                    <a:pt x="3379410" y="2347325"/>
                  </a:lnTo>
                  <a:lnTo>
                    <a:pt x="3351547" y="2463654"/>
                  </a:lnTo>
                  <a:lnTo>
                    <a:pt x="3323690" y="2579763"/>
                  </a:lnTo>
                  <a:lnTo>
                    <a:pt x="3295849" y="2695123"/>
                  </a:lnTo>
                  <a:lnTo>
                    <a:pt x="3268034" y="2809225"/>
                  </a:lnTo>
                  <a:lnTo>
                    <a:pt x="3240252" y="2921578"/>
                  </a:lnTo>
                  <a:lnTo>
                    <a:pt x="3212503" y="3031727"/>
                  </a:lnTo>
                  <a:lnTo>
                    <a:pt x="3184782" y="3139254"/>
                  </a:lnTo>
                  <a:lnTo>
                    <a:pt x="3157079" y="3243786"/>
                  </a:lnTo>
                  <a:lnTo>
                    <a:pt x="3129373" y="3345001"/>
                  </a:lnTo>
                  <a:lnTo>
                    <a:pt x="3101635" y="3442630"/>
                  </a:lnTo>
                  <a:lnTo>
                    <a:pt x="3073824" y="3536457"/>
                  </a:lnTo>
                  <a:lnTo>
                    <a:pt x="3045889" y="3626321"/>
                  </a:lnTo>
                  <a:lnTo>
                    <a:pt x="3017764" y="3712112"/>
                  </a:lnTo>
                  <a:lnTo>
                    <a:pt x="2989372" y="3793773"/>
                  </a:lnTo>
                  <a:lnTo>
                    <a:pt x="2960617" y="3871294"/>
                  </a:lnTo>
                  <a:lnTo>
                    <a:pt x="2931385" y="3944708"/>
                  </a:lnTo>
                  <a:lnTo>
                    <a:pt x="2901544" y="4014090"/>
                  </a:lnTo>
                  <a:lnTo>
                    <a:pt x="2896531" y="4025201"/>
                  </a:lnTo>
                  <a:lnTo>
                    <a:pt x="2854105" y="4113060"/>
                  </a:lnTo>
                  <a:lnTo>
                    <a:pt x="2809724" y="4193448"/>
                  </a:lnTo>
                  <a:lnTo>
                    <a:pt x="2762853" y="4266619"/>
                  </a:lnTo>
                  <a:lnTo>
                    <a:pt x="2712903" y="4333066"/>
                  </a:lnTo>
                  <a:lnTo>
                    <a:pt x="2659263" y="4393387"/>
                  </a:lnTo>
                  <a:lnTo>
                    <a:pt x="2601330" y="4448203"/>
                  </a:lnTo>
                  <a:lnTo>
                    <a:pt x="2538550" y="4498101"/>
                  </a:lnTo>
                  <a:lnTo>
                    <a:pt x="2470466" y="4543604"/>
                  </a:lnTo>
                  <a:lnTo>
                    <a:pt x="2396783" y="4585149"/>
                  </a:lnTo>
                  <a:lnTo>
                    <a:pt x="2317460" y="4623080"/>
                  </a:lnTo>
                  <a:lnTo>
                    <a:pt x="2232806" y="4657638"/>
                  </a:lnTo>
                  <a:lnTo>
                    <a:pt x="2143597" y="4688968"/>
                  </a:lnTo>
                  <a:lnTo>
                    <a:pt x="2051172" y="4717122"/>
                  </a:lnTo>
                  <a:lnTo>
                    <a:pt x="1957494" y="4742082"/>
                  </a:lnTo>
                  <a:lnTo>
                    <a:pt x="1865127" y="4763785"/>
                  </a:lnTo>
                  <a:lnTo>
                    <a:pt x="1777090" y="4782167"/>
                  </a:lnTo>
                  <a:lnTo>
                    <a:pt x="1696579" y="4797212"/>
                  </a:lnTo>
                  <a:lnTo>
                    <a:pt x="1626565" y="4808993"/>
                  </a:lnTo>
                  <a:lnTo>
                    <a:pt x="1569347" y="4817708"/>
                  </a:lnTo>
                  <a:lnTo>
                    <a:pt x="1526149" y="4823689"/>
                  </a:lnTo>
                  <a:lnTo>
                    <a:pt x="1496867" y="4827388"/>
                  </a:lnTo>
                  <a:lnTo>
                    <a:pt x="1480012" y="4829337"/>
                  </a:lnTo>
                  <a:lnTo>
                    <a:pt x="1472815" y="4830101"/>
                  </a:lnTo>
                  <a:lnTo>
                    <a:pt x="1471387" y="4830242"/>
                  </a:lnTo>
                  <a:lnTo>
                    <a:pt x="0" y="4830242"/>
                  </a:lnTo>
                  <a:close/>
                </a:path>
              </a:pathLst>
            </a:custGeom>
            <a:solidFill>
              <a:srgbClr val="D9B26F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647" name="pl1647"/>
            <p:cNvSpPr/>
            <p:nvPr/>
          </p:nvSpPr>
          <p:spPr>
            <a:xfrm>
              <a:off x="4799595" y="4881694"/>
              <a:ext cx="11981298" cy="4830242"/>
            </a:xfrm>
            <a:custGeom>
              <a:avLst/>
              <a:pathLst>
                <a:path w="11981298" h="4830242">
                  <a:moveTo>
                    <a:pt x="0" y="4830242"/>
                  </a:moveTo>
                  <a:lnTo>
                    <a:pt x="1471387" y="4830242"/>
                  </a:lnTo>
                  <a:lnTo>
                    <a:pt x="1472278" y="4830155"/>
                  </a:lnTo>
                  <a:lnTo>
                    <a:pt x="1478167" y="4829539"/>
                  </a:lnTo>
                  <a:lnTo>
                    <a:pt x="1493115" y="4827836"/>
                  </a:lnTo>
                  <a:lnTo>
                    <a:pt x="1520096" y="4824480"/>
                  </a:lnTo>
                  <a:lnTo>
                    <a:pt x="1560834" y="4818930"/>
                  </a:lnTo>
                  <a:lnTo>
                    <a:pt x="1615673" y="4810716"/>
                  </a:lnTo>
                  <a:lnTo>
                    <a:pt x="1683607" y="4799486"/>
                  </a:lnTo>
                  <a:lnTo>
                    <a:pt x="1762497" y="4785015"/>
                  </a:lnTo>
                  <a:lnTo>
                    <a:pt x="1849457" y="4767212"/>
                  </a:lnTo>
                  <a:lnTo>
                    <a:pt x="1941299" y="4746082"/>
                  </a:lnTo>
                  <a:lnTo>
                    <a:pt x="2034948" y="4721682"/>
                  </a:lnTo>
                  <a:lnTo>
                    <a:pt x="2127749" y="4694079"/>
                  </a:lnTo>
                  <a:lnTo>
                    <a:pt x="2217629" y="4663301"/>
                  </a:lnTo>
                  <a:lnTo>
                    <a:pt x="2303143" y="4629310"/>
                  </a:lnTo>
                  <a:lnTo>
                    <a:pt x="2383425" y="4591979"/>
                  </a:lnTo>
                  <a:lnTo>
                    <a:pt x="2458092" y="4551083"/>
                  </a:lnTo>
                  <a:lnTo>
                    <a:pt x="2527132" y="4506295"/>
                  </a:lnTo>
                  <a:lnTo>
                    <a:pt x="2590803" y="4457195"/>
                  </a:lnTo>
                  <a:lnTo>
                    <a:pt x="2649538" y="4403273"/>
                  </a:lnTo>
                  <a:lnTo>
                    <a:pt x="2703880" y="4343951"/>
                  </a:lnTo>
                  <a:lnTo>
                    <a:pt x="2754426" y="4278611"/>
                  </a:lnTo>
                  <a:lnTo>
                    <a:pt x="2801788" y="4206646"/>
                  </a:lnTo>
                  <a:lnTo>
                    <a:pt x="2846561" y="4127536"/>
                  </a:lnTo>
                  <a:lnTo>
                    <a:pt x="2889291" y="4040976"/>
                  </a:lnTo>
                  <a:lnTo>
                    <a:pt x="2896531" y="4025201"/>
                  </a:lnTo>
                  <a:lnTo>
                    <a:pt x="2926488" y="3956477"/>
                  </a:lnTo>
                  <a:lnTo>
                    <a:pt x="2955811" y="3883737"/>
                  </a:lnTo>
                  <a:lnTo>
                    <a:pt x="2984637" y="3806899"/>
                  </a:lnTo>
                  <a:lnTo>
                    <a:pt x="3013082" y="3725925"/>
                  </a:lnTo>
                  <a:lnTo>
                    <a:pt x="3041245" y="3640815"/>
                  </a:lnTo>
                  <a:lnTo>
                    <a:pt x="3069207" y="3551620"/>
                  </a:lnTo>
                  <a:lnTo>
                    <a:pt x="3097034" y="3458440"/>
                  </a:lnTo>
                  <a:lnTo>
                    <a:pt x="3124782" y="3361427"/>
                  </a:lnTo>
                  <a:lnTo>
                    <a:pt x="3152491" y="3260789"/>
                  </a:lnTo>
                  <a:lnTo>
                    <a:pt x="3180193" y="3156785"/>
                  </a:lnTo>
                  <a:lnTo>
                    <a:pt x="3207909" y="3049730"/>
                  </a:lnTo>
                  <a:lnTo>
                    <a:pt x="3235653" y="2939988"/>
                  </a:lnTo>
                  <a:lnTo>
                    <a:pt x="3263430" y="2827969"/>
                  </a:lnTo>
                  <a:lnTo>
                    <a:pt x="3291240" y="2714124"/>
                  </a:lnTo>
                  <a:lnTo>
                    <a:pt x="3319077" y="2598937"/>
                  </a:lnTo>
                  <a:lnTo>
                    <a:pt x="3346932" y="2482916"/>
                  </a:lnTo>
                  <a:lnTo>
                    <a:pt x="3374795" y="2366587"/>
                  </a:lnTo>
                  <a:lnTo>
                    <a:pt x="3402652" y="2250478"/>
                  </a:lnTo>
                  <a:lnTo>
                    <a:pt x="3430493" y="2135118"/>
                  </a:lnTo>
                  <a:lnTo>
                    <a:pt x="3458308" y="2021016"/>
                  </a:lnTo>
                  <a:lnTo>
                    <a:pt x="3486090" y="1908663"/>
                  </a:lnTo>
                  <a:lnTo>
                    <a:pt x="3513840" y="1798514"/>
                  </a:lnTo>
                  <a:lnTo>
                    <a:pt x="3541560" y="1690988"/>
                  </a:lnTo>
                  <a:lnTo>
                    <a:pt x="3569263" y="1586455"/>
                  </a:lnTo>
                  <a:lnTo>
                    <a:pt x="3596969" y="1485240"/>
                  </a:lnTo>
                  <a:lnTo>
                    <a:pt x="3624707" y="1387611"/>
                  </a:lnTo>
                  <a:lnTo>
                    <a:pt x="3652518" y="1293784"/>
                  </a:lnTo>
                  <a:lnTo>
                    <a:pt x="3680454" y="1203920"/>
                  </a:lnTo>
                  <a:lnTo>
                    <a:pt x="3708578" y="1118129"/>
                  </a:lnTo>
                  <a:lnTo>
                    <a:pt x="3736970" y="1036468"/>
                  </a:lnTo>
                  <a:lnTo>
                    <a:pt x="3765725" y="958947"/>
                  </a:lnTo>
                  <a:lnTo>
                    <a:pt x="3794957" y="885533"/>
                  </a:lnTo>
                  <a:lnTo>
                    <a:pt x="3824798" y="816151"/>
                  </a:lnTo>
                  <a:lnTo>
                    <a:pt x="3829811" y="805040"/>
                  </a:lnTo>
                  <a:lnTo>
                    <a:pt x="3872237" y="717181"/>
                  </a:lnTo>
                  <a:lnTo>
                    <a:pt x="3916618" y="636793"/>
                  </a:lnTo>
                  <a:lnTo>
                    <a:pt x="3963489" y="563622"/>
                  </a:lnTo>
                  <a:lnTo>
                    <a:pt x="4013439" y="497175"/>
                  </a:lnTo>
                  <a:lnTo>
                    <a:pt x="4067080" y="436854"/>
                  </a:lnTo>
                  <a:lnTo>
                    <a:pt x="4125012" y="382038"/>
                  </a:lnTo>
                  <a:lnTo>
                    <a:pt x="4187792" y="332140"/>
                  </a:lnTo>
                  <a:lnTo>
                    <a:pt x="4255876" y="286637"/>
                  </a:lnTo>
                  <a:lnTo>
                    <a:pt x="4329559" y="245092"/>
                  </a:lnTo>
                  <a:lnTo>
                    <a:pt x="4408882" y="207162"/>
                  </a:lnTo>
                  <a:lnTo>
                    <a:pt x="4493536" y="172603"/>
                  </a:lnTo>
                  <a:lnTo>
                    <a:pt x="4582745" y="141273"/>
                  </a:lnTo>
                  <a:lnTo>
                    <a:pt x="4675170" y="113119"/>
                  </a:lnTo>
                  <a:lnTo>
                    <a:pt x="4768848" y="88159"/>
                  </a:lnTo>
                  <a:lnTo>
                    <a:pt x="4861215" y="66456"/>
                  </a:lnTo>
                  <a:lnTo>
                    <a:pt x="4949252" y="48074"/>
                  </a:lnTo>
                  <a:lnTo>
                    <a:pt x="5029763" y="33029"/>
                  </a:lnTo>
                  <a:lnTo>
                    <a:pt x="5099777" y="21248"/>
                  </a:lnTo>
                  <a:lnTo>
                    <a:pt x="5156995" y="12534"/>
                  </a:lnTo>
                  <a:lnTo>
                    <a:pt x="5200194" y="6552"/>
                  </a:lnTo>
                  <a:lnTo>
                    <a:pt x="5229475" y="2853"/>
                  </a:lnTo>
                  <a:lnTo>
                    <a:pt x="5246330" y="904"/>
                  </a:lnTo>
                  <a:lnTo>
                    <a:pt x="5253528" y="140"/>
                  </a:lnTo>
                  <a:lnTo>
                    <a:pt x="5254950" y="0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471" y="71"/>
                  </a:lnTo>
                  <a:lnTo>
                    <a:pt x="6734890" y="580"/>
                  </a:lnTo>
                  <a:lnTo>
                    <a:pt x="6753597" y="1987"/>
                  </a:lnTo>
                  <a:lnTo>
                    <a:pt x="6787057" y="4758"/>
                  </a:lnTo>
                  <a:lnTo>
                    <a:pt x="6836955" y="9323"/>
                  </a:lnTo>
                  <a:lnTo>
                    <a:pt x="6903070" y="16036"/>
                  </a:lnTo>
                  <a:lnTo>
                    <a:pt x="6983424" y="25141"/>
                  </a:lnTo>
                  <a:lnTo>
                    <a:pt x="7074726" y="36759"/>
                  </a:lnTo>
                  <a:lnTo>
                    <a:pt x="7173011" y="50916"/>
                  </a:lnTo>
                  <a:lnTo>
                    <a:pt x="7274290" y="67572"/>
                  </a:lnTo>
                  <a:lnTo>
                    <a:pt x="7375059" y="86671"/>
                  </a:lnTo>
                  <a:lnTo>
                    <a:pt x="7472586" y="108186"/>
                  </a:lnTo>
                  <a:lnTo>
                    <a:pt x="7564998" y="132146"/>
                  </a:lnTo>
                  <a:lnTo>
                    <a:pt x="7651221" y="158659"/>
                  </a:lnTo>
                  <a:lnTo>
                    <a:pt x="7730830" y="187920"/>
                  </a:lnTo>
                  <a:lnTo>
                    <a:pt x="7803890" y="220216"/>
                  </a:lnTo>
                  <a:lnTo>
                    <a:pt x="7870803" y="255914"/>
                  </a:lnTo>
                  <a:lnTo>
                    <a:pt x="7932178" y="295459"/>
                  </a:lnTo>
                  <a:lnTo>
                    <a:pt x="7988744" y="339344"/>
                  </a:lnTo>
                  <a:lnTo>
                    <a:pt x="8041274" y="388079"/>
                  </a:lnTo>
                  <a:lnTo>
                    <a:pt x="8090536" y="442126"/>
                  </a:lnTo>
                  <a:lnTo>
                    <a:pt x="8137247" y="501801"/>
                  </a:lnTo>
                  <a:lnTo>
                    <a:pt x="8151487" y="521709"/>
                  </a:lnTo>
                  <a:lnTo>
                    <a:pt x="8187680" y="575975"/>
                  </a:lnTo>
                  <a:lnTo>
                    <a:pt x="8222986" y="634076"/>
                  </a:lnTo>
                  <a:lnTo>
                    <a:pt x="8257638" y="696091"/>
                  </a:lnTo>
                  <a:lnTo>
                    <a:pt x="8291826" y="762040"/>
                  </a:lnTo>
                  <a:lnTo>
                    <a:pt x="8325700" y="831880"/>
                  </a:lnTo>
                  <a:lnTo>
                    <a:pt x="8359382" y="905499"/>
                  </a:lnTo>
                  <a:lnTo>
                    <a:pt x="8392963" y="982711"/>
                  </a:lnTo>
                  <a:lnTo>
                    <a:pt x="8426512" y="1063256"/>
                  </a:lnTo>
                  <a:lnTo>
                    <a:pt x="8460072" y="1146797"/>
                  </a:lnTo>
                  <a:lnTo>
                    <a:pt x="8493671" y="1232927"/>
                  </a:lnTo>
                  <a:lnTo>
                    <a:pt x="8527319" y="1321174"/>
                  </a:lnTo>
                  <a:lnTo>
                    <a:pt x="8561012" y="1411011"/>
                  </a:lnTo>
                  <a:lnTo>
                    <a:pt x="8594739" y="1501868"/>
                  </a:lnTo>
                  <a:lnTo>
                    <a:pt x="8628481" y="1593147"/>
                  </a:lnTo>
                  <a:lnTo>
                    <a:pt x="8662216" y="1684239"/>
                  </a:lnTo>
                  <a:lnTo>
                    <a:pt x="8695924" y="1774539"/>
                  </a:lnTo>
                  <a:lnTo>
                    <a:pt x="8729591" y="1863466"/>
                  </a:lnTo>
                  <a:lnTo>
                    <a:pt x="8763208" y="1950473"/>
                  </a:lnTo>
                  <a:lnTo>
                    <a:pt x="8796781" y="2035066"/>
                  </a:lnTo>
                  <a:lnTo>
                    <a:pt x="8830330" y="2116812"/>
                  </a:lnTo>
                  <a:lnTo>
                    <a:pt x="8863892" y="2195347"/>
                  </a:lnTo>
                  <a:lnTo>
                    <a:pt x="8897525" y="2270380"/>
                  </a:lnTo>
                  <a:lnTo>
                    <a:pt x="8931313" y="2341697"/>
                  </a:lnTo>
                  <a:lnTo>
                    <a:pt x="8965363" y="2409158"/>
                  </a:lnTo>
                  <a:lnTo>
                    <a:pt x="8999815" y="2472693"/>
                  </a:lnTo>
                  <a:lnTo>
                    <a:pt x="9034844" y="2532299"/>
                  </a:lnTo>
                  <a:lnTo>
                    <a:pt x="9070664" y="2588034"/>
                  </a:lnTo>
                  <a:lnTo>
                    <a:pt x="9084767" y="2608548"/>
                  </a:lnTo>
                  <a:lnTo>
                    <a:pt x="9130810" y="2670011"/>
                  </a:lnTo>
                  <a:lnTo>
                    <a:pt x="9179197" y="2725802"/>
                  </a:lnTo>
                  <a:lnTo>
                    <a:pt x="9230620" y="2776160"/>
                  </a:lnTo>
                  <a:lnTo>
                    <a:pt x="9285835" y="2821513"/>
                  </a:lnTo>
                  <a:lnTo>
                    <a:pt x="9345619" y="2862365"/>
                  </a:lnTo>
                  <a:lnTo>
                    <a:pt x="9410720" y="2899221"/>
                  </a:lnTo>
                  <a:lnTo>
                    <a:pt x="9481796" y="2932541"/>
                  </a:lnTo>
                  <a:lnTo>
                    <a:pt x="9559323" y="2962720"/>
                  </a:lnTo>
                  <a:lnTo>
                    <a:pt x="9643489" y="2990070"/>
                  </a:lnTo>
                  <a:lnTo>
                    <a:pt x="9734040" y="3014816"/>
                  </a:lnTo>
                  <a:lnTo>
                    <a:pt x="9830123" y="3037092"/>
                  </a:lnTo>
                  <a:lnTo>
                    <a:pt x="9930127" y="3056951"/>
                  </a:lnTo>
                  <a:lnTo>
                    <a:pt x="10031591" y="3074379"/>
                  </a:lnTo>
                  <a:lnTo>
                    <a:pt x="10131231" y="3089326"/>
                  </a:lnTo>
                  <a:lnTo>
                    <a:pt x="10225165" y="3101743"/>
                  </a:lnTo>
                  <a:lnTo>
                    <a:pt x="10309356" y="3111628"/>
                  </a:lnTo>
                  <a:lnTo>
                    <a:pt x="10380228" y="3119072"/>
                  </a:lnTo>
                  <a:lnTo>
                    <a:pt x="10435329" y="3124278"/>
                  </a:lnTo>
                  <a:lnTo>
                    <a:pt x="10473857" y="3127569"/>
                  </a:lnTo>
                  <a:lnTo>
                    <a:pt x="10496902" y="3129354"/>
                  </a:lnTo>
                  <a:lnTo>
                    <a:pt x="10507394" y="3130095"/>
                  </a:lnTo>
                  <a:lnTo>
                    <a:pt x="10509874" y="3130256"/>
                  </a:lnTo>
                  <a:lnTo>
                    <a:pt x="10509911" y="3130258"/>
                  </a:lnTo>
                  <a:lnTo>
                    <a:pt x="11981298" y="313025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48" name="pl1648"/>
            <p:cNvSpPr/>
            <p:nvPr/>
          </p:nvSpPr>
          <p:spPr>
            <a:xfrm>
              <a:off x="4799595" y="4873521"/>
              <a:ext cx="11981298" cy="4830242"/>
            </a:xfrm>
            <a:custGeom>
              <a:avLst/>
              <a:pathLst>
                <a:path w="11981298" h="4830242">
                  <a:moveTo>
                    <a:pt x="11981298" y="3130258"/>
                  </a:moveTo>
                  <a:lnTo>
                    <a:pt x="10509911" y="3130258"/>
                  </a:lnTo>
                  <a:lnTo>
                    <a:pt x="10508782" y="3130186"/>
                  </a:lnTo>
                  <a:lnTo>
                    <a:pt x="10501363" y="3129677"/>
                  </a:lnTo>
                  <a:lnTo>
                    <a:pt x="10482656" y="3128270"/>
                  </a:lnTo>
                  <a:lnTo>
                    <a:pt x="10449196" y="3125499"/>
                  </a:lnTo>
                  <a:lnTo>
                    <a:pt x="10399299" y="3120934"/>
                  </a:lnTo>
                  <a:lnTo>
                    <a:pt x="10333183" y="3114221"/>
                  </a:lnTo>
                  <a:lnTo>
                    <a:pt x="10252829" y="3105117"/>
                  </a:lnTo>
                  <a:lnTo>
                    <a:pt x="10161528" y="3093498"/>
                  </a:lnTo>
                  <a:lnTo>
                    <a:pt x="10063243" y="3079341"/>
                  </a:lnTo>
                  <a:lnTo>
                    <a:pt x="9961963" y="3062686"/>
                  </a:lnTo>
                  <a:lnTo>
                    <a:pt x="9861194" y="3043586"/>
                  </a:lnTo>
                  <a:lnTo>
                    <a:pt x="9763668" y="3022071"/>
                  </a:lnTo>
                  <a:lnTo>
                    <a:pt x="9671255" y="2998111"/>
                  </a:lnTo>
                  <a:lnTo>
                    <a:pt x="9585033" y="2971599"/>
                  </a:lnTo>
                  <a:lnTo>
                    <a:pt x="9505424" y="2942337"/>
                  </a:lnTo>
                  <a:lnTo>
                    <a:pt x="9432363" y="2910042"/>
                  </a:lnTo>
                  <a:lnTo>
                    <a:pt x="9365450" y="2874343"/>
                  </a:lnTo>
                  <a:lnTo>
                    <a:pt x="9304075" y="2834798"/>
                  </a:lnTo>
                  <a:lnTo>
                    <a:pt x="9247509" y="2790914"/>
                  </a:lnTo>
                  <a:lnTo>
                    <a:pt x="9194979" y="2742179"/>
                  </a:lnTo>
                  <a:lnTo>
                    <a:pt x="9145717" y="2688131"/>
                  </a:lnTo>
                  <a:lnTo>
                    <a:pt x="9099007" y="2628456"/>
                  </a:lnTo>
                  <a:lnTo>
                    <a:pt x="9084767" y="2608548"/>
                  </a:lnTo>
                  <a:lnTo>
                    <a:pt x="9048574" y="2554282"/>
                  </a:lnTo>
                  <a:lnTo>
                    <a:pt x="9013267" y="2496181"/>
                  </a:lnTo>
                  <a:lnTo>
                    <a:pt x="8978615" y="2434166"/>
                  </a:lnTo>
                  <a:lnTo>
                    <a:pt x="8944428" y="2368218"/>
                  </a:lnTo>
                  <a:lnTo>
                    <a:pt x="8910553" y="2298378"/>
                  </a:lnTo>
                  <a:lnTo>
                    <a:pt x="8876871" y="2224759"/>
                  </a:lnTo>
                  <a:lnTo>
                    <a:pt x="8843290" y="2147546"/>
                  </a:lnTo>
                  <a:lnTo>
                    <a:pt x="8809742" y="2067002"/>
                  </a:lnTo>
                  <a:lnTo>
                    <a:pt x="8776181" y="1983460"/>
                  </a:lnTo>
                  <a:lnTo>
                    <a:pt x="8742582" y="1897330"/>
                  </a:lnTo>
                  <a:lnTo>
                    <a:pt x="8708935" y="1809083"/>
                  </a:lnTo>
                  <a:lnTo>
                    <a:pt x="8675241" y="1719246"/>
                  </a:lnTo>
                  <a:lnTo>
                    <a:pt x="8641514" y="1628389"/>
                  </a:lnTo>
                  <a:lnTo>
                    <a:pt x="8607772" y="1537110"/>
                  </a:lnTo>
                  <a:lnTo>
                    <a:pt x="8574037" y="1446018"/>
                  </a:lnTo>
                  <a:lnTo>
                    <a:pt x="8540329" y="1355718"/>
                  </a:lnTo>
                  <a:lnTo>
                    <a:pt x="8506662" y="1266792"/>
                  </a:lnTo>
                  <a:lnTo>
                    <a:pt x="8473045" y="1179785"/>
                  </a:lnTo>
                  <a:lnTo>
                    <a:pt x="8439472" y="1095191"/>
                  </a:lnTo>
                  <a:lnTo>
                    <a:pt x="8405923" y="1013445"/>
                  </a:lnTo>
                  <a:lnTo>
                    <a:pt x="8372361" y="934911"/>
                  </a:lnTo>
                  <a:lnTo>
                    <a:pt x="8338728" y="859877"/>
                  </a:lnTo>
                  <a:lnTo>
                    <a:pt x="8304940" y="788560"/>
                  </a:lnTo>
                  <a:lnTo>
                    <a:pt x="8270890" y="721100"/>
                  </a:lnTo>
                  <a:lnTo>
                    <a:pt x="8236438" y="657565"/>
                  </a:lnTo>
                  <a:lnTo>
                    <a:pt x="8201409" y="597958"/>
                  </a:lnTo>
                  <a:lnTo>
                    <a:pt x="8165589" y="542223"/>
                  </a:lnTo>
                  <a:lnTo>
                    <a:pt x="8151487" y="521709"/>
                  </a:lnTo>
                  <a:lnTo>
                    <a:pt x="8105443" y="460246"/>
                  </a:lnTo>
                  <a:lnTo>
                    <a:pt x="8057056" y="404455"/>
                  </a:lnTo>
                  <a:lnTo>
                    <a:pt x="8005633" y="354098"/>
                  </a:lnTo>
                  <a:lnTo>
                    <a:pt x="7950418" y="308744"/>
                  </a:lnTo>
                  <a:lnTo>
                    <a:pt x="7890634" y="267892"/>
                  </a:lnTo>
                  <a:lnTo>
                    <a:pt x="7825533" y="231037"/>
                  </a:lnTo>
                  <a:lnTo>
                    <a:pt x="7754458" y="197716"/>
                  </a:lnTo>
                  <a:lnTo>
                    <a:pt x="7676930" y="167537"/>
                  </a:lnTo>
                  <a:lnTo>
                    <a:pt x="7592765" y="140187"/>
                  </a:lnTo>
                  <a:lnTo>
                    <a:pt x="7502213" y="115441"/>
                  </a:lnTo>
                  <a:lnTo>
                    <a:pt x="7406131" y="93165"/>
                  </a:lnTo>
                  <a:lnTo>
                    <a:pt x="7306126" y="73307"/>
                  </a:lnTo>
                  <a:lnTo>
                    <a:pt x="7204662" y="55878"/>
                  </a:lnTo>
                  <a:lnTo>
                    <a:pt x="7105022" y="40931"/>
                  </a:lnTo>
                  <a:lnTo>
                    <a:pt x="7011088" y="28514"/>
                  </a:lnTo>
                  <a:lnTo>
                    <a:pt x="6926897" y="18629"/>
                  </a:lnTo>
                  <a:lnTo>
                    <a:pt x="6856026" y="11186"/>
                  </a:lnTo>
                  <a:lnTo>
                    <a:pt x="6800924" y="5979"/>
                  </a:lnTo>
                  <a:lnTo>
                    <a:pt x="6762396" y="2689"/>
                  </a:lnTo>
                  <a:lnTo>
                    <a:pt x="6739351" y="903"/>
                  </a:lnTo>
                  <a:lnTo>
                    <a:pt x="6728859" y="162"/>
                  </a:lnTo>
                  <a:lnTo>
                    <a:pt x="6726379" y="2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064" y="86"/>
                  </a:lnTo>
                  <a:lnTo>
                    <a:pt x="5248175" y="702"/>
                  </a:lnTo>
                  <a:lnTo>
                    <a:pt x="5233228" y="2405"/>
                  </a:lnTo>
                  <a:lnTo>
                    <a:pt x="5206246" y="5761"/>
                  </a:lnTo>
                  <a:lnTo>
                    <a:pt x="5165508" y="11311"/>
                  </a:lnTo>
                  <a:lnTo>
                    <a:pt x="5110669" y="19525"/>
                  </a:lnTo>
                  <a:lnTo>
                    <a:pt x="5042735" y="30755"/>
                  </a:lnTo>
                  <a:lnTo>
                    <a:pt x="4963845" y="45226"/>
                  </a:lnTo>
                  <a:lnTo>
                    <a:pt x="4876885" y="63029"/>
                  </a:lnTo>
                  <a:lnTo>
                    <a:pt x="4785043" y="84159"/>
                  </a:lnTo>
                  <a:lnTo>
                    <a:pt x="4691394" y="108559"/>
                  </a:lnTo>
                  <a:lnTo>
                    <a:pt x="4598593" y="136162"/>
                  </a:lnTo>
                  <a:lnTo>
                    <a:pt x="4508713" y="166940"/>
                  </a:lnTo>
                  <a:lnTo>
                    <a:pt x="4423199" y="200931"/>
                  </a:lnTo>
                  <a:lnTo>
                    <a:pt x="4342917" y="238262"/>
                  </a:lnTo>
                  <a:lnTo>
                    <a:pt x="4268250" y="279158"/>
                  </a:lnTo>
                  <a:lnTo>
                    <a:pt x="4199210" y="323946"/>
                  </a:lnTo>
                  <a:lnTo>
                    <a:pt x="4135539" y="373046"/>
                  </a:lnTo>
                  <a:lnTo>
                    <a:pt x="4076804" y="426968"/>
                  </a:lnTo>
                  <a:lnTo>
                    <a:pt x="4022462" y="486291"/>
                  </a:lnTo>
                  <a:lnTo>
                    <a:pt x="3971916" y="551630"/>
                  </a:lnTo>
                  <a:lnTo>
                    <a:pt x="3924554" y="623595"/>
                  </a:lnTo>
                  <a:lnTo>
                    <a:pt x="3879781" y="702705"/>
                  </a:lnTo>
                  <a:lnTo>
                    <a:pt x="3837051" y="789265"/>
                  </a:lnTo>
                  <a:lnTo>
                    <a:pt x="3829811" y="805040"/>
                  </a:lnTo>
                  <a:lnTo>
                    <a:pt x="3799854" y="873764"/>
                  </a:lnTo>
                  <a:lnTo>
                    <a:pt x="3770531" y="946504"/>
                  </a:lnTo>
                  <a:lnTo>
                    <a:pt x="3741705" y="1023342"/>
                  </a:lnTo>
                  <a:lnTo>
                    <a:pt x="3713260" y="1104316"/>
                  </a:lnTo>
                  <a:lnTo>
                    <a:pt x="3685097" y="1189426"/>
                  </a:lnTo>
                  <a:lnTo>
                    <a:pt x="3657135" y="1278621"/>
                  </a:lnTo>
                  <a:lnTo>
                    <a:pt x="3629308" y="1371801"/>
                  </a:lnTo>
                  <a:lnTo>
                    <a:pt x="3601560" y="1468814"/>
                  </a:lnTo>
                  <a:lnTo>
                    <a:pt x="3573851" y="1569452"/>
                  </a:lnTo>
                  <a:lnTo>
                    <a:pt x="3546149" y="1673456"/>
                  </a:lnTo>
                  <a:lnTo>
                    <a:pt x="3518433" y="1780511"/>
                  </a:lnTo>
                  <a:lnTo>
                    <a:pt x="3490689" y="1890253"/>
                  </a:lnTo>
                  <a:lnTo>
                    <a:pt x="3462912" y="2002272"/>
                  </a:lnTo>
                  <a:lnTo>
                    <a:pt x="3435102" y="2116117"/>
                  </a:lnTo>
                  <a:lnTo>
                    <a:pt x="3407265" y="2231304"/>
                  </a:lnTo>
                  <a:lnTo>
                    <a:pt x="3379410" y="2347325"/>
                  </a:lnTo>
                  <a:lnTo>
                    <a:pt x="3351547" y="2463654"/>
                  </a:lnTo>
                  <a:lnTo>
                    <a:pt x="3323690" y="2579763"/>
                  </a:lnTo>
                  <a:lnTo>
                    <a:pt x="3295849" y="2695123"/>
                  </a:lnTo>
                  <a:lnTo>
                    <a:pt x="3268034" y="2809225"/>
                  </a:lnTo>
                  <a:lnTo>
                    <a:pt x="3240252" y="2921578"/>
                  </a:lnTo>
                  <a:lnTo>
                    <a:pt x="3212503" y="3031727"/>
                  </a:lnTo>
                  <a:lnTo>
                    <a:pt x="3184782" y="3139254"/>
                  </a:lnTo>
                  <a:lnTo>
                    <a:pt x="3157079" y="3243786"/>
                  </a:lnTo>
                  <a:lnTo>
                    <a:pt x="3129373" y="3345001"/>
                  </a:lnTo>
                  <a:lnTo>
                    <a:pt x="3101635" y="3442630"/>
                  </a:lnTo>
                  <a:lnTo>
                    <a:pt x="3073824" y="3536457"/>
                  </a:lnTo>
                  <a:lnTo>
                    <a:pt x="3045889" y="3626321"/>
                  </a:lnTo>
                  <a:lnTo>
                    <a:pt x="3017764" y="3712112"/>
                  </a:lnTo>
                  <a:lnTo>
                    <a:pt x="2989372" y="3793773"/>
                  </a:lnTo>
                  <a:lnTo>
                    <a:pt x="2960617" y="3871294"/>
                  </a:lnTo>
                  <a:lnTo>
                    <a:pt x="2931385" y="3944708"/>
                  </a:lnTo>
                  <a:lnTo>
                    <a:pt x="2901544" y="4014090"/>
                  </a:lnTo>
                  <a:lnTo>
                    <a:pt x="2896531" y="4025201"/>
                  </a:lnTo>
                  <a:lnTo>
                    <a:pt x="2854105" y="4113060"/>
                  </a:lnTo>
                  <a:lnTo>
                    <a:pt x="2809724" y="4193448"/>
                  </a:lnTo>
                  <a:lnTo>
                    <a:pt x="2762853" y="4266619"/>
                  </a:lnTo>
                  <a:lnTo>
                    <a:pt x="2712903" y="4333066"/>
                  </a:lnTo>
                  <a:lnTo>
                    <a:pt x="2659263" y="4393387"/>
                  </a:lnTo>
                  <a:lnTo>
                    <a:pt x="2601330" y="4448203"/>
                  </a:lnTo>
                  <a:lnTo>
                    <a:pt x="2538550" y="4498101"/>
                  </a:lnTo>
                  <a:lnTo>
                    <a:pt x="2470466" y="4543604"/>
                  </a:lnTo>
                  <a:lnTo>
                    <a:pt x="2396783" y="4585149"/>
                  </a:lnTo>
                  <a:lnTo>
                    <a:pt x="2317460" y="4623080"/>
                  </a:lnTo>
                  <a:lnTo>
                    <a:pt x="2232806" y="4657638"/>
                  </a:lnTo>
                  <a:lnTo>
                    <a:pt x="2143597" y="4688968"/>
                  </a:lnTo>
                  <a:lnTo>
                    <a:pt x="2051172" y="4717122"/>
                  </a:lnTo>
                  <a:lnTo>
                    <a:pt x="1957494" y="4742082"/>
                  </a:lnTo>
                  <a:lnTo>
                    <a:pt x="1865127" y="4763785"/>
                  </a:lnTo>
                  <a:lnTo>
                    <a:pt x="1777090" y="4782167"/>
                  </a:lnTo>
                  <a:lnTo>
                    <a:pt x="1696579" y="4797212"/>
                  </a:lnTo>
                  <a:lnTo>
                    <a:pt x="1626565" y="4808993"/>
                  </a:lnTo>
                  <a:lnTo>
                    <a:pt x="1569347" y="4817708"/>
                  </a:lnTo>
                  <a:lnTo>
                    <a:pt x="1526149" y="4823689"/>
                  </a:lnTo>
                  <a:lnTo>
                    <a:pt x="1496867" y="4827388"/>
                  </a:lnTo>
                  <a:lnTo>
                    <a:pt x="1480012" y="4829337"/>
                  </a:lnTo>
                  <a:lnTo>
                    <a:pt x="1472815" y="4830101"/>
                  </a:lnTo>
                  <a:lnTo>
                    <a:pt x="1471392" y="4830241"/>
                  </a:lnTo>
                  <a:lnTo>
                    <a:pt x="1471387" y="4830242"/>
                  </a:lnTo>
                  <a:lnTo>
                    <a:pt x="0" y="483024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49" name="pg1649"/>
            <p:cNvSpPr/>
            <p:nvPr/>
          </p:nvSpPr>
          <p:spPr>
            <a:xfrm>
              <a:off x="4799595" y="4938905"/>
              <a:ext cx="11981298" cy="4781204"/>
            </a:xfrm>
            <a:custGeom>
              <a:avLst/>
              <a:pathLst>
                <a:path w="11981298" h="4781204">
                  <a:moveTo>
                    <a:pt x="0" y="4781204"/>
                  </a:moveTo>
                  <a:lnTo>
                    <a:pt x="1471387" y="4781204"/>
                  </a:lnTo>
                  <a:lnTo>
                    <a:pt x="1472282" y="4781118"/>
                  </a:lnTo>
                  <a:lnTo>
                    <a:pt x="1478194" y="4780506"/>
                  </a:lnTo>
                  <a:lnTo>
                    <a:pt x="1493199" y="4778817"/>
                  </a:lnTo>
                  <a:lnTo>
                    <a:pt x="1520281" y="4775487"/>
                  </a:lnTo>
                  <a:lnTo>
                    <a:pt x="1561162" y="4769979"/>
                  </a:lnTo>
                  <a:lnTo>
                    <a:pt x="1616181" y="4761831"/>
                  </a:lnTo>
                  <a:lnTo>
                    <a:pt x="1684315" y="4750690"/>
                  </a:lnTo>
                  <a:lnTo>
                    <a:pt x="1763412" y="4736338"/>
                  </a:lnTo>
                  <a:lnTo>
                    <a:pt x="1850566" y="4718683"/>
                  </a:lnTo>
                  <a:lnTo>
                    <a:pt x="1942576" y="4697732"/>
                  </a:lnTo>
                  <a:lnTo>
                    <a:pt x="2036359" y="4673542"/>
                  </a:lnTo>
                  <a:lnTo>
                    <a:pt x="2129255" y="4646179"/>
                  </a:lnTo>
                  <a:lnTo>
                    <a:pt x="2219194" y="4615670"/>
                  </a:lnTo>
                  <a:lnTo>
                    <a:pt x="2304734" y="4581976"/>
                  </a:lnTo>
                  <a:lnTo>
                    <a:pt x="2385017" y="4544969"/>
                  </a:lnTo>
                  <a:lnTo>
                    <a:pt x="2459665" y="4504423"/>
                  </a:lnTo>
                  <a:lnTo>
                    <a:pt x="2528675" y="4460014"/>
                  </a:lnTo>
                  <a:lnTo>
                    <a:pt x="2592308" y="4411321"/>
                  </a:lnTo>
                  <a:lnTo>
                    <a:pt x="2651006" y="4357836"/>
                  </a:lnTo>
                  <a:lnTo>
                    <a:pt x="2705313" y="4298985"/>
                  </a:lnTo>
                  <a:lnTo>
                    <a:pt x="2755831" y="4234155"/>
                  </a:lnTo>
                  <a:lnTo>
                    <a:pt x="2803173" y="4162743"/>
                  </a:lnTo>
                  <a:lnTo>
                    <a:pt x="2847936" y="4084239"/>
                  </a:lnTo>
                  <a:lnTo>
                    <a:pt x="2890667" y="3998348"/>
                  </a:lnTo>
                  <a:lnTo>
                    <a:pt x="2896531" y="3985698"/>
                  </a:lnTo>
                  <a:lnTo>
                    <a:pt x="2926651" y="3917403"/>
                  </a:lnTo>
                  <a:lnTo>
                    <a:pt x="2956131" y="3845095"/>
                  </a:lnTo>
                  <a:lnTo>
                    <a:pt x="2985109" y="3768694"/>
                  </a:lnTo>
                  <a:lnTo>
                    <a:pt x="3013705" y="3688158"/>
                  </a:lnTo>
                  <a:lnTo>
                    <a:pt x="3042017" y="3603492"/>
                  </a:lnTo>
                  <a:lnTo>
                    <a:pt x="3070128" y="3514747"/>
                  </a:lnTo>
                  <a:lnTo>
                    <a:pt x="3098105" y="3422025"/>
                  </a:lnTo>
                  <a:lnTo>
                    <a:pt x="3126003" y="3325480"/>
                  </a:lnTo>
                  <a:lnTo>
                    <a:pt x="3153864" y="3225323"/>
                  </a:lnTo>
                  <a:lnTo>
                    <a:pt x="3181718" y="3121819"/>
                  </a:lnTo>
                  <a:lnTo>
                    <a:pt x="3209588" y="3015285"/>
                  </a:lnTo>
                  <a:lnTo>
                    <a:pt x="3237487" y="2906090"/>
                  </a:lnTo>
                  <a:lnTo>
                    <a:pt x="3265419" y="2794649"/>
                  </a:lnTo>
                  <a:lnTo>
                    <a:pt x="3293385" y="2681417"/>
                  </a:lnTo>
                  <a:lnTo>
                    <a:pt x="3321377" y="2566883"/>
                  </a:lnTo>
                  <a:lnTo>
                    <a:pt x="3349387" y="2451559"/>
                  </a:lnTo>
                  <a:lnTo>
                    <a:pt x="3377403" y="2335973"/>
                  </a:lnTo>
                  <a:lnTo>
                    <a:pt x="3405412" y="2220657"/>
                  </a:lnTo>
                  <a:lnTo>
                    <a:pt x="3433404" y="2106140"/>
                  </a:lnTo>
                  <a:lnTo>
                    <a:pt x="3461369" y="1992933"/>
                  </a:lnTo>
                  <a:lnTo>
                    <a:pt x="3489301" y="1881524"/>
                  </a:lnTo>
                  <a:lnTo>
                    <a:pt x="3517199" y="1772369"/>
                  </a:lnTo>
                  <a:lnTo>
                    <a:pt x="3545069" y="1665880"/>
                  </a:lnTo>
                  <a:lnTo>
                    <a:pt x="3572923" y="1562427"/>
                  </a:lnTo>
                  <a:lnTo>
                    <a:pt x="3600784" y="1462326"/>
                  </a:lnTo>
                  <a:lnTo>
                    <a:pt x="3628683" y="1365841"/>
                  </a:lnTo>
                  <a:lnTo>
                    <a:pt x="3656662" y="1273181"/>
                  </a:lnTo>
                  <a:lnTo>
                    <a:pt x="3684775" y="1184500"/>
                  </a:lnTo>
                  <a:lnTo>
                    <a:pt x="3713091" y="1099900"/>
                  </a:lnTo>
                  <a:lnTo>
                    <a:pt x="3741692" y="1019430"/>
                  </a:lnTo>
                  <a:lnTo>
                    <a:pt x="3770678" y="943095"/>
                  </a:lnTo>
                  <a:lnTo>
                    <a:pt x="3800166" y="870851"/>
                  </a:lnTo>
                  <a:lnTo>
                    <a:pt x="3829811" y="803678"/>
                  </a:lnTo>
                  <a:lnTo>
                    <a:pt x="3872297" y="716746"/>
                  </a:lnTo>
                  <a:lnTo>
                    <a:pt x="3916743" y="637216"/>
                  </a:lnTo>
                  <a:lnTo>
                    <a:pt x="3963688" y="564836"/>
                  </a:lnTo>
                  <a:lnTo>
                    <a:pt x="4013723" y="499117"/>
                  </a:lnTo>
                  <a:lnTo>
                    <a:pt x="4067461" y="439464"/>
                  </a:lnTo>
                  <a:lnTo>
                    <a:pt x="4125508" y="385262"/>
                  </a:lnTo>
                  <a:lnTo>
                    <a:pt x="4188419" y="335928"/>
                  </a:lnTo>
                  <a:lnTo>
                    <a:pt x="4256653" y="290945"/>
                  </a:lnTo>
                  <a:lnTo>
                    <a:pt x="4330503" y="249879"/>
                  </a:lnTo>
                  <a:lnTo>
                    <a:pt x="4410007" y="212391"/>
                  </a:lnTo>
                  <a:lnTo>
                    <a:pt x="4494849" y="178242"/>
                  </a:lnTo>
                  <a:lnTo>
                    <a:pt x="4584243" y="147290"/>
                  </a:lnTo>
                  <a:lnTo>
                    <a:pt x="4676835" y="119485"/>
                  </a:lnTo>
                  <a:lnTo>
                    <a:pt x="4770641" y="94846"/>
                  </a:lnTo>
                  <a:lnTo>
                    <a:pt x="4863079" y="73436"/>
                  </a:lnTo>
                  <a:lnTo>
                    <a:pt x="4951109" y="55316"/>
                  </a:lnTo>
                  <a:lnTo>
                    <a:pt x="5031524" y="40503"/>
                  </a:lnTo>
                  <a:lnTo>
                    <a:pt x="5101349" y="28922"/>
                  </a:lnTo>
                  <a:lnTo>
                    <a:pt x="5158300" y="20372"/>
                  </a:lnTo>
                  <a:lnTo>
                    <a:pt x="5201178" y="14519"/>
                  </a:lnTo>
                  <a:lnTo>
                    <a:pt x="5230124" y="10915"/>
                  </a:lnTo>
                  <a:lnTo>
                    <a:pt x="5246671" y="9029"/>
                  </a:lnTo>
                  <a:lnTo>
                    <a:pt x="5253637" y="8300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419" y="8257"/>
                  </a:lnTo>
                  <a:lnTo>
                    <a:pt x="6734505" y="8863"/>
                  </a:lnTo>
                  <a:lnTo>
                    <a:pt x="6752396" y="10536"/>
                  </a:lnTo>
                  <a:lnTo>
                    <a:pt x="6784459" y="13831"/>
                  </a:lnTo>
                  <a:lnTo>
                    <a:pt x="6832400" y="19265"/>
                  </a:lnTo>
                  <a:lnTo>
                    <a:pt x="6896137" y="27267"/>
                  </a:lnTo>
                  <a:lnTo>
                    <a:pt x="6973914" y="38138"/>
                  </a:lnTo>
                  <a:lnTo>
                    <a:pt x="7062694" y="52039"/>
                  </a:lnTo>
                  <a:lnTo>
                    <a:pt x="7158738" y="69010"/>
                  </a:lnTo>
                  <a:lnTo>
                    <a:pt x="7258213" y="89011"/>
                  </a:lnTo>
                  <a:lnTo>
                    <a:pt x="7357683" y="111976"/>
                  </a:lnTo>
                  <a:lnTo>
                    <a:pt x="7454411" y="137862"/>
                  </a:lnTo>
                  <a:lnTo>
                    <a:pt x="7546465" y="166690"/>
                  </a:lnTo>
                  <a:lnTo>
                    <a:pt x="7632680" y="198568"/>
                  </a:lnTo>
                  <a:lnTo>
                    <a:pt x="7712532" y="233708"/>
                  </a:lnTo>
                  <a:lnTo>
                    <a:pt x="7785990" y="272423"/>
                  </a:lnTo>
                  <a:lnTo>
                    <a:pt x="7853372" y="315130"/>
                  </a:lnTo>
                  <a:lnTo>
                    <a:pt x="7915216" y="362334"/>
                  </a:lnTo>
                  <a:lnTo>
                    <a:pt x="7972194" y="414610"/>
                  </a:lnTo>
                  <a:lnTo>
                    <a:pt x="8025035" y="472566"/>
                  </a:lnTo>
                  <a:lnTo>
                    <a:pt x="8074480" y="536780"/>
                  </a:lnTo>
                  <a:lnTo>
                    <a:pt x="8121230" y="607701"/>
                  </a:lnTo>
                  <a:lnTo>
                    <a:pt x="8151487" y="659288"/>
                  </a:lnTo>
                  <a:lnTo>
                    <a:pt x="8184427" y="720655"/>
                  </a:lnTo>
                  <a:lnTo>
                    <a:pt x="8216615" y="785968"/>
                  </a:lnTo>
                  <a:lnTo>
                    <a:pt x="8248232" y="855307"/>
                  </a:lnTo>
                  <a:lnTo>
                    <a:pt x="8279425" y="928705"/>
                  </a:lnTo>
                  <a:lnTo>
                    <a:pt x="8310318" y="1006140"/>
                  </a:lnTo>
                  <a:lnTo>
                    <a:pt x="8341010" y="1087535"/>
                  </a:lnTo>
                  <a:lnTo>
                    <a:pt x="8371580" y="1172752"/>
                  </a:lnTo>
                  <a:lnTo>
                    <a:pt x="8402090" y="1261586"/>
                  </a:lnTo>
                  <a:lnTo>
                    <a:pt x="8432585" y="1353771"/>
                  </a:lnTo>
                  <a:lnTo>
                    <a:pt x="8463095" y="1448977"/>
                  </a:lnTo>
                  <a:lnTo>
                    <a:pt x="8493638" y="1546812"/>
                  </a:lnTo>
                  <a:lnTo>
                    <a:pt x="8524222" y="1646831"/>
                  </a:lnTo>
                  <a:lnTo>
                    <a:pt x="8554844" y="1748543"/>
                  </a:lnTo>
                  <a:lnTo>
                    <a:pt x="8585497" y="1851417"/>
                  </a:lnTo>
                  <a:lnTo>
                    <a:pt x="8616166" y="1954897"/>
                  </a:lnTo>
                  <a:lnTo>
                    <a:pt x="8646836" y="2058415"/>
                  </a:lnTo>
                  <a:lnTo>
                    <a:pt x="8677492" y="2161398"/>
                  </a:lnTo>
                  <a:lnTo>
                    <a:pt x="8708119" y="2263288"/>
                  </a:lnTo>
                  <a:lnTo>
                    <a:pt x="8738708" y="2363552"/>
                  </a:lnTo>
                  <a:lnTo>
                    <a:pt x="8769256" y="2461692"/>
                  </a:lnTo>
                  <a:lnTo>
                    <a:pt x="8799769" y="2557257"/>
                  </a:lnTo>
                  <a:lnTo>
                    <a:pt x="8830265" y="2649848"/>
                  </a:lnTo>
                  <a:lnTo>
                    <a:pt x="8860770" y="2739127"/>
                  </a:lnTo>
                  <a:lnTo>
                    <a:pt x="8891330" y="2824818"/>
                  </a:lnTo>
                  <a:lnTo>
                    <a:pt x="8922002" y="2906711"/>
                  </a:lnTo>
                  <a:lnTo>
                    <a:pt x="8952864" y="2984658"/>
                  </a:lnTo>
                  <a:lnTo>
                    <a:pt x="8984013" y="3058574"/>
                  </a:lnTo>
                  <a:lnTo>
                    <a:pt x="9015568" y="3128431"/>
                  </a:lnTo>
                  <a:lnTo>
                    <a:pt x="9047674" y="3194255"/>
                  </a:lnTo>
                  <a:lnTo>
                    <a:pt x="9080507" y="3256121"/>
                  </a:lnTo>
                  <a:lnTo>
                    <a:pt x="9084767" y="3263750"/>
                  </a:lnTo>
                  <a:lnTo>
                    <a:pt x="9130065" y="3339300"/>
                  </a:lnTo>
                  <a:lnTo>
                    <a:pt x="9177623" y="3407990"/>
                  </a:lnTo>
                  <a:lnTo>
                    <a:pt x="9228099" y="3470098"/>
                  </a:lnTo>
                  <a:lnTo>
                    <a:pt x="9282212" y="3526129"/>
                  </a:lnTo>
                  <a:lnTo>
                    <a:pt x="9340704" y="3576679"/>
                  </a:lnTo>
                  <a:lnTo>
                    <a:pt x="9404291" y="3622352"/>
                  </a:lnTo>
                  <a:lnTo>
                    <a:pt x="9473610" y="3663701"/>
                  </a:lnTo>
                  <a:lnTo>
                    <a:pt x="9549140" y="3701205"/>
                  </a:lnTo>
                  <a:lnTo>
                    <a:pt x="9631098" y="3735248"/>
                  </a:lnTo>
                  <a:lnTo>
                    <a:pt x="9719309" y="3766110"/>
                  </a:lnTo>
                  <a:lnTo>
                    <a:pt x="9813057" y="3793968"/>
                  </a:lnTo>
                  <a:lnTo>
                    <a:pt x="9910934" y="3818900"/>
                  </a:lnTo>
                  <a:lnTo>
                    <a:pt x="10010745" y="3840902"/>
                  </a:lnTo>
                  <a:lnTo>
                    <a:pt x="10109503" y="3859918"/>
                  </a:lnTo>
                  <a:lnTo>
                    <a:pt x="10203599" y="3875886"/>
                  </a:lnTo>
                  <a:lnTo>
                    <a:pt x="10289169" y="3888786"/>
                  </a:lnTo>
                  <a:lnTo>
                    <a:pt x="10362634" y="3898693"/>
                  </a:lnTo>
                  <a:lnTo>
                    <a:pt x="10421319" y="3905815"/>
                  </a:lnTo>
                  <a:lnTo>
                    <a:pt x="10463986" y="3910497"/>
                  </a:lnTo>
                  <a:lnTo>
                    <a:pt x="10491139" y="3913202"/>
                  </a:lnTo>
                  <a:lnTo>
                    <a:pt x="10505050" y="3914464"/>
                  </a:lnTo>
                  <a:lnTo>
                    <a:pt x="10509577" y="3914840"/>
                  </a:lnTo>
                  <a:lnTo>
                    <a:pt x="10509911" y="3914866"/>
                  </a:lnTo>
                  <a:lnTo>
                    <a:pt x="11981298" y="3914866"/>
                  </a:lnTo>
                  <a:lnTo>
                    <a:pt x="11981298" y="3906693"/>
                  </a:lnTo>
                  <a:lnTo>
                    <a:pt x="10509911" y="3906693"/>
                  </a:lnTo>
                  <a:lnTo>
                    <a:pt x="10508834" y="3906608"/>
                  </a:lnTo>
                  <a:lnTo>
                    <a:pt x="10501748" y="3906002"/>
                  </a:lnTo>
                  <a:lnTo>
                    <a:pt x="10483857" y="3904329"/>
                  </a:lnTo>
                  <a:lnTo>
                    <a:pt x="10451794" y="3901034"/>
                  </a:lnTo>
                  <a:lnTo>
                    <a:pt x="10403853" y="3895600"/>
                  </a:lnTo>
                  <a:lnTo>
                    <a:pt x="10340116" y="3887598"/>
                  </a:lnTo>
                  <a:lnTo>
                    <a:pt x="10262339" y="3876727"/>
                  </a:lnTo>
                  <a:lnTo>
                    <a:pt x="10173559" y="3862827"/>
                  </a:lnTo>
                  <a:lnTo>
                    <a:pt x="10077515" y="3845856"/>
                  </a:lnTo>
                  <a:lnTo>
                    <a:pt x="9978040" y="3825855"/>
                  </a:lnTo>
                  <a:lnTo>
                    <a:pt x="9878571" y="3802890"/>
                  </a:lnTo>
                  <a:lnTo>
                    <a:pt x="9781842" y="3777003"/>
                  </a:lnTo>
                  <a:lnTo>
                    <a:pt x="9689788" y="3748175"/>
                  </a:lnTo>
                  <a:lnTo>
                    <a:pt x="9603574" y="3716297"/>
                  </a:lnTo>
                  <a:lnTo>
                    <a:pt x="9523722" y="3681157"/>
                  </a:lnTo>
                  <a:lnTo>
                    <a:pt x="9450263" y="3642442"/>
                  </a:lnTo>
                  <a:lnTo>
                    <a:pt x="9382881" y="3599735"/>
                  </a:lnTo>
                  <a:lnTo>
                    <a:pt x="9321037" y="3552531"/>
                  </a:lnTo>
                  <a:lnTo>
                    <a:pt x="9264059" y="3500255"/>
                  </a:lnTo>
                  <a:lnTo>
                    <a:pt x="9211218" y="3442299"/>
                  </a:lnTo>
                  <a:lnTo>
                    <a:pt x="9161774" y="3378085"/>
                  </a:lnTo>
                  <a:lnTo>
                    <a:pt x="9115023" y="3307164"/>
                  </a:lnTo>
                  <a:lnTo>
                    <a:pt x="9084767" y="3255577"/>
                  </a:lnTo>
                  <a:lnTo>
                    <a:pt x="9051827" y="3194210"/>
                  </a:lnTo>
                  <a:lnTo>
                    <a:pt x="9019638" y="3128897"/>
                  </a:lnTo>
                  <a:lnTo>
                    <a:pt x="8988021" y="3059558"/>
                  </a:lnTo>
                  <a:lnTo>
                    <a:pt x="8956828" y="2986161"/>
                  </a:lnTo>
                  <a:lnTo>
                    <a:pt x="8925935" y="2908725"/>
                  </a:lnTo>
                  <a:lnTo>
                    <a:pt x="8895243" y="2827330"/>
                  </a:lnTo>
                  <a:lnTo>
                    <a:pt x="8864673" y="2742114"/>
                  </a:lnTo>
                  <a:lnTo>
                    <a:pt x="8834163" y="2653279"/>
                  </a:lnTo>
                  <a:lnTo>
                    <a:pt x="8803668" y="2561094"/>
                  </a:lnTo>
                  <a:lnTo>
                    <a:pt x="8773158" y="2465889"/>
                  </a:lnTo>
                  <a:lnTo>
                    <a:pt x="8742615" y="2368054"/>
                  </a:lnTo>
                  <a:lnTo>
                    <a:pt x="8712031" y="2268034"/>
                  </a:lnTo>
                  <a:lnTo>
                    <a:pt x="8681409" y="2166322"/>
                  </a:lnTo>
                  <a:lnTo>
                    <a:pt x="8650756" y="2063448"/>
                  </a:lnTo>
                  <a:lnTo>
                    <a:pt x="8620087" y="1959968"/>
                  </a:lnTo>
                  <a:lnTo>
                    <a:pt x="8589417" y="1856451"/>
                  </a:lnTo>
                  <a:lnTo>
                    <a:pt x="8558762" y="1753468"/>
                  </a:lnTo>
                  <a:lnTo>
                    <a:pt x="8528135" y="1651577"/>
                  </a:lnTo>
                  <a:lnTo>
                    <a:pt x="8497546" y="1551313"/>
                  </a:lnTo>
                  <a:lnTo>
                    <a:pt x="8466997" y="1453173"/>
                  </a:lnTo>
                  <a:lnTo>
                    <a:pt x="8436484" y="1357608"/>
                  </a:lnTo>
                  <a:lnTo>
                    <a:pt x="8405989" y="1265017"/>
                  </a:lnTo>
                  <a:lnTo>
                    <a:pt x="8375483" y="1175738"/>
                  </a:lnTo>
                  <a:lnTo>
                    <a:pt x="8344923" y="1090047"/>
                  </a:lnTo>
                  <a:lnTo>
                    <a:pt x="8314251" y="1008154"/>
                  </a:lnTo>
                  <a:lnTo>
                    <a:pt x="8283389" y="930207"/>
                  </a:lnTo>
                  <a:lnTo>
                    <a:pt x="8252240" y="856291"/>
                  </a:lnTo>
                  <a:lnTo>
                    <a:pt x="8220686" y="786434"/>
                  </a:lnTo>
                  <a:lnTo>
                    <a:pt x="8188579" y="720610"/>
                  </a:lnTo>
                  <a:lnTo>
                    <a:pt x="8155747" y="658744"/>
                  </a:lnTo>
                  <a:lnTo>
                    <a:pt x="8151487" y="651115"/>
                  </a:lnTo>
                  <a:lnTo>
                    <a:pt x="8106189" y="575565"/>
                  </a:lnTo>
                  <a:lnTo>
                    <a:pt x="8058630" y="506875"/>
                  </a:lnTo>
                  <a:lnTo>
                    <a:pt x="8008154" y="444767"/>
                  </a:lnTo>
                  <a:lnTo>
                    <a:pt x="7954041" y="388736"/>
                  </a:lnTo>
                  <a:lnTo>
                    <a:pt x="7895550" y="338186"/>
                  </a:lnTo>
                  <a:lnTo>
                    <a:pt x="7831963" y="292514"/>
                  </a:lnTo>
                  <a:lnTo>
                    <a:pt x="7762643" y="251164"/>
                  </a:lnTo>
                  <a:lnTo>
                    <a:pt x="7687113" y="213660"/>
                  </a:lnTo>
                  <a:lnTo>
                    <a:pt x="7605155" y="179618"/>
                  </a:lnTo>
                  <a:lnTo>
                    <a:pt x="7516944" y="148755"/>
                  </a:lnTo>
                  <a:lnTo>
                    <a:pt x="7423196" y="120897"/>
                  </a:lnTo>
                  <a:lnTo>
                    <a:pt x="7325319" y="95965"/>
                  </a:lnTo>
                  <a:lnTo>
                    <a:pt x="7225508" y="73963"/>
                  </a:lnTo>
                  <a:lnTo>
                    <a:pt x="7126751" y="54947"/>
                  </a:lnTo>
                  <a:lnTo>
                    <a:pt x="7032654" y="38979"/>
                  </a:lnTo>
                  <a:lnTo>
                    <a:pt x="6947085" y="26079"/>
                  </a:lnTo>
                  <a:lnTo>
                    <a:pt x="6873619" y="16172"/>
                  </a:lnTo>
                  <a:lnTo>
                    <a:pt x="6814934" y="9050"/>
                  </a:lnTo>
                  <a:lnTo>
                    <a:pt x="6772267" y="4368"/>
                  </a:lnTo>
                  <a:lnTo>
                    <a:pt x="6745114" y="1664"/>
                  </a:lnTo>
                  <a:lnTo>
                    <a:pt x="6731203" y="401"/>
                  </a:lnTo>
                  <a:lnTo>
                    <a:pt x="6726676" y="25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060" y="85"/>
                  </a:lnTo>
                  <a:lnTo>
                    <a:pt x="5248148" y="697"/>
                  </a:lnTo>
                  <a:lnTo>
                    <a:pt x="5233143" y="2386"/>
                  </a:lnTo>
                  <a:lnTo>
                    <a:pt x="5206061" y="5716"/>
                  </a:lnTo>
                  <a:lnTo>
                    <a:pt x="5165180" y="11224"/>
                  </a:lnTo>
                  <a:lnTo>
                    <a:pt x="5110161" y="19372"/>
                  </a:lnTo>
                  <a:lnTo>
                    <a:pt x="5042027" y="30513"/>
                  </a:lnTo>
                  <a:lnTo>
                    <a:pt x="4962930" y="44865"/>
                  </a:lnTo>
                  <a:lnTo>
                    <a:pt x="4875776" y="62520"/>
                  </a:lnTo>
                  <a:lnTo>
                    <a:pt x="4783766" y="83471"/>
                  </a:lnTo>
                  <a:lnTo>
                    <a:pt x="4689983" y="107661"/>
                  </a:lnTo>
                  <a:lnTo>
                    <a:pt x="4597087" y="135024"/>
                  </a:lnTo>
                  <a:lnTo>
                    <a:pt x="4507149" y="165533"/>
                  </a:lnTo>
                  <a:lnTo>
                    <a:pt x="4421608" y="199227"/>
                  </a:lnTo>
                  <a:lnTo>
                    <a:pt x="4341325" y="236234"/>
                  </a:lnTo>
                  <a:lnTo>
                    <a:pt x="4266677" y="276780"/>
                  </a:lnTo>
                  <a:lnTo>
                    <a:pt x="4197668" y="321189"/>
                  </a:lnTo>
                  <a:lnTo>
                    <a:pt x="4134034" y="369882"/>
                  </a:lnTo>
                  <a:lnTo>
                    <a:pt x="4075336" y="423367"/>
                  </a:lnTo>
                  <a:lnTo>
                    <a:pt x="4021029" y="482218"/>
                  </a:lnTo>
                  <a:lnTo>
                    <a:pt x="3970511" y="547048"/>
                  </a:lnTo>
                  <a:lnTo>
                    <a:pt x="3923169" y="618460"/>
                  </a:lnTo>
                  <a:lnTo>
                    <a:pt x="3878406" y="696964"/>
                  </a:lnTo>
                  <a:lnTo>
                    <a:pt x="3835675" y="782855"/>
                  </a:lnTo>
                  <a:lnTo>
                    <a:pt x="3829811" y="795505"/>
                  </a:lnTo>
                  <a:lnTo>
                    <a:pt x="3799691" y="863800"/>
                  </a:lnTo>
                  <a:lnTo>
                    <a:pt x="3770211" y="936108"/>
                  </a:lnTo>
                  <a:lnTo>
                    <a:pt x="3741233" y="1012509"/>
                  </a:lnTo>
                  <a:lnTo>
                    <a:pt x="3712637" y="1093045"/>
                  </a:lnTo>
                  <a:lnTo>
                    <a:pt x="3684325" y="1177711"/>
                  </a:lnTo>
                  <a:lnTo>
                    <a:pt x="3656214" y="1266456"/>
                  </a:lnTo>
                  <a:lnTo>
                    <a:pt x="3628237" y="1359178"/>
                  </a:lnTo>
                  <a:lnTo>
                    <a:pt x="3600339" y="1455723"/>
                  </a:lnTo>
                  <a:lnTo>
                    <a:pt x="3572479" y="1555880"/>
                  </a:lnTo>
                  <a:lnTo>
                    <a:pt x="3544624" y="1659384"/>
                  </a:lnTo>
                  <a:lnTo>
                    <a:pt x="3516754" y="1765918"/>
                  </a:lnTo>
                  <a:lnTo>
                    <a:pt x="3488855" y="1875113"/>
                  </a:lnTo>
                  <a:lnTo>
                    <a:pt x="3460923" y="1986554"/>
                  </a:lnTo>
                  <a:lnTo>
                    <a:pt x="3432958" y="2099786"/>
                  </a:lnTo>
                  <a:lnTo>
                    <a:pt x="3404965" y="2214320"/>
                  </a:lnTo>
                  <a:lnTo>
                    <a:pt x="3376955" y="2329644"/>
                  </a:lnTo>
                  <a:lnTo>
                    <a:pt x="3348940" y="2445230"/>
                  </a:lnTo>
                  <a:lnTo>
                    <a:pt x="3320930" y="2560546"/>
                  </a:lnTo>
                  <a:lnTo>
                    <a:pt x="3292938" y="2675063"/>
                  </a:lnTo>
                  <a:lnTo>
                    <a:pt x="3264973" y="2788270"/>
                  </a:lnTo>
                  <a:lnTo>
                    <a:pt x="3237042" y="2899679"/>
                  </a:lnTo>
                  <a:lnTo>
                    <a:pt x="3209143" y="3008834"/>
                  </a:lnTo>
                  <a:lnTo>
                    <a:pt x="3181274" y="3115323"/>
                  </a:lnTo>
                  <a:lnTo>
                    <a:pt x="3153419" y="3218776"/>
                  </a:lnTo>
                  <a:lnTo>
                    <a:pt x="3125558" y="3318877"/>
                  </a:lnTo>
                  <a:lnTo>
                    <a:pt x="3097659" y="3415362"/>
                  </a:lnTo>
                  <a:lnTo>
                    <a:pt x="3069680" y="3508022"/>
                  </a:lnTo>
                  <a:lnTo>
                    <a:pt x="3041567" y="3596703"/>
                  </a:lnTo>
                  <a:lnTo>
                    <a:pt x="3013251" y="3681303"/>
                  </a:lnTo>
                  <a:lnTo>
                    <a:pt x="2984650" y="3761773"/>
                  </a:lnTo>
                  <a:lnTo>
                    <a:pt x="2955665" y="3838109"/>
                  </a:lnTo>
                  <a:lnTo>
                    <a:pt x="2926176" y="3910352"/>
                  </a:lnTo>
                  <a:lnTo>
                    <a:pt x="2896531" y="3977525"/>
                  </a:lnTo>
                  <a:lnTo>
                    <a:pt x="2854045" y="4064458"/>
                  </a:lnTo>
                  <a:lnTo>
                    <a:pt x="2809599" y="4143987"/>
                  </a:lnTo>
                  <a:lnTo>
                    <a:pt x="2762654" y="4216367"/>
                  </a:lnTo>
                  <a:lnTo>
                    <a:pt x="2712619" y="4282086"/>
                  </a:lnTo>
                  <a:lnTo>
                    <a:pt x="2658881" y="4341739"/>
                  </a:lnTo>
                  <a:lnTo>
                    <a:pt x="2600835" y="4395941"/>
                  </a:lnTo>
                  <a:lnTo>
                    <a:pt x="2537923" y="4445275"/>
                  </a:lnTo>
                  <a:lnTo>
                    <a:pt x="2469689" y="4490258"/>
                  </a:lnTo>
                  <a:lnTo>
                    <a:pt x="2395839" y="4531324"/>
                  </a:lnTo>
                  <a:lnTo>
                    <a:pt x="2316335" y="4568812"/>
                  </a:lnTo>
                  <a:lnTo>
                    <a:pt x="2231493" y="4602961"/>
                  </a:lnTo>
                  <a:lnTo>
                    <a:pt x="2142099" y="4633913"/>
                  </a:lnTo>
                  <a:lnTo>
                    <a:pt x="2049508" y="4661718"/>
                  </a:lnTo>
                  <a:lnTo>
                    <a:pt x="1955701" y="4686357"/>
                  </a:lnTo>
                  <a:lnTo>
                    <a:pt x="1863264" y="4707767"/>
                  </a:lnTo>
                  <a:lnTo>
                    <a:pt x="1775233" y="4725887"/>
                  </a:lnTo>
                  <a:lnTo>
                    <a:pt x="1694818" y="4740700"/>
                  </a:lnTo>
                  <a:lnTo>
                    <a:pt x="1624993" y="4752281"/>
                  </a:lnTo>
                  <a:lnTo>
                    <a:pt x="1568042" y="4760831"/>
                  </a:lnTo>
                  <a:lnTo>
                    <a:pt x="1525165" y="4766684"/>
                  </a:lnTo>
                  <a:lnTo>
                    <a:pt x="1496219" y="4770288"/>
                  </a:lnTo>
                  <a:lnTo>
                    <a:pt x="1479671" y="4772174"/>
                  </a:lnTo>
                  <a:lnTo>
                    <a:pt x="1472705" y="4772903"/>
                  </a:lnTo>
                  <a:lnTo>
                    <a:pt x="1471387" y="4773031"/>
                  </a:lnTo>
                  <a:lnTo>
                    <a:pt x="0" y="4773031"/>
                  </a:lnTo>
                  <a:close/>
                </a:path>
              </a:pathLst>
            </a:custGeom>
            <a:solidFill>
              <a:srgbClr val="D9B26F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650" name="pl1650"/>
            <p:cNvSpPr/>
            <p:nvPr/>
          </p:nvSpPr>
          <p:spPr>
            <a:xfrm>
              <a:off x="4799595" y="4947078"/>
              <a:ext cx="11981298" cy="4773031"/>
            </a:xfrm>
            <a:custGeom>
              <a:avLst/>
              <a:pathLst>
                <a:path w="11981298" h="4773031">
                  <a:moveTo>
                    <a:pt x="0" y="4773031"/>
                  </a:moveTo>
                  <a:lnTo>
                    <a:pt x="1471387" y="4773031"/>
                  </a:lnTo>
                  <a:lnTo>
                    <a:pt x="1472282" y="4772945"/>
                  </a:lnTo>
                  <a:lnTo>
                    <a:pt x="1478194" y="4772333"/>
                  </a:lnTo>
                  <a:lnTo>
                    <a:pt x="1493199" y="4770644"/>
                  </a:lnTo>
                  <a:lnTo>
                    <a:pt x="1520281" y="4767314"/>
                  </a:lnTo>
                  <a:lnTo>
                    <a:pt x="1561162" y="4761806"/>
                  </a:lnTo>
                  <a:lnTo>
                    <a:pt x="1616181" y="4753658"/>
                  </a:lnTo>
                  <a:lnTo>
                    <a:pt x="1684315" y="4742517"/>
                  </a:lnTo>
                  <a:lnTo>
                    <a:pt x="1763412" y="4728165"/>
                  </a:lnTo>
                  <a:lnTo>
                    <a:pt x="1850566" y="4710510"/>
                  </a:lnTo>
                  <a:lnTo>
                    <a:pt x="1942576" y="4689559"/>
                  </a:lnTo>
                  <a:lnTo>
                    <a:pt x="2036359" y="4665369"/>
                  </a:lnTo>
                  <a:lnTo>
                    <a:pt x="2129255" y="4638006"/>
                  </a:lnTo>
                  <a:lnTo>
                    <a:pt x="2219194" y="4607497"/>
                  </a:lnTo>
                  <a:lnTo>
                    <a:pt x="2304734" y="4573803"/>
                  </a:lnTo>
                  <a:lnTo>
                    <a:pt x="2385017" y="4536796"/>
                  </a:lnTo>
                  <a:lnTo>
                    <a:pt x="2459665" y="4496250"/>
                  </a:lnTo>
                  <a:lnTo>
                    <a:pt x="2528675" y="4451841"/>
                  </a:lnTo>
                  <a:lnTo>
                    <a:pt x="2592308" y="4403148"/>
                  </a:lnTo>
                  <a:lnTo>
                    <a:pt x="2651006" y="4349663"/>
                  </a:lnTo>
                  <a:lnTo>
                    <a:pt x="2705313" y="4290812"/>
                  </a:lnTo>
                  <a:lnTo>
                    <a:pt x="2755831" y="4225982"/>
                  </a:lnTo>
                  <a:lnTo>
                    <a:pt x="2803173" y="4154570"/>
                  </a:lnTo>
                  <a:lnTo>
                    <a:pt x="2847936" y="4076066"/>
                  </a:lnTo>
                  <a:lnTo>
                    <a:pt x="2890667" y="3990175"/>
                  </a:lnTo>
                  <a:lnTo>
                    <a:pt x="2896531" y="3977525"/>
                  </a:lnTo>
                  <a:lnTo>
                    <a:pt x="2926651" y="3909231"/>
                  </a:lnTo>
                  <a:lnTo>
                    <a:pt x="2956131" y="3836922"/>
                  </a:lnTo>
                  <a:lnTo>
                    <a:pt x="2985109" y="3760521"/>
                  </a:lnTo>
                  <a:lnTo>
                    <a:pt x="3013705" y="3679985"/>
                  </a:lnTo>
                  <a:lnTo>
                    <a:pt x="3042017" y="3595319"/>
                  </a:lnTo>
                  <a:lnTo>
                    <a:pt x="3070128" y="3506574"/>
                  </a:lnTo>
                  <a:lnTo>
                    <a:pt x="3098105" y="3413852"/>
                  </a:lnTo>
                  <a:lnTo>
                    <a:pt x="3126003" y="3317307"/>
                  </a:lnTo>
                  <a:lnTo>
                    <a:pt x="3153864" y="3217150"/>
                  </a:lnTo>
                  <a:lnTo>
                    <a:pt x="3181718" y="3113646"/>
                  </a:lnTo>
                  <a:lnTo>
                    <a:pt x="3209588" y="3007112"/>
                  </a:lnTo>
                  <a:lnTo>
                    <a:pt x="3237487" y="2897917"/>
                  </a:lnTo>
                  <a:lnTo>
                    <a:pt x="3265419" y="2786476"/>
                  </a:lnTo>
                  <a:lnTo>
                    <a:pt x="3293385" y="2673244"/>
                  </a:lnTo>
                  <a:lnTo>
                    <a:pt x="3321377" y="2558710"/>
                  </a:lnTo>
                  <a:lnTo>
                    <a:pt x="3349387" y="2443386"/>
                  </a:lnTo>
                  <a:lnTo>
                    <a:pt x="3377403" y="2327800"/>
                  </a:lnTo>
                  <a:lnTo>
                    <a:pt x="3405412" y="2212484"/>
                  </a:lnTo>
                  <a:lnTo>
                    <a:pt x="3433404" y="2097967"/>
                  </a:lnTo>
                  <a:lnTo>
                    <a:pt x="3461369" y="1984760"/>
                  </a:lnTo>
                  <a:lnTo>
                    <a:pt x="3489301" y="1873351"/>
                  </a:lnTo>
                  <a:lnTo>
                    <a:pt x="3517199" y="1764196"/>
                  </a:lnTo>
                  <a:lnTo>
                    <a:pt x="3545069" y="1657707"/>
                  </a:lnTo>
                  <a:lnTo>
                    <a:pt x="3572923" y="1554254"/>
                  </a:lnTo>
                  <a:lnTo>
                    <a:pt x="3600784" y="1454153"/>
                  </a:lnTo>
                  <a:lnTo>
                    <a:pt x="3628683" y="1357668"/>
                  </a:lnTo>
                  <a:lnTo>
                    <a:pt x="3656662" y="1265008"/>
                  </a:lnTo>
                  <a:lnTo>
                    <a:pt x="3684775" y="1176327"/>
                  </a:lnTo>
                  <a:lnTo>
                    <a:pt x="3713091" y="1091727"/>
                  </a:lnTo>
                  <a:lnTo>
                    <a:pt x="3741692" y="1011257"/>
                  </a:lnTo>
                  <a:lnTo>
                    <a:pt x="3770678" y="934922"/>
                  </a:lnTo>
                  <a:lnTo>
                    <a:pt x="3800166" y="862678"/>
                  </a:lnTo>
                  <a:lnTo>
                    <a:pt x="3829811" y="795505"/>
                  </a:lnTo>
                  <a:lnTo>
                    <a:pt x="3872297" y="708573"/>
                  </a:lnTo>
                  <a:lnTo>
                    <a:pt x="3916743" y="629043"/>
                  </a:lnTo>
                  <a:lnTo>
                    <a:pt x="3963688" y="556663"/>
                  </a:lnTo>
                  <a:lnTo>
                    <a:pt x="4013723" y="490944"/>
                  </a:lnTo>
                  <a:lnTo>
                    <a:pt x="4067461" y="431291"/>
                  </a:lnTo>
                  <a:lnTo>
                    <a:pt x="4125508" y="377089"/>
                  </a:lnTo>
                  <a:lnTo>
                    <a:pt x="4188419" y="327755"/>
                  </a:lnTo>
                  <a:lnTo>
                    <a:pt x="4256653" y="282772"/>
                  </a:lnTo>
                  <a:lnTo>
                    <a:pt x="4330503" y="241706"/>
                  </a:lnTo>
                  <a:lnTo>
                    <a:pt x="4410007" y="204218"/>
                  </a:lnTo>
                  <a:lnTo>
                    <a:pt x="4494849" y="170069"/>
                  </a:lnTo>
                  <a:lnTo>
                    <a:pt x="4584243" y="139117"/>
                  </a:lnTo>
                  <a:lnTo>
                    <a:pt x="4676835" y="111312"/>
                  </a:lnTo>
                  <a:lnTo>
                    <a:pt x="4770641" y="86673"/>
                  </a:lnTo>
                  <a:lnTo>
                    <a:pt x="4863079" y="65263"/>
                  </a:lnTo>
                  <a:lnTo>
                    <a:pt x="4951109" y="47143"/>
                  </a:lnTo>
                  <a:lnTo>
                    <a:pt x="5031524" y="32330"/>
                  </a:lnTo>
                  <a:lnTo>
                    <a:pt x="5101349" y="20749"/>
                  </a:lnTo>
                  <a:lnTo>
                    <a:pt x="5158300" y="12199"/>
                  </a:lnTo>
                  <a:lnTo>
                    <a:pt x="5201178" y="6346"/>
                  </a:lnTo>
                  <a:lnTo>
                    <a:pt x="5230124" y="2742"/>
                  </a:lnTo>
                  <a:lnTo>
                    <a:pt x="5246671" y="856"/>
                  </a:lnTo>
                  <a:lnTo>
                    <a:pt x="5253637" y="127"/>
                  </a:lnTo>
                  <a:lnTo>
                    <a:pt x="5254952" y="0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419" y="84"/>
                  </a:lnTo>
                  <a:lnTo>
                    <a:pt x="6734505" y="690"/>
                  </a:lnTo>
                  <a:lnTo>
                    <a:pt x="6752396" y="2363"/>
                  </a:lnTo>
                  <a:lnTo>
                    <a:pt x="6784459" y="5658"/>
                  </a:lnTo>
                  <a:lnTo>
                    <a:pt x="6832400" y="11092"/>
                  </a:lnTo>
                  <a:lnTo>
                    <a:pt x="6896137" y="19094"/>
                  </a:lnTo>
                  <a:lnTo>
                    <a:pt x="6973914" y="29965"/>
                  </a:lnTo>
                  <a:lnTo>
                    <a:pt x="7062694" y="43866"/>
                  </a:lnTo>
                  <a:lnTo>
                    <a:pt x="7158738" y="60837"/>
                  </a:lnTo>
                  <a:lnTo>
                    <a:pt x="7258213" y="80838"/>
                  </a:lnTo>
                  <a:lnTo>
                    <a:pt x="7357683" y="103803"/>
                  </a:lnTo>
                  <a:lnTo>
                    <a:pt x="7454411" y="129689"/>
                  </a:lnTo>
                  <a:lnTo>
                    <a:pt x="7546465" y="158517"/>
                  </a:lnTo>
                  <a:lnTo>
                    <a:pt x="7632680" y="190395"/>
                  </a:lnTo>
                  <a:lnTo>
                    <a:pt x="7712532" y="225535"/>
                  </a:lnTo>
                  <a:lnTo>
                    <a:pt x="7785990" y="264250"/>
                  </a:lnTo>
                  <a:lnTo>
                    <a:pt x="7853372" y="306957"/>
                  </a:lnTo>
                  <a:lnTo>
                    <a:pt x="7915216" y="354161"/>
                  </a:lnTo>
                  <a:lnTo>
                    <a:pt x="7972194" y="406437"/>
                  </a:lnTo>
                  <a:lnTo>
                    <a:pt x="8025035" y="464393"/>
                  </a:lnTo>
                  <a:lnTo>
                    <a:pt x="8074480" y="528607"/>
                  </a:lnTo>
                  <a:lnTo>
                    <a:pt x="8121230" y="599528"/>
                  </a:lnTo>
                  <a:lnTo>
                    <a:pt x="8151487" y="651115"/>
                  </a:lnTo>
                  <a:lnTo>
                    <a:pt x="8184427" y="712482"/>
                  </a:lnTo>
                  <a:lnTo>
                    <a:pt x="8216615" y="777795"/>
                  </a:lnTo>
                  <a:lnTo>
                    <a:pt x="8248232" y="847134"/>
                  </a:lnTo>
                  <a:lnTo>
                    <a:pt x="8279425" y="920532"/>
                  </a:lnTo>
                  <a:lnTo>
                    <a:pt x="8310318" y="997967"/>
                  </a:lnTo>
                  <a:lnTo>
                    <a:pt x="8341010" y="1079362"/>
                  </a:lnTo>
                  <a:lnTo>
                    <a:pt x="8371580" y="1164579"/>
                  </a:lnTo>
                  <a:lnTo>
                    <a:pt x="8402090" y="1253413"/>
                  </a:lnTo>
                  <a:lnTo>
                    <a:pt x="8432585" y="1345598"/>
                  </a:lnTo>
                  <a:lnTo>
                    <a:pt x="8463095" y="1440804"/>
                  </a:lnTo>
                  <a:lnTo>
                    <a:pt x="8493638" y="1538639"/>
                  </a:lnTo>
                  <a:lnTo>
                    <a:pt x="8524222" y="1638658"/>
                  </a:lnTo>
                  <a:lnTo>
                    <a:pt x="8554844" y="1740370"/>
                  </a:lnTo>
                  <a:lnTo>
                    <a:pt x="8585497" y="1843244"/>
                  </a:lnTo>
                  <a:lnTo>
                    <a:pt x="8616166" y="1946724"/>
                  </a:lnTo>
                  <a:lnTo>
                    <a:pt x="8646836" y="2050242"/>
                  </a:lnTo>
                  <a:lnTo>
                    <a:pt x="8677492" y="2153225"/>
                  </a:lnTo>
                  <a:lnTo>
                    <a:pt x="8708119" y="2255115"/>
                  </a:lnTo>
                  <a:lnTo>
                    <a:pt x="8738708" y="2355379"/>
                  </a:lnTo>
                  <a:lnTo>
                    <a:pt x="8769256" y="2453519"/>
                  </a:lnTo>
                  <a:lnTo>
                    <a:pt x="8799769" y="2549084"/>
                  </a:lnTo>
                  <a:lnTo>
                    <a:pt x="8830265" y="2641675"/>
                  </a:lnTo>
                  <a:lnTo>
                    <a:pt x="8860770" y="2730954"/>
                  </a:lnTo>
                  <a:lnTo>
                    <a:pt x="8891330" y="2816645"/>
                  </a:lnTo>
                  <a:lnTo>
                    <a:pt x="8922002" y="2898538"/>
                  </a:lnTo>
                  <a:lnTo>
                    <a:pt x="8952864" y="2976485"/>
                  </a:lnTo>
                  <a:lnTo>
                    <a:pt x="8984013" y="3050401"/>
                  </a:lnTo>
                  <a:lnTo>
                    <a:pt x="9015568" y="3120258"/>
                  </a:lnTo>
                  <a:lnTo>
                    <a:pt x="9047674" y="3186082"/>
                  </a:lnTo>
                  <a:lnTo>
                    <a:pt x="9080507" y="3247948"/>
                  </a:lnTo>
                  <a:lnTo>
                    <a:pt x="9084767" y="3255577"/>
                  </a:lnTo>
                  <a:lnTo>
                    <a:pt x="9130065" y="3331127"/>
                  </a:lnTo>
                  <a:lnTo>
                    <a:pt x="9177623" y="3399817"/>
                  </a:lnTo>
                  <a:lnTo>
                    <a:pt x="9228099" y="3461925"/>
                  </a:lnTo>
                  <a:lnTo>
                    <a:pt x="9282212" y="3517956"/>
                  </a:lnTo>
                  <a:lnTo>
                    <a:pt x="9340704" y="3568506"/>
                  </a:lnTo>
                  <a:lnTo>
                    <a:pt x="9404291" y="3614179"/>
                  </a:lnTo>
                  <a:lnTo>
                    <a:pt x="9473610" y="3655528"/>
                  </a:lnTo>
                  <a:lnTo>
                    <a:pt x="9549140" y="3693032"/>
                  </a:lnTo>
                  <a:lnTo>
                    <a:pt x="9631098" y="3727075"/>
                  </a:lnTo>
                  <a:lnTo>
                    <a:pt x="9719309" y="3757937"/>
                  </a:lnTo>
                  <a:lnTo>
                    <a:pt x="9813057" y="3785795"/>
                  </a:lnTo>
                  <a:lnTo>
                    <a:pt x="9910934" y="3810727"/>
                  </a:lnTo>
                  <a:lnTo>
                    <a:pt x="10010745" y="3832729"/>
                  </a:lnTo>
                  <a:lnTo>
                    <a:pt x="10109503" y="3851745"/>
                  </a:lnTo>
                  <a:lnTo>
                    <a:pt x="10203599" y="3867713"/>
                  </a:lnTo>
                  <a:lnTo>
                    <a:pt x="10289169" y="3880613"/>
                  </a:lnTo>
                  <a:lnTo>
                    <a:pt x="10362634" y="3890520"/>
                  </a:lnTo>
                  <a:lnTo>
                    <a:pt x="10421319" y="3897642"/>
                  </a:lnTo>
                  <a:lnTo>
                    <a:pt x="10463986" y="3902324"/>
                  </a:lnTo>
                  <a:lnTo>
                    <a:pt x="10491139" y="3905029"/>
                  </a:lnTo>
                  <a:lnTo>
                    <a:pt x="10505050" y="3906291"/>
                  </a:lnTo>
                  <a:lnTo>
                    <a:pt x="10509577" y="3906667"/>
                  </a:lnTo>
                  <a:lnTo>
                    <a:pt x="10509911" y="3906693"/>
                  </a:lnTo>
                  <a:lnTo>
                    <a:pt x="11981298" y="390669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51" name="pl1651"/>
            <p:cNvSpPr/>
            <p:nvPr/>
          </p:nvSpPr>
          <p:spPr>
            <a:xfrm>
              <a:off x="4799595" y="4938905"/>
              <a:ext cx="11981298" cy="4773031"/>
            </a:xfrm>
            <a:custGeom>
              <a:avLst/>
              <a:pathLst>
                <a:path w="11981298" h="4773031">
                  <a:moveTo>
                    <a:pt x="11981298" y="3906693"/>
                  </a:moveTo>
                  <a:lnTo>
                    <a:pt x="10509911" y="3906693"/>
                  </a:lnTo>
                  <a:lnTo>
                    <a:pt x="10508834" y="3906608"/>
                  </a:lnTo>
                  <a:lnTo>
                    <a:pt x="10501748" y="3906002"/>
                  </a:lnTo>
                  <a:lnTo>
                    <a:pt x="10483857" y="3904329"/>
                  </a:lnTo>
                  <a:lnTo>
                    <a:pt x="10451794" y="3901034"/>
                  </a:lnTo>
                  <a:lnTo>
                    <a:pt x="10403853" y="3895600"/>
                  </a:lnTo>
                  <a:lnTo>
                    <a:pt x="10340116" y="3887598"/>
                  </a:lnTo>
                  <a:lnTo>
                    <a:pt x="10262339" y="3876727"/>
                  </a:lnTo>
                  <a:lnTo>
                    <a:pt x="10173559" y="3862827"/>
                  </a:lnTo>
                  <a:lnTo>
                    <a:pt x="10077515" y="3845856"/>
                  </a:lnTo>
                  <a:lnTo>
                    <a:pt x="9978040" y="3825855"/>
                  </a:lnTo>
                  <a:lnTo>
                    <a:pt x="9878571" y="3802890"/>
                  </a:lnTo>
                  <a:lnTo>
                    <a:pt x="9781842" y="3777003"/>
                  </a:lnTo>
                  <a:lnTo>
                    <a:pt x="9689788" y="3748175"/>
                  </a:lnTo>
                  <a:lnTo>
                    <a:pt x="9603574" y="3716297"/>
                  </a:lnTo>
                  <a:lnTo>
                    <a:pt x="9523722" y="3681157"/>
                  </a:lnTo>
                  <a:lnTo>
                    <a:pt x="9450263" y="3642442"/>
                  </a:lnTo>
                  <a:lnTo>
                    <a:pt x="9382881" y="3599735"/>
                  </a:lnTo>
                  <a:lnTo>
                    <a:pt x="9321037" y="3552531"/>
                  </a:lnTo>
                  <a:lnTo>
                    <a:pt x="9264059" y="3500255"/>
                  </a:lnTo>
                  <a:lnTo>
                    <a:pt x="9211218" y="3442299"/>
                  </a:lnTo>
                  <a:lnTo>
                    <a:pt x="9161774" y="3378085"/>
                  </a:lnTo>
                  <a:lnTo>
                    <a:pt x="9115023" y="3307164"/>
                  </a:lnTo>
                  <a:lnTo>
                    <a:pt x="9084767" y="3255577"/>
                  </a:lnTo>
                  <a:lnTo>
                    <a:pt x="9051827" y="3194210"/>
                  </a:lnTo>
                  <a:lnTo>
                    <a:pt x="9019638" y="3128897"/>
                  </a:lnTo>
                  <a:lnTo>
                    <a:pt x="8988021" y="3059558"/>
                  </a:lnTo>
                  <a:lnTo>
                    <a:pt x="8956828" y="2986161"/>
                  </a:lnTo>
                  <a:lnTo>
                    <a:pt x="8925935" y="2908725"/>
                  </a:lnTo>
                  <a:lnTo>
                    <a:pt x="8895243" y="2827330"/>
                  </a:lnTo>
                  <a:lnTo>
                    <a:pt x="8864673" y="2742114"/>
                  </a:lnTo>
                  <a:lnTo>
                    <a:pt x="8834163" y="2653279"/>
                  </a:lnTo>
                  <a:lnTo>
                    <a:pt x="8803668" y="2561094"/>
                  </a:lnTo>
                  <a:lnTo>
                    <a:pt x="8773158" y="2465889"/>
                  </a:lnTo>
                  <a:lnTo>
                    <a:pt x="8742615" y="2368054"/>
                  </a:lnTo>
                  <a:lnTo>
                    <a:pt x="8712031" y="2268034"/>
                  </a:lnTo>
                  <a:lnTo>
                    <a:pt x="8681409" y="2166322"/>
                  </a:lnTo>
                  <a:lnTo>
                    <a:pt x="8650756" y="2063448"/>
                  </a:lnTo>
                  <a:lnTo>
                    <a:pt x="8620087" y="1959968"/>
                  </a:lnTo>
                  <a:lnTo>
                    <a:pt x="8589417" y="1856451"/>
                  </a:lnTo>
                  <a:lnTo>
                    <a:pt x="8558762" y="1753468"/>
                  </a:lnTo>
                  <a:lnTo>
                    <a:pt x="8528135" y="1651577"/>
                  </a:lnTo>
                  <a:lnTo>
                    <a:pt x="8497546" y="1551313"/>
                  </a:lnTo>
                  <a:lnTo>
                    <a:pt x="8466997" y="1453173"/>
                  </a:lnTo>
                  <a:lnTo>
                    <a:pt x="8436484" y="1357608"/>
                  </a:lnTo>
                  <a:lnTo>
                    <a:pt x="8405989" y="1265017"/>
                  </a:lnTo>
                  <a:lnTo>
                    <a:pt x="8375483" y="1175738"/>
                  </a:lnTo>
                  <a:lnTo>
                    <a:pt x="8344923" y="1090047"/>
                  </a:lnTo>
                  <a:lnTo>
                    <a:pt x="8314251" y="1008154"/>
                  </a:lnTo>
                  <a:lnTo>
                    <a:pt x="8283389" y="930207"/>
                  </a:lnTo>
                  <a:lnTo>
                    <a:pt x="8252240" y="856291"/>
                  </a:lnTo>
                  <a:lnTo>
                    <a:pt x="8220686" y="786434"/>
                  </a:lnTo>
                  <a:lnTo>
                    <a:pt x="8188579" y="720610"/>
                  </a:lnTo>
                  <a:lnTo>
                    <a:pt x="8155747" y="658744"/>
                  </a:lnTo>
                  <a:lnTo>
                    <a:pt x="8151487" y="651115"/>
                  </a:lnTo>
                  <a:lnTo>
                    <a:pt x="8106189" y="575565"/>
                  </a:lnTo>
                  <a:lnTo>
                    <a:pt x="8058630" y="506875"/>
                  </a:lnTo>
                  <a:lnTo>
                    <a:pt x="8008154" y="444767"/>
                  </a:lnTo>
                  <a:lnTo>
                    <a:pt x="7954041" y="388736"/>
                  </a:lnTo>
                  <a:lnTo>
                    <a:pt x="7895550" y="338186"/>
                  </a:lnTo>
                  <a:lnTo>
                    <a:pt x="7831963" y="292514"/>
                  </a:lnTo>
                  <a:lnTo>
                    <a:pt x="7762643" y="251164"/>
                  </a:lnTo>
                  <a:lnTo>
                    <a:pt x="7687113" y="213660"/>
                  </a:lnTo>
                  <a:lnTo>
                    <a:pt x="7605155" y="179618"/>
                  </a:lnTo>
                  <a:lnTo>
                    <a:pt x="7516944" y="148755"/>
                  </a:lnTo>
                  <a:lnTo>
                    <a:pt x="7423196" y="120897"/>
                  </a:lnTo>
                  <a:lnTo>
                    <a:pt x="7325319" y="95965"/>
                  </a:lnTo>
                  <a:lnTo>
                    <a:pt x="7225508" y="73963"/>
                  </a:lnTo>
                  <a:lnTo>
                    <a:pt x="7126751" y="54947"/>
                  </a:lnTo>
                  <a:lnTo>
                    <a:pt x="7032654" y="38979"/>
                  </a:lnTo>
                  <a:lnTo>
                    <a:pt x="6947085" y="26079"/>
                  </a:lnTo>
                  <a:lnTo>
                    <a:pt x="6873619" y="16172"/>
                  </a:lnTo>
                  <a:lnTo>
                    <a:pt x="6814934" y="9050"/>
                  </a:lnTo>
                  <a:lnTo>
                    <a:pt x="6772267" y="4368"/>
                  </a:lnTo>
                  <a:lnTo>
                    <a:pt x="6745114" y="1664"/>
                  </a:lnTo>
                  <a:lnTo>
                    <a:pt x="6731203" y="401"/>
                  </a:lnTo>
                  <a:lnTo>
                    <a:pt x="6726676" y="25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060" y="85"/>
                  </a:lnTo>
                  <a:lnTo>
                    <a:pt x="5248148" y="697"/>
                  </a:lnTo>
                  <a:lnTo>
                    <a:pt x="5233143" y="2386"/>
                  </a:lnTo>
                  <a:lnTo>
                    <a:pt x="5206061" y="5716"/>
                  </a:lnTo>
                  <a:lnTo>
                    <a:pt x="5165180" y="11224"/>
                  </a:lnTo>
                  <a:lnTo>
                    <a:pt x="5110161" y="19372"/>
                  </a:lnTo>
                  <a:lnTo>
                    <a:pt x="5042027" y="30513"/>
                  </a:lnTo>
                  <a:lnTo>
                    <a:pt x="4962930" y="44865"/>
                  </a:lnTo>
                  <a:lnTo>
                    <a:pt x="4875776" y="62520"/>
                  </a:lnTo>
                  <a:lnTo>
                    <a:pt x="4783766" y="83471"/>
                  </a:lnTo>
                  <a:lnTo>
                    <a:pt x="4689983" y="107661"/>
                  </a:lnTo>
                  <a:lnTo>
                    <a:pt x="4597087" y="135024"/>
                  </a:lnTo>
                  <a:lnTo>
                    <a:pt x="4507149" y="165533"/>
                  </a:lnTo>
                  <a:lnTo>
                    <a:pt x="4421608" y="199227"/>
                  </a:lnTo>
                  <a:lnTo>
                    <a:pt x="4341325" y="236234"/>
                  </a:lnTo>
                  <a:lnTo>
                    <a:pt x="4266677" y="276780"/>
                  </a:lnTo>
                  <a:lnTo>
                    <a:pt x="4197668" y="321189"/>
                  </a:lnTo>
                  <a:lnTo>
                    <a:pt x="4134034" y="369882"/>
                  </a:lnTo>
                  <a:lnTo>
                    <a:pt x="4075336" y="423367"/>
                  </a:lnTo>
                  <a:lnTo>
                    <a:pt x="4021029" y="482218"/>
                  </a:lnTo>
                  <a:lnTo>
                    <a:pt x="3970511" y="547048"/>
                  </a:lnTo>
                  <a:lnTo>
                    <a:pt x="3923169" y="618460"/>
                  </a:lnTo>
                  <a:lnTo>
                    <a:pt x="3878406" y="696964"/>
                  </a:lnTo>
                  <a:lnTo>
                    <a:pt x="3835675" y="782855"/>
                  </a:lnTo>
                  <a:lnTo>
                    <a:pt x="3829811" y="795505"/>
                  </a:lnTo>
                  <a:lnTo>
                    <a:pt x="3799691" y="863800"/>
                  </a:lnTo>
                  <a:lnTo>
                    <a:pt x="3770211" y="936108"/>
                  </a:lnTo>
                  <a:lnTo>
                    <a:pt x="3741233" y="1012509"/>
                  </a:lnTo>
                  <a:lnTo>
                    <a:pt x="3712637" y="1093045"/>
                  </a:lnTo>
                  <a:lnTo>
                    <a:pt x="3684325" y="1177711"/>
                  </a:lnTo>
                  <a:lnTo>
                    <a:pt x="3656214" y="1266456"/>
                  </a:lnTo>
                  <a:lnTo>
                    <a:pt x="3628237" y="1359178"/>
                  </a:lnTo>
                  <a:lnTo>
                    <a:pt x="3600339" y="1455723"/>
                  </a:lnTo>
                  <a:lnTo>
                    <a:pt x="3572479" y="1555880"/>
                  </a:lnTo>
                  <a:lnTo>
                    <a:pt x="3544624" y="1659384"/>
                  </a:lnTo>
                  <a:lnTo>
                    <a:pt x="3516754" y="1765918"/>
                  </a:lnTo>
                  <a:lnTo>
                    <a:pt x="3488855" y="1875113"/>
                  </a:lnTo>
                  <a:lnTo>
                    <a:pt x="3460923" y="1986554"/>
                  </a:lnTo>
                  <a:lnTo>
                    <a:pt x="3432958" y="2099786"/>
                  </a:lnTo>
                  <a:lnTo>
                    <a:pt x="3404965" y="2214320"/>
                  </a:lnTo>
                  <a:lnTo>
                    <a:pt x="3376955" y="2329644"/>
                  </a:lnTo>
                  <a:lnTo>
                    <a:pt x="3348940" y="2445230"/>
                  </a:lnTo>
                  <a:lnTo>
                    <a:pt x="3320930" y="2560546"/>
                  </a:lnTo>
                  <a:lnTo>
                    <a:pt x="3292938" y="2675063"/>
                  </a:lnTo>
                  <a:lnTo>
                    <a:pt x="3264973" y="2788270"/>
                  </a:lnTo>
                  <a:lnTo>
                    <a:pt x="3237042" y="2899679"/>
                  </a:lnTo>
                  <a:lnTo>
                    <a:pt x="3209143" y="3008834"/>
                  </a:lnTo>
                  <a:lnTo>
                    <a:pt x="3181274" y="3115323"/>
                  </a:lnTo>
                  <a:lnTo>
                    <a:pt x="3153419" y="3218776"/>
                  </a:lnTo>
                  <a:lnTo>
                    <a:pt x="3125558" y="3318877"/>
                  </a:lnTo>
                  <a:lnTo>
                    <a:pt x="3097659" y="3415362"/>
                  </a:lnTo>
                  <a:lnTo>
                    <a:pt x="3069680" y="3508022"/>
                  </a:lnTo>
                  <a:lnTo>
                    <a:pt x="3041567" y="3596703"/>
                  </a:lnTo>
                  <a:lnTo>
                    <a:pt x="3013251" y="3681303"/>
                  </a:lnTo>
                  <a:lnTo>
                    <a:pt x="2984650" y="3761773"/>
                  </a:lnTo>
                  <a:lnTo>
                    <a:pt x="2955665" y="3838109"/>
                  </a:lnTo>
                  <a:lnTo>
                    <a:pt x="2926176" y="3910352"/>
                  </a:lnTo>
                  <a:lnTo>
                    <a:pt x="2896531" y="3977525"/>
                  </a:lnTo>
                  <a:lnTo>
                    <a:pt x="2854045" y="4064458"/>
                  </a:lnTo>
                  <a:lnTo>
                    <a:pt x="2809599" y="4143987"/>
                  </a:lnTo>
                  <a:lnTo>
                    <a:pt x="2762654" y="4216367"/>
                  </a:lnTo>
                  <a:lnTo>
                    <a:pt x="2712619" y="4282086"/>
                  </a:lnTo>
                  <a:lnTo>
                    <a:pt x="2658881" y="4341739"/>
                  </a:lnTo>
                  <a:lnTo>
                    <a:pt x="2600835" y="4395941"/>
                  </a:lnTo>
                  <a:lnTo>
                    <a:pt x="2537923" y="4445275"/>
                  </a:lnTo>
                  <a:lnTo>
                    <a:pt x="2469689" y="4490258"/>
                  </a:lnTo>
                  <a:lnTo>
                    <a:pt x="2395839" y="4531324"/>
                  </a:lnTo>
                  <a:lnTo>
                    <a:pt x="2316335" y="4568812"/>
                  </a:lnTo>
                  <a:lnTo>
                    <a:pt x="2231493" y="4602961"/>
                  </a:lnTo>
                  <a:lnTo>
                    <a:pt x="2142099" y="4633913"/>
                  </a:lnTo>
                  <a:lnTo>
                    <a:pt x="2049508" y="4661718"/>
                  </a:lnTo>
                  <a:lnTo>
                    <a:pt x="1955701" y="4686357"/>
                  </a:lnTo>
                  <a:lnTo>
                    <a:pt x="1863264" y="4707767"/>
                  </a:lnTo>
                  <a:lnTo>
                    <a:pt x="1775233" y="4725887"/>
                  </a:lnTo>
                  <a:lnTo>
                    <a:pt x="1694818" y="4740700"/>
                  </a:lnTo>
                  <a:lnTo>
                    <a:pt x="1624993" y="4752281"/>
                  </a:lnTo>
                  <a:lnTo>
                    <a:pt x="1568042" y="4760831"/>
                  </a:lnTo>
                  <a:lnTo>
                    <a:pt x="1525165" y="4766684"/>
                  </a:lnTo>
                  <a:lnTo>
                    <a:pt x="1496219" y="4770288"/>
                  </a:lnTo>
                  <a:lnTo>
                    <a:pt x="1479671" y="4772174"/>
                  </a:lnTo>
                  <a:lnTo>
                    <a:pt x="1472705" y="4772903"/>
                  </a:lnTo>
                  <a:lnTo>
                    <a:pt x="1471390" y="4773030"/>
                  </a:lnTo>
                  <a:lnTo>
                    <a:pt x="1471387" y="4773031"/>
                  </a:lnTo>
                  <a:lnTo>
                    <a:pt x="0" y="477303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52" name="pg1652"/>
            <p:cNvSpPr/>
            <p:nvPr/>
          </p:nvSpPr>
          <p:spPr>
            <a:xfrm>
              <a:off x="4799595" y="2732195"/>
              <a:ext cx="11981298" cy="8115787"/>
            </a:xfrm>
            <a:custGeom>
              <a:avLst/>
              <a:pathLst>
                <a:path w="11981298" h="8115787">
                  <a:moveTo>
                    <a:pt x="0" y="7175892"/>
                  </a:moveTo>
                  <a:lnTo>
                    <a:pt x="1471387" y="7175892"/>
                  </a:lnTo>
                  <a:lnTo>
                    <a:pt x="1472614" y="7175915"/>
                  </a:lnTo>
                  <a:lnTo>
                    <a:pt x="1480666" y="7176082"/>
                  </a:lnTo>
                  <a:lnTo>
                    <a:pt x="1500917" y="7176543"/>
                  </a:lnTo>
                  <a:lnTo>
                    <a:pt x="1537007" y="7177449"/>
                  </a:lnTo>
                  <a:lnTo>
                    <a:pt x="1590563" y="7178940"/>
                  </a:lnTo>
                  <a:lnTo>
                    <a:pt x="1661082" y="7181128"/>
                  </a:lnTo>
                  <a:lnTo>
                    <a:pt x="1746145" y="7184084"/>
                  </a:lnTo>
                  <a:lnTo>
                    <a:pt x="1841980" y="7187843"/>
                  </a:lnTo>
                  <a:lnTo>
                    <a:pt x="1944214" y="7192407"/>
                  </a:lnTo>
                  <a:lnTo>
                    <a:pt x="2048592" y="7197761"/>
                  </a:lnTo>
                  <a:lnTo>
                    <a:pt x="2151507" y="7203887"/>
                  </a:lnTo>
                  <a:lnTo>
                    <a:pt x="2250268" y="7210782"/>
                  </a:lnTo>
                  <a:lnTo>
                    <a:pt x="2343137" y="7218463"/>
                  </a:lnTo>
                  <a:lnTo>
                    <a:pt x="2429216" y="7226976"/>
                  </a:lnTo>
                  <a:lnTo>
                    <a:pt x="2508273" y="7236395"/>
                  </a:lnTo>
                  <a:lnTo>
                    <a:pt x="2580548" y="7246827"/>
                  </a:lnTo>
                  <a:lnTo>
                    <a:pt x="2646593" y="7258403"/>
                  </a:lnTo>
                  <a:lnTo>
                    <a:pt x="2707145" y="7271276"/>
                  </a:lnTo>
                  <a:lnTo>
                    <a:pt x="2763029" y="7285614"/>
                  </a:lnTo>
                  <a:lnTo>
                    <a:pt x="2815090" y="7301577"/>
                  </a:lnTo>
                  <a:lnTo>
                    <a:pt x="2864139" y="7319295"/>
                  </a:lnTo>
                  <a:lnTo>
                    <a:pt x="2896531" y="7332541"/>
                  </a:lnTo>
                  <a:lnTo>
                    <a:pt x="2947860" y="7356125"/>
                  </a:lnTo>
                  <a:lnTo>
                    <a:pt x="2997591" y="7382073"/>
                  </a:lnTo>
                  <a:lnTo>
                    <a:pt x="3046318" y="7410420"/>
                  </a:lnTo>
                  <a:lnTo>
                    <a:pt x="3094478" y="7441124"/>
                  </a:lnTo>
                  <a:lnTo>
                    <a:pt x="3142378" y="7474057"/>
                  </a:lnTo>
                  <a:lnTo>
                    <a:pt x="3190222" y="7508997"/>
                  </a:lnTo>
                  <a:lnTo>
                    <a:pt x="3238122" y="7545630"/>
                  </a:lnTo>
                  <a:lnTo>
                    <a:pt x="3286119" y="7583558"/>
                  </a:lnTo>
                  <a:lnTo>
                    <a:pt x="3334199" y="7622315"/>
                  </a:lnTo>
                  <a:lnTo>
                    <a:pt x="3382315" y="7661390"/>
                  </a:lnTo>
                  <a:lnTo>
                    <a:pt x="3430407" y="7700255"/>
                  </a:lnTo>
                  <a:lnTo>
                    <a:pt x="3478423" y="7738392"/>
                  </a:lnTo>
                  <a:lnTo>
                    <a:pt x="3526342" y="7775324"/>
                  </a:lnTo>
                  <a:lnTo>
                    <a:pt x="3574191" y="7810638"/>
                  </a:lnTo>
                  <a:lnTo>
                    <a:pt x="3622067" y="7844002"/>
                  </a:lnTo>
                  <a:lnTo>
                    <a:pt x="3670152" y="7875176"/>
                  </a:lnTo>
                  <a:lnTo>
                    <a:pt x="3718732" y="7904010"/>
                  </a:lnTo>
                  <a:lnTo>
                    <a:pt x="3768215" y="7930447"/>
                  </a:lnTo>
                  <a:lnTo>
                    <a:pt x="3819161" y="7954508"/>
                  </a:lnTo>
                  <a:lnTo>
                    <a:pt x="3829811" y="7959138"/>
                  </a:lnTo>
                  <a:lnTo>
                    <a:pt x="3877214" y="7978100"/>
                  </a:lnTo>
                  <a:lnTo>
                    <a:pt x="3927119" y="7995260"/>
                  </a:lnTo>
                  <a:lnTo>
                    <a:pt x="3980282" y="8010701"/>
                  </a:lnTo>
                  <a:lnTo>
                    <a:pt x="4037530" y="8024564"/>
                  </a:lnTo>
                  <a:lnTo>
                    <a:pt x="4099708" y="8037016"/>
                  </a:lnTo>
                  <a:lnTo>
                    <a:pt x="4167622" y="8048219"/>
                  </a:lnTo>
                  <a:lnTo>
                    <a:pt x="4241964" y="8058322"/>
                  </a:lnTo>
                  <a:lnTo>
                    <a:pt x="4323202" y="8067449"/>
                  </a:lnTo>
                  <a:lnTo>
                    <a:pt x="4411450" y="8075696"/>
                  </a:lnTo>
                  <a:lnTo>
                    <a:pt x="4506288" y="8083129"/>
                  </a:lnTo>
                  <a:lnTo>
                    <a:pt x="4606574" y="8089783"/>
                  </a:lnTo>
                  <a:lnTo>
                    <a:pt x="4710279" y="8095670"/>
                  </a:lnTo>
                  <a:lnTo>
                    <a:pt x="4814413" y="8100780"/>
                  </a:lnTo>
                  <a:lnTo>
                    <a:pt x="4915127" y="8105094"/>
                  </a:lnTo>
                  <a:lnTo>
                    <a:pt x="5008062" y="8108602"/>
                  </a:lnTo>
                  <a:lnTo>
                    <a:pt x="5088947" y="8111313"/>
                  </a:lnTo>
                  <a:lnTo>
                    <a:pt x="5154356" y="8113273"/>
                  </a:lnTo>
                  <a:lnTo>
                    <a:pt x="5202423" y="8114569"/>
                  </a:lnTo>
                  <a:lnTo>
                    <a:pt x="5233302" y="8115321"/>
                  </a:lnTo>
                  <a:lnTo>
                    <a:pt x="5249274" y="8115673"/>
                  </a:lnTo>
                  <a:lnTo>
                    <a:pt x="5254548" y="8115779"/>
                  </a:lnTo>
                  <a:lnTo>
                    <a:pt x="5254955" y="8115787"/>
                  </a:lnTo>
                  <a:lnTo>
                    <a:pt x="6726343" y="8115787"/>
                  </a:lnTo>
                  <a:lnTo>
                    <a:pt x="6727031" y="8115675"/>
                  </a:lnTo>
                  <a:lnTo>
                    <a:pt x="6731602" y="8114882"/>
                  </a:lnTo>
                  <a:lnTo>
                    <a:pt x="6743278" y="8112692"/>
                  </a:lnTo>
                  <a:lnTo>
                    <a:pt x="6764536" y="8108371"/>
                  </a:lnTo>
                  <a:lnTo>
                    <a:pt x="6796998" y="8101205"/>
                  </a:lnTo>
                  <a:lnTo>
                    <a:pt x="6841336" y="8090544"/>
                  </a:lnTo>
                  <a:lnTo>
                    <a:pt x="6897238" y="8075858"/>
                  </a:lnTo>
                  <a:lnTo>
                    <a:pt x="6963502" y="8056764"/>
                  </a:lnTo>
                  <a:lnTo>
                    <a:pt x="7038223" y="8033042"/>
                  </a:lnTo>
                  <a:lnTo>
                    <a:pt x="7119070" y="8004613"/>
                  </a:lnTo>
                  <a:lnTo>
                    <a:pt x="7203580" y="7971505"/>
                  </a:lnTo>
                  <a:lnTo>
                    <a:pt x="7289412" y="7933798"/>
                  </a:lnTo>
                  <a:lnTo>
                    <a:pt x="7374535" y="7891577"/>
                  </a:lnTo>
                  <a:lnTo>
                    <a:pt x="7457333" y="7844884"/>
                  </a:lnTo>
                  <a:lnTo>
                    <a:pt x="7536632" y="7793683"/>
                  </a:lnTo>
                  <a:lnTo>
                    <a:pt x="7611678" y="7737836"/>
                  </a:lnTo>
                  <a:lnTo>
                    <a:pt x="7682074" y="7677091"/>
                  </a:lnTo>
                  <a:lnTo>
                    <a:pt x="7747716" y="7611076"/>
                  </a:lnTo>
                  <a:lnTo>
                    <a:pt x="7808715" y="7539305"/>
                  </a:lnTo>
                  <a:lnTo>
                    <a:pt x="7865339" y="7461179"/>
                  </a:lnTo>
                  <a:lnTo>
                    <a:pt x="7917959" y="7376004"/>
                  </a:lnTo>
                  <a:lnTo>
                    <a:pt x="7967009" y="7283015"/>
                  </a:lnTo>
                  <a:lnTo>
                    <a:pt x="8012953" y="7181408"/>
                  </a:lnTo>
                  <a:lnTo>
                    <a:pt x="8056261" y="7070405"/>
                  </a:lnTo>
                  <a:lnTo>
                    <a:pt x="8097391" y="6949337"/>
                  </a:lnTo>
                  <a:lnTo>
                    <a:pt x="8136766" y="6817785"/>
                  </a:lnTo>
                  <a:lnTo>
                    <a:pt x="8151487" y="6764518"/>
                  </a:lnTo>
                  <a:lnTo>
                    <a:pt x="8174967" y="6674901"/>
                  </a:lnTo>
                  <a:lnTo>
                    <a:pt x="8198040" y="6581185"/>
                  </a:lnTo>
                  <a:lnTo>
                    <a:pt x="8220774" y="6483297"/>
                  </a:lnTo>
                  <a:lnTo>
                    <a:pt x="8243231" y="6381184"/>
                  </a:lnTo>
                  <a:lnTo>
                    <a:pt x="8265465" y="6274823"/>
                  </a:lnTo>
                  <a:lnTo>
                    <a:pt x="8287520" y="6164216"/>
                  </a:lnTo>
                  <a:lnTo>
                    <a:pt x="8309439" y="6049395"/>
                  </a:lnTo>
                  <a:lnTo>
                    <a:pt x="8331256" y="5930422"/>
                  </a:lnTo>
                  <a:lnTo>
                    <a:pt x="8353000" y="5807394"/>
                  </a:lnTo>
                  <a:lnTo>
                    <a:pt x="8374696" y="5680438"/>
                  </a:lnTo>
                  <a:lnTo>
                    <a:pt x="8396365" y="5549718"/>
                  </a:lnTo>
                  <a:lnTo>
                    <a:pt x="8418023" y="5415430"/>
                  </a:lnTo>
                  <a:lnTo>
                    <a:pt x="8439682" y="5277804"/>
                  </a:lnTo>
                  <a:lnTo>
                    <a:pt x="8461352" y="5137104"/>
                  </a:lnTo>
                  <a:lnTo>
                    <a:pt x="8483038" y="4993624"/>
                  </a:lnTo>
                  <a:lnTo>
                    <a:pt x="8504745" y="4847688"/>
                  </a:lnTo>
                  <a:lnTo>
                    <a:pt x="8526472" y="4699645"/>
                  </a:lnTo>
                  <a:lnTo>
                    <a:pt x="8548219" y="4549868"/>
                  </a:lnTo>
                  <a:lnTo>
                    <a:pt x="8569982" y="4398751"/>
                  </a:lnTo>
                  <a:lnTo>
                    <a:pt x="8591757" y="4246701"/>
                  </a:lnTo>
                  <a:lnTo>
                    <a:pt x="8613539" y="4094137"/>
                  </a:lnTo>
                  <a:lnTo>
                    <a:pt x="8635322" y="3941483"/>
                  </a:lnTo>
                  <a:lnTo>
                    <a:pt x="8657101" y="3789165"/>
                  </a:lnTo>
                  <a:lnTo>
                    <a:pt x="8678870" y="3637604"/>
                  </a:lnTo>
                  <a:lnTo>
                    <a:pt x="8700623" y="3487214"/>
                  </a:lnTo>
                  <a:lnTo>
                    <a:pt x="8722359" y="3338394"/>
                  </a:lnTo>
                  <a:lnTo>
                    <a:pt x="8744074" y="3191526"/>
                  </a:lnTo>
                  <a:lnTo>
                    <a:pt x="8765769" y="3046970"/>
                  </a:lnTo>
                  <a:lnTo>
                    <a:pt x="8787445" y="2905062"/>
                  </a:lnTo>
                  <a:lnTo>
                    <a:pt x="8809108" y="2766107"/>
                  </a:lnTo>
                  <a:lnTo>
                    <a:pt x="8830765" y="2630383"/>
                  </a:lnTo>
                  <a:lnTo>
                    <a:pt x="8852427" y="2498134"/>
                  </a:lnTo>
                  <a:lnTo>
                    <a:pt x="8874110" y="2369571"/>
                  </a:lnTo>
                  <a:lnTo>
                    <a:pt x="8895831" y="2244871"/>
                  </a:lnTo>
                  <a:lnTo>
                    <a:pt x="8917614" y="2124177"/>
                  </a:lnTo>
                  <a:lnTo>
                    <a:pt x="8939486" y="2007597"/>
                  </a:lnTo>
                  <a:lnTo>
                    <a:pt x="8961479" y="1895210"/>
                  </a:lnTo>
                  <a:lnTo>
                    <a:pt x="8983632" y="1787058"/>
                  </a:lnTo>
                  <a:lnTo>
                    <a:pt x="9005989" y="1683157"/>
                  </a:lnTo>
                  <a:lnTo>
                    <a:pt x="9028600" y="1583494"/>
                  </a:lnTo>
                  <a:lnTo>
                    <a:pt x="9051522" y="1488028"/>
                  </a:lnTo>
                  <a:lnTo>
                    <a:pt x="9074822" y="1396696"/>
                  </a:lnTo>
                  <a:lnTo>
                    <a:pt x="9084767" y="1359442"/>
                  </a:lnTo>
                  <a:lnTo>
                    <a:pt x="9123571" y="1223840"/>
                  </a:lnTo>
                  <a:lnTo>
                    <a:pt x="9163980" y="1098781"/>
                  </a:lnTo>
                  <a:lnTo>
                    <a:pt x="9206400" y="983985"/>
                  </a:lnTo>
                  <a:lnTo>
                    <a:pt x="9251277" y="878862"/>
                  </a:lnTo>
                  <a:lnTo>
                    <a:pt x="9299079" y="782662"/>
                  </a:lnTo>
                  <a:lnTo>
                    <a:pt x="9350276" y="694583"/>
                  </a:lnTo>
                  <a:lnTo>
                    <a:pt x="9405317" y="613840"/>
                  </a:lnTo>
                  <a:lnTo>
                    <a:pt x="9464599" y="539707"/>
                  </a:lnTo>
                  <a:lnTo>
                    <a:pt x="9528436" y="471547"/>
                  </a:lnTo>
                  <a:lnTo>
                    <a:pt x="9597007" y="408831"/>
                  </a:lnTo>
                  <a:lnTo>
                    <a:pt x="9670299" y="351141"/>
                  </a:lnTo>
                  <a:lnTo>
                    <a:pt x="9748034" y="298180"/>
                  </a:lnTo>
                  <a:lnTo>
                    <a:pt x="9829605" y="249767"/>
                  </a:lnTo>
                  <a:lnTo>
                    <a:pt x="9914003" y="205829"/>
                  </a:lnTo>
                  <a:lnTo>
                    <a:pt x="9999782" y="166382"/>
                  </a:lnTo>
                  <a:lnTo>
                    <a:pt x="10085062" y="131498"/>
                  </a:lnTo>
                  <a:lnTo>
                    <a:pt x="10167604" y="101267"/>
                  </a:lnTo>
                  <a:lnTo>
                    <a:pt x="10244964" y="75741"/>
                  </a:lnTo>
                  <a:lnTo>
                    <a:pt x="10314727" y="54890"/>
                  </a:lnTo>
                  <a:lnTo>
                    <a:pt x="10374791" y="38549"/>
                  </a:lnTo>
                  <a:lnTo>
                    <a:pt x="10423654" y="26400"/>
                  </a:lnTo>
                  <a:lnTo>
                    <a:pt x="10460647" y="17964"/>
                  </a:lnTo>
                  <a:lnTo>
                    <a:pt x="10486061" y="12633"/>
                  </a:lnTo>
                  <a:lnTo>
                    <a:pt x="10501165" y="9713"/>
                  </a:lnTo>
                  <a:lnTo>
                    <a:pt x="10508119" y="8470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9222" y="111"/>
                  </a:lnTo>
                  <a:lnTo>
                    <a:pt x="10504652" y="905"/>
                  </a:lnTo>
                  <a:lnTo>
                    <a:pt x="10492975" y="3095"/>
                  </a:lnTo>
                  <a:lnTo>
                    <a:pt x="10471717" y="7415"/>
                  </a:lnTo>
                  <a:lnTo>
                    <a:pt x="10439255" y="14582"/>
                  </a:lnTo>
                  <a:lnTo>
                    <a:pt x="10394918" y="25242"/>
                  </a:lnTo>
                  <a:lnTo>
                    <a:pt x="10339015" y="39929"/>
                  </a:lnTo>
                  <a:lnTo>
                    <a:pt x="10272751" y="59022"/>
                  </a:lnTo>
                  <a:lnTo>
                    <a:pt x="10198031" y="82744"/>
                  </a:lnTo>
                  <a:lnTo>
                    <a:pt x="10117183" y="111173"/>
                  </a:lnTo>
                  <a:lnTo>
                    <a:pt x="10032673" y="144282"/>
                  </a:lnTo>
                  <a:lnTo>
                    <a:pt x="9946841" y="181989"/>
                  </a:lnTo>
                  <a:lnTo>
                    <a:pt x="9861718" y="224209"/>
                  </a:lnTo>
                  <a:lnTo>
                    <a:pt x="9778920" y="270902"/>
                  </a:lnTo>
                  <a:lnTo>
                    <a:pt x="9699621" y="322103"/>
                  </a:lnTo>
                  <a:lnTo>
                    <a:pt x="9624575" y="377950"/>
                  </a:lnTo>
                  <a:lnTo>
                    <a:pt x="9554179" y="438696"/>
                  </a:lnTo>
                  <a:lnTo>
                    <a:pt x="9488538" y="504710"/>
                  </a:lnTo>
                  <a:lnTo>
                    <a:pt x="9427539" y="576482"/>
                  </a:lnTo>
                  <a:lnTo>
                    <a:pt x="9370914" y="654608"/>
                  </a:lnTo>
                  <a:lnTo>
                    <a:pt x="9318294" y="739782"/>
                  </a:lnTo>
                  <a:lnTo>
                    <a:pt x="9269244" y="832772"/>
                  </a:lnTo>
                  <a:lnTo>
                    <a:pt x="9223301" y="934378"/>
                  </a:lnTo>
                  <a:lnTo>
                    <a:pt x="9179992" y="1045381"/>
                  </a:lnTo>
                  <a:lnTo>
                    <a:pt x="9138863" y="1166449"/>
                  </a:lnTo>
                  <a:lnTo>
                    <a:pt x="9099487" y="1298002"/>
                  </a:lnTo>
                  <a:lnTo>
                    <a:pt x="9084767" y="1351269"/>
                  </a:lnTo>
                  <a:lnTo>
                    <a:pt x="9061286" y="1440885"/>
                  </a:lnTo>
                  <a:lnTo>
                    <a:pt x="9038214" y="1534601"/>
                  </a:lnTo>
                  <a:lnTo>
                    <a:pt x="9015479" y="1632490"/>
                  </a:lnTo>
                  <a:lnTo>
                    <a:pt x="8993022" y="1734602"/>
                  </a:lnTo>
                  <a:lnTo>
                    <a:pt x="8970789" y="1840963"/>
                  </a:lnTo>
                  <a:lnTo>
                    <a:pt x="8948733" y="1951570"/>
                  </a:lnTo>
                  <a:lnTo>
                    <a:pt x="8926814" y="2066392"/>
                  </a:lnTo>
                  <a:lnTo>
                    <a:pt x="8904997" y="2185364"/>
                  </a:lnTo>
                  <a:lnTo>
                    <a:pt x="8883253" y="2308392"/>
                  </a:lnTo>
                  <a:lnTo>
                    <a:pt x="8861557" y="2435348"/>
                  </a:lnTo>
                  <a:lnTo>
                    <a:pt x="8839888" y="2566068"/>
                  </a:lnTo>
                  <a:lnTo>
                    <a:pt x="8818230" y="2700356"/>
                  </a:lnTo>
                  <a:lnTo>
                    <a:pt x="8796571" y="2837982"/>
                  </a:lnTo>
                  <a:lnTo>
                    <a:pt x="8774901" y="2978682"/>
                  </a:lnTo>
                  <a:lnTo>
                    <a:pt x="8753215" y="3122162"/>
                  </a:lnTo>
                  <a:lnTo>
                    <a:pt x="8731508" y="3268099"/>
                  </a:lnTo>
                  <a:lnTo>
                    <a:pt x="8709781" y="3416142"/>
                  </a:lnTo>
                  <a:lnTo>
                    <a:pt x="8688035" y="3565918"/>
                  </a:lnTo>
                  <a:lnTo>
                    <a:pt x="8666272" y="3717035"/>
                  </a:lnTo>
                  <a:lnTo>
                    <a:pt x="8644497" y="3869085"/>
                  </a:lnTo>
                  <a:lnTo>
                    <a:pt x="8622714" y="4021650"/>
                  </a:lnTo>
                  <a:lnTo>
                    <a:pt x="8600931" y="4174304"/>
                  </a:lnTo>
                  <a:lnTo>
                    <a:pt x="8579152" y="4326622"/>
                  </a:lnTo>
                  <a:lnTo>
                    <a:pt x="8557384" y="4478182"/>
                  </a:lnTo>
                  <a:lnTo>
                    <a:pt x="8535630" y="4628572"/>
                  </a:lnTo>
                  <a:lnTo>
                    <a:pt x="8513894" y="4777392"/>
                  </a:lnTo>
                  <a:lnTo>
                    <a:pt x="8492179" y="4924260"/>
                  </a:lnTo>
                  <a:lnTo>
                    <a:pt x="8470484" y="5068816"/>
                  </a:lnTo>
                  <a:lnTo>
                    <a:pt x="8448808" y="5210725"/>
                  </a:lnTo>
                  <a:lnTo>
                    <a:pt x="8427145" y="5349679"/>
                  </a:lnTo>
                  <a:lnTo>
                    <a:pt x="8405488" y="5485403"/>
                  </a:lnTo>
                  <a:lnTo>
                    <a:pt x="8383826" y="5617652"/>
                  </a:lnTo>
                  <a:lnTo>
                    <a:pt x="8362143" y="5746215"/>
                  </a:lnTo>
                  <a:lnTo>
                    <a:pt x="8340422" y="5870915"/>
                  </a:lnTo>
                  <a:lnTo>
                    <a:pt x="8318639" y="5991610"/>
                  </a:lnTo>
                  <a:lnTo>
                    <a:pt x="8296768" y="6108189"/>
                  </a:lnTo>
                  <a:lnTo>
                    <a:pt x="8274774" y="6220577"/>
                  </a:lnTo>
                  <a:lnTo>
                    <a:pt x="8252621" y="6328728"/>
                  </a:lnTo>
                  <a:lnTo>
                    <a:pt x="8230264" y="6432629"/>
                  </a:lnTo>
                  <a:lnTo>
                    <a:pt x="8207653" y="6532292"/>
                  </a:lnTo>
                  <a:lnTo>
                    <a:pt x="8184731" y="6627758"/>
                  </a:lnTo>
                  <a:lnTo>
                    <a:pt x="8161431" y="6719091"/>
                  </a:lnTo>
                  <a:lnTo>
                    <a:pt x="8151487" y="6756345"/>
                  </a:lnTo>
                  <a:lnTo>
                    <a:pt x="8112682" y="6891946"/>
                  </a:lnTo>
                  <a:lnTo>
                    <a:pt x="8072273" y="7017005"/>
                  </a:lnTo>
                  <a:lnTo>
                    <a:pt x="8029854" y="7131801"/>
                  </a:lnTo>
                  <a:lnTo>
                    <a:pt x="7984976" y="7236924"/>
                  </a:lnTo>
                  <a:lnTo>
                    <a:pt x="7937174" y="7333124"/>
                  </a:lnTo>
                  <a:lnTo>
                    <a:pt x="7885977" y="7421203"/>
                  </a:lnTo>
                  <a:lnTo>
                    <a:pt x="7830937" y="7501947"/>
                  </a:lnTo>
                  <a:lnTo>
                    <a:pt x="7771654" y="7576080"/>
                  </a:lnTo>
                  <a:lnTo>
                    <a:pt x="7707817" y="7644239"/>
                  </a:lnTo>
                  <a:lnTo>
                    <a:pt x="7639246" y="7706955"/>
                  </a:lnTo>
                  <a:lnTo>
                    <a:pt x="7565955" y="7764645"/>
                  </a:lnTo>
                  <a:lnTo>
                    <a:pt x="7488219" y="7817607"/>
                  </a:lnTo>
                  <a:lnTo>
                    <a:pt x="7406648" y="7866019"/>
                  </a:lnTo>
                  <a:lnTo>
                    <a:pt x="7322250" y="7909957"/>
                  </a:lnTo>
                  <a:lnTo>
                    <a:pt x="7236471" y="7949404"/>
                  </a:lnTo>
                  <a:lnTo>
                    <a:pt x="7151191" y="7984288"/>
                  </a:lnTo>
                  <a:lnTo>
                    <a:pt x="7068649" y="8014520"/>
                  </a:lnTo>
                  <a:lnTo>
                    <a:pt x="6991289" y="8040045"/>
                  </a:lnTo>
                  <a:lnTo>
                    <a:pt x="6921526" y="8060896"/>
                  </a:lnTo>
                  <a:lnTo>
                    <a:pt x="6861462" y="8077237"/>
                  </a:lnTo>
                  <a:lnTo>
                    <a:pt x="6812599" y="8089387"/>
                  </a:lnTo>
                  <a:lnTo>
                    <a:pt x="6775607" y="8097823"/>
                  </a:lnTo>
                  <a:lnTo>
                    <a:pt x="6750192" y="8103153"/>
                  </a:lnTo>
                  <a:lnTo>
                    <a:pt x="6735089" y="8106074"/>
                  </a:lnTo>
                  <a:lnTo>
                    <a:pt x="6728134" y="8107317"/>
                  </a:lnTo>
                  <a:lnTo>
                    <a:pt x="6726343" y="8107614"/>
                  </a:lnTo>
                  <a:lnTo>
                    <a:pt x="5254955" y="8107614"/>
                  </a:lnTo>
                  <a:lnTo>
                    <a:pt x="5253728" y="8107590"/>
                  </a:lnTo>
                  <a:lnTo>
                    <a:pt x="5245676" y="8107424"/>
                  </a:lnTo>
                  <a:lnTo>
                    <a:pt x="5225425" y="8106963"/>
                  </a:lnTo>
                  <a:lnTo>
                    <a:pt x="5189335" y="8106057"/>
                  </a:lnTo>
                  <a:lnTo>
                    <a:pt x="5135779" y="8104565"/>
                  </a:lnTo>
                  <a:lnTo>
                    <a:pt x="5065261" y="8102378"/>
                  </a:lnTo>
                  <a:lnTo>
                    <a:pt x="4980197" y="8099422"/>
                  </a:lnTo>
                  <a:lnTo>
                    <a:pt x="4884362" y="8095663"/>
                  </a:lnTo>
                  <a:lnTo>
                    <a:pt x="4782128" y="8091099"/>
                  </a:lnTo>
                  <a:lnTo>
                    <a:pt x="4677751" y="8085745"/>
                  </a:lnTo>
                  <a:lnTo>
                    <a:pt x="4574836" y="8079618"/>
                  </a:lnTo>
                  <a:lnTo>
                    <a:pt x="4476074" y="8072724"/>
                  </a:lnTo>
                  <a:lnTo>
                    <a:pt x="4383206" y="8065043"/>
                  </a:lnTo>
                  <a:lnTo>
                    <a:pt x="4297126" y="8056530"/>
                  </a:lnTo>
                  <a:lnTo>
                    <a:pt x="4218069" y="8047110"/>
                  </a:lnTo>
                  <a:lnTo>
                    <a:pt x="4145794" y="8036679"/>
                  </a:lnTo>
                  <a:lnTo>
                    <a:pt x="4079749" y="8025103"/>
                  </a:lnTo>
                  <a:lnTo>
                    <a:pt x="4019197" y="8012229"/>
                  </a:lnTo>
                  <a:lnTo>
                    <a:pt x="3963313" y="7997892"/>
                  </a:lnTo>
                  <a:lnTo>
                    <a:pt x="3911252" y="7981928"/>
                  </a:lnTo>
                  <a:lnTo>
                    <a:pt x="3862204" y="7964211"/>
                  </a:lnTo>
                  <a:lnTo>
                    <a:pt x="3829811" y="7950965"/>
                  </a:lnTo>
                  <a:lnTo>
                    <a:pt x="3778482" y="7927381"/>
                  </a:lnTo>
                  <a:lnTo>
                    <a:pt x="3728751" y="7901433"/>
                  </a:lnTo>
                  <a:lnTo>
                    <a:pt x="3680024" y="7873086"/>
                  </a:lnTo>
                  <a:lnTo>
                    <a:pt x="3631865" y="7842382"/>
                  </a:lnTo>
                  <a:lnTo>
                    <a:pt x="3583964" y="7809448"/>
                  </a:lnTo>
                  <a:lnTo>
                    <a:pt x="3536120" y="7774509"/>
                  </a:lnTo>
                  <a:lnTo>
                    <a:pt x="3488220" y="7737876"/>
                  </a:lnTo>
                  <a:lnTo>
                    <a:pt x="3440223" y="7699948"/>
                  </a:lnTo>
                  <a:lnTo>
                    <a:pt x="3392143" y="7661191"/>
                  </a:lnTo>
                  <a:lnTo>
                    <a:pt x="3344027" y="7622115"/>
                  </a:lnTo>
                  <a:lnTo>
                    <a:pt x="3295935" y="7583251"/>
                  </a:lnTo>
                  <a:lnTo>
                    <a:pt x="3247919" y="7545114"/>
                  </a:lnTo>
                  <a:lnTo>
                    <a:pt x="3200000" y="7508182"/>
                  </a:lnTo>
                  <a:lnTo>
                    <a:pt x="3152151" y="7472868"/>
                  </a:lnTo>
                  <a:lnTo>
                    <a:pt x="3104276" y="7439503"/>
                  </a:lnTo>
                  <a:lnTo>
                    <a:pt x="3056190" y="7408330"/>
                  </a:lnTo>
                  <a:lnTo>
                    <a:pt x="3007610" y="7379495"/>
                  </a:lnTo>
                  <a:lnTo>
                    <a:pt x="2958127" y="7353058"/>
                  </a:lnTo>
                  <a:lnTo>
                    <a:pt x="2907181" y="7328998"/>
                  </a:lnTo>
                  <a:lnTo>
                    <a:pt x="2896531" y="7324368"/>
                  </a:lnTo>
                  <a:lnTo>
                    <a:pt x="2849128" y="7305406"/>
                  </a:lnTo>
                  <a:lnTo>
                    <a:pt x="2799223" y="7288246"/>
                  </a:lnTo>
                  <a:lnTo>
                    <a:pt x="2746060" y="7272805"/>
                  </a:lnTo>
                  <a:lnTo>
                    <a:pt x="2688812" y="7258942"/>
                  </a:lnTo>
                  <a:lnTo>
                    <a:pt x="2626634" y="7246490"/>
                  </a:lnTo>
                  <a:lnTo>
                    <a:pt x="2558720" y="7235287"/>
                  </a:lnTo>
                  <a:lnTo>
                    <a:pt x="2484379" y="7225183"/>
                  </a:lnTo>
                  <a:lnTo>
                    <a:pt x="2403140" y="7216056"/>
                  </a:lnTo>
                  <a:lnTo>
                    <a:pt x="2314892" y="7207810"/>
                  </a:lnTo>
                  <a:lnTo>
                    <a:pt x="2220054" y="7200377"/>
                  </a:lnTo>
                  <a:lnTo>
                    <a:pt x="2119768" y="7193723"/>
                  </a:lnTo>
                  <a:lnTo>
                    <a:pt x="2016063" y="7187836"/>
                  </a:lnTo>
                  <a:lnTo>
                    <a:pt x="1911929" y="7182726"/>
                  </a:lnTo>
                  <a:lnTo>
                    <a:pt x="1811215" y="7178412"/>
                  </a:lnTo>
                  <a:lnTo>
                    <a:pt x="1718280" y="7174904"/>
                  </a:lnTo>
                  <a:lnTo>
                    <a:pt x="1637395" y="7172193"/>
                  </a:lnTo>
                  <a:lnTo>
                    <a:pt x="1571986" y="7170232"/>
                  </a:lnTo>
                  <a:lnTo>
                    <a:pt x="1523919" y="7168937"/>
                  </a:lnTo>
                  <a:lnTo>
                    <a:pt x="1493040" y="7168185"/>
                  </a:lnTo>
                  <a:lnTo>
                    <a:pt x="1477068" y="7167833"/>
                  </a:lnTo>
                  <a:lnTo>
                    <a:pt x="1471794" y="7167727"/>
                  </a:lnTo>
                  <a:lnTo>
                    <a:pt x="1471387" y="7167719"/>
                  </a:lnTo>
                  <a:lnTo>
                    <a:pt x="0" y="7167719"/>
                  </a:lnTo>
                  <a:close/>
                </a:path>
              </a:pathLst>
            </a:custGeom>
            <a:solidFill>
              <a:srgbClr val="D9B26F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653" name="pl1653"/>
            <p:cNvSpPr/>
            <p:nvPr/>
          </p:nvSpPr>
          <p:spPr>
            <a:xfrm>
              <a:off x="4799595" y="2740368"/>
              <a:ext cx="11981298" cy="8107614"/>
            </a:xfrm>
            <a:custGeom>
              <a:avLst/>
              <a:pathLst>
                <a:path w="11981298" h="8107614">
                  <a:moveTo>
                    <a:pt x="0" y="7167719"/>
                  </a:moveTo>
                  <a:lnTo>
                    <a:pt x="1471387" y="7167719"/>
                  </a:lnTo>
                  <a:lnTo>
                    <a:pt x="1472614" y="7167742"/>
                  </a:lnTo>
                  <a:lnTo>
                    <a:pt x="1480666" y="7167909"/>
                  </a:lnTo>
                  <a:lnTo>
                    <a:pt x="1500917" y="7168370"/>
                  </a:lnTo>
                  <a:lnTo>
                    <a:pt x="1537007" y="7169276"/>
                  </a:lnTo>
                  <a:lnTo>
                    <a:pt x="1590563" y="7170767"/>
                  </a:lnTo>
                  <a:lnTo>
                    <a:pt x="1661082" y="7172955"/>
                  </a:lnTo>
                  <a:lnTo>
                    <a:pt x="1746145" y="7175911"/>
                  </a:lnTo>
                  <a:lnTo>
                    <a:pt x="1841980" y="7179670"/>
                  </a:lnTo>
                  <a:lnTo>
                    <a:pt x="1944214" y="7184234"/>
                  </a:lnTo>
                  <a:lnTo>
                    <a:pt x="2048592" y="7189588"/>
                  </a:lnTo>
                  <a:lnTo>
                    <a:pt x="2151507" y="7195714"/>
                  </a:lnTo>
                  <a:lnTo>
                    <a:pt x="2250268" y="7202609"/>
                  </a:lnTo>
                  <a:lnTo>
                    <a:pt x="2343137" y="7210290"/>
                  </a:lnTo>
                  <a:lnTo>
                    <a:pt x="2429216" y="7218803"/>
                  </a:lnTo>
                  <a:lnTo>
                    <a:pt x="2508273" y="7228222"/>
                  </a:lnTo>
                  <a:lnTo>
                    <a:pt x="2580548" y="7238654"/>
                  </a:lnTo>
                  <a:lnTo>
                    <a:pt x="2646593" y="7250230"/>
                  </a:lnTo>
                  <a:lnTo>
                    <a:pt x="2707145" y="7263103"/>
                  </a:lnTo>
                  <a:lnTo>
                    <a:pt x="2763029" y="7277441"/>
                  </a:lnTo>
                  <a:lnTo>
                    <a:pt x="2815090" y="7293404"/>
                  </a:lnTo>
                  <a:lnTo>
                    <a:pt x="2864139" y="7311122"/>
                  </a:lnTo>
                  <a:lnTo>
                    <a:pt x="2896531" y="7324368"/>
                  </a:lnTo>
                  <a:lnTo>
                    <a:pt x="2947860" y="7347952"/>
                  </a:lnTo>
                  <a:lnTo>
                    <a:pt x="2997591" y="7373900"/>
                  </a:lnTo>
                  <a:lnTo>
                    <a:pt x="3046318" y="7402247"/>
                  </a:lnTo>
                  <a:lnTo>
                    <a:pt x="3094478" y="7432951"/>
                  </a:lnTo>
                  <a:lnTo>
                    <a:pt x="3142378" y="7465884"/>
                  </a:lnTo>
                  <a:lnTo>
                    <a:pt x="3190222" y="7500824"/>
                  </a:lnTo>
                  <a:lnTo>
                    <a:pt x="3238122" y="7537457"/>
                  </a:lnTo>
                  <a:lnTo>
                    <a:pt x="3286119" y="7575385"/>
                  </a:lnTo>
                  <a:lnTo>
                    <a:pt x="3334199" y="7614142"/>
                  </a:lnTo>
                  <a:lnTo>
                    <a:pt x="3382315" y="7653217"/>
                  </a:lnTo>
                  <a:lnTo>
                    <a:pt x="3430407" y="7692082"/>
                  </a:lnTo>
                  <a:lnTo>
                    <a:pt x="3478423" y="7730219"/>
                  </a:lnTo>
                  <a:lnTo>
                    <a:pt x="3526342" y="7767151"/>
                  </a:lnTo>
                  <a:lnTo>
                    <a:pt x="3574191" y="7802465"/>
                  </a:lnTo>
                  <a:lnTo>
                    <a:pt x="3622067" y="7835829"/>
                  </a:lnTo>
                  <a:lnTo>
                    <a:pt x="3670152" y="7867003"/>
                  </a:lnTo>
                  <a:lnTo>
                    <a:pt x="3718732" y="7895837"/>
                  </a:lnTo>
                  <a:lnTo>
                    <a:pt x="3768215" y="7922274"/>
                  </a:lnTo>
                  <a:lnTo>
                    <a:pt x="3819161" y="7946335"/>
                  </a:lnTo>
                  <a:lnTo>
                    <a:pt x="3829811" y="7950965"/>
                  </a:lnTo>
                  <a:lnTo>
                    <a:pt x="3877214" y="7969927"/>
                  </a:lnTo>
                  <a:lnTo>
                    <a:pt x="3927119" y="7987087"/>
                  </a:lnTo>
                  <a:lnTo>
                    <a:pt x="3980282" y="8002528"/>
                  </a:lnTo>
                  <a:lnTo>
                    <a:pt x="4037530" y="8016391"/>
                  </a:lnTo>
                  <a:lnTo>
                    <a:pt x="4099708" y="8028843"/>
                  </a:lnTo>
                  <a:lnTo>
                    <a:pt x="4167622" y="8040046"/>
                  </a:lnTo>
                  <a:lnTo>
                    <a:pt x="4241964" y="8050149"/>
                  </a:lnTo>
                  <a:lnTo>
                    <a:pt x="4323202" y="8059276"/>
                  </a:lnTo>
                  <a:lnTo>
                    <a:pt x="4411450" y="8067523"/>
                  </a:lnTo>
                  <a:lnTo>
                    <a:pt x="4506288" y="8074956"/>
                  </a:lnTo>
                  <a:lnTo>
                    <a:pt x="4606574" y="8081610"/>
                  </a:lnTo>
                  <a:lnTo>
                    <a:pt x="4710279" y="8087497"/>
                  </a:lnTo>
                  <a:lnTo>
                    <a:pt x="4814413" y="8092607"/>
                  </a:lnTo>
                  <a:lnTo>
                    <a:pt x="4915127" y="8096921"/>
                  </a:lnTo>
                  <a:lnTo>
                    <a:pt x="5008062" y="8100429"/>
                  </a:lnTo>
                  <a:lnTo>
                    <a:pt x="5088947" y="8103140"/>
                  </a:lnTo>
                  <a:lnTo>
                    <a:pt x="5154356" y="8105100"/>
                  </a:lnTo>
                  <a:lnTo>
                    <a:pt x="5202423" y="8106396"/>
                  </a:lnTo>
                  <a:lnTo>
                    <a:pt x="5233302" y="8107148"/>
                  </a:lnTo>
                  <a:lnTo>
                    <a:pt x="5249274" y="8107500"/>
                  </a:lnTo>
                  <a:lnTo>
                    <a:pt x="5254548" y="8107606"/>
                  </a:lnTo>
                  <a:lnTo>
                    <a:pt x="5254955" y="8107614"/>
                  </a:lnTo>
                  <a:lnTo>
                    <a:pt x="6726343" y="8107614"/>
                  </a:lnTo>
                  <a:lnTo>
                    <a:pt x="6727031" y="8107502"/>
                  </a:lnTo>
                  <a:lnTo>
                    <a:pt x="6731602" y="8106709"/>
                  </a:lnTo>
                  <a:lnTo>
                    <a:pt x="6743278" y="8104519"/>
                  </a:lnTo>
                  <a:lnTo>
                    <a:pt x="6764536" y="8100198"/>
                  </a:lnTo>
                  <a:lnTo>
                    <a:pt x="6796998" y="8093032"/>
                  </a:lnTo>
                  <a:lnTo>
                    <a:pt x="6841336" y="8082371"/>
                  </a:lnTo>
                  <a:lnTo>
                    <a:pt x="6897238" y="8067685"/>
                  </a:lnTo>
                  <a:lnTo>
                    <a:pt x="6963502" y="8048591"/>
                  </a:lnTo>
                  <a:lnTo>
                    <a:pt x="7038223" y="8024869"/>
                  </a:lnTo>
                  <a:lnTo>
                    <a:pt x="7119070" y="7996440"/>
                  </a:lnTo>
                  <a:lnTo>
                    <a:pt x="7203580" y="7963332"/>
                  </a:lnTo>
                  <a:lnTo>
                    <a:pt x="7289412" y="7925625"/>
                  </a:lnTo>
                  <a:lnTo>
                    <a:pt x="7374535" y="7883404"/>
                  </a:lnTo>
                  <a:lnTo>
                    <a:pt x="7457333" y="7836711"/>
                  </a:lnTo>
                  <a:lnTo>
                    <a:pt x="7536632" y="7785510"/>
                  </a:lnTo>
                  <a:lnTo>
                    <a:pt x="7611678" y="7729663"/>
                  </a:lnTo>
                  <a:lnTo>
                    <a:pt x="7682074" y="7668918"/>
                  </a:lnTo>
                  <a:lnTo>
                    <a:pt x="7747716" y="7602903"/>
                  </a:lnTo>
                  <a:lnTo>
                    <a:pt x="7808715" y="7531132"/>
                  </a:lnTo>
                  <a:lnTo>
                    <a:pt x="7865339" y="7453006"/>
                  </a:lnTo>
                  <a:lnTo>
                    <a:pt x="7917959" y="7367831"/>
                  </a:lnTo>
                  <a:lnTo>
                    <a:pt x="7967009" y="7274842"/>
                  </a:lnTo>
                  <a:lnTo>
                    <a:pt x="8012953" y="7173235"/>
                  </a:lnTo>
                  <a:lnTo>
                    <a:pt x="8056261" y="7062232"/>
                  </a:lnTo>
                  <a:lnTo>
                    <a:pt x="8097391" y="6941164"/>
                  </a:lnTo>
                  <a:lnTo>
                    <a:pt x="8136766" y="6809612"/>
                  </a:lnTo>
                  <a:lnTo>
                    <a:pt x="8151487" y="6756345"/>
                  </a:lnTo>
                  <a:lnTo>
                    <a:pt x="8174967" y="6666728"/>
                  </a:lnTo>
                  <a:lnTo>
                    <a:pt x="8198040" y="6573012"/>
                  </a:lnTo>
                  <a:lnTo>
                    <a:pt x="8220774" y="6475124"/>
                  </a:lnTo>
                  <a:lnTo>
                    <a:pt x="8243231" y="6373011"/>
                  </a:lnTo>
                  <a:lnTo>
                    <a:pt x="8265465" y="6266650"/>
                  </a:lnTo>
                  <a:lnTo>
                    <a:pt x="8287520" y="6156043"/>
                  </a:lnTo>
                  <a:lnTo>
                    <a:pt x="8309439" y="6041222"/>
                  </a:lnTo>
                  <a:lnTo>
                    <a:pt x="8331256" y="5922249"/>
                  </a:lnTo>
                  <a:lnTo>
                    <a:pt x="8353000" y="5799221"/>
                  </a:lnTo>
                  <a:lnTo>
                    <a:pt x="8374696" y="5672265"/>
                  </a:lnTo>
                  <a:lnTo>
                    <a:pt x="8396365" y="5541545"/>
                  </a:lnTo>
                  <a:lnTo>
                    <a:pt x="8418023" y="5407257"/>
                  </a:lnTo>
                  <a:lnTo>
                    <a:pt x="8439682" y="5269631"/>
                  </a:lnTo>
                  <a:lnTo>
                    <a:pt x="8461352" y="5128931"/>
                  </a:lnTo>
                  <a:lnTo>
                    <a:pt x="8483038" y="4985451"/>
                  </a:lnTo>
                  <a:lnTo>
                    <a:pt x="8504745" y="4839515"/>
                  </a:lnTo>
                  <a:lnTo>
                    <a:pt x="8526472" y="4691472"/>
                  </a:lnTo>
                  <a:lnTo>
                    <a:pt x="8548219" y="4541695"/>
                  </a:lnTo>
                  <a:lnTo>
                    <a:pt x="8569982" y="4390578"/>
                  </a:lnTo>
                  <a:lnTo>
                    <a:pt x="8591757" y="4238528"/>
                  </a:lnTo>
                  <a:lnTo>
                    <a:pt x="8613539" y="4085964"/>
                  </a:lnTo>
                  <a:lnTo>
                    <a:pt x="8635322" y="3933310"/>
                  </a:lnTo>
                  <a:lnTo>
                    <a:pt x="8657101" y="3780992"/>
                  </a:lnTo>
                  <a:lnTo>
                    <a:pt x="8678870" y="3629431"/>
                  </a:lnTo>
                  <a:lnTo>
                    <a:pt x="8700623" y="3479041"/>
                  </a:lnTo>
                  <a:lnTo>
                    <a:pt x="8722359" y="3330221"/>
                  </a:lnTo>
                  <a:lnTo>
                    <a:pt x="8744074" y="3183353"/>
                  </a:lnTo>
                  <a:lnTo>
                    <a:pt x="8765769" y="3038797"/>
                  </a:lnTo>
                  <a:lnTo>
                    <a:pt x="8787445" y="2896889"/>
                  </a:lnTo>
                  <a:lnTo>
                    <a:pt x="8809108" y="2757934"/>
                  </a:lnTo>
                  <a:lnTo>
                    <a:pt x="8830765" y="2622210"/>
                  </a:lnTo>
                  <a:lnTo>
                    <a:pt x="8852427" y="2489961"/>
                  </a:lnTo>
                  <a:lnTo>
                    <a:pt x="8874110" y="2361398"/>
                  </a:lnTo>
                  <a:lnTo>
                    <a:pt x="8895831" y="2236698"/>
                  </a:lnTo>
                  <a:lnTo>
                    <a:pt x="8917614" y="2116004"/>
                  </a:lnTo>
                  <a:lnTo>
                    <a:pt x="8939486" y="1999424"/>
                  </a:lnTo>
                  <a:lnTo>
                    <a:pt x="8961479" y="1887037"/>
                  </a:lnTo>
                  <a:lnTo>
                    <a:pt x="8983632" y="1778885"/>
                  </a:lnTo>
                  <a:lnTo>
                    <a:pt x="9005989" y="1674984"/>
                  </a:lnTo>
                  <a:lnTo>
                    <a:pt x="9028600" y="1575321"/>
                  </a:lnTo>
                  <a:lnTo>
                    <a:pt x="9051522" y="1479855"/>
                  </a:lnTo>
                  <a:lnTo>
                    <a:pt x="9074822" y="1388523"/>
                  </a:lnTo>
                  <a:lnTo>
                    <a:pt x="9084767" y="1351269"/>
                  </a:lnTo>
                  <a:lnTo>
                    <a:pt x="9123571" y="1215667"/>
                  </a:lnTo>
                  <a:lnTo>
                    <a:pt x="9163980" y="1090608"/>
                  </a:lnTo>
                  <a:lnTo>
                    <a:pt x="9206400" y="975812"/>
                  </a:lnTo>
                  <a:lnTo>
                    <a:pt x="9251277" y="870689"/>
                  </a:lnTo>
                  <a:lnTo>
                    <a:pt x="9299079" y="774489"/>
                  </a:lnTo>
                  <a:lnTo>
                    <a:pt x="9350276" y="686410"/>
                  </a:lnTo>
                  <a:lnTo>
                    <a:pt x="9405317" y="605667"/>
                  </a:lnTo>
                  <a:lnTo>
                    <a:pt x="9464599" y="531534"/>
                  </a:lnTo>
                  <a:lnTo>
                    <a:pt x="9528436" y="463374"/>
                  </a:lnTo>
                  <a:lnTo>
                    <a:pt x="9597007" y="400658"/>
                  </a:lnTo>
                  <a:lnTo>
                    <a:pt x="9670299" y="342968"/>
                  </a:lnTo>
                  <a:lnTo>
                    <a:pt x="9748034" y="290007"/>
                  </a:lnTo>
                  <a:lnTo>
                    <a:pt x="9829605" y="241594"/>
                  </a:lnTo>
                  <a:lnTo>
                    <a:pt x="9914003" y="197656"/>
                  </a:lnTo>
                  <a:lnTo>
                    <a:pt x="9999782" y="158209"/>
                  </a:lnTo>
                  <a:lnTo>
                    <a:pt x="10085062" y="123325"/>
                  </a:lnTo>
                  <a:lnTo>
                    <a:pt x="10167604" y="93094"/>
                  </a:lnTo>
                  <a:lnTo>
                    <a:pt x="10244964" y="67568"/>
                  </a:lnTo>
                  <a:lnTo>
                    <a:pt x="10314727" y="46717"/>
                  </a:lnTo>
                  <a:lnTo>
                    <a:pt x="10374791" y="30376"/>
                  </a:lnTo>
                  <a:lnTo>
                    <a:pt x="10423654" y="18227"/>
                  </a:lnTo>
                  <a:lnTo>
                    <a:pt x="10460647" y="9791"/>
                  </a:lnTo>
                  <a:lnTo>
                    <a:pt x="10486061" y="4460"/>
                  </a:lnTo>
                  <a:lnTo>
                    <a:pt x="10501165" y="1540"/>
                  </a:lnTo>
                  <a:lnTo>
                    <a:pt x="10508119" y="297"/>
                  </a:lnTo>
                  <a:lnTo>
                    <a:pt x="10509871" y="6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54" name="pl1654"/>
            <p:cNvSpPr/>
            <p:nvPr/>
          </p:nvSpPr>
          <p:spPr>
            <a:xfrm>
              <a:off x="4799595" y="2732195"/>
              <a:ext cx="11981298" cy="8107614"/>
            </a:xfrm>
            <a:custGeom>
              <a:avLst/>
              <a:pathLst>
                <a:path w="11981298" h="8107614">
                  <a:moveTo>
                    <a:pt x="11981298" y="0"/>
                  </a:moveTo>
                  <a:lnTo>
                    <a:pt x="10509911" y="0"/>
                  </a:lnTo>
                  <a:lnTo>
                    <a:pt x="10509222" y="111"/>
                  </a:lnTo>
                  <a:lnTo>
                    <a:pt x="10504652" y="905"/>
                  </a:lnTo>
                  <a:lnTo>
                    <a:pt x="10492975" y="3095"/>
                  </a:lnTo>
                  <a:lnTo>
                    <a:pt x="10471717" y="7415"/>
                  </a:lnTo>
                  <a:lnTo>
                    <a:pt x="10439255" y="14582"/>
                  </a:lnTo>
                  <a:lnTo>
                    <a:pt x="10394918" y="25242"/>
                  </a:lnTo>
                  <a:lnTo>
                    <a:pt x="10339015" y="39929"/>
                  </a:lnTo>
                  <a:lnTo>
                    <a:pt x="10272751" y="59022"/>
                  </a:lnTo>
                  <a:lnTo>
                    <a:pt x="10198031" y="82744"/>
                  </a:lnTo>
                  <a:lnTo>
                    <a:pt x="10117183" y="111173"/>
                  </a:lnTo>
                  <a:lnTo>
                    <a:pt x="10032673" y="144282"/>
                  </a:lnTo>
                  <a:lnTo>
                    <a:pt x="9946841" y="181989"/>
                  </a:lnTo>
                  <a:lnTo>
                    <a:pt x="9861718" y="224209"/>
                  </a:lnTo>
                  <a:lnTo>
                    <a:pt x="9778920" y="270902"/>
                  </a:lnTo>
                  <a:lnTo>
                    <a:pt x="9699621" y="322103"/>
                  </a:lnTo>
                  <a:lnTo>
                    <a:pt x="9624575" y="377950"/>
                  </a:lnTo>
                  <a:lnTo>
                    <a:pt x="9554179" y="438696"/>
                  </a:lnTo>
                  <a:lnTo>
                    <a:pt x="9488538" y="504710"/>
                  </a:lnTo>
                  <a:lnTo>
                    <a:pt x="9427539" y="576482"/>
                  </a:lnTo>
                  <a:lnTo>
                    <a:pt x="9370914" y="654608"/>
                  </a:lnTo>
                  <a:lnTo>
                    <a:pt x="9318294" y="739782"/>
                  </a:lnTo>
                  <a:lnTo>
                    <a:pt x="9269244" y="832772"/>
                  </a:lnTo>
                  <a:lnTo>
                    <a:pt x="9223301" y="934378"/>
                  </a:lnTo>
                  <a:lnTo>
                    <a:pt x="9179992" y="1045381"/>
                  </a:lnTo>
                  <a:lnTo>
                    <a:pt x="9138863" y="1166449"/>
                  </a:lnTo>
                  <a:lnTo>
                    <a:pt x="9099487" y="1298002"/>
                  </a:lnTo>
                  <a:lnTo>
                    <a:pt x="9084767" y="1351269"/>
                  </a:lnTo>
                  <a:lnTo>
                    <a:pt x="9061286" y="1440885"/>
                  </a:lnTo>
                  <a:lnTo>
                    <a:pt x="9038214" y="1534601"/>
                  </a:lnTo>
                  <a:lnTo>
                    <a:pt x="9015479" y="1632490"/>
                  </a:lnTo>
                  <a:lnTo>
                    <a:pt x="8993022" y="1734602"/>
                  </a:lnTo>
                  <a:lnTo>
                    <a:pt x="8970789" y="1840963"/>
                  </a:lnTo>
                  <a:lnTo>
                    <a:pt x="8948733" y="1951570"/>
                  </a:lnTo>
                  <a:lnTo>
                    <a:pt x="8926814" y="2066392"/>
                  </a:lnTo>
                  <a:lnTo>
                    <a:pt x="8904997" y="2185364"/>
                  </a:lnTo>
                  <a:lnTo>
                    <a:pt x="8883253" y="2308392"/>
                  </a:lnTo>
                  <a:lnTo>
                    <a:pt x="8861557" y="2435348"/>
                  </a:lnTo>
                  <a:lnTo>
                    <a:pt x="8839888" y="2566068"/>
                  </a:lnTo>
                  <a:lnTo>
                    <a:pt x="8818230" y="2700356"/>
                  </a:lnTo>
                  <a:lnTo>
                    <a:pt x="8796571" y="2837982"/>
                  </a:lnTo>
                  <a:lnTo>
                    <a:pt x="8774901" y="2978682"/>
                  </a:lnTo>
                  <a:lnTo>
                    <a:pt x="8753215" y="3122162"/>
                  </a:lnTo>
                  <a:lnTo>
                    <a:pt x="8731508" y="3268099"/>
                  </a:lnTo>
                  <a:lnTo>
                    <a:pt x="8709781" y="3416142"/>
                  </a:lnTo>
                  <a:lnTo>
                    <a:pt x="8688035" y="3565918"/>
                  </a:lnTo>
                  <a:lnTo>
                    <a:pt x="8666272" y="3717035"/>
                  </a:lnTo>
                  <a:lnTo>
                    <a:pt x="8644497" y="3869085"/>
                  </a:lnTo>
                  <a:lnTo>
                    <a:pt x="8622714" y="4021650"/>
                  </a:lnTo>
                  <a:lnTo>
                    <a:pt x="8600931" y="4174304"/>
                  </a:lnTo>
                  <a:lnTo>
                    <a:pt x="8579152" y="4326622"/>
                  </a:lnTo>
                  <a:lnTo>
                    <a:pt x="8557384" y="4478182"/>
                  </a:lnTo>
                  <a:lnTo>
                    <a:pt x="8535630" y="4628572"/>
                  </a:lnTo>
                  <a:lnTo>
                    <a:pt x="8513894" y="4777392"/>
                  </a:lnTo>
                  <a:lnTo>
                    <a:pt x="8492179" y="4924260"/>
                  </a:lnTo>
                  <a:lnTo>
                    <a:pt x="8470484" y="5068816"/>
                  </a:lnTo>
                  <a:lnTo>
                    <a:pt x="8448808" y="5210725"/>
                  </a:lnTo>
                  <a:lnTo>
                    <a:pt x="8427145" y="5349679"/>
                  </a:lnTo>
                  <a:lnTo>
                    <a:pt x="8405488" y="5485403"/>
                  </a:lnTo>
                  <a:lnTo>
                    <a:pt x="8383826" y="5617652"/>
                  </a:lnTo>
                  <a:lnTo>
                    <a:pt x="8362143" y="5746215"/>
                  </a:lnTo>
                  <a:lnTo>
                    <a:pt x="8340422" y="5870915"/>
                  </a:lnTo>
                  <a:lnTo>
                    <a:pt x="8318639" y="5991610"/>
                  </a:lnTo>
                  <a:lnTo>
                    <a:pt x="8296768" y="6108189"/>
                  </a:lnTo>
                  <a:lnTo>
                    <a:pt x="8274774" y="6220577"/>
                  </a:lnTo>
                  <a:lnTo>
                    <a:pt x="8252621" y="6328728"/>
                  </a:lnTo>
                  <a:lnTo>
                    <a:pt x="8230264" y="6432629"/>
                  </a:lnTo>
                  <a:lnTo>
                    <a:pt x="8207653" y="6532292"/>
                  </a:lnTo>
                  <a:lnTo>
                    <a:pt x="8184731" y="6627758"/>
                  </a:lnTo>
                  <a:lnTo>
                    <a:pt x="8161431" y="6719091"/>
                  </a:lnTo>
                  <a:lnTo>
                    <a:pt x="8151487" y="6756345"/>
                  </a:lnTo>
                  <a:lnTo>
                    <a:pt x="8112682" y="6891946"/>
                  </a:lnTo>
                  <a:lnTo>
                    <a:pt x="8072273" y="7017005"/>
                  </a:lnTo>
                  <a:lnTo>
                    <a:pt x="8029854" y="7131801"/>
                  </a:lnTo>
                  <a:lnTo>
                    <a:pt x="7984976" y="7236924"/>
                  </a:lnTo>
                  <a:lnTo>
                    <a:pt x="7937174" y="7333124"/>
                  </a:lnTo>
                  <a:lnTo>
                    <a:pt x="7885977" y="7421203"/>
                  </a:lnTo>
                  <a:lnTo>
                    <a:pt x="7830937" y="7501947"/>
                  </a:lnTo>
                  <a:lnTo>
                    <a:pt x="7771654" y="7576080"/>
                  </a:lnTo>
                  <a:lnTo>
                    <a:pt x="7707817" y="7644239"/>
                  </a:lnTo>
                  <a:lnTo>
                    <a:pt x="7639246" y="7706955"/>
                  </a:lnTo>
                  <a:lnTo>
                    <a:pt x="7565955" y="7764645"/>
                  </a:lnTo>
                  <a:lnTo>
                    <a:pt x="7488219" y="7817607"/>
                  </a:lnTo>
                  <a:lnTo>
                    <a:pt x="7406648" y="7866019"/>
                  </a:lnTo>
                  <a:lnTo>
                    <a:pt x="7322250" y="7909957"/>
                  </a:lnTo>
                  <a:lnTo>
                    <a:pt x="7236471" y="7949404"/>
                  </a:lnTo>
                  <a:lnTo>
                    <a:pt x="7151191" y="7984288"/>
                  </a:lnTo>
                  <a:lnTo>
                    <a:pt x="7068649" y="8014520"/>
                  </a:lnTo>
                  <a:lnTo>
                    <a:pt x="6991289" y="8040045"/>
                  </a:lnTo>
                  <a:lnTo>
                    <a:pt x="6921526" y="8060896"/>
                  </a:lnTo>
                  <a:lnTo>
                    <a:pt x="6861462" y="8077237"/>
                  </a:lnTo>
                  <a:lnTo>
                    <a:pt x="6812599" y="8089387"/>
                  </a:lnTo>
                  <a:lnTo>
                    <a:pt x="6775607" y="8097823"/>
                  </a:lnTo>
                  <a:lnTo>
                    <a:pt x="6750192" y="8103153"/>
                  </a:lnTo>
                  <a:lnTo>
                    <a:pt x="6735089" y="8106074"/>
                  </a:lnTo>
                  <a:lnTo>
                    <a:pt x="6728134" y="8107317"/>
                  </a:lnTo>
                  <a:lnTo>
                    <a:pt x="6726383" y="8107608"/>
                  </a:lnTo>
                  <a:lnTo>
                    <a:pt x="6726343" y="8107614"/>
                  </a:lnTo>
                  <a:lnTo>
                    <a:pt x="5254955" y="8107614"/>
                  </a:lnTo>
                  <a:lnTo>
                    <a:pt x="5253728" y="8107590"/>
                  </a:lnTo>
                  <a:lnTo>
                    <a:pt x="5245676" y="8107424"/>
                  </a:lnTo>
                  <a:lnTo>
                    <a:pt x="5225425" y="8106963"/>
                  </a:lnTo>
                  <a:lnTo>
                    <a:pt x="5189335" y="8106057"/>
                  </a:lnTo>
                  <a:lnTo>
                    <a:pt x="5135779" y="8104565"/>
                  </a:lnTo>
                  <a:lnTo>
                    <a:pt x="5065261" y="8102378"/>
                  </a:lnTo>
                  <a:lnTo>
                    <a:pt x="4980197" y="8099422"/>
                  </a:lnTo>
                  <a:lnTo>
                    <a:pt x="4884362" y="8095663"/>
                  </a:lnTo>
                  <a:lnTo>
                    <a:pt x="4782128" y="8091099"/>
                  </a:lnTo>
                  <a:lnTo>
                    <a:pt x="4677751" y="8085745"/>
                  </a:lnTo>
                  <a:lnTo>
                    <a:pt x="4574836" y="8079618"/>
                  </a:lnTo>
                  <a:lnTo>
                    <a:pt x="4476074" y="8072724"/>
                  </a:lnTo>
                  <a:lnTo>
                    <a:pt x="4383206" y="8065043"/>
                  </a:lnTo>
                  <a:lnTo>
                    <a:pt x="4297126" y="8056530"/>
                  </a:lnTo>
                  <a:lnTo>
                    <a:pt x="4218069" y="8047110"/>
                  </a:lnTo>
                  <a:lnTo>
                    <a:pt x="4145794" y="8036679"/>
                  </a:lnTo>
                  <a:lnTo>
                    <a:pt x="4079749" y="8025103"/>
                  </a:lnTo>
                  <a:lnTo>
                    <a:pt x="4019197" y="8012229"/>
                  </a:lnTo>
                  <a:lnTo>
                    <a:pt x="3963313" y="7997892"/>
                  </a:lnTo>
                  <a:lnTo>
                    <a:pt x="3911252" y="7981928"/>
                  </a:lnTo>
                  <a:lnTo>
                    <a:pt x="3862204" y="7964211"/>
                  </a:lnTo>
                  <a:lnTo>
                    <a:pt x="3829811" y="7950965"/>
                  </a:lnTo>
                  <a:lnTo>
                    <a:pt x="3778482" y="7927381"/>
                  </a:lnTo>
                  <a:lnTo>
                    <a:pt x="3728751" y="7901433"/>
                  </a:lnTo>
                  <a:lnTo>
                    <a:pt x="3680024" y="7873086"/>
                  </a:lnTo>
                  <a:lnTo>
                    <a:pt x="3631865" y="7842382"/>
                  </a:lnTo>
                  <a:lnTo>
                    <a:pt x="3583964" y="7809448"/>
                  </a:lnTo>
                  <a:lnTo>
                    <a:pt x="3536120" y="7774509"/>
                  </a:lnTo>
                  <a:lnTo>
                    <a:pt x="3488220" y="7737876"/>
                  </a:lnTo>
                  <a:lnTo>
                    <a:pt x="3440223" y="7699948"/>
                  </a:lnTo>
                  <a:lnTo>
                    <a:pt x="3392143" y="7661191"/>
                  </a:lnTo>
                  <a:lnTo>
                    <a:pt x="3344027" y="7622115"/>
                  </a:lnTo>
                  <a:lnTo>
                    <a:pt x="3295935" y="7583251"/>
                  </a:lnTo>
                  <a:lnTo>
                    <a:pt x="3247919" y="7545114"/>
                  </a:lnTo>
                  <a:lnTo>
                    <a:pt x="3200000" y="7508182"/>
                  </a:lnTo>
                  <a:lnTo>
                    <a:pt x="3152151" y="7472868"/>
                  </a:lnTo>
                  <a:lnTo>
                    <a:pt x="3104276" y="7439503"/>
                  </a:lnTo>
                  <a:lnTo>
                    <a:pt x="3056190" y="7408330"/>
                  </a:lnTo>
                  <a:lnTo>
                    <a:pt x="3007610" y="7379495"/>
                  </a:lnTo>
                  <a:lnTo>
                    <a:pt x="2958127" y="7353058"/>
                  </a:lnTo>
                  <a:lnTo>
                    <a:pt x="2907181" y="7328998"/>
                  </a:lnTo>
                  <a:lnTo>
                    <a:pt x="2896531" y="7324368"/>
                  </a:lnTo>
                  <a:lnTo>
                    <a:pt x="2849128" y="7305406"/>
                  </a:lnTo>
                  <a:lnTo>
                    <a:pt x="2799223" y="7288246"/>
                  </a:lnTo>
                  <a:lnTo>
                    <a:pt x="2746060" y="7272805"/>
                  </a:lnTo>
                  <a:lnTo>
                    <a:pt x="2688812" y="7258942"/>
                  </a:lnTo>
                  <a:lnTo>
                    <a:pt x="2626634" y="7246490"/>
                  </a:lnTo>
                  <a:lnTo>
                    <a:pt x="2558720" y="7235287"/>
                  </a:lnTo>
                  <a:lnTo>
                    <a:pt x="2484379" y="7225183"/>
                  </a:lnTo>
                  <a:lnTo>
                    <a:pt x="2403140" y="7216056"/>
                  </a:lnTo>
                  <a:lnTo>
                    <a:pt x="2314892" y="7207810"/>
                  </a:lnTo>
                  <a:lnTo>
                    <a:pt x="2220054" y="7200377"/>
                  </a:lnTo>
                  <a:lnTo>
                    <a:pt x="2119768" y="7193723"/>
                  </a:lnTo>
                  <a:lnTo>
                    <a:pt x="2016063" y="7187836"/>
                  </a:lnTo>
                  <a:lnTo>
                    <a:pt x="1911929" y="7182726"/>
                  </a:lnTo>
                  <a:lnTo>
                    <a:pt x="1811215" y="7178412"/>
                  </a:lnTo>
                  <a:lnTo>
                    <a:pt x="1718280" y="7174904"/>
                  </a:lnTo>
                  <a:lnTo>
                    <a:pt x="1637395" y="7172193"/>
                  </a:lnTo>
                  <a:lnTo>
                    <a:pt x="1571986" y="7170232"/>
                  </a:lnTo>
                  <a:lnTo>
                    <a:pt x="1523919" y="7168937"/>
                  </a:lnTo>
                  <a:lnTo>
                    <a:pt x="1493040" y="7168185"/>
                  </a:lnTo>
                  <a:lnTo>
                    <a:pt x="1477068" y="7167833"/>
                  </a:lnTo>
                  <a:lnTo>
                    <a:pt x="1471794" y="7167727"/>
                  </a:lnTo>
                  <a:lnTo>
                    <a:pt x="1471387" y="7167719"/>
                  </a:lnTo>
                  <a:lnTo>
                    <a:pt x="0" y="716771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55" name="pg1655"/>
            <p:cNvSpPr/>
            <p:nvPr/>
          </p:nvSpPr>
          <p:spPr>
            <a:xfrm>
              <a:off x="4799595" y="4350449"/>
              <a:ext cx="11981298" cy="6097056"/>
            </a:xfrm>
            <a:custGeom>
              <a:avLst/>
              <a:pathLst>
                <a:path w="11981298" h="6097056">
                  <a:moveTo>
                    <a:pt x="0" y="5533119"/>
                  </a:moveTo>
                  <a:lnTo>
                    <a:pt x="1471387" y="5533119"/>
                  </a:lnTo>
                  <a:lnTo>
                    <a:pt x="1472621" y="5533133"/>
                  </a:lnTo>
                  <a:lnTo>
                    <a:pt x="1480718" y="5533234"/>
                  </a:lnTo>
                  <a:lnTo>
                    <a:pt x="1501077" y="5533512"/>
                  </a:lnTo>
                  <a:lnTo>
                    <a:pt x="1537351" y="5534059"/>
                  </a:lnTo>
                  <a:lnTo>
                    <a:pt x="1591161" y="5534959"/>
                  </a:lnTo>
                  <a:lnTo>
                    <a:pt x="1661985" y="5536278"/>
                  </a:lnTo>
                  <a:lnTo>
                    <a:pt x="1747370" y="5538062"/>
                  </a:lnTo>
                  <a:lnTo>
                    <a:pt x="1843513" y="5540328"/>
                  </a:lnTo>
                  <a:lnTo>
                    <a:pt x="1946010" y="5543080"/>
                  </a:lnTo>
                  <a:lnTo>
                    <a:pt x="2050591" y="5546307"/>
                  </a:lnTo>
                  <a:lnTo>
                    <a:pt x="2153642" y="5549999"/>
                  </a:lnTo>
                  <a:lnTo>
                    <a:pt x="2252478" y="5554154"/>
                  </a:lnTo>
                  <a:lnTo>
                    <a:pt x="2345369" y="5558783"/>
                  </a:lnTo>
                  <a:lnTo>
                    <a:pt x="2431432" y="5563914"/>
                  </a:lnTo>
                  <a:lnTo>
                    <a:pt x="2510446" y="5569593"/>
                  </a:lnTo>
                  <a:lnTo>
                    <a:pt x="2582665" y="5575883"/>
                  </a:lnTo>
                  <a:lnTo>
                    <a:pt x="2648651" y="5582865"/>
                  </a:lnTo>
                  <a:lnTo>
                    <a:pt x="2709149" y="5590632"/>
                  </a:lnTo>
                  <a:lnTo>
                    <a:pt x="2764989" y="5599284"/>
                  </a:lnTo>
                  <a:lnTo>
                    <a:pt x="2817023" y="5608919"/>
                  </a:lnTo>
                  <a:lnTo>
                    <a:pt x="2866063" y="5619612"/>
                  </a:lnTo>
                  <a:lnTo>
                    <a:pt x="2896531" y="5627109"/>
                  </a:lnTo>
                  <a:lnTo>
                    <a:pt x="2950731" y="5642108"/>
                  </a:lnTo>
                  <a:lnTo>
                    <a:pt x="3003187" y="5658694"/>
                  </a:lnTo>
                  <a:lnTo>
                    <a:pt x="3054583" y="5676887"/>
                  </a:lnTo>
                  <a:lnTo>
                    <a:pt x="3105412" y="5696650"/>
                  </a:lnTo>
                  <a:lnTo>
                    <a:pt x="3156012" y="5717877"/>
                  </a:lnTo>
                  <a:lnTo>
                    <a:pt x="3206592" y="5740395"/>
                  </a:lnTo>
                  <a:lnTo>
                    <a:pt x="3257259" y="5763963"/>
                  </a:lnTo>
                  <a:lnTo>
                    <a:pt x="3308033" y="5788278"/>
                  </a:lnTo>
                  <a:lnTo>
                    <a:pt x="3358879" y="5812995"/>
                  </a:lnTo>
                  <a:lnTo>
                    <a:pt x="3409731" y="5837744"/>
                  </a:lnTo>
                  <a:lnTo>
                    <a:pt x="3460521" y="5862152"/>
                  </a:lnTo>
                  <a:lnTo>
                    <a:pt x="3511206" y="5885869"/>
                  </a:lnTo>
                  <a:lnTo>
                    <a:pt x="3561796" y="5908583"/>
                  </a:lnTo>
                  <a:lnTo>
                    <a:pt x="3612381" y="5930042"/>
                  </a:lnTo>
                  <a:lnTo>
                    <a:pt x="3663152" y="5950061"/>
                  </a:lnTo>
                  <a:lnTo>
                    <a:pt x="3714422" y="5968524"/>
                  </a:lnTo>
                  <a:lnTo>
                    <a:pt x="3766656" y="5985381"/>
                  </a:lnTo>
                  <a:lnTo>
                    <a:pt x="3820504" y="6000644"/>
                  </a:lnTo>
                  <a:lnTo>
                    <a:pt x="3829811" y="6003067"/>
                  </a:lnTo>
                  <a:lnTo>
                    <a:pt x="3877307" y="6014465"/>
                  </a:lnTo>
                  <a:lnTo>
                    <a:pt x="3927316" y="6024778"/>
                  </a:lnTo>
                  <a:lnTo>
                    <a:pt x="3980599" y="6034055"/>
                  </a:lnTo>
                  <a:lnTo>
                    <a:pt x="4037987" y="6042383"/>
                  </a:lnTo>
                  <a:lnTo>
                    <a:pt x="4100331" y="6049862"/>
                  </a:lnTo>
                  <a:lnTo>
                    <a:pt x="4168441" y="6056589"/>
                  </a:lnTo>
                  <a:lnTo>
                    <a:pt x="4243008" y="6062655"/>
                  </a:lnTo>
                  <a:lnTo>
                    <a:pt x="4324504" y="6068134"/>
                  </a:lnTo>
                  <a:lnTo>
                    <a:pt x="4413035" y="6073083"/>
                  </a:lnTo>
                  <a:lnTo>
                    <a:pt x="4508167" y="6077542"/>
                  </a:lnTo>
                  <a:lnTo>
                    <a:pt x="4608737" y="6081533"/>
                  </a:lnTo>
                  <a:lnTo>
                    <a:pt x="4712686" y="6085062"/>
                  </a:lnTo>
                  <a:lnTo>
                    <a:pt x="4816985" y="6088122"/>
                  </a:lnTo>
                  <a:lnTo>
                    <a:pt x="4917746" y="6090704"/>
                  </a:lnTo>
                  <a:lnTo>
                    <a:pt x="5010578" y="6092799"/>
                  </a:lnTo>
                  <a:lnTo>
                    <a:pt x="5091200" y="6094415"/>
                  </a:lnTo>
                  <a:lnTo>
                    <a:pt x="5156203" y="6095579"/>
                  </a:lnTo>
                  <a:lnTo>
                    <a:pt x="5203770" y="6096346"/>
                  </a:lnTo>
                  <a:lnTo>
                    <a:pt x="5234127" y="6096788"/>
                  </a:lnTo>
                  <a:lnTo>
                    <a:pt x="5249641" y="6096993"/>
                  </a:lnTo>
                  <a:lnTo>
                    <a:pt x="5254614" y="6097052"/>
                  </a:lnTo>
                  <a:lnTo>
                    <a:pt x="5254955" y="6097056"/>
                  </a:lnTo>
                  <a:lnTo>
                    <a:pt x="6726343" y="6097056"/>
                  </a:lnTo>
                  <a:lnTo>
                    <a:pt x="6727154" y="6096957"/>
                  </a:lnTo>
                  <a:lnTo>
                    <a:pt x="6732522" y="6096252"/>
                  </a:lnTo>
                  <a:lnTo>
                    <a:pt x="6746184" y="6094305"/>
                  </a:lnTo>
                  <a:lnTo>
                    <a:pt x="6770925" y="6090465"/>
                  </a:lnTo>
                  <a:lnTo>
                    <a:pt x="6808443" y="6084106"/>
                  </a:lnTo>
                  <a:lnTo>
                    <a:pt x="6859233" y="6074676"/>
                  </a:lnTo>
                  <a:lnTo>
                    <a:pt x="6922581" y="6061745"/>
                  </a:lnTo>
                  <a:lnTo>
                    <a:pt x="6996727" y="6045027"/>
                  </a:lnTo>
                  <a:lnTo>
                    <a:pt x="7079170" y="6024382"/>
                  </a:lnTo>
                  <a:lnTo>
                    <a:pt x="7167043" y="5999790"/>
                  </a:lnTo>
                  <a:lnTo>
                    <a:pt x="7257486" y="5971307"/>
                  </a:lnTo>
                  <a:lnTo>
                    <a:pt x="7347935" y="5939012"/>
                  </a:lnTo>
                  <a:lnTo>
                    <a:pt x="7436305" y="5902958"/>
                  </a:lnTo>
                  <a:lnTo>
                    <a:pt x="7521062" y="5863135"/>
                  </a:lnTo>
                  <a:lnTo>
                    <a:pt x="7601203" y="5819443"/>
                  </a:lnTo>
                  <a:lnTo>
                    <a:pt x="7676194" y="5771675"/>
                  </a:lnTo>
                  <a:lnTo>
                    <a:pt x="7745873" y="5719515"/>
                  </a:lnTo>
                  <a:lnTo>
                    <a:pt x="7810360" y="5662536"/>
                  </a:lnTo>
                  <a:lnTo>
                    <a:pt x="7869970" y="5600208"/>
                  </a:lnTo>
                  <a:lnTo>
                    <a:pt x="7925144" y="5531910"/>
                  </a:lnTo>
                  <a:lnTo>
                    <a:pt x="7976402" y="5456960"/>
                  </a:lnTo>
                  <a:lnTo>
                    <a:pt x="8024293" y="5374643"/>
                  </a:lnTo>
                  <a:lnTo>
                    <a:pt x="8069373" y="5284286"/>
                  </a:lnTo>
                  <a:lnTo>
                    <a:pt x="8112171" y="5185344"/>
                  </a:lnTo>
                  <a:lnTo>
                    <a:pt x="8151487" y="5082242"/>
                  </a:lnTo>
                  <a:lnTo>
                    <a:pt x="8178395" y="5004749"/>
                  </a:lnTo>
                  <a:lnTo>
                    <a:pt x="8204781" y="4923191"/>
                  </a:lnTo>
                  <a:lnTo>
                    <a:pt x="8230746" y="4837488"/>
                  </a:lnTo>
                  <a:lnTo>
                    <a:pt x="8256378" y="4747595"/>
                  </a:lnTo>
                  <a:lnTo>
                    <a:pt x="8281752" y="4653499"/>
                  </a:lnTo>
                  <a:lnTo>
                    <a:pt x="8306932" y="4555225"/>
                  </a:lnTo>
                  <a:lnTo>
                    <a:pt x="8331972" y="4452837"/>
                  </a:lnTo>
                  <a:lnTo>
                    <a:pt x="8356918" y="4346443"/>
                  </a:lnTo>
                  <a:lnTo>
                    <a:pt x="8381806" y="4236192"/>
                  </a:lnTo>
                  <a:lnTo>
                    <a:pt x="8406666" y="4122279"/>
                  </a:lnTo>
                  <a:lnTo>
                    <a:pt x="8431519" y="4004942"/>
                  </a:lnTo>
                  <a:lnTo>
                    <a:pt x="8456382" y="3884464"/>
                  </a:lnTo>
                  <a:lnTo>
                    <a:pt x="8481265" y="3761168"/>
                  </a:lnTo>
                  <a:lnTo>
                    <a:pt x="8506174" y="3635416"/>
                  </a:lnTo>
                  <a:lnTo>
                    <a:pt x="8531111" y="3507605"/>
                  </a:lnTo>
                  <a:lnTo>
                    <a:pt x="8556072" y="3378161"/>
                  </a:lnTo>
                  <a:lnTo>
                    <a:pt x="8581053" y="3247536"/>
                  </a:lnTo>
                  <a:lnTo>
                    <a:pt x="8606046" y="3116198"/>
                  </a:lnTo>
                  <a:lnTo>
                    <a:pt x="8631044" y="2984626"/>
                  </a:lnTo>
                  <a:lnTo>
                    <a:pt x="8656037" y="2853304"/>
                  </a:lnTo>
                  <a:lnTo>
                    <a:pt x="8681018" y="2722711"/>
                  </a:lnTo>
                  <a:lnTo>
                    <a:pt x="8705978" y="2593315"/>
                  </a:lnTo>
                  <a:lnTo>
                    <a:pt x="8730914" y="2465566"/>
                  </a:lnTo>
                  <a:lnTo>
                    <a:pt x="8755822" y="2339890"/>
                  </a:lnTo>
                  <a:lnTo>
                    <a:pt x="8780705" y="2216682"/>
                  </a:lnTo>
                  <a:lnTo>
                    <a:pt x="8805567" y="2096304"/>
                  </a:lnTo>
                  <a:lnTo>
                    <a:pt x="8830420" y="1979078"/>
                  </a:lnTo>
                  <a:lnTo>
                    <a:pt x="8855280" y="1865284"/>
                  </a:lnTo>
                  <a:lnTo>
                    <a:pt x="8880169" y="1755159"/>
                  </a:lnTo>
                  <a:lnTo>
                    <a:pt x="8905118" y="1648897"/>
                  </a:lnTo>
                  <a:lnTo>
                    <a:pt x="8930162" y="1546645"/>
                  </a:lnTo>
                  <a:lnTo>
                    <a:pt x="8955348" y="1448510"/>
                  </a:lnTo>
                  <a:lnTo>
                    <a:pt x="8980729" y="1354555"/>
                  </a:lnTo>
                  <a:lnTo>
                    <a:pt x="9006371" y="1264802"/>
                  </a:lnTo>
                  <a:lnTo>
                    <a:pt x="9032348" y="1179240"/>
                  </a:lnTo>
                  <a:lnTo>
                    <a:pt x="9058750" y="1097819"/>
                  </a:lnTo>
                  <a:lnTo>
                    <a:pt x="9084767" y="1022986"/>
                  </a:lnTo>
                  <a:lnTo>
                    <a:pt x="9125832" y="915572"/>
                  </a:lnTo>
                  <a:lnTo>
                    <a:pt x="9168715" y="816997"/>
                  </a:lnTo>
                  <a:lnTo>
                    <a:pt x="9213902" y="726988"/>
                  </a:lnTo>
                  <a:lnTo>
                    <a:pt x="9261923" y="644994"/>
                  </a:lnTo>
                  <a:lnTo>
                    <a:pt x="9313333" y="570335"/>
                  </a:lnTo>
                  <a:lnTo>
                    <a:pt x="9368683" y="502301"/>
                  </a:lnTo>
                  <a:lnTo>
                    <a:pt x="9428488" y="440208"/>
                  </a:lnTo>
                  <a:lnTo>
                    <a:pt x="9493187" y="383440"/>
                  </a:lnTo>
                  <a:lnTo>
                    <a:pt x="9563087" y="331472"/>
                  </a:lnTo>
                  <a:lnTo>
                    <a:pt x="9638299" y="283880"/>
                  </a:lnTo>
                  <a:lnTo>
                    <a:pt x="9718647" y="240352"/>
                  </a:lnTo>
                  <a:lnTo>
                    <a:pt x="9803578" y="200688"/>
                  </a:lnTo>
                  <a:lnTo>
                    <a:pt x="9892070" y="164791"/>
                  </a:lnTo>
                  <a:lnTo>
                    <a:pt x="9982564" y="132654"/>
                  </a:lnTo>
                  <a:lnTo>
                    <a:pt x="10072954" y="104332"/>
                  </a:lnTo>
                  <a:lnTo>
                    <a:pt x="10160659" y="79905"/>
                  </a:lnTo>
                  <a:lnTo>
                    <a:pt x="10242811" y="59425"/>
                  </a:lnTo>
                  <a:lnTo>
                    <a:pt x="10316552" y="42868"/>
                  </a:lnTo>
                  <a:lnTo>
                    <a:pt x="10379403" y="30091"/>
                  </a:lnTo>
                  <a:lnTo>
                    <a:pt x="10429645" y="20799"/>
                  </a:lnTo>
                  <a:lnTo>
                    <a:pt x="10466611" y="14557"/>
                  </a:lnTo>
                  <a:lnTo>
                    <a:pt x="10490847" y="10809"/>
                  </a:lnTo>
                  <a:lnTo>
                    <a:pt x="10504098" y="8927"/>
                  </a:lnTo>
                  <a:lnTo>
                    <a:pt x="10509196" y="8260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9100" y="99"/>
                  </a:lnTo>
                  <a:lnTo>
                    <a:pt x="10503731" y="804"/>
                  </a:lnTo>
                  <a:lnTo>
                    <a:pt x="10490070" y="2751"/>
                  </a:lnTo>
                  <a:lnTo>
                    <a:pt x="10465329" y="6591"/>
                  </a:lnTo>
                  <a:lnTo>
                    <a:pt x="10427810" y="12950"/>
                  </a:lnTo>
                  <a:lnTo>
                    <a:pt x="10377020" y="22379"/>
                  </a:lnTo>
                  <a:lnTo>
                    <a:pt x="10313673" y="35310"/>
                  </a:lnTo>
                  <a:lnTo>
                    <a:pt x="10239526" y="52029"/>
                  </a:lnTo>
                  <a:lnTo>
                    <a:pt x="10157083" y="72674"/>
                  </a:lnTo>
                  <a:lnTo>
                    <a:pt x="10069210" y="97266"/>
                  </a:lnTo>
                  <a:lnTo>
                    <a:pt x="9978767" y="125749"/>
                  </a:lnTo>
                  <a:lnTo>
                    <a:pt x="9888318" y="158044"/>
                  </a:lnTo>
                  <a:lnTo>
                    <a:pt x="9799948" y="194097"/>
                  </a:lnTo>
                  <a:lnTo>
                    <a:pt x="9715191" y="233920"/>
                  </a:lnTo>
                  <a:lnTo>
                    <a:pt x="9635050" y="277613"/>
                  </a:lnTo>
                  <a:lnTo>
                    <a:pt x="9560059" y="325381"/>
                  </a:lnTo>
                  <a:lnTo>
                    <a:pt x="9490380" y="377541"/>
                  </a:lnTo>
                  <a:lnTo>
                    <a:pt x="9425893" y="434520"/>
                  </a:lnTo>
                  <a:lnTo>
                    <a:pt x="9366284" y="496848"/>
                  </a:lnTo>
                  <a:lnTo>
                    <a:pt x="9311109" y="565145"/>
                  </a:lnTo>
                  <a:lnTo>
                    <a:pt x="9259851" y="640096"/>
                  </a:lnTo>
                  <a:lnTo>
                    <a:pt x="9211960" y="722412"/>
                  </a:lnTo>
                  <a:lnTo>
                    <a:pt x="9166880" y="812770"/>
                  </a:lnTo>
                  <a:lnTo>
                    <a:pt x="9124082" y="911711"/>
                  </a:lnTo>
                  <a:lnTo>
                    <a:pt x="9084767" y="1014813"/>
                  </a:lnTo>
                  <a:lnTo>
                    <a:pt x="9057858" y="1092306"/>
                  </a:lnTo>
                  <a:lnTo>
                    <a:pt x="9031472" y="1173865"/>
                  </a:lnTo>
                  <a:lnTo>
                    <a:pt x="9005507" y="1259567"/>
                  </a:lnTo>
                  <a:lnTo>
                    <a:pt x="8979875" y="1349460"/>
                  </a:lnTo>
                  <a:lnTo>
                    <a:pt x="8954501" y="1443557"/>
                  </a:lnTo>
                  <a:lnTo>
                    <a:pt x="8929321" y="1541831"/>
                  </a:lnTo>
                  <a:lnTo>
                    <a:pt x="8904281" y="1644218"/>
                  </a:lnTo>
                  <a:lnTo>
                    <a:pt x="8879335" y="1750613"/>
                  </a:lnTo>
                  <a:lnTo>
                    <a:pt x="8854447" y="1860864"/>
                  </a:lnTo>
                  <a:lnTo>
                    <a:pt x="8829588" y="1974777"/>
                  </a:lnTo>
                  <a:lnTo>
                    <a:pt x="8804735" y="2092113"/>
                  </a:lnTo>
                  <a:lnTo>
                    <a:pt x="8779872" y="2212592"/>
                  </a:lnTo>
                  <a:lnTo>
                    <a:pt x="8754988" y="2335888"/>
                  </a:lnTo>
                  <a:lnTo>
                    <a:pt x="8730079" y="2461640"/>
                  </a:lnTo>
                  <a:lnTo>
                    <a:pt x="8705143" y="2589451"/>
                  </a:lnTo>
                  <a:lnTo>
                    <a:pt x="8680181" y="2718895"/>
                  </a:lnTo>
                  <a:lnTo>
                    <a:pt x="8655201" y="2849520"/>
                  </a:lnTo>
                  <a:lnTo>
                    <a:pt x="8630207" y="2980858"/>
                  </a:lnTo>
                  <a:lnTo>
                    <a:pt x="8605209" y="3112430"/>
                  </a:lnTo>
                  <a:lnTo>
                    <a:pt x="8580216" y="3243752"/>
                  </a:lnTo>
                  <a:lnTo>
                    <a:pt x="8555235" y="3374345"/>
                  </a:lnTo>
                  <a:lnTo>
                    <a:pt x="8530275" y="3503741"/>
                  </a:lnTo>
                  <a:lnTo>
                    <a:pt x="8505339" y="3631490"/>
                  </a:lnTo>
                  <a:lnTo>
                    <a:pt x="8480431" y="3757166"/>
                  </a:lnTo>
                  <a:lnTo>
                    <a:pt x="8455549" y="3880374"/>
                  </a:lnTo>
                  <a:lnTo>
                    <a:pt x="8430686" y="4000752"/>
                  </a:lnTo>
                  <a:lnTo>
                    <a:pt x="8405833" y="4117978"/>
                  </a:lnTo>
                  <a:lnTo>
                    <a:pt x="8380973" y="4231772"/>
                  </a:lnTo>
                  <a:lnTo>
                    <a:pt x="8356084" y="4341897"/>
                  </a:lnTo>
                  <a:lnTo>
                    <a:pt x="8331136" y="4448159"/>
                  </a:lnTo>
                  <a:lnTo>
                    <a:pt x="8306091" y="4550410"/>
                  </a:lnTo>
                  <a:lnTo>
                    <a:pt x="8280906" y="4648545"/>
                  </a:lnTo>
                  <a:lnTo>
                    <a:pt x="8255524" y="4742501"/>
                  </a:lnTo>
                  <a:lnTo>
                    <a:pt x="8229883" y="4832253"/>
                  </a:lnTo>
                  <a:lnTo>
                    <a:pt x="8203905" y="4917816"/>
                  </a:lnTo>
                  <a:lnTo>
                    <a:pt x="8177503" y="4999237"/>
                  </a:lnTo>
                  <a:lnTo>
                    <a:pt x="8151487" y="5074069"/>
                  </a:lnTo>
                  <a:lnTo>
                    <a:pt x="8110421" y="5181484"/>
                  </a:lnTo>
                  <a:lnTo>
                    <a:pt x="8067538" y="5280058"/>
                  </a:lnTo>
                  <a:lnTo>
                    <a:pt x="8022352" y="5370068"/>
                  </a:lnTo>
                  <a:lnTo>
                    <a:pt x="7974331" y="5452062"/>
                  </a:lnTo>
                  <a:lnTo>
                    <a:pt x="7922920" y="5526721"/>
                  </a:lnTo>
                  <a:lnTo>
                    <a:pt x="7867570" y="5594755"/>
                  </a:lnTo>
                  <a:lnTo>
                    <a:pt x="7807765" y="5656848"/>
                  </a:lnTo>
                  <a:lnTo>
                    <a:pt x="7743066" y="5713616"/>
                  </a:lnTo>
                  <a:lnTo>
                    <a:pt x="7673166" y="5765584"/>
                  </a:lnTo>
                  <a:lnTo>
                    <a:pt x="7597954" y="5813176"/>
                  </a:lnTo>
                  <a:lnTo>
                    <a:pt x="7517606" y="5856703"/>
                  </a:lnTo>
                  <a:lnTo>
                    <a:pt x="7432675" y="5896367"/>
                  </a:lnTo>
                  <a:lnTo>
                    <a:pt x="7344183" y="5932265"/>
                  </a:lnTo>
                  <a:lnTo>
                    <a:pt x="7253689" y="5964402"/>
                  </a:lnTo>
                  <a:lnTo>
                    <a:pt x="7163300" y="5992723"/>
                  </a:lnTo>
                  <a:lnTo>
                    <a:pt x="7075595" y="6017151"/>
                  </a:lnTo>
                  <a:lnTo>
                    <a:pt x="6993442" y="6037631"/>
                  </a:lnTo>
                  <a:lnTo>
                    <a:pt x="6919701" y="6054187"/>
                  </a:lnTo>
                  <a:lnTo>
                    <a:pt x="6856850" y="6066965"/>
                  </a:lnTo>
                  <a:lnTo>
                    <a:pt x="6806609" y="6076256"/>
                  </a:lnTo>
                  <a:lnTo>
                    <a:pt x="6769642" y="6082498"/>
                  </a:lnTo>
                  <a:lnTo>
                    <a:pt x="6745407" y="6086246"/>
                  </a:lnTo>
                  <a:lnTo>
                    <a:pt x="6732155" y="6088129"/>
                  </a:lnTo>
                  <a:lnTo>
                    <a:pt x="6727058" y="6088796"/>
                  </a:lnTo>
                  <a:lnTo>
                    <a:pt x="6726343" y="6088883"/>
                  </a:lnTo>
                  <a:lnTo>
                    <a:pt x="5254955" y="6088883"/>
                  </a:lnTo>
                  <a:lnTo>
                    <a:pt x="5253721" y="6088869"/>
                  </a:lnTo>
                  <a:lnTo>
                    <a:pt x="5245624" y="6088769"/>
                  </a:lnTo>
                  <a:lnTo>
                    <a:pt x="5225265" y="6088491"/>
                  </a:lnTo>
                  <a:lnTo>
                    <a:pt x="5188991" y="6087944"/>
                  </a:lnTo>
                  <a:lnTo>
                    <a:pt x="5135181" y="6087044"/>
                  </a:lnTo>
                  <a:lnTo>
                    <a:pt x="5064358" y="6085724"/>
                  </a:lnTo>
                  <a:lnTo>
                    <a:pt x="4978972" y="6083941"/>
                  </a:lnTo>
                  <a:lnTo>
                    <a:pt x="4882829" y="6081674"/>
                  </a:lnTo>
                  <a:lnTo>
                    <a:pt x="4780332" y="6078923"/>
                  </a:lnTo>
                  <a:lnTo>
                    <a:pt x="4675752" y="6075696"/>
                  </a:lnTo>
                  <a:lnTo>
                    <a:pt x="4572700" y="6072003"/>
                  </a:lnTo>
                  <a:lnTo>
                    <a:pt x="4473864" y="6067848"/>
                  </a:lnTo>
                  <a:lnTo>
                    <a:pt x="4380973" y="6063219"/>
                  </a:lnTo>
                  <a:lnTo>
                    <a:pt x="4294910" y="6058088"/>
                  </a:lnTo>
                  <a:lnTo>
                    <a:pt x="4215896" y="6052410"/>
                  </a:lnTo>
                  <a:lnTo>
                    <a:pt x="4143677" y="6046120"/>
                  </a:lnTo>
                  <a:lnTo>
                    <a:pt x="4077691" y="6039138"/>
                  </a:lnTo>
                  <a:lnTo>
                    <a:pt x="4017193" y="6031371"/>
                  </a:lnTo>
                  <a:lnTo>
                    <a:pt x="3961353" y="6022718"/>
                  </a:lnTo>
                  <a:lnTo>
                    <a:pt x="3909319" y="6013084"/>
                  </a:lnTo>
                  <a:lnTo>
                    <a:pt x="3860279" y="6002390"/>
                  </a:lnTo>
                  <a:lnTo>
                    <a:pt x="3829811" y="5994894"/>
                  </a:lnTo>
                  <a:lnTo>
                    <a:pt x="3775611" y="5979894"/>
                  </a:lnTo>
                  <a:lnTo>
                    <a:pt x="3723155" y="5963309"/>
                  </a:lnTo>
                  <a:lnTo>
                    <a:pt x="3671760" y="5945116"/>
                  </a:lnTo>
                  <a:lnTo>
                    <a:pt x="3620931" y="5925353"/>
                  </a:lnTo>
                  <a:lnTo>
                    <a:pt x="3570331" y="5904125"/>
                  </a:lnTo>
                  <a:lnTo>
                    <a:pt x="3519750" y="5881607"/>
                  </a:lnTo>
                  <a:lnTo>
                    <a:pt x="3469083" y="5858040"/>
                  </a:lnTo>
                  <a:lnTo>
                    <a:pt x="3418310" y="5833725"/>
                  </a:lnTo>
                  <a:lnTo>
                    <a:pt x="3367463" y="5809007"/>
                  </a:lnTo>
                  <a:lnTo>
                    <a:pt x="3316611" y="5784258"/>
                  </a:lnTo>
                  <a:lnTo>
                    <a:pt x="3265821" y="5759850"/>
                  </a:lnTo>
                  <a:lnTo>
                    <a:pt x="3215137" y="5736134"/>
                  </a:lnTo>
                  <a:lnTo>
                    <a:pt x="3164546" y="5713420"/>
                  </a:lnTo>
                  <a:lnTo>
                    <a:pt x="3113961" y="5691961"/>
                  </a:lnTo>
                  <a:lnTo>
                    <a:pt x="3063190" y="5671942"/>
                  </a:lnTo>
                  <a:lnTo>
                    <a:pt x="3011920" y="5653479"/>
                  </a:lnTo>
                  <a:lnTo>
                    <a:pt x="2959686" y="5636622"/>
                  </a:lnTo>
                  <a:lnTo>
                    <a:pt x="2905838" y="5621359"/>
                  </a:lnTo>
                  <a:lnTo>
                    <a:pt x="2896531" y="5618936"/>
                  </a:lnTo>
                  <a:lnTo>
                    <a:pt x="2849035" y="5607538"/>
                  </a:lnTo>
                  <a:lnTo>
                    <a:pt x="2799026" y="5597225"/>
                  </a:lnTo>
                  <a:lnTo>
                    <a:pt x="2745743" y="5587948"/>
                  </a:lnTo>
                  <a:lnTo>
                    <a:pt x="2688355" y="5579620"/>
                  </a:lnTo>
                  <a:lnTo>
                    <a:pt x="2626011" y="5572141"/>
                  </a:lnTo>
                  <a:lnTo>
                    <a:pt x="2557901" y="5565413"/>
                  </a:lnTo>
                  <a:lnTo>
                    <a:pt x="2483334" y="5559348"/>
                  </a:lnTo>
                  <a:lnTo>
                    <a:pt x="2401838" y="5553869"/>
                  </a:lnTo>
                  <a:lnTo>
                    <a:pt x="2313307" y="5548920"/>
                  </a:lnTo>
                  <a:lnTo>
                    <a:pt x="2218176" y="5544460"/>
                  </a:lnTo>
                  <a:lnTo>
                    <a:pt x="2117605" y="5540469"/>
                  </a:lnTo>
                  <a:lnTo>
                    <a:pt x="2013656" y="5536940"/>
                  </a:lnTo>
                  <a:lnTo>
                    <a:pt x="1909357" y="5533880"/>
                  </a:lnTo>
                  <a:lnTo>
                    <a:pt x="1808596" y="5531299"/>
                  </a:lnTo>
                  <a:lnTo>
                    <a:pt x="1715764" y="5529204"/>
                  </a:lnTo>
                  <a:lnTo>
                    <a:pt x="1635142" y="5527588"/>
                  </a:lnTo>
                  <a:lnTo>
                    <a:pt x="1570139" y="5526423"/>
                  </a:lnTo>
                  <a:lnTo>
                    <a:pt x="1522573" y="5525657"/>
                  </a:lnTo>
                  <a:lnTo>
                    <a:pt x="1492216" y="5525215"/>
                  </a:lnTo>
                  <a:lnTo>
                    <a:pt x="1476701" y="5525010"/>
                  </a:lnTo>
                  <a:lnTo>
                    <a:pt x="1471728" y="5524950"/>
                  </a:lnTo>
                  <a:lnTo>
                    <a:pt x="1471387" y="5524946"/>
                  </a:lnTo>
                  <a:lnTo>
                    <a:pt x="0" y="5524946"/>
                  </a:lnTo>
                  <a:close/>
                </a:path>
              </a:pathLst>
            </a:custGeom>
            <a:solidFill>
              <a:srgbClr val="D9B26F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656" name="pl1656"/>
            <p:cNvSpPr/>
            <p:nvPr/>
          </p:nvSpPr>
          <p:spPr>
            <a:xfrm>
              <a:off x="4799595" y="4358622"/>
              <a:ext cx="11981298" cy="6088883"/>
            </a:xfrm>
            <a:custGeom>
              <a:avLst/>
              <a:pathLst>
                <a:path w="11981298" h="6088883">
                  <a:moveTo>
                    <a:pt x="0" y="5524946"/>
                  </a:moveTo>
                  <a:lnTo>
                    <a:pt x="1471387" y="5524946"/>
                  </a:lnTo>
                  <a:lnTo>
                    <a:pt x="1472621" y="5524960"/>
                  </a:lnTo>
                  <a:lnTo>
                    <a:pt x="1480718" y="5525061"/>
                  </a:lnTo>
                  <a:lnTo>
                    <a:pt x="1501077" y="5525339"/>
                  </a:lnTo>
                  <a:lnTo>
                    <a:pt x="1537351" y="5525886"/>
                  </a:lnTo>
                  <a:lnTo>
                    <a:pt x="1591161" y="5526786"/>
                  </a:lnTo>
                  <a:lnTo>
                    <a:pt x="1661985" y="5528105"/>
                  </a:lnTo>
                  <a:lnTo>
                    <a:pt x="1747370" y="5529889"/>
                  </a:lnTo>
                  <a:lnTo>
                    <a:pt x="1843513" y="5532155"/>
                  </a:lnTo>
                  <a:lnTo>
                    <a:pt x="1946010" y="5534907"/>
                  </a:lnTo>
                  <a:lnTo>
                    <a:pt x="2050591" y="5538134"/>
                  </a:lnTo>
                  <a:lnTo>
                    <a:pt x="2153642" y="5541826"/>
                  </a:lnTo>
                  <a:lnTo>
                    <a:pt x="2252478" y="5545981"/>
                  </a:lnTo>
                  <a:lnTo>
                    <a:pt x="2345369" y="5550610"/>
                  </a:lnTo>
                  <a:lnTo>
                    <a:pt x="2431432" y="5555741"/>
                  </a:lnTo>
                  <a:lnTo>
                    <a:pt x="2510446" y="5561420"/>
                  </a:lnTo>
                  <a:lnTo>
                    <a:pt x="2582665" y="5567710"/>
                  </a:lnTo>
                  <a:lnTo>
                    <a:pt x="2648651" y="5574692"/>
                  </a:lnTo>
                  <a:lnTo>
                    <a:pt x="2709149" y="5582459"/>
                  </a:lnTo>
                  <a:lnTo>
                    <a:pt x="2764989" y="5591111"/>
                  </a:lnTo>
                  <a:lnTo>
                    <a:pt x="2817023" y="5600746"/>
                  </a:lnTo>
                  <a:lnTo>
                    <a:pt x="2866063" y="5611439"/>
                  </a:lnTo>
                  <a:lnTo>
                    <a:pt x="2896531" y="5618936"/>
                  </a:lnTo>
                  <a:lnTo>
                    <a:pt x="2950731" y="5633935"/>
                  </a:lnTo>
                  <a:lnTo>
                    <a:pt x="3003187" y="5650521"/>
                  </a:lnTo>
                  <a:lnTo>
                    <a:pt x="3054583" y="5668714"/>
                  </a:lnTo>
                  <a:lnTo>
                    <a:pt x="3105412" y="5688477"/>
                  </a:lnTo>
                  <a:lnTo>
                    <a:pt x="3156012" y="5709704"/>
                  </a:lnTo>
                  <a:lnTo>
                    <a:pt x="3206592" y="5732222"/>
                  </a:lnTo>
                  <a:lnTo>
                    <a:pt x="3257259" y="5755790"/>
                  </a:lnTo>
                  <a:lnTo>
                    <a:pt x="3308033" y="5780105"/>
                  </a:lnTo>
                  <a:lnTo>
                    <a:pt x="3358879" y="5804822"/>
                  </a:lnTo>
                  <a:lnTo>
                    <a:pt x="3409731" y="5829571"/>
                  </a:lnTo>
                  <a:lnTo>
                    <a:pt x="3460521" y="5853979"/>
                  </a:lnTo>
                  <a:lnTo>
                    <a:pt x="3511206" y="5877696"/>
                  </a:lnTo>
                  <a:lnTo>
                    <a:pt x="3561796" y="5900410"/>
                  </a:lnTo>
                  <a:lnTo>
                    <a:pt x="3612381" y="5921869"/>
                  </a:lnTo>
                  <a:lnTo>
                    <a:pt x="3663152" y="5941888"/>
                  </a:lnTo>
                  <a:lnTo>
                    <a:pt x="3714422" y="5960351"/>
                  </a:lnTo>
                  <a:lnTo>
                    <a:pt x="3766656" y="5977208"/>
                  </a:lnTo>
                  <a:lnTo>
                    <a:pt x="3820504" y="5992471"/>
                  </a:lnTo>
                  <a:lnTo>
                    <a:pt x="3829811" y="5994894"/>
                  </a:lnTo>
                  <a:lnTo>
                    <a:pt x="3877307" y="6006292"/>
                  </a:lnTo>
                  <a:lnTo>
                    <a:pt x="3927316" y="6016605"/>
                  </a:lnTo>
                  <a:lnTo>
                    <a:pt x="3980599" y="6025882"/>
                  </a:lnTo>
                  <a:lnTo>
                    <a:pt x="4037987" y="6034210"/>
                  </a:lnTo>
                  <a:lnTo>
                    <a:pt x="4100331" y="6041689"/>
                  </a:lnTo>
                  <a:lnTo>
                    <a:pt x="4168441" y="6048416"/>
                  </a:lnTo>
                  <a:lnTo>
                    <a:pt x="4243008" y="6054482"/>
                  </a:lnTo>
                  <a:lnTo>
                    <a:pt x="4324504" y="6059961"/>
                  </a:lnTo>
                  <a:lnTo>
                    <a:pt x="4413035" y="6064910"/>
                  </a:lnTo>
                  <a:lnTo>
                    <a:pt x="4508167" y="6069369"/>
                  </a:lnTo>
                  <a:lnTo>
                    <a:pt x="4608737" y="6073360"/>
                  </a:lnTo>
                  <a:lnTo>
                    <a:pt x="4712686" y="6076889"/>
                  </a:lnTo>
                  <a:lnTo>
                    <a:pt x="4816985" y="6079949"/>
                  </a:lnTo>
                  <a:lnTo>
                    <a:pt x="4917746" y="6082531"/>
                  </a:lnTo>
                  <a:lnTo>
                    <a:pt x="5010578" y="6084626"/>
                  </a:lnTo>
                  <a:lnTo>
                    <a:pt x="5091200" y="6086242"/>
                  </a:lnTo>
                  <a:lnTo>
                    <a:pt x="5156203" y="6087406"/>
                  </a:lnTo>
                  <a:lnTo>
                    <a:pt x="5203770" y="6088173"/>
                  </a:lnTo>
                  <a:lnTo>
                    <a:pt x="5234127" y="6088615"/>
                  </a:lnTo>
                  <a:lnTo>
                    <a:pt x="5249641" y="6088820"/>
                  </a:lnTo>
                  <a:lnTo>
                    <a:pt x="5254614" y="6088879"/>
                  </a:lnTo>
                  <a:lnTo>
                    <a:pt x="5254955" y="6088883"/>
                  </a:lnTo>
                  <a:lnTo>
                    <a:pt x="6726343" y="6088883"/>
                  </a:lnTo>
                  <a:lnTo>
                    <a:pt x="6727154" y="6088784"/>
                  </a:lnTo>
                  <a:lnTo>
                    <a:pt x="6732522" y="6088079"/>
                  </a:lnTo>
                  <a:lnTo>
                    <a:pt x="6746184" y="6086132"/>
                  </a:lnTo>
                  <a:lnTo>
                    <a:pt x="6770925" y="6082292"/>
                  </a:lnTo>
                  <a:lnTo>
                    <a:pt x="6808443" y="6075933"/>
                  </a:lnTo>
                  <a:lnTo>
                    <a:pt x="6859233" y="6066503"/>
                  </a:lnTo>
                  <a:lnTo>
                    <a:pt x="6922581" y="6053572"/>
                  </a:lnTo>
                  <a:lnTo>
                    <a:pt x="6996727" y="6036854"/>
                  </a:lnTo>
                  <a:lnTo>
                    <a:pt x="7079170" y="6016209"/>
                  </a:lnTo>
                  <a:lnTo>
                    <a:pt x="7167043" y="5991617"/>
                  </a:lnTo>
                  <a:lnTo>
                    <a:pt x="7257486" y="5963134"/>
                  </a:lnTo>
                  <a:lnTo>
                    <a:pt x="7347935" y="5930839"/>
                  </a:lnTo>
                  <a:lnTo>
                    <a:pt x="7436305" y="5894785"/>
                  </a:lnTo>
                  <a:lnTo>
                    <a:pt x="7521062" y="5854962"/>
                  </a:lnTo>
                  <a:lnTo>
                    <a:pt x="7601203" y="5811270"/>
                  </a:lnTo>
                  <a:lnTo>
                    <a:pt x="7676194" y="5763502"/>
                  </a:lnTo>
                  <a:lnTo>
                    <a:pt x="7745873" y="5711342"/>
                  </a:lnTo>
                  <a:lnTo>
                    <a:pt x="7810360" y="5654363"/>
                  </a:lnTo>
                  <a:lnTo>
                    <a:pt x="7869970" y="5592035"/>
                  </a:lnTo>
                  <a:lnTo>
                    <a:pt x="7925144" y="5523737"/>
                  </a:lnTo>
                  <a:lnTo>
                    <a:pt x="7976402" y="5448787"/>
                  </a:lnTo>
                  <a:lnTo>
                    <a:pt x="8024293" y="5366470"/>
                  </a:lnTo>
                  <a:lnTo>
                    <a:pt x="8069373" y="5276113"/>
                  </a:lnTo>
                  <a:lnTo>
                    <a:pt x="8112171" y="5177171"/>
                  </a:lnTo>
                  <a:lnTo>
                    <a:pt x="8151487" y="5074069"/>
                  </a:lnTo>
                  <a:lnTo>
                    <a:pt x="8178395" y="4996576"/>
                  </a:lnTo>
                  <a:lnTo>
                    <a:pt x="8204781" y="4915018"/>
                  </a:lnTo>
                  <a:lnTo>
                    <a:pt x="8230746" y="4829315"/>
                  </a:lnTo>
                  <a:lnTo>
                    <a:pt x="8256378" y="4739422"/>
                  </a:lnTo>
                  <a:lnTo>
                    <a:pt x="8281752" y="4645326"/>
                  </a:lnTo>
                  <a:lnTo>
                    <a:pt x="8306932" y="4547052"/>
                  </a:lnTo>
                  <a:lnTo>
                    <a:pt x="8331972" y="4444664"/>
                  </a:lnTo>
                  <a:lnTo>
                    <a:pt x="8356918" y="4338270"/>
                  </a:lnTo>
                  <a:lnTo>
                    <a:pt x="8381806" y="4228019"/>
                  </a:lnTo>
                  <a:lnTo>
                    <a:pt x="8406666" y="4114106"/>
                  </a:lnTo>
                  <a:lnTo>
                    <a:pt x="8431519" y="3996769"/>
                  </a:lnTo>
                  <a:lnTo>
                    <a:pt x="8456382" y="3876291"/>
                  </a:lnTo>
                  <a:lnTo>
                    <a:pt x="8481265" y="3752995"/>
                  </a:lnTo>
                  <a:lnTo>
                    <a:pt x="8506174" y="3627243"/>
                  </a:lnTo>
                  <a:lnTo>
                    <a:pt x="8531111" y="3499432"/>
                  </a:lnTo>
                  <a:lnTo>
                    <a:pt x="8556072" y="3369988"/>
                  </a:lnTo>
                  <a:lnTo>
                    <a:pt x="8581053" y="3239363"/>
                  </a:lnTo>
                  <a:lnTo>
                    <a:pt x="8606046" y="3108025"/>
                  </a:lnTo>
                  <a:lnTo>
                    <a:pt x="8631044" y="2976453"/>
                  </a:lnTo>
                  <a:lnTo>
                    <a:pt x="8656037" y="2845131"/>
                  </a:lnTo>
                  <a:lnTo>
                    <a:pt x="8681018" y="2714538"/>
                  </a:lnTo>
                  <a:lnTo>
                    <a:pt x="8705978" y="2585142"/>
                  </a:lnTo>
                  <a:lnTo>
                    <a:pt x="8730914" y="2457393"/>
                  </a:lnTo>
                  <a:lnTo>
                    <a:pt x="8755822" y="2331717"/>
                  </a:lnTo>
                  <a:lnTo>
                    <a:pt x="8780705" y="2208509"/>
                  </a:lnTo>
                  <a:lnTo>
                    <a:pt x="8805567" y="2088131"/>
                  </a:lnTo>
                  <a:lnTo>
                    <a:pt x="8830420" y="1970905"/>
                  </a:lnTo>
                  <a:lnTo>
                    <a:pt x="8855280" y="1857111"/>
                  </a:lnTo>
                  <a:lnTo>
                    <a:pt x="8880169" y="1746986"/>
                  </a:lnTo>
                  <a:lnTo>
                    <a:pt x="8905118" y="1640724"/>
                  </a:lnTo>
                  <a:lnTo>
                    <a:pt x="8930162" y="1538472"/>
                  </a:lnTo>
                  <a:lnTo>
                    <a:pt x="8955348" y="1440337"/>
                  </a:lnTo>
                  <a:lnTo>
                    <a:pt x="8980729" y="1346382"/>
                  </a:lnTo>
                  <a:lnTo>
                    <a:pt x="9006371" y="1256629"/>
                  </a:lnTo>
                  <a:lnTo>
                    <a:pt x="9032348" y="1171067"/>
                  </a:lnTo>
                  <a:lnTo>
                    <a:pt x="9058750" y="1089646"/>
                  </a:lnTo>
                  <a:lnTo>
                    <a:pt x="9084767" y="1014813"/>
                  </a:lnTo>
                  <a:lnTo>
                    <a:pt x="9125832" y="907399"/>
                  </a:lnTo>
                  <a:lnTo>
                    <a:pt x="9168715" y="808824"/>
                  </a:lnTo>
                  <a:lnTo>
                    <a:pt x="9213902" y="718815"/>
                  </a:lnTo>
                  <a:lnTo>
                    <a:pt x="9261923" y="636821"/>
                  </a:lnTo>
                  <a:lnTo>
                    <a:pt x="9313333" y="562162"/>
                  </a:lnTo>
                  <a:lnTo>
                    <a:pt x="9368683" y="494128"/>
                  </a:lnTo>
                  <a:lnTo>
                    <a:pt x="9428488" y="432035"/>
                  </a:lnTo>
                  <a:lnTo>
                    <a:pt x="9493187" y="375267"/>
                  </a:lnTo>
                  <a:lnTo>
                    <a:pt x="9563087" y="323299"/>
                  </a:lnTo>
                  <a:lnTo>
                    <a:pt x="9638299" y="275707"/>
                  </a:lnTo>
                  <a:lnTo>
                    <a:pt x="9718647" y="232179"/>
                  </a:lnTo>
                  <a:lnTo>
                    <a:pt x="9803578" y="192515"/>
                  </a:lnTo>
                  <a:lnTo>
                    <a:pt x="9892070" y="156618"/>
                  </a:lnTo>
                  <a:lnTo>
                    <a:pt x="9982564" y="124481"/>
                  </a:lnTo>
                  <a:lnTo>
                    <a:pt x="10072954" y="96159"/>
                  </a:lnTo>
                  <a:lnTo>
                    <a:pt x="10160659" y="71732"/>
                  </a:lnTo>
                  <a:lnTo>
                    <a:pt x="10242811" y="51252"/>
                  </a:lnTo>
                  <a:lnTo>
                    <a:pt x="10316552" y="34695"/>
                  </a:lnTo>
                  <a:lnTo>
                    <a:pt x="10379403" y="21918"/>
                  </a:lnTo>
                  <a:lnTo>
                    <a:pt x="10429645" y="12626"/>
                  </a:lnTo>
                  <a:lnTo>
                    <a:pt x="10466611" y="6384"/>
                  </a:lnTo>
                  <a:lnTo>
                    <a:pt x="10490847" y="2636"/>
                  </a:lnTo>
                  <a:lnTo>
                    <a:pt x="10504098" y="754"/>
                  </a:lnTo>
                  <a:lnTo>
                    <a:pt x="10509196" y="87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57" name="pl1657"/>
            <p:cNvSpPr/>
            <p:nvPr/>
          </p:nvSpPr>
          <p:spPr>
            <a:xfrm>
              <a:off x="4799595" y="4350449"/>
              <a:ext cx="11981298" cy="6088883"/>
            </a:xfrm>
            <a:custGeom>
              <a:avLst/>
              <a:pathLst>
                <a:path w="11981298" h="6088883">
                  <a:moveTo>
                    <a:pt x="11981298" y="0"/>
                  </a:moveTo>
                  <a:lnTo>
                    <a:pt x="10509911" y="0"/>
                  </a:lnTo>
                  <a:lnTo>
                    <a:pt x="10509100" y="99"/>
                  </a:lnTo>
                  <a:lnTo>
                    <a:pt x="10503731" y="804"/>
                  </a:lnTo>
                  <a:lnTo>
                    <a:pt x="10490070" y="2751"/>
                  </a:lnTo>
                  <a:lnTo>
                    <a:pt x="10465329" y="6591"/>
                  </a:lnTo>
                  <a:lnTo>
                    <a:pt x="10427810" y="12950"/>
                  </a:lnTo>
                  <a:lnTo>
                    <a:pt x="10377020" y="22379"/>
                  </a:lnTo>
                  <a:lnTo>
                    <a:pt x="10313673" y="35310"/>
                  </a:lnTo>
                  <a:lnTo>
                    <a:pt x="10239526" y="52029"/>
                  </a:lnTo>
                  <a:lnTo>
                    <a:pt x="10157083" y="72674"/>
                  </a:lnTo>
                  <a:lnTo>
                    <a:pt x="10069210" y="97266"/>
                  </a:lnTo>
                  <a:lnTo>
                    <a:pt x="9978767" y="125749"/>
                  </a:lnTo>
                  <a:lnTo>
                    <a:pt x="9888318" y="158044"/>
                  </a:lnTo>
                  <a:lnTo>
                    <a:pt x="9799948" y="194097"/>
                  </a:lnTo>
                  <a:lnTo>
                    <a:pt x="9715191" y="233920"/>
                  </a:lnTo>
                  <a:lnTo>
                    <a:pt x="9635050" y="277613"/>
                  </a:lnTo>
                  <a:lnTo>
                    <a:pt x="9560059" y="325381"/>
                  </a:lnTo>
                  <a:lnTo>
                    <a:pt x="9490380" y="377541"/>
                  </a:lnTo>
                  <a:lnTo>
                    <a:pt x="9425893" y="434520"/>
                  </a:lnTo>
                  <a:lnTo>
                    <a:pt x="9366284" y="496848"/>
                  </a:lnTo>
                  <a:lnTo>
                    <a:pt x="9311109" y="565145"/>
                  </a:lnTo>
                  <a:lnTo>
                    <a:pt x="9259851" y="640096"/>
                  </a:lnTo>
                  <a:lnTo>
                    <a:pt x="9211960" y="722412"/>
                  </a:lnTo>
                  <a:lnTo>
                    <a:pt x="9166880" y="812770"/>
                  </a:lnTo>
                  <a:lnTo>
                    <a:pt x="9124082" y="911711"/>
                  </a:lnTo>
                  <a:lnTo>
                    <a:pt x="9084767" y="1014813"/>
                  </a:lnTo>
                  <a:lnTo>
                    <a:pt x="9057858" y="1092306"/>
                  </a:lnTo>
                  <a:lnTo>
                    <a:pt x="9031472" y="1173865"/>
                  </a:lnTo>
                  <a:lnTo>
                    <a:pt x="9005507" y="1259567"/>
                  </a:lnTo>
                  <a:lnTo>
                    <a:pt x="8979875" y="1349460"/>
                  </a:lnTo>
                  <a:lnTo>
                    <a:pt x="8954501" y="1443557"/>
                  </a:lnTo>
                  <a:lnTo>
                    <a:pt x="8929321" y="1541831"/>
                  </a:lnTo>
                  <a:lnTo>
                    <a:pt x="8904281" y="1644218"/>
                  </a:lnTo>
                  <a:lnTo>
                    <a:pt x="8879335" y="1750613"/>
                  </a:lnTo>
                  <a:lnTo>
                    <a:pt x="8854447" y="1860864"/>
                  </a:lnTo>
                  <a:lnTo>
                    <a:pt x="8829588" y="1974777"/>
                  </a:lnTo>
                  <a:lnTo>
                    <a:pt x="8804735" y="2092113"/>
                  </a:lnTo>
                  <a:lnTo>
                    <a:pt x="8779872" y="2212592"/>
                  </a:lnTo>
                  <a:lnTo>
                    <a:pt x="8754988" y="2335888"/>
                  </a:lnTo>
                  <a:lnTo>
                    <a:pt x="8730079" y="2461640"/>
                  </a:lnTo>
                  <a:lnTo>
                    <a:pt x="8705143" y="2589451"/>
                  </a:lnTo>
                  <a:lnTo>
                    <a:pt x="8680181" y="2718895"/>
                  </a:lnTo>
                  <a:lnTo>
                    <a:pt x="8655201" y="2849520"/>
                  </a:lnTo>
                  <a:lnTo>
                    <a:pt x="8630207" y="2980858"/>
                  </a:lnTo>
                  <a:lnTo>
                    <a:pt x="8605209" y="3112430"/>
                  </a:lnTo>
                  <a:lnTo>
                    <a:pt x="8580216" y="3243752"/>
                  </a:lnTo>
                  <a:lnTo>
                    <a:pt x="8555235" y="3374345"/>
                  </a:lnTo>
                  <a:lnTo>
                    <a:pt x="8530275" y="3503741"/>
                  </a:lnTo>
                  <a:lnTo>
                    <a:pt x="8505339" y="3631490"/>
                  </a:lnTo>
                  <a:lnTo>
                    <a:pt x="8480431" y="3757166"/>
                  </a:lnTo>
                  <a:lnTo>
                    <a:pt x="8455549" y="3880374"/>
                  </a:lnTo>
                  <a:lnTo>
                    <a:pt x="8430686" y="4000752"/>
                  </a:lnTo>
                  <a:lnTo>
                    <a:pt x="8405833" y="4117978"/>
                  </a:lnTo>
                  <a:lnTo>
                    <a:pt x="8380973" y="4231772"/>
                  </a:lnTo>
                  <a:lnTo>
                    <a:pt x="8356084" y="4341897"/>
                  </a:lnTo>
                  <a:lnTo>
                    <a:pt x="8331136" y="4448159"/>
                  </a:lnTo>
                  <a:lnTo>
                    <a:pt x="8306091" y="4550410"/>
                  </a:lnTo>
                  <a:lnTo>
                    <a:pt x="8280906" y="4648545"/>
                  </a:lnTo>
                  <a:lnTo>
                    <a:pt x="8255524" y="4742501"/>
                  </a:lnTo>
                  <a:lnTo>
                    <a:pt x="8229883" y="4832253"/>
                  </a:lnTo>
                  <a:lnTo>
                    <a:pt x="8203905" y="4917816"/>
                  </a:lnTo>
                  <a:lnTo>
                    <a:pt x="8177503" y="4999237"/>
                  </a:lnTo>
                  <a:lnTo>
                    <a:pt x="8151487" y="5074069"/>
                  </a:lnTo>
                  <a:lnTo>
                    <a:pt x="8110421" y="5181484"/>
                  </a:lnTo>
                  <a:lnTo>
                    <a:pt x="8067538" y="5280058"/>
                  </a:lnTo>
                  <a:lnTo>
                    <a:pt x="8022352" y="5370068"/>
                  </a:lnTo>
                  <a:lnTo>
                    <a:pt x="7974331" y="5452062"/>
                  </a:lnTo>
                  <a:lnTo>
                    <a:pt x="7922920" y="5526721"/>
                  </a:lnTo>
                  <a:lnTo>
                    <a:pt x="7867570" y="5594755"/>
                  </a:lnTo>
                  <a:lnTo>
                    <a:pt x="7807765" y="5656848"/>
                  </a:lnTo>
                  <a:lnTo>
                    <a:pt x="7743066" y="5713616"/>
                  </a:lnTo>
                  <a:lnTo>
                    <a:pt x="7673166" y="5765584"/>
                  </a:lnTo>
                  <a:lnTo>
                    <a:pt x="7597954" y="5813176"/>
                  </a:lnTo>
                  <a:lnTo>
                    <a:pt x="7517606" y="5856703"/>
                  </a:lnTo>
                  <a:lnTo>
                    <a:pt x="7432675" y="5896367"/>
                  </a:lnTo>
                  <a:lnTo>
                    <a:pt x="7344183" y="5932265"/>
                  </a:lnTo>
                  <a:lnTo>
                    <a:pt x="7253689" y="5964402"/>
                  </a:lnTo>
                  <a:lnTo>
                    <a:pt x="7163300" y="5992723"/>
                  </a:lnTo>
                  <a:lnTo>
                    <a:pt x="7075595" y="6017151"/>
                  </a:lnTo>
                  <a:lnTo>
                    <a:pt x="6993442" y="6037631"/>
                  </a:lnTo>
                  <a:lnTo>
                    <a:pt x="6919701" y="6054187"/>
                  </a:lnTo>
                  <a:lnTo>
                    <a:pt x="6856850" y="6066965"/>
                  </a:lnTo>
                  <a:lnTo>
                    <a:pt x="6806609" y="6076256"/>
                  </a:lnTo>
                  <a:lnTo>
                    <a:pt x="6769642" y="6082498"/>
                  </a:lnTo>
                  <a:lnTo>
                    <a:pt x="6745407" y="6086246"/>
                  </a:lnTo>
                  <a:lnTo>
                    <a:pt x="6732155" y="6088129"/>
                  </a:lnTo>
                  <a:lnTo>
                    <a:pt x="6727058" y="6088796"/>
                  </a:lnTo>
                  <a:lnTo>
                    <a:pt x="6726343" y="6088883"/>
                  </a:lnTo>
                  <a:lnTo>
                    <a:pt x="5254955" y="6088883"/>
                  </a:lnTo>
                  <a:lnTo>
                    <a:pt x="5253721" y="6088869"/>
                  </a:lnTo>
                  <a:lnTo>
                    <a:pt x="5245624" y="6088769"/>
                  </a:lnTo>
                  <a:lnTo>
                    <a:pt x="5225265" y="6088491"/>
                  </a:lnTo>
                  <a:lnTo>
                    <a:pt x="5188991" y="6087944"/>
                  </a:lnTo>
                  <a:lnTo>
                    <a:pt x="5135181" y="6087044"/>
                  </a:lnTo>
                  <a:lnTo>
                    <a:pt x="5064358" y="6085724"/>
                  </a:lnTo>
                  <a:lnTo>
                    <a:pt x="4978972" y="6083941"/>
                  </a:lnTo>
                  <a:lnTo>
                    <a:pt x="4882829" y="6081674"/>
                  </a:lnTo>
                  <a:lnTo>
                    <a:pt x="4780332" y="6078923"/>
                  </a:lnTo>
                  <a:lnTo>
                    <a:pt x="4675752" y="6075696"/>
                  </a:lnTo>
                  <a:lnTo>
                    <a:pt x="4572700" y="6072003"/>
                  </a:lnTo>
                  <a:lnTo>
                    <a:pt x="4473864" y="6067848"/>
                  </a:lnTo>
                  <a:lnTo>
                    <a:pt x="4380973" y="6063219"/>
                  </a:lnTo>
                  <a:lnTo>
                    <a:pt x="4294910" y="6058088"/>
                  </a:lnTo>
                  <a:lnTo>
                    <a:pt x="4215896" y="6052410"/>
                  </a:lnTo>
                  <a:lnTo>
                    <a:pt x="4143677" y="6046120"/>
                  </a:lnTo>
                  <a:lnTo>
                    <a:pt x="4077691" y="6039138"/>
                  </a:lnTo>
                  <a:lnTo>
                    <a:pt x="4017193" y="6031371"/>
                  </a:lnTo>
                  <a:lnTo>
                    <a:pt x="3961353" y="6022718"/>
                  </a:lnTo>
                  <a:lnTo>
                    <a:pt x="3909319" y="6013084"/>
                  </a:lnTo>
                  <a:lnTo>
                    <a:pt x="3860279" y="6002390"/>
                  </a:lnTo>
                  <a:lnTo>
                    <a:pt x="3829811" y="5994894"/>
                  </a:lnTo>
                  <a:lnTo>
                    <a:pt x="3775611" y="5979894"/>
                  </a:lnTo>
                  <a:lnTo>
                    <a:pt x="3723155" y="5963309"/>
                  </a:lnTo>
                  <a:lnTo>
                    <a:pt x="3671760" y="5945116"/>
                  </a:lnTo>
                  <a:lnTo>
                    <a:pt x="3620931" y="5925353"/>
                  </a:lnTo>
                  <a:lnTo>
                    <a:pt x="3570331" y="5904125"/>
                  </a:lnTo>
                  <a:lnTo>
                    <a:pt x="3519750" y="5881607"/>
                  </a:lnTo>
                  <a:lnTo>
                    <a:pt x="3469083" y="5858040"/>
                  </a:lnTo>
                  <a:lnTo>
                    <a:pt x="3418310" y="5833725"/>
                  </a:lnTo>
                  <a:lnTo>
                    <a:pt x="3367463" y="5809007"/>
                  </a:lnTo>
                  <a:lnTo>
                    <a:pt x="3316611" y="5784258"/>
                  </a:lnTo>
                  <a:lnTo>
                    <a:pt x="3265821" y="5759850"/>
                  </a:lnTo>
                  <a:lnTo>
                    <a:pt x="3215137" y="5736134"/>
                  </a:lnTo>
                  <a:lnTo>
                    <a:pt x="3164546" y="5713420"/>
                  </a:lnTo>
                  <a:lnTo>
                    <a:pt x="3113961" y="5691961"/>
                  </a:lnTo>
                  <a:lnTo>
                    <a:pt x="3063190" y="5671942"/>
                  </a:lnTo>
                  <a:lnTo>
                    <a:pt x="3011920" y="5653479"/>
                  </a:lnTo>
                  <a:lnTo>
                    <a:pt x="2959686" y="5636622"/>
                  </a:lnTo>
                  <a:lnTo>
                    <a:pt x="2905838" y="5621359"/>
                  </a:lnTo>
                  <a:lnTo>
                    <a:pt x="2896531" y="5618936"/>
                  </a:lnTo>
                  <a:lnTo>
                    <a:pt x="2849035" y="5607538"/>
                  </a:lnTo>
                  <a:lnTo>
                    <a:pt x="2799026" y="5597225"/>
                  </a:lnTo>
                  <a:lnTo>
                    <a:pt x="2745743" y="5587948"/>
                  </a:lnTo>
                  <a:lnTo>
                    <a:pt x="2688355" y="5579620"/>
                  </a:lnTo>
                  <a:lnTo>
                    <a:pt x="2626011" y="5572141"/>
                  </a:lnTo>
                  <a:lnTo>
                    <a:pt x="2557901" y="5565413"/>
                  </a:lnTo>
                  <a:lnTo>
                    <a:pt x="2483334" y="5559348"/>
                  </a:lnTo>
                  <a:lnTo>
                    <a:pt x="2401838" y="5553869"/>
                  </a:lnTo>
                  <a:lnTo>
                    <a:pt x="2313307" y="5548920"/>
                  </a:lnTo>
                  <a:lnTo>
                    <a:pt x="2218176" y="5544460"/>
                  </a:lnTo>
                  <a:lnTo>
                    <a:pt x="2117605" y="5540469"/>
                  </a:lnTo>
                  <a:lnTo>
                    <a:pt x="2013656" y="5536940"/>
                  </a:lnTo>
                  <a:lnTo>
                    <a:pt x="1909357" y="5533880"/>
                  </a:lnTo>
                  <a:lnTo>
                    <a:pt x="1808596" y="5531299"/>
                  </a:lnTo>
                  <a:lnTo>
                    <a:pt x="1715764" y="5529204"/>
                  </a:lnTo>
                  <a:lnTo>
                    <a:pt x="1635142" y="5527588"/>
                  </a:lnTo>
                  <a:lnTo>
                    <a:pt x="1570139" y="5526423"/>
                  </a:lnTo>
                  <a:lnTo>
                    <a:pt x="1522573" y="5525657"/>
                  </a:lnTo>
                  <a:lnTo>
                    <a:pt x="1492216" y="5525215"/>
                  </a:lnTo>
                  <a:lnTo>
                    <a:pt x="1476701" y="5525010"/>
                  </a:lnTo>
                  <a:lnTo>
                    <a:pt x="1471728" y="5524950"/>
                  </a:lnTo>
                  <a:lnTo>
                    <a:pt x="1471387" y="5524946"/>
                  </a:lnTo>
                  <a:lnTo>
                    <a:pt x="0" y="552494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58" name="pg1658"/>
            <p:cNvSpPr/>
            <p:nvPr/>
          </p:nvSpPr>
          <p:spPr>
            <a:xfrm>
              <a:off x="4799595" y="4162470"/>
              <a:ext cx="11981298" cy="6611955"/>
            </a:xfrm>
            <a:custGeom>
              <a:avLst/>
              <a:pathLst>
                <a:path w="11981298" h="6611955">
                  <a:moveTo>
                    <a:pt x="0" y="5533119"/>
                  </a:moveTo>
                  <a:lnTo>
                    <a:pt x="1471387" y="5533119"/>
                  </a:lnTo>
                  <a:lnTo>
                    <a:pt x="1472234" y="5533025"/>
                  </a:lnTo>
                  <a:lnTo>
                    <a:pt x="1477836" y="5532356"/>
                  </a:lnTo>
                  <a:lnTo>
                    <a:pt x="1492075" y="5530509"/>
                  </a:lnTo>
                  <a:lnTo>
                    <a:pt x="1517825" y="5526865"/>
                  </a:lnTo>
                  <a:lnTo>
                    <a:pt x="1556796" y="5520836"/>
                  </a:lnTo>
                  <a:lnTo>
                    <a:pt x="1609417" y="5511903"/>
                  </a:lnTo>
                  <a:lnTo>
                    <a:pt x="1674848" y="5499669"/>
                  </a:lnTo>
                  <a:lnTo>
                    <a:pt x="1751159" y="5483877"/>
                  </a:lnTo>
                  <a:lnTo>
                    <a:pt x="1835677" y="5464408"/>
                  </a:lnTo>
                  <a:lnTo>
                    <a:pt x="1925386" y="5441255"/>
                  </a:lnTo>
                  <a:lnTo>
                    <a:pt x="2017326" y="5414477"/>
                  </a:lnTo>
                  <a:lnTo>
                    <a:pt x="2108887" y="5384148"/>
                  </a:lnTo>
                  <a:lnTo>
                    <a:pt x="2197986" y="5350309"/>
                  </a:lnTo>
                  <a:lnTo>
                    <a:pt x="2283125" y="5312937"/>
                  </a:lnTo>
                  <a:lnTo>
                    <a:pt x="2363362" y="5271917"/>
                  </a:lnTo>
                  <a:lnTo>
                    <a:pt x="2438229" y="5227033"/>
                  </a:lnTo>
                  <a:lnTo>
                    <a:pt x="2507633" y="5177958"/>
                  </a:lnTo>
                  <a:lnTo>
                    <a:pt x="2571755" y="5124264"/>
                  </a:lnTo>
                  <a:lnTo>
                    <a:pt x="2630966" y="5065424"/>
                  </a:lnTo>
                  <a:lnTo>
                    <a:pt x="2685755" y="5000831"/>
                  </a:lnTo>
                  <a:lnTo>
                    <a:pt x="2736675" y="4929824"/>
                  </a:lnTo>
                  <a:lnTo>
                    <a:pt x="2784307" y="4851731"/>
                  </a:lnTo>
                  <a:lnTo>
                    <a:pt x="2829226" y="4765939"/>
                  </a:lnTo>
                  <a:lnTo>
                    <a:pt x="2871971" y="4672007"/>
                  </a:lnTo>
                  <a:lnTo>
                    <a:pt x="2896531" y="4612295"/>
                  </a:lnTo>
                  <a:lnTo>
                    <a:pt x="2924691" y="4538585"/>
                  </a:lnTo>
                  <a:lnTo>
                    <a:pt x="2952282" y="4460827"/>
                  </a:lnTo>
                  <a:lnTo>
                    <a:pt x="2979422" y="4378942"/>
                  </a:lnTo>
                  <a:lnTo>
                    <a:pt x="3006209" y="4292885"/>
                  </a:lnTo>
                  <a:lnTo>
                    <a:pt x="3032727" y="4202650"/>
                  </a:lnTo>
                  <a:lnTo>
                    <a:pt x="3059048" y="4108271"/>
                  </a:lnTo>
                  <a:lnTo>
                    <a:pt x="3085230" y="4009826"/>
                  </a:lnTo>
                  <a:lnTo>
                    <a:pt x="3111323" y="3907440"/>
                  </a:lnTo>
                  <a:lnTo>
                    <a:pt x="3137365" y="3801287"/>
                  </a:lnTo>
                  <a:lnTo>
                    <a:pt x="3163387" y="3691586"/>
                  </a:lnTo>
                  <a:lnTo>
                    <a:pt x="3189412" y="3578607"/>
                  </a:lnTo>
                  <a:lnTo>
                    <a:pt x="3215454" y="3462664"/>
                  </a:lnTo>
                  <a:lnTo>
                    <a:pt x="3241522" y="3344118"/>
                  </a:lnTo>
                  <a:lnTo>
                    <a:pt x="3267619" y="3223366"/>
                  </a:lnTo>
                  <a:lnTo>
                    <a:pt x="3293746" y="3100843"/>
                  </a:lnTo>
                  <a:lnTo>
                    <a:pt x="3319895" y="2977010"/>
                  </a:lnTo>
                  <a:lnTo>
                    <a:pt x="3346061" y="2852351"/>
                  </a:lnTo>
                  <a:lnTo>
                    <a:pt x="3372233" y="2727363"/>
                  </a:lnTo>
                  <a:lnTo>
                    <a:pt x="3398402" y="2602550"/>
                  </a:lnTo>
                  <a:lnTo>
                    <a:pt x="3424558" y="2478411"/>
                  </a:lnTo>
                  <a:lnTo>
                    <a:pt x="3450692" y="2355434"/>
                  </a:lnTo>
                  <a:lnTo>
                    <a:pt x="3476799" y="2234090"/>
                  </a:lnTo>
                  <a:lnTo>
                    <a:pt x="3502876" y="2114821"/>
                  </a:lnTo>
                  <a:lnTo>
                    <a:pt x="3528925" y="1998038"/>
                  </a:lnTo>
                  <a:lnTo>
                    <a:pt x="3554953" y="1884112"/>
                  </a:lnTo>
                  <a:lnTo>
                    <a:pt x="3580974" y="1773372"/>
                  </a:lnTo>
                  <a:lnTo>
                    <a:pt x="3607007" y="1666102"/>
                  </a:lnTo>
                  <a:lnTo>
                    <a:pt x="3633081" y="1562537"/>
                  </a:lnTo>
                  <a:lnTo>
                    <a:pt x="3659231" y="1462865"/>
                  </a:lnTo>
                  <a:lnTo>
                    <a:pt x="3685503" y="1367225"/>
                  </a:lnTo>
                  <a:lnTo>
                    <a:pt x="3711954" y="1275710"/>
                  </a:lnTo>
                  <a:lnTo>
                    <a:pt x="3738650" y="1188367"/>
                  </a:lnTo>
                  <a:lnTo>
                    <a:pt x="3765671" y="1105202"/>
                  </a:lnTo>
                  <a:lnTo>
                    <a:pt x="3793112" y="1026182"/>
                  </a:lnTo>
                  <a:lnTo>
                    <a:pt x="3821084" y="951238"/>
                  </a:lnTo>
                  <a:lnTo>
                    <a:pt x="3829811" y="928997"/>
                  </a:lnTo>
                  <a:lnTo>
                    <a:pt x="3871497" y="830148"/>
                  </a:lnTo>
                  <a:lnTo>
                    <a:pt x="3915063" y="739557"/>
                  </a:lnTo>
                  <a:lnTo>
                    <a:pt x="3961015" y="656957"/>
                  </a:lnTo>
                  <a:lnTo>
                    <a:pt x="4009912" y="581821"/>
                  </a:lnTo>
                  <a:lnTo>
                    <a:pt x="4062334" y="513500"/>
                  </a:lnTo>
                  <a:lnTo>
                    <a:pt x="4118854" y="451320"/>
                  </a:lnTo>
                  <a:lnTo>
                    <a:pt x="4180006" y="394638"/>
                  </a:lnTo>
                  <a:lnTo>
                    <a:pt x="4246237" y="342878"/>
                  </a:lnTo>
                  <a:lnTo>
                    <a:pt x="4317850" y="295551"/>
                  </a:lnTo>
                  <a:lnTo>
                    <a:pt x="4394927" y="252268"/>
                  </a:lnTo>
                  <a:lnTo>
                    <a:pt x="4477236" y="212750"/>
                  </a:lnTo>
                  <a:lnTo>
                    <a:pt x="4564126" y="176821"/>
                  </a:lnTo>
                  <a:lnTo>
                    <a:pt x="4654439" y="144405"/>
                  </a:lnTo>
                  <a:lnTo>
                    <a:pt x="4746437" y="115510"/>
                  </a:lnTo>
                  <a:lnTo>
                    <a:pt x="4837811" y="90195"/>
                  </a:lnTo>
                  <a:lnTo>
                    <a:pt x="4925780" y="68533"/>
                  </a:lnTo>
                  <a:lnTo>
                    <a:pt x="5007320" y="50563"/>
                  </a:lnTo>
                  <a:lnTo>
                    <a:pt x="5079503" y="36238"/>
                  </a:lnTo>
                  <a:lnTo>
                    <a:pt x="5139910" y="25383"/>
                  </a:lnTo>
                  <a:lnTo>
                    <a:pt x="5187021" y="17685"/>
                  </a:lnTo>
                  <a:lnTo>
                    <a:pt x="5220498" y="12692"/>
                  </a:lnTo>
                  <a:lnTo>
                    <a:pt x="5241298" y="9851"/>
                  </a:lnTo>
                  <a:lnTo>
                    <a:pt x="5251624" y="8556"/>
                  </a:lnTo>
                  <a:lnTo>
                    <a:pt x="5254774" y="8192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121" y="8276"/>
                  </a:lnTo>
                  <a:lnTo>
                    <a:pt x="6732279" y="9009"/>
                  </a:lnTo>
                  <a:lnTo>
                    <a:pt x="6745418" y="11034"/>
                  </a:lnTo>
                  <a:lnTo>
                    <a:pt x="6769244" y="15028"/>
                  </a:lnTo>
                  <a:lnTo>
                    <a:pt x="6805441" y="21644"/>
                  </a:lnTo>
                  <a:lnTo>
                    <a:pt x="6854555" y="31464"/>
                  </a:lnTo>
                  <a:lnTo>
                    <a:pt x="6915986" y="44946"/>
                  </a:lnTo>
                  <a:lnTo>
                    <a:pt x="6988124" y="62402"/>
                  </a:lnTo>
                  <a:lnTo>
                    <a:pt x="7068624" y="83992"/>
                  </a:lnTo>
                  <a:lnTo>
                    <a:pt x="7154759" y="109749"/>
                  </a:lnTo>
                  <a:lnTo>
                    <a:pt x="7243762" y="139621"/>
                  </a:lnTo>
                  <a:lnTo>
                    <a:pt x="7333120" y="173527"/>
                  </a:lnTo>
                  <a:lnTo>
                    <a:pt x="7420753" y="211403"/>
                  </a:lnTo>
                  <a:lnTo>
                    <a:pt x="7505097" y="253248"/>
                  </a:lnTo>
                  <a:lnTo>
                    <a:pt x="7585101" y="299146"/>
                  </a:lnTo>
                  <a:lnTo>
                    <a:pt x="7660168" y="349289"/>
                  </a:lnTo>
                  <a:lnTo>
                    <a:pt x="7730075" y="403981"/>
                  </a:lnTo>
                  <a:lnTo>
                    <a:pt x="7794885" y="463642"/>
                  </a:lnTo>
                  <a:lnTo>
                    <a:pt x="7854860" y="528799"/>
                  </a:lnTo>
                  <a:lnTo>
                    <a:pt x="7910400" y="600074"/>
                  </a:lnTo>
                  <a:lnTo>
                    <a:pt x="7961986" y="678164"/>
                  </a:lnTo>
                  <a:lnTo>
                    <a:pt x="8010143" y="763809"/>
                  </a:lnTo>
                  <a:lnTo>
                    <a:pt x="8055402" y="857731"/>
                  </a:lnTo>
                  <a:lnTo>
                    <a:pt x="8098283" y="960552"/>
                  </a:lnTo>
                  <a:lnTo>
                    <a:pt x="8139267" y="1072658"/>
                  </a:lnTo>
                  <a:lnTo>
                    <a:pt x="8151487" y="1108803"/>
                  </a:lnTo>
                  <a:lnTo>
                    <a:pt x="8177384" y="1189579"/>
                  </a:lnTo>
                  <a:lnTo>
                    <a:pt x="8202794" y="1274432"/>
                  </a:lnTo>
                  <a:lnTo>
                    <a:pt x="8227808" y="1363440"/>
                  </a:lnTo>
                  <a:lnTo>
                    <a:pt x="8252504" y="1456651"/>
                  </a:lnTo>
                  <a:lnTo>
                    <a:pt x="8276952" y="1554082"/>
                  </a:lnTo>
                  <a:lnTo>
                    <a:pt x="8301211" y="1655715"/>
                  </a:lnTo>
                  <a:lnTo>
                    <a:pt x="8325329" y="1761495"/>
                  </a:lnTo>
                  <a:lnTo>
                    <a:pt x="8349350" y="1871330"/>
                  </a:lnTo>
                  <a:lnTo>
                    <a:pt x="8373308" y="1985087"/>
                  </a:lnTo>
                  <a:lnTo>
                    <a:pt x="8397230" y="2102592"/>
                  </a:lnTo>
                  <a:lnTo>
                    <a:pt x="8421140" y="2223630"/>
                  </a:lnTo>
                  <a:lnTo>
                    <a:pt x="8445054" y="2347945"/>
                  </a:lnTo>
                  <a:lnTo>
                    <a:pt x="8468982" y="2475242"/>
                  </a:lnTo>
                  <a:lnTo>
                    <a:pt x="8492932" y="2605188"/>
                  </a:lnTo>
                  <a:lnTo>
                    <a:pt x="8516908" y="2737418"/>
                  </a:lnTo>
                  <a:lnTo>
                    <a:pt x="8540908" y="2871533"/>
                  </a:lnTo>
                  <a:lnTo>
                    <a:pt x="8564929" y="3007112"/>
                  </a:lnTo>
                  <a:lnTo>
                    <a:pt x="8588967" y="3143711"/>
                  </a:lnTo>
                  <a:lnTo>
                    <a:pt x="8613014" y="3280875"/>
                  </a:lnTo>
                  <a:lnTo>
                    <a:pt x="8637062" y="3418138"/>
                  </a:lnTo>
                  <a:lnTo>
                    <a:pt x="8661105" y="3555034"/>
                  </a:lnTo>
                  <a:lnTo>
                    <a:pt x="8685134" y="3691102"/>
                  </a:lnTo>
                  <a:lnTo>
                    <a:pt x="8709144" y="3825893"/>
                  </a:lnTo>
                  <a:lnTo>
                    <a:pt x="8733130" y="3958974"/>
                  </a:lnTo>
                  <a:lnTo>
                    <a:pt x="8757091" y="4089937"/>
                  </a:lnTo>
                  <a:lnTo>
                    <a:pt x="8781028" y="4218404"/>
                  </a:lnTo>
                  <a:lnTo>
                    <a:pt x="8804947" y="4344025"/>
                  </a:lnTo>
                  <a:lnTo>
                    <a:pt x="8828856" y="4466490"/>
                  </a:lnTo>
                  <a:lnTo>
                    <a:pt x="8852771" y="4585526"/>
                  </a:lnTo>
                  <a:lnTo>
                    <a:pt x="8876711" y="4700900"/>
                  </a:lnTo>
                  <a:lnTo>
                    <a:pt x="8900701" y="4812421"/>
                  </a:lnTo>
                  <a:lnTo>
                    <a:pt x="8924773" y="4919939"/>
                  </a:lnTo>
                  <a:lnTo>
                    <a:pt x="8948966" y="5023344"/>
                  </a:lnTo>
                  <a:lnTo>
                    <a:pt x="8973327" y="5122566"/>
                  </a:lnTo>
                  <a:lnTo>
                    <a:pt x="8997910" y="5217571"/>
                  </a:lnTo>
                  <a:lnTo>
                    <a:pt x="9022780" y="5308362"/>
                  </a:lnTo>
                  <a:lnTo>
                    <a:pt x="9048011" y="5394974"/>
                  </a:lnTo>
                  <a:lnTo>
                    <a:pt x="9073689" y="5477472"/>
                  </a:lnTo>
                  <a:lnTo>
                    <a:pt x="9084767" y="5511325"/>
                  </a:lnTo>
                  <a:lnTo>
                    <a:pt x="9125257" y="5626287"/>
                  </a:lnTo>
                  <a:lnTo>
                    <a:pt x="9167509" y="5731922"/>
                  </a:lnTo>
                  <a:lnTo>
                    <a:pt x="9211987" y="5828508"/>
                  </a:lnTo>
                  <a:lnTo>
                    <a:pt x="9259201" y="5916610"/>
                  </a:lnTo>
                  <a:lnTo>
                    <a:pt x="9309682" y="5996931"/>
                  </a:lnTo>
                  <a:lnTo>
                    <a:pt x="9363960" y="6070213"/>
                  </a:lnTo>
                  <a:lnTo>
                    <a:pt x="9422531" y="6137171"/>
                  </a:lnTo>
                  <a:lnTo>
                    <a:pt x="9485827" y="6198452"/>
                  </a:lnTo>
                  <a:lnTo>
                    <a:pt x="9554158" y="6254614"/>
                  </a:lnTo>
                  <a:lnTo>
                    <a:pt x="9627656" y="6306111"/>
                  </a:lnTo>
                  <a:lnTo>
                    <a:pt x="9706194" y="6353281"/>
                  </a:lnTo>
                  <a:lnTo>
                    <a:pt x="9789300" y="6396351"/>
                  </a:lnTo>
                  <a:lnTo>
                    <a:pt x="9876069" y="6435438"/>
                  </a:lnTo>
                  <a:lnTo>
                    <a:pt x="9965098" y="6470563"/>
                  </a:lnTo>
                  <a:lnTo>
                    <a:pt x="10054459" y="6501677"/>
                  </a:lnTo>
                  <a:lnTo>
                    <a:pt x="10141757" y="6528700"/>
                  </a:lnTo>
                  <a:lnTo>
                    <a:pt x="10224278" y="6551566"/>
                  </a:lnTo>
                  <a:lnTo>
                    <a:pt x="10299247" y="6570276"/>
                  </a:lnTo>
                  <a:lnTo>
                    <a:pt x="10364163" y="6584947"/>
                  </a:lnTo>
                  <a:lnTo>
                    <a:pt x="10417158" y="6595844"/>
                  </a:lnTo>
                  <a:lnTo>
                    <a:pt x="10457302" y="6603384"/>
                  </a:lnTo>
                  <a:lnTo>
                    <a:pt x="10484783" y="6608112"/>
                  </a:lnTo>
                  <a:lnTo>
                    <a:pt x="10500947" y="6610668"/>
                  </a:lnTo>
                  <a:lnTo>
                    <a:pt x="10508202" y="6611725"/>
                  </a:lnTo>
                  <a:lnTo>
                    <a:pt x="10509911" y="6611955"/>
                  </a:lnTo>
                  <a:lnTo>
                    <a:pt x="11981298" y="6611955"/>
                  </a:lnTo>
                  <a:lnTo>
                    <a:pt x="11981298" y="6603782"/>
                  </a:lnTo>
                  <a:lnTo>
                    <a:pt x="10509911" y="6603782"/>
                  </a:lnTo>
                  <a:lnTo>
                    <a:pt x="10509132" y="6603679"/>
                  </a:lnTo>
                  <a:lnTo>
                    <a:pt x="10503974" y="6602946"/>
                  </a:lnTo>
                  <a:lnTo>
                    <a:pt x="10490836" y="6600921"/>
                  </a:lnTo>
                  <a:lnTo>
                    <a:pt x="10467010" y="6596927"/>
                  </a:lnTo>
                  <a:lnTo>
                    <a:pt x="10430812" y="6590310"/>
                  </a:lnTo>
                  <a:lnTo>
                    <a:pt x="10381698" y="6580491"/>
                  </a:lnTo>
                  <a:lnTo>
                    <a:pt x="10320267" y="6567009"/>
                  </a:lnTo>
                  <a:lnTo>
                    <a:pt x="10248130" y="6549552"/>
                  </a:lnTo>
                  <a:lnTo>
                    <a:pt x="10167629" y="6527962"/>
                  </a:lnTo>
                  <a:lnTo>
                    <a:pt x="10081495" y="6502206"/>
                  </a:lnTo>
                  <a:lnTo>
                    <a:pt x="9992491" y="6472334"/>
                  </a:lnTo>
                  <a:lnTo>
                    <a:pt x="9903133" y="6438428"/>
                  </a:lnTo>
                  <a:lnTo>
                    <a:pt x="9815500" y="6400551"/>
                  </a:lnTo>
                  <a:lnTo>
                    <a:pt x="9731156" y="6358707"/>
                  </a:lnTo>
                  <a:lnTo>
                    <a:pt x="9651153" y="6312809"/>
                  </a:lnTo>
                  <a:lnTo>
                    <a:pt x="9576086" y="6262666"/>
                  </a:lnTo>
                  <a:lnTo>
                    <a:pt x="9506178" y="6207973"/>
                  </a:lnTo>
                  <a:lnTo>
                    <a:pt x="9441369" y="6148312"/>
                  </a:lnTo>
                  <a:lnTo>
                    <a:pt x="9381394" y="6083156"/>
                  </a:lnTo>
                  <a:lnTo>
                    <a:pt x="9325853" y="6011881"/>
                  </a:lnTo>
                  <a:lnTo>
                    <a:pt x="9274267" y="5933791"/>
                  </a:lnTo>
                  <a:lnTo>
                    <a:pt x="9226111" y="5848146"/>
                  </a:lnTo>
                  <a:lnTo>
                    <a:pt x="9180851" y="5754224"/>
                  </a:lnTo>
                  <a:lnTo>
                    <a:pt x="9137970" y="5651402"/>
                  </a:lnTo>
                  <a:lnTo>
                    <a:pt x="9096986" y="5539296"/>
                  </a:lnTo>
                  <a:lnTo>
                    <a:pt x="9084767" y="5503152"/>
                  </a:lnTo>
                  <a:lnTo>
                    <a:pt x="9058869" y="5422376"/>
                  </a:lnTo>
                  <a:lnTo>
                    <a:pt x="9033459" y="5337523"/>
                  </a:lnTo>
                  <a:lnTo>
                    <a:pt x="9008446" y="5248515"/>
                  </a:lnTo>
                  <a:lnTo>
                    <a:pt x="8983749" y="5155304"/>
                  </a:lnTo>
                  <a:lnTo>
                    <a:pt x="8959301" y="5057873"/>
                  </a:lnTo>
                  <a:lnTo>
                    <a:pt x="8935042" y="4956240"/>
                  </a:lnTo>
                  <a:lnTo>
                    <a:pt x="8910924" y="4850460"/>
                  </a:lnTo>
                  <a:lnTo>
                    <a:pt x="8886903" y="4740625"/>
                  </a:lnTo>
                  <a:lnTo>
                    <a:pt x="8862946" y="4626868"/>
                  </a:lnTo>
                  <a:lnTo>
                    <a:pt x="8839023" y="4509363"/>
                  </a:lnTo>
                  <a:lnTo>
                    <a:pt x="8815113" y="4388325"/>
                  </a:lnTo>
                  <a:lnTo>
                    <a:pt x="8791200" y="4264010"/>
                  </a:lnTo>
                  <a:lnTo>
                    <a:pt x="8767271" y="4136713"/>
                  </a:lnTo>
                  <a:lnTo>
                    <a:pt x="8743321" y="4006766"/>
                  </a:lnTo>
                  <a:lnTo>
                    <a:pt x="8719345" y="3874537"/>
                  </a:lnTo>
                  <a:lnTo>
                    <a:pt x="8695345" y="3740422"/>
                  </a:lnTo>
                  <a:lnTo>
                    <a:pt x="8671324" y="3604843"/>
                  </a:lnTo>
                  <a:lnTo>
                    <a:pt x="8647286" y="3468243"/>
                  </a:lnTo>
                  <a:lnTo>
                    <a:pt x="8623239" y="3331080"/>
                  </a:lnTo>
                  <a:lnTo>
                    <a:pt x="8599191" y="3193816"/>
                  </a:lnTo>
                  <a:lnTo>
                    <a:pt x="8575148" y="3056920"/>
                  </a:lnTo>
                  <a:lnTo>
                    <a:pt x="8551119" y="2920852"/>
                  </a:lnTo>
                  <a:lnTo>
                    <a:pt x="8527110" y="2786062"/>
                  </a:lnTo>
                  <a:lnTo>
                    <a:pt x="8503123" y="2652981"/>
                  </a:lnTo>
                  <a:lnTo>
                    <a:pt x="8479163" y="2522017"/>
                  </a:lnTo>
                  <a:lnTo>
                    <a:pt x="8455225" y="2393551"/>
                  </a:lnTo>
                  <a:lnTo>
                    <a:pt x="8431307" y="2267930"/>
                  </a:lnTo>
                  <a:lnTo>
                    <a:pt x="8407397" y="2145465"/>
                  </a:lnTo>
                  <a:lnTo>
                    <a:pt x="8383482" y="2026429"/>
                  </a:lnTo>
                  <a:lnTo>
                    <a:pt x="8359542" y="1911055"/>
                  </a:lnTo>
                  <a:lnTo>
                    <a:pt x="8335552" y="1799534"/>
                  </a:lnTo>
                  <a:lnTo>
                    <a:pt x="8311480" y="1692016"/>
                  </a:lnTo>
                  <a:lnTo>
                    <a:pt x="8287287" y="1588611"/>
                  </a:lnTo>
                  <a:lnTo>
                    <a:pt x="8262926" y="1489389"/>
                  </a:lnTo>
                  <a:lnTo>
                    <a:pt x="8238343" y="1394384"/>
                  </a:lnTo>
                  <a:lnTo>
                    <a:pt x="8213473" y="1303593"/>
                  </a:lnTo>
                  <a:lnTo>
                    <a:pt x="8188242" y="1216981"/>
                  </a:lnTo>
                  <a:lnTo>
                    <a:pt x="8162564" y="1134482"/>
                  </a:lnTo>
                  <a:lnTo>
                    <a:pt x="8151487" y="1100630"/>
                  </a:lnTo>
                  <a:lnTo>
                    <a:pt x="8110997" y="985667"/>
                  </a:lnTo>
                  <a:lnTo>
                    <a:pt x="8068744" y="880032"/>
                  </a:lnTo>
                  <a:lnTo>
                    <a:pt x="8024266" y="783447"/>
                  </a:lnTo>
                  <a:lnTo>
                    <a:pt x="7977052" y="695345"/>
                  </a:lnTo>
                  <a:lnTo>
                    <a:pt x="7926571" y="615023"/>
                  </a:lnTo>
                  <a:lnTo>
                    <a:pt x="7872294" y="541741"/>
                  </a:lnTo>
                  <a:lnTo>
                    <a:pt x="7813722" y="474784"/>
                  </a:lnTo>
                  <a:lnTo>
                    <a:pt x="7750426" y="413503"/>
                  </a:lnTo>
                  <a:lnTo>
                    <a:pt x="7682095" y="357341"/>
                  </a:lnTo>
                  <a:lnTo>
                    <a:pt x="7608597" y="305844"/>
                  </a:lnTo>
                  <a:lnTo>
                    <a:pt x="7530059" y="258674"/>
                  </a:lnTo>
                  <a:lnTo>
                    <a:pt x="7446953" y="215603"/>
                  </a:lnTo>
                  <a:lnTo>
                    <a:pt x="7360184" y="176516"/>
                  </a:lnTo>
                  <a:lnTo>
                    <a:pt x="7271156" y="141392"/>
                  </a:lnTo>
                  <a:lnTo>
                    <a:pt x="7181794" y="110277"/>
                  </a:lnTo>
                  <a:lnTo>
                    <a:pt x="7094496" y="83254"/>
                  </a:lnTo>
                  <a:lnTo>
                    <a:pt x="7011975" y="60389"/>
                  </a:lnTo>
                  <a:lnTo>
                    <a:pt x="6937006" y="41679"/>
                  </a:lnTo>
                  <a:lnTo>
                    <a:pt x="6872090" y="27007"/>
                  </a:lnTo>
                  <a:lnTo>
                    <a:pt x="6819095" y="16110"/>
                  </a:lnTo>
                  <a:lnTo>
                    <a:pt x="6778952" y="8571"/>
                  </a:lnTo>
                  <a:lnTo>
                    <a:pt x="6751470" y="3842"/>
                  </a:lnTo>
                  <a:lnTo>
                    <a:pt x="6735306" y="1287"/>
                  </a:lnTo>
                  <a:lnTo>
                    <a:pt x="6728051" y="230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108" y="94"/>
                  </a:lnTo>
                  <a:lnTo>
                    <a:pt x="5248506" y="763"/>
                  </a:lnTo>
                  <a:lnTo>
                    <a:pt x="5234267" y="2610"/>
                  </a:lnTo>
                  <a:lnTo>
                    <a:pt x="5208517" y="6254"/>
                  </a:lnTo>
                  <a:lnTo>
                    <a:pt x="5169547" y="12283"/>
                  </a:lnTo>
                  <a:lnTo>
                    <a:pt x="5116925" y="21216"/>
                  </a:lnTo>
                  <a:lnTo>
                    <a:pt x="5051494" y="33450"/>
                  </a:lnTo>
                  <a:lnTo>
                    <a:pt x="4975183" y="49242"/>
                  </a:lnTo>
                  <a:lnTo>
                    <a:pt x="4890665" y="68711"/>
                  </a:lnTo>
                  <a:lnTo>
                    <a:pt x="4800956" y="91864"/>
                  </a:lnTo>
                  <a:lnTo>
                    <a:pt x="4709016" y="118642"/>
                  </a:lnTo>
                  <a:lnTo>
                    <a:pt x="4617455" y="148971"/>
                  </a:lnTo>
                  <a:lnTo>
                    <a:pt x="4528356" y="182810"/>
                  </a:lnTo>
                  <a:lnTo>
                    <a:pt x="4443217" y="220182"/>
                  </a:lnTo>
                  <a:lnTo>
                    <a:pt x="4362980" y="261201"/>
                  </a:lnTo>
                  <a:lnTo>
                    <a:pt x="4288113" y="306086"/>
                  </a:lnTo>
                  <a:lnTo>
                    <a:pt x="4218710" y="355161"/>
                  </a:lnTo>
                  <a:lnTo>
                    <a:pt x="4154587" y="408855"/>
                  </a:lnTo>
                  <a:lnTo>
                    <a:pt x="4095376" y="467695"/>
                  </a:lnTo>
                  <a:lnTo>
                    <a:pt x="4040588" y="532288"/>
                  </a:lnTo>
                  <a:lnTo>
                    <a:pt x="3989667" y="603295"/>
                  </a:lnTo>
                  <a:lnTo>
                    <a:pt x="3942035" y="681388"/>
                  </a:lnTo>
                  <a:lnTo>
                    <a:pt x="3897116" y="767180"/>
                  </a:lnTo>
                  <a:lnTo>
                    <a:pt x="3854371" y="861112"/>
                  </a:lnTo>
                  <a:lnTo>
                    <a:pt x="3829811" y="920824"/>
                  </a:lnTo>
                  <a:lnTo>
                    <a:pt x="3801652" y="994534"/>
                  </a:lnTo>
                  <a:lnTo>
                    <a:pt x="3774060" y="1072292"/>
                  </a:lnTo>
                  <a:lnTo>
                    <a:pt x="3746920" y="1154177"/>
                  </a:lnTo>
                  <a:lnTo>
                    <a:pt x="3720133" y="1240233"/>
                  </a:lnTo>
                  <a:lnTo>
                    <a:pt x="3693615" y="1330469"/>
                  </a:lnTo>
                  <a:lnTo>
                    <a:pt x="3667294" y="1424848"/>
                  </a:lnTo>
                  <a:lnTo>
                    <a:pt x="3641112" y="1523293"/>
                  </a:lnTo>
                  <a:lnTo>
                    <a:pt x="3615019" y="1625678"/>
                  </a:lnTo>
                  <a:lnTo>
                    <a:pt x="3588977" y="1731832"/>
                  </a:lnTo>
                  <a:lnTo>
                    <a:pt x="3562955" y="1841533"/>
                  </a:lnTo>
                  <a:lnTo>
                    <a:pt x="3536930" y="1954512"/>
                  </a:lnTo>
                  <a:lnTo>
                    <a:pt x="3510889" y="2070454"/>
                  </a:lnTo>
                  <a:lnTo>
                    <a:pt x="3484821" y="2189001"/>
                  </a:lnTo>
                  <a:lnTo>
                    <a:pt x="3458723" y="2309753"/>
                  </a:lnTo>
                  <a:lnTo>
                    <a:pt x="3432597" y="2432276"/>
                  </a:lnTo>
                  <a:lnTo>
                    <a:pt x="3406447" y="2556109"/>
                  </a:lnTo>
                  <a:lnTo>
                    <a:pt x="3380281" y="2680768"/>
                  </a:lnTo>
                  <a:lnTo>
                    <a:pt x="3354109" y="2805756"/>
                  </a:lnTo>
                  <a:lnTo>
                    <a:pt x="3327940" y="2930569"/>
                  </a:lnTo>
                  <a:lnTo>
                    <a:pt x="3301784" y="3054708"/>
                  </a:lnTo>
                  <a:lnTo>
                    <a:pt x="3275650" y="3177685"/>
                  </a:lnTo>
                  <a:lnTo>
                    <a:pt x="3249544" y="3299029"/>
                  </a:lnTo>
                  <a:lnTo>
                    <a:pt x="3223466" y="3418298"/>
                  </a:lnTo>
                  <a:lnTo>
                    <a:pt x="3197417" y="3535081"/>
                  </a:lnTo>
                  <a:lnTo>
                    <a:pt x="3171389" y="3649007"/>
                  </a:lnTo>
                  <a:lnTo>
                    <a:pt x="3145368" y="3759747"/>
                  </a:lnTo>
                  <a:lnTo>
                    <a:pt x="3119335" y="3867017"/>
                  </a:lnTo>
                  <a:lnTo>
                    <a:pt x="3093261" y="3970582"/>
                  </a:lnTo>
                  <a:lnTo>
                    <a:pt x="3067111" y="4070254"/>
                  </a:lnTo>
                  <a:lnTo>
                    <a:pt x="3040839" y="4165894"/>
                  </a:lnTo>
                  <a:lnTo>
                    <a:pt x="3014389" y="4257409"/>
                  </a:lnTo>
                  <a:lnTo>
                    <a:pt x="2987693" y="4344752"/>
                  </a:lnTo>
                  <a:lnTo>
                    <a:pt x="2960671" y="4427917"/>
                  </a:lnTo>
                  <a:lnTo>
                    <a:pt x="2933230" y="4506937"/>
                  </a:lnTo>
                  <a:lnTo>
                    <a:pt x="2905258" y="4581881"/>
                  </a:lnTo>
                  <a:lnTo>
                    <a:pt x="2896531" y="4604122"/>
                  </a:lnTo>
                  <a:lnTo>
                    <a:pt x="2854845" y="4702971"/>
                  </a:lnTo>
                  <a:lnTo>
                    <a:pt x="2811279" y="4793562"/>
                  </a:lnTo>
                  <a:lnTo>
                    <a:pt x="2765327" y="4876161"/>
                  </a:lnTo>
                  <a:lnTo>
                    <a:pt x="2716430" y="4951298"/>
                  </a:lnTo>
                  <a:lnTo>
                    <a:pt x="2664008" y="5019619"/>
                  </a:lnTo>
                  <a:lnTo>
                    <a:pt x="2607488" y="5081799"/>
                  </a:lnTo>
                  <a:lnTo>
                    <a:pt x="2546336" y="5138480"/>
                  </a:lnTo>
                  <a:lnTo>
                    <a:pt x="2480105" y="5190241"/>
                  </a:lnTo>
                  <a:lnTo>
                    <a:pt x="2408492" y="5237568"/>
                  </a:lnTo>
                  <a:lnTo>
                    <a:pt x="2331415" y="5280851"/>
                  </a:lnTo>
                  <a:lnTo>
                    <a:pt x="2249107" y="5320369"/>
                  </a:lnTo>
                  <a:lnTo>
                    <a:pt x="2162216" y="5356298"/>
                  </a:lnTo>
                  <a:lnTo>
                    <a:pt x="2071903" y="5388714"/>
                  </a:lnTo>
                  <a:lnTo>
                    <a:pt x="1979905" y="5417609"/>
                  </a:lnTo>
                  <a:lnTo>
                    <a:pt x="1888531" y="5442924"/>
                  </a:lnTo>
                  <a:lnTo>
                    <a:pt x="1800562" y="5464585"/>
                  </a:lnTo>
                  <a:lnTo>
                    <a:pt x="1719022" y="5482555"/>
                  </a:lnTo>
                  <a:lnTo>
                    <a:pt x="1646839" y="5496881"/>
                  </a:lnTo>
                  <a:lnTo>
                    <a:pt x="1586432" y="5507736"/>
                  </a:lnTo>
                  <a:lnTo>
                    <a:pt x="1539321" y="5515434"/>
                  </a:lnTo>
                  <a:lnTo>
                    <a:pt x="1505844" y="5520427"/>
                  </a:lnTo>
                  <a:lnTo>
                    <a:pt x="1485044" y="5523268"/>
                  </a:lnTo>
                  <a:lnTo>
                    <a:pt x="1474718" y="5524562"/>
                  </a:lnTo>
                  <a:lnTo>
                    <a:pt x="1471568" y="5524927"/>
                  </a:lnTo>
                  <a:lnTo>
                    <a:pt x="1471387" y="5524946"/>
                  </a:lnTo>
                  <a:lnTo>
                    <a:pt x="0" y="5524946"/>
                  </a:lnTo>
                  <a:close/>
                </a:path>
              </a:pathLst>
            </a:custGeom>
            <a:solidFill>
              <a:srgbClr val="D9B26F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659" name="pl1659"/>
            <p:cNvSpPr/>
            <p:nvPr/>
          </p:nvSpPr>
          <p:spPr>
            <a:xfrm>
              <a:off x="4799595" y="4170643"/>
              <a:ext cx="11981298" cy="6603782"/>
            </a:xfrm>
            <a:custGeom>
              <a:avLst/>
              <a:pathLst>
                <a:path w="11981298" h="6603782">
                  <a:moveTo>
                    <a:pt x="0" y="5524946"/>
                  </a:moveTo>
                  <a:lnTo>
                    <a:pt x="1471387" y="5524946"/>
                  </a:lnTo>
                  <a:lnTo>
                    <a:pt x="1472234" y="5524852"/>
                  </a:lnTo>
                  <a:lnTo>
                    <a:pt x="1477836" y="5524183"/>
                  </a:lnTo>
                  <a:lnTo>
                    <a:pt x="1492075" y="5522336"/>
                  </a:lnTo>
                  <a:lnTo>
                    <a:pt x="1517825" y="5518692"/>
                  </a:lnTo>
                  <a:lnTo>
                    <a:pt x="1556796" y="5512663"/>
                  </a:lnTo>
                  <a:lnTo>
                    <a:pt x="1609417" y="5503730"/>
                  </a:lnTo>
                  <a:lnTo>
                    <a:pt x="1674848" y="5491496"/>
                  </a:lnTo>
                  <a:lnTo>
                    <a:pt x="1751159" y="5475704"/>
                  </a:lnTo>
                  <a:lnTo>
                    <a:pt x="1835677" y="5456235"/>
                  </a:lnTo>
                  <a:lnTo>
                    <a:pt x="1925386" y="5433082"/>
                  </a:lnTo>
                  <a:lnTo>
                    <a:pt x="2017326" y="5406304"/>
                  </a:lnTo>
                  <a:lnTo>
                    <a:pt x="2108887" y="5375975"/>
                  </a:lnTo>
                  <a:lnTo>
                    <a:pt x="2197986" y="5342136"/>
                  </a:lnTo>
                  <a:lnTo>
                    <a:pt x="2283125" y="5304764"/>
                  </a:lnTo>
                  <a:lnTo>
                    <a:pt x="2363362" y="5263744"/>
                  </a:lnTo>
                  <a:lnTo>
                    <a:pt x="2438229" y="5218860"/>
                  </a:lnTo>
                  <a:lnTo>
                    <a:pt x="2507633" y="5169785"/>
                  </a:lnTo>
                  <a:lnTo>
                    <a:pt x="2571755" y="5116091"/>
                  </a:lnTo>
                  <a:lnTo>
                    <a:pt x="2630966" y="5057251"/>
                  </a:lnTo>
                  <a:lnTo>
                    <a:pt x="2685755" y="4992658"/>
                  </a:lnTo>
                  <a:lnTo>
                    <a:pt x="2736675" y="4921651"/>
                  </a:lnTo>
                  <a:lnTo>
                    <a:pt x="2784307" y="4843558"/>
                  </a:lnTo>
                  <a:lnTo>
                    <a:pt x="2829226" y="4757766"/>
                  </a:lnTo>
                  <a:lnTo>
                    <a:pt x="2871971" y="4663834"/>
                  </a:lnTo>
                  <a:lnTo>
                    <a:pt x="2896531" y="4604122"/>
                  </a:lnTo>
                  <a:lnTo>
                    <a:pt x="2924691" y="4530412"/>
                  </a:lnTo>
                  <a:lnTo>
                    <a:pt x="2952282" y="4452654"/>
                  </a:lnTo>
                  <a:lnTo>
                    <a:pt x="2979422" y="4370769"/>
                  </a:lnTo>
                  <a:lnTo>
                    <a:pt x="3006209" y="4284713"/>
                  </a:lnTo>
                  <a:lnTo>
                    <a:pt x="3032727" y="4194477"/>
                  </a:lnTo>
                  <a:lnTo>
                    <a:pt x="3059048" y="4100098"/>
                  </a:lnTo>
                  <a:lnTo>
                    <a:pt x="3085230" y="4001653"/>
                  </a:lnTo>
                  <a:lnTo>
                    <a:pt x="3111323" y="3899267"/>
                  </a:lnTo>
                  <a:lnTo>
                    <a:pt x="3137365" y="3793114"/>
                  </a:lnTo>
                  <a:lnTo>
                    <a:pt x="3163387" y="3683413"/>
                  </a:lnTo>
                  <a:lnTo>
                    <a:pt x="3189412" y="3570434"/>
                  </a:lnTo>
                  <a:lnTo>
                    <a:pt x="3215454" y="3454491"/>
                  </a:lnTo>
                  <a:lnTo>
                    <a:pt x="3241522" y="3335945"/>
                  </a:lnTo>
                  <a:lnTo>
                    <a:pt x="3267619" y="3215193"/>
                  </a:lnTo>
                  <a:lnTo>
                    <a:pt x="3293746" y="3092670"/>
                  </a:lnTo>
                  <a:lnTo>
                    <a:pt x="3319895" y="2968837"/>
                  </a:lnTo>
                  <a:lnTo>
                    <a:pt x="3346061" y="2844178"/>
                  </a:lnTo>
                  <a:lnTo>
                    <a:pt x="3372233" y="2719190"/>
                  </a:lnTo>
                  <a:lnTo>
                    <a:pt x="3398402" y="2594377"/>
                  </a:lnTo>
                  <a:lnTo>
                    <a:pt x="3424558" y="2470238"/>
                  </a:lnTo>
                  <a:lnTo>
                    <a:pt x="3450692" y="2347261"/>
                  </a:lnTo>
                  <a:lnTo>
                    <a:pt x="3476799" y="2225917"/>
                  </a:lnTo>
                  <a:lnTo>
                    <a:pt x="3502876" y="2106648"/>
                  </a:lnTo>
                  <a:lnTo>
                    <a:pt x="3528925" y="1989865"/>
                  </a:lnTo>
                  <a:lnTo>
                    <a:pt x="3554953" y="1875939"/>
                  </a:lnTo>
                  <a:lnTo>
                    <a:pt x="3580974" y="1765199"/>
                  </a:lnTo>
                  <a:lnTo>
                    <a:pt x="3607007" y="1657929"/>
                  </a:lnTo>
                  <a:lnTo>
                    <a:pt x="3633081" y="1554364"/>
                  </a:lnTo>
                  <a:lnTo>
                    <a:pt x="3659231" y="1454692"/>
                  </a:lnTo>
                  <a:lnTo>
                    <a:pt x="3685503" y="1359052"/>
                  </a:lnTo>
                  <a:lnTo>
                    <a:pt x="3711954" y="1267537"/>
                  </a:lnTo>
                  <a:lnTo>
                    <a:pt x="3738650" y="1180194"/>
                  </a:lnTo>
                  <a:lnTo>
                    <a:pt x="3765671" y="1097029"/>
                  </a:lnTo>
                  <a:lnTo>
                    <a:pt x="3793112" y="1018009"/>
                  </a:lnTo>
                  <a:lnTo>
                    <a:pt x="3821084" y="943065"/>
                  </a:lnTo>
                  <a:lnTo>
                    <a:pt x="3829811" y="920824"/>
                  </a:lnTo>
                  <a:lnTo>
                    <a:pt x="3871497" y="821975"/>
                  </a:lnTo>
                  <a:lnTo>
                    <a:pt x="3915063" y="731384"/>
                  </a:lnTo>
                  <a:lnTo>
                    <a:pt x="3961015" y="648784"/>
                  </a:lnTo>
                  <a:lnTo>
                    <a:pt x="4009912" y="573648"/>
                  </a:lnTo>
                  <a:lnTo>
                    <a:pt x="4062334" y="505327"/>
                  </a:lnTo>
                  <a:lnTo>
                    <a:pt x="4118854" y="443147"/>
                  </a:lnTo>
                  <a:lnTo>
                    <a:pt x="4180006" y="386465"/>
                  </a:lnTo>
                  <a:lnTo>
                    <a:pt x="4246237" y="334705"/>
                  </a:lnTo>
                  <a:lnTo>
                    <a:pt x="4317850" y="287378"/>
                  </a:lnTo>
                  <a:lnTo>
                    <a:pt x="4394927" y="244095"/>
                  </a:lnTo>
                  <a:lnTo>
                    <a:pt x="4477236" y="204577"/>
                  </a:lnTo>
                  <a:lnTo>
                    <a:pt x="4564126" y="168648"/>
                  </a:lnTo>
                  <a:lnTo>
                    <a:pt x="4654439" y="136232"/>
                  </a:lnTo>
                  <a:lnTo>
                    <a:pt x="4746437" y="107337"/>
                  </a:lnTo>
                  <a:lnTo>
                    <a:pt x="4837811" y="82022"/>
                  </a:lnTo>
                  <a:lnTo>
                    <a:pt x="4925780" y="60360"/>
                  </a:lnTo>
                  <a:lnTo>
                    <a:pt x="5007320" y="42390"/>
                  </a:lnTo>
                  <a:lnTo>
                    <a:pt x="5079503" y="28065"/>
                  </a:lnTo>
                  <a:lnTo>
                    <a:pt x="5139910" y="17210"/>
                  </a:lnTo>
                  <a:lnTo>
                    <a:pt x="5187021" y="9512"/>
                  </a:lnTo>
                  <a:lnTo>
                    <a:pt x="5220498" y="4519"/>
                  </a:lnTo>
                  <a:lnTo>
                    <a:pt x="5241298" y="1678"/>
                  </a:lnTo>
                  <a:lnTo>
                    <a:pt x="5251624" y="383"/>
                  </a:lnTo>
                  <a:lnTo>
                    <a:pt x="5254774" y="19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121" y="103"/>
                  </a:lnTo>
                  <a:lnTo>
                    <a:pt x="6732279" y="836"/>
                  </a:lnTo>
                  <a:lnTo>
                    <a:pt x="6745418" y="2861"/>
                  </a:lnTo>
                  <a:lnTo>
                    <a:pt x="6769244" y="6855"/>
                  </a:lnTo>
                  <a:lnTo>
                    <a:pt x="6805441" y="13471"/>
                  </a:lnTo>
                  <a:lnTo>
                    <a:pt x="6854555" y="23291"/>
                  </a:lnTo>
                  <a:lnTo>
                    <a:pt x="6915986" y="36773"/>
                  </a:lnTo>
                  <a:lnTo>
                    <a:pt x="6988124" y="54229"/>
                  </a:lnTo>
                  <a:lnTo>
                    <a:pt x="7068624" y="75819"/>
                  </a:lnTo>
                  <a:lnTo>
                    <a:pt x="7154759" y="101576"/>
                  </a:lnTo>
                  <a:lnTo>
                    <a:pt x="7243762" y="131448"/>
                  </a:lnTo>
                  <a:lnTo>
                    <a:pt x="7333120" y="165354"/>
                  </a:lnTo>
                  <a:lnTo>
                    <a:pt x="7420753" y="203230"/>
                  </a:lnTo>
                  <a:lnTo>
                    <a:pt x="7505097" y="245075"/>
                  </a:lnTo>
                  <a:lnTo>
                    <a:pt x="7585101" y="290973"/>
                  </a:lnTo>
                  <a:lnTo>
                    <a:pt x="7660168" y="341116"/>
                  </a:lnTo>
                  <a:lnTo>
                    <a:pt x="7730075" y="395808"/>
                  </a:lnTo>
                  <a:lnTo>
                    <a:pt x="7794885" y="455469"/>
                  </a:lnTo>
                  <a:lnTo>
                    <a:pt x="7854860" y="520626"/>
                  </a:lnTo>
                  <a:lnTo>
                    <a:pt x="7910400" y="591901"/>
                  </a:lnTo>
                  <a:lnTo>
                    <a:pt x="7961986" y="669991"/>
                  </a:lnTo>
                  <a:lnTo>
                    <a:pt x="8010143" y="755636"/>
                  </a:lnTo>
                  <a:lnTo>
                    <a:pt x="8055402" y="849558"/>
                  </a:lnTo>
                  <a:lnTo>
                    <a:pt x="8098283" y="952379"/>
                  </a:lnTo>
                  <a:lnTo>
                    <a:pt x="8139267" y="1064485"/>
                  </a:lnTo>
                  <a:lnTo>
                    <a:pt x="8151487" y="1100630"/>
                  </a:lnTo>
                  <a:lnTo>
                    <a:pt x="8177384" y="1181406"/>
                  </a:lnTo>
                  <a:lnTo>
                    <a:pt x="8202794" y="1266259"/>
                  </a:lnTo>
                  <a:lnTo>
                    <a:pt x="8227808" y="1355267"/>
                  </a:lnTo>
                  <a:lnTo>
                    <a:pt x="8252504" y="1448478"/>
                  </a:lnTo>
                  <a:lnTo>
                    <a:pt x="8276952" y="1545909"/>
                  </a:lnTo>
                  <a:lnTo>
                    <a:pt x="8301211" y="1647542"/>
                  </a:lnTo>
                  <a:lnTo>
                    <a:pt x="8325329" y="1753322"/>
                  </a:lnTo>
                  <a:lnTo>
                    <a:pt x="8349350" y="1863157"/>
                  </a:lnTo>
                  <a:lnTo>
                    <a:pt x="8373308" y="1976914"/>
                  </a:lnTo>
                  <a:lnTo>
                    <a:pt x="8397230" y="2094419"/>
                  </a:lnTo>
                  <a:lnTo>
                    <a:pt x="8421140" y="2215457"/>
                  </a:lnTo>
                  <a:lnTo>
                    <a:pt x="8445054" y="2339772"/>
                  </a:lnTo>
                  <a:lnTo>
                    <a:pt x="8468982" y="2467069"/>
                  </a:lnTo>
                  <a:lnTo>
                    <a:pt x="8492932" y="2597015"/>
                  </a:lnTo>
                  <a:lnTo>
                    <a:pt x="8516908" y="2729245"/>
                  </a:lnTo>
                  <a:lnTo>
                    <a:pt x="8540908" y="2863360"/>
                  </a:lnTo>
                  <a:lnTo>
                    <a:pt x="8564929" y="2998939"/>
                  </a:lnTo>
                  <a:lnTo>
                    <a:pt x="8588967" y="3135538"/>
                  </a:lnTo>
                  <a:lnTo>
                    <a:pt x="8613014" y="3272702"/>
                  </a:lnTo>
                  <a:lnTo>
                    <a:pt x="8637062" y="3409965"/>
                  </a:lnTo>
                  <a:lnTo>
                    <a:pt x="8661105" y="3546861"/>
                  </a:lnTo>
                  <a:lnTo>
                    <a:pt x="8685134" y="3682929"/>
                  </a:lnTo>
                  <a:lnTo>
                    <a:pt x="8709144" y="3817720"/>
                  </a:lnTo>
                  <a:lnTo>
                    <a:pt x="8733130" y="3950801"/>
                  </a:lnTo>
                  <a:lnTo>
                    <a:pt x="8757091" y="4081764"/>
                  </a:lnTo>
                  <a:lnTo>
                    <a:pt x="8781028" y="4210231"/>
                  </a:lnTo>
                  <a:lnTo>
                    <a:pt x="8804947" y="4335852"/>
                  </a:lnTo>
                  <a:lnTo>
                    <a:pt x="8828856" y="4458317"/>
                  </a:lnTo>
                  <a:lnTo>
                    <a:pt x="8852771" y="4577353"/>
                  </a:lnTo>
                  <a:lnTo>
                    <a:pt x="8876711" y="4692727"/>
                  </a:lnTo>
                  <a:lnTo>
                    <a:pt x="8900701" y="4804248"/>
                  </a:lnTo>
                  <a:lnTo>
                    <a:pt x="8924773" y="4911766"/>
                  </a:lnTo>
                  <a:lnTo>
                    <a:pt x="8948966" y="5015171"/>
                  </a:lnTo>
                  <a:lnTo>
                    <a:pt x="8973327" y="5114393"/>
                  </a:lnTo>
                  <a:lnTo>
                    <a:pt x="8997910" y="5209398"/>
                  </a:lnTo>
                  <a:lnTo>
                    <a:pt x="9022780" y="5300189"/>
                  </a:lnTo>
                  <a:lnTo>
                    <a:pt x="9048011" y="5386801"/>
                  </a:lnTo>
                  <a:lnTo>
                    <a:pt x="9073689" y="5469299"/>
                  </a:lnTo>
                  <a:lnTo>
                    <a:pt x="9084767" y="5503152"/>
                  </a:lnTo>
                  <a:lnTo>
                    <a:pt x="9125257" y="5618114"/>
                  </a:lnTo>
                  <a:lnTo>
                    <a:pt x="9167509" y="5723749"/>
                  </a:lnTo>
                  <a:lnTo>
                    <a:pt x="9211987" y="5820335"/>
                  </a:lnTo>
                  <a:lnTo>
                    <a:pt x="9259201" y="5908437"/>
                  </a:lnTo>
                  <a:lnTo>
                    <a:pt x="9309682" y="5988758"/>
                  </a:lnTo>
                  <a:lnTo>
                    <a:pt x="9363960" y="6062040"/>
                  </a:lnTo>
                  <a:lnTo>
                    <a:pt x="9422531" y="6128998"/>
                  </a:lnTo>
                  <a:lnTo>
                    <a:pt x="9485827" y="6190279"/>
                  </a:lnTo>
                  <a:lnTo>
                    <a:pt x="9554158" y="6246441"/>
                  </a:lnTo>
                  <a:lnTo>
                    <a:pt x="9627656" y="6297938"/>
                  </a:lnTo>
                  <a:lnTo>
                    <a:pt x="9706194" y="6345108"/>
                  </a:lnTo>
                  <a:lnTo>
                    <a:pt x="9789300" y="6388178"/>
                  </a:lnTo>
                  <a:lnTo>
                    <a:pt x="9876069" y="6427265"/>
                  </a:lnTo>
                  <a:lnTo>
                    <a:pt x="9965098" y="6462390"/>
                  </a:lnTo>
                  <a:lnTo>
                    <a:pt x="10054459" y="6493504"/>
                  </a:lnTo>
                  <a:lnTo>
                    <a:pt x="10141757" y="6520527"/>
                  </a:lnTo>
                  <a:lnTo>
                    <a:pt x="10224278" y="6543393"/>
                  </a:lnTo>
                  <a:lnTo>
                    <a:pt x="10299247" y="6562103"/>
                  </a:lnTo>
                  <a:lnTo>
                    <a:pt x="10364163" y="6576774"/>
                  </a:lnTo>
                  <a:lnTo>
                    <a:pt x="10417158" y="6587671"/>
                  </a:lnTo>
                  <a:lnTo>
                    <a:pt x="10457302" y="6595211"/>
                  </a:lnTo>
                  <a:lnTo>
                    <a:pt x="10484783" y="6599939"/>
                  </a:lnTo>
                  <a:lnTo>
                    <a:pt x="10500947" y="6602495"/>
                  </a:lnTo>
                  <a:lnTo>
                    <a:pt x="10508202" y="6603552"/>
                  </a:lnTo>
                  <a:lnTo>
                    <a:pt x="10509888" y="6603779"/>
                  </a:lnTo>
                  <a:lnTo>
                    <a:pt x="10509911" y="6603782"/>
                  </a:lnTo>
                  <a:lnTo>
                    <a:pt x="11981298" y="660378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60" name="pl1660"/>
            <p:cNvSpPr/>
            <p:nvPr/>
          </p:nvSpPr>
          <p:spPr>
            <a:xfrm>
              <a:off x="4799595" y="4162470"/>
              <a:ext cx="11981298" cy="6603782"/>
            </a:xfrm>
            <a:custGeom>
              <a:avLst/>
              <a:pathLst>
                <a:path w="11981298" h="6603782">
                  <a:moveTo>
                    <a:pt x="11981298" y="6603782"/>
                  </a:moveTo>
                  <a:lnTo>
                    <a:pt x="10509911" y="6603782"/>
                  </a:lnTo>
                  <a:lnTo>
                    <a:pt x="10509132" y="6603679"/>
                  </a:lnTo>
                  <a:lnTo>
                    <a:pt x="10503974" y="6602946"/>
                  </a:lnTo>
                  <a:lnTo>
                    <a:pt x="10490836" y="6600921"/>
                  </a:lnTo>
                  <a:lnTo>
                    <a:pt x="10467010" y="6596927"/>
                  </a:lnTo>
                  <a:lnTo>
                    <a:pt x="10430812" y="6590310"/>
                  </a:lnTo>
                  <a:lnTo>
                    <a:pt x="10381698" y="6580491"/>
                  </a:lnTo>
                  <a:lnTo>
                    <a:pt x="10320267" y="6567009"/>
                  </a:lnTo>
                  <a:lnTo>
                    <a:pt x="10248130" y="6549552"/>
                  </a:lnTo>
                  <a:lnTo>
                    <a:pt x="10167629" y="6527962"/>
                  </a:lnTo>
                  <a:lnTo>
                    <a:pt x="10081495" y="6502206"/>
                  </a:lnTo>
                  <a:lnTo>
                    <a:pt x="9992491" y="6472334"/>
                  </a:lnTo>
                  <a:lnTo>
                    <a:pt x="9903133" y="6438428"/>
                  </a:lnTo>
                  <a:lnTo>
                    <a:pt x="9815500" y="6400551"/>
                  </a:lnTo>
                  <a:lnTo>
                    <a:pt x="9731156" y="6358707"/>
                  </a:lnTo>
                  <a:lnTo>
                    <a:pt x="9651153" y="6312809"/>
                  </a:lnTo>
                  <a:lnTo>
                    <a:pt x="9576086" y="6262666"/>
                  </a:lnTo>
                  <a:lnTo>
                    <a:pt x="9506178" y="6207973"/>
                  </a:lnTo>
                  <a:lnTo>
                    <a:pt x="9441369" y="6148312"/>
                  </a:lnTo>
                  <a:lnTo>
                    <a:pt x="9381394" y="6083156"/>
                  </a:lnTo>
                  <a:lnTo>
                    <a:pt x="9325853" y="6011881"/>
                  </a:lnTo>
                  <a:lnTo>
                    <a:pt x="9274267" y="5933791"/>
                  </a:lnTo>
                  <a:lnTo>
                    <a:pt x="9226111" y="5848146"/>
                  </a:lnTo>
                  <a:lnTo>
                    <a:pt x="9180851" y="5754224"/>
                  </a:lnTo>
                  <a:lnTo>
                    <a:pt x="9137970" y="5651402"/>
                  </a:lnTo>
                  <a:lnTo>
                    <a:pt x="9096986" y="5539296"/>
                  </a:lnTo>
                  <a:lnTo>
                    <a:pt x="9084767" y="5503152"/>
                  </a:lnTo>
                  <a:lnTo>
                    <a:pt x="9058869" y="5422376"/>
                  </a:lnTo>
                  <a:lnTo>
                    <a:pt x="9033459" y="5337523"/>
                  </a:lnTo>
                  <a:lnTo>
                    <a:pt x="9008446" y="5248515"/>
                  </a:lnTo>
                  <a:lnTo>
                    <a:pt x="8983749" y="5155304"/>
                  </a:lnTo>
                  <a:lnTo>
                    <a:pt x="8959301" y="5057873"/>
                  </a:lnTo>
                  <a:lnTo>
                    <a:pt x="8935042" y="4956240"/>
                  </a:lnTo>
                  <a:lnTo>
                    <a:pt x="8910924" y="4850460"/>
                  </a:lnTo>
                  <a:lnTo>
                    <a:pt x="8886903" y="4740625"/>
                  </a:lnTo>
                  <a:lnTo>
                    <a:pt x="8862946" y="4626868"/>
                  </a:lnTo>
                  <a:lnTo>
                    <a:pt x="8839023" y="4509363"/>
                  </a:lnTo>
                  <a:lnTo>
                    <a:pt x="8815113" y="4388325"/>
                  </a:lnTo>
                  <a:lnTo>
                    <a:pt x="8791200" y="4264010"/>
                  </a:lnTo>
                  <a:lnTo>
                    <a:pt x="8767271" y="4136713"/>
                  </a:lnTo>
                  <a:lnTo>
                    <a:pt x="8743321" y="4006766"/>
                  </a:lnTo>
                  <a:lnTo>
                    <a:pt x="8719345" y="3874537"/>
                  </a:lnTo>
                  <a:lnTo>
                    <a:pt x="8695345" y="3740422"/>
                  </a:lnTo>
                  <a:lnTo>
                    <a:pt x="8671324" y="3604843"/>
                  </a:lnTo>
                  <a:lnTo>
                    <a:pt x="8647286" y="3468243"/>
                  </a:lnTo>
                  <a:lnTo>
                    <a:pt x="8623239" y="3331080"/>
                  </a:lnTo>
                  <a:lnTo>
                    <a:pt x="8599191" y="3193816"/>
                  </a:lnTo>
                  <a:lnTo>
                    <a:pt x="8575148" y="3056920"/>
                  </a:lnTo>
                  <a:lnTo>
                    <a:pt x="8551119" y="2920852"/>
                  </a:lnTo>
                  <a:lnTo>
                    <a:pt x="8527110" y="2786062"/>
                  </a:lnTo>
                  <a:lnTo>
                    <a:pt x="8503123" y="2652981"/>
                  </a:lnTo>
                  <a:lnTo>
                    <a:pt x="8479163" y="2522017"/>
                  </a:lnTo>
                  <a:lnTo>
                    <a:pt x="8455225" y="2393551"/>
                  </a:lnTo>
                  <a:lnTo>
                    <a:pt x="8431307" y="2267930"/>
                  </a:lnTo>
                  <a:lnTo>
                    <a:pt x="8407397" y="2145465"/>
                  </a:lnTo>
                  <a:lnTo>
                    <a:pt x="8383482" y="2026429"/>
                  </a:lnTo>
                  <a:lnTo>
                    <a:pt x="8359542" y="1911055"/>
                  </a:lnTo>
                  <a:lnTo>
                    <a:pt x="8335552" y="1799534"/>
                  </a:lnTo>
                  <a:lnTo>
                    <a:pt x="8311480" y="1692016"/>
                  </a:lnTo>
                  <a:lnTo>
                    <a:pt x="8287287" y="1588611"/>
                  </a:lnTo>
                  <a:lnTo>
                    <a:pt x="8262926" y="1489389"/>
                  </a:lnTo>
                  <a:lnTo>
                    <a:pt x="8238343" y="1394384"/>
                  </a:lnTo>
                  <a:lnTo>
                    <a:pt x="8213473" y="1303593"/>
                  </a:lnTo>
                  <a:lnTo>
                    <a:pt x="8188242" y="1216981"/>
                  </a:lnTo>
                  <a:lnTo>
                    <a:pt x="8162564" y="1134482"/>
                  </a:lnTo>
                  <a:lnTo>
                    <a:pt x="8151487" y="1100630"/>
                  </a:lnTo>
                  <a:lnTo>
                    <a:pt x="8110997" y="985667"/>
                  </a:lnTo>
                  <a:lnTo>
                    <a:pt x="8068744" y="880032"/>
                  </a:lnTo>
                  <a:lnTo>
                    <a:pt x="8024266" y="783447"/>
                  </a:lnTo>
                  <a:lnTo>
                    <a:pt x="7977052" y="695345"/>
                  </a:lnTo>
                  <a:lnTo>
                    <a:pt x="7926571" y="615023"/>
                  </a:lnTo>
                  <a:lnTo>
                    <a:pt x="7872294" y="541741"/>
                  </a:lnTo>
                  <a:lnTo>
                    <a:pt x="7813722" y="474784"/>
                  </a:lnTo>
                  <a:lnTo>
                    <a:pt x="7750426" y="413503"/>
                  </a:lnTo>
                  <a:lnTo>
                    <a:pt x="7682095" y="357341"/>
                  </a:lnTo>
                  <a:lnTo>
                    <a:pt x="7608597" y="305844"/>
                  </a:lnTo>
                  <a:lnTo>
                    <a:pt x="7530059" y="258674"/>
                  </a:lnTo>
                  <a:lnTo>
                    <a:pt x="7446953" y="215603"/>
                  </a:lnTo>
                  <a:lnTo>
                    <a:pt x="7360184" y="176516"/>
                  </a:lnTo>
                  <a:lnTo>
                    <a:pt x="7271156" y="141392"/>
                  </a:lnTo>
                  <a:lnTo>
                    <a:pt x="7181794" y="110277"/>
                  </a:lnTo>
                  <a:lnTo>
                    <a:pt x="7094496" y="83254"/>
                  </a:lnTo>
                  <a:lnTo>
                    <a:pt x="7011975" y="60389"/>
                  </a:lnTo>
                  <a:lnTo>
                    <a:pt x="6937006" y="41679"/>
                  </a:lnTo>
                  <a:lnTo>
                    <a:pt x="6872090" y="27007"/>
                  </a:lnTo>
                  <a:lnTo>
                    <a:pt x="6819095" y="16110"/>
                  </a:lnTo>
                  <a:lnTo>
                    <a:pt x="6778952" y="8571"/>
                  </a:lnTo>
                  <a:lnTo>
                    <a:pt x="6751470" y="3842"/>
                  </a:lnTo>
                  <a:lnTo>
                    <a:pt x="6735306" y="1287"/>
                  </a:lnTo>
                  <a:lnTo>
                    <a:pt x="6728051" y="230"/>
                  </a:lnTo>
                  <a:lnTo>
                    <a:pt x="6726366" y="2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108" y="94"/>
                  </a:lnTo>
                  <a:lnTo>
                    <a:pt x="5248506" y="763"/>
                  </a:lnTo>
                  <a:lnTo>
                    <a:pt x="5234267" y="2610"/>
                  </a:lnTo>
                  <a:lnTo>
                    <a:pt x="5208517" y="6254"/>
                  </a:lnTo>
                  <a:lnTo>
                    <a:pt x="5169547" y="12283"/>
                  </a:lnTo>
                  <a:lnTo>
                    <a:pt x="5116925" y="21216"/>
                  </a:lnTo>
                  <a:lnTo>
                    <a:pt x="5051494" y="33450"/>
                  </a:lnTo>
                  <a:lnTo>
                    <a:pt x="4975183" y="49242"/>
                  </a:lnTo>
                  <a:lnTo>
                    <a:pt x="4890665" y="68711"/>
                  </a:lnTo>
                  <a:lnTo>
                    <a:pt x="4800956" y="91864"/>
                  </a:lnTo>
                  <a:lnTo>
                    <a:pt x="4709016" y="118642"/>
                  </a:lnTo>
                  <a:lnTo>
                    <a:pt x="4617455" y="148971"/>
                  </a:lnTo>
                  <a:lnTo>
                    <a:pt x="4528356" y="182810"/>
                  </a:lnTo>
                  <a:lnTo>
                    <a:pt x="4443217" y="220182"/>
                  </a:lnTo>
                  <a:lnTo>
                    <a:pt x="4362980" y="261201"/>
                  </a:lnTo>
                  <a:lnTo>
                    <a:pt x="4288113" y="306086"/>
                  </a:lnTo>
                  <a:lnTo>
                    <a:pt x="4218710" y="355161"/>
                  </a:lnTo>
                  <a:lnTo>
                    <a:pt x="4154587" y="408855"/>
                  </a:lnTo>
                  <a:lnTo>
                    <a:pt x="4095376" y="467695"/>
                  </a:lnTo>
                  <a:lnTo>
                    <a:pt x="4040588" y="532288"/>
                  </a:lnTo>
                  <a:lnTo>
                    <a:pt x="3989667" y="603295"/>
                  </a:lnTo>
                  <a:lnTo>
                    <a:pt x="3942035" y="681388"/>
                  </a:lnTo>
                  <a:lnTo>
                    <a:pt x="3897116" y="767180"/>
                  </a:lnTo>
                  <a:lnTo>
                    <a:pt x="3854371" y="861112"/>
                  </a:lnTo>
                  <a:lnTo>
                    <a:pt x="3829811" y="920824"/>
                  </a:lnTo>
                  <a:lnTo>
                    <a:pt x="3801652" y="994534"/>
                  </a:lnTo>
                  <a:lnTo>
                    <a:pt x="3774060" y="1072292"/>
                  </a:lnTo>
                  <a:lnTo>
                    <a:pt x="3746920" y="1154177"/>
                  </a:lnTo>
                  <a:lnTo>
                    <a:pt x="3720133" y="1240233"/>
                  </a:lnTo>
                  <a:lnTo>
                    <a:pt x="3693615" y="1330469"/>
                  </a:lnTo>
                  <a:lnTo>
                    <a:pt x="3667294" y="1424848"/>
                  </a:lnTo>
                  <a:lnTo>
                    <a:pt x="3641112" y="1523293"/>
                  </a:lnTo>
                  <a:lnTo>
                    <a:pt x="3615019" y="1625678"/>
                  </a:lnTo>
                  <a:lnTo>
                    <a:pt x="3588977" y="1731832"/>
                  </a:lnTo>
                  <a:lnTo>
                    <a:pt x="3562955" y="1841533"/>
                  </a:lnTo>
                  <a:lnTo>
                    <a:pt x="3536930" y="1954512"/>
                  </a:lnTo>
                  <a:lnTo>
                    <a:pt x="3510889" y="2070454"/>
                  </a:lnTo>
                  <a:lnTo>
                    <a:pt x="3484821" y="2189001"/>
                  </a:lnTo>
                  <a:lnTo>
                    <a:pt x="3458723" y="2309753"/>
                  </a:lnTo>
                  <a:lnTo>
                    <a:pt x="3432597" y="2432276"/>
                  </a:lnTo>
                  <a:lnTo>
                    <a:pt x="3406447" y="2556109"/>
                  </a:lnTo>
                  <a:lnTo>
                    <a:pt x="3380281" y="2680768"/>
                  </a:lnTo>
                  <a:lnTo>
                    <a:pt x="3354109" y="2805756"/>
                  </a:lnTo>
                  <a:lnTo>
                    <a:pt x="3327940" y="2930569"/>
                  </a:lnTo>
                  <a:lnTo>
                    <a:pt x="3301784" y="3054708"/>
                  </a:lnTo>
                  <a:lnTo>
                    <a:pt x="3275650" y="3177685"/>
                  </a:lnTo>
                  <a:lnTo>
                    <a:pt x="3249544" y="3299029"/>
                  </a:lnTo>
                  <a:lnTo>
                    <a:pt x="3223466" y="3418298"/>
                  </a:lnTo>
                  <a:lnTo>
                    <a:pt x="3197417" y="3535081"/>
                  </a:lnTo>
                  <a:lnTo>
                    <a:pt x="3171389" y="3649007"/>
                  </a:lnTo>
                  <a:lnTo>
                    <a:pt x="3145368" y="3759747"/>
                  </a:lnTo>
                  <a:lnTo>
                    <a:pt x="3119335" y="3867017"/>
                  </a:lnTo>
                  <a:lnTo>
                    <a:pt x="3093261" y="3970582"/>
                  </a:lnTo>
                  <a:lnTo>
                    <a:pt x="3067111" y="4070254"/>
                  </a:lnTo>
                  <a:lnTo>
                    <a:pt x="3040839" y="4165894"/>
                  </a:lnTo>
                  <a:lnTo>
                    <a:pt x="3014389" y="4257409"/>
                  </a:lnTo>
                  <a:lnTo>
                    <a:pt x="2987693" y="4344752"/>
                  </a:lnTo>
                  <a:lnTo>
                    <a:pt x="2960671" y="4427917"/>
                  </a:lnTo>
                  <a:lnTo>
                    <a:pt x="2933230" y="4506937"/>
                  </a:lnTo>
                  <a:lnTo>
                    <a:pt x="2905258" y="4581881"/>
                  </a:lnTo>
                  <a:lnTo>
                    <a:pt x="2896531" y="4604122"/>
                  </a:lnTo>
                  <a:lnTo>
                    <a:pt x="2854845" y="4702971"/>
                  </a:lnTo>
                  <a:lnTo>
                    <a:pt x="2811279" y="4793562"/>
                  </a:lnTo>
                  <a:lnTo>
                    <a:pt x="2765327" y="4876161"/>
                  </a:lnTo>
                  <a:lnTo>
                    <a:pt x="2716430" y="4951298"/>
                  </a:lnTo>
                  <a:lnTo>
                    <a:pt x="2664008" y="5019619"/>
                  </a:lnTo>
                  <a:lnTo>
                    <a:pt x="2607488" y="5081799"/>
                  </a:lnTo>
                  <a:lnTo>
                    <a:pt x="2546336" y="5138480"/>
                  </a:lnTo>
                  <a:lnTo>
                    <a:pt x="2480105" y="5190241"/>
                  </a:lnTo>
                  <a:lnTo>
                    <a:pt x="2408492" y="5237568"/>
                  </a:lnTo>
                  <a:lnTo>
                    <a:pt x="2331415" y="5280851"/>
                  </a:lnTo>
                  <a:lnTo>
                    <a:pt x="2249107" y="5320369"/>
                  </a:lnTo>
                  <a:lnTo>
                    <a:pt x="2162216" y="5356298"/>
                  </a:lnTo>
                  <a:lnTo>
                    <a:pt x="2071903" y="5388714"/>
                  </a:lnTo>
                  <a:lnTo>
                    <a:pt x="1979905" y="5417609"/>
                  </a:lnTo>
                  <a:lnTo>
                    <a:pt x="1888531" y="5442924"/>
                  </a:lnTo>
                  <a:lnTo>
                    <a:pt x="1800562" y="5464585"/>
                  </a:lnTo>
                  <a:lnTo>
                    <a:pt x="1719022" y="5482555"/>
                  </a:lnTo>
                  <a:lnTo>
                    <a:pt x="1646839" y="5496881"/>
                  </a:lnTo>
                  <a:lnTo>
                    <a:pt x="1586432" y="5507736"/>
                  </a:lnTo>
                  <a:lnTo>
                    <a:pt x="1539321" y="5515434"/>
                  </a:lnTo>
                  <a:lnTo>
                    <a:pt x="1505844" y="5520427"/>
                  </a:lnTo>
                  <a:lnTo>
                    <a:pt x="1485044" y="5523268"/>
                  </a:lnTo>
                  <a:lnTo>
                    <a:pt x="1474718" y="5524562"/>
                  </a:lnTo>
                  <a:lnTo>
                    <a:pt x="1471568" y="5524927"/>
                  </a:lnTo>
                  <a:lnTo>
                    <a:pt x="1471387" y="5524946"/>
                  </a:lnTo>
                  <a:lnTo>
                    <a:pt x="0" y="552494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61" name="pg1661"/>
            <p:cNvSpPr/>
            <p:nvPr/>
          </p:nvSpPr>
          <p:spPr>
            <a:xfrm>
              <a:off x="4799595" y="7055711"/>
              <a:ext cx="11981298" cy="2713435"/>
            </a:xfrm>
            <a:custGeom>
              <a:avLst/>
              <a:pathLst>
                <a:path w="11981298" h="2713435">
                  <a:moveTo>
                    <a:pt x="0" y="2713435"/>
                  </a:moveTo>
                  <a:lnTo>
                    <a:pt x="1471387" y="2713435"/>
                  </a:lnTo>
                  <a:lnTo>
                    <a:pt x="1472542" y="2713372"/>
                  </a:lnTo>
                  <a:lnTo>
                    <a:pt x="1480131" y="2712924"/>
                  </a:lnTo>
                  <a:lnTo>
                    <a:pt x="1499254" y="2711686"/>
                  </a:lnTo>
                  <a:lnTo>
                    <a:pt x="1533422" y="2709249"/>
                  </a:lnTo>
                  <a:lnTo>
                    <a:pt x="1584310" y="2705235"/>
                  </a:lnTo>
                  <a:lnTo>
                    <a:pt x="1651622" y="2699336"/>
                  </a:lnTo>
                  <a:lnTo>
                    <a:pt x="1733264" y="2691344"/>
                  </a:lnTo>
                  <a:lnTo>
                    <a:pt x="1825816" y="2681154"/>
                  </a:lnTo>
                  <a:lnTo>
                    <a:pt x="1925200" y="2668751"/>
                  </a:lnTo>
                  <a:lnTo>
                    <a:pt x="2027352" y="2654170"/>
                  </a:lnTo>
                  <a:lnTo>
                    <a:pt x="2128737" y="2637460"/>
                  </a:lnTo>
                  <a:lnTo>
                    <a:pt x="2226629" y="2618642"/>
                  </a:lnTo>
                  <a:lnTo>
                    <a:pt x="2319191" y="2597685"/>
                  </a:lnTo>
                  <a:lnTo>
                    <a:pt x="2405394" y="2574486"/>
                  </a:lnTo>
                  <a:lnTo>
                    <a:pt x="2484865" y="2548865"/>
                  </a:lnTo>
                  <a:lnTo>
                    <a:pt x="2557717" y="2520562"/>
                  </a:lnTo>
                  <a:lnTo>
                    <a:pt x="2624393" y="2489243"/>
                  </a:lnTo>
                  <a:lnTo>
                    <a:pt x="2685539" y="2454512"/>
                  </a:lnTo>
                  <a:lnTo>
                    <a:pt x="2741909" y="2415930"/>
                  </a:lnTo>
                  <a:lnTo>
                    <a:pt x="2794297" y="2373052"/>
                  </a:lnTo>
                  <a:lnTo>
                    <a:pt x="2843485" y="2325482"/>
                  </a:lnTo>
                  <a:lnTo>
                    <a:pt x="2890194" y="2272978"/>
                  </a:lnTo>
                  <a:lnTo>
                    <a:pt x="2896531" y="2265282"/>
                  </a:lnTo>
                  <a:lnTo>
                    <a:pt x="2934991" y="2215595"/>
                  </a:lnTo>
                  <a:lnTo>
                    <a:pt x="2972467" y="2162175"/>
                  </a:lnTo>
                  <a:lnTo>
                    <a:pt x="3009231" y="2104948"/>
                  </a:lnTo>
                  <a:lnTo>
                    <a:pt x="3045505" y="2043901"/>
                  </a:lnTo>
                  <a:lnTo>
                    <a:pt x="3081462" y="1979096"/>
                  </a:lnTo>
                  <a:lnTo>
                    <a:pt x="3117238" y="1910669"/>
                  </a:lnTo>
                  <a:lnTo>
                    <a:pt x="3152932" y="1838839"/>
                  </a:lnTo>
                  <a:lnTo>
                    <a:pt x="3188614" y="1763908"/>
                  </a:lnTo>
                  <a:lnTo>
                    <a:pt x="3224327" y="1686260"/>
                  </a:lnTo>
                  <a:lnTo>
                    <a:pt x="3260092" y="1606352"/>
                  </a:lnTo>
                  <a:lnTo>
                    <a:pt x="3295911" y="1524707"/>
                  </a:lnTo>
                  <a:lnTo>
                    <a:pt x="3331774" y="1441902"/>
                  </a:lnTo>
                  <a:lnTo>
                    <a:pt x="3367658" y="1358546"/>
                  </a:lnTo>
                  <a:lnTo>
                    <a:pt x="3403539" y="1275270"/>
                  </a:lnTo>
                  <a:lnTo>
                    <a:pt x="3439392" y="1192699"/>
                  </a:lnTo>
                  <a:lnTo>
                    <a:pt x="3475199" y="1111436"/>
                  </a:lnTo>
                  <a:lnTo>
                    <a:pt x="3510950" y="1032046"/>
                  </a:lnTo>
                  <a:lnTo>
                    <a:pt x="3546652" y="955037"/>
                  </a:lnTo>
                  <a:lnTo>
                    <a:pt x="3582332" y="880849"/>
                  </a:lnTo>
                  <a:lnTo>
                    <a:pt x="3618039" y="809845"/>
                  </a:lnTo>
                  <a:lnTo>
                    <a:pt x="3653849" y="742307"/>
                  </a:lnTo>
                  <a:lnTo>
                    <a:pt x="3689872" y="678431"/>
                  </a:lnTo>
                  <a:lnTo>
                    <a:pt x="3726250" y="618337"/>
                  </a:lnTo>
                  <a:lnTo>
                    <a:pt x="3763170" y="562066"/>
                  </a:lnTo>
                  <a:lnTo>
                    <a:pt x="3800863" y="509589"/>
                  </a:lnTo>
                  <a:lnTo>
                    <a:pt x="3829811" y="472671"/>
                  </a:lnTo>
                  <a:lnTo>
                    <a:pt x="3876226" y="419477"/>
                  </a:lnTo>
                  <a:lnTo>
                    <a:pt x="3925029" y="371230"/>
                  </a:lnTo>
                  <a:lnTo>
                    <a:pt x="3976926" y="327721"/>
                  </a:lnTo>
                  <a:lnTo>
                    <a:pt x="4032694" y="288568"/>
                  </a:lnTo>
                  <a:lnTo>
                    <a:pt x="4093128" y="253328"/>
                  </a:lnTo>
                  <a:lnTo>
                    <a:pt x="4158993" y="221559"/>
                  </a:lnTo>
                  <a:lnTo>
                    <a:pt x="4230954" y="192858"/>
                  </a:lnTo>
                  <a:lnTo>
                    <a:pt x="4309488" y="166881"/>
                  </a:lnTo>
                  <a:lnTo>
                    <a:pt x="4394764" y="143358"/>
                  </a:lnTo>
                  <a:lnTo>
                    <a:pt x="4486487" y="122097"/>
                  </a:lnTo>
                  <a:lnTo>
                    <a:pt x="4583728" y="102985"/>
                  </a:lnTo>
                  <a:lnTo>
                    <a:pt x="4684770" y="85981"/>
                  </a:lnTo>
                  <a:lnTo>
                    <a:pt x="4787011" y="71102"/>
                  </a:lnTo>
                  <a:lnTo>
                    <a:pt x="4887016" y="58393"/>
                  </a:lnTo>
                  <a:lnTo>
                    <a:pt x="4980768" y="47894"/>
                  </a:lnTo>
                  <a:lnTo>
                    <a:pt x="5064155" y="39600"/>
                  </a:lnTo>
                  <a:lnTo>
                    <a:pt x="5133622" y="33420"/>
                  </a:lnTo>
                  <a:lnTo>
                    <a:pt x="5186856" y="29161"/>
                  </a:lnTo>
                  <a:lnTo>
                    <a:pt x="5223295" y="26525"/>
                  </a:lnTo>
                  <a:lnTo>
                    <a:pt x="5244339" y="25145"/>
                  </a:lnTo>
                  <a:lnTo>
                    <a:pt x="5253261" y="24612"/>
                  </a:lnTo>
                  <a:lnTo>
                    <a:pt x="5254955" y="24518"/>
                  </a:lnTo>
                  <a:lnTo>
                    <a:pt x="6726343" y="24518"/>
                  </a:lnTo>
                  <a:lnTo>
                    <a:pt x="6727506" y="24578"/>
                  </a:lnTo>
                  <a:lnTo>
                    <a:pt x="6735148" y="25005"/>
                  </a:lnTo>
                  <a:lnTo>
                    <a:pt x="6754399" y="26184"/>
                  </a:lnTo>
                  <a:lnTo>
                    <a:pt x="6788787" y="28504"/>
                  </a:lnTo>
                  <a:lnTo>
                    <a:pt x="6839981" y="32326"/>
                  </a:lnTo>
                  <a:lnTo>
                    <a:pt x="6907663" y="37941"/>
                  </a:lnTo>
                  <a:lnTo>
                    <a:pt x="6989701" y="45546"/>
                  </a:lnTo>
                  <a:lnTo>
                    <a:pt x="7082635" y="55239"/>
                  </a:lnTo>
                  <a:lnTo>
                    <a:pt x="7182354" y="67035"/>
                  </a:lnTo>
                  <a:lnTo>
                    <a:pt x="7284772" y="80898"/>
                  </a:lnTo>
                  <a:lnTo>
                    <a:pt x="7386341" y="96782"/>
                  </a:lnTo>
                  <a:lnTo>
                    <a:pt x="7484342" y="114669"/>
                  </a:lnTo>
                  <a:lnTo>
                    <a:pt x="7576946" y="134589"/>
                  </a:lnTo>
                  <a:lnTo>
                    <a:pt x="7663140" y="156643"/>
                  </a:lnTo>
                  <a:lnTo>
                    <a:pt x="7742566" y="181005"/>
                  </a:lnTo>
                  <a:lnTo>
                    <a:pt x="7815353" y="207925"/>
                  </a:lnTo>
                  <a:lnTo>
                    <a:pt x="7881957" y="237723"/>
                  </a:lnTo>
                  <a:lnTo>
                    <a:pt x="7943032" y="270778"/>
                  </a:lnTo>
                  <a:lnTo>
                    <a:pt x="7999343" y="307509"/>
                  </a:lnTo>
                  <a:lnTo>
                    <a:pt x="8051689" y="348341"/>
                  </a:lnTo>
                  <a:lnTo>
                    <a:pt x="8100857" y="393644"/>
                  </a:lnTo>
                  <a:lnTo>
                    <a:pt x="8147568" y="443638"/>
                  </a:lnTo>
                  <a:lnTo>
                    <a:pt x="8151487" y="448152"/>
                  </a:lnTo>
                  <a:lnTo>
                    <a:pt x="8190785" y="496199"/>
                  </a:lnTo>
                  <a:lnTo>
                    <a:pt x="8229061" y="547933"/>
                  </a:lnTo>
                  <a:lnTo>
                    <a:pt x="8266605" y="603430"/>
                  </a:lnTo>
                  <a:lnTo>
                    <a:pt x="8303650" y="662695"/>
                  </a:lnTo>
                  <a:lnTo>
                    <a:pt x="8340378" y="725664"/>
                  </a:lnTo>
                  <a:lnTo>
                    <a:pt x="8376930" y="792190"/>
                  </a:lnTo>
                  <a:lnTo>
                    <a:pt x="8413408" y="862040"/>
                  </a:lnTo>
                  <a:lnTo>
                    <a:pt x="8449881" y="934899"/>
                  </a:lnTo>
                  <a:lnTo>
                    <a:pt x="8486392" y="1010366"/>
                  </a:lnTo>
                  <a:lnTo>
                    <a:pt x="8522960" y="1087967"/>
                  </a:lnTo>
                  <a:lnTo>
                    <a:pt x="8559583" y="1167161"/>
                  </a:lnTo>
                  <a:lnTo>
                    <a:pt x="8596246" y="1247357"/>
                  </a:lnTo>
                  <a:lnTo>
                    <a:pt x="8632925" y="1327932"/>
                  </a:lnTo>
                  <a:lnTo>
                    <a:pt x="8669593" y="1408251"/>
                  </a:lnTo>
                  <a:lnTo>
                    <a:pt x="8706225" y="1487685"/>
                  </a:lnTo>
                  <a:lnTo>
                    <a:pt x="8742804" y="1565638"/>
                  </a:lnTo>
                  <a:lnTo>
                    <a:pt x="8779325" y="1641557"/>
                  </a:lnTo>
                  <a:lnTo>
                    <a:pt x="8815804" y="1714953"/>
                  </a:lnTo>
                  <a:lnTo>
                    <a:pt x="8852276" y="1785411"/>
                  </a:lnTo>
                  <a:lnTo>
                    <a:pt x="8888806" y="1852599"/>
                  </a:lnTo>
                  <a:lnTo>
                    <a:pt x="8925491" y="1916269"/>
                  </a:lnTo>
                  <a:lnTo>
                    <a:pt x="8962462" y="1976258"/>
                  </a:lnTo>
                  <a:lnTo>
                    <a:pt x="8999893" y="2032483"/>
                  </a:lnTo>
                  <a:lnTo>
                    <a:pt x="9038007" y="2084940"/>
                  </a:lnTo>
                  <a:lnTo>
                    <a:pt x="9077082" y="2133691"/>
                  </a:lnTo>
                  <a:lnTo>
                    <a:pt x="9084767" y="2142687"/>
                  </a:lnTo>
                  <a:lnTo>
                    <a:pt x="9131296" y="2193087"/>
                  </a:lnTo>
                  <a:lnTo>
                    <a:pt x="9180226" y="2238787"/>
                  </a:lnTo>
                  <a:lnTo>
                    <a:pt x="9232270" y="2279989"/>
                  </a:lnTo>
                  <a:lnTo>
                    <a:pt x="9288208" y="2317056"/>
                  </a:lnTo>
                  <a:lnTo>
                    <a:pt x="9348843" y="2350410"/>
                  </a:lnTo>
                  <a:lnTo>
                    <a:pt x="9414944" y="2380472"/>
                  </a:lnTo>
                  <a:lnTo>
                    <a:pt x="9487178" y="2407626"/>
                  </a:lnTo>
                  <a:lnTo>
                    <a:pt x="9566024" y="2432197"/>
                  </a:lnTo>
                  <a:lnTo>
                    <a:pt x="9651642" y="2454441"/>
                  </a:lnTo>
                  <a:lnTo>
                    <a:pt x="9743725" y="2474540"/>
                  </a:lnTo>
                  <a:lnTo>
                    <a:pt x="9841321" y="2492599"/>
                  </a:lnTo>
                  <a:lnTo>
                    <a:pt x="9942678" y="2508656"/>
                  </a:lnTo>
                  <a:lnTo>
                    <a:pt x="10045152" y="2522694"/>
                  </a:lnTo>
                  <a:lnTo>
                    <a:pt x="10145258" y="2534669"/>
                  </a:lnTo>
                  <a:lnTo>
                    <a:pt x="10238941" y="2544543"/>
                  </a:lnTo>
                  <a:lnTo>
                    <a:pt x="10322065" y="2552326"/>
                  </a:lnTo>
                  <a:lnTo>
                    <a:pt x="10391087" y="2558105"/>
                  </a:lnTo>
                  <a:lnTo>
                    <a:pt x="10443737" y="2562070"/>
                  </a:lnTo>
                  <a:lnTo>
                    <a:pt x="10479532" y="2564507"/>
                  </a:lnTo>
                  <a:lnTo>
                    <a:pt x="10499969" y="2565769"/>
                  </a:lnTo>
                  <a:lnTo>
                    <a:pt x="10508428" y="2566244"/>
                  </a:lnTo>
                  <a:lnTo>
                    <a:pt x="10509911" y="2566321"/>
                  </a:lnTo>
                  <a:lnTo>
                    <a:pt x="11981298" y="2566321"/>
                  </a:lnTo>
                  <a:lnTo>
                    <a:pt x="11981298" y="2541802"/>
                  </a:lnTo>
                  <a:lnTo>
                    <a:pt x="10509911" y="2541802"/>
                  </a:lnTo>
                  <a:lnTo>
                    <a:pt x="10508748" y="2541742"/>
                  </a:lnTo>
                  <a:lnTo>
                    <a:pt x="10501106" y="2541316"/>
                  </a:lnTo>
                  <a:lnTo>
                    <a:pt x="10481854" y="2540137"/>
                  </a:lnTo>
                  <a:lnTo>
                    <a:pt x="10447466" y="2537816"/>
                  </a:lnTo>
                  <a:lnTo>
                    <a:pt x="10396272" y="2533994"/>
                  </a:lnTo>
                  <a:lnTo>
                    <a:pt x="10328590" y="2528380"/>
                  </a:lnTo>
                  <a:lnTo>
                    <a:pt x="10246552" y="2520774"/>
                  </a:lnTo>
                  <a:lnTo>
                    <a:pt x="10153618" y="2511081"/>
                  </a:lnTo>
                  <a:lnTo>
                    <a:pt x="10053899" y="2499285"/>
                  </a:lnTo>
                  <a:lnTo>
                    <a:pt x="9951482" y="2485423"/>
                  </a:lnTo>
                  <a:lnTo>
                    <a:pt x="9849912" y="2469538"/>
                  </a:lnTo>
                  <a:lnTo>
                    <a:pt x="9751911" y="2451652"/>
                  </a:lnTo>
                  <a:lnTo>
                    <a:pt x="9659307" y="2431731"/>
                  </a:lnTo>
                  <a:lnTo>
                    <a:pt x="9573114" y="2409677"/>
                  </a:lnTo>
                  <a:lnTo>
                    <a:pt x="9493687" y="2385315"/>
                  </a:lnTo>
                  <a:lnTo>
                    <a:pt x="9420900" y="2358395"/>
                  </a:lnTo>
                  <a:lnTo>
                    <a:pt x="9354297" y="2328597"/>
                  </a:lnTo>
                  <a:lnTo>
                    <a:pt x="9293221" y="2295542"/>
                  </a:lnTo>
                  <a:lnTo>
                    <a:pt x="9236911" y="2258811"/>
                  </a:lnTo>
                  <a:lnTo>
                    <a:pt x="9184564" y="2217979"/>
                  </a:lnTo>
                  <a:lnTo>
                    <a:pt x="9135396" y="2172677"/>
                  </a:lnTo>
                  <a:lnTo>
                    <a:pt x="9088685" y="2122682"/>
                  </a:lnTo>
                  <a:lnTo>
                    <a:pt x="9084767" y="2118168"/>
                  </a:lnTo>
                  <a:lnTo>
                    <a:pt x="9045468" y="2070121"/>
                  </a:lnTo>
                  <a:lnTo>
                    <a:pt x="9007193" y="2018387"/>
                  </a:lnTo>
                  <a:lnTo>
                    <a:pt x="8969648" y="1962891"/>
                  </a:lnTo>
                  <a:lnTo>
                    <a:pt x="8932603" y="1903625"/>
                  </a:lnTo>
                  <a:lnTo>
                    <a:pt x="8895875" y="1840656"/>
                  </a:lnTo>
                  <a:lnTo>
                    <a:pt x="8859323" y="1774131"/>
                  </a:lnTo>
                  <a:lnTo>
                    <a:pt x="8822846" y="1704281"/>
                  </a:lnTo>
                  <a:lnTo>
                    <a:pt x="8786372" y="1631422"/>
                  </a:lnTo>
                  <a:lnTo>
                    <a:pt x="8749861" y="1555954"/>
                  </a:lnTo>
                  <a:lnTo>
                    <a:pt x="8713293" y="1478353"/>
                  </a:lnTo>
                  <a:lnTo>
                    <a:pt x="8676671" y="1399159"/>
                  </a:lnTo>
                  <a:lnTo>
                    <a:pt x="8640008" y="1318963"/>
                  </a:lnTo>
                  <a:lnTo>
                    <a:pt x="8603328" y="1238388"/>
                  </a:lnTo>
                  <a:lnTo>
                    <a:pt x="8566660" y="1158070"/>
                  </a:lnTo>
                  <a:lnTo>
                    <a:pt x="8530028" y="1078635"/>
                  </a:lnTo>
                  <a:lnTo>
                    <a:pt x="8493449" y="1000683"/>
                  </a:lnTo>
                  <a:lnTo>
                    <a:pt x="8456928" y="924764"/>
                  </a:lnTo>
                  <a:lnTo>
                    <a:pt x="8420450" y="851368"/>
                  </a:lnTo>
                  <a:lnTo>
                    <a:pt x="8383978" y="780909"/>
                  </a:lnTo>
                  <a:lnTo>
                    <a:pt x="8347447" y="713721"/>
                  </a:lnTo>
                  <a:lnTo>
                    <a:pt x="8310763" y="650051"/>
                  </a:lnTo>
                  <a:lnTo>
                    <a:pt x="8273791" y="590063"/>
                  </a:lnTo>
                  <a:lnTo>
                    <a:pt x="8236360" y="533837"/>
                  </a:lnTo>
                  <a:lnTo>
                    <a:pt x="8198246" y="481380"/>
                  </a:lnTo>
                  <a:lnTo>
                    <a:pt x="8159171" y="432630"/>
                  </a:lnTo>
                  <a:lnTo>
                    <a:pt x="8151487" y="423633"/>
                  </a:lnTo>
                  <a:lnTo>
                    <a:pt x="8104957" y="373234"/>
                  </a:lnTo>
                  <a:lnTo>
                    <a:pt x="8056027" y="327534"/>
                  </a:lnTo>
                  <a:lnTo>
                    <a:pt x="8003984" y="286331"/>
                  </a:lnTo>
                  <a:lnTo>
                    <a:pt x="7948045" y="249264"/>
                  </a:lnTo>
                  <a:lnTo>
                    <a:pt x="7887410" y="215910"/>
                  </a:lnTo>
                  <a:lnTo>
                    <a:pt x="7821310" y="185848"/>
                  </a:lnTo>
                  <a:lnTo>
                    <a:pt x="7749075" y="158694"/>
                  </a:lnTo>
                  <a:lnTo>
                    <a:pt x="7670230" y="134123"/>
                  </a:lnTo>
                  <a:lnTo>
                    <a:pt x="7584611" y="111879"/>
                  </a:lnTo>
                  <a:lnTo>
                    <a:pt x="7492528" y="91780"/>
                  </a:lnTo>
                  <a:lnTo>
                    <a:pt x="7394932" y="73721"/>
                  </a:lnTo>
                  <a:lnTo>
                    <a:pt x="7293575" y="57665"/>
                  </a:lnTo>
                  <a:lnTo>
                    <a:pt x="7191102" y="43627"/>
                  </a:lnTo>
                  <a:lnTo>
                    <a:pt x="7090995" y="31651"/>
                  </a:lnTo>
                  <a:lnTo>
                    <a:pt x="6997313" y="21777"/>
                  </a:lnTo>
                  <a:lnTo>
                    <a:pt x="6914188" y="13995"/>
                  </a:lnTo>
                  <a:lnTo>
                    <a:pt x="6845167" y="8215"/>
                  </a:lnTo>
                  <a:lnTo>
                    <a:pt x="6792516" y="4250"/>
                  </a:lnTo>
                  <a:lnTo>
                    <a:pt x="6756722" y="1814"/>
                  </a:lnTo>
                  <a:lnTo>
                    <a:pt x="6736284" y="552"/>
                  </a:lnTo>
                  <a:lnTo>
                    <a:pt x="6727825" y="76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800" y="62"/>
                  </a:lnTo>
                  <a:lnTo>
                    <a:pt x="5246211" y="510"/>
                  </a:lnTo>
                  <a:lnTo>
                    <a:pt x="5227089" y="1748"/>
                  </a:lnTo>
                  <a:lnTo>
                    <a:pt x="5192920" y="4185"/>
                  </a:lnTo>
                  <a:lnTo>
                    <a:pt x="5142032" y="8200"/>
                  </a:lnTo>
                  <a:lnTo>
                    <a:pt x="5074720" y="14098"/>
                  </a:lnTo>
                  <a:lnTo>
                    <a:pt x="4993078" y="22091"/>
                  </a:lnTo>
                  <a:lnTo>
                    <a:pt x="4900527" y="32280"/>
                  </a:lnTo>
                  <a:lnTo>
                    <a:pt x="4801143" y="44684"/>
                  </a:lnTo>
                  <a:lnTo>
                    <a:pt x="4698990" y="59264"/>
                  </a:lnTo>
                  <a:lnTo>
                    <a:pt x="4597605" y="75974"/>
                  </a:lnTo>
                  <a:lnTo>
                    <a:pt x="4499713" y="94792"/>
                  </a:lnTo>
                  <a:lnTo>
                    <a:pt x="4407151" y="115749"/>
                  </a:lnTo>
                  <a:lnTo>
                    <a:pt x="4320948" y="138948"/>
                  </a:lnTo>
                  <a:lnTo>
                    <a:pt x="4241477" y="164569"/>
                  </a:lnTo>
                  <a:lnTo>
                    <a:pt x="4168625" y="192873"/>
                  </a:lnTo>
                  <a:lnTo>
                    <a:pt x="4101949" y="224192"/>
                  </a:lnTo>
                  <a:lnTo>
                    <a:pt x="4040803" y="258923"/>
                  </a:lnTo>
                  <a:lnTo>
                    <a:pt x="3984434" y="297504"/>
                  </a:lnTo>
                  <a:lnTo>
                    <a:pt x="3932045" y="340383"/>
                  </a:lnTo>
                  <a:lnTo>
                    <a:pt x="3882857" y="387952"/>
                  </a:lnTo>
                  <a:lnTo>
                    <a:pt x="3836148" y="440456"/>
                  </a:lnTo>
                  <a:lnTo>
                    <a:pt x="3829811" y="448152"/>
                  </a:lnTo>
                  <a:lnTo>
                    <a:pt x="3791351" y="497840"/>
                  </a:lnTo>
                  <a:lnTo>
                    <a:pt x="3753876" y="551260"/>
                  </a:lnTo>
                  <a:lnTo>
                    <a:pt x="3717111" y="608487"/>
                  </a:lnTo>
                  <a:lnTo>
                    <a:pt x="3680837" y="669533"/>
                  </a:lnTo>
                  <a:lnTo>
                    <a:pt x="3644880" y="734339"/>
                  </a:lnTo>
                  <a:lnTo>
                    <a:pt x="3609104" y="802766"/>
                  </a:lnTo>
                  <a:lnTo>
                    <a:pt x="3573410" y="874596"/>
                  </a:lnTo>
                  <a:lnTo>
                    <a:pt x="3537728" y="949526"/>
                  </a:lnTo>
                  <a:lnTo>
                    <a:pt x="3502015" y="1027175"/>
                  </a:lnTo>
                  <a:lnTo>
                    <a:pt x="3466250" y="1107083"/>
                  </a:lnTo>
                  <a:lnTo>
                    <a:pt x="3430431" y="1188727"/>
                  </a:lnTo>
                  <a:lnTo>
                    <a:pt x="3394569" y="1271533"/>
                  </a:lnTo>
                  <a:lnTo>
                    <a:pt x="3358684" y="1354888"/>
                  </a:lnTo>
                  <a:lnTo>
                    <a:pt x="3322803" y="1438164"/>
                  </a:lnTo>
                  <a:lnTo>
                    <a:pt x="3286950" y="1520736"/>
                  </a:lnTo>
                  <a:lnTo>
                    <a:pt x="3251143" y="1601998"/>
                  </a:lnTo>
                  <a:lnTo>
                    <a:pt x="3215392" y="1681388"/>
                  </a:lnTo>
                  <a:lnTo>
                    <a:pt x="3179690" y="1758397"/>
                  </a:lnTo>
                  <a:lnTo>
                    <a:pt x="3144010" y="1832585"/>
                  </a:lnTo>
                  <a:lnTo>
                    <a:pt x="3108303" y="1903589"/>
                  </a:lnTo>
                  <a:lnTo>
                    <a:pt x="3072493" y="1971128"/>
                  </a:lnTo>
                  <a:lnTo>
                    <a:pt x="3036470" y="2035003"/>
                  </a:lnTo>
                  <a:lnTo>
                    <a:pt x="3000092" y="2095097"/>
                  </a:lnTo>
                  <a:lnTo>
                    <a:pt x="2963172" y="2151369"/>
                  </a:lnTo>
                  <a:lnTo>
                    <a:pt x="2925479" y="2203846"/>
                  </a:lnTo>
                  <a:lnTo>
                    <a:pt x="2896531" y="2240763"/>
                  </a:lnTo>
                  <a:lnTo>
                    <a:pt x="2850116" y="2293958"/>
                  </a:lnTo>
                  <a:lnTo>
                    <a:pt x="2801314" y="2342204"/>
                  </a:lnTo>
                  <a:lnTo>
                    <a:pt x="2749416" y="2385714"/>
                  </a:lnTo>
                  <a:lnTo>
                    <a:pt x="2693648" y="2424867"/>
                  </a:lnTo>
                  <a:lnTo>
                    <a:pt x="2633214" y="2460106"/>
                  </a:lnTo>
                  <a:lnTo>
                    <a:pt x="2567349" y="2491875"/>
                  </a:lnTo>
                  <a:lnTo>
                    <a:pt x="2495388" y="2520576"/>
                  </a:lnTo>
                  <a:lnTo>
                    <a:pt x="2416854" y="2546554"/>
                  </a:lnTo>
                  <a:lnTo>
                    <a:pt x="2331578" y="2570077"/>
                  </a:lnTo>
                  <a:lnTo>
                    <a:pt x="2239855" y="2591338"/>
                  </a:lnTo>
                  <a:lnTo>
                    <a:pt x="2142614" y="2610450"/>
                  </a:lnTo>
                  <a:lnTo>
                    <a:pt x="2041572" y="2627453"/>
                  </a:lnTo>
                  <a:lnTo>
                    <a:pt x="1939331" y="2642333"/>
                  </a:lnTo>
                  <a:lnTo>
                    <a:pt x="1839326" y="2655042"/>
                  </a:lnTo>
                  <a:lnTo>
                    <a:pt x="1745574" y="2665540"/>
                  </a:lnTo>
                  <a:lnTo>
                    <a:pt x="1662188" y="2673834"/>
                  </a:lnTo>
                  <a:lnTo>
                    <a:pt x="1592720" y="2680014"/>
                  </a:lnTo>
                  <a:lnTo>
                    <a:pt x="1539486" y="2684274"/>
                  </a:lnTo>
                  <a:lnTo>
                    <a:pt x="1503047" y="2686909"/>
                  </a:lnTo>
                  <a:lnTo>
                    <a:pt x="1482003" y="2688290"/>
                  </a:lnTo>
                  <a:lnTo>
                    <a:pt x="1473081" y="2688823"/>
                  </a:lnTo>
                  <a:lnTo>
                    <a:pt x="1471387" y="2688916"/>
                  </a:lnTo>
                  <a:lnTo>
                    <a:pt x="0" y="2688916"/>
                  </a:lnTo>
                  <a:close/>
                </a:path>
              </a:pathLst>
            </a:custGeom>
            <a:solidFill>
              <a:srgbClr val="D9B26F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662" name="pl1662"/>
            <p:cNvSpPr/>
            <p:nvPr/>
          </p:nvSpPr>
          <p:spPr>
            <a:xfrm>
              <a:off x="4799595" y="7080230"/>
              <a:ext cx="11981298" cy="2688916"/>
            </a:xfrm>
            <a:custGeom>
              <a:avLst/>
              <a:pathLst>
                <a:path w="11981298" h="2688916">
                  <a:moveTo>
                    <a:pt x="0" y="2688916"/>
                  </a:moveTo>
                  <a:lnTo>
                    <a:pt x="1471387" y="2688916"/>
                  </a:lnTo>
                  <a:lnTo>
                    <a:pt x="1472542" y="2688853"/>
                  </a:lnTo>
                  <a:lnTo>
                    <a:pt x="1480131" y="2688405"/>
                  </a:lnTo>
                  <a:lnTo>
                    <a:pt x="1499254" y="2687167"/>
                  </a:lnTo>
                  <a:lnTo>
                    <a:pt x="1533422" y="2684730"/>
                  </a:lnTo>
                  <a:lnTo>
                    <a:pt x="1584310" y="2680716"/>
                  </a:lnTo>
                  <a:lnTo>
                    <a:pt x="1651622" y="2674817"/>
                  </a:lnTo>
                  <a:lnTo>
                    <a:pt x="1733264" y="2666825"/>
                  </a:lnTo>
                  <a:lnTo>
                    <a:pt x="1825816" y="2656635"/>
                  </a:lnTo>
                  <a:lnTo>
                    <a:pt x="1925200" y="2644232"/>
                  </a:lnTo>
                  <a:lnTo>
                    <a:pt x="2027352" y="2629651"/>
                  </a:lnTo>
                  <a:lnTo>
                    <a:pt x="2128737" y="2612941"/>
                  </a:lnTo>
                  <a:lnTo>
                    <a:pt x="2226629" y="2594123"/>
                  </a:lnTo>
                  <a:lnTo>
                    <a:pt x="2319191" y="2573166"/>
                  </a:lnTo>
                  <a:lnTo>
                    <a:pt x="2405394" y="2549967"/>
                  </a:lnTo>
                  <a:lnTo>
                    <a:pt x="2484865" y="2524346"/>
                  </a:lnTo>
                  <a:lnTo>
                    <a:pt x="2557717" y="2496043"/>
                  </a:lnTo>
                  <a:lnTo>
                    <a:pt x="2624393" y="2464724"/>
                  </a:lnTo>
                  <a:lnTo>
                    <a:pt x="2685539" y="2429993"/>
                  </a:lnTo>
                  <a:lnTo>
                    <a:pt x="2741909" y="2391411"/>
                  </a:lnTo>
                  <a:lnTo>
                    <a:pt x="2794297" y="2348533"/>
                  </a:lnTo>
                  <a:lnTo>
                    <a:pt x="2843485" y="2300963"/>
                  </a:lnTo>
                  <a:lnTo>
                    <a:pt x="2890194" y="2248459"/>
                  </a:lnTo>
                  <a:lnTo>
                    <a:pt x="2896531" y="2240763"/>
                  </a:lnTo>
                  <a:lnTo>
                    <a:pt x="2934991" y="2191076"/>
                  </a:lnTo>
                  <a:lnTo>
                    <a:pt x="2972467" y="2137656"/>
                  </a:lnTo>
                  <a:lnTo>
                    <a:pt x="3009231" y="2080429"/>
                  </a:lnTo>
                  <a:lnTo>
                    <a:pt x="3045505" y="2019382"/>
                  </a:lnTo>
                  <a:lnTo>
                    <a:pt x="3081462" y="1954577"/>
                  </a:lnTo>
                  <a:lnTo>
                    <a:pt x="3117238" y="1886150"/>
                  </a:lnTo>
                  <a:lnTo>
                    <a:pt x="3152932" y="1814320"/>
                  </a:lnTo>
                  <a:lnTo>
                    <a:pt x="3188614" y="1739389"/>
                  </a:lnTo>
                  <a:lnTo>
                    <a:pt x="3224327" y="1661741"/>
                  </a:lnTo>
                  <a:lnTo>
                    <a:pt x="3260092" y="1581833"/>
                  </a:lnTo>
                  <a:lnTo>
                    <a:pt x="3295911" y="1500188"/>
                  </a:lnTo>
                  <a:lnTo>
                    <a:pt x="3331774" y="1417383"/>
                  </a:lnTo>
                  <a:lnTo>
                    <a:pt x="3367658" y="1334027"/>
                  </a:lnTo>
                  <a:lnTo>
                    <a:pt x="3403539" y="1250751"/>
                  </a:lnTo>
                  <a:lnTo>
                    <a:pt x="3439392" y="1168180"/>
                  </a:lnTo>
                  <a:lnTo>
                    <a:pt x="3475199" y="1086917"/>
                  </a:lnTo>
                  <a:lnTo>
                    <a:pt x="3510950" y="1007527"/>
                  </a:lnTo>
                  <a:lnTo>
                    <a:pt x="3546652" y="930518"/>
                  </a:lnTo>
                  <a:lnTo>
                    <a:pt x="3582332" y="856330"/>
                  </a:lnTo>
                  <a:lnTo>
                    <a:pt x="3618039" y="785326"/>
                  </a:lnTo>
                  <a:lnTo>
                    <a:pt x="3653849" y="717788"/>
                  </a:lnTo>
                  <a:lnTo>
                    <a:pt x="3689872" y="653912"/>
                  </a:lnTo>
                  <a:lnTo>
                    <a:pt x="3726250" y="593818"/>
                  </a:lnTo>
                  <a:lnTo>
                    <a:pt x="3763170" y="537547"/>
                  </a:lnTo>
                  <a:lnTo>
                    <a:pt x="3800863" y="485070"/>
                  </a:lnTo>
                  <a:lnTo>
                    <a:pt x="3829811" y="448152"/>
                  </a:lnTo>
                  <a:lnTo>
                    <a:pt x="3876226" y="394958"/>
                  </a:lnTo>
                  <a:lnTo>
                    <a:pt x="3925029" y="346711"/>
                  </a:lnTo>
                  <a:lnTo>
                    <a:pt x="3976926" y="303202"/>
                  </a:lnTo>
                  <a:lnTo>
                    <a:pt x="4032694" y="264049"/>
                  </a:lnTo>
                  <a:lnTo>
                    <a:pt x="4093128" y="228809"/>
                  </a:lnTo>
                  <a:lnTo>
                    <a:pt x="4158993" y="197040"/>
                  </a:lnTo>
                  <a:lnTo>
                    <a:pt x="4230954" y="168339"/>
                  </a:lnTo>
                  <a:lnTo>
                    <a:pt x="4309488" y="142362"/>
                  </a:lnTo>
                  <a:lnTo>
                    <a:pt x="4394764" y="118839"/>
                  </a:lnTo>
                  <a:lnTo>
                    <a:pt x="4486487" y="97578"/>
                  </a:lnTo>
                  <a:lnTo>
                    <a:pt x="4583728" y="78466"/>
                  </a:lnTo>
                  <a:lnTo>
                    <a:pt x="4684770" y="61462"/>
                  </a:lnTo>
                  <a:lnTo>
                    <a:pt x="4787011" y="46583"/>
                  </a:lnTo>
                  <a:lnTo>
                    <a:pt x="4887016" y="33874"/>
                  </a:lnTo>
                  <a:lnTo>
                    <a:pt x="4980768" y="23375"/>
                  </a:lnTo>
                  <a:lnTo>
                    <a:pt x="5064155" y="15081"/>
                  </a:lnTo>
                  <a:lnTo>
                    <a:pt x="5133622" y="8901"/>
                  </a:lnTo>
                  <a:lnTo>
                    <a:pt x="5186856" y="4642"/>
                  </a:lnTo>
                  <a:lnTo>
                    <a:pt x="5223295" y="2006"/>
                  </a:lnTo>
                  <a:lnTo>
                    <a:pt x="5244339" y="626"/>
                  </a:lnTo>
                  <a:lnTo>
                    <a:pt x="5253261" y="93"/>
                  </a:lnTo>
                  <a:lnTo>
                    <a:pt x="5254952" y="0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506" y="59"/>
                  </a:lnTo>
                  <a:lnTo>
                    <a:pt x="6735148" y="486"/>
                  </a:lnTo>
                  <a:lnTo>
                    <a:pt x="6754399" y="1665"/>
                  </a:lnTo>
                  <a:lnTo>
                    <a:pt x="6788787" y="3985"/>
                  </a:lnTo>
                  <a:lnTo>
                    <a:pt x="6839981" y="7807"/>
                  </a:lnTo>
                  <a:lnTo>
                    <a:pt x="6907663" y="13422"/>
                  </a:lnTo>
                  <a:lnTo>
                    <a:pt x="6989701" y="21027"/>
                  </a:lnTo>
                  <a:lnTo>
                    <a:pt x="7082635" y="30720"/>
                  </a:lnTo>
                  <a:lnTo>
                    <a:pt x="7182354" y="42516"/>
                  </a:lnTo>
                  <a:lnTo>
                    <a:pt x="7284772" y="56379"/>
                  </a:lnTo>
                  <a:lnTo>
                    <a:pt x="7386341" y="72263"/>
                  </a:lnTo>
                  <a:lnTo>
                    <a:pt x="7484342" y="90150"/>
                  </a:lnTo>
                  <a:lnTo>
                    <a:pt x="7576946" y="110070"/>
                  </a:lnTo>
                  <a:lnTo>
                    <a:pt x="7663140" y="132124"/>
                  </a:lnTo>
                  <a:lnTo>
                    <a:pt x="7742566" y="156486"/>
                  </a:lnTo>
                  <a:lnTo>
                    <a:pt x="7815353" y="183406"/>
                  </a:lnTo>
                  <a:lnTo>
                    <a:pt x="7881957" y="213204"/>
                  </a:lnTo>
                  <a:lnTo>
                    <a:pt x="7943032" y="246259"/>
                  </a:lnTo>
                  <a:lnTo>
                    <a:pt x="7999343" y="282990"/>
                  </a:lnTo>
                  <a:lnTo>
                    <a:pt x="8051689" y="323822"/>
                  </a:lnTo>
                  <a:lnTo>
                    <a:pt x="8100857" y="369125"/>
                  </a:lnTo>
                  <a:lnTo>
                    <a:pt x="8147568" y="419119"/>
                  </a:lnTo>
                  <a:lnTo>
                    <a:pt x="8151487" y="423633"/>
                  </a:lnTo>
                  <a:lnTo>
                    <a:pt x="8190785" y="471680"/>
                  </a:lnTo>
                  <a:lnTo>
                    <a:pt x="8229061" y="523414"/>
                  </a:lnTo>
                  <a:lnTo>
                    <a:pt x="8266605" y="578911"/>
                  </a:lnTo>
                  <a:lnTo>
                    <a:pt x="8303650" y="638176"/>
                  </a:lnTo>
                  <a:lnTo>
                    <a:pt x="8340378" y="701145"/>
                  </a:lnTo>
                  <a:lnTo>
                    <a:pt x="8376930" y="767671"/>
                  </a:lnTo>
                  <a:lnTo>
                    <a:pt x="8413408" y="837521"/>
                  </a:lnTo>
                  <a:lnTo>
                    <a:pt x="8449881" y="910380"/>
                  </a:lnTo>
                  <a:lnTo>
                    <a:pt x="8486392" y="985847"/>
                  </a:lnTo>
                  <a:lnTo>
                    <a:pt x="8522960" y="1063448"/>
                  </a:lnTo>
                  <a:lnTo>
                    <a:pt x="8559583" y="1142642"/>
                  </a:lnTo>
                  <a:lnTo>
                    <a:pt x="8596246" y="1222838"/>
                  </a:lnTo>
                  <a:lnTo>
                    <a:pt x="8632925" y="1303413"/>
                  </a:lnTo>
                  <a:lnTo>
                    <a:pt x="8669593" y="1383732"/>
                  </a:lnTo>
                  <a:lnTo>
                    <a:pt x="8706225" y="1463166"/>
                  </a:lnTo>
                  <a:lnTo>
                    <a:pt x="8742804" y="1541119"/>
                  </a:lnTo>
                  <a:lnTo>
                    <a:pt x="8779325" y="1617038"/>
                  </a:lnTo>
                  <a:lnTo>
                    <a:pt x="8815804" y="1690434"/>
                  </a:lnTo>
                  <a:lnTo>
                    <a:pt x="8852276" y="1760892"/>
                  </a:lnTo>
                  <a:lnTo>
                    <a:pt x="8888806" y="1828080"/>
                  </a:lnTo>
                  <a:lnTo>
                    <a:pt x="8925491" y="1891750"/>
                  </a:lnTo>
                  <a:lnTo>
                    <a:pt x="8962462" y="1951739"/>
                  </a:lnTo>
                  <a:lnTo>
                    <a:pt x="8999893" y="2007964"/>
                  </a:lnTo>
                  <a:lnTo>
                    <a:pt x="9038007" y="2060421"/>
                  </a:lnTo>
                  <a:lnTo>
                    <a:pt x="9077082" y="2109172"/>
                  </a:lnTo>
                  <a:lnTo>
                    <a:pt x="9084767" y="2118168"/>
                  </a:lnTo>
                  <a:lnTo>
                    <a:pt x="9131296" y="2168568"/>
                  </a:lnTo>
                  <a:lnTo>
                    <a:pt x="9180226" y="2214268"/>
                  </a:lnTo>
                  <a:lnTo>
                    <a:pt x="9232270" y="2255470"/>
                  </a:lnTo>
                  <a:lnTo>
                    <a:pt x="9288208" y="2292537"/>
                  </a:lnTo>
                  <a:lnTo>
                    <a:pt x="9348843" y="2325891"/>
                  </a:lnTo>
                  <a:lnTo>
                    <a:pt x="9414944" y="2355953"/>
                  </a:lnTo>
                  <a:lnTo>
                    <a:pt x="9487178" y="2383107"/>
                  </a:lnTo>
                  <a:lnTo>
                    <a:pt x="9566024" y="2407678"/>
                  </a:lnTo>
                  <a:lnTo>
                    <a:pt x="9651642" y="2429922"/>
                  </a:lnTo>
                  <a:lnTo>
                    <a:pt x="9743725" y="2450021"/>
                  </a:lnTo>
                  <a:lnTo>
                    <a:pt x="9841321" y="2468080"/>
                  </a:lnTo>
                  <a:lnTo>
                    <a:pt x="9942678" y="2484137"/>
                  </a:lnTo>
                  <a:lnTo>
                    <a:pt x="10045152" y="2498175"/>
                  </a:lnTo>
                  <a:lnTo>
                    <a:pt x="10145258" y="2510150"/>
                  </a:lnTo>
                  <a:lnTo>
                    <a:pt x="10238941" y="2520024"/>
                  </a:lnTo>
                  <a:lnTo>
                    <a:pt x="10322065" y="2527807"/>
                  </a:lnTo>
                  <a:lnTo>
                    <a:pt x="10391087" y="2533586"/>
                  </a:lnTo>
                  <a:lnTo>
                    <a:pt x="10443737" y="2537551"/>
                  </a:lnTo>
                  <a:lnTo>
                    <a:pt x="10479532" y="2539988"/>
                  </a:lnTo>
                  <a:lnTo>
                    <a:pt x="10499969" y="2541250"/>
                  </a:lnTo>
                  <a:lnTo>
                    <a:pt x="10508428" y="2541725"/>
                  </a:lnTo>
                  <a:lnTo>
                    <a:pt x="10509910" y="2541802"/>
                  </a:lnTo>
                  <a:lnTo>
                    <a:pt x="10509911" y="2541802"/>
                  </a:lnTo>
                  <a:lnTo>
                    <a:pt x="11981298" y="254180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63" name="pl1663"/>
            <p:cNvSpPr/>
            <p:nvPr/>
          </p:nvSpPr>
          <p:spPr>
            <a:xfrm>
              <a:off x="4799595" y="7055711"/>
              <a:ext cx="11981298" cy="2688916"/>
            </a:xfrm>
            <a:custGeom>
              <a:avLst/>
              <a:pathLst>
                <a:path w="11981298" h="2688916">
                  <a:moveTo>
                    <a:pt x="11981298" y="2541802"/>
                  </a:moveTo>
                  <a:lnTo>
                    <a:pt x="10509911" y="2541802"/>
                  </a:lnTo>
                  <a:lnTo>
                    <a:pt x="10508748" y="2541742"/>
                  </a:lnTo>
                  <a:lnTo>
                    <a:pt x="10501106" y="2541316"/>
                  </a:lnTo>
                  <a:lnTo>
                    <a:pt x="10481854" y="2540137"/>
                  </a:lnTo>
                  <a:lnTo>
                    <a:pt x="10447466" y="2537816"/>
                  </a:lnTo>
                  <a:lnTo>
                    <a:pt x="10396272" y="2533994"/>
                  </a:lnTo>
                  <a:lnTo>
                    <a:pt x="10328590" y="2528380"/>
                  </a:lnTo>
                  <a:lnTo>
                    <a:pt x="10246552" y="2520774"/>
                  </a:lnTo>
                  <a:lnTo>
                    <a:pt x="10153618" y="2511081"/>
                  </a:lnTo>
                  <a:lnTo>
                    <a:pt x="10053899" y="2499285"/>
                  </a:lnTo>
                  <a:lnTo>
                    <a:pt x="9951482" y="2485423"/>
                  </a:lnTo>
                  <a:lnTo>
                    <a:pt x="9849912" y="2469538"/>
                  </a:lnTo>
                  <a:lnTo>
                    <a:pt x="9751911" y="2451652"/>
                  </a:lnTo>
                  <a:lnTo>
                    <a:pt x="9659307" y="2431731"/>
                  </a:lnTo>
                  <a:lnTo>
                    <a:pt x="9573114" y="2409677"/>
                  </a:lnTo>
                  <a:lnTo>
                    <a:pt x="9493687" y="2385315"/>
                  </a:lnTo>
                  <a:lnTo>
                    <a:pt x="9420900" y="2358395"/>
                  </a:lnTo>
                  <a:lnTo>
                    <a:pt x="9354297" y="2328597"/>
                  </a:lnTo>
                  <a:lnTo>
                    <a:pt x="9293221" y="2295542"/>
                  </a:lnTo>
                  <a:lnTo>
                    <a:pt x="9236911" y="2258811"/>
                  </a:lnTo>
                  <a:lnTo>
                    <a:pt x="9184564" y="2217979"/>
                  </a:lnTo>
                  <a:lnTo>
                    <a:pt x="9135396" y="2172677"/>
                  </a:lnTo>
                  <a:lnTo>
                    <a:pt x="9088685" y="2122682"/>
                  </a:lnTo>
                  <a:lnTo>
                    <a:pt x="9084767" y="2118168"/>
                  </a:lnTo>
                  <a:lnTo>
                    <a:pt x="9045468" y="2070121"/>
                  </a:lnTo>
                  <a:lnTo>
                    <a:pt x="9007193" y="2018387"/>
                  </a:lnTo>
                  <a:lnTo>
                    <a:pt x="8969648" y="1962891"/>
                  </a:lnTo>
                  <a:lnTo>
                    <a:pt x="8932603" y="1903625"/>
                  </a:lnTo>
                  <a:lnTo>
                    <a:pt x="8895875" y="1840656"/>
                  </a:lnTo>
                  <a:lnTo>
                    <a:pt x="8859323" y="1774131"/>
                  </a:lnTo>
                  <a:lnTo>
                    <a:pt x="8822846" y="1704281"/>
                  </a:lnTo>
                  <a:lnTo>
                    <a:pt x="8786372" y="1631422"/>
                  </a:lnTo>
                  <a:lnTo>
                    <a:pt x="8749861" y="1555954"/>
                  </a:lnTo>
                  <a:lnTo>
                    <a:pt x="8713293" y="1478353"/>
                  </a:lnTo>
                  <a:lnTo>
                    <a:pt x="8676671" y="1399159"/>
                  </a:lnTo>
                  <a:lnTo>
                    <a:pt x="8640008" y="1318963"/>
                  </a:lnTo>
                  <a:lnTo>
                    <a:pt x="8603328" y="1238388"/>
                  </a:lnTo>
                  <a:lnTo>
                    <a:pt x="8566660" y="1158070"/>
                  </a:lnTo>
                  <a:lnTo>
                    <a:pt x="8530028" y="1078635"/>
                  </a:lnTo>
                  <a:lnTo>
                    <a:pt x="8493449" y="1000683"/>
                  </a:lnTo>
                  <a:lnTo>
                    <a:pt x="8456928" y="924764"/>
                  </a:lnTo>
                  <a:lnTo>
                    <a:pt x="8420450" y="851368"/>
                  </a:lnTo>
                  <a:lnTo>
                    <a:pt x="8383978" y="780909"/>
                  </a:lnTo>
                  <a:lnTo>
                    <a:pt x="8347447" y="713721"/>
                  </a:lnTo>
                  <a:lnTo>
                    <a:pt x="8310763" y="650051"/>
                  </a:lnTo>
                  <a:lnTo>
                    <a:pt x="8273791" y="590063"/>
                  </a:lnTo>
                  <a:lnTo>
                    <a:pt x="8236360" y="533837"/>
                  </a:lnTo>
                  <a:lnTo>
                    <a:pt x="8198246" y="481380"/>
                  </a:lnTo>
                  <a:lnTo>
                    <a:pt x="8159171" y="432630"/>
                  </a:lnTo>
                  <a:lnTo>
                    <a:pt x="8151487" y="423633"/>
                  </a:lnTo>
                  <a:lnTo>
                    <a:pt x="8104957" y="373234"/>
                  </a:lnTo>
                  <a:lnTo>
                    <a:pt x="8056027" y="327534"/>
                  </a:lnTo>
                  <a:lnTo>
                    <a:pt x="8003984" y="286331"/>
                  </a:lnTo>
                  <a:lnTo>
                    <a:pt x="7948045" y="249264"/>
                  </a:lnTo>
                  <a:lnTo>
                    <a:pt x="7887410" y="215910"/>
                  </a:lnTo>
                  <a:lnTo>
                    <a:pt x="7821310" y="185848"/>
                  </a:lnTo>
                  <a:lnTo>
                    <a:pt x="7749075" y="158694"/>
                  </a:lnTo>
                  <a:lnTo>
                    <a:pt x="7670230" y="134123"/>
                  </a:lnTo>
                  <a:lnTo>
                    <a:pt x="7584611" y="111879"/>
                  </a:lnTo>
                  <a:lnTo>
                    <a:pt x="7492528" y="91780"/>
                  </a:lnTo>
                  <a:lnTo>
                    <a:pt x="7394932" y="73721"/>
                  </a:lnTo>
                  <a:lnTo>
                    <a:pt x="7293575" y="57665"/>
                  </a:lnTo>
                  <a:lnTo>
                    <a:pt x="7191102" y="43627"/>
                  </a:lnTo>
                  <a:lnTo>
                    <a:pt x="7090995" y="31651"/>
                  </a:lnTo>
                  <a:lnTo>
                    <a:pt x="6997313" y="21777"/>
                  </a:lnTo>
                  <a:lnTo>
                    <a:pt x="6914188" y="13995"/>
                  </a:lnTo>
                  <a:lnTo>
                    <a:pt x="6845167" y="8215"/>
                  </a:lnTo>
                  <a:lnTo>
                    <a:pt x="6792516" y="4250"/>
                  </a:lnTo>
                  <a:lnTo>
                    <a:pt x="6756722" y="1814"/>
                  </a:lnTo>
                  <a:lnTo>
                    <a:pt x="6736284" y="552"/>
                  </a:lnTo>
                  <a:lnTo>
                    <a:pt x="6727825" y="76"/>
                  </a:lnTo>
                  <a:lnTo>
                    <a:pt x="6726343" y="0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800" y="62"/>
                  </a:lnTo>
                  <a:lnTo>
                    <a:pt x="5246211" y="510"/>
                  </a:lnTo>
                  <a:lnTo>
                    <a:pt x="5227089" y="1748"/>
                  </a:lnTo>
                  <a:lnTo>
                    <a:pt x="5192920" y="4185"/>
                  </a:lnTo>
                  <a:lnTo>
                    <a:pt x="5142032" y="8200"/>
                  </a:lnTo>
                  <a:lnTo>
                    <a:pt x="5074720" y="14098"/>
                  </a:lnTo>
                  <a:lnTo>
                    <a:pt x="4993078" y="22091"/>
                  </a:lnTo>
                  <a:lnTo>
                    <a:pt x="4900527" y="32280"/>
                  </a:lnTo>
                  <a:lnTo>
                    <a:pt x="4801143" y="44684"/>
                  </a:lnTo>
                  <a:lnTo>
                    <a:pt x="4698990" y="59264"/>
                  </a:lnTo>
                  <a:lnTo>
                    <a:pt x="4597605" y="75974"/>
                  </a:lnTo>
                  <a:lnTo>
                    <a:pt x="4499713" y="94792"/>
                  </a:lnTo>
                  <a:lnTo>
                    <a:pt x="4407151" y="115749"/>
                  </a:lnTo>
                  <a:lnTo>
                    <a:pt x="4320948" y="138948"/>
                  </a:lnTo>
                  <a:lnTo>
                    <a:pt x="4241477" y="164569"/>
                  </a:lnTo>
                  <a:lnTo>
                    <a:pt x="4168625" y="192873"/>
                  </a:lnTo>
                  <a:lnTo>
                    <a:pt x="4101949" y="224192"/>
                  </a:lnTo>
                  <a:lnTo>
                    <a:pt x="4040803" y="258923"/>
                  </a:lnTo>
                  <a:lnTo>
                    <a:pt x="3984434" y="297504"/>
                  </a:lnTo>
                  <a:lnTo>
                    <a:pt x="3932045" y="340383"/>
                  </a:lnTo>
                  <a:lnTo>
                    <a:pt x="3882857" y="387952"/>
                  </a:lnTo>
                  <a:lnTo>
                    <a:pt x="3836148" y="440456"/>
                  </a:lnTo>
                  <a:lnTo>
                    <a:pt x="3829811" y="448152"/>
                  </a:lnTo>
                  <a:lnTo>
                    <a:pt x="3791351" y="497840"/>
                  </a:lnTo>
                  <a:lnTo>
                    <a:pt x="3753876" y="551260"/>
                  </a:lnTo>
                  <a:lnTo>
                    <a:pt x="3717111" y="608487"/>
                  </a:lnTo>
                  <a:lnTo>
                    <a:pt x="3680837" y="669533"/>
                  </a:lnTo>
                  <a:lnTo>
                    <a:pt x="3644880" y="734339"/>
                  </a:lnTo>
                  <a:lnTo>
                    <a:pt x="3609104" y="802766"/>
                  </a:lnTo>
                  <a:lnTo>
                    <a:pt x="3573410" y="874596"/>
                  </a:lnTo>
                  <a:lnTo>
                    <a:pt x="3537728" y="949526"/>
                  </a:lnTo>
                  <a:lnTo>
                    <a:pt x="3502015" y="1027175"/>
                  </a:lnTo>
                  <a:lnTo>
                    <a:pt x="3466250" y="1107083"/>
                  </a:lnTo>
                  <a:lnTo>
                    <a:pt x="3430431" y="1188727"/>
                  </a:lnTo>
                  <a:lnTo>
                    <a:pt x="3394569" y="1271533"/>
                  </a:lnTo>
                  <a:lnTo>
                    <a:pt x="3358684" y="1354888"/>
                  </a:lnTo>
                  <a:lnTo>
                    <a:pt x="3322803" y="1438164"/>
                  </a:lnTo>
                  <a:lnTo>
                    <a:pt x="3286950" y="1520736"/>
                  </a:lnTo>
                  <a:lnTo>
                    <a:pt x="3251143" y="1601998"/>
                  </a:lnTo>
                  <a:lnTo>
                    <a:pt x="3215392" y="1681388"/>
                  </a:lnTo>
                  <a:lnTo>
                    <a:pt x="3179690" y="1758397"/>
                  </a:lnTo>
                  <a:lnTo>
                    <a:pt x="3144010" y="1832585"/>
                  </a:lnTo>
                  <a:lnTo>
                    <a:pt x="3108303" y="1903589"/>
                  </a:lnTo>
                  <a:lnTo>
                    <a:pt x="3072493" y="1971128"/>
                  </a:lnTo>
                  <a:lnTo>
                    <a:pt x="3036470" y="2035003"/>
                  </a:lnTo>
                  <a:lnTo>
                    <a:pt x="3000092" y="2095097"/>
                  </a:lnTo>
                  <a:lnTo>
                    <a:pt x="2963172" y="2151369"/>
                  </a:lnTo>
                  <a:lnTo>
                    <a:pt x="2925479" y="2203846"/>
                  </a:lnTo>
                  <a:lnTo>
                    <a:pt x="2896531" y="2240763"/>
                  </a:lnTo>
                  <a:lnTo>
                    <a:pt x="2850116" y="2293958"/>
                  </a:lnTo>
                  <a:lnTo>
                    <a:pt x="2801314" y="2342204"/>
                  </a:lnTo>
                  <a:lnTo>
                    <a:pt x="2749416" y="2385714"/>
                  </a:lnTo>
                  <a:lnTo>
                    <a:pt x="2693648" y="2424867"/>
                  </a:lnTo>
                  <a:lnTo>
                    <a:pt x="2633214" y="2460106"/>
                  </a:lnTo>
                  <a:lnTo>
                    <a:pt x="2567349" y="2491875"/>
                  </a:lnTo>
                  <a:lnTo>
                    <a:pt x="2495388" y="2520576"/>
                  </a:lnTo>
                  <a:lnTo>
                    <a:pt x="2416854" y="2546554"/>
                  </a:lnTo>
                  <a:lnTo>
                    <a:pt x="2331578" y="2570077"/>
                  </a:lnTo>
                  <a:lnTo>
                    <a:pt x="2239855" y="2591338"/>
                  </a:lnTo>
                  <a:lnTo>
                    <a:pt x="2142614" y="2610450"/>
                  </a:lnTo>
                  <a:lnTo>
                    <a:pt x="2041572" y="2627453"/>
                  </a:lnTo>
                  <a:lnTo>
                    <a:pt x="1939331" y="2642333"/>
                  </a:lnTo>
                  <a:lnTo>
                    <a:pt x="1839326" y="2655042"/>
                  </a:lnTo>
                  <a:lnTo>
                    <a:pt x="1745574" y="2665540"/>
                  </a:lnTo>
                  <a:lnTo>
                    <a:pt x="1662188" y="2673834"/>
                  </a:lnTo>
                  <a:lnTo>
                    <a:pt x="1592720" y="2680014"/>
                  </a:lnTo>
                  <a:lnTo>
                    <a:pt x="1539486" y="2684274"/>
                  </a:lnTo>
                  <a:lnTo>
                    <a:pt x="1503047" y="2686909"/>
                  </a:lnTo>
                  <a:lnTo>
                    <a:pt x="1482003" y="2688290"/>
                  </a:lnTo>
                  <a:lnTo>
                    <a:pt x="1473081" y="2688823"/>
                  </a:lnTo>
                  <a:lnTo>
                    <a:pt x="1471390" y="2688916"/>
                  </a:lnTo>
                  <a:lnTo>
                    <a:pt x="1471387" y="2688916"/>
                  </a:lnTo>
                  <a:lnTo>
                    <a:pt x="0" y="268891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64" name="pg1664"/>
            <p:cNvSpPr/>
            <p:nvPr/>
          </p:nvSpPr>
          <p:spPr>
            <a:xfrm>
              <a:off x="4799595" y="3900934"/>
              <a:ext cx="11981298" cy="5900904"/>
            </a:xfrm>
            <a:custGeom>
              <a:avLst/>
              <a:pathLst>
                <a:path w="11981298" h="5900904">
                  <a:moveTo>
                    <a:pt x="0" y="5900904"/>
                  </a:moveTo>
                  <a:lnTo>
                    <a:pt x="1471387" y="5900904"/>
                  </a:lnTo>
                  <a:lnTo>
                    <a:pt x="1472612" y="5900879"/>
                  </a:lnTo>
                  <a:lnTo>
                    <a:pt x="1480655" y="5900701"/>
                  </a:lnTo>
                  <a:lnTo>
                    <a:pt x="1500882" y="5900209"/>
                  </a:lnTo>
                  <a:lnTo>
                    <a:pt x="1536930" y="5899241"/>
                  </a:lnTo>
                  <a:lnTo>
                    <a:pt x="1590429" y="5897648"/>
                  </a:lnTo>
                  <a:lnTo>
                    <a:pt x="1660880" y="5895312"/>
                  </a:lnTo>
                  <a:lnTo>
                    <a:pt x="1745871" y="5892153"/>
                  </a:lnTo>
                  <a:lnTo>
                    <a:pt x="1841638" y="5888137"/>
                  </a:lnTo>
                  <a:lnTo>
                    <a:pt x="1943812" y="5883261"/>
                  </a:lnTo>
                  <a:lnTo>
                    <a:pt x="2048144" y="5877540"/>
                  </a:lnTo>
                  <a:lnTo>
                    <a:pt x="2151029" y="5870994"/>
                  </a:lnTo>
                  <a:lnTo>
                    <a:pt x="2249773" y="5863627"/>
                  </a:lnTo>
                  <a:lnTo>
                    <a:pt x="2342637" y="5855420"/>
                  </a:lnTo>
                  <a:lnTo>
                    <a:pt x="2428720" y="5846324"/>
                  </a:lnTo>
                  <a:lnTo>
                    <a:pt x="2507786" y="5836260"/>
                  </a:lnTo>
                  <a:lnTo>
                    <a:pt x="2580074" y="5825115"/>
                  </a:lnTo>
                  <a:lnTo>
                    <a:pt x="2646132" y="5812749"/>
                  </a:lnTo>
                  <a:lnTo>
                    <a:pt x="2706696" y="5798997"/>
                  </a:lnTo>
                  <a:lnTo>
                    <a:pt x="2762590" y="5783681"/>
                  </a:lnTo>
                  <a:lnTo>
                    <a:pt x="2814657" y="5766630"/>
                  </a:lnTo>
                  <a:lnTo>
                    <a:pt x="2863708" y="5747705"/>
                  </a:lnTo>
                  <a:lnTo>
                    <a:pt x="2896531" y="5733358"/>
                  </a:lnTo>
                  <a:lnTo>
                    <a:pt x="2947312" y="5708421"/>
                  </a:lnTo>
                  <a:lnTo>
                    <a:pt x="2996522" y="5681012"/>
                  </a:lnTo>
                  <a:lnTo>
                    <a:pt x="3044739" y="5651092"/>
                  </a:lnTo>
                  <a:lnTo>
                    <a:pt x="3092389" y="5618701"/>
                  </a:lnTo>
                  <a:lnTo>
                    <a:pt x="3139775" y="5583971"/>
                  </a:lnTo>
                  <a:lnTo>
                    <a:pt x="3187098" y="5547126"/>
                  </a:lnTo>
                  <a:lnTo>
                    <a:pt x="3234471" y="5508484"/>
                  </a:lnTo>
                  <a:lnTo>
                    <a:pt x="3281937" y="5468453"/>
                  </a:lnTo>
                  <a:lnTo>
                    <a:pt x="3329488" y="5427509"/>
                  </a:lnTo>
                  <a:lnTo>
                    <a:pt x="3377080" y="5386179"/>
                  </a:lnTo>
                  <a:lnTo>
                    <a:pt x="3424654" y="5345009"/>
                  </a:lnTo>
                  <a:lnTo>
                    <a:pt x="3472160" y="5304537"/>
                  </a:lnTo>
                  <a:lnTo>
                    <a:pt x="3519569" y="5265264"/>
                  </a:lnTo>
                  <a:lnTo>
                    <a:pt x="3566903" y="5227629"/>
                  </a:lnTo>
                  <a:lnTo>
                    <a:pt x="3614244" y="5191986"/>
                  </a:lnTo>
                  <a:lnTo>
                    <a:pt x="3661755" y="5158603"/>
                  </a:lnTo>
                  <a:lnTo>
                    <a:pt x="3709692" y="5127646"/>
                  </a:lnTo>
                  <a:lnTo>
                    <a:pt x="3758429" y="5099194"/>
                  </a:lnTo>
                  <a:lnTo>
                    <a:pt x="3808475" y="5073239"/>
                  </a:lnTo>
                  <a:lnTo>
                    <a:pt x="3829811" y="5063172"/>
                  </a:lnTo>
                  <a:lnTo>
                    <a:pt x="3877193" y="5042899"/>
                  </a:lnTo>
                  <a:lnTo>
                    <a:pt x="3927075" y="5024552"/>
                  </a:lnTo>
                  <a:lnTo>
                    <a:pt x="3980211" y="5008042"/>
                  </a:lnTo>
                  <a:lnTo>
                    <a:pt x="4037427" y="4993218"/>
                  </a:lnTo>
                  <a:lnTo>
                    <a:pt x="4099569" y="4979903"/>
                  </a:lnTo>
                  <a:lnTo>
                    <a:pt x="4167440" y="4967923"/>
                  </a:lnTo>
                  <a:lnTo>
                    <a:pt x="4241730" y="4957118"/>
                  </a:lnTo>
                  <a:lnTo>
                    <a:pt x="4322911" y="4947357"/>
                  </a:lnTo>
                  <a:lnTo>
                    <a:pt x="4411096" y="4938538"/>
                  </a:lnTo>
                  <a:lnTo>
                    <a:pt x="4505868" y="4930588"/>
                  </a:lnTo>
                  <a:lnTo>
                    <a:pt x="4606090" y="4923470"/>
                  </a:lnTo>
                  <a:lnTo>
                    <a:pt x="4709741" y="4917172"/>
                  </a:lnTo>
                  <a:lnTo>
                    <a:pt x="4813838" y="4911705"/>
                  </a:lnTo>
                  <a:lnTo>
                    <a:pt x="4914541" y="4907087"/>
                  </a:lnTo>
                  <a:lnTo>
                    <a:pt x="5007498" y="4903332"/>
                  </a:lnTo>
                  <a:lnTo>
                    <a:pt x="5088441" y="4900428"/>
                  </a:lnTo>
                  <a:lnTo>
                    <a:pt x="5153941" y="4898326"/>
                  </a:lnTo>
                  <a:lnTo>
                    <a:pt x="5202119" y="4896937"/>
                  </a:lnTo>
                  <a:lnTo>
                    <a:pt x="5233115" y="4896129"/>
                  </a:lnTo>
                  <a:lnTo>
                    <a:pt x="5249190" y="4895749"/>
                  </a:lnTo>
                  <a:lnTo>
                    <a:pt x="5254532" y="4895634"/>
                  </a:lnTo>
                  <a:lnTo>
                    <a:pt x="5254955" y="4895625"/>
                  </a:lnTo>
                  <a:lnTo>
                    <a:pt x="6726343" y="4895625"/>
                  </a:lnTo>
                  <a:lnTo>
                    <a:pt x="6727230" y="4895538"/>
                  </a:lnTo>
                  <a:lnTo>
                    <a:pt x="6733095" y="4894917"/>
                  </a:lnTo>
                  <a:lnTo>
                    <a:pt x="6747985" y="4893202"/>
                  </a:lnTo>
                  <a:lnTo>
                    <a:pt x="6774866" y="4889820"/>
                  </a:lnTo>
                  <a:lnTo>
                    <a:pt x="6815461" y="4884227"/>
                  </a:lnTo>
                  <a:lnTo>
                    <a:pt x="6870120" y="4875950"/>
                  </a:lnTo>
                  <a:lnTo>
                    <a:pt x="6937851" y="4864630"/>
                  </a:lnTo>
                  <a:lnTo>
                    <a:pt x="7016534" y="4850043"/>
                  </a:lnTo>
                  <a:lnTo>
                    <a:pt x="7103299" y="4832094"/>
                  </a:lnTo>
                  <a:lnTo>
                    <a:pt x="7194971" y="4810786"/>
                  </a:lnTo>
                  <a:lnTo>
                    <a:pt x="7288486" y="4786178"/>
                  </a:lnTo>
                  <a:lnTo>
                    <a:pt x="7381190" y="4758337"/>
                  </a:lnTo>
                  <a:lnTo>
                    <a:pt x="7471011" y="4727294"/>
                  </a:lnTo>
                  <a:lnTo>
                    <a:pt x="7556498" y="4693009"/>
                  </a:lnTo>
                  <a:lnTo>
                    <a:pt x="7636779" y="4655357"/>
                  </a:lnTo>
                  <a:lnTo>
                    <a:pt x="7711464" y="4614113"/>
                  </a:lnTo>
                  <a:lnTo>
                    <a:pt x="7780535" y="4568951"/>
                  </a:lnTo>
                  <a:lnTo>
                    <a:pt x="7844242" y="4519448"/>
                  </a:lnTo>
                  <a:lnTo>
                    <a:pt x="7903016" y="4465093"/>
                  </a:lnTo>
                  <a:lnTo>
                    <a:pt x="7957393" y="4405306"/>
                  </a:lnTo>
                  <a:lnTo>
                    <a:pt x="8007968" y="4339464"/>
                  </a:lnTo>
                  <a:lnTo>
                    <a:pt x="8055351" y="4266953"/>
                  </a:lnTo>
                  <a:lnTo>
                    <a:pt x="8100133" y="4187247"/>
                  </a:lnTo>
                  <a:lnTo>
                    <a:pt x="8142862" y="4100026"/>
                  </a:lnTo>
                  <a:lnTo>
                    <a:pt x="8151487" y="4081050"/>
                  </a:lnTo>
                  <a:lnTo>
                    <a:pt x="8181283" y="4011900"/>
                  </a:lnTo>
                  <a:lnTo>
                    <a:pt x="8210451" y="3938730"/>
                  </a:lnTo>
                  <a:lnTo>
                    <a:pt x="8239127" y="3861461"/>
                  </a:lnTo>
                  <a:lnTo>
                    <a:pt x="8267424" y="3780050"/>
                  </a:lnTo>
                  <a:lnTo>
                    <a:pt x="8295440" y="3694500"/>
                  </a:lnTo>
                  <a:lnTo>
                    <a:pt x="8323255" y="3604860"/>
                  </a:lnTo>
                  <a:lnTo>
                    <a:pt x="8350936" y="3511226"/>
                  </a:lnTo>
                  <a:lnTo>
                    <a:pt x="8378535" y="3413749"/>
                  </a:lnTo>
                  <a:lnTo>
                    <a:pt x="8406095" y="3312634"/>
                  </a:lnTo>
                  <a:lnTo>
                    <a:pt x="8433646" y="3208135"/>
                  </a:lnTo>
                  <a:lnTo>
                    <a:pt x="8461211" y="3100565"/>
                  </a:lnTo>
                  <a:lnTo>
                    <a:pt x="8488803" y="2990282"/>
                  </a:lnTo>
                  <a:lnTo>
                    <a:pt x="8516427" y="2877692"/>
                  </a:lnTo>
                  <a:lnTo>
                    <a:pt x="8544083" y="2763241"/>
                  </a:lnTo>
                  <a:lnTo>
                    <a:pt x="8571768" y="2647409"/>
                  </a:lnTo>
                  <a:lnTo>
                    <a:pt x="8599471" y="2530701"/>
                  </a:lnTo>
                  <a:lnTo>
                    <a:pt x="8627182" y="2413638"/>
                  </a:lnTo>
                  <a:lnTo>
                    <a:pt x="8654890" y="2296747"/>
                  </a:lnTo>
                  <a:lnTo>
                    <a:pt x="8682582" y="2180553"/>
                  </a:lnTo>
                  <a:lnTo>
                    <a:pt x="8710249" y="2065568"/>
                  </a:lnTo>
                  <a:lnTo>
                    <a:pt x="8737885" y="1952281"/>
                  </a:lnTo>
                  <a:lnTo>
                    <a:pt x="8765487" y="1841151"/>
                  </a:lnTo>
                  <a:lnTo>
                    <a:pt x="8793060" y="1732597"/>
                  </a:lnTo>
                  <a:lnTo>
                    <a:pt x="8820614" y="1626997"/>
                  </a:lnTo>
                  <a:lnTo>
                    <a:pt x="8848168" y="1524678"/>
                  </a:lnTo>
                  <a:lnTo>
                    <a:pt x="8875750" y="1425915"/>
                  </a:lnTo>
                  <a:lnTo>
                    <a:pt x="8903397" y="1330930"/>
                  </a:lnTo>
                  <a:lnTo>
                    <a:pt x="8931158" y="1239892"/>
                  </a:lnTo>
                  <a:lnTo>
                    <a:pt x="8959096" y="1152918"/>
                  </a:lnTo>
                  <a:lnTo>
                    <a:pt x="8987286" y="1070071"/>
                  </a:lnTo>
                  <a:lnTo>
                    <a:pt x="9015818" y="991369"/>
                  </a:lnTo>
                  <a:lnTo>
                    <a:pt x="9044802" y="916786"/>
                  </a:lnTo>
                  <a:lnTo>
                    <a:pt x="9074364" y="846255"/>
                  </a:lnTo>
                  <a:lnTo>
                    <a:pt x="9084767" y="822748"/>
                  </a:lnTo>
                  <a:lnTo>
                    <a:pt x="9127133" y="733966"/>
                  </a:lnTo>
                  <a:lnTo>
                    <a:pt x="9171448" y="652722"/>
                  </a:lnTo>
                  <a:lnTo>
                    <a:pt x="9218245" y="578762"/>
                  </a:lnTo>
                  <a:lnTo>
                    <a:pt x="9268110" y="511589"/>
                  </a:lnTo>
                  <a:lnTo>
                    <a:pt x="9321652" y="450602"/>
                  </a:lnTo>
                  <a:lnTo>
                    <a:pt x="9379470" y="395173"/>
                  </a:lnTo>
                  <a:lnTo>
                    <a:pt x="9442118" y="344712"/>
                  </a:lnTo>
                  <a:lnTo>
                    <a:pt x="9510052" y="298690"/>
                  </a:lnTo>
                  <a:lnTo>
                    <a:pt x="9583567" y="256666"/>
                  </a:lnTo>
                  <a:lnTo>
                    <a:pt x="9662708" y="218293"/>
                  </a:lnTo>
                  <a:lnTo>
                    <a:pt x="9747173" y="183325"/>
                  </a:lnTo>
                  <a:lnTo>
                    <a:pt x="9836197" y="151617"/>
                  </a:lnTo>
                  <a:lnTo>
                    <a:pt x="9928454" y="123113"/>
                  </a:lnTo>
                  <a:lnTo>
                    <a:pt x="10022001" y="97832"/>
                  </a:lnTo>
                  <a:lnTo>
                    <a:pt x="10114296" y="75836"/>
                  </a:lnTo>
                  <a:lnTo>
                    <a:pt x="10202338" y="57189"/>
                  </a:lnTo>
                  <a:lnTo>
                    <a:pt x="10282944" y="41911"/>
                  </a:lnTo>
                  <a:lnTo>
                    <a:pt x="10353145" y="29930"/>
                  </a:lnTo>
                  <a:lnTo>
                    <a:pt x="10410630" y="21049"/>
                  </a:lnTo>
                  <a:lnTo>
                    <a:pt x="10454150" y="14936"/>
                  </a:lnTo>
                  <a:lnTo>
                    <a:pt x="10483769" y="11140"/>
                  </a:lnTo>
                  <a:lnTo>
                    <a:pt x="10500934" y="9127"/>
                  </a:lnTo>
                  <a:lnTo>
                    <a:pt x="10508367" y="8326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9023" y="87"/>
                  </a:lnTo>
                  <a:lnTo>
                    <a:pt x="10503158" y="708"/>
                  </a:lnTo>
                  <a:lnTo>
                    <a:pt x="10488268" y="2423"/>
                  </a:lnTo>
                  <a:lnTo>
                    <a:pt x="10461387" y="5805"/>
                  </a:lnTo>
                  <a:lnTo>
                    <a:pt x="10420792" y="11398"/>
                  </a:lnTo>
                  <a:lnTo>
                    <a:pt x="10366133" y="19675"/>
                  </a:lnTo>
                  <a:lnTo>
                    <a:pt x="10298402" y="30995"/>
                  </a:lnTo>
                  <a:lnTo>
                    <a:pt x="10219719" y="45582"/>
                  </a:lnTo>
                  <a:lnTo>
                    <a:pt x="10132954" y="63531"/>
                  </a:lnTo>
                  <a:lnTo>
                    <a:pt x="10041282" y="84839"/>
                  </a:lnTo>
                  <a:lnTo>
                    <a:pt x="9947767" y="109447"/>
                  </a:lnTo>
                  <a:lnTo>
                    <a:pt x="9855063" y="137288"/>
                  </a:lnTo>
                  <a:lnTo>
                    <a:pt x="9765242" y="168331"/>
                  </a:lnTo>
                  <a:lnTo>
                    <a:pt x="9679755" y="202616"/>
                  </a:lnTo>
                  <a:lnTo>
                    <a:pt x="9599474" y="240268"/>
                  </a:lnTo>
                  <a:lnTo>
                    <a:pt x="9524789" y="281512"/>
                  </a:lnTo>
                  <a:lnTo>
                    <a:pt x="9455719" y="326674"/>
                  </a:lnTo>
                  <a:lnTo>
                    <a:pt x="9392011" y="376177"/>
                  </a:lnTo>
                  <a:lnTo>
                    <a:pt x="9333237" y="430532"/>
                  </a:lnTo>
                  <a:lnTo>
                    <a:pt x="9278860" y="490319"/>
                  </a:lnTo>
                  <a:lnTo>
                    <a:pt x="9228285" y="556161"/>
                  </a:lnTo>
                  <a:lnTo>
                    <a:pt x="9180903" y="628672"/>
                  </a:lnTo>
                  <a:lnTo>
                    <a:pt x="9136120" y="708378"/>
                  </a:lnTo>
                  <a:lnTo>
                    <a:pt x="9093391" y="795599"/>
                  </a:lnTo>
                  <a:lnTo>
                    <a:pt x="9084767" y="814575"/>
                  </a:lnTo>
                  <a:lnTo>
                    <a:pt x="9054970" y="883725"/>
                  </a:lnTo>
                  <a:lnTo>
                    <a:pt x="9025802" y="956895"/>
                  </a:lnTo>
                  <a:lnTo>
                    <a:pt x="8997127" y="1034164"/>
                  </a:lnTo>
                  <a:lnTo>
                    <a:pt x="8968829" y="1115575"/>
                  </a:lnTo>
                  <a:lnTo>
                    <a:pt x="8940813" y="1201125"/>
                  </a:lnTo>
                  <a:lnTo>
                    <a:pt x="8912998" y="1290765"/>
                  </a:lnTo>
                  <a:lnTo>
                    <a:pt x="8885318" y="1384399"/>
                  </a:lnTo>
                  <a:lnTo>
                    <a:pt x="8857718" y="1481876"/>
                  </a:lnTo>
                  <a:lnTo>
                    <a:pt x="8830158" y="1582991"/>
                  </a:lnTo>
                  <a:lnTo>
                    <a:pt x="8802607" y="1687490"/>
                  </a:lnTo>
                  <a:lnTo>
                    <a:pt x="8775042" y="1795060"/>
                  </a:lnTo>
                  <a:lnTo>
                    <a:pt x="8747451" y="1905343"/>
                  </a:lnTo>
                  <a:lnTo>
                    <a:pt x="8719827" y="2017933"/>
                  </a:lnTo>
                  <a:lnTo>
                    <a:pt x="8692170" y="2132384"/>
                  </a:lnTo>
                  <a:lnTo>
                    <a:pt x="8664485" y="2248216"/>
                  </a:lnTo>
                  <a:lnTo>
                    <a:pt x="8636782" y="2364924"/>
                  </a:lnTo>
                  <a:lnTo>
                    <a:pt x="8609071" y="2481987"/>
                  </a:lnTo>
                  <a:lnTo>
                    <a:pt x="8581363" y="2598878"/>
                  </a:lnTo>
                  <a:lnTo>
                    <a:pt x="8553671" y="2715072"/>
                  </a:lnTo>
                  <a:lnTo>
                    <a:pt x="8526004" y="2830057"/>
                  </a:lnTo>
                  <a:lnTo>
                    <a:pt x="8498368" y="2943344"/>
                  </a:lnTo>
                  <a:lnTo>
                    <a:pt x="8470766" y="3054474"/>
                  </a:lnTo>
                  <a:lnTo>
                    <a:pt x="8443193" y="3163028"/>
                  </a:lnTo>
                  <a:lnTo>
                    <a:pt x="8415639" y="3268628"/>
                  </a:lnTo>
                  <a:lnTo>
                    <a:pt x="8388085" y="3370947"/>
                  </a:lnTo>
                  <a:lnTo>
                    <a:pt x="8360504" y="3469710"/>
                  </a:lnTo>
                  <a:lnTo>
                    <a:pt x="8332857" y="3564695"/>
                  </a:lnTo>
                  <a:lnTo>
                    <a:pt x="8305095" y="3655733"/>
                  </a:lnTo>
                  <a:lnTo>
                    <a:pt x="8277157" y="3742707"/>
                  </a:lnTo>
                  <a:lnTo>
                    <a:pt x="8248967" y="3825554"/>
                  </a:lnTo>
                  <a:lnTo>
                    <a:pt x="8220435" y="3904256"/>
                  </a:lnTo>
                  <a:lnTo>
                    <a:pt x="8191452" y="3978839"/>
                  </a:lnTo>
                  <a:lnTo>
                    <a:pt x="8161890" y="4049370"/>
                  </a:lnTo>
                  <a:lnTo>
                    <a:pt x="8151487" y="4072877"/>
                  </a:lnTo>
                  <a:lnTo>
                    <a:pt x="8109120" y="4161659"/>
                  </a:lnTo>
                  <a:lnTo>
                    <a:pt x="8064805" y="4242903"/>
                  </a:lnTo>
                  <a:lnTo>
                    <a:pt x="8018008" y="4316863"/>
                  </a:lnTo>
                  <a:lnTo>
                    <a:pt x="7968143" y="4384036"/>
                  </a:lnTo>
                  <a:lnTo>
                    <a:pt x="7914601" y="4445023"/>
                  </a:lnTo>
                  <a:lnTo>
                    <a:pt x="7856783" y="4500452"/>
                  </a:lnTo>
                  <a:lnTo>
                    <a:pt x="7794136" y="4550913"/>
                  </a:lnTo>
                  <a:lnTo>
                    <a:pt x="7726201" y="4596935"/>
                  </a:lnTo>
                  <a:lnTo>
                    <a:pt x="7652687" y="4638959"/>
                  </a:lnTo>
                  <a:lnTo>
                    <a:pt x="7573545" y="4677332"/>
                  </a:lnTo>
                  <a:lnTo>
                    <a:pt x="7489080" y="4712300"/>
                  </a:lnTo>
                  <a:lnTo>
                    <a:pt x="7400057" y="4744008"/>
                  </a:lnTo>
                  <a:lnTo>
                    <a:pt x="7307799" y="4772512"/>
                  </a:lnTo>
                  <a:lnTo>
                    <a:pt x="7214252" y="4797793"/>
                  </a:lnTo>
                  <a:lnTo>
                    <a:pt x="7121957" y="4819789"/>
                  </a:lnTo>
                  <a:lnTo>
                    <a:pt x="7033915" y="4838436"/>
                  </a:lnTo>
                  <a:lnTo>
                    <a:pt x="6953309" y="4853714"/>
                  </a:lnTo>
                  <a:lnTo>
                    <a:pt x="6883109" y="4865695"/>
                  </a:lnTo>
                  <a:lnTo>
                    <a:pt x="6825623" y="4874576"/>
                  </a:lnTo>
                  <a:lnTo>
                    <a:pt x="6782104" y="4880689"/>
                  </a:lnTo>
                  <a:lnTo>
                    <a:pt x="6752484" y="4884485"/>
                  </a:lnTo>
                  <a:lnTo>
                    <a:pt x="6735319" y="4886498"/>
                  </a:lnTo>
                  <a:lnTo>
                    <a:pt x="6727886" y="4887299"/>
                  </a:lnTo>
                  <a:lnTo>
                    <a:pt x="6726343" y="4887452"/>
                  </a:lnTo>
                  <a:lnTo>
                    <a:pt x="5254955" y="4887452"/>
                  </a:lnTo>
                  <a:lnTo>
                    <a:pt x="5253730" y="4887477"/>
                  </a:lnTo>
                  <a:lnTo>
                    <a:pt x="5245687" y="4887655"/>
                  </a:lnTo>
                  <a:lnTo>
                    <a:pt x="5225460" y="4888148"/>
                  </a:lnTo>
                  <a:lnTo>
                    <a:pt x="5189412" y="4889116"/>
                  </a:lnTo>
                  <a:lnTo>
                    <a:pt x="5135913" y="4890709"/>
                  </a:lnTo>
                  <a:lnTo>
                    <a:pt x="5065462" y="4893045"/>
                  </a:lnTo>
                  <a:lnTo>
                    <a:pt x="4980471" y="4896203"/>
                  </a:lnTo>
                  <a:lnTo>
                    <a:pt x="4884704" y="4900220"/>
                  </a:lnTo>
                  <a:lnTo>
                    <a:pt x="4782530" y="4905096"/>
                  </a:lnTo>
                  <a:lnTo>
                    <a:pt x="4678198" y="4910816"/>
                  </a:lnTo>
                  <a:lnTo>
                    <a:pt x="4575313" y="4917363"/>
                  </a:lnTo>
                  <a:lnTo>
                    <a:pt x="4476569" y="4924730"/>
                  </a:lnTo>
                  <a:lnTo>
                    <a:pt x="4383705" y="4932937"/>
                  </a:lnTo>
                  <a:lnTo>
                    <a:pt x="4297622" y="4942032"/>
                  </a:lnTo>
                  <a:lnTo>
                    <a:pt x="4218556" y="4952097"/>
                  </a:lnTo>
                  <a:lnTo>
                    <a:pt x="4146269" y="4963241"/>
                  </a:lnTo>
                  <a:lnTo>
                    <a:pt x="4080210" y="4975608"/>
                  </a:lnTo>
                  <a:lnTo>
                    <a:pt x="4019646" y="4989360"/>
                  </a:lnTo>
                  <a:lnTo>
                    <a:pt x="3963752" y="5004676"/>
                  </a:lnTo>
                  <a:lnTo>
                    <a:pt x="3911685" y="5021727"/>
                  </a:lnTo>
                  <a:lnTo>
                    <a:pt x="3862634" y="5040652"/>
                  </a:lnTo>
                  <a:lnTo>
                    <a:pt x="3829811" y="5054999"/>
                  </a:lnTo>
                  <a:lnTo>
                    <a:pt x="3779031" y="5079936"/>
                  </a:lnTo>
                  <a:lnTo>
                    <a:pt x="3729821" y="5107345"/>
                  </a:lnTo>
                  <a:lnTo>
                    <a:pt x="3681604" y="5137265"/>
                  </a:lnTo>
                  <a:lnTo>
                    <a:pt x="3633953" y="5169655"/>
                  </a:lnTo>
                  <a:lnTo>
                    <a:pt x="3586567" y="5204386"/>
                  </a:lnTo>
                  <a:lnTo>
                    <a:pt x="3539244" y="5241231"/>
                  </a:lnTo>
                  <a:lnTo>
                    <a:pt x="3491871" y="5279873"/>
                  </a:lnTo>
                  <a:lnTo>
                    <a:pt x="3444405" y="5319904"/>
                  </a:lnTo>
                  <a:lnTo>
                    <a:pt x="3396854" y="5360847"/>
                  </a:lnTo>
                  <a:lnTo>
                    <a:pt x="3349262" y="5402178"/>
                  </a:lnTo>
                  <a:lnTo>
                    <a:pt x="3301688" y="5443348"/>
                  </a:lnTo>
                  <a:lnTo>
                    <a:pt x="3254183" y="5483820"/>
                  </a:lnTo>
                  <a:lnTo>
                    <a:pt x="3206773" y="5523093"/>
                  </a:lnTo>
                  <a:lnTo>
                    <a:pt x="3159439" y="5560728"/>
                  </a:lnTo>
                  <a:lnTo>
                    <a:pt x="3112098" y="5596370"/>
                  </a:lnTo>
                  <a:lnTo>
                    <a:pt x="3064587" y="5629754"/>
                  </a:lnTo>
                  <a:lnTo>
                    <a:pt x="3016650" y="5660711"/>
                  </a:lnTo>
                  <a:lnTo>
                    <a:pt x="2967914" y="5689163"/>
                  </a:lnTo>
                  <a:lnTo>
                    <a:pt x="2917867" y="5715118"/>
                  </a:lnTo>
                  <a:lnTo>
                    <a:pt x="2896531" y="5725185"/>
                  </a:lnTo>
                  <a:lnTo>
                    <a:pt x="2849149" y="5745457"/>
                  </a:lnTo>
                  <a:lnTo>
                    <a:pt x="2799267" y="5763805"/>
                  </a:lnTo>
                  <a:lnTo>
                    <a:pt x="2746131" y="5780315"/>
                  </a:lnTo>
                  <a:lnTo>
                    <a:pt x="2688915" y="5795139"/>
                  </a:lnTo>
                  <a:lnTo>
                    <a:pt x="2626773" y="5808453"/>
                  </a:lnTo>
                  <a:lnTo>
                    <a:pt x="2558903" y="5820434"/>
                  </a:lnTo>
                  <a:lnTo>
                    <a:pt x="2484612" y="5831239"/>
                  </a:lnTo>
                  <a:lnTo>
                    <a:pt x="2403431" y="5840999"/>
                  </a:lnTo>
                  <a:lnTo>
                    <a:pt x="2315246" y="5849819"/>
                  </a:lnTo>
                  <a:lnTo>
                    <a:pt x="2220474" y="5857769"/>
                  </a:lnTo>
                  <a:lnTo>
                    <a:pt x="2120252" y="5864887"/>
                  </a:lnTo>
                  <a:lnTo>
                    <a:pt x="2016601" y="5871185"/>
                  </a:lnTo>
                  <a:lnTo>
                    <a:pt x="1912504" y="5876652"/>
                  </a:lnTo>
                  <a:lnTo>
                    <a:pt x="1811801" y="5881270"/>
                  </a:lnTo>
                  <a:lnTo>
                    <a:pt x="1718844" y="5885025"/>
                  </a:lnTo>
                  <a:lnTo>
                    <a:pt x="1637901" y="5887929"/>
                  </a:lnTo>
                  <a:lnTo>
                    <a:pt x="1572401" y="5890030"/>
                  </a:lnTo>
                  <a:lnTo>
                    <a:pt x="1524223" y="5891420"/>
                  </a:lnTo>
                  <a:lnTo>
                    <a:pt x="1493227" y="5892228"/>
                  </a:lnTo>
                  <a:lnTo>
                    <a:pt x="1477152" y="5892608"/>
                  </a:lnTo>
                  <a:lnTo>
                    <a:pt x="1471810" y="5892723"/>
                  </a:lnTo>
                  <a:lnTo>
                    <a:pt x="1471387" y="5892731"/>
                  </a:lnTo>
                  <a:lnTo>
                    <a:pt x="0" y="5892731"/>
                  </a:lnTo>
                  <a:close/>
                </a:path>
              </a:pathLst>
            </a:custGeom>
            <a:solidFill>
              <a:srgbClr val="D9B26F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665" name="pl1665"/>
            <p:cNvSpPr/>
            <p:nvPr/>
          </p:nvSpPr>
          <p:spPr>
            <a:xfrm>
              <a:off x="4799595" y="3909107"/>
              <a:ext cx="11981298" cy="5892731"/>
            </a:xfrm>
            <a:custGeom>
              <a:avLst/>
              <a:pathLst>
                <a:path w="11981298" h="5892731">
                  <a:moveTo>
                    <a:pt x="0" y="5892731"/>
                  </a:moveTo>
                  <a:lnTo>
                    <a:pt x="1471387" y="5892731"/>
                  </a:lnTo>
                  <a:lnTo>
                    <a:pt x="1472612" y="5892706"/>
                  </a:lnTo>
                  <a:lnTo>
                    <a:pt x="1480655" y="5892528"/>
                  </a:lnTo>
                  <a:lnTo>
                    <a:pt x="1500882" y="5892036"/>
                  </a:lnTo>
                  <a:lnTo>
                    <a:pt x="1536930" y="5891068"/>
                  </a:lnTo>
                  <a:lnTo>
                    <a:pt x="1590429" y="5889475"/>
                  </a:lnTo>
                  <a:lnTo>
                    <a:pt x="1660880" y="5887139"/>
                  </a:lnTo>
                  <a:lnTo>
                    <a:pt x="1745871" y="5883980"/>
                  </a:lnTo>
                  <a:lnTo>
                    <a:pt x="1841638" y="5879964"/>
                  </a:lnTo>
                  <a:lnTo>
                    <a:pt x="1943812" y="5875088"/>
                  </a:lnTo>
                  <a:lnTo>
                    <a:pt x="2048144" y="5869367"/>
                  </a:lnTo>
                  <a:lnTo>
                    <a:pt x="2151029" y="5862821"/>
                  </a:lnTo>
                  <a:lnTo>
                    <a:pt x="2249773" y="5855454"/>
                  </a:lnTo>
                  <a:lnTo>
                    <a:pt x="2342637" y="5847247"/>
                  </a:lnTo>
                  <a:lnTo>
                    <a:pt x="2428720" y="5838151"/>
                  </a:lnTo>
                  <a:lnTo>
                    <a:pt x="2507786" y="5828087"/>
                  </a:lnTo>
                  <a:lnTo>
                    <a:pt x="2580074" y="5816942"/>
                  </a:lnTo>
                  <a:lnTo>
                    <a:pt x="2646132" y="5804576"/>
                  </a:lnTo>
                  <a:lnTo>
                    <a:pt x="2706696" y="5790824"/>
                  </a:lnTo>
                  <a:lnTo>
                    <a:pt x="2762590" y="5775508"/>
                  </a:lnTo>
                  <a:lnTo>
                    <a:pt x="2814657" y="5758457"/>
                  </a:lnTo>
                  <a:lnTo>
                    <a:pt x="2863708" y="5739532"/>
                  </a:lnTo>
                  <a:lnTo>
                    <a:pt x="2896531" y="5725185"/>
                  </a:lnTo>
                  <a:lnTo>
                    <a:pt x="2947312" y="5700248"/>
                  </a:lnTo>
                  <a:lnTo>
                    <a:pt x="2996522" y="5672839"/>
                  </a:lnTo>
                  <a:lnTo>
                    <a:pt x="3044739" y="5642919"/>
                  </a:lnTo>
                  <a:lnTo>
                    <a:pt x="3092389" y="5610528"/>
                  </a:lnTo>
                  <a:lnTo>
                    <a:pt x="3139775" y="5575798"/>
                  </a:lnTo>
                  <a:lnTo>
                    <a:pt x="3187098" y="5538953"/>
                  </a:lnTo>
                  <a:lnTo>
                    <a:pt x="3234471" y="5500311"/>
                  </a:lnTo>
                  <a:lnTo>
                    <a:pt x="3281937" y="5460280"/>
                  </a:lnTo>
                  <a:lnTo>
                    <a:pt x="3329488" y="5419336"/>
                  </a:lnTo>
                  <a:lnTo>
                    <a:pt x="3377080" y="5378006"/>
                  </a:lnTo>
                  <a:lnTo>
                    <a:pt x="3424654" y="5336836"/>
                  </a:lnTo>
                  <a:lnTo>
                    <a:pt x="3472160" y="5296364"/>
                  </a:lnTo>
                  <a:lnTo>
                    <a:pt x="3519569" y="5257091"/>
                  </a:lnTo>
                  <a:lnTo>
                    <a:pt x="3566903" y="5219456"/>
                  </a:lnTo>
                  <a:lnTo>
                    <a:pt x="3614244" y="5183813"/>
                  </a:lnTo>
                  <a:lnTo>
                    <a:pt x="3661755" y="5150430"/>
                  </a:lnTo>
                  <a:lnTo>
                    <a:pt x="3709692" y="5119473"/>
                  </a:lnTo>
                  <a:lnTo>
                    <a:pt x="3758429" y="5091021"/>
                  </a:lnTo>
                  <a:lnTo>
                    <a:pt x="3808475" y="5065066"/>
                  </a:lnTo>
                  <a:lnTo>
                    <a:pt x="3829811" y="5054999"/>
                  </a:lnTo>
                  <a:lnTo>
                    <a:pt x="3877193" y="5034726"/>
                  </a:lnTo>
                  <a:lnTo>
                    <a:pt x="3927075" y="5016379"/>
                  </a:lnTo>
                  <a:lnTo>
                    <a:pt x="3980211" y="4999869"/>
                  </a:lnTo>
                  <a:lnTo>
                    <a:pt x="4037427" y="4985045"/>
                  </a:lnTo>
                  <a:lnTo>
                    <a:pt x="4099569" y="4971730"/>
                  </a:lnTo>
                  <a:lnTo>
                    <a:pt x="4167440" y="4959750"/>
                  </a:lnTo>
                  <a:lnTo>
                    <a:pt x="4241730" y="4948945"/>
                  </a:lnTo>
                  <a:lnTo>
                    <a:pt x="4322911" y="4939184"/>
                  </a:lnTo>
                  <a:lnTo>
                    <a:pt x="4411096" y="4930365"/>
                  </a:lnTo>
                  <a:lnTo>
                    <a:pt x="4505868" y="4922415"/>
                  </a:lnTo>
                  <a:lnTo>
                    <a:pt x="4606090" y="4915297"/>
                  </a:lnTo>
                  <a:lnTo>
                    <a:pt x="4709741" y="4908999"/>
                  </a:lnTo>
                  <a:lnTo>
                    <a:pt x="4813838" y="4903532"/>
                  </a:lnTo>
                  <a:lnTo>
                    <a:pt x="4914541" y="4898914"/>
                  </a:lnTo>
                  <a:lnTo>
                    <a:pt x="5007498" y="4895159"/>
                  </a:lnTo>
                  <a:lnTo>
                    <a:pt x="5088441" y="4892255"/>
                  </a:lnTo>
                  <a:lnTo>
                    <a:pt x="5153941" y="4890153"/>
                  </a:lnTo>
                  <a:lnTo>
                    <a:pt x="5202119" y="4888764"/>
                  </a:lnTo>
                  <a:lnTo>
                    <a:pt x="5233115" y="4887956"/>
                  </a:lnTo>
                  <a:lnTo>
                    <a:pt x="5249190" y="4887576"/>
                  </a:lnTo>
                  <a:lnTo>
                    <a:pt x="5254532" y="4887461"/>
                  </a:lnTo>
                  <a:lnTo>
                    <a:pt x="5254955" y="4887452"/>
                  </a:lnTo>
                  <a:lnTo>
                    <a:pt x="6726343" y="4887452"/>
                  </a:lnTo>
                  <a:lnTo>
                    <a:pt x="6727230" y="4887365"/>
                  </a:lnTo>
                  <a:lnTo>
                    <a:pt x="6733095" y="4886744"/>
                  </a:lnTo>
                  <a:lnTo>
                    <a:pt x="6747985" y="4885029"/>
                  </a:lnTo>
                  <a:lnTo>
                    <a:pt x="6774866" y="4881647"/>
                  </a:lnTo>
                  <a:lnTo>
                    <a:pt x="6815461" y="4876054"/>
                  </a:lnTo>
                  <a:lnTo>
                    <a:pt x="6870120" y="4867777"/>
                  </a:lnTo>
                  <a:lnTo>
                    <a:pt x="6937851" y="4856457"/>
                  </a:lnTo>
                  <a:lnTo>
                    <a:pt x="7016534" y="4841870"/>
                  </a:lnTo>
                  <a:lnTo>
                    <a:pt x="7103299" y="4823921"/>
                  </a:lnTo>
                  <a:lnTo>
                    <a:pt x="7194971" y="4802613"/>
                  </a:lnTo>
                  <a:lnTo>
                    <a:pt x="7288486" y="4778005"/>
                  </a:lnTo>
                  <a:lnTo>
                    <a:pt x="7381190" y="4750164"/>
                  </a:lnTo>
                  <a:lnTo>
                    <a:pt x="7471011" y="4719121"/>
                  </a:lnTo>
                  <a:lnTo>
                    <a:pt x="7556498" y="4684836"/>
                  </a:lnTo>
                  <a:lnTo>
                    <a:pt x="7636779" y="4647184"/>
                  </a:lnTo>
                  <a:lnTo>
                    <a:pt x="7711464" y="4605940"/>
                  </a:lnTo>
                  <a:lnTo>
                    <a:pt x="7780535" y="4560778"/>
                  </a:lnTo>
                  <a:lnTo>
                    <a:pt x="7844242" y="4511275"/>
                  </a:lnTo>
                  <a:lnTo>
                    <a:pt x="7903016" y="4456920"/>
                  </a:lnTo>
                  <a:lnTo>
                    <a:pt x="7957393" y="4397133"/>
                  </a:lnTo>
                  <a:lnTo>
                    <a:pt x="8007968" y="4331291"/>
                  </a:lnTo>
                  <a:lnTo>
                    <a:pt x="8055351" y="4258780"/>
                  </a:lnTo>
                  <a:lnTo>
                    <a:pt x="8100133" y="4179074"/>
                  </a:lnTo>
                  <a:lnTo>
                    <a:pt x="8142862" y="4091853"/>
                  </a:lnTo>
                  <a:lnTo>
                    <a:pt x="8151487" y="4072877"/>
                  </a:lnTo>
                  <a:lnTo>
                    <a:pt x="8181283" y="4003727"/>
                  </a:lnTo>
                  <a:lnTo>
                    <a:pt x="8210451" y="3930557"/>
                  </a:lnTo>
                  <a:lnTo>
                    <a:pt x="8239127" y="3853288"/>
                  </a:lnTo>
                  <a:lnTo>
                    <a:pt x="8267424" y="3771877"/>
                  </a:lnTo>
                  <a:lnTo>
                    <a:pt x="8295440" y="3686327"/>
                  </a:lnTo>
                  <a:lnTo>
                    <a:pt x="8323255" y="3596687"/>
                  </a:lnTo>
                  <a:lnTo>
                    <a:pt x="8350936" y="3503053"/>
                  </a:lnTo>
                  <a:lnTo>
                    <a:pt x="8378535" y="3405576"/>
                  </a:lnTo>
                  <a:lnTo>
                    <a:pt x="8406095" y="3304461"/>
                  </a:lnTo>
                  <a:lnTo>
                    <a:pt x="8433646" y="3199962"/>
                  </a:lnTo>
                  <a:lnTo>
                    <a:pt x="8461211" y="3092392"/>
                  </a:lnTo>
                  <a:lnTo>
                    <a:pt x="8488803" y="2982109"/>
                  </a:lnTo>
                  <a:lnTo>
                    <a:pt x="8516427" y="2869519"/>
                  </a:lnTo>
                  <a:lnTo>
                    <a:pt x="8544083" y="2755068"/>
                  </a:lnTo>
                  <a:lnTo>
                    <a:pt x="8571768" y="2639236"/>
                  </a:lnTo>
                  <a:lnTo>
                    <a:pt x="8599471" y="2522528"/>
                  </a:lnTo>
                  <a:lnTo>
                    <a:pt x="8627182" y="2405465"/>
                  </a:lnTo>
                  <a:lnTo>
                    <a:pt x="8654890" y="2288574"/>
                  </a:lnTo>
                  <a:lnTo>
                    <a:pt x="8682582" y="2172380"/>
                  </a:lnTo>
                  <a:lnTo>
                    <a:pt x="8710249" y="2057395"/>
                  </a:lnTo>
                  <a:lnTo>
                    <a:pt x="8737885" y="1944108"/>
                  </a:lnTo>
                  <a:lnTo>
                    <a:pt x="8765487" y="1832978"/>
                  </a:lnTo>
                  <a:lnTo>
                    <a:pt x="8793060" y="1724424"/>
                  </a:lnTo>
                  <a:lnTo>
                    <a:pt x="8820614" y="1618824"/>
                  </a:lnTo>
                  <a:lnTo>
                    <a:pt x="8848168" y="1516505"/>
                  </a:lnTo>
                  <a:lnTo>
                    <a:pt x="8875750" y="1417742"/>
                  </a:lnTo>
                  <a:lnTo>
                    <a:pt x="8903397" y="1322757"/>
                  </a:lnTo>
                  <a:lnTo>
                    <a:pt x="8931158" y="1231719"/>
                  </a:lnTo>
                  <a:lnTo>
                    <a:pt x="8959096" y="1144745"/>
                  </a:lnTo>
                  <a:lnTo>
                    <a:pt x="8987286" y="1061898"/>
                  </a:lnTo>
                  <a:lnTo>
                    <a:pt x="9015818" y="983196"/>
                  </a:lnTo>
                  <a:lnTo>
                    <a:pt x="9044802" y="908613"/>
                  </a:lnTo>
                  <a:lnTo>
                    <a:pt x="9074364" y="838082"/>
                  </a:lnTo>
                  <a:lnTo>
                    <a:pt x="9084767" y="814575"/>
                  </a:lnTo>
                  <a:lnTo>
                    <a:pt x="9127133" y="725793"/>
                  </a:lnTo>
                  <a:lnTo>
                    <a:pt x="9171448" y="644549"/>
                  </a:lnTo>
                  <a:lnTo>
                    <a:pt x="9218245" y="570589"/>
                  </a:lnTo>
                  <a:lnTo>
                    <a:pt x="9268110" y="503416"/>
                  </a:lnTo>
                  <a:lnTo>
                    <a:pt x="9321652" y="442429"/>
                  </a:lnTo>
                  <a:lnTo>
                    <a:pt x="9379470" y="387000"/>
                  </a:lnTo>
                  <a:lnTo>
                    <a:pt x="9442118" y="336539"/>
                  </a:lnTo>
                  <a:lnTo>
                    <a:pt x="9510052" y="290517"/>
                  </a:lnTo>
                  <a:lnTo>
                    <a:pt x="9583567" y="248493"/>
                  </a:lnTo>
                  <a:lnTo>
                    <a:pt x="9662708" y="210120"/>
                  </a:lnTo>
                  <a:lnTo>
                    <a:pt x="9747173" y="175152"/>
                  </a:lnTo>
                  <a:lnTo>
                    <a:pt x="9836197" y="143444"/>
                  </a:lnTo>
                  <a:lnTo>
                    <a:pt x="9928454" y="114940"/>
                  </a:lnTo>
                  <a:lnTo>
                    <a:pt x="10022001" y="89659"/>
                  </a:lnTo>
                  <a:lnTo>
                    <a:pt x="10114296" y="67663"/>
                  </a:lnTo>
                  <a:lnTo>
                    <a:pt x="10202338" y="49016"/>
                  </a:lnTo>
                  <a:lnTo>
                    <a:pt x="10282944" y="33738"/>
                  </a:lnTo>
                  <a:lnTo>
                    <a:pt x="10353145" y="21757"/>
                  </a:lnTo>
                  <a:lnTo>
                    <a:pt x="10410630" y="12876"/>
                  </a:lnTo>
                  <a:lnTo>
                    <a:pt x="10454150" y="6763"/>
                  </a:lnTo>
                  <a:lnTo>
                    <a:pt x="10483769" y="2967"/>
                  </a:lnTo>
                  <a:lnTo>
                    <a:pt x="10500934" y="954"/>
                  </a:lnTo>
                  <a:lnTo>
                    <a:pt x="10508367" y="153"/>
                  </a:lnTo>
                  <a:lnTo>
                    <a:pt x="10509902" y="0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66" name="pl1666"/>
            <p:cNvSpPr/>
            <p:nvPr/>
          </p:nvSpPr>
          <p:spPr>
            <a:xfrm>
              <a:off x="4799595" y="3900934"/>
              <a:ext cx="11981298" cy="5892731"/>
            </a:xfrm>
            <a:custGeom>
              <a:avLst/>
              <a:pathLst>
                <a:path w="11981298" h="5892731">
                  <a:moveTo>
                    <a:pt x="11981298" y="0"/>
                  </a:moveTo>
                  <a:lnTo>
                    <a:pt x="10509911" y="0"/>
                  </a:lnTo>
                  <a:lnTo>
                    <a:pt x="10509023" y="87"/>
                  </a:lnTo>
                  <a:lnTo>
                    <a:pt x="10503158" y="708"/>
                  </a:lnTo>
                  <a:lnTo>
                    <a:pt x="10488268" y="2423"/>
                  </a:lnTo>
                  <a:lnTo>
                    <a:pt x="10461387" y="5805"/>
                  </a:lnTo>
                  <a:lnTo>
                    <a:pt x="10420792" y="11398"/>
                  </a:lnTo>
                  <a:lnTo>
                    <a:pt x="10366133" y="19675"/>
                  </a:lnTo>
                  <a:lnTo>
                    <a:pt x="10298402" y="30995"/>
                  </a:lnTo>
                  <a:lnTo>
                    <a:pt x="10219719" y="45582"/>
                  </a:lnTo>
                  <a:lnTo>
                    <a:pt x="10132954" y="63531"/>
                  </a:lnTo>
                  <a:lnTo>
                    <a:pt x="10041282" y="84839"/>
                  </a:lnTo>
                  <a:lnTo>
                    <a:pt x="9947767" y="109447"/>
                  </a:lnTo>
                  <a:lnTo>
                    <a:pt x="9855063" y="137288"/>
                  </a:lnTo>
                  <a:lnTo>
                    <a:pt x="9765242" y="168331"/>
                  </a:lnTo>
                  <a:lnTo>
                    <a:pt x="9679755" y="202616"/>
                  </a:lnTo>
                  <a:lnTo>
                    <a:pt x="9599474" y="240268"/>
                  </a:lnTo>
                  <a:lnTo>
                    <a:pt x="9524789" y="281512"/>
                  </a:lnTo>
                  <a:lnTo>
                    <a:pt x="9455719" y="326674"/>
                  </a:lnTo>
                  <a:lnTo>
                    <a:pt x="9392011" y="376177"/>
                  </a:lnTo>
                  <a:lnTo>
                    <a:pt x="9333237" y="430532"/>
                  </a:lnTo>
                  <a:lnTo>
                    <a:pt x="9278860" y="490319"/>
                  </a:lnTo>
                  <a:lnTo>
                    <a:pt x="9228285" y="556161"/>
                  </a:lnTo>
                  <a:lnTo>
                    <a:pt x="9180903" y="628672"/>
                  </a:lnTo>
                  <a:lnTo>
                    <a:pt x="9136120" y="708378"/>
                  </a:lnTo>
                  <a:lnTo>
                    <a:pt x="9093391" y="795599"/>
                  </a:lnTo>
                  <a:lnTo>
                    <a:pt x="9084767" y="814575"/>
                  </a:lnTo>
                  <a:lnTo>
                    <a:pt x="9054970" y="883725"/>
                  </a:lnTo>
                  <a:lnTo>
                    <a:pt x="9025802" y="956895"/>
                  </a:lnTo>
                  <a:lnTo>
                    <a:pt x="8997127" y="1034164"/>
                  </a:lnTo>
                  <a:lnTo>
                    <a:pt x="8968829" y="1115575"/>
                  </a:lnTo>
                  <a:lnTo>
                    <a:pt x="8940813" y="1201125"/>
                  </a:lnTo>
                  <a:lnTo>
                    <a:pt x="8912998" y="1290765"/>
                  </a:lnTo>
                  <a:lnTo>
                    <a:pt x="8885318" y="1384399"/>
                  </a:lnTo>
                  <a:lnTo>
                    <a:pt x="8857718" y="1481876"/>
                  </a:lnTo>
                  <a:lnTo>
                    <a:pt x="8830158" y="1582991"/>
                  </a:lnTo>
                  <a:lnTo>
                    <a:pt x="8802607" y="1687490"/>
                  </a:lnTo>
                  <a:lnTo>
                    <a:pt x="8775042" y="1795060"/>
                  </a:lnTo>
                  <a:lnTo>
                    <a:pt x="8747451" y="1905343"/>
                  </a:lnTo>
                  <a:lnTo>
                    <a:pt x="8719827" y="2017933"/>
                  </a:lnTo>
                  <a:lnTo>
                    <a:pt x="8692170" y="2132384"/>
                  </a:lnTo>
                  <a:lnTo>
                    <a:pt x="8664485" y="2248216"/>
                  </a:lnTo>
                  <a:lnTo>
                    <a:pt x="8636782" y="2364924"/>
                  </a:lnTo>
                  <a:lnTo>
                    <a:pt x="8609071" y="2481987"/>
                  </a:lnTo>
                  <a:lnTo>
                    <a:pt x="8581363" y="2598878"/>
                  </a:lnTo>
                  <a:lnTo>
                    <a:pt x="8553671" y="2715072"/>
                  </a:lnTo>
                  <a:lnTo>
                    <a:pt x="8526004" y="2830057"/>
                  </a:lnTo>
                  <a:lnTo>
                    <a:pt x="8498368" y="2943344"/>
                  </a:lnTo>
                  <a:lnTo>
                    <a:pt x="8470766" y="3054474"/>
                  </a:lnTo>
                  <a:lnTo>
                    <a:pt x="8443193" y="3163028"/>
                  </a:lnTo>
                  <a:lnTo>
                    <a:pt x="8415639" y="3268628"/>
                  </a:lnTo>
                  <a:lnTo>
                    <a:pt x="8388085" y="3370947"/>
                  </a:lnTo>
                  <a:lnTo>
                    <a:pt x="8360504" y="3469710"/>
                  </a:lnTo>
                  <a:lnTo>
                    <a:pt x="8332857" y="3564695"/>
                  </a:lnTo>
                  <a:lnTo>
                    <a:pt x="8305095" y="3655733"/>
                  </a:lnTo>
                  <a:lnTo>
                    <a:pt x="8277157" y="3742707"/>
                  </a:lnTo>
                  <a:lnTo>
                    <a:pt x="8248967" y="3825554"/>
                  </a:lnTo>
                  <a:lnTo>
                    <a:pt x="8220435" y="3904256"/>
                  </a:lnTo>
                  <a:lnTo>
                    <a:pt x="8191452" y="3978839"/>
                  </a:lnTo>
                  <a:lnTo>
                    <a:pt x="8161890" y="4049370"/>
                  </a:lnTo>
                  <a:lnTo>
                    <a:pt x="8151487" y="4072877"/>
                  </a:lnTo>
                  <a:lnTo>
                    <a:pt x="8109120" y="4161659"/>
                  </a:lnTo>
                  <a:lnTo>
                    <a:pt x="8064805" y="4242903"/>
                  </a:lnTo>
                  <a:lnTo>
                    <a:pt x="8018008" y="4316863"/>
                  </a:lnTo>
                  <a:lnTo>
                    <a:pt x="7968143" y="4384036"/>
                  </a:lnTo>
                  <a:lnTo>
                    <a:pt x="7914601" y="4445023"/>
                  </a:lnTo>
                  <a:lnTo>
                    <a:pt x="7856783" y="4500452"/>
                  </a:lnTo>
                  <a:lnTo>
                    <a:pt x="7794136" y="4550913"/>
                  </a:lnTo>
                  <a:lnTo>
                    <a:pt x="7726201" y="4596935"/>
                  </a:lnTo>
                  <a:lnTo>
                    <a:pt x="7652687" y="4638959"/>
                  </a:lnTo>
                  <a:lnTo>
                    <a:pt x="7573545" y="4677332"/>
                  </a:lnTo>
                  <a:lnTo>
                    <a:pt x="7489080" y="4712300"/>
                  </a:lnTo>
                  <a:lnTo>
                    <a:pt x="7400057" y="4744008"/>
                  </a:lnTo>
                  <a:lnTo>
                    <a:pt x="7307799" y="4772512"/>
                  </a:lnTo>
                  <a:lnTo>
                    <a:pt x="7214252" y="4797793"/>
                  </a:lnTo>
                  <a:lnTo>
                    <a:pt x="7121957" y="4819789"/>
                  </a:lnTo>
                  <a:lnTo>
                    <a:pt x="7033915" y="4838436"/>
                  </a:lnTo>
                  <a:lnTo>
                    <a:pt x="6953309" y="4853714"/>
                  </a:lnTo>
                  <a:lnTo>
                    <a:pt x="6883109" y="4865695"/>
                  </a:lnTo>
                  <a:lnTo>
                    <a:pt x="6825623" y="4874576"/>
                  </a:lnTo>
                  <a:lnTo>
                    <a:pt x="6782104" y="4880689"/>
                  </a:lnTo>
                  <a:lnTo>
                    <a:pt x="6752484" y="4884485"/>
                  </a:lnTo>
                  <a:lnTo>
                    <a:pt x="6735319" y="4886498"/>
                  </a:lnTo>
                  <a:lnTo>
                    <a:pt x="6727886" y="4887299"/>
                  </a:lnTo>
                  <a:lnTo>
                    <a:pt x="6726351" y="4887452"/>
                  </a:lnTo>
                  <a:lnTo>
                    <a:pt x="6726343" y="4887452"/>
                  </a:lnTo>
                  <a:lnTo>
                    <a:pt x="5254955" y="4887452"/>
                  </a:lnTo>
                  <a:lnTo>
                    <a:pt x="5253730" y="4887477"/>
                  </a:lnTo>
                  <a:lnTo>
                    <a:pt x="5245687" y="4887655"/>
                  </a:lnTo>
                  <a:lnTo>
                    <a:pt x="5225460" y="4888148"/>
                  </a:lnTo>
                  <a:lnTo>
                    <a:pt x="5189412" y="4889116"/>
                  </a:lnTo>
                  <a:lnTo>
                    <a:pt x="5135913" y="4890709"/>
                  </a:lnTo>
                  <a:lnTo>
                    <a:pt x="5065462" y="4893045"/>
                  </a:lnTo>
                  <a:lnTo>
                    <a:pt x="4980471" y="4896203"/>
                  </a:lnTo>
                  <a:lnTo>
                    <a:pt x="4884704" y="4900220"/>
                  </a:lnTo>
                  <a:lnTo>
                    <a:pt x="4782530" y="4905096"/>
                  </a:lnTo>
                  <a:lnTo>
                    <a:pt x="4678198" y="4910816"/>
                  </a:lnTo>
                  <a:lnTo>
                    <a:pt x="4575313" y="4917363"/>
                  </a:lnTo>
                  <a:lnTo>
                    <a:pt x="4476569" y="4924730"/>
                  </a:lnTo>
                  <a:lnTo>
                    <a:pt x="4383705" y="4932937"/>
                  </a:lnTo>
                  <a:lnTo>
                    <a:pt x="4297622" y="4942032"/>
                  </a:lnTo>
                  <a:lnTo>
                    <a:pt x="4218556" y="4952097"/>
                  </a:lnTo>
                  <a:lnTo>
                    <a:pt x="4146269" y="4963241"/>
                  </a:lnTo>
                  <a:lnTo>
                    <a:pt x="4080210" y="4975608"/>
                  </a:lnTo>
                  <a:lnTo>
                    <a:pt x="4019646" y="4989360"/>
                  </a:lnTo>
                  <a:lnTo>
                    <a:pt x="3963752" y="5004676"/>
                  </a:lnTo>
                  <a:lnTo>
                    <a:pt x="3911685" y="5021727"/>
                  </a:lnTo>
                  <a:lnTo>
                    <a:pt x="3862634" y="5040652"/>
                  </a:lnTo>
                  <a:lnTo>
                    <a:pt x="3829811" y="5054999"/>
                  </a:lnTo>
                  <a:lnTo>
                    <a:pt x="3779031" y="5079936"/>
                  </a:lnTo>
                  <a:lnTo>
                    <a:pt x="3729821" y="5107345"/>
                  </a:lnTo>
                  <a:lnTo>
                    <a:pt x="3681604" y="5137265"/>
                  </a:lnTo>
                  <a:lnTo>
                    <a:pt x="3633953" y="5169655"/>
                  </a:lnTo>
                  <a:lnTo>
                    <a:pt x="3586567" y="5204386"/>
                  </a:lnTo>
                  <a:lnTo>
                    <a:pt x="3539244" y="5241231"/>
                  </a:lnTo>
                  <a:lnTo>
                    <a:pt x="3491871" y="5279873"/>
                  </a:lnTo>
                  <a:lnTo>
                    <a:pt x="3444405" y="5319904"/>
                  </a:lnTo>
                  <a:lnTo>
                    <a:pt x="3396854" y="5360847"/>
                  </a:lnTo>
                  <a:lnTo>
                    <a:pt x="3349262" y="5402178"/>
                  </a:lnTo>
                  <a:lnTo>
                    <a:pt x="3301688" y="5443348"/>
                  </a:lnTo>
                  <a:lnTo>
                    <a:pt x="3254183" y="5483820"/>
                  </a:lnTo>
                  <a:lnTo>
                    <a:pt x="3206773" y="5523093"/>
                  </a:lnTo>
                  <a:lnTo>
                    <a:pt x="3159439" y="5560728"/>
                  </a:lnTo>
                  <a:lnTo>
                    <a:pt x="3112098" y="5596370"/>
                  </a:lnTo>
                  <a:lnTo>
                    <a:pt x="3064587" y="5629754"/>
                  </a:lnTo>
                  <a:lnTo>
                    <a:pt x="3016650" y="5660711"/>
                  </a:lnTo>
                  <a:lnTo>
                    <a:pt x="2967914" y="5689163"/>
                  </a:lnTo>
                  <a:lnTo>
                    <a:pt x="2917867" y="5715118"/>
                  </a:lnTo>
                  <a:lnTo>
                    <a:pt x="2896531" y="5725185"/>
                  </a:lnTo>
                  <a:lnTo>
                    <a:pt x="2849149" y="5745457"/>
                  </a:lnTo>
                  <a:lnTo>
                    <a:pt x="2799267" y="5763805"/>
                  </a:lnTo>
                  <a:lnTo>
                    <a:pt x="2746131" y="5780315"/>
                  </a:lnTo>
                  <a:lnTo>
                    <a:pt x="2688915" y="5795139"/>
                  </a:lnTo>
                  <a:lnTo>
                    <a:pt x="2626773" y="5808453"/>
                  </a:lnTo>
                  <a:lnTo>
                    <a:pt x="2558903" y="5820434"/>
                  </a:lnTo>
                  <a:lnTo>
                    <a:pt x="2484612" y="5831239"/>
                  </a:lnTo>
                  <a:lnTo>
                    <a:pt x="2403431" y="5840999"/>
                  </a:lnTo>
                  <a:lnTo>
                    <a:pt x="2315246" y="5849819"/>
                  </a:lnTo>
                  <a:lnTo>
                    <a:pt x="2220474" y="5857769"/>
                  </a:lnTo>
                  <a:lnTo>
                    <a:pt x="2120252" y="5864887"/>
                  </a:lnTo>
                  <a:lnTo>
                    <a:pt x="2016601" y="5871185"/>
                  </a:lnTo>
                  <a:lnTo>
                    <a:pt x="1912504" y="5876652"/>
                  </a:lnTo>
                  <a:lnTo>
                    <a:pt x="1811801" y="5881270"/>
                  </a:lnTo>
                  <a:lnTo>
                    <a:pt x="1718844" y="5885025"/>
                  </a:lnTo>
                  <a:lnTo>
                    <a:pt x="1637901" y="5887929"/>
                  </a:lnTo>
                  <a:lnTo>
                    <a:pt x="1572401" y="5890030"/>
                  </a:lnTo>
                  <a:lnTo>
                    <a:pt x="1524223" y="5891420"/>
                  </a:lnTo>
                  <a:lnTo>
                    <a:pt x="1493227" y="5892228"/>
                  </a:lnTo>
                  <a:lnTo>
                    <a:pt x="1477152" y="5892608"/>
                  </a:lnTo>
                  <a:lnTo>
                    <a:pt x="1471810" y="5892723"/>
                  </a:lnTo>
                  <a:lnTo>
                    <a:pt x="1471387" y="5892731"/>
                  </a:lnTo>
                  <a:lnTo>
                    <a:pt x="0" y="589273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67" name="pg1667"/>
            <p:cNvSpPr/>
            <p:nvPr/>
          </p:nvSpPr>
          <p:spPr>
            <a:xfrm>
              <a:off x="4799595" y="4554774"/>
              <a:ext cx="11981298" cy="5255237"/>
            </a:xfrm>
            <a:custGeom>
              <a:avLst/>
              <a:pathLst>
                <a:path w="11981298" h="5255237">
                  <a:moveTo>
                    <a:pt x="0" y="5255237"/>
                  </a:moveTo>
                  <a:lnTo>
                    <a:pt x="1471387" y="5255237"/>
                  </a:lnTo>
                  <a:lnTo>
                    <a:pt x="1472613" y="5255213"/>
                  </a:lnTo>
                  <a:lnTo>
                    <a:pt x="1480662" y="5255043"/>
                  </a:lnTo>
                  <a:lnTo>
                    <a:pt x="1500904" y="5254570"/>
                  </a:lnTo>
                  <a:lnTo>
                    <a:pt x="1536979" y="5253640"/>
                  </a:lnTo>
                  <a:lnTo>
                    <a:pt x="1590514" y="5252111"/>
                  </a:lnTo>
                  <a:lnTo>
                    <a:pt x="1661007" y="5249868"/>
                  </a:lnTo>
                  <a:lnTo>
                    <a:pt x="1746044" y="5246836"/>
                  </a:lnTo>
                  <a:lnTo>
                    <a:pt x="1841855" y="5242980"/>
                  </a:lnTo>
                  <a:lnTo>
                    <a:pt x="1944067" y="5238299"/>
                  </a:lnTo>
                  <a:lnTo>
                    <a:pt x="2048427" y="5232807"/>
                  </a:lnTo>
                  <a:lnTo>
                    <a:pt x="2151331" y="5226523"/>
                  </a:lnTo>
                  <a:lnTo>
                    <a:pt x="2250086" y="5219451"/>
                  </a:lnTo>
                  <a:lnTo>
                    <a:pt x="2342953" y="5211573"/>
                  </a:lnTo>
                  <a:lnTo>
                    <a:pt x="2429034" y="5202841"/>
                  </a:lnTo>
                  <a:lnTo>
                    <a:pt x="2508094" y="5193180"/>
                  </a:lnTo>
                  <a:lnTo>
                    <a:pt x="2580374" y="5182480"/>
                  </a:lnTo>
                  <a:lnTo>
                    <a:pt x="2646424" y="5170608"/>
                  </a:lnTo>
                  <a:lnTo>
                    <a:pt x="2706980" y="5157404"/>
                  </a:lnTo>
                  <a:lnTo>
                    <a:pt x="2762868" y="5142699"/>
                  </a:lnTo>
                  <a:lnTo>
                    <a:pt x="2814931" y="5126328"/>
                  </a:lnTo>
                  <a:lnTo>
                    <a:pt x="2863980" y="5108157"/>
                  </a:lnTo>
                  <a:lnTo>
                    <a:pt x="2896531" y="5094502"/>
                  </a:lnTo>
                  <a:lnTo>
                    <a:pt x="2947655" y="5070406"/>
                  </a:lnTo>
                  <a:lnTo>
                    <a:pt x="2997192" y="5043904"/>
                  </a:lnTo>
                  <a:lnTo>
                    <a:pt x="3045728" y="5014961"/>
                  </a:lnTo>
                  <a:lnTo>
                    <a:pt x="3093697" y="4983617"/>
                  </a:lnTo>
                  <a:lnTo>
                    <a:pt x="3141406" y="4950002"/>
                  </a:lnTo>
                  <a:lnTo>
                    <a:pt x="3189055" y="4914339"/>
                  </a:lnTo>
                  <a:lnTo>
                    <a:pt x="3236758" y="4876944"/>
                  </a:lnTo>
                  <a:lnTo>
                    <a:pt x="3284557" y="4838218"/>
                  </a:lnTo>
                  <a:lnTo>
                    <a:pt x="3332439" y="4798632"/>
                  </a:lnTo>
                  <a:lnTo>
                    <a:pt x="3380360" y="4758703"/>
                  </a:lnTo>
                  <a:lnTo>
                    <a:pt x="3428259" y="4718966"/>
                  </a:lnTo>
                  <a:lnTo>
                    <a:pt x="3476084" y="4679947"/>
                  </a:lnTo>
                  <a:lnTo>
                    <a:pt x="3523812" y="4642132"/>
                  </a:lnTo>
                  <a:lnTo>
                    <a:pt x="3571469" y="4605943"/>
                  </a:lnTo>
                  <a:lnTo>
                    <a:pt x="3619144" y="4571723"/>
                  </a:lnTo>
                  <a:lnTo>
                    <a:pt x="3667014" y="4539720"/>
                  </a:lnTo>
                  <a:lnTo>
                    <a:pt x="3715352" y="4510090"/>
                  </a:lnTo>
                  <a:lnTo>
                    <a:pt x="3764554" y="4482899"/>
                  </a:lnTo>
                  <a:lnTo>
                    <a:pt x="3815159" y="4458131"/>
                  </a:lnTo>
                  <a:lnTo>
                    <a:pt x="3829811" y="4451559"/>
                  </a:lnTo>
                  <a:lnTo>
                    <a:pt x="3877207" y="4432106"/>
                  </a:lnTo>
                  <a:lnTo>
                    <a:pt x="3927103" y="4414500"/>
                  </a:lnTo>
                  <a:lnTo>
                    <a:pt x="3980256" y="4398658"/>
                  </a:lnTo>
                  <a:lnTo>
                    <a:pt x="4037492" y="4384435"/>
                  </a:lnTo>
                  <a:lnTo>
                    <a:pt x="4099657" y="4371659"/>
                  </a:lnTo>
                  <a:lnTo>
                    <a:pt x="4167555" y="4360164"/>
                  </a:lnTo>
                  <a:lnTo>
                    <a:pt x="4241878" y="4349798"/>
                  </a:lnTo>
                  <a:lnTo>
                    <a:pt x="4323095" y="4340433"/>
                  </a:lnTo>
                  <a:lnTo>
                    <a:pt x="4411320" y="4331972"/>
                  </a:lnTo>
                  <a:lnTo>
                    <a:pt x="4506134" y="4324345"/>
                  </a:lnTo>
                  <a:lnTo>
                    <a:pt x="4606396" y="4317517"/>
                  </a:lnTo>
                  <a:lnTo>
                    <a:pt x="4710081" y="4311476"/>
                  </a:lnTo>
                  <a:lnTo>
                    <a:pt x="4814202" y="4306232"/>
                  </a:lnTo>
                  <a:lnTo>
                    <a:pt x="4914912" y="4301804"/>
                  </a:lnTo>
                  <a:lnTo>
                    <a:pt x="5007855" y="4298204"/>
                  </a:lnTo>
                  <a:lnTo>
                    <a:pt x="5088761" y="4295420"/>
                  </a:lnTo>
                  <a:lnTo>
                    <a:pt x="5154204" y="4293407"/>
                  </a:lnTo>
                  <a:lnTo>
                    <a:pt x="5202312" y="4292076"/>
                  </a:lnTo>
                  <a:lnTo>
                    <a:pt x="5233234" y="4291304"/>
                  </a:lnTo>
                  <a:lnTo>
                    <a:pt x="5249243" y="4290941"/>
                  </a:lnTo>
                  <a:lnTo>
                    <a:pt x="5254542" y="4290832"/>
                  </a:lnTo>
                  <a:lnTo>
                    <a:pt x="5254955" y="4290824"/>
                  </a:lnTo>
                  <a:lnTo>
                    <a:pt x="6726343" y="4290824"/>
                  </a:lnTo>
                  <a:lnTo>
                    <a:pt x="6727268" y="4290744"/>
                  </a:lnTo>
                  <a:lnTo>
                    <a:pt x="6733377" y="4290176"/>
                  </a:lnTo>
                  <a:lnTo>
                    <a:pt x="6748869" y="4288607"/>
                  </a:lnTo>
                  <a:lnTo>
                    <a:pt x="6776796" y="4285515"/>
                  </a:lnTo>
                  <a:lnTo>
                    <a:pt x="6818884" y="4280402"/>
                  </a:lnTo>
                  <a:lnTo>
                    <a:pt x="6875407" y="4272845"/>
                  </a:lnTo>
                  <a:lnTo>
                    <a:pt x="6945228" y="4262523"/>
                  </a:lnTo>
                  <a:lnTo>
                    <a:pt x="7026046" y="4249244"/>
                  </a:lnTo>
                  <a:lnTo>
                    <a:pt x="7114813" y="4232930"/>
                  </a:lnTo>
                  <a:lnTo>
                    <a:pt x="7208211" y="4213594"/>
                  </a:lnTo>
                  <a:lnTo>
                    <a:pt x="7303086" y="4191293"/>
                  </a:lnTo>
                  <a:lnTo>
                    <a:pt x="7396754" y="4166086"/>
                  </a:lnTo>
                  <a:lnTo>
                    <a:pt x="7487158" y="4137990"/>
                  </a:lnTo>
                  <a:lnTo>
                    <a:pt x="7572898" y="4106958"/>
                  </a:lnTo>
                  <a:lnTo>
                    <a:pt x="7653168" y="4072858"/>
                  </a:lnTo>
                  <a:lnTo>
                    <a:pt x="7727651" y="4035465"/>
                  </a:lnTo>
                  <a:lnTo>
                    <a:pt x="7796397" y="3994462"/>
                  </a:lnTo>
                  <a:lnTo>
                    <a:pt x="7859721" y="3949442"/>
                  </a:lnTo>
                  <a:lnTo>
                    <a:pt x="7918102" y="3899919"/>
                  </a:lnTo>
                  <a:lnTo>
                    <a:pt x="7972123" y="3845351"/>
                  </a:lnTo>
                  <a:lnTo>
                    <a:pt x="8022410" y="3785164"/>
                  </a:lnTo>
                  <a:lnTo>
                    <a:pt x="8069599" y="3718814"/>
                  </a:lnTo>
                  <a:lnTo>
                    <a:pt x="8114295" y="3645862"/>
                  </a:lnTo>
                  <a:lnTo>
                    <a:pt x="8151487" y="3577048"/>
                  </a:lnTo>
                  <a:lnTo>
                    <a:pt x="8183116" y="3512568"/>
                  </a:lnTo>
                  <a:lnTo>
                    <a:pt x="8214045" y="3444108"/>
                  </a:lnTo>
                  <a:lnTo>
                    <a:pt x="8244436" y="3371588"/>
                  </a:lnTo>
                  <a:lnTo>
                    <a:pt x="8274422" y="3294971"/>
                  </a:lnTo>
                  <a:lnTo>
                    <a:pt x="8304115" y="3214269"/>
                  </a:lnTo>
                  <a:lnTo>
                    <a:pt x="8333605" y="3129547"/>
                  </a:lnTo>
                  <a:lnTo>
                    <a:pt x="8362968" y="3040927"/>
                  </a:lnTo>
                  <a:lnTo>
                    <a:pt x="8392261" y="2948590"/>
                  </a:lnTo>
                  <a:lnTo>
                    <a:pt x="8421528" y="2852775"/>
                  </a:lnTo>
                  <a:lnTo>
                    <a:pt x="8450801" y="2753781"/>
                  </a:lnTo>
                  <a:lnTo>
                    <a:pt x="8480099" y="2651966"/>
                  </a:lnTo>
                  <a:lnTo>
                    <a:pt x="8509432" y="2547740"/>
                  </a:lnTo>
                  <a:lnTo>
                    <a:pt x="8538803" y="2441559"/>
                  </a:lnTo>
                  <a:lnTo>
                    <a:pt x="8568206" y="2333920"/>
                  </a:lnTo>
                  <a:lnTo>
                    <a:pt x="8597632" y="2225350"/>
                  </a:lnTo>
                  <a:lnTo>
                    <a:pt x="8627068" y="2116394"/>
                  </a:lnTo>
                  <a:lnTo>
                    <a:pt x="8656500" y="2007606"/>
                  </a:lnTo>
                  <a:lnTo>
                    <a:pt x="8685914" y="1899537"/>
                  </a:lnTo>
                  <a:lnTo>
                    <a:pt x="8715298" y="1792723"/>
                  </a:lnTo>
                  <a:lnTo>
                    <a:pt x="8744646" y="1687673"/>
                  </a:lnTo>
                  <a:lnTo>
                    <a:pt x="8773957" y="1584860"/>
                  </a:lnTo>
                  <a:lnTo>
                    <a:pt x="8803238" y="1484714"/>
                  </a:lnTo>
                  <a:lnTo>
                    <a:pt x="8832504" y="1387612"/>
                  </a:lnTo>
                  <a:lnTo>
                    <a:pt x="8861783" y="1293878"/>
                  </a:lnTo>
                  <a:lnTo>
                    <a:pt x="8891112" y="1203774"/>
                  </a:lnTo>
                  <a:lnTo>
                    <a:pt x="8920545" y="1117505"/>
                  </a:lnTo>
                  <a:lnTo>
                    <a:pt x="8950148" y="1035215"/>
                  </a:lnTo>
                  <a:lnTo>
                    <a:pt x="8980007" y="956990"/>
                  </a:lnTo>
                  <a:lnTo>
                    <a:pt x="9010224" y="882863"/>
                  </a:lnTo>
                  <a:lnTo>
                    <a:pt x="9040925" y="812817"/>
                  </a:lnTo>
                  <a:lnTo>
                    <a:pt x="9072258" y="746787"/>
                  </a:lnTo>
                  <a:lnTo>
                    <a:pt x="9084767" y="721948"/>
                  </a:lnTo>
                  <a:lnTo>
                    <a:pt x="9127748" y="643094"/>
                  </a:lnTo>
                  <a:lnTo>
                    <a:pt x="9172741" y="571034"/>
                  </a:lnTo>
                  <a:lnTo>
                    <a:pt x="9220304" y="505527"/>
                  </a:lnTo>
                  <a:lnTo>
                    <a:pt x="9271048" y="446117"/>
                  </a:lnTo>
                  <a:lnTo>
                    <a:pt x="9325611" y="392249"/>
                  </a:lnTo>
                  <a:lnTo>
                    <a:pt x="9384614" y="343352"/>
                  </a:lnTo>
                  <a:lnTo>
                    <a:pt x="9448630" y="298889"/>
                  </a:lnTo>
                  <a:lnTo>
                    <a:pt x="9518122" y="258385"/>
                  </a:lnTo>
                  <a:lnTo>
                    <a:pt x="9593374" y="221444"/>
                  </a:lnTo>
                  <a:lnTo>
                    <a:pt x="9674395" y="187761"/>
                  </a:lnTo>
                  <a:lnTo>
                    <a:pt x="9760811" y="157123"/>
                  </a:lnTo>
                  <a:lnTo>
                    <a:pt x="9851741" y="129410"/>
                  </a:lnTo>
                  <a:lnTo>
                    <a:pt x="9945701" y="104585"/>
                  </a:lnTo>
                  <a:lnTo>
                    <a:pt x="10040547" y="82673"/>
                  </a:lnTo>
                  <a:lnTo>
                    <a:pt x="10133521" y="63734"/>
                  </a:lnTo>
                  <a:lnTo>
                    <a:pt x="10221425" y="47822"/>
                  </a:lnTo>
                  <a:lnTo>
                    <a:pt x="10300952" y="34941"/>
                  </a:lnTo>
                  <a:lnTo>
                    <a:pt x="10369125" y="24998"/>
                  </a:lnTo>
                  <a:lnTo>
                    <a:pt x="10423775" y="17785"/>
                  </a:lnTo>
                  <a:lnTo>
                    <a:pt x="10463941" y="12967"/>
                  </a:lnTo>
                  <a:lnTo>
                    <a:pt x="10490093" y="10105"/>
                  </a:lnTo>
                  <a:lnTo>
                    <a:pt x="10504143" y="8699"/>
                  </a:lnTo>
                  <a:lnTo>
                    <a:pt x="10509302" y="8225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8985" y="79"/>
                  </a:lnTo>
                  <a:lnTo>
                    <a:pt x="10502876" y="647"/>
                  </a:lnTo>
                  <a:lnTo>
                    <a:pt x="10487384" y="2216"/>
                  </a:lnTo>
                  <a:lnTo>
                    <a:pt x="10459457" y="5309"/>
                  </a:lnTo>
                  <a:lnTo>
                    <a:pt x="10417370" y="10421"/>
                  </a:lnTo>
                  <a:lnTo>
                    <a:pt x="10360847" y="17978"/>
                  </a:lnTo>
                  <a:lnTo>
                    <a:pt x="10291025" y="28300"/>
                  </a:lnTo>
                  <a:lnTo>
                    <a:pt x="10210207" y="41580"/>
                  </a:lnTo>
                  <a:lnTo>
                    <a:pt x="10121441" y="57893"/>
                  </a:lnTo>
                  <a:lnTo>
                    <a:pt x="10028043" y="77229"/>
                  </a:lnTo>
                  <a:lnTo>
                    <a:pt x="9933167" y="99530"/>
                  </a:lnTo>
                  <a:lnTo>
                    <a:pt x="9839500" y="124737"/>
                  </a:lnTo>
                  <a:lnTo>
                    <a:pt x="9749095" y="152833"/>
                  </a:lnTo>
                  <a:lnTo>
                    <a:pt x="9663355" y="183865"/>
                  </a:lnTo>
                  <a:lnTo>
                    <a:pt x="9583085" y="217965"/>
                  </a:lnTo>
                  <a:lnTo>
                    <a:pt x="9508603" y="255358"/>
                  </a:lnTo>
                  <a:lnTo>
                    <a:pt x="9439856" y="296361"/>
                  </a:lnTo>
                  <a:lnTo>
                    <a:pt x="9376533" y="341382"/>
                  </a:lnTo>
                  <a:lnTo>
                    <a:pt x="9318151" y="390904"/>
                  </a:lnTo>
                  <a:lnTo>
                    <a:pt x="9264130" y="445473"/>
                  </a:lnTo>
                  <a:lnTo>
                    <a:pt x="9213843" y="505659"/>
                  </a:lnTo>
                  <a:lnTo>
                    <a:pt x="9166655" y="572009"/>
                  </a:lnTo>
                  <a:lnTo>
                    <a:pt x="9121958" y="644961"/>
                  </a:lnTo>
                  <a:lnTo>
                    <a:pt x="9084767" y="713775"/>
                  </a:lnTo>
                  <a:lnTo>
                    <a:pt x="9053138" y="778255"/>
                  </a:lnTo>
                  <a:lnTo>
                    <a:pt x="9022208" y="846715"/>
                  </a:lnTo>
                  <a:lnTo>
                    <a:pt x="8991817" y="919235"/>
                  </a:lnTo>
                  <a:lnTo>
                    <a:pt x="8961831" y="995853"/>
                  </a:lnTo>
                  <a:lnTo>
                    <a:pt x="8932139" y="1076555"/>
                  </a:lnTo>
                  <a:lnTo>
                    <a:pt x="8902648" y="1161276"/>
                  </a:lnTo>
                  <a:lnTo>
                    <a:pt x="8873285" y="1249896"/>
                  </a:lnTo>
                  <a:lnTo>
                    <a:pt x="8843992" y="1342233"/>
                  </a:lnTo>
                  <a:lnTo>
                    <a:pt x="8814725" y="1438048"/>
                  </a:lnTo>
                  <a:lnTo>
                    <a:pt x="8785452" y="1537042"/>
                  </a:lnTo>
                  <a:lnTo>
                    <a:pt x="8756155" y="1638857"/>
                  </a:lnTo>
                  <a:lnTo>
                    <a:pt x="8726821" y="1743083"/>
                  </a:lnTo>
                  <a:lnTo>
                    <a:pt x="8697450" y="1849264"/>
                  </a:lnTo>
                  <a:lnTo>
                    <a:pt x="8668047" y="1956903"/>
                  </a:lnTo>
                  <a:lnTo>
                    <a:pt x="8638621" y="2065473"/>
                  </a:lnTo>
                  <a:lnTo>
                    <a:pt x="8609185" y="2174429"/>
                  </a:lnTo>
                  <a:lnTo>
                    <a:pt x="8579753" y="2283217"/>
                  </a:lnTo>
                  <a:lnTo>
                    <a:pt x="8550340" y="2391286"/>
                  </a:lnTo>
                  <a:lnTo>
                    <a:pt x="8520955" y="2498100"/>
                  </a:lnTo>
                  <a:lnTo>
                    <a:pt x="8491607" y="2603150"/>
                  </a:lnTo>
                  <a:lnTo>
                    <a:pt x="8462296" y="2705963"/>
                  </a:lnTo>
                  <a:lnTo>
                    <a:pt x="8433015" y="2806109"/>
                  </a:lnTo>
                  <a:lnTo>
                    <a:pt x="8403749" y="2903211"/>
                  </a:lnTo>
                  <a:lnTo>
                    <a:pt x="8374470" y="2996945"/>
                  </a:lnTo>
                  <a:lnTo>
                    <a:pt x="8345141" y="3087049"/>
                  </a:lnTo>
                  <a:lnTo>
                    <a:pt x="8315709" y="3173318"/>
                  </a:lnTo>
                  <a:lnTo>
                    <a:pt x="8286105" y="3255608"/>
                  </a:lnTo>
                  <a:lnTo>
                    <a:pt x="8256247" y="3333833"/>
                  </a:lnTo>
                  <a:lnTo>
                    <a:pt x="8226029" y="3407960"/>
                  </a:lnTo>
                  <a:lnTo>
                    <a:pt x="8195329" y="3478006"/>
                  </a:lnTo>
                  <a:lnTo>
                    <a:pt x="8163995" y="3544036"/>
                  </a:lnTo>
                  <a:lnTo>
                    <a:pt x="8151487" y="3568875"/>
                  </a:lnTo>
                  <a:lnTo>
                    <a:pt x="8108505" y="3647729"/>
                  </a:lnTo>
                  <a:lnTo>
                    <a:pt x="8063512" y="3719789"/>
                  </a:lnTo>
                  <a:lnTo>
                    <a:pt x="8015950" y="3785296"/>
                  </a:lnTo>
                  <a:lnTo>
                    <a:pt x="7965205" y="3844706"/>
                  </a:lnTo>
                  <a:lnTo>
                    <a:pt x="7910643" y="3898575"/>
                  </a:lnTo>
                  <a:lnTo>
                    <a:pt x="7851639" y="3947471"/>
                  </a:lnTo>
                  <a:lnTo>
                    <a:pt x="7787623" y="3991934"/>
                  </a:lnTo>
                  <a:lnTo>
                    <a:pt x="7718131" y="4032438"/>
                  </a:lnTo>
                  <a:lnTo>
                    <a:pt x="7642879" y="4069379"/>
                  </a:lnTo>
                  <a:lnTo>
                    <a:pt x="7561858" y="4103062"/>
                  </a:lnTo>
                  <a:lnTo>
                    <a:pt x="7475443" y="4133700"/>
                  </a:lnTo>
                  <a:lnTo>
                    <a:pt x="7384512" y="4161413"/>
                  </a:lnTo>
                  <a:lnTo>
                    <a:pt x="7290552" y="4186238"/>
                  </a:lnTo>
                  <a:lnTo>
                    <a:pt x="7195706" y="4208150"/>
                  </a:lnTo>
                  <a:lnTo>
                    <a:pt x="7102732" y="4227089"/>
                  </a:lnTo>
                  <a:lnTo>
                    <a:pt x="7014828" y="4243001"/>
                  </a:lnTo>
                  <a:lnTo>
                    <a:pt x="6935301" y="4255882"/>
                  </a:lnTo>
                  <a:lnTo>
                    <a:pt x="6867128" y="4265825"/>
                  </a:lnTo>
                  <a:lnTo>
                    <a:pt x="6812479" y="4273038"/>
                  </a:lnTo>
                  <a:lnTo>
                    <a:pt x="6772312" y="4277856"/>
                  </a:lnTo>
                  <a:lnTo>
                    <a:pt x="6746160" y="4280718"/>
                  </a:lnTo>
                  <a:lnTo>
                    <a:pt x="6732111" y="4282124"/>
                  </a:lnTo>
                  <a:lnTo>
                    <a:pt x="6726951" y="4282599"/>
                  </a:lnTo>
                  <a:lnTo>
                    <a:pt x="6726343" y="4282651"/>
                  </a:lnTo>
                  <a:lnTo>
                    <a:pt x="5254955" y="4282651"/>
                  </a:lnTo>
                  <a:lnTo>
                    <a:pt x="5253729" y="4282675"/>
                  </a:lnTo>
                  <a:lnTo>
                    <a:pt x="5245680" y="4282845"/>
                  </a:lnTo>
                  <a:lnTo>
                    <a:pt x="5225438" y="4283318"/>
                  </a:lnTo>
                  <a:lnTo>
                    <a:pt x="5189363" y="4284248"/>
                  </a:lnTo>
                  <a:lnTo>
                    <a:pt x="5135828" y="4285777"/>
                  </a:lnTo>
                  <a:lnTo>
                    <a:pt x="5065335" y="4288020"/>
                  </a:lnTo>
                  <a:lnTo>
                    <a:pt x="4980298" y="4291052"/>
                  </a:lnTo>
                  <a:lnTo>
                    <a:pt x="4884488" y="4294908"/>
                  </a:lnTo>
                  <a:lnTo>
                    <a:pt x="4782276" y="4299589"/>
                  </a:lnTo>
                  <a:lnTo>
                    <a:pt x="4677915" y="4305081"/>
                  </a:lnTo>
                  <a:lnTo>
                    <a:pt x="4575011" y="4311365"/>
                  </a:lnTo>
                  <a:lnTo>
                    <a:pt x="4476256" y="4318437"/>
                  </a:lnTo>
                  <a:lnTo>
                    <a:pt x="4383389" y="4326315"/>
                  </a:lnTo>
                  <a:lnTo>
                    <a:pt x="4297308" y="4335047"/>
                  </a:lnTo>
                  <a:lnTo>
                    <a:pt x="4218248" y="4344708"/>
                  </a:lnTo>
                  <a:lnTo>
                    <a:pt x="4145968" y="4355408"/>
                  </a:lnTo>
                  <a:lnTo>
                    <a:pt x="4079918" y="4367280"/>
                  </a:lnTo>
                  <a:lnTo>
                    <a:pt x="4019362" y="4380484"/>
                  </a:lnTo>
                  <a:lnTo>
                    <a:pt x="3963474" y="4395189"/>
                  </a:lnTo>
                  <a:lnTo>
                    <a:pt x="3911411" y="4411560"/>
                  </a:lnTo>
                  <a:lnTo>
                    <a:pt x="3862362" y="4429731"/>
                  </a:lnTo>
                  <a:lnTo>
                    <a:pt x="3829811" y="4443386"/>
                  </a:lnTo>
                  <a:lnTo>
                    <a:pt x="3778687" y="4467482"/>
                  </a:lnTo>
                  <a:lnTo>
                    <a:pt x="3729150" y="4493984"/>
                  </a:lnTo>
                  <a:lnTo>
                    <a:pt x="3680614" y="4522927"/>
                  </a:lnTo>
                  <a:lnTo>
                    <a:pt x="3632645" y="4554271"/>
                  </a:lnTo>
                  <a:lnTo>
                    <a:pt x="3584936" y="4587886"/>
                  </a:lnTo>
                  <a:lnTo>
                    <a:pt x="3537287" y="4623549"/>
                  </a:lnTo>
                  <a:lnTo>
                    <a:pt x="3489584" y="4660944"/>
                  </a:lnTo>
                  <a:lnTo>
                    <a:pt x="3441785" y="4699670"/>
                  </a:lnTo>
                  <a:lnTo>
                    <a:pt x="3393903" y="4739256"/>
                  </a:lnTo>
                  <a:lnTo>
                    <a:pt x="3345982" y="4779185"/>
                  </a:lnTo>
                  <a:lnTo>
                    <a:pt x="3298083" y="4818922"/>
                  </a:lnTo>
                  <a:lnTo>
                    <a:pt x="3250258" y="4857941"/>
                  </a:lnTo>
                  <a:lnTo>
                    <a:pt x="3202530" y="4895756"/>
                  </a:lnTo>
                  <a:lnTo>
                    <a:pt x="3154873" y="4931945"/>
                  </a:lnTo>
                  <a:lnTo>
                    <a:pt x="3107198" y="4966165"/>
                  </a:lnTo>
                  <a:lnTo>
                    <a:pt x="3059328" y="4998168"/>
                  </a:lnTo>
                  <a:lnTo>
                    <a:pt x="3010990" y="5027798"/>
                  </a:lnTo>
                  <a:lnTo>
                    <a:pt x="2961789" y="5054989"/>
                  </a:lnTo>
                  <a:lnTo>
                    <a:pt x="2911183" y="5079757"/>
                  </a:lnTo>
                  <a:lnTo>
                    <a:pt x="2896531" y="5086329"/>
                  </a:lnTo>
                  <a:lnTo>
                    <a:pt x="2849136" y="5105782"/>
                  </a:lnTo>
                  <a:lnTo>
                    <a:pt x="2799239" y="5123388"/>
                  </a:lnTo>
                  <a:lnTo>
                    <a:pt x="2746086" y="5139230"/>
                  </a:lnTo>
                  <a:lnTo>
                    <a:pt x="2688850" y="5153453"/>
                  </a:lnTo>
                  <a:lnTo>
                    <a:pt x="2626685" y="5166229"/>
                  </a:lnTo>
                  <a:lnTo>
                    <a:pt x="2558787" y="5177724"/>
                  </a:lnTo>
                  <a:lnTo>
                    <a:pt x="2484464" y="5188090"/>
                  </a:lnTo>
                  <a:lnTo>
                    <a:pt x="2403247" y="5197455"/>
                  </a:lnTo>
                  <a:lnTo>
                    <a:pt x="2315022" y="5205916"/>
                  </a:lnTo>
                  <a:lnTo>
                    <a:pt x="2220208" y="5213543"/>
                  </a:lnTo>
                  <a:lnTo>
                    <a:pt x="2119946" y="5220371"/>
                  </a:lnTo>
                  <a:lnTo>
                    <a:pt x="2016261" y="5226412"/>
                  </a:lnTo>
                  <a:lnTo>
                    <a:pt x="1912140" y="5231656"/>
                  </a:lnTo>
                  <a:lnTo>
                    <a:pt x="1811430" y="5236084"/>
                  </a:lnTo>
                  <a:lnTo>
                    <a:pt x="1718487" y="5239684"/>
                  </a:lnTo>
                  <a:lnTo>
                    <a:pt x="1637581" y="5242468"/>
                  </a:lnTo>
                  <a:lnTo>
                    <a:pt x="1572138" y="5244481"/>
                  </a:lnTo>
                  <a:lnTo>
                    <a:pt x="1524030" y="5245812"/>
                  </a:lnTo>
                  <a:lnTo>
                    <a:pt x="1493108" y="5246584"/>
                  </a:lnTo>
                  <a:lnTo>
                    <a:pt x="1477099" y="5246947"/>
                  </a:lnTo>
                  <a:lnTo>
                    <a:pt x="1471800" y="5247057"/>
                  </a:lnTo>
                  <a:lnTo>
                    <a:pt x="1471387" y="5247064"/>
                  </a:lnTo>
                  <a:lnTo>
                    <a:pt x="0" y="5247064"/>
                  </a:lnTo>
                  <a:close/>
                </a:path>
              </a:pathLst>
            </a:custGeom>
            <a:solidFill>
              <a:srgbClr val="D9B26F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668" name="pl1668"/>
            <p:cNvSpPr/>
            <p:nvPr/>
          </p:nvSpPr>
          <p:spPr>
            <a:xfrm>
              <a:off x="4799595" y="4562947"/>
              <a:ext cx="11981298" cy="5247064"/>
            </a:xfrm>
            <a:custGeom>
              <a:avLst/>
              <a:pathLst>
                <a:path w="11981298" h="5247064">
                  <a:moveTo>
                    <a:pt x="0" y="5247064"/>
                  </a:moveTo>
                  <a:lnTo>
                    <a:pt x="1471387" y="5247064"/>
                  </a:lnTo>
                  <a:lnTo>
                    <a:pt x="1472613" y="5247040"/>
                  </a:lnTo>
                  <a:lnTo>
                    <a:pt x="1480662" y="5246870"/>
                  </a:lnTo>
                  <a:lnTo>
                    <a:pt x="1500904" y="5246397"/>
                  </a:lnTo>
                  <a:lnTo>
                    <a:pt x="1536979" y="5245467"/>
                  </a:lnTo>
                  <a:lnTo>
                    <a:pt x="1590514" y="5243938"/>
                  </a:lnTo>
                  <a:lnTo>
                    <a:pt x="1661007" y="5241695"/>
                  </a:lnTo>
                  <a:lnTo>
                    <a:pt x="1746044" y="5238663"/>
                  </a:lnTo>
                  <a:lnTo>
                    <a:pt x="1841855" y="5234807"/>
                  </a:lnTo>
                  <a:lnTo>
                    <a:pt x="1944067" y="5230126"/>
                  </a:lnTo>
                  <a:lnTo>
                    <a:pt x="2048427" y="5224634"/>
                  </a:lnTo>
                  <a:lnTo>
                    <a:pt x="2151331" y="5218350"/>
                  </a:lnTo>
                  <a:lnTo>
                    <a:pt x="2250086" y="5211278"/>
                  </a:lnTo>
                  <a:lnTo>
                    <a:pt x="2342953" y="5203400"/>
                  </a:lnTo>
                  <a:lnTo>
                    <a:pt x="2429034" y="5194668"/>
                  </a:lnTo>
                  <a:lnTo>
                    <a:pt x="2508094" y="5185007"/>
                  </a:lnTo>
                  <a:lnTo>
                    <a:pt x="2580374" y="5174307"/>
                  </a:lnTo>
                  <a:lnTo>
                    <a:pt x="2646424" y="5162435"/>
                  </a:lnTo>
                  <a:lnTo>
                    <a:pt x="2706980" y="5149231"/>
                  </a:lnTo>
                  <a:lnTo>
                    <a:pt x="2762868" y="5134526"/>
                  </a:lnTo>
                  <a:lnTo>
                    <a:pt x="2814931" y="5118155"/>
                  </a:lnTo>
                  <a:lnTo>
                    <a:pt x="2863980" y="5099984"/>
                  </a:lnTo>
                  <a:lnTo>
                    <a:pt x="2896531" y="5086329"/>
                  </a:lnTo>
                  <a:lnTo>
                    <a:pt x="2947655" y="5062233"/>
                  </a:lnTo>
                  <a:lnTo>
                    <a:pt x="2997192" y="5035731"/>
                  </a:lnTo>
                  <a:lnTo>
                    <a:pt x="3045728" y="5006788"/>
                  </a:lnTo>
                  <a:lnTo>
                    <a:pt x="3093697" y="4975444"/>
                  </a:lnTo>
                  <a:lnTo>
                    <a:pt x="3141406" y="4941829"/>
                  </a:lnTo>
                  <a:lnTo>
                    <a:pt x="3189055" y="4906166"/>
                  </a:lnTo>
                  <a:lnTo>
                    <a:pt x="3236758" y="4868771"/>
                  </a:lnTo>
                  <a:lnTo>
                    <a:pt x="3284557" y="4830045"/>
                  </a:lnTo>
                  <a:lnTo>
                    <a:pt x="3332439" y="4790459"/>
                  </a:lnTo>
                  <a:lnTo>
                    <a:pt x="3380360" y="4750530"/>
                  </a:lnTo>
                  <a:lnTo>
                    <a:pt x="3428259" y="4710793"/>
                  </a:lnTo>
                  <a:lnTo>
                    <a:pt x="3476084" y="4671774"/>
                  </a:lnTo>
                  <a:lnTo>
                    <a:pt x="3523812" y="4633959"/>
                  </a:lnTo>
                  <a:lnTo>
                    <a:pt x="3571469" y="4597770"/>
                  </a:lnTo>
                  <a:lnTo>
                    <a:pt x="3619144" y="4563550"/>
                  </a:lnTo>
                  <a:lnTo>
                    <a:pt x="3667014" y="4531547"/>
                  </a:lnTo>
                  <a:lnTo>
                    <a:pt x="3715352" y="4501917"/>
                  </a:lnTo>
                  <a:lnTo>
                    <a:pt x="3764554" y="4474726"/>
                  </a:lnTo>
                  <a:lnTo>
                    <a:pt x="3815159" y="4449958"/>
                  </a:lnTo>
                  <a:lnTo>
                    <a:pt x="3829811" y="4443386"/>
                  </a:lnTo>
                  <a:lnTo>
                    <a:pt x="3877207" y="4423933"/>
                  </a:lnTo>
                  <a:lnTo>
                    <a:pt x="3927103" y="4406327"/>
                  </a:lnTo>
                  <a:lnTo>
                    <a:pt x="3980256" y="4390485"/>
                  </a:lnTo>
                  <a:lnTo>
                    <a:pt x="4037492" y="4376262"/>
                  </a:lnTo>
                  <a:lnTo>
                    <a:pt x="4099657" y="4363486"/>
                  </a:lnTo>
                  <a:lnTo>
                    <a:pt x="4167555" y="4351991"/>
                  </a:lnTo>
                  <a:lnTo>
                    <a:pt x="4241878" y="4341625"/>
                  </a:lnTo>
                  <a:lnTo>
                    <a:pt x="4323095" y="4332260"/>
                  </a:lnTo>
                  <a:lnTo>
                    <a:pt x="4411320" y="4323799"/>
                  </a:lnTo>
                  <a:lnTo>
                    <a:pt x="4506134" y="4316172"/>
                  </a:lnTo>
                  <a:lnTo>
                    <a:pt x="4606396" y="4309344"/>
                  </a:lnTo>
                  <a:lnTo>
                    <a:pt x="4710081" y="4303303"/>
                  </a:lnTo>
                  <a:lnTo>
                    <a:pt x="4814202" y="4298059"/>
                  </a:lnTo>
                  <a:lnTo>
                    <a:pt x="4914912" y="4293631"/>
                  </a:lnTo>
                  <a:lnTo>
                    <a:pt x="5007855" y="4290031"/>
                  </a:lnTo>
                  <a:lnTo>
                    <a:pt x="5088761" y="4287247"/>
                  </a:lnTo>
                  <a:lnTo>
                    <a:pt x="5154204" y="4285234"/>
                  </a:lnTo>
                  <a:lnTo>
                    <a:pt x="5202312" y="4283903"/>
                  </a:lnTo>
                  <a:lnTo>
                    <a:pt x="5233234" y="4283131"/>
                  </a:lnTo>
                  <a:lnTo>
                    <a:pt x="5249243" y="4282768"/>
                  </a:lnTo>
                  <a:lnTo>
                    <a:pt x="5254542" y="4282659"/>
                  </a:lnTo>
                  <a:lnTo>
                    <a:pt x="5254955" y="4282651"/>
                  </a:lnTo>
                  <a:lnTo>
                    <a:pt x="6726343" y="4282651"/>
                  </a:lnTo>
                  <a:lnTo>
                    <a:pt x="6727268" y="4282571"/>
                  </a:lnTo>
                  <a:lnTo>
                    <a:pt x="6733377" y="4282003"/>
                  </a:lnTo>
                  <a:lnTo>
                    <a:pt x="6748869" y="4280434"/>
                  </a:lnTo>
                  <a:lnTo>
                    <a:pt x="6776796" y="4277342"/>
                  </a:lnTo>
                  <a:lnTo>
                    <a:pt x="6818884" y="4272229"/>
                  </a:lnTo>
                  <a:lnTo>
                    <a:pt x="6875407" y="4264672"/>
                  </a:lnTo>
                  <a:lnTo>
                    <a:pt x="6945228" y="4254350"/>
                  </a:lnTo>
                  <a:lnTo>
                    <a:pt x="7026046" y="4241071"/>
                  </a:lnTo>
                  <a:lnTo>
                    <a:pt x="7114813" y="4224757"/>
                  </a:lnTo>
                  <a:lnTo>
                    <a:pt x="7208211" y="4205421"/>
                  </a:lnTo>
                  <a:lnTo>
                    <a:pt x="7303086" y="4183120"/>
                  </a:lnTo>
                  <a:lnTo>
                    <a:pt x="7396754" y="4157913"/>
                  </a:lnTo>
                  <a:lnTo>
                    <a:pt x="7487158" y="4129817"/>
                  </a:lnTo>
                  <a:lnTo>
                    <a:pt x="7572898" y="4098785"/>
                  </a:lnTo>
                  <a:lnTo>
                    <a:pt x="7653168" y="4064685"/>
                  </a:lnTo>
                  <a:lnTo>
                    <a:pt x="7727651" y="4027292"/>
                  </a:lnTo>
                  <a:lnTo>
                    <a:pt x="7796397" y="3986289"/>
                  </a:lnTo>
                  <a:lnTo>
                    <a:pt x="7859721" y="3941269"/>
                  </a:lnTo>
                  <a:lnTo>
                    <a:pt x="7918102" y="3891746"/>
                  </a:lnTo>
                  <a:lnTo>
                    <a:pt x="7972123" y="3837178"/>
                  </a:lnTo>
                  <a:lnTo>
                    <a:pt x="8022410" y="3776991"/>
                  </a:lnTo>
                  <a:lnTo>
                    <a:pt x="8069599" y="3710641"/>
                  </a:lnTo>
                  <a:lnTo>
                    <a:pt x="8114295" y="3637689"/>
                  </a:lnTo>
                  <a:lnTo>
                    <a:pt x="8151487" y="3568875"/>
                  </a:lnTo>
                  <a:lnTo>
                    <a:pt x="8183116" y="3504395"/>
                  </a:lnTo>
                  <a:lnTo>
                    <a:pt x="8214045" y="3435935"/>
                  </a:lnTo>
                  <a:lnTo>
                    <a:pt x="8244436" y="3363415"/>
                  </a:lnTo>
                  <a:lnTo>
                    <a:pt x="8274422" y="3286798"/>
                  </a:lnTo>
                  <a:lnTo>
                    <a:pt x="8304115" y="3206096"/>
                  </a:lnTo>
                  <a:lnTo>
                    <a:pt x="8333605" y="3121374"/>
                  </a:lnTo>
                  <a:lnTo>
                    <a:pt x="8362968" y="3032754"/>
                  </a:lnTo>
                  <a:lnTo>
                    <a:pt x="8392261" y="2940417"/>
                  </a:lnTo>
                  <a:lnTo>
                    <a:pt x="8421528" y="2844602"/>
                  </a:lnTo>
                  <a:lnTo>
                    <a:pt x="8450801" y="2745608"/>
                  </a:lnTo>
                  <a:lnTo>
                    <a:pt x="8480099" y="2643793"/>
                  </a:lnTo>
                  <a:lnTo>
                    <a:pt x="8509432" y="2539567"/>
                  </a:lnTo>
                  <a:lnTo>
                    <a:pt x="8538803" y="2433386"/>
                  </a:lnTo>
                  <a:lnTo>
                    <a:pt x="8568206" y="2325747"/>
                  </a:lnTo>
                  <a:lnTo>
                    <a:pt x="8597632" y="2217177"/>
                  </a:lnTo>
                  <a:lnTo>
                    <a:pt x="8627068" y="2108221"/>
                  </a:lnTo>
                  <a:lnTo>
                    <a:pt x="8656500" y="1999433"/>
                  </a:lnTo>
                  <a:lnTo>
                    <a:pt x="8685914" y="1891364"/>
                  </a:lnTo>
                  <a:lnTo>
                    <a:pt x="8715298" y="1784550"/>
                  </a:lnTo>
                  <a:lnTo>
                    <a:pt x="8744646" y="1679500"/>
                  </a:lnTo>
                  <a:lnTo>
                    <a:pt x="8773957" y="1576687"/>
                  </a:lnTo>
                  <a:lnTo>
                    <a:pt x="8803238" y="1476541"/>
                  </a:lnTo>
                  <a:lnTo>
                    <a:pt x="8832504" y="1379439"/>
                  </a:lnTo>
                  <a:lnTo>
                    <a:pt x="8861783" y="1285705"/>
                  </a:lnTo>
                  <a:lnTo>
                    <a:pt x="8891112" y="1195601"/>
                  </a:lnTo>
                  <a:lnTo>
                    <a:pt x="8920545" y="1109332"/>
                  </a:lnTo>
                  <a:lnTo>
                    <a:pt x="8950148" y="1027042"/>
                  </a:lnTo>
                  <a:lnTo>
                    <a:pt x="8980007" y="948817"/>
                  </a:lnTo>
                  <a:lnTo>
                    <a:pt x="9010224" y="874690"/>
                  </a:lnTo>
                  <a:lnTo>
                    <a:pt x="9040925" y="804644"/>
                  </a:lnTo>
                  <a:lnTo>
                    <a:pt x="9072258" y="738614"/>
                  </a:lnTo>
                  <a:lnTo>
                    <a:pt x="9084767" y="713775"/>
                  </a:lnTo>
                  <a:lnTo>
                    <a:pt x="9127748" y="634921"/>
                  </a:lnTo>
                  <a:lnTo>
                    <a:pt x="9172741" y="562861"/>
                  </a:lnTo>
                  <a:lnTo>
                    <a:pt x="9220304" y="497354"/>
                  </a:lnTo>
                  <a:lnTo>
                    <a:pt x="9271048" y="437944"/>
                  </a:lnTo>
                  <a:lnTo>
                    <a:pt x="9325611" y="384076"/>
                  </a:lnTo>
                  <a:lnTo>
                    <a:pt x="9384614" y="335179"/>
                  </a:lnTo>
                  <a:lnTo>
                    <a:pt x="9448630" y="290716"/>
                  </a:lnTo>
                  <a:lnTo>
                    <a:pt x="9518122" y="250212"/>
                  </a:lnTo>
                  <a:lnTo>
                    <a:pt x="9593374" y="213271"/>
                  </a:lnTo>
                  <a:lnTo>
                    <a:pt x="9674395" y="179588"/>
                  </a:lnTo>
                  <a:lnTo>
                    <a:pt x="9760811" y="148950"/>
                  </a:lnTo>
                  <a:lnTo>
                    <a:pt x="9851741" y="121237"/>
                  </a:lnTo>
                  <a:lnTo>
                    <a:pt x="9945701" y="96412"/>
                  </a:lnTo>
                  <a:lnTo>
                    <a:pt x="10040547" y="74500"/>
                  </a:lnTo>
                  <a:lnTo>
                    <a:pt x="10133521" y="55561"/>
                  </a:lnTo>
                  <a:lnTo>
                    <a:pt x="10221425" y="39649"/>
                  </a:lnTo>
                  <a:lnTo>
                    <a:pt x="10300952" y="26768"/>
                  </a:lnTo>
                  <a:lnTo>
                    <a:pt x="10369125" y="16825"/>
                  </a:lnTo>
                  <a:lnTo>
                    <a:pt x="10423775" y="9612"/>
                  </a:lnTo>
                  <a:lnTo>
                    <a:pt x="10463941" y="4794"/>
                  </a:lnTo>
                  <a:lnTo>
                    <a:pt x="10490093" y="1932"/>
                  </a:lnTo>
                  <a:lnTo>
                    <a:pt x="10504143" y="526"/>
                  </a:lnTo>
                  <a:lnTo>
                    <a:pt x="10509302" y="52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69" name="pl1669"/>
            <p:cNvSpPr/>
            <p:nvPr/>
          </p:nvSpPr>
          <p:spPr>
            <a:xfrm>
              <a:off x="4799595" y="4554774"/>
              <a:ext cx="11981298" cy="5247064"/>
            </a:xfrm>
            <a:custGeom>
              <a:avLst/>
              <a:pathLst>
                <a:path w="11981298" h="5247064">
                  <a:moveTo>
                    <a:pt x="11981298" y="0"/>
                  </a:moveTo>
                  <a:lnTo>
                    <a:pt x="10509911" y="0"/>
                  </a:lnTo>
                  <a:lnTo>
                    <a:pt x="10508985" y="79"/>
                  </a:lnTo>
                  <a:lnTo>
                    <a:pt x="10502876" y="647"/>
                  </a:lnTo>
                  <a:lnTo>
                    <a:pt x="10487384" y="2216"/>
                  </a:lnTo>
                  <a:lnTo>
                    <a:pt x="10459457" y="5309"/>
                  </a:lnTo>
                  <a:lnTo>
                    <a:pt x="10417370" y="10421"/>
                  </a:lnTo>
                  <a:lnTo>
                    <a:pt x="10360847" y="17978"/>
                  </a:lnTo>
                  <a:lnTo>
                    <a:pt x="10291025" y="28300"/>
                  </a:lnTo>
                  <a:lnTo>
                    <a:pt x="10210207" y="41580"/>
                  </a:lnTo>
                  <a:lnTo>
                    <a:pt x="10121441" y="57893"/>
                  </a:lnTo>
                  <a:lnTo>
                    <a:pt x="10028043" y="77229"/>
                  </a:lnTo>
                  <a:lnTo>
                    <a:pt x="9933167" y="99530"/>
                  </a:lnTo>
                  <a:lnTo>
                    <a:pt x="9839500" y="124737"/>
                  </a:lnTo>
                  <a:lnTo>
                    <a:pt x="9749095" y="152833"/>
                  </a:lnTo>
                  <a:lnTo>
                    <a:pt x="9663355" y="183865"/>
                  </a:lnTo>
                  <a:lnTo>
                    <a:pt x="9583085" y="217965"/>
                  </a:lnTo>
                  <a:lnTo>
                    <a:pt x="9508603" y="255358"/>
                  </a:lnTo>
                  <a:lnTo>
                    <a:pt x="9439856" y="296361"/>
                  </a:lnTo>
                  <a:lnTo>
                    <a:pt x="9376533" y="341382"/>
                  </a:lnTo>
                  <a:lnTo>
                    <a:pt x="9318151" y="390904"/>
                  </a:lnTo>
                  <a:lnTo>
                    <a:pt x="9264130" y="445473"/>
                  </a:lnTo>
                  <a:lnTo>
                    <a:pt x="9213843" y="505659"/>
                  </a:lnTo>
                  <a:lnTo>
                    <a:pt x="9166655" y="572009"/>
                  </a:lnTo>
                  <a:lnTo>
                    <a:pt x="9121958" y="644961"/>
                  </a:lnTo>
                  <a:lnTo>
                    <a:pt x="9084767" y="713775"/>
                  </a:lnTo>
                  <a:lnTo>
                    <a:pt x="9053138" y="778255"/>
                  </a:lnTo>
                  <a:lnTo>
                    <a:pt x="9022208" y="846715"/>
                  </a:lnTo>
                  <a:lnTo>
                    <a:pt x="8991817" y="919235"/>
                  </a:lnTo>
                  <a:lnTo>
                    <a:pt x="8961831" y="995853"/>
                  </a:lnTo>
                  <a:lnTo>
                    <a:pt x="8932139" y="1076555"/>
                  </a:lnTo>
                  <a:lnTo>
                    <a:pt x="8902648" y="1161276"/>
                  </a:lnTo>
                  <a:lnTo>
                    <a:pt x="8873285" y="1249896"/>
                  </a:lnTo>
                  <a:lnTo>
                    <a:pt x="8843992" y="1342233"/>
                  </a:lnTo>
                  <a:lnTo>
                    <a:pt x="8814725" y="1438048"/>
                  </a:lnTo>
                  <a:lnTo>
                    <a:pt x="8785452" y="1537042"/>
                  </a:lnTo>
                  <a:lnTo>
                    <a:pt x="8756155" y="1638857"/>
                  </a:lnTo>
                  <a:lnTo>
                    <a:pt x="8726821" y="1743083"/>
                  </a:lnTo>
                  <a:lnTo>
                    <a:pt x="8697450" y="1849264"/>
                  </a:lnTo>
                  <a:lnTo>
                    <a:pt x="8668047" y="1956903"/>
                  </a:lnTo>
                  <a:lnTo>
                    <a:pt x="8638621" y="2065473"/>
                  </a:lnTo>
                  <a:lnTo>
                    <a:pt x="8609185" y="2174429"/>
                  </a:lnTo>
                  <a:lnTo>
                    <a:pt x="8579753" y="2283217"/>
                  </a:lnTo>
                  <a:lnTo>
                    <a:pt x="8550340" y="2391286"/>
                  </a:lnTo>
                  <a:lnTo>
                    <a:pt x="8520955" y="2498100"/>
                  </a:lnTo>
                  <a:lnTo>
                    <a:pt x="8491607" y="2603150"/>
                  </a:lnTo>
                  <a:lnTo>
                    <a:pt x="8462296" y="2705963"/>
                  </a:lnTo>
                  <a:lnTo>
                    <a:pt x="8433015" y="2806109"/>
                  </a:lnTo>
                  <a:lnTo>
                    <a:pt x="8403749" y="2903211"/>
                  </a:lnTo>
                  <a:lnTo>
                    <a:pt x="8374470" y="2996945"/>
                  </a:lnTo>
                  <a:lnTo>
                    <a:pt x="8345141" y="3087049"/>
                  </a:lnTo>
                  <a:lnTo>
                    <a:pt x="8315709" y="3173318"/>
                  </a:lnTo>
                  <a:lnTo>
                    <a:pt x="8286105" y="3255608"/>
                  </a:lnTo>
                  <a:lnTo>
                    <a:pt x="8256247" y="3333833"/>
                  </a:lnTo>
                  <a:lnTo>
                    <a:pt x="8226029" y="3407960"/>
                  </a:lnTo>
                  <a:lnTo>
                    <a:pt x="8195329" y="3478006"/>
                  </a:lnTo>
                  <a:lnTo>
                    <a:pt x="8163995" y="3544036"/>
                  </a:lnTo>
                  <a:lnTo>
                    <a:pt x="8151487" y="3568875"/>
                  </a:lnTo>
                  <a:lnTo>
                    <a:pt x="8108505" y="3647729"/>
                  </a:lnTo>
                  <a:lnTo>
                    <a:pt x="8063512" y="3719789"/>
                  </a:lnTo>
                  <a:lnTo>
                    <a:pt x="8015950" y="3785296"/>
                  </a:lnTo>
                  <a:lnTo>
                    <a:pt x="7965205" y="3844706"/>
                  </a:lnTo>
                  <a:lnTo>
                    <a:pt x="7910643" y="3898575"/>
                  </a:lnTo>
                  <a:lnTo>
                    <a:pt x="7851639" y="3947471"/>
                  </a:lnTo>
                  <a:lnTo>
                    <a:pt x="7787623" y="3991934"/>
                  </a:lnTo>
                  <a:lnTo>
                    <a:pt x="7718131" y="4032438"/>
                  </a:lnTo>
                  <a:lnTo>
                    <a:pt x="7642879" y="4069379"/>
                  </a:lnTo>
                  <a:lnTo>
                    <a:pt x="7561858" y="4103062"/>
                  </a:lnTo>
                  <a:lnTo>
                    <a:pt x="7475443" y="4133700"/>
                  </a:lnTo>
                  <a:lnTo>
                    <a:pt x="7384512" y="4161413"/>
                  </a:lnTo>
                  <a:lnTo>
                    <a:pt x="7290552" y="4186238"/>
                  </a:lnTo>
                  <a:lnTo>
                    <a:pt x="7195706" y="4208150"/>
                  </a:lnTo>
                  <a:lnTo>
                    <a:pt x="7102732" y="4227089"/>
                  </a:lnTo>
                  <a:lnTo>
                    <a:pt x="7014828" y="4243001"/>
                  </a:lnTo>
                  <a:lnTo>
                    <a:pt x="6935301" y="4255882"/>
                  </a:lnTo>
                  <a:lnTo>
                    <a:pt x="6867128" y="4265825"/>
                  </a:lnTo>
                  <a:lnTo>
                    <a:pt x="6812479" y="4273038"/>
                  </a:lnTo>
                  <a:lnTo>
                    <a:pt x="6772312" y="4277856"/>
                  </a:lnTo>
                  <a:lnTo>
                    <a:pt x="6746160" y="4280718"/>
                  </a:lnTo>
                  <a:lnTo>
                    <a:pt x="6732111" y="4282124"/>
                  </a:lnTo>
                  <a:lnTo>
                    <a:pt x="6726951" y="4282599"/>
                  </a:lnTo>
                  <a:lnTo>
                    <a:pt x="6726343" y="4282651"/>
                  </a:lnTo>
                  <a:lnTo>
                    <a:pt x="5254955" y="4282651"/>
                  </a:lnTo>
                  <a:lnTo>
                    <a:pt x="5253729" y="4282675"/>
                  </a:lnTo>
                  <a:lnTo>
                    <a:pt x="5245680" y="4282845"/>
                  </a:lnTo>
                  <a:lnTo>
                    <a:pt x="5225438" y="4283318"/>
                  </a:lnTo>
                  <a:lnTo>
                    <a:pt x="5189363" y="4284248"/>
                  </a:lnTo>
                  <a:lnTo>
                    <a:pt x="5135828" y="4285777"/>
                  </a:lnTo>
                  <a:lnTo>
                    <a:pt x="5065335" y="4288020"/>
                  </a:lnTo>
                  <a:lnTo>
                    <a:pt x="4980298" y="4291052"/>
                  </a:lnTo>
                  <a:lnTo>
                    <a:pt x="4884488" y="4294908"/>
                  </a:lnTo>
                  <a:lnTo>
                    <a:pt x="4782276" y="4299589"/>
                  </a:lnTo>
                  <a:lnTo>
                    <a:pt x="4677915" y="4305081"/>
                  </a:lnTo>
                  <a:lnTo>
                    <a:pt x="4575011" y="4311365"/>
                  </a:lnTo>
                  <a:lnTo>
                    <a:pt x="4476256" y="4318437"/>
                  </a:lnTo>
                  <a:lnTo>
                    <a:pt x="4383389" y="4326315"/>
                  </a:lnTo>
                  <a:lnTo>
                    <a:pt x="4297308" y="4335047"/>
                  </a:lnTo>
                  <a:lnTo>
                    <a:pt x="4218248" y="4344708"/>
                  </a:lnTo>
                  <a:lnTo>
                    <a:pt x="4145968" y="4355408"/>
                  </a:lnTo>
                  <a:lnTo>
                    <a:pt x="4079918" y="4367280"/>
                  </a:lnTo>
                  <a:lnTo>
                    <a:pt x="4019362" y="4380484"/>
                  </a:lnTo>
                  <a:lnTo>
                    <a:pt x="3963474" y="4395189"/>
                  </a:lnTo>
                  <a:lnTo>
                    <a:pt x="3911411" y="4411560"/>
                  </a:lnTo>
                  <a:lnTo>
                    <a:pt x="3862362" y="4429731"/>
                  </a:lnTo>
                  <a:lnTo>
                    <a:pt x="3829811" y="4443386"/>
                  </a:lnTo>
                  <a:lnTo>
                    <a:pt x="3778687" y="4467482"/>
                  </a:lnTo>
                  <a:lnTo>
                    <a:pt x="3729150" y="4493984"/>
                  </a:lnTo>
                  <a:lnTo>
                    <a:pt x="3680614" y="4522927"/>
                  </a:lnTo>
                  <a:lnTo>
                    <a:pt x="3632645" y="4554271"/>
                  </a:lnTo>
                  <a:lnTo>
                    <a:pt x="3584936" y="4587886"/>
                  </a:lnTo>
                  <a:lnTo>
                    <a:pt x="3537287" y="4623549"/>
                  </a:lnTo>
                  <a:lnTo>
                    <a:pt x="3489584" y="4660944"/>
                  </a:lnTo>
                  <a:lnTo>
                    <a:pt x="3441785" y="4699670"/>
                  </a:lnTo>
                  <a:lnTo>
                    <a:pt x="3393903" y="4739256"/>
                  </a:lnTo>
                  <a:lnTo>
                    <a:pt x="3345982" y="4779185"/>
                  </a:lnTo>
                  <a:lnTo>
                    <a:pt x="3298083" y="4818922"/>
                  </a:lnTo>
                  <a:lnTo>
                    <a:pt x="3250258" y="4857941"/>
                  </a:lnTo>
                  <a:lnTo>
                    <a:pt x="3202530" y="4895756"/>
                  </a:lnTo>
                  <a:lnTo>
                    <a:pt x="3154873" y="4931945"/>
                  </a:lnTo>
                  <a:lnTo>
                    <a:pt x="3107198" y="4966165"/>
                  </a:lnTo>
                  <a:lnTo>
                    <a:pt x="3059328" y="4998168"/>
                  </a:lnTo>
                  <a:lnTo>
                    <a:pt x="3010990" y="5027798"/>
                  </a:lnTo>
                  <a:lnTo>
                    <a:pt x="2961789" y="5054989"/>
                  </a:lnTo>
                  <a:lnTo>
                    <a:pt x="2911183" y="5079757"/>
                  </a:lnTo>
                  <a:lnTo>
                    <a:pt x="2896531" y="5086329"/>
                  </a:lnTo>
                  <a:lnTo>
                    <a:pt x="2849136" y="5105782"/>
                  </a:lnTo>
                  <a:lnTo>
                    <a:pt x="2799239" y="5123388"/>
                  </a:lnTo>
                  <a:lnTo>
                    <a:pt x="2746086" y="5139230"/>
                  </a:lnTo>
                  <a:lnTo>
                    <a:pt x="2688850" y="5153453"/>
                  </a:lnTo>
                  <a:lnTo>
                    <a:pt x="2626685" y="5166229"/>
                  </a:lnTo>
                  <a:lnTo>
                    <a:pt x="2558787" y="5177724"/>
                  </a:lnTo>
                  <a:lnTo>
                    <a:pt x="2484464" y="5188090"/>
                  </a:lnTo>
                  <a:lnTo>
                    <a:pt x="2403247" y="5197455"/>
                  </a:lnTo>
                  <a:lnTo>
                    <a:pt x="2315022" y="5205916"/>
                  </a:lnTo>
                  <a:lnTo>
                    <a:pt x="2220208" y="5213543"/>
                  </a:lnTo>
                  <a:lnTo>
                    <a:pt x="2119946" y="5220371"/>
                  </a:lnTo>
                  <a:lnTo>
                    <a:pt x="2016261" y="5226412"/>
                  </a:lnTo>
                  <a:lnTo>
                    <a:pt x="1912140" y="5231656"/>
                  </a:lnTo>
                  <a:lnTo>
                    <a:pt x="1811430" y="5236084"/>
                  </a:lnTo>
                  <a:lnTo>
                    <a:pt x="1718487" y="5239684"/>
                  </a:lnTo>
                  <a:lnTo>
                    <a:pt x="1637581" y="5242468"/>
                  </a:lnTo>
                  <a:lnTo>
                    <a:pt x="1572138" y="5244481"/>
                  </a:lnTo>
                  <a:lnTo>
                    <a:pt x="1524030" y="5245812"/>
                  </a:lnTo>
                  <a:lnTo>
                    <a:pt x="1493108" y="5246584"/>
                  </a:lnTo>
                  <a:lnTo>
                    <a:pt x="1477099" y="5246947"/>
                  </a:lnTo>
                  <a:lnTo>
                    <a:pt x="1471800" y="5247057"/>
                  </a:lnTo>
                  <a:lnTo>
                    <a:pt x="1471387" y="5247064"/>
                  </a:lnTo>
                  <a:lnTo>
                    <a:pt x="0" y="524706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70" name="pg1670"/>
            <p:cNvSpPr/>
            <p:nvPr/>
          </p:nvSpPr>
          <p:spPr>
            <a:xfrm>
              <a:off x="4799595" y="2756714"/>
              <a:ext cx="11981298" cy="7077816"/>
            </a:xfrm>
            <a:custGeom>
              <a:avLst/>
              <a:pathLst>
                <a:path w="11981298" h="7077816">
                  <a:moveTo>
                    <a:pt x="0" y="7077816"/>
                  </a:moveTo>
                  <a:lnTo>
                    <a:pt x="1471387" y="7077816"/>
                  </a:lnTo>
                  <a:lnTo>
                    <a:pt x="1472624" y="7077809"/>
                  </a:lnTo>
                  <a:lnTo>
                    <a:pt x="1480739" y="7077758"/>
                  </a:lnTo>
                  <a:lnTo>
                    <a:pt x="1501145" y="7077616"/>
                  </a:lnTo>
                  <a:lnTo>
                    <a:pt x="1537496" y="7077338"/>
                  </a:lnTo>
                  <a:lnTo>
                    <a:pt x="1591414" y="7076881"/>
                  </a:lnTo>
                  <a:lnTo>
                    <a:pt x="1662365" y="7076210"/>
                  </a:lnTo>
                  <a:lnTo>
                    <a:pt x="1747886" y="7075303"/>
                  </a:lnTo>
                  <a:lnTo>
                    <a:pt x="1844158" y="7074151"/>
                  </a:lnTo>
                  <a:lnTo>
                    <a:pt x="1946766" y="7072753"/>
                  </a:lnTo>
                  <a:lnTo>
                    <a:pt x="2051431" y="7071113"/>
                  </a:lnTo>
                  <a:lnTo>
                    <a:pt x="2154540" y="7069236"/>
                  </a:lnTo>
                  <a:lnTo>
                    <a:pt x="2253406" y="7067125"/>
                  </a:lnTo>
                  <a:lnTo>
                    <a:pt x="2346307" y="7064772"/>
                  </a:lnTo>
                  <a:lnTo>
                    <a:pt x="2432363" y="7062165"/>
                  </a:lnTo>
                  <a:lnTo>
                    <a:pt x="2511359" y="7059278"/>
                  </a:lnTo>
                  <a:lnTo>
                    <a:pt x="2583554" y="7056081"/>
                  </a:lnTo>
                  <a:lnTo>
                    <a:pt x="2649515" y="7052532"/>
                  </a:lnTo>
                  <a:lnTo>
                    <a:pt x="2709990" y="7048583"/>
                  </a:lnTo>
                  <a:lnTo>
                    <a:pt x="2765813" y="7044183"/>
                  </a:lnTo>
                  <a:lnTo>
                    <a:pt x="2817835" y="7039284"/>
                  </a:lnTo>
                  <a:lnTo>
                    <a:pt x="2866871" y="7033846"/>
                  </a:lnTo>
                  <a:lnTo>
                    <a:pt x="2896531" y="7030140"/>
                  </a:lnTo>
                  <a:lnTo>
                    <a:pt x="2952206" y="7022309"/>
                  </a:lnTo>
                  <a:lnTo>
                    <a:pt x="3006061" y="7013628"/>
                  </a:lnTo>
                  <a:lnTo>
                    <a:pt x="3058830" y="7004086"/>
                  </a:lnTo>
                  <a:lnTo>
                    <a:pt x="3111034" y="6993706"/>
                  </a:lnTo>
                  <a:lnTo>
                    <a:pt x="3163027" y="6982550"/>
                  </a:lnTo>
                  <a:lnTo>
                    <a:pt x="3215020" y="6970719"/>
                  </a:lnTo>
                  <a:lnTo>
                    <a:pt x="3267112" y="6958351"/>
                  </a:lnTo>
                  <a:lnTo>
                    <a:pt x="3319315" y="6945616"/>
                  </a:lnTo>
                  <a:lnTo>
                    <a:pt x="3371580" y="6932709"/>
                  </a:lnTo>
                  <a:lnTo>
                    <a:pt x="3423832" y="6919836"/>
                  </a:lnTo>
                  <a:lnTo>
                    <a:pt x="3476002" y="6907199"/>
                  </a:lnTo>
                  <a:lnTo>
                    <a:pt x="3528058" y="6894986"/>
                  </a:lnTo>
                  <a:lnTo>
                    <a:pt x="3580036" y="6883358"/>
                  </a:lnTo>
                  <a:lnTo>
                    <a:pt x="3632067" y="6872443"/>
                  </a:lnTo>
                  <a:lnTo>
                    <a:pt x="3684407" y="6862328"/>
                  </a:lnTo>
                  <a:lnTo>
                    <a:pt x="3737458" y="6853062"/>
                  </a:lnTo>
                  <a:lnTo>
                    <a:pt x="3791807" y="6844657"/>
                  </a:lnTo>
                  <a:lnTo>
                    <a:pt x="3829811" y="6839437"/>
                  </a:lnTo>
                  <a:lnTo>
                    <a:pt x="3877347" y="6833651"/>
                  </a:lnTo>
                  <a:lnTo>
                    <a:pt x="3927399" y="6828416"/>
                  </a:lnTo>
                  <a:lnTo>
                    <a:pt x="3980732" y="6823707"/>
                  </a:lnTo>
                  <a:lnTo>
                    <a:pt x="4038180" y="6819481"/>
                  </a:lnTo>
                  <a:lnTo>
                    <a:pt x="4100593" y="6815686"/>
                  </a:lnTo>
                  <a:lnTo>
                    <a:pt x="4168785" y="6812272"/>
                  </a:lnTo>
                  <a:lnTo>
                    <a:pt x="4243448" y="6809195"/>
                  </a:lnTo>
                  <a:lnTo>
                    <a:pt x="4325053" y="6806415"/>
                  </a:lnTo>
                  <a:lnTo>
                    <a:pt x="4413702" y="6803904"/>
                  </a:lnTo>
                  <a:lnTo>
                    <a:pt x="4508957" y="6801642"/>
                  </a:lnTo>
                  <a:lnTo>
                    <a:pt x="4609647" y="6799618"/>
                  </a:lnTo>
                  <a:lnTo>
                    <a:pt x="4713698" y="6797829"/>
                  </a:lnTo>
                  <a:lnTo>
                    <a:pt x="4818066" y="6796278"/>
                  </a:lnTo>
                  <a:lnTo>
                    <a:pt x="4918846" y="6794970"/>
                  </a:lnTo>
                  <a:lnTo>
                    <a:pt x="5011633" y="6793909"/>
                  </a:lnTo>
                  <a:lnTo>
                    <a:pt x="5092143" y="6793092"/>
                  </a:lnTo>
                  <a:lnTo>
                    <a:pt x="5156975" y="6792504"/>
                  </a:lnTo>
                  <a:lnTo>
                    <a:pt x="5204330" y="6792117"/>
                  </a:lnTo>
                  <a:lnTo>
                    <a:pt x="5234467" y="6791895"/>
                  </a:lnTo>
                  <a:lnTo>
                    <a:pt x="5249791" y="6791792"/>
                  </a:lnTo>
                  <a:lnTo>
                    <a:pt x="5254640" y="6791763"/>
                  </a:lnTo>
                  <a:lnTo>
                    <a:pt x="5254955" y="6791761"/>
                  </a:lnTo>
                  <a:lnTo>
                    <a:pt x="6726343" y="6791761"/>
                  </a:lnTo>
                  <a:lnTo>
                    <a:pt x="6727110" y="6791657"/>
                  </a:lnTo>
                  <a:lnTo>
                    <a:pt x="6732195" y="6790914"/>
                  </a:lnTo>
                  <a:lnTo>
                    <a:pt x="6745153" y="6788865"/>
                  </a:lnTo>
                  <a:lnTo>
                    <a:pt x="6768663" y="6784823"/>
                  </a:lnTo>
                  <a:lnTo>
                    <a:pt x="6804402" y="6778126"/>
                  </a:lnTo>
                  <a:lnTo>
                    <a:pt x="6852933" y="6768183"/>
                  </a:lnTo>
                  <a:lnTo>
                    <a:pt x="6913694" y="6754527"/>
                  </a:lnTo>
                  <a:lnTo>
                    <a:pt x="6985127" y="6736836"/>
                  </a:lnTo>
                  <a:lnTo>
                    <a:pt x="7064942" y="6714943"/>
                  </a:lnTo>
                  <a:lnTo>
                    <a:pt x="7150458" y="6688812"/>
                  </a:lnTo>
                  <a:lnTo>
                    <a:pt x="7238945" y="6658491"/>
                  </a:lnTo>
                  <a:lnTo>
                    <a:pt x="7327906" y="6624062"/>
                  </a:lnTo>
                  <a:lnTo>
                    <a:pt x="7415267" y="6585591"/>
                  </a:lnTo>
                  <a:lnTo>
                    <a:pt x="7499452" y="6543087"/>
                  </a:lnTo>
                  <a:lnTo>
                    <a:pt x="7579396" y="6496469"/>
                  </a:lnTo>
                  <a:lnTo>
                    <a:pt x="7654480" y="6445551"/>
                  </a:lnTo>
                  <a:lnTo>
                    <a:pt x="7724461" y="6390034"/>
                  </a:lnTo>
                  <a:lnTo>
                    <a:pt x="7789379" y="6329502"/>
                  </a:lnTo>
                  <a:lnTo>
                    <a:pt x="7849481" y="6263432"/>
                  </a:lnTo>
                  <a:lnTo>
                    <a:pt x="7905151" y="6191201"/>
                  </a:lnTo>
                  <a:lnTo>
                    <a:pt x="7956856" y="6112109"/>
                  </a:lnTo>
                  <a:lnTo>
                    <a:pt x="8005111" y="6025410"/>
                  </a:lnTo>
                  <a:lnTo>
                    <a:pt x="8050440" y="5930368"/>
                  </a:lnTo>
                  <a:lnTo>
                    <a:pt x="8093358" y="5826335"/>
                  </a:lnTo>
                  <a:lnTo>
                    <a:pt x="8134344" y="5712885"/>
                  </a:lnTo>
                  <a:lnTo>
                    <a:pt x="8151487" y="5661163"/>
                  </a:lnTo>
                  <a:lnTo>
                    <a:pt x="8177056" y="5579275"/>
                  </a:lnTo>
                  <a:lnTo>
                    <a:pt x="8202149" y="5493306"/>
                  </a:lnTo>
                  <a:lnTo>
                    <a:pt x="8226854" y="5403179"/>
                  </a:lnTo>
                  <a:lnTo>
                    <a:pt x="8251248" y="5308846"/>
                  </a:lnTo>
                  <a:lnTo>
                    <a:pt x="8275396" y="5210288"/>
                  </a:lnTo>
                  <a:lnTo>
                    <a:pt x="8299355" y="5107521"/>
                  </a:lnTo>
                  <a:lnTo>
                    <a:pt x="8323175" y="5000597"/>
                  </a:lnTo>
                  <a:lnTo>
                    <a:pt x="8346896" y="4889603"/>
                  </a:lnTo>
                  <a:lnTo>
                    <a:pt x="8370553" y="4774667"/>
                  </a:lnTo>
                  <a:lnTo>
                    <a:pt x="8394173" y="4655956"/>
                  </a:lnTo>
                  <a:lnTo>
                    <a:pt x="8417777" y="4533679"/>
                  </a:lnTo>
                  <a:lnTo>
                    <a:pt x="8441384" y="4408083"/>
                  </a:lnTo>
                  <a:lnTo>
                    <a:pt x="8465003" y="4279453"/>
                  </a:lnTo>
                  <a:lnTo>
                    <a:pt x="8488643" y="4148113"/>
                  </a:lnTo>
                  <a:lnTo>
                    <a:pt x="8512308" y="4014419"/>
                  </a:lnTo>
                  <a:lnTo>
                    <a:pt x="8535996" y="3878759"/>
                  </a:lnTo>
                  <a:lnTo>
                    <a:pt x="8559706" y="3741546"/>
                  </a:lnTo>
                  <a:lnTo>
                    <a:pt x="8583434" y="3603212"/>
                  </a:lnTo>
                  <a:lnTo>
                    <a:pt x="8607172" y="3464208"/>
                  </a:lnTo>
                  <a:lnTo>
                    <a:pt x="8630913" y="3324991"/>
                  </a:lnTo>
                  <a:lnTo>
                    <a:pt x="8654650" y="3186022"/>
                  </a:lnTo>
                  <a:lnTo>
                    <a:pt x="8678376" y="3047759"/>
                  </a:lnTo>
                  <a:lnTo>
                    <a:pt x="8702085" y="2910650"/>
                  </a:lnTo>
                  <a:lnTo>
                    <a:pt x="8725772" y="2775127"/>
                  </a:lnTo>
                  <a:lnTo>
                    <a:pt x="8749434" y="2641601"/>
                  </a:lnTo>
                  <a:lnTo>
                    <a:pt x="8773073" y="2510458"/>
                  </a:lnTo>
                  <a:lnTo>
                    <a:pt x="8796691" y="2382052"/>
                  </a:lnTo>
                  <a:lnTo>
                    <a:pt x="8820296" y="2256701"/>
                  </a:lnTo>
                  <a:lnTo>
                    <a:pt x="8843902" y="2134691"/>
                  </a:lnTo>
                  <a:lnTo>
                    <a:pt x="8867523" y="2016265"/>
                  </a:lnTo>
                  <a:lnTo>
                    <a:pt x="8891184" y="1901628"/>
                  </a:lnTo>
                  <a:lnTo>
                    <a:pt x="8914911" y="1790943"/>
                  </a:lnTo>
                  <a:lnTo>
                    <a:pt x="8938740" y="1684337"/>
                  </a:lnTo>
                  <a:lnTo>
                    <a:pt x="8962713" y="1581893"/>
                  </a:lnTo>
                  <a:lnTo>
                    <a:pt x="8986878" y="1483661"/>
                  </a:lnTo>
                  <a:lnTo>
                    <a:pt x="9011292" y="1389653"/>
                  </a:lnTo>
                  <a:lnTo>
                    <a:pt x="9036024" y="1299849"/>
                  </a:lnTo>
                  <a:lnTo>
                    <a:pt x="9061151" y="1214198"/>
                  </a:lnTo>
                  <a:lnTo>
                    <a:pt x="9084767" y="1138771"/>
                  </a:lnTo>
                  <a:lnTo>
                    <a:pt x="9125055" y="1021232"/>
                  </a:lnTo>
                  <a:lnTo>
                    <a:pt x="9167086" y="913182"/>
                  </a:lnTo>
                  <a:lnTo>
                    <a:pt x="9211316" y="814342"/>
                  </a:lnTo>
                  <a:lnTo>
                    <a:pt x="9258248" y="724142"/>
                  </a:lnTo>
                  <a:lnTo>
                    <a:pt x="9308405" y="641870"/>
                  </a:lnTo>
                  <a:lnTo>
                    <a:pt x="9362308" y="566777"/>
                  </a:lnTo>
                  <a:lnTo>
                    <a:pt x="9420451" y="498138"/>
                  </a:lnTo>
                  <a:lnTo>
                    <a:pt x="9483258" y="435295"/>
                  </a:lnTo>
                  <a:lnTo>
                    <a:pt x="9551042" y="377678"/>
                  </a:lnTo>
                  <a:lnTo>
                    <a:pt x="9623943" y="324826"/>
                  </a:lnTo>
                  <a:lnTo>
                    <a:pt x="9701848" y="276387"/>
                  </a:lnTo>
                  <a:lnTo>
                    <a:pt x="9784311" y="232129"/>
                  </a:lnTo>
                  <a:lnTo>
                    <a:pt x="9870469" y="191927"/>
                  </a:lnTo>
                  <a:lnTo>
                    <a:pt x="9958968" y="155754"/>
                  </a:lnTo>
                  <a:lnTo>
                    <a:pt x="10047943" y="123655"/>
                  </a:lnTo>
                  <a:lnTo>
                    <a:pt x="10135063" y="95713"/>
                  </a:lnTo>
                  <a:lnTo>
                    <a:pt x="10217669" y="71995"/>
                  </a:lnTo>
                  <a:lnTo>
                    <a:pt x="10293019" y="52509"/>
                  </a:lnTo>
                  <a:lnTo>
                    <a:pt x="10358612" y="37147"/>
                  </a:lnTo>
                  <a:lnTo>
                    <a:pt x="10412536" y="25656"/>
                  </a:lnTo>
                  <a:lnTo>
                    <a:pt x="10453775" y="17629"/>
                  </a:lnTo>
                  <a:lnTo>
                    <a:pt x="10482403" y="12523"/>
                  </a:lnTo>
                  <a:lnTo>
                    <a:pt x="10499627" y="9700"/>
                  </a:lnTo>
                  <a:lnTo>
                    <a:pt x="10507712" y="8480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9143" y="104"/>
                  </a:lnTo>
                  <a:lnTo>
                    <a:pt x="10504058" y="846"/>
                  </a:lnTo>
                  <a:lnTo>
                    <a:pt x="10491100" y="2895"/>
                  </a:lnTo>
                  <a:lnTo>
                    <a:pt x="10467590" y="6938"/>
                  </a:lnTo>
                  <a:lnTo>
                    <a:pt x="10431851" y="13635"/>
                  </a:lnTo>
                  <a:lnTo>
                    <a:pt x="10383320" y="23577"/>
                  </a:lnTo>
                  <a:lnTo>
                    <a:pt x="10322559" y="37234"/>
                  </a:lnTo>
                  <a:lnTo>
                    <a:pt x="10251126" y="54925"/>
                  </a:lnTo>
                  <a:lnTo>
                    <a:pt x="10171311" y="76817"/>
                  </a:lnTo>
                  <a:lnTo>
                    <a:pt x="10085795" y="102949"/>
                  </a:lnTo>
                  <a:lnTo>
                    <a:pt x="9997309" y="133270"/>
                  </a:lnTo>
                  <a:lnTo>
                    <a:pt x="9908347" y="167699"/>
                  </a:lnTo>
                  <a:lnTo>
                    <a:pt x="9820987" y="206170"/>
                  </a:lnTo>
                  <a:lnTo>
                    <a:pt x="9736801" y="248674"/>
                  </a:lnTo>
                  <a:lnTo>
                    <a:pt x="9656858" y="295292"/>
                  </a:lnTo>
                  <a:lnTo>
                    <a:pt x="9581773" y="346210"/>
                  </a:lnTo>
                  <a:lnTo>
                    <a:pt x="9511792" y="401727"/>
                  </a:lnTo>
                  <a:lnTo>
                    <a:pt x="9446874" y="462259"/>
                  </a:lnTo>
                  <a:lnTo>
                    <a:pt x="9386772" y="528329"/>
                  </a:lnTo>
                  <a:lnTo>
                    <a:pt x="9331102" y="600560"/>
                  </a:lnTo>
                  <a:lnTo>
                    <a:pt x="9279397" y="679652"/>
                  </a:lnTo>
                  <a:lnTo>
                    <a:pt x="9231143" y="766350"/>
                  </a:lnTo>
                  <a:lnTo>
                    <a:pt x="9185813" y="861393"/>
                  </a:lnTo>
                  <a:lnTo>
                    <a:pt x="9142895" y="965426"/>
                  </a:lnTo>
                  <a:lnTo>
                    <a:pt x="9101909" y="1078875"/>
                  </a:lnTo>
                  <a:lnTo>
                    <a:pt x="9084767" y="1130598"/>
                  </a:lnTo>
                  <a:lnTo>
                    <a:pt x="9059197" y="1212485"/>
                  </a:lnTo>
                  <a:lnTo>
                    <a:pt x="9034104" y="1298454"/>
                  </a:lnTo>
                  <a:lnTo>
                    <a:pt x="9009399" y="1388581"/>
                  </a:lnTo>
                  <a:lnTo>
                    <a:pt x="8985005" y="1482915"/>
                  </a:lnTo>
                  <a:lnTo>
                    <a:pt x="8960858" y="1581472"/>
                  </a:lnTo>
                  <a:lnTo>
                    <a:pt x="8936898" y="1684239"/>
                  </a:lnTo>
                  <a:lnTo>
                    <a:pt x="8913078" y="1791164"/>
                  </a:lnTo>
                  <a:lnTo>
                    <a:pt x="8889357" y="1902158"/>
                  </a:lnTo>
                  <a:lnTo>
                    <a:pt x="8865700" y="2017094"/>
                  </a:lnTo>
                  <a:lnTo>
                    <a:pt x="8842081" y="2135804"/>
                  </a:lnTo>
                  <a:lnTo>
                    <a:pt x="8818476" y="2258081"/>
                  </a:lnTo>
                  <a:lnTo>
                    <a:pt x="8794870" y="2383678"/>
                  </a:lnTo>
                  <a:lnTo>
                    <a:pt x="8771250" y="2512308"/>
                  </a:lnTo>
                  <a:lnTo>
                    <a:pt x="8747610" y="2643648"/>
                  </a:lnTo>
                  <a:lnTo>
                    <a:pt x="8723946" y="2777341"/>
                  </a:lnTo>
                  <a:lnTo>
                    <a:pt x="8700257" y="2913001"/>
                  </a:lnTo>
                  <a:lnTo>
                    <a:pt x="8676547" y="3050215"/>
                  </a:lnTo>
                  <a:lnTo>
                    <a:pt x="8652820" y="3188548"/>
                  </a:lnTo>
                  <a:lnTo>
                    <a:pt x="8629082" y="3327553"/>
                  </a:lnTo>
                  <a:lnTo>
                    <a:pt x="8605340" y="3466770"/>
                  </a:lnTo>
                  <a:lnTo>
                    <a:pt x="8581603" y="3605739"/>
                  </a:lnTo>
                  <a:lnTo>
                    <a:pt x="8557877" y="3744002"/>
                  </a:lnTo>
                  <a:lnTo>
                    <a:pt x="8534168" y="3881111"/>
                  </a:lnTo>
                  <a:lnTo>
                    <a:pt x="8510481" y="4016634"/>
                  </a:lnTo>
                  <a:lnTo>
                    <a:pt x="8486819" y="4150159"/>
                  </a:lnTo>
                  <a:lnTo>
                    <a:pt x="8463181" y="4281302"/>
                  </a:lnTo>
                  <a:lnTo>
                    <a:pt x="8439562" y="4409709"/>
                  </a:lnTo>
                  <a:lnTo>
                    <a:pt x="8415957" y="4535059"/>
                  </a:lnTo>
                  <a:lnTo>
                    <a:pt x="8392352" y="4657070"/>
                  </a:lnTo>
                  <a:lnTo>
                    <a:pt x="8368730" y="4775496"/>
                  </a:lnTo>
                  <a:lnTo>
                    <a:pt x="8345069" y="4890133"/>
                  </a:lnTo>
                  <a:lnTo>
                    <a:pt x="8321342" y="5000817"/>
                  </a:lnTo>
                  <a:lnTo>
                    <a:pt x="8297513" y="5107424"/>
                  </a:lnTo>
                  <a:lnTo>
                    <a:pt x="8273540" y="5209867"/>
                  </a:lnTo>
                  <a:lnTo>
                    <a:pt x="8249376" y="5308100"/>
                  </a:lnTo>
                  <a:lnTo>
                    <a:pt x="8224961" y="5402107"/>
                  </a:lnTo>
                  <a:lnTo>
                    <a:pt x="8200229" y="5491911"/>
                  </a:lnTo>
                  <a:lnTo>
                    <a:pt x="8175102" y="5577562"/>
                  </a:lnTo>
                  <a:lnTo>
                    <a:pt x="8151487" y="5652990"/>
                  </a:lnTo>
                  <a:lnTo>
                    <a:pt x="8111199" y="5770529"/>
                  </a:lnTo>
                  <a:lnTo>
                    <a:pt x="8069167" y="5878579"/>
                  </a:lnTo>
                  <a:lnTo>
                    <a:pt x="8024937" y="5977418"/>
                  </a:lnTo>
                  <a:lnTo>
                    <a:pt x="7978005" y="6067619"/>
                  </a:lnTo>
                  <a:lnTo>
                    <a:pt x="7927848" y="6149891"/>
                  </a:lnTo>
                  <a:lnTo>
                    <a:pt x="7873945" y="6224983"/>
                  </a:lnTo>
                  <a:lnTo>
                    <a:pt x="7815803" y="6293622"/>
                  </a:lnTo>
                  <a:lnTo>
                    <a:pt x="7752995" y="6356466"/>
                  </a:lnTo>
                  <a:lnTo>
                    <a:pt x="7685211" y="6414082"/>
                  </a:lnTo>
                  <a:lnTo>
                    <a:pt x="7612310" y="6466935"/>
                  </a:lnTo>
                  <a:lnTo>
                    <a:pt x="7534405" y="6515373"/>
                  </a:lnTo>
                  <a:lnTo>
                    <a:pt x="7451942" y="6559632"/>
                  </a:lnTo>
                  <a:lnTo>
                    <a:pt x="7365785" y="6599834"/>
                  </a:lnTo>
                  <a:lnTo>
                    <a:pt x="7277286" y="6636007"/>
                  </a:lnTo>
                  <a:lnTo>
                    <a:pt x="7188310" y="6668105"/>
                  </a:lnTo>
                  <a:lnTo>
                    <a:pt x="7101190" y="6696048"/>
                  </a:lnTo>
                  <a:lnTo>
                    <a:pt x="7018584" y="6719765"/>
                  </a:lnTo>
                  <a:lnTo>
                    <a:pt x="6943234" y="6739251"/>
                  </a:lnTo>
                  <a:lnTo>
                    <a:pt x="6877641" y="6754613"/>
                  </a:lnTo>
                  <a:lnTo>
                    <a:pt x="6823718" y="6766104"/>
                  </a:lnTo>
                  <a:lnTo>
                    <a:pt x="6782478" y="6774131"/>
                  </a:lnTo>
                  <a:lnTo>
                    <a:pt x="6753850" y="6779237"/>
                  </a:lnTo>
                  <a:lnTo>
                    <a:pt x="6736626" y="6782060"/>
                  </a:lnTo>
                  <a:lnTo>
                    <a:pt x="6728542" y="6783281"/>
                  </a:lnTo>
                  <a:lnTo>
                    <a:pt x="6726343" y="6783588"/>
                  </a:lnTo>
                  <a:lnTo>
                    <a:pt x="5254955" y="6783588"/>
                  </a:lnTo>
                  <a:lnTo>
                    <a:pt x="5253718" y="6783595"/>
                  </a:lnTo>
                  <a:lnTo>
                    <a:pt x="5245603" y="6783646"/>
                  </a:lnTo>
                  <a:lnTo>
                    <a:pt x="5225198" y="6783788"/>
                  </a:lnTo>
                  <a:lnTo>
                    <a:pt x="5188846" y="6784066"/>
                  </a:lnTo>
                  <a:lnTo>
                    <a:pt x="5134928" y="6784523"/>
                  </a:lnTo>
                  <a:lnTo>
                    <a:pt x="5063977" y="6785194"/>
                  </a:lnTo>
                  <a:lnTo>
                    <a:pt x="4978456" y="6786101"/>
                  </a:lnTo>
                  <a:lnTo>
                    <a:pt x="4882184" y="6787253"/>
                  </a:lnTo>
                  <a:lnTo>
                    <a:pt x="4779576" y="6788652"/>
                  </a:lnTo>
                  <a:lnTo>
                    <a:pt x="4674911" y="6790292"/>
                  </a:lnTo>
                  <a:lnTo>
                    <a:pt x="4571802" y="6792168"/>
                  </a:lnTo>
                  <a:lnTo>
                    <a:pt x="4472936" y="6794280"/>
                  </a:lnTo>
                  <a:lnTo>
                    <a:pt x="4380035" y="6796632"/>
                  </a:lnTo>
                  <a:lnTo>
                    <a:pt x="4293980" y="6799240"/>
                  </a:lnTo>
                  <a:lnTo>
                    <a:pt x="4214983" y="6802126"/>
                  </a:lnTo>
                  <a:lnTo>
                    <a:pt x="4142788" y="6805323"/>
                  </a:lnTo>
                  <a:lnTo>
                    <a:pt x="4076827" y="6808873"/>
                  </a:lnTo>
                  <a:lnTo>
                    <a:pt x="4016352" y="6812821"/>
                  </a:lnTo>
                  <a:lnTo>
                    <a:pt x="3960530" y="6817221"/>
                  </a:lnTo>
                  <a:lnTo>
                    <a:pt x="3908507" y="6822120"/>
                  </a:lnTo>
                  <a:lnTo>
                    <a:pt x="3859471" y="6827558"/>
                  </a:lnTo>
                  <a:lnTo>
                    <a:pt x="3829811" y="6831264"/>
                  </a:lnTo>
                  <a:lnTo>
                    <a:pt x="3774136" y="6839095"/>
                  </a:lnTo>
                  <a:lnTo>
                    <a:pt x="3720281" y="6847776"/>
                  </a:lnTo>
                  <a:lnTo>
                    <a:pt x="3667513" y="6857318"/>
                  </a:lnTo>
                  <a:lnTo>
                    <a:pt x="3615308" y="6867698"/>
                  </a:lnTo>
                  <a:lnTo>
                    <a:pt x="3563316" y="6878854"/>
                  </a:lnTo>
                  <a:lnTo>
                    <a:pt x="3511322" y="6890685"/>
                  </a:lnTo>
                  <a:lnTo>
                    <a:pt x="3459230" y="6903054"/>
                  </a:lnTo>
                  <a:lnTo>
                    <a:pt x="3407027" y="6915788"/>
                  </a:lnTo>
                  <a:lnTo>
                    <a:pt x="3354762" y="6928695"/>
                  </a:lnTo>
                  <a:lnTo>
                    <a:pt x="3302510" y="6941569"/>
                  </a:lnTo>
                  <a:lnTo>
                    <a:pt x="3250340" y="6954206"/>
                  </a:lnTo>
                  <a:lnTo>
                    <a:pt x="3198284" y="6966418"/>
                  </a:lnTo>
                  <a:lnTo>
                    <a:pt x="3146307" y="6978046"/>
                  </a:lnTo>
                  <a:lnTo>
                    <a:pt x="3094275" y="6988961"/>
                  </a:lnTo>
                  <a:lnTo>
                    <a:pt x="3041935" y="6999076"/>
                  </a:lnTo>
                  <a:lnTo>
                    <a:pt x="2988884" y="7008342"/>
                  </a:lnTo>
                  <a:lnTo>
                    <a:pt x="2934535" y="7016747"/>
                  </a:lnTo>
                  <a:lnTo>
                    <a:pt x="2896531" y="7021967"/>
                  </a:lnTo>
                  <a:lnTo>
                    <a:pt x="2848996" y="7027753"/>
                  </a:lnTo>
                  <a:lnTo>
                    <a:pt x="2798943" y="7032988"/>
                  </a:lnTo>
                  <a:lnTo>
                    <a:pt x="2745610" y="7037697"/>
                  </a:lnTo>
                  <a:lnTo>
                    <a:pt x="2688162" y="7041923"/>
                  </a:lnTo>
                  <a:lnTo>
                    <a:pt x="2625749" y="7045718"/>
                  </a:lnTo>
                  <a:lnTo>
                    <a:pt x="2557557" y="7049132"/>
                  </a:lnTo>
                  <a:lnTo>
                    <a:pt x="2482894" y="7052210"/>
                  </a:lnTo>
                  <a:lnTo>
                    <a:pt x="2401289" y="7054989"/>
                  </a:lnTo>
                  <a:lnTo>
                    <a:pt x="2312640" y="7057500"/>
                  </a:lnTo>
                  <a:lnTo>
                    <a:pt x="2217385" y="7059762"/>
                  </a:lnTo>
                  <a:lnTo>
                    <a:pt x="2116695" y="7061786"/>
                  </a:lnTo>
                  <a:lnTo>
                    <a:pt x="2012644" y="7063575"/>
                  </a:lnTo>
                  <a:lnTo>
                    <a:pt x="1908276" y="7065126"/>
                  </a:lnTo>
                  <a:lnTo>
                    <a:pt x="1807496" y="7066434"/>
                  </a:lnTo>
                  <a:lnTo>
                    <a:pt x="1714709" y="7067495"/>
                  </a:lnTo>
                  <a:lnTo>
                    <a:pt x="1634199" y="7068312"/>
                  </a:lnTo>
                  <a:lnTo>
                    <a:pt x="1569368" y="7068901"/>
                  </a:lnTo>
                  <a:lnTo>
                    <a:pt x="1522013" y="7069287"/>
                  </a:lnTo>
                  <a:lnTo>
                    <a:pt x="1491875" y="7069509"/>
                  </a:lnTo>
                  <a:lnTo>
                    <a:pt x="1476551" y="7069612"/>
                  </a:lnTo>
                  <a:lnTo>
                    <a:pt x="1471702" y="7069641"/>
                  </a:lnTo>
                  <a:lnTo>
                    <a:pt x="1471387" y="7069643"/>
                  </a:lnTo>
                  <a:lnTo>
                    <a:pt x="0" y="7069643"/>
                  </a:lnTo>
                  <a:close/>
                </a:path>
              </a:pathLst>
            </a:custGeom>
            <a:solidFill>
              <a:srgbClr val="D9B26F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671" name="pl1671"/>
            <p:cNvSpPr/>
            <p:nvPr/>
          </p:nvSpPr>
          <p:spPr>
            <a:xfrm>
              <a:off x="4799595" y="2764887"/>
              <a:ext cx="11981298" cy="7069643"/>
            </a:xfrm>
            <a:custGeom>
              <a:avLst/>
              <a:pathLst>
                <a:path w="11981298" h="7069643">
                  <a:moveTo>
                    <a:pt x="0" y="7069643"/>
                  </a:moveTo>
                  <a:lnTo>
                    <a:pt x="1471387" y="7069643"/>
                  </a:lnTo>
                  <a:lnTo>
                    <a:pt x="1472624" y="7069636"/>
                  </a:lnTo>
                  <a:lnTo>
                    <a:pt x="1480739" y="7069585"/>
                  </a:lnTo>
                  <a:lnTo>
                    <a:pt x="1501145" y="7069443"/>
                  </a:lnTo>
                  <a:lnTo>
                    <a:pt x="1537496" y="7069165"/>
                  </a:lnTo>
                  <a:lnTo>
                    <a:pt x="1591414" y="7068708"/>
                  </a:lnTo>
                  <a:lnTo>
                    <a:pt x="1662365" y="7068037"/>
                  </a:lnTo>
                  <a:lnTo>
                    <a:pt x="1747886" y="7067130"/>
                  </a:lnTo>
                  <a:lnTo>
                    <a:pt x="1844158" y="7065978"/>
                  </a:lnTo>
                  <a:lnTo>
                    <a:pt x="1946766" y="7064580"/>
                  </a:lnTo>
                  <a:lnTo>
                    <a:pt x="2051431" y="7062940"/>
                  </a:lnTo>
                  <a:lnTo>
                    <a:pt x="2154540" y="7061063"/>
                  </a:lnTo>
                  <a:lnTo>
                    <a:pt x="2253406" y="7058952"/>
                  </a:lnTo>
                  <a:lnTo>
                    <a:pt x="2346307" y="7056599"/>
                  </a:lnTo>
                  <a:lnTo>
                    <a:pt x="2432363" y="7053992"/>
                  </a:lnTo>
                  <a:lnTo>
                    <a:pt x="2511359" y="7051105"/>
                  </a:lnTo>
                  <a:lnTo>
                    <a:pt x="2583554" y="7047908"/>
                  </a:lnTo>
                  <a:lnTo>
                    <a:pt x="2649515" y="7044359"/>
                  </a:lnTo>
                  <a:lnTo>
                    <a:pt x="2709990" y="7040410"/>
                  </a:lnTo>
                  <a:lnTo>
                    <a:pt x="2765813" y="7036010"/>
                  </a:lnTo>
                  <a:lnTo>
                    <a:pt x="2817835" y="7031111"/>
                  </a:lnTo>
                  <a:lnTo>
                    <a:pt x="2866871" y="7025673"/>
                  </a:lnTo>
                  <a:lnTo>
                    <a:pt x="2896531" y="7021967"/>
                  </a:lnTo>
                  <a:lnTo>
                    <a:pt x="2952206" y="7014136"/>
                  </a:lnTo>
                  <a:lnTo>
                    <a:pt x="3006061" y="7005455"/>
                  </a:lnTo>
                  <a:lnTo>
                    <a:pt x="3058830" y="6995913"/>
                  </a:lnTo>
                  <a:lnTo>
                    <a:pt x="3111034" y="6985533"/>
                  </a:lnTo>
                  <a:lnTo>
                    <a:pt x="3163027" y="6974377"/>
                  </a:lnTo>
                  <a:lnTo>
                    <a:pt x="3215020" y="6962546"/>
                  </a:lnTo>
                  <a:lnTo>
                    <a:pt x="3267112" y="6950178"/>
                  </a:lnTo>
                  <a:lnTo>
                    <a:pt x="3319315" y="6937443"/>
                  </a:lnTo>
                  <a:lnTo>
                    <a:pt x="3371580" y="6924536"/>
                  </a:lnTo>
                  <a:lnTo>
                    <a:pt x="3423832" y="6911663"/>
                  </a:lnTo>
                  <a:lnTo>
                    <a:pt x="3476002" y="6899026"/>
                  </a:lnTo>
                  <a:lnTo>
                    <a:pt x="3528058" y="6886813"/>
                  </a:lnTo>
                  <a:lnTo>
                    <a:pt x="3580036" y="6875185"/>
                  </a:lnTo>
                  <a:lnTo>
                    <a:pt x="3632067" y="6864270"/>
                  </a:lnTo>
                  <a:lnTo>
                    <a:pt x="3684407" y="6854155"/>
                  </a:lnTo>
                  <a:lnTo>
                    <a:pt x="3737458" y="6844889"/>
                  </a:lnTo>
                  <a:lnTo>
                    <a:pt x="3791807" y="6836484"/>
                  </a:lnTo>
                  <a:lnTo>
                    <a:pt x="3829811" y="6831264"/>
                  </a:lnTo>
                  <a:lnTo>
                    <a:pt x="3877347" y="6825478"/>
                  </a:lnTo>
                  <a:lnTo>
                    <a:pt x="3927399" y="6820243"/>
                  </a:lnTo>
                  <a:lnTo>
                    <a:pt x="3980732" y="6815534"/>
                  </a:lnTo>
                  <a:lnTo>
                    <a:pt x="4038180" y="6811308"/>
                  </a:lnTo>
                  <a:lnTo>
                    <a:pt x="4100593" y="6807513"/>
                  </a:lnTo>
                  <a:lnTo>
                    <a:pt x="4168785" y="6804099"/>
                  </a:lnTo>
                  <a:lnTo>
                    <a:pt x="4243448" y="6801022"/>
                  </a:lnTo>
                  <a:lnTo>
                    <a:pt x="4325053" y="6798242"/>
                  </a:lnTo>
                  <a:lnTo>
                    <a:pt x="4413702" y="6795731"/>
                  </a:lnTo>
                  <a:lnTo>
                    <a:pt x="4508957" y="6793469"/>
                  </a:lnTo>
                  <a:lnTo>
                    <a:pt x="4609647" y="6791445"/>
                  </a:lnTo>
                  <a:lnTo>
                    <a:pt x="4713698" y="6789656"/>
                  </a:lnTo>
                  <a:lnTo>
                    <a:pt x="4818066" y="6788105"/>
                  </a:lnTo>
                  <a:lnTo>
                    <a:pt x="4918846" y="6786797"/>
                  </a:lnTo>
                  <a:lnTo>
                    <a:pt x="5011633" y="6785736"/>
                  </a:lnTo>
                  <a:lnTo>
                    <a:pt x="5092143" y="6784919"/>
                  </a:lnTo>
                  <a:lnTo>
                    <a:pt x="5156975" y="6784331"/>
                  </a:lnTo>
                  <a:lnTo>
                    <a:pt x="5204330" y="6783944"/>
                  </a:lnTo>
                  <a:lnTo>
                    <a:pt x="5234467" y="6783722"/>
                  </a:lnTo>
                  <a:lnTo>
                    <a:pt x="5249791" y="6783619"/>
                  </a:lnTo>
                  <a:lnTo>
                    <a:pt x="5254640" y="6783590"/>
                  </a:lnTo>
                  <a:lnTo>
                    <a:pt x="5254955" y="6783588"/>
                  </a:lnTo>
                  <a:lnTo>
                    <a:pt x="6726343" y="6783588"/>
                  </a:lnTo>
                  <a:lnTo>
                    <a:pt x="6727110" y="6783484"/>
                  </a:lnTo>
                  <a:lnTo>
                    <a:pt x="6732195" y="6782741"/>
                  </a:lnTo>
                  <a:lnTo>
                    <a:pt x="6745153" y="6780692"/>
                  </a:lnTo>
                  <a:lnTo>
                    <a:pt x="6768663" y="6776650"/>
                  </a:lnTo>
                  <a:lnTo>
                    <a:pt x="6804402" y="6769953"/>
                  </a:lnTo>
                  <a:lnTo>
                    <a:pt x="6852933" y="6760010"/>
                  </a:lnTo>
                  <a:lnTo>
                    <a:pt x="6913694" y="6746354"/>
                  </a:lnTo>
                  <a:lnTo>
                    <a:pt x="6985127" y="6728663"/>
                  </a:lnTo>
                  <a:lnTo>
                    <a:pt x="7064942" y="6706770"/>
                  </a:lnTo>
                  <a:lnTo>
                    <a:pt x="7150458" y="6680639"/>
                  </a:lnTo>
                  <a:lnTo>
                    <a:pt x="7238945" y="6650318"/>
                  </a:lnTo>
                  <a:lnTo>
                    <a:pt x="7327906" y="6615889"/>
                  </a:lnTo>
                  <a:lnTo>
                    <a:pt x="7415267" y="6577418"/>
                  </a:lnTo>
                  <a:lnTo>
                    <a:pt x="7499452" y="6534914"/>
                  </a:lnTo>
                  <a:lnTo>
                    <a:pt x="7579396" y="6488296"/>
                  </a:lnTo>
                  <a:lnTo>
                    <a:pt x="7654480" y="6437378"/>
                  </a:lnTo>
                  <a:lnTo>
                    <a:pt x="7724461" y="6381861"/>
                  </a:lnTo>
                  <a:lnTo>
                    <a:pt x="7789379" y="6321329"/>
                  </a:lnTo>
                  <a:lnTo>
                    <a:pt x="7849481" y="6255259"/>
                  </a:lnTo>
                  <a:lnTo>
                    <a:pt x="7905151" y="6183028"/>
                  </a:lnTo>
                  <a:lnTo>
                    <a:pt x="7956856" y="6103936"/>
                  </a:lnTo>
                  <a:lnTo>
                    <a:pt x="8005111" y="6017237"/>
                  </a:lnTo>
                  <a:lnTo>
                    <a:pt x="8050440" y="5922195"/>
                  </a:lnTo>
                  <a:lnTo>
                    <a:pt x="8093358" y="5818162"/>
                  </a:lnTo>
                  <a:lnTo>
                    <a:pt x="8134344" y="5704712"/>
                  </a:lnTo>
                  <a:lnTo>
                    <a:pt x="8151487" y="5652990"/>
                  </a:lnTo>
                  <a:lnTo>
                    <a:pt x="8177056" y="5571102"/>
                  </a:lnTo>
                  <a:lnTo>
                    <a:pt x="8202149" y="5485133"/>
                  </a:lnTo>
                  <a:lnTo>
                    <a:pt x="8226854" y="5395006"/>
                  </a:lnTo>
                  <a:lnTo>
                    <a:pt x="8251248" y="5300673"/>
                  </a:lnTo>
                  <a:lnTo>
                    <a:pt x="8275396" y="5202115"/>
                  </a:lnTo>
                  <a:lnTo>
                    <a:pt x="8299355" y="5099348"/>
                  </a:lnTo>
                  <a:lnTo>
                    <a:pt x="8323175" y="4992424"/>
                  </a:lnTo>
                  <a:lnTo>
                    <a:pt x="8346896" y="4881430"/>
                  </a:lnTo>
                  <a:lnTo>
                    <a:pt x="8370553" y="4766494"/>
                  </a:lnTo>
                  <a:lnTo>
                    <a:pt x="8394173" y="4647783"/>
                  </a:lnTo>
                  <a:lnTo>
                    <a:pt x="8417777" y="4525506"/>
                  </a:lnTo>
                  <a:lnTo>
                    <a:pt x="8441384" y="4399910"/>
                  </a:lnTo>
                  <a:lnTo>
                    <a:pt x="8465003" y="4271280"/>
                  </a:lnTo>
                  <a:lnTo>
                    <a:pt x="8488643" y="4139940"/>
                  </a:lnTo>
                  <a:lnTo>
                    <a:pt x="8512308" y="4006246"/>
                  </a:lnTo>
                  <a:lnTo>
                    <a:pt x="8535996" y="3870586"/>
                  </a:lnTo>
                  <a:lnTo>
                    <a:pt x="8559706" y="3733373"/>
                  </a:lnTo>
                  <a:lnTo>
                    <a:pt x="8583434" y="3595039"/>
                  </a:lnTo>
                  <a:lnTo>
                    <a:pt x="8607172" y="3456035"/>
                  </a:lnTo>
                  <a:lnTo>
                    <a:pt x="8630913" y="3316818"/>
                  </a:lnTo>
                  <a:lnTo>
                    <a:pt x="8654650" y="3177849"/>
                  </a:lnTo>
                  <a:lnTo>
                    <a:pt x="8678376" y="3039586"/>
                  </a:lnTo>
                  <a:lnTo>
                    <a:pt x="8702085" y="2902477"/>
                  </a:lnTo>
                  <a:lnTo>
                    <a:pt x="8725772" y="2766954"/>
                  </a:lnTo>
                  <a:lnTo>
                    <a:pt x="8749434" y="2633428"/>
                  </a:lnTo>
                  <a:lnTo>
                    <a:pt x="8773073" y="2502285"/>
                  </a:lnTo>
                  <a:lnTo>
                    <a:pt x="8796691" y="2373879"/>
                  </a:lnTo>
                  <a:lnTo>
                    <a:pt x="8820296" y="2248528"/>
                  </a:lnTo>
                  <a:lnTo>
                    <a:pt x="8843902" y="2126518"/>
                  </a:lnTo>
                  <a:lnTo>
                    <a:pt x="8867523" y="2008092"/>
                  </a:lnTo>
                  <a:lnTo>
                    <a:pt x="8891184" y="1893455"/>
                  </a:lnTo>
                  <a:lnTo>
                    <a:pt x="8914911" y="1782770"/>
                  </a:lnTo>
                  <a:lnTo>
                    <a:pt x="8938740" y="1676164"/>
                  </a:lnTo>
                  <a:lnTo>
                    <a:pt x="8962713" y="1573720"/>
                  </a:lnTo>
                  <a:lnTo>
                    <a:pt x="8986878" y="1475488"/>
                  </a:lnTo>
                  <a:lnTo>
                    <a:pt x="9011292" y="1381480"/>
                  </a:lnTo>
                  <a:lnTo>
                    <a:pt x="9036024" y="1291676"/>
                  </a:lnTo>
                  <a:lnTo>
                    <a:pt x="9061151" y="1206025"/>
                  </a:lnTo>
                  <a:lnTo>
                    <a:pt x="9084767" y="1130598"/>
                  </a:lnTo>
                  <a:lnTo>
                    <a:pt x="9125055" y="1013059"/>
                  </a:lnTo>
                  <a:lnTo>
                    <a:pt x="9167086" y="905009"/>
                  </a:lnTo>
                  <a:lnTo>
                    <a:pt x="9211316" y="806169"/>
                  </a:lnTo>
                  <a:lnTo>
                    <a:pt x="9258248" y="715969"/>
                  </a:lnTo>
                  <a:lnTo>
                    <a:pt x="9308405" y="633697"/>
                  </a:lnTo>
                  <a:lnTo>
                    <a:pt x="9362308" y="558604"/>
                  </a:lnTo>
                  <a:lnTo>
                    <a:pt x="9420451" y="489965"/>
                  </a:lnTo>
                  <a:lnTo>
                    <a:pt x="9483258" y="427122"/>
                  </a:lnTo>
                  <a:lnTo>
                    <a:pt x="9551042" y="369505"/>
                  </a:lnTo>
                  <a:lnTo>
                    <a:pt x="9623943" y="316653"/>
                  </a:lnTo>
                  <a:lnTo>
                    <a:pt x="9701848" y="268214"/>
                  </a:lnTo>
                  <a:lnTo>
                    <a:pt x="9784311" y="223956"/>
                  </a:lnTo>
                  <a:lnTo>
                    <a:pt x="9870469" y="183754"/>
                  </a:lnTo>
                  <a:lnTo>
                    <a:pt x="9958968" y="147581"/>
                  </a:lnTo>
                  <a:lnTo>
                    <a:pt x="10047943" y="115482"/>
                  </a:lnTo>
                  <a:lnTo>
                    <a:pt x="10135063" y="87540"/>
                  </a:lnTo>
                  <a:lnTo>
                    <a:pt x="10217669" y="63822"/>
                  </a:lnTo>
                  <a:lnTo>
                    <a:pt x="10293019" y="44336"/>
                  </a:lnTo>
                  <a:lnTo>
                    <a:pt x="10358612" y="28974"/>
                  </a:lnTo>
                  <a:lnTo>
                    <a:pt x="10412536" y="17483"/>
                  </a:lnTo>
                  <a:lnTo>
                    <a:pt x="10453775" y="9456"/>
                  </a:lnTo>
                  <a:lnTo>
                    <a:pt x="10482403" y="4350"/>
                  </a:lnTo>
                  <a:lnTo>
                    <a:pt x="10499627" y="1527"/>
                  </a:lnTo>
                  <a:lnTo>
                    <a:pt x="10507712" y="307"/>
                  </a:lnTo>
                  <a:lnTo>
                    <a:pt x="10509848" y="8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72" name="pl1672"/>
            <p:cNvSpPr/>
            <p:nvPr/>
          </p:nvSpPr>
          <p:spPr>
            <a:xfrm>
              <a:off x="4799595" y="2756714"/>
              <a:ext cx="11981298" cy="7069643"/>
            </a:xfrm>
            <a:custGeom>
              <a:avLst/>
              <a:pathLst>
                <a:path w="11981298" h="7069643">
                  <a:moveTo>
                    <a:pt x="11981298" y="0"/>
                  </a:moveTo>
                  <a:lnTo>
                    <a:pt x="10509911" y="0"/>
                  </a:lnTo>
                  <a:lnTo>
                    <a:pt x="10509143" y="104"/>
                  </a:lnTo>
                  <a:lnTo>
                    <a:pt x="10504058" y="846"/>
                  </a:lnTo>
                  <a:lnTo>
                    <a:pt x="10491100" y="2895"/>
                  </a:lnTo>
                  <a:lnTo>
                    <a:pt x="10467590" y="6938"/>
                  </a:lnTo>
                  <a:lnTo>
                    <a:pt x="10431851" y="13635"/>
                  </a:lnTo>
                  <a:lnTo>
                    <a:pt x="10383320" y="23577"/>
                  </a:lnTo>
                  <a:lnTo>
                    <a:pt x="10322559" y="37234"/>
                  </a:lnTo>
                  <a:lnTo>
                    <a:pt x="10251126" y="54925"/>
                  </a:lnTo>
                  <a:lnTo>
                    <a:pt x="10171311" y="76817"/>
                  </a:lnTo>
                  <a:lnTo>
                    <a:pt x="10085795" y="102949"/>
                  </a:lnTo>
                  <a:lnTo>
                    <a:pt x="9997309" y="133270"/>
                  </a:lnTo>
                  <a:lnTo>
                    <a:pt x="9908347" y="167699"/>
                  </a:lnTo>
                  <a:lnTo>
                    <a:pt x="9820987" y="206170"/>
                  </a:lnTo>
                  <a:lnTo>
                    <a:pt x="9736801" y="248674"/>
                  </a:lnTo>
                  <a:lnTo>
                    <a:pt x="9656858" y="295292"/>
                  </a:lnTo>
                  <a:lnTo>
                    <a:pt x="9581773" y="346210"/>
                  </a:lnTo>
                  <a:lnTo>
                    <a:pt x="9511792" y="401727"/>
                  </a:lnTo>
                  <a:lnTo>
                    <a:pt x="9446874" y="462259"/>
                  </a:lnTo>
                  <a:lnTo>
                    <a:pt x="9386772" y="528329"/>
                  </a:lnTo>
                  <a:lnTo>
                    <a:pt x="9331102" y="600560"/>
                  </a:lnTo>
                  <a:lnTo>
                    <a:pt x="9279397" y="679652"/>
                  </a:lnTo>
                  <a:lnTo>
                    <a:pt x="9231143" y="766350"/>
                  </a:lnTo>
                  <a:lnTo>
                    <a:pt x="9185813" y="861393"/>
                  </a:lnTo>
                  <a:lnTo>
                    <a:pt x="9142895" y="965426"/>
                  </a:lnTo>
                  <a:lnTo>
                    <a:pt x="9101909" y="1078875"/>
                  </a:lnTo>
                  <a:lnTo>
                    <a:pt x="9084767" y="1130598"/>
                  </a:lnTo>
                  <a:lnTo>
                    <a:pt x="9059197" y="1212485"/>
                  </a:lnTo>
                  <a:lnTo>
                    <a:pt x="9034104" y="1298454"/>
                  </a:lnTo>
                  <a:lnTo>
                    <a:pt x="9009399" y="1388581"/>
                  </a:lnTo>
                  <a:lnTo>
                    <a:pt x="8985005" y="1482915"/>
                  </a:lnTo>
                  <a:lnTo>
                    <a:pt x="8960858" y="1581472"/>
                  </a:lnTo>
                  <a:lnTo>
                    <a:pt x="8936898" y="1684239"/>
                  </a:lnTo>
                  <a:lnTo>
                    <a:pt x="8913078" y="1791164"/>
                  </a:lnTo>
                  <a:lnTo>
                    <a:pt x="8889357" y="1902158"/>
                  </a:lnTo>
                  <a:lnTo>
                    <a:pt x="8865700" y="2017094"/>
                  </a:lnTo>
                  <a:lnTo>
                    <a:pt x="8842081" y="2135804"/>
                  </a:lnTo>
                  <a:lnTo>
                    <a:pt x="8818476" y="2258081"/>
                  </a:lnTo>
                  <a:lnTo>
                    <a:pt x="8794870" y="2383678"/>
                  </a:lnTo>
                  <a:lnTo>
                    <a:pt x="8771250" y="2512308"/>
                  </a:lnTo>
                  <a:lnTo>
                    <a:pt x="8747610" y="2643648"/>
                  </a:lnTo>
                  <a:lnTo>
                    <a:pt x="8723946" y="2777341"/>
                  </a:lnTo>
                  <a:lnTo>
                    <a:pt x="8700257" y="2913001"/>
                  </a:lnTo>
                  <a:lnTo>
                    <a:pt x="8676547" y="3050215"/>
                  </a:lnTo>
                  <a:lnTo>
                    <a:pt x="8652820" y="3188548"/>
                  </a:lnTo>
                  <a:lnTo>
                    <a:pt x="8629082" y="3327553"/>
                  </a:lnTo>
                  <a:lnTo>
                    <a:pt x="8605340" y="3466770"/>
                  </a:lnTo>
                  <a:lnTo>
                    <a:pt x="8581603" y="3605739"/>
                  </a:lnTo>
                  <a:lnTo>
                    <a:pt x="8557877" y="3744002"/>
                  </a:lnTo>
                  <a:lnTo>
                    <a:pt x="8534168" y="3881111"/>
                  </a:lnTo>
                  <a:lnTo>
                    <a:pt x="8510481" y="4016634"/>
                  </a:lnTo>
                  <a:lnTo>
                    <a:pt x="8486819" y="4150159"/>
                  </a:lnTo>
                  <a:lnTo>
                    <a:pt x="8463181" y="4281302"/>
                  </a:lnTo>
                  <a:lnTo>
                    <a:pt x="8439562" y="4409709"/>
                  </a:lnTo>
                  <a:lnTo>
                    <a:pt x="8415957" y="4535059"/>
                  </a:lnTo>
                  <a:lnTo>
                    <a:pt x="8392352" y="4657070"/>
                  </a:lnTo>
                  <a:lnTo>
                    <a:pt x="8368730" y="4775496"/>
                  </a:lnTo>
                  <a:lnTo>
                    <a:pt x="8345069" y="4890133"/>
                  </a:lnTo>
                  <a:lnTo>
                    <a:pt x="8321342" y="5000817"/>
                  </a:lnTo>
                  <a:lnTo>
                    <a:pt x="8297513" y="5107424"/>
                  </a:lnTo>
                  <a:lnTo>
                    <a:pt x="8273540" y="5209867"/>
                  </a:lnTo>
                  <a:lnTo>
                    <a:pt x="8249376" y="5308100"/>
                  </a:lnTo>
                  <a:lnTo>
                    <a:pt x="8224961" y="5402107"/>
                  </a:lnTo>
                  <a:lnTo>
                    <a:pt x="8200229" y="5491911"/>
                  </a:lnTo>
                  <a:lnTo>
                    <a:pt x="8175102" y="5577562"/>
                  </a:lnTo>
                  <a:lnTo>
                    <a:pt x="8151487" y="5652990"/>
                  </a:lnTo>
                  <a:lnTo>
                    <a:pt x="8111199" y="5770529"/>
                  </a:lnTo>
                  <a:lnTo>
                    <a:pt x="8069167" y="5878579"/>
                  </a:lnTo>
                  <a:lnTo>
                    <a:pt x="8024937" y="5977418"/>
                  </a:lnTo>
                  <a:lnTo>
                    <a:pt x="7978005" y="6067619"/>
                  </a:lnTo>
                  <a:lnTo>
                    <a:pt x="7927848" y="6149891"/>
                  </a:lnTo>
                  <a:lnTo>
                    <a:pt x="7873945" y="6224983"/>
                  </a:lnTo>
                  <a:lnTo>
                    <a:pt x="7815803" y="6293622"/>
                  </a:lnTo>
                  <a:lnTo>
                    <a:pt x="7752995" y="6356466"/>
                  </a:lnTo>
                  <a:lnTo>
                    <a:pt x="7685211" y="6414082"/>
                  </a:lnTo>
                  <a:lnTo>
                    <a:pt x="7612310" y="6466935"/>
                  </a:lnTo>
                  <a:lnTo>
                    <a:pt x="7534405" y="6515373"/>
                  </a:lnTo>
                  <a:lnTo>
                    <a:pt x="7451942" y="6559632"/>
                  </a:lnTo>
                  <a:lnTo>
                    <a:pt x="7365785" y="6599834"/>
                  </a:lnTo>
                  <a:lnTo>
                    <a:pt x="7277286" y="6636007"/>
                  </a:lnTo>
                  <a:lnTo>
                    <a:pt x="7188310" y="6668105"/>
                  </a:lnTo>
                  <a:lnTo>
                    <a:pt x="7101190" y="6696048"/>
                  </a:lnTo>
                  <a:lnTo>
                    <a:pt x="7018584" y="6719765"/>
                  </a:lnTo>
                  <a:lnTo>
                    <a:pt x="6943234" y="6739251"/>
                  </a:lnTo>
                  <a:lnTo>
                    <a:pt x="6877641" y="6754613"/>
                  </a:lnTo>
                  <a:lnTo>
                    <a:pt x="6823718" y="6766104"/>
                  </a:lnTo>
                  <a:lnTo>
                    <a:pt x="6782478" y="6774131"/>
                  </a:lnTo>
                  <a:lnTo>
                    <a:pt x="6753850" y="6779237"/>
                  </a:lnTo>
                  <a:lnTo>
                    <a:pt x="6736626" y="6782060"/>
                  </a:lnTo>
                  <a:lnTo>
                    <a:pt x="6728542" y="6783281"/>
                  </a:lnTo>
                  <a:lnTo>
                    <a:pt x="6726405" y="6783580"/>
                  </a:lnTo>
                  <a:lnTo>
                    <a:pt x="6726343" y="6783588"/>
                  </a:lnTo>
                  <a:lnTo>
                    <a:pt x="5254955" y="6783588"/>
                  </a:lnTo>
                  <a:lnTo>
                    <a:pt x="5253718" y="6783595"/>
                  </a:lnTo>
                  <a:lnTo>
                    <a:pt x="5245603" y="6783646"/>
                  </a:lnTo>
                  <a:lnTo>
                    <a:pt x="5225198" y="6783788"/>
                  </a:lnTo>
                  <a:lnTo>
                    <a:pt x="5188846" y="6784066"/>
                  </a:lnTo>
                  <a:lnTo>
                    <a:pt x="5134928" y="6784523"/>
                  </a:lnTo>
                  <a:lnTo>
                    <a:pt x="5063977" y="6785194"/>
                  </a:lnTo>
                  <a:lnTo>
                    <a:pt x="4978456" y="6786101"/>
                  </a:lnTo>
                  <a:lnTo>
                    <a:pt x="4882184" y="6787253"/>
                  </a:lnTo>
                  <a:lnTo>
                    <a:pt x="4779576" y="6788652"/>
                  </a:lnTo>
                  <a:lnTo>
                    <a:pt x="4674911" y="6790292"/>
                  </a:lnTo>
                  <a:lnTo>
                    <a:pt x="4571802" y="6792168"/>
                  </a:lnTo>
                  <a:lnTo>
                    <a:pt x="4472936" y="6794280"/>
                  </a:lnTo>
                  <a:lnTo>
                    <a:pt x="4380035" y="6796632"/>
                  </a:lnTo>
                  <a:lnTo>
                    <a:pt x="4293980" y="6799240"/>
                  </a:lnTo>
                  <a:lnTo>
                    <a:pt x="4214983" y="6802126"/>
                  </a:lnTo>
                  <a:lnTo>
                    <a:pt x="4142788" y="6805323"/>
                  </a:lnTo>
                  <a:lnTo>
                    <a:pt x="4076827" y="6808873"/>
                  </a:lnTo>
                  <a:lnTo>
                    <a:pt x="4016352" y="6812821"/>
                  </a:lnTo>
                  <a:lnTo>
                    <a:pt x="3960530" y="6817221"/>
                  </a:lnTo>
                  <a:lnTo>
                    <a:pt x="3908507" y="6822120"/>
                  </a:lnTo>
                  <a:lnTo>
                    <a:pt x="3859471" y="6827558"/>
                  </a:lnTo>
                  <a:lnTo>
                    <a:pt x="3829811" y="6831264"/>
                  </a:lnTo>
                  <a:lnTo>
                    <a:pt x="3774136" y="6839095"/>
                  </a:lnTo>
                  <a:lnTo>
                    <a:pt x="3720281" y="6847776"/>
                  </a:lnTo>
                  <a:lnTo>
                    <a:pt x="3667513" y="6857318"/>
                  </a:lnTo>
                  <a:lnTo>
                    <a:pt x="3615308" y="6867698"/>
                  </a:lnTo>
                  <a:lnTo>
                    <a:pt x="3563316" y="6878854"/>
                  </a:lnTo>
                  <a:lnTo>
                    <a:pt x="3511322" y="6890685"/>
                  </a:lnTo>
                  <a:lnTo>
                    <a:pt x="3459230" y="6903054"/>
                  </a:lnTo>
                  <a:lnTo>
                    <a:pt x="3407027" y="6915788"/>
                  </a:lnTo>
                  <a:lnTo>
                    <a:pt x="3354762" y="6928695"/>
                  </a:lnTo>
                  <a:lnTo>
                    <a:pt x="3302510" y="6941569"/>
                  </a:lnTo>
                  <a:lnTo>
                    <a:pt x="3250340" y="6954206"/>
                  </a:lnTo>
                  <a:lnTo>
                    <a:pt x="3198284" y="6966418"/>
                  </a:lnTo>
                  <a:lnTo>
                    <a:pt x="3146307" y="6978046"/>
                  </a:lnTo>
                  <a:lnTo>
                    <a:pt x="3094275" y="6988961"/>
                  </a:lnTo>
                  <a:lnTo>
                    <a:pt x="3041935" y="6999076"/>
                  </a:lnTo>
                  <a:lnTo>
                    <a:pt x="2988884" y="7008342"/>
                  </a:lnTo>
                  <a:lnTo>
                    <a:pt x="2934535" y="7016747"/>
                  </a:lnTo>
                  <a:lnTo>
                    <a:pt x="2896531" y="7021967"/>
                  </a:lnTo>
                  <a:lnTo>
                    <a:pt x="2848996" y="7027753"/>
                  </a:lnTo>
                  <a:lnTo>
                    <a:pt x="2798943" y="7032988"/>
                  </a:lnTo>
                  <a:lnTo>
                    <a:pt x="2745610" y="7037697"/>
                  </a:lnTo>
                  <a:lnTo>
                    <a:pt x="2688162" y="7041923"/>
                  </a:lnTo>
                  <a:lnTo>
                    <a:pt x="2625749" y="7045718"/>
                  </a:lnTo>
                  <a:lnTo>
                    <a:pt x="2557557" y="7049132"/>
                  </a:lnTo>
                  <a:lnTo>
                    <a:pt x="2482894" y="7052210"/>
                  </a:lnTo>
                  <a:lnTo>
                    <a:pt x="2401289" y="7054989"/>
                  </a:lnTo>
                  <a:lnTo>
                    <a:pt x="2312640" y="7057500"/>
                  </a:lnTo>
                  <a:lnTo>
                    <a:pt x="2217385" y="7059762"/>
                  </a:lnTo>
                  <a:lnTo>
                    <a:pt x="2116695" y="7061786"/>
                  </a:lnTo>
                  <a:lnTo>
                    <a:pt x="2012644" y="7063575"/>
                  </a:lnTo>
                  <a:lnTo>
                    <a:pt x="1908276" y="7065126"/>
                  </a:lnTo>
                  <a:lnTo>
                    <a:pt x="1807496" y="7066434"/>
                  </a:lnTo>
                  <a:lnTo>
                    <a:pt x="1714709" y="7067495"/>
                  </a:lnTo>
                  <a:lnTo>
                    <a:pt x="1634199" y="7068312"/>
                  </a:lnTo>
                  <a:lnTo>
                    <a:pt x="1569368" y="7068901"/>
                  </a:lnTo>
                  <a:lnTo>
                    <a:pt x="1522013" y="7069287"/>
                  </a:lnTo>
                  <a:lnTo>
                    <a:pt x="1491875" y="7069509"/>
                  </a:lnTo>
                  <a:lnTo>
                    <a:pt x="1476551" y="7069612"/>
                  </a:lnTo>
                  <a:lnTo>
                    <a:pt x="1471702" y="7069641"/>
                  </a:lnTo>
                  <a:lnTo>
                    <a:pt x="1471387" y="7069643"/>
                  </a:lnTo>
                  <a:lnTo>
                    <a:pt x="0" y="706964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73" name="pg1673"/>
            <p:cNvSpPr/>
            <p:nvPr/>
          </p:nvSpPr>
          <p:spPr>
            <a:xfrm>
              <a:off x="4799595" y="3582187"/>
              <a:ext cx="11981298" cy="6260516"/>
            </a:xfrm>
            <a:custGeom>
              <a:avLst/>
              <a:pathLst>
                <a:path w="11981298" h="6260516">
                  <a:moveTo>
                    <a:pt x="0" y="6260516"/>
                  </a:moveTo>
                  <a:lnTo>
                    <a:pt x="1471387" y="6260516"/>
                  </a:lnTo>
                  <a:lnTo>
                    <a:pt x="1472624" y="6260509"/>
                  </a:lnTo>
                  <a:lnTo>
                    <a:pt x="1480740" y="6260460"/>
                  </a:lnTo>
                  <a:lnTo>
                    <a:pt x="1501146" y="6260322"/>
                  </a:lnTo>
                  <a:lnTo>
                    <a:pt x="1537499" y="6260052"/>
                  </a:lnTo>
                  <a:lnTo>
                    <a:pt x="1591419" y="6259608"/>
                  </a:lnTo>
                  <a:lnTo>
                    <a:pt x="1662372" y="6258956"/>
                  </a:lnTo>
                  <a:lnTo>
                    <a:pt x="1747896" y="6258075"/>
                  </a:lnTo>
                  <a:lnTo>
                    <a:pt x="1844171" y="6256956"/>
                  </a:lnTo>
                  <a:lnTo>
                    <a:pt x="1946781" y="6255597"/>
                  </a:lnTo>
                  <a:lnTo>
                    <a:pt x="2051448" y="6254004"/>
                  </a:lnTo>
                  <a:lnTo>
                    <a:pt x="2154557" y="6252181"/>
                  </a:lnTo>
                  <a:lnTo>
                    <a:pt x="2253425" y="6250130"/>
                  </a:lnTo>
                  <a:lnTo>
                    <a:pt x="2346325" y="6247845"/>
                  </a:lnTo>
                  <a:lnTo>
                    <a:pt x="2432381" y="6245311"/>
                  </a:lnTo>
                  <a:lnTo>
                    <a:pt x="2511377" y="6242508"/>
                  </a:lnTo>
                  <a:lnTo>
                    <a:pt x="2583571" y="6239401"/>
                  </a:lnTo>
                  <a:lnTo>
                    <a:pt x="2649532" y="6235953"/>
                  </a:lnTo>
                  <a:lnTo>
                    <a:pt x="2710006" y="6232117"/>
                  </a:lnTo>
                  <a:lnTo>
                    <a:pt x="2765829" y="6227843"/>
                  </a:lnTo>
                  <a:lnTo>
                    <a:pt x="2817851" y="6223083"/>
                  </a:lnTo>
                  <a:lnTo>
                    <a:pt x="2866887" y="6217801"/>
                  </a:lnTo>
                  <a:lnTo>
                    <a:pt x="2896531" y="6214203"/>
                  </a:lnTo>
                  <a:lnTo>
                    <a:pt x="2952237" y="6206591"/>
                  </a:lnTo>
                  <a:lnTo>
                    <a:pt x="3006121" y="6198152"/>
                  </a:lnTo>
                  <a:lnTo>
                    <a:pt x="3058918" y="6188876"/>
                  </a:lnTo>
                  <a:lnTo>
                    <a:pt x="3111152" y="6178786"/>
                  </a:lnTo>
                  <a:lnTo>
                    <a:pt x="3163173" y="6167941"/>
                  </a:lnTo>
                  <a:lnTo>
                    <a:pt x="3215196" y="6156439"/>
                  </a:lnTo>
                  <a:lnTo>
                    <a:pt x="3267319" y="6144416"/>
                  </a:lnTo>
                  <a:lnTo>
                    <a:pt x="3319551" y="6132037"/>
                  </a:lnTo>
                  <a:lnTo>
                    <a:pt x="3371846" y="6119491"/>
                  </a:lnTo>
                  <a:lnTo>
                    <a:pt x="3424127" y="6106979"/>
                  </a:lnTo>
                  <a:lnTo>
                    <a:pt x="3476326" y="6094698"/>
                  </a:lnTo>
                  <a:lnTo>
                    <a:pt x="3528411" y="6082831"/>
                  </a:lnTo>
                  <a:lnTo>
                    <a:pt x="3580417" y="6071534"/>
                  </a:lnTo>
                  <a:lnTo>
                    <a:pt x="3632479" y="6060930"/>
                  </a:lnTo>
                  <a:lnTo>
                    <a:pt x="3684853" y="6051105"/>
                  </a:lnTo>
                  <a:lnTo>
                    <a:pt x="3737943" y="6042106"/>
                  </a:lnTo>
                  <a:lnTo>
                    <a:pt x="3792338" y="6033944"/>
                  </a:lnTo>
                  <a:lnTo>
                    <a:pt x="3829811" y="6028948"/>
                  </a:lnTo>
                  <a:lnTo>
                    <a:pt x="3877347" y="6023327"/>
                  </a:lnTo>
                  <a:lnTo>
                    <a:pt x="3927401" y="6018242"/>
                  </a:lnTo>
                  <a:lnTo>
                    <a:pt x="3980735" y="6013668"/>
                  </a:lnTo>
                  <a:lnTo>
                    <a:pt x="4038183" y="6009562"/>
                  </a:lnTo>
                  <a:lnTo>
                    <a:pt x="4100599" y="6005875"/>
                  </a:lnTo>
                  <a:lnTo>
                    <a:pt x="4168792" y="6002559"/>
                  </a:lnTo>
                  <a:lnTo>
                    <a:pt x="4243457" y="5999569"/>
                  </a:lnTo>
                  <a:lnTo>
                    <a:pt x="4325063" y="5996869"/>
                  </a:lnTo>
                  <a:lnTo>
                    <a:pt x="4413715" y="5994430"/>
                  </a:lnTo>
                  <a:lnTo>
                    <a:pt x="4508973" y="5992233"/>
                  </a:lnTo>
                  <a:lnTo>
                    <a:pt x="4609665" y="5990266"/>
                  </a:lnTo>
                  <a:lnTo>
                    <a:pt x="4713718" y="5988528"/>
                  </a:lnTo>
                  <a:lnTo>
                    <a:pt x="4818087" y="5987022"/>
                  </a:lnTo>
                  <a:lnTo>
                    <a:pt x="4918867" y="5985751"/>
                  </a:lnTo>
                  <a:lnTo>
                    <a:pt x="5011654" y="5984721"/>
                  </a:lnTo>
                  <a:lnTo>
                    <a:pt x="5092161" y="5983927"/>
                  </a:lnTo>
                  <a:lnTo>
                    <a:pt x="5156990" y="5983355"/>
                  </a:lnTo>
                  <a:lnTo>
                    <a:pt x="5204340" y="5982980"/>
                  </a:lnTo>
                  <a:lnTo>
                    <a:pt x="5234474" y="5982764"/>
                  </a:lnTo>
                  <a:lnTo>
                    <a:pt x="5249794" y="5982665"/>
                  </a:lnTo>
                  <a:lnTo>
                    <a:pt x="5254641" y="5982636"/>
                  </a:lnTo>
                  <a:lnTo>
                    <a:pt x="5254955" y="5982634"/>
                  </a:lnTo>
                  <a:lnTo>
                    <a:pt x="6726343" y="5982634"/>
                  </a:lnTo>
                  <a:lnTo>
                    <a:pt x="6727161" y="5982536"/>
                  </a:lnTo>
                  <a:lnTo>
                    <a:pt x="6732577" y="5981838"/>
                  </a:lnTo>
                  <a:lnTo>
                    <a:pt x="6746355" y="5979909"/>
                  </a:lnTo>
                  <a:lnTo>
                    <a:pt x="6771300" y="5976107"/>
                  </a:lnTo>
                  <a:lnTo>
                    <a:pt x="6809114" y="5969811"/>
                  </a:lnTo>
                  <a:lnTo>
                    <a:pt x="6860277" y="5960476"/>
                  </a:lnTo>
                  <a:lnTo>
                    <a:pt x="6924049" y="5947678"/>
                  </a:lnTo>
                  <a:lnTo>
                    <a:pt x="6998638" y="5931138"/>
                  </a:lnTo>
                  <a:lnTo>
                    <a:pt x="7081507" y="5910719"/>
                  </a:lnTo>
                  <a:lnTo>
                    <a:pt x="7169759" y="5886405"/>
                  </a:lnTo>
                  <a:lnTo>
                    <a:pt x="7260513" y="5858252"/>
                  </a:lnTo>
                  <a:lnTo>
                    <a:pt x="7351195" y="5826338"/>
                  </a:lnTo>
                  <a:lnTo>
                    <a:pt x="7439720" y="5790715"/>
                  </a:lnTo>
                  <a:lnTo>
                    <a:pt x="7524560" y="5751369"/>
                  </a:lnTo>
                  <a:lnTo>
                    <a:pt x="7604725" y="5708197"/>
                  </a:lnTo>
                  <a:lnTo>
                    <a:pt x="7679694" y="5660989"/>
                  </a:lnTo>
                  <a:lnTo>
                    <a:pt x="7749319" y="5609428"/>
                  </a:lnTo>
                  <a:lnTo>
                    <a:pt x="7813733" y="5553085"/>
                  </a:lnTo>
                  <a:lnTo>
                    <a:pt x="7873261" y="5491430"/>
                  </a:lnTo>
                  <a:lnTo>
                    <a:pt x="7928356" y="5423845"/>
                  </a:lnTo>
                  <a:lnTo>
                    <a:pt x="7979543" y="5349650"/>
                  </a:lnTo>
                  <a:lnTo>
                    <a:pt x="8027379" y="5268140"/>
                  </a:lnTo>
                  <a:lnTo>
                    <a:pt x="8072423" y="5178651"/>
                  </a:lnTo>
                  <a:lnTo>
                    <a:pt x="8115207" y="5080659"/>
                  </a:lnTo>
                  <a:lnTo>
                    <a:pt x="8151487" y="4986891"/>
                  </a:lnTo>
                  <a:lnTo>
                    <a:pt x="8178636" y="4910148"/>
                  </a:lnTo>
                  <a:lnTo>
                    <a:pt x="8205254" y="4829344"/>
                  </a:lnTo>
                  <a:lnTo>
                    <a:pt x="8231446" y="4744398"/>
                  </a:lnTo>
                  <a:lnTo>
                    <a:pt x="8257300" y="4655265"/>
                  </a:lnTo>
                  <a:lnTo>
                    <a:pt x="8282894" y="4561933"/>
                  </a:lnTo>
                  <a:lnTo>
                    <a:pt x="8308293" y="4464430"/>
                  </a:lnTo>
                  <a:lnTo>
                    <a:pt x="8333554" y="4362822"/>
                  </a:lnTo>
                  <a:lnTo>
                    <a:pt x="8358720" y="4257219"/>
                  </a:lnTo>
                  <a:lnTo>
                    <a:pt x="8383830" y="4147776"/>
                  </a:lnTo>
                  <a:lnTo>
                    <a:pt x="8408912" y="4034692"/>
                  </a:lnTo>
                  <a:lnTo>
                    <a:pt x="8433991" y="3918212"/>
                  </a:lnTo>
                  <a:lnTo>
                    <a:pt x="8459080" y="3798623"/>
                  </a:lnTo>
                  <a:lnTo>
                    <a:pt x="8484191" y="3676257"/>
                  </a:lnTo>
                  <a:lnTo>
                    <a:pt x="8509329" y="3551482"/>
                  </a:lnTo>
                  <a:lnTo>
                    <a:pt x="8534494" y="3424703"/>
                  </a:lnTo>
                  <a:lnTo>
                    <a:pt x="8559684" y="3296352"/>
                  </a:lnTo>
                  <a:lnTo>
                    <a:pt x="8584894" y="3166888"/>
                  </a:lnTo>
                  <a:lnTo>
                    <a:pt x="8610114" y="3036785"/>
                  </a:lnTo>
                  <a:lnTo>
                    <a:pt x="8635338" y="2906527"/>
                  </a:lnTo>
                  <a:lnTo>
                    <a:pt x="8660556" y="2776602"/>
                  </a:lnTo>
                  <a:lnTo>
                    <a:pt x="8685759" y="2647490"/>
                  </a:lnTo>
                  <a:lnTo>
                    <a:pt x="8710940" y="2519660"/>
                  </a:lnTo>
                  <a:lnTo>
                    <a:pt x="8736096" y="2393563"/>
                  </a:lnTo>
                  <a:lnTo>
                    <a:pt x="8761223" y="2269622"/>
                  </a:lnTo>
                  <a:lnTo>
                    <a:pt x="8786326" y="2148228"/>
                  </a:lnTo>
                  <a:lnTo>
                    <a:pt x="8811410" y="2029737"/>
                  </a:lnTo>
                  <a:lnTo>
                    <a:pt x="8836487" y="1914464"/>
                  </a:lnTo>
                  <a:lnTo>
                    <a:pt x="8861577" y="1802682"/>
                  </a:lnTo>
                  <a:lnTo>
                    <a:pt x="8886704" y="1694619"/>
                  </a:lnTo>
                  <a:lnTo>
                    <a:pt x="8911899" y="1590458"/>
                  </a:lnTo>
                  <a:lnTo>
                    <a:pt x="8937204" y="1490336"/>
                  </a:lnTo>
                  <a:lnTo>
                    <a:pt x="8962668" y="1394348"/>
                  </a:lnTo>
                  <a:lnTo>
                    <a:pt x="8988349" y="1302547"/>
                  </a:lnTo>
                  <a:lnTo>
                    <a:pt x="9014317" y="1214944"/>
                  </a:lnTo>
                  <a:lnTo>
                    <a:pt x="9040652" y="1131516"/>
                  </a:lnTo>
                  <a:lnTo>
                    <a:pt x="9067451" y="1052204"/>
                  </a:lnTo>
                  <a:lnTo>
                    <a:pt x="9084767" y="1003916"/>
                  </a:lnTo>
                  <a:lnTo>
                    <a:pt x="9125959" y="898214"/>
                  </a:lnTo>
                  <a:lnTo>
                    <a:pt x="9168982" y="801238"/>
                  </a:lnTo>
                  <a:lnTo>
                    <a:pt x="9214324" y="712714"/>
                  </a:lnTo>
                  <a:lnTo>
                    <a:pt x="9262524" y="632097"/>
                  </a:lnTo>
                  <a:lnTo>
                    <a:pt x="9314141" y="558713"/>
                  </a:lnTo>
                  <a:lnTo>
                    <a:pt x="9369729" y="491858"/>
                  </a:lnTo>
                  <a:lnTo>
                    <a:pt x="9429808" y="430856"/>
                  </a:lnTo>
                  <a:lnTo>
                    <a:pt x="9494818" y="375099"/>
                  </a:lnTo>
                  <a:lnTo>
                    <a:pt x="9565068" y="324068"/>
                  </a:lnTo>
                  <a:lnTo>
                    <a:pt x="9640660" y="277347"/>
                  </a:lnTo>
                  <a:lnTo>
                    <a:pt x="9721408" y="234632"/>
                  </a:lnTo>
                  <a:lnTo>
                    <a:pt x="9806741" y="195726"/>
                  </a:lnTo>
                  <a:lnTo>
                    <a:pt x="9895608" y="160536"/>
                  </a:lnTo>
                  <a:lnTo>
                    <a:pt x="9986417" y="129060"/>
                  </a:lnTo>
                  <a:lnTo>
                    <a:pt x="10077018" y="101353"/>
                  </a:lnTo>
                  <a:lnTo>
                    <a:pt x="10164792" y="77493"/>
                  </a:lnTo>
                  <a:lnTo>
                    <a:pt x="10246838" y="57532"/>
                  </a:lnTo>
                  <a:lnTo>
                    <a:pt x="10320280" y="41439"/>
                  </a:lnTo>
                  <a:lnTo>
                    <a:pt x="10382649" y="29065"/>
                  </a:lnTo>
                  <a:lnTo>
                    <a:pt x="10432263" y="20111"/>
                  </a:lnTo>
                  <a:lnTo>
                    <a:pt x="10468520" y="14137"/>
                  </a:lnTo>
                  <a:lnTo>
                    <a:pt x="10492046" y="10587"/>
                  </a:lnTo>
                  <a:lnTo>
                    <a:pt x="10504679" y="8836"/>
                  </a:lnTo>
                  <a:lnTo>
                    <a:pt x="10509344" y="8240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9092" y="98"/>
                  </a:lnTo>
                  <a:lnTo>
                    <a:pt x="10503676" y="796"/>
                  </a:lnTo>
                  <a:lnTo>
                    <a:pt x="10489898" y="2724"/>
                  </a:lnTo>
                  <a:lnTo>
                    <a:pt x="10464953" y="6527"/>
                  </a:lnTo>
                  <a:lnTo>
                    <a:pt x="10427139" y="12823"/>
                  </a:lnTo>
                  <a:lnTo>
                    <a:pt x="10375977" y="22158"/>
                  </a:lnTo>
                  <a:lnTo>
                    <a:pt x="10312204" y="34955"/>
                  </a:lnTo>
                  <a:lnTo>
                    <a:pt x="10237615" y="51496"/>
                  </a:lnTo>
                  <a:lnTo>
                    <a:pt x="10154746" y="71915"/>
                  </a:lnTo>
                  <a:lnTo>
                    <a:pt x="10066494" y="96229"/>
                  </a:lnTo>
                  <a:lnTo>
                    <a:pt x="9975740" y="124382"/>
                  </a:lnTo>
                  <a:lnTo>
                    <a:pt x="9885058" y="156295"/>
                  </a:lnTo>
                  <a:lnTo>
                    <a:pt x="9796533" y="191919"/>
                  </a:lnTo>
                  <a:lnTo>
                    <a:pt x="9711693" y="231265"/>
                  </a:lnTo>
                  <a:lnTo>
                    <a:pt x="9631528" y="274437"/>
                  </a:lnTo>
                  <a:lnTo>
                    <a:pt x="9556559" y="321645"/>
                  </a:lnTo>
                  <a:lnTo>
                    <a:pt x="9486934" y="373206"/>
                  </a:lnTo>
                  <a:lnTo>
                    <a:pt x="9422520" y="429549"/>
                  </a:lnTo>
                  <a:lnTo>
                    <a:pt x="9362992" y="491204"/>
                  </a:lnTo>
                  <a:lnTo>
                    <a:pt x="9307897" y="558788"/>
                  </a:lnTo>
                  <a:lnTo>
                    <a:pt x="9256710" y="632983"/>
                  </a:lnTo>
                  <a:lnTo>
                    <a:pt x="9208874" y="714494"/>
                  </a:lnTo>
                  <a:lnTo>
                    <a:pt x="9163830" y="803983"/>
                  </a:lnTo>
                  <a:lnTo>
                    <a:pt x="9121046" y="901975"/>
                  </a:lnTo>
                  <a:lnTo>
                    <a:pt x="9084767" y="995743"/>
                  </a:lnTo>
                  <a:lnTo>
                    <a:pt x="9057617" y="1072485"/>
                  </a:lnTo>
                  <a:lnTo>
                    <a:pt x="9030999" y="1153290"/>
                  </a:lnTo>
                  <a:lnTo>
                    <a:pt x="9004808" y="1238236"/>
                  </a:lnTo>
                  <a:lnTo>
                    <a:pt x="8978953" y="1327369"/>
                  </a:lnTo>
                  <a:lnTo>
                    <a:pt x="8953359" y="1420700"/>
                  </a:lnTo>
                  <a:lnTo>
                    <a:pt x="8927960" y="1518204"/>
                  </a:lnTo>
                  <a:lnTo>
                    <a:pt x="8902700" y="1619812"/>
                  </a:lnTo>
                  <a:lnTo>
                    <a:pt x="8877533" y="1725415"/>
                  </a:lnTo>
                  <a:lnTo>
                    <a:pt x="8852424" y="1834858"/>
                  </a:lnTo>
                  <a:lnTo>
                    <a:pt x="8827341" y="1947942"/>
                  </a:lnTo>
                  <a:lnTo>
                    <a:pt x="8802263" y="2064422"/>
                  </a:lnTo>
                  <a:lnTo>
                    <a:pt x="8777173" y="2184010"/>
                  </a:lnTo>
                  <a:lnTo>
                    <a:pt x="8752062" y="2306377"/>
                  </a:lnTo>
                  <a:lnTo>
                    <a:pt x="8726924" y="2431151"/>
                  </a:lnTo>
                  <a:lnTo>
                    <a:pt x="8701759" y="2557931"/>
                  </a:lnTo>
                  <a:lnTo>
                    <a:pt x="8676569" y="2686281"/>
                  </a:lnTo>
                  <a:lnTo>
                    <a:pt x="8651360" y="2815745"/>
                  </a:lnTo>
                  <a:lnTo>
                    <a:pt x="8626139" y="2945848"/>
                  </a:lnTo>
                  <a:lnTo>
                    <a:pt x="8600915" y="3076106"/>
                  </a:lnTo>
                  <a:lnTo>
                    <a:pt x="8575698" y="3206032"/>
                  </a:lnTo>
                  <a:lnTo>
                    <a:pt x="8550495" y="3335144"/>
                  </a:lnTo>
                  <a:lnTo>
                    <a:pt x="8525313" y="3462974"/>
                  </a:lnTo>
                  <a:lnTo>
                    <a:pt x="8500158" y="3589071"/>
                  </a:lnTo>
                  <a:lnTo>
                    <a:pt x="8475030" y="3713012"/>
                  </a:lnTo>
                  <a:lnTo>
                    <a:pt x="8449928" y="3834406"/>
                  </a:lnTo>
                  <a:lnTo>
                    <a:pt x="8424844" y="3952897"/>
                  </a:lnTo>
                  <a:lnTo>
                    <a:pt x="8399766" y="4068170"/>
                  </a:lnTo>
                  <a:lnTo>
                    <a:pt x="8374676" y="4179952"/>
                  </a:lnTo>
                  <a:lnTo>
                    <a:pt x="8349550" y="4288015"/>
                  </a:lnTo>
                  <a:lnTo>
                    <a:pt x="8324354" y="4392176"/>
                  </a:lnTo>
                  <a:lnTo>
                    <a:pt x="8299049" y="4492298"/>
                  </a:lnTo>
                  <a:lnTo>
                    <a:pt x="8273585" y="4588285"/>
                  </a:lnTo>
                  <a:lnTo>
                    <a:pt x="8247904" y="4680087"/>
                  </a:lnTo>
                  <a:lnTo>
                    <a:pt x="8221937" y="4767689"/>
                  </a:lnTo>
                  <a:lnTo>
                    <a:pt x="8195601" y="4851118"/>
                  </a:lnTo>
                  <a:lnTo>
                    <a:pt x="8168802" y="4930430"/>
                  </a:lnTo>
                  <a:lnTo>
                    <a:pt x="8151487" y="4978718"/>
                  </a:lnTo>
                  <a:lnTo>
                    <a:pt x="8110294" y="5084420"/>
                  </a:lnTo>
                  <a:lnTo>
                    <a:pt x="8067271" y="5181396"/>
                  </a:lnTo>
                  <a:lnTo>
                    <a:pt x="8021929" y="5269920"/>
                  </a:lnTo>
                  <a:lnTo>
                    <a:pt x="7973729" y="5350537"/>
                  </a:lnTo>
                  <a:lnTo>
                    <a:pt x="7922113" y="5423921"/>
                  </a:lnTo>
                  <a:lnTo>
                    <a:pt x="7866524" y="5490776"/>
                  </a:lnTo>
                  <a:lnTo>
                    <a:pt x="7806445" y="5551778"/>
                  </a:lnTo>
                  <a:lnTo>
                    <a:pt x="7741435" y="5607535"/>
                  </a:lnTo>
                  <a:lnTo>
                    <a:pt x="7671186" y="5658566"/>
                  </a:lnTo>
                  <a:lnTo>
                    <a:pt x="7595594" y="5705286"/>
                  </a:lnTo>
                  <a:lnTo>
                    <a:pt x="7514845" y="5748002"/>
                  </a:lnTo>
                  <a:lnTo>
                    <a:pt x="7429513" y="5786908"/>
                  </a:lnTo>
                  <a:lnTo>
                    <a:pt x="7340645" y="5822098"/>
                  </a:lnTo>
                  <a:lnTo>
                    <a:pt x="7249837" y="5853574"/>
                  </a:lnTo>
                  <a:lnTo>
                    <a:pt x="7159235" y="5881281"/>
                  </a:lnTo>
                  <a:lnTo>
                    <a:pt x="7071461" y="5905140"/>
                  </a:lnTo>
                  <a:lnTo>
                    <a:pt x="6989416" y="5925102"/>
                  </a:lnTo>
                  <a:lnTo>
                    <a:pt x="6915974" y="5941195"/>
                  </a:lnTo>
                  <a:lnTo>
                    <a:pt x="6853604" y="5953569"/>
                  </a:lnTo>
                  <a:lnTo>
                    <a:pt x="6803990" y="5962523"/>
                  </a:lnTo>
                  <a:lnTo>
                    <a:pt x="6767734" y="5968497"/>
                  </a:lnTo>
                  <a:lnTo>
                    <a:pt x="6744208" y="5972047"/>
                  </a:lnTo>
                  <a:lnTo>
                    <a:pt x="6731574" y="5973798"/>
                  </a:lnTo>
                  <a:lnTo>
                    <a:pt x="6726909" y="5974394"/>
                  </a:lnTo>
                  <a:lnTo>
                    <a:pt x="6726343" y="5974461"/>
                  </a:lnTo>
                  <a:lnTo>
                    <a:pt x="5254955" y="5974461"/>
                  </a:lnTo>
                  <a:lnTo>
                    <a:pt x="5253718" y="5974468"/>
                  </a:lnTo>
                  <a:lnTo>
                    <a:pt x="5245602" y="5974518"/>
                  </a:lnTo>
                  <a:lnTo>
                    <a:pt x="5225196" y="5974655"/>
                  </a:lnTo>
                  <a:lnTo>
                    <a:pt x="5188844" y="5974925"/>
                  </a:lnTo>
                  <a:lnTo>
                    <a:pt x="5134923" y="5975370"/>
                  </a:lnTo>
                  <a:lnTo>
                    <a:pt x="5063970" y="5976022"/>
                  </a:lnTo>
                  <a:lnTo>
                    <a:pt x="4978446" y="5976902"/>
                  </a:lnTo>
                  <a:lnTo>
                    <a:pt x="4882171" y="5978022"/>
                  </a:lnTo>
                  <a:lnTo>
                    <a:pt x="4779561" y="5979380"/>
                  </a:lnTo>
                  <a:lnTo>
                    <a:pt x="4674894" y="5980973"/>
                  </a:lnTo>
                  <a:lnTo>
                    <a:pt x="4571785" y="5982796"/>
                  </a:lnTo>
                  <a:lnTo>
                    <a:pt x="4472918" y="5984848"/>
                  </a:lnTo>
                  <a:lnTo>
                    <a:pt x="4380017" y="5987133"/>
                  </a:lnTo>
                  <a:lnTo>
                    <a:pt x="4293961" y="5989666"/>
                  </a:lnTo>
                  <a:lnTo>
                    <a:pt x="4214965" y="5992470"/>
                  </a:lnTo>
                  <a:lnTo>
                    <a:pt x="4142771" y="5995576"/>
                  </a:lnTo>
                  <a:lnTo>
                    <a:pt x="4076810" y="5999024"/>
                  </a:lnTo>
                  <a:lnTo>
                    <a:pt x="4016336" y="6002861"/>
                  </a:lnTo>
                  <a:lnTo>
                    <a:pt x="3960514" y="6007135"/>
                  </a:lnTo>
                  <a:lnTo>
                    <a:pt x="3908491" y="6011894"/>
                  </a:lnTo>
                  <a:lnTo>
                    <a:pt x="3859455" y="6017177"/>
                  </a:lnTo>
                  <a:lnTo>
                    <a:pt x="3829811" y="6020775"/>
                  </a:lnTo>
                  <a:lnTo>
                    <a:pt x="3774105" y="6028387"/>
                  </a:lnTo>
                  <a:lnTo>
                    <a:pt x="3720221" y="6036825"/>
                  </a:lnTo>
                  <a:lnTo>
                    <a:pt x="3667424" y="6046101"/>
                  </a:lnTo>
                  <a:lnTo>
                    <a:pt x="3615191" y="6056192"/>
                  </a:lnTo>
                  <a:lnTo>
                    <a:pt x="3563169" y="6067037"/>
                  </a:lnTo>
                  <a:lnTo>
                    <a:pt x="3511146" y="6078538"/>
                  </a:lnTo>
                  <a:lnTo>
                    <a:pt x="3459023" y="6090562"/>
                  </a:lnTo>
                  <a:lnTo>
                    <a:pt x="3406791" y="6102941"/>
                  </a:lnTo>
                  <a:lnTo>
                    <a:pt x="3354496" y="6115486"/>
                  </a:lnTo>
                  <a:lnTo>
                    <a:pt x="3302215" y="6127998"/>
                  </a:lnTo>
                  <a:lnTo>
                    <a:pt x="3250016" y="6140279"/>
                  </a:lnTo>
                  <a:lnTo>
                    <a:pt x="3197931" y="6152147"/>
                  </a:lnTo>
                  <a:lnTo>
                    <a:pt x="3145925" y="6163444"/>
                  </a:lnTo>
                  <a:lnTo>
                    <a:pt x="3093863" y="6174047"/>
                  </a:lnTo>
                  <a:lnTo>
                    <a:pt x="3041489" y="6183872"/>
                  </a:lnTo>
                  <a:lnTo>
                    <a:pt x="2988399" y="6192871"/>
                  </a:lnTo>
                  <a:lnTo>
                    <a:pt x="2934004" y="6201033"/>
                  </a:lnTo>
                  <a:lnTo>
                    <a:pt x="2896531" y="6206030"/>
                  </a:lnTo>
                  <a:lnTo>
                    <a:pt x="2848995" y="6211650"/>
                  </a:lnTo>
                  <a:lnTo>
                    <a:pt x="2798941" y="6216736"/>
                  </a:lnTo>
                  <a:lnTo>
                    <a:pt x="2745607" y="6221310"/>
                  </a:lnTo>
                  <a:lnTo>
                    <a:pt x="2688159" y="6225416"/>
                  </a:lnTo>
                  <a:lnTo>
                    <a:pt x="2625744" y="6229102"/>
                  </a:lnTo>
                  <a:lnTo>
                    <a:pt x="2557550" y="6232418"/>
                  </a:lnTo>
                  <a:lnTo>
                    <a:pt x="2482885" y="6235408"/>
                  </a:lnTo>
                  <a:lnTo>
                    <a:pt x="2401279" y="6238108"/>
                  </a:lnTo>
                  <a:lnTo>
                    <a:pt x="2312627" y="6240547"/>
                  </a:lnTo>
                  <a:lnTo>
                    <a:pt x="2217369" y="6242745"/>
                  </a:lnTo>
                  <a:lnTo>
                    <a:pt x="2116677" y="6244711"/>
                  </a:lnTo>
                  <a:lnTo>
                    <a:pt x="2012624" y="6246449"/>
                  </a:lnTo>
                  <a:lnTo>
                    <a:pt x="1908255" y="6247956"/>
                  </a:lnTo>
                  <a:lnTo>
                    <a:pt x="1807475" y="6249226"/>
                  </a:lnTo>
                  <a:lnTo>
                    <a:pt x="1714688" y="6250256"/>
                  </a:lnTo>
                  <a:lnTo>
                    <a:pt x="1634181" y="6251050"/>
                  </a:lnTo>
                  <a:lnTo>
                    <a:pt x="1569353" y="6251622"/>
                  </a:lnTo>
                  <a:lnTo>
                    <a:pt x="1522002" y="6251998"/>
                  </a:lnTo>
                  <a:lnTo>
                    <a:pt x="1491868" y="6252213"/>
                  </a:lnTo>
                  <a:lnTo>
                    <a:pt x="1476548" y="6252313"/>
                  </a:lnTo>
                  <a:lnTo>
                    <a:pt x="1471701" y="6252341"/>
                  </a:lnTo>
                  <a:lnTo>
                    <a:pt x="1471387" y="6252343"/>
                  </a:lnTo>
                  <a:lnTo>
                    <a:pt x="0" y="6252343"/>
                  </a:lnTo>
                  <a:close/>
                </a:path>
              </a:pathLst>
            </a:custGeom>
            <a:solidFill>
              <a:srgbClr val="D9B26F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674" name="pl1674"/>
            <p:cNvSpPr/>
            <p:nvPr/>
          </p:nvSpPr>
          <p:spPr>
            <a:xfrm>
              <a:off x="4799595" y="3590360"/>
              <a:ext cx="11981298" cy="6252343"/>
            </a:xfrm>
            <a:custGeom>
              <a:avLst/>
              <a:pathLst>
                <a:path w="11981298" h="6252343">
                  <a:moveTo>
                    <a:pt x="0" y="6252343"/>
                  </a:moveTo>
                  <a:lnTo>
                    <a:pt x="1471387" y="6252343"/>
                  </a:lnTo>
                  <a:lnTo>
                    <a:pt x="1472624" y="6252336"/>
                  </a:lnTo>
                  <a:lnTo>
                    <a:pt x="1480740" y="6252287"/>
                  </a:lnTo>
                  <a:lnTo>
                    <a:pt x="1501146" y="6252149"/>
                  </a:lnTo>
                  <a:lnTo>
                    <a:pt x="1537499" y="6251879"/>
                  </a:lnTo>
                  <a:lnTo>
                    <a:pt x="1591419" y="6251435"/>
                  </a:lnTo>
                  <a:lnTo>
                    <a:pt x="1662372" y="6250783"/>
                  </a:lnTo>
                  <a:lnTo>
                    <a:pt x="1747896" y="6249902"/>
                  </a:lnTo>
                  <a:lnTo>
                    <a:pt x="1844171" y="6248783"/>
                  </a:lnTo>
                  <a:lnTo>
                    <a:pt x="1946781" y="6247424"/>
                  </a:lnTo>
                  <a:lnTo>
                    <a:pt x="2051448" y="6245831"/>
                  </a:lnTo>
                  <a:lnTo>
                    <a:pt x="2154557" y="6244008"/>
                  </a:lnTo>
                  <a:lnTo>
                    <a:pt x="2253425" y="6241957"/>
                  </a:lnTo>
                  <a:lnTo>
                    <a:pt x="2346325" y="6239672"/>
                  </a:lnTo>
                  <a:lnTo>
                    <a:pt x="2432381" y="6237138"/>
                  </a:lnTo>
                  <a:lnTo>
                    <a:pt x="2511377" y="6234335"/>
                  </a:lnTo>
                  <a:lnTo>
                    <a:pt x="2583571" y="6231228"/>
                  </a:lnTo>
                  <a:lnTo>
                    <a:pt x="2649532" y="6227780"/>
                  </a:lnTo>
                  <a:lnTo>
                    <a:pt x="2710006" y="6223944"/>
                  </a:lnTo>
                  <a:lnTo>
                    <a:pt x="2765829" y="6219670"/>
                  </a:lnTo>
                  <a:lnTo>
                    <a:pt x="2817851" y="6214910"/>
                  </a:lnTo>
                  <a:lnTo>
                    <a:pt x="2866887" y="6209628"/>
                  </a:lnTo>
                  <a:lnTo>
                    <a:pt x="2896531" y="6206030"/>
                  </a:lnTo>
                  <a:lnTo>
                    <a:pt x="2952237" y="6198418"/>
                  </a:lnTo>
                  <a:lnTo>
                    <a:pt x="3006121" y="6189979"/>
                  </a:lnTo>
                  <a:lnTo>
                    <a:pt x="3058918" y="6180703"/>
                  </a:lnTo>
                  <a:lnTo>
                    <a:pt x="3111152" y="6170613"/>
                  </a:lnTo>
                  <a:lnTo>
                    <a:pt x="3163173" y="6159768"/>
                  </a:lnTo>
                  <a:lnTo>
                    <a:pt x="3215196" y="6148266"/>
                  </a:lnTo>
                  <a:lnTo>
                    <a:pt x="3267319" y="6136243"/>
                  </a:lnTo>
                  <a:lnTo>
                    <a:pt x="3319551" y="6123864"/>
                  </a:lnTo>
                  <a:lnTo>
                    <a:pt x="3371846" y="6111318"/>
                  </a:lnTo>
                  <a:lnTo>
                    <a:pt x="3424127" y="6098806"/>
                  </a:lnTo>
                  <a:lnTo>
                    <a:pt x="3476326" y="6086525"/>
                  </a:lnTo>
                  <a:lnTo>
                    <a:pt x="3528411" y="6074658"/>
                  </a:lnTo>
                  <a:lnTo>
                    <a:pt x="3580417" y="6063361"/>
                  </a:lnTo>
                  <a:lnTo>
                    <a:pt x="3632479" y="6052757"/>
                  </a:lnTo>
                  <a:lnTo>
                    <a:pt x="3684853" y="6042932"/>
                  </a:lnTo>
                  <a:lnTo>
                    <a:pt x="3737943" y="6033933"/>
                  </a:lnTo>
                  <a:lnTo>
                    <a:pt x="3792338" y="6025771"/>
                  </a:lnTo>
                  <a:lnTo>
                    <a:pt x="3829811" y="6020775"/>
                  </a:lnTo>
                  <a:lnTo>
                    <a:pt x="3877347" y="6015154"/>
                  </a:lnTo>
                  <a:lnTo>
                    <a:pt x="3927401" y="6010069"/>
                  </a:lnTo>
                  <a:lnTo>
                    <a:pt x="3980735" y="6005495"/>
                  </a:lnTo>
                  <a:lnTo>
                    <a:pt x="4038183" y="6001389"/>
                  </a:lnTo>
                  <a:lnTo>
                    <a:pt x="4100599" y="5997702"/>
                  </a:lnTo>
                  <a:lnTo>
                    <a:pt x="4168792" y="5994386"/>
                  </a:lnTo>
                  <a:lnTo>
                    <a:pt x="4243457" y="5991396"/>
                  </a:lnTo>
                  <a:lnTo>
                    <a:pt x="4325063" y="5988696"/>
                  </a:lnTo>
                  <a:lnTo>
                    <a:pt x="4413715" y="5986257"/>
                  </a:lnTo>
                  <a:lnTo>
                    <a:pt x="4508973" y="5984060"/>
                  </a:lnTo>
                  <a:lnTo>
                    <a:pt x="4609665" y="5982093"/>
                  </a:lnTo>
                  <a:lnTo>
                    <a:pt x="4713718" y="5980355"/>
                  </a:lnTo>
                  <a:lnTo>
                    <a:pt x="4818087" y="5978849"/>
                  </a:lnTo>
                  <a:lnTo>
                    <a:pt x="4918867" y="5977578"/>
                  </a:lnTo>
                  <a:lnTo>
                    <a:pt x="5011654" y="5976548"/>
                  </a:lnTo>
                  <a:lnTo>
                    <a:pt x="5092161" y="5975754"/>
                  </a:lnTo>
                  <a:lnTo>
                    <a:pt x="5156990" y="5975182"/>
                  </a:lnTo>
                  <a:lnTo>
                    <a:pt x="5204340" y="5974807"/>
                  </a:lnTo>
                  <a:lnTo>
                    <a:pt x="5234474" y="5974591"/>
                  </a:lnTo>
                  <a:lnTo>
                    <a:pt x="5249794" y="5974492"/>
                  </a:lnTo>
                  <a:lnTo>
                    <a:pt x="5254641" y="5974463"/>
                  </a:lnTo>
                  <a:lnTo>
                    <a:pt x="5254955" y="5974461"/>
                  </a:lnTo>
                  <a:lnTo>
                    <a:pt x="6726343" y="5974461"/>
                  </a:lnTo>
                  <a:lnTo>
                    <a:pt x="6727161" y="5974363"/>
                  </a:lnTo>
                  <a:lnTo>
                    <a:pt x="6732577" y="5973665"/>
                  </a:lnTo>
                  <a:lnTo>
                    <a:pt x="6746355" y="5971736"/>
                  </a:lnTo>
                  <a:lnTo>
                    <a:pt x="6771300" y="5967934"/>
                  </a:lnTo>
                  <a:lnTo>
                    <a:pt x="6809114" y="5961638"/>
                  </a:lnTo>
                  <a:lnTo>
                    <a:pt x="6860277" y="5952303"/>
                  </a:lnTo>
                  <a:lnTo>
                    <a:pt x="6924049" y="5939505"/>
                  </a:lnTo>
                  <a:lnTo>
                    <a:pt x="6998638" y="5922965"/>
                  </a:lnTo>
                  <a:lnTo>
                    <a:pt x="7081507" y="5902546"/>
                  </a:lnTo>
                  <a:lnTo>
                    <a:pt x="7169759" y="5878232"/>
                  </a:lnTo>
                  <a:lnTo>
                    <a:pt x="7260513" y="5850079"/>
                  </a:lnTo>
                  <a:lnTo>
                    <a:pt x="7351195" y="5818165"/>
                  </a:lnTo>
                  <a:lnTo>
                    <a:pt x="7439720" y="5782542"/>
                  </a:lnTo>
                  <a:lnTo>
                    <a:pt x="7524560" y="5743196"/>
                  </a:lnTo>
                  <a:lnTo>
                    <a:pt x="7604725" y="5700024"/>
                  </a:lnTo>
                  <a:lnTo>
                    <a:pt x="7679694" y="5652816"/>
                  </a:lnTo>
                  <a:lnTo>
                    <a:pt x="7749319" y="5601255"/>
                  </a:lnTo>
                  <a:lnTo>
                    <a:pt x="7813733" y="5544912"/>
                  </a:lnTo>
                  <a:lnTo>
                    <a:pt x="7873261" y="5483257"/>
                  </a:lnTo>
                  <a:lnTo>
                    <a:pt x="7928356" y="5415672"/>
                  </a:lnTo>
                  <a:lnTo>
                    <a:pt x="7979543" y="5341477"/>
                  </a:lnTo>
                  <a:lnTo>
                    <a:pt x="8027379" y="5259967"/>
                  </a:lnTo>
                  <a:lnTo>
                    <a:pt x="8072423" y="5170478"/>
                  </a:lnTo>
                  <a:lnTo>
                    <a:pt x="8115207" y="5072486"/>
                  </a:lnTo>
                  <a:lnTo>
                    <a:pt x="8151487" y="4978718"/>
                  </a:lnTo>
                  <a:lnTo>
                    <a:pt x="8178636" y="4901975"/>
                  </a:lnTo>
                  <a:lnTo>
                    <a:pt x="8205254" y="4821171"/>
                  </a:lnTo>
                  <a:lnTo>
                    <a:pt x="8231446" y="4736225"/>
                  </a:lnTo>
                  <a:lnTo>
                    <a:pt x="8257300" y="4647092"/>
                  </a:lnTo>
                  <a:lnTo>
                    <a:pt x="8282894" y="4553760"/>
                  </a:lnTo>
                  <a:lnTo>
                    <a:pt x="8308293" y="4456257"/>
                  </a:lnTo>
                  <a:lnTo>
                    <a:pt x="8333554" y="4354649"/>
                  </a:lnTo>
                  <a:lnTo>
                    <a:pt x="8358720" y="4249046"/>
                  </a:lnTo>
                  <a:lnTo>
                    <a:pt x="8383830" y="4139603"/>
                  </a:lnTo>
                  <a:lnTo>
                    <a:pt x="8408912" y="4026519"/>
                  </a:lnTo>
                  <a:lnTo>
                    <a:pt x="8433991" y="3910039"/>
                  </a:lnTo>
                  <a:lnTo>
                    <a:pt x="8459080" y="3790450"/>
                  </a:lnTo>
                  <a:lnTo>
                    <a:pt x="8484191" y="3668084"/>
                  </a:lnTo>
                  <a:lnTo>
                    <a:pt x="8509329" y="3543309"/>
                  </a:lnTo>
                  <a:lnTo>
                    <a:pt x="8534494" y="3416530"/>
                  </a:lnTo>
                  <a:lnTo>
                    <a:pt x="8559684" y="3288179"/>
                  </a:lnTo>
                  <a:lnTo>
                    <a:pt x="8584894" y="3158715"/>
                  </a:lnTo>
                  <a:lnTo>
                    <a:pt x="8610114" y="3028612"/>
                  </a:lnTo>
                  <a:lnTo>
                    <a:pt x="8635338" y="2898354"/>
                  </a:lnTo>
                  <a:lnTo>
                    <a:pt x="8660556" y="2768429"/>
                  </a:lnTo>
                  <a:lnTo>
                    <a:pt x="8685759" y="2639317"/>
                  </a:lnTo>
                  <a:lnTo>
                    <a:pt x="8710940" y="2511487"/>
                  </a:lnTo>
                  <a:lnTo>
                    <a:pt x="8736096" y="2385390"/>
                  </a:lnTo>
                  <a:lnTo>
                    <a:pt x="8761223" y="2261449"/>
                  </a:lnTo>
                  <a:lnTo>
                    <a:pt x="8786326" y="2140055"/>
                  </a:lnTo>
                  <a:lnTo>
                    <a:pt x="8811410" y="2021564"/>
                  </a:lnTo>
                  <a:lnTo>
                    <a:pt x="8836487" y="1906291"/>
                  </a:lnTo>
                  <a:lnTo>
                    <a:pt x="8861577" y="1794509"/>
                  </a:lnTo>
                  <a:lnTo>
                    <a:pt x="8886704" y="1686446"/>
                  </a:lnTo>
                  <a:lnTo>
                    <a:pt x="8911899" y="1582285"/>
                  </a:lnTo>
                  <a:lnTo>
                    <a:pt x="8937204" y="1482163"/>
                  </a:lnTo>
                  <a:lnTo>
                    <a:pt x="8962668" y="1386175"/>
                  </a:lnTo>
                  <a:lnTo>
                    <a:pt x="8988349" y="1294374"/>
                  </a:lnTo>
                  <a:lnTo>
                    <a:pt x="9014317" y="1206771"/>
                  </a:lnTo>
                  <a:lnTo>
                    <a:pt x="9040652" y="1123343"/>
                  </a:lnTo>
                  <a:lnTo>
                    <a:pt x="9067451" y="1044031"/>
                  </a:lnTo>
                  <a:lnTo>
                    <a:pt x="9084767" y="995743"/>
                  </a:lnTo>
                  <a:lnTo>
                    <a:pt x="9125959" y="890041"/>
                  </a:lnTo>
                  <a:lnTo>
                    <a:pt x="9168982" y="793065"/>
                  </a:lnTo>
                  <a:lnTo>
                    <a:pt x="9214324" y="704541"/>
                  </a:lnTo>
                  <a:lnTo>
                    <a:pt x="9262524" y="623924"/>
                  </a:lnTo>
                  <a:lnTo>
                    <a:pt x="9314141" y="550540"/>
                  </a:lnTo>
                  <a:lnTo>
                    <a:pt x="9369729" y="483685"/>
                  </a:lnTo>
                  <a:lnTo>
                    <a:pt x="9429808" y="422683"/>
                  </a:lnTo>
                  <a:lnTo>
                    <a:pt x="9494818" y="366926"/>
                  </a:lnTo>
                  <a:lnTo>
                    <a:pt x="9565068" y="315895"/>
                  </a:lnTo>
                  <a:lnTo>
                    <a:pt x="9640660" y="269174"/>
                  </a:lnTo>
                  <a:lnTo>
                    <a:pt x="9721408" y="226459"/>
                  </a:lnTo>
                  <a:lnTo>
                    <a:pt x="9806741" y="187553"/>
                  </a:lnTo>
                  <a:lnTo>
                    <a:pt x="9895608" y="152363"/>
                  </a:lnTo>
                  <a:lnTo>
                    <a:pt x="9986417" y="120887"/>
                  </a:lnTo>
                  <a:lnTo>
                    <a:pt x="10077018" y="93180"/>
                  </a:lnTo>
                  <a:lnTo>
                    <a:pt x="10164792" y="69320"/>
                  </a:lnTo>
                  <a:lnTo>
                    <a:pt x="10246838" y="49359"/>
                  </a:lnTo>
                  <a:lnTo>
                    <a:pt x="10320280" y="33266"/>
                  </a:lnTo>
                  <a:lnTo>
                    <a:pt x="10382649" y="20892"/>
                  </a:lnTo>
                  <a:lnTo>
                    <a:pt x="10432263" y="11938"/>
                  </a:lnTo>
                  <a:lnTo>
                    <a:pt x="10468520" y="5964"/>
                  </a:lnTo>
                  <a:lnTo>
                    <a:pt x="10492046" y="2414"/>
                  </a:lnTo>
                  <a:lnTo>
                    <a:pt x="10504679" y="663"/>
                  </a:lnTo>
                  <a:lnTo>
                    <a:pt x="10509344" y="67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75" name="pl1675"/>
            <p:cNvSpPr/>
            <p:nvPr/>
          </p:nvSpPr>
          <p:spPr>
            <a:xfrm>
              <a:off x="4799595" y="3582187"/>
              <a:ext cx="11981298" cy="6252343"/>
            </a:xfrm>
            <a:custGeom>
              <a:avLst/>
              <a:pathLst>
                <a:path w="11981298" h="6252343">
                  <a:moveTo>
                    <a:pt x="11981298" y="0"/>
                  </a:moveTo>
                  <a:lnTo>
                    <a:pt x="10509911" y="0"/>
                  </a:lnTo>
                  <a:lnTo>
                    <a:pt x="10509092" y="98"/>
                  </a:lnTo>
                  <a:lnTo>
                    <a:pt x="10503676" y="796"/>
                  </a:lnTo>
                  <a:lnTo>
                    <a:pt x="10489898" y="2724"/>
                  </a:lnTo>
                  <a:lnTo>
                    <a:pt x="10464953" y="6527"/>
                  </a:lnTo>
                  <a:lnTo>
                    <a:pt x="10427139" y="12823"/>
                  </a:lnTo>
                  <a:lnTo>
                    <a:pt x="10375977" y="22158"/>
                  </a:lnTo>
                  <a:lnTo>
                    <a:pt x="10312204" y="34955"/>
                  </a:lnTo>
                  <a:lnTo>
                    <a:pt x="10237615" y="51496"/>
                  </a:lnTo>
                  <a:lnTo>
                    <a:pt x="10154746" y="71915"/>
                  </a:lnTo>
                  <a:lnTo>
                    <a:pt x="10066494" y="96229"/>
                  </a:lnTo>
                  <a:lnTo>
                    <a:pt x="9975740" y="124382"/>
                  </a:lnTo>
                  <a:lnTo>
                    <a:pt x="9885058" y="156295"/>
                  </a:lnTo>
                  <a:lnTo>
                    <a:pt x="9796533" y="191919"/>
                  </a:lnTo>
                  <a:lnTo>
                    <a:pt x="9711693" y="231265"/>
                  </a:lnTo>
                  <a:lnTo>
                    <a:pt x="9631528" y="274437"/>
                  </a:lnTo>
                  <a:lnTo>
                    <a:pt x="9556559" y="321645"/>
                  </a:lnTo>
                  <a:lnTo>
                    <a:pt x="9486934" y="373206"/>
                  </a:lnTo>
                  <a:lnTo>
                    <a:pt x="9422520" y="429549"/>
                  </a:lnTo>
                  <a:lnTo>
                    <a:pt x="9362992" y="491204"/>
                  </a:lnTo>
                  <a:lnTo>
                    <a:pt x="9307897" y="558788"/>
                  </a:lnTo>
                  <a:lnTo>
                    <a:pt x="9256710" y="632983"/>
                  </a:lnTo>
                  <a:lnTo>
                    <a:pt x="9208874" y="714494"/>
                  </a:lnTo>
                  <a:lnTo>
                    <a:pt x="9163830" y="803983"/>
                  </a:lnTo>
                  <a:lnTo>
                    <a:pt x="9121046" y="901975"/>
                  </a:lnTo>
                  <a:lnTo>
                    <a:pt x="9084767" y="995743"/>
                  </a:lnTo>
                  <a:lnTo>
                    <a:pt x="9057617" y="1072485"/>
                  </a:lnTo>
                  <a:lnTo>
                    <a:pt x="9030999" y="1153290"/>
                  </a:lnTo>
                  <a:lnTo>
                    <a:pt x="9004808" y="1238236"/>
                  </a:lnTo>
                  <a:lnTo>
                    <a:pt x="8978953" y="1327369"/>
                  </a:lnTo>
                  <a:lnTo>
                    <a:pt x="8953359" y="1420700"/>
                  </a:lnTo>
                  <a:lnTo>
                    <a:pt x="8927960" y="1518204"/>
                  </a:lnTo>
                  <a:lnTo>
                    <a:pt x="8902700" y="1619812"/>
                  </a:lnTo>
                  <a:lnTo>
                    <a:pt x="8877533" y="1725415"/>
                  </a:lnTo>
                  <a:lnTo>
                    <a:pt x="8852424" y="1834858"/>
                  </a:lnTo>
                  <a:lnTo>
                    <a:pt x="8827341" y="1947942"/>
                  </a:lnTo>
                  <a:lnTo>
                    <a:pt x="8802263" y="2064422"/>
                  </a:lnTo>
                  <a:lnTo>
                    <a:pt x="8777173" y="2184010"/>
                  </a:lnTo>
                  <a:lnTo>
                    <a:pt x="8752062" y="2306377"/>
                  </a:lnTo>
                  <a:lnTo>
                    <a:pt x="8726924" y="2431151"/>
                  </a:lnTo>
                  <a:lnTo>
                    <a:pt x="8701759" y="2557931"/>
                  </a:lnTo>
                  <a:lnTo>
                    <a:pt x="8676569" y="2686281"/>
                  </a:lnTo>
                  <a:lnTo>
                    <a:pt x="8651360" y="2815745"/>
                  </a:lnTo>
                  <a:lnTo>
                    <a:pt x="8626139" y="2945848"/>
                  </a:lnTo>
                  <a:lnTo>
                    <a:pt x="8600915" y="3076106"/>
                  </a:lnTo>
                  <a:lnTo>
                    <a:pt x="8575698" y="3206032"/>
                  </a:lnTo>
                  <a:lnTo>
                    <a:pt x="8550495" y="3335144"/>
                  </a:lnTo>
                  <a:lnTo>
                    <a:pt x="8525313" y="3462974"/>
                  </a:lnTo>
                  <a:lnTo>
                    <a:pt x="8500158" y="3589071"/>
                  </a:lnTo>
                  <a:lnTo>
                    <a:pt x="8475030" y="3713012"/>
                  </a:lnTo>
                  <a:lnTo>
                    <a:pt x="8449928" y="3834406"/>
                  </a:lnTo>
                  <a:lnTo>
                    <a:pt x="8424844" y="3952897"/>
                  </a:lnTo>
                  <a:lnTo>
                    <a:pt x="8399766" y="4068170"/>
                  </a:lnTo>
                  <a:lnTo>
                    <a:pt x="8374676" y="4179952"/>
                  </a:lnTo>
                  <a:lnTo>
                    <a:pt x="8349550" y="4288015"/>
                  </a:lnTo>
                  <a:lnTo>
                    <a:pt x="8324354" y="4392176"/>
                  </a:lnTo>
                  <a:lnTo>
                    <a:pt x="8299049" y="4492298"/>
                  </a:lnTo>
                  <a:lnTo>
                    <a:pt x="8273585" y="4588285"/>
                  </a:lnTo>
                  <a:lnTo>
                    <a:pt x="8247904" y="4680087"/>
                  </a:lnTo>
                  <a:lnTo>
                    <a:pt x="8221937" y="4767689"/>
                  </a:lnTo>
                  <a:lnTo>
                    <a:pt x="8195601" y="4851118"/>
                  </a:lnTo>
                  <a:lnTo>
                    <a:pt x="8168802" y="4930430"/>
                  </a:lnTo>
                  <a:lnTo>
                    <a:pt x="8151487" y="4978718"/>
                  </a:lnTo>
                  <a:lnTo>
                    <a:pt x="8110294" y="5084420"/>
                  </a:lnTo>
                  <a:lnTo>
                    <a:pt x="8067271" y="5181396"/>
                  </a:lnTo>
                  <a:lnTo>
                    <a:pt x="8021929" y="5269920"/>
                  </a:lnTo>
                  <a:lnTo>
                    <a:pt x="7973729" y="5350537"/>
                  </a:lnTo>
                  <a:lnTo>
                    <a:pt x="7922113" y="5423921"/>
                  </a:lnTo>
                  <a:lnTo>
                    <a:pt x="7866524" y="5490776"/>
                  </a:lnTo>
                  <a:lnTo>
                    <a:pt x="7806445" y="5551778"/>
                  </a:lnTo>
                  <a:lnTo>
                    <a:pt x="7741435" y="5607535"/>
                  </a:lnTo>
                  <a:lnTo>
                    <a:pt x="7671186" y="5658566"/>
                  </a:lnTo>
                  <a:lnTo>
                    <a:pt x="7595594" y="5705286"/>
                  </a:lnTo>
                  <a:lnTo>
                    <a:pt x="7514845" y="5748002"/>
                  </a:lnTo>
                  <a:lnTo>
                    <a:pt x="7429513" y="5786908"/>
                  </a:lnTo>
                  <a:lnTo>
                    <a:pt x="7340645" y="5822098"/>
                  </a:lnTo>
                  <a:lnTo>
                    <a:pt x="7249837" y="5853574"/>
                  </a:lnTo>
                  <a:lnTo>
                    <a:pt x="7159235" y="5881281"/>
                  </a:lnTo>
                  <a:lnTo>
                    <a:pt x="7071461" y="5905140"/>
                  </a:lnTo>
                  <a:lnTo>
                    <a:pt x="6989416" y="5925102"/>
                  </a:lnTo>
                  <a:lnTo>
                    <a:pt x="6915974" y="5941195"/>
                  </a:lnTo>
                  <a:lnTo>
                    <a:pt x="6853604" y="5953569"/>
                  </a:lnTo>
                  <a:lnTo>
                    <a:pt x="6803990" y="5962523"/>
                  </a:lnTo>
                  <a:lnTo>
                    <a:pt x="6767734" y="5968497"/>
                  </a:lnTo>
                  <a:lnTo>
                    <a:pt x="6744208" y="5972047"/>
                  </a:lnTo>
                  <a:lnTo>
                    <a:pt x="6731574" y="5973798"/>
                  </a:lnTo>
                  <a:lnTo>
                    <a:pt x="6726909" y="5974394"/>
                  </a:lnTo>
                  <a:lnTo>
                    <a:pt x="6726343" y="5974461"/>
                  </a:lnTo>
                  <a:lnTo>
                    <a:pt x="5254955" y="5974461"/>
                  </a:lnTo>
                  <a:lnTo>
                    <a:pt x="5253718" y="5974468"/>
                  </a:lnTo>
                  <a:lnTo>
                    <a:pt x="5245602" y="5974518"/>
                  </a:lnTo>
                  <a:lnTo>
                    <a:pt x="5225196" y="5974655"/>
                  </a:lnTo>
                  <a:lnTo>
                    <a:pt x="5188844" y="5974925"/>
                  </a:lnTo>
                  <a:lnTo>
                    <a:pt x="5134923" y="5975370"/>
                  </a:lnTo>
                  <a:lnTo>
                    <a:pt x="5063970" y="5976022"/>
                  </a:lnTo>
                  <a:lnTo>
                    <a:pt x="4978446" y="5976902"/>
                  </a:lnTo>
                  <a:lnTo>
                    <a:pt x="4882171" y="5978022"/>
                  </a:lnTo>
                  <a:lnTo>
                    <a:pt x="4779561" y="5979380"/>
                  </a:lnTo>
                  <a:lnTo>
                    <a:pt x="4674894" y="5980973"/>
                  </a:lnTo>
                  <a:lnTo>
                    <a:pt x="4571785" y="5982796"/>
                  </a:lnTo>
                  <a:lnTo>
                    <a:pt x="4472918" y="5984848"/>
                  </a:lnTo>
                  <a:lnTo>
                    <a:pt x="4380017" y="5987133"/>
                  </a:lnTo>
                  <a:lnTo>
                    <a:pt x="4293961" y="5989666"/>
                  </a:lnTo>
                  <a:lnTo>
                    <a:pt x="4214965" y="5992470"/>
                  </a:lnTo>
                  <a:lnTo>
                    <a:pt x="4142771" y="5995576"/>
                  </a:lnTo>
                  <a:lnTo>
                    <a:pt x="4076810" y="5999024"/>
                  </a:lnTo>
                  <a:lnTo>
                    <a:pt x="4016336" y="6002861"/>
                  </a:lnTo>
                  <a:lnTo>
                    <a:pt x="3960514" y="6007135"/>
                  </a:lnTo>
                  <a:lnTo>
                    <a:pt x="3908491" y="6011894"/>
                  </a:lnTo>
                  <a:lnTo>
                    <a:pt x="3859455" y="6017177"/>
                  </a:lnTo>
                  <a:lnTo>
                    <a:pt x="3829811" y="6020775"/>
                  </a:lnTo>
                  <a:lnTo>
                    <a:pt x="3774105" y="6028387"/>
                  </a:lnTo>
                  <a:lnTo>
                    <a:pt x="3720221" y="6036825"/>
                  </a:lnTo>
                  <a:lnTo>
                    <a:pt x="3667424" y="6046101"/>
                  </a:lnTo>
                  <a:lnTo>
                    <a:pt x="3615191" y="6056192"/>
                  </a:lnTo>
                  <a:lnTo>
                    <a:pt x="3563169" y="6067037"/>
                  </a:lnTo>
                  <a:lnTo>
                    <a:pt x="3511146" y="6078538"/>
                  </a:lnTo>
                  <a:lnTo>
                    <a:pt x="3459023" y="6090562"/>
                  </a:lnTo>
                  <a:lnTo>
                    <a:pt x="3406791" y="6102941"/>
                  </a:lnTo>
                  <a:lnTo>
                    <a:pt x="3354496" y="6115486"/>
                  </a:lnTo>
                  <a:lnTo>
                    <a:pt x="3302215" y="6127998"/>
                  </a:lnTo>
                  <a:lnTo>
                    <a:pt x="3250016" y="6140279"/>
                  </a:lnTo>
                  <a:lnTo>
                    <a:pt x="3197931" y="6152147"/>
                  </a:lnTo>
                  <a:lnTo>
                    <a:pt x="3145925" y="6163444"/>
                  </a:lnTo>
                  <a:lnTo>
                    <a:pt x="3093863" y="6174047"/>
                  </a:lnTo>
                  <a:lnTo>
                    <a:pt x="3041489" y="6183872"/>
                  </a:lnTo>
                  <a:lnTo>
                    <a:pt x="2988399" y="6192871"/>
                  </a:lnTo>
                  <a:lnTo>
                    <a:pt x="2934004" y="6201033"/>
                  </a:lnTo>
                  <a:lnTo>
                    <a:pt x="2896531" y="6206030"/>
                  </a:lnTo>
                  <a:lnTo>
                    <a:pt x="2848995" y="6211650"/>
                  </a:lnTo>
                  <a:lnTo>
                    <a:pt x="2798941" y="6216736"/>
                  </a:lnTo>
                  <a:lnTo>
                    <a:pt x="2745607" y="6221310"/>
                  </a:lnTo>
                  <a:lnTo>
                    <a:pt x="2688159" y="6225416"/>
                  </a:lnTo>
                  <a:lnTo>
                    <a:pt x="2625744" y="6229102"/>
                  </a:lnTo>
                  <a:lnTo>
                    <a:pt x="2557550" y="6232418"/>
                  </a:lnTo>
                  <a:lnTo>
                    <a:pt x="2482885" y="6235408"/>
                  </a:lnTo>
                  <a:lnTo>
                    <a:pt x="2401279" y="6238108"/>
                  </a:lnTo>
                  <a:lnTo>
                    <a:pt x="2312627" y="6240547"/>
                  </a:lnTo>
                  <a:lnTo>
                    <a:pt x="2217369" y="6242745"/>
                  </a:lnTo>
                  <a:lnTo>
                    <a:pt x="2116677" y="6244711"/>
                  </a:lnTo>
                  <a:lnTo>
                    <a:pt x="2012624" y="6246449"/>
                  </a:lnTo>
                  <a:lnTo>
                    <a:pt x="1908255" y="6247956"/>
                  </a:lnTo>
                  <a:lnTo>
                    <a:pt x="1807475" y="6249226"/>
                  </a:lnTo>
                  <a:lnTo>
                    <a:pt x="1714688" y="6250256"/>
                  </a:lnTo>
                  <a:lnTo>
                    <a:pt x="1634181" y="6251050"/>
                  </a:lnTo>
                  <a:lnTo>
                    <a:pt x="1569353" y="6251622"/>
                  </a:lnTo>
                  <a:lnTo>
                    <a:pt x="1522002" y="6251998"/>
                  </a:lnTo>
                  <a:lnTo>
                    <a:pt x="1491868" y="6252213"/>
                  </a:lnTo>
                  <a:lnTo>
                    <a:pt x="1476548" y="6252313"/>
                  </a:lnTo>
                  <a:lnTo>
                    <a:pt x="1471701" y="6252341"/>
                  </a:lnTo>
                  <a:lnTo>
                    <a:pt x="1471387" y="6252343"/>
                  </a:lnTo>
                  <a:lnTo>
                    <a:pt x="0" y="625234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76" name="pg1676"/>
            <p:cNvSpPr/>
            <p:nvPr/>
          </p:nvSpPr>
          <p:spPr>
            <a:xfrm>
              <a:off x="4799595" y="4603812"/>
              <a:ext cx="11981298" cy="5247064"/>
            </a:xfrm>
            <a:custGeom>
              <a:avLst/>
              <a:pathLst>
                <a:path w="11981298" h="5247064">
                  <a:moveTo>
                    <a:pt x="0" y="5247064"/>
                  </a:moveTo>
                  <a:lnTo>
                    <a:pt x="1471387" y="5247064"/>
                  </a:lnTo>
                  <a:lnTo>
                    <a:pt x="1472624" y="5247058"/>
                  </a:lnTo>
                  <a:lnTo>
                    <a:pt x="1480742" y="5247016"/>
                  </a:lnTo>
                  <a:lnTo>
                    <a:pt x="1501152" y="5246899"/>
                  </a:lnTo>
                  <a:lnTo>
                    <a:pt x="1537512" y="5246668"/>
                  </a:lnTo>
                  <a:lnTo>
                    <a:pt x="1591441" y="5246289"/>
                  </a:lnTo>
                  <a:lnTo>
                    <a:pt x="1662406" y="5245733"/>
                  </a:lnTo>
                  <a:lnTo>
                    <a:pt x="1747943" y="5244982"/>
                  </a:lnTo>
                  <a:lnTo>
                    <a:pt x="1844228" y="5244027"/>
                  </a:lnTo>
                  <a:lnTo>
                    <a:pt x="1946848" y="5242868"/>
                  </a:lnTo>
                  <a:lnTo>
                    <a:pt x="2051523" y="5241509"/>
                  </a:lnTo>
                  <a:lnTo>
                    <a:pt x="2154638" y="5239954"/>
                  </a:lnTo>
                  <a:lnTo>
                    <a:pt x="2253507" y="5238204"/>
                  </a:lnTo>
                  <a:lnTo>
                    <a:pt x="2346409" y="5236254"/>
                  </a:lnTo>
                  <a:lnTo>
                    <a:pt x="2432464" y="5234093"/>
                  </a:lnTo>
                  <a:lnTo>
                    <a:pt x="2511458" y="5231701"/>
                  </a:lnTo>
                  <a:lnTo>
                    <a:pt x="2583651" y="5229052"/>
                  </a:lnTo>
                  <a:lnTo>
                    <a:pt x="2649609" y="5226110"/>
                  </a:lnTo>
                  <a:lnTo>
                    <a:pt x="2710081" y="5222837"/>
                  </a:lnTo>
                  <a:lnTo>
                    <a:pt x="2765902" y="5219191"/>
                  </a:lnTo>
                  <a:lnTo>
                    <a:pt x="2817923" y="5215130"/>
                  </a:lnTo>
                  <a:lnTo>
                    <a:pt x="2866959" y="5210624"/>
                  </a:lnTo>
                  <a:lnTo>
                    <a:pt x="2896531" y="5207562"/>
                  </a:lnTo>
                  <a:lnTo>
                    <a:pt x="2952379" y="5201052"/>
                  </a:lnTo>
                  <a:lnTo>
                    <a:pt x="3006398" y="5193832"/>
                  </a:lnTo>
                  <a:lnTo>
                    <a:pt x="3059327" y="5185895"/>
                  </a:lnTo>
                  <a:lnTo>
                    <a:pt x="3111693" y="5177260"/>
                  </a:lnTo>
                  <a:lnTo>
                    <a:pt x="3163849" y="5167979"/>
                  </a:lnTo>
                  <a:lnTo>
                    <a:pt x="3216008" y="5158136"/>
                  </a:lnTo>
                  <a:lnTo>
                    <a:pt x="3268268" y="5147848"/>
                  </a:lnTo>
                  <a:lnTo>
                    <a:pt x="3320638" y="5137257"/>
                  </a:lnTo>
                  <a:lnTo>
                    <a:pt x="3373069" y="5126528"/>
                  </a:lnTo>
                  <a:lnTo>
                    <a:pt x="3425486" y="5115831"/>
                  </a:lnTo>
                  <a:lnTo>
                    <a:pt x="3477817" y="5105336"/>
                  </a:lnTo>
                  <a:lnTo>
                    <a:pt x="3530034" y="5095201"/>
                  </a:lnTo>
                  <a:lnTo>
                    <a:pt x="3582175" y="5085558"/>
                  </a:lnTo>
                  <a:lnTo>
                    <a:pt x="3634378" y="5076512"/>
                  </a:lnTo>
                  <a:lnTo>
                    <a:pt x="3686906" y="5068137"/>
                  </a:lnTo>
                  <a:lnTo>
                    <a:pt x="3740174" y="5060470"/>
                  </a:lnTo>
                  <a:lnTo>
                    <a:pt x="3794784" y="5053521"/>
                  </a:lnTo>
                  <a:lnTo>
                    <a:pt x="3829811" y="5049550"/>
                  </a:lnTo>
                  <a:lnTo>
                    <a:pt x="3877351" y="5044756"/>
                  </a:lnTo>
                  <a:lnTo>
                    <a:pt x="3927408" y="5040418"/>
                  </a:lnTo>
                  <a:lnTo>
                    <a:pt x="3980747" y="5036516"/>
                  </a:lnTo>
                  <a:lnTo>
                    <a:pt x="4038201" y="5033014"/>
                  </a:lnTo>
                  <a:lnTo>
                    <a:pt x="4100622" y="5029870"/>
                  </a:lnTo>
                  <a:lnTo>
                    <a:pt x="4168823" y="5027041"/>
                  </a:lnTo>
                  <a:lnTo>
                    <a:pt x="4243496" y="5024491"/>
                  </a:lnTo>
                  <a:lnTo>
                    <a:pt x="4325112" y="5022188"/>
                  </a:lnTo>
                  <a:lnTo>
                    <a:pt x="4413774" y="5020107"/>
                  </a:lnTo>
                  <a:lnTo>
                    <a:pt x="4509043" y="5018233"/>
                  </a:lnTo>
                  <a:lnTo>
                    <a:pt x="4609746" y="5016556"/>
                  </a:lnTo>
                  <a:lnTo>
                    <a:pt x="4713808" y="5015074"/>
                  </a:lnTo>
                  <a:lnTo>
                    <a:pt x="4818184" y="5013788"/>
                  </a:lnTo>
                  <a:lnTo>
                    <a:pt x="4918966" y="5012705"/>
                  </a:lnTo>
                  <a:lnTo>
                    <a:pt x="5011748" y="5011827"/>
                  </a:lnTo>
                  <a:lnTo>
                    <a:pt x="5092246" y="5011149"/>
                  </a:lnTo>
                  <a:lnTo>
                    <a:pt x="5157058" y="5010662"/>
                  </a:lnTo>
                  <a:lnTo>
                    <a:pt x="5204390" y="5010342"/>
                  </a:lnTo>
                  <a:lnTo>
                    <a:pt x="5234504" y="5010158"/>
                  </a:lnTo>
                  <a:lnTo>
                    <a:pt x="5249807" y="5010073"/>
                  </a:lnTo>
                  <a:lnTo>
                    <a:pt x="5254643" y="5010049"/>
                  </a:lnTo>
                  <a:lnTo>
                    <a:pt x="5254955" y="5010047"/>
                  </a:lnTo>
                  <a:lnTo>
                    <a:pt x="6726343" y="5010047"/>
                  </a:lnTo>
                  <a:lnTo>
                    <a:pt x="6727223" y="5009959"/>
                  </a:lnTo>
                  <a:lnTo>
                    <a:pt x="6733041" y="5009329"/>
                  </a:lnTo>
                  <a:lnTo>
                    <a:pt x="6747815" y="5007588"/>
                  </a:lnTo>
                  <a:lnTo>
                    <a:pt x="6774495" y="5004156"/>
                  </a:lnTo>
                  <a:lnTo>
                    <a:pt x="6814800" y="4998479"/>
                  </a:lnTo>
                  <a:lnTo>
                    <a:pt x="6869098" y="4990077"/>
                  </a:lnTo>
                  <a:lnTo>
                    <a:pt x="6936422" y="4978583"/>
                  </a:lnTo>
                  <a:lnTo>
                    <a:pt x="7014688" y="4963767"/>
                  </a:lnTo>
                  <a:lnTo>
                    <a:pt x="7101058" y="4945529"/>
                  </a:lnTo>
                  <a:lnTo>
                    <a:pt x="7192388" y="4923873"/>
                  </a:lnTo>
                  <a:lnTo>
                    <a:pt x="7285630" y="4898856"/>
                  </a:lnTo>
                  <a:lnTo>
                    <a:pt x="7378139" y="4870547"/>
                  </a:lnTo>
                  <a:lnTo>
                    <a:pt x="7467838" y="4838978"/>
                  </a:lnTo>
                  <a:lnTo>
                    <a:pt x="7553269" y="4804114"/>
                  </a:lnTo>
                  <a:lnTo>
                    <a:pt x="7633547" y="4765829"/>
                  </a:lnTo>
                  <a:lnTo>
                    <a:pt x="7708267" y="4723901"/>
                  </a:lnTo>
                  <a:lnTo>
                    <a:pt x="7777398" y="4678002"/>
                  </a:lnTo>
                  <a:lnTo>
                    <a:pt x="7841180" y="4627708"/>
                  </a:lnTo>
                  <a:lnTo>
                    <a:pt x="7900031" y="4572503"/>
                  </a:lnTo>
                  <a:lnTo>
                    <a:pt x="7954480" y="4511802"/>
                  </a:lnTo>
                  <a:lnTo>
                    <a:pt x="8005114" y="4444975"/>
                  </a:lnTo>
                  <a:lnTo>
                    <a:pt x="8052537" y="4371395"/>
                  </a:lnTo>
                  <a:lnTo>
                    <a:pt x="8097341" y="4290520"/>
                  </a:lnTo>
                  <a:lnTo>
                    <a:pt x="8140070" y="4202009"/>
                  </a:lnTo>
                  <a:lnTo>
                    <a:pt x="8151487" y="4176402"/>
                  </a:lnTo>
                  <a:lnTo>
                    <a:pt x="8180969" y="4106408"/>
                  </a:lnTo>
                  <a:lnTo>
                    <a:pt x="8209835" y="4032389"/>
                  </a:lnTo>
                  <a:lnTo>
                    <a:pt x="8238217" y="3954264"/>
                  </a:lnTo>
                  <a:lnTo>
                    <a:pt x="8266224" y="3871992"/>
                  </a:lnTo>
                  <a:lnTo>
                    <a:pt x="8293953" y="3785573"/>
                  </a:lnTo>
                  <a:lnTo>
                    <a:pt x="8321482" y="3695051"/>
                  </a:lnTo>
                  <a:lnTo>
                    <a:pt x="8348875" y="3600522"/>
                  </a:lnTo>
                  <a:lnTo>
                    <a:pt x="8376185" y="3502130"/>
                  </a:lnTo>
                  <a:lnTo>
                    <a:pt x="8403453" y="3400073"/>
                  </a:lnTo>
                  <a:lnTo>
                    <a:pt x="8430710" y="3294601"/>
                  </a:lnTo>
                  <a:lnTo>
                    <a:pt x="8457979" y="3186016"/>
                  </a:lnTo>
                  <a:lnTo>
                    <a:pt x="8485273" y="3074669"/>
                  </a:lnTo>
                  <a:lnTo>
                    <a:pt x="8512598" y="2960956"/>
                  </a:lnTo>
                  <a:lnTo>
                    <a:pt x="8539956" y="2845315"/>
                  </a:lnTo>
                  <a:lnTo>
                    <a:pt x="8567342" y="2728217"/>
                  </a:lnTo>
                  <a:lnTo>
                    <a:pt x="8594747" y="2610159"/>
                  </a:lnTo>
                  <a:lnTo>
                    <a:pt x="8622163" y="2491656"/>
                  </a:lnTo>
                  <a:lnTo>
                    <a:pt x="8649577" y="2373229"/>
                  </a:lnTo>
                  <a:lnTo>
                    <a:pt x="8676978" y="2255401"/>
                  </a:lnTo>
                  <a:lnTo>
                    <a:pt x="8704356" y="2138682"/>
                  </a:lnTo>
                  <a:lnTo>
                    <a:pt x="8731704" y="2023561"/>
                  </a:lnTo>
                  <a:lnTo>
                    <a:pt x="8759020" y="1910501"/>
                  </a:lnTo>
                  <a:lnTo>
                    <a:pt x="8786305" y="1799928"/>
                  </a:lnTo>
                  <a:lnTo>
                    <a:pt x="8813569" y="1692225"/>
                  </a:lnTo>
                  <a:lnTo>
                    <a:pt x="8840827" y="1587729"/>
                  </a:lnTo>
                  <a:lnTo>
                    <a:pt x="8868104" y="1486728"/>
                  </a:lnTo>
                  <a:lnTo>
                    <a:pt x="8895434" y="1389455"/>
                  </a:lnTo>
                  <a:lnTo>
                    <a:pt x="8922861" y="1296093"/>
                  </a:lnTo>
                  <a:lnTo>
                    <a:pt x="8950441" y="1206772"/>
                  </a:lnTo>
                  <a:lnTo>
                    <a:pt x="8978243" y="1121571"/>
                  </a:lnTo>
                  <a:lnTo>
                    <a:pt x="9006350" y="1040522"/>
                  </a:lnTo>
                  <a:lnTo>
                    <a:pt x="9034861" y="963613"/>
                  </a:lnTo>
                  <a:lnTo>
                    <a:pt x="9063894" y="890789"/>
                  </a:lnTo>
                  <a:lnTo>
                    <a:pt x="9084767" y="841818"/>
                  </a:lnTo>
                  <a:lnTo>
                    <a:pt x="9127013" y="751199"/>
                  </a:lnTo>
                  <a:lnTo>
                    <a:pt x="9171196" y="668252"/>
                  </a:lnTo>
                  <a:lnTo>
                    <a:pt x="9217844" y="592721"/>
                  </a:lnTo>
                  <a:lnTo>
                    <a:pt x="9267538" y="524102"/>
                  </a:lnTo>
                  <a:lnTo>
                    <a:pt x="9320881" y="461785"/>
                  </a:lnTo>
                  <a:lnTo>
                    <a:pt x="9378469" y="405135"/>
                  </a:lnTo>
                  <a:lnTo>
                    <a:pt x="9440851" y="353549"/>
                  </a:lnTo>
                  <a:lnTo>
                    <a:pt x="9508483" y="306491"/>
                  </a:lnTo>
                  <a:lnTo>
                    <a:pt x="9581661" y="263511"/>
                  </a:lnTo>
                  <a:lnTo>
                    <a:pt x="9660437" y="224254"/>
                  </a:lnTo>
                  <a:lnTo>
                    <a:pt x="9744521" y="188469"/>
                  </a:lnTo>
                  <a:lnTo>
                    <a:pt x="9833170" y="156003"/>
                  </a:lnTo>
                  <a:lnTo>
                    <a:pt x="9925089" y="126800"/>
                  </a:lnTo>
                  <a:lnTo>
                    <a:pt x="10018371" y="100875"/>
                  </a:lnTo>
                  <a:lnTo>
                    <a:pt x="10110516" y="78290"/>
                  </a:lnTo>
                  <a:lnTo>
                    <a:pt x="10198562" y="59111"/>
                  </a:lnTo>
                  <a:lnTo>
                    <a:pt x="10279353" y="43362"/>
                  </a:lnTo>
                  <a:lnTo>
                    <a:pt x="10349923" y="30974"/>
                  </a:lnTo>
                  <a:lnTo>
                    <a:pt x="10407941" y="21755"/>
                  </a:lnTo>
                  <a:lnTo>
                    <a:pt x="10452105" y="15375"/>
                  </a:lnTo>
                  <a:lnTo>
                    <a:pt x="10482405" y="11380"/>
                  </a:lnTo>
                  <a:lnTo>
                    <a:pt x="10500198" y="9233"/>
                  </a:lnTo>
                  <a:lnTo>
                    <a:pt x="10508114" y="8356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9030" y="88"/>
                  </a:lnTo>
                  <a:lnTo>
                    <a:pt x="10503212" y="718"/>
                  </a:lnTo>
                  <a:lnTo>
                    <a:pt x="10488438" y="2459"/>
                  </a:lnTo>
                  <a:lnTo>
                    <a:pt x="10461759" y="5891"/>
                  </a:lnTo>
                  <a:lnTo>
                    <a:pt x="10421453" y="11568"/>
                  </a:lnTo>
                  <a:lnTo>
                    <a:pt x="10367155" y="19970"/>
                  </a:lnTo>
                  <a:lnTo>
                    <a:pt x="10299831" y="31464"/>
                  </a:lnTo>
                  <a:lnTo>
                    <a:pt x="10221566" y="46280"/>
                  </a:lnTo>
                  <a:lnTo>
                    <a:pt x="10135195" y="64518"/>
                  </a:lnTo>
                  <a:lnTo>
                    <a:pt x="10043865" y="86174"/>
                  </a:lnTo>
                  <a:lnTo>
                    <a:pt x="9950623" y="111191"/>
                  </a:lnTo>
                  <a:lnTo>
                    <a:pt x="9858114" y="139500"/>
                  </a:lnTo>
                  <a:lnTo>
                    <a:pt x="9768415" y="171069"/>
                  </a:lnTo>
                  <a:lnTo>
                    <a:pt x="9682984" y="205933"/>
                  </a:lnTo>
                  <a:lnTo>
                    <a:pt x="9602706" y="244218"/>
                  </a:lnTo>
                  <a:lnTo>
                    <a:pt x="9527986" y="286146"/>
                  </a:lnTo>
                  <a:lnTo>
                    <a:pt x="9458855" y="332045"/>
                  </a:lnTo>
                  <a:lnTo>
                    <a:pt x="9395073" y="382339"/>
                  </a:lnTo>
                  <a:lnTo>
                    <a:pt x="9336222" y="437544"/>
                  </a:lnTo>
                  <a:lnTo>
                    <a:pt x="9281773" y="498245"/>
                  </a:lnTo>
                  <a:lnTo>
                    <a:pt x="9231139" y="565072"/>
                  </a:lnTo>
                  <a:lnTo>
                    <a:pt x="9183716" y="638652"/>
                  </a:lnTo>
                  <a:lnTo>
                    <a:pt x="9138913" y="719527"/>
                  </a:lnTo>
                  <a:lnTo>
                    <a:pt x="9096184" y="808038"/>
                  </a:lnTo>
                  <a:lnTo>
                    <a:pt x="9084767" y="833645"/>
                  </a:lnTo>
                  <a:lnTo>
                    <a:pt x="9055284" y="903639"/>
                  </a:lnTo>
                  <a:lnTo>
                    <a:pt x="9026418" y="977658"/>
                  </a:lnTo>
                  <a:lnTo>
                    <a:pt x="8998037" y="1055782"/>
                  </a:lnTo>
                  <a:lnTo>
                    <a:pt x="8970029" y="1138055"/>
                  </a:lnTo>
                  <a:lnTo>
                    <a:pt x="8942300" y="1224474"/>
                  </a:lnTo>
                  <a:lnTo>
                    <a:pt x="8914772" y="1314996"/>
                  </a:lnTo>
                  <a:lnTo>
                    <a:pt x="8887379" y="1409525"/>
                  </a:lnTo>
                  <a:lnTo>
                    <a:pt x="8860069" y="1507917"/>
                  </a:lnTo>
                  <a:lnTo>
                    <a:pt x="8832800" y="1609974"/>
                  </a:lnTo>
                  <a:lnTo>
                    <a:pt x="8805543" y="1715446"/>
                  </a:lnTo>
                  <a:lnTo>
                    <a:pt x="8778274" y="1824031"/>
                  </a:lnTo>
                  <a:lnTo>
                    <a:pt x="8750980" y="1935378"/>
                  </a:lnTo>
                  <a:lnTo>
                    <a:pt x="8723655" y="2049091"/>
                  </a:lnTo>
                  <a:lnTo>
                    <a:pt x="8696297" y="2164732"/>
                  </a:lnTo>
                  <a:lnTo>
                    <a:pt x="8668911" y="2281830"/>
                  </a:lnTo>
                  <a:lnTo>
                    <a:pt x="8641506" y="2399888"/>
                  </a:lnTo>
                  <a:lnTo>
                    <a:pt x="8614090" y="2518391"/>
                  </a:lnTo>
                  <a:lnTo>
                    <a:pt x="8586676" y="2636818"/>
                  </a:lnTo>
                  <a:lnTo>
                    <a:pt x="8559276" y="2754646"/>
                  </a:lnTo>
                  <a:lnTo>
                    <a:pt x="8531898" y="2871365"/>
                  </a:lnTo>
                  <a:lnTo>
                    <a:pt x="8504549" y="2986486"/>
                  </a:lnTo>
                  <a:lnTo>
                    <a:pt x="8477233" y="3099546"/>
                  </a:lnTo>
                  <a:lnTo>
                    <a:pt x="8449948" y="3210119"/>
                  </a:lnTo>
                  <a:lnTo>
                    <a:pt x="8422684" y="3317822"/>
                  </a:lnTo>
                  <a:lnTo>
                    <a:pt x="8395426" y="3422318"/>
                  </a:lnTo>
                  <a:lnTo>
                    <a:pt x="8368149" y="3523319"/>
                  </a:lnTo>
                  <a:lnTo>
                    <a:pt x="8340820" y="3620592"/>
                  </a:lnTo>
                  <a:lnTo>
                    <a:pt x="8313393" y="3713954"/>
                  </a:lnTo>
                  <a:lnTo>
                    <a:pt x="8285813" y="3803275"/>
                  </a:lnTo>
                  <a:lnTo>
                    <a:pt x="8258010" y="3888476"/>
                  </a:lnTo>
                  <a:lnTo>
                    <a:pt x="8229903" y="3969525"/>
                  </a:lnTo>
                  <a:lnTo>
                    <a:pt x="8201392" y="4046434"/>
                  </a:lnTo>
                  <a:lnTo>
                    <a:pt x="8172359" y="4119258"/>
                  </a:lnTo>
                  <a:lnTo>
                    <a:pt x="8151487" y="4168229"/>
                  </a:lnTo>
                  <a:lnTo>
                    <a:pt x="8109240" y="4258848"/>
                  </a:lnTo>
                  <a:lnTo>
                    <a:pt x="8065057" y="4341795"/>
                  </a:lnTo>
                  <a:lnTo>
                    <a:pt x="8018409" y="4417326"/>
                  </a:lnTo>
                  <a:lnTo>
                    <a:pt x="7968716" y="4485944"/>
                  </a:lnTo>
                  <a:lnTo>
                    <a:pt x="7915372" y="4548262"/>
                  </a:lnTo>
                  <a:lnTo>
                    <a:pt x="7857784" y="4604912"/>
                  </a:lnTo>
                  <a:lnTo>
                    <a:pt x="7795402" y="4656498"/>
                  </a:lnTo>
                  <a:lnTo>
                    <a:pt x="7727770" y="4703556"/>
                  </a:lnTo>
                  <a:lnTo>
                    <a:pt x="7654592" y="4746536"/>
                  </a:lnTo>
                  <a:lnTo>
                    <a:pt x="7575816" y="4785793"/>
                  </a:lnTo>
                  <a:lnTo>
                    <a:pt x="7491732" y="4821578"/>
                  </a:lnTo>
                  <a:lnTo>
                    <a:pt x="7403083" y="4854044"/>
                  </a:lnTo>
                  <a:lnTo>
                    <a:pt x="7311164" y="4883247"/>
                  </a:lnTo>
                  <a:lnTo>
                    <a:pt x="7217882" y="4909172"/>
                  </a:lnTo>
                  <a:lnTo>
                    <a:pt x="7125737" y="4931757"/>
                  </a:lnTo>
                  <a:lnTo>
                    <a:pt x="7037691" y="4950936"/>
                  </a:lnTo>
                  <a:lnTo>
                    <a:pt x="6956901" y="4966685"/>
                  </a:lnTo>
                  <a:lnTo>
                    <a:pt x="6886330" y="4979073"/>
                  </a:lnTo>
                  <a:lnTo>
                    <a:pt x="6828312" y="4988292"/>
                  </a:lnTo>
                  <a:lnTo>
                    <a:pt x="6784148" y="4994672"/>
                  </a:lnTo>
                  <a:lnTo>
                    <a:pt x="6753848" y="4998667"/>
                  </a:lnTo>
                  <a:lnTo>
                    <a:pt x="6736055" y="5000814"/>
                  </a:lnTo>
                  <a:lnTo>
                    <a:pt x="6728139" y="5001691"/>
                  </a:lnTo>
                  <a:lnTo>
                    <a:pt x="6726343" y="5001874"/>
                  </a:lnTo>
                  <a:lnTo>
                    <a:pt x="5254955" y="5001874"/>
                  </a:lnTo>
                  <a:lnTo>
                    <a:pt x="5253718" y="5001880"/>
                  </a:lnTo>
                  <a:lnTo>
                    <a:pt x="5245600" y="5001923"/>
                  </a:lnTo>
                  <a:lnTo>
                    <a:pt x="5225190" y="5002040"/>
                  </a:lnTo>
                  <a:lnTo>
                    <a:pt x="5188831" y="5002270"/>
                  </a:lnTo>
                  <a:lnTo>
                    <a:pt x="5134901" y="5002650"/>
                  </a:lnTo>
                  <a:lnTo>
                    <a:pt x="5063936" y="5003206"/>
                  </a:lnTo>
                  <a:lnTo>
                    <a:pt x="4978400" y="5003957"/>
                  </a:lnTo>
                  <a:lnTo>
                    <a:pt x="4882114" y="5004912"/>
                  </a:lnTo>
                  <a:lnTo>
                    <a:pt x="4779494" y="5006071"/>
                  </a:lnTo>
                  <a:lnTo>
                    <a:pt x="4674819" y="5007430"/>
                  </a:lnTo>
                  <a:lnTo>
                    <a:pt x="4571704" y="5008985"/>
                  </a:lnTo>
                  <a:lnTo>
                    <a:pt x="4472835" y="5010735"/>
                  </a:lnTo>
                  <a:lnTo>
                    <a:pt x="4379933" y="5012685"/>
                  </a:lnTo>
                  <a:lnTo>
                    <a:pt x="4293878" y="5014846"/>
                  </a:lnTo>
                  <a:lnTo>
                    <a:pt x="4214884" y="5017238"/>
                  </a:lnTo>
                  <a:lnTo>
                    <a:pt x="4142691" y="5019887"/>
                  </a:lnTo>
                  <a:lnTo>
                    <a:pt x="4076733" y="5022829"/>
                  </a:lnTo>
                  <a:lnTo>
                    <a:pt x="4016261" y="5026102"/>
                  </a:lnTo>
                  <a:lnTo>
                    <a:pt x="3960440" y="5029748"/>
                  </a:lnTo>
                  <a:lnTo>
                    <a:pt x="3908419" y="5033809"/>
                  </a:lnTo>
                  <a:lnTo>
                    <a:pt x="3859383" y="5038315"/>
                  </a:lnTo>
                  <a:lnTo>
                    <a:pt x="3829811" y="5041377"/>
                  </a:lnTo>
                  <a:lnTo>
                    <a:pt x="3773963" y="5047887"/>
                  </a:lnTo>
                  <a:lnTo>
                    <a:pt x="3719944" y="5055107"/>
                  </a:lnTo>
                  <a:lnTo>
                    <a:pt x="3667015" y="5063044"/>
                  </a:lnTo>
                  <a:lnTo>
                    <a:pt x="3614649" y="5071679"/>
                  </a:lnTo>
                  <a:lnTo>
                    <a:pt x="3562493" y="5080960"/>
                  </a:lnTo>
                  <a:lnTo>
                    <a:pt x="3510334" y="5090803"/>
                  </a:lnTo>
                  <a:lnTo>
                    <a:pt x="3458074" y="5101091"/>
                  </a:lnTo>
                  <a:lnTo>
                    <a:pt x="3405704" y="5111682"/>
                  </a:lnTo>
                  <a:lnTo>
                    <a:pt x="3353273" y="5122411"/>
                  </a:lnTo>
                  <a:lnTo>
                    <a:pt x="3300857" y="5133108"/>
                  </a:lnTo>
                  <a:lnTo>
                    <a:pt x="3248525" y="5143602"/>
                  </a:lnTo>
                  <a:lnTo>
                    <a:pt x="3196308" y="5153738"/>
                  </a:lnTo>
                  <a:lnTo>
                    <a:pt x="3144167" y="5163381"/>
                  </a:lnTo>
                  <a:lnTo>
                    <a:pt x="3091964" y="5172427"/>
                  </a:lnTo>
                  <a:lnTo>
                    <a:pt x="3039436" y="5180802"/>
                  </a:lnTo>
                  <a:lnTo>
                    <a:pt x="2986168" y="5188469"/>
                  </a:lnTo>
                  <a:lnTo>
                    <a:pt x="2931558" y="5195418"/>
                  </a:lnTo>
                  <a:lnTo>
                    <a:pt x="2896531" y="5199389"/>
                  </a:lnTo>
                  <a:lnTo>
                    <a:pt x="2848991" y="5204183"/>
                  </a:lnTo>
                  <a:lnTo>
                    <a:pt x="2798934" y="5208521"/>
                  </a:lnTo>
                  <a:lnTo>
                    <a:pt x="2745595" y="5212423"/>
                  </a:lnTo>
                  <a:lnTo>
                    <a:pt x="2688142" y="5215925"/>
                  </a:lnTo>
                  <a:lnTo>
                    <a:pt x="2625720" y="5219069"/>
                  </a:lnTo>
                  <a:lnTo>
                    <a:pt x="2557519" y="5221898"/>
                  </a:lnTo>
                  <a:lnTo>
                    <a:pt x="2482846" y="5224448"/>
                  </a:lnTo>
                  <a:lnTo>
                    <a:pt x="2401230" y="5226751"/>
                  </a:lnTo>
                  <a:lnTo>
                    <a:pt x="2312568" y="5228832"/>
                  </a:lnTo>
                  <a:lnTo>
                    <a:pt x="2217299" y="5230706"/>
                  </a:lnTo>
                  <a:lnTo>
                    <a:pt x="2116596" y="5232383"/>
                  </a:lnTo>
                  <a:lnTo>
                    <a:pt x="2012534" y="5233865"/>
                  </a:lnTo>
                  <a:lnTo>
                    <a:pt x="1908158" y="5235150"/>
                  </a:lnTo>
                  <a:lnTo>
                    <a:pt x="1807377" y="5236234"/>
                  </a:lnTo>
                  <a:lnTo>
                    <a:pt x="1714594" y="5237112"/>
                  </a:lnTo>
                  <a:lnTo>
                    <a:pt x="1634097" y="5237789"/>
                  </a:lnTo>
                  <a:lnTo>
                    <a:pt x="1569284" y="5238277"/>
                  </a:lnTo>
                  <a:lnTo>
                    <a:pt x="1521952" y="5238597"/>
                  </a:lnTo>
                  <a:lnTo>
                    <a:pt x="1491838" y="5238781"/>
                  </a:lnTo>
                  <a:lnTo>
                    <a:pt x="1476535" y="5238866"/>
                  </a:lnTo>
                  <a:lnTo>
                    <a:pt x="1471699" y="5238890"/>
                  </a:lnTo>
                  <a:lnTo>
                    <a:pt x="1471387" y="5238891"/>
                  </a:lnTo>
                  <a:lnTo>
                    <a:pt x="0" y="5238891"/>
                  </a:lnTo>
                  <a:close/>
                </a:path>
              </a:pathLst>
            </a:custGeom>
            <a:solidFill>
              <a:srgbClr val="D9B26F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677" name="pl1677"/>
            <p:cNvSpPr/>
            <p:nvPr/>
          </p:nvSpPr>
          <p:spPr>
            <a:xfrm>
              <a:off x="4799595" y="4611985"/>
              <a:ext cx="11981298" cy="5238891"/>
            </a:xfrm>
            <a:custGeom>
              <a:avLst/>
              <a:pathLst>
                <a:path w="11981298" h="5238891">
                  <a:moveTo>
                    <a:pt x="0" y="5238891"/>
                  </a:moveTo>
                  <a:lnTo>
                    <a:pt x="1471387" y="5238891"/>
                  </a:lnTo>
                  <a:lnTo>
                    <a:pt x="1472624" y="5238885"/>
                  </a:lnTo>
                  <a:lnTo>
                    <a:pt x="1480742" y="5238843"/>
                  </a:lnTo>
                  <a:lnTo>
                    <a:pt x="1501152" y="5238726"/>
                  </a:lnTo>
                  <a:lnTo>
                    <a:pt x="1537512" y="5238495"/>
                  </a:lnTo>
                  <a:lnTo>
                    <a:pt x="1591441" y="5238116"/>
                  </a:lnTo>
                  <a:lnTo>
                    <a:pt x="1662406" y="5237560"/>
                  </a:lnTo>
                  <a:lnTo>
                    <a:pt x="1747943" y="5236809"/>
                  </a:lnTo>
                  <a:lnTo>
                    <a:pt x="1844228" y="5235854"/>
                  </a:lnTo>
                  <a:lnTo>
                    <a:pt x="1946848" y="5234695"/>
                  </a:lnTo>
                  <a:lnTo>
                    <a:pt x="2051523" y="5233336"/>
                  </a:lnTo>
                  <a:lnTo>
                    <a:pt x="2154638" y="5231781"/>
                  </a:lnTo>
                  <a:lnTo>
                    <a:pt x="2253507" y="5230031"/>
                  </a:lnTo>
                  <a:lnTo>
                    <a:pt x="2346409" y="5228081"/>
                  </a:lnTo>
                  <a:lnTo>
                    <a:pt x="2432464" y="5225920"/>
                  </a:lnTo>
                  <a:lnTo>
                    <a:pt x="2511458" y="5223528"/>
                  </a:lnTo>
                  <a:lnTo>
                    <a:pt x="2583651" y="5220879"/>
                  </a:lnTo>
                  <a:lnTo>
                    <a:pt x="2649609" y="5217937"/>
                  </a:lnTo>
                  <a:lnTo>
                    <a:pt x="2710081" y="5214664"/>
                  </a:lnTo>
                  <a:lnTo>
                    <a:pt x="2765902" y="5211018"/>
                  </a:lnTo>
                  <a:lnTo>
                    <a:pt x="2817923" y="5206957"/>
                  </a:lnTo>
                  <a:lnTo>
                    <a:pt x="2866959" y="5202451"/>
                  </a:lnTo>
                  <a:lnTo>
                    <a:pt x="2896531" y="5199389"/>
                  </a:lnTo>
                  <a:lnTo>
                    <a:pt x="2952379" y="5192879"/>
                  </a:lnTo>
                  <a:lnTo>
                    <a:pt x="3006398" y="5185659"/>
                  </a:lnTo>
                  <a:lnTo>
                    <a:pt x="3059327" y="5177722"/>
                  </a:lnTo>
                  <a:lnTo>
                    <a:pt x="3111693" y="5169087"/>
                  </a:lnTo>
                  <a:lnTo>
                    <a:pt x="3163849" y="5159806"/>
                  </a:lnTo>
                  <a:lnTo>
                    <a:pt x="3216008" y="5149963"/>
                  </a:lnTo>
                  <a:lnTo>
                    <a:pt x="3268268" y="5139675"/>
                  </a:lnTo>
                  <a:lnTo>
                    <a:pt x="3320638" y="5129084"/>
                  </a:lnTo>
                  <a:lnTo>
                    <a:pt x="3373069" y="5118355"/>
                  </a:lnTo>
                  <a:lnTo>
                    <a:pt x="3425486" y="5107658"/>
                  </a:lnTo>
                  <a:lnTo>
                    <a:pt x="3477817" y="5097163"/>
                  </a:lnTo>
                  <a:lnTo>
                    <a:pt x="3530034" y="5087028"/>
                  </a:lnTo>
                  <a:lnTo>
                    <a:pt x="3582175" y="5077385"/>
                  </a:lnTo>
                  <a:lnTo>
                    <a:pt x="3634378" y="5068339"/>
                  </a:lnTo>
                  <a:lnTo>
                    <a:pt x="3686906" y="5059964"/>
                  </a:lnTo>
                  <a:lnTo>
                    <a:pt x="3740174" y="5052297"/>
                  </a:lnTo>
                  <a:lnTo>
                    <a:pt x="3794784" y="5045348"/>
                  </a:lnTo>
                  <a:lnTo>
                    <a:pt x="3829811" y="5041377"/>
                  </a:lnTo>
                  <a:lnTo>
                    <a:pt x="3877351" y="5036583"/>
                  </a:lnTo>
                  <a:lnTo>
                    <a:pt x="3927408" y="5032245"/>
                  </a:lnTo>
                  <a:lnTo>
                    <a:pt x="3980747" y="5028343"/>
                  </a:lnTo>
                  <a:lnTo>
                    <a:pt x="4038201" y="5024841"/>
                  </a:lnTo>
                  <a:lnTo>
                    <a:pt x="4100622" y="5021697"/>
                  </a:lnTo>
                  <a:lnTo>
                    <a:pt x="4168823" y="5018868"/>
                  </a:lnTo>
                  <a:lnTo>
                    <a:pt x="4243496" y="5016318"/>
                  </a:lnTo>
                  <a:lnTo>
                    <a:pt x="4325112" y="5014015"/>
                  </a:lnTo>
                  <a:lnTo>
                    <a:pt x="4413774" y="5011934"/>
                  </a:lnTo>
                  <a:lnTo>
                    <a:pt x="4509043" y="5010060"/>
                  </a:lnTo>
                  <a:lnTo>
                    <a:pt x="4609746" y="5008383"/>
                  </a:lnTo>
                  <a:lnTo>
                    <a:pt x="4713808" y="5006901"/>
                  </a:lnTo>
                  <a:lnTo>
                    <a:pt x="4818184" y="5005615"/>
                  </a:lnTo>
                  <a:lnTo>
                    <a:pt x="4918966" y="5004532"/>
                  </a:lnTo>
                  <a:lnTo>
                    <a:pt x="5011748" y="5003654"/>
                  </a:lnTo>
                  <a:lnTo>
                    <a:pt x="5092246" y="5002976"/>
                  </a:lnTo>
                  <a:lnTo>
                    <a:pt x="5157058" y="5002489"/>
                  </a:lnTo>
                  <a:lnTo>
                    <a:pt x="5204390" y="5002169"/>
                  </a:lnTo>
                  <a:lnTo>
                    <a:pt x="5234504" y="5001985"/>
                  </a:lnTo>
                  <a:lnTo>
                    <a:pt x="5249807" y="5001900"/>
                  </a:lnTo>
                  <a:lnTo>
                    <a:pt x="5254643" y="5001876"/>
                  </a:lnTo>
                  <a:lnTo>
                    <a:pt x="5254955" y="5001874"/>
                  </a:lnTo>
                  <a:lnTo>
                    <a:pt x="6726343" y="5001874"/>
                  </a:lnTo>
                  <a:lnTo>
                    <a:pt x="6727223" y="5001786"/>
                  </a:lnTo>
                  <a:lnTo>
                    <a:pt x="6733041" y="5001156"/>
                  </a:lnTo>
                  <a:lnTo>
                    <a:pt x="6747815" y="4999415"/>
                  </a:lnTo>
                  <a:lnTo>
                    <a:pt x="6774495" y="4995983"/>
                  </a:lnTo>
                  <a:lnTo>
                    <a:pt x="6814800" y="4990306"/>
                  </a:lnTo>
                  <a:lnTo>
                    <a:pt x="6869098" y="4981904"/>
                  </a:lnTo>
                  <a:lnTo>
                    <a:pt x="6936422" y="4970410"/>
                  </a:lnTo>
                  <a:lnTo>
                    <a:pt x="7014688" y="4955594"/>
                  </a:lnTo>
                  <a:lnTo>
                    <a:pt x="7101058" y="4937356"/>
                  </a:lnTo>
                  <a:lnTo>
                    <a:pt x="7192388" y="4915700"/>
                  </a:lnTo>
                  <a:lnTo>
                    <a:pt x="7285630" y="4890683"/>
                  </a:lnTo>
                  <a:lnTo>
                    <a:pt x="7378139" y="4862374"/>
                  </a:lnTo>
                  <a:lnTo>
                    <a:pt x="7467838" y="4830805"/>
                  </a:lnTo>
                  <a:lnTo>
                    <a:pt x="7553269" y="4795941"/>
                  </a:lnTo>
                  <a:lnTo>
                    <a:pt x="7633547" y="4757656"/>
                  </a:lnTo>
                  <a:lnTo>
                    <a:pt x="7708267" y="4715728"/>
                  </a:lnTo>
                  <a:lnTo>
                    <a:pt x="7777398" y="4669829"/>
                  </a:lnTo>
                  <a:lnTo>
                    <a:pt x="7841180" y="4619535"/>
                  </a:lnTo>
                  <a:lnTo>
                    <a:pt x="7900031" y="4564330"/>
                  </a:lnTo>
                  <a:lnTo>
                    <a:pt x="7954480" y="4503629"/>
                  </a:lnTo>
                  <a:lnTo>
                    <a:pt x="8005114" y="4436802"/>
                  </a:lnTo>
                  <a:lnTo>
                    <a:pt x="8052537" y="4363222"/>
                  </a:lnTo>
                  <a:lnTo>
                    <a:pt x="8097341" y="4282347"/>
                  </a:lnTo>
                  <a:lnTo>
                    <a:pt x="8140070" y="4193836"/>
                  </a:lnTo>
                  <a:lnTo>
                    <a:pt x="8151487" y="4168229"/>
                  </a:lnTo>
                  <a:lnTo>
                    <a:pt x="8180969" y="4098235"/>
                  </a:lnTo>
                  <a:lnTo>
                    <a:pt x="8209835" y="4024216"/>
                  </a:lnTo>
                  <a:lnTo>
                    <a:pt x="8238217" y="3946091"/>
                  </a:lnTo>
                  <a:lnTo>
                    <a:pt x="8266224" y="3863819"/>
                  </a:lnTo>
                  <a:lnTo>
                    <a:pt x="8293953" y="3777400"/>
                  </a:lnTo>
                  <a:lnTo>
                    <a:pt x="8321482" y="3686878"/>
                  </a:lnTo>
                  <a:lnTo>
                    <a:pt x="8348875" y="3592349"/>
                  </a:lnTo>
                  <a:lnTo>
                    <a:pt x="8376185" y="3493957"/>
                  </a:lnTo>
                  <a:lnTo>
                    <a:pt x="8403453" y="3391900"/>
                  </a:lnTo>
                  <a:lnTo>
                    <a:pt x="8430710" y="3286428"/>
                  </a:lnTo>
                  <a:lnTo>
                    <a:pt x="8457979" y="3177843"/>
                  </a:lnTo>
                  <a:lnTo>
                    <a:pt x="8485273" y="3066496"/>
                  </a:lnTo>
                  <a:lnTo>
                    <a:pt x="8512598" y="2952783"/>
                  </a:lnTo>
                  <a:lnTo>
                    <a:pt x="8539956" y="2837142"/>
                  </a:lnTo>
                  <a:lnTo>
                    <a:pt x="8567342" y="2720044"/>
                  </a:lnTo>
                  <a:lnTo>
                    <a:pt x="8594747" y="2601986"/>
                  </a:lnTo>
                  <a:lnTo>
                    <a:pt x="8622163" y="2483483"/>
                  </a:lnTo>
                  <a:lnTo>
                    <a:pt x="8649577" y="2365056"/>
                  </a:lnTo>
                  <a:lnTo>
                    <a:pt x="8676978" y="2247228"/>
                  </a:lnTo>
                  <a:lnTo>
                    <a:pt x="8704356" y="2130509"/>
                  </a:lnTo>
                  <a:lnTo>
                    <a:pt x="8731704" y="2015388"/>
                  </a:lnTo>
                  <a:lnTo>
                    <a:pt x="8759020" y="1902328"/>
                  </a:lnTo>
                  <a:lnTo>
                    <a:pt x="8786305" y="1791755"/>
                  </a:lnTo>
                  <a:lnTo>
                    <a:pt x="8813569" y="1684052"/>
                  </a:lnTo>
                  <a:lnTo>
                    <a:pt x="8840827" y="1579556"/>
                  </a:lnTo>
                  <a:lnTo>
                    <a:pt x="8868104" y="1478555"/>
                  </a:lnTo>
                  <a:lnTo>
                    <a:pt x="8895434" y="1381282"/>
                  </a:lnTo>
                  <a:lnTo>
                    <a:pt x="8922861" y="1287920"/>
                  </a:lnTo>
                  <a:lnTo>
                    <a:pt x="8950441" y="1198599"/>
                  </a:lnTo>
                  <a:lnTo>
                    <a:pt x="8978243" y="1113398"/>
                  </a:lnTo>
                  <a:lnTo>
                    <a:pt x="9006350" y="1032349"/>
                  </a:lnTo>
                  <a:lnTo>
                    <a:pt x="9034861" y="955440"/>
                  </a:lnTo>
                  <a:lnTo>
                    <a:pt x="9063894" y="882616"/>
                  </a:lnTo>
                  <a:lnTo>
                    <a:pt x="9084767" y="833645"/>
                  </a:lnTo>
                  <a:lnTo>
                    <a:pt x="9127013" y="743026"/>
                  </a:lnTo>
                  <a:lnTo>
                    <a:pt x="9171196" y="660079"/>
                  </a:lnTo>
                  <a:lnTo>
                    <a:pt x="9217844" y="584548"/>
                  </a:lnTo>
                  <a:lnTo>
                    <a:pt x="9267538" y="515929"/>
                  </a:lnTo>
                  <a:lnTo>
                    <a:pt x="9320881" y="453612"/>
                  </a:lnTo>
                  <a:lnTo>
                    <a:pt x="9378469" y="396962"/>
                  </a:lnTo>
                  <a:lnTo>
                    <a:pt x="9440851" y="345376"/>
                  </a:lnTo>
                  <a:lnTo>
                    <a:pt x="9508483" y="298318"/>
                  </a:lnTo>
                  <a:lnTo>
                    <a:pt x="9581661" y="255338"/>
                  </a:lnTo>
                  <a:lnTo>
                    <a:pt x="9660437" y="216081"/>
                  </a:lnTo>
                  <a:lnTo>
                    <a:pt x="9744521" y="180296"/>
                  </a:lnTo>
                  <a:lnTo>
                    <a:pt x="9833170" y="147830"/>
                  </a:lnTo>
                  <a:lnTo>
                    <a:pt x="9925089" y="118627"/>
                  </a:lnTo>
                  <a:lnTo>
                    <a:pt x="10018371" y="92702"/>
                  </a:lnTo>
                  <a:lnTo>
                    <a:pt x="10110516" y="70117"/>
                  </a:lnTo>
                  <a:lnTo>
                    <a:pt x="10198562" y="50938"/>
                  </a:lnTo>
                  <a:lnTo>
                    <a:pt x="10279353" y="35189"/>
                  </a:lnTo>
                  <a:lnTo>
                    <a:pt x="10349923" y="22801"/>
                  </a:lnTo>
                  <a:lnTo>
                    <a:pt x="10407941" y="13582"/>
                  </a:lnTo>
                  <a:lnTo>
                    <a:pt x="10452105" y="7202"/>
                  </a:lnTo>
                  <a:lnTo>
                    <a:pt x="10482405" y="3207"/>
                  </a:lnTo>
                  <a:lnTo>
                    <a:pt x="10500198" y="1060"/>
                  </a:lnTo>
                  <a:lnTo>
                    <a:pt x="10508114" y="183"/>
                  </a:lnTo>
                  <a:lnTo>
                    <a:pt x="10509892" y="1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78" name="pl1678"/>
            <p:cNvSpPr/>
            <p:nvPr/>
          </p:nvSpPr>
          <p:spPr>
            <a:xfrm>
              <a:off x="4799595" y="4603812"/>
              <a:ext cx="11981298" cy="5238891"/>
            </a:xfrm>
            <a:custGeom>
              <a:avLst/>
              <a:pathLst>
                <a:path w="11981298" h="5238891">
                  <a:moveTo>
                    <a:pt x="11981298" y="0"/>
                  </a:moveTo>
                  <a:lnTo>
                    <a:pt x="10509911" y="0"/>
                  </a:lnTo>
                  <a:lnTo>
                    <a:pt x="10509030" y="88"/>
                  </a:lnTo>
                  <a:lnTo>
                    <a:pt x="10503212" y="718"/>
                  </a:lnTo>
                  <a:lnTo>
                    <a:pt x="10488438" y="2459"/>
                  </a:lnTo>
                  <a:lnTo>
                    <a:pt x="10461759" y="5891"/>
                  </a:lnTo>
                  <a:lnTo>
                    <a:pt x="10421453" y="11568"/>
                  </a:lnTo>
                  <a:lnTo>
                    <a:pt x="10367155" y="19970"/>
                  </a:lnTo>
                  <a:lnTo>
                    <a:pt x="10299831" y="31464"/>
                  </a:lnTo>
                  <a:lnTo>
                    <a:pt x="10221566" y="46280"/>
                  </a:lnTo>
                  <a:lnTo>
                    <a:pt x="10135195" y="64518"/>
                  </a:lnTo>
                  <a:lnTo>
                    <a:pt x="10043865" y="86174"/>
                  </a:lnTo>
                  <a:lnTo>
                    <a:pt x="9950623" y="111191"/>
                  </a:lnTo>
                  <a:lnTo>
                    <a:pt x="9858114" y="139500"/>
                  </a:lnTo>
                  <a:lnTo>
                    <a:pt x="9768415" y="171069"/>
                  </a:lnTo>
                  <a:lnTo>
                    <a:pt x="9682984" y="205933"/>
                  </a:lnTo>
                  <a:lnTo>
                    <a:pt x="9602706" y="244218"/>
                  </a:lnTo>
                  <a:lnTo>
                    <a:pt x="9527986" y="286146"/>
                  </a:lnTo>
                  <a:lnTo>
                    <a:pt x="9458855" y="332045"/>
                  </a:lnTo>
                  <a:lnTo>
                    <a:pt x="9395073" y="382339"/>
                  </a:lnTo>
                  <a:lnTo>
                    <a:pt x="9336222" y="437544"/>
                  </a:lnTo>
                  <a:lnTo>
                    <a:pt x="9281773" y="498245"/>
                  </a:lnTo>
                  <a:lnTo>
                    <a:pt x="9231139" y="565072"/>
                  </a:lnTo>
                  <a:lnTo>
                    <a:pt x="9183716" y="638652"/>
                  </a:lnTo>
                  <a:lnTo>
                    <a:pt x="9138913" y="719527"/>
                  </a:lnTo>
                  <a:lnTo>
                    <a:pt x="9096184" y="808038"/>
                  </a:lnTo>
                  <a:lnTo>
                    <a:pt x="9084767" y="833645"/>
                  </a:lnTo>
                  <a:lnTo>
                    <a:pt x="9055284" y="903639"/>
                  </a:lnTo>
                  <a:lnTo>
                    <a:pt x="9026418" y="977658"/>
                  </a:lnTo>
                  <a:lnTo>
                    <a:pt x="8998037" y="1055782"/>
                  </a:lnTo>
                  <a:lnTo>
                    <a:pt x="8970029" y="1138055"/>
                  </a:lnTo>
                  <a:lnTo>
                    <a:pt x="8942300" y="1224474"/>
                  </a:lnTo>
                  <a:lnTo>
                    <a:pt x="8914772" y="1314996"/>
                  </a:lnTo>
                  <a:lnTo>
                    <a:pt x="8887379" y="1409525"/>
                  </a:lnTo>
                  <a:lnTo>
                    <a:pt x="8860069" y="1507917"/>
                  </a:lnTo>
                  <a:lnTo>
                    <a:pt x="8832800" y="1609974"/>
                  </a:lnTo>
                  <a:lnTo>
                    <a:pt x="8805543" y="1715446"/>
                  </a:lnTo>
                  <a:lnTo>
                    <a:pt x="8778274" y="1824031"/>
                  </a:lnTo>
                  <a:lnTo>
                    <a:pt x="8750980" y="1935378"/>
                  </a:lnTo>
                  <a:lnTo>
                    <a:pt x="8723655" y="2049091"/>
                  </a:lnTo>
                  <a:lnTo>
                    <a:pt x="8696297" y="2164732"/>
                  </a:lnTo>
                  <a:lnTo>
                    <a:pt x="8668911" y="2281830"/>
                  </a:lnTo>
                  <a:lnTo>
                    <a:pt x="8641506" y="2399888"/>
                  </a:lnTo>
                  <a:lnTo>
                    <a:pt x="8614090" y="2518391"/>
                  </a:lnTo>
                  <a:lnTo>
                    <a:pt x="8586676" y="2636818"/>
                  </a:lnTo>
                  <a:lnTo>
                    <a:pt x="8559276" y="2754646"/>
                  </a:lnTo>
                  <a:lnTo>
                    <a:pt x="8531898" y="2871365"/>
                  </a:lnTo>
                  <a:lnTo>
                    <a:pt x="8504549" y="2986486"/>
                  </a:lnTo>
                  <a:lnTo>
                    <a:pt x="8477233" y="3099546"/>
                  </a:lnTo>
                  <a:lnTo>
                    <a:pt x="8449948" y="3210119"/>
                  </a:lnTo>
                  <a:lnTo>
                    <a:pt x="8422684" y="3317822"/>
                  </a:lnTo>
                  <a:lnTo>
                    <a:pt x="8395426" y="3422318"/>
                  </a:lnTo>
                  <a:lnTo>
                    <a:pt x="8368149" y="3523319"/>
                  </a:lnTo>
                  <a:lnTo>
                    <a:pt x="8340820" y="3620592"/>
                  </a:lnTo>
                  <a:lnTo>
                    <a:pt x="8313393" y="3713954"/>
                  </a:lnTo>
                  <a:lnTo>
                    <a:pt x="8285813" y="3803275"/>
                  </a:lnTo>
                  <a:lnTo>
                    <a:pt x="8258010" y="3888476"/>
                  </a:lnTo>
                  <a:lnTo>
                    <a:pt x="8229903" y="3969525"/>
                  </a:lnTo>
                  <a:lnTo>
                    <a:pt x="8201392" y="4046434"/>
                  </a:lnTo>
                  <a:lnTo>
                    <a:pt x="8172359" y="4119258"/>
                  </a:lnTo>
                  <a:lnTo>
                    <a:pt x="8151487" y="4168229"/>
                  </a:lnTo>
                  <a:lnTo>
                    <a:pt x="8109240" y="4258848"/>
                  </a:lnTo>
                  <a:lnTo>
                    <a:pt x="8065057" y="4341795"/>
                  </a:lnTo>
                  <a:lnTo>
                    <a:pt x="8018409" y="4417326"/>
                  </a:lnTo>
                  <a:lnTo>
                    <a:pt x="7968716" y="4485944"/>
                  </a:lnTo>
                  <a:lnTo>
                    <a:pt x="7915372" y="4548262"/>
                  </a:lnTo>
                  <a:lnTo>
                    <a:pt x="7857784" y="4604912"/>
                  </a:lnTo>
                  <a:lnTo>
                    <a:pt x="7795402" y="4656498"/>
                  </a:lnTo>
                  <a:lnTo>
                    <a:pt x="7727770" y="4703556"/>
                  </a:lnTo>
                  <a:lnTo>
                    <a:pt x="7654592" y="4746536"/>
                  </a:lnTo>
                  <a:lnTo>
                    <a:pt x="7575816" y="4785793"/>
                  </a:lnTo>
                  <a:lnTo>
                    <a:pt x="7491732" y="4821578"/>
                  </a:lnTo>
                  <a:lnTo>
                    <a:pt x="7403083" y="4854044"/>
                  </a:lnTo>
                  <a:lnTo>
                    <a:pt x="7311164" y="4883247"/>
                  </a:lnTo>
                  <a:lnTo>
                    <a:pt x="7217882" y="4909172"/>
                  </a:lnTo>
                  <a:lnTo>
                    <a:pt x="7125737" y="4931757"/>
                  </a:lnTo>
                  <a:lnTo>
                    <a:pt x="7037691" y="4950936"/>
                  </a:lnTo>
                  <a:lnTo>
                    <a:pt x="6956901" y="4966685"/>
                  </a:lnTo>
                  <a:lnTo>
                    <a:pt x="6886330" y="4979073"/>
                  </a:lnTo>
                  <a:lnTo>
                    <a:pt x="6828312" y="4988292"/>
                  </a:lnTo>
                  <a:lnTo>
                    <a:pt x="6784148" y="4994672"/>
                  </a:lnTo>
                  <a:lnTo>
                    <a:pt x="6753848" y="4998667"/>
                  </a:lnTo>
                  <a:lnTo>
                    <a:pt x="6736055" y="5000814"/>
                  </a:lnTo>
                  <a:lnTo>
                    <a:pt x="6728139" y="5001691"/>
                  </a:lnTo>
                  <a:lnTo>
                    <a:pt x="6726361" y="5001873"/>
                  </a:lnTo>
                  <a:lnTo>
                    <a:pt x="6726343" y="5001874"/>
                  </a:lnTo>
                  <a:lnTo>
                    <a:pt x="5254955" y="5001874"/>
                  </a:lnTo>
                  <a:lnTo>
                    <a:pt x="5253718" y="5001880"/>
                  </a:lnTo>
                  <a:lnTo>
                    <a:pt x="5245600" y="5001923"/>
                  </a:lnTo>
                  <a:lnTo>
                    <a:pt x="5225190" y="5002040"/>
                  </a:lnTo>
                  <a:lnTo>
                    <a:pt x="5188831" y="5002270"/>
                  </a:lnTo>
                  <a:lnTo>
                    <a:pt x="5134901" y="5002650"/>
                  </a:lnTo>
                  <a:lnTo>
                    <a:pt x="5063936" y="5003206"/>
                  </a:lnTo>
                  <a:lnTo>
                    <a:pt x="4978400" y="5003957"/>
                  </a:lnTo>
                  <a:lnTo>
                    <a:pt x="4882114" y="5004912"/>
                  </a:lnTo>
                  <a:lnTo>
                    <a:pt x="4779494" y="5006071"/>
                  </a:lnTo>
                  <a:lnTo>
                    <a:pt x="4674819" y="5007430"/>
                  </a:lnTo>
                  <a:lnTo>
                    <a:pt x="4571704" y="5008985"/>
                  </a:lnTo>
                  <a:lnTo>
                    <a:pt x="4472835" y="5010735"/>
                  </a:lnTo>
                  <a:lnTo>
                    <a:pt x="4379933" y="5012685"/>
                  </a:lnTo>
                  <a:lnTo>
                    <a:pt x="4293878" y="5014846"/>
                  </a:lnTo>
                  <a:lnTo>
                    <a:pt x="4214884" y="5017238"/>
                  </a:lnTo>
                  <a:lnTo>
                    <a:pt x="4142691" y="5019887"/>
                  </a:lnTo>
                  <a:lnTo>
                    <a:pt x="4076733" y="5022829"/>
                  </a:lnTo>
                  <a:lnTo>
                    <a:pt x="4016261" y="5026102"/>
                  </a:lnTo>
                  <a:lnTo>
                    <a:pt x="3960440" y="5029748"/>
                  </a:lnTo>
                  <a:lnTo>
                    <a:pt x="3908419" y="5033809"/>
                  </a:lnTo>
                  <a:lnTo>
                    <a:pt x="3859383" y="5038315"/>
                  </a:lnTo>
                  <a:lnTo>
                    <a:pt x="3829811" y="5041377"/>
                  </a:lnTo>
                  <a:lnTo>
                    <a:pt x="3773963" y="5047887"/>
                  </a:lnTo>
                  <a:lnTo>
                    <a:pt x="3719944" y="5055107"/>
                  </a:lnTo>
                  <a:lnTo>
                    <a:pt x="3667015" y="5063044"/>
                  </a:lnTo>
                  <a:lnTo>
                    <a:pt x="3614649" y="5071679"/>
                  </a:lnTo>
                  <a:lnTo>
                    <a:pt x="3562493" y="5080960"/>
                  </a:lnTo>
                  <a:lnTo>
                    <a:pt x="3510334" y="5090803"/>
                  </a:lnTo>
                  <a:lnTo>
                    <a:pt x="3458074" y="5101091"/>
                  </a:lnTo>
                  <a:lnTo>
                    <a:pt x="3405704" y="5111682"/>
                  </a:lnTo>
                  <a:lnTo>
                    <a:pt x="3353273" y="5122411"/>
                  </a:lnTo>
                  <a:lnTo>
                    <a:pt x="3300857" y="5133108"/>
                  </a:lnTo>
                  <a:lnTo>
                    <a:pt x="3248525" y="5143602"/>
                  </a:lnTo>
                  <a:lnTo>
                    <a:pt x="3196308" y="5153738"/>
                  </a:lnTo>
                  <a:lnTo>
                    <a:pt x="3144167" y="5163381"/>
                  </a:lnTo>
                  <a:lnTo>
                    <a:pt x="3091964" y="5172427"/>
                  </a:lnTo>
                  <a:lnTo>
                    <a:pt x="3039436" y="5180802"/>
                  </a:lnTo>
                  <a:lnTo>
                    <a:pt x="2986168" y="5188469"/>
                  </a:lnTo>
                  <a:lnTo>
                    <a:pt x="2931558" y="5195418"/>
                  </a:lnTo>
                  <a:lnTo>
                    <a:pt x="2896531" y="5199389"/>
                  </a:lnTo>
                  <a:lnTo>
                    <a:pt x="2848991" y="5204183"/>
                  </a:lnTo>
                  <a:lnTo>
                    <a:pt x="2798934" y="5208521"/>
                  </a:lnTo>
                  <a:lnTo>
                    <a:pt x="2745595" y="5212423"/>
                  </a:lnTo>
                  <a:lnTo>
                    <a:pt x="2688142" y="5215925"/>
                  </a:lnTo>
                  <a:lnTo>
                    <a:pt x="2625720" y="5219069"/>
                  </a:lnTo>
                  <a:lnTo>
                    <a:pt x="2557519" y="5221898"/>
                  </a:lnTo>
                  <a:lnTo>
                    <a:pt x="2482846" y="5224448"/>
                  </a:lnTo>
                  <a:lnTo>
                    <a:pt x="2401230" y="5226751"/>
                  </a:lnTo>
                  <a:lnTo>
                    <a:pt x="2312568" y="5228832"/>
                  </a:lnTo>
                  <a:lnTo>
                    <a:pt x="2217299" y="5230706"/>
                  </a:lnTo>
                  <a:lnTo>
                    <a:pt x="2116596" y="5232383"/>
                  </a:lnTo>
                  <a:lnTo>
                    <a:pt x="2012534" y="5233865"/>
                  </a:lnTo>
                  <a:lnTo>
                    <a:pt x="1908158" y="5235150"/>
                  </a:lnTo>
                  <a:lnTo>
                    <a:pt x="1807377" y="5236234"/>
                  </a:lnTo>
                  <a:lnTo>
                    <a:pt x="1714594" y="5237112"/>
                  </a:lnTo>
                  <a:lnTo>
                    <a:pt x="1634097" y="5237789"/>
                  </a:lnTo>
                  <a:lnTo>
                    <a:pt x="1569284" y="5238277"/>
                  </a:lnTo>
                  <a:lnTo>
                    <a:pt x="1521952" y="5238597"/>
                  </a:lnTo>
                  <a:lnTo>
                    <a:pt x="1491838" y="5238781"/>
                  </a:lnTo>
                  <a:lnTo>
                    <a:pt x="1476535" y="5238866"/>
                  </a:lnTo>
                  <a:lnTo>
                    <a:pt x="1471699" y="5238890"/>
                  </a:lnTo>
                  <a:lnTo>
                    <a:pt x="1471387" y="5238891"/>
                  </a:lnTo>
                  <a:lnTo>
                    <a:pt x="0" y="523889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79" name="pg1679"/>
            <p:cNvSpPr/>
            <p:nvPr/>
          </p:nvSpPr>
          <p:spPr>
            <a:xfrm>
              <a:off x="4799595" y="5069673"/>
              <a:ext cx="11981298" cy="4707647"/>
            </a:xfrm>
            <a:custGeom>
              <a:avLst/>
              <a:pathLst>
                <a:path w="11981298" h="4707647">
                  <a:moveTo>
                    <a:pt x="0" y="4707647"/>
                  </a:moveTo>
                  <a:lnTo>
                    <a:pt x="1471387" y="4707647"/>
                  </a:lnTo>
                  <a:lnTo>
                    <a:pt x="1472575" y="4707597"/>
                  </a:lnTo>
                  <a:lnTo>
                    <a:pt x="1480376" y="4707245"/>
                  </a:lnTo>
                  <a:lnTo>
                    <a:pt x="1500017" y="4706273"/>
                  </a:lnTo>
                  <a:lnTo>
                    <a:pt x="1535069" y="4704359"/>
                  </a:lnTo>
                  <a:lnTo>
                    <a:pt x="1587185" y="4701208"/>
                  </a:lnTo>
                  <a:lnTo>
                    <a:pt x="1655977" y="4696583"/>
                  </a:lnTo>
                  <a:lnTo>
                    <a:pt x="1739204" y="4690322"/>
                  </a:lnTo>
                  <a:lnTo>
                    <a:pt x="1833283" y="4682350"/>
                  </a:lnTo>
                  <a:lnTo>
                    <a:pt x="1933999" y="4672657"/>
                  </a:lnTo>
                  <a:lnTo>
                    <a:pt x="2037199" y="4661275"/>
                  </a:lnTo>
                  <a:lnTo>
                    <a:pt x="2139311" y="4648239"/>
                  </a:lnTo>
                  <a:lnTo>
                    <a:pt x="2237625" y="4633564"/>
                  </a:lnTo>
                  <a:lnTo>
                    <a:pt x="2330345" y="4617219"/>
                  </a:lnTo>
                  <a:lnTo>
                    <a:pt x="2416503" y="4599116"/>
                  </a:lnTo>
                  <a:lnTo>
                    <a:pt x="2495790" y="4579106"/>
                  </a:lnTo>
                  <a:lnTo>
                    <a:pt x="2568379" y="4556975"/>
                  </a:lnTo>
                  <a:lnTo>
                    <a:pt x="2634763" y="4532455"/>
                  </a:lnTo>
                  <a:lnTo>
                    <a:pt x="2695630" y="4505227"/>
                  </a:lnTo>
                  <a:lnTo>
                    <a:pt x="2751768" y="4474944"/>
                  </a:lnTo>
                  <a:lnTo>
                    <a:pt x="2803996" y="4441258"/>
                  </a:lnTo>
                  <a:lnTo>
                    <a:pt x="2853110" y="4403876"/>
                  </a:lnTo>
                  <a:lnTo>
                    <a:pt x="2896531" y="4365743"/>
                  </a:lnTo>
                  <a:lnTo>
                    <a:pt x="2938961" y="4323698"/>
                  </a:lnTo>
                  <a:lnTo>
                    <a:pt x="2980225" y="4278169"/>
                  </a:lnTo>
                  <a:lnTo>
                    <a:pt x="3020682" y="4229088"/>
                  </a:lnTo>
                  <a:lnTo>
                    <a:pt x="3060611" y="4176462"/>
                  </a:lnTo>
                  <a:lnTo>
                    <a:pt x="3100228" y="4120381"/>
                  </a:lnTo>
                  <a:lnTo>
                    <a:pt x="3139691" y="4061026"/>
                  </a:lnTo>
                  <a:lnTo>
                    <a:pt x="3179111" y="3998672"/>
                  </a:lnTo>
                  <a:lnTo>
                    <a:pt x="3218558" y="3933687"/>
                  </a:lnTo>
                  <a:lnTo>
                    <a:pt x="3258065" y="3866524"/>
                  </a:lnTo>
                  <a:lnTo>
                    <a:pt x="3297639" y="3797717"/>
                  </a:lnTo>
                  <a:lnTo>
                    <a:pt x="3337264" y="3727855"/>
                  </a:lnTo>
                  <a:lnTo>
                    <a:pt x="3376911" y="3657572"/>
                  </a:lnTo>
                  <a:lnTo>
                    <a:pt x="3416546" y="3587512"/>
                  </a:lnTo>
                  <a:lnTo>
                    <a:pt x="3456138" y="3518316"/>
                  </a:lnTo>
                  <a:lnTo>
                    <a:pt x="3495666" y="3450589"/>
                  </a:lnTo>
                  <a:lnTo>
                    <a:pt x="3535129" y="3384883"/>
                  </a:lnTo>
                  <a:lnTo>
                    <a:pt x="3574551" y="3321678"/>
                  </a:lnTo>
                  <a:lnTo>
                    <a:pt x="3613992" y="3261369"/>
                  </a:lnTo>
                  <a:lnTo>
                    <a:pt x="3653547" y="3204260"/>
                  </a:lnTo>
                  <a:lnTo>
                    <a:pt x="3693360" y="3150560"/>
                  </a:lnTo>
                  <a:lnTo>
                    <a:pt x="3733629" y="3100386"/>
                  </a:lnTo>
                  <a:lnTo>
                    <a:pt x="3774611" y="3053771"/>
                  </a:lnTo>
                  <a:lnTo>
                    <a:pt x="3816639" y="3010668"/>
                  </a:lnTo>
                  <a:lnTo>
                    <a:pt x="3829811" y="2998128"/>
                  </a:lnTo>
                  <a:lnTo>
                    <a:pt x="3876684" y="2957172"/>
                  </a:lnTo>
                  <a:lnTo>
                    <a:pt x="3925996" y="2920064"/>
                  </a:lnTo>
                  <a:lnTo>
                    <a:pt x="3978479" y="2886634"/>
                  </a:lnTo>
                  <a:lnTo>
                    <a:pt x="4034930" y="2856583"/>
                  </a:lnTo>
                  <a:lnTo>
                    <a:pt x="4096169" y="2829562"/>
                  </a:lnTo>
                  <a:lnTo>
                    <a:pt x="4162979" y="2805224"/>
                  </a:lnTo>
                  <a:lnTo>
                    <a:pt x="4236037" y="2783255"/>
                  </a:lnTo>
                  <a:lnTo>
                    <a:pt x="4315819" y="2763388"/>
                  </a:lnTo>
                  <a:lnTo>
                    <a:pt x="4402467" y="2745416"/>
                  </a:lnTo>
                  <a:lnTo>
                    <a:pt x="4495632" y="2729193"/>
                  </a:lnTo>
                  <a:lnTo>
                    <a:pt x="4594290" y="2714637"/>
                  </a:lnTo>
                  <a:lnTo>
                    <a:pt x="4696582" y="2701720"/>
                  </a:lnTo>
                  <a:lnTo>
                    <a:pt x="4799731" y="2690458"/>
                  </a:lnTo>
                  <a:lnTo>
                    <a:pt x="4900113" y="2680889"/>
                  </a:lnTo>
                  <a:lnTo>
                    <a:pt x="4993547" y="2673041"/>
                  </a:lnTo>
                  <a:lnTo>
                    <a:pt x="5075841" y="2666901"/>
                  </a:lnTo>
                  <a:lnTo>
                    <a:pt x="5143487" y="2662388"/>
                  </a:lnTo>
                  <a:lnTo>
                    <a:pt x="5194362" y="2659335"/>
                  </a:lnTo>
                  <a:lnTo>
                    <a:pt x="5228224" y="2657500"/>
                  </a:lnTo>
                  <a:lnTo>
                    <a:pt x="5246870" y="2656583"/>
                  </a:lnTo>
                  <a:lnTo>
                    <a:pt x="5254002" y="2656263"/>
                  </a:lnTo>
                  <a:lnTo>
                    <a:pt x="5254955" y="2656224"/>
                  </a:lnTo>
                  <a:lnTo>
                    <a:pt x="6726343" y="2656224"/>
                  </a:lnTo>
                  <a:lnTo>
                    <a:pt x="6727500" y="2656162"/>
                  </a:lnTo>
                  <a:lnTo>
                    <a:pt x="6735104" y="2655720"/>
                  </a:lnTo>
                  <a:lnTo>
                    <a:pt x="6754263" y="2654498"/>
                  </a:lnTo>
                  <a:lnTo>
                    <a:pt x="6788493" y="2652093"/>
                  </a:lnTo>
                  <a:lnTo>
                    <a:pt x="6839467" y="2648132"/>
                  </a:lnTo>
                  <a:lnTo>
                    <a:pt x="6906884" y="2642312"/>
                  </a:lnTo>
                  <a:lnTo>
                    <a:pt x="6988637" y="2634426"/>
                  </a:lnTo>
                  <a:lnTo>
                    <a:pt x="7081297" y="2624373"/>
                  </a:lnTo>
                  <a:lnTo>
                    <a:pt x="7180776" y="2612137"/>
                  </a:lnTo>
                  <a:lnTo>
                    <a:pt x="7283003" y="2597755"/>
                  </a:lnTo>
                  <a:lnTo>
                    <a:pt x="7384440" y="2581273"/>
                  </a:lnTo>
                  <a:lnTo>
                    <a:pt x="7482363" y="2562712"/>
                  </a:lnTo>
                  <a:lnTo>
                    <a:pt x="7574937" y="2542041"/>
                  </a:lnTo>
                  <a:lnTo>
                    <a:pt x="7661138" y="2519159"/>
                  </a:lnTo>
                  <a:lnTo>
                    <a:pt x="7740596" y="2493885"/>
                  </a:lnTo>
                  <a:lnTo>
                    <a:pt x="7813430" y="2465963"/>
                  </a:lnTo>
                  <a:lnTo>
                    <a:pt x="7880086" y="2435064"/>
                  </a:lnTo>
                  <a:lnTo>
                    <a:pt x="7941211" y="2400795"/>
                  </a:lnTo>
                  <a:lnTo>
                    <a:pt x="7997564" y="2362723"/>
                  </a:lnTo>
                  <a:lnTo>
                    <a:pt x="8049941" y="2320408"/>
                  </a:lnTo>
                  <a:lnTo>
                    <a:pt x="8099123" y="2273463"/>
                  </a:lnTo>
                  <a:lnTo>
                    <a:pt x="8145832" y="2221651"/>
                  </a:lnTo>
                  <a:lnTo>
                    <a:pt x="8151487" y="2214882"/>
                  </a:lnTo>
                  <a:lnTo>
                    <a:pt x="8190175" y="2165644"/>
                  </a:lnTo>
                  <a:lnTo>
                    <a:pt x="8227869" y="2112685"/>
                  </a:lnTo>
                  <a:lnTo>
                    <a:pt x="8264846" y="2055931"/>
                  </a:lnTo>
                  <a:lnTo>
                    <a:pt x="8301330" y="1995371"/>
                  </a:lnTo>
                  <a:lnTo>
                    <a:pt x="8337497" y="1931067"/>
                  </a:lnTo>
                  <a:lnTo>
                    <a:pt x="8373484" y="1863158"/>
                  </a:lnTo>
                  <a:lnTo>
                    <a:pt x="8409392" y="1791868"/>
                  </a:lnTo>
                  <a:lnTo>
                    <a:pt x="8445289" y="1717502"/>
                  </a:lnTo>
                  <a:lnTo>
                    <a:pt x="8481219" y="1640447"/>
                  </a:lnTo>
                  <a:lnTo>
                    <a:pt x="8517203" y="1561166"/>
                  </a:lnTo>
                  <a:lnTo>
                    <a:pt x="8553241" y="1480188"/>
                  </a:lnTo>
                  <a:lnTo>
                    <a:pt x="8589322" y="1398093"/>
                  </a:lnTo>
                  <a:lnTo>
                    <a:pt x="8625423" y="1315495"/>
                  </a:lnTo>
                  <a:lnTo>
                    <a:pt x="8661519" y="1233024"/>
                  </a:lnTo>
                  <a:lnTo>
                    <a:pt x="8697585" y="1151308"/>
                  </a:lnTo>
                  <a:lnTo>
                    <a:pt x="8733602" y="1070949"/>
                  </a:lnTo>
                  <a:lnTo>
                    <a:pt x="8769563" y="992508"/>
                  </a:lnTo>
                  <a:lnTo>
                    <a:pt x="8805476" y="916488"/>
                  </a:lnTo>
                  <a:lnTo>
                    <a:pt x="8841371" y="843323"/>
                  </a:lnTo>
                  <a:lnTo>
                    <a:pt x="8877300" y="773368"/>
                  </a:lnTo>
                  <a:lnTo>
                    <a:pt x="8913346" y="706894"/>
                  </a:lnTo>
                  <a:lnTo>
                    <a:pt x="8949623" y="644091"/>
                  </a:lnTo>
                  <a:lnTo>
                    <a:pt x="8986283" y="585066"/>
                  </a:lnTo>
                  <a:lnTo>
                    <a:pt x="9023520" y="529851"/>
                  </a:lnTo>
                  <a:lnTo>
                    <a:pt x="9061578" y="478409"/>
                  </a:lnTo>
                  <a:lnTo>
                    <a:pt x="9084767" y="449514"/>
                  </a:lnTo>
                  <a:lnTo>
                    <a:pt x="9131214" y="397094"/>
                  </a:lnTo>
                  <a:lnTo>
                    <a:pt x="9180052" y="349554"/>
                  </a:lnTo>
                  <a:lnTo>
                    <a:pt x="9231991" y="306684"/>
                  </a:lnTo>
                  <a:lnTo>
                    <a:pt x="9287807" y="268109"/>
                  </a:lnTo>
                  <a:lnTo>
                    <a:pt x="9348298" y="233393"/>
                  </a:lnTo>
                  <a:lnTo>
                    <a:pt x="9414229" y="202098"/>
                  </a:lnTo>
                  <a:lnTo>
                    <a:pt x="9486267" y="173826"/>
                  </a:lnTo>
                  <a:lnTo>
                    <a:pt x="9564890" y="148239"/>
                  </a:lnTo>
                  <a:lnTo>
                    <a:pt x="9650262" y="125071"/>
                  </a:lnTo>
                  <a:lnTo>
                    <a:pt x="9742086" y="104133"/>
                  </a:lnTo>
                  <a:lnTo>
                    <a:pt x="9839428" y="85313"/>
                  </a:lnTo>
                  <a:lnTo>
                    <a:pt x="9940558" y="68573"/>
                  </a:lnTo>
                  <a:lnTo>
                    <a:pt x="10042865" y="53928"/>
                  </a:lnTo>
                  <a:lnTo>
                    <a:pt x="10142899" y="41423"/>
                  </a:lnTo>
                  <a:lnTo>
                    <a:pt x="10236633" y="31099"/>
                  </a:lnTo>
                  <a:lnTo>
                    <a:pt x="10319946" y="22948"/>
                  </a:lnTo>
                  <a:lnTo>
                    <a:pt x="10389288" y="16880"/>
                  </a:lnTo>
                  <a:lnTo>
                    <a:pt x="10442358" y="12703"/>
                  </a:lnTo>
                  <a:lnTo>
                    <a:pt x="10478615" y="10124"/>
                  </a:lnTo>
                  <a:lnTo>
                    <a:pt x="10499488" y="8777"/>
                  </a:lnTo>
                  <a:lnTo>
                    <a:pt x="10508278" y="8261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8754" y="61"/>
                  </a:lnTo>
                  <a:lnTo>
                    <a:pt x="10501149" y="504"/>
                  </a:lnTo>
                  <a:lnTo>
                    <a:pt x="10481991" y="1725"/>
                  </a:lnTo>
                  <a:lnTo>
                    <a:pt x="10447760" y="4130"/>
                  </a:lnTo>
                  <a:lnTo>
                    <a:pt x="10396786" y="8091"/>
                  </a:lnTo>
                  <a:lnTo>
                    <a:pt x="10329369" y="13912"/>
                  </a:lnTo>
                  <a:lnTo>
                    <a:pt x="10247616" y="21797"/>
                  </a:lnTo>
                  <a:lnTo>
                    <a:pt x="10154956" y="31850"/>
                  </a:lnTo>
                  <a:lnTo>
                    <a:pt x="10055478" y="44086"/>
                  </a:lnTo>
                  <a:lnTo>
                    <a:pt x="9953250" y="58468"/>
                  </a:lnTo>
                  <a:lnTo>
                    <a:pt x="9851813" y="74951"/>
                  </a:lnTo>
                  <a:lnTo>
                    <a:pt x="9753890" y="93511"/>
                  </a:lnTo>
                  <a:lnTo>
                    <a:pt x="9661316" y="114182"/>
                  </a:lnTo>
                  <a:lnTo>
                    <a:pt x="9575116" y="137065"/>
                  </a:lnTo>
                  <a:lnTo>
                    <a:pt x="9495657" y="162339"/>
                  </a:lnTo>
                  <a:lnTo>
                    <a:pt x="9422823" y="190260"/>
                  </a:lnTo>
                  <a:lnTo>
                    <a:pt x="9356167" y="221160"/>
                  </a:lnTo>
                  <a:lnTo>
                    <a:pt x="9295042" y="255429"/>
                  </a:lnTo>
                  <a:lnTo>
                    <a:pt x="9238689" y="293500"/>
                  </a:lnTo>
                  <a:lnTo>
                    <a:pt x="9186312" y="335815"/>
                  </a:lnTo>
                  <a:lnTo>
                    <a:pt x="9137130" y="382760"/>
                  </a:lnTo>
                  <a:lnTo>
                    <a:pt x="9090421" y="434573"/>
                  </a:lnTo>
                  <a:lnTo>
                    <a:pt x="9084767" y="441341"/>
                  </a:lnTo>
                  <a:lnTo>
                    <a:pt x="9046078" y="490580"/>
                  </a:lnTo>
                  <a:lnTo>
                    <a:pt x="9008385" y="543538"/>
                  </a:lnTo>
                  <a:lnTo>
                    <a:pt x="8971407" y="600292"/>
                  </a:lnTo>
                  <a:lnTo>
                    <a:pt x="8934923" y="660852"/>
                  </a:lnTo>
                  <a:lnTo>
                    <a:pt x="8898756" y="725157"/>
                  </a:lnTo>
                  <a:lnTo>
                    <a:pt x="8862769" y="793065"/>
                  </a:lnTo>
                  <a:lnTo>
                    <a:pt x="8826862" y="864356"/>
                  </a:lnTo>
                  <a:lnTo>
                    <a:pt x="8790964" y="938722"/>
                  </a:lnTo>
                  <a:lnTo>
                    <a:pt x="8755034" y="1015777"/>
                  </a:lnTo>
                  <a:lnTo>
                    <a:pt x="8719050" y="1095057"/>
                  </a:lnTo>
                  <a:lnTo>
                    <a:pt x="8683012" y="1176035"/>
                  </a:lnTo>
                  <a:lnTo>
                    <a:pt x="8646931" y="1258130"/>
                  </a:lnTo>
                  <a:lnTo>
                    <a:pt x="8610830" y="1340729"/>
                  </a:lnTo>
                  <a:lnTo>
                    <a:pt x="8574734" y="1423199"/>
                  </a:lnTo>
                  <a:lnTo>
                    <a:pt x="8538669" y="1504915"/>
                  </a:lnTo>
                  <a:lnTo>
                    <a:pt x="8502651" y="1585274"/>
                  </a:lnTo>
                  <a:lnTo>
                    <a:pt x="8466690" y="1663715"/>
                  </a:lnTo>
                  <a:lnTo>
                    <a:pt x="8430777" y="1739735"/>
                  </a:lnTo>
                  <a:lnTo>
                    <a:pt x="8394882" y="1812900"/>
                  </a:lnTo>
                  <a:lnTo>
                    <a:pt x="8358953" y="1882856"/>
                  </a:lnTo>
                  <a:lnTo>
                    <a:pt x="8322907" y="1949330"/>
                  </a:lnTo>
                  <a:lnTo>
                    <a:pt x="8286630" y="2012133"/>
                  </a:lnTo>
                  <a:lnTo>
                    <a:pt x="8249970" y="2071158"/>
                  </a:lnTo>
                  <a:lnTo>
                    <a:pt x="8212734" y="2126372"/>
                  </a:lnTo>
                  <a:lnTo>
                    <a:pt x="8174675" y="2177815"/>
                  </a:lnTo>
                  <a:lnTo>
                    <a:pt x="8151487" y="2206709"/>
                  </a:lnTo>
                  <a:lnTo>
                    <a:pt x="8105039" y="2259129"/>
                  </a:lnTo>
                  <a:lnTo>
                    <a:pt x="8056201" y="2306670"/>
                  </a:lnTo>
                  <a:lnTo>
                    <a:pt x="8004262" y="2349540"/>
                  </a:lnTo>
                  <a:lnTo>
                    <a:pt x="7948446" y="2388114"/>
                  </a:lnTo>
                  <a:lnTo>
                    <a:pt x="7887955" y="2422831"/>
                  </a:lnTo>
                  <a:lnTo>
                    <a:pt x="7822024" y="2454126"/>
                  </a:lnTo>
                  <a:lnTo>
                    <a:pt x="7749986" y="2482398"/>
                  </a:lnTo>
                  <a:lnTo>
                    <a:pt x="7671364" y="2507984"/>
                  </a:lnTo>
                  <a:lnTo>
                    <a:pt x="7585991" y="2531153"/>
                  </a:lnTo>
                  <a:lnTo>
                    <a:pt x="7494167" y="2552091"/>
                  </a:lnTo>
                  <a:lnTo>
                    <a:pt x="7396826" y="2570910"/>
                  </a:lnTo>
                  <a:lnTo>
                    <a:pt x="7295695" y="2587650"/>
                  </a:lnTo>
                  <a:lnTo>
                    <a:pt x="7193388" y="2602296"/>
                  </a:lnTo>
                  <a:lnTo>
                    <a:pt x="7093354" y="2614800"/>
                  </a:lnTo>
                  <a:lnTo>
                    <a:pt x="6999620" y="2625125"/>
                  </a:lnTo>
                  <a:lnTo>
                    <a:pt x="6916307" y="2633276"/>
                  </a:lnTo>
                  <a:lnTo>
                    <a:pt x="6846965" y="2639343"/>
                  </a:lnTo>
                  <a:lnTo>
                    <a:pt x="6793895" y="2643520"/>
                  </a:lnTo>
                  <a:lnTo>
                    <a:pt x="6757638" y="2646099"/>
                  </a:lnTo>
                  <a:lnTo>
                    <a:pt x="6736765" y="2647446"/>
                  </a:lnTo>
                  <a:lnTo>
                    <a:pt x="6727975" y="2647963"/>
                  </a:lnTo>
                  <a:lnTo>
                    <a:pt x="6726343" y="2648051"/>
                  </a:lnTo>
                  <a:lnTo>
                    <a:pt x="5254955" y="2648051"/>
                  </a:lnTo>
                  <a:lnTo>
                    <a:pt x="5253767" y="2648100"/>
                  </a:lnTo>
                  <a:lnTo>
                    <a:pt x="5245966" y="2648452"/>
                  </a:lnTo>
                  <a:lnTo>
                    <a:pt x="5226325" y="2649425"/>
                  </a:lnTo>
                  <a:lnTo>
                    <a:pt x="5191274" y="2651338"/>
                  </a:lnTo>
                  <a:lnTo>
                    <a:pt x="5139157" y="2654489"/>
                  </a:lnTo>
                  <a:lnTo>
                    <a:pt x="5070365" y="2659115"/>
                  </a:lnTo>
                  <a:lnTo>
                    <a:pt x="4987138" y="2665376"/>
                  </a:lnTo>
                  <a:lnTo>
                    <a:pt x="4893059" y="2673348"/>
                  </a:lnTo>
                  <a:lnTo>
                    <a:pt x="4792343" y="2683040"/>
                  </a:lnTo>
                  <a:lnTo>
                    <a:pt x="4689143" y="2694423"/>
                  </a:lnTo>
                  <a:lnTo>
                    <a:pt x="4587031" y="2707458"/>
                  </a:lnTo>
                  <a:lnTo>
                    <a:pt x="4488718" y="2722133"/>
                  </a:lnTo>
                  <a:lnTo>
                    <a:pt x="4395997" y="2738478"/>
                  </a:lnTo>
                  <a:lnTo>
                    <a:pt x="4309839" y="2756581"/>
                  </a:lnTo>
                  <a:lnTo>
                    <a:pt x="4230552" y="2776592"/>
                  </a:lnTo>
                  <a:lnTo>
                    <a:pt x="4157963" y="2798722"/>
                  </a:lnTo>
                  <a:lnTo>
                    <a:pt x="4091579" y="2823242"/>
                  </a:lnTo>
                  <a:lnTo>
                    <a:pt x="4030712" y="2850470"/>
                  </a:lnTo>
                  <a:lnTo>
                    <a:pt x="3974574" y="2880753"/>
                  </a:lnTo>
                  <a:lnTo>
                    <a:pt x="3922346" y="2914439"/>
                  </a:lnTo>
                  <a:lnTo>
                    <a:pt x="3873233" y="2951821"/>
                  </a:lnTo>
                  <a:lnTo>
                    <a:pt x="3829811" y="2989955"/>
                  </a:lnTo>
                  <a:lnTo>
                    <a:pt x="3787382" y="3031999"/>
                  </a:lnTo>
                  <a:lnTo>
                    <a:pt x="3746117" y="3077528"/>
                  </a:lnTo>
                  <a:lnTo>
                    <a:pt x="3705661" y="3126609"/>
                  </a:lnTo>
                  <a:lnTo>
                    <a:pt x="3665731" y="3179235"/>
                  </a:lnTo>
                  <a:lnTo>
                    <a:pt x="3626114" y="3235316"/>
                  </a:lnTo>
                  <a:lnTo>
                    <a:pt x="3586651" y="3294671"/>
                  </a:lnTo>
                  <a:lnTo>
                    <a:pt x="3547231" y="3357025"/>
                  </a:lnTo>
                  <a:lnTo>
                    <a:pt x="3507784" y="3422011"/>
                  </a:lnTo>
                  <a:lnTo>
                    <a:pt x="3468277" y="3489173"/>
                  </a:lnTo>
                  <a:lnTo>
                    <a:pt x="3428703" y="3557981"/>
                  </a:lnTo>
                  <a:lnTo>
                    <a:pt x="3389078" y="3627842"/>
                  </a:lnTo>
                  <a:lnTo>
                    <a:pt x="3349431" y="3698126"/>
                  </a:lnTo>
                  <a:lnTo>
                    <a:pt x="3309796" y="3768185"/>
                  </a:lnTo>
                  <a:lnTo>
                    <a:pt x="3270205" y="3837381"/>
                  </a:lnTo>
                  <a:lnTo>
                    <a:pt x="3230676" y="3905108"/>
                  </a:lnTo>
                  <a:lnTo>
                    <a:pt x="3191213" y="3970814"/>
                  </a:lnTo>
                  <a:lnTo>
                    <a:pt x="3151791" y="4034019"/>
                  </a:lnTo>
                  <a:lnTo>
                    <a:pt x="3112350" y="4094328"/>
                  </a:lnTo>
                  <a:lnTo>
                    <a:pt x="3072795" y="4151437"/>
                  </a:lnTo>
                  <a:lnTo>
                    <a:pt x="3032982" y="4205138"/>
                  </a:lnTo>
                  <a:lnTo>
                    <a:pt x="2992713" y="4255311"/>
                  </a:lnTo>
                  <a:lnTo>
                    <a:pt x="2951731" y="4301926"/>
                  </a:lnTo>
                  <a:lnTo>
                    <a:pt x="2909703" y="4345029"/>
                  </a:lnTo>
                  <a:lnTo>
                    <a:pt x="2896531" y="4357570"/>
                  </a:lnTo>
                  <a:lnTo>
                    <a:pt x="2849658" y="4398525"/>
                  </a:lnTo>
                  <a:lnTo>
                    <a:pt x="2800346" y="4435633"/>
                  </a:lnTo>
                  <a:lnTo>
                    <a:pt x="2747863" y="4469063"/>
                  </a:lnTo>
                  <a:lnTo>
                    <a:pt x="2691412" y="4499114"/>
                  </a:lnTo>
                  <a:lnTo>
                    <a:pt x="2630173" y="4526136"/>
                  </a:lnTo>
                  <a:lnTo>
                    <a:pt x="2563363" y="4550474"/>
                  </a:lnTo>
                  <a:lnTo>
                    <a:pt x="2490305" y="4572443"/>
                  </a:lnTo>
                  <a:lnTo>
                    <a:pt x="2410523" y="4592310"/>
                  </a:lnTo>
                  <a:lnTo>
                    <a:pt x="2323875" y="4610281"/>
                  </a:lnTo>
                  <a:lnTo>
                    <a:pt x="2230710" y="4626504"/>
                  </a:lnTo>
                  <a:lnTo>
                    <a:pt x="2132053" y="4641060"/>
                  </a:lnTo>
                  <a:lnTo>
                    <a:pt x="2029760" y="4653978"/>
                  </a:lnTo>
                  <a:lnTo>
                    <a:pt x="1926611" y="4665240"/>
                  </a:lnTo>
                  <a:lnTo>
                    <a:pt x="1826230" y="4674809"/>
                  </a:lnTo>
                  <a:lnTo>
                    <a:pt x="1732795" y="4682657"/>
                  </a:lnTo>
                  <a:lnTo>
                    <a:pt x="1650501" y="4688796"/>
                  </a:lnTo>
                  <a:lnTo>
                    <a:pt x="1582855" y="4693309"/>
                  </a:lnTo>
                  <a:lnTo>
                    <a:pt x="1531980" y="4696362"/>
                  </a:lnTo>
                  <a:lnTo>
                    <a:pt x="1498119" y="4698198"/>
                  </a:lnTo>
                  <a:lnTo>
                    <a:pt x="1479472" y="4699115"/>
                  </a:lnTo>
                  <a:lnTo>
                    <a:pt x="1472340" y="4699434"/>
                  </a:lnTo>
                  <a:lnTo>
                    <a:pt x="1471387" y="4699474"/>
                  </a:lnTo>
                  <a:lnTo>
                    <a:pt x="0" y="4699474"/>
                  </a:lnTo>
                  <a:close/>
                </a:path>
              </a:pathLst>
            </a:custGeom>
            <a:solidFill>
              <a:srgbClr val="D9B26F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680" name="pl1680"/>
            <p:cNvSpPr/>
            <p:nvPr/>
          </p:nvSpPr>
          <p:spPr>
            <a:xfrm>
              <a:off x="4799595" y="5077846"/>
              <a:ext cx="11981298" cy="4699474"/>
            </a:xfrm>
            <a:custGeom>
              <a:avLst/>
              <a:pathLst>
                <a:path w="11981298" h="4699474">
                  <a:moveTo>
                    <a:pt x="0" y="4699474"/>
                  </a:moveTo>
                  <a:lnTo>
                    <a:pt x="1471387" y="4699474"/>
                  </a:lnTo>
                  <a:lnTo>
                    <a:pt x="1472575" y="4699424"/>
                  </a:lnTo>
                  <a:lnTo>
                    <a:pt x="1480376" y="4699072"/>
                  </a:lnTo>
                  <a:lnTo>
                    <a:pt x="1500017" y="4698100"/>
                  </a:lnTo>
                  <a:lnTo>
                    <a:pt x="1535069" y="4696186"/>
                  </a:lnTo>
                  <a:lnTo>
                    <a:pt x="1587185" y="4693035"/>
                  </a:lnTo>
                  <a:lnTo>
                    <a:pt x="1655977" y="4688410"/>
                  </a:lnTo>
                  <a:lnTo>
                    <a:pt x="1739204" y="4682149"/>
                  </a:lnTo>
                  <a:lnTo>
                    <a:pt x="1833283" y="4674177"/>
                  </a:lnTo>
                  <a:lnTo>
                    <a:pt x="1933999" y="4664484"/>
                  </a:lnTo>
                  <a:lnTo>
                    <a:pt x="2037199" y="4653102"/>
                  </a:lnTo>
                  <a:lnTo>
                    <a:pt x="2139311" y="4640066"/>
                  </a:lnTo>
                  <a:lnTo>
                    <a:pt x="2237625" y="4625391"/>
                  </a:lnTo>
                  <a:lnTo>
                    <a:pt x="2330345" y="4609046"/>
                  </a:lnTo>
                  <a:lnTo>
                    <a:pt x="2416503" y="4590943"/>
                  </a:lnTo>
                  <a:lnTo>
                    <a:pt x="2495790" y="4570933"/>
                  </a:lnTo>
                  <a:lnTo>
                    <a:pt x="2568379" y="4548802"/>
                  </a:lnTo>
                  <a:lnTo>
                    <a:pt x="2634763" y="4524282"/>
                  </a:lnTo>
                  <a:lnTo>
                    <a:pt x="2695630" y="4497054"/>
                  </a:lnTo>
                  <a:lnTo>
                    <a:pt x="2751768" y="4466771"/>
                  </a:lnTo>
                  <a:lnTo>
                    <a:pt x="2803996" y="4433085"/>
                  </a:lnTo>
                  <a:lnTo>
                    <a:pt x="2853110" y="4395703"/>
                  </a:lnTo>
                  <a:lnTo>
                    <a:pt x="2896531" y="4357570"/>
                  </a:lnTo>
                  <a:lnTo>
                    <a:pt x="2938961" y="4315525"/>
                  </a:lnTo>
                  <a:lnTo>
                    <a:pt x="2980225" y="4269996"/>
                  </a:lnTo>
                  <a:lnTo>
                    <a:pt x="3020682" y="4220915"/>
                  </a:lnTo>
                  <a:lnTo>
                    <a:pt x="3060611" y="4168289"/>
                  </a:lnTo>
                  <a:lnTo>
                    <a:pt x="3100228" y="4112208"/>
                  </a:lnTo>
                  <a:lnTo>
                    <a:pt x="3139691" y="4052853"/>
                  </a:lnTo>
                  <a:lnTo>
                    <a:pt x="3179111" y="3990499"/>
                  </a:lnTo>
                  <a:lnTo>
                    <a:pt x="3218558" y="3925514"/>
                  </a:lnTo>
                  <a:lnTo>
                    <a:pt x="3258065" y="3858351"/>
                  </a:lnTo>
                  <a:lnTo>
                    <a:pt x="3297639" y="3789544"/>
                  </a:lnTo>
                  <a:lnTo>
                    <a:pt x="3337264" y="3719682"/>
                  </a:lnTo>
                  <a:lnTo>
                    <a:pt x="3376911" y="3649399"/>
                  </a:lnTo>
                  <a:lnTo>
                    <a:pt x="3416546" y="3579339"/>
                  </a:lnTo>
                  <a:lnTo>
                    <a:pt x="3456138" y="3510143"/>
                  </a:lnTo>
                  <a:lnTo>
                    <a:pt x="3495666" y="3442416"/>
                  </a:lnTo>
                  <a:lnTo>
                    <a:pt x="3535129" y="3376710"/>
                  </a:lnTo>
                  <a:lnTo>
                    <a:pt x="3574551" y="3313505"/>
                  </a:lnTo>
                  <a:lnTo>
                    <a:pt x="3613992" y="3253196"/>
                  </a:lnTo>
                  <a:lnTo>
                    <a:pt x="3653547" y="3196087"/>
                  </a:lnTo>
                  <a:lnTo>
                    <a:pt x="3693360" y="3142387"/>
                  </a:lnTo>
                  <a:lnTo>
                    <a:pt x="3733629" y="3092213"/>
                  </a:lnTo>
                  <a:lnTo>
                    <a:pt x="3774611" y="3045598"/>
                  </a:lnTo>
                  <a:lnTo>
                    <a:pt x="3816639" y="3002495"/>
                  </a:lnTo>
                  <a:lnTo>
                    <a:pt x="3829811" y="2989955"/>
                  </a:lnTo>
                  <a:lnTo>
                    <a:pt x="3876684" y="2948999"/>
                  </a:lnTo>
                  <a:lnTo>
                    <a:pt x="3925996" y="2911891"/>
                  </a:lnTo>
                  <a:lnTo>
                    <a:pt x="3978479" y="2878461"/>
                  </a:lnTo>
                  <a:lnTo>
                    <a:pt x="4034930" y="2848410"/>
                  </a:lnTo>
                  <a:lnTo>
                    <a:pt x="4096169" y="2821389"/>
                  </a:lnTo>
                  <a:lnTo>
                    <a:pt x="4162979" y="2797051"/>
                  </a:lnTo>
                  <a:lnTo>
                    <a:pt x="4236037" y="2775082"/>
                  </a:lnTo>
                  <a:lnTo>
                    <a:pt x="4315819" y="2755215"/>
                  </a:lnTo>
                  <a:lnTo>
                    <a:pt x="4402467" y="2737243"/>
                  </a:lnTo>
                  <a:lnTo>
                    <a:pt x="4495632" y="2721020"/>
                  </a:lnTo>
                  <a:lnTo>
                    <a:pt x="4594290" y="2706464"/>
                  </a:lnTo>
                  <a:lnTo>
                    <a:pt x="4696582" y="2693547"/>
                  </a:lnTo>
                  <a:lnTo>
                    <a:pt x="4799731" y="2682285"/>
                  </a:lnTo>
                  <a:lnTo>
                    <a:pt x="4900113" y="2672716"/>
                  </a:lnTo>
                  <a:lnTo>
                    <a:pt x="4993547" y="2664868"/>
                  </a:lnTo>
                  <a:lnTo>
                    <a:pt x="5075841" y="2658728"/>
                  </a:lnTo>
                  <a:lnTo>
                    <a:pt x="5143487" y="2654215"/>
                  </a:lnTo>
                  <a:lnTo>
                    <a:pt x="5194362" y="2651162"/>
                  </a:lnTo>
                  <a:lnTo>
                    <a:pt x="5228224" y="2649327"/>
                  </a:lnTo>
                  <a:lnTo>
                    <a:pt x="5246870" y="2648410"/>
                  </a:lnTo>
                  <a:lnTo>
                    <a:pt x="5254002" y="2648090"/>
                  </a:lnTo>
                  <a:lnTo>
                    <a:pt x="5254955" y="2648051"/>
                  </a:lnTo>
                  <a:lnTo>
                    <a:pt x="6726343" y="2648051"/>
                  </a:lnTo>
                  <a:lnTo>
                    <a:pt x="6727500" y="2647989"/>
                  </a:lnTo>
                  <a:lnTo>
                    <a:pt x="6735104" y="2647547"/>
                  </a:lnTo>
                  <a:lnTo>
                    <a:pt x="6754263" y="2646325"/>
                  </a:lnTo>
                  <a:lnTo>
                    <a:pt x="6788493" y="2643920"/>
                  </a:lnTo>
                  <a:lnTo>
                    <a:pt x="6839467" y="2639959"/>
                  </a:lnTo>
                  <a:lnTo>
                    <a:pt x="6906884" y="2634139"/>
                  </a:lnTo>
                  <a:lnTo>
                    <a:pt x="6988637" y="2626253"/>
                  </a:lnTo>
                  <a:lnTo>
                    <a:pt x="7081297" y="2616200"/>
                  </a:lnTo>
                  <a:lnTo>
                    <a:pt x="7180776" y="2603964"/>
                  </a:lnTo>
                  <a:lnTo>
                    <a:pt x="7283003" y="2589582"/>
                  </a:lnTo>
                  <a:lnTo>
                    <a:pt x="7384440" y="2573100"/>
                  </a:lnTo>
                  <a:lnTo>
                    <a:pt x="7482363" y="2554539"/>
                  </a:lnTo>
                  <a:lnTo>
                    <a:pt x="7574937" y="2533868"/>
                  </a:lnTo>
                  <a:lnTo>
                    <a:pt x="7661138" y="2510986"/>
                  </a:lnTo>
                  <a:lnTo>
                    <a:pt x="7740596" y="2485712"/>
                  </a:lnTo>
                  <a:lnTo>
                    <a:pt x="7813430" y="2457790"/>
                  </a:lnTo>
                  <a:lnTo>
                    <a:pt x="7880086" y="2426891"/>
                  </a:lnTo>
                  <a:lnTo>
                    <a:pt x="7941211" y="2392622"/>
                  </a:lnTo>
                  <a:lnTo>
                    <a:pt x="7997564" y="2354550"/>
                  </a:lnTo>
                  <a:lnTo>
                    <a:pt x="8049941" y="2312235"/>
                  </a:lnTo>
                  <a:lnTo>
                    <a:pt x="8099123" y="2265290"/>
                  </a:lnTo>
                  <a:lnTo>
                    <a:pt x="8145832" y="2213478"/>
                  </a:lnTo>
                  <a:lnTo>
                    <a:pt x="8151487" y="2206709"/>
                  </a:lnTo>
                  <a:lnTo>
                    <a:pt x="8190175" y="2157471"/>
                  </a:lnTo>
                  <a:lnTo>
                    <a:pt x="8227869" y="2104512"/>
                  </a:lnTo>
                  <a:lnTo>
                    <a:pt x="8264846" y="2047758"/>
                  </a:lnTo>
                  <a:lnTo>
                    <a:pt x="8301330" y="1987198"/>
                  </a:lnTo>
                  <a:lnTo>
                    <a:pt x="8337497" y="1922894"/>
                  </a:lnTo>
                  <a:lnTo>
                    <a:pt x="8373484" y="1854985"/>
                  </a:lnTo>
                  <a:lnTo>
                    <a:pt x="8409392" y="1783695"/>
                  </a:lnTo>
                  <a:lnTo>
                    <a:pt x="8445289" y="1709329"/>
                  </a:lnTo>
                  <a:lnTo>
                    <a:pt x="8481219" y="1632274"/>
                  </a:lnTo>
                  <a:lnTo>
                    <a:pt x="8517203" y="1552993"/>
                  </a:lnTo>
                  <a:lnTo>
                    <a:pt x="8553241" y="1472015"/>
                  </a:lnTo>
                  <a:lnTo>
                    <a:pt x="8589322" y="1389920"/>
                  </a:lnTo>
                  <a:lnTo>
                    <a:pt x="8625423" y="1307322"/>
                  </a:lnTo>
                  <a:lnTo>
                    <a:pt x="8661519" y="1224851"/>
                  </a:lnTo>
                  <a:lnTo>
                    <a:pt x="8697585" y="1143135"/>
                  </a:lnTo>
                  <a:lnTo>
                    <a:pt x="8733602" y="1062776"/>
                  </a:lnTo>
                  <a:lnTo>
                    <a:pt x="8769563" y="984335"/>
                  </a:lnTo>
                  <a:lnTo>
                    <a:pt x="8805476" y="908315"/>
                  </a:lnTo>
                  <a:lnTo>
                    <a:pt x="8841371" y="835150"/>
                  </a:lnTo>
                  <a:lnTo>
                    <a:pt x="8877300" y="765195"/>
                  </a:lnTo>
                  <a:lnTo>
                    <a:pt x="8913346" y="698721"/>
                  </a:lnTo>
                  <a:lnTo>
                    <a:pt x="8949623" y="635918"/>
                  </a:lnTo>
                  <a:lnTo>
                    <a:pt x="8986283" y="576893"/>
                  </a:lnTo>
                  <a:lnTo>
                    <a:pt x="9023520" y="521678"/>
                  </a:lnTo>
                  <a:lnTo>
                    <a:pt x="9061578" y="470236"/>
                  </a:lnTo>
                  <a:lnTo>
                    <a:pt x="9084767" y="441341"/>
                  </a:lnTo>
                  <a:lnTo>
                    <a:pt x="9131214" y="388921"/>
                  </a:lnTo>
                  <a:lnTo>
                    <a:pt x="9180052" y="341381"/>
                  </a:lnTo>
                  <a:lnTo>
                    <a:pt x="9231991" y="298511"/>
                  </a:lnTo>
                  <a:lnTo>
                    <a:pt x="9287807" y="259936"/>
                  </a:lnTo>
                  <a:lnTo>
                    <a:pt x="9348298" y="225220"/>
                  </a:lnTo>
                  <a:lnTo>
                    <a:pt x="9414229" y="193925"/>
                  </a:lnTo>
                  <a:lnTo>
                    <a:pt x="9486267" y="165653"/>
                  </a:lnTo>
                  <a:lnTo>
                    <a:pt x="9564890" y="140066"/>
                  </a:lnTo>
                  <a:lnTo>
                    <a:pt x="9650262" y="116898"/>
                  </a:lnTo>
                  <a:lnTo>
                    <a:pt x="9742086" y="95960"/>
                  </a:lnTo>
                  <a:lnTo>
                    <a:pt x="9839428" y="77140"/>
                  </a:lnTo>
                  <a:lnTo>
                    <a:pt x="9940558" y="60400"/>
                  </a:lnTo>
                  <a:lnTo>
                    <a:pt x="10042865" y="45755"/>
                  </a:lnTo>
                  <a:lnTo>
                    <a:pt x="10142899" y="33250"/>
                  </a:lnTo>
                  <a:lnTo>
                    <a:pt x="10236633" y="22926"/>
                  </a:lnTo>
                  <a:lnTo>
                    <a:pt x="10319946" y="14775"/>
                  </a:lnTo>
                  <a:lnTo>
                    <a:pt x="10389288" y="8707"/>
                  </a:lnTo>
                  <a:lnTo>
                    <a:pt x="10442358" y="4530"/>
                  </a:lnTo>
                  <a:lnTo>
                    <a:pt x="10478615" y="1951"/>
                  </a:lnTo>
                  <a:lnTo>
                    <a:pt x="10499488" y="604"/>
                  </a:lnTo>
                  <a:lnTo>
                    <a:pt x="10508278" y="88"/>
                  </a:lnTo>
                  <a:lnTo>
                    <a:pt x="10509908" y="0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81" name="pl1681"/>
            <p:cNvSpPr/>
            <p:nvPr/>
          </p:nvSpPr>
          <p:spPr>
            <a:xfrm>
              <a:off x="4799595" y="5069673"/>
              <a:ext cx="11981298" cy="4699474"/>
            </a:xfrm>
            <a:custGeom>
              <a:avLst/>
              <a:pathLst>
                <a:path w="11981298" h="4699474">
                  <a:moveTo>
                    <a:pt x="11981298" y="0"/>
                  </a:moveTo>
                  <a:lnTo>
                    <a:pt x="10509911" y="0"/>
                  </a:lnTo>
                  <a:lnTo>
                    <a:pt x="10508754" y="61"/>
                  </a:lnTo>
                  <a:lnTo>
                    <a:pt x="10501149" y="504"/>
                  </a:lnTo>
                  <a:lnTo>
                    <a:pt x="10481991" y="1725"/>
                  </a:lnTo>
                  <a:lnTo>
                    <a:pt x="10447760" y="4130"/>
                  </a:lnTo>
                  <a:lnTo>
                    <a:pt x="10396786" y="8091"/>
                  </a:lnTo>
                  <a:lnTo>
                    <a:pt x="10329369" y="13912"/>
                  </a:lnTo>
                  <a:lnTo>
                    <a:pt x="10247616" y="21797"/>
                  </a:lnTo>
                  <a:lnTo>
                    <a:pt x="10154956" y="31850"/>
                  </a:lnTo>
                  <a:lnTo>
                    <a:pt x="10055478" y="44086"/>
                  </a:lnTo>
                  <a:lnTo>
                    <a:pt x="9953250" y="58468"/>
                  </a:lnTo>
                  <a:lnTo>
                    <a:pt x="9851813" y="74951"/>
                  </a:lnTo>
                  <a:lnTo>
                    <a:pt x="9753890" y="93511"/>
                  </a:lnTo>
                  <a:lnTo>
                    <a:pt x="9661316" y="114182"/>
                  </a:lnTo>
                  <a:lnTo>
                    <a:pt x="9575116" y="137065"/>
                  </a:lnTo>
                  <a:lnTo>
                    <a:pt x="9495657" y="162339"/>
                  </a:lnTo>
                  <a:lnTo>
                    <a:pt x="9422823" y="190260"/>
                  </a:lnTo>
                  <a:lnTo>
                    <a:pt x="9356167" y="221160"/>
                  </a:lnTo>
                  <a:lnTo>
                    <a:pt x="9295042" y="255429"/>
                  </a:lnTo>
                  <a:lnTo>
                    <a:pt x="9238689" y="293500"/>
                  </a:lnTo>
                  <a:lnTo>
                    <a:pt x="9186312" y="335815"/>
                  </a:lnTo>
                  <a:lnTo>
                    <a:pt x="9137130" y="382760"/>
                  </a:lnTo>
                  <a:lnTo>
                    <a:pt x="9090421" y="434573"/>
                  </a:lnTo>
                  <a:lnTo>
                    <a:pt x="9084767" y="441341"/>
                  </a:lnTo>
                  <a:lnTo>
                    <a:pt x="9046078" y="490580"/>
                  </a:lnTo>
                  <a:lnTo>
                    <a:pt x="9008385" y="543538"/>
                  </a:lnTo>
                  <a:lnTo>
                    <a:pt x="8971407" y="600292"/>
                  </a:lnTo>
                  <a:lnTo>
                    <a:pt x="8934923" y="660852"/>
                  </a:lnTo>
                  <a:lnTo>
                    <a:pt x="8898756" y="725157"/>
                  </a:lnTo>
                  <a:lnTo>
                    <a:pt x="8862769" y="793065"/>
                  </a:lnTo>
                  <a:lnTo>
                    <a:pt x="8826862" y="864356"/>
                  </a:lnTo>
                  <a:lnTo>
                    <a:pt x="8790964" y="938722"/>
                  </a:lnTo>
                  <a:lnTo>
                    <a:pt x="8755034" y="1015777"/>
                  </a:lnTo>
                  <a:lnTo>
                    <a:pt x="8719050" y="1095057"/>
                  </a:lnTo>
                  <a:lnTo>
                    <a:pt x="8683012" y="1176035"/>
                  </a:lnTo>
                  <a:lnTo>
                    <a:pt x="8646931" y="1258130"/>
                  </a:lnTo>
                  <a:lnTo>
                    <a:pt x="8610830" y="1340729"/>
                  </a:lnTo>
                  <a:lnTo>
                    <a:pt x="8574734" y="1423199"/>
                  </a:lnTo>
                  <a:lnTo>
                    <a:pt x="8538669" y="1504915"/>
                  </a:lnTo>
                  <a:lnTo>
                    <a:pt x="8502651" y="1585274"/>
                  </a:lnTo>
                  <a:lnTo>
                    <a:pt x="8466690" y="1663715"/>
                  </a:lnTo>
                  <a:lnTo>
                    <a:pt x="8430777" y="1739735"/>
                  </a:lnTo>
                  <a:lnTo>
                    <a:pt x="8394882" y="1812900"/>
                  </a:lnTo>
                  <a:lnTo>
                    <a:pt x="8358953" y="1882856"/>
                  </a:lnTo>
                  <a:lnTo>
                    <a:pt x="8322907" y="1949330"/>
                  </a:lnTo>
                  <a:lnTo>
                    <a:pt x="8286630" y="2012133"/>
                  </a:lnTo>
                  <a:lnTo>
                    <a:pt x="8249970" y="2071158"/>
                  </a:lnTo>
                  <a:lnTo>
                    <a:pt x="8212734" y="2126372"/>
                  </a:lnTo>
                  <a:lnTo>
                    <a:pt x="8174675" y="2177815"/>
                  </a:lnTo>
                  <a:lnTo>
                    <a:pt x="8151487" y="2206709"/>
                  </a:lnTo>
                  <a:lnTo>
                    <a:pt x="8105039" y="2259129"/>
                  </a:lnTo>
                  <a:lnTo>
                    <a:pt x="8056201" y="2306670"/>
                  </a:lnTo>
                  <a:lnTo>
                    <a:pt x="8004262" y="2349540"/>
                  </a:lnTo>
                  <a:lnTo>
                    <a:pt x="7948446" y="2388114"/>
                  </a:lnTo>
                  <a:lnTo>
                    <a:pt x="7887955" y="2422831"/>
                  </a:lnTo>
                  <a:lnTo>
                    <a:pt x="7822024" y="2454126"/>
                  </a:lnTo>
                  <a:lnTo>
                    <a:pt x="7749986" y="2482398"/>
                  </a:lnTo>
                  <a:lnTo>
                    <a:pt x="7671364" y="2507984"/>
                  </a:lnTo>
                  <a:lnTo>
                    <a:pt x="7585991" y="2531153"/>
                  </a:lnTo>
                  <a:lnTo>
                    <a:pt x="7494167" y="2552091"/>
                  </a:lnTo>
                  <a:lnTo>
                    <a:pt x="7396826" y="2570910"/>
                  </a:lnTo>
                  <a:lnTo>
                    <a:pt x="7295695" y="2587650"/>
                  </a:lnTo>
                  <a:lnTo>
                    <a:pt x="7193388" y="2602296"/>
                  </a:lnTo>
                  <a:lnTo>
                    <a:pt x="7093354" y="2614800"/>
                  </a:lnTo>
                  <a:lnTo>
                    <a:pt x="6999620" y="2625125"/>
                  </a:lnTo>
                  <a:lnTo>
                    <a:pt x="6916307" y="2633276"/>
                  </a:lnTo>
                  <a:lnTo>
                    <a:pt x="6846965" y="2639343"/>
                  </a:lnTo>
                  <a:lnTo>
                    <a:pt x="6793895" y="2643520"/>
                  </a:lnTo>
                  <a:lnTo>
                    <a:pt x="6757638" y="2646099"/>
                  </a:lnTo>
                  <a:lnTo>
                    <a:pt x="6736765" y="2647446"/>
                  </a:lnTo>
                  <a:lnTo>
                    <a:pt x="6727975" y="2647963"/>
                  </a:lnTo>
                  <a:lnTo>
                    <a:pt x="6726345" y="2648051"/>
                  </a:lnTo>
                  <a:lnTo>
                    <a:pt x="6726343" y="2648051"/>
                  </a:lnTo>
                  <a:lnTo>
                    <a:pt x="5254955" y="2648051"/>
                  </a:lnTo>
                  <a:lnTo>
                    <a:pt x="5253767" y="2648100"/>
                  </a:lnTo>
                  <a:lnTo>
                    <a:pt x="5245966" y="2648452"/>
                  </a:lnTo>
                  <a:lnTo>
                    <a:pt x="5226325" y="2649425"/>
                  </a:lnTo>
                  <a:lnTo>
                    <a:pt x="5191274" y="2651338"/>
                  </a:lnTo>
                  <a:lnTo>
                    <a:pt x="5139157" y="2654489"/>
                  </a:lnTo>
                  <a:lnTo>
                    <a:pt x="5070365" y="2659115"/>
                  </a:lnTo>
                  <a:lnTo>
                    <a:pt x="4987138" y="2665376"/>
                  </a:lnTo>
                  <a:lnTo>
                    <a:pt x="4893059" y="2673348"/>
                  </a:lnTo>
                  <a:lnTo>
                    <a:pt x="4792343" y="2683040"/>
                  </a:lnTo>
                  <a:lnTo>
                    <a:pt x="4689143" y="2694423"/>
                  </a:lnTo>
                  <a:lnTo>
                    <a:pt x="4587031" y="2707458"/>
                  </a:lnTo>
                  <a:lnTo>
                    <a:pt x="4488718" y="2722133"/>
                  </a:lnTo>
                  <a:lnTo>
                    <a:pt x="4395997" y="2738478"/>
                  </a:lnTo>
                  <a:lnTo>
                    <a:pt x="4309839" y="2756581"/>
                  </a:lnTo>
                  <a:lnTo>
                    <a:pt x="4230552" y="2776592"/>
                  </a:lnTo>
                  <a:lnTo>
                    <a:pt x="4157963" y="2798722"/>
                  </a:lnTo>
                  <a:lnTo>
                    <a:pt x="4091579" y="2823242"/>
                  </a:lnTo>
                  <a:lnTo>
                    <a:pt x="4030712" y="2850470"/>
                  </a:lnTo>
                  <a:lnTo>
                    <a:pt x="3974574" y="2880753"/>
                  </a:lnTo>
                  <a:lnTo>
                    <a:pt x="3922346" y="2914439"/>
                  </a:lnTo>
                  <a:lnTo>
                    <a:pt x="3873233" y="2951821"/>
                  </a:lnTo>
                  <a:lnTo>
                    <a:pt x="3829811" y="2989955"/>
                  </a:lnTo>
                  <a:lnTo>
                    <a:pt x="3787382" y="3031999"/>
                  </a:lnTo>
                  <a:lnTo>
                    <a:pt x="3746117" y="3077528"/>
                  </a:lnTo>
                  <a:lnTo>
                    <a:pt x="3705661" y="3126609"/>
                  </a:lnTo>
                  <a:lnTo>
                    <a:pt x="3665731" y="3179235"/>
                  </a:lnTo>
                  <a:lnTo>
                    <a:pt x="3626114" y="3235316"/>
                  </a:lnTo>
                  <a:lnTo>
                    <a:pt x="3586651" y="3294671"/>
                  </a:lnTo>
                  <a:lnTo>
                    <a:pt x="3547231" y="3357025"/>
                  </a:lnTo>
                  <a:lnTo>
                    <a:pt x="3507784" y="3422011"/>
                  </a:lnTo>
                  <a:lnTo>
                    <a:pt x="3468277" y="3489173"/>
                  </a:lnTo>
                  <a:lnTo>
                    <a:pt x="3428703" y="3557981"/>
                  </a:lnTo>
                  <a:lnTo>
                    <a:pt x="3389078" y="3627842"/>
                  </a:lnTo>
                  <a:lnTo>
                    <a:pt x="3349431" y="3698126"/>
                  </a:lnTo>
                  <a:lnTo>
                    <a:pt x="3309796" y="3768185"/>
                  </a:lnTo>
                  <a:lnTo>
                    <a:pt x="3270205" y="3837381"/>
                  </a:lnTo>
                  <a:lnTo>
                    <a:pt x="3230676" y="3905108"/>
                  </a:lnTo>
                  <a:lnTo>
                    <a:pt x="3191213" y="3970814"/>
                  </a:lnTo>
                  <a:lnTo>
                    <a:pt x="3151791" y="4034019"/>
                  </a:lnTo>
                  <a:lnTo>
                    <a:pt x="3112350" y="4094328"/>
                  </a:lnTo>
                  <a:lnTo>
                    <a:pt x="3072795" y="4151437"/>
                  </a:lnTo>
                  <a:lnTo>
                    <a:pt x="3032982" y="4205138"/>
                  </a:lnTo>
                  <a:lnTo>
                    <a:pt x="2992713" y="4255311"/>
                  </a:lnTo>
                  <a:lnTo>
                    <a:pt x="2951731" y="4301926"/>
                  </a:lnTo>
                  <a:lnTo>
                    <a:pt x="2909703" y="4345029"/>
                  </a:lnTo>
                  <a:lnTo>
                    <a:pt x="2896531" y="4357570"/>
                  </a:lnTo>
                  <a:lnTo>
                    <a:pt x="2849658" y="4398525"/>
                  </a:lnTo>
                  <a:lnTo>
                    <a:pt x="2800346" y="4435633"/>
                  </a:lnTo>
                  <a:lnTo>
                    <a:pt x="2747863" y="4469063"/>
                  </a:lnTo>
                  <a:lnTo>
                    <a:pt x="2691412" y="4499114"/>
                  </a:lnTo>
                  <a:lnTo>
                    <a:pt x="2630173" y="4526136"/>
                  </a:lnTo>
                  <a:lnTo>
                    <a:pt x="2563363" y="4550474"/>
                  </a:lnTo>
                  <a:lnTo>
                    <a:pt x="2490305" y="4572443"/>
                  </a:lnTo>
                  <a:lnTo>
                    <a:pt x="2410523" y="4592310"/>
                  </a:lnTo>
                  <a:lnTo>
                    <a:pt x="2323875" y="4610281"/>
                  </a:lnTo>
                  <a:lnTo>
                    <a:pt x="2230710" y="4626504"/>
                  </a:lnTo>
                  <a:lnTo>
                    <a:pt x="2132053" y="4641060"/>
                  </a:lnTo>
                  <a:lnTo>
                    <a:pt x="2029760" y="4653978"/>
                  </a:lnTo>
                  <a:lnTo>
                    <a:pt x="1926611" y="4665240"/>
                  </a:lnTo>
                  <a:lnTo>
                    <a:pt x="1826230" y="4674809"/>
                  </a:lnTo>
                  <a:lnTo>
                    <a:pt x="1732795" y="4682657"/>
                  </a:lnTo>
                  <a:lnTo>
                    <a:pt x="1650501" y="4688796"/>
                  </a:lnTo>
                  <a:lnTo>
                    <a:pt x="1582855" y="4693309"/>
                  </a:lnTo>
                  <a:lnTo>
                    <a:pt x="1531980" y="4696362"/>
                  </a:lnTo>
                  <a:lnTo>
                    <a:pt x="1498119" y="4698198"/>
                  </a:lnTo>
                  <a:lnTo>
                    <a:pt x="1479472" y="4699115"/>
                  </a:lnTo>
                  <a:lnTo>
                    <a:pt x="1472340" y="4699434"/>
                  </a:lnTo>
                  <a:lnTo>
                    <a:pt x="1471387" y="4699474"/>
                  </a:lnTo>
                  <a:lnTo>
                    <a:pt x="0" y="469947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82" name="pg1682"/>
            <p:cNvSpPr/>
            <p:nvPr/>
          </p:nvSpPr>
          <p:spPr>
            <a:xfrm>
              <a:off x="4799595" y="8690311"/>
              <a:ext cx="11981298" cy="1601907"/>
            </a:xfrm>
            <a:custGeom>
              <a:avLst/>
              <a:pathLst>
                <a:path w="11981298" h="1601907">
                  <a:moveTo>
                    <a:pt x="0" y="1176911"/>
                  </a:moveTo>
                  <a:lnTo>
                    <a:pt x="1471387" y="1176911"/>
                  </a:lnTo>
                  <a:lnTo>
                    <a:pt x="1472623" y="1176922"/>
                  </a:lnTo>
                  <a:lnTo>
                    <a:pt x="1480730" y="1176998"/>
                  </a:lnTo>
                  <a:lnTo>
                    <a:pt x="1501116" y="1177208"/>
                  </a:lnTo>
                  <a:lnTo>
                    <a:pt x="1537435" y="1177620"/>
                  </a:lnTo>
                  <a:lnTo>
                    <a:pt x="1591308" y="1178300"/>
                  </a:lnTo>
                  <a:lnTo>
                    <a:pt x="1662206" y="1179295"/>
                  </a:lnTo>
                  <a:lnTo>
                    <a:pt x="1747670" y="1180641"/>
                  </a:lnTo>
                  <a:lnTo>
                    <a:pt x="1843888" y="1182351"/>
                  </a:lnTo>
                  <a:lnTo>
                    <a:pt x="1946450" y="1184427"/>
                  </a:lnTo>
                  <a:lnTo>
                    <a:pt x="2051079" y="1186862"/>
                  </a:lnTo>
                  <a:lnTo>
                    <a:pt x="2154164" y="1189648"/>
                  </a:lnTo>
                  <a:lnTo>
                    <a:pt x="2253018" y="1192782"/>
                  </a:lnTo>
                  <a:lnTo>
                    <a:pt x="2345914" y="1196275"/>
                  </a:lnTo>
                  <a:lnTo>
                    <a:pt x="2431973" y="1200146"/>
                  </a:lnTo>
                  <a:lnTo>
                    <a:pt x="2510977" y="1204430"/>
                  </a:lnTo>
                  <a:lnTo>
                    <a:pt x="2583182" y="1209176"/>
                  </a:lnTo>
                  <a:lnTo>
                    <a:pt x="2649153" y="1214445"/>
                  </a:lnTo>
                  <a:lnTo>
                    <a:pt x="2709638" y="1220306"/>
                  </a:lnTo>
                  <a:lnTo>
                    <a:pt x="2765468" y="1226836"/>
                  </a:lnTo>
                  <a:lnTo>
                    <a:pt x="2817495" y="1234107"/>
                  </a:lnTo>
                  <a:lnTo>
                    <a:pt x="2866533" y="1242178"/>
                  </a:lnTo>
                  <a:lnTo>
                    <a:pt x="2896531" y="1247744"/>
                  </a:lnTo>
                  <a:lnTo>
                    <a:pt x="2951565" y="1259234"/>
                  </a:lnTo>
                  <a:lnTo>
                    <a:pt x="3004811" y="1271959"/>
                  </a:lnTo>
                  <a:lnTo>
                    <a:pt x="3056982" y="1285932"/>
                  </a:lnTo>
                  <a:lnTo>
                    <a:pt x="3108588" y="1301123"/>
                  </a:lnTo>
                  <a:lnTo>
                    <a:pt x="3159975" y="1317446"/>
                  </a:lnTo>
                  <a:lnTo>
                    <a:pt x="3211353" y="1334759"/>
                  </a:lnTo>
                  <a:lnTo>
                    <a:pt x="3262825" y="1352868"/>
                  </a:lnTo>
                  <a:lnTo>
                    <a:pt x="3314406" y="1371530"/>
                  </a:lnTo>
                  <a:lnTo>
                    <a:pt x="3366055" y="1390469"/>
                  </a:lnTo>
                  <a:lnTo>
                    <a:pt x="3417699" y="1409391"/>
                  </a:lnTo>
                  <a:lnTo>
                    <a:pt x="3469269" y="1428004"/>
                  </a:lnTo>
                  <a:lnTo>
                    <a:pt x="3520728" y="1446035"/>
                  </a:lnTo>
                  <a:lnTo>
                    <a:pt x="3572101" y="1463247"/>
                  </a:lnTo>
                  <a:lnTo>
                    <a:pt x="3623499" y="1479449"/>
                  </a:lnTo>
                  <a:lnTo>
                    <a:pt x="3675148" y="1494508"/>
                  </a:lnTo>
                  <a:lnTo>
                    <a:pt x="3727411" y="1508342"/>
                  </a:lnTo>
                  <a:lnTo>
                    <a:pt x="3780817" y="1520927"/>
                  </a:lnTo>
                  <a:lnTo>
                    <a:pt x="3829811" y="1531075"/>
                  </a:lnTo>
                  <a:lnTo>
                    <a:pt x="3877330" y="1539668"/>
                  </a:lnTo>
                  <a:lnTo>
                    <a:pt x="3927365" y="1547443"/>
                  </a:lnTo>
                  <a:lnTo>
                    <a:pt x="3980676" y="1554437"/>
                  </a:lnTo>
                  <a:lnTo>
                    <a:pt x="4038099" y="1560715"/>
                  </a:lnTo>
                  <a:lnTo>
                    <a:pt x="4100484" y="1566353"/>
                  </a:lnTo>
                  <a:lnTo>
                    <a:pt x="4168641" y="1571424"/>
                  </a:lnTo>
                  <a:lnTo>
                    <a:pt x="4243264" y="1575996"/>
                  </a:lnTo>
                  <a:lnTo>
                    <a:pt x="4324823" y="1580125"/>
                  </a:lnTo>
                  <a:lnTo>
                    <a:pt x="4413422" y="1583855"/>
                  </a:lnTo>
                  <a:lnTo>
                    <a:pt x="4508626" y="1587216"/>
                  </a:lnTo>
                  <a:lnTo>
                    <a:pt x="4609266" y="1590223"/>
                  </a:lnTo>
                  <a:lnTo>
                    <a:pt x="4713274" y="1592882"/>
                  </a:lnTo>
                  <a:lnTo>
                    <a:pt x="4817614" y="1595187"/>
                  </a:lnTo>
                  <a:lnTo>
                    <a:pt x="4918386" y="1597131"/>
                  </a:lnTo>
                  <a:lnTo>
                    <a:pt x="5011192" y="1598708"/>
                  </a:lnTo>
                  <a:lnTo>
                    <a:pt x="5091748" y="1599924"/>
                  </a:lnTo>
                  <a:lnTo>
                    <a:pt x="5156652" y="1600800"/>
                  </a:lnTo>
                  <a:lnTo>
                    <a:pt x="5204096" y="1601376"/>
                  </a:lnTo>
                  <a:lnTo>
                    <a:pt x="5234325" y="1601707"/>
                  </a:lnTo>
                  <a:lnTo>
                    <a:pt x="5249729" y="1601860"/>
                  </a:lnTo>
                  <a:lnTo>
                    <a:pt x="5254630" y="1601904"/>
                  </a:lnTo>
                  <a:lnTo>
                    <a:pt x="5254955" y="1601907"/>
                  </a:lnTo>
                  <a:lnTo>
                    <a:pt x="6726343" y="1601907"/>
                  </a:lnTo>
                  <a:lnTo>
                    <a:pt x="6727550" y="1601868"/>
                  </a:lnTo>
                  <a:lnTo>
                    <a:pt x="6735475" y="1601590"/>
                  </a:lnTo>
                  <a:lnTo>
                    <a:pt x="6755416" y="1600822"/>
                  </a:lnTo>
                  <a:lnTo>
                    <a:pt x="6790979" y="1599311"/>
                  </a:lnTo>
                  <a:lnTo>
                    <a:pt x="6843806" y="1596823"/>
                  </a:lnTo>
                  <a:lnTo>
                    <a:pt x="6913451" y="1593173"/>
                  </a:lnTo>
                  <a:lnTo>
                    <a:pt x="6997586" y="1588235"/>
                  </a:lnTo>
                  <a:lnTo>
                    <a:pt x="7092537" y="1581953"/>
                  </a:lnTo>
                  <a:lnTo>
                    <a:pt x="7194007" y="1574320"/>
                  </a:lnTo>
                  <a:lnTo>
                    <a:pt x="7297795" y="1565361"/>
                  </a:lnTo>
                  <a:lnTo>
                    <a:pt x="7400310" y="1555104"/>
                  </a:lnTo>
                  <a:lnTo>
                    <a:pt x="7498850" y="1543560"/>
                  </a:lnTo>
                  <a:lnTo>
                    <a:pt x="7591648" y="1530701"/>
                  </a:lnTo>
                  <a:lnTo>
                    <a:pt x="7677771" y="1516455"/>
                  </a:lnTo>
                  <a:lnTo>
                    <a:pt x="7756947" y="1500699"/>
                  </a:lnTo>
                  <a:lnTo>
                    <a:pt x="7829381" y="1483263"/>
                  </a:lnTo>
                  <a:lnTo>
                    <a:pt x="7895598" y="1463929"/>
                  </a:lnTo>
                  <a:lnTo>
                    <a:pt x="7956308" y="1442444"/>
                  </a:lnTo>
                  <a:lnTo>
                    <a:pt x="8012318" y="1418531"/>
                  </a:lnTo>
                  <a:lnTo>
                    <a:pt x="8064460" y="1391919"/>
                  </a:lnTo>
                  <a:lnTo>
                    <a:pt x="8113539" y="1362385"/>
                  </a:lnTo>
                  <a:lnTo>
                    <a:pt x="8151487" y="1336285"/>
                  </a:lnTo>
                  <a:lnTo>
                    <a:pt x="8197340" y="1300822"/>
                  </a:lnTo>
                  <a:lnTo>
                    <a:pt x="8241865" y="1262183"/>
                  </a:lnTo>
                  <a:lnTo>
                    <a:pt x="8285503" y="1220311"/>
                  </a:lnTo>
                  <a:lnTo>
                    <a:pt x="8328592" y="1175228"/>
                  </a:lnTo>
                  <a:lnTo>
                    <a:pt x="8371381" y="1127049"/>
                  </a:lnTo>
                  <a:lnTo>
                    <a:pt x="8414049" y="1075985"/>
                  </a:lnTo>
                  <a:lnTo>
                    <a:pt x="8456712" y="1022348"/>
                  </a:lnTo>
                  <a:lnTo>
                    <a:pt x="8499433" y="966547"/>
                  </a:lnTo>
                  <a:lnTo>
                    <a:pt x="8542232" y="909077"/>
                  </a:lnTo>
                  <a:lnTo>
                    <a:pt x="8585097" y="850505"/>
                  </a:lnTo>
                  <a:lnTo>
                    <a:pt x="8627995" y="791444"/>
                  </a:lnTo>
                  <a:lnTo>
                    <a:pt x="8670883" y="732529"/>
                  </a:lnTo>
                  <a:lnTo>
                    <a:pt x="8713721" y="674390"/>
                  </a:lnTo>
                  <a:lnTo>
                    <a:pt x="8756484" y="617621"/>
                  </a:lnTo>
                  <a:lnTo>
                    <a:pt x="8799173" y="562760"/>
                  </a:lnTo>
                  <a:lnTo>
                    <a:pt x="8841828" y="510261"/>
                  </a:lnTo>
                  <a:lnTo>
                    <a:pt x="8884534" y="460492"/>
                  </a:lnTo>
                  <a:lnTo>
                    <a:pt x="8927434" y="413717"/>
                  </a:lnTo>
                  <a:lnTo>
                    <a:pt x="8970740" y="370102"/>
                  </a:lnTo>
                  <a:lnTo>
                    <a:pt x="9014739" y="329720"/>
                  </a:lnTo>
                  <a:lnTo>
                    <a:pt x="9059813" y="292554"/>
                  </a:lnTo>
                  <a:lnTo>
                    <a:pt x="9084767" y="273795"/>
                  </a:lnTo>
                  <a:lnTo>
                    <a:pt x="9131902" y="241811"/>
                  </a:lnTo>
                  <a:lnTo>
                    <a:pt x="9181507" y="212849"/>
                  </a:lnTo>
                  <a:lnTo>
                    <a:pt x="9234326" y="186773"/>
                  </a:lnTo>
                  <a:lnTo>
                    <a:pt x="9291171" y="163347"/>
                  </a:lnTo>
                  <a:lnTo>
                    <a:pt x="9352874" y="142294"/>
                  </a:lnTo>
                  <a:lnTo>
                    <a:pt x="9420229" y="123342"/>
                  </a:lnTo>
                  <a:lnTo>
                    <a:pt x="9493921" y="106242"/>
                  </a:lnTo>
                  <a:lnTo>
                    <a:pt x="9574422" y="90787"/>
                  </a:lnTo>
                  <a:lnTo>
                    <a:pt x="9661860" y="76814"/>
                  </a:lnTo>
                  <a:lnTo>
                    <a:pt x="9755853" y="64211"/>
                  </a:lnTo>
                  <a:lnTo>
                    <a:pt x="9855318" y="52914"/>
                  </a:lnTo>
                  <a:lnTo>
                    <a:pt x="9958315" y="42904"/>
                  </a:lnTo>
                  <a:lnTo>
                    <a:pt x="10061961" y="34196"/>
                  </a:lnTo>
                  <a:lnTo>
                    <a:pt x="10162521" y="26820"/>
                  </a:lnTo>
                  <a:lnTo>
                    <a:pt x="10255726" y="20797"/>
                  </a:lnTo>
                  <a:lnTo>
                    <a:pt x="10337341" y="16112"/>
                  </a:lnTo>
                  <a:lnTo>
                    <a:pt x="10403897" y="12696"/>
                  </a:lnTo>
                  <a:lnTo>
                    <a:pt x="10453392" y="10411"/>
                  </a:lnTo>
                  <a:lnTo>
                    <a:pt x="10485776" y="9061"/>
                  </a:lnTo>
                  <a:lnTo>
                    <a:pt x="10503083" y="8406"/>
                  </a:lnTo>
                  <a:lnTo>
                    <a:pt x="10509265" y="8193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8704" y="38"/>
                  </a:lnTo>
                  <a:lnTo>
                    <a:pt x="10500779" y="316"/>
                  </a:lnTo>
                  <a:lnTo>
                    <a:pt x="10480837" y="1084"/>
                  </a:lnTo>
                  <a:lnTo>
                    <a:pt x="10445274" y="2596"/>
                  </a:lnTo>
                  <a:lnTo>
                    <a:pt x="10392447" y="5084"/>
                  </a:lnTo>
                  <a:lnTo>
                    <a:pt x="10322802" y="8734"/>
                  </a:lnTo>
                  <a:lnTo>
                    <a:pt x="10238667" y="13671"/>
                  </a:lnTo>
                  <a:lnTo>
                    <a:pt x="10143717" y="19954"/>
                  </a:lnTo>
                  <a:lnTo>
                    <a:pt x="10042246" y="27587"/>
                  </a:lnTo>
                  <a:lnTo>
                    <a:pt x="9938458" y="36546"/>
                  </a:lnTo>
                  <a:lnTo>
                    <a:pt x="9835943" y="46802"/>
                  </a:lnTo>
                  <a:lnTo>
                    <a:pt x="9737403" y="58346"/>
                  </a:lnTo>
                  <a:lnTo>
                    <a:pt x="9644605" y="71205"/>
                  </a:lnTo>
                  <a:lnTo>
                    <a:pt x="9558482" y="85452"/>
                  </a:lnTo>
                  <a:lnTo>
                    <a:pt x="9479307" y="101207"/>
                  </a:lnTo>
                  <a:lnTo>
                    <a:pt x="9406872" y="118644"/>
                  </a:lnTo>
                  <a:lnTo>
                    <a:pt x="9340656" y="137978"/>
                  </a:lnTo>
                  <a:lnTo>
                    <a:pt x="9279946" y="159463"/>
                  </a:lnTo>
                  <a:lnTo>
                    <a:pt x="9223935" y="183376"/>
                  </a:lnTo>
                  <a:lnTo>
                    <a:pt x="9171793" y="209987"/>
                  </a:lnTo>
                  <a:lnTo>
                    <a:pt x="9122714" y="239522"/>
                  </a:lnTo>
                  <a:lnTo>
                    <a:pt x="9084767" y="265622"/>
                  </a:lnTo>
                  <a:lnTo>
                    <a:pt x="9038914" y="301085"/>
                  </a:lnTo>
                  <a:lnTo>
                    <a:pt x="8994388" y="339723"/>
                  </a:lnTo>
                  <a:lnTo>
                    <a:pt x="8950750" y="381596"/>
                  </a:lnTo>
                  <a:lnTo>
                    <a:pt x="8907661" y="426679"/>
                  </a:lnTo>
                  <a:lnTo>
                    <a:pt x="8864872" y="474858"/>
                  </a:lnTo>
                  <a:lnTo>
                    <a:pt x="8822204" y="525922"/>
                  </a:lnTo>
                  <a:lnTo>
                    <a:pt x="8779541" y="579559"/>
                  </a:lnTo>
                  <a:lnTo>
                    <a:pt x="8736820" y="635360"/>
                  </a:lnTo>
                  <a:lnTo>
                    <a:pt x="8694021" y="692829"/>
                  </a:lnTo>
                  <a:lnTo>
                    <a:pt x="8651156" y="751402"/>
                  </a:lnTo>
                  <a:lnTo>
                    <a:pt x="8608258" y="810463"/>
                  </a:lnTo>
                  <a:lnTo>
                    <a:pt x="8565370" y="869378"/>
                  </a:lnTo>
                  <a:lnTo>
                    <a:pt x="8522532" y="927517"/>
                  </a:lnTo>
                  <a:lnTo>
                    <a:pt x="8479769" y="984285"/>
                  </a:lnTo>
                  <a:lnTo>
                    <a:pt x="8437080" y="1039147"/>
                  </a:lnTo>
                  <a:lnTo>
                    <a:pt x="8394426" y="1091645"/>
                  </a:lnTo>
                  <a:lnTo>
                    <a:pt x="8351720" y="1141415"/>
                  </a:lnTo>
                  <a:lnTo>
                    <a:pt x="8308819" y="1188190"/>
                  </a:lnTo>
                  <a:lnTo>
                    <a:pt x="8265513" y="1231804"/>
                  </a:lnTo>
                  <a:lnTo>
                    <a:pt x="8221514" y="1272187"/>
                  </a:lnTo>
                  <a:lnTo>
                    <a:pt x="8176440" y="1309352"/>
                  </a:lnTo>
                  <a:lnTo>
                    <a:pt x="8151487" y="1328112"/>
                  </a:lnTo>
                  <a:lnTo>
                    <a:pt x="8104351" y="1360095"/>
                  </a:lnTo>
                  <a:lnTo>
                    <a:pt x="8054746" y="1389058"/>
                  </a:lnTo>
                  <a:lnTo>
                    <a:pt x="8001927" y="1415134"/>
                  </a:lnTo>
                  <a:lnTo>
                    <a:pt x="7945082" y="1438560"/>
                  </a:lnTo>
                  <a:lnTo>
                    <a:pt x="7883379" y="1459613"/>
                  </a:lnTo>
                  <a:lnTo>
                    <a:pt x="7816024" y="1478565"/>
                  </a:lnTo>
                  <a:lnTo>
                    <a:pt x="7742332" y="1495665"/>
                  </a:lnTo>
                  <a:lnTo>
                    <a:pt x="7661831" y="1511120"/>
                  </a:lnTo>
                  <a:lnTo>
                    <a:pt x="7574393" y="1525093"/>
                  </a:lnTo>
                  <a:lnTo>
                    <a:pt x="7480400" y="1537696"/>
                  </a:lnTo>
                  <a:lnTo>
                    <a:pt x="7380935" y="1548993"/>
                  </a:lnTo>
                  <a:lnTo>
                    <a:pt x="7277939" y="1559003"/>
                  </a:lnTo>
                  <a:lnTo>
                    <a:pt x="7174292" y="1567710"/>
                  </a:lnTo>
                  <a:lnTo>
                    <a:pt x="7073732" y="1575087"/>
                  </a:lnTo>
                  <a:lnTo>
                    <a:pt x="6980528" y="1581110"/>
                  </a:lnTo>
                  <a:lnTo>
                    <a:pt x="6898912" y="1585795"/>
                  </a:lnTo>
                  <a:lnTo>
                    <a:pt x="6832356" y="1589211"/>
                  </a:lnTo>
                  <a:lnTo>
                    <a:pt x="6782861" y="1591496"/>
                  </a:lnTo>
                  <a:lnTo>
                    <a:pt x="6750478" y="1592846"/>
                  </a:lnTo>
                  <a:lnTo>
                    <a:pt x="6733170" y="1593501"/>
                  </a:lnTo>
                  <a:lnTo>
                    <a:pt x="6726988" y="1593714"/>
                  </a:lnTo>
                  <a:lnTo>
                    <a:pt x="6726343" y="1593734"/>
                  </a:lnTo>
                  <a:lnTo>
                    <a:pt x="5254955" y="1593734"/>
                  </a:lnTo>
                  <a:lnTo>
                    <a:pt x="5253720" y="1593724"/>
                  </a:lnTo>
                  <a:lnTo>
                    <a:pt x="5245612" y="1593648"/>
                  </a:lnTo>
                  <a:lnTo>
                    <a:pt x="5225226" y="1593438"/>
                  </a:lnTo>
                  <a:lnTo>
                    <a:pt x="5188907" y="1593025"/>
                  </a:lnTo>
                  <a:lnTo>
                    <a:pt x="5135034" y="1592346"/>
                  </a:lnTo>
                  <a:lnTo>
                    <a:pt x="5064137" y="1591350"/>
                  </a:lnTo>
                  <a:lnTo>
                    <a:pt x="4978672" y="1590005"/>
                  </a:lnTo>
                  <a:lnTo>
                    <a:pt x="4882454" y="1588294"/>
                  </a:lnTo>
                  <a:lnTo>
                    <a:pt x="4779893" y="1586218"/>
                  </a:lnTo>
                  <a:lnTo>
                    <a:pt x="4675263" y="1583784"/>
                  </a:lnTo>
                  <a:lnTo>
                    <a:pt x="4572178" y="1580998"/>
                  </a:lnTo>
                  <a:lnTo>
                    <a:pt x="4473325" y="1577863"/>
                  </a:lnTo>
                  <a:lnTo>
                    <a:pt x="4380428" y="1574371"/>
                  </a:lnTo>
                  <a:lnTo>
                    <a:pt x="4294369" y="1570500"/>
                  </a:lnTo>
                  <a:lnTo>
                    <a:pt x="4215365" y="1566215"/>
                  </a:lnTo>
                  <a:lnTo>
                    <a:pt x="4143160" y="1561469"/>
                  </a:lnTo>
                  <a:lnTo>
                    <a:pt x="4077189" y="1556201"/>
                  </a:lnTo>
                  <a:lnTo>
                    <a:pt x="4016704" y="1550339"/>
                  </a:lnTo>
                  <a:lnTo>
                    <a:pt x="3960874" y="1543810"/>
                  </a:lnTo>
                  <a:lnTo>
                    <a:pt x="3908847" y="1536538"/>
                  </a:lnTo>
                  <a:lnTo>
                    <a:pt x="3859809" y="1528468"/>
                  </a:lnTo>
                  <a:lnTo>
                    <a:pt x="3829811" y="1522902"/>
                  </a:lnTo>
                  <a:lnTo>
                    <a:pt x="3774777" y="1511411"/>
                  </a:lnTo>
                  <a:lnTo>
                    <a:pt x="3721531" y="1498687"/>
                  </a:lnTo>
                  <a:lnTo>
                    <a:pt x="3669360" y="1484713"/>
                  </a:lnTo>
                  <a:lnTo>
                    <a:pt x="3617754" y="1469522"/>
                  </a:lnTo>
                  <a:lnTo>
                    <a:pt x="3566367" y="1453199"/>
                  </a:lnTo>
                  <a:lnTo>
                    <a:pt x="3514989" y="1435886"/>
                  </a:lnTo>
                  <a:lnTo>
                    <a:pt x="3463517" y="1417778"/>
                  </a:lnTo>
                  <a:lnTo>
                    <a:pt x="3411936" y="1399116"/>
                  </a:lnTo>
                  <a:lnTo>
                    <a:pt x="3360287" y="1380177"/>
                  </a:lnTo>
                  <a:lnTo>
                    <a:pt x="3308643" y="1361254"/>
                  </a:lnTo>
                  <a:lnTo>
                    <a:pt x="3257073" y="1342641"/>
                  </a:lnTo>
                  <a:lnTo>
                    <a:pt x="3205614" y="1324610"/>
                  </a:lnTo>
                  <a:lnTo>
                    <a:pt x="3154241" y="1307399"/>
                  </a:lnTo>
                  <a:lnTo>
                    <a:pt x="3102843" y="1291196"/>
                  </a:lnTo>
                  <a:lnTo>
                    <a:pt x="3051194" y="1276138"/>
                  </a:lnTo>
                  <a:lnTo>
                    <a:pt x="2998931" y="1262303"/>
                  </a:lnTo>
                  <a:lnTo>
                    <a:pt x="2945525" y="1249718"/>
                  </a:lnTo>
                  <a:lnTo>
                    <a:pt x="2896531" y="1239571"/>
                  </a:lnTo>
                  <a:lnTo>
                    <a:pt x="2849012" y="1230977"/>
                  </a:lnTo>
                  <a:lnTo>
                    <a:pt x="2798978" y="1223202"/>
                  </a:lnTo>
                  <a:lnTo>
                    <a:pt x="2745666" y="1216208"/>
                  </a:lnTo>
                  <a:lnTo>
                    <a:pt x="2688243" y="1209930"/>
                  </a:lnTo>
                  <a:lnTo>
                    <a:pt x="2625858" y="1204293"/>
                  </a:lnTo>
                  <a:lnTo>
                    <a:pt x="2557701" y="1199222"/>
                  </a:lnTo>
                  <a:lnTo>
                    <a:pt x="2483078" y="1194650"/>
                  </a:lnTo>
                  <a:lnTo>
                    <a:pt x="2401519" y="1190520"/>
                  </a:lnTo>
                  <a:lnTo>
                    <a:pt x="2312920" y="1186790"/>
                  </a:lnTo>
                  <a:lnTo>
                    <a:pt x="2217716" y="1183430"/>
                  </a:lnTo>
                  <a:lnTo>
                    <a:pt x="2117076" y="1180422"/>
                  </a:lnTo>
                  <a:lnTo>
                    <a:pt x="2013068" y="1177763"/>
                  </a:lnTo>
                  <a:lnTo>
                    <a:pt x="1908729" y="1175458"/>
                  </a:lnTo>
                  <a:lnTo>
                    <a:pt x="1807957" y="1173514"/>
                  </a:lnTo>
                  <a:lnTo>
                    <a:pt x="1715150" y="1171937"/>
                  </a:lnTo>
                  <a:lnTo>
                    <a:pt x="1634594" y="1170721"/>
                  </a:lnTo>
                  <a:lnTo>
                    <a:pt x="1569690" y="1169845"/>
                  </a:lnTo>
                  <a:lnTo>
                    <a:pt x="1522247" y="1169270"/>
                  </a:lnTo>
                  <a:lnTo>
                    <a:pt x="1492017" y="1168938"/>
                  </a:lnTo>
                  <a:lnTo>
                    <a:pt x="1476613" y="1168785"/>
                  </a:lnTo>
                  <a:lnTo>
                    <a:pt x="1471713" y="1168741"/>
                  </a:lnTo>
                  <a:lnTo>
                    <a:pt x="1471387" y="1168738"/>
                  </a:lnTo>
                  <a:lnTo>
                    <a:pt x="0" y="1168738"/>
                  </a:lnTo>
                  <a:close/>
                </a:path>
              </a:pathLst>
            </a:custGeom>
            <a:solidFill>
              <a:srgbClr val="D9B26F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683" name="pl1683"/>
            <p:cNvSpPr/>
            <p:nvPr/>
          </p:nvSpPr>
          <p:spPr>
            <a:xfrm>
              <a:off x="4799595" y="8698484"/>
              <a:ext cx="11981298" cy="1593734"/>
            </a:xfrm>
            <a:custGeom>
              <a:avLst/>
              <a:pathLst>
                <a:path w="11981298" h="1593734">
                  <a:moveTo>
                    <a:pt x="0" y="1168738"/>
                  </a:moveTo>
                  <a:lnTo>
                    <a:pt x="1471387" y="1168738"/>
                  </a:lnTo>
                  <a:lnTo>
                    <a:pt x="1472623" y="1168749"/>
                  </a:lnTo>
                  <a:lnTo>
                    <a:pt x="1480730" y="1168825"/>
                  </a:lnTo>
                  <a:lnTo>
                    <a:pt x="1501116" y="1169035"/>
                  </a:lnTo>
                  <a:lnTo>
                    <a:pt x="1537435" y="1169447"/>
                  </a:lnTo>
                  <a:lnTo>
                    <a:pt x="1591308" y="1170127"/>
                  </a:lnTo>
                  <a:lnTo>
                    <a:pt x="1662206" y="1171122"/>
                  </a:lnTo>
                  <a:lnTo>
                    <a:pt x="1747670" y="1172468"/>
                  </a:lnTo>
                  <a:lnTo>
                    <a:pt x="1843888" y="1174178"/>
                  </a:lnTo>
                  <a:lnTo>
                    <a:pt x="1946450" y="1176254"/>
                  </a:lnTo>
                  <a:lnTo>
                    <a:pt x="2051079" y="1178689"/>
                  </a:lnTo>
                  <a:lnTo>
                    <a:pt x="2154164" y="1181475"/>
                  </a:lnTo>
                  <a:lnTo>
                    <a:pt x="2253018" y="1184609"/>
                  </a:lnTo>
                  <a:lnTo>
                    <a:pt x="2345914" y="1188102"/>
                  </a:lnTo>
                  <a:lnTo>
                    <a:pt x="2431973" y="1191973"/>
                  </a:lnTo>
                  <a:lnTo>
                    <a:pt x="2510977" y="1196257"/>
                  </a:lnTo>
                  <a:lnTo>
                    <a:pt x="2583182" y="1201003"/>
                  </a:lnTo>
                  <a:lnTo>
                    <a:pt x="2649153" y="1206272"/>
                  </a:lnTo>
                  <a:lnTo>
                    <a:pt x="2709638" y="1212133"/>
                  </a:lnTo>
                  <a:lnTo>
                    <a:pt x="2765468" y="1218663"/>
                  </a:lnTo>
                  <a:lnTo>
                    <a:pt x="2817495" y="1225934"/>
                  </a:lnTo>
                  <a:lnTo>
                    <a:pt x="2866533" y="1234005"/>
                  </a:lnTo>
                  <a:lnTo>
                    <a:pt x="2896531" y="1239571"/>
                  </a:lnTo>
                  <a:lnTo>
                    <a:pt x="2951565" y="1251061"/>
                  </a:lnTo>
                  <a:lnTo>
                    <a:pt x="3004811" y="1263786"/>
                  </a:lnTo>
                  <a:lnTo>
                    <a:pt x="3056982" y="1277759"/>
                  </a:lnTo>
                  <a:lnTo>
                    <a:pt x="3108588" y="1292950"/>
                  </a:lnTo>
                  <a:lnTo>
                    <a:pt x="3159975" y="1309273"/>
                  </a:lnTo>
                  <a:lnTo>
                    <a:pt x="3211353" y="1326586"/>
                  </a:lnTo>
                  <a:lnTo>
                    <a:pt x="3262825" y="1344695"/>
                  </a:lnTo>
                  <a:lnTo>
                    <a:pt x="3314406" y="1363357"/>
                  </a:lnTo>
                  <a:lnTo>
                    <a:pt x="3366055" y="1382296"/>
                  </a:lnTo>
                  <a:lnTo>
                    <a:pt x="3417699" y="1401218"/>
                  </a:lnTo>
                  <a:lnTo>
                    <a:pt x="3469269" y="1419831"/>
                  </a:lnTo>
                  <a:lnTo>
                    <a:pt x="3520728" y="1437862"/>
                  </a:lnTo>
                  <a:lnTo>
                    <a:pt x="3572101" y="1455074"/>
                  </a:lnTo>
                  <a:lnTo>
                    <a:pt x="3623499" y="1471276"/>
                  </a:lnTo>
                  <a:lnTo>
                    <a:pt x="3675148" y="1486335"/>
                  </a:lnTo>
                  <a:lnTo>
                    <a:pt x="3727411" y="1500169"/>
                  </a:lnTo>
                  <a:lnTo>
                    <a:pt x="3780817" y="1512754"/>
                  </a:lnTo>
                  <a:lnTo>
                    <a:pt x="3829811" y="1522902"/>
                  </a:lnTo>
                  <a:lnTo>
                    <a:pt x="3877330" y="1531495"/>
                  </a:lnTo>
                  <a:lnTo>
                    <a:pt x="3927365" y="1539270"/>
                  </a:lnTo>
                  <a:lnTo>
                    <a:pt x="3980676" y="1546264"/>
                  </a:lnTo>
                  <a:lnTo>
                    <a:pt x="4038099" y="1552542"/>
                  </a:lnTo>
                  <a:lnTo>
                    <a:pt x="4100484" y="1558180"/>
                  </a:lnTo>
                  <a:lnTo>
                    <a:pt x="4168641" y="1563251"/>
                  </a:lnTo>
                  <a:lnTo>
                    <a:pt x="4243264" y="1567823"/>
                  </a:lnTo>
                  <a:lnTo>
                    <a:pt x="4324823" y="1571952"/>
                  </a:lnTo>
                  <a:lnTo>
                    <a:pt x="4413422" y="1575682"/>
                  </a:lnTo>
                  <a:lnTo>
                    <a:pt x="4508626" y="1579043"/>
                  </a:lnTo>
                  <a:lnTo>
                    <a:pt x="4609266" y="1582050"/>
                  </a:lnTo>
                  <a:lnTo>
                    <a:pt x="4713274" y="1584709"/>
                  </a:lnTo>
                  <a:lnTo>
                    <a:pt x="4817614" y="1587014"/>
                  </a:lnTo>
                  <a:lnTo>
                    <a:pt x="4918386" y="1588958"/>
                  </a:lnTo>
                  <a:lnTo>
                    <a:pt x="5011192" y="1590535"/>
                  </a:lnTo>
                  <a:lnTo>
                    <a:pt x="5091748" y="1591751"/>
                  </a:lnTo>
                  <a:lnTo>
                    <a:pt x="5156652" y="1592627"/>
                  </a:lnTo>
                  <a:lnTo>
                    <a:pt x="5204096" y="1593203"/>
                  </a:lnTo>
                  <a:lnTo>
                    <a:pt x="5234325" y="1593534"/>
                  </a:lnTo>
                  <a:lnTo>
                    <a:pt x="5249729" y="1593687"/>
                  </a:lnTo>
                  <a:lnTo>
                    <a:pt x="5254630" y="1593731"/>
                  </a:lnTo>
                  <a:lnTo>
                    <a:pt x="5254955" y="1593734"/>
                  </a:lnTo>
                  <a:lnTo>
                    <a:pt x="6726343" y="1593734"/>
                  </a:lnTo>
                  <a:lnTo>
                    <a:pt x="6727550" y="1593695"/>
                  </a:lnTo>
                  <a:lnTo>
                    <a:pt x="6735475" y="1593417"/>
                  </a:lnTo>
                  <a:lnTo>
                    <a:pt x="6755416" y="1592649"/>
                  </a:lnTo>
                  <a:lnTo>
                    <a:pt x="6790979" y="1591138"/>
                  </a:lnTo>
                  <a:lnTo>
                    <a:pt x="6843806" y="1588650"/>
                  </a:lnTo>
                  <a:lnTo>
                    <a:pt x="6913451" y="1585000"/>
                  </a:lnTo>
                  <a:lnTo>
                    <a:pt x="6997586" y="1580062"/>
                  </a:lnTo>
                  <a:lnTo>
                    <a:pt x="7092537" y="1573780"/>
                  </a:lnTo>
                  <a:lnTo>
                    <a:pt x="7194007" y="1566147"/>
                  </a:lnTo>
                  <a:lnTo>
                    <a:pt x="7297795" y="1557188"/>
                  </a:lnTo>
                  <a:lnTo>
                    <a:pt x="7400310" y="1546931"/>
                  </a:lnTo>
                  <a:lnTo>
                    <a:pt x="7498850" y="1535387"/>
                  </a:lnTo>
                  <a:lnTo>
                    <a:pt x="7591648" y="1522528"/>
                  </a:lnTo>
                  <a:lnTo>
                    <a:pt x="7677771" y="1508282"/>
                  </a:lnTo>
                  <a:lnTo>
                    <a:pt x="7756947" y="1492526"/>
                  </a:lnTo>
                  <a:lnTo>
                    <a:pt x="7829381" y="1475090"/>
                  </a:lnTo>
                  <a:lnTo>
                    <a:pt x="7895598" y="1455756"/>
                  </a:lnTo>
                  <a:lnTo>
                    <a:pt x="7956308" y="1434271"/>
                  </a:lnTo>
                  <a:lnTo>
                    <a:pt x="8012318" y="1410358"/>
                  </a:lnTo>
                  <a:lnTo>
                    <a:pt x="8064460" y="1383746"/>
                  </a:lnTo>
                  <a:lnTo>
                    <a:pt x="8113539" y="1354212"/>
                  </a:lnTo>
                  <a:lnTo>
                    <a:pt x="8151487" y="1328112"/>
                  </a:lnTo>
                  <a:lnTo>
                    <a:pt x="8197340" y="1292649"/>
                  </a:lnTo>
                  <a:lnTo>
                    <a:pt x="8241865" y="1254010"/>
                  </a:lnTo>
                  <a:lnTo>
                    <a:pt x="8285503" y="1212138"/>
                  </a:lnTo>
                  <a:lnTo>
                    <a:pt x="8328592" y="1167055"/>
                  </a:lnTo>
                  <a:lnTo>
                    <a:pt x="8371381" y="1118876"/>
                  </a:lnTo>
                  <a:lnTo>
                    <a:pt x="8414049" y="1067812"/>
                  </a:lnTo>
                  <a:lnTo>
                    <a:pt x="8456712" y="1014175"/>
                  </a:lnTo>
                  <a:lnTo>
                    <a:pt x="8499433" y="958374"/>
                  </a:lnTo>
                  <a:lnTo>
                    <a:pt x="8542232" y="900904"/>
                  </a:lnTo>
                  <a:lnTo>
                    <a:pt x="8585097" y="842332"/>
                  </a:lnTo>
                  <a:lnTo>
                    <a:pt x="8627995" y="783271"/>
                  </a:lnTo>
                  <a:lnTo>
                    <a:pt x="8670883" y="724356"/>
                  </a:lnTo>
                  <a:lnTo>
                    <a:pt x="8713721" y="666217"/>
                  </a:lnTo>
                  <a:lnTo>
                    <a:pt x="8756484" y="609448"/>
                  </a:lnTo>
                  <a:lnTo>
                    <a:pt x="8799173" y="554587"/>
                  </a:lnTo>
                  <a:lnTo>
                    <a:pt x="8841828" y="502088"/>
                  </a:lnTo>
                  <a:lnTo>
                    <a:pt x="8884534" y="452319"/>
                  </a:lnTo>
                  <a:lnTo>
                    <a:pt x="8927434" y="405544"/>
                  </a:lnTo>
                  <a:lnTo>
                    <a:pt x="8970740" y="361929"/>
                  </a:lnTo>
                  <a:lnTo>
                    <a:pt x="9014739" y="321547"/>
                  </a:lnTo>
                  <a:lnTo>
                    <a:pt x="9059813" y="284381"/>
                  </a:lnTo>
                  <a:lnTo>
                    <a:pt x="9084767" y="265622"/>
                  </a:lnTo>
                  <a:lnTo>
                    <a:pt x="9131902" y="233638"/>
                  </a:lnTo>
                  <a:lnTo>
                    <a:pt x="9181507" y="204676"/>
                  </a:lnTo>
                  <a:lnTo>
                    <a:pt x="9234326" y="178600"/>
                  </a:lnTo>
                  <a:lnTo>
                    <a:pt x="9291171" y="155174"/>
                  </a:lnTo>
                  <a:lnTo>
                    <a:pt x="9352874" y="134121"/>
                  </a:lnTo>
                  <a:lnTo>
                    <a:pt x="9420229" y="115169"/>
                  </a:lnTo>
                  <a:lnTo>
                    <a:pt x="9493921" y="98069"/>
                  </a:lnTo>
                  <a:lnTo>
                    <a:pt x="9574422" y="82614"/>
                  </a:lnTo>
                  <a:lnTo>
                    <a:pt x="9661860" y="68641"/>
                  </a:lnTo>
                  <a:lnTo>
                    <a:pt x="9755853" y="56038"/>
                  </a:lnTo>
                  <a:lnTo>
                    <a:pt x="9855318" y="44741"/>
                  </a:lnTo>
                  <a:lnTo>
                    <a:pt x="9958315" y="34731"/>
                  </a:lnTo>
                  <a:lnTo>
                    <a:pt x="10061961" y="26023"/>
                  </a:lnTo>
                  <a:lnTo>
                    <a:pt x="10162521" y="18647"/>
                  </a:lnTo>
                  <a:lnTo>
                    <a:pt x="10255726" y="12624"/>
                  </a:lnTo>
                  <a:lnTo>
                    <a:pt x="10337341" y="7939"/>
                  </a:lnTo>
                  <a:lnTo>
                    <a:pt x="10403897" y="4523"/>
                  </a:lnTo>
                  <a:lnTo>
                    <a:pt x="10453392" y="2238"/>
                  </a:lnTo>
                  <a:lnTo>
                    <a:pt x="10485776" y="888"/>
                  </a:lnTo>
                  <a:lnTo>
                    <a:pt x="10503083" y="233"/>
                  </a:lnTo>
                  <a:lnTo>
                    <a:pt x="10509265" y="20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84" name="pl1684"/>
            <p:cNvSpPr/>
            <p:nvPr/>
          </p:nvSpPr>
          <p:spPr>
            <a:xfrm>
              <a:off x="4799595" y="8690311"/>
              <a:ext cx="11981298" cy="1593734"/>
            </a:xfrm>
            <a:custGeom>
              <a:avLst/>
              <a:pathLst>
                <a:path w="11981298" h="1593734">
                  <a:moveTo>
                    <a:pt x="11981298" y="0"/>
                  </a:moveTo>
                  <a:lnTo>
                    <a:pt x="10509911" y="0"/>
                  </a:lnTo>
                  <a:lnTo>
                    <a:pt x="10508704" y="38"/>
                  </a:lnTo>
                  <a:lnTo>
                    <a:pt x="10500779" y="316"/>
                  </a:lnTo>
                  <a:lnTo>
                    <a:pt x="10480837" y="1084"/>
                  </a:lnTo>
                  <a:lnTo>
                    <a:pt x="10445274" y="2596"/>
                  </a:lnTo>
                  <a:lnTo>
                    <a:pt x="10392447" y="5084"/>
                  </a:lnTo>
                  <a:lnTo>
                    <a:pt x="10322802" y="8734"/>
                  </a:lnTo>
                  <a:lnTo>
                    <a:pt x="10238667" y="13671"/>
                  </a:lnTo>
                  <a:lnTo>
                    <a:pt x="10143717" y="19954"/>
                  </a:lnTo>
                  <a:lnTo>
                    <a:pt x="10042246" y="27587"/>
                  </a:lnTo>
                  <a:lnTo>
                    <a:pt x="9938458" y="36546"/>
                  </a:lnTo>
                  <a:lnTo>
                    <a:pt x="9835943" y="46802"/>
                  </a:lnTo>
                  <a:lnTo>
                    <a:pt x="9737403" y="58346"/>
                  </a:lnTo>
                  <a:lnTo>
                    <a:pt x="9644605" y="71205"/>
                  </a:lnTo>
                  <a:lnTo>
                    <a:pt x="9558482" y="85452"/>
                  </a:lnTo>
                  <a:lnTo>
                    <a:pt x="9479307" y="101207"/>
                  </a:lnTo>
                  <a:lnTo>
                    <a:pt x="9406872" y="118644"/>
                  </a:lnTo>
                  <a:lnTo>
                    <a:pt x="9340656" y="137978"/>
                  </a:lnTo>
                  <a:lnTo>
                    <a:pt x="9279946" y="159463"/>
                  </a:lnTo>
                  <a:lnTo>
                    <a:pt x="9223935" y="183376"/>
                  </a:lnTo>
                  <a:lnTo>
                    <a:pt x="9171793" y="209987"/>
                  </a:lnTo>
                  <a:lnTo>
                    <a:pt x="9122714" y="239522"/>
                  </a:lnTo>
                  <a:lnTo>
                    <a:pt x="9084767" y="265622"/>
                  </a:lnTo>
                  <a:lnTo>
                    <a:pt x="9038914" y="301085"/>
                  </a:lnTo>
                  <a:lnTo>
                    <a:pt x="8994388" y="339723"/>
                  </a:lnTo>
                  <a:lnTo>
                    <a:pt x="8950750" y="381596"/>
                  </a:lnTo>
                  <a:lnTo>
                    <a:pt x="8907661" y="426679"/>
                  </a:lnTo>
                  <a:lnTo>
                    <a:pt x="8864872" y="474858"/>
                  </a:lnTo>
                  <a:lnTo>
                    <a:pt x="8822204" y="525922"/>
                  </a:lnTo>
                  <a:lnTo>
                    <a:pt x="8779541" y="579559"/>
                  </a:lnTo>
                  <a:lnTo>
                    <a:pt x="8736820" y="635360"/>
                  </a:lnTo>
                  <a:lnTo>
                    <a:pt x="8694021" y="692829"/>
                  </a:lnTo>
                  <a:lnTo>
                    <a:pt x="8651156" y="751402"/>
                  </a:lnTo>
                  <a:lnTo>
                    <a:pt x="8608258" y="810463"/>
                  </a:lnTo>
                  <a:lnTo>
                    <a:pt x="8565370" y="869378"/>
                  </a:lnTo>
                  <a:lnTo>
                    <a:pt x="8522532" y="927517"/>
                  </a:lnTo>
                  <a:lnTo>
                    <a:pt x="8479769" y="984285"/>
                  </a:lnTo>
                  <a:lnTo>
                    <a:pt x="8437080" y="1039147"/>
                  </a:lnTo>
                  <a:lnTo>
                    <a:pt x="8394426" y="1091645"/>
                  </a:lnTo>
                  <a:lnTo>
                    <a:pt x="8351720" y="1141415"/>
                  </a:lnTo>
                  <a:lnTo>
                    <a:pt x="8308819" y="1188190"/>
                  </a:lnTo>
                  <a:lnTo>
                    <a:pt x="8265513" y="1231804"/>
                  </a:lnTo>
                  <a:lnTo>
                    <a:pt x="8221514" y="1272187"/>
                  </a:lnTo>
                  <a:lnTo>
                    <a:pt x="8176440" y="1309352"/>
                  </a:lnTo>
                  <a:lnTo>
                    <a:pt x="8151487" y="1328112"/>
                  </a:lnTo>
                  <a:lnTo>
                    <a:pt x="8104351" y="1360095"/>
                  </a:lnTo>
                  <a:lnTo>
                    <a:pt x="8054746" y="1389058"/>
                  </a:lnTo>
                  <a:lnTo>
                    <a:pt x="8001927" y="1415134"/>
                  </a:lnTo>
                  <a:lnTo>
                    <a:pt x="7945082" y="1438560"/>
                  </a:lnTo>
                  <a:lnTo>
                    <a:pt x="7883379" y="1459613"/>
                  </a:lnTo>
                  <a:lnTo>
                    <a:pt x="7816024" y="1478565"/>
                  </a:lnTo>
                  <a:lnTo>
                    <a:pt x="7742332" y="1495665"/>
                  </a:lnTo>
                  <a:lnTo>
                    <a:pt x="7661831" y="1511120"/>
                  </a:lnTo>
                  <a:lnTo>
                    <a:pt x="7574393" y="1525093"/>
                  </a:lnTo>
                  <a:lnTo>
                    <a:pt x="7480400" y="1537696"/>
                  </a:lnTo>
                  <a:lnTo>
                    <a:pt x="7380935" y="1548993"/>
                  </a:lnTo>
                  <a:lnTo>
                    <a:pt x="7277939" y="1559003"/>
                  </a:lnTo>
                  <a:lnTo>
                    <a:pt x="7174292" y="1567710"/>
                  </a:lnTo>
                  <a:lnTo>
                    <a:pt x="7073732" y="1575087"/>
                  </a:lnTo>
                  <a:lnTo>
                    <a:pt x="6980528" y="1581110"/>
                  </a:lnTo>
                  <a:lnTo>
                    <a:pt x="6898912" y="1585795"/>
                  </a:lnTo>
                  <a:lnTo>
                    <a:pt x="6832356" y="1589211"/>
                  </a:lnTo>
                  <a:lnTo>
                    <a:pt x="6782861" y="1591496"/>
                  </a:lnTo>
                  <a:lnTo>
                    <a:pt x="6750478" y="1592846"/>
                  </a:lnTo>
                  <a:lnTo>
                    <a:pt x="6733170" y="1593501"/>
                  </a:lnTo>
                  <a:lnTo>
                    <a:pt x="6726988" y="1593714"/>
                  </a:lnTo>
                  <a:lnTo>
                    <a:pt x="6726343" y="1593734"/>
                  </a:lnTo>
                  <a:lnTo>
                    <a:pt x="5254955" y="1593734"/>
                  </a:lnTo>
                  <a:lnTo>
                    <a:pt x="5253720" y="1593724"/>
                  </a:lnTo>
                  <a:lnTo>
                    <a:pt x="5245612" y="1593648"/>
                  </a:lnTo>
                  <a:lnTo>
                    <a:pt x="5225226" y="1593438"/>
                  </a:lnTo>
                  <a:lnTo>
                    <a:pt x="5188907" y="1593025"/>
                  </a:lnTo>
                  <a:lnTo>
                    <a:pt x="5135034" y="1592346"/>
                  </a:lnTo>
                  <a:lnTo>
                    <a:pt x="5064137" y="1591350"/>
                  </a:lnTo>
                  <a:lnTo>
                    <a:pt x="4978672" y="1590005"/>
                  </a:lnTo>
                  <a:lnTo>
                    <a:pt x="4882454" y="1588294"/>
                  </a:lnTo>
                  <a:lnTo>
                    <a:pt x="4779893" y="1586218"/>
                  </a:lnTo>
                  <a:lnTo>
                    <a:pt x="4675263" y="1583784"/>
                  </a:lnTo>
                  <a:lnTo>
                    <a:pt x="4572178" y="1580998"/>
                  </a:lnTo>
                  <a:lnTo>
                    <a:pt x="4473325" y="1577863"/>
                  </a:lnTo>
                  <a:lnTo>
                    <a:pt x="4380428" y="1574371"/>
                  </a:lnTo>
                  <a:lnTo>
                    <a:pt x="4294369" y="1570500"/>
                  </a:lnTo>
                  <a:lnTo>
                    <a:pt x="4215365" y="1566215"/>
                  </a:lnTo>
                  <a:lnTo>
                    <a:pt x="4143160" y="1561469"/>
                  </a:lnTo>
                  <a:lnTo>
                    <a:pt x="4077189" y="1556201"/>
                  </a:lnTo>
                  <a:lnTo>
                    <a:pt x="4016704" y="1550339"/>
                  </a:lnTo>
                  <a:lnTo>
                    <a:pt x="3960874" y="1543810"/>
                  </a:lnTo>
                  <a:lnTo>
                    <a:pt x="3908847" y="1536538"/>
                  </a:lnTo>
                  <a:lnTo>
                    <a:pt x="3859809" y="1528468"/>
                  </a:lnTo>
                  <a:lnTo>
                    <a:pt x="3829811" y="1522902"/>
                  </a:lnTo>
                  <a:lnTo>
                    <a:pt x="3774777" y="1511411"/>
                  </a:lnTo>
                  <a:lnTo>
                    <a:pt x="3721531" y="1498687"/>
                  </a:lnTo>
                  <a:lnTo>
                    <a:pt x="3669360" y="1484713"/>
                  </a:lnTo>
                  <a:lnTo>
                    <a:pt x="3617754" y="1469522"/>
                  </a:lnTo>
                  <a:lnTo>
                    <a:pt x="3566367" y="1453199"/>
                  </a:lnTo>
                  <a:lnTo>
                    <a:pt x="3514989" y="1435886"/>
                  </a:lnTo>
                  <a:lnTo>
                    <a:pt x="3463517" y="1417778"/>
                  </a:lnTo>
                  <a:lnTo>
                    <a:pt x="3411936" y="1399116"/>
                  </a:lnTo>
                  <a:lnTo>
                    <a:pt x="3360287" y="1380177"/>
                  </a:lnTo>
                  <a:lnTo>
                    <a:pt x="3308643" y="1361254"/>
                  </a:lnTo>
                  <a:lnTo>
                    <a:pt x="3257073" y="1342641"/>
                  </a:lnTo>
                  <a:lnTo>
                    <a:pt x="3205614" y="1324610"/>
                  </a:lnTo>
                  <a:lnTo>
                    <a:pt x="3154241" y="1307399"/>
                  </a:lnTo>
                  <a:lnTo>
                    <a:pt x="3102843" y="1291196"/>
                  </a:lnTo>
                  <a:lnTo>
                    <a:pt x="3051194" y="1276138"/>
                  </a:lnTo>
                  <a:lnTo>
                    <a:pt x="2998931" y="1262303"/>
                  </a:lnTo>
                  <a:lnTo>
                    <a:pt x="2945525" y="1249718"/>
                  </a:lnTo>
                  <a:lnTo>
                    <a:pt x="2896531" y="1239571"/>
                  </a:lnTo>
                  <a:lnTo>
                    <a:pt x="2849012" y="1230977"/>
                  </a:lnTo>
                  <a:lnTo>
                    <a:pt x="2798978" y="1223202"/>
                  </a:lnTo>
                  <a:lnTo>
                    <a:pt x="2745666" y="1216208"/>
                  </a:lnTo>
                  <a:lnTo>
                    <a:pt x="2688243" y="1209930"/>
                  </a:lnTo>
                  <a:lnTo>
                    <a:pt x="2625858" y="1204293"/>
                  </a:lnTo>
                  <a:lnTo>
                    <a:pt x="2557701" y="1199222"/>
                  </a:lnTo>
                  <a:lnTo>
                    <a:pt x="2483078" y="1194650"/>
                  </a:lnTo>
                  <a:lnTo>
                    <a:pt x="2401519" y="1190520"/>
                  </a:lnTo>
                  <a:lnTo>
                    <a:pt x="2312920" y="1186790"/>
                  </a:lnTo>
                  <a:lnTo>
                    <a:pt x="2217716" y="1183430"/>
                  </a:lnTo>
                  <a:lnTo>
                    <a:pt x="2117076" y="1180422"/>
                  </a:lnTo>
                  <a:lnTo>
                    <a:pt x="2013068" y="1177763"/>
                  </a:lnTo>
                  <a:lnTo>
                    <a:pt x="1908729" y="1175458"/>
                  </a:lnTo>
                  <a:lnTo>
                    <a:pt x="1807957" y="1173514"/>
                  </a:lnTo>
                  <a:lnTo>
                    <a:pt x="1715150" y="1171937"/>
                  </a:lnTo>
                  <a:lnTo>
                    <a:pt x="1634594" y="1170721"/>
                  </a:lnTo>
                  <a:lnTo>
                    <a:pt x="1569690" y="1169845"/>
                  </a:lnTo>
                  <a:lnTo>
                    <a:pt x="1522247" y="1169270"/>
                  </a:lnTo>
                  <a:lnTo>
                    <a:pt x="1492017" y="1168938"/>
                  </a:lnTo>
                  <a:lnTo>
                    <a:pt x="1476613" y="1168785"/>
                  </a:lnTo>
                  <a:lnTo>
                    <a:pt x="1471713" y="1168741"/>
                  </a:lnTo>
                  <a:lnTo>
                    <a:pt x="1471387" y="1168738"/>
                  </a:lnTo>
                  <a:lnTo>
                    <a:pt x="0" y="116873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85" name="pg1685"/>
            <p:cNvSpPr/>
            <p:nvPr/>
          </p:nvSpPr>
          <p:spPr>
            <a:xfrm>
              <a:off x="4799595" y="9793666"/>
              <a:ext cx="11981298" cy="531244"/>
            </a:xfrm>
            <a:custGeom>
              <a:avLst/>
              <a:pathLst>
                <a:path w="11981298" h="531244">
                  <a:moveTo>
                    <a:pt x="0" y="81729"/>
                  </a:moveTo>
                  <a:lnTo>
                    <a:pt x="1471387" y="81729"/>
                  </a:lnTo>
                  <a:lnTo>
                    <a:pt x="1472622" y="81741"/>
                  </a:lnTo>
                  <a:lnTo>
                    <a:pt x="1480728" y="81821"/>
                  </a:lnTo>
                  <a:lnTo>
                    <a:pt x="1501110" y="82043"/>
                  </a:lnTo>
                  <a:lnTo>
                    <a:pt x="1537422" y="82479"/>
                  </a:lnTo>
                  <a:lnTo>
                    <a:pt x="1591285" y="83198"/>
                  </a:lnTo>
                  <a:lnTo>
                    <a:pt x="1662171" y="84250"/>
                  </a:lnTo>
                  <a:lnTo>
                    <a:pt x="1747623" y="85673"/>
                  </a:lnTo>
                  <a:lnTo>
                    <a:pt x="1843829" y="87482"/>
                  </a:lnTo>
                  <a:lnTo>
                    <a:pt x="1946381" y="89678"/>
                  </a:lnTo>
                  <a:lnTo>
                    <a:pt x="2051003" y="92252"/>
                  </a:lnTo>
                  <a:lnTo>
                    <a:pt x="2154083" y="95198"/>
                  </a:lnTo>
                  <a:lnTo>
                    <a:pt x="2252933" y="98513"/>
                  </a:lnTo>
                  <a:lnTo>
                    <a:pt x="2345829" y="102206"/>
                  </a:lnTo>
                  <a:lnTo>
                    <a:pt x="2431889" y="106300"/>
                  </a:lnTo>
                  <a:lnTo>
                    <a:pt x="2510894" y="110831"/>
                  </a:lnTo>
                  <a:lnTo>
                    <a:pt x="2583101" y="115850"/>
                  </a:lnTo>
                  <a:lnTo>
                    <a:pt x="2649075" y="121421"/>
                  </a:lnTo>
                  <a:lnTo>
                    <a:pt x="2709561" y="127619"/>
                  </a:lnTo>
                  <a:lnTo>
                    <a:pt x="2765393" y="134524"/>
                  </a:lnTo>
                  <a:lnTo>
                    <a:pt x="2817421" y="142213"/>
                  </a:lnTo>
                  <a:lnTo>
                    <a:pt x="2866460" y="150748"/>
                  </a:lnTo>
                  <a:lnTo>
                    <a:pt x="2896531" y="156649"/>
                  </a:lnTo>
                  <a:lnTo>
                    <a:pt x="2951430" y="168770"/>
                  </a:lnTo>
                  <a:lnTo>
                    <a:pt x="3004549" y="182190"/>
                  </a:lnTo>
                  <a:lnTo>
                    <a:pt x="3056596" y="196925"/>
                  </a:lnTo>
                  <a:lnTo>
                    <a:pt x="3108076" y="212942"/>
                  </a:lnTo>
                  <a:lnTo>
                    <a:pt x="3159336" y="230150"/>
                  </a:lnTo>
                  <a:lnTo>
                    <a:pt x="3210586" y="248404"/>
                  </a:lnTo>
                  <a:lnTo>
                    <a:pt x="3261928" y="267498"/>
                  </a:lnTo>
                  <a:lnTo>
                    <a:pt x="3313379" y="287179"/>
                  </a:lnTo>
                  <a:lnTo>
                    <a:pt x="3364898" y="307158"/>
                  </a:lnTo>
                  <a:lnTo>
                    <a:pt x="3416414" y="327126"/>
                  </a:lnTo>
                  <a:lnTo>
                    <a:pt x="3467858" y="346777"/>
                  </a:lnTo>
                  <a:lnTo>
                    <a:pt x="3519193" y="365822"/>
                  </a:lnTo>
                  <a:lnTo>
                    <a:pt x="3570439" y="384011"/>
                  </a:lnTo>
                  <a:lnTo>
                    <a:pt x="3621706" y="401144"/>
                  </a:lnTo>
                  <a:lnTo>
                    <a:pt x="3673212" y="417077"/>
                  </a:lnTo>
                  <a:lnTo>
                    <a:pt x="3725312" y="431724"/>
                  </a:lnTo>
                  <a:lnTo>
                    <a:pt x="3778526" y="445056"/>
                  </a:lnTo>
                  <a:lnTo>
                    <a:pt x="3829811" y="456325"/>
                  </a:lnTo>
                  <a:lnTo>
                    <a:pt x="3877327" y="465414"/>
                  </a:lnTo>
                  <a:lnTo>
                    <a:pt x="3927357" y="473637"/>
                  </a:lnTo>
                  <a:lnTo>
                    <a:pt x="3980664" y="481034"/>
                  </a:lnTo>
                  <a:lnTo>
                    <a:pt x="4038082" y="487674"/>
                  </a:lnTo>
                  <a:lnTo>
                    <a:pt x="4100460" y="493637"/>
                  </a:lnTo>
                  <a:lnTo>
                    <a:pt x="4168610" y="499000"/>
                  </a:lnTo>
                  <a:lnTo>
                    <a:pt x="4243224" y="503836"/>
                  </a:lnTo>
                  <a:lnTo>
                    <a:pt x="4324773" y="508203"/>
                  </a:lnTo>
                  <a:lnTo>
                    <a:pt x="4413362" y="512148"/>
                  </a:lnTo>
                  <a:lnTo>
                    <a:pt x="4508554" y="515703"/>
                  </a:lnTo>
                  <a:lnTo>
                    <a:pt x="4609183" y="518884"/>
                  </a:lnTo>
                  <a:lnTo>
                    <a:pt x="4713182" y="521696"/>
                  </a:lnTo>
                  <a:lnTo>
                    <a:pt x="4817515" y="524135"/>
                  </a:lnTo>
                  <a:lnTo>
                    <a:pt x="4918286" y="526191"/>
                  </a:lnTo>
                  <a:lnTo>
                    <a:pt x="5011096" y="527859"/>
                  </a:lnTo>
                  <a:lnTo>
                    <a:pt x="5091663" y="529146"/>
                  </a:lnTo>
                  <a:lnTo>
                    <a:pt x="5156582" y="530072"/>
                  </a:lnTo>
                  <a:lnTo>
                    <a:pt x="5204045" y="530682"/>
                  </a:lnTo>
                  <a:lnTo>
                    <a:pt x="5234294" y="531032"/>
                  </a:lnTo>
                  <a:lnTo>
                    <a:pt x="5249715" y="531194"/>
                  </a:lnTo>
                  <a:lnTo>
                    <a:pt x="5254627" y="531241"/>
                  </a:lnTo>
                  <a:lnTo>
                    <a:pt x="5254955" y="531244"/>
                  </a:lnTo>
                  <a:lnTo>
                    <a:pt x="6726343" y="531244"/>
                  </a:lnTo>
                  <a:lnTo>
                    <a:pt x="6727577" y="531231"/>
                  </a:lnTo>
                  <a:lnTo>
                    <a:pt x="6735677" y="531138"/>
                  </a:lnTo>
                  <a:lnTo>
                    <a:pt x="6756045" y="530880"/>
                  </a:lnTo>
                  <a:lnTo>
                    <a:pt x="6792334" y="530372"/>
                  </a:lnTo>
                  <a:lnTo>
                    <a:pt x="6846164" y="529537"/>
                  </a:lnTo>
                  <a:lnTo>
                    <a:pt x="6917011" y="528313"/>
                  </a:lnTo>
                  <a:lnTo>
                    <a:pt x="7002423" y="526658"/>
                  </a:lnTo>
                  <a:lnTo>
                    <a:pt x="7098590" y="524555"/>
                  </a:lnTo>
                  <a:lnTo>
                    <a:pt x="7201108" y="522002"/>
                  </a:lnTo>
                  <a:lnTo>
                    <a:pt x="7305704" y="519008"/>
                  </a:lnTo>
                  <a:lnTo>
                    <a:pt x="7408766" y="515582"/>
                  </a:lnTo>
                  <a:lnTo>
                    <a:pt x="7507608" y="511726"/>
                  </a:lnTo>
                  <a:lnTo>
                    <a:pt x="7600501" y="507431"/>
                  </a:lnTo>
                  <a:lnTo>
                    <a:pt x="7686562" y="502671"/>
                  </a:lnTo>
                  <a:lnTo>
                    <a:pt x="7765573" y="497401"/>
                  </a:lnTo>
                  <a:lnTo>
                    <a:pt x="7837788" y="491565"/>
                  </a:lnTo>
                  <a:lnTo>
                    <a:pt x="7903769" y="485086"/>
                  </a:lnTo>
                  <a:lnTo>
                    <a:pt x="7964262" y="477879"/>
                  </a:lnTo>
                  <a:lnTo>
                    <a:pt x="8020100" y="469850"/>
                  </a:lnTo>
                  <a:lnTo>
                    <a:pt x="8072131" y="460909"/>
                  </a:lnTo>
                  <a:lnTo>
                    <a:pt x="8121170" y="450986"/>
                  </a:lnTo>
                  <a:lnTo>
                    <a:pt x="8151487" y="444066"/>
                  </a:lnTo>
                  <a:lnTo>
                    <a:pt x="8205949" y="430081"/>
                  </a:lnTo>
                  <a:lnTo>
                    <a:pt x="8258654" y="414610"/>
                  </a:lnTo>
                  <a:lnTo>
                    <a:pt x="8310294" y="397634"/>
                  </a:lnTo>
                  <a:lnTo>
                    <a:pt x="8361367" y="379188"/>
                  </a:lnTo>
                  <a:lnTo>
                    <a:pt x="8412215" y="359373"/>
                  </a:lnTo>
                  <a:lnTo>
                    <a:pt x="8463047" y="338354"/>
                  </a:lnTo>
                  <a:lnTo>
                    <a:pt x="8513967" y="316360"/>
                  </a:lnTo>
                  <a:lnTo>
                    <a:pt x="8564995" y="293675"/>
                  </a:lnTo>
                  <a:lnTo>
                    <a:pt x="8616094" y="270628"/>
                  </a:lnTo>
                  <a:lnTo>
                    <a:pt x="8667195" y="247566"/>
                  </a:lnTo>
                  <a:lnTo>
                    <a:pt x="8718231" y="224841"/>
                  </a:lnTo>
                  <a:lnTo>
                    <a:pt x="8769160" y="202780"/>
                  </a:lnTo>
                  <a:lnTo>
                    <a:pt x="8819996" y="181674"/>
                  </a:lnTo>
                  <a:lnTo>
                    <a:pt x="8870836" y="161757"/>
                  </a:lnTo>
                  <a:lnTo>
                    <a:pt x="8921881" y="143198"/>
                  </a:lnTo>
                  <a:lnTo>
                    <a:pt x="8973460" y="126102"/>
                  </a:lnTo>
                  <a:lnTo>
                    <a:pt x="9026058" y="110511"/>
                  </a:lnTo>
                  <a:lnTo>
                    <a:pt x="9080350" y="96410"/>
                  </a:lnTo>
                  <a:lnTo>
                    <a:pt x="9084767" y="95351"/>
                  </a:lnTo>
                  <a:lnTo>
                    <a:pt x="9132270" y="84778"/>
                  </a:lnTo>
                  <a:lnTo>
                    <a:pt x="9182287" y="75211"/>
                  </a:lnTo>
                  <a:lnTo>
                    <a:pt x="9235580" y="66605"/>
                  </a:lnTo>
                  <a:lnTo>
                    <a:pt x="9292979" y="58879"/>
                  </a:lnTo>
                  <a:lnTo>
                    <a:pt x="9355336" y="51942"/>
                  </a:lnTo>
                  <a:lnTo>
                    <a:pt x="9423461" y="45702"/>
                  </a:lnTo>
                  <a:lnTo>
                    <a:pt x="9498047" y="40075"/>
                  </a:lnTo>
                  <a:lnTo>
                    <a:pt x="9579563" y="34993"/>
                  </a:lnTo>
                  <a:lnTo>
                    <a:pt x="9668115" y="30403"/>
                  </a:lnTo>
                  <a:lnTo>
                    <a:pt x="9763271" y="26267"/>
                  </a:lnTo>
                  <a:lnTo>
                    <a:pt x="9863863" y="22565"/>
                  </a:lnTo>
                  <a:lnTo>
                    <a:pt x="9967831" y="19292"/>
                  </a:lnTo>
                  <a:lnTo>
                    <a:pt x="10072144" y="16454"/>
                  </a:lnTo>
                  <a:lnTo>
                    <a:pt x="10172908" y="14060"/>
                  </a:lnTo>
                  <a:lnTo>
                    <a:pt x="10265732" y="12118"/>
                  </a:lnTo>
                  <a:lnTo>
                    <a:pt x="10346333" y="10620"/>
                  </a:lnTo>
                  <a:lnTo>
                    <a:pt x="10411304" y="9540"/>
                  </a:lnTo>
                  <a:lnTo>
                    <a:pt x="10458831" y="8830"/>
                  </a:lnTo>
                  <a:lnTo>
                    <a:pt x="10489146" y="8421"/>
                  </a:lnTo>
                  <a:lnTo>
                    <a:pt x="10504625" y="8231"/>
                  </a:lnTo>
                  <a:lnTo>
                    <a:pt x="10509575" y="8176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8676" y="13"/>
                  </a:lnTo>
                  <a:lnTo>
                    <a:pt x="10500576" y="106"/>
                  </a:lnTo>
                  <a:lnTo>
                    <a:pt x="10480208" y="364"/>
                  </a:lnTo>
                  <a:lnTo>
                    <a:pt x="10443920" y="872"/>
                  </a:lnTo>
                  <a:lnTo>
                    <a:pt x="10390089" y="1707"/>
                  </a:lnTo>
                  <a:lnTo>
                    <a:pt x="10319242" y="2931"/>
                  </a:lnTo>
                  <a:lnTo>
                    <a:pt x="10233831" y="4586"/>
                  </a:lnTo>
                  <a:lnTo>
                    <a:pt x="10137663" y="6689"/>
                  </a:lnTo>
                  <a:lnTo>
                    <a:pt x="10035145" y="9242"/>
                  </a:lnTo>
                  <a:lnTo>
                    <a:pt x="9930549" y="12236"/>
                  </a:lnTo>
                  <a:lnTo>
                    <a:pt x="9827487" y="15662"/>
                  </a:lnTo>
                  <a:lnTo>
                    <a:pt x="9728646" y="19518"/>
                  </a:lnTo>
                  <a:lnTo>
                    <a:pt x="9635753" y="23813"/>
                  </a:lnTo>
                  <a:lnTo>
                    <a:pt x="9549691" y="28573"/>
                  </a:lnTo>
                  <a:lnTo>
                    <a:pt x="9470680" y="33842"/>
                  </a:lnTo>
                  <a:lnTo>
                    <a:pt x="9398465" y="39679"/>
                  </a:lnTo>
                  <a:lnTo>
                    <a:pt x="9332484" y="46158"/>
                  </a:lnTo>
                  <a:lnTo>
                    <a:pt x="9271991" y="53365"/>
                  </a:lnTo>
                  <a:lnTo>
                    <a:pt x="9216154" y="61394"/>
                  </a:lnTo>
                  <a:lnTo>
                    <a:pt x="9164122" y="70335"/>
                  </a:lnTo>
                  <a:lnTo>
                    <a:pt x="9115083" y="80258"/>
                  </a:lnTo>
                  <a:lnTo>
                    <a:pt x="9084767" y="87178"/>
                  </a:lnTo>
                  <a:lnTo>
                    <a:pt x="9030304" y="101163"/>
                  </a:lnTo>
                  <a:lnTo>
                    <a:pt x="8977599" y="116634"/>
                  </a:lnTo>
                  <a:lnTo>
                    <a:pt x="8925959" y="133610"/>
                  </a:lnTo>
                  <a:lnTo>
                    <a:pt x="8874886" y="152056"/>
                  </a:lnTo>
                  <a:lnTo>
                    <a:pt x="8824038" y="171871"/>
                  </a:lnTo>
                  <a:lnTo>
                    <a:pt x="8773206" y="192890"/>
                  </a:lnTo>
                  <a:lnTo>
                    <a:pt x="8722287" y="214884"/>
                  </a:lnTo>
                  <a:lnTo>
                    <a:pt x="8671258" y="237569"/>
                  </a:lnTo>
                  <a:lnTo>
                    <a:pt x="8620160" y="260616"/>
                  </a:lnTo>
                  <a:lnTo>
                    <a:pt x="8569058" y="283678"/>
                  </a:lnTo>
                  <a:lnTo>
                    <a:pt x="8518022" y="306403"/>
                  </a:lnTo>
                  <a:lnTo>
                    <a:pt x="8467094" y="328463"/>
                  </a:lnTo>
                  <a:lnTo>
                    <a:pt x="8416257" y="349569"/>
                  </a:lnTo>
                  <a:lnTo>
                    <a:pt x="8365417" y="369487"/>
                  </a:lnTo>
                  <a:lnTo>
                    <a:pt x="8314372" y="388046"/>
                  </a:lnTo>
                  <a:lnTo>
                    <a:pt x="8262793" y="405142"/>
                  </a:lnTo>
                  <a:lnTo>
                    <a:pt x="8210196" y="420732"/>
                  </a:lnTo>
                  <a:lnTo>
                    <a:pt x="8155904" y="434833"/>
                  </a:lnTo>
                  <a:lnTo>
                    <a:pt x="8151487" y="435893"/>
                  </a:lnTo>
                  <a:lnTo>
                    <a:pt x="8103983" y="446466"/>
                  </a:lnTo>
                  <a:lnTo>
                    <a:pt x="8053966" y="456033"/>
                  </a:lnTo>
                  <a:lnTo>
                    <a:pt x="8000674" y="464639"/>
                  </a:lnTo>
                  <a:lnTo>
                    <a:pt x="7943274" y="472364"/>
                  </a:lnTo>
                  <a:lnTo>
                    <a:pt x="7880917" y="479302"/>
                  </a:lnTo>
                  <a:lnTo>
                    <a:pt x="7812792" y="485542"/>
                  </a:lnTo>
                  <a:lnTo>
                    <a:pt x="7738207" y="491169"/>
                  </a:lnTo>
                  <a:lnTo>
                    <a:pt x="7656690" y="496250"/>
                  </a:lnTo>
                  <a:lnTo>
                    <a:pt x="7568138" y="500841"/>
                  </a:lnTo>
                  <a:lnTo>
                    <a:pt x="7472983" y="504977"/>
                  </a:lnTo>
                  <a:lnTo>
                    <a:pt x="7372390" y="508679"/>
                  </a:lnTo>
                  <a:lnTo>
                    <a:pt x="7268422" y="511952"/>
                  </a:lnTo>
                  <a:lnTo>
                    <a:pt x="7164110" y="514790"/>
                  </a:lnTo>
                  <a:lnTo>
                    <a:pt x="7063345" y="517184"/>
                  </a:lnTo>
                  <a:lnTo>
                    <a:pt x="6970521" y="519126"/>
                  </a:lnTo>
                  <a:lnTo>
                    <a:pt x="6889921" y="520624"/>
                  </a:lnTo>
                  <a:lnTo>
                    <a:pt x="6824949" y="521704"/>
                  </a:lnTo>
                  <a:lnTo>
                    <a:pt x="6777423" y="522414"/>
                  </a:lnTo>
                  <a:lnTo>
                    <a:pt x="6747107" y="522823"/>
                  </a:lnTo>
                  <a:lnTo>
                    <a:pt x="6731628" y="523013"/>
                  </a:lnTo>
                  <a:lnTo>
                    <a:pt x="6726678" y="523068"/>
                  </a:lnTo>
                  <a:lnTo>
                    <a:pt x="6726343" y="523071"/>
                  </a:lnTo>
                  <a:lnTo>
                    <a:pt x="5254955" y="523071"/>
                  </a:lnTo>
                  <a:lnTo>
                    <a:pt x="5253720" y="523060"/>
                  </a:lnTo>
                  <a:lnTo>
                    <a:pt x="5245614" y="522980"/>
                  </a:lnTo>
                  <a:lnTo>
                    <a:pt x="5225232" y="522758"/>
                  </a:lnTo>
                  <a:lnTo>
                    <a:pt x="5188920" y="522321"/>
                  </a:lnTo>
                  <a:lnTo>
                    <a:pt x="5135057" y="521603"/>
                  </a:lnTo>
                  <a:lnTo>
                    <a:pt x="5064171" y="520550"/>
                  </a:lnTo>
                  <a:lnTo>
                    <a:pt x="4978719" y="519127"/>
                  </a:lnTo>
                  <a:lnTo>
                    <a:pt x="4882513" y="517319"/>
                  </a:lnTo>
                  <a:lnTo>
                    <a:pt x="4779961" y="515123"/>
                  </a:lnTo>
                  <a:lnTo>
                    <a:pt x="4675339" y="512549"/>
                  </a:lnTo>
                  <a:lnTo>
                    <a:pt x="4572260" y="509603"/>
                  </a:lnTo>
                  <a:lnTo>
                    <a:pt x="4473409" y="506288"/>
                  </a:lnTo>
                  <a:lnTo>
                    <a:pt x="4380513" y="502595"/>
                  </a:lnTo>
                  <a:lnTo>
                    <a:pt x="4294454" y="498501"/>
                  </a:lnTo>
                  <a:lnTo>
                    <a:pt x="4215448" y="493970"/>
                  </a:lnTo>
                  <a:lnTo>
                    <a:pt x="4143241" y="488951"/>
                  </a:lnTo>
                  <a:lnTo>
                    <a:pt x="4077267" y="483380"/>
                  </a:lnTo>
                  <a:lnTo>
                    <a:pt x="4016781" y="477182"/>
                  </a:lnTo>
                  <a:lnTo>
                    <a:pt x="3960949" y="470277"/>
                  </a:lnTo>
                  <a:lnTo>
                    <a:pt x="3908921" y="462588"/>
                  </a:lnTo>
                  <a:lnTo>
                    <a:pt x="3859883" y="454053"/>
                  </a:lnTo>
                  <a:lnTo>
                    <a:pt x="3829811" y="448152"/>
                  </a:lnTo>
                  <a:lnTo>
                    <a:pt x="3774912" y="436031"/>
                  </a:lnTo>
                  <a:lnTo>
                    <a:pt x="3721793" y="422611"/>
                  </a:lnTo>
                  <a:lnTo>
                    <a:pt x="3669747" y="407876"/>
                  </a:lnTo>
                  <a:lnTo>
                    <a:pt x="3618266" y="391859"/>
                  </a:lnTo>
                  <a:lnTo>
                    <a:pt x="3567006" y="374650"/>
                  </a:lnTo>
                  <a:lnTo>
                    <a:pt x="3515756" y="356397"/>
                  </a:lnTo>
                  <a:lnTo>
                    <a:pt x="3464415" y="337303"/>
                  </a:lnTo>
                  <a:lnTo>
                    <a:pt x="3412964" y="317622"/>
                  </a:lnTo>
                  <a:lnTo>
                    <a:pt x="3361445" y="297643"/>
                  </a:lnTo>
                  <a:lnTo>
                    <a:pt x="3309928" y="277675"/>
                  </a:lnTo>
                  <a:lnTo>
                    <a:pt x="3258484" y="258024"/>
                  </a:lnTo>
                  <a:lnTo>
                    <a:pt x="3207149" y="238979"/>
                  </a:lnTo>
                  <a:lnTo>
                    <a:pt x="3155903" y="220790"/>
                  </a:lnTo>
                  <a:lnTo>
                    <a:pt x="3104637" y="203657"/>
                  </a:lnTo>
                  <a:lnTo>
                    <a:pt x="3053130" y="187724"/>
                  </a:lnTo>
                  <a:lnTo>
                    <a:pt x="3001030" y="173077"/>
                  </a:lnTo>
                  <a:lnTo>
                    <a:pt x="2947817" y="159745"/>
                  </a:lnTo>
                  <a:lnTo>
                    <a:pt x="2896531" y="148476"/>
                  </a:lnTo>
                  <a:lnTo>
                    <a:pt x="2849016" y="139387"/>
                  </a:lnTo>
                  <a:lnTo>
                    <a:pt x="2798985" y="131164"/>
                  </a:lnTo>
                  <a:lnTo>
                    <a:pt x="2745678" y="123767"/>
                  </a:lnTo>
                  <a:lnTo>
                    <a:pt x="2688261" y="117127"/>
                  </a:lnTo>
                  <a:lnTo>
                    <a:pt x="2625882" y="111164"/>
                  </a:lnTo>
                  <a:lnTo>
                    <a:pt x="2557732" y="105801"/>
                  </a:lnTo>
                  <a:lnTo>
                    <a:pt x="2483118" y="100965"/>
                  </a:lnTo>
                  <a:lnTo>
                    <a:pt x="2401569" y="96598"/>
                  </a:lnTo>
                  <a:lnTo>
                    <a:pt x="2312980" y="92652"/>
                  </a:lnTo>
                  <a:lnTo>
                    <a:pt x="2217788" y="89098"/>
                  </a:lnTo>
                  <a:lnTo>
                    <a:pt x="2117159" y="85917"/>
                  </a:lnTo>
                  <a:lnTo>
                    <a:pt x="2013160" y="83105"/>
                  </a:lnTo>
                  <a:lnTo>
                    <a:pt x="1908827" y="80666"/>
                  </a:lnTo>
                  <a:lnTo>
                    <a:pt x="1808056" y="78610"/>
                  </a:lnTo>
                  <a:lnTo>
                    <a:pt x="1715246" y="76942"/>
                  </a:lnTo>
                  <a:lnTo>
                    <a:pt x="1634679" y="75655"/>
                  </a:lnTo>
                  <a:lnTo>
                    <a:pt x="1569760" y="74728"/>
                  </a:lnTo>
                  <a:lnTo>
                    <a:pt x="1522297" y="74119"/>
                  </a:lnTo>
                  <a:lnTo>
                    <a:pt x="1492048" y="73769"/>
                  </a:lnTo>
                  <a:lnTo>
                    <a:pt x="1476627" y="73606"/>
                  </a:lnTo>
                  <a:lnTo>
                    <a:pt x="1471715" y="73559"/>
                  </a:lnTo>
                  <a:lnTo>
                    <a:pt x="1471387" y="73556"/>
                  </a:lnTo>
                  <a:lnTo>
                    <a:pt x="0" y="73556"/>
                  </a:lnTo>
                  <a:close/>
                </a:path>
              </a:pathLst>
            </a:custGeom>
            <a:solidFill>
              <a:srgbClr val="D9B26F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686" name="pl1686"/>
            <p:cNvSpPr/>
            <p:nvPr/>
          </p:nvSpPr>
          <p:spPr>
            <a:xfrm>
              <a:off x="4799595" y="9801839"/>
              <a:ext cx="11981298" cy="523071"/>
            </a:xfrm>
            <a:custGeom>
              <a:avLst/>
              <a:pathLst>
                <a:path w="11981298" h="523071">
                  <a:moveTo>
                    <a:pt x="0" y="73556"/>
                  </a:moveTo>
                  <a:lnTo>
                    <a:pt x="1471387" y="73556"/>
                  </a:lnTo>
                  <a:lnTo>
                    <a:pt x="1472622" y="73568"/>
                  </a:lnTo>
                  <a:lnTo>
                    <a:pt x="1480728" y="73648"/>
                  </a:lnTo>
                  <a:lnTo>
                    <a:pt x="1501110" y="73870"/>
                  </a:lnTo>
                  <a:lnTo>
                    <a:pt x="1537422" y="74306"/>
                  </a:lnTo>
                  <a:lnTo>
                    <a:pt x="1591285" y="75025"/>
                  </a:lnTo>
                  <a:lnTo>
                    <a:pt x="1662171" y="76077"/>
                  </a:lnTo>
                  <a:lnTo>
                    <a:pt x="1747623" y="77500"/>
                  </a:lnTo>
                  <a:lnTo>
                    <a:pt x="1843829" y="79309"/>
                  </a:lnTo>
                  <a:lnTo>
                    <a:pt x="1946381" y="81505"/>
                  </a:lnTo>
                  <a:lnTo>
                    <a:pt x="2051003" y="84079"/>
                  </a:lnTo>
                  <a:lnTo>
                    <a:pt x="2154083" y="87025"/>
                  </a:lnTo>
                  <a:lnTo>
                    <a:pt x="2252933" y="90340"/>
                  </a:lnTo>
                  <a:lnTo>
                    <a:pt x="2345829" y="94033"/>
                  </a:lnTo>
                  <a:lnTo>
                    <a:pt x="2431889" y="98127"/>
                  </a:lnTo>
                  <a:lnTo>
                    <a:pt x="2510894" y="102658"/>
                  </a:lnTo>
                  <a:lnTo>
                    <a:pt x="2583101" y="107677"/>
                  </a:lnTo>
                  <a:lnTo>
                    <a:pt x="2649075" y="113248"/>
                  </a:lnTo>
                  <a:lnTo>
                    <a:pt x="2709561" y="119446"/>
                  </a:lnTo>
                  <a:lnTo>
                    <a:pt x="2765393" y="126351"/>
                  </a:lnTo>
                  <a:lnTo>
                    <a:pt x="2817421" y="134040"/>
                  </a:lnTo>
                  <a:lnTo>
                    <a:pt x="2866460" y="142575"/>
                  </a:lnTo>
                  <a:lnTo>
                    <a:pt x="2896531" y="148476"/>
                  </a:lnTo>
                  <a:lnTo>
                    <a:pt x="2951430" y="160597"/>
                  </a:lnTo>
                  <a:lnTo>
                    <a:pt x="3004549" y="174017"/>
                  </a:lnTo>
                  <a:lnTo>
                    <a:pt x="3056596" y="188752"/>
                  </a:lnTo>
                  <a:lnTo>
                    <a:pt x="3108076" y="204769"/>
                  </a:lnTo>
                  <a:lnTo>
                    <a:pt x="3159336" y="221977"/>
                  </a:lnTo>
                  <a:lnTo>
                    <a:pt x="3210586" y="240231"/>
                  </a:lnTo>
                  <a:lnTo>
                    <a:pt x="3261928" y="259325"/>
                  </a:lnTo>
                  <a:lnTo>
                    <a:pt x="3313379" y="279006"/>
                  </a:lnTo>
                  <a:lnTo>
                    <a:pt x="3364898" y="298985"/>
                  </a:lnTo>
                  <a:lnTo>
                    <a:pt x="3416414" y="318953"/>
                  </a:lnTo>
                  <a:lnTo>
                    <a:pt x="3467858" y="338604"/>
                  </a:lnTo>
                  <a:lnTo>
                    <a:pt x="3519193" y="357649"/>
                  </a:lnTo>
                  <a:lnTo>
                    <a:pt x="3570439" y="375838"/>
                  </a:lnTo>
                  <a:lnTo>
                    <a:pt x="3621706" y="392971"/>
                  </a:lnTo>
                  <a:lnTo>
                    <a:pt x="3673212" y="408904"/>
                  </a:lnTo>
                  <a:lnTo>
                    <a:pt x="3725312" y="423551"/>
                  </a:lnTo>
                  <a:lnTo>
                    <a:pt x="3778526" y="436883"/>
                  </a:lnTo>
                  <a:lnTo>
                    <a:pt x="3829811" y="448152"/>
                  </a:lnTo>
                  <a:lnTo>
                    <a:pt x="3877327" y="457241"/>
                  </a:lnTo>
                  <a:lnTo>
                    <a:pt x="3927357" y="465464"/>
                  </a:lnTo>
                  <a:lnTo>
                    <a:pt x="3980664" y="472861"/>
                  </a:lnTo>
                  <a:lnTo>
                    <a:pt x="4038082" y="479501"/>
                  </a:lnTo>
                  <a:lnTo>
                    <a:pt x="4100460" y="485464"/>
                  </a:lnTo>
                  <a:lnTo>
                    <a:pt x="4168610" y="490827"/>
                  </a:lnTo>
                  <a:lnTo>
                    <a:pt x="4243224" y="495663"/>
                  </a:lnTo>
                  <a:lnTo>
                    <a:pt x="4324773" y="500030"/>
                  </a:lnTo>
                  <a:lnTo>
                    <a:pt x="4413362" y="503975"/>
                  </a:lnTo>
                  <a:lnTo>
                    <a:pt x="4508554" y="507530"/>
                  </a:lnTo>
                  <a:lnTo>
                    <a:pt x="4609183" y="510711"/>
                  </a:lnTo>
                  <a:lnTo>
                    <a:pt x="4713182" y="513523"/>
                  </a:lnTo>
                  <a:lnTo>
                    <a:pt x="4817515" y="515962"/>
                  </a:lnTo>
                  <a:lnTo>
                    <a:pt x="4918286" y="518018"/>
                  </a:lnTo>
                  <a:lnTo>
                    <a:pt x="5011096" y="519686"/>
                  </a:lnTo>
                  <a:lnTo>
                    <a:pt x="5091663" y="520973"/>
                  </a:lnTo>
                  <a:lnTo>
                    <a:pt x="5156582" y="521899"/>
                  </a:lnTo>
                  <a:lnTo>
                    <a:pt x="5204045" y="522509"/>
                  </a:lnTo>
                  <a:lnTo>
                    <a:pt x="5234294" y="522859"/>
                  </a:lnTo>
                  <a:lnTo>
                    <a:pt x="5249715" y="523021"/>
                  </a:lnTo>
                  <a:lnTo>
                    <a:pt x="5254627" y="523068"/>
                  </a:lnTo>
                  <a:lnTo>
                    <a:pt x="5254955" y="523071"/>
                  </a:lnTo>
                  <a:lnTo>
                    <a:pt x="6726343" y="523071"/>
                  </a:lnTo>
                  <a:lnTo>
                    <a:pt x="6727577" y="523058"/>
                  </a:lnTo>
                  <a:lnTo>
                    <a:pt x="6735677" y="522965"/>
                  </a:lnTo>
                  <a:lnTo>
                    <a:pt x="6756045" y="522707"/>
                  </a:lnTo>
                  <a:lnTo>
                    <a:pt x="6792334" y="522199"/>
                  </a:lnTo>
                  <a:lnTo>
                    <a:pt x="6846164" y="521364"/>
                  </a:lnTo>
                  <a:lnTo>
                    <a:pt x="6917011" y="520140"/>
                  </a:lnTo>
                  <a:lnTo>
                    <a:pt x="7002423" y="518485"/>
                  </a:lnTo>
                  <a:lnTo>
                    <a:pt x="7098590" y="516382"/>
                  </a:lnTo>
                  <a:lnTo>
                    <a:pt x="7201108" y="513829"/>
                  </a:lnTo>
                  <a:lnTo>
                    <a:pt x="7305704" y="510835"/>
                  </a:lnTo>
                  <a:lnTo>
                    <a:pt x="7408766" y="507409"/>
                  </a:lnTo>
                  <a:lnTo>
                    <a:pt x="7507608" y="503553"/>
                  </a:lnTo>
                  <a:lnTo>
                    <a:pt x="7600501" y="499258"/>
                  </a:lnTo>
                  <a:lnTo>
                    <a:pt x="7686562" y="494498"/>
                  </a:lnTo>
                  <a:lnTo>
                    <a:pt x="7765573" y="489228"/>
                  </a:lnTo>
                  <a:lnTo>
                    <a:pt x="7837788" y="483392"/>
                  </a:lnTo>
                  <a:lnTo>
                    <a:pt x="7903769" y="476913"/>
                  </a:lnTo>
                  <a:lnTo>
                    <a:pt x="7964262" y="469706"/>
                  </a:lnTo>
                  <a:lnTo>
                    <a:pt x="8020100" y="461677"/>
                  </a:lnTo>
                  <a:lnTo>
                    <a:pt x="8072131" y="452736"/>
                  </a:lnTo>
                  <a:lnTo>
                    <a:pt x="8121170" y="442813"/>
                  </a:lnTo>
                  <a:lnTo>
                    <a:pt x="8151487" y="435893"/>
                  </a:lnTo>
                  <a:lnTo>
                    <a:pt x="8205949" y="421908"/>
                  </a:lnTo>
                  <a:lnTo>
                    <a:pt x="8258654" y="406437"/>
                  </a:lnTo>
                  <a:lnTo>
                    <a:pt x="8310294" y="389461"/>
                  </a:lnTo>
                  <a:lnTo>
                    <a:pt x="8361367" y="371015"/>
                  </a:lnTo>
                  <a:lnTo>
                    <a:pt x="8412215" y="351200"/>
                  </a:lnTo>
                  <a:lnTo>
                    <a:pt x="8463047" y="330181"/>
                  </a:lnTo>
                  <a:lnTo>
                    <a:pt x="8513967" y="308187"/>
                  </a:lnTo>
                  <a:lnTo>
                    <a:pt x="8564995" y="285502"/>
                  </a:lnTo>
                  <a:lnTo>
                    <a:pt x="8616094" y="262455"/>
                  </a:lnTo>
                  <a:lnTo>
                    <a:pt x="8667195" y="239393"/>
                  </a:lnTo>
                  <a:lnTo>
                    <a:pt x="8718231" y="216668"/>
                  </a:lnTo>
                  <a:lnTo>
                    <a:pt x="8769160" y="194607"/>
                  </a:lnTo>
                  <a:lnTo>
                    <a:pt x="8819996" y="173501"/>
                  </a:lnTo>
                  <a:lnTo>
                    <a:pt x="8870836" y="153584"/>
                  </a:lnTo>
                  <a:lnTo>
                    <a:pt x="8921881" y="135025"/>
                  </a:lnTo>
                  <a:lnTo>
                    <a:pt x="8973460" y="117929"/>
                  </a:lnTo>
                  <a:lnTo>
                    <a:pt x="9026058" y="102338"/>
                  </a:lnTo>
                  <a:lnTo>
                    <a:pt x="9080350" y="88237"/>
                  </a:lnTo>
                  <a:lnTo>
                    <a:pt x="9084767" y="87178"/>
                  </a:lnTo>
                  <a:lnTo>
                    <a:pt x="9132270" y="76605"/>
                  </a:lnTo>
                  <a:lnTo>
                    <a:pt x="9182287" y="67038"/>
                  </a:lnTo>
                  <a:lnTo>
                    <a:pt x="9235580" y="58432"/>
                  </a:lnTo>
                  <a:lnTo>
                    <a:pt x="9292979" y="50706"/>
                  </a:lnTo>
                  <a:lnTo>
                    <a:pt x="9355336" y="43769"/>
                  </a:lnTo>
                  <a:lnTo>
                    <a:pt x="9423461" y="37529"/>
                  </a:lnTo>
                  <a:lnTo>
                    <a:pt x="9498047" y="31902"/>
                  </a:lnTo>
                  <a:lnTo>
                    <a:pt x="9579563" y="26820"/>
                  </a:lnTo>
                  <a:lnTo>
                    <a:pt x="9668115" y="22230"/>
                  </a:lnTo>
                  <a:lnTo>
                    <a:pt x="9763271" y="18094"/>
                  </a:lnTo>
                  <a:lnTo>
                    <a:pt x="9863863" y="14392"/>
                  </a:lnTo>
                  <a:lnTo>
                    <a:pt x="9967831" y="11119"/>
                  </a:lnTo>
                  <a:lnTo>
                    <a:pt x="10072144" y="8281"/>
                  </a:lnTo>
                  <a:lnTo>
                    <a:pt x="10172908" y="5887"/>
                  </a:lnTo>
                  <a:lnTo>
                    <a:pt x="10265732" y="3945"/>
                  </a:lnTo>
                  <a:lnTo>
                    <a:pt x="10346333" y="2447"/>
                  </a:lnTo>
                  <a:lnTo>
                    <a:pt x="10411304" y="1367"/>
                  </a:lnTo>
                  <a:lnTo>
                    <a:pt x="10458831" y="657"/>
                  </a:lnTo>
                  <a:lnTo>
                    <a:pt x="10489146" y="248"/>
                  </a:lnTo>
                  <a:lnTo>
                    <a:pt x="10504625" y="58"/>
                  </a:lnTo>
                  <a:lnTo>
                    <a:pt x="10509575" y="3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87" name="pl1687"/>
            <p:cNvSpPr/>
            <p:nvPr/>
          </p:nvSpPr>
          <p:spPr>
            <a:xfrm>
              <a:off x="4799595" y="9793666"/>
              <a:ext cx="11981298" cy="523071"/>
            </a:xfrm>
            <a:custGeom>
              <a:avLst/>
              <a:pathLst>
                <a:path w="11981298" h="523071">
                  <a:moveTo>
                    <a:pt x="11981298" y="0"/>
                  </a:moveTo>
                  <a:lnTo>
                    <a:pt x="10509911" y="0"/>
                  </a:lnTo>
                  <a:lnTo>
                    <a:pt x="10508676" y="13"/>
                  </a:lnTo>
                  <a:lnTo>
                    <a:pt x="10500576" y="106"/>
                  </a:lnTo>
                  <a:lnTo>
                    <a:pt x="10480208" y="364"/>
                  </a:lnTo>
                  <a:lnTo>
                    <a:pt x="10443920" y="872"/>
                  </a:lnTo>
                  <a:lnTo>
                    <a:pt x="10390089" y="1707"/>
                  </a:lnTo>
                  <a:lnTo>
                    <a:pt x="10319242" y="2931"/>
                  </a:lnTo>
                  <a:lnTo>
                    <a:pt x="10233831" y="4586"/>
                  </a:lnTo>
                  <a:lnTo>
                    <a:pt x="10137663" y="6689"/>
                  </a:lnTo>
                  <a:lnTo>
                    <a:pt x="10035145" y="9242"/>
                  </a:lnTo>
                  <a:lnTo>
                    <a:pt x="9930549" y="12236"/>
                  </a:lnTo>
                  <a:lnTo>
                    <a:pt x="9827487" y="15662"/>
                  </a:lnTo>
                  <a:lnTo>
                    <a:pt x="9728646" y="19518"/>
                  </a:lnTo>
                  <a:lnTo>
                    <a:pt x="9635753" y="23813"/>
                  </a:lnTo>
                  <a:lnTo>
                    <a:pt x="9549691" y="28573"/>
                  </a:lnTo>
                  <a:lnTo>
                    <a:pt x="9470680" y="33842"/>
                  </a:lnTo>
                  <a:lnTo>
                    <a:pt x="9398465" y="39679"/>
                  </a:lnTo>
                  <a:lnTo>
                    <a:pt x="9332484" y="46158"/>
                  </a:lnTo>
                  <a:lnTo>
                    <a:pt x="9271991" y="53365"/>
                  </a:lnTo>
                  <a:lnTo>
                    <a:pt x="9216154" y="61394"/>
                  </a:lnTo>
                  <a:lnTo>
                    <a:pt x="9164122" y="70335"/>
                  </a:lnTo>
                  <a:lnTo>
                    <a:pt x="9115083" y="80258"/>
                  </a:lnTo>
                  <a:lnTo>
                    <a:pt x="9084767" y="87178"/>
                  </a:lnTo>
                  <a:lnTo>
                    <a:pt x="9030304" y="101163"/>
                  </a:lnTo>
                  <a:lnTo>
                    <a:pt x="8977599" y="116634"/>
                  </a:lnTo>
                  <a:lnTo>
                    <a:pt x="8925959" y="133610"/>
                  </a:lnTo>
                  <a:lnTo>
                    <a:pt x="8874886" y="152056"/>
                  </a:lnTo>
                  <a:lnTo>
                    <a:pt x="8824038" y="171871"/>
                  </a:lnTo>
                  <a:lnTo>
                    <a:pt x="8773206" y="192890"/>
                  </a:lnTo>
                  <a:lnTo>
                    <a:pt x="8722287" y="214884"/>
                  </a:lnTo>
                  <a:lnTo>
                    <a:pt x="8671258" y="237569"/>
                  </a:lnTo>
                  <a:lnTo>
                    <a:pt x="8620160" y="260616"/>
                  </a:lnTo>
                  <a:lnTo>
                    <a:pt x="8569058" y="283678"/>
                  </a:lnTo>
                  <a:lnTo>
                    <a:pt x="8518022" y="306403"/>
                  </a:lnTo>
                  <a:lnTo>
                    <a:pt x="8467094" y="328463"/>
                  </a:lnTo>
                  <a:lnTo>
                    <a:pt x="8416257" y="349569"/>
                  </a:lnTo>
                  <a:lnTo>
                    <a:pt x="8365417" y="369487"/>
                  </a:lnTo>
                  <a:lnTo>
                    <a:pt x="8314372" y="388046"/>
                  </a:lnTo>
                  <a:lnTo>
                    <a:pt x="8262793" y="405142"/>
                  </a:lnTo>
                  <a:lnTo>
                    <a:pt x="8210196" y="420732"/>
                  </a:lnTo>
                  <a:lnTo>
                    <a:pt x="8155904" y="434833"/>
                  </a:lnTo>
                  <a:lnTo>
                    <a:pt x="8151487" y="435893"/>
                  </a:lnTo>
                  <a:lnTo>
                    <a:pt x="8103983" y="446466"/>
                  </a:lnTo>
                  <a:lnTo>
                    <a:pt x="8053966" y="456033"/>
                  </a:lnTo>
                  <a:lnTo>
                    <a:pt x="8000674" y="464639"/>
                  </a:lnTo>
                  <a:lnTo>
                    <a:pt x="7943274" y="472364"/>
                  </a:lnTo>
                  <a:lnTo>
                    <a:pt x="7880917" y="479302"/>
                  </a:lnTo>
                  <a:lnTo>
                    <a:pt x="7812792" y="485542"/>
                  </a:lnTo>
                  <a:lnTo>
                    <a:pt x="7738207" y="491169"/>
                  </a:lnTo>
                  <a:lnTo>
                    <a:pt x="7656690" y="496250"/>
                  </a:lnTo>
                  <a:lnTo>
                    <a:pt x="7568138" y="500841"/>
                  </a:lnTo>
                  <a:lnTo>
                    <a:pt x="7472983" y="504977"/>
                  </a:lnTo>
                  <a:lnTo>
                    <a:pt x="7372390" y="508679"/>
                  </a:lnTo>
                  <a:lnTo>
                    <a:pt x="7268422" y="511952"/>
                  </a:lnTo>
                  <a:lnTo>
                    <a:pt x="7164110" y="514790"/>
                  </a:lnTo>
                  <a:lnTo>
                    <a:pt x="7063345" y="517184"/>
                  </a:lnTo>
                  <a:lnTo>
                    <a:pt x="6970521" y="519126"/>
                  </a:lnTo>
                  <a:lnTo>
                    <a:pt x="6889921" y="520624"/>
                  </a:lnTo>
                  <a:lnTo>
                    <a:pt x="6824949" y="521704"/>
                  </a:lnTo>
                  <a:lnTo>
                    <a:pt x="6777423" y="522414"/>
                  </a:lnTo>
                  <a:lnTo>
                    <a:pt x="6747107" y="522823"/>
                  </a:lnTo>
                  <a:lnTo>
                    <a:pt x="6731628" y="523013"/>
                  </a:lnTo>
                  <a:lnTo>
                    <a:pt x="6726678" y="523068"/>
                  </a:lnTo>
                  <a:lnTo>
                    <a:pt x="6726343" y="523071"/>
                  </a:lnTo>
                  <a:lnTo>
                    <a:pt x="5254955" y="523071"/>
                  </a:lnTo>
                  <a:lnTo>
                    <a:pt x="5253720" y="523060"/>
                  </a:lnTo>
                  <a:lnTo>
                    <a:pt x="5245614" y="522980"/>
                  </a:lnTo>
                  <a:lnTo>
                    <a:pt x="5225232" y="522758"/>
                  </a:lnTo>
                  <a:lnTo>
                    <a:pt x="5188920" y="522321"/>
                  </a:lnTo>
                  <a:lnTo>
                    <a:pt x="5135057" y="521603"/>
                  </a:lnTo>
                  <a:lnTo>
                    <a:pt x="5064171" y="520550"/>
                  </a:lnTo>
                  <a:lnTo>
                    <a:pt x="4978719" y="519127"/>
                  </a:lnTo>
                  <a:lnTo>
                    <a:pt x="4882513" y="517319"/>
                  </a:lnTo>
                  <a:lnTo>
                    <a:pt x="4779961" y="515123"/>
                  </a:lnTo>
                  <a:lnTo>
                    <a:pt x="4675339" y="512549"/>
                  </a:lnTo>
                  <a:lnTo>
                    <a:pt x="4572260" y="509603"/>
                  </a:lnTo>
                  <a:lnTo>
                    <a:pt x="4473409" y="506288"/>
                  </a:lnTo>
                  <a:lnTo>
                    <a:pt x="4380513" y="502595"/>
                  </a:lnTo>
                  <a:lnTo>
                    <a:pt x="4294454" y="498501"/>
                  </a:lnTo>
                  <a:lnTo>
                    <a:pt x="4215448" y="493970"/>
                  </a:lnTo>
                  <a:lnTo>
                    <a:pt x="4143241" y="488951"/>
                  </a:lnTo>
                  <a:lnTo>
                    <a:pt x="4077267" y="483380"/>
                  </a:lnTo>
                  <a:lnTo>
                    <a:pt x="4016781" y="477182"/>
                  </a:lnTo>
                  <a:lnTo>
                    <a:pt x="3960949" y="470277"/>
                  </a:lnTo>
                  <a:lnTo>
                    <a:pt x="3908921" y="462588"/>
                  </a:lnTo>
                  <a:lnTo>
                    <a:pt x="3859883" y="454053"/>
                  </a:lnTo>
                  <a:lnTo>
                    <a:pt x="3829811" y="448152"/>
                  </a:lnTo>
                  <a:lnTo>
                    <a:pt x="3774912" y="436031"/>
                  </a:lnTo>
                  <a:lnTo>
                    <a:pt x="3721793" y="422611"/>
                  </a:lnTo>
                  <a:lnTo>
                    <a:pt x="3669747" y="407876"/>
                  </a:lnTo>
                  <a:lnTo>
                    <a:pt x="3618266" y="391859"/>
                  </a:lnTo>
                  <a:lnTo>
                    <a:pt x="3567006" y="374650"/>
                  </a:lnTo>
                  <a:lnTo>
                    <a:pt x="3515756" y="356397"/>
                  </a:lnTo>
                  <a:lnTo>
                    <a:pt x="3464415" y="337303"/>
                  </a:lnTo>
                  <a:lnTo>
                    <a:pt x="3412964" y="317622"/>
                  </a:lnTo>
                  <a:lnTo>
                    <a:pt x="3361445" y="297643"/>
                  </a:lnTo>
                  <a:lnTo>
                    <a:pt x="3309928" y="277675"/>
                  </a:lnTo>
                  <a:lnTo>
                    <a:pt x="3258484" y="258024"/>
                  </a:lnTo>
                  <a:lnTo>
                    <a:pt x="3207149" y="238979"/>
                  </a:lnTo>
                  <a:lnTo>
                    <a:pt x="3155903" y="220790"/>
                  </a:lnTo>
                  <a:lnTo>
                    <a:pt x="3104637" y="203657"/>
                  </a:lnTo>
                  <a:lnTo>
                    <a:pt x="3053130" y="187724"/>
                  </a:lnTo>
                  <a:lnTo>
                    <a:pt x="3001030" y="173077"/>
                  </a:lnTo>
                  <a:lnTo>
                    <a:pt x="2947817" y="159745"/>
                  </a:lnTo>
                  <a:lnTo>
                    <a:pt x="2896531" y="148476"/>
                  </a:lnTo>
                  <a:lnTo>
                    <a:pt x="2849016" y="139387"/>
                  </a:lnTo>
                  <a:lnTo>
                    <a:pt x="2798985" y="131164"/>
                  </a:lnTo>
                  <a:lnTo>
                    <a:pt x="2745678" y="123767"/>
                  </a:lnTo>
                  <a:lnTo>
                    <a:pt x="2688261" y="117127"/>
                  </a:lnTo>
                  <a:lnTo>
                    <a:pt x="2625882" y="111164"/>
                  </a:lnTo>
                  <a:lnTo>
                    <a:pt x="2557732" y="105801"/>
                  </a:lnTo>
                  <a:lnTo>
                    <a:pt x="2483118" y="100965"/>
                  </a:lnTo>
                  <a:lnTo>
                    <a:pt x="2401569" y="96598"/>
                  </a:lnTo>
                  <a:lnTo>
                    <a:pt x="2312980" y="92652"/>
                  </a:lnTo>
                  <a:lnTo>
                    <a:pt x="2217788" y="89098"/>
                  </a:lnTo>
                  <a:lnTo>
                    <a:pt x="2117159" y="85917"/>
                  </a:lnTo>
                  <a:lnTo>
                    <a:pt x="2013160" y="83105"/>
                  </a:lnTo>
                  <a:lnTo>
                    <a:pt x="1908827" y="80666"/>
                  </a:lnTo>
                  <a:lnTo>
                    <a:pt x="1808056" y="78610"/>
                  </a:lnTo>
                  <a:lnTo>
                    <a:pt x="1715246" y="76942"/>
                  </a:lnTo>
                  <a:lnTo>
                    <a:pt x="1634679" y="75655"/>
                  </a:lnTo>
                  <a:lnTo>
                    <a:pt x="1569760" y="74728"/>
                  </a:lnTo>
                  <a:lnTo>
                    <a:pt x="1522297" y="74119"/>
                  </a:lnTo>
                  <a:lnTo>
                    <a:pt x="1492048" y="73769"/>
                  </a:lnTo>
                  <a:lnTo>
                    <a:pt x="1476627" y="73606"/>
                  </a:lnTo>
                  <a:lnTo>
                    <a:pt x="1471715" y="73559"/>
                  </a:lnTo>
                  <a:lnTo>
                    <a:pt x="1471387" y="73556"/>
                  </a:lnTo>
                  <a:lnTo>
                    <a:pt x="0" y="7355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88" name="pg1688"/>
            <p:cNvSpPr/>
            <p:nvPr/>
          </p:nvSpPr>
          <p:spPr>
            <a:xfrm>
              <a:off x="4799595" y="5862454"/>
              <a:ext cx="11981298" cy="3955731"/>
            </a:xfrm>
            <a:custGeom>
              <a:avLst/>
              <a:pathLst>
                <a:path w="11981298" h="3955731">
                  <a:moveTo>
                    <a:pt x="0" y="3955731"/>
                  </a:moveTo>
                  <a:lnTo>
                    <a:pt x="1471387" y="3955731"/>
                  </a:lnTo>
                  <a:lnTo>
                    <a:pt x="1472618" y="3955713"/>
                  </a:lnTo>
                  <a:lnTo>
                    <a:pt x="1480698" y="3955583"/>
                  </a:lnTo>
                  <a:lnTo>
                    <a:pt x="1501017" y="3955225"/>
                  </a:lnTo>
                  <a:lnTo>
                    <a:pt x="1537222" y="3954521"/>
                  </a:lnTo>
                  <a:lnTo>
                    <a:pt x="1590937" y="3953363"/>
                  </a:lnTo>
                  <a:lnTo>
                    <a:pt x="1661646" y="3951665"/>
                  </a:lnTo>
                  <a:lnTo>
                    <a:pt x="1746911" y="3949369"/>
                  </a:lnTo>
                  <a:lnTo>
                    <a:pt x="1842939" y="3946451"/>
                  </a:lnTo>
                  <a:lnTo>
                    <a:pt x="1945338" y="3942908"/>
                  </a:lnTo>
                  <a:lnTo>
                    <a:pt x="2049842" y="3938753"/>
                  </a:lnTo>
                  <a:lnTo>
                    <a:pt x="2152843" y="3933998"/>
                  </a:lnTo>
                  <a:lnTo>
                    <a:pt x="2251651" y="3928647"/>
                  </a:lnTo>
                  <a:lnTo>
                    <a:pt x="2344533" y="3922686"/>
                  </a:lnTo>
                  <a:lnTo>
                    <a:pt x="2430603" y="3916080"/>
                  </a:lnTo>
                  <a:lnTo>
                    <a:pt x="2509633" y="3908768"/>
                  </a:lnTo>
                  <a:lnTo>
                    <a:pt x="2581873" y="3900670"/>
                  </a:lnTo>
                  <a:lnTo>
                    <a:pt x="2647881" y="3891682"/>
                  </a:lnTo>
                  <a:lnTo>
                    <a:pt x="2708399" y="3881684"/>
                  </a:lnTo>
                  <a:lnTo>
                    <a:pt x="2764256" y="3870548"/>
                  </a:lnTo>
                  <a:lnTo>
                    <a:pt x="2816300" y="3858148"/>
                  </a:lnTo>
                  <a:lnTo>
                    <a:pt x="2865343" y="3844385"/>
                  </a:lnTo>
                  <a:lnTo>
                    <a:pt x="2896531" y="3834498"/>
                  </a:lnTo>
                  <a:lnTo>
                    <a:pt x="2949565" y="3815597"/>
                  </a:lnTo>
                  <a:lnTo>
                    <a:pt x="3000914" y="3794739"/>
                  </a:lnTo>
                  <a:lnTo>
                    <a:pt x="3051226" y="3771897"/>
                  </a:lnTo>
                  <a:lnTo>
                    <a:pt x="3100970" y="3747113"/>
                  </a:lnTo>
                  <a:lnTo>
                    <a:pt x="3150472" y="3720506"/>
                  </a:lnTo>
                  <a:lnTo>
                    <a:pt x="3199939" y="3692278"/>
                  </a:lnTo>
                  <a:lnTo>
                    <a:pt x="3249480" y="3662712"/>
                  </a:lnTo>
                  <a:lnTo>
                    <a:pt x="3299125" y="3632162"/>
                  </a:lnTo>
                  <a:lnTo>
                    <a:pt x="3348849" y="3601037"/>
                  </a:lnTo>
                  <a:lnTo>
                    <a:pt x="3398591" y="3569783"/>
                  </a:lnTo>
                  <a:lnTo>
                    <a:pt x="3448287" y="3538849"/>
                  </a:lnTo>
                  <a:lnTo>
                    <a:pt x="3497889" y="3508669"/>
                  </a:lnTo>
                  <a:lnTo>
                    <a:pt x="3547391" y="3479631"/>
                  </a:lnTo>
                  <a:lnTo>
                    <a:pt x="3596855" y="3452061"/>
                  </a:lnTo>
                  <a:lnTo>
                    <a:pt x="3646427" y="3426207"/>
                  </a:lnTo>
                  <a:lnTo>
                    <a:pt x="3696364" y="3402237"/>
                  </a:lnTo>
                  <a:lnTo>
                    <a:pt x="3747049" y="3380236"/>
                  </a:lnTo>
                  <a:lnTo>
                    <a:pt x="3799023" y="3360215"/>
                  </a:lnTo>
                  <a:lnTo>
                    <a:pt x="3829811" y="3349567"/>
                  </a:lnTo>
                  <a:lnTo>
                    <a:pt x="3877272" y="3334875"/>
                  </a:lnTo>
                  <a:lnTo>
                    <a:pt x="3927242" y="3321581"/>
                  </a:lnTo>
                  <a:lnTo>
                    <a:pt x="3980480" y="3309621"/>
                  </a:lnTo>
                  <a:lnTo>
                    <a:pt x="4037816" y="3298884"/>
                  </a:lnTo>
                  <a:lnTo>
                    <a:pt x="4100098" y="3289241"/>
                  </a:lnTo>
                  <a:lnTo>
                    <a:pt x="4168134" y="3280566"/>
                  </a:lnTo>
                  <a:lnTo>
                    <a:pt x="4242617" y="3272744"/>
                  </a:lnTo>
                  <a:lnTo>
                    <a:pt x="4324017" y="3265678"/>
                  </a:lnTo>
                  <a:lnTo>
                    <a:pt x="4412441" y="3259295"/>
                  </a:lnTo>
                  <a:lnTo>
                    <a:pt x="4507463" y="3253543"/>
                  </a:lnTo>
                  <a:lnTo>
                    <a:pt x="4607927" y="3248394"/>
                  </a:lnTo>
                  <a:lnTo>
                    <a:pt x="4711784" y="3243841"/>
                  </a:lnTo>
                  <a:lnTo>
                    <a:pt x="4816022" y="3239891"/>
                  </a:lnTo>
                  <a:lnTo>
                    <a:pt x="4916766" y="3236558"/>
                  </a:lnTo>
                  <a:lnTo>
                    <a:pt x="5009637" y="3233851"/>
                  </a:lnTo>
                  <a:lnTo>
                    <a:pt x="5090358" y="3231762"/>
                  </a:lnTo>
                  <a:lnTo>
                    <a:pt x="5155514" y="3230254"/>
                  </a:lnTo>
                  <a:lnTo>
                    <a:pt x="5203268" y="3229260"/>
                  </a:lnTo>
                  <a:lnTo>
                    <a:pt x="5233820" y="3228685"/>
                  </a:lnTo>
                  <a:lnTo>
                    <a:pt x="5249506" y="3228418"/>
                  </a:lnTo>
                  <a:lnTo>
                    <a:pt x="5254590" y="3228339"/>
                  </a:lnTo>
                  <a:lnTo>
                    <a:pt x="5254955" y="3228334"/>
                  </a:lnTo>
                  <a:lnTo>
                    <a:pt x="6726343" y="3228334"/>
                  </a:lnTo>
                  <a:lnTo>
                    <a:pt x="6727465" y="3228261"/>
                  </a:lnTo>
                  <a:lnTo>
                    <a:pt x="6734848" y="3227740"/>
                  </a:lnTo>
                  <a:lnTo>
                    <a:pt x="6753466" y="3226300"/>
                  </a:lnTo>
                  <a:lnTo>
                    <a:pt x="6786772" y="3223464"/>
                  </a:lnTo>
                  <a:lnTo>
                    <a:pt x="6836456" y="3218792"/>
                  </a:lnTo>
                  <a:lnTo>
                    <a:pt x="6902313" y="3211920"/>
                  </a:lnTo>
                  <a:lnTo>
                    <a:pt x="6982387" y="3202598"/>
                  </a:lnTo>
                  <a:lnTo>
                    <a:pt x="7073417" y="3190700"/>
                  </a:lnTo>
                  <a:lnTo>
                    <a:pt x="7171462" y="3176199"/>
                  </a:lnTo>
                  <a:lnTo>
                    <a:pt x="7272550" y="3159136"/>
                  </a:lnTo>
                  <a:lnTo>
                    <a:pt x="7373182" y="3139566"/>
                  </a:lnTo>
                  <a:lnTo>
                    <a:pt x="7470626" y="3117520"/>
                  </a:lnTo>
                  <a:lnTo>
                    <a:pt x="7563004" y="3092969"/>
                  </a:lnTo>
                  <a:lnTo>
                    <a:pt x="7649228" y="3065804"/>
                  </a:lnTo>
                  <a:lnTo>
                    <a:pt x="7728866" y="3035828"/>
                  </a:lnTo>
                  <a:lnTo>
                    <a:pt x="7801971" y="3002749"/>
                  </a:lnTo>
                  <a:lnTo>
                    <a:pt x="7868935" y="2966193"/>
                  </a:lnTo>
                  <a:lnTo>
                    <a:pt x="7930361" y="2925708"/>
                  </a:lnTo>
                  <a:lnTo>
                    <a:pt x="7986970" y="2880789"/>
                  </a:lnTo>
                  <a:lnTo>
                    <a:pt x="8039532" y="2830915"/>
                  </a:lnTo>
                  <a:lnTo>
                    <a:pt x="8088811" y="2775609"/>
                  </a:lnTo>
                  <a:lnTo>
                    <a:pt x="8135524" y="2714541"/>
                  </a:lnTo>
                  <a:lnTo>
                    <a:pt x="8151487" y="2691640"/>
                  </a:lnTo>
                  <a:lnTo>
                    <a:pt x="8187259" y="2636496"/>
                  </a:lnTo>
                  <a:lnTo>
                    <a:pt x="8222162" y="2577500"/>
                  </a:lnTo>
                  <a:lnTo>
                    <a:pt x="8256422" y="2514574"/>
                  </a:lnTo>
                  <a:lnTo>
                    <a:pt x="8290222" y="2447696"/>
                  </a:lnTo>
                  <a:lnTo>
                    <a:pt x="8323711" y="2376904"/>
                  </a:lnTo>
                  <a:lnTo>
                    <a:pt x="8357005" y="2302307"/>
                  </a:lnTo>
                  <a:lnTo>
                    <a:pt x="8390196" y="2224084"/>
                  </a:lnTo>
                  <a:lnTo>
                    <a:pt x="8423349" y="2142488"/>
                  </a:lnTo>
                  <a:lnTo>
                    <a:pt x="8456511" y="2057848"/>
                  </a:lnTo>
                  <a:lnTo>
                    <a:pt x="8489710" y="1970559"/>
                  </a:lnTo>
                  <a:lnTo>
                    <a:pt x="8522955" y="1881085"/>
                  </a:lnTo>
                  <a:lnTo>
                    <a:pt x="8556246" y="1789942"/>
                  </a:lnTo>
                  <a:lnTo>
                    <a:pt x="8589571" y="1697692"/>
                  </a:lnTo>
                  <a:lnTo>
                    <a:pt x="8622915" y="1604924"/>
                  </a:lnTo>
                  <a:lnTo>
                    <a:pt x="8656255" y="1512243"/>
                  </a:lnTo>
                  <a:lnTo>
                    <a:pt x="8689572" y="1420251"/>
                  </a:lnTo>
                  <a:lnTo>
                    <a:pt x="8722851" y="1329532"/>
                  </a:lnTo>
                  <a:lnTo>
                    <a:pt x="8756082" y="1240635"/>
                  </a:lnTo>
                  <a:lnTo>
                    <a:pt x="8789268" y="1154062"/>
                  </a:lnTo>
                  <a:lnTo>
                    <a:pt x="8822424" y="1070258"/>
                  </a:lnTo>
                  <a:lnTo>
                    <a:pt x="8855583" y="989601"/>
                  </a:lnTo>
                  <a:lnTo>
                    <a:pt x="8888796" y="912397"/>
                  </a:lnTo>
                  <a:lnTo>
                    <a:pt x="8922135" y="838877"/>
                  </a:lnTo>
                  <a:lnTo>
                    <a:pt x="8955700" y="769201"/>
                  </a:lnTo>
                  <a:lnTo>
                    <a:pt x="8989615" y="703456"/>
                  </a:lnTo>
                  <a:lnTo>
                    <a:pt x="9024039" y="641664"/>
                  </a:lnTo>
                  <a:lnTo>
                    <a:pt x="9059167" y="583784"/>
                  </a:lnTo>
                  <a:lnTo>
                    <a:pt x="9084767" y="544866"/>
                  </a:lnTo>
                  <a:lnTo>
                    <a:pt x="9130729" y="481741"/>
                  </a:lnTo>
                  <a:lnTo>
                    <a:pt x="9179027" y="424431"/>
                  </a:lnTo>
                  <a:lnTo>
                    <a:pt x="9230347" y="372693"/>
                  </a:lnTo>
                  <a:lnTo>
                    <a:pt x="9285442" y="326088"/>
                  </a:lnTo>
                  <a:lnTo>
                    <a:pt x="9345085" y="284101"/>
                  </a:lnTo>
                  <a:lnTo>
                    <a:pt x="9410021" y="246216"/>
                  </a:lnTo>
                  <a:lnTo>
                    <a:pt x="9480905" y="211959"/>
                  </a:lnTo>
                  <a:lnTo>
                    <a:pt x="9558215" y="180927"/>
                  </a:lnTo>
                  <a:lnTo>
                    <a:pt x="9642140" y="152799"/>
                  </a:lnTo>
                  <a:lnTo>
                    <a:pt x="9732438" y="127344"/>
                  </a:lnTo>
                  <a:lnTo>
                    <a:pt x="9828268" y="104423"/>
                  </a:lnTo>
                  <a:lnTo>
                    <a:pt x="9928045" y="83980"/>
                  </a:lnTo>
                  <a:lnTo>
                    <a:pt x="10029337" y="66028"/>
                  </a:lnTo>
                  <a:lnTo>
                    <a:pt x="10128891" y="50619"/>
                  </a:lnTo>
                  <a:lnTo>
                    <a:pt x="10222856" y="37802"/>
                  </a:lnTo>
                  <a:lnTo>
                    <a:pt x="10307210" y="27582"/>
                  </a:lnTo>
                  <a:lnTo>
                    <a:pt x="10378377" y="19869"/>
                  </a:lnTo>
                  <a:lnTo>
                    <a:pt x="10433878" y="14458"/>
                  </a:lnTo>
                  <a:lnTo>
                    <a:pt x="10472858" y="11022"/>
                  </a:lnTo>
                  <a:lnTo>
                    <a:pt x="10496341" y="9144"/>
                  </a:lnTo>
                  <a:lnTo>
                    <a:pt x="10507187" y="8354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8788" y="73"/>
                  </a:lnTo>
                  <a:lnTo>
                    <a:pt x="10501405" y="594"/>
                  </a:lnTo>
                  <a:lnTo>
                    <a:pt x="10482788" y="2034"/>
                  </a:lnTo>
                  <a:lnTo>
                    <a:pt x="10449481" y="4869"/>
                  </a:lnTo>
                  <a:lnTo>
                    <a:pt x="10399797" y="9542"/>
                  </a:lnTo>
                  <a:lnTo>
                    <a:pt x="10333940" y="16414"/>
                  </a:lnTo>
                  <a:lnTo>
                    <a:pt x="10253866" y="25735"/>
                  </a:lnTo>
                  <a:lnTo>
                    <a:pt x="10162836" y="37633"/>
                  </a:lnTo>
                  <a:lnTo>
                    <a:pt x="10064791" y="52134"/>
                  </a:lnTo>
                  <a:lnTo>
                    <a:pt x="9963703" y="69197"/>
                  </a:lnTo>
                  <a:lnTo>
                    <a:pt x="9863071" y="88767"/>
                  </a:lnTo>
                  <a:lnTo>
                    <a:pt x="9765627" y="110813"/>
                  </a:lnTo>
                  <a:lnTo>
                    <a:pt x="9673250" y="135364"/>
                  </a:lnTo>
                  <a:lnTo>
                    <a:pt x="9587025" y="162529"/>
                  </a:lnTo>
                  <a:lnTo>
                    <a:pt x="9507387" y="192506"/>
                  </a:lnTo>
                  <a:lnTo>
                    <a:pt x="9434282" y="225584"/>
                  </a:lnTo>
                  <a:lnTo>
                    <a:pt x="9367319" y="262141"/>
                  </a:lnTo>
                  <a:lnTo>
                    <a:pt x="9305893" y="302626"/>
                  </a:lnTo>
                  <a:lnTo>
                    <a:pt x="9249283" y="347544"/>
                  </a:lnTo>
                  <a:lnTo>
                    <a:pt x="9196722" y="397418"/>
                  </a:lnTo>
                  <a:lnTo>
                    <a:pt x="9147442" y="452724"/>
                  </a:lnTo>
                  <a:lnTo>
                    <a:pt x="9100729" y="513792"/>
                  </a:lnTo>
                  <a:lnTo>
                    <a:pt x="9084767" y="536693"/>
                  </a:lnTo>
                  <a:lnTo>
                    <a:pt x="9048994" y="591837"/>
                  </a:lnTo>
                  <a:lnTo>
                    <a:pt x="9014091" y="650833"/>
                  </a:lnTo>
                  <a:lnTo>
                    <a:pt x="8979831" y="713759"/>
                  </a:lnTo>
                  <a:lnTo>
                    <a:pt x="8946031" y="780638"/>
                  </a:lnTo>
                  <a:lnTo>
                    <a:pt x="8912542" y="851430"/>
                  </a:lnTo>
                  <a:lnTo>
                    <a:pt x="8879248" y="926027"/>
                  </a:lnTo>
                  <a:lnTo>
                    <a:pt x="8846058" y="1004250"/>
                  </a:lnTo>
                  <a:lnTo>
                    <a:pt x="8812904" y="1085845"/>
                  </a:lnTo>
                  <a:lnTo>
                    <a:pt x="8779742" y="1170486"/>
                  </a:lnTo>
                  <a:lnTo>
                    <a:pt x="8746544" y="1257774"/>
                  </a:lnTo>
                  <a:lnTo>
                    <a:pt x="8713299" y="1347248"/>
                  </a:lnTo>
                  <a:lnTo>
                    <a:pt x="8680008" y="1438391"/>
                  </a:lnTo>
                  <a:lnTo>
                    <a:pt x="8646682" y="1530642"/>
                  </a:lnTo>
                  <a:lnTo>
                    <a:pt x="8613339" y="1623409"/>
                  </a:lnTo>
                  <a:lnTo>
                    <a:pt x="8579998" y="1716090"/>
                  </a:lnTo>
                  <a:lnTo>
                    <a:pt x="8546681" y="1808082"/>
                  </a:lnTo>
                  <a:lnTo>
                    <a:pt x="8513402" y="1898802"/>
                  </a:lnTo>
                  <a:lnTo>
                    <a:pt x="8480171" y="1987699"/>
                  </a:lnTo>
                  <a:lnTo>
                    <a:pt x="8446985" y="2074271"/>
                  </a:lnTo>
                  <a:lnTo>
                    <a:pt x="8413829" y="2158075"/>
                  </a:lnTo>
                  <a:lnTo>
                    <a:pt x="8380670" y="2238732"/>
                  </a:lnTo>
                  <a:lnTo>
                    <a:pt x="8347458" y="2315937"/>
                  </a:lnTo>
                  <a:lnTo>
                    <a:pt x="8314118" y="2389456"/>
                  </a:lnTo>
                  <a:lnTo>
                    <a:pt x="8280554" y="2459132"/>
                  </a:lnTo>
                  <a:lnTo>
                    <a:pt x="8246638" y="2524877"/>
                  </a:lnTo>
                  <a:lnTo>
                    <a:pt x="8212214" y="2586670"/>
                  </a:lnTo>
                  <a:lnTo>
                    <a:pt x="8177086" y="2644549"/>
                  </a:lnTo>
                  <a:lnTo>
                    <a:pt x="8151487" y="2683467"/>
                  </a:lnTo>
                  <a:lnTo>
                    <a:pt x="8105524" y="2746592"/>
                  </a:lnTo>
                  <a:lnTo>
                    <a:pt x="8057226" y="2803902"/>
                  </a:lnTo>
                  <a:lnTo>
                    <a:pt x="8005907" y="2855640"/>
                  </a:lnTo>
                  <a:lnTo>
                    <a:pt x="7950812" y="2902245"/>
                  </a:lnTo>
                  <a:lnTo>
                    <a:pt x="7891168" y="2944232"/>
                  </a:lnTo>
                  <a:lnTo>
                    <a:pt x="7826232" y="2982117"/>
                  </a:lnTo>
                  <a:lnTo>
                    <a:pt x="7755348" y="3016374"/>
                  </a:lnTo>
                  <a:lnTo>
                    <a:pt x="7678038" y="3047406"/>
                  </a:lnTo>
                  <a:lnTo>
                    <a:pt x="7594113" y="3075534"/>
                  </a:lnTo>
                  <a:lnTo>
                    <a:pt x="7503816" y="3100989"/>
                  </a:lnTo>
                  <a:lnTo>
                    <a:pt x="7407985" y="3123910"/>
                  </a:lnTo>
                  <a:lnTo>
                    <a:pt x="7308208" y="3144353"/>
                  </a:lnTo>
                  <a:lnTo>
                    <a:pt x="7206917" y="3162305"/>
                  </a:lnTo>
                  <a:lnTo>
                    <a:pt x="7107362" y="3177715"/>
                  </a:lnTo>
                  <a:lnTo>
                    <a:pt x="7013398" y="3190531"/>
                  </a:lnTo>
                  <a:lnTo>
                    <a:pt x="6929043" y="3200752"/>
                  </a:lnTo>
                  <a:lnTo>
                    <a:pt x="6857876" y="3208464"/>
                  </a:lnTo>
                  <a:lnTo>
                    <a:pt x="6802376" y="3213876"/>
                  </a:lnTo>
                  <a:lnTo>
                    <a:pt x="6763396" y="3217311"/>
                  </a:lnTo>
                  <a:lnTo>
                    <a:pt x="6739912" y="3219189"/>
                  </a:lnTo>
                  <a:lnTo>
                    <a:pt x="6729066" y="3219979"/>
                  </a:lnTo>
                  <a:lnTo>
                    <a:pt x="6726343" y="3220161"/>
                  </a:lnTo>
                  <a:lnTo>
                    <a:pt x="5254955" y="3220161"/>
                  </a:lnTo>
                  <a:lnTo>
                    <a:pt x="5253724" y="3220179"/>
                  </a:lnTo>
                  <a:lnTo>
                    <a:pt x="5245644" y="3220308"/>
                  </a:lnTo>
                  <a:lnTo>
                    <a:pt x="5225325" y="3220666"/>
                  </a:lnTo>
                  <a:lnTo>
                    <a:pt x="5189120" y="3221370"/>
                  </a:lnTo>
                  <a:lnTo>
                    <a:pt x="5135405" y="3222528"/>
                  </a:lnTo>
                  <a:lnTo>
                    <a:pt x="5064696" y="3224227"/>
                  </a:lnTo>
                  <a:lnTo>
                    <a:pt x="4979431" y="3226522"/>
                  </a:lnTo>
                  <a:lnTo>
                    <a:pt x="4883403" y="3229441"/>
                  </a:lnTo>
                  <a:lnTo>
                    <a:pt x="4781005" y="3232984"/>
                  </a:lnTo>
                  <a:lnTo>
                    <a:pt x="4676500" y="3237139"/>
                  </a:lnTo>
                  <a:lnTo>
                    <a:pt x="4573499" y="3241893"/>
                  </a:lnTo>
                  <a:lnTo>
                    <a:pt x="4474692" y="3247244"/>
                  </a:lnTo>
                  <a:lnTo>
                    <a:pt x="4381809" y="3253205"/>
                  </a:lnTo>
                  <a:lnTo>
                    <a:pt x="4295739" y="3259812"/>
                  </a:lnTo>
                  <a:lnTo>
                    <a:pt x="4216709" y="3267123"/>
                  </a:lnTo>
                  <a:lnTo>
                    <a:pt x="4144469" y="3275222"/>
                  </a:lnTo>
                  <a:lnTo>
                    <a:pt x="4078461" y="3284210"/>
                  </a:lnTo>
                  <a:lnTo>
                    <a:pt x="4017943" y="3294207"/>
                  </a:lnTo>
                  <a:lnTo>
                    <a:pt x="3962086" y="3305344"/>
                  </a:lnTo>
                  <a:lnTo>
                    <a:pt x="3910042" y="3317743"/>
                  </a:lnTo>
                  <a:lnTo>
                    <a:pt x="3860999" y="3331506"/>
                  </a:lnTo>
                  <a:lnTo>
                    <a:pt x="3829811" y="3341394"/>
                  </a:lnTo>
                  <a:lnTo>
                    <a:pt x="3776777" y="3360295"/>
                  </a:lnTo>
                  <a:lnTo>
                    <a:pt x="3725428" y="3381153"/>
                  </a:lnTo>
                  <a:lnTo>
                    <a:pt x="3675116" y="3403995"/>
                  </a:lnTo>
                  <a:lnTo>
                    <a:pt x="3625373" y="3428779"/>
                  </a:lnTo>
                  <a:lnTo>
                    <a:pt x="3575871" y="3455386"/>
                  </a:lnTo>
                  <a:lnTo>
                    <a:pt x="3526403" y="3483613"/>
                  </a:lnTo>
                  <a:lnTo>
                    <a:pt x="3476862" y="3513179"/>
                  </a:lnTo>
                  <a:lnTo>
                    <a:pt x="3427217" y="3543730"/>
                  </a:lnTo>
                  <a:lnTo>
                    <a:pt x="3377494" y="3574854"/>
                  </a:lnTo>
                  <a:lnTo>
                    <a:pt x="3327751" y="3606109"/>
                  </a:lnTo>
                  <a:lnTo>
                    <a:pt x="3278055" y="3637043"/>
                  </a:lnTo>
                  <a:lnTo>
                    <a:pt x="3228453" y="3667223"/>
                  </a:lnTo>
                  <a:lnTo>
                    <a:pt x="3178951" y="3696260"/>
                  </a:lnTo>
                  <a:lnTo>
                    <a:pt x="3129488" y="3723830"/>
                  </a:lnTo>
                  <a:lnTo>
                    <a:pt x="3079915" y="3749684"/>
                  </a:lnTo>
                  <a:lnTo>
                    <a:pt x="3029978" y="3773654"/>
                  </a:lnTo>
                  <a:lnTo>
                    <a:pt x="2979293" y="3795656"/>
                  </a:lnTo>
                  <a:lnTo>
                    <a:pt x="2927320" y="3815676"/>
                  </a:lnTo>
                  <a:lnTo>
                    <a:pt x="2896531" y="3826325"/>
                  </a:lnTo>
                  <a:lnTo>
                    <a:pt x="2849070" y="3841016"/>
                  </a:lnTo>
                  <a:lnTo>
                    <a:pt x="2799100" y="3854311"/>
                  </a:lnTo>
                  <a:lnTo>
                    <a:pt x="2745862" y="3866271"/>
                  </a:lnTo>
                  <a:lnTo>
                    <a:pt x="2688526" y="3877008"/>
                  </a:lnTo>
                  <a:lnTo>
                    <a:pt x="2626244" y="3886651"/>
                  </a:lnTo>
                  <a:lnTo>
                    <a:pt x="2558208" y="3895326"/>
                  </a:lnTo>
                  <a:lnTo>
                    <a:pt x="2483725" y="3903148"/>
                  </a:lnTo>
                  <a:lnTo>
                    <a:pt x="2402326" y="3910213"/>
                  </a:lnTo>
                  <a:lnTo>
                    <a:pt x="2313901" y="3916596"/>
                  </a:lnTo>
                  <a:lnTo>
                    <a:pt x="2218879" y="3922348"/>
                  </a:lnTo>
                  <a:lnTo>
                    <a:pt x="2118415" y="3927497"/>
                  </a:lnTo>
                  <a:lnTo>
                    <a:pt x="2014558" y="3932050"/>
                  </a:lnTo>
                  <a:lnTo>
                    <a:pt x="1910320" y="3936000"/>
                  </a:lnTo>
                  <a:lnTo>
                    <a:pt x="1809576" y="3939333"/>
                  </a:lnTo>
                  <a:lnTo>
                    <a:pt x="1716705" y="3942040"/>
                  </a:lnTo>
                  <a:lnTo>
                    <a:pt x="1635984" y="3944130"/>
                  </a:lnTo>
                  <a:lnTo>
                    <a:pt x="1570828" y="3945638"/>
                  </a:lnTo>
                  <a:lnTo>
                    <a:pt x="1523074" y="3946632"/>
                  </a:lnTo>
                  <a:lnTo>
                    <a:pt x="1492522" y="3947206"/>
                  </a:lnTo>
                  <a:lnTo>
                    <a:pt x="1476836" y="3947473"/>
                  </a:lnTo>
                  <a:lnTo>
                    <a:pt x="1471752" y="3947552"/>
                  </a:lnTo>
                  <a:lnTo>
                    <a:pt x="1471387" y="3947558"/>
                  </a:lnTo>
                  <a:lnTo>
                    <a:pt x="0" y="3947558"/>
                  </a:lnTo>
                  <a:close/>
                </a:path>
              </a:pathLst>
            </a:custGeom>
            <a:solidFill>
              <a:srgbClr val="D9B26F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689" name="pl1689"/>
            <p:cNvSpPr/>
            <p:nvPr/>
          </p:nvSpPr>
          <p:spPr>
            <a:xfrm>
              <a:off x="4799595" y="5870627"/>
              <a:ext cx="11981298" cy="3947558"/>
            </a:xfrm>
            <a:custGeom>
              <a:avLst/>
              <a:pathLst>
                <a:path w="11981298" h="3947558">
                  <a:moveTo>
                    <a:pt x="0" y="3947558"/>
                  </a:moveTo>
                  <a:lnTo>
                    <a:pt x="1471387" y="3947558"/>
                  </a:lnTo>
                  <a:lnTo>
                    <a:pt x="1472618" y="3947540"/>
                  </a:lnTo>
                  <a:lnTo>
                    <a:pt x="1480698" y="3947410"/>
                  </a:lnTo>
                  <a:lnTo>
                    <a:pt x="1501017" y="3947052"/>
                  </a:lnTo>
                  <a:lnTo>
                    <a:pt x="1537222" y="3946348"/>
                  </a:lnTo>
                  <a:lnTo>
                    <a:pt x="1590937" y="3945190"/>
                  </a:lnTo>
                  <a:lnTo>
                    <a:pt x="1661646" y="3943492"/>
                  </a:lnTo>
                  <a:lnTo>
                    <a:pt x="1746911" y="3941196"/>
                  </a:lnTo>
                  <a:lnTo>
                    <a:pt x="1842939" y="3938278"/>
                  </a:lnTo>
                  <a:lnTo>
                    <a:pt x="1945338" y="3934735"/>
                  </a:lnTo>
                  <a:lnTo>
                    <a:pt x="2049842" y="3930580"/>
                  </a:lnTo>
                  <a:lnTo>
                    <a:pt x="2152843" y="3925825"/>
                  </a:lnTo>
                  <a:lnTo>
                    <a:pt x="2251651" y="3920474"/>
                  </a:lnTo>
                  <a:lnTo>
                    <a:pt x="2344533" y="3914513"/>
                  </a:lnTo>
                  <a:lnTo>
                    <a:pt x="2430603" y="3907907"/>
                  </a:lnTo>
                  <a:lnTo>
                    <a:pt x="2509633" y="3900595"/>
                  </a:lnTo>
                  <a:lnTo>
                    <a:pt x="2581873" y="3892497"/>
                  </a:lnTo>
                  <a:lnTo>
                    <a:pt x="2647881" y="3883509"/>
                  </a:lnTo>
                  <a:lnTo>
                    <a:pt x="2708399" y="3873511"/>
                  </a:lnTo>
                  <a:lnTo>
                    <a:pt x="2764256" y="3862375"/>
                  </a:lnTo>
                  <a:lnTo>
                    <a:pt x="2816300" y="3849975"/>
                  </a:lnTo>
                  <a:lnTo>
                    <a:pt x="2865343" y="3836212"/>
                  </a:lnTo>
                  <a:lnTo>
                    <a:pt x="2896531" y="3826325"/>
                  </a:lnTo>
                  <a:lnTo>
                    <a:pt x="2949565" y="3807424"/>
                  </a:lnTo>
                  <a:lnTo>
                    <a:pt x="3000914" y="3786566"/>
                  </a:lnTo>
                  <a:lnTo>
                    <a:pt x="3051226" y="3763724"/>
                  </a:lnTo>
                  <a:lnTo>
                    <a:pt x="3100970" y="3738940"/>
                  </a:lnTo>
                  <a:lnTo>
                    <a:pt x="3150472" y="3712333"/>
                  </a:lnTo>
                  <a:lnTo>
                    <a:pt x="3199939" y="3684105"/>
                  </a:lnTo>
                  <a:lnTo>
                    <a:pt x="3249480" y="3654539"/>
                  </a:lnTo>
                  <a:lnTo>
                    <a:pt x="3299125" y="3623989"/>
                  </a:lnTo>
                  <a:lnTo>
                    <a:pt x="3348849" y="3592864"/>
                  </a:lnTo>
                  <a:lnTo>
                    <a:pt x="3398591" y="3561610"/>
                  </a:lnTo>
                  <a:lnTo>
                    <a:pt x="3448287" y="3530676"/>
                  </a:lnTo>
                  <a:lnTo>
                    <a:pt x="3497889" y="3500496"/>
                  </a:lnTo>
                  <a:lnTo>
                    <a:pt x="3547391" y="3471458"/>
                  </a:lnTo>
                  <a:lnTo>
                    <a:pt x="3596855" y="3443888"/>
                  </a:lnTo>
                  <a:lnTo>
                    <a:pt x="3646427" y="3418034"/>
                  </a:lnTo>
                  <a:lnTo>
                    <a:pt x="3696364" y="3394064"/>
                  </a:lnTo>
                  <a:lnTo>
                    <a:pt x="3747049" y="3372063"/>
                  </a:lnTo>
                  <a:lnTo>
                    <a:pt x="3799023" y="3352042"/>
                  </a:lnTo>
                  <a:lnTo>
                    <a:pt x="3829811" y="3341394"/>
                  </a:lnTo>
                  <a:lnTo>
                    <a:pt x="3877272" y="3326702"/>
                  </a:lnTo>
                  <a:lnTo>
                    <a:pt x="3927242" y="3313408"/>
                  </a:lnTo>
                  <a:lnTo>
                    <a:pt x="3980480" y="3301448"/>
                  </a:lnTo>
                  <a:lnTo>
                    <a:pt x="4037816" y="3290711"/>
                  </a:lnTo>
                  <a:lnTo>
                    <a:pt x="4100098" y="3281068"/>
                  </a:lnTo>
                  <a:lnTo>
                    <a:pt x="4168134" y="3272393"/>
                  </a:lnTo>
                  <a:lnTo>
                    <a:pt x="4242617" y="3264571"/>
                  </a:lnTo>
                  <a:lnTo>
                    <a:pt x="4324017" y="3257505"/>
                  </a:lnTo>
                  <a:lnTo>
                    <a:pt x="4412441" y="3251122"/>
                  </a:lnTo>
                  <a:lnTo>
                    <a:pt x="4507463" y="3245370"/>
                  </a:lnTo>
                  <a:lnTo>
                    <a:pt x="4607927" y="3240221"/>
                  </a:lnTo>
                  <a:lnTo>
                    <a:pt x="4711784" y="3235668"/>
                  </a:lnTo>
                  <a:lnTo>
                    <a:pt x="4816022" y="3231718"/>
                  </a:lnTo>
                  <a:lnTo>
                    <a:pt x="4916766" y="3228385"/>
                  </a:lnTo>
                  <a:lnTo>
                    <a:pt x="5009637" y="3225678"/>
                  </a:lnTo>
                  <a:lnTo>
                    <a:pt x="5090358" y="3223589"/>
                  </a:lnTo>
                  <a:lnTo>
                    <a:pt x="5155514" y="3222081"/>
                  </a:lnTo>
                  <a:lnTo>
                    <a:pt x="5203268" y="3221087"/>
                  </a:lnTo>
                  <a:lnTo>
                    <a:pt x="5233820" y="3220512"/>
                  </a:lnTo>
                  <a:lnTo>
                    <a:pt x="5249506" y="3220245"/>
                  </a:lnTo>
                  <a:lnTo>
                    <a:pt x="5254590" y="3220166"/>
                  </a:lnTo>
                  <a:lnTo>
                    <a:pt x="5254955" y="3220161"/>
                  </a:lnTo>
                  <a:lnTo>
                    <a:pt x="6726343" y="3220161"/>
                  </a:lnTo>
                  <a:lnTo>
                    <a:pt x="6727465" y="3220088"/>
                  </a:lnTo>
                  <a:lnTo>
                    <a:pt x="6734848" y="3219567"/>
                  </a:lnTo>
                  <a:lnTo>
                    <a:pt x="6753466" y="3218127"/>
                  </a:lnTo>
                  <a:lnTo>
                    <a:pt x="6786772" y="3215291"/>
                  </a:lnTo>
                  <a:lnTo>
                    <a:pt x="6836456" y="3210619"/>
                  </a:lnTo>
                  <a:lnTo>
                    <a:pt x="6902313" y="3203747"/>
                  </a:lnTo>
                  <a:lnTo>
                    <a:pt x="6982387" y="3194425"/>
                  </a:lnTo>
                  <a:lnTo>
                    <a:pt x="7073417" y="3182527"/>
                  </a:lnTo>
                  <a:lnTo>
                    <a:pt x="7171462" y="3168026"/>
                  </a:lnTo>
                  <a:lnTo>
                    <a:pt x="7272550" y="3150963"/>
                  </a:lnTo>
                  <a:lnTo>
                    <a:pt x="7373182" y="3131393"/>
                  </a:lnTo>
                  <a:lnTo>
                    <a:pt x="7470626" y="3109347"/>
                  </a:lnTo>
                  <a:lnTo>
                    <a:pt x="7563004" y="3084796"/>
                  </a:lnTo>
                  <a:lnTo>
                    <a:pt x="7649228" y="3057631"/>
                  </a:lnTo>
                  <a:lnTo>
                    <a:pt x="7728866" y="3027655"/>
                  </a:lnTo>
                  <a:lnTo>
                    <a:pt x="7801971" y="2994576"/>
                  </a:lnTo>
                  <a:lnTo>
                    <a:pt x="7868935" y="2958020"/>
                  </a:lnTo>
                  <a:lnTo>
                    <a:pt x="7930361" y="2917535"/>
                  </a:lnTo>
                  <a:lnTo>
                    <a:pt x="7986970" y="2872616"/>
                  </a:lnTo>
                  <a:lnTo>
                    <a:pt x="8039532" y="2822742"/>
                  </a:lnTo>
                  <a:lnTo>
                    <a:pt x="8088811" y="2767436"/>
                  </a:lnTo>
                  <a:lnTo>
                    <a:pt x="8135524" y="2706368"/>
                  </a:lnTo>
                  <a:lnTo>
                    <a:pt x="8151487" y="2683467"/>
                  </a:lnTo>
                  <a:lnTo>
                    <a:pt x="8187259" y="2628323"/>
                  </a:lnTo>
                  <a:lnTo>
                    <a:pt x="8222162" y="2569327"/>
                  </a:lnTo>
                  <a:lnTo>
                    <a:pt x="8256422" y="2506401"/>
                  </a:lnTo>
                  <a:lnTo>
                    <a:pt x="8290222" y="2439523"/>
                  </a:lnTo>
                  <a:lnTo>
                    <a:pt x="8323711" y="2368731"/>
                  </a:lnTo>
                  <a:lnTo>
                    <a:pt x="8357005" y="2294134"/>
                  </a:lnTo>
                  <a:lnTo>
                    <a:pt x="8390196" y="2215911"/>
                  </a:lnTo>
                  <a:lnTo>
                    <a:pt x="8423349" y="2134315"/>
                  </a:lnTo>
                  <a:lnTo>
                    <a:pt x="8456511" y="2049675"/>
                  </a:lnTo>
                  <a:lnTo>
                    <a:pt x="8489710" y="1962386"/>
                  </a:lnTo>
                  <a:lnTo>
                    <a:pt x="8522955" y="1872912"/>
                  </a:lnTo>
                  <a:lnTo>
                    <a:pt x="8556246" y="1781769"/>
                  </a:lnTo>
                  <a:lnTo>
                    <a:pt x="8589571" y="1689519"/>
                  </a:lnTo>
                  <a:lnTo>
                    <a:pt x="8622915" y="1596751"/>
                  </a:lnTo>
                  <a:lnTo>
                    <a:pt x="8656255" y="1504070"/>
                  </a:lnTo>
                  <a:lnTo>
                    <a:pt x="8689572" y="1412078"/>
                  </a:lnTo>
                  <a:lnTo>
                    <a:pt x="8722851" y="1321359"/>
                  </a:lnTo>
                  <a:lnTo>
                    <a:pt x="8756082" y="1232462"/>
                  </a:lnTo>
                  <a:lnTo>
                    <a:pt x="8789268" y="1145889"/>
                  </a:lnTo>
                  <a:lnTo>
                    <a:pt x="8822424" y="1062085"/>
                  </a:lnTo>
                  <a:lnTo>
                    <a:pt x="8855583" y="981428"/>
                  </a:lnTo>
                  <a:lnTo>
                    <a:pt x="8888796" y="904224"/>
                  </a:lnTo>
                  <a:lnTo>
                    <a:pt x="8922135" y="830704"/>
                  </a:lnTo>
                  <a:lnTo>
                    <a:pt x="8955700" y="761028"/>
                  </a:lnTo>
                  <a:lnTo>
                    <a:pt x="8989615" y="695283"/>
                  </a:lnTo>
                  <a:lnTo>
                    <a:pt x="9024039" y="633491"/>
                  </a:lnTo>
                  <a:lnTo>
                    <a:pt x="9059167" y="575611"/>
                  </a:lnTo>
                  <a:lnTo>
                    <a:pt x="9084767" y="536693"/>
                  </a:lnTo>
                  <a:lnTo>
                    <a:pt x="9130729" y="473568"/>
                  </a:lnTo>
                  <a:lnTo>
                    <a:pt x="9179027" y="416258"/>
                  </a:lnTo>
                  <a:lnTo>
                    <a:pt x="9230347" y="364520"/>
                  </a:lnTo>
                  <a:lnTo>
                    <a:pt x="9285442" y="317915"/>
                  </a:lnTo>
                  <a:lnTo>
                    <a:pt x="9345085" y="275928"/>
                  </a:lnTo>
                  <a:lnTo>
                    <a:pt x="9410021" y="238043"/>
                  </a:lnTo>
                  <a:lnTo>
                    <a:pt x="9480905" y="203786"/>
                  </a:lnTo>
                  <a:lnTo>
                    <a:pt x="9558215" y="172754"/>
                  </a:lnTo>
                  <a:lnTo>
                    <a:pt x="9642140" y="144626"/>
                  </a:lnTo>
                  <a:lnTo>
                    <a:pt x="9732438" y="119171"/>
                  </a:lnTo>
                  <a:lnTo>
                    <a:pt x="9828268" y="96250"/>
                  </a:lnTo>
                  <a:lnTo>
                    <a:pt x="9928045" y="75807"/>
                  </a:lnTo>
                  <a:lnTo>
                    <a:pt x="10029337" y="57855"/>
                  </a:lnTo>
                  <a:lnTo>
                    <a:pt x="10128891" y="42446"/>
                  </a:lnTo>
                  <a:lnTo>
                    <a:pt x="10222856" y="29629"/>
                  </a:lnTo>
                  <a:lnTo>
                    <a:pt x="10307210" y="19409"/>
                  </a:lnTo>
                  <a:lnTo>
                    <a:pt x="10378377" y="11696"/>
                  </a:lnTo>
                  <a:lnTo>
                    <a:pt x="10433878" y="6285"/>
                  </a:lnTo>
                  <a:lnTo>
                    <a:pt x="10472858" y="2849"/>
                  </a:lnTo>
                  <a:lnTo>
                    <a:pt x="10496341" y="971"/>
                  </a:lnTo>
                  <a:lnTo>
                    <a:pt x="10507187" y="181"/>
                  </a:lnTo>
                  <a:lnTo>
                    <a:pt x="10509860" y="3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90" name="pl1690"/>
            <p:cNvSpPr/>
            <p:nvPr/>
          </p:nvSpPr>
          <p:spPr>
            <a:xfrm>
              <a:off x="4799595" y="5862454"/>
              <a:ext cx="11981298" cy="3947558"/>
            </a:xfrm>
            <a:custGeom>
              <a:avLst/>
              <a:pathLst>
                <a:path w="11981298" h="3947558">
                  <a:moveTo>
                    <a:pt x="11981298" y="0"/>
                  </a:moveTo>
                  <a:lnTo>
                    <a:pt x="10509911" y="0"/>
                  </a:lnTo>
                  <a:lnTo>
                    <a:pt x="10508788" y="73"/>
                  </a:lnTo>
                  <a:lnTo>
                    <a:pt x="10501405" y="594"/>
                  </a:lnTo>
                  <a:lnTo>
                    <a:pt x="10482788" y="2034"/>
                  </a:lnTo>
                  <a:lnTo>
                    <a:pt x="10449481" y="4869"/>
                  </a:lnTo>
                  <a:lnTo>
                    <a:pt x="10399797" y="9542"/>
                  </a:lnTo>
                  <a:lnTo>
                    <a:pt x="10333940" y="16414"/>
                  </a:lnTo>
                  <a:lnTo>
                    <a:pt x="10253866" y="25735"/>
                  </a:lnTo>
                  <a:lnTo>
                    <a:pt x="10162836" y="37633"/>
                  </a:lnTo>
                  <a:lnTo>
                    <a:pt x="10064791" y="52134"/>
                  </a:lnTo>
                  <a:lnTo>
                    <a:pt x="9963703" y="69197"/>
                  </a:lnTo>
                  <a:lnTo>
                    <a:pt x="9863071" y="88767"/>
                  </a:lnTo>
                  <a:lnTo>
                    <a:pt x="9765627" y="110813"/>
                  </a:lnTo>
                  <a:lnTo>
                    <a:pt x="9673250" y="135364"/>
                  </a:lnTo>
                  <a:lnTo>
                    <a:pt x="9587025" y="162529"/>
                  </a:lnTo>
                  <a:lnTo>
                    <a:pt x="9507387" y="192506"/>
                  </a:lnTo>
                  <a:lnTo>
                    <a:pt x="9434282" y="225584"/>
                  </a:lnTo>
                  <a:lnTo>
                    <a:pt x="9367319" y="262141"/>
                  </a:lnTo>
                  <a:lnTo>
                    <a:pt x="9305893" y="302626"/>
                  </a:lnTo>
                  <a:lnTo>
                    <a:pt x="9249283" y="347544"/>
                  </a:lnTo>
                  <a:lnTo>
                    <a:pt x="9196722" y="397418"/>
                  </a:lnTo>
                  <a:lnTo>
                    <a:pt x="9147442" y="452724"/>
                  </a:lnTo>
                  <a:lnTo>
                    <a:pt x="9100729" y="513792"/>
                  </a:lnTo>
                  <a:lnTo>
                    <a:pt x="9084767" y="536693"/>
                  </a:lnTo>
                  <a:lnTo>
                    <a:pt x="9048994" y="591837"/>
                  </a:lnTo>
                  <a:lnTo>
                    <a:pt x="9014091" y="650833"/>
                  </a:lnTo>
                  <a:lnTo>
                    <a:pt x="8979831" y="713759"/>
                  </a:lnTo>
                  <a:lnTo>
                    <a:pt x="8946031" y="780638"/>
                  </a:lnTo>
                  <a:lnTo>
                    <a:pt x="8912542" y="851430"/>
                  </a:lnTo>
                  <a:lnTo>
                    <a:pt x="8879248" y="926027"/>
                  </a:lnTo>
                  <a:lnTo>
                    <a:pt x="8846058" y="1004250"/>
                  </a:lnTo>
                  <a:lnTo>
                    <a:pt x="8812904" y="1085845"/>
                  </a:lnTo>
                  <a:lnTo>
                    <a:pt x="8779742" y="1170486"/>
                  </a:lnTo>
                  <a:lnTo>
                    <a:pt x="8746544" y="1257774"/>
                  </a:lnTo>
                  <a:lnTo>
                    <a:pt x="8713299" y="1347248"/>
                  </a:lnTo>
                  <a:lnTo>
                    <a:pt x="8680008" y="1438391"/>
                  </a:lnTo>
                  <a:lnTo>
                    <a:pt x="8646682" y="1530642"/>
                  </a:lnTo>
                  <a:lnTo>
                    <a:pt x="8613339" y="1623409"/>
                  </a:lnTo>
                  <a:lnTo>
                    <a:pt x="8579998" y="1716090"/>
                  </a:lnTo>
                  <a:lnTo>
                    <a:pt x="8546681" y="1808082"/>
                  </a:lnTo>
                  <a:lnTo>
                    <a:pt x="8513402" y="1898802"/>
                  </a:lnTo>
                  <a:lnTo>
                    <a:pt x="8480171" y="1987699"/>
                  </a:lnTo>
                  <a:lnTo>
                    <a:pt x="8446985" y="2074271"/>
                  </a:lnTo>
                  <a:lnTo>
                    <a:pt x="8413829" y="2158075"/>
                  </a:lnTo>
                  <a:lnTo>
                    <a:pt x="8380670" y="2238732"/>
                  </a:lnTo>
                  <a:lnTo>
                    <a:pt x="8347458" y="2315937"/>
                  </a:lnTo>
                  <a:lnTo>
                    <a:pt x="8314118" y="2389456"/>
                  </a:lnTo>
                  <a:lnTo>
                    <a:pt x="8280554" y="2459132"/>
                  </a:lnTo>
                  <a:lnTo>
                    <a:pt x="8246638" y="2524877"/>
                  </a:lnTo>
                  <a:lnTo>
                    <a:pt x="8212214" y="2586670"/>
                  </a:lnTo>
                  <a:lnTo>
                    <a:pt x="8177086" y="2644549"/>
                  </a:lnTo>
                  <a:lnTo>
                    <a:pt x="8151487" y="2683467"/>
                  </a:lnTo>
                  <a:lnTo>
                    <a:pt x="8105524" y="2746592"/>
                  </a:lnTo>
                  <a:lnTo>
                    <a:pt x="8057226" y="2803902"/>
                  </a:lnTo>
                  <a:lnTo>
                    <a:pt x="8005907" y="2855640"/>
                  </a:lnTo>
                  <a:lnTo>
                    <a:pt x="7950812" y="2902245"/>
                  </a:lnTo>
                  <a:lnTo>
                    <a:pt x="7891168" y="2944232"/>
                  </a:lnTo>
                  <a:lnTo>
                    <a:pt x="7826232" y="2982117"/>
                  </a:lnTo>
                  <a:lnTo>
                    <a:pt x="7755348" y="3016374"/>
                  </a:lnTo>
                  <a:lnTo>
                    <a:pt x="7678038" y="3047406"/>
                  </a:lnTo>
                  <a:lnTo>
                    <a:pt x="7594113" y="3075534"/>
                  </a:lnTo>
                  <a:lnTo>
                    <a:pt x="7503816" y="3100989"/>
                  </a:lnTo>
                  <a:lnTo>
                    <a:pt x="7407985" y="3123910"/>
                  </a:lnTo>
                  <a:lnTo>
                    <a:pt x="7308208" y="3144353"/>
                  </a:lnTo>
                  <a:lnTo>
                    <a:pt x="7206917" y="3162305"/>
                  </a:lnTo>
                  <a:lnTo>
                    <a:pt x="7107362" y="3177715"/>
                  </a:lnTo>
                  <a:lnTo>
                    <a:pt x="7013398" y="3190531"/>
                  </a:lnTo>
                  <a:lnTo>
                    <a:pt x="6929043" y="3200752"/>
                  </a:lnTo>
                  <a:lnTo>
                    <a:pt x="6857876" y="3208464"/>
                  </a:lnTo>
                  <a:lnTo>
                    <a:pt x="6802376" y="3213876"/>
                  </a:lnTo>
                  <a:lnTo>
                    <a:pt x="6763396" y="3217311"/>
                  </a:lnTo>
                  <a:lnTo>
                    <a:pt x="6739912" y="3219189"/>
                  </a:lnTo>
                  <a:lnTo>
                    <a:pt x="6729066" y="3219979"/>
                  </a:lnTo>
                  <a:lnTo>
                    <a:pt x="6726393" y="3220158"/>
                  </a:lnTo>
                  <a:lnTo>
                    <a:pt x="6726343" y="3220161"/>
                  </a:lnTo>
                  <a:lnTo>
                    <a:pt x="5254955" y="3220161"/>
                  </a:lnTo>
                  <a:lnTo>
                    <a:pt x="5253724" y="3220179"/>
                  </a:lnTo>
                  <a:lnTo>
                    <a:pt x="5245644" y="3220308"/>
                  </a:lnTo>
                  <a:lnTo>
                    <a:pt x="5225325" y="3220666"/>
                  </a:lnTo>
                  <a:lnTo>
                    <a:pt x="5189120" y="3221370"/>
                  </a:lnTo>
                  <a:lnTo>
                    <a:pt x="5135405" y="3222528"/>
                  </a:lnTo>
                  <a:lnTo>
                    <a:pt x="5064696" y="3224227"/>
                  </a:lnTo>
                  <a:lnTo>
                    <a:pt x="4979431" y="3226522"/>
                  </a:lnTo>
                  <a:lnTo>
                    <a:pt x="4883403" y="3229441"/>
                  </a:lnTo>
                  <a:lnTo>
                    <a:pt x="4781005" y="3232984"/>
                  </a:lnTo>
                  <a:lnTo>
                    <a:pt x="4676500" y="3237139"/>
                  </a:lnTo>
                  <a:lnTo>
                    <a:pt x="4573499" y="3241893"/>
                  </a:lnTo>
                  <a:lnTo>
                    <a:pt x="4474692" y="3247244"/>
                  </a:lnTo>
                  <a:lnTo>
                    <a:pt x="4381809" y="3253205"/>
                  </a:lnTo>
                  <a:lnTo>
                    <a:pt x="4295739" y="3259812"/>
                  </a:lnTo>
                  <a:lnTo>
                    <a:pt x="4216709" y="3267123"/>
                  </a:lnTo>
                  <a:lnTo>
                    <a:pt x="4144469" y="3275222"/>
                  </a:lnTo>
                  <a:lnTo>
                    <a:pt x="4078461" y="3284210"/>
                  </a:lnTo>
                  <a:lnTo>
                    <a:pt x="4017943" y="3294207"/>
                  </a:lnTo>
                  <a:lnTo>
                    <a:pt x="3962086" y="3305344"/>
                  </a:lnTo>
                  <a:lnTo>
                    <a:pt x="3910042" y="3317743"/>
                  </a:lnTo>
                  <a:lnTo>
                    <a:pt x="3860999" y="3331506"/>
                  </a:lnTo>
                  <a:lnTo>
                    <a:pt x="3829811" y="3341394"/>
                  </a:lnTo>
                  <a:lnTo>
                    <a:pt x="3776777" y="3360295"/>
                  </a:lnTo>
                  <a:lnTo>
                    <a:pt x="3725428" y="3381153"/>
                  </a:lnTo>
                  <a:lnTo>
                    <a:pt x="3675116" y="3403995"/>
                  </a:lnTo>
                  <a:lnTo>
                    <a:pt x="3625373" y="3428779"/>
                  </a:lnTo>
                  <a:lnTo>
                    <a:pt x="3575871" y="3455386"/>
                  </a:lnTo>
                  <a:lnTo>
                    <a:pt x="3526403" y="3483613"/>
                  </a:lnTo>
                  <a:lnTo>
                    <a:pt x="3476862" y="3513179"/>
                  </a:lnTo>
                  <a:lnTo>
                    <a:pt x="3427217" y="3543730"/>
                  </a:lnTo>
                  <a:lnTo>
                    <a:pt x="3377494" y="3574854"/>
                  </a:lnTo>
                  <a:lnTo>
                    <a:pt x="3327751" y="3606109"/>
                  </a:lnTo>
                  <a:lnTo>
                    <a:pt x="3278055" y="3637043"/>
                  </a:lnTo>
                  <a:lnTo>
                    <a:pt x="3228453" y="3667223"/>
                  </a:lnTo>
                  <a:lnTo>
                    <a:pt x="3178951" y="3696260"/>
                  </a:lnTo>
                  <a:lnTo>
                    <a:pt x="3129488" y="3723830"/>
                  </a:lnTo>
                  <a:lnTo>
                    <a:pt x="3079915" y="3749684"/>
                  </a:lnTo>
                  <a:lnTo>
                    <a:pt x="3029978" y="3773654"/>
                  </a:lnTo>
                  <a:lnTo>
                    <a:pt x="2979293" y="3795656"/>
                  </a:lnTo>
                  <a:lnTo>
                    <a:pt x="2927320" y="3815676"/>
                  </a:lnTo>
                  <a:lnTo>
                    <a:pt x="2896531" y="3826325"/>
                  </a:lnTo>
                  <a:lnTo>
                    <a:pt x="2849070" y="3841016"/>
                  </a:lnTo>
                  <a:lnTo>
                    <a:pt x="2799100" y="3854311"/>
                  </a:lnTo>
                  <a:lnTo>
                    <a:pt x="2745862" y="3866271"/>
                  </a:lnTo>
                  <a:lnTo>
                    <a:pt x="2688526" y="3877008"/>
                  </a:lnTo>
                  <a:lnTo>
                    <a:pt x="2626244" y="3886651"/>
                  </a:lnTo>
                  <a:lnTo>
                    <a:pt x="2558208" y="3895326"/>
                  </a:lnTo>
                  <a:lnTo>
                    <a:pt x="2483725" y="3903148"/>
                  </a:lnTo>
                  <a:lnTo>
                    <a:pt x="2402326" y="3910213"/>
                  </a:lnTo>
                  <a:lnTo>
                    <a:pt x="2313901" y="3916596"/>
                  </a:lnTo>
                  <a:lnTo>
                    <a:pt x="2218879" y="3922348"/>
                  </a:lnTo>
                  <a:lnTo>
                    <a:pt x="2118415" y="3927497"/>
                  </a:lnTo>
                  <a:lnTo>
                    <a:pt x="2014558" y="3932050"/>
                  </a:lnTo>
                  <a:lnTo>
                    <a:pt x="1910320" y="3936000"/>
                  </a:lnTo>
                  <a:lnTo>
                    <a:pt x="1809576" y="3939333"/>
                  </a:lnTo>
                  <a:lnTo>
                    <a:pt x="1716705" y="3942040"/>
                  </a:lnTo>
                  <a:lnTo>
                    <a:pt x="1635984" y="3944130"/>
                  </a:lnTo>
                  <a:lnTo>
                    <a:pt x="1570828" y="3945638"/>
                  </a:lnTo>
                  <a:lnTo>
                    <a:pt x="1523074" y="3946632"/>
                  </a:lnTo>
                  <a:lnTo>
                    <a:pt x="1492522" y="3947206"/>
                  </a:lnTo>
                  <a:lnTo>
                    <a:pt x="1476836" y="3947473"/>
                  </a:lnTo>
                  <a:lnTo>
                    <a:pt x="1471752" y="3947552"/>
                  </a:lnTo>
                  <a:lnTo>
                    <a:pt x="1471387" y="3947558"/>
                  </a:lnTo>
                  <a:lnTo>
                    <a:pt x="0" y="394755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91" name="pg1691"/>
            <p:cNvSpPr/>
            <p:nvPr/>
          </p:nvSpPr>
          <p:spPr>
            <a:xfrm>
              <a:off x="4799595" y="4620158"/>
              <a:ext cx="11981298" cy="5083604"/>
            </a:xfrm>
            <a:custGeom>
              <a:avLst/>
              <a:pathLst>
                <a:path w="11981298" h="5083604">
                  <a:moveTo>
                    <a:pt x="0" y="5083604"/>
                  </a:moveTo>
                  <a:lnTo>
                    <a:pt x="1471387" y="5083604"/>
                  </a:lnTo>
                  <a:lnTo>
                    <a:pt x="1472263" y="5083515"/>
                  </a:lnTo>
                  <a:lnTo>
                    <a:pt x="1478051" y="5082879"/>
                  </a:lnTo>
                  <a:lnTo>
                    <a:pt x="1492750" y="5081122"/>
                  </a:lnTo>
                  <a:lnTo>
                    <a:pt x="1519299" y="5077659"/>
                  </a:lnTo>
                  <a:lnTo>
                    <a:pt x="1559419" y="5071930"/>
                  </a:lnTo>
                  <a:lnTo>
                    <a:pt x="1613483" y="5063449"/>
                  </a:lnTo>
                  <a:lnTo>
                    <a:pt x="1680544" y="5051845"/>
                  </a:lnTo>
                  <a:lnTo>
                    <a:pt x="1758539" y="5036885"/>
                  </a:lnTo>
                  <a:lnTo>
                    <a:pt x="1844653" y="5018465"/>
                  </a:lnTo>
                  <a:lnTo>
                    <a:pt x="1935761" y="4996589"/>
                  </a:lnTo>
                  <a:lnTo>
                    <a:pt x="2028826" y="4971314"/>
                  </a:lnTo>
                  <a:lnTo>
                    <a:pt x="2121206" y="4942709"/>
                  </a:lnTo>
                  <a:lnTo>
                    <a:pt x="2210825" y="4910808"/>
                  </a:lnTo>
                  <a:lnTo>
                    <a:pt x="2296219" y="4875577"/>
                  </a:lnTo>
                  <a:lnTo>
                    <a:pt x="2376493" y="4836892"/>
                  </a:lnTo>
                  <a:lnTo>
                    <a:pt x="2451236" y="4794531"/>
                  </a:lnTo>
                  <a:lnTo>
                    <a:pt x="2520406" y="4748167"/>
                  </a:lnTo>
                  <a:lnTo>
                    <a:pt x="2584236" y="4697373"/>
                  </a:lnTo>
                  <a:lnTo>
                    <a:pt x="2643136" y="4641633"/>
                  </a:lnTo>
                  <a:lnTo>
                    <a:pt x="2697632" y="4580356"/>
                  </a:lnTo>
                  <a:lnTo>
                    <a:pt x="2748304" y="4512909"/>
                  </a:lnTo>
                  <a:lnTo>
                    <a:pt x="2795755" y="4438658"/>
                  </a:lnTo>
                  <a:lnTo>
                    <a:pt x="2840573" y="4357050"/>
                  </a:lnTo>
                  <a:lnTo>
                    <a:pt x="2883302" y="4267729"/>
                  </a:lnTo>
                  <a:lnTo>
                    <a:pt x="2896531" y="4237699"/>
                  </a:lnTo>
                  <a:lnTo>
                    <a:pt x="2925817" y="4167170"/>
                  </a:lnTo>
                  <a:lnTo>
                    <a:pt x="2954493" y="4092611"/>
                  </a:lnTo>
                  <a:lnTo>
                    <a:pt x="2982690" y="4013943"/>
                  </a:lnTo>
                  <a:lnTo>
                    <a:pt x="3010516" y="3931124"/>
                  </a:lnTo>
                  <a:lnTo>
                    <a:pt x="3038065" y="3844152"/>
                  </a:lnTo>
                  <a:lnTo>
                    <a:pt x="3065414" y="3753072"/>
                  </a:lnTo>
                  <a:lnTo>
                    <a:pt x="3092626" y="3657975"/>
                  </a:lnTo>
                  <a:lnTo>
                    <a:pt x="3119755" y="3559003"/>
                  </a:lnTo>
                  <a:lnTo>
                    <a:pt x="3146840" y="3456350"/>
                  </a:lnTo>
                  <a:lnTo>
                    <a:pt x="3173914" y="3350262"/>
                  </a:lnTo>
                  <a:lnTo>
                    <a:pt x="3200997" y="3241035"/>
                  </a:lnTo>
                  <a:lnTo>
                    <a:pt x="3228104" y="3129015"/>
                  </a:lnTo>
                  <a:lnTo>
                    <a:pt x="3255243" y="3014594"/>
                  </a:lnTo>
                  <a:lnTo>
                    <a:pt x="3282413" y="2898203"/>
                  </a:lnTo>
                  <a:lnTo>
                    <a:pt x="3309611" y="2780307"/>
                  </a:lnTo>
                  <a:lnTo>
                    <a:pt x="3336830" y="2661399"/>
                  </a:lnTo>
                  <a:lnTo>
                    <a:pt x="3364060" y="2541989"/>
                  </a:lnTo>
                  <a:lnTo>
                    <a:pt x="3391289" y="2422595"/>
                  </a:lnTo>
                  <a:lnTo>
                    <a:pt x="3418507" y="2303738"/>
                  </a:lnTo>
                  <a:lnTo>
                    <a:pt x="3445704" y="2185926"/>
                  </a:lnTo>
                  <a:lnTo>
                    <a:pt x="3472872" y="2069649"/>
                  </a:lnTo>
                  <a:lnTo>
                    <a:pt x="3500008" y="1955372"/>
                  </a:lnTo>
                  <a:lnTo>
                    <a:pt x="3527113" y="1843523"/>
                  </a:lnTo>
                  <a:lnTo>
                    <a:pt x="3554195" y="1734491"/>
                  </a:lnTo>
                  <a:lnTo>
                    <a:pt x="3581269" y="1628618"/>
                  </a:lnTo>
                  <a:lnTo>
                    <a:pt x="3608356" y="1526199"/>
                  </a:lnTo>
                  <a:lnTo>
                    <a:pt x="3635489" y="1427475"/>
                  </a:lnTo>
                  <a:lnTo>
                    <a:pt x="3662709" y="1332636"/>
                  </a:lnTo>
                  <a:lnTo>
                    <a:pt x="3690068" y="1241822"/>
                  </a:lnTo>
                  <a:lnTo>
                    <a:pt x="3717633" y="1155120"/>
                  </a:lnTo>
                  <a:lnTo>
                    <a:pt x="3745480" y="1072573"/>
                  </a:lnTo>
                  <a:lnTo>
                    <a:pt x="3773705" y="994175"/>
                  </a:lnTo>
                  <a:lnTo>
                    <a:pt x="3802417" y="919882"/>
                  </a:lnTo>
                  <a:lnTo>
                    <a:pt x="3829811" y="854078"/>
                  </a:lnTo>
                  <a:lnTo>
                    <a:pt x="3871980" y="762284"/>
                  </a:lnTo>
                  <a:lnTo>
                    <a:pt x="3916077" y="678249"/>
                  </a:lnTo>
                  <a:lnTo>
                    <a:pt x="3962628" y="601712"/>
                  </a:lnTo>
                  <a:lnTo>
                    <a:pt x="4012211" y="532168"/>
                  </a:lnTo>
                  <a:lnTo>
                    <a:pt x="4065427" y="468999"/>
                  </a:lnTo>
                  <a:lnTo>
                    <a:pt x="4122866" y="411566"/>
                  </a:lnTo>
                  <a:lnTo>
                    <a:pt x="4185077" y="359259"/>
                  </a:lnTo>
                  <a:lnTo>
                    <a:pt x="4252514" y="311537"/>
                  </a:lnTo>
                  <a:lnTo>
                    <a:pt x="4325474" y="267943"/>
                  </a:lnTo>
                  <a:lnTo>
                    <a:pt x="4404014" y="228118"/>
                  </a:lnTo>
                  <a:lnTo>
                    <a:pt x="4487851" y="191807"/>
                  </a:lnTo>
                  <a:lnTo>
                    <a:pt x="4576257" y="158855"/>
                  </a:lnTo>
                  <a:lnTo>
                    <a:pt x="4667956" y="129201"/>
                  </a:lnTo>
                  <a:lnTo>
                    <a:pt x="4761064" y="102860"/>
                  </a:lnTo>
                  <a:lnTo>
                    <a:pt x="4853109" y="79895"/>
                  </a:lnTo>
                  <a:lnTo>
                    <a:pt x="4941154" y="60373"/>
                  </a:lnTo>
                  <a:lnTo>
                    <a:pt x="5022060" y="44318"/>
                  </a:lnTo>
                  <a:lnTo>
                    <a:pt x="5092865" y="31665"/>
                  </a:lnTo>
                  <a:lnTo>
                    <a:pt x="5151224" y="22225"/>
                  </a:lnTo>
                  <a:lnTo>
                    <a:pt x="5195802" y="15669"/>
                  </a:lnTo>
                  <a:lnTo>
                    <a:pt x="5226543" y="11543"/>
                  </a:lnTo>
                  <a:lnTo>
                    <a:pt x="5244746" y="9307"/>
                  </a:lnTo>
                  <a:lnTo>
                    <a:pt x="5252982" y="8378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274" y="8251"/>
                  </a:lnTo>
                  <a:lnTo>
                    <a:pt x="6733422" y="8810"/>
                  </a:lnTo>
                  <a:lnTo>
                    <a:pt x="6749010" y="10353"/>
                  </a:lnTo>
                  <a:lnTo>
                    <a:pt x="6777101" y="13394"/>
                  </a:lnTo>
                  <a:lnTo>
                    <a:pt x="6819424" y="18422"/>
                  </a:lnTo>
                  <a:lnTo>
                    <a:pt x="6876241" y="25854"/>
                  </a:lnTo>
                  <a:lnTo>
                    <a:pt x="6946389" y="36001"/>
                  </a:lnTo>
                  <a:lnTo>
                    <a:pt x="7027540" y="49054"/>
                  </a:lnTo>
                  <a:lnTo>
                    <a:pt x="7116617" y="65084"/>
                  </a:lnTo>
                  <a:lnTo>
                    <a:pt x="7210281" y="84079"/>
                  </a:lnTo>
                  <a:lnTo>
                    <a:pt x="7305363" y="105983"/>
                  </a:lnTo>
                  <a:lnTo>
                    <a:pt x="7399176" y="130738"/>
                  </a:lnTo>
                  <a:lnTo>
                    <a:pt x="7489665" y="158328"/>
                  </a:lnTo>
                  <a:lnTo>
                    <a:pt x="7575440" y="188802"/>
                  </a:lnTo>
                  <a:lnTo>
                    <a:pt x="7655704" y="222293"/>
                  </a:lnTo>
                  <a:lnTo>
                    <a:pt x="7730152" y="259023"/>
                  </a:lnTo>
                  <a:lnTo>
                    <a:pt x="7798846" y="299310"/>
                  </a:lnTo>
                  <a:lnTo>
                    <a:pt x="7862109" y="343555"/>
                  </a:lnTo>
                  <a:lnTo>
                    <a:pt x="7920429" y="392239"/>
                  </a:lnTo>
                  <a:lnTo>
                    <a:pt x="7974396" y="445897"/>
                  </a:lnTo>
                  <a:lnTo>
                    <a:pt x="8024641" y="505094"/>
                  </a:lnTo>
                  <a:lnTo>
                    <a:pt x="8071802" y="570362"/>
                  </a:lnTo>
                  <a:lnTo>
                    <a:pt x="8116488" y="642125"/>
                  </a:lnTo>
                  <a:lnTo>
                    <a:pt x="8151487" y="705602"/>
                  </a:lnTo>
                  <a:lnTo>
                    <a:pt x="8183444" y="769287"/>
                  </a:lnTo>
                  <a:lnTo>
                    <a:pt x="8214688" y="836944"/>
                  </a:lnTo>
                  <a:lnTo>
                    <a:pt x="8245386" y="908653"/>
                  </a:lnTo>
                  <a:lnTo>
                    <a:pt x="8275674" y="984450"/>
                  </a:lnTo>
                  <a:lnTo>
                    <a:pt x="8305667" y="1064321"/>
                  </a:lnTo>
                  <a:lnTo>
                    <a:pt x="8335458" y="1148197"/>
                  </a:lnTo>
                  <a:lnTo>
                    <a:pt x="8365122" y="1235953"/>
                  </a:lnTo>
                  <a:lnTo>
                    <a:pt x="8394719" y="1327402"/>
                  </a:lnTo>
                  <a:lnTo>
                    <a:pt x="8424293" y="1422299"/>
                  </a:lnTo>
                  <a:lnTo>
                    <a:pt x="8453875" y="1520334"/>
                  </a:lnTo>
                  <a:lnTo>
                    <a:pt x="8483484" y="1621145"/>
                  </a:lnTo>
                  <a:lnTo>
                    <a:pt x="8513130" y="1724310"/>
                  </a:lnTo>
                  <a:lnTo>
                    <a:pt x="8542813" y="1829366"/>
                  </a:lnTo>
                  <a:lnTo>
                    <a:pt x="8572529" y="1935806"/>
                  </a:lnTo>
                  <a:lnTo>
                    <a:pt x="8602267" y="2043096"/>
                  </a:lnTo>
                  <a:lnTo>
                    <a:pt x="8632012" y="2150684"/>
                  </a:lnTo>
                  <a:lnTo>
                    <a:pt x="8661750" y="2258011"/>
                  </a:lnTo>
                  <a:lnTo>
                    <a:pt x="8691468" y="2364524"/>
                  </a:lnTo>
                  <a:lnTo>
                    <a:pt x="8721154" y="2469688"/>
                  </a:lnTo>
                  <a:lnTo>
                    <a:pt x="8750802" y="2572994"/>
                  </a:lnTo>
                  <a:lnTo>
                    <a:pt x="8780414" y="2673974"/>
                  </a:lnTo>
                  <a:lnTo>
                    <a:pt x="8809997" y="2772206"/>
                  </a:lnTo>
                  <a:lnTo>
                    <a:pt x="8839570" y="2867321"/>
                  </a:lnTo>
                  <a:lnTo>
                    <a:pt x="8869165" y="2959007"/>
                  </a:lnTo>
                  <a:lnTo>
                    <a:pt x="8898823" y="3047015"/>
                  </a:lnTo>
                  <a:lnTo>
                    <a:pt x="8928603" y="3131153"/>
                  </a:lnTo>
                  <a:lnTo>
                    <a:pt x="8958580" y="3211292"/>
                  </a:lnTo>
                  <a:lnTo>
                    <a:pt x="8988845" y="3287361"/>
                  </a:lnTo>
                  <a:lnTo>
                    <a:pt x="9019511" y="3359341"/>
                  </a:lnTo>
                  <a:lnTo>
                    <a:pt x="9050715" y="3427265"/>
                  </a:lnTo>
                  <a:lnTo>
                    <a:pt x="9082619" y="3491211"/>
                  </a:lnTo>
                  <a:lnTo>
                    <a:pt x="9084767" y="3495318"/>
                  </a:lnTo>
                  <a:lnTo>
                    <a:pt x="9127844" y="3572527"/>
                  </a:lnTo>
                  <a:lnTo>
                    <a:pt x="9172943" y="3643070"/>
                  </a:lnTo>
                  <a:lnTo>
                    <a:pt x="9220626" y="3707182"/>
                  </a:lnTo>
                  <a:lnTo>
                    <a:pt x="9271508" y="3765316"/>
                  </a:lnTo>
                  <a:lnTo>
                    <a:pt x="9326231" y="3818015"/>
                  </a:lnTo>
                  <a:lnTo>
                    <a:pt x="9385421" y="3865841"/>
                  </a:lnTo>
                  <a:lnTo>
                    <a:pt x="9449652" y="3909323"/>
                  </a:lnTo>
                  <a:lnTo>
                    <a:pt x="9519389" y="3948926"/>
                  </a:lnTo>
                  <a:lnTo>
                    <a:pt x="9594914" y="3985038"/>
                  </a:lnTo>
                  <a:lnTo>
                    <a:pt x="9676230" y="4017958"/>
                  </a:lnTo>
                  <a:lnTo>
                    <a:pt x="9762950" y="4047893"/>
                  </a:lnTo>
                  <a:lnTo>
                    <a:pt x="9854176" y="4074959"/>
                  </a:lnTo>
                  <a:lnTo>
                    <a:pt x="9948397" y="4099191"/>
                  </a:lnTo>
                  <a:lnTo>
                    <a:pt x="10043437" y="4120564"/>
                  </a:lnTo>
                  <a:lnTo>
                    <a:pt x="10136503" y="4139016"/>
                  </a:lnTo>
                  <a:lnTo>
                    <a:pt x="10224369" y="4154496"/>
                  </a:lnTo>
                  <a:lnTo>
                    <a:pt x="10303707" y="4167004"/>
                  </a:lnTo>
                  <a:lnTo>
                    <a:pt x="10371543" y="4176633"/>
                  </a:lnTo>
                  <a:lnTo>
                    <a:pt x="10425734" y="4183595"/>
                  </a:lnTo>
                  <a:lnTo>
                    <a:pt x="10465369" y="4188222"/>
                  </a:lnTo>
                  <a:lnTo>
                    <a:pt x="10490984" y="4190949"/>
                  </a:lnTo>
                  <a:lnTo>
                    <a:pt x="10504564" y="4192272"/>
                  </a:lnTo>
                  <a:lnTo>
                    <a:pt x="10509400" y="4192705"/>
                  </a:lnTo>
                  <a:lnTo>
                    <a:pt x="10509911" y="4192748"/>
                  </a:lnTo>
                  <a:lnTo>
                    <a:pt x="11981298" y="4192748"/>
                  </a:lnTo>
                  <a:lnTo>
                    <a:pt x="11981298" y="4184575"/>
                  </a:lnTo>
                  <a:lnTo>
                    <a:pt x="10509911" y="4184575"/>
                  </a:lnTo>
                  <a:lnTo>
                    <a:pt x="10508979" y="4184496"/>
                  </a:lnTo>
                  <a:lnTo>
                    <a:pt x="10502831" y="4183938"/>
                  </a:lnTo>
                  <a:lnTo>
                    <a:pt x="10487244" y="4182394"/>
                  </a:lnTo>
                  <a:lnTo>
                    <a:pt x="10459152" y="4179353"/>
                  </a:lnTo>
                  <a:lnTo>
                    <a:pt x="10416829" y="4174325"/>
                  </a:lnTo>
                  <a:lnTo>
                    <a:pt x="10360012" y="4166893"/>
                  </a:lnTo>
                  <a:lnTo>
                    <a:pt x="10289864" y="4156746"/>
                  </a:lnTo>
                  <a:lnTo>
                    <a:pt x="10208713" y="4143693"/>
                  </a:lnTo>
                  <a:lnTo>
                    <a:pt x="10119636" y="4127663"/>
                  </a:lnTo>
                  <a:lnTo>
                    <a:pt x="10025973" y="4108668"/>
                  </a:lnTo>
                  <a:lnTo>
                    <a:pt x="9930890" y="4086764"/>
                  </a:lnTo>
                  <a:lnTo>
                    <a:pt x="9837078" y="4062009"/>
                  </a:lnTo>
                  <a:lnTo>
                    <a:pt x="9746588" y="4034419"/>
                  </a:lnTo>
                  <a:lnTo>
                    <a:pt x="9660813" y="4003945"/>
                  </a:lnTo>
                  <a:lnTo>
                    <a:pt x="9580549" y="3970455"/>
                  </a:lnTo>
                  <a:lnTo>
                    <a:pt x="9506101" y="3933724"/>
                  </a:lnTo>
                  <a:lnTo>
                    <a:pt x="9437407" y="3893437"/>
                  </a:lnTo>
                  <a:lnTo>
                    <a:pt x="9374145" y="3849192"/>
                  </a:lnTo>
                  <a:lnTo>
                    <a:pt x="9315824" y="3800508"/>
                  </a:lnTo>
                  <a:lnTo>
                    <a:pt x="9261857" y="3746850"/>
                  </a:lnTo>
                  <a:lnTo>
                    <a:pt x="9211612" y="3687654"/>
                  </a:lnTo>
                  <a:lnTo>
                    <a:pt x="9164452" y="3622385"/>
                  </a:lnTo>
                  <a:lnTo>
                    <a:pt x="9119765" y="3550622"/>
                  </a:lnTo>
                  <a:lnTo>
                    <a:pt x="9084767" y="3487145"/>
                  </a:lnTo>
                  <a:lnTo>
                    <a:pt x="9052810" y="3423460"/>
                  </a:lnTo>
                  <a:lnTo>
                    <a:pt x="9021565" y="3355803"/>
                  </a:lnTo>
                  <a:lnTo>
                    <a:pt x="8990867" y="3284094"/>
                  </a:lnTo>
                  <a:lnTo>
                    <a:pt x="8960579" y="3208297"/>
                  </a:lnTo>
                  <a:lnTo>
                    <a:pt x="8930587" y="3128426"/>
                  </a:lnTo>
                  <a:lnTo>
                    <a:pt x="8900796" y="3044550"/>
                  </a:lnTo>
                  <a:lnTo>
                    <a:pt x="8871131" y="2956794"/>
                  </a:lnTo>
                  <a:lnTo>
                    <a:pt x="8841534" y="2865345"/>
                  </a:lnTo>
                  <a:lnTo>
                    <a:pt x="8811960" y="2770449"/>
                  </a:lnTo>
                  <a:lnTo>
                    <a:pt x="8782379" y="2672413"/>
                  </a:lnTo>
                  <a:lnTo>
                    <a:pt x="8752770" y="2571602"/>
                  </a:lnTo>
                  <a:lnTo>
                    <a:pt x="8723124" y="2468437"/>
                  </a:lnTo>
                  <a:lnTo>
                    <a:pt x="8693440" y="2363381"/>
                  </a:lnTo>
                  <a:lnTo>
                    <a:pt x="8663724" y="2256942"/>
                  </a:lnTo>
                  <a:lnTo>
                    <a:pt x="8633987" y="2149651"/>
                  </a:lnTo>
                  <a:lnTo>
                    <a:pt x="8604241" y="2042063"/>
                  </a:lnTo>
                  <a:lnTo>
                    <a:pt x="8574503" y="1934736"/>
                  </a:lnTo>
                  <a:lnTo>
                    <a:pt x="8544785" y="1828223"/>
                  </a:lnTo>
                  <a:lnTo>
                    <a:pt x="8515099" y="1723059"/>
                  </a:lnTo>
                  <a:lnTo>
                    <a:pt x="8485451" y="1619753"/>
                  </a:lnTo>
                  <a:lnTo>
                    <a:pt x="8455839" y="1518773"/>
                  </a:lnTo>
                  <a:lnTo>
                    <a:pt x="8426256" y="1420541"/>
                  </a:lnTo>
                  <a:lnTo>
                    <a:pt x="8396683" y="1325426"/>
                  </a:lnTo>
                  <a:lnTo>
                    <a:pt x="8367089" y="1233740"/>
                  </a:lnTo>
                  <a:lnTo>
                    <a:pt x="8337430" y="1145732"/>
                  </a:lnTo>
                  <a:lnTo>
                    <a:pt x="8307650" y="1061594"/>
                  </a:lnTo>
                  <a:lnTo>
                    <a:pt x="8277673" y="981455"/>
                  </a:lnTo>
                  <a:lnTo>
                    <a:pt x="8247408" y="905386"/>
                  </a:lnTo>
                  <a:lnTo>
                    <a:pt x="8216742" y="833406"/>
                  </a:lnTo>
                  <a:lnTo>
                    <a:pt x="8185538" y="765482"/>
                  </a:lnTo>
                  <a:lnTo>
                    <a:pt x="8153634" y="701536"/>
                  </a:lnTo>
                  <a:lnTo>
                    <a:pt x="8151487" y="697429"/>
                  </a:lnTo>
                  <a:lnTo>
                    <a:pt x="8108409" y="620220"/>
                  </a:lnTo>
                  <a:lnTo>
                    <a:pt x="8063310" y="549677"/>
                  </a:lnTo>
                  <a:lnTo>
                    <a:pt x="8015628" y="485565"/>
                  </a:lnTo>
                  <a:lnTo>
                    <a:pt x="7964745" y="427432"/>
                  </a:lnTo>
                  <a:lnTo>
                    <a:pt x="7910022" y="374732"/>
                  </a:lnTo>
                  <a:lnTo>
                    <a:pt x="7850833" y="326906"/>
                  </a:lnTo>
                  <a:lnTo>
                    <a:pt x="7786602" y="283424"/>
                  </a:lnTo>
                  <a:lnTo>
                    <a:pt x="7716865" y="243821"/>
                  </a:lnTo>
                  <a:lnTo>
                    <a:pt x="7641340" y="207709"/>
                  </a:lnTo>
                  <a:lnTo>
                    <a:pt x="7560023" y="174789"/>
                  </a:lnTo>
                  <a:lnTo>
                    <a:pt x="7473303" y="144854"/>
                  </a:lnTo>
                  <a:lnTo>
                    <a:pt x="7382077" y="117788"/>
                  </a:lnTo>
                  <a:lnTo>
                    <a:pt x="7287856" y="93556"/>
                  </a:lnTo>
                  <a:lnTo>
                    <a:pt x="7192816" y="72184"/>
                  </a:lnTo>
                  <a:lnTo>
                    <a:pt x="7099750" y="53731"/>
                  </a:lnTo>
                  <a:lnTo>
                    <a:pt x="7011885" y="38251"/>
                  </a:lnTo>
                  <a:lnTo>
                    <a:pt x="6932547" y="25743"/>
                  </a:lnTo>
                  <a:lnTo>
                    <a:pt x="6864711" y="16114"/>
                  </a:lnTo>
                  <a:lnTo>
                    <a:pt x="6810519" y="9153"/>
                  </a:lnTo>
                  <a:lnTo>
                    <a:pt x="6770884" y="4525"/>
                  </a:lnTo>
                  <a:lnTo>
                    <a:pt x="6745269" y="1798"/>
                  </a:lnTo>
                  <a:lnTo>
                    <a:pt x="6731689" y="475"/>
                  </a:lnTo>
                  <a:lnTo>
                    <a:pt x="6726853" y="42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079" y="89"/>
                  </a:lnTo>
                  <a:lnTo>
                    <a:pt x="5248291" y="725"/>
                  </a:lnTo>
                  <a:lnTo>
                    <a:pt x="5233592" y="2481"/>
                  </a:lnTo>
                  <a:lnTo>
                    <a:pt x="5207043" y="5945"/>
                  </a:lnTo>
                  <a:lnTo>
                    <a:pt x="5166923" y="11674"/>
                  </a:lnTo>
                  <a:lnTo>
                    <a:pt x="5112859" y="20155"/>
                  </a:lnTo>
                  <a:lnTo>
                    <a:pt x="5045798" y="31759"/>
                  </a:lnTo>
                  <a:lnTo>
                    <a:pt x="4967804" y="46719"/>
                  </a:lnTo>
                  <a:lnTo>
                    <a:pt x="4881689" y="65138"/>
                  </a:lnTo>
                  <a:lnTo>
                    <a:pt x="4790581" y="87015"/>
                  </a:lnTo>
                  <a:lnTo>
                    <a:pt x="4697516" y="112290"/>
                  </a:lnTo>
                  <a:lnTo>
                    <a:pt x="4605136" y="140895"/>
                  </a:lnTo>
                  <a:lnTo>
                    <a:pt x="4515517" y="172796"/>
                  </a:lnTo>
                  <a:lnTo>
                    <a:pt x="4430123" y="208027"/>
                  </a:lnTo>
                  <a:lnTo>
                    <a:pt x="4349849" y="246712"/>
                  </a:lnTo>
                  <a:lnTo>
                    <a:pt x="4275107" y="289073"/>
                  </a:lnTo>
                  <a:lnTo>
                    <a:pt x="4205936" y="335437"/>
                  </a:lnTo>
                  <a:lnTo>
                    <a:pt x="4142107" y="386231"/>
                  </a:lnTo>
                  <a:lnTo>
                    <a:pt x="4083206" y="441971"/>
                  </a:lnTo>
                  <a:lnTo>
                    <a:pt x="4028711" y="503248"/>
                  </a:lnTo>
                  <a:lnTo>
                    <a:pt x="3978038" y="570695"/>
                  </a:lnTo>
                  <a:lnTo>
                    <a:pt x="3930587" y="644946"/>
                  </a:lnTo>
                  <a:lnTo>
                    <a:pt x="3885770" y="726554"/>
                  </a:lnTo>
                  <a:lnTo>
                    <a:pt x="3843040" y="815875"/>
                  </a:lnTo>
                  <a:lnTo>
                    <a:pt x="3829811" y="845905"/>
                  </a:lnTo>
                  <a:lnTo>
                    <a:pt x="3800525" y="916434"/>
                  </a:lnTo>
                  <a:lnTo>
                    <a:pt x="3771849" y="990993"/>
                  </a:lnTo>
                  <a:lnTo>
                    <a:pt x="3743652" y="1069661"/>
                  </a:lnTo>
                  <a:lnTo>
                    <a:pt x="3715826" y="1152480"/>
                  </a:lnTo>
                  <a:lnTo>
                    <a:pt x="3688277" y="1239452"/>
                  </a:lnTo>
                  <a:lnTo>
                    <a:pt x="3660928" y="1330532"/>
                  </a:lnTo>
                  <a:lnTo>
                    <a:pt x="3633716" y="1425629"/>
                  </a:lnTo>
                  <a:lnTo>
                    <a:pt x="3606587" y="1524601"/>
                  </a:lnTo>
                  <a:lnTo>
                    <a:pt x="3579502" y="1627254"/>
                  </a:lnTo>
                  <a:lnTo>
                    <a:pt x="3552428" y="1733342"/>
                  </a:lnTo>
                  <a:lnTo>
                    <a:pt x="3525345" y="1842569"/>
                  </a:lnTo>
                  <a:lnTo>
                    <a:pt x="3498238" y="1954588"/>
                  </a:lnTo>
                  <a:lnTo>
                    <a:pt x="3471100" y="2069010"/>
                  </a:lnTo>
                  <a:lnTo>
                    <a:pt x="3443929" y="2185401"/>
                  </a:lnTo>
                  <a:lnTo>
                    <a:pt x="3416731" y="2303297"/>
                  </a:lnTo>
                  <a:lnTo>
                    <a:pt x="3389512" y="2422205"/>
                  </a:lnTo>
                  <a:lnTo>
                    <a:pt x="3362282" y="2541615"/>
                  </a:lnTo>
                  <a:lnTo>
                    <a:pt x="3335053" y="2661009"/>
                  </a:lnTo>
                  <a:lnTo>
                    <a:pt x="3307835" y="2779866"/>
                  </a:lnTo>
                  <a:lnTo>
                    <a:pt x="3280638" y="2897678"/>
                  </a:lnTo>
                  <a:lnTo>
                    <a:pt x="3253470" y="3013955"/>
                  </a:lnTo>
                  <a:lnTo>
                    <a:pt x="3226334" y="3128232"/>
                  </a:lnTo>
                  <a:lnTo>
                    <a:pt x="3199229" y="3240081"/>
                  </a:lnTo>
                  <a:lnTo>
                    <a:pt x="3172147" y="3349113"/>
                  </a:lnTo>
                  <a:lnTo>
                    <a:pt x="3145073" y="3454986"/>
                  </a:lnTo>
                  <a:lnTo>
                    <a:pt x="3117986" y="3557405"/>
                  </a:lnTo>
                  <a:lnTo>
                    <a:pt x="3090853" y="3656129"/>
                  </a:lnTo>
                  <a:lnTo>
                    <a:pt x="3063633" y="3750968"/>
                  </a:lnTo>
                  <a:lnTo>
                    <a:pt x="3036274" y="3841782"/>
                  </a:lnTo>
                  <a:lnTo>
                    <a:pt x="3008709" y="3928484"/>
                  </a:lnTo>
                  <a:lnTo>
                    <a:pt x="2980862" y="4011031"/>
                  </a:lnTo>
                  <a:lnTo>
                    <a:pt x="2952638" y="4089429"/>
                  </a:lnTo>
                  <a:lnTo>
                    <a:pt x="2923925" y="4163722"/>
                  </a:lnTo>
                  <a:lnTo>
                    <a:pt x="2896531" y="4229526"/>
                  </a:lnTo>
                  <a:lnTo>
                    <a:pt x="2854362" y="4321319"/>
                  </a:lnTo>
                  <a:lnTo>
                    <a:pt x="2810265" y="4405355"/>
                  </a:lnTo>
                  <a:lnTo>
                    <a:pt x="2763714" y="4481892"/>
                  </a:lnTo>
                  <a:lnTo>
                    <a:pt x="2714131" y="4551436"/>
                  </a:lnTo>
                  <a:lnTo>
                    <a:pt x="2660916" y="4614605"/>
                  </a:lnTo>
                  <a:lnTo>
                    <a:pt x="2603476" y="4672038"/>
                  </a:lnTo>
                  <a:lnTo>
                    <a:pt x="2541265" y="4724345"/>
                  </a:lnTo>
                  <a:lnTo>
                    <a:pt x="2473828" y="4772067"/>
                  </a:lnTo>
                  <a:lnTo>
                    <a:pt x="2400868" y="4815661"/>
                  </a:lnTo>
                  <a:lnTo>
                    <a:pt x="2322328" y="4855486"/>
                  </a:lnTo>
                  <a:lnTo>
                    <a:pt x="2238491" y="4891797"/>
                  </a:lnTo>
                  <a:lnTo>
                    <a:pt x="2150085" y="4924749"/>
                  </a:lnTo>
                  <a:lnTo>
                    <a:pt x="2058387" y="4954403"/>
                  </a:lnTo>
                  <a:lnTo>
                    <a:pt x="1965278" y="4980744"/>
                  </a:lnTo>
                  <a:lnTo>
                    <a:pt x="1873233" y="5003709"/>
                  </a:lnTo>
                  <a:lnTo>
                    <a:pt x="1785188" y="5023231"/>
                  </a:lnTo>
                  <a:lnTo>
                    <a:pt x="1704282" y="5039286"/>
                  </a:lnTo>
                  <a:lnTo>
                    <a:pt x="1633477" y="5051939"/>
                  </a:lnTo>
                  <a:lnTo>
                    <a:pt x="1575118" y="5061379"/>
                  </a:lnTo>
                  <a:lnTo>
                    <a:pt x="1530540" y="5067935"/>
                  </a:lnTo>
                  <a:lnTo>
                    <a:pt x="1499799" y="5072061"/>
                  </a:lnTo>
                  <a:lnTo>
                    <a:pt x="1481596" y="5074297"/>
                  </a:lnTo>
                  <a:lnTo>
                    <a:pt x="1473360" y="5075226"/>
                  </a:lnTo>
                  <a:lnTo>
                    <a:pt x="1471387" y="5075431"/>
                  </a:lnTo>
                  <a:lnTo>
                    <a:pt x="0" y="5075431"/>
                  </a:lnTo>
                  <a:close/>
                </a:path>
              </a:pathLst>
            </a:custGeom>
            <a:solidFill>
              <a:srgbClr val="D9B26F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692" name="pl1692"/>
            <p:cNvSpPr/>
            <p:nvPr/>
          </p:nvSpPr>
          <p:spPr>
            <a:xfrm>
              <a:off x="4799595" y="4628331"/>
              <a:ext cx="11981298" cy="5075431"/>
            </a:xfrm>
            <a:custGeom>
              <a:avLst/>
              <a:pathLst>
                <a:path w="11981298" h="5075431">
                  <a:moveTo>
                    <a:pt x="0" y="5075431"/>
                  </a:moveTo>
                  <a:lnTo>
                    <a:pt x="1471387" y="5075431"/>
                  </a:lnTo>
                  <a:lnTo>
                    <a:pt x="1472263" y="5075342"/>
                  </a:lnTo>
                  <a:lnTo>
                    <a:pt x="1478051" y="5074706"/>
                  </a:lnTo>
                  <a:lnTo>
                    <a:pt x="1492750" y="5072949"/>
                  </a:lnTo>
                  <a:lnTo>
                    <a:pt x="1519299" y="5069486"/>
                  </a:lnTo>
                  <a:lnTo>
                    <a:pt x="1559419" y="5063757"/>
                  </a:lnTo>
                  <a:lnTo>
                    <a:pt x="1613483" y="5055276"/>
                  </a:lnTo>
                  <a:lnTo>
                    <a:pt x="1680544" y="5043672"/>
                  </a:lnTo>
                  <a:lnTo>
                    <a:pt x="1758539" y="5028712"/>
                  </a:lnTo>
                  <a:lnTo>
                    <a:pt x="1844653" y="5010292"/>
                  </a:lnTo>
                  <a:lnTo>
                    <a:pt x="1935761" y="4988416"/>
                  </a:lnTo>
                  <a:lnTo>
                    <a:pt x="2028826" y="4963141"/>
                  </a:lnTo>
                  <a:lnTo>
                    <a:pt x="2121206" y="4934536"/>
                  </a:lnTo>
                  <a:lnTo>
                    <a:pt x="2210825" y="4902635"/>
                  </a:lnTo>
                  <a:lnTo>
                    <a:pt x="2296219" y="4867404"/>
                  </a:lnTo>
                  <a:lnTo>
                    <a:pt x="2376493" y="4828719"/>
                  </a:lnTo>
                  <a:lnTo>
                    <a:pt x="2451236" y="4786358"/>
                  </a:lnTo>
                  <a:lnTo>
                    <a:pt x="2520406" y="4739994"/>
                  </a:lnTo>
                  <a:lnTo>
                    <a:pt x="2584236" y="4689200"/>
                  </a:lnTo>
                  <a:lnTo>
                    <a:pt x="2643136" y="4633460"/>
                  </a:lnTo>
                  <a:lnTo>
                    <a:pt x="2697632" y="4572183"/>
                  </a:lnTo>
                  <a:lnTo>
                    <a:pt x="2748304" y="4504736"/>
                  </a:lnTo>
                  <a:lnTo>
                    <a:pt x="2795755" y="4430485"/>
                  </a:lnTo>
                  <a:lnTo>
                    <a:pt x="2840573" y="4348877"/>
                  </a:lnTo>
                  <a:lnTo>
                    <a:pt x="2883302" y="4259556"/>
                  </a:lnTo>
                  <a:lnTo>
                    <a:pt x="2896531" y="4229526"/>
                  </a:lnTo>
                  <a:lnTo>
                    <a:pt x="2925817" y="4158997"/>
                  </a:lnTo>
                  <a:lnTo>
                    <a:pt x="2954493" y="4084438"/>
                  </a:lnTo>
                  <a:lnTo>
                    <a:pt x="2982690" y="4005770"/>
                  </a:lnTo>
                  <a:lnTo>
                    <a:pt x="3010516" y="3922951"/>
                  </a:lnTo>
                  <a:lnTo>
                    <a:pt x="3038065" y="3835979"/>
                  </a:lnTo>
                  <a:lnTo>
                    <a:pt x="3065414" y="3744899"/>
                  </a:lnTo>
                  <a:lnTo>
                    <a:pt x="3092626" y="3649802"/>
                  </a:lnTo>
                  <a:lnTo>
                    <a:pt x="3119755" y="3550830"/>
                  </a:lnTo>
                  <a:lnTo>
                    <a:pt x="3146840" y="3448177"/>
                  </a:lnTo>
                  <a:lnTo>
                    <a:pt x="3173914" y="3342089"/>
                  </a:lnTo>
                  <a:lnTo>
                    <a:pt x="3200997" y="3232862"/>
                  </a:lnTo>
                  <a:lnTo>
                    <a:pt x="3228104" y="3120842"/>
                  </a:lnTo>
                  <a:lnTo>
                    <a:pt x="3255243" y="3006421"/>
                  </a:lnTo>
                  <a:lnTo>
                    <a:pt x="3282413" y="2890030"/>
                  </a:lnTo>
                  <a:lnTo>
                    <a:pt x="3309611" y="2772134"/>
                  </a:lnTo>
                  <a:lnTo>
                    <a:pt x="3336830" y="2653226"/>
                  </a:lnTo>
                  <a:lnTo>
                    <a:pt x="3364060" y="2533816"/>
                  </a:lnTo>
                  <a:lnTo>
                    <a:pt x="3391289" y="2414422"/>
                  </a:lnTo>
                  <a:lnTo>
                    <a:pt x="3418507" y="2295565"/>
                  </a:lnTo>
                  <a:lnTo>
                    <a:pt x="3445704" y="2177753"/>
                  </a:lnTo>
                  <a:lnTo>
                    <a:pt x="3472872" y="2061476"/>
                  </a:lnTo>
                  <a:lnTo>
                    <a:pt x="3500008" y="1947199"/>
                  </a:lnTo>
                  <a:lnTo>
                    <a:pt x="3527113" y="1835350"/>
                  </a:lnTo>
                  <a:lnTo>
                    <a:pt x="3554195" y="1726318"/>
                  </a:lnTo>
                  <a:lnTo>
                    <a:pt x="3581269" y="1620445"/>
                  </a:lnTo>
                  <a:lnTo>
                    <a:pt x="3608356" y="1518026"/>
                  </a:lnTo>
                  <a:lnTo>
                    <a:pt x="3635489" y="1419302"/>
                  </a:lnTo>
                  <a:lnTo>
                    <a:pt x="3662709" y="1324463"/>
                  </a:lnTo>
                  <a:lnTo>
                    <a:pt x="3690068" y="1233649"/>
                  </a:lnTo>
                  <a:lnTo>
                    <a:pt x="3717633" y="1146947"/>
                  </a:lnTo>
                  <a:lnTo>
                    <a:pt x="3745480" y="1064400"/>
                  </a:lnTo>
                  <a:lnTo>
                    <a:pt x="3773705" y="986002"/>
                  </a:lnTo>
                  <a:lnTo>
                    <a:pt x="3802417" y="911709"/>
                  </a:lnTo>
                  <a:lnTo>
                    <a:pt x="3829811" y="845905"/>
                  </a:lnTo>
                  <a:lnTo>
                    <a:pt x="3871980" y="754111"/>
                  </a:lnTo>
                  <a:lnTo>
                    <a:pt x="3916077" y="670076"/>
                  </a:lnTo>
                  <a:lnTo>
                    <a:pt x="3962628" y="593539"/>
                  </a:lnTo>
                  <a:lnTo>
                    <a:pt x="4012211" y="523995"/>
                  </a:lnTo>
                  <a:lnTo>
                    <a:pt x="4065427" y="460826"/>
                  </a:lnTo>
                  <a:lnTo>
                    <a:pt x="4122866" y="403393"/>
                  </a:lnTo>
                  <a:lnTo>
                    <a:pt x="4185077" y="351086"/>
                  </a:lnTo>
                  <a:lnTo>
                    <a:pt x="4252514" y="303364"/>
                  </a:lnTo>
                  <a:lnTo>
                    <a:pt x="4325474" y="259770"/>
                  </a:lnTo>
                  <a:lnTo>
                    <a:pt x="4404014" y="219945"/>
                  </a:lnTo>
                  <a:lnTo>
                    <a:pt x="4487851" y="183634"/>
                  </a:lnTo>
                  <a:lnTo>
                    <a:pt x="4576257" y="150682"/>
                  </a:lnTo>
                  <a:lnTo>
                    <a:pt x="4667956" y="121028"/>
                  </a:lnTo>
                  <a:lnTo>
                    <a:pt x="4761064" y="94687"/>
                  </a:lnTo>
                  <a:lnTo>
                    <a:pt x="4853109" y="71722"/>
                  </a:lnTo>
                  <a:lnTo>
                    <a:pt x="4941154" y="52200"/>
                  </a:lnTo>
                  <a:lnTo>
                    <a:pt x="5022060" y="36145"/>
                  </a:lnTo>
                  <a:lnTo>
                    <a:pt x="5092865" y="23492"/>
                  </a:lnTo>
                  <a:lnTo>
                    <a:pt x="5151224" y="14052"/>
                  </a:lnTo>
                  <a:lnTo>
                    <a:pt x="5195802" y="7496"/>
                  </a:lnTo>
                  <a:lnTo>
                    <a:pt x="5226543" y="3370"/>
                  </a:lnTo>
                  <a:lnTo>
                    <a:pt x="5244746" y="1134"/>
                  </a:lnTo>
                  <a:lnTo>
                    <a:pt x="5252982" y="205"/>
                  </a:lnTo>
                  <a:lnTo>
                    <a:pt x="5254926" y="2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274" y="78"/>
                  </a:lnTo>
                  <a:lnTo>
                    <a:pt x="6733422" y="637"/>
                  </a:lnTo>
                  <a:lnTo>
                    <a:pt x="6749010" y="2180"/>
                  </a:lnTo>
                  <a:lnTo>
                    <a:pt x="6777101" y="5221"/>
                  </a:lnTo>
                  <a:lnTo>
                    <a:pt x="6819424" y="10249"/>
                  </a:lnTo>
                  <a:lnTo>
                    <a:pt x="6876241" y="17681"/>
                  </a:lnTo>
                  <a:lnTo>
                    <a:pt x="6946389" y="27828"/>
                  </a:lnTo>
                  <a:lnTo>
                    <a:pt x="7027540" y="40881"/>
                  </a:lnTo>
                  <a:lnTo>
                    <a:pt x="7116617" y="56911"/>
                  </a:lnTo>
                  <a:lnTo>
                    <a:pt x="7210281" y="75906"/>
                  </a:lnTo>
                  <a:lnTo>
                    <a:pt x="7305363" y="97810"/>
                  </a:lnTo>
                  <a:lnTo>
                    <a:pt x="7399176" y="122565"/>
                  </a:lnTo>
                  <a:lnTo>
                    <a:pt x="7489665" y="150155"/>
                  </a:lnTo>
                  <a:lnTo>
                    <a:pt x="7575440" y="180629"/>
                  </a:lnTo>
                  <a:lnTo>
                    <a:pt x="7655704" y="214120"/>
                  </a:lnTo>
                  <a:lnTo>
                    <a:pt x="7730152" y="250850"/>
                  </a:lnTo>
                  <a:lnTo>
                    <a:pt x="7798846" y="291137"/>
                  </a:lnTo>
                  <a:lnTo>
                    <a:pt x="7862109" y="335382"/>
                  </a:lnTo>
                  <a:lnTo>
                    <a:pt x="7920429" y="384066"/>
                  </a:lnTo>
                  <a:lnTo>
                    <a:pt x="7974396" y="437724"/>
                  </a:lnTo>
                  <a:lnTo>
                    <a:pt x="8024641" y="496921"/>
                  </a:lnTo>
                  <a:lnTo>
                    <a:pt x="8071802" y="562189"/>
                  </a:lnTo>
                  <a:lnTo>
                    <a:pt x="8116488" y="633952"/>
                  </a:lnTo>
                  <a:lnTo>
                    <a:pt x="8151487" y="697429"/>
                  </a:lnTo>
                  <a:lnTo>
                    <a:pt x="8183444" y="761114"/>
                  </a:lnTo>
                  <a:lnTo>
                    <a:pt x="8214688" y="828771"/>
                  </a:lnTo>
                  <a:lnTo>
                    <a:pt x="8245386" y="900480"/>
                  </a:lnTo>
                  <a:lnTo>
                    <a:pt x="8275674" y="976277"/>
                  </a:lnTo>
                  <a:lnTo>
                    <a:pt x="8305667" y="1056148"/>
                  </a:lnTo>
                  <a:lnTo>
                    <a:pt x="8335458" y="1140024"/>
                  </a:lnTo>
                  <a:lnTo>
                    <a:pt x="8365122" y="1227780"/>
                  </a:lnTo>
                  <a:lnTo>
                    <a:pt x="8394719" y="1319229"/>
                  </a:lnTo>
                  <a:lnTo>
                    <a:pt x="8424293" y="1414126"/>
                  </a:lnTo>
                  <a:lnTo>
                    <a:pt x="8453875" y="1512161"/>
                  </a:lnTo>
                  <a:lnTo>
                    <a:pt x="8483484" y="1612972"/>
                  </a:lnTo>
                  <a:lnTo>
                    <a:pt x="8513130" y="1716137"/>
                  </a:lnTo>
                  <a:lnTo>
                    <a:pt x="8542813" y="1821193"/>
                  </a:lnTo>
                  <a:lnTo>
                    <a:pt x="8572529" y="1927633"/>
                  </a:lnTo>
                  <a:lnTo>
                    <a:pt x="8602267" y="2034923"/>
                  </a:lnTo>
                  <a:lnTo>
                    <a:pt x="8632012" y="2142511"/>
                  </a:lnTo>
                  <a:lnTo>
                    <a:pt x="8661750" y="2249838"/>
                  </a:lnTo>
                  <a:lnTo>
                    <a:pt x="8691468" y="2356351"/>
                  </a:lnTo>
                  <a:lnTo>
                    <a:pt x="8721154" y="2461515"/>
                  </a:lnTo>
                  <a:lnTo>
                    <a:pt x="8750802" y="2564821"/>
                  </a:lnTo>
                  <a:lnTo>
                    <a:pt x="8780414" y="2665801"/>
                  </a:lnTo>
                  <a:lnTo>
                    <a:pt x="8809997" y="2764033"/>
                  </a:lnTo>
                  <a:lnTo>
                    <a:pt x="8839570" y="2859148"/>
                  </a:lnTo>
                  <a:lnTo>
                    <a:pt x="8869165" y="2950834"/>
                  </a:lnTo>
                  <a:lnTo>
                    <a:pt x="8898823" y="3038842"/>
                  </a:lnTo>
                  <a:lnTo>
                    <a:pt x="8928603" y="3122980"/>
                  </a:lnTo>
                  <a:lnTo>
                    <a:pt x="8958580" y="3203119"/>
                  </a:lnTo>
                  <a:lnTo>
                    <a:pt x="8988845" y="3279188"/>
                  </a:lnTo>
                  <a:lnTo>
                    <a:pt x="9019511" y="3351168"/>
                  </a:lnTo>
                  <a:lnTo>
                    <a:pt x="9050715" y="3419092"/>
                  </a:lnTo>
                  <a:lnTo>
                    <a:pt x="9082619" y="3483038"/>
                  </a:lnTo>
                  <a:lnTo>
                    <a:pt x="9084767" y="3487145"/>
                  </a:lnTo>
                  <a:lnTo>
                    <a:pt x="9127844" y="3564354"/>
                  </a:lnTo>
                  <a:lnTo>
                    <a:pt x="9172943" y="3634897"/>
                  </a:lnTo>
                  <a:lnTo>
                    <a:pt x="9220626" y="3699009"/>
                  </a:lnTo>
                  <a:lnTo>
                    <a:pt x="9271508" y="3757143"/>
                  </a:lnTo>
                  <a:lnTo>
                    <a:pt x="9326231" y="3809842"/>
                  </a:lnTo>
                  <a:lnTo>
                    <a:pt x="9385421" y="3857668"/>
                  </a:lnTo>
                  <a:lnTo>
                    <a:pt x="9449652" y="3901150"/>
                  </a:lnTo>
                  <a:lnTo>
                    <a:pt x="9519389" y="3940753"/>
                  </a:lnTo>
                  <a:lnTo>
                    <a:pt x="9594914" y="3976865"/>
                  </a:lnTo>
                  <a:lnTo>
                    <a:pt x="9676230" y="4009785"/>
                  </a:lnTo>
                  <a:lnTo>
                    <a:pt x="9762950" y="4039720"/>
                  </a:lnTo>
                  <a:lnTo>
                    <a:pt x="9854176" y="4066786"/>
                  </a:lnTo>
                  <a:lnTo>
                    <a:pt x="9948397" y="4091018"/>
                  </a:lnTo>
                  <a:lnTo>
                    <a:pt x="10043437" y="4112391"/>
                  </a:lnTo>
                  <a:lnTo>
                    <a:pt x="10136503" y="4130843"/>
                  </a:lnTo>
                  <a:lnTo>
                    <a:pt x="10224369" y="4146323"/>
                  </a:lnTo>
                  <a:lnTo>
                    <a:pt x="10303707" y="4158831"/>
                  </a:lnTo>
                  <a:lnTo>
                    <a:pt x="10371543" y="4168460"/>
                  </a:lnTo>
                  <a:lnTo>
                    <a:pt x="10425734" y="4175422"/>
                  </a:lnTo>
                  <a:lnTo>
                    <a:pt x="10465369" y="4180049"/>
                  </a:lnTo>
                  <a:lnTo>
                    <a:pt x="10490984" y="4182776"/>
                  </a:lnTo>
                  <a:lnTo>
                    <a:pt x="10504564" y="4184099"/>
                  </a:lnTo>
                  <a:lnTo>
                    <a:pt x="10509400" y="4184532"/>
                  </a:lnTo>
                  <a:lnTo>
                    <a:pt x="10509911" y="4184575"/>
                  </a:lnTo>
                  <a:lnTo>
                    <a:pt x="11981298" y="418457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93" name="pl1693"/>
            <p:cNvSpPr/>
            <p:nvPr/>
          </p:nvSpPr>
          <p:spPr>
            <a:xfrm>
              <a:off x="4799595" y="4620158"/>
              <a:ext cx="11981298" cy="5075431"/>
            </a:xfrm>
            <a:custGeom>
              <a:avLst/>
              <a:pathLst>
                <a:path w="11981298" h="5075431">
                  <a:moveTo>
                    <a:pt x="11981298" y="4184575"/>
                  </a:moveTo>
                  <a:lnTo>
                    <a:pt x="10509911" y="4184575"/>
                  </a:lnTo>
                  <a:lnTo>
                    <a:pt x="10508979" y="4184496"/>
                  </a:lnTo>
                  <a:lnTo>
                    <a:pt x="10502831" y="4183938"/>
                  </a:lnTo>
                  <a:lnTo>
                    <a:pt x="10487244" y="4182394"/>
                  </a:lnTo>
                  <a:lnTo>
                    <a:pt x="10459152" y="4179353"/>
                  </a:lnTo>
                  <a:lnTo>
                    <a:pt x="10416829" y="4174325"/>
                  </a:lnTo>
                  <a:lnTo>
                    <a:pt x="10360012" y="4166893"/>
                  </a:lnTo>
                  <a:lnTo>
                    <a:pt x="10289864" y="4156746"/>
                  </a:lnTo>
                  <a:lnTo>
                    <a:pt x="10208713" y="4143693"/>
                  </a:lnTo>
                  <a:lnTo>
                    <a:pt x="10119636" y="4127663"/>
                  </a:lnTo>
                  <a:lnTo>
                    <a:pt x="10025973" y="4108668"/>
                  </a:lnTo>
                  <a:lnTo>
                    <a:pt x="9930890" y="4086764"/>
                  </a:lnTo>
                  <a:lnTo>
                    <a:pt x="9837078" y="4062009"/>
                  </a:lnTo>
                  <a:lnTo>
                    <a:pt x="9746588" y="4034419"/>
                  </a:lnTo>
                  <a:lnTo>
                    <a:pt x="9660813" y="4003945"/>
                  </a:lnTo>
                  <a:lnTo>
                    <a:pt x="9580549" y="3970455"/>
                  </a:lnTo>
                  <a:lnTo>
                    <a:pt x="9506101" y="3933724"/>
                  </a:lnTo>
                  <a:lnTo>
                    <a:pt x="9437407" y="3893437"/>
                  </a:lnTo>
                  <a:lnTo>
                    <a:pt x="9374145" y="3849192"/>
                  </a:lnTo>
                  <a:lnTo>
                    <a:pt x="9315824" y="3800508"/>
                  </a:lnTo>
                  <a:lnTo>
                    <a:pt x="9261857" y="3746850"/>
                  </a:lnTo>
                  <a:lnTo>
                    <a:pt x="9211612" y="3687654"/>
                  </a:lnTo>
                  <a:lnTo>
                    <a:pt x="9164452" y="3622385"/>
                  </a:lnTo>
                  <a:lnTo>
                    <a:pt x="9119765" y="3550622"/>
                  </a:lnTo>
                  <a:lnTo>
                    <a:pt x="9084767" y="3487145"/>
                  </a:lnTo>
                  <a:lnTo>
                    <a:pt x="9052810" y="3423460"/>
                  </a:lnTo>
                  <a:lnTo>
                    <a:pt x="9021565" y="3355803"/>
                  </a:lnTo>
                  <a:lnTo>
                    <a:pt x="8990867" y="3284094"/>
                  </a:lnTo>
                  <a:lnTo>
                    <a:pt x="8960579" y="3208297"/>
                  </a:lnTo>
                  <a:lnTo>
                    <a:pt x="8930587" y="3128426"/>
                  </a:lnTo>
                  <a:lnTo>
                    <a:pt x="8900796" y="3044550"/>
                  </a:lnTo>
                  <a:lnTo>
                    <a:pt x="8871131" y="2956794"/>
                  </a:lnTo>
                  <a:lnTo>
                    <a:pt x="8841534" y="2865345"/>
                  </a:lnTo>
                  <a:lnTo>
                    <a:pt x="8811960" y="2770449"/>
                  </a:lnTo>
                  <a:lnTo>
                    <a:pt x="8782379" y="2672413"/>
                  </a:lnTo>
                  <a:lnTo>
                    <a:pt x="8752770" y="2571602"/>
                  </a:lnTo>
                  <a:lnTo>
                    <a:pt x="8723124" y="2468437"/>
                  </a:lnTo>
                  <a:lnTo>
                    <a:pt x="8693440" y="2363381"/>
                  </a:lnTo>
                  <a:lnTo>
                    <a:pt x="8663724" y="2256942"/>
                  </a:lnTo>
                  <a:lnTo>
                    <a:pt x="8633987" y="2149651"/>
                  </a:lnTo>
                  <a:lnTo>
                    <a:pt x="8604241" y="2042063"/>
                  </a:lnTo>
                  <a:lnTo>
                    <a:pt x="8574503" y="1934736"/>
                  </a:lnTo>
                  <a:lnTo>
                    <a:pt x="8544785" y="1828223"/>
                  </a:lnTo>
                  <a:lnTo>
                    <a:pt x="8515099" y="1723059"/>
                  </a:lnTo>
                  <a:lnTo>
                    <a:pt x="8485451" y="1619753"/>
                  </a:lnTo>
                  <a:lnTo>
                    <a:pt x="8455839" y="1518773"/>
                  </a:lnTo>
                  <a:lnTo>
                    <a:pt x="8426256" y="1420541"/>
                  </a:lnTo>
                  <a:lnTo>
                    <a:pt x="8396683" y="1325426"/>
                  </a:lnTo>
                  <a:lnTo>
                    <a:pt x="8367089" y="1233740"/>
                  </a:lnTo>
                  <a:lnTo>
                    <a:pt x="8337430" y="1145732"/>
                  </a:lnTo>
                  <a:lnTo>
                    <a:pt x="8307650" y="1061594"/>
                  </a:lnTo>
                  <a:lnTo>
                    <a:pt x="8277673" y="981455"/>
                  </a:lnTo>
                  <a:lnTo>
                    <a:pt x="8247408" y="905386"/>
                  </a:lnTo>
                  <a:lnTo>
                    <a:pt x="8216742" y="833406"/>
                  </a:lnTo>
                  <a:lnTo>
                    <a:pt x="8185538" y="765482"/>
                  </a:lnTo>
                  <a:lnTo>
                    <a:pt x="8153634" y="701536"/>
                  </a:lnTo>
                  <a:lnTo>
                    <a:pt x="8151487" y="697429"/>
                  </a:lnTo>
                  <a:lnTo>
                    <a:pt x="8108409" y="620220"/>
                  </a:lnTo>
                  <a:lnTo>
                    <a:pt x="8063310" y="549677"/>
                  </a:lnTo>
                  <a:lnTo>
                    <a:pt x="8015628" y="485565"/>
                  </a:lnTo>
                  <a:lnTo>
                    <a:pt x="7964745" y="427432"/>
                  </a:lnTo>
                  <a:lnTo>
                    <a:pt x="7910022" y="374732"/>
                  </a:lnTo>
                  <a:lnTo>
                    <a:pt x="7850833" y="326906"/>
                  </a:lnTo>
                  <a:lnTo>
                    <a:pt x="7786602" y="283424"/>
                  </a:lnTo>
                  <a:lnTo>
                    <a:pt x="7716865" y="243821"/>
                  </a:lnTo>
                  <a:lnTo>
                    <a:pt x="7641340" y="207709"/>
                  </a:lnTo>
                  <a:lnTo>
                    <a:pt x="7560023" y="174789"/>
                  </a:lnTo>
                  <a:lnTo>
                    <a:pt x="7473303" y="144854"/>
                  </a:lnTo>
                  <a:lnTo>
                    <a:pt x="7382077" y="117788"/>
                  </a:lnTo>
                  <a:lnTo>
                    <a:pt x="7287856" y="93556"/>
                  </a:lnTo>
                  <a:lnTo>
                    <a:pt x="7192816" y="72184"/>
                  </a:lnTo>
                  <a:lnTo>
                    <a:pt x="7099750" y="53731"/>
                  </a:lnTo>
                  <a:lnTo>
                    <a:pt x="7011885" y="38251"/>
                  </a:lnTo>
                  <a:lnTo>
                    <a:pt x="6932547" y="25743"/>
                  </a:lnTo>
                  <a:lnTo>
                    <a:pt x="6864711" y="16114"/>
                  </a:lnTo>
                  <a:lnTo>
                    <a:pt x="6810519" y="9153"/>
                  </a:lnTo>
                  <a:lnTo>
                    <a:pt x="6770884" y="4525"/>
                  </a:lnTo>
                  <a:lnTo>
                    <a:pt x="6745269" y="1798"/>
                  </a:lnTo>
                  <a:lnTo>
                    <a:pt x="6731689" y="475"/>
                  </a:lnTo>
                  <a:lnTo>
                    <a:pt x="6726853" y="42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079" y="89"/>
                  </a:lnTo>
                  <a:lnTo>
                    <a:pt x="5248291" y="725"/>
                  </a:lnTo>
                  <a:lnTo>
                    <a:pt x="5233592" y="2481"/>
                  </a:lnTo>
                  <a:lnTo>
                    <a:pt x="5207043" y="5945"/>
                  </a:lnTo>
                  <a:lnTo>
                    <a:pt x="5166923" y="11674"/>
                  </a:lnTo>
                  <a:lnTo>
                    <a:pt x="5112859" y="20155"/>
                  </a:lnTo>
                  <a:lnTo>
                    <a:pt x="5045798" y="31759"/>
                  </a:lnTo>
                  <a:lnTo>
                    <a:pt x="4967804" y="46719"/>
                  </a:lnTo>
                  <a:lnTo>
                    <a:pt x="4881689" y="65138"/>
                  </a:lnTo>
                  <a:lnTo>
                    <a:pt x="4790581" y="87015"/>
                  </a:lnTo>
                  <a:lnTo>
                    <a:pt x="4697516" y="112290"/>
                  </a:lnTo>
                  <a:lnTo>
                    <a:pt x="4605136" y="140895"/>
                  </a:lnTo>
                  <a:lnTo>
                    <a:pt x="4515517" y="172796"/>
                  </a:lnTo>
                  <a:lnTo>
                    <a:pt x="4430123" y="208027"/>
                  </a:lnTo>
                  <a:lnTo>
                    <a:pt x="4349849" y="246712"/>
                  </a:lnTo>
                  <a:lnTo>
                    <a:pt x="4275107" y="289073"/>
                  </a:lnTo>
                  <a:lnTo>
                    <a:pt x="4205936" y="335437"/>
                  </a:lnTo>
                  <a:lnTo>
                    <a:pt x="4142107" y="386231"/>
                  </a:lnTo>
                  <a:lnTo>
                    <a:pt x="4083206" y="441971"/>
                  </a:lnTo>
                  <a:lnTo>
                    <a:pt x="4028711" y="503248"/>
                  </a:lnTo>
                  <a:lnTo>
                    <a:pt x="3978038" y="570695"/>
                  </a:lnTo>
                  <a:lnTo>
                    <a:pt x="3930587" y="644946"/>
                  </a:lnTo>
                  <a:lnTo>
                    <a:pt x="3885770" y="726554"/>
                  </a:lnTo>
                  <a:lnTo>
                    <a:pt x="3843040" y="815875"/>
                  </a:lnTo>
                  <a:lnTo>
                    <a:pt x="3829811" y="845905"/>
                  </a:lnTo>
                  <a:lnTo>
                    <a:pt x="3800525" y="916434"/>
                  </a:lnTo>
                  <a:lnTo>
                    <a:pt x="3771849" y="990993"/>
                  </a:lnTo>
                  <a:lnTo>
                    <a:pt x="3743652" y="1069661"/>
                  </a:lnTo>
                  <a:lnTo>
                    <a:pt x="3715826" y="1152480"/>
                  </a:lnTo>
                  <a:lnTo>
                    <a:pt x="3688277" y="1239452"/>
                  </a:lnTo>
                  <a:lnTo>
                    <a:pt x="3660928" y="1330532"/>
                  </a:lnTo>
                  <a:lnTo>
                    <a:pt x="3633716" y="1425629"/>
                  </a:lnTo>
                  <a:lnTo>
                    <a:pt x="3606587" y="1524601"/>
                  </a:lnTo>
                  <a:lnTo>
                    <a:pt x="3579502" y="1627254"/>
                  </a:lnTo>
                  <a:lnTo>
                    <a:pt x="3552428" y="1733342"/>
                  </a:lnTo>
                  <a:lnTo>
                    <a:pt x="3525345" y="1842569"/>
                  </a:lnTo>
                  <a:lnTo>
                    <a:pt x="3498238" y="1954588"/>
                  </a:lnTo>
                  <a:lnTo>
                    <a:pt x="3471100" y="2069010"/>
                  </a:lnTo>
                  <a:lnTo>
                    <a:pt x="3443929" y="2185401"/>
                  </a:lnTo>
                  <a:lnTo>
                    <a:pt x="3416731" y="2303297"/>
                  </a:lnTo>
                  <a:lnTo>
                    <a:pt x="3389512" y="2422205"/>
                  </a:lnTo>
                  <a:lnTo>
                    <a:pt x="3362282" y="2541615"/>
                  </a:lnTo>
                  <a:lnTo>
                    <a:pt x="3335053" y="2661009"/>
                  </a:lnTo>
                  <a:lnTo>
                    <a:pt x="3307835" y="2779866"/>
                  </a:lnTo>
                  <a:lnTo>
                    <a:pt x="3280638" y="2897678"/>
                  </a:lnTo>
                  <a:lnTo>
                    <a:pt x="3253470" y="3013955"/>
                  </a:lnTo>
                  <a:lnTo>
                    <a:pt x="3226334" y="3128232"/>
                  </a:lnTo>
                  <a:lnTo>
                    <a:pt x="3199229" y="3240081"/>
                  </a:lnTo>
                  <a:lnTo>
                    <a:pt x="3172147" y="3349113"/>
                  </a:lnTo>
                  <a:lnTo>
                    <a:pt x="3145073" y="3454986"/>
                  </a:lnTo>
                  <a:lnTo>
                    <a:pt x="3117986" y="3557405"/>
                  </a:lnTo>
                  <a:lnTo>
                    <a:pt x="3090853" y="3656129"/>
                  </a:lnTo>
                  <a:lnTo>
                    <a:pt x="3063633" y="3750968"/>
                  </a:lnTo>
                  <a:lnTo>
                    <a:pt x="3036274" y="3841782"/>
                  </a:lnTo>
                  <a:lnTo>
                    <a:pt x="3008709" y="3928484"/>
                  </a:lnTo>
                  <a:lnTo>
                    <a:pt x="2980862" y="4011031"/>
                  </a:lnTo>
                  <a:lnTo>
                    <a:pt x="2952638" y="4089429"/>
                  </a:lnTo>
                  <a:lnTo>
                    <a:pt x="2923925" y="4163722"/>
                  </a:lnTo>
                  <a:lnTo>
                    <a:pt x="2896531" y="4229526"/>
                  </a:lnTo>
                  <a:lnTo>
                    <a:pt x="2854362" y="4321319"/>
                  </a:lnTo>
                  <a:lnTo>
                    <a:pt x="2810265" y="4405355"/>
                  </a:lnTo>
                  <a:lnTo>
                    <a:pt x="2763714" y="4481892"/>
                  </a:lnTo>
                  <a:lnTo>
                    <a:pt x="2714131" y="4551436"/>
                  </a:lnTo>
                  <a:lnTo>
                    <a:pt x="2660916" y="4614605"/>
                  </a:lnTo>
                  <a:lnTo>
                    <a:pt x="2603476" y="4672038"/>
                  </a:lnTo>
                  <a:lnTo>
                    <a:pt x="2541265" y="4724345"/>
                  </a:lnTo>
                  <a:lnTo>
                    <a:pt x="2473828" y="4772067"/>
                  </a:lnTo>
                  <a:lnTo>
                    <a:pt x="2400868" y="4815661"/>
                  </a:lnTo>
                  <a:lnTo>
                    <a:pt x="2322328" y="4855486"/>
                  </a:lnTo>
                  <a:lnTo>
                    <a:pt x="2238491" y="4891797"/>
                  </a:lnTo>
                  <a:lnTo>
                    <a:pt x="2150085" y="4924749"/>
                  </a:lnTo>
                  <a:lnTo>
                    <a:pt x="2058387" y="4954403"/>
                  </a:lnTo>
                  <a:lnTo>
                    <a:pt x="1965278" y="4980744"/>
                  </a:lnTo>
                  <a:lnTo>
                    <a:pt x="1873233" y="5003709"/>
                  </a:lnTo>
                  <a:lnTo>
                    <a:pt x="1785188" y="5023231"/>
                  </a:lnTo>
                  <a:lnTo>
                    <a:pt x="1704282" y="5039286"/>
                  </a:lnTo>
                  <a:lnTo>
                    <a:pt x="1633477" y="5051939"/>
                  </a:lnTo>
                  <a:lnTo>
                    <a:pt x="1575118" y="5061379"/>
                  </a:lnTo>
                  <a:lnTo>
                    <a:pt x="1530540" y="5067935"/>
                  </a:lnTo>
                  <a:lnTo>
                    <a:pt x="1499799" y="5072061"/>
                  </a:lnTo>
                  <a:lnTo>
                    <a:pt x="1481596" y="5074297"/>
                  </a:lnTo>
                  <a:lnTo>
                    <a:pt x="1473360" y="5075226"/>
                  </a:lnTo>
                  <a:lnTo>
                    <a:pt x="1471416" y="5075429"/>
                  </a:lnTo>
                  <a:lnTo>
                    <a:pt x="1471387" y="5075431"/>
                  </a:lnTo>
                  <a:lnTo>
                    <a:pt x="0" y="507543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94" name="pg1694"/>
            <p:cNvSpPr/>
            <p:nvPr/>
          </p:nvSpPr>
          <p:spPr>
            <a:xfrm>
              <a:off x="4799595" y="9156172"/>
              <a:ext cx="11981298" cy="670185"/>
            </a:xfrm>
            <a:custGeom>
              <a:avLst/>
              <a:pathLst>
                <a:path w="11981298" h="670185">
                  <a:moveTo>
                    <a:pt x="0" y="670185"/>
                  </a:moveTo>
                  <a:lnTo>
                    <a:pt x="1471387" y="670185"/>
                  </a:lnTo>
                  <a:lnTo>
                    <a:pt x="1472623" y="670176"/>
                  </a:lnTo>
                  <a:lnTo>
                    <a:pt x="1480733" y="670107"/>
                  </a:lnTo>
                  <a:lnTo>
                    <a:pt x="1501126" y="669917"/>
                  </a:lnTo>
                  <a:lnTo>
                    <a:pt x="1537455" y="669544"/>
                  </a:lnTo>
                  <a:lnTo>
                    <a:pt x="1591343" y="668930"/>
                  </a:lnTo>
                  <a:lnTo>
                    <a:pt x="1662259" y="668030"/>
                  </a:lnTo>
                  <a:lnTo>
                    <a:pt x="1747742" y="666813"/>
                  </a:lnTo>
                  <a:lnTo>
                    <a:pt x="1843978" y="665267"/>
                  </a:lnTo>
                  <a:lnTo>
                    <a:pt x="1946555" y="663390"/>
                  </a:lnTo>
                  <a:lnTo>
                    <a:pt x="2051197" y="661189"/>
                  </a:lnTo>
                  <a:lnTo>
                    <a:pt x="2154290" y="658670"/>
                  </a:lnTo>
                  <a:lnTo>
                    <a:pt x="2253148" y="655836"/>
                  </a:lnTo>
                  <a:lnTo>
                    <a:pt x="2346045" y="652679"/>
                  </a:lnTo>
                  <a:lnTo>
                    <a:pt x="2432103" y="649179"/>
                  </a:lnTo>
                  <a:lnTo>
                    <a:pt x="2511105" y="645306"/>
                  </a:lnTo>
                  <a:lnTo>
                    <a:pt x="2583307" y="641015"/>
                  </a:lnTo>
                  <a:lnTo>
                    <a:pt x="2649274" y="636251"/>
                  </a:lnTo>
                  <a:lnTo>
                    <a:pt x="2709756" y="630952"/>
                  </a:lnTo>
                  <a:lnTo>
                    <a:pt x="2765583" y="625048"/>
                  </a:lnTo>
                  <a:lnTo>
                    <a:pt x="2817609" y="618473"/>
                  </a:lnTo>
                  <a:lnTo>
                    <a:pt x="2866646" y="611176"/>
                  </a:lnTo>
                  <a:lnTo>
                    <a:pt x="2896531" y="606164"/>
                  </a:lnTo>
                  <a:lnTo>
                    <a:pt x="2951775" y="595735"/>
                  </a:lnTo>
                  <a:lnTo>
                    <a:pt x="3005221" y="584183"/>
                  </a:lnTo>
                  <a:lnTo>
                    <a:pt x="3057589" y="571493"/>
                  </a:lnTo>
                  <a:lnTo>
                    <a:pt x="3109391" y="557694"/>
                  </a:lnTo>
                  <a:lnTo>
                    <a:pt x="3160976" y="542866"/>
                  </a:lnTo>
                  <a:lnTo>
                    <a:pt x="3212557" y="527139"/>
                  </a:lnTo>
                  <a:lnTo>
                    <a:pt x="3264232" y="510693"/>
                  </a:lnTo>
                  <a:lnTo>
                    <a:pt x="3316017" y="493749"/>
                  </a:lnTo>
                  <a:lnTo>
                    <a:pt x="3367868" y="476560"/>
                  </a:lnTo>
                  <a:lnTo>
                    <a:pt x="3419712" y="459396"/>
                  </a:lnTo>
                  <a:lnTo>
                    <a:pt x="3471479" y="442524"/>
                  </a:lnTo>
                  <a:lnTo>
                    <a:pt x="3523134" y="426193"/>
                  </a:lnTo>
                  <a:lnTo>
                    <a:pt x="3574704" y="410616"/>
                  </a:lnTo>
                  <a:lnTo>
                    <a:pt x="3626310" y="395967"/>
                  </a:lnTo>
                  <a:lnTo>
                    <a:pt x="3678184" y="382365"/>
                  </a:lnTo>
                  <a:lnTo>
                    <a:pt x="3730703" y="369880"/>
                  </a:lnTo>
                  <a:lnTo>
                    <a:pt x="3784415" y="358533"/>
                  </a:lnTo>
                  <a:lnTo>
                    <a:pt x="3829811" y="350076"/>
                  </a:lnTo>
                  <a:lnTo>
                    <a:pt x="3877336" y="342308"/>
                  </a:lnTo>
                  <a:lnTo>
                    <a:pt x="3927376" y="335280"/>
                  </a:lnTo>
                  <a:lnTo>
                    <a:pt x="3980695" y="328958"/>
                  </a:lnTo>
                  <a:lnTo>
                    <a:pt x="4038126" y="323283"/>
                  </a:lnTo>
                  <a:lnTo>
                    <a:pt x="4100520" y="318188"/>
                  </a:lnTo>
                  <a:lnTo>
                    <a:pt x="4168689" y="313604"/>
                  </a:lnTo>
                  <a:lnTo>
                    <a:pt x="4243326" y="309471"/>
                  </a:lnTo>
                  <a:lnTo>
                    <a:pt x="4324900" y="305739"/>
                  </a:lnTo>
                  <a:lnTo>
                    <a:pt x="4413516" y="302367"/>
                  </a:lnTo>
                  <a:lnTo>
                    <a:pt x="4508737" y="299330"/>
                  </a:lnTo>
                  <a:lnTo>
                    <a:pt x="4609393" y="296612"/>
                  </a:lnTo>
                  <a:lnTo>
                    <a:pt x="4713416" y="294209"/>
                  </a:lnTo>
                  <a:lnTo>
                    <a:pt x="4817765" y="292125"/>
                  </a:lnTo>
                  <a:lnTo>
                    <a:pt x="4918540" y="290369"/>
                  </a:lnTo>
                  <a:lnTo>
                    <a:pt x="5011340" y="288944"/>
                  </a:lnTo>
                  <a:lnTo>
                    <a:pt x="5091880" y="287845"/>
                  </a:lnTo>
                  <a:lnTo>
                    <a:pt x="5156760" y="287054"/>
                  </a:lnTo>
                  <a:lnTo>
                    <a:pt x="5204174" y="286534"/>
                  </a:lnTo>
                  <a:lnTo>
                    <a:pt x="5234373" y="286235"/>
                  </a:lnTo>
                  <a:lnTo>
                    <a:pt x="5249750" y="286097"/>
                  </a:lnTo>
                  <a:lnTo>
                    <a:pt x="5254633" y="286057"/>
                  </a:lnTo>
                  <a:lnTo>
                    <a:pt x="5254955" y="286054"/>
                  </a:lnTo>
                  <a:lnTo>
                    <a:pt x="6726343" y="286054"/>
                  </a:lnTo>
                  <a:lnTo>
                    <a:pt x="6727579" y="286047"/>
                  </a:lnTo>
                  <a:lnTo>
                    <a:pt x="6735695" y="285998"/>
                  </a:lnTo>
                  <a:lnTo>
                    <a:pt x="6756101" y="285860"/>
                  </a:lnTo>
                  <a:lnTo>
                    <a:pt x="6792454" y="285590"/>
                  </a:lnTo>
                  <a:lnTo>
                    <a:pt x="6846374" y="285146"/>
                  </a:lnTo>
                  <a:lnTo>
                    <a:pt x="6917328" y="284494"/>
                  </a:lnTo>
                  <a:lnTo>
                    <a:pt x="7002852" y="283613"/>
                  </a:lnTo>
                  <a:lnTo>
                    <a:pt x="7099126" y="282494"/>
                  </a:lnTo>
                  <a:lnTo>
                    <a:pt x="7201736" y="281135"/>
                  </a:lnTo>
                  <a:lnTo>
                    <a:pt x="7306403" y="279542"/>
                  </a:lnTo>
                  <a:lnTo>
                    <a:pt x="7409513" y="277719"/>
                  </a:lnTo>
                  <a:lnTo>
                    <a:pt x="7508380" y="275668"/>
                  </a:lnTo>
                  <a:lnTo>
                    <a:pt x="7601281" y="273383"/>
                  </a:lnTo>
                  <a:lnTo>
                    <a:pt x="7687336" y="270850"/>
                  </a:lnTo>
                  <a:lnTo>
                    <a:pt x="7766332" y="268046"/>
                  </a:lnTo>
                  <a:lnTo>
                    <a:pt x="7838527" y="264940"/>
                  </a:lnTo>
                  <a:lnTo>
                    <a:pt x="7904488" y="261491"/>
                  </a:lnTo>
                  <a:lnTo>
                    <a:pt x="7964962" y="257655"/>
                  </a:lnTo>
                  <a:lnTo>
                    <a:pt x="8020784" y="253381"/>
                  </a:lnTo>
                  <a:lnTo>
                    <a:pt x="8072806" y="248622"/>
                  </a:lnTo>
                  <a:lnTo>
                    <a:pt x="8121843" y="243339"/>
                  </a:lnTo>
                  <a:lnTo>
                    <a:pt x="8151487" y="239741"/>
                  </a:lnTo>
                  <a:lnTo>
                    <a:pt x="8207193" y="232129"/>
                  </a:lnTo>
                  <a:lnTo>
                    <a:pt x="8261077" y="223690"/>
                  </a:lnTo>
                  <a:lnTo>
                    <a:pt x="8313874" y="214414"/>
                  </a:lnTo>
                  <a:lnTo>
                    <a:pt x="8366107" y="204324"/>
                  </a:lnTo>
                  <a:lnTo>
                    <a:pt x="8418129" y="193479"/>
                  </a:lnTo>
                  <a:lnTo>
                    <a:pt x="8470152" y="181977"/>
                  </a:lnTo>
                  <a:lnTo>
                    <a:pt x="8522274" y="169954"/>
                  </a:lnTo>
                  <a:lnTo>
                    <a:pt x="8574507" y="157575"/>
                  </a:lnTo>
                  <a:lnTo>
                    <a:pt x="8626801" y="145030"/>
                  </a:lnTo>
                  <a:lnTo>
                    <a:pt x="8679083" y="132518"/>
                  </a:lnTo>
                  <a:lnTo>
                    <a:pt x="8731282" y="120237"/>
                  </a:lnTo>
                  <a:lnTo>
                    <a:pt x="8783366" y="108369"/>
                  </a:lnTo>
                  <a:lnTo>
                    <a:pt x="8835373" y="97072"/>
                  </a:lnTo>
                  <a:lnTo>
                    <a:pt x="8887435" y="86468"/>
                  </a:lnTo>
                  <a:lnTo>
                    <a:pt x="8939808" y="76643"/>
                  </a:lnTo>
                  <a:lnTo>
                    <a:pt x="8992899" y="67644"/>
                  </a:lnTo>
                  <a:lnTo>
                    <a:pt x="9047294" y="59483"/>
                  </a:lnTo>
                  <a:lnTo>
                    <a:pt x="9084767" y="54486"/>
                  </a:lnTo>
                  <a:lnTo>
                    <a:pt x="9132303" y="48865"/>
                  </a:lnTo>
                  <a:lnTo>
                    <a:pt x="9182357" y="43780"/>
                  </a:lnTo>
                  <a:lnTo>
                    <a:pt x="9235691" y="39206"/>
                  </a:lnTo>
                  <a:lnTo>
                    <a:pt x="9293139" y="35100"/>
                  </a:lnTo>
                  <a:lnTo>
                    <a:pt x="9355554" y="31414"/>
                  </a:lnTo>
                  <a:lnTo>
                    <a:pt x="9423748" y="28097"/>
                  </a:lnTo>
                  <a:lnTo>
                    <a:pt x="9498413" y="25108"/>
                  </a:lnTo>
                  <a:lnTo>
                    <a:pt x="9580019" y="22407"/>
                  </a:lnTo>
                  <a:lnTo>
                    <a:pt x="9668670" y="19968"/>
                  </a:lnTo>
                  <a:lnTo>
                    <a:pt x="9763928" y="17771"/>
                  </a:lnTo>
                  <a:lnTo>
                    <a:pt x="9864620" y="15805"/>
                  </a:lnTo>
                  <a:lnTo>
                    <a:pt x="9968674" y="14067"/>
                  </a:lnTo>
                  <a:lnTo>
                    <a:pt x="10073043" y="12560"/>
                  </a:lnTo>
                  <a:lnTo>
                    <a:pt x="10173823" y="11290"/>
                  </a:lnTo>
                  <a:lnTo>
                    <a:pt x="10266610" y="10259"/>
                  </a:lnTo>
                  <a:lnTo>
                    <a:pt x="10347117" y="9465"/>
                  </a:lnTo>
                  <a:lnTo>
                    <a:pt x="10411945" y="8894"/>
                  </a:lnTo>
                  <a:lnTo>
                    <a:pt x="10459296" y="8518"/>
                  </a:lnTo>
                  <a:lnTo>
                    <a:pt x="10489429" y="8302"/>
                  </a:lnTo>
                  <a:lnTo>
                    <a:pt x="10504750" y="8203"/>
                  </a:lnTo>
                  <a:lnTo>
                    <a:pt x="10509596" y="8174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8674" y="6"/>
                  </a:lnTo>
                  <a:lnTo>
                    <a:pt x="10500558" y="56"/>
                  </a:lnTo>
                  <a:lnTo>
                    <a:pt x="10480152" y="193"/>
                  </a:lnTo>
                  <a:lnTo>
                    <a:pt x="10443799" y="464"/>
                  </a:lnTo>
                  <a:lnTo>
                    <a:pt x="10389879" y="908"/>
                  </a:lnTo>
                  <a:lnTo>
                    <a:pt x="10318925" y="1560"/>
                  </a:lnTo>
                  <a:lnTo>
                    <a:pt x="10233401" y="2441"/>
                  </a:lnTo>
                  <a:lnTo>
                    <a:pt x="10137127" y="3560"/>
                  </a:lnTo>
                  <a:lnTo>
                    <a:pt x="10034517" y="4919"/>
                  </a:lnTo>
                  <a:lnTo>
                    <a:pt x="9929850" y="6512"/>
                  </a:lnTo>
                  <a:lnTo>
                    <a:pt x="9826740" y="8335"/>
                  </a:lnTo>
                  <a:lnTo>
                    <a:pt x="9727873" y="10386"/>
                  </a:lnTo>
                  <a:lnTo>
                    <a:pt x="9634973" y="12671"/>
                  </a:lnTo>
                  <a:lnTo>
                    <a:pt x="9548917" y="15204"/>
                  </a:lnTo>
                  <a:lnTo>
                    <a:pt x="9469921" y="18008"/>
                  </a:lnTo>
                  <a:lnTo>
                    <a:pt x="9397726" y="21114"/>
                  </a:lnTo>
                  <a:lnTo>
                    <a:pt x="9331766" y="24563"/>
                  </a:lnTo>
                  <a:lnTo>
                    <a:pt x="9271291" y="28399"/>
                  </a:lnTo>
                  <a:lnTo>
                    <a:pt x="9215469" y="32673"/>
                  </a:lnTo>
                  <a:lnTo>
                    <a:pt x="9163447" y="37432"/>
                  </a:lnTo>
                  <a:lnTo>
                    <a:pt x="9114411" y="42715"/>
                  </a:lnTo>
                  <a:lnTo>
                    <a:pt x="9084767" y="46313"/>
                  </a:lnTo>
                  <a:lnTo>
                    <a:pt x="9029060" y="53925"/>
                  </a:lnTo>
                  <a:lnTo>
                    <a:pt x="8975176" y="62364"/>
                  </a:lnTo>
                  <a:lnTo>
                    <a:pt x="8922379" y="71640"/>
                  </a:lnTo>
                  <a:lnTo>
                    <a:pt x="8870146" y="81730"/>
                  </a:lnTo>
                  <a:lnTo>
                    <a:pt x="8818124" y="92575"/>
                  </a:lnTo>
                  <a:lnTo>
                    <a:pt x="8766101" y="104077"/>
                  </a:lnTo>
                  <a:lnTo>
                    <a:pt x="8713979" y="116100"/>
                  </a:lnTo>
                  <a:lnTo>
                    <a:pt x="8661747" y="128479"/>
                  </a:lnTo>
                  <a:lnTo>
                    <a:pt x="8609452" y="141024"/>
                  </a:lnTo>
                  <a:lnTo>
                    <a:pt x="8557170" y="153536"/>
                  </a:lnTo>
                  <a:lnTo>
                    <a:pt x="8504971" y="165817"/>
                  </a:lnTo>
                  <a:lnTo>
                    <a:pt x="8452887" y="177685"/>
                  </a:lnTo>
                  <a:lnTo>
                    <a:pt x="8400880" y="188982"/>
                  </a:lnTo>
                  <a:lnTo>
                    <a:pt x="8348818" y="199586"/>
                  </a:lnTo>
                  <a:lnTo>
                    <a:pt x="8296445" y="209411"/>
                  </a:lnTo>
                  <a:lnTo>
                    <a:pt x="8243355" y="218410"/>
                  </a:lnTo>
                  <a:lnTo>
                    <a:pt x="8188959" y="226571"/>
                  </a:lnTo>
                  <a:lnTo>
                    <a:pt x="8151487" y="231568"/>
                  </a:lnTo>
                  <a:lnTo>
                    <a:pt x="8103950" y="237189"/>
                  </a:lnTo>
                  <a:lnTo>
                    <a:pt x="8053897" y="242274"/>
                  </a:lnTo>
                  <a:lnTo>
                    <a:pt x="8000563" y="246848"/>
                  </a:lnTo>
                  <a:lnTo>
                    <a:pt x="7943114" y="250954"/>
                  </a:lnTo>
                  <a:lnTo>
                    <a:pt x="7880699" y="254640"/>
                  </a:lnTo>
                  <a:lnTo>
                    <a:pt x="7812506" y="257957"/>
                  </a:lnTo>
                  <a:lnTo>
                    <a:pt x="7737841" y="260946"/>
                  </a:lnTo>
                  <a:lnTo>
                    <a:pt x="7656234" y="263647"/>
                  </a:lnTo>
                  <a:lnTo>
                    <a:pt x="7567583" y="266086"/>
                  </a:lnTo>
                  <a:lnTo>
                    <a:pt x="7472325" y="268283"/>
                  </a:lnTo>
                  <a:lnTo>
                    <a:pt x="7371633" y="270249"/>
                  </a:lnTo>
                  <a:lnTo>
                    <a:pt x="7267580" y="271987"/>
                  </a:lnTo>
                  <a:lnTo>
                    <a:pt x="7163210" y="273494"/>
                  </a:lnTo>
                  <a:lnTo>
                    <a:pt x="7062430" y="274764"/>
                  </a:lnTo>
                  <a:lnTo>
                    <a:pt x="6969644" y="275795"/>
                  </a:lnTo>
                  <a:lnTo>
                    <a:pt x="6889136" y="276589"/>
                  </a:lnTo>
                  <a:lnTo>
                    <a:pt x="6824308" y="277160"/>
                  </a:lnTo>
                  <a:lnTo>
                    <a:pt x="6776957" y="277536"/>
                  </a:lnTo>
                  <a:lnTo>
                    <a:pt x="6746824" y="277752"/>
                  </a:lnTo>
                  <a:lnTo>
                    <a:pt x="6731504" y="277851"/>
                  </a:lnTo>
                  <a:lnTo>
                    <a:pt x="6726657" y="277880"/>
                  </a:lnTo>
                  <a:lnTo>
                    <a:pt x="6726343" y="277881"/>
                  </a:lnTo>
                  <a:lnTo>
                    <a:pt x="5254955" y="277881"/>
                  </a:lnTo>
                  <a:lnTo>
                    <a:pt x="5253719" y="277891"/>
                  </a:lnTo>
                  <a:lnTo>
                    <a:pt x="5245609" y="277960"/>
                  </a:lnTo>
                  <a:lnTo>
                    <a:pt x="5225216" y="278149"/>
                  </a:lnTo>
                  <a:lnTo>
                    <a:pt x="5188887" y="278523"/>
                  </a:lnTo>
                  <a:lnTo>
                    <a:pt x="5134999" y="279137"/>
                  </a:lnTo>
                  <a:lnTo>
                    <a:pt x="5064083" y="280037"/>
                  </a:lnTo>
                  <a:lnTo>
                    <a:pt x="4978600" y="281253"/>
                  </a:lnTo>
                  <a:lnTo>
                    <a:pt x="4882364" y="282800"/>
                  </a:lnTo>
                  <a:lnTo>
                    <a:pt x="4779787" y="284677"/>
                  </a:lnTo>
                  <a:lnTo>
                    <a:pt x="4675145" y="286878"/>
                  </a:lnTo>
                  <a:lnTo>
                    <a:pt x="4572052" y="289396"/>
                  </a:lnTo>
                  <a:lnTo>
                    <a:pt x="4473194" y="292230"/>
                  </a:lnTo>
                  <a:lnTo>
                    <a:pt x="4380297" y="295388"/>
                  </a:lnTo>
                  <a:lnTo>
                    <a:pt x="4294239" y="298888"/>
                  </a:lnTo>
                  <a:lnTo>
                    <a:pt x="4215237" y="302761"/>
                  </a:lnTo>
                  <a:lnTo>
                    <a:pt x="4143036" y="307052"/>
                  </a:lnTo>
                  <a:lnTo>
                    <a:pt x="4077068" y="311816"/>
                  </a:lnTo>
                  <a:lnTo>
                    <a:pt x="4016587" y="317115"/>
                  </a:lnTo>
                  <a:lnTo>
                    <a:pt x="3960759" y="323019"/>
                  </a:lnTo>
                  <a:lnTo>
                    <a:pt x="3908733" y="329593"/>
                  </a:lnTo>
                  <a:lnTo>
                    <a:pt x="3859696" y="336890"/>
                  </a:lnTo>
                  <a:lnTo>
                    <a:pt x="3829811" y="341903"/>
                  </a:lnTo>
                  <a:lnTo>
                    <a:pt x="3774567" y="352332"/>
                  </a:lnTo>
                  <a:lnTo>
                    <a:pt x="3721121" y="363884"/>
                  </a:lnTo>
                  <a:lnTo>
                    <a:pt x="3668753" y="376574"/>
                  </a:lnTo>
                  <a:lnTo>
                    <a:pt x="3616951" y="390373"/>
                  </a:lnTo>
                  <a:lnTo>
                    <a:pt x="3565366" y="405200"/>
                  </a:lnTo>
                  <a:lnTo>
                    <a:pt x="3513786" y="420927"/>
                  </a:lnTo>
                  <a:lnTo>
                    <a:pt x="3462110" y="437374"/>
                  </a:lnTo>
                  <a:lnTo>
                    <a:pt x="3410325" y="454318"/>
                  </a:lnTo>
                  <a:lnTo>
                    <a:pt x="3358474" y="471507"/>
                  </a:lnTo>
                  <a:lnTo>
                    <a:pt x="3306631" y="488671"/>
                  </a:lnTo>
                  <a:lnTo>
                    <a:pt x="3254863" y="505543"/>
                  </a:lnTo>
                  <a:lnTo>
                    <a:pt x="3203208" y="521874"/>
                  </a:lnTo>
                  <a:lnTo>
                    <a:pt x="3151638" y="537450"/>
                  </a:lnTo>
                  <a:lnTo>
                    <a:pt x="3100032" y="552100"/>
                  </a:lnTo>
                  <a:lnTo>
                    <a:pt x="3048158" y="565702"/>
                  </a:lnTo>
                  <a:lnTo>
                    <a:pt x="2995639" y="578187"/>
                  </a:lnTo>
                  <a:lnTo>
                    <a:pt x="2941927" y="589533"/>
                  </a:lnTo>
                  <a:lnTo>
                    <a:pt x="2896531" y="597991"/>
                  </a:lnTo>
                  <a:lnTo>
                    <a:pt x="2849007" y="605759"/>
                  </a:lnTo>
                  <a:lnTo>
                    <a:pt x="2798966" y="612787"/>
                  </a:lnTo>
                  <a:lnTo>
                    <a:pt x="2745647" y="619109"/>
                  </a:lnTo>
                  <a:lnTo>
                    <a:pt x="2688216" y="624784"/>
                  </a:lnTo>
                  <a:lnTo>
                    <a:pt x="2625822" y="629879"/>
                  </a:lnTo>
                  <a:lnTo>
                    <a:pt x="2557653" y="634463"/>
                  </a:lnTo>
                  <a:lnTo>
                    <a:pt x="2483016" y="638596"/>
                  </a:lnTo>
                  <a:lnTo>
                    <a:pt x="2401442" y="642328"/>
                  </a:lnTo>
                  <a:lnTo>
                    <a:pt x="2312826" y="645699"/>
                  </a:lnTo>
                  <a:lnTo>
                    <a:pt x="2217605" y="648737"/>
                  </a:lnTo>
                  <a:lnTo>
                    <a:pt x="2116949" y="651455"/>
                  </a:lnTo>
                  <a:lnTo>
                    <a:pt x="2012926" y="653858"/>
                  </a:lnTo>
                  <a:lnTo>
                    <a:pt x="1908577" y="655942"/>
                  </a:lnTo>
                  <a:lnTo>
                    <a:pt x="1807803" y="657698"/>
                  </a:lnTo>
                  <a:lnTo>
                    <a:pt x="1715003" y="659123"/>
                  </a:lnTo>
                  <a:lnTo>
                    <a:pt x="1634462" y="660222"/>
                  </a:lnTo>
                  <a:lnTo>
                    <a:pt x="1569582" y="661013"/>
                  </a:lnTo>
                  <a:lnTo>
                    <a:pt x="1522168" y="661533"/>
                  </a:lnTo>
                  <a:lnTo>
                    <a:pt x="1491969" y="661832"/>
                  </a:lnTo>
                  <a:lnTo>
                    <a:pt x="1476592" y="661970"/>
                  </a:lnTo>
                  <a:lnTo>
                    <a:pt x="1471709" y="662010"/>
                  </a:lnTo>
                  <a:lnTo>
                    <a:pt x="1471387" y="662012"/>
                  </a:lnTo>
                  <a:lnTo>
                    <a:pt x="0" y="662012"/>
                  </a:lnTo>
                  <a:close/>
                </a:path>
              </a:pathLst>
            </a:custGeom>
            <a:solidFill>
              <a:srgbClr val="D9B26F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695" name="pl1695"/>
            <p:cNvSpPr/>
            <p:nvPr/>
          </p:nvSpPr>
          <p:spPr>
            <a:xfrm>
              <a:off x="4799595" y="9164345"/>
              <a:ext cx="11981298" cy="662012"/>
            </a:xfrm>
            <a:custGeom>
              <a:avLst/>
              <a:pathLst>
                <a:path w="11981298" h="662012">
                  <a:moveTo>
                    <a:pt x="0" y="662012"/>
                  </a:moveTo>
                  <a:lnTo>
                    <a:pt x="1471387" y="662012"/>
                  </a:lnTo>
                  <a:lnTo>
                    <a:pt x="1472623" y="662003"/>
                  </a:lnTo>
                  <a:lnTo>
                    <a:pt x="1480733" y="661934"/>
                  </a:lnTo>
                  <a:lnTo>
                    <a:pt x="1501126" y="661744"/>
                  </a:lnTo>
                  <a:lnTo>
                    <a:pt x="1537455" y="661371"/>
                  </a:lnTo>
                  <a:lnTo>
                    <a:pt x="1591343" y="660757"/>
                  </a:lnTo>
                  <a:lnTo>
                    <a:pt x="1662259" y="659857"/>
                  </a:lnTo>
                  <a:lnTo>
                    <a:pt x="1747742" y="658640"/>
                  </a:lnTo>
                  <a:lnTo>
                    <a:pt x="1843978" y="657094"/>
                  </a:lnTo>
                  <a:lnTo>
                    <a:pt x="1946555" y="655217"/>
                  </a:lnTo>
                  <a:lnTo>
                    <a:pt x="2051197" y="653016"/>
                  </a:lnTo>
                  <a:lnTo>
                    <a:pt x="2154290" y="650497"/>
                  </a:lnTo>
                  <a:lnTo>
                    <a:pt x="2253148" y="647663"/>
                  </a:lnTo>
                  <a:lnTo>
                    <a:pt x="2346045" y="644506"/>
                  </a:lnTo>
                  <a:lnTo>
                    <a:pt x="2432103" y="641006"/>
                  </a:lnTo>
                  <a:lnTo>
                    <a:pt x="2511105" y="637133"/>
                  </a:lnTo>
                  <a:lnTo>
                    <a:pt x="2583307" y="632842"/>
                  </a:lnTo>
                  <a:lnTo>
                    <a:pt x="2649274" y="628078"/>
                  </a:lnTo>
                  <a:lnTo>
                    <a:pt x="2709756" y="622779"/>
                  </a:lnTo>
                  <a:lnTo>
                    <a:pt x="2765583" y="616875"/>
                  </a:lnTo>
                  <a:lnTo>
                    <a:pt x="2817609" y="610300"/>
                  </a:lnTo>
                  <a:lnTo>
                    <a:pt x="2866646" y="603003"/>
                  </a:lnTo>
                  <a:lnTo>
                    <a:pt x="2896531" y="597991"/>
                  </a:lnTo>
                  <a:lnTo>
                    <a:pt x="2951775" y="587562"/>
                  </a:lnTo>
                  <a:lnTo>
                    <a:pt x="3005221" y="576010"/>
                  </a:lnTo>
                  <a:lnTo>
                    <a:pt x="3057589" y="563320"/>
                  </a:lnTo>
                  <a:lnTo>
                    <a:pt x="3109391" y="549521"/>
                  </a:lnTo>
                  <a:lnTo>
                    <a:pt x="3160976" y="534693"/>
                  </a:lnTo>
                  <a:lnTo>
                    <a:pt x="3212557" y="518966"/>
                  </a:lnTo>
                  <a:lnTo>
                    <a:pt x="3264232" y="502520"/>
                  </a:lnTo>
                  <a:lnTo>
                    <a:pt x="3316017" y="485576"/>
                  </a:lnTo>
                  <a:lnTo>
                    <a:pt x="3367868" y="468387"/>
                  </a:lnTo>
                  <a:lnTo>
                    <a:pt x="3419712" y="451223"/>
                  </a:lnTo>
                  <a:lnTo>
                    <a:pt x="3471479" y="434351"/>
                  </a:lnTo>
                  <a:lnTo>
                    <a:pt x="3523134" y="418020"/>
                  </a:lnTo>
                  <a:lnTo>
                    <a:pt x="3574704" y="402443"/>
                  </a:lnTo>
                  <a:lnTo>
                    <a:pt x="3626310" y="387794"/>
                  </a:lnTo>
                  <a:lnTo>
                    <a:pt x="3678184" y="374192"/>
                  </a:lnTo>
                  <a:lnTo>
                    <a:pt x="3730703" y="361707"/>
                  </a:lnTo>
                  <a:lnTo>
                    <a:pt x="3784415" y="350360"/>
                  </a:lnTo>
                  <a:lnTo>
                    <a:pt x="3829811" y="341903"/>
                  </a:lnTo>
                  <a:lnTo>
                    <a:pt x="3877336" y="334135"/>
                  </a:lnTo>
                  <a:lnTo>
                    <a:pt x="3927376" y="327107"/>
                  </a:lnTo>
                  <a:lnTo>
                    <a:pt x="3980695" y="320785"/>
                  </a:lnTo>
                  <a:lnTo>
                    <a:pt x="4038126" y="315110"/>
                  </a:lnTo>
                  <a:lnTo>
                    <a:pt x="4100520" y="310015"/>
                  </a:lnTo>
                  <a:lnTo>
                    <a:pt x="4168689" y="305431"/>
                  </a:lnTo>
                  <a:lnTo>
                    <a:pt x="4243326" y="301298"/>
                  </a:lnTo>
                  <a:lnTo>
                    <a:pt x="4324900" y="297566"/>
                  </a:lnTo>
                  <a:lnTo>
                    <a:pt x="4413516" y="294194"/>
                  </a:lnTo>
                  <a:lnTo>
                    <a:pt x="4508737" y="291157"/>
                  </a:lnTo>
                  <a:lnTo>
                    <a:pt x="4609393" y="288439"/>
                  </a:lnTo>
                  <a:lnTo>
                    <a:pt x="4713416" y="286036"/>
                  </a:lnTo>
                  <a:lnTo>
                    <a:pt x="4817765" y="283952"/>
                  </a:lnTo>
                  <a:lnTo>
                    <a:pt x="4918540" y="282196"/>
                  </a:lnTo>
                  <a:lnTo>
                    <a:pt x="5011340" y="280771"/>
                  </a:lnTo>
                  <a:lnTo>
                    <a:pt x="5091880" y="279672"/>
                  </a:lnTo>
                  <a:lnTo>
                    <a:pt x="5156760" y="278881"/>
                  </a:lnTo>
                  <a:lnTo>
                    <a:pt x="5204174" y="278361"/>
                  </a:lnTo>
                  <a:lnTo>
                    <a:pt x="5234373" y="278062"/>
                  </a:lnTo>
                  <a:lnTo>
                    <a:pt x="5249750" y="277924"/>
                  </a:lnTo>
                  <a:lnTo>
                    <a:pt x="5254633" y="277884"/>
                  </a:lnTo>
                  <a:lnTo>
                    <a:pt x="5254955" y="277881"/>
                  </a:lnTo>
                  <a:lnTo>
                    <a:pt x="6726343" y="277881"/>
                  </a:lnTo>
                  <a:lnTo>
                    <a:pt x="6727579" y="277874"/>
                  </a:lnTo>
                  <a:lnTo>
                    <a:pt x="6735695" y="277825"/>
                  </a:lnTo>
                  <a:lnTo>
                    <a:pt x="6756101" y="277687"/>
                  </a:lnTo>
                  <a:lnTo>
                    <a:pt x="6792454" y="277417"/>
                  </a:lnTo>
                  <a:lnTo>
                    <a:pt x="6846374" y="276973"/>
                  </a:lnTo>
                  <a:lnTo>
                    <a:pt x="6917328" y="276321"/>
                  </a:lnTo>
                  <a:lnTo>
                    <a:pt x="7002852" y="275440"/>
                  </a:lnTo>
                  <a:lnTo>
                    <a:pt x="7099126" y="274321"/>
                  </a:lnTo>
                  <a:lnTo>
                    <a:pt x="7201736" y="272962"/>
                  </a:lnTo>
                  <a:lnTo>
                    <a:pt x="7306403" y="271369"/>
                  </a:lnTo>
                  <a:lnTo>
                    <a:pt x="7409513" y="269546"/>
                  </a:lnTo>
                  <a:lnTo>
                    <a:pt x="7508380" y="267495"/>
                  </a:lnTo>
                  <a:lnTo>
                    <a:pt x="7601281" y="265210"/>
                  </a:lnTo>
                  <a:lnTo>
                    <a:pt x="7687336" y="262677"/>
                  </a:lnTo>
                  <a:lnTo>
                    <a:pt x="7766332" y="259873"/>
                  </a:lnTo>
                  <a:lnTo>
                    <a:pt x="7838527" y="256767"/>
                  </a:lnTo>
                  <a:lnTo>
                    <a:pt x="7904488" y="253318"/>
                  </a:lnTo>
                  <a:lnTo>
                    <a:pt x="7964962" y="249482"/>
                  </a:lnTo>
                  <a:lnTo>
                    <a:pt x="8020784" y="245208"/>
                  </a:lnTo>
                  <a:lnTo>
                    <a:pt x="8072806" y="240449"/>
                  </a:lnTo>
                  <a:lnTo>
                    <a:pt x="8121843" y="235166"/>
                  </a:lnTo>
                  <a:lnTo>
                    <a:pt x="8151487" y="231568"/>
                  </a:lnTo>
                  <a:lnTo>
                    <a:pt x="8207193" y="223956"/>
                  </a:lnTo>
                  <a:lnTo>
                    <a:pt x="8261077" y="215517"/>
                  </a:lnTo>
                  <a:lnTo>
                    <a:pt x="8313874" y="206241"/>
                  </a:lnTo>
                  <a:lnTo>
                    <a:pt x="8366107" y="196151"/>
                  </a:lnTo>
                  <a:lnTo>
                    <a:pt x="8418129" y="185306"/>
                  </a:lnTo>
                  <a:lnTo>
                    <a:pt x="8470152" y="173804"/>
                  </a:lnTo>
                  <a:lnTo>
                    <a:pt x="8522274" y="161781"/>
                  </a:lnTo>
                  <a:lnTo>
                    <a:pt x="8574507" y="149402"/>
                  </a:lnTo>
                  <a:lnTo>
                    <a:pt x="8626801" y="136857"/>
                  </a:lnTo>
                  <a:lnTo>
                    <a:pt x="8679083" y="124345"/>
                  </a:lnTo>
                  <a:lnTo>
                    <a:pt x="8731282" y="112064"/>
                  </a:lnTo>
                  <a:lnTo>
                    <a:pt x="8783366" y="100196"/>
                  </a:lnTo>
                  <a:lnTo>
                    <a:pt x="8835373" y="88899"/>
                  </a:lnTo>
                  <a:lnTo>
                    <a:pt x="8887435" y="78295"/>
                  </a:lnTo>
                  <a:lnTo>
                    <a:pt x="8939808" y="68470"/>
                  </a:lnTo>
                  <a:lnTo>
                    <a:pt x="8992899" y="59471"/>
                  </a:lnTo>
                  <a:lnTo>
                    <a:pt x="9047294" y="51310"/>
                  </a:lnTo>
                  <a:lnTo>
                    <a:pt x="9084767" y="46313"/>
                  </a:lnTo>
                  <a:lnTo>
                    <a:pt x="9132303" y="40692"/>
                  </a:lnTo>
                  <a:lnTo>
                    <a:pt x="9182357" y="35607"/>
                  </a:lnTo>
                  <a:lnTo>
                    <a:pt x="9235691" y="31033"/>
                  </a:lnTo>
                  <a:lnTo>
                    <a:pt x="9293139" y="26927"/>
                  </a:lnTo>
                  <a:lnTo>
                    <a:pt x="9355554" y="23241"/>
                  </a:lnTo>
                  <a:lnTo>
                    <a:pt x="9423748" y="19924"/>
                  </a:lnTo>
                  <a:lnTo>
                    <a:pt x="9498413" y="16935"/>
                  </a:lnTo>
                  <a:lnTo>
                    <a:pt x="9580019" y="14234"/>
                  </a:lnTo>
                  <a:lnTo>
                    <a:pt x="9668670" y="11795"/>
                  </a:lnTo>
                  <a:lnTo>
                    <a:pt x="9763928" y="9598"/>
                  </a:lnTo>
                  <a:lnTo>
                    <a:pt x="9864620" y="7632"/>
                  </a:lnTo>
                  <a:lnTo>
                    <a:pt x="9968674" y="5894"/>
                  </a:lnTo>
                  <a:lnTo>
                    <a:pt x="10073043" y="4387"/>
                  </a:lnTo>
                  <a:lnTo>
                    <a:pt x="10173823" y="3117"/>
                  </a:lnTo>
                  <a:lnTo>
                    <a:pt x="10266610" y="2086"/>
                  </a:lnTo>
                  <a:lnTo>
                    <a:pt x="10347117" y="1292"/>
                  </a:lnTo>
                  <a:lnTo>
                    <a:pt x="10411945" y="721"/>
                  </a:lnTo>
                  <a:lnTo>
                    <a:pt x="10459296" y="345"/>
                  </a:lnTo>
                  <a:lnTo>
                    <a:pt x="10489429" y="129"/>
                  </a:lnTo>
                  <a:lnTo>
                    <a:pt x="10504750" y="30"/>
                  </a:lnTo>
                  <a:lnTo>
                    <a:pt x="10509596" y="1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96" name="pl1696"/>
            <p:cNvSpPr/>
            <p:nvPr/>
          </p:nvSpPr>
          <p:spPr>
            <a:xfrm>
              <a:off x="4799595" y="9156172"/>
              <a:ext cx="11981298" cy="662012"/>
            </a:xfrm>
            <a:custGeom>
              <a:avLst/>
              <a:pathLst>
                <a:path w="11981298" h="662012">
                  <a:moveTo>
                    <a:pt x="11981298" y="0"/>
                  </a:moveTo>
                  <a:lnTo>
                    <a:pt x="10509911" y="0"/>
                  </a:lnTo>
                  <a:lnTo>
                    <a:pt x="10508674" y="6"/>
                  </a:lnTo>
                  <a:lnTo>
                    <a:pt x="10500558" y="56"/>
                  </a:lnTo>
                  <a:lnTo>
                    <a:pt x="10480152" y="193"/>
                  </a:lnTo>
                  <a:lnTo>
                    <a:pt x="10443799" y="464"/>
                  </a:lnTo>
                  <a:lnTo>
                    <a:pt x="10389879" y="908"/>
                  </a:lnTo>
                  <a:lnTo>
                    <a:pt x="10318925" y="1560"/>
                  </a:lnTo>
                  <a:lnTo>
                    <a:pt x="10233401" y="2441"/>
                  </a:lnTo>
                  <a:lnTo>
                    <a:pt x="10137127" y="3560"/>
                  </a:lnTo>
                  <a:lnTo>
                    <a:pt x="10034517" y="4919"/>
                  </a:lnTo>
                  <a:lnTo>
                    <a:pt x="9929850" y="6512"/>
                  </a:lnTo>
                  <a:lnTo>
                    <a:pt x="9826740" y="8335"/>
                  </a:lnTo>
                  <a:lnTo>
                    <a:pt x="9727873" y="10386"/>
                  </a:lnTo>
                  <a:lnTo>
                    <a:pt x="9634973" y="12671"/>
                  </a:lnTo>
                  <a:lnTo>
                    <a:pt x="9548917" y="15204"/>
                  </a:lnTo>
                  <a:lnTo>
                    <a:pt x="9469921" y="18008"/>
                  </a:lnTo>
                  <a:lnTo>
                    <a:pt x="9397726" y="21114"/>
                  </a:lnTo>
                  <a:lnTo>
                    <a:pt x="9331766" y="24563"/>
                  </a:lnTo>
                  <a:lnTo>
                    <a:pt x="9271291" y="28399"/>
                  </a:lnTo>
                  <a:lnTo>
                    <a:pt x="9215469" y="32673"/>
                  </a:lnTo>
                  <a:lnTo>
                    <a:pt x="9163447" y="37432"/>
                  </a:lnTo>
                  <a:lnTo>
                    <a:pt x="9114411" y="42715"/>
                  </a:lnTo>
                  <a:lnTo>
                    <a:pt x="9084767" y="46313"/>
                  </a:lnTo>
                  <a:lnTo>
                    <a:pt x="9029060" y="53925"/>
                  </a:lnTo>
                  <a:lnTo>
                    <a:pt x="8975176" y="62364"/>
                  </a:lnTo>
                  <a:lnTo>
                    <a:pt x="8922379" y="71640"/>
                  </a:lnTo>
                  <a:lnTo>
                    <a:pt x="8870146" y="81730"/>
                  </a:lnTo>
                  <a:lnTo>
                    <a:pt x="8818124" y="92575"/>
                  </a:lnTo>
                  <a:lnTo>
                    <a:pt x="8766101" y="104077"/>
                  </a:lnTo>
                  <a:lnTo>
                    <a:pt x="8713979" y="116100"/>
                  </a:lnTo>
                  <a:lnTo>
                    <a:pt x="8661747" y="128479"/>
                  </a:lnTo>
                  <a:lnTo>
                    <a:pt x="8609452" y="141024"/>
                  </a:lnTo>
                  <a:lnTo>
                    <a:pt x="8557170" y="153536"/>
                  </a:lnTo>
                  <a:lnTo>
                    <a:pt x="8504971" y="165817"/>
                  </a:lnTo>
                  <a:lnTo>
                    <a:pt x="8452887" y="177685"/>
                  </a:lnTo>
                  <a:lnTo>
                    <a:pt x="8400880" y="188982"/>
                  </a:lnTo>
                  <a:lnTo>
                    <a:pt x="8348818" y="199586"/>
                  </a:lnTo>
                  <a:lnTo>
                    <a:pt x="8296445" y="209411"/>
                  </a:lnTo>
                  <a:lnTo>
                    <a:pt x="8243355" y="218410"/>
                  </a:lnTo>
                  <a:lnTo>
                    <a:pt x="8188959" y="226571"/>
                  </a:lnTo>
                  <a:lnTo>
                    <a:pt x="8151487" y="231568"/>
                  </a:lnTo>
                  <a:lnTo>
                    <a:pt x="8103950" y="237189"/>
                  </a:lnTo>
                  <a:lnTo>
                    <a:pt x="8053897" y="242274"/>
                  </a:lnTo>
                  <a:lnTo>
                    <a:pt x="8000563" y="246848"/>
                  </a:lnTo>
                  <a:lnTo>
                    <a:pt x="7943114" y="250954"/>
                  </a:lnTo>
                  <a:lnTo>
                    <a:pt x="7880699" y="254640"/>
                  </a:lnTo>
                  <a:lnTo>
                    <a:pt x="7812506" y="257957"/>
                  </a:lnTo>
                  <a:lnTo>
                    <a:pt x="7737841" y="260946"/>
                  </a:lnTo>
                  <a:lnTo>
                    <a:pt x="7656234" y="263647"/>
                  </a:lnTo>
                  <a:lnTo>
                    <a:pt x="7567583" y="266086"/>
                  </a:lnTo>
                  <a:lnTo>
                    <a:pt x="7472325" y="268283"/>
                  </a:lnTo>
                  <a:lnTo>
                    <a:pt x="7371633" y="270249"/>
                  </a:lnTo>
                  <a:lnTo>
                    <a:pt x="7267580" y="271987"/>
                  </a:lnTo>
                  <a:lnTo>
                    <a:pt x="7163210" y="273494"/>
                  </a:lnTo>
                  <a:lnTo>
                    <a:pt x="7062430" y="274764"/>
                  </a:lnTo>
                  <a:lnTo>
                    <a:pt x="6969644" y="275795"/>
                  </a:lnTo>
                  <a:lnTo>
                    <a:pt x="6889136" y="276589"/>
                  </a:lnTo>
                  <a:lnTo>
                    <a:pt x="6824308" y="277160"/>
                  </a:lnTo>
                  <a:lnTo>
                    <a:pt x="6776957" y="277536"/>
                  </a:lnTo>
                  <a:lnTo>
                    <a:pt x="6746824" y="277752"/>
                  </a:lnTo>
                  <a:lnTo>
                    <a:pt x="6731504" y="277851"/>
                  </a:lnTo>
                  <a:lnTo>
                    <a:pt x="6726657" y="277880"/>
                  </a:lnTo>
                  <a:lnTo>
                    <a:pt x="6726343" y="277881"/>
                  </a:lnTo>
                  <a:lnTo>
                    <a:pt x="5254955" y="277881"/>
                  </a:lnTo>
                  <a:lnTo>
                    <a:pt x="5253719" y="277891"/>
                  </a:lnTo>
                  <a:lnTo>
                    <a:pt x="5245609" y="277960"/>
                  </a:lnTo>
                  <a:lnTo>
                    <a:pt x="5225216" y="278149"/>
                  </a:lnTo>
                  <a:lnTo>
                    <a:pt x="5188887" y="278523"/>
                  </a:lnTo>
                  <a:lnTo>
                    <a:pt x="5134999" y="279137"/>
                  </a:lnTo>
                  <a:lnTo>
                    <a:pt x="5064083" y="280037"/>
                  </a:lnTo>
                  <a:lnTo>
                    <a:pt x="4978600" y="281253"/>
                  </a:lnTo>
                  <a:lnTo>
                    <a:pt x="4882364" y="282800"/>
                  </a:lnTo>
                  <a:lnTo>
                    <a:pt x="4779787" y="284677"/>
                  </a:lnTo>
                  <a:lnTo>
                    <a:pt x="4675145" y="286878"/>
                  </a:lnTo>
                  <a:lnTo>
                    <a:pt x="4572052" y="289396"/>
                  </a:lnTo>
                  <a:lnTo>
                    <a:pt x="4473194" y="292230"/>
                  </a:lnTo>
                  <a:lnTo>
                    <a:pt x="4380297" y="295388"/>
                  </a:lnTo>
                  <a:lnTo>
                    <a:pt x="4294239" y="298888"/>
                  </a:lnTo>
                  <a:lnTo>
                    <a:pt x="4215237" y="302761"/>
                  </a:lnTo>
                  <a:lnTo>
                    <a:pt x="4143036" y="307052"/>
                  </a:lnTo>
                  <a:lnTo>
                    <a:pt x="4077068" y="311816"/>
                  </a:lnTo>
                  <a:lnTo>
                    <a:pt x="4016587" y="317115"/>
                  </a:lnTo>
                  <a:lnTo>
                    <a:pt x="3960759" y="323019"/>
                  </a:lnTo>
                  <a:lnTo>
                    <a:pt x="3908733" y="329593"/>
                  </a:lnTo>
                  <a:lnTo>
                    <a:pt x="3859696" y="336890"/>
                  </a:lnTo>
                  <a:lnTo>
                    <a:pt x="3829811" y="341903"/>
                  </a:lnTo>
                  <a:lnTo>
                    <a:pt x="3774567" y="352332"/>
                  </a:lnTo>
                  <a:lnTo>
                    <a:pt x="3721121" y="363884"/>
                  </a:lnTo>
                  <a:lnTo>
                    <a:pt x="3668753" y="376574"/>
                  </a:lnTo>
                  <a:lnTo>
                    <a:pt x="3616951" y="390373"/>
                  </a:lnTo>
                  <a:lnTo>
                    <a:pt x="3565366" y="405200"/>
                  </a:lnTo>
                  <a:lnTo>
                    <a:pt x="3513786" y="420927"/>
                  </a:lnTo>
                  <a:lnTo>
                    <a:pt x="3462110" y="437374"/>
                  </a:lnTo>
                  <a:lnTo>
                    <a:pt x="3410325" y="454318"/>
                  </a:lnTo>
                  <a:lnTo>
                    <a:pt x="3358474" y="471507"/>
                  </a:lnTo>
                  <a:lnTo>
                    <a:pt x="3306631" y="488671"/>
                  </a:lnTo>
                  <a:lnTo>
                    <a:pt x="3254863" y="505543"/>
                  </a:lnTo>
                  <a:lnTo>
                    <a:pt x="3203208" y="521874"/>
                  </a:lnTo>
                  <a:lnTo>
                    <a:pt x="3151638" y="537450"/>
                  </a:lnTo>
                  <a:lnTo>
                    <a:pt x="3100032" y="552100"/>
                  </a:lnTo>
                  <a:lnTo>
                    <a:pt x="3048158" y="565702"/>
                  </a:lnTo>
                  <a:lnTo>
                    <a:pt x="2995639" y="578187"/>
                  </a:lnTo>
                  <a:lnTo>
                    <a:pt x="2941927" y="589533"/>
                  </a:lnTo>
                  <a:lnTo>
                    <a:pt x="2896531" y="597991"/>
                  </a:lnTo>
                  <a:lnTo>
                    <a:pt x="2849007" y="605759"/>
                  </a:lnTo>
                  <a:lnTo>
                    <a:pt x="2798966" y="612787"/>
                  </a:lnTo>
                  <a:lnTo>
                    <a:pt x="2745647" y="619109"/>
                  </a:lnTo>
                  <a:lnTo>
                    <a:pt x="2688216" y="624784"/>
                  </a:lnTo>
                  <a:lnTo>
                    <a:pt x="2625822" y="629879"/>
                  </a:lnTo>
                  <a:lnTo>
                    <a:pt x="2557653" y="634463"/>
                  </a:lnTo>
                  <a:lnTo>
                    <a:pt x="2483016" y="638596"/>
                  </a:lnTo>
                  <a:lnTo>
                    <a:pt x="2401442" y="642328"/>
                  </a:lnTo>
                  <a:lnTo>
                    <a:pt x="2312826" y="645699"/>
                  </a:lnTo>
                  <a:lnTo>
                    <a:pt x="2217605" y="648737"/>
                  </a:lnTo>
                  <a:lnTo>
                    <a:pt x="2116949" y="651455"/>
                  </a:lnTo>
                  <a:lnTo>
                    <a:pt x="2012926" y="653858"/>
                  </a:lnTo>
                  <a:lnTo>
                    <a:pt x="1908577" y="655942"/>
                  </a:lnTo>
                  <a:lnTo>
                    <a:pt x="1807803" y="657698"/>
                  </a:lnTo>
                  <a:lnTo>
                    <a:pt x="1715003" y="659123"/>
                  </a:lnTo>
                  <a:lnTo>
                    <a:pt x="1634462" y="660222"/>
                  </a:lnTo>
                  <a:lnTo>
                    <a:pt x="1569582" y="661013"/>
                  </a:lnTo>
                  <a:lnTo>
                    <a:pt x="1522168" y="661533"/>
                  </a:lnTo>
                  <a:lnTo>
                    <a:pt x="1491969" y="661832"/>
                  </a:lnTo>
                  <a:lnTo>
                    <a:pt x="1476592" y="661970"/>
                  </a:lnTo>
                  <a:lnTo>
                    <a:pt x="1471709" y="662010"/>
                  </a:lnTo>
                  <a:lnTo>
                    <a:pt x="1471387" y="662012"/>
                  </a:lnTo>
                  <a:lnTo>
                    <a:pt x="0" y="66201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97" name="pg1697"/>
            <p:cNvSpPr/>
            <p:nvPr/>
          </p:nvSpPr>
          <p:spPr>
            <a:xfrm>
              <a:off x="4799595" y="7864838"/>
              <a:ext cx="11981298" cy="3326410"/>
            </a:xfrm>
            <a:custGeom>
              <a:avLst/>
              <a:pathLst>
                <a:path w="11981298" h="3326410">
                  <a:moveTo>
                    <a:pt x="0" y="2051422"/>
                  </a:moveTo>
                  <a:lnTo>
                    <a:pt x="1471387" y="2051422"/>
                  </a:lnTo>
                  <a:lnTo>
                    <a:pt x="1472605" y="2051454"/>
                  </a:lnTo>
                  <a:lnTo>
                    <a:pt x="1480600" y="2051678"/>
                  </a:lnTo>
                  <a:lnTo>
                    <a:pt x="1500711" y="2052298"/>
                  </a:lnTo>
                  <a:lnTo>
                    <a:pt x="1536562" y="2053519"/>
                  </a:lnTo>
                  <a:lnTo>
                    <a:pt x="1589788" y="2055526"/>
                  </a:lnTo>
                  <a:lnTo>
                    <a:pt x="1659912" y="2058472"/>
                  </a:lnTo>
                  <a:lnTo>
                    <a:pt x="1744556" y="2062455"/>
                  </a:lnTo>
                  <a:lnTo>
                    <a:pt x="1839993" y="2067522"/>
                  </a:lnTo>
                  <a:lnTo>
                    <a:pt x="1941883" y="2073675"/>
                  </a:lnTo>
                  <a:lnTo>
                    <a:pt x="2045995" y="2080894"/>
                  </a:lnTo>
                  <a:lnTo>
                    <a:pt x="2148731" y="2089157"/>
                  </a:lnTo>
                  <a:lnTo>
                    <a:pt x="2247394" y="2098457"/>
                  </a:lnTo>
                  <a:lnTo>
                    <a:pt x="2340232" y="2108816"/>
                  </a:lnTo>
                  <a:lnTo>
                    <a:pt x="2426332" y="2120296"/>
                  </a:lnTo>
                  <a:lnTo>
                    <a:pt x="2505443" y="2132995"/>
                  </a:lnTo>
                  <a:lnTo>
                    <a:pt x="2577790" y="2147054"/>
                  </a:lnTo>
                  <a:lnTo>
                    <a:pt x="2643913" y="2162650"/>
                  </a:lnTo>
                  <a:lnTo>
                    <a:pt x="2704536" y="2179989"/>
                  </a:lnTo>
                  <a:lnTo>
                    <a:pt x="2760476" y="2199294"/>
                  </a:lnTo>
                  <a:lnTo>
                    <a:pt x="2812573" y="2220783"/>
                  </a:lnTo>
                  <a:lnTo>
                    <a:pt x="2861635" y="2244633"/>
                  </a:lnTo>
                  <a:lnTo>
                    <a:pt x="2896531" y="2263920"/>
                  </a:lnTo>
                  <a:lnTo>
                    <a:pt x="2945017" y="2294026"/>
                  </a:lnTo>
                  <a:lnTo>
                    <a:pt x="2992048" y="2326982"/>
                  </a:lnTo>
                  <a:lnTo>
                    <a:pt x="3038133" y="2362838"/>
                  </a:lnTo>
                  <a:lnTo>
                    <a:pt x="3083657" y="2401558"/>
                  </a:lnTo>
                  <a:lnTo>
                    <a:pt x="3128898" y="2443015"/>
                  </a:lnTo>
                  <a:lnTo>
                    <a:pt x="3174048" y="2486985"/>
                  </a:lnTo>
                  <a:lnTo>
                    <a:pt x="3219222" y="2533141"/>
                  </a:lnTo>
                  <a:lnTo>
                    <a:pt x="3264475" y="2581063"/>
                  </a:lnTo>
                  <a:lnTo>
                    <a:pt x="3309813" y="2630249"/>
                  </a:lnTo>
                  <a:lnTo>
                    <a:pt x="3355208" y="2680139"/>
                  </a:lnTo>
                  <a:lnTo>
                    <a:pt x="3400611" y="2730134"/>
                  </a:lnTo>
                  <a:lnTo>
                    <a:pt x="3445973" y="2779633"/>
                  </a:lnTo>
                  <a:lnTo>
                    <a:pt x="3491258" y="2828059"/>
                  </a:lnTo>
                  <a:lnTo>
                    <a:pt x="3536456" y="2874887"/>
                  </a:lnTo>
                  <a:lnTo>
                    <a:pt x="3581604" y="2919666"/>
                  </a:lnTo>
                  <a:lnTo>
                    <a:pt x="3626796" y="2962035"/>
                  </a:lnTo>
                  <a:lnTo>
                    <a:pt x="3672194" y="3001735"/>
                  </a:lnTo>
                  <a:lnTo>
                    <a:pt x="3718045" y="3038604"/>
                  </a:lnTo>
                  <a:lnTo>
                    <a:pt x="3764692" y="3072575"/>
                  </a:lnTo>
                  <a:lnTo>
                    <a:pt x="3812601" y="3103671"/>
                  </a:lnTo>
                  <a:lnTo>
                    <a:pt x="3829811" y="3113912"/>
                  </a:lnTo>
                  <a:lnTo>
                    <a:pt x="3877093" y="3139573"/>
                  </a:lnTo>
                  <a:lnTo>
                    <a:pt x="3926863" y="3162803"/>
                  </a:lnTo>
                  <a:lnTo>
                    <a:pt x="3979870" y="3183710"/>
                  </a:lnTo>
                  <a:lnTo>
                    <a:pt x="4036936" y="3202487"/>
                  </a:lnTo>
                  <a:lnTo>
                    <a:pt x="4098900" y="3219356"/>
                  </a:lnTo>
                  <a:lnTo>
                    <a:pt x="4166561" y="3234537"/>
                  </a:lnTo>
                  <a:lnTo>
                    <a:pt x="4240609" y="3248231"/>
                  </a:lnTo>
                  <a:lnTo>
                    <a:pt x="4321514" y="3260604"/>
                  </a:lnTo>
                  <a:lnTo>
                    <a:pt x="4409396" y="3271787"/>
                  </a:lnTo>
                  <a:lnTo>
                    <a:pt x="4503852" y="3281870"/>
                  </a:lnTo>
                  <a:lnTo>
                    <a:pt x="4603768" y="3290902"/>
                  </a:lnTo>
                  <a:lnTo>
                    <a:pt x="4707155" y="3298898"/>
                  </a:lnTo>
                  <a:lnTo>
                    <a:pt x="4811071" y="3305845"/>
                  </a:lnTo>
                  <a:lnTo>
                    <a:pt x="4911719" y="3311719"/>
                  </a:lnTo>
                  <a:lnTo>
                    <a:pt x="5004780" y="3316505"/>
                  </a:lnTo>
                  <a:lnTo>
                    <a:pt x="5086000" y="3320214"/>
                  </a:lnTo>
                  <a:lnTo>
                    <a:pt x="5151931" y="3322907"/>
                  </a:lnTo>
                  <a:lnTo>
                    <a:pt x="5200645" y="3324696"/>
                  </a:lnTo>
                  <a:lnTo>
                    <a:pt x="5232203" y="3325743"/>
                  </a:lnTo>
                  <a:lnTo>
                    <a:pt x="5248773" y="3326241"/>
                  </a:lnTo>
                  <a:lnTo>
                    <a:pt x="5254449" y="3326397"/>
                  </a:lnTo>
                  <a:lnTo>
                    <a:pt x="5254955" y="3326410"/>
                  </a:lnTo>
                  <a:lnTo>
                    <a:pt x="6726343" y="3326410"/>
                  </a:lnTo>
                  <a:lnTo>
                    <a:pt x="6727459" y="3326335"/>
                  </a:lnTo>
                  <a:lnTo>
                    <a:pt x="6734801" y="3325801"/>
                  </a:lnTo>
                  <a:lnTo>
                    <a:pt x="6753320" y="3324326"/>
                  </a:lnTo>
                  <a:lnTo>
                    <a:pt x="6786457" y="3321421"/>
                  </a:lnTo>
                  <a:lnTo>
                    <a:pt x="6835903" y="3316633"/>
                  </a:lnTo>
                  <a:lnTo>
                    <a:pt x="6901472" y="3309591"/>
                  </a:lnTo>
                  <a:lnTo>
                    <a:pt x="6981236" y="3300036"/>
                  </a:lnTo>
                  <a:lnTo>
                    <a:pt x="7071962" y="3287837"/>
                  </a:lnTo>
                  <a:lnTo>
                    <a:pt x="7169739" y="3272967"/>
                  </a:lnTo>
                  <a:lnTo>
                    <a:pt x="7270612" y="3255465"/>
                  </a:lnTo>
                  <a:lnTo>
                    <a:pt x="7371091" y="3235389"/>
                  </a:lnTo>
                  <a:lnTo>
                    <a:pt x="7468443" y="3212771"/>
                  </a:lnTo>
                  <a:lnTo>
                    <a:pt x="7560780" y="3187583"/>
                  </a:lnTo>
                  <a:lnTo>
                    <a:pt x="7647006" y="3159716"/>
                  </a:lnTo>
                  <a:lnTo>
                    <a:pt x="7726675" y="3128969"/>
                  </a:lnTo>
                  <a:lnTo>
                    <a:pt x="7799829" y="3095047"/>
                  </a:lnTo>
                  <a:lnTo>
                    <a:pt x="7866850" y="3057569"/>
                  </a:lnTo>
                  <a:lnTo>
                    <a:pt x="7928332" y="3016075"/>
                  </a:lnTo>
                  <a:lnTo>
                    <a:pt x="7984990" y="2970047"/>
                  </a:lnTo>
                  <a:lnTo>
                    <a:pt x="8037588" y="2918952"/>
                  </a:lnTo>
                  <a:lnTo>
                    <a:pt x="8086887" y="2862297"/>
                  </a:lnTo>
                  <a:lnTo>
                    <a:pt x="8133603" y="2799736"/>
                  </a:lnTo>
                  <a:lnTo>
                    <a:pt x="8151487" y="2773370"/>
                  </a:lnTo>
                  <a:lnTo>
                    <a:pt x="8186814" y="2717287"/>
                  </a:lnTo>
                  <a:lnTo>
                    <a:pt x="8221292" y="2657335"/>
                  </a:lnTo>
                  <a:lnTo>
                    <a:pt x="8255137" y="2593436"/>
                  </a:lnTo>
                  <a:lnTo>
                    <a:pt x="8288528" y="2525565"/>
                  </a:lnTo>
                  <a:lnTo>
                    <a:pt x="8321608" y="2453759"/>
                  </a:lnTo>
                  <a:lnTo>
                    <a:pt x="8354493" y="2378122"/>
                  </a:lnTo>
                  <a:lnTo>
                    <a:pt x="8387271" y="2298825"/>
                  </a:lnTo>
                  <a:lnTo>
                    <a:pt x="8420009" y="2216114"/>
                  </a:lnTo>
                  <a:lnTo>
                    <a:pt x="8452751" y="2130307"/>
                  </a:lnTo>
                  <a:lnTo>
                    <a:pt x="8485525" y="2041792"/>
                  </a:lnTo>
                  <a:lnTo>
                    <a:pt x="8518345" y="1951018"/>
                  </a:lnTo>
                  <a:lnTo>
                    <a:pt x="8551211" y="1858493"/>
                  </a:lnTo>
                  <a:lnTo>
                    <a:pt x="8584113" y="1764768"/>
                  </a:lnTo>
                  <a:lnTo>
                    <a:pt x="8617034" y="1670424"/>
                  </a:lnTo>
                  <a:lnTo>
                    <a:pt x="8649957" y="1576061"/>
                  </a:lnTo>
                  <a:lnTo>
                    <a:pt x="8682860" y="1482276"/>
                  </a:lnTo>
                  <a:lnTo>
                    <a:pt x="8715729" y="1389654"/>
                  </a:lnTo>
                  <a:lnTo>
                    <a:pt x="8748552" y="1298749"/>
                  </a:lnTo>
                  <a:lnTo>
                    <a:pt x="8781329" y="1210068"/>
                  </a:lnTo>
                  <a:lnTo>
                    <a:pt x="8814073" y="1124069"/>
                  </a:lnTo>
                  <a:lnTo>
                    <a:pt x="8846809" y="1041143"/>
                  </a:lnTo>
                  <a:lnTo>
                    <a:pt x="8879583" y="961611"/>
                  </a:lnTo>
                  <a:lnTo>
                    <a:pt x="8912458" y="885724"/>
                  </a:lnTo>
                  <a:lnTo>
                    <a:pt x="8945522" y="813660"/>
                  </a:lnTo>
                  <a:lnTo>
                    <a:pt x="8978888" y="745526"/>
                  </a:lnTo>
                  <a:lnTo>
                    <a:pt x="9012698" y="681364"/>
                  </a:lnTo>
                  <a:lnTo>
                    <a:pt x="9047128" y="621152"/>
                  </a:lnTo>
                  <a:lnTo>
                    <a:pt x="9082392" y="564815"/>
                  </a:lnTo>
                  <a:lnTo>
                    <a:pt x="9084767" y="561212"/>
                  </a:lnTo>
                  <a:lnTo>
                    <a:pt x="9130639" y="496283"/>
                  </a:lnTo>
                  <a:lnTo>
                    <a:pt x="9178837" y="437324"/>
                  </a:lnTo>
                  <a:lnTo>
                    <a:pt x="9230042" y="384086"/>
                  </a:lnTo>
                  <a:lnTo>
                    <a:pt x="9285004" y="336119"/>
                  </a:lnTo>
                  <a:lnTo>
                    <a:pt x="9344491" y="292898"/>
                  </a:lnTo>
                  <a:lnTo>
                    <a:pt x="9409244" y="253891"/>
                  </a:lnTo>
                  <a:lnTo>
                    <a:pt x="9479915" y="218615"/>
                  </a:lnTo>
                  <a:lnTo>
                    <a:pt x="9556983" y="186655"/>
                  </a:lnTo>
                  <a:lnTo>
                    <a:pt x="9640642" y="157679"/>
                  </a:lnTo>
                  <a:lnTo>
                    <a:pt x="9730656" y="131451"/>
                  </a:lnTo>
                  <a:lnTo>
                    <a:pt x="9826206" y="107825"/>
                  </a:lnTo>
                  <a:lnTo>
                    <a:pt x="9925729" y="86744"/>
                  </a:lnTo>
                  <a:lnTo>
                    <a:pt x="10026826" y="68218"/>
                  </a:lnTo>
                  <a:lnTo>
                    <a:pt x="10126282" y="52301"/>
                  </a:lnTo>
                  <a:lnTo>
                    <a:pt x="10220277" y="39046"/>
                  </a:lnTo>
                  <a:lnTo>
                    <a:pt x="10304810" y="28456"/>
                  </a:lnTo>
                  <a:lnTo>
                    <a:pt x="10376302" y="20445"/>
                  </a:lnTo>
                  <a:lnTo>
                    <a:pt x="10432243" y="14805"/>
                  </a:lnTo>
                  <a:lnTo>
                    <a:pt x="10471725" y="11207"/>
                  </a:lnTo>
                  <a:lnTo>
                    <a:pt x="10495700" y="9224"/>
                  </a:lnTo>
                  <a:lnTo>
                    <a:pt x="10506944" y="8377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8794" y="74"/>
                  </a:lnTo>
                  <a:lnTo>
                    <a:pt x="10501452" y="608"/>
                  </a:lnTo>
                  <a:lnTo>
                    <a:pt x="10482934" y="2084"/>
                  </a:lnTo>
                  <a:lnTo>
                    <a:pt x="10449797" y="4989"/>
                  </a:lnTo>
                  <a:lnTo>
                    <a:pt x="10400350" y="9776"/>
                  </a:lnTo>
                  <a:lnTo>
                    <a:pt x="10334781" y="16819"/>
                  </a:lnTo>
                  <a:lnTo>
                    <a:pt x="10255018" y="26373"/>
                  </a:lnTo>
                  <a:lnTo>
                    <a:pt x="10164291" y="38572"/>
                  </a:lnTo>
                  <a:lnTo>
                    <a:pt x="10066514" y="53442"/>
                  </a:lnTo>
                  <a:lnTo>
                    <a:pt x="9965641" y="70945"/>
                  </a:lnTo>
                  <a:lnTo>
                    <a:pt x="9865162" y="91020"/>
                  </a:lnTo>
                  <a:lnTo>
                    <a:pt x="9767811" y="113638"/>
                  </a:lnTo>
                  <a:lnTo>
                    <a:pt x="9675473" y="138826"/>
                  </a:lnTo>
                  <a:lnTo>
                    <a:pt x="9589247" y="166693"/>
                  </a:lnTo>
                  <a:lnTo>
                    <a:pt x="9509578" y="197441"/>
                  </a:lnTo>
                  <a:lnTo>
                    <a:pt x="9436424" y="231362"/>
                  </a:lnTo>
                  <a:lnTo>
                    <a:pt x="9369403" y="268840"/>
                  </a:lnTo>
                  <a:lnTo>
                    <a:pt x="9307921" y="310335"/>
                  </a:lnTo>
                  <a:lnTo>
                    <a:pt x="9251263" y="356362"/>
                  </a:lnTo>
                  <a:lnTo>
                    <a:pt x="9198666" y="407458"/>
                  </a:lnTo>
                  <a:lnTo>
                    <a:pt x="9149366" y="464113"/>
                  </a:lnTo>
                  <a:lnTo>
                    <a:pt x="9102650" y="526673"/>
                  </a:lnTo>
                  <a:lnTo>
                    <a:pt x="9084767" y="553039"/>
                  </a:lnTo>
                  <a:lnTo>
                    <a:pt x="9049439" y="609122"/>
                  </a:lnTo>
                  <a:lnTo>
                    <a:pt x="9014961" y="669074"/>
                  </a:lnTo>
                  <a:lnTo>
                    <a:pt x="8981116" y="732973"/>
                  </a:lnTo>
                  <a:lnTo>
                    <a:pt x="8947725" y="800844"/>
                  </a:lnTo>
                  <a:lnTo>
                    <a:pt x="8914645" y="872650"/>
                  </a:lnTo>
                  <a:lnTo>
                    <a:pt x="8881760" y="948288"/>
                  </a:lnTo>
                  <a:lnTo>
                    <a:pt x="8848982" y="1027585"/>
                  </a:lnTo>
                  <a:lnTo>
                    <a:pt x="8816245" y="1110295"/>
                  </a:lnTo>
                  <a:lnTo>
                    <a:pt x="8783503" y="1196102"/>
                  </a:lnTo>
                  <a:lnTo>
                    <a:pt x="8750728" y="1284618"/>
                  </a:lnTo>
                  <a:lnTo>
                    <a:pt x="8717908" y="1375391"/>
                  </a:lnTo>
                  <a:lnTo>
                    <a:pt x="8685042" y="1467916"/>
                  </a:lnTo>
                  <a:lnTo>
                    <a:pt x="8652141" y="1561641"/>
                  </a:lnTo>
                  <a:lnTo>
                    <a:pt x="8619219" y="1655985"/>
                  </a:lnTo>
                  <a:lnTo>
                    <a:pt x="8586296" y="1750348"/>
                  </a:lnTo>
                  <a:lnTo>
                    <a:pt x="8553393" y="1844133"/>
                  </a:lnTo>
                  <a:lnTo>
                    <a:pt x="8520525" y="1936755"/>
                  </a:lnTo>
                  <a:lnTo>
                    <a:pt x="8487701" y="2027661"/>
                  </a:lnTo>
                  <a:lnTo>
                    <a:pt x="8454924" y="2116341"/>
                  </a:lnTo>
                  <a:lnTo>
                    <a:pt x="8422180" y="2202340"/>
                  </a:lnTo>
                  <a:lnTo>
                    <a:pt x="8389444" y="2285267"/>
                  </a:lnTo>
                  <a:lnTo>
                    <a:pt x="8356670" y="2364799"/>
                  </a:lnTo>
                  <a:lnTo>
                    <a:pt x="8323795" y="2440685"/>
                  </a:lnTo>
                  <a:lnTo>
                    <a:pt x="8290731" y="2512749"/>
                  </a:lnTo>
                  <a:lnTo>
                    <a:pt x="8257365" y="2580883"/>
                  </a:lnTo>
                  <a:lnTo>
                    <a:pt x="8223555" y="2645046"/>
                  </a:lnTo>
                  <a:lnTo>
                    <a:pt x="8189125" y="2705257"/>
                  </a:lnTo>
                  <a:lnTo>
                    <a:pt x="8153862" y="2761594"/>
                  </a:lnTo>
                  <a:lnTo>
                    <a:pt x="8151487" y="2765197"/>
                  </a:lnTo>
                  <a:lnTo>
                    <a:pt x="8105614" y="2830126"/>
                  </a:lnTo>
                  <a:lnTo>
                    <a:pt x="8057416" y="2889085"/>
                  </a:lnTo>
                  <a:lnTo>
                    <a:pt x="8006211" y="2942324"/>
                  </a:lnTo>
                  <a:lnTo>
                    <a:pt x="7951249" y="2990290"/>
                  </a:lnTo>
                  <a:lnTo>
                    <a:pt x="7891762" y="3033512"/>
                  </a:lnTo>
                  <a:lnTo>
                    <a:pt x="7827009" y="3072518"/>
                  </a:lnTo>
                  <a:lnTo>
                    <a:pt x="7756338" y="3107794"/>
                  </a:lnTo>
                  <a:lnTo>
                    <a:pt x="7679270" y="3139755"/>
                  </a:lnTo>
                  <a:lnTo>
                    <a:pt x="7595612" y="3168730"/>
                  </a:lnTo>
                  <a:lnTo>
                    <a:pt x="7505597" y="3194959"/>
                  </a:lnTo>
                  <a:lnTo>
                    <a:pt x="7410047" y="3218584"/>
                  </a:lnTo>
                  <a:lnTo>
                    <a:pt x="7310524" y="3239666"/>
                  </a:lnTo>
                  <a:lnTo>
                    <a:pt x="7209427" y="3258191"/>
                  </a:lnTo>
                  <a:lnTo>
                    <a:pt x="7109971" y="3274108"/>
                  </a:lnTo>
                  <a:lnTo>
                    <a:pt x="7015976" y="3287364"/>
                  </a:lnTo>
                  <a:lnTo>
                    <a:pt x="6931443" y="3297954"/>
                  </a:lnTo>
                  <a:lnTo>
                    <a:pt x="6859951" y="3305965"/>
                  </a:lnTo>
                  <a:lnTo>
                    <a:pt x="6804010" y="3311604"/>
                  </a:lnTo>
                  <a:lnTo>
                    <a:pt x="6764528" y="3315202"/>
                  </a:lnTo>
                  <a:lnTo>
                    <a:pt x="6740554" y="3317185"/>
                  </a:lnTo>
                  <a:lnTo>
                    <a:pt x="6729309" y="3318032"/>
                  </a:lnTo>
                  <a:lnTo>
                    <a:pt x="6726343" y="3318237"/>
                  </a:lnTo>
                  <a:lnTo>
                    <a:pt x="5254955" y="3318237"/>
                  </a:lnTo>
                  <a:lnTo>
                    <a:pt x="5253737" y="3318205"/>
                  </a:lnTo>
                  <a:lnTo>
                    <a:pt x="5245743" y="3317981"/>
                  </a:lnTo>
                  <a:lnTo>
                    <a:pt x="5225632" y="3317361"/>
                  </a:lnTo>
                  <a:lnTo>
                    <a:pt x="5189780" y="3316140"/>
                  </a:lnTo>
                  <a:lnTo>
                    <a:pt x="5136554" y="3314132"/>
                  </a:lnTo>
                  <a:lnTo>
                    <a:pt x="5066430" y="3311187"/>
                  </a:lnTo>
                  <a:lnTo>
                    <a:pt x="4981786" y="3307204"/>
                  </a:lnTo>
                  <a:lnTo>
                    <a:pt x="4886349" y="3302137"/>
                  </a:lnTo>
                  <a:lnTo>
                    <a:pt x="4784459" y="3295984"/>
                  </a:lnTo>
                  <a:lnTo>
                    <a:pt x="4680347" y="3288765"/>
                  </a:lnTo>
                  <a:lnTo>
                    <a:pt x="4577611" y="3280502"/>
                  </a:lnTo>
                  <a:lnTo>
                    <a:pt x="4478948" y="3271202"/>
                  </a:lnTo>
                  <a:lnTo>
                    <a:pt x="4386110" y="3260843"/>
                  </a:lnTo>
                  <a:lnTo>
                    <a:pt x="4300010" y="3249363"/>
                  </a:lnTo>
                  <a:lnTo>
                    <a:pt x="4220899" y="3236664"/>
                  </a:lnTo>
                  <a:lnTo>
                    <a:pt x="4148552" y="3222605"/>
                  </a:lnTo>
                  <a:lnTo>
                    <a:pt x="4082430" y="3207009"/>
                  </a:lnTo>
                  <a:lnTo>
                    <a:pt x="4021806" y="3189670"/>
                  </a:lnTo>
                  <a:lnTo>
                    <a:pt x="3965866" y="3170365"/>
                  </a:lnTo>
                  <a:lnTo>
                    <a:pt x="3913769" y="3148876"/>
                  </a:lnTo>
                  <a:lnTo>
                    <a:pt x="3864708" y="3125026"/>
                  </a:lnTo>
                  <a:lnTo>
                    <a:pt x="3829811" y="3105739"/>
                  </a:lnTo>
                  <a:lnTo>
                    <a:pt x="3781325" y="3075633"/>
                  </a:lnTo>
                  <a:lnTo>
                    <a:pt x="3734294" y="3042677"/>
                  </a:lnTo>
                  <a:lnTo>
                    <a:pt x="3688209" y="3006821"/>
                  </a:lnTo>
                  <a:lnTo>
                    <a:pt x="3642685" y="2968101"/>
                  </a:lnTo>
                  <a:lnTo>
                    <a:pt x="3597444" y="2926644"/>
                  </a:lnTo>
                  <a:lnTo>
                    <a:pt x="3552294" y="2882674"/>
                  </a:lnTo>
                  <a:lnTo>
                    <a:pt x="3507120" y="2836518"/>
                  </a:lnTo>
                  <a:lnTo>
                    <a:pt x="3461867" y="2788596"/>
                  </a:lnTo>
                  <a:lnTo>
                    <a:pt x="3416529" y="2739409"/>
                  </a:lnTo>
                  <a:lnTo>
                    <a:pt x="3371134" y="2689520"/>
                  </a:lnTo>
                  <a:lnTo>
                    <a:pt x="3325731" y="2639525"/>
                  </a:lnTo>
                  <a:lnTo>
                    <a:pt x="3280369" y="2590026"/>
                  </a:lnTo>
                  <a:lnTo>
                    <a:pt x="3235085" y="2541600"/>
                  </a:lnTo>
                  <a:lnTo>
                    <a:pt x="3189886" y="2494772"/>
                  </a:lnTo>
                  <a:lnTo>
                    <a:pt x="3144738" y="2449993"/>
                  </a:lnTo>
                  <a:lnTo>
                    <a:pt x="3099546" y="2407624"/>
                  </a:lnTo>
                  <a:lnTo>
                    <a:pt x="3054148" y="2367924"/>
                  </a:lnTo>
                  <a:lnTo>
                    <a:pt x="3008298" y="2331055"/>
                  </a:lnTo>
                  <a:lnTo>
                    <a:pt x="2961650" y="2297084"/>
                  </a:lnTo>
                  <a:lnTo>
                    <a:pt x="2913742" y="2265988"/>
                  </a:lnTo>
                  <a:lnTo>
                    <a:pt x="2896531" y="2255747"/>
                  </a:lnTo>
                  <a:lnTo>
                    <a:pt x="2849249" y="2230086"/>
                  </a:lnTo>
                  <a:lnTo>
                    <a:pt x="2799479" y="2206856"/>
                  </a:lnTo>
                  <a:lnTo>
                    <a:pt x="2746472" y="2185949"/>
                  </a:lnTo>
                  <a:lnTo>
                    <a:pt x="2689406" y="2167172"/>
                  </a:lnTo>
                  <a:lnTo>
                    <a:pt x="2627443" y="2150303"/>
                  </a:lnTo>
                  <a:lnTo>
                    <a:pt x="2559781" y="2135122"/>
                  </a:lnTo>
                  <a:lnTo>
                    <a:pt x="2485733" y="2121428"/>
                  </a:lnTo>
                  <a:lnTo>
                    <a:pt x="2404828" y="2109055"/>
                  </a:lnTo>
                  <a:lnTo>
                    <a:pt x="2316946" y="2097872"/>
                  </a:lnTo>
                  <a:lnTo>
                    <a:pt x="2222490" y="2087789"/>
                  </a:lnTo>
                  <a:lnTo>
                    <a:pt x="2122574" y="2078757"/>
                  </a:lnTo>
                  <a:lnTo>
                    <a:pt x="2019187" y="2070761"/>
                  </a:lnTo>
                  <a:lnTo>
                    <a:pt x="1915271" y="2063814"/>
                  </a:lnTo>
                  <a:lnTo>
                    <a:pt x="1814623" y="2057940"/>
                  </a:lnTo>
                  <a:lnTo>
                    <a:pt x="1721562" y="2053154"/>
                  </a:lnTo>
                  <a:lnTo>
                    <a:pt x="1640342" y="2049445"/>
                  </a:lnTo>
                  <a:lnTo>
                    <a:pt x="1574411" y="2046752"/>
                  </a:lnTo>
                  <a:lnTo>
                    <a:pt x="1525697" y="2044963"/>
                  </a:lnTo>
                  <a:lnTo>
                    <a:pt x="1494140" y="2043916"/>
                  </a:lnTo>
                  <a:lnTo>
                    <a:pt x="1477569" y="2043418"/>
                  </a:lnTo>
                  <a:lnTo>
                    <a:pt x="1471893" y="2043262"/>
                  </a:lnTo>
                  <a:lnTo>
                    <a:pt x="1471387" y="2043249"/>
                  </a:lnTo>
                  <a:lnTo>
                    <a:pt x="0" y="2043249"/>
                  </a:lnTo>
                  <a:close/>
                </a:path>
              </a:pathLst>
            </a:custGeom>
            <a:solidFill>
              <a:srgbClr val="D9B26F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698" name="pl1698"/>
            <p:cNvSpPr/>
            <p:nvPr/>
          </p:nvSpPr>
          <p:spPr>
            <a:xfrm>
              <a:off x="4799595" y="7873011"/>
              <a:ext cx="11981298" cy="3318237"/>
            </a:xfrm>
            <a:custGeom>
              <a:avLst/>
              <a:pathLst>
                <a:path w="11981298" h="3318237">
                  <a:moveTo>
                    <a:pt x="0" y="2043249"/>
                  </a:moveTo>
                  <a:lnTo>
                    <a:pt x="1471387" y="2043249"/>
                  </a:lnTo>
                  <a:lnTo>
                    <a:pt x="1472605" y="2043281"/>
                  </a:lnTo>
                  <a:lnTo>
                    <a:pt x="1480600" y="2043505"/>
                  </a:lnTo>
                  <a:lnTo>
                    <a:pt x="1500711" y="2044125"/>
                  </a:lnTo>
                  <a:lnTo>
                    <a:pt x="1536562" y="2045346"/>
                  </a:lnTo>
                  <a:lnTo>
                    <a:pt x="1589788" y="2047353"/>
                  </a:lnTo>
                  <a:lnTo>
                    <a:pt x="1659912" y="2050299"/>
                  </a:lnTo>
                  <a:lnTo>
                    <a:pt x="1744556" y="2054282"/>
                  </a:lnTo>
                  <a:lnTo>
                    <a:pt x="1839993" y="2059349"/>
                  </a:lnTo>
                  <a:lnTo>
                    <a:pt x="1941883" y="2065502"/>
                  </a:lnTo>
                  <a:lnTo>
                    <a:pt x="2045995" y="2072721"/>
                  </a:lnTo>
                  <a:lnTo>
                    <a:pt x="2148731" y="2080984"/>
                  </a:lnTo>
                  <a:lnTo>
                    <a:pt x="2247394" y="2090284"/>
                  </a:lnTo>
                  <a:lnTo>
                    <a:pt x="2340232" y="2100643"/>
                  </a:lnTo>
                  <a:lnTo>
                    <a:pt x="2426332" y="2112123"/>
                  </a:lnTo>
                  <a:lnTo>
                    <a:pt x="2505443" y="2124822"/>
                  </a:lnTo>
                  <a:lnTo>
                    <a:pt x="2577790" y="2138881"/>
                  </a:lnTo>
                  <a:lnTo>
                    <a:pt x="2643913" y="2154477"/>
                  </a:lnTo>
                  <a:lnTo>
                    <a:pt x="2704536" y="2171816"/>
                  </a:lnTo>
                  <a:lnTo>
                    <a:pt x="2760476" y="2191121"/>
                  </a:lnTo>
                  <a:lnTo>
                    <a:pt x="2812573" y="2212610"/>
                  </a:lnTo>
                  <a:lnTo>
                    <a:pt x="2861635" y="2236460"/>
                  </a:lnTo>
                  <a:lnTo>
                    <a:pt x="2896531" y="2255747"/>
                  </a:lnTo>
                  <a:lnTo>
                    <a:pt x="2945017" y="2285853"/>
                  </a:lnTo>
                  <a:lnTo>
                    <a:pt x="2992048" y="2318809"/>
                  </a:lnTo>
                  <a:lnTo>
                    <a:pt x="3038133" y="2354665"/>
                  </a:lnTo>
                  <a:lnTo>
                    <a:pt x="3083657" y="2393385"/>
                  </a:lnTo>
                  <a:lnTo>
                    <a:pt x="3128898" y="2434842"/>
                  </a:lnTo>
                  <a:lnTo>
                    <a:pt x="3174048" y="2478812"/>
                  </a:lnTo>
                  <a:lnTo>
                    <a:pt x="3219222" y="2524968"/>
                  </a:lnTo>
                  <a:lnTo>
                    <a:pt x="3264475" y="2572890"/>
                  </a:lnTo>
                  <a:lnTo>
                    <a:pt x="3309813" y="2622076"/>
                  </a:lnTo>
                  <a:lnTo>
                    <a:pt x="3355208" y="2671966"/>
                  </a:lnTo>
                  <a:lnTo>
                    <a:pt x="3400611" y="2721961"/>
                  </a:lnTo>
                  <a:lnTo>
                    <a:pt x="3445973" y="2771460"/>
                  </a:lnTo>
                  <a:lnTo>
                    <a:pt x="3491258" y="2819886"/>
                  </a:lnTo>
                  <a:lnTo>
                    <a:pt x="3536456" y="2866714"/>
                  </a:lnTo>
                  <a:lnTo>
                    <a:pt x="3581604" y="2911493"/>
                  </a:lnTo>
                  <a:lnTo>
                    <a:pt x="3626796" y="2953862"/>
                  </a:lnTo>
                  <a:lnTo>
                    <a:pt x="3672194" y="2993562"/>
                  </a:lnTo>
                  <a:lnTo>
                    <a:pt x="3718045" y="3030431"/>
                  </a:lnTo>
                  <a:lnTo>
                    <a:pt x="3764692" y="3064402"/>
                  </a:lnTo>
                  <a:lnTo>
                    <a:pt x="3812601" y="3095498"/>
                  </a:lnTo>
                  <a:lnTo>
                    <a:pt x="3829811" y="3105739"/>
                  </a:lnTo>
                  <a:lnTo>
                    <a:pt x="3877093" y="3131400"/>
                  </a:lnTo>
                  <a:lnTo>
                    <a:pt x="3926863" y="3154630"/>
                  </a:lnTo>
                  <a:lnTo>
                    <a:pt x="3979870" y="3175537"/>
                  </a:lnTo>
                  <a:lnTo>
                    <a:pt x="4036936" y="3194314"/>
                  </a:lnTo>
                  <a:lnTo>
                    <a:pt x="4098900" y="3211183"/>
                  </a:lnTo>
                  <a:lnTo>
                    <a:pt x="4166561" y="3226364"/>
                  </a:lnTo>
                  <a:lnTo>
                    <a:pt x="4240609" y="3240058"/>
                  </a:lnTo>
                  <a:lnTo>
                    <a:pt x="4321514" y="3252431"/>
                  </a:lnTo>
                  <a:lnTo>
                    <a:pt x="4409396" y="3263614"/>
                  </a:lnTo>
                  <a:lnTo>
                    <a:pt x="4503852" y="3273697"/>
                  </a:lnTo>
                  <a:lnTo>
                    <a:pt x="4603768" y="3282729"/>
                  </a:lnTo>
                  <a:lnTo>
                    <a:pt x="4707155" y="3290725"/>
                  </a:lnTo>
                  <a:lnTo>
                    <a:pt x="4811071" y="3297672"/>
                  </a:lnTo>
                  <a:lnTo>
                    <a:pt x="4911719" y="3303546"/>
                  </a:lnTo>
                  <a:lnTo>
                    <a:pt x="5004780" y="3308332"/>
                  </a:lnTo>
                  <a:lnTo>
                    <a:pt x="5086000" y="3312041"/>
                  </a:lnTo>
                  <a:lnTo>
                    <a:pt x="5151931" y="3314734"/>
                  </a:lnTo>
                  <a:lnTo>
                    <a:pt x="5200645" y="3316523"/>
                  </a:lnTo>
                  <a:lnTo>
                    <a:pt x="5232203" y="3317570"/>
                  </a:lnTo>
                  <a:lnTo>
                    <a:pt x="5248773" y="3318068"/>
                  </a:lnTo>
                  <a:lnTo>
                    <a:pt x="5254449" y="3318224"/>
                  </a:lnTo>
                  <a:lnTo>
                    <a:pt x="5254955" y="3318237"/>
                  </a:lnTo>
                  <a:lnTo>
                    <a:pt x="6726343" y="3318237"/>
                  </a:lnTo>
                  <a:lnTo>
                    <a:pt x="6727459" y="3318162"/>
                  </a:lnTo>
                  <a:lnTo>
                    <a:pt x="6734801" y="3317628"/>
                  </a:lnTo>
                  <a:lnTo>
                    <a:pt x="6753320" y="3316153"/>
                  </a:lnTo>
                  <a:lnTo>
                    <a:pt x="6786457" y="3313248"/>
                  </a:lnTo>
                  <a:lnTo>
                    <a:pt x="6835903" y="3308460"/>
                  </a:lnTo>
                  <a:lnTo>
                    <a:pt x="6901472" y="3301418"/>
                  </a:lnTo>
                  <a:lnTo>
                    <a:pt x="6981236" y="3291863"/>
                  </a:lnTo>
                  <a:lnTo>
                    <a:pt x="7071962" y="3279664"/>
                  </a:lnTo>
                  <a:lnTo>
                    <a:pt x="7169739" y="3264794"/>
                  </a:lnTo>
                  <a:lnTo>
                    <a:pt x="7270612" y="3247292"/>
                  </a:lnTo>
                  <a:lnTo>
                    <a:pt x="7371091" y="3227216"/>
                  </a:lnTo>
                  <a:lnTo>
                    <a:pt x="7468443" y="3204598"/>
                  </a:lnTo>
                  <a:lnTo>
                    <a:pt x="7560780" y="3179410"/>
                  </a:lnTo>
                  <a:lnTo>
                    <a:pt x="7647006" y="3151543"/>
                  </a:lnTo>
                  <a:lnTo>
                    <a:pt x="7726675" y="3120796"/>
                  </a:lnTo>
                  <a:lnTo>
                    <a:pt x="7799829" y="3086874"/>
                  </a:lnTo>
                  <a:lnTo>
                    <a:pt x="7866850" y="3049396"/>
                  </a:lnTo>
                  <a:lnTo>
                    <a:pt x="7928332" y="3007902"/>
                  </a:lnTo>
                  <a:lnTo>
                    <a:pt x="7984990" y="2961874"/>
                  </a:lnTo>
                  <a:lnTo>
                    <a:pt x="8037588" y="2910779"/>
                  </a:lnTo>
                  <a:lnTo>
                    <a:pt x="8086887" y="2854124"/>
                  </a:lnTo>
                  <a:lnTo>
                    <a:pt x="8133603" y="2791563"/>
                  </a:lnTo>
                  <a:lnTo>
                    <a:pt x="8151487" y="2765197"/>
                  </a:lnTo>
                  <a:lnTo>
                    <a:pt x="8186814" y="2709114"/>
                  </a:lnTo>
                  <a:lnTo>
                    <a:pt x="8221292" y="2649162"/>
                  </a:lnTo>
                  <a:lnTo>
                    <a:pt x="8255137" y="2585263"/>
                  </a:lnTo>
                  <a:lnTo>
                    <a:pt x="8288528" y="2517392"/>
                  </a:lnTo>
                  <a:lnTo>
                    <a:pt x="8321608" y="2445586"/>
                  </a:lnTo>
                  <a:lnTo>
                    <a:pt x="8354493" y="2369949"/>
                  </a:lnTo>
                  <a:lnTo>
                    <a:pt x="8387271" y="2290652"/>
                  </a:lnTo>
                  <a:lnTo>
                    <a:pt x="8420009" y="2207941"/>
                  </a:lnTo>
                  <a:lnTo>
                    <a:pt x="8452751" y="2122134"/>
                  </a:lnTo>
                  <a:lnTo>
                    <a:pt x="8485525" y="2033619"/>
                  </a:lnTo>
                  <a:lnTo>
                    <a:pt x="8518345" y="1942845"/>
                  </a:lnTo>
                  <a:lnTo>
                    <a:pt x="8551211" y="1850320"/>
                  </a:lnTo>
                  <a:lnTo>
                    <a:pt x="8584113" y="1756595"/>
                  </a:lnTo>
                  <a:lnTo>
                    <a:pt x="8617034" y="1662251"/>
                  </a:lnTo>
                  <a:lnTo>
                    <a:pt x="8649957" y="1567888"/>
                  </a:lnTo>
                  <a:lnTo>
                    <a:pt x="8682860" y="1474103"/>
                  </a:lnTo>
                  <a:lnTo>
                    <a:pt x="8715729" y="1381481"/>
                  </a:lnTo>
                  <a:lnTo>
                    <a:pt x="8748552" y="1290576"/>
                  </a:lnTo>
                  <a:lnTo>
                    <a:pt x="8781329" y="1201895"/>
                  </a:lnTo>
                  <a:lnTo>
                    <a:pt x="8814073" y="1115896"/>
                  </a:lnTo>
                  <a:lnTo>
                    <a:pt x="8846809" y="1032970"/>
                  </a:lnTo>
                  <a:lnTo>
                    <a:pt x="8879583" y="953438"/>
                  </a:lnTo>
                  <a:lnTo>
                    <a:pt x="8912458" y="877551"/>
                  </a:lnTo>
                  <a:lnTo>
                    <a:pt x="8945522" y="805487"/>
                  </a:lnTo>
                  <a:lnTo>
                    <a:pt x="8978888" y="737353"/>
                  </a:lnTo>
                  <a:lnTo>
                    <a:pt x="9012698" y="673191"/>
                  </a:lnTo>
                  <a:lnTo>
                    <a:pt x="9047128" y="612979"/>
                  </a:lnTo>
                  <a:lnTo>
                    <a:pt x="9082392" y="556642"/>
                  </a:lnTo>
                  <a:lnTo>
                    <a:pt x="9084767" y="553039"/>
                  </a:lnTo>
                  <a:lnTo>
                    <a:pt x="9130639" y="488110"/>
                  </a:lnTo>
                  <a:lnTo>
                    <a:pt x="9178837" y="429151"/>
                  </a:lnTo>
                  <a:lnTo>
                    <a:pt x="9230042" y="375913"/>
                  </a:lnTo>
                  <a:lnTo>
                    <a:pt x="9285004" y="327946"/>
                  </a:lnTo>
                  <a:lnTo>
                    <a:pt x="9344491" y="284725"/>
                  </a:lnTo>
                  <a:lnTo>
                    <a:pt x="9409244" y="245718"/>
                  </a:lnTo>
                  <a:lnTo>
                    <a:pt x="9479915" y="210442"/>
                  </a:lnTo>
                  <a:lnTo>
                    <a:pt x="9556983" y="178482"/>
                  </a:lnTo>
                  <a:lnTo>
                    <a:pt x="9640642" y="149506"/>
                  </a:lnTo>
                  <a:lnTo>
                    <a:pt x="9730656" y="123278"/>
                  </a:lnTo>
                  <a:lnTo>
                    <a:pt x="9826206" y="99652"/>
                  </a:lnTo>
                  <a:lnTo>
                    <a:pt x="9925729" y="78571"/>
                  </a:lnTo>
                  <a:lnTo>
                    <a:pt x="10026826" y="60045"/>
                  </a:lnTo>
                  <a:lnTo>
                    <a:pt x="10126282" y="44129"/>
                  </a:lnTo>
                  <a:lnTo>
                    <a:pt x="10220277" y="30873"/>
                  </a:lnTo>
                  <a:lnTo>
                    <a:pt x="10304810" y="20283"/>
                  </a:lnTo>
                  <a:lnTo>
                    <a:pt x="10376302" y="12272"/>
                  </a:lnTo>
                  <a:lnTo>
                    <a:pt x="10432243" y="6632"/>
                  </a:lnTo>
                  <a:lnTo>
                    <a:pt x="10471725" y="3034"/>
                  </a:lnTo>
                  <a:lnTo>
                    <a:pt x="10495700" y="1051"/>
                  </a:lnTo>
                  <a:lnTo>
                    <a:pt x="10506944" y="204"/>
                  </a:lnTo>
                  <a:lnTo>
                    <a:pt x="10509839" y="4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699" name="pl1699"/>
            <p:cNvSpPr/>
            <p:nvPr/>
          </p:nvSpPr>
          <p:spPr>
            <a:xfrm>
              <a:off x="4799595" y="7864838"/>
              <a:ext cx="11981298" cy="3318237"/>
            </a:xfrm>
            <a:custGeom>
              <a:avLst/>
              <a:pathLst>
                <a:path w="11981298" h="3318237">
                  <a:moveTo>
                    <a:pt x="11981298" y="0"/>
                  </a:moveTo>
                  <a:lnTo>
                    <a:pt x="10509911" y="0"/>
                  </a:lnTo>
                  <a:lnTo>
                    <a:pt x="10508794" y="74"/>
                  </a:lnTo>
                  <a:lnTo>
                    <a:pt x="10501452" y="608"/>
                  </a:lnTo>
                  <a:lnTo>
                    <a:pt x="10482934" y="2084"/>
                  </a:lnTo>
                  <a:lnTo>
                    <a:pt x="10449797" y="4989"/>
                  </a:lnTo>
                  <a:lnTo>
                    <a:pt x="10400350" y="9776"/>
                  </a:lnTo>
                  <a:lnTo>
                    <a:pt x="10334781" y="16819"/>
                  </a:lnTo>
                  <a:lnTo>
                    <a:pt x="10255018" y="26373"/>
                  </a:lnTo>
                  <a:lnTo>
                    <a:pt x="10164291" y="38572"/>
                  </a:lnTo>
                  <a:lnTo>
                    <a:pt x="10066514" y="53442"/>
                  </a:lnTo>
                  <a:lnTo>
                    <a:pt x="9965641" y="70945"/>
                  </a:lnTo>
                  <a:lnTo>
                    <a:pt x="9865162" y="91020"/>
                  </a:lnTo>
                  <a:lnTo>
                    <a:pt x="9767811" y="113638"/>
                  </a:lnTo>
                  <a:lnTo>
                    <a:pt x="9675473" y="138826"/>
                  </a:lnTo>
                  <a:lnTo>
                    <a:pt x="9589247" y="166693"/>
                  </a:lnTo>
                  <a:lnTo>
                    <a:pt x="9509578" y="197441"/>
                  </a:lnTo>
                  <a:lnTo>
                    <a:pt x="9436424" y="231362"/>
                  </a:lnTo>
                  <a:lnTo>
                    <a:pt x="9369403" y="268840"/>
                  </a:lnTo>
                  <a:lnTo>
                    <a:pt x="9307921" y="310335"/>
                  </a:lnTo>
                  <a:lnTo>
                    <a:pt x="9251263" y="356362"/>
                  </a:lnTo>
                  <a:lnTo>
                    <a:pt x="9198666" y="407458"/>
                  </a:lnTo>
                  <a:lnTo>
                    <a:pt x="9149366" y="464113"/>
                  </a:lnTo>
                  <a:lnTo>
                    <a:pt x="9102650" y="526673"/>
                  </a:lnTo>
                  <a:lnTo>
                    <a:pt x="9084767" y="553039"/>
                  </a:lnTo>
                  <a:lnTo>
                    <a:pt x="9049439" y="609122"/>
                  </a:lnTo>
                  <a:lnTo>
                    <a:pt x="9014961" y="669074"/>
                  </a:lnTo>
                  <a:lnTo>
                    <a:pt x="8981116" y="732973"/>
                  </a:lnTo>
                  <a:lnTo>
                    <a:pt x="8947725" y="800844"/>
                  </a:lnTo>
                  <a:lnTo>
                    <a:pt x="8914645" y="872650"/>
                  </a:lnTo>
                  <a:lnTo>
                    <a:pt x="8881760" y="948288"/>
                  </a:lnTo>
                  <a:lnTo>
                    <a:pt x="8848982" y="1027585"/>
                  </a:lnTo>
                  <a:lnTo>
                    <a:pt x="8816245" y="1110295"/>
                  </a:lnTo>
                  <a:lnTo>
                    <a:pt x="8783503" y="1196102"/>
                  </a:lnTo>
                  <a:lnTo>
                    <a:pt x="8750728" y="1284618"/>
                  </a:lnTo>
                  <a:lnTo>
                    <a:pt x="8717908" y="1375391"/>
                  </a:lnTo>
                  <a:lnTo>
                    <a:pt x="8685042" y="1467916"/>
                  </a:lnTo>
                  <a:lnTo>
                    <a:pt x="8652141" y="1561641"/>
                  </a:lnTo>
                  <a:lnTo>
                    <a:pt x="8619219" y="1655985"/>
                  </a:lnTo>
                  <a:lnTo>
                    <a:pt x="8586296" y="1750348"/>
                  </a:lnTo>
                  <a:lnTo>
                    <a:pt x="8553393" y="1844133"/>
                  </a:lnTo>
                  <a:lnTo>
                    <a:pt x="8520525" y="1936755"/>
                  </a:lnTo>
                  <a:lnTo>
                    <a:pt x="8487701" y="2027661"/>
                  </a:lnTo>
                  <a:lnTo>
                    <a:pt x="8454924" y="2116341"/>
                  </a:lnTo>
                  <a:lnTo>
                    <a:pt x="8422180" y="2202340"/>
                  </a:lnTo>
                  <a:lnTo>
                    <a:pt x="8389444" y="2285267"/>
                  </a:lnTo>
                  <a:lnTo>
                    <a:pt x="8356670" y="2364799"/>
                  </a:lnTo>
                  <a:lnTo>
                    <a:pt x="8323795" y="2440685"/>
                  </a:lnTo>
                  <a:lnTo>
                    <a:pt x="8290731" y="2512749"/>
                  </a:lnTo>
                  <a:lnTo>
                    <a:pt x="8257365" y="2580883"/>
                  </a:lnTo>
                  <a:lnTo>
                    <a:pt x="8223555" y="2645046"/>
                  </a:lnTo>
                  <a:lnTo>
                    <a:pt x="8189125" y="2705257"/>
                  </a:lnTo>
                  <a:lnTo>
                    <a:pt x="8153862" y="2761594"/>
                  </a:lnTo>
                  <a:lnTo>
                    <a:pt x="8151487" y="2765197"/>
                  </a:lnTo>
                  <a:lnTo>
                    <a:pt x="8105614" y="2830126"/>
                  </a:lnTo>
                  <a:lnTo>
                    <a:pt x="8057416" y="2889085"/>
                  </a:lnTo>
                  <a:lnTo>
                    <a:pt x="8006211" y="2942324"/>
                  </a:lnTo>
                  <a:lnTo>
                    <a:pt x="7951249" y="2990290"/>
                  </a:lnTo>
                  <a:lnTo>
                    <a:pt x="7891762" y="3033512"/>
                  </a:lnTo>
                  <a:lnTo>
                    <a:pt x="7827009" y="3072518"/>
                  </a:lnTo>
                  <a:lnTo>
                    <a:pt x="7756338" y="3107794"/>
                  </a:lnTo>
                  <a:lnTo>
                    <a:pt x="7679270" y="3139755"/>
                  </a:lnTo>
                  <a:lnTo>
                    <a:pt x="7595612" y="3168730"/>
                  </a:lnTo>
                  <a:lnTo>
                    <a:pt x="7505597" y="3194959"/>
                  </a:lnTo>
                  <a:lnTo>
                    <a:pt x="7410047" y="3218584"/>
                  </a:lnTo>
                  <a:lnTo>
                    <a:pt x="7310524" y="3239666"/>
                  </a:lnTo>
                  <a:lnTo>
                    <a:pt x="7209427" y="3258191"/>
                  </a:lnTo>
                  <a:lnTo>
                    <a:pt x="7109971" y="3274108"/>
                  </a:lnTo>
                  <a:lnTo>
                    <a:pt x="7015976" y="3287364"/>
                  </a:lnTo>
                  <a:lnTo>
                    <a:pt x="6931443" y="3297954"/>
                  </a:lnTo>
                  <a:lnTo>
                    <a:pt x="6859951" y="3305965"/>
                  </a:lnTo>
                  <a:lnTo>
                    <a:pt x="6804010" y="3311604"/>
                  </a:lnTo>
                  <a:lnTo>
                    <a:pt x="6764528" y="3315202"/>
                  </a:lnTo>
                  <a:lnTo>
                    <a:pt x="6740554" y="3317185"/>
                  </a:lnTo>
                  <a:lnTo>
                    <a:pt x="6729309" y="3318032"/>
                  </a:lnTo>
                  <a:lnTo>
                    <a:pt x="6726414" y="3318232"/>
                  </a:lnTo>
                  <a:lnTo>
                    <a:pt x="6726343" y="3318237"/>
                  </a:lnTo>
                  <a:lnTo>
                    <a:pt x="5254955" y="3318237"/>
                  </a:lnTo>
                  <a:lnTo>
                    <a:pt x="5253737" y="3318205"/>
                  </a:lnTo>
                  <a:lnTo>
                    <a:pt x="5245743" y="3317981"/>
                  </a:lnTo>
                  <a:lnTo>
                    <a:pt x="5225632" y="3317361"/>
                  </a:lnTo>
                  <a:lnTo>
                    <a:pt x="5189780" y="3316140"/>
                  </a:lnTo>
                  <a:lnTo>
                    <a:pt x="5136554" y="3314132"/>
                  </a:lnTo>
                  <a:lnTo>
                    <a:pt x="5066430" y="3311187"/>
                  </a:lnTo>
                  <a:lnTo>
                    <a:pt x="4981786" y="3307204"/>
                  </a:lnTo>
                  <a:lnTo>
                    <a:pt x="4886349" y="3302137"/>
                  </a:lnTo>
                  <a:lnTo>
                    <a:pt x="4784459" y="3295984"/>
                  </a:lnTo>
                  <a:lnTo>
                    <a:pt x="4680347" y="3288765"/>
                  </a:lnTo>
                  <a:lnTo>
                    <a:pt x="4577611" y="3280502"/>
                  </a:lnTo>
                  <a:lnTo>
                    <a:pt x="4478948" y="3271202"/>
                  </a:lnTo>
                  <a:lnTo>
                    <a:pt x="4386110" y="3260843"/>
                  </a:lnTo>
                  <a:lnTo>
                    <a:pt x="4300010" y="3249363"/>
                  </a:lnTo>
                  <a:lnTo>
                    <a:pt x="4220899" y="3236664"/>
                  </a:lnTo>
                  <a:lnTo>
                    <a:pt x="4148552" y="3222605"/>
                  </a:lnTo>
                  <a:lnTo>
                    <a:pt x="4082430" y="3207009"/>
                  </a:lnTo>
                  <a:lnTo>
                    <a:pt x="4021806" y="3189670"/>
                  </a:lnTo>
                  <a:lnTo>
                    <a:pt x="3965866" y="3170365"/>
                  </a:lnTo>
                  <a:lnTo>
                    <a:pt x="3913769" y="3148876"/>
                  </a:lnTo>
                  <a:lnTo>
                    <a:pt x="3864708" y="3125026"/>
                  </a:lnTo>
                  <a:lnTo>
                    <a:pt x="3829811" y="3105739"/>
                  </a:lnTo>
                  <a:lnTo>
                    <a:pt x="3781325" y="3075633"/>
                  </a:lnTo>
                  <a:lnTo>
                    <a:pt x="3734294" y="3042677"/>
                  </a:lnTo>
                  <a:lnTo>
                    <a:pt x="3688209" y="3006821"/>
                  </a:lnTo>
                  <a:lnTo>
                    <a:pt x="3642685" y="2968101"/>
                  </a:lnTo>
                  <a:lnTo>
                    <a:pt x="3597444" y="2926644"/>
                  </a:lnTo>
                  <a:lnTo>
                    <a:pt x="3552294" y="2882674"/>
                  </a:lnTo>
                  <a:lnTo>
                    <a:pt x="3507120" y="2836518"/>
                  </a:lnTo>
                  <a:lnTo>
                    <a:pt x="3461867" y="2788596"/>
                  </a:lnTo>
                  <a:lnTo>
                    <a:pt x="3416529" y="2739409"/>
                  </a:lnTo>
                  <a:lnTo>
                    <a:pt x="3371134" y="2689520"/>
                  </a:lnTo>
                  <a:lnTo>
                    <a:pt x="3325731" y="2639525"/>
                  </a:lnTo>
                  <a:lnTo>
                    <a:pt x="3280369" y="2590026"/>
                  </a:lnTo>
                  <a:lnTo>
                    <a:pt x="3235085" y="2541600"/>
                  </a:lnTo>
                  <a:lnTo>
                    <a:pt x="3189886" y="2494772"/>
                  </a:lnTo>
                  <a:lnTo>
                    <a:pt x="3144738" y="2449993"/>
                  </a:lnTo>
                  <a:lnTo>
                    <a:pt x="3099546" y="2407624"/>
                  </a:lnTo>
                  <a:lnTo>
                    <a:pt x="3054148" y="2367924"/>
                  </a:lnTo>
                  <a:lnTo>
                    <a:pt x="3008298" y="2331055"/>
                  </a:lnTo>
                  <a:lnTo>
                    <a:pt x="2961650" y="2297084"/>
                  </a:lnTo>
                  <a:lnTo>
                    <a:pt x="2913742" y="2265988"/>
                  </a:lnTo>
                  <a:lnTo>
                    <a:pt x="2896531" y="2255747"/>
                  </a:lnTo>
                  <a:lnTo>
                    <a:pt x="2849249" y="2230086"/>
                  </a:lnTo>
                  <a:lnTo>
                    <a:pt x="2799479" y="2206856"/>
                  </a:lnTo>
                  <a:lnTo>
                    <a:pt x="2746472" y="2185949"/>
                  </a:lnTo>
                  <a:lnTo>
                    <a:pt x="2689406" y="2167172"/>
                  </a:lnTo>
                  <a:lnTo>
                    <a:pt x="2627443" y="2150303"/>
                  </a:lnTo>
                  <a:lnTo>
                    <a:pt x="2559781" y="2135122"/>
                  </a:lnTo>
                  <a:lnTo>
                    <a:pt x="2485733" y="2121428"/>
                  </a:lnTo>
                  <a:lnTo>
                    <a:pt x="2404828" y="2109055"/>
                  </a:lnTo>
                  <a:lnTo>
                    <a:pt x="2316946" y="2097872"/>
                  </a:lnTo>
                  <a:lnTo>
                    <a:pt x="2222490" y="2087789"/>
                  </a:lnTo>
                  <a:lnTo>
                    <a:pt x="2122574" y="2078757"/>
                  </a:lnTo>
                  <a:lnTo>
                    <a:pt x="2019187" y="2070761"/>
                  </a:lnTo>
                  <a:lnTo>
                    <a:pt x="1915271" y="2063814"/>
                  </a:lnTo>
                  <a:lnTo>
                    <a:pt x="1814623" y="2057940"/>
                  </a:lnTo>
                  <a:lnTo>
                    <a:pt x="1721562" y="2053154"/>
                  </a:lnTo>
                  <a:lnTo>
                    <a:pt x="1640342" y="2049445"/>
                  </a:lnTo>
                  <a:lnTo>
                    <a:pt x="1574411" y="2046752"/>
                  </a:lnTo>
                  <a:lnTo>
                    <a:pt x="1525697" y="2044963"/>
                  </a:lnTo>
                  <a:lnTo>
                    <a:pt x="1494140" y="2043916"/>
                  </a:lnTo>
                  <a:lnTo>
                    <a:pt x="1477569" y="2043418"/>
                  </a:lnTo>
                  <a:lnTo>
                    <a:pt x="1471893" y="2043262"/>
                  </a:lnTo>
                  <a:lnTo>
                    <a:pt x="1471387" y="2043249"/>
                  </a:lnTo>
                  <a:lnTo>
                    <a:pt x="0" y="204324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00" name="pg1700"/>
            <p:cNvSpPr/>
            <p:nvPr/>
          </p:nvSpPr>
          <p:spPr>
            <a:xfrm>
              <a:off x="4799595" y="8199931"/>
              <a:ext cx="11981298" cy="1585561"/>
            </a:xfrm>
            <a:custGeom>
              <a:avLst/>
              <a:pathLst>
                <a:path w="11981298" h="1585561">
                  <a:moveTo>
                    <a:pt x="0" y="1585561"/>
                  </a:moveTo>
                  <a:lnTo>
                    <a:pt x="1471387" y="1585561"/>
                  </a:lnTo>
                  <a:lnTo>
                    <a:pt x="1472595" y="1585523"/>
                  </a:lnTo>
                  <a:lnTo>
                    <a:pt x="1480524" y="1585247"/>
                  </a:lnTo>
                  <a:lnTo>
                    <a:pt x="1500474" y="1584487"/>
                  </a:lnTo>
                  <a:lnTo>
                    <a:pt x="1536054" y="1582990"/>
                  </a:lnTo>
                  <a:lnTo>
                    <a:pt x="1588903" y="1580527"/>
                  </a:lnTo>
                  <a:lnTo>
                    <a:pt x="1658575" y="1576912"/>
                  </a:lnTo>
                  <a:lnTo>
                    <a:pt x="1742739" y="1572023"/>
                  </a:lnTo>
                  <a:lnTo>
                    <a:pt x="1837717" y="1565802"/>
                  </a:lnTo>
                  <a:lnTo>
                    <a:pt x="1939211" y="1558244"/>
                  </a:lnTo>
                  <a:lnTo>
                    <a:pt x="2043017" y="1549373"/>
                  </a:lnTo>
                  <a:lnTo>
                    <a:pt x="2145544" y="1539218"/>
                  </a:lnTo>
                  <a:lnTo>
                    <a:pt x="2244091" y="1527788"/>
                  </a:lnTo>
                  <a:lnTo>
                    <a:pt x="2336892" y="1515056"/>
                  </a:lnTo>
                  <a:lnTo>
                    <a:pt x="2423014" y="1500950"/>
                  </a:lnTo>
                  <a:lnTo>
                    <a:pt x="2502186" y="1485349"/>
                  </a:lnTo>
                  <a:lnTo>
                    <a:pt x="2574615" y="1468084"/>
                  </a:lnTo>
                  <a:lnTo>
                    <a:pt x="2640826" y="1448939"/>
                  </a:lnTo>
                  <a:lnTo>
                    <a:pt x="2701532" y="1427664"/>
                  </a:lnTo>
                  <a:lnTo>
                    <a:pt x="2757538" y="1403985"/>
                  </a:lnTo>
                  <a:lnTo>
                    <a:pt x="2809678" y="1377632"/>
                  </a:lnTo>
                  <a:lnTo>
                    <a:pt x="2858755" y="1348385"/>
                  </a:lnTo>
                  <a:lnTo>
                    <a:pt x="2896531" y="1322663"/>
                  </a:lnTo>
                  <a:lnTo>
                    <a:pt x="2942515" y="1287458"/>
                  </a:lnTo>
                  <a:lnTo>
                    <a:pt x="2987165" y="1249091"/>
                  </a:lnTo>
                  <a:lnTo>
                    <a:pt x="3030925" y="1207504"/>
                  </a:lnTo>
                  <a:lnTo>
                    <a:pt x="3074134" y="1162722"/>
                  </a:lnTo>
                  <a:lnTo>
                    <a:pt x="3117045" y="1114860"/>
                  </a:lnTo>
                  <a:lnTo>
                    <a:pt x="3159836" y="1064130"/>
                  </a:lnTo>
                  <a:lnTo>
                    <a:pt x="3202623" y="1010845"/>
                  </a:lnTo>
                  <a:lnTo>
                    <a:pt x="3245470" y="955414"/>
                  </a:lnTo>
                  <a:lnTo>
                    <a:pt x="3288395" y="898335"/>
                  </a:lnTo>
                  <a:lnTo>
                    <a:pt x="3331386" y="840174"/>
                  </a:lnTo>
                  <a:lnTo>
                    <a:pt x="3374409" y="781544"/>
                  </a:lnTo>
                  <a:lnTo>
                    <a:pt x="3417420" y="723080"/>
                  </a:lnTo>
                  <a:lnTo>
                    <a:pt x="3460380" y="665410"/>
                  </a:lnTo>
                  <a:lnTo>
                    <a:pt x="3503263" y="609125"/>
                  </a:lnTo>
                  <a:lnTo>
                    <a:pt x="3546074" y="554759"/>
                  </a:lnTo>
                  <a:lnTo>
                    <a:pt x="3588852" y="502763"/>
                  </a:lnTo>
                  <a:lnTo>
                    <a:pt x="3631688" y="453498"/>
                  </a:lnTo>
                  <a:lnTo>
                    <a:pt x="3674728" y="407225"/>
                  </a:lnTo>
                  <a:lnTo>
                    <a:pt x="3718188" y="364104"/>
                  </a:lnTo>
                  <a:lnTo>
                    <a:pt x="3762365" y="324202"/>
                  </a:lnTo>
                  <a:lnTo>
                    <a:pt x="3807648" y="287498"/>
                  </a:lnTo>
                  <a:lnTo>
                    <a:pt x="3829811" y="271071"/>
                  </a:lnTo>
                  <a:lnTo>
                    <a:pt x="3876955" y="239410"/>
                  </a:lnTo>
                  <a:lnTo>
                    <a:pt x="3926569" y="210740"/>
                  </a:lnTo>
                  <a:lnTo>
                    <a:pt x="3979399" y="184929"/>
                  </a:lnTo>
                  <a:lnTo>
                    <a:pt x="4036256" y="161740"/>
                  </a:lnTo>
                  <a:lnTo>
                    <a:pt x="4097974" y="140901"/>
                  </a:lnTo>
                  <a:lnTo>
                    <a:pt x="4165346" y="122142"/>
                  </a:lnTo>
                  <a:lnTo>
                    <a:pt x="4239058" y="105217"/>
                  </a:lnTo>
                  <a:lnTo>
                    <a:pt x="4319581" y="89920"/>
                  </a:lnTo>
                  <a:lnTo>
                    <a:pt x="4407045" y="76090"/>
                  </a:lnTo>
                  <a:lnTo>
                    <a:pt x="4501064" y="63616"/>
                  </a:lnTo>
                  <a:lnTo>
                    <a:pt x="4600554" y="52435"/>
                  </a:lnTo>
                  <a:lnTo>
                    <a:pt x="4703573" y="42529"/>
                  </a:lnTo>
                  <a:lnTo>
                    <a:pt x="4807234" y="33912"/>
                  </a:lnTo>
                  <a:lnTo>
                    <a:pt x="4907799" y="26613"/>
                  </a:lnTo>
                  <a:lnTo>
                    <a:pt x="5000996" y="20653"/>
                  </a:lnTo>
                  <a:lnTo>
                    <a:pt x="5082590" y="16020"/>
                  </a:lnTo>
                  <a:lnTo>
                    <a:pt x="5149111" y="12641"/>
                  </a:lnTo>
                  <a:lnTo>
                    <a:pt x="5198562" y="10383"/>
                  </a:lnTo>
                  <a:lnTo>
                    <a:pt x="5230899" y="9048"/>
                  </a:lnTo>
                  <a:lnTo>
                    <a:pt x="5248165" y="8402"/>
                  </a:lnTo>
                  <a:lnTo>
                    <a:pt x="5254318" y="8193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555" y="8208"/>
                  </a:lnTo>
                  <a:lnTo>
                    <a:pt x="6735516" y="8460"/>
                  </a:lnTo>
                  <a:lnTo>
                    <a:pt x="6755544" y="9156"/>
                  </a:lnTo>
                  <a:lnTo>
                    <a:pt x="6791255" y="10527"/>
                  </a:lnTo>
                  <a:lnTo>
                    <a:pt x="6844287" y="12783"/>
                  </a:lnTo>
                  <a:lnTo>
                    <a:pt x="6914177" y="16092"/>
                  </a:lnTo>
                  <a:lnTo>
                    <a:pt x="6998574" y="20568"/>
                  </a:lnTo>
                  <a:lnTo>
                    <a:pt x="7093773" y="26261"/>
                  </a:lnTo>
                  <a:lnTo>
                    <a:pt x="7195460" y="33178"/>
                  </a:lnTo>
                  <a:lnTo>
                    <a:pt x="7299414" y="41294"/>
                  </a:lnTo>
                  <a:lnTo>
                    <a:pt x="7402043" y="50584"/>
                  </a:lnTo>
                  <a:lnTo>
                    <a:pt x="7500646" y="61041"/>
                  </a:lnTo>
                  <a:lnTo>
                    <a:pt x="7593465" y="72689"/>
                  </a:lnTo>
                  <a:lnTo>
                    <a:pt x="7679577" y="85594"/>
                  </a:lnTo>
                  <a:lnTo>
                    <a:pt x="7758719" y="99870"/>
                  </a:lnTo>
                  <a:lnTo>
                    <a:pt x="7831109" y="115671"/>
                  </a:lnTo>
                  <a:lnTo>
                    <a:pt x="7897277" y="133196"/>
                  </a:lnTo>
                  <a:lnTo>
                    <a:pt x="7957943" y="152674"/>
                  </a:lnTo>
                  <a:lnTo>
                    <a:pt x="8013917" y="174358"/>
                  </a:lnTo>
                  <a:lnTo>
                    <a:pt x="8066036" y="198492"/>
                  </a:lnTo>
                  <a:lnTo>
                    <a:pt x="8115105" y="225278"/>
                  </a:lnTo>
                  <a:lnTo>
                    <a:pt x="8151487" y="247914"/>
                  </a:lnTo>
                  <a:lnTo>
                    <a:pt x="8198603" y="280859"/>
                  </a:lnTo>
                  <a:lnTo>
                    <a:pt x="8244330" y="316835"/>
                  </a:lnTo>
                  <a:lnTo>
                    <a:pt x="8289142" y="355897"/>
                  </a:lnTo>
                  <a:lnTo>
                    <a:pt x="8333398" y="398015"/>
                  </a:lnTo>
                  <a:lnTo>
                    <a:pt x="8377363" y="443068"/>
                  </a:lnTo>
                  <a:lnTo>
                    <a:pt x="8421219" y="490836"/>
                  </a:lnTo>
                  <a:lnTo>
                    <a:pt x="8465085" y="540998"/>
                  </a:lnTo>
                  <a:lnTo>
                    <a:pt x="8509019" y="593138"/>
                  </a:lnTo>
                  <a:lnTo>
                    <a:pt x="8553036" y="646754"/>
                  </a:lnTo>
                  <a:lnTo>
                    <a:pt x="8597115" y="701277"/>
                  </a:lnTo>
                  <a:lnTo>
                    <a:pt x="8641216" y="756097"/>
                  </a:lnTo>
                  <a:lnTo>
                    <a:pt x="8685293" y="810590"/>
                  </a:lnTo>
                  <a:lnTo>
                    <a:pt x="8729306" y="864149"/>
                  </a:lnTo>
                  <a:lnTo>
                    <a:pt x="8773236" y="916206"/>
                  </a:lnTo>
                  <a:lnTo>
                    <a:pt x="8817100" y="966264"/>
                  </a:lnTo>
                  <a:lnTo>
                    <a:pt x="8860959" y="1013911"/>
                  </a:lnTo>
                  <a:lnTo>
                    <a:pt x="8904932" y="1058830"/>
                  </a:lnTo>
                  <a:lnTo>
                    <a:pt x="8949208" y="1100805"/>
                  </a:lnTo>
                  <a:lnTo>
                    <a:pt x="8994054" y="1139722"/>
                  </a:lnTo>
                  <a:lnTo>
                    <a:pt x="9039835" y="1175554"/>
                  </a:lnTo>
                  <a:lnTo>
                    <a:pt x="9084767" y="1206879"/>
                  </a:lnTo>
                  <a:lnTo>
                    <a:pt x="9131977" y="1235789"/>
                  </a:lnTo>
                  <a:lnTo>
                    <a:pt x="9181667" y="1261964"/>
                  </a:lnTo>
                  <a:lnTo>
                    <a:pt x="9234582" y="1285526"/>
                  </a:lnTo>
                  <a:lnTo>
                    <a:pt x="9291541" y="1306691"/>
                  </a:lnTo>
                  <a:lnTo>
                    <a:pt x="9353377" y="1325708"/>
                  </a:lnTo>
                  <a:lnTo>
                    <a:pt x="9420890" y="1342825"/>
                  </a:lnTo>
                  <a:lnTo>
                    <a:pt x="9494764" y="1358266"/>
                  </a:lnTo>
                  <a:lnTo>
                    <a:pt x="9575472" y="1372221"/>
                  </a:lnTo>
                  <a:lnTo>
                    <a:pt x="9663138" y="1384835"/>
                  </a:lnTo>
                  <a:lnTo>
                    <a:pt x="9757368" y="1396211"/>
                  </a:lnTo>
                  <a:lnTo>
                    <a:pt x="9857065" y="1406404"/>
                  </a:lnTo>
                  <a:lnTo>
                    <a:pt x="9960262" y="1415431"/>
                  </a:lnTo>
                  <a:lnTo>
                    <a:pt x="10064047" y="1423279"/>
                  </a:lnTo>
                  <a:lnTo>
                    <a:pt x="10164654" y="1429922"/>
                  </a:lnTo>
                  <a:lnTo>
                    <a:pt x="10257786" y="1435339"/>
                  </a:lnTo>
                  <a:lnTo>
                    <a:pt x="10339200" y="1439545"/>
                  </a:lnTo>
                  <a:lnTo>
                    <a:pt x="10405436" y="1442605"/>
                  </a:lnTo>
                  <a:lnTo>
                    <a:pt x="10454531" y="1444645"/>
                  </a:lnTo>
                  <a:lnTo>
                    <a:pt x="10486491" y="1445844"/>
                  </a:lnTo>
                  <a:lnTo>
                    <a:pt x="10503420" y="1446420"/>
                  </a:lnTo>
                  <a:lnTo>
                    <a:pt x="10509340" y="1446604"/>
                  </a:lnTo>
                  <a:lnTo>
                    <a:pt x="10509911" y="1446620"/>
                  </a:lnTo>
                  <a:lnTo>
                    <a:pt x="11981298" y="1446620"/>
                  </a:lnTo>
                  <a:lnTo>
                    <a:pt x="11981298" y="1438447"/>
                  </a:lnTo>
                  <a:lnTo>
                    <a:pt x="10509911" y="1438447"/>
                  </a:lnTo>
                  <a:lnTo>
                    <a:pt x="10508698" y="1438412"/>
                  </a:lnTo>
                  <a:lnTo>
                    <a:pt x="10500737" y="1438160"/>
                  </a:lnTo>
                  <a:lnTo>
                    <a:pt x="10480709" y="1437463"/>
                  </a:lnTo>
                  <a:lnTo>
                    <a:pt x="10444998" y="1436093"/>
                  </a:lnTo>
                  <a:lnTo>
                    <a:pt x="10391967" y="1433837"/>
                  </a:lnTo>
                  <a:lnTo>
                    <a:pt x="10322076" y="1430528"/>
                  </a:lnTo>
                  <a:lnTo>
                    <a:pt x="10237680" y="1426052"/>
                  </a:lnTo>
                  <a:lnTo>
                    <a:pt x="10142480" y="1420358"/>
                  </a:lnTo>
                  <a:lnTo>
                    <a:pt x="10040794" y="1413442"/>
                  </a:lnTo>
                  <a:lnTo>
                    <a:pt x="9936839" y="1405326"/>
                  </a:lnTo>
                  <a:lnTo>
                    <a:pt x="9834210" y="1396036"/>
                  </a:lnTo>
                  <a:lnTo>
                    <a:pt x="9735607" y="1385579"/>
                  </a:lnTo>
                  <a:lnTo>
                    <a:pt x="9642788" y="1373931"/>
                  </a:lnTo>
                  <a:lnTo>
                    <a:pt x="9556677" y="1361025"/>
                  </a:lnTo>
                  <a:lnTo>
                    <a:pt x="9477534" y="1346750"/>
                  </a:lnTo>
                  <a:lnTo>
                    <a:pt x="9405144" y="1330949"/>
                  </a:lnTo>
                  <a:lnTo>
                    <a:pt x="9338976" y="1313424"/>
                  </a:lnTo>
                  <a:lnTo>
                    <a:pt x="9278311" y="1293945"/>
                  </a:lnTo>
                  <a:lnTo>
                    <a:pt x="9222336" y="1272262"/>
                  </a:lnTo>
                  <a:lnTo>
                    <a:pt x="9170217" y="1248128"/>
                  </a:lnTo>
                  <a:lnTo>
                    <a:pt x="9121148" y="1221342"/>
                  </a:lnTo>
                  <a:lnTo>
                    <a:pt x="9084767" y="1198706"/>
                  </a:lnTo>
                  <a:lnTo>
                    <a:pt x="9037650" y="1165761"/>
                  </a:lnTo>
                  <a:lnTo>
                    <a:pt x="8991923" y="1129784"/>
                  </a:lnTo>
                  <a:lnTo>
                    <a:pt x="8947111" y="1090723"/>
                  </a:lnTo>
                  <a:lnTo>
                    <a:pt x="8902855" y="1048605"/>
                  </a:lnTo>
                  <a:lnTo>
                    <a:pt x="8858891" y="1003552"/>
                  </a:lnTo>
                  <a:lnTo>
                    <a:pt x="8815034" y="955784"/>
                  </a:lnTo>
                  <a:lnTo>
                    <a:pt x="8771168" y="905621"/>
                  </a:lnTo>
                  <a:lnTo>
                    <a:pt x="8727234" y="853481"/>
                  </a:lnTo>
                  <a:lnTo>
                    <a:pt x="8683217" y="799866"/>
                  </a:lnTo>
                  <a:lnTo>
                    <a:pt x="8639138" y="745343"/>
                  </a:lnTo>
                  <a:lnTo>
                    <a:pt x="8595037" y="690523"/>
                  </a:lnTo>
                  <a:lnTo>
                    <a:pt x="8550960" y="636029"/>
                  </a:lnTo>
                  <a:lnTo>
                    <a:pt x="8506947" y="582471"/>
                  </a:lnTo>
                  <a:lnTo>
                    <a:pt x="8463017" y="530414"/>
                  </a:lnTo>
                  <a:lnTo>
                    <a:pt x="8419153" y="480356"/>
                  </a:lnTo>
                  <a:lnTo>
                    <a:pt x="8375295" y="432709"/>
                  </a:lnTo>
                  <a:lnTo>
                    <a:pt x="8331321" y="387790"/>
                  </a:lnTo>
                  <a:lnTo>
                    <a:pt x="8287046" y="345814"/>
                  </a:lnTo>
                  <a:lnTo>
                    <a:pt x="8242199" y="306898"/>
                  </a:lnTo>
                  <a:lnTo>
                    <a:pt x="8196418" y="271066"/>
                  </a:lnTo>
                  <a:lnTo>
                    <a:pt x="8151487" y="239741"/>
                  </a:lnTo>
                  <a:lnTo>
                    <a:pt x="8104276" y="210831"/>
                  </a:lnTo>
                  <a:lnTo>
                    <a:pt x="8054586" y="184655"/>
                  </a:lnTo>
                  <a:lnTo>
                    <a:pt x="8001671" y="161093"/>
                  </a:lnTo>
                  <a:lnTo>
                    <a:pt x="7944713" y="139929"/>
                  </a:lnTo>
                  <a:lnTo>
                    <a:pt x="7882876" y="120912"/>
                  </a:lnTo>
                  <a:lnTo>
                    <a:pt x="7815364" y="103795"/>
                  </a:lnTo>
                  <a:lnTo>
                    <a:pt x="7741490" y="88353"/>
                  </a:lnTo>
                  <a:lnTo>
                    <a:pt x="7660781" y="74399"/>
                  </a:lnTo>
                  <a:lnTo>
                    <a:pt x="7573115" y="61784"/>
                  </a:lnTo>
                  <a:lnTo>
                    <a:pt x="7478885" y="50409"/>
                  </a:lnTo>
                  <a:lnTo>
                    <a:pt x="7379188" y="40216"/>
                  </a:lnTo>
                  <a:lnTo>
                    <a:pt x="7275991" y="31189"/>
                  </a:lnTo>
                  <a:lnTo>
                    <a:pt x="7172206" y="23340"/>
                  </a:lnTo>
                  <a:lnTo>
                    <a:pt x="7071600" y="16698"/>
                  </a:lnTo>
                  <a:lnTo>
                    <a:pt x="6978467" y="11281"/>
                  </a:lnTo>
                  <a:lnTo>
                    <a:pt x="6897053" y="7075"/>
                  </a:lnTo>
                  <a:lnTo>
                    <a:pt x="6830817" y="4015"/>
                  </a:lnTo>
                  <a:lnTo>
                    <a:pt x="6781722" y="1975"/>
                  </a:lnTo>
                  <a:lnTo>
                    <a:pt x="6749762" y="776"/>
                  </a:lnTo>
                  <a:lnTo>
                    <a:pt x="6732834" y="200"/>
                  </a:lnTo>
                  <a:lnTo>
                    <a:pt x="6726914" y="16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747" y="38"/>
                  </a:lnTo>
                  <a:lnTo>
                    <a:pt x="5245818" y="313"/>
                  </a:lnTo>
                  <a:lnTo>
                    <a:pt x="5225868" y="1074"/>
                  </a:lnTo>
                  <a:lnTo>
                    <a:pt x="5190288" y="2571"/>
                  </a:lnTo>
                  <a:lnTo>
                    <a:pt x="5137439" y="5034"/>
                  </a:lnTo>
                  <a:lnTo>
                    <a:pt x="5067767" y="8649"/>
                  </a:lnTo>
                  <a:lnTo>
                    <a:pt x="4983603" y="13538"/>
                  </a:lnTo>
                  <a:lnTo>
                    <a:pt x="4888625" y="19759"/>
                  </a:lnTo>
                  <a:lnTo>
                    <a:pt x="4787131" y="27317"/>
                  </a:lnTo>
                  <a:lnTo>
                    <a:pt x="4683325" y="36188"/>
                  </a:lnTo>
                  <a:lnTo>
                    <a:pt x="4580798" y="46343"/>
                  </a:lnTo>
                  <a:lnTo>
                    <a:pt x="4482251" y="57773"/>
                  </a:lnTo>
                  <a:lnTo>
                    <a:pt x="4389450" y="70505"/>
                  </a:lnTo>
                  <a:lnTo>
                    <a:pt x="4303328" y="84611"/>
                  </a:lnTo>
                  <a:lnTo>
                    <a:pt x="4224156" y="100211"/>
                  </a:lnTo>
                  <a:lnTo>
                    <a:pt x="4151727" y="117477"/>
                  </a:lnTo>
                  <a:lnTo>
                    <a:pt x="4085516" y="136621"/>
                  </a:lnTo>
                  <a:lnTo>
                    <a:pt x="4024811" y="157897"/>
                  </a:lnTo>
                  <a:lnTo>
                    <a:pt x="3968804" y="181576"/>
                  </a:lnTo>
                  <a:lnTo>
                    <a:pt x="3916664" y="207929"/>
                  </a:lnTo>
                  <a:lnTo>
                    <a:pt x="3867587" y="237176"/>
                  </a:lnTo>
                  <a:lnTo>
                    <a:pt x="3829811" y="262898"/>
                  </a:lnTo>
                  <a:lnTo>
                    <a:pt x="3783827" y="298103"/>
                  </a:lnTo>
                  <a:lnTo>
                    <a:pt x="3739177" y="336470"/>
                  </a:lnTo>
                  <a:lnTo>
                    <a:pt x="3695417" y="378057"/>
                  </a:lnTo>
                  <a:lnTo>
                    <a:pt x="3652208" y="422838"/>
                  </a:lnTo>
                  <a:lnTo>
                    <a:pt x="3609297" y="470701"/>
                  </a:lnTo>
                  <a:lnTo>
                    <a:pt x="3566506" y="521431"/>
                  </a:lnTo>
                  <a:lnTo>
                    <a:pt x="3523719" y="574716"/>
                  </a:lnTo>
                  <a:lnTo>
                    <a:pt x="3480872" y="630146"/>
                  </a:lnTo>
                  <a:lnTo>
                    <a:pt x="3437947" y="687225"/>
                  </a:lnTo>
                  <a:lnTo>
                    <a:pt x="3394956" y="745387"/>
                  </a:lnTo>
                  <a:lnTo>
                    <a:pt x="3351934" y="804017"/>
                  </a:lnTo>
                  <a:lnTo>
                    <a:pt x="3308922" y="862481"/>
                  </a:lnTo>
                  <a:lnTo>
                    <a:pt x="3265962" y="920151"/>
                  </a:lnTo>
                  <a:lnTo>
                    <a:pt x="3223079" y="976435"/>
                  </a:lnTo>
                  <a:lnTo>
                    <a:pt x="3180268" y="1030802"/>
                  </a:lnTo>
                  <a:lnTo>
                    <a:pt x="3137490" y="1082797"/>
                  </a:lnTo>
                  <a:lnTo>
                    <a:pt x="3094654" y="1132062"/>
                  </a:lnTo>
                  <a:lnTo>
                    <a:pt x="3051614" y="1178336"/>
                  </a:lnTo>
                  <a:lnTo>
                    <a:pt x="3008154" y="1221457"/>
                  </a:lnTo>
                  <a:lnTo>
                    <a:pt x="2963977" y="1261359"/>
                  </a:lnTo>
                  <a:lnTo>
                    <a:pt x="2918694" y="1298063"/>
                  </a:lnTo>
                  <a:lnTo>
                    <a:pt x="2896531" y="1314490"/>
                  </a:lnTo>
                  <a:lnTo>
                    <a:pt x="2849388" y="1346151"/>
                  </a:lnTo>
                  <a:lnTo>
                    <a:pt x="2799773" y="1374821"/>
                  </a:lnTo>
                  <a:lnTo>
                    <a:pt x="2746943" y="1400632"/>
                  </a:lnTo>
                  <a:lnTo>
                    <a:pt x="2690086" y="1423821"/>
                  </a:lnTo>
                  <a:lnTo>
                    <a:pt x="2628368" y="1444659"/>
                  </a:lnTo>
                  <a:lnTo>
                    <a:pt x="2560996" y="1463419"/>
                  </a:lnTo>
                  <a:lnTo>
                    <a:pt x="2487284" y="1480344"/>
                  </a:lnTo>
                  <a:lnTo>
                    <a:pt x="2406761" y="1495641"/>
                  </a:lnTo>
                  <a:lnTo>
                    <a:pt x="2319297" y="1509471"/>
                  </a:lnTo>
                  <a:lnTo>
                    <a:pt x="2225279" y="1521945"/>
                  </a:lnTo>
                  <a:lnTo>
                    <a:pt x="2125788" y="1533126"/>
                  </a:lnTo>
                  <a:lnTo>
                    <a:pt x="2022769" y="1543032"/>
                  </a:lnTo>
                  <a:lnTo>
                    <a:pt x="1919108" y="1551649"/>
                  </a:lnTo>
                  <a:lnTo>
                    <a:pt x="1818543" y="1558948"/>
                  </a:lnTo>
                  <a:lnTo>
                    <a:pt x="1725346" y="1564907"/>
                  </a:lnTo>
                  <a:lnTo>
                    <a:pt x="1643752" y="1569541"/>
                  </a:lnTo>
                  <a:lnTo>
                    <a:pt x="1577231" y="1572920"/>
                  </a:lnTo>
                  <a:lnTo>
                    <a:pt x="1527780" y="1575178"/>
                  </a:lnTo>
                  <a:lnTo>
                    <a:pt x="1495443" y="1576512"/>
                  </a:lnTo>
                  <a:lnTo>
                    <a:pt x="1478177" y="1577158"/>
                  </a:lnTo>
                  <a:lnTo>
                    <a:pt x="1472024" y="1577368"/>
                  </a:lnTo>
                  <a:lnTo>
                    <a:pt x="1471387" y="1577388"/>
                  </a:lnTo>
                  <a:lnTo>
                    <a:pt x="0" y="1577388"/>
                  </a:lnTo>
                  <a:close/>
                </a:path>
              </a:pathLst>
            </a:custGeom>
            <a:solidFill>
              <a:srgbClr val="D9B26F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701" name="pl1701"/>
            <p:cNvSpPr/>
            <p:nvPr/>
          </p:nvSpPr>
          <p:spPr>
            <a:xfrm>
              <a:off x="4799595" y="8208104"/>
              <a:ext cx="11981298" cy="1577388"/>
            </a:xfrm>
            <a:custGeom>
              <a:avLst/>
              <a:pathLst>
                <a:path w="11981298" h="1577388">
                  <a:moveTo>
                    <a:pt x="0" y="1577388"/>
                  </a:moveTo>
                  <a:lnTo>
                    <a:pt x="1471387" y="1577388"/>
                  </a:lnTo>
                  <a:lnTo>
                    <a:pt x="1472595" y="1577350"/>
                  </a:lnTo>
                  <a:lnTo>
                    <a:pt x="1480524" y="1577074"/>
                  </a:lnTo>
                  <a:lnTo>
                    <a:pt x="1500474" y="1576314"/>
                  </a:lnTo>
                  <a:lnTo>
                    <a:pt x="1536054" y="1574817"/>
                  </a:lnTo>
                  <a:lnTo>
                    <a:pt x="1588903" y="1572354"/>
                  </a:lnTo>
                  <a:lnTo>
                    <a:pt x="1658575" y="1568739"/>
                  </a:lnTo>
                  <a:lnTo>
                    <a:pt x="1742739" y="1563850"/>
                  </a:lnTo>
                  <a:lnTo>
                    <a:pt x="1837717" y="1557629"/>
                  </a:lnTo>
                  <a:lnTo>
                    <a:pt x="1939211" y="1550071"/>
                  </a:lnTo>
                  <a:lnTo>
                    <a:pt x="2043017" y="1541200"/>
                  </a:lnTo>
                  <a:lnTo>
                    <a:pt x="2145544" y="1531045"/>
                  </a:lnTo>
                  <a:lnTo>
                    <a:pt x="2244091" y="1519615"/>
                  </a:lnTo>
                  <a:lnTo>
                    <a:pt x="2336892" y="1506883"/>
                  </a:lnTo>
                  <a:lnTo>
                    <a:pt x="2423014" y="1492777"/>
                  </a:lnTo>
                  <a:lnTo>
                    <a:pt x="2502186" y="1477176"/>
                  </a:lnTo>
                  <a:lnTo>
                    <a:pt x="2574615" y="1459911"/>
                  </a:lnTo>
                  <a:lnTo>
                    <a:pt x="2640826" y="1440766"/>
                  </a:lnTo>
                  <a:lnTo>
                    <a:pt x="2701532" y="1419491"/>
                  </a:lnTo>
                  <a:lnTo>
                    <a:pt x="2757538" y="1395812"/>
                  </a:lnTo>
                  <a:lnTo>
                    <a:pt x="2809678" y="1369459"/>
                  </a:lnTo>
                  <a:lnTo>
                    <a:pt x="2858755" y="1340212"/>
                  </a:lnTo>
                  <a:lnTo>
                    <a:pt x="2896531" y="1314490"/>
                  </a:lnTo>
                  <a:lnTo>
                    <a:pt x="2942515" y="1279285"/>
                  </a:lnTo>
                  <a:lnTo>
                    <a:pt x="2987165" y="1240918"/>
                  </a:lnTo>
                  <a:lnTo>
                    <a:pt x="3030925" y="1199331"/>
                  </a:lnTo>
                  <a:lnTo>
                    <a:pt x="3074134" y="1154549"/>
                  </a:lnTo>
                  <a:lnTo>
                    <a:pt x="3117045" y="1106687"/>
                  </a:lnTo>
                  <a:lnTo>
                    <a:pt x="3159836" y="1055957"/>
                  </a:lnTo>
                  <a:lnTo>
                    <a:pt x="3202623" y="1002672"/>
                  </a:lnTo>
                  <a:lnTo>
                    <a:pt x="3245470" y="947241"/>
                  </a:lnTo>
                  <a:lnTo>
                    <a:pt x="3288395" y="890162"/>
                  </a:lnTo>
                  <a:lnTo>
                    <a:pt x="3331386" y="832001"/>
                  </a:lnTo>
                  <a:lnTo>
                    <a:pt x="3374409" y="773371"/>
                  </a:lnTo>
                  <a:lnTo>
                    <a:pt x="3417420" y="714907"/>
                  </a:lnTo>
                  <a:lnTo>
                    <a:pt x="3460380" y="657237"/>
                  </a:lnTo>
                  <a:lnTo>
                    <a:pt x="3503263" y="600952"/>
                  </a:lnTo>
                  <a:lnTo>
                    <a:pt x="3546074" y="546586"/>
                  </a:lnTo>
                  <a:lnTo>
                    <a:pt x="3588852" y="494590"/>
                  </a:lnTo>
                  <a:lnTo>
                    <a:pt x="3631688" y="445325"/>
                  </a:lnTo>
                  <a:lnTo>
                    <a:pt x="3674728" y="399052"/>
                  </a:lnTo>
                  <a:lnTo>
                    <a:pt x="3718188" y="355931"/>
                  </a:lnTo>
                  <a:lnTo>
                    <a:pt x="3762365" y="316029"/>
                  </a:lnTo>
                  <a:lnTo>
                    <a:pt x="3807648" y="279325"/>
                  </a:lnTo>
                  <a:lnTo>
                    <a:pt x="3829811" y="262898"/>
                  </a:lnTo>
                  <a:lnTo>
                    <a:pt x="3876955" y="231237"/>
                  </a:lnTo>
                  <a:lnTo>
                    <a:pt x="3926569" y="202567"/>
                  </a:lnTo>
                  <a:lnTo>
                    <a:pt x="3979399" y="176756"/>
                  </a:lnTo>
                  <a:lnTo>
                    <a:pt x="4036256" y="153567"/>
                  </a:lnTo>
                  <a:lnTo>
                    <a:pt x="4097974" y="132728"/>
                  </a:lnTo>
                  <a:lnTo>
                    <a:pt x="4165346" y="113969"/>
                  </a:lnTo>
                  <a:lnTo>
                    <a:pt x="4239058" y="97044"/>
                  </a:lnTo>
                  <a:lnTo>
                    <a:pt x="4319581" y="81747"/>
                  </a:lnTo>
                  <a:lnTo>
                    <a:pt x="4407045" y="67917"/>
                  </a:lnTo>
                  <a:lnTo>
                    <a:pt x="4501064" y="55443"/>
                  </a:lnTo>
                  <a:lnTo>
                    <a:pt x="4600554" y="44262"/>
                  </a:lnTo>
                  <a:lnTo>
                    <a:pt x="4703573" y="34356"/>
                  </a:lnTo>
                  <a:lnTo>
                    <a:pt x="4807234" y="25739"/>
                  </a:lnTo>
                  <a:lnTo>
                    <a:pt x="4907799" y="18440"/>
                  </a:lnTo>
                  <a:lnTo>
                    <a:pt x="5000996" y="12480"/>
                  </a:lnTo>
                  <a:lnTo>
                    <a:pt x="5082590" y="7847"/>
                  </a:lnTo>
                  <a:lnTo>
                    <a:pt x="5149111" y="4468"/>
                  </a:lnTo>
                  <a:lnTo>
                    <a:pt x="5198562" y="2210"/>
                  </a:lnTo>
                  <a:lnTo>
                    <a:pt x="5230899" y="875"/>
                  </a:lnTo>
                  <a:lnTo>
                    <a:pt x="5248165" y="229"/>
                  </a:lnTo>
                  <a:lnTo>
                    <a:pt x="5254318" y="20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555" y="35"/>
                  </a:lnTo>
                  <a:lnTo>
                    <a:pt x="6735516" y="287"/>
                  </a:lnTo>
                  <a:lnTo>
                    <a:pt x="6755544" y="983"/>
                  </a:lnTo>
                  <a:lnTo>
                    <a:pt x="6791255" y="2354"/>
                  </a:lnTo>
                  <a:lnTo>
                    <a:pt x="6844287" y="4610"/>
                  </a:lnTo>
                  <a:lnTo>
                    <a:pt x="6914177" y="7919"/>
                  </a:lnTo>
                  <a:lnTo>
                    <a:pt x="6998574" y="12395"/>
                  </a:lnTo>
                  <a:lnTo>
                    <a:pt x="7093773" y="18088"/>
                  </a:lnTo>
                  <a:lnTo>
                    <a:pt x="7195460" y="25005"/>
                  </a:lnTo>
                  <a:lnTo>
                    <a:pt x="7299414" y="33121"/>
                  </a:lnTo>
                  <a:lnTo>
                    <a:pt x="7402043" y="42411"/>
                  </a:lnTo>
                  <a:lnTo>
                    <a:pt x="7500646" y="52868"/>
                  </a:lnTo>
                  <a:lnTo>
                    <a:pt x="7593465" y="64516"/>
                  </a:lnTo>
                  <a:lnTo>
                    <a:pt x="7679577" y="77421"/>
                  </a:lnTo>
                  <a:lnTo>
                    <a:pt x="7758719" y="91697"/>
                  </a:lnTo>
                  <a:lnTo>
                    <a:pt x="7831109" y="107498"/>
                  </a:lnTo>
                  <a:lnTo>
                    <a:pt x="7897277" y="125023"/>
                  </a:lnTo>
                  <a:lnTo>
                    <a:pt x="7957943" y="144501"/>
                  </a:lnTo>
                  <a:lnTo>
                    <a:pt x="8013917" y="166185"/>
                  </a:lnTo>
                  <a:lnTo>
                    <a:pt x="8066036" y="190319"/>
                  </a:lnTo>
                  <a:lnTo>
                    <a:pt x="8115105" y="217105"/>
                  </a:lnTo>
                  <a:lnTo>
                    <a:pt x="8151487" y="239741"/>
                  </a:lnTo>
                  <a:lnTo>
                    <a:pt x="8198603" y="272686"/>
                  </a:lnTo>
                  <a:lnTo>
                    <a:pt x="8244330" y="308662"/>
                  </a:lnTo>
                  <a:lnTo>
                    <a:pt x="8289142" y="347724"/>
                  </a:lnTo>
                  <a:lnTo>
                    <a:pt x="8333398" y="389842"/>
                  </a:lnTo>
                  <a:lnTo>
                    <a:pt x="8377363" y="434895"/>
                  </a:lnTo>
                  <a:lnTo>
                    <a:pt x="8421219" y="482663"/>
                  </a:lnTo>
                  <a:lnTo>
                    <a:pt x="8465085" y="532825"/>
                  </a:lnTo>
                  <a:lnTo>
                    <a:pt x="8509019" y="584965"/>
                  </a:lnTo>
                  <a:lnTo>
                    <a:pt x="8553036" y="638581"/>
                  </a:lnTo>
                  <a:lnTo>
                    <a:pt x="8597115" y="693104"/>
                  </a:lnTo>
                  <a:lnTo>
                    <a:pt x="8641216" y="747924"/>
                  </a:lnTo>
                  <a:lnTo>
                    <a:pt x="8685293" y="802417"/>
                  </a:lnTo>
                  <a:lnTo>
                    <a:pt x="8729306" y="855976"/>
                  </a:lnTo>
                  <a:lnTo>
                    <a:pt x="8773236" y="908033"/>
                  </a:lnTo>
                  <a:lnTo>
                    <a:pt x="8817100" y="958091"/>
                  </a:lnTo>
                  <a:lnTo>
                    <a:pt x="8860959" y="1005738"/>
                  </a:lnTo>
                  <a:lnTo>
                    <a:pt x="8904932" y="1050657"/>
                  </a:lnTo>
                  <a:lnTo>
                    <a:pt x="8949208" y="1092632"/>
                  </a:lnTo>
                  <a:lnTo>
                    <a:pt x="8994054" y="1131549"/>
                  </a:lnTo>
                  <a:lnTo>
                    <a:pt x="9039835" y="1167381"/>
                  </a:lnTo>
                  <a:lnTo>
                    <a:pt x="9084767" y="1198706"/>
                  </a:lnTo>
                  <a:lnTo>
                    <a:pt x="9131977" y="1227616"/>
                  </a:lnTo>
                  <a:lnTo>
                    <a:pt x="9181667" y="1253791"/>
                  </a:lnTo>
                  <a:lnTo>
                    <a:pt x="9234582" y="1277353"/>
                  </a:lnTo>
                  <a:lnTo>
                    <a:pt x="9291541" y="1298518"/>
                  </a:lnTo>
                  <a:lnTo>
                    <a:pt x="9353377" y="1317535"/>
                  </a:lnTo>
                  <a:lnTo>
                    <a:pt x="9420890" y="1334652"/>
                  </a:lnTo>
                  <a:lnTo>
                    <a:pt x="9494764" y="1350093"/>
                  </a:lnTo>
                  <a:lnTo>
                    <a:pt x="9575472" y="1364048"/>
                  </a:lnTo>
                  <a:lnTo>
                    <a:pt x="9663138" y="1376662"/>
                  </a:lnTo>
                  <a:lnTo>
                    <a:pt x="9757368" y="1388038"/>
                  </a:lnTo>
                  <a:lnTo>
                    <a:pt x="9857065" y="1398231"/>
                  </a:lnTo>
                  <a:lnTo>
                    <a:pt x="9960262" y="1407258"/>
                  </a:lnTo>
                  <a:lnTo>
                    <a:pt x="10064047" y="1415106"/>
                  </a:lnTo>
                  <a:lnTo>
                    <a:pt x="10164654" y="1421749"/>
                  </a:lnTo>
                  <a:lnTo>
                    <a:pt x="10257786" y="1427166"/>
                  </a:lnTo>
                  <a:lnTo>
                    <a:pt x="10339200" y="1431372"/>
                  </a:lnTo>
                  <a:lnTo>
                    <a:pt x="10405436" y="1434432"/>
                  </a:lnTo>
                  <a:lnTo>
                    <a:pt x="10454531" y="1436472"/>
                  </a:lnTo>
                  <a:lnTo>
                    <a:pt x="10486491" y="1437671"/>
                  </a:lnTo>
                  <a:lnTo>
                    <a:pt x="10503420" y="1438247"/>
                  </a:lnTo>
                  <a:lnTo>
                    <a:pt x="10509340" y="1438431"/>
                  </a:lnTo>
                  <a:lnTo>
                    <a:pt x="10509911" y="1438447"/>
                  </a:lnTo>
                  <a:lnTo>
                    <a:pt x="11981298" y="143844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02" name="pl1702"/>
            <p:cNvSpPr/>
            <p:nvPr/>
          </p:nvSpPr>
          <p:spPr>
            <a:xfrm>
              <a:off x="4799595" y="8199931"/>
              <a:ext cx="11981298" cy="1577388"/>
            </a:xfrm>
            <a:custGeom>
              <a:avLst/>
              <a:pathLst>
                <a:path w="11981298" h="1577388">
                  <a:moveTo>
                    <a:pt x="11981298" y="1438447"/>
                  </a:moveTo>
                  <a:lnTo>
                    <a:pt x="10509911" y="1438447"/>
                  </a:lnTo>
                  <a:lnTo>
                    <a:pt x="10508698" y="1438412"/>
                  </a:lnTo>
                  <a:lnTo>
                    <a:pt x="10500737" y="1438160"/>
                  </a:lnTo>
                  <a:lnTo>
                    <a:pt x="10480709" y="1437463"/>
                  </a:lnTo>
                  <a:lnTo>
                    <a:pt x="10444998" y="1436093"/>
                  </a:lnTo>
                  <a:lnTo>
                    <a:pt x="10391967" y="1433837"/>
                  </a:lnTo>
                  <a:lnTo>
                    <a:pt x="10322076" y="1430528"/>
                  </a:lnTo>
                  <a:lnTo>
                    <a:pt x="10237680" y="1426052"/>
                  </a:lnTo>
                  <a:lnTo>
                    <a:pt x="10142480" y="1420358"/>
                  </a:lnTo>
                  <a:lnTo>
                    <a:pt x="10040794" y="1413442"/>
                  </a:lnTo>
                  <a:lnTo>
                    <a:pt x="9936839" y="1405326"/>
                  </a:lnTo>
                  <a:lnTo>
                    <a:pt x="9834210" y="1396036"/>
                  </a:lnTo>
                  <a:lnTo>
                    <a:pt x="9735607" y="1385579"/>
                  </a:lnTo>
                  <a:lnTo>
                    <a:pt x="9642788" y="1373931"/>
                  </a:lnTo>
                  <a:lnTo>
                    <a:pt x="9556677" y="1361025"/>
                  </a:lnTo>
                  <a:lnTo>
                    <a:pt x="9477534" y="1346750"/>
                  </a:lnTo>
                  <a:lnTo>
                    <a:pt x="9405144" y="1330949"/>
                  </a:lnTo>
                  <a:lnTo>
                    <a:pt x="9338976" y="1313424"/>
                  </a:lnTo>
                  <a:lnTo>
                    <a:pt x="9278311" y="1293945"/>
                  </a:lnTo>
                  <a:lnTo>
                    <a:pt x="9222336" y="1272262"/>
                  </a:lnTo>
                  <a:lnTo>
                    <a:pt x="9170217" y="1248128"/>
                  </a:lnTo>
                  <a:lnTo>
                    <a:pt x="9121148" y="1221342"/>
                  </a:lnTo>
                  <a:lnTo>
                    <a:pt x="9084767" y="1198706"/>
                  </a:lnTo>
                  <a:lnTo>
                    <a:pt x="9037650" y="1165761"/>
                  </a:lnTo>
                  <a:lnTo>
                    <a:pt x="8991923" y="1129784"/>
                  </a:lnTo>
                  <a:lnTo>
                    <a:pt x="8947111" y="1090723"/>
                  </a:lnTo>
                  <a:lnTo>
                    <a:pt x="8902855" y="1048605"/>
                  </a:lnTo>
                  <a:lnTo>
                    <a:pt x="8858891" y="1003552"/>
                  </a:lnTo>
                  <a:lnTo>
                    <a:pt x="8815034" y="955784"/>
                  </a:lnTo>
                  <a:lnTo>
                    <a:pt x="8771168" y="905621"/>
                  </a:lnTo>
                  <a:lnTo>
                    <a:pt x="8727234" y="853481"/>
                  </a:lnTo>
                  <a:lnTo>
                    <a:pt x="8683217" y="799866"/>
                  </a:lnTo>
                  <a:lnTo>
                    <a:pt x="8639138" y="745343"/>
                  </a:lnTo>
                  <a:lnTo>
                    <a:pt x="8595037" y="690523"/>
                  </a:lnTo>
                  <a:lnTo>
                    <a:pt x="8550960" y="636029"/>
                  </a:lnTo>
                  <a:lnTo>
                    <a:pt x="8506947" y="582471"/>
                  </a:lnTo>
                  <a:lnTo>
                    <a:pt x="8463017" y="530414"/>
                  </a:lnTo>
                  <a:lnTo>
                    <a:pt x="8419153" y="480356"/>
                  </a:lnTo>
                  <a:lnTo>
                    <a:pt x="8375295" y="432709"/>
                  </a:lnTo>
                  <a:lnTo>
                    <a:pt x="8331321" y="387790"/>
                  </a:lnTo>
                  <a:lnTo>
                    <a:pt x="8287046" y="345814"/>
                  </a:lnTo>
                  <a:lnTo>
                    <a:pt x="8242199" y="306898"/>
                  </a:lnTo>
                  <a:lnTo>
                    <a:pt x="8196418" y="271066"/>
                  </a:lnTo>
                  <a:lnTo>
                    <a:pt x="8151487" y="239741"/>
                  </a:lnTo>
                  <a:lnTo>
                    <a:pt x="8104276" y="210831"/>
                  </a:lnTo>
                  <a:lnTo>
                    <a:pt x="8054586" y="184655"/>
                  </a:lnTo>
                  <a:lnTo>
                    <a:pt x="8001671" y="161093"/>
                  </a:lnTo>
                  <a:lnTo>
                    <a:pt x="7944713" y="139929"/>
                  </a:lnTo>
                  <a:lnTo>
                    <a:pt x="7882876" y="120912"/>
                  </a:lnTo>
                  <a:lnTo>
                    <a:pt x="7815364" y="103795"/>
                  </a:lnTo>
                  <a:lnTo>
                    <a:pt x="7741490" y="88353"/>
                  </a:lnTo>
                  <a:lnTo>
                    <a:pt x="7660781" y="74399"/>
                  </a:lnTo>
                  <a:lnTo>
                    <a:pt x="7573115" y="61784"/>
                  </a:lnTo>
                  <a:lnTo>
                    <a:pt x="7478885" y="50409"/>
                  </a:lnTo>
                  <a:lnTo>
                    <a:pt x="7379188" y="40216"/>
                  </a:lnTo>
                  <a:lnTo>
                    <a:pt x="7275991" y="31189"/>
                  </a:lnTo>
                  <a:lnTo>
                    <a:pt x="7172206" y="23340"/>
                  </a:lnTo>
                  <a:lnTo>
                    <a:pt x="7071600" y="16698"/>
                  </a:lnTo>
                  <a:lnTo>
                    <a:pt x="6978467" y="11281"/>
                  </a:lnTo>
                  <a:lnTo>
                    <a:pt x="6897053" y="7075"/>
                  </a:lnTo>
                  <a:lnTo>
                    <a:pt x="6830817" y="4015"/>
                  </a:lnTo>
                  <a:lnTo>
                    <a:pt x="6781722" y="1975"/>
                  </a:lnTo>
                  <a:lnTo>
                    <a:pt x="6749762" y="776"/>
                  </a:lnTo>
                  <a:lnTo>
                    <a:pt x="6732834" y="200"/>
                  </a:lnTo>
                  <a:lnTo>
                    <a:pt x="6726914" y="16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747" y="38"/>
                  </a:lnTo>
                  <a:lnTo>
                    <a:pt x="5245818" y="313"/>
                  </a:lnTo>
                  <a:lnTo>
                    <a:pt x="5225868" y="1074"/>
                  </a:lnTo>
                  <a:lnTo>
                    <a:pt x="5190288" y="2571"/>
                  </a:lnTo>
                  <a:lnTo>
                    <a:pt x="5137439" y="5034"/>
                  </a:lnTo>
                  <a:lnTo>
                    <a:pt x="5067767" y="8649"/>
                  </a:lnTo>
                  <a:lnTo>
                    <a:pt x="4983603" y="13538"/>
                  </a:lnTo>
                  <a:lnTo>
                    <a:pt x="4888625" y="19759"/>
                  </a:lnTo>
                  <a:lnTo>
                    <a:pt x="4787131" y="27317"/>
                  </a:lnTo>
                  <a:lnTo>
                    <a:pt x="4683325" y="36188"/>
                  </a:lnTo>
                  <a:lnTo>
                    <a:pt x="4580798" y="46343"/>
                  </a:lnTo>
                  <a:lnTo>
                    <a:pt x="4482251" y="57773"/>
                  </a:lnTo>
                  <a:lnTo>
                    <a:pt x="4389450" y="70505"/>
                  </a:lnTo>
                  <a:lnTo>
                    <a:pt x="4303328" y="84611"/>
                  </a:lnTo>
                  <a:lnTo>
                    <a:pt x="4224156" y="100211"/>
                  </a:lnTo>
                  <a:lnTo>
                    <a:pt x="4151727" y="117477"/>
                  </a:lnTo>
                  <a:lnTo>
                    <a:pt x="4085516" y="136621"/>
                  </a:lnTo>
                  <a:lnTo>
                    <a:pt x="4024811" y="157897"/>
                  </a:lnTo>
                  <a:lnTo>
                    <a:pt x="3968804" y="181576"/>
                  </a:lnTo>
                  <a:lnTo>
                    <a:pt x="3916664" y="207929"/>
                  </a:lnTo>
                  <a:lnTo>
                    <a:pt x="3867587" y="237176"/>
                  </a:lnTo>
                  <a:lnTo>
                    <a:pt x="3829811" y="262898"/>
                  </a:lnTo>
                  <a:lnTo>
                    <a:pt x="3783827" y="298103"/>
                  </a:lnTo>
                  <a:lnTo>
                    <a:pt x="3739177" y="336470"/>
                  </a:lnTo>
                  <a:lnTo>
                    <a:pt x="3695417" y="378057"/>
                  </a:lnTo>
                  <a:lnTo>
                    <a:pt x="3652208" y="422838"/>
                  </a:lnTo>
                  <a:lnTo>
                    <a:pt x="3609297" y="470701"/>
                  </a:lnTo>
                  <a:lnTo>
                    <a:pt x="3566506" y="521431"/>
                  </a:lnTo>
                  <a:lnTo>
                    <a:pt x="3523719" y="574716"/>
                  </a:lnTo>
                  <a:lnTo>
                    <a:pt x="3480872" y="630146"/>
                  </a:lnTo>
                  <a:lnTo>
                    <a:pt x="3437947" y="687225"/>
                  </a:lnTo>
                  <a:lnTo>
                    <a:pt x="3394956" y="745387"/>
                  </a:lnTo>
                  <a:lnTo>
                    <a:pt x="3351934" y="804017"/>
                  </a:lnTo>
                  <a:lnTo>
                    <a:pt x="3308922" y="862481"/>
                  </a:lnTo>
                  <a:lnTo>
                    <a:pt x="3265962" y="920151"/>
                  </a:lnTo>
                  <a:lnTo>
                    <a:pt x="3223079" y="976435"/>
                  </a:lnTo>
                  <a:lnTo>
                    <a:pt x="3180268" y="1030802"/>
                  </a:lnTo>
                  <a:lnTo>
                    <a:pt x="3137490" y="1082797"/>
                  </a:lnTo>
                  <a:lnTo>
                    <a:pt x="3094654" y="1132062"/>
                  </a:lnTo>
                  <a:lnTo>
                    <a:pt x="3051614" y="1178336"/>
                  </a:lnTo>
                  <a:lnTo>
                    <a:pt x="3008154" y="1221457"/>
                  </a:lnTo>
                  <a:lnTo>
                    <a:pt x="2963977" y="1261359"/>
                  </a:lnTo>
                  <a:lnTo>
                    <a:pt x="2918694" y="1298063"/>
                  </a:lnTo>
                  <a:lnTo>
                    <a:pt x="2896531" y="1314490"/>
                  </a:lnTo>
                  <a:lnTo>
                    <a:pt x="2849388" y="1346151"/>
                  </a:lnTo>
                  <a:lnTo>
                    <a:pt x="2799773" y="1374821"/>
                  </a:lnTo>
                  <a:lnTo>
                    <a:pt x="2746943" y="1400632"/>
                  </a:lnTo>
                  <a:lnTo>
                    <a:pt x="2690086" y="1423821"/>
                  </a:lnTo>
                  <a:lnTo>
                    <a:pt x="2628368" y="1444659"/>
                  </a:lnTo>
                  <a:lnTo>
                    <a:pt x="2560996" y="1463419"/>
                  </a:lnTo>
                  <a:lnTo>
                    <a:pt x="2487284" y="1480344"/>
                  </a:lnTo>
                  <a:lnTo>
                    <a:pt x="2406761" y="1495641"/>
                  </a:lnTo>
                  <a:lnTo>
                    <a:pt x="2319297" y="1509471"/>
                  </a:lnTo>
                  <a:lnTo>
                    <a:pt x="2225279" y="1521945"/>
                  </a:lnTo>
                  <a:lnTo>
                    <a:pt x="2125788" y="1533126"/>
                  </a:lnTo>
                  <a:lnTo>
                    <a:pt x="2022769" y="1543032"/>
                  </a:lnTo>
                  <a:lnTo>
                    <a:pt x="1919108" y="1551649"/>
                  </a:lnTo>
                  <a:lnTo>
                    <a:pt x="1818543" y="1558948"/>
                  </a:lnTo>
                  <a:lnTo>
                    <a:pt x="1725346" y="1564907"/>
                  </a:lnTo>
                  <a:lnTo>
                    <a:pt x="1643752" y="1569541"/>
                  </a:lnTo>
                  <a:lnTo>
                    <a:pt x="1577231" y="1572920"/>
                  </a:lnTo>
                  <a:lnTo>
                    <a:pt x="1527780" y="1575178"/>
                  </a:lnTo>
                  <a:lnTo>
                    <a:pt x="1495443" y="1576512"/>
                  </a:lnTo>
                  <a:lnTo>
                    <a:pt x="1478177" y="1577158"/>
                  </a:lnTo>
                  <a:lnTo>
                    <a:pt x="1472024" y="1577368"/>
                  </a:lnTo>
                  <a:lnTo>
                    <a:pt x="1471387" y="1577388"/>
                  </a:lnTo>
                  <a:lnTo>
                    <a:pt x="0" y="157738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03" name="pg1703"/>
            <p:cNvSpPr/>
            <p:nvPr/>
          </p:nvSpPr>
          <p:spPr>
            <a:xfrm>
              <a:off x="4799595" y="8208104"/>
              <a:ext cx="11981298" cy="2190363"/>
            </a:xfrm>
            <a:custGeom>
              <a:avLst/>
              <a:pathLst>
                <a:path w="11981298" h="2190363">
                  <a:moveTo>
                    <a:pt x="0" y="1585561"/>
                  </a:moveTo>
                  <a:lnTo>
                    <a:pt x="1471387" y="1585561"/>
                  </a:lnTo>
                  <a:lnTo>
                    <a:pt x="1472595" y="1585523"/>
                  </a:lnTo>
                  <a:lnTo>
                    <a:pt x="1480524" y="1585247"/>
                  </a:lnTo>
                  <a:lnTo>
                    <a:pt x="1500474" y="1584487"/>
                  </a:lnTo>
                  <a:lnTo>
                    <a:pt x="1536054" y="1582990"/>
                  </a:lnTo>
                  <a:lnTo>
                    <a:pt x="1588903" y="1580527"/>
                  </a:lnTo>
                  <a:lnTo>
                    <a:pt x="1658575" y="1576912"/>
                  </a:lnTo>
                  <a:lnTo>
                    <a:pt x="1742739" y="1572023"/>
                  </a:lnTo>
                  <a:lnTo>
                    <a:pt x="1837717" y="1565802"/>
                  </a:lnTo>
                  <a:lnTo>
                    <a:pt x="1939211" y="1558244"/>
                  </a:lnTo>
                  <a:lnTo>
                    <a:pt x="2043017" y="1549373"/>
                  </a:lnTo>
                  <a:lnTo>
                    <a:pt x="2145544" y="1539218"/>
                  </a:lnTo>
                  <a:lnTo>
                    <a:pt x="2244091" y="1527788"/>
                  </a:lnTo>
                  <a:lnTo>
                    <a:pt x="2336892" y="1515056"/>
                  </a:lnTo>
                  <a:lnTo>
                    <a:pt x="2423014" y="1500950"/>
                  </a:lnTo>
                  <a:lnTo>
                    <a:pt x="2502186" y="1485349"/>
                  </a:lnTo>
                  <a:lnTo>
                    <a:pt x="2574615" y="1468084"/>
                  </a:lnTo>
                  <a:lnTo>
                    <a:pt x="2640826" y="1448939"/>
                  </a:lnTo>
                  <a:lnTo>
                    <a:pt x="2701532" y="1427664"/>
                  </a:lnTo>
                  <a:lnTo>
                    <a:pt x="2757538" y="1403985"/>
                  </a:lnTo>
                  <a:lnTo>
                    <a:pt x="2809678" y="1377632"/>
                  </a:lnTo>
                  <a:lnTo>
                    <a:pt x="2858755" y="1348385"/>
                  </a:lnTo>
                  <a:lnTo>
                    <a:pt x="2896531" y="1322663"/>
                  </a:lnTo>
                  <a:lnTo>
                    <a:pt x="2942515" y="1287458"/>
                  </a:lnTo>
                  <a:lnTo>
                    <a:pt x="2987165" y="1249091"/>
                  </a:lnTo>
                  <a:lnTo>
                    <a:pt x="3030925" y="1207504"/>
                  </a:lnTo>
                  <a:lnTo>
                    <a:pt x="3074134" y="1162722"/>
                  </a:lnTo>
                  <a:lnTo>
                    <a:pt x="3117045" y="1114860"/>
                  </a:lnTo>
                  <a:lnTo>
                    <a:pt x="3159836" y="1064130"/>
                  </a:lnTo>
                  <a:lnTo>
                    <a:pt x="3202623" y="1010845"/>
                  </a:lnTo>
                  <a:lnTo>
                    <a:pt x="3245470" y="955414"/>
                  </a:lnTo>
                  <a:lnTo>
                    <a:pt x="3288395" y="898335"/>
                  </a:lnTo>
                  <a:lnTo>
                    <a:pt x="3331386" y="840174"/>
                  </a:lnTo>
                  <a:lnTo>
                    <a:pt x="3374409" y="781544"/>
                  </a:lnTo>
                  <a:lnTo>
                    <a:pt x="3417420" y="723080"/>
                  </a:lnTo>
                  <a:lnTo>
                    <a:pt x="3460380" y="665410"/>
                  </a:lnTo>
                  <a:lnTo>
                    <a:pt x="3503263" y="609125"/>
                  </a:lnTo>
                  <a:lnTo>
                    <a:pt x="3546074" y="554759"/>
                  </a:lnTo>
                  <a:lnTo>
                    <a:pt x="3588852" y="502763"/>
                  </a:lnTo>
                  <a:lnTo>
                    <a:pt x="3631688" y="453498"/>
                  </a:lnTo>
                  <a:lnTo>
                    <a:pt x="3674728" y="407225"/>
                  </a:lnTo>
                  <a:lnTo>
                    <a:pt x="3718188" y="364104"/>
                  </a:lnTo>
                  <a:lnTo>
                    <a:pt x="3762365" y="324202"/>
                  </a:lnTo>
                  <a:lnTo>
                    <a:pt x="3807648" y="287498"/>
                  </a:lnTo>
                  <a:lnTo>
                    <a:pt x="3829811" y="271071"/>
                  </a:lnTo>
                  <a:lnTo>
                    <a:pt x="3876955" y="239410"/>
                  </a:lnTo>
                  <a:lnTo>
                    <a:pt x="3926569" y="210740"/>
                  </a:lnTo>
                  <a:lnTo>
                    <a:pt x="3979399" y="184929"/>
                  </a:lnTo>
                  <a:lnTo>
                    <a:pt x="4036256" y="161740"/>
                  </a:lnTo>
                  <a:lnTo>
                    <a:pt x="4097974" y="140901"/>
                  </a:lnTo>
                  <a:lnTo>
                    <a:pt x="4165346" y="122142"/>
                  </a:lnTo>
                  <a:lnTo>
                    <a:pt x="4239058" y="105217"/>
                  </a:lnTo>
                  <a:lnTo>
                    <a:pt x="4319581" y="89920"/>
                  </a:lnTo>
                  <a:lnTo>
                    <a:pt x="4407045" y="76090"/>
                  </a:lnTo>
                  <a:lnTo>
                    <a:pt x="4501064" y="63616"/>
                  </a:lnTo>
                  <a:lnTo>
                    <a:pt x="4600554" y="52435"/>
                  </a:lnTo>
                  <a:lnTo>
                    <a:pt x="4703573" y="42529"/>
                  </a:lnTo>
                  <a:lnTo>
                    <a:pt x="4807234" y="33912"/>
                  </a:lnTo>
                  <a:lnTo>
                    <a:pt x="4907799" y="26613"/>
                  </a:lnTo>
                  <a:lnTo>
                    <a:pt x="5000996" y="20653"/>
                  </a:lnTo>
                  <a:lnTo>
                    <a:pt x="5082590" y="16020"/>
                  </a:lnTo>
                  <a:lnTo>
                    <a:pt x="5149111" y="12641"/>
                  </a:lnTo>
                  <a:lnTo>
                    <a:pt x="5198562" y="10383"/>
                  </a:lnTo>
                  <a:lnTo>
                    <a:pt x="5230899" y="9048"/>
                  </a:lnTo>
                  <a:lnTo>
                    <a:pt x="5248165" y="8402"/>
                  </a:lnTo>
                  <a:lnTo>
                    <a:pt x="5254318" y="8193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524" y="8225"/>
                  </a:lnTo>
                  <a:lnTo>
                    <a:pt x="6735286" y="8597"/>
                  </a:lnTo>
                  <a:lnTo>
                    <a:pt x="6754829" y="9626"/>
                  </a:lnTo>
                  <a:lnTo>
                    <a:pt x="6789715" y="11651"/>
                  </a:lnTo>
                  <a:lnTo>
                    <a:pt x="6841600" y="14985"/>
                  </a:lnTo>
                  <a:lnTo>
                    <a:pt x="6910116" y="19880"/>
                  </a:lnTo>
                  <a:lnTo>
                    <a:pt x="6993046" y="26507"/>
                  </a:lnTo>
                  <a:lnTo>
                    <a:pt x="7086840" y="34948"/>
                  </a:lnTo>
                  <a:lnTo>
                    <a:pt x="7187309" y="45213"/>
                  </a:lnTo>
                  <a:lnTo>
                    <a:pt x="7290316" y="57269"/>
                  </a:lnTo>
                  <a:lnTo>
                    <a:pt x="7392295" y="71078"/>
                  </a:lnTo>
                  <a:lnTo>
                    <a:pt x="7490532" y="86625"/>
                  </a:lnTo>
                  <a:lnTo>
                    <a:pt x="7583224" y="103941"/>
                  </a:lnTo>
                  <a:lnTo>
                    <a:pt x="7669392" y="123117"/>
                  </a:lnTo>
                  <a:lnTo>
                    <a:pt x="7748715" y="144310"/>
                  </a:lnTo>
                  <a:lnTo>
                    <a:pt x="7821354" y="167743"/>
                  </a:lnTo>
                  <a:lnTo>
                    <a:pt x="7887793" y="193701"/>
                  </a:lnTo>
                  <a:lnTo>
                    <a:pt x="7948711" y="222517"/>
                  </a:lnTo>
                  <a:lnTo>
                    <a:pt x="8004892" y="254561"/>
                  </a:lnTo>
                  <a:lnTo>
                    <a:pt x="8057148" y="290199"/>
                  </a:lnTo>
                  <a:lnTo>
                    <a:pt x="8106275" y="329745"/>
                  </a:lnTo>
                  <a:lnTo>
                    <a:pt x="8151487" y="371871"/>
                  </a:lnTo>
                  <a:lnTo>
                    <a:pt x="8193028" y="415607"/>
                  </a:lnTo>
                  <a:lnTo>
                    <a:pt x="8233444" y="462891"/>
                  </a:lnTo>
                  <a:lnTo>
                    <a:pt x="8273075" y="513794"/>
                  </a:lnTo>
                  <a:lnTo>
                    <a:pt x="8312186" y="568312"/>
                  </a:lnTo>
                  <a:lnTo>
                    <a:pt x="8350982" y="626362"/>
                  </a:lnTo>
                  <a:lnTo>
                    <a:pt x="8389617" y="687773"/>
                  </a:lnTo>
                  <a:lnTo>
                    <a:pt x="8428200" y="752282"/>
                  </a:lnTo>
                  <a:lnTo>
                    <a:pt x="8466801" y="819534"/>
                  </a:lnTo>
                  <a:lnTo>
                    <a:pt x="8505456" y="889089"/>
                  </a:lnTo>
                  <a:lnTo>
                    <a:pt x="8544176" y="960430"/>
                  </a:lnTo>
                  <a:lnTo>
                    <a:pt x="8582950" y="1032976"/>
                  </a:lnTo>
                  <a:lnTo>
                    <a:pt x="8621752" y="1106107"/>
                  </a:lnTo>
                  <a:lnTo>
                    <a:pt x="8660551" y="1179177"/>
                  </a:lnTo>
                  <a:lnTo>
                    <a:pt x="8699316" y="1251544"/>
                  </a:lnTo>
                  <a:lnTo>
                    <a:pt x="8738024" y="1322594"/>
                  </a:lnTo>
                  <a:lnTo>
                    <a:pt x="8776668" y="1391756"/>
                  </a:lnTo>
                  <a:lnTo>
                    <a:pt x="8815261" y="1458526"/>
                  </a:lnTo>
                  <a:lnTo>
                    <a:pt x="8853848" y="1522480"/>
                  </a:lnTo>
                  <a:lnTo>
                    <a:pt x="8892503" y="1583281"/>
                  </a:lnTo>
                  <a:lnTo>
                    <a:pt x="8931345" y="1640681"/>
                  </a:lnTo>
                  <a:lnTo>
                    <a:pt x="8970536" y="1694528"/>
                  </a:lnTo>
                  <a:lnTo>
                    <a:pt x="9010291" y="1744752"/>
                  </a:lnTo>
                  <a:lnTo>
                    <a:pt x="9050890" y="1791367"/>
                  </a:lnTo>
                  <a:lnTo>
                    <a:pt x="9084767" y="1826665"/>
                  </a:lnTo>
                  <a:lnTo>
                    <a:pt x="9131554" y="1870157"/>
                  </a:lnTo>
                  <a:lnTo>
                    <a:pt x="9180771" y="1909571"/>
                  </a:lnTo>
                  <a:lnTo>
                    <a:pt x="9233144" y="1945085"/>
                  </a:lnTo>
                  <a:lnTo>
                    <a:pt x="9289468" y="1977016"/>
                  </a:lnTo>
                  <a:lnTo>
                    <a:pt x="9350556" y="2005733"/>
                  </a:lnTo>
                  <a:lnTo>
                    <a:pt x="9417189" y="2031602"/>
                  </a:lnTo>
                  <a:lnTo>
                    <a:pt x="9490041" y="2054958"/>
                  </a:lnTo>
                  <a:lnTo>
                    <a:pt x="9569589" y="2076081"/>
                  </a:lnTo>
                  <a:lnTo>
                    <a:pt x="9655980" y="2095194"/>
                  </a:lnTo>
                  <a:lnTo>
                    <a:pt x="9748875" y="2112450"/>
                  </a:lnTo>
                  <a:lnTo>
                    <a:pt x="9847269" y="2127940"/>
                  </a:lnTo>
                  <a:lnTo>
                    <a:pt x="9949330" y="2141692"/>
                  </a:lnTo>
                  <a:lnTo>
                    <a:pt x="10052313" y="2153690"/>
                  </a:lnTo>
                  <a:lnTo>
                    <a:pt x="10152630" y="2163895"/>
                  </a:lnTo>
                  <a:lnTo>
                    <a:pt x="10246132" y="2172275"/>
                  </a:lnTo>
                  <a:lnTo>
                    <a:pt x="10328639" y="2178843"/>
                  </a:lnTo>
                  <a:lnTo>
                    <a:pt x="10396633" y="2183684"/>
                  </a:lnTo>
                  <a:lnTo>
                    <a:pt x="10447954" y="2186971"/>
                  </a:lnTo>
                  <a:lnTo>
                    <a:pt x="10482297" y="2188958"/>
                  </a:lnTo>
                  <a:lnTo>
                    <a:pt x="10501386" y="2189959"/>
                  </a:lnTo>
                  <a:lnTo>
                    <a:pt x="10508840" y="2190316"/>
                  </a:lnTo>
                  <a:lnTo>
                    <a:pt x="10509911" y="2190363"/>
                  </a:lnTo>
                  <a:lnTo>
                    <a:pt x="11981298" y="2190363"/>
                  </a:lnTo>
                  <a:lnTo>
                    <a:pt x="11981298" y="2182190"/>
                  </a:lnTo>
                  <a:lnTo>
                    <a:pt x="10509911" y="2182190"/>
                  </a:lnTo>
                  <a:lnTo>
                    <a:pt x="10508729" y="2182138"/>
                  </a:lnTo>
                  <a:lnTo>
                    <a:pt x="10500967" y="2181766"/>
                  </a:lnTo>
                  <a:lnTo>
                    <a:pt x="10481424" y="2180737"/>
                  </a:lnTo>
                  <a:lnTo>
                    <a:pt x="10446539" y="2178712"/>
                  </a:lnTo>
                  <a:lnTo>
                    <a:pt x="10394653" y="2175378"/>
                  </a:lnTo>
                  <a:lnTo>
                    <a:pt x="10326137" y="2170482"/>
                  </a:lnTo>
                  <a:lnTo>
                    <a:pt x="10243207" y="2163855"/>
                  </a:lnTo>
                  <a:lnTo>
                    <a:pt x="10149413" y="2155415"/>
                  </a:lnTo>
                  <a:lnTo>
                    <a:pt x="10048944" y="2145150"/>
                  </a:lnTo>
                  <a:lnTo>
                    <a:pt x="9945937" y="2133094"/>
                  </a:lnTo>
                  <a:lnTo>
                    <a:pt x="9843959" y="2119284"/>
                  </a:lnTo>
                  <a:lnTo>
                    <a:pt x="9745722" y="2103738"/>
                  </a:lnTo>
                  <a:lnTo>
                    <a:pt x="9653029" y="2086422"/>
                  </a:lnTo>
                  <a:lnTo>
                    <a:pt x="9566861" y="2067246"/>
                  </a:lnTo>
                  <a:lnTo>
                    <a:pt x="9487538" y="2046053"/>
                  </a:lnTo>
                  <a:lnTo>
                    <a:pt x="9414899" y="2022619"/>
                  </a:lnTo>
                  <a:lnTo>
                    <a:pt x="9348461" y="1996662"/>
                  </a:lnTo>
                  <a:lnTo>
                    <a:pt x="9287542" y="1967845"/>
                  </a:lnTo>
                  <a:lnTo>
                    <a:pt x="9231361" y="1935802"/>
                  </a:lnTo>
                  <a:lnTo>
                    <a:pt x="9179105" y="1900164"/>
                  </a:lnTo>
                  <a:lnTo>
                    <a:pt x="9129979" y="1860617"/>
                  </a:lnTo>
                  <a:lnTo>
                    <a:pt x="9084767" y="1818492"/>
                  </a:lnTo>
                  <a:lnTo>
                    <a:pt x="9043226" y="1774756"/>
                  </a:lnTo>
                  <a:lnTo>
                    <a:pt x="9002809" y="1727472"/>
                  </a:lnTo>
                  <a:lnTo>
                    <a:pt x="8963178" y="1676569"/>
                  </a:lnTo>
                  <a:lnTo>
                    <a:pt x="8924067" y="1622051"/>
                  </a:lnTo>
                  <a:lnTo>
                    <a:pt x="8885271" y="1564000"/>
                  </a:lnTo>
                  <a:lnTo>
                    <a:pt x="8846636" y="1502589"/>
                  </a:lnTo>
                  <a:lnTo>
                    <a:pt x="8808053" y="1438081"/>
                  </a:lnTo>
                  <a:lnTo>
                    <a:pt x="8769452" y="1370829"/>
                  </a:lnTo>
                  <a:lnTo>
                    <a:pt x="8730797" y="1301273"/>
                  </a:lnTo>
                  <a:lnTo>
                    <a:pt x="8692077" y="1229933"/>
                  </a:lnTo>
                  <a:lnTo>
                    <a:pt x="8653304" y="1157386"/>
                  </a:lnTo>
                  <a:lnTo>
                    <a:pt x="8614502" y="1084256"/>
                  </a:lnTo>
                  <a:lnTo>
                    <a:pt x="8575703" y="1011186"/>
                  </a:lnTo>
                  <a:lnTo>
                    <a:pt x="8536938" y="938818"/>
                  </a:lnTo>
                  <a:lnTo>
                    <a:pt x="8498229" y="867769"/>
                  </a:lnTo>
                  <a:lnTo>
                    <a:pt x="8459586" y="798607"/>
                  </a:lnTo>
                  <a:lnTo>
                    <a:pt x="8420992" y="731836"/>
                  </a:lnTo>
                  <a:lnTo>
                    <a:pt x="8382406" y="667882"/>
                  </a:lnTo>
                  <a:lnTo>
                    <a:pt x="8343750" y="607082"/>
                  </a:lnTo>
                  <a:lnTo>
                    <a:pt x="8304908" y="549681"/>
                  </a:lnTo>
                  <a:lnTo>
                    <a:pt x="8265718" y="495835"/>
                  </a:lnTo>
                  <a:lnTo>
                    <a:pt x="8225962" y="445610"/>
                  </a:lnTo>
                  <a:lnTo>
                    <a:pt x="8185363" y="398996"/>
                  </a:lnTo>
                  <a:lnTo>
                    <a:pt x="8151487" y="363698"/>
                  </a:lnTo>
                  <a:lnTo>
                    <a:pt x="8104699" y="320206"/>
                  </a:lnTo>
                  <a:lnTo>
                    <a:pt x="8055482" y="280792"/>
                  </a:lnTo>
                  <a:lnTo>
                    <a:pt x="8003109" y="245277"/>
                  </a:lnTo>
                  <a:lnTo>
                    <a:pt x="7946786" y="213346"/>
                  </a:lnTo>
                  <a:lnTo>
                    <a:pt x="7885697" y="184630"/>
                  </a:lnTo>
                  <a:lnTo>
                    <a:pt x="7819065" y="158760"/>
                  </a:lnTo>
                  <a:lnTo>
                    <a:pt x="7746212" y="135405"/>
                  </a:lnTo>
                  <a:lnTo>
                    <a:pt x="7666664" y="114281"/>
                  </a:lnTo>
                  <a:lnTo>
                    <a:pt x="7580273" y="95169"/>
                  </a:lnTo>
                  <a:lnTo>
                    <a:pt x="7487378" y="77912"/>
                  </a:lnTo>
                  <a:lnTo>
                    <a:pt x="7388984" y="62423"/>
                  </a:lnTo>
                  <a:lnTo>
                    <a:pt x="7286924" y="48671"/>
                  </a:lnTo>
                  <a:lnTo>
                    <a:pt x="7183940" y="36673"/>
                  </a:lnTo>
                  <a:lnTo>
                    <a:pt x="7083623" y="26468"/>
                  </a:lnTo>
                  <a:lnTo>
                    <a:pt x="6990121" y="18087"/>
                  </a:lnTo>
                  <a:lnTo>
                    <a:pt x="6907614" y="11519"/>
                  </a:lnTo>
                  <a:lnTo>
                    <a:pt x="6839620" y="6678"/>
                  </a:lnTo>
                  <a:lnTo>
                    <a:pt x="6788299" y="3392"/>
                  </a:lnTo>
                  <a:lnTo>
                    <a:pt x="6753956" y="1405"/>
                  </a:lnTo>
                  <a:lnTo>
                    <a:pt x="6734867" y="403"/>
                  </a:lnTo>
                  <a:lnTo>
                    <a:pt x="6727413" y="47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747" y="38"/>
                  </a:lnTo>
                  <a:lnTo>
                    <a:pt x="5245818" y="313"/>
                  </a:lnTo>
                  <a:lnTo>
                    <a:pt x="5225868" y="1074"/>
                  </a:lnTo>
                  <a:lnTo>
                    <a:pt x="5190288" y="2571"/>
                  </a:lnTo>
                  <a:lnTo>
                    <a:pt x="5137439" y="5034"/>
                  </a:lnTo>
                  <a:lnTo>
                    <a:pt x="5067767" y="8649"/>
                  </a:lnTo>
                  <a:lnTo>
                    <a:pt x="4983603" y="13538"/>
                  </a:lnTo>
                  <a:lnTo>
                    <a:pt x="4888625" y="19759"/>
                  </a:lnTo>
                  <a:lnTo>
                    <a:pt x="4787131" y="27317"/>
                  </a:lnTo>
                  <a:lnTo>
                    <a:pt x="4683325" y="36188"/>
                  </a:lnTo>
                  <a:lnTo>
                    <a:pt x="4580798" y="46343"/>
                  </a:lnTo>
                  <a:lnTo>
                    <a:pt x="4482251" y="57773"/>
                  </a:lnTo>
                  <a:lnTo>
                    <a:pt x="4389450" y="70505"/>
                  </a:lnTo>
                  <a:lnTo>
                    <a:pt x="4303328" y="84611"/>
                  </a:lnTo>
                  <a:lnTo>
                    <a:pt x="4224156" y="100211"/>
                  </a:lnTo>
                  <a:lnTo>
                    <a:pt x="4151727" y="117477"/>
                  </a:lnTo>
                  <a:lnTo>
                    <a:pt x="4085516" y="136621"/>
                  </a:lnTo>
                  <a:lnTo>
                    <a:pt x="4024811" y="157897"/>
                  </a:lnTo>
                  <a:lnTo>
                    <a:pt x="3968804" y="181576"/>
                  </a:lnTo>
                  <a:lnTo>
                    <a:pt x="3916664" y="207929"/>
                  </a:lnTo>
                  <a:lnTo>
                    <a:pt x="3867587" y="237176"/>
                  </a:lnTo>
                  <a:lnTo>
                    <a:pt x="3829811" y="262898"/>
                  </a:lnTo>
                  <a:lnTo>
                    <a:pt x="3783827" y="298103"/>
                  </a:lnTo>
                  <a:lnTo>
                    <a:pt x="3739177" y="336470"/>
                  </a:lnTo>
                  <a:lnTo>
                    <a:pt x="3695417" y="378057"/>
                  </a:lnTo>
                  <a:lnTo>
                    <a:pt x="3652208" y="422838"/>
                  </a:lnTo>
                  <a:lnTo>
                    <a:pt x="3609297" y="470701"/>
                  </a:lnTo>
                  <a:lnTo>
                    <a:pt x="3566506" y="521431"/>
                  </a:lnTo>
                  <a:lnTo>
                    <a:pt x="3523719" y="574716"/>
                  </a:lnTo>
                  <a:lnTo>
                    <a:pt x="3480872" y="630146"/>
                  </a:lnTo>
                  <a:lnTo>
                    <a:pt x="3437947" y="687225"/>
                  </a:lnTo>
                  <a:lnTo>
                    <a:pt x="3394956" y="745387"/>
                  </a:lnTo>
                  <a:lnTo>
                    <a:pt x="3351934" y="804017"/>
                  </a:lnTo>
                  <a:lnTo>
                    <a:pt x="3308922" y="862481"/>
                  </a:lnTo>
                  <a:lnTo>
                    <a:pt x="3265962" y="920151"/>
                  </a:lnTo>
                  <a:lnTo>
                    <a:pt x="3223079" y="976435"/>
                  </a:lnTo>
                  <a:lnTo>
                    <a:pt x="3180268" y="1030802"/>
                  </a:lnTo>
                  <a:lnTo>
                    <a:pt x="3137490" y="1082797"/>
                  </a:lnTo>
                  <a:lnTo>
                    <a:pt x="3094654" y="1132062"/>
                  </a:lnTo>
                  <a:lnTo>
                    <a:pt x="3051614" y="1178336"/>
                  </a:lnTo>
                  <a:lnTo>
                    <a:pt x="3008154" y="1221457"/>
                  </a:lnTo>
                  <a:lnTo>
                    <a:pt x="2963977" y="1261359"/>
                  </a:lnTo>
                  <a:lnTo>
                    <a:pt x="2918694" y="1298063"/>
                  </a:lnTo>
                  <a:lnTo>
                    <a:pt x="2896531" y="1314490"/>
                  </a:lnTo>
                  <a:lnTo>
                    <a:pt x="2849388" y="1346151"/>
                  </a:lnTo>
                  <a:lnTo>
                    <a:pt x="2799773" y="1374821"/>
                  </a:lnTo>
                  <a:lnTo>
                    <a:pt x="2746943" y="1400632"/>
                  </a:lnTo>
                  <a:lnTo>
                    <a:pt x="2690086" y="1423821"/>
                  </a:lnTo>
                  <a:lnTo>
                    <a:pt x="2628368" y="1444659"/>
                  </a:lnTo>
                  <a:lnTo>
                    <a:pt x="2560996" y="1463419"/>
                  </a:lnTo>
                  <a:lnTo>
                    <a:pt x="2487284" y="1480344"/>
                  </a:lnTo>
                  <a:lnTo>
                    <a:pt x="2406761" y="1495641"/>
                  </a:lnTo>
                  <a:lnTo>
                    <a:pt x="2319297" y="1509471"/>
                  </a:lnTo>
                  <a:lnTo>
                    <a:pt x="2225279" y="1521945"/>
                  </a:lnTo>
                  <a:lnTo>
                    <a:pt x="2125788" y="1533126"/>
                  </a:lnTo>
                  <a:lnTo>
                    <a:pt x="2022769" y="1543032"/>
                  </a:lnTo>
                  <a:lnTo>
                    <a:pt x="1919108" y="1551649"/>
                  </a:lnTo>
                  <a:lnTo>
                    <a:pt x="1818543" y="1558948"/>
                  </a:lnTo>
                  <a:lnTo>
                    <a:pt x="1725346" y="1564907"/>
                  </a:lnTo>
                  <a:lnTo>
                    <a:pt x="1643752" y="1569541"/>
                  </a:lnTo>
                  <a:lnTo>
                    <a:pt x="1577231" y="1572920"/>
                  </a:lnTo>
                  <a:lnTo>
                    <a:pt x="1527780" y="1575178"/>
                  </a:lnTo>
                  <a:lnTo>
                    <a:pt x="1495443" y="1576512"/>
                  </a:lnTo>
                  <a:lnTo>
                    <a:pt x="1478177" y="1577158"/>
                  </a:lnTo>
                  <a:lnTo>
                    <a:pt x="1472024" y="1577368"/>
                  </a:lnTo>
                  <a:lnTo>
                    <a:pt x="1471387" y="1577388"/>
                  </a:lnTo>
                  <a:lnTo>
                    <a:pt x="0" y="1577388"/>
                  </a:lnTo>
                  <a:close/>
                </a:path>
              </a:pathLst>
            </a:custGeom>
            <a:solidFill>
              <a:srgbClr val="D9B26F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704" name="pl1704"/>
            <p:cNvSpPr/>
            <p:nvPr/>
          </p:nvSpPr>
          <p:spPr>
            <a:xfrm>
              <a:off x="4799595" y="8216277"/>
              <a:ext cx="11981298" cy="2182190"/>
            </a:xfrm>
            <a:custGeom>
              <a:avLst/>
              <a:pathLst>
                <a:path w="11981298" h="2182190">
                  <a:moveTo>
                    <a:pt x="0" y="1577388"/>
                  </a:moveTo>
                  <a:lnTo>
                    <a:pt x="1471387" y="1577388"/>
                  </a:lnTo>
                  <a:lnTo>
                    <a:pt x="1472595" y="1577350"/>
                  </a:lnTo>
                  <a:lnTo>
                    <a:pt x="1480524" y="1577074"/>
                  </a:lnTo>
                  <a:lnTo>
                    <a:pt x="1500474" y="1576314"/>
                  </a:lnTo>
                  <a:lnTo>
                    <a:pt x="1536054" y="1574817"/>
                  </a:lnTo>
                  <a:lnTo>
                    <a:pt x="1588903" y="1572354"/>
                  </a:lnTo>
                  <a:lnTo>
                    <a:pt x="1658575" y="1568739"/>
                  </a:lnTo>
                  <a:lnTo>
                    <a:pt x="1742739" y="1563850"/>
                  </a:lnTo>
                  <a:lnTo>
                    <a:pt x="1837717" y="1557629"/>
                  </a:lnTo>
                  <a:lnTo>
                    <a:pt x="1939211" y="1550071"/>
                  </a:lnTo>
                  <a:lnTo>
                    <a:pt x="2043017" y="1541200"/>
                  </a:lnTo>
                  <a:lnTo>
                    <a:pt x="2145544" y="1531045"/>
                  </a:lnTo>
                  <a:lnTo>
                    <a:pt x="2244091" y="1519615"/>
                  </a:lnTo>
                  <a:lnTo>
                    <a:pt x="2336892" y="1506883"/>
                  </a:lnTo>
                  <a:lnTo>
                    <a:pt x="2423014" y="1492777"/>
                  </a:lnTo>
                  <a:lnTo>
                    <a:pt x="2502186" y="1477176"/>
                  </a:lnTo>
                  <a:lnTo>
                    <a:pt x="2574615" y="1459911"/>
                  </a:lnTo>
                  <a:lnTo>
                    <a:pt x="2640826" y="1440766"/>
                  </a:lnTo>
                  <a:lnTo>
                    <a:pt x="2701532" y="1419491"/>
                  </a:lnTo>
                  <a:lnTo>
                    <a:pt x="2757538" y="1395812"/>
                  </a:lnTo>
                  <a:lnTo>
                    <a:pt x="2809678" y="1369459"/>
                  </a:lnTo>
                  <a:lnTo>
                    <a:pt x="2858755" y="1340212"/>
                  </a:lnTo>
                  <a:lnTo>
                    <a:pt x="2896531" y="1314490"/>
                  </a:lnTo>
                  <a:lnTo>
                    <a:pt x="2942515" y="1279285"/>
                  </a:lnTo>
                  <a:lnTo>
                    <a:pt x="2987165" y="1240918"/>
                  </a:lnTo>
                  <a:lnTo>
                    <a:pt x="3030925" y="1199331"/>
                  </a:lnTo>
                  <a:lnTo>
                    <a:pt x="3074134" y="1154549"/>
                  </a:lnTo>
                  <a:lnTo>
                    <a:pt x="3117045" y="1106687"/>
                  </a:lnTo>
                  <a:lnTo>
                    <a:pt x="3159836" y="1055957"/>
                  </a:lnTo>
                  <a:lnTo>
                    <a:pt x="3202623" y="1002672"/>
                  </a:lnTo>
                  <a:lnTo>
                    <a:pt x="3245470" y="947241"/>
                  </a:lnTo>
                  <a:lnTo>
                    <a:pt x="3288395" y="890162"/>
                  </a:lnTo>
                  <a:lnTo>
                    <a:pt x="3331386" y="832001"/>
                  </a:lnTo>
                  <a:lnTo>
                    <a:pt x="3374409" y="773371"/>
                  </a:lnTo>
                  <a:lnTo>
                    <a:pt x="3417420" y="714907"/>
                  </a:lnTo>
                  <a:lnTo>
                    <a:pt x="3460380" y="657237"/>
                  </a:lnTo>
                  <a:lnTo>
                    <a:pt x="3503263" y="600952"/>
                  </a:lnTo>
                  <a:lnTo>
                    <a:pt x="3546074" y="546586"/>
                  </a:lnTo>
                  <a:lnTo>
                    <a:pt x="3588852" y="494590"/>
                  </a:lnTo>
                  <a:lnTo>
                    <a:pt x="3631688" y="445325"/>
                  </a:lnTo>
                  <a:lnTo>
                    <a:pt x="3674728" y="399052"/>
                  </a:lnTo>
                  <a:lnTo>
                    <a:pt x="3718188" y="355931"/>
                  </a:lnTo>
                  <a:lnTo>
                    <a:pt x="3762365" y="316029"/>
                  </a:lnTo>
                  <a:lnTo>
                    <a:pt x="3807648" y="279325"/>
                  </a:lnTo>
                  <a:lnTo>
                    <a:pt x="3829811" y="262898"/>
                  </a:lnTo>
                  <a:lnTo>
                    <a:pt x="3876955" y="231237"/>
                  </a:lnTo>
                  <a:lnTo>
                    <a:pt x="3926569" y="202567"/>
                  </a:lnTo>
                  <a:lnTo>
                    <a:pt x="3979399" y="176756"/>
                  </a:lnTo>
                  <a:lnTo>
                    <a:pt x="4036256" y="153567"/>
                  </a:lnTo>
                  <a:lnTo>
                    <a:pt x="4097974" y="132728"/>
                  </a:lnTo>
                  <a:lnTo>
                    <a:pt x="4165346" y="113969"/>
                  </a:lnTo>
                  <a:lnTo>
                    <a:pt x="4239058" y="97044"/>
                  </a:lnTo>
                  <a:lnTo>
                    <a:pt x="4319581" y="81747"/>
                  </a:lnTo>
                  <a:lnTo>
                    <a:pt x="4407045" y="67917"/>
                  </a:lnTo>
                  <a:lnTo>
                    <a:pt x="4501064" y="55443"/>
                  </a:lnTo>
                  <a:lnTo>
                    <a:pt x="4600554" y="44262"/>
                  </a:lnTo>
                  <a:lnTo>
                    <a:pt x="4703573" y="34356"/>
                  </a:lnTo>
                  <a:lnTo>
                    <a:pt x="4807234" y="25739"/>
                  </a:lnTo>
                  <a:lnTo>
                    <a:pt x="4907799" y="18440"/>
                  </a:lnTo>
                  <a:lnTo>
                    <a:pt x="5000996" y="12480"/>
                  </a:lnTo>
                  <a:lnTo>
                    <a:pt x="5082590" y="7847"/>
                  </a:lnTo>
                  <a:lnTo>
                    <a:pt x="5149111" y="4468"/>
                  </a:lnTo>
                  <a:lnTo>
                    <a:pt x="5198562" y="2210"/>
                  </a:lnTo>
                  <a:lnTo>
                    <a:pt x="5230899" y="875"/>
                  </a:lnTo>
                  <a:lnTo>
                    <a:pt x="5248165" y="229"/>
                  </a:lnTo>
                  <a:lnTo>
                    <a:pt x="5254318" y="20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524" y="52"/>
                  </a:lnTo>
                  <a:lnTo>
                    <a:pt x="6735286" y="424"/>
                  </a:lnTo>
                  <a:lnTo>
                    <a:pt x="6754829" y="1453"/>
                  </a:lnTo>
                  <a:lnTo>
                    <a:pt x="6789715" y="3478"/>
                  </a:lnTo>
                  <a:lnTo>
                    <a:pt x="6841600" y="6812"/>
                  </a:lnTo>
                  <a:lnTo>
                    <a:pt x="6910116" y="11707"/>
                  </a:lnTo>
                  <a:lnTo>
                    <a:pt x="6993046" y="18334"/>
                  </a:lnTo>
                  <a:lnTo>
                    <a:pt x="7086840" y="26775"/>
                  </a:lnTo>
                  <a:lnTo>
                    <a:pt x="7187309" y="37040"/>
                  </a:lnTo>
                  <a:lnTo>
                    <a:pt x="7290316" y="49096"/>
                  </a:lnTo>
                  <a:lnTo>
                    <a:pt x="7392295" y="62905"/>
                  </a:lnTo>
                  <a:lnTo>
                    <a:pt x="7490532" y="78452"/>
                  </a:lnTo>
                  <a:lnTo>
                    <a:pt x="7583224" y="95768"/>
                  </a:lnTo>
                  <a:lnTo>
                    <a:pt x="7669392" y="114944"/>
                  </a:lnTo>
                  <a:lnTo>
                    <a:pt x="7748715" y="136137"/>
                  </a:lnTo>
                  <a:lnTo>
                    <a:pt x="7821354" y="159570"/>
                  </a:lnTo>
                  <a:lnTo>
                    <a:pt x="7887793" y="185528"/>
                  </a:lnTo>
                  <a:lnTo>
                    <a:pt x="7948711" y="214344"/>
                  </a:lnTo>
                  <a:lnTo>
                    <a:pt x="8004892" y="246388"/>
                  </a:lnTo>
                  <a:lnTo>
                    <a:pt x="8057148" y="282026"/>
                  </a:lnTo>
                  <a:lnTo>
                    <a:pt x="8106275" y="321572"/>
                  </a:lnTo>
                  <a:lnTo>
                    <a:pt x="8151487" y="363698"/>
                  </a:lnTo>
                  <a:lnTo>
                    <a:pt x="8193028" y="407434"/>
                  </a:lnTo>
                  <a:lnTo>
                    <a:pt x="8233444" y="454718"/>
                  </a:lnTo>
                  <a:lnTo>
                    <a:pt x="8273075" y="505621"/>
                  </a:lnTo>
                  <a:lnTo>
                    <a:pt x="8312186" y="560139"/>
                  </a:lnTo>
                  <a:lnTo>
                    <a:pt x="8350982" y="618189"/>
                  </a:lnTo>
                  <a:lnTo>
                    <a:pt x="8389617" y="679600"/>
                  </a:lnTo>
                  <a:lnTo>
                    <a:pt x="8428200" y="744109"/>
                  </a:lnTo>
                  <a:lnTo>
                    <a:pt x="8466801" y="811361"/>
                  </a:lnTo>
                  <a:lnTo>
                    <a:pt x="8505456" y="880916"/>
                  </a:lnTo>
                  <a:lnTo>
                    <a:pt x="8544176" y="952257"/>
                  </a:lnTo>
                  <a:lnTo>
                    <a:pt x="8582950" y="1024803"/>
                  </a:lnTo>
                  <a:lnTo>
                    <a:pt x="8621752" y="1097934"/>
                  </a:lnTo>
                  <a:lnTo>
                    <a:pt x="8660551" y="1171004"/>
                  </a:lnTo>
                  <a:lnTo>
                    <a:pt x="8699316" y="1243371"/>
                  </a:lnTo>
                  <a:lnTo>
                    <a:pt x="8738024" y="1314421"/>
                  </a:lnTo>
                  <a:lnTo>
                    <a:pt x="8776668" y="1383583"/>
                  </a:lnTo>
                  <a:lnTo>
                    <a:pt x="8815261" y="1450353"/>
                  </a:lnTo>
                  <a:lnTo>
                    <a:pt x="8853848" y="1514307"/>
                  </a:lnTo>
                  <a:lnTo>
                    <a:pt x="8892503" y="1575108"/>
                  </a:lnTo>
                  <a:lnTo>
                    <a:pt x="8931345" y="1632508"/>
                  </a:lnTo>
                  <a:lnTo>
                    <a:pt x="8970536" y="1686355"/>
                  </a:lnTo>
                  <a:lnTo>
                    <a:pt x="9010291" y="1736579"/>
                  </a:lnTo>
                  <a:lnTo>
                    <a:pt x="9050890" y="1783194"/>
                  </a:lnTo>
                  <a:lnTo>
                    <a:pt x="9084767" y="1818492"/>
                  </a:lnTo>
                  <a:lnTo>
                    <a:pt x="9131554" y="1861984"/>
                  </a:lnTo>
                  <a:lnTo>
                    <a:pt x="9180771" y="1901398"/>
                  </a:lnTo>
                  <a:lnTo>
                    <a:pt x="9233144" y="1936912"/>
                  </a:lnTo>
                  <a:lnTo>
                    <a:pt x="9289468" y="1968843"/>
                  </a:lnTo>
                  <a:lnTo>
                    <a:pt x="9350556" y="1997560"/>
                  </a:lnTo>
                  <a:lnTo>
                    <a:pt x="9417189" y="2023429"/>
                  </a:lnTo>
                  <a:lnTo>
                    <a:pt x="9490041" y="2046785"/>
                  </a:lnTo>
                  <a:lnTo>
                    <a:pt x="9569589" y="2067908"/>
                  </a:lnTo>
                  <a:lnTo>
                    <a:pt x="9655980" y="2087021"/>
                  </a:lnTo>
                  <a:lnTo>
                    <a:pt x="9748875" y="2104277"/>
                  </a:lnTo>
                  <a:lnTo>
                    <a:pt x="9847269" y="2119767"/>
                  </a:lnTo>
                  <a:lnTo>
                    <a:pt x="9949330" y="2133519"/>
                  </a:lnTo>
                  <a:lnTo>
                    <a:pt x="10052313" y="2145517"/>
                  </a:lnTo>
                  <a:lnTo>
                    <a:pt x="10152630" y="2155722"/>
                  </a:lnTo>
                  <a:lnTo>
                    <a:pt x="10246132" y="2164102"/>
                  </a:lnTo>
                  <a:lnTo>
                    <a:pt x="10328639" y="2170670"/>
                  </a:lnTo>
                  <a:lnTo>
                    <a:pt x="10396633" y="2175511"/>
                  </a:lnTo>
                  <a:lnTo>
                    <a:pt x="10447954" y="2178798"/>
                  </a:lnTo>
                  <a:lnTo>
                    <a:pt x="10482297" y="2180785"/>
                  </a:lnTo>
                  <a:lnTo>
                    <a:pt x="10501386" y="2181786"/>
                  </a:lnTo>
                  <a:lnTo>
                    <a:pt x="10508840" y="2182143"/>
                  </a:lnTo>
                  <a:lnTo>
                    <a:pt x="10509911" y="2182190"/>
                  </a:lnTo>
                  <a:lnTo>
                    <a:pt x="11981298" y="218219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05" name="pl1705"/>
            <p:cNvSpPr/>
            <p:nvPr/>
          </p:nvSpPr>
          <p:spPr>
            <a:xfrm>
              <a:off x="4799595" y="8208104"/>
              <a:ext cx="11981298" cy="2182190"/>
            </a:xfrm>
            <a:custGeom>
              <a:avLst/>
              <a:pathLst>
                <a:path w="11981298" h="2182190">
                  <a:moveTo>
                    <a:pt x="11981298" y="2182190"/>
                  </a:moveTo>
                  <a:lnTo>
                    <a:pt x="10509911" y="2182190"/>
                  </a:lnTo>
                  <a:lnTo>
                    <a:pt x="10508729" y="2182138"/>
                  </a:lnTo>
                  <a:lnTo>
                    <a:pt x="10500967" y="2181766"/>
                  </a:lnTo>
                  <a:lnTo>
                    <a:pt x="10481424" y="2180737"/>
                  </a:lnTo>
                  <a:lnTo>
                    <a:pt x="10446539" y="2178712"/>
                  </a:lnTo>
                  <a:lnTo>
                    <a:pt x="10394653" y="2175378"/>
                  </a:lnTo>
                  <a:lnTo>
                    <a:pt x="10326137" y="2170482"/>
                  </a:lnTo>
                  <a:lnTo>
                    <a:pt x="10243207" y="2163855"/>
                  </a:lnTo>
                  <a:lnTo>
                    <a:pt x="10149413" y="2155415"/>
                  </a:lnTo>
                  <a:lnTo>
                    <a:pt x="10048944" y="2145150"/>
                  </a:lnTo>
                  <a:lnTo>
                    <a:pt x="9945937" y="2133094"/>
                  </a:lnTo>
                  <a:lnTo>
                    <a:pt x="9843959" y="2119284"/>
                  </a:lnTo>
                  <a:lnTo>
                    <a:pt x="9745722" y="2103738"/>
                  </a:lnTo>
                  <a:lnTo>
                    <a:pt x="9653029" y="2086422"/>
                  </a:lnTo>
                  <a:lnTo>
                    <a:pt x="9566861" y="2067246"/>
                  </a:lnTo>
                  <a:lnTo>
                    <a:pt x="9487538" y="2046053"/>
                  </a:lnTo>
                  <a:lnTo>
                    <a:pt x="9414899" y="2022619"/>
                  </a:lnTo>
                  <a:lnTo>
                    <a:pt x="9348461" y="1996662"/>
                  </a:lnTo>
                  <a:lnTo>
                    <a:pt x="9287542" y="1967845"/>
                  </a:lnTo>
                  <a:lnTo>
                    <a:pt x="9231361" y="1935802"/>
                  </a:lnTo>
                  <a:lnTo>
                    <a:pt x="9179105" y="1900164"/>
                  </a:lnTo>
                  <a:lnTo>
                    <a:pt x="9129979" y="1860617"/>
                  </a:lnTo>
                  <a:lnTo>
                    <a:pt x="9084767" y="1818492"/>
                  </a:lnTo>
                  <a:lnTo>
                    <a:pt x="9043226" y="1774756"/>
                  </a:lnTo>
                  <a:lnTo>
                    <a:pt x="9002809" y="1727472"/>
                  </a:lnTo>
                  <a:lnTo>
                    <a:pt x="8963178" y="1676569"/>
                  </a:lnTo>
                  <a:lnTo>
                    <a:pt x="8924067" y="1622051"/>
                  </a:lnTo>
                  <a:lnTo>
                    <a:pt x="8885271" y="1564000"/>
                  </a:lnTo>
                  <a:lnTo>
                    <a:pt x="8846636" y="1502589"/>
                  </a:lnTo>
                  <a:lnTo>
                    <a:pt x="8808053" y="1438081"/>
                  </a:lnTo>
                  <a:lnTo>
                    <a:pt x="8769452" y="1370829"/>
                  </a:lnTo>
                  <a:lnTo>
                    <a:pt x="8730797" y="1301273"/>
                  </a:lnTo>
                  <a:lnTo>
                    <a:pt x="8692077" y="1229933"/>
                  </a:lnTo>
                  <a:lnTo>
                    <a:pt x="8653304" y="1157386"/>
                  </a:lnTo>
                  <a:lnTo>
                    <a:pt x="8614502" y="1084256"/>
                  </a:lnTo>
                  <a:lnTo>
                    <a:pt x="8575703" y="1011186"/>
                  </a:lnTo>
                  <a:lnTo>
                    <a:pt x="8536938" y="938818"/>
                  </a:lnTo>
                  <a:lnTo>
                    <a:pt x="8498229" y="867769"/>
                  </a:lnTo>
                  <a:lnTo>
                    <a:pt x="8459586" y="798607"/>
                  </a:lnTo>
                  <a:lnTo>
                    <a:pt x="8420992" y="731836"/>
                  </a:lnTo>
                  <a:lnTo>
                    <a:pt x="8382406" y="667882"/>
                  </a:lnTo>
                  <a:lnTo>
                    <a:pt x="8343750" y="607082"/>
                  </a:lnTo>
                  <a:lnTo>
                    <a:pt x="8304908" y="549681"/>
                  </a:lnTo>
                  <a:lnTo>
                    <a:pt x="8265718" y="495835"/>
                  </a:lnTo>
                  <a:lnTo>
                    <a:pt x="8225962" y="445610"/>
                  </a:lnTo>
                  <a:lnTo>
                    <a:pt x="8185363" y="398996"/>
                  </a:lnTo>
                  <a:lnTo>
                    <a:pt x="8151487" y="363698"/>
                  </a:lnTo>
                  <a:lnTo>
                    <a:pt x="8104699" y="320206"/>
                  </a:lnTo>
                  <a:lnTo>
                    <a:pt x="8055482" y="280792"/>
                  </a:lnTo>
                  <a:lnTo>
                    <a:pt x="8003109" y="245277"/>
                  </a:lnTo>
                  <a:lnTo>
                    <a:pt x="7946786" y="213346"/>
                  </a:lnTo>
                  <a:lnTo>
                    <a:pt x="7885697" y="184630"/>
                  </a:lnTo>
                  <a:lnTo>
                    <a:pt x="7819065" y="158760"/>
                  </a:lnTo>
                  <a:lnTo>
                    <a:pt x="7746212" y="135405"/>
                  </a:lnTo>
                  <a:lnTo>
                    <a:pt x="7666664" y="114281"/>
                  </a:lnTo>
                  <a:lnTo>
                    <a:pt x="7580273" y="95169"/>
                  </a:lnTo>
                  <a:lnTo>
                    <a:pt x="7487378" y="77912"/>
                  </a:lnTo>
                  <a:lnTo>
                    <a:pt x="7388984" y="62423"/>
                  </a:lnTo>
                  <a:lnTo>
                    <a:pt x="7286924" y="48671"/>
                  </a:lnTo>
                  <a:lnTo>
                    <a:pt x="7183940" y="36673"/>
                  </a:lnTo>
                  <a:lnTo>
                    <a:pt x="7083623" y="26468"/>
                  </a:lnTo>
                  <a:lnTo>
                    <a:pt x="6990121" y="18087"/>
                  </a:lnTo>
                  <a:lnTo>
                    <a:pt x="6907614" y="11519"/>
                  </a:lnTo>
                  <a:lnTo>
                    <a:pt x="6839620" y="6678"/>
                  </a:lnTo>
                  <a:lnTo>
                    <a:pt x="6788299" y="3392"/>
                  </a:lnTo>
                  <a:lnTo>
                    <a:pt x="6753956" y="1405"/>
                  </a:lnTo>
                  <a:lnTo>
                    <a:pt x="6734867" y="403"/>
                  </a:lnTo>
                  <a:lnTo>
                    <a:pt x="6727413" y="47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747" y="38"/>
                  </a:lnTo>
                  <a:lnTo>
                    <a:pt x="5245818" y="313"/>
                  </a:lnTo>
                  <a:lnTo>
                    <a:pt x="5225868" y="1074"/>
                  </a:lnTo>
                  <a:lnTo>
                    <a:pt x="5190288" y="2571"/>
                  </a:lnTo>
                  <a:lnTo>
                    <a:pt x="5137439" y="5034"/>
                  </a:lnTo>
                  <a:lnTo>
                    <a:pt x="5067767" y="8649"/>
                  </a:lnTo>
                  <a:lnTo>
                    <a:pt x="4983603" y="13538"/>
                  </a:lnTo>
                  <a:lnTo>
                    <a:pt x="4888625" y="19759"/>
                  </a:lnTo>
                  <a:lnTo>
                    <a:pt x="4787131" y="27317"/>
                  </a:lnTo>
                  <a:lnTo>
                    <a:pt x="4683325" y="36188"/>
                  </a:lnTo>
                  <a:lnTo>
                    <a:pt x="4580798" y="46343"/>
                  </a:lnTo>
                  <a:lnTo>
                    <a:pt x="4482251" y="57773"/>
                  </a:lnTo>
                  <a:lnTo>
                    <a:pt x="4389450" y="70505"/>
                  </a:lnTo>
                  <a:lnTo>
                    <a:pt x="4303328" y="84611"/>
                  </a:lnTo>
                  <a:lnTo>
                    <a:pt x="4224156" y="100211"/>
                  </a:lnTo>
                  <a:lnTo>
                    <a:pt x="4151727" y="117477"/>
                  </a:lnTo>
                  <a:lnTo>
                    <a:pt x="4085516" y="136621"/>
                  </a:lnTo>
                  <a:lnTo>
                    <a:pt x="4024811" y="157897"/>
                  </a:lnTo>
                  <a:lnTo>
                    <a:pt x="3968804" y="181576"/>
                  </a:lnTo>
                  <a:lnTo>
                    <a:pt x="3916664" y="207929"/>
                  </a:lnTo>
                  <a:lnTo>
                    <a:pt x="3867587" y="237176"/>
                  </a:lnTo>
                  <a:lnTo>
                    <a:pt x="3829811" y="262898"/>
                  </a:lnTo>
                  <a:lnTo>
                    <a:pt x="3783827" y="298103"/>
                  </a:lnTo>
                  <a:lnTo>
                    <a:pt x="3739177" y="336470"/>
                  </a:lnTo>
                  <a:lnTo>
                    <a:pt x="3695417" y="378057"/>
                  </a:lnTo>
                  <a:lnTo>
                    <a:pt x="3652208" y="422838"/>
                  </a:lnTo>
                  <a:lnTo>
                    <a:pt x="3609297" y="470701"/>
                  </a:lnTo>
                  <a:lnTo>
                    <a:pt x="3566506" y="521431"/>
                  </a:lnTo>
                  <a:lnTo>
                    <a:pt x="3523719" y="574716"/>
                  </a:lnTo>
                  <a:lnTo>
                    <a:pt x="3480872" y="630146"/>
                  </a:lnTo>
                  <a:lnTo>
                    <a:pt x="3437947" y="687225"/>
                  </a:lnTo>
                  <a:lnTo>
                    <a:pt x="3394956" y="745387"/>
                  </a:lnTo>
                  <a:lnTo>
                    <a:pt x="3351934" y="804017"/>
                  </a:lnTo>
                  <a:lnTo>
                    <a:pt x="3308922" y="862481"/>
                  </a:lnTo>
                  <a:lnTo>
                    <a:pt x="3265962" y="920151"/>
                  </a:lnTo>
                  <a:lnTo>
                    <a:pt x="3223079" y="976435"/>
                  </a:lnTo>
                  <a:lnTo>
                    <a:pt x="3180268" y="1030802"/>
                  </a:lnTo>
                  <a:lnTo>
                    <a:pt x="3137490" y="1082797"/>
                  </a:lnTo>
                  <a:lnTo>
                    <a:pt x="3094654" y="1132062"/>
                  </a:lnTo>
                  <a:lnTo>
                    <a:pt x="3051614" y="1178336"/>
                  </a:lnTo>
                  <a:lnTo>
                    <a:pt x="3008154" y="1221457"/>
                  </a:lnTo>
                  <a:lnTo>
                    <a:pt x="2963977" y="1261359"/>
                  </a:lnTo>
                  <a:lnTo>
                    <a:pt x="2918694" y="1298063"/>
                  </a:lnTo>
                  <a:lnTo>
                    <a:pt x="2896531" y="1314490"/>
                  </a:lnTo>
                  <a:lnTo>
                    <a:pt x="2849388" y="1346151"/>
                  </a:lnTo>
                  <a:lnTo>
                    <a:pt x="2799773" y="1374821"/>
                  </a:lnTo>
                  <a:lnTo>
                    <a:pt x="2746943" y="1400632"/>
                  </a:lnTo>
                  <a:lnTo>
                    <a:pt x="2690086" y="1423821"/>
                  </a:lnTo>
                  <a:lnTo>
                    <a:pt x="2628368" y="1444659"/>
                  </a:lnTo>
                  <a:lnTo>
                    <a:pt x="2560996" y="1463419"/>
                  </a:lnTo>
                  <a:lnTo>
                    <a:pt x="2487284" y="1480344"/>
                  </a:lnTo>
                  <a:lnTo>
                    <a:pt x="2406761" y="1495641"/>
                  </a:lnTo>
                  <a:lnTo>
                    <a:pt x="2319297" y="1509471"/>
                  </a:lnTo>
                  <a:lnTo>
                    <a:pt x="2225279" y="1521945"/>
                  </a:lnTo>
                  <a:lnTo>
                    <a:pt x="2125788" y="1533126"/>
                  </a:lnTo>
                  <a:lnTo>
                    <a:pt x="2022769" y="1543032"/>
                  </a:lnTo>
                  <a:lnTo>
                    <a:pt x="1919108" y="1551649"/>
                  </a:lnTo>
                  <a:lnTo>
                    <a:pt x="1818543" y="1558948"/>
                  </a:lnTo>
                  <a:lnTo>
                    <a:pt x="1725346" y="1564907"/>
                  </a:lnTo>
                  <a:lnTo>
                    <a:pt x="1643752" y="1569541"/>
                  </a:lnTo>
                  <a:lnTo>
                    <a:pt x="1577231" y="1572920"/>
                  </a:lnTo>
                  <a:lnTo>
                    <a:pt x="1527780" y="1575178"/>
                  </a:lnTo>
                  <a:lnTo>
                    <a:pt x="1495443" y="1576512"/>
                  </a:lnTo>
                  <a:lnTo>
                    <a:pt x="1478177" y="1577158"/>
                  </a:lnTo>
                  <a:lnTo>
                    <a:pt x="1472024" y="1577368"/>
                  </a:lnTo>
                  <a:lnTo>
                    <a:pt x="1471387" y="1577388"/>
                  </a:lnTo>
                  <a:lnTo>
                    <a:pt x="0" y="157738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06" name="pg1706"/>
            <p:cNvSpPr/>
            <p:nvPr/>
          </p:nvSpPr>
          <p:spPr>
            <a:xfrm>
              <a:off x="4799595" y="2797579"/>
              <a:ext cx="11981298" cy="7061470"/>
            </a:xfrm>
            <a:custGeom>
              <a:avLst/>
              <a:pathLst>
                <a:path w="11981298" h="7061470">
                  <a:moveTo>
                    <a:pt x="0" y="7061470"/>
                  </a:moveTo>
                  <a:lnTo>
                    <a:pt x="1471387" y="7061470"/>
                  </a:lnTo>
                  <a:lnTo>
                    <a:pt x="1472625" y="7061469"/>
                  </a:lnTo>
                  <a:lnTo>
                    <a:pt x="1480747" y="7061465"/>
                  </a:lnTo>
                  <a:lnTo>
                    <a:pt x="1501168" y="7061453"/>
                  </a:lnTo>
                  <a:lnTo>
                    <a:pt x="1537546" y="7061429"/>
                  </a:lnTo>
                  <a:lnTo>
                    <a:pt x="1591501" y="7061390"/>
                  </a:lnTo>
                  <a:lnTo>
                    <a:pt x="1662496" y="7061332"/>
                  </a:lnTo>
                  <a:lnTo>
                    <a:pt x="1748064" y="7061255"/>
                  </a:lnTo>
                  <a:lnTo>
                    <a:pt x="1844381" y="7061156"/>
                  </a:lnTo>
                  <a:lnTo>
                    <a:pt x="1947027" y="7061036"/>
                  </a:lnTo>
                  <a:lnTo>
                    <a:pt x="2051721" y="7060895"/>
                  </a:lnTo>
                  <a:lnTo>
                    <a:pt x="2154849" y="7060734"/>
                  </a:lnTo>
                  <a:lnTo>
                    <a:pt x="2253726" y="7060553"/>
                  </a:lnTo>
                  <a:lnTo>
                    <a:pt x="2346630" y="7060351"/>
                  </a:lnTo>
                  <a:lnTo>
                    <a:pt x="2432683" y="7060128"/>
                  </a:lnTo>
                  <a:lnTo>
                    <a:pt x="2511673" y="7059880"/>
                  </a:lnTo>
                  <a:lnTo>
                    <a:pt x="2583860" y="7059606"/>
                  </a:lnTo>
                  <a:lnTo>
                    <a:pt x="2649813" y="7059301"/>
                  </a:lnTo>
                  <a:lnTo>
                    <a:pt x="2710280" y="7058963"/>
                  </a:lnTo>
                  <a:lnTo>
                    <a:pt x="2766096" y="7058585"/>
                  </a:lnTo>
                  <a:lnTo>
                    <a:pt x="2818115" y="7058165"/>
                  </a:lnTo>
                  <a:lnTo>
                    <a:pt x="2867150" y="7057698"/>
                  </a:lnTo>
                  <a:lnTo>
                    <a:pt x="2896531" y="7057384"/>
                  </a:lnTo>
                  <a:lnTo>
                    <a:pt x="2952764" y="7056705"/>
                  </a:lnTo>
                  <a:lnTo>
                    <a:pt x="3007147" y="7055952"/>
                  </a:lnTo>
                  <a:lnTo>
                    <a:pt x="3060433" y="7055124"/>
                  </a:lnTo>
                  <a:lnTo>
                    <a:pt x="3113158" y="7054223"/>
                  </a:lnTo>
                  <a:lnTo>
                    <a:pt x="3165677" y="7053254"/>
                  </a:lnTo>
                  <a:lnTo>
                    <a:pt x="3218205" y="7052227"/>
                  </a:lnTo>
                  <a:lnTo>
                    <a:pt x="3270837" y="7051153"/>
                  </a:lnTo>
                  <a:lnTo>
                    <a:pt x="3323579" y="7050049"/>
                  </a:lnTo>
                  <a:lnTo>
                    <a:pt x="3376379" y="7048931"/>
                  </a:lnTo>
                  <a:lnTo>
                    <a:pt x="3429159" y="7047817"/>
                  </a:lnTo>
                  <a:lnTo>
                    <a:pt x="3481850" y="7046726"/>
                  </a:lnTo>
                  <a:lnTo>
                    <a:pt x="3534424" y="7045674"/>
                  </a:lnTo>
                  <a:lnTo>
                    <a:pt x="3586929" y="7044674"/>
                  </a:lnTo>
                  <a:lnTo>
                    <a:pt x="3639516" y="7043738"/>
                  </a:lnTo>
                  <a:lnTo>
                    <a:pt x="3692466" y="7042873"/>
                  </a:lnTo>
                  <a:lnTo>
                    <a:pt x="3746222" y="7042083"/>
                  </a:lnTo>
                  <a:lnTo>
                    <a:pt x="3801421" y="7041367"/>
                  </a:lnTo>
                  <a:lnTo>
                    <a:pt x="3829811" y="7041038"/>
                  </a:lnTo>
                  <a:lnTo>
                    <a:pt x="3877360" y="7040541"/>
                  </a:lnTo>
                  <a:lnTo>
                    <a:pt x="3927428" y="7040093"/>
                  </a:lnTo>
                  <a:lnTo>
                    <a:pt x="3980778" y="7039689"/>
                  </a:lnTo>
                  <a:lnTo>
                    <a:pt x="4038246" y="7039327"/>
                  </a:lnTo>
                  <a:lnTo>
                    <a:pt x="4100684" y="7039001"/>
                  </a:lnTo>
                  <a:lnTo>
                    <a:pt x="4168904" y="7038709"/>
                  </a:lnTo>
                  <a:lnTo>
                    <a:pt x="4243600" y="7038445"/>
                  </a:lnTo>
                  <a:lnTo>
                    <a:pt x="4325242" y="7038207"/>
                  </a:lnTo>
                  <a:lnTo>
                    <a:pt x="4413932" y="7037991"/>
                  </a:lnTo>
                  <a:lnTo>
                    <a:pt x="4509230" y="7037798"/>
                  </a:lnTo>
                  <a:lnTo>
                    <a:pt x="4609961" y="7037624"/>
                  </a:lnTo>
                  <a:lnTo>
                    <a:pt x="4714047" y="7037471"/>
                  </a:lnTo>
                  <a:lnTo>
                    <a:pt x="4818439" y="7037338"/>
                  </a:lnTo>
                  <a:lnTo>
                    <a:pt x="4919225" y="7037226"/>
                  </a:lnTo>
                  <a:lnTo>
                    <a:pt x="5011997" y="7037135"/>
                  </a:lnTo>
                  <a:lnTo>
                    <a:pt x="5092468" y="7037065"/>
                  </a:lnTo>
                  <a:lnTo>
                    <a:pt x="5157240" y="7037014"/>
                  </a:lnTo>
                  <a:lnTo>
                    <a:pt x="5204522" y="7036981"/>
                  </a:lnTo>
                  <a:lnTo>
                    <a:pt x="5234584" y="7036962"/>
                  </a:lnTo>
                  <a:lnTo>
                    <a:pt x="5249842" y="7036954"/>
                  </a:lnTo>
                  <a:lnTo>
                    <a:pt x="5254649" y="7036951"/>
                  </a:lnTo>
                  <a:lnTo>
                    <a:pt x="5254955" y="7036951"/>
                  </a:lnTo>
                  <a:lnTo>
                    <a:pt x="6726343" y="7036951"/>
                  </a:lnTo>
                  <a:lnTo>
                    <a:pt x="6727095" y="7036845"/>
                  </a:lnTo>
                  <a:lnTo>
                    <a:pt x="6732082" y="7036092"/>
                  </a:lnTo>
                  <a:lnTo>
                    <a:pt x="6744796" y="7034011"/>
                  </a:lnTo>
                  <a:lnTo>
                    <a:pt x="6767877" y="7029908"/>
                  </a:lnTo>
                  <a:lnTo>
                    <a:pt x="6802995" y="7023107"/>
                  </a:lnTo>
                  <a:lnTo>
                    <a:pt x="6850736" y="7013007"/>
                  </a:lnTo>
                  <a:lnTo>
                    <a:pt x="6910586" y="6999127"/>
                  </a:lnTo>
                  <a:lnTo>
                    <a:pt x="6981057" y="6981134"/>
                  </a:lnTo>
                  <a:lnTo>
                    <a:pt x="7059933" y="6958851"/>
                  </a:lnTo>
                  <a:lnTo>
                    <a:pt x="7144597" y="6932235"/>
                  </a:lnTo>
                  <a:lnTo>
                    <a:pt x="7232369" y="6901329"/>
                  </a:lnTo>
                  <a:lnTo>
                    <a:pt x="7320778" y="6866218"/>
                  </a:lnTo>
                  <a:lnTo>
                    <a:pt x="7407753" y="6826972"/>
                  </a:lnTo>
                  <a:lnTo>
                    <a:pt x="7491711" y="6783605"/>
                  </a:lnTo>
                  <a:lnTo>
                    <a:pt x="7571562" y="6736045"/>
                  </a:lnTo>
                  <a:lnTo>
                    <a:pt x="7646661" y="6684113"/>
                  </a:lnTo>
                  <a:lnTo>
                    <a:pt x="7716736" y="6627519"/>
                  </a:lnTo>
                  <a:lnTo>
                    <a:pt x="7781800" y="6565853"/>
                  </a:lnTo>
                  <a:lnTo>
                    <a:pt x="7842074" y="6498595"/>
                  </a:lnTo>
                  <a:lnTo>
                    <a:pt x="7897921" y="6425125"/>
                  </a:lnTo>
                  <a:lnTo>
                    <a:pt x="7949791" y="6344741"/>
                  </a:lnTo>
                  <a:lnTo>
                    <a:pt x="7998184" y="6256689"/>
                  </a:lnTo>
                  <a:lnTo>
                    <a:pt x="8043614" y="6160215"/>
                  </a:lnTo>
                  <a:lnTo>
                    <a:pt x="8086588" y="6054642"/>
                  </a:lnTo>
                  <a:lnTo>
                    <a:pt x="8127584" y="5939489"/>
                  </a:lnTo>
                  <a:lnTo>
                    <a:pt x="8151487" y="5865488"/>
                  </a:lnTo>
                  <a:lnTo>
                    <a:pt x="8176628" y="5782110"/>
                  </a:lnTo>
                  <a:lnTo>
                    <a:pt x="8201308" y="5694646"/>
                  </a:lnTo>
                  <a:lnTo>
                    <a:pt x="8225609" y="5603021"/>
                  </a:lnTo>
                  <a:lnTo>
                    <a:pt x="8249606" y="5507185"/>
                  </a:lnTo>
                  <a:lnTo>
                    <a:pt x="8273362" y="5407119"/>
                  </a:lnTo>
                  <a:lnTo>
                    <a:pt x="8296932" y="5302835"/>
                  </a:lnTo>
                  <a:lnTo>
                    <a:pt x="8320362" y="5194380"/>
                  </a:lnTo>
                  <a:lnTo>
                    <a:pt x="8343692" y="5081838"/>
                  </a:lnTo>
                  <a:lnTo>
                    <a:pt x="8366956" y="4965329"/>
                  </a:lnTo>
                  <a:lnTo>
                    <a:pt x="8390181" y="4845011"/>
                  </a:lnTo>
                  <a:lnTo>
                    <a:pt x="8413388" y="4721084"/>
                  </a:lnTo>
                  <a:lnTo>
                    <a:pt x="8436593" y="4593784"/>
                  </a:lnTo>
                  <a:lnTo>
                    <a:pt x="8459810" y="4463384"/>
                  </a:lnTo>
                  <a:lnTo>
                    <a:pt x="8483045" y="4330197"/>
                  </a:lnTo>
                  <a:lnTo>
                    <a:pt x="8506304" y="4194565"/>
                  </a:lnTo>
                  <a:lnTo>
                    <a:pt x="8529586" y="4056863"/>
                  </a:lnTo>
                  <a:lnTo>
                    <a:pt x="8552889" y="3917491"/>
                  </a:lnTo>
                  <a:lnTo>
                    <a:pt x="8576211" y="3776871"/>
                  </a:lnTo>
                  <a:lnTo>
                    <a:pt x="8599545" y="3635441"/>
                  </a:lnTo>
                  <a:lnTo>
                    <a:pt x="8622885" y="3493649"/>
                  </a:lnTo>
                  <a:lnTo>
                    <a:pt x="8646223" y="3351950"/>
                  </a:lnTo>
                  <a:lnTo>
                    <a:pt x="8669553" y="3210797"/>
                  </a:lnTo>
                  <a:lnTo>
                    <a:pt x="8692868" y="3070633"/>
                  </a:lnTo>
                  <a:lnTo>
                    <a:pt x="8716163" y="2931892"/>
                  </a:lnTo>
                  <a:lnTo>
                    <a:pt x="8739435" y="2794987"/>
                  </a:lnTo>
                  <a:lnTo>
                    <a:pt x="8762684" y="2660309"/>
                  </a:lnTo>
                  <a:lnTo>
                    <a:pt x="8785911" y="2528218"/>
                  </a:lnTo>
                  <a:lnTo>
                    <a:pt x="8809122" y="2399047"/>
                  </a:lnTo>
                  <a:lnTo>
                    <a:pt x="8832327" y="2273091"/>
                  </a:lnTo>
                  <a:lnTo>
                    <a:pt x="8855538" y="2150609"/>
                  </a:lnTo>
                  <a:lnTo>
                    <a:pt x="8878776" y="2031822"/>
                  </a:lnTo>
                  <a:lnTo>
                    <a:pt x="8902063" y="1916914"/>
                  </a:lnTo>
                  <a:lnTo>
                    <a:pt x="8925430" y="1806025"/>
                  </a:lnTo>
                  <a:lnTo>
                    <a:pt x="8948912" y="1699263"/>
                  </a:lnTo>
                  <a:lnTo>
                    <a:pt x="8972551" y="1596695"/>
                  </a:lnTo>
                  <a:lnTo>
                    <a:pt x="8996398" y="1498354"/>
                  </a:lnTo>
                  <a:lnTo>
                    <a:pt x="9020511" y="1404239"/>
                  </a:lnTo>
                  <a:lnTo>
                    <a:pt x="9044958" y="1314318"/>
                  </a:lnTo>
                  <a:lnTo>
                    <a:pt x="9069815" y="1228531"/>
                  </a:lnTo>
                  <a:lnTo>
                    <a:pt x="9084767" y="1179636"/>
                  </a:lnTo>
                  <a:lnTo>
                    <a:pt x="9124779" y="1058633"/>
                  </a:lnTo>
                  <a:lnTo>
                    <a:pt x="9166508" y="947331"/>
                  </a:lnTo>
                  <a:lnTo>
                    <a:pt x="9210401" y="845452"/>
                  </a:lnTo>
                  <a:lnTo>
                    <a:pt x="9256949" y="752418"/>
                  </a:lnTo>
                  <a:lnTo>
                    <a:pt x="9306664" y="667510"/>
                  </a:lnTo>
                  <a:lnTo>
                    <a:pt x="9360059" y="589966"/>
                  </a:lnTo>
                  <a:lnTo>
                    <a:pt x="9417618" y="519049"/>
                  </a:lnTo>
                  <a:lnTo>
                    <a:pt x="9479762" y="454086"/>
                  </a:lnTo>
                  <a:lnTo>
                    <a:pt x="9546804" y="394495"/>
                  </a:lnTo>
                  <a:lnTo>
                    <a:pt x="9618891" y="339799"/>
                  </a:lnTo>
                  <a:lnTo>
                    <a:pt x="9695934" y="289636"/>
                  </a:lnTo>
                  <a:lnTo>
                    <a:pt x="9777520" y="243760"/>
                  </a:lnTo>
                  <a:lnTo>
                    <a:pt x="9862836" y="202036"/>
                  </a:lnTo>
                  <a:lnTo>
                    <a:pt x="9950600" y="164431"/>
                  </a:lnTo>
                  <a:lnTo>
                    <a:pt x="10039029" y="130984"/>
                  </a:lnTo>
                  <a:lnTo>
                    <a:pt x="10125877" y="101776"/>
                  </a:lnTo>
                  <a:lnTo>
                    <a:pt x="10208562" y="76883"/>
                  </a:lnTo>
                  <a:lnTo>
                    <a:pt x="10284390" y="56320"/>
                  </a:lnTo>
                  <a:lnTo>
                    <a:pt x="10350866" y="39994"/>
                  </a:lnTo>
                  <a:lnTo>
                    <a:pt x="10406024" y="27667"/>
                  </a:lnTo>
                  <a:lnTo>
                    <a:pt x="10448741" y="18946"/>
                  </a:lnTo>
                  <a:lnTo>
                    <a:pt x="10478936" y="13296"/>
                  </a:lnTo>
                  <a:lnTo>
                    <a:pt x="10497633" y="10081"/>
                  </a:lnTo>
                  <a:lnTo>
                    <a:pt x="10506905" y="8612"/>
                  </a:lnTo>
                  <a:lnTo>
                    <a:pt x="10509743" y="8195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9158" y="105"/>
                  </a:lnTo>
                  <a:lnTo>
                    <a:pt x="10504171" y="859"/>
                  </a:lnTo>
                  <a:lnTo>
                    <a:pt x="10491458" y="2939"/>
                  </a:lnTo>
                  <a:lnTo>
                    <a:pt x="10468376" y="7043"/>
                  </a:lnTo>
                  <a:lnTo>
                    <a:pt x="10433258" y="13844"/>
                  </a:lnTo>
                  <a:lnTo>
                    <a:pt x="10385517" y="23943"/>
                  </a:lnTo>
                  <a:lnTo>
                    <a:pt x="10325667" y="37824"/>
                  </a:lnTo>
                  <a:lnTo>
                    <a:pt x="10255196" y="55817"/>
                  </a:lnTo>
                  <a:lnTo>
                    <a:pt x="10176321" y="78099"/>
                  </a:lnTo>
                  <a:lnTo>
                    <a:pt x="10091656" y="104716"/>
                  </a:lnTo>
                  <a:lnTo>
                    <a:pt x="10003885" y="135621"/>
                  </a:lnTo>
                  <a:lnTo>
                    <a:pt x="9915476" y="170732"/>
                  </a:lnTo>
                  <a:lnTo>
                    <a:pt x="9828500" y="209978"/>
                  </a:lnTo>
                  <a:lnTo>
                    <a:pt x="9744542" y="253345"/>
                  </a:lnTo>
                  <a:lnTo>
                    <a:pt x="9664692" y="300906"/>
                  </a:lnTo>
                  <a:lnTo>
                    <a:pt x="9589592" y="352837"/>
                  </a:lnTo>
                  <a:lnTo>
                    <a:pt x="9519517" y="409432"/>
                  </a:lnTo>
                  <a:lnTo>
                    <a:pt x="9454453" y="471098"/>
                  </a:lnTo>
                  <a:lnTo>
                    <a:pt x="9394179" y="538356"/>
                  </a:lnTo>
                  <a:lnTo>
                    <a:pt x="9338333" y="611826"/>
                  </a:lnTo>
                  <a:lnTo>
                    <a:pt x="9286462" y="692210"/>
                  </a:lnTo>
                  <a:lnTo>
                    <a:pt x="9238070" y="780262"/>
                  </a:lnTo>
                  <a:lnTo>
                    <a:pt x="9192640" y="876736"/>
                  </a:lnTo>
                  <a:lnTo>
                    <a:pt x="9149665" y="982309"/>
                  </a:lnTo>
                  <a:lnTo>
                    <a:pt x="9108669" y="1097462"/>
                  </a:lnTo>
                  <a:lnTo>
                    <a:pt x="9084767" y="1171463"/>
                  </a:lnTo>
                  <a:lnTo>
                    <a:pt x="9059625" y="1254841"/>
                  </a:lnTo>
                  <a:lnTo>
                    <a:pt x="9034945" y="1342304"/>
                  </a:lnTo>
                  <a:lnTo>
                    <a:pt x="9010644" y="1433929"/>
                  </a:lnTo>
                  <a:lnTo>
                    <a:pt x="8986647" y="1529765"/>
                  </a:lnTo>
                  <a:lnTo>
                    <a:pt x="8962891" y="1629832"/>
                  </a:lnTo>
                  <a:lnTo>
                    <a:pt x="8939321" y="1734116"/>
                  </a:lnTo>
                  <a:lnTo>
                    <a:pt x="8915891" y="1842570"/>
                  </a:lnTo>
                  <a:lnTo>
                    <a:pt x="8892561" y="1955113"/>
                  </a:lnTo>
                  <a:lnTo>
                    <a:pt x="8869297" y="2071622"/>
                  </a:lnTo>
                  <a:lnTo>
                    <a:pt x="8846073" y="2191939"/>
                  </a:lnTo>
                  <a:lnTo>
                    <a:pt x="8822866" y="2315867"/>
                  </a:lnTo>
                  <a:lnTo>
                    <a:pt x="8799660" y="2443167"/>
                  </a:lnTo>
                  <a:lnTo>
                    <a:pt x="8776443" y="2573566"/>
                  </a:lnTo>
                  <a:lnTo>
                    <a:pt x="8753208" y="2706754"/>
                  </a:lnTo>
                  <a:lnTo>
                    <a:pt x="8729950" y="2842385"/>
                  </a:lnTo>
                  <a:lnTo>
                    <a:pt x="8706668" y="2980087"/>
                  </a:lnTo>
                  <a:lnTo>
                    <a:pt x="8683364" y="3119460"/>
                  </a:lnTo>
                  <a:lnTo>
                    <a:pt x="8660042" y="3260080"/>
                  </a:lnTo>
                  <a:lnTo>
                    <a:pt x="8636708" y="3401510"/>
                  </a:lnTo>
                  <a:lnTo>
                    <a:pt x="8613369" y="3543301"/>
                  </a:lnTo>
                  <a:lnTo>
                    <a:pt x="8590030" y="3685000"/>
                  </a:lnTo>
                  <a:lnTo>
                    <a:pt x="8566701" y="3826154"/>
                  </a:lnTo>
                  <a:lnTo>
                    <a:pt x="8543386" y="3966317"/>
                  </a:lnTo>
                  <a:lnTo>
                    <a:pt x="8520090" y="4105058"/>
                  </a:lnTo>
                  <a:lnTo>
                    <a:pt x="8496818" y="4241963"/>
                  </a:lnTo>
                  <a:lnTo>
                    <a:pt x="8473569" y="4376642"/>
                  </a:lnTo>
                  <a:lnTo>
                    <a:pt x="8450342" y="4508732"/>
                  </a:lnTo>
                  <a:lnTo>
                    <a:pt x="8427131" y="4637904"/>
                  </a:lnTo>
                  <a:lnTo>
                    <a:pt x="8403927" y="4763860"/>
                  </a:lnTo>
                  <a:lnTo>
                    <a:pt x="8380715" y="4886342"/>
                  </a:lnTo>
                  <a:lnTo>
                    <a:pt x="8357477" y="5005128"/>
                  </a:lnTo>
                  <a:lnTo>
                    <a:pt x="8334190" y="5120037"/>
                  </a:lnTo>
                  <a:lnTo>
                    <a:pt x="8310823" y="5230925"/>
                  </a:lnTo>
                  <a:lnTo>
                    <a:pt x="8287341" y="5337687"/>
                  </a:lnTo>
                  <a:lnTo>
                    <a:pt x="8263702" y="5440255"/>
                  </a:lnTo>
                  <a:lnTo>
                    <a:pt x="8239855" y="5538596"/>
                  </a:lnTo>
                  <a:lnTo>
                    <a:pt x="8215742" y="5632711"/>
                  </a:lnTo>
                  <a:lnTo>
                    <a:pt x="8191296" y="5722632"/>
                  </a:lnTo>
                  <a:lnTo>
                    <a:pt x="8166439" y="5808419"/>
                  </a:lnTo>
                  <a:lnTo>
                    <a:pt x="8151487" y="5857315"/>
                  </a:lnTo>
                  <a:lnTo>
                    <a:pt x="8111474" y="5978318"/>
                  </a:lnTo>
                  <a:lnTo>
                    <a:pt x="8069745" y="6089619"/>
                  </a:lnTo>
                  <a:lnTo>
                    <a:pt x="8025852" y="6191499"/>
                  </a:lnTo>
                  <a:lnTo>
                    <a:pt x="7979305" y="6284533"/>
                  </a:lnTo>
                  <a:lnTo>
                    <a:pt x="7929589" y="6369440"/>
                  </a:lnTo>
                  <a:lnTo>
                    <a:pt x="7876194" y="6446984"/>
                  </a:lnTo>
                  <a:lnTo>
                    <a:pt x="7818635" y="6517901"/>
                  </a:lnTo>
                  <a:lnTo>
                    <a:pt x="7756491" y="6582864"/>
                  </a:lnTo>
                  <a:lnTo>
                    <a:pt x="7689449" y="6642456"/>
                  </a:lnTo>
                  <a:lnTo>
                    <a:pt x="7617362" y="6697151"/>
                  </a:lnTo>
                  <a:lnTo>
                    <a:pt x="7540320" y="6747314"/>
                  </a:lnTo>
                  <a:lnTo>
                    <a:pt x="7458733" y="6793191"/>
                  </a:lnTo>
                  <a:lnTo>
                    <a:pt x="7373417" y="6834914"/>
                  </a:lnTo>
                  <a:lnTo>
                    <a:pt x="7285653" y="6872520"/>
                  </a:lnTo>
                  <a:lnTo>
                    <a:pt x="7197224" y="6905967"/>
                  </a:lnTo>
                  <a:lnTo>
                    <a:pt x="7110377" y="6935174"/>
                  </a:lnTo>
                  <a:lnTo>
                    <a:pt x="7027692" y="6960067"/>
                  </a:lnTo>
                  <a:lnTo>
                    <a:pt x="6951863" y="6980630"/>
                  </a:lnTo>
                  <a:lnTo>
                    <a:pt x="6885388" y="6996957"/>
                  </a:lnTo>
                  <a:lnTo>
                    <a:pt x="6830229" y="7009284"/>
                  </a:lnTo>
                  <a:lnTo>
                    <a:pt x="6787512" y="7018005"/>
                  </a:lnTo>
                  <a:lnTo>
                    <a:pt x="6757317" y="7023655"/>
                  </a:lnTo>
                  <a:lnTo>
                    <a:pt x="6738620" y="7026870"/>
                  </a:lnTo>
                  <a:lnTo>
                    <a:pt x="6729348" y="7028339"/>
                  </a:lnTo>
                  <a:lnTo>
                    <a:pt x="6726510" y="7028755"/>
                  </a:lnTo>
                  <a:lnTo>
                    <a:pt x="6726343" y="7028778"/>
                  </a:lnTo>
                  <a:lnTo>
                    <a:pt x="5254955" y="7028778"/>
                  </a:lnTo>
                  <a:lnTo>
                    <a:pt x="5253717" y="7028779"/>
                  </a:lnTo>
                  <a:lnTo>
                    <a:pt x="5245595" y="7028783"/>
                  </a:lnTo>
                  <a:lnTo>
                    <a:pt x="5225174" y="7028795"/>
                  </a:lnTo>
                  <a:lnTo>
                    <a:pt x="5188796" y="7028819"/>
                  </a:lnTo>
                  <a:lnTo>
                    <a:pt x="5134841" y="7028858"/>
                  </a:lnTo>
                  <a:lnTo>
                    <a:pt x="5063846" y="7028916"/>
                  </a:lnTo>
                  <a:lnTo>
                    <a:pt x="4978278" y="7028994"/>
                  </a:lnTo>
                  <a:lnTo>
                    <a:pt x="4881961" y="7029092"/>
                  </a:lnTo>
                  <a:lnTo>
                    <a:pt x="4779315" y="7029212"/>
                  </a:lnTo>
                  <a:lnTo>
                    <a:pt x="4674621" y="7029353"/>
                  </a:lnTo>
                  <a:lnTo>
                    <a:pt x="4571493" y="7029514"/>
                  </a:lnTo>
                  <a:lnTo>
                    <a:pt x="4472616" y="7029695"/>
                  </a:lnTo>
                  <a:lnTo>
                    <a:pt x="4379712" y="7029897"/>
                  </a:lnTo>
                  <a:lnTo>
                    <a:pt x="4293659" y="7030121"/>
                  </a:lnTo>
                  <a:lnTo>
                    <a:pt x="4214669" y="7030368"/>
                  </a:lnTo>
                  <a:lnTo>
                    <a:pt x="4142482" y="7030642"/>
                  </a:lnTo>
                  <a:lnTo>
                    <a:pt x="4076529" y="7030947"/>
                  </a:lnTo>
                  <a:lnTo>
                    <a:pt x="4016063" y="7031286"/>
                  </a:lnTo>
                  <a:lnTo>
                    <a:pt x="3960246" y="7031663"/>
                  </a:lnTo>
                  <a:lnTo>
                    <a:pt x="3908227" y="7032083"/>
                  </a:lnTo>
                  <a:lnTo>
                    <a:pt x="3859192" y="7032550"/>
                  </a:lnTo>
                  <a:lnTo>
                    <a:pt x="3829811" y="7032865"/>
                  </a:lnTo>
                  <a:lnTo>
                    <a:pt x="3773579" y="7033543"/>
                  </a:lnTo>
                  <a:lnTo>
                    <a:pt x="3719195" y="7034296"/>
                  </a:lnTo>
                  <a:lnTo>
                    <a:pt x="3665909" y="7035124"/>
                  </a:lnTo>
                  <a:lnTo>
                    <a:pt x="3613184" y="7036025"/>
                  </a:lnTo>
                  <a:lnTo>
                    <a:pt x="3560665" y="7036994"/>
                  </a:lnTo>
                  <a:lnTo>
                    <a:pt x="3508137" y="7038022"/>
                  </a:lnTo>
                  <a:lnTo>
                    <a:pt x="3455505" y="7039095"/>
                  </a:lnTo>
                  <a:lnTo>
                    <a:pt x="3402763" y="7040199"/>
                  </a:lnTo>
                  <a:lnTo>
                    <a:pt x="3349963" y="7041317"/>
                  </a:lnTo>
                  <a:lnTo>
                    <a:pt x="3297183" y="7042431"/>
                  </a:lnTo>
                  <a:lnTo>
                    <a:pt x="3244493" y="7043522"/>
                  </a:lnTo>
                  <a:lnTo>
                    <a:pt x="3191919" y="7044574"/>
                  </a:lnTo>
                  <a:lnTo>
                    <a:pt x="3139414" y="7045574"/>
                  </a:lnTo>
                  <a:lnTo>
                    <a:pt x="3086827" y="7046510"/>
                  </a:lnTo>
                  <a:lnTo>
                    <a:pt x="3033876" y="7047375"/>
                  </a:lnTo>
                  <a:lnTo>
                    <a:pt x="2980120" y="7048165"/>
                  </a:lnTo>
                  <a:lnTo>
                    <a:pt x="2924922" y="7048881"/>
                  </a:lnTo>
                  <a:lnTo>
                    <a:pt x="2896531" y="7049211"/>
                  </a:lnTo>
                  <a:lnTo>
                    <a:pt x="2848982" y="7049707"/>
                  </a:lnTo>
                  <a:lnTo>
                    <a:pt x="2798914" y="7050155"/>
                  </a:lnTo>
                  <a:lnTo>
                    <a:pt x="2745564" y="7050559"/>
                  </a:lnTo>
                  <a:lnTo>
                    <a:pt x="2688096" y="7050921"/>
                  </a:lnTo>
                  <a:lnTo>
                    <a:pt x="2625658" y="7051247"/>
                  </a:lnTo>
                  <a:lnTo>
                    <a:pt x="2557438" y="7051539"/>
                  </a:lnTo>
                  <a:lnTo>
                    <a:pt x="2482742" y="7051803"/>
                  </a:lnTo>
                  <a:lnTo>
                    <a:pt x="2401100" y="7052042"/>
                  </a:lnTo>
                  <a:lnTo>
                    <a:pt x="2312410" y="7052257"/>
                  </a:lnTo>
                  <a:lnTo>
                    <a:pt x="2217112" y="7052451"/>
                  </a:lnTo>
                  <a:lnTo>
                    <a:pt x="2116381" y="7052624"/>
                  </a:lnTo>
                  <a:lnTo>
                    <a:pt x="2012295" y="7052777"/>
                  </a:lnTo>
                  <a:lnTo>
                    <a:pt x="1907903" y="7052910"/>
                  </a:lnTo>
                  <a:lnTo>
                    <a:pt x="1807117" y="7053022"/>
                  </a:lnTo>
                  <a:lnTo>
                    <a:pt x="1714345" y="7053113"/>
                  </a:lnTo>
                  <a:lnTo>
                    <a:pt x="1633874" y="7053183"/>
                  </a:lnTo>
                  <a:lnTo>
                    <a:pt x="1569102" y="7053234"/>
                  </a:lnTo>
                  <a:lnTo>
                    <a:pt x="1521820" y="7053267"/>
                  </a:lnTo>
                  <a:lnTo>
                    <a:pt x="1491758" y="7053286"/>
                  </a:lnTo>
                  <a:lnTo>
                    <a:pt x="1476500" y="7053294"/>
                  </a:lnTo>
                  <a:lnTo>
                    <a:pt x="1471693" y="7053297"/>
                  </a:lnTo>
                  <a:lnTo>
                    <a:pt x="1471387" y="7053297"/>
                  </a:lnTo>
                  <a:lnTo>
                    <a:pt x="0" y="7053297"/>
                  </a:lnTo>
                  <a:close/>
                </a:path>
              </a:pathLst>
            </a:custGeom>
            <a:solidFill>
              <a:srgbClr val="D9B26F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707" name="pl1707"/>
            <p:cNvSpPr/>
            <p:nvPr/>
          </p:nvSpPr>
          <p:spPr>
            <a:xfrm>
              <a:off x="4799595" y="2805752"/>
              <a:ext cx="11981298" cy="7053297"/>
            </a:xfrm>
            <a:custGeom>
              <a:avLst/>
              <a:pathLst>
                <a:path w="11981298" h="7053297">
                  <a:moveTo>
                    <a:pt x="0" y="7053297"/>
                  </a:moveTo>
                  <a:lnTo>
                    <a:pt x="1471387" y="7053297"/>
                  </a:lnTo>
                  <a:lnTo>
                    <a:pt x="1472625" y="7053296"/>
                  </a:lnTo>
                  <a:lnTo>
                    <a:pt x="1480747" y="7053292"/>
                  </a:lnTo>
                  <a:lnTo>
                    <a:pt x="1501168" y="7053280"/>
                  </a:lnTo>
                  <a:lnTo>
                    <a:pt x="1537546" y="7053256"/>
                  </a:lnTo>
                  <a:lnTo>
                    <a:pt x="1591501" y="7053217"/>
                  </a:lnTo>
                  <a:lnTo>
                    <a:pt x="1662496" y="7053159"/>
                  </a:lnTo>
                  <a:lnTo>
                    <a:pt x="1748064" y="7053082"/>
                  </a:lnTo>
                  <a:lnTo>
                    <a:pt x="1844381" y="7052983"/>
                  </a:lnTo>
                  <a:lnTo>
                    <a:pt x="1947027" y="7052863"/>
                  </a:lnTo>
                  <a:lnTo>
                    <a:pt x="2051721" y="7052722"/>
                  </a:lnTo>
                  <a:lnTo>
                    <a:pt x="2154849" y="7052561"/>
                  </a:lnTo>
                  <a:lnTo>
                    <a:pt x="2253726" y="7052380"/>
                  </a:lnTo>
                  <a:lnTo>
                    <a:pt x="2346630" y="7052178"/>
                  </a:lnTo>
                  <a:lnTo>
                    <a:pt x="2432683" y="7051955"/>
                  </a:lnTo>
                  <a:lnTo>
                    <a:pt x="2511673" y="7051707"/>
                  </a:lnTo>
                  <a:lnTo>
                    <a:pt x="2583860" y="7051433"/>
                  </a:lnTo>
                  <a:lnTo>
                    <a:pt x="2649813" y="7051128"/>
                  </a:lnTo>
                  <a:lnTo>
                    <a:pt x="2710280" y="7050790"/>
                  </a:lnTo>
                  <a:lnTo>
                    <a:pt x="2766096" y="7050412"/>
                  </a:lnTo>
                  <a:lnTo>
                    <a:pt x="2818115" y="7049992"/>
                  </a:lnTo>
                  <a:lnTo>
                    <a:pt x="2867150" y="7049525"/>
                  </a:lnTo>
                  <a:lnTo>
                    <a:pt x="2896531" y="7049211"/>
                  </a:lnTo>
                  <a:lnTo>
                    <a:pt x="2952764" y="7048532"/>
                  </a:lnTo>
                  <a:lnTo>
                    <a:pt x="3007147" y="7047779"/>
                  </a:lnTo>
                  <a:lnTo>
                    <a:pt x="3060433" y="7046951"/>
                  </a:lnTo>
                  <a:lnTo>
                    <a:pt x="3113158" y="7046050"/>
                  </a:lnTo>
                  <a:lnTo>
                    <a:pt x="3165677" y="7045081"/>
                  </a:lnTo>
                  <a:lnTo>
                    <a:pt x="3218205" y="7044054"/>
                  </a:lnTo>
                  <a:lnTo>
                    <a:pt x="3270837" y="7042980"/>
                  </a:lnTo>
                  <a:lnTo>
                    <a:pt x="3323579" y="7041876"/>
                  </a:lnTo>
                  <a:lnTo>
                    <a:pt x="3376379" y="7040758"/>
                  </a:lnTo>
                  <a:lnTo>
                    <a:pt x="3429159" y="7039644"/>
                  </a:lnTo>
                  <a:lnTo>
                    <a:pt x="3481850" y="7038553"/>
                  </a:lnTo>
                  <a:lnTo>
                    <a:pt x="3534424" y="7037501"/>
                  </a:lnTo>
                  <a:lnTo>
                    <a:pt x="3586929" y="7036501"/>
                  </a:lnTo>
                  <a:lnTo>
                    <a:pt x="3639516" y="7035565"/>
                  </a:lnTo>
                  <a:lnTo>
                    <a:pt x="3692466" y="7034700"/>
                  </a:lnTo>
                  <a:lnTo>
                    <a:pt x="3746222" y="7033910"/>
                  </a:lnTo>
                  <a:lnTo>
                    <a:pt x="3801421" y="7033194"/>
                  </a:lnTo>
                  <a:lnTo>
                    <a:pt x="3829811" y="7032865"/>
                  </a:lnTo>
                  <a:lnTo>
                    <a:pt x="3877360" y="7032368"/>
                  </a:lnTo>
                  <a:lnTo>
                    <a:pt x="3927428" y="7031920"/>
                  </a:lnTo>
                  <a:lnTo>
                    <a:pt x="3980778" y="7031516"/>
                  </a:lnTo>
                  <a:lnTo>
                    <a:pt x="4038246" y="7031154"/>
                  </a:lnTo>
                  <a:lnTo>
                    <a:pt x="4100684" y="7030828"/>
                  </a:lnTo>
                  <a:lnTo>
                    <a:pt x="4168904" y="7030536"/>
                  </a:lnTo>
                  <a:lnTo>
                    <a:pt x="4243600" y="7030272"/>
                  </a:lnTo>
                  <a:lnTo>
                    <a:pt x="4325242" y="7030034"/>
                  </a:lnTo>
                  <a:lnTo>
                    <a:pt x="4413932" y="7029818"/>
                  </a:lnTo>
                  <a:lnTo>
                    <a:pt x="4509230" y="7029625"/>
                  </a:lnTo>
                  <a:lnTo>
                    <a:pt x="4609961" y="7029451"/>
                  </a:lnTo>
                  <a:lnTo>
                    <a:pt x="4714047" y="7029298"/>
                  </a:lnTo>
                  <a:lnTo>
                    <a:pt x="4818439" y="7029165"/>
                  </a:lnTo>
                  <a:lnTo>
                    <a:pt x="4919225" y="7029053"/>
                  </a:lnTo>
                  <a:lnTo>
                    <a:pt x="5011997" y="7028962"/>
                  </a:lnTo>
                  <a:lnTo>
                    <a:pt x="5092468" y="7028892"/>
                  </a:lnTo>
                  <a:lnTo>
                    <a:pt x="5157240" y="7028842"/>
                  </a:lnTo>
                  <a:lnTo>
                    <a:pt x="5204522" y="7028808"/>
                  </a:lnTo>
                  <a:lnTo>
                    <a:pt x="5234584" y="7028789"/>
                  </a:lnTo>
                  <a:lnTo>
                    <a:pt x="5249842" y="7028781"/>
                  </a:lnTo>
                  <a:lnTo>
                    <a:pt x="5254649" y="7028778"/>
                  </a:lnTo>
                  <a:lnTo>
                    <a:pt x="5254955" y="7028778"/>
                  </a:lnTo>
                  <a:lnTo>
                    <a:pt x="6726343" y="7028778"/>
                  </a:lnTo>
                  <a:lnTo>
                    <a:pt x="6727095" y="7028672"/>
                  </a:lnTo>
                  <a:lnTo>
                    <a:pt x="6732082" y="7027919"/>
                  </a:lnTo>
                  <a:lnTo>
                    <a:pt x="6744796" y="7025838"/>
                  </a:lnTo>
                  <a:lnTo>
                    <a:pt x="6767877" y="7021735"/>
                  </a:lnTo>
                  <a:lnTo>
                    <a:pt x="6802995" y="7014934"/>
                  </a:lnTo>
                  <a:lnTo>
                    <a:pt x="6850736" y="7004834"/>
                  </a:lnTo>
                  <a:lnTo>
                    <a:pt x="6910586" y="6990954"/>
                  </a:lnTo>
                  <a:lnTo>
                    <a:pt x="6981057" y="6972961"/>
                  </a:lnTo>
                  <a:lnTo>
                    <a:pt x="7059933" y="6950678"/>
                  </a:lnTo>
                  <a:lnTo>
                    <a:pt x="7144597" y="6924062"/>
                  </a:lnTo>
                  <a:lnTo>
                    <a:pt x="7232369" y="6893156"/>
                  </a:lnTo>
                  <a:lnTo>
                    <a:pt x="7320778" y="6858045"/>
                  </a:lnTo>
                  <a:lnTo>
                    <a:pt x="7407753" y="6818799"/>
                  </a:lnTo>
                  <a:lnTo>
                    <a:pt x="7491711" y="6775432"/>
                  </a:lnTo>
                  <a:lnTo>
                    <a:pt x="7571562" y="6727872"/>
                  </a:lnTo>
                  <a:lnTo>
                    <a:pt x="7646661" y="6675940"/>
                  </a:lnTo>
                  <a:lnTo>
                    <a:pt x="7716736" y="6619346"/>
                  </a:lnTo>
                  <a:lnTo>
                    <a:pt x="7781800" y="6557680"/>
                  </a:lnTo>
                  <a:lnTo>
                    <a:pt x="7842074" y="6490422"/>
                  </a:lnTo>
                  <a:lnTo>
                    <a:pt x="7897921" y="6416952"/>
                  </a:lnTo>
                  <a:lnTo>
                    <a:pt x="7949791" y="6336568"/>
                  </a:lnTo>
                  <a:lnTo>
                    <a:pt x="7998184" y="6248516"/>
                  </a:lnTo>
                  <a:lnTo>
                    <a:pt x="8043614" y="6152042"/>
                  </a:lnTo>
                  <a:lnTo>
                    <a:pt x="8086588" y="6046469"/>
                  </a:lnTo>
                  <a:lnTo>
                    <a:pt x="8127584" y="5931316"/>
                  </a:lnTo>
                  <a:lnTo>
                    <a:pt x="8151487" y="5857315"/>
                  </a:lnTo>
                  <a:lnTo>
                    <a:pt x="8176628" y="5773937"/>
                  </a:lnTo>
                  <a:lnTo>
                    <a:pt x="8201308" y="5686473"/>
                  </a:lnTo>
                  <a:lnTo>
                    <a:pt x="8225609" y="5594848"/>
                  </a:lnTo>
                  <a:lnTo>
                    <a:pt x="8249606" y="5499012"/>
                  </a:lnTo>
                  <a:lnTo>
                    <a:pt x="8273362" y="5398946"/>
                  </a:lnTo>
                  <a:lnTo>
                    <a:pt x="8296932" y="5294662"/>
                  </a:lnTo>
                  <a:lnTo>
                    <a:pt x="8320362" y="5186207"/>
                  </a:lnTo>
                  <a:lnTo>
                    <a:pt x="8343692" y="5073665"/>
                  </a:lnTo>
                  <a:lnTo>
                    <a:pt x="8366956" y="4957156"/>
                  </a:lnTo>
                  <a:lnTo>
                    <a:pt x="8390181" y="4836838"/>
                  </a:lnTo>
                  <a:lnTo>
                    <a:pt x="8413388" y="4712911"/>
                  </a:lnTo>
                  <a:lnTo>
                    <a:pt x="8436593" y="4585611"/>
                  </a:lnTo>
                  <a:lnTo>
                    <a:pt x="8459810" y="4455211"/>
                  </a:lnTo>
                  <a:lnTo>
                    <a:pt x="8483045" y="4322024"/>
                  </a:lnTo>
                  <a:lnTo>
                    <a:pt x="8506304" y="4186392"/>
                  </a:lnTo>
                  <a:lnTo>
                    <a:pt x="8529586" y="4048690"/>
                  </a:lnTo>
                  <a:lnTo>
                    <a:pt x="8552889" y="3909318"/>
                  </a:lnTo>
                  <a:lnTo>
                    <a:pt x="8576211" y="3768698"/>
                  </a:lnTo>
                  <a:lnTo>
                    <a:pt x="8599545" y="3627268"/>
                  </a:lnTo>
                  <a:lnTo>
                    <a:pt x="8622885" y="3485476"/>
                  </a:lnTo>
                  <a:lnTo>
                    <a:pt x="8646223" y="3343777"/>
                  </a:lnTo>
                  <a:lnTo>
                    <a:pt x="8669553" y="3202624"/>
                  </a:lnTo>
                  <a:lnTo>
                    <a:pt x="8692868" y="3062460"/>
                  </a:lnTo>
                  <a:lnTo>
                    <a:pt x="8716163" y="2923719"/>
                  </a:lnTo>
                  <a:lnTo>
                    <a:pt x="8739435" y="2786814"/>
                  </a:lnTo>
                  <a:lnTo>
                    <a:pt x="8762684" y="2652136"/>
                  </a:lnTo>
                  <a:lnTo>
                    <a:pt x="8785911" y="2520045"/>
                  </a:lnTo>
                  <a:lnTo>
                    <a:pt x="8809122" y="2390874"/>
                  </a:lnTo>
                  <a:lnTo>
                    <a:pt x="8832327" y="2264918"/>
                  </a:lnTo>
                  <a:lnTo>
                    <a:pt x="8855538" y="2142436"/>
                  </a:lnTo>
                  <a:lnTo>
                    <a:pt x="8878776" y="2023649"/>
                  </a:lnTo>
                  <a:lnTo>
                    <a:pt x="8902063" y="1908741"/>
                  </a:lnTo>
                  <a:lnTo>
                    <a:pt x="8925430" y="1797852"/>
                  </a:lnTo>
                  <a:lnTo>
                    <a:pt x="8948912" y="1691090"/>
                  </a:lnTo>
                  <a:lnTo>
                    <a:pt x="8972551" y="1588522"/>
                  </a:lnTo>
                  <a:lnTo>
                    <a:pt x="8996398" y="1490181"/>
                  </a:lnTo>
                  <a:lnTo>
                    <a:pt x="9020511" y="1396066"/>
                  </a:lnTo>
                  <a:lnTo>
                    <a:pt x="9044958" y="1306145"/>
                  </a:lnTo>
                  <a:lnTo>
                    <a:pt x="9069815" y="1220358"/>
                  </a:lnTo>
                  <a:lnTo>
                    <a:pt x="9084767" y="1171463"/>
                  </a:lnTo>
                  <a:lnTo>
                    <a:pt x="9124779" y="1050460"/>
                  </a:lnTo>
                  <a:lnTo>
                    <a:pt x="9166508" y="939158"/>
                  </a:lnTo>
                  <a:lnTo>
                    <a:pt x="9210401" y="837279"/>
                  </a:lnTo>
                  <a:lnTo>
                    <a:pt x="9256949" y="744245"/>
                  </a:lnTo>
                  <a:lnTo>
                    <a:pt x="9306664" y="659337"/>
                  </a:lnTo>
                  <a:lnTo>
                    <a:pt x="9360059" y="581793"/>
                  </a:lnTo>
                  <a:lnTo>
                    <a:pt x="9417618" y="510876"/>
                  </a:lnTo>
                  <a:lnTo>
                    <a:pt x="9479762" y="445913"/>
                  </a:lnTo>
                  <a:lnTo>
                    <a:pt x="9546804" y="386322"/>
                  </a:lnTo>
                  <a:lnTo>
                    <a:pt x="9618891" y="331626"/>
                  </a:lnTo>
                  <a:lnTo>
                    <a:pt x="9695934" y="281463"/>
                  </a:lnTo>
                  <a:lnTo>
                    <a:pt x="9777520" y="235587"/>
                  </a:lnTo>
                  <a:lnTo>
                    <a:pt x="9862836" y="193863"/>
                  </a:lnTo>
                  <a:lnTo>
                    <a:pt x="9950600" y="156258"/>
                  </a:lnTo>
                  <a:lnTo>
                    <a:pt x="10039029" y="122811"/>
                  </a:lnTo>
                  <a:lnTo>
                    <a:pt x="10125877" y="93603"/>
                  </a:lnTo>
                  <a:lnTo>
                    <a:pt x="10208562" y="68710"/>
                  </a:lnTo>
                  <a:lnTo>
                    <a:pt x="10284390" y="48147"/>
                  </a:lnTo>
                  <a:lnTo>
                    <a:pt x="10350866" y="31821"/>
                  </a:lnTo>
                  <a:lnTo>
                    <a:pt x="10406024" y="19494"/>
                  </a:lnTo>
                  <a:lnTo>
                    <a:pt x="10448741" y="10773"/>
                  </a:lnTo>
                  <a:lnTo>
                    <a:pt x="10478936" y="5123"/>
                  </a:lnTo>
                  <a:lnTo>
                    <a:pt x="10497633" y="1908"/>
                  </a:lnTo>
                  <a:lnTo>
                    <a:pt x="10506905" y="439"/>
                  </a:lnTo>
                  <a:lnTo>
                    <a:pt x="10509743" y="22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08" name="pl1708"/>
            <p:cNvSpPr/>
            <p:nvPr/>
          </p:nvSpPr>
          <p:spPr>
            <a:xfrm>
              <a:off x="4799595" y="2797579"/>
              <a:ext cx="11981298" cy="7053297"/>
            </a:xfrm>
            <a:custGeom>
              <a:avLst/>
              <a:pathLst>
                <a:path w="11981298" h="7053297">
                  <a:moveTo>
                    <a:pt x="11981298" y="0"/>
                  </a:moveTo>
                  <a:lnTo>
                    <a:pt x="10509911" y="0"/>
                  </a:lnTo>
                  <a:lnTo>
                    <a:pt x="10509158" y="105"/>
                  </a:lnTo>
                  <a:lnTo>
                    <a:pt x="10504171" y="859"/>
                  </a:lnTo>
                  <a:lnTo>
                    <a:pt x="10491458" y="2939"/>
                  </a:lnTo>
                  <a:lnTo>
                    <a:pt x="10468376" y="7043"/>
                  </a:lnTo>
                  <a:lnTo>
                    <a:pt x="10433258" y="13844"/>
                  </a:lnTo>
                  <a:lnTo>
                    <a:pt x="10385517" y="23943"/>
                  </a:lnTo>
                  <a:lnTo>
                    <a:pt x="10325667" y="37824"/>
                  </a:lnTo>
                  <a:lnTo>
                    <a:pt x="10255196" y="55817"/>
                  </a:lnTo>
                  <a:lnTo>
                    <a:pt x="10176321" y="78099"/>
                  </a:lnTo>
                  <a:lnTo>
                    <a:pt x="10091656" y="104716"/>
                  </a:lnTo>
                  <a:lnTo>
                    <a:pt x="10003885" y="135621"/>
                  </a:lnTo>
                  <a:lnTo>
                    <a:pt x="9915476" y="170732"/>
                  </a:lnTo>
                  <a:lnTo>
                    <a:pt x="9828500" y="209978"/>
                  </a:lnTo>
                  <a:lnTo>
                    <a:pt x="9744542" y="253345"/>
                  </a:lnTo>
                  <a:lnTo>
                    <a:pt x="9664692" y="300906"/>
                  </a:lnTo>
                  <a:lnTo>
                    <a:pt x="9589592" y="352837"/>
                  </a:lnTo>
                  <a:lnTo>
                    <a:pt x="9519517" y="409432"/>
                  </a:lnTo>
                  <a:lnTo>
                    <a:pt x="9454453" y="471098"/>
                  </a:lnTo>
                  <a:lnTo>
                    <a:pt x="9394179" y="538356"/>
                  </a:lnTo>
                  <a:lnTo>
                    <a:pt x="9338333" y="611826"/>
                  </a:lnTo>
                  <a:lnTo>
                    <a:pt x="9286462" y="692210"/>
                  </a:lnTo>
                  <a:lnTo>
                    <a:pt x="9238070" y="780262"/>
                  </a:lnTo>
                  <a:lnTo>
                    <a:pt x="9192640" y="876736"/>
                  </a:lnTo>
                  <a:lnTo>
                    <a:pt x="9149665" y="982309"/>
                  </a:lnTo>
                  <a:lnTo>
                    <a:pt x="9108669" y="1097462"/>
                  </a:lnTo>
                  <a:lnTo>
                    <a:pt x="9084767" y="1171463"/>
                  </a:lnTo>
                  <a:lnTo>
                    <a:pt x="9059625" y="1254841"/>
                  </a:lnTo>
                  <a:lnTo>
                    <a:pt x="9034945" y="1342304"/>
                  </a:lnTo>
                  <a:lnTo>
                    <a:pt x="9010644" y="1433929"/>
                  </a:lnTo>
                  <a:lnTo>
                    <a:pt x="8986647" y="1529765"/>
                  </a:lnTo>
                  <a:lnTo>
                    <a:pt x="8962891" y="1629832"/>
                  </a:lnTo>
                  <a:lnTo>
                    <a:pt x="8939321" y="1734116"/>
                  </a:lnTo>
                  <a:lnTo>
                    <a:pt x="8915891" y="1842570"/>
                  </a:lnTo>
                  <a:lnTo>
                    <a:pt x="8892561" y="1955113"/>
                  </a:lnTo>
                  <a:lnTo>
                    <a:pt x="8869297" y="2071622"/>
                  </a:lnTo>
                  <a:lnTo>
                    <a:pt x="8846073" y="2191939"/>
                  </a:lnTo>
                  <a:lnTo>
                    <a:pt x="8822866" y="2315867"/>
                  </a:lnTo>
                  <a:lnTo>
                    <a:pt x="8799660" y="2443167"/>
                  </a:lnTo>
                  <a:lnTo>
                    <a:pt x="8776443" y="2573566"/>
                  </a:lnTo>
                  <a:lnTo>
                    <a:pt x="8753208" y="2706754"/>
                  </a:lnTo>
                  <a:lnTo>
                    <a:pt x="8729950" y="2842385"/>
                  </a:lnTo>
                  <a:lnTo>
                    <a:pt x="8706668" y="2980087"/>
                  </a:lnTo>
                  <a:lnTo>
                    <a:pt x="8683364" y="3119460"/>
                  </a:lnTo>
                  <a:lnTo>
                    <a:pt x="8660042" y="3260080"/>
                  </a:lnTo>
                  <a:lnTo>
                    <a:pt x="8636708" y="3401510"/>
                  </a:lnTo>
                  <a:lnTo>
                    <a:pt x="8613369" y="3543301"/>
                  </a:lnTo>
                  <a:lnTo>
                    <a:pt x="8590030" y="3685000"/>
                  </a:lnTo>
                  <a:lnTo>
                    <a:pt x="8566701" y="3826154"/>
                  </a:lnTo>
                  <a:lnTo>
                    <a:pt x="8543386" y="3966317"/>
                  </a:lnTo>
                  <a:lnTo>
                    <a:pt x="8520090" y="4105058"/>
                  </a:lnTo>
                  <a:lnTo>
                    <a:pt x="8496818" y="4241963"/>
                  </a:lnTo>
                  <a:lnTo>
                    <a:pt x="8473569" y="4376642"/>
                  </a:lnTo>
                  <a:lnTo>
                    <a:pt x="8450342" y="4508732"/>
                  </a:lnTo>
                  <a:lnTo>
                    <a:pt x="8427131" y="4637904"/>
                  </a:lnTo>
                  <a:lnTo>
                    <a:pt x="8403927" y="4763860"/>
                  </a:lnTo>
                  <a:lnTo>
                    <a:pt x="8380715" y="4886342"/>
                  </a:lnTo>
                  <a:lnTo>
                    <a:pt x="8357477" y="5005128"/>
                  </a:lnTo>
                  <a:lnTo>
                    <a:pt x="8334190" y="5120037"/>
                  </a:lnTo>
                  <a:lnTo>
                    <a:pt x="8310823" y="5230925"/>
                  </a:lnTo>
                  <a:lnTo>
                    <a:pt x="8287341" y="5337687"/>
                  </a:lnTo>
                  <a:lnTo>
                    <a:pt x="8263702" y="5440255"/>
                  </a:lnTo>
                  <a:lnTo>
                    <a:pt x="8239855" y="5538596"/>
                  </a:lnTo>
                  <a:lnTo>
                    <a:pt x="8215742" y="5632711"/>
                  </a:lnTo>
                  <a:lnTo>
                    <a:pt x="8191296" y="5722632"/>
                  </a:lnTo>
                  <a:lnTo>
                    <a:pt x="8166439" y="5808419"/>
                  </a:lnTo>
                  <a:lnTo>
                    <a:pt x="8151487" y="5857315"/>
                  </a:lnTo>
                  <a:lnTo>
                    <a:pt x="8111474" y="5978318"/>
                  </a:lnTo>
                  <a:lnTo>
                    <a:pt x="8069745" y="6089619"/>
                  </a:lnTo>
                  <a:lnTo>
                    <a:pt x="8025852" y="6191499"/>
                  </a:lnTo>
                  <a:lnTo>
                    <a:pt x="7979305" y="6284533"/>
                  </a:lnTo>
                  <a:lnTo>
                    <a:pt x="7929589" y="6369440"/>
                  </a:lnTo>
                  <a:lnTo>
                    <a:pt x="7876194" y="6446984"/>
                  </a:lnTo>
                  <a:lnTo>
                    <a:pt x="7818635" y="6517901"/>
                  </a:lnTo>
                  <a:lnTo>
                    <a:pt x="7756491" y="6582864"/>
                  </a:lnTo>
                  <a:lnTo>
                    <a:pt x="7689449" y="6642456"/>
                  </a:lnTo>
                  <a:lnTo>
                    <a:pt x="7617362" y="6697151"/>
                  </a:lnTo>
                  <a:lnTo>
                    <a:pt x="7540320" y="6747314"/>
                  </a:lnTo>
                  <a:lnTo>
                    <a:pt x="7458733" y="6793191"/>
                  </a:lnTo>
                  <a:lnTo>
                    <a:pt x="7373417" y="6834914"/>
                  </a:lnTo>
                  <a:lnTo>
                    <a:pt x="7285653" y="6872520"/>
                  </a:lnTo>
                  <a:lnTo>
                    <a:pt x="7197224" y="6905967"/>
                  </a:lnTo>
                  <a:lnTo>
                    <a:pt x="7110377" y="6935174"/>
                  </a:lnTo>
                  <a:lnTo>
                    <a:pt x="7027692" y="6960067"/>
                  </a:lnTo>
                  <a:lnTo>
                    <a:pt x="6951863" y="6980630"/>
                  </a:lnTo>
                  <a:lnTo>
                    <a:pt x="6885388" y="6996957"/>
                  </a:lnTo>
                  <a:lnTo>
                    <a:pt x="6830229" y="7009284"/>
                  </a:lnTo>
                  <a:lnTo>
                    <a:pt x="6787512" y="7018005"/>
                  </a:lnTo>
                  <a:lnTo>
                    <a:pt x="6757317" y="7023655"/>
                  </a:lnTo>
                  <a:lnTo>
                    <a:pt x="6738620" y="7026870"/>
                  </a:lnTo>
                  <a:lnTo>
                    <a:pt x="6729348" y="7028339"/>
                  </a:lnTo>
                  <a:lnTo>
                    <a:pt x="6726510" y="7028755"/>
                  </a:lnTo>
                  <a:lnTo>
                    <a:pt x="6726343" y="7028778"/>
                  </a:lnTo>
                  <a:lnTo>
                    <a:pt x="5254955" y="7028778"/>
                  </a:lnTo>
                  <a:lnTo>
                    <a:pt x="5253717" y="7028779"/>
                  </a:lnTo>
                  <a:lnTo>
                    <a:pt x="5245595" y="7028783"/>
                  </a:lnTo>
                  <a:lnTo>
                    <a:pt x="5225174" y="7028795"/>
                  </a:lnTo>
                  <a:lnTo>
                    <a:pt x="5188796" y="7028819"/>
                  </a:lnTo>
                  <a:lnTo>
                    <a:pt x="5134841" y="7028858"/>
                  </a:lnTo>
                  <a:lnTo>
                    <a:pt x="5063846" y="7028916"/>
                  </a:lnTo>
                  <a:lnTo>
                    <a:pt x="4978278" y="7028994"/>
                  </a:lnTo>
                  <a:lnTo>
                    <a:pt x="4881961" y="7029092"/>
                  </a:lnTo>
                  <a:lnTo>
                    <a:pt x="4779315" y="7029212"/>
                  </a:lnTo>
                  <a:lnTo>
                    <a:pt x="4674621" y="7029353"/>
                  </a:lnTo>
                  <a:lnTo>
                    <a:pt x="4571493" y="7029514"/>
                  </a:lnTo>
                  <a:lnTo>
                    <a:pt x="4472616" y="7029695"/>
                  </a:lnTo>
                  <a:lnTo>
                    <a:pt x="4379712" y="7029897"/>
                  </a:lnTo>
                  <a:lnTo>
                    <a:pt x="4293659" y="7030121"/>
                  </a:lnTo>
                  <a:lnTo>
                    <a:pt x="4214669" y="7030368"/>
                  </a:lnTo>
                  <a:lnTo>
                    <a:pt x="4142482" y="7030642"/>
                  </a:lnTo>
                  <a:lnTo>
                    <a:pt x="4076529" y="7030947"/>
                  </a:lnTo>
                  <a:lnTo>
                    <a:pt x="4016063" y="7031286"/>
                  </a:lnTo>
                  <a:lnTo>
                    <a:pt x="3960246" y="7031663"/>
                  </a:lnTo>
                  <a:lnTo>
                    <a:pt x="3908227" y="7032083"/>
                  </a:lnTo>
                  <a:lnTo>
                    <a:pt x="3859192" y="7032550"/>
                  </a:lnTo>
                  <a:lnTo>
                    <a:pt x="3829811" y="7032865"/>
                  </a:lnTo>
                  <a:lnTo>
                    <a:pt x="3773579" y="7033543"/>
                  </a:lnTo>
                  <a:lnTo>
                    <a:pt x="3719195" y="7034296"/>
                  </a:lnTo>
                  <a:lnTo>
                    <a:pt x="3665909" y="7035124"/>
                  </a:lnTo>
                  <a:lnTo>
                    <a:pt x="3613184" y="7036025"/>
                  </a:lnTo>
                  <a:lnTo>
                    <a:pt x="3560665" y="7036994"/>
                  </a:lnTo>
                  <a:lnTo>
                    <a:pt x="3508137" y="7038022"/>
                  </a:lnTo>
                  <a:lnTo>
                    <a:pt x="3455505" y="7039095"/>
                  </a:lnTo>
                  <a:lnTo>
                    <a:pt x="3402763" y="7040199"/>
                  </a:lnTo>
                  <a:lnTo>
                    <a:pt x="3349963" y="7041317"/>
                  </a:lnTo>
                  <a:lnTo>
                    <a:pt x="3297183" y="7042431"/>
                  </a:lnTo>
                  <a:lnTo>
                    <a:pt x="3244493" y="7043522"/>
                  </a:lnTo>
                  <a:lnTo>
                    <a:pt x="3191919" y="7044574"/>
                  </a:lnTo>
                  <a:lnTo>
                    <a:pt x="3139414" y="7045574"/>
                  </a:lnTo>
                  <a:lnTo>
                    <a:pt x="3086827" y="7046510"/>
                  </a:lnTo>
                  <a:lnTo>
                    <a:pt x="3033876" y="7047375"/>
                  </a:lnTo>
                  <a:lnTo>
                    <a:pt x="2980120" y="7048165"/>
                  </a:lnTo>
                  <a:lnTo>
                    <a:pt x="2924922" y="7048881"/>
                  </a:lnTo>
                  <a:lnTo>
                    <a:pt x="2896531" y="7049211"/>
                  </a:lnTo>
                  <a:lnTo>
                    <a:pt x="2848982" y="7049707"/>
                  </a:lnTo>
                  <a:lnTo>
                    <a:pt x="2798914" y="7050155"/>
                  </a:lnTo>
                  <a:lnTo>
                    <a:pt x="2745564" y="7050559"/>
                  </a:lnTo>
                  <a:lnTo>
                    <a:pt x="2688096" y="7050921"/>
                  </a:lnTo>
                  <a:lnTo>
                    <a:pt x="2625658" y="7051247"/>
                  </a:lnTo>
                  <a:lnTo>
                    <a:pt x="2557438" y="7051539"/>
                  </a:lnTo>
                  <a:lnTo>
                    <a:pt x="2482742" y="7051803"/>
                  </a:lnTo>
                  <a:lnTo>
                    <a:pt x="2401100" y="7052042"/>
                  </a:lnTo>
                  <a:lnTo>
                    <a:pt x="2312410" y="7052257"/>
                  </a:lnTo>
                  <a:lnTo>
                    <a:pt x="2217112" y="7052451"/>
                  </a:lnTo>
                  <a:lnTo>
                    <a:pt x="2116381" y="7052624"/>
                  </a:lnTo>
                  <a:lnTo>
                    <a:pt x="2012295" y="7052777"/>
                  </a:lnTo>
                  <a:lnTo>
                    <a:pt x="1907903" y="7052910"/>
                  </a:lnTo>
                  <a:lnTo>
                    <a:pt x="1807117" y="7053022"/>
                  </a:lnTo>
                  <a:lnTo>
                    <a:pt x="1714345" y="7053113"/>
                  </a:lnTo>
                  <a:lnTo>
                    <a:pt x="1633874" y="7053183"/>
                  </a:lnTo>
                  <a:lnTo>
                    <a:pt x="1569102" y="7053234"/>
                  </a:lnTo>
                  <a:lnTo>
                    <a:pt x="1521820" y="7053267"/>
                  </a:lnTo>
                  <a:lnTo>
                    <a:pt x="1491758" y="7053286"/>
                  </a:lnTo>
                  <a:lnTo>
                    <a:pt x="1476500" y="7053294"/>
                  </a:lnTo>
                  <a:lnTo>
                    <a:pt x="1471693" y="7053297"/>
                  </a:lnTo>
                  <a:lnTo>
                    <a:pt x="1471387" y="7053297"/>
                  </a:lnTo>
                  <a:lnTo>
                    <a:pt x="0" y="705329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09" name="pg1709"/>
            <p:cNvSpPr/>
            <p:nvPr/>
          </p:nvSpPr>
          <p:spPr>
            <a:xfrm>
              <a:off x="4799595" y="2895655"/>
              <a:ext cx="11981298" cy="6742723"/>
            </a:xfrm>
            <a:custGeom>
              <a:avLst/>
              <a:pathLst>
                <a:path w="11981298" h="6742723">
                  <a:moveTo>
                    <a:pt x="0" y="6742723"/>
                  </a:moveTo>
                  <a:lnTo>
                    <a:pt x="1471387" y="6742723"/>
                  </a:lnTo>
                  <a:lnTo>
                    <a:pt x="1472175" y="6742621"/>
                  </a:lnTo>
                  <a:lnTo>
                    <a:pt x="1477397" y="6741896"/>
                  </a:lnTo>
                  <a:lnTo>
                    <a:pt x="1490692" y="6739893"/>
                  </a:lnTo>
                  <a:lnTo>
                    <a:pt x="1514793" y="6735943"/>
                  </a:lnTo>
                  <a:lnTo>
                    <a:pt x="1551387" y="6729400"/>
                  </a:lnTo>
                  <a:lnTo>
                    <a:pt x="1601006" y="6719692"/>
                  </a:lnTo>
                  <a:lnTo>
                    <a:pt x="1663015" y="6706368"/>
                  </a:lnTo>
                  <a:lnTo>
                    <a:pt x="1735761" y="6689124"/>
                  </a:lnTo>
                  <a:lnTo>
                    <a:pt x="1816851" y="6667806"/>
                  </a:lnTo>
                  <a:lnTo>
                    <a:pt x="1903515" y="6642387"/>
                  </a:lnTo>
                  <a:lnTo>
                    <a:pt x="1992959" y="6612918"/>
                  </a:lnTo>
                  <a:lnTo>
                    <a:pt x="2082653" y="6579480"/>
                  </a:lnTo>
                  <a:lnTo>
                    <a:pt x="2170516" y="6542133"/>
                  </a:lnTo>
                  <a:lnTo>
                    <a:pt x="2254991" y="6500877"/>
                  </a:lnTo>
                  <a:lnTo>
                    <a:pt x="2335041" y="6455622"/>
                  </a:lnTo>
                  <a:lnTo>
                    <a:pt x="2410089" y="6406171"/>
                  </a:lnTo>
                  <a:lnTo>
                    <a:pt x="2479931" y="6352215"/>
                  </a:lnTo>
                  <a:lnTo>
                    <a:pt x="2544644" y="6293332"/>
                  </a:lnTo>
                  <a:lnTo>
                    <a:pt x="2604509" y="6228995"/>
                  </a:lnTo>
                  <a:lnTo>
                    <a:pt x="2659938" y="6158580"/>
                  </a:lnTo>
                  <a:lnTo>
                    <a:pt x="2711424" y="6081393"/>
                  </a:lnTo>
                  <a:lnTo>
                    <a:pt x="2759497" y="5996702"/>
                  </a:lnTo>
                  <a:lnTo>
                    <a:pt x="2804699" y="5903798"/>
                  </a:lnTo>
                  <a:lnTo>
                    <a:pt x="2847552" y="5802081"/>
                  </a:lnTo>
                  <a:lnTo>
                    <a:pt x="2888537" y="5691203"/>
                  </a:lnTo>
                  <a:lnTo>
                    <a:pt x="2896531" y="5667974"/>
                  </a:lnTo>
                  <a:lnTo>
                    <a:pt x="2922722" y="5588172"/>
                  </a:lnTo>
                  <a:lnTo>
                    <a:pt x="2948415" y="5504297"/>
                  </a:lnTo>
                  <a:lnTo>
                    <a:pt x="2973704" y="5416269"/>
                  </a:lnTo>
                  <a:lnTo>
                    <a:pt x="2998672" y="5324042"/>
                  </a:lnTo>
                  <a:lnTo>
                    <a:pt x="3023389" y="5227599"/>
                  </a:lnTo>
                  <a:lnTo>
                    <a:pt x="3047915" y="5126962"/>
                  </a:lnTo>
                  <a:lnTo>
                    <a:pt x="3072300" y="5022186"/>
                  </a:lnTo>
                  <a:lnTo>
                    <a:pt x="3096589" y="4913369"/>
                  </a:lnTo>
                  <a:lnTo>
                    <a:pt x="3120816" y="4800648"/>
                  </a:lnTo>
                  <a:lnTo>
                    <a:pt x="3145010" y="4684204"/>
                  </a:lnTo>
                  <a:lnTo>
                    <a:pt x="3169193" y="4564257"/>
                  </a:lnTo>
                  <a:lnTo>
                    <a:pt x="3193382" y="4441072"/>
                  </a:lnTo>
                  <a:lnTo>
                    <a:pt x="3217587" y="4314952"/>
                  </a:lnTo>
                  <a:lnTo>
                    <a:pt x="3241815" y="4186237"/>
                  </a:lnTo>
                  <a:lnTo>
                    <a:pt x="3266069" y="4055304"/>
                  </a:lnTo>
                  <a:lnTo>
                    <a:pt x="3290348" y="3922557"/>
                  </a:lnTo>
                  <a:lnTo>
                    <a:pt x="3314647" y="3788428"/>
                  </a:lnTo>
                  <a:lnTo>
                    <a:pt x="3338962" y="3653367"/>
                  </a:lnTo>
                  <a:lnTo>
                    <a:pt x="3363285" y="3517838"/>
                  </a:lnTo>
                  <a:lnTo>
                    <a:pt x="3387608" y="3382311"/>
                  </a:lnTo>
                  <a:lnTo>
                    <a:pt x="3411923" y="3247256"/>
                  </a:lnTo>
                  <a:lnTo>
                    <a:pt x="3436223" y="3113138"/>
                  </a:lnTo>
                  <a:lnTo>
                    <a:pt x="3460501" y="2980407"/>
                  </a:lnTo>
                  <a:lnTo>
                    <a:pt x="3484755" y="2849492"/>
                  </a:lnTo>
                  <a:lnTo>
                    <a:pt x="3508983" y="2720801"/>
                  </a:lnTo>
                  <a:lnTo>
                    <a:pt x="3533188" y="2594706"/>
                  </a:lnTo>
                  <a:lnTo>
                    <a:pt x="3557376" y="2471550"/>
                  </a:lnTo>
                  <a:lnTo>
                    <a:pt x="3581559" y="2351636"/>
                  </a:lnTo>
                  <a:lnTo>
                    <a:pt x="3605753" y="2235225"/>
                  </a:lnTo>
                  <a:lnTo>
                    <a:pt x="3629981" y="2122541"/>
                  </a:lnTo>
                  <a:lnTo>
                    <a:pt x="3654270" y="2013761"/>
                  </a:lnTo>
                  <a:lnTo>
                    <a:pt x="3678657" y="1909024"/>
                  </a:lnTo>
                  <a:lnTo>
                    <a:pt x="3703184" y="1808425"/>
                  </a:lnTo>
                  <a:lnTo>
                    <a:pt x="3727903" y="1712022"/>
                  </a:lnTo>
                  <a:lnTo>
                    <a:pt x="3752874" y="1619834"/>
                  </a:lnTo>
                  <a:lnTo>
                    <a:pt x="3778167" y="1531846"/>
                  </a:lnTo>
                  <a:lnTo>
                    <a:pt x="3803864" y="1448009"/>
                  </a:lnTo>
                  <a:lnTo>
                    <a:pt x="3829811" y="1368977"/>
                  </a:lnTo>
                  <a:lnTo>
                    <a:pt x="3870475" y="1256264"/>
                  </a:lnTo>
                  <a:lnTo>
                    <a:pt x="3912918" y="1152735"/>
                  </a:lnTo>
                  <a:lnTo>
                    <a:pt x="3957611" y="1058114"/>
                  </a:lnTo>
                  <a:lnTo>
                    <a:pt x="4005068" y="971839"/>
                  </a:lnTo>
                  <a:lnTo>
                    <a:pt x="4055829" y="893213"/>
                  </a:lnTo>
                  <a:lnTo>
                    <a:pt x="4110430" y="821504"/>
                  </a:lnTo>
                  <a:lnTo>
                    <a:pt x="4169374" y="756005"/>
                  </a:lnTo>
                  <a:lnTo>
                    <a:pt x="4233092" y="696080"/>
                  </a:lnTo>
                  <a:lnTo>
                    <a:pt x="4301896" y="641178"/>
                  </a:lnTo>
                  <a:lnTo>
                    <a:pt x="4375911" y="590856"/>
                  </a:lnTo>
                  <a:lnTo>
                    <a:pt x="4454996" y="544782"/>
                  </a:lnTo>
                  <a:lnTo>
                    <a:pt x="4538655" y="502738"/>
                  </a:lnTo>
                  <a:lnTo>
                    <a:pt x="4625948" y="464614"/>
                  </a:lnTo>
                  <a:lnTo>
                    <a:pt x="4715427" y="430393"/>
                  </a:lnTo>
                  <a:lnTo>
                    <a:pt x="4805110" y="400125"/>
                  </a:lnTo>
                  <a:lnTo>
                    <a:pt x="4892548" y="373891"/>
                  </a:lnTo>
                  <a:lnTo>
                    <a:pt x="4974977" y="351754"/>
                  </a:lnTo>
                  <a:lnTo>
                    <a:pt x="5049597" y="333704"/>
                  </a:lnTo>
                  <a:lnTo>
                    <a:pt x="5113909" y="319617"/>
                  </a:lnTo>
                  <a:lnTo>
                    <a:pt x="5166087" y="309219"/>
                  </a:lnTo>
                  <a:lnTo>
                    <a:pt x="5205277" y="302087"/>
                  </a:lnTo>
                  <a:lnTo>
                    <a:pt x="5231773" y="297669"/>
                  </a:lnTo>
                  <a:lnTo>
                    <a:pt x="5247038" y="295331"/>
                  </a:lnTo>
                  <a:lnTo>
                    <a:pt x="5253607" y="294404"/>
                  </a:lnTo>
                  <a:lnTo>
                    <a:pt x="5254955" y="294227"/>
                  </a:lnTo>
                  <a:lnTo>
                    <a:pt x="6726343" y="294227"/>
                  </a:lnTo>
                  <a:lnTo>
                    <a:pt x="6727579" y="294220"/>
                  </a:lnTo>
                  <a:lnTo>
                    <a:pt x="6735695" y="294169"/>
                  </a:lnTo>
                  <a:lnTo>
                    <a:pt x="6756100" y="294028"/>
                  </a:lnTo>
                  <a:lnTo>
                    <a:pt x="6792451" y="293750"/>
                  </a:lnTo>
                  <a:lnTo>
                    <a:pt x="6846369" y="293292"/>
                  </a:lnTo>
                  <a:lnTo>
                    <a:pt x="6917320" y="292621"/>
                  </a:lnTo>
                  <a:lnTo>
                    <a:pt x="7002842" y="291715"/>
                  </a:lnTo>
                  <a:lnTo>
                    <a:pt x="7099114" y="290562"/>
                  </a:lnTo>
                  <a:lnTo>
                    <a:pt x="7201722" y="289164"/>
                  </a:lnTo>
                  <a:lnTo>
                    <a:pt x="7306387" y="287524"/>
                  </a:lnTo>
                  <a:lnTo>
                    <a:pt x="7409496" y="285648"/>
                  </a:lnTo>
                  <a:lnTo>
                    <a:pt x="7508362" y="283536"/>
                  </a:lnTo>
                  <a:lnTo>
                    <a:pt x="7601262" y="281184"/>
                  </a:lnTo>
                  <a:lnTo>
                    <a:pt x="7687318" y="278576"/>
                  </a:lnTo>
                  <a:lnTo>
                    <a:pt x="7766315" y="275690"/>
                  </a:lnTo>
                  <a:lnTo>
                    <a:pt x="7838510" y="272492"/>
                  </a:lnTo>
                  <a:lnTo>
                    <a:pt x="7904471" y="268943"/>
                  </a:lnTo>
                  <a:lnTo>
                    <a:pt x="7964945" y="264994"/>
                  </a:lnTo>
                  <a:lnTo>
                    <a:pt x="8020768" y="260595"/>
                  </a:lnTo>
                  <a:lnTo>
                    <a:pt x="8072791" y="255695"/>
                  </a:lnTo>
                  <a:lnTo>
                    <a:pt x="8121827" y="250258"/>
                  </a:lnTo>
                  <a:lnTo>
                    <a:pt x="8151487" y="246552"/>
                  </a:lnTo>
                  <a:lnTo>
                    <a:pt x="8207162" y="238721"/>
                  </a:lnTo>
                  <a:lnTo>
                    <a:pt x="8261017" y="230039"/>
                  </a:lnTo>
                  <a:lnTo>
                    <a:pt x="8313785" y="220497"/>
                  </a:lnTo>
                  <a:lnTo>
                    <a:pt x="8365989" y="210118"/>
                  </a:lnTo>
                  <a:lnTo>
                    <a:pt x="8417982" y="198962"/>
                  </a:lnTo>
                  <a:lnTo>
                    <a:pt x="8469975" y="187130"/>
                  </a:lnTo>
                  <a:lnTo>
                    <a:pt x="8522068" y="174762"/>
                  </a:lnTo>
                  <a:lnTo>
                    <a:pt x="8574270" y="162027"/>
                  </a:lnTo>
                  <a:lnTo>
                    <a:pt x="8626535" y="149121"/>
                  </a:lnTo>
                  <a:lnTo>
                    <a:pt x="8678788" y="136247"/>
                  </a:lnTo>
                  <a:lnTo>
                    <a:pt x="8730958" y="123610"/>
                  </a:lnTo>
                  <a:lnTo>
                    <a:pt x="8783014" y="111397"/>
                  </a:lnTo>
                  <a:lnTo>
                    <a:pt x="8834991" y="99770"/>
                  </a:lnTo>
                  <a:lnTo>
                    <a:pt x="8887023" y="88854"/>
                  </a:lnTo>
                  <a:lnTo>
                    <a:pt x="8939362" y="78739"/>
                  </a:lnTo>
                  <a:lnTo>
                    <a:pt x="8992414" y="69473"/>
                  </a:lnTo>
                  <a:lnTo>
                    <a:pt x="9046763" y="61068"/>
                  </a:lnTo>
                  <a:lnTo>
                    <a:pt x="9084767" y="55848"/>
                  </a:lnTo>
                  <a:lnTo>
                    <a:pt x="9132302" y="50062"/>
                  </a:lnTo>
                  <a:lnTo>
                    <a:pt x="9182355" y="44828"/>
                  </a:lnTo>
                  <a:lnTo>
                    <a:pt x="9235688" y="40119"/>
                  </a:lnTo>
                  <a:lnTo>
                    <a:pt x="9293135" y="35892"/>
                  </a:lnTo>
                  <a:lnTo>
                    <a:pt x="9355549" y="32097"/>
                  </a:lnTo>
                  <a:lnTo>
                    <a:pt x="9423741" y="28684"/>
                  </a:lnTo>
                  <a:lnTo>
                    <a:pt x="9498404" y="25606"/>
                  </a:lnTo>
                  <a:lnTo>
                    <a:pt x="9580008" y="22826"/>
                  </a:lnTo>
                  <a:lnTo>
                    <a:pt x="9668657" y="20316"/>
                  </a:lnTo>
                  <a:lnTo>
                    <a:pt x="9763913" y="18054"/>
                  </a:lnTo>
                  <a:lnTo>
                    <a:pt x="9864603" y="16030"/>
                  </a:lnTo>
                  <a:lnTo>
                    <a:pt x="9968654" y="14240"/>
                  </a:lnTo>
                  <a:lnTo>
                    <a:pt x="10073022" y="12689"/>
                  </a:lnTo>
                  <a:lnTo>
                    <a:pt x="10173802" y="11382"/>
                  </a:lnTo>
                  <a:lnTo>
                    <a:pt x="10266589" y="10321"/>
                  </a:lnTo>
                  <a:lnTo>
                    <a:pt x="10347099" y="9503"/>
                  </a:lnTo>
                  <a:lnTo>
                    <a:pt x="10411930" y="8915"/>
                  </a:lnTo>
                  <a:lnTo>
                    <a:pt x="10459285" y="8528"/>
                  </a:lnTo>
                  <a:lnTo>
                    <a:pt x="10489423" y="8306"/>
                  </a:lnTo>
                  <a:lnTo>
                    <a:pt x="10504747" y="8204"/>
                  </a:lnTo>
                  <a:lnTo>
                    <a:pt x="10509596" y="8174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8674" y="7"/>
                  </a:lnTo>
                  <a:lnTo>
                    <a:pt x="10500558" y="58"/>
                  </a:lnTo>
                  <a:lnTo>
                    <a:pt x="10480153" y="199"/>
                  </a:lnTo>
                  <a:lnTo>
                    <a:pt x="10443802" y="477"/>
                  </a:lnTo>
                  <a:lnTo>
                    <a:pt x="10389884" y="935"/>
                  </a:lnTo>
                  <a:lnTo>
                    <a:pt x="10318933" y="1606"/>
                  </a:lnTo>
                  <a:lnTo>
                    <a:pt x="10233411" y="2512"/>
                  </a:lnTo>
                  <a:lnTo>
                    <a:pt x="10137139" y="3664"/>
                  </a:lnTo>
                  <a:lnTo>
                    <a:pt x="10034532" y="5063"/>
                  </a:lnTo>
                  <a:lnTo>
                    <a:pt x="9929866" y="6703"/>
                  </a:lnTo>
                  <a:lnTo>
                    <a:pt x="9826758" y="8579"/>
                  </a:lnTo>
                  <a:lnTo>
                    <a:pt x="9727891" y="10691"/>
                  </a:lnTo>
                  <a:lnTo>
                    <a:pt x="9634991" y="13043"/>
                  </a:lnTo>
                  <a:lnTo>
                    <a:pt x="9548935" y="15651"/>
                  </a:lnTo>
                  <a:lnTo>
                    <a:pt x="9469939" y="18537"/>
                  </a:lnTo>
                  <a:lnTo>
                    <a:pt x="9397744" y="21735"/>
                  </a:lnTo>
                  <a:lnTo>
                    <a:pt x="9331783" y="25284"/>
                  </a:lnTo>
                  <a:lnTo>
                    <a:pt x="9271308" y="29233"/>
                  </a:lnTo>
                  <a:lnTo>
                    <a:pt x="9215485" y="33632"/>
                  </a:lnTo>
                  <a:lnTo>
                    <a:pt x="9163463" y="38532"/>
                  </a:lnTo>
                  <a:lnTo>
                    <a:pt x="9114426" y="43969"/>
                  </a:lnTo>
                  <a:lnTo>
                    <a:pt x="9084767" y="47675"/>
                  </a:lnTo>
                  <a:lnTo>
                    <a:pt x="9029091" y="55506"/>
                  </a:lnTo>
                  <a:lnTo>
                    <a:pt x="8975236" y="64187"/>
                  </a:lnTo>
                  <a:lnTo>
                    <a:pt x="8922468" y="73730"/>
                  </a:lnTo>
                  <a:lnTo>
                    <a:pt x="8870264" y="84109"/>
                  </a:lnTo>
                  <a:lnTo>
                    <a:pt x="8818271" y="95265"/>
                  </a:lnTo>
                  <a:lnTo>
                    <a:pt x="8766278" y="107097"/>
                  </a:lnTo>
                  <a:lnTo>
                    <a:pt x="8714185" y="119465"/>
                  </a:lnTo>
                  <a:lnTo>
                    <a:pt x="8661983" y="132200"/>
                  </a:lnTo>
                  <a:lnTo>
                    <a:pt x="8609718" y="145106"/>
                  </a:lnTo>
                  <a:lnTo>
                    <a:pt x="8557465" y="157980"/>
                  </a:lnTo>
                  <a:lnTo>
                    <a:pt x="8505295" y="170617"/>
                  </a:lnTo>
                  <a:lnTo>
                    <a:pt x="8453240" y="182830"/>
                  </a:lnTo>
                  <a:lnTo>
                    <a:pt x="8401262" y="194457"/>
                  </a:lnTo>
                  <a:lnTo>
                    <a:pt x="8349231" y="205372"/>
                  </a:lnTo>
                  <a:lnTo>
                    <a:pt x="8296891" y="215487"/>
                  </a:lnTo>
                  <a:lnTo>
                    <a:pt x="8243839" y="224754"/>
                  </a:lnTo>
                  <a:lnTo>
                    <a:pt x="8189490" y="233159"/>
                  </a:lnTo>
                  <a:lnTo>
                    <a:pt x="8151487" y="238379"/>
                  </a:lnTo>
                  <a:lnTo>
                    <a:pt x="8103951" y="244165"/>
                  </a:lnTo>
                  <a:lnTo>
                    <a:pt x="8053898" y="249399"/>
                  </a:lnTo>
                  <a:lnTo>
                    <a:pt x="8000565" y="254108"/>
                  </a:lnTo>
                  <a:lnTo>
                    <a:pt x="7943118" y="258335"/>
                  </a:lnTo>
                  <a:lnTo>
                    <a:pt x="7880704" y="262130"/>
                  </a:lnTo>
                  <a:lnTo>
                    <a:pt x="7812512" y="265543"/>
                  </a:lnTo>
                  <a:lnTo>
                    <a:pt x="7737849" y="268621"/>
                  </a:lnTo>
                  <a:lnTo>
                    <a:pt x="7656245" y="271401"/>
                  </a:lnTo>
                  <a:lnTo>
                    <a:pt x="7567596" y="273911"/>
                  </a:lnTo>
                  <a:lnTo>
                    <a:pt x="7472340" y="276173"/>
                  </a:lnTo>
                  <a:lnTo>
                    <a:pt x="7371651" y="278197"/>
                  </a:lnTo>
                  <a:lnTo>
                    <a:pt x="7267600" y="279987"/>
                  </a:lnTo>
                  <a:lnTo>
                    <a:pt x="7163231" y="281538"/>
                  </a:lnTo>
                  <a:lnTo>
                    <a:pt x="7062452" y="282845"/>
                  </a:lnTo>
                  <a:lnTo>
                    <a:pt x="6969664" y="283906"/>
                  </a:lnTo>
                  <a:lnTo>
                    <a:pt x="6889155" y="284723"/>
                  </a:lnTo>
                  <a:lnTo>
                    <a:pt x="6824323" y="285312"/>
                  </a:lnTo>
                  <a:lnTo>
                    <a:pt x="6776968" y="285698"/>
                  </a:lnTo>
                  <a:lnTo>
                    <a:pt x="6746830" y="285921"/>
                  </a:lnTo>
                  <a:lnTo>
                    <a:pt x="6731507" y="286023"/>
                  </a:lnTo>
                  <a:lnTo>
                    <a:pt x="6726657" y="286053"/>
                  </a:lnTo>
                  <a:lnTo>
                    <a:pt x="6726343" y="286054"/>
                  </a:lnTo>
                  <a:lnTo>
                    <a:pt x="5254955" y="286054"/>
                  </a:lnTo>
                  <a:lnTo>
                    <a:pt x="5254167" y="286156"/>
                  </a:lnTo>
                  <a:lnTo>
                    <a:pt x="5248945" y="286882"/>
                  </a:lnTo>
                  <a:lnTo>
                    <a:pt x="5235650" y="288885"/>
                  </a:lnTo>
                  <a:lnTo>
                    <a:pt x="5211549" y="292835"/>
                  </a:lnTo>
                  <a:lnTo>
                    <a:pt x="5174955" y="299378"/>
                  </a:lnTo>
                  <a:lnTo>
                    <a:pt x="5125336" y="309085"/>
                  </a:lnTo>
                  <a:lnTo>
                    <a:pt x="5063327" y="322409"/>
                  </a:lnTo>
                  <a:lnTo>
                    <a:pt x="4990582" y="339654"/>
                  </a:lnTo>
                  <a:lnTo>
                    <a:pt x="4909491" y="360971"/>
                  </a:lnTo>
                  <a:lnTo>
                    <a:pt x="4822827" y="386391"/>
                  </a:lnTo>
                  <a:lnTo>
                    <a:pt x="4733383" y="415860"/>
                  </a:lnTo>
                  <a:lnTo>
                    <a:pt x="4643689" y="449298"/>
                  </a:lnTo>
                  <a:lnTo>
                    <a:pt x="4555826" y="486644"/>
                  </a:lnTo>
                  <a:lnTo>
                    <a:pt x="4471351" y="527900"/>
                  </a:lnTo>
                  <a:lnTo>
                    <a:pt x="4391301" y="573156"/>
                  </a:lnTo>
                  <a:lnTo>
                    <a:pt x="4316253" y="622607"/>
                  </a:lnTo>
                  <a:lnTo>
                    <a:pt x="4246411" y="676563"/>
                  </a:lnTo>
                  <a:lnTo>
                    <a:pt x="4181698" y="735445"/>
                  </a:lnTo>
                  <a:lnTo>
                    <a:pt x="4121833" y="799783"/>
                  </a:lnTo>
                  <a:lnTo>
                    <a:pt x="4066404" y="870198"/>
                  </a:lnTo>
                  <a:lnTo>
                    <a:pt x="4014919" y="947385"/>
                  </a:lnTo>
                  <a:lnTo>
                    <a:pt x="3966845" y="1032075"/>
                  </a:lnTo>
                  <a:lnTo>
                    <a:pt x="3921643" y="1124980"/>
                  </a:lnTo>
                  <a:lnTo>
                    <a:pt x="3878790" y="1226696"/>
                  </a:lnTo>
                  <a:lnTo>
                    <a:pt x="3837805" y="1337574"/>
                  </a:lnTo>
                  <a:lnTo>
                    <a:pt x="3829811" y="1360804"/>
                  </a:lnTo>
                  <a:lnTo>
                    <a:pt x="3803620" y="1440605"/>
                  </a:lnTo>
                  <a:lnTo>
                    <a:pt x="3777927" y="1524481"/>
                  </a:lnTo>
                  <a:lnTo>
                    <a:pt x="3752638" y="1612508"/>
                  </a:lnTo>
                  <a:lnTo>
                    <a:pt x="3727670" y="1704736"/>
                  </a:lnTo>
                  <a:lnTo>
                    <a:pt x="3702953" y="1801178"/>
                  </a:lnTo>
                  <a:lnTo>
                    <a:pt x="3678427" y="1901816"/>
                  </a:lnTo>
                  <a:lnTo>
                    <a:pt x="3654042" y="2006592"/>
                  </a:lnTo>
                  <a:lnTo>
                    <a:pt x="3629753" y="2115409"/>
                  </a:lnTo>
                  <a:lnTo>
                    <a:pt x="3605526" y="2228129"/>
                  </a:lnTo>
                  <a:lnTo>
                    <a:pt x="3581332" y="2344574"/>
                  </a:lnTo>
                  <a:lnTo>
                    <a:pt x="3557149" y="2464520"/>
                  </a:lnTo>
                  <a:lnTo>
                    <a:pt x="3532960" y="2587705"/>
                  </a:lnTo>
                  <a:lnTo>
                    <a:pt x="3508755" y="2713826"/>
                  </a:lnTo>
                  <a:lnTo>
                    <a:pt x="3484527" y="2842540"/>
                  </a:lnTo>
                  <a:lnTo>
                    <a:pt x="3460273" y="2973474"/>
                  </a:lnTo>
                  <a:lnTo>
                    <a:pt x="3435995" y="3106220"/>
                  </a:lnTo>
                  <a:lnTo>
                    <a:pt x="3411695" y="3240349"/>
                  </a:lnTo>
                  <a:lnTo>
                    <a:pt x="3387380" y="3375410"/>
                  </a:lnTo>
                  <a:lnTo>
                    <a:pt x="3363057" y="3510940"/>
                  </a:lnTo>
                  <a:lnTo>
                    <a:pt x="3338734" y="3646467"/>
                  </a:lnTo>
                  <a:lnTo>
                    <a:pt x="3314419" y="3781521"/>
                  </a:lnTo>
                  <a:lnTo>
                    <a:pt x="3290119" y="3915639"/>
                  </a:lnTo>
                  <a:lnTo>
                    <a:pt x="3265841" y="4048371"/>
                  </a:lnTo>
                  <a:lnTo>
                    <a:pt x="3241587" y="4179285"/>
                  </a:lnTo>
                  <a:lnTo>
                    <a:pt x="3217359" y="4307977"/>
                  </a:lnTo>
                  <a:lnTo>
                    <a:pt x="3193154" y="4434071"/>
                  </a:lnTo>
                  <a:lnTo>
                    <a:pt x="3168966" y="4557227"/>
                  </a:lnTo>
                  <a:lnTo>
                    <a:pt x="3144783" y="4677142"/>
                  </a:lnTo>
                  <a:lnTo>
                    <a:pt x="3120589" y="4793552"/>
                  </a:lnTo>
                  <a:lnTo>
                    <a:pt x="3096361" y="4906237"/>
                  </a:lnTo>
                  <a:lnTo>
                    <a:pt x="3072072" y="5015017"/>
                  </a:lnTo>
                  <a:lnTo>
                    <a:pt x="3047685" y="5119754"/>
                  </a:lnTo>
                  <a:lnTo>
                    <a:pt x="3023158" y="5220353"/>
                  </a:lnTo>
                  <a:lnTo>
                    <a:pt x="2998439" y="5316755"/>
                  </a:lnTo>
                  <a:lnTo>
                    <a:pt x="2973468" y="5408943"/>
                  </a:lnTo>
                  <a:lnTo>
                    <a:pt x="2948175" y="5496931"/>
                  </a:lnTo>
                  <a:lnTo>
                    <a:pt x="2922478" y="5580768"/>
                  </a:lnTo>
                  <a:lnTo>
                    <a:pt x="2896531" y="5659801"/>
                  </a:lnTo>
                  <a:lnTo>
                    <a:pt x="2855867" y="5772514"/>
                  </a:lnTo>
                  <a:lnTo>
                    <a:pt x="2813424" y="5876042"/>
                  </a:lnTo>
                  <a:lnTo>
                    <a:pt x="2768732" y="5970663"/>
                  </a:lnTo>
                  <a:lnTo>
                    <a:pt x="2721274" y="6056939"/>
                  </a:lnTo>
                  <a:lnTo>
                    <a:pt x="2670513" y="6135565"/>
                  </a:lnTo>
                  <a:lnTo>
                    <a:pt x="2615912" y="6207274"/>
                  </a:lnTo>
                  <a:lnTo>
                    <a:pt x="2556968" y="6272772"/>
                  </a:lnTo>
                  <a:lnTo>
                    <a:pt x="2493250" y="6332698"/>
                  </a:lnTo>
                  <a:lnTo>
                    <a:pt x="2424446" y="6387600"/>
                  </a:lnTo>
                  <a:lnTo>
                    <a:pt x="2350431" y="6437922"/>
                  </a:lnTo>
                  <a:lnTo>
                    <a:pt x="2271346" y="6483996"/>
                  </a:lnTo>
                  <a:lnTo>
                    <a:pt x="2187687" y="6526039"/>
                  </a:lnTo>
                  <a:lnTo>
                    <a:pt x="2100394" y="6564164"/>
                  </a:lnTo>
                  <a:lnTo>
                    <a:pt x="2010915" y="6598385"/>
                  </a:lnTo>
                  <a:lnTo>
                    <a:pt x="1921232" y="6628653"/>
                  </a:lnTo>
                  <a:lnTo>
                    <a:pt x="1833794" y="6654887"/>
                  </a:lnTo>
                  <a:lnTo>
                    <a:pt x="1751365" y="6677024"/>
                  </a:lnTo>
                  <a:lnTo>
                    <a:pt x="1676745" y="6695073"/>
                  </a:lnTo>
                  <a:lnTo>
                    <a:pt x="1612433" y="6709161"/>
                  </a:lnTo>
                  <a:lnTo>
                    <a:pt x="1560255" y="6719559"/>
                  </a:lnTo>
                  <a:lnTo>
                    <a:pt x="1521065" y="6726691"/>
                  </a:lnTo>
                  <a:lnTo>
                    <a:pt x="1494569" y="6731108"/>
                  </a:lnTo>
                  <a:lnTo>
                    <a:pt x="1479304" y="6733446"/>
                  </a:lnTo>
                  <a:lnTo>
                    <a:pt x="1472735" y="6734374"/>
                  </a:lnTo>
                  <a:lnTo>
                    <a:pt x="1471387" y="6734550"/>
                  </a:lnTo>
                  <a:lnTo>
                    <a:pt x="0" y="6734550"/>
                  </a:lnTo>
                  <a:close/>
                </a:path>
              </a:pathLst>
            </a:custGeom>
            <a:solidFill>
              <a:srgbClr val="D9B26F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710" name="pl1710"/>
            <p:cNvSpPr/>
            <p:nvPr/>
          </p:nvSpPr>
          <p:spPr>
            <a:xfrm>
              <a:off x="4799595" y="2903828"/>
              <a:ext cx="11981298" cy="6734550"/>
            </a:xfrm>
            <a:custGeom>
              <a:avLst/>
              <a:pathLst>
                <a:path w="11981298" h="6734550">
                  <a:moveTo>
                    <a:pt x="0" y="6734550"/>
                  </a:moveTo>
                  <a:lnTo>
                    <a:pt x="1471387" y="6734550"/>
                  </a:lnTo>
                  <a:lnTo>
                    <a:pt x="1472175" y="6734448"/>
                  </a:lnTo>
                  <a:lnTo>
                    <a:pt x="1477397" y="6733723"/>
                  </a:lnTo>
                  <a:lnTo>
                    <a:pt x="1490692" y="6731720"/>
                  </a:lnTo>
                  <a:lnTo>
                    <a:pt x="1514793" y="6727770"/>
                  </a:lnTo>
                  <a:lnTo>
                    <a:pt x="1551387" y="6721227"/>
                  </a:lnTo>
                  <a:lnTo>
                    <a:pt x="1601006" y="6711519"/>
                  </a:lnTo>
                  <a:lnTo>
                    <a:pt x="1663015" y="6698195"/>
                  </a:lnTo>
                  <a:lnTo>
                    <a:pt x="1735761" y="6680951"/>
                  </a:lnTo>
                  <a:lnTo>
                    <a:pt x="1816851" y="6659633"/>
                  </a:lnTo>
                  <a:lnTo>
                    <a:pt x="1903515" y="6634214"/>
                  </a:lnTo>
                  <a:lnTo>
                    <a:pt x="1992959" y="6604745"/>
                  </a:lnTo>
                  <a:lnTo>
                    <a:pt x="2082653" y="6571307"/>
                  </a:lnTo>
                  <a:lnTo>
                    <a:pt x="2170516" y="6533960"/>
                  </a:lnTo>
                  <a:lnTo>
                    <a:pt x="2254991" y="6492704"/>
                  </a:lnTo>
                  <a:lnTo>
                    <a:pt x="2335041" y="6447449"/>
                  </a:lnTo>
                  <a:lnTo>
                    <a:pt x="2410089" y="6397998"/>
                  </a:lnTo>
                  <a:lnTo>
                    <a:pt x="2479931" y="6344042"/>
                  </a:lnTo>
                  <a:lnTo>
                    <a:pt x="2544644" y="6285159"/>
                  </a:lnTo>
                  <a:lnTo>
                    <a:pt x="2604509" y="6220822"/>
                  </a:lnTo>
                  <a:lnTo>
                    <a:pt x="2659938" y="6150407"/>
                  </a:lnTo>
                  <a:lnTo>
                    <a:pt x="2711424" y="6073220"/>
                  </a:lnTo>
                  <a:lnTo>
                    <a:pt x="2759497" y="5988529"/>
                  </a:lnTo>
                  <a:lnTo>
                    <a:pt x="2804699" y="5895625"/>
                  </a:lnTo>
                  <a:lnTo>
                    <a:pt x="2847552" y="5793908"/>
                  </a:lnTo>
                  <a:lnTo>
                    <a:pt x="2888537" y="5683030"/>
                  </a:lnTo>
                  <a:lnTo>
                    <a:pt x="2896531" y="5659801"/>
                  </a:lnTo>
                  <a:lnTo>
                    <a:pt x="2922722" y="5579999"/>
                  </a:lnTo>
                  <a:lnTo>
                    <a:pt x="2948415" y="5496124"/>
                  </a:lnTo>
                  <a:lnTo>
                    <a:pt x="2973704" y="5408096"/>
                  </a:lnTo>
                  <a:lnTo>
                    <a:pt x="2998672" y="5315869"/>
                  </a:lnTo>
                  <a:lnTo>
                    <a:pt x="3023389" y="5219426"/>
                  </a:lnTo>
                  <a:lnTo>
                    <a:pt x="3047915" y="5118789"/>
                  </a:lnTo>
                  <a:lnTo>
                    <a:pt x="3072300" y="5014013"/>
                  </a:lnTo>
                  <a:lnTo>
                    <a:pt x="3096589" y="4905196"/>
                  </a:lnTo>
                  <a:lnTo>
                    <a:pt x="3120816" y="4792475"/>
                  </a:lnTo>
                  <a:lnTo>
                    <a:pt x="3145010" y="4676031"/>
                  </a:lnTo>
                  <a:lnTo>
                    <a:pt x="3169193" y="4556084"/>
                  </a:lnTo>
                  <a:lnTo>
                    <a:pt x="3193382" y="4432899"/>
                  </a:lnTo>
                  <a:lnTo>
                    <a:pt x="3217587" y="4306779"/>
                  </a:lnTo>
                  <a:lnTo>
                    <a:pt x="3241815" y="4178064"/>
                  </a:lnTo>
                  <a:lnTo>
                    <a:pt x="3266069" y="4047131"/>
                  </a:lnTo>
                  <a:lnTo>
                    <a:pt x="3290348" y="3914384"/>
                  </a:lnTo>
                  <a:lnTo>
                    <a:pt x="3314647" y="3780255"/>
                  </a:lnTo>
                  <a:lnTo>
                    <a:pt x="3338962" y="3645194"/>
                  </a:lnTo>
                  <a:lnTo>
                    <a:pt x="3363285" y="3509665"/>
                  </a:lnTo>
                  <a:lnTo>
                    <a:pt x="3387608" y="3374138"/>
                  </a:lnTo>
                  <a:lnTo>
                    <a:pt x="3411923" y="3239083"/>
                  </a:lnTo>
                  <a:lnTo>
                    <a:pt x="3436223" y="3104965"/>
                  </a:lnTo>
                  <a:lnTo>
                    <a:pt x="3460501" y="2972234"/>
                  </a:lnTo>
                  <a:lnTo>
                    <a:pt x="3484755" y="2841319"/>
                  </a:lnTo>
                  <a:lnTo>
                    <a:pt x="3508983" y="2712628"/>
                  </a:lnTo>
                  <a:lnTo>
                    <a:pt x="3533188" y="2586533"/>
                  </a:lnTo>
                  <a:lnTo>
                    <a:pt x="3557376" y="2463377"/>
                  </a:lnTo>
                  <a:lnTo>
                    <a:pt x="3581559" y="2343463"/>
                  </a:lnTo>
                  <a:lnTo>
                    <a:pt x="3605753" y="2227052"/>
                  </a:lnTo>
                  <a:lnTo>
                    <a:pt x="3629981" y="2114368"/>
                  </a:lnTo>
                  <a:lnTo>
                    <a:pt x="3654270" y="2005588"/>
                  </a:lnTo>
                  <a:lnTo>
                    <a:pt x="3678657" y="1900851"/>
                  </a:lnTo>
                  <a:lnTo>
                    <a:pt x="3703184" y="1800252"/>
                  </a:lnTo>
                  <a:lnTo>
                    <a:pt x="3727903" y="1703849"/>
                  </a:lnTo>
                  <a:lnTo>
                    <a:pt x="3752874" y="1611661"/>
                  </a:lnTo>
                  <a:lnTo>
                    <a:pt x="3778167" y="1523673"/>
                  </a:lnTo>
                  <a:lnTo>
                    <a:pt x="3803864" y="1439836"/>
                  </a:lnTo>
                  <a:lnTo>
                    <a:pt x="3829811" y="1360804"/>
                  </a:lnTo>
                  <a:lnTo>
                    <a:pt x="3870475" y="1248091"/>
                  </a:lnTo>
                  <a:lnTo>
                    <a:pt x="3912918" y="1144562"/>
                  </a:lnTo>
                  <a:lnTo>
                    <a:pt x="3957611" y="1049941"/>
                  </a:lnTo>
                  <a:lnTo>
                    <a:pt x="4005068" y="963666"/>
                  </a:lnTo>
                  <a:lnTo>
                    <a:pt x="4055829" y="885040"/>
                  </a:lnTo>
                  <a:lnTo>
                    <a:pt x="4110430" y="813331"/>
                  </a:lnTo>
                  <a:lnTo>
                    <a:pt x="4169374" y="747832"/>
                  </a:lnTo>
                  <a:lnTo>
                    <a:pt x="4233092" y="687907"/>
                  </a:lnTo>
                  <a:lnTo>
                    <a:pt x="4301896" y="633005"/>
                  </a:lnTo>
                  <a:lnTo>
                    <a:pt x="4375911" y="582683"/>
                  </a:lnTo>
                  <a:lnTo>
                    <a:pt x="4454996" y="536609"/>
                  </a:lnTo>
                  <a:lnTo>
                    <a:pt x="4538655" y="494565"/>
                  </a:lnTo>
                  <a:lnTo>
                    <a:pt x="4625948" y="456441"/>
                  </a:lnTo>
                  <a:lnTo>
                    <a:pt x="4715427" y="422220"/>
                  </a:lnTo>
                  <a:lnTo>
                    <a:pt x="4805110" y="391952"/>
                  </a:lnTo>
                  <a:lnTo>
                    <a:pt x="4892548" y="365718"/>
                  </a:lnTo>
                  <a:lnTo>
                    <a:pt x="4974977" y="343581"/>
                  </a:lnTo>
                  <a:lnTo>
                    <a:pt x="5049597" y="325531"/>
                  </a:lnTo>
                  <a:lnTo>
                    <a:pt x="5113909" y="311444"/>
                  </a:lnTo>
                  <a:lnTo>
                    <a:pt x="5166087" y="301046"/>
                  </a:lnTo>
                  <a:lnTo>
                    <a:pt x="5205277" y="293914"/>
                  </a:lnTo>
                  <a:lnTo>
                    <a:pt x="5231773" y="289496"/>
                  </a:lnTo>
                  <a:lnTo>
                    <a:pt x="5247038" y="287158"/>
                  </a:lnTo>
                  <a:lnTo>
                    <a:pt x="5253607" y="286231"/>
                  </a:lnTo>
                  <a:lnTo>
                    <a:pt x="5254949" y="286055"/>
                  </a:lnTo>
                  <a:lnTo>
                    <a:pt x="5254955" y="286054"/>
                  </a:lnTo>
                  <a:lnTo>
                    <a:pt x="6726343" y="286054"/>
                  </a:lnTo>
                  <a:lnTo>
                    <a:pt x="6727579" y="286047"/>
                  </a:lnTo>
                  <a:lnTo>
                    <a:pt x="6735695" y="285996"/>
                  </a:lnTo>
                  <a:lnTo>
                    <a:pt x="6756100" y="285855"/>
                  </a:lnTo>
                  <a:lnTo>
                    <a:pt x="6792451" y="285577"/>
                  </a:lnTo>
                  <a:lnTo>
                    <a:pt x="6846369" y="285119"/>
                  </a:lnTo>
                  <a:lnTo>
                    <a:pt x="6917320" y="284448"/>
                  </a:lnTo>
                  <a:lnTo>
                    <a:pt x="7002842" y="283542"/>
                  </a:lnTo>
                  <a:lnTo>
                    <a:pt x="7099114" y="282389"/>
                  </a:lnTo>
                  <a:lnTo>
                    <a:pt x="7201722" y="280991"/>
                  </a:lnTo>
                  <a:lnTo>
                    <a:pt x="7306387" y="279351"/>
                  </a:lnTo>
                  <a:lnTo>
                    <a:pt x="7409496" y="277475"/>
                  </a:lnTo>
                  <a:lnTo>
                    <a:pt x="7508362" y="275363"/>
                  </a:lnTo>
                  <a:lnTo>
                    <a:pt x="7601262" y="273011"/>
                  </a:lnTo>
                  <a:lnTo>
                    <a:pt x="7687318" y="270403"/>
                  </a:lnTo>
                  <a:lnTo>
                    <a:pt x="7766315" y="267517"/>
                  </a:lnTo>
                  <a:lnTo>
                    <a:pt x="7838510" y="264319"/>
                  </a:lnTo>
                  <a:lnTo>
                    <a:pt x="7904471" y="260770"/>
                  </a:lnTo>
                  <a:lnTo>
                    <a:pt x="7964945" y="256821"/>
                  </a:lnTo>
                  <a:lnTo>
                    <a:pt x="8020768" y="252422"/>
                  </a:lnTo>
                  <a:lnTo>
                    <a:pt x="8072791" y="247522"/>
                  </a:lnTo>
                  <a:lnTo>
                    <a:pt x="8121827" y="242085"/>
                  </a:lnTo>
                  <a:lnTo>
                    <a:pt x="8151487" y="238379"/>
                  </a:lnTo>
                  <a:lnTo>
                    <a:pt x="8207162" y="230548"/>
                  </a:lnTo>
                  <a:lnTo>
                    <a:pt x="8261017" y="221866"/>
                  </a:lnTo>
                  <a:lnTo>
                    <a:pt x="8313785" y="212324"/>
                  </a:lnTo>
                  <a:lnTo>
                    <a:pt x="8365989" y="201945"/>
                  </a:lnTo>
                  <a:lnTo>
                    <a:pt x="8417982" y="190789"/>
                  </a:lnTo>
                  <a:lnTo>
                    <a:pt x="8469975" y="178957"/>
                  </a:lnTo>
                  <a:lnTo>
                    <a:pt x="8522068" y="166589"/>
                  </a:lnTo>
                  <a:lnTo>
                    <a:pt x="8574270" y="153854"/>
                  </a:lnTo>
                  <a:lnTo>
                    <a:pt x="8626535" y="140948"/>
                  </a:lnTo>
                  <a:lnTo>
                    <a:pt x="8678788" y="128074"/>
                  </a:lnTo>
                  <a:lnTo>
                    <a:pt x="8730958" y="115437"/>
                  </a:lnTo>
                  <a:lnTo>
                    <a:pt x="8783014" y="103224"/>
                  </a:lnTo>
                  <a:lnTo>
                    <a:pt x="8834991" y="91597"/>
                  </a:lnTo>
                  <a:lnTo>
                    <a:pt x="8887023" y="80681"/>
                  </a:lnTo>
                  <a:lnTo>
                    <a:pt x="8939362" y="70566"/>
                  </a:lnTo>
                  <a:lnTo>
                    <a:pt x="8992414" y="61300"/>
                  </a:lnTo>
                  <a:lnTo>
                    <a:pt x="9046763" y="52895"/>
                  </a:lnTo>
                  <a:lnTo>
                    <a:pt x="9084767" y="47675"/>
                  </a:lnTo>
                  <a:lnTo>
                    <a:pt x="9132302" y="41889"/>
                  </a:lnTo>
                  <a:lnTo>
                    <a:pt x="9182355" y="36655"/>
                  </a:lnTo>
                  <a:lnTo>
                    <a:pt x="9235688" y="31946"/>
                  </a:lnTo>
                  <a:lnTo>
                    <a:pt x="9293135" y="27719"/>
                  </a:lnTo>
                  <a:lnTo>
                    <a:pt x="9355549" y="23924"/>
                  </a:lnTo>
                  <a:lnTo>
                    <a:pt x="9423741" y="20511"/>
                  </a:lnTo>
                  <a:lnTo>
                    <a:pt x="9498404" y="17433"/>
                  </a:lnTo>
                  <a:lnTo>
                    <a:pt x="9580008" y="14653"/>
                  </a:lnTo>
                  <a:lnTo>
                    <a:pt x="9668657" y="12143"/>
                  </a:lnTo>
                  <a:lnTo>
                    <a:pt x="9763913" y="9881"/>
                  </a:lnTo>
                  <a:lnTo>
                    <a:pt x="9864603" y="7857"/>
                  </a:lnTo>
                  <a:lnTo>
                    <a:pt x="9968654" y="6067"/>
                  </a:lnTo>
                  <a:lnTo>
                    <a:pt x="10073022" y="4516"/>
                  </a:lnTo>
                  <a:lnTo>
                    <a:pt x="10173802" y="3209"/>
                  </a:lnTo>
                  <a:lnTo>
                    <a:pt x="10266589" y="2148"/>
                  </a:lnTo>
                  <a:lnTo>
                    <a:pt x="10347099" y="1330"/>
                  </a:lnTo>
                  <a:lnTo>
                    <a:pt x="10411930" y="742"/>
                  </a:lnTo>
                  <a:lnTo>
                    <a:pt x="10459285" y="355"/>
                  </a:lnTo>
                  <a:lnTo>
                    <a:pt x="10489423" y="133"/>
                  </a:lnTo>
                  <a:lnTo>
                    <a:pt x="10504747" y="31"/>
                  </a:lnTo>
                  <a:lnTo>
                    <a:pt x="10509596" y="1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11" name="pl1711"/>
            <p:cNvSpPr/>
            <p:nvPr/>
          </p:nvSpPr>
          <p:spPr>
            <a:xfrm>
              <a:off x="4799595" y="2895655"/>
              <a:ext cx="11981298" cy="6734550"/>
            </a:xfrm>
            <a:custGeom>
              <a:avLst/>
              <a:pathLst>
                <a:path w="11981298" h="6734550">
                  <a:moveTo>
                    <a:pt x="11981298" y="0"/>
                  </a:moveTo>
                  <a:lnTo>
                    <a:pt x="10509911" y="0"/>
                  </a:lnTo>
                  <a:lnTo>
                    <a:pt x="10508674" y="7"/>
                  </a:lnTo>
                  <a:lnTo>
                    <a:pt x="10500558" y="58"/>
                  </a:lnTo>
                  <a:lnTo>
                    <a:pt x="10480153" y="199"/>
                  </a:lnTo>
                  <a:lnTo>
                    <a:pt x="10443802" y="477"/>
                  </a:lnTo>
                  <a:lnTo>
                    <a:pt x="10389884" y="935"/>
                  </a:lnTo>
                  <a:lnTo>
                    <a:pt x="10318933" y="1606"/>
                  </a:lnTo>
                  <a:lnTo>
                    <a:pt x="10233411" y="2512"/>
                  </a:lnTo>
                  <a:lnTo>
                    <a:pt x="10137139" y="3664"/>
                  </a:lnTo>
                  <a:lnTo>
                    <a:pt x="10034532" y="5063"/>
                  </a:lnTo>
                  <a:lnTo>
                    <a:pt x="9929866" y="6703"/>
                  </a:lnTo>
                  <a:lnTo>
                    <a:pt x="9826758" y="8579"/>
                  </a:lnTo>
                  <a:lnTo>
                    <a:pt x="9727891" y="10691"/>
                  </a:lnTo>
                  <a:lnTo>
                    <a:pt x="9634991" y="13043"/>
                  </a:lnTo>
                  <a:lnTo>
                    <a:pt x="9548935" y="15651"/>
                  </a:lnTo>
                  <a:lnTo>
                    <a:pt x="9469939" y="18537"/>
                  </a:lnTo>
                  <a:lnTo>
                    <a:pt x="9397744" y="21735"/>
                  </a:lnTo>
                  <a:lnTo>
                    <a:pt x="9331783" y="25284"/>
                  </a:lnTo>
                  <a:lnTo>
                    <a:pt x="9271308" y="29233"/>
                  </a:lnTo>
                  <a:lnTo>
                    <a:pt x="9215485" y="33632"/>
                  </a:lnTo>
                  <a:lnTo>
                    <a:pt x="9163463" y="38532"/>
                  </a:lnTo>
                  <a:lnTo>
                    <a:pt x="9114426" y="43969"/>
                  </a:lnTo>
                  <a:lnTo>
                    <a:pt x="9084767" y="47675"/>
                  </a:lnTo>
                  <a:lnTo>
                    <a:pt x="9029091" y="55506"/>
                  </a:lnTo>
                  <a:lnTo>
                    <a:pt x="8975236" y="64187"/>
                  </a:lnTo>
                  <a:lnTo>
                    <a:pt x="8922468" y="73730"/>
                  </a:lnTo>
                  <a:lnTo>
                    <a:pt x="8870264" y="84109"/>
                  </a:lnTo>
                  <a:lnTo>
                    <a:pt x="8818271" y="95265"/>
                  </a:lnTo>
                  <a:lnTo>
                    <a:pt x="8766278" y="107097"/>
                  </a:lnTo>
                  <a:lnTo>
                    <a:pt x="8714185" y="119465"/>
                  </a:lnTo>
                  <a:lnTo>
                    <a:pt x="8661983" y="132200"/>
                  </a:lnTo>
                  <a:lnTo>
                    <a:pt x="8609718" y="145106"/>
                  </a:lnTo>
                  <a:lnTo>
                    <a:pt x="8557465" y="157980"/>
                  </a:lnTo>
                  <a:lnTo>
                    <a:pt x="8505295" y="170617"/>
                  </a:lnTo>
                  <a:lnTo>
                    <a:pt x="8453240" y="182830"/>
                  </a:lnTo>
                  <a:lnTo>
                    <a:pt x="8401262" y="194457"/>
                  </a:lnTo>
                  <a:lnTo>
                    <a:pt x="8349231" y="205372"/>
                  </a:lnTo>
                  <a:lnTo>
                    <a:pt x="8296891" y="215487"/>
                  </a:lnTo>
                  <a:lnTo>
                    <a:pt x="8243839" y="224754"/>
                  </a:lnTo>
                  <a:lnTo>
                    <a:pt x="8189490" y="233159"/>
                  </a:lnTo>
                  <a:lnTo>
                    <a:pt x="8151487" y="238379"/>
                  </a:lnTo>
                  <a:lnTo>
                    <a:pt x="8103951" y="244165"/>
                  </a:lnTo>
                  <a:lnTo>
                    <a:pt x="8053898" y="249399"/>
                  </a:lnTo>
                  <a:lnTo>
                    <a:pt x="8000565" y="254108"/>
                  </a:lnTo>
                  <a:lnTo>
                    <a:pt x="7943118" y="258335"/>
                  </a:lnTo>
                  <a:lnTo>
                    <a:pt x="7880704" y="262130"/>
                  </a:lnTo>
                  <a:lnTo>
                    <a:pt x="7812512" y="265543"/>
                  </a:lnTo>
                  <a:lnTo>
                    <a:pt x="7737849" y="268621"/>
                  </a:lnTo>
                  <a:lnTo>
                    <a:pt x="7656245" y="271401"/>
                  </a:lnTo>
                  <a:lnTo>
                    <a:pt x="7567596" y="273911"/>
                  </a:lnTo>
                  <a:lnTo>
                    <a:pt x="7472340" y="276173"/>
                  </a:lnTo>
                  <a:lnTo>
                    <a:pt x="7371651" y="278197"/>
                  </a:lnTo>
                  <a:lnTo>
                    <a:pt x="7267600" y="279987"/>
                  </a:lnTo>
                  <a:lnTo>
                    <a:pt x="7163231" y="281538"/>
                  </a:lnTo>
                  <a:lnTo>
                    <a:pt x="7062452" y="282845"/>
                  </a:lnTo>
                  <a:lnTo>
                    <a:pt x="6969664" y="283906"/>
                  </a:lnTo>
                  <a:lnTo>
                    <a:pt x="6889155" y="284723"/>
                  </a:lnTo>
                  <a:lnTo>
                    <a:pt x="6824323" y="285312"/>
                  </a:lnTo>
                  <a:lnTo>
                    <a:pt x="6776968" y="285698"/>
                  </a:lnTo>
                  <a:lnTo>
                    <a:pt x="6746830" y="285921"/>
                  </a:lnTo>
                  <a:lnTo>
                    <a:pt x="6731507" y="286023"/>
                  </a:lnTo>
                  <a:lnTo>
                    <a:pt x="6726657" y="286053"/>
                  </a:lnTo>
                  <a:lnTo>
                    <a:pt x="6726343" y="286054"/>
                  </a:lnTo>
                  <a:lnTo>
                    <a:pt x="5254955" y="286054"/>
                  </a:lnTo>
                  <a:lnTo>
                    <a:pt x="5254167" y="286156"/>
                  </a:lnTo>
                  <a:lnTo>
                    <a:pt x="5248945" y="286882"/>
                  </a:lnTo>
                  <a:lnTo>
                    <a:pt x="5235650" y="288885"/>
                  </a:lnTo>
                  <a:lnTo>
                    <a:pt x="5211549" y="292835"/>
                  </a:lnTo>
                  <a:lnTo>
                    <a:pt x="5174955" y="299378"/>
                  </a:lnTo>
                  <a:lnTo>
                    <a:pt x="5125336" y="309085"/>
                  </a:lnTo>
                  <a:lnTo>
                    <a:pt x="5063327" y="322409"/>
                  </a:lnTo>
                  <a:lnTo>
                    <a:pt x="4990582" y="339654"/>
                  </a:lnTo>
                  <a:lnTo>
                    <a:pt x="4909491" y="360971"/>
                  </a:lnTo>
                  <a:lnTo>
                    <a:pt x="4822827" y="386391"/>
                  </a:lnTo>
                  <a:lnTo>
                    <a:pt x="4733383" y="415860"/>
                  </a:lnTo>
                  <a:lnTo>
                    <a:pt x="4643689" y="449298"/>
                  </a:lnTo>
                  <a:lnTo>
                    <a:pt x="4555826" y="486644"/>
                  </a:lnTo>
                  <a:lnTo>
                    <a:pt x="4471351" y="527900"/>
                  </a:lnTo>
                  <a:lnTo>
                    <a:pt x="4391301" y="573156"/>
                  </a:lnTo>
                  <a:lnTo>
                    <a:pt x="4316253" y="622607"/>
                  </a:lnTo>
                  <a:lnTo>
                    <a:pt x="4246411" y="676563"/>
                  </a:lnTo>
                  <a:lnTo>
                    <a:pt x="4181698" y="735445"/>
                  </a:lnTo>
                  <a:lnTo>
                    <a:pt x="4121833" y="799783"/>
                  </a:lnTo>
                  <a:lnTo>
                    <a:pt x="4066404" y="870198"/>
                  </a:lnTo>
                  <a:lnTo>
                    <a:pt x="4014919" y="947385"/>
                  </a:lnTo>
                  <a:lnTo>
                    <a:pt x="3966845" y="1032075"/>
                  </a:lnTo>
                  <a:lnTo>
                    <a:pt x="3921643" y="1124980"/>
                  </a:lnTo>
                  <a:lnTo>
                    <a:pt x="3878790" y="1226696"/>
                  </a:lnTo>
                  <a:lnTo>
                    <a:pt x="3837805" y="1337574"/>
                  </a:lnTo>
                  <a:lnTo>
                    <a:pt x="3829811" y="1360804"/>
                  </a:lnTo>
                  <a:lnTo>
                    <a:pt x="3803620" y="1440605"/>
                  </a:lnTo>
                  <a:lnTo>
                    <a:pt x="3777927" y="1524481"/>
                  </a:lnTo>
                  <a:lnTo>
                    <a:pt x="3752638" y="1612508"/>
                  </a:lnTo>
                  <a:lnTo>
                    <a:pt x="3727670" y="1704736"/>
                  </a:lnTo>
                  <a:lnTo>
                    <a:pt x="3702953" y="1801178"/>
                  </a:lnTo>
                  <a:lnTo>
                    <a:pt x="3678427" y="1901816"/>
                  </a:lnTo>
                  <a:lnTo>
                    <a:pt x="3654042" y="2006592"/>
                  </a:lnTo>
                  <a:lnTo>
                    <a:pt x="3629753" y="2115409"/>
                  </a:lnTo>
                  <a:lnTo>
                    <a:pt x="3605526" y="2228129"/>
                  </a:lnTo>
                  <a:lnTo>
                    <a:pt x="3581332" y="2344574"/>
                  </a:lnTo>
                  <a:lnTo>
                    <a:pt x="3557149" y="2464520"/>
                  </a:lnTo>
                  <a:lnTo>
                    <a:pt x="3532960" y="2587705"/>
                  </a:lnTo>
                  <a:lnTo>
                    <a:pt x="3508755" y="2713826"/>
                  </a:lnTo>
                  <a:lnTo>
                    <a:pt x="3484527" y="2842540"/>
                  </a:lnTo>
                  <a:lnTo>
                    <a:pt x="3460273" y="2973474"/>
                  </a:lnTo>
                  <a:lnTo>
                    <a:pt x="3435995" y="3106220"/>
                  </a:lnTo>
                  <a:lnTo>
                    <a:pt x="3411695" y="3240349"/>
                  </a:lnTo>
                  <a:lnTo>
                    <a:pt x="3387380" y="3375410"/>
                  </a:lnTo>
                  <a:lnTo>
                    <a:pt x="3363057" y="3510940"/>
                  </a:lnTo>
                  <a:lnTo>
                    <a:pt x="3338734" y="3646467"/>
                  </a:lnTo>
                  <a:lnTo>
                    <a:pt x="3314419" y="3781521"/>
                  </a:lnTo>
                  <a:lnTo>
                    <a:pt x="3290119" y="3915639"/>
                  </a:lnTo>
                  <a:lnTo>
                    <a:pt x="3265841" y="4048371"/>
                  </a:lnTo>
                  <a:lnTo>
                    <a:pt x="3241587" y="4179285"/>
                  </a:lnTo>
                  <a:lnTo>
                    <a:pt x="3217359" y="4307977"/>
                  </a:lnTo>
                  <a:lnTo>
                    <a:pt x="3193154" y="4434071"/>
                  </a:lnTo>
                  <a:lnTo>
                    <a:pt x="3168966" y="4557227"/>
                  </a:lnTo>
                  <a:lnTo>
                    <a:pt x="3144783" y="4677142"/>
                  </a:lnTo>
                  <a:lnTo>
                    <a:pt x="3120589" y="4793552"/>
                  </a:lnTo>
                  <a:lnTo>
                    <a:pt x="3096361" y="4906237"/>
                  </a:lnTo>
                  <a:lnTo>
                    <a:pt x="3072072" y="5015017"/>
                  </a:lnTo>
                  <a:lnTo>
                    <a:pt x="3047685" y="5119754"/>
                  </a:lnTo>
                  <a:lnTo>
                    <a:pt x="3023158" y="5220353"/>
                  </a:lnTo>
                  <a:lnTo>
                    <a:pt x="2998439" y="5316755"/>
                  </a:lnTo>
                  <a:lnTo>
                    <a:pt x="2973468" y="5408943"/>
                  </a:lnTo>
                  <a:lnTo>
                    <a:pt x="2948175" y="5496931"/>
                  </a:lnTo>
                  <a:lnTo>
                    <a:pt x="2922478" y="5580768"/>
                  </a:lnTo>
                  <a:lnTo>
                    <a:pt x="2896531" y="5659801"/>
                  </a:lnTo>
                  <a:lnTo>
                    <a:pt x="2855867" y="5772514"/>
                  </a:lnTo>
                  <a:lnTo>
                    <a:pt x="2813424" y="5876042"/>
                  </a:lnTo>
                  <a:lnTo>
                    <a:pt x="2768732" y="5970663"/>
                  </a:lnTo>
                  <a:lnTo>
                    <a:pt x="2721274" y="6056939"/>
                  </a:lnTo>
                  <a:lnTo>
                    <a:pt x="2670513" y="6135565"/>
                  </a:lnTo>
                  <a:lnTo>
                    <a:pt x="2615912" y="6207274"/>
                  </a:lnTo>
                  <a:lnTo>
                    <a:pt x="2556968" y="6272772"/>
                  </a:lnTo>
                  <a:lnTo>
                    <a:pt x="2493250" y="6332698"/>
                  </a:lnTo>
                  <a:lnTo>
                    <a:pt x="2424446" y="6387600"/>
                  </a:lnTo>
                  <a:lnTo>
                    <a:pt x="2350431" y="6437922"/>
                  </a:lnTo>
                  <a:lnTo>
                    <a:pt x="2271346" y="6483996"/>
                  </a:lnTo>
                  <a:lnTo>
                    <a:pt x="2187687" y="6526039"/>
                  </a:lnTo>
                  <a:lnTo>
                    <a:pt x="2100394" y="6564164"/>
                  </a:lnTo>
                  <a:lnTo>
                    <a:pt x="2010915" y="6598385"/>
                  </a:lnTo>
                  <a:lnTo>
                    <a:pt x="1921232" y="6628653"/>
                  </a:lnTo>
                  <a:lnTo>
                    <a:pt x="1833794" y="6654887"/>
                  </a:lnTo>
                  <a:lnTo>
                    <a:pt x="1751365" y="6677024"/>
                  </a:lnTo>
                  <a:lnTo>
                    <a:pt x="1676745" y="6695073"/>
                  </a:lnTo>
                  <a:lnTo>
                    <a:pt x="1612433" y="6709161"/>
                  </a:lnTo>
                  <a:lnTo>
                    <a:pt x="1560255" y="6719559"/>
                  </a:lnTo>
                  <a:lnTo>
                    <a:pt x="1521065" y="6726691"/>
                  </a:lnTo>
                  <a:lnTo>
                    <a:pt x="1494569" y="6731108"/>
                  </a:lnTo>
                  <a:lnTo>
                    <a:pt x="1479304" y="6733446"/>
                  </a:lnTo>
                  <a:lnTo>
                    <a:pt x="1472735" y="6734374"/>
                  </a:lnTo>
                  <a:lnTo>
                    <a:pt x="1471394" y="6734549"/>
                  </a:lnTo>
                  <a:lnTo>
                    <a:pt x="1471387" y="6734550"/>
                  </a:lnTo>
                  <a:lnTo>
                    <a:pt x="0" y="673455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12" name="pg1712"/>
            <p:cNvSpPr/>
            <p:nvPr/>
          </p:nvSpPr>
          <p:spPr>
            <a:xfrm>
              <a:off x="4799595" y="3296132"/>
              <a:ext cx="11981298" cy="6350419"/>
            </a:xfrm>
            <a:custGeom>
              <a:avLst/>
              <a:pathLst>
                <a:path w="11981298" h="6350419">
                  <a:moveTo>
                    <a:pt x="0" y="6350419"/>
                  </a:moveTo>
                  <a:lnTo>
                    <a:pt x="1471387" y="6350419"/>
                  </a:lnTo>
                  <a:lnTo>
                    <a:pt x="1472182" y="6350318"/>
                  </a:lnTo>
                  <a:lnTo>
                    <a:pt x="1477447" y="6349598"/>
                  </a:lnTo>
                  <a:lnTo>
                    <a:pt x="1490850" y="6347611"/>
                  </a:lnTo>
                  <a:lnTo>
                    <a:pt x="1515139" y="6343693"/>
                  </a:lnTo>
                  <a:lnTo>
                    <a:pt x="1552006" y="6337202"/>
                  </a:lnTo>
                  <a:lnTo>
                    <a:pt x="1601971" y="6327574"/>
                  </a:lnTo>
                  <a:lnTo>
                    <a:pt x="1664376" y="6314362"/>
                  </a:lnTo>
                  <a:lnTo>
                    <a:pt x="1737536" y="6297268"/>
                  </a:lnTo>
                  <a:lnTo>
                    <a:pt x="1819028" y="6276143"/>
                  </a:lnTo>
                  <a:lnTo>
                    <a:pt x="1906052" y="6250961"/>
                  </a:lnTo>
                  <a:lnTo>
                    <a:pt x="1995795" y="6221775"/>
                  </a:lnTo>
                  <a:lnTo>
                    <a:pt x="2085715" y="6188666"/>
                  </a:lnTo>
                  <a:lnTo>
                    <a:pt x="2173731" y="6151692"/>
                  </a:lnTo>
                  <a:lnTo>
                    <a:pt x="2258292" y="6110849"/>
                  </a:lnTo>
                  <a:lnTo>
                    <a:pt x="2338372" y="6066045"/>
                  </a:lnTo>
                  <a:lnTo>
                    <a:pt x="2413405" y="6017079"/>
                  </a:lnTo>
                  <a:lnTo>
                    <a:pt x="2483200" y="5963640"/>
                  </a:lnTo>
                  <a:lnTo>
                    <a:pt x="2547847" y="5905305"/>
                  </a:lnTo>
                  <a:lnTo>
                    <a:pt x="2607637" y="5841545"/>
                  </a:lnTo>
                  <a:lnTo>
                    <a:pt x="2662990" y="5771737"/>
                  </a:lnTo>
                  <a:lnTo>
                    <a:pt x="2714407" y="5695189"/>
                  </a:lnTo>
                  <a:lnTo>
                    <a:pt x="2762426" y="5611175"/>
                  </a:lnTo>
                  <a:lnTo>
                    <a:pt x="2807590" y="5518996"/>
                  </a:lnTo>
                  <a:lnTo>
                    <a:pt x="2850425" y="5418067"/>
                  </a:lnTo>
                  <a:lnTo>
                    <a:pt x="2891412" y="5308066"/>
                  </a:lnTo>
                  <a:lnTo>
                    <a:pt x="2896531" y="5293378"/>
                  </a:lnTo>
                  <a:lnTo>
                    <a:pt x="2922928" y="5214251"/>
                  </a:lnTo>
                  <a:lnTo>
                    <a:pt x="2948820" y="5131052"/>
                  </a:lnTo>
                  <a:lnTo>
                    <a:pt x="2974304" y="5043703"/>
                  </a:lnTo>
                  <a:lnTo>
                    <a:pt x="2999463" y="4952157"/>
                  </a:lnTo>
                  <a:lnTo>
                    <a:pt x="3024368" y="4856399"/>
                  </a:lnTo>
                  <a:lnTo>
                    <a:pt x="3049082" y="4756451"/>
                  </a:lnTo>
                  <a:lnTo>
                    <a:pt x="3073656" y="4652372"/>
                  </a:lnTo>
                  <a:lnTo>
                    <a:pt x="3098133" y="4544261"/>
                  </a:lnTo>
                  <a:lnTo>
                    <a:pt x="3122550" y="4432259"/>
                  </a:lnTo>
                  <a:lnTo>
                    <a:pt x="3146935" y="4316551"/>
                  </a:lnTo>
                  <a:lnTo>
                    <a:pt x="3171310" y="4197364"/>
                  </a:lnTo>
                  <a:lnTo>
                    <a:pt x="3195692" y="4074965"/>
                  </a:lnTo>
                  <a:lnTo>
                    <a:pt x="3220092" y="3949664"/>
                  </a:lnTo>
                  <a:lnTo>
                    <a:pt x="3244516" y="3821808"/>
                  </a:lnTo>
                  <a:lnTo>
                    <a:pt x="3268966" y="3691779"/>
                  </a:lnTo>
                  <a:lnTo>
                    <a:pt x="3293441" y="3559988"/>
                  </a:lnTo>
                  <a:lnTo>
                    <a:pt x="3317936" y="3426873"/>
                  </a:lnTo>
                  <a:lnTo>
                    <a:pt x="3342446" y="3292888"/>
                  </a:lnTo>
                  <a:lnTo>
                    <a:pt x="3366964" y="3158502"/>
                  </a:lnTo>
                  <a:lnTo>
                    <a:pt x="3391479" y="3024189"/>
                  </a:lnTo>
                  <a:lnTo>
                    <a:pt x="3415986" y="2890424"/>
                  </a:lnTo>
                  <a:lnTo>
                    <a:pt x="3440475" y="2757670"/>
                  </a:lnTo>
                  <a:lnTo>
                    <a:pt x="3464943" y="2626379"/>
                  </a:lnTo>
                  <a:lnTo>
                    <a:pt x="3489385" y="2496979"/>
                  </a:lnTo>
                  <a:lnTo>
                    <a:pt x="3513801" y="2369875"/>
                  </a:lnTo>
                  <a:lnTo>
                    <a:pt x="3538194" y="2245436"/>
                  </a:lnTo>
                  <a:lnTo>
                    <a:pt x="3562573" y="2124000"/>
                  </a:lnTo>
                  <a:lnTo>
                    <a:pt x="3586949" y="2005862"/>
                  </a:lnTo>
                  <a:lnTo>
                    <a:pt x="3611341" y="1891278"/>
                  </a:lnTo>
                  <a:lnTo>
                    <a:pt x="3635773" y="1780463"/>
                  </a:lnTo>
                  <a:lnTo>
                    <a:pt x="3660276" y="1673586"/>
                  </a:lnTo>
                  <a:lnTo>
                    <a:pt x="3684889" y="1570775"/>
                  </a:lnTo>
                  <a:lnTo>
                    <a:pt x="3709656" y="1472119"/>
                  </a:lnTo>
                  <a:lnTo>
                    <a:pt x="3734632" y="1377664"/>
                  </a:lnTo>
                  <a:lnTo>
                    <a:pt x="3759883" y="1287419"/>
                  </a:lnTo>
                  <a:lnTo>
                    <a:pt x="3785484" y="1201361"/>
                  </a:lnTo>
                  <a:lnTo>
                    <a:pt x="3811521" y="1119431"/>
                  </a:lnTo>
                  <a:lnTo>
                    <a:pt x="3829811" y="1065214"/>
                  </a:lnTo>
                  <a:lnTo>
                    <a:pt x="3870594" y="954053"/>
                  </a:lnTo>
                  <a:lnTo>
                    <a:pt x="3913168" y="851977"/>
                  </a:lnTo>
                  <a:lnTo>
                    <a:pt x="3958006" y="758709"/>
                  </a:lnTo>
                  <a:lnTo>
                    <a:pt x="4005630" y="673692"/>
                  </a:lnTo>
                  <a:lnTo>
                    <a:pt x="4056583" y="596232"/>
                  </a:lnTo>
                  <a:lnTo>
                    <a:pt x="4111406" y="525604"/>
                  </a:lnTo>
                  <a:lnTo>
                    <a:pt x="4170604" y="461108"/>
                  </a:lnTo>
                  <a:lnTo>
                    <a:pt x="4234611" y="402112"/>
                  </a:lnTo>
                  <a:lnTo>
                    <a:pt x="4303739" y="348075"/>
                  </a:lnTo>
                  <a:lnTo>
                    <a:pt x="4378108" y="298558"/>
                  </a:lnTo>
                  <a:lnTo>
                    <a:pt x="4457567" y="253236"/>
                  </a:lnTo>
                  <a:lnTo>
                    <a:pt x="4541603" y="211895"/>
                  </a:lnTo>
                  <a:lnTo>
                    <a:pt x="4629253" y="174429"/>
                  </a:lnTo>
                  <a:lnTo>
                    <a:pt x="4719036" y="140825"/>
                  </a:lnTo>
                  <a:lnTo>
                    <a:pt x="4808934" y="111134"/>
                  </a:lnTo>
                  <a:lnTo>
                    <a:pt x="4896458" y="85437"/>
                  </a:lnTo>
                  <a:lnTo>
                    <a:pt x="4978815" y="63793"/>
                  </a:lnTo>
                  <a:lnTo>
                    <a:pt x="5053185" y="46191"/>
                  </a:lnTo>
                  <a:lnTo>
                    <a:pt x="5117075" y="32497"/>
                  </a:lnTo>
                  <a:lnTo>
                    <a:pt x="5168687" y="22433"/>
                  </a:lnTo>
                  <a:lnTo>
                    <a:pt x="5207222" y="15571"/>
                  </a:lnTo>
                  <a:lnTo>
                    <a:pt x="5233045" y="11359"/>
                  </a:lnTo>
                  <a:lnTo>
                    <a:pt x="5247705" y="9162"/>
                  </a:lnTo>
                  <a:lnTo>
                    <a:pt x="5253822" y="8318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556" y="8207"/>
                  </a:lnTo>
                  <a:lnTo>
                    <a:pt x="6735522" y="8455"/>
                  </a:lnTo>
                  <a:lnTo>
                    <a:pt x="6755563" y="9140"/>
                  </a:lnTo>
                  <a:lnTo>
                    <a:pt x="6791296" y="10489"/>
                  </a:lnTo>
                  <a:lnTo>
                    <a:pt x="6844358" y="12707"/>
                  </a:lnTo>
                  <a:lnTo>
                    <a:pt x="6914286" y="15962"/>
                  </a:lnTo>
                  <a:lnTo>
                    <a:pt x="6998721" y="20364"/>
                  </a:lnTo>
                  <a:lnTo>
                    <a:pt x="7093958" y="25964"/>
                  </a:lnTo>
                  <a:lnTo>
                    <a:pt x="7195676" y="32767"/>
                  </a:lnTo>
                  <a:lnTo>
                    <a:pt x="7299656" y="40749"/>
                  </a:lnTo>
                  <a:lnTo>
                    <a:pt x="7402301" y="49886"/>
                  </a:lnTo>
                  <a:lnTo>
                    <a:pt x="7500914" y="60170"/>
                  </a:lnTo>
                  <a:lnTo>
                    <a:pt x="7593736" y="71625"/>
                  </a:lnTo>
                  <a:lnTo>
                    <a:pt x="7679846" y="84318"/>
                  </a:lnTo>
                  <a:lnTo>
                    <a:pt x="7758983" y="98358"/>
                  </a:lnTo>
                  <a:lnTo>
                    <a:pt x="7831367" y="113899"/>
                  </a:lnTo>
                  <a:lnTo>
                    <a:pt x="7897528" y="131136"/>
                  </a:lnTo>
                  <a:lnTo>
                    <a:pt x="7958186" y="150296"/>
                  </a:lnTo>
                  <a:lnTo>
                    <a:pt x="8014155" y="171624"/>
                  </a:lnTo>
                  <a:lnTo>
                    <a:pt x="8066271" y="195364"/>
                  </a:lnTo>
                  <a:lnTo>
                    <a:pt x="8115339" y="221712"/>
                  </a:lnTo>
                  <a:lnTo>
                    <a:pt x="8151487" y="243827"/>
                  </a:lnTo>
                  <a:lnTo>
                    <a:pt x="8198806" y="276359"/>
                  </a:lnTo>
                  <a:lnTo>
                    <a:pt x="8244727" y="311898"/>
                  </a:lnTo>
                  <a:lnTo>
                    <a:pt x="8289728" y="350495"/>
                  </a:lnTo>
                  <a:lnTo>
                    <a:pt x="8334172" y="392123"/>
                  </a:lnTo>
                  <a:lnTo>
                    <a:pt x="8378325" y="436657"/>
                  </a:lnTo>
                  <a:lnTo>
                    <a:pt x="8422374" y="483878"/>
                  </a:lnTo>
                  <a:lnTo>
                    <a:pt x="8466433" y="533464"/>
                  </a:lnTo>
                  <a:lnTo>
                    <a:pt x="8510563" y="584996"/>
                  </a:lnTo>
                  <a:lnTo>
                    <a:pt x="8554775" y="637972"/>
                  </a:lnTo>
                  <a:lnTo>
                    <a:pt x="8599050" y="691825"/>
                  </a:lnTo>
                  <a:lnTo>
                    <a:pt x="8643344" y="745946"/>
                  </a:lnTo>
                  <a:lnTo>
                    <a:pt x="8687612" y="799713"/>
                  </a:lnTo>
                  <a:lnTo>
                    <a:pt x="8731814" y="852521"/>
                  </a:lnTo>
                  <a:lnTo>
                    <a:pt x="8775932" y="903812"/>
                  </a:lnTo>
                  <a:lnTo>
                    <a:pt x="8819985" y="953092"/>
                  </a:lnTo>
                  <a:lnTo>
                    <a:pt x="8864040" y="999958"/>
                  </a:lnTo>
                  <a:lnTo>
                    <a:pt x="8908221" y="1044100"/>
                  </a:lnTo>
                  <a:lnTo>
                    <a:pt x="8952724" y="1085312"/>
                  </a:lnTo>
                  <a:lnTo>
                    <a:pt x="8997829" y="1123486"/>
                  </a:lnTo>
                  <a:lnTo>
                    <a:pt x="9043912" y="1158602"/>
                  </a:lnTo>
                  <a:lnTo>
                    <a:pt x="9084767" y="1186446"/>
                  </a:lnTo>
                  <a:lnTo>
                    <a:pt x="9131988" y="1214870"/>
                  </a:lnTo>
                  <a:lnTo>
                    <a:pt x="9181691" y="1240604"/>
                  </a:lnTo>
                  <a:lnTo>
                    <a:pt x="9234621" y="1263768"/>
                  </a:lnTo>
                  <a:lnTo>
                    <a:pt x="9291596" y="1284575"/>
                  </a:lnTo>
                  <a:lnTo>
                    <a:pt x="9353452" y="1303270"/>
                  </a:lnTo>
                  <a:lnTo>
                    <a:pt x="9420988" y="1320097"/>
                  </a:lnTo>
                  <a:lnTo>
                    <a:pt x="9494889" y="1335277"/>
                  </a:lnTo>
                  <a:lnTo>
                    <a:pt x="9575629" y="1348995"/>
                  </a:lnTo>
                  <a:lnTo>
                    <a:pt x="9663329" y="1361394"/>
                  </a:lnTo>
                  <a:lnTo>
                    <a:pt x="9757595" y="1372575"/>
                  </a:lnTo>
                  <a:lnTo>
                    <a:pt x="9857326" y="1382594"/>
                  </a:lnTo>
                  <a:lnTo>
                    <a:pt x="9960552" y="1391467"/>
                  </a:lnTo>
                  <a:lnTo>
                    <a:pt x="10064358" y="1399180"/>
                  </a:lnTo>
                  <a:lnTo>
                    <a:pt x="10164971" y="1405706"/>
                  </a:lnTo>
                  <a:lnTo>
                    <a:pt x="10258093" y="1411029"/>
                  </a:lnTo>
                  <a:lnTo>
                    <a:pt x="10339476" y="1415160"/>
                  </a:lnTo>
                  <a:lnTo>
                    <a:pt x="10405665" y="1418164"/>
                  </a:lnTo>
                  <a:lnTo>
                    <a:pt x="10454700" y="1420166"/>
                  </a:lnTo>
                  <a:lnTo>
                    <a:pt x="10486597" y="1421342"/>
                  </a:lnTo>
                  <a:lnTo>
                    <a:pt x="10503469" y="1421906"/>
                  </a:lnTo>
                  <a:lnTo>
                    <a:pt x="10509350" y="1422085"/>
                  </a:lnTo>
                  <a:lnTo>
                    <a:pt x="10509911" y="1422101"/>
                  </a:lnTo>
                  <a:lnTo>
                    <a:pt x="11981298" y="1422101"/>
                  </a:lnTo>
                  <a:lnTo>
                    <a:pt x="11981298" y="1413928"/>
                  </a:lnTo>
                  <a:lnTo>
                    <a:pt x="10509911" y="1413928"/>
                  </a:lnTo>
                  <a:lnTo>
                    <a:pt x="10508697" y="1413893"/>
                  </a:lnTo>
                  <a:lnTo>
                    <a:pt x="10500731" y="1413646"/>
                  </a:lnTo>
                  <a:lnTo>
                    <a:pt x="10480690" y="1412960"/>
                  </a:lnTo>
                  <a:lnTo>
                    <a:pt x="10444957" y="1411612"/>
                  </a:lnTo>
                  <a:lnTo>
                    <a:pt x="10391895" y="1409393"/>
                  </a:lnTo>
                  <a:lnTo>
                    <a:pt x="10321968" y="1406138"/>
                  </a:lnTo>
                  <a:lnTo>
                    <a:pt x="10237532" y="1401736"/>
                  </a:lnTo>
                  <a:lnTo>
                    <a:pt x="10142295" y="1396136"/>
                  </a:lnTo>
                  <a:lnTo>
                    <a:pt x="10040577" y="1389334"/>
                  </a:lnTo>
                  <a:lnTo>
                    <a:pt x="9936598" y="1381352"/>
                  </a:lnTo>
                  <a:lnTo>
                    <a:pt x="9833952" y="1372215"/>
                  </a:lnTo>
                  <a:lnTo>
                    <a:pt x="9735339" y="1361931"/>
                  </a:lnTo>
                  <a:lnTo>
                    <a:pt x="9642517" y="1350475"/>
                  </a:lnTo>
                  <a:lnTo>
                    <a:pt x="9556407" y="1337783"/>
                  </a:lnTo>
                  <a:lnTo>
                    <a:pt x="9477270" y="1323742"/>
                  </a:lnTo>
                  <a:lnTo>
                    <a:pt x="9404887" y="1308201"/>
                  </a:lnTo>
                  <a:lnTo>
                    <a:pt x="9338726" y="1290964"/>
                  </a:lnTo>
                  <a:lnTo>
                    <a:pt x="9278067" y="1271805"/>
                  </a:lnTo>
                  <a:lnTo>
                    <a:pt x="9222098" y="1250476"/>
                  </a:lnTo>
                  <a:lnTo>
                    <a:pt x="9169982" y="1226737"/>
                  </a:lnTo>
                  <a:lnTo>
                    <a:pt x="9120914" y="1200389"/>
                  </a:lnTo>
                  <a:lnTo>
                    <a:pt x="9084767" y="1178273"/>
                  </a:lnTo>
                  <a:lnTo>
                    <a:pt x="9037447" y="1145741"/>
                  </a:lnTo>
                  <a:lnTo>
                    <a:pt x="8991527" y="1110203"/>
                  </a:lnTo>
                  <a:lnTo>
                    <a:pt x="8946526" y="1071605"/>
                  </a:lnTo>
                  <a:lnTo>
                    <a:pt x="8902081" y="1029978"/>
                  </a:lnTo>
                  <a:lnTo>
                    <a:pt x="8857928" y="985443"/>
                  </a:lnTo>
                  <a:lnTo>
                    <a:pt x="8813880" y="938223"/>
                  </a:lnTo>
                  <a:lnTo>
                    <a:pt x="8769820" y="888637"/>
                  </a:lnTo>
                  <a:lnTo>
                    <a:pt x="8725690" y="837105"/>
                  </a:lnTo>
                  <a:lnTo>
                    <a:pt x="8681478" y="784129"/>
                  </a:lnTo>
                  <a:lnTo>
                    <a:pt x="8637204" y="730276"/>
                  </a:lnTo>
                  <a:lnTo>
                    <a:pt x="8592909" y="676155"/>
                  </a:lnTo>
                  <a:lnTo>
                    <a:pt x="8548641" y="622388"/>
                  </a:lnTo>
                  <a:lnTo>
                    <a:pt x="8504439" y="569579"/>
                  </a:lnTo>
                  <a:lnTo>
                    <a:pt x="8460321" y="518289"/>
                  </a:lnTo>
                  <a:lnTo>
                    <a:pt x="8416268" y="469009"/>
                  </a:lnTo>
                  <a:lnTo>
                    <a:pt x="8372213" y="422143"/>
                  </a:lnTo>
                  <a:lnTo>
                    <a:pt x="8328032" y="378001"/>
                  </a:lnTo>
                  <a:lnTo>
                    <a:pt x="8283529" y="336788"/>
                  </a:lnTo>
                  <a:lnTo>
                    <a:pt x="8238424" y="298615"/>
                  </a:lnTo>
                  <a:lnTo>
                    <a:pt x="8192341" y="263498"/>
                  </a:lnTo>
                  <a:lnTo>
                    <a:pt x="8151487" y="235654"/>
                  </a:lnTo>
                  <a:lnTo>
                    <a:pt x="8104265" y="207231"/>
                  </a:lnTo>
                  <a:lnTo>
                    <a:pt x="8054562" y="181497"/>
                  </a:lnTo>
                  <a:lnTo>
                    <a:pt x="8001633" y="158332"/>
                  </a:lnTo>
                  <a:lnTo>
                    <a:pt x="7944657" y="137525"/>
                  </a:lnTo>
                  <a:lnTo>
                    <a:pt x="7882801" y="118830"/>
                  </a:lnTo>
                  <a:lnTo>
                    <a:pt x="7815265" y="102003"/>
                  </a:lnTo>
                  <a:lnTo>
                    <a:pt x="7741364" y="86824"/>
                  </a:lnTo>
                  <a:lnTo>
                    <a:pt x="7660625" y="73106"/>
                  </a:lnTo>
                  <a:lnTo>
                    <a:pt x="7572924" y="60707"/>
                  </a:lnTo>
                  <a:lnTo>
                    <a:pt x="7478659" y="49525"/>
                  </a:lnTo>
                  <a:lnTo>
                    <a:pt x="7378928" y="39506"/>
                  </a:lnTo>
                  <a:lnTo>
                    <a:pt x="7275701" y="30634"/>
                  </a:lnTo>
                  <a:lnTo>
                    <a:pt x="7171895" y="22921"/>
                  </a:lnTo>
                  <a:lnTo>
                    <a:pt x="7071282" y="16394"/>
                  </a:lnTo>
                  <a:lnTo>
                    <a:pt x="6978160" y="11072"/>
                  </a:lnTo>
                  <a:lnTo>
                    <a:pt x="6896777" y="6941"/>
                  </a:lnTo>
                  <a:lnTo>
                    <a:pt x="6830588" y="3936"/>
                  </a:lnTo>
                  <a:lnTo>
                    <a:pt x="6781553" y="1935"/>
                  </a:lnTo>
                  <a:lnTo>
                    <a:pt x="6749656" y="759"/>
                  </a:lnTo>
                  <a:lnTo>
                    <a:pt x="6732784" y="195"/>
                  </a:lnTo>
                  <a:lnTo>
                    <a:pt x="6726903" y="15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160" y="101"/>
                  </a:lnTo>
                  <a:lnTo>
                    <a:pt x="5248895" y="820"/>
                  </a:lnTo>
                  <a:lnTo>
                    <a:pt x="5235492" y="2807"/>
                  </a:lnTo>
                  <a:lnTo>
                    <a:pt x="5211203" y="6726"/>
                  </a:lnTo>
                  <a:lnTo>
                    <a:pt x="5174336" y="13217"/>
                  </a:lnTo>
                  <a:lnTo>
                    <a:pt x="5124371" y="22845"/>
                  </a:lnTo>
                  <a:lnTo>
                    <a:pt x="5061966" y="36057"/>
                  </a:lnTo>
                  <a:lnTo>
                    <a:pt x="4988806" y="53151"/>
                  </a:lnTo>
                  <a:lnTo>
                    <a:pt x="4907314" y="74276"/>
                  </a:lnTo>
                  <a:lnTo>
                    <a:pt x="4820290" y="99458"/>
                  </a:lnTo>
                  <a:lnTo>
                    <a:pt x="4730548" y="128644"/>
                  </a:lnTo>
                  <a:lnTo>
                    <a:pt x="4640627" y="161753"/>
                  </a:lnTo>
                  <a:lnTo>
                    <a:pt x="4552611" y="198727"/>
                  </a:lnTo>
                  <a:lnTo>
                    <a:pt x="4468050" y="239569"/>
                  </a:lnTo>
                  <a:lnTo>
                    <a:pt x="4387970" y="284374"/>
                  </a:lnTo>
                  <a:lnTo>
                    <a:pt x="4312937" y="333340"/>
                  </a:lnTo>
                  <a:lnTo>
                    <a:pt x="4243142" y="386779"/>
                  </a:lnTo>
                  <a:lnTo>
                    <a:pt x="4178495" y="445114"/>
                  </a:lnTo>
                  <a:lnTo>
                    <a:pt x="4118705" y="508874"/>
                  </a:lnTo>
                  <a:lnTo>
                    <a:pt x="4063352" y="578682"/>
                  </a:lnTo>
                  <a:lnTo>
                    <a:pt x="4011935" y="655230"/>
                  </a:lnTo>
                  <a:lnTo>
                    <a:pt x="3963916" y="739243"/>
                  </a:lnTo>
                  <a:lnTo>
                    <a:pt x="3918752" y="831423"/>
                  </a:lnTo>
                  <a:lnTo>
                    <a:pt x="3875917" y="932352"/>
                  </a:lnTo>
                  <a:lnTo>
                    <a:pt x="3834930" y="1042353"/>
                  </a:lnTo>
                  <a:lnTo>
                    <a:pt x="3829811" y="1057041"/>
                  </a:lnTo>
                  <a:lnTo>
                    <a:pt x="3803414" y="1136168"/>
                  </a:lnTo>
                  <a:lnTo>
                    <a:pt x="3777522" y="1219367"/>
                  </a:lnTo>
                  <a:lnTo>
                    <a:pt x="3752038" y="1306715"/>
                  </a:lnTo>
                  <a:lnTo>
                    <a:pt x="3726879" y="1398261"/>
                  </a:lnTo>
                  <a:lnTo>
                    <a:pt x="3701974" y="1494019"/>
                  </a:lnTo>
                  <a:lnTo>
                    <a:pt x="3677260" y="1593968"/>
                  </a:lnTo>
                  <a:lnTo>
                    <a:pt x="3652686" y="1698047"/>
                  </a:lnTo>
                  <a:lnTo>
                    <a:pt x="3628209" y="1806158"/>
                  </a:lnTo>
                  <a:lnTo>
                    <a:pt x="3603792" y="1918160"/>
                  </a:lnTo>
                  <a:lnTo>
                    <a:pt x="3579407" y="2033867"/>
                  </a:lnTo>
                  <a:lnTo>
                    <a:pt x="3555032" y="2153055"/>
                  </a:lnTo>
                  <a:lnTo>
                    <a:pt x="3530650" y="2275454"/>
                  </a:lnTo>
                  <a:lnTo>
                    <a:pt x="3506250" y="2400755"/>
                  </a:lnTo>
                  <a:lnTo>
                    <a:pt x="3481826" y="2528610"/>
                  </a:lnTo>
                  <a:lnTo>
                    <a:pt x="3457376" y="2658640"/>
                  </a:lnTo>
                  <a:lnTo>
                    <a:pt x="3432901" y="2790430"/>
                  </a:lnTo>
                  <a:lnTo>
                    <a:pt x="3408406" y="2923546"/>
                  </a:lnTo>
                  <a:lnTo>
                    <a:pt x="3383896" y="3057531"/>
                  </a:lnTo>
                  <a:lnTo>
                    <a:pt x="3359379" y="3191917"/>
                  </a:lnTo>
                  <a:lnTo>
                    <a:pt x="3334863" y="3326229"/>
                  </a:lnTo>
                  <a:lnTo>
                    <a:pt x="3310356" y="3459995"/>
                  </a:lnTo>
                  <a:lnTo>
                    <a:pt x="3285867" y="3592749"/>
                  </a:lnTo>
                  <a:lnTo>
                    <a:pt x="3261399" y="3724040"/>
                  </a:lnTo>
                  <a:lnTo>
                    <a:pt x="3236957" y="3853440"/>
                  </a:lnTo>
                  <a:lnTo>
                    <a:pt x="3212541" y="3980544"/>
                  </a:lnTo>
                  <a:lnTo>
                    <a:pt x="3188148" y="4104983"/>
                  </a:lnTo>
                  <a:lnTo>
                    <a:pt x="3163769" y="4226419"/>
                  </a:lnTo>
                  <a:lnTo>
                    <a:pt x="3139393" y="4344557"/>
                  </a:lnTo>
                  <a:lnTo>
                    <a:pt x="3115001" y="4459140"/>
                  </a:lnTo>
                  <a:lnTo>
                    <a:pt x="3090569" y="4569956"/>
                  </a:lnTo>
                  <a:lnTo>
                    <a:pt x="3066066" y="4676833"/>
                  </a:lnTo>
                  <a:lnTo>
                    <a:pt x="3041454" y="4779643"/>
                  </a:lnTo>
                  <a:lnTo>
                    <a:pt x="3016687" y="4878300"/>
                  </a:lnTo>
                  <a:lnTo>
                    <a:pt x="2991710" y="4972755"/>
                  </a:lnTo>
                  <a:lnTo>
                    <a:pt x="2966459" y="5062999"/>
                  </a:lnTo>
                  <a:lnTo>
                    <a:pt x="2940858" y="5149058"/>
                  </a:lnTo>
                  <a:lnTo>
                    <a:pt x="2914821" y="5230987"/>
                  </a:lnTo>
                  <a:lnTo>
                    <a:pt x="2896531" y="5285205"/>
                  </a:lnTo>
                  <a:lnTo>
                    <a:pt x="2855748" y="5396366"/>
                  </a:lnTo>
                  <a:lnTo>
                    <a:pt x="2813175" y="5498442"/>
                  </a:lnTo>
                  <a:lnTo>
                    <a:pt x="2768336" y="5591709"/>
                  </a:lnTo>
                  <a:lnTo>
                    <a:pt x="2720712" y="5676727"/>
                  </a:lnTo>
                  <a:lnTo>
                    <a:pt x="2669759" y="5754187"/>
                  </a:lnTo>
                  <a:lnTo>
                    <a:pt x="2614936" y="5824815"/>
                  </a:lnTo>
                  <a:lnTo>
                    <a:pt x="2555739" y="5889311"/>
                  </a:lnTo>
                  <a:lnTo>
                    <a:pt x="2491731" y="5948306"/>
                  </a:lnTo>
                  <a:lnTo>
                    <a:pt x="2422603" y="6002344"/>
                  </a:lnTo>
                  <a:lnTo>
                    <a:pt x="2348234" y="6051861"/>
                  </a:lnTo>
                  <a:lnTo>
                    <a:pt x="2268775" y="6097183"/>
                  </a:lnTo>
                  <a:lnTo>
                    <a:pt x="2184739" y="6138524"/>
                  </a:lnTo>
                  <a:lnTo>
                    <a:pt x="2097089" y="6175990"/>
                  </a:lnTo>
                  <a:lnTo>
                    <a:pt x="2007307" y="6209594"/>
                  </a:lnTo>
                  <a:lnTo>
                    <a:pt x="1917408" y="6239285"/>
                  </a:lnTo>
                  <a:lnTo>
                    <a:pt x="1829884" y="6264982"/>
                  </a:lnTo>
                  <a:lnTo>
                    <a:pt x="1747527" y="6286625"/>
                  </a:lnTo>
                  <a:lnTo>
                    <a:pt x="1673157" y="6304228"/>
                  </a:lnTo>
                  <a:lnTo>
                    <a:pt x="1609267" y="6317922"/>
                  </a:lnTo>
                  <a:lnTo>
                    <a:pt x="1557655" y="6327986"/>
                  </a:lnTo>
                  <a:lnTo>
                    <a:pt x="1519121" y="6334847"/>
                  </a:lnTo>
                  <a:lnTo>
                    <a:pt x="1493297" y="6339060"/>
                  </a:lnTo>
                  <a:lnTo>
                    <a:pt x="1478637" y="6341256"/>
                  </a:lnTo>
                  <a:lnTo>
                    <a:pt x="1472520" y="6342101"/>
                  </a:lnTo>
                  <a:lnTo>
                    <a:pt x="1471387" y="6342246"/>
                  </a:lnTo>
                  <a:lnTo>
                    <a:pt x="0" y="6342246"/>
                  </a:lnTo>
                  <a:close/>
                </a:path>
              </a:pathLst>
            </a:custGeom>
            <a:solidFill>
              <a:srgbClr val="D9B26F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713" name="pl1713"/>
            <p:cNvSpPr/>
            <p:nvPr/>
          </p:nvSpPr>
          <p:spPr>
            <a:xfrm>
              <a:off x="4799595" y="3304305"/>
              <a:ext cx="11981298" cy="6342246"/>
            </a:xfrm>
            <a:custGeom>
              <a:avLst/>
              <a:pathLst>
                <a:path w="11981298" h="6342246">
                  <a:moveTo>
                    <a:pt x="0" y="6342246"/>
                  </a:moveTo>
                  <a:lnTo>
                    <a:pt x="1471387" y="6342246"/>
                  </a:lnTo>
                  <a:lnTo>
                    <a:pt x="1472182" y="6342145"/>
                  </a:lnTo>
                  <a:lnTo>
                    <a:pt x="1477447" y="6341425"/>
                  </a:lnTo>
                  <a:lnTo>
                    <a:pt x="1490850" y="6339438"/>
                  </a:lnTo>
                  <a:lnTo>
                    <a:pt x="1515139" y="6335520"/>
                  </a:lnTo>
                  <a:lnTo>
                    <a:pt x="1552006" y="6329029"/>
                  </a:lnTo>
                  <a:lnTo>
                    <a:pt x="1601971" y="6319401"/>
                  </a:lnTo>
                  <a:lnTo>
                    <a:pt x="1664376" y="6306189"/>
                  </a:lnTo>
                  <a:lnTo>
                    <a:pt x="1737536" y="6289095"/>
                  </a:lnTo>
                  <a:lnTo>
                    <a:pt x="1819028" y="6267970"/>
                  </a:lnTo>
                  <a:lnTo>
                    <a:pt x="1906052" y="6242788"/>
                  </a:lnTo>
                  <a:lnTo>
                    <a:pt x="1995795" y="6213602"/>
                  </a:lnTo>
                  <a:lnTo>
                    <a:pt x="2085715" y="6180493"/>
                  </a:lnTo>
                  <a:lnTo>
                    <a:pt x="2173731" y="6143519"/>
                  </a:lnTo>
                  <a:lnTo>
                    <a:pt x="2258292" y="6102676"/>
                  </a:lnTo>
                  <a:lnTo>
                    <a:pt x="2338372" y="6057872"/>
                  </a:lnTo>
                  <a:lnTo>
                    <a:pt x="2413405" y="6008906"/>
                  </a:lnTo>
                  <a:lnTo>
                    <a:pt x="2483200" y="5955467"/>
                  </a:lnTo>
                  <a:lnTo>
                    <a:pt x="2547847" y="5897132"/>
                  </a:lnTo>
                  <a:lnTo>
                    <a:pt x="2607637" y="5833372"/>
                  </a:lnTo>
                  <a:lnTo>
                    <a:pt x="2662990" y="5763564"/>
                  </a:lnTo>
                  <a:lnTo>
                    <a:pt x="2714407" y="5687016"/>
                  </a:lnTo>
                  <a:lnTo>
                    <a:pt x="2762426" y="5603002"/>
                  </a:lnTo>
                  <a:lnTo>
                    <a:pt x="2807590" y="5510823"/>
                  </a:lnTo>
                  <a:lnTo>
                    <a:pt x="2850425" y="5409894"/>
                  </a:lnTo>
                  <a:lnTo>
                    <a:pt x="2891412" y="5299893"/>
                  </a:lnTo>
                  <a:lnTo>
                    <a:pt x="2896531" y="5285205"/>
                  </a:lnTo>
                  <a:lnTo>
                    <a:pt x="2922928" y="5206078"/>
                  </a:lnTo>
                  <a:lnTo>
                    <a:pt x="2948820" y="5122879"/>
                  </a:lnTo>
                  <a:lnTo>
                    <a:pt x="2974304" y="5035530"/>
                  </a:lnTo>
                  <a:lnTo>
                    <a:pt x="2999463" y="4943984"/>
                  </a:lnTo>
                  <a:lnTo>
                    <a:pt x="3024368" y="4848226"/>
                  </a:lnTo>
                  <a:lnTo>
                    <a:pt x="3049082" y="4748278"/>
                  </a:lnTo>
                  <a:lnTo>
                    <a:pt x="3073656" y="4644199"/>
                  </a:lnTo>
                  <a:lnTo>
                    <a:pt x="3098133" y="4536088"/>
                  </a:lnTo>
                  <a:lnTo>
                    <a:pt x="3122550" y="4424086"/>
                  </a:lnTo>
                  <a:lnTo>
                    <a:pt x="3146935" y="4308378"/>
                  </a:lnTo>
                  <a:lnTo>
                    <a:pt x="3171310" y="4189191"/>
                  </a:lnTo>
                  <a:lnTo>
                    <a:pt x="3195692" y="4066792"/>
                  </a:lnTo>
                  <a:lnTo>
                    <a:pt x="3220092" y="3941491"/>
                  </a:lnTo>
                  <a:lnTo>
                    <a:pt x="3244516" y="3813635"/>
                  </a:lnTo>
                  <a:lnTo>
                    <a:pt x="3268966" y="3683606"/>
                  </a:lnTo>
                  <a:lnTo>
                    <a:pt x="3293441" y="3551815"/>
                  </a:lnTo>
                  <a:lnTo>
                    <a:pt x="3317936" y="3418700"/>
                  </a:lnTo>
                  <a:lnTo>
                    <a:pt x="3342446" y="3284715"/>
                  </a:lnTo>
                  <a:lnTo>
                    <a:pt x="3366964" y="3150329"/>
                  </a:lnTo>
                  <a:lnTo>
                    <a:pt x="3391479" y="3016016"/>
                  </a:lnTo>
                  <a:lnTo>
                    <a:pt x="3415986" y="2882251"/>
                  </a:lnTo>
                  <a:lnTo>
                    <a:pt x="3440475" y="2749497"/>
                  </a:lnTo>
                  <a:lnTo>
                    <a:pt x="3464943" y="2618206"/>
                  </a:lnTo>
                  <a:lnTo>
                    <a:pt x="3489385" y="2488806"/>
                  </a:lnTo>
                  <a:lnTo>
                    <a:pt x="3513801" y="2361702"/>
                  </a:lnTo>
                  <a:lnTo>
                    <a:pt x="3538194" y="2237263"/>
                  </a:lnTo>
                  <a:lnTo>
                    <a:pt x="3562573" y="2115827"/>
                  </a:lnTo>
                  <a:lnTo>
                    <a:pt x="3586949" y="1997689"/>
                  </a:lnTo>
                  <a:lnTo>
                    <a:pt x="3611341" y="1883105"/>
                  </a:lnTo>
                  <a:lnTo>
                    <a:pt x="3635773" y="1772290"/>
                  </a:lnTo>
                  <a:lnTo>
                    <a:pt x="3660276" y="1665413"/>
                  </a:lnTo>
                  <a:lnTo>
                    <a:pt x="3684889" y="1562602"/>
                  </a:lnTo>
                  <a:lnTo>
                    <a:pt x="3709656" y="1463946"/>
                  </a:lnTo>
                  <a:lnTo>
                    <a:pt x="3734632" y="1369491"/>
                  </a:lnTo>
                  <a:lnTo>
                    <a:pt x="3759883" y="1279246"/>
                  </a:lnTo>
                  <a:lnTo>
                    <a:pt x="3785484" y="1193188"/>
                  </a:lnTo>
                  <a:lnTo>
                    <a:pt x="3811521" y="1111258"/>
                  </a:lnTo>
                  <a:lnTo>
                    <a:pt x="3829811" y="1057041"/>
                  </a:lnTo>
                  <a:lnTo>
                    <a:pt x="3870594" y="945880"/>
                  </a:lnTo>
                  <a:lnTo>
                    <a:pt x="3913168" y="843804"/>
                  </a:lnTo>
                  <a:lnTo>
                    <a:pt x="3958006" y="750536"/>
                  </a:lnTo>
                  <a:lnTo>
                    <a:pt x="4005630" y="665519"/>
                  </a:lnTo>
                  <a:lnTo>
                    <a:pt x="4056583" y="588059"/>
                  </a:lnTo>
                  <a:lnTo>
                    <a:pt x="4111406" y="517431"/>
                  </a:lnTo>
                  <a:lnTo>
                    <a:pt x="4170604" y="452935"/>
                  </a:lnTo>
                  <a:lnTo>
                    <a:pt x="4234611" y="393939"/>
                  </a:lnTo>
                  <a:lnTo>
                    <a:pt x="4303739" y="339902"/>
                  </a:lnTo>
                  <a:lnTo>
                    <a:pt x="4378108" y="290385"/>
                  </a:lnTo>
                  <a:lnTo>
                    <a:pt x="4457567" y="245063"/>
                  </a:lnTo>
                  <a:lnTo>
                    <a:pt x="4541603" y="203722"/>
                  </a:lnTo>
                  <a:lnTo>
                    <a:pt x="4629253" y="166256"/>
                  </a:lnTo>
                  <a:lnTo>
                    <a:pt x="4719036" y="132652"/>
                  </a:lnTo>
                  <a:lnTo>
                    <a:pt x="4808934" y="102961"/>
                  </a:lnTo>
                  <a:lnTo>
                    <a:pt x="4896458" y="77264"/>
                  </a:lnTo>
                  <a:lnTo>
                    <a:pt x="4978815" y="55620"/>
                  </a:lnTo>
                  <a:lnTo>
                    <a:pt x="5053185" y="38018"/>
                  </a:lnTo>
                  <a:lnTo>
                    <a:pt x="5117075" y="24324"/>
                  </a:lnTo>
                  <a:lnTo>
                    <a:pt x="5168687" y="14260"/>
                  </a:lnTo>
                  <a:lnTo>
                    <a:pt x="5207222" y="7398"/>
                  </a:lnTo>
                  <a:lnTo>
                    <a:pt x="5233045" y="3186"/>
                  </a:lnTo>
                  <a:lnTo>
                    <a:pt x="5247705" y="989"/>
                  </a:lnTo>
                  <a:lnTo>
                    <a:pt x="5253822" y="145"/>
                  </a:lnTo>
                  <a:lnTo>
                    <a:pt x="5254953" y="0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556" y="34"/>
                  </a:lnTo>
                  <a:lnTo>
                    <a:pt x="6735522" y="282"/>
                  </a:lnTo>
                  <a:lnTo>
                    <a:pt x="6755563" y="967"/>
                  </a:lnTo>
                  <a:lnTo>
                    <a:pt x="6791296" y="2316"/>
                  </a:lnTo>
                  <a:lnTo>
                    <a:pt x="6844358" y="4534"/>
                  </a:lnTo>
                  <a:lnTo>
                    <a:pt x="6914286" y="7789"/>
                  </a:lnTo>
                  <a:lnTo>
                    <a:pt x="6998721" y="12191"/>
                  </a:lnTo>
                  <a:lnTo>
                    <a:pt x="7093958" y="17791"/>
                  </a:lnTo>
                  <a:lnTo>
                    <a:pt x="7195676" y="24594"/>
                  </a:lnTo>
                  <a:lnTo>
                    <a:pt x="7299656" y="32576"/>
                  </a:lnTo>
                  <a:lnTo>
                    <a:pt x="7402301" y="41713"/>
                  </a:lnTo>
                  <a:lnTo>
                    <a:pt x="7500914" y="51997"/>
                  </a:lnTo>
                  <a:lnTo>
                    <a:pt x="7593736" y="63452"/>
                  </a:lnTo>
                  <a:lnTo>
                    <a:pt x="7679846" y="76145"/>
                  </a:lnTo>
                  <a:lnTo>
                    <a:pt x="7758983" y="90185"/>
                  </a:lnTo>
                  <a:lnTo>
                    <a:pt x="7831367" y="105726"/>
                  </a:lnTo>
                  <a:lnTo>
                    <a:pt x="7897528" y="122963"/>
                  </a:lnTo>
                  <a:lnTo>
                    <a:pt x="7958186" y="142123"/>
                  </a:lnTo>
                  <a:lnTo>
                    <a:pt x="8014155" y="163451"/>
                  </a:lnTo>
                  <a:lnTo>
                    <a:pt x="8066271" y="187191"/>
                  </a:lnTo>
                  <a:lnTo>
                    <a:pt x="8115339" y="213539"/>
                  </a:lnTo>
                  <a:lnTo>
                    <a:pt x="8151487" y="235654"/>
                  </a:lnTo>
                  <a:lnTo>
                    <a:pt x="8198806" y="268186"/>
                  </a:lnTo>
                  <a:lnTo>
                    <a:pt x="8244727" y="303725"/>
                  </a:lnTo>
                  <a:lnTo>
                    <a:pt x="8289728" y="342322"/>
                  </a:lnTo>
                  <a:lnTo>
                    <a:pt x="8334172" y="383950"/>
                  </a:lnTo>
                  <a:lnTo>
                    <a:pt x="8378325" y="428484"/>
                  </a:lnTo>
                  <a:lnTo>
                    <a:pt x="8422374" y="475705"/>
                  </a:lnTo>
                  <a:lnTo>
                    <a:pt x="8466433" y="525291"/>
                  </a:lnTo>
                  <a:lnTo>
                    <a:pt x="8510563" y="576823"/>
                  </a:lnTo>
                  <a:lnTo>
                    <a:pt x="8554775" y="629799"/>
                  </a:lnTo>
                  <a:lnTo>
                    <a:pt x="8599050" y="683652"/>
                  </a:lnTo>
                  <a:lnTo>
                    <a:pt x="8643344" y="737773"/>
                  </a:lnTo>
                  <a:lnTo>
                    <a:pt x="8687612" y="791540"/>
                  </a:lnTo>
                  <a:lnTo>
                    <a:pt x="8731814" y="844348"/>
                  </a:lnTo>
                  <a:lnTo>
                    <a:pt x="8775932" y="895639"/>
                  </a:lnTo>
                  <a:lnTo>
                    <a:pt x="8819985" y="944919"/>
                  </a:lnTo>
                  <a:lnTo>
                    <a:pt x="8864040" y="991785"/>
                  </a:lnTo>
                  <a:lnTo>
                    <a:pt x="8908221" y="1035927"/>
                  </a:lnTo>
                  <a:lnTo>
                    <a:pt x="8952724" y="1077139"/>
                  </a:lnTo>
                  <a:lnTo>
                    <a:pt x="8997829" y="1115313"/>
                  </a:lnTo>
                  <a:lnTo>
                    <a:pt x="9043912" y="1150429"/>
                  </a:lnTo>
                  <a:lnTo>
                    <a:pt x="9084767" y="1178273"/>
                  </a:lnTo>
                  <a:lnTo>
                    <a:pt x="9131988" y="1206697"/>
                  </a:lnTo>
                  <a:lnTo>
                    <a:pt x="9181691" y="1232431"/>
                  </a:lnTo>
                  <a:lnTo>
                    <a:pt x="9234621" y="1255595"/>
                  </a:lnTo>
                  <a:lnTo>
                    <a:pt x="9291596" y="1276402"/>
                  </a:lnTo>
                  <a:lnTo>
                    <a:pt x="9353452" y="1295097"/>
                  </a:lnTo>
                  <a:lnTo>
                    <a:pt x="9420988" y="1311924"/>
                  </a:lnTo>
                  <a:lnTo>
                    <a:pt x="9494889" y="1327104"/>
                  </a:lnTo>
                  <a:lnTo>
                    <a:pt x="9575629" y="1340822"/>
                  </a:lnTo>
                  <a:lnTo>
                    <a:pt x="9663329" y="1353221"/>
                  </a:lnTo>
                  <a:lnTo>
                    <a:pt x="9757595" y="1364402"/>
                  </a:lnTo>
                  <a:lnTo>
                    <a:pt x="9857326" y="1374421"/>
                  </a:lnTo>
                  <a:lnTo>
                    <a:pt x="9960552" y="1383294"/>
                  </a:lnTo>
                  <a:lnTo>
                    <a:pt x="10064358" y="1391007"/>
                  </a:lnTo>
                  <a:lnTo>
                    <a:pt x="10164971" y="1397533"/>
                  </a:lnTo>
                  <a:lnTo>
                    <a:pt x="10258093" y="1402856"/>
                  </a:lnTo>
                  <a:lnTo>
                    <a:pt x="10339476" y="1406987"/>
                  </a:lnTo>
                  <a:lnTo>
                    <a:pt x="10405665" y="1409991"/>
                  </a:lnTo>
                  <a:lnTo>
                    <a:pt x="10454700" y="1411993"/>
                  </a:lnTo>
                  <a:lnTo>
                    <a:pt x="10486597" y="1413169"/>
                  </a:lnTo>
                  <a:lnTo>
                    <a:pt x="10503469" y="1413733"/>
                  </a:lnTo>
                  <a:lnTo>
                    <a:pt x="10509350" y="1413912"/>
                  </a:lnTo>
                  <a:lnTo>
                    <a:pt x="10509911" y="1413928"/>
                  </a:lnTo>
                  <a:lnTo>
                    <a:pt x="11981298" y="141392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14" name="pl1714"/>
            <p:cNvSpPr/>
            <p:nvPr/>
          </p:nvSpPr>
          <p:spPr>
            <a:xfrm>
              <a:off x="4799595" y="3296132"/>
              <a:ext cx="11981298" cy="6342246"/>
            </a:xfrm>
            <a:custGeom>
              <a:avLst/>
              <a:pathLst>
                <a:path w="11981298" h="6342246">
                  <a:moveTo>
                    <a:pt x="11981298" y="1413928"/>
                  </a:moveTo>
                  <a:lnTo>
                    <a:pt x="10509911" y="1413928"/>
                  </a:lnTo>
                  <a:lnTo>
                    <a:pt x="10508697" y="1413893"/>
                  </a:lnTo>
                  <a:lnTo>
                    <a:pt x="10500731" y="1413646"/>
                  </a:lnTo>
                  <a:lnTo>
                    <a:pt x="10480690" y="1412960"/>
                  </a:lnTo>
                  <a:lnTo>
                    <a:pt x="10444957" y="1411612"/>
                  </a:lnTo>
                  <a:lnTo>
                    <a:pt x="10391895" y="1409393"/>
                  </a:lnTo>
                  <a:lnTo>
                    <a:pt x="10321968" y="1406138"/>
                  </a:lnTo>
                  <a:lnTo>
                    <a:pt x="10237532" y="1401736"/>
                  </a:lnTo>
                  <a:lnTo>
                    <a:pt x="10142295" y="1396136"/>
                  </a:lnTo>
                  <a:lnTo>
                    <a:pt x="10040577" y="1389334"/>
                  </a:lnTo>
                  <a:lnTo>
                    <a:pt x="9936598" y="1381352"/>
                  </a:lnTo>
                  <a:lnTo>
                    <a:pt x="9833952" y="1372215"/>
                  </a:lnTo>
                  <a:lnTo>
                    <a:pt x="9735339" y="1361931"/>
                  </a:lnTo>
                  <a:lnTo>
                    <a:pt x="9642517" y="1350475"/>
                  </a:lnTo>
                  <a:lnTo>
                    <a:pt x="9556407" y="1337783"/>
                  </a:lnTo>
                  <a:lnTo>
                    <a:pt x="9477270" y="1323742"/>
                  </a:lnTo>
                  <a:lnTo>
                    <a:pt x="9404887" y="1308201"/>
                  </a:lnTo>
                  <a:lnTo>
                    <a:pt x="9338726" y="1290964"/>
                  </a:lnTo>
                  <a:lnTo>
                    <a:pt x="9278067" y="1271805"/>
                  </a:lnTo>
                  <a:lnTo>
                    <a:pt x="9222098" y="1250476"/>
                  </a:lnTo>
                  <a:lnTo>
                    <a:pt x="9169982" y="1226737"/>
                  </a:lnTo>
                  <a:lnTo>
                    <a:pt x="9120914" y="1200389"/>
                  </a:lnTo>
                  <a:lnTo>
                    <a:pt x="9084767" y="1178273"/>
                  </a:lnTo>
                  <a:lnTo>
                    <a:pt x="9037447" y="1145741"/>
                  </a:lnTo>
                  <a:lnTo>
                    <a:pt x="8991527" y="1110203"/>
                  </a:lnTo>
                  <a:lnTo>
                    <a:pt x="8946526" y="1071605"/>
                  </a:lnTo>
                  <a:lnTo>
                    <a:pt x="8902081" y="1029978"/>
                  </a:lnTo>
                  <a:lnTo>
                    <a:pt x="8857928" y="985443"/>
                  </a:lnTo>
                  <a:lnTo>
                    <a:pt x="8813880" y="938223"/>
                  </a:lnTo>
                  <a:lnTo>
                    <a:pt x="8769820" y="888637"/>
                  </a:lnTo>
                  <a:lnTo>
                    <a:pt x="8725690" y="837105"/>
                  </a:lnTo>
                  <a:lnTo>
                    <a:pt x="8681478" y="784129"/>
                  </a:lnTo>
                  <a:lnTo>
                    <a:pt x="8637204" y="730276"/>
                  </a:lnTo>
                  <a:lnTo>
                    <a:pt x="8592909" y="676155"/>
                  </a:lnTo>
                  <a:lnTo>
                    <a:pt x="8548641" y="622388"/>
                  </a:lnTo>
                  <a:lnTo>
                    <a:pt x="8504439" y="569579"/>
                  </a:lnTo>
                  <a:lnTo>
                    <a:pt x="8460321" y="518289"/>
                  </a:lnTo>
                  <a:lnTo>
                    <a:pt x="8416268" y="469009"/>
                  </a:lnTo>
                  <a:lnTo>
                    <a:pt x="8372213" y="422143"/>
                  </a:lnTo>
                  <a:lnTo>
                    <a:pt x="8328032" y="378001"/>
                  </a:lnTo>
                  <a:lnTo>
                    <a:pt x="8283529" y="336788"/>
                  </a:lnTo>
                  <a:lnTo>
                    <a:pt x="8238424" y="298615"/>
                  </a:lnTo>
                  <a:lnTo>
                    <a:pt x="8192341" y="263498"/>
                  </a:lnTo>
                  <a:lnTo>
                    <a:pt x="8151487" y="235654"/>
                  </a:lnTo>
                  <a:lnTo>
                    <a:pt x="8104265" y="207231"/>
                  </a:lnTo>
                  <a:lnTo>
                    <a:pt x="8054562" y="181497"/>
                  </a:lnTo>
                  <a:lnTo>
                    <a:pt x="8001633" y="158332"/>
                  </a:lnTo>
                  <a:lnTo>
                    <a:pt x="7944657" y="137525"/>
                  </a:lnTo>
                  <a:lnTo>
                    <a:pt x="7882801" y="118830"/>
                  </a:lnTo>
                  <a:lnTo>
                    <a:pt x="7815265" y="102003"/>
                  </a:lnTo>
                  <a:lnTo>
                    <a:pt x="7741364" y="86824"/>
                  </a:lnTo>
                  <a:lnTo>
                    <a:pt x="7660625" y="73106"/>
                  </a:lnTo>
                  <a:lnTo>
                    <a:pt x="7572924" y="60707"/>
                  </a:lnTo>
                  <a:lnTo>
                    <a:pt x="7478659" y="49525"/>
                  </a:lnTo>
                  <a:lnTo>
                    <a:pt x="7378928" y="39506"/>
                  </a:lnTo>
                  <a:lnTo>
                    <a:pt x="7275701" y="30634"/>
                  </a:lnTo>
                  <a:lnTo>
                    <a:pt x="7171895" y="22921"/>
                  </a:lnTo>
                  <a:lnTo>
                    <a:pt x="7071282" y="16394"/>
                  </a:lnTo>
                  <a:lnTo>
                    <a:pt x="6978160" y="11072"/>
                  </a:lnTo>
                  <a:lnTo>
                    <a:pt x="6896777" y="6941"/>
                  </a:lnTo>
                  <a:lnTo>
                    <a:pt x="6830588" y="3936"/>
                  </a:lnTo>
                  <a:lnTo>
                    <a:pt x="6781553" y="1935"/>
                  </a:lnTo>
                  <a:lnTo>
                    <a:pt x="6749656" y="759"/>
                  </a:lnTo>
                  <a:lnTo>
                    <a:pt x="6732784" y="195"/>
                  </a:lnTo>
                  <a:lnTo>
                    <a:pt x="6726903" y="15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160" y="101"/>
                  </a:lnTo>
                  <a:lnTo>
                    <a:pt x="5248895" y="820"/>
                  </a:lnTo>
                  <a:lnTo>
                    <a:pt x="5235492" y="2807"/>
                  </a:lnTo>
                  <a:lnTo>
                    <a:pt x="5211203" y="6726"/>
                  </a:lnTo>
                  <a:lnTo>
                    <a:pt x="5174336" y="13217"/>
                  </a:lnTo>
                  <a:lnTo>
                    <a:pt x="5124371" y="22845"/>
                  </a:lnTo>
                  <a:lnTo>
                    <a:pt x="5061966" y="36057"/>
                  </a:lnTo>
                  <a:lnTo>
                    <a:pt x="4988806" y="53151"/>
                  </a:lnTo>
                  <a:lnTo>
                    <a:pt x="4907314" y="74276"/>
                  </a:lnTo>
                  <a:lnTo>
                    <a:pt x="4820290" y="99458"/>
                  </a:lnTo>
                  <a:lnTo>
                    <a:pt x="4730548" y="128644"/>
                  </a:lnTo>
                  <a:lnTo>
                    <a:pt x="4640627" y="161753"/>
                  </a:lnTo>
                  <a:lnTo>
                    <a:pt x="4552611" y="198727"/>
                  </a:lnTo>
                  <a:lnTo>
                    <a:pt x="4468050" y="239569"/>
                  </a:lnTo>
                  <a:lnTo>
                    <a:pt x="4387970" y="284374"/>
                  </a:lnTo>
                  <a:lnTo>
                    <a:pt x="4312937" y="333340"/>
                  </a:lnTo>
                  <a:lnTo>
                    <a:pt x="4243142" y="386779"/>
                  </a:lnTo>
                  <a:lnTo>
                    <a:pt x="4178495" y="445114"/>
                  </a:lnTo>
                  <a:lnTo>
                    <a:pt x="4118705" y="508874"/>
                  </a:lnTo>
                  <a:lnTo>
                    <a:pt x="4063352" y="578682"/>
                  </a:lnTo>
                  <a:lnTo>
                    <a:pt x="4011935" y="655230"/>
                  </a:lnTo>
                  <a:lnTo>
                    <a:pt x="3963916" y="739243"/>
                  </a:lnTo>
                  <a:lnTo>
                    <a:pt x="3918752" y="831423"/>
                  </a:lnTo>
                  <a:lnTo>
                    <a:pt x="3875917" y="932352"/>
                  </a:lnTo>
                  <a:lnTo>
                    <a:pt x="3834930" y="1042353"/>
                  </a:lnTo>
                  <a:lnTo>
                    <a:pt x="3829811" y="1057041"/>
                  </a:lnTo>
                  <a:lnTo>
                    <a:pt x="3803414" y="1136168"/>
                  </a:lnTo>
                  <a:lnTo>
                    <a:pt x="3777522" y="1219367"/>
                  </a:lnTo>
                  <a:lnTo>
                    <a:pt x="3752038" y="1306715"/>
                  </a:lnTo>
                  <a:lnTo>
                    <a:pt x="3726879" y="1398261"/>
                  </a:lnTo>
                  <a:lnTo>
                    <a:pt x="3701974" y="1494019"/>
                  </a:lnTo>
                  <a:lnTo>
                    <a:pt x="3677260" y="1593968"/>
                  </a:lnTo>
                  <a:lnTo>
                    <a:pt x="3652686" y="1698047"/>
                  </a:lnTo>
                  <a:lnTo>
                    <a:pt x="3628209" y="1806158"/>
                  </a:lnTo>
                  <a:lnTo>
                    <a:pt x="3603792" y="1918160"/>
                  </a:lnTo>
                  <a:lnTo>
                    <a:pt x="3579407" y="2033867"/>
                  </a:lnTo>
                  <a:lnTo>
                    <a:pt x="3555032" y="2153055"/>
                  </a:lnTo>
                  <a:lnTo>
                    <a:pt x="3530650" y="2275454"/>
                  </a:lnTo>
                  <a:lnTo>
                    <a:pt x="3506250" y="2400755"/>
                  </a:lnTo>
                  <a:lnTo>
                    <a:pt x="3481826" y="2528610"/>
                  </a:lnTo>
                  <a:lnTo>
                    <a:pt x="3457376" y="2658640"/>
                  </a:lnTo>
                  <a:lnTo>
                    <a:pt x="3432901" y="2790430"/>
                  </a:lnTo>
                  <a:lnTo>
                    <a:pt x="3408406" y="2923546"/>
                  </a:lnTo>
                  <a:lnTo>
                    <a:pt x="3383896" y="3057531"/>
                  </a:lnTo>
                  <a:lnTo>
                    <a:pt x="3359379" y="3191917"/>
                  </a:lnTo>
                  <a:lnTo>
                    <a:pt x="3334863" y="3326229"/>
                  </a:lnTo>
                  <a:lnTo>
                    <a:pt x="3310356" y="3459995"/>
                  </a:lnTo>
                  <a:lnTo>
                    <a:pt x="3285867" y="3592749"/>
                  </a:lnTo>
                  <a:lnTo>
                    <a:pt x="3261399" y="3724040"/>
                  </a:lnTo>
                  <a:lnTo>
                    <a:pt x="3236957" y="3853440"/>
                  </a:lnTo>
                  <a:lnTo>
                    <a:pt x="3212541" y="3980544"/>
                  </a:lnTo>
                  <a:lnTo>
                    <a:pt x="3188148" y="4104983"/>
                  </a:lnTo>
                  <a:lnTo>
                    <a:pt x="3163769" y="4226419"/>
                  </a:lnTo>
                  <a:lnTo>
                    <a:pt x="3139393" y="4344557"/>
                  </a:lnTo>
                  <a:lnTo>
                    <a:pt x="3115001" y="4459140"/>
                  </a:lnTo>
                  <a:lnTo>
                    <a:pt x="3090569" y="4569956"/>
                  </a:lnTo>
                  <a:lnTo>
                    <a:pt x="3066066" y="4676833"/>
                  </a:lnTo>
                  <a:lnTo>
                    <a:pt x="3041454" y="4779643"/>
                  </a:lnTo>
                  <a:lnTo>
                    <a:pt x="3016687" y="4878300"/>
                  </a:lnTo>
                  <a:lnTo>
                    <a:pt x="2991710" y="4972755"/>
                  </a:lnTo>
                  <a:lnTo>
                    <a:pt x="2966459" y="5062999"/>
                  </a:lnTo>
                  <a:lnTo>
                    <a:pt x="2940858" y="5149058"/>
                  </a:lnTo>
                  <a:lnTo>
                    <a:pt x="2914821" y="5230987"/>
                  </a:lnTo>
                  <a:lnTo>
                    <a:pt x="2896531" y="5285205"/>
                  </a:lnTo>
                  <a:lnTo>
                    <a:pt x="2855748" y="5396366"/>
                  </a:lnTo>
                  <a:lnTo>
                    <a:pt x="2813175" y="5498442"/>
                  </a:lnTo>
                  <a:lnTo>
                    <a:pt x="2768336" y="5591709"/>
                  </a:lnTo>
                  <a:lnTo>
                    <a:pt x="2720712" y="5676727"/>
                  </a:lnTo>
                  <a:lnTo>
                    <a:pt x="2669759" y="5754187"/>
                  </a:lnTo>
                  <a:lnTo>
                    <a:pt x="2614936" y="5824815"/>
                  </a:lnTo>
                  <a:lnTo>
                    <a:pt x="2555739" y="5889311"/>
                  </a:lnTo>
                  <a:lnTo>
                    <a:pt x="2491731" y="5948306"/>
                  </a:lnTo>
                  <a:lnTo>
                    <a:pt x="2422603" y="6002344"/>
                  </a:lnTo>
                  <a:lnTo>
                    <a:pt x="2348234" y="6051861"/>
                  </a:lnTo>
                  <a:lnTo>
                    <a:pt x="2268775" y="6097183"/>
                  </a:lnTo>
                  <a:lnTo>
                    <a:pt x="2184739" y="6138524"/>
                  </a:lnTo>
                  <a:lnTo>
                    <a:pt x="2097089" y="6175990"/>
                  </a:lnTo>
                  <a:lnTo>
                    <a:pt x="2007307" y="6209594"/>
                  </a:lnTo>
                  <a:lnTo>
                    <a:pt x="1917408" y="6239285"/>
                  </a:lnTo>
                  <a:lnTo>
                    <a:pt x="1829884" y="6264982"/>
                  </a:lnTo>
                  <a:lnTo>
                    <a:pt x="1747527" y="6286625"/>
                  </a:lnTo>
                  <a:lnTo>
                    <a:pt x="1673157" y="6304228"/>
                  </a:lnTo>
                  <a:lnTo>
                    <a:pt x="1609267" y="6317922"/>
                  </a:lnTo>
                  <a:lnTo>
                    <a:pt x="1557655" y="6327986"/>
                  </a:lnTo>
                  <a:lnTo>
                    <a:pt x="1519121" y="6334847"/>
                  </a:lnTo>
                  <a:lnTo>
                    <a:pt x="1493297" y="6339060"/>
                  </a:lnTo>
                  <a:lnTo>
                    <a:pt x="1478637" y="6341256"/>
                  </a:lnTo>
                  <a:lnTo>
                    <a:pt x="1472520" y="6342101"/>
                  </a:lnTo>
                  <a:lnTo>
                    <a:pt x="1471389" y="6342246"/>
                  </a:lnTo>
                  <a:lnTo>
                    <a:pt x="1471387" y="6342246"/>
                  </a:lnTo>
                  <a:lnTo>
                    <a:pt x="0" y="634224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15" name="pg1715"/>
            <p:cNvSpPr/>
            <p:nvPr/>
          </p:nvSpPr>
          <p:spPr>
            <a:xfrm>
              <a:off x="4799595" y="3353343"/>
              <a:ext cx="11981298" cy="6309554"/>
            </a:xfrm>
            <a:custGeom>
              <a:avLst/>
              <a:pathLst>
                <a:path w="11981298" h="6309554">
                  <a:moveTo>
                    <a:pt x="0" y="6309554"/>
                  </a:moveTo>
                  <a:lnTo>
                    <a:pt x="1471387" y="6309554"/>
                  </a:lnTo>
                  <a:lnTo>
                    <a:pt x="1472185" y="6309453"/>
                  </a:lnTo>
                  <a:lnTo>
                    <a:pt x="1477470" y="6308737"/>
                  </a:lnTo>
                  <a:lnTo>
                    <a:pt x="1490923" y="6306757"/>
                  </a:lnTo>
                  <a:lnTo>
                    <a:pt x="1515299" y="6302853"/>
                  </a:lnTo>
                  <a:lnTo>
                    <a:pt x="1552293" y="6296387"/>
                  </a:lnTo>
                  <a:lnTo>
                    <a:pt x="1602417" y="6286796"/>
                  </a:lnTo>
                  <a:lnTo>
                    <a:pt x="1665004" y="6273637"/>
                  </a:lnTo>
                  <a:lnTo>
                    <a:pt x="1738356" y="6256614"/>
                  </a:lnTo>
                  <a:lnTo>
                    <a:pt x="1820033" y="6235579"/>
                  </a:lnTo>
                  <a:lnTo>
                    <a:pt x="1907222" y="6210509"/>
                  </a:lnTo>
                  <a:lnTo>
                    <a:pt x="1997101" y="6181456"/>
                  </a:lnTo>
                  <a:lnTo>
                    <a:pt x="2087126" y="6148502"/>
                  </a:lnTo>
                  <a:lnTo>
                    <a:pt x="2175211" y="6111702"/>
                  </a:lnTo>
                  <a:lnTo>
                    <a:pt x="2259812" y="6071053"/>
                  </a:lnTo>
                  <a:lnTo>
                    <a:pt x="2339904" y="6026459"/>
                  </a:lnTo>
                  <a:lnTo>
                    <a:pt x="2414930" y="5977721"/>
                  </a:lnTo>
                  <a:lnTo>
                    <a:pt x="2484703" y="5924525"/>
                  </a:lnTo>
                  <a:lnTo>
                    <a:pt x="2549319" y="5866447"/>
                  </a:lnTo>
                  <a:lnTo>
                    <a:pt x="2609074" y="5802957"/>
                  </a:lnTo>
                  <a:lnTo>
                    <a:pt x="2664392" y="5733435"/>
                  </a:lnTo>
                  <a:lnTo>
                    <a:pt x="2715778" y="5657188"/>
                  </a:lnTo>
                  <a:lnTo>
                    <a:pt x="2763772" y="5573494"/>
                  </a:lnTo>
                  <a:lnTo>
                    <a:pt x="2808919" y="5481656"/>
                  </a:lnTo>
                  <a:lnTo>
                    <a:pt x="2851746" y="5381100"/>
                  </a:lnTo>
                  <a:lnTo>
                    <a:pt x="2892735" y="5271514"/>
                  </a:lnTo>
                  <a:lnTo>
                    <a:pt x="2896531" y="5260686"/>
                  </a:lnTo>
                  <a:lnTo>
                    <a:pt x="2923025" y="5181872"/>
                  </a:lnTo>
                  <a:lnTo>
                    <a:pt x="2949011" y="5098988"/>
                  </a:lnTo>
                  <a:lnTo>
                    <a:pt x="2974585" y="5011955"/>
                  </a:lnTo>
                  <a:lnTo>
                    <a:pt x="2999834" y="4920725"/>
                  </a:lnTo>
                  <a:lnTo>
                    <a:pt x="3024828" y="4825286"/>
                  </a:lnTo>
                  <a:lnTo>
                    <a:pt x="3049630" y="4725658"/>
                  </a:lnTo>
                  <a:lnTo>
                    <a:pt x="3074292" y="4621903"/>
                  </a:lnTo>
                  <a:lnTo>
                    <a:pt x="3098858" y="4514120"/>
                  </a:lnTo>
                  <a:lnTo>
                    <a:pt x="3123364" y="4402454"/>
                  </a:lnTo>
                  <a:lnTo>
                    <a:pt x="3147838" y="4287089"/>
                  </a:lnTo>
                  <a:lnTo>
                    <a:pt x="3172304" y="4168255"/>
                  </a:lnTo>
                  <a:lnTo>
                    <a:pt x="3196777" y="4046223"/>
                  </a:lnTo>
                  <a:lnTo>
                    <a:pt x="3221268" y="3921304"/>
                  </a:lnTo>
                  <a:lnTo>
                    <a:pt x="3245784" y="3793849"/>
                  </a:lnTo>
                  <a:lnTo>
                    <a:pt x="3270326" y="3664243"/>
                  </a:lnTo>
                  <a:lnTo>
                    <a:pt x="3294893" y="3532899"/>
                  </a:lnTo>
                  <a:lnTo>
                    <a:pt x="3319480" y="3400257"/>
                  </a:lnTo>
                  <a:lnTo>
                    <a:pt x="3344082" y="3266775"/>
                  </a:lnTo>
                  <a:lnTo>
                    <a:pt x="3368690" y="3132924"/>
                  </a:lnTo>
                  <a:lnTo>
                    <a:pt x="3393296" y="2999180"/>
                  </a:lnTo>
                  <a:lnTo>
                    <a:pt x="3417892" y="2866017"/>
                  </a:lnTo>
                  <a:lnTo>
                    <a:pt x="3442471" y="2733901"/>
                  </a:lnTo>
                  <a:lnTo>
                    <a:pt x="3467027" y="2603284"/>
                  </a:lnTo>
                  <a:lnTo>
                    <a:pt x="3491557" y="2474592"/>
                  </a:lnTo>
                  <a:lnTo>
                    <a:pt x="3516062" y="2348230"/>
                  </a:lnTo>
                  <a:lnTo>
                    <a:pt x="3540544" y="2224565"/>
                  </a:lnTo>
                  <a:lnTo>
                    <a:pt x="3565012" y="2103931"/>
                  </a:lnTo>
                  <a:lnTo>
                    <a:pt x="3589479" y="1986622"/>
                  </a:lnTo>
                  <a:lnTo>
                    <a:pt x="3613965" y="1872890"/>
                  </a:lnTo>
                  <a:lnTo>
                    <a:pt x="3638494" y="1762945"/>
                  </a:lnTo>
                  <a:lnTo>
                    <a:pt x="3663098" y="1656954"/>
                  </a:lnTo>
                  <a:lnTo>
                    <a:pt x="3687817" y="1555040"/>
                  </a:lnTo>
                  <a:lnTo>
                    <a:pt x="3712698" y="1457286"/>
                  </a:lnTo>
                  <a:lnTo>
                    <a:pt x="3737798" y="1363734"/>
                  </a:lnTo>
                  <a:lnTo>
                    <a:pt x="3763183" y="1274391"/>
                  </a:lnTo>
                  <a:lnTo>
                    <a:pt x="3788931" y="1189226"/>
                  </a:lnTo>
                  <a:lnTo>
                    <a:pt x="3815131" y="1108179"/>
                  </a:lnTo>
                  <a:lnTo>
                    <a:pt x="3829811" y="1065214"/>
                  </a:lnTo>
                  <a:lnTo>
                    <a:pt x="3870649" y="954773"/>
                  </a:lnTo>
                  <a:lnTo>
                    <a:pt x="3913282" y="853371"/>
                  </a:lnTo>
                  <a:lnTo>
                    <a:pt x="3958188" y="760730"/>
                  </a:lnTo>
                  <a:lnTo>
                    <a:pt x="4005889" y="676295"/>
                  </a:lnTo>
                  <a:lnTo>
                    <a:pt x="4056931" y="599375"/>
                  </a:lnTo>
                  <a:lnTo>
                    <a:pt x="4111856" y="529247"/>
                  </a:lnTo>
                  <a:lnTo>
                    <a:pt x="4171171" y="465215"/>
                  </a:lnTo>
                  <a:lnTo>
                    <a:pt x="4235312" y="406650"/>
                  </a:lnTo>
                  <a:lnTo>
                    <a:pt x="4304590" y="353012"/>
                  </a:lnTo>
                  <a:lnTo>
                    <a:pt x="4379122" y="303867"/>
                  </a:lnTo>
                  <a:lnTo>
                    <a:pt x="4458753" y="258892"/>
                  </a:lnTo>
                  <a:lnTo>
                    <a:pt x="4542963" y="217875"/>
                  </a:lnTo>
                  <a:lnTo>
                    <a:pt x="4630777" y="180713"/>
                  </a:lnTo>
                  <a:lnTo>
                    <a:pt x="4720699" y="147393"/>
                  </a:lnTo>
                  <a:lnTo>
                    <a:pt x="4810694" y="117968"/>
                  </a:lnTo>
                  <a:lnTo>
                    <a:pt x="4898257" y="92518"/>
                  </a:lnTo>
                  <a:lnTo>
                    <a:pt x="4980578" y="71102"/>
                  </a:lnTo>
                  <a:lnTo>
                    <a:pt x="5054830" y="53703"/>
                  </a:lnTo>
                  <a:lnTo>
                    <a:pt x="5118521" y="40189"/>
                  </a:lnTo>
                  <a:lnTo>
                    <a:pt x="5169870" y="30278"/>
                  </a:lnTo>
                  <a:lnTo>
                    <a:pt x="5208102" y="23539"/>
                  </a:lnTo>
                  <a:lnTo>
                    <a:pt x="5233617" y="19419"/>
                  </a:lnTo>
                  <a:lnTo>
                    <a:pt x="5248000" y="17286"/>
                  </a:lnTo>
                  <a:lnTo>
                    <a:pt x="5253913" y="16478"/>
                  </a:lnTo>
                  <a:lnTo>
                    <a:pt x="5254955" y="16345"/>
                  </a:lnTo>
                  <a:lnTo>
                    <a:pt x="6726343" y="16345"/>
                  </a:lnTo>
                  <a:lnTo>
                    <a:pt x="6727550" y="16384"/>
                  </a:lnTo>
                  <a:lnTo>
                    <a:pt x="6735475" y="16662"/>
                  </a:lnTo>
                  <a:lnTo>
                    <a:pt x="6755416" y="17430"/>
                  </a:lnTo>
                  <a:lnTo>
                    <a:pt x="6790979" y="18942"/>
                  </a:lnTo>
                  <a:lnTo>
                    <a:pt x="6843806" y="21430"/>
                  </a:lnTo>
                  <a:lnTo>
                    <a:pt x="6913451" y="25080"/>
                  </a:lnTo>
                  <a:lnTo>
                    <a:pt x="6997586" y="30017"/>
                  </a:lnTo>
                  <a:lnTo>
                    <a:pt x="7092537" y="36300"/>
                  </a:lnTo>
                  <a:lnTo>
                    <a:pt x="7194007" y="43933"/>
                  </a:lnTo>
                  <a:lnTo>
                    <a:pt x="7297795" y="52892"/>
                  </a:lnTo>
                  <a:lnTo>
                    <a:pt x="7400310" y="63148"/>
                  </a:lnTo>
                  <a:lnTo>
                    <a:pt x="7498850" y="74692"/>
                  </a:lnTo>
                  <a:lnTo>
                    <a:pt x="7591648" y="87551"/>
                  </a:lnTo>
                  <a:lnTo>
                    <a:pt x="7677771" y="101798"/>
                  </a:lnTo>
                  <a:lnTo>
                    <a:pt x="7756947" y="117553"/>
                  </a:lnTo>
                  <a:lnTo>
                    <a:pt x="7829381" y="134990"/>
                  </a:lnTo>
                  <a:lnTo>
                    <a:pt x="7895598" y="154324"/>
                  </a:lnTo>
                  <a:lnTo>
                    <a:pt x="7956308" y="175809"/>
                  </a:lnTo>
                  <a:lnTo>
                    <a:pt x="8012318" y="199722"/>
                  </a:lnTo>
                  <a:lnTo>
                    <a:pt x="8064460" y="226333"/>
                  </a:lnTo>
                  <a:lnTo>
                    <a:pt x="8113539" y="255868"/>
                  </a:lnTo>
                  <a:lnTo>
                    <a:pt x="8151487" y="281968"/>
                  </a:lnTo>
                  <a:lnTo>
                    <a:pt x="8197340" y="317431"/>
                  </a:lnTo>
                  <a:lnTo>
                    <a:pt x="8241865" y="356069"/>
                  </a:lnTo>
                  <a:lnTo>
                    <a:pt x="8285503" y="397942"/>
                  </a:lnTo>
                  <a:lnTo>
                    <a:pt x="8328592" y="443025"/>
                  </a:lnTo>
                  <a:lnTo>
                    <a:pt x="8371381" y="491204"/>
                  </a:lnTo>
                  <a:lnTo>
                    <a:pt x="8414049" y="542268"/>
                  </a:lnTo>
                  <a:lnTo>
                    <a:pt x="8456712" y="595905"/>
                  </a:lnTo>
                  <a:lnTo>
                    <a:pt x="8499433" y="651706"/>
                  </a:lnTo>
                  <a:lnTo>
                    <a:pt x="8542232" y="709175"/>
                  </a:lnTo>
                  <a:lnTo>
                    <a:pt x="8585097" y="767748"/>
                  </a:lnTo>
                  <a:lnTo>
                    <a:pt x="8627995" y="826809"/>
                  </a:lnTo>
                  <a:lnTo>
                    <a:pt x="8670883" y="885724"/>
                  </a:lnTo>
                  <a:lnTo>
                    <a:pt x="8713721" y="943863"/>
                  </a:lnTo>
                  <a:lnTo>
                    <a:pt x="8756484" y="1000631"/>
                  </a:lnTo>
                  <a:lnTo>
                    <a:pt x="8799173" y="1055493"/>
                  </a:lnTo>
                  <a:lnTo>
                    <a:pt x="8841828" y="1107991"/>
                  </a:lnTo>
                  <a:lnTo>
                    <a:pt x="8884534" y="1157761"/>
                  </a:lnTo>
                  <a:lnTo>
                    <a:pt x="8927434" y="1204536"/>
                  </a:lnTo>
                  <a:lnTo>
                    <a:pt x="8970740" y="1248150"/>
                  </a:lnTo>
                  <a:lnTo>
                    <a:pt x="9014739" y="1288533"/>
                  </a:lnTo>
                  <a:lnTo>
                    <a:pt x="9059813" y="1325698"/>
                  </a:lnTo>
                  <a:lnTo>
                    <a:pt x="9084767" y="1344458"/>
                  </a:lnTo>
                  <a:lnTo>
                    <a:pt x="9131902" y="1376441"/>
                  </a:lnTo>
                  <a:lnTo>
                    <a:pt x="9181507" y="1405404"/>
                  </a:lnTo>
                  <a:lnTo>
                    <a:pt x="9234326" y="1431480"/>
                  </a:lnTo>
                  <a:lnTo>
                    <a:pt x="9291171" y="1454906"/>
                  </a:lnTo>
                  <a:lnTo>
                    <a:pt x="9352874" y="1475959"/>
                  </a:lnTo>
                  <a:lnTo>
                    <a:pt x="9420229" y="1494911"/>
                  </a:lnTo>
                  <a:lnTo>
                    <a:pt x="9493921" y="1512011"/>
                  </a:lnTo>
                  <a:lnTo>
                    <a:pt x="9574422" y="1527466"/>
                  </a:lnTo>
                  <a:lnTo>
                    <a:pt x="9661860" y="1541439"/>
                  </a:lnTo>
                  <a:lnTo>
                    <a:pt x="9755853" y="1554042"/>
                  </a:lnTo>
                  <a:lnTo>
                    <a:pt x="9855318" y="1565339"/>
                  </a:lnTo>
                  <a:lnTo>
                    <a:pt x="9958315" y="1575349"/>
                  </a:lnTo>
                  <a:lnTo>
                    <a:pt x="10061961" y="1584056"/>
                  </a:lnTo>
                  <a:lnTo>
                    <a:pt x="10162521" y="1591433"/>
                  </a:lnTo>
                  <a:lnTo>
                    <a:pt x="10255726" y="1597456"/>
                  </a:lnTo>
                  <a:lnTo>
                    <a:pt x="10337341" y="1602141"/>
                  </a:lnTo>
                  <a:lnTo>
                    <a:pt x="10403897" y="1605557"/>
                  </a:lnTo>
                  <a:lnTo>
                    <a:pt x="10453392" y="1607842"/>
                  </a:lnTo>
                  <a:lnTo>
                    <a:pt x="10485776" y="1609192"/>
                  </a:lnTo>
                  <a:lnTo>
                    <a:pt x="10503083" y="1609847"/>
                  </a:lnTo>
                  <a:lnTo>
                    <a:pt x="10509265" y="1610060"/>
                  </a:lnTo>
                  <a:lnTo>
                    <a:pt x="10509911" y="1610080"/>
                  </a:lnTo>
                  <a:lnTo>
                    <a:pt x="11981298" y="1610080"/>
                  </a:lnTo>
                  <a:lnTo>
                    <a:pt x="11981298" y="1593734"/>
                  </a:lnTo>
                  <a:lnTo>
                    <a:pt x="10509911" y="1593734"/>
                  </a:lnTo>
                  <a:lnTo>
                    <a:pt x="10508704" y="1593695"/>
                  </a:lnTo>
                  <a:lnTo>
                    <a:pt x="10500779" y="1593417"/>
                  </a:lnTo>
                  <a:lnTo>
                    <a:pt x="10480837" y="1592649"/>
                  </a:lnTo>
                  <a:lnTo>
                    <a:pt x="10445274" y="1591138"/>
                  </a:lnTo>
                  <a:lnTo>
                    <a:pt x="10392447" y="1588650"/>
                  </a:lnTo>
                  <a:lnTo>
                    <a:pt x="10322802" y="1585000"/>
                  </a:lnTo>
                  <a:lnTo>
                    <a:pt x="10238667" y="1580062"/>
                  </a:lnTo>
                  <a:lnTo>
                    <a:pt x="10143717" y="1573780"/>
                  </a:lnTo>
                  <a:lnTo>
                    <a:pt x="10042246" y="1566147"/>
                  </a:lnTo>
                  <a:lnTo>
                    <a:pt x="9938458" y="1557188"/>
                  </a:lnTo>
                  <a:lnTo>
                    <a:pt x="9835943" y="1546931"/>
                  </a:lnTo>
                  <a:lnTo>
                    <a:pt x="9737403" y="1535387"/>
                  </a:lnTo>
                  <a:lnTo>
                    <a:pt x="9644605" y="1522528"/>
                  </a:lnTo>
                  <a:lnTo>
                    <a:pt x="9558482" y="1508282"/>
                  </a:lnTo>
                  <a:lnTo>
                    <a:pt x="9479307" y="1492526"/>
                  </a:lnTo>
                  <a:lnTo>
                    <a:pt x="9406872" y="1475090"/>
                  </a:lnTo>
                  <a:lnTo>
                    <a:pt x="9340656" y="1455756"/>
                  </a:lnTo>
                  <a:lnTo>
                    <a:pt x="9279946" y="1434271"/>
                  </a:lnTo>
                  <a:lnTo>
                    <a:pt x="9223935" y="1410358"/>
                  </a:lnTo>
                  <a:lnTo>
                    <a:pt x="9171793" y="1383746"/>
                  </a:lnTo>
                  <a:lnTo>
                    <a:pt x="9122714" y="1354212"/>
                  </a:lnTo>
                  <a:lnTo>
                    <a:pt x="9084767" y="1328112"/>
                  </a:lnTo>
                  <a:lnTo>
                    <a:pt x="9038914" y="1292649"/>
                  </a:lnTo>
                  <a:lnTo>
                    <a:pt x="8994388" y="1254010"/>
                  </a:lnTo>
                  <a:lnTo>
                    <a:pt x="8950750" y="1212138"/>
                  </a:lnTo>
                  <a:lnTo>
                    <a:pt x="8907661" y="1167055"/>
                  </a:lnTo>
                  <a:lnTo>
                    <a:pt x="8864872" y="1118876"/>
                  </a:lnTo>
                  <a:lnTo>
                    <a:pt x="8822204" y="1067812"/>
                  </a:lnTo>
                  <a:lnTo>
                    <a:pt x="8779541" y="1014175"/>
                  </a:lnTo>
                  <a:lnTo>
                    <a:pt x="8736820" y="958374"/>
                  </a:lnTo>
                  <a:lnTo>
                    <a:pt x="8694021" y="900904"/>
                  </a:lnTo>
                  <a:lnTo>
                    <a:pt x="8651156" y="842332"/>
                  </a:lnTo>
                  <a:lnTo>
                    <a:pt x="8608258" y="783271"/>
                  </a:lnTo>
                  <a:lnTo>
                    <a:pt x="8565370" y="724356"/>
                  </a:lnTo>
                  <a:lnTo>
                    <a:pt x="8522532" y="666217"/>
                  </a:lnTo>
                  <a:lnTo>
                    <a:pt x="8479769" y="609448"/>
                  </a:lnTo>
                  <a:lnTo>
                    <a:pt x="8437080" y="554587"/>
                  </a:lnTo>
                  <a:lnTo>
                    <a:pt x="8394426" y="502088"/>
                  </a:lnTo>
                  <a:lnTo>
                    <a:pt x="8351720" y="452319"/>
                  </a:lnTo>
                  <a:lnTo>
                    <a:pt x="8308819" y="405544"/>
                  </a:lnTo>
                  <a:lnTo>
                    <a:pt x="8265513" y="361929"/>
                  </a:lnTo>
                  <a:lnTo>
                    <a:pt x="8221514" y="321547"/>
                  </a:lnTo>
                  <a:lnTo>
                    <a:pt x="8176440" y="284381"/>
                  </a:lnTo>
                  <a:lnTo>
                    <a:pt x="8151487" y="265622"/>
                  </a:lnTo>
                  <a:lnTo>
                    <a:pt x="8104351" y="233638"/>
                  </a:lnTo>
                  <a:lnTo>
                    <a:pt x="8054746" y="204676"/>
                  </a:lnTo>
                  <a:lnTo>
                    <a:pt x="8001927" y="178600"/>
                  </a:lnTo>
                  <a:lnTo>
                    <a:pt x="7945082" y="155174"/>
                  </a:lnTo>
                  <a:lnTo>
                    <a:pt x="7883379" y="134121"/>
                  </a:lnTo>
                  <a:lnTo>
                    <a:pt x="7816024" y="115169"/>
                  </a:lnTo>
                  <a:lnTo>
                    <a:pt x="7742332" y="98069"/>
                  </a:lnTo>
                  <a:lnTo>
                    <a:pt x="7661831" y="82614"/>
                  </a:lnTo>
                  <a:lnTo>
                    <a:pt x="7574393" y="68641"/>
                  </a:lnTo>
                  <a:lnTo>
                    <a:pt x="7480400" y="56038"/>
                  </a:lnTo>
                  <a:lnTo>
                    <a:pt x="7380935" y="44741"/>
                  </a:lnTo>
                  <a:lnTo>
                    <a:pt x="7277939" y="34731"/>
                  </a:lnTo>
                  <a:lnTo>
                    <a:pt x="7174292" y="26023"/>
                  </a:lnTo>
                  <a:lnTo>
                    <a:pt x="7073732" y="18647"/>
                  </a:lnTo>
                  <a:lnTo>
                    <a:pt x="6980528" y="12624"/>
                  </a:lnTo>
                  <a:lnTo>
                    <a:pt x="6898912" y="7939"/>
                  </a:lnTo>
                  <a:lnTo>
                    <a:pt x="6832356" y="4523"/>
                  </a:lnTo>
                  <a:lnTo>
                    <a:pt x="6782861" y="2238"/>
                  </a:lnTo>
                  <a:lnTo>
                    <a:pt x="6750478" y="888"/>
                  </a:lnTo>
                  <a:lnTo>
                    <a:pt x="6733170" y="233"/>
                  </a:lnTo>
                  <a:lnTo>
                    <a:pt x="6726988" y="20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157" y="100"/>
                  </a:lnTo>
                  <a:lnTo>
                    <a:pt x="5248872" y="817"/>
                  </a:lnTo>
                  <a:lnTo>
                    <a:pt x="5235419" y="2797"/>
                  </a:lnTo>
                  <a:lnTo>
                    <a:pt x="5211043" y="6701"/>
                  </a:lnTo>
                  <a:lnTo>
                    <a:pt x="5174049" y="13167"/>
                  </a:lnTo>
                  <a:lnTo>
                    <a:pt x="5123925" y="22758"/>
                  </a:lnTo>
                  <a:lnTo>
                    <a:pt x="5061338" y="35917"/>
                  </a:lnTo>
                  <a:lnTo>
                    <a:pt x="4987986" y="52940"/>
                  </a:lnTo>
                  <a:lnTo>
                    <a:pt x="4906309" y="73974"/>
                  </a:lnTo>
                  <a:lnTo>
                    <a:pt x="4819120" y="99045"/>
                  </a:lnTo>
                  <a:lnTo>
                    <a:pt x="4729241" y="128097"/>
                  </a:lnTo>
                  <a:lnTo>
                    <a:pt x="4639217" y="161052"/>
                  </a:lnTo>
                  <a:lnTo>
                    <a:pt x="4551131" y="197851"/>
                  </a:lnTo>
                  <a:lnTo>
                    <a:pt x="4466531" y="238501"/>
                  </a:lnTo>
                  <a:lnTo>
                    <a:pt x="4386438" y="283094"/>
                  </a:lnTo>
                  <a:lnTo>
                    <a:pt x="4311412" y="331833"/>
                  </a:lnTo>
                  <a:lnTo>
                    <a:pt x="4241639" y="385029"/>
                  </a:lnTo>
                  <a:lnTo>
                    <a:pt x="4177023" y="443107"/>
                  </a:lnTo>
                  <a:lnTo>
                    <a:pt x="4117268" y="506597"/>
                  </a:lnTo>
                  <a:lnTo>
                    <a:pt x="4061950" y="576119"/>
                  </a:lnTo>
                  <a:lnTo>
                    <a:pt x="4010564" y="652366"/>
                  </a:lnTo>
                  <a:lnTo>
                    <a:pt x="3962570" y="736060"/>
                  </a:lnTo>
                  <a:lnTo>
                    <a:pt x="3917423" y="827898"/>
                  </a:lnTo>
                  <a:lnTo>
                    <a:pt x="3874596" y="928454"/>
                  </a:lnTo>
                  <a:lnTo>
                    <a:pt x="3833607" y="1038040"/>
                  </a:lnTo>
                  <a:lnTo>
                    <a:pt x="3829811" y="1048868"/>
                  </a:lnTo>
                  <a:lnTo>
                    <a:pt x="3803317" y="1127681"/>
                  </a:lnTo>
                  <a:lnTo>
                    <a:pt x="3777332" y="1210566"/>
                  </a:lnTo>
                  <a:lnTo>
                    <a:pt x="3751757" y="1297599"/>
                  </a:lnTo>
                  <a:lnTo>
                    <a:pt x="3726508" y="1388828"/>
                  </a:lnTo>
                  <a:lnTo>
                    <a:pt x="3701514" y="1484268"/>
                  </a:lnTo>
                  <a:lnTo>
                    <a:pt x="3676712" y="1583895"/>
                  </a:lnTo>
                  <a:lnTo>
                    <a:pt x="3652050" y="1687651"/>
                  </a:lnTo>
                  <a:lnTo>
                    <a:pt x="3627484" y="1795433"/>
                  </a:lnTo>
                  <a:lnTo>
                    <a:pt x="3602978" y="1907100"/>
                  </a:lnTo>
                  <a:lnTo>
                    <a:pt x="3578504" y="2022465"/>
                  </a:lnTo>
                  <a:lnTo>
                    <a:pt x="3554038" y="2141299"/>
                  </a:lnTo>
                  <a:lnTo>
                    <a:pt x="3529565" y="2263331"/>
                  </a:lnTo>
                  <a:lnTo>
                    <a:pt x="3505074" y="2388249"/>
                  </a:lnTo>
                  <a:lnTo>
                    <a:pt x="3480558" y="2515704"/>
                  </a:lnTo>
                  <a:lnTo>
                    <a:pt x="3456016" y="2645311"/>
                  </a:lnTo>
                  <a:lnTo>
                    <a:pt x="3431449" y="2776655"/>
                  </a:lnTo>
                  <a:lnTo>
                    <a:pt x="3406862" y="2909297"/>
                  </a:lnTo>
                  <a:lnTo>
                    <a:pt x="3382260" y="3042779"/>
                  </a:lnTo>
                  <a:lnTo>
                    <a:pt x="3357652" y="3176630"/>
                  </a:lnTo>
                  <a:lnTo>
                    <a:pt x="3333046" y="3310374"/>
                  </a:lnTo>
                  <a:lnTo>
                    <a:pt x="3308450" y="3443537"/>
                  </a:lnTo>
                  <a:lnTo>
                    <a:pt x="3283871" y="3575652"/>
                  </a:lnTo>
                  <a:lnTo>
                    <a:pt x="3259315" y="3706270"/>
                  </a:lnTo>
                  <a:lnTo>
                    <a:pt x="3234785" y="3834961"/>
                  </a:lnTo>
                  <a:lnTo>
                    <a:pt x="3210280" y="3961324"/>
                  </a:lnTo>
                  <a:lnTo>
                    <a:pt x="3185798" y="4084989"/>
                  </a:lnTo>
                  <a:lnTo>
                    <a:pt x="3161330" y="4205623"/>
                  </a:lnTo>
                  <a:lnTo>
                    <a:pt x="3136863" y="4322932"/>
                  </a:lnTo>
                  <a:lnTo>
                    <a:pt x="3112377" y="4436664"/>
                  </a:lnTo>
                  <a:lnTo>
                    <a:pt x="3087848" y="4546608"/>
                  </a:lnTo>
                  <a:lnTo>
                    <a:pt x="3063244" y="4652600"/>
                  </a:lnTo>
                  <a:lnTo>
                    <a:pt x="3038525" y="4754514"/>
                  </a:lnTo>
                  <a:lnTo>
                    <a:pt x="3013644" y="4852268"/>
                  </a:lnTo>
                  <a:lnTo>
                    <a:pt x="2988544" y="4945820"/>
                  </a:lnTo>
                  <a:lnTo>
                    <a:pt x="2963159" y="5035163"/>
                  </a:lnTo>
                  <a:lnTo>
                    <a:pt x="2937411" y="5120327"/>
                  </a:lnTo>
                  <a:lnTo>
                    <a:pt x="2911211" y="5201375"/>
                  </a:lnTo>
                  <a:lnTo>
                    <a:pt x="2896531" y="5244340"/>
                  </a:lnTo>
                  <a:lnTo>
                    <a:pt x="2855693" y="5354781"/>
                  </a:lnTo>
                  <a:lnTo>
                    <a:pt x="2813060" y="5456183"/>
                  </a:lnTo>
                  <a:lnTo>
                    <a:pt x="2768154" y="5548823"/>
                  </a:lnTo>
                  <a:lnTo>
                    <a:pt x="2720453" y="5633259"/>
                  </a:lnTo>
                  <a:lnTo>
                    <a:pt x="2669411" y="5710178"/>
                  </a:lnTo>
                  <a:lnTo>
                    <a:pt x="2614487" y="5780306"/>
                  </a:lnTo>
                  <a:lnTo>
                    <a:pt x="2555171" y="5844338"/>
                  </a:lnTo>
                  <a:lnTo>
                    <a:pt x="2491030" y="5902904"/>
                  </a:lnTo>
                  <a:lnTo>
                    <a:pt x="2421752" y="5956542"/>
                  </a:lnTo>
                  <a:lnTo>
                    <a:pt x="2347220" y="6005687"/>
                  </a:lnTo>
                  <a:lnTo>
                    <a:pt x="2267589" y="6050662"/>
                  </a:lnTo>
                  <a:lnTo>
                    <a:pt x="2183379" y="6091678"/>
                  </a:lnTo>
                  <a:lnTo>
                    <a:pt x="2095565" y="6128840"/>
                  </a:lnTo>
                  <a:lnTo>
                    <a:pt x="2005643" y="6162160"/>
                  </a:lnTo>
                  <a:lnTo>
                    <a:pt x="1915648" y="6191585"/>
                  </a:lnTo>
                  <a:lnTo>
                    <a:pt x="1828086" y="6217035"/>
                  </a:lnTo>
                  <a:lnTo>
                    <a:pt x="1745764" y="6238452"/>
                  </a:lnTo>
                  <a:lnTo>
                    <a:pt x="1671513" y="6255850"/>
                  </a:lnTo>
                  <a:lnTo>
                    <a:pt x="1607821" y="6269364"/>
                  </a:lnTo>
                  <a:lnTo>
                    <a:pt x="1556472" y="6279276"/>
                  </a:lnTo>
                  <a:lnTo>
                    <a:pt x="1518240" y="6286015"/>
                  </a:lnTo>
                  <a:lnTo>
                    <a:pt x="1492725" y="6290135"/>
                  </a:lnTo>
                  <a:lnTo>
                    <a:pt x="1478342" y="6292268"/>
                  </a:lnTo>
                  <a:lnTo>
                    <a:pt x="1472429" y="6293076"/>
                  </a:lnTo>
                  <a:lnTo>
                    <a:pt x="1471387" y="6293208"/>
                  </a:lnTo>
                  <a:lnTo>
                    <a:pt x="0" y="6293208"/>
                  </a:lnTo>
                  <a:close/>
                </a:path>
              </a:pathLst>
            </a:custGeom>
            <a:solidFill>
              <a:srgbClr val="D9B26F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716" name="pl1716"/>
            <p:cNvSpPr/>
            <p:nvPr/>
          </p:nvSpPr>
          <p:spPr>
            <a:xfrm>
              <a:off x="4799595" y="3369689"/>
              <a:ext cx="11981298" cy="6293208"/>
            </a:xfrm>
            <a:custGeom>
              <a:avLst/>
              <a:pathLst>
                <a:path w="11981298" h="6293208">
                  <a:moveTo>
                    <a:pt x="0" y="6293208"/>
                  </a:moveTo>
                  <a:lnTo>
                    <a:pt x="1471387" y="6293208"/>
                  </a:lnTo>
                  <a:lnTo>
                    <a:pt x="1472185" y="6293107"/>
                  </a:lnTo>
                  <a:lnTo>
                    <a:pt x="1477470" y="6292391"/>
                  </a:lnTo>
                  <a:lnTo>
                    <a:pt x="1490923" y="6290411"/>
                  </a:lnTo>
                  <a:lnTo>
                    <a:pt x="1515299" y="6286507"/>
                  </a:lnTo>
                  <a:lnTo>
                    <a:pt x="1552293" y="6280041"/>
                  </a:lnTo>
                  <a:lnTo>
                    <a:pt x="1602417" y="6270450"/>
                  </a:lnTo>
                  <a:lnTo>
                    <a:pt x="1665004" y="6257291"/>
                  </a:lnTo>
                  <a:lnTo>
                    <a:pt x="1738356" y="6240268"/>
                  </a:lnTo>
                  <a:lnTo>
                    <a:pt x="1820033" y="6219233"/>
                  </a:lnTo>
                  <a:lnTo>
                    <a:pt x="1907222" y="6194163"/>
                  </a:lnTo>
                  <a:lnTo>
                    <a:pt x="1997101" y="6165110"/>
                  </a:lnTo>
                  <a:lnTo>
                    <a:pt x="2087126" y="6132156"/>
                  </a:lnTo>
                  <a:lnTo>
                    <a:pt x="2175211" y="6095356"/>
                  </a:lnTo>
                  <a:lnTo>
                    <a:pt x="2259812" y="6054707"/>
                  </a:lnTo>
                  <a:lnTo>
                    <a:pt x="2339904" y="6010113"/>
                  </a:lnTo>
                  <a:lnTo>
                    <a:pt x="2414930" y="5961375"/>
                  </a:lnTo>
                  <a:lnTo>
                    <a:pt x="2484703" y="5908179"/>
                  </a:lnTo>
                  <a:lnTo>
                    <a:pt x="2549319" y="5850101"/>
                  </a:lnTo>
                  <a:lnTo>
                    <a:pt x="2609074" y="5786611"/>
                  </a:lnTo>
                  <a:lnTo>
                    <a:pt x="2664392" y="5717089"/>
                  </a:lnTo>
                  <a:lnTo>
                    <a:pt x="2715778" y="5640842"/>
                  </a:lnTo>
                  <a:lnTo>
                    <a:pt x="2763772" y="5557148"/>
                  </a:lnTo>
                  <a:lnTo>
                    <a:pt x="2808919" y="5465310"/>
                  </a:lnTo>
                  <a:lnTo>
                    <a:pt x="2851746" y="5364754"/>
                  </a:lnTo>
                  <a:lnTo>
                    <a:pt x="2892735" y="5255168"/>
                  </a:lnTo>
                  <a:lnTo>
                    <a:pt x="2896531" y="5244340"/>
                  </a:lnTo>
                  <a:lnTo>
                    <a:pt x="2923025" y="5165526"/>
                  </a:lnTo>
                  <a:lnTo>
                    <a:pt x="2949011" y="5082642"/>
                  </a:lnTo>
                  <a:lnTo>
                    <a:pt x="2974585" y="4995609"/>
                  </a:lnTo>
                  <a:lnTo>
                    <a:pt x="2999834" y="4904379"/>
                  </a:lnTo>
                  <a:lnTo>
                    <a:pt x="3024828" y="4808940"/>
                  </a:lnTo>
                  <a:lnTo>
                    <a:pt x="3049630" y="4709312"/>
                  </a:lnTo>
                  <a:lnTo>
                    <a:pt x="3074292" y="4605557"/>
                  </a:lnTo>
                  <a:lnTo>
                    <a:pt x="3098858" y="4497774"/>
                  </a:lnTo>
                  <a:lnTo>
                    <a:pt x="3123364" y="4386108"/>
                  </a:lnTo>
                  <a:lnTo>
                    <a:pt x="3147838" y="4270743"/>
                  </a:lnTo>
                  <a:lnTo>
                    <a:pt x="3172304" y="4151909"/>
                  </a:lnTo>
                  <a:lnTo>
                    <a:pt x="3196777" y="4029877"/>
                  </a:lnTo>
                  <a:lnTo>
                    <a:pt x="3221268" y="3904958"/>
                  </a:lnTo>
                  <a:lnTo>
                    <a:pt x="3245784" y="3777503"/>
                  </a:lnTo>
                  <a:lnTo>
                    <a:pt x="3270326" y="3647897"/>
                  </a:lnTo>
                  <a:lnTo>
                    <a:pt x="3294893" y="3516553"/>
                  </a:lnTo>
                  <a:lnTo>
                    <a:pt x="3319480" y="3383911"/>
                  </a:lnTo>
                  <a:lnTo>
                    <a:pt x="3344082" y="3250429"/>
                  </a:lnTo>
                  <a:lnTo>
                    <a:pt x="3368690" y="3116578"/>
                  </a:lnTo>
                  <a:lnTo>
                    <a:pt x="3393296" y="2982834"/>
                  </a:lnTo>
                  <a:lnTo>
                    <a:pt x="3417892" y="2849671"/>
                  </a:lnTo>
                  <a:lnTo>
                    <a:pt x="3442471" y="2717555"/>
                  </a:lnTo>
                  <a:lnTo>
                    <a:pt x="3467027" y="2586938"/>
                  </a:lnTo>
                  <a:lnTo>
                    <a:pt x="3491557" y="2458246"/>
                  </a:lnTo>
                  <a:lnTo>
                    <a:pt x="3516062" y="2331884"/>
                  </a:lnTo>
                  <a:lnTo>
                    <a:pt x="3540544" y="2208219"/>
                  </a:lnTo>
                  <a:lnTo>
                    <a:pt x="3565012" y="2087585"/>
                  </a:lnTo>
                  <a:lnTo>
                    <a:pt x="3589479" y="1970276"/>
                  </a:lnTo>
                  <a:lnTo>
                    <a:pt x="3613965" y="1856544"/>
                  </a:lnTo>
                  <a:lnTo>
                    <a:pt x="3638494" y="1746599"/>
                  </a:lnTo>
                  <a:lnTo>
                    <a:pt x="3663098" y="1640608"/>
                  </a:lnTo>
                  <a:lnTo>
                    <a:pt x="3687817" y="1538694"/>
                  </a:lnTo>
                  <a:lnTo>
                    <a:pt x="3712698" y="1440940"/>
                  </a:lnTo>
                  <a:lnTo>
                    <a:pt x="3737798" y="1347388"/>
                  </a:lnTo>
                  <a:lnTo>
                    <a:pt x="3763183" y="1258045"/>
                  </a:lnTo>
                  <a:lnTo>
                    <a:pt x="3788931" y="1172880"/>
                  </a:lnTo>
                  <a:lnTo>
                    <a:pt x="3815131" y="1091833"/>
                  </a:lnTo>
                  <a:lnTo>
                    <a:pt x="3829811" y="1048868"/>
                  </a:lnTo>
                  <a:lnTo>
                    <a:pt x="3870649" y="938427"/>
                  </a:lnTo>
                  <a:lnTo>
                    <a:pt x="3913282" y="837025"/>
                  </a:lnTo>
                  <a:lnTo>
                    <a:pt x="3958188" y="744384"/>
                  </a:lnTo>
                  <a:lnTo>
                    <a:pt x="4005889" y="659949"/>
                  </a:lnTo>
                  <a:lnTo>
                    <a:pt x="4056931" y="583029"/>
                  </a:lnTo>
                  <a:lnTo>
                    <a:pt x="4111856" y="512901"/>
                  </a:lnTo>
                  <a:lnTo>
                    <a:pt x="4171171" y="448869"/>
                  </a:lnTo>
                  <a:lnTo>
                    <a:pt x="4235312" y="390304"/>
                  </a:lnTo>
                  <a:lnTo>
                    <a:pt x="4304590" y="336666"/>
                  </a:lnTo>
                  <a:lnTo>
                    <a:pt x="4379122" y="287521"/>
                  </a:lnTo>
                  <a:lnTo>
                    <a:pt x="4458753" y="242546"/>
                  </a:lnTo>
                  <a:lnTo>
                    <a:pt x="4542963" y="201529"/>
                  </a:lnTo>
                  <a:lnTo>
                    <a:pt x="4630777" y="164367"/>
                  </a:lnTo>
                  <a:lnTo>
                    <a:pt x="4720699" y="131047"/>
                  </a:lnTo>
                  <a:lnTo>
                    <a:pt x="4810694" y="101622"/>
                  </a:lnTo>
                  <a:lnTo>
                    <a:pt x="4898257" y="76172"/>
                  </a:lnTo>
                  <a:lnTo>
                    <a:pt x="4980578" y="54756"/>
                  </a:lnTo>
                  <a:lnTo>
                    <a:pt x="5054830" y="37357"/>
                  </a:lnTo>
                  <a:lnTo>
                    <a:pt x="5118521" y="23843"/>
                  </a:lnTo>
                  <a:lnTo>
                    <a:pt x="5169870" y="13932"/>
                  </a:lnTo>
                  <a:lnTo>
                    <a:pt x="5208102" y="7193"/>
                  </a:lnTo>
                  <a:lnTo>
                    <a:pt x="5233617" y="3073"/>
                  </a:lnTo>
                  <a:lnTo>
                    <a:pt x="5248000" y="940"/>
                  </a:lnTo>
                  <a:lnTo>
                    <a:pt x="5253913" y="132"/>
                  </a:lnTo>
                  <a:lnTo>
                    <a:pt x="5254954" y="0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550" y="38"/>
                  </a:lnTo>
                  <a:lnTo>
                    <a:pt x="6735475" y="316"/>
                  </a:lnTo>
                  <a:lnTo>
                    <a:pt x="6755416" y="1084"/>
                  </a:lnTo>
                  <a:lnTo>
                    <a:pt x="6790979" y="2596"/>
                  </a:lnTo>
                  <a:lnTo>
                    <a:pt x="6843806" y="5084"/>
                  </a:lnTo>
                  <a:lnTo>
                    <a:pt x="6913451" y="8734"/>
                  </a:lnTo>
                  <a:lnTo>
                    <a:pt x="6997586" y="13671"/>
                  </a:lnTo>
                  <a:lnTo>
                    <a:pt x="7092537" y="19954"/>
                  </a:lnTo>
                  <a:lnTo>
                    <a:pt x="7194007" y="27587"/>
                  </a:lnTo>
                  <a:lnTo>
                    <a:pt x="7297795" y="36546"/>
                  </a:lnTo>
                  <a:lnTo>
                    <a:pt x="7400310" y="46802"/>
                  </a:lnTo>
                  <a:lnTo>
                    <a:pt x="7498850" y="58346"/>
                  </a:lnTo>
                  <a:lnTo>
                    <a:pt x="7591648" y="71205"/>
                  </a:lnTo>
                  <a:lnTo>
                    <a:pt x="7677771" y="85452"/>
                  </a:lnTo>
                  <a:lnTo>
                    <a:pt x="7756947" y="101207"/>
                  </a:lnTo>
                  <a:lnTo>
                    <a:pt x="7829381" y="118644"/>
                  </a:lnTo>
                  <a:lnTo>
                    <a:pt x="7895598" y="137978"/>
                  </a:lnTo>
                  <a:lnTo>
                    <a:pt x="7956308" y="159463"/>
                  </a:lnTo>
                  <a:lnTo>
                    <a:pt x="8012318" y="183376"/>
                  </a:lnTo>
                  <a:lnTo>
                    <a:pt x="8064460" y="209987"/>
                  </a:lnTo>
                  <a:lnTo>
                    <a:pt x="8113539" y="239522"/>
                  </a:lnTo>
                  <a:lnTo>
                    <a:pt x="8151487" y="265622"/>
                  </a:lnTo>
                  <a:lnTo>
                    <a:pt x="8197340" y="301085"/>
                  </a:lnTo>
                  <a:lnTo>
                    <a:pt x="8241865" y="339723"/>
                  </a:lnTo>
                  <a:lnTo>
                    <a:pt x="8285503" y="381596"/>
                  </a:lnTo>
                  <a:lnTo>
                    <a:pt x="8328592" y="426679"/>
                  </a:lnTo>
                  <a:lnTo>
                    <a:pt x="8371381" y="474858"/>
                  </a:lnTo>
                  <a:lnTo>
                    <a:pt x="8414049" y="525922"/>
                  </a:lnTo>
                  <a:lnTo>
                    <a:pt x="8456712" y="579559"/>
                  </a:lnTo>
                  <a:lnTo>
                    <a:pt x="8499433" y="635360"/>
                  </a:lnTo>
                  <a:lnTo>
                    <a:pt x="8542232" y="692829"/>
                  </a:lnTo>
                  <a:lnTo>
                    <a:pt x="8585097" y="751402"/>
                  </a:lnTo>
                  <a:lnTo>
                    <a:pt x="8627995" y="810463"/>
                  </a:lnTo>
                  <a:lnTo>
                    <a:pt x="8670883" y="869378"/>
                  </a:lnTo>
                  <a:lnTo>
                    <a:pt x="8713721" y="927517"/>
                  </a:lnTo>
                  <a:lnTo>
                    <a:pt x="8756484" y="984285"/>
                  </a:lnTo>
                  <a:lnTo>
                    <a:pt x="8799173" y="1039147"/>
                  </a:lnTo>
                  <a:lnTo>
                    <a:pt x="8841828" y="1091645"/>
                  </a:lnTo>
                  <a:lnTo>
                    <a:pt x="8884534" y="1141415"/>
                  </a:lnTo>
                  <a:lnTo>
                    <a:pt x="8927434" y="1188190"/>
                  </a:lnTo>
                  <a:lnTo>
                    <a:pt x="8970740" y="1231804"/>
                  </a:lnTo>
                  <a:lnTo>
                    <a:pt x="9014739" y="1272187"/>
                  </a:lnTo>
                  <a:lnTo>
                    <a:pt x="9059813" y="1309352"/>
                  </a:lnTo>
                  <a:lnTo>
                    <a:pt x="9084767" y="1328112"/>
                  </a:lnTo>
                  <a:lnTo>
                    <a:pt x="9131902" y="1360095"/>
                  </a:lnTo>
                  <a:lnTo>
                    <a:pt x="9181507" y="1389058"/>
                  </a:lnTo>
                  <a:lnTo>
                    <a:pt x="9234326" y="1415134"/>
                  </a:lnTo>
                  <a:lnTo>
                    <a:pt x="9291171" y="1438560"/>
                  </a:lnTo>
                  <a:lnTo>
                    <a:pt x="9352874" y="1459613"/>
                  </a:lnTo>
                  <a:lnTo>
                    <a:pt x="9420229" y="1478565"/>
                  </a:lnTo>
                  <a:lnTo>
                    <a:pt x="9493921" y="1495665"/>
                  </a:lnTo>
                  <a:lnTo>
                    <a:pt x="9574422" y="1511120"/>
                  </a:lnTo>
                  <a:lnTo>
                    <a:pt x="9661860" y="1525093"/>
                  </a:lnTo>
                  <a:lnTo>
                    <a:pt x="9755853" y="1537696"/>
                  </a:lnTo>
                  <a:lnTo>
                    <a:pt x="9855318" y="1548993"/>
                  </a:lnTo>
                  <a:lnTo>
                    <a:pt x="9958315" y="1559003"/>
                  </a:lnTo>
                  <a:lnTo>
                    <a:pt x="10061961" y="1567710"/>
                  </a:lnTo>
                  <a:lnTo>
                    <a:pt x="10162521" y="1575087"/>
                  </a:lnTo>
                  <a:lnTo>
                    <a:pt x="10255726" y="1581110"/>
                  </a:lnTo>
                  <a:lnTo>
                    <a:pt x="10337341" y="1585795"/>
                  </a:lnTo>
                  <a:lnTo>
                    <a:pt x="10403897" y="1589211"/>
                  </a:lnTo>
                  <a:lnTo>
                    <a:pt x="10453392" y="1591496"/>
                  </a:lnTo>
                  <a:lnTo>
                    <a:pt x="10485776" y="1592846"/>
                  </a:lnTo>
                  <a:lnTo>
                    <a:pt x="10503083" y="1593501"/>
                  </a:lnTo>
                  <a:lnTo>
                    <a:pt x="10509265" y="1593714"/>
                  </a:lnTo>
                  <a:lnTo>
                    <a:pt x="10509911" y="1593734"/>
                  </a:lnTo>
                  <a:lnTo>
                    <a:pt x="11981298" y="159373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17" name="pl1717"/>
            <p:cNvSpPr/>
            <p:nvPr/>
          </p:nvSpPr>
          <p:spPr>
            <a:xfrm>
              <a:off x="4799595" y="3353343"/>
              <a:ext cx="11981298" cy="6293208"/>
            </a:xfrm>
            <a:custGeom>
              <a:avLst/>
              <a:pathLst>
                <a:path w="11981298" h="6293208">
                  <a:moveTo>
                    <a:pt x="11981298" y="1593734"/>
                  </a:moveTo>
                  <a:lnTo>
                    <a:pt x="10509911" y="1593734"/>
                  </a:lnTo>
                  <a:lnTo>
                    <a:pt x="10508704" y="1593695"/>
                  </a:lnTo>
                  <a:lnTo>
                    <a:pt x="10500779" y="1593417"/>
                  </a:lnTo>
                  <a:lnTo>
                    <a:pt x="10480837" y="1592649"/>
                  </a:lnTo>
                  <a:lnTo>
                    <a:pt x="10445274" y="1591138"/>
                  </a:lnTo>
                  <a:lnTo>
                    <a:pt x="10392447" y="1588650"/>
                  </a:lnTo>
                  <a:lnTo>
                    <a:pt x="10322802" y="1585000"/>
                  </a:lnTo>
                  <a:lnTo>
                    <a:pt x="10238667" y="1580062"/>
                  </a:lnTo>
                  <a:lnTo>
                    <a:pt x="10143717" y="1573780"/>
                  </a:lnTo>
                  <a:lnTo>
                    <a:pt x="10042246" y="1566147"/>
                  </a:lnTo>
                  <a:lnTo>
                    <a:pt x="9938458" y="1557188"/>
                  </a:lnTo>
                  <a:lnTo>
                    <a:pt x="9835943" y="1546931"/>
                  </a:lnTo>
                  <a:lnTo>
                    <a:pt x="9737403" y="1535387"/>
                  </a:lnTo>
                  <a:lnTo>
                    <a:pt x="9644605" y="1522528"/>
                  </a:lnTo>
                  <a:lnTo>
                    <a:pt x="9558482" y="1508282"/>
                  </a:lnTo>
                  <a:lnTo>
                    <a:pt x="9479307" y="1492526"/>
                  </a:lnTo>
                  <a:lnTo>
                    <a:pt x="9406872" y="1475090"/>
                  </a:lnTo>
                  <a:lnTo>
                    <a:pt x="9340656" y="1455756"/>
                  </a:lnTo>
                  <a:lnTo>
                    <a:pt x="9279946" y="1434271"/>
                  </a:lnTo>
                  <a:lnTo>
                    <a:pt x="9223935" y="1410358"/>
                  </a:lnTo>
                  <a:lnTo>
                    <a:pt x="9171793" y="1383746"/>
                  </a:lnTo>
                  <a:lnTo>
                    <a:pt x="9122714" y="1354212"/>
                  </a:lnTo>
                  <a:lnTo>
                    <a:pt x="9084767" y="1328112"/>
                  </a:lnTo>
                  <a:lnTo>
                    <a:pt x="9038914" y="1292649"/>
                  </a:lnTo>
                  <a:lnTo>
                    <a:pt x="8994388" y="1254010"/>
                  </a:lnTo>
                  <a:lnTo>
                    <a:pt x="8950750" y="1212138"/>
                  </a:lnTo>
                  <a:lnTo>
                    <a:pt x="8907661" y="1167055"/>
                  </a:lnTo>
                  <a:lnTo>
                    <a:pt x="8864872" y="1118876"/>
                  </a:lnTo>
                  <a:lnTo>
                    <a:pt x="8822204" y="1067812"/>
                  </a:lnTo>
                  <a:lnTo>
                    <a:pt x="8779541" y="1014175"/>
                  </a:lnTo>
                  <a:lnTo>
                    <a:pt x="8736820" y="958374"/>
                  </a:lnTo>
                  <a:lnTo>
                    <a:pt x="8694021" y="900904"/>
                  </a:lnTo>
                  <a:lnTo>
                    <a:pt x="8651156" y="842332"/>
                  </a:lnTo>
                  <a:lnTo>
                    <a:pt x="8608258" y="783271"/>
                  </a:lnTo>
                  <a:lnTo>
                    <a:pt x="8565370" y="724356"/>
                  </a:lnTo>
                  <a:lnTo>
                    <a:pt x="8522532" y="666217"/>
                  </a:lnTo>
                  <a:lnTo>
                    <a:pt x="8479769" y="609448"/>
                  </a:lnTo>
                  <a:lnTo>
                    <a:pt x="8437080" y="554587"/>
                  </a:lnTo>
                  <a:lnTo>
                    <a:pt x="8394426" y="502088"/>
                  </a:lnTo>
                  <a:lnTo>
                    <a:pt x="8351720" y="452319"/>
                  </a:lnTo>
                  <a:lnTo>
                    <a:pt x="8308819" y="405544"/>
                  </a:lnTo>
                  <a:lnTo>
                    <a:pt x="8265513" y="361929"/>
                  </a:lnTo>
                  <a:lnTo>
                    <a:pt x="8221514" y="321547"/>
                  </a:lnTo>
                  <a:lnTo>
                    <a:pt x="8176440" y="284381"/>
                  </a:lnTo>
                  <a:lnTo>
                    <a:pt x="8151487" y="265622"/>
                  </a:lnTo>
                  <a:lnTo>
                    <a:pt x="8104351" y="233638"/>
                  </a:lnTo>
                  <a:lnTo>
                    <a:pt x="8054746" y="204676"/>
                  </a:lnTo>
                  <a:lnTo>
                    <a:pt x="8001927" y="178600"/>
                  </a:lnTo>
                  <a:lnTo>
                    <a:pt x="7945082" y="155174"/>
                  </a:lnTo>
                  <a:lnTo>
                    <a:pt x="7883379" y="134121"/>
                  </a:lnTo>
                  <a:lnTo>
                    <a:pt x="7816024" y="115169"/>
                  </a:lnTo>
                  <a:lnTo>
                    <a:pt x="7742332" y="98069"/>
                  </a:lnTo>
                  <a:lnTo>
                    <a:pt x="7661831" y="82614"/>
                  </a:lnTo>
                  <a:lnTo>
                    <a:pt x="7574393" y="68641"/>
                  </a:lnTo>
                  <a:lnTo>
                    <a:pt x="7480400" y="56038"/>
                  </a:lnTo>
                  <a:lnTo>
                    <a:pt x="7380935" y="44741"/>
                  </a:lnTo>
                  <a:lnTo>
                    <a:pt x="7277939" y="34731"/>
                  </a:lnTo>
                  <a:lnTo>
                    <a:pt x="7174292" y="26023"/>
                  </a:lnTo>
                  <a:lnTo>
                    <a:pt x="7073732" y="18647"/>
                  </a:lnTo>
                  <a:lnTo>
                    <a:pt x="6980528" y="12624"/>
                  </a:lnTo>
                  <a:lnTo>
                    <a:pt x="6898912" y="7939"/>
                  </a:lnTo>
                  <a:lnTo>
                    <a:pt x="6832356" y="4523"/>
                  </a:lnTo>
                  <a:lnTo>
                    <a:pt x="6782861" y="2238"/>
                  </a:lnTo>
                  <a:lnTo>
                    <a:pt x="6750478" y="888"/>
                  </a:lnTo>
                  <a:lnTo>
                    <a:pt x="6733170" y="233"/>
                  </a:lnTo>
                  <a:lnTo>
                    <a:pt x="6726988" y="20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157" y="100"/>
                  </a:lnTo>
                  <a:lnTo>
                    <a:pt x="5248872" y="817"/>
                  </a:lnTo>
                  <a:lnTo>
                    <a:pt x="5235419" y="2797"/>
                  </a:lnTo>
                  <a:lnTo>
                    <a:pt x="5211043" y="6701"/>
                  </a:lnTo>
                  <a:lnTo>
                    <a:pt x="5174049" y="13167"/>
                  </a:lnTo>
                  <a:lnTo>
                    <a:pt x="5123925" y="22758"/>
                  </a:lnTo>
                  <a:lnTo>
                    <a:pt x="5061338" y="35917"/>
                  </a:lnTo>
                  <a:lnTo>
                    <a:pt x="4987986" y="52940"/>
                  </a:lnTo>
                  <a:lnTo>
                    <a:pt x="4906309" y="73974"/>
                  </a:lnTo>
                  <a:lnTo>
                    <a:pt x="4819120" y="99045"/>
                  </a:lnTo>
                  <a:lnTo>
                    <a:pt x="4729241" y="128097"/>
                  </a:lnTo>
                  <a:lnTo>
                    <a:pt x="4639217" y="161052"/>
                  </a:lnTo>
                  <a:lnTo>
                    <a:pt x="4551131" y="197851"/>
                  </a:lnTo>
                  <a:lnTo>
                    <a:pt x="4466531" y="238501"/>
                  </a:lnTo>
                  <a:lnTo>
                    <a:pt x="4386438" y="283094"/>
                  </a:lnTo>
                  <a:lnTo>
                    <a:pt x="4311412" y="331833"/>
                  </a:lnTo>
                  <a:lnTo>
                    <a:pt x="4241639" y="385029"/>
                  </a:lnTo>
                  <a:lnTo>
                    <a:pt x="4177023" y="443107"/>
                  </a:lnTo>
                  <a:lnTo>
                    <a:pt x="4117268" y="506597"/>
                  </a:lnTo>
                  <a:lnTo>
                    <a:pt x="4061950" y="576119"/>
                  </a:lnTo>
                  <a:lnTo>
                    <a:pt x="4010564" y="652366"/>
                  </a:lnTo>
                  <a:lnTo>
                    <a:pt x="3962570" y="736060"/>
                  </a:lnTo>
                  <a:lnTo>
                    <a:pt x="3917423" y="827898"/>
                  </a:lnTo>
                  <a:lnTo>
                    <a:pt x="3874596" y="928454"/>
                  </a:lnTo>
                  <a:lnTo>
                    <a:pt x="3833607" y="1038040"/>
                  </a:lnTo>
                  <a:lnTo>
                    <a:pt x="3829811" y="1048868"/>
                  </a:lnTo>
                  <a:lnTo>
                    <a:pt x="3803317" y="1127681"/>
                  </a:lnTo>
                  <a:lnTo>
                    <a:pt x="3777332" y="1210566"/>
                  </a:lnTo>
                  <a:lnTo>
                    <a:pt x="3751757" y="1297599"/>
                  </a:lnTo>
                  <a:lnTo>
                    <a:pt x="3726508" y="1388828"/>
                  </a:lnTo>
                  <a:lnTo>
                    <a:pt x="3701514" y="1484268"/>
                  </a:lnTo>
                  <a:lnTo>
                    <a:pt x="3676712" y="1583895"/>
                  </a:lnTo>
                  <a:lnTo>
                    <a:pt x="3652050" y="1687651"/>
                  </a:lnTo>
                  <a:lnTo>
                    <a:pt x="3627484" y="1795433"/>
                  </a:lnTo>
                  <a:lnTo>
                    <a:pt x="3602978" y="1907100"/>
                  </a:lnTo>
                  <a:lnTo>
                    <a:pt x="3578504" y="2022465"/>
                  </a:lnTo>
                  <a:lnTo>
                    <a:pt x="3554038" y="2141299"/>
                  </a:lnTo>
                  <a:lnTo>
                    <a:pt x="3529565" y="2263331"/>
                  </a:lnTo>
                  <a:lnTo>
                    <a:pt x="3505074" y="2388249"/>
                  </a:lnTo>
                  <a:lnTo>
                    <a:pt x="3480558" y="2515704"/>
                  </a:lnTo>
                  <a:lnTo>
                    <a:pt x="3456016" y="2645311"/>
                  </a:lnTo>
                  <a:lnTo>
                    <a:pt x="3431449" y="2776655"/>
                  </a:lnTo>
                  <a:lnTo>
                    <a:pt x="3406862" y="2909297"/>
                  </a:lnTo>
                  <a:lnTo>
                    <a:pt x="3382260" y="3042779"/>
                  </a:lnTo>
                  <a:lnTo>
                    <a:pt x="3357652" y="3176630"/>
                  </a:lnTo>
                  <a:lnTo>
                    <a:pt x="3333046" y="3310374"/>
                  </a:lnTo>
                  <a:lnTo>
                    <a:pt x="3308450" y="3443537"/>
                  </a:lnTo>
                  <a:lnTo>
                    <a:pt x="3283871" y="3575652"/>
                  </a:lnTo>
                  <a:lnTo>
                    <a:pt x="3259315" y="3706270"/>
                  </a:lnTo>
                  <a:lnTo>
                    <a:pt x="3234785" y="3834961"/>
                  </a:lnTo>
                  <a:lnTo>
                    <a:pt x="3210280" y="3961324"/>
                  </a:lnTo>
                  <a:lnTo>
                    <a:pt x="3185798" y="4084989"/>
                  </a:lnTo>
                  <a:lnTo>
                    <a:pt x="3161330" y="4205623"/>
                  </a:lnTo>
                  <a:lnTo>
                    <a:pt x="3136863" y="4322932"/>
                  </a:lnTo>
                  <a:lnTo>
                    <a:pt x="3112377" y="4436664"/>
                  </a:lnTo>
                  <a:lnTo>
                    <a:pt x="3087848" y="4546608"/>
                  </a:lnTo>
                  <a:lnTo>
                    <a:pt x="3063244" y="4652600"/>
                  </a:lnTo>
                  <a:lnTo>
                    <a:pt x="3038525" y="4754514"/>
                  </a:lnTo>
                  <a:lnTo>
                    <a:pt x="3013644" y="4852268"/>
                  </a:lnTo>
                  <a:lnTo>
                    <a:pt x="2988544" y="4945820"/>
                  </a:lnTo>
                  <a:lnTo>
                    <a:pt x="2963159" y="5035163"/>
                  </a:lnTo>
                  <a:lnTo>
                    <a:pt x="2937411" y="5120327"/>
                  </a:lnTo>
                  <a:lnTo>
                    <a:pt x="2911211" y="5201375"/>
                  </a:lnTo>
                  <a:lnTo>
                    <a:pt x="2896531" y="5244340"/>
                  </a:lnTo>
                  <a:lnTo>
                    <a:pt x="2855693" y="5354781"/>
                  </a:lnTo>
                  <a:lnTo>
                    <a:pt x="2813060" y="5456183"/>
                  </a:lnTo>
                  <a:lnTo>
                    <a:pt x="2768154" y="5548823"/>
                  </a:lnTo>
                  <a:lnTo>
                    <a:pt x="2720453" y="5633259"/>
                  </a:lnTo>
                  <a:lnTo>
                    <a:pt x="2669411" y="5710178"/>
                  </a:lnTo>
                  <a:lnTo>
                    <a:pt x="2614487" y="5780306"/>
                  </a:lnTo>
                  <a:lnTo>
                    <a:pt x="2555171" y="5844338"/>
                  </a:lnTo>
                  <a:lnTo>
                    <a:pt x="2491030" y="5902904"/>
                  </a:lnTo>
                  <a:lnTo>
                    <a:pt x="2421752" y="5956542"/>
                  </a:lnTo>
                  <a:lnTo>
                    <a:pt x="2347220" y="6005687"/>
                  </a:lnTo>
                  <a:lnTo>
                    <a:pt x="2267589" y="6050662"/>
                  </a:lnTo>
                  <a:lnTo>
                    <a:pt x="2183379" y="6091678"/>
                  </a:lnTo>
                  <a:lnTo>
                    <a:pt x="2095565" y="6128840"/>
                  </a:lnTo>
                  <a:lnTo>
                    <a:pt x="2005643" y="6162160"/>
                  </a:lnTo>
                  <a:lnTo>
                    <a:pt x="1915648" y="6191585"/>
                  </a:lnTo>
                  <a:lnTo>
                    <a:pt x="1828086" y="6217035"/>
                  </a:lnTo>
                  <a:lnTo>
                    <a:pt x="1745764" y="6238452"/>
                  </a:lnTo>
                  <a:lnTo>
                    <a:pt x="1671513" y="6255850"/>
                  </a:lnTo>
                  <a:lnTo>
                    <a:pt x="1607821" y="6269364"/>
                  </a:lnTo>
                  <a:lnTo>
                    <a:pt x="1556472" y="6279276"/>
                  </a:lnTo>
                  <a:lnTo>
                    <a:pt x="1518240" y="6286015"/>
                  </a:lnTo>
                  <a:lnTo>
                    <a:pt x="1492725" y="6290135"/>
                  </a:lnTo>
                  <a:lnTo>
                    <a:pt x="1478342" y="6292268"/>
                  </a:lnTo>
                  <a:lnTo>
                    <a:pt x="1472429" y="6293076"/>
                  </a:lnTo>
                  <a:lnTo>
                    <a:pt x="1471388" y="6293208"/>
                  </a:lnTo>
                  <a:lnTo>
                    <a:pt x="1471387" y="6293208"/>
                  </a:lnTo>
                  <a:lnTo>
                    <a:pt x="0" y="629320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18" name="pg1718"/>
            <p:cNvSpPr/>
            <p:nvPr/>
          </p:nvSpPr>
          <p:spPr>
            <a:xfrm>
              <a:off x="4799595" y="3467765"/>
              <a:ext cx="11981298" cy="6203305"/>
            </a:xfrm>
            <a:custGeom>
              <a:avLst/>
              <a:pathLst>
                <a:path w="11981298" h="6203305">
                  <a:moveTo>
                    <a:pt x="0" y="6203305"/>
                  </a:moveTo>
                  <a:lnTo>
                    <a:pt x="1471387" y="6203305"/>
                  </a:lnTo>
                  <a:lnTo>
                    <a:pt x="1472191" y="6203205"/>
                  </a:lnTo>
                  <a:lnTo>
                    <a:pt x="1477516" y="6202494"/>
                  </a:lnTo>
                  <a:lnTo>
                    <a:pt x="1491069" y="6200530"/>
                  </a:lnTo>
                  <a:lnTo>
                    <a:pt x="1515620" y="6196656"/>
                  </a:lnTo>
                  <a:lnTo>
                    <a:pt x="1552866" y="6190240"/>
                  </a:lnTo>
                  <a:lnTo>
                    <a:pt x="1603310" y="6180726"/>
                  </a:lnTo>
                  <a:lnTo>
                    <a:pt x="1666262" y="6167675"/>
                  </a:lnTo>
                  <a:lnTo>
                    <a:pt x="1739995" y="6150796"/>
                  </a:lnTo>
                  <a:lnTo>
                    <a:pt x="1822041" y="6129946"/>
                  </a:lnTo>
                  <a:lnTo>
                    <a:pt x="1909560" y="6105102"/>
                  </a:lnTo>
                  <a:lnTo>
                    <a:pt x="1999711" y="6076320"/>
                  </a:lnTo>
                  <a:lnTo>
                    <a:pt x="2089940" y="6043679"/>
                  </a:lnTo>
                  <a:lnTo>
                    <a:pt x="2178164" y="6007234"/>
                  </a:lnTo>
                  <a:lnTo>
                    <a:pt x="2262840" y="5966977"/>
                  </a:lnTo>
                  <a:lnTo>
                    <a:pt x="2342957" y="5922811"/>
                  </a:lnTo>
                  <a:lnTo>
                    <a:pt x="2417967" y="5874534"/>
                  </a:lnTo>
                  <a:lnTo>
                    <a:pt x="2487696" y="5821830"/>
                  </a:lnTo>
                  <a:lnTo>
                    <a:pt x="2552250" y="5764274"/>
                  </a:lnTo>
                  <a:lnTo>
                    <a:pt x="2611935" y="5701335"/>
                  </a:lnTo>
                  <a:lnTo>
                    <a:pt x="2667184" y="5632393"/>
                  </a:lnTo>
                  <a:lnTo>
                    <a:pt x="2718508" y="5556760"/>
                  </a:lnTo>
                  <a:lnTo>
                    <a:pt x="2766452" y="5473718"/>
                  </a:lnTo>
                  <a:lnTo>
                    <a:pt x="2811566" y="5382579"/>
                  </a:lnTo>
                  <a:lnTo>
                    <a:pt x="2854379" y="5282785"/>
                  </a:lnTo>
                  <a:lnTo>
                    <a:pt x="2895372" y="5174050"/>
                  </a:lnTo>
                  <a:lnTo>
                    <a:pt x="2896531" y="5170783"/>
                  </a:lnTo>
                  <a:lnTo>
                    <a:pt x="2923222" y="5092600"/>
                  </a:lnTo>
                  <a:lnTo>
                    <a:pt x="2949397" y="5010349"/>
                  </a:lnTo>
                  <a:lnTo>
                    <a:pt x="2975157" y="4923951"/>
                  </a:lnTo>
                  <a:lnTo>
                    <a:pt x="3000587" y="4833360"/>
                  </a:lnTo>
                  <a:lnTo>
                    <a:pt x="3025762" y="4738562"/>
                  </a:lnTo>
                  <a:lnTo>
                    <a:pt x="3050743" y="4639581"/>
                  </a:lnTo>
                  <a:lnTo>
                    <a:pt x="3075584" y="4536478"/>
                  </a:lnTo>
                  <a:lnTo>
                    <a:pt x="3100331" y="4429358"/>
                  </a:lnTo>
                  <a:lnTo>
                    <a:pt x="3125018" y="4318367"/>
                  </a:lnTo>
                  <a:lnTo>
                    <a:pt x="3149675" y="4203694"/>
                  </a:lnTo>
                  <a:lnTo>
                    <a:pt x="3174324" y="4085574"/>
                  </a:lnTo>
                  <a:lnTo>
                    <a:pt x="3198982" y="3964282"/>
                  </a:lnTo>
                  <a:lnTo>
                    <a:pt x="3223659" y="3840136"/>
                  </a:lnTo>
                  <a:lnTo>
                    <a:pt x="3248362" y="3713492"/>
                  </a:lnTo>
                  <a:lnTo>
                    <a:pt x="3273091" y="3584740"/>
                  </a:lnTo>
                  <a:lnTo>
                    <a:pt x="3297845" y="3454300"/>
                  </a:lnTo>
                  <a:lnTo>
                    <a:pt x="3322619" y="3322617"/>
                  </a:lnTo>
                  <a:lnTo>
                    <a:pt x="3347406" y="3190155"/>
                  </a:lnTo>
                  <a:lnTo>
                    <a:pt x="3372199" y="3057388"/>
                  </a:lnTo>
                  <a:lnTo>
                    <a:pt x="3396989" y="2924795"/>
                  </a:lnTo>
                  <a:lnTo>
                    <a:pt x="3421768" y="2792854"/>
                  </a:lnTo>
                  <a:lnTo>
                    <a:pt x="3446528" y="2662031"/>
                  </a:lnTo>
                  <a:lnTo>
                    <a:pt x="3471264" y="2532778"/>
                  </a:lnTo>
                  <a:lnTo>
                    <a:pt x="3495973" y="2405521"/>
                  </a:lnTo>
                  <a:lnTo>
                    <a:pt x="3520657" y="2280660"/>
                  </a:lnTo>
                  <a:lnTo>
                    <a:pt x="3545319" y="2158559"/>
                  </a:lnTo>
                  <a:lnTo>
                    <a:pt x="3569970" y="2039548"/>
                  </a:lnTo>
                  <a:lnTo>
                    <a:pt x="3594623" y="1923914"/>
                  </a:lnTo>
                  <a:lnTo>
                    <a:pt x="3619299" y="1811902"/>
                  </a:lnTo>
                  <a:lnTo>
                    <a:pt x="3644026" y="1703714"/>
                  </a:lnTo>
                  <a:lnTo>
                    <a:pt x="3668838" y="1599507"/>
                  </a:lnTo>
                  <a:lnTo>
                    <a:pt x="3693776" y="1499398"/>
                  </a:lnTo>
                  <a:lnTo>
                    <a:pt x="3718892" y="1403460"/>
                  </a:lnTo>
                  <a:lnTo>
                    <a:pt x="3744246" y="1311725"/>
                  </a:lnTo>
                  <a:lnTo>
                    <a:pt x="3769908" y="1224191"/>
                  </a:lnTo>
                  <a:lnTo>
                    <a:pt x="3795962" y="1140820"/>
                  </a:lnTo>
                  <a:lnTo>
                    <a:pt x="3822502" y="1061541"/>
                  </a:lnTo>
                  <a:lnTo>
                    <a:pt x="3829811" y="1040695"/>
                  </a:lnTo>
                  <a:lnTo>
                    <a:pt x="3870758" y="931702"/>
                  </a:lnTo>
                  <a:lnTo>
                    <a:pt x="3913512" y="831652"/>
                  </a:lnTo>
                  <a:lnTo>
                    <a:pt x="3958552" y="740271"/>
                  </a:lnTo>
                  <a:lnTo>
                    <a:pt x="4006407" y="657005"/>
                  </a:lnTo>
                  <a:lnTo>
                    <a:pt x="4057626" y="581168"/>
                  </a:lnTo>
                  <a:lnTo>
                    <a:pt x="4112755" y="512043"/>
                  </a:lnTo>
                  <a:lnTo>
                    <a:pt x="4172305" y="448940"/>
                  </a:lnTo>
                  <a:lnTo>
                    <a:pt x="4236714" y="391237"/>
                  </a:lnTo>
                  <a:lnTo>
                    <a:pt x="4306291" y="338399"/>
                  </a:lnTo>
                  <a:lnTo>
                    <a:pt x="4381149" y="289999"/>
                  </a:lnTo>
                  <a:lnTo>
                    <a:pt x="4461125" y="245719"/>
                  </a:lnTo>
                  <a:lnTo>
                    <a:pt x="4545681" y="205351"/>
                  </a:lnTo>
                  <a:lnTo>
                    <a:pt x="4633822" y="168797"/>
                  </a:lnTo>
                  <a:lnTo>
                    <a:pt x="4724020" y="136045"/>
                  </a:lnTo>
                  <a:lnTo>
                    <a:pt x="4814207" y="107150"/>
                  </a:lnTo>
                  <a:lnTo>
                    <a:pt x="4901841" y="82192"/>
                  </a:lnTo>
                  <a:lnTo>
                    <a:pt x="4984084" y="61227"/>
                  </a:lnTo>
                  <a:lnTo>
                    <a:pt x="5058095" y="44235"/>
                  </a:lnTo>
                  <a:lnTo>
                    <a:pt x="5121387" y="31077"/>
                  </a:lnTo>
                  <a:lnTo>
                    <a:pt x="5172206" y="21466"/>
                  </a:lnTo>
                  <a:lnTo>
                    <a:pt x="5209831" y="14968"/>
                  </a:lnTo>
                  <a:lnTo>
                    <a:pt x="5234730" y="11030"/>
                  </a:lnTo>
                  <a:lnTo>
                    <a:pt x="5248566" y="9020"/>
                  </a:lnTo>
                  <a:lnTo>
                    <a:pt x="5254080" y="8281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486" y="8239"/>
                  </a:lnTo>
                  <a:lnTo>
                    <a:pt x="6735005" y="8714"/>
                  </a:lnTo>
                  <a:lnTo>
                    <a:pt x="6753956" y="10025"/>
                  </a:lnTo>
                  <a:lnTo>
                    <a:pt x="6787831" y="12607"/>
                  </a:lnTo>
                  <a:lnTo>
                    <a:pt x="6838310" y="16861"/>
                  </a:lnTo>
                  <a:lnTo>
                    <a:pt x="6905128" y="23114"/>
                  </a:lnTo>
                  <a:lnTo>
                    <a:pt x="6986239" y="31589"/>
                  </a:lnTo>
                  <a:lnTo>
                    <a:pt x="7078276" y="42399"/>
                  </a:lnTo>
                  <a:lnTo>
                    <a:pt x="7177209" y="55562"/>
                  </a:lnTo>
                  <a:lnTo>
                    <a:pt x="7279004" y="71041"/>
                  </a:lnTo>
                  <a:lnTo>
                    <a:pt x="7380137" y="88785"/>
                  </a:lnTo>
                  <a:lnTo>
                    <a:pt x="7477882" y="108770"/>
                  </a:lnTo>
                  <a:lnTo>
                    <a:pt x="7570384" y="131026"/>
                  </a:lnTo>
                  <a:lnTo>
                    <a:pt x="7656597" y="155658"/>
                  </a:lnTo>
                  <a:lnTo>
                    <a:pt x="7736126" y="182856"/>
                  </a:lnTo>
                  <a:lnTo>
                    <a:pt x="7809065" y="212889"/>
                  </a:lnTo>
                  <a:lnTo>
                    <a:pt x="7875839" y="246108"/>
                  </a:lnTo>
                  <a:lnTo>
                    <a:pt x="7937079" y="282929"/>
                  </a:lnTo>
                  <a:lnTo>
                    <a:pt x="7993528" y="323815"/>
                  </a:lnTo>
                  <a:lnTo>
                    <a:pt x="8045974" y="369241"/>
                  </a:lnTo>
                  <a:lnTo>
                    <a:pt x="8095191" y="419630"/>
                  </a:lnTo>
                  <a:lnTo>
                    <a:pt x="8141899" y="475255"/>
                  </a:lnTo>
                  <a:lnTo>
                    <a:pt x="8151487" y="487655"/>
                  </a:lnTo>
                  <a:lnTo>
                    <a:pt x="8188938" y="539351"/>
                  </a:lnTo>
                  <a:lnTo>
                    <a:pt x="8225449" y="594828"/>
                  </a:lnTo>
                  <a:lnTo>
                    <a:pt x="8261274" y="654163"/>
                  </a:lnTo>
                  <a:lnTo>
                    <a:pt x="8296619" y="717372"/>
                  </a:lnTo>
                  <a:lnTo>
                    <a:pt x="8331650" y="784401"/>
                  </a:lnTo>
                  <a:lnTo>
                    <a:pt x="8366493" y="855126"/>
                  </a:lnTo>
                  <a:lnTo>
                    <a:pt x="8401245" y="929342"/>
                  </a:lnTo>
                  <a:lnTo>
                    <a:pt x="8435976" y="1006764"/>
                  </a:lnTo>
                  <a:lnTo>
                    <a:pt x="8470730" y="1087032"/>
                  </a:lnTo>
                  <a:lnTo>
                    <a:pt x="8505530" y="1169708"/>
                  </a:lnTo>
                  <a:lnTo>
                    <a:pt x="8540383" y="1254292"/>
                  </a:lnTo>
                  <a:lnTo>
                    <a:pt x="8575281" y="1340228"/>
                  </a:lnTo>
                  <a:lnTo>
                    <a:pt x="8610206" y="1426922"/>
                  </a:lnTo>
                  <a:lnTo>
                    <a:pt x="8645137" y="1513757"/>
                  </a:lnTo>
                  <a:lnTo>
                    <a:pt x="8680050" y="1600112"/>
                  </a:lnTo>
                  <a:lnTo>
                    <a:pt x="8714925" y="1685380"/>
                  </a:lnTo>
                  <a:lnTo>
                    <a:pt x="8749749" y="1768987"/>
                  </a:lnTo>
                  <a:lnTo>
                    <a:pt x="8784522" y="1850405"/>
                  </a:lnTo>
                  <a:lnTo>
                    <a:pt x="8819259" y="1929167"/>
                  </a:lnTo>
                  <a:lnTo>
                    <a:pt x="8853995" y="2004877"/>
                  </a:lnTo>
                  <a:lnTo>
                    <a:pt x="8888787" y="2077215"/>
                  </a:lnTo>
                  <a:lnTo>
                    <a:pt x="8923718" y="2145941"/>
                  </a:lnTo>
                  <a:lnTo>
                    <a:pt x="8958902" y="2210892"/>
                  </a:lnTo>
                  <a:lnTo>
                    <a:pt x="8994487" y="2271986"/>
                  </a:lnTo>
                  <a:lnTo>
                    <a:pt x="9030658" y="2329206"/>
                  </a:lnTo>
                  <a:lnTo>
                    <a:pt x="9067648" y="2382604"/>
                  </a:lnTo>
                  <a:lnTo>
                    <a:pt x="9084767" y="2405585"/>
                  </a:lnTo>
                  <a:lnTo>
                    <a:pt x="9131029" y="2462323"/>
                  </a:lnTo>
                  <a:lnTo>
                    <a:pt x="9179660" y="2513801"/>
                  </a:lnTo>
                  <a:lnTo>
                    <a:pt x="9231361" y="2560241"/>
                  </a:lnTo>
                  <a:lnTo>
                    <a:pt x="9286901" y="2602046"/>
                  </a:lnTo>
                  <a:lnTo>
                    <a:pt x="9347067" y="2639685"/>
                  </a:lnTo>
                  <a:lnTo>
                    <a:pt x="9412616" y="2673626"/>
                  </a:lnTo>
                  <a:lnTo>
                    <a:pt x="9484212" y="2704299"/>
                  </a:lnTo>
                  <a:lnTo>
                    <a:pt x="9562330" y="2732069"/>
                  </a:lnTo>
                  <a:lnTo>
                    <a:pt x="9647148" y="2757224"/>
                  </a:lnTo>
                  <a:lnTo>
                    <a:pt x="9738387" y="2779970"/>
                  </a:lnTo>
                  <a:lnTo>
                    <a:pt x="9835152" y="2800429"/>
                  </a:lnTo>
                  <a:lnTo>
                    <a:pt x="9935768" y="2818646"/>
                  </a:lnTo>
                  <a:lnTo>
                    <a:pt x="10037693" y="2834606"/>
                  </a:lnTo>
                  <a:lnTo>
                    <a:pt x="10137554" y="2848262"/>
                  </a:lnTo>
                  <a:lnTo>
                    <a:pt x="10231389" y="2859569"/>
                  </a:lnTo>
                  <a:lnTo>
                    <a:pt x="10315116" y="2868530"/>
                  </a:lnTo>
                  <a:lnTo>
                    <a:pt x="10385171" y="2875236"/>
                  </a:lnTo>
                  <a:lnTo>
                    <a:pt x="10439181" y="2879888"/>
                  </a:lnTo>
                  <a:lnTo>
                    <a:pt x="10476482" y="2882791"/>
                  </a:lnTo>
                  <a:lnTo>
                    <a:pt x="10498346" y="2884335"/>
                  </a:lnTo>
                  <a:lnTo>
                    <a:pt x="10507903" y="2884949"/>
                  </a:lnTo>
                  <a:lnTo>
                    <a:pt x="10509911" y="2885068"/>
                  </a:lnTo>
                  <a:lnTo>
                    <a:pt x="11981298" y="2885068"/>
                  </a:lnTo>
                  <a:lnTo>
                    <a:pt x="11981298" y="2876895"/>
                  </a:lnTo>
                  <a:lnTo>
                    <a:pt x="10509911" y="2876895"/>
                  </a:lnTo>
                  <a:lnTo>
                    <a:pt x="10508767" y="2876828"/>
                  </a:lnTo>
                  <a:lnTo>
                    <a:pt x="10501248" y="2876354"/>
                  </a:lnTo>
                  <a:lnTo>
                    <a:pt x="10482297" y="2875042"/>
                  </a:lnTo>
                  <a:lnTo>
                    <a:pt x="10448422" y="2872460"/>
                  </a:lnTo>
                  <a:lnTo>
                    <a:pt x="10397943" y="2868206"/>
                  </a:lnTo>
                  <a:lnTo>
                    <a:pt x="10331125" y="2861953"/>
                  </a:lnTo>
                  <a:lnTo>
                    <a:pt x="10250014" y="2853478"/>
                  </a:lnTo>
                  <a:lnTo>
                    <a:pt x="10157977" y="2842669"/>
                  </a:lnTo>
                  <a:lnTo>
                    <a:pt x="10059044" y="2829506"/>
                  </a:lnTo>
                  <a:lnTo>
                    <a:pt x="9957249" y="2814027"/>
                  </a:lnTo>
                  <a:lnTo>
                    <a:pt x="9856116" y="2796282"/>
                  </a:lnTo>
                  <a:lnTo>
                    <a:pt x="9758372" y="2776298"/>
                  </a:lnTo>
                  <a:lnTo>
                    <a:pt x="9665869" y="2754042"/>
                  </a:lnTo>
                  <a:lnTo>
                    <a:pt x="9579656" y="2729409"/>
                  </a:lnTo>
                  <a:lnTo>
                    <a:pt x="9500127" y="2702211"/>
                  </a:lnTo>
                  <a:lnTo>
                    <a:pt x="9427188" y="2672178"/>
                  </a:lnTo>
                  <a:lnTo>
                    <a:pt x="9360414" y="2638960"/>
                  </a:lnTo>
                  <a:lnTo>
                    <a:pt x="9299175" y="2602139"/>
                  </a:lnTo>
                  <a:lnTo>
                    <a:pt x="9242725" y="2561252"/>
                  </a:lnTo>
                  <a:lnTo>
                    <a:pt x="9190279" y="2515826"/>
                  </a:lnTo>
                  <a:lnTo>
                    <a:pt x="9141062" y="2465437"/>
                  </a:lnTo>
                  <a:lnTo>
                    <a:pt x="9094354" y="2409813"/>
                  </a:lnTo>
                  <a:lnTo>
                    <a:pt x="9084767" y="2397412"/>
                  </a:lnTo>
                  <a:lnTo>
                    <a:pt x="9047315" y="2345716"/>
                  </a:lnTo>
                  <a:lnTo>
                    <a:pt x="9010804" y="2290239"/>
                  </a:lnTo>
                  <a:lnTo>
                    <a:pt x="8974979" y="2230904"/>
                  </a:lnTo>
                  <a:lnTo>
                    <a:pt x="8939634" y="2167696"/>
                  </a:lnTo>
                  <a:lnTo>
                    <a:pt x="8904604" y="2100666"/>
                  </a:lnTo>
                  <a:lnTo>
                    <a:pt x="8869761" y="2029942"/>
                  </a:lnTo>
                  <a:lnTo>
                    <a:pt x="8835008" y="1955726"/>
                  </a:lnTo>
                  <a:lnTo>
                    <a:pt x="8800277" y="1878303"/>
                  </a:lnTo>
                  <a:lnTo>
                    <a:pt x="8765523" y="1798036"/>
                  </a:lnTo>
                  <a:lnTo>
                    <a:pt x="8730723" y="1715359"/>
                  </a:lnTo>
                  <a:lnTo>
                    <a:pt x="8695870" y="1630776"/>
                  </a:lnTo>
                  <a:lnTo>
                    <a:pt x="8660973" y="1544840"/>
                  </a:lnTo>
                  <a:lnTo>
                    <a:pt x="8626047" y="1458146"/>
                  </a:lnTo>
                  <a:lnTo>
                    <a:pt x="8591116" y="1371311"/>
                  </a:lnTo>
                  <a:lnTo>
                    <a:pt x="8556203" y="1284956"/>
                  </a:lnTo>
                  <a:lnTo>
                    <a:pt x="8521329" y="1199687"/>
                  </a:lnTo>
                  <a:lnTo>
                    <a:pt x="8486504" y="1116080"/>
                  </a:lnTo>
                  <a:lnTo>
                    <a:pt x="8451731" y="1034662"/>
                  </a:lnTo>
                  <a:lnTo>
                    <a:pt x="8416994" y="955900"/>
                  </a:lnTo>
                  <a:lnTo>
                    <a:pt x="8382258" y="880190"/>
                  </a:lnTo>
                  <a:lnTo>
                    <a:pt x="8347467" y="807852"/>
                  </a:lnTo>
                  <a:lnTo>
                    <a:pt x="8312535" y="739127"/>
                  </a:lnTo>
                  <a:lnTo>
                    <a:pt x="8277351" y="674175"/>
                  </a:lnTo>
                  <a:lnTo>
                    <a:pt x="8241766" y="613082"/>
                  </a:lnTo>
                  <a:lnTo>
                    <a:pt x="8205595" y="555861"/>
                  </a:lnTo>
                  <a:lnTo>
                    <a:pt x="8168605" y="502464"/>
                  </a:lnTo>
                  <a:lnTo>
                    <a:pt x="8151487" y="479482"/>
                  </a:lnTo>
                  <a:lnTo>
                    <a:pt x="8105225" y="422744"/>
                  </a:lnTo>
                  <a:lnTo>
                    <a:pt x="8056593" y="371266"/>
                  </a:lnTo>
                  <a:lnTo>
                    <a:pt x="8004892" y="324826"/>
                  </a:lnTo>
                  <a:lnTo>
                    <a:pt x="7949352" y="283021"/>
                  </a:lnTo>
                  <a:lnTo>
                    <a:pt x="7889186" y="245383"/>
                  </a:lnTo>
                  <a:lnTo>
                    <a:pt x="7823637" y="211441"/>
                  </a:lnTo>
                  <a:lnTo>
                    <a:pt x="7752042" y="180768"/>
                  </a:lnTo>
                  <a:lnTo>
                    <a:pt x="7673923" y="152998"/>
                  </a:lnTo>
                  <a:lnTo>
                    <a:pt x="7589105" y="127843"/>
                  </a:lnTo>
                  <a:lnTo>
                    <a:pt x="7497866" y="105097"/>
                  </a:lnTo>
                  <a:lnTo>
                    <a:pt x="7401102" y="84639"/>
                  </a:lnTo>
                  <a:lnTo>
                    <a:pt x="7300485" y="66422"/>
                  </a:lnTo>
                  <a:lnTo>
                    <a:pt x="7198560" y="50461"/>
                  </a:lnTo>
                  <a:lnTo>
                    <a:pt x="7098700" y="36806"/>
                  </a:lnTo>
                  <a:lnTo>
                    <a:pt x="7004864" y="25499"/>
                  </a:lnTo>
                  <a:lnTo>
                    <a:pt x="6921137" y="16537"/>
                  </a:lnTo>
                  <a:lnTo>
                    <a:pt x="6851082" y="9831"/>
                  </a:lnTo>
                  <a:lnTo>
                    <a:pt x="6797072" y="5180"/>
                  </a:lnTo>
                  <a:lnTo>
                    <a:pt x="6759771" y="2277"/>
                  </a:lnTo>
                  <a:lnTo>
                    <a:pt x="6737907" y="733"/>
                  </a:lnTo>
                  <a:lnTo>
                    <a:pt x="6728350" y="118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151" y="99"/>
                  </a:lnTo>
                  <a:lnTo>
                    <a:pt x="5248826" y="811"/>
                  </a:lnTo>
                  <a:lnTo>
                    <a:pt x="5235273" y="2775"/>
                  </a:lnTo>
                  <a:lnTo>
                    <a:pt x="5210722" y="6649"/>
                  </a:lnTo>
                  <a:lnTo>
                    <a:pt x="5173476" y="13064"/>
                  </a:lnTo>
                  <a:lnTo>
                    <a:pt x="5123033" y="22579"/>
                  </a:lnTo>
                  <a:lnTo>
                    <a:pt x="5060080" y="35630"/>
                  </a:lnTo>
                  <a:lnTo>
                    <a:pt x="4986347" y="52509"/>
                  </a:lnTo>
                  <a:lnTo>
                    <a:pt x="4904301" y="73359"/>
                  </a:lnTo>
                  <a:lnTo>
                    <a:pt x="4816782" y="98202"/>
                  </a:lnTo>
                  <a:lnTo>
                    <a:pt x="4726631" y="126985"/>
                  </a:lnTo>
                  <a:lnTo>
                    <a:pt x="4636402" y="159626"/>
                  </a:lnTo>
                  <a:lnTo>
                    <a:pt x="4548178" y="196071"/>
                  </a:lnTo>
                  <a:lnTo>
                    <a:pt x="4463502" y="236328"/>
                  </a:lnTo>
                  <a:lnTo>
                    <a:pt x="4383385" y="280493"/>
                  </a:lnTo>
                  <a:lnTo>
                    <a:pt x="4308375" y="328771"/>
                  </a:lnTo>
                  <a:lnTo>
                    <a:pt x="4238647" y="381475"/>
                  </a:lnTo>
                  <a:lnTo>
                    <a:pt x="4174092" y="439031"/>
                  </a:lnTo>
                  <a:lnTo>
                    <a:pt x="4114407" y="501970"/>
                  </a:lnTo>
                  <a:lnTo>
                    <a:pt x="4059158" y="570912"/>
                  </a:lnTo>
                  <a:lnTo>
                    <a:pt x="4007834" y="646545"/>
                  </a:lnTo>
                  <a:lnTo>
                    <a:pt x="3959890" y="729587"/>
                  </a:lnTo>
                  <a:lnTo>
                    <a:pt x="3914776" y="820725"/>
                  </a:lnTo>
                  <a:lnTo>
                    <a:pt x="3871963" y="920519"/>
                  </a:lnTo>
                  <a:lnTo>
                    <a:pt x="3830970" y="1029255"/>
                  </a:lnTo>
                  <a:lnTo>
                    <a:pt x="3829811" y="1032522"/>
                  </a:lnTo>
                  <a:lnTo>
                    <a:pt x="3803120" y="1110705"/>
                  </a:lnTo>
                  <a:lnTo>
                    <a:pt x="3776945" y="1192956"/>
                  </a:lnTo>
                  <a:lnTo>
                    <a:pt x="3751185" y="1279353"/>
                  </a:lnTo>
                  <a:lnTo>
                    <a:pt x="3725755" y="1369945"/>
                  </a:lnTo>
                  <a:lnTo>
                    <a:pt x="3700580" y="1464743"/>
                  </a:lnTo>
                  <a:lnTo>
                    <a:pt x="3675599" y="1563724"/>
                  </a:lnTo>
                  <a:lnTo>
                    <a:pt x="3650758" y="1666827"/>
                  </a:lnTo>
                  <a:lnTo>
                    <a:pt x="3626012" y="1773947"/>
                  </a:lnTo>
                  <a:lnTo>
                    <a:pt x="3601324" y="1884938"/>
                  </a:lnTo>
                  <a:lnTo>
                    <a:pt x="3576667" y="1999611"/>
                  </a:lnTo>
                  <a:lnTo>
                    <a:pt x="3552018" y="2117731"/>
                  </a:lnTo>
                  <a:lnTo>
                    <a:pt x="3527360" y="2239023"/>
                  </a:lnTo>
                  <a:lnTo>
                    <a:pt x="3502683" y="2363168"/>
                  </a:lnTo>
                  <a:lnTo>
                    <a:pt x="3477981" y="2489813"/>
                  </a:lnTo>
                  <a:lnTo>
                    <a:pt x="3453251" y="2618565"/>
                  </a:lnTo>
                  <a:lnTo>
                    <a:pt x="3428498" y="2749005"/>
                  </a:lnTo>
                  <a:lnTo>
                    <a:pt x="3403723" y="2880687"/>
                  </a:lnTo>
                  <a:lnTo>
                    <a:pt x="3378936" y="3013150"/>
                  </a:lnTo>
                  <a:lnTo>
                    <a:pt x="3354143" y="3145917"/>
                  </a:lnTo>
                  <a:lnTo>
                    <a:pt x="3329353" y="3278510"/>
                  </a:lnTo>
                  <a:lnTo>
                    <a:pt x="3304574" y="3410451"/>
                  </a:lnTo>
                  <a:lnTo>
                    <a:pt x="3279814" y="3541273"/>
                  </a:lnTo>
                  <a:lnTo>
                    <a:pt x="3255078" y="3670527"/>
                  </a:lnTo>
                  <a:lnTo>
                    <a:pt x="3230369" y="3797784"/>
                  </a:lnTo>
                  <a:lnTo>
                    <a:pt x="3205685" y="3922645"/>
                  </a:lnTo>
                  <a:lnTo>
                    <a:pt x="3181023" y="4044745"/>
                  </a:lnTo>
                  <a:lnTo>
                    <a:pt x="3156372" y="4163756"/>
                  </a:lnTo>
                  <a:lnTo>
                    <a:pt x="3131719" y="4279391"/>
                  </a:lnTo>
                  <a:lnTo>
                    <a:pt x="3107043" y="4391403"/>
                  </a:lnTo>
                  <a:lnTo>
                    <a:pt x="3082316" y="4499591"/>
                  </a:lnTo>
                  <a:lnTo>
                    <a:pt x="3057505" y="4603797"/>
                  </a:lnTo>
                  <a:lnTo>
                    <a:pt x="3032566" y="4703906"/>
                  </a:lnTo>
                  <a:lnTo>
                    <a:pt x="3007450" y="4799845"/>
                  </a:lnTo>
                  <a:lnTo>
                    <a:pt x="2982096" y="4891580"/>
                  </a:lnTo>
                  <a:lnTo>
                    <a:pt x="2956434" y="4979113"/>
                  </a:lnTo>
                  <a:lnTo>
                    <a:pt x="2930381" y="5062485"/>
                  </a:lnTo>
                  <a:lnTo>
                    <a:pt x="2903841" y="5141764"/>
                  </a:lnTo>
                  <a:lnTo>
                    <a:pt x="2896531" y="5162610"/>
                  </a:lnTo>
                  <a:lnTo>
                    <a:pt x="2855584" y="5271603"/>
                  </a:lnTo>
                  <a:lnTo>
                    <a:pt x="2812830" y="5371653"/>
                  </a:lnTo>
                  <a:lnTo>
                    <a:pt x="2767790" y="5463034"/>
                  </a:lnTo>
                  <a:lnTo>
                    <a:pt x="2719935" y="5546300"/>
                  </a:lnTo>
                  <a:lnTo>
                    <a:pt x="2668716" y="5622137"/>
                  </a:lnTo>
                  <a:lnTo>
                    <a:pt x="2613587" y="5691262"/>
                  </a:lnTo>
                  <a:lnTo>
                    <a:pt x="2554037" y="5754364"/>
                  </a:lnTo>
                  <a:lnTo>
                    <a:pt x="2489628" y="5812068"/>
                  </a:lnTo>
                  <a:lnTo>
                    <a:pt x="2420051" y="5864905"/>
                  </a:lnTo>
                  <a:lnTo>
                    <a:pt x="2345193" y="5913305"/>
                  </a:lnTo>
                  <a:lnTo>
                    <a:pt x="2265218" y="5957586"/>
                  </a:lnTo>
                  <a:lnTo>
                    <a:pt x="2180661" y="5997953"/>
                  </a:lnTo>
                  <a:lnTo>
                    <a:pt x="2092521" y="6034508"/>
                  </a:lnTo>
                  <a:lnTo>
                    <a:pt x="2002322" y="6067260"/>
                  </a:lnTo>
                  <a:lnTo>
                    <a:pt x="1912135" y="6096154"/>
                  </a:lnTo>
                  <a:lnTo>
                    <a:pt x="1824501" y="6121112"/>
                  </a:lnTo>
                  <a:lnTo>
                    <a:pt x="1742258" y="6142078"/>
                  </a:lnTo>
                  <a:lnTo>
                    <a:pt x="1668247" y="6159070"/>
                  </a:lnTo>
                  <a:lnTo>
                    <a:pt x="1604955" y="6172228"/>
                  </a:lnTo>
                  <a:lnTo>
                    <a:pt x="1554136" y="6181839"/>
                  </a:lnTo>
                  <a:lnTo>
                    <a:pt x="1516511" y="6188336"/>
                  </a:lnTo>
                  <a:lnTo>
                    <a:pt x="1491612" y="6192275"/>
                  </a:lnTo>
                  <a:lnTo>
                    <a:pt x="1477776" y="6194285"/>
                  </a:lnTo>
                  <a:lnTo>
                    <a:pt x="1472262" y="6195023"/>
                  </a:lnTo>
                  <a:lnTo>
                    <a:pt x="1471387" y="6195132"/>
                  </a:lnTo>
                  <a:lnTo>
                    <a:pt x="0" y="6195132"/>
                  </a:lnTo>
                  <a:close/>
                </a:path>
              </a:pathLst>
            </a:custGeom>
            <a:solidFill>
              <a:srgbClr val="D9B26F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719" name="pl1719"/>
            <p:cNvSpPr/>
            <p:nvPr/>
          </p:nvSpPr>
          <p:spPr>
            <a:xfrm>
              <a:off x="4799595" y="3475938"/>
              <a:ext cx="11981298" cy="6195132"/>
            </a:xfrm>
            <a:custGeom>
              <a:avLst/>
              <a:pathLst>
                <a:path w="11981298" h="6195132">
                  <a:moveTo>
                    <a:pt x="0" y="6195132"/>
                  </a:moveTo>
                  <a:lnTo>
                    <a:pt x="1471387" y="6195132"/>
                  </a:lnTo>
                  <a:lnTo>
                    <a:pt x="1472191" y="6195032"/>
                  </a:lnTo>
                  <a:lnTo>
                    <a:pt x="1477516" y="6194321"/>
                  </a:lnTo>
                  <a:lnTo>
                    <a:pt x="1491069" y="6192357"/>
                  </a:lnTo>
                  <a:lnTo>
                    <a:pt x="1515620" y="6188483"/>
                  </a:lnTo>
                  <a:lnTo>
                    <a:pt x="1552866" y="6182067"/>
                  </a:lnTo>
                  <a:lnTo>
                    <a:pt x="1603310" y="6172553"/>
                  </a:lnTo>
                  <a:lnTo>
                    <a:pt x="1666262" y="6159502"/>
                  </a:lnTo>
                  <a:lnTo>
                    <a:pt x="1739995" y="6142623"/>
                  </a:lnTo>
                  <a:lnTo>
                    <a:pt x="1822041" y="6121773"/>
                  </a:lnTo>
                  <a:lnTo>
                    <a:pt x="1909560" y="6096929"/>
                  </a:lnTo>
                  <a:lnTo>
                    <a:pt x="1999711" y="6068147"/>
                  </a:lnTo>
                  <a:lnTo>
                    <a:pt x="2089940" y="6035506"/>
                  </a:lnTo>
                  <a:lnTo>
                    <a:pt x="2178164" y="5999061"/>
                  </a:lnTo>
                  <a:lnTo>
                    <a:pt x="2262840" y="5958804"/>
                  </a:lnTo>
                  <a:lnTo>
                    <a:pt x="2342957" y="5914638"/>
                  </a:lnTo>
                  <a:lnTo>
                    <a:pt x="2417967" y="5866361"/>
                  </a:lnTo>
                  <a:lnTo>
                    <a:pt x="2487696" y="5813657"/>
                  </a:lnTo>
                  <a:lnTo>
                    <a:pt x="2552250" y="5756101"/>
                  </a:lnTo>
                  <a:lnTo>
                    <a:pt x="2611935" y="5693162"/>
                  </a:lnTo>
                  <a:lnTo>
                    <a:pt x="2667184" y="5624220"/>
                  </a:lnTo>
                  <a:lnTo>
                    <a:pt x="2718508" y="5548587"/>
                  </a:lnTo>
                  <a:lnTo>
                    <a:pt x="2766452" y="5465545"/>
                  </a:lnTo>
                  <a:lnTo>
                    <a:pt x="2811566" y="5374406"/>
                  </a:lnTo>
                  <a:lnTo>
                    <a:pt x="2854379" y="5274612"/>
                  </a:lnTo>
                  <a:lnTo>
                    <a:pt x="2895372" y="5165877"/>
                  </a:lnTo>
                  <a:lnTo>
                    <a:pt x="2896531" y="5162610"/>
                  </a:lnTo>
                  <a:lnTo>
                    <a:pt x="2923222" y="5084427"/>
                  </a:lnTo>
                  <a:lnTo>
                    <a:pt x="2949397" y="5002176"/>
                  </a:lnTo>
                  <a:lnTo>
                    <a:pt x="2975157" y="4915778"/>
                  </a:lnTo>
                  <a:lnTo>
                    <a:pt x="3000587" y="4825187"/>
                  </a:lnTo>
                  <a:lnTo>
                    <a:pt x="3025762" y="4730389"/>
                  </a:lnTo>
                  <a:lnTo>
                    <a:pt x="3050743" y="4631408"/>
                  </a:lnTo>
                  <a:lnTo>
                    <a:pt x="3075584" y="4528305"/>
                  </a:lnTo>
                  <a:lnTo>
                    <a:pt x="3100331" y="4421185"/>
                  </a:lnTo>
                  <a:lnTo>
                    <a:pt x="3125018" y="4310194"/>
                  </a:lnTo>
                  <a:lnTo>
                    <a:pt x="3149675" y="4195521"/>
                  </a:lnTo>
                  <a:lnTo>
                    <a:pt x="3174324" y="4077401"/>
                  </a:lnTo>
                  <a:lnTo>
                    <a:pt x="3198982" y="3956109"/>
                  </a:lnTo>
                  <a:lnTo>
                    <a:pt x="3223659" y="3831963"/>
                  </a:lnTo>
                  <a:lnTo>
                    <a:pt x="3248362" y="3705319"/>
                  </a:lnTo>
                  <a:lnTo>
                    <a:pt x="3273091" y="3576567"/>
                  </a:lnTo>
                  <a:lnTo>
                    <a:pt x="3297845" y="3446127"/>
                  </a:lnTo>
                  <a:lnTo>
                    <a:pt x="3322619" y="3314444"/>
                  </a:lnTo>
                  <a:lnTo>
                    <a:pt x="3347406" y="3181982"/>
                  </a:lnTo>
                  <a:lnTo>
                    <a:pt x="3372199" y="3049215"/>
                  </a:lnTo>
                  <a:lnTo>
                    <a:pt x="3396989" y="2916622"/>
                  </a:lnTo>
                  <a:lnTo>
                    <a:pt x="3421768" y="2784681"/>
                  </a:lnTo>
                  <a:lnTo>
                    <a:pt x="3446528" y="2653858"/>
                  </a:lnTo>
                  <a:lnTo>
                    <a:pt x="3471264" y="2524605"/>
                  </a:lnTo>
                  <a:lnTo>
                    <a:pt x="3495973" y="2397348"/>
                  </a:lnTo>
                  <a:lnTo>
                    <a:pt x="3520657" y="2272487"/>
                  </a:lnTo>
                  <a:lnTo>
                    <a:pt x="3545319" y="2150386"/>
                  </a:lnTo>
                  <a:lnTo>
                    <a:pt x="3569970" y="2031375"/>
                  </a:lnTo>
                  <a:lnTo>
                    <a:pt x="3594623" y="1915741"/>
                  </a:lnTo>
                  <a:lnTo>
                    <a:pt x="3619299" y="1803729"/>
                  </a:lnTo>
                  <a:lnTo>
                    <a:pt x="3644026" y="1695541"/>
                  </a:lnTo>
                  <a:lnTo>
                    <a:pt x="3668838" y="1591334"/>
                  </a:lnTo>
                  <a:lnTo>
                    <a:pt x="3693776" y="1491225"/>
                  </a:lnTo>
                  <a:lnTo>
                    <a:pt x="3718892" y="1395287"/>
                  </a:lnTo>
                  <a:lnTo>
                    <a:pt x="3744246" y="1303552"/>
                  </a:lnTo>
                  <a:lnTo>
                    <a:pt x="3769908" y="1216018"/>
                  </a:lnTo>
                  <a:lnTo>
                    <a:pt x="3795962" y="1132647"/>
                  </a:lnTo>
                  <a:lnTo>
                    <a:pt x="3822502" y="1053368"/>
                  </a:lnTo>
                  <a:lnTo>
                    <a:pt x="3829811" y="1032522"/>
                  </a:lnTo>
                  <a:lnTo>
                    <a:pt x="3870758" y="923529"/>
                  </a:lnTo>
                  <a:lnTo>
                    <a:pt x="3913512" y="823479"/>
                  </a:lnTo>
                  <a:lnTo>
                    <a:pt x="3958552" y="732098"/>
                  </a:lnTo>
                  <a:lnTo>
                    <a:pt x="4006407" y="648832"/>
                  </a:lnTo>
                  <a:lnTo>
                    <a:pt x="4057626" y="572995"/>
                  </a:lnTo>
                  <a:lnTo>
                    <a:pt x="4112755" y="503870"/>
                  </a:lnTo>
                  <a:lnTo>
                    <a:pt x="4172305" y="440767"/>
                  </a:lnTo>
                  <a:lnTo>
                    <a:pt x="4236714" y="383064"/>
                  </a:lnTo>
                  <a:lnTo>
                    <a:pt x="4306291" y="330226"/>
                  </a:lnTo>
                  <a:lnTo>
                    <a:pt x="4381149" y="281826"/>
                  </a:lnTo>
                  <a:lnTo>
                    <a:pt x="4461125" y="237546"/>
                  </a:lnTo>
                  <a:lnTo>
                    <a:pt x="4545681" y="197178"/>
                  </a:lnTo>
                  <a:lnTo>
                    <a:pt x="4633822" y="160624"/>
                  </a:lnTo>
                  <a:lnTo>
                    <a:pt x="4724020" y="127872"/>
                  </a:lnTo>
                  <a:lnTo>
                    <a:pt x="4814207" y="98977"/>
                  </a:lnTo>
                  <a:lnTo>
                    <a:pt x="4901841" y="74019"/>
                  </a:lnTo>
                  <a:lnTo>
                    <a:pt x="4984084" y="53054"/>
                  </a:lnTo>
                  <a:lnTo>
                    <a:pt x="5058095" y="36062"/>
                  </a:lnTo>
                  <a:lnTo>
                    <a:pt x="5121387" y="22904"/>
                  </a:lnTo>
                  <a:lnTo>
                    <a:pt x="5172206" y="13293"/>
                  </a:lnTo>
                  <a:lnTo>
                    <a:pt x="5209831" y="6795"/>
                  </a:lnTo>
                  <a:lnTo>
                    <a:pt x="5234730" y="2857"/>
                  </a:lnTo>
                  <a:lnTo>
                    <a:pt x="5248566" y="847"/>
                  </a:lnTo>
                  <a:lnTo>
                    <a:pt x="5254080" y="108"/>
                  </a:lnTo>
                  <a:lnTo>
                    <a:pt x="5254955" y="0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486" y="66"/>
                  </a:lnTo>
                  <a:lnTo>
                    <a:pt x="6735005" y="541"/>
                  </a:lnTo>
                  <a:lnTo>
                    <a:pt x="6753956" y="1852"/>
                  </a:lnTo>
                  <a:lnTo>
                    <a:pt x="6787831" y="4434"/>
                  </a:lnTo>
                  <a:lnTo>
                    <a:pt x="6838310" y="8688"/>
                  </a:lnTo>
                  <a:lnTo>
                    <a:pt x="6905128" y="14941"/>
                  </a:lnTo>
                  <a:lnTo>
                    <a:pt x="6986239" y="23416"/>
                  </a:lnTo>
                  <a:lnTo>
                    <a:pt x="7078276" y="34226"/>
                  </a:lnTo>
                  <a:lnTo>
                    <a:pt x="7177209" y="47389"/>
                  </a:lnTo>
                  <a:lnTo>
                    <a:pt x="7279004" y="62868"/>
                  </a:lnTo>
                  <a:lnTo>
                    <a:pt x="7380137" y="80612"/>
                  </a:lnTo>
                  <a:lnTo>
                    <a:pt x="7477882" y="100597"/>
                  </a:lnTo>
                  <a:lnTo>
                    <a:pt x="7570384" y="122853"/>
                  </a:lnTo>
                  <a:lnTo>
                    <a:pt x="7656597" y="147485"/>
                  </a:lnTo>
                  <a:lnTo>
                    <a:pt x="7736126" y="174683"/>
                  </a:lnTo>
                  <a:lnTo>
                    <a:pt x="7809065" y="204716"/>
                  </a:lnTo>
                  <a:lnTo>
                    <a:pt x="7875839" y="237935"/>
                  </a:lnTo>
                  <a:lnTo>
                    <a:pt x="7937079" y="274756"/>
                  </a:lnTo>
                  <a:lnTo>
                    <a:pt x="7993528" y="315642"/>
                  </a:lnTo>
                  <a:lnTo>
                    <a:pt x="8045974" y="361068"/>
                  </a:lnTo>
                  <a:lnTo>
                    <a:pt x="8095191" y="411457"/>
                  </a:lnTo>
                  <a:lnTo>
                    <a:pt x="8141899" y="467082"/>
                  </a:lnTo>
                  <a:lnTo>
                    <a:pt x="8151487" y="479482"/>
                  </a:lnTo>
                  <a:lnTo>
                    <a:pt x="8188938" y="531178"/>
                  </a:lnTo>
                  <a:lnTo>
                    <a:pt x="8225449" y="586655"/>
                  </a:lnTo>
                  <a:lnTo>
                    <a:pt x="8261274" y="645990"/>
                  </a:lnTo>
                  <a:lnTo>
                    <a:pt x="8296619" y="709199"/>
                  </a:lnTo>
                  <a:lnTo>
                    <a:pt x="8331650" y="776228"/>
                  </a:lnTo>
                  <a:lnTo>
                    <a:pt x="8366493" y="846953"/>
                  </a:lnTo>
                  <a:lnTo>
                    <a:pt x="8401245" y="921169"/>
                  </a:lnTo>
                  <a:lnTo>
                    <a:pt x="8435976" y="998591"/>
                  </a:lnTo>
                  <a:lnTo>
                    <a:pt x="8470730" y="1078859"/>
                  </a:lnTo>
                  <a:lnTo>
                    <a:pt x="8505530" y="1161535"/>
                  </a:lnTo>
                  <a:lnTo>
                    <a:pt x="8540383" y="1246119"/>
                  </a:lnTo>
                  <a:lnTo>
                    <a:pt x="8575281" y="1332055"/>
                  </a:lnTo>
                  <a:lnTo>
                    <a:pt x="8610206" y="1418749"/>
                  </a:lnTo>
                  <a:lnTo>
                    <a:pt x="8645137" y="1505584"/>
                  </a:lnTo>
                  <a:lnTo>
                    <a:pt x="8680050" y="1591939"/>
                  </a:lnTo>
                  <a:lnTo>
                    <a:pt x="8714925" y="1677207"/>
                  </a:lnTo>
                  <a:lnTo>
                    <a:pt x="8749749" y="1760814"/>
                  </a:lnTo>
                  <a:lnTo>
                    <a:pt x="8784522" y="1842232"/>
                  </a:lnTo>
                  <a:lnTo>
                    <a:pt x="8819259" y="1920994"/>
                  </a:lnTo>
                  <a:lnTo>
                    <a:pt x="8853995" y="1996704"/>
                  </a:lnTo>
                  <a:lnTo>
                    <a:pt x="8888787" y="2069042"/>
                  </a:lnTo>
                  <a:lnTo>
                    <a:pt x="8923718" y="2137768"/>
                  </a:lnTo>
                  <a:lnTo>
                    <a:pt x="8958902" y="2202719"/>
                  </a:lnTo>
                  <a:lnTo>
                    <a:pt x="8994487" y="2263813"/>
                  </a:lnTo>
                  <a:lnTo>
                    <a:pt x="9030658" y="2321033"/>
                  </a:lnTo>
                  <a:lnTo>
                    <a:pt x="9067648" y="2374431"/>
                  </a:lnTo>
                  <a:lnTo>
                    <a:pt x="9084767" y="2397412"/>
                  </a:lnTo>
                  <a:lnTo>
                    <a:pt x="9131029" y="2454150"/>
                  </a:lnTo>
                  <a:lnTo>
                    <a:pt x="9179660" y="2505628"/>
                  </a:lnTo>
                  <a:lnTo>
                    <a:pt x="9231361" y="2552068"/>
                  </a:lnTo>
                  <a:lnTo>
                    <a:pt x="9286901" y="2593873"/>
                  </a:lnTo>
                  <a:lnTo>
                    <a:pt x="9347067" y="2631512"/>
                  </a:lnTo>
                  <a:lnTo>
                    <a:pt x="9412616" y="2665453"/>
                  </a:lnTo>
                  <a:lnTo>
                    <a:pt x="9484212" y="2696126"/>
                  </a:lnTo>
                  <a:lnTo>
                    <a:pt x="9562330" y="2723896"/>
                  </a:lnTo>
                  <a:lnTo>
                    <a:pt x="9647148" y="2749051"/>
                  </a:lnTo>
                  <a:lnTo>
                    <a:pt x="9738387" y="2771797"/>
                  </a:lnTo>
                  <a:lnTo>
                    <a:pt x="9835152" y="2792256"/>
                  </a:lnTo>
                  <a:lnTo>
                    <a:pt x="9935768" y="2810473"/>
                  </a:lnTo>
                  <a:lnTo>
                    <a:pt x="10037693" y="2826433"/>
                  </a:lnTo>
                  <a:lnTo>
                    <a:pt x="10137554" y="2840089"/>
                  </a:lnTo>
                  <a:lnTo>
                    <a:pt x="10231389" y="2851396"/>
                  </a:lnTo>
                  <a:lnTo>
                    <a:pt x="10315116" y="2860357"/>
                  </a:lnTo>
                  <a:lnTo>
                    <a:pt x="10385171" y="2867063"/>
                  </a:lnTo>
                  <a:lnTo>
                    <a:pt x="10439181" y="2871715"/>
                  </a:lnTo>
                  <a:lnTo>
                    <a:pt x="10476482" y="2874618"/>
                  </a:lnTo>
                  <a:lnTo>
                    <a:pt x="10498346" y="2876162"/>
                  </a:lnTo>
                  <a:lnTo>
                    <a:pt x="10507903" y="2876776"/>
                  </a:lnTo>
                  <a:lnTo>
                    <a:pt x="10509899" y="2876894"/>
                  </a:lnTo>
                  <a:lnTo>
                    <a:pt x="10509911" y="2876895"/>
                  </a:lnTo>
                  <a:lnTo>
                    <a:pt x="11981298" y="287689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20" name="pl1720"/>
            <p:cNvSpPr/>
            <p:nvPr/>
          </p:nvSpPr>
          <p:spPr>
            <a:xfrm>
              <a:off x="4799595" y="3467765"/>
              <a:ext cx="11981298" cy="6195132"/>
            </a:xfrm>
            <a:custGeom>
              <a:avLst/>
              <a:pathLst>
                <a:path w="11981298" h="6195132">
                  <a:moveTo>
                    <a:pt x="11981298" y="2876895"/>
                  </a:moveTo>
                  <a:lnTo>
                    <a:pt x="10509911" y="2876895"/>
                  </a:lnTo>
                  <a:lnTo>
                    <a:pt x="10508767" y="2876828"/>
                  </a:lnTo>
                  <a:lnTo>
                    <a:pt x="10501248" y="2876354"/>
                  </a:lnTo>
                  <a:lnTo>
                    <a:pt x="10482297" y="2875042"/>
                  </a:lnTo>
                  <a:lnTo>
                    <a:pt x="10448422" y="2872460"/>
                  </a:lnTo>
                  <a:lnTo>
                    <a:pt x="10397943" y="2868206"/>
                  </a:lnTo>
                  <a:lnTo>
                    <a:pt x="10331125" y="2861953"/>
                  </a:lnTo>
                  <a:lnTo>
                    <a:pt x="10250014" y="2853478"/>
                  </a:lnTo>
                  <a:lnTo>
                    <a:pt x="10157977" y="2842669"/>
                  </a:lnTo>
                  <a:lnTo>
                    <a:pt x="10059044" y="2829506"/>
                  </a:lnTo>
                  <a:lnTo>
                    <a:pt x="9957249" y="2814027"/>
                  </a:lnTo>
                  <a:lnTo>
                    <a:pt x="9856116" y="2796282"/>
                  </a:lnTo>
                  <a:lnTo>
                    <a:pt x="9758372" y="2776298"/>
                  </a:lnTo>
                  <a:lnTo>
                    <a:pt x="9665869" y="2754042"/>
                  </a:lnTo>
                  <a:lnTo>
                    <a:pt x="9579656" y="2729409"/>
                  </a:lnTo>
                  <a:lnTo>
                    <a:pt x="9500127" y="2702211"/>
                  </a:lnTo>
                  <a:lnTo>
                    <a:pt x="9427188" y="2672178"/>
                  </a:lnTo>
                  <a:lnTo>
                    <a:pt x="9360414" y="2638960"/>
                  </a:lnTo>
                  <a:lnTo>
                    <a:pt x="9299175" y="2602139"/>
                  </a:lnTo>
                  <a:lnTo>
                    <a:pt x="9242725" y="2561252"/>
                  </a:lnTo>
                  <a:lnTo>
                    <a:pt x="9190279" y="2515826"/>
                  </a:lnTo>
                  <a:lnTo>
                    <a:pt x="9141062" y="2465437"/>
                  </a:lnTo>
                  <a:lnTo>
                    <a:pt x="9094354" y="2409813"/>
                  </a:lnTo>
                  <a:lnTo>
                    <a:pt x="9084767" y="2397412"/>
                  </a:lnTo>
                  <a:lnTo>
                    <a:pt x="9047315" y="2345716"/>
                  </a:lnTo>
                  <a:lnTo>
                    <a:pt x="9010804" y="2290239"/>
                  </a:lnTo>
                  <a:lnTo>
                    <a:pt x="8974979" y="2230904"/>
                  </a:lnTo>
                  <a:lnTo>
                    <a:pt x="8939634" y="2167696"/>
                  </a:lnTo>
                  <a:lnTo>
                    <a:pt x="8904604" y="2100666"/>
                  </a:lnTo>
                  <a:lnTo>
                    <a:pt x="8869761" y="2029942"/>
                  </a:lnTo>
                  <a:lnTo>
                    <a:pt x="8835008" y="1955726"/>
                  </a:lnTo>
                  <a:lnTo>
                    <a:pt x="8800277" y="1878303"/>
                  </a:lnTo>
                  <a:lnTo>
                    <a:pt x="8765523" y="1798036"/>
                  </a:lnTo>
                  <a:lnTo>
                    <a:pt x="8730723" y="1715359"/>
                  </a:lnTo>
                  <a:lnTo>
                    <a:pt x="8695870" y="1630776"/>
                  </a:lnTo>
                  <a:lnTo>
                    <a:pt x="8660973" y="1544840"/>
                  </a:lnTo>
                  <a:lnTo>
                    <a:pt x="8626047" y="1458146"/>
                  </a:lnTo>
                  <a:lnTo>
                    <a:pt x="8591116" y="1371311"/>
                  </a:lnTo>
                  <a:lnTo>
                    <a:pt x="8556203" y="1284956"/>
                  </a:lnTo>
                  <a:lnTo>
                    <a:pt x="8521329" y="1199687"/>
                  </a:lnTo>
                  <a:lnTo>
                    <a:pt x="8486504" y="1116080"/>
                  </a:lnTo>
                  <a:lnTo>
                    <a:pt x="8451731" y="1034662"/>
                  </a:lnTo>
                  <a:lnTo>
                    <a:pt x="8416994" y="955900"/>
                  </a:lnTo>
                  <a:lnTo>
                    <a:pt x="8382258" y="880190"/>
                  </a:lnTo>
                  <a:lnTo>
                    <a:pt x="8347467" y="807852"/>
                  </a:lnTo>
                  <a:lnTo>
                    <a:pt x="8312535" y="739127"/>
                  </a:lnTo>
                  <a:lnTo>
                    <a:pt x="8277351" y="674175"/>
                  </a:lnTo>
                  <a:lnTo>
                    <a:pt x="8241766" y="613082"/>
                  </a:lnTo>
                  <a:lnTo>
                    <a:pt x="8205595" y="555861"/>
                  </a:lnTo>
                  <a:lnTo>
                    <a:pt x="8168605" y="502464"/>
                  </a:lnTo>
                  <a:lnTo>
                    <a:pt x="8151487" y="479482"/>
                  </a:lnTo>
                  <a:lnTo>
                    <a:pt x="8105225" y="422744"/>
                  </a:lnTo>
                  <a:lnTo>
                    <a:pt x="8056593" y="371266"/>
                  </a:lnTo>
                  <a:lnTo>
                    <a:pt x="8004892" y="324826"/>
                  </a:lnTo>
                  <a:lnTo>
                    <a:pt x="7949352" y="283021"/>
                  </a:lnTo>
                  <a:lnTo>
                    <a:pt x="7889186" y="245383"/>
                  </a:lnTo>
                  <a:lnTo>
                    <a:pt x="7823637" y="211441"/>
                  </a:lnTo>
                  <a:lnTo>
                    <a:pt x="7752042" y="180768"/>
                  </a:lnTo>
                  <a:lnTo>
                    <a:pt x="7673923" y="152998"/>
                  </a:lnTo>
                  <a:lnTo>
                    <a:pt x="7589105" y="127843"/>
                  </a:lnTo>
                  <a:lnTo>
                    <a:pt x="7497866" y="105097"/>
                  </a:lnTo>
                  <a:lnTo>
                    <a:pt x="7401102" y="84639"/>
                  </a:lnTo>
                  <a:lnTo>
                    <a:pt x="7300485" y="66422"/>
                  </a:lnTo>
                  <a:lnTo>
                    <a:pt x="7198560" y="50461"/>
                  </a:lnTo>
                  <a:lnTo>
                    <a:pt x="7098700" y="36806"/>
                  </a:lnTo>
                  <a:lnTo>
                    <a:pt x="7004864" y="25499"/>
                  </a:lnTo>
                  <a:lnTo>
                    <a:pt x="6921137" y="16537"/>
                  </a:lnTo>
                  <a:lnTo>
                    <a:pt x="6851082" y="9831"/>
                  </a:lnTo>
                  <a:lnTo>
                    <a:pt x="6797072" y="5180"/>
                  </a:lnTo>
                  <a:lnTo>
                    <a:pt x="6759771" y="2277"/>
                  </a:lnTo>
                  <a:lnTo>
                    <a:pt x="6737907" y="733"/>
                  </a:lnTo>
                  <a:lnTo>
                    <a:pt x="6728350" y="118"/>
                  </a:lnTo>
                  <a:lnTo>
                    <a:pt x="6726354" y="0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151" y="99"/>
                  </a:lnTo>
                  <a:lnTo>
                    <a:pt x="5248826" y="811"/>
                  </a:lnTo>
                  <a:lnTo>
                    <a:pt x="5235273" y="2775"/>
                  </a:lnTo>
                  <a:lnTo>
                    <a:pt x="5210722" y="6649"/>
                  </a:lnTo>
                  <a:lnTo>
                    <a:pt x="5173476" y="13064"/>
                  </a:lnTo>
                  <a:lnTo>
                    <a:pt x="5123033" y="22579"/>
                  </a:lnTo>
                  <a:lnTo>
                    <a:pt x="5060080" y="35630"/>
                  </a:lnTo>
                  <a:lnTo>
                    <a:pt x="4986347" y="52509"/>
                  </a:lnTo>
                  <a:lnTo>
                    <a:pt x="4904301" y="73359"/>
                  </a:lnTo>
                  <a:lnTo>
                    <a:pt x="4816782" y="98202"/>
                  </a:lnTo>
                  <a:lnTo>
                    <a:pt x="4726631" y="126985"/>
                  </a:lnTo>
                  <a:lnTo>
                    <a:pt x="4636402" y="159626"/>
                  </a:lnTo>
                  <a:lnTo>
                    <a:pt x="4548178" y="196071"/>
                  </a:lnTo>
                  <a:lnTo>
                    <a:pt x="4463502" y="236328"/>
                  </a:lnTo>
                  <a:lnTo>
                    <a:pt x="4383385" y="280493"/>
                  </a:lnTo>
                  <a:lnTo>
                    <a:pt x="4308375" y="328771"/>
                  </a:lnTo>
                  <a:lnTo>
                    <a:pt x="4238647" y="381475"/>
                  </a:lnTo>
                  <a:lnTo>
                    <a:pt x="4174092" y="439031"/>
                  </a:lnTo>
                  <a:lnTo>
                    <a:pt x="4114407" y="501970"/>
                  </a:lnTo>
                  <a:lnTo>
                    <a:pt x="4059158" y="570912"/>
                  </a:lnTo>
                  <a:lnTo>
                    <a:pt x="4007834" y="646545"/>
                  </a:lnTo>
                  <a:lnTo>
                    <a:pt x="3959890" y="729587"/>
                  </a:lnTo>
                  <a:lnTo>
                    <a:pt x="3914776" y="820725"/>
                  </a:lnTo>
                  <a:lnTo>
                    <a:pt x="3871963" y="920519"/>
                  </a:lnTo>
                  <a:lnTo>
                    <a:pt x="3830970" y="1029255"/>
                  </a:lnTo>
                  <a:lnTo>
                    <a:pt x="3829811" y="1032522"/>
                  </a:lnTo>
                  <a:lnTo>
                    <a:pt x="3803120" y="1110705"/>
                  </a:lnTo>
                  <a:lnTo>
                    <a:pt x="3776945" y="1192956"/>
                  </a:lnTo>
                  <a:lnTo>
                    <a:pt x="3751185" y="1279353"/>
                  </a:lnTo>
                  <a:lnTo>
                    <a:pt x="3725755" y="1369945"/>
                  </a:lnTo>
                  <a:lnTo>
                    <a:pt x="3700580" y="1464743"/>
                  </a:lnTo>
                  <a:lnTo>
                    <a:pt x="3675599" y="1563724"/>
                  </a:lnTo>
                  <a:lnTo>
                    <a:pt x="3650758" y="1666827"/>
                  </a:lnTo>
                  <a:lnTo>
                    <a:pt x="3626012" y="1773947"/>
                  </a:lnTo>
                  <a:lnTo>
                    <a:pt x="3601324" y="1884938"/>
                  </a:lnTo>
                  <a:lnTo>
                    <a:pt x="3576667" y="1999611"/>
                  </a:lnTo>
                  <a:lnTo>
                    <a:pt x="3552018" y="2117731"/>
                  </a:lnTo>
                  <a:lnTo>
                    <a:pt x="3527360" y="2239023"/>
                  </a:lnTo>
                  <a:lnTo>
                    <a:pt x="3502683" y="2363168"/>
                  </a:lnTo>
                  <a:lnTo>
                    <a:pt x="3477981" y="2489813"/>
                  </a:lnTo>
                  <a:lnTo>
                    <a:pt x="3453251" y="2618565"/>
                  </a:lnTo>
                  <a:lnTo>
                    <a:pt x="3428498" y="2749005"/>
                  </a:lnTo>
                  <a:lnTo>
                    <a:pt x="3403723" y="2880687"/>
                  </a:lnTo>
                  <a:lnTo>
                    <a:pt x="3378936" y="3013150"/>
                  </a:lnTo>
                  <a:lnTo>
                    <a:pt x="3354143" y="3145917"/>
                  </a:lnTo>
                  <a:lnTo>
                    <a:pt x="3329353" y="3278510"/>
                  </a:lnTo>
                  <a:lnTo>
                    <a:pt x="3304574" y="3410451"/>
                  </a:lnTo>
                  <a:lnTo>
                    <a:pt x="3279814" y="3541273"/>
                  </a:lnTo>
                  <a:lnTo>
                    <a:pt x="3255078" y="3670527"/>
                  </a:lnTo>
                  <a:lnTo>
                    <a:pt x="3230369" y="3797784"/>
                  </a:lnTo>
                  <a:lnTo>
                    <a:pt x="3205685" y="3922645"/>
                  </a:lnTo>
                  <a:lnTo>
                    <a:pt x="3181023" y="4044745"/>
                  </a:lnTo>
                  <a:lnTo>
                    <a:pt x="3156372" y="4163756"/>
                  </a:lnTo>
                  <a:lnTo>
                    <a:pt x="3131719" y="4279391"/>
                  </a:lnTo>
                  <a:lnTo>
                    <a:pt x="3107043" y="4391403"/>
                  </a:lnTo>
                  <a:lnTo>
                    <a:pt x="3082316" y="4499591"/>
                  </a:lnTo>
                  <a:lnTo>
                    <a:pt x="3057505" y="4603797"/>
                  </a:lnTo>
                  <a:lnTo>
                    <a:pt x="3032566" y="4703906"/>
                  </a:lnTo>
                  <a:lnTo>
                    <a:pt x="3007450" y="4799845"/>
                  </a:lnTo>
                  <a:lnTo>
                    <a:pt x="2982096" y="4891580"/>
                  </a:lnTo>
                  <a:lnTo>
                    <a:pt x="2956434" y="4979113"/>
                  </a:lnTo>
                  <a:lnTo>
                    <a:pt x="2930381" y="5062485"/>
                  </a:lnTo>
                  <a:lnTo>
                    <a:pt x="2903841" y="5141764"/>
                  </a:lnTo>
                  <a:lnTo>
                    <a:pt x="2896531" y="5162610"/>
                  </a:lnTo>
                  <a:lnTo>
                    <a:pt x="2855584" y="5271603"/>
                  </a:lnTo>
                  <a:lnTo>
                    <a:pt x="2812830" y="5371653"/>
                  </a:lnTo>
                  <a:lnTo>
                    <a:pt x="2767790" y="5463034"/>
                  </a:lnTo>
                  <a:lnTo>
                    <a:pt x="2719935" y="5546300"/>
                  </a:lnTo>
                  <a:lnTo>
                    <a:pt x="2668716" y="5622137"/>
                  </a:lnTo>
                  <a:lnTo>
                    <a:pt x="2613587" y="5691262"/>
                  </a:lnTo>
                  <a:lnTo>
                    <a:pt x="2554037" y="5754364"/>
                  </a:lnTo>
                  <a:lnTo>
                    <a:pt x="2489628" y="5812068"/>
                  </a:lnTo>
                  <a:lnTo>
                    <a:pt x="2420051" y="5864905"/>
                  </a:lnTo>
                  <a:lnTo>
                    <a:pt x="2345193" y="5913305"/>
                  </a:lnTo>
                  <a:lnTo>
                    <a:pt x="2265218" y="5957586"/>
                  </a:lnTo>
                  <a:lnTo>
                    <a:pt x="2180661" y="5997953"/>
                  </a:lnTo>
                  <a:lnTo>
                    <a:pt x="2092521" y="6034508"/>
                  </a:lnTo>
                  <a:lnTo>
                    <a:pt x="2002322" y="6067260"/>
                  </a:lnTo>
                  <a:lnTo>
                    <a:pt x="1912135" y="6096154"/>
                  </a:lnTo>
                  <a:lnTo>
                    <a:pt x="1824501" y="6121112"/>
                  </a:lnTo>
                  <a:lnTo>
                    <a:pt x="1742258" y="6142078"/>
                  </a:lnTo>
                  <a:lnTo>
                    <a:pt x="1668247" y="6159070"/>
                  </a:lnTo>
                  <a:lnTo>
                    <a:pt x="1604955" y="6172228"/>
                  </a:lnTo>
                  <a:lnTo>
                    <a:pt x="1554136" y="6181839"/>
                  </a:lnTo>
                  <a:lnTo>
                    <a:pt x="1516511" y="6188336"/>
                  </a:lnTo>
                  <a:lnTo>
                    <a:pt x="1491612" y="6192275"/>
                  </a:lnTo>
                  <a:lnTo>
                    <a:pt x="1477776" y="6194285"/>
                  </a:lnTo>
                  <a:lnTo>
                    <a:pt x="1472262" y="6195023"/>
                  </a:lnTo>
                  <a:lnTo>
                    <a:pt x="1471387" y="6195132"/>
                  </a:lnTo>
                  <a:lnTo>
                    <a:pt x="1471387" y="6195132"/>
                  </a:lnTo>
                  <a:lnTo>
                    <a:pt x="0" y="619513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21" name="pg1721"/>
            <p:cNvSpPr/>
            <p:nvPr/>
          </p:nvSpPr>
          <p:spPr>
            <a:xfrm>
              <a:off x="4799595" y="3655744"/>
              <a:ext cx="11981298" cy="7036951"/>
            </a:xfrm>
            <a:custGeom>
              <a:avLst/>
              <a:pathLst>
                <a:path w="11981298" h="7036951">
                  <a:moveTo>
                    <a:pt x="0" y="6031672"/>
                  </a:moveTo>
                  <a:lnTo>
                    <a:pt x="1471387" y="6031672"/>
                  </a:lnTo>
                  <a:lnTo>
                    <a:pt x="1472203" y="6031574"/>
                  </a:lnTo>
                  <a:lnTo>
                    <a:pt x="1477602" y="6030873"/>
                  </a:lnTo>
                  <a:lnTo>
                    <a:pt x="1491338" y="6028938"/>
                  </a:lnTo>
                  <a:lnTo>
                    <a:pt x="1516211" y="6025122"/>
                  </a:lnTo>
                  <a:lnTo>
                    <a:pt x="1553919" y="6018803"/>
                  </a:lnTo>
                  <a:lnTo>
                    <a:pt x="1604948" y="6009434"/>
                  </a:lnTo>
                  <a:lnTo>
                    <a:pt x="1668569" y="5996588"/>
                  </a:lnTo>
                  <a:lnTo>
                    <a:pt x="1743000" y="5979984"/>
                  </a:lnTo>
                  <a:lnTo>
                    <a:pt x="1825717" y="5959483"/>
                  </a:lnTo>
                  <a:lnTo>
                    <a:pt x="1913835" y="5935069"/>
                  </a:lnTo>
                  <a:lnTo>
                    <a:pt x="2004478" y="5906798"/>
                  </a:lnTo>
                  <a:lnTo>
                    <a:pt x="2095077" y="5874747"/>
                  </a:lnTo>
                  <a:lnTo>
                    <a:pt x="2183547" y="5838969"/>
                  </a:lnTo>
                  <a:lnTo>
                    <a:pt x="2268357" y="5799451"/>
                  </a:lnTo>
                  <a:lnTo>
                    <a:pt x="2348514" y="5756092"/>
                  </a:lnTo>
                  <a:lnTo>
                    <a:pt x="2423491" y="5708683"/>
                  </a:lnTo>
                  <a:lnTo>
                    <a:pt x="2493136" y="5656906"/>
                  </a:lnTo>
                  <a:lnTo>
                    <a:pt x="2557576" y="5600334"/>
                  </a:lnTo>
                  <a:lnTo>
                    <a:pt x="2617133" y="5538437"/>
                  </a:lnTo>
                  <a:lnTo>
                    <a:pt x="2672256" y="5470595"/>
                  </a:lnTo>
                  <a:lnTo>
                    <a:pt x="2723469" y="5396128"/>
                  </a:lnTo>
                  <a:lnTo>
                    <a:pt x="2771324" y="5314327"/>
                  </a:lnTo>
                  <a:lnTo>
                    <a:pt x="2816381" y="5224524"/>
                  </a:lnTo>
                  <a:lnTo>
                    <a:pt x="2859170" y="5126189"/>
                  </a:lnTo>
                  <a:lnTo>
                    <a:pt x="2896531" y="5029118"/>
                  </a:lnTo>
                  <a:lnTo>
                    <a:pt x="2923594" y="4952106"/>
                  </a:lnTo>
                  <a:lnTo>
                    <a:pt x="2950128" y="4871032"/>
                  </a:lnTo>
                  <a:lnTo>
                    <a:pt x="2976238" y="4785815"/>
                  </a:lnTo>
                  <a:lnTo>
                    <a:pt x="3002012" y="4696409"/>
                  </a:lnTo>
                  <a:lnTo>
                    <a:pt x="3027527" y="4602804"/>
                  </a:lnTo>
                  <a:lnTo>
                    <a:pt x="3052848" y="4505024"/>
                  </a:lnTo>
                  <a:lnTo>
                    <a:pt x="3078029" y="4403136"/>
                  </a:lnTo>
                  <a:lnTo>
                    <a:pt x="3103115" y="4297249"/>
                  </a:lnTo>
                  <a:lnTo>
                    <a:pt x="3128145" y="4187517"/>
                  </a:lnTo>
                  <a:lnTo>
                    <a:pt x="3153148" y="4074135"/>
                  </a:lnTo>
                  <a:lnTo>
                    <a:pt x="3178145" y="3957347"/>
                  </a:lnTo>
                  <a:lnTo>
                    <a:pt x="3203153" y="3837440"/>
                  </a:lnTo>
                  <a:lnTo>
                    <a:pt x="3228182" y="3714739"/>
                  </a:lnTo>
                  <a:lnTo>
                    <a:pt x="3253237" y="3589613"/>
                  </a:lnTo>
                  <a:lnTo>
                    <a:pt x="3278320" y="3462463"/>
                  </a:lnTo>
                  <a:lnTo>
                    <a:pt x="3303428" y="3333720"/>
                  </a:lnTo>
                  <a:lnTo>
                    <a:pt x="3328555" y="3203838"/>
                  </a:lnTo>
                  <a:lnTo>
                    <a:pt x="3353694" y="3073291"/>
                  </a:lnTo>
                  <a:lnTo>
                    <a:pt x="3378836" y="2942561"/>
                  </a:lnTo>
                  <a:lnTo>
                    <a:pt x="3403973" y="2812133"/>
                  </a:lnTo>
                  <a:lnTo>
                    <a:pt x="3429096" y="2682489"/>
                  </a:lnTo>
                  <a:lnTo>
                    <a:pt x="3454198" y="2554096"/>
                  </a:lnTo>
                  <a:lnTo>
                    <a:pt x="3479274" y="2427405"/>
                  </a:lnTo>
                  <a:lnTo>
                    <a:pt x="3504323" y="2302840"/>
                  </a:lnTo>
                  <a:lnTo>
                    <a:pt x="3529346" y="2180795"/>
                  </a:lnTo>
                  <a:lnTo>
                    <a:pt x="3554350" y="2061626"/>
                  </a:lnTo>
                  <a:lnTo>
                    <a:pt x="3579347" y="1945652"/>
                  </a:lnTo>
                  <a:lnTo>
                    <a:pt x="3604353" y="1833148"/>
                  </a:lnTo>
                  <a:lnTo>
                    <a:pt x="3629394" y="1724345"/>
                  </a:lnTo>
                  <a:lnTo>
                    <a:pt x="3654501" y="1619430"/>
                  </a:lnTo>
                  <a:lnTo>
                    <a:pt x="3679711" y="1518545"/>
                  </a:lnTo>
                  <a:lnTo>
                    <a:pt x="3705074" y="1421788"/>
                  </a:lnTo>
                  <a:lnTo>
                    <a:pt x="3730646" y="1329215"/>
                  </a:lnTo>
                  <a:lnTo>
                    <a:pt x="3756496" y="1240843"/>
                  </a:lnTo>
                  <a:lnTo>
                    <a:pt x="3782701" y="1156651"/>
                  </a:lnTo>
                  <a:lnTo>
                    <a:pt x="3809355" y="1076584"/>
                  </a:lnTo>
                  <a:lnTo>
                    <a:pt x="3829811" y="1018900"/>
                  </a:lnTo>
                  <a:lnTo>
                    <a:pt x="3870958" y="912585"/>
                  </a:lnTo>
                  <a:lnTo>
                    <a:pt x="3913931" y="815037"/>
                  </a:lnTo>
                  <a:lnTo>
                    <a:pt x="3959218" y="725981"/>
                  </a:lnTo>
                  <a:lnTo>
                    <a:pt x="4007354" y="644871"/>
                  </a:lnTo>
                  <a:lnTo>
                    <a:pt x="4058897" y="571032"/>
                  </a:lnTo>
                  <a:lnTo>
                    <a:pt x="4114400" y="503755"/>
                  </a:lnTo>
                  <a:lnTo>
                    <a:pt x="4174381" y="442363"/>
                  </a:lnTo>
                  <a:lnTo>
                    <a:pt x="4239280" y="386244"/>
                  </a:lnTo>
                  <a:lnTo>
                    <a:pt x="4309405" y="334878"/>
                  </a:lnTo>
                  <a:lnTo>
                    <a:pt x="4384861" y="287847"/>
                  </a:lnTo>
                  <a:lnTo>
                    <a:pt x="4465467" y="244841"/>
                  </a:lnTo>
                  <a:lnTo>
                    <a:pt x="4550656" y="205664"/>
                  </a:lnTo>
                  <a:lnTo>
                    <a:pt x="4639390" y="170222"/>
                  </a:lnTo>
                  <a:lnTo>
                    <a:pt x="4730087" y="138510"/>
                  </a:lnTo>
                  <a:lnTo>
                    <a:pt x="4820613" y="110583"/>
                  </a:lnTo>
                  <a:lnTo>
                    <a:pt x="4908364" y="86521"/>
                  </a:lnTo>
                  <a:lnTo>
                    <a:pt x="4990448" y="66375"/>
                  </a:lnTo>
                  <a:lnTo>
                    <a:pt x="5063998" y="50118"/>
                  </a:lnTo>
                  <a:lnTo>
                    <a:pt x="5126540" y="37600"/>
                  </a:lnTo>
                  <a:lnTo>
                    <a:pt x="5176379" y="28526"/>
                  </a:lnTo>
                  <a:lnTo>
                    <a:pt x="5212889" y="22457"/>
                  </a:lnTo>
                  <a:lnTo>
                    <a:pt x="5236668" y="18837"/>
                  </a:lnTo>
                  <a:lnTo>
                    <a:pt x="5249521" y="17040"/>
                  </a:lnTo>
                  <a:lnTo>
                    <a:pt x="5254338" y="16420"/>
                  </a:lnTo>
                  <a:lnTo>
                    <a:pt x="5254955" y="16345"/>
                  </a:lnTo>
                  <a:lnTo>
                    <a:pt x="6726343" y="16345"/>
                  </a:lnTo>
                  <a:lnTo>
                    <a:pt x="6727095" y="16451"/>
                  </a:lnTo>
                  <a:lnTo>
                    <a:pt x="6732086" y="17205"/>
                  </a:lnTo>
                  <a:lnTo>
                    <a:pt x="6744807" y="19284"/>
                  </a:lnTo>
                  <a:lnTo>
                    <a:pt x="6767903" y="23385"/>
                  </a:lnTo>
                  <a:lnTo>
                    <a:pt x="6803042" y="30183"/>
                  </a:lnTo>
                  <a:lnTo>
                    <a:pt x="6850809" y="40277"/>
                  </a:lnTo>
                  <a:lnTo>
                    <a:pt x="6910689" y="54151"/>
                  </a:lnTo>
                  <a:lnTo>
                    <a:pt x="6981192" y="72134"/>
                  </a:lnTo>
                  <a:lnTo>
                    <a:pt x="7060099" y="94404"/>
                  </a:lnTo>
                  <a:lnTo>
                    <a:pt x="7144792" y="121005"/>
                  </a:lnTo>
                  <a:lnTo>
                    <a:pt x="7232588" y="151891"/>
                  </a:lnTo>
                  <a:lnTo>
                    <a:pt x="7321015" y="186980"/>
                  </a:lnTo>
                  <a:lnTo>
                    <a:pt x="7408004" y="226201"/>
                  </a:lnTo>
                  <a:lnTo>
                    <a:pt x="7491970" y="269540"/>
                  </a:lnTo>
                  <a:lnTo>
                    <a:pt x="7571824" y="317070"/>
                  </a:lnTo>
                  <a:lnTo>
                    <a:pt x="7646923" y="368968"/>
                  </a:lnTo>
                  <a:lnTo>
                    <a:pt x="7716995" y="425528"/>
                  </a:lnTo>
                  <a:lnTo>
                    <a:pt x="7782054" y="487157"/>
                  </a:lnTo>
                  <a:lnTo>
                    <a:pt x="7842322" y="554376"/>
                  </a:lnTo>
                  <a:lnTo>
                    <a:pt x="7898163" y="627806"/>
                  </a:lnTo>
                  <a:lnTo>
                    <a:pt x="7950028" y="708148"/>
                  </a:lnTo>
                  <a:lnTo>
                    <a:pt x="7998416" y="796157"/>
                  </a:lnTo>
                  <a:lnTo>
                    <a:pt x="8043842" y="892585"/>
                  </a:lnTo>
                  <a:lnTo>
                    <a:pt x="8086815" y="998109"/>
                  </a:lnTo>
                  <a:lnTo>
                    <a:pt x="8127810" y="1113207"/>
                  </a:lnTo>
                  <a:lnTo>
                    <a:pt x="8151487" y="1186446"/>
                  </a:lnTo>
                  <a:lnTo>
                    <a:pt x="8176642" y="1269775"/>
                  </a:lnTo>
                  <a:lnTo>
                    <a:pt x="8201335" y="1357190"/>
                  </a:lnTo>
                  <a:lnTo>
                    <a:pt x="8225650" y="1448765"/>
                  </a:lnTo>
                  <a:lnTo>
                    <a:pt x="8249660" y="1544552"/>
                  </a:lnTo>
                  <a:lnTo>
                    <a:pt x="8273428" y="1644568"/>
                  </a:lnTo>
                  <a:lnTo>
                    <a:pt x="8297011" y="1748802"/>
                  </a:lnTo>
                  <a:lnTo>
                    <a:pt x="8320453" y="1857206"/>
                  </a:lnTo>
                  <a:lnTo>
                    <a:pt x="8343797" y="1969698"/>
                  </a:lnTo>
                  <a:lnTo>
                    <a:pt x="8367073" y="2086155"/>
                  </a:lnTo>
                  <a:lnTo>
                    <a:pt x="8390311" y="2206419"/>
                  </a:lnTo>
                  <a:lnTo>
                    <a:pt x="8413530" y="2330292"/>
                  </a:lnTo>
                  <a:lnTo>
                    <a:pt x="8436749" y="2457537"/>
                  </a:lnTo>
                  <a:lnTo>
                    <a:pt x="8459979" y="2587878"/>
                  </a:lnTo>
                  <a:lnTo>
                    <a:pt x="8483228" y="2721005"/>
                  </a:lnTo>
                  <a:lnTo>
                    <a:pt x="8506499" y="2856573"/>
                  </a:lnTo>
                  <a:lnTo>
                    <a:pt x="8529794" y="2994208"/>
                  </a:lnTo>
                  <a:lnTo>
                    <a:pt x="8553111" y="3133509"/>
                  </a:lnTo>
                  <a:lnTo>
                    <a:pt x="8576446" y="3274055"/>
                  </a:lnTo>
                  <a:lnTo>
                    <a:pt x="8599793" y="3415406"/>
                  </a:lnTo>
                  <a:lnTo>
                    <a:pt x="8623146" y="3557113"/>
                  </a:lnTo>
                  <a:lnTo>
                    <a:pt x="8646497" y="3698722"/>
                  </a:lnTo>
                  <a:lnTo>
                    <a:pt x="8669840" y="3839782"/>
                  </a:lnTo>
                  <a:lnTo>
                    <a:pt x="8693168" y="3979845"/>
                  </a:lnTo>
                  <a:lnTo>
                    <a:pt x="8716476" y="4118481"/>
                  </a:lnTo>
                  <a:lnTo>
                    <a:pt x="8739761" y="4255275"/>
                  </a:lnTo>
                  <a:lnTo>
                    <a:pt x="8763022" y="4389838"/>
                  </a:lnTo>
                  <a:lnTo>
                    <a:pt x="8786262" y="4521808"/>
                  </a:lnTo>
                  <a:lnTo>
                    <a:pt x="8809486" y="4650854"/>
                  </a:lnTo>
                  <a:lnTo>
                    <a:pt x="8832703" y="4776680"/>
                  </a:lnTo>
                  <a:lnTo>
                    <a:pt x="8855928" y="4899029"/>
                  </a:lnTo>
                  <a:lnTo>
                    <a:pt x="8879180" y="5017679"/>
                  </a:lnTo>
                  <a:lnTo>
                    <a:pt x="8902481" y="5132449"/>
                  </a:lnTo>
                  <a:lnTo>
                    <a:pt x="8925863" y="5243196"/>
                  </a:lnTo>
                  <a:lnTo>
                    <a:pt x="8949360" y="5349815"/>
                  </a:lnTo>
                  <a:lnTo>
                    <a:pt x="8973016" y="5452240"/>
                  </a:lnTo>
                  <a:lnTo>
                    <a:pt x="8996881" y="5550438"/>
                  </a:lnTo>
                  <a:lnTo>
                    <a:pt x="9021014" y="5644410"/>
                  </a:lnTo>
                  <a:lnTo>
                    <a:pt x="9045482" y="5734189"/>
                  </a:lnTo>
                  <a:lnTo>
                    <a:pt x="9070362" y="5819836"/>
                  </a:lnTo>
                  <a:lnTo>
                    <a:pt x="9084767" y="5866850"/>
                  </a:lnTo>
                  <a:lnTo>
                    <a:pt x="9124788" y="5987738"/>
                  </a:lnTo>
                  <a:lnTo>
                    <a:pt x="9166527" y="6098932"/>
                  </a:lnTo>
                  <a:lnTo>
                    <a:pt x="9210432" y="6200711"/>
                  </a:lnTo>
                  <a:lnTo>
                    <a:pt x="9256992" y="6293651"/>
                  </a:lnTo>
                  <a:lnTo>
                    <a:pt x="9306722" y="6378471"/>
                  </a:lnTo>
                  <a:lnTo>
                    <a:pt x="9360134" y="6455934"/>
                  </a:lnTo>
                  <a:lnTo>
                    <a:pt x="9417712" y="6526775"/>
                  </a:lnTo>
                  <a:lnTo>
                    <a:pt x="9479878" y="6591668"/>
                  </a:lnTo>
                  <a:lnTo>
                    <a:pt x="9546945" y="6651193"/>
                  </a:lnTo>
                  <a:lnTo>
                    <a:pt x="9619060" y="6705828"/>
                  </a:lnTo>
                  <a:lnTo>
                    <a:pt x="9696130" y="6755933"/>
                  </a:lnTo>
                  <a:lnTo>
                    <a:pt x="9777746" y="6801756"/>
                  </a:lnTo>
                  <a:lnTo>
                    <a:pt x="9863091" y="6843429"/>
                  </a:lnTo>
                  <a:lnTo>
                    <a:pt x="9950879" y="6880986"/>
                  </a:lnTo>
                  <a:lnTo>
                    <a:pt x="10039327" y="6914388"/>
                  </a:lnTo>
                  <a:lnTo>
                    <a:pt x="10126184" y="6943553"/>
                  </a:lnTo>
                  <a:lnTo>
                    <a:pt x="10208867" y="6968407"/>
                  </a:lnTo>
                  <a:lnTo>
                    <a:pt x="10284680" y="6988934"/>
                  </a:lnTo>
                  <a:lnTo>
                    <a:pt x="10351127" y="7005228"/>
                  </a:lnTo>
                  <a:lnTo>
                    <a:pt x="10406245" y="7017526"/>
                  </a:lnTo>
                  <a:lnTo>
                    <a:pt x="10448913" y="7026224"/>
                  </a:lnTo>
                  <a:lnTo>
                    <a:pt x="10479056" y="7031855"/>
                  </a:lnTo>
                  <a:lnTo>
                    <a:pt x="10497703" y="7035056"/>
                  </a:lnTo>
                  <a:lnTo>
                    <a:pt x="10506935" y="7036517"/>
                  </a:lnTo>
                  <a:lnTo>
                    <a:pt x="10509748" y="7036929"/>
                  </a:lnTo>
                  <a:lnTo>
                    <a:pt x="10509911" y="7036951"/>
                  </a:lnTo>
                  <a:lnTo>
                    <a:pt x="11981298" y="7036951"/>
                  </a:lnTo>
                  <a:lnTo>
                    <a:pt x="11981298" y="7020605"/>
                  </a:lnTo>
                  <a:lnTo>
                    <a:pt x="10509911" y="7020605"/>
                  </a:lnTo>
                  <a:lnTo>
                    <a:pt x="10509158" y="7020499"/>
                  </a:lnTo>
                  <a:lnTo>
                    <a:pt x="10504167" y="7019746"/>
                  </a:lnTo>
                  <a:lnTo>
                    <a:pt x="10491446" y="7017667"/>
                  </a:lnTo>
                  <a:lnTo>
                    <a:pt x="10468350" y="7013565"/>
                  </a:lnTo>
                  <a:lnTo>
                    <a:pt x="10433211" y="7006768"/>
                  </a:lnTo>
                  <a:lnTo>
                    <a:pt x="10385445" y="6996673"/>
                  </a:lnTo>
                  <a:lnTo>
                    <a:pt x="10325564" y="6982800"/>
                  </a:lnTo>
                  <a:lnTo>
                    <a:pt x="10255061" y="6964817"/>
                  </a:lnTo>
                  <a:lnTo>
                    <a:pt x="10176154" y="6942547"/>
                  </a:lnTo>
                  <a:lnTo>
                    <a:pt x="10091461" y="6915946"/>
                  </a:lnTo>
                  <a:lnTo>
                    <a:pt x="10003665" y="6885059"/>
                  </a:lnTo>
                  <a:lnTo>
                    <a:pt x="9915238" y="6849971"/>
                  </a:lnTo>
                  <a:lnTo>
                    <a:pt x="9828249" y="6810750"/>
                  </a:lnTo>
                  <a:lnTo>
                    <a:pt x="9744283" y="6767411"/>
                  </a:lnTo>
                  <a:lnTo>
                    <a:pt x="9664430" y="6719881"/>
                  </a:lnTo>
                  <a:lnTo>
                    <a:pt x="9589330" y="6667983"/>
                  </a:lnTo>
                  <a:lnTo>
                    <a:pt x="9519258" y="6611423"/>
                  </a:lnTo>
                  <a:lnTo>
                    <a:pt x="9454199" y="6549794"/>
                  </a:lnTo>
                  <a:lnTo>
                    <a:pt x="9393931" y="6482574"/>
                  </a:lnTo>
                  <a:lnTo>
                    <a:pt x="9338090" y="6409145"/>
                  </a:lnTo>
                  <a:lnTo>
                    <a:pt x="9286226" y="6328802"/>
                  </a:lnTo>
                  <a:lnTo>
                    <a:pt x="9237838" y="6240794"/>
                  </a:lnTo>
                  <a:lnTo>
                    <a:pt x="9192411" y="6144366"/>
                  </a:lnTo>
                  <a:lnTo>
                    <a:pt x="9149438" y="6038842"/>
                  </a:lnTo>
                  <a:lnTo>
                    <a:pt x="9108443" y="5923744"/>
                  </a:lnTo>
                  <a:lnTo>
                    <a:pt x="9084767" y="5850504"/>
                  </a:lnTo>
                  <a:lnTo>
                    <a:pt x="9059611" y="5767175"/>
                  </a:lnTo>
                  <a:lnTo>
                    <a:pt x="9034918" y="5679761"/>
                  </a:lnTo>
                  <a:lnTo>
                    <a:pt x="9010603" y="5588185"/>
                  </a:lnTo>
                  <a:lnTo>
                    <a:pt x="8986593" y="5492399"/>
                  </a:lnTo>
                  <a:lnTo>
                    <a:pt x="8962825" y="5392382"/>
                  </a:lnTo>
                  <a:lnTo>
                    <a:pt x="8939243" y="5288148"/>
                  </a:lnTo>
                  <a:lnTo>
                    <a:pt x="8915800" y="5179744"/>
                  </a:lnTo>
                  <a:lnTo>
                    <a:pt x="8892457" y="5067253"/>
                  </a:lnTo>
                  <a:lnTo>
                    <a:pt x="8869180" y="4950796"/>
                  </a:lnTo>
                  <a:lnTo>
                    <a:pt x="8845943" y="4830531"/>
                  </a:lnTo>
                  <a:lnTo>
                    <a:pt x="8822723" y="4706658"/>
                  </a:lnTo>
                  <a:lnTo>
                    <a:pt x="8799504" y="4579414"/>
                  </a:lnTo>
                  <a:lnTo>
                    <a:pt x="8776274" y="4449073"/>
                  </a:lnTo>
                  <a:lnTo>
                    <a:pt x="8753026" y="4315946"/>
                  </a:lnTo>
                  <a:lnTo>
                    <a:pt x="8729754" y="4180378"/>
                  </a:lnTo>
                  <a:lnTo>
                    <a:pt x="8706459" y="4042743"/>
                  </a:lnTo>
                  <a:lnTo>
                    <a:pt x="8683142" y="3903441"/>
                  </a:lnTo>
                  <a:lnTo>
                    <a:pt x="8659807" y="3762896"/>
                  </a:lnTo>
                  <a:lnTo>
                    <a:pt x="8636460" y="3621545"/>
                  </a:lnTo>
                  <a:lnTo>
                    <a:pt x="8613107" y="3479838"/>
                  </a:lnTo>
                  <a:lnTo>
                    <a:pt x="8589756" y="3338228"/>
                  </a:lnTo>
                  <a:lnTo>
                    <a:pt x="8566413" y="3197169"/>
                  </a:lnTo>
                  <a:lnTo>
                    <a:pt x="8543086" y="3057105"/>
                  </a:lnTo>
                  <a:lnTo>
                    <a:pt x="8519778" y="2918470"/>
                  </a:lnTo>
                  <a:lnTo>
                    <a:pt x="8496493" y="2781675"/>
                  </a:lnTo>
                  <a:lnTo>
                    <a:pt x="8473231" y="2647112"/>
                  </a:lnTo>
                  <a:lnTo>
                    <a:pt x="8449991" y="2515143"/>
                  </a:lnTo>
                  <a:lnTo>
                    <a:pt x="8426768" y="2386097"/>
                  </a:lnTo>
                  <a:lnTo>
                    <a:pt x="8403550" y="2260270"/>
                  </a:lnTo>
                  <a:lnTo>
                    <a:pt x="8380325" y="2137922"/>
                  </a:lnTo>
                  <a:lnTo>
                    <a:pt x="8357074" y="2019272"/>
                  </a:lnTo>
                  <a:lnTo>
                    <a:pt x="8333772" y="1904502"/>
                  </a:lnTo>
                  <a:lnTo>
                    <a:pt x="8310391" y="1793755"/>
                  </a:lnTo>
                  <a:lnTo>
                    <a:pt x="8286893" y="1687135"/>
                  </a:lnTo>
                  <a:lnTo>
                    <a:pt x="8263237" y="1584711"/>
                  </a:lnTo>
                  <a:lnTo>
                    <a:pt x="8239372" y="1486513"/>
                  </a:lnTo>
                  <a:lnTo>
                    <a:pt x="8215239" y="1392541"/>
                  </a:lnTo>
                  <a:lnTo>
                    <a:pt x="8190772" y="1302761"/>
                  </a:lnTo>
                  <a:lnTo>
                    <a:pt x="8165891" y="1217114"/>
                  </a:lnTo>
                  <a:lnTo>
                    <a:pt x="8151487" y="1170100"/>
                  </a:lnTo>
                  <a:lnTo>
                    <a:pt x="8111465" y="1049212"/>
                  </a:lnTo>
                  <a:lnTo>
                    <a:pt x="8069726" y="938019"/>
                  </a:lnTo>
                  <a:lnTo>
                    <a:pt x="8025822" y="836240"/>
                  </a:lnTo>
                  <a:lnTo>
                    <a:pt x="7979261" y="743300"/>
                  </a:lnTo>
                  <a:lnTo>
                    <a:pt x="7929531" y="658479"/>
                  </a:lnTo>
                  <a:lnTo>
                    <a:pt x="7876119" y="581017"/>
                  </a:lnTo>
                  <a:lnTo>
                    <a:pt x="7818541" y="510175"/>
                  </a:lnTo>
                  <a:lnTo>
                    <a:pt x="7756375" y="445283"/>
                  </a:lnTo>
                  <a:lnTo>
                    <a:pt x="7689308" y="385757"/>
                  </a:lnTo>
                  <a:lnTo>
                    <a:pt x="7617194" y="331123"/>
                  </a:lnTo>
                  <a:lnTo>
                    <a:pt x="7540123" y="281017"/>
                  </a:lnTo>
                  <a:lnTo>
                    <a:pt x="7458507" y="235195"/>
                  </a:lnTo>
                  <a:lnTo>
                    <a:pt x="7373163" y="193522"/>
                  </a:lnTo>
                  <a:lnTo>
                    <a:pt x="7285374" y="155964"/>
                  </a:lnTo>
                  <a:lnTo>
                    <a:pt x="7196927" y="122562"/>
                  </a:lnTo>
                  <a:lnTo>
                    <a:pt x="7110069" y="93397"/>
                  </a:lnTo>
                  <a:lnTo>
                    <a:pt x="7027386" y="68544"/>
                  </a:lnTo>
                  <a:lnTo>
                    <a:pt x="6951573" y="48017"/>
                  </a:lnTo>
                  <a:lnTo>
                    <a:pt x="6885126" y="31723"/>
                  </a:lnTo>
                  <a:lnTo>
                    <a:pt x="6830009" y="19424"/>
                  </a:lnTo>
                  <a:lnTo>
                    <a:pt x="6787340" y="10727"/>
                  </a:lnTo>
                  <a:lnTo>
                    <a:pt x="6757198" y="5096"/>
                  </a:lnTo>
                  <a:lnTo>
                    <a:pt x="6738550" y="1894"/>
                  </a:lnTo>
                  <a:lnTo>
                    <a:pt x="6729319" y="434"/>
                  </a:lnTo>
                  <a:lnTo>
                    <a:pt x="6726505" y="22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139" y="98"/>
                  </a:lnTo>
                  <a:lnTo>
                    <a:pt x="5248740" y="799"/>
                  </a:lnTo>
                  <a:lnTo>
                    <a:pt x="5235004" y="2734"/>
                  </a:lnTo>
                  <a:lnTo>
                    <a:pt x="5210132" y="6550"/>
                  </a:lnTo>
                  <a:lnTo>
                    <a:pt x="5172423" y="12869"/>
                  </a:lnTo>
                  <a:lnTo>
                    <a:pt x="5121394" y="22238"/>
                  </a:lnTo>
                  <a:lnTo>
                    <a:pt x="5057773" y="35083"/>
                  </a:lnTo>
                  <a:lnTo>
                    <a:pt x="4983342" y="51688"/>
                  </a:lnTo>
                  <a:lnTo>
                    <a:pt x="4900625" y="72189"/>
                  </a:lnTo>
                  <a:lnTo>
                    <a:pt x="4812507" y="96603"/>
                  </a:lnTo>
                  <a:lnTo>
                    <a:pt x="4721864" y="124874"/>
                  </a:lnTo>
                  <a:lnTo>
                    <a:pt x="4631265" y="156925"/>
                  </a:lnTo>
                  <a:lnTo>
                    <a:pt x="4542795" y="192703"/>
                  </a:lnTo>
                  <a:lnTo>
                    <a:pt x="4457985" y="232221"/>
                  </a:lnTo>
                  <a:lnTo>
                    <a:pt x="4377828" y="275580"/>
                  </a:lnTo>
                  <a:lnTo>
                    <a:pt x="4302851" y="322989"/>
                  </a:lnTo>
                  <a:lnTo>
                    <a:pt x="4233206" y="374766"/>
                  </a:lnTo>
                  <a:lnTo>
                    <a:pt x="4168766" y="431338"/>
                  </a:lnTo>
                  <a:lnTo>
                    <a:pt x="4109209" y="493235"/>
                  </a:lnTo>
                  <a:lnTo>
                    <a:pt x="4054086" y="561076"/>
                  </a:lnTo>
                  <a:lnTo>
                    <a:pt x="4002874" y="635544"/>
                  </a:lnTo>
                  <a:lnTo>
                    <a:pt x="3955018" y="717345"/>
                  </a:lnTo>
                  <a:lnTo>
                    <a:pt x="3909962" y="807148"/>
                  </a:lnTo>
                  <a:lnTo>
                    <a:pt x="3867172" y="905482"/>
                  </a:lnTo>
                  <a:lnTo>
                    <a:pt x="3829811" y="1002554"/>
                  </a:lnTo>
                  <a:lnTo>
                    <a:pt x="3802748" y="1079565"/>
                  </a:lnTo>
                  <a:lnTo>
                    <a:pt x="3776214" y="1160640"/>
                  </a:lnTo>
                  <a:lnTo>
                    <a:pt x="3750104" y="1245857"/>
                  </a:lnTo>
                  <a:lnTo>
                    <a:pt x="3724330" y="1335262"/>
                  </a:lnTo>
                  <a:lnTo>
                    <a:pt x="3698815" y="1428868"/>
                  </a:lnTo>
                  <a:lnTo>
                    <a:pt x="3673494" y="1526648"/>
                  </a:lnTo>
                  <a:lnTo>
                    <a:pt x="3648314" y="1628536"/>
                  </a:lnTo>
                  <a:lnTo>
                    <a:pt x="3623227" y="1734422"/>
                  </a:lnTo>
                  <a:lnTo>
                    <a:pt x="3598197" y="1844155"/>
                  </a:lnTo>
                  <a:lnTo>
                    <a:pt x="3573194" y="1957537"/>
                  </a:lnTo>
                  <a:lnTo>
                    <a:pt x="3548197" y="2074324"/>
                  </a:lnTo>
                  <a:lnTo>
                    <a:pt x="3523189" y="2194232"/>
                  </a:lnTo>
                  <a:lnTo>
                    <a:pt x="3498160" y="2316932"/>
                  </a:lnTo>
                  <a:lnTo>
                    <a:pt x="3473105" y="2442058"/>
                  </a:lnTo>
                  <a:lnTo>
                    <a:pt x="3448022" y="2569208"/>
                  </a:lnTo>
                  <a:lnTo>
                    <a:pt x="3422914" y="2697952"/>
                  </a:lnTo>
                  <a:lnTo>
                    <a:pt x="3397787" y="2827833"/>
                  </a:lnTo>
                  <a:lnTo>
                    <a:pt x="3372648" y="2958380"/>
                  </a:lnTo>
                  <a:lnTo>
                    <a:pt x="3347506" y="3089111"/>
                  </a:lnTo>
                  <a:lnTo>
                    <a:pt x="3322369" y="3219538"/>
                  </a:lnTo>
                  <a:lnTo>
                    <a:pt x="3297246" y="3349183"/>
                  </a:lnTo>
                  <a:lnTo>
                    <a:pt x="3272144" y="3477576"/>
                  </a:lnTo>
                  <a:lnTo>
                    <a:pt x="3247068" y="3604267"/>
                  </a:lnTo>
                  <a:lnTo>
                    <a:pt x="3222019" y="3728832"/>
                  </a:lnTo>
                  <a:lnTo>
                    <a:pt x="3196996" y="3850877"/>
                  </a:lnTo>
                  <a:lnTo>
                    <a:pt x="3171992" y="3970046"/>
                  </a:lnTo>
                  <a:lnTo>
                    <a:pt x="3146996" y="4086020"/>
                  </a:lnTo>
                  <a:lnTo>
                    <a:pt x="3121989" y="4198524"/>
                  </a:lnTo>
                  <a:lnTo>
                    <a:pt x="3096948" y="4307327"/>
                  </a:lnTo>
                  <a:lnTo>
                    <a:pt x="3071842" y="4412242"/>
                  </a:lnTo>
                  <a:lnTo>
                    <a:pt x="3046631" y="4513127"/>
                  </a:lnTo>
                  <a:lnTo>
                    <a:pt x="3021268" y="4609884"/>
                  </a:lnTo>
                  <a:lnTo>
                    <a:pt x="2995696" y="4702457"/>
                  </a:lnTo>
                  <a:lnTo>
                    <a:pt x="2969847" y="4790829"/>
                  </a:lnTo>
                  <a:lnTo>
                    <a:pt x="2943641" y="4875021"/>
                  </a:lnTo>
                  <a:lnTo>
                    <a:pt x="2916987" y="4955087"/>
                  </a:lnTo>
                  <a:lnTo>
                    <a:pt x="2896531" y="5012772"/>
                  </a:lnTo>
                  <a:lnTo>
                    <a:pt x="2855384" y="5119087"/>
                  </a:lnTo>
                  <a:lnTo>
                    <a:pt x="2812411" y="5216635"/>
                  </a:lnTo>
                  <a:lnTo>
                    <a:pt x="2767124" y="5305691"/>
                  </a:lnTo>
                  <a:lnTo>
                    <a:pt x="2718988" y="5386800"/>
                  </a:lnTo>
                  <a:lnTo>
                    <a:pt x="2667445" y="5460640"/>
                  </a:lnTo>
                  <a:lnTo>
                    <a:pt x="2611942" y="5527917"/>
                  </a:lnTo>
                  <a:lnTo>
                    <a:pt x="2551961" y="5589309"/>
                  </a:lnTo>
                  <a:lnTo>
                    <a:pt x="2487062" y="5645428"/>
                  </a:lnTo>
                  <a:lnTo>
                    <a:pt x="2416937" y="5696794"/>
                  </a:lnTo>
                  <a:lnTo>
                    <a:pt x="2341481" y="5743825"/>
                  </a:lnTo>
                  <a:lnTo>
                    <a:pt x="2260875" y="5786831"/>
                  </a:lnTo>
                  <a:lnTo>
                    <a:pt x="2175686" y="5826008"/>
                  </a:lnTo>
                  <a:lnTo>
                    <a:pt x="2086952" y="5861450"/>
                  </a:lnTo>
                  <a:lnTo>
                    <a:pt x="1996255" y="5893162"/>
                  </a:lnTo>
                  <a:lnTo>
                    <a:pt x="1905729" y="5921088"/>
                  </a:lnTo>
                  <a:lnTo>
                    <a:pt x="1817978" y="5945150"/>
                  </a:lnTo>
                  <a:lnTo>
                    <a:pt x="1735894" y="5965297"/>
                  </a:lnTo>
                  <a:lnTo>
                    <a:pt x="1662344" y="5981554"/>
                  </a:lnTo>
                  <a:lnTo>
                    <a:pt x="1599802" y="5994072"/>
                  </a:lnTo>
                  <a:lnTo>
                    <a:pt x="1549963" y="6003145"/>
                  </a:lnTo>
                  <a:lnTo>
                    <a:pt x="1513453" y="6009214"/>
                  </a:lnTo>
                  <a:lnTo>
                    <a:pt x="1489674" y="6012834"/>
                  </a:lnTo>
                  <a:lnTo>
                    <a:pt x="1476821" y="6014631"/>
                  </a:lnTo>
                  <a:lnTo>
                    <a:pt x="1472004" y="6015252"/>
                  </a:lnTo>
                  <a:lnTo>
                    <a:pt x="1471387" y="6015326"/>
                  </a:lnTo>
                  <a:lnTo>
                    <a:pt x="0" y="6015326"/>
                  </a:lnTo>
                  <a:close/>
                </a:path>
              </a:pathLst>
            </a:custGeom>
            <a:solidFill>
              <a:srgbClr val="D9B26F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722" name="pl1722"/>
            <p:cNvSpPr/>
            <p:nvPr/>
          </p:nvSpPr>
          <p:spPr>
            <a:xfrm>
              <a:off x="4799595" y="3672090"/>
              <a:ext cx="11981298" cy="7020605"/>
            </a:xfrm>
            <a:custGeom>
              <a:avLst/>
              <a:pathLst>
                <a:path w="11981298" h="7020605">
                  <a:moveTo>
                    <a:pt x="0" y="6015326"/>
                  </a:moveTo>
                  <a:lnTo>
                    <a:pt x="1471387" y="6015326"/>
                  </a:lnTo>
                  <a:lnTo>
                    <a:pt x="1472203" y="6015228"/>
                  </a:lnTo>
                  <a:lnTo>
                    <a:pt x="1477602" y="6014527"/>
                  </a:lnTo>
                  <a:lnTo>
                    <a:pt x="1491338" y="6012592"/>
                  </a:lnTo>
                  <a:lnTo>
                    <a:pt x="1516211" y="6008776"/>
                  </a:lnTo>
                  <a:lnTo>
                    <a:pt x="1553919" y="6002457"/>
                  </a:lnTo>
                  <a:lnTo>
                    <a:pt x="1604948" y="5993088"/>
                  </a:lnTo>
                  <a:lnTo>
                    <a:pt x="1668569" y="5980242"/>
                  </a:lnTo>
                  <a:lnTo>
                    <a:pt x="1743000" y="5963638"/>
                  </a:lnTo>
                  <a:lnTo>
                    <a:pt x="1825717" y="5943137"/>
                  </a:lnTo>
                  <a:lnTo>
                    <a:pt x="1913835" y="5918723"/>
                  </a:lnTo>
                  <a:lnTo>
                    <a:pt x="2004478" y="5890452"/>
                  </a:lnTo>
                  <a:lnTo>
                    <a:pt x="2095077" y="5858401"/>
                  </a:lnTo>
                  <a:lnTo>
                    <a:pt x="2183547" y="5822623"/>
                  </a:lnTo>
                  <a:lnTo>
                    <a:pt x="2268357" y="5783105"/>
                  </a:lnTo>
                  <a:lnTo>
                    <a:pt x="2348514" y="5739746"/>
                  </a:lnTo>
                  <a:lnTo>
                    <a:pt x="2423491" y="5692337"/>
                  </a:lnTo>
                  <a:lnTo>
                    <a:pt x="2493136" y="5640560"/>
                  </a:lnTo>
                  <a:lnTo>
                    <a:pt x="2557576" y="5583988"/>
                  </a:lnTo>
                  <a:lnTo>
                    <a:pt x="2617133" y="5522091"/>
                  </a:lnTo>
                  <a:lnTo>
                    <a:pt x="2672256" y="5454249"/>
                  </a:lnTo>
                  <a:lnTo>
                    <a:pt x="2723469" y="5379782"/>
                  </a:lnTo>
                  <a:lnTo>
                    <a:pt x="2771324" y="5297981"/>
                  </a:lnTo>
                  <a:lnTo>
                    <a:pt x="2816381" y="5208178"/>
                  </a:lnTo>
                  <a:lnTo>
                    <a:pt x="2859170" y="5109843"/>
                  </a:lnTo>
                  <a:lnTo>
                    <a:pt x="2896531" y="5012772"/>
                  </a:lnTo>
                  <a:lnTo>
                    <a:pt x="2923594" y="4935760"/>
                  </a:lnTo>
                  <a:lnTo>
                    <a:pt x="2950128" y="4854686"/>
                  </a:lnTo>
                  <a:lnTo>
                    <a:pt x="2976238" y="4769469"/>
                  </a:lnTo>
                  <a:lnTo>
                    <a:pt x="3002012" y="4680063"/>
                  </a:lnTo>
                  <a:lnTo>
                    <a:pt x="3027527" y="4586458"/>
                  </a:lnTo>
                  <a:lnTo>
                    <a:pt x="3052848" y="4488678"/>
                  </a:lnTo>
                  <a:lnTo>
                    <a:pt x="3078029" y="4386790"/>
                  </a:lnTo>
                  <a:lnTo>
                    <a:pt x="3103115" y="4280903"/>
                  </a:lnTo>
                  <a:lnTo>
                    <a:pt x="3128145" y="4171171"/>
                  </a:lnTo>
                  <a:lnTo>
                    <a:pt x="3153148" y="4057789"/>
                  </a:lnTo>
                  <a:lnTo>
                    <a:pt x="3178145" y="3941001"/>
                  </a:lnTo>
                  <a:lnTo>
                    <a:pt x="3203153" y="3821094"/>
                  </a:lnTo>
                  <a:lnTo>
                    <a:pt x="3228182" y="3698393"/>
                  </a:lnTo>
                  <a:lnTo>
                    <a:pt x="3253237" y="3573268"/>
                  </a:lnTo>
                  <a:lnTo>
                    <a:pt x="3278320" y="3446117"/>
                  </a:lnTo>
                  <a:lnTo>
                    <a:pt x="3303428" y="3317374"/>
                  </a:lnTo>
                  <a:lnTo>
                    <a:pt x="3328555" y="3187492"/>
                  </a:lnTo>
                  <a:lnTo>
                    <a:pt x="3353694" y="3056945"/>
                  </a:lnTo>
                  <a:lnTo>
                    <a:pt x="3378836" y="2926215"/>
                  </a:lnTo>
                  <a:lnTo>
                    <a:pt x="3403973" y="2795787"/>
                  </a:lnTo>
                  <a:lnTo>
                    <a:pt x="3429096" y="2666143"/>
                  </a:lnTo>
                  <a:lnTo>
                    <a:pt x="3454198" y="2537750"/>
                  </a:lnTo>
                  <a:lnTo>
                    <a:pt x="3479274" y="2411059"/>
                  </a:lnTo>
                  <a:lnTo>
                    <a:pt x="3504323" y="2286494"/>
                  </a:lnTo>
                  <a:lnTo>
                    <a:pt x="3529346" y="2164449"/>
                  </a:lnTo>
                  <a:lnTo>
                    <a:pt x="3554350" y="2045280"/>
                  </a:lnTo>
                  <a:lnTo>
                    <a:pt x="3579347" y="1929306"/>
                  </a:lnTo>
                  <a:lnTo>
                    <a:pt x="3604353" y="1816802"/>
                  </a:lnTo>
                  <a:lnTo>
                    <a:pt x="3629394" y="1707999"/>
                  </a:lnTo>
                  <a:lnTo>
                    <a:pt x="3654501" y="1603084"/>
                  </a:lnTo>
                  <a:lnTo>
                    <a:pt x="3679711" y="1502199"/>
                  </a:lnTo>
                  <a:lnTo>
                    <a:pt x="3705074" y="1405442"/>
                  </a:lnTo>
                  <a:lnTo>
                    <a:pt x="3730646" y="1312869"/>
                  </a:lnTo>
                  <a:lnTo>
                    <a:pt x="3756496" y="1224497"/>
                  </a:lnTo>
                  <a:lnTo>
                    <a:pt x="3782701" y="1140305"/>
                  </a:lnTo>
                  <a:lnTo>
                    <a:pt x="3809355" y="1060238"/>
                  </a:lnTo>
                  <a:lnTo>
                    <a:pt x="3829811" y="1002554"/>
                  </a:lnTo>
                  <a:lnTo>
                    <a:pt x="3870958" y="896239"/>
                  </a:lnTo>
                  <a:lnTo>
                    <a:pt x="3913931" y="798691"/>
                  </a:lnTo>
                  <a:lnTo>
                    <a:pt x="3959218" y="709635"/>
                  </a:lnTo>
                  <a:lnTo>
                    <a:pt x="4007354" y="628525"/>
                  </a:lnTo>
                  <a:lnTo>
                    <a:pt x="4058897" y="554686"/>
                  </a:lnTo>
                  <a:lnTo>
                    <a:pt x="4114400" y="487409"/>
                  </a:lnTo>
                  <a:lnTo>
                    <a:pt x="4174381" y="426017"/>
                  </a:lnTo>
                  <a:lnTo>
                    <a:pt x="4239280" y="369898"/>
                  </a:lnTo>
                  <a:lnTo>
                    <a:pt x="4309405" y="318532"/>
                  </a:lnTo>
                  <a:lnTo>
                    <a:pt x="4384861" y="271501"/>
                  </a:lnTo>
                  <a:lnTo>
                    <a:pt x="4465467" y="228495"/>
                  </a:lnTo>
                  <a:lnTo>
                    <a:pt x="4550656" y="189318"/>
                  </a:lnTo>
                  <a:lnTo>
                    <a:pt x="4639390" y="153876"/>
                  </a:lnTo>
                  <a:lnTo>
                    <a:pt x="4730087" y="122164"/>
                  </a:lnTo>
                  <a:lnTo>
                    <a:pt x="4820613" y="94237"/>
                  </a:lnTo>
                  <a:lnTo>
                    <a:pt x="4908364" y="70175"/>
                  </a:lnTo>
                  <a:lnTo>
                    <a:pt x="4990448" y="50029"/>
                  </a:lnTo>
                  <a:lnTo>
                    <a:pt x="5063998" y="33772"/>
                  </a:lnTo>
                  <a:lnTo>
                    <a:pt x="5126540" y="21254"/>
                  </a:lnTo>
                  <a:lnTo>
                    <a:pt x="5176379" y="12180"/>
                  </a:lnTo>
                  <a:lnTo>
                    <a:pt x="5212889" y="6111"/>
                  </a:lnTo>
                  <a:lnTo>
                    <a:pt x="5236668" y="2491"/>
                  </a:lnTo>
                  <a:lnTo>
                    <a:pt x="5249521" y="694"/>
                  </a:lnTo>
                  <a:lnTo>
                    <a:pt x="5254338" y="74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095" y="105"/>
                  </a:lnTo>
                  <a:lnTo>
                    <a:pt x="6732086" y="859"/>
                  </a:lnTo>
                  <a:lnTo>
                    <a:pt x="6744807" y="2938"/>
                  </a:lnTo>
                  <a:lnTo>
                    <a:pt x="6767903" y="7040"/>
                  </a:lnTo>
                  <a:lnTo>
                    <a:pt x="6803042" y="13837"/>
                  </a:lnTo>
                  <a:lnTo>
                    <a:pt x="6850809" y="23931"/>
                  </a:lnTo>
                  <a:lnTo>
                    <a:pt x="6910689" y="37805"/>
                  </a:lnTo>
                  <a:lnTo>
                    <a:pt x="6981192" y="55788"/>
                  </a:lnTo>
                  <a:lnTo>
                    <a:pt x="7060099" y="78058"/>
                  </a:lnTo>
                  <a:lnTo>
                    <a:pt x="7144792" y="104659"/>
                  </a:lnTo>
                  <a:lnTo>
                    <a:pt x="7232588" y="135545"/>
                  </a:lnTo>
                  <a:lnTo>
                    <a:pt x="7321015" y="170634"/>
                  </a:lnTo>
                  <a:lnTo>
                    <a:pt x="7408004" y="209855"/>
                  </a:lnTo>
                  <a:lnTo>
                    <a:pt x="7491970" y="253194"/>
                  </a:lnTo>
                  <a:lnTo>
                    <a:pt x="7571824" y="300724"/>
                  </a:lnTo>
                  <a:lnTo>
                    <a:pt x="7646923" y="352622"/>
                  </a:lnTo>
                  <a:lnTo>
                    <a:pt x="7716995" y="409182"/>
                  </a:lnTo>
                  <a:lnTo>
                    <a:pt x="7782054" y="470811"/>
                  </a:lnTo>
                  <a:lnTo>
                    <a:pt x="7842322" y="538030"/>
                  </a:lnTo>
                  <a:lnTo>
                    <a:pt x="7898163" y="611460"/>
                  </a:lnTo>
                  <a:lnTo>
                    <a:pt x="7950028" y="691802"/>
                  </a:lnTo>
                  <a:lnTo>
                    <a:pt x="7998416" y="779811"/>
                  </a:lnTo>
                  <a:lnTo>
                    <a:pt x="8043842" y="876239"/>
                  </a:lnTo>
                  <a:lnTo>
                    <a:pt x="8086815" y="981763"/>
                  </a:lnTo>
                  <a:lnTo>
                    <a:pt x="8127810" y="1096861"/>
                  </a:lnTo>
                  <a:lnTo>
                    <a:pt x="8151487" y="1170100"/>
                  </a:lnTo>
                  <a:lnTo>
                    <a:pt x="8176642" y="1253429"/>
                  </a:lnTo>
                  <a:lnTo>
                    <a:pt x="8201335" y="1340844"/>
                  </a:lnTo>
                  <a:lnTo>
                    <a:pt x="8225650" y="1432419"/>
                  </a:lnTo>
                  <a:lnTo>
                    <a:pt x="8249660" y="1528206"/>
                  </a:lnTo>
                  <a:lnTo>
                    <a:pt x="8273428" y="1628222"/>
                  </a:lnTo>
                  <a:lnTo>
                    <a:pt x="8297011" y="1732456"/>
                  </a:lnTo>
                  <a:lnTo>
                    <a:pt x="8320453" y="1840860"/>
                  </a:lnTo>
                  <a:lnTo>
                    <a:pt x="8343797" y="1953352"/>
                  </a:lnTo>
                  <a:lnTo>
                    <a:pt x="8367073" y="2069809"/>
                  </a:lnTo>
                  <a:lnTo>
                    <a:pt x="8390311" y="2190073"/>
                  </a:lnTo>
                  <a:lnTo>
                    <a:pt x="8413530" y="2313946"/>
                  </a:lnTo>
                  <a:lnTo>
                    <a:pt x="8436749" y="2441191"/>
                  </a:lnTo>
                  <a:lnTo>
                    <a:pt x="8459979" y="2571532"/>
                  </a:lnTo>
                  <a:lnTo>
                    <a:pt x="8483228" y="2704659"/>
                  </a:lnTo>
                  <a:lnTo>
                    <a:pt x="8506499" y="2840227"/>
                  </a:lnTo>
                  <a:lnTo>
                    <a:pt x="8529794" y="2977862"/>
                  </a:lnTo>
                  <a:lnTo>
                    <a:pt x="8553111" y="3117163"/>
                  </a:lnTo>
                  <a:lnTo>
                    <a:pt x="8576446" y="3257709"/>
                  </a:lnTo>
                  <a:lnTo>
                    <a:pt x="8599793" y="3399060"/>
                  </a:lnTo>
                  <a:lnTo>
                    <a:pt x="8623146" y="3540767"/>
                  </a:lnTo>
                  <a:lnTo>
                    <a:pt x="8646497" y="3682376"/>
                  </a:lnTo>
                  <a:lnTo>
                    <a:pt x="8669840" y="3823436"/>
                  </a:lnTo>
                  <a:lnTo>
                    <a:pt x="8693168" y="3963499"/>
                  </a:lnTo>
                  <a:lnTo>
                    <a:pt x="8716476" y="4102135"/>
                  </a:lnTo>
                  <a:lnTo>
                    <a:pt x="8739761" y="4238929"/>
                  </a:lnTo>
                  <a:lnTo>
                    <a:pt x="8763022" y="4373492"/>
                  </a:lnTo>
                  <a:lnTo>
                    <a:pt x="8786262" y="4505462"/>
                  </a:lnTo>
                  <a:lnTo>
                    <a:pt x="8809486" y="4634508"/>
                  </a:lnTo>
                  <a:lnTo>
                    <a:pt x="8832703" y="4760334"/>
                  </a:lnTo>
                  <a:lnTo>
                    <a:pt x="8855928" y="4882683"/>
                  </a:lnTo>
                  <a:lnTo>
                    <a:pt x="8879180" y="5001333"/>
                  </a:lnTo>
                  <a:lnTo>
                    <a:pt x="8902481" y="5116103"/>
                  </a:lnTo>
                  <a:lnTo>
                    <a:pt x="8925863" y="5226850"/>
                  </a:lnTo>
                  <a:lnTo>
                    <a:pt x="8949360" y="5333469"/>
                  </a:lnTo>
                  <a:lnTo>
                    <a:pt x="8973016" y="5435894"/>
                  </a:lnTo>
                  <a:lnTo>
                    <a:pt x="8996881" y="5534092"/>
                  </a:lnTo>
                  <a:lnTo>
                    <a:pt x="9021014" y="5628064"/>
                  </a:lnTo>
                  <a:lnTo>
                    <a:pt x="9045482" y="5717843"/>
                  </a:lnTo>
                  <a:lnTo>
                    <a:pt x="9070362" y="5803490"/>
                  </a:lnTo>
                  <a:lnTo>
                    <a:pt x="9084767" y="5850504"/>
                  </a:lnTo>
                  <a:lnTo>
                    <a:pt x="9124788" y="5971392"/>
                  </a:lnTo>
                  <a:lnTo>
                    <a:pt x="9166527" y="6082586"/>
                  </a:lnTo>
                  <a:lnTo>
                    <a:pt x="9210432" y="6184365"/>
                  </a:lnTo>
                  <a:lnTo>
                    <a:pt x="9256992" y="6277305"/>
                  </a:lnTo>
                  <a:lnTo>
                    <a:pt x="9306722" y="6362125"/>
                  </a:lnTo>
                  <a:lnTo>
                    <a:pt x="9360134" y="6439588"/>
                  </a:lnTo>
                  <a:lnTo>
                    <a:pt x="9417712" y="6510429"/>
                  </a:lnTo>
                  <a:lnTo>
                    <a:pt x="9479878" y="6575322"/>
                  </a:lnTo>
                  <a:lnTo>
                    <a:pt x="9546945" y="6634847"/>
                  </a:lnTo>
                  <a:lnTo>
                    <a:pt x="9619060" y="6689482"/>
                  </a:lnTo>
                  <a:lnTo>
                    <a:pt x="9696130" y="6739587"/>
                  </a:lnTo>
                  <a:lnTo>
                    <a:pt x="9777746" y="6785410"/>
                  </a:lnTo>
                  <a:lnTo>
                    <a:pt x="9863091" y="6827083"/>
                  </a:lnTo>
                  <a:lnTo>
                    <a:pt x="9950879" y="6864640"/>
                  </a:lnTo>
                  <a:lnTo>
                    <a:pt x="10039327" y="6898042"/>
                  </a:lnTo>
                  <a:lnTo>
                    <a:pt x="10126184" y="6927207"/>
                  </a:lnTo>
                  <a:lnTo>
                    <a:pt x="10208867" y="6952061"/>
                  </a:lnTo>
                  <a:lnTo>
                    <a:pt x="10284680" y="6972588"/>
                  </a:lnTo>
                  <a:lnTo>
                    <a:pt x="10351127" y="6988882"/>
                  </a:lnTo>
                  <a:lnTo>
                    <a:pt x="10406245" y="7001180"/>
                  </a:lnTo>
                  <a:lnTo>
                    <a:pt x="10448913" y="7009878"/>
                  </a:lnTo>
                  <a:lnTo>
                    <a:pt x="10479056" y="7015509"/>
                  </a:lnTo>
                  <a:lnTo>
                    <a:pt x="10497703" y="7018710"/>
                  </a:lnTo>
                  <a:lnTo>
                    <a:pt x="10506935" y="7020171"/>
                  </a:lnTo>
                  <a:lnTo>
                    <a:pt x="10509748" y="7020583"/>
                  </a:lnTo>
                  <a:lnTo>
                    <a:pt x="10509911" y="7020605"/>
                  </a:lnTo>
                  <a:lnTo>
                    <a:pt x="11981298" y="702060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23" name="pl1723"/>
            <p:cNvSpPr/>
            <p:nvPr/>
          </p:nvSpPr>
          <p:spPr>
            <a:xfrm>
              <a:off x="4799595" y="3655744"/>
              <a:ext cx="11981298" cy="7020605"/>
            </a:xfrm>
            <a:custGeom>
              <a:avLst/>
              <a:pathLst>
                <a:path w="11981298" h="7020605">
                  <a:moveTo>
                    <a:pt x="11981298" y="7020605"/>
                  </a:moveTo>
                  <a:lnTo>
                    <a:pt x="10509911" y="7020605"/>
                  </a:lnTo>
                  <a:lnTo>
                    <a:pt x="10509158" y="7020499"/>
                  </a:lnTo>
                  <a:lnTo>
                    <a:pt x="10504167" y="7019746"/>
                  </a:lnTo>
                  <a:lnTo>
                    <a:pt x="10491446" y="7017667"/>
                  </a:lnTo>
                  <a:lnTo>
                    <a:pt x="10468350" y="7013565"/>
                  </a:lnTo>
                  <a:lnTo>
                    <a:pt x="10433211" y="7006768"/>
                  </a:lnTo>
                  <a:lnTo>
                    <a:pt x="10385445" y="6996673"/>
                  </a:lnTo>
                  <a:lnTo>
                    <a:pt x="10325564" y="6982800"/>
                  </a:lnTo>
                  <a:lnTo>
                    <a:pt x="10255061" y="6964817"/>
                  </a:lnTo>
                  <a:lnTo>
                    <a:pt x="10176154" y="6942547"/>
                  </a:lnTo>
                  <a:lnTo>
                    <a:pt x="10091461" y="6915946"/>
                  </a:lnTo>
                  <a:lnTo>
                    <a:pt x="10003665" y="6885059"/>
                  </a:lnTo>
                  <a:lnTo>
                    <a:pt x="9915238" y="6849971"/>
                  </a:lnTo>
                  <a:lnTo>
                    <a:pt x="9828249" y="6810750"/>
                  </a:lnTo>
                  <a:lnTo>
                    <a:pt x="9744283" y="6767411"/>
                  </a:lnTo>
                  <a:lnTo>
                    <a:pt x="9664430" y="6719881"/>
                  </a:lnTo>
                  <a:lnTo>
                    <a:pt x="9589330" y="6667983"/>
                  </a:lnTo>
                  <a:lnTo>
                    <a:pt x="9519258" y="6611423"/>
                  </a:lnTo>
                  <a:lnTo>
                    <a:pt x="9454199" y="6549794"/>
                  </a:lnTo>
                  <a:lnTo>
                    <a:pt x="9393931" y="6482574"/>
                  </a:lnTo>
                  <a:lnTo>
                    <a:pt x="9338090" y="6409145"/>
                  </a:lnTo>
                  <a:lnTo>
                    <a:pt x="9286226" y="6328802"/>
                  </a:lnTo>
                  <a:lnTo>
                    <a:pt x="9237838" y="6240794"/>
                  </a:lnTo>
                  <a:lnTo>
                    <a:pt x="9192411" y="6144366"/>
                  </a:lnTo>
                  <a:lnTo>
                    <a:pt x="9149438" y="6038842"/>
                  </a:lnTo>
                  <a:lnTo>
                    <a:pt x="9108443" y="5923744"/>
                  </a:lnTo>
                  <a:lnTo>
                    <a:pt x="9084767" y="5850504"/>
                  </a:lnTo>
                  <a:lnTo>
                    <a:pt x="9059611" y="5767175"/>
                  </a:lnTo>
                  <a:lnTo>
                    <a:pt x="9034918" y="5679761"/>
                  </a:lnTo>
                  <a:lnTo>
                    <a:pt x="9010603" y="5588185"/>
                  </a:lnTo>
                  <a:lnTo>
                    <a:pt x="8986593" y="5492399"/>
                  </a:lnTo>
                  <a:lnTo>
                    <a:pt x="8962825" y="5392382"/>
                  </a:lnTo>
                  <a:lnTo>
                    <a:pt x="8939243" y="5288148"/>
                  </a:lnTo>
                  <a:lnTo>
                    <a:pt x="8915800" y="5179744"/>
                  </a:lnTo>
                  <a:lnTo>
                    <a:pt x="8892457" y="5067253"/>
                  </a:lnTo>
                  <a:lnTo>
                    <a:pt x="8869180" y="4950796"/>
                  </a:lnTo>
                  <a:lnTo>
                    <a:pt x="8845943" y="4830531"/>
                  </a:lnTo>
                  <a:lnTo>
                    <a:pt x="8822723" y="4706658"/>
                  </a:lnTo>
                  <a:lnTo>
                    <a:pt x="8799504" y="4579414"/>
                  </a:lnTo>
                  <a:lnTo>
                    <a:pt x="8776274" y="4449073"/>
                  </a:lnTo>
                  <a:lnTo>
                    <a:pt x="8753026" y="4315946"/>
                  </a:lnTo>
                  <a:lnTo>
                    <a:pt x="8729754" y="4180378"/>
                  </a:lnTo>
                  <a:lnTo>
                    <a:pt x="8706459" y="4042743"/>
                  </a:lnTo>
                  <a:lnTo>
                    <a:pt x="8683142" y="3903441"/>
                  </a:lnTo>
                  <a:lnTo>
                    <a:pt x="8659807" y="3762896"/>
                  </a:lnTo>
                  <a:lnTo>
                    <a:pt x="8636460" y="3621545"/>
                  </a:lnTo>
                  <a:lnTo>
                    <a:pt x="8613107" y="3479838"/>
                  </a:lnTo>
                  <a:lnTo>
                    <a:pt x="8589756" y="3338228"/>
                  </a:lnTo>
                  <a:lnTo>
                    <a:pt x="8566413" y="3197169"/>
                  </a:lnTo>
                  <a:lnTo>
                    <a:pt x="8543086" y="3057105"/>
                  </a:lnTo>
                  <a:lnTo>
                    <a:pt x="8519778" y="2918470"/>
                  </a:lnTo>
                  <a:lnTo>
                    <a:pt x="8496493" y="2781675"/>
                  </a:lnTo>
                  <a:lnTo>
                    <a:pt x="8473231" y="2647112"/>
                  </a:lnTo>
                  <a:lnTo>
                    <a:pt x="8449991" y="2515143"/>
                  </a:lnTo>
                  <a:lnTo>
                    <a:pt x="8426768" y="2386097"/>
                  </a:lnTo>
                  <a:lnTo>
                    <a:pt x="8403550" y="2260270"/>
                  </a:lnTo>
                  <a:lnTo>
                    <a:pt x="8380325" y="2137922"/>
                  </a:lnTo>
                  <a:lnTo>
                    <a:pt x="8357074" y="2019272"/>
                  </a:lnTo>
                  <a:lnTo>
                    <a:pt x="8333772" y="1904502"/>
                  </a:lnTo>
                  <a:lnTo>
                    <a:pt x="8310391" y="1793755"/>
                  </a:lnTo>
                  <a:lnTo>
                    <a:pt x="8286893" y="1687135"/>
                  </a:lnTo>
                  <a:lnTo>
                    <a:pt x="8263237" y="1584711"/>
                  </a:lnTo>
                  <a:lnTo>
                    <a:pt x="8239372" y="1486513"/>
                  </a:lnTo>
                  <a:lnTo>
                    <a:pt x="8215239" y="1392541"/>
                  </a:lnTo>
                  <a:lnTo>
                    <a:pt x="8190772" y="1302761"/>
                  </a:lnTo>
                  <a:lnTo>
                    <a:pt x="8165891" y="1217114"/>
                  </a:lnTo>
                  <a:lnTo>
                    <a:pt x="8151487" y="1170100"/>
                  </a:lnTo>
                  <a:lnTo>
                    <a:pt x="8111465" y="1049212"/>
                  </a:lnTo>
                  <a:lnTo>
                    <a:pt x="8069726" y="938019"/>
                  </a:lnTo>
                  <a:lnTo>
                    <a:pt x="8025822" y="836240"/>
                  </a:lnTo>
                  <a:lnTo>
                    <a:pt x="7979261" y="743300"/>
                  </a:lnTo>
                  <a:lnTo>
                    <a:pt x="7929531" y="658479"/>
                  </a:lnTo>
                  <a:lnTo>
                    <a:pt x="7876119" y="581017"/>
                  </a:lnTo>
                  <a:lnTo>
                    <a:pt x="7818541" y="510175"/>
                  </a:lnTo>
                  <a:lnTo>
                    <a:pt x="7756375" y="445283"/>
                  </a:lnTo>
                  <a:lnTo>
                    <a:pt x="7689308" y="385757"/>
                  </a:lnTo>
                  <a:lnTo>
                    <a:pt x="7617194" y="331123"/>
                  </a:lnTo>
                  <a:lnTo>
                    <a:pt x="7540123" y="281017"/>
                  </a:lnTo>
                  <a:lnTo>
                    <a:pt x="7458507" y="235195"/>
                  </a:lnTo>
                  <a:lnTo>
                    <a:pt x="7373163" y="193522"/>
                  </a:lnTo>
                  <a:lnTo>
                    <a:pt x="7285374" y="155964"/>
                  </a:lnTo>
                  <a:lnTo>
                    <a:pt x="7196927" y="122562"/>
                  </a:lnTo>
                  <a:lnTo>
                    <a:pt x="7110069" y="93397"/>
                  </a:lnTo>
                  <a:lnTo>
                    <a:pt x="7027386" y="68544"/>
                  </a:lnTo>
                  <a:lnTo>
                    <a:pt x="6951573" y="48017"/>
                  </a:lnTo>
                  <a:lnTo>
                    <a:pt x="6885126" y="31723"/>
                  </a:lnTo>
                  <a:lnTo>
                    <a:pt x="6830009" y="19424"/>
                  </a:lnTo>
                  <a:lnTo>
                    <a:pt x="6787340" y="10727"/>
                  </a:lnTo>
                  <a:lnTo>
                    <a:pt x="6757198" y="5096"/>
                  </a:lnTo>
                  <a:lnTo>
                    <a:pt x="6738550" y="1894"/>
                  </a:lnTo>
                  <a:lnTo>
                    <a:pt x="6729319" y="434"/>
                  </a:lnTo>
                  <a:lnTo>
                    <a:pt x="6726505" y="22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139" y="98"/>
                  </a:lnTo>
                  <a:lnTo>
                    <a:pt x="5248740" y="799"/>
                  </a:lnTo>
                  <a:lnTo>
                    <a:pt x="5235004" y="2734"/>
                  </a:lnTo>
                  <a:lnTo>
                    <a:pt x="5210132" y="6550"/>
                  </a:lnTo>
                  <a:lnTo>
                    <a:pt x="5172423" y="12869"/>
                  </a:lnTo>
                  <a:lnTo>
                    <a:pt x="5121394" y="22238"/>
                  </a:lnTo>
                  <a:lnTo>
                    <a:pt x="5057773" y="35083"/>
                  </a:lnTo>
                  <a:lnTo>
                    <a:pt x="4983342" y="51688"/>
                  </a:lnTo>
                  <a:lnTo>
                    <a:pt x="4900625" y="72189"/>
                  </a:lnTo>
                  <a:lnTo>
                    <a:pt x="4812507" y="96603"/>
                  </a:lnTo>
                  <a:lnTo>
                    <a:pt x="4721864" y="124874"/>
                  </a:lnTo>
                  <a:lnTo>
                    <a:pt x="4631265" y="156925"/>
                  </a:lnTo>
                  <a:lnTo>
                    <a:pt x="4542795" y="192703"/>
                  </a:lnTo>
                  <a:lnTo>
                    <a:pt x="4457985" y="232221"/>
                  </a:lnTo>
                  <a:lnTo>
                    <a:pt x="4377828" y="275580"/>
                  </a:lnTo>
                  <a:lnTo>
                    <a:pt x="4302851" y="322989"/>
                  </a:lnTo>
                  <a:lnTo>
                    <a:pt x="4233206" y="374766"/>
                  </a:lnTo>
                  <a:lnTo>
                    <a:pt x="4168766" y="431338"/>
                  </a:lnTo>
                  <a:lnTo>
                    <a:pt x="4109209" y="493235"/>
                  </a:lnTo>
                  <a:lnTo>
                    <a:pt x="4054086" y="561076"/>
                  </a:lnTo>
                  <a:lnTo>
                    <a:pt x="4002874" y="635544"/>
                  </a:lnTo>
                  <a:lnTo>
                    <a:pt x="3955018" y="717345"/>
                  </a:lnTo>
                  <a:lnTo>
                    <a:pt x="3909962" y="807148"/>
                  </a:lnTo>
                  <a:lnTo>
                    <a:pt x="3867172" y="905482"/>
                  </a:lnTo>
                  <a:lnTo>
                    <a:pt x="3829811" y="1002554"/>
                  </a:lnTo>
                  <a:lnTo>
                    <a:pt x="3802748" y="1079565"/>
                  </a:lnTo>
                  <a:lnTo>
                    <a:pt x="3776214" y="1160640"/>
                  </a:lnTo>
                  <a:lnTo>
                    <a:pt x="3750104" y="1245857"/>
                  </a:lnTo>
                  <a:lnTo>
                    <a:pt x="3724330" y="1335262"/>
                  </a:lnTo>
                  <a:lnTo>
                    <a:pt x="3698815" y="1428868"/>
                  </a:lnTo>
                  <a:lnTo>
                    <a:pt x="3673494" y="1526648"/>
                  </a:lnTo>
                  <a:lnTo>
                    <a:pt x="3648314" y="1628536"/>
                  </a:lnTo>
                  <a:lnTo>
                    <a:pt x="3623227" y="1734422"/>
                  </a:lnTo>
                  <a:lnTo>
                    <a:pt x="3598197" y="1844155"/>
                  </a:lnTo>
                  <a:lnTo>
                    <a:pt x="3573194" y="1957537"/>
                  </a:lnTo>
                  <a:lnTo>
                    <a:pt x="3548197" y="2074324"/>
                  </a:lnTo>
                  <a:lnTo>
                    <a:pt x="3523189" y="2194232"/>
                  </a:lnTo>
                  <a:lnTo>
                    <a:pt x="3498160" y="2316932"/>
                  </a:lnTo>
                  <a:lnTo>
                    <a:pt x="3473105" y="2442058"/>
                  </a:lnTo>
                  <a:lnTo>
                    <a:pt x="3448022" y="2569208"/>
                  </a:lnTo>
                  <a:lnTo>
                    <a:pt x="3422914" y="2697952"/>
                  </a:lnTo>
                  <a:lnTo>
                    <a:pt x="3397787" y="2827833"/>
                  </a:lnTo>
                  <a:lnTo>
                    <a:pt x="3372648" y="2958380"/>
                  </a:lnTo>
                  <a:lnTo>
                    <a:pt x="3347506" y="3089111"/>
                  </a:lnTo>
                  <a:lnTo>
                    <a:pt x="3322369" y="3219538"/>
                  </a:lnTo>
                  <a:lnTo>
                    <a:pt x="3297246" y="3349183"/>
                  </a:lnTo>
                  <a:lnTo>
                    <a:pt x="3272144" y="3477576"/>
                  </a:lnTo>
                  <a:lnTo>
                    <a:pt x="3247068" y="3604267"/>
                  </a:lnTo>
                  <a:lnTo>
                    <a:pt x="3222019" y="3728832"/>
                  </a:lnTo>
                  <a:lnTo>
                    <a:pt x="3196996" y="3850877"/>
                  </a:lnTo>
                  <a:lnTo>
                    <a:pt x="3171992" y="3970046"/>
                  </a:lnTo>
                  <a:lnTo>
                    <a:pt x="3146996" y="4086020"/>
                  </a:lnTo>
                  <a:lnTo>
                    <a:pt x="3121989" y="4198524"/>
                  </a:lnTo>
                  <a:lnTo>
                    <a:pt x="3096948" y="4307327"/>
                  </a:lnTo>
                  <a:lnTo>
                    <a:pt x="3071842" y="4412242"/>
                  </a:lnTo>
                  <a:lnTo>
                    <a:pt x="3046631" y="4513127"/>
                  </a:lnTo>
                  <a:lnTo>
                    <a:pt x="3021268" y="4609884"/>
                  </a:lnTo>
                  <a:lnTo>
                    <a:pt x="2995696" y="4702457"/>
                  </a:lnTo>
                  <a:lnTo>
                    <a:pt x="2969847" y="4790829"/>
                  </a:lnTo>
                  <a:lnTo>
                    <a:pt x="2943641" y="4875021"/>
                  </a:lnTo>
                  <a:lnTo>
                    <a:pt x="2916987" y="4955087"/>
                  </a:lnTo>
                  <a:lnTo>
                    <a:pt x="2896531" y="5012772"/>
                  </a:lnTo>
                  <a:lnTo>
                    <a:pt x="2855384" y="5119087"/>
                  </a:lnTo>
                  <a:lnTo>
                    <a:pt x="2812411" y="5216635"/>
                  </a:lnTo>
                  <a:lnTo>
                    <a:pt x="2767124" y="5305691"/>
                  </a:lnTo>
                  <a:lnTo>
                    <a:pt x="2718988" y="5386800"/>
                  </a:lnTo>
                  <a:lnTo>
                    <a:pt x="2667445" y="5460640"/>
                  </a:lnTo>
                  <a:lnTo>
                    <a:pt x="2611942" y="5527917"/>
                  </a:lnTo>
                  <a:lnTo>
                    <a:pt x="2551961" y="5589309"/>
                  </a:lnTo>
                  <a:lnTo>
                    <a:pt x="2487062" y="5645428"/>
                  </a:lnTo>
                  <a:lnTo>
                    <a:pt x="2416937" y="5696794"/>
                  </a:lnTo>
                  <a:lnTo>
                    <a:pt x="2341481" y="5743825"/>
                  </a:lnTo>
                  <a:lnTo>
                    <a:pt x="2260875" y="5786831"/>
                  </a:lnTo>
                  <a:lnTo>
                    <a:pt x="2175686" y="5826008"/>
                  </a:lnTo>
                  <a:lnTo>
                    <a:pt x="2086952" y="5861450"/>
                  </a:lnTo>
                  <a:lnTo>
                    <a:pt x="1996255" y="5893162"/>
                  </a:lnTo>
                  <a:lnTo>
                    <a:pt x="1905729" y="5921088"/>
                  </a:lnTo>
                  <a:lnTo>
                    <a:pt x="1817978" y="5945150"/>
                  </a:lnTo>
                  <a:lnTo>
                    <a:pt x="1735894" y="5965297"/>
                  </a:lnTo>
                  <a:lnTo>
                    <a:pt x="1662344" y="5981554"/>
                  </a:lnTo>
                  <a:lnTo>
                    <a:pt x="1599802" y="5994072"/>
                  </a:lnTo>
                  <a:lnTo>
                    <a:pt x="1549963" y="6003145"/>
                  </a:lnTo>
                  <a:lnTo>
                    <a:pt x="1513453" y="6009214"/>
                  </a:lnTo>
                  <a:lnTo>
                    <a:pt x="1489674" y="6012834"/>
                  </a:lnTo>
                  <a:lnTo>
                    <a:pt x="1476821" y="6014631"/>
                  </a:lnTo>
                  <a:lnTo>
                    <a:pt x="1472004" y="6015252"/>
                  </a:lnTo>
                  <a:lnTo>
                    <a:pt x="1471387" y="6015326"/>
                  </a:lnTo>
                  <a:lnTo>
                    <a:pt x="0" y="601532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24" name="pg1724"/>
            <p:cNvSpPr/>
            <p:nvPr/>
          </p:nvSpPr>
          <p:spPr>
            <a:xfrm>
              <a:off x="4799595" y="5772551"/>
              <a:ext cx="11981298" cy="4209094"/>
            </a:xfrm>
            <a:custGeom>
              <a:avLst/>
              <a:pathLst>
                <a:path w="11981298" h="4209094">
                  <a:moveTo>
                    <a:pt x="0" y="4209094"/>
                  </a:moveTo>
                  <a:lnTo>
                    <a:pt x="1471387" y="4209094"/>
                  </a:lnTo>
                  <a:lnTo>
                    <a:pt x="1472317" y="4209015"/>
                  </a:lnTo>
                  <a:lnTo>
                    <a:pt x="1478459" y="4208455"/>
                  </a:lnTo>
                  <a:lnTo>
                    <a:pt x="1494031" y="4206907"/>
                  </a:lnTo>
                  <a:lnTo>
                    <a:pt x="1522095" y="4203857"/>
                  </a:lnTo>
                  <a:lnTo>
                    <a:pt x="1564379" y="4198815"/>
                  </a:lnTo>
                  <a:lnTo>
                    <a:pt x="1621147" y="4191362"/>
                  </a:lnTo>
                  <a:lnTo>
                    <a:pt x="1691241" y="4181186"/>
                  </a:lnTo>
                  <a:lnTo>
                    <a:pt x="1772337" y="4168095"/>
                  </a:lnTo>
                  <a:lnTo>
                    <a:pt x="1861362" y="4152017"/>
                  </a:lnTo>
                  <a:lnTo>
                    <a:pt x="1954982" y="4132965"/>
                  </a:lnTo>
                  <a:lnTo>
                    <a:pt x="2050030" y="4110994"/>
                  </a:lnTo>
                  <a:lnTo>
                    <a:pt x="2143819" y="4086163"/>
                  </a:lnTo>
                  <a:lnTo>
                    <a:pt x="2234294" y="4058488"/>
                  </a:lnTo>
                  <a:lnTo>
                    <a:pt x="2320063" y="4027921"/>
                  </a:lnTo>
                  <a:lnTo>
                    <a:pt x="2400329" y="3994328"/>
                  </a:lnTo>
                  <a:lnTo>
                    <a:pt x="2474782" y="3957487"/>
                  </a:lnTo>
                  <a:lnTo>
                    <a:pt x="2543485" y="3917080"/>
                  </a:lnTo>
                  <a:lnTo>
                    <a:pt x="2606758" y="3872704"/>
                  </a:lnTo>
                  <a:lnTo>
                    <a:pt x="2665088" y="3823880"/>
                  </a:lnTo>
                  <a:lnTo>
                    <a:pt x="2719064" y="3770068"/>
                  </a:lnTo>
                  <a:lnTo>
                    <a:pt x="2769316" y="3710705"/>
                  </a:lnTo>
                  <a:lnTo>
                    <a:pt x="2816481" y="3645255"/>
                  </a:lnTo>
                  <a:lnTo>
                    <a:pt x="2861169" y="3573292"/>
                  </a:lnTo>
                  <a:lnTo>
                    <a:pt x="2896531" y="3508940"/>
                  </a:lnTo>
                  <a:lnTo>
                    <a:pt x="2928433" y="3445122"/>
                  </a:lnTo>
                  <a:lnTo>
                    <a:pt x="2959624" y="3377330"/>
                  </a:lnTo>
                  <a:lnTo>
                    <a:pt x="2990270" y="3305484"/>
                  </a:lnTo>
                  <a:lnTo>
                    <a:pt x="3020507" y="3229550"/>
                  </a:lnTo>
                  <a:lnTo>
                    <a:pt x="3050449" y="3149539"/>
                  </a:lnTo>
                  <a:lnTo>
                    <a:pt x="3080190" y="3065521"/>
                  </a:lnTo>
                  <a:lnTo>
                    <a:pt x="3109803" y="2977621"/>
                  </a:lnTo>
                  <a:lnTo>
                    <a:pt x="3139349" y="2886022"/>
                  </a:lnTo>
                  <a:lnTo>
                    <a:pt x="3168871" y="2790971"/>
                  </a:lnTo>
                  <a:lnTo>
                    <a:pt x="3198400" y="2692774"/>
                  </a:lnTo>
                  <a:lnTo>
                    <a:pt x="3227957" y="2591795"/>
                  </a:lnTo>
                  <a:lnTo>
                    <a:pt x="3257550" y="2488451"/>
                  </a:lnTo>
                  <a:lnTo>
                    <a:pt x="3287181" y="2383206"/>
                  </a:lnTo>
                  <a:lnTo>
                    <a:pt x="3316844" y="2276564"/>
                  </a:lnTo>
                  <a:lnTo>
                    <a:pt x="3346529" y="2169059"/>
                  </a:lnTo>
                  <a:lnTo>
                    <a:pt x="3376222" y="2061240"/>
                  </a:lnTo>
                  <a:lnTo>
                    <a:pt x="3405909" y="1953667"/>
                  </a:lnTo>
                  <a:lnTo>
                    <a:pt x="3435575" y="1846892"/>
                  </a:lnTo>
                  <a:lnTo>
                    <a:pt x="3465211" y="1741451"/>
                  </a:lnTo>
                  <a:lnTo>
                    <a:pt x="3494809" y="1637851"/>
                  </a:lnTo>
                  <a:lnTo>
                    <a:pt x="3524369" y="1536563"/>
                  </a:lnTo>
                  <a:lnTo>
                    <a:pt x="3553901" y="1438009"/>
                  </a:lnTo>
                  <a:lnTo>
                    <a:pt x="3583423" y="1342560"/>
                  </a:lnTo>
                  <a:lnTo>
                    <a:pt x="3612964" y="1250530"/>
                  </a:lnTo>
                  <a:lnTo>
                    <a:pt x="3642566" y="1162171"/>
                  </a:lnTo>
                  <a:lnTo>
                    <a:pt x="3672287" y="1077676"/>
                  </a:lnTo>
                  <a:lnTo>
                    <a:pt x="3702200" y="997176"/>
                  </a:lnTo>
                  <a:lnTo>
                    <a:pt x="3732396" y="920747"/>
                  </a:lnTo>
                  <a:lnTo>
                    <a:pt x="3762986" y="848408"/>
                  </a:lnTo>
                  <a:lnTo>
                    <a:pt x="3794103" y="780129"/>
                  </a:lnTo>
                  <a:lnTo>
                    <a:pt x="3825909" y="715836"/>
                  </a:lnTo>
                  <a:lnTo>
                    <a:pt x="3829811" y="708326"/>
                  </a:lnTo>
                  <a:lnTo>
                    <a:pt x="3872873" y="630843"/>
                  </a:lnTo>
                  <a:lnTo>
                    <a:pt x="3917954" y="560046"/>
                  </a:lnTo>
                  <a:lnTo>
                    <a:pt x="3965617" y="495701"/>
                  </a:lnTo>
                  <a:lnTo>
                    <a:pt x="4016476" y="437355"/>
                  </a:lnTo>
                  <a:lnTo>
                    <a:pt x="4071172" y="384460"/>
                  </a:lnTo>
                  <a:lnTo>
                    <a:pt x="4130331" y="336455"/>
                  </a:lnTo>
                  <a:lnTo>
                    <a:pt x="4194527" y="292810"/>
                  </a:lnTo>
                  <a:lnTo>
                    <a:pt x="4264223" y="253057"/>
                  </a:lnTo>
                  <a:lnTo>
                    <a:pt x="4339703" y="216806"/>
                  </a:lnTo>
                  <a:lnTo>
                    <a:pt x="4420970" y="183759"/>
                  </a:lnTo>
                  <a:lnTo>
                    <a:pt x="4507639" y="153707"/>
                  </a:lnTo>
                  <a:lnTo>
                    <a:pt x="4598817" y="126533"/>
                  </a:lnTo>
                  <a:lnTo>
                    <a:pt x="4692994" y="102202"/>
                  </a:lnTo>
                  <a:lnTo>
                    <a:pt x="4788002" y="80740"/>
                  </a:lnTo>
                  <a:lnTo>
                    <a:pt x="4881053" y="62207"/>
                  </a:lnTo>
                  <a:lnTo>
                    <a:pt x="4968926" y="46655"/>
                  </a:lnTo>
                  <a:lnTo>
                    <a:pt x="5048295" y="34085"/>
                  </a:lnTo>
                  <a:lnTo>
                    <a:pt x="5116188" y="24404"/>
                  </a:lnTo>
                  <a:lnTo>
                    <a:pt x="5170455" y="17401"/>
                  </a:lnTo>
                  <a:lnTo>
                    <a:pt x="5210179" y="12742"/>
                  </a:lnTo>
                  <a:lnTo>
                    <a:pt x="5235882" y="9993"/>
                  </a:lnTo>
                  <a:lnTo>
                    <a:pt x="5249540" y="8656"/>
                  </a:lnTo>
                  <a:lnTo>
                    <a:pt x="5254429" y="8216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438" y="8253"/>
                  </a:lnTo>
                  <a:lnTo>
                    <a:pt x="6734648" y="8825"/>
                  </a:lnTo>
                  <a:lnTo>
                    <a:pt x="6752842" y="10408"/>
                  </a:lnTo>
                  <a:lnTo>
                    <a:pt x="6785423" y="13525"/>
                  </a:lnTo>
                  <a:lnTo>
                    <a:pt x="6834091" y="18663"/>
                  </a:lnTo>
                  <a:lnTo>
                    <a:pt x="6898714" y="26225"/>
                  </a:lnTo>
                  <a:lnTo>
                    <a:pt x="6977453" y="36492"/>
                  </a:lnTo>
                  <a:lnTo>
                    <a:pt x="7067179" y="49612"/>
                  </a:lnTo>
                  <a:lnTo>
                    <a:pt x="7164067" y="65616"/>
                  </a:lnTo>
                  <a:lnTo>
                    <a:pt x="7264225" y="84466"/>
                  </a:lnTo>
                  <a:lnTo>
                    <a:pt x="7364190" y="106099"/>
                  </a:lnTo>
                  <a:lnTo>
                    <a:pt x="7461227" y="130477"/>
                  </a:lnTo>
                  <a:lnTo>
                    <a:pt x="7553425" y="157625"/>
                  </a:lnTo>
                  <a:lnTo>
                    <a:pt x="7639650" y="187653"/>
                  </a:lnTo>
                  <a:lnTo>
                    <a:pt x="7719416" y="220767"/>
                  </a:lnTo>
                  <a:lnTo>
                    <a:pt x="7792730" y="257275"/>
                  </a:lnTo>
                  <a:lnTo>
                    <a:pt x="7859937" y="297577"/>
                  </a:lnTo>
                  <a:lnTo>
                    <a:pt x="7921605" y="342161"/>
                  </a:lnTo>
                  <a:lnTo>
                    <a:pt x="7978426" y="391573"/>
                  </a:lnTo>
                  <a:lnTo>
                    <a:pt x="8031146" y="446389"/>
                  </a:lnTo>
                  <a:lnTo>
                    <a:pt x="8080517" y="507148"/>
                  </a:lnTo>
                  <a:lnTo>
                    <a:pt x="8127247" y="574250"/>
                  </a:lnTo>
                  <a:lnTo>
                    <a:pt x="8151487" y="612974"/>
                  </a:lnTo>
                  <a:lnTo>
                    <a:pt x="8185498" y="671916"/>
                  </a:lnTo>
                  <a:lnTo>
                    <a:pt x="8218714" y="734772"/>
                  </a:lnTo>
                  <a:lnTo>
                    <a:pt x="8251331" y="801620"/>
                  </a:lnTo>
                  <a:lnTo>
                    <a:pt x="8283511" y="872491"/>
                  </a:lnTo>
                  <a:lnTo>
                    <a:pt x="8315385" y="947357"/>
                  </a:lnTo>
                  <a:lnTo>
                    <a:pt x="8347059" y="1026129"/>
                  </a:lnTo>
                  <a:lnTo>
                    <a:pt x="8378619" y="1108652"/>
                  </a:lnTo>
                  <a:lnTo>
                    <a:pt x="8410126" y="1194706"/>
                  </a:lnTo>
                  <a:lnTo>
                    <a:pt x="8441627" y="1283999"/>
                  </a:lnTo>
                  <a:lnTo>
                    <a:pt x="8473152" y="1376177"/>
                  </a:lnTo>
                  <a:lnTo>
                    <a:pt x="8504715" y="1470821"/>
                  </a:lnTo>
                  <a:lnTo>
                    <a:pt x="8536322" y="1567458"/>
                  </a:lnTo>
                  <a:lnTo>
                    <a:pt x="8567968" y="1665568"/>
                  </a:lnTo>
                  <a:lnTo>
                    <a:pt x="8599639" y="1764597"/>
                  </a:lnTo>
                  <a:lnTo>
                    <a:pt x="8631321" y="1863967"/>
                  </a:lnTo>
                  <a:lnTo>
                    <a:pt x="8662996" y="1963093"/>
                  </a:lnTo>
                  <a:lnTo>
                    <a:pt x="8694647" y="2061396"/>
                  </a:lnTo>
                  <a:lnTo>
                    <a:pt x="8726261" y="2158316"/>
                  </a:lnTo>
                  <a:lnTo>
                    <a:pt x="8757831" y="2253328"/>
                  </a:lnTo>
                  <a:lnTo>
                    <a:pt x="8789362" y="2345948"/>
                  </a:lnTo>
                  <a:lnTo>
                    <a:pt x="8820865" y="2435750"/>
                  </a:lnTo>
                  <a:lnTo>
                    <a:pt x="8852369" y="2522367"/>
                  </a:lnTo>
                  <a:lnTo>
                    <a:pt x="8883916" y="2605497"/>
                  </a:lnTo>
                  <a:lnTo>
                    <a:pt x="8915566" y="2684908"/>
                  </a:lnTo>
                  <a:lnTo>
                    <a:pt x="8947400" y="2760434"/>
                  </a:lnTo>
                  <a:lnTo>
                    <a:pt x="8979520" y="2831976"/>
                  </a:lnTo>
                  <a:lnTo>
                    <a:pt x="9012053" y="2899496"/>
                  </a:lnTo>
                  <a:lnTo>
                    <a:pt x="9045157" y="2963015"/>
                  </a:lnTo>
                  <a:lnTo>
                    <a:pt x="9079020" y="3022603"/>
                  </a:lnTo>
                  <a:lnTo>
                    <a:pt x="9084767" y="3032182"/>
                  </a:lnTo>
                  <a:lnTo>
                    <a:pt x="9130343" y="3102760"/>
                  </a:lnTo>
                  <a:lnTo>
                    <a:pt x="9178211" y="3166892"/>
                  </a:lnTo>
                  <a:lnTo>
                    <a:pt x="9229041" y="3224840"/>
                  </a:lnTo>
                  <a:lnTo>
                    <a:pt x="9283564" y="3277084"/>
                  </a:lnTo>
                  <a:lnTo>
                    <a:pt x="9342537" y="3324191"/>
                  </a:lnTo>
                  <a:lnTo>
                    <a:pt x="9406688" y="3366729"/>
                  </a:lnTo>
                  <a:lnTo>
                    <a:pt x="9476661" y="3405220"/>
                  </a:lnTo>
                  <a:lnTo>
                    <a:pt x="9552935" y="3440113"/>
                  </a:lnTo>
                  <a:lnTo>
                    <a:pt x="9635715" y="3471767"/>
                  </a:lnTo>
                  <a:lnTo>
                    <a:pt x="9724800" y="3500442"/>
                  </a:lnTo>
                  <a:lnTo>
                    <a:pt x="9819422" y="3526301"/>
                  </a:lnTo>
                  <a:lnTo>
                    <a:pt x="9918102" y="3549410"/>
                  </a:lnTo>
                  <a:lnTo>
                    <a:pt x="10018546" y="3569762"/>
                  </a:lnTo>
                  <a:lnTo>
                    <a:pt x="10117656" y="3587303"/>
                  </a:lnTo>
                  <a:lnTo>
                    <a:pt x="10211723" y="3601974"/>
                  </a:lnTo>
                  <a:lnTo>
                    <a:pt x="10296813" y="3613763"/>
                  </a:lnTo>
                  <a:lnTo>
                    <a:pt x="10369344" y="3622752"/>
                  </a:lnTo>
                  <a:lnTo>
                    <a:pt x="10426716" y="3629150"/>
                  </a:lnTo>
                  <a:lnTo>
                    <a:pt x="10467846" y="3633297"/>
                  </a:lnTo>
                  <a:lnTo>
                    <a:pt x="10493450" y="3635640"/>
                  </a:lnTo>
                  <a:lnTo>
                    <a:pt x="10506044" y="3636689"/>
                  </a:lnTo>
                  <a:lnTo>
                    <a:pt x="10509736" y="3636971"/>
                  </a:lnTo>
                  <a:lnTo>
                    <a:pt x="10509911" y="3636984"/>
                  </a:lnTo>
                  <a:lnTo>
                    <a:pt x="11981298" y="3636984"/>
                  </a:lnTo>
                  <a:lnTo>
                    <a:pt x="11981298" y="3628811"/>
                  </a:lnTo>
                  <a:lnTo>
                    <a:pt x="10509911" y="3628811"/>
                  </a:lnTo>
                  <a:lnTo>
                    <a:pt x="10508815" y="3628730"/>
                  </a:lnTo>
                  <a:lnTo>
                    <a:pt x="10501606" y="3628158"/>
                  </a:lnTo>
                  <a:lnTo>
                    <a:pt x="10483412" y="3626575"/>
                  </a:lnTo>
                  <a:lnTo>
                    <a:pt x="10450831" y="3623458"/>
                  </a:lnTo>
                  <a:lnTo>
                    <a:pt x="10402162" y="3618320"/>
                  </a:lnTo>
                  <a:lnTo>
                    <a:pt x="10337539" y="3610758"/>
                  </a:lnTo>
                  <a:lnTo>
                    <a:pt x="10258800" y="3600491"/>
                  </a:lnTo>
                  <a:lnTo>
                    <a:pt x="10169075" y="3587372"/>
                  </a:lnTo>
                  <a:lnTo>
                    <a:pt x="10072187" y="3571367"/>
                  </a:lnTo>
                  <a:lnTo>
                    <a:pt x="9972028" y="3552517"/>
                  </a:lnTo>
                  <a:lnTo>
                    <a:pt x="9872063" y="3530885"/>
                  </a:lnTo>
                  <a:lnTo>
                    <a:pt x="9775026" y="3506506"/>
                  </a:lnTo>
                  <a:lnTo>
                    <a:pt x="9682828" y="3479358"/>
                  </a:lnTo>
                  <a:lnTo>
                    <a:pt x="9596603" y="3449330"/>
                  </a:lnTo>
                  <a:lnTo>
                    <a:pt x="9516837" y="3416216"/>
                  </a:lnTo>
                  <a:lnTo>
                    <a:pt x="9443524" y="3379708"/>
                  </a:lnTo>
                  <a:lnTo>
                    <a:pt x="9376317" y="3339406"/>
                  </a:lnTo>
                  <a:lnTo>
                    <a:pt x="9314648" y="3294823"/>
                  </a:lnTo>
                  <a:lnTo>
                    <a:pt x="9257828" y="3245410"/>
                  </a:lnTo>
                  <a:lnTo>
                    <a:pt x="9205107" y="3190594"/>
                  </a:lnTo>
                  <a:lnTo>
                    <a:pt x="9155736" y="3129835"/>
                  </a:lnTo>
                  <a:lnTo>
                    <a:pt x="9109006" y="3062733"/>
                  </a:lnTo>
                  <a:lnTo>
                    <a:pt x="9084767" y="3024009"/>
                  </a:lnTo>
                  <a:lnTo>
                    <a:pt x="9050755" y="2965067"/>
                  </a:lnTo>
                  <a:lnTo>
                    <a:pt x="9017539" y="2902212"/>
                  </a:lnTo>
                  <a:lnTo>
                    <a:pt x="8984922" y="2835363"/>
                  </a:lnTo>
                  <a:lnTo>
                    <a:pt x="8952743" y="2764492"/>
                  </a:lnTo>
                  <a:lnTo>
                    <a:pt x="8920869" y="2689626"/>
                  </a:lnTo>
                  <a:lnTo>
                    <a:pt x="8889194" y="2610854"/>
                  </a:lnTo>
                  <a:lnTo>
                    <a:pt x="8857634" y="2528331"/>
                  </a:lnTo>
                  <a:lnTo>
                    <a:pt x="8826127" y="2442278"/>
                  </a:lnTo>
                  <a:lnTo>
                    <a:pt x="8794626" y="2352984"/>
                  </a:lnTo>
                  <a:lnTo>
                    <a:pt x="8763101" y="2260806"/>
                  </a:lnTo>
                  <a:lnTo>
                    <a:pt x="8731538" y="2166162"/>
                  </a:lnTo>
                  <a:lnTo>
                    <a:pt x="8699931" y="2069525"/>
                  </a:lnTo>
                  <a:lnTo>
                    <a:pt x="8668286" y="1971415"/>
                  </a:lnTo>
                  <a:lnTo>
                    <a:pt x="8636614" y="1872386"/>
                  </a:lnTo>
                  <a:lnTo>
                    <a:pt x="8604932" y="1773016"/>
                  </a:lnTo>
                  <a:lnTo>
                    <a:pt x="8573257" y="1673890"/>
                  </a:lnTo>
                  <a:lnTo>
                    <a:pt x="8541607" y="1575587"/>
                  </a:lnTo>
                  <a:lnTo>
                    <a:pt x="8509993" y="1478667"/>
                  </a:lnTo>
                  <a:lnTo>
                    <a:pt x="8478422" y="1383656"/>
                  </a:lnTo>
                  <a:lnTo>
                    <a:pt x="8446892" y="1291035"/>
                  </a:lnTo>
                  <a:lnTo>
                    <a:pt x="8415388" y="1201233"/>
                  </a:lnTo>
                  <a:lnTo>
                    <a:pt x="8383884" y="1114616"/>
                  </a:lnTo>
                  <a:lnTo>
                    <a:pt x="8352338" y="1031486"/>
                  </a:lnTo>
                  <a:lnTo>
                    <a:pt x="8320687" y="952075"/>
                  </a:lnTo>
                  <a:lnTo>
                    <a:pt x="8288853" y="876549"/>
                  </a:lnTo>
                  <a:lnTo>
                    <a:pt x="8256734" y="805007"/>
                  </a:lnTo>
                  <a:lnTo>
                    <a:pt x="8224200" y="737487"/>
                  </a:lnTo>
                  <a:lnTo>
                    <a:pt x="8191096" y="673969"/>
                  </a:lnTo>
                  <a:lnTo>
                    <a:pt x="8157233" y="614381"/>
                  </a:lnTo>
                  <a:lnTo>
                    <a:pt x="8151487" y="604801"/>
                  </a:lnTo>
                  <a:lnTo>
                    <a:pt x="8105910" y="534223"/>
                  </a:lnTo>
                  <a:lnTo>
                    <a:pt x="8058042" y="470092"/>
                  </a:lnTo>
                  <a:lnTo>
                    <a:pt x="8007213" y="412144"/>
                  </a:lnTo>
                  <a:lnTo>
                    <a:pt x="7952689" y="359899"/>
                  </a:lnTo>
                  <a:lnTo>
                    <a:pt x="7893716" y="312792"/>
                  </a:lnTo>
                  <a:lnTo>
                    <a:pt x="7829565" y="270255"/>
                  </a:lnTo>
                  <a:lnTo>
                    <a:pt x="7759592" y="231764"/>
                  </a:lnTo>
                  <a:lnTo>
                    <a:pt x="7683318" y="196871"/>
                  </a:lnTo>
                  <a:lnTo>
                    <a:pt x="7600538" y="165216"/>
                  </a:lnTo>
                  <a:lnTo>
                    <a:pt x="7511453" y="136541"/>
                  </a:lnTo>
                  <a:lnTo>
                    <a:pt x="7416831" y="110682"/>
                  </a:lnTo>
                  <a:lnTo>
                    <a:pt x="7318151" y="87573"/>
                  </a:lnTo>
                  <a:lnTo>
                    <a:pt x="7217708" y="67221"/>
                  </a:lnTo>
                  <a:lnTo>
                    <a:pt x="7118597" y="49680"/>
                  </a:lnTo>
                  <a:lnTo>
                    <a:pt x="7024530" y="35009"/>
                  </a:lnTo>
                  <a:lnTo>
                    <a:pt x="6939440" y="23220"/>
                  </a:lnTo>
                  <a:lnTo>
                    <a:pt x="6866909" y="14231"/>
                  </a:lnTo>
                  <a:lnTo>
                    <a:pt x="6809537" y="7833"/>
                  </a:lnTo>
                  <a:lnTo>
                    <a:pt x="6768408" y="3687"/>
                  </a:lnTo>
                  <a:lnTo>
                    <a:pt x="6742804" y="1344"/>
                  </a:lnTo>
                  <a:lnTo>
                    <a:pt x="6730210" y="294"/>
                  </a:lnTo>
                  <a:lnTo>
                    <a:pt x="6726517" y="12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025" y="78"/>
                  </a:lnTo>
                  <a:lnTo>
                    <a:pt x="5247883" y="638"/>
                  </a:lnTo>
                  <a:lnTo>
                    <a:pt x="5232311" y="2186"/>
                  </a:lnTo>
                  <a:lnTo>
                    <a:pt x="5204247" y="5236"/>
                  </a:lnTo>
                  <a:lnTo>
                    <a:pt x="5161963" y="10278"/>
                  </a:lnTo>
                  <a:lnTo>
                    <a:pt x="5105195" y="17731"/>
                  </a:lnTo>
                  <a:lnTo>
                    <a:pt x="5035101" y="27908"/>
                  </a:lnTo>
                  <a:lnTo>
                    <a:pt x="4954005" y="40998"/>
                  </a:lnTo>
                  <a:lnTo>
                    <a:pt x="4864980" y="57076"/>
                  </a:lnTo>
                  <a:lnTo>
                    <a:pt x="4771360" y="76129"/>
                  </a:lnTo>
                  <a:lnTo>
                    <a:pt x="4676312" y="98099"/>
                  </a:lnTo>
                  <a:lnTo>
                    <a:pt x="4582524" y="122930"/>
                  </a:lnTo>
                  <a:lnTo>
                    <a:pt x="4492048" y="150605"/>
                  </a:lnTo>
                  <a:lnTo>
                    <a:pt x="4406279" y="181172"/>
                  </a:lnTo>
                  <a:lnTo>
                    <a:pt x="4326014" y="214765"/>
                  </a:lnTo>
                  <a:lnTo>
                    <a:pt x="4251560" y="251607"/>
                  </a:lnTo>
                  <a:lnTo>
                    <a:pt x="4182857" y="292013"/>
                  </a:lnTo>
                  <a:lnTo>
                    <a:pt x="4119584" y="336389"/>
                  </a:lnTo>
                  <a:lnTo>
                    <a:pt x="4061254" y="385213"/>
                  </a:lnTo>
                  <a:lnTo>
                    <a:pt x="4007278" y="439025"/>
                  </a:lnTo>
                  <a:lnTo>
                    <a:pt x="3957026" y="498388"/>
                  </a:lnTo>
                  <a:lnTo>
                    <a:pt x="3909861" y="563838"/>
                  </a:lnTo>
                  <a:lnTo>
                    <a:pt x="3865173" y="635801"/>
                  </a:lnTo>
                  <a:lnTo>
                    <a:pt x="3829811" y="700153"/>
                  </a:lnTo>
                  <a:lnTo>
                    <a:pt x="3797909" y="763972"/>
                  </a:lnTo>
                  <a:lnTo>
                    <a:pt x="3766718" y="831763"/>
                  </a:lnTo>
                  <a:lnTo>
                    <a:pt x="3736072" y="903609"/>
                  </a:lnTo>
                  <a:lnTo>
                    <a:pt x="3705835" y="979543"/>
                  </a:lnTo>
                  <a:lnTo>
                    <a:pt x="3675893" y="1059554"/>
                  </a:lnTo>
                  <a:lnTo>
                    <a:pt x="3646153" y="1143572"/>
                  </a:lnTo>
                  <a:lnTo>
                    <a:pt x="3616539" y="1231472"/>
                  </a:lnTo>
                  <a:lnTo>
                    <a:pt x="3586993" y="1323071"/>
                  </a:lnTo>
                  <a:lnTo>
                    <a:pt x="3557471" y="1418122"/>
                  </a:lnTo>
                  <a:lnTo>
                    <a:pt x="3527942" y="1516319"/>
                  </a:lnTo>
                  <a:lnTo>
                    <a:pt x="3498385" y="1617298"/>
                  </a:lnTo>
                  <a:lnTo>
                    <a:pt x="3468792" y="1720642"/>
                  </a:lnTo>
                  <a:lnTo>
                    <a:pt x="3439161" y="1825887"/>
                  </a:lnTo>
                  <a:lnTo>
                    <a:pt x="3409498" y="1932529"/>
                  </a:lnTo>
                  <a:lnTo>
                    <a:pt x="3379813" y="2040034"/>
                  </a:lnTo>
                  <a:lnTo>
                    <a:pt x="3350120" y="2147853"/>
                  </a:lnTo>
                  <a:lnTo>
                    <a:pt x="3320433" y="2255426"/>
                  </a:lnTo>
                  <a:lnTo>
                    <a:pt x="3290767" y="2362201"/>
                  </a:lnTo>
                  <a:lnTo>
                    <a:pt x="3261131" y="2467642"/>
                  </a:lnTo>
                  <a:lnTo>
                    <a:pt x="3231534" y="2571242"/>
                  </a:lnTo>
                  <a:lnTo>
                    <a:pt x="3201973" y="2672530"/>
                  </a:lnTo>
                  <a:lnTo>
                    <a:pt x="3172441" y="2771084"/>
                  </a:lnTo>
                  <a:lnTo>
                    <a:pt x="3142919" y="2866533"/>
                  </a:lnTo>
                  <a:lnTo>
                    <a:pt x="3113379" y="2958563"/>
                  </a:lnTo>
                  <a:lnTo>
                    <a:pt x="3083776" y="3046922"/>
                  </a:lnTo>
                  <a:lnTo>
                    <a:pt x="3054055" y="3131417"/>
                  </a:lnTo>
                  <a:lnTo>
                    <a:pt x="3024142" y="3211917"/>
                  </a:lnTo>
                  <a:lnTo>
                    <a:pt x="2993946" y="3288346"/>
                  </a:lnTo>
                  <a:lnTo>
                    <a:pt x="2963356" y="3360685"/>
                  </a:lnTo>
                  <a:lnTo>
                    <a:pt x="2932239" y="3428964"/>
                  </a:lnTo>
                  <a:lnTo>
                    <a:pt x="2900433" y="3493257"/>
                  </a:lnTo>
                  <a:lnTo>
                    <a:pt x="2896531" y="3500767"/>
                  </a:lnTo>
                  <a:lnTo>
                    <a:pt x="2853470" y="3578251"/>
                  </a:lnTo>
                  <a:lnTo>
                    <a:pt x="2808388" y="3649047"/>
                  </a:lnTo>
                  <a:lnTo>
                    <a:pt x="2760725" y="3713392"/>
                  </a:lnTo>
                  <a:lnTo>
                    <a:pt x="2709866" y="3771739"/>
                  </a:lnTo>
                  <a:lnTo>
                    <a:pt x="2655170" y="3824633"/>
                  </a:lnTo>
                  <a:lnTo>
                    <a:pt x="2596011" y="3872638"/>
                  </a:lnTo>
                  <a:lnTo>
                    <a:pt x="2531816" y="3916283"/>
                  </a:lnTo>
                  <a:lnTo>
                    <a:pt x="2462119" y="3956037"/>
                  </a:lnTo>
                  <a:lnTo>
                    <a:pt x="2386640" y="3992287"/>
                  </a:lnTo>
                  <a:lnTo>
                    <a:pt x="2305372" y="4025334"/>
                  </a:lnTo>
                  <a:lnTo>
                    <a:pt x="2218703" y="4055386"/>
                  </a:lnTo>
                  <a:lnTo>
                    <a:pt x="2127526" y="4082560"/>
                  </a:lnTo>
                  <a:lnTo>
                    <a:pt x="2033348" y="4106891"/>
                  </a:lnTo>
                  <a:lnTo>
                    <a:pt x="1938340" y="4128353"/>
                  </a:lnTo>
                  <a:lnTo>
                    <a:pt x="1845289" y="4146886"/>
                  </a:lnTo>
                  <a:lnTo>
                    <a:pt x="1757416" y="4162438"/>
                  </a:lnTo>
                  <a:lnTo>
                    <a:pt x="1678047" y="4175008"/>
                  </a:lnTo>
                  <a:lnTo>
                    <a:pt x="1610155" y="4184689"/>
                  </a:lnTo>
                  <a:lnTo>
                    <a:pt x="1555887" y="4191692"/>
                  </a:lnTo>
                  <a:lnTo>
                    <a:pt x="1516163" y="4196351"/>
                  </a:lnTo>
                  <a:lnTo>
                    <a:pt x="1490460" y="4199101"/>
                  </a:lnTo>
                  <a:lnTo>
                    <a:pt x="1476802" y="4200437"/>
                  </a:lnTo>
                  <a:lnTo>
                    <a:pt x="1471913" y="4200877"/>
                  </a:lnTo>
                  <a:lnTo>
                    <a:pt x="1471387" y="4200921"/>
                  </a:lnTo>
                  <a:lnTo>
                    <a:pt x="0" y="4200921"/>
                  </a:lnTo>
                  <a:close/>
                </a:path>
              </a:pathLst>
            </a:custGeom>
            <a:solidFill>
              <a:srgbClr val="9E9E9E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725" name="pl1725"/>
            <p:cNvSpPr/>
            <p:nvPr/>
          </p:nvSpPr>
          <p:spPr>
            <a:xfrm>
              <a:off x="4799595" y="5780724"/>
              <a:ext cx="11981298" cy="4200921"/>
            </a:xfrm>
            <a:custGeom>
              <a:avLst/>
              <a:pathLst>
                <a:path w="11981298" h="4200921">
                  <a:moveTo>
                    <a:pt x="0" y="4200921"/>
                  </a:moveTo>
                  <a:lnTo>
                    <a:pt x="1471387" y="4200921"/>
                  </a:lnTo>
                  <a:lnTo>
                    <a:pt x="1472317" y="4200842"/>
                  </a:lnTo>
                  <a:lnTo>
                    <a:pt x="1478459" y="4200282"/>
                  </a:lnTo>
                  <a:lnTo>
                    <a:pt x="1494031" y="4198734"/>
                  </a:lnTo>
                  <a:lnTo>
                    <a:pt x="1522095" y="4195684"/>
                  </a:lnTo>
                  <a:lnTo>
                    <a:pt x="1564379" y="4190642"/>
                  </a:lnTo>
                  <a:lnTo>
                    <a:pt x="1621147" y="4183189"/>
                  </a:lnTo>
                  <a:lnTo>
                    <a:pt x="1691241" y="4173013"/>
                  </a:lnTo>
                  <a:lnTo>
                    <a:pt x="1772337" y="4159922"/>
                  </a:lnTo>
                  <a:lnTo>
                    <a:pt x="1861362" y="4143844"/>
                  </a:lnTo>
                  <a:lnTo>
                    <a:pt x="1954982" y="4124792"/>
                  </a:lnTo>
                  <a:lnTo>
                    <a:pt x="2050030" y="4102821"/>
                  </a:lnTo>
                  <a:lnTo>
                    <a:pt x="2143819" y="4077990"/>
                  </a:lnTo>
                  <a:lnTo>
                    <a:pt x="2234294" y="4050315"/>
                  </a:lnTo>
                  <a:lnTo>
                    <a:pt x="2320063" y="4019748"/>
                  </a:lnTo>
                  <a:lnTo>
                    <a:pt x="2400329" y="3986155"/>
                  </a:lnTo>
                  <a:lnTo>
                    <a:pt x="2474782" y="3949314"/>
                  </a:lnTo>
                  <a:lnTo>
                    <a:pt x="2543485" y="3908907"/>
                  </a:lnTo>
                  <a:lnTo>
                    <a:pt x="2606758" y="3864531"/>
                  </a:lnTo>
                  <a:lnTo>
                    <a:pt x="2665088" y="3815707"/>
                  </a:lnTo>
                  <a:lnTo>
                    <a:pt x="2719064" y="3761895"/>
                  </a:lnTo>
                  <a:lnTo>
                    <a:pt x="2769316" y="3702532"/>
                  </a:lnTo>
                  <a:lnTo>
                    <a:pt x="2816481" y="3637082"/>
                  </a:lnTo>
                  <a:lnTo>
                    <a:pt x="2861169" y="3565119"/>
                  </a:lnTo>
                  <a:lnTo>
                    <a:pt x="2896531" y="3500767"/>
                  </a:lnTo>
                  <a:lnTo>
                    <a:pt x="2928433" y="3436949"/>
                  </a:lnTo>
                  <a:lnTo>
                    <a:pt x="2959624" y="3369157"/>
                  </a:lnTo>
                  <a:lnTo>
                    <a:pt x="2990270" y="3297311"/>
                  </a:lnTo>
                  <a:lnTo>
                    <a:pt x="3020507" y="3221377"/>
                  </a:lnTo>
                  <a:lnTo>
                    <a:pt x="3050449" y="3141366"/>
                  </a:lnTo>
                  <a:lnTo>
                    <a:pt x="3080190" y="3057348"/>
                  </a:lnTo>
                  <a:lnTo>
                    <a:pt x="3109803" y="2969448"/>
                  </a:lnTo>
                  <a:lnTo>
                    <a:pt x="3139349" y="2877849"/>
                  </a:lnTo>
                  <a:lnTo>
                    <a:pt x="3168871" y="2782798"/>
                  </a:lnTo>
                  <a:lnTo>
                    <a:pt x="3198400" y="2684601"/>
                  </a:lnTo>
                  <a:lnTo>
                    <a:pt x="3227957" y="2583622"/>
                  </a:lnTo>
                  <a:lnTo>
                    <a:pt x="3257550" y="2480278"/>
                  </a:lnTo>
                  <a:lnTo>
                    <a:pt x="3287181" y="2375033"/>
                  </a:lnTo>
                  <a:lnTo>
                    <a:pt x="3316844" y="2268392"/>
                  </a:lnTo>
                  <a:lnTo>
                    <a:pt x="3346529" y="2160886"/>
                  </a:lnTo>
                  <a:lnTo>
                    <a:pt x="3376222" y="2053067"/>
                  </a:lnTo>
                  <a:lnTo>
                    <a:pt x="3405909" y="1945494"/>
                  </a:lnTo>
                  <a:lnTo>
                    <a:pt x="3435575" y="1838719"/>
                  </a:lnTo>
                  <a:lnTo>
                    <a:pt x="3465211" y="1733278"/>
                  </a:lnTo>
                  <a:lnTo>
                    <a:pt x="3494809" y="1629678"/>
                  </a:lnTo>
                  <a:lnTo>
                    <a:pt x="3524369" y="1528390"/>
                  </a:lnTo>
                  <a:lnTo>
                    <a:pt x="3553901" y="1429836"/>
                  </a:lnTo>
                  <a:lnTo>
                    <a:pt x="3583423" y="1334387"/>
                  </a:lnTo>
                  <a:lnTo>
                    <a:pt x="3612964" y="1242357"/>
                  </a:lnTo>
                  <a:lnTo>
                    <a:pt x="3642566" y="1153998"/>
                  </a:lnTo>
                  <a:lnTo>
                    <a:pt x="3672287" y="1069503"/>
                  </a:lnTo>
                  <a:lnTo>
                    <a:pt x="3702200" y="989003"/>
                  </a:lnTo>
                  <a:lnTo>
                    <a:pt x="3732396" y="912574"/>
                  </a:lnTo>
                  <a:lnTo>
                    <a:pt x="3762986" y="840235"/>
                  </a:lnTo>
                  <a:lnTo>
                    <a:pt x="3794103" y="771956"/>
                  </a:lnTo>
                  <a:lnTo>
                    <a:pt x="3825909" y="707663"/>
                  </a:lnTo>
                  <a:lnTo>
                    <a:pt x="3829811" y="700153"/>
                  </a:lnTo>
                  <a:lnTo>
                    <a:pt x="3872873" y="622670"/>
                  </a:lnTo>
                  <a:lnTo>
                    <a:pt x="3917954" y="551873"/>
                  </a:lnTo>
                  <a:lnTo>
                    <a:pt x="3965617" y="487528"/>
                  </a:lnTo>
                  <a:lnTo>
                    <a:pt x="4016476" y="429182"/>
                  </a:lnTo>
                  <a:lnTo>
                    <a:pt x="4071172" y="376287"/>
                  </a:lnTo>
                  <a:lnTo>
                    <a:pt x="4130331" y="328282"/>
                  </a:lnTo>
                  <a:lnTo>
                    <a:pt x="4194527" y="284637"/>
                  </a:lnTo>
                  <a:lnTo>
                    <a:pt x="4264223" y="244884"/>
                  </a:lnTo>
                  <a:lnTo>
                    <a:pt x="4339703" y="208633"/>
                  </a:lnTo>
                  <a:lnTo>
                    <a:pt x="4420970" y="175586"/>
                  </a:lnTo>
                  <a:lnTo>
                    <a:pt x="4507639" y="145534"/>
                  </a:lnTo>
                  <a:lnTo>
                    <a:pt x="4598817" y="118360"/>
                  </a:lnTo>
                  <a:lnTo>
                    <a:pt x="4692994" y="94029"/>
                  </a:lnTo>
                  <a:lnTo>
                    <a:pt x="4788002" y="72567"/>
                  </a:lnTo>
                  <a:lnTo>
                    <a:pt x="4881053" y="54034"/>
                  </a:lnTo>
                  <a:lnTo>
                    <a:pt x="4968926" y="38482"/>
                  </a:lnTo>
                  <a:lnTo>
                    <a:pt x="5048295" y="25912"/>
                  </a:lnTo>
                  <a:lnTo>
                    <a:pt x="5116188" y="16231"/>
                  </a:lnTo>
                  <a:lnTo>
                    <a:pt x="5170455" y="9228"/>
                  </a:lnTo>
                  <a:lnTo>
                    <a:pt x="5210179" y="4569"/>
                  </a:lnTo>
                  <a:lnTo>
                    <a:pt x="5235882" y="1820"/>
                  </a:lnTo>
                  <a:lnTo>
                    <a:pt x="5249540" y="483"/>
                  </a:lnTo>
                  <a:lnTo>
                    <a:pt x="5254429" y="43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438" y="80"/>
                  </a:lnTo>
                  <a:lnTo>
                    <a:pt x="6734648" y="652"/>
                  </a:lnTo>
                  <a:lnTo>
                    <a:pt x="6752842" y="2235"/>
                  </a:lnTo>
                  <a:lnTo>
                    <a:pt x="6785423" y="5352"/>
                  </a:lnTo>
                  <a:lnTo>
                    <a:pt x="6834091" y="10490"/>
                  </a:lnTo>
                  <a:lnTo>
                    <a:pt x="6898714" y="18052"/>
                  </a:lnTo>
                  <a:lnTo>
                    <a:pt x="6977453" y="28319"/>
                  </a:lnTo>
                  <a:lnTo>
                    <a:pt x="7067179" y="41439"/>
                  </a:lnTo>
                  <a:lnTo>
                    <a:pt x="7164067" y="57443"/>
                  </a:lnTo>
                  <a:lnTo>
                    <a:pt x="7264225" y="76293"/>
                  </a:lnTo>
                  <a:lnTo>
                    <a:pt x="7364190" y="97926"/>
                  </a:lnTo>
                  <a:lnTo>
                    <a:pt x="7461227" y="122304"/>
                  </a:lnTo>
                  <a:lnTo>
                    <a:pt x="7553425" y="149452"/>
                  </a:lnTo>
                  <a:lnTo>
                    <a:pt x="7639650" y="179480"/>
                  </a:lnTo>
                  <a:lnTo>
                    <a:pt x="7719416" y="212594"/>
                  </a:lnTo>
                  <a:lnTo>
                    <a:pt x="7792730" y="249102"/>
                  </a:lnTo>
                  <a:lnTo>
                    <a:pt x="7859937" y="289404"/>
                  </a:lnTo>
                  <a:lnTo>
                    <a:pt x="7921605" y="333988"/>
                  </a:lnTo>
                  <a:lnTo>
                    <a:pt x="7978426" y="383400"/>
                  </a:lnTo>
                  <a:lnTo>
                    <a:pt x="8031146" y="438216"/>
                  </a:lnTo>
                  <a:lnTo>
                    <a:pt x="8080517" y="498975"/>
                  </a:lnTo>
                  <a:lnTo>
                    <a:pt x="8127247" y="566077"/>
                  </a:lnTo>
                  <a:lnTo>
                    <a:pt x="8151487" y="604801"/>
                  </a:lnTo>
                  <a:lnTo>
                    <a:pt x="8185498" y="663743"/>
                  </a:lnTo>
                  <a:lnTo>
                    <a:pt x="8218714" y="726599"/>
                  </a:lnTo>
                  <a:lnTo>
                    <a:pt x="8251331" y="793447"/>
                  </a:lnTo>
                  <a:lnTo>
                    <a:pt x="8283511" y="864318"/>
                  </a:lnTo>
                  <a:lnTo>
                    <a:pt x="8315385" y="939184"/>
                  </a:lnTo>
                  <a:lnTo>
                    <a:pt x="8347059" y="1017956"/>
                  </a:lnTo>
                  <a:lnTo>
                    <a:pt x="8378619" y="1100479"/>
                  </a:lnTo>
                  <a:lnTo>
                    <a:pt x="8410126" y="1186533"/>
                  </a:lnTo>
                  <a:lnTo>
                    <a:pt x="8441627" y="1275826"/>
                  </a:lnTo>
                  <a:lnTo>
                    <a:pt x="8473152" y="1368004"/>
                  </a:lnTo>
                  <a:lnTo>
                    <a:pt x="8504715" y="1462648"/>
                  </a:lnTo>
                  <a:lnTo>
                    <a:pt x="8536322" y="1559285"/>
                  </a:lnTo>
                  <a:lnTo>
                    <a:pt x="8567968" y="1657395"/>
                  </a:lnTo>
                  <a:lnTo>
                    <a:pt x="8599639" y="1756424"/>
                  </a:lnTo>
                  <a:lnTo>
                    <a:pt x="8631321" y="1855794"/>
                  </a:lnTo>
                  <a:lnTo>
                    <a:pt x="8662996" y="1954920"/>
                  </a:lnTo>
                  <a:lnTo>
                    <a:pt x="8694647" y="2053223"/>
                  </a:lnTo>
                  <a:lnTo>
                    <a:pt x="8726261" y="2150143"/>
                  </a:lnTo>
                  <a:lnTo>
                    <a:pt x="8757831" y="2245155"/>
                  </a:lnTo>
                  <a:lnTo>
                    <a:pt x="8789362" y="2337775"/>
                  </a:lnTo>
                  <a:lnTo>
                    <a:pt x="8820865" y="2427577"/>
                  </a:lnTo>
                  <a:lnTo>
                    <a:pt x="8852369" y="2514194"/>
                  </a:lnTo>
                  <a:lnTo>
                    <a:pt x="8883916" y="2597324"/>
                  </a:lnTo>
                  <a:lnTo>
                    <a:pt x="8915566" y="2676735"/>
                  </a:lnTo>
                  <a:lnTo>
                    <a:pt x="8947400" y="2752261"/>
                  </a:lnTo>
                  <a:lnTo>
                    <a:pt x="8979520" y="2823803"/>
                  </a:lnTo>
                  <a:lnTo>
                    <a:pt x="9012053" y="2891323"/>
                  </a:lnTo>
                  <a:lnTo>
                    <a:pt x="9045157" y="2954842"/>
                  </a:lnTo>
                  <a:lnTo>
                    <a:pt x="9079020" y="3014430"/>
                  </a:lnTo>
                  <a:lnTo>
                    <a:pt x="9084767" y="3024009"/>
                  </a:lnTo>
                  <a:lnTo>
                    <a:pt x="9130343" y="3094587"/>
                  </a:lnTo>
                  <a:lnTo>
                    <a:pt x="9178211" y="3158719"/>
                  </a:lnTo>
                  <a:lnTo>
                    <a:pt x="9229041" y="3216667"/>
                  </a:lnTo>
                  <a:lnTo>
                    <a:pt x="9283564" y="3268911"/>
                  </a:lnTo>
                  <a:lnTo>
                    <a:pt x="9342537" y="3316018"/>
                  </a:lnTo>
                  <a:lnTo>
                    <a:pt x="9406688" y="3358556"/>
                  </a:lnTo>
                  <a:lnTo>
                    <a:pt x="9476661" y="3397047"/>
                  </a:lnTo>
                  <a:lnTo>
                    <a:pt x="9552935" y="3431940"/>
                  </a:lnTo>
                  <a:lnTo>
                    <a:pt x="9635715" y="3463594"/>
                  </a:lnTo>
                  <a:lnTo>
                    <a:pt x="9724800" y="3492269"/>
                  </a:lnTo>
                  <a:lnTo>
                    <a:pt x="9819422" y="3518128"/>
                  </a:lnTo>
                  <a:lnTo>
                    <a:pt x="9918102" y="3541237"/>
                  </a:lnTo>
                  <a:lnTo>
                    <a:pt x="10018546" y="3561589"/>
                  </a:lnTo>
                  <a:lnTo>
                    <a:pt x="10117656" y="3579130"/>
                  </a:lnTo>
                  <a:lnTo>
                    <a:pt x="10211723" y="3593801"/>
                  </a:lnTo>
                  <a:lnTo>
                    <a:pt x="10296813" y="3605590"/>
                  </a:lnTo>
                  <a:lnTo>
                    <a:pt x="10369344" y="3614579"/>
                  </a:lnTo>
                  <a:lnTo>
                    <a:pt x="10426716" y="3620977"/>
                  </a:lnTo>
                  <a:lnTo>
                    <a:pt x="10467846" y="3625124"/>
                  </a:lnTo>
                  <a:lnTo>
                    <a:pt x="10493450" y="3627467"/>
                  </a:lnTo>
                  <a:lnTo>
                    <a:pt x="10506044" y="3628516"/>
                  </a:lnTo>
                  <a:lnTo>
                    <a:pt x="10509736" y="3628798"/>
                  </a:lnTo>
                  <a:lnTo>
                    <a:pt x="10509911" y="3628811"/>
                  </a:lnTo>
                  <a:lnTo>
                    <a:pt x="11981298" y="362881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26" name="pl1726"/>
            <p:cNvSpPr/>
            <p:nvPr/>
          </p:nvSpPr>
          <p:spPr>
            <a:xfrm>
              <a:off x="4799595" y="5772551"/>
              <a:ext cx="11981298" cy="4200921"/>
            </a:xfrm>
            <a:custGeom>
              <a:avLst/>
              <a:pathLst>
                <a:path w="11981298" h="4200921">
                  <a:moveTo>
                    <a:pt x="11981298" y="3628811"/>
                  </a:moveTo>
                  <a:lnTo>
                    <a:pt x="10509911" y="3628811"/>
                  </a:lnTo>
                  <a:lnTo>
                    <a:pt x="10508815" y="3628730"/>
                  </a:lnTo>
                  <a:lnTo>
                    <a:pt x="10501606" y="3628158"/>
                  </a:lnTo>
                  <a:lnTo>
                    <a:pt x="10483412" y="3626575"/>
                  </a:lnTo>
                  <a:lnTo>
                    <a:pt x="10450831" y="3623458"/>
                  </a:lnTo>
                  <a:lnTo>
                    <a:pt x="10402162" y="3618320"/>
                  </a:lnTo>
                  <a:lnTo>
                    <a:pt x="10337539" y="3610758"/>
                  </a:lnTo>
                  <a:lnTo>
                    <a:pt x="10258800" y="3600491"/>
                  </a:lnTo>
                  <a:lnTo>
                    <a:pt x="10169075" y="3587372"/>
                  </a:lnTo>
                  <a:lnTo>
                    <a:pt x="10072187" y="3571367"/>
                  </a:lnTo>
                  <a:lnTo>
                    <a:pt x="9972028" y="3552517"/>
                  </a:lnTo>
                  <a:lnTo>
                    <a:pt x="9872063" y="3530885"/>
                  </a:lnTo>
                  <a:lnTo>
                    <a:pt x="9775026" y="3506506"/>
                  </a:lnTo>
                  <a:lnTo>
                    <a:pt x="9682828" y="3479358"/>
                  </a:lnTo>
                  <a:lnTo>
                    <a:pt x="9596603" y="3449330"/>
                  </a:lnTo>
                  <a:lnTo>
                    <a:pt x="9516837" y="3416216"/>
                  </a:lnTo>
                  <a:lnTo>
                    <a:pt x="9443524" y="3379708"/>
                  </a:lnTo>
                  <a:lnTo>
                    <a:pt x="9376317" y="3339406"/>
                  </a:lnTo>
                  <a:lnTo>
                    <a:pt x="9314648" y="3294823"/>
                  </a:lnTo>
                  <a:lnTo>
                    <a:pt x="9257828" y="3245410"/>
                  </a:lnTo>
                  <a:lnTo>
                    <a:pt x="9205107" y="3190594"/>
                  </a:lnTo>
                  <a:lnTo>
                    <a:pt x="9155736" y="3129835"/>
                  </a:lnTo>
                  <a:lnTo>
                    <a:pt x="9109006" y="3062733"/>
                  </a:lnTo>
                  <a:lnTo>
                    <a:pt x="9084767" y="3024009"/>
                  </a:lnTo>
                  <a:lnTo>
                    <a:pt x="9050755" y="2965067"/>
                  </a:lnTo>
                  <a:lnTo>
                    <a:pt x="9017539" y="2902212"/>
                  </a:lnTo>
                  <a:lnTo>
                    <a:pt x="8984922" y="2835363"/>
                  </a:lnTo>
                  <a:lnTo>
                    <a:pt x="8952743" y="2764492"/>
                  </a:lnTo>
                  <a:lnTo>
                    <a:pt x="8920869" y="2689626"/>
                  </a:lnTo>
                  <a:lnTo>
                    <a:pt x="8889194" y="2610854"/>
                  </a:lnTo>
                  <a:lnTo>
                    <a:pt x="8857634" y="2528331"/>
                  </a:lnTo>
                  <a:lnTo>
                    <a:pt x="8826127" y="2442278"/>
                  </a:lnTo>
                  <a:lnTo>
                    <a:pt x="8794626" y="2352984"/>
                  </a:lnTo>
                  <a:lnTo>
                    <a:pt x="8763101" y="2260806"/>
                  </a:lnTo>
                  <a:lnTo>
                    <a:pt x="8731538" y="2166162"/>
                  </a:lnTo>
                  <a:lnTo>
                    <a:pt x="8699931" y="2069525"/>
                  </a:lnTo>
                  <a:lnTo>
                    <a:pt x="8668286" y="1971415"/>
                  </a:lnTo>
                  <a:lnTo>
                    <a:pt x="8636614" y="1872386"/>
                  </a:lnTo>
                  <a:lnTo>
                    <a:pt x="8604932" y="1773016"/>
                  </a:lnTo>
                  <a:lnTo>
                    <a:pt x="8573257" y="1673890"/>
                  </a:lnTo>
                  <a:lnTo>
                    <a:pt x="8541607" y="1575587"/>
                  </a:lnTo>
                  <a:lnTo>
                    <a:pt x="8509993" y="1478667"/>
                  </a:lnTo>
                  <a:lnTo>
                    <a:pt x="8478422" y="1383656"/>
                  </a:lnTo>
                  <a:lnTo>
                    <a:pt x="8446892" y="1291035"/>
                  </a:lnTo>
                  <a:lnTo>
                    <a:pt x="8415388" y="1201233"/>
                  </a:lnTo>
                  <a:lnTo>
                    <a:pt x="8383884" y="1114616"/>
                  </a:lnTo>
                  <a:lnTo>
                    <a:pt x="8352338" y="1031486"/>
                  </a:lnTo>
                  <a:lnTo>
                    <a:pt x="8320687" y="952075"/>
                  </a:lnTo>
                  <a:lnTo>
                    <a:pt x="8288853" y="876549"/>
                  </a:lnTo>
                  <a:lnTo>
                    <a:pt x="8256734" y="805007"/>
                  </a:lnTo>
                  <a:lnTo>
                    <a:pt x="8224200" y="737487"/>
                  </a:lnTo>
                  <a:lnTo>
                    <a:pt x="8191096" y="673969"/>
                  </a:lnTo>
                  <a:lnTo>
                    <a:pt x="8157233" y="614381"/>
                  </a:lnTo>
                  <a:lnTo>
                    <a:pt x="8151487" y="604801"/>
                  </a:lnTo>
                  <a:lnTo>
                    <a:pt x="8105910" y="534223"/>
                  </a:lnTo>
                  <a:lnTo>
                    <a:pt x="8058042" y="470092"/>
                  </a:lnTo>
                  <a:lnTo>
                    <a:pt x="8007213" y="412144"/>
                  </a:lnTo>
                  <a:lnTo>
                    <a:pt x="7952689" y="359899"/>
                  </a:lnTo>
                  <a:lnTo>
                    <a:pt x="7893716" y="312792"/>
                  </a:lnTo>
                  <a:lnTo>
                    <a:pt x="7829565" y="270255"/>
                  </a:lnTo>
                  <a:lnTo>
                    <a:pt x="7759592" y="231764"/>
                  </a:lnTo>
                  <a:lnTo>
                    <a:pt x="7683318" y="196871"/>
                  </a:lnTo>
                  <a:lnTo>
                    <a:pt x="7600538" y="165216"/>
                  </a:lnTo>
                  <a:lnTo>
                    <a:pt x="7511453" y="136541"/>
                  </a:lnTo>
                  <a:lnTo>
                    <a:pt x="7416831" y="110682"/>
                  </a:lnTo>
                  <a:lnTo>
                    <a:pt x="7318151" y="87573"/>
                  </a:lnTo>
                  <a:lnTo>
                    <a:pt x="7217708" y="67221"/>
                  </a:lnTo>
                  <a:lnTo>
                    <a:pt x="7118597" y="49680"/>
                  </a:lnTo>
                  <a:lnTo>
                    <a:pt x="7024530" y="35009"/>
                  </a:lnTo>
                  <a:lnTo>
                    <a:pt x="6939440" y="23220"/>
                  </a:lnTo>
                  <a:lnTo>
                    <a:pt x="6866909" y="14231"/>
                  </a:lnTo>
                  <a:lnTo>
                    <a:pt x="6809537" y="7833"/>
                  </a:lnTo>
                  <a:lnTo>
                    <a:pt x="6768408" y="3687"/>
                  </a:lnTo>
                  <a:lnTo>
                    <a:pt x="6742804" y="1344"/>
                  </a:lnTo>
                  <a:lnTo>
                    <a:pt x="6730210" y="294"/>
                  </a:lnTo>
                  <a:lnTo>
                    <a:pt x="6726517" y="12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025" y="78"/>
                  </a:lnTo>
                  <a:lnTo>
                    <a:pt x="5247883" y="638"/>
                  </a:lnTo>
                  <a:lnTo>
                    <a:pt x="5232311" y="2186"/>
                  </a:lnTo>
                  <a:lnTo>
                    <a:pt x="5204247" y="5236"/>
                  </a:lnTo>
                  <a:lnTo>
                    <a:pt x="5161963" y="10278"/>
                  </a:lnTo>
                  <a:lnTo>
                    <a:pt x="5105195" y="17731"/>
                  </a:lnTo>
                  <a:lnTo>
                    <a:pt x="5035101" y="27908"/>
                  </a:lnTo>
                  <a:lnTo>
                    <a:pt x="4954005" y="40998"/>
                  </a:lnTo>
                  <a:lnTo>
                    <a:pt x="4864980" y="57076"/>
                  </a:lnTo>
                  <a:lnTo>
                    <a:pt x="4771360" y="76129"/>
                  </a:lnTo>
                  <a:lnTo>
                    <a:pt x="4676312" y="98099"/>
                  </a:lnTo>
                  <a:lnTo>
                    <a:pt x="4582524" y="122930"/>
                  </a:lnTo>
                  <a:lnTo>
                    <a:pt x="4492048" y="150605"/>
                  </a:lnTo>
                  <a:lnTo>
                    <a:pt x="4406279" y="181172"/>
                  </a:lnTo>
                  <a:lnTo>
                    <a:pt x="4326014" y="214765"/>
                  </a:lnTo>
                  <a:lnTo>
                    <a:pt x="4251560" y="251607"/>
                  </a:lnTo>
                  <a:lnTo>
                    <a:pt x="4182857" y="292013"/>
                  </a:lnTo>
                  <a:lnTo>
                    <a:pt x="4119584" y="336389"/>
                  </a:lnTo>
                  <a:lnTo>
                    <a:pt x="4061254" y="385213"/>
                  </a:lnTo>
                  <a:lnTo>
                    <a:pt x="4007278" y="439025"/>
                  </a:lnTo>
                  <a:lnTo>
                    <a:pt x="3957026" y="498388"/>
                  </a:lnTo>
                  <a:lnTo>
                    <a:pt x="3909861" y="563838"/>
                  </a:lnTo>
                  <a:lnTo>
                    <a:pt x="3865173" y="635801"/>
                  </a:lnTo>
                  <a:lnTo>
                    <a:pt x="3829811" y="700153"/>
                  </a:lnTo>
                  <a:lnTo>
                    <a:pt x="3797909" y="763972"/>
                  </a:lnTo>
                  <a:lnTo>
                    <a:pt x="3766718" y="831763"/>
                  </a:lnTo>
                  <a:lnTo>
                    <a:pt x="3736072" y="903609"/>
                  </a:lnTo>
                  <a:lnTo>
                    <a:pt x="3705835" y="979543"/>
                  </a:lnTo>
                  <a:lnTo>
                    <a:pt x="3675893" y="1059554"/>
                  </a:lnTo>
                  <a:lnTo>
                    <a:pt x="3646153" y="1143572"/>
                  </a:lnTo>
                  <a:lnTo>
                    <a:pt x="3616539" y="1231472"/>
                  </a:lnTo>
                  <a:lnTo>
                    <a:pt x="3586993" y="1323071"/>
                  </a:lnTo>
                  <a:lnTo>
                    <a:pt x="3557471" y="1418122"/>
                  </a:lnTo>
                  <a:lnTo>
                    <a:pt x="3527942" y="1516319"/>
                  </a:lnTo>
                  <a:lnTo>
                    <a:pt x="3498385" y="1617298"/>
                  </a:lnTo>
                  <a:lnTo>
                    <a:pt x="3468792" y="1720642"/>
                  </a:lnTo>
                  <a:lnTo>
                    <a:pt x="3439161" y="1825887"/>
                  </a:lnTo>
                  <a:lnTo>
                    <a:pt x="3409498" y="1932529"/>
                  </a:lnTo>
                  <a:lnTo>
                    <a:pt x="3379813" y="2040034"/>
                  </a:lnTo>
                  <a:lnTo>
                    <a:pt x="3350120" y="2147853"/>
                  </a:lnTo>
                  <a:lnTo>
                    <a:pt x="3320433" y="2255426"/>
                  </a:lnTo>
                  <a:lnTo>
                    <a:pt x="3290767" y="2362201"/>
                  </a:lnTo>
                  <a:lnTo>
                    <a:pt x="3261131" y="2467642"/>
                  </a:lnTo>
                  <a:lnTo>
                    <a:pt x="3231534" y="2571242"/>
                  </a:lnTo>
                  <a:lnTo>
                    <a:pt x="3201973" y="2672530"/>
                  </a:lnTo>
                  <a:lnTo>
                    <a:pt x="3172441" y="2771084"/>
                  </a:lnTo>
                  <a:lnTo>
                    <a:pt x="3142919" y="2866533"/>
                  </a:lnTo>
                  <a:lnTo>
                    <a:pt x="3113379" y="2958563"/>
                  </a:lnTo>
                  <a:lnTo>
                    <a:pt x="3083776" y="3046922"/>
                  </a:lnTo>
                  <a:lnTo>
                    <a:pt x="3054055" y="3131417"/>
                  </a:lnTo>
                  <a:lnTo>
                    <a:pt x="3024142" y="3211917"/>
                  </a:lnTo>
                  <a:lnTo>
                    <a:pt x="2993946" y="3288346"/>
                  </a:lnTo>
                  <a:lnTo>
                    <a:pt x="2963356" y="3360685"/>
                  </a:lnTo>
                  <a:lnTo>
                    <a:pt x="2932239" y="3428964"/>
                  </a:lnTo>
                  <a:lnTo>
                    <a:pt x="2900433" y="3493257"/>
                  </a:lnTo>
                  <a:lnTo>
                    <a:pt x="2896531" y="3500767"/>
                  </a:lnTo>
                  <a:lnTo>
                    <a:pt x="2853470" y="3578251"/>
                  </a:lnTo>
                  <a:lnTo>
                    <a:pt x="2808388" y="3649047"/>
                  </a:lnTo>
                  <a:lnTo>
                    <a:pt x="2760725" y="3713392"/>
                  </a:lnTo>
                  <a:lnTo>
                    <a:pt x="2709866" y="3771739"/>
                  </a:lnTo>
                  <a:lnTo>
                    <a:pt x="2655170" y="3824633"/>
                  </a:lnTo>
                  <a:lnTo>
                    <a:pt x="2596011" y="3872638"/>
                  </a:lnTo>
                  <a:lnTo>
                    <a:pt x="2531816" y="3916283"/>
                  </a:lnTo>
                  <a:lnTo>
                    <a:pt x="2462119" y="3956037"/>
                  </a:lnTo>
                  <a:lnTo>
                    <a:pt x="2386640" y="3992287"/>
                  </a:lnTo>
                  <a:lnTo>
                    <a:pt x="2305372" y="4025334"/>
                  </a:lnTo>
                  <a:lnTo>
                    <a:pt x="2218703" y="4055386"/>
                  </a:lnTo>
                  <a:lnTo>
                    <a:pt x="2127526" y="4082560"/>
                  </a:lnTo>
                  <a:lnTo>
                    <a:pt x="2033348" y="4106891"/>
                  </a:lnTo>
                  <a:lnTo>
                    <a:pt x="1938340" y="4128353"/>
                  </a:lnTo>
                  <a:lnTo>
                    <a:pt x="1845289" y="4146886"/>
                  </a:lnTo>
                  <a:lnTo>
                    <a:pt x="1757416" y="4162438"/>
                  </a:lnTo>
                  <a:lnTo>
                    <a:pt x="1678047" y="4175008"/>
                  </a:lnTo>
                  <a:lnTo>
                    <a:pt x="1610155" y="4184689"/>
                  </a:lnTo>
                  <a:lnTo>
                    <a:pt x="1555887" y="4191692"/>
                  </a:lnTo>
                  <a:lnTo>
                    <a:pt x="1516163" y="4196351"/>
                  </a:lnTo>
                  <a:lnTo>
                    <a:pt x="1490460" y="4199101"/>
                  </a:lnTo>
                  <a:lnTo>
                    <a:pt x="1476802" y="4200437"/>
                  </a:lnTo>
                  <a:lnTo>
                    <a:pt x="1471913" y="4200877"/>
                  </a:lnTo>
                  <a:lnTo>
                    <a:pt x="1471387" y="4200921"/>
                  </a:lnTo>
                  <a:lnTo>
                    <a:pt x="0" y="420092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27" name="pg1727"/>
            <p:cNvSpPr/>
            <p:nvPr/>
          </p:nvSpPr>
          <p:spPr>
            <a:xfrm>
              <a:off x="4799595" y="4947078"/>
              <a:ext cx="11981298" cy="5010047"/>
            </a:xfrm>
            <a:custGeom>
              <a:avLst/>
              <a:pathLst>
                <a:path w="11981298" h="5010047">
                  <a:moveTo>
                    <a:pt x="0" y="5010047"/>
                  </a:moveTo>
                  <a:lnTo>
                    <a:pt x="1471387" y="5010047"/>
                  </a:lnTo>
                  <a:lnTo>
                    <a:pt x="1472267" y="5009959"/>
                  </a:lnTo>
                  <a:lnTo>
                    <a:pt x="1478086" y="5009329"/>
                  </a:lnTo>
                  <a:lnTo>
                    <a:pt x="1492860" y="5007588"/>
                  </a:lnTo>
                  <a:lnTo>
                    <a:pt x="1519539" y="5004156"/>
                  </a:lnTo>
                  <a:lnTo>
                    <a:pt x="1559845" y="4998479"/>
                  </a:lnTo>
                  <a:lnTo>
                    <a:pt x="1614143" y="4990077"/>
                  </a:lnTo>
                  <a:lnTo>
                    <a:pt x="1681467" y="4978583"/>
                  </a:lnTo>
                  <a:lnTo>
                    <a:pt x="1759732" y="4963767"/>
                  </a:lnTo>
                  <a:lnTo>
                    <a:pt x="1846103" y="4945529"/>
                  </a:lnTo>
                  <a:lnTo>
                    <a:pt x="1937433" y="4923873"/>
                  </a:lnTo>
                  <a:lnTo>
                    <a:pt x="2030675" y="4898856"/>
                  </a:lnTo>
                  <a:lnTo>
                    <a:pt x="2123183" y="4870547"/>
                  </a:lnTo>
                  <a:lnTo>
                    <a:pt x="2212883" y="4838978"/>
                  </a:lnTo>
                  <a:lnTo>
                    <a:pt x="2298314" y="4804114"/>
                  </a:lnTo>
                  <a:lnTo>
                    <a:pt x="2378591" y="4765829"/>
                  </a:lnTo>
                  <a:lnTo>
                    <a:pt x="2453311" y="4723901"/>
                  </a:lnTo>
                  <a:lnTo>
                    <a:pt x="2522443" y="4678002"/>
                  </a:lnTo>
                  <a:lnTo>
                    <a:pt x="2586225" y="4627708"/>
                  </a:lnTo>
                  <a:lnTo>
                    <a:pt x="2645075" y="4572503"/>
                  </a:lnTo>
                  <a:lnTo>
                    <a:pt x="2699524" y="4511802"/>
                  </a:lnTo>
                  <a:lnTo>
                    <a:pt x="2750158" y="4444975"/>
                  </a:lnTo>
                  <a:lnTo>
                    <a:pt x="2797582" y="4371395"/>
                  </a:lnTo>
                  <a:lnTo>
                    <a:pt x="2842385" y="4290520"/>
                  </a:lnTo>
                  <a:lnTo>
                    <a:pt x="2885114" y="4202009"/>
                  </a:lnTo>
                  <a:lnTo>
                    <a:pt x="2896531" y="4176402"/>
                  </a:lnTo>
                  <a:lnTo>
                    <a:pt x="2926014" y="4106408"/>
                  </a:lnTo>
                  <a:lnTo>
                    <a:pt x="2954880" y="4032389"/>
                  </a:lnTo>
                  <a:lnTo>
                    <a:pt x="2983261" y="3954264"/>
                  </a:lnTo>
                  <a:lnTo>
                    <a:pt x="3011269" y="3871992"/>
                  </a:lnTo>
                  <a:lnTo>
                    <a:pt x="3038998" y="3785573"/>
                  </a:lnTo>
                  <a:lnTo>
                    <a:pt x="3066526" y="3695051"/>
                  </a:lnTo>
                  <a:lnTo>
                    <a:pt x="3093919" y="3600522"/>
                  </a:lnTo>
                  <a:lnTo>
                    <a:pt x="3121229" y="3502130"/>
                  </a:lnTo>
                  <a:lnTo>
                    <a:pt x="3148497" y="3400073"/>
                  </a:lnTo>
                  <a:lnTo>
                    <a:pt x="3175755" y="3294601"/>
                  </a:lnTo>
                  <a:lnTo>
                    <a:pt x="3203024" y="3186016"/>
                  </a:lnTo>
                  <a:lnTo>
                    <a:pt x="3230317" y="3074669"/>
                  </a:lnTo>
                  <a:lnTo>
                    <a:pt x="3257643" y="2960956"/>
                  </a:lnTo>
                  <a:lnTo>
                    <a:pt x="3285001" y="2845315"/>
                  </a:lnTo>
                  <a:lnTo>
                    <a:pt x="3312386" y="2728217"/>
                  </a:lnTo>
                  <a:lnTo>
                    <a:pt x="3339792" y="2610159"/>
                  </a:lnTo>
                  <a:lnTo>
                    <a:pt x="3367207" y="2491656"/>
                  </a:lnTo>
                  <a:lnTo>
                    <a:pt x="3394621" y="2373229"/>
                  </a:lnTo>
                  <a:lnTo>
                    <a:pt x="3422022" y="2255401"/>
                  </a:lnTo>
                  <a:lnTo>
                    <a:pt x="3449400" y="2138682"/>
                  </a:lnTo>
                  <a:lnTo>
                    <a:pt x="3476749" y="2023561"/>
                  </a:lnTo>
                  <a:lnTo>
                    <a:pt x="3504064" y="1910501"/>
                  </a:lnTo>
                  <a:lnTo>
                    <a:pt x="3531350" y="1799928"/>
                  </a:lnTo>
                  <a:lnTo>
                    <a:pt x="3558614" y="1692225"/>
                  </a:lnTo>
                  <a:lnTo>
                    <a:pt x="3585872" y="1587729"/>
                  </a:lnTo>
                  <a:lnTo>
                    <a:pt x="3613148" y="1486728"/>
                  </a:lnTo>
                  <a:lnTo>
                    <a:pt x="3640478" y="1389455"/>
                  </a:lnTo>
                  <a:lnTo>
                    <a:pt x="3667905" y="1296093"/>
                  </a:lnTo>
                  <a:lnTo>
                    <a:pt x="3695485" y="1206772"/>
                  </a:lnTo>
                  <a:lnTo>
                    <a:pt x="3723287" y="1121571"/>
                  </a:lnTo>
                  <a:lnTo>
                    <a:pt x="3751394" y="1040522"/>
                  </a:lnTo>
                  <a:lnTo>
                    <a:pt x="3779906" y="963613"/>
                  </a:lnTo>
                  <a:lnTo>
                    <a:pt x="3808939" y="890789"/>
                  </a:lnTo>
                  <a:lnTo>
                    <a:pt x="3829811" y="841818"/>
                  </a:lnTo>
                  <a:lnTo>
                    <a:pt x="3872058" y="751199"/>
                  </a:lnTo>
                  <a:lnTo>
                    <a:pt x="3916241" y="668252"/>
                  </a:lnTo>
                  <a:lnTo>
                    <a:pt x="3962888" y="592721"/>
                  </a:lnTo>
                  <a:lnTo>
                    <a:pt x="4012582" y="524102"/>
                  </a:lnTo>
                  <a:lnTo>
                    <a:pt x="4065925" y="461785"/>
                  </a:lnTo>
                  <a:lnTo>
                    <a:pt x="4123513" y="405135"/>
                  </a:lnTo>
                  <a:lnTo>
                    <a:pt x="4185896" y="353549"/>
                  </a:lnTo>
                  <a:lnTo>
                    <a:pt x="4253528" y="306491"/>
                  </a:lnTo>
                  <a:lnTo>
                    <a:pt x="4326705" y="263511"/>
                  </a:lnTo>
                  <a:lnTo>
                    <a:pt x="4405482" y="224254"/>
                  </a:lnTo>
                  <a:lnTo>
                    <a:pt x="4489566" y="188469"/>
                  </a:lnTo>
                  <a:lnTo>
                    <a:pt x="4578215" y="156003"/>
                  </a:lnTo>
                  <a:lnTo>
                    <a:pt x="4670133" y="126800"/>
                  </a:lnTo>
                  <a:lnTo>
                    <a:pt x="4763415" y="100875"/>
                  </a:lnTo>
                  <a:lnTo>
                    <a:pt x="4855560" y="78290"/>
                  </a:lnTo>
                  <a:lnTo>
                    <a:pt x="4943606" y="59111"/>
                  </a:lnTo>
                  <a:lnTo>
                    <a:pt x="5024397" y="43362"/>
                  </a:lnTo>
                  <a:lnTo>
                    <a:pt x="5094968" y="30974"/>
                  </a:lnTo>
                  <a:lnTo>
                    <a:pt x="5152986" y="21755"/>
                  </a:lnTo>
                  <a:lnTo>
                    <a:pt x="5197149" y="15375"/>
                  </a:lnTo>
                  <a:lnTo>
                    <a:pt x="5227449" y="11380"/>
                  </a:lnTo>
                  <a:lnTo>
                    <a:pt x="5245242" y="9233"/>
                  </a:lnTo>
                  <a:lnTo>
                    <a:pt x="5253159" y="8356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419" y="8257"/>
                  </a:lnTo>
                  <a:lnTo>
                    <a:pt x="6734505" y="8863"/>
                  </a:lnTo>
                  <a:lnTo>
                    <a:pt x="6752396" y="10536"/>
                  </a:lnTo>
                  <a:lnTo>
                    <a:pt x="6784459" y="13831"/>
                  </a:lnTo>
                  <a:lnTo>
                    <a:pt x="6832400" y="19265"/>
                  </a:lnTo>
                  <a:lnTo>
                    <a:pt x="6896137" y="27267"/>
                  </a:lnTo>
                  <a:lnTo>
                    <a:pt x="6973914" y="38138"/>
                  </a:lnTo>
                  <a:lnTo>
                    <a:pt x="7062694" y="52039"/>
                  </a:lnTo>
                  <a:lnTo>
                    <a:pt x="7158738" y="69010"/>
                  </a:lnTo>
                  <a:lnTo>
                    <a:pt x="7258213" y="89011"/>
                  </a:lnTo>
                  <a:lnTo>
                    <a:pt x="7357683" y="111976"/>
                  </a:lnTo>
                  <a:lnTo>
                    <a:pt x="7454411" y="137862"/>
                  </a:lnTo>
                  <a:lnTo>
                    <a:pt x="7546465" y="166690"/>
                  </a:lnTo>
                  <a:lnTo>
                    <a:pt x="7632680" y="198568"/>
                  </a:lnTo>
                  <a:lnTo>
                    <a:pt x="7712532" y="233708"/>
                  </a:lnTo>
                  <a:lnTo>
                    <a:pt x="7785990" y="272423"/>
                  </a:lnTo>
                  <a:lnTo>
                    <a:pt x="7853372" y="315130"/>
                  </a:lnTo>
                  <a:lnTo>
                    <a:pt x="7915216" y="362334"/>
                  </a:lnTo>
                  <a:lnTo>
                    <a:pt x="7972194" y="414610"/>
                  </a:lnTo>
                  <a:lnTo>
                    <a:pt x="8025035" y="472566"/>
                  </a:lnTo>
                  <a:lnTo>
                    <a:pt x="8074480" y="536780"/>
                  </a:lnTo>
                  <a:lnTo>
                    <a:pt x="8121230" y="607701"/>
                  </a:lnTo>
                  <a:lnTo>
                    <a:pt x="8151487" y="659288"/>
                  </a:lnTo>
                  <a:lnTo>
                    <a:pt x="8184427" y="720655"/>
                  </a:lnTo>
                  <a:lnTo>
                    <a:pt x="8216615" y="785968"/>
                  </a:lnTo>
                  <a:lnTo>
                    <a:pt x="8248232" y="855307"/>
                  </a:lnTo>
                  <a:lnTo>
                    <a:pt x="8279425" y="928705"/>
                  </a:lnTo>
                  <a:lnTo>
                    <a:pt x="8310318" y="1006140"/>
                  </a:lnTo>
                  <a:lnTo>
                    <a:pt x="8341010" y="1087535"/>
                  </a:lnTo>
                  <a:lnTo>
                    <a:pt x="8371580" y="1172752"/>
                  </a:lnTo>
                  <a:lnTo>
                    <a:pt x="8402090" y="1261586"/>
                  </a:lnTo>
                  <a:lnTo>
                    <a:pt x="8432585" y="1353771"/>
                  </a:lnTo>
                  <a:lnTo>
                    <a:pt x="8463095" y="1448977"/>
                  </a:lnTo>
                  <a:lnTo>
                    <a:pt x="8493638" y="1546812"/>
                  </a:lnTo>
                  <a:lnTo>
                    <a:pt x="8524222" y="1646831"/>
                  </a:lnTo>
                  <a:lnTo>
                    <a:pt x="8554844" y="1748543"/>
                  </a:lnTo>
                  <a:lnTo>
                    <a:pt x="8585497" y="1851417"/>
                  </a:lnTo>
                  <a:lnTo>
                    <a:pt x="8616166" y="1954897"/>
                  </a:lnTo>
                  <a:lnTo>
                    <a:pt x="8646836" y="2058415"/>
                  </a:lnTo>
                  <a:lnTo>
                    <a:pt x="8677492" y="2161398"/>
                  </a:lnTo>
                  <a:lnTo>
                    <a:pt x="8708119" y="2263288"/>
                  </a:lnTo>
                  <a:lnTo>
                    <a:pt x="8738708" y="2363552"/>
                  </a:lnTo>
                  <a:lnTo>
                    <a:pt x="8769256" y="2461692"/>
                  </a:lnTo>
                  <a:lnTo>
                    <a:pt x="8799769" y="2557257"/>
                  </a:lnTo>
                  <a:lnTo>
                    <a:pt x="8830265" y="2649848"/>
                  </a:lnTo>
                  <a:lnTo>
                    <a:pt x="8860770" y="2739127"/>
                  </a:lnTo>
                  <a:lnTo>
                    <a:pt x="8891330" y="2824818"/>
                  </a:lnTo>
                  <a:lnTo>
                    <a:pt x="8922002" y="2906711"/>
                  </a:lnTo>
                  <a:lnTo>
                    <a:pt x="8952864" y="2984658"/>
                  </a:lnTo>
                  <a:lnTo>
                    <a:pt x="8984013" y="3058574"/>
                  </a:lnTo>
                  <a:lnTo>
                    <a:pt x="9015568" y="3128431"/>
                  </a:lnTo>
                  <a:lnTo>
                    <a:pt x="9047674" y="3194255"/>
                  </a:lnTo>
                  <a:lnTo>
                    <a:pt x="9080507" y="3256121"/>
                  </a:lnTo>
                  <a:lnTo>
                    <a:pt x="9084767" y="3263750"/>
                  </a:lnTo>
                  <a:lnTo>
                    <a:pt x="9130065" y="3339300"/>
                  </a:lnTo>
                  <a:lnTo>
                    <a:pt x="9177623" y="3407990"/>
                  </a:lnTo>
                  <a:lnTo>
                    <a:pt x="9228099" y="3470098"/>
                  </a:lnTo>
                  <a:lnTo>
                    <a:pt x="9282212" y="3526129"/>
                  </a:lnTo>
                  <a:lnTo>
                    <a:pt x="9340704" y="3576679"/>
                  </a:lnTo>
                  <a:lnTo>
                    <a:pt x="9404291" y="3622352"/>
                  </a:lnTo>
                  <a:lnTo>
                    <a:pt x="9473610" y="3663701"/>
                  </a:lnTo>
                  <a:lnTo>
                    <a:pt x="9549140" y="3701205"/>
                  </a:lnTo>
                  <a:lnTo>
                    <a:pt x="9631098" y="3735248"/>
                  </a:lnTo>
                  <a:lnTo>
                    <a:pt x="9719309" y="3766110"/>
                  </a:lnTo>
                  <a:lnTo>
                    <a:pt x="9813057" y="3793968"/>
                  </a:lnTo>
                  <a:lnTo>
                    <a:pt x="9910934" y="3818900"/>
                  </a:lnTo>
                  <a:lnTo>
                    <a:pt x="10010745" y="3840902"/>
                  </a:lnTo>
                  <a:lnTo>
                    <a:pt x="10109503" y="3859918"/>
                  </a:lnTo>
                  <a:lnTo>
                    <a:pt x="10203599" y="3875886"/>
                  </a:lnTo>
                  <a:lnTo>
                    <a:pt x="10289169" y="3888786"/>
                  </a:lnTo>
                  <a:lnTo>
                    <a:pt x="10362634" y="3898693"/>
                  </a:lnTo>
                  <a:lnTo>
                    <a:pt x="10421319" y="3905815"/>
                  </a:lnTo>
                  <a:lnTo>
                    <a:pt x="10463986" y="3910497"/>
                  </a:lnTo>
                  <a:lnTo>
                    <a:pt x="10491139" y="3913202"/>
                  </a:lnTo>
                  <a:lnTo>
                    <a:pt x="10505050" y="3914464"/>
                  </a:lnTo>
                  <a:lnTo>
                    <a:pt x="10509577" y="3914840"/>
                  </a:lnTo>
                  <a:lnTo>
                    <a:pt x="10509911" y="3914866"/>
                  </a:lnTo>
                  <a:lnTo>
                    <a:pt x="11981298" y="3914866"/>
                  </a:lnTo>
                  <a:lnTo>
                    <a:pt x="11981298" y="3906693"/>
                  </a:lnTo>
                  <a:lnTo>
                    <a:pt x="10509911" y="3906693"/>
                  </a:lnTo>
                  <a:lnTo>
                    <a:pt x="10508834" y="3906608"/>
                  </a:lnTo>
                  <a:lnTo>
                    <a:pt x="10501748" y="3906002"/>
                  </a:lnTo>
                  <a:lnTo>
                    <a:pt x="10483857" y="3904329"/>
                  </a:lnTo>
                  <a:lnTo>
                    <a:pt x="10451794" y="3901034"/>
                  </a:lnTo>
                  <a:lnTo>
                    <a:pt x="10403853" y="3895600"/>
                  </a:lnTo>
                  <a:lnTo>
                    <a:pt x="10340116" y="3887598"/>
                  </a:lnTo>
                  <a:lnTo>
                    <a:pt x="10262339" y="3876727"/>
                  </a:lnTo>
                  <a:lnTo>
                    <a:pt x="10173559" y="3862827"/>
                  </a:lnTo>
                  <a:lnTo>
                    <a:pt x="10077515" y="3845856"/>
                  </a:lnTo>
                  <a:lnTo>
                    <a:pt x="9978040" y="3825855"/>
                  </a:lnTo>
                  <a:lnTo>
                    <a:pt x="9878571" y="3802890"/>
                  </a:lnTo>
                  <a:lnTo>
                    <a:pt x="9781842" y="3777003"/>
                  </a:lnTo>
                  <a:lnTo>
                    <a:pt x="9689788" y="3748175"/>
                  </a:lnTo>
                  <a:lnTo>
                    <a:pt x="9603574" y="3716297"/>
                  </a:lnTo>
                  <a:lnTo>
                    <a:pt x="9523722" y="3681157"/>
                  </a:lnTo>
                  <a:lnTo>
                    <a:pt x="9450263" y="3642442"/>
                  </a:lnTo>
                  <a:lnTo>
                    <a:pt x="9382881" y="3599735"/>
                  </a:lnTo>
                  <a:lnTo>
                    <a:pt x="9321037" y="3552531"/>
                  </a:lnTo>
                  <a:lnTo>
                    <a:pt x="9264059" y="3500255"/>
                  </a:lnTo>
                  <a:lnTo>
                    <a:pt x="9211218" y="3442299"/>
                  </a:lnTo>
                  <a:lnTo>
                    <a:pt x="9161774" y="3378085"/>
                  </a:lnTo>
                  <a:lnTo>
                    <a:pt x="9115023" y="3307164"/>
                  </a:lnTo>
                  <a:lnTo>
                    <a:pt x="9084767" y="3255577"/>
                  </a:lnTo>
                  <a:lnTo>
                    <a:pt x="9051827" y="3194210"/>
                  </a:lnTo>
                  <a:lnTo>
                    <a:pt x="9019638" y="3128897"/>
                  </a:lnTo>
                  <a:lnTo>
                    <a:pt x="8988021" y="3059558"/>
                  </a:lnTo>
                  <a:lnTo>
                    <a:pt x="8956828" y="2986161"/>
                  </a:lnTo>
                  <a:lnTo>
                    <a:pt x="8925935" y="2908725"/>
                  </a:lnTo>
                  <a:lnTo>
                    <a:pt x="8895243" y="2827330"/>
                  </a:lnTo>
                  <a:lnTo>
                    <a:pt x="8864673" y="2742114"/>
                  </a:lnTo>
                  <a:lnTo>
                    <a:pt x="8834163" y="2653279"/>
                  </a:lnTo>
                  <a:lnTo>
                    <a:pt x="8803668" y="2561094"/>
                  </a:lnTo>
                  <a:lnTo>
                    <a:pt x="8773158" y="2465889"/>
                  </a:lnTo>
                  <a:lnTo>
                    <a:pt x="8742615" y="2368054"/>
                  </a:lnTo>
                  <a:lnTo>
                    <a:pt x="8712031" y="2268034"/>
                  </a:lnTo>
                  <a:lnTo>
                    <a:pt x="8681409" y="2166322"/>
                  </a:lnTo>
                  <a:lnTo>
                    <a:pt x="8650756" y="2063448"/>
                  </a:lnTo>
                  <a:lnTo>
                    <a:pt x="8620087" y="1959968"/>
                  </a:lnTo>
                  <a:lnTo>
                    <a:pt x="8589417" y="1856451"/>
                  </a:lnTo>
                  <a:lnTo>
                    <a:pt x="8558762" y="1753468"/>
                  </a:lnTo>
                  <a:lnTo>
                    <a:pt x="8528135" y="1651577"/>
                  </a:lnTo>
                  <a:lnTo>
                    <a:pt x="8497546" y="1551313"/>
                  </a:lnTo>
                  <a:lnTo>
                    <a:pt x="8466997" y="1453173"/>
                  </a:lnTo>
                  <a:lnTo>
                    <a:pt x="8436484" y="1357608"/>
                  </a:lnTo>
                  <a:lnTo>
                    <a:pt x="8405989" y="1265017"/>
                  </a:lnTo>
                  <a:lnTo>
                    <a:pt x="8375483" y="1175738"/>
                  </a:lnTo>
                  <a:lnTo>
                    <a:pt x="8344923" y="1090047"/>
                  </a:lnTo>
                  <a:lnTo>
                    <a:pt x="8314251" y="1008154"/>
                  </a:lnTo>
                  <a:lnTo>
                    <a:pt x="8283389" y="930207"/>
                  </a:lnTo>
                  <a:lnTo>
                    <a:pt x="8252240" y="856291"/>
                  </a:lnTo>
                  <a:lnTo>
                    <a:pt x="8220686" y="786434"/>
                  </a:lnTo>
                  <a:lnTo>
                    <a:pt x="8188579" y="720610"/>
                  </a:lnTo>
                  <a:lnTo>
                    <a:pt x="8155747" y="658744"/>
                  </a:lnTo>
                  <a:lnTo>
                    <a:pt x="8151487" y="651115"/>
                  </a:lnTo>
                  <a:lnTo>
                    <a:pt x="8106189" y="575565"/>
                  </a:lnTo>
                  <a:lnTo>
                    <a:pt x="8058630" y="506875"/>
                  </a:lnTo>
                  <a:lnTo>
                    <a:pt x="8008154" y="444767"/>
                  </a:lnTo>
                  <a:lnTo>
                    <a:pt x="7954041" y="388736"/>
                  </a:lnTo>
                  <a:lnTo>
                    <a:pt x="7895550" y="338186"/>
                  </a:lnTo>
                  <a:lnTo>
                    <a:pt x="7831963" y="292514"/>
                  </a:lnTo>
                  <a:lnTo>
                    <a:pt x="7762643" y="251164"/>
                  </a:lnTo>
                  <a:lnTo>
                    <a:pt x="7687113" y="213660"/>
                  </a:lnTo>
                  <a:lnTo>
                    <a:pt x="7605155" y="179618"/>
                  </a:lnTo>
                  <a:lnTo>
                    <a:pt x="7516944" y="148755"/>
                  </a:lnTo>
                  <a:lnTo>
                    <a:pt x="7423196" y="120897"/>
                  </a:lnTo>
                  <a:lnTo>
                    <a:pt x="7325319" y="95965"/>
                  </a:lnTo>
                  <a:lnTo>
                    <a:pt x="7225508" y="73963"/>
                  </a:lnTo>
                  <a:lnTo>
                    <a:pt x="7126751" y="54947"/>
                  </a:lnTo>
                  <a:lnTo>
                    <a:pt x="7032654" y="38979"/>
                  </a:lnTo>
                  <a:lnTo>
                    <a:pt x="6947085" y="26079"/>
                  </a:lnTo>
                  <a:lnTo>
                    <a:pt x="6873619" y="16172"/>
                  </a:lnTo>
                  <a:lnTo>
                    <a:pt x="6814934" y="9050"/>
                  </a:lnTo>
                  <a:lnTo>
                    <a:pt x="6772267" y="4368"/>
                  </a:lnTo>
                  <a:lnTo>
                    <a:pt x="6745114" y="1664"/>
                  </a:lnTo>
                  <a:lnTo>
                    <a:pt x="6731203" y="401"/>
                  </a:lnTo>
                  <a:lnTo>
                    <a:pt x="6726676" y="25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075" y="88"/>
                  </a:lnTo>
                  <a:lnTo>
                    <a:pt x="5248256" y="718"/>
                  </a:lnTo>
                  <a:lnTo>
                    <a:pt x="5233483" y="2459"/>
                  </a:lnTo>
                  <a:lnTo>
                    <a:pt x="5206803" y="5891"/>
                  </a:lnTo>
                  <a:lnTo>
                    <a:pt x="5166497" y="11568"/>
                  </a:lnTo>
                  <a:lnTo>
                    <a:pt x="5112199" y="19970"/>
                  </a:lnTo>
                  <a:lnTo>
                    <a:pt x="5044875" y="31464"/>
                  </a:lnTo>
                  <a:lnTo>
                    <a:pt x="4966610" y="46280"/>
                  </a:lnTo>
                  <a:lnTo>
                    <a:pt x="4880240" y="64518"/>
                  </a:lnTo>
                  <a:lnTo>
                    <a:pt x="4788909" y="86174"/>
                  </a:lnTo>
                  <a:lnTo>
                    <a:pt x="4695667" y="111191"/>
                  </a:lnTo>
                  <a:lnTo>
                    <a:pt x="4603159" y="139500"/>
                  </a:lnTo>
                  <a:lnTo>
                    <a:pt x="4513460" y="171069"/>
                  </a:lnTo>
                  <a:lnTo>
                    <a:pt x="4428028" y="205933"/>
                  </a:lnTo>
                  <a:lnTo>
                    <a:pt x="4347751" y="244218"/>
                  </a:lnTo>
                  <a:lnTo>
                    <a:pt x="4273031" y="286146"/>
                  </a:lnTo>
                  <a:lnTo>
                    <a:pt x="4203899" y="332045"/>
                  </a:lnTo>
                  <a:lnTo>
                    <a:pt x="4140117" y="382339"/>
                  </a:lnTo>
                  <a:lnTo>
                    <a:pt x="4081267" y="437544"/>
                  </a:lnTo>
                  <a:lnTo>
                    <a:pt x="4026818" y="498245"/>
                  </a:lnTo>
                  <a:lnTo>
                    <a:pt x="3976184" y="565072"/>
                  </a:lnTo>
                  <a:lnTo>
                    <a:pt x="3928760" y="638652"/>
                  </a:lnTo>
                  <a:lnTo>
                    <a:pt x="3883957" y="719527"/>
                  </a:lnTo>
                  <a:lnTo>
                    <a:pt x="3841228" y="808038"/>
                  </a:lnTo>
                  <a:lnTo>
                    <a:pt x="3829811" y="833645"/>
                  </a:lnTo>
                  <a:lnTo>
                    <a:pt x="3800328" y="903639"/>
                  </a:lnTo>
                  <a:lnTo>
                    <a:pt x="3771462" y="977658"/>
                  </a:lnTo>
                  <a:lnTo>
                    <a:pt x="3743081" y="1055782"/>
                  </a:lnTo>
                  <a:lnTo>
                    <a:pt x="3715073" y="1138055"/>
                  </a:lnTo>
                  <a:lnTo>
                    <a:pt x="3687344" y="1224474"/>
                  </a:lnTo>
                  <a:lnTo>
                    <a:pt x="3659816" y="1314996"/>
                  </a:lnTo>
                  <a:lnTo>
                    <a:pt x="3632423" y="1409525"/>
                  </a:lnTo>
                  <a:lnTo>
                    <a:pt x="3605113" y="1507917"/>
                  </a:lnTo>
                  <a:lnTo>
                    <a:pt x="3577845" y="1609974"/>
                  </a:lnTo>
                  <a:lnTo>
                    <a:pt x="3550587" y="1715446"/>
                  </a:lnTo>
                  <a:lnTo>
                    <a:pt x="3523318" y="1824031"/>
                  </a:lnTo>
                  <a:lnTo>
                    <a:pt x="3496025" y="1935378"/>
                  </a:lnTo>
                  <a:lnTo>
                    <a:pt x="3468699" y="2049091"/>
                  </a:lnTo>
                  <a:lnTo>
                    <a:pt x="3441342" y="2164732"/>
                  </a:lnTo>
                  <a:lnTo>
                    <a:pt x="3413956" y="2281830"/>
                  </a:lnTo>
                  <a:lnTo>
                    <a:pt x="3386550" y="2399888"/>
                  </a:lnTo>
                  <a:lnTo>
                    <a:pt x="3359135" y="2518391"/>
                  </a:lnTo>
                  <a:lnTo>
                    <a:pt x="3331721" y="2636818"/>
                  </a:lnTo>
                  <a:lnTo>
                    <a:pt x="3304320" y="2754646"/>
                  </a:lnTo>
                  <a:lnTo>
                    <a:pt x="3276942" y="2871365"/>
                  </a:lnTo>
                  <a:lnTo>
                    <a:pt x="3249594" y="2986486"/>
                  </a:lnTo>
                  <a:lnTo>
                    <a:pt x="3222278" y="3099546"/>
                  </a:lnTo>
                  <a:lnTo>
                    <a:pt x="3194992" y="3210119"/>
                  </a:lnTo>
                  <a:lnTo>
                    <a:pt x="3167729" y="3317822"/>
                  </a:lnTo>
                  <a:lnTo>
                    <a:pt x="3140471" y="3422318"/>
                  </a:lnTo>
                  <a:lnTo>
                    <a:pt x="3113194" y="3523319"/>
                  </a:lnTo>
                  <a:lnTo>
                    <a:pt x="3085864" y="3620592"/>
                  </a:lnTo>
                  <a:lnTo>
                    <a:pt x="3058437" y="3713954"/>
                  </a:lnTo>
                  <a:lnTo>
                    <a:pt x="3030857" y="3803275"/>
                  </a:lnTo>
                  <a:lnTo>
                    <a:pt x="3003055" y="3888476"/>
                  </a:lnTo>
                  <a:lnTo>
                    <a:pt x="2974948" y="3969525"/>
                  </a:lnTo>
                  <a:lnTo>
                    <a:pt x="2946436" y="4046434"/>
                  </a:lnTo>
                  <a:lnTo>
                    <a:pt x="2917403" y="4119258"/>
                  </a:lnTo>
                  <a:lnTo>
                    <a:pt x="2896531" y="4168229"/>
                  </a:lnTo>
                  <a:lnTo>
                    <a:pt x="2854284" y="4258848"/>
                  </a:lnTo>
                  <a:lnTo>
                    <a:pt x="2810102" y="4341795"/>
                  </a:lnTo>
                  <a:lnTo>
                    <a:pt x="2763454" y="4417326"/>
                  </a:lnTo>
                  <a:lnTo>
                    <a:pt x="2713760" y="4485944"/>
                  </a:lnTo>
                  <a:lnTo>
                    <a:pt x="2660417" y="4548262"/>
                  </a:lnTo>
                  <a:lnTo>
                    <a:pt x="2602829" y="4604912"/>
                  </a:lnTo>
                  <a:lnTo>
                    <a:pt x="2540447" y="4656498"/>
                  </a:lnTo>
                  <a:lnTo>
                    <a:pt x="2472814" y="4703556"/>
                  </a:lnTo>
                  <a:lnTo>
                    <a:pt x="2399637" y="4746536"/>
                  </a:lnTo>
                  <a:lnTo>
                    <a:pt x="2320860" y="4785793"/>
                  </a:lnTo>
                  <a:lnTo>
                    <a:pt x="2236776" y="4821578"/>
                  </a:lnTo>
                  <a:lnTo>
                    <a:pt x="2148127" y="4854044"/>
                  </a:lnTo>
                  <a:lnTo>
                    <a:pt x="2056209" y="4883247"/>
                  </a:lnTo>
                  <a:lnTo>
                    <a:pt x="1962927" y="4909172"/>
                  </a:lnTo>
                  <a:lnTo>
                    <a:pt x="1870782" y="4931757"/>
                  </a:lnTo>
                  <a:lnTo>
                    <a:pt x="1782736" y="4950936"/>
                  </a:lnTo>
                  <a:lnTo>
                    <a:pt x="1701945" y="4966685"/>
                  </a:lnTo>
                  <a:lnTo>
                    <a:pt x="1631374" y="4979073"/>
                  </a:lnTo>
                  <a:lnTo>
                    <a:pt x="1573356" y="4988292"/>
                  </a:lnTo>
                  <a:lnTo>
                    <a:pt x="1529193" y="4994672"/>
                  </a:lnTo>
                  <a:lnTo>
                    <a:pt x="1498893" y="4998667"/>
                  </a:lnTo>
                  <a:lnTo>
                    <a:pt x="1481100" y="5000814"/>
                  </a:lnTo>
                  <a:lnTo>
                    <a:pt x="1473183" y="5001691"/>
                  </a:lnTo>
                  <a:lnTo>
                    <a:pt x="1471387" y="5001874"/>
                  </a:lnTo>
                  <a:lnTo>
                    <a:pt x="0" y="5001874"/>
                  </a:lnTo>
                  <a:close/>
                </a:path>
              </a:pathLst>
            </a:custGeom>
            <a:solidFill>
              <a:srgbClr val="9E9E9E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728" name="pl1728"/>
            <p:cNvSpPr/>
            <p:nvPr/>
          </p:nvSpPr>
          <p:spPr>
            <a:xfrm>
              <a:off x="4799595" y="4955251"/>
              <a:ext cx="11981298" cy="5001874"/>
            </a:xfrm>
            <a:custGeom>
              <a:avLst/>
              <a:pathLst>
                <a:path w="11981298" h="5001874">
                  <a:moveTo>
                    <a:pt x="0" y="5001874"/>
                  </a:moveTo>
                  <a:lnTo>
                    <a:pt x="1471387" y="5001874"/>
                  </a:lnTo>
                  <a:lnTo>
                    <a:pt x="1472267" y="5001786"/>
                  </a:lnTo>
                  <a:lnTo>
                    <a:pt x="1478086" y="5001156"/>
                  </a:lnTo>
                  <a:lnTo>
                    <a:pt x="1492860" y="4999415"/>
                  </a:lnTo>
                  <a:lnTo>
                    <a:pt x="1519539" y="4995983"/>
                  </a:lnTo>
                  <a:lnTo>
                    <a:pt x="1559845" y="4990306"/>
                  </a:lnTo>
                  <a:lnTo>
                    <a:pt x="1614143" y="4981904"/>
                  </a:lnTo>
                  <a:lnTo>
                    <a:pt x="1681467" y="4970410"/>
                  </a:lnTo>
                  <a:lnTo>
                    <a:pt x="1759732" y="4955594"/>
                  </a:lnTo>
                  <a:lnTo>
                    <a:pt x="1846103" y="4937356"/>
                  </a:lnTo>
                  <a:lnTo>
                    <a:pt x="1937433" y="4915700"/>
                  </a:lnTo>
                  <a:lnTo>
                    <a:pt x="2030675" y="4890683"/>
                  </a:lnTo>
                  <a:lnTo>
                    <a:pt x="2123183" y="4862374"/>
                  </a:lnTo>
                  <a:lnTo>
                    <a:pt x="2212883" y="4830805"/>
                  </a:lnTo>
                  <a:lnTo>
                    <a:pt x="2298314" y="4795941"/>
                  </a:lnTo>
                  <a:lnTo>
                    <a:pt x="2378591" y="4757656"/>
                  </a:lnTo>
                  <a:lnTo>
                    <a:pt x="2453311" y="4715728"/>
                  </a:lnTo>
                  <a:lnTo>
                    <a:pt x="2522443" y="4669829"/>
                  </a:lnTo>
                  <a:lnTo>
                    <a:pt x="2586225" y="4619535"/>
                  </a:lnTo>
                  <a:lnTo>
                    <a:pt x="2645075" y="4564330"/>
                  </a:lnTo>
                  <a:lnTo>
                    <a:pt x="2699524" y="4503629"/>
                  </a:lnTo>
                  <a:lnTo>
                    <a:pt x="2750158" y="4436802"/>
                  </a:lnTo>
                  <a:lnTo>
                    <a:pt x="2797582" y="4363222"/>
                  </a:lnTo>
                  <a:lnTo>
                    <a:pt x="2842385" y="4282347"/>
                  </a:lnTo>
                  <a:lnTo>
                    <a:pt x="2885114" y="4193836"/>
                  </a:lnTo>
                  <a:lnTo>
                    <a:pt x="2896531" y="4168229"/>
                  </a:lnTo>
                  <a:lnTo>
                    <a:pt x="2926014" y="4098235"/>
                  </a:lnTo>
                  <a:lnTo>
                    <a:pt x="2954880" y="4024216"/>
                  </a:lnTo>
                  <a:lnTo>
                    <a:pt x="2983261" y="3946091"/>
                  </a:lnTo>
                  <a:lnTo>
                    <a:pt x="3011269" y="3863819"/>
                  </a:lnTo>
                  <a:lnTo>
                    <a:pt x="3038998" y="3777400"/>
                  </a:lnTo>
                  <a:lnTo>
                    <a:pt x="3066526" y="3686878"/>
                  </a:lnTo>
                  <a:lnTo>
                    <a:pt x="3093919" y="3592349"/>
                  </a:lnTo>
                  <a:lnTo>
                    <a:pt x="3121229" y="3493957"/>
                  </a:lnTo>
                  <a:lnTo>
                    <a:pt x="3148497" y="3391900"/>
                  </a:lnTo>
                  <a:lnTo>
                    <a:pt x="3175755" y="3286428"/>
                  </a:lnTo>
                  <a:lnTo>
                    <a:pt x="3203024" y="3177843"/>
                  </a:lnTo>
                  <a:lnTo>
                    <a:pt x="3230317" y="3066496"/>
                  </a:lnTo>
                  <a:lnTo>
                    <a:pt x="3257643" y="2952783"/>
                  </a:lnTo>
                  <a:lnTo>
                    <a:pt x="3285001" y="2837142"/>
                  </a:lnTo>
                  <a:lnTo>
                    <a:pt x="3312386" y="2720044"/>
                  </a:lnTo>
                  <a:lnTo>
                    <a:pt x="3339792" y="2601986"/>
                  </a:lnTo>
                  <a:lnTo>
                    <a:pt x="3367207" y="2483483"/>
                  </a:lnTo>
                  <a:lnTo>
                    <a:pt x="3394621" y="2365056"/>
                  </a:lnTo>
                  <a:lnTo>
                    <a:pt x="3422022" y="2247228"/>
                  </a:lnTo>
                  <a:lnTo>
                    <a:pt x="3449400" y="2130509"/>
                  </a:lnTo>
                  <a:lnTo>
                    <a:pt x="3476749" y="2015388"/>
                  </a:lnTo>
                  <a:lnTo>
                    <a:pt x="3504064" y="1902328"/>
                  </a:lnTo>
                  <a:lnTo>
                    <a:pt x="3531350" y="1791755"/>
                  </a:lnTo>
                  <a:lnTo>
                    <a:pt x="3558614" y="1684052"/>
                  </a:lnTo>
                  <a:lnTo>
                    <a:pt x="3585872" y="1579556"/>
                  </a:lnTo>
                  <a:lnTo>
                    <a:pt x="3613148" y="1478555"/>
                  </a:lnTo>
                  <a:lnTo>
                    <a:pt x="3640478" y="1381282"/>
                  </a:lnTo>
                  <a:lnTo>
                    <a:pt x="3667905" y="1287920"/>
                  </a:lnTo>
                  <a:lnTo>
                    <a:pt x="3695485" y="1198599"/>
                  </a:lnTo>
                  <a:lnTo>
                    <a:pt x="3723287" y="1113398"/>
                  </a:lnTo>
                  <a:lnTo>
                    <a:pt x="3751394" y="1032349"/>
                  </a:lnTo>
                  <a:lnTo>
                    <a:pt x="3779906" y="955440"/>
                  </a:lnTo>
                  <a:lnTo>
                    <a:pt x="3808939" y="882616"/>
                  </a:lnTo>
                  <a:lnTo>
                    <a:pt x="3829811" y="833645"/>
                  </a:lnTo>
                  <a:lnTo>
                    <a:pt x="3872058" y="743026"/>
                  </a:lnTo>
                  <a:lnTo>
                    <a:pt x="3916241" y="660079"/>
                  </a:lnTo>
                  <a:lnTo>
                    <a:pt x="3962888" y="584548"/>
                  </a:lnTo>
                  <a:lnTo>
                    <a:pt x="4012582" y="515929"/>
                  </a:lnTo>
                  <a:lnTo>
                    <a:pt x="4065925" y="453612"/>
                  </a:lnTo>
                  <a:lnTo>
                    <a:pt x="4123513" y="396962"/>
                  </a:lnTo>
                  <a:lnTo>
                    <a:pt x="4185896" y="345376"/>
                  </a:lnTo>
                  <a:lnTo>
                    <a:pt x="4253528" y="298318"/>
                  </a:lnTo>
                  <a:lnTo>
                    <a:pt x="4326705" y="255338"/>
                  </a:lnTo>
                  <a:lnTo>
                    <a:pt x="4405482" y="216081"/>
                  </a:lnTo>
                  <a:lnTo>
                    <a:pt x="4489566" y="180296"/>
                  </a:lnTo>
                  <a:lnTo>
                    <a:pt x="4578215" y="147830"/>
                  </a:lnTo>
                  <a:lnTo>
                    <a:pt x="4670133" y="118627"/>
                  </a:lnTo>
                  <a:lnTo>
                    <a:pt x="4763415" y="92702"/>
                  </a:lnTo>
                  <a:lnTo>
                    <a:pt x="4855560" y="70117"/>
                  </a:lnTo>
                  <a:lnTo>
                    <a:pt x="4943606" y="50938"/>
                  </a:lnTo>
                  <a:lnTo>
                    <a:pt x="5024397" y="35189"/>
                  </a:lnTo>
                  <a:lnTo>
                    <a:pt x="5094968" y="22801"/>
                  </a:lnTo>
                  <a:lnTo>
                    <a:pt x="5152986" y="13582"/>
                  </a:lnTo>
                  <a:lnTo>
                    <a:pt x="5197149" y="7202"/>
                  </a:lnTo>
                  <a:lnTo>
                    <a:pt x="5227449" y="3207"/>
                  </a:lnTo>
                  <a:lnTo>
                    <a:pt x="5245242" y="1060"/>
                  </a:lnTo>
                  <a:lnTo>
                    <a:pt x="5253159" y="183"/>
                  </a:lnTo>
                  <a:lnTo>
                    <a:pt x="5254936" y="1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419" y="84"/>
                  </a:lnTo>
                  <a:lnTo>
                    <a:pt x="6734505" y="690"/>
                  </a:lnTo>
                  <a:lnTo>
                    <a:pt x="6752396" y="2363"/>
                  </a:lnTo>
                  <a:lnTo>
                    <a:pt x="6784459" y="5658"/>
                  </a:lnTo>
                  <a:lnTo>
                    <a:pt x="6832400" y="11092"/>
                  </a:lnTo>
                  <a:lnTo>
                    <a:pt x="6896137" y="19094"/>
                  </a:lnTo>
                  <a:lnTo>
                    <a:pt x="6973914" y="29965"/>
                  </a:lnTo>
                  <a:lnTo>
                    <a:pt x="7062694" y="43866"/>
                  </a:lnTo>
                  <a:lnTo>
                    <a:pt x="7158738" y="60837"/>
                  </a:lnTo>
                  <a:lnTo>
                    <a:pt x="7258213" y="80838"/>
                  </a:lnTo>
                  <a:lnTo>
                    <a:pt x="7357683" y="103803"/>
                  </a:lnTo>
                  <a:lnTo>
                    <a:pt x="7454411" y="129689"/>
                  </a:lnTo>
                  <a:lnTo>
                    <a:pt x="7546465" y="158517"/>
                  </a:lnTo>
                  <a:lnTo>
                    <a:pt x="7632680" y="190395"/>
                  </a:lnTo>
                  <a:lnTo>
                    <a:pt x="7712532" y="225535"/>
                  </a:lnTo>
                  <a:lnTo>
                    <a:pt x="7785990" y="264250"/>
                  </a:lnTo>
                  <a:lnTo>
                    <a:pt x="7853372" y="306957"/>
                  </a:lnTo>
                  <a:lnTo>
                    <a:pt x="7915216" y="354161"/>
                  </a:lnTo>
                  <a:lnTo>
                    <a:pt x="7972194" y="406437"/>
                  </a:lnTo>
                  <a:lnTo>
                    <a:pt x="8025035" y="464393"/>
                  </a:lnTo>
                  <a:lnTo>
                    <a:pt x="8074480" y="528607"/>
                  </a:lnTo>
                  <a:lnTo>
                    <a:pt x="8121230" y="599528"/>
                  </a:lnTo>
                  <a:lnTo>
                    <a:pt x="8151487" y="651115"/>
                  </a:lnTo>
                  <a:lnTo>
                    <a:pt x="8184427" y="712482"/>
                  </a:lnTo>
                  <a:lnTo>
                    <a:pt x="8216615" y="777795"/>
                  </a:lnTo>
                  <a:lnTo>
                    <a:pt x="8248232" y="847134"/>
                  </a:lnTo>
                  <a:lnTo>
                    <a:pt x="8279425" y="920532"/>
                  </a:lnTo>
                  <a:lnTo>
                    <a:pt x="8310318" y="997967"/>
                  </a:lnTo>
                  <a:lnTo>
                    <a:pt x="8341010" y="1079362"/>
                  </a:lnTo>
                  <a:lnTo>
                    <a:pt x="8371580" y="1164579"/>
                  </a:lnTo>
                  <a:lnTo>
                    <a:pt x="8402090" y="1253413"/>
                  </a:lnTo>
                  <a:lnTo>
                    <a:pt x="8432585" y="1345598"/>
                  </a:lnTo>
                  <a:lnTo>
                    <a:pt x="8463095" y="1440804"/>
                  </a:lnTo>
                  <a:lnTo>
                    <a:pt x="8493638" y="1538639"/>
                  </a:lnTo>
                  <a:lnTo>
                    <a:pt x="8524222" y="1638658"/>
                  </a:lnTo>
                  <a:lnTo>
                    <a:pt x="8554844" y="1740370"/>
                  </a:lnTo>
                  <a:lnTo>
                    <a:pt x="8585497" y="1843244"/>
                  </a:lnTo>
                  <a:lnTo>
                    <a:pt x="8616166" y="1946724"/>
                  </a:lnTo>
                  <a:lnTo>
                    <a:pt x="8646836" y="2050242"/>
                  </a:lnTo>
                  <a:lnTo>
                    <a:pt x="8677492" y="2153225"/>
                  </a:lnTo>
                  <a:lnTo>
                    <a:pt x="8708119" y="2255115"/>
                  </a:lnTo>
                  <a:lnTo>
                    <a:pt x="8738708" y="2355379"/>
                  </a:lnTo>
                  <a:lnTo>
                    <a:pt x="8769256" y="2453519"/>
                  </a:lnTo>
                  <a:lnTo>
                    <a:pt x="8799769" y="2549084"/>
                  </a:lnTo>
                  <a:lnTo>
                    <a:pt x="8830265" y="2641675"/>
                  </a:lnTo>
                  <a:lnTo>
                    <a:pt x="8860770" y="2730954"/>
                  </a:lnTo>
                  <a:lnTo>
                    <a:pt x="8891330" y="2816645"/>
                  </a:lnTo>
                  <a:lnTo>
                    <a:pt x="8922002" y="2898538"/>
                  </a:lnTo>
                  <a:lnTo>
                    <a:pt x="8952864" y="2976485"/>
                  </a:lnTo>
                  <a:lnTo>
                    <a:pt x="8984013" y="3050401"/>
                  </a:lnTo>
                  <a:lnTo>
                    <a:pt x="9015568" y="3120258"/>
                  </a:lnTo>
                  <a:lnTo>
                    <a:pt x="9047674" y="3186082"/>
                  </a:lnTo>
                  <a:lnTo>
                    <a:pt x="9080507" y="3247948"/>
                  </a:lnTo>
                  <a:lnTo>
                    <a:pt x="9084767" y="3255577"/>
                  </a:lnTo>
                  <a:lnTo>
                    <a:pt x="9130065" y="3331127"/>
                  </a:lnTo>
                  <a:lnTo>
                    <a:pt x="9177623" y="3399817"/>
                  </a:lnTo>
                  <a:lnTo>
                    <a:pt x="9228099" y="3461925"/>
                  </a:lnTo>
                  <a:lnTo>
                    <a:pt x="9282212" y="3517956"/>
                  </a:lnTo>
                  <a:lnTo>
                    <a:pt x="9340704" y="3568506"/>
                  </a:lnTo>
                  <a:lnTo>
                    <a:pt x="9404291" y="3614179"/>
                  </a:lnTo>
                  <a:lnTo>
                    <a:pt x="9473610" y="3655528"/>
                  </a:lnTo>
                  <a:lnTo>
                    <a:pt x="9549140" y="3693032"/>
                  </a:lnTo>
                  <a:lnTo>
                    <a:pt x="9631098" y="3727075"/>
                  </a:lnTo>
                  <a:lnTo>
                    <a:pt x="9719309" y="3757937"/>
                  </a:lnTo>
                  <a:lnTo>
                    <a:pt x="9813057" y="3785795"/>
                  </a:lnTo>
                  <a:lnTo>
                    <a:pt x="9910934" y="3810727"/>
                  </a:lnTo>
                  <a:lnTo>
                    <a:pt x="10010745" y="3832729"/>
                  </a:lnTo>
                  <a:lnTo>
                    <a:pt x="10109503" y="3851745"/>
                  </a:lnTo>
                  <a:lnTo>
                    <a:pt x="10203599" y="3867713"/>
                  </a:lnTo>
                  <a:lnTo>
                    <a:pt x="10289169" y="3880613"/>
                  </a:lnTo>
                  <a:lnTo>
                    <a:pt x="10362634" y="3890520"/>
                  </a:lnTo>
                  <a:lnTo>
                    <a:pt x="10421319" y="3897642"/>
                  </a:lnTo>
                  <a:lnTo>
                    <a:pt x="10463986" y="3902324"/>
                  </a:lnTo>
                  <a:lnTo>
                    <a:pt x="10491139" y="3905029"/>
                  </a:lnTo>
                  <a:lnTo>
                    <a:pt x="10505050" y="3906291"/>
                  </a:lnTo>
                  <a:lnTo>
                    <a:pt x="10509577" y="3906667"/>
                  </a:lnTo>
                  <a:lnTo>
                    <a:pt x="10509911" y="3906693"/>
                  </a:lnTo>
                  <a:lnTo>
                    <a:pt x="11981298" y="390669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29" name="pl1729"/>
            <p:cNvSpPr/>
            <p:nvPr/>
          </p:nvSpPr>
          <p:spPr>
            <a:xfrm>
              <a:off x="4799595" y="4947078"/>
              <a:ext cx="11981298" cy="5001874"/>
            </a:xfrm>
            <a:custGeom>
              <a:avLst/>
              <a:pathLst>
                <a:path w="11981298" h="5001874">
                  <a:moveTo>
                    <a:pt x="11981298" y="3906693"/>
                  </a:moveTo>
                  <a:lnTo>
                    <a:pt x="10509911" y="3906693"/>
                  </a:lnTo>
                  <a:lnTo>
                    <a:pt x="10508834" y="3906608"/>
                  </a:lnTo>
                  <a:lnTo>
                    <a:pt x="10501748" y="3906002"/>
                  </a:lnTo>
                  <a:lnTo>
                    <a:pt x="10483857" y="3904329"/>
                  </a:lnTo>
                  <a:lnTo>
                    <a:pt x="10451794" y="3901034"/>
                  </a:lnTo>
                  <a:lnTo>
                    <a:pt x="10403853" y="3895600"/>
                  </a:lnTo>
                  <a:lnTo>
                    <a:pt x="10340116" y="3887598"/>
                  </a:lnTo>
                  <a:lnTo>
                    <a:pt x="10262339" y="3876727"/>
                  </a:lnTo>
                  <a:lnTo>
                    <a:pt x="10173559" y="3862827"/>
                  </a:lnTo>
                  <a:lnTo>
                    <a:pt x="10077515" y="3845856"/>
                  </a:lnTo>
                  <a:lnTo>
                    <a:pt x="9978040" y="3825855"/>
                  </a:lnTo>
                  <a:lnTo>
                    <a:pt x="9878571" y="3802890"/>
                  </a:lnTo>
                  <a:lnTo>
                    <a:pt x="9781842" y="3777003"/>
                  </a:lnTo>
                  <a:lnTo>
                    <a:pt x="9689788" y="3748175"/>
                  </a:lnTo>
                  <a:lnTo>
                    <a:pt x="9603574" y="3716297"/>
                  </a:lnTo>
                  <a:lnTo>
                    <a:pt x="9523722" y="3681157"/>
                  </a:lnTo>
                  <a:lnTo>
                    <a:pt x="9450263" y="3642442"/>
                  </a:lnTo>
                  <a:lnTo>
                    <a:pt x="9382881" y="3599735"/>
                  </a:lnTo>
                  <a:lnTo>
                    <a:pt x="9321037" y="3552531"/>
                  </a:lnTo>
                  <a:lnTo>
                    <a:pt x="9264059" y="3500255"/>
                  </a:lnTo>
                  <a:lnTo>
                    <a:pt x="9211218" y="3442299"/>
                  </a:lnTo>
                  <a:lnTo>
                    <a:pt x="9161774" y="3378085"/>
                  </a:lnTo>
                  <a:lnTo>
                    <a:pt x="9115023" y="3307164"/>
                  </a:lnTo>
                  <a:lnTo>
                    <a:pt x="9084767" y="3255577"/>
                  </a:lnTo>
                  <a:lnTo>
                    <a:pt x="9051827" y="3194210"/>
                  </a:lnTo>
                  <a:lnTo>
                    <a:pt x="9019638" y="3128897"/>
                  </a:lnTo>
                  <a:lnTo>
                    <a:pt x="8988021" y="3059558"/>
                  </a:lnTo>
                  <a:lnTo>
                    <a:pt x="8956828" y="2986161"/>
                  </a:lnTo>
                  <a:lnTo>
                    <a:pt x="8925935" y="2908725"/>
                  </a:lnTo>
                  <a:lnTo>
                    <a:pt x="8895243" y="2827330"/>
                  </a:lnTo>
                  <a:lnTo>
                    <a:pt x="8864673" y="2742114"/>
                  </a:lnTo>
                  <a:lnTo>
                    <a:pt x="8834163" y="2653279"/>
                  </a:lnTo>
                  <a:lnTo>
                    <a:pt x="8803668" y="2561094"/>
                  </a:lnTo>
                  <a:lnTo>
                    <a:pt x="8773158" y="2465889"/>
                  </a:lnTo>
                  <a:lnTo>
                    <a:pt x="8742615" y="2368054"/>
                  </a:lnTo>
                  <a:lnTo>
                    <a:pt x="8712031" y="2268034"/>
                  </a:lnTo>
                  <a:lnTo>
                    <a:pt x="8681409" y="2166322"/>
                  </a:lnTo>
                  <a:lnTo>
                    <a:pt x="8650756" y="2063448"/>
                  </a:lnTo>
                  <a:lnTo>
                    <a:pt x="8620087" y="1959968"/>
                  </a:lnTo>
                  <a:lnTo>
                    <a:pt x="8589417" y="1856451"/>
                  </a:lnTo>
                  <a:lnTo>
                    <a:pt x="8558762" y="1753468"/>
                  </a:lnTo>
                  <a:lnTo>
                    <a:pt x="8528135" y="1651577"/>
                  </a:lnTo>
                  <a:lnTo>
                    <a:pt x="8497546" y="1551313"/>
                  </a:lnTo>
                  <a:lnTo>
                    <a:pt x="8466997" y="1453173"/>
                  </a:lnTo>
                  <a:lnTo>
                    <a:pt x="8436484" y="1357608"/>
                  </a:lnTo>
                  <a:lnTo>
                    <a:pt x="8405989" y="1265017"/>
                  </a:lnTo>
                  <a:lnTo>
                    <a:pt x="8375483" y="1175738"/>
                  </a:lnTo>
                  <a:lnTo>
                    <a:pt x="8344923" y="1090047"/>
                  </a:lnTo>
                  <a:lnTo>
                    <a:pt x="8314251" y="1008154"/>
                  </a:lnTo>
                  <a:lnTo>
                    <a:pt x="8283389" y="930207"/>
                  </a:lnTo>
                  <a:lnTo>
                    <a:pt x="8252240" y="856291"/>
                  </a:lnTo>
                  <a:lnTo>
                    <a:pt x="8220686" y="786434"/>
                  </a:lnTo>
                  <a:lnTo>
                    <a:pt x="8188579" y="720610"/>
                  </a:lnTo>
                  <a:lnTo>
                    <a:pt x="8155747" y="658744"/>
                  </a:lnTo>
                  <a:lnTo>
                    <a:pt x="8151487" y="651115"/>
                  </a:lnTo>
                  <a:lnTo>
                    <a:pt x="8106189" y="575565"/>
                  </a:lnTo>
                  <a:lnTo>
                    <a:pt x="8058630" y="506875"/>
                  </a:lnTo>
                  <a:lnTo>
                    <a:pt x="8008154" y="444767"/>
                  </a:lnTo>
                  <a:lnTo>
                    <a:pt x="7954041" y="388736"/>
                  </a:lnTo>
                  <a:lnTo>
                    <a:pt x="7895550" y="338186"/>
                  </a:lnTo>
                  <a:lnTo>
                    <a:pt x="7831963" y="292514"/>
                  </a:lnTo>
                  <a:lnTo>
                    <a:pt x="7762643" y="251164"/>
                  </a:lnTo>
                  <a:lnTo>
                    <a:pt x="7687113" y="213660"/>
                  </a:lnTo>
                  <a:lnTo>
                    <a:pt x="7605155" y="179618"/>
                  </a:lnTo>
                  <a:lnTo>
                    <a:pt x="7516944" y="148755"/>
                  </a:lnTo>
                  <a:lnTo>
                    <a:pt x="7423196" y="120897"/>
                  </a:lnTo>
                  <a:lnTo>
                    <a:pt x="7325319" y="95965"/>
                  </a:lnTo>
                  <a:lnTo>
                    <a:pt x="7225508" y="73963"/>
                  </a:lnTo>
                  <a:lnTo>
                    <a:pt x="7126751" y="54947"/>
                  </a:lnTo>
                  <a:lnTo>
                    <a:pt x="7032654" y="38979"/>
                  </a:lnTo>
                  <a:lnTo>
                    <a:pt x="6947085" y="26079"/>
                  </a:lnTo>
                  <a:lnTo>
                    <a:pt x="6873619" y="16172"/>
                  </a:lnTo>
                  <a:lnTo>
                    <a:pt x="6814934" y="9050"/>
                  </a:lnTo>
                  <a:lnTo>
                    <a:pt x="6772267" y="4368"/>
                  </a:lnTo>
                  <a:lnTo>
                    <a:pt x="6745114" y="1664"/>
                  </a:lnTo>
                  <a:lnTo>
                    <a:pt x="6731203" y="401"/>
                  </a:lnTo>
                  <a:lnTo>
                    <a:pt x="6726676" y="25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075" y="88"/>
                  </a:lnTo>
                  <a:lnTo>
                    <a:pt x="5248256" y="718"/>
                  </a:lnTo>
                  <a:lnTo>
                    <a:pt x="5233483" y="2459"/>
                  </a:lnTo>
                  <a:lnTo>
                    <a:pt x="5206803" y="5891"/>
                  </a:lnTo>
                  <a:lnTo>
                    <a:pt x="5166497" y="11568"/>
                  </a:lnTo>
                  <a:lnTo>
                    <a:pt x="5112199" y="19970"/>
                  </a:lnTo>
                  <a:lnTo>
                    <a:pt x="5044875" y="31464"/>
                  </a:lnTo>
                  <a:lnTo>
                    <a:pt x="4966610" y="46280"/>
                  </a:lnTo>
                  <a:lnTo>
                    <a:pt x="4880240" y="64518"/>
                  </a:lnTo>
                  <a:lnTo>
                    <a:pt x="4788909" y="86174"/>
                  </a:lnTo>
                  <a:lnTo>
                    <a:pt x="4695667" y="111191"/>
                  </a:lnTo>
                  <a:lnTo>
                    <a:pt x="4603159" y="139500"/>
                  </a:lnTo>
                  <a:lnTo>
                    <a:pt x="4513460" y="171069"/>
                  </a:lnTo>
                  <a:lnTo>
                    <a:pt x="4428028" y="205933"/>
                  </a:lnTo>
                  <a:lnTo>
                    <a:pt x="4347751" y="244218"/>
                  </a:lnTo>
                  <a:lnTo>
                    <a:pt x="4273031" y="286146"/>
                  </a:lnTo>
                  <a:lnTo>
                    <a:pt x="4203899" y="332045"/>
                  </a:lnTo>
                  <a:lnTo>
                    <a:pt x="4140117" y="382339"/>
                  </a:lnTo>
                  <a:lnTo>
                    <a:pt x="4081267" y="437544"/>
                  </a:lnTo>
                  <a:lnTo>
                    <a:pt x="4026818" y="498245"/>
                  </a:lnTo>
                  <a:lnTo>
                    <a:pt x="3976184" y="565072"/>
                  </a:lnTo>
                  <a:lnTo>
                    <a:pt x="3928760" y="638652"/>
                  </a:lnTo>
                  <a:lnTo>
                    <a:pt x="3883957" y="719527"/>
                  </a:lnTo>
                  <a:lnTo>
                    <a:pt x="3841228" y="808038"/>
                  </a:lnTo>
                  <a:lnTo>
                    <a:pt x="3829811" y="833645"/>
                  </a:lnTo>
                  <a:lnTo>
                    <a:pt x="3800328" y="903639"/>
                  </a:lnTo>
                  <a:lnTo>
                    <a:pt x="3771462" y="977658"/>
                  </a:lnTo>
                  <a:lnTo>
                    <a:pt x="3743081" y="1055782"/>
                  </a:lnTo>
                  <a:lnTo>
                    <a:pt x="3715073" y="1138055"/>
                  </a:lnTo>
                  <a:lnTo>
                    <a:pt x="3687344" y="1224474"/>
                  </a:lnTo>
                  <a:lnTo>
                    <a:pt x="3659816" y="1314996"/>
                  </a:lnTo>
                  <a:lnTo>
                    <a:pt x="3632423" y="1409525"/>
                  </a:lnTo>
                  <a:lnTo>
                    <a:pt x="3605113" y="1507917"/>
                  </a:lnTo>
                  <a:lnTo>
                    <a:pt x="3577845" y="1609974"/>
                  </a:lnTo>
                  <a:lnTo>
                    <a:pt x="3550587" y="1715446"/>
                  </a:lnTo>
                  <a:lnTo>
                    <a:pt x="3523318" y="1824031"/>
                  </a:lnTo>
                  <a:lnTo>
                    <a:pt x="3496025" y="1935378"/>
                  </a:lnTo>
                  <a:lnTo>
                    <a:pt x="3468699" y="2049091"/>
                  </a:lnTo>
                  <a:lnTo>
                    <a:pt x="3441342" y="2164732"/>
                  </a:lnTo>
                  <a:lnTo>
                    <a:pt x="3413956" y="2281830"/>
                  </a:lnTo>
                  <a:lnTo>
                    <a:pt x="3386550" y="2399888"/>
                  </a:lnTo>
                  <a:lnTo>
                    <a:pt x="3359135" y="2518391"/>
                  </a:lnTo>
                  <a:lnTo>
                    <a:pt x="3331721" y="2636818"/>
                  </a:lnTo>
                  <a:lnTo>
                    <a:pt x="3304320" y="2754646"/>
                  </a:lnTo>
                  <a:lnTo>
                    <a:pt x="3276942" y="2871365"/>
                  </a:lnTo>
                  <a:lnTo>
                    <a:pt x="3249594" y="2986486"/>
                  </a:lnTo>
                  <a:lnTo>
                    <a:pt x="3222278" y="3099546"/>
                  </a:lnTo>
                  <a:lnTo>
                    <a:pt x="3194992" y="3210119"/>
                  </a:lnTo>
                  <a:lnTo>
                    <a:pt x="3167729" y="3317822"/>
                  </a:lnTo>
                  <a:lnTo>
                    <a:pt x="3140471" y="3422318"/>
                  </a:lnTo>
                  <a:lnTo>
                    <a:pt x="3113194" y="3523319"/>
                  </a:lnTo>
                  <a:lnTo>
                    <a:pt x="3085864" y="3620592"/>
                  </a:lnTo>
                  <a:lnTo>
                    <a:pt x="3058437" y="3713954"/>
                  </a:lnTo>
                  <a:lnTo>
                    <a:pt x="3030857" y="3803275"/>
                  </a:lnTo>
                  <a:lnTo>
                    <a:pt x="3003055" y="3888476"/>
                  </a:lnTo>
                  <a:lnTo>
                    <a:pt x="2974948" y="3969525"/>
                  </a:lnTo>
                  <a:lnTo>
                    <a:pt x="2946436" y="4046434"/>
                  </a:lnTo>
                  <a:lnTo>
                    <a:pt x="2917403" y="4119258"/>
                  </a:lnTo>
                  <a:lnTo>
                    <a:pt x="2896531" y="4168229"/>
                  </a:lnTo>
                  <a:lnTo>
                    <a:pt x="2854284" y="4258848"/>
                  </a:lnTo>
                  <a:lnTo>
                    <a:pt x="2810102" y="4341795"/>
                  </a:lnTo>
                  <a:lnTo>
                    <a:pt x="2763454" y="4417326"/>
                  </a:lnTo>
                  <a:lnTo>
                    <a:pt x="2713760" y="4485944"/>
                  </a:lnTo>
                  <a:lnTo>
                    <a:pt x="2660417" y="4548262"/>
                  </a:lnTo>
                  <a:lnTo>
                    <a:pt x="2602829" y="4604912"/>
                  </a:lnTo>
                  <a:lnTo>
                    <a:pt x="2540447" y="4656498"/>
                  </a:lnTo>
                  <a:lnTo>
                    <a:pt x="2472814" y="4703556"/>
                  </a:lnTo>
                  <a:lnTo>
                    <a:pt x="2399637" y="4746536"/>
                  </a:lnTo>
                  <a:lnTo>
                    <a:pt x="2320860" y="4785793"/>
                  </a:lnTo>
                  <a:lnTo>
                    <a:pt x="2236776" y="4821578"/>
                  </a:lnTo>
                  <a:lnTo>
                    <a:pt x="2148127" y="4854044"/>
                  </a:lnTo>
                  <a:lnTo>
                    <a:pt x="2056209" y="4883247"/>
                  </a:lnTo>
                  <a:lnTo>
                    <a:pt x="1962927" y="4909172"/>
                  </a:lnTo>
                  <a:lnTo>
                    <a:pt x="1870782" y="4931757"/>
                  </a:lnTo>
                  <a:lnTo>
                    <a:pt x="1782736" y="4950936"/>
                  </a:lnTo>
                  <a:lnTo>
                    <a:pt x="1701945" y="4966685"/>
                  </a:lnTo>
                  <a:lnTo>
                    <a:pt x="1631374" y="4979073"/>
                  </a:lnTo>
                  <a:lnTo>
                    <a:pt x="1573356" y="4988292"/>
                  </a:lnTo>
                  <a:lnTo>
                    <a:pt x="1529193" y="4994672"/>
                  </a:lnTo>
                  <a:lnTo>
                    <a:pt x="1498893" y="4998667"/>
                  </a:lnTo>
                  <a:lnTo>
                    <a:pt x="1481100" y="5000814"/>
                  </a:lnTo>
                  <a:lnTo>
                    <a:pt x="1473183" y="5001691"/>
                  </a:lnTo>
                  <a:lnTo>
                    <a:pt x="1471406" y="5001873"/>
                  </a:lnTo>
                  <a:lnTo>
                    <a:pt x="1471387" y="5001874"/>
                  </a:lnTo>
                  <a:lnTo>
                    <a:pt x="0" y="500187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30" name="pg1730"/>
            <p:cNvSpPr/>
            <p:nvPr/>
          </p:nvSpPr>
          <p:spPr>
            <a:xfrm>
              <a:off x="4799595" y="4987943"/>
              <a:ext cx="11981298" cy="4977355"/>
            </a:xfrm>
            <a:custGeom>
              <a:avLst/>
              <a:pathLst>
                <a:path w="11981298" h="4977355">
                  <a:moveTo>
                    <a:pt x="0" y="4977355"/>
                  </a:moveTo>
                  <a:lnTo>
                    <a:pt x="1471387" y="4977355"/>
                  </a:lnTo>
                  <a:lnTo>
                    <a:pt x="1472269" y="4977267"/>
                  </a:lnTo>
                  <a:lnTo>
                    <a:pt x="1478101" y="4976640"/>
                  </a:lnTo>
                  <a:lnTo>
                    <a:pt x="1492908" y="4974906"/>
                  </a:lnTo>
                  <a:lnTo>
                    <a:pt x="1519645" y="4971489"/>
                  </a:lnTo>
                  <a:lnTo>
                    <a:pt x="1560034" y="4965835"/>
                  </a:lnTo>
                  <a:lnTo>
                    <a:pt x="1614435" y="4957468"/>
                  </a:lnTo>
                  <a:lnTo>
                    <a:pt x="1681876" y="4946024"/>
                  </a:lnTo>
                  <a:lnTo>
                    <a:pt x="1760261" y="4931273"/>
                  </a:lnTo>
                  <a:lnTo>
                    <a:pt x="1846744" y="4913117"/>
                  </a:lnTo>
                  <a:lnTo>
                    <a:pt x="1938173" y="4891559"/>
                  </a:lnTo>
                  <a:lnTo>
                    <a:pt x="2031493" y="4866658"/>
                  </a:lnTo>
                  <a:lnTo>
                    <a:pt x="2124058" y="4838482"/>
                  </a:lnTo>
                  <a:lnTo>
                    <a:pt x="2213793" y="4807062"/>
                  </a:lnTo>
                  <a:lnTo>
                    <a:pt x="2299240" y="4772362"/>
                  </a:lnTo>
                  <a:lnTo>
                    <a:pt x="2379519" y="4734257"/>
                  </a:lnTo>
                  <a:lnTo>
                    <a:pt x="2454229" y="4692523"/>
                  </a:lnTo>
                  <a:lnTo>
                    <a:pt x="2523343" y="4646833"/>
                  </a:lnTo>
                  <a:lnTo>
                    <a:pt x="2587104" y="4596763"/>
                  </a:lnTo>
                  <a:lnTo>
                    <a:pt x="2645932" y="4541799"/>
                  </a:lnTo>
                  <a:lnTo>
                    <a:pt x="2700360" y="4481357"/>
                  </a:lnTo>
                  <a:lnTo>
                    <a:pt x="2750978" y="4414808"/>
                  </a:lnTo>
                  <a:lnTo>
                    <a:pt x="2798389" y="4341531"/>
                  </a:lnTo>
                  <a:lnTo>
                    <a:pt x="2843186" y="4260987"/>
                  </a:lnTo>
                  <a:lnTo>
                    <a:pt x="2885915" y="4172840"/>
                  </a:lnTo>
                  <a:lnTo>
                    <a:pt x="2896531" y="4149158"/>
                  </a:lnTo>
                  <a:lnTo>
                    <a:pt x="2926102" y="4079405"/>
                  </a:lnTo>
                  <a:lnTo>
                    <a:pt x="2955054" y="4005627"/>
                  </a:lnTo>
                  <a:lnTo>
                    <a:pt x="2983518" y="3927745"/>
                  </a:lnTo>
                  <a:lnTo>
                    <a:pt x="3011608" y="3845718"/>
                  </a:lnTo>
                  <a:lnTo>
                    <a:pt x="3039418" y="3759546"/>
                  </a:lnTo>
                  <a:lnTo>
                    <a:pt x="3067027" y="3669274"/>
                  </a:lnTo>
                  <a:lnTo>
                    <a:pt x="3094502" y="3575000"/>
                  </a:lnTo>
                  <a:lnTo>
                    <a:pt x="3121893" y="3476868"/>
                  </a:lnTo>
                  <a:lnTo>
                    <a:pt x="3149244" y="3375078"/>
                  </a:lnTo>
                  <a:lnTo>
                    <a:pt x="3176585" y="3269882"/>
                  </a:lnTo>
                  <a:lnTo>
                    <a:pt x="3203937" y="3161584"/>
                  </a:lnTo>
                  <a:lnTo>
                    <a:pt x="3231315" y="3050539"/>
                  </a:lnTo>
                  <a:lnTo>
                    <a:pt x="3258725" y="2937144"/>
                  </a:lnTo>
                  <a:lnTo>
                    <a:pt x="3286167" y="2821841"/>
                  </a:lnTo>
                  <a:lnTo>
                    <a:pt x="3313637" y="2705101"/>
                  </a:lnTo>
                  <a:lnTo>
                    <a:pt x="3341127" y="2587426"/>
                  </a:lnTo>
                  <a:lnTo>
                    <a:pt x="3368626" y="2469330"/>
                  </a:lnTo>
                  <a:lnTo>
                    <a:pt x="3396123" y="2351338"/>
                  </a:lnTo>
                  <a:lnTo>
                    <a:pt x="3423606" y="2233973"/>
                  </a:lnTo>
                  <a:lnTo>
                    <a:pt x="3451066" y="2117745"/>
                  </a:lnTo>
                  <a:lnTo>
                    <a:pt x="3478496" y="2003143"/>
                  </a:lnTo>
                  <a:lnTo>
                    <a:pt x="3505892" y="1890630"/>
                  </a:lnTo>
                  <a:lnTo>
                    <a:pt x="3533259" y="1780630"/>
                  </a:lnTo>
                  <a:lnTo>
                    <a:pt x="3560605" y="1673523"/>
                  </a:lnTo>
                  <a:lnTo>
                    <a:pt x="3587946" y="1569645"/>
                  </a:lnTo>
                  <a:lnTo>
                    <a:pt x="3615309" y="1469279"/>
                  </a:lnTo>
                  <a:lnTo>
                    <a:pt x="3642728" y="1372656"/>
                  </a:lnTo>
                  <a:lnTo>
                    <a:pt x="3670249" y="1279955"/>
                  </a:lnTo>
                  <a:lnTo>
                    <a:pt x="3697929" y="1191301"/>
                  </a:lnTo>
                  <a:lnTo>
                    <a:pt x="3725840" y="1106771"/>
                  </a:lnTo>
                  <a:lnTo>
                    <a:pt x="3754066" y="1026390"/>
                  </a:lnTo>
                  <a:lnTo>
                    <a:pt x="3782709" y="950144"/>
                  </a:lnTo>
                  <a:lnTo>
                    <a:pt x="3811889" y="877974"/>
                  </a:lnTo>
                  <a:lnTo>
                    <a:pt x="3829811" y="836370"/>
                  </a:lnTo>
                  <a:lnTo>
                    <a:pt x="3872092" y="746274"/>
                  </a:lnTo>
                  <a:lnTo>
                    <a:pt x="3916313" y="663812"/>
                  </a:lnTo>
                  <a:lnTo>
                    <a:pt x="3963003" y="588729"/>
                  </a:lnTo>
                  <a:lnTo>
                    <a:pt x="4012746" y="520523"/>
                  </a:lnTo>
                  <a:lnTo>
                    <a:pt x="4066146" y="458585"/>
                  </a:lnTo>
                  <a:lnTo>
                    <a:pt x="4123800" y="402284"/>
                  </a:lnTo>
                  <a:lnTo>
                    <a:pt x="4186258" y="351019"/>
                  </a:lnTo>
                  <a:lnTo>
                    <a:pt x="4253977" y="304257"/>
                  </a:lnTo>
                  <a:lnTo>
                    <a:pt x="4327251" y="261549"/>
                  </a:lnTo>
                  <a:lnTo>
                    <a:pt x="4406132" y="222545"/>
                  </a:lnTo>
                  <a:lnTo>
                    <a:pt x="4490325" y="186993"/>
                  </a:lnTo>
                  <a:lnTo>
                    <a:pt x="4579082" y="154744"/>
                  </a:lnTo>
                  <a:lnTo>
                    <a:pt x="4671098" y="125740"/>
                  </a:lnTo>
                  <a:lnTo>
                    <a:pt x="4764456" y="100000"/>
                  </a:lnTo>
                  <a:lnTo>
                    <a:pt x="4856645" y="77583"/>
                  </a:lnTo>
                  <a:lnTo>
                    <a:pt x="4944690" y="58557"/>
                  </a:lnTo>
                  <a:lnTo>
                    <a:pt x="5025429" y="42943"/>
                  </a:lnTo>
                  <a:lnTo>
                    <a:pt x="5095894" y="30672"/>
                  </a:lnTo>
                  <a:lnTo>
                    <a:pt x="5153760" y="21550"/>
                  </a:lnTo>
                  <a:lnTo>
                    <a:pt x="5197740" y="15247"/>
                  </a:lnTo>
                  <a:lnTo>
                    <a:pt x="5227845" y="11310"/>
                  </a:lnTo>
                  <a:lnTo>
                    <a:pt x="5245457" y="9202"/>
                  </a:lnTo>
                  <a:lnTo>
                    <a:pt x="5253234" y="8347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262" y="8254"/>
                  </a:lnTo>
                  <a:lnTo>
                    <a:pt x="6733332" y="8831"/>
                  </a:lnTo>
                  <a:lnTo>
                    <a:pt x="6748728" y="10425"/>
                  </a:lnTo>
                  <a:lnTo>
                    <a:pt x="6776488" y="13567"/>
                  </a:lnTo>
                  <a:lnTo>
                    <a:pt x="6818338" y="18761"/>
                  </a:lnTo>
                  <a:lnTo>
                    <a:pt x="6874565" y="26442"/>
                  </a:lnTo>
                  <a:lnTo>
                    <a:pt x="6944055" y="36935"/>
                  </a:lnTo>
                  <a:lnTo>
                    <a:pt x="7024537" y="50437"/>
                  </a:lnTo>
                  <a:lnTo>
                    <a:pt x="7112989" y="67030"/>
                  </a:lnTo>
                  <a:lnTo>
                    <a:pt x="7206117" y="86700"/>
                  </a:lnTo>
                  <a:lnTo>
                    <a:pt x="7300781" y="109391"/>
                  </a:lnTo>
                  <a:lnTo>
                    <a:pt x="7394301" y="135044"/>
                  </a:lnTo>
                  <a:lnTo>
                    <a:pt x="7484618" y="163638"/>
                  </a:lnTo>
                  <a:lnTo>
                    <a:pt x="7570322" y="195219"/>
                  </a:lnTo>
                  <a:lnTo>
                    <a:pt x="7650596" y="229919"/>
                  </a:lnTo>
                  <a:lnTo>
                    <a:pt x="7725113" y="267964"/>
                  </a:lnTo>
                  <a:lnTo>
                    <a:pt x="7793912" y="309672"/>
                  </a:lnTo>
                  <a:lnTo>
                    <a:pt x="7857297" y="355454"/>
                  </a:lnTo>
                  <a:lnTo>
                    <a:pt x="7915740" y="405800"/>
                  </a:lnTo>
                  <a:lnTo>
                    <a:pt x="7969816" y="461260"/>
                  </a:lnTo>
                  <a:lnTo>
                    <a:pt x="8020147" y="522415"/>
                  </a:lnTo>
                  <a:lnTo>
                    <a:pt x="8067364" y="589824"/>
                  </a:lnTo>
                  <a:lnTo>
                    <a:pt x="8112072" y="663939"/>
                  </a:lnTo>
                  <a:lnTo>
                    <a:pt x="8151487" y="738294"/>
                  </a:lnTo>
                  <a:lnTo>
                    <a:pt x="8182797" y="803557"/>
                  </a:lnTo>
                  <a:lnTo>
                    <a:pt x="8213420" y="872809"/>
                  </a:lnTo>
                  <a:lnTo>
                    <a:pt x="8243513" y="946128"/>
                  </a:lnTo>
                  <a:lnTo>
                    <a:pt x="8273205" y="1023552"/>
                  </a:lnTo>
                  <a:lnTo>
                    <a:pt x="8302606" y="1105072"/>
                  </a:lnTo>
                  <a:lnTo>
                    <a:pt x="8331805" y="1190624"/>
                  </a:lnTo>
                  <a:lnTo>
                    <a:pt x="8360875" y="1280093"/>
                  </a:lnTo>
                  <a:lnTo>
                    <a:pt x="8389873" y="1373301"/>
                  </a:lnTo>
                  <a:lnTo>
                    <a:pt x="8418842" y="1470018"/>
                  </a:lnTo>
                  <a:lnTo>
                    <a:pt x="8447815" y="1569949"/>
                  </a:lnTo>
                  <a:lnTo>
                    <a:pt x="8476810" y="1672747"/>
                  </a:lnTo>
                  <a:lnTo>
                    <a:pt x="8505840" y="1778010"/>
                  </a:lnTo>
                  <a:lnTo>
                    <a:pt x="8534907" y="1885290"/>
                  </a:lnTo>
                  <a:lnTo>
                    <a:pt x="8564007" y="1994099"/>
                  </a:lnTo>
                  <a:lnTo>
                    <a:pt x="8593130" y="2103919"/>
                  </a:lnTo>
                  <a:lnTo>
                    <a:pt x="8622265" y="2214210"/>
                  </a:lnTo>
                  <a:lnTo>
                    <a:pt x="8651398" y="2324422"/>
                  </a:lnTo>
                  <a:lnTo>
                    <a:pt x="8680516" y="2434009"/>
                  </a:lnTo>
                  <a:lnTo>
                    <a:pt x="8709607" y="2542436"/>
                  </a:lnTo>
                  <a:lnTo>
                    <a:pt x="8738663" y="2649191"/>
                  </a:lnTo>
                  <a:lnTo>
                    <a:pt x="8767683" y="2753797"/>
                  </a:lnTo>
                  <a:lnTo>
                    <a:pt x="8796671" y="2855820"/>
                  </a:lnTo>
                  <a:lnTo>
                    <a:pt x="8825640" y="2954870"/>
                  </a:lnTo>
                  <a:lnTo>
                    <a:pt x="8854614" y="3050618"/>
                  </a:lnTo>
                  <a:lnTo>
                    <a:pt x="8883627" y="3142785"/>
                  </a:lnTo>
                  <a:lnTo>
                    <a:pt x="8912727" y="3231156"/>
                  </a:lnTo>
                  <a:lnTo>
                    <a:pt x="8941975" y="3315572"/>
                  </a:lnTo>
                  <a:lnTo>
                    <a:pt x="8971449" y="3395932"/>
                  </a:lnTo>
                  <a:lnTo>
                    <a:pt x="9001243" y="3472190"/>
                  </a:lnTo>
                  <a:lnTo>
                    <a:pt x="9031472" y="3544347"/>
                  </a:lnTo>
                  <a:lnTo>
                    <a:pt x="9062274" y="3612456"/>
                  </a:lnTo>
                  <a:lnTo>
                    <a:pt x="9084767" y="3658778"/>
                  </a:lnTo>
                  <a:lnTo>
                    <a:pt x="9127651" y="3739267"/>
                  </a:lnTo>
                  <a:lnTo>
                    <a:pt x="9172537" y="3812837"/>
                  </a:lnTo>
                  <a:lnTo>
                    <a:pt x="9219978" y="3879731"/>
                  </a:lnTo>
                  <a:lnTo>
                    <a:pt x="9270584" y="3940414"/>
                  </a:lnTo>
                  <a:lnTo>
                    <a:pt x="9324984" y="3995447"/>
                  </a:lnTo>
                  <a:lnTo>
                    <a:pt x="9383799" y="4045411"/>
                  </a:lnTo>
                  <a:lnTo>
                    <a:pt x="9447598" y="4090853"/>
                  </a:lnTo>
                  <a:lnTo>
                    <a:pt x="9516842" y="4132257"/>
                  </a:lnTo>
                  <a:lnTo>
                    <a:pt x="9591819" y="4170025"/>
                  </a:lnTo>
                  <a:lnTo>
                    <a:pt x="9672542" y="4204471"/>
                  </a:lnTo>
                  <a:lnTo>
                    <a:pt x="9758649" y="4235811"/>
                  </a:lnTo>
                  <a:lnTo>
                    <a:pt x="9849279" y="4264171"/>
                  </a:lnTo>
                  <a:lnTo>
                    <a:pt x="9942974" y="4289590"/>
                  </a:lnTo>
                  <a:lnTo>
                    <a:pt x="10037622" y="4312044"/>
                  </a:lnTo>
                  <a:lnTo>
                    <a:pt x="10130498" y="4331472"/>
                  </a:lnTo>
                  <a:lnTo>
                    <a:pt x="10218437" y="4347819"/>
                  </a:lnTo>
                  <a:lnTo>
                    <a:pt x="10298150" y="4361078"/>
                  </a:lnTo>
                  <a:lnTo>
                    <a:pt x="10366657" y="4371338"/>
                  </a:lnTo>
                  <a:lnTo>
                    <a:pt x="10421767" y="4378809"/>
                  </a:lnTo>
                  <a:lnTo>
                    <a:pt x="10462469" y="4383823"/>
                  </a:lnTo>
                  <a:lnTo>
                    <a:pt x="10489166" y="4386824"/>
                  </a:lnTo>
                  <a:lnTo>
                    <a:pt x="10503695" y="4388317"/>
                  </a:lnTo>
                  <a:lnTo>
                    <a:pt x="10509190" y="4388836"/>
                  </a:lnTo>
                  <a:lnTo>
                    <a:pt x="10509911" y="4388900"/>
                  </a:lnTo>
                  <a:lnTo>
                    <a:pt x="11981298" y="4388900"/>
                  </a:lnTo>
                  <a:lnTo>
                    <a:pt x="11981298" y="4380727"/>
                  </a:lnTo>
                  <a:lnTo>
                    <a:pt x="10509911" y="4380727"/>
                  </a:lnTo>
                  <a:lnTo>
                    <a:pt x="10508991" y="4380646"/>
                  </a:lnTo>
                  <a:lnTo>
                    <a:pt x="10502921" y="4380069"/>
                  </a:lnTo>
                  <a:lnTo>
                    <a:pt x="10487525" y="4378474"/>
                  </a:lnTo>
                  <a:lnTo>
                    <a:pt x="10459765" y="4375332"/>
                  </a:lnTo>
                  <a:lnTo>
                    <a:pt x="10417915" y="4370138"/>
                  </a:lnTo>
                  <a:lnTo>
                    <a:pt x="10361688" y="4362457"/>
                  </a:lnTo>
                  <a:lnTo>
                    <a:pt x="10292198" y="4351964"/>
                  </a:lnTo>
                  <a:lnTo>
                    <a:pt x="10211717" y="4338462"/>
                  </a:lnTo>
                  <a:lnTo>
                    <a:pt x="10123264" y="4321870"/>
                  </a:lnTo>
                  <a:lnTo>
                    <a:pt x="10030136" y="4302199"/>
                  </a:lnTo>
                  <a:lnTo>
                    <a:pt x="9935472" y="4279508"/>
                  </a:lnTo>
                  <a:lnTo>
                    <a:pt x="9841952" y="4253855"/>
                  </a:lnTo>
                  <a:lnTo>
                    <a:pt x="9751636" y="4225261"/>
                  </a:lnTo>
                  <a:lnTo>
                    <a:pt x="9665932" y="4193680"/>
                  </a:lnTo>
                  <a:lnTo>
                    <a:pt x="9585657" y="4158980"/>
                  </a:lnTo>
                  <a:lnTo>
                    <a:pt x="9511140" y="4120935"/>
                  </a:lnTo>
                  <a:lnTo>
                    <a:pt x="9442341" y="4079227"/>
                  </a:lnTo>
                  <a:lnTo>
                    <a:pt x="9378957" y="4033445"/>
                  </a:lnTo>
                  <a:lnTo>
                    <a:pt x="9320513" y="3983099"/>
                  </a:lnTo>
                  <a:lnTo>
                    <a:pt x="9266437" y="3927639"/>
                  </a:lnTo>
                  <a:lnTo>
                    <a:pt x="9216106" y="3866484"/>
                  </a:lnTo>
                  <a:lnTo>
                    <a:pt x="9168889" y="3799075"/>
                  </a:lnTo>
                  <a:lnTo>
                    <a:pt x="9124181" y="3724960"/>
                  </a:lnTo>
                  <a:lnTo>
                    <a:pt x="9084767" y="3650605"/>
                  </a:lnTo>
                  <a:lnTo>
                    <a:pt x="9053456" y="3585342"/>
                  </a:lnTo>
                  <a:lnTo>
                    <a:pt x="9022833" y="3516090"/>
                  </a:lnTo>
                  <a:lnTo>
                    <a:pt x="8992740" y="3442771"/>
                  </a:lnTo>
                  <a:lnTo>
                    <a:pt x="8963048" y="3365347"/>
                  </a:lnTo>
                  <a:lnTo>
                    <a:pt x="8933647" y="3283827"/>
                  </a:lnTo>
                  <a:lnTo>
                    <a:pt x="8904448" y="3198275"/>
                  </a:lnTo>
                  <a:lnTo>
                    <a:pt x="8875378" y="3108807"/>
                  </a:lnTo>
                  <a:lnTo>
                    <a:pt x="8846381" y="3015598"/>
                  </a:lnTo>
                  <a:lnTo>
                    <a:pt x="8817411" y="2918881"/>
                  </a:lnTo>
                  <a:lnTo>
                    <a:pt x="8788439" y="2818950"/>
                  </a:lnTo>
                  <a:lnTo>
                    <a:pt x="8759443" y="2716152"/>
                  </a:lnTo>
                  <a:lnTo>
                    <a:pt x="8730413" y="2610889"/>
                  </a:lnTo>
                  <a:lnTo>
                    <a:pt x="8701346" y="2503609"/>
                  </a:lnTo>
                  <a:lnTo>
                    <a:pt x="8672247" y="2394800"/>
                  </a:lnTo>
                  <a:lnTo>
                    <a:pt x="8643123" y="2284980"/>
                  </a:lnTo>
                  <a:lnTo>
                    <a:pt x="8613988" y="2174689"/>
                  </a:lnTo>
                  <a:lnTo>
                    <a:pt x="8584855" y="2064477"/>
                  </a:lnTo>
                  <a:lnTo>
                    <a:pt x="8555737" y="1954890"/>
                  </a:lnTo>
                  <a:lnTo>
                    <a:pt x="8526646" y="1846463"/>
                  </a:lnTo>
                  <a:lnTo>
                    <a:pt x="8497590" y="1739708"/>
                  </a:lnTo>
                  <a:lnTo>
                    <a:pt x="8468570" y="1635102"/>
                  </a:lnTo>
                  <a:lnTo>
                    <a:pt x="8439582" y="1533080"/>
                  </a:lnTo>
                  <a:lnTo>
                    <a:pt x="8410613" y="1434029"/>
                  </a:lnTo>
                  <a:lnTo>
                    <a:pt x="8381639" y="1338282"/>
                  </a:lnTo>
                  <a:lnTo>
                    <a:pt x="8352626" y="1246114"/>
                  </a:lnTo>
                  <a:lnTo>
                    <a:pt x="8323526" y="1157743"/>
                  </a:lnTo>
                  <a:lnTo>
                    <a:pt x="8294278" y="1073327"/>
                  </a:lnTo>
                  <a:lnTo>
                    <a:pt x="8264804" y="992967"/>
                  </a:lnTo>
                  <a:lnTo>
                    <a:pt x="8235010" y="916710"/>
                  </a:lnTo>
                  <a:lnTo>
                    <a:pt x="8204781" y="844552"/>
                  </a:lnTo>
                  <a:lnTo>
                    <a:pt x="8173979" y="776443"/>
                  </a:lnTo>
                  <a:lnTo>
                    <a:pt x="8151487" y="730121"/>
                  </a:lnTo>
                  <a:lnTo>
                    <a:pt x="8108602" y="649632"/>
                  </a:lnTo>
                  <a:lnTo>
                    <a:pt x="8063716" y="576062"/>
                  </a:lnTo>
                  <a:lnTo>
                    <a:pt x="8016275" y="509168"/>
                  </a:lnTo>
                  <a:lnTo>
                    <a:pt x="7965670" y="448485"/>
                  </a:lnTo>
                  <a:lnTo>
                    <a:pt x="7911269" y="393452"/>
                  </a:lnTo>
                  <a:lnTo>
                    <a:pt x="7852454" y="343488"/>
                  </a:lnTo>
                  <a:lnTo>
                    <a:pt x="7788655" y="298046"/>
                  </a:lnTo>
                  <a:lnTo>
                    <a:pt x="7719411" y="256642"/>
                  </a:lnTo>
                  <a:lnTo>
                    <a:pt x="7644435" y="218874"/>
                  </a:lnTo>
                  <a:lnTo>
                    <a:pt x="7563711" y="184428"/>
                  </a:lnTo>
                  <a:lnTo>
                    <a:pt x="7477604" y="153088"/>
                  </a:lnTo>
                  <a:lnTo>
                    <a:pt x="7386974" y="124728"/>
                  </a:lnTo>
                  <a:lnTo>
                    <a:pt x="7293279" y="99309"/>
                  </a:lnTo>
                  <a:lnTo>
                    <a:pt x="7198632" y="76855"/>
                  </a:lnTo>
                  <a:lnTo>
                    <a:pt x="7105755" y="57427"/>
                  </a:lnTo>
                  <a:lnTo>
                    <a:pt x="7017816" y="41080"/>
                  </a:lnTo>
                  <a:lnTo>
                    <a:pt x="6938103" y="27821"/>
                  </a:lnTo>
                  <a:lnTo>
                    <a:pt x="6869596" y="17561"/>
                  </a:lnTo>
                  <a:lnTo>
                    <a:pt x="6814486" y="10091"/>
                  </a:lnTo>
                  <a:lnTo>
                    <a:pt x="6773784" y="5076"/>
                  </a:lnTo>
                  <a:lnTo>
                    <a:pt x="6747087" y="2076"/>
                  </a:lnTo>
                  <a:lnTo>
                    <a:pt x="6732558" y="582"/>
                  </a:lnTo>
                  <a:lnTo>
                    <a:pt x="6727063" y="63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073" y="88"/>
                  </a:lnTo>
                  <a:lnTo>
                    <a:pt x="5248241" y="715"/>
                  </a:lnTo>
                  <a:lnTo>
                    <a:pt x="5233434" y="2449"/>
                  </a:lnTo>
                  <a:lnTo>
                    <a:pt x="5206697" y="5866"/>
                  </a:lnTo>
                  <a:lnTo>
                    <a:pt x="5166308" y="11520"/>
                  </a:lnTo>
                  <a:lnTo>
                    <a:pt x="5111907" y="19887"/>
                  </a:lnTo>
                  <a:lnTo>
                    <a:pt x="5044466" y="31331"/>
                  </a:lnTo>
                  <a:lnTo>
                    <a:pt x="4966081" y="46082"/>
                  </a:lnTo>
                  <a:lnTo>
                    <a:pt x="4879598" y="64238"/>
                  </a:lnTo>
                  <a:lnTo>
                    <a:pt x="4788169" y="85796"/>
                  </a:lnTo>
                  <a:lnTo>
                    <a:pt x="4694849" y="110697"/>
                  </a:lnTo>
                  <a:lnTo>
                    <a:pt x="4602284" y="138873"/>
                  </a:lnTo>
                  <a:lnTo>
                    <a:pt x="4512550" y="170293"/>
                  </a:lnTo>
                  <a:lnTo>
                    <a:pt x="4427102" y="204993"/>
                  </a:lnTo>
                  <a:lnTo>
                    <a:pt x="4346823" y="243098"/>
                  </a:lnTo>
                  <a:lnTo>
                    <a:pt x="4272113" y="284832"/>
                  </a:lnTo>
                  <a:lnTo>
                    <a:pt x="4202999" y="330522"/>
                  </a:lnTo>
                  <a:lnTo>
                    <a:pt x="4139239" y="380592"/>
                  </a:lnTo>
                  <a:lnTo>
                    <a:pt x="4080410" y="435556"/>
                  </a:lnTo>
                  <a:lnTo>
                    <a:pt x="4025982" y="495998"/>
                  </a:lnTo>
                  <a:lnTo>
                    <a:pt x="3975365" y="562547"/>
                  </a:lnTo>
                  <a:lnTo>
                    <a:pt x="3927953" y="635824"/>
                  </a:lnTo>
                  <a:lnTo>
                    <a:pt x="3883156" y="716368"/>
                  </a:lnTo>
                  <a:lnTo>
                    <a:pt x="3840427" y="804515"/>
                  </a:lnTo>
                  <a:lnTo>
                    <a:pt x="3829811" y="828197"/>
                  </a:lnTo>
                  <a:lnTo>
                    <a:pt x="3800240" y="897950"/>
                  </a:lnTo>
                  <a:lnTo>
                    <a:pt x="3771288" y="971728"/>
                  </a:lnTo>
                  <a:lnTo>
                    <a:pt x="3742824" y="1049610"/>
                  </a:lnTo>
                  <a:lnTo>
                    <a:pt x="3714734" y="1131637"/>
                  </a:lnTo>
                  <a:lnTo>
                    <a:pt x="3686924" y="1217809"/>
                  </a:lnTo>
                  <a:lnTo>
                    <a:pt x="3659315" y="1308081"/>
                  </a:lnTo>
                  <a:lnTo>
                    <a:pt x="3631841" y="1402355"/>
                  </a:lnTo>
                  <a:lnTo>
                    <a:pt x="3604449" y="1500487"/>
                  </a:lnTo>
                  <a:lnTo>
                    <a:pt x="3577098" y="1602277"/>
                  </a:lnTo>
                  <a:lnTo>
                    <a:pt x="3549758" y="1707473"/>
                  </a:lnTo>
                  <a:lnTo>
                    <a:pt x="3522405" y="1815771"/>
                  </a:lnTo>
                  <a:lnTo>
                    <a:pt x="3495027" y="1926816"/>
                  </a:lnTo>
                  <a:lnTo>
                    <a:pt x="3467617" y="2040211"/>
                  </a:lnTo>
                  <a:lnTo>
                    <a:pt x="3440175" y="2155514"/>
                  </a:lnTo>
                  <a:lnTo>
                    <a:pt x="3412705" y="2272254"/>
                  </a:lnTo>
                  <a:lnTo>
                    <a:pt x="3385215" y="2389929"/>
                  </a:lnTo>
                  <a:lnTo>
                    <a:pt x="3357716" y="2508025"/>
                  </a:lnTo>
                  <a:lnTo>
                    <a:pt x="3330219" y="2626017"/>
                  </a:lnTo>
                  <a:lnTo>
                    <a:pt x="3302736" y="2743382"/>
                  </a:lnTo>
                  <a:lnTo>
                    <a:pt x="3275276" y="2859610"/>
                  </a:lnTo>
                  <a:lnTo>
                    <a:pt x="3247847" y="2974212"/>
                  </a:lnTo>
                  <a:lnTo>
                    <a:pt x="3220450" y="3086725"/>
                  </a:lnTo>
                  <a:lnTo>
                    <a:pt x="3193083" y="3196725"/>
                  </a:lnTo>
                  <a:lnTo>
                    <a:pt x="3165737" y="3303832"/>
                  </a:lnTo>
                  <a:lnTo>
                    <a:pt x="3138396" y="3407710"/>
                  </a:lnTo>
                  <a:lnTo>
                    <a:pt x="3111033" y="3508076"/>
                  </a:lnTo>
                  <a:lnTo>
                    <a:pt x="3083614" y="3604699"/>
                  </a:lnTo>
                  <a:lnTo>
                    <a:pt x="3056094" y="3697400"/>
                  </a:lnTo>
                  <a:lnTo>
                    <a:pt x="3028413" y="3786054"/>
                  </a:lnTo>
                  <a:lnTo>
                    <a:pt x="3000502" y="3870584"/>
                  </a:lnTo>
                  <a:lnTo>
                    <a:pt x="2972276" y="3950965"/>
                  </a:lnTo>
                  <a:lnTo>
                    <a:pt x="2943633" y="4027211"/>
                  </a:lnTo>
                  <a:lnTo>
                    <a:pt x="2914453" y="4099380"/>
                  </a:lnTo>
                  <a:lnTo>
                    <a:pt x="2896531" y="4140985"/>
                  </a:lnTo>
                  <a:lnTo>
                    <a:pt x="2854250" y="4231081"/>
                  </a:lnTo>
                  <a:lnTo>
                    <a:pt x="2810029" y="4313543"/>
                  </a:lnTo>
                  <a:lnTo>
                    <a:pt x="2763339" y="4388626"/>
                  </a:lnTo>
                  <a:lnTo>
                    <a:pt x="2713596" y="4456832"/>
                  </a:lnTo>
                  <a:lnTo>
                    <a:pt x="2660196" y="4518770"/>
                  </a:lnTo>
                  <a:lnTo>
                    <a:pt x="2602542" y="4575071"/>
                  </a:lnTo>
                  <a:lnTo>
                    <a:pt x="2540084" y="4626336"/>
                  </a:lnTo>
                  <a:lnTo>
                    <a:pt x="2472365" y="4673098"/>
                  </a:lnTo>
                  <a:lnTo>
                    <a:pt x="2399091" y="4715806"/>
                  </a:lnTo>
                  <a:lnTo>
                    <a:pt x="2320210" y="4754810"/>
                  </a:lnTo>
                  <a:lnTo>
                    <a:pt x="2236017" y="4790362"/>
                  </a:lnTo>
                  <a:lnTo>
                    <a:pt x="2147260" y="4822611"/>
                  </a:lnTo>
                  <a:lnTo>
                    <a:pt x="2055244" y="4851615"/>
                  </a:lnTo>
                  <a:lnTo>
                    <a:pt x="1961886" y="4877355"/>
                  </a:lnTo>
                  <a:lnTo>
                    <a:pt x="1869698" y="4899772"/>
                  </a:lnTo>
                  <a:lnTo>
                    <a:pt x="1781652" y="4918798"/>
                  </a:lnTo>
                  <a:lnTo>
                    <a:pt x="1700913" y="4934412"/>
                  </a:lnTo>
                  <a:lnTo>
                    <a:pt x="1630448" y="4946683"/>
                  </a:lnTo>
                  <a:lnTo>
                    <a:pt x="1572582" y="4955805"/>
                  </a:lnTo>
                  <a:lnTo>
                    <a:pt x="1528602" y="4962108"/>
                  </a:lnTo>
                  <a:lnTo>
                    <a:pt x="1498497" y="4966045"/>
                  </a:lnTo>
                  <a:lnTo>
                    <a:pt x="1480885" y="4968153"/>
                  </a:lnTo>
                  <a:lnTo>
                    <a:pt x="1473108" y="4969008"/>
                  </a:lnTo>
                  <a:lnTo>
                    <a:pt x="1471387" y="4969182"/>
                  </a:lnTo>
                  <a:lnTo>
                    <a:pt x="0" y="4969182"/>
                  </a:lnTo>
                  <a:close/>
                </a:path>
              </a:pathLst>
            </a:custGeom>
            <a:solidFill>
              <a:srgbClr val="9E9E9E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731" name="pl1731"/>
            <p:cNvSpPr/>
            <p:nvPr/>
          </p:nvSpPr>
          <p:spPr>
            <a:xfrm>
              <a:off x="4799595" y="4996116"/>
              <a:ext cx="11981298" cy="4969182"/>
            </a:xfrm>
            <a:custGeom>
              <a:avLst/>
              <a:pathLst>
                <a:path w="11981298" h="4969182">
                  <a:moveTo>
                    <a:pt x="0" y="4969182"/>
                  </a:moveTo>
                  <a:lnTo>
                    <a:pt x="1471387" y="4969182"/>
                  </a:lnTo>
                  <a:lnTo>
                    <a:pt x="1472269" y="4969094"/>
                  </a:lnTo>
                  <a:lnTo>
                    <a:pt x="1478101" y="4968467"/>
                  </a:lnTo>
                  <a:lnTo>
                    <a:pt x="1492908" y="4966733"/>
                  </a:lnTo>
                  <a:lnTo>
                    <a:pt x="1519645" y="4963316"/>
                  </a:lnTo>
                  <a:lnTo>
                    <a:pt x="1560034" y="4957662"/>
                  </a:lnTo>
                  <a:lnTo>
                    <a:pt x="1614435" y="4949295"/>
                  </a:lnTo>
                  <a:lnTo>
                    <a:pt x="1681876" y="4937851"/>
                  </a:lnTo>
                  <a:lnTo>
                    <a:pt x="1760261" y="4923100"/>
                  </a:lnTo>
                  <a:lnTo>
                    <a:pt x="1846744" y="4904944"/>
                  </a:lnTo>
                  <a:lnTo>
                    <a:pt x="1938173" y="4883386"/>
                  </a:lnTo>
                  <a:lnTo>
                    <a:pt x="2031493" y="4858485"/>
                  </a:lnTo>
                  <a:lnTo>
                    <a:pt x="2124058" y="4830309"/>
                  </a:lnTo>
                  <a:lnTo>
                    <a:pt x="2213793" y="4798889"/>
                  </a:lnTo>
                  <a:lnTo>
                    <a:pt x="2299240" y="4764189"/>
                  </a:lnTo>
                  <a:lnTo>
                    <a:pt x="2379519" y="4726084"/>
                  </a:lnTo>
                  <a:lnTo>
                    <a:pt x="2454229" y="4684350"/>
                  </a:lnTo>
                  <a:lnTo>
                    <a:pt x="2523343" y="4638660"/>
                  </a:lnTo>
                  <a:lnTo>
                    <a:pt x="2587104" y="4588590"/>
                  </a:lnTo>
                  <a:lnTo>
                    <a:pt x="2645932" y="4533626"/>
                  </a:lnTo>
                  <a:lnTo>
                    <a:pt x="2700360" y="4473184"/>
                  </a:lnTo>
                  <a:lnTo>
                    <a:pt x="2750978" y="4406635"/>
                  </a:lnTo>
                  <a:lnTo>
                    <a:pt x="2798389" y="4333358"/>
                  </a:lnTo>
                  <a:lnTo>
                    <a:pt x="2843186" y="4252814"/>
                  </a:lnTo>
                  <a:lnTo>
                    <a:pt x="2885915" y="4164667"/>
                  </a:lnTo>
                  <a:lnTo>
                    <a:pt x="2896531" y="4140985"/>
                  </a:lnTo>
                  <a:lnTo>
                    <a:pt x="2926102" y="4071232"/>
                  </a:lnTo>
                  <a:lnTo>
                    <a:pt x="2955054" y="3997454"/>
                  </a:lnTo>
                  <a:lnTo>
                    <a:pt x="2983518" y="3919572"/>
                  </a:lnTo>
                  <a:lnTo>
                    <a:pt x="3011608" y="3837545"/>
                  </a:lnTo>
                  <a:lnTo>
                    <a:pt x="3039418" y="3751373"/>
                  </a:lnTo>
                  <a:lnTo>
                    <a:pt x="3067027" y="3661101"/>
                  </a:lnTo>
                  <a:lnTo>
                    <a:pt x="3094502" y="3566827"/>
                  </a:lnTo>
                  <a:lnTo>
                    <a:pt x="3121893" y="3468695"/>
                  </a:lnTo>
                  <a:lnTo>
                    <a:pt x="3149244" y="3366905"/>
                  </a:lnTo>
                  <a:lnTo>
                    <a:pt x="3176585" y="3261709"/>
                  </a:lnTo>
                  <a:lnTo>
                    <a:pt x="3203937" y="3153411"/>
                  </a:lnTo>
                  <a:lnTo>
                    <a:pt x="3231315" y="3042366"/>
                  </a:lnTo>
                  <a:lnTo>
                    <a:pt x="3258725" y="2928971"/>
                  </a:lnTo>
                  <a:lnTo>
                    <a:pt x="3286167" y="2813668"/>
                  </a:lnTo>
                  <a:lnTo>
                    <a:pt x="3313637" y="2696928"/>
                  </a:lnTo>
                  <a:lnTo>
                    <a:pt x="3341127" y="2579253"/>
                  </a:lnTo>
                  <a:lnTo>
                    <a:pt x="3368626" y="2461157"/>
                  </a:lnTo>
                  <a:lnTo>
                    <a:pt x="3396123" y="2343165"/>
                  </a:lnTo>
                  <a:lnTo>
                    <a:pt x="3423606" y="2225800"/>
                  </a:lnTo>
                  <a:lnTo>
                    <a:pt x="3451066" y="2109572"/>
                  </a:lnTo>
                  <a:lnTo>
                    <a:pt x="3478496" y="1994970"/>
                  </a:lnTo>
                  <a:lnTo>
                    <a:pt x="3505892" y="1882457"/>
                  </a:lnTo>
                  <a:lnTo>
                    <a:pt x="3533259" y="1772457"/>
                  </a:lnTo>
                  <a:lnTo>
                    <a:pt x="3560605" y="1665350"/>
                  </a:lnTo>
                  <a:lnTo>
                    <a:pt x="3587946" y="1561472"/>
                  </a:lnTo>
                  <a:lnTo>
                    <a:pt x="3615309" y="1461106"/>
                  </a:lnTo>
                  <a:lnTo>
                    <a:pt x="3642728" y="1364483"/>
                  </a:lnTo>
                  <a:lnTo>
                    <a:pt x="3670249" y="1271782"/>
                  </a:lnTo>
                  <a:lnTo>
                    <a:pt x="3697929" y="1183128"/>
                  </a:lnTo>
                  <a:lnTo>
                    <a:pt x="3725840" y="1098598"/>
                  </a:lnTo>
                  <a:lnTo>
                    <a:pt x="3754066" y="1018217"/>
                  </a:lnTo>
                  <a:lnTo>
                    <a:pt x="3782709" y="941971"/>
                  </a:lnTo>
                  <a:lnTo>
                    <a:pt x="3811889" y="869802"/>
                  </a:lnTo>
                  <a:lnTo>
                    <a:pt x="3829811" y="828197"/>
                  </a:lnTo>
                  <a:lnTo>
                    <a:pt x="3872092" y="738101"/>
                  </a:lnTo>
                  <a:lnTo>
                    <a:pt x="3916313" y="655639"/>
                  </a:lnTo>
                  <a:lnTo>
                    <a:pt x="3963003" y="580556"/>
                  </a:lnTo>
                  <a:lnTo>
                    <a:pt x="4012746" y="512350"/>
                  </a:lnTo>
                  <a:lnTo>
                    <a:pt x="4066146" y="450412"/>
                  </a:lnTo>
                  <a:lnTo>
                    <a:pt x="4123800" y="394111"/>
                  </a:lnTo>
                  <a:lnTo>
                    <a:pt x="4186258" y="342846"/>
                  </a:lnTo>
                  <a:lnTo>
                    <a:pt x="4253977" y="296084"/>
                  </a:lnTo>
                  <a:lnTo>
                    <a:pt x="4327251" y="253376"/>
                  </a:lnTo>
                  <a:lnTo>
                    <a:pt x="4406132" y="214372"/>
                  </a:lnTo>
                  <a:lnTo>
                    <a:pt x="4490325" y="178820"/>
                  </a:lnTo>
                  <a:lnTo>
                    <a:pt x="4579082" y="146571"/>
                  </a:lnTo>
                  <a:lnTo>
                    <a:pt x="4671098" y="117567"/>
                  </a:lnTo>
                  <a:lnTo>
                    <a:pt x="4764456" y="91827"/>
                  </a:lnTo>
                  <a:lnTo>
                    <a:pt x="4856645" y="69410"/>
                  </a:lnTo>
                  <a:lnTo>
                    <a:pt x="4944690" y="50384"/>
                  </a:lnTo>
                  <a:lnTo>
                    <a:pt x="5025429" y="34770"/>
                  </a:lnTo>
                  <a:lnTo>
                    <a:pt x="5095894" y="22499"/>
                  </a:lnTo>
                  <a:lnTo>
                    <a:pt x="5153760" y="13377"/>
                  </a:lnTo>
                  <a:lnTo>
                    <a:pt x="5197740" y="7074"/>
                  </a:lnTo>
                  <a:lnTo>
                    <a:pt x="5227845" y="3137"/>
                  </a:lnTo>
                  <a:lnTo>
                    <a:pt x="5245457" y="1029"/>
                  </a:lnTo>
                  <a:lnTo>
                    <a:pt x="5253234" y="174"/>
                  </a:lnTo>
                  <a:lnTo>
                    <a:pt x="5254940" y="1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262" y="81"/>
                  </a:lnTo>
                  <a:lnTo>
                    <a:pt x="6733332" y="658"/>
                  </a:lnTo>
                  <a:lnTo>
                    <a:pt x="6748728" y="2252"/>
                  </a:lnTo>
                  <a:lnTo>
                    <a:pt x="6776488" y="5394"/>
                  </a:lnTo>
                  <a:lnTo>
                    <a:pt x="6818338" y="10589"/>
                  </a:lnTo>
                  <a:lnTo>
                    <a:pt x="6874565" y="18269"/>
                  </a:lnTo>
                  <a:lnTo>
                    <a:pt x="6944055" y="28762"/>
                  </a:lnTo>
                  <a:lnTo>
                    <a:pt x="7024537" y="42264"/>
                  </a:lnTo>
                  <a:lnTo>
                    <a:pt x="7112989" y="58857"/>
                  </a:lnTo>
                  <a:lnTo>
                    <a:pt x="7206117" y="78527"/>
                  </a:lnTo>
                  <a:lnTo>
                    <a:pt x="7300781" y="101218"/>
                  </a:lnTo>
                  <a:lnTo>
                    <a:pt x="7394301" y="126871"/>
                  </a:lnTo>
                  <a:lnTo>
                    <a:pt x="7484618" y="155465"/>
                  </a:lnTo>
                  <a:lnTo>
                    <a:pt x="7570322" y="187046"/>
                  </a:lnTo>
                  <a:lnTo>
                    <a:pt x="7650596" y="221746"/>
                  </a:lnTo>
                  <a:lnTo>
                    <a:pt x="7725113" y="259791"/>
                  </a:lnTo>
                  <a:lnTo>
                    <a:pt x="7793912" y="301499"/>
                  </a:lnTo>
                  <a:lnTo>
                    <a:pt x="7857297" y="347281"/>
                  </a:lnTo>
                  <a:lnTo>
                    <a:pt x="7915740" y="397627"/>
                  </a:lnTo>
                  <a:lnTo>
                    <a:pt x="7969816" y="453087"/>
                  </a:lnTo>
                  <a:lnTo>
                    <a:pt x="8020147" y="514242"/>
                  </a:lnTo>
                  <a:lnTo>
                    <a:pt x="8067364" y="581651"/>
                  </a:lnTo>
                  <a:lnTo>
                    <a:pt x="8112072" y="655766"/>
                  </a:lnTo>
                  <a:lnTo>
                    <a:pt x="8151487" y="730121"/>
                  </a:lnTo>
                  <a:lnTo>
                    <a:pt x="8182797" y="795384"/>
                  </a:lnTo>
                  <a:lnTo>
                    <a:pt x="8213420" y="864636"/>
                  </a:lnTo>
                  <a:lnTo>
                    <a:pt x="8243513" y="937955"/>
                  </a:lnTo>
                  <a:lnTo>
                    <a:pt x="8273205" y="1015379"/>
                  </a:lnTo>
                  <a:lnTo>
                    <a:pt x="8302606" y="1096899"/>
                  </a:lnTo>
                  <a:lnTo>
                    <a:pt x="8331805" y="1182451"/>
                  </a:lnTo>
                  <a:lnTo>
                    <a:pt x="8360875" y="1271920"/>
                  </a:lnTo>
                  <a:lnTo>
                    <a:pt x="8389873" y="1365128"/>
                  </a:lnTo>
                  <a:lnTo>
                    <a:pt x="8418842" y="1461845"/>
                  </a:lnTo>
                  <a:lnTo>
                    <a:pt x="8447815" y="1561776"/>
                  </a:lnTo>
                  <a:lnTo>
                    <a:pt x="8476810" y="1664574"/>
                  </a:lnTo>
                  <a:lnTo>
                    <a:pt x="8505840" y="1769837"/>
                  </a:lnTo>
                  <a:lnTo>
                    <a:pt x="8534907" y="1877117"/>
                  </a:lnTo>
                  <a:lnTo>
                    <a:pt x="8564007" y="1985926"/>
                  </a:lnTo>
                  <a:lnTo>
                    <a:pt x="8593130" y="2095746"/>
                  </a:lnTo>
                  <a:lnTo>
                    <a:pt x="8622265" y="2206037"/>
                  </a:lnTo>
                  <a:lnTo>
                    <a:pt x="8651398" y="2316249"/>
                  </a:lnTo>
                  <a:lnTo>
                    <a:pt x="8680516" y="2425836"/>
                  </a:lnTo>
                  <a:lnTo>
                    <a:pt x="8709607" y="2534263"/>
                  </a:lnTo>
                  <a:lnTo>
                    <a:pt x="8738663" y="2641018"/>
                  </a:lnTo>
                  <a:lnTo>
                    <a:pt x="8767683" y="2745624"/>
                  </a:lnTo>
                  <a:lnTo>
                    <a:pt x="8796671" y="2847647"/>
                  </a:lnTo>
                  <a:lnTo>
                    <a:pt x="8825640" y="2946697"/>
                  </a:lnTo>
                  <a:lnTo>
                    <a:pt x="8854614" y="3042445"/>
                  </a:lnTo>
                  <a:lnTo>
                    <a:pt x="8883627" y="3134612"/>
                  </a:lnTo>
                  <a:lnTo>
                    <a:pt x="8912727" y="3222983"/>
                  </a:lnTo>
                  <a:lnTo>
                    <a:pt x="8941975" y="3307399"/>
                  </a:lnTo>
                  <a:lnTo>
                    <a:pt x="8971449" y="3387759"/>
                  </a:lnTo>
                  <a:lnTo>
                    <a:pt x="9001243" y="3464017"/>
                  </a:lnTo>
                  <a:lnTo>
                    <a:pt x="9031472" y="3536174"/>
                  </a:lnTo>
                  <a:lnTo>
                    <a:pt x="9062274" y="3604283"/>
                  </a:lnTo>
                  <a:lnTo>
                    <a:pt x="9084767" y="3650605"/>
                  </a:lnTo>
                  <a:lnTo>
                    <a:pt x="9127651" y="3731094"/>
                  </a:lnTo>
                  <a:lnTo>
                    <a:pt x="9172537" y="3804664"/>
                  </a:lnTo>
                  <a:lnTo>
                    <a:pt x="9219978" y="3871558"/>
                  </a:lnTo>
                  <a:lnTo>
                    <a:pt x="9270584" y="3932241"/>
                  </a:lnTo>
                  <a:lnTo>
                    <a:pt x="9324984" y="3987274"/>
                  </a:lnTo>
                  <a:lnTo>
                    <a:pt x="9383799" y="4037238"/>
                  </a:lnTo>
                  <a:lnTo>
                    <a:pt x="9447598" y="4082680"/>
                  </a:lnTo>
                  <a:lnTo>
                    <a:pt x="9516842" y="4124084"/>
                  </a:lnTo>
                  <a:lnTo>
                    <a:pt x="9591819" y="4161852"/>
                  </a:lnTo>
                  <a:lnTo>
                    <a:pt x="9672542" y="4196298"/>
                  </a:lnTo>
                  <a:lnTo>
                    <a:pt x="9758649" y="4227638"/>
                  </a:lnTo>
                  <a:lnTo>
                    <a:pt x="9849279" y="4255998"/>
                  </a:lnTo>
                  <a:lnTo>
                    <a:pt x="9942974" y="4281417"/>
                  </a:lnTo>
                  <a:lnTo>
                    <a:pt x="10037622" y="4303871"/>
                  </a:lnTo>
                  <a:lnTo>
                    <a:pt x="10130498" y="4323299"/>
                  </a:lnTo>
                  <a:lnTo>
                    <a:pt x="10218437" y="4339646"/>
                  </a:lnTo>
                  <a:lnTo>
                    <a:pt x="10298150" y="4352905"/>
                  </a:lnTo>
                  <a:lnTo>
                    <a:pt x="10366657" y="4363165"/>
                  </a:lnTo>
                  <a:lnTo>
                    <a:pt x="10421767" y="4370636"/>
                  </a:lnTo>
                  <a:lnTo>
                    <a:pt x="10462469" y="4375650"/>
                  </a:lnTo>
                  <a:lnTo>
                    <a:pt x="10489166" y="4378651"/>
                  </a:lnTo>
                  <a:lnTo>
                    <a:pt x="10503695" y="4380144"/>
                  </a:lnTo>
                  <a:lnTo>
                    <a:pt x="10509190" y="4380663"/>
                  </a:lnTo>
                  <a:lnTo>
                    <a:pt x="10509911" y="4380727"/>
                  </a:lnTo>
                  <a:lnTo>
                    <a:pt x="11981298" y="438072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32" name="pl1732"/>
            <p:cNvSpPr/>
            <p:nvPr/>
          </p:nvSpPr>
          <p:spPr>
            <a:xfrm>
              <a:off x="4799595" y="4987943"/>
              <a:ext cx="11981298" cy="4969182"/>
            </a:xfrm>
            <a:custGeom>
              <a:avLst/>
              <a:pathLst>
                <a:path w="11981298" h="4969182">
                  <a:moveTo>
                    <a:pt x="11981298" y="4380727"/>
                  </a:moveTo>
                  <a:lnTo>
                    <a:pt x="10509911" y="4380727"/>
                  </a:lnTo>
                  <a:lnTo>
                    <a:pt x="10508991" y="4380646"/>
                  </a:lnTo>
                  <a:lnTo>
                    <a:pt x="10502921" y="4380069"/>
                  </a:lnTo>
                  <a:lnTo>
                    <a:pt x="10487525" y="4378474"/>
                  </a:lnTo>
                  <a:lnTo>
                    <a:pt x="10459765" y="4375332"/>
                  </a:lnTo>
                  <a:lnTo>
                    <a:pt x="10417915" y="4370138"/>
                  </a:lnTo>
                  <a:lnTo>
                    <a:pt x="10361688" y="4362457"/>
                  </a:lnTo>
                  <a:lnTo>
                    <a:pt x="10292198" y="4351964"/>
                  </a:lnTo>
                  <a:lnTo>
                    <a:pt x="10211717" y="4338462"/>
                  </a:lnTo>
                  <a:lnTo>
                    <a:pt x="10123264" y="4321870"/>
                  </a:lnTo>
                  <a:lnTo>
                    <a:pt x="10030136" y="4302199"/>
                  </a:lnTo>
                  <a:lnTo>
                    <a:pt x="9935472" y="4279508"/>
                  </a:lnTo>
                  <a:lnTo>
                    <a:pt x="9841952" y="4253855"/>
                  </a:lnTo>
                  <a:lnTo>
                    <a:pt x="9751636" y="4225261"/>
                  </a:lnTo>
                  <a:lnTo>
                    <a:pt x="9665932" y="4193680"/>
                  </a:lnTo>
                  <a:lnTo>
                    <a:pt x="9585657" y="4158980"/>
                  </a:lnTo>
                  <a:lnTo>
                    <a:pt x="9511140" y="4120935"/>
                  </a:lnTo>
                  <a:lnTo>
                    <a:pt x="9442341" y="4079227"/>
                  </a:lnTo>
                  <a:lnTo>
                    <a:pt x="9378957" y="4033445"/>
                  </a:lnTo>
                  <a:lnTo>
                    <a:pt x="9320513" y="3983099"/>
                  </a:lnTo>
                  <a:lnTo>
                    <a:pt x="9266437" y="3927639"/>
                  </a:lnTo>
                  <a:lnTo>
                    <a:pt x="9216106" y="3866484"/>
                  </a:lnTo>
                  <a:lnTo>
                    <a:pt x="9168889" y="3799075"/>
                  </a:lnTo>
                  <a:lnTo>
                    <a:pt x="9124181" y="3724960"/>
                  </a:lnTo>
                  <a:lnTo>
                    <a:pt x="9084767" y="3650605"/>
                  </a:lnTo>
                  <a:lnTo>
                    <a:pt x="9053456" y="3585342"/>
                  </a:lnTo>
                  <a:lnTo>
                    <a:pt x="9022833" y="3516090"/>
                  </a:lnTo>
                  <a:lnTo>
                    <a:pt x="8992740" y="3442771"/>
                  </a:lnTo>
                  <a:lnTo>
                    <a:pt x="8963048" y="3365347"/>
                  </a:lnTo>
                  <a:lnTo>
                    <a:pt x="8933647" y="3283827"/>
                  </a:lnTo>
                  <a:lnTo>
                    <a:pt x="8904448" y="3198275"/>
                  </a:lnTo>
                  <a:lnTo>
                    <a:pt x="8875378" y="3108807"/>
                  </a:lnTo>
                  <a:lnTo>
                    <a:pt x="8846381" y="3015598"/>
                  </a:lnTo>
                  <a:lnTo>
                    <a:pt x="8817411" y="2918881"/>
                  </a:lnTo>
                  <a:lnTo>
                    <a:pt x="8788439" y="2818950"/>
                  </a:lnTo>
                  <a:lnTo>
                    <a:pt x="8759443" y="2716152"/>
                  </a:lnTo>
                  <a:lnTo>
                    <a:pt x="8730413" y="2610889"/>
                  </a:lnTo>
                  <a:lnTo>
                    <a:pt x="8701346" y="2503609"/>
                  </a:lnTo>
                  <a:lnTo>
                    <a:pt x="8672247" y="2394800"/>
                  </a:lnTo>
                  <a:lnTo>
                    <a:pt x="8643123" y="2284980"/>
                  </a:lnTo>
                  <a:lnTo>
                    <a:pt x="8613988" y="2174689"/>
                  </a:lnTo>
                  <a:lnTo>
                    <a:pt x="8584855" y="2064477"/>
                  </a:lnTo>
                  <a:lnTo>
                    <a:pt x="8555737" y="1954890"/>
                  </a:lnTo>
                  <a:lnTo>
                    <a:pt x="8526646" y="1846463"/>
                  </a:lnTo>
                  <a:lnTo>
                    <a:pt x="8497590" y="1739708"/>
                  </a:lnTo>
                  <a:lnTo>
                    <a:pt x="8468570" y="1635102"/>
                  </a:lnTo>
                  <a:lnTo>
                    <a:pt x="8439582" y="1533080"/>
                  </a:lnTo>
                  <a:lnTo>
                    <a:pt x="8410613" y="1434029"/>
                  </a:lnTo>
                  <a:lnTo>
                    <a:pt x="8381639" y="1338282"/>
                  </a:lnTo>
                  <a:lnTo>
                    <a:pt x="8352626" y="1246114"/>
                  </a:lnTo>
                  <a:lnTo>
                    <a:pt x="8323526" y="1157743"/>
                  </a:lnTo>
                  <a:lnTo>
                    <a:pt x="8294278" y="1073327"/>
                  </a:lnTo>
                  <a:lnTo>
                    <a:pt x="8264804" y="992967"/>
                  </a:lnTo>
                  <a:lnTo>
                    <a:pt x="8235010" y="916710"/>
                  </a:lnTo>
                  <a:lnTo>
                    <a:pt x="8204781" y="844552"/>
                  </a:lnTo>
                  <a:lnTo>
                    <a:pt x="8173979" y="776443"/>
                  </a:lnTo>
                  <a:lnTo>
                    <a:pt x="8151487" y="730121"/>
                  </a:lnTo>
                  <a:lnTo>
                    <a:pt x="8108602" y="649632"/>
                  </a:lnTo>
                  <a:lnTo>
                    <a:pt x="8063716" y="576062"/>
                  </a:lnTo>
                  <a:lnTo>
                    <a:pt x="8016275" y="509168"/>
                  </a:lnTo>
                  <a:lnTo>
                    <a:pt x="7965670" y="448485"/>
                  </a:lnTo>
                  <a:lnTo>
                    <a:pt x="7911269" y="393452"/>
                  </a:lnTo>
                  <a:lnTo>
                    <a:pt x="7852454" y="343488"/>
                  </a:lnTo>
                  <a:lnTo>
                    <a:pt x="7788655" y="298046"/>
                  </a:lnTo>
                  <a:lnTo>
                    <a:pt x="7719411" y="256642"/>
                  </a:lnTo>
                  <a:lnTo>
                    <a:pt x="7644435" y="218874"/>
                  </a:lnTo>
                  <a:lnTo>
                    <a:pt x="7563711" y="184428"/>
                  </a:lnTo>
                  <a:lnTo>
                    <a:pt x="7477604" y="153088"/>
                  </a:lnTo>
                  <a:lnTo>
                    <a:pt x="7386974" y="124728"/>
                  </a:lnTo>
                  <a:lnTo>
                    <a:pt x="7293279" y="99309"/>
                  </a:lnTo>
                  <a:lnTo>
                    <a:pt x="7198632" y="76855"/>
                  </a:lnTo>
                  <a:lnTo>
                    <a:pt x="7105755" y="57427"/>
                  </a:lnTo>
                  <a:lnTo>
                    <a:pt x="7017816" y="41080"/>
                  </a:lnTo>
                  <a:lnTo>
                    <a:pt x="6938103" y="27821"/>
                  </a:lnTo>
                  <a:lnTo>
                    <a:pt x="6869596" y="17561"/>
                  </a:lnTo>
                  <a:lnTo>
                    <a:pt x="6814486" y="10091"/>
                  </a:lnTo>
                  <a:lnTo>
                    <a:pt x="6773784" y="5076"/>
                  </a:lnTo>
                  <a:lnTo>
                    <a:pt x="6747087" y="2076"/>
                  </a:lnTo>
                  <a:lnTo>
                    <a:pt x="6732558" y="582"/>
                  </a:lnTo>
                  <a:lnTo>
                    <a:pt x="6727063" y="63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073" y="88"/>
                  </a:lnTo>
                  <a:lnTo>
                    <a:pt x="5248241" y="715"/>
                  </a:lnTo>
                  <a:lnTo>
                    <a:pt x="5233434" y="2449"/>
                  </a:lnTo>
                  <a:lnTo>
                    <a:pt x="5206697" y="5866"/>
                  </a:lnTo>
                  <a:lnTo>
                    <a:pt x="5166308" y="11520"/>
                  </a:lnTo>
                  <a:lnTo>
                    <a:pt x="5111907" y="19887"/>
                  </a:lnTo>
                  <a:lnTo>
                    <a:pt x="5044466" y="31331"/>
                  </a:lnTo>
                  <a:lnTo>
                    <a:pt x="4966081" y="46082"/>
                  </a:lnTo>
                  <a:lnTo>
                    <a:pt x="4879598" y="64238"/>
                  </a:lnTo>
                  <a:lnTo>
                    <a:pt x="4788169" y="85796"/>
                  </a:lnTo>
                  <a:lnTo>
                    <a:pt x="4694849" y="110697"/>
                  </a:lnTo>
                  <a:lnTo>
                    <a:pt x="4602284" y="138873"/>
                  </a:lnTo>
                  <a:lnTo>
                    <a:pt x="4512550" y="170293"/>
                  </a:lnTo>
                  <a:lnTo>
                    <a:pt x="4427102" y="204993"/>
                  </a:lnTo>
                  <a:lnTo>
                    <a:pt x="4346823" y="243098"/>
                  </a:lnTo>
                  <a:lnTo>
                    <a:pt x="4272113" y="284832"/>
                  </a:lnTo>
                  <a:lnTo>
                    <a:pt x="4202999" y="330522"/>
                  </a:lnTo>
                  <a:lnTo>
                    <a:pt x="4139239" y="380592"/>
                  </a:lnTo>
                  <a:lnTo>
                    <a:pt x="4080410" y="435556"/>
                  </a:lnTo>
                  <a:lnTo>
                    <a:pt x="4025982" y="495998"/>
                  </a:lnTo>
                  <a:lnTo>
                    <a:pt x="3975365" y="562547"/>
                  </a:lnTo>
                  <a:lnTo>
                    <a:pt x="3927953" y="635824"/>
                  </a:lnTo>
                  <a:lnTo>
                    <a:pt x="3883156" y="716368"/>
                  </a:lnTo>
                  <a:lnTo>
                    <a:pt x="3840427" y="804515"/>
                  </a:lnTo>
                  <a:lnTo>
                    <a:pt x="3829811" y="828197"/>
                  </a:lnTo>
                  <a:lnTo>
                    <a:pt x="3800240" y="897950"/>
                  </a:lnTo>
                  <a:lnTo>
                    <a:pt x="3771288" y="971728"/>
                  </a:lnTo>
                  <a:lnTo>
                    <a:pt x="3742824" y="1049610"/>
                  </a:lnTo>
                  <a:lnTo>
                    <a:pt x="3714734" y="1131637"/>
                  </a:lnTo>
                  <a:lnTo>
                    <a:pt x="3686924" y="1217809"/>
                  </a:lnTo>
                  <a:lnTo>
                    <a:pt x="3659315" y="1308081"/>
                  </a:lnTo>
                  <a:lnTo>
                    <a:pt x="3631841" y="1402355"/>
                  </a:lnTo>
                  <a:lnTo>
                    <a:pt x="3604449" y="1500487"/>
                  </a:lnTo>
                  <a:lnTo>
                    <a:pt x="3577098" y="1602277"/>
                  </a:lnTo>
                  <a:lnTo>
                    <a:pt x="3549758" y="1707473"/>
                  </a:lnTo>
                  <a:lnTo>
                    <a:pt x="3522405" y="1815771"/>
                  </a:lnTo>
                  <a:lnTo>
                    <a:pt x="3495027" y="1926816"/>
                  </a:lnTo>
                  <a:lnTo>
                    <a:pt x="3467617" y="2040211"/>
                  </a:lnTo>
                  <a:lnTo>
                    <a:pt x="3440175" y="2155514"/>
                  </a:lnTo>
                  <a:lnTo>
                    <a:pt x="3412705" y="2272254"/>
                  </a:lnTo>
                  <a:lnTo>
                    <a:pt x="3385215" y="2389929"/>
                  </a:lnTo>
                  <a:lnTo>
                    <a:pt x="3357716" y="2508025"/>
                  </a:lnTo>
                  <a:lnTo>
                    <a:pt x="3330219" y="2626017"/>
                  </a:lnTo>
                  <a:lnTo>
                    <a:pt x="3302736" y="2743382"/>
                  </a:lnTo>
                  <a:lnTo>
                    <a:pt x="3275276" y="2859610"/>
                  </a:lnTo>
                  <a:lnTo>
                    <a:pt x="3247847" y="2974212"/>
                  </a:lnTo>
                  <a:lnTo>
                    <a:pt x="3220450" y="3086725"/>
                  </a:lnTo>
                  <a:lnTo>
                    <a:pt x="3193083" y="3196725"/>
                  </a:lnTo>
                  <a:lnTo>
                    <a:pt x="3165737" y="3303832"/>
                  </a:lnTo>
                  <a:lnTo>
                    <a:pt x="3138396" y="3407710"/>
                  </a:lnTo>
                  <a:lnTo>
                    <a:pt x="3111033" y="3508076"/>
                  </a:lnTo>
                  <a:lnTo>
                    <a:pt x="3083614" y="3604699"/>
                  </a:lnTo>
                  <a:lnTo>
                    <a:pt x="3056094" y="3697400"/>
                  </a:lnTo>
                  <a:lnTo>
                    <a:pt x="3028413" y="3786054"/>
                  </a:lnTo>
                  <a:lnTo>
                    <a:pt x="3000502" y="3870584"/>
                  </a:lnTo>
                  <a:lnTo>
                    <a:pt x="2972276" y="3950965"/>
                  </a:lnTo>
                  <a:lnTo>
                    <a:pt x="2943633" y="4027211"/>
                  </a:lnTo>
                  <a:lnTo>
                    <a:pt x="2914453" y="4099380"/>
                  </a:lnTo>
                  <a:lnTo>
                    <a:pt x="2896531" y="4140985"/>
                  </a:lnTo>
                  <a:lnTo>
                    <a:pt x="2854250" y="4231081"/>
                  </a:lnTo>
                  <a:lnTo>
                    <a:pt x="2810029" y="4313543"/>
                  </a:lnTo>
                  <a:lnTo>
                    <a:pt x="2763339" y="4388626"/>
                  </a:lnTo>
                  <a:lnTo>
                    <a:pt x="2713596" y="4456832"/>
                  </a:lnTo>
                  <a:lnTo>
                    <a:pt x="2660196" y="4518770"/>
                  </a:lnTo>
                  <a:lnTo>
                    <a:pt x="2602542" y="4575071"/>
                  </a:lnTo>
                  <a:lnTo>
                    <a:pt x="2540084" y="4626336"/>
                  </a:lnTo>
                  <a:lnTo>
                    <a:pt x="2472365" y="4673098"/>
                  </a:lnTo>
                  <a:lnTo>
                    <a:pt x="2399091" y="4715806"/>
                  </a:lnTo>
                  <a:lnTo>
                    <a:pt x="2320210" y="4754810"/>
                  </a:lnTo>
                  <a:lnTo>
                    <a:pt x="2236017" y="4790362"/>
                  </a:lnTo>
                  <a:lnTo>
                    <a:pt x="2147260" y="4822611"/>
                  </a:lnTo>
                  <a:lnTo>
                    <a:pt x="2055244" y="4851615"/>
                  </a:lnTo>
                  <a:lnTo>
                    <a:pt x="1961886" y="4877355"/>
                  </a:lnTo>
                  <a:lnTo>
                    <a:pt x="1869698" y="4899772"/>
                  </a:lnTo>
                  <a:lnTo>
                    <a:pt x="1781652" y="4918798"/>
                  </a:lnTo>
                  <a:lnTo>
                    <a:pt x="1700913" y="4934412"/>
                  </a:lnTo>
                  <a:lnTo>
                    <a:pt x="1630448" y="4946683"/>
                  </a:lnTo>
                  <a:lnTo>
                    <a:pt x="1572582" y="4955805"/>
                  </a:lnTo>
                  <a:lnTo>
                    <a:pt x="1528602" y="4962108"/>
                  </a:lnTo>
                  <a:lnTo>
                    <a:pt x="1498497" y="4966045"/>
                  </a:lnTo>
                  <a:lnTo>
                    <a:pt x="1480885" y="4968153"/>
                  </a:lnTo>
                  <a:lnTo>
                    <a:pt x="1473108" y="4969008"/>
                  </a:lnTo>
                  <a:lnTo>
                    <a:pt x="1471402" y="4969181"/>
                  </a:lnTo>
                  <a:lnTo>
                    <a:pt x="1471387" y="4969182"/>
                  </a:lnTo>
                  <a:lnTo>
                    <a:pt x="0" y="496918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33" name="pg1733"/>
            <p:cNvSpPr/>
            <p:nvPr/>
          </p:nvSpPr>
          <p:spPr>
            <a:xfrm>
              <a:off x="4799595" y="9810012"/>
              <a:ext cx="11981298" cy="1087008"/>
            </a:xfrm>
            <a:custGeom>
              <a:avLst/>
              <a:pathLst>
                <a:path w="11981298" h="1087008">
                  <a:moveTo>
                    <a:pt x="0" y="269708"/>
                  </a:moveTo>
                  <a:lnTo>
                    <a:pt x="1471387" y="269708"/>
                  </a:lnTo>
                  <a:lnTo>
                    <a:pt x="1472617" y="269729"/>
                  </a:lnTo>
                  <a:lnTo>
                    <a:pt x="1480686" y="269874"/>
                  </a:lnTo>
                  <a:lnTo>
                    <a:pt x="1500978" y="270276"/>
                  </a:lnTo>
                  <a:lnTo>
                    <a:pt x="1537137" y="271065"/>
                  </a:lnTo>
                  <a:lnTo>
                    <a:pt x="1590790" y="272365"/>
                  </a:lnTo>
                  <a:lnTo>
                    <a:pt x="1661424" y="274271"/>
                  </a:lnTo>
                  <a:lnTo>
                    <a:pt x="1746610" y="276847"/>
                  </a:lnTo>
                  <a:lnTo>
                    <a:pt x="1842562" y="280122"/>
                  </a:lnTo>
                  <a:lnTo>
                    <a:pt x="1944896" y="284098"/>
                  </a:lnTo>
                  <a:lnTo>
                    <a:pt x="2049351" y="288761"/>
                  </a:lnTo>
                  <a:lnTo>
                    <a:pt x="2152318" y="294098"/>
                  </a:lnTo>
                  <a:lnTo>
                    <a:pt x="2251108" y="300103"/>
                  </a:lnTo>
                  <a:lnTo>
                    <a:pt x="2343985" y="306794"/>
                  </a:lnTo>
                  <a:lnTo>
                    <a:pt x="2430059" y="314209"/>
                  </a:lnTo>
                  <a:lnTo>
                    <a:pt x="2509099" y="322414"/>
                  </a:lnTo>
                  <a:lnTo>
                    <a:pt x="2581353" y="331502"/>
                  </a:lnTo>
                  <a:lnTo>
                    <a:pt x="2647376" y="341588"/>
                  </a:lnTo>
                  <a:lnTo>
                    <a:pt x="2707907" y="352806"/>
                  </a:lnTo>
                  <a:lnTo>
                    <a:pt x="2763774" y="365301"/>
                  </a:lnTo>
                  <a:lnTo>
                    <a:pt x="2815825" y="379214"/>
                  </a:lnTo>
                  <a:lnTo>
                    <a:pt x="2864870" y="394655"/>
                  </a:lnTo>
                  <a:lnTo>
                    <a:pt x="2896531" y="405925"/>
                  </a:lnTo>
                  <a:lnTo>
                    <a:pt x="2948863" y="426862"/>
                  </a:lnTo>
                  <a:lnTo>
                    <a:pt x="2999546" y="449937"/>
                  </a:lnTo>
                  <a:lnTo>
                    <a:pt x="3049205" y="475182"/>
                  </a:lnTo>
                  <a:lnTo>
                    <a:pt x="3098295" y="502555"/>
                  </a:lnTo>
                  <a:lnTo>
                    <a:pt x="3147137" y="531931"/>
                  </a:lnTo>
                  <a:lnTo>
                    <a:pt x="3195935" y="563096"/>
                  </a:lnTo>
                  <a:lnTo>
                    <a:pt x="3244800" y="595754"/>
                  </a:lnTo>
                  <a:lnTo>
                    <a:pt x="3293766" y="629527"/>
                  </a:lnTo>
                  <a:lnTo>
                    <a:pt x="3342813" y="663979"/>
                  </a:lnTo>
                  <a:lnTo>
                    <a:pt x="3391886" y="698633"/>
                  </a:lnTo>
                  <a:lnTo>
                    <a:pt x="3440922" y="733002"/>
                  </a:lnTo>
                  <a:lnTo>
                    <a:pt x="3489871" y="766615"/>
                  </a:lnTo>
                  <a:lnTo>
                    <a:pt x="3538720" y="799043"/>
                  </a:lnTo>
                  <a:lnTo>
                    <a:pt x="3587516" y="829923"/>
                  </a:lnTo>
                  <a:lnTo>
                    <a:pt x="3636383" y="858970"/>
                  </a:lnTo>
                  <a:lnTo>
                    <a:pt x="3685544" y="885987"/>
                  </a:lnTo>
                  <a:lnTo>
                    <a:pt x="3735341" y="910863"/>
                  </a:lnTo>
                  <a:lnTo>
                    <a:pt x="3786255" y="933570"/>
                  </a:lnTo>
                  <a:lnTo>
                    <a:pt x="3829811" y="950792"/>
                  </a:lnTo>
                  <a:lnTo>
                    <a:pt x="3877250" y="967292"/>
                  </a:lnTo>
                  <a:lnTo>
                    <a:pt x="3927194" y="982223"/>
                  </a:lnTo>
                  <a:lnTo>
                    <a:pt x="3980402" y="995657"/>
                  </a:lnTo>
                  <a:lnTo>
                    <a:pt x="4037703" y="1007717"/>
                  </a:lnTo>
                  <a:lnTo>
                    <a:pt x="4099945" y="1018549"/>
                  </a:lnTo>
                  <a:lnTo>
                    <a:pt x="4167933" y="1028294"/>
                  </a:lnTo>
                  <a:lnTo>
                    <a:pt x="4242360" y="1037082"/>
                  </a:lnTo>
                  <a:lnTo>
                    <a:pt x="4323697" y="1045020"/>
                  </a:lnTo>
                  <a:lnTo>
                    <a:pt x="4412052" y="1052191"/>
                  </a:lnTo>
                  <a:lnTo>
                    <a:pt x="4507001" y="1058654"/>
                  </a:lnTo>
                  <a:lnTo>
                    <a:pt x="4607395" y="1064440"/>
                  </a:lnTo>
                  <a:lnTo>
                    <a:pt x="4711193" y="1069557"/>
                  </a:lnTo>
                  <a:lnTo>
                    <a:pt x="4815391" y="1073998"/>
                  </a:lnTo>
                  <a:lnTo>
                    <a:pt x="4916123" y="1077745"/>
                  </a:lnTo>
                  <a:lnTo>
                    <a:pt x="5009019" y="1080790"/>
                  </a:lnTo>
                  <a:lnTo>
                    <a:pt x="5089804" y="1083141"/>
                  </a:lnTo>
                  <a:lnTo>
                    <a:pt x="5155060" y="1084840"/>
                  </a:lnTo>
                  <a:lnTo>
                    <a:pt x="5202937" y="1085961"/>
                  </a:lnTo>
                  <a:lnTo>
                    <a:pt x="5233618" y="1086609"/>
                  </a:lnTo>
                  <a:lnTo>
                    <a:pt x="5249415" y="1086912"/>
                  </a:lnTo>
                  <a:lnTo>
                    <a:pt x="5254574" y="1087002"/>
                  </a:lnTo>
                  <a:lnTo>
                    <a:pt x="5254955" y="1087008"/>
                  </a:lnTo>
                  <a:lnTo>
                    <a:pt x="6726343" y="1087008"/>
                  </a:lnTo>
                  <a:lnTo>
                    <a:pt x="6727566" y="1086982"/>
                  </a:lnTo>
                  <a:lnTo>
                    <a:pt x="6735598" y="1086792"/>
                  </a:lnTo>
                  <a:lnTo>
                    <a:pt x="6755799" y="1086269"/>
                  </a:lnTo>
                  <a:lnTo>
                    <a:pt x="6791804" y="1085239"/>
                  </a:lnTo>
                  <a:lnTo>
                    <a:pt x="6845243" y="1083545"/>
                  </a:lnTo>
                  <a:lnTo>
                    <a:pt x="6915621" y="1081060"/>
                  </a:lnTo>
                  <a:lnTo>
                    <a:pt x="7000535" y="1077700"/>
                  </a:lnTo>
                  <a:lnTo>
                    <a:pt x="7096229" y="1073428"/>
                  </a:lnTo>
                  <a:lnTo>
                    <a:pt x="7198340" y="1068240"/>
                  </a:lnTo>
                  <a:lnTo>
                    <a:pt x="7302624" y="1062155"/>
                  </a:lnTo>
                  <a:lnTo>
                    <a:pt x="7405475" y="1055190"/>
                  </a:lnTo>
                  <a:lnTo>
                    <a:pt x="7504202" y="1047352"/>
                  </a:lnTo>
                  <a:lnTo>
                    <a:pt x="7597060" y="1038620"/>
                  </a:lnTo>
                  <a:lnTo>
                    <a:pt x="7683147" y="1028944"/>
                  </a:lnTo>
                  <a:lnTo>
                    <a:pt x="7762223" y="1018237"/>
                  </a:lnTo>
                  <a:lnTo>
                    <a:pt x="7834524" y="1006381"/>
                  </a:lnTo>
                  <a:lnTo>
                    <a:pt x="7900596" y="993227"/>
                  </a:lnTo>
                  <a:lnTo>
                    <a:pt x="7961174" y="978600"/>
                  </a:lnTo>
                  <a:lnTo>
                    <a:pt x="8017077" y="962310"/>
                  </a:lnTo>
                  <a:lnTo>
                    <a:pt x="8069151" y="944176"/>
                  </a:lnTo>
                  <a:lnTo>
                    <a:pt x="8118204" y="924048"/>
                  </a:lnTo>
                  <a:lnTo>
                    <a:pt x="8151487" y="908564"/>
                  </a:lnTo>
                  <a:lnTo>
                    <a:pt x="8201713" y="882315"/>
                  </a:lnTo>
                  <a:lnTo>
                    <a:pt x="8250396" y="853491"/>
                  </a:lnTo>
                  <a:lnTo>
                    <a:pt x="8298098" y="822052"/>
                  </a:lnTo>
                  <a:lnTo>
                    <a:pt x="8345234" y="788038"/>
                  </a:lnTo>
                  <a:lnTo>
                    <a:pt x="8392102" y="751578"/>
                  </a:lnTo>
                  <a:lnTo>
                    <a:pt x="8438899" y="712899"/>
                  </a:lnTo>
                  <a:lnTo>
                    <a:pt x="8485739" y="672324"/>
                  </a:lnTo>
                  <a:lnTo>
                    <a:pt x="8532671" y="630266"/>
                  </a:lnTo>
                  <a:lnTo>
                    <a:pt x="8579687" y="587211"/>
                  </a:lnTo>
                  <a:lnTo>
                    <a:pt x="8626749" y="543697"/>
                  </a:lnTo>
                  <a:lnTo>
                    <a:pt x="8673800" y="500286"/>
                  </a:lnTo>
                  <a:lnTo>
                    <a:pt x="8720788" y="457536"/>
                  </a:lnTo>
                  <a:lnTo>
                    <a:pt x="8767684" y="415968"/>
                  </a:lnTo>
                  <a:lnTo>
                    <a:pt x="8814500" y="376045"/>
                  </a:lnTo>
                  <a:lnTo>
                    <a:pt x="8861305" y="338147"/>
                  </a:lnTo>
                  <a:lnTo>
                    <a:pt x="8908243" y="302561"/>
                  </a:lnTo>
                  <a:lnTo>
                    <a:pt x="8955547" y="269480"/>
                  </a:lnTo>
                  <a:lnTo>
                    <a:pt x="9003553" y="238999"/>
                  </a:lnTo>
                  <a:lnTo>
                    <a:pt x="9052728" y="211127"/>
                  </a:lnTo>
                  <a:lnTo>
                    <a:pt x="9084767" y="194789"/>
                  </a:lnTo>
                  <a:lnTo>
                    <a:pt x="9132127" y="173208"/>
                  </a:lnTo>
                  <a:lnTo>
                    <a:pt x="9181983" y="153674"/>
                  </a:lnTo>
                  <a:lnTo>
                    <a:pt x="9235091" y="136097"/>
                  </a:lnTo>
                  <a:lnTo>
                    <a:pt x="9292274" y="120313"/>
                  </a:lnTo>
                  <a:lnTo>
                    <a:pt x="9354376" y="106136"/>
                  </a:lnTo>
                  <a:lnTo>
                    <a:pt x="9422200" y="93378"/>
                  </a:lnTo>
                  <a:lnTo>
                    <a:pt x="9496437" y="81873"/>
                  </a:lnTo>
                  <a:lnTo>
                    <a:pt x="9577557" y="71478"/>
                  </a:lnTo>
                  <a:lnTo>
                    <a:pt x="9665675" y="62085"/>
                  </a:lnTo>
                  <a:lnTo>
                    <a:pt x="9760377" y="53619"/>
                  </a:lnTo>
                  <a:lnTo>
                    <a:pt x="9860531" y="46037"/>
                  </a:lnTo>
                  <a:lnTo>
                    <a:pt x="9964123" y="39328"/>
                  </a:lnTo>
                  <a:lnTo>
                    <a:pt x="10068180" y="33502"/>
                  </a:lnTo>
                  <a:lnTo>
                    <a:pt x="10168872" y="28581"/>
                  </a:lnTo>
                  <a:lnTo>
                    <a:pt x="10261852" y="24577"/>
                  </a:lnTo>
                  <a:lnTo>
                    <a:pt x="10342857" y="21480"/>
                  </a:lnTo>
                  <a:lnTo>
                    <a:pt x="10408453" y="19236"/>
                  </a:lnTo>
                  <a:lnTo>
                    <a:pt x="10456750" y="17751"/>
                  </a:lnTo>
                  <a:lnTo>
                    <a:pt x="10487871" y="16887"/>
                  </a:lnTo>
                  <a:lnTo>
                    <a:pt x="10504055" y="16479"/>
                  </a:lnTo>
                  <a:lnTo>
                    <a:pt x="10509470" y="16355"/>
                  </a:lnTo>
                  <a:lnTo>
                    <a:pt x="10509911" y="16345"/>
                  </a:lnTo>
                  <a:lnTo>
                    <a:pt x="11981298" y="16345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8687" y="26"/>
                  </a:lnTo>
                  <a:lnTo>
                    <a:pt x="10500655" y="215"/>
                  </a:lnTo>
                  <a:lnTo>
                    <a:pt x="10480454" y="739"/>
                  </a:lnTo>
                  <a:lnTo>
                    <a:pt x="10444449" y="1769"/>
                  </a:lnTo>
                  <a:lnTo>
                    <a:pt x="10391011" y="3463"/>
                  </a:lnTo>
                  <a:lnTo>
                    <a:pt x="10320632" y="5948"/>
                  </a:lnTo>
                  <a:lnTo>
                    <a:pt x="10235718" y="9307"/>
                  </a:lnTo>
                  <a:lnTo>
                    <a:pt x="10140025" y="13580"/>
                  </a:lnTo>
                  <a:lnTo>
                    <a:pt x="10037913" y="18767"/>
                  </a:lnTo>
                  <a:lnTo>
                    <a:pt x="9933629" y="24853"/>
                  </a:lnTo>
                  <a:lnTo>
                    <a:pt x="9830778" y="31818"/>
                  </a:lnTo>
                  <a:lnTo>
                    <a:pt x="9732052" y="39656"/>
                  </a:lnTo>
                  <a:lnTo>
                    <a:pt x="9639193" y="48388"/>
                  </a:lnTo>
                  <a:lnTo>
                    <a:pt x="9553106" y="58064"/>
                  </a:lnTo>
                  <a:lnTo>
                    <a:pt x="9474030" y="68771"/>
                  </a:lnTo>
                  <a:lnTo>
                    <a:pt x="9401730" y="80626"/>
                  </a:lnTo>
                  <a:lnTo>
                    <a:pt x="9335657" y="93781"/>
                  </a:lnTo>
                  <a:lnTo>
                    <a:pt x="9275080" y="108408"/>
                  </a:lnTo>
                  <a:lnTo>
                    <a:pt x="9219176" y="124697"/>
                  </a:lnTo>
                  <a:lnTo>
                    <a:pt x="9167102" y="142832"/>
                  </a:lnTo>
                  <a:lnTo>
                    <a:pt x="9118049" y="162960"/>
                  </a:lnTo>
                  <a:lnTo>
                    <a:pt x="9084767" y="178443"/>
                  </a:lnTo>
                  <a:lnTo>
                    <a:pt x="9034540" y="204693"/>
                  </a:lnTo>
                  <a:lnTo>
                    <a:pt x="8985857" y="233516"/>
                  </a:lnTo>
                  <a:lnTo>
                    <a:pt x="8938155" y="264955"/>
                  </a:lnTo>
                  <a:lnTo>
                    <a:pt x="8891019" y="298970"/>
                  </a:lnTo>
                  <a:lnTo>
                    <a:pt x="8844151" y="335430"/>
                  </a:lnTo>
                  <a:lnTo>
                    <a:pt x="8797354" y="374109"/>
                  </a:lnTo>
                  <a:lnTo>
                    <a:pt x="8750514" y="414683"/>
                  </a:lnTo>
                  <a:lnTo>
                    <a:pt x="8703583" y="456741"/>
                  </a:lnTo>
                  <a:lnTo>
                    <a:pt x="8656566" y="499797"/>
                  </a:lnTo>
                  <a:lnTo>
                    <a:pt x="8609505" y="543311"/>
                  </a:lnTo>
                  <a:lnTo>
                    <a:pt x="8562454" y="586722"/>
                  </a:lnTo>
                  <a:lnTo>
                    <a:pt x="8515465" y="629472"/>
                  </a:lnTo>
                  <a:lnTo>
                    <a:pt x="8468569" y="671039"/>
                  </a:lnTo>
                  <a:lnTo>
                    <a:pt x="8421753" y="710963"/>
                  </a:lnTo>
                  <a:lnTo>
                    <a:pt x="8374948" y="748861"/>
                  </a:lnTo>
                  <a:lnTo>
                    <a:pt x="8328010" y="784447"/>
                  </a:lnTo>
                  <a:lnTo>
                    <a:pt x="8280707" y="817528"/>
                  </a:lnTo>
                  <a:lnTo>
                    <a:pt x="8232700" y="848009"/>
                  </a:lnTo>
                  <a:lnTo>
                    <a:pt x="8183525" y="875880"/>
                  </a:lnTo>
                  <a:lnTo>
                    <a:pt x="8151487" y="892218"/>
                  </a:lnTo>
                  <a:lnTo>
                    <a:pt x="8104127" y="913800"/>
                  </a:lnTo>
                  <a:lnTo>
                    <a:pt x="8054270" y="933334"/>
                  </a:lnTo>
                  <a:lnTo>
                    <a:pt x="8001162" y="950911"/>
                  </a:lnTo>
                  <a:lnTo>
                    <a:pt x="7943979" y="966695"/>
                  </a:lnTo>
                  <a:lnTo>
                    <a:pt x="7881877" y="980872"/>
                  </a:lnTo>
                  <a:lnTo>
                    <a:pt x="7814053" y="993630"/>
                  </a:lnTo>
                  <a:lnTo>
                    <a:pt x="7739816" y="1005135"/>
                  </a:lnTo>
                  <a:lnTo>
                    <a:pt x="7658696" y="1015530"/>
                  </a:lnTo>
                  <a:lnTo>
                    <a:pt x="7570578" y="1024922"/>
                  </a:lnTo>
                  <a:lnTo>
                    <a:pt x="7475876" y="1033389"/>
                  </a:lnTo>
                  <a:lnTo>
                    <a:pt x="7375722" y="1040971"/>
                  </a:lnTo>
                  <a:lnTo>
                    <a:pt x="7272130" y="1047680"/>
                  </a:lnTo>
                  <a:lnTo>
                    <a:pt x="7168073" y="1053505"/>
                  </a:lnTo>
                  <a:lnTo>
                    <a:pt x="7067381" y="1058427"/>
                  </a:lnTo>
                  <a:lnTo>
                    <a:pt x="6974401" y="1062430"/>
                  </a:lnTo>
                  <a:lnTo>
                    <a:pt x="6893396" y="1065528"/>
                  </a:lnTo>
                  <a:lnTo>
                    <a:pt x="6827800" y="1067771"/>
                  </a:lnTo>
                  <a:lnTo>
                    <a:pt x="6779503" y="1069257"/>
                  </a:lnTo>
                  <a:lnTo>
                    <a:pt x="6748383" y="1070121"/>
                  </a:lnTo>
                  <a:lnTo>
                    <a:pt x="6732199" y="1070529"/>
                  </a:lnTo>
                  <a:lnTo>
                    <a:pt x="6726783" y="1070653"/>
                  </a:lnTo>
                  <a:lnTo>
                    <a:pt x="6726343" y="1070662"/>
                  </a:lnTo>
                  <a:lnTo>
                    <a:pt x="5254955" y="1070662"/>
                  </a:lnTo>
                  <a:lnTo>
                    <a:pt x="5253726" y="1070642"/>
                  </a:lnTo>
                  <a:lnTo>
                    <a:pt x="5245656" y="1070497"/>
                  </a:lnTo>
                  <a:lnTo>
                    <a:pt x="5225364" y="1070095"/>
                  </a:lnTo>
                  <a:lnTo>
                    <a:pt x="5189205" y="1069305"/>
                  </a:lnTo>
                  <a:lnTo>
                    <a:pt x="5135552" y="1068006"/>
                  </a:lnTo>
                  <a:lnTo>
                    <a:pt x="5064918" y="1066100"/>
                  </a:lnTo>
                  <a:lnTo>
                    <a:pt x="4979732" y="1063524"/>
                  </a:lnTo>
                  <a:lnTo>
                    <a:pt x="4883780" y="1060249"/>
                  </a:lnTo>
                  <a:lnTo>
                    <a:pt x="4781446" y="1056273"/>
                  </a:lnTo>
                  <a:lnTo>
                    <a:pt x="4676991" y="1051609"/>
                  </a:lnTo>
                  <a:lnTo>
                    <a:pt x="4574024" y="1046273"/>
                  </a:lnTo>
                  <a:lnTo>
                    <a:pt x="4475234" y="1040267"/>
                  </a:lnTo>
                  <a:lnTo>
                    <a:pt x="4382357" y="1033577"/>
                  </a:lnTo>
                  <a:lnTo>
                    <a:pt x="4296283" y="1026162"/>
                  </a:lnTo>
                  <a:lnTo>
                    <a:pt x="4217243" y="1017956"/>
                  </a:lnTo>
                  <a:lnTo>
                    <a:pt x="4144989" y="1008868"/>
                  </a:lnTo>
                  <a:lnTo>
                    <a:pt x="4078966" y="998782"/>
                  </a:lnTo>
                  <a:lnTo>
                    <a:pt x="4018435" y="987564"/>
                  </a:lnTo>
                  <a:lnTo>
                    <a:pt x="3962568" y="975069"/>
                  </a:lnTo>
                  <a:lnTo>
                    <a:pt x="3910517" y="961157"/>
                  </a:lnTo>
                  <a:lnTo>
                    <a:pt x="3861472" y="945716"/>
                  </a:lnTo>
                  <a:lnTo>
                    <a:pt x="3829811" y="934446"/>
                  </a:lnTo>
                  <a:lnTo>
                    <a:pt x="3777479" y="913509"/>
                  </a:lnTo>
                  <a:lnTo>
                    <a:pt x="3726796" y="890434"/>
                  </a:lnTo>
                  <a:lnTo>
                    <a:pt x="3677138" y="865189"/>
                  </a:lnTo>
                  <a:lnTo>
                    <a:pt x="3628047" y="837816"/>
                  </a:lnTo>
                  <a:lnTo>
                    <a:pt x="3579205" y="808440"/>
                  </a:lnTo>
                  <a:lnTo>
                    <a:pt x="3530407" y="777275"/>
                  </a:lnTo>
                  <a:lnTo>
                    <a:pt x="3481542" y="744617"/>
                  </a:lnTo>
                  <a:lnTo>
                    <a:pt x="3432576" y="710844"/>
                  </a:lnTo>
                  <a:lnTo>
                    <a:pt x="3383529" y="676392"/>
                  </a:lnTo>
                  <a:lnTo>
                    <a:pt x="3334456" y="641737"/>
                  </a:lnTo>
                  <a:lnTo>
                    <a:pt x="3285420" y="607368"/>
                  </a:lnTo>
                  <a:lnTo>
                    <a:pt x="3236471" y="573756"/>
                  </a:lnTo>
                  <a:lnTo>
                    <a:pt x="3187622" y="541328"/>
                  </a:lnTo>
                  <a:lnTo>
                    <a:pt x="3138826" y="510448"/>
                  </a:lnTo>
                  <a:lnTo>
                    <a:pt x="3089959" y="481401"/>
                  </a:lnTo>
                  <a:lnTo>
                    <a:pt x="3040798" y="454384"/>
                  </a:lnTo>
                  <a:lnTo>
                    <a:pt x="2991001" y="429508"/>
                  </a:lnTo>
                  <a:lnTo>
                    <a:pt x="2940087" y="406801"/>
                  </a:lnTo>
                  <a:lnTo>
                    <a:pt x="2896531" y="389579"/>
                  </a:lnTo>
                  <a:lnTo>
                    <a:pt x="2849093" y="373079"/>
                  </a:lnTo>
                  <a:lnTo>
                    <a:pt x="2799148" y="358148"/>
                  </a:lnTo>
                  <a:lnTo>
                    <a:pt x="2745940" y="344714"/>
                  </a:lnTo>
                  <a:lnTo>
                    <a:pt x="2688639" y="332653"/>
                  </a:lnTo>
                  <a:lnTo>
                    <a:pt x="2626397" y="321822"/>
                  </a:lnTo>
                  <a:lnTo>
                    <a:pt x="2558409" y="312076"/>
                  </a:lnTo>
                  <a:lnTo>
                    <a:pt x="2483982" y="303289"/>
                  </a:lnTo>
                  <a:lnTo>
                    <a:pt x="2402645" y="295351"/>
                  </a:lnTo>
                  <a:lnTo>
                    <a:pt x="2314290" y="288179"/>
                  </a:lnTo>
                  <a:lnTo>
                    <a:pt x="2219341" y="281716"/>
                  </a:lnTo>
                  <a:lnTo>
                    <a:pt x="2118947" y="275931"/>
                  </a:lnTo>
                  <a:lnTo>
                    <a:pt x="2015149" y="270813"/>
                  </a:lnTo>
                  <a:lnTo>
                    <a:pt x="1910952" y="266373"/>
                  </a:lnTo>
                  <a:lnTo>
                    <a:pt x="1810219" y="262626"/>
                  </a:lnTo>
                  <a:lnTo>
                    <a:pt x="1717323" y="259581"/>
                  </a:lnTo>
                  <a:lnTo>
                    <a:pt x="1636538" y="257229"/>
                  </a:lnTo>
                  <a:lnTo>
                    <a:pt x="1571282" y="255531"/>
                  </a:lnTo>
                  <a:lnTo>
                    <a:pt x="1523405" y="254410"/>
                  </a:lnTo>
                  <a:lnTo>
                    <a:pt x="1492724" y="253762"/>
                  </a:lnTo>
                  <a:lnTo>
                    <a:pt x="1476927" y="253459"/>
                  </a:lnTo>
                  <a:lnTo>
                    <a:pt x="1471768" y="253369"/>
                  </a:lnTo>
                  <a:lnTo>
                    <a:pt x="1471387" y="253362"/>
                  </a:lnTo>
                  <a:lnTo>
                    <a:pt x="0" y="253362"/>
                  </a:lnTo>
                  <a:close/>
                </a:path>
              </a:pathLst>
            </a:custGeom>
            <a:solidFill>
              <a:srgbClr val="9E9E9E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734" name="pl1734"/>
            <p:cNvSpPr/>
            <p:nvPr/>
          </p:nvSpPr>
          <p:spPr>
            <a:xfrm>
              <a:off x="4799595" y="9826358"/>
              <a:ext cx="11981298" cy="1070662"/>
            </a:xfrm>
            <a:custGeom>
              <a:avLst/>
              <a:pathLst>
                <a:path w="11981298" h="1070662">
                  <a:moveTo>
                    <a:pt x="0" y="253362"/>
                  </a:moveTo>
                  <a:lnTo>
                    <a:pt x="1471387" y="253362"/>
                  </a:lnTo>
                  <a:lnTo>
                    <a:pt x="1472617" y="253383"/>
                  </a:lnTo>
                  <a:lnTo>
                    <a:pt x="1480686" y="253528"/>
                  </a:lnTo>
                  <a:lnTo>
                    <a:pt x="1500978" y="253930"/>
                  </a:lnTo>
                  <a:lnTo>
                    <a:pt x="1537137" y="254719"/>
                  </a:lnTo>
                  <a:lnTo>
                    <a:pt x="1590790" y="256019"/>
                  </a:lnTo>
                  <a:lnTo>
                    <a:pt x="1661424" y="257925"/>
                  </a:lnTo>
                  <a:lnTo>
                    <a:pt x="1746610" y="260501"/>
                  </a:lnTo>
                  <a:lnTo>
                    <a:pt x="1842562" y="263776"/>
                  </a:lnTo>
                  <a:lnTo>
                    <a:pt x="1944896" y="267752"/>
                  </a:lnTo>
                  <a:lnTo>
                    <a:pt x="2049351" y="272415"/>
                  </a:lnTo>
                  <a:lnTo>
                    <a:pt x="2152318" y="277752"/>
                  </a:lnTo>
                  <a:lnTo>
                    <a:pt x="2251108" y="283757"/>
                  </a:lnTo>
                  <a:lnTo>
                    <a:pt x="2343985" y="290448"/>
                  </a:lnTo>
                  <a:lnTo>
                    <a:pt x="2430059" y="297863"/>
                  </a:lnTo>
                  <a:lnTo>
                    <a:pt x="2509099" y="306068"/>
                  </a:lnTo>
                  <a:lnTo>
                    <a:pt x="2581353" y="315156"/>
                  </a:lnTo>
                  <a:lnTo>
                    <a:pt x="2647376" y="325242"/>
                  </a:lnTo>
                  <a:lnTo>
                    <a:pt x="2707907" y="336460"/>
                  </a:lnTo>
                  <a:lnTo>
                    <a:pt x="2763774" y="348955"/>
                  </a:lnTo>
                  <a:lnTo>
                    <a:pt x="2815825" y="362868"/>
                  </a:lnTo>
                  <a:lnTo>
                    <a:pt x="2864870" y="378309"/>
                  </a:lnTo>
                  <a:lnTo>
                    <a:pt x="2896531" y="389579"/>
                  </a:lnTo>
                  <a:lnTo>
                    <a:pt x="2948863" y="410516"/>
                  </a:lnTo>
                  <a:lnTo>
                    <a:pt x="2999546" y="433591"/>
                  </a:lnTo>
                  <a:lnTo>
                    <a:pt x="3049205" y="458836"/>
                  </a:lnTo>
                  <a:lnTo>
                    <a:pt x="3098295" y="486209"/>
                  </a:lnTo>
                  <a:lnTo>
                    <a:pt x="3147137" y="515585"/>
                  </a:lnTo>
                  <a:lnTo>
                    <a:pt x="3195935" y="546750"/>
                  </a:lnTo>
                  <a:lnTo>
                    <a:pt x="3244800" y="579408"/>
                  </a:lnTo>
                  <a:lnTo>
                    <a:pt x="3293766" y="613181"/>
                  </a:lnTo>
                  <a:lnTo>
                    <a:pt x="3342813" y="647633"/>
                  </a:lnTo>
                  <a:lnTo>
                    <a:pt x="3391886" y="682287"/>
                  </a:lnTo>
                  <a:lnTo>
                    <a:pt x="3440922" y="716656"/>
                  </a:lnTo>
                  <a:lnTo>
                    <a:pt x="3489871" y="750269"/>
                  </a:lnTo>
                  <a:lnTo>
                    <a:pt x="3538720" y="782697"/>
                  </a:lnTo>
                  <a:lnTo>
                    <a:pt x="3587516" y="813577"/>
                  </a:lnTo>
                  <a:lnTo>
                    <a:pt x="3636383" y="842624"/>
                  </a:lnTo>
                  <a:lnTo>
                    <a:pt x="3685544" y="869641"/>
                  </a:lnTo>
                  <a:lnTo>
                    <a:pt x="3735341" y="894517"/>
                  </a:lnTo>
                  <a:lnTo>
                    <a:pt x="3786255" y="917224"/>
                  </a:lnTo>
                  <a:lnTo>
                    <a:pt x="3829811" y="934446"/>
                  </a:lnTo>
                  <a:lnTo>
                    <a:pt x="3877250" y="950946"/>
                  </a:lnTo>
                  <a:lnTo>
                    <a:pt x="3927194" y="965877"/>
                  </a:lnTo>
                  <a:lnTo>
                    <a:pt x="3980402" y="979311"/>
                  </a:lnTo>
                  <a:lnTo>
                    <a:pt x="4037703" y="991371"/>
                  </a:lnTo>
                  <a:lnTo>
                    <a:pt x="4099945" y="1002203"/>
                  </a:lnTo>
                  <a:lnTo>
                    <a:pt x="4167933" y="1011948"/>
                  </a:lnTo>
                  <a:lnTo>
                    <a:pt x="4242360" y="1020736"/>
                  </a:lnTo>
                  <a:lnTo>
                    <a:pt x="4323697" y="1028674"/>
                  </a:lnTo>
                  <a:lnTo>
                    <a:pt x="4412052" y="1035845"/>
                  </a:lnTo>
                  <a:lnTo>
                    <a:pt x="4507001" y="1042308"/>
                  </a:lnTo>
                  <a:lnTo>
                    <a:pt x="4607395" y="1048094"/>
                  </a:lnTo>
                  <a:lnTo>
                    <a:pt x="4711193" y="1053211"/>
                  </a:lnTo>
                  <a:lnTo>
                    <a:pt x="4815391" y="1057652"/>
                  </a:lnTo>
                  <a:lnTo>
                    <a:pt x="4916123" y="1061399"/>
                  </a:lnTo>
                  <a:lnTo>
                    <a:pt x="5009019" y="1064444"/>
                  </a:lnTo>
                  <a:lnTo>
                    <a:pt x="5089804" y="1066795"/>
                  </a:lnTo>
                  <a:lnTo>
                    <a:pt x="5155060" y="1068494"/>
                  </a:lnTo>
                  <a:lnTo>
                    <a:pt x="5202937" y="1069615"/>
                  </a:lnTo>
                  <a:lnTo>
                    <a:pt x="5233618" y="1070263"/>
                  </a:lnTo>
                  <a:lnTo>
                    <a:pt x="5249415" y="1070566"/>
                  </a:lnTo>
                  <a:lnTo>
                    <a:pt x="5254574" y="1070656"/>
                  </a:lnTo>
                  <a:lnTo>
                    <a:pt x="5254955" y="1070662"/>
                  </a:lnTo>
                  <a:lnTo>
                    <a:pt x="6726343" y="1070662"/>
                  </a:lnTo>
                  <a:lnTo>
                    <a:pt x="6727566" y="1070636"/>
                  </a:lnTo>
                  <a:lnTo>
                    <a:pt x="6735598" y="1070446"/>
                  </a:lnTo>
                  <a:lnTo>
                    <a:pt x="6755799" y="1069923"/>
                  </a:lnTo>
                  <a:lnTo>
                    <a:pt x="6791804" y="1068893"/>
                  </a:lnTo>
                  <a:lnTo>
                    <a:pt x="6845243" y="1067199"/>
                  </a:lnTo>
                  <a:lnTo>
                    <a:pt x="6915621" y="1064714"/>
                  </a:lnTo>
                  <a:lnTo>
                    <a:pt x="7000535" y="1061354"/>
                  </a:lnTo>
                  <a:lnTo>
                    <a:pt x="7096229" y="1057082"/>
                  </a:lnTo>
                  <a:lnTo>
                    <a:pt x="7198340" y="1051894"/>
                  </a:lnTo>
                  <a:lnTo>
                    <a:pt x="7302624" y="1045809"/>
                  </a:lnTo>
                  <a:lnTo>
                    <a:pt x="7405475" y="1038844"/>
                  </a:lnTo>
                  <a:lnTo>
                    <a:pt x="7504202" y="1031006"/>
                  </a:lnTo>
                  <a:lnTo>
                    <a:pt x="7597060" y="1022274"/>
                  </a:lnTo>
                  <a:lnTo>
                    <a:pt x="7683147" y="1012598"/>
                  </a:lnTo>
                  <a:lnTo>
                    <a:pt x="7762223" y="1001891"/>
                  </a:lnTo>
                  <a:lnTo>
                    <a:pt x="7834524" y="990035"/>
                  </a:lnTo>
                  <a:lnTo>
                    <a:pt x="7900596" y="976881"/>
                  </a:lnTo>
                  <a:lnTo>
                    <a:pt x="7961174" y="962254"/>
                  </a:lnTo>
                  <a:lnTo>
                    <a:pt x="8017077" y="945964"/>
                  </a:lnTo>
                  <a:lnTo>
                    <a:pt x="8069151" y="927830"/>
                  </a:lnTo>
                  <a:lnTo>
                    <a:pt x="8118204" y="907702"/>
                  </a:lnTo>
                  <a:lnTo>
                    <a:pt x="8151487" y="892218"/>
                  </a:lnTo>
                  <a:lnTo>
                    <a:pt x="8201713" y="865969"/>
                  </a:lnTo>
                  <a:lnTo>
                    <a:pt x="8250396" y="837145"/>
                  </a:lnTo>
                  <a:lnTo>
                    <a:pt x="8298098" y="805706"/>
                  </a:lnTo>
                  <a:lnTo>
                    <a:pt x="8345234" y="771692"/>
                  </a:lnTo>
                  <a:lnTo>
                    <a:pt x="8392102" y="735232"/>
                  </a:lnTo>
                  <a:lnTo>
                    <a:pt x="8438899" y="696553"/>
                  </a:lnTo>
                  <a:lnTo>
                    <a:pt x="8485739" y="655978"/>
                  </a:lnTo>
                  <a:lnTo>
                    <a:pt x="8532671" y="613920"/>
                  </a:lnTo>
                  <a:lnTo>
                    <a:pt x="8579687" y="570865"/>
                  </a:lnTo>
                  <a:lnTo>
                    <a:pt x="8626749" y="527351"/>
                  </a:lnTo>
                  <a:lnTo>
                    <a:pt x="8673800" y="483940"/>
                  </a:lnTo>
                  <a:lnTo>
                    <a:pt x="8720788" y="441190"/>
                  </a:lnTo>
                  <a:lnTo>
                    <a:pt x="8767684" y="399622"/>
                  </a:lnTo>
                  <a:lnTo>
                    <a:pt x="8814500" y="359699"/>
                  </a:lnTo>
                  <a:lnTo>
                    <a:pt x="8861305" y="321801"/>
                  </a:lnTo>
                  <a:lnTo>
                    <a:pt x="8908243" y="286215"/>
                  </a:lnTo>
                  <a:lnTo>
                    <a:pt x="8955547" y="253134"/>
                  </a:lnTo>
                  <a:lnTo>
                    <a:pt x="9003553" y="222653"/>
                  </a:lnTo>
                  <a:lnTo>
                    <a:pt x="9052728" y="194781"/>
                  </a:lnTo>
                  <a:lnTo>
                    <a:pt x="9084767" y="178443"/>
                  </a:lnTo>
                  <a:lnTo>
                    <a:pt x="9132127" y="156862"/>
                  </a:lnTo>
                  <a:lnTo>
                    <a:pt x="9181983" y="137328"/>
                  </a:lnTo>
                  <a:lnTo>
                    <a:pt x="9235091" y="119751"/>
                  </a:lnTo>
                  <a:lnTo>
                    <a:pt x="9292274" y="103967"/>
                  </a:lnTo>
                  <a:lnTo>
                    <a:pt x="9354376" y="89790"/>
                  </a:lnTo>
                  <a:lnTo>
                    <a:pt x="9422200" y="77032"/>
                  </a:lnTo>
                  <a:lnTo>
                    <a:pt x="9496437" y="65527"/>
                  </a:lnTo>
                  <a:lnTo>
                    <a:pt x="9577557" y="55132"/>
                  </a:lnTo>
                  <a:lnTo>
                    <a:pt x="9665675" y="45739"/>
                  </a:lnTo>
                  <a:lnTo>
                    <a:pt x="9760377" y="37273"/>
                  </a:lnTo>
                  <a:lnTo>
                    <a:pt x="9860531" y="29691"/>
                  </a:lnTo>
                  <a:lnTo>
                    <a:pt x="9964123" y="22982"/>
                  </a:lnTo>
                  <a:lnTo>
                    <a:pt x="10068180" y="17156"/>
                  </a:lnTo>
                  <a:lnTo>
                    <a:pt x="10168872" y="12235"/>
                  </a:lnTo>
                  <a:lnTo>
                    <a:pt x="10261852" y="8231"/>
                  </a:lnTo>
                  <a:lnTo>
                    <a:pt x="10342857" y="5134"/>
                  </a:lnTo>
                  <a:lnTo>
                    <a:pt x="10408453" y="2890"/>
                  </a:lnTo>
                  <a:lnTo>
                    <a:pt x="10456750" y="1405"/>
                  </a:lnTo>
                  <a:lnTo>
                    <a:pt x="10487871" y="541"/>
                  </a:lnTo>
                  <a:lnTo>
                    <a:pt x="10504055" y="133"/>
                  </a:lnTo>
                  <a:lnTo>
                    <a:pt x="10509470" y="9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35" name="pl1735"/>
            <p:cNvSpPr/>
            <p:nvPr/>
          </p:nvSpPr>
          <p:spPr>
            <a:xfrm>
              <a:off x="4799595" y="9810012"/>
              <a:ext cx="11981298" cy="1070662"/>
            </a:xfrm>
            <a:custGeom>
              <a:avLst/>
              <a:pathLst>
                <a:path w="11981298" h="1070662">
                  <a:moveTo>
                    <a:pt x="11981298" y="0"/>
                  </a:moveTo>
                  <a:lnTo>
                    <a:pt x="10509911" y="0"/>
                  </a:lnTo>
                  <a:lnTo>
                    <a:pt x="10508687" y="26"/>
                  </a:lnTo>
                  <a:lnTo>
                    <a:pt x="10500655" y="215"/>
                  </a:lnTo>
                  <a:lnTo>
                    <a:pt x="10480454" y="739"/>
                  </a:lnTo>
                  <a:lnTo>
                    <a:pt x="10444449" y="1769"/>
                  </a:lnTo>
                  <a:lnTo>
                    <a:pt x="10391011" y="3463"/>
                  </a:lnTo>
                  <a:lnTo>
                    <a:pt x="10320632" y="5948"/>
                  </a:lnTo>
                  <a:lnTo>
                    <a:pt x="10235718" y="9307"/>
                  </a:lnTo>
                  <a:lnTo>
                    <a:pt x="10140025" y="13580"/>
                  </a:lnTo>
                  <a:lnTo>
                    <a:pt x="10037913" y="18767"/>
                  </a:lnTo>
                  <a:lnTo>
                    <a:pt x="9933629" y="24853"/>
                  </a:lnTo>
                  <a:lnTo>
                    <a:pt x="9830778" y="31818"/>
                  </a:lnTo>
                  <a:lnTo>
                    <a:pt x="9732052" y="39656"/>
                  </a:lnTo>
                  <a:lnTo>
                    <a:pt x="9639193" y="48388"/>
                  </a:lnTo>
                  <a:lnTo>
                    <a:pt x="9553106" y="58064"/>
                  </a:lnTo>
                  <a:lnTo>
                    <a:pt x="9474030" y="68771"/>
                  </a:lnTo>
                  <a:lnTo>
                    <a:pt x="9401730" y="80626"/>
                  </a:lnTo>
                  <a:lnTo>
                    <a:pt x="9335657" y="93781"/>
                  </a:lnTo>
                  <a:lnTo>
                    <a:pt x="9275080" y="108408"/>
                  </a:lnTo>
                  <a:lnTo>
                    <a:pt x="9219176" y="124697"/>
                  </a:lnTo>
                  <a:lnTo>
                    <a:pt x="9167102" y="142832"/>
                  </a:lnTo>
                  <a:lnTo>
                    <a:pt x="9118049" y="162960"/>
                  </a:lnTo>
                  <a:lnTo>
                    <a:pt x="9084767" y="178443"/>
                  </a:lnTo>
                  <a:lnTo>
                    <a:pt x="9034540" y="204693"/>
                  </a:lnTo>
                  <a:lnTo>
                    <a:pt x="8985857" y="233516"/>
                  </a:lnTo>
                  <a:lnTo>
                    <a:pt x="8938155" y="264955"/>
                  </a:lnTo>
                  <a:lnTo>
                    <a:pt x="8891019" y="298970"/>
                  </a:lnTo>
                  <a:lnTo>
                    <a:pt x="8844151" y="335430"/>
                  </a:lnTo>
                  <a:lnTo>
                    <a:pt x="8797354" y="374109"/>
                  </a:lnTo>
                  <a:lnTo>
                    <a:pt x="8750514" y="414683"/>
                  </a:lnTo>
                  <a:lnTo>
                    <a:pt x="8703583" y="456741"/>
                  </a:lnTo>
                  <a:lnTo>
                    <a:pt x="8656566" y="499797"/>
                  </a:lnTo>
                  <a:lnTo>
                    <a:pt x="8609505" y="543311"/>
                  </a:lnTo>
                  <a:lnTo>
                    <a:pt x="8562454" y="586722"/>
                  </a:lnTo>
                  <a:lnTo>
                    <a:pt x="8515465" y="629472"/>
                  </a:lnTo>
                  <a:lnTo>
                    <a:pt x="8468569" y="671039"/>
                  </a:lnTo>
                  <a:lnTo>
                    <a:pt x="8421753" y="710963"/>
                  </a:lnTo>
                  <a:lnTo>
                    <a:pt x="8374948" y="748861"/>
                  </a:lnTo>
                  <a:lnTo>
                    <a:pt x="8328010" y="784447"/>
                  </a:lnTo>
                  <a:lnTo>
                    <a:pt x="8280707" y="817528"/>
                  </a:lnTo>
                  <a:lnTo>
                    <a:pt x="8232700" y="848009"/>
                  </a:lnTo>
                  <a:lnTo>
                    <a:pt x="8183525" y="875880"/>
                  </a:lnTo>
                  <a:lnTo>
                    <a:pt x="8151487" y="892218"/>
                  </a:lnTo>
                  <a:lnTo>
                    <a:pt x="8104127" y="913800"/>
                  </a:lnTo>
                  <a:lnTo>
                    <a:pt x="8054270" y="933334"/>
                  </a:lnTo>
                  <a:lnTo>
                    <a:pt x="8001162" y="950911"/>
                  </a:lnTo>
                  <a:lnTo>
                    <a:pt x="7943979" y="966695"/>
                  </a:lnTo>
                  <a:lnTo>
                    <a:pt x="7881877" y="980872"/>
                  </a:lnTo>
                  <a:lnTo>
                    <a:pt x="7814053" y="993630"/>
                  </a:lnTo>
                  <a:lnTo>
                    <a:pt x="7739816" y="1005135"/>
                  </a:lnTo>
                  <a:lnTo>
                    <a:pt x="7658696" y="1015530"/>
                  </a:lnTo>
                  <a:lnTo>
                    <a:pt x="7570578" y="1024922"/>
                  </a:lnTo>
                  <a:lnTo>
                    <a:pt x="7475876" y="1033389"/>
                  </a:lnTo>
                  <a:lnTo>
                    <a:pt x="7375722" y="1040971"/>
                  </a:lnTo>
                  <a:lnTo>
                    <a:pt x="7272130" y="1047680"/>
                  </a:lnTo>
                  <a:lnTo>
                    <a:pt x="7168073" y="1053505"/>
                  </a:lnTo>
                  <a:lnTo>
                    <a:pt x="7067381" y="1058427"/>
                  </a:lnTo>
                  <a:lnTo>
                    <a:pt x="6974401" y="1062430"/>
                  </a:lnTo>
                  <a:lnTo>
                    <a:pt x="6893396" y="1065528"/>
                  </a:lnTo>
                  <a:lnTo>
                    <a:pt x="6827800" y="1067771"/>
                  </a:lnTo>
                  <a:lnTo>
                    <a:pt x="6779503" y="1069257"/>
                  </a:lnTo>
                  <a:lnTo>
                    <a:pt x="6748383" y="1070121"/>
                  </a:lnTo>
                  <a:lnTo>
                    <a:pt x="6732199" y="1070529"/>
                  </a:lnTo>
                  <a:lnTo>
                    <a:pt x="6726783" y="1070653"/>
                  </a:lnTo>
                  <a:lnTo>
                    <a:pt x="6726343" y="1070662"/>
                  </a:lnTo>
                  <a:lnTo>
                    <a:pt x="5254955" y="1070662"/>
                  </a:lnTo>
                  <a:lnTo>
                    <a:pt x="5253726" y="1070642"/>
                  </a:lnTo>
                  <a:lnTo>
                    <a:pt x="5245656" y="1070497"/>
                  </a:lnTo>
                  <a:lnTo>
                    <a:pt x="5225364" y="1070095"/>
                  </a:lnTo>
                  <a:lnTo>
                    <a:pt x="5189205" y="1069305"/>
                  </a:lnTo>
                  <a:lnTo>
                    <a:pt x="5135552" y="1068006"/>
                  </a:lnTo>
                  <a:lnTo>
                    <a:pt x="5064918" y="1066100"/>
                  </a:lnTo>
                  <a:lnTo>
                    <a:pt x="4979732" y="1063524"/>
                  </a:lnTo>
                  <a:lnTo>
                    <a:pt x="4883780" y="1060249"/>
                  </a:lnTo>
                  <a:lnTo>
                    <a:pt x="4781446" y="1056273"/>
                  </a:lnTo>
                  <a:lnTo>
                    <a:pt x="4676991" y="1051609"/>
                  </a:lnTo>
                  <a:lnTo>
                    <a:pt x="4574024" y="1046273"/>
                  </a:lnTo>
                  <a:lnTo>
                    <a:pt x="4475234" y="1040267"/>
                  </a:lnTo>
                  <a:lnTo>
                    <a:pt x="4382357" y="1033577"/>
                  </a:lnTo>
                  <a:lnTo>
                    <a:pt x="4296283" y="1026162"/>
                  </a:lnTo>
                  <a:lnTo>
                    <a:pt x="4217243" y="1017956"/>
                  </a:lnTo>
                  <a:lnTo>
                    <a:pt x="4144989" y="1008868"/>
                  </a:lnTo>
                  <a:lnTo>
                    <a:pt x="4078966" y="998782"/>
                  </a:lnTo>
                  <a:lnTo>
                    <a:pt x="4018435" y="987564"/>
                  </a:lnTo>
                  <a:lnTo>
                    <a:pt x="3962568" y="975069"/>
                  </a:lnTo>
                  <a:lnTo>
                    <a:pt x="3910517" y="961157"/>
                  </a:lnTo>
                  <a:lnTo>
                    <a:pt x="3861472" y="945716"/>
                  </a:lnTo>
                  <a:lnTo>
                    <a:pt x="3829811" y="934446"/>
                  </a:lnTo>
                  <a:lnTo>
                    <a:pt x="3777479" y="913509"/>
                  </a:lnTo>
                  <a:lnTo>
                    <a:pt x="3726796" y="890434"/>
                  </a:lnTo>
                  <a:lnTo>
                    <a:pt x="3677138" y="865189"/>
                  </a:lnTo>
                  <a:lnTo>
                    <a:pt x="3628047" y="837816"/>
                  </a:lnTo>
                  <a:lnTo>
                    <a:pt x="3579205" y="808440"/>
                  </a:lnTo>
                  <a:lnTo>
                    <a:pt x="3530407" y="777275"/>
                  </a:lnTo>
                  <a:lnTo>
                    <a:pt x="3481542" y="744617"/>
                  </a:lnTo>
                  <a:lnTo>
                    <a:pt x="3432576" y="710844"/>
                  </a:lnTo>
                  <a:lnTo>
                    <a:pt x="3383529" y="676392"/>
                  </a:lnTo>
                  <a:lnTo>
                    <a:pt x="3334456" y="641737"/>
                  </a:lnTo>
                  <a:lnTo>
                    <a:pt x="3285420" y="607368"/>
                  </a:lnTo>
                  <a:lnTo>
                    <a:pt x="3236471" y="573756"/>
                  </a:lnTo>
                  <a:lnTo>
                    <a:pt x="3187622" y="541328"/>
                  </a:lnTo>
                  <a:lnTo>
                    <a:pt x="3138826" y="510448"/>
                  </a:lnTo>
                  <a:lnTo>
                    <a:pt x="3089959" y="481401"/>
                  </a:lnTo>
                  <a:lnTo>
                    <a:pt x="3040798" y="454384"/>
                  </a:lnTo>
                  <a:lnTo>
                    <a:pt x="2991001" y="429508"/>
                  </a:lnTo>
                  <a:lnTo>
                    <a:pt x="2940087" y="406801"/>
                  </a:lnTo>
                  <a:lnTo>
                    <a:pt x="2896531" y="389579"/>
                  </a:lnTo>
                  <a:lnTo>
                    <a:pt x="2849093" y="373079"/>
                  </a:lnTo>
                  <a:lnTo>
                    <a:pt x="2799148" y="358148"/>
                  </a:lnTo>
                  <a:lnTo>
                    <a:pt x="2745940" y="344714"/>
                  </a:lnTo>
                  <a:lnTo>
                    <a:pt x="2688639" y="332653"/>
                  </a:lnTo>
                  <a:lnTo>
                    <a:pt x="2626397" y="321822"/>
                  </a:lnTo>
                  <a:lnTo>
                    <a:pt x="2558409" y="312076"/>
                  </a:lnTo>
                  <a:lnTo>
                    <a:pt x="2483982" y="303289"/>
                  </a:lnTo>
                  <a:lnTo>
                    <a:pt x="2402645" y="295351"/>
                  </a:lnTo>
                  <a:lnTo>
                    <a:pt x="2314290" y="288179"/>
                  </a:lnTo>
                  <a:lnTo>
                    <a:pt x="2219341" y="281716"/>
                  </a:lnTo>
                  <a:lnTo>
                    <a:pt x="2118947" y="275931"/>
                  </a:lnTo>
                  <a:lnTo>
                    <a:pt x="2015149" y="270813"/>
                  </a:lnTo>
                  <a:lnTo>
                    <a:pt x="1910952" y="266373"/>
                  </a:lnTo>
                  <a:lnTo>
                    <a:pt x="1810219" y="262626"/>
                  </a:lnTo>
                  <a:lnTo>
                    <a:pt x="1717323" y="259581"/>
                  </a:lnTo>
                  <a:lnTo>
                    <a:pt x="1636538" y="257229"/>
                  </a:lnTo>
                  <a:lnTo>
                    <a:pt x="1571282" y="255531"/>
                  </a:lnTo>
                  <a:lnTo>
                    <a:pt x="1523405" y="254410"/>
                  </a:lnTo>
                  <a:lnTo>
                    <a:pt x="1492724" y="253762"/>
                  </a:lnTo>
                  <a:lnTo>
                    <a:pt x="1476927" y="253459"/>
                  </a:lnTo>
                  <a:lnTo>
                    <a:pt x="1471768" y="253369"/>
                  </a:lnTo>
                  <a:lnTo>
                    <a:pt x="1471387" y="253362"/>
                  </a:lnTo>
                  <a:lnTo>
                    <a:pt x="0" y="25336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36" name="pg1736"/>
            <p:cNvSpPr/>
            <p:nvPr/>
          </p:nvSpPr>
          <p:spPr>
            <a:xfrm>
              <a:off x="4799595" y="3336997"/>
              <a:ext cx="11981298" cy="7069643"/>
            </a:xfrm>
            <a:custGeom>
              <a:avLst/>
              <a:pathLst>
                <a:path w="11981298" h="7069643">
                  <a:moveTo>
                    <a:pt x="0" y="6726377"/>
                  </a:moveTo>
                  <a:lnTo>
                    <a:pt x="1471387" y="6726377"/>
                  </a:lnTo>
                  <a:lnTo>
                    <a:pt x="1472623" y="6726386"/>
                  </a:lnTo>
                  <a:lnTo>
                    <a:pt x="1480736" y="6726447"/>
                  </a:lnTo>
                  <a:lnTo>
                    <a:pt x="1501134" y="6726617"/>
                  </a:lnTo>
                  <a:lnTo>
                    <a:pt x="1537474" y="6726950"/>
                  </a:lnTo>
                  <a:lnTo>
                    <a:pt x="1591375" y="6727499"/>
                  </a:lnTo>
                  <a:lnTo>
                    <a:pt x="1662307" y="6728304"/>
                  </a:lnTo>
                  <a:lnTo>
                    <a:pt x="1747808" y="6729391"/>
                  </a:lnTo>
                  <a:lnTo>
                    <a:pt x="1844060" y="6730774"/>
                  </a:lnTo>
                  <a:lnTo>
                    <a:pt x="1946651" y="6732451"/>
                  </a:lnTo>
                  <a:lnTo>
                    <a:pt x="2051303" y="6734419"/>
                  </a:lnTo>
                  <a:lnTo>
                    <a:pt x="2154403" y="6736670"/>
                  </a:lnTo>
                  <a:lnTo>
                    <a:pt x="2253265" y="6739203"/>
                  </a:lnTo>
                  <a:lnTo>
                    <a:pt x="2346164" y="6742025"/>
                  </a:lnTo>
                  <a:lnTo>
                    <a:pt x="2432221" y="6745153"/>
                  </a:lnTo>
                  <a:lnTo>
                    <a:pt x="2511220" y="6748616"/>
                  </a:lnTo>
                  <a:lnTo>
                    <a:pt x="2583418" y="6752451"/>
                  </a:lnTo>
                  <a:lnTo>
                    <a:pt x="2649383" y="6756709"/>
                  </a:lnTo>
                  <a:lnTo>
                    <a:pt x="2709861" y="6761446"/>
                  </a:lnTo>
                  <a:lnTo>
                    <a:pt x="2765687" y="6766723"/>
                  </a:lnTo>
                  <a:lnTo>
                    <a:pt x="2817711" y="6772600"/>
                  </a:lnTo>
                  <a:lnTo>
                    <a:pt x="2866748" y="6779123"/>
                  </a:lnTo>
                  <a:lnTo>
                    <a:pt x="2896531" y="6783588"/>
                  </a:lnTo>
                  <a:lnTo>
                    <a:pt x="2951968" y="6792942"/>
                  </a:lnTo>
                  <a:lnTo>
                    <a:pt x="3005597" y="6803307"/>
                  </a:lnTo>
                  <a:lnTo>
                    <a:pt x="3058144" y="6814697"/>
                  </a:lnTo>
                  <a:lnTo>
                    <a:pt x="3110126" y="6827083"/>
                  </a:lnTo>
                  <a:lnTo>
                    <a:pt x="3161893" y="6840395"/>
                  </a:lnTo>
                  <a:lnTo>
                    <a:pt x="3213658" y="6854513"/>
                  </a:lnTo>
                  <a:lnTo>
                    <a:pt x="3265520" y="6869275"/>
                  </a:lnTo>
                  <a:lnTo>
                    <a:pt x="3317492" y="6884479"/>
                  </a:lnTo>
                  <a:lnTo>
                    <a:pt x="3369528" y="6899897"/>
                  </a:lnTo>
                  <a:lnTo>
                    <a:pt x="3421555" y="6915284"/>
                  </a:lnTo>
                  <a:lnTo>
                    <a:pt x="3473502" y="6930401"/>
                  </a:lnTo>
                  <a:lnTo>
                    <a:pt x="3525337" y="6945023"/>
                  </a:lnTo>
                  <a:lnTo>
                    <a:pt x="3577089" y="6958957"/>
                  </a:lnTo>
                  <a:lnTo>
                    <a:pt x="3628885" y="6972052"/>
                  </a:lnTo>
                  <a:lnTo>
                    <a:pt x="3680967" y="6984199"/>
                  </a:lnTo>
                  <a:lnTo>
                    <a:pt x="3733723" y="6995340"/>
                  </a:lnTo>
                  <a:lnTo>
                    <a:pt x="3787717" y="7005456"/>
                  </a:lnTo>
                  <a:lnTo>
                    <a:pt x="3829811" y="7012432"/>
                  </a:lnTo>
                  <a:lnTo>
                    <a:pt x="3877341" y="7019374"/>
                  </a:lnTo>
                  <a:lnTo>
                    <a:pt x="3927387" y="7025656"/>
                  </a:lnTo>
                  <a:lnTo>
                    <a:pt x="3980712" y="7031305"/>
                  </a:lnTo>
                  <a:lnTo>
                    <a:pt x="4038150" y="7036377"/>
                  </a:lnTo>
                  <a:lnTo>
                    <a:pt x="4100553" y="7040931"/>
                  </a:lnTo>
                  <a:lnTo>
                    <a:pt x="4168733" y="7045027"/>
                  </a:lnTo>
                  <a:lnTo>
                    <a:pt x="4243381" y="7048720"/>
                  </a:lnTo>
                  <a:lnTo>
                    <a:pt x="4324969" y="7052055"/>
                  </a:lnTo>
                  <a:lnTo>
                    <a:pt x="4413600" y="7055068"/>
                  </a:lnTo>
                  <a:lnTo>
                    <a:pt x="4508837" y="7057782"/>
                  </a:lnTo>
                  <a:lnTo>
                    <a:pt x="4609508" y="7060212"/>
                  </a:lnTo>
                  <a:lnTo>
                    <a:pt x="4713544" y="7062359"/>
                  </a:lnTo>
                  <a:lnTo>
                    <a:pt x="4817901" y="7064220"/>
                  </a:lnTo>
                  <a:lnTo>
                    <a:pt x="4918678" y="7065790"/>
                  </a:lnTo>
                  <a:lnTo>
                    <a:pt x="5011472" y="7067063"/>
                  </a:lnTo>
                  <a:lnTo>
                    <a:pt x="5091999" y="7068044"/>
                  </a:lnTo>
                  <a:lnTo>
                    <a:pt x="5156857" y="7068751"/>
                  </a:lnTo>
                  <a:lnTo>
                    <a:pt x="5204244" y="7069215"/>
                  </a:lnTo>
                  <a:lnTo>
                    <a:pt x="5234416" y="7069482"/>
                  </a:lnTo>
                  <a:lnTo>
                    <a:pt x="5249768" y="7069605"/>
                  </a:lnTo>
                  <a:lnTo>
                    <a:pt x="5254636" y="7069641"/>
                  </a:lnTo>
                  <a:lnTo>
                    <a:pt x="5254955" y="7069643"/>
                  </a:lnTo>
                  <a:lnTo>
                    <a:pt x="6726343" y="7069643"/>
                  </a:lnTo>
                  <a:lnTo>
                    <a:pt x="6727093" y="7069537"/>
                  </a:lnTo>
                  <a:lnTo>
                    <a:pt x="6732067" y="7068782"/>
                  </a:lnTo>
                  <a:lnTo>
                    <a:pt x="6744748" y="7066698"/>
                  </a:lnTo>
                  <a:lnTo>
                    <a:pt x="6767773" y="7062586"/>
                  </a:lnTo>
                  <a:lnTo>
                    <a:pt x="6802809" y="7055772"/>
                  </a:lnTo>
                  <a:lnTo>
                    <a:pt x="6850444" y="7045653"/>
                  </a:lnTo>
                  <a:lnTo>
                    <a:pt x="6910173" y="7031744"/>
                  </a:lnTo>
                  <a:lnTo>
                    <a:pt x="6980516" y="7013712"/>
                  </a:lnTo>
                  <a:lnTo>
                    <a:pt x="7059266" y="6991379"/>
                  </a:lnTo>
                  <a:lnTo>
                    <a:pt x="7143816" y="6964700"/>
                  </a:lnTo>
                  <a:lnTo>
                    <a:pt x="7231492" y="6933719"/>
                  </a:lnTo>
                  <a:lnTo>
                    <a:pt x="7319826" y="6898520"/>
                  </a:lnTo>
                  <a:lnTo>
                    <a:pt x="7406749" y="6859173"/>
                  </a:lnTo>
                  <a:lnTo>
                    <a:pt x="7490676" y="6815694"/>
                  </a:lnTo>
                  <a:lnTo>
                    <a:pt x="7570513" y="6768012"/>
                  </a:lnTo>
                  <a:lnTo>
                    <a:pt x="7645614" y="6715949"/>
                  </a:lnTo>
                  <a:lnTo>
                    <a:pt x="7715701" y="6659215"/>
                  </a:lnTo>
                  <a:lnTo>
                    <a:pt x="7780784" y="6597402"/>
                  </a:lnTo>
                  <a:lnTo>
                    <a:pt x="7841081" y="6529990"/>
                  </a:lnTo>
                  <a:lnTo>
                    <a:pt x="7896951" y="6456361"/>
                  </a:lnTo>
                  <a:lnTo>
                    <a:pt x="7948843" y="6375810"/>
                  </a:lnTo>
                  <a:lnTo>
                    <a:pt x="7997255" y="6287585"/>
                  </a:lnTo>
                  <a:lnTo>
                    <a:pt x="8042699" y="6190929"/>
                  </a:lnTo>
                  <a:lnTo>
                    <a:pt x="8085682" y="6085159"/>
                  </a:lnTo>
                  <a:lnTo>
                    <a:pt x="8126679" y="5969790"/>
                  </a:lnTo>
                  <a:lnTo>
                    <a:pt x="8151487" y="5892731"/>
                  </a:lnTo>
                  <a:lnTo>
                    <a:pt x="8176573" y="5809157"/>
                  </a:lnTo>
                  <a:lnTo>
                    <a:pt x="8201199" y="5721496"/>
                  </a:lnTo>
                  <a:lnTo>
                    <a:pt x="8225448" y="5629673"/>
                  </a:lnTo>
                  <a:lnTo>
                    <a:pt x="8249394" y="5533639"/>
                  </a:lnTo>
                  <a:lnTo>
                    <a:pt x="8273099" y="5433374"/>
                  </a:lnTo>
                  <a:lnTo>
                    <a:pt x="8296618" y="5328891"/>
                  </a:lnTo>
                  <a:lnTo>
                    <a:pt x="8319997" y="5220234"/>
                  </a:lnTo>
                  <a:lnTo>
                    <a:pt x="8343277" y="5107488"/>
                  </a:lnTo>
                  <a:lnTo>
                    <a:pt x="8366490" y="4990772"/>
                  </a:lnTo>
                  <a:lnTo>
                    <a:pt x="8389663" y="4870244"/>
                  </a:lnTo>
                  <a:lnTo>
                    <a:pt x="8412818" y="4746100"/>
                  </a:lnTo>
                  <a:lnTo>
                    <a:pt x="8435972" y="4618576"/>
                  </a:lnTo>
                  <a:lnTo>
                    <a:pt x="8459137" y="4487944"/>
                  </a:lnTo>
                  <a:lnTo>
                    <a:pt x="8482320" y="4354515"/>
                  </a:lnTo>
                  <a:lnTo>
                    <a:pt x="8505525" y="4218630"/>
                  </a:lnTo>
                  <a:lnTo>
                    <a:pt x="8528755" y="4080661"/>
                  </a:lnTo>
                  <a:lnTo>
                    <a:pt x="8552006" y="3941007"/>
                  </a:lnTo>
                  <a:lnTo>
                    <a:pt x="8575275" y="3800088"/>
                  </a:lnTo>
                  <a:lnTo>
                    <a:pt x="8598556" y="3658341"/>
                  </a:lnTo>
                  <a:lnTo>
                    <a:pt x="8621844" y="3516214"/>
                  </a:lnTo>
                  <a:lnTo>
                    <a:pt x="8645130" y="3374159"/>
                  </a:lnTo>
                  <a:lnTo>
                    <a:pt x="8668409" y="3232629"/>
                  </a:lnTo>
                  <a:lnTo>
                    <a:pt x="8691673" y="3092067"/>
                  </a:lnTo>
                  <a:lnTo>
                    <a:pt x="8714917" y="2952906"/>
                  </a:lnTo>
                  <a:lnTo>
                    <a:pt x="8738139" y="2815560"/>
                  </a:lnTo>
                  <a:lnTo>
                    <a:pt x="8761337" y="2680420"/>
                  </a:lnTo>
                  <a:lnTo>
                    <a:pt x="8784513" y="2547848"/>
                  </a:lnTo>
                  <a:lnTo>
                    <a:pt x="8807673" y="2418177"/>
                  </a:lnTo>
                  <a:lnTo>
                    <a:pt x="8830826" y="2291704"/>
                  </a:lnTo>
                  <a:lnTo>
                    <a:pt x="8853985" y="2168691"/>
                  </a:lnTo>
                  <a:lnTo>
                    <a:pt x="8877169" y="2049360"/>
                  </a:lnTo>
                  <a:lnTo>
                    <a:pt x="8900400" y="1933896"/>
                  </a:lnTo>
                  <a:lnTo>
                    <a:pt x="8923707" y="1822444"/>
                  </a:lnTo>
                  <a:lnTo>
                    <a:pt x="8947127" y="1715113"/>
                  </a:lnTo>
                  <a:lnTo>
                    <a:pt x="8970700" y="1611972"/>
                  </a:lnTo>
                  <a:lnTo>
                    <a:pt x="8994475" y="1513058"/>
                  </a:lnTo>
                  <a:lnTo>
                    <a:pt x="9018511" y="1418372"/>
                  </a:lnTo>
                  <a:lnTo>
                    <a:pt x="9042872" y="1327885"/>
                  </a:lnTo>
                  <a:lnTo>
                    <a:pt x="9067635" y="1241539"/>
                  </a:lnTo>
                  <a:lnTo>
                    <a:pt x="9084767" y="1185084"/>
                  </a:lnTo>
                  <a:lnTo>
                    <a:pt x="9124742" y="1063624"/>
                  </a:lnTo>
                  <a:lnTo>
                    <a:pt x="9166431" y="951893"/>
                  </a:lnTo>
                  <a:lnTo>
                    <a:pt x="9210279" y="849611"/>
                  </a:lnTo>
                  <a:lnTo>
                    <a:pt x="9256775" y="756201"/>
                  </a:lnTo>
                  <a:lnTo>
                    <a:pt x="9306432" y="670944"/>
                  </a:lnTo>
                  <a:lnTo>
                    <a:pt x="9359760" y="593075"/>
                  </a:lnTo>
                  <a:lnTo>
                    <a:pt x="9417241" y="521856"/>
                  </a:lnTo>
                  <a:lnTo>
                    <a:pt x="9479297" y="456611"/>
                  </a:lnTo>
                  <a:lnTo>
                    <a:pt x="9546240" y="396757"/>
                  </a:lnTo>
                  <a:lnTo>
                    <a:pt x="9618219" y="341816"/>
                  </a:lnTo>
                  <a:lnTo>
                    <a:pt x="9695147" y="291423"/>
                  </a:lnTo>
                  <a:lnTo>
                    <a:pt x="9776616" y="245332"/>
                  </a:lnTo>
                  <a:lnTo>
                    <a:pt x="9861820" y="203405"/>
                  </a:lnTo>
                  <a:lnTo>
                    <a:pt x="9949485" y="165608"/>
                  </a:lnTo>
                  <a:lnTo>
                    <a:pt x="10037839" y="131981"/>
                  </a:lnTo>
                  <a:lnTo>
                    <a:pt x="10124648" y="102604"/>
                  </a:lnTo>
                  <a:lnTo>
                    <a:pt x="10207340" y="77553"/>
                  </a:lnTo>
                  <a:lnTo>
                    <a:pt x="10283229" y="56845"/>
                  </a:lnTo>
                  <a:lnTo>
                    <a:pt x="10349818" y="40388"/>
                  </a:lnTo>
                  <a:lnTo>
                    <a:pt x="10405138" y="27947"/>
                  </a:lnTo>
                  <a:lnTo>
                    <a:pt x="10448051" y="19131"/>
                  </a:lnTo>
                  <a:lnTo>
                    <a:pt x="10478454" y="13406"/>
                  </a:lnTo>
                  <a:lnTo>
                    <a:pt x="10497350" y="10136"/>
                  </a:lnTo>
                  <a:lnTo>
                    <a:pt x="10506785" y="8632"/>
                  </a:lnTo>
                  <a:lnTo>
                    <a:pt x="10509724" y="8198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9160" y="106"/>
                  </a:lnTo>
                  <a:lnTo>
                    <a:pt x="10504186" y="861"/>
                  </a:lnTo>
                  <a:lnTo>
                    <a:pt x="10491505" y="2945"/>
                  </a:lnTo>
                  <a:lnTo>
                    <a:pt x="10468480" y="7056"/>
                  </a:lnTo>
                  <a:lnTo>
                    <a:pt x="10433444" y="13870"/>
                  </a:lnTo>
                  <a:lnTo>
                    <a:pt x="10385809" y="23990"/>
                  </a:lnTo>
                  <a:lnTo>
                    <a:pt x="10326080" y="37899"/>
                  </a:lnTo>
                  <a:lnTo>
                    <a:pt x="10255737" y="55931"/>
                  </a:lnTo>
                  <a:lnTo>
                    <a:pt x="10176987" y="78263"/>
                  </a:lnTo>
                  <a:lnTo>
                    <a:pt x="10092437" y="104943"/>
                  </a:lnTo>
                  <a:lnTo>
                    <a:pt x="10004762" y="135923"/>
                  </a:lnTo>
                  <a:lnTo>
                    <a:pt x="9916427" y="171122"/>
                  </a:lnTo>
                  <a:lnTo>
                    <a:pt x="9829504" y="210469"/>
                  </a:lnTo>
                  <a:lnTo>
                    <a:pt x="9745578" y="253948"/>
                  </a:lnTo>
                  <a:lnTo>
                    <a:pt x="9665740" y="301631"/>
                  </a:lnTo>
                  <a:lnTo>
                    <a:pt x="9590639" y="353694"/>
                  </a:lnTo>
                  <a:lnTo>
                    <a:pt x="9520552" y="410428"/>
                  </a:lnTo>
                  <a:lnTo>
                    <a:pt x="9455469" y="472241"/>
                  </a:lnTo>
                  <a:lnTo>
                    <a:pt x="9395173" y="539652"/>
                  </a:lnTo>
                  <a:lnTo>
                    <a:pt x="9339302" y="613282"/>
                  </a:lnTo>
                  <a:lnTo>
                    <a:pt x="9287410" y="693832"/>
                  </a:lnTo>
                  <a:lnTo>
                    <a:pt x="9238999" y="782057"/>
                  </a:lnTo>
                  <a:lnTo>
                    <a:pt x="9193555" y="878714"/>
                  </a:lnTo>
                  <a:lnTo>
                    <a:pt x="9150572" y="984483"/>
                  </a:lnTo>
                  <a:lnTo>
                    <a:pt x="9109574" y="1099852"/>
                  </a:lnTo>
                  <a:lnTo>
                    <a:pt x="9084767" y="1176911"/>
                  </a:lnTo>
                  <a:lnTo>
                    <a:pt x="9059681" y="1260486"/>
                  </a:lnTo>
                  <a:lnTo>
                    <a:pt x="9035055" y="1348147"/>
                  </a:lnTo>
                  <a:lnTo>
                    <a:pt x="9010805" y="1439969"/>
                  </a:lnTo>
                  <a:lnTo>
                    <a:pt x="8986860" y="1536003"/>
                  </a:lnTo>
                  <a:lnTo>
                    <a:pt x="8963155" y="1636268"/>
                  </a:lnTo>
                  <a:lnTo>
                    <a:pt x="8939636" y="1740752"/>
                  </a:lnTo>
                  <a:lnTo>
                    <a:pt x="8916256" y="1849408"/>
                  </a:lnTo>
                  <a:lnTo>
                    <a:pt x="8892976" y="1962154"/>
                  </a:lnTo>
                  <a:lnTo>
                    <a:pt x="8869763" y="2078870"/>
                  </a:lnTo>
                  <a:lnTo>
                    <a:pt x="8846590" y="2199399"/>
                  </a:lnTo>
                  <a:lnTo>
                    <a:pt x="8823435" y="2323543"/>
                  </a:lnTo>
                  <a:lnTo>
                    <a:pt x="8800281" y="2451067"/>
                  </a:lnTo>
                  <a:lnTo>
                    <a:pt x="8777116" y="2581698"/>
                  </a:lnTo>
                  <a:lnTo>
                    <a:pt x="8753933" y="2715127"/>
                  </a:lnTo>
                  <a:lnTo>
                    <a:pt x="8730728" y="2851013"/>
                  </a:lnTo>
                  <a:lnTo>
                    <a:pt x="8707499" y="2988982"/>
                  </a:lnTo>
                  <a:lnTo>
                    <a:pt x="8684248" y="3128636"/>
                  </a:lnTo>
                  <a:lnTo>
                    <a:pt x="8660978" y="3269555"/>
                  </a:lnTo>
                  <a:lnTo>
                    <a:pt x="8637697" y="3411301"/>
                  </a:lnTo>
                  <a:lnTo>
                    <a:pt x="8614409" y="3553428"/>
                  </a:lnTo>
                  <a:lnTo>
                    <a:pt x="8591123" y="3695483"/>
                  </a:lnTo>
                  <a:lnTo>
                    <a:pt x="8567845" y="3837014"/>
                  </a:lnTo>
                  <a:lnTo>
                    <a:pt x="8544581" y="3977575"/>
                  </a:lnTo>
                  <a:lnTo>
                    <a:pt x="8521336" y="4116736"/>
                  </a:lnTo>
                  <a:lnTo>
                    <a:pt x="8498115" y="4254082"/>
                  </a:lnTo>
                  <a:lnTo>
                    <a:pt x="8474916" y="4389223"/>
                  </a:lnTo>
                  <a:lnTo>
                    <a:pt x="8451740" y="4521794"/>
                  </a:lnTo>
                  <a:lnTo>
                    <a:pt x="8428580" y="4651465"/>
                  </a:lnTo>
                  <a:lnTo>
                    <a:pt x="8405427" y="4777938"/>
                  </a:lnTo>
                  <a:lnTo>
                    <a:pt x="8382268" y="4900952"/>
                  </a:lnTo>
                  <a:lnTo>
                    <a:pt x="8359085" y="5020283"/>
                  </a:lnTo>
                  <a:lnTo>
                    <a:pt x="8335854" y="5135747"/>
                  </a:lnTo>
                  <a:lnTo>
                    <a:pt x="8312546" y="5247199"/>
                  </a:lnTo>
                  <a:lnTo>
                    <a:pt x="8289126" y="5354530"/>
                  </a:lnTo>
                  <a:lnTo>
                    <a:pt x="8265554" y="5457670"/>
                  </a:lnTo>
                  <a:lnTo>
                    <a:pt x="8241778" y="5556584"/>
                  </a:lnTo>
                  <a:lnTo>
                    <a:pt x="8217743" y="5651270"/>
                  </a:lnTo>
                  <a:lnTo>
                    <a:pt x="8193382" y="5741757"/>
                  </a:lnTo>
                  <a:lnTo>
                    <a:pt x="8168618" y="5828104"/>
                  </a:lnTo>
                  <a:lnTo>
                    <a:pt x="8151487" y="5884558"/>
                  </a:lnTo>
                  <a:lnTo>
                    <a:pt x="8111511" y="6006019"/>
                  </a:lnTo>
                  <a:lnTo>
                    <a:pt x="8069822" y="6117750"/>
                  </a:lnTo>
                  <a:lnTo>
                    <a:pt x="8025974" y="6220032"/>
                  </a:lnTo>
                  <a:lnTo>
                    <a:pt x="7979478" y="6313441"/>
                  </a:lnTo>
                  <a:lnTo>
                    <a:pt x="7929821" y="6398699"/>
                  </a:lnTo>
                  <a:lnTo>
                    <a:pt x="7876493" y="6476567"/>
                  </a:lnTo>
                  <a:lnTo>
                    <a:pt x="7819012" y="6547787"/>
                  </a:lnTo>
                  <a:lnTo>
                    <a:pt x="7756957" y="6613032"/>
                  </a:lnTo>
                  <a:lnTo>
                    <a:pt x="7690013" y="6672886"/>
                  </a:lnTo>
                  <a:lnTo>
                    <a:pt x="7618034" y="6727827"/>
                  </a:lnTo>
                  <a:lnTo>
                    <a:pt x="7541106" y="6778219"/>
                  </a:lnTo>
                  <a:lnTo>
                    <a:pt x="7459638" y="6824311"/>
                  </a:lnTo>
                  <a:lnTo>
                    <a:pt x="7374433" y="6866237"/>
                  </a:lnTo>
                  <a:lnTo>
                    <a:pt x="7286768" y="6904034"/>
                  </a:lnTo>
                  <a:lnTo>
                    <a:pt x="7198414" y="6937662"/>
                  </a:lnTo>
                  <a:lnTo>
                    <a:pt x="7111606" y="6967038"/>
                  </a:lnTo>
                  <a:lnTo>
                    <a:pt x="7028913" y="6992089"/>
                  </a:lnTo>
                  <a:lnTo>
                    <a:pt x="6953024" y="7012798"/>
                  </a:lnTo>
                  <a:lnTo>
                    <a:pt x="6886435" y="7029255"/>
                  </a:lnTo>
                  <a:lnTo>
                    <a:pt x="6831115" y="7041695"/>
                  </a:lnTo>
                  <a:lnTo>
                    <a:pt x="6788203" y="7050511"/>
                  </a:lnTo>
                  <a:lnTo>
                    <a:pt x="6757799" y="7056236"/>
                  </a:lnTo>
                  <a:lnTo>
                    <a:pt x="6738903" y="7059506"/>
                  </a:lnTo>
                  <a:lnTo>
                    <a:pt x="6729468" y="7061011"/>
                  </a:lnTo>
                  <a:lnTo>
                    <a:pt x="6726529" y="7061444"/>
                  </a:lnTo>
                  <a:lnTo>
                    <a:pt x="6726343" y="7061470"/>
                  </a:lnTo>
                  <a:lnTo>
                    <a:pt x="5254955" y="7061470"/>
                  </a:lnTo>
                  <a:lnTo>
                    <a:pt x="5253719" y="7061461"/>
                  </a:lnTo>
                  <a:lnTo>
                    <a:pt x="5245606" y="7061400"/>
                  </a:lnTo>
                  <a:lnTo>
                    <a:pt x="5225208" y="7061231"/>
                  </a:lnTo>
                  <a:lnTo>
                    <a:pt x="5188869" y="7060897"/>
                  </a:lnTo>
                  <a:lnTo>
                    <a:pt x="5134967" y="7060348"/>
                  </a:lnTo>
                  <a:lnTo>
                    <a:pt x="5064035" y="7059543"/>
                  </a:lnTo>
                  <a:lnTo>
                    <a:pt x="4978535" y="7058456"/>
                  </a:lnTo>
                  <a:lnTo>
                    <a:pt x="4882282" y="7057074"/>
                  </a:lnTo>
                  <a:lnTo>
                    <a:pt x="4779691" y="7055396"/>
                  </a:lnTo>
                  <a:lnTo>
                    <a:pt x="4675039" y="7053428"/>
                  </a:lnTo>
                  <a:lnTo>
                    <a:pt x="4571939" y="7051177"/>
                  </a:lnTo>
                  <a:lnTo>
                    <a:pt x="4473077" y="7048644"/>
                  </a:lnTo>
                  <a:lnTo>
                    <a:pt x="4380179" y="7045822"/>
                  </a:lnTo>
                  <a:lnTo>
                    <a:pt x="4294122" y="7042694"/>
                  </a:lnTo>
                  <a:lnTo>
                    <a:pt x="4215122" y="7039232"/>
                  </a:lnTo>
                  <a:lnTo>
                    <a:pt x="4142924" y="7035396"/>
                  </a:lnTo>
                  <a:lnTo>
                    <a:pt x="4076959" y="7031138"/>
                  </a:lnTo>
                  <a:lnTo>
                    <a:pt x="4016481" y="7026401"/>
                  </a:lnTo>
                  <a:lnTo>
                    <a:pt x="3960655" y="7021124"/>
                  </a:lnTo>
                  <a:lnTo>
                    <a:pt x="3908631" y="7015247"/>
                  </a:lnTo>
                  <a:lnTo>
                    <a:pt x="3859594" y="7008724"/>
                  </a:lnTo>
                  <a:lnTo>
                    <a:pt x="3829811" y="7004259"/>
                  </a:lnTo>
                  <a:lnTo>
                    <a:pt x="3774374" y="6994905"/>
                  </a:lnTo>
                  <a:lnTo>
                    <a:pt x="3720745" y="6984540"/>
                  </a:lnTo>
                  <a:lnTo>
                    <a:pt x="3668198" y="6973150"/>
                  </a:lnTo>
                  <a:lnTo>
                    <a:pt x="3616216" y="6960764"/>
                  </a:lnTo>
                  <a:lnTo>
                    <a:pt x="3564449" y="6947452"/>
                  </a:lnTo>
                  <a:lnTo>
                    <a:pt x="3512684" y="6933334"/>
                  </a:lnTo>
                  <a:lnTo>
                    <a:pt x="3460822" y="6918572"/>
                  </a:lnTo>
                  <a:lnTo>
                    <a:pt x="3408850" y="6903368"/>
                  </a:lnTo>
                  <a:lnTo>
                    <a:pt x="3356814" y="6887951"/>
                  </a:lnTo>
                  <a:lnTo>
                    <a:pt x="3304787" y="6872563"/>
                  </a:lnTo>
                  <a:lnTo>
                    <a:pt x="3252840" y="6857447"/>
                  </a:lnTo>
                  <a:lnTo>
                    <a:pt x="3201005" y="6842825"/>
                  </a:lnTo>
                  <a:lnTo>
                    <a:pt x="3149253" y="6828890"/>
                  </a:lnTo>
                  <a:lnTo>
                    <a:pt x="3097457" y="6815795"/>
                  </a:lnTo>
                  <a:lnTo>
                    <a:pt x="3045376" y="6803648"/>
                  </a:lnTo>
                  <a:lnTo>
                    <a:pt x="2992619" y="6792507"/>
                  </a:lnTo>
                  <a:lnTo>
                    <a:pt x="2938625" y="6782392"/>
                  </a:lnTo>
                  <a:lnTo>
                    <a:pt x="2896531" y="6775415"/>
                  </a:lnTo>
                  <a:lnTo>
                    <a:pt x="2849002" y="6768473"/>
                  </a:lnTo>
                  <a:lnTo>
                    <a:pt x="2798955" y="6762192"/>
                  </a:lnTo>
                  <a:lnTo>
                    <a:pt x="2745630" y="6756542"/>
                  </a:lnTo>
                  <a:lnTo>
                    <a:pt x="2688192" y="6751470"/>
                  </a:lnTo>
                  <a:lnTo>
                    <a:pt x="2625789" y="6746917"/>
                  </a:lnTo>
                  <a:lnTo>
                    <a:pt x="2557610" y="6742820"/>
                  </a:lnTo>
                  <a:lnTo>
                    <a:pt x="2482961" y="6739127"/>
                  </a:lnTo>
                  <a:lnTo>
                    <a:pt x="2401373" y="6735792"/>
                  </a:lnTo>
                  <a:lnTo>
                    <a:pt x="2312742" y="6732779"/>
                  </a:lnTo>
                  <a:lnTo>
                    <a:pt x="2217506" y="6730065"/>
                  </a:lnTo>
                  <a:lnTo>
                    <a:pt x="2116834" y="6727636"/>
                  </a:lnTo>
                  <a:lnTo>
                    <a:pt x="2012799" y="6725488"/>
                  </a:lnTo>
                  <a:lnTo>
                    <a:pt x="1908441" y="6723627"/>
                  </a:lnTo>
                  <a:lnTo>
                    <a:pt x="1807664" y="6722057"/>
                  </a:lnTo>
                  <a:lnTo>
                    <a:pt x="1714870" y="6720784"/>
                  </a:lnTo>
                  <a:lnTo>
                    <a:pt x="1634343" y="6719803"/>
                  </a:lnTo>
                  <a:lnTo>
                    <a:pt x="1569485" y="6719096"/>
                  </a:lnTo>
                  <a:lnTo>
                    <a:pt x="1522098" y="6718632"/>
                  </a:lnTo>
                  <a:lnTo>
                    <a:pt x="1491927" y="6718365"/>
                  </a:lnTo>
                  <a:lnTo>
                    <a:pt x="1476574" y="6718242"/>
                  </a:lnTo>
                  <a:lnTo>
                    <a:pt x="1471706" y="6718206"/>
                  </a:lnTo>
                  <a:lnTo>
                    <a:pt x="1471387" y="6718204"/>
                  </a:lnTo>
                  <a:lnTo>
                    <a:pt x="0" y="6718204"/>
                  </a:lnTo>
                  <a:close/>
                </a:path>
              </a:pathLst>
            </a:custGeom>
            <a:solidFill>
              <a:srgbClr val="9E9E9E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737" name="pl1737"/>
            <p:cNvSpPr/>
            <p:nvPr/>
          </p:nvSpPr>
          <p:spPr>
            <a:xfrm>
              <a:off x="4799595" y="3345170"/>
              <a:ext cx="11981298" cy="7061470"/>
            </a:xfrm>
            <a:custGeom>
              <a:avLst/>
              <a:pathLst>
                <a:path w="11981298" h="7061470">
                  <a:moveTo>
                    <a:pt x="0" y="6718204"/>
                  </a:moveTo>
                  <a:lnTo>
                    <a:pt x="1471387" y="6718204"/>
                  </a:lnTo>
                  <a:lnTo>
                    <a:pt x="1472623" y="6718213"/>
                  </a:lnTo>
                  <a:lnTo>
                    <a:pt x="1480736" y="6718274"/>
                  </a:lnTo>
                  <a:lnTo>
                    <a:pt x="1501134" y="6718444"/>
                  </a:lnTo>
                  <a:lnTo>
                    <a:pt x="1537474" y="6718777"/>
                  </a:lnTo>
                  <a:lnTo>
                    <a:pt x="1591375" y="6719326"/>
                  </a:lnTo>
                  <a:lnTo>
                    <a:pt x="1662307" y="6720131"/>
                  </a:lnTo>
                  <a:lnTo>
                    <a:pt x="1747808" y="6721218"/>
                  </a:lnTo>
                  <a:lnTo>
                    <a:pt x="1844060" y="6722601"/>
                  </a:lnTo>
                  <a:lnTo>
                    <a:pt x="1946651" y="6724278"/>
                  </a:lnTo>
                  <a:lnTo>
                    <a:pt x="2051303" y="6726246"/>
                  </a:lnTo>
                  <a:lnTo>
                    <a:pt x="2154403" y="6728497"/>
                  </a:lnTo>
                  <a:lnTo>
                    <a:pt x="2253265" y="6731030"/>
                  </a:lnTo>
                  <a:lnTo>
                    <a:pt x="2346164" y="6733852"/>
                  </a:lnTo>
                  <a:lnTo>
                    <a:pt x="2432221" y="6736980"/>
                  </a:lnTo>
                  <a:lnTo>
                    <a:pt x="2511220" y="6740443"/>
                  </a:lnTo>
                  <a:lnTo>
                    <a:pt x="2583418" y="6744278"/>
                  </a:lnTo>
                  <a:lnTo>
                    <a:pt x="2649383" y="6748536"/>
                  </a:lnTo>
                  <a:lnTo>
                    <a:pt x="2709861" y="6753273"/>
                  </a:lnTo>
                  <a:lnTo>
                    <a:pt x="2765687" y="6758550"/>
                  </a:lnTo>
                  <a:lnTo>
                    <a:pt x="2817711" y="6764427"/>
                  </a:lnTo>
                  <a:lnTo>
                    <a:pt x="2866748" y="6770950"/>
                  </a:lnTo>
                  <a:lnTo>
                    <a:pt x="2896531" y="6775415"/>
                  </a:lnTo>
                  <a:lnTo>
                    <a:pt x="2951968" y="6784769"/>
                  </a:lnTo>
                  <a:lnTo>
                    <a:pt x="3005597" y="6795134"/>
                  </a:lnTo>
                  <a:lnTo>
                    <a:pt x="3058144" y="6806524"/>
                  </a:lnTo>
                  <a:lnTo>
                    <a:pt x="3110126" y="6818910"/>
                  </a:lnTo>
                  <a:lnTo>
                    <a:pt x="3161893" y="6832222"/>
                  </a:lnTo>
                  <a:lnTo>
                    <a:pt x="3213658" y="6846340"/>
                  </a:lnTo>
                  <a:lnTo>
                    <a:pt x="3265520" y="6861102"/>
                  </a:lnTo>
                  <a:lnTo>
                    <a:pt x="3317492" y="6876306"/>
                  </a:lnTo>
                  <a:lnTo>
                    <a:pt x="3369528" y="6891724"/>
                  </a:lnTo>
                  <a:lnTo>
                    <a:pt x="3421555" y="6907111"/>
                  </a:lnTo>
                  <a:lnTo>
                    <a:pt x="3473502" y="6922228"/>
                  </a:lnTo>
                  <a:lnTo>
                    <a:pt x="3525337" y="6936850"/>
                  </a:lnTo>
                  <a:lnTo>
                    <a:pt x="3577089" y="6950784"/>
                  </a:lnTo>
                  <a:lnTo>
                    <a:pt x="3628885" y="6963879"/>
                  </a:lnTo>
                  <a:lnTo>
                    <a:pt x="3680967" y="6976026"/>
                  </a:lnTo>
                  <a:lnTo>
                    <a:pt x="3733723" y="6987167"/>
                  </a:lnTo>
                  <a:lnTo>
                    <a:pt x="3787717" y="6997283"/>
                  </a:lnTo>
                  <a:lnTo>
                    <a:pt x="3829811" y="7004259"/>
                  </a:lnTo>
                  <a:lnTo>
                    <a:pt x="3877341" y="7011201"/>
                  </a:lnTo>
                  <a:lnTo>
                    <a:pt x="3927387" y="7017483"/>
                  </a:lnTo>
                  <a:lnTo>
                    <a:pt x="3980712" y="7023132"/>
                  </a:lnTo>
                  <a:lnTo>
                    <a:pt x="4038150" y="7028204"/>
                  </a:lnTo>
                  <a:lnTo>
                    <a:pt x="4100553" y="7032758"/>
                  </a:lnTo>
                  <a:lnTo>
                    <a:pt x="4168733" y="7036854"/>
                  </a:lnTo>
                  <a:lnTo>
                    <a:pt x="4243381" y="7040547"/>
                  </a:lnTo>
                  <a:lnTo>
                    <a:pt x="4324969" y="7043882"/>
                  </a:lnTo>
                  <a:lnTo>
                    <a:pt x="4413600" y="7046895"/>
                  </a:lnTo>
                  <a:lnTo>
                    <a:pt x="4508837" y="7049609"/>
                  </a:lnTo>
                  <a:lnTo>
                    <a:pt x="4609508" y="7052039"/>
                  </a:lnTo>
                  <a:lnTo>
                    <a:pt x="4713544" y="7054186"/>
                  </a:lnTo>
                  <a:lnTo>
                    <a:pt x="4817901" y="7056047"/>
                  </a:lnTo>
                  <a:lnTo>
                    <a:pt x="4918678" y="7057617"/>
                  </a:lnTo>
                  <a:lnTo>
                    <a:pt x="5011472" y="7058890"/>
                  </a:lnTo>
                  <a:lnTo>
                    <a:pt x="5091999" y="7059871"/>
                  </a:lnTo>
                  <a:lnTo>
                    <a:pt x="5156857" y="7060578"/>
                  </a:lnTo>
                  <a:lnTo>
                    <a:pt x="5204244" y="7061042"/>
                  </a:lnTo>
                  <a:lnTo>
                    <a:pt x="5234416" y="7061309"/>
                  </a:lnTo>
                  <a:lnTo>
                    <a:pt x="5249768" y="7061432"/>
                  </a:lnTo>
                  <a:lnTo>
                    <a:pt x="5254636" y="7061468"/>
                  </a:lnTo>
                  <a:lnTo>
                    <a:pt x="5254955" y="7061470"/>
                  </a:lnTo>
                  <a:lnTo>
                    <a:pt x="6726343" y="7061470"/>
                  </a:lnTo>
                  <a:lnTo>
                    <a:pt x="6727093" y="7061364"/>
                  </a:lnTo>
                  <a:lnTo>
                    <a:pt x="6732067" y="7060609"/>
                  </a:lnTo>
                  <a:lnTo>
                    <a:pt x="6744748" y="7058525"/>
                  </a:lnTo>
                  <a:lnTo>
                    <a:pt x="6767773" y="7054413"/>
                  </a:lnTo>
                  <a:lnTo>
                    <a:pt x="6802809" y="7047599"/>
                  </a:lnTo>
                  <a:lnTo>
                    <a:pt x="6850444" y="7037480"/>
                  </a:lnTo>
                  <a:lnTo>
                    <a:pt x="6910173" y="7023571"/>
                  </a:lnTo>
                  <a:lnTo>
                    <a:pt x="6980516" y="7005539"/>
                  </a:lnTo>
                  <a:lnTo>
                    <a:pt x="7059266" y="6983206"/>
                  </a:lnTo>
                  <a:lnTo>
                    <a:pt x="7143816" y="6956527"/>
                  </a:lnTo>
                  <a:lnTo>
                    <a:pt x="7231492" y="6925546"/>
                  </a:lnTo>
                  <a:lnTo>
                    <a:pt x="7319826" y="6890347"/>
                  </a:lnTo>
                  <a:lnTo>
                    <a:pt x="7406749" y="6851000"/>
                  </a:lnTo>
                  <a:lnTo>
                    <a:pt x="7490676" y="6807521"/>
                  </a:lnTo>
                  <a:lnTo>
                    <a:pt x="7570513" y="6759839"/>
                  </a:lnTo>
                  <a:lnTo>
                    <a:pt x="7645614" y="6707776"/>
                  </a:lnTo>
                  <a:lnTo>
                    <a:pt x="7715701" y="6651042"/>
                  </a:lnTo>
                  <a:lnTo>
                    <a:pt x="7780784" y="6589229"/>
                  </a:lnTo>
                  <a:lnTo>
                    <a:pt x="7841081" y="6521817"/>
                  </a:lnTo>
                  <a:lnTo>
                    <a:pt x="7896951" y="6448188"/>
                  </a:lnTo>
                  <a:lnTo>
                    <a:pt x="7948843" y="6367637"/>
                  </a:lnTo>
                  <a:lnTo>
                    <a:pt x="7997255" y="6279412"/>
                  </a:lnTo>
                  <a:lnTo>
                    <a:pt x="8042699" y="6182756"/>
                  </a:lnTo>
                  <a:lnTo>
                    <a:pt x="8085682" y="6076986"/>
                  </a:lnTo>
                  <a:lnTo>
                    <a:pt x="8126679" y="5961617"/>
                  </a:lnTo>
                  <a:lnTo>
                    <a:pt x="8151487" y="5884558"/>
                  </a:lnTo>
                  <a:lnTo>
                    <a:pt x="8176573" y="5800984"/>
                  </a:lnTo>
                  <a:lnTo>
                    <a:pt x="8201199" y="5713323"/>
                  </a:lnTo>
                  <a:lnTo>
                    <a:pt x="8225448" y="5621500"/>
                  </a:lnTo>
                  <a:lnTo>
                    <a:pt x="8249394" y="5525466"/>
                  </a:lnTo>
                  <a:lnTo>
                    <a:pt x="8273099" y="5425201"/>
                  </a:lnTo>
                  <a:lnTo>
                    <a:pt x="8296618" y="5320718"/>
                  </a:lnTo>
                  <a:lnTo>
                    <a:pt x="8319997" y="5212061"/>
                  </a:lnTo>
                  <a:lnTo>
                    <a:pt x="8343277" y="5099315"/>
                  </a:lnTo>
                  <a:lnTo>
                    <a:pt x="8366490" y="4982599"/>
                  </a:lnTo>
                  <a:lnTo>
                    <a:pt x="8389663" y="4862071"/>
                  </a:lnTo>
                  <a:lnTo>
                    <a:pt x="8412818" y="4737927"/>
                  </a:lnTo>
                  <a:lnTo>
                    <a:pt x="8435972" y="4610403"/>
                  </a:lnTo>
                  <a:lnTo>
                    <a:pt x="8459137" y="4479771"/>
                  </a:lnTo>
                  <a:lnTo>
                    <a:pt x="8482320" y="4346342"/>
                  </a:lnTo>
                  <a:lnTo>
                    <a:pt x="8505525" y="4210457"/>
                  </a:lnTo>
                  <a:lnTo>
                    <a:pt x="8528755" y="4072488"/>
                  </a:lnTo>
                  <a:lnTo>
                    <a:pt x="8552006" y="3932834"/>
                  </a:lnTo>
                  <a:lnTo>
                    <a:pt x="8575275" y="3791915"/>
                  </a:lnTo>
                  <a:lnTo>
                    <a:pt x="8598556" y="3650168"/>
                  </a:lnTo>
                  <a:lnTo>
                    <a:pt x="8621844" y="3508041"/>
                  </a:lnTo>
                  <a:lnTo>
                    <a:pt x="8645130" y="3365986"/>
                  </a:lnTo>
                  <a:lnTo>
                    <a:pt x="8668409" y="3224456"/>
                  </a:lnTo>
                  <a:lnTo>
                    <a:pt x="8691673" y="3083894"/>
                  </a:lnTo>
                  <a:lnTo>
                    <a:pt x="8714917" y="2944733"/>
                  </a:lnTo>
                  <a:lnTo>
                    <a:pt x="8738139" y="2807387"/>
                  </a:lnTo>
                  <a:lnTo>
                    <a:pt x="8761337" y="2672247"/>
                  </a:lnTo>
                  <a:lnTo>
                    <a:pt x="8784513" y="2539675"/>
                  </a:lnTo>
                  <a:lnTo>
                    <a:pt x="8807673" y="2410004"/>
                  </a:lnTo>
                  <a:lnTo>
                    <a:pt x="8830826" y="2283531"/>
                  </a:lnTo>
                  <a:lnTo>
                    <a:pt x="8853985" y="2160518"/>
                  </a:lnTo>
                  <a:lnTo>
                    <a:pt x="8877169" y="2041187"/>
                  </a:lnTo>
                  <a:lnTo>
                    <a:pt x="8900400" y="1925723"/>
                  </a:lnTo>
                  <a:lnTo>
                    <a:pt x="8923707" y="1814271"/>
                  </a:lnTo>
                  <a:lnTo>
                    <a:pt x="8947127" y="1706940"/>
                  </a:lnTo>
                  <a:lnTo>
                    <a:pt x="8970700" y="1603799"/>
                  </a:lnTo>
                  <a:lnTo>
                    <a:pt x="8994475" y="1504885"/>
                  </a:lnTo>
                  <a:lnTo>
                    <a:pt x="9018511" y="1410199"/>
                  </a:lnTo>
                  <a:lnTo>
                    <a:pt x="9042872" y="1319712"/>
                  </a:lnTo>
                  <a:lnTo>
                    <a:pt x="9067635" y="1233366"/>
                  </a:lnTo>
                  <a:lnTo>
                    <a:pt x="9084767" y="1176911"/>
                  </a:lnTo>
                  <a:lnTo>
                    <a:pt x="9124742" y="1055451"/>
                  </a:lnTo>
                  <a:lnTo>
                    <a:pt x="9166431" y="943720"/>
                  </a:lnTo>
                  <a:lnTo>
                    <a:pt x="9210279" y="841438"/>
                  </a:lnTo>
                  <a:lnTo>
                    <a:pt x="9256775" y="748028"/>
                  </a:lnTo>
                  <a:lnTo>
                    <a:pt x="9306432" y="662771"/>
                  </a:lnTo>
                  <a:lnTo>
                    <a:pt x="9359760" y="584902"/>
                  </a:lnTo>
                  <a:lnTo>
                    <a:pt x="9417241" y="513683"/>
                  </a:lnTo>
                  <a:lnTo>
                    <a:pt x="9479297" y="448438"/>
                  </a:lnTo>
                  <a:lnTo>
                    <a:pt x="9546240" y="388584"/>
                  </a:lnTo>
                  <a:lnTo>
                    <a:pt x="9618219" y="333643"/>
                  </a:lnTo>
                  <a:lnTo>
                    <a:pt x="9695147" y="283250"/>
                  </a:lnTo>
                  <a:lnTo>
                    <a:pt x="9776616" y="237159"/>
                  </a:lnTo>
                  <a:lnTo>
                    <a:pt x="9861820" y="195232"/>
                  </a:lnTo>
                  <a:lnTo>
                    <a:pt x="9949485" y="157435"/>
                  </a:lnTo>
                  <a:lnTo>
                    <a:pt x="10037839" y="123808"/>
                  </a:lnTo>
                  <a:lnTo>
                    <a:pt x="10124648" y="94431"/>
                  </a:lnTo>
                  <a:lnTo>
                    <a:pt x="10207340" y="69380"/>
                  </a:lnTo>
                  <a:lnTo>
                    <a:pt x="10283229" y="48672"/>
                  </a:lnTo>
                  <a:lnTo>
                    <a:pt x="10349818" y="32215"/>
                  </a:lnTo>
                  <a:lnTo>
                    <a:pt x="10405138" y="19774"/>
                  </a:lnTo>
                  <a:lnTo>
                    <a:pt x="10448051" y="10958"/>
                  </a:lnTo>
                  <a:lnTo>
                    <a:pt x="10478454" y="5233"/>
                  </a:lnTo>
                  <a:lnTo>
                    <a:pt x="10497350" y="1963"/>
                  </a:lnTo>
                  <a:lnTo>
                    <a:pt x="10506785" y="459"/>
                  </a:lnTo>
                  <a:lnTo>
                    <a:pt x="10509724" y="25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38" name="pl1738"/>
            <p:cNvSpPr/>
            <p:nvPr/>
          </p:nvSpPr>
          <p:spPr>
            <a:xfrm>
              <a:off x="4799595" y="3336997"/>
              <a:ext cx="11981298" cy="7061470"/>
            </a:xfrm>
            <a:custGeom>
              <a:avLst/>
              <a:pathLst>
                <a:path w="11981298" h="7061470">
                  <a:moveTo>
                    <a:pt x="11981298" y="0"/>
                  </a:moveTo>
                  <a:lnTo>
                    <a:pt x="10509911" y="0"/>
                  </a:lnTo>
                  <a:lnTo>
                    <a:pt x="10509160" y="106"/>
                  </a:lnTo>
                  <a:lnTo>
                    <a:pt x="10504186" y="861"/>
                  </a:lnTo>
                  <a:lnTo>
                    <a:pt x="10491505" y="2945"/>
                  </a:lnTo>
                  <a:lnTo>
                    <a:pt x="10468480" y="7056"/>
                  </a:lnTo>
                  <a:lnTo>
                    <a:pt x="10433444" y="13870"/>
                  </a:lnTo>
                  <a:lnTo>
                    <a:pt x="10385809" y="23990"/>
                  </a:lnTo>
                  <a:lnTo>
                    <a:pt x="10326080" y="37899"/>
                  </a:lnTo>
                  <a:lnTo>
                    <a:pt x="10255737" y="55931"/>
                  </a:lnTo>
                  <a:lnTo>
                    <a:pt x="10176987" y="78263"/>
                  </a:lnTo>
                  <a:lnTo>
                    <a:pt x="10092437" y="104943"/>
                  </a:lnTo>
                  <a:lnTo>
                    <a:pt x="10004762" y="135923"/>
                  </a:lnTo>
                  <a:lnTo>
                    <a:pt x="9916427" y="171122"/>
                  </a:lnTo>
                  <a:lnTo>
                    <a:pt x="9829504" y="210469"/>
                  </a:lnTo>
                  <a:lnTo>
                    <a:pt x="9745578" y="253948"/>
                  </a:lnTo>
                  <a:lnTo>
                    <a:pt x="9665740" y="301631"/>
                  </a:lnTo>
                  <a:lnTo>
                    <a:pt x="9590639" y="353694"/>
                  </a:lnTo>
                  <a:lnTo>
                    <a:pt x="9520552" y="410428"/>
                  </a:lnTo>
                  <a:lnTo>
                    <a:pt x="9455469" y="472241"/>
                  </a:lnTo>
                  <a:lnTo>
                    <a:pt x="9395173" y="539652"/>
                  </a:lnTo>
                  <a:lnTo>
                    <a:pt x="9339302" y="613282"/>
                  </a:lnTo>
                  <a:lnTo>
                    <a:pt x="9287410" y="693832"/>
                  </a:lnTo>
                  <a:lnTo>
                    <a:pt x="9238999" y="782057"/>
                  </a:lnTo>
                  <a:lnTo>
                    <a:pt x="9193555" y="878714"/>
                  </a:lnTo>
                  <a:lnTo>
                    <a:pt x="9150572" y="984483"/>
                  </a:lnTo>
                  <a:lnTo>
                    <a:pt x="9109574" y="1099852"/>
                  </a:lnTo>
                  <a:lnTo>
                    <a:pt x="9084767" y="1176911"/>
                  </a:lnTo>
                  <a:lnTo>
                    <a:pt x="9059681" y="1260486"/>
                  </a:lnTo>
                  <a:lnTo>
                    <a:pt x="9035055" y="1348147"/>
                  </a:lnTo>
                  <a:lnTo>
                    <a:pt x="9010805" y="1439969"/>
                  </a:lnTo>
                  <a:lnTo>
                    <a:pt x="8986860" y="1536003"/>
                  </a:lnTo>
                  <a:lnTo>
                    <a:pt x="8963155" y="1636268"/>
                  </a:lnTo>
                  <a:lnTo>
                    <a:pt x="8939636" y="1740752"/>
                  </a:lnTo>
                  <a:lnTo>
                    <a:pt x="8916256" y="1849408"/>
                  </a:lnTo>
                  <a:lnTo>
                    <a:pt x="8892976" y="1962154"/>
                  </a:lnTo>
                  <a:lnTo>
                    <a:pt x="8869763" y="2078870"/>
                  </a:lnTo>
                  <a:lnTo>
                    <a:pt x="8846590" y="2199399"/>
                  </a:lnTo>
                  <a:lnTo>
                    <a:pt x="8823435" y="2323543"/>
                  </a:lnTo>
                  <a:lnTo>
                    <a:pt x="8800281" y="2451067"/>
                  </a:lnTo>
                  <a:lnTo>
                    <a:pt x="8777116" y="2581698"/>
                  </a:lnTo>
                  <a:lnTo>
                    <a:pt x="8753933" y="2715127"/>
                  </a:lnTo>
                  <a:lnTo>
                    <a:pt x="8730728" y="2851013"/>
                  </a:lnTo>
                  <a:lnTo>
                    <a:pt x="8707499" y="2988982"/>
                  </a:lnTo>
                  <a:lnTo>
                    <a:pt x="8684248" y="3128636"/>
                  </a:lnTo>
                  <a:lnTo>
                    <a:pt x="8660978" y="3269555"/>
                  </a:lnTo>
                  <a:lnTo>
                    <a:pt x="8637697" y="3411301"/>
                  </a:lnTo>
                  <a:lnTo>
                    <a:pt x="8614409" y="3553428"/>
                  </a:lnTo>
                  <a:lnTo>
                    <a:pt x="8591123" y="3695483"/>
                  </a:lnTo>
                  <a:lnTo>
                    <a:pt x="8567845" y="3837014"/>
                  </a:lnTo>
                  <a:lnTo>
                    <a:pt x="8544581" y="3977575"/>
                  </a:lnTo>
                  <a:lnTo>
                    <a:pt x="8521336" y="4116736"/>
                  </a:lnTo>
                  <a:lnTo>
                    <a:pt x="8498115" y="4254082"/>
                  </a:lnTo>
                  <a:lnTo>
                    <a:pt x="8474916" y="4389223"/>
                  </a:lnTo>
                  <a:lnTo>
                    <a:pt x="8451740" y="4521794"/>
                  </a:lnTo>
                  <a:lnTo>
                    <a:pt x="8428580" y="4651465"/>
                  </a:lnTo>
                  <a:lnTo>
                    <a:pt x="8405427" y="4777938"/>
                  </a:lnTo>
                  <a:lnTo>
                    <a:pt x="8382268" y="4900952"/>
                  </a:lnTo>
                  <a:lnTo>
                    <a:pt x="8359085" y="5020283"/>
                  </a:lnTo>
                  <a:lnTo>
                    <a:pt x="8335854" y="5135747"/>
                  </a:lnTo>
                  <a:lnTo>
                    <a:pt x="8312546" y="5247199"/>
                  </a:lnTo>
                  <a:lnTo>
                    <a:pt x="8289126" y="5354530"/>
                  </a:lnTo>
                  <a:lnTo>
                    <a:pt x="8265554" y="5457670"/>
                  </a:lnTo>
                  <a:lnTo>
                    <a:pt x="8241778" y="5556584"/>
                  </a:lnTo>
                  <a:lnTo>
                    <a:pt x="8217743" y="5651270"/>
                  </a:lnTo>
                  <a:lnTo>
                    <a:pt x="8193382" y="5741757"/>
                  </a:lnTo>
                  <a:lnTo>
                    <a:pt x="8168618" y="5828104"/>
                  </a:lnTo>
                  <a:lnTo>
                    <a:pt x="8151487" y="5884558"/>
                  </a:lnTo>
                  <a:lnTo>
                    <a:pt x="8111511" y="6006019"/>
                  </a:lnTo>
                  <a:lnTo>
                    <a:pt x="8069822" y="6117750"/>
                  </a:lnTo>
                  <a:lnTo>
                    <a:pt x="8025974" y="6220032"/>
                  </a:lnTo>
                  <a:lnTo>
                    <a:pt x="7979478" y="6313441"/>
                  </a:lnTo>
                  <a:lnTo>
                    <a:pt x="7929821" y="6398699"/>
                  </a:lnTo>
                  <a:lnTo>
                    <a:pt x="7876493" y="6476567"/>
                  </a:lnTo>
                  <a:lnTo>
                    <a:pt x="7819012" y="6547787"/>
                  </a:lnTo>
                  <a:lnTo>
                    <a:pt x="7756957" y="6613032"/>
                  </a:lnTo>
                  <a:lnTo>
                    <a:pt x="7690013" y="6672886"/>
                  </a:lnTo>
                  <a:lnTo>
                    <a:pt x="7618034" y="6727827"/>
                  </a:lnTo>
                  <a:lnTo>
                    <a:pt x="7541106" y="6778219"/>
                  </a:lnTo>
                  <a:lnTo>
                    <a:pt x="7459638" y="6824311"/>
                  </a:lnTo>
                  <a:lnTo>
                    <a:pt x="7374433" y="6866237"/>
                  </a:lnTo>
                  <a:lnTo>
                    <a:pt x="7286768" y="6904034"/>
                  </a:lnTo>
                  <a:lnTo>
                    <a:pt x="7198414" y="6937662"/>
                  </a:lnTo>
                  <a:lnTo>
                    <a:pt x="7111606" y="6967038"/>
                  </a:lnTo>
                  <a:lnTo>
                    <a:pt x="7028913" y="6992089"/>
                  </a:lnTo>
                  <a:lnTo>
                    <a:pt x="6953024" y="7012798"/>
                  </a:lnTo>
                  <a:lnTo>
                    <a:pt x="6886435" y="7029255"/>
                  </a:lnTo>
                  <a:lnTo>
                    <a:pt x="6831115" y="7041695"/>
                  </a:lnTo>
                  <a:lnTo>
                    <a:pt x="6788203" y="7050511"/>
                  </a:lnTo>
                  <a:lnTo>
                    <a:pt x="6757799" y="7056236"/>
                  </a:lnTo>
                  <a:lnTo>
                    <a:pt x="6738903" y="7059506"/>
                  </a:lnTo>
                  <a:lnTo>
                    <a:pt x="6729468" y="7061011"/>
                  </a:lnTo>
                  <a:lnTo>
                    <a:pt x="6726529" y="7061444"/>
                  </a:lnTo>
                  <a:lnTo>
                    <a:pt x="6726343" y="7061470"/>
                  </a:lnTo>
                  <a:lnTo>
                    <a:pt x="5254955" y="7061470"/>
                  </a:lnTo>
                  <a:lnTo>
                    <a:pt x="5253719" y="7061461"/>
                  </a:lnTo>
                  <a:lnTo>
                    <a:pt x="5245606" y="7061400"/>
                  </a:lnTo>
                  <a:lnTo>
                    <a:pt x="5225208" y="7061231"/>
                  </a:lnTo>
                  <a:lnTo>
                    <a:pt x="5188869" y="7060897"/>
                  </a:lnTo>
                  <a:lnTo>
                    <a:pt x="5134967" y="7060348"/>
                  </a:lnTo>
                  <a:lnTo>
                    <a:pt x="5064035" y="7059543"/>
                  </a:lnTo>
                  <a:lnTo>
                    <a:pt x="4978535" y="7058456"/>
                  </a:lnTo>
                  <a:lnTo>
                    <a:pt x="4882282" y="7057074"/>
                  </a:lnTo>
                  <a:lnTo>
                    <a:pt x="4779691" y="7055396"/>
                  </a:lnTo>
                  <a:lnTo>
                    <a:pt x="4675039" y="7053428"/>
                  </a:lnTo>
                  <a:lnTo>
                    <a:pt x="4571939" y="7051177"/>
                  </a:lnTo>
                  <a:lnTo>
                    <a:pt x="4473077" y="7048644"/>
                  </a:lnTo>
                  <a:lnTo>
                    <a:pt x="4380179" y="7045822"/>
                  </a:lnTo>
                  <a:lnTo>
                    <a:pt x="4294122" y="7042694"/>
                  </a:lnTo>
                  <a:lnTo>
                    <a:pt x="4215122" y="7039232"/>
                  </a:lnTo>
                  <a:lnTo>
                    <a:pt x="4142924" y="7035396"/>
                  </a:lnTo>
                  <a:lnTo>
                    <a:pt x="4076959" y="7031138"/>
                  </a:lnTo>
                  <a:lnTo>
                    <a:pt x="4016481" y="7026401"/>
                  </a:lnTo>
                  <a:lnTo>
                    <a:pt x="3960655" y="7021124"/>
                  </a:lnTo>
                  <a:lnTo>
                    <a:pt x="3908631" y="7015247"/>
                  </a:lnTo>
                  <a:lnTo>
                    <a:pt x="3859594" y="7008724"/>
                  </a:lnTo>
                  <a:lnTo>
                    <a:pt x="3829811" y="7004259"/>
                  </a:lnTo>
                  <a:lnTo>
                    <a:pt x="3774374" y="6994905"/>
                  </a:lnTo>
                  <a:lnTo>
                    <a:pt x="3720745" y="6984540"/>
                  </a:lnTo>
                  <a:lnTo>
                    <a:pt x="3668198" y="6973150"/>
                  </a:lnTo>
                  <a:lnTo>
                    <a:pt x="3616216" y="6960764"/>
                  </a:lnTo>
                  <a:lnTo>
                    <a:pt x="3564449" y="6947452"/>
                  </a:lnTo>
                  <a:lnTo>
                    <a:pt x="3512684" y="6933334"/>
                  </a:lnTo>
                  <a:lnTo>
                    <a:pt x="3460822" y="6918572"/>
                  </a:lnTo>
                  <a:lnTo>
                    <a:pt x="3408850" y="6903368"/>
                  </a:lnTo>
                  <a:lnTo>
                    <a:pt x="3356814" y="6887951"/>
                  </a:lnTo>
                  <a:lnTo>
                    <a:pt x="3304787" y="6872563"/>
                  </a:lnTo>
                  <a:lnTo>
                    <a:pt x="3252840" y="6857447"/>
                  </a:lnTo>
                  <a:lnTo>
                    <a:pt x="3201005" y="6842825"/>
                  </a:lnTo>
                  <a:lnTo>
                    <a:pt x="3149253" y="6828890"/>
                  </a:lnTo>
                  <a:lnTo>
                    <a:pt x="3097457" y="6815795"/>
                  </a:lnTo>
                  <a:lnTo>
                    <a:pt x="3045376" y="6803648"/>
                  </a:lnTo>
                  <a:lnTo>
                    <a:pt x="2992619" y="6792507"/>
                  </a:lnTo>
                  <a:lnTo>
                    <a:pt x="2938625" y="6782392"/>
                  </a:lnTo>
                  <a:lnTo>
                    <a:pt x="2896531" y="6775415"/>
                  </a:lnTo>
                  <a:lnTo>
                    <a:pt x="2849002" y="6768473"/>
                  </a:lnTo>
                  <a:lnTo>
                    <a:pt x="2798955" y="6762192"/>
                  </a:lnTo>
                  <a:lnTo>
                    <a:pt x="2745630" y="6756542"/>
                  </a:lnTo>
                  <a:lnTo>
                    <a:pt x="2688192" y="6751470"/>
                  </a:lnTo>
                  <a:lnTo>
                    <a:pt x="2625789" y="6746917"/>
                  </a:lnTo>
                  <a:lnTo>
                    <a:pt x="2557610" y="6742820"/>
                  </a:lnTo>
                  <a:lnTo>
                    <a:pt x="2482961" y="6739127"/>
                  </a:lnTo>
                  <a:lnTo>
                    <a:pt x="2401373" y="6735792"/>
                  </a:lnTo>
                  <a:lnTo>
                    <a:pt x="2312742" y="6732779"/>
                  </a:lnTo>
                  <a:lnTo>
                    <a:pt x="2217506" y="6730065"/>
                  </a:lnTo>
                  <a:lnTo>
                    <a:pt x="2116834" y="6727636"/>
                  </a:lnTo>
                  <a:lnTo>
                    <a:pt x="2012799" y="6725488"/>
                  </a:lnTo>
                  <a:lnTo>
                    <a:pt x="1908441" y="6723627"/>
                  </a:lnTo>
                  <a:lnTo>
                    <a:pt x="1807664" y="6722057"/>
                  </a:lnTo>
                  <a:lnTo>
                    <a:pt x="1714870" y="6720784"/>
                  </a:lnTo>
                  <a:lnTo>
                    <a:pt x="1634343" y="6719803"/>
                  </a:lnTo>
                  <a:lnTo>
                    <a:pt x="1569485" y="6719096"/>
                  </a:lnTo>
                  <a:lnTo>
                    <a:pt x="1522098" y="6718632"/>
                  </a:lnTo>
                  <a:lnTo>
                    <a:pt x="1491927" y="6718365"/>
                  </a:lnTo>
                  <a:lnTo>
                    <a:pt x="1476574" y="6718242"/>
                  </a:lnTo>
                  <a:lnTo>
                    <a:pt x="1471706" y="6718206"/>
                  </a:lnTo>
                  <a:lnTo>
                    <a:pt x="1471387" y="6718204"/>
                  </a:lnTo>
                  <a:lnTo>
                    <a:pt x="0" y="671820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39" name="pg1739"/>
            <p:cNvSpPr/>
            <p:nvPr/>
          </p:nvSpPr>
          <p:spPr>
            <a:xfrm>
              <a:off x="4799595" y="6450910"/>
              <a:ext cx="11981298" cy="3767752"/>
            </a:xfrm>
            <a:custGeom>
              <a:avLst/>
              <a:pathLst>
                <a:path w="11981298" h="3767752">
                  <a:moveTo>
                    <a:pt x="0" y="3538908"/>
                  </a:moveTo>
                  <a:lnTo>
                    <a:pt x="1471387" y="3538908"/>
                  </a:lnTo>
                  <a:lnTo>
                    <a:pt x="1472489" y="3538829"/>
                  </a:lnTo>
                  <a:lnTo>
                    <a:pt x="1479741" y="3538268"/>
                  </a:lnTo>
                  <a:lnTo>
                    <a:pt x="1498039" y="3536719"/>
                  </a:lnTo>
                  <a:lnTo>
                    <a:pt x="1530799" y="3533668"/>
                  </a:lnTo>
                  <a:lnTo>
                    <a:pt x="1579717" y="3528638"/>
                  </a:lnTo>
                  <a:lnTo>
                    <a:pt x="1644644" y="3521236"/>
                  </a:lnTo>
                  <a:lnTo>
                    <a:pt x="1723713" y="3511190"/>
                  </a:lnTo>
                  <a:lnTo>
                    <a:pt x="1813761" y="3498357"/>
                  </a:lnTo>
                  <a:lnTo>
                    <a:pt x="1910936" y="3482704"/>
                  </a:lnTo>
                  <a:lnTo>
                    <a:pt x="2011326" y="3464273"/>
                  </a:lnTo>
                  <a:lnTo>
                    <a:pt x="2111458" y="3443124"/>
                  </a:lnTo>
                  <a:lnTo>
                    <a:pt x="2208598" y="3419293"/>
                  </a:lnTo>
                  <a:lnTo>
                    <a:pt x="2300842" y="3392755"/>
                  </a:lnTo>
                  <a:lnTo>
                    <a:pt x="2387069" y="3363399"/>
                  </a:lnTo>
                  <a:lnTo>
                    <a:pt x="2466804" y="3331020"/>
                  </a:lnTo>
                  <a:lnTo>
                    <a:pt x="2540067" y="3295316"/>
                  </a:lnTo>
                  <a:lnTo>
                    <a:pt x="2607214" y="3255889"/>
                  </a:lnTo>
                  <a:lnTo>
                    <a:pt x="2668822" y="3212263"/>
                  </a:lnTo>
                  <a:lnTo>
                    <a:pt x="2725590" y="3163899"/>
                  </a:lnTo>
                  <a:lnTo>
                    <a:pt x="2778271" y="3110234"/>
                  </a:lnTo>
                  <a:lnTo>
                    <a:pt x="2827618" y="3050743"/>
                  </a:lnTo>
                  <a:lnTo>
                    <a:pt x="2874342" y="2985044"/>
                  </a:lnTo>
                  <a:lnTo>
                    <a:pt x="2896531" y="2950452"/>
                  </a:lnTo>
                  <a:lnTo>
                    <a:pt x="2930944" y="2892395"/>
                  </a:lnTo>
                  <a:lnTo>
                    <a:pt x="2964545" y="2830437"/>
                  </a:lnTo>
                  <a:lnTo>
                    <a:pt x="2997536" y="2764500"/>
                  </a:lnTo>
                  <a:lnTo>
                    <a:pt x="3030085" y="2694554"/>
                  </a:lnTo>
                  <a:lnTo>
                    <a:pt x="3062327" y="2620632"/>
                  </a:lnTo>
                  <a:lnTo>
                    <a:pt x="3094370" y="2542825"/>
                  </a:lnTo>
                  <a:lnTo>
                    <a:pt x="3126301" y="2461294"/>
                  </a:lnTo>
                  <a:lnTo>
                    <a:pt x="3158183" y="2376267"/>
                  </a:lnTo>
                  <a:lnTo>
                    <a:pt x="3190062" y="2288043"/>
                  </a:lnTo>
                  <a:lnTo>
                    <a:pt x="3221967" y="2196987"/>
                  </a:lnTo>
                  <a:lnTo>
                    <a:pt x="3253913" y="2103528"/>
                  </a:lnTo>
                  <a:lnTo>
                    <a:pt x="3285904" y="2008149"/>
                  </a:lnTo>
                  <a:lnTo>
                    <a:pt x="3317932" y="1911379"/>
                  </a:lnTo>
                  <a:lnTo>
                    <a:pt x="3349985" y="1813783"/>
                  </a:lnTo>
                  <a:lnTo>
                    <a:pt x="3382046" y="1715944"/>
                  </a:lnTo>
                  <a:lnTo>
                    <a:pt x="3414096" y="1618452"/>
                  </a:lnTo>
                  <a:lnTo>
                    <a:pt x="3446118" y="1521889"/>
                  </a:lnTo>
                  <a:lnTo>
                    <a:pt x="3478101" y="1426813"/>
                  </a:lnTo>
                  <a:lnTo>
                    <a:pt x="3510040" y="1333747"/>
                  </a:lnTo>
                  <a:lnTo>
                    <a:pt x="3541939" y="1243164"/>
                  </a:lnTo>
                  <a:lnTo>
                    <a:pt x="3573816" y="1155483"/>
                  </a:lnTo>
                  <a:lnTo>
                    <a:pt x="3605702" y="1071056"/>
                  </a:lnTo>
                  <a:lnTo>
                    <a:pt x="3637648" y="990171"/>
                  </a:lnTo>
                  <a:lnTo>
                    <a:pt x="3669720" y="913044"/>
                  </a:lnTo>
                  <a:lnTo>
                    <a:pt x="3702007" y="839822"/>
                  </a:lnTo>
                  <a:lnTo>
                    <a:pt x="3734624" y="770588"/>
                  </a:lnTo>
                  <a:lnTo>
                    <a:pt x="3767710" y="705360"/>
                  </a:lnTo>
                  <a:lnTo>
                    <a:pt x="3801439" y="644102"/>
                  </a:lnTo>
                  <a:lnTo>
                    <a:pt x="3829811" y="596628"/>
                  </a:lnTo>
                  <a:lnTo>
                    <a:pt x="3875483" y="527824"/>
                  </a:lnTo>
                  <a:lnTo>
                    <a:pt x="3923457" y="465317"/>
                  </a:lnTo>
                  <a:lnTo>
                    <a:pt x="3974407" y="408849"/>
                  </a:lnTo>
                  <a:lnTo>
                    <a:pt x="4029072" y="357950"/>
                  </a:lnTo>
                  <a:lnTo>
                    <a:pt x="4088210" y="312066"/>
                  </a:lnTo>
                  <a:lnTo>
                    <a:pt x="4152555" y="270641"/>
                  </a:lnTo>
                  <a:lnTo>
                    <a:pt x="4222752" y="233163"/>
                  </a:lnTo>
                  <a:lnTo>
                    <a:pt x="4299281" y="199194"/>
                  </a:lnTo>
                  <a:lnTo>
                    <a:pt x="4382344" y="168385"/>
                  </a:lnTo>
                  <a:lnTo>
                    <a:pt x="4471728" y="140482"/>
                  </a:lnTo>
                  <a:lnTo>
                    <a:pt x="4566649" y="115329"/>
                  </a:lnTo>
                  <a:lnTo>
                    <a:pt x="4665601" y="92861"/>
                  </a:lnTo>
                  <a:lnTo>
                    <a:pt x="4766257" y="73088"/>
                  </a:lnTo>
                  <a:lnTo>
                    <a:pt x="4865483" y="56063"/>
                  </a:lnTo>
                  <a:lnTo>
                    <a:pt x="4959531" y="41842"/>
                  </a:lnTo>
                  <a:lnTo>
                    <a:pt x="5044447" y="30437"/>
                  </a:lnTo>
                  <a:lnTo>
                    <a:pt x="5116648" y="21762"/>
                  </a:lnTo>
                  <a:lnTo>
                    <a:pt x="5173564" y="15609"/>
                  </a:lnTo>
                  <a:lnTo>
                    <a:pt x="5214164" y="11642"/>
                  </a:lnTo>
                  <a:lnTo>
                    <a:pt x="5239241" y="9417"/>
                  </a:lnTo>
                  <a:lnTo>
                    <a:pt x="5251395" y="8435"/>
                  </a:lnTo>
                  <a:lnTo>
                    <a:pt x="5254821" y="8182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429" y="8255"/>
                  </a:lnTo>
                  <a:lnTo>
                    <a:pt x="6734581" y="8843"/>
                  </a:lnTo>
                  <a:lnTo>
                    <a:pt x="6752634" y="10469"/>
                  </a:lnTo>
                  <a:lnTo>
                    <a:pt x="6784973" y="13671"/>
                  </a:lnTo>
                  <a:lnTo>
                    <a:pt x="6833303" y="18951"/>
                  </a:lnTo>
                  <a:lnTo>
                    <a:pt x="6897513" y="26723"/>
                  </a:lnTo>
                  <a:lnTo>
                    <a:pt x="6975805" y="37278"/>
                  </a:lnTo>
                  <a:lnTo>
                    <a:pt x="7065091" y="50770"/>
                  </a:lnTo>
                  <a:lnTo>
                    <a:pt x="7161587" y="67235"/>
                  </a:lnTo>
                  <a:lnTo>
                    <a:pt x="7261429" y="86633"/>
                  </a:lnTo>
                  <a:lnTo>
                    <a:pt x="7361165" y="108900"/>
                  </a:lnTo>
                  <a:lnTo>
                    <a:pt x="7458060" y="133996"/>
                  </a:lnTo>
                  <a:lnTo>
                    <a:pt x="7550192" y="161943"/>
                  </a:lnTo>
                  <a:lnTo>
                    <a:pt x="7636413" y="192852"/>
                  </a:lnTo>
                  <a:lnTo>
                    <a:pt x="7716221" y="226930"/>
                  </a:lnTo>
                  <a:lnTo>
                    <a:pt x="7789602" y="264489"/>
                  </a:lnTo>
                  <a:lnTo>
                    <a:pt x="7856890" y="305938"/>
                  </a:lnTo>
                  <a:lnTo>
                    <a:pt x="7918640" y="351771"/>
                  </a:lnTo>
                  <a:lnTo>
                    <a:pt x="7975534" y="402550"/>
                  </a:lnTo>
                  <a:lnTo>
                    <a:pt x="8028310" y="458867"/>
                  </a:lnTo>
                  <a:lnTo>
                    <a:pt x="8077714" y="521277"/>
                  </a:lnTo>
                  <a:lnTo>
                    <a:pt x="8124453" y="590205"/>
                  </a:lnTo>
                  <a:lnTo>
                    <a:pt x="8151487" y="634769"/>
                  </a:lnTo>
                  <a:lnTo>
                    <a:pt x="8184982" y="694867"/>
                  </a:lnTo>
                  <a:lnTo>
                    <a:pt x="8217704" y="758894"/>
                  </a:lnTo>
                  <a:lnTo>
                    <a:pt x="8249839" y="826930"/>
                  </a:lnTo>
                  <a:lnTo>
                    <a:pt x="8281544" y="899007"/>
                  </a:lnTo>
                  <a:lnTo>
                    <a:pt x="8312945" y="975100"/>
                  </a:lnTo>
                  <a:lnTo>
                    <a:pt x="8344147" y="1055126"/>
                  </a:lnTo>
                  <a:lnTo>
                    <a:pt x="8375229" y="1138937"/>
                  </a:lnTo>
                  <a:lnTo>
                    <a:pt x="8406256" y="1226322"/>
                  </a:lnTo>
                  <a:lnTo>
                    <a:pt x="8437272" y="1317001"/>
                  </a:lnTo>
                  <a:lnTo>
                    <a:pt x="8468308" y="1410630"/>
                  </a:lnTo>
                  <a:lnTo>
                    <a:pt x="8499380" y="1506805"/>
                  </a:lnTo>
                  <a:lnTo>
                    <a:pt x="8530494" y="1605066"/>
                  </a:lnTo>
                  <a:lnTo>
                    <a:pt x="8561647" y="1704905"/>
                  </a:lnTo>
                  <a:lnTo>
                    <a:pt x="8592828" y="1805781"/>
                  </a:lnTo>
                  <a:lnTo>
                    <a:pt x="8624023" y="1907126"/>
                  </a:lnTo>
                  <a:lnTo>
                    <a:pt x="8655214" y="2008361"/>
                  </a:lnTo>
                  <a:lnTo>
                    <a:pt x="8686386" y="2108911"/>
                  </a:lnTo>
                  <a:lnTo>
                    <a:pt x="8717525" y="2208215"/>
                  </a:lnTo>
                  <a:lnTo>
                    <a:pt x="8748623" y="2305745"/>
                  </a:lnTo>
                  <a:lnTo>
                    <a:pt x="8779680" y="2401009"/>
                  </a:lnTo>
                  <a:lnTo>
                    <a:pt x="8810706" y="2493567"/>
                  </a:lnTo>
                  <a:lnTo>
                    <a:pt x="8841722" y="2583038"/>
                  </a:lnTo>
                  <a:lnTo>
                    <a:pt x="8872764" y="2669101"/>
                  </a:lnTo>
                  <a:lnTo>
                    <a:pt x="8903883" y="2751503"/>
                  </a:lnTo>
                  <a:lnTo>
                    <a:pt x="8935149" y="2830055"/>
                  </a:lnTo>
                  <a:lnTo>
                    <a:pt x="8966652" y="2904637"/>
                  </a:lnTo>
                  <a:lnTo>
                    <a:pt x="8998503" y="2975186"/>
                  </a:lnTo>
                  <a:lnTo>
                    <a:pt x="9030840" y="3041701"/>
                  </a:lnTo>
                  <a:lnTo>
                    <a:pt x="9063830" y="3104231"/>
                  </a:lnTo>
                  <a:lnTo>
                    <a:pt x="9084767" y="3141155"/>
                  </a:lnTo>
                  <a:lnTo>
                    <a:pt x="9130214" y="3214083"/>
                  </a:lnTo>
                  <a:lnTo>
                    <a:pt x="9177938" y="3280368"/>
                  </a:lnTo>
                  <a:lnTo>
                    <a:pt x="9228602" y="3340280"/>
                  </a:lnTo>
                  <a:lnTo>
                    <a:pt x="9282935" y="3394312"/>
                  </a:lnTo>
                  <a:lnTo>
                    <a:pt x="9341684" y="3443043"/>
                  </a:lnTo>
                  <a:lnTo>
                    <a:pt x="9405572" y="3487058"/>
                  </a:lnTo>
                  <a:lnTo>
                    <a:pt x="9475241" y="3526897"/>
                  </a:lnTo>
                  <a:lnTo>
                    <a:pt x="9551168" y="3563020"/>
                  </a:lnTo>
                  <a:lnTo>
                    <a:pt x="9633565" y="3595799"/>
                  </a:lnTo>
                  <a:lnTo>
                    <a:pt x="9722244" y="3625504"/>
                  </a:lnTo>
                  <a:lnTo>
                    <a:pt x="9816459" y="3652303"/>
                  </a:lnTo>
                  <a:lnTo>
                    <a:pt x="9914767" y="3676269"/>
                  </a:lnTo>
                  <a:lnTo>
                    <a:pt x="10014918" y="3697396"/>
                  </a:lnTo>
                  <a:lnTo>
                    <a:pt x="10113868" y="3715629"/>
                  </a:lnTo>
                  <a:lnTo>
                    <a:pt x="10207953" y="3730907"/>
                  </a:lnTo>
                  <a:lnTo>
                    <a:pt x="10293272" y="3743214"/>
                  </a:lnTo>
                  <a:lnTo>
                    <a:pt x="10366243" y="3752630"/>
                  </a:lnTo>
                  <a:lnTo>
                    <a:pt x="10424230" y="3759363"/>
                  </a:lnTo>
                  <a:lnTo>
                    <a:pt x="10466076" y="3763756"/>
                  </a:lnTo>
                  <a:lnTo>
                    <a:pt x="10492399" y="3766264"/>
                  </a:lnTo>
                  <a:lnTo>
                    <a:pt x="10505600" y="3767410"/>
                  </a:lnTo>
                  <a:lnTo>
                    <a:pt x="10509671" y="3767734"/>
                  </a:lnTo>
                  <a:lnTo>
                    <a:pt x="10509911" y="3767752"/>
                  </a:lnTo>
                  <a:lnTo>
                    <a:pt x="11981298" y="3767752"/>
                  </a:lnTo>
                  <a:lnTo>
                    <a:pt x="11981298" y="3759579"/>
                  </a:lnTo>
                  <a:lnTo>
                    <a:pt x="10509911" y="3759579"/>
                  </a:lnTo>
                  <a:lnTo>
                    <a:pt x="10508824" y="3759496"/>
                  </a:lnTo>
                  <a:lnTo>
                    <a:pt x="10501672" y="3758908"/>
                  </a:lnTo>
                  <a:lnTo>
                    <a:pt x="10483619" y="3757282"/>
                  </a:lnTo>
                  <a:lnTo>
                    <a:pt x="10451280" y="3754080"/>
                  </a:lnTo>
                  <a:lnTo>
                    <a:pt x="10402950" y="3748800"/>
                  </a:lnTo>
                  <a:lnTo>
                    <a:pt x="10338740" y="3741028"/>
                  </a:lnTo>
                  <a:lnTo>
                    <a:pt x="10260449" y="3730473"/>
                  </a:lnTo>
                  <a:lnTo>
                    <a:pt x="10171163" y="3716981"/>
                  </a:lnTo>
                  <a:lnTo>
                    <a:pt x="10074666" y="3700516"/>
                  </a:lnTo>
                  <a:lnTo>
                    <a:pt x="9974825" y="3681118"/>
                  </a:lnTo>
                  <a:lnTo>
                    <a:pt x="9875088" y="3658851"/>
                  </a:lnTo>
                  <a:lnTo>
                    <a:pt x="9778193" y="3633755"/>
                  </a:lnTo>
                  <a:lnTo>
                    <a:pt x="9686061" y="3605808"/>
                  </a:lnTo>
                  <a:lnTo>
                    <a:pt x="9599840" y="3574899"/>
                  </a:lnTo>
                  <a:lnTo>
                    <a:pt x="9520033" y="3540821"/>
                  </a:lnTo>
                  <a:lnTo>
                    <a:pt x="9446651" y="3503262"/>
                  </a:lnTo>
                  <a:lnTo>
                    <a:pt x="9379363" y="3461814"/>
                  </a:lnTo>
                  <a:lnTo>
                    <a:pt x="9317613" y="3415980"/>
                  </a:lnTo>
                  <a:lnTo>
                    <a:pt x="9260719" y="3365201"/>
                  </a:lnTo>
                  <a:lnTo>
                    <a:pt x="9207943" y="3308885"/>
                  </a:lnTo>
                  <a:lnTo>
                    <a:pt x="9158539" y="3246474"/>
                  </a:lnTo>
                  <a:lnTo>
                    <a:pt x="9111800" y="3177547"/>
                  </a:lnTo>
                  <a:lnTo>
                    <a:pt x="9084767" y="3132982"/>
                  </a:lnTo>
                  <a:lnTo>
                    <a:pt x="9051271" y="3072884"/>
                  </a:lnTo>
                  <a:lnTo>
                    <a:pt x="9018550" y="3008857"/>
                  </a:lnTo>
                  <a:lnTo>
                    <a:pt x="8986414" y="2940821"/>
                  </a:lnTo>
                  <a:lnTo>
                    <a:pt x="8954709" y="2868744"/>
                  </a:lnTo>
                  <a:lnTo>
                    <a:pt x="8923308" y="2792651"/>
                  </a:lnTo>
                  <a:lnTo>
                    <a:pt x="8892107" y="2712625"/>
                  </a:lnTo>
                  <a:lnTo>
                    <a:pt x="8861024" y="2628814"/>
                  </a:lnTo>
                  <a:lnTo>
                    <a:pt x="8829997" y="2541429"/>
                  </a:lnTo>
                  <a:lnTo>
                    <a:pt x="8798981" y="2450750"/>
                  </a:lnTo>
                  <a:lnTo>
                    <a:pt x="8767945" y="2357121"/>
                  </a:lnTo>
                  <a:lnTo>
                    <a:pt x="8736873" y="2260946"/>
                  </a:lnTo>
                  <a:lnTo>
                    <a:pt x="8705759" y="2162686"/>
                  </a:lnTo>
                  <a:lnTo>
                    <a:pt x="8674606" y="2062846"/>
                  </a:lnTo>
                  <a:lnTo>
                    <a:pt x="8643425" y="1961970"/>
                  </a:lnTo>
                  <a:lnTo>
                    <a:pt x="8612230" y="1860626"/>
                  </a:lnTo>
                  <a:lnTo>
                    <a:pt x="8581039" y="1759391"/>
                  </a:lnTo>
                  <a:lnTo>
                    <a:pt x="8549867" y="1658841"/>
                  </a:lnTo>
                  <a:lnTo>
                    <a:pt x="8518728" y="1559536"/>
                  </a:lnTo>
                  <a:lnTo>
                    <a:pt x="8487630" y="1462006"/>
                  </a:lnTo>
                  <a:lnTo>
                    <a:pt x="8456573" y="1366742"/>
                  </a:lnTo>
                  <a:lnTo>
                    <a:pt x="8425547" y="1274184"/>
                  </a:lnTo>
                  <a:lnTo>
                    <a:pt x="8394531" y="1184714"/>
                  </a:lnTo>
                  <a:lnTo>
                    <a:pt x="8363489" y="1098650"/>
                  </a:lnTo>
                  <a:lnTo>
                    <a:pt x="8332370" y="1016249"/>
                  </a:lnTo>
                  <a:lnTo>
                    <a:pt x="8301104" y="937696"/>
                  </a:lnTo>
                  <a:lnTo>
                    <a:pt x="8269601" y="863114"/>
                  </a:lnTo>
                  <a:lnTo>
                    <a:pt x="8237750" y="792565"/>
                  </a:lnTo>
                  <a:lnTo>
                    <a:pt x="8205413" y="726050"/>
                  </a:lnTo>
                  <a:lnTo>
                    <a:pt x="8172423" y="663520"/>
                  </a:lnTo>
                  <a:lnTo>
                    <a:pt x="8151487" y="626596"/>
                  </a:lnTo>
                  <a:lnTo>
                    <a:pt x="8106040" y="553668"/>
                  </a:lnTo>
                  <a:lnTo>
                    <a:pt x="8058316" y="487383"/>
                  </a:lnTo>
                  <a:lnTo>
                    <a:pt x="8007651" y="427471"/>
                  </a:lnTo>
                  <a:lnTo>
                    <a:pt x="7953318" y="373440"/>
                  </a:lnTo>
                  <a:lnTo>
                    <a:pt x="7894569" y="324708"/>
                  </a:lnTo>
                  <a:lnTo>
                    <a:pt x="7830681" y="280693"/>
                  </a:lnTo>
                  <a:lnTo>
                    <a:pt x="7761013" y="240855"/>
                  </a:lnTo>
                  <a:lnTo>
                    <a:pt x="7685085" y="204731"/>
                  </a:lnTo>
                  <a:lnTo>
                    <a:pt x="7602688" y="171952"/>
                  </a:lnTo>
                  <a:lnTo>
                    <a:pt x="7514009" y="142247"/>
                  </a:lnTo>
                  <a:lnTo>
                    <a:pt x="7419794" y="115448"/>
                  </a:lnTo>
                  <a:lnTo>
                    <a:pt x="7321486" y="91482"/>
                  </a:lnTo>
                  <a:lnTo>
                    <a:pt x="7221335" y="70355"/>
                  </a:lnTo>
                  <a:lnTo>
                    <a:pt x="7122385" y="52122"/>
                  </a:lnTo>
                  <a:lnTo>
                    <a:pt x="7028300" y="36845"/>
                  </a:lnTo>
                  <a:lnTo>
                    <a:pt x="6942981" y="24537"/>
                  </a:lnTo>
                  <a:lnTo>
                    <a:pt x="6870011" y="15121"/>
                  </a:lnTo>
                  <a:lnTo>
                    <a:pt x="6812024" y="8388"/>
                  </a:lnTo>
                  <a:lnTo>
                    <a:pt x="6770177" y="3995"/>
                  </a:lnTo>
                  <a:lnTo>
                    <a:pt x="6743855" y="1487"/>
                  </a:lnTo>
                  <a:lnTo>
                    <a:pt x="6730654" y="341"/>
                  </a:lnTo>
                  <a:lnTo>
                    <a:pt x="6726583" y="17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853" y="78"/>
                  </a:lnTo>
                  <a:lnTo>
                    <a:pt x="5246601" y="639"/>
                  </a:lnTo>
                  <a:lnTo>
                    <a:pt x="5228303" y="2188"/>
                  </a:lnTo>
                  <a:lnTo>
                    <a:pt x="5195543" y="5240"/>
                  </a:lnTo>
                  <a:lnTo>
                    <a:pt x="5146625" y="10269"/>
                  </a:lnTo>
                  <a:lnTo>
                    <a:pt x="5081698" y="17671"/>
                  </a:lnTo>
                  <a:lnTo>
                    <a:pt x="5002629" y="27717"/>
                  </a:lnTo>
                  <a:lnTo>
                    <a:pt x="4912581" y="40551"/>
                  </a:lnTo>
                  <a:lnTo>
                    <a:pt x="4815406" y="56203"/>
                  </a:lnTo>
                  <a:lnTo>
                    <a:pt x="4715016" y="74634"/>
                  </a:lnTo>
                  <a:lnTo>
                    <a:pt x="4614884" y="95783"/>
                  </a:lnTo>
                  <a:lnTo>
                    <a:pt x="4517744" y="119614"/>
                  </a:lnTo>
                  <a:lnTo>
                    <a:pt x="4425500" y="146152"/>
                  </a:lnTo>
                  <a:lnTo>
                    <a:pt x="4339274" y="175509"/>
                  </a:lnTo>
                  <a:lnTo>
                    <a:pt x="4259538" y="207887"/>
                  </a:lnTo>
                  <a:lnTo>
                    <a:pt x="4186275" y="243592"/>
                  </a:lnTo>
                  <a:lnTo>
                    <a:pt x="4119128" y="283018"/>
                  </a:lnTo>
                  <a:lnTo>
                    <a:pt x="4057520" y="326644"/>
                  </a:lnTo>
                  <a:lnTo>
                    <a:pt x="4000752" y="375008"/>
                  </a:lnTo>
                  <a:lnTo>
                    <a:pt x="3948071" y="428674"/>
                  </a:lnTo>
                  <a:lnTo>
                    <a:pt x="3898724" y="488164"/>
                  </a:lnTo>
                  <a:lnTo>
                    <a:pt x="3852000" y="553863"/>
                  </a:lnTo>
                  <a:lnTo>
                    <a:pt x="3829811" y="588455"/>
                  </a:lnTo>
                  <a:lnTo>
                    <a:pt x="3795398" y="646513"/>
                  </a:lnTo>
                  <a:lnTo>
                    <a:pt x="3761798" y="708470"/>
                  </a:lnTo>
                  <a:lnTo>
                    <a:pt x="3728806" y="774408"/>
                  </a:lnTo>
                  <a:lnTo>
                    <a:pt x="3696257" y="844353"/>
                  </a:lnTo>
                  <a:lnTo>
                    <a:pt x="3664015" y="918276"/>
                  </a:lnTo>
                  <a:lnTo>
                    <a:pt x="3631972" y="996082"/>
                  </a:lnTo>
                  <a:lnTo>
                    <a:pt x="3600041" y="1077614"/>
                  </a:lnTo>
                  <a:lnTo>
                    <a:pt x="3568160" y="1162640"/>
                  </a:lnTo>
                  <a:lnTo>
                    <a:pt x="3536281" y="1250864"/>
                  </a:lnTo>
                  <a:lnTo>
                    <a:pt x="3504375" y="1341920"/>
                  </a:lnTo>
                  <a:lnTo>
                    <a:pt x="3472429" y="1435379"/>
                  </a:lnTo>
                  <a:lnTo>
                    <a:pt x="3440438" y="1530758"/>
                  </a:lnTo>
                  <a:lnTo>
                    <a:pt x="3408410" y="1627528"/>
                  </a:lnTo>
                  <a:lnTo>
                    <a:pt x="3376357" y="1725124"/>
                  </a:lnTo>
                  <a:lnTo>
                    <a:pt x="3344296" y="1822963"/>
                  </a:lnTo>
                  <a:lnTo>
                    <a:pt x="3312246" y="1920455"/>
                  </a:lnTo>
                  <a:lnTo>
                    <a:pt x="3280224" y="2017018"/>
                  </a:lnTo>
                  <a:lnTo>
                    <a:pt x="3248241" y="2112094"/>
                  </a:lnTo>
                  <a:lnTo>
                    <a:pt x="3216302" y="2205161"/>
                  </a:lnTo>
                  <a:lnTo>
                    <a:pt x="3184403" y="2295743"/>
                  </a:lnTo>
                  <a:lnTo>
                    <a:pt x="3152526" y="2383425"/>
                  </a:lnTo>
                  <a:lnTo>
                    <a:pt x="3120640" y="2467851"/>
                  </a:lnTo>
                  <a:lnTo>
                    <a:pt x="3088694" y="2548736"/>
                  </a:lnTo>
                  <a:lnTo>
                    <a:pt x="3056623" y="2625863"/>
                  </a:lnTo>
                  <a:lnTo>
                    <a:pt x="3024335" y="2699085"/>
                  </a:lnTo>
                  <a:lnTo>
                    <a:pt x="2991719" y="2768320"/>
                  </a:lnTo>
                  <a:lnTo>
                    <a:pt x="2958632" y="2833547"/>
                  </a:lnTo>
                  <a:lnTo>
                    <a:pt x="2924903" y="2894806"/>
                  </a:lnTo>
                  <a:lnTo>
                    <a:pt x="2896531" y="2942279"/>
                  </a:lnTo>
                  <a:lnTo>
                    <a:pt x="2850859" y="3011084"/>
                  </a:lnTo>
                  <a:lnTo>
                    <a:pt x="2802885" y="3073590"/>
                  </a:lnTo>
                  <a:lnTo>
                    <a:pt x="2751935" y="3130058"/>
                  </a:lnTo>
                  <a:lnTo>
                    <a:pt x="2697270" y="3180957"/>
                  </a:lnTo>
                  <a:lnTo>
                    <a:pt x="2638132" y="3226841"/>
                  </a:lnTo>
                  <a:lnTo>
                    <a:pt x="2573787" y="3268266"/>
                  </a:lnTo>
                  <a:lnTo>
                    <a:pt x="2503590" y="3305744"/>
                  </a:lnTo>
                  <a:lnTo>
                    <a:pt x="2427061" y="3339713"/>
                  </a:lnTo>
                  <a:lnTo>
                    <a:pt x="2343998" y="3370522"/>
                  </a:lnTo>
                  <a:lnTo>
                    <a:pt x="2254614" y="3398425"/>
                  </a:lnTo>
                  <a:lnTo>
                    <a:pt x="2159693" y="3423578"/>
                  </a:lnTo>
                  <a:lnTo>
                    <a:pt x="2060741" y="3446046"/>
                  </a:lnTo>
                  <a:lnTo>
                    <a:pt x="1960085" y="3465819"/>
                  </a:lnTo>
                  <a:lnTo>
                    <a:pt x="1860860" y="3482845"/>
                  </a:lnTo>
                  <a:lnTo>
                    <a:pt x="1766811" y="3497065"/>
                  </a:lnTo>
                  <a:lnTo>
                    <a:pt x="1681895" y="3508470"/>
                  </a:lnTo>
                  <a:lnTo>
                    <a:pt x="1609694" y="3517145"/>
                  </a:lnTo>
                  <a:lnTo>
                    <a:pt x="1552778" y="3523298"/>
                  </a:lnTo>
                  <a:lnTo>
                    <a:pt x="1512178" y="3527266"/>
                  </a:lnTo>
                  <a:lnTo>
                    <a:pt x="1487101" y="3529490"/>
                  </a:lnTo>
                  <a:lnTo>
                    <a:pt x="1474947" y="3530472"/>
                  </a:lnTo>
                  <a:lnTo>
                    <a:pt x="1471521" y="3530726"/>
                  </a:lnTo>
                  <a:lnTo>
                    <a:pt x="1471387" y="3530735"/>
                  </a:lnTo>
                  <a:lnTo>
                    <a:pt x="0" y="3530735"/>
                  </a:lnTo>
                  <a:close/>
                </a:path>
              </a:pathLst>
            </a:custGeom>
            <a:solidFill>
              <a:srgbClr val="9E9E9E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740" name="pl1740"/>
            <p:cNvSpPr/>
            <p:nvPr/>
          </p:nvSpPr>
          <p:spPr>
            <a:xfrm>
              <a:off x="4799595" y="6459083"/>
              <a:ext cx="11981298" cy="3759579"/>
            </a:xfrm>
            <a:custGeom>
              <a:avLst/>
              <a:pathLst>
                <a:path w="11981298" h="3759579">
                  <a:moveTo>
                    <a:pt x="0" y="3530735"/>
                  </a:moveTo>
                  <a:lnTo>
                    <a:pt x="1471387" y="3530735"/>
                  </a:lnTo>
                  <a:lnTo>
                    <a:pt x="1472489" y="3530656"/>
                  </a:lnTo>
                  <a:lnTo>
                    <a:pt x="1479741" y="3530095"/>
                  </a:lnTo>
                  <a:lnTo>
                    <a:pt x="1498039" y="3528546"/>
                  </a:lnTo>
                  <a:lnTo>
                    <a:pt x="1530799" y="3525495"/>
                  </a:lnTo>
                  <a:lnTo>
                    <a:pt x="1579717" y="3520465"/>
                  </a:lnTo>
                  <a:lnTo>
                    <a:pt x="1644644" y="3513064"/>
                  </a:lnTo>
                  <a:lnTo>
                    <a:pt x="1723713" y="3503017"/>
                  </a:lnTo>
                  <a:lnTo>
                    <a:pt x="1813761" y="3490184"/>
                  </a:lnTo>
                  <a:lnTo>
                    <a:pt x="1910936" y="3474531"/>
                  </a:lnTo>
                  <a:lnTo>
                    <a:pt x="2011326" y="3456100"/>
                  </a:lnTo>
                  <a:lnTo>
                    <a:pt x="2111458" y="3434951"/>
                  </a:lnTo>
                  <a:lnTo>
                    <a:pt x="2208598" y="3411120"/>
                  </a:lnTo>
                  <a:lnTo>
                    <a:pt x="2300842" y="3384582"/>
                  </a:lnTo>
                  <a:lnTo>
                    <a:pt x="2387069" y="3355226"/>
                  </a:lnTo>
                  <a:lnTo>
                    <a:pt x="2466804" y="3322847"/>
                  </a:lnTo>
                  <a:lnTo>
                    <a:pt x="2540067" y="3287143"/>
                  </a:lnTo>
                  <a:lnTo>
                    <a:pt x="2607214" y="3247716"/>
                  </a:lnTo>
                  <a:lnTo>
                    <a:pt x="2668822" y="3204090"/>
                  </a:lnTo>
                  <a:lnTo>
                    <a:pt x="2725590" y="3155726"/>
                  </a:lnTo>
                  <a:lnTo>
                    <a:pt x="2778271" y="3102061"/>
                  </a:lnTo>
                  <a:lnTo>
                    <a:pt x="2827618" y="3042570"/>
                  </a:lnTo>
                  <a:lnTo>
                    <a:pt x="2874342" y="2976871"/>
                  </a:lnTo>
                  <a:lnTo>
                    <a:pt x="2896531" y="2942279"/>
                  </a:lnTo>
                  <a:lnTo>
                    <a:pt x="2930944" y="2884222"/>
                  </a:lnTo>
                  <a:lnTo>
                    <a:pt x="2964545" y="2822264"/>
                  </a:lnTo>
                  <a:lnTo>
                    <a:pt x="2997536" y="2756327"/>
                  </a:lnTo>
                  <a:lnTo>
                    <a:pt x="3030085" y="2686381"/>
                  </a:lnTo>
                  <a:lnTo>
                    <a:pt x="3062327" y="2612459"/>
                  </a:lnTo>
                  <a:lnTo>
                    <a:pt x="3094370" y="2534652"/>
                  </a:lnTo>
                  <a:lnTo>
                    <a:pt x="3126301" y="2453121"/>
                  </a:lnTo>
                  <a:lnTo>
                    <a:pt x="3158183" y="2368094"/>
                  </a:lnTo>
                  <a:lnTo>
                    <a:pt x="3190062" y="2279870"/>
                  </a:lnTo>
                  <a:lnTo>
                    <a:pt x="3221967" y="2188814"/>
                  </a:lnTo>
                  <a:lnTo>
                    <a:pt x="3253913" y="2095355"/>
                  </a:lnTo>
                  <a:lnTo>
                    <a:pt x="3285904" y="1999976"/>
                  </a:lnTo>
                  <a:lnTo>
                    <a:pt x="3317932" y="1903206"/>
                  </a:lnTo>
                  <a:lnTo>
                    <a:pt x="3349985" y="1805610"/>
                  </a:lnTo>
                  <a:lnTo>
                    <a:pt x="3382046" y="1707771"/>
                  </a:lnTo>
                  <a:lnTo>
                    <a:pt x="3414096" y="1610279"/>
                  </a:lnTo>
                  <a:lnTo>
                    <a:pt x="3446118" y="1513716"/>
                  </a:lnTo>
                  <a:lnTo>
                    <a:pt x="3478101" y="1418640"/>
                  </a:lnTo>
                  <a:lnTo>
                    <a:pt x="3510040" y="1325574"/>
                  </a:lnTo>
                  <a:lnTo>
                    <a:pt x="3541939" y="1234991"/>
                  </a:lnTo>
                  <a:lnTo>
                    <a:pt x="3573816" y="1147310"/>
                  </a:lnTo>
                  <a:lnTo>
                    <a:pt x="3605702" y="1062883"/>
                  </a:lnTo>
                  <a:lnTo>
                    <a:pt x="3637648" y="981998"/>
                  </a:lnTo>
                  <a:lnTo>
                    <a:pt x="3669720" y="904871"/>
                  </a:lnTo>
                  <a:lnTo>
                    <a:pt x="3702007" y="831649"/>
                  </a:lnTo>
                  <a:lnTo>
                    <a:pt x="3734624" y="762415"/>
                  </a:lnTo>
                  <a:lnTo>
                    <a:pt x="3767710" y="697187"/>
                  </a:lnTo>
                  <a:lnTo>
                    <a:pt x="3801439" y="635929"/>
                  </a:lnTo>
                  <a:lnTo>
                    <a:pt x="3829811" y="588455"/>
                  </a:lnTo>
                  <a:lnTo>
                    <a:pt x="3875483" y="519651"/>
                  </a:lnTo>
                  <a:lnTo>
                    <a:pt x="3923457" y="457144"/>
                  </a:lnTo>
                  <a:lnTo>
                    <a:pt x="3974407" y="400676"/>
                  </a:lnTo>
                  <a:lnTo>
                    <a:pt x="4029072" y="349777"/>
                  </a:lnTo>
                  <a:lnTo>
                    <a:pt x="4088210" y="303893"/>
                  </a:lnTo>
                  <a:lnTo>
                    <a:pt x="4152555" y="262468"/>
                  </a:lnTo>
                  <a:lnTo>
                    <a:pt x="4222752" y="224990"/>
                  </a:lnTo>
                  <a:lnTo>
                    <a:pt x="4299281" y="191021"/>
                  </a:lnTo>
                  <a:lnTo>
                    <a:pt x="4382344" y="160212"/>
                  </a:lnTo>
                  <a:lnTo>
                    <a:pt x="4471728" y="132309"/>
                  </a:lnTo>
                  <a:lnTo>
                    <a:pt x="4566649" y="107156"/>
                  </a:lnTo>
                  <a:lnTo>
                    <a:pt x="4665601" y="84688"/>
                  </a:lnTo>
                  <a:lnTo>
                    <a:pt x="4766257" y="64915"/>
                  </a:lnTo>
                  <a:lnTo>
                    <a:pt x="4865483" y="47890"/>
                  </a:lnTo>
                  <a:lnTo>
                    <a:pt x="4959531" y="33669"/>
                  </a:lnTo>
                  <a:lnTo>
                    <a:pt x="5044447" y="22264"/>
                  </a:lnTo>
                  <a:lnTo>
                    <a:pt x="5116648" y="13589"/>
                  </a:lnTo>
                  <a:lnTo>
                    <a:pt x="5173564" y="7436"/>
                  </a:lnTo>
                  <a:lnTo>
                    <a:pt x="5214164" y="3469"/>
                  </a:lnTo>
                  <a:lnTo>
                    <a:pt x="5239241" y="1244"/>
                  </a:lnTo>
                  <a:lnTo>
                    <a:pt x="5251395" y="262"/>
                  </a:lnTo>
                  <a:lnTo>
                    <a:pt x="5254821" y="9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429" y="82"/>
                  </a:lnTo>
                  <a:lnTo>
                    <a:pt x="6734581" y="670"/>
                  </a:lnTo>
                  <a:lnTo>
                    <a:pt x="6752634" y="2296"/>
                  </a:lnTo>
                  <a:lnTo>
                    <a:pt x="6784973" y="5498"/>
                  </a:lnTo>
                  <a:lnTo>
                    <a:pt x="6833303" y="10778"/>
                  </a:lnTo>
                  <a:lnTo>
                    <a:pt x="6897513" y="18550"/>
                  </a:lnTo>
                  <a:lnTo>
                    <a:pt x="6975805" y="29105"/>
                  </a:lnTo>
                  <a:lnTo>
                    <a:pt x="7065091" y="42597"/>
                  </a:lnTo>
                  <a:lnTo>
                    <a:pt x="7161587" y="59062"/>
                  </a:lnTo>
                  <a:lnTo>
                    <a:pt x="7261429" y="78460"/>
                  </a:lnTo>
                  <a:lnTo>
                    <a:pt x="7361165" y="100727"/>
                  </a:lnTo>
                  <a:lnTo>
                    <a:pt x="7458060" y="125823"/>
                  </a:lnTo>
                  <a:lnTo>
                    <a:pt x="7550192" y="153770"/>
                  </a:lnTo>
                  <a:lnTo>
                    <a:pt x="7636413" y="184679"/>
                  </a:lnTo>
                  <a:lnTo>
                    <a:pt x="7716221" y="218757"/>
                  </a:lnTo>
                  <a:lnTo>
                    <a:pt x="7789602" y="256316"/>
                  </a:lnTo>
                  <a:lnTo>
                    <a:pt x="7856890" y="297765"/>
                  </a:lnTo>
                  <a:lnTo>
                    <a:pt x="7918640" y="343598"/>
                  </a:lnTo>
                  <a:lnTo>
                    <a:pt x="7975534" y="394377"/>
                  </a:lnTo>
                  <a:lnTo>
                    <a:pt x="8028310" y="450694"/>
                  </a:lnTo>
                  <a:lnTo>
                    <a:pt x="8077714" y="513104"/>
                  </a:lnTo>
                  <a:lnTo>
                    <a:pt x="8124453" y="582032"/>
                  </a:lnTo>
                  <a:lnTo>
                    <a:pt x="8151487" y="626596"/>
                  </a:lnTo>
                  <a:lnTo>
                    <a:pt x="8184982" y="686694"/>
                  </a:lnTo>
                  <a:lnTo>
                    <a:pt x="8217704" y="750721"/>
                  </a:lnTo>
                  <a:lnTo>
                    <a:pt x="8249839" y="818757"/>
                  </a:lnTo>
                  <a:lnTo>
                    <a:pt x="8281544" y="890834"/>
                  </a:lnTo>
                  <a:lnTo>
                    <a:pt x="8312945" y="966927"/>
                  </a:lnTo>
                  <a:lnTo>
                    <a:pt x="8344147" y="1046953"/>
                  </a:lnTo>
                  <a:lnTo>
                    <a:pt x="8375229" y="1130764"/>
                  </a:lnTo>
                  <a:lnTo>
                    <a:pt x="8406256" y="1218149"/>
                  </a:lnTo>
                  <a:lnTo>
                    <a:pt x="8437272" y="1308828"/>
                  </a:lnTo>
                  <a:lnTo>
                    <a:pt x="8468308" y="1402457"/>
                  </a:lnTo>
                  <a:lnTo>
                    <a:pt x="8499380" y="1498632"/>
                  </a:lnTo>
                  <a:lnTo>
                    <a:pt x="8530494" y="1596893"/>
                  </a:lnTo>
                  <a:lnTo>
                    <a:pt x="8561647" y="1696732"/>
                  </a:lnTo>
                  <a:lnTo>
                    <a:pt x="8592828" y="1797608"/>
                  </a:lnTo>
                  <a:lnTo>
                    <a:pt x="8624023" y="1898953"/>
                  </a:lnTo>
                  <a:lnTo>
                    <a:pt x="8655214" y="2000188"/>
                  </a:lnTo>
                  <a:lnTo>
                    <a:pt x="8686386" y="2100738"/>
                  </a:lnTo>
                  <a:lnTo>
                    <a:pt x="8717525" y="2200042"/>
                  </a:lnTo>
                  <a:lnTo>
                    <a:pt x="8748623" y="2297572"/>
                  </a:lnTo>
                  <a:lnTo>
                    <a:pt x="8779680" y="2392836"/>
                  </a:lnTo>
                  <a:lnTo>
                    <a:pt x="8810706" y="2485394"/>
                  </a:lnTo>
                  <a:lnTo>
                    <a:pt x="8841722" y="2574865"/>
                  </a:lnTo>
                  <a:lnTo>
                    <a:pt x="8872764" y="2660928"/>
                  </a:lnTo>
                  <a:lnTo>
                    <a:pt x="8903883" y="2743330"/>
                  </a:lnTo>
                  <a:lnTo>
                    <a:pt x="8935149" y="2821882"/>
                  </a:lnTo>
                  <a:lnTo>
                    <a:pt x="8966652" y="2896464"/>
                  </a:lnTo>
                  <a:lnTo>
                    <a:pt x="8998503" y="2967013"/>
                  </a:lnTo>
                  <a:lnTo>
                    <a:pt x="9030840" y="3033528"/>
                  </a:lnTo>
                  <a:lnTo>
                    <a:pt x="9063830" y="3096058"/>
                  </a:lnTo>
                  <a:lnTo>
                    <a:pt x="9084767" y="3132982"/>
                  </a:lnTo>
                  <a:lnTo>
                    <a:pt x="9130214" y="3205910"/>
                  </a:lnTo>
                  <a:lnTo>
                    <a:pt x="9177938" y="3272195"/>
                  </a:lnTo>
                  <a:lnTo>
                    <a:pt x="9228602" y="3332107"/>
                  </a:lnTo>
                  <a:lnTo>
                    <a:pt x="9282935" y="3386139"/>
                  </a:lnTo>
                  <a:lnTo>
                    <a:pt x="9341684" y="3434870"/>
                  </a:lnTo>
                  <a:lnTo>
                    <a:pt x="9405572" y="3478885"/>
                  </a:lnTo>
                  <a:lnTo>
                    <a:pt x="9475241" y="3518724"/>
                  </a:lnTo>
                  <a:lnTo>
                    <a:pt x="9551168" y="3554847"/>
                  </a:lnTo>
                  <a:lnTo>
                    <a:pt x="9633565" y="3587626"/>
                  </a:lnTo>
                  <a:lnTo>
                    <a:pt x="9722244" y="3617331"/>
                  </a:lnTo>
                  <a:lnTo>
                    <a:pt x="9816459" y="3644130"/>
                  </a:lnTo>
                  <a:lnTo>
                    <a:pt x="9914767" y="3668096"/>
                  </a:lnTo>
                  <a:lnTo>
                    <a:pt x="10014918" y="3689223"/>
                  </a:lnTo>
                  <a:lnTo>
                    <a:pt x="10113868" y="3707456"/>
                  </a:lnTo>
                  <a:lnTo>
                    <a:pt x="10207953" y="3722734"/>
                  </a:lnTo>
                  <a:lnTo>
                    <a:pt x="10293272" y="3735041"/>
                  </a:lnTo>
                  <a:lnTo>
                    <a:pt x="10366243" y="3744457"/>
                  </a:lnTo>
                  <a:lnTo>
                    <a:pt x="10424230" y="3751190"/>
                  </a:lnTo>
                  <a:lnTo>
                    <a:pt x="10466076" y="3755583"/>
                  </a:lnTo>
                  <a:lnTo>
                    <a:pt x="10492399" y="3758091"/>
                  </a:lnTo>
                  <a:lnTo>
                    <a:pt x="10505600" y="3759237"/>
                  </a:lnTo>
                  <a:lnTo>
                    <a:pt x="10509671" y="3759561"/>
                  </a:lnTo>
                  <a:lnTo>
                    <a:pt x="10509911" y="3759579"/>
                  </a:lnTo>
                  <a:lnTo>
                    <a:pt x="11981298" y="375957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41" name="pl1741"/>
            <p:cNvSpPr/>
            <p:nvPr/>
          </p:nvSpPr>
          <p:spPr>
            <a:xfrm>
              <a:off x="4799595" y="6450910"/>
              <a:ext cx="11981298" cy="3759579"/>
            </a:xfrm>
            <a:custGeom>
              <a:avLst/>
              <a:pathLst>
                <a:path w="11981298" h="3759579">
                  <a:moveTo>
                    <a:pt x="11981298" y="3759579"/>
                  </a:moveTo>
                  <a:lnTo>
                    <a:pt x="10509911" y="3759579"/>
                  </a:lnTo>
                  <a:lnTo>
                    <a:pt x="10508824" y="3759496"/>
                  </a:lnTo>
                  <a:lnTo>
                    <a:pt x="10501672" y="3758908"/>
                  </a:lnTo>
                  <a:lnTo>
                    <a:pt x="10483619" y="3757282"/>
                  </a:lnTo>
                  <a:lnTo>
                    <a:pt x="10451280" y="3754080"/>
                  </a:lnTo>
                  <a:lnTo>
                    <a:pt x="10402950" y="3748800"/>
                  </a:lnTo>
                  <a:lnTo>
                    <a:pt x="10338740" y="3741028"/>
                  </a:lnTo>
                  <a:lnTo>
                    <a:pt x="10260449" y="3730473"/>
                  </a:lnTo>
                  <a:lnTo>
                    <a:pt x="10171163" y="3716981"/>
                  </a:lnTo>
                  <a:lnTo>
                    <a:pt x="10074666" y="3700516"/>
                  </a:lnTo>
                  <a:lnTo>
                    <a:pt x="9974825" y="3681118"/>
                  </a:lnTo>
                  <a:lnTo>
                    <a:pt x="9875088" y="3658851"/>
                  </a:lnTo>
                  <a:lnTo>
                    <a:pt x="9778193" y="3633755"/>
                  </a:lnTo>
                  <a:lnTo>
                    <a:pt x="9686061" y="3605808"/>
                  </a:lnTo>
                  <a:lnTo>
                    <a:pt x="9599840" y="3574899"/>
                  </a:lnTo>
                  <a:lnTo>
                    <a:pt x="9520033" y="3540821"/>
                  </a:lnTo>
                  <a:lnTo>
                    <a:pt x="9446651" y="3503262"/>
                  </a:lnTo>
                  <a:lnTo>
                    <a:pt x="9379363" y="3461814"/>
                  </a:lnTo>
                  <a:lnTo>
                    <a:pt x="9317613" y="3415980"/>
                  </a:lnTo>
                  <a:lnTo>
                    <a:pt x="9260719" y="3365201"/>
                  </a:lnTo>
                  <a:lnTo>
                    <a:pt x="9207943" y="3308885"/>
                  </a:lnTo>
                  <a:lnTo>
                    <a:pt x="9158539" y="3246474"/>
                  </a:lnTo>
                  <a:lnTo>
                    <a:pt x="9111800" y="3177547"/>
                  </a:lnTo>
                  <a:lnTo>
                    <a:pt x="9084767" y="3132982"/>
                  </a:lnTo>
                  <a:lnTo>
                    <a:pt x="9051271" y="3072884"/>
                  </a:lnTo>
                  <a:lnTo>
                    <a:pt x="9018550" y="3008857"/>
                  </a:lnTo>
                  <a:lnTo>
                    <a:pt x="8986414" y="2940821"/>
                  </a:lnTo>
                  <a:lnTo>
                    <a:pt x="8954709" y="2868744"/>
                  </a:lnTo>
                  <a:lnTo>
                    <a:pt x="8923308" y="2792651"/>
                  </a:lnTo>
                  <a:lnTo>
                    <a:pt x="8892107" y="2712625"/>
                  </a:lnTo>
                  <a:lnTo>
                    <a:pt x="8861024" y="2628814"/>
                  </a:lnTo>
                  <a:lnTo>
                    <a:pt x="8829997" y="2541429"/>
                  </a:lnTo>
                  <a:lnTo>
                    <a:pt x="8798981" y="2450750"/>
                  </a:lnTo>
                  <a:lnTo>
                    <a:pt x="8767945" y="2357121"/>
                  </a:lnTo>
                  <a:lnTo>
                    <a:pt x="8736873" y="2260946"/>
                  </a:lnTo>
                  <a:lnTo>
                    <a:pt x="8705759" y="2162686"/>
                  </a:lnTo>
                  <a:lnTo>
                    <a:pt x="8674606" y="2062846"/>
                  </a:lnTo>
                  <a:lnTo>
                    <a:pt x="8643425" y="1961970"/>
                  </a:lnTo>
                  <a:lnTo>
                    <a:pt x="8612230" y="1860626"/>
                  </a:lnTo>
                  <a:lnTo>
                    <a:pt x="8581039" y="1759391"/>
                  </a:lnTo>
                  <a:lnTo>
                    <a:pt x="8549867" y="1658841"/>
                  </a:lnTo>
                  <a:lnTo>
                    <a:pt x="8518728" y="1559536"/>
                  </a:lnTo>
                  <a:lnTo>
                    <a:pt x="8487630" y="1462006"/>
                  </a:lnTo>
                  <a:lnTo>
                    <a:pt x="8456573" y="1366742"/>
                  </a:lnTo>
                  <a:lnTo>
                    <a:pt x="8425547" y="1274184"/>
                  </a:lnTo>
                  <a:lnTo>
                    <a:pt x="8394531" y="1184714"/>
                  </a:lnTo>
                  <a:lnTo>
                    <a:pt x="8363489" y="1098650"/>
                  </a:lnTo>
                  <a:lnTo>
                    <a:pt x="8332370" y="1016249"/>
                  </a:lnTo>
                  <a:lnTo>
                    <a:pt x="8301104" y="937696"/>
                  </a:lnTo>
                  <a:lnTo>
                    <a:pt x="8269601" y="863114"/>
                  </a:lnTo>
                  <a:lnTo>
                    <a:pt x="8237750" y="792565"/>
                  </a:lnTo>
                  <a:lnTo>
                    <a:pt x="8205413" y="726050"/>
                  </a:lnTo>
                  <a:lnTo>
                    <a:pt x="8172423" y="663520"/>
                  </a:lnTo>
                  <a:lnTo>
                    <a:pt x="8151487" y="626596"/>
                  </a:lnTo>
                  <a:lnTo>
                    <a:pt x="8106040" y="553668"/>
                  </a:lnTo>
                  <a:lnTo>
                    <a:pt x="8058316" y="487383"/>
                  </a:lnTo>
                  <a:lnTo>
                    <a:pt x="8007651" y="427471"/>
                  </a:lnTo>
                  <a:lnTo>
                    <a:pt x="7953318" y="373440"/>
                  </a:lnTo>
                  <a:lnTo>
                    <a:pt x="7894569" y="324708"/>
                  </a:lnTo>
                  <a:lnTo>
                    <a:pt x="7830681" y="280693"/>
                  </a:lnTo>
                  <a:lnTo>
                    <a:pt x="7761013" y="240855"/>
                  </a:lnTo>
                  <a:lnTo>
                    <a:pt x="7685085" y="204731"/>
                  </a:lnTo>
                  <a:lnTo>
                    <a:pt x="7602688" y="171952"/>
                  </a:lnTo>
                  <a:lnTo>
                    <a:pt x="7514009" y="142247"/>
                  </a:lnTo>
                  <a:lnTo>
                    <a:pt x="7419794" y="115448"/>
                  </a:lnTo>
                  <a:lnTo>
                    <a:pt x="7321486" y="91482"/>
                  </a:lnTo>
                  <a:lnTo>
                    <a:pt x="7221335" y="70355"/>
                  </a:lnTo>
                  <a:lnTo>
                    <a:pt x="7122385" y="52122"/>
                  </a:lnTo>
                  <a:lnTo>
                    <a:pt x="7028300" y="36845"/>
                  </a:lnTo>
                  <a:lnTo>
                    <a:pt x="6942981" y="24537"/>
                  </a:lnTo>
                  <a:lnTo>
                    <a:pt x="6870011" y="15121"/>
                  </a:lnTo>
                  <a:lnTo>
                    <a:pt x="6812024" y="8388"/>
                  </a:lnTo>
                  <a:lnTo>
                    <a:pt x="6770177" y="3995"/>
                  </a:lnTo>
                  <a:lnTo>
                    <a:pt x="6743855" y="1487"/>
                  </a:lnTo>
                  <a:lnTo>
                    <a:pt x="6730654" y="341"/>
                  </a:lnTo>
                  <a:lnTo>
                    <a:pt x="6726583" y="17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853" y="78"/>
                  </a:lnTo>
                  <a:lnTo>
                    <a:pt x="5246601" y="639"/>
                  </a:lnTo>
                  <a:lnTo>
                    <a:pt x="5228303" y="2188"/>
                  </a:lnTo>
                  <a:lnTo>
                    <a:pt x="5195543" y="5240"/>
                  </a:lnTo>
                  <a:lnTo>
                    <a:pt x="5146625" y="10269"/>
                  </a:lnTo>
                  <a:lnTo>
                    <a:pt x="5081698" y="17671"/>
                  </a:lnTo>
                  <a:lnTo>
                    <a:pt x="5002629" y="27717"/>
                  </a:lnTo>
                  <a:lnTo>
                    <a:pt x="4912581" y="40551"/>
                  </a:lnTo>
                  <a:lnTo>
                    <a:pt x="4815406" y="56203"/>
                  </a:lnTo>
                  <a:lnTo>
                    <a:pt x="4715016" y="74634"/>
                  </a:lnTo>
                  <a:lnTo>
                    <a:pt x="4614884" y="95783"/>
                  </a:lnTo>
                  <a:lnTo>
                    <a:pt x="4517744" y="119614"/>
                  </a:lnTo>
                  <a:lnTo>
                    <a:pt x="4425500" y="146152"/>
                  </a:lnTo>
                  <a:lnTo>
                    <a:pt x="4339274" y="175509"/>
                  </a:lnTo>
                  <a:lnTo>
                    <a:pt x="4259538" y="207887"/>
                  </a:lnTo>
                  <a:lnTo>
                    <a:pt x="4186275" y="243592"/>
                  </a:lnTo>
                  <a:lnTo>
                    <a:pt x="4119128" y="283018"/>
                  </a:lnTo>
                  <a:lnTo>
                    <a:pt x="4057520" y="326644"/>
                  </a:lnTo>
                  <a:lnTo>
                    <a:pt x="4000752" y="375008"/>
                  </a:lnTo>
                  <a:lnTo>
                    <a:pt x="3948071" y="428674"/>
                  </a:lnTo>
                  <a:lnTo>
                    <a:pt x="3898724" y="488164"/>
                  </a:lnTo>
                  <a:lnTo>
                    <a:pt x="3852000" y="553863"/>
                  </a:lnTo>
                  <a:lnTo>
                    <a:pt x="3829811" y="588455"/>
                  </a:lnTo>
                  <a:lnTo>
                    <a:pt x="3795398" y="646513"/>
                  </a:lnTo>
                  <a:lnTo>
                    <a:pt x="3761798" y="708470"/>
                  </a:lnTo>
                  <a:lnTo>
                    <a:pt x="3728806" y="774408"/>
                  </a:lnTo>
                  <a:lnTo>
                    <a:pt x="3696257" y="844353"/>
                  </a:lnTo>
                  <a:lnTo>
                    <a:pt x="3664015" y="918276"/>
                  </a:lnTo>
                  <a:lnTo>
                    <a:pt x="3631972" y="996082"/>
                  </a:lnTo>
                  <a:lnTo>
                    <a:pt x="3600041" y="1077614"/>
                  </a:lnTo>
                  <a:lnTo>
                    <a:pt x="3568160" y="1162640"/>
                  </a:lnTo>
                  <a:lnTo>
                    <a:pt x="3536281" y="1250864"/>
                  </a:lnTo>
                  <a:lnTo>
                    <a:pt x="3504375" y="1341920"/>
                  </a:lnTo>
                  <a:lnTo>
                    <a:pt x="3472429" y="1435379"/>
                  </a:lnTo>
                  <a:lnTo>
                    <a:pt x="3440438" y="1530758"/>
                  </a:lnTo>
                  <a:lnTo>
                    <a:pt x="3408410" y="1627528"/>
                  </a:lnTo>
                  <a:lnTo>
                    <a:pt x="3376357" y="1725124"/>
                  </a:lnTo>
                  <a:lnTo>
                    <a:pt x="3344296" y="1822963"/>
                  </a:lnTo>
                  <a:lnTo>
                    <a:pt x="3312246" y="1920455"/>
                  </a:lnTo>
                  <a:lnTo>
                    <a:pt x="3280224" y="2017018"/>
                  </a:lnTo>
                  <a:lnTo>
                    <a:pt x="3248241" y="2112094"/>
                  </a:lnTo>
                  <a:lnTo>
                    <a:pt x="3216302" y="2205161"/>
                  </a:lnTo>
                  <a:lnTo>
                    <a:pt x="3184403" y="2295743"/>
                  </a:lnTo>
                  <a:lnTo>
                    <a:pt x="3152526" y="2383425"/>
                  </a:lnTo>
                  <a:lnTo>
                    <a:pt x="3120640" y="2467851"/>
                  </a:lnTo>
                  <a:lnTo>
                    <a:pt x="3088694" y="2548736"/>
                  </a:lnTo>
                  <a:lnTo>
                    <a:pt x="3056623" y="2625863"/>
                  </a:lnTo>
                  <a:lnTo>
                    <a:pt x="3024335" y="2699085"/>
                  </a:lnTo>
                  <a:lnTo>
                    <a:pt x="2991719" y="2768320"/>
                  </a:lnTo>
                  <a:lnTo>
                    <a:pt x="2958632" y="2833547"/>
                  </a:lnTo>
                  <a:lnTo>
                    <a:pt x="2924903" y="2894806"/>
                  </a:lnTo>
                  <a:lnTo>
                    <a:pt x="2896531" y="2942279"/>
                  </a:lnTo>
                  <a:lnTo>
                    <a:pt x="2850859" y="3011084"/>
                  </a:lnTo>
                  <a:lnTo>
                    <a:pt x="2802885" y="3073590"/>
                  </a:lnTo>
                  <a:lnTo>
                    <a:pt x="2751935" y="3130058"/>
                  </a:lnTo>
                  <a:lnTo>
                    <a:pt x="2697270" y="3180957"/>
                  </a:lnTo>
                  <a:lnTo>
                    <a:pt x="2638132" y="3226841"/>
                  </a:lnTo>
                  <a:lnTo>
                    <a:pt x="2573787" y="3268266"/>
                  </a:lnTo>
                  <a:lnTo>
                    <a:pt x="2503590" y="3305744"/>
                  </a:lnTo>
                  <a:lnTo>
                    <a:pt x="2427061" y="3339713"/>
                  </a:lnTo>
                  <a:lnTo>
                    <a:pt x="2343998" y="3370522"/>
                  </a:lnTo>
                  <a:lnTo>
                    <a:pt x="2254614" y="3398425"/>
                  </a:lnTo>
                  <a:lnTo>
                    <a:pt x="2159693" y="3423578"/>
                  </a:lnTo>
                  <a:lnTo>
                    <a:pt x="2060741" y="3446046"/>
                  </a:lnTo>
                  <a:lnTo>
                    <a:pt x="1960085" y="3465819"/>
                  </a:lnTo>
                  <a:lnTo>
                    <a:pt x="1860860" y="3482845"/>
                  </a:lnTo>
                  <a:lnTo>
                    <a:pt x="1766811" y="3497065"/>
                  </a:lnTo>
                  <a:lnTo>
                    <a:pt x="1681895" y="3508470"/>
                  </a:lnTo>
                  <a:lnTo>
                    <a:pt x="1609694" y="3517145"/>
                  </a:lnTo>
                  <a:lnTo>
                    <a:pt x="1552778" y="3523298"/>
                  </a:lnTo>
                  <a:lnTo>
                    <a:pt x="1512178" y="3527266"/>
                  </a:lnTo>
                  <a:lnTo>
                    <a:pt x="1487101" y="3529490"/>
                  </a:lnTo>
                  <a:lnTo>
                    <a:pt x="1474947" y="3530472"/>
                  </a:lnTo>
                  <a:lnTo>
                    <a:pt x="1471521" y="3530726"/>
                  </a:lnTo>
                  <a:lnTo>
                    <a:pt x="1471387" y="3530735"/>
                  </a:lnTo>
                  <a:lnTo>
                    <a:pt x="0" y="353073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42" name="pg1742"/>
            <p:cNvSpPr/>
            <p:nvPr/>
          </p:nvSpPr>
          <p:spPr>
            <a:xfrm>
              <a:off x="4799595" y="3884588"/>
              <a:ext cx="11981298" cy="6064364"/>
            </a:xfrm>
            <a:custGeom>
              <a:avLst/>
              <a:pathLst>
                <a:path w="11981298" h="6064364">
                  <a:moveTo>
                    <a:pt x="0" y="6064364"/>
                  </a:moveTo>
                  <a:lnTo>
                    <a:pt x="1471387" y="6064364"/>
                  </a:lnTo>
                  <a:lnTo>
                    <a:pt x="1472200" y="6064265"/>
                  </a:lnTo>
                  <a:lnTo>
                    <a:pt x="1477582" y="6063562"/>
                  </a:lnTo>
                  <a:lnTo>
                    <a:pt x="1491277" y="6061620"/>
                  </a:lnTo>
                  <a:lnTo>
                    <a:pt x="1516076" y="6057791"/>
                  </a:lnTo>
                  <a:lnTo>
                    <a:pt x="1553679" y="6051449"/>
                  </a:lnTo>
                  <a:lnTo>
                    <a:pt x="1604576" y="6042047"/>
                  </a:lnTo>
                  <a:lnTo>
                    <a:pt x="1668045" y="6029154"/>
                  </a:lnTo>
                  <a:lnTo>
                    <a:pt x="1742318" y="6012486"/>
                  </a:lnTo>
                  <a:lnTo>
                    <a:pt x="1824883" y="5991904"/>
                  </a:lnTo>
                  <a:lnTo>
                    <a:pt x="1912865" y="5967391"/>
                  </a:lnTo>
                  <a:lnTo>
                    <a:pt x="2003396" y="5939002"/>
                  </a:lnTo>
                  <a:lnTo>
                    <a:pt x="2093912" y="5906815"/>
                  </a:lnTo>
                  <a:lnTo>
                    <a:pt x="2182327" y="5870883"/>
                  </a:lnTo>
                  <a:lnTo>
                    <a:pt x="2267108" y="5831195"/>
                  </a:lnTo>
                  <a:lnTo>
                    <a:pt x="2347256" y="5787650"/>
                  </a:lnTo>
                  <a:lnTo>
                    <a:pt x="2422241" y="5740041"/>
                  </a:lnTo>
                  <a:lnTo>
                    <a:pt x="2491905" y="5688051"/>
                  </a:lnTo>
                  <a:lnTo>
                    <a:pt x="2556371" y="5631252"/>
                  </a:lnTo>
                  <a:lnTo>
                    <a:pt x="2615957" y="5569114"/>
                  </a:lnTo>
                  <a:lnTo>
                    <a:pt x="2671109" y="5501019"/>
                  </a:lnTo>
                  <a:lnTo>
                    <a:pt x="2722346" y="5426282"/>
                  </a:lnTo>
                  <a:lnTo>
                    <a:pt x="2770222" y="5344193"/>
                  </a:lnTo>
                  <a:lnTo>
                    <a:pt x="2815291" y="5254081"/>
                  </a:lnTo>
                  <a:lnTo>
                    <a:pt x="2858085" y="5155407"/>
                  </a:lnTo>
                  <a:lnTo>
                    <a:pt x="2896531" y="5054999"/>
                  </a:lnTo>
                  <a:lnTo>
                    <a:pt x="2923508" y="4977720"/>
                  </a:lnTo>
                  <a:lnTo>
                    <a:pt x="2949960" y="4896376"/>
                  </a:lnTo>
                  <a:lnTo>
                    <a:pt x="2975989" y="4810889"/>
                  </a:lnTo>
                  <a:lnTo>
                    <a:pt x="3001683" y="4721212"/>
                  </a:lnTo>
                  <a:lnTo>
                    <a:pt x="3027120" y="4627333"/>
                  </a:lnTo>
                  <a:lnTo>
                    <a:pt x="3052362" y="4529278"/>
                  </a:lnTo>
                  <a:lnTo>
                    <a:pt x="3077464" y="4427112"/>
                  </a:lnTo>
                  <a:lnTo>
                    <a:pt x="3102473" y="4320943"/>
                  </a:lnTo>
                  <a:lnTo>
                    <a:pt x="3127423" y="4210922"/>
                  </a:lnTo>
                  <a:lnTo>
                    <a:pt x="3152346" y="4097244"/>
                  </a:lnTo>
                  <a:lnTo>
                    <a:pt x="3177263" y="3980151"/>
                  </a:lnTo>
                  <a:lnTo>
                    <a:pt x="3202190" y="3859926"/>
                  </a:lnTo>
                  <a:lnTo>
                    <a:pt x="3227138" y="3736894"/>
                  </a:lnTo>
                  <a:lnTo>
                    <a:pt x="3252112" y="3611419"/>
                  </a:lnTo>
                  <a:lnTo>
                    <a:pt x="3277113" y="3483900"/>
                  </a:lnTo>
                  <a:lnTo>
                    <a:pt x="3302139" y="3354767"/>
                  </a:lnTo>
                  <a:lnTo>
                    <a:pt x="3327184" y="3224471"/>
                  </a:lnTo>
                  <a:lnTo>
                    <a:pt x="3352242" y="3093483"/>
                  </a:lnTo>
                  <a:lnTo>
                    <a:pt x="3377304" y="2962284"/>
                  </a:lnTo>
                  <a:lnTo>
                    <a:pt x="3402361" y="2831358"/>
                  </a:lnTo>
                  <a:lnTo>
                    <a:pt x="3427404" y="2701185"/>
                  </a:lnTo>
                  <a:lnTo>
                    <a:pt x="3452427" y="2572233"/>
                  </a:lnTo>
                  <a:lnTo>
                    <a:pt x="3477425" y="2444953"/>
                  </a:lnTo>
                  <a:lnTo>
                    <a:pt x="3502396" y="2319769"/>
                  </a:lnTo>
                  <a:lnTo>
                    <a:pt x="3527340" y="2197076"/>
                  </a:lnTo>
                  <a:lnTo>
                    <a:pt x="3552265" y="2077234"/>
                  </a:lnTo>
                  <a:lnTo>
                    <a:pt x="3577182" y="1960562"/>
                  </a:lnTo>
                  <a:lnTo>
                    <a:pt x="3602107" y="1847340"/>
                  </a:lnTo>
                  <a:lnTo>
                    <a:pt x="3627063" y="1737801"/>
                  </a:lnTo>
                  <a:lnTo>
                    <a:pt x="3652081" y="1632136"/>
                  </a:lnTo>
                  <a:lnTo>
                    <a:pt x="3677199" y="1530491"/>
                  </a:lnTo>
                  <a:lnTo>
                    <a:pt x="3702463" y="1432967"/>
                  </a:lnTo>
                  <a:lnTo>
                    <a:pt x="3727928" y="1339625"/>
                  </a:lnTo>
                  <a:lnTo>
                    <a:pt x="3753661" y="1250485"/>
                  </a:lnTo>
                  <a:lnTo>
                    <a:pt x="3779739" y="1165531"/>
                  </a:lnTo>
                  <a:lnTo>
                    <a:pt x="3806252" y="1084712"/>
                  </a:lnTo>
                  <a:lnTo>
                    <a:pt x="3829811" y="1017538"/>
                  </a:lnTo>
                  <a:lnTo>
                    <a:pt x="3870913" y="910611"/>
                  </a:lnTo>
                  <a:lnTo>
                    <a:pt x="3913836" y="812492"/>
                  </a:lnTo>
                  <a:lnTo>
                    <a:pt x="3959067" y="722906"/>
                  </a:lnTo>
                  <a:lnTo>
                    <a:pt x="4007139" y="641305"/>
                  </a:lnTo>
                  <a:lnTo>
                    <a:pt x="4058608" y="567010"/>
                  </a:lnTo>
                  <a:lnTo>
                    <a:pt x="4114027" y="499312"/>
                  </a:lnTo>
                  <a:lnTo>
                    <a:pt x="4173910" y="437530"/>
                  </a:lnTo>
                  <a:lnTo>
                    <a:pt x="4238698" y="381051"/>
                  </a:lnTo>
                  <a:lnTo>
                    <a:pt x="4308698" y="329350"/>
                  </a:lnTo>
                  <a:lnTo>
                    <a:pt x="4384018" y="282007"/>
                  </a:lnTo>
                  <a:lnTo>
                    <a:pt x="4464481" y="238712"/>
                  </a:lnTo>
                  <a:lnTo>
                    <a:pt x="4549527" y="199264"/>
                  </a:lnTo>
                  <a:lnTo>
                    <a:pt x="4638126" y="163569"/>
                  </a:lnTo>
                  <a:lnTo>
                    <a:pt x="4728711" y="131621"/>
                  </a:lnTo>
                  <a:lnTo>
                    <a:pt x="4819161" y="103475"/>
                  </a:lnTo>
                  <a:lnTo>
                    <a:pt x="4906887" y="79210"/>
                  </a:lnTo>
                  <a:lnTo>
                    <a:pt x="4989010" y="58879"/>
                  </a:lnTo>
                  <a:lnTo>
                    <a:pt x="5062666" y="42456"/>
                  </a:lnTo>
                  <a:lnTo>
                    <a:pt x="5125381" y="29794"/>
                  </a:lnTo>
                  <a:lnTo>
                    <a:pt x="5175443" y="20600"/>
                  </a:lnTo>
                  <a:lnTo>
                    <a:pt x="5212207" y="14435"/>
                  </a:lnTo>
                  <a:lnTo>
                    <a:pt x="5236239" y="10744"/>
                  </a:lnTo>
                  <a:lnTo>
                    <a:pt x="5249313" y="8900"/>
                  </a:lnTo>
                  <a:lnTo>
                    <a:pt x="5254285" y="8254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481" y="8241"/>
                  </a:lnTo>
                  <a:lnTo>
                    <a:pt x="6734965" y="8728"/>
                  </a:lnTo>
                  <a:lnTo>
                    <a:pt x="6753831" y="10074"/>
                  </a:lnTo>
                  <a:lnTo>
                    <a:pt x="6787561" y="12724"/>
                  </a:lnTo>
                  <a:lnTo>
                    <a:pt x="6837838" y="17090"/>
                  </a:lnTo>
                  <a:lnTo>
                    <a:pt x="6904411" y="23508"/>
                  </a:lnTo>
                  <a:lnTo>
                    <a:pt x="6985259" y="32209"/>
                  </a:lnTo>
                  <a:lnTo>
                    <a:pt x="7077040" y="43309"/>
                  </a:lnTo>
                  <a:lnTo>
                    <a:pt x="7175748" y="56829"/>
                  </a:lnTo>
                  <a:lnTo>
                    <a:pt x="7277365" y="72730"/>
                  </a:lnTo>
                  <a:lnTo>
                    <a:pt x="7378372" y="90961"/>
                  </a:lnTo>
                  <a:lnTo>
                    <a:pt x="7476041" y="111494"/>
                  </a:lnTo>
                  <a:lnTo>
                    <a:pt x="7568514" y="134361"/>
                  </a:lnTo>
                  <a:lnTo>
                    <a:pt x="7654730" y="159668"/>
                  </a:lnTo>
                  <a:lnTo>
                    <a:pt x="7734288" y="187606"/>
                  </a:lnTo>
                  <a:lnTo>
                    <a:pt x="7807269" y="218451"/>
                  </a:lnTo>
                  <a:lnTo>
                    <a:pt x="7874091" y="252560"/>
                  </a:lnTo>
                  <a:lnTo>
                    <a:pt x="7935378" y="290360"/>
                  </a:lnTo>
                  <a:lnTo>
                    <a:pt x="7991868" y="332324"/>
                  </a:lnTo>
                  <a:lnTo>
                    <a:pt x="8044342" y="378941"/>
                  </a:lnTo>
                  <a:lnTo>
                    <a:pt x="8093575" y="430647"/>
                  </a:lnTo>
                  <a:lnTo>
                    <a:pt x="8140283" y="487730"/>
                  </a:lnTo>
                  <a:lnTo>
                    <a:pt x="8151487" y="502639"/>
                  </a:lnTo>
                  <a:lnTo>
                    <a:pt x="8188479" y="555264"/>
                  </a:lnTo>
                  <a:lnTo>
                    <a:pt x="8224550" y="611691"/>
                  </a:lnTo>
                  <a:lnTo>
                    <a:pt x="8259947" y="671996"/>
                  </a:lnTo>
                  <a:lnTo>
                    <a:pt x="8294870" y="736198"/>
                  </a:lnTo>
                  <a:lnTo>
                    <a:pt x="8329478" y="804248"/>
                  </a:lnTo>
                  <a:lnTo>
                    <a:pt x="8363897" y="876024"/>
                  </a:lnTo>
                  <a:lnTo>
                    <a:pt x="8398222" y="951330"/>
                  </a:lnTo>
                  <a:lnTo>
                    <a:pt x="8432521" y="1029890"/>
                  </a:lnTo>
                  <a:lnTo>
                    <a:pt x="8466839" y="1111350"/>
                  </a:lnTo>
                  <a:lnTo>
                    <a:pt x="8501200" y="1195286"/>
                  </a:lnTo>
                  <a:lnTo>
                    <a:pt x="8535613" y="1281206"/>
                  </a:lnTo>
                  <a:lnTo>
                    <a:pt x="8570071" y="1368566"/>
                  </a:lnTo>
                  <a:lnTo>
                    <a:pt x="8604559" y="1456779"/>
                  </a:lnTo>
                  <a:lnTo>
                    <a:pt x="8639057" y="1545235"/>
                  </a:lnTo>
                  <a:lnTo>
                    <a:pt x="8673540" y="1633316"/>
                  </a:lnTo>
                  <a:lnTo>
                    <a:pt x="8707990" y="1720417"/>
                  </a:lnTo>
                  <a:lnTo>
                    <a:pt x="8742392" y="1805958"/>
                  </a:lnTo>
                  <a:lnTo>
                    <a:pt x="8776743" y="1889404"/>
                  </a:lnTo>
                  <a:lnTo>
                    <a:pt x="8811054" y="1970279"/>
                  </a:lnTo>
                  <a:lnTo>
                    <a:pt x="8845354" y="2048171"/>
                  </a:lnTo>
                  <a:lnTo>
                    <a:pt x="8879692" y="2122744"/>
                  </a:lnTo>
                  <a:lnTo>
                    <a:pt x="8914142" y="2193739"/>
                  </a:lnTo>
                  <a:lnTo>
                    <a:pt x="8948806" y="2260975"/>
                  </a:lnTo>
                  <a:lnTo>
                    <a:pt x="8983815" y="2324347"/>
                  </a:lnTo>
                  <a:lnTo>
                    <a:pt x="9019338" y="2383821"/>
                  </a:lnTo>
                  <a:lnTo>
                    <a:pt x="9055584" y="2439428"/>
                  </a:lnTo>
                  <a:lnTo>
                    <a:pt x="9084767" y="2480504"/>
                  </a:lnTo>
                  <a:lnTo>
                    <a:pt x="9130953" y="2538926"/>
                  </a:lnTo>
                  <a:lnTo>
                    <a:pt x="9179499" y="2591940"/>
                  </a:lnTo>
                  <a:lnTo>
                    <a:pt x="9231103" y="2639775"/>
                  </a:lnTo>
                  <a:lnTo>
                    <a:pt x="9286530" y="2682842"/>
                  </a:lnTo>
                  <a:lnTo>
                    <a:pt x="9346563" y="2721623"/>
                  </a:lnTo>
                  <a:lnTo>
                    <a:pt x="9411956" y="2756601"/>
                  </a:lnTo>
                  <a:lnTo>
                    <a:pt x="9483370" y="2788215"/>
                  </a:lnTo>
                  <a:lnTo>
                    <a:pt x="9561283" y="2816840"/>
                  </a:lnTo>
                  <a:lnTo>
                    <a:pt x="9645874" y="2842775"/>
                  </a:lnTo>
                  <a:lnTo>
                    <a:pt x="9736874" y="2866231"/>
                  </a:lnTo>
                  <a:lnTo>
                    <a:pt x="9833401" y="2887334"/>
                  </a:lnTo>
                  <a:lnTo>
                    <a:pt x="9933805" y="2906132"/>
                  </a:lnTo>
                  <a:lnTo>
                    <a:pt x="10035571" y="2922612"/>
                  </a:lnTo>
                  <a:lnTo>
                    <a:pt x="10135357" y="2936724"/>
                  </a:lnTo>
                  <a:lnTo>
                    <a:pt x="10229230" y="2948422"/>
                  </a:lnTo>
                  <a:lnTo>
                    <a:pt x="10313121" y="2957708"/>
                  </a:lnTo>
                  <a:lnTo>
                    <a:pt x="10383463" y="2964673"/>
                  </a:lnTo>
                  <a:lnTo>
                    <a:pt x="10437855" y="2969517"/>
                  </a:lnTo>
                  <a:lnTo>
                    <a:pt x="10475583" y="2972554"/>
                  </a:lnTo>
                  <a:lnTo>
                    <a:pt x="10497856" y="2974181"/>
                  </a:lnTo>
                  <a:lnTo>
                    <a:pt x="10507735" y="2974838"/>
                  </a:lnTo>
                  <a:lnTo>
                    <a:pt x="10509911" y="2974971"/>
                  </a:lnTo>
                  <a:lnTo>
                    <a:pt x="11981298" y="2974971"/>
                  </a:lnTo>
                  <a:lnTo>
                    <a:pt x="11981298" y="2966798"/>
                  </a:lnTo>
                  <a:lnTo>
                    <a:pt x="10509911" y="2966798"/>
                  </a:lnTo>
                  <a:lnTo>
                    <a:pt x="10508772" y="2966730"/>
                  </a:lnTo>
                  <a:lnTo>
                    <a:pt x="10501288" y="2966243"/>
                  </a:lnTo>
                  <a:lnTo>
                    <a:pt x="10482422" y="2964897"/>
                  </a:lnTo>
                  <a:lnTo>
                    <a:pt x="10448692" y="2962247"/>
                  </a:lnTo>
                  <a:lnTo>
                    <a:pt x="10398416" y="2957881"/>
                  </a:lnTo>
                  <a:lnTo>
                    <a:pt x="10331842" y="2951462"/>
                  </a:lnTo>
                  <a:lnTo>
                    <a:pt x="10250995" y="2942761"/>
                  </a:lnTo>
                  <a:lnTo>
                    <a:pt x="10159213" y="2931661"/>
                  </a:lnTo>
                  <a:lnTo>
                    <a:pt x="10060505" y="2918141"/>
                  </a:lnTo>
                  <a:lnTo>
                    <a:pt x="9958888" y="2902240"/>
                  </a:lnTo>
                  <a:lnTo>
                    <a:pt x="9857881" y="2884010"/>
                  </a:lnTo>
                  <a:lnTo>
                    <a:pt x="9760212" y="2863477"/>
                  </a:lnTo>
                  <a:lnTo>
                    <a:pt x="9667740" y="2840610"/>
                  </a:lnTo>
                  <a:lnTo>
                    <a:pt x="9581523" y="2815303"/>
                  </a:lnTo>
                  <a:lnTo>
                    <a:pt x="9501966" y="2787365"/>
                  </a:lnTo>
                  <a:lnTo>
                    <a:pt x="9428984" y="2756520"/>
                  </a:lnTo>
                  <a:lnTo>
                    <a:pt x="9362162" y="2722410"/>
                  </a:lnTo>
                  <a:lnTo>
                    <a:pt x="9300875" y="2684611"/>
                  </a:lnTo>
                  <a:lnTo>
                    <a:pt x="9244385" y="2642646"/>
                  </a:lnTo>
                  <a:lnTo>
                    <a:pt x="9191911" y="2596029"/>
                  </a:lnTo>
                  <a:lnTo>
                    <a:pt x="9142679" y="2544323"/>
                  </a:lnTo>
                  <a:lnTo>
                    <a:pt x="9095970" y="2487240"/>
                  </a:lnTo>
                  <a:lnTo>
                    <a:pt x="9084767" y="2472331"/>
                  </a:lnTo>
                  <a:lnTo>
                    <a:pt x="9047774" y="2419706"/>
                  </a:lnTo>
                  <a:lnTo>
                    <a:pt x="9011703" y="2363280"/>
                  </a:lnTo>
                  <a:lnTo>
                    <a:pt x="8976306" y="2302974"/>
                  </a:lnTo>
                  <a:lnTo>
                    <a:pt x="8941383" y="2238772"/>
                  </a:lnTo>
                  <a:lnTo>
                    <a:pt x="8906775" y="2170723"/>
                  </a:lnTo>
                  <a:lnTo>
                    <a:pt x="8872356" y="2098946"/>
                  </a:lnTo>
                  <a:lnTo>
                    <a:pt x="8838031" y="2023640"/>
                  </a:lnTo>
                  <a:lnTo>
                    <a:pt x="8803732" y="1945081"/>
                  </a:lnTo>
                  <a:lnTo>
                    <a:pt x="8769415" y="1863620"/>
                  </a:lnTo>
                  <a:lnTo>
                    <a:pt x="8735053" y="1779684"/>
                  </a:lnTo>
                  <a:lnTo>
                    <a:pt x="8700640" y="1693764"/>
                  </a:lnTo>
                  <a:lnTo>
                    <a:pt x="8666182" y="1606404"/>
                  </a:lnTo>
                  <a:lnTo>
                    <a:pt x="8631694" y="1518191"/>
                  </a:lnTo>
                  <a:lnTo>
                    <a:pt x="8597196" y="1429736"/>
                  </a:lnTo>
                  <a:lnTo>
                    <a:pt x="8562713" y="1341654"/>
                  </a:lnTo>
                  <a:lnTo>
                    <a:pt x="8528263" y="1254554"/>
                  </a:lnTo>
                  <a:lnTo>
                    <a:pt x="8493861" y="1169013"/>
                  </a:lnTo>
                  <a:lnTo>
                    <a:pt x="8459510" y="1085566"/>
                  </a:lnTo>
                  <a:lnTo>
                    <a:pt x="8425199" y="1004692"/>
                  </a:lnTo>
                  <a:lnTo>
                    <a:pt x="8390900" y="926800"/>
                  </a:lnTo>
                  <a:lnTo>
                    <a:pt x="8356561" y="852227"/>
                  </a:lnTo>
                  <a:lnTo>
                    <a:pt x="8322111" y="781232"/>
                  </a:lnTo>
                  <a:lnTo>
                    <a:pt x="8287447" y="713995"/>
                  </a:lnTo>
                  <a:lnTo>
                    <a:pt x="8252438" y="650623"/>
                  </a:lnTo>
                  <a:lnTo>
                    <a:pt x="8216915" y="591150"/>
                  </a:lnTo>
                  <a:lnTo>
                    <a:pt x="8180670" y="535543"/>
                  </a:lnTo>
                  <a:lnTo>
                    <a:pt x="8151487" y="494466"/>
                  </a:lnTo>
                  <a:lnTo>
                    <a:pt x="8105301" y="436044"/>
                  </a:lnTo>
                  <a:lnTo>
                    <a:pt x="8056754" y="383031"/>
                  </a:lnTo>
                  <a:lnTo>
                    <a:pt x="8005150" y="335196"/>
                  </a:lnTo>
                  <a:lnTo>
                    <a:pt x="7949723" y="292129"/>
                  </a:lnTo>
                  <a:lnTo>
                    <a:pt x="7889690" y="253347"/>
                  </a:lnTo>
                  <a:lnTo>
                    <a:pt x="7824297" y="218370"/>
                  </a:lnTo>
                  <a:lnTo>
                    <a:pt x="7752883" y="186756"/>
                  </a:lnTo>
                  <a:lnTo>
                    <a:pt x="7674970" y="158130"/>
                  </a:lnTo>
                  <a:lnTo>
                    <a:pt x="7590379" y="132195"/>
                  </a:lnTo>
                  <a:lnTo>
                    <a:pt x="7499379" y="108740"/>
                  </a:lnTo>
                  <a:lnTo>
                    <a:pt x="7402852" y="87637"/>
                  </a:lnTo>
                  <a:lnTo>
                    <a:pt x="7302448" y="68838"/>
                  </a:lnTo>
                  <a:lnTo>
                    <a:pt x="7200682" y="52358"/>
                  </a:lnTo>
                  <a:lnTo>
                    <a:pt x="7100896" y="38246"/>
                  </a:lnTo>
                  <a:lnTo>
                    <a:pt x="7007023" y="26548"/>
                  </a:lnTo>
                  <a:lnTo>
                    <a:pt x="6923132" y="17262"/>
                  </a:lnTo>
                  <a:lnTo>
                    <a:pt x="6852790" y="10298"/>
                  </a:lnTo>
                  <a:lnTo>
                    <a:pt x="6798399" y="5453"/>
                  </a:lnTo>
                  <a:lnTo>
                    <a:pt x="6760670" y="2416"/>
                  </a:lnTo>
                  <a:lnTo>
                    <a:pt x="6738397" y="790"/>
                  </a:lnTo>
                  <a:lnTo>
                    <a:pt x="6728518" y="132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142" y="98"/>
                  </a:lnTo>
                  <a:lnTo>
                    <a:pt x="5248760" y="802"/>
                  </a:lnTo>
                  <a:lnTo>
                    <a:pt x="5235065" y="2744"/>
                  </a:lnTo>
                  <a:lnTo>
                    <a:pt x="5210266" y="6573"/>
                  </a:lnTo>
                  <a:lnTo>
                    <a:pt x="5172663" y="12914"/>
                  </a:lnTo>
                  <a:lnTo>
                    <a:pt x="5121766" y="22317"/>
                  </a:lnTo>
                  <a:lnTo>
                    <a:pt x="5058298" y="35210"/>
                  </a:lnTo>
                  <a:lnTo>
                    <a:pt x="4984025" y="51878"/>
                  </a:lnTo>
                  <a:lnTo>
                    <a:pt x="4901460" y="72459"/>
                  </a:lnTo>
                  <a:lnTo>
                    <a:pt x="4813478" y="96973"/>
                  </a:lnTo>
                  <a:lnTo>
                    <a:pt x="4722946" y="125362"/>
                  </a:lnTo>
                  <a:lnTo>
                    <a:pt x="4632430" y="157549"/>
                  </a:lnTo>
                  <a:lnTo>
                    <a:pt x="4544015" y="193481"/>
                  </a:lnTo>
                  <a:lnTo>
                    <a:pt x="4459234" y="233168"/>
                  </a:lnTo>
                  <a:lnTo>
                    <a:pt x="4379086" y="276713"/>
                  </a:lnTo>
                  <a:lnTo>
                    <a:pt x="4304101" y="324322"/>
                  </a:lnTo>
                  <a:lnTo>
                    <a:pt x="4234437" y="376313"/>
                  </a:lnTo>
                  <a:lnTo>
                    <a:pt x="4169971" y="433111"/>
                  </a:lnTo>
                  <a:lnTo>
                    <a:pt x="4110385" y="495249"/>
                  </a:lnTo>
                  <a:lnTo>
                    <a:pt x="4055233" y="563345"/>
                  </a:lnTo>
                  <a:lnTo>
                    <a:pt x="4003996" y="638082"/>
                  </a:lnTo>
                  <a:lnTo>
                    <a:pt x="3956120" y="720170"/>
                  </a:lnTo>
                  <a:lnTo>
                    <a:pt x="3911051" y="810283"/>
                  </a:lnTo>
                  <a:lnTo>
                    <a:pt x="3868257" y="908956"/>
                  </a:lnTo>
                  <a:lnTo>
                    <a:pt x="3829811" y="1009365"/>
                  </a:lnTo>
                  <a:lnTo>
                    <a:pt x="3802834" y="1086644"/>
                  </a:lnTo>
                  <a:lnTo>
                    <a:pt x="3776382" y="1167988"/>
                  </a:lnTo>
                  <a:lnTo>
                    <a:pt x="3750353" y="1253475"/>
                  </a:lnTo>
                  <a:lnTo>
                    <a:pt x="3724659" y="1343152"/>
                  </a:lnTo>
                  <a:lnTo>
                    <a:pt x="3699222" y="1437031"/>
                  </a:lnTo>
                  <a:lnTo>
                    <a:pt x="3673980" y="1535086"/>
                  </a:lnTo>
                  <a:lnTo>
                    <a:pt x="3648878" y="1637252"/>
                  </a:lnTo>
                  <a:lnTo>
                    <a:pt x="3623869" y="1743421"/>
                  </a:lnTo>
                  <a:lnTo>
                    <a:pt x="3598919" y="1853442"/>
                  </a:lnTo>
                  <a:lnTo>
                    <a:pt x="3573996" y="1967119"/>
                  </a:lnTo>
                  <a:lnTo>
                    <a:pt x="3549079" y="2084213"/>
                  </a:lnTo>
                  <a:lnTo>
                    <a:pt x="3524152" y="2204438"/>
                  </a:lnTo>
                  <a:lnTo>
                    <a:pt x="3499204" y="2327470"/>
                  </a:lnTo>
                  <a:lnTo>
                    <a:pt x="3474231" y="2452945"/>
                  </a:lnTo>
                  <a:lnTo>
                    <a:pt x="3449229" y="2580463"/>
                  </a:lnTo>
                  <a:lnTo>
                    <a:pt x="3424203" y="2709597"/>
                  </a:lnTo>
                  <a:lnTo>
                    <a:pt x="3399158" y="2839893"/>
                  </a:lnTo>
                  <a:lnTo>
                    <a:pt x="3374100" y="2970881"/>
                  </a:lnTo>
                  <a:lnTo>
                    <a:pt x="3349038" y="3102080"/>
                  </a:lnTo>
                  <a:lnTo>
                    <a:pt x="3323981" y="3233006"/>
                  </a:lnTo>
                  <a:lnTo>
                    <a:pt x="3298938" y="3363179"/>
                  </a:lnTo>
                  <a:lnTo>
                    <a:pt x="3273915" y="3492131"/>
                  </a:lnTo>
                  <a:lnTo>
                    <a:pt x="3248917" y="3619411"/>
                  </a:lnTo>
                  <a:lnTo>
                    <a:pt x="3223947" y="3744595"/>
                  </a:lnTo>
                  <a:lnTo>
                    <a:pt x="3199002" y="3867288"/>
                  </a:lnTo>
                  <a:lnTo>
                    <a:pt x="3174077" y="3987130"/>
                  </a:lnTo>
                  <a:lnTo>
                    <a:pt x="3149160" y="4103802"/>
                  </a:lnTo>
                  <a:lnTo>
                    <a:pt x="3124235" y="4217024"/>
                  </a:lnTo>
                  <a:lnTo>
                    <a:pt x="3099279" y="4326563"/>
                  </a:lnTo>
                  <a:lnTo>
                    <a:pt x="3074261" y="4432228"/>
                  </a:lnTo>
                  <a:lnTo>
                    <a:pt x="3049143" y="4533873"/>
                  </a:lnTo>
                  <a:lnTo>
                    <a:pt x="3023880" y="4631397"/>
                  </a:lnTo>
                  <a:lnTo>
                    <a:pt x="2998414" y="4724739"/>
                  </a:lnTo>
                  <a:lnTo>
                    <a:pt x="2972681" y="4813879"/>
                  </a:lnTo>
                  <a:lnTo>
                    <a:pt x="2946603" y="4898833"/>
                  </a:lnTo>
                  <a:lnTo>
                    <a:pt x="2920090" y="4979652"/>
                  </a:lnTo>
                  <a:lnTo>
                    <a:pt x="2896531" y="5046826"/>
                  </a:lnTo>
                  <a:lnTo>
                    <a:pt x="2855430" y="5153752"/>
                  </a:lnTo>
                  <a:lnTo>
                    <a:pt x="2812506" y="5251872"/>
                  </a:lnTo>
                  <a:lnTo>
                    <a:pt x="2767275" y="5341457"/>
                  </a:lnTo>
                  <a:lnTo>
                    <a:pt x="2719203" y="5423059"/>
                  </a:lnTo>
                  <a:lnTo>
                    <a:pt x="2667734" y="5497354"/>
                  </a:lnTo>
                  <a:lnTo>
                    <a:pt x="2612315" y="5565052"/>
                  </a:lnTo>
                  <a:lnTo>
                    <a:pt x="2552432" y="5626833"/>
                  </a:lnTo>
                  <a:lnTo>
                    <a:pt x="2487644" y="5683313"/>
                  </a:lnTo>
                  <a:lnTo>
                    <a:pt x="2417644" y="5735014"/>
                  </a:lnTo>
                  <a:lnTo>
                    <a:pt x="2342324" y="5782357"/>
                  </a:lnTo>
                  <a:lnTo>
                    <a:pt x="2261861" y="5825652"/>
                  </a:lnTo>
                  <a:lnTo>
                    <a:pt x="2176815" y="5865100"/>
                  </a:lnTo>
                  <a:lnTo>
                    <a:pt x="2088216" y="5900794"/>
                  </a:lnTo>
                  <a:lnTo>
                    <a:pt x="1997631" y="5932743"/>
                  </a:lnTo>
                  <a:lnTo>
                    <a:pt x="1907181" y="5960888"/>
                  </a:lnTo>
                  <a:lnTo>
                    <a:pt x="1819455" y="5985153"/>
                  </a:lnTo>
                  <a:lnTo>
                    <a:pt x="1737332" y="6005485"/>
                  </a:lnTo>
                  <a:lnTo>
                    <a:pt x="1663676" y="6021908"/>
                  </a:lnTo>
                  <a:lnTo>
                    <a:pt x="1600962" y="6034570"/>
                  </a:lnTo>
                  <a:lnTo>
                    <a:pt x="1550899" y="6043764"/>
                  </a:lnTo>
                  <a:lnTo>
                    <a:pt x="1514135" y="6049929"/>
                  </a:lnTo>
                  <a:lnTo>
                    <a:pt x="1490103" y="6053620"/>
                  </a:lnTo>
                  <a:lnTo>
                    <a:pt x="1477029" y="6055464"/>
                  </a:lnTo>
                  <a:lnTo>
                    <a:pt x="1472057" y="6056110"/>
                  </a:lnTo>
                  <a:lnTo>
                    <a:pt x="1471387" y="6056191"/>
                  </a:lnTo>
                  <a:lnTo>
                    <a:pt x="0" y="6056191"/>
                  </a:lnTo>
                  <a:close/>
                </a:path>
              </a:pathLst>
            </a:custGeom>
            <a:solidFill>
              <a:srgbClr val="9E9E9E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743" name="pl1743"/>
            <p:cNvSpPr/>
            <p:nvPr/>
          </p:nvSpPr>
          <p:spPr>
            <a:xfrm>
              <a:off x="4799595" y="3892761"/>
              <a:ext cx="11981298" cy="6056191"/>
            </a:xfrm>
            <a:custGeom>
              <a:avLst/>
              <a:pathLst>
                <a:path w="11981298" h="6056191">
                  <a:moveTo>
                    <a:pt x="0" y="6056191"/>
                  </a:moveTo>
                  <a:lnTo>
                    <a:pt x="1471387" y="6056191"/>
                  </a:lnTo>
                  <a:lnTo>
                    <a:pt x="1472200" y="6056092"/>
                  </a:lnTo>
                  <a:lnTo>
                    <a:pt x="1477582" y="6055389"/>
                  </a:lnTo>
                  <a:lnTo>
                    <a:pt x="1491277" y="6053447"/>
                  </a:lnTo>
                  <a:lnTo>
                    <a:pt x="1516076" y="6049618"/>
                  </a:lnTo>
                  <a:lnTo>
                    <a:pt x="1553679" y="6043276"/>
                  </a:lnTo>
                  <a:lnTo>
                    <a:pt x="1604576" y="6033874"/>
                  </a:lnTo>
                  <a:lnTo>
                    <a:pt x="1668045" y="6020981"/>
                  </a:lnTo>
                  <a:lnTo>
                    <a:pt x="1742318" y="6004313"/>
                  </a:lnTo>
                  <a:lnTo>
                    <a:pt x="1824883" y="5983731"/>
                  </a:lnTo>
                  <a:lnTo>
                    <a:pt x="1912865" y="5959218"/>
                  </a:lnTo>
                  <a:lnTo>
                    <a:pt x="2003396" y="5930829"/>
                  </a:lnTo>
                  <a:lnTo>
                    <a:pt x="2093912" y="5898642"/>
                  </a:lnTo>
                  <a:lnTo>
                    <a:pt x="2182327" y="5862710"/>
                  </a:lnTo>
                  <a:lnTo>
                    <a:pt x="2267108" y="5823022"/>
                  </a:lnTo>
                  <a:lnTo>
                    <a:pt x="2347256" y="5779477"/>
                  </a:lnTo>
                  <a:lnTo>
                    <a:pt x="2422241" y="5731868"/>
                  </a:lnTo>
                  <a:lnTo>
                    <a:pt x="2491905" y="5679878"/>
                  </a:lnTo>
                  <a:lnTo>
                    <a:pt x="2556371" y="5623079"/>
                  </a:lnTo>
                  <a:lnTo>
                    <a:pt x="2615957" y="5560941"/>
                  </a:lnTo>
                  <a:lnTo>
                    <a:pt x="2671109" y="5492846"/>
                  </a:lnTo>
                  <a:lnTo>
                    <a:pt x="2722346" y="5418109"/>
                  </a:lnTo>
                  <a:lnTo>
                    <a:pt x="2770222" y="5336020"/>
                  </a:lnTo>
                  <a:lnTo>
                    <a:pt x="2815291" y="5245908"/>
                  </a:lnTo>
                  <a:lnTo>
                    <a:pt x="2858085" y="5147234"/>
                  </a:lnTo>
                  <a:lnTo>
                    <a:pt x="2896531" y="5046826"/>
                  </a:lnTo>
                  <a:lnTo>
                    <a:pt x="2923508" y="4969547"/>
                  </a:lnTo>
                  <a:lnTo>
                    <a:pt x="2949960" y="4888203"/>
                  </a:lnTo>
                  <a:lnTo>
                    <a:pt x="2975989" y="4802716"/>
                  </a:lnTo>
                  <a:lnTo>
                    <a:pt x="3001683" y="4713039"/>
                  </a:lnTo>
                  <a:lnTo>
                    <a:pt x="3027120" y="4619160"/>
                  </a:lnTo>
                  <a:lnTo>
                    <a:pt x="3052362" y="4521105"/>
                  </a:lnTo>
                  <a:lnTo>
                    <a:pt x="3077464" y="4418939"/>
                  </a:lnTo>
                  <a:lnTo>
                    <a:pt x="3102473" y="4312770"/>
                  </a:lnTo>
                  <a:lnTo>
                    <a:pt x="3127423" y="4202749"/>
                  </a:lnTo>
                  <a:lnTo>
                    <a:pt x="3152346" y="4089071"/>
                  </a:lnTo>
                  <a:lnTo>
                    <a:pt x="3177263" y="3971978"/>
                  </a:lnTo>
                  <a:lnTo>
                    <a:pt x="3202190" y="3851753"/>
                  </a:lnTo>
                  <a:lnTo>
                    <a:pt x="3227138" y="3728721"/>
                  </a:lnTo>
                  <a:lnTo>
                    <a:pt x="3252112" y="3603246"/>
                  </a:lnTo>
                  <a:lnTo>
                    <a:pt x="3277113" y="3475727"/>
                  </a:lnTo>
                  <a:lnTo>
                    <a:pt x="3302139" y="3346594"/>
                  </a:lnTo>
                  <a:lnTo>
                    <a:pt x="3327184" y="3216298"/>
                  </a:lnTo>
                  <a:lnTo>
                    <a:pt x="3352242" y="3085310"/>
                  </a:lnTo>
                  <a:lnTo>
                    <a:pt x="3377304" y="2954111"/>
                  </a:lnTo>
                  <a:lnTo>
                    <a:pt x="3402361" y="2823185"/>
                  </a:lnTo>
                  <a:lnTo>
                    <a:pt x="3427404" y="2693012"/>
                  </a:lnTo>
                  <a:lnTo>
                    <a:pt x="3452427" y="2564060"/>
                  </a:lnTo>
                  <a:lnTo>
                    <a:pt x="3477425" y="2436780"/>
                  </a:lnTo>
                  <a:lnTo>
                    <a:pt x="3502396" y="2311596"/>
                  </a:lnTo>
                  <a:lnTo>
                    <a:pt x="3527340" y="2188903"/>
                  </a:lnTo>
                  <a:lnTo>
                    <a:pt x="3552265" y="2069061"/>
                  </a:lnTo>
                  <a:lnTo>
                    <a:pt x="3577182" y="1952389"/>
                  </a:lnTo>
                  <a:lnTo>
                    <a:pt x="3602107" y="1839167"/>
                  </a:lnTo>
                  <a:lnTo>
                    <a:pt x="3627063" y="1729628"/>
                  </a:lnTo>
                  <a:lnTo>
                    <a:pt x="3652081" y="1623963"/>
                  </a:lnTo>
                  <a:lnTo>
                    <a:pt x="3677199" y="1522318"/>
                  </a:lnTo>
                  <a:lnTo>
                    <a:pt x="3702463" y="1424794"/>
                  </a:lnTo>
                  <a:lnTo>
                    <a:pt x="3727928" y="1331452"/>
                  </a:lnTo>
                  <a:lnTo>
                    <a:pt x="3753661" y="1242312"/>
                  </a:lnTo>
                  <a:lnTo>
                    <a:pt x="3779739" y="1157358"/>
                  </a:lnTo>
                  <a:lnTo>
                    <a:pt x="3806252" y="1076539"/>
                  </a:lnTo>
                  <a:lnTo>
                    <a:pt x="3829811" y="1009365"/>
                  </a:lnTo>
                  <a:lnTo>
                    <a:pt x="3870913" y="902438"/>
                  </a:lnTo>
                  <a:lnTo>
                    <a:pt x="3913836" y="804319"/>
                  </a:lnTo>
                  <a:lnTo>
                    <a:pt x="3959067" y="714733"/>
                  </a:lnTo>
                  <a:lnTo>
                    <a:pt x="4007139" y="633132"/>
                  </a:lnTo>
                  <a:lnTo>
                    <a:pt x="4058608" y="558837"/>
                  </a:lnTo>
                  <a:lnTo>
                    <a:pt x="4114027" y="491139"/>
                  </a:lnTo>
                  <a:lnTo>
                    <a:pt x="4173910" y="429357"/>
                  </a:lnTo>
                  <a:lnTo>
                    <a:pt x="4238698" y="372878"/>
                  </a:lnTo>
                  <a:lnTo>
                    <a:pt x="4308698" y="321177"/>
                  </a:lnTo>
                  <a:lnTo>
                    <a:pt x="4384018" y="273834"/>
                  </a:lnTo>
                  <a:lnTo>
                    <a:pt x="4464481" y="230539"/>
                  </a:lnTo>
                  <a:lnTo>
                    <a:pt x="4549527" y="191091"/>
                  </a:lnTo>
                  <a:lnTo>
                    <a:pt x="4638126" y="155396"/>
                  </a:lnTo>
                  <a:lnTo>
                    <a:pt x="4728711" y="123448"/>
                  </a:lnTo>
                  <a:lnTo>
                    <a:pt x="4819161" y="95302"/>
                  </a:lnTo>
                  <a:lnTo>
                    <a:pt x="4906887" y="71037"/>
                  </a:lnTo>
                  <a:lnTo>
                    <a:pt x="4989010" y="50706"/>
                  </a:lnTo>
                  <a:lnTo>
                    <a:pt x="5062666" y="34283"/>
                  </a:lnTo>
                  <a:lnTo>
                    <a:pt x="5125381" y="21621"/>
                  </a:lnTo>
                  <a:lnTo>
                    <a:pt x="5175443" y="12427"/>
                  </a:lnTo>
                  <a:lnTo>
                    <a:pt x="5212207" y="6262"/>
                  </a:lnTo>
                  <a:lnTo>
                    <a:pt x="5236239" y="2571"/>
                  </a:lnTo>
                  <a:lnTo>
                    <a:pt x="5249313" y="727"/>
                  </a:lnTo>
                  <a:lnTo>
                    <a:pt x="5254285" y="81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481" y="68"/>
                  </a:lnTo>
                  <a:lnTo>
                    <a:pt x="6734965" y="555"/>
                  </a:lnTo>
                  <a:lnTo>
                    <a:pt x="6753831" y="1901"/>
                  </a:lnTo>
                  <a:lnTo>
                    <a:pt x="6787561" y="4551"/>
                  </a:lnTo>
                  <a:lnTo>
                    <a:pt x="6837838" y="8917"/>
                  </a:lnTo>
                  <a:lnTo>
                    <a:pt x="6904411" y="15335"/>
                  </a:lnTo>
                  <a:lnTo>
                    <a:pt x="6985259" y="24036"/>
                  </a:lnTo>
                  <a:lnTo>
                    <a:pt x="7077040" y="35136"/>
                  </a:lnTo>
                  <a:lnTo>
                    <a:pt x="7175748" y="48656"/>
                  </a:lnTo>
                  <a:lnTo>
                    <a:pt x="7277365" y="64557"/>
                  </a:lnTo>
                  <a:lnTo>
                    <a:pt x="7378372" y="82788"/>
                  </a:lnTo>
                  <a:lnTo>
                    <a:pt x="7476041" y="103321"/>
                  </a:lnTo>
                  <a:lnTo>
                    <a:pt x="7568514" y="126188"/>
                  </a:lnTo>
                  <a:lnTo>
                    <a:pt x="7654730" y="151495"/>
                  </a:lnTo>
                  <a:lnTo>
                    <a:pt x="7734288" y="179433"/>
                  </a:lnTo>
                  <a:lnTo>
                    <a:pt x="7807269" y="210278"/>
                  </a:lnTo>
                  <a:lnTo>
                    <a:pt x="7874091" y="244387"/>
                  </a:lnTo>
                  <a:lnTo>
                    <a:pt x="7935378" y="282187"/>
                  </a:lnTo>
                  <a:lnTo>
                    <a:pt x="7991868" y="324151"/>
                  </a:lnTo>
                  <a:lnTo>
                    <a:pt x="8044342" y="370768"/>
                  </a:lnTo>
                  <a:lnTo>
                    <a:pt x="8093575" y="422474"/>
                  </a:lnTo>
                  <a:lnTo>
                    <a:pt x="8140283" y="479557"/>
                  </a:lnTo>
                  <a:lnTo>
                    <a:pt x="8151487" y="494466"/>
                  </a:lnTo>
                  <a:lnTo>
                    <a:pt x="8188479" y="547091"/>
                  </a:lnTo>
                  <a:lnTo>
                    <a:pt x="8224550" y="603518"/>
                  </a:lnTo>
                  <a:lnTo>
                    <a:pt x="8259947" y="663823"/>
                  </a:lnTo>
                  <a:lnTo>
                    <a:pt x="8294870" y="728025"/>
                  </a:lnTo>
                  <a:lnTo>
                    <a:pt x="8329478" y="796075"/>
                  </a:lnTo>
                  <a:lnTo>
                    <a:pt x="8363897" y="867851"/>
                  </a:lnTo>
                  <a:lnTo>
                    <a:pt x="8398222" y="943157"/>
                  </a:lnTo>
                  <a:lnTo>
                    <a:pt x="8432521" y="1021717"/>
                  </a:lnTo>
                  <a:lnTo>
                    <a:pt x="8466839" y="1103177"/>
                  </a:lnTo>
                  <a:lnTo>
                    <a:pt x="8501200" y="1187113"/>
                  </a:lnTo>
                  <a:lnTo>
                    <a:pt x="8535613" y="1273033"/>
                  </a:lnTo>
                  <a:lnTo>
                    <a:pt x="8570071" y="1360393"/>
                  </a:lnTo>
                  <a:lnTo>
                    <a:pt x="8604559" y="1448606"/>
                  </a:lnTo>
                  <a:lnTo>
                    <a:pt x="8639057" y="1537062"/>
                  </a:lnTo>
                  <a:lnTo>
                    <a:pt x="8673540" y="1625143"/>
                  </a:lnTo>
                  <a:lnTo>
                    <a:pt x="8707990" y="1712244"/>
                  </a:lnTo>
                  <a:lnTo>
                    <a:pt x="8742392" y="1797785"/>
                  </a:lnTo>
                  <a:lnTo>
                    <a:pt x="8776743" y="1881231"/>
                  </a:lnTo>
                  <a:lnTo>
                    <a:pt x="8811054" y="1962106"/>
                  </a:lnTo>
                  <a:lnTo>
                    <a:pt x="8845354" y="2039998"/>
                  </a:lnTo>
                  <a:lnTo>
                    <a:pt x="8879692" y="2114571"/>
                  </a:lnTo>
                  <a:lnTo>
                    <a:pt x="8914142" y="2185566"/>
                  </a:lnTo>
                  <a:lnTo>
                    <a:pt x="8948806" y="2252802"/>
                  </a:lnTo>
                  <a:lnTo>
                    <a:pt x="8983815" y="2316174"/>
                  </a:lnTo>
                  <a:lnTo>
                    <a:pt x="9019338" y="2375648"/>
                  </a:lnTo>
                  <a:lnTo>
                    <a:pt x="9055584" y="2431255"/>
                  </a:lnTo>
                  <a:lnTo>
                    <a:pt x="9084767" y="2472331"/>
                  </a:lnTo>
                  <a:lnTo>
                    <a:pt x="9130953" y="2530753"/>
                  </a:lnTo>
                  <a:lnTo>
                    <a:pt x="9179499" y="2583767"/>
                  </a:lnTo>
                  <a:lnTo>
                    <a:pt x="9231103" y="2631602"/>
                  </a:lnTo>
                  <a:lnTo>
                    <a:pt x="9286530" y="2674669"/>
                  </a:lnTo>
                  <a:lnTo>
                    <a:pt x="9346563" y="2713450"/>
                  </a:lnTo>
                  <a:lnTo>
                    <a:pt x="9411956" y="2748428"/>
                  </a:lnTo>
                  <a:lnTo>
                    <a:pt x="9483370" y="2780042"/>
                  </a:lnTo>
                  <a:lnTo>
                    <a:pt x="9561283" y="2808667"/>
                  </a:lnTo>
                  <a:lnTo>
                    <a:pt x="9645874" y="2834602"/>
                  </a:lnTo>
                  <a:lnTo>
                    <a:pt x="9736874" y="2858058"/>
                  </a:lnTo>
                  <a:lnTo>
                    <a:pt x="9833401" y="2879161"/>
                  </a:lnTo>
                  <a:lnTo>
                    <a:pt x="9933805" y="2897959"/>
                  </a:lnTo>
                  <a:lnTo>
                    <a:pt x="10035571" y="2914439"/>
                  </a:lnTo>
                  <a:lnTo>
                    <a:pt x="10135357" y="2928551"/>
                  </a:lnTo>
                  <a:lnTo>
                    <a:pt x="10229230" y="2940249"/>
                  </a:lnTo>
                  <a:lnTo>
                    <a:pt x="10313121" y="2949535"/>
                  </a:lnTo>
                  <a:lnTo>
                    <a:pt x="10383463" y="2956500"/>
                  </a:lnTo>
                  <a:lnTo>
                    <a:pt x="10437855" y="2961344"/>
                  </a:lnTo>
                  <a:lnTo>
                    <a:pt x="10475583" y="2964381"/>
                  </a:lnTo>
                  <a:lnTo>
                    <a:pt x="10497856" y="2966008"/>
                  </a:lnTo>
                  <a:lnTo>
                    <a:pt x="10507735" y="2966665"/>
                  </a:lnTo>
                  <a:lnTo>
                    <a:pt x="10509893" y="2966797"/>
                  </a:lnTo>
                  <a:lnTo>
                    <a:pt x="10509911" y="2966798"/>
                  </a:lnTo>
                  <a:lnTo>
                    <a:pt x="11981298" y="296679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44" name="pl1744"/>
            <p:cNvSpPr/>
            <p:nvPr/>
          </p:nvSpPr>
          <p:spPr>
            <a:xfrm>
              <a:off x="4799595" y="3884588"/>
              <a:ext cx="11981298" cy="6056191"/>
            </a:xfrm>
            <a:custGeom>
              <a:avLst/>
              <a:pathLst>
                <a:path w="11981298" h="6056191">
                  <a:moveTo>
                    <a:pt x="11981298" y="2966798"/>
                  </a:moveTo>
                  <a:lnTo>
                    <a:pt x="10509911" y="2966798"/>
                  </a:lnTo>
                  <a:lnTo>
                    <a:pt x="10508772" y="2966730"/>
                  </a:lnTo>
                  <a:lnTo>
                    <a:pt x="10501288" y="2966243"/>
                  </a:lnTo>
                  <a:lnTo>
                    <a:pt x="10482422" y="2964897"/>
                  </a:lnTo>
                  <a:lnTo>
                    <a:pt x="10448692" y="2962247"/>
                  </a:lnTo>
                  <a:lnTo>
                    <a:pt x="10398416" y="2957881"/>
                  </a:lnTo>
                  <a:lnTo>
                    <a:pt x="10331842" y="2951462"/>
                  </a:lnTo>
                  <a:lnTo>
                    <a:pt x="10250995" y="2942761"/>
                  </a:lnTo>
                  <a:lnTo>
                    <a:pt x="10159213" y="2931661"/>
                  </a:lnTo>
                  <a:lnTo>
                    <a:pt x="10060505" y="2918141"/>
                  </a:lnTo>
                  <a:lnTo>
                    <a:pt x="9958888" y="2902240"/>
                  </a:lnTo>
                  <a:lnTo>
                    <a:pt x="9857881" y="2884010"/>
                  </a:lnTo>
                  <a:lnTo>
                    <a:pt x="9760212" y="2863477"/>
                  </a:lnTo>
                  <a:lnTo>
                    <a:pt x="9667740" y="2840610"/>
                  </a:lnTo>
                  <a:lnTo>
                    <a:pt x="9581523" y="2815303"/>
                  </a:lnTo>
                  <a:lnTo>
                    <a:pt x="9501966" y="2787365"/>
                  </a:lnTo>
                  <a:lnTo>
                    <a:pt x="9428984" y="2756520"/>
                  </a:lnTo>
                  <a:lnTo>
                    <a:pt x="9362162" y="2722410"/>
                  </a:lnTo>
                  <a:lnTo>
                    <a:pt x="9300875" y="2684611"/>
                  </a:lnTo>
                  <a:lnTo>
                    <a:pt x="9244385" y="2642646"/>
                  </a:lnTo>
                  <a:lnTo>
                    <a:pt x="9191911" y="2596029"/>
                  </a:lnTo>
                  <a:lnTo>
                    <a:pt x="9142679" y="2544323"/>
                  </a:lnTo>
                  <a:lnTo>
                    <a:pt x="9095970" y="2487240"/>
                  </a:lnTo>
                  <a:lnTo>
                    <a:pt x="9084767" y="2472331"/>
                  </a:lnTo>
                  <a:lnTo>
                    <a:pt x="9047774" y="2419706"/>
                  </a:lnTo>
                  <a:lnTo>
                    <a:pt x="9011703" y="2363280"/>
                  </a:lnTo>
                  <a:lnTo>
                    <a:pt x="8976306" y="2302974"/>
                  </a:lnTo>
                  <a:lnTo>
                    <a:pt x="8941383" y="2238772"/>
                  </a:lnTo>
                  <a:lnTo>
                    <a:pt x="8906775" y="2170723"/>
                  </a:lnTo>
                  <a:lnTo>
                    <a:pt x="8872356" y="2098946"/>
                  </a:lnTo>
                  <a:lnTo>
                    <a:pt x="8838031" y="2023640"/>
                  </a:lnTo>
                  <a:lnTo>
                    <a:pt x="8803732" y="1945081"/>
                  </a:lnTo>
                  <a:lnTo>
                    <a:pt x="8769415" y="1863620"/>
                  </a:lnTo>
                  <a:lnTo>
                    <a:pt x="8735053" y="1779684"/>
                  </a:lnTo>
                  <a:lnTo>
                    <a:pt x="8700640" y="1693764"/>
                  </a:lnTo>
                  <a:lnTo>
                    <a:pt x="8666182" y="1606404"/>
                  </a:lnTo>
                  <a:lnTo>
                    <a:pt x="8631694" y="1518191"/>
                  </a:lnTo>
                  <a:lnTo>
                    <a:pt x="8597196" y="1429736"/>
                  </a:lnTo>
                  <a:lnTo>
                    <a:pt x="8562713" y="1341654"/>
                  </a:lnTo>
                  <a:lnTo>
                    <a:pt x="8528263" y="1254554"/>
                  </a:lnTo>
                  <a:lnTo>
                    <a:pt x="8493861" y="1169013"/>
                  </a:lnTo>
                  <a:lnTo>
                    <a:pt x="8459510" y="1085566"/>
                  </a:lnTo>
                  <a:lnTo>
                    <a:pt x="8425199" y="1004692"/>
                  </a:lnTo>
                  <a:lnTo>
                    <a:pt x="8390900" y="926800"/>
                  </a:lnTo>
                  <a:lnTo>
                    <a:pt x="8356561" y="852227"/>
                  </a:lnTo>
                  <a:lnTo>
                    <a:pt x="8322111" y="781232"/>
                  </a:lnTo>
                  <a:lnTo>
                    <a:pt x="8287447" y="713995"/>
                  </a:lnTo>
                  <a:lnTo>
                    <a:pt x="8252438" y="650623"/>
                  </a:lnTo>
                  <a:lnTo>
                    <a:pt x="8216915" y="591150"/>
                  </a:lnTo>
                  <a:lnTo>
                    <a:pt x="8180670" y="535543"/>
                  </a:lnTo>
                  <a:lnTo>
                    <a:pt x="8151487" y="494466"/>
                  </a:lnTo>
                  <a:lnTo>
                    <a:pt x="8105301" y="436044"/>
                  </a:lnTo>
                  <a:lnTo>
                    <a:pt x="8056754" y="383031"/>
                  </a:lnTo>
                  <a:lnTo>
                    <a:pt x="8005150" y="335196"/>
                  </a:lnTo>
                  <a:lnTo>
                    <a:pt x="7949723" y="292129"/>
                  </a:lnTo>
                  <a:lnTo>
                    <a:pt x="7889690" y="253347"/>
                  </a:lnTo>
                  <a:lnTo>
                    <a:pt x="7824297" y="218370"/>
                  </a:lnTo>
                  <a:lnTo>
                    <a:pt x="7752883" y="186756"/>
                  </a:lnTo>
                  <a:lnTo>
                    <a:pt x="7674970" y="158130"/>
                  </a:lnTo>
                  <a:lnTo>
                    <a:pt x="7590379" y="132195"/>
                  </a:lnTo>
                  <a:lnTo>
                    <a:pt x="7499379" y="108740"/>
                  </a:lnTo>
                  <a:lnTo>
                    <a:pt x="7402852" y="87637"/>
                  </a:lnTo>
                  <a:lnTo>
                    <a:pt x="7302448" y="68838"/>
                  </a:lnTo>
                  <a:lnTo>
                    <a:pt x="7200682" y="52358"/>
                  </a:lnTo>
                  <a:lnTo>
                    <a:pt x="7100896" y="38246"/>
                  </a:lnTo>
                  <a:lnTo>
                    <a:pt x="7007023" y="26548"/>
                  </a:lnTo>
                  <a:lnTo>
                    <a:pt x="6923132" y="17262"/>
                  </a:lnTo>
                  <a:lnTo>
                    <a:pt x="6852790" y="10298"/>
                  </a:lnTo>
                  <a:lnTo>
                    <a:pt x="6798399" y="5453"/>
                  </a:lnTo>
                  <a:lnTo>
                    <a:pt x="6760670" y="2416"/>
                  </a:lnTo>
                  <a:lnTo>
                    <a:pt x="6738397" y="790"/>
                  </a:lnTo>
                  <a:lnTo>
                    <a:pt x="6728518" y="132"/>
                  </a:lnTo>
                  <a:lnTo>
                    <a:pt x="6726360" y="1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142" y="98"/>
                  </a:lnTo>
                  <a:lnTo>
                    <a:pt x="5248760" y="802"/>
                  </a:lnTo>
                  <a:lnTo>
                    <a:pt x="5235065" y="2744"/>
                  </a:lnTo>
                  <a:lnTo>
                    <a:pt x="5210266" y="6573"/>
                  </a:lnTo>
                  <a:lnTo>
                    <a:pt x="5172663" y="12914"/>
                  </a:lnTo>
                  <a:lnTo>
                    <a:pt x="5121766" y="22317"/>
                  </a:lnTo>
                  <a:lnTo>
                    <a:pt x="5058298" y="35210"/>
                  </a:lnTo>
                  <a:lnTo>
                    <a:pt x="4984025" y="51878"/>
                  </a:lnTo>
                  <a:lnTo>
                    <a:pt x="4901460" y="72459"/>
                  </a:lnTo>
                  <a:lnTo>
                    <a:pt x="4813478" y="96973"/>
                  </a:lnTo>
                  <a:lnTo>
                    <a:pt x="4722946" y="125362"/>
                  </a:lnTo>
                  <a:lnTo>
                    <a:pt x="4632430" y="157549"/>
                  </a:lnTo>
                  <a:lnTo>
                    <a:pt x="4544015" y="193481"/>
                  </a:lnTo>
                  <a:lnTo>
                    <a:pt x="4459234" y="233168"/>
                  </a:lnTo>
                  <a:lnTo>
                    <a:pt x="4379086" y="276713"/>
                  </a:lnTo>
                  <a:lnTo>
                    <a:pt x="4304101" y="324322"/>
                  </a:lnTo>
                  <a:lnTo>
                    <a:pt x="4234437" y="376313"/>
                  </a:lnTo>
                  <a:lnTo>
                    <a:pt x="4169971" y="433111"/>
                  </a:lnTo>
                  <a:lnTo>
                    <a:pt x="4110385" y="495249"/>
                  </a:lnTo>
                  <a:lnTo>
                    <a:pt x="4055233" y="563345"/>
                  </a:lnTo>
                  <a:lnTo>
                    <a:pt x="4003996" y="638082"/>
                  </a:lnTo>
                  <a:lnTo>
                    <a:pt x="3956120" y="720170"/>
                  </a:lnTo>
                  <a:lnTo>
                    <a:pt x="3911051" y="810283"/>
                  </a:lnTo>
                  <a:lnTo>
                    <a:pt x="3868257" y="908956"/>
                  </a:lnTo>
                  <a:lnTo>
                    <a:pt x="3829811" y="1009365"/>
                  </a:lnTo>
                  <a:lnTo>
                    <a:pt x="3802834" y="1086644"/>
                  </a:lnTo>
                  <a:lnTo>
                    <a:pt x="3776382" y="1167988"/>
                  </a:lnTo>
                  <a:lnTo>
                    <a:pt x="3750353" y="1253475"/>
                  </a:lnTo>
                  <a:lnTo>
                    <a:pt x="3724659" y="1343152"/>
                  </a:lnTo>
                  <a:lnTo>
                    <a:pt x="3699222" y="1437031"/>
                  </a:lnTo>
                  <a:lnTo>
                    <a:pt x="3673980" y="1535086"/>
                  </a:lnTo>
                  <a:lnTo>
                    <a:pt x="3648878" y="1637252"/>
                  </a:lnTo>
                  <a:lnTo>
                    <a:pt x="3623869" y="1743421"/>
                  </a:lnTo>
                  <a:lnTo>
                    <a:pt x="3598919" y="1853442"/>
                  </a:lnTo>
                  <a:lnTo>
                    <a:pt x="3573996" y="1967119"/>
                  </a:lnTo>
                  <a:lnTo>
                    <a:pt x="3549079" y="2084213"/>
                  </a:lnTo>
                  <a:lnTo>
                    <a:pt x="3524152" y="2204438"/>
                  </a:lnTo>
                  <a:lnTo>
                    <a:pt x="3499204" y="2327470"/>
                  </a:lnTo>
                  <a:lnTo>
                    <a:pt x="3474231" y="2452945"/>
                  </a:lnTo>
                  <a:lnTo>
                    <a:pt x="3449229" y="2580463"/>
                  </a:lnTo>
                  <a:lnTo>
                    <a:pt x="3424203" y="2709597"/>
                  </a:lnTo>
                  <a:lnTo>
                    <a:pt x="3399158" y="2839893"/>
                  </a:lnTo>
                  <a:lnTo>
                    <a:pt x="3374100" y="2970881"/>
                  </a:lnTo>
                  <a:lnTo>
                    <a:pt x="3349038" y="3102080"/>
                  </a:lnTo>
                  <a:lnTo>
                    <a:pt x="3323981" y="3233006"/>
                  </a:lnTo>
                  <a:lnTo>
                    <a:pt x="3298938" y="3363179"/>
                  </a:lnTo>
                  <a:lnTo>
                    <a:pt x="3273915" y="3492131"/>
                  </a:lnTo>
                  <a:lnTo>
                    <a:pt x="3248917" y="3619411"/>
                  </a:lnTo>
                  <a:lnTo>
                    <a:pt x="3223947" y="3744595"/>
                  </a:lnTo>
                  <a:lnTo>
                    <a:pt x="3199002" y="3867288"/>
                  </a:lnTo>
                  <a:lnTo>
                    <a:pt x="3174077" y="3987130"/>
                  </a:lnTo>
                  <a:lnTo>
                    <a:pt x="3149160" y="4103802"/>
                  </a:lnTo>
                  <a:lnTo>
                    <a:pt x="3124235" y="4217024"/>
                  </a:lnTo>
                  <a:lnTo>
                    <a:pt x="3099279" y="4326563"/>
                  </a:lnTo>
                  <a:lnTo>
                    <a:pt x="3074261" y="4432228"/>
                  </a:lnTo>
                  <a:lnTo>
                    <a:pt x="3049143" y="4533873"/>
                  </a:lnTo>
                  <a:lnTo>
                    <a:pt x="3023880" y="4631397"/>
                  </a:lnTo>
                  <a:lnTo>
                    <a:pt x="2998414" y="4724739"/>
                  </a:lnTo>
                  <a:lnTo>
                    <a:pt x="2972681" y="4813879"/>
                  </a:lnTo>
                  <a:lnTo>
                    <a:pt x="2946603" y="4898833"/>
                  </a:lnTo>
                  <a:lnTo>
                    <a:pt x="2920090" y="4979652"/>
                  </a:lnTo>
                  <a:lnTo>
                    <a:pt x="2896531" y="5046826"/>
                  </a:lnTo>
                  <a:lnTo>
                    <a:pt x="2855430" y="5153752"/>
                  </a:lnTo>
                  <a:lnTo>
                    <a:pt x="2812506" y="5251872"/>
                  </a:lnTo>
                  <a:lnTo>
                    <a:pt x="2767275" y="5341457"/>
                  </a:lnTo>
                  <a:lnTo>
                    <a:pt x="2719203" y="5423059"/>
                  </a:lnTo>
                  <a:lnTo>
                    <a:pt x="2667734" y="5497354"/>
                  </a:lnTo>
                  <a:lnTo>
                    <a:pt x="2612315" y="5565052"/>
                  </a:lnTo>
                  <a:lnTo>
                    <a:pt x="2552432" y="5626833"/>
                  </a:lnTo>
                  <a:lnTo>
                    <a:pt x="2487644" y="5683313"/>
                  </a:lnTo>
                  <a:lnTo>
                    <a:pt x="2417644" y="5735014"/>
                  </a:lnTo>
                  <a:lnTo>
                    <a:pt x="2342324" y="5782357"/>
                  </a:lnTo>
                  <a:lnTo>
                    <a:pt x="2261861" y="5825652"/>
                  </a:lnTo>
                  <a:lnTo>
                    <a:pt x="2176815" y="5865100"/>
                  </a:lnTo>
                  <a:lnTo>
                    <a:pt x="2088216" y="5900794"/>
                  </a:lnTo>
                  <a:lnTo>
                    <a:pt x="1997631" y="5932743"/>
                  </a:lnTo>
                  <a:lnTo>
                    <a:pt x="1907181" y="5960888"/>
                  </a:lnTo>
                  <a:lnTo>
                    <a:pt x="1819455" y="5985153"/>
                  </a:lnTo>
                  <a:lnTo>
                    <a:pt x="1737332" y="6005485"/>
                  </a:lnTo>
                  <a:lnTo>
                    <a:pt x="1663676" y="6021908"/>
                  </a:lnTo>
                  <a:lnTo>
                    <a:pt x="1600962" y="6034570"/>
                  </a:lnTo>
                  <a:lnTo>
                    <a:pt x="1550899" y="6043764"/>
                  </a:lnTo>
                  <a:lnTo>
                    <a:pt x="1514135" y="6049929"/>
                  </a:lnTo>
                  <a:lnTo>
                    <a:pt x="1490103" y="6053620"/>
                  </a:lnTo>
                  <a:lnTo>
                    <a:pt x="1477029" y="6055464"/>
                  </a:lnTo>
                  <a:lnTo>
                    <a:pt x="1472057" y="6056110"/>
                  </a:lnTo>
                  <a:lnTo>
                    <a:pt x="1471387" y="6056191"/>
                  </a:lnTo>
                  <a:lnTo>
                    <a:pt x="0" y="605619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45" name="pg1745"/>
            <p:cNvSpPr/>
            <p:nvPr/>
          </p:nvSpPr>
          <p:spPr>
            <a:xfrm>
              <a:off x="4799595" y="3124499"/>
              <a:ext cx="11981298" cy="6898010"/>
            </a:xfrm>
            <a:custGeom>
              <a:avLst/>
              <a:pathLst>
                <a:path w="11981298" h="6898010">
                  <a:moveTo>
                    <a:pt x="0" y="6898010"/>
                  </a:moveTo>
                  <a:lnTo>
                    <a:pt x="1471387" y="6898010"/>
                  </a:lnTo>
                  <a:lnTo>
                    <a:pt x="1472510" y="6897937"/>
                  </a:lnTo>
                  <a:lnTo>
                    <a:pt x="1479892" y="6897416"/>
                  </a:lnTo>
                  <a:lnTo>
                    <a:pt x="1498510" y="6895976"/>
                  </a:lnTo>
                  <a:lnTo>
                    <a:pt x="1531817" y="6893140"/>
                  </a:lnTo>
                  <a:lnTo>
                    <a:pt x="1581501" y="6888468"/>
                  </a:lnTo>
                  <a:lnTo>
                    <a:pt x="1647357" y="6881596"/>
                  </a:lnTo>
                  <a:lnTo>
                    <a:pt x="1727432" y="6872275"/>
                  </a:lnTo>
                  <a:lnTo>
                    <a:pt x="1818461" y="6860376"/>
                  </a:lnTo>
                  <a:lnTo>
                    <a:pt x="1916506" y="6845876"/>
                  </a:lnTo>
                  <a:lnTo>
                    <a:pt x="2017594" y="6828812"/>
                  </a:lnTo>
                  <a:lnTo>
                    <a:pt x="2118226" y="6809242"/>
                  </a:lnTo>
                  <a:lnTo>
                    <a:pt x="2215671" y="6787197"/>
                  </a:lnTo>
                  <a:lnTo>
                    <a:pt x="2308048" y="6762646"/>
                  </a:lnTo>
                  <a:lnTo>
                    <a:pt x="2394273" y="6735481"/>
                  </a:lnTo>
                  <a:lnTo>
                    <a:pt x="2473910" y="6705504"/>
                  </a:lnTo>
                  <a:lnTo>
                    <a:pt x="2547015" y="6672425"/>
                  </a:lnTo>
                  <a:lnTo>
                    <a:pt x="2613979" y="6635869"/>
                  </a:lnTo>
                  <a:lnTo>
                    <a:pt x="2675405" y="6595384"/>
                  </a:lnTo>
                  <a:lnTo>
                    <a:pt x="2732014" y="6550466"/>
                  </a:lnTo>
                  <a:lnTo>
                    <a:pt x="2784576" y="6500592"/>
                  </a:lnTo>
                  <a:lnTo>
                    <a:pt x="2833856" y="6445285"/>
                  </a:lnTo>
                  <a:lnTo>
                    <a:pt x="2880568" y="6384218"/>
                  </a:lnTo>
                  <a:lnTo>
                    <a:pt x="2896531" y="6361317"/>
                  </a:lnTo>
                  <a:lnTo>
                    <a:pt x="2932303" y="6306172"/>
                  </a:lnTo>
                  <a:lnTo>
                    <a:pt x="2967207" y="6247177"/>
                  </a:lnTo>
                  <a:lnTo>
                    <a:pt x="3001467" y="6184251"/>
                  </a:lnTo>
                  <a:lnTo>
                    <a:pt x="3035267" y="6117372"/>
                  </a:lnTo>
                  <a:lnTo>
                    <a:pt x="3068755" y="6046580"/>
                  </a:lnTo>
                  <a:lnTo>
                    <a:pt x="3102049" y="5971983"/>
                  </a:lnTo>
                  <a:lnTo>
                    <a:pt x="3135240" y="5893760"/>
                  </a:lnTo>
                  <a:lnTo>
                    <a:pt x="3168394" y="5812165"/>
                  </a:lnTo>
                  <a:lnTo>
                    <a:pt x="3201556" y="5727524"/>
                  </a:lnTo>
                  <a:lnTo>
                    <a:pt x="3234754" y="5640236"/>
                  </a:lnTo>
                  <a:lnTo>
                    <a:pt x="3267999" y="5550761"/>
                  </a:lnTo>
                  <a:lnTo>
                    <a:pt x="3301290" y="5459619"/>
                  </a:lnTo>
                  <a:lnTo>
                    <a:pt x="3334616" y="5367368"/>
                  </a:lnTo>
                  <a:lnTo>
                    <a:pt x="3367959" y="5274600"/>
                  </a:lnTo>
                  <a:lnTo>
                    <a:pt x="3401299" y="5181919"/>
                  </a:lnTo>
                  <a:lnTo>
                    <a:pt x="3434617" y="5089927"/>
                  </a:lnTo>
                  <a:lnTo>
                    <a:pt x="3467895" y="4999208"/>
                  </a:lnTo>
                  <a:lnTo>
                    <a:pt x="3501127" y="4910311"/>
                  </a:lnTo>
                  <a:lnTo>
                    <a:pt x="3534312" y="4823738"/>
                  </a:lnTo>
                  <a:lnTo>
                    <a:pt x="3567469" y="4739934"/>
                  </a:lnTo>
                  <a:lnTo>
                    <a:pt x="3600627" y="4659277"/>
                  </a:lnTo>
                  <a:lnTo>
                    <a:pt x="3633840" y="4582073"/>
                  </a:lnTo>
                  <a:lnTo>
                    <a:pt x="3667180" y="4508553"/>
                  </a:lnTo>
                  <a:lnTo>
                    <a:pt x="3700744" y="4438877"/>
                  </a:lnTo>
                  <a:lnTo>
                    <a:pt x="3734660" y="4373132"/>
                  </a:lnTo>
                  <a:lnTo>
                    <a:pt x="3769084" y="4311340"/>
                  </a:lnTo>
                  <a:lnTo>
                    <a:pt x="3804212" y="4253461"/>
                  </a:lnTo>
                  <a:lnTo>
                    <a:pt x="3829811" y="4214542"/>
                  </a:lnTo>
                  <a:lnTo>
                    <a:pt x="3875774" y="4151418"/>
                  </a:lnTo>
                  <a:lnTo>
                    <a:pt x="3924071" y="4094108"/>
                  </a:lnTo>
                  <a:lnTo>
                    <a:pt x="3975391" y="4042370"/>
                  </a:lnTo>
                  <a:lnTo>
                    <a:pt x="4030486" y="3995765"/>
                  </a:lnTo>
                  <a:lnTo>
                    <a:pt x="4090129" y="3953777"/>
                  </a:lnTo>
                  <a:lnTo>
                    <a:pt x="4155066" y="3915892"/>
                  </a:lnTo>
                  <a:lnTo>
                    <a:pt x="4225950" y="3881636"/>
                  </a:lnTo>
                  <a:lnTo>
                    <a:pt x="4303260" y="3850604"/>
                  </a:lnTo>
                  <a:lnTo>
                    <a:pt x="4387185" y="3822476"/>
                  </a:lnTo>
                  <a:lnTo>
                    <a:pt x="4477482" y="3797021"/>
                  </a:lnTo>
                  <a:lnTo>
                    <a:pt x="4573313" y="3774100"/>
                  </a:lnTo>
                  <a:lnTo>
                    <a:pt x="4673090" y="3753657"/>
                  </a:lnTo>
                  <a:lnTo>
                    <a:pt x="4774381" y="3735704"/>
                  </a:lnTo>
                  <a:lnTo>
                    <a:pt x="4873935" y="3720295"/>
                  </a:lnTo>
                  <a:lnTo>
                    <a:pt x="4967900" y="3707478"/>
                  </a:lnTo>
                  <a:lnTo>
                    <a:pt x="5052255" y="3697258"/>
                  </a:lnTo>
                  <a:lnTo>
                    <a:pt x="5123422" y="3689545"/>
                  </a:lnTo>
                  <a:lnTo>
                    <a:pt x="5178922" y="3684134"/>
                  </a:lnTo>
                  <a:lnTo>
                    <a:pt x="5217902" y="3680699"/>
                  </a:lnTo>
                  <a:lnTo>
                    <a:pt x="5241386" y="3678821"/>
                  </a:lnTo>
                  <a:lnTo>
                    <a:pt x="5252232" y="3678030"/>
                  </a:lnTo>
                  <a:lnTo>
                    <a:pt x="5254955" y="3677849"/>
                  </a:lnTo>
                  <a:lnTo>
                    <a:pt x="6726343" y="3677849"/>
                  </a:lnTo>
                  <a:lnTo>
                    <a:pt x="6727436" y="3677768"/>
                  </a:lnTo>
                  <a:lnTo>
                    <a:pt x="6734627" y="3677190"/>
                  </a:lnTo>
                  <a:lnTo>
                    <a:pt x="6752777" y="3675594"/>
                  </a:lnTo>
                  <a:lnTo>
                    <a:pt x="6785283" y="3672450"/>
                  </a:lnTo>
                  <a:lnTo>
                    <a:pt x="6833846" y="3667267"/>
                  </a:lnTo>
                  <a:lnTo>
                    <a:pt x="6898341" y="3659639"/>
                  </a:lnTo>
                  <a:lnTo>
                    <a:pt x="6976942" y="3649281"/>
                  </a:lnTo>
                  <a:lnTo>
                    <a:pt x="7066531" y="3636045"/>
                  </a:lnTo>
                  <a:lnTo>
                    <a:pt x="7163297" y="3619895"/>
                  </a:lnTo>
                  <a:lnTo>
                    <a:pt x="7263357" y="3600873"/>
                  </a:lnTo>
                  <a:lnTo>
                    <a:pt x="7363252" y="3579040"/>
                  </a:lnTo>
                  <a:lnTo>
                    <a:pt x="7460245" y="3554436"/>
                  </a:lnTo>
                  <a:lnTo>
                    <a:pt x="7552423" y="3527037"/>
                  </a:lnTo>
                  <a:lnTo>
                    <a:pt x="7638647" y="3496732"/>
                  </a:lnTo>
                  <a:lnTo>
                    <a:pt x="7718426" y="3463314"/>
                  </a:lnTo>
                  <a:lnTo>
                    <a:pt x="7791761" y="3426476"/>
                  </a:lnTo>
                  <a:lnTo>
                    <a:pt x="7858993" y="3385812"/>
                  </a:lnTo>
                  <a:lnTo>
                    <a:pt x="7920687" y="3340835"/>
                  </a:lnTo>
                  <a:lnTo>
                    <a:pt x="7977530" y="3290992"/>
                  </a:lnTo>
                  <a:lnTo>
                    <a:pt x="8030268" y="3235702"/>
                  </a:lnTo>
                  <a:lnTo>
                    <a:pt x="8079649" y="3174423"/>
                  </a:lnTo>
                  <a:lnTo>
                    <a:pt x="8126381" y="3106745"/>
                  </a:lnTo>
                  <a:lnTo>
                    <a:pt x="8151487" y="3066236"/>
                  </a:lnTo>
                  <a:lnTo>
                    <a:pt x="8185334" y="3006930"/>
                  </a:lnTo>
                  <a:lnTo>
                    <a:pt x="8218394" y="2943706"/>
                  </a:lnTo>
                  <a:lnTo>
                    <a:pt x="8250858" y="2876482"/>
                  </a:lnTo>
                  <a:lnTo>
                    <a:pt x="8282887" y="2805231"/>
                  </a:lnTo>
                  <a:lnTo>
                    <a:pt x="8314611" y="2729978"/>
                  </a:lnTo>
                  <a:lnTo>
                    <a:pt x="8346136" y="2650811"/>
                  </a:lnTo>
                  <a:lnTo>
                    <a:pt x="8377544" y="2567881"/>
                  </a:lnTo>
                  <a:lnTo>
                    <a:pt x="8408899" y="2481407"/>
                  </a:lnTo>
                  <a:lnTo>
                    <a:pt x="8440247" y="2391675"/>
                  </a:lnTo>
                  <a:lnTo>
                    <a:pt x="8471616" y="2299039"/>
                  </a:lnTo>
                  <a:lnTo>
                    <a:pt x="8503024" y="2203910"/>
                  </a:lnTo>
                  <a:lnTo>
                    <a:pt x="8534475" y="2106760"/>
                  </a:lnTo>
                  <a:lnTo>
                    <a:pt x="8565964" y="2008102"/>
                  </a:lnTo>
                  <a:lnTo>
                    <a:pt x="8597480" y="1908489"/>
                  </a:lnTo>
                  <a:lnTo>
                    <a:pt x="8629008" y="1808494"/>
                  </a:lnTo>
                  <a:lnTo>
                    <a:pt x="8660529" y="1708700"/>
                  </a:lnTo>
                  <a:lnTo>
                    <a:pt x="8692028" y="1609686"/>
                  </a:lnTo>
                  <a:lnTo>
                    <a:pt x="8723492" y="1512012"/>
                  </a:lnTo>
                  <a:lnTo>
                    <a:pt x="8754913" y="1416204"/>
                  </a:lnTo>
                  <a:lnTo>
                    <a:pt x="8786293" y="1322749"/>
                  </a:lnTo>
                  <a:lnTo>
                    <a:pt x="8817644" y="1232077"/>
                  </a:lnTo>
                  <a:lnTo>
                    <a:pt x="8848993" y="1144560"/>
                  </a:lnTo>
                  <a:lnTo>
                    <a:pt x="8880379" y="1060506"/>
                  </a:lnTo>
                  <a:lnTo>
                    <a:pt x="8911860" y="980154"/>
                  </a:lnTo>
                  <a:lnTo>
                    <a:pt x="8943512" y="903676"/>
                  </a:lnTo>
                  <a:lnTo>
                    <a:pt x="8975434" y="831179"/>
                  </a:lnTo>
                  <a:lnTo>
                    <a:pt x="9007747" y="762709"/>
                  </a:lnTo>
                  <a:lnTo>
                    <a:pt x="9040604" y="698252"/>
                  </a:lnTo>
                  <a:lnTo>
                    <a:pt x="9074184" y="637744"/>
                  </a:lnTo>
                  <a:lnTo>
                    <a:pt x="9084767" y="619785"/>
                  </a:lnTo>
                  <a:lnTo>
                    <a:pt x="9130303" y="548471"/>
                  </a:lnTo>
                  <a:lnTo>
                    <a:pt x="9178126" y="483665"/>
                  </a:lnTo>
                  <a:lnTo>
                    <a:pt x="9228905" y="425102"/>
                  </a:lnTo>
                  <a:lnTo>
                    <a:pt x="9283369" y="372298"/>
                  </a:lnTo>
                  <a:lnTo>
                    <a:pt x="9342273" y="324682"/>
                  </a:lnTo>
                  <a:lnTo>
                    <a:pt x="9406342" y="281683"/>
                  </a:lnTo>
                  <a:lnTo>
                    <a:pt x="9476220" y="242770"/>
                  </a:lnTo>
                  <a:lnTo>
                    <a:pt x="9552386" y="207492"/>
                  </a:lnTo>
                  <a:lnTo>
                    <a:pt x="9635048" y="175487"/>
                  </a:lnTo>
                  <a:lnTo>
                    <a:pt x="9724007" y="146489"/>
                  </a:lnTo>
                  <a:lnTo>
                    <a:pt x="9818503" y="120337"/>
                  </a:lnTo>
                  <a:lnTo>
                    <a:pt x="9917067" y="96960"/>
                  </a:lnTo>
                  <a:lnTo>
                    <a:pt x="10017421" y="76366"/>
                  </a:lnTo>
                  <a:lnTo>
                    <a:pt x="10116482" y="58610"/>
                  </a:lnTo>
                  <a:lnTo>
                    <a:pt x="10210555" y="43750"/>
                  </a:lnTo>
                  <a:lnTo>
                    <a:pt x="10295718" y="31799"/>
                  </a:lnTo>
                  <a:lnTo>
                    <a:pt x="10368386" y="22678"/>
                  </a:lnTo>
                  <a:lnTo>
                    <a:pt x="10425949" y="16176"/>
                  </a:lnTo>
                  <a:lnTo>
                    <a:pt x="10467301" y="11954"/>
                  </a:lnTo>
                  <a:lnTo>
                    <a:pt x="10493128" y="9560"/>
                  </a:lnTo>
                  <a:lnTo>
                    <a:pt x="10505909" y="8481"/>
                  </a:lnTo>
                  <a:lnTo>
                    <a:pt x="10509717" y="8186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8818" y="81"/>
                  </a:lnTo>
                  <a:lnTo>
                    <a:pt x="10501626" y="658"/>
                  </a:lnTo>
                  <a:lnTo>
                    <a:pt x="10483476" y="2254"/>
                  </a:lnTo>
                  <a:lnTo>
                    <a:pt x="10450970" y="5398"/>
                  </a:lnTo>
                  <a:lnTo>
                    <a:pt x="10402407" y="10581"/>
                  </a:lnTo>
                  <a:lnTo>
                    <a:pt x="10337912" y="18209"/>
                  </a:lnTo>
                  <a:lnTo>
                    <a:pt x="10259312" y="28567"/>
                  </a:lnTo>
                  <a:lnTo>
                    <a:pt x="10169723" y="41804"/>
                  </a:lnTo>
                  <a:lnTo>
                    <a:pt x="10072956" y="57953"/>
                  </a:lnTo>
                  <a:lnTo>
                    <a:pt x="9972896" y="76976"/>
                  </a:lnTo>
                  <a:lnTo>
                    <a:pt x="9873001" y="98808"/>
                  </a:lnTo>
                  <a:lnTo>
                    <a:pt x="9776008" y="123412"/>
                  </a:lnTo>
                  <a:lnTo>
                    <a:pt x="9683830" y="150811"/>
                  </a:lnTo>
                  <a:lnTo>
                    <a:pt x="9597606" y="181116"/>
                  </a:lnTo>
                  <a:lnTo>
                    <a:pt x="9517827" y="214534"/>
                  </a:lnTo>
                  <a:lnTo>
                    <a:pt x="9444493" y="251373"/>
                  </a:lnTo>
                  <a:lnTo>
                    <a:pt x="9377260" y="292036"/>
                  </a:lnTo>
                  <a:lnTo>
                    <a:pt x="9315567" y="337013"/>
                  </a:lnTo>
                  <a:lnTo>
                    <a:pt x="9258723" y="386856"/>
                  </a:lnTo>
                  <a:lnTo>
                    <a:pt x="9205985" y="442146"/>
                  </a:lnTo>
                  <a:lnTo>
                    <a:pt x="9156605" y="503426"/>
                  </a:lnTo>
                  <a:lnTo>
                    <a:pt x="9109872" y="571103"/>
                  </a:lnTo>
                  <a:lnTo>
                    <a:pt x="9084767" y="611612"/>
                  </a:lnTo>
                  <a:lnTo>
                    <a:pt x="9050919" y="670918"/>
                  </a:lnTo>
                  <a:lnTo>
                    <a:pt x="9017859" y="734143"/>
                  </a:lnTo>
                  <a:lnTo>
                    <a:pt x="8985395" y="801366"/>
                  </a:lnTo>
                  <a:lnTo>
                    <a:pt x="8953366" y="872617"/>
                  </a:lnTo>
                  <a:lnTo>
                    <a:pt x="8921642" y="947870"/>
                  </a:lnTo>
                  <a:lnTo>
                    <a:pt x="8890117" y="1027037"/>
                  </a:lnTo>
                  <a:lnTo>
                    <a:pt x="8858709" y="1109967"/>
                  </a:lnTo>
                  <a:lnTo>
                    <a:pt x="8827354" y="1196441"/>
                  </a:lnTo>
                  <a:lnTo>
                    <a:pt x="8796007" y="1286173"/>
                  </a:lnTo>
                  <a:lnTo>
                    <a:pt x="8764637" y="1378810"/>
                  </a:lnTo>
                  <a:lnTo>
                    <a:pt x="8733229" y="1473938"/>
                  </a:lnTo>
                  <a:lnTo>
                    <a:pt x="8701779" y="1571089"/>
                  </a:lnTo>
                  <a:lnTo>
                    <a:pt x="8670290" y="1669746"/>
                  </a:lnTo>
                  <a:lnTo>
                    <a:pt x="8638773" y="1769359"/>
                  </a:lnTo>
                  <a:lnTo>
                    <a:pt x="8607246" y="1869355"/>
                  </a:lnTo>
                  <a:lnTo>
                    <a:pt x="8575724" y="1969148"/>
                  </a:lnTo>
                  <a:lnTo>
                    <a:pt x="8544225" y="2068162"/>
                  </a:lnTo>
                  <a:lnTo>
                    <a:pt x="8512762" y="2165836"/>
                  </a:lnTo>
                  <a:lnTo>
                    <a:pt x="8481341" y="2261644"/>
                  </a:lnTo>
                  <a:lnTo>
                    <a:pt x="8449960" y="2355099"/>
                  </a:lnTo>
                  <a:lnTo>
                    <a:pt x="8418609" y="2445771"/>
                  </a:lnTo>
                  <a:lnTo>
                    <a:pt x="8387260" y="2533288"/>
                  </a:lnTo>
                  <a:lnTo>
                    <a:pt x="8355874" y="2617342"/>
                  </a:lnTo>
                  <a:lnTo>
                    <a:pt x="8324394" y="2697695"/>
                  </a:lnTo>
                  <a:lnTo>
                    <a:pt x="8292741" y="2774172"/>
                  </a:lnTo>
                  <a:lnTo>
                    <a:pt x="8260820" y="2846669"/>
                  </a:lnTo>
                  <a:lnTo>
                    <a:pt x="8228506" y="2915139"/>
                  </a:lnTo>
                  <a:lnTo>
                    <a:pt x="8195650" y="2979596"/>
                  </a:lnTo>
                  <a:lnTo>
                    <a:pt x="8162069" y="3040104"/>
                  </a:lnTo>
                  <a:lnTo>
                    <a:pt x="8151487" y="3058063"/>
                  </a:lnTo>
                  <a:lnTo>
                    <a:pt x="8105950" y="3129377"/>
                  </a:lnTo>
                  <a:lnTo>
                    <a:pt x="8058127" y="3194183"/>
                  </a:lnTo>
                  <a:lnTo>
                    <a:pt x="8007349" y="3252746"/>
                  </a:lnTo>
                  <a:lnTo>
                    <a:pt x="7952884" y="3305551"/>
                  </a:lnTo>
                  <a:lnTo>
                    <a:pt x="7893981" y="3353166"/>
                  </a:lnTo>
                  <a:lnTo>
                    <a:pt x="7829911" y="3396166"/>
                  </a:lnTo>
                  <a:lnTo>
                    <a:pt x="7760033" y="3435078"/>
                  </a:lnTo>
                  <a:lnTo>
                    <a:pt x="7683867" y="3470356"/>
                  </a:lnTo>
                  <a:lnTo>
                    <a:pt x="7601205" y="3502362"/>
                  </a:lnTo>
                  <a:lnTo>
                    <a:pt x="7512247" y="3531359"/>
                  </a:lnTo>
                  <a:lnTo>
                    <a:pt x="7417750" y="3557511"/>
                  </a:lnTo>
                  <a:lnTo>
                    <a:pt x="7319186" y="3580888"/>
                  </a:lnTo>
                  <a:lnTo>
                    <a:pt x="7218833" y="3601482"/>
                  </a:lnTo>
                  <a:lnTo>
                    <a:pt x="7119771" y="3619239"/>
                  </a:lnTo>
                  <a:lnTo>
                    <a:pt x="7025698" y="3634099"/>
                  </a:lnTo>
                  <a:lnTo>
                    <a:pt x="6940536" y="3646049"/>
                  </a:lnTo>
                  <a:lnTo>
                    <a:pt x="6867867" y="3655170"/>
                  </a:lnTo>
                  <a:lnTo>
                    <a:pt x="6810304" y="3661672"/>
                  </a:lnTo>
                  <a:lnTo>
                    <a:pt x="6768952" y="3665895"/>
                  </a:lnTo>
                  <a:lnTo>
                    <a:pt x="6743125" y="3668288"/>
                  </a:lnTo>
                  <a:lnTo>
                    <a:pt x="6730344" y="3669367"/>
                  </a:lnTo>
                  <a:lnTo>
                    <a:pt x="6726536" y="3669662"/>
                  </a:lnTo>
                  <a:lnTo>
                    <a:pt x="6726343" y="3669676"/>
                  </a:lnTo>
                  <a:lnTo>
                    <a:pt x="5254955" y="3669676"/>
                  </a:lnTo>
                  <a:lnTo>
                    <a:pt x="5253832" y="3669749"/>
                  </a:lnTo>
                  <a:lnTo>
                    <a:pt x="5246450" y="3670270"/>
                  </a:lnTo>
                  <a:lnTo>
                    <a:pt x="5227832" y="3671710"/>
                  </a:lnTo>
                  <a:lnTo>
                    <a:pt x="5194525" y="3674545"/>
                  </a:lnTo>
                  <a:lnTo>
                    <a:pt x="5144841" y="3679218"/>
                  </a:lnTo>
                  <a:lnTo>
                    <a:pt x="5078985" y="3686090"/>
                  </a:lnTo>
                  <a:lnTo>
                    <a:pt x="4998910" y="3695411"/>
                  </a:lnTo>
                  <a:lnTo>
                    <a:pt x="4907881" y="3707310"/>
                  </a:lnTo>
                  <a:lnTo>
                    <a:pt x="4809836" y="3721810"/>
                  </a:lnTo>
                  <a:lnTo>
                    <a:pt x="4708748" y="3738874"/>
                  </a:lnTo>
                  <a:lnTo>
                    <a:pt x="4608116" y="3758443"/>
                  </a:lnTo>
                  <a:lnTo>
                    <a:pt x="4510672" y="3780489"/>
                  </a:lnTo>
                  <a:lnTo>
                    <a:pt x="4418294" y="3805040"/>
                  </a:lnTo>
                  <a:lnTo>
                    <a:pt x="4332069" y="3832205"/>
                  </a:lnTo>
                  <a:lnTo>
                    <a:pt x="4252432" y="3862182"/>
                  </a:lnTo>
                  <a:lnTo>
                    <a:pt x="4179327" y="3895261"/>
                  </a:lnTo>
                  <a:lnTo>
                    <a:pt x="4112363" y="3931817"/>
                  </a:lnTo>
                  <a:lnTo>
                    <a:pt x="4050937" y="3972302"/>
                  </a:lnTo>
                  <a:lnTo>
                    <a:pt x="3994328" y="4017220"/>
                  </a:lnTo>
                  <a:lnTo>
                    <a:pt x="3941766" y="4067094"/>
                  </a:lnTo>
                  <a:lnTo>
                    <a:pt x="3892487" y="4122400"/>
                  </a:lnTo>
                  <a:lnTo>
                    <a:pt x="3845774" y="4183468"/>
                  </a:lnTo>
                  <a:lnTo>
                    <a:pt x="3829811" y="4206369"/>
                  </a:lnTo>
                  <a:lnTo>
                    <a:pt x="3794039" y="4261513"/>
                  </a:lnTo>
                  <a:lnTo>
                    <a:pt x="3759135" y="4320509"/>
                  </a:lnTo>
                  <a:lnTo>
                    <a:pt x="3724875" y="4383435"/>
                  </a:lnTo>
                  <a:lnTo>
                    <a:pt x="3691075" y="4450314"/>
                  </a:lnTo>
                  <a:lnTo>
                    <a:pt x="3657587" y="4521106"/>
                  </a:lnTo>
                  <a:lnTo>
                    <a:pt x="3624293" y="4595703"/>
                  </a:lnTo>
                  <a:lnTo>
                    <a:pt x="3591102" y="4673926"/>
                  </a:lnTo>
                  <a:lnTo>
                    <a:pt x="3557948" y="4755521"/>
                  </a:lnTo>
                  <a:lnTo>
                    <a:pt x="3524786" y="4840162"/>
                  </a:lnTo>
                  <a:lnTo>
                    <a:pt x="3491588" y="4927450"/>
                  </a:lnTo>
                  <a:lnTo>
                    <a:pt x="3458343" y="5016925"/>
                  </a:lnTo>
                  <a:lnTo>
                    <a:pt x="3425052" y="5108067"/>
                  </a:lnTo>
                  <a:lnTo>
                    <a:pt x="3391726" y="5200318"/>
                  </a:lnTo>
                  <a:lnTo>
                    <a:pt x="3358383" y="5293086"/>
                  </a:lnTo>
                  <a:lnTo>
                    <a:pt x="3325043" y="5385767"/>
                  </a:lnTo>
                  <a:lnTo>
                    <a:pt x="3291725" y="5477758"/>
                  </a:lnTo>
                  <a:lnTo>
                    <a:pt x="3258447" y="5568478"/>
                  </a:lnTo>
                  <a:lnTo>
                    <a:pt x="3225216" y="5657375"/>
                  </a:lnTo>
                  <a:lnTo>
                    <a:pt x="3192030" y="5743948"/>
                  </a:lnTo>
                  <a:lnTo>
                    <a:pt x="3158873" y="5827751"/>
                  </a:lnTo>
                  <a:lnTo>
                    <a:pt x="3125715" y="5908409"/>
                  </a:lnTo>
                  <a:lnTo>
                    <a:pt x="3092502" y="5985613"/>
                  </a:lnTo>
                  <a:lnTo>
                    <a:pt x="3059163" y="6059132"/>
                  </a:lnTo>
                  <a:lnTo>
                    <a:pt x="3025598" y="6128809"/>
                  </a:lnTo>
                  <a:lnTo>
                    <a:pt x="2991683" y="6194553"/>
                  </a:lnTo>
                  <a:lnTo>
                    <a:pt x="2957258" y="6256346"/>
                  </a:lnTo>
                  <a:lnTo>
                    <a:pt x="2922130" y="6314225"/>
                  </a:lnTo>
                  <a:lnTo>
                    <a:pt x="2896531" y="6353144"/>
                  </a:lnTo>
                  <a:lnTo>
                    <a:pt x="2850569" y="6416268"/>
                  </a:lnTo>
                  <a:lnTo>
                    <a:pt x="2802271" y="6473578"/>
                  </a:lnTo>
                  <a:lnTo>
                    <a:pt x="2750951" y="6525316"/>
                  </a:lnTo>
                  <a:lnTo>
                    <a:pt x="2695856" y="6571921"/>
                  </a:lnTo>
                  <a:lnTo>
                    <a:pt x="2636213" y="6613908"/>
                  </a:lnTo>
                  <a:lnTo>
                    <a:pt x="2571276" y="6651794"/>
                  </a:lnTo>
                  <a:lnTo>
                    <a:pt x="2500392" y="6686050"/>
                  </a:lnTo>
                  <a:lnTo>
                    <a:pt x="2423082" y="6717082"/>
                  </a:lnTo>
                  <a:lnTo>
                    <a:pt x="2339157" y="6745210"/>
                  </a:lnTo>
                  <a:lnTo>
                    <a:pt x="2248860" y="6770665"/>
                  </a:lnTo>
                  <a:lnTo>
                    <a:pt x="2153029" y="6793586"/>
                  </a:lnTo>
                  <a:lnTo>
                    <a:pt x="2053252" y="6814029"/>
                  </a:lnTo>
                  <a:lnTo>
                    <a:pt x="1951961" y="6831981"/>
                  </a:lnTo>
                  <a:lnTo>
                    <a:pt x="1852407" y="6847391"/>
                  </a:lnTo>
                  <a:lnTo>
                    <a:pt x="1758442" y="6860208"/>
                  </a:lnTo>
                  <a:lnTo>
                    <a:pt x="1674087" y="6870428"/>
                  </a:lnTo>
                  <a:lnTo>
                    <a:pt x="1602920" y="6878141"/>
                  </a:lnTo>
                  <a:lnTo>
                    <a:pt x="1547420" y="6883552"/>
                  </a:lnTo>
                  <a:lnTo>
                    <a:pt x="1508440" y="6886987"/>
                  </a:lnTo>
                  <a:lnTo>
                    <a:pt x="1484956" y="6888865"/>
                  </a:lnTo>
                  <a:lnTo>
                    <a:pt x="1474110" y="6889655"/>
                  </a:lnTo>
                  <a:lnTo>
                    <a:pt x="1471387" y="6889837"/>
                  </a:lnTo>
                  <a:lnTo>
                    <a:pt x="0" y="6889837"/>
                  </a:lnTo>
                  <a:close/>
                </a:path>
              </a:pathLst>
            </a:custGeom>
            <a:solidFill>
              <a:srgbClr val="9E9E9E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746" name="pl1746"/>
            <p:cNvSpPr/>
            <p:nvPr/>
          </p:nvSpPr>
          <p:spPr>
            <a:xfrm>
              <a:off x="4799595" y="3132672"/>
              <a:ext cx="11981298" cy="6889837"/>
            </a:xfrm>
            <a:custGeom>
              <a:avLst/>
              <a:pathLst>
                <a:path w="11981298" h="6889837">
                  <a:moveTo>
                    <a:pt x="0" y="6889837"/>
                  </a:moveTo>
                  <a:lnTo>
                    <a:pt x="1471387" y="6889837"/>
                  </a:lnTo>
                  <a:lnTo>
                    <a:pt x="1472510" y="6889764"/>
                  </a:lnTo>
                  <a:lnTo>
                    <a:pt x="1479892" y="6889243"/>
                  </a:lnTo>
                  <a:lnTo>
                    <a:pt x="1498510" y="6887803"/>
                  </a:lnTo>
                  <a:lnTo>
                    <a:pt x="1531817" y="6884967"/>
                  </a:lnTo>
                  <a:lnTo>
                    <a:pt x="1581501" y="6880295"/>
                  </a:lnTo>
                  <a:lnTo>
                    <a:pt x="1647357" y="6873423"/>
                  </a:lnTo>
                  <a:lnTo>
                    <a:pt x="1727432" y="6864102"/>
                  </a:lnTo>
                  <a:lnTo>
                    <a:pt x="1818461" y="6852203"/>
                  </a:lnTo>
                  <a:lnTo>
                    <a:pt x="1916506" y="6837703"/>
                  </a:lnTo>
                  <a:lnTo>
                    <a:pt x="2017594" y="6820639"/>
                  </a:lnTo>
                  <a:lnTo>
                    <a:pt x="2118226" y="6801069"/>
                  </a:lnTo>
                  <a:lnTo>
                    <a:pt x="2215671" y="6779024"/>
                  </a:lnTo>
                  <a:lnTo>
                    <a:pt x="2308048" y="6754473"/>
                  </a:lnTo>
                  <a:lnTo>
                    <a:pt x="2394273" y="6727308"/>
                  </a:lnTo>
                  <a:lnTo>
                    <a:pt x="2473910" y="6697331"/>
                  </a:lnTo>
                  <a:lnTo>
                    <a:pt x="2547015" y="6664252"/>
                  </a:lnTo>
                  <a:lnTo>
                    <a:pt x="2613979" y="6627696"/>
                  </a:lnTo>
                  <a:lnTo>
                    <a:pt x="2675405" y="6587211"/>
                  </a:lnTo>
                  <a:lnTo>
                    <a:pt x="2732014" y="6542293"/>
                  </a:lnTo>
                  <a:lnTo>
                    <a:pt x="2784576" y="6492419"/>
                  </a:lnTo>
                  <a:lnTo>
                    <a:pt x="2833856" y="6437112"/>
                  </a:lnTo>
                  <a:lnTo>
                    <a:pt x="2880568" y="6376045"/>
                  </a:lnTo>
                  <a:lnTo>
                    <a:pt x="2896531" y="6353144"/>
                  </a:lnTo>
                  <a:lnTo>
                    <a:pt x="2932303" y="6297999"/>
                  </a:lnTo>
                  <a:lnTo>
                    <a:pt x="2967207" y="6239004"/>
                  </a:lnTo>
                  <a:lnTo>
                    <a:pt x="3001467" y="6176078"/>
                  </a:lnTo>
                  <a:lnTo>
                    <a:pt x="3035267" y="6109199"/>
                  </a:lnTo>
                  <a:lnTo>
                    <a:pt x="3068755" y="6038407"/>
                  </a:lnTo>
                  <a:lnTo>
                    <a:pt x="3102049" y="5963810"/>
                  </a:lnTo>
                  <a:lnTo>
                    <a:pt x="3135240" y="5885587"/>
                  </a:lnTo>
                  <a:lnTo>
                    <a:pt x="3168394" y="5803992"/>
                  </a:lnTo>
                  <a:lnTo>
                    <a:pt x="3201556" y="5719351"/>
                  </a:lnTo>
                  <a:lnTo>
                    <a:pt x="3234754" y="5632063"/>
                  </a:lnTo>
                  <a:lnTo>
                    <a:pt x="3267999" y="5542588"/>
                  </a:lnTo>
                  <a:lnTo>
                    <a:pt x="3301290" y="5451446"/>
                  </a:lnTo>
                  <a:lnTo>
                    <a:pt x="3334616" y="5359195"/>
                  </a:lnTo>
                  <a:lnTo>
                    <a:pt x="3367959" y="5266427"/>
                  </a:lnTo>
                  <a:lnTo>
                    <a:pt x="3401299" y="5173746"/>
                  </a:lnTo>
                  <a:lnTo>
                    <a:pt x="3434617" y="5081754"/>
                  </a:lnTo>
                  <a:lnTo>
                    <a:pt x="3467895" y="4991035"/>
                  </a:lnTo>
                  <a:lnTo>
                    <a:pt x="3501127" y="4902138"/>
                  </a:lnTo>
                  <a:lnTo>
                    <a:pt x="3534312" y="4815565"/>
                  </a:lnTo>
                  <a:lnTo>
                    <a:pt x="3567469" y="4731761"/>
                  </a:lnTo>
                  <a:lnTo>
                    <a:pt x="3600627" y="4651104"/>
                  </a:lnTo>
                  <a:lnTo>
                    <a:pt x="3633840" y="4573900"/>
                  </a:lnTo>
                  <a:lnTo>
                    <a:pt x="3667180" y="4500380"/>
                  </a:lnTo>
                  <a:lnTo>
                    <a:pt x="3700744" y="4430704"/>
                  </a:lnTo>
                  <a:lnTo>
                    <a:pt x="3734660" y="4364959"/>
                  </a:lnTo>
                  <a:lnTo>
                    <a:pt x="3769084" y="4303167"/>
                  </a:lnTo>
                  <a:lnTo>
                    <a:pt x="3804212" y="4245288"/>
                  </a:lnTo>
                  <a:lnTo>
                    <a:pt x="3829811" y="4206369"/>
                  </a:lnTo>
                  <a:lnTo>
                    <a:pt x="3875774" y="4143245"/>
                  </a:lnTo>
                  <a:lnTo>
                    <a:pt x="3924071" y="4085935"/>
                  </a:lnTo>
                  <a:lnTo>
                    <a:pt x="3975391" y="4034197"/>
                  </a:lnTo>
                  <a:lnTo>
                    <a:pt x="4030486" y="3987592"/>
                  </a:lnTo>
                  <a:lnTo>
                    <a:pt x="4090129" y="3945604"/>
                  </a:lnTo>
                  <a:lnTo>
                    <a:pt x="4155066" y="3907719"/>
                  </a:lnTo>
                  <a:lnTo>
                    <a:pt x="4225950" y="3873463"/>
                  </a:lnTo>
                  <a:lnTo>
                    <a:pt x="4303260" y="3842431"/>
                  </a:lnTo>
                  <a:lnTo>
                    <a:pt x="4387185" y="3814303"/>
                  </a:lnTo>
                  <a:lnTo>
                    <a:pt x="4477482" y="3788848"/>
                  </a:lnTo>
                  <a:lnTo>
                    <a:pt x="4573313" y="3765927"/>
                  </a:lnTo>
                  <a:lnTo>
                    <a:pt x="4673090" y="3745484"/>
                  </a:lnTo>
                  <a:lnTo>
                    <a:pt x="4774381" y="3727531"/>
                  </a:lnTo>
                  <a:lnTo>
                    <a:pt x="4873935" y="3712122"/>
                  </a:lnTo>
                  <a:lnTo>
                    <a:pt x="4967900" y="3699305"/>
                  </a:lnTo>
                  <a:lnTo>
                    <a:pt x="5052255" y="3689085"/>
                  </a:lnTo>
                  <a:lnTo>
                    <a:pt x="5123422" y="3681372"/>
                  </a:lnTo>
                  <a:lnTo>
                    <a:pt x="5178922" y="3675961"/>
                  </a:lnTo>
                  <a:lnTo>
                    <a:pt x="5217902" y="3672526"/>
                  </a:lnTo>
                  <a:lnTo>
                    <a:pt x="5241386" y="3670648"/>
                  </a:lnTo>
                  <a:lnTo>
                    <a:pt x="5252232" y="3669857"/>
                  </a:lnTo>
                  <a:lnTo>
                    <a:pt x="5254904" y="3669679"/>
                  </a:lnTo>
                  <a:lnTo>
                    <a:pt x="5254955" y="3669676"/>
                  </a:lnTo>
                  <a:lnTo>
                    <a:pt x="6726343" y="3669676"/>
                  </a:lnTo>
                  <a:lnTo>
                    <a:pt x="6727436" y="3669595"/>
                  </a:lnTo>
                  <a:lnTo>
                    <a:pt x="6734627" y="3669017"/>
                  </a:lnTo>
                  <a:lnTo>
                    <a:pt x="6752777" y="3667421"/>
                  </a:lnTo>
                  <a:lnTo>
                    <a:pt x="6785283" y="3664277"/>
                  </a:lnTo>
                  <a:lnTo>
                    <a:pt x="6833846" y="3659094"/>
                  </a:lnTo>
                  <a:lnTo>
                    <a:pt x="6898341" y="3651466"/>
                  </a:lnTo>
                  <a:lnTo>
                    <a:pt x="6976942" y="3641108"/>
                  </a:lnTo>
                  <a:lnTo>
                    <a:pt x="7066531" y="3627872"/>
                  </a:lnTo>
                  <a:lnTo>
                    <a:pt x="7163297" y="3611722"/>
                  </a:lnTo>
                  <a:lnTo>
                    <a:pt x="7263357" y="3592700"/>
                  </a:lnTo>
                  <a:lnTo>
                    <a:pt x="7363252" y="3570867"/>
                  </a:lnTo>
                  <a:lnTo>
                    <a:pt x="7460245" y="3546263"/>
                  </a:lnTo>
                  <a:lnTo>
                    <a:pt x="7552423" y="3518864"/>
                  </a:lnTo>
                  <a:lnTo>
                    <a:pt x="7638647" y="3488559"/>
                  </a:lnTo>
                  <a:lnTo>
                    <a:pt x="7718426" y="3455141"/>
                  </a:lnTo>
                  <a:lnTo>
                    <a:pt x="7791761" y="3418303"/>
                  </a:lnTo>
                  <a:lnTo>
                    <a:pt x="7858993" y="3377639"/>
                  </a:lnTo>
                  <a:lnTo>
                    <a:pt x="7920687" y="3332662"/>
                  </a:lnTo>
                  <a:lnTo>
                    <a:pt x="7977530" y="3282819"/>
                  </a:lnTo>
                  <a:lnTo>
                    <a:pt x="8030268" y="3227529"/>
                  </a:lnTo>
                  <a:lnTo>
                    <a:pt x="8079649" y="3166250"/>
                  </a:lnTo>
                  <a:lnTo>
                    <a:pt x="8126381" y="3098572"/>
                  </a:lnTo>
                  <a:lnTo>
                    <a:pt x="8151487" y="3058063"/>
                  </a:lnTo>
                  <a:lnTo>
                    <a:pt x="8185334" y="2998757"/>
                  </a:lnTo>
                  <a:lnTo>
                    <a:pt x="8218394" y="2935533"/>
                  </a:lnTo>
                  <a:lnTo>
                    <a:pt x="8250858" y="2868309"/>
                  </a:lnTo>
                  <a:lnTo>
                    <a:pt x="8282887" y="2797058"/>
                  </a:lnTo>
                  <a:lnTo>
                    <a:pt x="8314611" y="2721805"/>
                  </a:lnTo>
                  <a:lnTo>
                    <a:pt x="8346136" y="2642638"/>
                  </a:lnTo>
                  <a:lnTo>
                    <a:pt x="8377544" y="2559708"/>
                  </a:lnTo>
                  <a:lnTo>
                    <a:pt x="8408899" y="2473234"/>
                  </a:lnTo>
                  <a:lnTo>
                    <a:pt x="8440247" y="2383502"/>
                  </a:lnTo>
                  <a:lnTo>
                    <a:pt x="8471616" y="2290866"/>
                  </a:lnTo>
                  <a:lnTo>
                    <a:pt x="8503024" y="2195737"/>
                  </a:lnTo>
                  <a:lnTo>
                    <a:pt x="8534475" y="2098587"/>
                  </a:lnTo>
                  <a:lnTo>
                    <a:pt x="8565964" y="1999929"/>
                  </a:lnTo>
                  <a:lnTo>
                    <a:pt x="8597480" y="1900316"/>
                  </a:lnTo>
                  <a:lnTo>
                    <a:pt x="8629008" y="1800321"/>
                  </a:lnTo>
                  <a:lnTo>
                    <a:pt x="8660529" y="1700527"/>
                  </a:lnTo>
                  <a:lnTo>
                    <a:pt x="8692028" y="1601513"/>
                  </a:lnTo>
                  <a:lnTo>
                    <a:pt x="8723492" y="1503839"/>
                  </a:lnTo>
                  <a:lnTo>
                    <a:pt x="8754913" y="1408031"/>
                  </a:lnTo>
                  <a:lnTo>
                    <a:pt x="8786293" y="1314576"/>
                  </a:lnTo>
                  <a:lnTo>
                    <a:pt x="8817644" y="1223904"/>
                  </a:lnTo>
                  <a:lnTo>
                    <a:pt x="8848993" y="1136387"/>
                  </a:lnTo>
                  <a:lnTo>
                    <a:pt x="8880379" y="1052333"/>
                  </a:lnTo>
                  <a:lnTo>
                    <a:pt x="8911860" y="971981"/>
                  </a:lnTo>
                  <a:lnTo>
                    <a:pt x="8943512" y="895503"/>
                  </a:lnTo>
                  <a:lnTo>
                    <a:pt x="8975434" y="823006"/>
                  </a:lnTo>
                  <a:lnTo>
                    <a:pt x="9007747" y="754536"/>
                  </a:lnTo>
                  <a:lnTo>
                    <a:pt x="9040604" y="690079"/>
                  </a:lnTo>
                  <a:lnTo>
                    <a:pt x="9074184" y="629571"/>
                  </a:lnTo>
                  <a:lnTo>
                    <a:pt x="9084767" y="611612"/>
                  </a:lnTo>
                  <a:lnTo>
                    <a:pt x="9130303" y="540298"/>
                  </a:lnTo>
                  <a:lnTo>
                    <a:pt x="9178126" y="475492"/>
                  </a:lnTo>
                  <a:lnTo>
                    <a:pt x="9228905" y="416929"/>
                  </a:lnTo>
                  <a:lnTo>
                    <a:pt x="9283369" y="364125"/>
                  </a:lnTo>
                  <a:lnTo>
                    <a:pt x="9342273" y="316509"/>
                  </a:lnTo>
                  <a:lnTo>
                    <a:pt x="9406342" y="273510"/>
                  </a:lnTo>
                  <a:lnTo>
                    <a:pt x="9476220" y="234597"/>
                  </a:lnTo>
                  <a:lnTo>
                    <a:pt x="9552386" y="199319"/>
                  </a:lnTo>
                  <a:lnTo>
                    <a:pt x="9635048" y="167314"/>
                  </a:lnTo>
                  <a:lnTo>
                    <a:pt x="9724007" y="138316"/>
                  </a:lnTo>
                  <a:lnTo>
                    <a:pt x="9818503" y="112164"/>
                  </a:lnTo>
                  <a:lnTo>
                    <a:pt x="9917067" y="88787"/>
                  </a:lnTo>
                  <a:lnTo>
                    <a:pt x="10017421" y="68193"/>
                  </a:lnTo>
                  <a:lnTo>
                    <a:pt x="10116482" y="50437"/>
                  </a:lnTo>
                  <a:lnTo>
                    <a:pt x="10210555" y="35577"/>
                  </a:lnTo>
                  <a:lnTo>
                    <a:pt x="10295718" y="23626"/>
                  </a:lnTo>
                  <a:lnTo>
                    <a:pt x="10368386" y="14505"/>
                  </a:lnTo>
                  <a:lnTo>
                    <a:pt x="10425949" y="8003"/>
                  </a:lnTo>
                  <a:lnTo>
                    <a:pt x="10467301" y="3781"/>
                  </a:lnTo>
                  <a:lnTo>
                    <a:pt x="10493128" y="1387"/>
                  </a:lnTo>
                  <a:lnTo>
                    <a:pt x="10505909" y="308"/>
                  </a:lnTo>
                  <a:lnTo>
                    <a:pt x="10509717" y="13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47" name="pl1747"/>
            <p:cNvSpPr/>
            <p:nvPr/>
          </p:nvSpPr>
          <p:spPr>
            <a:xfrm>
              <a:off x="4799595" y="3124499"/>
              <a:ext cx="11981298" cy="6889837"/>
            </a:xfrm>
            <a:custGeom>
              <a:avLst/>
              <a:pathLst>
                <a:path w="11981298" h="6889837">
                  <a:moveTo>
                    <a:pt x="11981298" y="0"/>
                  </a:moveTo>
                  <a:lnTo>
                    <a:pt x="10509911" y="0"/>
                  </a:lnTo>
                  <a:lnTo>
                    <a:pt x="10508818" y="81"/>
                  </a:lnTo>
                  <a:lnTo>
                    <a:pt x="10501626" y="658"/>
                  </a:lnTo>
                  <a:lnTo>
                    <a:pt x="10483476" y="2254"/>
                  </a:lnTo>
                  <a:lnTo>
                    <a:pt x="10450970" y="5398"/>
                  </a:lnTo>
                  <a:lnTo>
                    <a:pt x="10402407" y="10581"/>
                  </a:lnTo>
                  <a:lnTo>
                    <a:pt x="10337912" y="18209"/>
                  </a:lnTo>
                  <a:lnTo>
                    <a:pt x="10259312" y="28567"/>
                  </a:lnTo>
                  <a:lnTo>
                    <a:pt x="10169723" y="41804"/>
                  </a:lnTo>
                  <a:lnTo>
                    <a:pt x="10072956" y="57953"/>
                  </a:lnTo>
                  <a:lnTo>
                    <a:pt x="9972896" y="76976"/>
                  </a:lnTo>
                  <a:lnTo>
                    <a:pt x="9873001" y="98808"/>
                  </a:lnTo>
                  <a:lnTo>
                    <a:pt x="9776008" y="123412"/>
                  </a:lnTo>
                  <a:lnTo>
                    <a:pt x="9683830" y="150811"/>
                  </a:lnTo>
                  <a:lnTo>
                    <a:pt x="9597606" y="181116"/>
                  </a:lnTo>
                  <a:lnTo>
                    <a:pt x="9517827" y="214534"/>
                  </a:lnTo>
                  <a:lnTo>
                    <a:pt x="9444493" y="251373"/>
                  </a:lnTo>
                  <a:lnTo>
                    <a:pt x="9377260" y="292036"/>
                  </a:lnTo>
                  <a:lnTo>
                    <a:pt x="9315567" y="337013"/>
                  </a:lnTo>
                  <a:lnTo>
                    <a:pt x="9258723" y="386856"/>
                  </a:lnTo>
                  <a:lnTo>
                    <a:pt x="9205985" y="442146"/>
                  </a:lnTo>
                  <a:lnTo>
                    <a:pt x="9156605" y="503426"/>
                  </a:lnTo>
                  <a:lnTo>
                    <a:pt x="9109872" y="571103"/>
                  </a:lnTo>
                  <a:lnTo>
                    <a:pt x="9084767" y="611612"/>
                  </a:lnTo>
                  <a:lnTo>
                    <a:pt x="9050919" y="670918"/>
                  </a:lnTo>
                  <a:lnTo>
                    <a:pt x="9017859" y="734143"/>
                  </a:lnTo>
                  <a:lnTo>
                    <a:pt x="8985395" y="801366"/>
                  </a:lnTo>
                  <a:lnTo>
                    <a:pt x="8953366" y="872617"/>
                  </a:lnTo>
                  <a:lnTo>
                    <a:pt x="8921642" y="947870"/>
                  </a:lnTo>
                  <a:lnTo>
                    <a:pt x="8890117" y="1027037"/>
                  </a:lnTo>
                  <a:lnTo>
                    <a:pt x="8858709" y="1109967"/>
                  </a:lnTo>
                  <a:lnTo>
                    <a:pt x="8827354" y="1196441"/>
                  </a:lnTo>
                  <a:lnTo>
                    <a:pt x="8796007" y="1286173"/>
                  </a:lnTo>
                  <a:lnTo>
                    <a:pt x="8764637" y="1378810"/>
                  </a:lnTo>
                  <a:lnTo>
                    <a:pt x="8733229" y="1473938"/>
                  </a:lnTo>
                  <a:lnTo>
                    <a:pt x="8701779" y="1571089"/>
                  </a:lnTo>
                  <a:lnTo>
                    <a:pt x="8670290" y="1669746"/>
                  </a:lnTo>
                  <a:lnTo>
                    <a:pt x="8638773" y="1769359"/>
                  </a:lnTo>
                  <a:lnTo>
                    <a:pt x="8607246" y="1869355"/>
                  </a:lnTo>
                  <a:lnTo>
                    <a:pt x="8575724" y="1969148"/>
                  </a:lnTo>
                  <a:lnTo>
                    <a:pt x="8544225" y="2068162"/>
                  </a:lnTo>
                  <a:lnTo>
                    <a:pt x="8512762" y="2165836"/>
                  </a:lnTo>
                  <a:lnTo>
                    <a:pt x="8481341" y="2261644"/>
                  </a:lnTo>
                  <a:lnTo>
                    <a:pt x="8449960" y="2355099"/>
                  </a:lnTo>
                  <a:lnTo>
                    <a:pt x="8418609" y="2445771"/>
                  </a:lnTo>
                  <a:lnTo>
                    <a:pt x="8387260" y="2533288"/>
                  </a:lnTo>
                  <a:lnTo>
                    <a:pt x="8355874" y="2617342"/>
                  </a:lnTo>
                  <a:lnTo>
                    <a:pt x="8324394" y="2697695"/>
                  </a:lnTo>
                  <a:lnTo>
                    <a:pt x="8292741" y="2774172"/>
                  </a:lnTo>
                  <a:lnTo>
                    <a:pt x="8260820" y="2846669"/>
                  </a:lnTo>
                  <a:lnTo>
                    <a:pt x="8228506" y="2915139"/>
                  </a:lnTo>
                  <a:lnTo>
                    <a:pt x="8195650" y="2979596"/>
                  </a:lnTo>
                  <a:lnTo>
                    <a:pt x="8162069" y="3040104"/>
                  </a:lnTo>
                  <a:lnTo>
                    <a:pt x="8151487" y="3058063"/>
                  </a:lnTo>
                  <a:lnTo>
                    <a:pt x="8105950" y="3129377"/>
                  </a:lnTo>
                  <a:lnTo>
                    <a:pt x="8058127" y="3194183"/>
                  </a:lnTo>
                  <a:lnTo>
                    <a:pt x="8007349" y="3252746"/>
                  </a:lnTo>
                  <a:lnTo>
                    <a:pt x="7952884" y="3305551"/>
                  </a:lnTo>
                  <a:lnTo>
                    <a:pt x="7893981" y="3353166"/>
                  </a:lnTo>
                  <a:lnTo>
                    <a:pt x="7829911" y="3396166"/>
                  </a:lnTo>
                  <a:lnTo>
                    <a:pt x="7760033" y="3435078"/>
                  </a:lnTo>
                  <a:lnTo>
                    <a:pt x="7683867" y="3470356"/>
                  </a:lnTo>
                  <a:lnTo>
                    <a:pt x="7601205" y="3502362"/>
                  </a:lnTo>
                  <a:lnTo>
                    <a:pt x="7512247" y="3531359"/>
                  </a:lnTo>
                  <a:lnTo>
                    <a:pt x="7417750" y="3557511"/>
                  </a:lnTo>
                  <a:lnTo>
                    <a:pt x="7319186" y="3580888"/>
                  </a:lnTo>
                  <a:lnTo>
                    <a:pt x="7218833" y="3601482"/>
                  </a:lnTo>
                  <a:lnTo>
                    <a:pt x="7119771" y="3619239"/>
                  </a:lnTo>
                  <a:lnTo>
                    <a:pt x="7025698" y="3634099"/>
                  </a:lnTo>
                  <a:lnTo>
                    <a:pt x="6940536" y="3646049"/>
                  </a:lnTo>
                  <a:lnTo>
                    <a:pt x="6867867" y="3655170"/>
                  </a:lnTo>
                  <a:lnTo>
                    <a:pt x="6810304" y="3661672"/>
                  </a:lnTo>
                  <a:lnTo>
                    <a:pt x="6768952" y="3665895"/>
                  </a:lnTo>
                  <a:lnTo>
                    <a:pt x="6743125" y="3668288"/>
                  </a:lnTo>
                  <a:lnTo>
                    <a:pt x="6730344" y="3669367"/>
                  </a:lnTo>
                  <a:lnTo>
                    <a:pt x="6726536" y="3669662"/>
                  </a:lnTo>
                  <a:lnTo>
                    <a:pt x="6726343" y="3669676"/>
                  </a:lnTo>
                  <a:lnTo>
                    <a:pt x="5254955" y="3669676"/>
                  </a:lnTo>
                  <a:lnTo>
                    <a:pt x="5253832" y="3669749"/>
                  </a:lnTo>
                  <a:lnTo>
                    <a:pt x="5246450" y="3670270"/>
                  </a:lnTo>
                  <a:lnTo>
                    <a:pt x="5227832" y="3671710"/>
                  </a:lnTo>
                  <a:lnTo>
                    <a:pt x="5194525" y="3674545"/>
                  </a:lnTo>
                  <a:lnTo>
                    <a:pt x="5144841" y="3679218"/>
                  </a:lnTo>
                  <a:lnTo>
                    <a:pt x="5078985" y="3686090"/>
                  </a:lnTo>
                  <a:lnTo>
                    <a:pt x="4998910" y="3695411"/>
                  </a:lnTo>
                  <a:lnTo>
                    <a:pt x="4907881" y="3707310"/>
                  </a:lnTo>
                  <a:lnTo>
                    <a:pt x="4809836" y="3721810"/>
                  </a:lnTo>
                  <a:lnTo>
                    <a:pt x="4708748" y="3738874"/>
                  </a:lnTo>
                  <a:lnTo>
                    <a:pt x="4608116" y="3758443"/>
                  </a:lnTo>
                  <a:lnTo>
                    <a:pt x="4510672" y="3780489"/>
                  </a:lnTo>
                  <a:lnTo>
                    <a:pt x="4418294" y="3805040"/>
                  </a:lnTo>
                  <a:lnTo>
                    <a:pt x="4332069" y="3832205"/>
                  </a:lnTo>
                  <a:lnTo>
                    <a:pt x="4252432" y="3862182"/>
                  </a:lnTo>
                  <a:lnTo>
                    <a:pt x="4179327" y="3895261"/>
                  </a:lnTo>
                  <a:lnTo>
                    <a:pt x="4112363" y="3931817"/>
                  </a:lnTo>
                  <a:lnTo>
                    <a:pt x="4050937" y="3972302"/>
                  </a:lnTo>
                  <a:lnTo>
                    <a:pt x="3994328" y="4017220"/>
                  </a:lnTo>
                  <a:lnTo>
                    <a:pt x="3941766" y="4067094"/>
                  </a:lnTo>
                  <a:lnTo>
                    <a:pt x="3892487" y="4122400"/>
                  </a:lnTo>
                  <a:lnTo>
                    <a:pt x="3845774" y="4183468"/>
                  </a:lnTo>
                  <a:lnTo>
                    <a:pt x="3829811" y="4206369"/>
                  </a:lnTo>
                  <a:lnTo>
                    <a:pt x="3794039" y="4261513"/>
                  </a:lnTo>
                  <a:lnTo>
                    <a:pt x="3759135" y="4320509"/>
                  </a:lnTo>
                  <a:lnTo>
                    <a:pt x="3724875" y="4383435"/>
                  </a:lnTo>
                  <a:lnTo>
                    <a:pt x="3691075" y="4450314"/>
                  </a:lnTo>
                  <a:lnTo>
                    <a:pt x="3657587" y="4521106"/>
                  </a:lnTo>
                  <a:lnTo>
                    <a:pt x="3624293" y="4595703"/>
                  </a:lnTo>
                  <a:lnTo>
                    <a:pt x="3591102" y="4673926"/>
                  </a:lnTo>
                  <a:lnTo>
                    <a:pt x="3557948" y="4755521"/>
                  </a:lnTo>
                  <a:lnTo>
                    <a:pt x="3524786" y="4840162"/>
                  </a:lnTo>
                  <a:lnTo>
                    <a:pt x="3491588" y="4927450"/>
                  </a:lnTo>
                  <a:lnTo>
                    <a:pt x="3458343" y="5016925"/>
                  </a:lnTo>
                  <a:lnTo>
                    <a:pt x="3425052" y="5108067"/>
                  </a:lnTo>
                  <a:lnTo>
                    <a:pt x="3391726" y="5200318"/>
                  </a:lnTo>
                  <a:lnTo>
                    <a:pt x="3358383" y="5293086"/>
                  </a:lnTo>
                  <a:lnTo>
                    <a:pt x="3325043" y="5385767"/>
                  </a:lnTo>
                  <a:lnTo>
                    <a:pt x="3291725" y="5477758"/>
                  </a:lnTo>
                  <a:lnTo>
                    <a:pt x="3258447" y="5568478"/>
                  </a:lnTo>
                  <a:lnTo>
                    <a:pt x="3225216" y="5657375"/>
                  </a:lnTo>
                  <a:lnTo>
                    <a:pt x="3192030" y="5743948"/>
                  </a:lnTo>
                  <a:lnTo>
                    <a:pt x="3158873" y="5827751"/>
                  </a:lnTo>
                  <a:lnTo>
                    <a:pt x="3125715" y="5908409"/>
                  </a:lnTo>
                  <a:lnTo>
                    <a:pt x="3092502" y="5985613"/>
                  </a:lnTo>
                  <a:lnTo>
                    <a:pt x="3059163" y="6059132"/>
                  </a:lnTo>
                  <a:lnTo>
                    <a:pt x="3025598" y="6128809"/>
                  </a:lnTo>
                  <a:lnTo>
                    <a:pt x="2991683" y="6194553"/>
                  </a:lnTo>
                  <a:lnTo>
                    <a:pt x="2957258" y="6256346"/>
                  </a:lnTo>
                  <a:lnTo>
                    <a:pt x="2922130" y="6314225"/>
                  </a:lnTo>
                  <a:lnTo>
                    <a:pt x="2896531" y="6353144"/>
                  </a:lnTo>
                  <a:lnTo>
                    <a:pt x="2850569" y="6416268"/>
                  </a:lnTo>
                  <a:lnTo>
                    <a:pt x="2802271" y="6473578"/>
                  </a:lnTo>
                  <a:lnTo>
                    <a:pt x="2750951" y="6525316"/>
                  </a:lnTo>
                  <a:lnTo>
                    <a:pt x="2695856" y="6571921"/>
                  </a:lnTo>
                  <a:lnTo>
                    <a:pt x="2636213" y="6613908"/>
                  </a:lnTo>
                  <a:lnTo>
                    <a:pt x="2571276" y="6651794"/>
                  </a:lnTo>
                  <a:lnTo>
                    <a:pt x="2500392" y="6686050"/>
                  </a:lnTo>
                  <a:lnTo>
                    <a:pt x="2423082" y="6717082"/>
                  </a:lnTo>
                  <a:lnTo>
                    <a:pt x="2339157" y="6745210"/>
                  </a:lnTo>
                  <a:lnTo>
                    <a:pt x="2248860" y="6770665"/>
                  </a:lnTo>
                  <a:lnTo>
                    <a:pt x="2153029" y="6793586"/>
                  </a:lnTo>
                  <a:lnTo>
                    <a:pt x="2053252" y="6814029"/>
                  </a:lnTo>
                  <a:lnTo>
                    <a:pt x="1951961" y="6831981"/>
                  </a:lnTo>
                  <a:lnTo>
                    <a:pt x="1852407" y="6847391"/>
                  </a:lnTo>
                  <a:lnTo>
                    <a:pt x="1758442" y="6860208"/>
                  </a:lnTo>
                  <a:lnTo>
                    <a:pt x="1674087" y="6870428"/>
                  </a:lnTo>
                  <a:lnTo>
                    <a:pt x="1602920" y="6878141"/>
                  </a:lnTo>
                  <a:lnTo>
                    <a:pt x="1547420" y="6883552"/>
                  </a:lnTo>
                  <a:lnTo>
                    <a:pt x="1508440" y="6886987"/>
                  </a:lnTo>
                  <a:lnTo>
                    <a:pt x="1484956" y="6888865"/>
                  </a:lnTo>
                  <a:lnTo>
                    <a:pt x="1474110" y="6889655"/>
                  </a:lnTo>
                  <a:lnTo>
                    <a:pt x="1471438" y="6889834"/>
                  </a:lnTo>
                  <a:lnTo>
                    <a:pt x="1471387" y="6889837"/>
                  </a:lnTo>
                  <a:lnTo>
                    <a:pt x="0" y="688983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48" name="pg1748"/>
            <p:cNvSpPr/>
            <p:nvPr/>
          </p:nvSpPr>
          <p:spPr>
            <a:xfrm>
              <a:off x="4799595" y="6581677"/>
              <a:ext cx="11981298" cy="3449005"/>
            </a:xfrm>
            <a:custGeom>
              <a:avLst/>
              <a:pathLst>
                <a:path w="11981298" h="3449005">
                  <a:moveTo>
                    <a:pt x="0" y="3449005"/>
                  </a:moveTo>
                  <a:lnTo>
                    <a:pt x="1471387" y="3449005"/>
                  </a:lnTo>
                  <a:lnTo>
                    <a:pt x="1472514" y="3448933"/>
                  </a:lnTo>
                  <a:lnTo>
                    <a:pt x="1479927" y="3448422"/>
                  </a:lnTo>
                  <a:lnTo>
                    <a:pt x="1498618" y="3447009"/>
                  </a:lnTo>
                  <a:lnTo>
                    <a:pt x="1532050" y="3444226"/>
                  </a:lnTo>
                  <a:lnTo>
                    <a:pt x="1581909" y="3439641"/>
                  </a:lnTo>
                  <a:lnTo>
                    <a:pt x="1647978" y="3432899"/>
                  </a:lnTo>
                  <a:lnTo>
                    <a:pt x="1728281" y="3423755"/>
                  </a:lnTo>
                  <a:lnTo>
                    <a:pt x="1819534" y="3412085"/>
                  </a:lnTo>
                  <a:lnTo>
                    <a:pt x="1917776" y="3397866"/>
                  </a:lnTo>
                  <a:lnTo>
                    <a:pt x="2019021" y="3381135"/>
                  </a:lnTo>
                  <a:lnTo>
                    <a:pt x="2119765" y="3361950"/>
                  </a:lnTo>
                  <a:lnTo>
                    <a:pt x="2217277" y="3340338"/>
                  </a:lnTo>
                  <a:lnTo>
                    <a:pt x="2309683" y="3316270"/>
                  </a:lnTo>
                  <a:lnTo>
                    <a:pt x="2395906" y="3289638"/>
                  </a:lnTo>
                  <a:lnTo>
                    <a:pt x="2475520" y="3260246"/>
                  </a:lnTo>
                  <a:lnTo>
                    <a:pt x="2548589" y="3227807"/>
                  </a:lnTo>
                  <a:lnTo>
                    <a:pt x="2615511" y="3191952"/>
                  </a:lnTo>
                  <a:lnTo>
                    <a:pt x="2676895" y="3152235"/>
                  </a:lnTo>
                  <a:lnTo>
                    <a:pt x="2733469" y="3108161"/>
                  </a:lnTo>
                  <a:lnTo>
                    <a:pt x="2786004" y="3059218"/>
                  </a:lnTo>
                  <a:lnTo>
                    <a:pt x="2835270" y="3004940"/>
                  </a:lnTo>
                  <a:lnTo>
                    <a:pt x="2881981" y="2945010"/>
                  </a:lnTo>
                  <a:lnTo>
                    <a:pt x="2896531" y="2924571"/>
                  </a:lnTo>
                  <a:lnTo>
                    <a:pt x="2932647" y="2870144"/>
                  </a:lnTo>
                  <a:lnTo>
                    <a:pt x="2967879" y="2811879"/>
                  </a:lnTo>
                  <a:lnTo>
                    <a:pt x="3002459" y="2749697"/>
                  </a:lnTo>
                  <a:lnTo>
                    <a:pt x="3036575" y="2683578"/>
                  </a:lnTo>
                  <a:lnTo>
                    <a:pt x="3070378" y="2613563"/>
                  </a:lnTo>
                  <a:lnTo>
                    <a:pt x="3103989" y="2539764"/>
                  </a:lnTo>
                  <a:lnTo>
                    <a:pt x="3137498" y="2462366"/>
                  </a:lnTo>
                  <a:lnTo>
                    <a:pt x="3170974" y="2381628"/>
                  </a:lnTo>
                  <a:lnTo>
                    <a:pt x="3204461" y="2297885"/>
                  </a:lnTo>
                  <a:lnTo>
                    <a:pt x="3237986" y="2211542"/>
                  </a:lnTo>
                  <a:lnTo>
                    <a:pt x="3271560" y="2123069"/>
                  </a:lnTo>
                  <a:lnTo>
                    <a:pt x="3305179" y="2032992"/>
                  </a:lnTo>
                  <a:lnTo>
                    <a:pt x="3338832" y="1941878"/>
                  </a:lnTo>
                  <a:lnTo>
                    <a:pt x="3372500" y="1850325"/>
                  </a:lnTo>
                  <a:lnTo>
                    <a:pt x="3406163" y="1758941"/>
                  </a:lnTo>
                  <a:lnTo>
                    <a:pt x="3439799" y="1668330"/>
                  </a:lnTo>
                  <a:lnTo>
                    <a:pt x="3473394" y="1579074"/>
                  </a:lnTo>
                  <a:lnTo>
                    <a:pt x="3506941" y="1491719"/>
                  </a:lnTo>
                  <a:lnTo>
                    <a:pt x="3540442" y="1406763"/>
                  </a:lnTo>
                  <a:lnTo>
                    <a:pt x="3573919" y="1324639"/>
                  </a:lnTo>
                  <a:lnTo>
                    <a:pt x="3607406" y="1245716"/>
                  </a:lnTo>
                  <a:lnTo>
                    <a:pt x="3640962" y="1170285"/>
                  </a:lnTo>
                  <a:lnTo>
                    <a:pt x="3674666" y="1098565"/>
                  </a:lnTo>
                  <a:lnTo>
                    <a:pt x="3708626" y="1030700"/>
                  </a:lnTo>
                  <a:lnTo>
                    <a:pt x="3742978" y="966762"/>
                  </a:lnTo>
                  <a:lnTo>
                    <a:pt x="3777894" y="906757"/>
                  </a:lnTo>
                  <a:lnTo>
                    <a:pt x="3813584" y="850632"/>
                  </a:lnTo>
                  <a:lnTo>
                    <a:pt x="3829811" y="826834"/>
                  </a:lnTo>
                  <a:lnTo>
                    <a:pt x="3875840" y="765069"/>
                  </a:lnTo>
                  <a:lnTo>
                    <a:pt x="3924211" y="709001"/>
                  </a:lnTo>
                  <a:lnTo>
                    <a:pt x="3975615" y="658392"/>
                  </a:lnTo>
                  <a:lnTo>
                    <a:pt x="4030808" y="612811"/>
                  </a:lnTo>
                  <a:lnTo>
                    <a:pt x="4090567" y="571752"/>
                  </a:lnTo>
                  <a:lnTo>
                    <a:pt x="4155639" y="534709"/>
                  </a:lnTo>
                  <a:lnTo>
                    <a:pt x="4226679" y="501219"/>
                  </a:lnTo>
                  <a:lnTo>
                    <a:pt x="4304168" y="470884"/>
                  </a:lnTo>
                  <a:lnTo>
                    <a:pt x="4388290" y="443393"/>
                  </a:lnTo>
                  <a:lnTo>
                    <a:pt x="4478795" y="418518"/>
                  </a:lnTo>
                  <a:lnTo>
                    <a:pt x="4574833" y="396125"/>
                  </a:lnTo>
                  <a:lnTo>
                    <a:pt x="4674796" y="376160"/>
                  </a:lnTo>
                  <a:lnTo>
                    <a:pt x="4776229" y="358637"/>
                  </a:lnTo>
                  <a:lnTo>
                    <a:pt x="4875854" y="343606"/>
                  </a:lnTo>
                  <a:lnTo>
                    <a:pt x="4969794" y="331116"/>
                  </a:lnTo>
                  <a:lnTo>
                    <a:pt x="5054014" y="321170"/>
                  </a:lnTo>
                  <a:lnTo>
                    <a:pt x="5124939" y="313678"/>
                  </a:lnTo>
                  <a:lnTo>
                    <a:pt x="5180113" y="308435"/>
                  </a:lnTo>
                  <a:lnTo>
                    <a:pt x="5218723" y="305118"/>
                  </a:lnTo>
                  <a:lnTo>
                    <a:pt x="5241846" y="303316"/>
                  </a:lnTo>
                  <a:lnTo>
                    <a:pt x="5252402" y="302567"/>
                  </a:lnTo>
                  <a:lnTo>
                    <a:pt x="5254955" y="302400"/>
                  </a:lnTo>
                  <a:lnTo>
                    <a:pt x="6726343" y="302400"/>
                  </a:lnTo>
                  <a:lnTo>
                    <a:pt x="6727579" y="302393"/>
                  </a:lnTo>
                  <a:lnTo>
                    <a:pt x="6735695" y="302340"/>
                  </a:lnTo>
                  <a:lnTo>
                    <a:pt x="6756099" y="302195"/>
                  </a:lnTo>
                  <a:lnTo>
                    <a:pt x="6792448" y="301909"/>
                  </a:lnTo>
                  <a:lnTo>
                    <a:pt x="6846364" y="301438"/>
                  </a:lnTo>
                  <a:lnTo>
                    <a:pt x="6917313" y="300748"/>
                  </a:lnTo>
                  <a:lnTo>
                    <a:pt x="7002832" y="299816"/>
                  </a:lnTo>
                  <a:lnTo>
                    <a:pt x="7099101" y="298631"/>
                  </a:lnTo>
                  <a:lnTo>
                    <a:pt x="7201706" y="297193"/>
                  </a:lnTo>
                  <a:lnTo>
                    <a:pt x="7306370" y="295506"/>
                  </a:lnTo>
                  <a:lnTo>
                    <a:pt x="7409477" y="293576"/>
                  </a:lnTo>
                  <a:lnTo>
                    <a:pt x="7508343" y="291404"/>
                  </a:lnTo>
                  <a:lnTo>
                    <a:pt x="7601243" y="288984"/>
                  </a:lnTo>
                  <a:lnTo>
                    <a:pt x="7687299" y="286302"/>
                  </a:lnTo>
                  <a:lnTo>
                    <a:pt x="7766296" y="283334"/>
                  </a:lnTo>
                  <a:lnTo>
                    <a:pt x="7838492" y="280045"/>
                  </a:lnTo>
                  <a:lnTo>
                    <a:pt x="7904453" y="276395"/>
                  </a:lnTo>
                  <a:lnTo>
                    <a:pt x="7964928" y="272333"/>
                  </a:lnTo>
                  <a:lnTo>
                    <a:pt x="8020752" y="267808"/>
                  </a:lnTo>
                  <a:lnTo>
                    <a:pt x="8072774" y="262769"/>
                  </a:lnTo>
                  <a:lnTo>
                    <a:pt x="8121811" y="257176"/>
                  </a:lnTo>
                  <a:lnTo>
                    <a:pt x="8151487" y="253362"/>
                  </a:lnTo>
                  <a:lnTo>
                    <a:pt x="8207130" y="245313"/>
                  </a:lnTo>
                  <a:lnTo>
                    <a:pt x="8260955" y="236389"/>
                  </a:lnTo>
                  <a:lnTo>
                    <a:pt x="8313694" y="226581"/>
                  </a:lnTo>
                  <a:lnTo>
                    <a:pt x="8365869" y="215913"/>
                  </a:lnTo>
                  <a:lnTo>
                    <a:pt x="8417831" y="204447"/>
                  </a:lnTo>
                  <a:lnTo>
                    <a:pt x="8469794" y="192287"/>
                  </a:lnTo>
                  <a:lnTo>
                    <a:pt x="8521856" y="179574"/>
                  </a:lnTo>
                  <a:lnTo>
                    <a:pt x="8574028" y="166485"/>
                  </a:lnTo>
                  <a:lnTo>
                    <a:pt x="8626263" y="153217"/>
                  </a:lnTo>
                  <a:lnTo>
                    <a:pt x="8678485" y="139983"/>
                  </a:lnTo>
                  <a:lnTo>
                    <a:pt x="8730626" y="126990"/>
                  </a:lnTo>
                  <a:lnTo>
                    <a:pt x="8782652" y="114432"/>
                  </a:lnTo>
                  <a:lnTo>
                    <a:pt x="8834599" y="102474"/>
                  </a:lnTo>
                  <a:lnTo>
                    <a:pt x="8886599" y="91248"/>
                  </a:lnTo>
                  <a:lnTo>
                    <a:pt x="8938905" y="80842"/>
                  </a:lnTo>
                  <a:lnTo>
                    <a:pt x="8991917" y="71309"/>
                  </a:lnTo>
                  <a:lnTo>
                    <a:pt x="9046218" y="62661"/>
                  </a:lnTo>
                  <a:lnTo>
                    <a:pt x="9084767" y="57210"/>
                  </a:lnTo>
                  <a:lnTo>
                    <a:pt x="9132301" y="51259"/>
                  </a:lnTo>
                  <a:lnTo>
                    <a:pt x="9182353" y="45875"/>
                  </a:lnTo>
                  <a:lnTo>
                    <a:pt x="9235685" y="41032"/>
                  </a:lnTo>
                  <a:lnTo>
                    <a:pt x="9293131" y="36685"/>
                  </a:lnTo>
                  <a:lnTo>
                    <a:pt x="9355544" y="32781"/>
                  </a:lnTo>
                  <a:lnTo>
                    <a:pt x="9423734" y="29270"/>
                  </a:lnTo>
                  <a:lnTo>
                    <a:pt x="9498395" y="26104"/>
                  </a:lnTo>
                  <a:lnTo>
                    <a:pt x="9579997" y="23245"/>
                  </a:lnTo>
                  <a:lnTo>
                    <a:pt x="9668644" y="20663"/>
                  </a:lnTo>
                  <a:lnTo>
                    <a:pt x="9763897" y="18336"/>
                  </a:lnTo>
                  <a:lnTo>
                    <a:pt x="9864584" y="16254"/>
                  </a:lnTo>
                  <a:lnTo>
                    <a:pt x="9968633" y="14414"/>
                  </a:lnTo>
                  <a:lnTo>
                    <a:pt x="10073000" y="12818"/>
                  </a:lnTo>
                  <a:lnTo>
                    <a:pt x="10173779" y="11473"/>
                  </a:lnTo>
                  <a:lnTo>
                    <a:pt x="10266568" y="10382"/>
                  </a:lnTo>
                  <a:lnTo>
                    <a:pt x="10347080" y="9542"/>
                  </a:lnTo>
                  <a:lnTo>
                    <a:pt x="10411915" y="8936"/>
                  </a:lnTo>
                  <a:lnTo>
                    <a:pt x="10459274" y="8539"/>
                  </a:lnTo>
                  <a:lnTo>
                    <a:pt x="10489416" y="8310"/>
                  </a:lnTo>
                  <a:lnTo>
                    <a:pt x="10504744" y="8205"/>
                  </a:lnTo>
                  <a:lnTo>
                    <a:pt x="10509595" y="8174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8674" y="7"/>
                  </a:lnTo>
                  <a:lnTo>
                    <a:pt x="10500559" y="59"/>
                  </a:lnTo>
                  <a:lnTo>
                    <a:pt x="10480154" y="205"/>
                  </a:lnTo>
                  <a:lnTo>
                    <a:pt x="10443805" y="491"/>
                  </a:lnTo>
                  <a:lnTo>
                    <a:pt x="10389889" y="962"/>
                  </a:lnTo>
                  <a:lnTo>
                    <a:pt x="10318940" y="1652"/>
                  </a:lnTo>
                  <a:lnTo>
                    <a:pt x="10233422" y="2584"/>
                  </a:lnTo>
                  <a:lnTo>
                    <a:pt x="10137152" y="3769"/>
                  </a:lnTo>
                  <a:lnTo>
                    <a:pt x="10034547" y="5207"/>
                  </a:lnTo>
                  <a:lnTo>
                    <a:pt x="9929883" y="6894"/>
                  </a:lnTo>
                  <a:lnTo>
                    <a:pt x="9826776" y="8824"/>
                  </a:lnTo>
                  <a:lnTo>
                    <a:pt x="9727910" y="10996"/>
                  </a:lnTo>
                  <a:lnTo>
                    <a:pt x="9635010" y="13416"/>
                  </a:lnTo>
                  <a:lnTo>
                    <a:pt x="9548954" y="16097"/>
                  </a:lnTo>
                  <a:lnTo>
                    <a:pt x="9469957" y="19066"/>
                  </a:lnTo>
                  <a:lnTo>
                    <a:pt x="9397761" y="22355"/>
                  </a:lnTo>
                  <a:lnTo>
                    <a:pt x="9331800" y="26005"/>
                  </a:lnTo>
                  <a:lnTo>
                    <a:pt x="9271325" y="30067"/>
                  </a:lnTo>
                  <a:lnTo>
                    <a:pt x="9215502" y="34592"/>
                  </a:lnTo>
                  <a:lnTo>
                    <a:pt x="9163479" y="39631"/>
                  </a:lnTo>
                  <a:lnTo>
                    <a:pt x="9114443" y="45224"/>
                  </a:lnTo>
                  <a:lnTo>
                    <a:pt x="9084767" y="49037"/>
                  </a:lnTo>
                  <a:lnTo>
                    <a:pt x="9029123" y="57087"/>
                  </a:lnTo>
                  <a:lnTo>
                    <a:pt x="8975298" y="66011"/>
                  </a:lnTo>
                  <a:lnTo>
                    <a:pt x="8922559" y="75818"/>
                  </a:lnTo>
                  <a:lnTo>
                    <a:pt x="8870385" y="86487"/>
                  </a:lnTo>
                  <a:lnTo>
                    <a:pt x="8818422" y="97953"/>
                  </a:lnTo>
                  <a:lnTo>
                    <a:pt x="8766459" y="110113"/>
                  </a:lnTo>
                  <a:lnTo>
                    <a:pt x="8714397" y="122826"/>
                  </a:lnTo>
                  <a:lnTo>
                    <a:pt x="8662225" y="135915"/>
                  </a:lnTo>
                  <a:lnTo>
                    <a:pt x="8609991" y="149183"/>
                  </a:lnTo>
                  <a:lnTo>
                    <a:pt x="8557768" y="162417"/>
                  </a:lnTo>
                  <a:lnTo>
                    <a:pt x="8505628" y="175410"/>
                  </a:lnTo>
                  <a:lnTo>
                    <a:pt x="8453601" y="187968"/>
                  </a:lnTo>
                  <a:lnTo>
                    <a:pt x="8401654" y="199926"/>
                  </a:lnTo>
                  <a:lnTo>
                    <a:pt x="8349654" y="211152"/>
                  </a:lnTo>
                  <a:lnTo>
                    <a:pt x="8297349" y="221558"/>
                  </a:lnTo>
                  <a:lnTo>
                    <a:pt x="8244336" y="231091"/>
                  </a:lnTo>
                  <a:lnTo>
                    <a:pt x="8190035" y="239739"/>
                  </a:lnTo>
                  <a:lnTo>
                    <a:pt x="8151487" y="245189"/>
                  </a:lnTo>
                  <a:lnTo>
                    <a:pt x="8103952" y="251141"/>
                  </a:lnTo>
                  <a:lnTo>
                    <a:pt x="8053900" y="256525"/>
                  </a:lnTo>
                  <a:lnTo>
                    <a:pt x="8000568" y="261368"/>
                  </a:lnTo>
                  <a:lnTo>
                    <a:pt x="7943122" y="265715"/>
                  </a:lnTo>
                  <a:lnTo>
                    <a:pt x="7880709" y="269619"/>
                  </a:lnTo>
                  <a:lnTo>
                    <a:pt x="7812519" y="273130"/>
                  </a:lnTo>
                  <a:lnTo>
                    <a:pt x="7737858" y="276296"/>
                  </a:lnTo>
                  <a:lnTo>
                    <a:pt x="7656256" y="279155"/>
                  </a:lnTo>
                  <a:lnTo>
                    <a:pt x="7567609" y="281737"/>
                  </a:lnTo>
                  <a:lnTo>
                    <a:pt x="7472356" y="284064"/>
                  </a:lnTo>
                  <a:lnTo>
                    <a:pt x="7371669" y="286146"/>
                  </a:lnTo>
                  <a:lnTo>
                    <a:pt x="7267620" y="287986"/>
                  </a:lnTo>
                  <a:lnTo>
                    <a:pt x="7163253" y="289581"/>
                  </a:lnTo>
                  <a:lnTo>
                    <a:pt x="7062474" y="290926"/>
                  </a:lnTo>
                  <a:lnTo>
                    <a:pt x="6969685" y="292017"/>
                  </a:lnTo>
                  <a:lnTo>
                    <a:pt x="6889174" y="292858"/>
                  </a:lnTo>
                  <a:lnTo>
                    <a:pt x="6824339" y="293464"/>
                  </a:lnTo>
                  <a:lnTo>
                    <a:pt x="6776979" y="293861"/>
                  </a:lnTo>
                  <a:lnTo>
                    <a:pt x="6746837" y="294090"/>
                  </a:lnTo>
                  <a:lnTo>
                    <a:pt x="6731509" y="294195"/>
                  </a:lnTo>
                  <a:lnTo>
                    <a:pt x="6726658" y="294226"/>
                  </a:lnTo>
                  <a:lnTo>
                    <a:pt x="6726343" y="294227"/>
                  </a:lnTo>
                  <a:lnTo>
                    <a:pt x="5254955" y="294227"/>
                  </a:lnTo>
                  <a:lnTo>
                    <a:pt x="5253828" y="294299"/>
                  </a:lnTo>
                  <a:lnTo>
                    <a:pt x="5246415" y="294810"/>
                  </a:lnTo>
                  <a:lnTo>
                    <a:pt x="5227724" y="296224"/>
                  </a:lnTo>
                  <a:lnTo>
                    <a:pt x="5194292" y="299006"/>
                  </a:lnTo>
                  <a:lnTo>
                    <a:pt x="5144433" y="303591"/>
                  </a:lnTo>
                  <a:lnTo>
                    <a:pt x="5078364" y="310333"/>
                  </a:lnTo>
                  <a:lnTo>
                    <a:pt x="4998061" y="319477"/>
                  </a:lnTo>
                  <a:lnTo>
                    <a:pt x="4906808" y="331147"/>
                  </a:lnTo>
                  <a:lnTo>
                    <a:pt x="4808566" y="345367"/>
                  </a:lnTo>
                  <a:lnTo>
                    <a:pt x="4707321" y="362097"/>
                  </a:lnTo>
                  <a:lnTo>
                    <a:pt x="4606577" y="381282"/>
                  </a:lnTo>
                  <a:lnTo>
                    <a:pt x="4509065" y="402894"/>
                  </a:lnTo>
                  <a:lnTo>
                    <a:pt x="4416659" y="426962"/>
                  </a:lnTo>
                  <a:lnTo>
                    <a:pt x="4330436" y="453594"/>
                  </a:lnTo>
                  <a:lnTo>
                    <a:pt x="4250822" y="482986"/>
                  </a:lnTo>
                  <a:lnTo>
                    <a:pt x="4177753" y="515425"/>
                  </a:lnTo>
                  <a:lnTo>
                    <a:pt x="4110831" y="551280"/>
                  </a:lnTo>
                  <a:lnTo>
                    <a:pt x="4049447" y="590997"/>
                  </a:lnTo>
                  <a:lnTo>
                    <a:pt x="3992873" y="635071"/>
                  </a:lnTo>
                  <a:lnTo>
                    <a:pt x="3940338" y="684014"/>
                  </a:lnTo>
                  <a:lnTo>
                    <a:pt x="3891073" y="738292"/>
                  </a:lnTo>
                  <a:lnTo>
                    <a:pt x="3844361" y="798222"/>
                  </a:lnTo>
                  <a:lnTo>
                    <a:pt x="3829811" y="818661"/>
                  </a:lnTo>
                  <a:lnTo>
                    <a:pt x="3793695" y="873088"/>
                  </a:lnTo>
                  <a:lnTo>
                    <a:pt x="3758463" y="931354"/>
                  </a:lnTo>
                  <a:lnTo>
                    <a:pt x="3723883" y="993535"/>
                  </a:lnTo>
                  <a:lnTo>
                    <a:pt x="3689767" y="1059655"/>
                  </a:lnTo>
                  <a:lnTo>
                    <a:pt x="3655964" y="1129669"/>
                  </a:lnTo>
                  <a:lnTo>
                    <a:pt x="3622353" y="1203468"/>
                  </a:lnTo>
                  <a:lnTo>
                    <a:pt x="3588844" y="1280866"/>
                  </a:lnTo>
                  <a:lnTo>
                    <a:pt x="3555368" y="1361604"/>
                  </a:lnTo>
                  <a:lnTo>
                    <a:pt x="3521881" y="1445347"/>
                  </a:lnTo>
                  <a:lnTo>
                    <a:pt x="3488356" y="1531690"/>
                  </a:lnTo>
                  <a:lnTo>
                    <a:pt x="3454783" y="1620163"/>
                  </a:lnTo>
                  <a:lnTo>
                    <a:pt x="3421163" y="1710241"/>
                  </a:lnTo>
                  <a:lnTo>
                    <a:pt x="3387510" y="1801354"/>
                  </a:lnTo>
                  <a:lnTo>
                    <a:pt x="3353842" y="1892907"/>
                  </a:lnTo>
                  <a:lnTo>
                    <a:pt x="3320179" y="1984291"/>
                  </a:lnTo>
                  <a:lnTo>
                    <a:pt x="3286543" y="2074903"/>
                  </a:lnTo>
                  <a:lnTo>
                    <a:pt x="3252948" y="2164158"/>
                  </a:lnTo>
                  <a:lnTo>
                    <a:pt x="3219401" y="2251513"/>
                  </a:lnTo>
                  <a:lnTo>
                    <a:pt x="3185900" y="2336469"/>
                  </a:lnTo>
                  <a:lnTo>
                    <a:pt x="3152423" y="2418593"/>
                  </a:lnTo>
                  <a:lnTo>
                    <a:pt x="3118936" y="2497516"/>
                  </a:lnTo>
                  <a:lnTo>
                    <a:pt x="3085380" y="2572947"/>
                  </a:lnTo>
                  <a:lnTo>
                    <a:pt x="3051676" y="2644667"/>
                  </a:lnTo>
                  <a:lnTo>
                    <a:pt x="3017716" y="2712532"/>
                  </a:lnTo>
                  <a:lnTo>
                    <a:pt x="2983364" y="2776470"/>
                  </a:lnTo>
                  <a:lnTo>
                    <a:pt x="2948448" y="2836475"/>
                  </a:lnTo>
                  <a:lnTo>
                    <a:pt x="2912758" y="2892600"/>
                  </a:lnTo>
                  <a:lnTo>
                    <a:pt x="2896531" y="2916398"/>
                  </a:lnTo>
                  <a:lnTo>
                    <a:pt x="2850502" y="2978163"/>
                  </a:lnTo>
                  <a:lnTo>
                    <a:pt x="2802131" y="3034231"/>
                  </a:lnTo>
                  <a:lnTo>
                    <a:pt x="2750727" y="3084840"/>
                  </a:lnTo>
                  <a:lnTo>
                    <a:pt x="2695534" y="3130421"/>
                  </a:lnTo>
                  <a:lnTo>
                    <a:pt x="2635775" y="3171480"/>
                  </a:lnTo>
                  <a:lnTo>
                    <a:pt x="2570703" y="3208523"/>
                  </a:lnTo>
                  <a:lnTo>
                    <a:pt x="2499663" y="3242014"/>
                  </a:lnTo>
                  <a:lnTo>
                    <a:pt x="2422174" y="3272348"/>
                  </a:lnTo>
                  <a:lnTo>
                    <a:pt x="2338052" y="3299840"/>
                  </a:lnTo>
                  <a:lnTo>
                    <a:pt x="2247547" y="3324714"/>
                  </a:lnTo>
                  <a:lnTo>
                    <a:pt x="2151510" y="3347107"/>
                  </a:lnTo>
                  <a:lnTo>
                    <a:pt x="2051546" y="3367072"/>
                  </a:lnTo>
                  <a:lnTo>
                    <a:pt x="1950113" y="3384596"/>
                  </a:lnTo>
                  <a:lnTo>
                    <a:pt x="1850488" y="3399627"/>
                  </a:lnTo>
                  <a:lnTo>
                    <a:pt x="1756548" y="3412116"/>
                  </a:lnTo>
                  <a:lnTo>
                    <a:pt x="1672328" y="3422062"/>
                  </a:lnTo>
                  <a:lnTo>
                    <a:pt x="1601403" y="3429554"/>
                  </a:lnTo>
                  <a:lnTo>
                    <a:pt x="1546229" y="3434797"/>
                  </a:lnTo>
                  <a:lnTo>
                    <a:pt x="1507619" y="3438114"/>
                  </a:lnTo>
                  <a:lnTo>
                    <a:pt x="1484496" y="3439916"/>
                  </a:lnTo>
                  <a:lnTo>
                    <a:pt x="1473940" y="3440666"/>
                  </a:lnTo>
                  <a:lnTo>
                    <a:pt x="1471387" y="3440832"/>
                  </a:lnTo>
                  <a:lnTo>
                    <a:pt x="0" y="3440832"/>
                  </a:lnTo>
                  <a:close/>
                </a:path>
              </a:pathLst>
            </a:custGeom>
            <a:solidFill>
              <a:srgbClr val="9E9E9E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749" name="pl1749"/>
            <p:cNvSpPr/>
            <p:nvPr/>
          </p:nvSpPr>
          <p:spPr>
            <a:xfrm>
              <a:off x="4799595" y="6589850"/>
              <a:ext cx="11981298" cy="3440832"/>
            </a:xfrm>
            <a:custGeom>
              <a:avLst/>
              <a:pathLst>
                <a:path w="11981298" h="3440832">
                  <a:moveTo>
                    <a:pt x="0" y="3440832"/>
                  </a:moveTo>
                  <a:lnTo>
                    <a:pt x="1471387" y="3440832"/>
                  </a:lnTo>
                  <a:lnTo>
                    <a:pt x="1472514" y="3440760"/>
                  </a:lnTo>
                  <a:lnTo>
                    <a:pt x="1479927" y="3440249"/>
                  </a:lnTo>
                  <a:lnTo>
                    <a:pt x="1498618" y="3438836"/>
                  </a:lnTo>
                  <a:lnTo>
                    <a:pt x="1532050" y="3436053"/>
                  </a:lnTo>
                  <a:lnTo>
                    <a:pt x="1581909" y="3431468"/>
                  </a:lnTo>
                  <a:lnTo>
                    <a:pt x="1647978" y="3424726"/>
                  </a:lnTo>
                  <a:lnTo>
                    <a:pt x="1728281" y="3415582"/>
                  </a:lnTo>
                  <a:lnTo>
                    <a:pt x="1819534" y="3403912"/>
                  </a:lnTo>
                  <a:lnTo>
                    <a:pt x="1917776" y="3389693"/>
                  </a:lnTo>
                  <a:lnTo>
                    <a:pt x="2019021" y="3372962"/>
                  </a:lnTo>
                  <a:lnTo>
                    <a:pt x="2119765" y="3353777"/>
                  </a:lnTo>
                  <a:lnTo>
                    <a:pt x="2217277" y="3332165"/>
                  </a:lnTo>
                  <a:lnTo>
                    <a:pt x="2309683" y="3308097"/>
                  </a:lnTo>
                  <a:lnTo>
                    <a:pt x="2395906" y="3281465"/>
                  </a:lnTo>
                  <a:lnTo>
                    <a:pt x="2475520" y="3252073"/>
                  </a:lnTo>
                  <a:lnTo>
                    <a:pt x="2548589" y="3219634"/>
                  </a:lnTo>
                  <a:lnTo>
                    <a:pt x="2615511" y="3183779"/>
                  </a:lnTo>
                  <a:lnTo>
                    <a:pt x="2676895" y="3144062"/>
                  </a:lnTo>
                  <a:lnTo>
                    <a:pt x="2733469" y="3099988"/>
                  </a:lnTo>
                  <a:lnTo>
                    <a:pt x="2786004" y="3051045"/>
                  </a:lnTo>
                  <a:lnTo>
                    <a:pt x="2835270" y="2996767"/>
                  </a:lnTo>
                  <a:lnTo>
                    <a:pt x="2881981" y="2936837"/>
                  </a:lnTo>
                  <a:lnTo>
                    <a:pt x="2896531" y="2916398"/>
                  </a:lnTo>
                  <a:lnTo>
                    <a:pt x="2932647" y="2861971"/>
                  </a:lnTo>
                  <a:lnTo>
                    <a:pt x="2967879" y="2803706"/>
                  </a:lnTo>
                  <a:lnTo>
                    <a:pt x="3002459" y="2741524"/>
                  </a:lnTo>
                  <a:lnTo>
                    <a:pt x="3036575" y="2675405"/>
                  </a:lnTo>
                  <a:lnTo>
                    <a:pt x="3070378" y="2605390"/>
                  </a:lnTo>
                  <a:lnTo>
                    <a:pt x="3103989" y="2531591"/>
                  </a:lnTo>
                  <a:lnTo>
                    <a:pt x="3137498" y="2454193"/>
                  </a:lnTo>
                  <a:lnTo>
                    <a:pt x="3170974" y="2373455"/>
                  </a:lnTo>
                  <a:lnTo>
                    <a:pt x="3204461" y="2289712"/>
                  </a:lnTo>
                  <a:lnTo>
                    <a:pt x="3237986" y="2203369"/>
                  </a:lnTo>
                  <a:lnTo>
                    <a:pt x="3271560" y="2114896"/>
                  </a:lnTo>
                  <a:lnTo>
                    <a:pt x="3305179" y="2024819"/>
                  </a:lnTo>
                  <a:lnTo>
                    <a:pt x="3338832" y="1933705"/>
                  </a:lnTo>
                  <a:lnTo>
                    <a:pt x="3372500" y="1842152"/>
                  </a:lnTo>
                  <a:lnTo>
                    <a:pt x="3406163" y="1750768"/>
                  </a:lnTo>
                  <a:lnTo>
                    <a:pt x="3439799" y="1660157"/>
                  </a:lnTo>
                  <a:lnTo>
                    <a:pt x="3473394" y="1570901"/>
                  </a:lnTo>
                  <a:lnTo>
                    <a:pt x="3506941" y="1483546"/>
                  </a:lnTo>
                  <a:lnTo>
                    <a:pt x="3540442" y="1398590"/>
                  </a:lnTo>
                  <a:lnTo>
                    <a:pt x="3573919" y="1316466"/>
                  </a:lnTo>
                  <a:lnTo>
                    <a:pt x="3607406" y="1237543"/>
                  </a:lnTo>
                  <a:lnTo>
                    <a:pt x="3640962" y="1162112"/>
                  </a:lnTo>
                  <a:lnTo>
                    <a:pt x="3674666" y="1090392"/>
                  </a:lnTo>
                  <a:lnTo>
                    <a:pt x="3708626" y="1022527"/>
                  </a:lnTo>
                  <a:lnTo>
                    <a:pt x="3742978" y="958589"/>
                  </a:lnTo>
                  <a:lnTo>
                    <a:pt x="3777894" y="898584"/>
                  </a:lnTo>
                  <a:lnTo>
                    <a:pt x="3813584" y="842459"/>
                  </a:lnTo>
                  <a:lnTo>
                    <a:pt x="3829811" y="818661"/>
                  </a:lnTo>
                  <a:lnTo>
                    <a:pt x="3875840" y="756896"/>
                  </a:lnTo>
                  <a:lnTo>
                    <a:pt x="3924211" y="700828"/>
                  </a:lnTo>
                  <a:lnTo>
                    <a:pt x="3975615" y="650219"/>
                  </a:lnTo>
                  <a:lnTo>
                    <a:pt x="4030808" y="604638"/>
                  </a:lnTo>
                  <a:lnTo>
                    <a:pt x="4090567" y="563579"/>
                  </a:lnTo>
                  <a:lnTo>
                    <a:pt x="4155639" y="526536"/>
                  </a:lnTo>
                  <a:lnTo>
                    <a:pt x="4226679" y="493046"/>
                  </a:lnTo>
                  <a:lnTo>
                    <a:pt x="4304168" y="462711"/>
                  </a:lnTo>
                  <a:lnTo>
                    <a:pt x="4388290" y="435220"/>
                  </a:lnTo>
                  <a:lnTo>
                    <a:pt x="4478795" y="410345"/>
                  </a:lnTo>
                  <a:lnTo>
                    <a:pt x="4574833" y="387952"/>
                  </a:lnTo>
                  <a:lnTo>
                    <a:pt x="4674796" y="367987"/>
                  </a:lnTo>
                  <a:lnTo>
                    <a:pt x="4776229" y="350464"/>
                  </a:lnTo>
                  <a:lnTo>
                    <a:pt x="4875854" y="335433"/>
                  </a:lnTo>
                  <a:lnTo>
                    <a:pt x="4969794" y="322943"/>
                  </a:lnTo>
                  <a:lnTo>
                    <a:pt x="5054014" y="312997"/>
                  </a:lnTo>
                  <a:lnTo>
                    <a:pt x="5124939" y="305505"/>
                  </a:lnTo>
                  <a:lnTo>
                    <a:pt x="5180113" y="300262"/>
                  </a:lnTo>
                  <a:lnTo>
                    <a:pt x="5218723" y="296945"/>
                  </a:lnTo>
                  <a:lnTo>
                    <a:pt x="5241846" y="295143"/>
                  </a:lnTo>
                  <a:lnTo>
                    <a:pt x="5252402" y="294394"/>
                  </a:lnTo>
                  <a:lnTo>
                    <a:pt x="5254916" y="294230"/>
                  </a:lnTo>
                  <a:lnTo>
                    <a:pt x="5254955" y="294227"/>
                  </a:lnTo>
                  <a:lnTo>
                    <a:pt x="6726343" y="294227"/>
                  </a:lnTo>
                  <a:lnTo>
                    <a:pt x="6727579" y="294220"/>
                  </a:lnTo>
                  <a:lnTo>
                    <a:pt x="6735695" y="294167"/>
                  </a:lnTo>
                  <a:lnTo>
                    <a:pt x="6756099" y="294022"/>
                  </a:lnTo>
                  <a:lnTo>
                    <a:pt x="6792448" y="293736"/>
                  </a:lnTo>
                  <a:lnTo>
                    <a:pt x="6846364" y="293265"/>
                  </a:lnTo>
                  <a:lnTo>
                    <a:pt x="6917313" y="292575"/>
                  </a:lnTo>
                  <a:lnTo>
                    <a:pt x="7002832" y="291643"/>
                  </a:lnTo>
                  <a:lnTo>
                    <a:pt x="7099101" y="290458"/>
                  </a:lnTo>
                  <a:lnTo>
                    <a:pt x="7201706" y="289020"/>
                  </a:lnTo>
                  <a:lnTo>
                    <a:pt x="7306370" y="287333"/>
                  </a:lnTo>
                  <a:lnTo>
                    <a:pt x="7409477" y="285403"/>
                  </a:lnTo>
                  <a:lnTo>
                    <a:pt x="7508343" y="283231"/>
                  </a:lnTo>
                  <a:lnTo>
                    <a:pt x="7601243" y="280811"/>
                  </a:lnTo>
                  <a:lnTo>
                    <a:pt x="7687299" y="278129"/>
                  </a:lnTo>
                  <a:lnTo>
                    <a:pt x="7766296" y="275161"/>
                  </a:lnTo>
                  <a:lnTo>
                    <a:pt x="7838492" y="271872"/>
                  </a:lnTo>
                  <a:lnTo>
                    <a:pt x="7904453" y="268222"/>
                  </a:lnTo>
                  <a:lnTo>
                    <a:pt x="7964928" y="264160"/>
                  </a:lnTo>
                  <a:lnTo>
                    <a:pt x="8020752" y="259635"/>
                  </a:lnTo>
                  <a:lnTo>
                    <a:pt x="8072774" y="254596"/>
                  </a:lnTo>
                  <a:lnTo>
                    <a:pt x="8121811" y="249003"/>
                  </a:lnTo>
                  <a:lnTo>
                    <a:pt x="8151487" y="245189"/>
                  </a:lnTo>
                  <a:lnTo>
                    <a:pt x="8207130" y="237140"/>
                  </a:lnTo>
                  <a:lnTo>
                    <a:pt x="8260955" y="228216"/>
                  </a:lnTo>
                  <a:lnTo>
                    <a:pt x="8313694" y="218408"/>
                  </a:lnTo>
                  <a:lnTo>
                    <a:pt x="8365869" y="207740"/>
                  </a:lnTo>
                  <a:lnTo>
                    <a:pt x="8417831" y="196274"/>
                  </a:lnTo>
                  <a:lnTo>
                    <a:pt x="8469794" y="184114"/>
                  </a:lnTo>
                  <a:lnTo>
                    <a:pt x="8521856" y="171401"/>
                  </a:lnTo>
                  <a:lnTo>
                    <a:pt x="8574028" y="158312"/>
                  </a:lnTo>
                  <a:lnTo>
                    <a:pt x="8626263" y="145044"/>
                  </a:lnTo>
                  <a:lnTo>
                    <a:pt x="8678485" y="131810"/>
                  </a:lnTo>
                  <a:lnTo>
                    <a:pt x="8730626" y="118817"/>
                  </a:lnTo>
                  <a:lnTo>
                    <a:pt x="8782652" y="106259"/>
                  </a:lnTo>
                  <a:lnTo>
                    <a:pt x="8834599" y="94301"/>
                  </a:lnTo>
                  <a:lnTo>
                    <a:pt x="8886599" y="83075"/>
                  </a:lnTo>
                  <a:lnTo>
                    <a:pt x="8938905" y="72669"/>
                  </a:lnTo>
                  <a:lnTo>
                    <a:pt x="8991917" y="63136"/>
                  </a:lnTo>
                  <a:lnTo>
                    <a:pt x="9046218" y="54488"/>
                  </a:lnTo>
                  <a:lnTo>
                    <a:pt x="9084767" y="49037"/>
                  </a:lnTo>
                  <a:lnTo>
                    <a:pt x="9132301" y="43086"/>
                  </a:lnTo>
                  <a:lnTo>
                    <a:pt x="9182353" y="37702"/>
                  </a:lnTo>
                  <a:lnTo>
                    <a:pt x="9235685" y="32859"/>
                  </a:lnTo>
                  <a:lnTo>
                    <a:pt x="9293131" y="28512"/>
                  </a:lnTo>
                  <a:lnTo>
                    <a:pt x="9355544" y="24608"/>
                  </a:lnTo>
                  <a:lnTo>
                    <a:pt x="9423734" y="21097"/>
                  </a:lnTo>
                  <a:lnTo>
                    <a:pt x="9498395" y="17931"/>
                  </a:lnTo>
                  <a:lnTo>
                    <a:pt x="9579997" y="15072"/>
                  </a:lnTo>
                  <a:lnTo>
                    <a:pt x="9668644" y="12490"/>
                  </a:lnTo>
                  <a:lnTo>
                    <a:pt x="9763897" y="10163"/>
                  </a:lnTo>
                  <a:lnTo>
                    <a:pt x="9864584" y="8081"/>
                  </a:lnTo>
                  <a:lnTo>
                    <a:pt x="9968633" y="6241"/>
                  </a:lnTo>
                  <a:lnTo>
                    <a:pt x="10073000" y="4645"/>
                  </a:lnTo>
                  <a:lnTo>
                    <a:pt x="10173779" y="3300"/>
                  </a:lnTo>
                  <a:lnTo>
                    <a:pt x="10266568" y="2209"/>
                  </a:lnTo>
                  <a:lnTo>
                    <a:pt x="10347080" y="1369"/>
                  </a:lnTo>
                  <a:lnTo>
                    <a:pt x="10411915" y="763"/>
                  </a:lnTo>
                  <a:lnTo>
                    <a:pt x="10459274" y="366"/>
                  </a:lnTo>
                  <a:lnTo>
                    <a:pt x="10489416" y="137"/>
                  </a:lnTo>
                  <a:lnTo>
                    <a:pt x="10504744" y="32"/>
                  </a:lnTo>
                  <a:lnTo>
                    <a:pt x="10509595" y="1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50" name="pl1750"/>
            <p:cNvSpPr/>
            <p:nvPr/>
          </p:nvSpPr>
          <p:spPr>
            <a:xfrm>
              <a:off x="4799595" y="6581677"/>
              <a:ext cx="11981298" cy="3440832"/>
            </a:xfrm>
            <a:custGeom>
              <a:avLst/>
              <a:pathLst>
                <a:path w="11981298" h="3440832">
                  <a:moveTo>
                    <a:pt x="11981298" y="0"/>
                  </a:moveTo>
                  <a:lnTo>
                    <a:pt x="10509911" y="0"/>
                  </a:lnTo>
                  <a:lnTo>
                    <a:pt x="10508674" y="7"/>
                  </a:lnTo>
                  <a:lnTo>
                    <a:pt x="10500559" y="59"/>
                  </a:lnTo>
                  <a:lnTo>
                    <a:pt x="10480154" y="205"/>
                  </a:lnTo>
                  <a:lnTo>
                    <a:pt x="10443805" y="491"/>
                  </a:lnTo>
                  <a:lnTo>
                    <a:pt x="10389889" y="962"/>
                  </a:lnTo>
                  <a:lnTo>
                    <a:pt x="10318940" y="1652"/>
                  </a:lnTo>
                  <a:lnTo>
                    <a:pt x="10233422" y="2584"/>
                  </a:lnTo>
                  <a:lnTo>
                    <a:pt x="10137152" y="3769"/>
                  </a:lnTo>
                  <a:lnTo>
                    <a:pt x="10034547" y="5207"/>
                  </a:lnTo>
                  <a:lnTo>
                    <a:pt x="9929883" y="6894"/>
                  </a:lnTo>
                  <a:lnTo>
                    <a:pt x="9826776" y="8824"/>
                  </a:lnTo>
                  <a:lnTo>
                    <a:pt x="9727910" y="10996"/>
                  </a:lnTo>
                  <a:lnTo>
                    <a:pt x="9635010" y="13416"/>
                  </a:lnTo>
                  <a:lnTo>
                    <a:pt x="9548954" y="16097"/>
                  </a:lnTo>
                  <a:lnTo>
                    <a:pt x="9469957" y="19066"/>
                  </a:lnTo>
                  <a:lnTo>
                    <a:pt x="9397761" y="22355"/>
                  </a:lnTo>
                  <a:lnTo>
                    <a:pt x="9331800" y="26005"/>
                  </a:lnTo>
                  <a:lnTo>
                    <a:pt x="9271325" y="30067"/>
                  </a:lnTo>
                  <a:lnTo>
                    <a:pt x="9215502" y="34592"/>
                  </a:lnTo>
                  <a:lnTo>
                    <a:pt x="9163479" y="39631"/>
                  </a:lnTo>
                  <a:lnTo>
                    <a:pt x="9114443" y="45224"/>
                  </a:lnTo>
                  <a:lnTo>
                    <a:pt x="9084767" y="49037"/>
                  </a:lnTo>
                  <a:lnTo>
                    <a:pt x="9029123" y="57087"/>
                  </a:lnTo>
                  <a:lnTo>
                    <a:pt x="8975298" y="66011"/>
                  </a:lnTo>
                  <a:lnTo>
                    <a:pt x="8922559" y="75818"/>
                  </a:lnTo>
                  <a:lnTo>
                    <a:pt x="8870385" y="86487"/>
                  </a:lnTo>
                  <a:lnTo>
                    <a:pt x="8818422" y="97953"/>
                  </a:lnTo>
                  <a:lnTo>
                    <a:pt x="8766459" y="110113"/>
                  </a:lnTo>
                  <a:lnTo>
                    <a:pt x="8714397" y="122826"/>
                  </a:lnTo>
                  <a:lnTo>
                    <a:pt x="8662225" y="135915"/>
                  </a:lnTo>
                  <a:lnTo>
                    <a:pt x="8609991" y="149183"/>
                  </a:lnTo>
                  <a:lnTo>
                    <a:pt x="8557768" y="162417"/>
                  </a:lnTo>
                  <a:lnTo>
                    <a:pt x="8505628" y="175410"/>
                  </a:lnTo>
                  <a:lnTo>
                    <a:pt x="8453601" y="187968"/>
                  </a:lnTo>
                  <a:lnTo>
                    <a:pt x="8401654" y="199926"/>
                  </a:lnTo>
                  <a:lnTo>
                    <a:pt x="8349654" y="211152"/>
                  </a:lnTo>
                  <a:lnTo>
                    <a:pt x="8297349" y="221558"/>
                  </a:lnTo>
                  <a:lnTo>
                    <a:pt x="8244336" y="231091"/>
                  </a:lnTo>
                  <a:lnTo>
                    <a:pt x="8190035" y="239739"/>
                  </a:lnTo>
                  <a:lnTo>
                    <a:pt x="8151487" y="245189"/>
                  </a:lnTo>
                  <a:lnTo>
                    <a:pt x="8103952" y="251141"/>
                  </a:lnTo>
                  <a:lnTo>
                    <a:pt x="8053900" y="256525"/>
                  </a:lnTo>
                  <a:lnTo>
                    <a:pt x="8000568" y="261368"/>
                  </a:lnTo>
                  <a:lnTo>
                    <a:pt x="7943122" y="265715"/>
                  </a:lnTo>
                  <a:lnTo>
                    <a:pt x="7880709" y="269619"/>
                  </a:lnTo>
                  <a:lnTo>
                    <a:pt x="7812519" y="273130"/>
                  </a:lnTo>
                  <a:lnTo>
                    <a:pt x="7737858" y="276296"/>
                  </a:lnTo>
                  <a:lnTo>
                    <a:pt x="7656256" y="279155"/>
                  </a:lnTo>
                  <a:lnTo>
                    <a:pt x="7567609" y="281737"/>
                  </a:lnTo>
                  <a:lnTo>
                    <a:pt x="7472356" y="284064"/>
                  </a:lnTo>
                  <a:lnTo>
                    <a:pt x="7371669" y="286146"/>
                  </a:lnTo>
                  <a:lnTo>
                    <a:pt x="7267620" y="287986"/>
                  </a:lnTo>
                  <a:lnTo>
                    <a:pt x="7163253" y="289581"/>
                  </a:lnTo>
                  <a:lnTo>
                    <a:pt x="7062474" y="290926"/>
                  </a:lnTo>
                  <a:lnTo>
                    <a:pt x="6969685" y="292017"/>
                  </a:lnTo>
                  <a:lnTo>
                    <a:pt x="6889174" y="292858"/>
                  </a:lnTo>
                  <a:lnTo>
                    <a:pt x="6824339" y="293464"/>
                  </a:lnTo>
                  <a:lnTo>
                    <a:pt x="6776979" y="293861"/>
                  </a:lnTo>
                  <a:lnTo>
                    <a:pt x="6746837" y="294090"/>
                  </a:lnTo>
                  <a:lnTo>
                    <a:pt x="6731509" y="294195"/>
                  </a:lnTo>
                  <a:lnTo>
                    <a:pt x="6726658" y="294226"/>
                  </a:lnTo>
                  <a:lnTo>
                    <a:pt x="6726343" y="294227"/>
                  </a:lnTo>
                  <a:lnTo>
                    <a:pt x="5254955" y="294227"/>
                  </a:lnTo>
                  <a:lnTo>
                    <a:pt x="5253828" y="294299"/>
                  </a:lnTo>
                  <a:lnTo>
                    <a:pt x="5246415" y="294810"/>
                  </a:lnTo>
                  <a:lnTo>
                    <a:pt x="5227724" y="296224"/>
                  </a:lnTo>
                  <a:lnTo>
                    <a:pt x="5194292" y="299006"/>
                  </a:lnTo>
                  <a:lnTo>
                    <a:pt x="5144433" y="303591"/>
                  </a:lnTo>
                  <a:lnTo>
                    <a:pt x="5078364" y="310333"/>
                  </a:lnTo>
                  <a:lnTo>
                    <a:pt x="4998061" y="319477"/>
                  </a:lnTo>
                  <a:lnTo>
                    <a:pt x="4906808" y="331147"/>
                  </a:lnTo>
                  <a:lnTo>
                    <a:pt x="4808566" y="345367"/>
                  </a:lnTo>
                  <a:lnTo>
                    <a:pt x="4707321" y="362097"/>
                  </a:lnTo>
                  <a:lnTo>
                    <a:pt x="4606577" y="381282"/>
                  </a:lnTo>
                  <a:lnTo>
                    <a:pt x="4509065" y="402894"/>
                  </a:lnTo>
                  <a:lnTo>
                    <a:pt x="4416659" y="426962"/>
                  </a:lnTo>
                  <a:lnTo>
                    <a:pt x="4330436" y="453594"/>
                  </a:lnTo>
                  <a:lnTo>
                    <a:pt x="4250822" y="482986"/>
                  </a:lnTo>
                  <a:lnTo>
                    <a:pt x="4177753" y="515425"/>
                  </a:lnTo>
                  <a:lnTo>
                    <a:pt x="4110831" y="551280"/>
                  </a:lnTo>
                  <a:lnTo>
                    <a:pt x="4049447" y="590997"/>
                  </a:lnTo>
                  <a:lnTo>
                    <a:pt x="3992873" y="635071"/>
                  </a:lnTo>
                  <a:lnTo>
                    <a:pt x="3940338" y="684014"/>
                  </a:lnTo>
                  <a:lnTo>
                    <a:pt x="3891073" y="738292"/>
                  </a:lnTo>
                  <a:lnTo>
                    <a:pt x="3844361" y="798222"/>
                  </a:lnTo>
                  <a:lnTo>
                    <a:pt x="3829811" y="818661"/>
                  </a:lnTo>
                  <a:lnTo>
                    <a:pt x="3793695" y="873088"/>
                  </a:lnTo>
                  <a:lnTo>
                    <a:pt x="3758463" y="931354"/>
                  </a:lnTo>
                  <a:lnTo>
                    <a:pt x="3723883" y="993535"/>
                  </a:lnTo>
                  <a:lnTo>
                    <a:pt x="3689767" y="1059655"/>
                  </a:lnTo>
                  <a:lnTo>
                    <a:pt x="3655964" y="1129669"/>
                  </a:lnTo>
                  <a:lnTo>
                    <a:pt x="3622353" y="1203468"/>
                  </a:lnTo>
                  <a:lnTo>
                    <a:pt x="3588844" y="1280866"/>
                  </a:lnTo>
                  <a:lnTo>
                    <a:pt x="3555368" y="1361604"/>
                  </a:lnTo>
                  <a:lnTo>
                    <a:pt x="3521881" y="1445347"/>
                  </a:lnTo>
                  <a:lnTo>
                    <a:pt x="3488356" y="1531690"/>
                  </a:lnTo>
                  <a:lnTo>
                    <a:pt x="3454783" y="1620163"/>
                  </a:lnTo>
                  <a:lnTo>
                    <a:pt x="3421163" y="1710241"/>
                  </a:lnTo>
                  <a:lnTo>
                    <a:pt x="3387510" y="1801354"/>
                  </a:lnTo>
                  <a:lnTo>
                    <a:pt x="3353842" y="1892907"/>
                  </a:lnTo>
                  <a:lnTo>
                    <a:pt x="3320179" y="1984291"/>
                  </a:lnTo>
                  <a:lnTo>
                    <a:pt x="3286543" y="2074903"/>
                  </a:lnTo>
                  <a:lnTo>
                    <a:pt x="3252948" y="2164158"/>
                  </a:lnTo>
                  <a:lnTo>
                    <a:pt x="3219401" y="2251513"/>
                  </a:lnTo>
                  <a:lnTo>
                    <a:pt x="3185900" y="2336469"/>
                  </a:lnTo>
                  <a:lnTo>
                    <a:pt x="3152423" y="2418593"/>
                  </a:lnTo>
                  <a:lnTo>
                    <a:pt x="3118936" y="2497516"/>
                  </a:lnTo>
                  <a:lnTo>
                    <a:pt x="3085380" y="2572947"/>
                  </a:lnTo>
                  <a:lnTo>
                    <a:pt x="3051676" y="2644667"/>
                  </a:lnTo>
                  <a:lnTo>
                    <a:pt x="3017716" y="2712532"/>
                  </a:lnTo>
                  <a:lnTo>
                    <a:pt x="2983364" y="2776470"/>
                  </a:lnTo>
                  <a:lnTo>
                    <a:pt x="2948448" y="2836475"/>
                  </a:lnTo>
                  <a:lnTo>
                    <a:pt x="2912758" y="2892600"/>
                  </a:lnTo>
                  <a:lnTo>
                    <a:pt x="2896531" y="2916398"/>
                  </a:lnTo>
                  <a:lnTo>
                    <a:pt x="2850502" y="2978163"/>
                  </a:lnTo>
                  <a:lnTo>
                    <a:pt x="2802131" y="3034231"/>
                  </a:lnTo>
                  <a:lnTo>
                    <a:pt x="2750727" y="3084840"/>
                  </a:lnTo>
                  <a:lnTo>
                    <a:pt x="2695534" y="3130421"/>
                  </a:lnTo>
                  <a:lnTo>
                    <a:pt x="2635775" y="3171480"/>
                  </a:lnTo>
                  <a:lnTo>
                    <a:pt x="2570703" y="3208523"/>
                  </a:lnTo>
                  <a:lnTo>
                    <a:pt x="2499663" y="3242014"/>
                  </a:lnTo>
                  <a:lnTo>
                    <a:pt x="2422174" y="3272348"/>
                  </a:lnTo>
                  <a:lnTo>
                    <a:pt x="2338052" y="3299840"/>
                  </a:lnTo>
                  <a:lnTo>
                    <a:pt x="2247547" y="3324714"/>
                  </a:lnTo>
                  <a:lnTo>
                    <a:pt x="2151510" y="3347107"/>
                  </a:lnTo>
                  <a:lnTo>
                    <a:pt x="2051546" y="3367072"/>
                  </a:lnTo>
                  <a:lnTo>
                    <a:pt x="1950113" y="3384596"/>
                  </a:lnTo>
                  <a:lnTo>
                    <a:pt x="1850488" y="3399627"/>
                  </a:lnTo>
                  <a:lnTo>
                    <a:pt x="1756548" y="3412116"/>
                  </a:lnTo>
                  <a:lnTo>
                    <a:pt x="1672328" y="3422062"/>
                  </a:lnTo>
                  <a:lnTo>
                    <a:pt x="1601403" y="3429554"/>
                  </a:lnTo>
                  <a:lnTo>
                    <a:pt x="1546229" y="3434797"/>
                  </a:lnTo>
                  <a:lnTo>
                    <a:pt x="1507619" y="3438114"/>
                  </a:lnTo>
                  <a:lnTo>
                    <a:pt x="1484496" y="3439916"/>
                  </a:lnTo>
                  <a:lnTo>
                    <a:pt x="1473940" y="3440666"/>
                  </a:lnTo>
                  <a:lnTo>
                    <a:pt x="1471426" y="3440829"/>
                  </a:lnTo>
                  <a:lnTo>
                    <a:pt x="1471387" y="3440832"/>
                  </a:lnTo>
                  <a:lnTo>
                    <a:pt x="0" y="344083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51" name="pg1751"/>
            <p:cNvSpPr/>
            <p:nvPr/>
          </p:nvSpPr>
          <p:spPr>
            <a:xfrm>
              <a:off x="4799595" y="5412939"/>
              <a:ext cx="11981298" cy="4707647"/>
            </a:xfrm>
            <a:custGeom>
              <a:avLst/>
              <a:pathLst>
                <a:path w="11981298" h="4707647">
                  <a:moveTo>
                    <a:pt x="0" y="4560533"/>
                  </a:moveTo>
                  <a:lnTo>
                    <a:pt x="1471387" y="4560533"/>
                  </a:lnTo>
                  <a:lnTo>
                    <a:pt x="1472296" y="4560449"/>
                  </a:lnTo>
                  <a:lnTo>
                    <a:pt x="1478297" y="4559857"/>
                  </a:lnTo>
                  <a:lnTo>
                    <a:pt x="1493523" y="4558220"/>
                  </a:lnTo>
                  <a:lnTo>
                    <a:pt x="1520989" y="4554994"/>
                  </a:lnTo>
                  <a:lnTo>
                    <a:pt x="1562418" y="4549659"/>
                  </a:lnTo>
                  <a:lnTo>
                    <a:pt x="1618121" y="4541768"/>
                  </a:lnTo>
                  <a:lnTo>
                    <a:pt x="1687024" y="4530985"/>
                  </a:lnTo>
                  <a:lnTo>
                    <a:pt x="1766906" y="4517103"/>
                  </a:lnTo>
                  <a:lnTo>
                    <a:pt x="1854798" y="4500036"/>
                  </a:lnTo>
                  <a:lnTo>
                    <a:pt x="1947445" y="4479793"/>
                  </a:lnTo>
                  <a:lnTo>
                    <a:pt x="2041731" y="4456434"/>
                  </a:lnTo>
                  <a:lnTo>
                    <a:pt x="2134984" y="4430019"/>
                  </a:lnTo>
                  <a:lnTo>
                    <a:pt x="2225140" y="4400572"/>
                  </a:lnTo>
                  <a:lnTo>
                    <a:pt x="2310776" y="4368050"/>
                  </a:lnTo>
                  <a:lnTo>
                    <a:pt x="2391057" y="4332322"/>
                  </a:lnTo>
                  <a:lnTo>
                    <a:pt x="2465632" y="4293163"/>
                  </a:lnTo>
                  <a:lnTo>
                    <a:pt x="2534524" y="4250250"/>
                  </a:lnTo>
                  <a:lnTo>
                    <a:pt x="2598016" y="4203168"/>
                  </a:lnTo>
                  <a:lnTo>
                    <a:pt x="2656569" y="4151419"/>
                  </a:lnTo>
                  <a:lnTo>
                    <a:pt x="2710745" y="4094440"/>
                  </a:lnTo>
                  <a:lnTo>
                    <a:pt x="2761155" y="4031638"/>
                  </a:lnTo>
                  <a:lnTo>
                    <a:pt x="2808425" y="3962432"/>
                  </a:lnTo>
                  <a:lnTo>
                    <a:pt x="2853155" y="3886346"/>
                  </a:lnTo>
                  <a:lnTo>
                    <a:pt x="2895893" y="3803128"/>
                  </a:lnTo>
                  <a:lnTo>
                    <a:pt x="2896531" y="3801806"/>
                  </a:lnTo>
                  <a:lnTo>
                    <a:pt x="2927305" y="3735196"/>
                  </a:lnTo>
                  <a:lnTo>
                    <a:pt x="2957412" y="3664587"/>
                  </a:lnTo>
                  <a:lnTo>
                    <a:pt x="2987003" y="3589898"/>
                  </a:lnTo>
                  <a:lnTo>
                    <a:pt x="3016200" y="3511090"/>
                  </a:lnTo>
                  <a:lnTo>
                    <a:pt x="3045110" y="3428171"/>
                  </a:lnTo>
                  <a:lnTo>
                    <a:pt x="3073818" y="3341197"/>
                  </a:lnTo>
                  <a:lnTo>
                    <a:pt x="3102395" y="3250279"/>
                  </a:lnTo>
                  <a:lnTo>
                    <a:pt x="3130896" y="3155582"/>
                  </a:lnTo>
                  <a:lnTo>
                    <a:pt x="3159365" y="3057330"/>
                  </a:lnTo>
                  <a:lnTo>
                    <a:pt x="3187833" y="2955802"/>
                  </a:lnTo>
                  <a:lnTo>
                    <a:pt x="3216321" y="2851333"/>
                  </a:lnTo>
                  <a:lnTo>
                    <a:pt x="3244840" y="2744310"/>
                  </a:lnTo>
                  <a:lnTo>
                    <a:pt x="3273395" y="2635165"/>
                  </a:lnTo>
                  <a:lnTo>
                    <a:pt x="3301983" y="2524372"/>
                  </a:lnTo>
                  <a:lnTo>
                    <a:pt x="3330596" y="2412436"/>
                  </a:lnTo>
                  <a:lnTo>
                    <a:pt x="3359224" y="2299886"/>
                  </a:lnTo>
                  <a:lnTo>
                    <a:pt x="3387854" y="2187260"/>
                  </a:lnTo>
                  <a:lnTo>
                    <a:pt x="3416473" y="2075102"/>
                  </a:lnTo>
                  <a:lnTo>
                    <a:pt x="3445069" y="1963942"/>
                  </a:lnTo>
                  <a:lnTo>
                    <a:pt x="3473633" y="1854294"/>
                  </a:lnTo>
                  <a:lnTo>
                    <a:pt x="3502162" y="1746641"/>
                  </a:lnTo>
                  <a:lnTo>
                    <a:pt x="3530658" y="1641426"/>
                  </a:lnTo>
                  <a:lnTo>
                    <a:pt x="3559129" y="1539052"/>
                  </a:lnTo>
                  <a:lnTo>
                    <a:pt x="3587595" y="1439866"/>
                  </a:lnTo>
                  <a:lnTo>
                    <a:pt x="3616084" y="1344165"/>
                  </a:lnTo>
                  <a:lnTo>
                    <a:pt x="3644635" y="1252186"/>
                  </a:lnTo>
                  <a:lnTo>
                    <a:pt x="3673300" y="1164111"/>
                  </a:lnTo>
                  <a:lnTo>
                    <a:pt x="3702147" y="1080066"/>
                  </a:lnTo>
                  <a:lnTo>
                    <a:pt x="3731255" y="1000122"/>
                  </a:lnTo>
                  <a:lnTo>
                    <a:pt x="3760726" y="924300"/>
                  </a:lnTo>
                  <a:lnTo>
                    <a:pt x="3790677" y="852572"/>
                  </a:lnTo>
                  <a:lnTo>
                    <a:pt x="3821251" y="784870"/>
                  </a:lnTo>
                  <a:lnTo>
                    <a:pt x="3829811" y="766899"/>
                  </a:lnTo>
                  <a:lnTo>
                    <a:pt x="3872523" y="683573"/>
                  </a:lnTo>
                  <a:lnTo>
                    <a:pt x="3917218" y="607379"/>
                  </a:lnTo>
                  <a:lnTo>
                    <a:pt x="3964445" y="538072"/>
                  </a:lnTo>
                  <a:lnTo>
                    <a:pt x="4014803" y="475176"/>
                  </a:lnTo>
                  <a:lnTo>
                    <a:pt x="4068916" y="418114"/>
                  </a:lnTo>
                  <a:lnTo>
                    <a:pt x="4127398" y="366289"/>
                  </a:lnTo>
                  <a:lnTo>
                    <a:pt x="4190812" y="319140"/>
                  </a:lnTo>
                  <a:lnTo>
                    <a:pt x="4259618" y="276167"/>
                  </a:lnTo>
                  <a:lnTo>
                    <a:pt x="4334106" y="236953"/>
                  </a:lnTo>
                  <a:lnTo>
                    <a:pt x="4414301" y="201175"/>
                  </a:lnTo>
                  <a:lnTo>
                    <a:pt x="4499861" y="168605"/>
                  </a:lnTo>
                  <a:lnTo>
                    <a:pt x="4589957" y="139112"/>
                  </a:lnTo>
                  <a:lnTo>
                    <a:pt x="4683177" y="112651"/>
                  </a:lnTo>
                  <a:lnTo>
                    <a:pt x="4777466" y="89244"/>
                  </a:lnTo>
                  <a:lnTo>
                    <a:pt x="4870160" y="68954"/>
                  </a:lnTo>
                  <a:lnTo>
                    <a:pt x="4958149" y="51838"/>
                  </a:lnTo>
                  <a:lnTo>
                    <a:pt x="5038177" y="37908"/>
                  </a:lnTo>
                  <a:lnTo>
                    <a:pt x="5107266" y="27079"/>
                  </a:lnTo>
                  <a:lnTo>
                    <a:pt x="5163182" y="19146"/>
                  </a:lnTo>
                  <a:lnTo>
                    <a:pt x="5204830" y="13776"/>
                  </a:lnTo>
                  <a:lnTo>
                    <a:pt x="5232498" y="10521"/>
                  </a:lnTo>
                  <a:lnTo>
                    <a:pt x="5247891" y="8864"/>
                  </a:lnTo>
                  <a:lnTo>
                    <a:pt x="5254005" y="8260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242" y="8258"/>
                  </a:lnTo>
                  <a:lnTo>
                    <a:pt x="6733184" y="8863"/>
                  </a:lnTo>
                  <a:lnTo>
                    <a:pt x="6748263" y="10535"/>
                  </a:lnTo>
                  <a:lnTo>
                    <a:pt x="6775473" y="13831"/>
                  </a:lnTo>
                  <a:lnTo>
                    <a:pt x="6816538" y="19282"/>
                  </a:lnTo>
                  <a:lnTo>
                    <a:pt x="6871786" y="27346"/>
                  </a:lnTo>
                  <a:lnTo>
                    <a:pt x="6940178" y="38369"/>
                  </a:lnTo>
                  <a:lnTo>
                    <a:pt x="7019539" y="52567"/>
                  </a:lnTo>
                  <a:lnTo>
                    <a:pt x="7106941" y="70029"/>
                  </a:lnTo>
                  <a:lnTo>
                    <a:pt x="7199165" y="90747"/>
                  </a:lnTo>
                  <a:lnTo>
                    <a:pt x="7293118" y="114664"/>
                  </a:lnTo>
                  <a:lnTo>
                    <a:pt x="7386134" y="141715"/>
                  </a:lnTo>
                  <a:lnTo>
                    <a:pt x="7476147" y="171874"/>
                  </a:lnTo>
                  <a:lnTo>
                    <a:pt x="7561721" y="205182"/>
                  </a:lnTo>
                  <a:lnTo>
                    <a:pt x="7642003" y="241768"/>
                  </a:lnTo>
                  <a:lnTo>
                    <a:pt x="7716627" y="281857"/>
                  </a:lnTo>
                  <a:lnTo>
                    <a:pt x="7785598" y="325774"/>
                  </a:lnTo>
                  <a:lnTo>
                    <a:pt x="7849184" y="373938"/>
                  </a:lnTo>
                  <a:lnTo>
                    <a:pt x="7907833" y="426853"/>
                  </a:lnTo>
                  <a:lnTo>
                    <a:pt x="7962096" y="485089"/>
                  </a:lnTo>
                  <a:lnTo>
                    <a:pt x="8012577" y="549255"/>
                  </a:lnTo>
                  <a:lnTo>
                    <a:pt x="8059895" y="619944"/>
                  </a:lnTo>
                  <a:lnTo>
                    <a:pt x="8104646" y="697656"/>
                  </a:lnTo>
                  <a:lnTo>
                    <a:pt x="8147379" y="782673"/>
                  </a:lnTo>
                  <a:lnTo>
                    <a:pt x="8151487" y="791418"/>
                  </a:lnTo>
                  <a:lnTo>
                    <a:pt x="8181820" y="859157"/>
                  </a:lnTo>
                  <a:lnTo>
                    <a:pt x="8211505" y="930904"/>
                  </a:lnTo>
                  <a:lnTo>
                    <a:pt x="8240683" y="1006740"/>
                  </a:lnTo>
                  <a:lnTo>
                    <a:pt x="8269476" y="1086706"/>
                  </a:lnTo>
                  <a:lnTo>
                    <a:pt x="8297983" y="1170796"/>
                  </a:lnTo>
                  <a:lnTo>
                    <a:pt x="8326289" y="1258958"/>
                  </a:lnTo>
                  <a:lnTo>
                    <a:pt x="8354462" y="1351086"/>
                  </a:lnTo>
                  <a:lnTo>
                    <a:pt x="8382557" y="1447022"/>
                  </a:lnTo>
                  <a:lnTo>
                    <a:pt x="8410616" y="1546552"/>
                  </a:lnTo>
                  <a:lnTo>
                    <a:pt x="8438671" y="1649407"/>
                  </a:lnTo>
                  <a:lnTo>
                    <a:pt x="8466742" y="1755263"/>
                  </a:lnTo>
                  <a:lnTo>
                    <a:pt x="8494844" y="1863745"/>
                  </a:lnTo>
                  <a:lnTo>
                    <a:pt x="8522979" y="1974432"/>
                  </a:lnTo>
                  <a:lnTo>
                    <a:pt x="8551148" y="2086864"/>
                  </a:lnTo>
                  <a:lnTo>
                    <a:pt x="8579343" y="2200547"/>
                  </a:lnTo>
                  <a:lnTo>
                    <a:pt x="8607555" y="2314962"/>
                  </a:lnTo>
                  <a:lnTo>
                    <a:pt x="8635771" y="2429578"/>
                  </a:lnTo>
                  <a:lnTo>
                    <a:pt x="8663980" y="2543859"/>
                  </a:lnTo>
                  <a:lnTo>
                    <a:pt x="8692170" y="2657276"/>
                  </a:lnTo>
                  <a:lnTo>
                    <a:pt x="8720330" y="2769316"/>
                  </a:lnTo>
                  <a:lnTo>
                    <a:pt x="8748457" y="2879493"/>
                  </a:lnTo>
                  <a:lnTo>
                    <a:pt x="8776550" y="2987354"/>
                  </a:lnTo>
                  <a:lnTo>
                    <a:pt x="8804616" y="3092491"/>
                  </a:lnTo>
                  <a:lnTo>
                    <a:pt x="8832670" y="3194540"/>
                  </a:lnTo>
                  <a:lnTo>
                    <a:pt x="8860735" y="3293193"/>
                  </a:lnTo>
                  <a:lnTo>
                    <a:pt x="8888845" y="3388192"/>
                  </a:lnTo>
                  <a:lnTo>
                    <a:pt x="8917045" y="3479339"/>
                  </a:lnTo>
                  <a:lnTo>
                    <a:pt x="8945394" y="3566488"/>
                  </a:lnTo>
                  <a:lnTo>
                    <a:pt x="8973965" y="3649547"/>
                  </a:lnTo>
                  <a:lnTo>
                    <a:pt x="9002844" y="3728476"/>
                  </a:lnTo>
                  <a:lnTo>
                    <a:pt x="9032137" y="3803282"/>
                  </a:lnTo>
                  <a:lnTo>
                    <a:pt x="9061970" y="3874015"/>
                  </a:lnTo>
                  <a:lnTo>
                    <a:pt x="9084767" y="3924401"/>
                  </a:lnTo>
                  <a:lnTo>
                    <a:pt x="9127328" y="4010137"/>
                  </a:lnTo>
                  <a:lnTo>
                    <a:pt x="9171858" y="4088559"/>
                  </a:lnTo>
                  <a:lnTo>
                    <a:pt x="9218897" y="4159918"/>
                  </a:lnTo>
                  <a:lnTo>
                    <a:pt x="9269041" y="4224699"/>
                  </a:lnTo>
                  <a:lnTo>
                    <a:pt x="9322905" y="4283491"/>
                  </a:lnTo>
                  <a:lnTo>
                    <a:pt x="9381097" y="4336902"/>
                  </a:lnTo>
                  <a:lnTo>
                    <a:pt x="9444177" y="4385509"/>
                  </a:lnTo>
                  <a:lnTo>
                    <a:pt x="9512603" y="4429823"/>
                  </a:lnTo>
                  <a:lnTo>
                    <a:pt x="9586666" y="4470273"/>
                  </a:lnTo>
                  <a:lnTo>
                    <a:pt x="9666402" y="4507191"/>
                  </a:lnTo>
                  <a:lnTo>
                    <a:pt x="9751485" y="4540814"/>
                  </a:lnTo>
                  <a:lnTo>
                    <a:pt x="9841115" y="4571279"/>
                  </a:lnTo>
                  <a:lnTo>
                    <a:pt x="9933918" y="4598636"/>
                  </a:lnTo>
                  <a:lnTo>
                    <a:pt x="10027888" y="4622863"/>
                  </a:lnTo>
                  <a:lnTo>
                    <a:pt x="10120414" y="4643899"/>
                  </a:lnTo>
                  <a:lnTo>
                    <a:pt x="10208433" y="4661682"/>
                  </a:lnTo>
                  <a:lnTo>
                    <a:pt x="10288722" y="4676198"/>
                  </a:lnTo>
                  <a:lnTo>
                    <a:pt x="10358303" y="4687526"/>
                  </a:lnTo>
                  <a:lnTo>
                    <a:pt x="10414909" y="4695867"/>
                  </a:lnTo>
                  <a:lnTo>
                    <a:pt x="10457376" y="4701556"/>
                  </a:lnTo>
                  <a:lnTo>
                    <a:pt x="10485893" y="4705041"/>
                  </a:lnTo>
                  <a:lnTo>
                    <a:pt x="10502050" y="4706848"/>
                  </a:lnTo>
                  <a:lnTo>
                    <a:pt x="10508725" y="4707534"/>
                  </a:lnTo>
                  <a:lnTo>
                    <a:pt x="10509911" y="4707647"/>
                  </a:lnTo>
                  <a:lnTo>
                    <a:pt x="11981298" y="4707647"/>
                  </a:lnTo>
                  <a:lnTo>
                    <a:pt x="11981298" y="4699474"/>
                  </a:lnTo>
                  <a:lnTo>
                    <a:pt x="10509911" y="4699474"/>
                  </a:lnTo>
                  <a:lnTo>
                    <a:pt x="10509011" y="4699389"/>
                  </a:lnTo>
                  <a:lnTo>
                    <a:pt x="10503069" y="4698783"/>
                  </a:lnTo>
                  <a:lnTo>
                    <a:pt x="10487990" y="4697111"/>
                  </a:lnTo>
                  <a:lnTo>
                    <a:pt x="10460780" y="4693815"/>
                  </a:lnTo>
                  <a:lnTo>
                    <a:pt x="10419715" y="4688364"/>
                  </a:lnTo>
                  <a:lnTo>
                    <a:pt x="10364467" y="4680300"/>
                  </a:lnTo>
                  <a:lnTo>
                    <a:pt x="10296075" y="4669277"/>
                  </a:lnTo>
                  <a:lnTo>
                    <a:pt x="10216714" y="4655079"/>
                  </a:lnTo>
                  <a:lnTo>
                    <a:pt x="10129312" y="4637617"/>
                  </a:lnTo>
                  <a:lnTo>
                    <a:pt x="10037088" y="4616899"/>
                  </a:lnTo>
                  <a:lnTo>
                    <a:pt x="9943135" y="4592982"/>
                  </a:lnTo>
                  <a:lnTo>
                    <a:pt x="9850119" y="4565931"/>
                  </a:lnTo>
                  <a:lnTo>
                    <a:pt x="9760106" y="4535772"/>
                  </a:lnTo>
                  <a:lnTo>
                    <a:pt x="9674532" y="4502464"/>
                  </a:lnTo>
                  <a:lnTo>
                    <a:pt x="9594250" y="4465878"/>
                  </a:lnTo>
                  <a:lnTo>
                    <a:pt x="9519626" y="4425789"/>
                  </a:lnTo>
                  <a:lnTo>
                    <a:pt x="9450655" y="4381872"/>
                  </a:lnTo>
                  <a:lnTo>
                    <a:pt x="9387069" y="4333708"/>
                  </a:lnTo>
                  <a:lnTo>
                    <a:pt x="9328420" y="4280793"/>
                  </a:lnTo>
                  <a:lnTo>
                    <a:pt x="9274157" y="4222557"/>
                  </a:lnTo>
                  <a:lnTo>
                    <a:pt x="9223676" y="4158391"/>
                  </a:lnTo>
                  <a:lnTo>
                    <a:pt x="9176359" y="4087702"/>
                  </a:lnTo>
                  <a:lnTo>
                    <a:pt x="9131607" y="4009990"/>
                  </a:lnTo>
                  <a:lnTo>
                    <a:pt x="9088874" y="3924973"/>
                  </a:lnTo>
                  <a:lnTo>
                    <a:pt x="9084767" y="3916228"/>
                  </a:lnTo>
                  <a:lnTo>
                    <a:pt x="9054433" y="3848489"/>
                  </a:lnTo>
                  <a:lnTo>
                    <a:pt x="9024748" y="3776742"/>
                  </a:lnTo>
                  <a:lnTo>
                    <a:pt x="8995570" y="3700906"/>
                  </a:lnTo>
                  <a:lnTo>
                    <a:pt x="8966778" y="3620940"/>
                  </a:lnTo>
                  <a:lnTo>
                    <a:pt x="8938270" y="3536850"/>
                  </a:lnTo>
                  <a:lnTo>
                    <a:pt x="8909964" y="3448688"/>
                  </a:lnTo>
                  <a:lnTo>
                    <a:pt x="8881792" y="3356560"/>
                  </a:lnTo>
                  <a:lnTo>
                    <a:pt x="8853697" y="3260624"/>
                  </a:lnTo>
                  <a:lnTo>
                    <a:pt x="8825637" y="3161094"/>
                  </a:lnTo>
                  <a:lnTo>
                    <a:pt x="8797583" y="3058239"/>
                  </a:lnTo>
                  <a:lnTo>
                    <a:pt x="8769511" y="2952383"/>
                  </a:lnTo>
                  <a:lnTo>
                    <a:pt x="8741410" y="2843901"/>
                  </a:lnTo>
                  <a:lnTo>
                    <a:pt x="8713274" y="2733214"/>
                  </a:lnTo>
                  <a:lnTo>
                    <a:pt x="8685105" y="2620782"/>
                  </a:lnTo>
                  <a:lnTo>
                    <a:pt x="8656910" y="2507099"/>
                  </a:lnTo>
                  <a:lnTo>
                    <a:pt x="8628698" y="2392684"/>
                  </a:lnTo>
                  <a:lnTo>
                    <a:pt x="8600482" y="2278068"/>
                  </a:lnTo>
                  <a:lnTo>
                    <a:pt x="8572273" y="2163787"/>
                  </a:lnTo>
                  <a:lnTo>
                    <a:pt x="8544084" y="2050370"/>
                  </a:lnTo>
                  <a:lnTo>
                    <a:pt x="8515923" y="1938330"/>
                  </a:lnTo>
                  <a:lnTo>
                    <a:pt x="8487796" y="1828153"/>
                  </a:lnTo>
                  <a:lnTo>
                    <a:pt x="8459703" y="1720292"/>
                  </a:lnTo>
                  <a:lnTo>
                    <a:pt x="8431637" y="1615155"/>
                  </a:lnTo>
                  <a:lnTo>
                    <a:pt x="8403583" y="1513106"/>
                  </a:lnTo>
                  <a:lnTo>
                    <a:pt x="8375519" y="1414453"/>
                  </a:lnTo>
                  <a:lnTo>
                    <a:pt x="8347409" y="1319454"/>
                  </a:lnTo>
                  <a:lnTo>
                    <a:pt x="8319208" y="1228307"/>
                  </a:lnTo>
                  <a:lnTo>
                    <a:pt x="8290859" y="1141158"/>
                  </a:lnTo>
                  <a:lnTo>
                    <a:pt x="8262289" y="1058099"/>
                  </a:lnTo>
                  <a:lnTo>
                    <a:pt x="8233410" y="979170"/>
                  </a:lnTo>
                  <a:lnTo>
                    <a:pt x="8204116" y="904364"/>
                  </a:lnTo>
                  <a:lnTo>
                    <a:pt x="8174283" y="833631"/>
                  </a:lnTo>
                  <a:lnTo>
                    <a:pt x="8151487" y="783245"/>
                  </a:lnTo>
                  <a:lnTo>
                    <a:pt x="8108925" y="697509"/>
                  </a:lnTo>
                  <a:lnTo>
                    <a:pt x="8064395" y="619087"/>
                  </a:lnTo>
                  <a:lnTo>
                    <a:pt x="8017356" y="547728"/>
                  </a:lnTo>
                  <a:lnTo>
                    <a:pt x="7967213" y="482947"/>
                  </a:lnTo>
                  <a:lnTo>
                    <a:pt x="7913348" y="424155"/>
                  </a:lnTo>
                  <a:lnTo>
                    <a:pt x="7855156" y="370744"/>
                  </a:lnTo>
                  <a:lnTo>
                    <a:pt x="7792077" y="322137"/>
                  </a:lnTo>
                  <a:lnTo>
                    <a:pt x="7723651" y="277823"/>
                  </a:lnTo>
                  <a:lnTo>
                    <a:pt x="7649587" y="237373"/>
                  </a:lnTo>
                  <a:lnTo>
                    <a:pt x="7569851" y="200455"/>
                  </a:lnTo>
                  <a:lnTo>
                    <a:pt x="7484768" y="166832"/>
                  </a:lnTo>
                  <a:lnTo>
                    <a:pt x="7395138" y="136367"/>
                  </a:lnTo>
                  <a:lnTo>
                    <a:pt x="7302335" y="109010"/>
                  </a:lnTo>
                  <a:lnTo>
                    <a:pt x="7208366" y="84783"/>
                  </a:lnTo>
                  <a:lnTo>
                    <a:pt x="7115839" y="63747"/>
                  </a:lnTo>
                  <a:lnTo>
                    <a:pt x="7027820" y="45964"/>
                  </a:lnTo>
                  <a:lnTo>
                    <a:pt x="6947532" y="31448"/>
                  </a:lnTo>
                  <a:lnTo>
                    <a:pt x="6877950" y="20120"/>
                  </a:lnTo>
                  <a:lnTo>
                    <a:pt x="6821344" y="11779"/>
                  </a:lnTo>
                  <a:lnTo>
                    <a:pt x="6778877" y="6090"/>
                  </a:lnTo>
                  <a:lnTo>
                    <a:pt x="6750361" y="2605"/>
                  </a:lnTo>
                  <a:lnTo>
                    <a:pt x="6734203" y="798"/>
                  </a:lnTo>
                  <a:lnTo>
                    <a:pt x="6727528" y="112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046" y="83"/>
                  </a:lnTo>
                  <a:lnTo>
                    <a:pt x="5248045" y="675"/>
                  </a:lnTo>
                  <a:lnTo>
                    <a:pt x="5232819" y="2312"/>
                  </a:lnTo>
                  <a:lnTo>
                    <a:pt x="5205353" y="5538"/>
                  </a:lnTo>
                  <a:lnTo>
                    <a:pt x="5163924" y="10873"/>
                  </a:lnTo>
                  <a:lnTo>
                    <a:pt x="5108221" y="18764"/>
                  </a:lnTo>
                  <a:lnTo>
                    <a:pt x="5039318" y="29547"/>
                  </a:lnTo>
                  <a:lnTo>
                    <a:pt x="4959436" y="43429"/>
                  </a:lnTo>
                  <a:lnTo>
                    <a:pt x="4871544" y="60496"/>
                  </a:lnTo>
                  <a:lnTo>
                    <a:pt x="4778897" y="80739"/>
                  </a:lnTo>
                  <a:lnTo>
                    <a:pt x="4684611" y="104098"/>
                  </a:lnTo>
                  <a:lnTo>
                    <a:pt x="4591358" y="130513"/>
                  </a:lnTo>
                  <a:lnTo>
                    <a:pt x="4501202" y="159960"/>
                  </a:lnTo>
                  <a:lnTo>
                    <a:pt x="4415566" y="192482"/>
                  </a:lnTo>
                  <a:lnTo>
                    <a:pt x="4335285" y="228210"/>
                  </a:lnTo>
                  <a:lnTo>
                    <a:pt x="4260710" y="267369"/>
                  </a:lnTo>
                  <a:lnTo>
                    <a:pt x="4191819" y="310282"/>
                  </a:lnTo>
                  <a:lnTo>
                    <a:pt x="4128326" y="357364"/>
                  </a:lnTo>
                  <a:lnTo>
                    <a:pt x="4069773" y="409113"/>
                  </a:lnTo>
                  <a:lnTo>
                    <a:pt x="4015597" y="466092"/>
                  </a:lnTo>
                  <a:lnTo>
                    <a:pt x="3965187" y="528894"/>
                  </a:lnTo>
                  <a:lnTo>
                    <a:pt x="3917917" y="598100"/>
                  </a:lnTo>
                  <a:lnTo>
                    <a:pt x="3873187" y="674186"/>
                  </a:lnTo>
                  <a:lnTo>
                    <a:pt x="3830449" y="757404"/>
                  </a:lnTo>
                  <a:lnTo>
                    <a:pt x="3829811" y="758726"/>
                  </a:lnTo>
                  <a:lnTo>
                    <a:pt x="3799038" y="825336"/>
                  </a:lnTo>
                  <a:lnTo>
                    <a:pt x="3768930" y="895945"/>
                  </a:lnTo>
                  <a:lnTo>
                    <a:pt x="3739340" y="970634"/>
                  </a:lnTo>
                  <a:lnTo>
                    <a:pt x="3710142" y="1049442"/>
                  </a:lnTo>
                  <a:lnTo>
                    <a:pt x="3681232" y="1132361"/>
                  </a:lnTo>
                  <a:lnTo>
                    <a:pt x="3652524" y="1219335"/>
                  </a:lnTo>
                  <a:lnTo>
                    <a:pt x="3623947" y="1310253"/>
                  </a:lnTo>
                  <a:lnTo>
                    <a:pt x="3595446" y="1404950"/>
                  </a:lnTo>
                  <a:lnTo>
                    <a:pt x="3566977" y="1503202"/>
                  </a:lnTo>
                  <a:lnTo>
                    <a:pt x="3538509" y="1604730"/>
                  </a:lnTo>
                  <a:lnTo>
                    <a:pt x="3510021" y="1709199"/>
                  </a:lnTo>
                  <a:lnTo>
                    <a:pt x="3481502" y="1816222"/>
                  </a:lnTo>
                  <a:lnTo>
                    <a:pt x="3452947" y="1925367"/>
                  </a:lnTo>
                  <a:lnTo>
                    <a:pt x="3424359" y="2036160"/>
                  </a:lnTo>
                  <a:lnTo>
                    <a:pt x="3395746" y="2148096"/>
                  </a:lnTo>
                  <a:lnTo>
                    <a:pt x="3367118" y="2260646"/>
                  </a:lnTo>
                  <a:lnTo>
                    <a:pt x="3338488" y="2373272"/>
                  </a:lnTo>
                  <a:lnTo>
                    <a:pt x="3309869" y="2485430"/>
                  </a:lnTo>
                  <a:lnTo>
                    <a:pt x="3281273" y="2596590"/>
                  </a:lnTo>
                  <a:lnTo>
                    <a:pt x="3252709" y="2706238"/>
                  </a:lnTo>
                  <a:lnTo>
                    <a:pt x="3224180" y="2813892"/>
                  </a:lnTo>
                  <a:lnTo>
                    <a:pt x="3195684" y="2919106"/>
                  </a:lnTo>
                  <a:lnTo>
                    <a:pt x="3167213" y="3021480"/>
                  </a:lnTo>
                  <a:lnTo>
                    <a:pt x="3138747" y="3120666"/>
                  </a:lnTo>
                  <a:lnTo>
                    <a:pt x="3110258" y="3216367"/>
                  </a:lnTo>
                  <a:lnTo>
                    <a:pt x="3081707" y="3308346"/>
                  </a:lnTo>
                  <a:lnTo>
                    <a:pt x="3053042" y="3396421"/>
                  </a:lnTo>
                  <a:lnTo>
                    <a:pt x="3024196" y="3480466"/>
                  </a:lnTo>
                  <a:lnTo>
                    <a:pt x="2995087" y="3560410"/>
                  </a:lnTo>
                  <a:lnTo>
                    <a:pt x="2965616" y="3636233"/>
                  </a:lnTo>
                  <a:lnTo>
                    <a:pt x="2935665" y="3707960"/>
                  </a:lnTo>
                  <a:lnTo>
                    <a:pt x="2905091" y="3775662"/>
                  </a:lnTo>
                  <a:lnTo>
                    <a:pt x="2896531" y="3793633"/>
                  </a:lnTo>
                  <a:lnTo>
                    <a:pt x="2853819" y="3876959"/>
                  </a:lnTo>
                  <a:lnTo>
                    <a:pt x="2809124" y="3953153"/>
                  </a:lnTo>
                  <a:lnTo>
                    <a:pt x="2761897" y="4022460"/>
                  </a:lnTo>
                  <a:lnTo>
                    <a:pt x="2711539" y="4085356"/>
                  </a:lnTo>
                  <a:lnTo>
                    <a:pt x="2657426" y="4142419"/>
                  </a:lnTo>
                  <a:lnTo>
                    <a:pt x="2598944" y="4194243"/>
                  </a:lnTo>
                  <a:lnTo>
                    <a:pt x="2535530" y="4241392"/>
                  </a:lnTo>
                  <a:lnTo>
                    <a:pt x="2466724" y="4284365"/>
                  </a:lnTo>
                  <a:lnTo>
                    <a:pt x="2392236" y="4323579"/>
                  </a:lnTo>
                  <a:lnTo>
                    <a:pt x="2312041" y="4359357"/>
                  </a:lnTo>
                  <a:lnTo>
                    <a:pt x="2226481" y="4391927"/>
                  </a:lnTo>
                  <a:lnTo>
                    <a:pt x="2136385" y="4421420"/>
                  </a:lnTo>
                  <a:lnTo>
                    <a:pt x="2043165" y="4447881"/>
                  </a:lnTo>
                  <a:lnTo>
                    <a:pt x="1948876" y="4471288"/>
                  </a:lnTo>
                  <a:lnTo>
                    <a:pt x="1856182" y="4491578"/>
                  </a:lnTo>
                  <a:lnTo>
                    <a:pt x="1768193" y="4508694"/>
                  </a:lnTo>
                  <a:lnTo>
                    <a:pt x="1688165" y="4522624"/>
                  </a:lnTo>
                  <a:lnTo>
                    <a:pt x="1619076" y="4533453"/>
                  </a:lnTo>
                  <a:lnTo>
                    <a:pt x="1563161" y="4541386"/>
                  </a:lnTo>
                  <a:lnTo>
                    <a:pt x="1521512" y="4546756"/>
                  </a:lnTo>
                  <a:lnTo>
                    <a:pt x="1493844" y="4550011"/>
                  </a:lnTo>
                  <a:lnTo>
                    <a:pt x="1478451" y="4551668"/>
                  </a:lnTo>
                  <a:lnTo>
                    <a:pt x="1472337" y="4552272"/>
                  </a:lnTo>
                  <a:lnTo>
                    <a:pt x="1471387" y="4552360"/>
                  </a:lnTo>
                  <a:lnTo>
                    <a:pt x="0" y="4552360"/>
                  </a:lnTo>
                  <a:close/>
                </a:path>
              </a:pathLst>
            </a:custGeom>
            <a:solidFill>
              <a:srgbClr val="9E9E9E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752" name="pl1752"/>
            <p:cNvSpPr/>
            <p:nvPr/>
          </p:nvSpPr>
          <p:spPr>
            <a:xfrm>
              <a:off x="4799595" y="5421112"/>
              <a:ext cx="11981298" cy="4699474"/>
            </a:xfrm>
            <a:custGeom>
              <a:avLst/>
              <a:pathLst>
                <a:path w="11981298" h="4699474">
                  <a:moveTo>
                    <a:pt x="0" y="4552360"/>
                  </a:moveTo>
                  <a:lnTo>
                    <a:pt x="1471387" y="4552360"/>
                  </a:lnTo>
                  <a:lnTo>
                    <a:pt x="1472296" y="4552276"/>
                  </a:lnTo>
                  <a:lnTo>
                    <a:pt x="1478297" y="4551684"/>
                  </a:lnTo>
                  <a:lnTo>
                    <a:pt x="1493523" y="4550047"/>
                  </a:lnTo>
                  <a:lnTo>
                    <a:pt x="1520989" y="4546821"/>
                  </a:lnTo>
                  <a:lnTo>
                    <a:pt x="1562418" y="4541486"/>
                  </a:lnTo>
                  <a:lnTo>
                    <a:pt x="1618121" y="4533595"/>
                  </a:lnTo>
                  <a:lnTo>
                    <a:pt x="1687024" y="4522812"/>
                  </a:lnTo>
                  <a:lnTo>
                    <a:pt x="1766906" y="4508930"/>
                  </a:lnTo>
                  <a:lnTo>
                    <a:pt x="1854798" y="4491863"/>
                  </a:lnTo>
                  <a:lnTo>
                    <a:pt x="1947445" y="4471620"/>
                  </a:lnTo>
                  <a:lnTo>
                    <a:pt x="2041731" y="4448261"/>
                  </a:lnTo>
                  <a:lnTo>
                    <a:pt x="2134984" y="4421846"/>
                  </a:lnTo>
                  <a:lnTo>
                    <a:pt x="2225140" y="4392399"/>
                  </a:lnTo>
                  <a:lnTo>
                    <a:pt x="2310776" y="4359877"/>
                  </a:lnTo>
                  <a:lnTo>
                    <a:pt x="2391057" y="4324149"/>
                  </a:lnTo>
                  <a:lnTo>
                    <a:pt x="2465632" y="4284990"/>
                  </a:lnTo>
                  <a:lnTo>
                    <a:pt x="2534524" y="4242077"/>
                  </a:lnTo>
                  <a:lnTo>
                    <a:pt x="2598016" y="4194995"/>
                  </a:lnTo>
                  <a:lnTo>
                    <a:pt x="2656569" y="4143246"/>
                  </a:lnTo>
                  <a:lnTo>
                    <a:pt x="2710745" y="4086267"/>
                  </a:lnTo>
                  <a:lnTo>
                    <a:pt x="2761155" y="4023465"/>
                  </a:lnTo>
                  <a:lnTo>
                    <a:pt x="2808425" y="3954259"/>
                  </a:lnTo>
                  <a:lnTo>
                    <a:pt x="2853155" y="3878173"/>
                  </a:lnTo>
                  <a:lnTo>
                    <a:pt x="2895893" y="3794955"/>
                  </a:lnTo>
                  <a:lnTo>
                    <a:pt x="2896531" y="3793633"/>
                  </a:lnTo>
                  <a:lnTo>
                    <a:pt x="2927305" y="3727023"/>
                  </a:lnTo>
                  <a:lnTo>
                    <a:pt x="2957412" y="3656414"/>
                  </a:lnTo>
                  <a:lnTo>
                    <a:pt x="2987003" y="3581725"/>
                  </a:lnTo>
                  <a:lnTo>
                    <a:pt x="3016200" y="3502917"/>
                  </a:lnTo>
                  <a:lnTo>
                    <a:pt x="3045110" y="3419998"/>
                  </a:lnTo>
                  <a:lnTo>
                    <a:pt x="3073818" y="3333024"/>
                  </a:lnTo>
                  <a:lnTo>
                    <a:pt x="3102395" y="3242106"/>
                  </a:lnTo>
                  <a:lnTo>
                    <a:pt x="3130896" y="3147409"/>
                  </a:lnTo>
                  <a:lnTo>
                    <a:pt x="3159365" y="3049157"/>
                  </a:lnTo>
                  <a:lnTo>
                    <a:pt x="3187833" y="2947629"/>
                  </a:lnTo>
                  <a:lnTo>
                    <a:pt x="3216321" y="2843160"/>
                  </a:lnTo>
                  <a:lnTo>
                    <a:pt x="3244840" y="2736137"/>
                  </a:lnTo>
                  <a:lnTo>
                    <a:pt x="3273395" y="2626992"/>
                  </a:lnTo>
                  <a:lnTo>
                    <a:pt x="3301983" y="2516199"/>
                  </a:lnTo>
                  <a:lnTo>
                    <a:pt x="3330596" y="2404263"/>
                  </a:lnTo>
                  <a:lnTo>
                    <a:pt x="3359224" y="2291713"/>
                  </a:lnTo>
                  <a:lnTo>
                    <a:pt x="3387854" y="2179087"/>
                  </a:lnTo>
                  <a:lnTo>
                    <a:pt x="3416473" y="2066929"/>
                  </a:lnTo>
                  <a:lnTo>
                    <a:pt x="3445069" y="1955769"/>
                  </a:lnTo>
                  <a:lnTo>
                    <a:pt x="3473633" y="1846121"/>
                  </a:lnTo>
                  <a:lnTo>
                    <a:pt x="3502162" y="1738468"/>
                  </a:lnTo>
                  <a:lnTo>
                    <a:pt x="3530658" y="1633253"/>
                  </a:lnTo>
                  <a:lnTo>
                    <a:pt x="3559129" y="1530879"/>
                  </a:lnTo>
                  <a:lnTo>
                    <a:pt x="3587595" y="1431693"/>
                  </a:lnTo>
                  <a:lnTo>
                    <a:pt x="3616084" y="1335992"/>
                  </a:lnTo>
                  <a:lnTo>
                    <a:pt x="3644635" y="1244013"/>
                  </a:lnTo>
                  <a:lnTo>
                    <a:pt x="3673300" y="1155938"/>
                  </a:lnTo>
                  <a:lnTo>
                    <a:pt x="3702147" y="1071893"/>
                  </a:lnTo>
                  <a:lnTo>
                    <a:pt x="3731255" y="991949"/>
                  </a:lnTo>
                  <a:lnTo>
                    <a:pt x="3760726" y="916127"/>
                  </a:lnTo>
                  <a:lnTo>
                    <a:pt x="3790677" y="844399"/>
                  </a:lnTo>
                  <a:lnTo>
                    <a:pt x="3821251" y="776697"/>
                  </a:lnTo>
                  <a:lnTo>
                    <a:pt x="3829811" y="758726"/>
                  </a:lnTo>
                  <a:lnTo>
                    <a:pt x="3872523" y="675400"/>
                  </a:lnTo>
                  <a:lnTo>
                    <a:pt x="3917218" y="599206"/>
                  </a:lnTo>
                  <a:lnTo>
                    <a:pt x="3964445" y="529899"/>
                  </a:lnTo>
                  <a:lnTo>
                    <a:pt x="4014803" y="467003"/>
                  </a:lnTo>
                  <a:lnTo>
                    <a:pt x="4068916" y="409941"/>
                  </a:lnTo>
                  <a:lnTo>
                    <a:pt x="4127398" y="358116"/>
                  </a:lnTo>
                  <a:lnTo>
                    <a:pt x="4190812" y="310967"/>
                  </a:lnTo>
                  <a:lnTo>
                    <a:pt x="4259618" y="267994"/>
                  </a:lnTo>
                  <a:lnTo>
                    <a:pt x="4334106" y="228780"/>
                  </a:lnTo>
                  <a:lnTo>
                    <a:pt x="4414301" y="193002"/>
                  </a:lnTo>
                  <a:lnTo>
                    <a:pt x="4499861" y="160432"/>
                  </a:lnTo>
                  <a:lnTo>
                    <a:pt x="4589957" y="130939"/>
                  </a:lnTo>
                  <a:lnTo>
                    <a:pt x="4683177" y="104478"/>
                  </a:lnTo>
                  <a:lnTo>
                    <a:pt x="4777466" y="81071"/>
                  </a:lnTo>
                  <a:lnTo>
                    <a:pt x="4870160" y="60781"/>
                  </a:lnTo>
                  <a:lnTo>
                    <a:pt x="4958149" y="43665"/>
                  </a:lnTo>
                  <a:lnTo>
                    <a:pt x="5038177" y="29735"/>
                  </a:lnTo>
                  <a:lnTo>
                    <a:pt x="5107266" y="18906"/>
                  </a:lnTo>
                  <a:lnTo>
                    <a:pt x="5163182" y="10973"/>
                  </a:lnTo>
                  <a:lnTo>
                    <a:pt x="5204830" y="5603"/>
                  </a:lnTo>
                  <a:lnTo>
                    <a:pt x="5232498" y="2348"/>
                  </a:lnTo>
                  <a:lnTo>
                    <a:pt x="5247891" y="691"/>
                  </a:lnTo>
                  <a:lnTo>
                    <a:pt x="5254005" y="87"/>
                  </a:lnTo>
                  <a:lnTo>
                    <a:pt x="5254955" y="0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242" y="85"/>
                  </a:lnTo>
                  <a:lnTo>
                    <a:pt x="6733184" y="690"/>
                  </a:lnTo>
                  <a:lnTo>
                    <a:pt x="6748263" y="2362"/>
                  </a:lnTo>
                  <a:lnTo>
                    <a:pt x="6775473" y="5658"/>
                  </a:lnTo>
                  <a:lnTo>
                    <a:pt x="6816538" y="11109"/>
                  </a:lnTo>
                  <a:lnTo>
                    <a:pt x="6871786" y="19173"/>
                  </a:lnTo>
                  <a:lnTo>
                    <a:pt x="6940178" y="30196"/>
                  </a:lnTo>
                  <a:lnTo>
                    <a:pt x="7019539" y="44394"/>
                  </a:lnTo>
                  <a:lnTo>
                    <a:pt x="7106941" y="61856"/>
                  </a:lnTo>
                  <a:lnTo>
                    <a:pt x="7199165" y="82574"/>
                  </a:lnTo>
                  <a:lnTo>
                    <a:pt x="7293118" y="106491"/>
                  </a:lnTo>
                  <a:lnTo>
                    <a:pt x="7386134" y="133542"/>
                  </a:lnTo>
                  <a:lnTo>
                    <a:pt x="7476147" y="163701"/>
                  </a:lnTo>
                  <a:lnTo>
                    <a:pt x="7561721" y="197009"/>
                  </a:lnTo>
                  <a:lnTo>
                    <a:pt x="7642003" y="233595"/>
                  </a:lnTo>
                  <a:lnTo>
                    <a:pt x="7716627" y="273684"/>
                  </a:lnTo>
                  <a:lnTo>
                    <a:pt x="7785598" y="317601"/>
                  </a:lnTo>
                  <a:lnTo>
                    <a:pt x="7849184" y="365765"/>
                  </a:lnTo>
                  <a:lnTo>
                    <a:pt x="7907833" y="418680"/>
                  </a:lnTo>
                  <a:lnTo>
                    <a:pt x="7962096" y="476916"/>
                  </a:lnTo>
                  <a:lnTo>
                    <a:pt x="8012577" y="541082"/>
                  </a:lnTo>
                  <a:lnTo>
                    <a:pt x="8059895" y="611771"/>
                  </a:lnTo>
                  <a:lnTo>
                    <a:pt x="8104646" y="689483"/>
                  </a:lnTo>
                  <a:lnTo>
                    <a:pt x="8147379" y="774500"/>
                  </a:lnTo>
                  <a:lnTo>
                    <a:pt x="8151487" y="783245"/>
                  </a:lnTo>
                  <a:lnTo>
                    <a:pt x="8181820" y="850984"/>
                  </a:lnTo>
                  <a:lnTo>
                    <a:pt x="8211505" y="922731"/>
                  </a:lnTo>
                  <a:lnTo>
                    <a:pt x="8240683" y="998567"/>
                  </a:lnTo>
                  <a:lnTo>
                    <a:pt x="8269476" y="1078533"/>
                  </a:lnTo>
                  <a:lnTo>
                    <a:pt x="8297983" y="1162623"/>
                  </a:lnTo>
                  <a:lnTo>
                    <a:pt x="8326289" y="1250785"/>
                  </a:lnTo>
                  <a:lnTo>
                    <a:pt x="8354462" y="1342913"/>
                  </a:lnTo>
                  <a:lnTo>
                    <a:pt x="8382557" y="1438849"/>
                  </a:lnTo>
                  <a:lnTo>
                    <a:pt x="8410616" y="1538379"/>
                  </a:lnTo>
                  <a:lnTo>
                    <a:pt x="8438671" y="1641234"/>
                  </a:lnTo>
                  <a:lnTo>
                    <a:pt x="8466742" y="1747090"/>
                  </a:lnTo>
                  <a:lnTo>
                    <a:pt x="8494844" y="1855572"/>
                  </a:lnTo>
                  <a:lnTo>
                    <a:pt x="8522979" y="1966259"/>
                  </a:lnTo>
                  <a:lnTo>
                    <a:pt x="8551148" y="2078691"/>
                  </a:lnTo>
                  <a:lnTo>
                    <a:pt x="8579343" y="2192374"/>
                  </a:lnTo>
                  <a:lnTo>
                    <a:pt x="8607555" y="2306789"/>
                  </a:lnTo>
                  <a:lnTo>
                    <a:pt x="8635771" y="2421405"/>
                  </a:lnTo>
                  <a:lnTo>
                    <a:pt x="8663980" y="2535686"/>
                  </a:lnTo>
                  <a:lnTo>
                    <a:pt x="8692170" y="2649103"/>
                  </a:lnTo>
                  <a:lnTo>
                    <a:pt x="8720330" y="2761143"/>
                  </a:lnTo>
                  <a:lnTo>
                    <a:pt x="8748457" y="2871320"/>
                  </a:lnTo>
                  <a:lnTo>
                    <a:pt x="8776550" y="2979181"/>
                  </a:lnTo>
                  <a:lnTo>
                    <a:pt x="8804616" y="3084318"/>
                  </a:lnTo>
                  <a:lnTo>
                    <a:pt x="8832670" y="3186367"/>
                  </a:lnTo>
                  <a:lnTo>
                    <a:pt x="8860735" y="3285020"/>
                  </a:lnTo>
                  <a:lnTo>
                    <a:pt x="8888845" y="3380019"/>
                  </a:lnTo>
                  <a:lnTo>
                    <a:pt x="8917045" y="3471166"/>
                  </a:lnTo>
                  <a:lnTo>
                    <a:pt x="8945394" y="3558315"/>
                  </a:lnTo>
                  <a:lnTo>
                    <a:pt x="8973965" y="3641374"/>
                  </a:lnTo>
                  <a:lnTo>
                    <a:pt x="9002844" y="3720303"/>
                  </a:lnTo>
                  <a:lnTo>
                    <a:pt x="9032137" y="3795109"/>
                  </a:lnTo>
                  <a:lnTo>
                    <a:pt x="9061970" y="3865842"/>
                  </a:lnTo>
                  <a:lnTo>
                    <a:pt x="9084767" y="3916228"/>
                  </a:lnTo>
                  <a:lnTo>
                    <a:pt x="9127328" y="4001964"/>
                  </a:lnTo>
                  <a:lnTo>
                    <a:pt x="9171858" y="4080386"/>
                  </a:lnTo>
                  <a:lnTo>
                    <a:pt x="9218897" y="4151745"/>
                  </a:lnTo>
                  <a:lnTo>
                    <a:pt x="9269041" y="4216526"/>
                  </a:lnTo>
                  <a:lnTo>
                    <a:pt x="9322905" y="4275318"/>
                  </a:lnTo>
                  <a:lnTo>
                    <a:pt x="9381097" y="4328729"/>
                  </a:lnTo>
                  <a:lnTo>
                    <a:pt x="9444177" y="4377336"/>
                  </a:lnTo>
                  <a:lnTo>
                    <a:pt x="9512603" y="4421650"/>
                  </a:lnTo>
                  <a:lnTo>
                    <a:pt x="9586666" y="4462100"/>
                  </a:lnTo>
                  <a:lnTo>
                    <a:pt x="9666402" y="4499018"/>
                  </a:lnTo>
                  <a:lnTo>
                    <a:pt x="9751485" y="4532641"/>
                  </a:lnTo>
                  <a:lnTo>
                    <a:pt x="9841115" y="4563106"/>
                  </a:lnTo>
                  <a:lnTo>
                    <a:pt x="9933918" y="4590463"/>
                  </a:lnTo>
                  <a:lnTo>
                    <a:pt x="10027888" y="4614690"/>
                  </a:lnTo>
                  <a:lnTo>
                    <a:pt x="10120414" y="4635726"/>
                  </a:lnTo>
                  <a:lnTo>
                    <a:pt x="10208433" y="4653509"/>
                  </a:lnTo>
                  <a:lnTo>
                    <a:pt x="10288722" y="4668025"/>
                  </a:lnTo>
                  <a:lnTo>
                    <a:pt x="10358303" y="4679353"/>
                  </a:lnTo>
                  <a:lnTo>
                    <a:pt x="10414909" y="4687694"/>
                  </a:lnTo>
                  <a:lnTo>
                    <a:pt x="10457376" y="4693383"/>
                  </a:lnTo>
                  <a:lnTo>
                    <a:pt x="10485893" y="4696868"/>
                  </a:lnTo>
                  <a:lnTo>
                    <a:pt x="10502050" y="4698675"/>
                  </a:lnTo>
                  <a:lnTo>
                    <a:pt x="10508725" y="4699361"/>
                  </a:lnTo>
                  <a:lnTo>
                    <a:pt x="10509910" y="4699473"/>
                  </a:lnTo>
                  <a:lnTo>
                    <a:pt x="10509911" y="4699474"/>
                  </a:lnTo>
                  <a:lnTo>
                    <a:pt x="11981298" y="469947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53" name="pl1753"/>
            <p:cNvSpPr/>
            <p:nvPr/>
          </p:nvSpPr>
          <p:spPr>
            <a:xfrm>
              <a:off x="4799595" y="5412939"/>
              <a:ext cx="11981298" cy="4699474"/>
            </a:xfrm>
            <a:custGeom>
              <a:avLst/>
              <a:pathLst>
                <a:path w="11981298" h="4699474">
                  <a:moveTo>
                    <a:pt x="11981298" y="4699474"/>
                  </a:moveTo>
                  <a:lnTo>
                    <a:pt x="10509911" y="4699474"/>
                  </a:lnTo>
                  <a:lnTo>
                    <a:pt x="10509011" y="4699389"/>
                  </a:lnTo>
                  <a:lnTo>
                    <a:pt x="10503069" y="4698783"/>
                  </a:lnTo>
                  <a:lnTo>
                    <a:pt x="10487990" y="4697111"/>
                  </a:lnTo>
                  <a:lnTo>
                    <a:pt x="10460780" y="4693815"/>
                  </a:lnTo>
                  <a:lnTo>
                    <a:pt x="10419715" y="4688364"/>
                  </a:lnTo>
                  <a:lnTo>
                    <a:pt x="10364467" y="4680300"/>
                  </a:lnTo>
                  <a:lnTo>
                    <a:pt x="10296075" y="4669277"/>
                  </a:lnTo>
                  <a:lnTo>
                    <a:pt x="10216714" y="4655079"/>
                  </a:lnTo>
                  <a:lnTo>
                    <a:pt x="10129312" y="4637617"/>
                  </a:lnTo>
                  <a:lnTo>
                    <a:pt x="10037088" y="4616899"/>
                  </a:lnTo>
                  <a:lnTo>
                    <a:pt x="9943135" y="4592982"/>
                  </a:lnTo>
                  <a:lnTo>
                    <a:pt x="9850119" y="4565931"/>
                  </a:lnTo>
                  <a:lnTo>
                    <a:pt x="9760106" y="4535772"/>
                  </a:lnTo>
                  <a:lnTo>
                    <a:pt x="9674532" y="4502464"/>
                  </a:lnTo>
                  <a:lnTo>
                    <a:pt x="9594250" y="4465878"/>
                  </a:lnTo>
                  <a:lnTo>
                    <a:pt x="9519626" y="4425789"/>
                  </a:lnTo>
                  <a:lnTo>
                    <a:pt x="9450655" y="4381872"/>
                  </a:lnTo>
                  <a:lnTo>
                    <a:pt x="9387069" y="4333708"/>
                  </a:lnTo>
                  <a:lnTo>
                    <a:pt x="9328420" y="4280793"/>
                  </a:lnTo>
                  <a:lnTo>
                    <a:pt x="9274157" y="4222557"/>
                  </a:lnTo>
                  <a:lnTo>
                    <a:pt x="9223676" y="4158391"/>
                  </a:lnTo>
                  <a:lnTo>
                    <a:pt x="9176359" y="4087702"/>
                  </a:lnTo>
                  <a:lnTo>
                    <a:pt x="9131607" y="4009990"/>
                  </a:lnTo>
                  <a:lnTo>
                    <a:pt x="9088874" y="3924973"/>
                  </a:lnTo>
                  <a:lnTo>
                    <a:pt x="9084767" y="3916228"/>
                  </a:lnTo>
                  <a:lnTo>
                    <a:pt x="9054433" y="3848489"/>
                  </a:lnTo>
                  <a:lnTo>
                    <a:pt x="9024748" y="3776742"/>
                  </a:lnTo>
                  <a:lnTo>
                    <a:pt x="8995570" y="3700906"/>
                  </a:lnTo>
                  <a:lnTo>
                    <a:pt x="8966778" y="3620940"/>
                  </a:lnTo>
                  <a:lnTo>
                    <a:pt x="8938270" y="3536850"/>
                  </a:lnTo>
                  <a:lnTo>
                    <a:pt x="8909964" y="3448688"/>
                  </a:lnTo>
                  <a:lnTo>
                    <a:pt x="8881792" y="3356560"/>
                  </a:lnTo>
                  <a:lnTo>
                    <a:pt x="8853697" y="3260624"/>
                  </a:lnTo>
                  <a:lnTo>
                    <a:pt x="8825637" y="3161094"/>
                  </a:lnTo>
                  <a:lnTo>
                    <a:pt x="8797583" y="3058239"/>
                  </a:lnTo>
                  <a:lnTo>
                    <a:pt x="8769511" y="2952383"/>
                  </a:lnTo>
                  <a:lnTo>
                    <a:pt x="8741410" y="2843901"/>
                  </a:lnTo>
                  <a:lnTo>
                    <a:pt x="8713274" y="2733214"/>
                  </a:lnTo>
                  <a:lnTo>
                    <a:pt x="8685105" y="2620782"/>
                  </a:lnTo>
                  <a:lnTo>
                    <a:pt x="8656910" y="2507099"/>
                  </a:lnTo>
                  <a:lnTo>
                    <a:pt x="8628698" y="2392684"/>
                  </a:lnTo>
                  <a:lnTo>
                    <a:pt x="8600482" y="2278068"/>
                  </a:lnTo>
                  <a:lnTo>
                    <a:pt x="8572273" y="2163787"/>
                  </a:lnTo>
                  <a:lnTo>
                    <a:pt x="8544084" y="2050370"/>
                  </a:lnTo>
                  <a:lnTo>
                    <a:pt x="8515923" y="1938330"/>
                  </a:lnTo>
                  <a:lnTo>
                    <a:pt x="8487796" y="1828153"/>
                  </a:lnTo>
                  <a:lnTo>
                    <a:pt x="8459703" y="1720292"/>
                  </a:lnTo>
                  <a:lnTo>
                    <a:pt x="8431637" y="1615155"/>
                  </a:lnTo>
                  <a:lnTo>
                    <a:pt x="8403583" y="1513106"/>
                  </a:lnTo>
                  <a:lnTo>
                    <a:pt x="8375519" y="1414453"/>
                  </a:lnTo>
                  <a:lnTo>
                    <a:pt x="8347409" y="1319454"/>
                  </a:lnTo>
                  <a:lnTo>
                    <a:pt x="8319208" y="1228307"/>
                  </a:lnTo>
                  <a:lnTo>
                    <a:pt x="8290859" y="1141158"/>
                  </a:lnTo>
                  <a:lnTo>
                    <a:pt x="8262289" y="1058099"/>
                  </a:lnTo>
                  <a:lnTo>
                    <a:pt x="8233410" y="979170"/>
                  </a:lnTo>
                  <a:lnTo>
                    <a:pt x="8204116" y="904364"/>
                  </a:lnTo>
                  <a:lnTo>
                    <a:pt x="8174283" y="833631"/>
                  </a:lnTo>
                  <a:lnTo>
                    <a:pt x="8151487" y="783245"/>
                  </a:lnTo>
                  <a:lnTo>
                    <a:pt x="8108925" y="697509"/>
                  </a:lnTo>
                  <a:lnTo>
                    <a:pt x="8064395" y="619087"/>
                  </a:lnTo>
                  <a:lnTo>
                    <a:pt x="8017356" y="547728"/>
                  </a:lnTo>
                  <a:lnTo>
                    <a:pt x="7967213" y="482947"/>
                  </a:lnTo>
                  <a:lnTo>
                    <a:pt x="7913348" y="424155"/>
                  </a:lnTo>
                  <a:lnTo>
                    <a:pt x="7855156" y="370744"/>
                  </a:lnTo>
                  <a:lnTo>
                    <a:pt x="7792077" y="322137"/>
                  </a:lnTo>
                  <a:lnTo>
                    <a:pt x="7723651" y="277823"/>
                  </a:lnTo>
                  <a:lnTo>
                    <a:pt x="7649587" y="237373"/>
                  </a:lnTo>
                  <a:lnTo>
                    <a:pt x="7569851" y="200455"/>
                  </a:lnTo>
                  <a:lnTo>
                    <a:pt x="7484768" y="166832"/>
                  </a:lnTo>
                  <a:lnTo>
                    <a:pt x="7395138" y="136367"/>
                  </a:lnTo>
                  <a:lnTo>
                    <a:pt x="7302335" y="109010"/>
                  </a:lnTo>
                  <a:lnTo>
                    <a:pt x="7208366" y="84783"/>
                  </a:lnTo>
                  <a:lnTo>
                    <a:pt x="7115839" y="63747"/>
                  </a:lnTo>
                  <a:lnTo>
                    <a:pt x="7027820" y="45964"/>
                  </a:lnTo>
                  <a:lnTo>
                    <a:pt x="6947532" y="31448"/>
                  </a:lnTo>
                  <a:lnTo>
                    <a:pt x="6877950" y="20120"/>
                  </a:lnTo>
                  <a:lnTo>
                    <a:pt x="6821344" y="11779"/>
                  </a:lnTo>
                  <a:lnTo>
                    <a:pt x="6778877" y="6090"/>
                  </a:lnTo>
                  <a:lnTo>
                    <a:pt x="6750361" y="2605"/>
                  </a:lnTo>
                  <a:lnTo>
                    <a:pt x="6734203" y="798"/>
                  </a:lnTo>
                  <a:lnTo>
                    <a:pt x="6727528" y="112"/>
                  </a:lnTo>
                  <a:lnTo>
                    <a:pt x="6726344" y="0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046" y="83"/>
                  </a:lnTo>
                  <a:lnTo>
                    <a:pt x="5248045" y="675"/>
                  </a:lnTo>
                  <a:lnTo>
                    <a:pt x="5232819" y="2312"/>
                  </a:lnTo>
                  <a:lnTo>
                    <a:pt x="5205353" y="5538"/>
                  </a:lnTo>
                  <a:lnTo>
                    <a:pt x="5163924" y="10873"/>
                  </a:lnTo>
                  <a:lnTo>
                    <a:pt x="5108221" y="18764"/>
                  </a:lnTo>
                  <a:lnTo>
                    <a:pt x="5039318" y="29547"/>
                  </a:lnTo>
                  <a:lnTo>
                    <a:pt x="4959436" y="43429"/>
                  </a:lnTo>
                  <a:lnTo>
                    <a:pt x="4871544" y="60496"/>
                  </a:lnTo>
                  <a:lnTo>
                    <a:pt x="4778897" y="80739"/>
                  </a:lnTo>
                  <a:lnTo>
                    <a:pt x="4684611" y="104098"/>
                  </a:lnTo>
                  <a:lnTo>
                    <a:pt x="4591358" y="130513"/>
                  </a:lnTo>
                  <a:lnTo>
                    <a:pt x="4501202" y="159960"/>
                  </a:lnTo>
                  <a:lnTo>
                    <a:pt x="4415566" y="192482"/>
                  </a:lnTo>
                  <a:lnTo>
                    <a:pt x="4335285" y="228210"/>
                  </a:lnTo>
                  <a:lnTo>
                    <a:pt x="4260710" y="267369"/>
                  </a:lnTo>
                  <a:lnTo>
                    <a:pt x="4191819" y="310282"/>
                  </a:lnTo>
                  <a:lnTo>
                    <a:pt x="4128326" y="357364"/>
                  </a:lnTo>
                  <a:lnTo>
                    <a:pt x="4069773" y="409113"/>
                  </a:lnTo>
                  <a:lnTo>
                    <a:pt x="4015597" y="466092"/>
                  </a:lnTo>
                  <a:lnTo>
                    <a:pt x="3965187" y="528894"/>
                  </a:lnTo>
                  <a:lnTo>
                    <a:pt x="3917917" y="598100"/>
                  </a:lnTo>
                  <a:lnTo>
                    <a:pt x="3873187" y="674186"/>
                  </a:lnTo>
                  <a:lnTo>
                    <a:pt x="3830449" y="757404"/>
                  </a:lnTo>
                  <a:lnTo>
                    <a:pt x="3829811" y="758726"/>
                  </a:lnTo>
                  <a:lnTo>
                    <a:pt x="3799038" y="825336"/>
                  </a:lnTo>
                  <a:lnTo>
                    <a:pt x="3768930" y="895945"/>
                  </a:lnTo>
                  <a:lnTo>
                    <a:pt x="3739340" y="970634"/>
                  </a:lnTo>
                  <a:lnTo>
                    <a:pt x="3710142" y="1049442"/>
                  </a:lnTo>
                  <a:lnTo>
                    <a:pt x="3681232" y="1132361"/>
                  </a:lnTo>
                  <a:lnTo>
                    <a:pt x="3652524" y="1219335"/>
                  </a:lnTo>
                  <a:lnTo>
                    <a:pt x="3623947" y="1310253"/>
                  </a:lnTo>
                  <a:lnTo>
                    <a:pt x="3595446" y="1404950"/>
                  </a:lnTo>
                  <a:lnTo>
                    <a:pt x="3566977" y="1503202"/>
                  </a:lnTo>
                  <a:lnTo>
                    <a:pt x="3538509" y="1604730"/>
                  </a:lnTo>
                  <a:lnTo>
                    <a:pt x="3510021" y="1709199"/>
                  </a:lnTo>
                  <a:lnTo>
                    <a:pt x="3481502" y="1816222"/>
                  </a:lnTo>
                  <a:lnTo>
                    <a:pt x="3452947" y="1925367"/>
                  </a:lnTo>
                  <a:lnTo>
                    <a:pt x="3424359" y="2036160"/>
                  </a:lnTo>
                  <a:lnTo>
                    <a:pt x="3395746" y="2148096"/>
                  </a:lnTo>
                  <a:lnTo>
                    <a:pt x="3367118" y="2260646"/>
                  </a:lnTo>
                  <a:lnTo>
                    <a:pt x="3338488" y="2373272"/>
                  </a:lnTo>
                  <a:lnTo>
                    <a:pt x="3309869" y="2485430"/>
                  </a:lnTo>
                  <a:lnTo>
                    <a:pt x="3281273" y="2596590"/>
                  </a:lnTo>
                  <a:lnTo>
                    <a:pt x="3252709" y="2706238"/>
                  </a:lnTo>
                  <a:lnTo>
                    <a:pt x="3224180" y="2813892"/>
                  </a:lnTo>
                  <a:lnTo>
                    <a:pt x="3195684" y="2919106"/>
                  </a:lnTo>
                  <a:lnTo>
                    <a:pt x="3167213" y="3021480"/>
                  </a:lnTo>
                  <a:lnTo>
                    <a:pt x="3138747" y="3120666"/>
                  </a:lnTo>
                  <a:lnTo>
                    <a:pt x="3110258" y="3216367"/>
                  </a:lnTo>
                  <a:lnTo>
                    <a:pt x="3081707" y="3308346"/>
                  </a:lnTo>
                  <a:lnTo>
                    <a:pt x="3053042" y="3396421"/>
                  </a:lnTo>
                  <a:lnTo>
                    <a:pt x="3024196" y="3480466"/>
                  </a:lnTo>
                  <a:lnTo>
                    <a:pt x="2995087" y="3560410"/>
                  </a:lnTo>
                  <a:lnTo>
                    <a:pt x="2965616" y="3636233"/>
                  </a:lnTo>
                  <a:lnTo>
                    <a:pt x="2935665" y="3707960"/>
                  </a:lnTo>
                  <a:lnTo>
                    <a:pt x="2905091" y="3775662"/>
                  </a:lnTo>
                  <a:lnTo>
                    <a:pt x="2896531" y="3793633"/>
                  </a:lnTo>
                  <a:lnTo>
                    <a:pt x="2853819" y="3876959"/>
                  </a:lnTo>
                  <a:lnTo>
                    <a:pt x="2809124" y="3953153"/>
                  </a:lnTo>
                  <a:lnTo>
                    <a:pt x="2761897" y="4022460"/>
                  </a:lnTo>
                  <a:lnTo>
                    <a:pt x="2711539" y="4085356"/>
                  </a:lnTo>
                  <a:lnTo>
                    <a:pt x="2657426" y="4142419"/>
                  </a:lnTo>
                  <a:lnTo>
                    <a:pt x="2598944" y="4194243"/>
                  </a:lnTo>
                  <a:lnTo>
                    <a:pt x="2535530" y="4241392"/>
                  </a:lnTo>
                  <a:lnTo>
                    <a:pt x="2466724" y="4284365"/>
                  </a:lnTo>
                  <a:lnTo>
                    <a:pt x="2392236" y="4323579"/>
                  </a:lnTo>
                  <a:lnTo>
                    <a:pt x="2312041" y="4359357"/>
                  </a:lnTo>
                  <a:lnTo>
                    <a:pt x="2226481" y="4391927"/>
                  </a:lnTo>
                  <a:lnTo>
                    <a:pt x="2136385" y="4421420"/>
                  </a:lnTo>
                  <a:lnTo>
                    <a:pt x="2043165" y="4447881"/>
                  </a:lnTo>
                  <a:lnTo>
                    <a:pt x="1948876" y="4471288"/>
                  </a:lnTo>
                  <a:lnTo>
                    <a:pt x="1856182" y="4491578"/>
                  </a:lnTo>
                  <a:lnTo>
                    <a:pt x="1768193" y="4508694"/>
                  </a:lnTo>
                  <a:lnTo>
                    <a:pt x="1688165" y="4522624"/>
                  </a:lnTo>
                  <a:lnTo>
                    <a:pt x="1619076" y="4533453"/>
                  </a:lnTo>
                  <a:lnTo>
                    <a:pt x="1563161" y="4541386"/>
                  </a:lnTo>
                  <a:lnTo>
                    <a:pt x="1521512" y="4546756"/>
                  </a:lnTo>
                  <a:lnTo>
                    <a:pt x="1493844" y="4550011"/>
                  </a:lnTo>
                  <a:lnTo>
                    <a:pt x="1478451" y="4551668"/>
                  </a:lnTo>
                  <a:lnTo>
                    <a:pt x="1472337" y="4552272"/>
                  </a:lnTo>
                  <a:lnTo>
                    <a:pt x="1471387" y="4552360"/>
                  </a:lnTo>
                  <a:lnTo>
                    <a:pt x="1471387" y="4552360"/>
                  </a:lnTo>
                  <a:lnTo>
                    <a:pt x="0" y="455236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54" name="pg1754"/>
            <p:cNvSpPr/>
            <p:nvPr/>
          </p:nvSpPr>
          <p:spPr>
            <a:xfrm>
              <a:off x="4799595" y="4562947"/>
              <a:ext cx="11981298" cy="5484081"/>
            </a:xfrm>
            <a:custGeom>
              <a:avLst/>
              <a:pathLst>
                <a:path w="11981298" h="5484081">
                  <a:moveTo>
                    <a:pt x="0" y="5484081"/>
                  </a:moveTo>
                  <a:lnTo>
                    <a:pt x="1471387" y="5484081"/>
                  </a:lnTo>
                  <a:lnTo>
                    <a:pt x="1472608" y="5484052"/>
                  </a:lnTo>
                  <a:lnTo>
                    <a:pt x="1480619" y="5483843"/>
                  </a:lnTo>
                  <a:lnTo>
                    <a:pt x="1500772" y="5483265"/>
                  </a:lnTo>
                  <a:lnTo>
                    <a:pt x="1536694" y="5482128"/>
                  </a:lnTo>
                  <a:lnTo>
                    <a:pt x="1590018" y="5480258"/>
                  </a:lnTo>
                  <a:lnTo>
                    <a:pt x="1660259" y="5477514"/>
                  </a:lnTo>
                  <a:lnTo>
                    <a:pt x="1745027" y="5473804"/>
                  </a:lnTo>
                  <a:lnTo>
                    <a:pt x="1840582" y="5469086"/>
                  </a:lnTo>
                  <a:lnTo>
                    <a:pt x="1942574" y="5463356"/>
                  </a:lnTo>
                  <a:lnTo>
                    <a:pt x="2046766" y="5456634"/>
                  </a:lnTo>
                  <a:lnTo>
                    <a:pt x="2149555" y="5448941"/>
                  </a:lnTo>
                  <a:lnTo>
                    <a:pt x="2248247" y="5440282"/>
                  </a:lnTo>
                  <a:lnTo>
                    <a:pt x="2341094" y="5430637"/>
                  </a:lnTo>
                  <a:lnTo>
                    <a:pt x="2427189" y="5419948"/>
                  </a:lnTo>
                  <a:lnTo>
                    <a:pt x="2506284" y="5408122"/>
                  </a:lnTo>
                  <a:lnTo>
                    <a:pt x="2578609" y="5395029"/>
                  </a:lnTo>
                  <a:lnTo>
                    <a:pt x="2644709" y="5380504"/>
                  </a:lnTo>
                  <a:lnTo>
                    <a:pt x="2705311" y="5364353"/>
                  </a:lnTo>
                  <a:lnTo>
                    <a:pt x="2761234" y="5346370"/>
                  </a:lnTo>
                  <a:lnTo>
                    <a:pt x="2813321" y="5326351"/>
                  </a:lnTo>
                  <a:lnTo>
                    <a:pt x="2862378" y="5304131"/>
                  </a:lnTo>
                  <a:lnTo>
                    <a:pt x="2896531" y="5286567"/>
                  </a:lnTo>
                  <a:lnTo>
                    <a:pt x="2945782" y="5258114"/>
                  </a:lnTo>
                  <a:lnTo>
                    <a:pt x="2993539" y="5226924"/>
                  </a:lnTo>
                  <a:lnTo>
                    <a:pt x="3040335" y="5192953"/>
                  </a:lnTo>
                  <a:lnTo>
                    <a:pt x="3086567" y="5156236"/>
                  </a:lnTo>
                  <a:lnTo>
                    <a:pt x="3132522" y="5116904"/>
                  </a:lnTo>
                  <a:lnTo>
                    <a:pt x="3178395" y="5075184"/>
                  </a:lnTo>
                  <a:lnTo>
                    <a:pt x="3224300" y="5031401"/>
                  </a:lnTo>
                  <a:lnTo>
                    <a:pt x="3270290" y="4985974"/>
                  </a:lnTo>
                  <a:lnTo>
                    <a:pt x="3316366" y="4939400"/>
                  </a:lnTo>
                  <a:lnTo>
                    <a:pt x="3362493" y="4892233"/>
                  </a:lnTo>
                  <a:lnTo>
                    <a:pt x="3408622" y="4845058"/>
                  </a:lnTo>
                  <a:lnTo>
                    <a:pt x="3454699" y="4798459"/>
                  </a:lnTo>
                  <a:lnTo>
                    <a:pt x="3500692" y="4752991"/>
                  </a:lnTo>
                  <a:lnTo>
                    <a:pt x="3546600" y="4709153"/>
                  </a:lnTo>
                  <a:lnTo>
                    <a:pt x="3592472" y="4667367"/>
                  </a:lnTo>
                  <a:lnTo>
                    <a:pt x="3638423" y="4627960"/>
                  </a:lnTo>
                  <a:lnTo>
                    <a:pt x="3684643" y="4591165"/>
                  </a:lnTo>
                  <a:lnTo>
                    <a:pt x="3731417" y="4557112"/>
                  </a:lnTo>
                  <a:lnTo>
                    <a:pt x="3779139" y="4525841"/>
                  </a:lnTo>
                  <a:lnTo>
                    <a:pt x="3828337" y="4497309"/>
                  </a:lnTo>
                  <a:lnTo>
                    <a:pt x="3829811" y="4496511"/>
                  </a:lnTo>
                  <a:lnTo>
                    <a:pt x="3877129" y="4472642"/>
                  </a:lnTo>
                  <a:lnTo>
                    <a:pt x="3926939" y="4451037"/>
                  </a:lnTo>
                  <a:lnTo>
                    <a:pt x="3979992" y="4431594"/>
                  </a:lnTo>
                  <a:lnTo>
                    <a:pt x="4037112" y="4414133"/>
                  </a:lnTo>
                  <a:lnTo>
                    <a:pt x="4099139" y="4398447"/>
                  </a:lnTo>
                  <a:lnTo>
                    <a:pt x="4166876" y="4384331"/>
                  </a:lnTo>
                  <a:lnTo>
                    <a:pt x="4241010" y="4371600"/>
                  </a:lnTo>
                  <a:lnTo>
                    <a:pt x="4322014" y="4360097"/>
                  </a:lnTo>
                  <a:lnTo>
                    <a:pt x="4410005" y="4349702"/>
                  </a:lnTo>
                  <a:lnTo>
                    <a:pt x="4504575" y="4340330"/>
                  </a:lnTo>
                  <a:lnTo>
                    <a:pt x="4604600" y="4331936"/>
                  </a:lnTo>
                  <a:lnTo>
                    <a:pt x="4708082" y="4324507"/>
                  </a:lnTo>
                  <a:lnTo>
                    <a:pt x="4812063" y="4318054"/>
                  </a:lnTo>
                  <a:lnTo>
                    <a:pt x="4912731" y="4312600"/>
                  </a:lnTo>
                  <a:lnTo>
                    <a:pt x="5005756" y="4308159"/>
                  </a:lnTo>
                  <a:lnTo>
                    <a:pt x="5086877" y="4304720"/>
                  </a:lnTo>
                  <a:lnTo>
                    <a:pt x="5152654" y="4302227"/>
                  </a:lnTo>
                  <a:lnTo>
                    <a:pt x="5201176" y="4300573"/>
                  </a:lnTo>
                  <a:lnTo>
                    <a:pt x="5232532" y="4299607"/>
                  </a:lnTo>
                  <a:lnTo>
                    <a:pt x="5248925" y="4299149"/>
                  </a:lnTo>
                  <a:lnTo>
                    <a:pt x="5254480" y="4299008"/>
                  </a:lnTo>
                  <a:lnTo>
                    <a:pt x="5254955" y="4298997"/>
                  </a:lnTo>
                  <a:lnTo>
                    <a:pt x="6726343" y="4298997"/>
                  </a:lnTo>
                  <a:lnTo>
                    <a:pt x="6727268" y="4298917"/>
                  </a:lnTo>
                  <a:lnTo>
                    <a:pt x="6733377" y="4298349"/>
                  </a:lnTo>
                  <a:lnTo>
                    <a:pt x="6748869" y="4296780"/>
                  </a:lnTo>
                  <a:lnTo>
                    <a:pt x="6776796" y="4293688"/>
                  </a:lnTo>
                  <a:lnTo>
                    <a:pt x="6818884" y="4288575"/>
                  </a:lnTo>
                  <a:lnTo>
                    <a:pt x="6875407" y="4281018"/>
                  </a:lnTo>
                  <a:lnTo>
                    <a:pt x="6945228" y="4270696"/>
                  </a:lnTo>
                  <a:lnTo>
                    <a:pt x="7026046" y="4257417"/>
                  </a:lnTo>
                  <a:lnTo>
                    <a:pt x="7114813" y="4241103"/>
                  </a:lnTo>
                  <a:lnTo>
                    <a:pt x="7208211" y="4221767"/>
                  </a:lnTo>
                  <a:lnTo>
                    <a:pt x="7303086" y="4199466"/>
                  </a:lnTo>
                  <a:lnTo>
                    <a:pt x="7396754" y="4174259"/>
                  </a:lnTo>
                  <a:lnTo>
                    <a:pt x="7487158" y="4146163"/>
                  </a:lnTo>
                  <a:lnTo>
                    <a:pt x="7572898" y="4115131"/>
                  </a:lnTo>
                  <a:lnTo>
                    <a:pt x="7653168" y="4081031"/>
                  </a:lnTo>
                  <a:lnTo>
                    <a:pt x="7727651" y="4043638"/>
                  </a:lnTo>
                  <a:lnTo>
                    <a:pt x="7796397" y="4002635"/>
                  </a:lnTo>
                  <a:lnTo>
                    <a:pt x="7859721" y="3957615"/>
                  </a:lnTo>
                  <a:lnTo>
                    <a:pt x="7918102" y="3908092"/>
                  </a:lnTo>
                  <a:lnTo>
                    <a:pt x="7972123" y="3853524"/>
                  </a:lnTo>
                  <a:lnTo>
                    <a:pt x="8022410" y="3793337"/>
                  </a:lnTo>
                  <a:lnTo>
                    <a:pt x="8069599" y="3726987"/>
                  </a:lnTo>
                  <a:lnTo>
                    <a:pt x="8114295" y="3654035"/>
                  </a:lnTo>
                  <a:lnTo>
                    <a:pt x="8151487" y="3585221"/>
                  </a:lnTo>
                  <a:lnTo>
                    <a:pt x="8183116" y="3520741"/>
                  </a:lnTo>
                  <a:lnTo>
                    <a:pt x="8214045" y="3452281"/>
                  </a:lnTo>
                  <a:lnTo>
                    <a:pt x="8244436" y="3379761"/>
                  </a:lnTo>
                  <a:lnTo>
                    <a:pt x="8274422" y="3303144"/>
                  </a:lnTo>
                  <a:lnTo>
                    <a:pt x="8304115" y="3222442"/>
                  </a:lnTo>
                  <a:lnTo>
                    <a:pt x="8333605" y="3137720"/>
                  </a:lnTo>
                  <a:lnTo>
                    <a:pt x="8362968" y="3049100"/>
                  </a:lnTo>
                  <a:lnTo>
                    <a:pt x="8392261" y="2956763"/>
                  </a:lnTo>
                  <a:lnTo>
                    <a:pt x="8421528" y="2860948"/>
                  </a:lnTo>
                  <a:lnTo>
                    <a:pt x="8450801" y="2761954"/>
                  </a:lnTo>
                  <a:lnTo>
                    <a:pt x="8480099" y="2660139"/>
                  </a:lnTo>
                  <a:lnTo>
                    <a:pt x="8509432" y="2555913"/>
                  </a:lnTo>
                  <a:lnTo>
                    <a:pt x="8538803" y="2449732"/>
                  </a:lnTo>
                  <a:lnTo>
                    <a:pt x="8568206" y="2342093"/>
                  </a:lnTo>
                  <a:lnTo>
                    <a:pt x="8597632" y="2233523"/>
                  </a:lnTo>
                  <a:lnTo>
                    <a:pt x="8627068" y="2124567"/>
                  </a:lnTo>
                  <a:lnTo>
                    <a:pt x="8656500" y="2015779"/>
                  </a:lnTo>
                  <a:lnTo>
                    <a:pt x="8685914" y="1907710"/>
                  </a:lnTo>
                  <a:lnTo>
                    <a:pt x="8715298" y="1800896"/>
                  </a:lnTo>
                  <a:lnTo>
                    <a:pt x="8744646" y="1695846"/>
                  </a:lnTo>
                  <a:lnTo>
                    <a:pt x="8773957" y="1593033"/>
                  </a:lnTo>
                  <a:lnTo>
                    <a:pt x="8803238" y="1492887"/>
                  </a:lnTo>
                  <a:lnTo>
                    <a:pt x="8832504" y="1395785"/>
                  </a:lnTo>
                  <a:lnTo>
                    <a:pt x="8861783" y="1302051"/>
                  </a:lnTo>
                  <a:lnTo>
                    <a:pt x="8891112" y="1211947"/>
                  </a:lnTo>
                  <a:lnTo>
                    <a:pt x="8920545" y="1125678"/>
                  </a:lnTo>
                  <a:lnTo>
                    <a:pt x="8950148" y="1043388"/>
                  </a:lnTo>
                  <a:lnTo>
                    <a:pt x="8980007" y="965163"/>
                  </a:lnTo>
                  <a:lnTo>
                    <a:pt x="9010224" y="891036"/>
                  </a:lnTo>
                  <a:lnTo>
                    <a:pt x="9040925" y="820990"/>
                  </a:lnTo>
                  <a:lnTo>
                    <a:pt x="9072258" y="754960"/>
                  </a:lnTo>
                  <a:lnTo>
                    <a:pt x="9084767" y="730121"/>
                  </a:lnTo>
                  <a:lnTo>
                    <a:pt x="9127748" y="651267"/>
                  </a:lnTo>
                  <a:lnTo>
                    <a:pt x="9172741" y="579207"/>
                  </a:lnTo>
                  <a:lnTo>
                    <a:pt x="9220304" y="513700"/>
                  </a:lnTo>
                  <a:lnTo>
                    <a:pt x="9271048" y="454290"/>
                  </a:lnTo>
                  <a:lnTo>
                    <a:pt x="9325611" y="400422"/>
                  </a:lnTo>
                  <a:lnTo>
                    <a:pt x="9384614" y="351525"/>
                  </a:lnTo>
                  <a:lnTo>
                    <a:pt x="9448630" y="307062"/>
                  </a:lnTo>
                  <a:lnTo>
                    <a:pt x="9518122" y="266558"/>
                  </a:lnTo>
                  <a:lnTo>
                    <a:pt x="9593374" y="229617"/>
                  </a:lnTo>
                  <a:lnTo>
                    <a:pt x="9674395" y="195934"/>
                  </a:lnTo>
                  <a:lnTo>
                    <a:pt x="9760811" y="165296"/>
                  </a:lnTo>
                  <a:lnTo>
                    <a:pt x="9851741" y="137583"/>
                  </a:lnTo>
                  <a:lnTo>
                    <a:pt x="9945701" y="112758"/>
                  </a:lnTo>
                  <a:lnTo>
                    <a:pt x="10040547" y="90846"/>
                  </a:lnTo>
                  <a:lnTo>
                    <a:pt x="10133521" y="71907"/>
                  </a:lnTo>
                  <a:lnTo>
                    <a:pt x="10221425" y="55995"/>
                  </a:lnTo>
                  <a:lnTo>
                    <a:pt x="10300952" y="43114"/>
                  </a:lnTo>
                  <a:lnTo>
                    <a:pt x="10369125" y="33171"/>
                  </a:lnTo>
                  <a:lnTo>
                    <a:pt x="10423775" y="25958"/>
                  </a:lnTo>
                  <a:lnTo>
                    <a:pt x="10463941" y="21140"/>
                  </a:lnTo>
                  <a:lnTo>
                    <a:pt x="10490093" y="18278"/>
                  </a:lnTo>
                  <a:lnTo>
                    <a:pt x="10504143" y="16872"/>
                  </a:lnTo>
                  <a:lnTo>
                    <a:pt x="10509302" y="16398"/>
                  </a:lnTo>
                  <a:lnTo>
                    <a:pt x="10509911" y="16345"/>
                  </a:lnTo>
                  <a:lnTo>
                    <a:pt x="11981298" y="16345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8985" y="79"/>
                  </a:lnTo>
                  <a:lnTo>
                    <a:pt x="10502876" y="647"/>
                  </a:lnTo>
                  <a:lnTo>
                    <a:pt x="10487384" y="2216"/>
                  </a:lnTo>
                  <a:lnTo>
                    <a:pt x="10459457" y="5309"/>
                  </a:lnTo>
                  <a:lnTo>
                    <a:pt x="10417370" y="10421"/>
                  </a:lnTo>
                  <a:lnTo>
                    <a:pt x="10360847" y="17978"/>
                  </a:lnTo>
                  <a:lnTo>
                    <a:pt x="10291025" y="28300"/>
                  </a:lnTo>
                  <a:lnTo>
                    <a:pt x="10210207" y="41580"/>
                  </a:lnTo>
                  <a:lnTo>
                    <a:pt x="10121441" y="57893"/>
                  </a:lnTo>
                  <a:lnTo>
                    <a:pt x="10028043" y="77229"/>
                  </a:lnTo>
                  <a:lnTo>
                    <a:pt x="9933167" y="99530"/>
                  </a:lnTo>
                  <a:lnTo>
                    <a:pt x="9839500" y="124737"/>
                  </a:lnTo>
                  <a:lnTo>
                    <a:pt x="9749095" y="152833"/>
                  </a:lnTo>
                  <a:lnTo>
                    <a:pt x="9663355" y="183865"/>
                  </a:lnTo>
                  <a:lnTo>
                    <a:pt x="9583085" y="217965"/>
                  </a:lnTo>
                  <a:lnTo>
                    <a:pt x="9508603" y="255358"/>
                  </a:lnTo>
                  <a:lnTo>
                    <a:pt x="9439856" y="296361"/>
                  </a:lnTo>
                  <a:lnTo>
                    <a:pt x="9376533" y="341382"/>
                  </a:lnTo>
                  <a:lnTo>
                    <a:pt x="9318151" y="390904"/>
                  </a:lnTo>
                  <a:lnTo>
                    <a:pt x="9264130" y="445473"/>
                  </a:lnTo>
                  <a:lnTo>
                    <a:pt x="9213843" y="505659"/>
                  </a:lnTo>
                  <a:lnTo>
                    <a:pt x="9166655" y="572009"/>
                  </a:lnTo>
                  <a:lnTo>
                    <a:pt x="9121958" y="644961"/>
                  </a:lnTo>
                  <a:lnTo>
                    <a:pt x="9084767" y="713775"/>
                  </a:lnTo>
                  <a:lnTo>
                    <a:pt x="9053138" y="778255"/>
                  </a:lnTo>
                  <a:lnTo>
                    <a:pt x="9022208" y="846715"/>
                  </a:lnTo>
                  <a:lnTo>
                    <a:pt x="8991817" y="919235"/>
                  </a:lnTo>
                  <a:lnTo>
                    <a:pt x="8961831" y="995853"/>
                  </a:lnTo>
                  <a:lnTo>
                    <a:pt x="8932139" y="1076555"/>
                  </a:lnTo>
                  <a:lnTo>
                    <a:pt x="8902648" y="1161276"/>
                  </a:lnTo>
                  <a:lnTo>
                    <a:pt x="8873285" y="1249896"/>
                  </a:lnTo>
                  <a:lnTo>
                    <a:pt x="8843992" y="1342233"/>
                  </a:lnTo>
                  <a:lnTo>
                    <a:pt x="8814725" y="1438048"/>
                  </a:lnTo>
                  <a:lnTo>
                    <a:pt x="8785452" y="1537042"/>
                  </a:lnTo>
                  <a:lnTo>
                    <a:pt x="8756155" y="1638857"/>
                  </a:lnTo>
                  <a:lnTo>
                    <a:pt x="8726821" y="1743083"/>
                  </a:lnTo>
                  <a:lnTo>
                    <a:pt x="8697450" y="1849264"/>
                  </a:lnTo>
                  <a:lnTo>
                    <a:pt x="8668047" y="1956903"/>
                  </a:lnTo>
                  <a:lnTo>
                    <a:pt x="8638621" y="2065473"/>
                  </a:lnTo>
                  <a:lnTo>
                    <a:pt x="8609185" y="2174429"/>
                  </a:lnTo>
                  <a:lnTo>
                    <a:pt x="8579753" y="2283217"/>
                  </a:lnTo>
                  <a:lnTo>
                    <a:pt x="8550340" y="2391286"/>
                  </a:lnTo>
                  <a:lnTo>
                    <a:pt x="8520955" y="2498100"/>
                  </a:lnTo>
                  <a:lnTo>
                    <a:pt x="8491607" y="2603150"/>
                  </a:lnTo>
                  <a:lnTo>
                    <a:pt x="8462296" y="2705963"/>
                  </a:lnTo>
                  <a:lnTo>
                    <a:pt x="8433015" y="2806109"/>
                  </a:lnTo>
                  <a:lnTo>
                    <a:pt x="8403749" y="2903211"/>
                  </a:lnTo>
                  <a:lnTo>
                    <a:pt x="8374470" y="2996945"/>
                  </a:lnTo>
                  <a:lnTo>
                    <a:pt x="8345141" y="3087049"/>
                  </a:lnTo>
                  <a:lnTo>
                    <a:pt x="8315709" y="3173318"/>
                  </a:lnTo>
                  <a:lnTo>
                    <a:pt x="8286105" y="3255608"/>
                  </a:lnTo>
                  <a:lnTo>
                    <a:pt x="8256247" y="3333833"/>
                  </a:lnTo>
                  <a:lnTo>
                    <a:pt x="8226029" y="3407960"/>
                  </a:lnTo>
                  <a:lnTo>
                    <a:pt x="8195329" y="3478006"/>
                  </a:lnTo>
                  <a:lnTo>
                    <a:pt x="8163995" y="3544036"/>
                  </a:lnTo>
                  <a:lnTo>
                    <a:pt x="8151487" y="3568875"/>
                  </a:lnTo>
                  <a:lnTo>
                    <a:pt x="8108505" y="3647729"/>
                  </a:lnTo>
                  <a:lnTo>
                    <a:pt x="8063512" y="3719789"/>
                  </a:lnTo>
                  <a:lnTo>
                    <a:pt x="8015950" y="3785296"/>
                  </a:lnTo>
                  <a:lnTo>
                    <a:pt x="7965205" y="3844706"/>
                  </a:lnTo>
                  <a:lnTo>
                    <a:pt x="7910643" y="3898575"/>
                  </a:lnTo>
                  <a:lnTo>
                    <a:pt x="7851639" y="3947471"/>
                  </a:lnTo>
                  <a:lnTo>
                    <a:pt x="7787623" y="3991934"/>
                  </a:lnTo>
                  <a:lnTo>
                    <a:pt x="7718131" y="4032438"/>
                  </a:lnTo>
                  <a:lnTo>
                    <a:pt x="7642879" y="4069379"/>
                  </a:lnTo>
                  <a:lnTo>
                    <a:pt x="7561858" y="4103062"/>
                  </a:lnTo>
                  <a:lnTo>
                    <a:pt x="7475443" y="4133700"/>
                  </a:lnTo>
                  <a:lnTo>
                    <a:pt x="7384512" y="4161413"/>
                  </a:lnTo>
                  <a:lnTo>
                    <a:pt x="7290552" y="4186238"/>
                  </a:lnTo>
                  <a:lnTo>
                    <a:pt x="7195706" y="4208150"/>
                  </a:lnTo>
                  <a:lnTo>
                    <a:pt x="7102732" y="4227089"/>
                  </a:lnTo>
                  <a:lnTo>
                    <a:pt x="7014828" y="4243001"/>
                  </a:lnTo>
                  <a:lnTo>
                    <a:pt x="6935301" y="4255882"/>
                  </a:lnTo>
                  <a:lnTo>
                    <a:pt x="6867128" y="4265825"/>
                  </a:lnTo>
                  <a:lnTo>
                    <a:pt x="6812479" y="4273038"/>
                  </a:lnTo>
                  <a:lnTo>
                    <a:pt x="6772312" y="4277856"/>
                  </a:lnTo>
                  <a:lnTo>
                    <a:pt x="6746160" y="4280718"/>
                  </a:lnTo>
                  <a:lnTo>
                    <a:pt x="6732111" y="4282124"/>
                  </a:lnTo>
                  <a:lnTo>
                    <a:pt x="6726951" y="4282599"/>
                  </a:lnTo>
                  <a:lnTo>
                    <a:pt x="6726343" y="4282651"/>
                  </a:lnTo>
                  <a:lnTo>
                    <a:pt x="5254955" y="4282651"/>
                  </a:lnTo>
                  <a:lnTo>
                    <a:pt x="5253734" y="4282680"/>
                  </a:lnTo>
                  <a:lnTo>
                    <a:pt x="5245723" y="4282889"/>
                  </a:lnTo>
                  <a:lnTo>
                    <a:pt x="5225570" y="4283467"/>
                  </a:lnTo>
                  <a:lnTo>
                    <a:pt x="5189648" y="4284604"/>
                  </a:lnTo>
                  <a:lnTo>
                    <a:pt x="5136324" y="4286474"/>
                  </a:lnTo>
                  <a:lnTo>
                    <a:pt x="5066083" y="4289218"/>
                  </a:lnTo>
                  <a:lnTo>
                    <a:pt x="4981315" y="4292928"/>
                  </a:lnTo>
                  <a:lnTo>
                    <a:pt x="4885760" y="4297646"/>
                  </a:lnTo>
                  <a:lnTo>
                    <a:pt x="4783768" y="4303376"/>
                  </a:lnTo>
                  <a:lnTo>
                    <a:pt x="4679576" y="4310098"/>
                  </a:lnTo>
                  <a:lnTo>
                    <a:pt x="4576787" y="4317791"/>
                  </a:lnTo>
                  <a:lnTo>
                    <a:pt x="4478095" y="4326450"/>
                  </a:lnTo>
                  <a:lnTo>
                    <a:pt x="4385248" y="4336095"/>
                  </a:lnTo>
                  <a:lnTo>
                    <a:pt x="4299154" y="4346784"/>
                  </a:lnTo>
                  <a:lnTo>
                    <a:pt x="4220059" y="4358610"/>
                  </a:lnTo>
                  <a:lnTo>
                    <a:pt x="4147733" y="4371703"/>
                  </a:lnTo>
                  <a:lnTo>
                    <a:pt x="4081633" y="4386228"/>
                  </a:lnTo>
                  <a:lnTo>
                    <a:pt x="4021031" y="4402379"/>
                  </a:lnTo>
                  <a:lnTo>
                    <a:pt x="3965108" y="4420362"/>
                  </a:lnTo>
                  <a:lnTo>
                    <a:pt x="3913022" y="4440381"/>
                  </a:lnTo>
                  <a:lnTo>
                    <a:pt x="3863964" y="4462601"/>
                  </a:lnTo>
                  <a:lnTo>
                    <a:pt x="3829811" y="4480165"/>
                  </a:lnTo>
                  <a:lnTo>
                    <a:pt x="3780560" y="4508618"/>
                  </a:lnTo>
                  <a:lnTo>
                    <a:pt x="3732803" y="4539808"/>
                  </a:lnTo>
                  <a:lnTo>
                    <a:pt x="3686008" y="4573779"/>
                  </a:lnTo>
                  <a:lnTo>
                    <a:pt x="3639776" y="4610496"/>
                  </a:lnTo>
                  <a:lnTo>
                    <a:pt x="3593820" y="4649828"/>
                  </a:lnTo>
                  <a:lnTo>
                    <a:pt x="3547947" y="4691548"/>
                  </a:lnTo>
                  <a:lnTo>
                    <a:pt x="3502042" y="4735331"/>
                  </a:lnTo>
                  <a:lnTo>
                    <a:pt x="3456052" y="4780758"/>
                  </a:lnTo>
                  <a:lnTo>
                    <a:pt x="3409976" y="4827332"/>
                  </a:lnTo>
                  <a:lnTo>
                    <a:pt x="3363849" y="4874499"/>
                  </a:lnTo>
                  <a:lnTo>
                    <a:pt x="3317720" y="4921674"/>
                  </a:lnTo>
                  <a:lnTo>
                    <a:pt x="3271643" y="4968273"/>
                  </a:lnTo>
                  <a:lnTo>
                    <a:pt x="3225650" y="5013741"/>
                  </a:lnTo>
                  <a:lnTo>
                    <a:pt x="3179742" y="5057579"/>
                  </a:lnTo>
                  <a:lnTo>
                    <a:pt x="3133870" y="5099365"/>
                  </a:lnTo>
                  <a:lnTo>
                    <a:pt x="3087919" y="5138772"/>
                  </a:lnTo>
                  <a:lnTo>
                    <a:pt x="3041699" y="5175567"/>
                  </a:lnTo>
                  <a:lnTo>
                    <a:pt x="2994925" y="5209620"/>
                  </a:lnTo>
                  <a:lnTo>
                    <a:pt x="2947203" y="5240891"/>
                  </a:lnTo>
                  <a:lnTo>
                    <a:pt x="2898005" y="5269423"/>
                  </a:lnTo>
                  <a:lnTo>
                    <a:pt x="2896531" y="5270221"/>
                  </a:lnTo>
                  <a:lnTo>
                    <a:pt x="2849213" y="5294090"/>
                  </a:lnTo>
                  <a:lnTo>
                    <a:pt x="2799403" y="5315695"/>
                  </a:lnTo>
                  <a:lnTo>
                    <a:pt x="2746350" y="5335138"/>
                  </a:lnTo>
                  <a:lnTo>
                    <a:pt x="2689230" y="5352599"/>
                  </a:lnTo>
                  <a:lnTo>
                    <a:pt x="2627203" y="5368285"/>
                  </a:lnTo>
                  <a:lnTo>
                    <a:pt x="2559466" y="5382401"/>
                  </a:lnTo>
                  <a:lnTo>
                    <a:pt x="2485332" y="5395132"/>
                  </a:lnTo>
                  <a:lnTo>
                    <a:pt x="2404328" y="5406635"/>
                  </a:lnTo>
                  <a:lnTo>
                    <a:pt x="2316337" y="5417030"/>
                  </a:lnTo>
                  <a:lnTo>
                    <a:pt x="2221767" y="5426402"/>
                  </a:lnTo>
                  <a:lnTo>
                    <a:pt x="2121742" y="5434796"/>
                  </a:lnTo>
                  <a:lnTo>
                    <a:pt x="2018261" y="5442225"/>
                  </a:lnTo>
                  <a:lnTo>
                    <a:pt x="1914279" y="5448678"/>
                  </a:lnTo>
                  <a:lnTo>
                    <a:pt x="1813611" y="5454132"/>
                  </a:lnTo>
                  <a:lnTo>
                    <a:pt x="1720587" y="5458573"/>
                  </a:lnTo>
                  <a:lnTo>
                    <a:pt x="1639465" y="5462012"/>
                  </a:lnTo>
                  <a:lnTo>
                    <a:pt x="1573688" y="5464505"/>
                  </a:lnTo>
                  <a:lnTo>
                    <a:pt x="1525166" y="5466159"/>
                  </a:lnTo>
                  <a:lnTo>
                    <a:pt x="1493810" y="5467125"/>
                  </a:lnTo>
                  <a:lnTo>
                    <a:pt x="1477417" y="5467583"/>
                  </a:lnTo>
                  <a:lnTo>
                    <a:pt x="1471862" y="5467724"/>
                  </a:lnTo>
                  <a:lnTo>
                    <a:pt x="1471387" y="5467735"/>
                  </a:lnTo>
                  <a:lnTo>
                    <a:pt x="0" y="5467735"/>
                  </a:lnTo>
                  <a:close/>
                </a:path>
              </a:pathLst>
            </a:custGeom>
            <a:solidFill>
              <a:srgbClr val="9E9E9E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755" name="pl1755"/>
            <p:cNvSpPr/>
            <p:nvPr/>
          </p:nvSpPr>
          <p:spPr>
            <a:xfrm>
              <a:off x="4799595" y="4579293"/>
              <a:ext cx="11981298" cy="5467735"/>
            </a:xfrm>
            <a:custGeom>
              <a:avLst/>
              <a:pathLst>
                <a:path w="11981298" h="5467735">
                  <a:moveTo>
                    <a:pt x="0" y="5467735"/>
                  </a:moveTo>
                  <a:lnTo>
                    <a:pt x="1471387" y="5467735"/>
                  </a:lnTo>
                  <a:lnTo>
                    <a:pt x="1472608" y="5467706"/>
                  </a:lnTo>
                  <a:lnTo>
                    <a:pt x="1480619" y="5467497"/>
                  </a:lnTo>
                  <a:lnTo>
                    <a:pt x="1500772" y="5466919"/>
                  </a:lnTo>
                  <a:lnTo>
                    <a:pt x="1536694" y="5465782"/>
                  </a:lnTo>
                  <a:lnTo>
                    <a:pt x="1590018" y="5463912"/>
                  </a:lnTo>
                  <a:lnTo>
                    <a:pt x="1660259" y="5461168"/>
                  </a:lnTo>
                  <a:lnTo>
                    <a:pt x="1745027" y="5457458"/>
                  </a:lnTo>
                  <a:lnTo>
                    <a:pt x="1840582" y="5452740"/>
                  </a:lnTo>
                  <a:lnTo>
                    <a:pt x="1942574" y="5447010"/>
                  </a:lnTo>
                  <a:lnTo>
                    <a:pt x="2046766" y="5440288"/>
                  </a:lnTo>
                  <a:lnTo>
                    <a:pt x="2149555" y="5432595"/>
                  </a:lnTo>
                  <a:lnTo>
                    <a:pt x="2248247" y="5423936"/>
                  </a:lnTo>
                  <a:lnTo>
                    <a:pt x="2341094" y="5414291"/>
                  </a:lnTo>
                  <a:lnTo>
                    <a:pt x="2427189" y="5403602"/>
                  </a:lnTo>
                  <a:lnTo>
                    <a:pt x="2506284" y="5391776"/>
                  </a:lnTo>
                  <a:lnTo>
                    <a:pt x="2578609" y="5378683"/>
                  </a:lnTo>
                  <a:lnTo>
                    <a:pt x="2644709" y="5364158"/>
                  </a:lnTo>
                  <a:lnTo>
                    <a:pt x="2705311" y="5348007"/>
                  </a:lnTo>
                  <a:lnTo>
                    <a:pt x="2761234" y="5330024"/>
                  </a:lnTo>
                  <a:lnTo>
                    <a:pt x="2813321" y="5310005"/>
                  </a:lnTo>
                  <a:lnTo>
                    <a:pt x="2862378" y="5287785"/>
                  </a:lnTo>
                  <a:lnTo>
                    <a:pt x="2896531" y="5270221"/>
                  </a:lnTo>
                  <a:lnTo>
                    <a:pt x="2945782" y="5241768"/>
                  </a:lnTo>
                  <a:lnTo>
                    <a:pt x="2993539" y="5210578"/>
                  </a:lnTo>
                  <a:lnTo>
                    <a:pt x="3040335" y="5176607"/>
                  </a:lnTo>
                  <a:lnTo>
                    <a:pt x="3086567" y="5139890"/>
                  </a:lnTo>
                  <a:lnTo>
                    <a:pt x="3132522" y="5100558"/>
                  </a:lnTo>
                  <a:lnTo>
                    <a:pt x="3178395" y="5058838"/>
                  </a:lnTo>
                  <a:lnTo>
                    <a:pt x="3224300" y="5015055"/>
                  </a:lnTo>
                  <a:lnTo>
                    <a:pt x="3270290" y="4969628"/>
                  </a:lnTo>
                  <a:lnTo>
                    <a:pt x="3316366" y="4923054"/>
                  </a:lnTo>
                  <a:lnTo>
                    <a:pt x="3362493" y="4875887"/>
                  </a:lnTo>
                  <a:lnTo>
                    <a:pt x="3408622" y="4828712"/>
                  </a:lnTo>
                  <a:lnTo>
                    <a:pt x="3454699" y="4782113"/>
                  </a:lnTo>
                  <a:lnTo>
                    <a:pt x="3500692" y="4736645"/>
                  </a:lnTo>
                  <a:lnTo>
                    <a:pt x="3546600" y="4692807"/>
                  </a:lnTo>
                  <a:lnTo>
                    <a:pt x="3592472" y="4651021"/>
                  </a:lnTo>
                  <a:lnTo>
                    <a:pt x="3638423" y="4611614"/>
                  </a:lnTo>
                  <a:lnTo>
                    <a:pt x="3684643" y="4574819"/>
                  </a:lnTo>
                  <a:lnTo>
                    <a:pt x="3731417" y="4540766"/>
                  </a:lnTo>
                  <a:lnTo>
                    <a:pt x="3779139" y="4509495"/>
                  </a:lnTo>
                  <a:lnTo>
                    <a:pt x="3828337" y="4480963"/>
                  </a:lnTo>
                  <a:lnTo>
                    <a:pt x="3829811" y="4480165"/>
                  </a:lnTo>
                  <a:lnTo>
                    <a:pt x="3877129" y="4456296"/>
                  </a:lnTo>
                  <a:lnTo>
                    <a:pt x="3926939" y="4434691"/>
                  </a:lnTo>
                  <a:lnTo>
                    <a:pt x="3979992" y="4415248"/>
                  </a:lnTo>
                  <a:lnTo>
                    <a:pt x="4037112" y="4397787"/>
                  </a:lnTo>
                  <a:lnTo>
                    <a:pt x="4099139" y="4382101"/>
                  </a:lnTo>
                  <a:lnTo>
                    <a:pt x="4166876" y="4367985"/>
                  </a:lnTo>
                  <a:lnTo>
                    <a:pt x="4241010" y="4355254"/>
                  </a:lnTo>
                  <a:lnTo>
                    <a:pt x="4322014" y="4343751"/>
                  </a:lnTo>
                  <a:lnTo>
                    <a:pt x="4410005" y="4333356"/>
                  </a:lnTo>
                  <a:lnTo>
                    <a:pt x="4504575" y="4323984"/>
                  </a:lnTo>
                  <a:lnTo>
                    <a:pt x="4604600" y="4315590"/>
                  </a:lnTo>
                  <a:lnTo>
                    <a:pt x="4708082" y="4308161"/>
                  </a:lnTo>
                  <a:lnTo>
                    <a:pt x="4812063" y="4301708"/>
                  </a:lnTo>
                  <a:lnTo>
                    <a:pt x="4912731" y="4296254"/>
                  </a:lnTo>
                  <a:lnTo>
                    <a:pt x="5005756" y="4291813"/>
                  </a:lnTo>
                  <a:lnTo>
                    <a:pt x="5086877" y="4288374"/>
                  </a:lnTo>
                  <a:lnTo>
                    <a:pt x="5152654" y="4285881"/>
                  </a:lnTo>
                  <a:lnTo>
                    <a:pt x="5201176" y="4284227"/>
                  </a:lnTo>
                  <a:lnTo>
                    <a:pt x="5232532" y="4283261"/>
                  </a:lnTo>
                  <a:lnTo>
                    <a:pt x="5248925" y="4282803"/>
                  </a:lnTo>
                  <a:lnTo>
                    <a:pt x="5254480" y="4282662"/>
                  </a:lnTo>
                  <a:lnTo>
                    <a:pt x="5254955" y="4282651"/>
                  </a:lnTo>
                  <a:lnTo>
                    <a:pt x="6726343" y="4282651"/>
                  </a:lnTo>
                  <a:lnTo>
                    <a:pt x="6727268" y="4282571"/>
                  </a:lnTo>
                  <a:lnTo>
                    <a:pt x="6733377" y="4282003"/>
                  </a:lnTo>
                  <a:lnTo>
                    <a:pt x="6748869" y="4280434"/>
                  </a:lnTo>
                  <a:lnTo>
                    <a:pt x="6776796" y="4277342"/>
                  </a:lnTo>
                  <a:lnTo>
                    <a:pt x="6818884" y="4272229"/>
                  </a:lnTo>
                  <a:lnTo>
                    <a:pt x="6875407" y="4264672"/>
                  </a:lnTo>
                  <a:lnTo>
                    <a:pt x="6945228" y="4254350"/>
                  </a:lnTo>
                  <a:lnTo>
                    <a:pt x="7026046" y="4241071"/>
                  </a:lnTo>
                  <a:lnTo>
                    <a:pt x="7114813" y="4224757"/>
                  </a:lnTo>
                  <a:lnTo>
                    <a:pt x="7208211" y="4205421"/>
                  </a:lnTo>
                  <a:lnTo>
                    <a:pt x="7303086" y="4183120"/>
                  </a:lnTo>
                  <a:lnTo>
                    <a:pt x="7396754" y="4157913"/>
                  </a:lnTo>
                  <a:lnTo>
                    <a:pt x="7487158" y="4129817"/>
                  </a:lnTo>
                  <a:lnTo>
                    <a:pt x="7572898" y="4098785"/>
                  </a:lnTo>
                  <a:lnTo>
                    <a:pt x="7653168" y="4064685"/>
                  </a:lnTo>
                  <a:lnTo>
                    <a:pt x="7727651" y="4027292"/>
                  </a:lnTo>
                  <a:lnTo>
                    <a:pt x="7796397" y="3986289"/>
                  </a:lnTo>
                  <a:lnTo>
                    <a:pt x="7859721" y="3941269"/>
                  </a:lnTo>
                  <a:lnTo>
                    <a:pt x="7918102" y="3891746"/>
                  </a:lnTo>
                  <a:lnTo>
                    <a:pt x="7972123" y="3837178"/>
                  </a:lnTo>
                  <a:lnTo>
                    <a:pt x="8022410" y="3776991"/>
                  </a:lnTo>
                  <a:lnTo>
                    <a:pt x="8069599" y="3710641"/>
                  </a:lnTo>
                  <a:lnTo>
                    <a:pt x="8114295" y="3637689"/>
                  </a:lnTo>
                  <a:lnTo>
                    <a:pt x="8151487" y="3568875"/>
                  </a:lnTo>
                  <a:lnTo>
                    <a:pt x="8183116" y="3504395"/>
                  </a:lnTo>
                  <a:lnTo>
                    <a:pt x="8214045" y="3435935"/>
                  </a:lnTo>
                  <a:lnTo>
                    <a:pt x="8244436" y="3363415"/>
                  </a:lnTo>
                  <a:lnTo>
                    <a:pt x="8274422" y="3286798"/>
                  </a:lnTo>
                  <a:lnTo>
                    <a:pt x="8304115" y="3206096"/>
                  </a:lnTo>
                  <a:lnTo>
                    <a:pt x="8333605" y="3121374"/>
                  </a:lnTo>
                  <a:lnTo>
                    <a:pt x="8362968" y="3032754"/>
                  </a:lnTo>
                  <a:lnTo>
                    <a:pt x="8392261" y="2940417"/>
                  </a:lnTo>
                  <a:lnTo>
                    <a:pt x="8421528" y="2844602"/>
                  </a:lnTo>
                  <a:lnTo>
                    <a:pt x="8450801" y="2745608"/>
                  </a:lnTo>
                  <a:lnTo>
                    <a:pt x="8480099" y="2643793"/>
                  </a:lnTo>
                  <a:lnTo>
                    <a:pt x="8509432" y="2539567"/>
                  </a:lnTo>
                  <a:lnTo>
                    <a:pt x="8538803" y="2433386"/>
                  </a:lnTo>
                  <a:lnTo>
                    <a:pt x="8568206" y="2325747"/>
                  </a:lnTo>
                  <a:lnTo>
                    <a:pt x="8597632" y="2217177"/>
                  </a:lnTo>
                  <a:lnTo>
                    <a:pt x="8627068" y="2108221"/>
                  </a:lnTo>
                  <a:lnTo>
                    <a:pt x="8656500" y="1999433"/>
                  </a:lnTo>
                  <a:lnTo>
                    <a:pt x="8685914" y="1891364"/>
                  </a:lnTo>
                  <a:lnTo>
                    <a:pt x="8715298" y="1784550"/>
                  </a:lnTo>
                  <a:lnTo>
                    <a:pt x="8744646" y="1679500"/>
                  </a:lnTo>
                  <a:lnTo>
                    <a:pt x="8773957" y="1576687"/>
                  </a:lnTo>
                  <a:lnTo>
                    <a:pt x="8803238" y="1476541"/>
                  </a:lnTo>
                  <a:lnTo>
                    <a:pt x="8832504" y="1379439"/>
                  </a:lnTo>
                  <a:lnTo>
                    <a:pt x="8861783" y="1285705"/>
                  </a:lnTo>
                  <a:lnTo>
                    <a:pt x="8891112" y="1195601"/>
                  </a:lnTo>
                  <a:lnTo>
                    <a:pt x="8920545" y="1109332"/>
                  </a:lnTo>
                  <a:lnTo>
                    <a:pt x="8950148" y="1027042"/>
                  </a:lnTo>
                  <a:lnTo>
                    <a:pt x="8980007" y="948817"/>
                  </a:lnTo>
                  <a:lnTo>
                    <a:pt x="9010224" y="874690"/>
                  </a:lnTo>
                  <a:lnTo>
                    <a:pt x="9040925" y="804644"/>
                  </a:lnTo>
                  <a:lnTo>
                    <a:pt x="9072258" y="738614"/>
                  </a:lnTo>
                  <a:lnTo>
                    <a:pt x="9084767" y="713775"/>
                  </a:lnTo>
                  <a:lnTo>
                    <a:pt x="9127748" y="634921"/>
                  </a:lnTo>
                  <a:lnTo>
                    <a:pt x="9172741" y="562861"/>
                  </a:lnTo>
                  <a:lnTo>
                    <a:pt x="9220304" y="497354"/>
                  </a:lnTo>
                  <a:lnTo>
                    <a:pt x="9271048" y="437944"/>
                  </a:lnTo>
                  <a:lnTo>
                    <a:pt x="9325611" y="384076"/>
                  </a:lnTo>
                  <a:lnTo>
                    <a:pt x="9384614" y="335179"/>
                  </a:lnTo>
                  <a:lnTo>
                    <a:pt x="9448630" y="290716"/>
                  </a:lnTo>
                  <a:lnTo>
                    <a:pt x="9518122" y="250212"/>
                  </a:lnTo>
                  <a:lnTo>
                    <a:pt x="9593374" y="213271"/>
                  </a:lnTo>
                  <a:lnTo>
                    <a:pt x="9674395" y="179588"/>
                  </a:lnTo>
                  <a:lnTo>
                    <a:pt x="9760811" y="148950"/>
                  </a:lnTo>
                  <a:lnTo>
                    <a:pt x="9851741" y="121237"/>
                  </a:lnTo>
                  <a:lnTo>
                    <a:pt x="9945701" y="96412"/>
                  </a:lnTo>
                  <a:lnTo>
                    <a:pt x="10040547" y="74500"/>
                  </a:lnTo>
                  <a:lnTo>
                    <a:pt x="10133521" y="55561"/>
                  </a:lnTo>
                  <a:lnTo>
                    <a:pt x="10221425" y="39649"/>
                  </a:lnTo>
                  <a:lnTo>
                    <a:pt x="10300952" y="26768"/>
                  </a:lnTo>
                  <a:lnTo>
                    <a:pt x="10369125" y="16825"/>
                  </a:lnTo>
                  <a:lnTo>
                    <a:pt x="10423775" y="9612"/>
                  </a:lnTo>
                  <a:lnTo>
                    <a:pt x="10463941" y="4794"/>
                  </a:lnTo>
                  <a:lnTo>
                    <a:pt x="10490093" y="1932"/>
                  </a:lnTo>
                  <a:lnTo>
                    <a:pt x="10504143" y="526"/>
                  </a:lnTo>
                  <a:lnTo>
                    <a:pt x="10509302" y="52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56" name="pl1756"/>
            <p:cNvSpPr/>
            <p:nvPr/>
          </p:nvSpPr>
          <p:spPr>
            <a:xfrm>
              <a:off x="4799595" y="4562947"/>
              <a:ext cx="11981298" cy="5467735"/>
            </a:xfrm>
            <a:custGeom>
              <a:avLst/>
              <a:pathLst>
                <a:path w="11981298" h="5467735">
                  <a:moveTo>
                    <a:pt x="11981298" y="0"/>
                  </a:moveTo>
                  <a:lnTo>
                    <a:pt x="10509911" y="0"/>
                  </a:lnTo>
                  <a:lnTo>
                    <a:pt x="10508985" y="79"/>
                  </a:lnTo>
                  <a:lnTo>
                    <a:pt x="10502876" y="647"/>
                  </a:lnTo>
                  <a:lnTo>
                    <a:pt x="10487384" y="2216"/>
                  </a:lnTo>
                  <a:lnTo>
                    <a:pt x="10459457" y="5309"/>
                  </a:lnTo>
                  <a:lnTo>
                    <a:pt x="10417370" y="10421"/>
                  </a:lnTo>
                  <a:lnTo>
                    <a:pt x="10360847" y="17978"/>
                  </a:lnTo>
                  <a:lnTo>
                    <a:pt x="10291025" y="28300"/>
                  </a:lnTo>
                  <a:lnTo>
                    <a:pt x="10210207" y="41580"/>
                  </a:lnTo>
                  <a:lnTo>
                    <a:pt x="10121441" y="57893"/>
                  </a:lnTo>
                  <a:lnTo>
                    <a:pt x="10028043" y="77229"/>
                  </a:lnTo>
                  <a:lnTo>
                    <a:pt x="9933167" y="99530"/>
                  </a:lnTo>
                  <a:lnTo>
                    <a:pt x="9839500" y="124737"/>
                  </a:lnTo>
                  <a:lnTo>
                    <a:pt x="9749095" y="152833"/>
                  </a:lnTo>
                  <a:lnTo>
                    <a:pt x="9663355" y="183865"/>
                  </a:lnTo>
                  <a:lnTo>
                    <a:pt x="9583085" y="217965"/>
                  </a:lnTo>
                  <a:lnTo>
                    <a:pt x="9508603" y="255358"/>
                  </a:lnTo>
                  <a:lnTo>
                    <a:pt x="9439856" y="296361"/>
                  </a:lnTo>
                  <a:lnTo>
                    <a:pt x="9376533" y="341382"/>
                  </a:lnTo>
                  <a:lnTo>
                    <a:pt x="9318151" y="390904"/>
                  </a:lnTo>
                  <a:lnTo>
                    <a:pt x="9264130" y="445473"/>
                  </a:lnTo>
                  <a:lnTo>
                    <a:pt x="9213843" y="505659"/>
                  </a:lnTo>
                  <a:lnTo>
                    <a:pt x="9166655" y="572009"/>
                  </a:lnTo>
                  <a:lnTo>
                    <a:pt x="9121958" y="644961"/>
                  </a:lnTo>
                  <a:lnTo>
                    <a:pt x="9084767" y="713775"/>
                  </a:lnTo>
                  <a:lnTo>
                    <a:pt x="9053138" y="778255"/>
                  </a:lnTo>
                  <a:lnTo>
                    <a:pt x="9022208" y="846715"/>
                  </a:lnTo>
                  <a:lnTo>
                    <a:pt x="8991817" y="919235"/>
                  </a:lnTo>
                  <a:lnTo>
                    <a:pt x="8961831" y="995853"/>
                  </a:lnTo>
                  <a:lnTo>
                    <a:pt x="8932139" y="1076555"/>
                  </a:lnTo>
                  <a:lnTo>
                    <a:pt x="8902648" y="1161276"/>
                  </a:lnTo>
                  <a:lnTo>
                    <a:pt x="8873285" y="1249896"/>
                  </a:lnTo>
                  <a:lnTo>
                    <a:pt x="8843992" y="1342233"/>
                  </a:lnTo>
                  <a:lnTo>
                    <a:pt x="8814725" y="1438048"/>
                  </a:lnTo>
                  <a:lnTo>
                    <a:pt x="8785452" y="1537042"/>
                  </a:lnTo>
                  <a:lnTo>
                    <a:pt x="8756155" y="1638857"/>
                  </a:lnTo>
                  <a:lnTo>
                    <a:pt x="8726821" y="1743083"/>
                  </a:lnTo>
                  <a:lnTo>
                    <a:pt x="8697450" y="1849264"/>
                  </a:lnTo>
                  <a:lnTo>
                    <a:pt x="8668047" y="1956903"/>
                  </a:lnTo>
                  <a:lnTo>
                    <a:pt x="8638621" y="2065473"/>
                  </a:lnTo>
                  <a:lnTo>
                    <a:pt x="8609185" y="2174429"/>
                  </a:lnTo>
                  <a:lnTo>
                    <a:pt x="8579753" y="2283217"/>
                  </a:lnTo>
                  <a:lnTo>
                    <a:pt x="8550340" y="2391286"/>
                  </a:lnTo>
                  <a:lnTo>
                    <a:pt x="8520955" y="2498100"/>
                  </a:lnTo>
                  <a:lnTo>
                    <a:pt x="8491607" y="2603150"/>
                  </a:lnTo>
                  <a:lnTo>
                    <a:pt x="8462296" y="2705963"/>
                  </a:lnTo>
                  <a:lnTo>
                    <a:pt x="8433015" y="2806109"/>
                  </a:lnTo>
                  <a:lnTo>
                    <a:pt x="8403749" y="2903211"/>
                  </a:lnTo>
                  <a:lnTo>
                    <a:pt x="8374470" y="2996945"/>
                  </a:lnTo>
                  <a:lnTo>
                    <a:pt x="8345141" y="3087049"/>
                  </a:lnTo>
                  <a:lnTo>
                    <a:pt x="8315709" y="3173318"/>
                  </a:lnTo>
                  <a:lnTo>
                    <a:pt x="8286105" y="3255608"/>
                  </a:lnTo>
                  <a:lnTo>
                    <a:pt x="8256247" y="3333833"/>
                  </a:lnTo>
                  <a:lnTo>
                    <a:pt x="8226029" y="3407960"/>
                  </a:lnTo>
                  <a:lnTo>
                    <a:pt x="8195329" y="3478006"/>
                  </a:lnTo>
                  <a:lnTo>
                    <a:pt x="8163995" y="3544036"/>
                  </a:lnTo>
                  <a:lnTo>
                    <a:pt x="8151487" y="3568875"/>
                  </a:lnTo>
                  <a:lnTo>
                    <a:pt x="8108505" y="3647729"/>
                  </a:lnTo>
                  <a:lnTo>
                    <a:pt x="8063512" y="3719789"/>
                  </a:lnTo>
                  <a:lnTo>
                    <a:pt x="8015950" y="3785296"/>
                  </a:lnTo>
                  <a:lnTo>
                    <a:pt x="7965205" y="3844706"/>
                  </a:lnTo>
                  <a:lnTo>
                    <a:pt x="7910643" y="3898575"/>
                  </a:lnTo>
                  <a:lnTo>
                    <a:pt x="7851639" y="3947471"/>
                  </a:lnTo>
                  <a:lnTo>
                    <a:pt x="7787623" y="3991934"/>
                  </a:lnTo>
                  <a:lnTo>
                    <a:pt x="7718131" y="4032438"/>
                  </a:lnTo>
                  <a:lnTo>
                    <a:pt x="7642879" y="4069379"/>
                  </a:lnTo>
                  <a:lnTo>
                    <a:pt x="7561858" y="4103062"/>
                  </a:lnTo>
                  <a:lnTo>
                    <a:pt x="7475443" y="4133700"/>
                  </a:lnTo>
                  <a:lnTo>
                    <a:pt x="7384512" y="4161413"/>
                  </a:lnTo>
                  <a:lnTo>
                    <a:pt x="7290552" y="4186238"/>
                  </a:lnTo>
                  <a:lnTo>
                    <a:pt x="7195706" y="4208150"/>
                  </a:lnTo>
                  <a:lnTo>
                    <a:pt x="7102732" y="4227089"/>
                  </a:lnTo>
                  <a:lnTo>
                    <a:pt x="7014828" y="4243001"/>
                  </a:lnTo>
                  <a:lnTo>
                    <a:pt x="6935301" y="4255882"/>
                  </a:lnTo>
                  <a:lnTo>
                    <a:pt x="6867128" y="4265825"/>
                  </a:lnTo>
                  <a:lnTo>
                    <a:pt x="6812479" y="4273038"/>
                  </a:lnTo>
                  <a:lnTo>
                    <a:pt x="6772312" y="4277856"/>
                  </a:lnTo>
                  <a:lnTo>
                    <a:pt x="6746160" y="4280718"/>
                  </a:lnTo>
                  <a:lnTo>
                    <a:pt x="6732111" y="4282124"/>
                  </a:lnTo>
                  <a:lnTo>
                    <a:pt x="6726951" y="4282599"/>
                  </a:lnTo>
                  <a:lnTo>
                    <a:pt x="6726343" y="4282651"/>
                  </a:lnTo>
                  <a:lnTo>
                    <a:pt x="5254955" y="4282651"/>
                  </a:lnTo>
                  <a:lnTo>
                    <a:pt x="5253734" y="4282680"/>
                  </a:lnTo>
                  <a:lnTo>
                    <a:pt x="5245723" y="4282889"/>
                  </a:lnTo>
                  <a:lnTo>
                    <a:pt x="5225570" y="4283467"/>
                  </a:lnTo>
                  <a:lnTo>
                    <a:pt x="5189648" y="4284604"/>
                  </a:lnTo>
                  <a:lnTo>
                    <a:pt x="5136324" y="4286474"/>
                  </a:lnTo>
                  <a:lnTo>
                    <a:pt x="5066083" y="4289218"/>
                  </a:lnTo>
                  <a:lnTo>
                    <a:pt x="4981315" y="4292928"/>
                  </a:lnTo>
                  <a:lnTo>
                    <a:pt x="4885760" y="4297646"/>
                  </a:lnTo>
                  <a:lnTo>
                    <a:pt x="4783768" y="4303376"/>
                  </a:lnTo>
                  <a:lnTo>
                    <a:pt x="4679576" y="4310098"/>
                  </a:lnTo>
                  <a:lnTo>
                    <a:pt x="4576787" y="4317791"/>
                  </a:lnTo>
                  <a:lnTo>
                    <a:pt x="4478095" y="4326450"/>
                  </a:lnTo>
                  <a:lnTo>
                    <a:pt x="4385248" y="4336095"/>
                  </a:lnTo>
                  <a:lnTo>
                    <a:pt x="4299154" y="4346784"/>
                  </a:lnTo>
                  <a:lnTo>
                    <a:pt x="4220059" y="4358610"/>
                  </a:lnTo>
                  <a:lnTo>
                    <a:pt x="4147733" y="4371703"/>
                  </a:lnTo>
                  <a:lnTo>
                    <a:pt x="4081633" y="4386228"/>
                  </a:lnTo>
                  <a:lnTo>
                    <a:pt x="4021031" y="4402379"/>
                  </a:lnTo>
                  <a:lnTo>
                    <a:pt x="3965108" y="4420362"/>
                  </a:lnTo>
                  <a:lnTo>
                    <a:pt x="3913022" y="4440381"/>
                  </a:lnTo>
                  <a:lnTo>
                    <a:pt x="3863964" y="4462601"/>
                  </a:lnTo>
                  <a:lnTo>
                    <a:pt x="3829811" y="4480165"/>
                  </a:lnTo>
                  <a:lnTo>
                    <a:pt x="3780560" y="4508618"/>
                  </a:lnTo>
                  <a:lnTo>
                    <a:pt x="3732803" y="4539808"/>
                  </a:lnTo>
                  <a:lnTo>
                    <a:pt x="3686008" y="4573779"/>
                  </a:lnTo>
                  <a:lnTo>
                    <a:pt x="3639776" y="4610496"/>
                  </a:lnTo>
                  <a:lnTo>
                    <a:pt x="3593820" y="4649828"/>
                  </a:lnTo>
                  <a:lnTo>
                    <a:pt x="3547947" y="4691548"/>
                  </a:lnTo>
                  <a:lnTo>
                    <a:pt x="3502042" y="4735331"/>
                  </a:lnTo>
                  <a:lnTo>
                    <a:pt x="3456052" y="4780758"/>
                  </a:lnTo>
                  <a:lnTo>
                    <a:pt x="3409976" y="4827332"/>
                  </a:lnTo>
                  <a:lnTo>
                    <a:pt x="3363849" y="4874499"/>
                  </a:lnTo>
                  <a:lnTo>
                    <a:pt x="3317720" y="4921674"/>
                  </a:lnTo>
                  <a:lnTo>
                    <a:pt x="3271643" y="4968273"/>
                  </a:lnTo>
                  <a:lnTo>
                    <a:pt x="3225650" y="5013741"/>
                  </a:lnTo>
                  <a:lnTo>
                    <a:pt x="3179742" y="5057579"/>
                  </a:lnTo>
                  <a:lnTo>
                    <a:pt x="3133870" y="5099365"/>
                  </a:lnTo>
                  <a:lnTo>
                    <a:pt x="3087919" y="5138772"/>
                  </a:lnTo>
                  <a:lnTo>
                    <a:pt x="3041699" y="5175567"/>
                  </a:lnTo>
                  <a:lnTo>
                    <a:pt x="2994925" y="5209620"/>
                  </a:lnTo>
                  <a:lnTo>
                    <a:pt x="2947203" y="5240891"/>
                  </a:lnTo>
                  <a:lnTo>
                    <a:pt x="2898005" y="5269423"/>
                  </a:lnTo>
                  <a:lnTo>
                    <a:pt x="2896531" y="5270221"/>
                  </a:lnTo>
                  <a:lnTo>
                    <a:pt x="2849213" y="5294090"/>
                  </a:lnTo>
                  <a:lnTo>
                    <a:pt x="2799403" y="5315695"/>
                  </a:lnTo>
                  <a:lnTo>
                    <a:pt x="2746350" y="5335138"/>
                  </a:lnTo>
                  <a:lnTo>
                    <a:pt x="2689230" y="5352599"/>
                  </a:lnTo>
                  <a:lnTo>
                    <a:pt x="2627203" y="5368285"/>
                  </a:lnTo>
                  <a:lnTo>
                    <a:pt x="2559466" y="5382401"/>
                  </a:lnTo>
                  <a:lnTo>
                    <a:pt x="2485332" y="5395132"/>
                  </a:lnTo>
                  <a:lnTo>
                    <a:pt x="2404328" y="5406635"/>
                  </a:lnTo>
                  <a:lnTo>
                    <a:pt x="2316337" y="5417030"/>
                  </a:lnTo>
                  <a:lnTo>
                    <a:pt x="2221767" y="5426402"/>
                  </a:lnTo>
                  <a:lnTo>
                    <a:pt x="2121742" y="5434796"/>
                  </a:lnTo>
                  <a:lnTo>
                    <a:pt x="2018261" y="5442225"/>
                  </a:lnTo>
                  <a:lnTo>
                    <a:pt x="1914279" y="5448678"/>
                  </a:lnTo>
                  <a:lnTo>
                    <a:pt x="1813611" y="5454132"/>
                  </a:lnTo>
                  <a:lnTo>
                    <a:pt x="1720587" y="5458573"/>
                  </a:lnTo>
                  <a:lnTo>
                    <a:pt x="1639465" y="5462012"/>
                  </a:lnTo>
                  <a:lnTo>
                    <a:pt x="1573688" y="5464505"/>
                  </a:lnTo>
                  <a:lnTo>
                    <a:pt x="1525166" y="5466159"/>
                  </a:lnTo>
                  <a:lnTo>
                    <a:pt x="1493810" y="5467125"/>
                  </a:lnTo>
                  <a:lnTo>
                    <a:pt x="1477417" y="5467583"/>
                  </a:lnTo>
                  <a:lnTo>
                    <a:pt x="1471862" y="5467724"/>
                  </a:lnTo>
                  <a:lnTo>
                    <a:pt x="1471387" y="5467735"/>
                  </a:lnTo>
                  <a:lnTo>
                    <a:pt x="0" y="546773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57" name="pg1757"/>
            <p:cNvSpPr/>
            <p:nvPr/>
          </p:nvSpPr>
          <p:spPr>
            <a:xfrm>
              <a:off x="4799595" y="9172518"/>
              <a:ext cx="11981298" cy="882683"/>
            </a:xfrm>
            <a:custGeom>
              <a:avLst/>
              <a:pathLst>
                <a:path w="11981298" h="882683">
                  <a:moveTo>
                    <a:pt x="0" y="882683"/>
                  </a:moveTo>
                  <a:lnTo>
                    <a:pt x="1471387" y="882683"/>
                  </a:lnTo>
                  <a:lnTo>
                    <a:pt x="1472623" y="882675"/>
                  </a:lnTo>
                  <a:lnTo>
                    <a:pt x="1480736" y="882612"/>
                  </a:lnTo>
                  <a:lnTo>
                    <a:pt x="1501133" y="882438"/>
                  </a:lnTo>
                  <a:lnTo>
                    <a:pt x="1537470" y="882097"/>
                  </a:lnTo>
                  <a:lnTo>
                    <a:pt x="1591369" y="881535"/>
                  </a:lnTo>
                  <a:lnTo>
                    <a:pt x="1662298" y="880711"/>
                  </a:lnTo>
                  <a:lnTo>
                    <a:pt x="1747795" y="879598"/>
                  </a:lnTo>
                  <a:lnTo>
                    <a:pt x="1844044" y="878182"/>
                  </a:lnTo>
                  <a:lnTo>
                    <a:pt x="1946632" y="876465"/>
                  </a:lnTo>
                  <a:lnTo>
                    <a:pt x="2051283" y="874451"/>
                  </a:lnTo>
                  <a:lnTo>
                    <a:pt x="2154381" y="872146"/>
                  </a:lnTo>
                  <a:lnTo>
                    <a:pt x="2253242" y="869553"/>
                  </a:lnTo>
                  <a:lnTo>
                    <a:pt x="2346141" y="866664"/>
                  </a:lnTo>
                  <a:lnTo>
                    <a:pt x="2432198" y="863461"/>
                  </a:lnTo>
                  <a:lnTo>
                    <a:pt x="2511198" y="859916"/>
                  </a:lnTo>
                  <a:lnTo>
                    <a:pt x="2583397" y="855990"/>
                  </a:lnTo>
                  <a:lnTo>
                    <a:pt x="2649362" y="851631"/>
                  </a:lnTo>
                  <a:lnTo>
                    <a:pt x="2709841" y="846781"/>
                  </a:lnTo>
                  <a:lnTo>
                    <a:pt x="2765667" y="841378"/>
                  </a:lnTo>
                  <a:lnTo>
                    <a:pt x="2817692" y="835362"/>
                  </a:lnTo>
                  <a:lnTo>
                    <a:pt x="2866729" y="828684"/>
                  </a:lnTo>
                  <a:lnTo>
                    <a:pt x="2896531" y="824110"/>
                  </a:lnTo>
                  <a:lnTo>
                    <a:pt x="2951931" y="814541"/>
                  </a:lnTo>
                  <a:lnTo>
                    <a:pt x="3005525" y="803937"/>
                  </a:lnTo>
                  <a:lnTo>
                    <a:pt x="3058037" y="792286"/>
                  </a:lnTo>
                  <a:lnTo>
                    <a:pt x="3109984" y="779615"/>
                  </a:lnTo>
                  <a:lnTo>
                    <a:pt x="3161717" y="765999"/>
                  </a:lnTo>
                  <a:lnTo>
                    <a:pt x="3213446" y="751557"/>
                  </a:lnTo>
                  <a:lnTo>
                    <a:pt x="3265273" y="736457"/>
                  </a:lnTo>
                  <a:lnTo>
                    <a:pt x="3317208" y="720903"/>
                  </a:lnTo>
                  <a:lnTo>
                    <a:pt x="3369209" y="705129"/>
                  </a:lnTo>
                  <a:lnTo>
                    <a:pt x="3421200" y="689385"/>
                  </a:lnTo>
                  <a:lnTo>
                    <a:pt x="3473113" y="673917"/>
                  </a:lnTo>
                  <a:lnTo>
                    <a:pt x="3524913" y="658952"/>
                  </a:lnTo>
                  <a:lnTo>
                    <a:pt x="3576630" y="644689"/>
                  </a:lnTo>
                  <a:lnTo>
                    <a:pt x="3628389" y="631283"/>
                  </a:lnTo>
                  <a:lnTo>
                    <a:pt x="3680431" y="618844"/>
                  </a:lnTo>
                  <a:lnTo>
                    <a:pt x="3733141" y="607436"/>
                  </a:lnTo>
                  <a:lnTo>
                    <a:pt x="3787081" y="597074"/>
                  </a:lnTo>
                  <a:lnTo>
                    <a:pt x="3829811" y="589818"/>
                  </a:lnTo>
                  <a:lnTo>
                    <a:pt x="3877340" y="582710"/>
                  </a:lnTo>
                  <a:lnTo>
                    <a:pt x="3927385" y="576279"/>
                  </a:lnTo>
                  <a:lnTo>
                    <a:pt x="3980709" y="570495"/>
                  </a:lnTo>
                  <a:lnTo>
                    <a:pt x="4038146" y="565303"/>
                  </a:lnTo>
                  <a:lnTo>
                    <a:pt x="4100547" y="560641"/>
                  </a:lnTo>
                  <a:lnTo>
                    <a:pt x="4168724" y="556447"/>
                  </a:lnTo>
                  <a:lnTo>
                    <a:pt x="4243371" y="552666"/>
                  </a:lnTo>
                  <a:lnTo>
                    <a:pt x="4324956" y="549251"/>
                  </a:lnTo>
                  <a:lnTo>
                    <a:pt x="4413584" y="546167"/>
                  </a:lnTo>
                  <a:lnTo>
                    <a:pt x="4508817" y="543388"/>
                  </a:lnTo>
                  <a:lnTo>
                    <a:pt x="4609486" y="540901"/>
                  </a:lnTo>
                  <a:lnTo>
                    <a:pt x="4713519" y="538703"/>
                  </a:lnTo>
                  <a:lnTo>
                    <a:pt x="4817875" y="536797"/>
                  </a:lnTo>
                  <a:lnTo>
                    <a:pt x="4918652" y="535190"/>
                  </a:lnTo>
                  <a:lnTo>
                    <a:pt x="5011447" y="533886"/>
                  </a:lnTo>
                  <a:lnTo>
                    <a:pt x="5091977" y="532882"/>
                  </a:lnTo>
                  <a:lnTo>
                    <a:pt x="5156838" y="532158"/>
                  </a:lnTo>
                  <a:lnTo>
                    <a:pt x="5204231" y="531683"/>
                  </a:lnTo>
                  <a:lnTo>
                    <a:pt x="5234407" y="531409"/>
                  </a:lnTo>
                  <a:lnTo>
                    <a:pt x="5249765" y="531283"/>
                  </a:lnTo>
                  <a:lnTo>
                    <a:pt x="5254636" y="531247"/>
                  </a:lnTo>
                  <a:lnTo>
                    <a:pt x="5254955" y="531244"/>
                  </a:lnTo>
                  <a:lnTo>
                    <a:pt x="6726343" y="531244"/>
                  </a:lnTo>
                  <a:lnTo>
                    <a:pt x="6727577" y="531231"/>
                  </a:lnTo>
                  <a:lnTo>
                    <a:pt x="6735677" y="531138"/>
                  </a:lnTo>
                  <a:lnTo>
                    <a:pt x="6756045" y="530880"/>
                  </a:lnTo>
                  <a:lnTo>
                    <a:pt x="6792334" y="530372"/>
                  </a:lnTo>
                  <a:lnTo>
                    <a:pt x="6846164" y="529537"/>
                  </a:lnTo>
                  <a:lnTo>
                    <a:pt x="6917011" y="528313"/>
                  </a:lnTo>
                  <a:lnTo>
                    <a:pt x="7002423" y="526658"/>
                  </a:lnTo>
                  <a:lnTo>
                    <a:pt x="7098590" y="524555"/>
                  </a:lnTo>
                  <a:lnTo>
                    <a:pt x="7201108" y="522002"/>
                  </a:lnTo>
                  <a:lnTo>
                    <a:pt x="7305704" y="519008"/>
                  </a:lnTo>
                  <a:lnTo>
                    <a:pt x="7408766" y="515582"/>
                  </a:lnTo>
                  <a:lnTo>
                    <a:pt x="7507608" y="511726"/>
                  </a:lnTo>
                  <a:lnTo>
                    <a:pt x="7600501" y="507431"/>
                  </a:lnTo>
                  <a:lnTo>
                    <a:pt x="7686562" y="502671"/>
                  </a:lnTo>
                  <a:lnTo>
                    <a:pt x="7765573" y="497401"/>
                  </a:lnTo>
                  <a:lnTo>
                    <a:pt x="7837788" y="491565"/>
                  </a:lnTo>
                  <a:lnTo>
                    <a:pt x="7903769" y="485086"/>
                  </a:lnTo>
                  <a:lnTo>
                    <a:pt x="7964262" y="477879"/>
                  </a:lnTo>
                  <a:lnTo>
                    <a:pt x="8020100" y="469850"/>
                  </a:lnTo>
                  <a:lnTo>
                    <a:pt x="8072131" y="460909"/>
                  </a:lnTo>
                  <a:lnTo>
                    <a:pt x="8121170" y="450986"/>
                  </a:lnTo>
                  <a:lnTo>
                    <a:pt x="8151487" y="444066"/>
                  </a:lnTo>
                  <a:lnTo>
                    <a:pt x="8205949" y="430081"/>
                  </a:lnTo>
                  <a:lnTo>
                    <a:pt x="8258654" y="414610"/>
                  </a:lnTo>
                  <a:lnTo>
                    <a:pt x="8310294" y="397634"/>
                  </a:lnTo>
                  <a:lnTo>
                    <a:pt x="8361367" y="379188"/>
                  </a:lnTo>
                  <a:lnTo>
                    <a:pt x="8412215" y="359373"/>
                  </a:lnTo>
                  <a:lnTo>
                    <a:pt x="8463047" y="338354"/>
                  </a:lnTo>
                  <a:lnTo>
                    <a:pt x="8513967" y="316360"/>
                  </a:lnTo>
                  <a:lnTo>
                    <a:pt x="8564995" y="293675"/>
                  </a:lnTo>
                  <a:lnTo>
                    <a:pt x="8616094" y="270628"/>
                  </a:lnTo>
                  <a:lnTo>
                    <a:pt x="8667195" y="247566"/>
                  </a:lnTo>
                  <a:lnTo>
                    <a:pt x="8718231" y="224841"/>
                  </a:lnTo>
                  <a:lnTo>
                    <a:pt x="8769160" y="202780"/>
                  </a:lnTo>
                  <a:lnTo>
                    <a:pt x="8819996" y="181674"/>
                  </a:lnTo>
                  <a:lnTo>
                    <a:pt x="8870836" y="161757"/>
                  </a:lnTo>
                  <a:lnTo>
                    <a:pt x="8921881" y="143198"/>
                  </a:lnTo>
                  <a:lnTo>
                    <a:pt x="8973460" y="126102"/>
                  </a:lnTo>
                  <a:lnTo>
                    <a:pt x="9026058" y="110511"/>
                  </a:lnTo>
                  <a:lnTo>
                    <a:pt x="9080350" y="96410"/>
                  </a:lnTo>
                  <a:lnTo>
                    <a:pt x="9084767" y="95351"/>
                  </a:lnTo>
                  <a:lnTo>
                    <a:pt x="9132270" y="84778"/>
                  </a:lnTo>
                  <a:lnTo>
                    <a:pt x="9182287" y="75211"/>
                  </a:lnTo>
                  <a:lnTo>
                    <a:pt x="9235580" y="66605"/>
                  </a:lnTo>
                  <a:lnTo>
                    <a:pt x="9292979" y="58879"/>
                  </a:lnTo>
                  <a:lnTo>
                    <a:pt x="9355336" y="51942"/>
                  </a:lnTo>
                  <a:lnTo>
                    <a:pt x="9423461" y="45702"/>
                  </a:lnTo>
                  <a:lnTo>
                    <a:pt x="9498047" y="40075"/>
                  </a:lnTo>
                  <a:lnTo>
                    <a:pt x="9579563" y="34993"/>
                  </a:lnTo>
                  <a:lnTo>
                    <a:pt x="9668115" y="30403"/>
                  </a:lnTo>
                  <a:lnTo>
                    <a:pt x="9763271" y="26267"/>
                  </a:lnTo>
                  <a:lnTo>
                    <a:pt x="9863863" y="22565"/>
                  </a:lnTo>
                  <a:lnTo>
                    <a:pt x="9967831" y="19292"/>
                  </a:lnTo>
                  <a:lnTo>
                    <a:pt x="10072144" y="16454"/>
                  </a:lnTo>
                  <a:lnTo>
                    <a:pt x="10172908" y="14060"/>
                  </a:lnTo>
                  <a:lnTo>
                    <a:pt x="10265732" y="12118"/>
                  </a:lnTo>
                  <a:lnTo>
                    <a:pt x="10346333" y="10620"/>
                  </a:lnTo>
                  <a:lnTo>
                    <a:pt x="10411304" y="9540"/>
                  </a:lnTo>
                  <a:lnTo>
                    <a:pt x="10458831" y="8830"/>
                  </a:lnTo>
                  <a:lnTo>
                    <a:pt x="10489146" y="8421"/>
                  </a:lnTo>
                  <a:lnTo>
                    <a:pt x="10504625" y="8231"/>
                  </a:lnTo>
                  <a:lnTo>
                    <a:pt x="10509575" y="8176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8676" y="13"/>
                  </a:lnTo>
                  <a:lnTo>
                    <a:pt x="10500576" y="106"/>
                  </a:lnTo>
                  <a:lnTo>
                    <a:pt x="10480208" y="364"/>
                  </a:lnTo>
                  <a:lnTo>
                    <a:pt x="10443920" y="872"/>
                  </a:lnTo>
                  <a:lnTo>
                    <a:pt x="10390089" y="1707"/>
                  </a:lnTo>
                  <a:lnTo>
                    <a:pt x="10319242" y="2931"/>
                  </a:lnTo>
                  <a:lnTo>
                    <a:pt x="10233831" y="4586"/>
                  </a:lnTo>
                  <a:lnTo>
                    <a:pt x="10137663" y="6689"/>
                  </a:lnTo>
                  <a:lnTo>
                    <a:pt x="10035145" y="9242"/>
                  </a:lnTo>
                  <a:lnTo>
                    <a:pt x="9930549" y="12236"/>
                  </a:lnTo>
                  <a:lnTo>
                    <a:pt x="9827487" y="15662"/>
                  </a:lnTo>
                  <a:lnTo>
                    <a:pt x="9728646" y="19518"/>
                  </a:lnTo>
                  <a:lnTo>
                    <a:pt x="9635753" y="23813"/>
                  </a:lnTo>
                  <a:lnTo>
                    <a:pt x="9549691" y="28573"/>
                  </a:lnTo>
                  <a:lnTo>
                    <a:pt x="9470680" y="33842"/>
                  </a:lnTo>
                  <a:lnTo>
                    <a:pt x="9398465" y="39679"/>
                  </a:lnTo>
                  <a:lnTo>
                    <a:pt x="9332484" y="46158"/>
                  </a:lnTo>
                  <a:lnTo>
                    <a:pt x="9271991" y="53365"/>
                  </a:lnTo>
                  <a:lnTo>
                    <a:pt x="9216154" y="61394"/>
                  </a:lnTo>
                  <a:lnTo>
                    <a:pt x="9164122" y="70335"/>
                  </a:lnTo>
                  <a:lnTo>
                    <a:pt x="9115083" y="80258"/>
                  </a:lnTo>
                  <a:lnTo>
                    <a:pt x="9084767" y="87178"/>
                  </a:lnTo>
                  <a:lnTo>
                    <a:pt x="9030304" y="101163"/>
                  </a:lnTo>
                  <a:lnTo>
                    <a:pt x="8977599" y="116634"/>
                  </a:lnTo>
                  <a:lnTo>
                    <a:pt x="8925959" y="133610"/>
                  </a:lnTo>
                  <a:lnTo>
                    <a:pt x="8874886" y="152056"/>
                  </a:lnTo>
                  <a:lnTo>
                    <a:pt x="8824038" y="171871"/>
                  </a:lnTo>
                  <a:lnTo>
                    <a:pt x="8773206" y="192890"/>
                  </a:lnTo>
                  <a:lnTo>
                    <a:pt x="8722287" y="214884"/>
                  </a:lnTo>
                  <a:lnTo>
                    <a:pt x="8671258" y="237569"/>
                  </a:lnTo>
                  <a:lnTo>
                    <a:pt x="8620160" y="260616"/>
                  </a:lnTo>
                  <a:lnTo>
                    <a:pt x="8569058" y="283678"/>
                  </a:lnTo>
                  <a:lnTo>
                    <a:pt x="8518022" y="306403"/>
                  </a:lnTo>
                  <a:lnTo>
                    <a:pt x="8467094" y="328463"/>
                  </a:lnTo>
                  <a:lnTo>
                    <a:pt x="8416257" y="349569"/>
                  </a:lnTo>
                  <a:lnTo>
                    <a:pt x="8365417" y="369487"/>
                  </a:lnTo>
                  <a:lnTo>
                    <a:pt x="8314372" y="388046"/>
                  </a:lnTo>
                  <a:lnTo>
                    <a:pt x="8262793" y="405142"/>
                  </a:lnTo>
                  <a:lnTo>
                    <a:pt x="8210196" y="420732"/>
                  </a:lnTo>
                  <a:lnTo>
                    <a:pt x="8155904" y="434833"/>
                  </a:lnTo>
                  <a:lnTo>
                    <a:pt x="8151487" y="435893"/>
                  </a:lnTo>
                  <a:lnTo>
                    <a:pt x="8103983" y="446466"/>
                  </a:lnTo>
                  <a:lnTo>
                    <a:pt x="8053966" y="456033"/>
                  </a:lnTo>
                  <a:lnTo>
                    <a:pt x="8000674" y="464639"/>
                  </a:lnTo>
                  <a:lnTo>
                    <a:pt x="7943274" y="472364"/>
                  </a:lnTo>
                  <a:lnTo>
                    <a:pt x="7880917" y="479302"/>
                  </a:lnTo>
                  <a:lnTo>
                    <a:pt x="7812792" y="485542"/>
                  </a:lnTo>
                  <a:lnTo>
                    <a:pt x="7738207" y="491169"/>
                  </a:lnTo>
                  <a:lnTo>
                    <a:pt x="7656690" y="496250"/>
                  </a:lnTo>
                  <a:lnTo>
                    <a:pt x="7568138" y="500841"/>
                  </a:lnTo>
                  <a:lnTo>
                    <a:pt x="7472983" y="504977"/>
                  </a:lnTo>
                  <a:lnTo>
                    <a:pt x="7372390" y="508679"/>
                  </a:lnTo>
                  <a:lnTo>
                    <a:pt x="7268422" y="511952"/>
                  </a:lnTo>
                  <a:lnTo>
                    <a:pt x="7164110" y="514790"/>
                  </a:lnTo>
                  <a:lnTo>
                    <a:pt x="7063345" y="517184"/>
                  </a:lnTo>
                  <a:lnTo>
                    <a:pt x="6970521" y="519126"/>
                  </a:lnTo>
                  <a:lnTo>
                    <a:pt x="6889921" y="520624"/>
                  </a:lnTo>
                  <a:lnTo>
                    <a:pt x="6824949" y="521704"/>
                  </a:lnTo>
                  <a:lnTo>
                    <a:pt x="6777423" y="522414"/>
                  </a:lnTo>
                  <a:lnTo>
                    <a:pt x="6747107" y="522823"/>
                  </a:lnTo>
                  <a:lnTo>
                    <a:pt x="6731628" y="523013"/>
                  </a:lnTo>
                  <a:lnTo>
                    <a:pt x="6726678" y="523068"/>
                  </a:lnTo>
                  <a:lnTo>
                    <a:pt x="6726343" y="523071"/>
                  </a:lnTo>
                  <a:lnTo>
                    <a:pt x="5254955" y="523071"/>
                  </a:lnTo>
                  <a:lnTo>
                    <a:pt x="5253719" y="523080"/>
                  </a:lnTo>
                  <a:lnTo>
                    <a:pt x="5245607" y="523143"/>
                  </a:lnTo>
                  <a:lnTo>
                    <a:pt x="5225209" y="523317"/>
                  </a:lnTo>
                  <a:lnTo>
                    <a:pt x="5188872" y="523658"/>
                  </a:lnTo>
                  <a:lnTo>
                    <a:pt x="5134973" y="524220"/>
                  </a:lnTo>
                  <a:lnTo>
                    <a:pt x="5064044" y="525044"/>
                  </a:lnTo>
                  <a:lnTo>
                    <a:pt x="4978547" y="526157"/>
                  </a:lnTo>
                  <a:lnTo>
                    <a:pt x="4882298" y="527572"/>
                  </a:lnTo>
                  <a:lnTo>
                    <a:pt x="4779710" y="529290"/>
                  </a:lnTo>
                  <a:lnTo>
                    <a:pt x="4675059" y="531304"/>
                  </a:lnTo>
                  <a:lnTo>
                    <a:pt x="4571961" y="533609"/>
                  </a:lnTo>
                  <a:lnTo>
                    <a:pt x="4473100" y="536202"/>
                  </a:lnTo>
                  <a:lnTo>
                    <a:pt x="4380201" y="539091"/>
                  </a:lnTo>
                  <a:lnTo>
                    <a:pt x="4294144" y="542294"/>
                  </a:lnTo>
                  <a:lnTo>
                    <a:pt x="4215144" y="545838"/>
                  </a:lnTo>
                  <a:lnTo>
                    <a:pt x="4142945" y="549765"/>
                  </a:lnTo>
                  <a:lnTo>
                    <a:pt x="4076980" y="554124"/>
                  </a:lnTo>
                  <a:lnTo>
                    <a:pt x="4016501" y="558974"/>
                  </a:lnTo>
                  <a:lnTo>
                    <a:pt x="3960675" y="564376"/>
                  </a:lnTo>
                  <a:lnTo>
                    <a:pt x="3908651" y="570393"/>
                  </a:lnTo>
                  <a:lnTo>
                    <a:pt x="3859614" y="577070"/>
                  </a:lnTo>
                  <a:lnTo>
                    <a:pt x="3829811" y="581645"/>
                  </a:lnTo>
                  <a:lnTo>
                    <a:pt x="3774411" y="591214"/>
                  </a:lnTo>
                  <a:lnTo>
                    <a:pt x="3720817" y="601818"/>
                  </a:lnTo>
                  <a:lnTo>
                    <a:pt x="3668305" y="613469"/>
                  </a:lnTo>
                  <a:lnTo>
                    <a:pt x="3616358" y="626140"/>
                  </a:lnTo>
                  <a:lnTo>
                    <a:pt x="3564625" y="639756"/>
                  </a:lnTo>
                  <a:lnTo>
                    <a:pt x="3512896" y="654198"/>
                  </a:lnTo>
                  <a:lnTo>
                    <a:pt x="3461070" y="669298"/>
                  </a:lnTo>
                  <a:lnTo>
                    <a:pt x="3409134" y="684852"/>
                  </a:lnTo>
                  <a:lnTo>
                    <a:pt x="3357133" y="700625"/>
                  </a:lnTo>
                  <a:lnTo>
                    <a:pt x="3305142" y="716369"/>
                  </a:lnTo>
                  <a:lnTo>
                    <a:pt x="3253229" y="731838"/>
                  </a:lnTo>
                  <a:lnTo>
                    <a:pt x="3201429" y="746803"/>
                  </a:lnTo>
                  <a:lnTo>
                    <a:pt x="3149712" y="761066"/>
                  </a:lnTo>
                  <a:lnTo>
                    <a:pt x="3097953" y="774472"/>
                  </a:lnTo>
                  <a:lnTo>
                    <a:pt x="3045911" y="786910"/>
                  </a:lnTo>
                  <a:lnTo>
                    <a:pt x="2993201" y="798319"/>
                  </a:lnTo>
                  <a:lnTo>
                    <a:pt x="2939261" y="808680"/>
                  </a:lnTo>
                  <a:lnTo>
                    <a:pt x="2896531" y="815937"/>
                  </a:lnTo>
                  <a:lnTo>
                    <a:pt x="2849003" y="823045"/>
                  </a:lnTo>
                  <a:lnTo>
                    <a:pt x="2798957" y="829475"/>
                  </a:lnTo>
                  <a:lnTo>
                    <a:pt x="2745633" y="835260"/>
                  </a:lnTo>
                  <a:lnTo>
                    <a:pt x="2688196" y="840452"/>
                  </a:lnTo>
                  <a:lnTo>
                    <a:pt x="2625795" y="845114"/>
                  </a:lnTo>
                  <a:lnTo>
                    <a:pt x="2557618" y="849308"/>
                  </a:lnTo>
                  <a:lnTo>
                    <a:pt x="2482971" y="853088"/>
                  </a:lnTo>
                  <a:lnTo>
                    <a:pt x="2401386" y="856503"/>
                  </a:lnTo>
                  <a:lnTo>
                    <a:pt x="2312758" y="859588"/>
                  </a:lnTo>
                  <a:lnTo>
                    <a:pt x="2217525" y="862367"/>
                  </a:lnTo>
                  <a:lnTo>
                    <a:pt x="2116856" y="864854"/>
                  </a:lnTo>
                  <a:lnTo>
                    <a:pt x="2012823" y="867052"/>
                  </a:lnTo>
                  <a:lnTo>
                    <a:pt x="1908467" y="868958"/>
                  </a:lnTo>
                  <a:lnTo>
                    <a:pt x="1807690" y="870565"/>
                  </a:lnTo>
                  <a:lnTo>
                    <a:pt x="1714895" y="871868"/>
                  </a:lnTo>
                  <a:lnTo>
                    <a:pt x="1634366" y="872873"/>
                  </a:lnTo>
                  <a:lnTo>
                    <a:pt x="1569504" y="873597"/>
                  </a:lnTo>
                  <a:lnTo>
                    <a:pt x="1522111" y="874072"/>
                  </a:lnTo>
                  <a:lnTo>
                    <a:pt x="1491935" y="874345"/>
                  </a:lnTo>
                  <a:lnTo>
                    <a:pt x="1476577" y="874472"/>
                  </a:lnTo>
                  <a:lnTo>
                    <a:pt x="1471706" y="874508"/>
                  </a:lnTo>
                  <a:lnTo>
                    <a:pt x="1471387" y="874510"/>
                  </a:lnTo>
                  <a:lnTo>
                    <a:pt x="0" y="874510"/>
                  </a:lnTo>
                  <a:close/>
                </a:path>
              </a:pathLst>
            </a:custGeom>
            <a:solidFill>
              <a:srgbClr val="9E9E9E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758" name="pl1758"/>
            <p:cNvSpPr/>
            <p:nvPr/>
          </p:nvSpPr>
          <p:spPr>
            <a:xfrm>
              <a:off x="4799595" y="9180691"/>
              <a:ext cx="11981298" cy="874510"/>
            </a:xfrm>
            <a:custGeom>
              <a:avLst/>
              <a:pathLst>
                <a:path w="11981298" h="874510">
                  <a:moveTo>
                    <a:pt x="0" y="874510"/>
                  </a:moveTo>
                  <a:lnTo>
                    <a:pt x="1471387" y="874510"/>
                  </a:lnTo>
                  <a:lnTo>
                    <a:pt x="1472623" y="874502"/>
                  </a:lnTo>
                  <a:lnTo>
                    <a:pt x="1480736" y="874439"/>
                  </a:lnTo>
                  <a:lnTo>
                    <a:pt x="1501133" y="874265"/>
                  </a:lnTo>
                  <a:lnTo>
                    <a:pt x="1537470" y="873924"/>
                  </a:lnTo>
                  <a:lnTo>
                    <a:pt x="1591369" y="873362"/>
                  </a:lnTo>
                  <a:lnTo>
                    <a:pt x="1662298" y="872538"/>
                  </a:lnTo>
                  <a:lnTo>
                    <a:pt x="1747795" y="871425"/>
                  </a:lnTo>
                  <a:lnTo>
                    <a:pt x="1844044" y="870009"/>
                  </a:lnTo>
                  <a:lnTo>
                    <a:pt x="1946632" y="868292"/>
                  </a:lnTo>
                  <a:lnTo>
                    <a:pt x="2051283" y="866278"/>
                  </a:lnTo>
                  <a:lnTo>
                    <a:pt x="2154381" y="863973"/>
                  </a:lnTo>
                  <a:lnTo>
                    <a:pt x="2253242" y="861380"/>
                  </a:lnTo>
                  <a:lnTo>
                    <a:pt x="2346141" y="858491"/>
                  </a:lnTo>
                  <a:lnTo>
                    <a:pt x="2432198" y="855288"/>
                  </a:lnTo>
                  <a:lnTo>
                    <a:pt x="2511198" y="851743"/>
                  </a:lnTo>
                  <a:lnTo>
                    <a:pt x="2583397" y="847817"/>
                  </a:lnTo>
                  <a:lnTo>
                    <a:pt x="2649362" y="843458"/>
                  </a:lnTo>
                  <a:lnTo>
                    <a:pt x="2709841" y="838608"/>
                  </a:lnTo>
                  <a:lnTo>
                    <a:pt x="2765667" y="833205"/>
                  </a:lnTo>
                  <a:lnTo>
                    <a:pt x="2817692" y="827189"/>
                  </a:lnTo>
                  <a:lnTo>
                    <a:pt x="2866729" y="820511"/>
                  </a:lnTo>
                  <a:lnTo>
                    <a:pt x="2896531" y="815937"/>
                  </a:lnTo>
                  <a:lnTo>
                    <a:pt x="2951931" y="806368"/>
                  </a:lnTo>
                  <a:lnTo>
                    <a:pt x="3005525" y="795764"/>
                  </a:lnTo>
                  <a:lnTo>
                    <a:pt x="3058037" y="784113"/>
                  </a:lnTo>
                  <a:lnTo>
                    <a:pt x="3109984" y="771442"/>
                  </a:lnTo>
                  <a:lnTo>
                    <a:pt x="3161717" y="757826"/>
                  </a:lnTo>
                  <a:lnTo>
                    <a:pt x="3213446" y="743384"/>
                  </a:lnTo>
                  <a:lnTo>
                    <a:pt x="3265273" y="728284"/>
                  </a:lnTo>
                  <a:lnTo>
                    <a:pt x="3317208" y="712730"/>
                  </a:lnTo>
                  <a:lnTo>
                    <a:pt x="3369209" y="696956"/>
                  </a:lnTo>
                  <a:lnTo>
                    <a:pt x="3421200" y="681212"/>
                  </a:lnTo>
                  <a:lnTo>
                    <a:pt x="3473113" y="665744"/>
                  </a:lnTo>
                  <a:lnTo>
                    <a:pt x="3524913" y="650779"/>
                  </a:lnTo>
                  <a:lnTo>
                    <a:pt x="3576630" y="636516"/>
                  </a:lnTo>
                  <a:lnTo>
                    <a:pt x="3628389" y="623110"/>
                  </a:lnTo>
                  <a:lnTo>
                    <a:pt x="3680431" y="610671"/>
                  </a:lnTo>
                  <a:lnTo>
                    <a:pt x="3733141" y="599263"/>
                  </a:lnTo>
                  <a:lnTo>
                    <a:pt x="3787081" y="588901"/>
                  </a:lnTo>
                  <a:lnTo>
                    <a:pt x="3829811" y="581645"/>
                  </a:lnTo>
                  <a:lnTo>
                    <a:pt x="3877340" y="574537"/>
                  </a:lnTo>
                  <a:lnTo>
                    <a:pt x="3927385" y="568106"/>
                  </a:lnTo>
                  <a:lnTo>
                    <a:pt x="3980709" y="562322"/>
                  </a:lnTo>
                  <a:lnTo>
                    <a:pt x="4038146" y="557130"/>
                  </a:lnTo>
                  <a:lnTo>
                    <a:pt x="4100547" y="552468"/>
                  </a:lnTo>
                  <a:lnTo>
                    <a:pt x="4168724" y="548274"/>
                  </a:lnTo>
                  <a:lnTo>
                    <a:pt x="4243371" y="544493"/>
                  </a:lnTo>
                  <a:lnTo>
                    <a:pt x="4324956" y="541078"/>
                  </a:lnTo>
                  <a:lnTo>
                    <a:pt x="4413584" y="537994"/>
                  </a:lnTo>
                  <a:lnTo>
                    <a:pt x="4508817" y="535215"/>
                  </a:lnTo>
                  <a:lnTo>
                    <a:pt x="4609486" y="532728"/>
                  </a:lnTo>
                  <a:lnTo>
                    <a:pt x="4713519" y="530530"/>
                  </a:lnTo>
                  <a:lnTo>
                    <a:pt x="4817875" y="528624"/>
                  </a:lnTo>
                  <a:lnTo>
                    <a:pt x="4918652" y="527017"/>
                  </a:lnTo>
                  <a:lnTo>
                    <a:pt x="5011447" y="525713"/>
                  </a:lnTo>
                  <a:lnTo>
                    <a:pt x="5091977" y="524709"/>
                  </a:lnTo>
                  <a:lnTo>
                    <a:pt x="5156838" y="523985"/>
                  </a:lnTo>
                  <a:lnTo>
                    <a:pt x="5204231" y="523510"/>
                  </a:lnTo>
                  <a:lnTo>
                    <a:pt x="5234407" y="523236"/>
                  </a:lnTo>
                  <a:lnTo>
                    <a:pt x="5249765" y="523110"/>
                  </a:lnTo>
                  <a:lnTo>
                    <a:pt x="5254636" y="523074"/>
                  </a:lnTo>
                  <a:lnTo>
                    <a:pt x="5254955" y="523071"/>
                  </a:lnTo>
                  <a:lnTo>
                    <a:pt x="6726343" y="523071"/>
                  </a:lnTo>
                  <a:lnTo>
                    <a:pt x="6727577" y="523058"/>
                  </a:lnTo>
                  <a:lnTo>
                    <a:pt x="6735677" y="522965"/>
                  </a:lnTo>
                  <a:lnTo>
                    <a:pt x="6756045" y="522707"/>
                  </a:lnTo>
                  <a:lnTo>
                    <a:pt x="6792334" y="522199"/>
                  </a:lnTo>
                  <a:lnTo>
                    <a:pt x="6846164" y="521364"/>
                  </a:lnTo>
                  <a:lnTo>
                    <a:pt x="6917011" y="520140"/>
                  </a:lnTo>
                  <a:lnTo>
                    <a:pt x="7002423" y="518485"/>
                  </a:lnTo>
                  <a:lnTo>
                    <a:pt x="7098590" y="516382"/>
                  </a:lnTo>
                  <a:lnTo>
                    <a:pt x="7201108" y="513829"/>
                  </a:lnTo>
                  <a:lnTo>
                    <a:pt x="7305704" y="510835"/>
                  </a:lnTo>
                  <a:lnTo>
                    <a:pt x="7408766" y="507409"/>
                  </a:lnTo>
                  <a:lnTo>
                    <a:pt x="7507608" y="503553"/>
                  </a:lnTo>
                  <a:lnTo>
                    <a:pt x="7600501" y="499258"/>
                  </a:lnTo>
                  <a:lnTo>
                    <a:pt x="7686562" y="494498"/>
                  </a:lnTo>
                  <a:lnTo>
                    <a:pt x="7765573" y="489228"/>
                  </a:lnTo>
                  <a:lnTo>
                    <a:pt x="7837788" y="483392"/>
                  </a:lnTo>
                  <a:lnTo>
                    <a:pt x="7903769" y="476913"/>
                  </a:lnTo>
                  <a:lnTo>
                    <a:pt x="7964262" y="469706"/>
                  </a:lnTo>
                  <a:lnTo>
                    <a:pt x="8020100" y="461677"/>
                  </a:lnTo>
                  <a:lnTo>
                    <a:pt x="8072131" y="452736"/>
                  </a:lnTo>
                  <a:lnTo>
                    <a:pt x="8121170" y="442813"/>
                  </a:lnTo>
                  <a:lnTo>
                    <a:pt x="8151487" y="435893"/>
                  </a:lnTo>
                  <a:lnTo>
                    <a:pt x="8205949" y="421908"/>
                  </a:lnTo>
                  <a:lnTo>
                    <a:pt x="8258654" y="406437"/>
                  </a:lnTo>
                  <a:lnTo>
                    <a:pt x="8310294" y="389461"/>
                  </a:lnTo>
                  <a:lnTo>
                    <a:pt x="8361367" y="371015"/>
                  </a:lnTo>
                  <a:lnTo>
                    <a:pt x="8412215" y="351200"/>
                  </a:lnTo>
                  <a:lnTo>
                    <a:pt x="8463047" y="330181"/>
                  </a:lnTo>
                  <a:lnTo>
                    <a:pt x="8513967" y="308187"/>
                  </a:lnTo>
                  <a:lnTo>
                    <a:pt x="8564995" y="285502"/>
                  </a:lnTo>
                  <a:lnTo>
                    <a:pt x="8616094" y="262455"/>
                  </a:lnTo>
                  <a:lnTo>
                    <a:pt x="8667195" y="239393"/>
                  </a:lnTo>
                  <a:lnTo>
                    <a:pt x="8718231" y="216668"/>
                  </a:lnTo>
                  <a:lnTo>
                    <a:pt x="8769160" y="194607"/>
                  </a:lnTo>
                  <a:lnTo>
                    <a:pt x="8819996" y="173501"/>
                  </a:lnTo>
                  <a:lnTo>
                    <a:pt x="8870836" y="153584"/>
                  </a:lnTo>
                  <a:lnTo>
                    <a:pt x="8921881" y="135025"/>
                  </a:lnTo>
                  <a:lnTo>
                    <a:pt x="8973460" y="117929"/>
                  </a:lnTo>
                  <a:lnTo>
                    <a:pt x="9026058" y="102338"/>
                  </a:lnTo>
                  <a:lnTo>
                    <a:pt x="9080350" y="88237"/>
                  </a:lnTo>
                  <a:lnTo>
                    <a:pt x="9084767" y="87178"/>
                  </a:lnTo>
                  <a:lnTo>
                    <a:pt x="9132270" y="76605"/>
                  </a:lnTo>
                  <a:lnTo>
                    <a:pt x="9182287" y="67038"/>
                  </a:lnTo>
                  <a:lnTo>
                    <a:pt x="9235580" y="58432"/>
                  </a:lnTo>
                  <a:lnTo>
                    <a:pt x="9292979" y="50706"/>
                  </a:lnTo>
                  <a:lnTo>
                    <a:pt x="9355336" y="43769"/>
                  </a:lnTo>
                  <a:lnTo>
                    <a:pt x="9423461" y="37529"/>
                  </a:lnTo>
                  <a:lnTo>
                    <a:pt x="9498047" y="31902"/>
                  </a:lnTo>
                  <a:lnTo>
                    <a:pt x="9579563" y="26820"/>
                  </a:lnTo>
                  <a:lnTo>
                    <a:pt x="9668115" y="22230"/>
                  </a:lnTo>
                  <a:lnTo>
                    <a:pt x="9763271" y="18094"/>
                  </a:lnTo>
                  <a:lnTo>
                    <a:pt x="9863863" y="14392"/>
                  </a:lnTo>
                  <a:lnTo>
                    <a:pt x="9967831" y="11119"/>
                  </a:lnTo>
                  <a:lnTo>
                    <a:pt x="10072144" y="8281"/>
                  </a:lnTo>
                  <a:lnTo>
                    <a:pt x="10172908" y="5887"/>
                  </a:lnTo>
                  <a:lnTo>
                    <a:pt x="10265732" y="3945"/>
                  </a:lnTo>
                  <a:lnTo>
                    <a:pt x="10346333" y="2447"/>
                  </a:lnTo>
                  <a:lnTo>
                    <a:pt x="10411304" y="1367"/>
                  </a:lnTo>
                  <a:lnTo>
                    <a:pt x="10458831" y="657"/>
                  </a:lnTo>
                  <a:lnTo>
                    <a:pt x="10489146" y="248"/>
                  </a:lnTo>
                  <a:lnTo>
                    <a:pt x="10504625" y="58"/>
                  </a:lnTo>
                  <a:lnTo>
                    <a:pt x="10509575" y="3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59" name="pl1759"/>
            <p:cNvSpPr/>
            <p:nvPr/>
          </p:nvSpPr>
          <p:spPr>
            <a:xfrm>
              <a:off x="4799595" y="9172518"/>
              <a:ext cx="11981298" cy="874510"/>
            </a:xfrm>
            <a:custGeom>
              <a:avLst/>
              <a:pathLst>
                <a:path w="11981298" h="874510">
                  <a:moveTo>
                    <a:pt x="11981298" y="0"/>
                  </a:moveTo>
                  <a:lnTo>
                    <a:pt x="10509911" y="0"/>
                  </a:lnTo>
                  <a:lnTo>
                    <a:pt x="10508676" y="13"/>
                  </a:lnTo>
                  <a:lnTo>
                    <a:pt x="10500576" y="106"/>
                  </a:lnTo>
                  <a:lnTo>
                    <a:pt x="10480208" y="364"/>
                  </a:lnTo>
                  <a:lnTo>
                    <a:pt x="10443920" y="872"/>
                  </a:lnTo>
                  <a:lnTo>
                    <a:pt x="10390089" y="1707"/>
                  </a:lnTo>
                  <a:lnTo>
                    <a:pt x="10319242" y="2931"/>
                  </a:lnTo>
                  <a:lnTo>
                    <a:pt x="10233831" y="4586"/>
                  </a:lnTo>
                  <a:lnTo>
                    <a:pt x="10137663" y="6689"/>
                  </a:lnTo>
                  <a:lnTo>
                    <a:pt x="10035145" y="9242"/>
                  </a:lnTo>
                  <a:lnTo>
                    <a:pt x="9930549" y="12236"/>
                  </a:lnTo>
                  <a:lnTo>
                    <a:pt x="9827487" y="15662"/>
                  </a:lnTo>
                  <a:lnTo>
                    <a:pt x="9728646" y="19518"/>
                  </a:lnTo>
                  <a:lnTo>
                    <a:pt x="9635753" y="23813"/>
                  </a:lnTo>
                  <a:lnTo>
                    <a:pt x="9549691" y="28573"/>
                  </a:lnTo>
                  <a:lnTo>
                    <a:pt x="9470680" y="33842"/>
                  </a:lnTo>
                  <a:lnTo>
                    <a:pt x="9398465" y="39679"/>
                  </a:lnTo>
                  <a:lnTo>
                    <a:pt x="9332484" y="46158"/>
                  </a:lnTo>
                  <a:lnTo>
                    <a:pt x="9271991" y="53365"/>
                  </a:lnTo>
                  <a:lnTo>
                    <a:pt x="9216154" y="61394"/>
                  </a:lnTo>
                  <a:lnTo>
                    <a:pt x="9164122" y="70335"/>
                  </a:lnTo>
                  <a:lnTo>
                    <a:pt x="9115083" y="80258"/>
                  </a:lnTo>
                  <a:lnTo>
                    <a:pt x="9084767" y="87178"/>
                  </a:lnTo>
                  <a:lnTo>
                    <a:pt x="9030304" y="101163"/>
                  </a:lnTo>
                  <a:lnTo>
                    <a:pt x="8977599" y="116634"/>
                  </a:lnTo>
                  <a:lnTo>
                    <a:pt x="8925959" y="133610"/>
                  </a:lnTo>
                  <a:lnTo>
                    <a:pt x="8874886" y="152056"/>
                  </a:lnTo>
                  <a:lnTo>
                    <a:pt x="8824038" y="171871"/>
                  </a:lnTo>
                  <a:lnTo>
                    <a:pt x="8773206" y="192890"/>
                  </a:lnTo>
                  <a:lnTo>
                    <a:pt x="8722287" y="214884"/>
                  </a:lnTo>
                  <a:lnTo>
                    <a:pt x="8671258" y="237569"/>
                  </a:lnTo>
                  <a:lnTo>
                    <a:pt x="8620160" y="260616"/>
                  </a:lnTo>
                  <a:lnTo>
                    <a:pt x="8569058" y="283678"/>
                  </a:lnTo>
                  <a:lnTo>
                    <a:pt x="8518022" y="306403"/>
                  </a:lnTo>
                  <a:lnTo>
                    <a:pt x="8467094" y="328463"/>
                  </a:lnTo>
                  <a:lnTo>
                    <a:pt x="8416257" y="349569"/>
                  </a:lnTo>
                  <a:lnTo>
                    <a:pt x="8365417" y="369487"/>
                  </a:lnTo>
                  <a:lnTo>
                    <a:pt x="8314372" y="388046"/>
                  </a:lnTo>
                  <a:lnTo>
                    <a:pt x="8262793" y="405142"/>
                  </a:lnTo>
                  <a:lnTo>
                    <a:pt x="8210196" y="420732"/>
                  </a:lnTo>
                  <a:lnTo>
                    <a:pt x="8155904" y="434833"/>
                  </a:lnTo>
                  <a:lnTo>
                    <a:pt x="8151487" y="435893"/>
                  </a:lnTo>
                  <a:lnTo>
                    <a:pt x="8103983" y="446466"/>
                  </a:lnTo>
                  <a:lnTo>
                    <a:pt x="8053966" y="456033"/>
                  </a:lnTo>
                  <a:lnTo>
                    <a:pt x="8000674" y="464639"/>
                  </a:lnTo>
                  <a:lnTo>
                    <a:pt x="7943274" y="472364"/>
                  </a:lnTo>
                  <a:lnTo>
                    <a:pt x="7880917" y="479302"/>
                  </a:lnTo>
                  <a:lnTo>
                    <a:pt x="7812792" y="485542"/>
                  </a:lnTo>
                  <a:lnTo>
                    <a:pt x="7738207" y="491169"/>
                  </a:lnTo>
                  <a:lnTo>
                    <a:pt x="7656690" y="496250"/>
                  </a:lnTo>
                  <a:lnTo>
                    <a:pt x="7568138" y="500841"/>
                  </a:lnTo>
                  <a:lnTo>
                    <a:pt x="7472983" y="504977"/>
                  </a:lnTo>
                  <a:lnTo>
                    <a:pt x="7372390" y="508679"/>
                  </a:lnTo>
                  <a:lnTo>
                    <a:pt x="7268422" y="511952"/>
                  </a:lnTo>
                  <a:lnTo>
                    <a:pt x="7164110" y="514790"/>
                  </a:lnTo>
                  <a:lnTo>
                    <a:pt x="7063345" y="517184"/>
                  </a:lnTo>
                  <a:lnTo>
                    <a:pt x="6970521" y="519126"/>
                  </a:lnTo>
                  <a:lnTo>
                    <a:pt x="6889921" y="520624"/>
                  </a:lnTo>
                  <a:lnTo>
                    <a:pt x="6824949" y="521704"/>
                  </a:lnTo>
                  <a:lnTo>
                    <a:pt x="6777423" y="522414"/>
                  </a:lnTo>
                  <a:lnTo>
                    <a:pt x="6747107" y="522823"/>
                  </a:lnTo>
                  <a:lnTo>
                    <a:pt x="6731628" y="523013"/>
                  </a:lnTo>
                  <a:lnTo>
                    <a:pt x="6726678" y="523068"/>
                  </a:lnTo>
                  <a:lnTo>
                    <a:pt x="6726343" y="523071"/>
                  </a:lnTo>
                  <a:lnTo>
                    <a:pt x="5254955" y="523071"/>
                  </a:lnTo>
                  <a:lnTo>
                    <a:pt x="5253719" y="523080"/>
                  </a:lnTo>
                  <a:lnTo>
                    <a:pt x="5245607" y="523143"/>
                  </a:lnTo>
                  <a:lnTo>
                    <a:pt x="5225209" y="523317"/>
                  </a:lnTo>
                  <a:lnTo>
                    <a:pt x="5188872" y="523658"/>
                  </a:lnTo>
                  <a:lnTo>
                    <a:pt x="5134973" y="524220"/>
                  </a:lnTo>
                  <a:lnTo>
                    <a:pt x="5064044" y="525044"/>
                  </a:lnTo>
                  <a:lnTo>
                    <a:pt x="4978547" y="526157"/>
                  </a:lnTo>
                  <a:lnTo>
                    <a:pt x="4882298" y="527572"/>
                  </a:lnTo>
                  <a:lnTo>
                    <a:pt x="4779710" y="529290"/>
                  </a:lnTo>
                  <a:lnTo>
                    <a:pt x="4675059" y="531304"/>
                  </a:lnTo>
                  <a:lnTo>
                    <a:pt x="4571961" y="533609"/>
                  </a:lnTo>
                  <a:lnTo>
                    <a:pt x="4473100" y="536202"/>
                  </a:lnTo>
                  <a:lnTo>
                    <a:pt x="4380201" y="539091"/>
                  </a:lnTo>
                  <a:lnTo>
                    <a:pt x="4294144" y="542294"/>
                  </a:lnTo>
                  <a:lnTo>
                    <a:pt x="4215144" y="545838"/>
                  </a:lnTo>
                  <a:lnTo>
                    <a:pt x="4142945" y="549765"/>
                  </a:lnTo>
                  <a:lnTo>
                    <a:pt x="4076980" y="554124"/>
                  </a:lnTo>
                  <a:lnTo>
                    <a:pt x="4016501" y="558974"/>
                  </a:lnTo>
                  <a:lnTo>
                    <a:pt x="3960675" y="564376"/>
                  </a:lnTo>
                  <a:lnTo>
                    <a:pt x="3908651" y="570393"/>
                  </a:lnTo>
                  <a:lnTo>
                    <a:pt x="3859614" y="577070"/>
                  </a:lnTo>
                  <a:lnTo>
                    <a:pt x="3829811" y="581645"/>
                  </a:lnTo>
                  <a:lnTo>
                    <a:pt x="3774411" y="591214"/>
                  </a:lnTo>
                  <a:lnTo>
                    <a:pt x="3720817" y="601818"/>
                  </a:lnTo>
                  <a:lnTo>
                    <a:pt x="3668305" y="613469"/>
                  </a:lnTo>
                  <a:lnTo>
                    <a:pt x="3616358" y="626140"/>
                  </a:lnTo>
                  <a:lnTo>
                    <a:pt x="3564625" y="639756"/>
                  </a:lnTo>
                  <a:lnTo>
                    <a:pt x="3512896" y="654198"/>
                  </a:lnTo>
                  <a:lnTo>
                    <a:pt x="3461070" y="669298"/>
                  </a:lnTo>
                  <a:lnTo>
                    <a:pt x="3409134" y="684852"/>
                  </a:lnTo>
                  <a:lnTo>
                    <a:pt x="3357133" y="700625"/>
                  </a:lnTo>
                  <a:lnTo>
                    <a:pt x="3305142" y="716369"/>
                  </a:lnTo>
                  <a:lnTo>
                    <a:pt x="3253229" y="731838"/>
                  </a:lnTo>
                  <a:lnTo>
                    <a:pt x="3201429" y="746803"/>
                  </a:lnTo>
                  <a:lnTo>
                    <a:pt x="3149712" y="761066"/>
                  </a:lnTo>
                  <a:lnTo>
                    <a:pt x="3097953" y="774472"/>
                  </a:lnTo>
                  <a:lnTo>
                    <a:pt x="3045911" y="786910"/>
                  </a:lnTo>
                  <a:lnTo>
                    <a:pt x="2993201" y="798319"/>
                  </a:lnTo>
                  <a:lnTo>
                    <a:pt x="2939261" y="808680"/>
                  </a:lnTo>
                  <a:lnTo>
                    <a:pt x="2896531" y="815937"/>
                  </a:lnTo>
                  <a:lnTo>
                    <a:pt x="2849003" y="823045"/>
                  </a:lnTo>
                  <a:lnTo>
                    <a:pt x="2798957" y="829475"/>
                  </a:lnTo>
                  <a:lnTo>
                    <a:pt x="2745633" y="835260"/>
                  </a:lnTo>
                  <a:lnTo>
                    <a:pt x="2688196" y="840452"/>
                  </a:lnTo>
                  <a:lnTo>
                    <a:pt x="2625795" y="845114"/>
                  </a:lnTo>
                  <a:lnTo>
                    <a:pt x="2557618" y="849308"/>
                  </a:lnTo>
                  <a:lnTo>
                    <a:pt x="2482971" y="853088"/>
                  </a:lnTo>
                  <a:lnTo>
                    <a:pt x="2401386" y="856503"/>
                  </a:lnTo>
                  <a:lnTo>
                    <a:pt x="2312758" y="859588"/>
                  </a:lnTo>
                  <a:lnTo>
                    <a:pt x="2217525" y="862367"/>
                  </a:lnTo>
                  <a:lnTo>
                    <a:pt x="2116856" y="864854"/>
                  </a:lnTo>
                  <a:lnTo>
                    <a:pt x="2012823" y="867052"/>
                  </a:lnTo>
                  <a:lnTo>
                    <a:pt x="1908467" y="868958"/>
                  </a:lnTo>
                  <a:lnTo>
                    <a:pt x="1807690" y="870565"/>
                  </a:lnTo>
                  <a:lnTo>
                    <a:pt x="1714895" y="871868"/>
                  </a:lnTo>
                  <a:lnTo>
                    <a:pt x="1634366" y="872873"/>
                  </a:lnTo>
                  <a:lnTo>
                    <a:pt x="1569504" y="873597"/>
                  </a:lnTo>
                  <a:lnTo>
                    <a:pt x="1522111" y="874072"/>
                  </a:lnTo>
                  <a:lnTo>
                    <a:pt x="1491935" y="874345"/>
                  </a:lnTo>
                  <a:lnTo>
                    <a:pt x="1476577" y="874472"/>
                  </a:lnTo>
                  <a:lnTo>
                    <a:pt x="1471706" y="874508"/>
                  </a:lnTo>
                  <a:lnTo>
                    <a:pt x="1471387" y="874510"/>
                  </a:lnTo>
                  <a:lnTo>
                    <a:pt x="0" y="87451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60" name="pg1760"/>
            <p:cNvSpPr/>
            <p:nvPr/>
          </p:nvSpPr>
          <p:spPr>
            <a:xfrm>
              <a:off x="4799595" y="2830271"/>
              <a:ext cx="11981298" cy="7094162"/>
            </a:xfrm>
            <a:custGeom>
              <a:avLst/>
              <a:pathLst>
                <a:path w="11981298" h="7094162">
                  <a:moveTo>
                    <a:pt x="0" y="7094162"/>
                  </a:moveTo>
                  <a:lnTo>
                    <a:pt x="1471387" y="7094162"/>
                  </a:lnTo>
                  <a:lnTo>
                    <a:pt x="1472136" y="7094056"/>
                  </a:lnTo>
                  <a:lnTo>
                    <a:pt x="1477100" y="7093300"/>
                  </a:lnTo>
                  <a:lnTo>
                    <a:pt x="1489757" y="7091212"/>
                  </a:lnTo>
                  <a:lnTo>
                    <a:pt x="1512739" y="7087095"/>
                  </a:lnTo>
                  <a:lnTo>
                    <a:pt x="1547714" y="7080272"/>
                  </a:lnTo>
                  <a:lnTo>
                    <a:pt x="1595270" y="7070137"/>
                  </a:lnTo>
                  <a:lnTo>
                    <a:pt x="1654908" y="7056207"/>
                  </a:lnTo>
                  <a:lnTo>
                    <a:pt x="1725155" y="7038146"/>
                  </a:lnTo>
                  <a:lnTo>
                    <a:pt x="1803811" y="7015776"/>
                  </a:lnTo>
                  <a:lnTo>
                    <a:pt x="1888275" y="6989050"/>
                  </a:lnTo>
                  <a:lnTo>
                    <a:pt x="1975878" y="6958013"/>
                  </a:lnTo>
                  <a:lnTo>
                    <a:pt x="2064156" y="6922748"/>
                  </a:lnTo>
                  <a:lnTo>
                    <a:pt x="2151040" y="6883327"/>
                  </a:lnTo>
                  <a:lnTo>
                    <a:pt x="2234943" y="6839764"/>
                  </a:lnTo>
                  <a:lnTo>
                    <a:pt x="2314770" y="6791991"/>
                  </a:lnTo>
                  <a:lnTo>
                    <a:pt x="2389872" y="6739830"/>
                  </a:lnTo>
                  <a:lnTo>
                    <a:pt x="2459968" y="6682991"/>
                  </a:lnTo>
                  <a:lnTo>
                    <a:pt x="2525065" y="6621069"/>
                  </a:lnTo>
                  <a:lnTo>
                    <a:pt x="2585379" y="6553543"/>
                  </a:lnTo>
                  <a:lnTo>
                    <a:pt x="2641267" y="6479794"/>
                  </a:lnTo>
                  <a:lnTo>
                    <a:pt x="2693176" y="6399121"/>
                  </a:lnTo>
                  <a:lnTo>
                    <a:pt x="2741602" y="6310766"/>
                  </a:lnTo>
                  <a:lnTo>
                    <a:pt x="2787056" y="6213974"/>
                  </a:lnTo>
                  <a:lnTo>
                    <a:pt x="2830045" y="6108059"/>
                  </a:lnTo>
                  <a:lnTo>
                    <a:pt x="2871044" y="5992530"/>
                  </a:lnTo>
                  <a:lnTo>
                    <a:pt x="2896531" y="5913164"/>
                  </a:lnTo>
                  <a:lnTo>
                    <a:pt x="2921576" y="5829442"/>
                  </a:lnTo>
                  <a:lnTo>
                    <a:pt x="2946162" y="5741634"/>
                  </a:lnTo>
                  <a:lnTo>
                    <a:pt x="2970372" y="5649664"/>
                  </a:lnTo>
                  <a:lnTo>
                    <a:pt x="2994279" y="5553481"/>
                  </a:lnTo>
                  <a:lnTo>
                    <a:pt x="3017946" y="5453068"/>
                  </a:lnTo>
                  <a:lnTo>
                    <a:pt x="3041428" y="5348434"/>
                  </a:lnTo>
                  <a:lnTo>
                    <a:pt x="3064769" y="5239628"/>
                  </a:lnTo>
                  <a:lnTo>
                    <a:pt x="3088011" y="5126729"/>
                  </a:lnTo>
                  <a:lnTo>
                    <a:pt x="3111186" y="5009858"/>
                  </a:lnTo>
                  <a:lnTo>
                    <a:pt x="3134322" y="4889172"/>
                  </a:lnTo>
                  <a:lnTo>
                    <a:pt x="3157439" y="4764866"/>
                  </a:lnTo>
                  <a:lnTo>
                    <a:pt x="3180554" y="4637174"/>
                  </a:lnTo>
                  <a:lnTo>
                    <a:pt x="3203679" y="4506370"/>
                  </a:lnTo>
                  <a:lnTo>
                    <a:pt x="3226823" y="4372760"/>
                  </a:lnTo>
                  <a:lnTo>
                    <a:pt x="3249990" y="4236685"/>
                  </a:lnTo>
                  <a:lnTo>
                    <a:pt x="3273179" y="4098516"/>
                  </a:lnTo>
                  <a:lnTo>
                    <a:pt x="3296391" y="3958652"/>
                  </a:lnTo>
                  <a:lnTo>
                    <a:pt x="3319621" y="3817510"/>
                  </a:lnTo>
                  <a:lnTo>
                    <a:pt x="3342864" y="3675527"/>
                  </a:lnTo>
                  <a:lnTo>
                    <a:pt x="3366112" y="3533149"/>
                  </a:lnTo>
                  <a:lnTo>
                    <a:pt x="3389360" y="3390829"/>
                  </a:lnTo>
                  <a:lnTo>
                    <a:pt x="3412600" y="3249017"/>
                  </a:lnTo>
                  <a:lnTo>
                    <a:pt x="3435826" y="3108158"/>
                  </a:lnTo>
                  <a:lnTo>
                    <a:pt x="3459032" y="2968684"/>
                  </a:lnTo>
                  <a:lnTo>
                    <a:pt x="3482216" y="2831008"/>
                  </a:lnTo>
                  <a:lnTo>
                    <a:pt x="3505377" y="2695523"/>
                  </a:lnTo>
                  <a:lnTo>
                    <a:pt x="3528515" y="2562592"/>
                  </a:lnTo>
                  <a:lnTo>
                    <a:pt x="3551637" y="2432547"/>
                  </a:lnTo>
                  <a:lnTo>
                    <a:pt x="3574752" y="2305688"/>
                  </a:lnTo>
                  <a:lnTo>
                    <a:pt x="3597871" y="2182278"/>
                  </a:lnTo>
                  <a:lnTo>
                    <a:pt x="3621015" y="2062539"/>
                  </a:lnTo>
                  <a:lnTo>
                    <a:pt x="3644204" y="1946660"/>
                  </a:lnTo>
                  <a:lnTo>
                    <a:pt x="3667468" y="1834787"/>
                  </a:lnTo>
                  <a:lnTo>
                    <a:pt x="3690841" y="1727030"/>
                  </a:lnTo>
                  <a:lnTo>
                    <a:pt x="3714364" y="1623461"/>
                  </a:lnTo>
                  <a:lnTo>
                    <a:pt x="3738087" y="1524118"/>
                  </a:lnTo>
                  <a:lnTo>
                    <a:pt x="3762064" y="1429005"/>
                  </a:lnTo>
                  <a:lnTo>
                    <a:pt x="3786362" y="1338093"/>
                  </a:lnTo>
                  <a:lnTo>
                    <a:pt x="3811056" y="1251327"/>
                  </a:lnTo>
                  <a:lnTo>
                    <a:pt x="3829811" y="1189171"/>
                  </a:lnTo>
                  <a:lnTo>
                    <a:pt x="3869759" y="1067368"/>
                  </a:lnTo>
                  <a:lnTo>
                    <a:pt x="3911418" y="955315"/>
                  </a:lnTo>
                  <a:lnTo>
                    <a:pt x="3955232" y="852731"/>
                  </a:lnTo>
                  <a:lnTo>
                    <a:pt x="4001690" y="759041"/>
                  </a:lnTo>
                  <a:lnTo>
                    <a:pt x="4051303" y="673522"/>
                  </a:lnTo>
                  <a:lnTo>
                    <a:pt x="4104580" y="595409"/>
                  </a:lnTo>
                  <a:lnTo>
                    <a:pt x="4162003" y="523963"/>
                  </a:lnTo>
                  <a:lnTo>
                    <a:pt x="4223992" y="458507"/>
                  </a:lnTo>
                  <a:lnTo>
                    <a:pt x="4290862" y="398457"/>
                  </a:lnTo>
                  <a:lnTo>
                    <a:pt x="4362760" y="343332"/>
                  </a:lnTo>
                  <a:lnTo>
                    <a:pt x="4439601" y="292767"/>
                  </a:lnTo>
                  <a:lnTo>
                    <a:pt x="4520982" y="246514"/>
                  </a:lnTo>
                  <a:lnTo>
                    <a:pt x="4606102" y="204435"/>
                  </a:lnTo>
                  <a:lnTo>
                    <a:pt x="4693693" y="166495"/>
                  </a:lnTo>
                  <a:lnTo>
                    <a:pt x="4781990" y="132732"/>
                  </a:lnTo>
                  <a:lnTo>
                    <a:pt x="4868770" y="103228"/>
                  </a:lnTo>
                  <a:lnTo>
                    <a:pt x="4951467" y="78058"/>
                  </a:lnTo>
                  <a:lnTo>
                    <a:pt x="5027401" y="57241"/>
                  </a:lnTo>
                  <a:lnTo>
                    <a:pt x="5094075" y="40686"/>
                  </a:lnTo>
                  <a:lnTo>
                    <a:pt x="5149515" y="28159"/>
                  </a:lnTo>
                  <a:lnTo>
                    <a:pt x="5192574" y="19272"/>
                  </a:lnTo>
                  <a:lnTo>
                    <a:pt x="5223134" y="13490"/>
                  </a:lnTo>
                  <a:lnTo>
                    <a:pt x="5242180" y="10179"/>
                  </a:lnTo>
                  <a:lnTo>
                    <a:pt x="5251737" y="8648"/>
                  </a:lnTo>
                  <a:lnTo>
                    <a:pt x="5254753" y="8201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450" y="8250"/>
                  </a:lnTo>
                  <a:lnTo>
                    <a:pt x="6734733" y="8801"/>
                  </a:lnTo>
                  <a:lnTo>
                    <a:pt x="6753108" y="10326"/>
                  </a:lnTo>
                  <a:lnTo>
                    <a:pt x="6786000" y="13327"/>
                  </a:lnTo>
                  <a:lnTo>
                    <a:pt x="6835104" y="18274"/>
                  </a:lnTo>
                  <a:lnTo>
                    <a:pt x="6900255" y="25553"/>
                  </a:lnTo>
                  <a:lnTo>
                    <a:pt x="6979568" y="35431"/>
                  </a:lnTo>
                  <a:lnTo>
                    <a:pt x="7069854" y="48047"/>
                  </a:lnTo>
                  <a:lnTo>
                    <a:pt x="7167241" y="63432"/>
                  </a:lnTo>
                  <a:lnTo>
                    <a:pt x="7267801" y="81545"/>
                  </a:lnTo>
                  <a:lnTo>
                    <a:pt x="7368055" y="102326"/>
                  </a:lnTo>
                  <a:lnTo>
                    <a:pt x="7465270" y="125741"/>
                  </a:lnTo>
                  <a:lnTo>
                    <a:pt x="7557547" y="151817"/>
                  </a:lnTo>
                  <a:lnTo>
                    <a:pt x="7643774" y="180663"/>
                  </a:lnTo>
                  <a:lnTo>
                    <a:pt x="7723487" y="212482"/>
                  </a:lnTo>
                  <a:lnTo>
                    <a:pt x="7796712" y="247576"/>
                  </a:lnTo>
                  <a:lnTo>
                    <a:pt x="7863814" y="286336"/>
                  </a:lnTo>
                  <a:lnTo>
                    <a:pt x="7925378" y="329233"/>
                  </a:lnTo>
                  <a:lnTo>
                    <a:pt x="7982107" y="376799"/>
                  </a:lnTo>
                  <a:lnTo>
                    <a:pt x="8034759" y="429586"/>
                  </a:lnTo>
                  <a:lnTo>
                    <a:pt x="8084089" y="488109"/>
                  </a:lnTo>
                  <a:lnTo>
                    <a:pt x="8130810" y="552736"/>
                  </a:lnTo>
                  <a:lnTo>
                    <a:pt x="8151487" y="584369"/>
                  </a:lnTo>
                  <a:lnTo>
                    <a:pt x="8186209" y="641752"/>
                  </a:lnTo>
                  <a:lnTo>
                    <a:pt x="8220106" y="703025"/>
                  </a:lnTo>
                  <a:lnTo>
                    <a:pt x="8253387" y="768267"/>
                  </a:lnTo>
                  <a:lnTo>
                    <a:pt x="8286220" y="837505"/>
                  </a:lnTo>
                  <a:lnTo>
                    <a:pt x="8318746" y="910707"/>
                  </a:lnTo>
                  <a:lnTo>
                    <a:pt x="8351074" y="987776"/>
                  </a:lnTo>
                  <a:lnTo>
                    <a:pt x="8383291" y="1068547"/>
                  </a:lnTo>
                  <a:lnTo>
                    <a:pt x="8415462" y="1152787"/>
                  </a:lnTo>
                  <a:lnTo>
                    <a:pt x="8447632" y="1240190"/>
                  </a:lnTo>
                  <a:lnTo>
                    <a:pt x="8479831" y="1330384"/>
                  </a:lnTo>
                  <a:lnTo>
                    <a:pt x="8512073" y="1422933"/>
                  </a:lnTo>
                  <a:lnTo>
                    <a:pt x="8544360" y="1517344"/>
                  </a:lnTo>
                  <a:lnTo>
                    <a:pt x="8576683" y="1613082"/>
                  </a:lnTo>
                  <a:lnTo>
                    <a:pt x="8609030" y="1709577"/>
                  </a:lnTo>
                  <a:lnTo>
                    <a:pt x="8641383" y="1806238"/>
                  </a:lnTo>
                  <a:lnTo>
                    <a:pt x="8673722" y="1902473"/>
                  </a:lnTo>
                  <a:lnTo>
                    <a:pt x="8706031" y="1997699"/>
                  </a:lnTo>
                  <a:lnTo>
                    <a:pt x="8738298" y="2091359"/>
                  </a:lnTo>
                  <a:lnTo>
                    <a:pt x="8770520" y="2182934"/>
                  </a:lnTo>
                  <a:lnTo>
                    <a:pt x="8802704" y="2271956"/>
                  </a:lnTo>
                  <a:lnTo>
                    <a:pt x="8834871" y="2358017"/>
                  </a:lnTo>
                  <a:lnTo>
                    <a:pt x="8867055" y="2440772"/>
                  </a:lnTo>
                  <a:lnTo>
                    <a:pt x="8899311" y="2519948"/>
                  </a:lnTo>
                  <a:lnTo>
                    <a:pt x="8931714" y="2595340"/>
                  </a:lnTo>
                  <a:lnTo>
                    <a:pt x="8964359" y="2666815"/>
                  </a:lnTo>
                  <a:lnTo>
                    <a:pt x="8997369" y="2734304"/>
                  </a:lnTo>
                  <a:lnTo>
                    <a:pt x="9030897" y="2797803"/>
                  </a:lnTo>
                  <a:lnTo>
                    <a:pt x="9065127" y="2857360"/>
                  </a:lnTo>
                  <a:lnTo>
                    <a:pt x="9084767" y="2889154"/>
                  </a:lnTo>
                  <a:lnTo>
                    <a:pt x="9130509" y="2956623"/>
                  </a:lnTo>
                  <a:lnTo>
                    <a:pt x="9178561" y="3017906"/>
                  </a:lnTo>
                  <a:lnTo>
                    <a:pt x="9229601" y="3073259"/>
                  </a:lnTo>
                  <a:lnTo>
                    <a:pt x="9284370" y="3123145"/>
                  </a:lnTo>
                  <a:lnTo>
                    <a:pt x="9343630" y="3168109"/>
                  </a:lnTo>
                  <a:lnTo>
                    <a:pt x="9408118" y="3208699"/>
                  </a:lnTo>
                  <a:lnTo>
                    <a:pt x="9478481" y="3245416"/>
                  </a:lnTo>
                  <a:lnTo>
                    <a:pt x="9555199" y="3278690"/>
                  </a:lnTo>
                  <a:lnTo>
                    <a:pt x="9638470" y="3308865"/>
                  </a:lnTo>
                  <a:lnTo>
                    <a:pt x="9728076" y="3336189"/>
                  </a:lnTo>
                  <a:lnTo>
                    <a:pt x="9823218" y="3360813"/>
                  </a:lnTo>
                  <a:lnTo>
                    <a:pt x="9922371" y="3382800"/>
                  </a:lnTo>
                  <a:lnTo>
                    <a:pt x="10023182" y="3402141"/>
                  </a:lnTo>
                  <a:lnTo>
                    <a:pt x="10122490" y="3418781"/>
                  </a:lnTo>
                  <a:lnTo>
                    <a:pt x="10216522" y="3432665"/>
                  </a:lnTo>
                  <a:lnTo>
                    <a:pt x="10301306" y="3443786"/>
                  </a:lnTo>
                  <a:lnTo>
                    <a:pt x="10373261" y="3452228"/>
                  </a:lnTo>
                  <a:lnTo>
                    <a:pt x="10429837" y="3458201"/>
                  </a:lnTo>
                  <a:lnTo>
                    <a:pt x="10470045" y="3462038"/>
                  </a:lnTo>
                  <a:lnTo>
                    <a:pt x="10494735" y="3464176"/>
                  </a:lnTo>
                  <a:lnTo>
                    <a:pt x="10506567" y="3465110"/>
                  </a:lnTo>
                  <a:lnTo>
                    <a:pt x="10509911" y="3465351"/>
                  </a:lnTo>
                  <a:lnTo>
                    <a:pt x="11981298" y="3465351"/>
                  </a:lnTo>
                  <a:lnTo>
                    <a:pt x="11981298" y="3457178"/>
                  </a:lnTo>
                  <a:lnTo>
                    <a:pt x="10509911" y="3457178"/>
                  </a:lnTo>
                  <a:lnTo>
                    <a:pt x="10508803" y="3457100"/>
                  </a:lnTo>
                  <a:lnTo>
                    <a:pt x="10501520" y="3456549"/>
                  </a:lnTo>
                  <a:lnTo>
                    <a:pt x="10483145" y="3455025"/>
                  </a:lnTo>
                  <a:lnTo>
                    <a:pt x="10450253" y="3452023"/>
                  </a:lnTo>
                  <a:lnTo>
                    <a:pt x="10401150" y="3447076"/>
                  </a:lnTo>
                  <a:lnTo>
                    <a:pt x="10335998" y="3439798"/>
                  </a:lnTo>
                  <a:lnTo>
                    <a:pt x="10256685" y="3429920"/>
                  </a:lnTo>
                  <a:lnTo>
                    <a:pt x="10166399" y="3417303"/>
                  </a:lnTo>
                  <a:lnTo>
                    <a:pt x="10069013" y="3401918"/>
                  </a:lnTo>
                  <a:lnTo>
                    <a:pt x="9968453" y="3383805"/>
                  </a:lnTo>
                  <a:lnTo>
                    <a:pt x="9868198" y="3363024"/>
                  </a:lnTo>
                  <a:lnTo>
                    <a:pt x="9770983" y="3339609"/>
                  </a:lnTo>
                  <a:lnTo>
                    <a:pt x="9678706" y="3313533"/>
                  </a:lnTo>
                  <a:lnTo>
                    <a:pt x="9592479" y="3284688"/>
                  </a:lnTo>
                  <a:lnTo>
                    <a:pt x="9512766" y="3252868"/>
                  </a:lnTo>
                  <a:lnTo>
                    <a:pt x="9439542" y="3217774"/>
                  </a:lnTo>
                  <a:lnTo>
                    <a:pt x="9372439" y="3179015"/>
                  </a:lnTo>
                  <a:lnTo>
                    <a:pt x="9310875" y="3136118"/>
                  </a:lnTo>
                  <a:lnTo>
                    <a:pt x="9254146" y="3088552"/>
                  </a:lnTo>
                  <a:lnTo>
                    <a:pt x="9201494" y="3035764"/>
                  </a:lnTo>
                  <a:lnTo>
                    <a:pt x="9152164" y="2977242"/>
                  </a:lnTo>
                  <a:lnTo>
                    <a:pt x="9105443" y="2912614"/>
                  </a:lnTo>
                  <a:lnTo>
                    <a:pt x="9084767" y="2880981"/>
                  </a:lnTo>
                  <a:lnTo>
                    <a:pt x="9050045" y="2823598"/>
                  </a:lnTo>
                  <a:lnTo>
                    <a:pt x="9016147" y="2762325"/>
                  </a:lnTo>
                  <a:lnTo>
                    <a:pt x="8982866" y="2697083"/>
                  </a:lnTo>
                  <a:lnTo>
                    <a:pt x="8950033" y="2627845"/>
                  </a:lnTo>
                  <a:lnTo>
                    <a:pt x="8917508" y="2554643"/>
                  </a:lnTo>
                  <a:lnTo>
                    <a:pt x="8885180" y="2477575"/>
                  </a:lnTo>
                  <a:lnTo>
                    <a:pt x="8852963" y="2396803"/>
                  </a:lnTo>
                  <a:lnTo>
                    <a:pt x="8820792" y="2312563"/>
                  </a:lnTo>
                  <a:lnTo>
                    <a:pt x="8788621" y="2225160"/>
                  </a:lnTo>
                  <a:lnTo>
                    <a:pt x="8756422" y="2134966"/>
                  </a:lnTo>
                  <a:lnTo>
                    <a:pt x="8724180" y="2042418"/>
                  </a:lnTo>
                  <a:lnTo>
                    <a:pt x="8691894" y="1948006"/>
                  </a:lnTo>
                  <a:lnTo>
                    <a:pt x="8659570" y="1852268"/>
                  </a:lnTo>
                  <a:lnTo>
                    <a:pt x="8627223" y="1755774"/>
                  </a:lnTo>
                  <a:lnTo>
                    <a:pt x="8594870" y="1659112"/>
                  </a:lnTo>
                  <a:lnTo>
                    <a:pt x="8562531" y="1562878"/>
                  </a:lnTo>
                  <a:lnTo>
                    <a:pt x="8530223" y="1467652"/>
                  </a:lnTo>
                  <a:lnTo>
                    <a:pt x="8497955" y="1373992"/>
                  </a:lnTo>
                  <a:lnTo>
                    <a:pt x="8465733" y="1282416"/>
                  </a:lnTo>
                  <a:lnTo>
                    <a:pt x="8433549" y="1193394"/>
                  </a:lnTo>
                  <a:lnTo>
                    <a:pt x="8401383" y="1107333"/>
                  </a:lnTo>
                  <a:lnTo>
                    <a:pt x="8369198" y="1024578"/>
                  </a:lnTo>
                  <a:lnTo>
                    <a:pt x="8336942" y="945403"/>
                  </a:lnTo>
                  <a:lnTo>
                    <a:pt x="8304540" y="870010"/>
                  </a:lnTo>
                  <a:lnTo>
                    <a:pt x="8271895" y="798536"/>
                  </a:lnTo>
                  <a:lnTo>
                    <a:pt x="8238884" y="731046"/>
                  </a:lnTo>
                  <a:lnTo>
                    <a:pt x="8205357" y="667548"/>
                  </a:lnTo>
                  <a:lnTo>
                    <a:pt x="8171126" y="607990"/>
                  </a:lnTo>
                  <a:lnTo>
                    <a:pt x="8151487" y="576196"/>
                  </a:lnTo>
                  <a:lnTo>
                    <a:pt x="8105744" y="508728"/>
                  </a:lnTo>
                  <a:lnTo>
                    <a:pt x="8057692" y="447445"/>
                  </a:lnTo>
                  <a:lnTo>
                    <a:pt x="8006652" y="392092"/>
                  </a:lnTo>
                  <a:lnTo>
                    <a:pt x="7951883" y="342205"/>
                  </a:lnTo>
                  <a:lnTo>
                    <a:pt x="7892623" y="297241"/>
                  </a:lnTo>
                  <a:lnTo>
                    <a:pt x="7828135" y="256651"/>
                  </a:lnTo>
                  <a:lnTo>
                    <a:pt x="7757772" y="219935"/>
                  </a:lnTo>
                  <a:lnTo>
                    <a:pt x="7681054" y="186660"/>
                  </a:lnTo>
                  <a:lnTo>
                    <a:pt x="7597783" y="156485"/>
                  </a:lnTo>
                  <a:lnTo>
                    <a:pt x="7508178" y="129162"/>
                  </a:lnTo>
                  <a:lnTo>
                    <a:pt x="7413036" y="104537"/>
                  </a:lnTo>
                  <a:lnTo>
                    <a:pt x="7313883" y="82550"/>
                  </a:lnTo>
                  <a:lnTo>
                    <a:pt x="7213071" y="63210"/>
                  </a:lnTo>
                  <a:lnTo>
                    <a:pt x="7113763" y="46570"/>
                  </a:lnTo>
                  <a:lnTo>
                    <a:pt x="7019731" y="32685"/>
                  </a:lnTo>
                  <a:lnTo>
                    <a:pt x="6934947" y="21564"/>
                  </a:lnTo>
                  <a:lnTo>
                    <a:pt x="6862992" y="13122"/>
                  </a:lnTo>
                  <a:lnTo>
                    <a:pt x="6806417" y="7150"/>
                  </a:lnTo>
                  <a:lnTo>
                    <a:pt x="6766208" y="3312"/>
                  </a:lnTo>
                  <a:lnTo>
                    <a:pt x="6741518" y="1174"/>
                  </a:lnTo>
                  <a:lnTo>
                    <a:pt x="6729687" y="241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206" y="106"/>
                  </a:lnTo>
                  <a:lnTo>
                    <a:pt x="5249242" y="862"/>
                  </a:lnTo>
                  <a:lnTo>
                    <a:pt x="5236585" y="2949"/>
                  </a:lnTo>
                  <a:lnTo>
                    <a:pt x="5213603" y="7066"/>
                  </a:lnTo>
                  <a:lnTo>
                    <a:pt x="5178629" y="13890"/>
                  </a:lnTo>
                  <a:lnTo>
                    <a:pt x="5131072" y="24025"/>
                  </a:lnTo>
                  <a:lnTo>
                    <a:pt x="5071434" y="37955"/>
                  </a:lnTo>
                  <a:lnTo>
                    <a:pt x="5001187" y="56015"/>
                  </a:lnTo>
                  <a:lnTo>
                    <a:pt x="4922531" y="78386"/>
                  </a:lnTo>
                  <a:lnTo>
                    <a:pt x="4838067" y="105111"/>
                  </a:lnTo>
                  <a:lnTo>
                    <a:pt x="4750464" y="136148"/>
                  </a:lnTo>
                  <a:lnTo>
                    <a:pt x="4662186" y="171413"/>
                  </a:lnTo>
                  <a:lnTo>
                    <a:pt x="4575302" y="210835"/>
                  </a:lnTo>
                  <a:lnTo>
                    <a:pt x="4491399" y="254397"/>
                  </a:lnTo>
                  <a:lnTo>
                    <a:pt x="4411572" y="302171"/>
                  </a:lnTo>
                  <a:lnTo>
                    <a:pt x="4336470" y="354332"/>
                  </a:lnTo>
                  <a:lnTo>
                    <a:pt x="4266374" y="411170"/>
                  </a:lnTo>
                  <a:lnTo>
                    <a:pt x="4201277" y="473093"/>
                  </a:lnTo>
                  <a:lnTo>
                    <a:pt x="4140963" y="540619"/>
                  </a:lnTo>
                  <a:lnTo>
                    <a:pt x="4085075" y="614367"/>
                  </a:lnTo>
                  <a:lnTo>
                    <a:pt x="4033166" y="695041"/>
                  </a:lnTo>
                  <a:lnTo>
                    <a:pt x="3984740" y="783395"/>
                  </a:lnTo>
                  <a:lnTo>
                    <a:pt x="3939286" y="880188"/>
                  </a:lnTo>
                  <a:lnTo>
                    <a:pt x="3896297" y="986103"/>
                  </a:lnTo>
                  <a:lnTo>
                    <a:pt x="3855298" y="1101632"/>
                  </a:lnTo>
                  <a:lnTo>
                    <a:pt x="3829811" y="1180998"/>
                  </a:lnTo>
                  <a:lnTo>
                    <a:pt x="3804766" y="1264720"/>
                  </a:lnTo>
                  <a:lnTo>
                    <a:pt x="3780180" y="1352528"/>
                  </a:lnTo>
                  <a:lnTo>
                    <a:pt x="3755970" y="1444498"/>
                  </a:lnTo>
                  <a:lnTo>
                    <a:pt x="3732063" y="1540680"/>
                  </a:lnTo>
                  <a:lnTo>
                    <a:pt x="3708396" y="1641094"/>
                  </a:lnTo>
                  <a:lnTo>
                    <a:pt x="3684915" y="1745727"/>
                  </a:lnTo>
                  <a:lnTo>
                    <a:pt x="3661573" y="1854534"/>
                  </a:lnTo>
                  <a:lnTo>
                    <a:pt x="3638331" y="1967432"/>
                  </a:lnTo>
                  <a:lnTo>
                    <a:pt x="3615156" y="2084303"/>
                  </a:lnTo>
                  <a:lnTo>
                    <a:pt x="3592021" y="2204990"/>
                  </a:lnTo>
                  <a:lnTo>
                    <a:pt x="3568904" y="2329296"/>
                  </a:lnTo>
                  <a:lnTo>
                    <a:pt x="3545788" y="2456987"/>
                  </a:lnTo>
                  <a:lnTo>
                    <a:pt x="3522663" y="2587792"/>
                  </a:lnTo>
                  <a:lnTo>
                    <a:pt x="3499519" y="2721402"/>
                  </a:lnTo>
                  <a:lnTo>
                    <a:pt x="3476353" y="2857477"/>
                  </a:lnTo>
                  <a:lnTo>
                    <a:pt x="3453163" y="2995645"/>
                  </a:lnTo>
                  <a:lnTo>
                    <a:pt x="3429951" y="3135510"/>
                  </a:lnTo>
                  <a:lnTo>
                    <a:pt x="3406721" y="3276651"/>
                  </a:lnTo>
                  <a:lnTo>
                    <a:pt x="3383479" y="3418634"/>
                  </a:lnTo>
                  <a:lnTo>
                    <a:pt x="3360230" y="3561012"/>
                  </a:lnTo>
                  <a:lnTo>
                    <a:pt x="3336982" y="3703333"/>
                  </a:lnTo>
                  <a:lnTo>
                    <a:pt x="3313742" y="3845145"/>
                  </a:lnTo>
                  <a:lnTo>
                    <a:pt x="3290516" y="3986004"/>
                  </a:lnTo>
                  <a:lnTo>
                    <a:pt x="3267310" y="4125478"/>
                  </a:lnTo>
                  <a:lnTo>
                    <a:pt x="3244126" y="4263153"/>
                  </a:lnTo>
                  <a:lnTo>
                    <a:pt x="3220965" y="4398638"/>
                  </a:lnTo>
                  <a:lnTo>
                    <a:pt x="3197827" y="4531570"/>
                  </a:lnTo>
                  <a:lnTo>
                    <a:pt x="3174705" y="4661614"/>
                  </a:lnTo>
                  <a:lnTo>
                    <a:pt x="3151590" y="4788473"/>
                  </a:lnTo>
                  <a:lnTo>
                    <a:pt x="3128471" y="4911884"/>
                  </a:lnTo>
                  <a:lnTo>
                    <a:pt x="3105328" y="5031622"/>
                  </a:lnTo>
                  <a:lnTo>
                    <a:pt x="3082138" y="5147502"/>
                  </a:lnTo>
                  <a:lnTo>
                    <a:pt x="3058875" y="5259374"/>
                  </a:lnTo>
                  <a:lnTo>
                    <a:pt x="3035501" y="5367132"/>
                  </a:lnTo>
                  <a:lnTo>
                    <a:pt x="3011978" y="5470700"/>
                  </a:lnTo>
                  <a:lnTo>
                    <a:pt x="2988255" y="5570043"/>
                  </a:lnTo>
                  <a:lnTo>
                    <a:pt x="2964278" y="5665157"/>
                  </a:lnTo>
                  <a:lnTo>
                    <a:pt x="2939980" y="5756068"/>
                  </a:lnTo>
                  <a:lnTo>
                    <a:pt x="2915286" y="5842834"/>
                  </a:lnTo>
                  <a:lnTo>
                    <a:pt x="2896531" y="5904991"/>
                  </a:lnTo>
                  <a:lnTo>
                    <a:pt x="2856583" y="6026794"/>
                  </a:lnTo>
                  <a:lnTo>
                    <a:pt x="2814924" y="6138847"/>
                  </a:lnTo>
                  <a:lnTo>
                    <a:pt x="2771110" y="6241430"/>
                  </a:lnTo>
                  <a:lnTo>
                    <a:pt x="2724652" y="6335121"/>
                  </a:lnTo>
                  <a:lnTo>
                    <a:pt x="2675039" y="6420640"/>
                  </a:lnTo>
                  <a:lnTo>
                    <a:pt x="2621762" y="6498752"/>
                  </a:lnTo>
                  <a:lnTo>
                    <a:pt x="2564339" y="6570199"/>
                  </a:lnTo>
                  <a:lnTo>
                    <a:pt x="2502350" y="6635654"/>
                  </a:lnTo>
                  <a:lnTo>
                    <a:pt x="2435480" y="6695705"/>
                  </a:lnTo>
                  <a:lnTo>
                    <a:pt x="2363582" y="6750830"/>
                  </a:lnTo>
                  <a:lnTo>
                    <a:pt x="2286741" y="6801395"/>
                  </a:lnTo>
                  <a:lnTo>
                    <a:pt x="2205360" y="6847648"/>
                  </a:lnTo>
                  <a:lnTo>
                    <a:pt x="2120240" y="6889726"/>
                  </a:lnTo>
                  <a:lnTo>
                    <a:pt x="2032649" y="6927667"/>
                  </a:lnTo>
                  <a:lnTo>
                    <a:pt x="1944352" y="6961430"/>
                  </a:lnTo>
                  <a:lnTo>
                    <a:pt x="1857572" y="6990934"/>
                  </a:lnTo>
                  <a:lnTo>
                    <a:pt x="1774875" y="7016103"/>
                  </a:lnTo>
                  <a:lnTo>
                    <a:pt x="1698942" y="7036921"/>
                  </a:lnTo>
                  <a:lnTo>
                    <a:pt x="1632267" y="7053476"/>
                  </a:lnTo>
                  <a:lnTo>
                    <a:pt x="1576827" y="7066002"/>
                  </a:lnTo>
                  <a:lnTo>
                    <a:pt x="1533768" y="7074890"/>
                  </a:lnTo>
                  <a:lnTo>
                    <a:pt x="1503208" y="7080671"/>
                  </a:lnTo>
                  <a:lnTo>
                    <a:pt x="1484162" y="7083983"/>
                  </a:lnTo>
                  <a:lnTo>
                    <a:pt x="1474605" y="7085514"/>
                  </a:lnTo>
                  <a:lnTo>
                    <a:pt x="1471589" y="7085961"/>
                  </a:lnTo>
                  <a:lnTo>
                    <a:pt x="1471387" y="7085989"/>
                  </a:lnTo>
                  <a:lnTo>
                    <a:pt x="0" y="7085989"/>
                  </a:lnTo>
                  <a:close/>
                </a:path>
              </a:pathLst>
            </a:custGeom>
            <a:solidFill>
              <a:srgbClr val="9E9E9E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761" name="pl1761"/>
            <p:cNvSpPr/>
            <p:nvPr/>
          </p:nvSpPr>
          <p:spPr>
            <a:xfrm>
              <a:off x="4799595" y="2838444"/>
              <a:ext cx="11981298" cy="7085989"/>
            </a:xfrm>
            <a:custGeom>
              <a:avLst/>
              <a:pathLst>
                <a:path w="11981298" h="7085989">
                  <a:moveTo>
                    <a:pt x="0" y="7085989"/>
                  </a:moveTo>
                  <a:lnTo>
                    <a:pt x="1471387" y="7085989"/>
                  </a:lnTo>
                  <a:lnTo>
                    <a:pt x="1472136" y="7085883"/>
                  </a:lnTo>
                  <a:lnTo>
                    <a:pt x="1477100" y="7085127"/>
                  </a:lnTo>
                  <a:lnTo>
                    <a:pt x="1489757" y="7083039"/>
                  </a:lnTo>
                  <a:lnTo>
                    <a:pt x="1512739" y="7078922"/>
                  </a:lnTo>
                  <a:lnTo>
                    <a:pt x="1547714" y="7072099"/>
                  </a:lnTo>
                  <a:lnTo>
                    <a:pt x="1595270" y="7061964"/>
                  </a:lnTo>
                  <a:lnTo>
                    <a:pt x="1654908" y="7048034"/>
                  </a:lnTo>
                  <a:lnTo>
                    <a:pt x="1725155" y="7029973"/>
                  </a:lnTo>
                  <a:lnTo>
                    <a:pt x="1803811" y="7007603"/>
                  </a:lnTo>
                  <a:lnTo>
                    <a:pt x="1888275" y="6980877"/>
                  </a:lnTo>
                  <a:lnTo>
                    <a:pt x="1975878" y="6949840"/>
                  </a:lnTo>
                  <a:lnTo>
                    <a:pt x="2064156" y="6914575"/>
                  </a:lnTo>
                  <a:lnTo>
                    <a:pt x="2151040" y="6875154"/>
                  </a:lnTo>
                  <a:lnTo>
                    <a:pt x="2234943" y="6831591"/>
                  </a:lnTo>
                  <a:lnTo>
                    <a:pt x="2314770" y="6783818"/>
                  </a:lnTo>
                  <a:lnTo>
                    <a:pt x="2389872" y="6731657"/>
                  </a:lnTo>
                  <a:lnTo>
                    <a:pt x="2459968" y="6674818"/>
                  </a:lnTo>
                  <a:lnTo>
                    <a:pt x="2525065" y="6612896"/>
                  </a:lnTo>
                  <a:lnTo>
                    <a:pt x="2585379" y="6545370"/>
                  </a:lnTo>
                  <a:lnTo>
                    <a:pt x="2641267" y="6471621"/>
                  </a:lnTo>
                  <a:lnTo>
                    <a:pt x="2693176" y="6390948"/>
                  </a:lnTo>
                  <a:lnTo>
                    <a:pt x="2741602" y="6302593"/>
                  </a:lnTo>
                  <a:lnTo>
                    <a:pt x="2787056" y="6205801"/>
                  </a:lnTo>
                  <a:lnTo>
                    <a:pt x="2830045" y="6099886"/>
                  </a:lnTo>
                  <a:lnTo>
                    <a:pt x="2871044" y="5984357"/>
                  </a:lnTo>
                  <a:lnTo>
                    <a:pt x="2896531" y="5904991"/>
                  </a:lnTo>
                  <a:lnTo>
                    <a:pt x="2921576" y="5821269"/>
                  </a:lnTo>
                  <a:lnTo>
                    <a:pt x="2946162" y="5733461"/>
                  </a:lnTo>
                  <a:lnTo>
                    <a:pt x="2970372" y="5641491"/>
                  </a:lnTo>
                  <a:lnTo>
                    <a:pt x="2994279" y="5545308"/>
                  </a:lnTo>
                  <a:lnTo>
                    <a:pt x="3017946" y="5444895"/>
                  </a:lnTo>
                  <a:lnTo>
                    <a:pt x="3041428" y="5340261"/>
                  </a:lnTo>
                  <a:lnTo>
                    <a:pt x="3064769" y="5231455"/>
                  </a:lnTo>
                  <a:lnTo>
                    <a:pt x="3088011" y="5118556"/>
                  </a:lnTo>
                  <a:lnTo>
                    <a:pt x="3111186" y="5001685"/>
                  </a:lnTo>
                  <a:lnTo>
                    <a:pt x="3134322" y="4880999"/>
                  </a:lnTo>
                  <a:lnTo>
                    <a:pt x="3157439" y="4756693"/>
                  </a:lnTo>
                  <a:lnTo>
                    <a:pt x="3180554" y="4629001"/>
                  </a:lnTo>
                  <a:lnTo>
                    <a:pt x="3203679" y="4498197"/>
                  </a:lnTo>
                  <a:lnTo>
                    <a:pt x="3226823" y="4364587"/>
                  </a:lnTo>
                  <a:lnTo>
                    <a:pt x="3249990" y="4228512"/>
                  </a:lnTo>
                  <a:lnTo>
                    <a:pt x="3273179" y="4090343"/>
                  </a:lnTo>
                  <a:lnTo>
                    <a:pt x="3296391" y="3950479"/>
                  </a:lnTo>
                  <a:lnTo>
                    <a:pt x="3319621" y="3809337"/>
                  </a:lnTo>
                  <a:lnTo>
                    <a:pt x="3342864" y="3667354"/>
                  </a:lnTo>
                  <a:lnTo>
                    <a:pt x="3366112" y="3524976"/>
                  </a:lnTo>
                  <a:lnTo>
                    <a:pt x="3389360" y="3382656"/>
                  </a:lnTo>
                  <a:lnTo>
                    <a:pt x="3412600" y="3240844"/>
                  </a:lnTo>
                  <a:lnTo>
                    <a:pt x="3435826" y="3099985"/>
                  </a:lnTo>
                  <a:lnTo>
                    <a:pt x="3459032" y="2960511"/>
                  </a:lnTo>
                  <a:lnTo>
                    <a:pt x="3482216" y="2822835"/>
                  </a:lnTo>
                  <a:lnTo>
                    <a:pt x="3505377" y="2687350"/>
                  </a:lnTo>
                  <a:lnTo>
                    <a:pt x="3528515" y="2554419"/>
                  </a:lnTo>
                  <a:lnTo>
                    <a:pt x="3551637" y="2424374"/>
                  </a:lnTo>
                  <a:lnTo>
                    <a:pt x="3574752" y="2297515"/>
                  </a:lnTo>
                  <a:lnTo>
                    <a:pt x="3597871" y="2174105"/>
                  </a:lnTo>
                  <a:lnTo>
                    <a:pt x="3621015" y="2054366"/>
                  </a:lnTo>
                  <a:lnTo>
                    <a:pt x="3644204" y="1938487"/>
                  </a:lnTo>
                  <a:lnTo>
                    <a:pt x="3667468" y="1826614"/>
                  </a:lnTo>
                  <a:lnTo>
                    <a:pt x="3690841" y="1718857"/>
                  </a:lnTo>
                  <a:lnTo>
                    <a:pt x="3714364" y="1615288"/>
                  </a:lnTo>
                  <a:lnTo>
                    <a:pt x="3738087" y="1515945"/>
                  </a:lnTo>
                  <a:lnTo>
                    <a:pt x="3762064" y="1420832"/>
                  </a:lnTo>
                  <a:lnTo>
                    <a:pt x="3786362" y="1329920"/>
                  </a:lnTo>
                  <a:lnTo>
                    <a:pt x="3811056" y="1243154"/>
                  </a:lnTo>
                  <a:lnTo>
                    <a:pt x="3829811" y="1180998"/>
                  </a:lnTo>
                  <a:lnTo>
                    <a:pt x="3869759" y="1059195"/>
                  </a:lnTo>
                  <a:lnTo>
                    <a:pt x="3911418" y="947142"/>
                  </a:lnTo>
                  <a:lnTo>
                    <a:pt x="3955232" y="844558"/>
                  </a:lnTo>
                  <a:lnTo>
                    <a:pt x="4001690" y="750868"/>
                  </a:lnTo>
                  <a:lnTo>
                    <a:pt x="4051303" y="665349"/>
                  </a:lnTo>
                  <a:lnTo>
                    <a:pt x="4104580" y="587236"/>
                  </a:lnTo>
                  <a:lnTo>
                    <a:pt x="4162003" y="515790"/>
                  </a:lnTo>
                  <a:lnTo>
                    <a:pt x="4223992" y="450334"/>
                  </a:lnTo>
                  <a:lnTo>
                    <a:pt x="4290862" y="390284"/>
                  </a:lnTo>
                  <a:lnTo>
                    <a:pt x="4362760" y="335159"/>
                  </a:lnTo>
                  <a:lnTo>
                    <a:pt x="4439601" y="284594"/>
                  </a:lnTo>
                  <a:lnTo>
                    <a:pt x="4520982" y="238341"/>
                  </a:lnTo>
                  <a:lnTo>
                    <a:pt x="4606102" y="196262"/>
                  </a:lnTo>
                  <a:lnTo>
                    <a:pt x="4693693" y="158322"/>
                  </a:lnTo>
                  <a:lnTo>
                    <a:pt x="4781990" y="124559"/>
                  </a:lnTo>
                  <a:lnTo>
                    <a:pt x="4868770" y="95055"/>
                  </a:lnTo>
                  <a:lnTo>
                    <a:pt x="4951467" y="69885"/>
                  </a:lnTo>
                  <a:lnTo>
                    <a:pt x="5027401" y="49068"/>
                  </a:lnTo>
                  <a:lnTo>
                    <a:pt x="5094075" y="32513"/>
                  </a:lnTo>
                  <a:lnTo>
                    <a:pt x="5149515" y="19986"/>
                  </a:lnTo>
                  <a:lnTo>
                    <a:pt x="5192574" y="11099"/>
                  </a:lnTo>
                  <a:lnTo>
                    <a:pt x="5223134" y="5317"/>
                  </a:lnTo>
                  <a:lnTo>
                    <a:pt x="5242180" y="2006"/>
                  </a:lnTo>
                  <a:lnTo>
                    <a:pt x="5251737" y="475"/>
                  </a:lnTo>
                  <a:lnTo>
                    <a:pt x="5254753" y="28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450" y="77"/>
                  </a:lnTo>
                  <a:lnTo>
                    <a:pt x="6734733" y="628"/>
                  </a:lnTo>
                  <a:lnTo>
                    <a:pt x="6753108" y="2153"/>
                  </a:lnTo>
                  <a:lnTo>
                    <a:pt x="6786000" y="5154"/>
                  </a:lnTo>
                  <a:lnTo>
                    <a:pt x="6835104" y="10101"/>
                  </a:lnTo>
                  <a:lnTo>
                    <a:pt x="6900255" y="17380"/>
                  </a:lnTo>
                  <a:lnTo>
                    <a:pt x="6979568" y="27258"/>
                  </a:lnTo>
                  <a:lnTo>
                    <a:pt x="7069854" y="39874"/>
                  </a:lnTo>
                  <a:lnTo>
                    <a:pt x="7167241" y="55259"/>
                  </a:lnTo>
                  <a:lnTo>
                    <a:pt x="7267801" y="73372"/>
                  </a:lnTo>
                  <a:lnTo>
                    <a:pt x="7368055" y="94153"/>
                  </a:lnTo>
                  <a:lnTo>
                    <a:pt x="7465270" y="117568"/>
                  </a:lnTo>
                  <a:lnTo>
                    <a:pt x="7557547" y="143644"/>
                  </a:lnTo>
                  <a:lnTo>
                    <a:pt x="7643774" y="172490"/>
                  </a:lnTo>
                  <a:lnTo>
                    <a:pt x="7723487" y="204309"/>
                  </a:lnTo>
                  <a:lnTo>
                    <a:pt x="7796712" y="239403"/>
                  </a:lnTo>
                  <a:lnTo>
                    <a:pt x="7863814" y="278163"/>
                  </a:lnTo>
                  <a:lnTo>
                    <a:pt x="7925378" y="321060"/>
                  </a:lnTo>
                  <a:lnTo>
                    <a:pt x="7982107" y="368626"/>
                  </a:lnTo>
                  <a:lnTo>
                    <a:pt x="8034759" y="421413"/>
                  </a:lnTo>
                  <a:lnTo>
                    <a:pt x="8084089" y="479936"/>
                  </a:lnTo>
                  <a:lnTo>
                    <a:pt x="8130810" y="544563"/>
                  </a:lnTo>
                  <a:lnTo>
                    <a:pt x="8151487" y="576196"/>
                  </a:lnTo>
                  <a:lnTo>
                    <a:pt x="8186209" y="633579"/>
                  </a:lnTo>
                  <a:lnTo>
                    <a:pt x="8220106" y="694852"/>
                  </a:lnTo>
                  <a:lnTo>
                    <a:pt x="8253387" y="760094"/>
                  </a:lnTo>
                  <a:lnTo>
                    <a:pt x="8286220" y="829332"/>
                  </a:lnTo>
                  <a:lnTo>
                    <a:pt x="8318746" y="902534"/>
                  </a:lnTo>
                  <a:lnTo>
                    <a:pt x="8351074" y="979603"/>
                  </a:lnTo>
                  <a:lnTo>
                    <a:pt x="8383291" y="1060374"/>
                  </a:lnTo>
                  <a:lnTo>
                    <a:pt x="8415462" y="1144614"/>
                  </a:lnTo>
                  <a:lnTo>
                    <a:pt x="8447632" y="1232017"/>
                  </a:lnTo>
                  <a:lnTo>
                    <a:pt x="8479831" y="1322211"/>
                  </a:lnTo>
                  <a:lnTo>
                    <a:pt x="8512073" y="1414760"/>
                  </a:lnTo>
                  <a:lnTo>
                    <a:pt x="8544360" y="1509171"/>
                  </a:lnTo>
                  <a:lnTo>
                    <a:pt x="8576683" y="1604909"/>
                  </a:lnTo>
                  <a:lnTo>
                    <a:pt x="8609030" y="1701404"/>
                  </a:lnTo>
                  <a:lnTo>
                    <a:pt x="8641383" y="1798065"/>
                  </a:lnTo>
                  <a:lnTo>
                    <a:pt x="8673722" y="1894300"/>
                  </a:lnTo>
                  <a:lnTo>
                    <a:pt x="8706031" y="1989526"/>
                  </a:lnTo>
                  <a:lnTo>
                    <a:pt x="8738298" y="2083186"/>
                  </a:lnTo>
                  <a:lnTo>
                    <a:pt x="8770520" y="2174761"/>
                  </a:lnTo>
                  <a:lnTo>
                    <a:pt x="8802704" y="2263783"/>
                  </a:lnTo>
                  <a:lnTo>
                    <a:pt x="8834871" y="2349844"/>
                  </a:lnTo>
                  <a:lnTo>
                    <a:pt x="8867055" y="2432599"/>
                  </a:lnTo>
                  <a:lnTo>
                    <a:pt x="8899311" y="2511775"/>
                  </a:lnTo>
                  <a:lnTo>
                    <a:pt x="8931714" y="2587167"/>
                  </a:lnTo>
                  <a:lnTo>
                    <a:pt x="8964359" y="2658642"/>
                  </a:lnTo>
                  <a:lnTo>
                    <a:pt x="8997369" y="2726131"/>
                  </a:lnTo>
                  <a:lnTo>
                    <a:pt x="9030897" y="2789630"/>
                  </a:lnTo>
                  <a:lnTo>
                    <a:pt x="9065127" y="2849187"/>
                  </a:lnTo>
                  <a:lnTo>
                    <a:pt x="9084767" y="2880981"/>
                  </a:lnTo>
                  <a:lnTo>
                    <a:pt x="9130509" y="2948450"/>
                  </a:lnTo>
                  <a:lnTo>
                    <a:pt x="9178561" y="3009733"/>
                  </a:lnTo>
                  <a:lnTo>
                    <a:pt x="9229601" y="3065086"/>
                  </a:lnTo>
                  <a:lnTo>
                    <a:pt x="9284370" y="3114972"/>
                  </a:lnTo>
                  <a:lnTo>
                    <a:pt x="9343630" y="3159936"/>
                  </a:lnTo>
                  <a:lnTo>
                    <a:pt x="9408118" y="3200526"/>
                  </a:lnTo>
                  <a:lnTo>
                    <a:pt x="9478481" y="3237243"/>
                  </a:lnTo>
                  <a:lnTo>
                    <a:pt x="9555199" y="3270517"/>
                  </a:lnTo>
                  <a:lnTo>
                    <a:pt x="9638470" y="3300692"/>
                  </a:lnTo>
                  <a:lnTo>
                    <a:pt x="9728076" y="3328016"/>
                  </a:lnTo>
                  <a:lnTo>
                    <a:pt x="9823218" y="3352640"/>
                  </a:lnTo>
                  <a:lnTo>
                    <a:pt x="9922371" y="3374627"/>
                  </a:lnTo>
                  <a:lnTo>
                    <a:pt x="10023182" y="3393968"/>
                  </a:lnTo>
                  <a:lnTo>
                    <a:pt x="10122490" y="3410608"/>
                  </a:lnTo>
                  <a:lnTo>
                    <a:pt x="10216522" y="3424492"/>
                  </a:lnTo>
                  <a:lnTo>
                    <a:pt x="10301306" y="3435613"/>
                  </a:lnTo>
                  <a:lnTo>
                    <a:pt x="10373261" y="3444055"/>
                  </a:lnTo>
                  <a:lnTo>
                    <a:pt x="10429837" y="3450028"/>
                  </a:lnTo>
                  <a:lnTo>
                    <a:pt x="10470045" y="3453865"/>
                  </a:lnTo>
                  <a:lnTo>
                    <a:pt x="10494735" y="3456003"/>
                  </a:lnTo>
                  <a:lnTo>
                    <a:pt x="10506567" y="3456937"/>
                  </a:lnTo>
                  <a:lnTo>
                    <a:pt x="10509801" y="3457170"/>
                  </a:lnTo>
                  <a:lnTo>
                    <a:pt x="10509911" y="3457178"/>
                  </a:lnTo>
                  <a:lnTo>
                    <a:pt x="11981298" y="345717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62" name="pl1762"/>
            <p:cNvSpPr/>
            <p:nvPr/>
          </p:nvSpPr>
          <p:spPr>
            <a:xfrm>
              <a:off x="4799595" y="2830271"/>
              <a:ext cx="11981298" cy="7085989"/>
            </a:xfrm>
            <a:custGeom>
              <a:avLst/>
              <a:pathLst>
                <a:path w="11981298" h="7085989">
                  <a:moveTo>
                    <a:pt x="11981298" y="3457178"/>
                  </a:moveTo>
                  <a:lnTo>
                    <a:pt x="10509911" y="3457178"/>
                  </a:lnTo>
                  <a:lnTo>
                    <a:pt x="10508803" y="3457100"/>
                  </a:lnTo>
                  <a:lnTo>
                    <a:pt x="10501520" y="3456549"/>
                  </a:lnTo>
                  <a:lnTo>
                    <a:pt x="10483145" y="3455025"/>
                  </a:lnTo>
                  <a:lnTo>
                    <a:pt x="10450253" y="3452023"/>
                  </a:lnTo>
                  <a:lnTo>
                    <a:pt x="10401150" y="3447076"/>
                  </a:lnTo>
                  <a:lnTo>
                    <a:pt x="10335998" y="3439798"/>
                  </a:lnTo>
                  <a:lnTo>
                    <a:pt x="10256685" y="3429920"/>
                  </a:lnTo>
                  <a:lnTo>
                    <a:pt x="10166399" y="3417303"/>
                  </a:lnTo>
                  <a:lnTo>
                    <a:pt x="10069013" y="3401918"/>
                  </a:lnTo>
                  <a:lnTo>
                    <a:pt x="9968453" y="3383805"/>
                  </a:lnTo>
                  <a:lnTo>
                    <a:pt x="9868198" y="3363024"/>
                  </a:lnTo>
                  <a:lnTo>
                    <a:pt x="9770983" y="3339609"/>
                  </a:lnTo>
                  <a:lnTo>
                    <a:pt x="9678706" y="3313533"/>
                  </a:lnTo>
                  <a:lnTo>
                    <a:pt x="9592479" y="3284688"/>
                  </a:lnTo>
                  <a:lnTo>
                    <a:pt x="9512766" y="3252868"/>
                  </a:lnTo>
                  <a:lnTo>
                    <a:pt x="9439542" y="3217774"/>
                  </a:lnTo>
                  <a:lnTo>
                    <a:pt x="9372439" y="3179015"/>
                  </a:lnTo>
                  <a:lnTo>
                    <a:pt x="9310875" y="3136118"/>
                  </a:lnTo>
                  <a:lnTo>
                    <a:pt x="9254146" y="3088552"/>
                  </a:lnTo>
                  <a:lnTo>
                    <a:pt x="9201494" y="3035764"/>
                  </a:lnTo>
                  <a:lnTo>
                    <a:pt x="9152164" y="2977242"/>
                  </a:lnTo>
                  <a:lnTo>
                    <a:pt x="9105443" y="2912614"/>
                  </a:lnTo>
                  <a:lnTo>
                    <a:pt x="9084767" y="2880981"/>
                  </a:lnTo>
                  <a:lnTo>
                    <a:pt x="9050045" y="2823598"/>
                  </a:lnTo>
                  <a:lnTo>
                    <a:pt x="9016147" y="2762325"/>
                  </a:lnTo>
                  <a:lnTo>
                    <a:pt x="8982866" y="2697083"/>
                  </a:lnTo>
                  <a:lnTo>
                    <a:pt x="8950033" y="2627845"/>
                  </a:lnTo>
                  <a:lnTo>
                    <a:pt x="8917508" y="2554643"/>
                  </a:lnTo>
                  <a:lnTo>
                    <a:pt x="8885180" y="2477575"/>
                  </a:lnTo>
                  <a:lnTo>
                    <a:pt x="8852963" y="2396803"/>
                  </a:lnTo>
                  <a:lnTo>
                    <a:pt x="8820792" y="2312563"/>
                  </a:lnTo>
                  <a:lnTo>
                    <a:pt x="8788621" y="2225160"/>
                  </a:lnTo>
                  <a:lnTo>
                    <a:pt x="8756422" y="2134966"/>
                  </a:lnTo>
                  <a:lnTo>
                    <a:pt x="8724180" y="2042418"/>
                  </a:lnTo>
                  <a:lnTo>
                    <a:pt x="8691894" y="1948006"/>
                  </a:lnTo>
                  <a:lnTo>
                    <a:pt x="8659570" y="1852268"/>
                  </a:lnTo>
                  <a:lnTo>
                    <a:pt x="8627223" y="1755774"/>
                  </a:lnTo>
                  <a:lnTo>
                    <a:pt x="8594870" y="1659112"/>
                  </a:lnTo>
                  <a:lnTo>
                    <a:pt x="8562531" y="1562878"/>
                  </a:lnTo>
                  <a:lnTo>
                    <a:pt x="8530223" y="1467652"/>
                  </a:lnTo>
                  <a:lnTo>
                    <a:pt x="8497955" y="1373992"/>
                  </a:lnTo>
                  <a:lnTo>
                    <a:pt x="8465733" y="1282416"/>
                  </a:lnTo>
                  <a:lnTo>
                    <a:pt x="8433549" y="1193394"/>
                  </a:lnTo>
                  <a:lnTo>
                    <a:pt x="8401383" y="1107333"/>
                  </a:lnTo>
                  <a:lnTo>
                    <a:pt x="8369198" y="1024578"/>
                  </a:lnTo>
                  <a:lnTo>
                    <a:pt x="8336942" y="945403"/>
                  </a:lnTo>
                  <a:lnTo>
                    <a:pt x="8304540" y="870010"/>
                  </a:lnTo>
                  <a:lnTo>
                    <a:pt x="8271895" y="798536"/>
                  </a:lnTo>
                  <a:lnTo>
                    <a:pt x="8238884" y="731046"/>
                  </a:lnTo>
                  <a:lnTo>
                    <a:pt x="8205357" y="667548"/>
                  </a:lnTo>
                  <a:lnTo>
                    <a:pt x="8171126" y="607990"/>
                  </a:lnTo>
                  <a:lnTo>
                    <a:pt x="8151487" y="576196"/>
                  </a:lnTo>
                  <a:lnTo>
                    <a:pt x="8105744" y="508728"/>
                  </a:lnTo>
                  <a:lnTo>
                    <a:pt x="8057692" y="447445"/>
                  </a:lnTo>
                  <a:lnTo>
                    <a:pt x="8006652" y="392092"/>
                  </a:lnTo>
                  <a:lnTo>
                    <a:pt x="7951883" y="342205"/>
                  </a:lnTo>
                  <a:lnTo>
                    <a:pt x="7892623" y="297241"/>
                  </a:lnTo>
                  <a:lnTo>
                    <a:pt x="7828135" y="256651"/>
                  </a:lnTo>
                  <a:lnTo>
                    <a:pt x="7757772" y="219935"/>
                  </a:lnTo>
                  <a:lnTo>
                    <a:pt x="7681054" y="186660"/>
                  </a:lnTo>
                  <a:lnTo>
                    <a:pt x="7597783" y="156485"/>
                  </a:lnTo>
                  <a:lnTo>
                    <a:pt x="7508178" y="129162"/>
                  </a:lnTo>
                  <a:lnTo>
                    <a:pt x="7413036" y="104537"/>
                  </a:lnTo>
                  <a:lnTo>
                    <a:pt x="7313883" y="82550"/>
                  </a:lnTo>
                  <a:lnTo>
                    <a:pt x="7213071" y="63210"/>
                  </a:lnTo>
                  <a:lnTo>
                    <a:pt x="7113763" y="46570"/>
                  </a:lnTo>
                  <a:lnTo>
                    <a:pt x="7019731" y="32685"/>
                  </a:lnTo>
                  <a:lnTo>
                    <a:pt x="6934947" y="21564"/>
                  </a:lnTo>
                  <a:lnTo>
                    <a:pt x="6862992" y="13122"/>
                  </a:lnTo>
                  <a:lnTo>
                    <a:pt x="6806417" y="7150"/>
                  </a:lnTo>
                  <a:lnTo>
                    <a:pt x="6766208" y="3312"/>
                  </a:lnTo>
                  <a:lnTo>
                    <a:pt x="6741518" y="1174"/>
                  </a:lnTo>
                  <a:lnTo>
                    <a:pt x="6729687" y="241"/>
                  </a:lnTo>
                  <a:lnTo>
                    <a:pt x="6726452" y="7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206" y="106"/>
                  </a:lnTo>
                  <a:lnTo>
                    <a:pt x="5249242" y="862"/>
                  </a:lnTo>
                  <a:lnTo>
                    <a:pt x="5236585" y="2949"/>
                  </a:lnTo>
                  <a:lnTo>
                    <a:pt x="5213603" y="7066"/>
                  </a:lnTo>
                  <a:lnTo>
                    <a:pt x="5178629" y="13890"/>
                  </a:lnTo>
                  <a:lnTo>
                    <a:pt x="5131072" y="24025"/>
                  </a:lnTo>
                  <a:lnTo>
                    <a:pt x="5071434" y="37955"/>
                  </a:lnTo>
                  <a:lnTo>
                    <a:pt x="5001187" y="56015"/>
                  </a:lnTo>
                  <a:lnTo>
                    <a:pt x="4922531" y="78386"/>
                  </a:lnTo>
                  <a:lnTo>
                    <a:pt x="4838067" y="105111"/>
                  </a:lnTo>
                  <a:lnTo>
                    <a:pt x="4750464" y="136148"/>
                  </a:lnTo>
                  <a:lnTo>
                    <a:pt x="4662186" y="171413"/>
                  </a:lnTo>
                  <a:lnTo>
                    <a:pt x="4575302" y="210835"/>
                  </a:lnTo>
                  <a:lnTo>
                    <a:pt x="4491399" y="254397"/>
                  </a:lnTo>
                  <a:lnTo>
                    <a:pt x="4411572" y="302171"/>
                  </a:lnTo>
                  <a:lnTo>
                    <a:pt x="4336470" y="354332"/>
                  </a:lnTo>
                  <a:lnTo>
                    <a:pt x="4266374" y="411170"/>
                  </a:lnTo>
                  <a:lnTo>
                    <a:pt x="4201277" y="473093"/>
                  </a:lnTo>
                  <a:lnTo>
                    <a:pt x="4140963" y="540619"/>
                  </a:lnTo>
                  <a:lnTo>
                    <a:pt x="4085075" y="614367"/>
                  </a:lnTo>
                  <a:lnTo>
                    <a:pt x="4033166" y="695041"/>
                  </a:lnTo>
                  <a:lnTo>
                    <a:pt x="3984740" y="783395"/>
                  </a:lnTo>
                  <a:lnTo>
                    <a:pt x="3939286" y="880188"/>
                  </a:lnTo>
                  <a:lnTo>
                    <a:pt x="3896297" y="986103"/>
                  </a:lnTo>
                  <a:lnTo>
                    <a:pt x="3855298" y="1101632"/>
                  </a:lnTo>
                  <a:lnTo>
                    <a:pt x="3829811" y="1180998"/>
                  </a:lnTo>
                  <a:lnTo>
                    <a:pt x="3804766" y="1264720"/>
                  </a:lnTo>
                  <a:lnTo>
                    <a:pt x="3780180" y="1352528"/>
                  </a:lnTo>
                  <a:lnTo>
                    <a:pt x="3755970" y="1444498"/>
                  </a:lnTo>
                  <a:lnTo>
                    <a:pt x="3732063" y="1540680"/>
                  </a:lnTo>
                  <a:lnTo>
                    <a:pt x="3708396" y="1641094"/>
                  </a:lnTo>
                  <a:lnTo>
                    <a:pt x="3684915" y="1745727"/>
                  </a:lnTo>
                  <a:lnTo>
                    <a:pt x="3661573" y="1854534"/>
                  </a:lnTo>
                  <a:lnTo>
                    <a:pt x="3638331" y="1967432"/>
                  </a:lnTo>
                  <a:lnTo>
                    <a:pt x="3615156" y="2084303"/>
                  </a:lnTo>
                  <a:lnTo>
                    <a:pt x="3592021" y="2204990"/>
                  </a:lnTo>
                  <a:lnTo>
                    <a:pt x="3568904" y="2329296"/>
                  </a:lnTo>
                  <a:lnTo>
                    <a:pt x="3545788" y="2456987"/>
                  </a:lnTo>
                  <a:lnTo>
                    <a:pt x="3522663" y="2587792"/>
                  </a:lnTo>
                  <a:lnTo>
                    <a:pt x="3499519" y="2721402"/>
                  </a:lnTo>
                  <a:lnTo>
                    <a:pt x="3476353" y="2857477"/>
                  </a:lnTo>
                  <a:lnTo>
                    <a:pt x="3453163" y="2995645"/>
                  </a:lnTo>
                  <a:lnTo>
                    <a:pt x="3429951" y="3135510"/>
                  </a:lnTo>
                  <a:lnTo>
                    <a:pt x="3406721" y="3276651"/>
                  </a:lnTo>
                  <a:lnTo>
                    <a:pt x="3383479" y="3418634"/>
                  </a:lnTo>
                  <a:lnTo>
                    <a:pt x="3360230" y="3561012"/>
                  </a:lnTo>
                  <a:lnTo>
                    <a:pt x="3336982" y="3703333"/>
                  </a:lnTo>
                  <a:lnTo>
                    <a:pt x="3313742" y="3845145"/>
                  </a:lnTo>
                  <a:lnTo>
                    <a:pt x="3290516" y="3986004"/>
                  </a:lnTo>
                  <a:lnTo>
                    <a:pt x="3267310" y="4125478"/>
                  </a:lnTo>
                  <a:lnTo>
                    <a:pt x="3244126" y="4263153"/>
                  </a:lnTo>
                  <a:lnTo>
                    <a:pt x="3220965" y="4398638"/>
                  </a:lnTo>
                  <a:lnTo>
                    <a:pt x="3197827" y="4531570"/>
                  </a:lnTo>
                  <a:lnTo>
                    <a:pt x="3174705" y="4661614"/>
                  </a:lnTo>
                  <a:lnTo>
                    <a:pt x="3151590" y="4788473"/>
                  </a:lnTo>
                  <a:lnTo>
                    <a:pt x="3128471" y="4911884"/>
                  </a:lnTo>
                  <a:lnTo>
                    <a:pt x="3105328" y="5031622"/>
                  </a:lnTo>
                  <a:lnTo>
                    <a:pt x="3082138" y="5147502"/>
                  </a:lnTo>
                  <a:lnTo>
                    <a:pt x="3058875" y="5259374"/>
                  </a:lnTo>
                  <a:lnTo>
                    <a:pt x="3035501" y="5367132"/>
                  </a:lnTo>
                  <a:lnTo>
                    <a:pt x="3011978" y="5470700"/>
                  </a:lnTo>
                  <a:lnTo>
                    <a:pt x="2988255" y="5570043"/>
                  </a:lnTo>
                  <a:lnTo>
                    <a:pt x="2964278" y="5665157"/>
                  </a:lnTo>
                  <a:lnTo>
                    <a:pt x="2939980" y="5756068"/>
                  </a:lnTo>
                  <a:lnTo>
                    <a:pt x="2915286" y="5842834"/>
                  </a:lnTo>
                  <a:lnTo>
                    <a:pt x="2896531" y="5904991"/>
                  </a:lnTo>
                  <a:lnTo>
                    <a:pt x="2856583" y="6026794"/>
                  </a:lnTo>
                  <a:lnTo>
                    <a:pt x="2814924" y="6138847"/>
                  </a:lnTo>
                  <a:lnTo>
                    <a:pt x="2771110" y="6241430"/>
                  </a:lnTo>
                  <a:lnTo>
                    <a:pt x="2724652" y="6335121"/>
                  </a:lnTo>
                  <a:lnTo>
                    <a:pt x="2675039" y="6420640"/>
                  </a:lnTo>
                  <a:lnTo>
                    <a:pt x="2621762" y="6498752"/>
                  </a:lnTo>
                  <a:lnTo>
                    <a:pt x="2564339" y="6570199"/>
                  </a:lnTo>
                  <a:lnTo>
                    <a:pt x="2502350" y="6635654"/>
                  </a:lnTo>
                  <a:lnTo>
                    <a:pt x="2435480" y="6695705"/>
                  </a:lnTo>
                  <a:lnTo>
                    <a:pt x="2363582" y="6750830"/>
                  </a:lnTo>
                  <a:lnTo>
                    <a:pt x="2286741" y="6801395"/>
                  </a:lnTo>
                  <a:lnTo>
                    <a:pt x="2205360" y="6847648"/>
                  </a:lnTo>
                  <a:lnTo>
                    <a:pt x="2120240" y="6889726"/>
                  </a:lnTo>
                  <a:lnTo>
                    <a:pt x="2032649" y="6927667"/>
                  </a:lnTo>
                  <a:lnTo>
                    <a:pt x="1944352" y="6961430"/>
                  </a:lnTo>
                  <a:lnTo>
                    <a:pt x="1857572" y="6990934"/>
                  </a:lnTo>
                  <a:lnTo>
                    <a:pt x="1774875" y="7016103"/>
                  </a:lnTo>
                  <a:lnTo>
                    <a:pt x="1698942" y="7036921"/>
                  </a:lnTo>
                  <a:lnTo>
                    <a:pt x="1632267" y="7053476"/>
                  </a:lnTo>
                  <a:lnTo>
                    <a:pt x="1576827" y="7066002"/>
                  </a:lnTo>
                  <a:lnTo>
                    <a:pt x="1533768" y="7074890"/>
                  </a:lnTo>
                  <a:lnTo>
                    <a:pt x="1503208" y="7080671"/>
                  </a:lnTo>
                  <a:lnTo>
                    <a:pt x="1484162" y="7083983"/>
                  </a:lnTo>
                  <a:lnTo>
                    <a:pt x="1474605" y="7085514"/>
                  </a:lnTo>
                  <a:lnTo>
                    <a:pt x="1471589" y="7085961"/>
                  </a:lnTo>
                  <a:lnTo>
                    <a:pt x="1471387" y="7085989"/>
                  </a:lnTo>
                  <a:lnTo>
                    <a:pt x="0" y="708598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63" name="pg1763"/>
            <p:cNvSpPr/>
            <p:nvPr/>
          </p:nvSpPr>
          <p:spPr>
            <a:xfrm>
              <a:off x="4799595" y="3541322"/>
              <a:ext cx="11981298" cy="6391284"/>
            </a:xfrm>
            <a:custGeom>
              <a:avLst/>
              <a:pathLst>
                <a:path w="11981298" h="6391284">
                  <a:moveTo>
                    <a:pt x="0" y="6391284"/>
                  </a:moveTo>
                  <a:lnTo>
                    <a:pt x="1471387" y="6391284"/>
                  </a:lnTo>
                  <a:lnTo>
                    <a:pt x="1472180" y="6391183"/>
                  </a:lnTo>
                  <a:lnTo>
                    <a:pt x="1477427" y="6390461"/>
                  </a:lnTo>
                  <a:lnTo>
                    <a:pt x="1490789" y="6388468"/>
                  </a:lnTo>
                  <a:lnTo>
                    <a:pt x="1515006" y="6384537"/>
                  </a:lnTo>
                  <a:lnTo>
                    <a:pt x="1551768" y="6378026"/>
                  </a:lnTo>
                  <a:lnTo>
                    <a:pt x="1601600" y="6368367"/>
                  </a:lnTo>
                  <a:lnTo>
                    <a:pt x="1663852" y="6355111"/>
                  </a:lnTo>
                  <a:lnTo>
                    <a:pt x="1736853" y="6337959"/>
                  </a:lnTo>
                  <a:lnTo>
                    <a:pt x="1818191" y="6316759"/>
                  </a:lnTo>
                  <a:lnTo>
                    <a:pt x="1905077" y="6291485"/>
                  </a:lnTo>
                  <a:lnTo>
                    <a:pt x="1994705" y="6262190"/>
                  </a:lnTo>
                  <a:lnTo>
                    <a:pt x="2084539" y="6228953"/>
                  </a:lnTo>
                  <a:lnTo>
                    <a:pt x="2172496" y="6191835"/>
                  </a:lnTo>
                  <a:lnTo>
                    <a:pt x="2257024" y="6150833"/>
                  </a:lnTo>
                  <a:lnTo>
                    <a:pt x="2337093" y="6105853"/>
                  </a:lnTo>
                  <a:lnTo>
                    <a:pt x="2412132" y="6056700"/>
                  </a:lnTo>
                  <a:lnTo>
                    <a:pt x="2481945" y="6003061"/>
                  </a:lnTo>
                  <a:lnTo>
                    <a:pt x="2546618" y="5944514"/>
                  </a:lnTo>
                  <a:lnTo>
                    <a:pt x="2606436" y="5880530"/>
                  </a:lnTo>
                  <a:lnTo>
                    <a:pt x="2661819" y="5810486"/>
                  </a:lnTo>
                  <a:lnTo>
                    <a:pt x="2713262" y="5733691"/>
                  </a:lnTo>
                  <a:lnTo>
                    <a:pt x="2761302" y="5649414"/>
                  </a:lnTo>
                  <a:lnTo>
                    <a:pt x="2806480" y="5556953"/>
                  </a:lnTo>
                  <a:lnTo>
                    <a:pt x="2849322" y="5455718"/>
                  </a:lnTo>
                  <a:lnTo>
                    <a:pt x="2890308" y="5345376"/>
                  </a:lnTo>
                  <a:lnTo>
                    <a:pt x="2896531" y="5327432"/>
                  </a:lnTo>
                  <a:lnTo>
                    <a:pt x="2922848" y="5248045"/>
                  </a:lnTo>
                  <a:lnTo>
                    <a:pt x="2948663" y="5164585"/>
                  </a:lnTo>
                  <a:lnTo>
                    <a:pt x="2974072" y="5076974"/>
                  </a:lnTo>
                  <a:lnTo>
                    <a:pt x="2999157" y="4985166"/>
                  </a:lnTo>
                  <a:lnTo>
                    <a:pt x="3023989" y="4889144"/>
                  </a:lnTo>
                  <a:lnTo>
                    <a:pt x="3048630" y="4788929"/>
                  </a:lnTo>
                  <a:lnTo>
                    <a:pt x="3073131" y="4684581"/>
                  </a:lnTo>
                  <a:lnTo>
                    <a:pt x="3097535" y="4576198"/>
                  </a:lnTo>
                  <a:lnTo>
                    <a:pt x="3121878" y="4463918"/>
                  </a:lnTo>
                  <a:lnTo>
                    <a:pt x="3146189" y="4347926"/>
                  </a:lnTo>
                  <a:lnTo>
                    <a:pt x="3170490" y="4228446"/>
                  </a:lnTo>
                  <a:lnTo>
                    <a:pt x="3194797" y="4105743"/>
                  </a:lnTo>
                  <a:lnTo>
                    <a:pt x="3219122" y="3980126"/>
                  </a:lnTo>
                  <a:lnTo>
                    <a:pt x="3243470" y="3851938"/>
                  </a:lnTo>
                  <a:lnTo>
                    <a:pt x="3267844" y="3721559"/>
                  </a:lnTo>
                  <a:lnTo>
                    <a:pt x="3292243" y="3589399"/>
                  </a:lnTo>
                  <a:lnTo>
                    <a:pt x="3316662" y="3455891"/>
                  </a:lnTo>
                  <a:lnTo>
                    <a:pt x="3341097" y="3321490"/>
                  </a:lnTo>
                  <a:lnTo>
                    <a:pt x="3365539" y="3186662"/>
                  </a:lnTo>
                  <a:lnTo>
                    <a:pt x="3389980" y="3051880"/>
                  </a:lnTo>
                  <a:lnTo>
                    <a:pt x="3414412" y="2917616"/>
                  </a:lnTo>
                  <a:lnTo>
                    <a:pt x="3438828" y="2784334"/>
                  </a:lnTo>
                  <a:lnTo>
                    <a:pt x="3463223" y="2652486"/>
                  </a:lnTo>
                  <a:lnTo>
                    <a:pt x="3487592" y="2522501"/>
                  </a:lnTo>
                  <a:lnTo>
                    <a:pt x="3511935" y="2394782"/>
                  </a:lnTo>
                  <a:lnTo>
                    <a:pt x="3536255" y="2269704"/>
                  </a:lnTo>
                  <a:lnTo>
                    <a:pt x="3560560" y="2147603"/>
                  </a:lnTo>
                  <a:lnTo>
                    <a:pt x="3584861" y="2028778"/>
                  </a:lnTo>
                  <a:lnTo>
                    <a:pt x="3609177" y="1913489"/>
                  </a:lnTo>
                  <a:lnTo>
                    <a:pt x="3633529" y="1801952"/>
                  </a:lnTo>
                  <a:lnTo>
                    <a:pt x="3657949" y="1694341"/>
                  </a:lnTo>
                  <a:lnTo>
                    <a:pt x="3682474" y="1590787"/>
                  </a:lnTo>
                  <a:lnTo>
                    <a:pt x="3707147" y="1491381"/>
                  </a:lnTo>
                  <a:lnTo>
                    <a:pt x="3732024" y="1396175"/>
                  </a:lnTo>
                  <a:lnTo>
                    <a:pt x="3757165" y="1305182"/>
                  </a:lnTo>
                  <a:lnTo>
                    <a:pt x="3782646" y="1218380"/>
                  </a:lnTo>
                  <a:lnTo>
                    <a:pt x="3808550" y="1135716"/>
                  </a:lnTo>
                  <a:lnTo>
                    <a:pt x="3829811" y="1072024"/>
                  </a:lnTo>
                  <a:lnTo>
                    <a:pt x="3870548" y="960265"/>
                  </a:lnTo>
                  <a:lnTo>
                    <a:pt x="3913072" y="857630"/>
                  </a:lnTo>
                  <a:lnTo>
                    <a:pt x="3957854" y="763841"/>
                  </a:lnTo>
                  <a:lnTo>
                    <a:pt x="4005414" y="678338"/>
                  </a:lnTo>
                  <a:lnTo>
                    <a:pt x="4056293" y="600430"/>
                  </a:lnTo>
                  <a:lnTo>
                    <a:pt x="4111031" y="529385"/>
                  </a:lnTo>
                  <a:lnTo>
                    <a:pt x="4170131" y="464503"/>
                  </a:lnTo>
                  <a:lnTo>
                    <a:pt x="4234027" y="405150"/>
                  </a:lnTo>
                  <a:lnTo>
                    <a:pt x="4303030" y="350780"/>
                  </a:lnTo>
                  <a:lnTo>
                    <a:pt x="4377263" y="300953"/>
                  </a:lnTo>
                  <a:lnTo>
                    <a:pt x="4456578" y="255341"/>
                  </a:lnTo>
                  <a:lnTo>
                    <a:pt x="4540469" y="213730"/>
                  </a:lnTo>
                  <a:lnTo>
                    <a:pt x="4627982" y="176011"/>
                  </a:lnTo>
                  <a:lnTo>
                    <a:pt x="4717648" y="142170"/>
                  </a:lnTo>
                  <a:lnTo>
                    <a:pt x="4807465" y="112257"/>
                  </a:lnTo>
                  <a:lnTo>
                    <a:pt x="4894956" y="86354"/>
                  </a:lnTo>
                  <a:lnTo>
                    <a:pt x="4977342" y="64521"/>
                  </a:lnTo>
                  <a:lnTo>
                    <a:pt x="5051809" y="46747"/>
                  </a:lnTo>
                  <a:lnTo>
                    <a:pt x="5115862" y="32902"/>
                  </a:lnTo>
                  <a:lnTo>
                    <a:pt x="5167693" y="22711"/>
                  </a:lnTo>
                  <a:lnTo>
                    <a:pt x="5206480" y="15746"/>
                  </a:lnTo>
                  <a:lnTo>
                    <a:pt x="5232562" y="11455"/>
                  </a:lnTo>
                  <a:lnTo>
                    <a:pt x="5247453" y="9205"/>
                  </a:lnTo>
                  <a:lnTo>
                    <a:pt x="5253743" y="8329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241" y="8258"/>
                  </a:lnTo>
                  <a:lnTo>
                    <a:pt x="6733176" y="8864"/>
                  </a:lnTo>
                  <a:lnTo>
                    <a:pt x="6748239" y="10540"/>
                  </a:lnTo>
                  <a:lnTo>
                    <a:pt x="6775421" y="13844"/>
                  </a:lnTo>
                  <a:lnTo>
                    <a:pt x="6816445" y="19308"/>
                  </a:lnTo>
                  <a:lnTo>
                    <a:pt x="6871642" y="27390"/>
                  </a:lnTo>
                  <a:lnTo>
                    <a:pt x="6939977" y="38440"/>
                  </a:lnTo>
                  <a:lnTo>
                    <a:pt x="7019279" y="52672"/>
                  </a:lnTo>
                  <a:lnTo>
                    <a:pt x="7106626" y="70177"/>
                  </a:lnTo>
                  <a:lnTo>
                    <a:pt x="7198803" y="90948"/>
                  </a:lnTo>
                  <a:lnTo>
                    <a:pt x="7292718" y="114925"/>
                  </a:lnTo>
                  <a:lnTo>
                    <a:pt x="7385708" y="142046"/>
                  </a:lnTo>
                  <a:lnTo>
                    <a:pt x="7475704" y="172283"/>
                  </a:lnTo>
                  <a:lnTo>
                    <a:pt x="7561271" y="205677"/>
                  </a:lnTo>
                  <a:lnTo>
                    <a:pt x="7641554" y="242357"/>
                  </a:lnTo>
                  <a:lnTo>
                    <a:pt x="7716183" y="282549"/>
                  </a:lnTo>
                  <a:lnTo>
                    <a:pt x="7785162" y="326576"/>
                  </a:lnTo>
                  <a:lnTo>
                    <a:pt x="7848759" y="374858"/>
                  </a:lnTo>
                  <a:lnTo>
                    <a:pt x="7907419" y="427900"/>
                  </a:lnTo>
                  <a:lnTo>
                    <a:pt x="7961691" y="486274"/>
                  </a:lnTo>
                  <a:lnTo>
                    <a:pt x="8012181" y="550588"/>
                  </a:lnTo>
                  <a:lnTo>
                    <a:pt x="8059504" y="621439"/>
                  </a:lnTo>
                  <a:lnTo>
                    <a:pt x="8104257" y="699328"/>
                  </a:lnTo>
                  <a:lnTo>
                    <a:pt x="8146990" y="784540"/>
                  </a:lnTo>
                  <a:lnTo>
                    <a:pt x="8151487" y="794143"/>
                  </a:lnTo>
                  <a:lnTo>
                    <a:pt x="8181772" y="862005"/>
                  </a:lnTo>
                  <a:lnTo>
                    <a:pt x="8211411" y="933877"/>
                  </a:lnTo>
                  <a:lnTo>
                    <a:pt x="8240545" y="1009840"/>
                  </a:lnTo>
                  <a:lnTo>
                    <a:pt x="8269293" y="1089933"/>
                  </a:lnTo>
                  <a:lnTo>
                    <a:pt x="8297757" y="1174151"/>
                  </a:lnTo>
                  <a:lnTo>
                    <a:pt x="8326019" y="1262443"/>
                  </a:lnTo>
                  <a:lnTo>
                    <a:pt x="8354148" y="1354704"/>
                  </a:lnTo>
                  <a:lnTo>
                    <a:pt x="8382199" y="1450776"/>
                  </a:lnTo>
                  <a:lnTo>
                    <a:pt x="8410213" y="1550446"/>
                  </a:lnTo>
                  <a:lnTo>
                    <a:pt x="8438223" y="1653446"/>
                  </a:lnTo>
                  <a:lnTo>
                    <a:pt x="8466250" y="1759453"/>
                  </a:lnTo>
                  <a:lnTo>
                    <a:pt x="8494306" y="1868095"/>
                  </a:lnTo>
                  <a:lnTo>
                    <a:pt x="8522396" y="1978951"/>
                  </a:lnTo>
                  <a:lnTo>
                    <a:pt x="8550519" y="2091561"/>
                  </a:lnTo>
                  <a:lnTo>
                    <a:pt x="8578669" y="2205434"/>
                  </a:lnTo>
                  <a:lnTo>
                    <a:pt x="8606835" y="2320053"/>
                  </a:lnTo>
                  <a:lnTo>
                    <a:pt x="8635007" y="2434886"/>
                  </a:lnTo>
                  <a:lnTo>
                    <a:pt x="8663171" y="2549399"/>
                  </a:lnTo>
                  <a:lnTo>
                    <a:pt x="8691316" y="2663062"/>
                  </a:lnTo>
                  <a:lnTo>
                    <a:pt x="8719433" y="2775363"/>
                  </a:lnTo>
                  <a:lnTo>
                    <a:pt x="8747516" y="2885815"/>
                  </a:lnTo>
                  <a:lnTo>
                    <a:pt x="8775566" y="2993965"/>
                  </a:lnTo>
                  <a:lnTo>
                    <a:pt x="8803588" y="3099404"/>
                  </a:lnTo>
                  <a:lnTo>
                    <a:pt x="8831597" y="3201767"/>
                  </a:lnTo>
                  <a:lnTo>
                    <a:pt x="8859616" y="3300743"/>
                  </a:lnTo>
                  <a:lnTo>
                    <a:pt x="8887678" y="3396074"/>
                  </a:lnTo>
                  <a:lnTo>
                    <a:pt x="8915829" y="3487558"/>
                  </a:lnTo>
                  <a:lnTo>
                    <a:pt x="8944125" y="3575049"/>
                  </a:lnTo>
                  <a:lnTo>
                    <a:pt x="8972638" y="3658451"/>
                  </a:lnTo>
                  <a:lnTo>
                    <a:pt x="9001454" y="3737724"/>
                  </a:lnTo>
                  <a:lnTo>
                    <a:pt x="9030678" y="3812870"/>
                  </a:lnTo>
                  <a:lnTo>
                    <a:pt x="9060433" y="3883939"/>
                  </a:lnTo>
                  <a:lnTo>
                    <a:pt x="9084767" y="3938023"/>
                  </a:lnTo>
                  <a:lnTo>
                    <a:pt x="9127311" y="4024025"/>
                  </a:lnTo>
                  <a:lnTo>
                    <a:pt x="9171823" y="4102693"/>
                  </a:lnTo>
                  <a:lnTo>
                    <a:pt x="9218841" y="4174280"/>
                  </a:lnTo>
                  <a:lnTo>
                    <a:pt x="9268960" y="4239269"/>
                  </a:lnTo>
                  <a:lnTo>
                    <a:pt x="9322797" y="4298253"/>
                  </a:lnTo>
                  <a:lnTo>
                    <a:pt x="9380957" y="4351840"/>
                  </a:lnTo>
                  <a:lnTo>
                    <a:pt x="9443999" y="4400609"/>
                  </a:lnTo>
                  <a:lnTo>
                    <a:pt x="9512382" y="4445071"/>
                  </a:lnTo>
                  <a:lnTo>
                    <a:pt x="9586398" y="4485658"/>
                  </a:lnTo>
                  <a:lnTo>
                    <a:pt x="9666083" y="4522703"/>
                  </a:lnTo>
                  <a:lnTo>
                    <a:pt x="9751113" y="4556443"/>
                  </a:lnTo>
                  <a:lnTo>
                    <a:pt x="9840690" y="4587016"/>
                  </a:lnTo>
                  <a:lnTo>
                    <a:pt x="9933446" y="4614472"/>
                  </a:lnTo>
                  <a:lnTo>
                    <a:pt x="10027380" y="4638791"/>
                  </a:lnTo>
                  <a:lnTo>
                    <a:pt x="10119887" y="4659910"/>
                  </a:lnTo>
                  <a:lnTo>
                    <a:pt x="10207909" y="4677767"/>
                  </a:lnTo>
                  <a:lnTo>
                    <a:pt x="10288225" y="4692349"/>
                  </a:lnTo>
                  <a:lnTo>
                    <a:pt x="10357862" y="4703734"/>
                  </a:lnTo>
                  <a:lnTo>
                    <a:pt x="10414544" y="4712121"/>
                  </a:lnTo>
                  <a:lnTo>
                    <a:pt x="10457102" y="4717846"/>
                  </a:lnTo>
                  <a:lnTo>
                    <a:pt x="10485714" y="4721357"/>
                  </a:lnTo>
                  <a:lnTo>
                    <a:pt x="10501958" y="4723182"/>
                  </a:lnTo>
                  <a:lnTo>
                    <a:pt x="10508697" y="4723877"/>
                  </a:lnTo>
                  <a:lnTo>
                    <a:pt x="10509911" y="4723993"/>
                  </a:lnTo>
                  <a:lnTo>
                    <a:pt x="11981298" y="4723993"/>
                  </a:lnTo>
                  <a:lnTo>
                    <a:pt x="11981298" y="4715820"/>
                  </a:lnTo>
                  <a:lnTo>
                    <a:pt x="10509911" y="4715820"/>
                  </a:lnTo>
                  <a:lnTo>
                    <a:pt x="10509012" y="4715734"/>
                  </a:lnTo>
                  <a:lnTo>
                    <a:pt x="10503077" y="4715128"/>
                  </a:lnTo>
                  <a:lnTo>
                    <a:pt x="10488014" y="4713452"/>
                  </a:lnTo>
                  <a:lnTo>
                    <a:pt x="10460832" y="4710148"/>
                  </a:lnTo>
                  <a:lnTo>
                    <a:pt x="10419808" y="4704685"/>
                  </a:lnTo>
                  <a:lnTo>
                    <a:pt x="10364611" y="4696602"/>
                  </a:lnTo>
                  <a:lnTo>
                    <a:pt x="10296276" y="4685552"/>
                  </a:lnTo>
                  <a:lnTo>
                    <a:pt x="10216974" y="4671320"/>
                  </a:lnTo>
                  <a:lnTo>
                    <a:pt x="10129627" y="4653815"/>
                  </a:lnTo>
                  <a:lnTo>
                    <a:pt x="10037450" y="4633044"/>
                  </a:lnTo>
                  <a:lnTo>
                    <a:pt x="9943535" y="4609067"/>
                  </a:lnTo>
                  <a:lnTo>
                    <a:pt x="9850545" y="4581946"/>
                  </a:lnTo>
                  <a:lnTo>
                    <a:pt x="9760549" y="4551709"/>
                  </a:lnTo>
                  <a:lnTo>
                    <a:pt x="9674982" y="4518315"/>
                  </a:lnTo>
                  <a:lnTo>
                    <a:pt x="9594700" y="4481635"/>
                  </a:lnTo>
                  <a:lnTo>
                    <a:pt x="9520070" y="4441443"/>
                  </a:lnTo>
                  <a:lnTo>
                    <a:pt x="9451091" y="4397416"/>
                  </a:lnTo>
                  <a:lnTo>
                    <a:pt x="9387494" y="4349134"/>
                  </a:lnTo>
                  <a:lnTo>
                    <a:pt x="9328834" y="4296092"/>
                  </a:lnTo>
                  <a:lnTo>
                    <a:pt x="9274562" y="4237718"/>
                  </a:lnTo>
                  <a:lnTo>
                    <a:pt x="9224072" y="4173404"/>
                  </a:lnTo>
                  <a:lnTo>
                    <a:pt x="9176750" y="4102553"/>
                  </a:lnTo>
                  <a:lnTo>
                    <a:pt x="9131996" y="4024664"/>
                  </a:lnTo>
                  <a:lnTo>
                    <a:pt x="9089263" y="3939452"/>
                  </a:lnTo>
                  <a:lnTo>
                    <a:pt x="9084767" y="3929850"/>
                  </a:lnTo>
                  <a:lnTo>
                    <a:pt x="9054481" y="3861987"/>
                  </a:lnTo>
                  <a:lnTo>
                    <a:pt x="9024842" y="3790115"/>
                  </a:lnTo>
                  <a:lnTo>
                    <a:pt x="8995708" y="3714152"/>
                  </a:lnTo>
                  <a:lnTo>
                    <a:pt x="8966960" y="3634059"/>
                  </a:lnTo>
                  <a:lnTo>
                    <a:pt x="8938497" y="3549841"/>
                  </a:lnTo>
                  <a:lnTo>
                    <a:pt x="8910234" y="3461549"/>
                  </a:lnTo>
                  <a:lnTo>
                    <a:pt x="8882105" y="3369288"/>
                  </a:lnTo>
                  <a:lnTo>
                    <a:pt x="8854055" y="3273216"/>
                  </a:lnTo>
                  <a:lnTo>
                    <a:pt x="8826040" y="3173546"/>
                  </a:lnTo>
                  <a:lnTo>
                    <a:pt x="8798030" y="3070546"/>
                  </a:lnTo>
                  <a:lnTo>
                    <a:pt x="8770003" y="2964539"/>
                  </a:lnTo>
                  <a:lnTo>
                    <a:pt x="8741947" y="2855897"/>
                  </a:lnTo>
                  <a:lnTo>
                    <a:pt x="8713857" y="2745041"/>
                  </a:lnTo>
                  <a:lnTo>
                    <a:pt x="8685734" y="2632431"/>
                  </a:lnTo>
                  <a:lnTo>
                    <a:pt x="8657585" y="2518558"/>
                  </a:lnTo>
                  <a:lnTo>
                    <a:pt x="8629418" y="2403939"/>
                  </a:lnTo>
                  <a:lnTo>
                    <a:pt x="8601246" y="2289106"/>
                  </a:lnTo>
                  <a:lnTo>
                    <a:pt x="8573082" y="2174593"/>
                  </a:lnTo>
                  <a:lnTo>
                    <a:pt x="8544937" y="2060930"/>
                  </a:lnTo>
                  <a:lnTo>
                    <a:pt x="8516820" y="1948629"/>
                  </a:lnTo>
                  <a:lnTo>
                    <a:pt x="8488737" y="1838177"/>
                  </a:lnTo>
                  <a:lnTo>
                    <a:pt x="8460688" y="1730027"/>
                  </a:lnTo>
                  <a:lnTo>
                    <a:pt x="8432665" y="1624588"/>
                  </a:lnTo>
                  <a:lnTo>
                    <a:pt x="8404657" y="1522225"/>
                  </a:lnTo>
                  <a:lnTo>
                    <a:pt x="8376637" y="1423249"/>
                  </a:lnTo>
                  <a:lnTo>
                    <a:pt x="8348575" y="1327918"/>
                  </a:lnTo>
                  <a:lnTo>
                    <a:pt x="8320424" y="1236434"/>
                  </a:lnTo>
                  <a:lnTo>
                    <a:pt x="8292128" y="1148943"/>
                  </a:lnTo>
                  <a:lnTo>
                    <a:pt x="8263615" y="1065541"/>
                  </a:lnTo>
                  <a:lnTo>
                    <a:pt x="8234799" y="986268"/>
                  </a:lnTo>
                  <a:lnTo>
                    <a:pt x="8205575" y="911122"/>
                  </a:lnTo>
                  <a:lnTo>
                    <a:pt x="8175820" y="840053"/>
                  </a:lnTo>
                  <a:lnTo>
                    <a:pt x="8151487" y="785970"/>
                  </a:lnTo>
                  <a:lnTo>
                    <a:pt x="8108942" y="699967"/>
                  </a:lnTo>
                  <a:lnTo>
                    <a:pt x="8064430" y="621299"/>
                  </a:lnTo>
                  <a:lnTo>
                    <a:pt x="8017412" y="549712"/>
                  </a:lnTo>
                  <a:lnTo>
                    <a:pt x="7967293" y="484723"/>
                  </a:lnTo>
                  <a:lnTo>
                    <a:pt x="7913457" y="425739"/>
                  </a:lnTo>
                  <a:lnTo>
                    <a:pt x="7855297" y="372152"/>
                  </a:lnTo>
                  <a:lnTo>
                    <a:pt x="7792254" y="323383"/>
                  </a:lnTo>
                  <a:lnTo>
                    <a:pt x="7723871" y="278921"/>
                  </a:lnTo>
                  <a:lnTo>
                    <a:pt x="7649855" y="238334"/>
                  </a:lnTo>
                  <a:lnTo>
                    <a:pt x="7570170" y="201289"/>
                  </a:lnTo>
                  <a:lnTo>
                    <a:pt x="7485141" y="167549"/>
                  </a:lnTo>
                  <a:lnTo>
                    <a:pt x="7395563" y="136976"/>
                  </a:lnTo>
                  <a:lnTo>
                    <a:pt x="7302807" y="109520"/>
                  </a:lnTo>
                  <a:lnTo>
                    <a:pt x="7208873" y="85201"/>
                  </a:lnTo>
                  <a:lnTo>
                    <a:pt x="7116367" y="64082"/>
                  </a:lnTo>
                  <a:lnTo>
                    <a:pt x="7028344" y="46225"/>
                  </a:lnTo>
                  <a:lnTo>
                    <a:pt x="6948028" y="31643"/>
                  </a:lnTo>
                  <a:lnTo>
                    <a:pt x="6878392" y="20258"/>
                  </a:lnTo>
                  <a:lnTo>
                    <a:pt x="6821709" y="11871"/>
                  </a:lnTo>
                  <a:lnTo>
                    <a:pt x="6779151" y="6146"/>
                  </a:lnTo>
                  <a:lnTo>
                    <a:pt x="6750539" y="2635"/>
                  </a:lnTo>
                  <a:lnTo>
                    <a:pt x="6734296" y="810"/>
                  </a:lnTo>
                  <a:lnTo>
                    <a:pt x="6727557" y="115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163" y="101"/>
                  </a:lnTo>
                  <a:lnTo>
                    <a:pt x="5248915" y="823"/>
                  </a:lnTo>
                  <a:lnTo>
                    <a:pt x="5235553" y="2816"/>
                  </a:lnTo>
                  <a:lnTo>
                    <a:pt x="5211336" y="6747"/>
                  </a:lnTo>
                  <a:lnTo>
                    <a:pt x="5174574" y="13258"/>
                  </a:lnTo>
                  <a:lnTo>
                    <a:pt x="5124742" y="22917"/>
                  </a:lnTo>
                  <a:lnTo>
                    <a:pt x="5062490" y="36173"/>
                  </a:lnTo>
                  <a:lnTo>
                    <a:pt x="4989489" y="53325"/>
                  </a:lnTo>
                  <a:lnTo>
                    <a:pt x="4908151" y="74524"/>
                  </a:lnTo>
                  <a:lnTo>
                    <a:pt x="4821265" y="99799"/>
                  </a:lnTo>
                  <a:lnTo>
                    <a:pt x="4731637" y="129094"/>
                  </a:lnTo>
                  <a:lnTo>
                    <a:pt x="4641804" y="162330"/>
                  </a:lnTo>
                  <a:lnTo>
                    <a:pt x="4553846" y="199449"/>
                  </a:lnTo>
                  <a:lnTo>
                    <a:pt x="4469318" y="240451"/>
                  </a:lnTo>
                  <a:lnTo>
                    <a:pt x="4389249" y="285430"/>
                  </a:lnTo>
                  <a:lnTo>
                    <a:pt x="4314210" y="334584"/>
                  </a:lnTo>
                  <a:lnTo>
                    <a:pt x="4244397" y="388223"/>
                  </a:lnTo>
                  <a:lnTo>
                    <a:pt x="4179725" y="446770"/>
                  </a:lnTo>
                  <a:lnTo>
                    <a:pt x="4119906" y="510754"/>
                  </a:lnTo>
                  <a:lnTo>
                    <a:pt x="4064524" y="580797"/>
                  </a:lnTo>
                  <a:lnTo>
                    <a:pt x="4013080" y="657593"/>
                  </a:lnTo>
                  <a:lnTo>
                    <a:pt x="3965041" y="741869"/>
                  </a:lnTo>
                  <a:lnTo>
                    <a:pt x="3919862" y="834330"/>
                  </a:lnTo>
                  <a:lnTo>
                    <a:pt x="3877020" y="935566"/>
                  </a:lnTo>
                  <a:lnTo>
                    <a:pt x="3836034" y="1045907"/>
                  </a:lnTo>
                  <a:lnTo>
                    <a:pt x="3829811" y="1063851"/>
                  </a:lnTo>
                  <a:lnTo>
                    <a:pt x="3803494" y="1143239"/>
                  </a:lnTo>
                  <a:lnTo>
                    <a:pt x="3777679" y="1226699"/>
                  </a:lnTo>
                  <a:lnTo>
                    <a:pt x="3752270" y="1314309"/>
                  </a:lnTo>
                  <a:lnTo>
                    <a:pt x="3727186" y="1406118"/>
                  </a:lnTo>
                  <a:lnTo>
                    <a:pt x="3702353" y="1502140"/>
                  </a:lnTo>
                  <a:lnTo>
                    <a:pt x="3677712" y="1602354"/>
                  </a:lnTo>
                  <a:lnTo>
                    <a:pt x="3653211" y="1706703"/>
                  </a:lnTo>
                  <a:lnTo>
                    <a:pt x="3628807" y="1815086"/>
                  </a:lnTo>
                  <a:lnTo>
                    <a:pt x="3604464" y="1927365"/>
                  </a:lnTo>
                  <a:lnTo>
                    <a:pt x="3580153" y="2043357"/>
                  </a:lnTo>
                  <a:lnTo>
                    <a:pt x="3555852" y="2162838"/>
                  </a:lnTo>
                  <a:lnTo>
                    <a:pt x="3531545" y="2285541"/>
                  </a:lnTo>
                  <a:lnTo>
                    <a:pt x="3507220" y="2411158"/>
                  </a:lnTo>
                  <a:lnTo>
                    <a:pt x="3482872" y="2539346"/>
                  </a:lnTo>
                  <a:lnTo>
                    <a:pt x="3458498" y="2669724"/>
                  </a:lnTo>
                  <a:lnTo>
                    <a:pt x="3434100" y="2801885"/>
                  </a:lnTo>
                  <a:lnTo>
                    <a:pt x="3409680" y="2935392"/>
                  </a:lnTo>
                  <a:lnTo>
                    <a:pt x="3385245" y="3069793"/>
                  </a:lnTo>
                  <a:lnTo>
                    <a:pt x="3360803" y="3204622"/>
                  </a:lnTo>
                  <a:lnTo>
                    <a:pt x="3336362" y="3339404"/>
                  </a:lnTo>
                  <a:lnTo>
                    <a:pt x="3311930" y="3473668"/>
                  </a:lnTo>
                  <a:lnTo>
                    <a:pt x="3287514" y="3606949"/>
                  </a:lnTo>
                  <a:lnTo>
                    <a:pt x="3263120" y="3738798"/>
                  </a:lnTo>
                  <a:lnTo>
                    <a:pt x="3238751" y="3868783"/>
                  </a:lnTo>
                  <a:lnTo>
                    <a:pt x="3214407" y="3996501"/>
                  </a:lnTo>
                  <a:lnTo>
                    <a:pt x="3190087" y="4121580"/>
                  </a:lnTo>
                  <a:lnTo>
                    <a:pt x="3165782" y="4243681"/>
                  </a:lnTo>
                  <a:lnTo>
                    <a:pt x="3141481" y="4362505"/>
                  </a:lnTo>
                  <a:lnTo>
                    <a:pt x="3117166" y="4477794"/>
                  </a:lnTo>
                  <a:lnTo>
                    <a:pt x="3092813" y="4589332"/>
                  </a:lnTo>
                  <a:lnTo>
                    <a:pt x="3068393" y="4696943"/>
                  </a:lnTo>
                  <a:lnTo>
                    <a:pt x="3043868" y="4800497"/>
                  </a:lnTo>
                  <a:lnTo>
                    <a:pt x="3019195" y="4899902"/>
                  </a:lnTo>
                  <a:lnTo>
                    <a:pt x="2994319" y="4995108"/>
                  </a:lnTo>
                  <a:lnTo>
                    <a:pt x="2969177" y="5086102"/>
                  </a:lnTo>
                  <a:lnTo>
                    <a:pt x="2943696" y="5172903"/>
                  </a:lnTo>
                  <a:lnTo>
                    <a:pt x="2917792" y="5255567"/>
                  </a:lnTo>
                  <a:lnTo>
                    <a:pt x="2896531" y="5319259"/>
                  </a:lnTo>
                  <a:lnTo>
                    <a:pt x="2855794" y="5431018"/>
                  </a:lnTo>
                  <a:lnTo>
                    <a:pt x="2813270" y="5533654"/>
                  </a:lnTo>
                  <a:lnTo>
                    <a:pt x="2768488" y="5627443"/>
                  </a:lnTo>
                  <a:lnTo>
                    <a:pt x="2720928" y="5712945"/>
                  </a:lnTo>
                  <a:lnTo>
                    <a:pt x="2670049" y="5790854"/>
                  </a:lnTo>
                  <a:lnTo>
                    <a:pt x="2615312" y="5861899"/>
                  </a:lnTo>
                  <a:lnTo>
                    <a:pt x="2556212" y="5926780"/>
                  </a:lnTo>
                  <a:lnTo>
                    <a:pt x="2492315" y="5986134"/>
                  </a:lnTo>
                  <a:lnTo>
                    <a:pt x="2423312" y="6040504"/>
                  </a:lnTo>
                  <a:lnTo>
                    <a:pt x="2349079" y="6090331"/>
                  </a:lnTo>
                  <a:lnTo>
                    <a:pt x="2269764" y="6135942"/>
                  </a:lnTo>
                  <a:lnTo>
                    <a:pt x="2185873" y="6177554"/>
                  </a:lnTo>
                  <a:lnTo>
                    <a:pt x="2098360" y="6215272"/>
                  </a:lnTo>
                  <a:lnTo>
                    <a:pt x="2008694" y="6249114"/>
                  </a:lnTo>
                  <a:lnTo>
                    <a:pt x="1918877" y="6279027"/>
                  </a:lnTo>
                  <a:lnTo>
                    <a:pt x="1831386" y="6304930"/>
                  </a:lnTo>
                  <a:lnTo>
                    <a:pt x="1749000" y="6326763"/>
                  </a:lnTo>
                  <a:lnTo>
                    <a:pt x="1674533" y="6344537"/>
                  </a:lnTo>
                  <a:lnTo>
                    <a:pt x="1610480" y="6358381"/>
                  </a:lnTo>
                  <a:lnTo>
                    <a:pt x="1558649" y="6368573"/>
                  </a:lnTo>
                  <a:lnTo>
                    <a:pt x="1519862" y="6375538"/>
                  </a:lnTo>
                  <a:lnTo>
                    <a:pt x="1493781" y="6379828"/>
                  </a:lnTo>
                  <a:lnTo>
                    <a:pt x="1478889" y="6382079"/>
                  </a:lnTo>
                  <a:lnTo>
                    <a:pt x="1472600" y="6382954"/>
                  </a:lnTo>
                  <a:lnTo>
                    <a:pt x="1471387" y="6383111"/>
                  </a:lnTo>
                  <a:lnTo>
                    <a:pt x="0" y="6383111"/>
                  </a:lnTo>
                  <a:close/>
                </a:path>
              </a:pathLst>
            </a:custGeom>
            <a:solidFill>
              <a:srgbClr val="9E9E9E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764" name="pl1764"/>
            <p:cNvSpPr/>
            <p:nvPr/>
          </p:nvSpPr>
          <p:spPr>
            <a:xfrm>
              <a:off x="4799595" y="3549495"/>
              <a:ext cx="11981298" cy="6383111"/>
            </a:xfrm>
            <a:custGeom>
              <a:avLst/>
              <a:pathLst>
                <a:path w="11981298" h="6383111">
                  <a:moveTo>
                    <a:pt x="0" y="6383111"/>
                  </a:moveTo>
                  <a:lnTo>
                    <a:pt x="1471387" y="6383111"/>
                  </a:lnTo>
                  <a:lnTo>
                    <a:pt x="1472180" y="6383010"/>
                  </a:lnTo>
                  <a:lnTo>
                    <a:pt x="1477427" y="6382288"/>
                  </a:lnTo>
                  <a:lnTo>
                    <a:pt x="1490789" y="6380295"/>
                  </a:lnTo>
                  <a:lnTo>
                    <a:pt x="1515006" y="6376364"/>
                  </a:lnTo>
                  <a:lnTo>
                    <a:pt x="1551768" y="6369853"/>
                  </a:lnTo>
                  <a:lnTo>
                    <a:pt x="1601600" y="6360194"/>
                  </a:lnTo>
                  <a:lnTo>
                    <a:pt x="1663852" y="6346938"/>
                  </a:lnTo>
                  <a:lnTo>
                    <a:pt x="1736853" y="6329786"/>
                  </a:lnTo>
                  <a:lnTo>
                    <a:pt x="1818191" y="6308586"/>
                  </a:lnTo>
                  <a:lnTo>
                    <a:pt x="1905077" y="6283312"/>
                  </a:lnTo>
                  <a:lnTo>
                    <a:pt x="1994705" y="6254017"/>
                  </a:lnTo>
                  <a:lnTo>
                    <a:pt x="2084539" y="6220780"/>
                  </a:lnTo>
                  <a:lnTo>
                    <a:pt x="2172496" y="6183662"/>
                  </a:lnTo>
                  <a:lnTo>
                    <a:pt x="2257024" y="6142660"/>
                  </a:lnTo>
                  <a:lnTo>
                    <a:pt x="2337093" y="6097680"/>
                  </a:lnTo>
                  <a:lnTo>
                    <a:pt x="2412132" y="6048527"/>
                  </a:lnTo>
                  <a:lnTo>
                    <a:pt x="2481945" y="5994888"/>
                  </a:lnTo>
                  <a:lnTo>
                    <a:pt x="2546618" y="5936341"/>
                  </a:lnTo>
                  <a:lnTo>
                    <a:pt x="2606436" y="5872357"/>
                  </a:lnTo>
                  <a:lnTo>
                    <a:pt x="2661819" y="5802313"/>
                  </a:lnTo>
                  <a:lnTo>
                    <a:pt x="2713262" y="5725518"/>
                  </a:lnTo>
                  <a:lnTo>
                    <a:pt x="2761302" y="5641242"/>
                  </a:lnTo>
                  <a:lnTo>
                    <a:pt x="2806480" y="5548780"/>
                  </a:lnTo>
                  <a:lnTo>
                    <a:pt x="2849322" y="5447545"/>
                  </a:lnTo>
                  <a:lnTo>
                    <a:pt x="2890308" y="5337203"/>
                  </a:lnTo>
                  <a:lnTo>
                    <a:pt x="2896531" y="5319259"/>
                  </a:lnTo>
                  <a:lnTo>
                    <a:pt x="2922848" y="5239872"/>
                  </a:lnTo>
                  <a:lnTo>
                    <a:pt x="2948663" y="5156412"/>
                  </a:lnTo>
                  <a:lnTo>
                    <a:pt x="2974072" y="5068801"/>
                  </a:lnTo>
                  <a:lnTo>
                    <a:pt x="2999157" y="4976993"/>
                  </a:lnTo>
                  <a:lnTo>
                    <a:pt x="3023989" y="4880971"/>
                  </a:lnTo>
                  <a:lnTo>
                    <a:pt x="3048630" y="4780756"/>
                  </a:lnTo>
                  <a:lnTo>
                    <a:pt x="3073131" y="4676408"/>
                  </a:lnTo>
                  <a:lnTo>
                    <a:pt x="3097535" y="4568025"/>
                  </a:lnTo>
                  <a:lnTo>
                    <a:pt x="3121878" y="4455745"/>
                  </a:lnTo>
                  <a:lnTo>
                    <a:pt x="3146189" y="4339753"/>
                  </a:lnTo>
                  <a:lnTo>
                    <a:pt x="3170490" y="4220273"/>
                  </a:lnTo>
                  <a:lnTo>
                    <a:pt x="3194797" y="4097570"/>
                  </a:lnTo>
                  <a:lnTo>
                    <a:pt x="3219122" y="3971953"/>
                  </a:lnTo>
                  <a:lnTo>
                    <a:pt x="3243470" y="3843765"/>
                  </a:lnTo>
                  <a:lnTo>
                    <a:pt x="3267844" y="3713386"/>
                  </a:lnTo>
                  <a:lnTo>
                    <a:pt x="3292243" y="3581226"/>
                  </a:lnTo>
                  <a:lnTo>
                    <a:pt x="3316662" y="3447718"/>
                  </a:lnTo>
                  <a:lnTo>
                    <a:pt x="3341097" y="3313317"/>
                  </a:lnTo>
                  <a:lnTo>
                    <a:pt x="3365539" y="3178489"/>
                  </a:lnTo>
                  <a:lnTo>
                    <a:pt x="3389980" y="3043707"/>
                  </a:lnTo>
                  <a:lnTo>
                    <a:pt x="3414412" y="2909443"/>
                  </a:lnTo>
                  <a:lnTo>
                    <a:pt x="3438828" y="2776161"/>
                  </a:lnTo>
                  <a:lnTo>
                    <a:pt x="3463223" y="2644313"/>
                  </a:lnTo>
                  <a:lnTo>
                    <a:pt x="3487592" y="2514328"/>
                  </a:lnTo>
                  <a:lnTo>
                    <a:pt x="3511935" y="2386609"/>
                  </a:lnTo>
                  <a:lnTo>
                    <a:pt x="3536255" y="2261531"/>
                  </a:lnTo>
                  <a:lnTo>
                    <a:pt x="3560560" y="2139430"/>
                  </a:lnTo>
                  <a:lnTo>
                    <a:pt x="3584861" y="2020605"/>
                  </a:lnTo>
                  <a:lnTo>
                    <a:pt x="3609177" y="1905316"/>
                  </a:lnTo>
                  <a:lnTo>
                    <a:pt x="3633529" y="1793779"/>
                  </a:lnTo>
                  <a:lnTo>
                    <a:pt x="3657949" y="1686168"/>
                  </a:lnTo>
                  <a:lnTo>
                    <a:pt x="3682474" y="1582614"/>
                  </a:lnTo>
                  <a:lnTo>
                    <a:pt x="3707147" y="1483208"/>
                  </a:lnTo>
                  <a:lnTo>
                    <a:pt x="3732024" y="1388002"/>
                  </a:lnTo>
                  <a:lnTo>
                    <a:pt x="3757165" y="1297009"/>
                  </a:lnTo>
                  <a:lnTo>
                    <a:pt x="3782646" y="1210207"/>
                  </a:lnTo>
                  <a:lnTo>
                    <a:pt x="3808550" y="1127543"/>
                  </a:lnTo>
                  <a:lnTo>
                    <a:pt x="3829811" y="1063851"/>
                  </a:lnTo>
                  <a:lnTo>
                    <a:pt x="3870548" y="952092"/>
                  </a:lnTo>
                  <a:lnTo>
                    <a:pt x="3913072" y="849457"/>
                  </a:lnTo>
                  <a:lnTo>
                    <a:pt x="3957854" y="755668"/>
                  </a:lnTo>
                  <a:lnTo>
                    <a:pt x="4005414" y="670165"/>
                  </a:lnTo>
                  <a:lnTo>
                    <a:pt x="4056293" y="592257"/>
                  </a:lnTo>
                  <a:lnTo>
                    <a:pt x="4111031" y="521212"/>
                  </a:lnTo>
                  <a:lnTo>
                    <a:pt x="4170131" y="456330"/>
                  </a:lnTo>
                  <a:lnTo>
                    <a:pt x="4234027" y="396977"/>
                  </a:lnTo>
                  <a:lnTo>
                    <a:pt x="4303030" y="342607"/>
                  </a:lnTo>
                  <a:lnTo>
                    <a:pt x="4377263" y="292780"/>
                  </a:lnTo>
                  <a:lnTo>
                    <a:pt x="4456578" y="247168"/>
                  </a:lnTo>
                  <a:lnTo>
                    <a:pt x="4540469" y="205557"/>
                  </a:lnTo>
                  <a:lnTo>
                    <a:pt x="4627982" y="167838"/>
                  </a:lnTo>
                  <a:lnTo>
                    <a:pt x="4717648" y="133997"/>
                  </a:lnTo>
                  <a:lnTo>
                    <a:pt x="4807465" y="104084"/>
                  </a:lnTo>
                  <a:lnTo>
                    <a:pt x="4894956" y="78181"/>
                  </a:lnTo>
                  <a:lnTo>
                    <a:pt x="4977342" y="56348"/>
                  </a:lnTo>
                  <a:lnTo>
                    <a:pt x="5051809" y="38574"/>
                  </a:lnTo>
                  <a:lnTo>
                    <a:pt x="5115862" y="24729"/>
                  </a:lnTo>
                  <a:lnTo>
                    <a:pt x="5167693" y="14538"/>
                  </a:lnTo>
                  <a:lnTo>
                    <a:pt x="5206480" y="7573"/>
                  </a:lnTo>
                  <a:lnTo>
                    <a:pt x="5232562" y="3282"/>
                  </a:lnTo>
                  <a:lnTo>
                    <a:pt x="5247453" y="1032"/>
                  </a:lnTo>
                  <a:lnTo>
                    <a:pt x="5253743" y="156"/>
                  </a:lnTo>
                  <a:lnTo>
                    <a:pt x="5254952" y="0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241" y="85"/>
                  </a:lnTo>
                  <a:lnTo>
                    <a:pt x="6733176" y="691"/>
                  </a:lnTo>
                  <a:lnTo>
                    <a:pt x="6748239" y="2367"/>
                  </a:lnTo>
                  <a:lnTo>
                    <a:pt x="6775421" y="5671"/>
                  </a:lnTo>
                  <a:lnTo>
                    <a:pt x="6816445" y="11135"/>
                  </a:lnTo>
                  <a:lnTo>
                    <a:pt x="6871642" y="19217"/>
                  </a:lnTo>
                  <a:lnTo>
                    <a:pt x="6939977" y="30267"/>
                  </a:lnTo>
                  <a:lnTo>
                    <a:pt x="7019279" y="44499"/>
                  </a:lnTo>
                  <a:lnTo>
                    <a:pt x="7106626" y="62004"/>
                  </a:lnTo>
                  <a:lnTo>
                    <a:pt x="7198803" y="82775"/>
                  </a:lnTo>
                  <a:lnTo>
                    <a:pt x="7292718" y="106752"/>
                  </a:lnTo>
                  <a:lnTo>
                    <a:pt x="7385708" y="133873"/>
                  </a:lnTo>
                  <a:lnTo>
                    <a:pt x="7475704" y="164110"/>
                  </a:lnTo>
                  <a:lnTo>
                    <a:pt x="7561271" y="197504"/>
                  </a:lnTo>
                  <a:lnTo>
                    <a:pt x="7641554" y="234184"/>
                  </a:lnTo>
                  <a:lnTo>
                    <a:pt x="7716183" y="274376"/>
                  </a:lnTo>
                  <a:lnTo>
                    <a:pt x="7785162" y="318403"/>
                  </a:lnTo>
                  <a:lnTo>
                    <a:pt x="7848759" y="366685"/>
                  </a:lnTo>
                  <a:lnTo>
                    <a:pt x="7907419" y="419727"/>
                  </a:lnTo>
                  <a:lnTo>
                    <a:pt x="7961691" y="478101"/>
                  </a:lnTo>
                  <a:lnTo>
                    <a:pt x="8012181" y="542415"/>
                  </a:lnTo>
                  <a:lnTo>
                    <a:pt x="8059504" y="613266"/>
                  </a:lnTo>
                  <a:lnTo>
                    <a:pt x="8104257" y="691155"/>
                  </a:lnTo>
                  <a:lnTo>
                    <a:pt x="8146990" y="776367"/>
                  </a:lnTo>
                  <a:lnTo>
                    <a:pt x="8151487" y="785970"/>
                  </a:lnTo>
                  <a:lnTo>
                    <a:pt x="8181772" y="853832"/>
                  </a:lnTo>
                  <a:lnTo>
                    <a:pt x="8211411" y="925704"/>
                  </a:lnTo>
                  <a:lnTo>
                    <a:pt x="8240545" y="1001667"/>
                  </a:lnTo>
                  <a:lnTo>
                    <a:pt x="8269293" y="1081760"/>
                  </a:lnTo>
                  <a:lnTo>
                    <a:pt x="8297757" y="1165978"/>
                  </a:lnTo>
                  <a:lnTo>
                    <a:pt x="8326019" y="1254270"/>
                  </a:lnTo>
                  <a:lnTo>
                    <a:pt x="8354148" y="1346531"/>
                  </a:lnTo>
                  <a:lnTo>
                    <a:pt x="8382199" y="1442603"/>
                  </a:lnTo>
                  <a:lnTo>
                    <a:pt x="8410213" y="1542273"/>
                  </a:lnTo>
                  <a:lnTo>
                    <a:pt x="8438223" y="1645273"/>
                  </a:lnTo>
                  <a:lnTo>
                    <a:pt x="8466250" y="1751280"/>
                  </a:lnTo>
                  <a:lnTo>
                    <a:pt x="8494306" y="1859922"/>
                  </a:lnTo>
                  <a:lnTo>
                    <a:pt x="8522396" y="1970778"/>
                  </a:lnTo>
                  <a:lnTo>
                    <a:pt x="8550519" y="2083388"/>
                  </a:lnTo>
                  <a:lnTo>
                    <a:pt x="8578669" y="2197261"/>
                  </a:lnTo>
                  <a:lnTo>
                    <a:pt x="8606835" y="2311880"/>
                  </a:lnTo>
                  <a:lnTo>
                    <a:pt x="8635007" y="2426713"/>
                  </a:lnTo>
                  <a:lnTo>
                    <a:pt x="8663171" y="2541226"/>
                  </a:lnTo>
                  <a:lnTo>
                    <a:pt x="8691316" y="2654889"/>
                  </a:lnTo>
                  <a:lnTo>
                    <a:pt x="8719433" y="2767190"/>
                  </a:lnTo>
                  <a:lnTo>
                    <a:pt x="8747516" y="2877642"/>
                  </a:lnTo>
                  <a:lnTo>
                    <a:pt x="8775566" y="2985792"/>
                  </a:lnTo>
                  <a:lnTo>
                    <a:pt x="8803588" y="3091231"/>
                  </a:lnTo>
                  <a:lnTo>
                    <a:pt x="8831597" y="3193594"/>
                  </a:lnTo>
                  <a:lnTo>
                    <a:pt x="8859616" y="3292570"/>
                  </a:lnTo>
                  <a:lnTo>
                    <a:pt x="8887678" y="3387901"/>
                  </a:lnTo>
                  <a:lnTo>
                    <a:pt x="8915829" y="3479385"/>
                  </a:lnTo>
                  <a:lnTo>
                    <a:pt x="8944125" y="3566876"/>
                  </a:lnTo>
                  <a:lnTo>
                    <a:pt x="8972638" y="3650278"/>
                  </a:lnTo>
                  <a:lnTo>
                    <a:pt x="9001454" y="3729551"/>
                  </a:lnTo>
                  <a:lnTo>
                    <a:pt x="9030678" y="3804697"/>
                  </a:lnTo>
                  <a:lnTo>
                    <a:pt x="9060433" y="3875766"/>
                  </a:lnTo>
                  <a:lnTo>
                    <a:pt x="9084767" y="3929850"/>
                  </a:lnTo>
                  <a:lnTo>
                    <a:pt x="9127311" y="4015852"/>
                  </a:lnTo>
                  <a:lnTo>
                    <a:pt x="9171823" y="4094520"/>
                  </a:lnTo>
                  <a:lnTo>
                    <a:pt x="9218841" y="4166107"/>
                  </a:lnTo>
                  <a:lnTo>
                    <a:pt x="9268960" y="4231096"/>
                  </a:lnTo>
                  <a:lnTo>
                    <a:pt x="9322797" y="4290080"/>
                  </a:lnTo>
                  <a:lnTo>
                    <a:pt x="9380957" y="4343667"/>
                  </a:lnTo>
                  <a:lnTo>
                    <a:pt x="9443999" y="4392436"/>
                  </a:lnTo>
                  <a:lnTo>
                    <a:pt x="9512382" y="4436898"/>
                  </a:lnTo>
                  <a:lnTo>
                    <a:pt x="9586398" y="4477485"/>
                  </a:lnTo>
                  <a:lnTo>
                    <a:pt x="9666083" y="4514530"/>
                  </a:lnTo>
                  <a:lnTo>
                    <a:pt x="9751113" y="4548270"/>
                  </a:lnTo>
                  <a:lnTo>
                    <a:pt x="9840690" y="4578843"/>
                  </a:lnTo>
                  <a:lnTo>
                    <a:pt x="9933446" y="4606299"/>
                  </a:lnTo>
                  <a:lnTo>
                    <a:pt x="10027380" y="4630618"/>
                  </a:lnTo>
                  <a:lnTo>
                    <a:pt x="10119887" y="4651737"/>
                  </a:lnTo>
                  <a:lnTo>
                    <a:pt x="10207909" y="4669594"/>
                  </a:lnTo>
                  <a:lnTo>
                    <a:pt x="10288225" y="4684176"/>
                  </a:lnTo>
                  <a:lnTo>
                    <a:pt x="10357862" y="4695561"/>
                  </a:lnTo>
                  <a:lnTo>
                    <a:pt x="10414544" y="4703948"/>
                  </a:lnTo>
                  <a:lnTo>
                    <a:pt x="10457102" y="4709673"/>
                  </a:lnTo>
                  <a:lnTo>
                    <a:pt x="10485714" y="4713184"/>
                  </a:lnTo>
                  <a:lnTo>
                    <a:pt x="10501958" y="4715009"/>
                  </a:lnTo>
                  <a:lnTo>
                    <a:pt x="10508697" y="4715704"/>
                  </a:lnTo>
                  <a:lnTo>
                    <a:pt x="10509909" y="4715819"/>
                  </a:lnTo>
                  <a:lnTo>
                    <a:pt x="10509911" y="4715820"/>
                  </a:lnTo>
                  <a:lnTo>
                    <a:pt x="11981298" y="471582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65" name="pl1765"/>
            <p:cNvSpPr/>
            <p:nvPr/>
          </p:nvSpPr>
          <p:spPr>
            <a:xfrm>
              <a:off x="4799595" y="3541322"/>
              <a:ext cx="11981298" cy="6383111"/>
            </a:xfrm>
            <a:custGeom>
              <a:avLst/>
              <a:pathLst>
                <a:path w="11981298" h="6383111">
                  <a:moveTo>
                    <a:pt x="11981298" y="4715820"/>
                  </a:moveTo>
                  <a:lnTo>
                    <a:pt x="10509911" y="4715820"/>
                  </a:lnTo>
                  <a:lnTo>
                    <a:pt x="10509012" y="4715734"/>
                  </a:lnTo>
                  <a:lnTo>
                    <a:pt x="10503077" y="4715128"/>
                  </a:lnTo>
                  <a:lnTo>
                    <a:pt x="10488014" y="4713452"/>
                  </a:lnTo>
                  <a:lnTo>
                    <a:pt x="10460832" y="4710148"/>
                  </a:lnTo>
                  <a:lnTo>
                    <a:pt x="10419808" y="4704685"/>
                  </a:lnTo>
                  <a:lnTo>
                    <a:pt x="10364611" y="4696602"/>
                  </a:lnTo>
                  <a:lnTo>
                    <a:pt x="10296276" y="4685552"/>
                  </a:lnTo>
                  <a:lnTo>
                    <a:pt x="10216974" y="4671320"/>
                  </a:lnTo>
                  <a:lnTo>
                    <a:pt x="10129627" y="4653815"/>
                  </a:lnTo>
                  <a:lnTo>
                    <a:pt x="10037450" y="4633044"/>
                  </a:lnTo>
                  <a:lnTo>
                    <a:pt x="9943535" y="4609067"/>
                  </a:lnTo>
                  <a:lnTo>
                    <a:pt x="9850545" y="4581946"/>
                  </a:lnTo>
                  <a:lnTo>
                    <a:pt x="9760549" y="4551709"/>
                  </a:lnTo>
                  <a:lnTo>
                    <a:pt x="9674982" y="4518315"/>
                  </a:lnTo>
                  <a:lnTo>
                    <a:pt x="9594700" y="4481635"/>
                  </a:lnTo>
                  <a:lnTo>
                    <a:pt x="9520070" y="4441443"/>
                  </a:lnTo>
                  <a:lnTo>
                    <a:pt x="9451091" y="4397416"/>
                  </a:lnTo>
                  <a:lnTo>
                    <a:pt x="9387494" y="4349134"/>
                  </a:lnTo>
                  <a:lnTo>
                    <a:pt x="9328834" y="4296092"/>
                  </a:lnTo>
                  <a:lnTo>
                    <a:pt x="9274562" y="4237718"/>
                  </a:lnTo>
                  <a:lnTo>
                    <a:pt x="9224072" y="4173404"/>
                  </a:lnTo>
                  <a:lnTo>
                    <a:pt x="9176750" y="4102553"/>
                  </a:lnTo>
                  <a:lnTo>
                    <a:pt x="9131996" y="4024664"/>
                  </a:lnTo>
                  <a:lnTo>
                    <a:pt x="9089263" y="3939452"/>
                  </a:lnTo>
                  <a:lnTo>
                    <a:pt x="9084767" y="3929850"/>
                  </a:lnTo>
                  <a:lnTo>
                    <a:pt x="9054481" y="3861987"/>
                  </a:lnTo>
                  <a:lnTo>
                    <a:pt x="9024842" y="3790115"/>
                  </a:lnTo>
                  <a:lnTo>
                    <a:pt x="8995708" y="3714152"/>
                  </a:lnTo>
                  <a:lnTo>
                    <a:pt x="8966960" y="3634059"/>
                  </a:lnTo>
                  <a:lnTo>
                    <a:pt x="8938497" y="3549841"/>
                  </a:lnTo>
                  <a:lnTo>
                    <a:pt x="8910234" y="3461549"/>
                  </a:lnTo>
                  <a:lnTo>
                    <a:pt x="8882105" y="3369288"/>
                  </a:lnTo>
                  <a:lnTo>
                    <a:pt x="8854055" y="3273216"/>
                  </a:lnTo>
                  <a:lnTo>
                    <a:pt x="8826040" y="3173546"/>
                  </a:lnTo>
                  <a:lnTo>
                    <a:pt x="8798030" y="3070546"/>
                  </a:lnTo>
                  <a:lnTo>
                    <a:pt x="8770003" y="2964539"/>
                  </a:lnTo>
                  <a:lnTo>
                    <a:pt x="8741947" y="2855897"/>
                  </a:lnTo>
                  <a:lnTo>
                    <a:pt x="8713857" y="2745041"/>
                  </a:lnTo>
                  <a:lnTo>
                    <a:pt x="8685734" y="2632431"/>
                  </a:lnTo>
                  <a:lnTo>
                    <a:pt x="8657585" y="2518558"/>
                  </a:lnTo>
                  <a:lnTo>
                    <a:pt x="8629418" y="2403939"/>
                  </a:lnTo>
                  <a:lnTo>
                    <a:pt x="8601246" y="2289106"/>
                  </a:lnTo>
                  <a:lnTo>
                    <a:pt x="8573082" y="2174593"/>
                  </a:lnTo>
                  <a:lnTo>
                    <a:pt x="8544937" y="2060930"/>
                  </a:lnTo>
                  <a:lnTo>
                    <a:pt x="8516820" y="1948629"/>
                  </a:lnTo>
                  <a:lnTo>
                    <a:pt x="8488737" y="1838177"/>
                  </a:lnTo>
                  <a:lnTo>
                    <a:pt x="8460688" y="1730027"/>
                  </a:lnTo>
                  <a:lnTo>
                    <a:pt x="8432665" y="1624588"/>
                  </a:lnTo>
                  <a:lnTo>
                    <a:pt x="8404657" y="1522225"/>
                  </a:lnTo>
                  <a:lnTo>
                    <a:pt x="8376637" y="1423249"/>
                  </a:lnTo>
                  <a:lnTo>
                    <a:pt x="8348575" y="1327918"/>
                  </a:lnTo>
                  <a:lnTo>
                    <a:pt x="8320424" y="1236434"/>
                  </a:lnTo>
                  <a:lnTo>
                    <a:pt x="8292128" y="1148943"/>
                  </a:lnTo>
                  <a:lnTo>
                    <a:pt x="8263615" y="1065541"/>
                  </a:lnTo>
                  <a:lnTo>
                    <a:pt x="8234799" y="986268"/>
                  </a:lnTo>
                  <a:lnTo>
                    <a:pt x="8205575" y="911122"/>
                  </a:lnTo>
                  <a:lnTo>
                    <a:pt x="8175820" y="840053"/>
                  </a:lnTo>
                  <a:lnTo>
                    <a:pt x="8151487" y="785970"/>
                  </a:lnTo>
                  <a:lnTo>
                    <a:pt x="8108942" y="699967"/>
                  </a:lnTo>
                  <a:lnTo>
                    <a:pt x="8064430" y="621299"/>
                  </a:lnTo>
                  <a:lnTo>
                    <a:pt x="8017412" y="549712"/>
                  </a:lnTo>
                  <a:lnTo>
                    <a:pt x="7967293" y="484723"/>
                  </a:lnTo>
                  <a:lnTo>
                    <a:pt x="7913457" y="425739"/>
                  </a:lnTo>
                  <a:lnTo>
                    <a:pt x="7855297" y="372152"/>
                  </a:lnTo>
                  <a:lnTo>
                    <a:pt x="7792254" y="323383"/>
                  </a:lnTo>
                  <a:lnTo>
                    <a:pt x="7723871" y="278921"/>
                  </a:lnTo>
                  <a:lnTo>
                    <a:pt x="7649855" y="238334"/>
                  </a:lnTo>
                  <a:lnTo>
                    <a:pt x="7570170" y="201289"/>
                  </a:lnTo>
                  <a:lnTo>
                    <a:pt x="7485141" y="167549"/>
                  </a:lnTo>
                  <a:lnTo>
                    <a:pt x="7395563" y="136976"/>
                  </a:lnTo>
                  <a:lnTo>
                    <a:pt x="7302807" y="109520"/>
                  </a:lnTo>
                  <a:lnTo>
                    <a:pt x="7208873" y="85201"/>
                  </a:lnTo>
                  <a:lnTo>
                    <a:pt x="7116367" y="64082"/>
                  </a:lnTo>
                  <a:lnTo>
                    <a:pt x="7028344" y="46225"/>
                  </a:lnTo>
                  <a:lnTo>
                    <a:pt x="6948028" y="31643"/>
                  </a:lnTo>
                  <a:lnTo>
                    <a:pt x="6878392" y="20258"/>
                  </a:lnTo>
                  <a:lnTo>
                    <a:pt x="6821709" y="11871"/>
                  </a:lnTo>
                  <a:lnTo>
                    <a:pt x="6779151" y="6146"/>
                  </a:lnTo>
                  <a:lnTo>
                    <a:pt x="6750539" y="2635"/>
                  </a:lnTo>
                  <a:lnTo>
                    <a:pt x="6734296" y="810"/>
                  </a:lnTo>
                  <a:lnTo>
                    <a:pt x="6727557" y="115"/>
                  </a:lnTo>
                  <a:lnTo>
                    <a:pt x="6726344" y="0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163" y="101"/>
                  </a:lnTo>
                  <a:lnTo>
                    <a:pt x="5248915" y="823"/>
                  </a:lnTo>
                  <a:lnTo>
                    <a:pt x="5235553" y="2816"/>
                  </a:lnTo>
                  <a:lnTo>
                    <a:pt x="5211336" y="6747"/>
                  </a:lnTo>
                  <a:lnTo>
                    <a:pt x="5174574" y="13258"/>
                  </a:lnTo>
                  <a:lnTo>
                    <a:pt x="5124742" y="22917"/>
                  </a:lnTo>
                  <a:lnTo>
                    <a:pt x="5062490" y="36173"/>
                  </a:lnTo>
                  <a:lnTo>
                    <a:pt x="4989489" y="53325"/>
                  </a:lnTo>
                  <a:lnTo>
                    <a:pt x="4908151" y="74524"/>
                  </a:lnTo>
                  <a:lnTo>
                    <a:pt x="4821265" y="99799"/>
                  </a:lnTo>
                  <a:lnTo>
                    <a:pt x="4731637" y="129094"/>
                  </a:lnTo>
                  <a:lnTo>
                    <a:pt x="4641804" y="162330"/>
                  </a:lnTo>
                  <a:lnTo>
                    <a:pt x="4553846" y="199449"/>
                  </a:lnTo>
                  <a:lnTo>
                    <a:pt x="4469318" y="240451"/>
                  </a:lnTo>
                  <a:lnTo>
                    <a:pt x="4389249" y="285430"/>
                  </a:lnTo>
                  <a:lnTo>
                    <a:pt x="4314210" y="334584"/>
                  </a:lnTo>
                  <a:lnTo>
                    <a:pt x="4244397" y="388223"/>
                  </a:lnTo>
                  <a:lnTo>
                    <a:pt x="4179725" y="446770"/>
                  </a:lnTo>
                  <a:lnTo>
                    <a:pt x="4119906" y="510754"/>
                  </a:lnTo>
                  <a:lnTo>
                    <a:pt x="4064524" y="580797"/>
                  </a:lnTo>
                  <a:lnTo>
                    <a:pt x="4013080" y="657593"/>
                  </a:lnTo>
                  <a:lnTo>
                    <a:pt x="3965041" y="741869"/>
                  </a:lnTo>
                  <a:lnTo>
                    <a:pt x="3919862" y="834330"/>
                  </a:lnTo>
                  <a:lnTo>
                    <a:pt x="3877020" y="935566"/>
                  </a:lnTo>
                  <a:lnTo>
                    <a:pt x="3836034" y="1045907"/>
                  </a:lnTo>
                  <a:lnTo>
                    <a:pt x="3829811" y="1063851"/>
                  </a:lnTo>
                  <a:lnTo>
                    <a:pt x="3803494" y="1143239"/>
                  </a:lnTo>
                  <a:lnTo>
                    <a:pt x="3777679" y="1226699"/>
                  </a:lnTo>
                  <a:lnTo>
                    <a:pt x="3752270" y="1314309"/>
                  </a:lnTo>
                  <a:lnTo>
                    <a:pt x="3727186" y="1406118"/>
                  </a:lnTo>
                  <a:lnTo>
                    <a:pt x="3702353" y="1502140"/>
                  </a:lnTo>
                  <a:lnTo>
                    <a:pt x="3677712" y="1602354"/>
                  </a:lnTo>
                  <a:lnTo>
                    <a:pt x="3653211" y="1706703"/>
                  </a:lnTo>
                  <a:lnTo>
                    <a:pt x="3628807" y="1815086"/>
                  </a:lnTo>
                  <a:lnTo>
                    <a:pt x="3604464" y="1927365"/>
                  </a:lnTo>
                  <a:lnTo>
                    <a:pt x="3580153" y="2043357"/>
                  </a:lnTo>
                  <a:lnTo>
                    <a:pt x="3555852" y="2162838"/>
                  </a:lnTo>
                  <a:lnTo>
                    <a:pt x="3531545" y="2285541"/>
                  </a:lnTo>
                  <a:lnTo>
                    <a:pt x="3507220" y="2411158"/>
                  </a:lnTo>
                  <a:lnTo>
                    <a:pt x="3482872" y="2539346"/>
                  </a:lnTo>
                  <a:lnTo>
                    <a:pt x="3458498" y="2669724"/>
                  </a:lnTo>
                  <a:lnTo>
                    <a:pt x="3434100" y="2801885"/>
                  </a:lnTo>
                  <a:lnTo>
                    <a:pt x="3409680" y="2935392"/>
                  </a:lnTo>
                  <a:lnTo>
                    <a:pt x="3385245" y="3069793"/>
                  </a:lnTo>
                  <a:lnTo>
                    <a:pt x="3360803" y="3204622"/>
                  </a:lnTo>
                  <a:lnTo>
                    <a:pt x="3336362" y="3339404"/>
                  </a:lnTo>
                  <a:lnTo>
                    <a:pt x="3311930" y="3473668"/>
                  </a:lnTo>
                  <a:lnTo>
                    <a:pt x="3287514" y="3606949"/>
                  </a:lnTo>
                  <a:lnTo>
                    <a:pt x="3263120" y="3738798"/>
                  </a:lnTo>
                  <a:lnTo>
                    <a:pt x="3238751" y="3868783"/>
                  </a:lnTo>
                  <a:lnTo>
                    <a:pt x="3214407" y="3996501"/>
                  </a:lnTo>
                  <a:lnTo>
                    <a:pt x="3190087" y="4121580"/>
                  </a:lnTo>
                  <a:lnTo>
                    <a:pt x="3165782" y="4243681"/>
                  </a:lnTo>
                  <a:lnTo>
                    <a:pt x="3141481" y="4362505"/>
                  </a:lnTo>
                  <a:lnTo>
                    <a:pt x="3117166" y="4477794"/>
                  </a:lnTo>
                  <a:lnTo>
                    <a:pt x="3092813" y="4589332"/>
                  </a:lnTo>
                  <a:lnTo>
                    <a:pt x="3068393" y="4696943"/>
                  </a:lnTo>
                  <a:lnTo>
                    <a:pt x="3043868" y="4800497"/>
                  </a:lnTo>
                  <a:lnTo>
                    <a:pt x="3019195" y="4899902"/>
                  </a:lnTo>
                  <a:lnTo>
                    <a:pt x="2994319" y="4995108"/>
                  </a:lnTo>
                  <a:lnTo>
                    <a:pt x="2969177" y="5086102"/>
                  </a:lnTo>
                  <a:lnTo>
                    <a:pt x="2943696" y="5172903"/>
                  </a:lnTo>
                  <a:lnTo>
                    <a:pt x="2917792" y="5255567"/>
                  </a:lnTo>
                  <a:lnTo>
                    <a:pt x="2896531" y="5319259"/>
                  </a:lnTo>
                  <a:lnTo>
                    <a:pt x="2855794" y="5431018"/>
                  </a:lnTo>
                  <a:lnTo>
                    <a:pt x="2813270" y="5533654"/>
                  </a:lnTo>
                  <a:lnTo>
                    <a:pt x="2768488" y="5627443"/>
                  </a:lnTo>
                  <a:lnTo>
                    <a:pt x="2720928" y="5712945"/>
                  </a:lnTo>
                  <a:lnTo>
                    <a:pt x="2670049" y="5790854"/>
                  </a:lnTo>
                  <a:lnTo>
                    <a:pt x="2615312" y="5861899"/>
                  </a:lnTo>
                  <a:lnTo>
                    <a:pt x="2556212" y="5926780"/>
                  </a:lnTo>
                  <a:lnTo>
                    <a:pt x="2492315" y="5986134"/>
                  </a:lnTo>
                  <a:lnTo>
                    <a:pt x="2423312" y="6040504"/>
                  </a:lnTo>
                  <a:lnTo>
                    <a:pt x="2349079" y="6090331"/>
                  </a:lnTo>
                  <a:lnTo>
                    <a:pt x="2269764" y="6135942"/>
                  </a:lnTo>
                  <a:lnTo>
                    <a:pt x="2185873" y="6177554"/>
                  </a:lnTo>
                  <a:lnTo>
                    <a:pt x="2098360" y="6215272"/>
                  </a:lnTo>
                  <a:lnTo>
                    <a:pt x="2008694" y="6249114"/>
                  </a:lnTo>
                  <a:lnTo>
                    <a:pt x="1918877" y="6279027"/>
                  </a:lnTo>
                  <a:lnTo>
                    <a:pt x="1831386" y="6304930"/>
                  </a:lnTo>
                  <a:lnTo>
                    <a:pt x="1749000" y="6326763"/>
                  </a:lnTo>
                  <a:lnTo>
                    <a:pt x="1674533" y="6344537"/>
                  </a:lnTo>
                  <a:lnTo>
                    <a:pt x="1610480" y="6358381"/>
                  </a:lnTo>
                  <a:lnTo>
                    <a:pt x="1558649" y="6368573"/>
                  </a:lnTo>
                  <a:lnTo>
                    <a:pt x="1519862" y="6375538"/>
                  </a:lnTo>
                  <a:lnTo>
                    <a:pt x="1493781" y="6379828"/>
                  </a:lnTo>
                  <a:lnTo>
                    <a:pt x="1478889" y="6382079"/>
                  </a:lnTo>
                  <a:lnTo>
                    <a:pt x="1472600" y="6382954"/>
                  </a:lnTo>
                  <a:lnTo>
                    <a:pt x="1471390" y="6383111"/>
                  </a:lnTo>
                  <a:lnTo>
                    <a:pt x="1471387" y="6383111"/>
                  </a:lnTo>
                  <a:lnTo>
                    <a:pt x="0" y="638311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66" name="pg1766"/>
            <p:cNvSpPr/>
            <p:nvPr/>
          </p:nvSpPr>
          <p:spPr>
            <a:xfrm>
              <a:off x="4799595" y="3565841"/>
              <a:ext cx="11981298" cy="6374938"/>
            </a:xfrm>
            <a:custGeom>
              <a:avLst/>
              <a:pathLst>
                <a:path w="11981298" h="6374938">
                  <a:moveTo>
                    <a:pt x="0" y="6374938"/>
                  </a:moveTo>
                  <a:lnTo>
                    <a:pt x="1471387" y="6374938"/>
                  </a:lnTo>
                  <a:lnTo>
                    <a:pt x="1472181" y="6374837"/>
                  </a:lnTo>
                  <a:lnTo>
                    <a:pt x="1477435" y="6374116"/>
                  </a:lnTo>
                  <a:lnTo>
                    <a:pt x="1490813" y="6372125"/>
                  </a:lnTo>
                  <a:lnTo>
                    <a:pt x="1515059" y="6368199"/>
                  </a:lnTo>
                  <a:lnTo>
                    <a:pt x="1551863" y="6361696"/>
                  </a:lnTo>
                  <a:lnTo>
                    <a:pt x="1601748" y="6352049"/>
                  </a:lnTo>
                  <a:lnTo>
                    <a:pt x="1664062" y="6338811"/>
                  </a:lnTo>
                  <a:lnTo>
                    <a:pt x="1737126" y="6321682"/>
                  </a:lnTo>
                  <a:lnTo>
                    <a:pt x="1818526" y="6300512"/>
                  </a:lnTo>
                  <a:lnTo>
                    <a:pt x="1905467" y="6275275"/>
                  </a:lnTo>
                  <a:lnTo>
                    <a:pt x="1995141" y="6246023"/>
                  </a:lnTo>
                  <a:lnTo>
                    <a:pt x="2085009" y="6212838"/>
                  </a:lnTo>
                  <a:lnTo>
                    <a:pt x="2172990" y="6175777"/>
                  </a:lnTo>
                  <a:lnTo>
                    <a:pt x="2257532" y="6134838"/>
                  </a:lnTo>
                  <a:lnTo>
                    <a:pt x="2337605" y="6089929"/>
                  </a:lnTo>
                  <a:lnTo>
                    <a:pt x="2412642" y="6040850"/>
                  </a:lnTo>
                  <a:lnTo>
                    <a:pt x="2482447" y="5987291"/>
                  </a:lnTo>
                  <a:lnTo>
                    <a:pt x="2547110" y="5928829"/>
                  </a:lnTo>
                  <a:lnTo>
                    <a:pt x="2606917" y="5864934"/>
                  </a:lnTo>
                  <a:lnTo>
                    <a:pt x="2662288" y="5794984"/>
                  </a:lnTo>
                  <a:lnTo>
                    <a:pt x="2713720" y="5718287"/>
                  </a:lnTo>
                  <a:lnTo>
                    <a:pt x="2761752" y="5634116"/>
                  </a:lnTo>
                  <a:lnTo>
                    <a:pt x="2806924" y="5541767"/>
                  </a:lnTo>
                  <a:lnTo>
                    <a:pt x="2849763" y="5440654"/>
                  </a:lnTo>
                  <a:lnTo>
                    <a:pt x="2890750" y="5330448"/>
                  </a:lnTo>
                  <a:lnTo>
                    <a:pt x="2896531" y="5313811"/>
                  </a:lnTo>
                  <a:lnTo>
                    <a:pt x="2922880" y="5234527"/>
                  </a:lnTo>
                  <a:lnTo>
                    <a:pt x="2948726" y="5151171"/>
                  </a:lnTo>
                  <a:lnTo>
                    <a:pt x="2974164" y="5063666"/>
                  </a:lnTo>
                  <a:lnTo>
                    <a:pt x="2999279" y="4971962"/>
                  </a:lnTo>
                  <a:lnTo>
                    <a:pt x="3024140" y="4876045"/>
                  </a:lnTo>
                  <a:lnTo>
                    <a:pt x="3048810" y="4775937"/>
                  </a:lnTo>
                  <a:lnTo>
                    <a:pt x="3073340" y="4671696"/>
                  </a:lnTo>
                  <a:lnTo>
                    <a:pt x="3097774" y="4563422"/>
                  </a:lnTo>
                  <a:lnTo>
                    <a:pt x="3122146" y="4451254"/>
                  </a:lnTo>
                  <a:lnTo>
                    <a:pt x="3146487" y="4335375"/>
                  </a:lnTo>
                  <a:lnTo>
                    <a:pt x="3170817" y="4216011"/>
                  </a:lnTo>
                  <a:lnTo>
                    <a:pt x="3195154" y="4093430"/>
                  </a:lnTo>
                  <a:lnTo>
                    <a:pt x="3219509" y="3967939"/>
                  </a:lnTo>
                  <a:lnTo>
                    <a:pt x="3243887" y="3839884"/>
                  </a:lnTo>
                  <a:lnTo>
                    <a:pt x="3268291" y="3709645"/>
                  </a:lnTo>
                  <a:lnTo>
                    <a:pt x="3292721" y="3577632"/>
                  </a:lnTo>
                  <a:lnTo>
                    <a:pt x="3317171" y="3444281"/>
                  </a:lnTo>
                  <a:lnTo>
                    <a:pt x="3341635" y="3310046"/>
                  </a:lnTo>
                  <a:lnTo>
                    <a:pt x="3366107" y="3175394"/>
                  </a:lnTo>
                  <a:lnTo>
                    <a:pt x="3390578" y="3040800"/>
                  </a:lnTo>
                  <a:lnTo>
                    <a:pt x="3415040" y="2906734"/>
                  </a:lnTo>
                  <a:lnTo>
                    <a:pt x="3439485" y="2773663"/>
                  </a:lnTo>
                  <a:lnTo>
                    <a:pt x="3463909" y="2642037"/>
                  </a:lnTo>
                  <a:lnTo>
                    <a:pt x="3488307" y="2512286"/>
                  </a:lnTo>
                  <a:lnTo>
                    <a:pt x="3512679" y="2384813"/>
                  </a:lnTo>
                  <a:lnTo>
                    <a:pt x="3537029" y="2259990"/>
                  </a:lnTo>
                  <a:lnTo>
                    <a:pt x="3561363" y="2138154"/>
                  </a:lnTo>
                  <a:lnTo>
                    <a:pt x="3585694" y="2019604"/>
                  </a:lnTo>
                  <a:lnTo>
                    <a:pt x="3610040" y="1904597"/>
                  </a:lnTo>
                  <a:lnTo>
                    <a:pt x="3634424" y="1793348"/>
                  </a:lnTo>
                  <a:lnTo>
                    <a:pt x="3658878" y="1686030"/>
                  </a:lnTo>
                  <a:lnTo>
                    <a:pt x="3683437" y="1582773"/>
                  </a:lnTo>
                  <a:lnTo>
                    <a:pt x="3708148" y="1483667"/>
                  </a:lnTo>
                  <a:lnTo>
                    <a:pt x="3733064" y="1388761"/>
                  </a:lnTo>
                  <a:lnTo>
                    <a:pt x="3758249" y="1298067"/>
                  </a:lnTo>
                  <a:lnTo>
                    <a:pt x="3783777" y="1211562"/>
                  </a:lnTo>
                  <a:lnTo>
                    <a:pt x="3809735" y="1129192"/>
                  </a:lnTo>
                  <a:lnTo>
                    <a:pt x="3829811" y="1069300"/>
                  </a:lnTo>
                  <a:lnTo>
                    <a:pt x="3870566" y="957780"/>
                  </a:lnTo>
                  <a:lnTo>
                    <a:pt x="3913110" y="855368"/>
                  </a:lnTo>
                  <a:lnTo>
                    <a:pt x="3957915" y="761788"/>
                  </a:lnTo>
                  <a:lnTo>
                    <a:pt x="4005500" y="676479"/>
                  </a:lnTo>
                  <a:lnTo>
                    <a:pt x="4056409" y="598750"/>
                  </a:lnTo>
                  <a:lnTo>
                    <a:pt x="4111181" y="527872"/>
                  </a:lnTo>
                  <a:lnTo>
                    <a:pt x="4170320" y="463144"/>
                  </a:lnTo>
                  <a:lnTo>
                    <a:pt x="4234261" y="403934"/>
                  </a:lnTo>
                  <a:lnTo>
                    <a:pt x="4303314" y="349697"/>
                  </a:lnTo>
                  <a:lnTo>
                    <a:pt x="4377601" y="299994"/>
                  </a:lnTo>
                  <a:lnTo>
                    <a:pt x="4456973" y="254498"/>
                  </a:lnTo>
                  <a:lnTo>
                    <a:pt x="4540923" y="212995"/>
                  </a:lnTo>
                  <a:lnTo>
                    <a:pt x="4628491" y="175377"/>
                  </a:lnTo>
                  <a:lnTo>
                    <a:pt x="4718203" y="141631"/>
                  </a:lnTo>
                  <a:lnTo>
                    <a:pt x="4808053" y="111807"/>
                  </a:lnTo>
                  <a:lnTo>
                    <a:pt x="4895557" y="85986"/>
                  </a:lnTo>
                  <a:lnTo>
                    <a:pt x="4977932" y="64229"/>
                  </a:lnTo>
                  <a:lnTo>
                    <a:pt x="5052360" y="46524"/>
                  </a:lnTo>
                  <a:lnTo>
                    <a:pt x="5116348" y="32739"/>
                  </a:lnTo>
                  <a:lnTo>
                    <a:pt x="5168091" y="22599"/>
                  </a:lnTo>
                  <a:lnTo>
                    <a:pt x="5206777" y="15676"/>
                  </a:lnTo>
                  <a:lnTo>
                    <a:pt x="5232756" y="11417"/>
                  </a:lnTo>
                  <a:lnTo>
                    <a:pt x="5247555" y="9188"/>
                  </a:lnTo>
                  <a:lnTo>
                    <a:pt x="5253775" y="8325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213" y="8263"/>
                  </a:lnTo>
                  <a:lnTo>
                    <a:pt x="6732964" y="8906"/>
                  </a:lnTo>
                  <a:lnTo>
                    <a:pt x="6747571" y="10681"/>
                  </a:lnTo>
                  <a:lnTo>
                    <a:pt x="6773961" y="14182"/>
                  </a:lnTo>
                  <a:lnTo>
                    <a:pt x="6813852" y="19975"/>
                  </a:lnTo>
                  <a:lnTo>
                    <a:pt x="6867630" y="28550"/>
                  </a:lnTo>
                  <a:lnTo>
                    <a:pt x="6934368" y="40285"/>
                  </a:lnTo>
                  <a:lnTo>
                    <a:pt x="7012029" y="55419"/>
                  </a:lnTo>
                  <a:lnTo>
                    <a:pt x="7097830" y="74056"/>
                  </a:lnTo>
                  <a:lnTo>
                    <a:pt x="7188663" y="96198"/>
                  </a:lnTo>
                  <a:lnTo>
                    <a:pt x="7281508" y="121784"/>
                  </a:lnTo>
                  <a:lnTo>
                    <a:pt x="7373729" y="150745"/>
                  </a:lnTo>
                  <a:lnTo>
                    <a:pt x="7463249" y="183046"/>
                  </a:lnTo>
                  <a:lnTo>
                    <a:pt x="7548595" y="218719"/>
                  </a:lnTo>
                  <a:lnTo>
                    <a:pt x="7628864" y="257885"/>
                  </a:lnTo>
                  <a:lnTo>
                    <a:pt x="7703633" y="300768"/>
                  </a:lnTo>
                  <a:lnTo>
                    <a:pt x="7772851" y="347693"/>
                  </a:lnTo>
                  <a:lnTo>
                    <a:pt x="7836739" y="399088"/>
                  </a:lnTo>
                  <a:lnTo>
                    <a:pt x="7895701" y="455472"/>
                  </a:lnTo>
                  <a:lnTo>
                    <a:pt x="7950254" y="517438"/>
                  </a:lnTo>
                  <a:lnTo>
                    <a:pt x="8000974" y="585629"/>
                  </a:lnTo>
                  <a:lnTo>
                    <a:pt x="8048460" y="660683"/>
                  </a:lnTo>
                  <a:lnTo>
                    <a:pt x="8093295" y="743169"/>
                  </a:lnTo>
                  <a:lnTo>
                    <a:pt x="8136026" y="833458"/>
                  </a:lnTo>
                  <a:lnTo>
                    <a:pt x="8151487" y="869062"/>
                  </a:lnTo>
                  <a:lnTo>
                    <a:pt x="8180537" y="940240"/>
                  </a:lnTo>
                  <a:lnTo>
                    <a:pt x="8208987" y="1015452"/>
                  </a:lnTo>
                  <a:lnTo>
                    <a:pt x="8236962" y="1094777"/>
                  </a:lnTo>
                  <a:lnTo>
                    <a:pt x="8264571" y="1178258"/>
                  </a:lnTo>
                  <a:lnTo>
                    <a:pt x="8291904" y="1265897"/>
                  </a:lnTo>
                  <a:lnTo>
                    <a:pt x="8319038" y="1357653"/>
                  </a:lnTo>
                  <a:lnTo>
                    <a:pt x="8346035" y="1453436"/>
                  </a:lnTo>
                  <a:lnTo>
                    <a:pt x="8372947" y="1553108"/>
                  </a:lnTo>
                  <a:lnTo>
                    <a:pt x="8399814" y="1656480"/>
                  </a:lnTo>
                  <a:lnTo>
                    <a:pt x="8426667" y="1763311"/>
                  </a:lnTo>
                  <a:lnTo>
                    <a:pt x="8453528" y="1873311"/>
                  </a:lnTo>
                  <a:lnTo>
                    <a:pt x="8480412" y="1986140"/>
                  </a:lnTo>
                  <a:lnTo>
                    <a:pt x="8507326" y="2101414"/>
                  </a:lnTo>
                  <a:lnTo>
                    <a:pt x="8534272" y="2218707"/>
                  </a:lnTo>
                  <a:lnTo>
                    <a:pt x="8561246" y="2337562"/>
                  </a:lnTo>
                  <a:lnTo>
                    <a:pt x="8588242" y="2457491"/>
                  </a:lnTo>
                  <a:lnTo>
                    <a:pt x="8615249" y="2577991"/>
                  </a:lnTo>
                  <a:lnTo>
                    <a:pt x="8642258" y="2698546"/>
                  </a:lnTo>
                  <a:lnTo>
                    <a:pt x="8669257" y="2818639"/>
                  </a:lnTo>
                  <a:lnTo>
                    <a:pt x="8696236" y="2937765"/>
                  </a:lnTo>
                  <a:lnTo>
                    <a:pt x="8723188" y="3055430"/>
                  </a:lnTo>
                  <a:lnTo>
                    <a:pt x="8750109" y="3171171"/>
                  </a:lnTo>
                  <a:lnTo>
                    <a:pt x="8776999" y="3284555"/>
                  </a:lnTo>
                  <a:lnTo>
                    <a:pt x="8803865" y="3395187"/>
                  </a:lnTo>
                  <a:lnTo>
                    <a:pt x="8830718" y="3502720"/>
                  </a:lnTo>
                  <a:lnTo>
                    <a:pt x="8857580" y="3606851"/>
                  </a:lnTo>
                  <a:lnTo>
                    <a:pt x="8884479" y="3707329"/>
                  </a:lnTo>
                  <a:lnTo>
                    <a:pt x="8911454" y="3803953"/>
                  </a:lnTo>
                  <a:lnTo>
                    <a:pt x="8938553" y="3896576"/>
                  </a:lnTo>
                  <a:lnTo>
                    <a:pt x="8965838" y="3985097"/>
                  </a:lnTo>
                  <a:lnTo>
                    <a:pt x="8993381" y="4069466"/>
                  </a:lnTo>
                  <a:lnTo>
                    <a:pt x="9021270" y="4149674"/>
                  </a:lnTo>
                  <a:lnTo>
                    <a:pt x="9049609" y="4225757"/>
                  </a:lnTo>
                  <a:lnTo>
                    <a:pt x="9078520" y="4297786"/>
                  </a:lnTo>
                  <a:lnTo>
                    <a:pt x="9084767" y="4312618"/>
                  </a:lnTo>
                  <a:lnTo>
                    <a:pt x="9126840" y="4405839"/>
                  </a:lnTo>
                  <a:lnTo>
                    <a:pt x="9170832" y="4491199"/>
                  </a:lnTo>
                  <a:lnTo>
                    <a:pt x="9217265" y="4568960"/>
                  </a:lnTo>
                  <a:lnTo>
                    <a:pt x="9266712" y="4639631"/>
                  </a:lnTo>
                  <a:lnTo>
                    <a:pt x="9319769" y="4703838"/>
                  </a:lnTo>
                  <a:lnTo>
                    <a:pt x="9377026" y="4762226"/>
                  </a:lnTo>
                  <a:lnTo>
                    <a:pt x="9439027" y="4815412"/>
                  </a:lnTo>
                  <a:lnTo>
                    <a:pt x="9506224" y="4863945"/>
                  </a:lnTo>
                  <a:lnTo>
                    <a:pt x="9578917" y="4908288"/>
                  </a:lnTo>
                  <a:lnTo>
                    <a:pt x="9657167" y="4948806"/>
                  </a:lnTo>
                  <a:lnTo>
                    <a:pt x="9740702" y="4985759"/>
                  </a:lnTo>
                  <a:lnTo>
                    <a:pt x="9828809" y="5019307"/>
                  </a:lnTo>
                  <a:lnTo>
                    <a:pt x="9920235" y="5049512"/>
                  </a:lnTo>
                  <a:lnTo>
                    <a:pt x="10013129" y="5076361"/>
                  </a:lnTo>
                  <a:lnTo>
                    <a:pt x="10105048" y="5099792"/>
                  </a:lnTo>
                  <a:lnTo>
                    <a:pt x="10193087" y="5119738"/>
                  </a:lnTo>
                  <a:lnTo>
                    <a:pt x="10274129" y="5136169"/>
                  </a:lnTo>
                  <a:lnTo>
                    <a:pt x="10345218" y="5149148"/>
                  </a:lnTo>
                  <a:lnTo>
                    <a:pt x="10403992" y="5158863"/>
                  </a:lnTo>
                  <a:lnTo>
                    <a:pt x="10449077" y="5165638"/>
                  </a:lnTo>
                  <a:lnTo>
                    <a:pt x="10480359" y="5169929"/>
                  </a:lnTo>
                  <a:lnTo>
                    <a:pt x="10499070" y="5172278"/>
                  </a:lnTo>
                  <a:lnTo>
                    <a:pt x="10507705" y="5173273"/>
                  </a:lnTo>
                  <a:lnTo>
                    <a:pt x="10509911" y="5173507"/>
                  </a:lnTo>
                  <a:lnTo>
                    <a:pt x="11981298" y="5173507"/>
                  </a:lnTo>
                  <a:lnTo>
                    <a:pt x="11981298" y="5165334"/>
                  </a:lnTo>
                  <a:lnTo>
                    <a:pt x="10509911" y="5165334"/>
                  </a:lnTo>
                  <a:lnTo>
                    <a:pt x="10509041" y="5165244"/>
                  </a:lnTo>
                  <a:lnTo>
                    <a:pt x="10503290" y="5164601"/>
                  </a:lnTo>
                  <a:lnTo>
                    <a:pt x="10488682" y="5162825"/>
                  </a:lnTo>
                  <a:lnTo>
                    <a:pt x="10462292" y="5159325"/>
                  </a:lnTo>
                  <a:lnTo>
                    <a:pt x="10422401" y="5153532"/>
                  </a:lnTo>
                  <a:lnTo>
                    <a:pt x="10368624" y="5144957"/>
                  </a:lnTo>
                  <a:lnTo>
                    <a:pt x="10301886" y="5133222"/>
                  </a:lnTo>
                  <a:lnTo>
                    <a:pt x="10224224" y="5118088"/>
                  </a:lnTo>
                  <a:lnTo>
                    <a:pt x="10138424" y="5099451"/>
                  </a:lnTo>
                  <a:lnTo>
                    <a:pt x="10047591" y="5077309"/>
                  </a:lnTo>
                  <a:lnTo>
                    <a:pt x="9954746" y="5051723"/>
                  </a:lnTo>
                  <a:lnTo>
                    <a:pt x="9862524" y="5022762"/>
                  </a:lnTo>
                  <a:lnTo>
                    <a:pt x="9773004" y="4990461"/>
                  </a:lnTo>
                  <a:lnTo>
                    <a:pt x="9687658" y="4954788"/>
                  </a:lnTo>
                  <a:lnTo>
                    <a:pt x="9607389" y="4915622"/>
                  </a:lnTo>
                  <a:lnTo>
                    <a:pt x="9532620" y="4872739"/>
                  </a:lnTo>
                  <a:lnTo>
                    <a:pt x="9463402" y="4825814"/>
                  </a:lnTo>
                  <a:lnTo>
                    <a:pt x="9399514" y="4774419"/>
                  </a:lnTo>
                  <a:lnTo>
                    <a:pt x="9340552" y="4718035"/>
                  </a:lnTo>
                  <a:lnTo>
                    <a:pt x="9286000" y="4656069"/>
                  </a:lnTo>
                  <a:lnTo>
                    <a:pt x="9235279" y="4587878"/>
                  </a:lnTo>
                  <a:lnTo>
                    <a:pt x="9187794" y="4512824"/>
                  </a:lnTo>
                  <a:lnTo>
                    <a:pt x="9142958" y="4430338"/>
                  </a:lnTo>
                  <a:lnTo>
                    <a:pt x="9100227" y="4340049"/>
                  </a:lnTo>
                  <a:lnTo>
                    <a:pt x="9084767" y="4304445"/>
                  </a:lnTo>
                  <a:lnTo>
                    <a:pt x="9055716" y="4233267"/>
                  </a:lnTo>
                  <a:lnTo>
                    <a:pt x="9027267" y="4158055"/>
                  </a:lnTo>
                  <a:lnTo>
                    <a:pt x="8999291" y="4078730"/>
                  </a:lnTo>
                  <a:lnTo>
                    <a:pt x="8971682" y="3995249"/>
                  </a:lnTo>
                  <a:lnTo>
                    <a:pt x="8944349" y="3907610"/>
                  </a:lnTo>
                  <a:lnTo>
                    <a:pt x="8917215" y="3815854"/>
                  </a:lnTo>
                  <a:lnTo>
                    <a:pt x="8890218" y="3720071"/>
                  </a:lnTo>
                  <a:lnTo>
                    <a:pt x="8863307" y="3620399"/>
                  </a:lnTo>
                  <a:lnTo>
                    <a:pt x="8836440" y="3517027"/>
                  </a:lnTo>
                  <a:lnTo>
                    <a:pt x="8809586" y="3410196"/>
                  </a:lnTo>
                  <a:lnTo>
                    <a:pt x="8782725" y="3300196"/>
                  </a:lnTo>
                  <a:lnTo>
                    <a:pt x="8755841" y="3187367"/>
                  </a:lnTo>
                  <a:lnTo>
                    <a:pt x="8728927" y="3072093"/>
                  </a:lnTo>
                  <a:lnTo>
                    <a:pt x="8701981" y="2954800"/>
                  </a:lnTo>
                  <a:lnTo>
                    <a:pt x="8675007" y="2835945"/>
                  </a:lnTo>
                  <a:lnTo>
                    <a:pt x="8648011" y="2716016"/>
                  </a:lnTo>
                  <a:lnTo>
                    <a:pt x="8621004" y="2595516"/>
                  </a:lnTo>
                  <a:lnTo>
                    <a:pt x="8593995" y="2474961"/>
                  </a:lnTo>
                  <a:lnTo>
                    <a:pt x="8566996" y="2354867"/>
                  </a:lnTo>
                  <a:lnTo>
                    <a:pt x="8540017" y="2235742"/>
                  </a:lnTo>
                  <a:lnTo>
                    <a:pt x="8513065" y="2118077"/>
                  </a:lnTo>
                  <a:lnTo>
                    <a:pt x="8486144" y="2002336"/>
                  </a:lnTo>
                  <a:lnTo>
                    <a:pt x="8459254" y="1888952"/>
                  </a:lnTo>
                  <a:lnTo>
                    <a:pt x="8432389" y="1778320"/>
                  </a:lnTo>
                  <a:lnTo>
                    <a:pt x="8405535" y="1670787"/>
                  </a:lnTo>
                  <a:lnTo>
                    <a:pt x="8378673" y="1566656"/>
                  </a:lnTo>
                  <a:lnTo>
                    <a:pt x="8351774" y="1466178"/>
                  </a:lnTo>
                  <a:lnTo>
                    <a:pt x="8324799" y="1369553"/>
                  </a:lnTo>
                  <a:lnTo>
                    <a:pt x="8297700" y="1276931"/>
                  </a:lnTo>
                  <a:lnTo>
                    <a:pt x="8270415" y="1188409"/>
                  </a:lnTo>
                  <a:lnTo>
                    <a:pt x="8242872" y="1104041"/>
                  </a:lnTo>
                  <a:lnTo>
                    <a:pt x="8214983" y="1023833"/>
                  </a:lnTo>
                  <a:lnTo>
                    <a:pt x="8186644" y="947750"/>
                  </a:lnTo>
                  <a:lnTo>
                    <a:pt x="8157733" y="875721"/>
                  </a:lnTo>
                  <a:lnTo>
                    <a:pt x="8151487" y="860889"/>
                  </a:lnTo>
                  <a:lnTo>
                    <a:pt x="8109413" y="767668"/>
                  </a:lnTo>
                  <a:lnTo>
                    <a:pt x="8065421" y="682308"/>
                  </a:lnTo>
                  <a:lnTo>
                    <a:pt x="8018989" y="604547"/>
                  </a:lnTo>
                  <a:lnTo>
                    <a:pt x="7969541" y="533875"/>
                  </a:lnTo>
                  <a:lnTo>
                    <a:pt x="7916484" y="469669"/>
                  </a:lnTo>
                  <a:lnTo>
                    <a:pt x="7859227" y="411281"/>
                  </a:lnTo>
                  <a:lnTo>
                    <a:pt x="7797226" y="358095"/>
                  </a:lnTo>
                  <a:lnTo>
                    <a:pt x="7730029" y="309562"/>
                  </a:lnTo>
                  <a:lnTo>
                    <a:pt x="7657336" y="265219"/>
                  </a:lnTo>
                  <a:lnTo>
                    <a:pt x="7579086" y="224701"/>
                  </a:lnTo>
                  <a:lnTo>
                    <a:pt x="7495552" y="187748"/>
                  </a:lnTo>
                  <a:lnTo>
                    <a:pt x="7407445" y="154200"/>
                  </a:lnTo>
                  <a:lnTo>
                    <a:pt x="7316018" y="123995"/>
                  </a:lnTo>
                  <a:lnTo>
                    <a:pt x="7223125" y="97146"/>
                  </a:lnTo>
                  <a:lnTo>
                    <a:pt x="7131205" y="73715"/>
                  </a:lnTo>
                  <a:lnTo>
                    <a:pt x="7043166" y="53769"/>
                  </a:lnTo>
                  <a:lnTo>
                    <a:pt x="6962125" y="37338"/>
                  </a:lnTo>
                  <a:lnTo>
                    <a:pt x="6891035" y="24359"/>
                  </a:lnTo>
                  <a:lnTo>
                    <a:pt x="6832261" y="14644"/>
                  </a:lnTo>
                  <a:lnTo>
                    <a:pt x="6787176" y="7869"/>
                  </a:lnTo>
                  <a:lnTo>
                    <a:pt x="6755894" y="3578"/>
                  </a:lnTo>
                  <a:lnTo>
                    <a:pt x="6737183" y="1229"/>
                  </a:lnTo>
                  <a:lnTo>
                    <a:pt x="6728548" y="234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162" y="101"/>
                  </a:lnTo>
                  <a:lnTo>
                    <a:pt x="5248907" y="822"/>
                  </a:lnTo>
                  <a:lnTo>
                    <a:pt x="5235529" y="2813"/>
                  </a:lnTo>
                  <a:lnTo>
                    <a:pt x="5211283" y="6739"/>
                  </a:lnTo>
                  <a:lnTo>
                    <a:pt x="5174479" y="13241"/>
                  </a:lnTo>
                  <a:lnTo>
                    <a:pt x="5124594" y="22888"/>
                  </a:lnTo>
                  <a:lnTo>
                    <a:pt x="5062280" y="36126"/>
                  </a:lnTo>
                  <a:lnTo>
                    <a:pt x="4989216" y="53255"/>
                  </a:lnTo>
                  <a:lnTo>
                    <a:pt x="4907816" y="74425"/>
                  </a:lnTo>
                  <a:lnTo>
                    <a:pt x="4820875" y="99663"/>
                  </a:lnTo>
                  <a:lnTo>
                    <a:pt x="4731201" y="128915"/>
                  </a:lnTo>
                  <a:lnTo>
                    <a:pt x="4641333" y="162100"/>
                  </a:lnTo>
                  <a:lnTo>
                    <a:pt x="4553352" y="199161"/>
                  </a:lnTo>
                  <a:lnTo>
                    <a:pt x="4468810" y="240099"/>
                  </a:lnTo>
                  <a:lnTo>
                    <a:pt x="4388737" y="285009"/>
                  </a:lnTo>
                  <a:lnTo>
                    <a:pt x="4313700" y="334088"/>
                  </a:lnTo>
                  <a:lnTo>
                    <a:pt x="4243895" y="387647"/>
                  </a:lnTo>
                  <a:lnTo>
                    <a:pt x="4179232" y="446109"/>
                  </a:lnTo>
                  <a:lnTo>
                    <a:pt x="4119425" y="510004"/>
                  </a:lnTo>
                  <a:lnTo>
                    <a:pt x="4064055" y="579953"/>
                  </a:lnTo>
                  <a:lnTo>
                    <a:pt x="4012622" y="656650"/>
                  </a:lnTo>
                  <a:lnTo>
                    <a:pt x="3964591" y="740822"/>
                  </a:lnTo>
                  <a:lnTo>
                    <a:pt x="3919418" y="833171"/>
                  </a:lnTo>
                  <a:lnTo>
                    <a:pt x="3876579" y="934284"/>
                  </a:lnTo>
                  <a:lnTo>
                    <a:pt x="3835592" y="1044490"/>
                  </a:lnTo>
                  <a:lnTo>
                    <a:pt x="3829811" y="1061127"/>
                  </a:lnTo>
                  <a:lnTo>
                    <a:pt x="3803462" y="1140410"/>
                  </a:lnTo>
                  <a:lnTo>
                    <a:pt x="3777616" y="1223766"/>
                  </a:lnTo>
                  <a:lnTo>
                    <a:pt x="3752178" y="1311272"/>
                  </a:lnTo>
                  <a:lnTo>
                    <a:pt x="3727063" y="1402976"/>
                  </a:lnTo>
                  <a:lnTo>
                    <a:pt x="3702202" y="1498892"/>
                  </a:lnTo>
                  <a:lnTo>
                    <a:pt x="3677532" y="1599000"/>
                  </a:lnTo>
                  <a:lnTo>
                    <a:pt x="3653002" y="1703241"/>
                  </a:lnTo>
                  <a:lnTo>
                    <a:pt x="3628568" y="1811516"/>
                  </a:lnTo>
                  <a:lnTo>
                    <a:pt x="3604196" y="1923684"/>
                  </a:lnTo>
                  <a:lnTo>
                    <a:pt x="3579855" y="2039563"/>
                  </a:lnTo>
                  <a:lnTo>
                    <a:pt x="3555525" y="2158926"/>
                  </a:lnTo>
                  <a:lnTo>
                    <a:pt x="3531188" y="2281508"/>
                  </a:lnTo>
                  <a:lnTo>
                    <a:pt x="3506833" y="2406999"/>
                  </a:lnTo>
                  <a:lnTo>
                    <a:pt x="3482455" y="2535054"/>
                  </a:lnTo>
                  <a:lnTo>
                    <a:pt x="3458051" y="2665293"/>
                  </a:lnTo>
                  <a:lnTo>
                    <a:pt x="3433622" y="2797306"/>
                  </a:lnTo>
                  <a:lnTo>
                    <a:pt x="3409172" y="2930657"/>
                  </a:lnTo>
                  <a:lnTo>
                    <a:pt x="3384707" y="3064892"/>
                  </a:lnTo>
                  <a:lnTo>
                    <a:pt x="3360235" y="3199543"/>
                  </a:lnTo>
                  <a:lnTo>
                    <a:pt x="3335764" y="3334138"/>
                  </a:lnTo>
                  <a:lnTo>
                    <a:pt x="3311302" y="3468203"/>
                  </a:lnTo>
                  <a:lnTo>
                    <a:pt x="3286857" y="3601274"/>
                  </a:lnTo>
                  <a:lnTo>
                    <a:pt x="3262433" y="3732900"/>
                  </a:lnTo>
                  <a:lnTo>
                    <a:pt x="3238035" y="3862652"/>
                  </a:lnTo>
                  <a:lnTo>
                    <a:pt x="3213663" y="3990125"/>
                  </a:lnTo>
                  <a:lnTo>
                    <a:pt x="3189314" y="4114948"/>
                  </a:lnTo>
                  <a:lnTo>
                    <a:pt x="3164979" y="4236784"/>
                  </a:lnTo>
                  <a:lnTo>
                    <a:pt x="3140648" y="4355334"/>
                  </a:lnTo>
                  <a:lnTo>
                    <a:pt x="3116302" y="4470341"/>
                  </a:lnTo>
                  <a:lnTo>
                    <a:pt x="3091918" y="4581590"/>
                  </a:lnTo>
                  <a:lnTo>
                    <a:pt x="3067465" y="4688908"/>
                  </a:lnTo>
                  <a:lnTo>
                    <a:pt x="3042905" y="4792165"/>
                  </a:lnTo>
                  <a:lnTo>
                    <a:pt x="3018194" y="4891271"/>
                  </a:lnTo>
                  <a:lnTo>
                    <a:pt x="2993278" y="4986177"/>
                  </a:lnTo>
                  <a:lnTo>
                    <a:pt x="2968093" y="5076871"/>
                  </a:lnTo>
                  <a:lnTo>
                    <a:pt x="2942565" y="5163376"/>
                  </a:lnTo>
                  <a:lnTo>
                    <a:pt x="2916608" y="5245746"/>
                  </a:lnTo>
                  <a:lnTo>
                    <a:pt x="2896531" y="5305638"/>
                  </a:lnTo>
                  <a:lnTo>
                    <a:pt x="2855776" y="5417157"/>
                  </a:lnTo>
                  <a:lnTo>
                    <a:pt x="2813232" y="5519569"/>
                  </a:lnTo>
                  <a:lnTo>
                    <a:pt x="2768427" y="5613150"/>
                  </a:lnTo>
                  <a:lnTo>
                    <a:pt x="2720842" y="5698459"/>
                  </a:lnTo>
                  <a:lnTo>
                    <a:pt x="2669933" y="5776188"/>
                  </a:lnTo>
                  <a:lnTo>
                    <a:pt x="2615161" y="5847066"/>
                  </a:lnTo>
                  <a:lnTo>
                    <a:pt x="2556022" y="5911793"/>
                  </a:lnTo>
                  <a:lnTo>
                    <a:pt x="2492081" y="5971004"/>
                  </a:lnTo>
                  <a:lnTo>
                    <a:pt x="2423028" y="6025241"/>
                  </a:lnTo>
                  <a:lnTo>
                    <a:pt x="2348741" y="6074944"/>
                  </a:lnTo>
                  <a:lnTo>
                    <a:pt x="2269369" y="6120440"/>
                  </a:lnTo>
                  <a:lnTo>
                    <a:pt x="2185420" y="6161943"/>
                  </a:lnTo>
                  <a:lnTo>
                    <a:pt x="2097852" y="6199560"/>
                  </a:lnTo>
                  <a:lnTo>
                    <a:pt x="2008139" y="6233307"/>
                  </a:lnTo>
                  <a:lnTo>
                    <a:pt x="1918290" y="6263131"/>
                  </a:lnTo>
                  <a:lnTo>
                    <a:pt x="1830785" y="6288951"/>
                  </a:lnTo>
                  <a:lnTo>
                    <a:pt x="1748410" y="6310709"/>
                  </a:lnTo>
                  <a:lnTo>
                    <a:pt x="1673982" y="6328414"/>
                  </a:lnTo>
                  <a:lnTo>
                    <a:pt x="1609994" y="6342198"/>
                  </a:lnTo>
                  <a:lnTo>
                    <a:pt x="1558251" y="6352339"/>
                  </a:lnTo>
                  <a:lnTo>
                    <a:pt x="1519565" y="6359262"/>
                  </a:lnTo>
                  <a:lnTo>
                    <a:pt x="1493586" y="6363521"/>
                  </a:lnTo>
                  <a:lnTo>
                    <a:pt x="1478788" y="6365750"/>
                  </a:lnTo>
                  <a:lnTo>
                    <a:pt x="1472567" y="6366613"/>
                  </a:lnTo>
                  <a:lnTo>
                    <a:pt x="1471387" y="6366765"/>
                  </a:lnTo>
                  <a:lnTo>
                    <a:pt x="0" y="6366765"/>
                  </a:lnTo>
                  <a:close/>
                </a:path>
              </a:pathLst>
            </a:custGeom>
            <a:solidFill>
              <a:srgbClr val="9E9E9E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767" name="pl1767"/>
            <p:cNvSpPr/>
            <p:nvPr/>
          </p:nvSpPr>
          <p:spPr>
            <a:xfrm>
              <a:off x="4799595" y="3574014"/>
              <a:ext cx="11981298" cy="6366765"/>
            </a:xfrm>
            <a:custGeom>
              <a:avLst/>
              <a:pathLst>
                <a:path w="11981298" h="6366765">
                  <a:moveTo>
                    <a:pt x="0" y="6366765"/>
                  </a:moveTo>
                  <a:lnTo>
                    <a:pt x="1471387" y="6366765"/>
                  </a:lnTo>
                  <a:lnTo>
                    <a:pt x="1472181" y="6366664"/>
                  </a:lnTo>
                  <a:lnTo>
                    <a:pt x="1477435" y="6365943"/>
                  </a:lnTo>
                  <a:lnTo>
                    <a:pt x="1490813" y="6363952"/>
                  </a:lnTo>
                  <a:lnTo>
                    <a:pt x="1515059" y="6360026"/>
                  </a:lnTo>
                  <a:lnTo>
                    <a:pt x="1551863" y="6353523"/>
                  </a:lnTo>
                  <a:lnTo>
                    <a:pt x="1601748" y="6343876"/>
                  </a:lnTo>
                  <a:lnTo>
                    <a:pt x="1664062" y="6330638"/>
                  </a:lnTo>
                  <a:lnTo>
                    <a:pt x="1737126" y="6313509"/>
                  </a:lnTo>
                  <a:lnTo>
                    <a:pt x="1818526" y="6292339"/>
                  </a:lnTo>
                  <a:lnTo>
                    <a:pt x="1905467" y="6267102"/>
                  </a:lnTo>
                  <a:lnTo>
                    <a:pt x="1995141" y="6237850"/>
                  </a:lnTo>
                  <a:lnTo>
                    <a:pt x="2085009" y="6204665"/>
                  </a:lnTo>
                  <a:lnTo>
                    <a:pt x="2172990" y="6167604"/>
                  </a:lnTo>
                  <a:lnTo>
                    <a:pt x="2257532" y="6126665"/>
                  </a:lnTo>
                  <a:lnTo>
                    <a:pt x="2337605" y="6081756"/>
                  </a:lnTo>
                  <a:lnTo>
                    <a:pt x="2412642" y="6032677"/>
                  </a:lnTo>
                  <a:lnTo>
                    <a:pt x="2482447" y="5979118"/>
                  </a:lnTo>
                  <a:lnTo>
                    <a:pt x="2547110" y="5920656"/>
                  </a:lnTo>
                  <a:lnTo>
                    <a:pt x="2606917" y="5856761"/>
                  </a:lnTo>
                  <a:lnTo>
                    <a:pt x="2662288" y="5786811"/>
                  </a:lnTo>
                  <a:lnTo>
                    <a:pt x="2713720" y="5710114"/>
                  </a:lnTo>
                  <a:lnTo>
                    <a:pt x="2761752" y="5625943"/>
                  </a:lnTo>
                  <a:lnTo>
                    <a:pt x="2806924" y="5533594"/>
                  </a:lnTo>
                  <a:lnTo>
                    <a:pt x="2849763" y="5432481"/>
                  </a:lnTo>
                  <a:lnTo>
                    <a:pt x="2890750" y="5322275"/>
                  </a:lnTo>
                  <a:lnTo>
                    <a:pt x="2896531" y="5305638"/>
                  </a:lnTo>
                  <a:lnTo>
                    <a:pt x="2922880" y="5226354"/>
                  </a:lnTo>
                  <a:lnTo>
                    <a:pt x="2948726" y="5142998"/>
                  </a:lnTo>
                  <a:lnTo>
                    <a:pt x="2974164" y="5055493"/>
                  </a:lnTo>
                  <a:lnTo>
                    <a:pt x="2999279" y="4963789"/>
                  </a:lnTo>
                  <a:lnTo>
                    <a:pt x="3024140" y="4867872"/>
                  </a:lnTo>
                  <a:lnTo>
                    <a:pt x="3048810" y="4767764"/>
                  </a:lnTo>
                  <a:lnTo>
                    <a:pt x="3073340" y="4663523"/>
                  </a:lnTo>
                  <a:lnTo>
                    <a:pt x="3097774" y="4555249"/>
                  </a:lnTo>
                  <a:lnTo>
                    <a:pt x="3122146" y="4443081"/>
                  </a:lnTo>
                  <a:lnTo>
                    <a:pt x="3146487" y="4327202"/>
                  </a:lnTo>
                  <a:lnTo>
                    <a:pt x="3170817" y="4207838"/>
                  </a:lnTo>
                  <a:lnTo>
                    <a:pt x="3195154" y="4085257"/>
                  </a:lnTo>
                  <a:lnTo>
                    <a:pt x="3219509" y="3959766"/>
                  </a:lnTo>
                  <a:lnTo>
                    <a:pt x="3243887" y="3831711"/>
                  </a:lnTo>
                  <a:lnTo>
                    <a:pt x="3268291" y="3701472"/>
                  </a:lnTo>
                  <a:lnTo>
                    <a:pt x="3292721" y="3569459"/>
                  </a:lnTo>
                  <a:lnTo>
                    <a:pt x="3317171" y="3436108"/>
                  </a:lnTo>
                  <a:lnTo>
                    <a:pt x="3341635" y="3301873"/>
                  </a:lnTo>
                  <a:lnTo>
                    <a:pt x="3366107" y="3167221"/>
                  </a:lnTo>
                  <a:lnTo>
                    <a:pt x="3390578" y="3032627"/>
                  </a:lnTo>
                  <a:lnTo>
                    <a:pt x="3415040" y="2898561"/>
                  </a:lnTo>
                  <a:lnTo>
                    <a:pt x="3439485" y="2765490"/>
                  </a:lnTo>
                  <a:lnTo>
                    <a:pt x="3463909" y="2633864"/>
                  </a:lnTo>
                  <a:lnTo>
                    <a:pt x="3488307" y="2504113"/>
                  </a:lnTo>
                  <a:lnTo>
                    <a:pt x="3512679" y="2376640"/>
                  </a:lnTo>
                  <a:lnTo>
                    <a:pt x="3537029" y="2251817"/>
                  </a:lnTo>
                  <a:lnTo>
                    <a:pt x="3561363" y="2129981"/>
                  </a:lnTo>
                  <a:lnTo>
                    <a:pt x="3585694" y="2011431"/>
                  </a:lnTo>
                  <a:lnTo>
                    <a:pt x="3610040" y="1896424"/>
                  </a:lnTo>
                  <a:lnTo>
                    <a:pt x="3634424" y="1785175"/>
                  </a:lnTo>
                  <a:lnTo>
                    <a:pt x="3658878" y="1677857"/>
                  </a:lnTo>
                  <a:lnTo>
                    <a:pt x="3683437" y="1574600"/>
                  </a:lnTo>
                  <a:lnTo>
                    <a:pt x="3708148" y="1475494"/>
                  </a:lnTo>
                  <a:lnTo>
                    <a:pt x="3733064" y="1380588"/>
                  </a:lnTo>
                  <a:lnTo>
                    <a:pt x="3758249" y="1289894"/>
                  </a:lnTo>
                  <a:lnTo>
                    <a:pt x="3783777" y="1203389"/>
                  </a:lnTo>
                  <a:lnTo>
                    <a:pt x="3809735" y="1121019"/>
                  </a:lnTo>
                  <a:lnTo>
                    <a:pt x="3829811" y="1061127"/>
                  </a:lnTo>
                  <a:lnTo>
                    <a:pt x="3870566" y="949607"/>
                  </a:lnTo>
                  <a:lnTo>
                    <a:pt x="3913110" y="847195"/>
                  </a:lnTo>
                  <a:lnTo>
                    <a:pt x="3957915" y="753615"/>
                  </a:lnTo>
                  <a:lnTo>
                    <a:pt x="4005500" y="668306"/>
                  </a:lnTo>
                  <a:lnTo>
                    <a:pt x="4056409" y="590577"/>
                  </a:lnTo>
                  <a:lnTo>
                    <a:pt x="4111181" y="519699"/>
                  </a:lnTo>
                  <a:lnTo>
                    <a:pt x="4170320" y="454971"/>
                  </a:lnTo>
                  <a:lnTo>
                    <a:pt x="4234261" y="395761"/>
                  </a:lnTo>
                  <a:lnTo>
                    <a:pt x="4303314" y="341524"/>
                  </a:lnTo>
                  <a:lnTo>
                    <a:pt x="4377601" y="291821"/>
                  </a:lnTo>
                  <a:lnTo>
                    <a:pt x="4456973" y="246325"/>
                  </a:lnTo>
                  <a:lnTo>
                    <a:pt x="4540923" y="204822"/>
                  </a:lnTo>
                  <a:lnTo>
                    <a:pt x="4628491" y="167204"/>
                  </a:lnTo>
                  <a:lnTo>
                    <a:pt x="4718203" y="133458"/>
                  </a:lnTo>
                  <a:lnTo>
                    <a:pt x="4808053" y="103634"/>
                  </a:lnTo>
                  <a:lnTo>
                    <a:pt x="4895557" y="77813"/>
                  </a:lnTo>
                  <a:lnTo>
                    <a:pt x="4977932" y="56056"/>
                  </a:lnTo>
                  <a:lnTo>
                    <a:pt x="5052360" y="38351"/>
                  </a:lnTo>
                  <a:lnTo>
                    <a:pt x="5116348" y="24566"/>
                  </a:lnTo>
                  <a:lnTo>
                    <a:pt x="5168091" y="14426"/>
                  </a:lnTo>
                  <a:lnTo>
                    <a:pt x="5206777" y="7503"/>
                  </a:lnTo>
                  <a:lnTo>
                    <a:pt x="5232756" y="3244"/>
                  </a:lnTo>
                  <a:lnTo>
                    <a:pt x="5247555" y="1015"/>
                  </a:lnTo>
                  <a:lnTo>
                    <a:pt x="5253775" y="152"/>
                  </a:lnTo>
                  <a:lnTo>
                    <a:pt x="5254953" y="0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213" y="90"/>
                  </a:lnTo>
                  <a:lnTo>
                    <a:pt x="6732964" y="733"/>
                  </a:lnTo>
                  <a:lnTo>
                    <a:pt x="6747571" y="2508"/>
                  </a:lnTo>
                  <a:lnTo>
                    <a:pt x="6773961" y="6009"/>
                  </a:lnTo>
                  <a:lnTo>
                    <a:pt x="6813852" y="11802"/>
                  </a:lnTo>
                  <a:lnTo>
                    <a:pt x="6867630" y="20377"/>
                  </a:lnTo>
                  <a:lnTo>
                    <a:pt x="6934368" y="32112"/>
                  </a:lnTo>
                  <a:lnTo>
                    <a:pt x="7012029" y="47246"/>
                  </a:lnTo>
                  <a:lnTo>
                    <a:pt x="7097830" y="65883"/>
                  </a:lnTo>
                  <a:lnTo>
                    <a:pt x="7188663" y="88025"/>
                  </a:lnTo>
                  <a:lnTo>
                    <a:pt x="7281508" y="113611"/>
                  </a:lnTo>
                  <a:lnTo>
                    <a:pt x="7373729" y="142572"/>
                  </a:lnTo>
                  <a:lnTo>
                    <a:pt x="7463249" y="174873"/>
                  </a:lnTo>
                  <a:lnTo>
                    <a:pt x="7548595" y="210546"/>
                  </a:lnTo>
                  <a:lnTo>
                    <a:pt x="7628864" y="249712"/>
                  </a:lnTo>
                  <a:lnTo>
                    <a:pt x="7703633" y="292595"/>
                  </a:lnTo>
                  <a:lnTo>
                    <a:pt x="7772851" y="339520"/>
                  </a:lnTo>
                  <a:lnTo>
                    <a:pt x="7836739" y="390915"/>
                  </a:lnTo>
                  <a:lnTo>
                    <a:pt x="7895701" y="447299"/>
                  </a:lnTo>
                  <a:lnTo>
                    <a:pt x="7950254" y="509265"/>
                  </a:lnTo>
                  <a:lnTo>
                    <a:pt x="8000974" y="577456"/>
                  </a:lnTo>
                  <a:lnTo>
                    <a:pt x="8048460" y="652510"/>
                  </a:lnTo>
                  <a:lnTo>
                    <a:pt x="8093295" y="734996"/>
                  </a:lnTo>
                  <a:lnTo>
                    <a:pt x="8136026" y="825285"/>
                  </a:lnTo>
                  <a:lnTo>
                    <a:pt x="8151487" y="860889"/>
                  </a:lnTo>
                  <a:lnTo>
                    <a:pt x="8180537" y="932067"/>
                  </a:lnTo>
                  <a:lnTo>
                    <a:pt x="8208987" y="1007279"/>
                  </a:lnTo>
                  <a:lnTo>
                    <a:pt x="8236962" y="1086604"/>
                  </a:lnTo>
                  <a:lnTo>
                    <a:pt x="8264571" y="1170085"/>
                  </a:lnTo>
                  <a:lnTo>
                    <a:pt x="8291904" y="1257724"/>
                  </a:lnTo>
                  <a:lnTo>
                    <a:pt x="8319038" y="1349480"/>
                  </a:lnTo>
                  <a:lnTo>
                    <a:pt x="8346035" y="1445263"/>
                  </a:lnTo>
                  <a:lnTo>
                    <a:pt x="8372947" y="1544935"/>
                  </a:lnTo>
                  <a:lnTo>
                    <a:pt x="8399814" y="1648307"/>
                  </a:lnTo>
                  <a:lnTo>
                    <a:pt x="8426667" y="1755138"/>
                  </a:lnTo>
                  <a:lnTo>
                    <a:pt x="8453528" y="1865138"/>
                  </a:lnTo>
                  <a:lnTo>
                    <a:pt x="8480412" y="1977967"/>
                  </a:lnTo>
                  <a:lnTo>
                    <a:pt x="8507326" y="2093241"/>
                  </a:lnTo>
                  <a:lnTo>
                    <a:pt x="8534272" y="2210534"/>
                  </a:lnTo>
                  <a:lnTo>
                    <a:pt x="8561246" y="2329389"/>
                  </a:lnTo>
                  <a:lnTo>
                    <a:pt x="8588242" y="2449318"/>
                  </a:lnTo>
                  <a:lnTo>
                    <a:pt x="8615249" y="2569818"/>
                  </a:lnTo>
                  <a:lnTo>
                    <a:pt x="8642258" y="2690373"/>
                  </a:lnTo>
                  <a:lnTo>
                    <a:pt x="8669257" y="2810466"/>
                  </a:lnTo>
                  <a:lnTo>
                    <a:pt x="8696236" y="2929592"/>
                  </a:lnTo>
                  <a:lnTo>
                    <a:pt x="8723188" y="3047257"/>
                  </a:lnTo>
                  <a:lnTo>
                    <a:pt x="8750109" y="3162998"/>
                  </a:lnTo>
                  <a:lnTo>
                    <a:pt x="8776999" y="3276382"/>
                  </a:lnTo>
                  <a:lnTo>
                    <a:pt x="8803865" y="3387014"/>
                  </a:lnTo>
                  <a:lnTo>
                    <a:pt x="8830718" y="3494547"/>
                  </a:lnTo>
                  <a:lnTo>
                    <a:pt x="8857580" y="3598678"/>
                  </a:lnTo>
                  <a:lnTo>
                    <a:pt x="8884479" y="3699156"/>
                  </a:lnTo>
                  <a:lnTo>
                    <a:pt x="8911454" y="3795780"/>
                  </a:lnTo>
                  <a:lnTo>
                    <a:pt x="8938553" y="3888403"/>
                  </a:lnTo>
                  <a:lnTo>
                    <a:pt x="8965838" y="3976925"/>
                  </a:lnTo>
                  <a:lnTo>
                    <a:pt x="8993381" y="4061293"/>
                  </a:lnTo>
                  <a:lnTo>
                    <a:pt x="9021270" y="4141501"/>
                  </a:lnTo>
                  <a:lnTo>
                    <a:pt x="9049609" y="4217584"/>
                  </a:lnTo>
                  <a:lnTo>
                    <a:pt x="9078520" y="4289613"/>
                  </a:lnTo>
                  <a:lnTo>
                    <a:pt x="9084767" y="4304445"/>
                  </a:lnTo>
                  <a:lnTo>
                    <a:pt x="9126840" y="4397666"/>
                  </a:lnTo>
                  <a:lnTo>
                    <a:pt x="9170832" y="4483026"/>
                  </a:lnTo>
                  <a:lnTo>
                    <a:pt x="9217265" y="4560787"/>
                  </a:lnTo>
                  <a:lnTo>
                    <a:pt x="9266712" y="4631458"/>
                  </a:lnTo>
                  <a:lnTo>
                    <a:pt x="9319769" y="4695665"/>
                  </a:lnTo>
                  <a:lnTo>
                    <a:pt x="9377026" y="4754053"/>
                  </a:lnTo>
                  <a:lnTo>
                    <a:pt x="9439027" y="4807239"/>
                  </a:lnTo>
                  <a:lnTo>
                    <a:pt x="9506224" y="4855772"/>
                  </a:lnTo>
                  <a:lnTo>
                    <a:pt x="9578917" y="4900115"/>
                  </a:lnTo>
                  <a:lnTo>
                    <a:pt x="9657167" y="4940633"/>
                  </a:lnTo>
                  <a:lnTo>
                    <a:pt x="9740702" y="4977586"/>
                  </a:lnTo>
                  <a:lnTo>
                    <a:pt x="9828809" y="5011134"/>
                  </a:lnTo>
                  <a:lnTo>
                    <a:pt x="9920235" y="5041339"/>
                  </a:lnTo>
                  <a:lnTo>
                    <a:pt x="10013129" y="5068188"/>
                  </a:lnTo>
                  <a:lnTo>
                    <a:pt x="10105048" y="5091619"/>
                  </a:lnTo>
                  <a:lnTo>
                    <a:pt x="10193087" y="5111565"/>
                  </a:lnTo>
                  <a:lnTo>
                    <a:pt x="10274129" y="5127996"/>
                  </a:lnTo>
                  <a:lnTo>
                    <a:pt x="10345218" y="5140975"/>
                  </a:lnTo>
                  <a:lnTo>
                    <a:pt x="10403992" y="5150690"/>
                  </a:lnTo>
                  <a:lnTo>
                    <a:pt x="10449077" y="5157465"/>
                  </a:lnTo>
                  <a:lnTo>
                    <a:pt x="10480359" y="5161756"/>
                  </a:lnTo>
                  <a:lnTo>
                    <a:pt x="10499070" y="5164105"/>
                  </a:lnTo>
                  <a:lnTo>
                    <a:pt x="10507705" y="5165100"/>
                  </a:lnTo>
                  <a:lnTo>
                    <a:pt x="10509864" y="5165330"/>
                  </a:lnTo>
                  <a:lnTo>
                    <a:pt x="10509911" y="5165334"/>
                  </a:lnTo>
                  <a:lnTo>
                    <a:pt x="11981298" y="516533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68" name="pl1768"/>
            <p:cNvSpPr/>
            <p:nvPr/>
          </p:nvSpPr>
          <p:spPr>
            <a:xfrm>
              <a:off x="4799595" y="3565841"/>
              <a:ext cx="11981298" cy="6366765"/>
            </a:xfrm>
            <a:custGeom>
              <a:avLst/>
              <a:pathLst>
                <a:path w="11981298" h="6366765">
                  <a:moveTo>
                    <a:pt x="11981298" y="5165334"/>
                  </a:moveTo>
                  <a:lnTo>
                    <a:pt x="10509911" y="5165334"/>
                  </a:lnTo>
                  <a:lnTo>
                    <a:pt x="10509041" y="5165244"/>
                  </a:lnTo>
                  <a:lnTo>
                    <a:pt x="10503290" y="5164601"/>
                  </a:lnTo>
                  <a:lnTo>
                    <a:pt x="10488682" y="5162825"/>
                  </a:lnTo>
                  <a:lnTo>
                    <a:pt x="10462292" y="5159325"/>
                  </a:lnTo>
                  <a:lnTo>
                    <a:pt x="10422401" y="5153532"/>
                  </a:lnTo>
                  <a:lnTo>
                    <a:pt x="10368624" y="5144957"/>
                  </a:lnTo>
                  <a:lnTo>
                    <a:pt x="10301886" y="5133222"/>
                  </a:lnTo>
                  <a:lnTo>
                    <a:pt x="10224224" y="5118088"/>
                  </a:lnTo>
                  <a:lnTo>
                    <a:pt x="10138424" y="5099451"/>
                  </a:lnTo>
                  <a:lnTo>
                    <a:pt x="10047591" y="5077309"/>
                  </a:lnTo>
                  <a:lnTo>
                    <a:pt x="9954746" y="5051723"/>
                  </a:lnTo>
                  <a:lnTo>
                    <a:pt x="9862524" y="5022762"/>
                  </a:lnTo>
                  <a:lnTo>
                    <a:pt x="9773004" y="4990461"/>
                  </a:lnTo>
                  <a:lnTo>
                    <a:pt x="9687658" y="4954788"/>
                  </a:lnTo>
                  <a:lnTo>
                    <a:pt x="9607389" y="4915622"/>
                  </a:lnTo>
                  <a:lnTo>
                    <a:pt x="9532620" y="4872739"/>
                  </a:lnTo>
                  <a:lnTo>
                    <a:pt x="9463402" y="4825814"/>
                  </a:lnTo>
                  <a:lnTo>
                    <a:pt x="9399514" y="4774419"/>
                  </a:lnTo>
                  <a:lnTo>
                    <a:pt x="9340552" y="4718035"/>
                  </a:lnTo>
                  <a:lnTo>
                    <a:pt x="9286000" y="4656069"/>
                  </a:lnTo>
                  <a:lnTo>
                    <a:pt x="9235279" y="4587878"/>
                  </a:lnTo>
                  <a:lnTo>
                    <a:pt x="9187794" y="4512824"/>
                  </a:lnTo>
                  <a:lnTo>
                    <a:pt x="9142958" y="4430338"/>
                  </a:lnTo>
                  <a:lnTo>
                    <a:pt x="9100227" y="4340049"/>
                  </a:lnTo>
                  <a:lnTo>
                    <a:pt x="9084767" y="4304445"/>
                  </a:lnTo>
                  <a:lnTo>
                    <a:pt x="9055716" y="4233267"/>
                  </a:lnTo>
                  <a:lnTo>
                    <a:pt x="9027267" y="4158055"/>
                  </a:lnTo>
                  <a:lnTo>
                    <a:pt x="8999291" y="4078730"/>
                  </a:lnTo>
                  <a:lnTo>
                    <a:pt x="8971682" y="3995249"/>
                  </a:lnTo>
                  <a:lnTo>
                    <a:pt x="8944349" y="3907610"/>
                  </a:lnTo>
                  <a:lnTo>
                    <a:pt x="8917215" y="3815854"/>
                  </a:lnTo>
                  <a:lnTo>
                    <a:pt x="8890218" y="3720071"/>
                  </a:lnTo>
                  <a:lnTo>
                    <a:pt x="8863307" y="3620399"/>
                  </a:lnTo>
                  <a:lnTo>
                    <a:pt x="8836440" y="3517027"/>
                  </a:lnTo>
                  <a:lnTo>
                    <a:pt x="8809586" y="3410196"/>
                  </a:lnTo>
                  <a:lnTo>
                    <a:pt x="8782725" y="3300196"/>
                  </a:lnTo>
                  <a:lnTo>
                    <a:pt x="8755841" y="3187367"/>
                  </a:lnTo>
                  <a:lnTo>
                    <a:pt x="8728927" y="3072093"/>
                  </a:lnTo>
                  <a:lnTo>
                    <a:pt x="8701981" y="2954800"/>
                  </a:lnTo>
                  <a:lnTo>
                    <a:pt x="8675007" y="2835945"/>
                  </a:lnTo>
                  <a:lnTo>
                    <a:pt x="8648011" y="2716016"/>
                  </a:lnTo>
                  <a:lnTo>
                    <a:pt x="8621004" y="2595516"/>
                  </a:lnTo>
                  <a:lnTo>
                    <a:pt x="8593995" y="2474961"/>
                  </a:lnTo>
                  <a:lnTo>
                    <a:pt x="8566996" y="2354867"/>
                  </a:lnTo>
                  <a:lnTo>
                    <a:pt x="8540017" y="2235742"/>
                  </a:lnTo>
                  <a:lnTo>
                    <a:pt x="8513065" y="2118077"/>
                  </a:lnTo>
                  <a:lnTo>
                    <a:pt x="8486144" y="2002336"/>
                  </a:lnTo>
                  <a:lnTo>
                    <a:pt x="8459254" y="1888952"/>
                  </a:lnTo>
                  <a:lnTo>
                    <a:pt x="8432389" y="1778320"/>
                  </a:lnTo>
                  <a:lnTo>
                    <a:pt x="8405535" y="1670787"/>
                  </a:lnTo>
                  <a:lnTo>
                    <a:pt x="8378673" y="1566656"/>
                  </a:lnTo>
                  <a:lnTo>
                    <a:pt x="8351774" y="1466178"/>
                  </a:lnTo>
                  <a:lnTo>
                    <a:pt x="8324799" y="1369553"/>
                  </a:lnTo>
                  <a:lnTo>
                    <a:pt x="8297700" y="1276931"/>
                  </a:lnTo>
                  <a:lnTo>
                    <a:pt x="8270415" y="1188409"/>
                  </a:lnTo>
                  <a:lnTo>
                    <a:pt x="8242872" y="1104041"/>
                  </a:lnTo>
                  <a:lnTo>
                    <a:pt x="8214983" y="1023833"/>
                  </a:lnTo>
                  <a:lnTo>
                    <a:pt x="8186644" y="947750"/>
                  </a:lnTo>
                  <a:lnTo>
                    <a:pt x="8157733" y="875721"/>
                  </a:lnTo>
                  <a:lnTo>
                    <a:pt x="8151487" y="860889"/>
                  </a:lnTo>
                  <a:lnTo>
                    <a:pt x="8109413" y="767668"/>
                  </a:lnTo>
                  <a:lnTo>
                    <a:pt x="8065421" y="682308"/>
                  </a:lnTo>
                  <a:lnTo>
                    <a:pt x="8018989" y="604547"/>
                  </a:lnTo>
                  <a:lnTo>
                    <a:pt x="7969541" y="533875"/>
                  </a:lnTo>
                  <a:lnTo>
                    <a:pt x="7916484" y="469669"/>
                  </a:lnTo>
                  <a:lnTo>
                    <a:pt x="7859227" y="411281"/>
                  </a:lnTo>
                  <a:lnTo>
                    <a:pt x="7797226" y="358095"/>
                  </a:lnTo>
                  <a:lnTo>
                    <a:pt x="7730029" y="309562"/>
                  </a:lnTo>
                  <a:lnTo>
                    <a:pt x="7657336" y="265219"/>
                  </a:lnTo>
                  <a:lnTo>
                    <a:pt x="7579086" y="224701"/>
                  </a:lnTo>
                  <a:lnTo>
                    <a:pt x="7495552" y="187748"/>
                  </a:lnTo>
                  <a:lnTo>
                    <a:pt x="7407445" y="154200"/>
                  </a:lnTo>
                  <a:lnTo>
                    <a:pt x="7316018" y="123995"/>
                  </a:lnTo>
                  <a:lnTo>
                    <a:pt x="7223125" y="97146"/>
                  </a:lnTo>
                  <a:lnTo>
                    <a:pt x="7131205" y="73715"/>
                  </a:lnTo>
                  <a:lnTo>
                    <a:pt x="7043166" y="53769"/>
                  </a:lnTo>
                  <a:lnTo>
                    <a:pt x="6962125" y="37338"/>
                  </a:lnTo>
                  <a:lnTo>
                    <a:pt x="6891035" y="24359"/>
                  </a:lnTo>
                  <a:lnTo>
                    <a:pt x="6832261" y="14644"/>
                  </a:lnTo>
                  <a:lnTo>
                    <a:pt x="6787176" y="7869"/>
                  </a:lnTo>
                  <a:lnTo>
                    <a:pt x="6755894" y="3578"/>
                  </a:lnTo>
                  <a:lnTo>
                    <a:pt x="6737183" y="1229"/>
                  </a:lnTo>
                  <a:lnTo>
                    <a:pt x="6728548" y="234"/>
                  </a:lnTo>
                  <a:lnTo>
                    <a:pt x="6726389" y="4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162" y="101"/>
                  </a:lnTo>
                  <a:lnTo>
                    <a:pt x="5248907" y="822"/>
                  </a:lnTo>
                  <a:lnTo>
                    <a:pt x="5235529" y="2813"/>
                  </a:lnTo>
                  <a:lnTo>
                    <a:pt x="5211283" y="6739"/>
                  </a:lnTo>
                  <a:lnTo>
                    <a:pt x="5174479" y="13241"/>
                  </a:lnTo>
                  <a:lnTo>
                    <a:pt x="5124594" y="22888"/>
                  </a:lnTo>
                  <a:lnTo>
                    <a:pt x="5062280" y="36126"/>
                  </a:lnTo>
                  <a:lnTo>
                    <a:pt x="4989216" y="53255"/>
                  </a:lnTo>
                  <a:lnTo>
                    <a:pt x="4907816" y="74425"/>
                  </a:lnTo>
                  <a:lnTo>
                    <a:pt x="4820875" y="99663"/>
                  </a:lnTo>
                  <a:lnTo>
                    <a:pt x="4731201" y="128915"/>
                  </a:lnTo>
                  <a:lnTo>
                    <a:pt x="4641333" y="162100"/>
                  </a:lnTo>
                  <a:lnTo>
                    <a:pt x="4553352" y="199161"/>
                  </a:lnTo>
                  <a:lnTo>
                    <a:pt x="4468810" y="240099"/>
                  </a:lnTo>
                  <a:lnTo>
                    <a:pt x="4388737" y="285009"/>
                  </a:lnTo>
                  <a:lnTo>
                    <a:pt x="4313700" y="334088"/>
                  </a:lnTo>
                  <a:lnTo>
                    <a:pt x="4243895" y="387647"/>
                  </a:lnTo>
                  <a:lnTo>
                    <a:pt x="4179232" y="446109"/>
                  </a:lnTo>
                  <a:lnTo>
                    <a:pt x="4119425" y="510004"/>
                  </a:lnTo>
                  <a:lnTo>
                    <a:pt x="4064055" y="579953"/>
                  </a:lnTo>
                  <a:lnTo>
                    <a:pt x="4012622" y="656650"/>
                  </a:lnTo>
                  <a:lnTo>
                    <a:pt x="3964591" y="740822"/>
                  </a:lnTo>
                  <a:lnTo>
                    <a:pt x="3919418" y="833171"/>
                  </a:lnTo>
                  <a:lnTo>
                    <a:pt x="3876579" y="934284"/>
                  </a:lnTo>
                  <a:lnTo>
                    <a:pt x="3835592" y="1044490"/>
                  </a:lnTo>
                  <a:lnTo>
                    <a:pt x="3829811" y="1061127"/>
                  </a:lnTo>
                  <a:lnTo>
                    <a:pt x="3803462" y="1140410"/>
                  </a:lnTo>
                  <a:lnTo>
                    <a:pt x="3777616" y="1223766"/>
                  </a:lnTo>
                  <a:lnTo>
                    <a:pt x="3752178" y="1311272"/>
                  </a:lnTo>
                  <a:lnTo>
                    <a:pt x="3727063" y="1402976"/>
                  </a:lnTo>
                  <a:lnTo>
                    <a:pt x="3702202" y="1498892"/>
                  </a:lnTo>
                  <a:lnTo>
                    <a:pt x="3677532" y="1599000"/>
                  </a:lnTo>
                  <a:lnTo>
                    <a:pt x="3653002" y="1703241"/>
                  </a:lnTo>
                  <a:lnTo>
                    <a:pt x="3628568" y="1811516"/>
                  </a:lnTo>
                  <a:lnTo>
                    <a:pt x="3604196" y="1923684"/>
                  </a:lnTo>
                  <a:lnTo>
                    <a:pt x="3579855" y="2039563"/>
                  </a:lnTo>
                  <a:lnTo>
                    <a:pt x="3555525" y="2158926"/>
                  </a:lnTo>
                  <a:lnTo>
                    <a:pt x="3531188" y="2281508"/>
                  </a:lnTo>
                  <a:lnTo>
                    <a:pt x="3506833" y="2406999"/>
                  </a:lnTo>
                  <a:lnTo>
                    <a:pt x="3482455" y="2535054"/>
                  </a:lnTo>
                  <a:lnTo>
                    <a:pt x="3458051" y="2665293"/>
                  </a:lnTo>
                  <a:lnTo>
                    <a:pt x="3433622" y="2797306"/>
                  </a:lnTo>
                  <a:lnTo>
                    <a:pt x="3409172" y="2930657"/>
                  </a:lnTo>
                  <a:lnTo>
                    <a:pt x="3384707" y="3064892"/>
                  </a:lnTo>
                  <a:lnTo>
                    <a:pt x="3360235" y="3199543"/>
                  </a:lnTo>
                  <a:lnTo>
                    <a:pt x="3335764" y="3334138"/>
                  </a:lnTo>
                  <a:lnTo>
                    <a:pt x="3311302" y="3468203"/>
                  </a:lnTo>
                  <a:lnTo>
                    <a:pt x="3286857" y="3601274"/>
                  </a:lnTo>
                  <a:lnTo>
                    <a:pt x="3262433" y="3732900"/>
                  </a:lnTo>
                  <a:lnTo>
                    <a:pt x="3238035" y="3862652"/>
                  </a:lnTo>
                  <a:lnTo>
                    <a:pt x="3213663" y="3990125"/>
                  </a:lnTo>
                  <a:lnTo>
                    <a:pt x="3189314" y="4114948"/>
                  </a:lnTo>
                  <a:lnTo>
                    <a:pt x="3164979" y="4236784"/>
                  </a:lnTo>
                  <a:lnTo>
                    <a:pt x="3140648" y="4355334"/>
                  </a:lnTo>
                  <a:lnTo>
                    <a:pt x="3116302" y="4470341"/>
                  </a:lnTo>
                  <a:lnTo>
                    <a:pt x="3091918" y="4581590"/>
                  </a:lnTo>
                  <a:lnTo>
                    <a:pt x="3067465" y="4688908"/>
                  </a:lnTo>
                  <a:lnTo>
                    <a:pt x="3042905" y="4792165"/>
                  </a:lnTo>
                  <a:lnTo>
                    <a:pt x="3018194" y="4891271"/>
                  </a:lnTo>
                  <a:lnTo>
                    <a:pt x="2993278" y="4986177"/>
                  </a:lnTo>
                  <a:lnTo>
                    <a:pt x="2968093" y="5076871"/>
                  </a:lnTo>
                  <a:lnTo>
                    <a:pt x="2942565" y="5163376"/>
                  </a:lnTo>
                  <a:lnTo>
                    <a:pt x="2916608" y="5245746"/>
                  </a:lnTo>
                  <a:lnTo>
                    <a:pt x="2896531" y="5305638"/>
                  </a:lnTo>
                  <a:lnTo>
                    <a:pt x="2855776" y="5417157"/>
                  </a:lnTo>
                  <a:lnTo>
                    <a:pt x="2813232" y="5519569"/>
                  </a:lnTo>
                  <a:lnTo>
                    <a:pt x="2768427" y="5613150"/>
                  </a:lnTo>
                  <a:lnTo>
                    <a:pt x="2720842" y="5698459"/>
                  </a:lnTo>
                  <a:lnTo>
                    <a:pt x="2669933" y="5776188"/>
                  </a:lnTo>
                  <a:lnTo>
                    <a:pt x="2615161" y="5847066"/>
                  </a:lnTo>
                  <a:lnTo>
                    <a:pt x="2556022" y="5911793"/>
                  </a:lnTo>
                  <a:lnTo>
                    <a:pt x="2492081" y="5971004"/>
                  </a:lnTo>
                  <a:lnTo>
                    <a:pt x="2423028" y="6025241"/>
                  </a:lnTo>
                  <a:lnTo>
                    <a:pt x="2348741" y="6074944"/>
                  </a:lnTo>
                  <a:lnTo>
                    <a:pt x="2269369" y="6120440"/>
                  </a:lnTo>
                  <a:lnTo>
                    <a:pt x="2185420" y="6161943"/>
                  </a:lnTo>
                  <a:lnTo>
                    <a:pt x="2097852" y="6199560"/>
                  </a:lnTo>
                  <a:lnTo>
                    <a:pt x="2008139" y="6233307"/>
                  </a:lnTo>
                  <a:lnTo>
                    <a:pt x="1918290" y="6263131"/>
                  </a:lnTo>
                  <a:lnTo>
                    <a:pt x="1830785" y="6288951"/>
                  </a:lnTo>
                  <a:lnTo>
                    <a:pt x="1748410" y="6310709"/>
                  </a:lnTo>
                  <a:lnTo>
                    <a:pt x="1673982" y="6328414"/>
                  </a:lnTo>
                  <a:lnTo>
                    <a:pt x="1609994" y="6342198"/>
                  </a:lnTo>
                  <a:lnTo>
                    <a:pt x="1558251" y="6352339"/>
                  </a:lnTo>
                  <a:lnTo>
                    <a:pt x="1519565" y="6359262"/>
                  </a:lnTo>
                  <a:lnTo>
                    <a:pt x="1493586" y="6363521"/>
                  </a:lnTo>
                  <a:lnTo>
                    <a:pt x="1478788" y="6365750"/>
                  </a:lnTo>
                  <a:lnTo>
                    <a:pt x="1472567" y="6366613"/>
                  </a:lnTo>
                  <a:lnTo>
                    <a:pt x="1471390" y="6366765"/>
                  </a:lnTo>
                  <a:lnTo>
                    <a:pt x="1471387" y="6366765"/>
                  </a:lnTo>
                  <a:lnTo>
                    <a:pt x="0" y="636676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69" name="pg1769"/>
            <p:cNvSpPr/>
            <p:nvPr/>
          </p:nvSpPr>
          <p:spPr>
            <a:xfrm>
              <a:off x="4799595" y="6115817"/>
              <a:ext cx="11981298" cy="3882174"/>
            </a:xfrm>
            <a:custGeom>
              <a:avLst/>
              <a:pathLst>
                <a:path w="11981298" h="3882174">
                  <a:moveTo>
                    <a:pt x="0" y="3882174"/>
                  </a:moveTo>
                  <a:lnTo>
                    <a:pt x="1471387" y="3882174"/>
                  </a:lnTo>
                  <a:lnTo>
                    <a:pt x="1472494" y="3882096"/>
                  </a:lnTo>
                  <a:lnTo>
                    <a:pt x="1479778" y="3881545"/>
                  </a:lnTo>
                  <a:lnTo>
                    <a:pt x="1498153" y="3880021"/>
                  </a:lnTo>
                  <a:lnTo>
                    <a:pt x="1531045" y="3877019"/>
                  </a:lnTo>
                  <a:lnTo>
                    <a:pt x="1580148" y="3872072"/>
                  </a:lnTo>
                  <a:lnTo>
                    <a:pt x="1645300" y="3864794"/>
                  </a:lnTo>
                  <a:lnTo>
                    <a:pt x="1724612" y="3854916"/>
                  </a:lnTo>
                  <a:lnTo>
                    <a:pt x="1814899" y="3842299"/>
                  </a:lnTo>
                  <a:lnTo>
                    <a:pt x="1912285" y="3826914"/>
                  </a:lnTo>
                  <a:lnTo>
                    <a:pt x="2012845" y="3808801"/>
                  </a:lnTo>
                  <a:lnTo>
                    <a:pt x="2113100" y="3788020"/>
                  </a:lnTo>
                  <a:lnTo>
                    <a:pt x="2210314" y="3764605"/>
                  </a:lnTo>
                  <a:lnTo>
                    <a:pt x="2302592" y="3738529"/>
                  </a:lnTo>
                  <a:lnTo>
                    <a:pt x="2388819" y="3709684"/>
                  </a:lnTo>
                  <a:lnTo>
                    <a:pt x="2468531" y="3677864"/>
                  </a:lnTo>
                  <a:lnTo>
                    <a:pt x="2541756" y="3642770"/>
                  </a:lnTo>
                  <a:lnTo>
                    <a:pt x="2608859" y="3604011"/>
                  </a:lnTo>
                  <a:lnTo>
                    <a:pt x="2670423" y="3561113"/>
                  </a:lnTo>
                  <a:lnTo>
                    <a:pt x="2727152" y="3513548"/>
                  </a:lnTo>
                  <a:lnTo>
                    <a:pt x="2779803" y="3460760"/>
                  </a:lnTo>
                  <a:lnTo>
                    <a:pt x="2829133" y="3402237"/>
                  </a:lnTo>
                  <a:lnTo>
                    <a:pt x="2875854" y="3337610"/>
                  </a:lnTo>
                  <a:lnTo>
                    <a:pt x="2896531" y="3305977"/>
                  </a:lnTo>
                  <a:lnTo>
                    <a:pt x="2931253" y="3248594"/>
                  </a:lnTo>
                  <a:lnTo>
                    <a:pt x="2965151" y="3187321"/>
                  </a:lnTo>
                  <a:lnTo>
                    <a:pt x="2998431" y="3122079"/>
                  </a:lnTo>
                  <a:lnTo>
                    <a:pt x="3031265" y="3052841"/>
                  </a:lnTo>
                  <a:lnTo>
                    <a:pt x="3063790" y="2979639"/>
                  </a:lnTo>
                  <a:lnTo>
                    <a:pt x="3096118" y="2902571"/>
                  </a:lnTo>
                  <a:lnTo>
                    <a:pt x="3128335" y="2821799"/>
                  </a:lnTo>
                  <a:lnTo>
                    <a:pt x="3160506" y="2737559"/>
                  </a:lnTo>
                  <a:lnTo>
                    <a:pt x="3192677" y="2650156"/>
                  </a:lnTo>
                  <a:lnTo>
                    <a:pt x="3224876" y="2559962"/>
                  </a:lnTo>
                  <a:lnTo>
                    <a:pt x="3257117" y="2467414"/>
                  </a:lnTo>
                  <a:lnTo>
                    <a:pt x="3289404" y="2373002"/>
                  </a:lnTo>
                  <a:lnTo>
                    <a:pt x="3321728" y="2277264"/>
                  </a:lnTo>
                  <a:lnTo>
                    <a:pt x="3354075" y="2180770"/>
                  </a:lnTo>
                  <a:lnTo>
                    <a:pt x="3386427" y="2084108"/>
                  </a:lnTo>
                  <a:lnTo>
                    <a:pt x="3418766" y="1987873"/>
                  </a:lnTo>
                  <a:lnTo>
                    <a:pt x="3451075" y="1892647"/>
                  </a:lnTo>
                  <a:lnTo>
                    <a:pt x="3483342" y="1798988"/>
                  </a:lnTo>
                  <a:lnTo>
                    <a:pt x="3515565" y="1707412"/>
                  </a:lnTo>
                  <a:lnTo>
                    <a:pt x="3547749" y="1618390"/>
                  </a:lnTo>
                  <a:lnTo>
                    <a:pt x="3579915" y="1532329"/>
                  </a:lnTo>
                  <a:lnTo>
                    <a:pt x="3612099" y="1449574"/>
                  </a:lnTo>
                  <a:lnTo>
                    <a:pt x="3644356" y="1370399"/>
                  </a:lnTo>
                  <a:lnTo>
                    <a:pt x="3676758" y="1295006"/>
                  </a:lnTo>
                  <a:lnTo>
                    <a:pt x="3709403" y="1223532"/>
                  </a:lnTo>
                  <a:lnTo>
                    <a:pt x="3742414" y="1156042"/>
                  </a:lnTo>
                  <a:lnTo>
                    <a:pt x="3775941" y="1092544"/>
                  </a:lnTo>
                  <a:lnTo>
                    <a:pt x="3810172" y="1032986"/>
                  </a:lnTo>
                  <a:lnTo>
                    <a:pt x="3829811" y="1001192"/>
                  </a:lnTo>
                  <a:lnTo>
                    <a:pt x="3875553" y="933724"/>
                  </a:lnTo>
                  <a:lnTo>
                    <a:pt x="3923606" y="872441"/>
                  </a:lnTo>
                  <a:lnTo>
                    <a:pt x="3974646" y="817088"/>
                  </a:lnTo>
                  <a:lnTo>
                    <a:pt x="4029415" y="767201"/>
                  </a:lnTo>
                  <a:lnTo>
                    <a:pt x="4088675" y="722237"/>
                  </a:lnTo>
                  <a:lnTo>
                    <a:pt x="4153162" y="681647"/>
                  </a:lnTo>
                  <a:lnTo>
                    <a:pt x="4223526" y="644931"/>
                  </a:lnTo>
                  <a:lnTo>
                    <a:pt x="4300244" y="611656"/>
                  </a:lnTo>
                  <a:lnTo>
                    <a:pt x="4383515" y="581481"/>
                  </a:lnTo>
                  <a:lnTo>
                    <a:pt x="4473120" y="554157"/>
                  </a:lnTo>
                  <a:lnTo>
                    <a:pt x="4568262" y="529533"/>
                  </a:lnTo>
                  <a:lnTo>
                    <a:pt x="4667415" y="507546"/>
                  </a:lnTo>
                  <a:lnTo>
                    <a:pt x="4768227" y="488206"/>
                  </a:lnTo>
                  <a:lnTo>
                    <a:pt x="4867534" y="471566"/>
                  </a:lnTo>
                  <a:lnTo>
                    <a:pt x="4961566" y="457681"/>
                  </a:lnTo>
                  <a:lnTo>
                    <a:pt x="5046351" y="446560"/>
                  </a:lnTo>
                  <a:lnTo>
                    <a:pt x="5118306" y="438118"/>
                  </a:lnTo>
                  <a:lnTo>
                    <a:pt x="5174881" y="432146"/>
                  </a:lnTo>
                  <a:lnTo>
                    <a:pt x="5215090" y="428308"/>
                  </a:lnTo>
                  <a:lnTo>
                    <a:pt x="5239779" y="426170"/>
                  </a:lnTo>
                  <a:lnTo>
                    <a:pt x="5251611" y="425237"/>
                  </a:lnTo>
                  <a:lnTo>
                    <a:pt x="5254955" y="424995"/>
                  </a:lnTo>
                  <a:lnTo>
                    <a:pt x="6726343" y="424995"/>
                  </a:lnTo>
                  <a:lnTo>
                    <a:pt x="6727578" y="424985"/>
                  </a:lnTo>
                  <a:lnTo>
                    <a:pt x="6735686" y="424911"/>
                  </a:lnTo>
                  <a:lnTo>
                    <a:pt x="6756074" y="424705"/>
                  </a:lnTo>
                  <a:lnTo>
                    <a:pt x="6792395" y="424300"/>
                  </a:lnTo>
                  <a:lnTo>
                    <a:pt x="6846271" y="423634"/>
                  </a:lnTo>
                  <a:lnTo>
                    <a:pt x="6917172" y="422657"/>
                  </a:lnTo>
                  <a:lnTo>
                    <a:pt x="7002641" y="421337"/>
                  </a:lnTo>
                  <a:lnTo>
                    <a:pt x="7098862" y="419660"/>
                  </a:lnTo>
                  <a:lnTo>
                    <a:pt x="7201427" y="417623"/>
                  </a:lnTo>
                  <a:lnTo>
                    <a:pt x="7306059" y="415236"/>
                  </a:lnTo>
                  <a:lnTo>
                    <a:pt x="7409146" y="412503"/>
                  </a:lnTo>
                  <a:lnTo>
                    <a:pt x="7508000" y="409429"/>
                  </a:lnTo>
                  <a:lnTo>
                    <a:pt x="7600897" y="406003"/>
                  </a:lnTo>
                  <a:lnTo>
                    <a:pt x="7686956" y="402207"/>
                  </a:lnTo>
                  <a:lnTo>
                    <a:pt x="7765959" y="398004"/>
                  </a:lnTo>
                  <a:lnTo>
                    <a:pt x="7838163" y="393349"/>
                  </a:lnTo>
                  <a:lnTo>
                    <a:pt x="7904134" y="388181"/>
                  </a:lnTo>
                  <a:lnTo>
                    <a:pt x="7964618" y="382432"/>
                  </a:lnTo>
                  <a:lnTo>
                    <a:pt x="8020447" y="376028"/>
                  </a:lnTo>
                  <a:lnTo>
                    <a:pt x="8072474" y="368896"/>
                  </a:lnTo>
                  <a:lnTo>
                    <a:pt x="8121512" y="360980"/>
                  </a:lnTo>
                  <a:lnTo>
                    <a:pt x="8151487" y="355525"/>
                  </a:lnTo>
                  <a:lnTo>
                    <a:pt x="8206564" y="344246"/>
                  </a:lnTo>
                  <a:lnTo>
                    <a:pt x="8259851" y="331755"/>
                  </a:lnTo>
                  <a:lnTo>
                    <a:pt x="8312063" y="318036"/>
                  </a:lnTo>
                  <a:lnTo>
                    <a:pt x="8363710" y="303122"/>
                  </a:lnTo>
                  <a:lnTo>
                    <a:pt x="8415137" y="287097"/>
                  </a:lnTo>
                  <a:lnTo>
                    <a:pt x="8466557" y="270099"/>
                  </a:lnTo>
                  <a:lnTo>
                    <a:pt x="8518071" y="252321"/>
                  </a:lnTo>
                  <a:lnTo>
                    <a:pt x="8569695" y="234001"/>
                  </a:lnTo>
                  <a:lnTo>
                    <a:pt x="8621385" y="215410"/>
                  </a:lnTo>
                  <a:lnTo>
                    <a:pt x="8673070" y="196838"/>
                  </a:lnTo>
                  <a:lnTo>
                    <a:pt x="8724681" y="178571"/>
                  </a:lnTo>
                  <a:lnTo>
                    <a:pt x="8776180" y="160879"/>
                  </a:lnTo>
                  <a:lnTo>
                    <a:pt x="8827594" y="143995"/>
                  </a:lnTo>
                  <a:lnTo>
                    <a:pt x="8879035" y="128103"/>
                  </a:lnTo>
                  <a:lnTo>
                    <a:pt x="8930730" y="113336"/>
                  </a:lnTo>
                  <a:lnTo>
                    <a:pt x="8983046" y="99771"/>
                  </a:lnTo>
                  <a:lnTo>
                    <a:pt x="9036515" y="87435"/>
                  </a:lnTo>
                  <a:lnTo>
                    <a:pt x="9084767" y="77643"/>
                  </a:lnTo>
                  <a:lnTo>
                    <a:pt x="9132287" y="69215"/>
                  </a:lnTo>
                  <a:lnTo>
                    <a:pt x="9182323" y="61589"/>
                  </a:lnTo>
                  <a:lnTo>
                    <a:pt x="9235636" y="54729"/>
                  </a:lnTo>
                  <a:lnTo>
                    <a:pt x="9293060" y="48572"/>
                  </a:lnTo>
                  <a:lnTo>
                    <a:pt x="9355447" y="43043"/>
                  </a:lnTo>
                  <a:lnTo>
                    <a:pt x="9423607" y="38069"/>
                  </a:lnTo>
                  <a:lnTo>
                    <a:pt x="9498233" y="33585"/>
                  </a:lnTo>
                  <a:lnTo>
                    <a:pt x="9579795" y="29535"/>
                  </a:lnTo>
                  <a:lnTo>
                    <a:pt x="9668397" y="25877"/>
                  </a:lnTo>
                  <a:lnTo>
                    <a:pt x="9763605" y="22581"/>
                  </a:lnTo>
                  <a:lnTo>
                    <a:pt x="9864248" y="19631"/>
                  </a:lnTo>
                  <a:lnTo>
                    <a:pt x="9968259" y="17023"/>
                  </a:lnTo>
                  <a:lnTo>
                    <a:pt x="10072601" y="14762"/>
                  </a:lnTo>
                  <a:lnTo>
                    <a:pt x="10173373" y="12856"/>
                  </a:lnTo>
                  <a:lnTo>
                    <a:pt x="10266178" y="11309"/>
                  </a:lnTo>
                  <a:lnTo>
                    <a:pt x="10346731" y="10117"/>
                  </a:lnTo>
                  <a:lnTo>
                    <a:pt x="10411630" y="9258"/>
                  </a:lnTo>
                  <a:lnTo>
                    <a:pt x="10459067" y="8694"/>
                  </a:lnTo>
                  <a:lnTo>
                    <a:pt x="10489291" y="8369"/>
                  </a:lnTo>
                  <a:lnTo>
                    <a:pt x="10504689" y="8219"/>
                  </a:lnTo>
                  <a:lnTo>
                    <a:pt x="10509586" y="8175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8675" y="10"/>
                  </a:lnTo>
                  <a:lnTo>
                    <a:pt x="10500567" y="84"/>
                  </a:lnTo>
                  <a:lnTo>
                    <a:pt x="10480179" y="290"/>
                  </a:lnTo>
                  <a:lnTo>
                    <a:pt x="10443858" y="695"/>
                  </a:lnTo>
                  <a:lnTo>
                    <a:pt x="10389982" y="1361"/>
                  </a:lnTo>
                  <a:lnTo>
                    <a:pt x="10319081" y="2338"/>
                  </a:lnTo>
                  <a:lnTo>
                    <a:pt x="10233612" y="3658"/>
                  </a:lnTo>
                  <a:lnTo>
                    <a:pt x="10137391" y="5335"/>
                  </a:lnTo>
                  <a:lnTo>
                    <a:pt x="10034826" y="7371"/>
                  </a:lnTo>
                  <a:lnTo>
                    <a:pt x="9930194" y="9759"/>
                  </a:lnTo>
                  <a:lnTo>
                    <a:pt x="9827107" y="12492"/>
                  </a:lnTo>
                  <a:lnTo>
                    <a:pt x="9728253" y="15566"/>
                  </a:lnTo>
                  <a:lnTo>
                    <a:pt x="9635356" y="18992"/>
                  </a:lnTo>
                  <a:lnTo>
                    <a:pt x="9549297" y="22788"/>
                  </a:lnTo>
                  <a:lnTo>
                    <a:pt x="9470294" y="26991"/>
                  </a:lnTo>
                  <a:lnTo>
                    <a:pt x="9398090" y="31646"/>
                  </a:lnTo>
                  <a:lnTo>
                    <a:pt x="9332119" y="36813"/>
                  </a:lnTo>
                  <a:lnTo>
                    <a:pt x="9271635" y="42562"/>
                  </a:lnTo>
                  <a:lnTo>
                    <a:pt x="9215806" y="48967"/>
                  </a:lnTo>
                  <a:lnTo>
                    <a:pt x="9163779" y="56099"/>
                  </a:lnTo>
                  <a:lnTo>
                    <a:pt x="9114741" y="64015"/>
                  </a:lnTo>
                  <a:lnTo>
                    <a:pt x="9084767" y="69470"/>
                  </a:lnTo>
                  <a:lnTo>
                    <a:pt x="9029689" y="80749"/>
                  </a:lnTo>
                  <a:lnTo>
                    <a:pt x="8976402" y="93240"/>
                  </a:lnTo>
                  <a:lnTo>
                    <a:pt x="8924190" y="106959"/>
                  </a:lnTo>
                  <a:lnTo>
                    <a:pt x="8872544" y="121873"/>
                  </a:lnTo>
                  <a:lnTo>
                    <a:pt x="8821116" y="137898"/>
                  </a:lnTo>
                  <a:lnTo>
                    <a:pt x="8769696" y="154896"/>
                  </a:lnTo>
                  <a:lnTo>
                    <a:pt x="8718182" y="172674"/>
                  </a:lnTo>
                  <a:lnTo>
                    <a:pt x="8666559" y="190994"/>
                  </a:lnTo>
                  <a:lnTo>
                    <a:pt x="8614869" y="209585"/>
                  </a:lnTo>
                  <a:lnTo>
                    <a:pt x="8563183" y="228157"/>
                  </a:lnTo>
                  <a:lnTo>
                    <a:pt x="8511572" y="246424"/>
                  </a:lnTo>
                  <a:lnTo>
                    <a:pt x="8460073" y="264115"/>
                  </a:lnTo>
                  <a:lnTo>
                    <a:pt x="8408659" y="281000"/>
                  </a:lnTo>
                  <a:lnTo>
                    <a:pt x="8357218" y="296892"/>
                  </a:lnTo>
                  <a:lnTo>
                    <a:pt x="8305523" y="311659"/>
                  </a:lnTo>
                  <a:lnTo>
                    <a:pt x="8253207" y="325224"/>
                  </a:lnTo>
                  <a:lnTo>
                    <a:pt x="8199738" y="337560"/>
                  </a:lnTo>
                  <a:lnTo>
                    <a:pt x="8151487" y="347352"/>
                  </a:lnTo>
                  <a:lnTo>
                    <a:pt x="8103966" y="355780"/>
                  </a:lnTo>
                  <a:lnTo>
                    <a:pt x="8053931" y="363406"/>
                  </a:lnTo>
                  <a:lnTo>
                    <a:pt x="8000617" y="370266"/>
                  </a:lnTo>
                  <a:lnTo>
                    <a:pt x="7943193" y="376423"/>
                  </a:lnTo>
                  <a:lnTo>
                    <a:pt x="7880806" y="381952"/>
                  </a:lnTo>
                  <a:lnTo>
                    <a:pt x="7812647" y="386926"/>
                  </a:lnTo>
                  <a:lnTo>
                    <a:pt x="7738021" y="391410"/>
                  </a:lnTo>
                  <a:lnTo>
                    <a:pt x="7656459" y="395460"/>
                  </a:lnTo>
                  <a:lnTo>
                    <a:pt x="7567856" y="399118"/>
                  </a:lnTo>
                  <a:lnTo>
                    <a:pt x="7472649" y="402414"/>
                  </a:lnTo>
                  <a:lnTo>
                    <a:pt x="7372005" y="405364"/>
                  </a:lnTo>
                  <a:lnTo>
                    <a:pt x="7267994" y="407972"/>
                  </a:lnTo>
                  <a:lnTo>
                    <a:pt x="7163653" y="410233"/>
                  </a:lnTo>
                  <a:lnTo>
                    <a:pt x="7062880" y="412139"/>
                  </a:lnTo>
                  <a:lnTo>
                    <a:pt x="6970075" y="413686"/>
                  </a:lnTo>
                  <a:lnTo>
                    <a:pt x="6889522" y="414878"/>
                  </a:lnTo>
                  <a:lnTo>
                    <a:pt x="6824623" y="415737"/>
                  </a:lnTo>
                  <a:lnTo>
                    <a:pt x="6777186" y="416301"/>
                  </a:lnTo>
                  <a:lnTo>
                    <a:pt x="6746963" y="416626"/>
                  </a:lnTo>
                  <a:lnTo>
                    <a:pt x="6731565" y="416776"/>
                  </a:lnTo>
                  <a:lnTo>
                    <a:pt x="6726667" y="416820"/>
                  </a:lnTo>
                  <a:lnTo>
                    <a:pt x="6726343" y="416822"/>
                  </a:lnTo>
                  <a:lnTo>
                    <a:pt x="5254955" y="416822"/>
                  </a:lnTo>
                  <a:lnTo>
                    <a:pt x="5253848" y="416900"/>
                  </a:lnTo>
                  <a:lnTo>
                    <a:pt x="5246564" y="417451"/>
                  </a:lnTo>
                  <a:lnTo>
                    <a:pt x="5228189" y="418975"/>
                  </a:lnTo>
                  <a:lnTo>
                    <a:pt x="5195298" y="421977"/>
                  </a:lnTo>
                  <a:lnTo>
                    <a:pt x="5146194" y="426924"/>
                  </a:lnTo>
                  <a:lnTo>
                    <a:pt x="5081042" y="434203"/>
                  </a:lnTo>
                  <a:lnTo>
                    <a:pt x="5001730" y="444081"/>
                  </a:lnTo>
                  <a:lnTo>
                    <a:pt x="4911444" y="456697"/>
                  </a:lnTo>
                  <a:lnTo>
                    <a:pt x="4814057" y="472082"/>
                  </a:lnTo>
                  <a:lnTo>
                    <a:pt x="4713497" y="490195"/>
                  </a:lnTo>
                  <a:lnTo>
                    <a:pt x="4613242" y="510976"/>
                  </a:lnTo>
                  <a:lnTo>
                    <a:pt x="4516028" y="534391"/>
                  </a:lnTo>
                  <a:lnTo>
                    <a:pt x="4423750" y="560467"/>
                  </a:lnTo>
                  <a:lnTo>
                    <a:pt x="4337523" y="589313"/>
                  </a:lnTo>
                  <a:lnTo>
                    <a:pt x="4257811" y="621132"/>
                  </a:lnTo>
                  <a:lnTo>
                    <a:pt x="4184586" y="656226"/>
                  </a:lnTo>
                  <a:lnTo>
                    <a:pt x="4117483" y="694986"/>
                  </a:lnTo>
                  <a:lnTo>
                    <a:pt x="4055919" y="737883"/>
                  </a:lnTo>
                  <a:lnTo>
                    <a:pt x="3999190" y="785448"/>
                  </a:lnTo>
                  <a:lnTo>
                    <a:pt x="3946539" y="838236"/>
                  </a:lnTo>
                  <a:lnTo>
                    <a:pt x="3897209" y="896759"/>
                  </a:lnTo>
                  <a:lnTo>
                    <a:pt x="3850488" y="961386"/>
                  </a:lnTo>
                  <a:lnTo>
                    <a:pt x="3829811" y="993019"/>
                  </a:lnTo>
                  <a:lnTo>
                    <a:pt x="3795089" y="1050402"/>
                  </a:lnTo>
                  <a:lnTo>
                    <a:pt x="3761191" y="1111675"/>
                  </a:lnTo>
                  <a:lnTo>
                    <a:pt x="3727911" y="1176917"/>
                  </a:lnTo>
                  <a:lnTo>
                    <a:pt x="3695077" y="1246155"/>
                  </a:lnTo>
                  <a:lnTo>
                    <a:pt x="3662552" y="1319357"/>
                  </a:lnTo>
                  <a:lnTo>
                    <a:pt x="3630224" y="1396426"/>
                  </a:lnTo>
                  <a:lnTo>
                    <a:pt x="3598007" y="1477197"/>
                  </a:lnTo>
                  <a:lnTo>
                    <a:pt x="3565836" y="1561437"/>
                  </a:lnTo>
                  <a:lnTo>
                    <a:pt x="3533665" y="1648840"/>
                  </a:lnTo>
                  <a:lnTo>
                    <a:pt x="3501466" y="1739034"/>
                  </a:lnTo>
                  <a:lnTo>
                    <a:pt x="3469225" y="1831583"/>
                  </a:lnTo>
                  <a:lnTo>
                    <a:pt x="3436938" y="1925994"/>
                  </a:lnTo>
                  <a:lnTo>
                    <a:pt x="3404614" y="2021732"/>
                  </a:lnTo>
                  <a:lnTo>
                    <a:pt x="3372267" y="2118226"/>
                  </a:lnTo>
                  <a:lnTo>
                    <a:pt x="3339915" y="2214888"/>
                  </a:lnTo>
                  <a:lnTo>
                    <a:pt x="3307576" y="2311123"/>
                  </a:lnTo>
                  <a:lnTo>
                    <a:pt x="3275267" y="2406349"/>
                  </a:lnTo>
                  <a:lnTo>
                    <a:pt x="3243000" y="2500009"/>
                  </a:lnTo>
                  <a:lnTo>
                    <a:pt x="3210778" y="2591584"/>
                  </a:lnTo>
                  <a:lnTo>
                    <a:pt x="3178593" y="2680606"/>
                  </a:lnTo>
                  <a:lnTo>
                    <a:pt x="3146427" y="2766667"/>
                  </a:lnTo>
                  <a:lnTo>
                    <a:pt x="3114243" y="2849422"/>
                  </a:lnTo>
                  <a:lnTo>
                    <a:pt x="3081986" y="2928597"/>
                  </a:lnTo>
                  <a:lnTo>
                    <a:pt x="3049584" y="3003990"/>
                  </a:lnTo>
                  <a:lnTo>
                    <a:pt x="3016939" y="3075464"/>
                  </a:lnTo>
                  <a:lnTo>
                    <a:pt x="2983929" y="3142954"/>
                  </a:lnTo>
                  <a:lnTo>
                    <a:pt x="2950401" y="3206452"/>
                  </a:lnTo>
                  <a:lnTo>
                    <a:pt x="2916170" y="3266010"/>
                  </a:lnTo>
                  <a:lnTo>
                    <a:pt x="2896531" y="3297804"/>
                  </a:lnTo>
                  <a:lnTo>
                    <a:pt x="2850789" y="3365272"/>
                  </a:lnTo>
                  <a:lnTo>
                    <a:pt x="2802736" y="3426556"/>
                  </a:lnTo>
                  <a:lnTo>
                    <a:pt x="2751696" y="3481909"/>
                  </a:lnTo>
                  <a:lnTo>
                    <a:pt x="2696928" y="3531795"/>
                  </a:lnTo>
                  <a:lnTo>
                    <a:pt x="2637667" y="3576759"/>
                  </a:lnTo>
                  <a:lnTo>
                    <a:pt x="2573180" y="3617349"/>
                  </a:lnTo>
                  <a:lnTo>
                    <a:pt x="2502816" y="3654066"/>
                  </a:lnTo>
                  <a:lnTo>
                    <a:pt x="2426099" y="3687340"/>
                  </a:lnTo>
                  <a:lnTo>
                    <a:pt x="2342827" y="3717515"/>
                  </a:lnTo>
                  <a:lnTo>
                    <a:pt x="2253222" y="3744839"/>
                  </a:lnTo>
                  <a:lnTo>
                    <a:pt x="2158080" y="3769463"/>
                  </a:lnTo>
                  <a:lnTo>
                    <a:pt x="2058927" y="3791450"/>
                  </a:lnTo>
                  <a:lnTo>
                    <a:pt x="1958116" y="3810790"/>
                  </a:lnTo>
                  <a:lnTo>
                    <a:pt x="1858808" y="3827431"/>
                  </a:lnTo>
                  <a:lnTo>
                    <a:pt x="1764776" y="3841315"/>
                  </a:lnTo>
                  <a:lnTo>
                    <a:pt x="1679991" y="3852436"/>
                  </a:lnTo>
                  <a:lnTo>
                    <a:pt x="1608037" y="3860878"/>
                  </a:lnTo>
                  <a:lnTo>
                    <a:pt x="1551461" y="3866851"/>
                  </a:lnTo>
                  <a:lnTo>
                    <a:pt x="1511252" y="3870688"/>
                  </a:lnTo>
                  <a:lnTo>
                    <a:pt x="1486563" y="3872826"/>
                  </a:lnTo>
                  <a:lnTo>
                    <a:pt x="1474731" y="3873759"/>
                  </a:lnTo>
                  <a:lnTo>
                    <a:pt x="1471387" y="3874001"/>
                  </a:lnTo>
                  <a:lnTo>
                    <a:pt x="0" y="3874001"/>
                  </a:lnTo>
                  <a:close/>
                </a:path>
              </a:pathLst>
            </a:custGeom>
            <a:solidFill>
              <a:srgbClr val="9E9E9E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770" name="pl1770"/>
            <p:cNvSpPr/>
            <p:nvPr/>
          </p:nvSpPr>
          <p:spPr>
            <a:xfrm>
              <a:off x="4799595" y="6123990"/>
              <a:ext cx="11981298" cy="3874001"/>
            </a:xfrm>
            <a:custGeom>
              <a:avLst/>
              <a:pathLst>
                <a:path w="11981298" h="3874001">
                  <a:moveTo>
                    <a:pt x="0" y="3874001"/>
                  </a:moveTo>
                  <a:lnTo>
                    <a:pt x="1471387" y="3874001"/>
                  </a:lnTo>
                  <a:lnTo>
                    <a:pt x="1472494" y="3873923"/>
                  </a:lnTo>
                  <a:lnTo>
                    <a:pt x="1479778" y="3873372"/>
                  </a:lnTo>
                  <a:lnTo>
                    <a:pt x="1498153" y="3871848"/>
                  </a:lnTo>
                  <a:lnTo>
                    <a:pt x="1531045" y="3868846"/>
                  </a:lnTo>
                  <a:lnTo>
                    <a:pt x="1580148" y="3863899"/>
                  </a:lnTo>
                  <a:lnTo>
                    <a:pt x="1645300" y="3856621"/>
                  </a:lnTo>
                  <a:lnTo>
                    <a:pt x="1724612" y="3846743"/>
                  </a:lnTo>
                  <a:lnTo>
                    <a:pt x="1814899" y="3834126"/>
                  </a:lnTo>
                  <a:lnTo>
                    <a:pt x="1912285" y="3818741"/>
                  </a:lnTo>
                  <a:lnTo>
                    <a:pt x="2012845" y="3800628"/>
                  </a:lnTo>
                  <a:lnTo>
                    <a:pt x="2113100" y="3779847"/>
                  </a:lnTo>
                  <a:lnTo>
                    <a:pt x="2210314" y="3756432"/>
                  </a:lnTo>
                  <a:lnTo>
                    <a:pt x="2302592" y="3730356"/>
                  </a:lnTo>
                  <a:lnTo>
                    <a:pt x="2388819" y="3701511"/>
                  </a:lnTo>
                  <a:lnTo>
                    <a:pt x="2468531" y="3669691"/>
                  </a:lnTo>
                  <a:lnTo>
                    <a:pt x="2541756" y="3634597"/>
                  </a:lnTo>
                  <a:lnTo>
                    <a:pt x="2608859" y="3595838"/>
                  </a:lnTo>
                  <a:lnTo>
                    <a:pt x="2670423" y="3552940"/>
                  </a:lnTo>
                  <a:lnTo>
                    <a:pt x="2727152" y="3505375"/>
                  </a:lnTo>
                  <a:lnTo>
                    <a:pt x="2779803" y="3452587"/>
                  </a:lnTo>
                  <a:lnTo>
                    <a:pt x="2829133" y="3394064"/>
                  </a:lnTo>
                  <a:lnTo>
                    <a:pt x="2875854" y="3329437"/>
                  </a:lnTo>
                  <a:lnTo>
                    <a:pt x="2896531" y="3297804"/>
                  </a:lnTo>
                  <a:lnTo>
                    <a:pt x="2931253" y="3240421"/>
                  </a:lnTo>
                  <a:lnTo>
                    <a:pt x="2965151" y="3179148"/>
                  </a:lnTo>
                  <a:lnTo>
                    <a:pt x="2998431" y="3113906"/>
                  </a:lnTo>
                  <a:lnTo>
                    <a:pt x="3031265" y="3044668"/>
                  </a:lnTo>
                  <a:lnTo>
                    <a:pt x="3063790" y="2971466"/>
                  </a:lnTo>
                  <a:lnTo>
                    <a:pt x="3096118" y="2894398"/>
                  </a:lnTo>
                  <a:lnTo>
                    <a:pt x="3128335" y="2813626"/>
                  </a:lnTo>
                  <a:lnTo>
                    <a:pt x="3160506" y="2729386"/>
                  </a:lnTo>
                  <a:lnTo>
                    <a:pt x="3192677" y="2641983"/>
                  </a:lnTo>
                  <a:lnTo>
                    <a:pt x="3224876" y="2551789"/>
                  </a:lnTo>
                  <a:lnTo>
                    <a:pt x="3257117" y="2459241"/>
                  </a:lnTo>
                  <a:lnTo>
                    <a:pt x="3289404" y="2364829"/>
                  </a:lnTo>
                  <a:lnTo>
                    <a:pt x="3321728" y="2269091"/>
                  </a:lnTo>
                  <a:lnTo>
                    <a:pt x="3354075" y="2172597"/>
                  </a:lnTo>
                  <a:lnTo>
                    <a:pt x="3386427" y="2075935"/>
                  </a:lnTo>
                  <a:lnTo>
                    <a:pt x="3418766" y="1979700"/>
                  </a:lnTo>
                  <a:lnTo>
                    <a:pt x="3451075" y="1884474"/>
                  </a:lnTo>
                  <a:lnTo>
                    <a:pt x="3483342" y="1790815"/>
                  </a:lnTo>
                  <a:lnTo>
                    <a:pt x="3515565" y="1699239"/>
                  </a:lnTo>
                  <a:lnTo>
                    <a:pt x="3547749" y="1610217"/>
                  </a:lnTo>
                  <a:lnTo>
                    <a:pt x="3579915" y="1524156"/>
                  </a:lnTo>
                  <a:lnTo>
                    <a:pt x="3612099" y="1441401"/>
                  </a:lnTo>
                  <a:lnTo>
                    <a:pt x="3644356" y="1362226"/>
                  </a:lnTo>
                  <a:lnTo>
                    <a:pt x="3676758" y="1286833"/>
                  </a:lnTo>
                  <a:lnTo>
                    <a:pt x="3709403" y="1215359"/>
                  </a:lnTo>
                  <a:lnTo>
                    <a:pt x="3742414" y="1147869"/>
                  </a:lnTo>
                  <a:lnTo>
                    <a:pt x="3775941" y="1084371"/>
                  </a:lnTo>
                  <a:lnTo>
                    <a:pt x="3810172" y="1024813"/>
                  </a:lnTo>
                  <a:lnTo>
                    <a:pt x="3829811" y="993019"/>
                  </a:lnTo>
                  <a:lnTo>
                    <a:pt x="3875553" y="925551"/>
                  </a:lnTo>
                  <a:lnTo>
                    <a:pt x="3923606" y="864268"/>
                  </a:lnTo>
                  <a:lnTo>
                    <a:pt x="3974646" y="808915"/>
                  </a:lnTo>
                  <a:lnTo>
                    <a:pt x="4029415" y="759028"/>
                  </a:lnTo>
                  <a:lnTo>
                    <a:pt x="4088675" y="714064"/>
                  </a:lnTo>
                  <a:lnTo>
                    <a:pt x="4153162" y="673474"/>
                  </a:lnTo>
                  <a:lnTo>
                    <a:pt x="4223526" y="636758"/>
                  </a:lnTo>
                  <a:lnTo>
                    <a:pt x="4300244" y="603483"/>
                  </a:lnTo>
                  <a:lnTo>
                    <a:pt x="4383515" y="573308"/>
                  </a:lnTo>
                  <a:lnTo>
                    <a:pt x="4473120" y="545984"/>
                  </a:lnTo>
                  <a:lnTo>
                    <a:pt x="4568262" y="521360"/>
                  </a:lnTo>
                  <a:lnTo>
                    <a:pt x="4667415" y="499373"/>
                  </a:lnTo>
                  <a:lnTo>
                    <a:pt x="4768227" y="480033"/>
                  </a:lnTo>
                  <a:lnTo>
                    <a:pt x="4867534" y="463393"/>
                  </a:lnTo>
                  <a:lnTo>
                    <a:pt x="4961566" y="449508"/>
                  </a:lnTo>
                  <a:lnTo>
                    <a:pt x="5046351" y="438387"/>
                  </a:lnTo>
                  <a:lnTo>
                    <a:pt x="5118306" y="429945"/>
                  </a:lnTo>
                  <a:lnTo>
                    <a:pt x="5174881" y="423973"/>
                  </a:lnTo>
                  <a:lnTo>
                    <a:pt x="5215090" y="420135"/>
                  </a:lnTo>
                  <a:lnTo>
                    <a:pt x="5239779" y="417997"/>
                  </a:lnTo>
                  <a:lnTo>
                    <a:pt x="5251611" y="417064"/>
                  </a:lnTo>
                  <a:lnTo>
                    <a:pt x="5254846" y="416830"/>
                  </a:lnTo>
                  <a:lnTo>
                    <a:pt x="5254955" y="416822"/>
                  </a:lnTo>
                  <a:lnTo>
                    <a:pt x="6726343" y="416822"/>
                  </a:lnTo>
                  <a:lnTo>
                    <a:pt x="6727578" y="416812"/>
                  </a:lnTo>
                  <a:lnTo>
                    <a:pt x="6735686" y="416738"/>
                  </a:lnTo>
                  <a:lnTo>
                    <a:pt x="6756074" y="416532"/>
                  </a:lnTo>
                  <a:lnTo>
                    <a:pt x="6792395" y="416127"/>
                  </a:lnTo>
                  <a:lnTo>
                    <a:pt x="6846271" y="415461"/>
                  </a:lnTo>
                  <a:lnTo>
                    <a:pt x="6917172" y="414484"/>
                  </a:lnTo>
                  <a:lnTo>
                    <a:pt x="7002641" y="413164"/>
                  </a:lnTo>
                  <a:lnTo>
                    <a:pt x="7098862" y="411487"/>
                  </a:lnTo>
                  <a:lnTo>
                    <a:pt x="7201427" y="409450"/>
                  </a:lnTo>
                  <a:lnTo>
                    <a:pt x="7306059" y="407063"/>
                  </a:lnTo>
                  <a:lnTo>
                    <a:pt x="7409146" y="404330"/>
                  </a:lnTo>
                  <a:lnTo>
                    <a:pt x="7508000" y="401256"/>
                  </a:lnTo>
                  <a:lnTo>
                    <a:pt x="7600897" y="397830"/>
                  </a:lnTo>
                  <a:lnTo>
                    <a:pt x="7686956" y="394034"/>
                  </a:lnTo>
                  <a:lnTo>
                    <a:pt x="7765959" y="389831"/>
                  </a:lnTo>
                  <a:lnTo>
                    <a:pt x="7838163" y="385176"/>
                  </a:lnTo>
                  <a:lnTo>
                    <a:pt x="7904134" y="380008"/>
                  </a:lnTo>
                  <a:lnTo>
                    <a:pt x="7964618" y="374259"/>
                  </a:lnTo>
                  <a:lnTo>
                    <a:pt x="8020447" y="367855"/>
                  </a:lnTo>
                  <a:lnTo>
                    <a:pt x="8072474" y="360723"/>
                  </a:lnTo>
                  <a:lnTo>
                    <a:pt x="8121512" y="352807"/>
                  </a:lnTo>
                  <a:lnTo>
                    <a:pt x="8151487" y="347352"/>
                  </a:lnTo>
                  <a:lnTo>
                    <a:pt x="8206564" y="336073"/>
                  </a:lnTo>
                  <a:lnTo>
                    <a:pt x="8259851" y="323582"/>
                  </a:lnTo>
                  <a:lnTo>
                    <a:pt x="8312063" y="309863"/>
                  </a:lnTo>
                  <a:lnTo>
                    <a:pt x="8363710" y="294949"/>
                  </a:lnTo>
                  <a:lnTo>
                    <a:pt x="8415137" y="278924"/>
                  </a:lnTo>
                  <a:lnTo>
                    <a:pt x="8466557" y="261926"/>
                  </a:lnTo>
                  <a:lnTo>
                    <a:pt x="8518071" y="244148"/>
                  </a:lnTo>
                  <a:lnTo>
                    <a:pt x="8569695" y="225828"/>
                  </a:lnTo>
                  <a:lnTo>
                    <a:pt x="8621385" y="207237"/>
                  </a:lnTo>
                  <a:lnTo>
                    <a:pt x="8673070" y="188665"/>
                  </a:lnTo>
                  <a:lnTo>
                    <a:pt x="8724681" y="170398"/>
                  </a:lnTo>
                  <a:lnTo>
                    <a:pt x="8776180" y="152706"/>
                  </a:lnTo>
                  <a:lnTo>
                    <a:pt x="8827594" y="135822"/>
                  </a:lnTo>
                  <a:lnTo>
                    <a:pt x="8879035" y="119930"/>
                  </a:lnTo>
                  <a:lnTo>
                    <a:pt x="8930730" y="105163"/>
                  </a:lnTo>
                  <a:lnTo>
                    <a:pt x="8983046" y="91598"/>
                  </a:lnTo>
                  <a:lnTo>
                    <a:pt x="9036515" y="79262"/>
                  </a:lnTo>
                  <a:lnTo>
                    <a:pt x="9084767" y="69470"/>
                  </a:lnTo>
                  <a:lnTo>
                    <a:pt x="9132287" y="61042"/>
                  </a:lnTo>
                  <a:lnTo>
                    <a:pt x="9182323" y="53416"/>
                  </a:lnTo>
                  <a:lnTo>
                    <a:pt x="9235636" y="46556"/>
                  </a:lnTo>
                  <a:lnTo>
                    <a:pt x="9293060" y="40399"/>
                  </a:lnTo>
                  <a:lnTo>
                    <a:pt x="9355447" y="34870"/>
                  </a:lnTo>
                  <a:lnTo>
                    <a:pt x="9423607" y="29896"/>
                  </a:lnTo>
                  <a:lnTo>
                    <a:pt x="9498233" y="25412"/>
                  </a:lnTo>
                  <a:lnTo>
                    <a:pt x="9579795" y="21362"/>
                  </a:lnTo>
                  <a:lnTo>
                    <a:pt x="9668397" y="17704"/>
                  </a:lnTo>
                  <a:lnTo>
                    <a:pt x="9763605" y="14408"/>
                  </a:lnTo>
                  <a:lnTo>
                    <a:pt x="9864248" y="11458"/>
                  </a:lnTo>
                  <a:lnTo>
                    <a:pt x="9968259" y="8850"/>
                  </a:lnTo>
                  <a:lnTo>
                    <a:pt x="10072601" y="6589"/>
                  </a:lnTo>
                  <a:lnTo>
                    <a:pt x="10173373" y="4683"/>
                  </a:lnTo>
                  <a:lnTo>
                    <a:pt x="10266178" y="3136"/>
                  </a:lnTo>
                  <a:lnTo>
                    <a:pt x="10346731" y="1944"/>
                  </a:lnTo>
                  <a:lnTo>
                    <a:pt x="10411630" y="1085"/>
                  </a:lnTo>
                  <a:lnTo>
                    <a:pt x="10459067" y="521"/>
                  </a:lnTo>
                  <a:lnTo>
                    <a:pt x="10489291" y="196"/>
                  </a:lnTo>
                  <a:lnTo>
                    <a:pt x="10504689" y="46"/>
                  </a:lnTo>
                  <a:lnTo>
                    <a:pt x="10509586" y="2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71" name="pl1771"/>
            <p:cNvSpPr/>
            <p:nvPr/>
          </p:nvSpPr>
          <p:spPr>
            <a:xfrm>
              <a:off x="4799595" y="6115817"/>
              <a:ext cx="11981298" cy="3874001"/>
            </a:xfrm>
            <a:custGeom>
              <a:avLst/>
              <a:pathLst>
                <a:path w="11981298" h="3874001">
                  <a:moveTo>
                    <a:pt x="11981298" y="0"/>
                  </a:moveTo>
                  <a:lnTo>
                    <a:pt x="10509911" y="0"/>
                  </a:lnTo>
                  <a:lnTo>
                    <a:pt x="10508675" y="10"/>
                  </a:lnTo>
                  <a:lnTo>
                    <a:pt x="10500567" y="84"/>
                  </a:lnTo>
                  <a:lnTo>
                    <a:pt x="10480179" y="290"/>
                  </a:lnTo>
                  <a:lnTo>
                    <a:pt x="10443858" y="695"/>
                  </a:lnTo>
                  <a:lnTo>
                    <a:pt x="10389982" y="1361"/>
                  </a:lnTo>
                  <a:lnTo>
                    <a:pt x="10319081" y="2338"/>
                  </a:lnTo>
                  <a:lnTo>
                    <a:pt x="10233612" y="3658"/>
                  </a:lnTo>
                  <a:lnTo>
                    <a:pt x="10137391" y="5335"/>
                  </a:lnTo>
                  <a:lnTo>
                    <a:pt x="10034826" y="7371"/>
                  </a:lnTo>
                  <a:lnTo>
                    <a:pt x="9930194" y="9759"/>
                  </a:lnTo>
                  <a:lnTo>
                    <a:pt x="9827107" y="12492"/>
                  </a:lnTo>
                  <a:lnTo>
                    <a:pt x="9728253" y="15566"/>
                  </a:lnTo>
                  <a:lnTo>
                    <a:pt x="9635356" y="18992"/>
                  </a:lnTo>
                  <a:lnTo>
                    <a:pt x="9549297" y="22788"/>
                  </a:lnTo>
                  <a:lnTo>
                    <a:pt x="9470294" y="26991"/>
                  </a:lnTo>
                  <a:lnTo>
                    <a:pt x="9398090" y="31646"/>
                  </a:lnTo>
                  <a:lnTo>
                    <a:pt x="9332119" y="36813"/>
                  </a:lnTo>
                  <a:lnTo>
                    <a:pt x="9271635" y="42562"/>
                  </a:lnTo>
                  <a:lnTo>
                    <a:pt x="9215806" y="48967"/>
                  </a:lnTo>
                  <a:lnTo>
                    <a:pt x="9163779" y="56099"/>
                  </a:lnTo>
                  <a:lnTo>
                    <a:pt x="9114741" y="64015"/>
                  </a:lnTo>
                  <a:lnTo>
                    <a:pt x="9084767" y="69470"/>
                  </a:lnTo>
                  <a:lnTo>
                    <a:pt x="9029689" y="80749"/>
                  </a:lnTo>
                  <a:lnTo>
                    <a:pt x="8976402" y="93240"/>
                  </a:lnTo>
                  <a:lnTo>
                    <a:pt x="8924190" y="106959"/>
                  </a:lnTo>
                  <a:lnTo>
                    <a:pt x="8872544" y="121873"/>
                  </a:lnTo>
                  <a:lnTo>
                    <a:pt x="8821116" y="137898"/>
                  </a:lnTo>
                  <a:lnTo>
                    <a:pt x="8769696" y="154896"/>
                  </a:lnTo>
                  <a:lnTo>
                    <a:pt x="8718182" y="172674"/>
                  </a:lnTo>
                  <a:lnTo>
                    <a:pt x="8666559" y="190994"/>
                  </a:lnTo>
                  <a:lnTo>
                    <a:pt x="8614869" y="209585"/>
                  </a:lnTo>
                  <a:lnTo>
                    <a:pt x="8563183" y="228157"/>
                  </a:lnTo>
                  <a:lnTo>
                    <a:pt x="8511572" y="246424"/>
                  </a:lnTo>
                  <a:lnTo>
                    <a:pt x="8460073" y="264115"/>
                  </a:lnTo>
                  <a:lnTo>
                    <a:pt x="8408659" y="281000"/>
                  </a:lnTo>
                  <a:lnTo>
                    <a:pt x="8357218" y="296892"/>
                  </a:lnTo>
                  <a:lnTo>
                    <a:pt x="8305523" y="311659"/>
                  </a:lnTo>
                  <a:lnTo>
                    <a:pt x="8253207" y="325224"/>
                  </a:lnTo>
                  <a:lnTo>
                    <a:pt x="8199738" y="337560"/>
                  </a:lnTo>
                  <a:lnTo>
                    <a:pt x="8151487" y="347352"/>
                  </a:lnTo>
                  <a:lnTo>
                    <a:pt x="8103966" y="355780"/>
                  </a:lnTo>
                  <a:lnTo>
                    <a:pt x="8053931" y="363406"/>
                  </a:lnTo>
                  <a:lnTo>
                    <a:pt x="8000617" y="370266"/>
                  </a:lnTo>
                  <a:lnTo>
                    <a:pt x="7943193" y="376423"/>
                  </a:lnTo>
                  <a:lnTo>
                    <a:pt x="7880806" y="381952"/>
                  </a:lnTo>
                  <a:lnTo>
                    <a:pt x="7812647" y="386926"/>
                  </a:lnTo>
                  <a:lnTo>
                    <a:pt x="7738021" y="391410"/>
                  </a:lnTo>
                  <a:lnTo>
                    <a:pt x="7656459" y="395460"/>
                  </a:lnTo>
                  <a:lnTo>
                    <a:pt x="7567856" y="399118"/>
                  </a:lnTo>
                  <a:lnTo>
                    <a:pt x="7472649" y="402414"/>
                  </a:lnTo>
                  <a:lnTo>
                    <a:pt x="7372005" y="405364"/>
                  </a:lnTo>
                  <a:lnTo>
                    <a:pt x="7267994" y="407972"/>
                  </a:lnTo>
                  <a:lnTo>
                    <a:pt x="7163653" y="410233"/>
                  </a:lnTo>
                  <a:lnTo>
                    <a:pt x="7062880" y="412139"/>
                  </a:lnTo>
                  <a:lnTo>
                    <a:pt x="6970075" y="413686"/>
                  </a:lnTo>
                  <a:lnTo>
                    <a:pt x="6889522" y="414878"/>
                  </a:lnTo>
                  <a:lnTo>
                    <a:pt x="6824623" y="415737"/>
                  </a:lnTo>
                  <a:lnTo>
                    <a:pt x="6777186" y="416301"/>
                  </a:lnTo>
                  <a:lnTo>
                    <a:pt x="6746963" y="416626"/>
                  </a:lnTo>
                  <a:lnTo>
                    <a:pt x="6731565" y="416776"/>
                  </a:lnTo>
                  <a:lnTo>
                    <a:pt x="6726667" y="416820"/>
                  </a:lnTo>
                  <a:lnTo>
                    <a:pt x="6726343" y="416822"/>
                  </a:lnTo>
                  <a:lnTo>
                    <a:pt x="5254955" y="416822"/>
                  </a:lnTo>
                  <a:lnTo>
                    <a:pt x="5253848" y="416900"/>
                  </a:lnTo>
                  <a:lnTo>
                    <a:pt x="5246564" y="417451"/>
                  </a:lnTo>
                  <a:lnTo>
                    <a:pt x="5228189" y="418975"/>
                  </a:lnTo>
                  <a:lnTo>
                    <a:pt x="5195298" y="421977"/>
                  </a:lnTo>
                  <a:lnTo>
                    <a:pt x="5146194" y="426924"/>
                  </a:lnTo>
                  <a:lnTo>
                    <a:pt x="5081042" y="434203"/>
                  </a:lnTo>
                  <a:lnTo>
                    <a:pt x="5001730" y="444081"/>
                  </a:lnTo>
                  <a:lnTo>
                    <a:pt x="4911444" y="456697"/>
                  </a:lnTo>
                  <a:lnTo>
                    <a:pt x="4814057" y="472082"/>
                  </a:lnTo>
                  <a:lnTo>
                    <a:pt x="4713497" y="490195"/>
                  </a:lnTo>
                  <a:lnTo>
                    <a:pt x="4613242" y="510976"/>
                  </a:lnTo>
                  <a:lnTo>
                    <a:pt x="4516028" y="534391"/>
                  </a:lnTo>
                  <a:lnTo>
                    <a:pt x="4423750" y="560467"/>
                  </a:lnTo>
                  <a:lnTo>
                    <a:pt x="4337523" y="589313"/>
                  </a:lnTo>
                  <a:lnTo>
                    <a:pt x="4257811" y="621132"/>
                  </a:lnTo>
                  <a:lnTo>
                    <a:pt x="4184586" y="656226"/>
                  </a:lnTo>
                  <a:lnTo>
                    <a:pt x="4117483" y="694986"/>
                  </a:lnTo>
                  <a:lnTo>
                    <a:pt x="4055919" y="737883"/>
                  </a:lnTo>
                  <a:lnTo>
                    <a:pt x="3999190" y="785448"/>
                  </a:lnTo>
                  <a:lnTo>
                    <a:pt x="3946539" y="838236"/>
                  </a:lnTo>
                  <a:lnTo>
                    <a:pt x="3897209" y="896759"/>
                  </a:lnTo>
                  <a:lnTo>
                    <a:pt x="3850488" y="961386"/>
                  </a:lnTo>
                  <a:lnTo>
                    <a:pt x="3829811" y="993019"/>
                  </a:lnTo>
                  <a:lnTo>
                    <a:pt x="3795089" y="1050402"/>
                  </a:lnTo>
                  <a:lnTo>
                    <a:pt x="3761191" y="1111675"/>
                  </a:lnTo>
                  <a:lnTo>
                    <a:pt x="3727911" y="1176917"/>
                  </a:lnTo>
                  <a:lnTo>
                    <a:pt x="3695077" y="1246155"/>
                  </a:lnTo>
                  <a:lnTo>
                    <a:pt x="3662552" y="1319357"/>
                  </a:lnTo>
                  <a:lnTo>
                    <a:pt x="3630224" y="1396426"/>
                  </a:lnTo>
                  <a:lnTo>
                    <a:pt x="3598007" y="1477197"/>
                  </a:lnTo>
                  <a:lnTo>
                    <a:pt x="3565836" y="1561437"/>
                  </a:lnTo>
                  <a:lnTo>
                    <a:pt x="3533665" y="1648840"/>
                  </a:lnTo>
                  <a:lnTo>
                    <a:pt x="3501466" y="1739034"/>
                  </a:lnTo>
                  <a:lnTo>
                    <a:pt x="3469225" y="1831583"/>
                  </a:lnTo>
                  <a:lnTo>
                    <a:pt x="3436938" y="1925994"/>
                  </a:lnTo>
                  <a:lnTo>
                    <a:pt x="3404614" y="2021732"/>
                  </a:lnTo>
                  <a:lnTo>
                    <a:pt x="3372267" y="2118226"/>
                  </a:lnTo>
                  <a:lnTo>
                    <a:pt x="3339915" y="2214888"/>
                  </a:lnTo>
                  <a:lnTo>
                    <a:pt x="3307576" y="2311123"/>
                  </a:lnTo>
                  <a:lnTo>
                    <a:pt x="3275267" y="2406349"/>
                  </a:lnTo>
                  <a:lnTo>
                    <a:pt x="3243000" y="2500009"/>
                  </a:lnTo>
                  <a:lnTo>
                    <a:pt x="3210778" y="2591584"/>
                  </a:lnTo>
                  <a:lnTo>
                    <a:pt x="3178593" y="2680606"/>
                  </a:lnTo>
                  <a:lnTo>
                    <a:pt x="3146427" y="2766667"/>
                  </a:lnTo>
                  <a:lnTo>
                    <a:pt x="3114243" y="2849422"/>
                  </a:lnTo>
                  <a:lnTo>
                    <a:pt x="3081986" y="2928597"/>
                  </a:lnTo>
                  <a:lnTo>
                    <a:pt x="3049584" y="3003990"/>
                  </a:lnTo>
                  <a:lnTo>
                    <a:pt x="3016939" y="3075464"/>
                  </a:lnTo>
                  <a:lnTo>
                    <a:pt x="2983929" y="3142954"/>
                  </a:lnTo>
                  <a:lnTo>
                    <a:pt x="2950401" y="3206452"/>
                  </a:lnTo>
                  <a:lnTo>
                    <a:pt x="2916170" y="3266010"/>
                  </a:lnTo>
                  <a:lnTo>
                    <a:pt x="2896531" y="3297804"/>
                  </a:lnTo>
                  <a:lnTo>
                    <a:pt x="2850789" y="3365272"/>
                  </a:lnTo>
                  <a:lnTo>
                    <a:pt x="2802736" y="3426556"/>
                  </a:lnTo>
                  <a:lnTo>
                    <a:pt x="2751696" y="3481909"/>
                  </a:lnTo>
                  <a:lnTo>
                    <a:pt x="2696928" y="3531795"/>
                  </a:lnTo>
                  <a:lnTo>
                    <a:pt x="2637667" y="3576759"/>
                  </a:lnTo>
                  <a:lnTo>
                    <a:pt x="2573180" y="3617349"/>
                  </a:lnTo>
                  <a:lnTo>
                    <a:pt x="2502816" y="3654066"/>
                  </a:lnTo>
                  <a:lnTo>
                    <a:pt x="2426099" y="3687340"/>
                  </a:lnTo>
                  <a:lnTo>
                    <a:pt x="2342827" y="3717515"/>
                  </a:lnTo>
                  <a:lnTo>
                    <a:pt x="2253222" y="3744839"/>
                  </a:lnTo>
                  <a:lnTo>
                    <a:pt x="2158080" y="3769463"/>
                  </a:lnTo>
                  <a:lnTo>
                    <a:pt x="2058927" y="3791450"/>
                  </a:lnTo>
                  <a:lnTo>
                    <a:pt x="1958116" y="3810790"/>
                  </a:lnTo>
                  <a:lnTo>
                    <a:pt x="1858808" y="3827431"/>
                  </a:lnTo>
                  <a:lnTo>
                    <a:pt x="1764776" y="3841315"/>
                  </a:lnTo>
                  <a:lnTo>
                    <a:pt x="1679991" y="3852436"/>
                  </a:lnTo>
                  <a:lnTo>
                    <a:pt x="1608037" y="3860878"/>
                  </a:lnTo>
                  <a:lnTo>
                    <a:pt x="1551461" y="3866851"/>
                  </a:lnTo>
                  <a:lnTo>
                    <a:pt x="1511252" y="3870688"/>
                  </a:lnTo>
                  <a:lnTo>
                    <a:pt x="1486563" y="3872826"/>
                  </a:lnTo>
                  <a:lnTo>
                    <a:pt x="1474731" y="3873759"/>
                  </a:lnTo>
                  <a:lnTo>
                    <a:pt x="1471496" y="3873993"/>
                  </a:lnTo>
                  <a:lnTo>
                    <a:pt x="1471387" y="3874001"/>
                  </a:lnTo>
                  <a:lnTo>
                    <a:pt x="0" y="387400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72" name="pg1772"/>
            <p:cNvSpPr/>
            <p:nvPr/>
          </p:nvSpPr>
          <p:spPr>
            <a:xfrm>
              <a:off x="4799595" y="6614369"/>
              <a:ext cx="11981298" cy="3391794"/>
            </a:xfrm>
            <a:custGeom>
              <a:avLst/>
              <a:pathLst>
                <a:path w="11981298" h="3391794">
                  <a:moveTo>
                    <a:pt x="0" y="3391794"/>
                  </a:moveTo>
                  <a:lnTo>
                    <a:pt x="1471387" y="3391794"/>
                  </a:lnTo>
                  <a:lnTo>
                    <a:pt x="1472499" y="3391718"/>
                  </a:lnTo>
                  <a:lnTo>
                    <a:pt x="1479814" y="3391176"/>
                  </a:lnTo>
                  <a:lnTo>
                    <a:pt x="1498265" y="3389677"/>
                  </a:lnTo>
                  <a:lnTo>
                    <a:pt x="1531287" y="3386726"/>
                  </a:lnTo>
                  <a:lnTo>
                    <a:pt x="1580574" y="3381863"/>
                  </a:lnTo>
                  <a:lnTo>
                    <a:pt x="1645948" y="3374709"/>
                  </a:lnTo>
                  <a:lnTo>
                    <a:pt x="1725500" y="3365001"/>
                  </a:lnTo>
                  <a:lnTo>
                    <a:pt x="1816021" y="3352604"/>
                  </a:lnTo>
                  <a:lnTo>
                    <a:pt x="1913616" y="3337491"/>
                  </a:lnTo>
                  <a:lnTo>
                    <a:pt x="2014343" y="3319699"/>
                  </a:lnTo>
                  <a:lnTo>
                    <a:pt x="2114718" y="3299290"/>
                  </a:lnTo>
                  <a:lnTo>
                    <a:pt x="2212005" y="3276295"/>
                  </a:lnTo>
                  <a:lnTo>
                    <a:pt x="2304315" y="3250687"/>
                  </a:lnTo>
                  <a:lnTo>
                    <a:pt x="2390542" y="3222357"/>
                  </a:lnTo>
                  <a:lnTo>
                    <a:pt x="2470231" y="3191102"/>
                  </a:lnTo>
                  <a:lnTo>
                    <a:pt x="2543419" y="3156626"/>
                  </a:lnTo>
                  <a:lnTo>
                    <a:pt x="2610478" y="3118542"/>
                  </a:lnTo>
                  <a:lnTo>
                    <a:pt x="2671998" y="3076383"/>
                  </a:lnTo>
                  <a:lnTo>
                    <a:pt x="2728689" y="3029626"/>
                  </a:lnTo>
                  <a:lnTo>
                    <a:pt x="2781312" y="2977729"/>
                  </a:lnTo>
                  <a:lnTo>
                    <a:pt x="2830625" y="2920189"/>
                  </a:lnTo>
                  <a:lnTo>
                    <a:pt x="2877343" y="2856649"/>
                  </a:lnTo>
                  <a:lnTo>
                    <a:pt x="2896531" y="2827857"/>
                  </a:lnTo>
                  <a:lnTo>
                    <a:pt x="2931570" y="2771158"/>
                  </a:lnTo>
                  <a:lnTo>
                    <a:pt x="2965772" y="2710579"/>
                  </a:lnTo>
                  <a:lnTo>
                    <a:pt x="2999348" y="2646043"/>
                  </a:lnTo>
                  <a:lnTo>
                    <a:pt x="3032473" y="2577524"/>
                  </a:lnTo>
                  <a:lnTo>
                    <a:pt x="3065289" y="2505055"/>
                  </a:lnTo>
                  <a:lnTo>
                    <a:pt x="3097909" y="2428738"/>
                  </a:lnTo>
                  <a:lnTo>
                    <a:pt x="3130419" y="2348740"/>
                  </a:lnTo>
                  <a:lnTo>
                    <a:pt x="3162887" y="2265303"/>
                  </a:lnTo>
                  <a:lnTo>
                    <a:pt x="3195357" y="2178737"/>
                  </a:lnTo>
                  <a:lnTo>
                    <a:pt x="3227857" y="2089423"/>
                  </a:lnTo>
                  <a:lnTo>
                    <a:pt x="3260402" y="1997805"/>
                  </a:lnTo>
                  <a:lnTo>
                    <a:pt x="3292991" y="1904382"/>
                  </a:lnTo>
                  <a:lnTo>
                    <a:pt x="3325618" y="1809699"/>
                  </a:lnTo>
                  <a:lnTo>
                    <a:pt x="3358266" y="1714332"/>
                  </a:lnTo>
                  <a:lnTo>
                    <a:pt x="3390917" y="1618875"/>
                  </a:lnTo>
                  <a:lnTo>
                    <a:pt x="3423552" y="1523925"/>
                  </a:lnTo>
                  <a:lnTo>
                    <a:pt x="3456154" y="1430064"/>
                  </a:lnTo>
                  <a:lnTo>
                    <a:pt x="3488712" y="1337849"/>
                  </a:lnTo>
                  <a:lnTo>
                    <a:pt x="3521225" y="1247794"/>
                  </a:lnTo>
                  <a:lnTo>
                    <a:pt x="3553702" y="1160359"/>
                  </a:lnTo>
                  <a:lnTo>
                    <a:pt x="3586166" y="1075946"/>
                  </a:lnTo>
                  <a:lnTo>
                    <a:pt x="3618658" y="994886"/>
                  </a:lnTo>
                  <a:lnTo>
                    <a:pt x="3651236" y="917442"/>
                  </a:lnTo>
                  <a:lnTo>
                    <a:pt x="3683982" y="843804"/>
                  </a:lnTo>
                  <a:lnTo>
                    <a:pt x="3717001" y="774092"/>
                  </a:lnTo>
                  <a:lnTo>
                    <a:pt x="3750426" y="708359"/>
                  </a:lnTo>
                  <a:lnTo>
                    <a:pt x="3784419" y="646597"/>
                  </a:lnTo>
                  <a:lnTo>
                    <a:pt x="3819181" y="588744"/>
                  </a:lnTo>
                  <a:lnTo>
                    <a:pt x="3829811" y="572109"/>
                  </a:lnTo>
                  <a:lnTo>
                    <a:pt x="3875623" y="505983"/>
                  </a:lnTo>
                  <a:lnTo>
                    <a:pt x="3923753" y="445928"/>
                  </a:lnTo>
                  <a:lnTo>
                    <a:pt x="3974881" y="391693"/>
                  </a:lnTo>
                  <a:lnTo>
                    <a:pt x="4029752" y="342822"/>
                  </a:lnTo>
                  <a:lnTo>
                    <a:pt x="4089133" y="298780"/>
                  </a:lnTo>
                  <a:lnTo>
                    <a:pt x="4153762" y="259028"/>
                  </a:lnTo>
                  <a:lnTo>
                    <a:pt x="4224289" y="223073"/>
                  </a:lnTo>
                  <a:lnTo>
                    <a:pt x="4301194" y="190494"/>
                  </a:lnTo>
                  <a:lnTo>
                    <a:pt x="4384671" y="160953"/>
                  </a:lnTo>
                  <a:lnTo>
                    <a:pt x="4474495" y="134210"/>
                  </a:lnTo>
                  <a:lnTo>
                    <a:pt x="4569854" y="110114"/>
                  </a:lnTo>
                  <a:lnTo>
                    <a:pt x="4669204" y="88607"/>
                  </a:lnTo>
                  <a:lnTo>
                    <a:pt x="4770168" y="69698"/>
                  </a:lnTo>
                  <a:lnTo>
                    <a:pt x="4869556" y="53442"/>
                  </a:lnTo>
                  <a:lnTo>
                    <a:pt x="4963569" y="39891"/>
                  </a:lnTo>
                  <a:lnTo>
                    <a:pt x="5048221" y="29052"/>
                  </a:lnTo>
                  <a:lnTo>
                    <a:pt x="5119930" y="20840"/>
                  </a:lnTo>
                  <a:lnTo>
                    <a:pt x="5176168" y="15045"/>
                  </a:lnTo>
                  <a:lnTo>
                    <a:pt x="5215990" y="11335"/>
                  </a:lnTo>
                  <a:lnTo>
                    <a:pt x="5240298" y="9281"/>
                  </a:lnTo>
                  <a:lnTo>
                    <a:pt x="5251816" y="8394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570" y="8196"/>
                  </a:lnTo>
                  <a:lnTo>
                    <a:pt x="6735623" y="8361"/>
                  </a:lnTo>
                  <a:lnTo>
                    <a:pt x="6755877" y="8818"/>
                  </a:lnTo>
                  <a:lnTo>
                    <a:pt x="6791972" y="9716"/>
                  </a:lnTo>
                  <a:lnTo>
                    <a:pt x="6845535" y="11195"/>
                  </a:lnTo>
                  <a:lnTo>
                    <a:pt x="6916061" y="13363"/>
                  </a:lnTo>
                  <a:lnTo>
                    <a:pt x="7001133" y="16294"/>
                  </a:lnTo>
                  <a:lnTo>
                    <a:pt x="7096977" y="20021"/>
                  </a:lnTo>
                  <a:lnTo>
                    <a:pt x="7199218" y="24546"/>
                  </a:lnTo>
                  <a:lnTo>
                    <a:pt x="7303601" y="29854"/>
                  </a:lnTo>
                  <a:lnTo>
                    <a:pt x="7406520" y="35928"/>
                  </a:lnTo>
                  <a:lnTo>
                    <a:pt x="7505283" y="42764"/>
                  </a:lnTo>
                  <a:lnTo>
                    <a:pt x="7598152" y="50379"/>
                  </a:lnTo>
                  <a:lnTo>
                    <a:pt x="7684232" y="58819"/>
                  </a:lnTo>
                  <a:lnTo>
                    <a:pt x="7763287" y="68157"/>
                  </a:lnTo>
                  <a:lnTo>
                    <a:pt x="7835561" y="78500"/>
                  </a:lnTo>
                  <a:lnTo>
                    <a:pt x="7901604" y="89976"/>
                  </a:lnTo>
                  <a:lnTo>
                    <a:pt x="7962155" y="102740"/>
                  </a:lnTo>
                  <a:lnTo>
                    <a:pt x="8018037" y="116955"/>
                  </a:lnTo>
                  <a:lnTo>
                    <a:pt x="8070097" y="132782"/>
                  </a:lnTo>
                  <a:lnTo>
                    <a:pt x="8119146" y="150349"/>
                  </a:lnTo>
                  <a:lnTo>
                    <a:pt x="8151487" y="163459"/>
                  </a:lnTo>
                  <a:lnTo>
                    <a:pt x="8202884" y="186872"/>
                  </a:lnTo>
                  <a:lnTo>
                    <a:pt x="8252679" y="212633"/>
                  </a:lnTo>
                  <a:lnTo>
                    <a:pt x="8301470" y="240779"/>
                  </a:lnTo>
                  <a:lnTo>
                    <a:pt x="8349692" y="271269"/>
                  </a:lnTo>
                  <a:lnTo>
                    <a:pt x="8397657" y="303973"/>
                  </a:lnTo>
                  <a:lnTo>
                    <a:pt x="8445565" y="338669"/>
                  </a:lnTo>
                  <a:lnTo>
                    <a:pt x="8493531" y="375045"/>
                  </a:lnTo>
                  <a:lnTo>
                    <a:pt x="8541593" y="412705"/>
                  </a:lnTo>
                  <a:lnTo>
                    <a:pt x="8589739" y="451183"/>
                  </a:lnTo>
                  <a:lnTo>
                    <a:pt x="8637920" y="489972"/>
                  </a:lnTo>
                  <a:lnTo>
                    <a:pt x="8686076" y="528544"/>
                  </a:lnTo>
                  <a:lnTo>
                    <a:pt x="8734156" y="566385"/>
                  </a:lnTo>
                  <a:lnTo>
                    <a:pt x="8782137" y="603021"/>
                  </a:lnTo>
                  <a:lnTo>
                    <a:pt x="8830050" y="638043"/>
                  </a:lnTo>
                  <a:lnTo>
                    <a:pt x="8877993" y="671121"/>
                  </a:lnTo>
                  <a:lnTo>
                    <a:pt x="8926150" y="702018"/>
                  </a:lnTo>
                  <a:lnTo>
                    <a:pt x="8974811" y="730587"/>
                  </a:lnTo>
                  <a:lnTo>
                    <a:pt x="9024388" y="756774"/>
                  </a:lnTo>
                  <a:lnTo>
                    <a:pt x="9075448" y="780599"/>
                  </a:lnTo>
                  <a:lnTo>
                    <a:pt x="9084767" y="784607"/>
                  </a:lnTo>
                  <a:lnTo>
                    <a:pt x="9132172" y="803405"/>
                  </a:lnTo>
                  <a:lnTo>
                    <a:pt x="9182080" y="820417"/>
                  </a:lnTo>
                  <a:lnTo>
                    <a:pt x="9235246" y="835724"/>
                  </a:lnTo>
                  <a:lnTo>
                    <a:pt x="9292498" y="849468"/>
                  </a:lnTo>
                  <a:lnTo>
                    <a:pt x="9354680" y="861811"/>
                  </a:lnTo>
                  <a:lnTo>
                    <a:pt x="9422600" y="872918"/>
                  </a:lnTo>
                  <a:lnTo>
                    <a:pt x="9496947" y="882933"/>
                  </a:lnTo>
                  <a:lnTo>
                    <a:pt x="9578193" y="891981"/>
                  </a:lnTo>
                  <a:lnTo>
                    <a:pt x="9666449" y="900156"/>
                  </a:lnTo>
                  <a:lnTo>
                    <a:pt x="9761294" y="907524"/>
                  </a:lnTo>
                  <a:lnTo>
                    <a:pt x="9861588" y="914120"/>
                  </a:lnTo>
                  <a:lnTo>
                    <a:pt x="9965299" y="919956"/>
                  </a:lnTo>
                  <a:lnTo>
                    <a:pt x="10069438" y="925021"/>
                  </a:lnTo>
                  <a:lnTo>
                    <a:pt x="10170154" y="929297"/>
                  </a:lnTo>
                  <a:lnTo>
                    <a:pt x="10263085" y="932774"/>
                  </a:lnTo>
                  <a:lnTo>
                    <a:pt x="10343963" y="935461"/>
                  </a:lnTo>
                  <a:lnTo>
                    <a:pt x="10409362" y="937404"/>
                  </a:lnTo>
                  <a:lnTo>
                    <a:pt x="10457415" y="938688"/>
                  </a:lnTo>
                  <a:lnTo>
                    <a:pt x="10488280" y="939433"/>
                  </a:lnTo>
                  <a:lnTo>
                    <a:pt x="10504240" y="939782"/>
                  </a:lnTo>
                  <a:lnTo>
                    <a:pt x="10509505" y="939887"/>
                  </a:lnTo>
                  <a:lnTo>
                    <a:pt x="10509911" y="939894"/>
                  </a:lnTo>
                  <a:lnTo>
                    <a:pt x="11981298" y="939894"/>
                  </a:lnTo>
                  <a:lnTo>
                    <a:pt x="11981298" y="931721"/>
                  </a:lnTo>
                  <a:lnTo>
                    <a:pt x="10509911" y="931721"/>
                  </a:lnTo>
                  <a:lnTo>
                    <a:pt x="10508684" y="931698"/>
                  </a:lnTo>
                  <a:lnTo>
                    <a:pt x="10500630" y="931533"/>
                  </a:lnTo>
                  <a:lnTo>
                    <a:pt x="10480376" y="931076"/>
                  </a:lnTo>
                  <a:lnTo>
                    <a:pt x="10444282" y="930177"/>
                  </a:lnTo>
                  <a:lnTo>
                    <a:pt x="10390719" y="928699"/>
                  </a:lnTo>
                  <a:lnTo>
                    <a:pt x="10320192" y="926531"/>
                  </a:lnTo>
                  <a:lnTo>
                    <a:pt x="10235120" y="923599"/>
                  </a:lnTo>
                  <a:lnTo>
                    <a:pt x="10139276" y="919872"/>
                  </a:lnTo>
                  <a:lnTo>
                    <a:pt x="10037035" y="915347"/>
                  </a:lnTo>
                  <a:lnTo>
                    <a:pt x="9932652" y="910040"/>
                  </a:lnTo>
                  <a:lnTo>
                    <a:pt x="9829734" y="903966"/>
                  </a:lnTo>
                  <a:lnTo>
                    <a:pt x="9730970" y="897130"/>
                  </a:lnTo>
                  <a:lnTo>
                    <a:pt x="9638101" y="889515"/>
                  </a:lnTo>
                  <a:lnTo>
                    <a:pt x="9552022" y="881075"/>
                  </a:lnTo>
                  <a:lnTo>
                    <a:pt x="9472966" y="871736"/>
                  </a:lnTo>
                  <a:lnTo>
                    <a:pt x="9400693" y="861394"/>
                  </a:lnTo>
                  <a:lnTo>
                    <a:pt x="9334649" y="849917"/>
                  </a:lnTo>
                  <a:lnTo>
                    <a:pt x="9274098" y="837154"/>
                  </a:lnTo>
                  <a:lnTo>
                    <a:pt x="9218216" y="822939"/>
                  </a:lnTo>
                  <a:lnTo>
                    <a:pt x="9166156" y="807112"/>
                  </a:lnTo>
                  <a:lnTo>
                    <a:pt x="9117107" y="789545"/>
                  </a:lnTo>
                  <a:lnTo>
                    <a:pt x="9084767" y="776434"/>
                  </a:lnTo>
                  <a:lnTo>
                    <a:pt x="9033369" y="753022"/>
                  </a:lnTo>
                  <a:lnTo>
                    <a:pt x="8983574" y="727261"/>
                  </a:lnTo>
                  <a:lnTo>
                    <a:pt x="8934784" y="699114"/>
                  </a:lnTo>
                  <a:lnTo>
                    <a:pt x="8886561" y="668625"/>
                  </a:lnTo>
                  <a:lnTo>
                    <a:pt x="8838596" y="635921"/>
                  </a:lnTo>
                  <a:lnTo>
                    <a:pt x="8790688" y="601225"/>
                  </a:lnTo>
                  <a:lnTo>
                    <a:pt x="8742722" y="564849"/>
                  </a:lnTo>
                  <a:lnTo>
                    <a:pt x="8694660" y="527189"/>
                  </a:lnTo>
                  <a:lnTo>
                    <a:pt x="8646514" y="488711"/>
                  </a:lnTo>
                  <a:lnTo>
                    <a:pt x="8598333" y="449922"/>
                  </a:lnTo>
                  <a:lnTo>
                    <a:pt x="8550177" y="411350"/>
                  </a:lnTo>
                  <a:lnTo>
                    <a:pt x="8502097" y="373509"/>
                  </a:lnTo>
                  <a:lnTo>
                    <a:pt x="8454116" y="336873"/>
                  </a:lnTo>
                  <a:lnTo>
                    <a:pt x="8406203" y="301851"/>
                  </a:lnTo>
                  <a:lnTo>
                    <a:pt x="8358261" y="268773"/>
                  </a:lnTo>
                  <a:lnTo>
                    <a:pt x="8310103" y="237876"/>
                  </a:lnTo>
                  <a:lnTo>
                    <a:pt x="8261442" y="209306"/>
                  </a:lnTo>
                  <a:lnTo>
                    <a:pt x="8211865" y="183120"/>
                  </a:lnTo>
                  <a:lnTo>
                    <a:pt x="8160805" y="159295"/>
                  </a:lnTo>
                  <a:lnTo>
                    <a:pt x="8151487" y="155286"/>
                  </a:lnTo>
                  <a:lnTo>
                    <a:pt x="8104081" y="136489"/>
                  </a:lnTo>
                  <a:lnTo>
                    <a:pt x="8054173" y="119476"/>
                  </a:lnTo>
                  <a:lnTo>
                    <a:pt x="8001007" y="104170"/>
                  </a:lnTo>
                  <a:lnTo>
                    <a:pt x="7943756" y="90426"/>
                  </a:lnTo>
                  <a:lnTo>
                    <a:pt x="7881573" y="78083"/>
                  </a:lnTo>
                  <a:lnTo>
                    <a:pt x="7813653" y="66976"/>
                  </a:lnTo>
                  <a:lnTo>
                    <a:pt x="7739306" y="56961"/>
                  </a:lnTo>
                  <a:lnTo>
                    <a:pt x="7658060" y="47913"/>
                  </a:lnTo>
                  <a:lnTo>
                    <a:pt x="7569805" y="39738"/>
                  </a:lnTo>
                  <a:lnTo>
                    <a:pt x="7474959" y="32370"/>
                  </a:lnTo>
                  <a:lnTo>
                    <a:pt x="7374665" y="25773"/>
                  </a:lnTo>
                  <a:lnTo>
                    <a:pt x="7270954" y="19938"/>
                  </a:lnTo>
                  <a:lnTo>
                    <a:pt x="7166815" y="14873"/>
                  </a:lnTo>
                  <a:lnTo>
                    <a:pt x="7066100" y="10596"/>
                  </a:lnTo>
                  <a:lnTo>
                    <a:pt x="6973168" y="7120"/>
                  </a:lnTo>
                  <a:lnTo>
                    <a:pt x="6892290" y="4433"/>
                  </a:lnTo>
                  <a:lnTo>
                    <a:pt x="6826891" y="2490"/>
                  </a:lnTo>
                  <a:lnTo>
                    <a:pt x="6778838" y="1206"/>
                  </a:lnTo>
                  <a:lnTo>
                    <a:pt x="6747973" y="461"/>
                  </a:lnTo>
                  <a:lnTo>
                    <a:pt x="6732013" y="112"/>
                  </a:lnTo>
                  <a:lnTo>
                    <a:pt x="6726748" y="7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843" y="76"/>
                  </a:lnTo>
                  <a:lnTo>
                    <a:pt x="5246528" y="618"/>
                  </a:lnTo>
                  <a:lnTo>
                    <a:pt x="5228077" y="2116"/>
                  </a:lnTo>
                  <a:lnTo>
                    <a:pt x="5195055" y="5067"/>
                  </a:lnTo>
                  <a:lnTo>
                    <a:pt x="5145768" y="9930"/>
                  </a:lnTo>
                  <a:lnTo>
                    <a:pt x="5080395" y="17084"/>
                  </a:lnTo>
                  <a:lnTo>
                    <a:pt x="5000842" y="26792"/>
                  </a:lnTo>
                  <a:lnTo>
                    <a:pt x="4910321" y="39189"/>
                  </a:lnTo>
                  <a:lnTo>
                    <a:pt x="4812726" y="54303"/>
                  </a:lnTo>
                  <a:lnTo>
                    <a:pt x="4711999" y="72094"/>
                  </a:lnTo>
                  <a:lnTo>
                    <a:pt x="4611625" y="92503"/>
                  </a:lnTo>
                  <a:lnTo>
                    <a:pt x="4514337" y="115498"/>
                  </a:lnTo>
                  <a:lnTo>
                    <a:pt x="4422027" y="141106"/>
                  </a:lnTo>
                  <a:lnTo>
                    <a:pt x="4335800" y="169436"/>
                  </a:lnTo>
                  <a:lnTo>
                    <a:pt x="4256111" y="200691"/>
                  </a:lnTo>
                  <a:lnTo>
                    <a:pt x="4182924" y="235167"/>
                  </a:lnTo>
                  <a:lnTo>
                    <a:pt x="4115864" y="273252"/>
                  </a:lnTo>
                  <a:lnTo>
                    <a:pt x="4054344" y="315411"/>
                  </a:lnTo>
                  <a:lnTo>
                    <a:pt x="3997653" y="362167"/>
                  </a:lnTo>
                  <a:lnTo>
                    <a:pt x="3945030" y="414064"/>
                  </a:lnTo>
                  <a:lnTo>
                    <a:pt x="3895717" y="471604"/>
                  </a:lnTo>
                  <a:lnTo>
                    <a:pt x="3848999" y="535145"/>
                  </a:lnTo>
                  <a:lnTo>
                    <a:pt x="3829811" y="563936"/>
                  </a:lnTo>
                  <a:lnTo>
                    <a:pt x="3794772" y="620636"/>
                  </a:lnTo>
                  <a:lnTo>
                    <a:pt x="3760571" y="681214"/>
                  </a:lnTo>
                  <a:lnTo>
                    <a:pt x="3726994" y="745750"/>
                  </a:lnTo>
                  <a:lnTo>
                    <a:pt x="3693869" y="814270"/>
                  </a:lnTo>
                  <a:lnTo>
                    <a:pt x="3661053" y="886738"/>
                  </a:lnTo>
                  <a:lnTo>
                    <a:pt x="3628433" y="963055"/>
                  </a:lnTo>
                  <a:lnTo>
                    <a:pt x="3595923" y="1043053"/>
                  </a:lnTo>
                  <a:lnTo>
                    <a:pt x="3563455" y="1126490"/>
                  </a:lnTo>
                  <a:lnTo>
                    <a:pt x="3530985" y="1213056"/>
                  </a:lnTo>
                  <a:lnTo>
                    <a:pt x="3498485" y="1302370"/>
                  </a:lnTo>
                  <a:lnTo>
                    <a:pt x="3465941" y="1393988"/>
                  </a:lnTo>
                  <a:lnTo>
                    <a:pt x="3433351" y="1487411"/>
                  </a:lnTo>
                  <a:lnTo>
                    <a:pt x="3400724" y="1582094"/>
                  </a:lnTo>
                  <a:lnTo>
                    <a:pt x="3368076" y="1677461"/>
                  </a:lnTo>
                  <a:lnTo>
                    <a:pt x="3335425" y="1772918"/>
                  </a:lnTo>
                  <a:lnTo>
                    <a:pt x="3302791" y="1867869"/>
                  </a:lnTo>
                  <a:lnTo>
                    <a:pt x="3270189" y="1961729"/>
                  </a:lnTo>
                  <a:lnTo>
                    <a:pt x="3237630" y="2053944"/>
                  </a:lnTo>
                  <a:lnTo>
                    <a:pt x="3205117" y="2144000"/>
                  </a:lnTo>
                  <a:lnTo>
                    <a:pt x="3172640" y="2231434"/>
                  </a:lnTo>
                  <a:lnTo>
                    <a:pt x="3140176" y="2315847"/>
                  </a:lnTo>
                  <a:lnTo>
                    <a:pt x="3107685" y="2396907"/>
                  </a:lnTo>
                  <a:lnTo>
                    <a:pt x="3075106" y="2474351"/>
                  </a:lnTo>
                  <a:lnTo>
                    <a:pt x="3042360" y="2547989"/>
                  </a:lnTo>
                  <a:lnTo>
                    <a:pt x="3009341" y="2617702"/>
                  </a:lnTo>
                  <a:lnTo>
                    <a:pt x="2975917" y="2683435"/>
                  </a:lnTo>
                  <a:lnTo>
                    <a:pt x="2941923" y="2745196"/>
                  </a:lnTo>
                  <a:lnTo>
                    <a:pt x="2907161" y="2803050"/>
                  </a:lnTo>
                  <a:lnTo>
                    <a:pt x="2896531" y="2819684"/>
                  </a:lnTo>
                  <a:lnTo>
                    <a:pt x="2850719" y="2885810"/>
                  </a:lnTo>
                  <a:lnTo>
                    <a:pt x="2802589" y="2945865"/>
                  </a:lnTo>
                  <a:lnTo>
                    <a:pt x="2751461" y="3000100"/>
                  </a:lnTo>
                  <a:lnTo>
                    <a:pt x="2696590" y="3048971"/>
                  </a:lnTo>
                  <a:lnTo>
                    <a:pt x="2637209" y="3093014"/>
                  </a:lnTo>
                  <a:lnTo>
                    <a:pt x="2572580" y="3132766"/>
                  </a:lnTo>
                  <a:lnTo>
                    <a:pt x="2502053" y="3168720"/>
                  </a:lnTo>
                  <a:lnTo>
                    <a:pt x="2425148" y="3201300"/>
                  </a:lnTo>
                  <a:lnTo>
                    <a:pt x="2341671" y="3230840"/>
                  </a:lnTo>
                  <a:lnTo>
                    <a:pt x="2251848" y="3257584"/>
                  </a:lnTo>
                  <a:lnTo>
                    <a:pt x="2156488" y="3281679"/>
                  </a:lnTo>
                  <a:lnTo>
                    <a:pt x="2057138" y="3303186"/>
                  </a:lnTo>
                  <a:lnTo>
                    <a:pt x="1956174" y="3322095"/>
                  </a:lnTo>
                  <a:lnTo>
                    <a:pt x="1856786" y="3338351"/>
                  </a:lnTo>
                  <a:lnTo>
                    <a:pt x="1762773" y="3351902"/>
                  </a:lnTo>
                  <a:lnTo>
                    <a:pt x="1678121" y="3362741"/>
                  </a:lnTo>
                  <a:lnTo>
                    <a:pt x="1606412" y="3370954"/>
                  </a:lnTo>
                  <a:lnTo>
                    <a:pt x="1550174" y="3376749"/>
                  </a:lnTo>
                  <a:lnTo>
                    <a:pt x="1510352" y="3380458"/>
                  </a:lnTo>
                  <a:lnTo>
                    <a:pt x="1486044" y="3382513"/>
                  </a:lnTo>
                  <a:lnTo>
                    <a:pt x="1474526" y="3383400"/>
                  </a:lnTo>
                  <a:lnTo>
                    <a:pt x="1471387" y="3383621"/>
                  </a:lnTo>
                  <a:lnTo>
                    <a:pt x="0" y="3383621"/>
                  </a:lnTo>
                  <a:close/>
                </a:path>
              </a:pathLst>
            </a:custGeom>
            <a:solidFill>
              <a:srgbClr val="9E9E9E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773" name="pl1773"/>
            <p:cNvSpPr/>
            <p:nvPr/>
          </p:nvSpPr>
          <p:spPr>
            <a:xfrm>
              <a:off x="4799595" y="6622542"/>
              <a:ext cx="11981298" cy="3383621"/>
            </a:xfrm>
            <a:custGeom>
              <a:avLst/>
              <a:pathLst>
                <a:path w="11981298" h="3383621">
                  <a:moveTo>
                    <a:pt x="0" y="3383621"/>
                  </a:moveTo>
                  <a:lnTo>
                    <a:pt x="1471387" y="3383621"/>
                  </a:lnTo>
                  <a:lnTo>
                    <a:pt x="1472499" y="3383545"/>
                  </a:lnTo>
                  <a:lnTo>
                    <a:pt x="1479814" y="3383003"/>
                  </a:lnTo>
                  <a:lnTo>
                    <a:pt x="1498265" y="3381504"/>
                  </a:lnTo>
                  <a:lnTo>
                    <a:pt x="1531287" y="3378553"/>
                  </a:lnTo>
                  <a:lnTo>
                    <a:pt x="1580574" y="3373690"/>
                  </a:lnTo>
                  <a:lnTo>
                    <a:pt x="1645948" y="3366536"/>
                  </a:lnTo>
                  <a:lnTo>
                    <a:pt x="1725500" y="3356828"/>
                  </a:lnTo>
                  <a:lnTo>
                    <a:pt x="1816021" y="3344431"/>
                  </a:lnTo>
                  <a:lnTo>
                    <a:pt x="1913616" y="3329318"/>
                  </a:lnTo>
                  <a:lnTo>
                    <a:pt x="2014343" y="3311526"/>
                  </a:lnTo>
                  <a:lnTo>
                    <a:pt x="2114718" y="3291117"/>
                  </a:lnTo>
                  <a:lnTo>
                    <a:pt x="2212005" y="3268122"/>
                  </a:lnTo>
                  <a:lnTo>
                    <a:pt x="2304315" y="3242514"/>
                  </a:lnTo>
                  <a:lnTo>
                    <a:pt x="2390542" y="3214184"/>
                  </a:lnTo>
                  <a:lnTo>
                    <a:pt x="2470231" y="3182929"/>
                  </a:lnTo>
                  <a:lnTo>
                    <a:pt x="2543419" y="3148453"/>
                  </a:lnTo>
                  <a:lnTo>
                    <a:pt x="2610478" y="3110369"/>
                  </a:lnTo>
                  <a:lnTo>
                    <a:pt x="2671998" y="3068210"/>
                  </a:lnTo>
                  <a:lnTo>
                    <a:pt x="2728689" y="3021453"/>
                  </a:lnTo>
                  <a:lnTo>
                    <a:pt x="2781312" y="2969556"/>
                  </a:lnTo>
                  <a:lnTo>
                    <a:pt x="2830625" y="2912016"/>
                  </a:lnTo>
                  <a:lnTo>
                    <a:pt x="2877343" y="2848476"/>
                  </a:lnTo>
                  <a:lnTo>
                    <a:pt x="2896531" y="2819684"/>
                  </a:lnTo>
                  <a:lnTo>
                    <a:pt x="2931570" y="2762985"/>
                  </a:lnTo>
                  <a:lnTo>
                    <a:pt x="2965772" y="2702406"/>
                  </a:lnTo>
                  <a:lnTo>
                    <a:pt x="2999348" y="2637870"/>
                  </a:lnTo>
                  <a:lnTo>
                    <a:pt x="3032473" y="2569351"/>
                  </a:lnTo>
                  <a:lnTo>
                    <a:pt x="3065289" y="2496882"/>
                  </a:lnTo>
                  <a:lnTo>
                    <a:pt x="3097909" y="2420565"/>
                  </a:lnTo>
                  <a:lnTo>
                    <a:pt x="3130419" y="2340567"/>
                  </a:lnTo>
                  <a:lnTo>
                    <a:pt x="3162887" y="2257130"/>
                  </a:lnTo>
                  <a:lnTo>
                    <a:pt x="3195357" y="2170564"/>
                  </a:lnTo>
                  <a:lnTo>
                    <a:pt x="3227857" y="2081250"/>
                  </a:lnTo>
                  <a:lnTo>
                    <a:pt x="3260402" y="1989632"/>
                  </a:lnTo>
                  <a:lnTo>
                    <a:pt x="3292991" y="1896209"/>
                  </a:lnTo>
                  <a:lnTo>
                    <a:pt x="3325618" y="1801526"/>
                  </a:lnTo>
                  <a:lnTo>
                    <a:pt x="3358266" y="1706159"/>
                  </a:lnTo>
                  <a:lnTo>
                    <a:pt x="3390917" y="1610702"/>
                  </a:lnTo>
                  <a:lnTo>
                    <a:pt x="3423552" y="1515752"/>
                  </a:lnTo>
                  <a:lnTo>
                    <a:pt x="3456154" y="1421891"/>
                  </a:lnTo>
                  <a:lnTo>
                    <a:pt x="3488712" y="1329676"/>
                  </a:lnTo>
                  <a:lnTo>
                    <a:pt x="3521225" y="1239621"/>
                  </a:lnTo>
                  <a:lnTo>
                    <a:pt x="3553702" y="1152186"/>
                  </a:lnTo>
                  <a:lnTo>
                    <a:pt x="3586166" y="1067773"/>
                  </a:lnTo>
                  <a:lnTo>
                    <a:pt x="3618658" y="986713"/>
                  </a:lnTo>
                  <a:lnTo>
                    <a:pt x="3651236" y="909269"/>
                  </a:lnTo>
                  <a:lnTo>
                    <a:pt x="3683982" y="835631"/>
                  </a:lnTo>
                  <a:lnTo>
                    <a:pt x="3717001" y="765919"/>
                  </a:lnTo>
                  <a:lnTo>
                    <a:pt x="3750426" y="700186"/>
                  </a:lnTo>
                  <a:lnTo>
                    <a:pt x="3784419" y="638424"/>
                  </a:lnTo>
                  <a:lnTo>
                    <a:pt x="3819181" y="580571"/>
                  </a:lnTo>
                  <a:lnTo>
                    <a:pt x="3829811" y="563936"/>
                  </a:lnTo>
                  <a:lnTo>
                    <a:pt x="3875623" y="497810"/>
                  </a:lnTo>
                  <a:lnTo>
                    <a:pt x="3923753" y="437755"/>
                  </a:lnTo>
                  <a:lnTo>
                    <a:pt x="3974881" y="383520"/>
                  </a:lnTo>
                  <a:lnTo>
                    <a:pt x="4029752" y="334649"/>
                  </a:lnTo>
                  <a:lnTo>
                    <a:pt x="4089133" y="290607"/>
                  </a:lnTo>
                  <a:lnTo>
                    <a:pt x="4153762" y="250855"/>
                  </a:lnTo>
                  <a:lnTo>
                    <a:pt x="4224289" y="214900"/>
                  </a:lnTo>
                  <a:lnTo>
                    <a:pt x="4301194" y="182321"/>
                  </a:lnTo>
                  <a:lnTo>
                    <a:pt x="4384671" y="152780"/>
                  </a:lnTo>
                  <a:lnTo>
                    <a:pt x="4474495" y="126037"/>
                  </a:lnTo>
                  <a:lnTo>
                    <a:pt x="4569854" y="101941"/>
                  </a:lnTo>
                  <a:lnTo>
                    <a:pt x="4669204" y="80434"/>
                  </a:lnTo>
                  <a:lnTo>
                    <a:pt x="4770168" y="61525"/>
                  </a:lnTo>
                  <a:lnTo>
                    <a:pt x="4869556" y="45269"/>
                  </a:lnTo>
                  <a:lnTo>
                    <a:pt x="4963569" y="31718"/>
                  </a:lnTo>
                  <a:lnTo>
                    <a:pt x="5048221" y="20879"/>
                  </a:lnTo>
                  <a:lnTo>
                    <a:pt x="5119930" y="12667"/>
                  </a:lnTo>
                  <a:lnTo>
                    <a:pt x="5176168" y="6872"/>
                  </a:lnTo>
                  <a:lnTo>
                    <a:pt x="5215990" y="3162"/>
                  </a:lnTo>
                  <a:lnTo>
                    <a:pt x="5240298" y="1108"/>
                  </a:lnTo>
                  <a:lnTo>
                    <a:pt x="5251816" y="221"/>
                  </a:lnTo>
                  <a:lnTo>
                    <a:pt x="5254867" y="5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570" y="23"/>
                  </a:lnTo>
                  <a:lnTo>
                    <a:pt x="6735623" y="188"/>
                  </a:lnTo>
                  <a:lnTo>
                    <a:pt x="6755877" y="645"/>
                  </a:lnTo>
                  <a:lnTo>
                    <a:pt x="6791972" y="1543"/>
                  </a:lnTo>
                  <a:lnTo>
                    <a:pt x="6845535" y="3022"/>
                  </a:lnTo>
                  <a:lnTo>
                    <a:pt x="6916061" y="5190"/>
                  </a:lnTo>
                  <a:lnTo>
                    <a:pt x="7001133" y="8121"/>
                  </a:lnTo>
                  <a:lnTo>
                    <a:pt x="7096977" y="11848"/>
                  </a:lnTo>
                  <a:lnTo>
                    <a:pt x="7199218" y="16373"/>
                  </a:lnTo>
                  <a:lnTo>
                    <a:pt x="7303601" y="21681"/>
                  </a:lnTo>
                  <a:lnTo>
                    <a:pt x="7406520" y="27755"/>
                  </a:lnTo>
                  <a:lnTo>
                    <a:pt x="7505283" y="34591"/>
                  </a:lnTo>
                  <a:lnTo>
                    <a:pt x="7598152" y="42206"/>
                  </a:lnTo>
                  <a:lnTo>
                    <a:pt x="7684232" y="50646"/>
                  </a:lnTo>
                  <a:lnTo>
                    <a:pt x="7763287" y="59984"/>
                  </a:lnTo>
                  <a:lnTo>
                    <a:pt x="7835561" y="70327"/>
                  </a:lnTo>
                  <a:lnTo>
                    <a:pt x="7901604" y="81803"/>
                  </a:lnTo>
                  <a:lnTo>
                    <a:pt x="7962155" y="94567"/>
                  </a:lnTo>
                  <a:lnTo>
                    <a:pt x="8018037" y="108782"/>
                  </a:lnTo>
                  <a:lnTo>
                    <a:pt x="8070097" y="124609"/>
                  </a:lnTo>
                  <a:lnTo>
                    <a:pt x="8119146" y="142176"/>
                  </a:lnTo>
                  <a:lnTo>
                    <a:pt x="8151487" y="155286"/>
                  </a:lnTo>
                  <a:lnTo>
                    <a:pt x="8202884" y="178699"/>
                  </a:lnTo>
                  <a:lnTo>
                    <a:pt x="8252679" y="204460"/>
                  </a:lnTo>
                  <a:lnTo>
                    <a:pt x="8301470" y="232606"/>
                  </a:lnTo>
                  <a:lnTo>
                    <a:pt x="8349692" y="263096"/>
                  </a:lnTo>
                  <a:lnTo>
                    <a:pt x="8397657" y="295800"/>
                  </a:lnTo>
                  <a:lnTo>
                    <a:pt x="8445565" y="330496"/>
                  </a:lnTo>
                  <a:lnTo>
                    <a:pt x="8493531" y="366872"/>
                  </a:lnTo>
                  <a:lnTo>
                    <a:pt x="8541593" y="404532"/>
                  </a:lnTo>
                  <a:lnTo>
                    <a:pt x="8589739" y="443010"/>
                  </a:lnTo>
                  <a:lnTo>
                    <a:pt x="8637920" y="481799"/>
                  </a:lnTo>
                  <a:lnTo>
                    <a:pt x="8686076" y="520371"/>
                  </a:lnTo>
                  <a:lnTo>
                    <a:pt x="8734156" y="558212"/>
                  </a:lnTo>
                  <a:lnTo>
                    <a:pt x="8782137" y="594848"/>
                  </a:lnTo>
                  <a:lnTo>
                    <a:pt x="8830050" y="629870"/>
                  </a:lnTo>
                  <a:lnTo>
                    <a:pt x="8877993" y="662948"/>
                  </a:lnTo>
                  <a:lnTo>
                    <a:pt x="8926150" y="693845"/>
                  </a:lnTo>
                  <a:lnTo>
                    <a:pt x="8974811" y="722414"/>
                  </a:lnTo>
                  <a:lnTo>
                    <a:pt x="9024388" y="748601"/>
                  </a:lnTo>
                  <a:lnTo>
                    <a:pt x="9075448" y="772426"/>
                  </a:lnTo>
                  <a:lnTo>
                    <a:pt x="9084767" y="776434"/>
                  </a:lnTo>
                  <a:lnTo>
                    <a:pt x="9132172" y="795232"/>
                  </a:lnTo>
                  <a:lnTo>
                    <a:pt x="9182080" y="812244"/>
                  </a:lnTo>
                  <a:lnTo>
                    <a:pt x="9235246" y="827551"/>
                  </a:lnTo>
                  <a:lnTo>
                    <a:pt x="9292498" y="841295"/>
                  </a:lnTo>
                  <a:lnTo>
                    <a:pt x="9354680" y="853638"/>
                  </a:lnTo>
                  <a:lnTo>
                    <a:pt x="9422600" y="864745"/>
                  </a:lnTo>
                  <a:lnTo>
                    <a:pt x="9496947" y="874760"/>
                  </a:lnTo>
                  <a:lnTo>
                    <a:pt x="9578193" y="883808"/>
                  </a:lnTo>
                  <a:lnTo>
                    <a:pt x="9666449" y="891983"/>
                  </a:lnTo>
                  <a:lnTo>
                    <a:pt x="9761294" y="899351"/>
                  </a:lnTo>
                  <a:lnTo>
                    <a:pt x="9861588" y="905947"/>
                  </a:lnTo>
                  <a:lnTo>
                    <a:pt x="9965299" y="911783"/>
                  </a:lnTo>
                  <a:lnTo>
                    <a:pt x="10069438" y="916848"/>
                  </a:lnTo>
                  <a:lnTo>
                    <a:pt x="10170154" y="921124"/>
                  </a:lnTo>
                  <a:lnTo>
                    <a:pt x="10263085" y="924601"/>
                  </a:lnTo>
                  <a:lnTo>
                    <a:pt x="10343963" y="927288"/>
                  </a:lnTo>
                  <a:lnTo>
                    <a:pt x="10409362" y="929231"/>
                  </a:lnTo>
                  <a:lnTo>
                    <a:pt x="10457415" y="930515"/>
                  </a:lnTo>
                  <a:lnTo>
                    <a:pt x="10488280" y="931260"/>
                  </a:lnTo>
                  <a:lnTo>
                    <a:pt x="10504240" y="931609"/>
                  </a:lnTo>
                  <a:lnTo>
                    <a:pt x="10509505" y="931714"/>
                  </a:lnTo>
                  <a:lnTo>
                    <a:pt x="10509911" y="931721"/>
                  </a:lnTo>
                  <a:lnTo>
                    <a:pt x="11981298" y="93172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74" name="pl1774"/>
            <p:cNvSpPr/>
            <p:nvPr/>
          </p:nvSpPr>
          <p:spPr>
            <a:xfrm>
              <a:off x="4799595" y="6614369"/>
              <a:ext cx="11981298" cy="3383621"/>
            </a:xfrm>
            <a:custGeom>
              <a:avLst/>
              <a:pathLst>
                <a:path w="11981298" h="3383621">
                  <a:moveTo>
                    <a:pt x="11981298" y="931721"/>
                  </a:moveTo>
                  <a:lnTo>
                    <a:pt x="10509911" y="931721"/>
                  </a:lnTo>
                  <a:lnTo>
                    <a:pt x="10508684" y="931698"/>
                  </a:lnTo>
                  <a:lnTo>
                    <a:pt x="10500630" y="931533"/>
                  </a:lnTo>
                  <a:lnTo>
                    <a:pt x="10480376" y="931076"/>
                  </a:lnTo>
                  <a:lnTo>
                    <a:pt x="10444282" y="930177"/>
                  </a:lnTo>
                  <a:lnTo>
                    <a:pt x="10390719" y="928699"/>
                  </a:lnTo>
                  <a:lnTo>
                    <a:pt x="10320192" y="926531"/>
                  </a:lnTo>
                  <a:lnTo>
                    <a:pt x="10235120" y="923599"/>
                  </a:lnTo>
                  <a:lnTo>
                    <a:pt x="10139276" y="919872"/>
                  </a:lnTo>
                  <a:lnTo>
                    <a:pt x="10037035" y="915347"/>
                  </a:lnTo>
                  <a:lnTo>
                    <a:pt x="9932652" y="910040"/>
                  </a:lnTo>
                  <a:lnTo>
                    <a:pt x="9829734" y="903966"/>
                  </a:lnTo>
                  <a:lnTo>
                    <a:pt x="9730970" y="897130"/>
                  </a:lnTo>
                  <a:lnTo>
                    <a:pt x="9638101" y="889515"/>
                  </a:lnTo>
                  <a:lnTo>
                    <a:pt x="9552022" y="881075"/>
                  </a:lnTo>
                  <a:lnTo>
                    <a:pt x="9472966" y="871736"/>
                  </a:lnTo>
                  <a:lnTo>
                    <a:pt x="9400693" y="861394"/>
                  </a:lnTo>
                  <a:lnTo>
                    <a:pt x="9334649" y="849917"/>
                  </a:lnTo>
                  <a:lnTo>
                    <a:pt x="9274098" y="837154"/>
                  </a:lnTo>
                  <a:lnTo>
                    <a:pt x="9218216" y="822939"/>
                  </a:lnTo>
                  <a:lnTo>
                    <a:pt x="9166156" y="807112"/>
                  </a:lnTo>
                  <a:lnTo>
                    <a:pt x="9117107" y="789545"/>
                  </a:lnTo>
                  <a:lnTo>
                    <a:pt x="9084767" y="776434"/>
                  </a:lnTo>
                  <a:lnTo>
                    <a:pt x="9033369" y="753022"/>
                  </a:lnTo>
                  <a:lnTo>
                    <a:pt x="8983574" y="727261"/>
                  </a:lnTo>
                  <a:lnTo>
                    <a:pt x="8934784" y="699114"/>
                  </a:lnTo>
                  <a:lnTo>
                    <a:pt x="8886561" y="668625"/>
                  </a:lnTo>
                  <a:lnTo>
                    <a:pt x="8838596" y="635921"/>
                  </a:lnTo>
                  <a:lnTo>
                    <a:pt x="8790688" y="601225"/>
                  </a:lnTo>
                  <a:lnTo>
                    <a:pt x="8742722" y="564849"/>
                  </a:lnTo>
                  <a:lnTo>
                    <a:pt x="8694660" y="527189"/>
                  </a:lnTo>
                  <a:lnTo>
                    <a:pt x="8646514" y="488711"/>
                  </a:lnTo>
                  <a:lnTo>
                    <a:pt x="8598333" y="449922"/>
                  </a:lnTo>
                  <a:lnTo>
                    <a:pt x="8550177" y="411350"/>
                  </a:lnTo>
                  <a:lnTo>
                    <a:pt x="8502097" y="373509"/>
                  </a:lnTo>
                  <a:lnTo>
                    <a:pt x="8454116" y="336873"/>
                  </a:lnTo>
                  <a:lnTo>
                    <a:pt x="8406203" y="301851"/>
                  </a:lnTo>
                  <a:lnTo>
                    <a:pt x="8358261" y="268773"/>
                  </a:lnTo>
                  <a:lnTo>
                    <a:pt x="8310103" y="237876"/>
                  </a:lnTo>
                  <a:lnTo>
                    <a:pt x="8261442" y="209306"/>
                  </a:lnTo>
                  <a:lnTo>
                    <a:pt x="8211865" y="183120"/>
                  </a:lnTo>
                  <a:lnTo>
                    <a:pt x="8160805" y="159295"/>
                  </a:lnTo>
                  <a:lnTo>
                    <a:pt x="8151487" y="155286"/>
                  </a:lnTo>
                  <a:lnTo>
                    <a:pt x="8104081" y="136489"/>
                  </a:lnTo>
                  <a:lnTo>
                    <a:pt x="8054173" y="119476"/>
                  </a:lnTo>
                  <a:lnTo>
                    <a:pt x="8001007" y="104170"/>
                  </a:lnTo>
                  <a:lnTo>
                    <a:pt x="7943756" y="90426"/>
                  </a:lnTo>
                  <a:lnTo>
                    <a:pt x="7881573" y="78083"/>
                  </a:lnTo>
                  <a:lnTo>
                    <a:pt x="7813653" y="66976"/>
                  </a:lnTo>
                  <a:lnTo>
                    <a:pt x="7739306" y="56961"/>
                  </a:lnTo>
                  <a:lnTo>
                    <a:pt x="7658060" y="47913"/>
                  </a:lnTo>
                  <a:lnTo>
                    <a:pt x="7569805" y="39738"/>
                  </a:lnTo>
                  <a:lnTo>
                    <a:pt x="7474959" y="32370"/>
                  </a:lnTo>
                  <a:lnTo>
                    <a:pt x="7374665" y="25773"/>
                  </a:lnTo>
                  <a:lnTo>
                    <a:pt x="7270954" y="19938"/>
                  </a:lnTo>
                  <a:lnTo>
                    <a:pt x="7166815" y="14873"/>
                  </a:lnTo>
                  <a:lnTo>
                    <a:pt x="7066100" y="10596"/>
                  </a:lnTo>
                  <a:lnTo>
                    <a:pt x="6973168" y="7120"/>
                  </a:lnTo>
                  <a:lnTo>
                    <a:pt x="6892290" y="4433"/>
                  </a:lnTo>
                  <a:lnTo>
                    <a:pt x="6826891" y="2490"/>
                  </a:lnTo>
                  <a:lnTo>
                    <a:pt x="6778838" y="1206"/>
                  </a:lnTo>
                  <a:lnTo>
                    <a:pt x="6747973" y="461"/>
                  </a:lnTo>
                  <a:lnTo>
                    <a:pt x="6732013" y="112"/>
                  </a:lnTo>
                  <a:lnTo>
                    <a:pt x="6726748" y="7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843" y="76"/>
                  </a:lnTo>
                  <a:lnTo>
                    <a:pt x="5246528" y="618"/>
                  </a:lnTo>
                  <a:lnTo>
                    <a:pt x="5228077" y="2116"/>
                  </a:lnTo>
                  <a:lnTo>
                    <a:pt x="5195055" y="5067"/>
                  </a:lnTo>
                  <a:lnTo>
                    <a:pt x="5145768" y="9930"/>
                  </a:lnTo>
                  <a:lnTo>
                    <a:pt x="5080395" y="17084"/>
                  </a:lnTo>
                  <a:lnTo>
                    <a:pt x="5000842" y="26792"/>
                  </a:lnTo>
                  <a:lnTo>
                    <a:pt x="4910321" y="39189"/>
                  </a:lnTo>
                  <a:lnTo>
                    <a:pt x="4812726" y="54303"/>
                  </a:lnTo>
                  <a:lnTo>
                    <a:pt x="4711999" y="72094"/>
                  </a:lnTo>
                  <a:lnTo>
                    <a:pt x="4611625" y="92503"/>
                  </a:lnTo>
                  <a:lnTo>
                    <a:pt x="4514337" y="115498"/>
                  </a:lnTo>
                  <a:lnTo>
                    <a:pt x="4422027" y="141106"/>
                  </a:lnTo>
                  <a:lnTo>
                    <a:pt x="4335800" y="169436"/>
                  </a:lnTo>
                  <a:lnTo>
                    <a:pt x="4256111" y="200691"/>
                  </a:lnTo>
                  <a:lnTo>
                    <a:pt x="4182924" y="235167"/>
                  </a:lnTo>
                  <a:lnTo>
                    <a:pt x="4115864" y="273252"/>
                  </a:lnTo>
                  <a:lnTo>
                    <a:pt x="4054344" y="315411"/>
                  </a:lnTo>
                  <a:lnTo>
                    <a:pt x="3997653" y="362167"/>
                  </a:lnTo>
                  <a:lnTo>
                    <a:pt x="3945030" y="414064"/>
                  </a:lnTo>
                  <a:lnTo>
                    <a:pt x="3895717" y="471604"/>
                  </a:lnTo>
                  <a:lnTo>
                    <a:pt x="3848999" y="535145"/>
                  </a:lnTo>
                  <a:lnTo>
                    <a:pt x="3829811" y="563936"/>
                  </a:lnTo>
                  <a:lnTo>
                    <a:pt x="3794772" y="620636"/>
                  </a:lnTo>
                  <a:lnTo>
                    <a:pt x="3760571" y="681214"/>
                  </a:lnTo>
                  <a:lnTo>
                    <a:pt x="3726994" y="745750"/>
                  </a:lnTo>
                  <a:lnTo>
                    <a:pt x="3693869" y="814270"/>
                  </a:lnTo>
                  <a:lnTo>
                    <a:pt x="3661053" y="886738"/>
                  </a:lnTo>
                  <a:lnTo>
                    <a:pt x="3628433" y="963055"/>
                  </a:lnTo>
                  <a:lnTo>
                    <a:pt x="3595923" y="1043053"/>
                  </a:lnTo>
                  <a:lnTo>
                    <a:pt x="3563455" y="1126490"/>
                  </a:lnTo>
                  <a:lnTo>
                    <a:pt x="3530985" y="1213056"/>
                  </a:lnTo>
                  <a:lnTo>
                    <a:pt x="3498485" y="1302370"/>
                  </a:lnTo>
                  <a:lnTo>
                    <a:pt x="3465941" y="1393988"/>
                  </a:lnTo>
                  <a:lnTo>
                    <a:pt x="3433351" y="1487411"/>
                  </a:lnTo>
                  <a:lnTo>
                    <a:pt x="3400724" y="1582094"/>
                  </a:lnTo>
                  <a:lnTo>
                    <a:pt x="3368076" y="1677461"/>
                  </a:lnTo>
                  <a:lnTo>
                    <a:pt x="3335425" y="1772918"/>
                  </a:lnTo>
                  <a:lnTo>
                    <a:pt x="3302791" y="1867869"/>
                  </a:lnTo>
                  <a:lnTo>
                    <a:pt x="3270189" y="1961729"/>
                  </a:lnTo>
                  <a:lnTo>
                    <a:pt x="3237630" y="2053944"/>
                  </a:lnTo>
                  <a:lnTo>
                    <a:pt x="3205117" y="2144000"/>
                  </a:lnTo>
                  <a:lnTo>
                    <a:pt x="3172640" y="2231434"/>
                  </a:lnTo>
                  <a:lnTo>
                    <a:pt x="3140176" y="2315847"/>
                  </a:lnTo>
                  <a:lnTo>
                    <a:pt x="3107685" y="2396907"/>
                  </a:lnTo>
                  <a:lnTo>
                    <a:pt x="3075106" y="2474351"/>
                  </a:lnTo>
                  <a:lnTo>
                    <a:pt x="3042360" y="2547989"/>
                  </a:lnTo>
                  <a:lnTo>
                    <a:pt x="3009341" y="2617702"/>
                  </a:lnTo>
                  <a:lnTo>
                    <a:pt x="2975917" y="2683435"/>
                  </a:lnTo>
                  <a:lnTo>
                    <a:pt x="2941923" y="2745196"/>
                  </a:lnTo>
                  <a:lnTo>
                    <a:pt x="2907161" y="2803050"/>
                  </a:lnTo>
                  <a:lnTo>
                    <a:pt x="2896531" y="2819684"/>
                  </a:lnTo>
                  <a:lnTo>
                    <a:pt x="2850719" y="2885810"/>
                  </a:lnTo>
                  <a:lnTo>
                    <a:pt x="2802589" y="2945865"/>
                  </a:lnTo>
                  <a:lnTo>
                    <a:pt x="2751461" y="3000100"/>
                  </a:lnTo>
                  <a:lnTo>
                    <a:pt x="2696590" y="3048971"/>
                  </a:lnTo>
                  <a:lnTo>
                    <a:pt x="2637209" y="3093014"/>
                  </a:lnTo>
                  <a:lnTo>
                    <a:pt x="2572580" y="3132766"/>
                  </a:lnTo>
                  <a:lnTo>
                    <a:pt x="2502053" y="3168720"/>
                  </a:lnTo>
                  <a:lnTo>
                    <a:pt x="2425148" y="3201300"/>
                  </a:lnTo>
                  <a:lnTo>
                    <a:pt x="2341671" y="3230840"/>
                  </a:lnTo>
                  <a:lnTo>
                    <a:pt x="2251848" y="3257584"/>
                  </a:lnTo>
                  <a:lnTo>
                    <a:pt x="2156488" y="3281679"/>
                  </a:lnTo>
                  <a:lnTo>
                    <a:pt x="2057138" y="3303186"/>
                  </a:lnTo>
                  <a:lnTo>
                    <a:pt x="1956174" y="3322095"/>
                  </a:lnTo>
                  <a:lnTo>
                    <a:pt x="1856786" y="3338351"/>
                  </a:lnTo>
                  <a:lnTo>
                    <a:pt x="1762773" y="3351902"/>
                  </a:lnTo>
                  <a:lnTo>
                    <a:pt x="1678121" y="3362741"/>
                  </a:lnTo>
                  <a:lnTo>
                    <a:pt x="1606412" y="3370954"/>
                  </a:lnTo>
                  <a:lnTo>
                    <a:pt x="1550174" y="3376749"/>
                  </a:lnTo>
                  <a:lnTo>
                    <a:pt x="1510352" y="3380458"/>
                  </a:lnTo>
                  <a:lnTo>
                    <a:pt x="1486044" y="3382513"/>
                  </a:lnTo>
                  <a:lnTo>
                    <a:pt x="1474526" y="3383400"/>
                  </a:lnTo>
                  <a:lnTo>
                    <a:pt x="1471475" y="3383615"/>
                  </a:lnTo>
                  <a:lnTo>
                    <a:pt x="1471387" y="3383621"/>
                  </a:lnTo>
                  <a:lnTo>
                    <a:pt x="0" y="338362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75" name="pg1775"/>
            <p:cNvSpPr/>
            <p:nvPr/>
          </p:nvSpPr>
          <p:spPr>
            <a:xfrm>
              <a:off x="4799595" y="6663407"/>
              <a:ext cx="11981298" cy="3350929"/>
            </a:xfrm>
            <a:custGeom>
              <a:avLst/>
              <a:pathLst>
                <a:path w="11981298" h="3350929">
                  <a:moveTo>
                    <a:pt x="0" y="3350929"/>
                  </a:moveTo>
                  <a:lnTo>
                    <a:pt x="1471387" y="3350929"/>
                  </a:lnTo>
                  <a:lnTo>
                    <a:pt x="1472502" y="3350853"/>
                  </a:lnTo>
                  <a:lnTo>
                    <a:pt x="1479834" y="3350317"/>
                  </a:lnTo>
                  <a:lnTo>
                    <a:pt x="1498327" y="3348832"/>
                  </a:lnTo>
                  <a:lnTo>
                    <a:pt x="1531421" y="3345910"/>
                  </a:lnTo>
                  <a:lnTo>
                    <a:pt x="1580808" y="3341094"/>
                  </a:lnTo>
                  <a:lnTo>
                    <a:pt x="1646304" y="3334010"/>
                  </a:lnTo>
                  <a:lnTo>
                    <a:pt x="1725989" y="3324398"/>
                  </a:lnTo>
                  <a:lnTo>
                    <a:pt x="1816638" y="3312124"/>
                  </a:lnTo>
                  <a:lnTo>
                    <a:pt x="1914347" y="3297162"/>
                  </a:lnTo>
                  <a:lnTo>
                    <a:pt x="2015166" y="3279551"/>
                  </a:lnTo>
                  <a:lnTo>
                    <a:pt x="2115606" y="3259350"/>
                  </a:lnTo>
                  <a:lnTo>
                    <a:pt x="2212934" y="3236590"/>
                  </a:lnTo>
                  <a:lnTo>
                    <a:pt x="2305261" y="3211244"/>
                  </a:lnTo>
                  <a:lnTo>
                    <a:pt x="2391488" y="3183203"/>
                  </a:lnTo>
                  <a:lnTo>
                    <a:pt x="2471164" y="3152265"/>
                  </a:lnTo>
                  <a:lnTo>
                    <a:pt x="2544331" y="3118135"/>
                  </a:lnTo>
                  <a:lnTo>
                    <a:pt x="2611366" y="3080429"/>
                  </a:lnTo>
                  <a:lnTo>
                    <a:pt x="2672862" y="3038684"/>
                  </a:lnTo>
                  <a:lnTo>
                    <a:pt x="2729532" y="2992382"/>
                  </a:lnTo>
                  <a:lnTo>
                    <a:pt x="2782139" y="2940985"/>
                  </a:lnTo>
                  <a:lnTo>
                    <a:pt x="2831444" y="2883997"/>
                  </a:lnTo>
                  <a:lnTo>
                    <a:pt x="2878161" y="2821067"/>
                  </a:lnTo>
                  <a:lnTo>
                    <a:pt x="2896531" y="2793803"/>
                  </a:lnTo>
                  <a:lnTo>
                    <a:pt x="2931750" y="2737487"/>
                  </a:lnTo>
                  <a:lnTo>
                    <a:pt x="2966123" y="2677300"/>
                  </a:lnTo>
                  <a:lnTo>
                    <a:pt x="2999867" y="2613161"/>
                  </a:lnTo>
                  <a:lnTo>
                    <a:pt x="3033157" y="2545045"/>
                  </a:lnTo>
                  <a:lnTo>
                    <a:pt x="3066138" y="2472990"/>
                  </a:lnTo>
                  <a:lnTo>
                    <a:pt x="3098923" y="2397096"/>
                  </a:lnTo>
                  <a:lnTo>
                    <a:pt x="3131600" y="2317535"/>
                  </a:lnTo>
                  <a:lnTo>
                    <a:pt x="3164235" y="2234550"/>
                  </a:lnTo>
                  <a:lnTo>
                    <a:pt x="3196874" y="2148457"/>
                  </a:lnTo>
                  <a:lnTo>
                    <a:pt x="3229545" y="2059640"/>
                  </a:lnTo>
                  <a:lnTo>
                    <a:pt x="3262262" y="1968548"/>
                  </a:lnTo>
                  <a:lnTo>
                    <a:pt x="3295023" y="1875684"/>
                  </a:lnTo>
                  <a:lnTo>
                    <a:pt x="3327821" y="1781598"/>
                  </a:lnTo>
                  <a:lnTo>
                    <a:pt x="3360639" y="1686868"/>
                  </a:lnTo>
                  <a:lnTo>
                    <a:pt x="3393459" y="1592092"/>
                  </a:lnTo>
                  <a:lnTo>
                    <a:pt x="3426261" y="1497867"/>
                  </a:lnTo>
                  <a:lnTo>
                    <a:pt x="3459029" y="1404778"/>
                  </a:lnTo>
                  <a:lnTo>
                    <a:pt x="3491752" y="1313378"/>
                  </a:lnTo>
                  <a:lnTo>
                    <a:pt x="3524430" y="1224180"/>
                  </a:lnTo>
                  <a:lnTo>
                    <a:pt x="3557072" y="1137640"/>
                  </a:lnTo>
                  <a:lnTo>
                    <a:pt x="3589706" y="1054153"/>
                  </a:lnTo>
                  <a:lnTo>
                    <a:pt x="3622373" y="974046"/>
                  </a:lnTo>
                  <a:lnTo>
                    <a:pt x="3655136" y="897573"/>
                  </a:lnTo>
                  <a:lnTo>
                    <a:pt x="3688079" y="824917"/>
                  </a:lnTo>
                  <a:lnTo>
                    <a:pt x="3721314" y="756190"/>
                  </a:lnTo>
                  <a:lnTo>
                    <a:pt x="3754977" y="691438"/>
                  </a:lnTo>
                  <a:lnTo>
                    <a:pt x="3789240" y="630645"/>
                  </a:lnTo>
                  <a:lnTo>
                    <a:pt x="3824312" y="573739"/>
                  </a:lnTo>
                  <a:lnTo>
                    <a:pt x="3829811" y="565299"/>
                  </a:lnTo>
                  <a:lnTo>
                    <a:pt x="3875661" y="499920"/>
                  </a:lnTo>
                  <a:lnTo>
                    <a:pt x="3923833" y="440550"/>
                  </a:lnTo>
                  <a:lnTo>
                    <a:pt x="3975010" y="386937"/>
                  </a:lnTo>
                  <a:lnTo>
                    <a:pt x="4029938" y="338632"/>
                  </a:lnTo>
                  <a:lnTo>
                    <a:pt x="4089385" y="295102"/>
                  </a:lnTo>
                  <a:lnTo>
                    <a:pt x="4154092" y="255816"/>
                  </a:lnTo>
                  <a:lnTo>
                    <a:pt x="4224709" y="220285"/>
                  </a:lnTo>
                  <a:lnTo>
                    <a:pt x="4301716" y="188092"/>
                  </a:lnTo>
                  <a:lnTo>
                    <a:pt x="4385307" y="158905"/>
                  </a:lnTo>
                  <a:lnTo>
                    <a:pt x="4475250" y="132483"/>
                  </a:lnTo>
                  <a:lnTo>
                    <a:pt x="4570729" y="108681"/>
                  </a:lnTo>
                  <a:lnTo>
                    <a:pt x="4670188" y="87440"/>
                  </a:lnTo>
                  <a:lnTo>
                    <a:pt x="4771235" y="68772"/>
                  </a:lnTo>
                  <a:lnTo>
                    <a:pt x="4870665" y="52727"/>
                  </a:lnTo>
                  <a:lnTo>
                    <a:pt x="4964667" y="39361"/>
                  </a:lnTo>
                  <a:lnTo>
                    <a:pt x="5049245" y="28678"/>
                  </a:lnTo>
                  <a:lnTo>
                    <a:pt x="5120818" y="20592"/>
                  </a:lnTo>
                  <a:lnTo>
                    <a:pt x="5176871" y="14894"/>
                  </a:lnTo>
                  <a:lnTo>
                    <a:pt x="5216480" y="11255"/>
                  </a:lnTo>
                  <a:lnTo>
                    <a:pt x="5240578" y="9245"/>
                  </a:lnTo>
                  <a:lnTo>
                    <a:pt x="5251925" y="8383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541" y="8217"/>
                  </a:lnTo>
                  <a:lnTo>
                    <a:pt x="6735407" y="8532"/>
                  </a:lnTo>
                  <a:lnTo>
                    <a:pt x="6755206" y="9404"/>
                  </a:lnTo>
                  <a:lnTo>
                    <a:pt x="6790527" y="11119"/>
                  </a:lnTo>
                  <a:lnTo>
                    <a:pt x="6843018" y="13942"/>
                  </a:lnTo>
                  <a:lnTo>
                    <a:pt x="6912261" y="18086"/>
                  </a:lnTo>
                  <a:lnTo>
                    <a:pt x="6995967" y="23692"/>
                  </a:lnTo>
                  <a:lnTo>
                    <a:pt x="7090506" y="30829"/>
                  </a:lnTo>
                  <a:lnTo>
                    <a:pt x="7191622" y="39503"/>
                  </a:lnTo>
                  <a:lnTo>
                    <a:pt x="7295133" y="49685"/>
                  </a:lnTo>
                  <a:lnTo>
                    <a:pt x="7397459" y="61344"/>
                  </a:lnTo>
                  <a:lnTo>
                    <a:pt x="7495894" y="74469"/>
                  </a:lnTo>
                  <a:lnTo>
                    <a:pt x="7588656" y="89087"/>
                  </a:lnTo>
                  <a:lnTo>
                    <a:pt x="7674796" y="105280"/>
                  </a:lnTo>
                  <a:lnTo>
                    <a:pt x="7754025" y="123185"/>
                  </a:lnTo>
                  <a:lnTo>
                    <a:pt x="7826533" y="142993"/>
                  </a:lnTo>
                  <a:lnTo>
                    <a:pt x="7892829" y="164949"/>
                  </a:lnTo>
                  <a:lnTo>
                    <a:pt x="7953613" y="189340"/>
                  </a:lnTo>
                  <a:lnTo>
                    <a:pt x="8009683" y="216477"/>
                  </a:lnTo>
                  <a:lnTo>
                    <a:pt x="8061865" y="246670"/>
                  </a:lnTo>
                  <a:lnTo>
                    <a:pt x="8110959" y="280179"/>
                  </a:lnTo>
                  <a:lnTo>
                    <a:pt x="8151487" y="311936"/>
                  </a:lnTo>
                  <a:lnTo>
                    <a:pt x="8195568" y="350830"/>
                  </a:lnTo>
                  <a:lnTo>
                    <a:pt x="8238406" y="393074"/>
                  </a:lnTo>
                  <a:lnTo>
                    <a:pt x="8280398" y="438730"/>
                  </a:lnTo>
                  <a:lnTo>
                    <a:pt x="8321851" y="487783"/>
                  </a:lnTo>
                  <a:lnTo>
                    <a:pt x="8362996" y="540131"/>
                  </a:lnTo>
                  <a:lnTo>
                    <a:pt x="8404003" y="595577"/>
                  </a:lnTo>
                  <a:lnTo>
                    <a:pt x="8444984" y="653826"/>
                  </a:lnTo>
                  <a:lnTo>
                    <a:pt x="8486008" y="714488"/>
                  </a:lnTo>
                  <a:lnTo>
                    <a:pt x="8527101" y="777086"/>
                  </a:lnTo>
                  <a:lnTo>
                    <a:pt x="8568263" y="841066"/>
                  </a:lnTo>
                  <a:lnTo>
                    <a:pt x="8609469" y="905821"/>
                  </a:lnTo>
                  <a:lnTo>
                    <a:pt x="8650683" y="970712"/>
                  </a:lnTo>
                  <a:lnTo>
                    <a:pt x="8691867" y="1035094"/>
                  </a:lnTo>
                  <a:lnTo>
                    <a:pt x="8732991" y="1098343"/>
                  </a:lnTo>
                  <a:lnTo>
                    <a:pt x="8774042" y="1159881"/>
                  </a:lnTo>
                  <a:lnTo>
                    <a:pt x="8815036" y="1219197"/>
                  </a:lnTo>
                  <a:lnTo>
                    <a:pt x="8856021" y="1275862"/>
                  </a:lnTo>
                  <a:lnTo>
                    <a:pt x="8897091" y="1329541"/>
                  </a:lnTo>
                  <a:lnTo>
                    <a:pt x="8938390" y="1379996"/>
                  </a:lnTo>
                  <a:lnTo>
                    <a:pt x="8980123" y="1427086"/>
                  </a:lnTo>
                  <a:lnTo>
                    <a:pt x="9022563" y="1470760"/>
                  </a:lnTo>
                  <a:lnTo>
                    <a:pt x="9066067" y="1511049"/>
                  </a:lnTo>
                  <a:lnTo>
                    <a:pt x="9084767" y="1526988"/>
                  </a:lnTo>
                  <a:lnTo>
                    <a:pt x="9131778" y="1563475"/>
                  </a:lnTo>
                  <a:lnTo>
                    <a:pt x="9181245" y="1596524"/>
                  </a:lnTo>
                  <a:lnTo>
                    <a:pt x="9233905" y="1626288"/>
                  </a:lnTo>
                  <a:lnTo>
                    <a:pt x="9290564" y="1653035"/>
                  </a:lnTo>
                  <a:lnTo>
                    <a:pt x="9352048" y="1677078"/>
                  </a:lnTo>
                  <a:lnTo>
                    <a:pt x="9419145" y="1698728"/>
                  </a:lnTo>
                  <a:lnTo>
                    <a:pt x="9492538" y="1718266"/>
                  </a:lnTo>
                  <a:lnTo>
                    <a:pt x="9572699" y="1735929"/>
                  </a:lnTo>
                  <a:lnTo>
                    <a:pt x="9659764" y="1751903"/>
                  </a:lnTo>
                  <a:lnTo>
                    <a:pt x="9753366" y="1766316"/>
                  </a:lnTo>
                  <a:lnTo>
                    <a:pt x="9852450" y="1779241"/>
                  </a:lnTo>
                  <a:lnTo>
                    <a:pt x="9955115" y="1790702"/>
                  </a:lnTo>
                  <a:lnTo>
                    <a:pt x="10058529" y="1800683"/>
                  </a:lnTo>
                  <a:lnTo>
                    <a:pt x="10159008" y="1809150"/>
                  </a:lnTo>
                  <a:lnTo>
                    <a:pt x="10252326" y="1816078"/>
                  </a:lnTo>
                  <a:lnTo>
                    <a:pt x="10334266" y="1821481"/>
                  </a:lnTo>
                  <a:lnTo>
                    <a:pt x="10401341" y="1825436"/>
                  </a:lnTo>
                  <a:lnTo>
                    <a:pt x="10451489" y="1828096"/>
                  </a:lnTo>
                  <a:lnTo>
                    <a:pt x="10484571" y="1829681"/>
                  </a:lnTo>
                  <a:lnTo>
                    <a:pt x="10502507" y="1830460"/>
                  </a:lnTo>
                  <a:lnTo>
                    <a:pt x="10509130" y="1830723"/>
                  </a:lnTo>
                  <a:lnTo>
                    <a:pt x="10509911" y="1830751"/>
                  </a:lnTo>
                  <a:lnTo>
                    <a:pt x="11981298" y="1830751"/>
                  </a:lnTo>
                  <a:lnTo>
                    <a:pt x="11981298" y="1822578"/>
                  </a:lnTo>
                  <a:lnTo>
                    <a:pt x="10509911" y="1822578"/>
                  </a:lnTo>
                  <a:lnTo>
                    <a:pt x="10508713" y="1822534"/>
                  </a:lnTo>
                  <a:lnTo>
                    <a:pt x="10500846" y="1822219"/>
                  </a:lnTo>
                  <a:lnTo>
                    <a:pt x="10481047" y="1821347"/>
                  </a:lnTo>
                  <a:lnTo>
                    <a:pt x="10445726" y="1819632"/>
                  </a:lnTo>
                  <a:lnTo>
                    <a:pt x="10393235" y="1816809"/>
                  </a:lnTo>
                  <a:lnTo>
                    <a:pt x="10323993" y="1812665"/>
                  </a:lnTo>
                  <a:lnTo>
                    <a:pt x="10240286" y="1807058"/>
                  </a:lnTo>
                  <a:lnTo>
                    <a:pt x="10145747" y="1799922"/>
                  </a:lnTo>
                  <a:lnTo>
                    <a:pt x="10044632" y="1791248"/>
                  </a:lnTo>
                  <a:lnTo>
                    <a:pt x="9941120" y="1781065"/>
                  </a:lnTo>
                  <a:lnTo>
                    <a:pt x="9838794" y="1769406"/>
                  </a:lnTo>
                  <a:lnTo>
                    <a:pt x="9740360" y="1756282"/>
                  </a:lnTo>
                  <a:lnTo>
                    <a:pt x="9647597" y="1741664"/>
                  </a:lnTo>
                  <a:lnTo>
                    <a:pt x="9561457" y="1725470"/>
                  </a:lnTo>
                  <a:lnTo>
                    <a:pt x="9482228" y="1707566"/>
                  </a:lnTo>
                  <a:lnTo>
                    <a:pt x="9409720" y="1687757"/>
                  </a:lnTo>
                  <a:lnTo>
                    <a:pt x="9343425" y="1665801"/>
                  </a:lnTo>
                  <a:lnTo>
                    <a:pt x="9282641" y="1641411"/>
                  </a:lnTo>
                  <a:lnTo>
                    <a:pt x="9226571" y="1614274"/>
                  </a:lnTo>
                  <a:lnTo>
                    <a:pt x="9174388" y="1584080"/>
                  </a:lnTo>
                  <a:lnTo>
                    <a:pt x="9125294" y="1550571"/>
                  </a:lnTo>
                  <a:lnTo>
                    <a:pt x="9084767" y="1518815"/>
                  </a:lnTo>
                  <a:lnTo>
                    <a:pt x="9040685" y="1479920"/>
                  </a:lnTo>
                  <a:lnTo>
                    <a:pt x="8997847" y="1437676"/>
                  </a:lnTo>
                  <a:lnTo>
                    <a:pt x="8955855" y="1392020"/>
                  </a:lnTo>
                  <a:lnTo>
                    <a:pt x="8914402" y="1342967"/>
                  </a:lnTo>
                  <a:lnTo>
                    <a:pt x="8873257" y="1290619"/>
                  </a:lnTo>
                  <a:lnTo>
                    <a:pt x="8832250" y="1235174"/>
                  </a:lnTo>
                  <a:lnTo>
                    <a:pt x="8791269" y="1176925"/>
                  </a:lnTo>
                  <a:lnTo>
                    <a:pt x="8750246" y="1116262"/>
                  </a:lnTo>
                  <a:lnTo>
                    <a:pt x="8709152" y="1053665"/>
                  </a:lnTo>
                  <a:lnTo>
                    <a:pt x="8667990" y="989685"/>
                  </a:lnTo>
                  <a:lnTo>
                    <a:pt x="8626784" y="924930"/>
                  </a:lnTo>
                  <a:lnTo>
                    <a:pt x="8585570" y="860039"/>
                  </a:lnTo>
                  <a:lnTo>
                    <a:pt x="8544386" y="795657"/>
                  </a:lnTo>
                  <a:lnTo>
                    <a:pt x="8503262" y="732407"/>
                  </a:lnTo>
                  <a:lnTo>
                    <a:pt x="8462211" y="670869"/>
                  </a:lnTo>
                  <a:lnTo>
                    <a:pt x="8421218" y="611553"/>
                  </a:lnTo>
                  <a:lnTo>
                    <a:pt x="8380233" y="554889"/>
                  </a:lnTo>
                  <a:lnTo>
                    <a:pt x="8339163" y="501210"/>
                  </a:lnTo>
                  <a:lnTo>
                    <a:pt x="8297863" y="450755"/>
                  </a:lnTo>
                  <a:lnTo>
                    <a:pt x="8256131" y="403665"/>
                  </a:lnTo>
                  <a:lnTo>
                    <a:pt x="8213691" y="359991"/>
                  </a:lnTo>
                  <a:lnTo>
                    <a:pt x="8170186" y="319702"/>
                  </a:lnTo>
                  <a:lnTo>
                    <a:pt x="8151487" y="303763"/>
                  </a:lnTo>
                  <a:lnTo>
                    <a:pt x="8104475" y="267276"/>
                  </a:lnTo>
                  <a:lnTo>
                    <a:pt x="8055008" y="234227"/>
                  </a:lnTo>
                  <a:lnTo>
                    <a:pt x="8002348" y="204463"/>
                  </a:lnTo>
                  <a:lnTo>
                    <a:pt x="7945689" y="177716"/>
                  </a:lnTo>
                  <a:lnTo>
                    <a:pt x="7884205" y="153672"/>
                  </a:lnTo>
                  <a:lnTo>
                    <a:pt x="7817108" y="132023"/>
                  </a:lnTo>
                  <a:lnTo>
                    <a:pt x="7743716" y="112485"/>
                  </a:lnTo>
                  <a:lnTo>
                    <a:pt x="7663555" y="94822"/>
                  </a:lnTo>
                  <a:lnTo>
                    <a:pt x="7576489" y="78848"/>
                  </a:lnTo>
                  <a:lnTo>
                    <a:pt x="7482888" y="64435"/>
                  </a:lnTo>
                  <a:lnTo>
                    <a:pt x="7383803" y="51510"/>
                  </a:lnTo>
                  <a:lnTo>
                    <a:pt x="7281138" y="40049"/>
                  </a:lnTo>
                  <a:lnTo>
                    <a:pt x="7177724" y="30068"/>
                  </a:lnTo>
                  <a:lnTo>
                    <a:pt x="7077245" y="21601"/>
                  </a:lnTo>
                  <a:lnTo>
                    <a:pt x="6983927" y="14673"/>
                  </a:lnTo>
                  <a:lnTo>
                    <a:pt x="6901987" y="9270"/>
                  </a:lnTo>
                  <a:lnTo>
                    <a:pt x="6834913" y="5314"/>
                  </a:lnTo>
                  <a:lnTo>
                    <a:pt x="6784764" y="2655"/>
                  </a:lnTo>
                  <a:lnTo>
                    <a:pt x="6751683" y="1070"/>
                  </a:lnTo>
                  <a:lnTo>
                    <a:pt x="6733746" y="290"/>
                  </a:lnTo>
                  <a:lnTo>
                    <a:pt x="6727123" y="28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840" y="75"/>
                  </a:lnTo>
                  <a:lnTo>
                    <a:pt x="5246509" y="612"/>
                  </a:lnTo>
                  <a:lnTo>
                    <a:pt x="5228015" y="2096"/>
                  </a:lnTo>
                  <a:lnTo>
                    <a:pt x="5194921" y="5018"/>
                  </a:lnTo>
                  <a:lnTo>
                    <a:pt x="5145534" y="9834"/>
                  </a:lnTo>
                  <a:lnTo>
                    <a:pt x="5080038" y="16919"/>
                  </a:lnTo>
                  <a:lnTo>
                    <a:pt x="5000353" y="26531"/>
                  </a:lnTo>
                  <a:lnTo>
                    <a:pt x="4909704" y="38804"/>
                  </a:lnTo>
                  <a:lnTo>
                    <a:pt x="4811995" y="53766"/>
                  </a:lnTo>
                  <a:lnTo>
                    <a:pt x="4711176" y="71377"/>
                  </a:lnTo>
                  <a:lnTo>
                    <a:pt x="4610736" y="91578"/>
                  </a:lnTo>
                  <a:lnTo>
                    <a:pt x="4513408" y="114338"/>
                  </a:lnTo>
                  <a:lnTo>
                    <a:pt x="4421081" y="139684"/>
                  </a:lnTo>
                  <a:lnTo>
                    <a:pt x="4334854" y="167725"/>
                  </a:lnTo>
                  <a:lnTo>
                    <a:pt x="4255178" y="198663"/>
                  </a:lnTo>
                  <a:lnTo>
                    <a:pt x="4182012" y="232793"/>
                  </a:lnTo>
                  <a:lnTo>
                    <a:pt x="4114977" y="270500"/>
                  </a:lnTo>
                  <a:lnTo>
                    <a:pt x="4053480" y="312244"/>
                  </a:lnTo>
                  <a:lnTo>
                    <a:pt x="3996810" y="358546"/>
                  </a:lnTo>
                  <a:lnTo>
                    <a:pt x="3944203" y="409943"/>
                  </a:lnTo>
                  <a:lnTo>
                    <a:pt x="3894898" y="466931"/>
                  </a:lnTo>
                  <a:lnTo>
                    <a:pt x="3848182" y="529861"/>
                  </a:lnTo>
                  <a:lnTo>
                    <a:pt x="3829811" y="557126"/>
                  </a:lnTo>
                  <a:lnTo>
                    <a:pt x="3794592" y="613441"/>
                  </a:lnTo>
                  <a:lnTo>
                    <a:pt x="3760219" y="673629"/>
                  </a:lnTo>
                  <a:lnTo>
                    <a:pt x="3726475" y="737768"/>
                  </a:lnTo>
                  <a:lnTo>
                    <a:pt x="3693185" y="805883"/>
                  </a:lnTo>
                  <a:lnTo>
                    <a:pt x="3660204" y="877938"/>
                  </a:lnTo>
                  <a:lnTo>
                    <a:pt x="3627419" y="953832"/>
                  </a:lnTo>
                  <a:lnTo>
                    <a:pt x="3594742" y="1033393"/>
                  </a:lnTo>
                  <a:lnTo>
                    <a:pt x="3562107" y="1116378"/>
                  </a:lnTo>
                  <a:lnTo>
                    <a:pt x="3529468" y="1202471"/>
                  </a:lnTo>
                  <a:lnTo>
                    <a:pt x="3496797" y="1291288"/>
                  </a:lnTo>
                  <a:lnTo>
                    <a:pt x="3464081" y="1382380"/>
                  </a:lnTo>
                  <a:lnTo>
                    <a:pt x="3431319" y="1475244"/>
                  </a:lnTo>
                  <a:lnTo>
                    <a:pt x="3398521" y="1569331"/>
                  </a:lnTo>
                  <a:lnTo>
                    <a:pt x="3365703" y="1664060"/>
                  </a:lnTo>
                  <a:lnTo>
                    <a:pt x="3332883" y="1758837"/>
                  </a:lnTo>
                  <a:lnTo>
                    <a:pt x="3300081" y="1853061"/>
                  </a:lnTo>
                  <a:lnTo>
                    <a:pt x="3267313" y="1946150"/>
                  </a:lnTo>
                  <a:lnTo>
                    <a:pt x="3234590" y="2037550"/>
                  </a:lnTo>
                  <a:lnTo>
                    <a:pt x="3201912" y="2126748"/>
                  </a:lnTo>
                  <a:lnTo>
                    <a:pt x="3169270" y="2213288"/>
                  </a:lnTo>
                  <a:lnTo>
                    <a:pt x="3136636" y="2296775"/>
                  </a:lnTo>
                  <a:lnTo>
                    <a:pt x="3103969" y="2376882"/>
                  </a:lnTo>
                  <a:lnTo>
                    <a:pt x="3071206" y="2453355"/>
                  </a:lnTo>
                  <a:lnTo>
                    <a:pt x="3038263" y="2526011"/>
                  </a:lnTo>
                  <a:lnTo>
                    <a:pt x="3005029" y="2594738"/>
                  </a:lnTo>
                  <a:lnTo>
                    <a:pt x="2971365" y="2659490"/>
                  </a:lnTo>
                  <a:lnTo>
                    <a:pt x="2937102" y="2720284"/>
                  </a:lnTo>
                  <a:lnTo>
                    <a:pt x="2902030" y="2777189"/>
                  </a:lnTo>
                  <a:lnTo>
                    <a:pt x="2896531" y="2785630"/>
                  </a:lnTo>
                  <a:lnTo>
                    <a:pt x="2850681" y="2851008"/>
                  </a:lnTo>
                  <a:lnTo>
                    <a:pt x="2802509" y="2910379"/>
                  </a:lnTo>
                  <a:lnTo>
                    <a:pt x="2751332" y="2963991"/>
                  </a:lnTo>
                  <a:lnTo>
                    <a:pt x="2696404" y="3012297"/>
                  </a:lnTo>
                  <a:lnTo>
                    <a:pt x="2636957" y="3055827"/>
                  </a:lnTo>
                  <a:lnTo>
                    <a:pt x="2572250" y="3095113"/>
                  </a:lnTo>
                  <a:lnTo>
                    <a:pt x="2501633" y="3130643"/>
                  </a:lnTo>
                  <a:lnTo>
                    <a:pt x="2424626" y="3162836"/>
                  </a:lnTo>
                  <a:lnTo>
                    <a:pt x="2341035" y="3192023"/>
                  </a:lnTo>
                  <a:lnTo>
                    <a:pt x="2251092" y="3218445"/>
                  </a:lnTo>
                  <a:lnTo>
                    <a:pt x="2155613" y="3242247"/>
                  </a:lnTo>
                  <a:lnTo>
                    <a:pt x="2056154" y="3263488"/>
                  </a:lnTo>
                  <a:lnTo>
                    <a:pt x="1955107" y="3282157"/>
                  </a:lnTo>
                  <a:lnTo>
                    <a:pt x="1855677" y="3298201"/>
                  </a:lnTo>
                  <a:lnTo>
                    <a:pt x="1761675" y="3311567"/>
                  </a:lnTo>
                  <a:lnTo>
                    <a:pt x="1677097" y="3322250"/>
                  </a:lnTo>
                  <a:lnTo>
                    <a:pt x="1605524" y="3330337"/>
                  </a:lnTo>
                  <a:lnTo>
                    <a:pt x="1549471" y="3336034"/>
                  </a:lnTo>
                  <a:lnTo>
                    <a:pt x="1509863" y="3339674"/>
                  </a:lnTo>
                  <a:lnTo>
                    <a:pt x="1485764" y="3341683"/>
                  </a:lnTo>
                  <a:lnTo>
                    <a:pt x="1474417" y="3342545"/>
                  </a:lnTo>
                  <a:lnTo>
                    <a:pt x="1471387" y="3342756"/>
                  </a:lnTo>
                  <a:lnTo>
                    <a:pt x="0" y="3342756"/>
                  </a:lnTo>
                  <a:close/>
                </a:path>
              </a:pathLst>
            </a:custGeom>
            <a:solidFill>
              <a:srgbClr val="9E9E9E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776" name="pl1776"/>
            <p:cNvSpPr/>
            <p:nvPr/>
          </p:nvSpPr>
          <p:spPr>
            <a:xfrm>
              <a:off x="4799595" y="6671580"/>
              <a:ext cx="11981298" cy="3342756"/>
            </a:xfrm>
            <a:custGeom>
              <a:avLst/>
              <a:pathLst>
                <a:path w="11981298" h="3342756">
                  <a:moveTo>
                    <a:pt x="0" y="3342756"/>
                  </a:moveTo>
                  <a:lnTo>
                    <a:pt x="1471387" y="3342756"/>
                  </a:lnTo>
                  <a:lnTo>
                    <a:pt x="1472502" y="3342680"/>
                  </a:lnTo>
                  <a:lnTo>
                    <a:pt x="1479834" y="3342144"/>
                  </a:lnTo>
                  <a:lnTo>
                    <a:pt x="1498327" y="3340659"/>
                  </a:lnTo>
                  <a:lnTo>
                    <a:pt x="1531421" y="3337737"/>
                  </a:lnTo>
                  <a:lnTo>
                    <a:pt x="1580808" y="3332921"/>
                  </a:lnTo>
                  <a:lnTo>
                    <a:pt x="1646304" y="3325837"/>
                  </a:lnTo>
                  <a:lnTo>
                    <a:pt x="1725989" y="3316225"/>
                  </a:lnTo>
                  <a:lnTo>
                    <a:pt x="1816638" y="3303951"/>
                  </a:lnTo>
                  <a:lnTo>
                    <a:pt x="1914347" y="3288989"/>
                  </a:lnTo>
                  <a:lnTo>
                    <a:pt x="2015166" y="3271378"/>
                  </a:lnTo>
                  <a:lnTo>
                    <a:pt x="2115606" y="3251177"/>
                  </a:lnTo>
                  <a:lnTo>
                    <a:pt x="2212934" y="3228417"/>
                  </a:lnTo>
                  <a:lnTo>
                    <a:pt x="2305261" y="3203071"/>
                  </a:lnTo>
                  <a:lnTo>
                    <a:pt x="2391488" y="3175030"/>
                  </a:lnTo>
                  <a:lnTo>
                    <a:pt x="2471164" y="3144092"/>
                  </a:lnTo>
                  <a:lnTo>
                    <a:pt x="2544331" y="3109962"/>
                  </a:lnTo>
                  <a:lnTo>
                    <a:pt x="2611366" y="3072256"/>
                  </a:lnTo>
                  <a:lnTo>
                    <a:pt x="2672862" y="3030511"/>
                  </a:lnTo>
                  <a:lnTo>
                    <a:pt x="2729532" y="2984209"/>
                  </a:lnTo>
                  <a:lnTo>
                    <a:pt x="2782139" y="2932812"/>
                  </a:lnTo>
                  <a:lnTo>
                    <a:pt x="2831444" y="2875824"/>
                  </a:lnTo>
                  <a:lnTo>
                    <a:pt x="2878161" y="2812894"/>
                  </a:lnTo>
                  <a:lnTo>
                    <a:pt x="2896531" y="2785630"/>
                  </a:lnTo>
                  <a:lnTo>
                    <a:pt x="2931750" y="2729314"/>
                  </a:lnTo>
                  <a:lnTo>
                    <a:pt x="2966123" y="2669127"/>
                  </a:lnTo>
                  <a:lnTo>
                    <a:pt x="2999867" y="2604988"/>
                  </a:lnTo>
                  <a:lnTo>
                    <a:pt x="3033157" y="2536872"/>
                  </a:lnTo>
                  <a:lnTo>
                    <a:pt x="3066138" y="2464817"/>
                  </a:lnTo>
                  <a:lnTo>
                    <a:pt x="3098923" y="2388923"/>
                  </a:lnTo>
                  <a:lnTo>
                    <a:pt x="3131600" y="2309362"/>
                  </a:lnTo>
                  <a:lnTo>
                    <a:pt x="3164235" y="2226377"/>
                  </a:lnTo>
                  <a:lnTo>
                    <a:pt x="3196874" y="2140284"/>
                  </a:lnTo>
                  <a:lnTo>
                    <a:pt x="3229545" y="2051467"/>
                  </a:lnTo>
                  <a:lnTo>
                    <a:pt x="3262262" y="1960375"/>
                  </a:lnTo>
                  <a:lnTo>
                    <a:pt x="3295023" y="1867511"/>
                  </a:lnTo>
                  <a:lnTo>
                    <a:pt x="3327821" y="1773425"/>
                  </a:lnTo>
                  <a:lnTo>
                    <a:pt x="3360639" y="1678695"/>
                  </a:lnTo>
                  <a:lnTo>
                    <a:pt x="3393459" y="1583919"/>
                  </a:lnTo>
                  <a:lnTo>
                    <a:pt x="3426261" y="1489694"/>
                  </a:lnTo>
                  <a:lnTo>
                    <a:pt x="3459029" y="1396605"/>
                  </a:lnTo>
                  <a:lnTo>
                    <a:pt x="3491752" y="1305205"/>
                  </a:lnTo>
                  <a:lnTo>
                    <a:pt x="3524430" y="1216007"/>
                  </a:lnTo>
                  <a:lnTo>
                    <a:pt x="3557072" y="1129467"/>
                  </a:lnTo>
                  <a:lnTo>
                    <a:pt x="3589706" y="1045980"/>
                  </a:lnTo>
                  <a:lnTo>
                    <a:pt x="3622373" y="965873"/>
                  </a:lnTo>
                  <a:lnTo>
                    <a:pt x="3655136" y="889400"/>
                  </a:lnTo>
                  <a:lnTo>
                    <a:pt x="3688079" y="816744"/>
                  </a:lnTo>
                  <a:lnTo>
                    <a:pt x="3721314" y="748017"/>
                  </a:lnTo>
                  <a:lnTo>
                    <a:pt x="3754977" y="683265"/>
                  </a:lnTo>
                  <a:lnTo>
                    <a:pt x="3789240" y="622472"/>
                  </a:lnTo>
                  <a:lnTo>
                    <a:pt x="3824312" y="565566"/>
                  </a:lnTo>
                  <a:lnTo>
                    <a:pt x="3829811" y="557126"/>
                  </a:lnTo>
                  <a:lnTo>
                    <a:pt x="3875661" y="491747"/>
                  </a:lnTo>
                  <a:lnTo>
                    <a:pt x="3923833" y="432377"/>
                  </a:lnTo>
                  <a:lnTo>
                    <a:pt x="3975010" y="378764"/>
                  </a:lnTo>
                  <a:lnTo>
                    <a:pt x="4029938" y="330459"/>
                  </a:lnTo>
                  <a:lnTo>
                    <a:pt x="4089385" y="286929"/>
                  </a:lnTo>
                  <a:lnTo>
                    <a:pt x="4154092" y="247643"/>
                  </a:lnTo>
                  <a:lnTo>
                    <a:pt x="4224709" y="212112"/>
                  </a:lnTo>
                  <a:lnTo>
                    <a:pt x="4301716" y="179919"/>
                  </a:lnTo>
                  <a:lnTo>
                    <a:pt x="4385307" y="150732"/>
                  </a:lnTo>
                  <a:lnTo>
                    <a:pt x="4475250" y="124310"/>
                  </a:lnTo>
                  <a:lnTo>
                    <a:pt x="4570729" y="100508"/>
                  </a:lnTo>
                  <a:lnTo>
                    <a:pt x="4670188" y="79267"/>
                  </a:lnTo>
                  <a:lnTo>
                    <a:pt x="4771235" y="60599"/>
                  </a:lnTo>
                  <a:lnTo>
                    <a:pt x="4870665" y="44554"/>
                  </a:lnTo>
                  <a:lnTo>
                    <a:pt x="4964667" y="31188"/>
                  </a:lnTo>
                  <a:lnTo>
                    <a:pt x="5049245" y="20505"/>
                  </a:lnTo>
                  <a:lnTo>
                    <a:pt x="5120818" y="12419"/>
                  </a:lnTo>
                  <a:lnTo>
                    <a:pt x="5176871" y="6721"/>
                  </a:lnTo>
                  <a:lnTo>
                    <a:pt x="5216480" y="3082"/>
                  </a:lnTo>
                  <a:lnTo>
                    <a:pt x="5240578" y="1072"/>
                  </a:lnTo>
                  <a:lnTo>
                    <a:pt x="5251925" y="210"/>
                  </a:lnTo>
                  <a:lnTo>
                    <a:pt x="5254878" y="4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541" y="44"/>
                  </a:lnTo>
                  <a:lnTo>
                    <a:pt x="6735407" y="359"/>
                  </a:lnTo>
                  <a:lnTo>
                    <a:pt x="6755206" y="1231"/>
                  </a:lnTo>
                  <a:lnTo>
                    <a:pt x="6790527" y="2946"/>
                  </a:lnTo>
                  <a:lnTo>
                    <a:pt x="6843018" y="5769"/>
                  </a:lnTo>
                  <a:lnTo>
                    <a:pt x="6912261" y="9913"/>
                  </a:lnTo>
                  <a:lnTo>
                    <a:pt x="6995967" y="15519"/>
                  </a:lnTo>
                  <a:lnTo>
                    <a:pt x="7090506" y="22656"/>
                  </a:lnTo>
                  <a:lnTo>
                    <a:pt x="7191622" y="31330"/>
                  </a:lnTo>
                  <a:lnTo>
                    <a:pt x="7295133" y="41512"/>
                  </a:lnTo>
                  <a:lnTo>
                    <a:pt x="7397459" y="53171"/>
                  </a:lnTo>
                  <a:lnTo>
                    <a:pt x="7495894" y="66296"/>
                  </a:lnTo>
                  <a:lnTo>
                    <a:pt x="7588656" y="80914"/>
                  </a:lnTo>
                  <a:lnTo>
                    <a:pt x="7674796" y="97107"/>
                  </a:lnTo>
                  <a:lnTo>
                    <a:pt x="7754025" y="115012"/>
                  </a:lnTo>
                  <a:lnTo>
                    <a:pt x="7826533" y="134820"/>
                  </a:lnTo>
                  <a:lnTo>
                    <a:pt x="7892829" y="156776"/>
                  </a:lnTo>
                  <a:lnTo>
                    <a:pt x="7953613" y="181167"/>
                  </a:lnTo>
                  <a:lnTo>
                    <a:pt x="8009683" y="208304"/>
                  </a:lnTo>
                  <a:lnTo>
                    <a:pt x="8061865" y="238497"/>
                  </a:lnTo>
                  <a:lnTo>
                    <a:pt x="8110959" y="272006"/>
                  </a:lnTo>
                  <a:lnTo>
                    <a:pt x="8151487" y="303763"/>
                  </a:lnTo>
                  <a:lnTo>
                    <a:pt x="8195568" y="342657"/>
                  </a:lnTo>
                  <a:lnTo>
                    <a:pt x="8238406" y="384901"/>
                  </a:lnTo>
                  <a:lnTo>
                    <a:pt x="8280398" y="430557"/>
                  </a:lnTo>
                  <a:lnTo>
                    <a:pt x="8321851" y="479610"/>
                  </a:lnTo>
                  <a:lnTo>
                    <a:pt x="8362996" y="531958"/>
                  </a:lnTo>
                  <a:lnTo>
                    <a:pt x="8404003" y="587404"/>
                  </a:lnTo>
                  <a:lnTo>
                    <a:pt x="8444984" y="645653"/>
                  </a:lnTo>
                  <a:lnTo>
                    <a:pt x="8486008" y="706315"/>
                  </a:lnTo>
                  <a:lnTo>
                    <a:pt x="8527101" y="768913"/>
                  </a:lnTo>
                  <a:lnTo>
                    <a:pt x="8568263" y="832893"/>
                  </a:lnTo>
                  <a:lnTo>
                    <a:pt x="8609469" y="897648"/>
                  </a:lnTo>
                  <a:lnTo>
                    <a:pt x="8650683" y="962539"/>
                  </a:lnTo>
                  <a:lnTo>
                    <a:pt x="8691867" y="1026921"/>
                  </a:lnTo>
                  <a:lnTo>
                    <a:pt x="8732991" y="1090170"/>
                  </a:lnTo>
                  <a:lnTo>
                    <a:pt x="8774042" y="1151708"/>
                  </a:lnTo>
                  <a:lnTo>
                    <a:pt x="8815036" y="1211024"/>
                  </a:lnTo>
                  <a:lnTo>
                    <a:pt x="8856021" y="1267689"/>
                  </a:lnTo>
                  <a:lnTo>
                    <a:pt x="8897091" y="1321368"/>
                  </a:lnTo>
                  <a:lnTo>
                    <a:pt x="8938390" y="1371823"/>
                  </a:lnTo>
                  <a:lnTo>
                    <a:pt x="8980123" y="1418913"/>
                  </a:lnTo>
                  <a:lnTo>
                    <a:pt x="9022563" y="1462587"/>
                  </a:lnTo>
                  <a:lnTo>
                    <a:pt x="9066067" y="1502876"/>
                  </a:lnTo>
                  <a:lnTo>
                    <a:pt x="9084767" y="1518815"/>
                  </a:lnTo>
                  <a:lnTo>
                    <a:pt x="9131778" y="1555302"/>
                  </a:lnTo>
                  <a:lnTo>
                    <a:pt x="9181245" y="1588351"/>
                  </a:lnTo>
                  <a:lnTo>
                    <a:pt x="9233905" y="1618115"/>
                  </a:lnTo>
                  <a:lnTo>
                    <a:pt x="9290564" y="1644862"/>
                  </a:lnTo>
                  <a:lnTo>
                    <a:pt x="9352048" y="1668905"/>
                  </a:lnTo>
                  <a:lnTo>
                    <a:pt x="9419145" y="1690555"/>
                  </a:lnTo>
                  <a:lnTo>
                    <a:pt x="9492538" y="1710093"/>
                  </a:lnTo>
                  <a:lnTo>
                    <a:pt x="9572699" y="1727756"/>
                  </a:lnTo>
                  <a:lnTo>
                    <a:pt x="9659764" y="1743730"/>
                  </a:lnTo>
                  <a:lnTo>
                    <a:pt x="9753366" y="1758143"/>
                  </a:lnTo>
                  <a:lnTo>
                    <a:pt x="9852450" y="1771068"/>
                  </a:lnTo>
                  <a:lnTo>
                    <a:pt x="9955115" y="1782529"/>
                  </a:lnTo>
                  <a:lnTo>
                    <a:pt x="10058529" y="1792510"/>
                  </a:lnTo>
                  <a:lnTo>
                    <a:pt x="10159008" y="1800977"/>
                  </a:lnTo>
                  <a:lnTo>
                    <a:pt x="10252326" y="1807905"/>
                  </a:lnTo>
                  <a:lnTo>
                    <a:pt x="10334266" y="1813308"/>
                  </a:lnTo>
                  <a:lnTo>
                    <a:pt x="10401341" y="1817263"/>
                  </a:lnTo>
                  <a:lnTo>
                    <a:pt x="10451489" y="1819923"/>
                  </a:lnTo>
                  <a:lnTo>
                    <a:pt x="10484571" y="1821508"/>
                  </a:lnTo>
                  <a:lnTo>
                    <a:pt x="10502507" y="1822287"/>
                  </a:lnTo>
                  <a:lnTo>
                    <a:pt x="10509130" y="1822550"/>
                  </a:lnTo>
                  <a:lnTo>
                    <a:pt x="10509911" y="1822578"/>
                  </a:lnTo>
                  <a:lnTo>
                    <a:pt x="11981298" y="182257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77" name="pl1777"/>
            <p:cNvSpPr/>
            <p:nvPr/>
          </p:nvSpPr>
          <p:spPr>
            <a:xfrm>
              <a:off x="4799595" y="6663407"/>
              <a:ext cx="11981298" cy="3342756"/>
            </a:xfrm>
            <a:custGeom>
              <a:avLst/>
              <a:pathLst>
                <a:path w="11981298" h="3342756">
                  <a:moveTo>
                    <a:pt x="11981298" y="1822578"/>
                  </a:moveTo>
                  <a:lnTo>
                    <a:pt x="10509911" y="1822578"/>
                  </a:lnTo>
                  <a:lnTo>
                    <a:pt x="10508713" y="1822534"/>
                  </a:lnTo>
                  <a:lnTo>
                    <a:pt x="10500846" y="1822219"/>
                  </a:lnTo>
                  <a:lnTo>
                    <a:pt x="10481047" y="1821347"/>
                  </a:lnTo>
                  <a:lnTo>
                    <a:pt x="10445726" y="1819632"/>
                  </a:lnTo>
                  <a:lnTo>
                    <a:pt x="10393235" y="1816809"/>
                  </a:lnTo>
                  <a:lnTo>
                    <a:pt x="10323993" y="1812665"/>
                  </a:lnTo>
                  <a:lnTo>
                    <a:pt x="10240286" y="1807058"/>
                  </a:lnTo>
                  <a:lnTo>
                    <a:pt x="10145747" y="1799922"/>
                  </a:lnTo>
                  <a:lnTo>
                    <a:pt x="10044632" y="1791248"/>
                  </a:lnTo>
                  <a:lnTo>
                    <a:pt x="9941120" y="1781065"/>
                  </a:lnTo>
                  <a:lnTo>
                    <a:pt x="9838794" y="1769406"/>
                  </a:lnTo>
                  <a:lnTo>
                    <a:pt x="9740360" y="1756282"/>
                  </a:lnTo>
                  <a:lnTo>
                    <a:pt x="9647597" y="1741664"/>
                  </a:lnTo>
                  <a:lnTo>
                    <a:pt x="9561457" y="1725470"/>
                  </a:lnTo>
                  <a:lnTo>
                    <a:pt x="9482228" y="1707566"/>
                  </a:lnTo>
                  <a:lnTo>
                    <a:pt x="9409720" y="1687757"/>
                  </a:lnTo>
                  <a:lnTo>
                    <a:pt x="9343425" y="1665801"/>
                  </a:lnTo>
                  <a:lnTo>
                    <a:pt x="9282641" y="1641411"/>
                  </a:lnTo>
                  <a:lnTo>
                    <a:pt x="9226571" y="1614274"/>
                  </a:lnTo>
                  <a:lnTo>
                    <a:pt x="9174388" y="1584080"/>
                  </a:lnTo>
                  <a:lnTo>
                    <a:pt x="9125294" y="1550571"/>
                  </a:lnTo>
                  <a:lnTo>
                    <a:pt x="9084767" y="1518815"/>
                  </a:lnTo>
                  <a:lnTo>
                    <a:pt x="9040685" y="1479920"/>
                  </a:lnTo>
                  <a:lnTo>
                    <a:pt x="8997847" y="1437676"/>
                  </a:lnTo>
                  <a:lnTo>
                    <a:pt x="8955855" y="1392020"/>
                  </a:lnTo>
                  <a:lnTo>
                    <a:pt x="8914402" y="1342967"/>
                  </a:lnTo>
                  <a:lnTo>
                    <a:pt x="8873257" y="1290619"/>
                  </a:lnTo>
                  <a:lnTo>
                    <a:pt x="8832250" y="1235174"/>
                  </a:lnTo>
                  <a:lnTo>
                    <a:pt x="8791269" y="1176925"/>
                  </a:lnTo>
                  <a:lnTo>
                    <a:pt x="8750246" y="1116262"/>
                  </a:lnTo>
                  <a:lnTo>
                    <a:pt x="8709152" y="1053665"/>
                  </a:lnTo>
                  <a:lnTo>
                    <a:pt x="8667990" y="989685"/>
                  </a:lnTo>
                  <a:lnTo>
                    <a:pt x="8626784" y="924930"/>
                  </a:lnTo>
                  <a:lnTo>
                    <a:pt x="8585570" y="860039"/>
                  </a:lnTo>
                  <a:lnTo>
                    <a:pt x="8544386" y="795657"/>
                  </a:lnTo>
                  <a:lnTo>
                    <a:pt x="8503262" y="732407"/>
                  </a:lnTo>
                  <a:lnTo>
                    <a:pt x="8462211" y="670869"/>
                  </a:lnTo>
                  <a:lnTo>
                    <a:pt x="8421218" y="611553"/>
                  </a:lnTo>
                  <a:lnTo>
                    <a:pt x="8380233" y="554889"/>
                  </a:lnTo>
                  <a:lnTo>
                    <a:pt x="8339163" y="501210"/>
                  </a:lnTo>
                  <a:lnTo>
                    <a:pt x="8297863" y="450755"/>
                  </a:lnTo>
                  <a:lnTo>
                    <a:pt x="8256131" y="403665"/>
                  </a:lnTo>
                  <a:lnTo>
                    <a:pt x="8213691" y="359991"/>
                  </a:lnTo>
                  <a:lnTo>
                    <a:pt x="8170186" y="319702"/>
                  </a:lnTo>
                  <a:lnTo>
                    <a:pt x="8151487" y="303763"/>
                  </a:lnTo>
                  <a:lnTo>
                    <a:pt x="8104475" y="267276"/>
                  </a:lnTo>
                  <a:lnTo>
                    <a:pt x="8055008" y="234227"/>
                  </a:lnTo>
                  <a:lnTo>
                    <a:pt x="8002348" y="204463"/>
                  </a:lnTo>
                  <a:lnTo>
                    <a:pt x="7945689" y="177716"/>
                  </a:lnTo>
                  <a:lnTo>
                    <a:pt x="7884205" y="153672"/>
                  </a:lnTo>
                  <a:lnTo>
                    <a:pt x="7817108" y="132023"/>
                  </a:lnTo>
                  <a:lnTo>
                    <a:pt x="7743716" y="112485"/>
                  </a:lnTo>
                  <a:lnTo>
                    <a:pt x="7663555" y="94822"/>
                  </a:lnTo>
                  <a:lnTo>
                    <a:pt x="7576489" y="78848"/>
                  </a:lnTo>
                  <a:lnTo>
                    <a:pt x="7482888" y="64435"/>
                  </a:lnTo>
                  <a:lnTo>
                    <a:pt x="7383803" y="51510"/>
                  </a:lnTo>
                  <a:lnTo>
                    <a:pt x="7281138" y="40049"/>
                  </a:lnTo>
                  <a:lnTo>
                    <a:pt x="7177724" y="30068"/>
                  </a:lnTo>
                  <a:lnTo>
                    <a:pt x="7077245" y="21601"/>
                  </a:lnTo>
                  <a:lnTo>
                    <a:pt x="6983927" y="14673"/>
                  </a:lnTo>
                  <a:lnTo>
                    <a:pt x="6901987" y="9270"/>
                  </a:lnTo>
                  <a:lnTo>
                    <a:pt x="6834913" y="5314"/>
                  </a:lnTo>
                  <a:lnTo>
                    <a:pt x="6784764" y="2655"/>
                  </a:lnTo>
                  <a:lnTo>
                    <a:pt x="6751683" y="1070"/>
                  </a:lnTo>
                  <a:lnTo>
                    <a:pt x="6733746" y="290"/>
                  </a:lnTo>
                  <a:lnTo>
                    <a:pt x="6727123" y="28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840" y="75"/>
                  </a:lnTo>
                  <a:lnTo>
                    <a:pt x="5246509" y="612"/>
                  </a:lnTo>
                  <a:lnTo>
                    <a:pt x="5228015" y="2096"/>
                  </a:lnTo>
                  <a:lnTo>
                    <a:pt x="5194921" y="5018"/>
                  </a:lnTo>
                  <a:lnTo>
                    <a:pt x="5145534" y="9834"/>
                  </a:lnTo>
                  <a:lnTo>
                    <a:pt x="5080038" y="16919"/>
                  </a:lnTo>
                  <a:lnTo>
                    <a:pt x="5000353" y="26531"/>
                  </a:lnTo>
                  <a:lnTo>
                    <a:pt x="4909704" y="38804"/>
                  </a:lnTo>
                  <a:lnTo>
                    <a:pt x="4811995" y="53766"/>
                  </a:lnTo>
                  <a:lnTo>
                    <a:pt x="4711176" y="71377"/>
                  </a:lnTo>
                  <a:lnTo>
                    <a:pt x="4610736" y="91578"/>
                  </a:lnTo>
                  <a:lnTo>
                    <a:pt x="4513408" y="114338"/>
                  </a:lnTo>
                  <a:lnTo>
                    <a:pt x="4421081" y="139684"/>
                  </a:lnTo>
                  <a:lnTo>
                    <a:pt x="4334854" y="167725"/>
                  </a:lnTo>
                  <a:lnTo>
                    <a:pt x="4255178" y="198663"/>
                  </a:lnTo>
                  <a:lnTo>
                    <a:pt x="4182012" y="232793"/>
                  </a:lnTo>
                  <a:lnTo>
                    <a:pt x="4114977" y="270500"/>
                  </a:lnTo>
                  <a:lnTo>
                    <a:pt x="4053480" y="312244"/>
                  </a:lnTo>
                  <a:lnTo>
                    <a:pt x="3996810" y="358546"/>
                  </a:lnTo>
                  <a:lnTo>
                    <a:pt x="3944203" y="409943"/>
                  </a:lnTo>
                  <a:lnTo>
                    <a:pt x="3894898" y="466931"/>
                  </a:lnTo>
                  <a:lnTo>
                    <a:pt x="3848182" y="529861"/>
                  </a:lnTo>
                  <a:lnTo>
                    <a:pt x="3829811" y="557126"/>
                  </a:lnTo>
                  <a:lnTo>
                    <a:pt x="3794592" y="613441"/>
                  </a:lnTo>
                  <a:lnTo>
                    <a:pt x="3760219" y="673629"/>
                  </a:lnTo>
                  <a:lnTo>
                    <a:pt x="3726475" y="737768"/>
                  </a:lnTo>
                  <a:lnTo>
                    <a:pt x="3693185" y="805883"/>
                  </a:lnTo>
                  <a:lnTo>
                    <a:pt x="3660204" y="877938"/>
                  </a:lnTo>
                  <a:lnTo>
                    <a:pt x="3627419" y="953832"/>
                  </a:lnTo>
                  <a:lnTo>
                    <a:pt x="3594742" y="1033393"/>
                  </a:lnTo>
                  <a:lnTo>
                    <a:pt x="3562107" y="1116378"/>
                  </a:lnTo>
                  <a:lnTo>
                    <a:pt x="3529468" y="1202471"/>
                  </a:lnTo>
                  <a:lnTo>
                    <a:pt x="3496797" y="1291288"/>
                  </a:lnTo>
                  <a:lnTo>
                    <a:pt x="3464081" y="1382380"/>
                  </a:lnTo>
                  <a:lnTo>
                    <a:pt x="3431319" y="1475244"/>
                  </a:lnTo>
                  <a:lnTo>
                    <a:pt x="3398521" y="1569331"/>
                  </a:lnTo>
                  <a:lnTo>
                    <a:pt x="3365703" y="1664060"/>
                  </a:lnTo>
                  <a:lnTo>
                    <a:pt x="3332883" y="1758837"/>
                  </a:lnTo>
                  <a:lnTo>
                    <a:pt x="3300081" y="1853061"/>
                  </a:lnTo>
                  <a:lnTo>
                    <a:pt x="3267313" y="1946150"/>
                  </a:lnTo>
                  <a:lnTo>
                    <a:pt x="3234590" y="2037550"/>
                  </a:lnTo>
                  <a:lnTo>
                    <a:pt x="3201912" y="2126748"/>
                  </a:lnTo>
                  <a:lnTo>
                    <a:pt x="3169270" y="2213288"/>
                  </a:lnTo>
                  <a:lnTo>
                    <a:pt x="3136636" y="2296775"/>
                  </a:lnTo>
                  <a:lnTo>
                    <a:pt x="3103969" y="2376882"/>
                  </a:lnTo>
                  <a:lnTo>
                    <a:pt x="3071206" y="2453355"/>
                  </a:lnTo>
                  <a:lnTo>
                    <a:pt x="3038263" y="2526011"/>
                  </a:lnTo>
                  <a:lnTo>
                    <a:pt x="3005029" y="2594738"/>
                  </a:lnTo>
                  <a:lnTo>
                    <a:pt x="2971365" y="2659490"/>
                  </a:lnTo>
                  <a:lnTo>
                    <a:pt x="2937102" y="2720284"/>
                  </a:lnTo>
                  <a:lnTo>
                    <a:pt x="2902030" y="2777189"/>
                  </a:lnTo>
                  <a:lnTo>
                    <a:pt x="2896531" y="2785630"/>
                  </a:lnTo>
                  <a:lnTo>
                    <a:pt x="2850681" y="2851008"/>
                  </a:lnTo>
                  <a:lnTo>
                    <a:pt x="2802509" y="2910379"/>
                  </a:lnTo>
                  <a:lnTo>
                    <a:pt x="2751332" y="2963991"/>
                  </a:lnTo>
                  <a:lnTo>
                    <a:pt x="2696404" y="3012297"/>
                  </a:lnTo>
                  <a:lnTo>
                    <a:pt x="2636957" y="3055827"/>
                  </a:lnTo>
                  <a:lnTo>
                    <a:pt x="2572250" y="3095113"/>
                  </a:lnTo>
                  <a:lnTo>
                    <a:pt x="2501633" y="3130643"/>
                  </a:lnTo>
                  <a:lnTo>
                    <a:pt x="2424626" y="3162836"/>
                  </a:lnTo>
                  <a:lnTo>
                    <a:pt x="2341035" y="3192023"/>
                  </a:lnTo>
                  <a:lnTo>
                    <a:pt x="2251092" y="3218445"/>
                  </a:lnTo>
                  <a:lnTo>
                    <a:pt x="2155613" y="3242247"/>
                  </a:lnTo>
                  <a:lnTo>
                    <a:pt x="2056154" y="3263488"/>
                  </a:lnTo>
                  <a:lnTo>
                    <a:pt x="1955107" y="3282157"/>
                  </a:lnTo>
                  <a:lnTo>
                    <a:pt x="1855677" y="3298201"/>
                  </a:lnTo>
                  <a:lnTo>
                    <a:pt x="1761675" y="3311567"/>
                  </a:lnTo>
                  <a:lnTo>
                    <a:pt x="1677097" y="3322250"/>
                  </a:lnTo>
                  <a:lnTo>
                    <a:pt x="1605524" y="3330337"/>
                  </a:lnTo>
                  <a:lnTo>
                    <a:pt x="1549471" y="3336034"/>
                  </a:lnTo>
                  <a:lnTo>
                    <a:pt x="1509863" y="3339674"/>
                  </a:lnTo>
                  <a:lnTo>
                    <a:pt x="1485764" y="3341683"/>
                  </a:lnTo>
                  <a:lnTo>
                    <a:pt x="1474417" y="3342545"/>
                  </a:lnTo>
                  <a:lnTo>
                    <a:pt x="1471464" y="3342751"/>
                  </a:lnTo>
                  <a:lnTo>
                    <a:pt x="1471387" y="3342756"/>
                  </a:lnTo>
                  <a:lnTo>
                    <a:pt x="0" y="334275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78" name="pg1778"/>
            <p:cNvSpPr/>
            <p:nvPr/>
          </p:nvSpPr>
          <p:spPr>
            <a:xfrm>
              <a:off x="4799595" y="5780724"/>
              <a:ext cx="11981298" cy="4339862"/>
            </a:xfrm>
            <a:custGeom>
              <a:avLst/>
              <a:pathLst>
                <a:path w="11981298" h="4339862">
                  <a:moveTo>
                    <a:pt x="0" y="4339862"/>
                  </a:moveTo>
                  <a:lnTo>
                    <a:pt x="1471387" y="4339862"/>
                  </a:lnTo>
                  <a:lnTo>
                    <a:pt x="1472309" y="4339781"/>
                  </a:lnTo>
                  <a:lnTo>
                    <a:pt x="1478399" y="4339209"/>
                  </a:lnTo>
                  <a:lnTo>
                    <a:pt x="1493843" y="4337627"/>
                  </a:lnTo>
                  <a:lnTo>
                    <a:pt x="1521687" y="4334510"/>
                  </a:lnTo>
                  <a:lnTo>
                    <a:pt x="1563656" y="4329356"/>
                  </a:lnTo>
                  <a:lnTo>
                    <a:pt x="1620031" y="4321737"/>
                  </a:lnTo>
                  <a:lnTo>
                    <a:pt x="1689687" y="4311329"/>
                  </a:lnTo>
                  <a:lnTo>
                    <a:pt x="1770338" y="4297937"/>
                  </a:lnTo>
                  <a:lnTo>
                    <a:pt x="1858948" y="4281484"/>
                  </a:lnTo>
                  <a:lnTo>
                    <a:pt x="1952211" y="4261980"/>
                  </a:lnTo>
                  <a:lnTo>
                    <a:pt x="2046981" y="4239483"/>
                  </a:lnTo>
                  <a:lnTo>
                    <a:pt x="2140576" y="4214052"/>
                  </a:lnTo>
                  <a:lnTo>
                    <a:pt x="2230936" y="4185706"/>
                  </a:lnTo>
                  <a:lnTo>
                    <a:pt x="2316659" y="4154399"/>
                  </a:lnTo>
                  <a:lnTo>
                    <a:pt x="2396931" y="4119997"/>
                  </a:lnTo>
                  <a:lnTo>
                    <a:pt x="2471431" y="4082278"/>
                  </a:lnTo>
                  <a:lnTo>
                    <a:pt x="2540204" y="4040920"/>
                  </a:lnTo>
                  <a:lnTo>
                    <a:pt x="2603557" y="3995517"/>
                  </a:lnTo>
                  <a:lnTo>
                    <a:pt x="2661970" y="3945581"/>
                  </a:lnTo>
                  <a:lnTo>
                    <a:pt x="2716018" y="3890565"/>
                  </a:lnTo>
                  <a:lnTo>
                    <a:pt x="2766327" y="3829891"/>
                  </a:lnTo>
                  <a:lnTo>
                    <a:pt x="2813530" y="3763009"/>
                  </a:lnTo>
                  <a:lnTo>
                    <a:pt x="2858232" y="3689472"/>
                  </a:lnTo>
                  <a:lnTo>
                    <a:pt x="2896531" y="3617913"/>
                  </a:lnTo>
                  <a:lnTo>
                    <a:pt x="2928000" y="3553040"/>
                  </a:lnTo>
                  <a:lnTo>
                    <a:pt x="2958775" y="3484183"/>
                  </a:lnTo>
                  <a:lnTo>
                    <a:pt x="2989016" y="3411262"/>
                  </a:lnTo>
                  <a:lnTo>
                    <a:pt x="3018854" y="3334239"/>
                  </a:lnTo>
                  <a:lnTo>
                    <a:pt x="3048399" y="3253127"/>
                  </a:lnTo>
                  <a:lnTo>
                    <a:pt x="3077743" y="3167988"/>
                  </a:lnTo>
                  <a:lnTo>
                    <a:pt x="3106958" y="3078942"/>
                  </a:lnTo>
                  <a:lnTo>
                    <a:pt x="3136103" y="2986167"/>
                  </a:lnTo>
                  <a:lnTo>
                    <a:pt x="3165220" y="2889899"/>
                  </a:lnTo>
                  <a:lnTo>
                    <a:pt x="3194341" y="2790434"/>
                  </a:lnTo>
                  <a:lnTo>
                    <a:pt x="3223487" y="2688125"/>
                  </a:lnTo>
                  <a:lnTo>
                    <a:pt x="3252668" y="2583378"/>
                  </a:lnTo>
                  <a:lnTo>
                    <a:pt x="3281885" y="2476644"/>
                  </a:lnTo>
                  <a:lnTo>
                    <a:pt x="3311136" y="2368417"/>
                  </a:lnTo>
                  <a:lnTo>
                    <a:pt x="3340410" y="2259218"/>
                  </a:lnTo>
                  <a:lnTo>
                    <a:pt x="3369694" y="2149590"/>
                  </a:lnTo>
                  <a:lnTo>
                    <a:pt x="3398975" y="2040086"/>
                  </a:lnTo>
                  <a:lnTo>
                    <a:pt x="3428240" y="1931253"/>
                  </a:lnTo>
                  <a:lnTo>
                    <a:pt x="3457477" y="1823628"/>
                  </a:lnTo>
                  <a:lnTo>
                    <a:pt x="3486678" y="1717721"/>
                  </a:lnTo>
                  <a:lnTo>
                    <a:pt x="3515843" y="1614006"/>
                  </a:lnTo>
                  <a:lnTo>
                    <a:pt x="3544976" y="1512917"/>
                  </a:lnTo>
                  <a:lnTo>
                    <a:pt x="3574092" y="1414836"/>
                  </a:lnTo>
                  <a:lnTo>
                    <a:pt x="3603217" y="1320091"/>
                  </a:lnTo>
                  <a:lnTo>
                    <a:pt x="3632386" y="1228952"/>
                  </a:lnTo>
                  <a:lnTo>
                    <a:pt x="3661651" y="1141628"/>
                  </a:lnTo>
                  <a:lnTo>
                    <a:pt x="3691075" y="1058271"/>
                  </a:lnTo>
                  <a:lnTo>
                    <a:pt x="3720738" y="978976"/>
                  </a:lnTo>
                  <a:lnTo>
                    <a:pt x="3750741" y="903782"/>
                  </a:lnTo>
                  <a:lnTo>
                    <a:pt x="3781202" y="832679"/>
                  </a:lnTo>
                  <a:lnTo>
                    <a:pt x="3812265" y="765609"/>
                  </a:lnTo>
                  <a:lnTo>
                    <a:pt x="3829811" y="730121"/>
                  </a:lnTo>
                  <a:lnTo>
                    <a:pt x="3872744" y="650449"/>
                  </a:lnTo>
                  <a:lnTo>
                    <a:pt x="3917684" y="577632"/>
                  </a:lnTo>
                  <a:lnTo>
                    <a:pt x="3965186" y="511431"/>
                  </a:lnTo>
                  <a:lnTo>
                    <a:pt x="4015861" y="451384"/>
                  </a:lnTo>
                  <a:lnTo>
                    <a:pt x="4070343" y="396933"/>
                  </a:lnTo>
                  <a:lnTo>
                    <a:pt x="4129252" y="347502"/>
                  </a:lnTo>
                  <a:lnTo>
                    <a:pt x="4193160" y="302549"/>
                  </a:lnTo>
                  <a:lnTo>
                    <a:pt x="4262528" y="261595"/>
                  </a:lnTo>
                  <a:lnTo>
                    <a:pt x="4337643" y="224240"/>
                  </a:lnTo>
                  <a:lnTo>
                    <a:pt x="4418515" y="190176"/>
                  </a:lnTo>
                  <a:lnTo>
                    <a:pt x="4504777" y="159187"/>
                  </a:lnTo>
                  <a:lnTo>
                    <a:pt x="4595558" y="131150"/>
                  </a:lnTo>
                  <a:lnTo>
                    <a:pt x="4689386" y="106028"/>
                  </a:lnTo>
                  <a:lnTo>
                    <a:pt x="4784133" y="83845"/>
                  </a:lnTo>
                  <a:lnTo>
                    <a:pt x="4877059" y="64662"/>
                  </a:lnTo>
                  <a:lnTo>
                    <a:pt x="4964981" y="48534"/>
                  </a:lnTo>
                  <a:lnTo>
                    <a:pt x="5044601" y="35464"/>
                  </a:lnTo>
                  <a:lnTo>
                    <a:pt x="5112942" y="25363"/>
                  </a:lnTo>
                  <a:lnTo>
                    <a:pt x="5167821" y="18022"/>
                  </a:lnTo>
                  <a:lnTo>
                    <a:pt x="5208255" y="13106"/>
                  </a:lnTo>
                  <a:lnTo>
                    <a:pt x="5234679" y="10176"/>
                  </a:lnTo>
                  <a:lnTo>
                    <a:pt x="5248967" y="8726"/>
                  </a:lnTo>
                  <a:lnTo>
                    <a:pt x="5254292" y="8230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438" y="8253"/>
                  </a:lnTo>
                  <a:lnTo>
                    <a:pt x="6734648" y="8825"/>
                  </a:lnTo>
                  <a:lnTo>
                    <a:pt x="6752842" y="10408"/>
                  </a:lnTo>
                  <a:lnTo>
                    <a:pt x="6785423" y="13525"/>
                  </a:lnTo>
                  <a:lnTo>
                    <a:pt x="6834091" y="18663"/>
                  </a:lnTo>
                  <a:lnTo>
                    <a:pt x="6898714" y="26225"/>
                  </a:lnTo>
                  <a:lnTo>
                    <a:pt x="6977453" y="36492"/>
                  </a:lnTo>
                  <a:lnTo>
                    <a:pt x="7067179" y="49612"/>
                  </a:lnTo>
                  <a:lnTo>
                    <a:pt x="7164067" y="65616"/>
                  </a:lnTo>
                  <a:lnTo>
                    <a:pt x="7264225" y="84466"/>
                  </a:lnTo>
                  <a:lnTo>
                    <a:pt x="7364190" y="106099"/>
                  </a:lnTo>
                  <a:lnTo>
                    <a:pt x="7461227" y="130477"/>
                  </a:lnTo>
                  <a:lnTo>
                    <a:pt x="7553425" y="157625"/>
                  </a:lnTo>
                  <a:lnTo>
                    <a:pt x="7639650" y="187653"/>
                  </a:lnTo>
                  <a:lnTo>
                    <a:pt x="7719416" y="220767"/>
                  </a:lnTo>
                  <a:lnTo>
                    <a:pt x="7792730" y="257275"/>
                  </a:lnTo>
                  <a:lnTo>
                    <a:pt x="7859937" y="297577"/>
                  </a:lnTo>
                  <a:lnTo>
                    <a:pt x="7921605" y="342161"/>
                  </a:lnTo>
                  <a:lnTo>
                    <a:pt x="7978426" y="391573"/>
                  </a:lnTo>
                  <a:lnTo>
                    <a:pt x="8031146" y="446389"/>
                  </a:lnTo>
                  <a:lnTo>
                    <a:pt x="8080517" y="507148"/>
                  </a:lnTo>
                  <a:lnTo>
                    <a:pt x="8127247" y="574250"/>
                  </a:lnTo>
                  <a:lnTo>
                    <a:pt x="8151487" y="612974"/>
                  </a:lnTo>
                  <a:lnTo>
                    <a:pt x="8185498" y="671916"/>
                  </a:lnTo>
                  <a:lnTo>
                    <a:pt x="8218714" y="734772"/>
                  </a:lnTo>
                  <a:lnTo>
                    <a:pt x="8251331" y="801620"/>
                  </a:lnTo>
                  <a:lnTo>
                    <a:pt x="8283511" y="872491"/>
                  </a:lnTo>
                  <a:lnTo>
                    <a:pt x="8315385" y="947357"/>
                  </a:lnTo>
                  <a:lnTo>
                    <a:pt x="8347059" y="1026129"/>
                  </a:lnTo>
                  <a:lnTo>
                    <a:pt x="8378619" y="1108652"/>
                  </a:lnTo>
                  <a:lnTo>
                    <a:pt x="8410126" y="1194706"/>
                  </a:lnTo>
                  <a:lnTo>
                    <a:pt x="8441627" y="1283999"/>
                  </a:lnTo>
                  <a:lnTo>
                    <a:pt x="8473152" y="1376177"/>
                  </a:lnTo>
                  <a:lnTo>
                    <a:pt x="8504715" y="1470821"/>
                  </a:lnTo>
                  <a:lnTo>
                    <a:pt x="8536322" y="1567458"/>
                  </a:lnTo>
                  <a:lnTo>
                    <a:pt x="8567968" y="1665568"/>
                  </a:lnTo>
                  <a:lnTo>
                    <a:pt x="8599639" y="1764597"/>
                  </a:lnTo>
                  <a:lnTo>
                    <a:pt x="8631321" y="1863967"/>
                  </a:lnTo>
                  <a:lnTo>
                    <a:pt x="8662996" y="1963093"/>
                  </a:lnTo>
                  <a:lnTo>
                    <a:pt x="8694647" y="2061396"/>
                  </a:lnTo>
                  <a:lnTo>
                    <a:pt x="8726261" y="2158316"/>
                  </a:lnTo>
                  <a:lnTo>
                    <a:pt x="8757831" y="2253328"/>
                  </a:lnTo>
                  <a:lnTo>
                    <a:pt x="8789362" y="2345948"/>
                  </a:lnTo>
                  <a:lnTo>
                    <a:pt x="8820865" y="2435750"/>
                  </a:lnTo>
                  <a:lnTo>
                    <a:pt x="8852369" y="2522367"/>
                  </a:lnTo>
                  <a:lnTo>
                    <a:pt x="8883916" y="2605497"/>
                  </a:lnTo>
                  <a:lnTo>
                    <a:pt x="8915566" y="2684908"/>
                  </a:lnTo>
                  <a:lnTo>
                    <a:pt x="8947400" y="2760434"/>
                  </a:lnTo>
                  <a:lnTo>
                    <a:pt x="8979520" y="2831976"/>
                  </a:lnTo>
                  <a:lnTo>
                    <a:pt x="9012053" y="2899496"/>
                  </a:lnTo>
                  <a:lnTo>
                    <a:pt x="9045157" y="2963015"/>
                  </a:lnTo>
                  <a:lnTo>
                    <a:pt x="9079020" y="3022603"/>
                  </a:lnTo>
                  <a:lnTo>
                    <a:pt x="9084767" y="3032182"/>
                  </a:lnTo>
                  <a:lnTo>
                    <a:pt x="9130343" y="3102760"/>
                  </a:lnTo>
                  <a:lnTo>
                    <a:pt x="9178211" y="3166892"/>
                  </a:lnTo>
                  <a:lnTo>
                    <a:pt x="9229041" y="3224840"/>
                  </a:lnTo>
                  <a:lnTo>
                    <a:pt x="9283564" y="3277084"/>
                  </a:lnTo>
                  <a:lnTo>
                    <a:pt x="9342537" y="3324191"/>
                  </a:lnTo>
                  <a:lnTo>
                    <a:pt x="9406688" y="3366729"/>
                  </a:lnTo>
                  <a:lnTo>
                    <a:pt x="9476661" y="3405220"/>
                  </a:lnTo>
                  <a:lnTo>
                    <a:pt x="9552935" y="3440113"/>
                  </a:lnTo>
                  <a:lnTo>
                    <a:pt x="9635715" y="3471767"/>
                  </a:lnTo>
                  <a:lnTo>
                    <a:pt x="9724800" y="3500442"/>
                  </a:lnTo>
                  <a:lnTo>
                    <a:pt x="9819422" y="3526301"/>
                  </a:lnTo>
                  <a:lnTo>
                    <a:pt x="9918102" y="3549410"/>
                  </a:lnTo>
                  <a:lnTo>
                    <a:pt x="10018546" y="3569762"/>
                  </a:lnTo>
                  <a:lnTo>
                    <a:pt x="10117656" y="3587303"/>
                  </a:lnTo>
                  <a:lnTo>
                    <a:pt x="10211723" y="3601974"/>
                  </a:lnTo>
                  <a:lnTo>
                    <a:pt x="10296813" y="3613763"/>
                  </a:lnTo>
                  <a:lnTo>
                    <a:pt x="10369344" y="3622752"/>
                  </a:lnTo>
                  <a:lnTo>
                    <a:pt x="10426716" y="3629150"/>
                  </a:lnTo>
                  <a:lnTo>
                    <a:pt x="10467846" y="3633297"/>
                  </a:lnTo>
                  <a:lnTo>
                    <a:pt x="10493450" y="3635640"/>
                  </a:lnTo>
                  <a:lnTo>
                    <a:pt x="10506044" y="3636689"/>
                  </a:lnTo>
                  <a:lnTo>
                    <a:pt x="10509736" y="3636971"/>
                  </a:lnTo>
                  <a:lnTo>
                    <a:pt x="10509911" y="3636984"/>
                  </a:lnTo>
                  <a:lnTo>
                    <a:pt x="11981298" y="3636984"/>
                  </a:lnTo>
                  <a:lnTo>
                    <a:pt x="11981298" y="3628811"/>
                  </a:lnTo>
                  <a:lnTo>
                    <a:pt x="10509911" y="3628811"/>
                  </a:lnTo>
                  <a:lnTo>
                    <a:pt x="10508815" y="3628730"/>
                  </a:lnTo>
                  <a:lnTo>
                    <a:pt x="10501606" y="3628158"/>
                  </a:lnTo>
                  <a:lnTo>
                    <a:pt x="10483412" y="3626575"/>
                  </a:lnTo>
                  <a:lnTo>
                    <a:pt x="10450831" y="3623458"/>
                  </a:lnTo>
                  <a:lnTo>
                    <a:pt x="10402162" y="3618320"/>
                  </a:lnTo>
                  <a:lnTo>
                    <a:pt x="10337539" y="3610758"/>
                  </a:lnTo>
                  <a:lnTo>
                    <a:pt x="10258800" y="3600491"/>
                  </a:lnTo>
                  <a:lnTo>
                    <a:pt x="10169075" y="3587372"/>
                  </a:lnTo>
                  <a:lnTo>
                    <a:pt x="10072187" y="3571367"/>
                  </a:lnTo>
                  <a:lnTo>
                    <a:pt x="9972028" y="3552517"/>
                  </a:lnTo>
                  <a:lnTo>
                    <a:pt x="9872063" y="3530885"/>
                  </a:lnTo>
                  <a:lnTo>
                    <a:pt x="9775026" y="3506506"/>
                  </a:lnTo>
                  <a:lnTo>
                    <a:pt x="9682828" y="3479358"/>
                  </a:lnTo>
                  <a:lnTo>
                    <a:pt x="9596603" y="3449330"/>
                  </a:lnTo>
                  <a:lnTo>
                    <a:pt x="9516837" y="3416216"/>
                  </a:lnTo>
                  <a:lnTo>
                    <a:pt x="9443524" y="3379708"/>
                  </a:lnTo>
                  <a:lnTo>
                    <a:pt x="9376317" y="3339406"/>
                  </a:lnTo>
                  <a:lnTo>
                    <a:pt x="9314648" y="3294823"/>
                  </a:lnTo>
                  <a:lnTo>
                    <a:pt x="9257828" y="3245410"/>
                  </a:lnTo>
                  <a:lnTo>
                    <a:pt x="9205107" y="3190594"/>
                  </a:lnTo>
                  <a:lnTo>
                    <a:pt x="9155736" y="3129835"/>
                  </a:lnTo>
                  <a:lnTo>
                    <a:pt x="9109006" y="3062733"/>
                  </a:lnTo>
                  <a:lnTo>
                    <a:pt x="9084767" y="3024009"/>
                  </a:lnTo>
                  <a:lnTo>
                    <a:pt x="9050755" y="2965067"/>
                  </a:lnTo>
                  <a:lnTo>
                    <a:pt x="9017539" y="2902212"/>
                  </a:lnTo>
                  <a:lnTo>
                    <a:pt x="8984922" y="2835363"/>
                  </a:lnTo>
                  <a:lnTo>
                    <a:pt x="8952743" y="2764492"/>
                  </a:lnTo>
                  <a:lnTo>
                    <a:pt x="8920869" y="2689626"/>
                  </a:lnTo>
                  <a:lnTo>
                    <a:pt x="8889194" y="2610854"/>
                  </a:lnTo>
                  <a:lnTo>
                    <a:pt x="8857634" y="2528331"/>
                  </a:lnTo>
                  <a:lnTo>
                    <a:pt x="8826127" y="2442278"/>
                  </a:lnTo>
                  <a:lnTo>
                    <a:pt x="8794626" y="2352984"/>
                  </a:lnTo>
                  <a:lnTo>
                    <a:pt x="8763101" y="2260806"/>
                  </a:lnTo>
                  <a:lnTo>
                    <a:pt x="8731538" y="2166162"/>
                  </a:lnTo>
                  <a:lnTo>
                    <a:pt x="8699931" y="2069525"/>
                  </a:lnTo>
                  <a:lnTo>
                    <a:pt x="8668286" y="1971415"/>
                  </a:lnTo>
                  <a:lnTo>
                    <a:pt x="8636614" y="1872386"/>
                  </a:lnTo>
                  <a:lnTo>
                    <a:pt x="8604932" y="1773016"/>
                  </a:lnTo>
                  <a:lnTo>
                    <a:pt x="8573257" y="1673890"/>
                  </a:lnTo>
                  <a:lnTo>
                    <a:pt x="8541607" y="1575587"/>
                  </a:lnTo>
                  <a:lnTo>
                    <a:pt x="8509993" y="1478667"/>
                  </a:lnTo>
                  <a:lnTo>
                    <a:pt x="8478422" y="1383656"/>
                  </a:lnTo>
                  <a:lnTo>
                    <a:pt x="8446892" y="1291035"/>
                  </a:lnTo>
                  <a:lnTo>
                    <a:pt x="8415388" y="1201233"/>
                  </a:lnTo>
                  <a:lnTo>
                    <a:pt x="8383884" y="1114616"/>
                  </a:lnTo>
                  <a:lnTo>
                    <a:pt x="8352338" y="1031486"/>
                  </a:lnTo>
                  <a:lnTo>
                    <a:pt x="8320687" y="952075"/>
                  </a:lnTo>
                  <a:lnTo>
                    <a:pt x="8288853" y="876549"/>
                  </a:lnTo>
                  <a:lnTo>
                    <a:pt x="8256734" y="805007"/>
                  </a:lnTo>
                  <a:lnTo>
                    <a:pt x="8224200" y="737487"/>
                  </a:lnTo>
                  <a:lnTo>
                    <a:pt x="8191096" y="673969"/>
                  </a:lnTo>
                  <a:lnTo>
                    <a:pt x="8157233" y="614381"/>
                  </a:lnTo>
                  <a:lnTo>
                    <a:pt x="8151487" y="604801"/>
                  </a:lnTo>
                  <a:lnTo>
                    <a:pt x="8105910" y="534223"/>
                  </a:lnTo>
                  <a:lnTo>
                    <a:pt x="8058042" y="470092"/>
                  </a:lnTo>
                  <a:lnTo>
                    <a:pt x="8007213" y="412144"/>
                  </a:lnTo>
                  <a:lnTo>
                    <a:pt x="7952689" y="359899"/>
                  </a:lnTo>
                  <a:lnTo>
                    <a:pt x="7893716" y="312792"/>
                  </a:lnTo>
                  <a:lnTo>
                    <a:pt x="7829565" y="270255"/>
                  </a:lnTo>
                  <a:lnTo>
                    <a:pt x="7759592" y="231764"/>
                  </a:lnTo>
                  <a:lnTo>
                    <a:pt x="7683318" y="196871"/>
                  </a:lnTo>
                  <a:lnTo>
                    <a:pt x="7600538" y="165216"/>
                  </a:lnTo>
                  <a:lnTo>
                    <a:pt x="7511453" y="136541"/>
                  </a:lnTo>
                  <a:lnTo>
                    <a:pt x="7416831" y="110682"/>
                  </a:lnTo>
                  <a:lnTo>
                    <a:pt x="7318151" y="87573"/>
                  </a:lnTo>
                  <a:lnTo>
                    <a:pt x="7217708" y="67221"/>
                  </a:lnTo>
                  <a:lnTo>
                    <a:pt x="7118597" y="49680"/>
                  </a:lnTo>
                  <a:lnTo>
                    <a:pt x="7024530" y="35009"/>
                  </a:lnTo>
                  <a:lnTo>
                    <a:pt x="6939440" y="23220"/>
                  </a:lnTo>
                  <a:lnTo>
                    <a:pt x="6866909" y="14231"/>
                  </a:lnTo>
                  <a:lnTo>
                    <a:pt x="6809537" y="7833"/>
                  </a:lnTo>
                  <a:lnTo>
                    <a:pt x="6768408" y="3687"/>
                  </a:lnTo>
                  <a:lnTo>
                    <a:pt x="6742804" y="1344"/>
                  </a:lnTo>
                  <a:lnTo>
                    <a:pt x="6730210" y="294"/>
                  </a:lnTo>
                  <a:lnTo>
                    <a:pt x="6726517" y="12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033" y="80"/>
                  </a:lnTo>
                  <a:lnTo>
                    <a:pt x="5247943" y="652"/>
                  </a:lnTo>
                  <a:lnTo>
                    <a:pt x="5232499" y="2234"/>
                  </a:lnTo>
                  <a:lnTo>
                    <a:pt x="5204655" y="5351"/>
                  </a:lnTo>
                  <a:lnTo>
                    <a:pt x="5162686" y="10505"/>
                  </a:lnTo>
                  <a:lnTo>
                    <a:pt x="5106311" y="18125"/>
                  </a:lnTo>
                  <a:lnTo>
                    <a:pt x="5036655" y="28532"/>
                  </a:lnTo>
                  <a:lnTo>
                    <a:pt x="4956005" y="41924"/>
                  </a:lnTo>
                  <a:lnTo>
                    <a:pt x="4867395" y="58377"/>
                  </a:lnTo>
                  <a:lnTo>
                    <a:pt x="4774131" y="77881"/>
                  </a:lnTo>
                  <a:lnTo>
                    <a:pt x="4679361" y="100378"/>
                  </a:lnTo>
                  <a:lnTo>
                    <a:pt x="4585766" y="125809"/>
                  </a:lnTo>
                  <a:lnTo>
                    <a:pt x="4495406" y="154155"/>
                  </a:lnTo>
                  <a:lnTo>
                    <a:pt x="4409683" y="185462"/>
                  </a:lnTo>
                  <a:lnTo>
                    <a:pt x="4329411" y="219864"/>
                  </a:lnTo>
                  <a:lnTo>
                    <a:pt x="4254911" y="257584"/>
                  </a:lnTo>
                  <a:lnTo>
                    <a:pt x="4186138" y="298941"/>
                  </a:lnTo>
                  <a:lnTo>
                    <a:pt x="4122785" y="344344"/>
                  </a:lnTo>
                  <a:lnTo>
                    <a:pt x="4064372" y="394280"/>
                  </a:lnTo>
                  <a:lnTo>
                    <a:pt x="4010324" y="449296"/>
                  </a:lnTo>
                  <a:lnTo>
                    <a:pt x="3960015" y="509970"/>
                  </a:lnTo>
                  <a:lnTo>
                    <a:pt x="3912812" y="576852"/>
                  </a:lnTo>
                  <a:lnTo>
                    <a:pt x="3868110" y="650389"/>
                  </a:lnTo>
                  <a:lnTo>
                    <a:pt x="3829811" y="721948"/>
                  </a:lnTo>
                  <a:lnTo>
                    <a:pt x="3798343" y="786821"/>
                  </a:lnTo>
                  <a:lnTo>
                    <a:pt x="3767567" y="855678"/>
                  </a:lnTo>
                  <a:lnTo>
                    <a:pt x="3737326" y="928599"/>
                  </a:lnTo>
                  <a:lnTo>
                    <a:pt x="3707488" y="1005622"/>
                  </a:lnTo>
                  <a:lnTo>
                    <a:pt x="3677943" y="1086734"/>
                  </a:lnTo>
                  <a:lnTo>
                    <a:pt x="3648599" y="1171873"/>
                  </a:lnTo>
                  <a:lnTo>
                    <a:pt x="3619384" y="1260919"/>
                  </a:lnTo>
                  <a:lnTo>
                    <a:pt x="3590239" y="1353694"/>
                  </a:lnTo>
                  <a:lnTo>
                    <a:pt x="3561122" y="1449962"/>
                  </a:lnTo>
                  <a:lnTo>
                    <a:pt x="3532001" y="1549427"/>
                  </a:lnTo>
                  <a:lnTo>
                    <a:pt x="3502855" y="1651736"/>
                  </a:lnTo>
                  <a:lnTo>
                    <a:pt x="3473674" y="1756483"/>
                  </a:lnTo>
                  <a:lnTo>
                    <a:pt x="3444457" y="1863217"/>
                  </a:lnTo>
                  <a:lnTo>
                    <a:pt x="3415206" y="1971445"/>
                  </a:lnTo>
                  <a:lnTo>
                    <a:pt x="3385933" y="2080644"/>
                  </a:lnTo>
                  <a:lnTo>
                    <a:pt x="3356648" y="2190271"/>
                  </a:lnTo>
                  <a:lnTo>
                    <a:pt x="3327367" y="2299776"/>
                  </a:lnTo>
                  <a:lnTo>
                    <a:pt x="3298102" y="2408608"/>
                  </a:lnTo>
                  <a:lnTo>
                    <a:pt x="3268865" y="2516233"/>
                  </a:lnTo>
                  <a:lnTo>
                    <a:pt x="3239664" y="2622140"/>
                  </a:lnTo>
                  <a:lnTo>
                    <a:pt x="3210500" y="2725855"/>
                  </a:lnTo>
                  <a:lnTo>
                    <a:pt x="3181366" y="2826944"/>
                  </a:lnTo>
                  <a:lnTo>
                    <a:pt x="3152250" y="2925025"/>
                  </a:lnTo>
                  <a:lnTo>
                    <a:pt x="3123125" y="3019770"/>
                  </a:lnTo>
                  <a:lnTo>
                    <a:pt x="3093956" y="3110910"/>
                  </a:lnTo>
                  <a:lnTo>
                    <a:pt x="3064691" y="3198233"/>
                  </a:lnTo>
                  <a:lnTo>
                    <a:pt x="3035268" y="3281590"/>
                  </a:lnTo>
                  <a:lnTo>
                    <a:pt x="3005604" y="3360885"/>
                  </a:lnTo>
                  <a:lnTo>
                    <a:pt x="2975601" y="3436079"/>
                  </a:lnTo>
                  <a:lnTo>
                    <a:pt x="2945140" y="3507182"/>
                  </a:lnTo>
                  <a:lnTo>
                    <a:pt x="2914077" y="3574252"/>
                  </a:lnTo>
                  <a:lnTo>
                    <a:pt x="2896531" y="3609740"/>
                  </a:lnTo>
                  <a:lnTo>
                    <a:pt x="2853598" y="3689412"/>
                  </a:lnTo>
                  <a:lnTo>
                    <a:pt x="2808658" y="3762229"/>
                  </a:lnTo>
                  <a:lnTo>
                    <a:pt x="2761156" y="3828430"/>
                  </a:lnTo>
                  <a:lnTo>
                    <a:pt x="2710481" y="3888477"/>
                  </a:lnTo>
                  <a:lnTo>
                    <a:pt x="2656000" y="3942928"/>
                  </a:lnTo>
                  <a:lnTo>
                    <a:pt x="2597090" y="3992359"/>
                  </a:lnTo>
                  <a:lnTo>
                    <a:pt x="2533183" y="4037312"/>
                  </a:lnTo>
                  <a:lnTo>
                    <a:pt x="2463814" y="4078266"/>
                  </a:lnTo>
                  <a:lnTo>
                    <a:pt x="2388700" y="4115621"/>
                  </a:lnTo>
                  <a:lnTo>
                    <a:pt x="2307827" y="4149685"/>
                  </a:lnTo>
                  <a:lnTo>
                    <a:pt x="2221565" y="4180675"/>
                  </a:lnTo>
                  <a:lnTo>
                    <a:pt x="2130784" y="4208711"/>
                  </a:lnTo>
                  <a:lnTo>
                    <a:pt x="2036956" y="4233833"/>
                  </a:lnTo>
                  <a:lnTo>
                    <a:pt x="1942209" y="4256016"/>
                  </a:lnTo>
                  <a:lnTo>
                    <a:pt x="1849283" y="4275199"/>
                  </a:lnTo>
                  <a:lnTo>
                    <a:pt x="1761361" y="4291327"/>
                  </a:lnTo>
                  <a:lnTo>
                    <a:pt x="1681741" y="4304397"/>
                  </a:lnTo>
                  <a:lnTo>
                    <a:pt x="1613400" y="4314498"/>
                  </a:lnTo>
                  <a:lnTo>
                    <a:pt x="1558521" y="4321839"/>
                  </a:lnTo>
                  <a:lnTo>
                    <a:pt x="1518087" y="4326755"/>
                  </a:lnTo>
                  <a:lnTo>
                    <a:pt x="1491663" y="4329685"/>
                  </a:lnTo>
                  <a:lnTo>
                    <a:pt x="1477375" y="4331135"/>
                  </a:lnTo>
                  <a:lnTo>
                    <a:pt x="1472050" y="4331631"/>
                  </a:lnTo>
                  <a:lnTo>
                    <a:pt x="1471387" y="4331689"/>
                  </a:lnTo>
                  <a:lnTo>
                    <a:pt x="0" y="4331689"/>
                  </a:lnTo>
                  <a:close/>
                </a:path>
              </a:pathLst>
            </a:custGeom>
            <a:solidFill>
              <a:srgbClr val="B497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779" name="pl1779"/>
            <p:cNvSpPr/>
            <p:nvPr/>
          </p:nvSpPr>
          <p:spPr>
            <a:xfrm>
              <a:off x="4799595" y="5788897"/>
              <a:ext cx="11981298" cy="4331689"/>
            </a:xfrm>
            <a:custGeom>
              <a:avLst/>
              <a:pathLst>
                <a:path w="11981298" h="4331689">
                  <a:moveTo>
                    <a:pt x="0" y="4331689"/>
                  </a:moveTo>
                  <a:lnTo>
                    <a:pt x="1471387" y="4331689"/>
                  </a:lnTo>
                  <a:lnTo>
                    <a:pt x="1472309" y="4331608"/>
                  </a:lnTo>
                  <a:lnTo>
                    <a:pt x="1478399" y="4331036"/>
                  </a:lnTo>
                  <a:lnTo>
                    <a:pt x="1493843" y="4329454"/>
                  </a:lnTo>
                  <a:lnTo>
                    <a:pt x="1521687" y="4326337"/>
                  </a:lnTo>
                  <a:lnTo>
                    <a:pt x="1563656" y="4321183"/>
                  </a:lnTo>
                  <a:lnTo>
                    <a:pt x="1620031" y="4313564"/>
                  </a:lnTo>
                  <a:lnTo>
                    <a:pt x="1689687" y="4303156"/>
                  </a:lnTo>
                  <a:lnTo>
                    <a:pt x="1770338" y="4289764"/>
                  </a:lnTo>
                  <a:lnTo>
                    <a:pt x="1858948" y="4273311"/>
                  </a:lnTo>
                  <a:lnTo>
                    <a:pt x="1952211" y="4253807"/>
                  </a:lnTo>
                  <a:lnTo>
                    <a:pt x="2046981" y="4231310"/>
                  </a:lnTo>
                  <a:lnTo>
                    <a:pt x="2140576" y="4205879"/>
                  </a:lnTo>
                  <a:lnTo>
                    <a:pt x="2230936" y="4177533"/>
                  </a:lnTo>
                  <a:lnTo>
                    <a:pt x="2316659" y="4146226"/>
                  </a:lnTo>
                  <a:lnTo>
                    <a:pt x="2396931" y="4111824"/>
                  </a:lnTo>
                  <a:lnTo>
                    <a:pt x="2471431" y="4074105"/>
                  </a:lnTo>
                  <a:lnTo>
                    <a:pt x="2540204" y="4032747"/>
                  </a:lnTo>
                  <a:lnTo>
                    <a:pt x="2603557" y="3987344"/>
                  </a:lnTo>
                  <a:lnTo>
                    <a:pt x="2661970" y="3937408"/>
                  </a:lnTo>
                  <a:lnTo>
                    <a:pt x="2716018" y="3882392"/>
                  </a:lnTo>
                  <a:lnTo>
                    <a:pt x="2766327" y="3821718"/>
                  </a:lnTo>
                  <a:lnTo>
                    <a:pt x="2813530" y="3754836"/>
                  </a:lnTo>
                  <a:lnTo>
                    <a:pt x="2858232" y="3681299"/>
                  </a:lnTo>
                  <a:lnTo>
                    <a:pt x="2896531" y="3609740"/>
                  </a:lnTo>
                  <a:lnTo>
                    <a:pt x="2928000" y="3544867"/>
                  </a:lnTo>
                  <a:lnTo>
                    <a:pt x="2958775" y="3476010"/>
                  </a:lnTo>
                  <a:lnTo>
                    <a:pt x="2989016" y="3403089"/>
                  </a:lnTo>
                  <a:lnTo>
                    <a:pt x="3018854" y="3326066"/>
                  </a:lnTo>
                  <a:lnTo>
                    <a:pt x="3048399" y="3244954"/>
                  </a:lnTo>
                  <a:lnTo>
                    <a:pt x="3077743" y="3159815"/>
                  </a:lnTo>
                  <a:lnTo>
                    <a:pt x="3106958" y="3070769"/>
                  </a:lnTo>
                  <a:lnTo>
                    <a:pt x="3136103" y="2977994"/>
                  </a:lnTo>
                  <a:lnTo>
                    <a:pt x="3165220" y="2881726"/>
                  </a:lnTo>
                  <a:lnTo>
                    <a:pt x="3194341" y="2782261"/>
                  </a:lnTo>
                  <a:lnTo>
                    <a:pt x="3223487" y="2679952"/>
                  </a:lnTo>
                  <a:lnTo>
                    <a:pt x="3252668" y="2575205"/>
                  </a:lnTo>
                  <a:lnTo>
                    <a:pt x="3281885" y="2468471"/>
                  </a:lnTo>
                  <a:lnTo>
                    <a:pt x="3311136" y="2360244"/>
                  </a:lnTo>
                  <a:lnTo>
                    <a:pt x="3340410" y="2251045"/>
                  </a:lnTo>
                  <a:lnTo>
                    <a:pt x="3369694" y="2141417"/>
                  </a:lnTo>
                  <a:lnTo>
                    <a:pt x="3398975" y="2031913"/>
                  </a:lnTo>
                  <a:lnTo>
                    <a:pt x="3428240" y="1923080"/>
                  </a:lnTo>
                  <a:lnTo>
                    <a:pt x="3457477" y="1815455"/>
                  </a:lnTo>
                  <a:lnTo>
                    <a:pt x="3486678" y="1709548"/>
                  </a:lnTo>
                  <a:lnTo>
                    <a:pt x="3515843" y="1605833"/>
                  </a:lnTo>
                  <a:lnTo>
                    <a:pt x="3544976" y="1504744"/>
                  </a:lnTo>
                  <a:lnTo>
                    <a:pt x="3574092" y="1406663"/>
                  </a:lnTo>
                  <a:lnTo>
                    <a:pt x="3603217" y="1311918"/>
                  </a:lnTo>
                  <a:lnTo>
                    <a:pt x="3632386" y="1220779"/>
                  </a:lnTo>
                  <a:lnTo>
                    <a:pt x="3661651" y="1133455"/>
                  </a:lnTo>
                  <a:lnTo>
                    <a:pt x="3691075" y="1050098"/>
                  </a:lnTo>
                  <a:lnTo>
                    <a:pt x="3720738" y="970803"/>
                  </a:lnTo>
                  <a:lnTo>
                    <a:pt x="3750741" y="895609"/>
                  </a:lnTo>
                  <a:lnTo>
                    <a:pt x="3781202" y="824506"/>
                  </a:lnTo>
                  <a:lnTo>
                    <a:pt x="3812265" y="757436"/>
                  </a:lnTo>
                  <a:lnTo>
                    <a:pt x="3829811" y="721948"/>
                  </a:lnTo>
                  <a:lnTo>
                    <a:pt x="3872744" y="642276"/>
                  </a:lnTo>
                  <a:lnTo>
                    <a:pt x="3917684" y="569459"/>
                  </a:lnTo>
                  <a:lnTo>
                    <a:pt x="3965186" y="503258"/>
                  </a:lnTo>
                  <a:lnTo>
                    <a:pt x="4015861" y="443211"/>
                  </a:lnTo>
                  <a:lnTo>
                    <a:pt x="4070343" y="388760"/>
                  </a:lnTo>
                  <a:lnTo>
                    <a:pt x="4129252" y="339329"/>
                  </a:lnTo>
                  <a:lnTo>
                    <a:pt x="4193160" y="294376"/>
                  </a:lnTo>
                  <a:lnTo>
                    <a:pt x="4262528" y="253422"/>
                  </a:lnTo>
                  <a:lnTo>
                    <a:pt x="4337643" y="216067"/>
                  </a:lnTo>
                  <a:lnTo>
                    <a:pt x="4418515" y="182003"/>
                  </a:lnTo>
                  <a:lnTo>
                    <a:pt x="4504777" y="151014"/>
                  </a:lnTo>
                  <a:lnTo>
                    <a:pt x="4595558" y="122977"/>
                  </a:lnTo>
                  <a:lnTo>
                    <a:pt x="4689386" y="97855"/>
                  </a:lnTo>
                  <a:lnTo>
                    <a:pt x="4784133" y="75672"/>
                  </a:lnTo>
                  <a:lnTo>
                    <a:pt x="4877059" y="56489"/>
                  </a:lnTo>
                  <a:lnTo>
                    <a:pt x="4964981" y="40361"/>
                  </a:lnTo>
                  <a:lnTo>
                    <a:pt x="5044601" y="27291"/>
                  </a:lnTo>
                  <a:lnTo>
                    <a:pt x="5112942" y="17190"/>
                  </a:lnTo>
                  <a:lnTo>
                    <a:pt x="5167821" y="9849"/>
                  </a:lnTo>
                  <a:lnTo>
                    <a:pt x="5208255" y="4933"/>
                  </a:lnTo>
                  <a:lnTo>
                    <a:pt x="5234679" y="2003"/>
                  </a:lnTo>
                  <a:lnTo>
                    <a:pt x="5248967" y="553"/>
                  </a:lnTo>
                  <a:lnTo>
                    <a:pt x="5254292" y="57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438" y="80"/>
                  </a:lnTo>
                  <a:lnTo>
                    <a:pt x="6734648" y="652"/>
                  </a:lnTo>
                  <a:lnTo>
                    <a:pt x="6752842" y="2235"/>
                  </a:lnTo>
                  <a:lnTo>
                    <a:pt x="6785423" y="5352"/>
                  </a:lnTo>
                  <a:lnTo>
                    <a:pt x="6834091" y="10490"/>
                  </a:lnTo>
                  <a:lnTo>
                    <a:pt x="6898714" y="18052"/>
                  </a:lnTo>
                  <a:lnTo>
                    <a:pt x="6977453" y="28319"/>
                  </a:lnTo>
                  <a:lnTo>
                    <a:pt x="7067179" y="41439"/>
                  </a:lnTo>
                  <a:lnTo>
                    <a:pt x="7164067" y="57443"/>
                  </a:lnTo>
                  <a:lnTo>
                    <a:pt x="7264225" y="76293"/>
                  </a:lnTo>
                  <a:lnTo>
                    <a:pt x="7364190" y="97926"/>
                  </a:lnTo>
                  <a:lnTo>
                    <a:pt x="7461227" y="122304"/>
                  </a:lnTo>
                  <a:lnTo>
                    <a:pt x="7553425" y="149452"/>
                  </a:lnTo>
                  <a:lnTo>
                    <a:pt x="7639650" y="179480"/>
                  </a:lnTo>
                  <a:lnTo>
                    <a:pt x="7719416" y="212594"/>
                  </a:lnTo>
                  <a:lnTo>
                    <a:pt x="7792730" y="249102"/>
                  </a:lnTo>
                  <a:lnTo>
                    <a:pt x="7859937" y="289404"/>
                  </a:lnTo>
                  <a:lnTo>
                    <a:pt x="7921605" y="333988"/>
                  </a:lnTo>
                  <a:lnTo>
                    <a:pt x="7978426" y="383400"/>
                  </a:lnTo>
                  <a:lnTo>
                    <a:pt x="8031146" y="438216"/>
                  </a:lnTo>
                  <a:lnTo>
                    <a:pt x="8080517" y="498975"/>
                  </a:lnTo>
                  <a:lnTo>
                    <a:pt x="8127247" y="566077"/>
                  </a:lnTo>
                  <a:lnTo>
                    <a:pt x="8151487" y="604801"/>
                  </a:lnTo>
                  <a:lnTo>
                    <a:pt x="8185498" y="663743"/>
                  </a:lnTo>
                  <a:lnTo>
                    <a:pt x="8218714" y="726599"/>
                  </a:lnTo>
                  <a:lnTo>
                    <a:pt x="8251331" y="793447"/>
                  </a:lnTo>
                  <a:lnTo>
                    <a:pt x="8283511" y="864318"/>
                  </a:lnTo>
                  <a:lnTo>
                    <a:pt x="8315385" y="939184"/>
                  </a:lnTo>
                  <a:lnTo>
                    <a:pt x="8347059" y="1017956"/>
                  </a:lnTo>
                  <a:lnTo>
                    <a:pt x="8378619" y="1100479"/>
                  </a:lnTo>
                  <a:lnTo>
                    <a:pt x="8410126" y="1186533"/>
                  </a:lnTo>
                  <a:lnTo>
                    <a:pt x="8441627" y="1275826"/>
                  </a:lnTo>
                  <a:lnTo>
                    <a:pt x="8473152" y="1368004"/>
                  </a:lnTo>
                  <a:lnTo>
                    <a:pt x="8504715" y="1462648"/>
                  </a:lnTo>
                  <a:lnTo>
                    <a:pt x="8536322" y="1559285"/>
                  </a:lnTo>
                  <a:lnTo>
                    <a:pt x="8567968" y="1657395"/>
                  </a:lnTo>
                  <a:lnTo>
                    <a:pt x="8599639" y="1756424"/>
                  </a:lnTo>
                  <a:lnTo>
                    <a:pt x="8631321" y="1855794"/>
                  </a:lnTo>
                  <a:lnTo>
                    <a:pt x="8662996" y="1954920"/>
                  </a:lnTo>
                  <a:lnTo>
                    <a:pt x="8694647" y="2053223"/>
                  </a:lnTo>
                  <a:lnTo>
                    <a:pt x="8726261" y="2150143"/>
                  </a:lnTo>
                  <a:lnTo>
                    <a:pt x="8757831" y="2245155"/>
                  </a:lnTo>
                  <a:lnTo>
                    <a:pt x="8789362" y="2337775"/>
                  </a:lnTo>
                  <a:lnTo>
                    <a:pt x="8820865" y="2427577"/>
                  </a:lnTo>
                  <a:lnTo>
                    <a:pt x="8852369" y="2514194"/>
                  </a:lnTo>
                  <a:lnTo>
                    <a:pt x="8883916" y="2597324"/>
                  </a:lnTo>
                  <a:lnTo>
                    <a:pt x="8915566" y="2676735"/>
                  </a:lnTo>
                  <a:lnTo>
                    <a:pt x="8947400" y="2752261"/>
                  </a:lnTo>
                  <a:lnTo>
                    <a:pt x="8979520" y="2823803"/>
                  </a:lnTo>
                  <a:lnTo>
                    <a:pt x="9012053" y="2891323"/>
                  </a:lnTo>
                  <a:lnTo>
                    <a:pt x="9045157" y="2954842"/>
                  </a:lnTo>
                  <a:lnTo>
                    <a:pt x="9079020" y="3014430"/>
                  </a:lnTo>
                  <a:lnTo>
                    <a:pt x="9084767" y="3024009"/>
                  </a:lnTo>
                  <a:lnTo>
                    <a:pt x="9130343" y="3094587"/>
                  </a:lnTo>
                  <a:lnTo>
                    <a:pt x="9178211" y="3158719"/>
                  </a:lnTo>
                  <a:lnTo>
                    <a:pt x="9229041" y="3216667"/>
                  </a:lnTo>
                  <a:lnTo>
                    <a:pt x="9283564" y="3268911"/>
                  </a:lnTo>
                  <a:lnTo>
                    <a:pt x="9342537" y="3316018"/>
                  </a:lnTo>
                  <a:lnTo>
                    <a:pt x="9406688" y="3358556"/>
                  </a:lnTo>
                  <a:lnTo>
                    <a:pt x="9476661" y="3397047"/>
                  </a:lnTo>
                  <a:lnTo>
                    <a:pt x="9552935" y="3431940"/>
                  </a:lnTo>
                  <a:lnTo>
                    <a:pt x="9635715" y="3463594"/>
                  </a:lnTo>
                  <a:lnTo>
                    <a:pt x="9724800" y="3492269"/>
                  </a:lnTo>
                  <a:lnTo>
                    <a:pt x="9819422" y="3518128"/>
                  </a:lnTo>
                  <a:lnTo>
                    <a:pt x="9918102" y="3541237"/>
                  </a:lnTo>
                  <a:lnTo>
                    <a:pt x="10018546" y="3561589"/>
                  </a:lnTo>
                  <a:lnTo>
                    <a:pt x="10117656" y="3579130"/>
                  </a:lnTo>
                  <a:lnTo>
                    <a:pt x="10211723" y="3593801"/>
                  </a:lnTo>
                  <a:lnTo>
                    <a:pt x="10296813" y="3605590"/>
                  </a:lnTo>
                  <a:lnTo>
                    <a:pt x="10369344" y="3614579"/>
                  </a:lnTo>
                  <a:lnTo>
                    <a:pt x="10426716" y="3620977"/>
                  </a:lnTo>
                  <a:lnTo>
                    <a:pt x="10467846" y="3625124"/>
                  </a:lnTo>
                  <a:lnTo>
                    <a:pt x="10493450" y="3627467"/>
                  </a:lnTo>
                  <a:lnTo>
                    <a:pt x="10506044" y="3628516"/>
                  </a:lnTo>
                  <a:lnTo>
                    <a:pt x="10509736" y="3628798"/>
                  </a:lnTo>
                  <a:lnTo>
                    <a:pt x="10509911" y="3628811"/>
                  </a:lnTo>
                  <a:lnTo>
                    <a:pt x="11981298" y="362881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80" name="pl1780"/>
            <p:cNvSpPr/>
            <p:nvPr/>
          </p:nvSpPr>
          <p:spPr>
            <a:xfrm>
              <a:off x="4799595" y="5780724"/>
              <a:ext cx="11981298" cy="4331689"/>
            </a:xfrm>
            <a:custGeom>
              <a:avLst/>
              <a:pathLst>
                <a:path w="11981298" h="4331689">
                  <a:moveTo>
                    <a:pt x="11981298" y="3628811"/>
                  </a:moveTo>
                  <a:lnTo>
                    <a:pt x="10509911" y="3628811"/>
                  </a:lnTo>
                  <a:lnTo>
                    <a:pt x="10508815" y="3628730"/>
                  </a:lnTo>
                  <a:lnTo>
                    <a:pt x="10501606" y="3628158"/>
                  </a:lnTo>
                  <a:lnTo>
                    <a:pt x="10483412" y="3626575"/>
                  </a:lnTo>
                  <a:lnTo>
                    <a:pt x="10450831" y="3623458"/>
                  </a:lnTo>
                  <a:lnTo>
                    <a:pt x="10402162" y="3618320"/>
                  </a:lnTo>
                  <a:lnTo>
                    <a:pt x="10337539" y="3610758"/>
                  </a:lnTo>
                  <a:lnTo>
                    <a:pt x="10258800" y="3600491"/>
                  </a:lnTo>
                  <a:lnTo>
                    <a:pt x="10169075" y="3587372"/>
                  </a:lnTo>
                  <a:lnTo>
                    <a:pt x="10072187" y="3571367"/>
                  </a:lnTo>
                  <a:lnTo>
                    <a:pt x="9972028" y="3552517"/>
                  </a:lnTo>
                  <a:lnTo>
                    <a:pt x="9872063" y="3530885"/>
                  </a:lnTo>
                  <a:lnTo>
                    <a:pt x="9775026" y="3506506"/>
                  </a:lnTo>
                  <a:lnTo>
                    <a:pt x="9682828" y="3479358"/>
                  </a:lnTo>
                  <a:lnTo>
                    <a:pt x="9596603" y="3449330"/>
                  </a:lnTo>
                  <a:lnTo>
                    <a:pt x="9516837" y="3416216"/>
                  </a:lnTo>
                  <a:lnTo>
                    <a:pt x="9443524" y="3379708"/>
                  </a:lnTo>
                  <a:lnTo>
                    <a:pt x="9376317" y="3339406"/>
                  </a:lnTo>
                  <a:lnTo>
                    <a:pt x="9314648" y="3294823"/>
                  </a:lnTo>
                  <a:lnTo>
                    <a:pt x="9257828" y="3245410"/>
                  </a:lnTo>
                  <a:lnTo>
                    <a:pt x="9205107" y="3190594"/>
                  </a:lnTo>
                  <a:lnTo>
                    <a:pt x="9155736" y="3129835"/>
                  </a:lnTo>
                  <a:lnTo>
                    <a:pt x="9109006" y="3062733"/>
                  </a:lnTo>
                  <a:lnTo>
                    <a:pt x="9084767" y="3024009"/>
                  </a:lnTo>
                  <a:lnTo>
                    <a:pt x="9050755" y="2965067"/>
                  </a:lnTo>
                  <a:lnTo>
                    <a:pt x="9017539" y="2902212"/>
                  </a:lnTo>
                  <a:lnTo>
                    <a:pt x="8984922" y="2835363"/>
                  </a:lnTo>
                  <a:lnTo>
                    <a:pt x="8952743" y="2764492"/>
                  </a:lnTo>
                  <a:lnTo>
                    <a:pt x="8920869" y="2689626"/>
                  </a:lnTo>
                  <a:lnTo>
                    <a:pt x="8889194" y="2610854"/>
                  </a:lnTo>
                  <a:lnTo>
                    <a:pt x="8857634" y="2528331"/>
                  </a:lnTo>
                  <a:lnTo>
                    <a:pt x="8826127" y="2442278"/>
                  </a:lnTo>
                  <a:lnTo>
                    <a:pt x="8794626" y="2352984"/>
                  </a:lnTo>
                  <a:lnTo>
                    <a:pt x="8763101" y="2260806"/>
                  </a:lnTo>
                  <a:lnTo>
                    <a:pt x="8731538" y="2166162"/>
                  </a:lnTo>
                  <a:lnTo>
                    <a:pt x="8699931" y="2069525"/>
                  </a:lnTo>
                  <a:lnTo>
                    <a:pt x="8668286" y="1971415"/>
                  </a:lnTo>
                  <a:lnTo>
                    <a:pt x="8636614" y="1872386"/>
                  </a:lnTo>
                  <a:lnTo>
                    <a:pt x="8604932" y="1773016"/>
                  </a:lnTo>
                  <a:lnTo>
                    <a:pt x="8573257" y="1673890"/>
                  </a:lnTo>
                  <a:lnTo>
                    <a:pt x="8541607" y="1575587"/>
                  </a:lnTo>
                  <a:lnTo>
                    <a:pt x="8509993" y="1478667"/>
                  </a:lnTo>
                  <a:lnTo>
                    <a:pt x="8478422" y="1383656"/>
                  </a:lnTo>
                  <a:lnTo>
                    <a:pt x="8446892" y="1291035"/>
                  </a:lnTo>
                  <a:lnTo>
                    <a:pt x="8415388" y="1201233"/>
                  </a:lnTo>
                  <a:lnTo>
                    <a:pt x="8383884" y="1114616"/>
                  </a:lnTo>
                  <a:lnTo>
                    <a:pt x="8352338" y="1031486"/>
                  </a:lnTo>
                  <a:lnTo>
                    <a:pt x="8320687" y="952075"/>
                  </a:lnTo>
                  <a:lnTo>
                    <a:pt x="8288853" y="876549"/>
                  </a:lnTo>
                  <a:lnTo>
                    <a:pt x="8256734" y="805007"/>
                  </a:lnTo>
                  <a:lnTo>
                    <a:pt x="8224200" y="737487"/>
                  </a:lnTo>
                  <a:lnTo>
                    <a:pt x="8191096" y="673969"/>
                  </a:lnTo>
                  <a:lnTo>
                    <a:pt x="8157233" y="614381"/>
                  </a:lnTo>
                  <a:lnTo>
                    <a:pt x="8151487" y="604801"/>
                  </a:lnTo>
                  <a:lnTo>
                    <a:pt x="8105910" y="534223"/>
                  </a:lnTo>
                  <a:lnTo>
                    <a:pt x="8058042" y="470092"/>
                  </a:lnTo>
                  <a:lnTo>
                    <a:pt x="8007213" y="412144"/>
                  </a:lnTo>
                  <a:lnTo>
                    <a:pt x="7952689" y="359899"/>
                  </a:lnTo>
                  <a:lnTo>
                    <a:pt x="7893716" y="312792"/>
                  </a:lnTo>
                  <a:lnTo>
                    <a:pt x="7829565" y="270255"/>
                  </a:lnTo>
                  <a:lnTo>
                    <a:pt x="7759592" y="231764"/>
                  </a:lnTo>
                  <a:lnTo>
                    <a:pt x="7683318" y="196871"/>
                  </a:lnTo>
                  <a:lnTo>
                    <a:pt x="7600538" y="165216"/>
                  </a:lnTo>
                  <a:lnTo>
                    <a:pt x="7511453" y="136541"/>
                  </a:lnTo>
                  <a:lnTo>
                    <a:pt x="7416831" y="110682"/>
                  </a:lnTo>
                  <a:lnTo>
                    <a:pt x="7318151" y="87573"/>
                  </a:lnTo>
                  <a:lnTo>
                    <a:pt x="7217708" y="67221"/>
                  </a:lnTo>
                  <a:lnTo>
                    <a:pt x="7118597" y="49680"/>
                  </a:lnTo>
                  <a:lnTo>
                    <a:pt x="7024530" y="35009"/>
                  </a:lnTo>
                  <a:lnTo>
                    <a:pt x="6939440" y="23220"/>
                  </a:lnTo>
                  <a:lnTo>
                    <a:pt x="6866909" y="14231"/>
                  </a:lnTo>
                  <a:lnTo>
                    <a:pt x="6809537" y="7833"/>
                  </a:lnTo>
                  <a:lnTo>
                    <a:pt x="6768408" y="3687"/>
                  </a:lnTo>
                  <a:lnTo>
                    <a:pt x="6742804" y="1344"/>
                  </a:lnTo>
                  <a:lnTo>
                    <a:pt x="6730210" y="294"/>
                  </a:lnTo>
                  <a:lnTo>
                    <a:pt x="6726517" y="12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033" y="80"/>
                  </a:lnTo>
                  <a:lnTo>
                    <a:pt x="5247943" y="652"/>
                  </a:lnTo>
                  <a:lnTo>
                    <a:pt x="5232499" y="2234"/>
                  </a:lnTo>
                  <a:lnTo>
                    <a:pt x="5204655" y="5351"/>
                  </a:lnTo>
                  <a:lnTo>
                    <a:pt x="5162686" y="10505"/>
                  </a:lnTo>
                  <a:lnTo>
                    <a:pt x="5106311" y="18125"/>
                  </a:lnTo>
                  <a:lnTo>
                    <a:pt x="5036655" y="28532"/>
                  </a:lnTo>
                  <a:lnTo>
                    <a:pt x="4956005" y="41924"/>
                  </a:lnTo>
                  <a:lnTo>
                    <a:pt x="4867395" y="58377"/>
                  </a:lnTo>
                  <a:lnTo>
                    <a:pt x="4774131" y="77881"/>
                  </a:lnTo>
                  <a:lnTo>
                    <a:pt x="4679361" y="100378"/>
                  </a:lnTo>
                  <a:lnTo>
                    <a:pt x="4585766" y="125809"/>
                  </a:lnTo>
                  <a:lnTo>
                    <a:pt x="4495406" y="154155"/>
                  </a:lnTo>
                  <a:lnTo>
                    <a:pt x="4409683" y="185462"/>
                  </a:lnTo>
                  <a:lnTo>
                    <a:pt x="4329411" y="219864"/>
                  </a:lnTo>
                  <a:lnTo>
                    <a:pt x="4254911" y="257584"/>
                  </a:lnTo>
                  <a:lnTo>
                    <a:pt x="4186138" y="298941"/>
                  </a:lnTo>
                  <a:lnTo>
                    <a:pt x="4122785" y="344344"/>
                  </a:lnTo>
                  <a:lnTo>
                    <a:pt x="4064372" y="394280"/>
                  </a:lnTo>
                  <a:lnTo>
                    <a:pt x="4010324" y="449296"/>
                  </a:lnTo>
                  <a:lnTo>
                    <a:pt x="3960015" y="509970"/>
                  </a:lnTo>
                  <a:lnTo>
                    <a:pt x="3912812" y="576852"/>
                  </a:lnTo>
                  <a:lnTo>
                    <a:pt x="3868110" y="650389"/>
                  </a:lnTo>
                  <a:lnTo>
                    <a:pt x="3829811" y="721948"/>
                  </a:lnTo>
                  <a:lnTo>
                    <a:pt x="3798343" y="786821"/>
                  </a:lnTo>
                  <a:lnTo>
                    <a:pt x="3767567" y="855678"/>
                  </a:lnTo>
                  <a:lnTo>
                    <a:pt x="3737326" y="928599"/>
                  </a:lnTo>
                  <a:lnTo>
                    <a:pt x="3707488" y="1005622"/>
                  </a:lnTo>
                  <a:lnTo>
                    <a:pt x="3677943" y="1086734"/>
                  </a:lnTo>
                  <a:lnTo>
                    <a:pt x="3648599" y="1171873"/>
                  </a:lnTo>
                  <a:lnTo>
                    <a:pt x="3619384" y="1260919"/>
                  </a:lnTo>
                  <a:lnTo>
                    <a:pt x="3590239" y="1353694"/>
                  </a:lnTo>
                  <a:lnTo>
                    <a:pt x="3561122" y="1449962"/>
                  </a:lnTo>
                  <a:lnTo>
                    <a:pt x="3532001" y="1549427"/>
                  </a:lnTo>
                  <a:lnTo>
                    <a:pt x="3502855" y="1651736"/>
                  </a:lnTo>
                  <a:lnTo>
                    <a:pt x="3473674" y="1756483"/>
                  </a:lnTo>
                  <a:lnTo>
                    <a:pt x="3444457" y="1863217"/>
                  </a:lnTo>
                  <a:lnTo>
                    <a:pt x="3415206" y="1971445"/>
                  </a:lnTo>
                  <a:lnTo>
                    <a:pt x="3385933" y="2080644"/>
                  </a:lnTo>
                  <a:lnTo>
                    <a:pt x="3356648" y="2190271"/>
                  </a:lnTo>
                  <a:lnTo>
                    <a:pt x="3327367" y="2299776"/>
                  </a:lnTo>
                  <a:lnTo>
                    <a:pt x="3298102" y="2408608"/>
                  </a:lnTo>
                  <a:lnTo>
                    <a:pt x="3268865" y="2516233"/>
                  </a:lnTo>
                  <a:lnTo>
                    <a:pt x="3239664" y="2622140"/>
                  </a:lnTo>
                  <a:lnTo>
                    <a:pt x="3210500" y="2725855"/>
                  </a:lnTo>
                  <a:lnTo>
                    <a:pt x="3181366" y="2826944"/>
                  </a:lnTo>
                  <a:lnTo>
                    <a:pt x="3152250" y="2925025"/>
                  </a:lnTo>
                  <a:lnTo>
                    <a:pt x="3123125" y="3019770"/>
                  </a:lnTo>
                  <a:lnTo>
                    <a:pt x="3093956" y="3110910"/>
                  </a:lnTo>
                  <a:lnTo>
                    <a:pt x="3064691" y="3198233"/>
                  </a:lnTo>
                  <a:lnTo>
                    <a:pt x="3035268" y="3281590"/>
                  </a:lnTo>
                  <a:lnTo>
                    <a:pt x="3005604" y="3360885"/>
                  </a:lnTo>
                  <a:lnTo>
                    <a:pt x="2975601" y="3436079"/>
                  </a:lnTo>
                  <a:lnTo>
                    <a:pt x="2945140" y="3507182"/>
                  </a:lnTo>
                  <a:lnTo>
                    <a:pt x="2914077" y="3574252"/>
                  </a:lnTo>
                  <a:lnTo>
                    <a:pt x="2896531" y="3609740"/>
                  </a:lnTo>
                  <a:lnTo>
                    <a:pt x="2853598" y="3689412"/>
                  </a:lnTo>
                  <a:lnTo>
                    <a:pt x="2808658" y="3762229"/>
                  </a:lnTo>
                  <a:lnTo>
                    <a:pt x="2761156" y="3828430"/>
                  </a:lnTo>
                  <a:lnTo>
                    <a:pt x="2710481" y="3888477"/>
                  </a:lnTo>
                  <a:lnTo>
                    <a:pt x="2656000" y="3942928"/>
                  </a:lnTo>
                  <a:lnTo>
                    <a:pt x="2597090" y="3992359"/>
                  </a:lnTo>
                  <a:lnTo>
                    <a:pt x="2533183" y="4037312"/>
                  </a:lnTo>
                  <a:lnTo>
                    <a:pt x="2463814" y="4078266"/>
                  </a:lnTo>
                  <a:lnTo>
                    <a:pt x="2388700" y="4115621"/>
                  </a:lnTo>
                  <a:lnTo>
                    <a:pt x="2307827" y="4149685"/>
                  </a:lnTo>
                  <a:lnTo>
                    <a:pt x="2221565" y="4180675"/>
                  </a:lnTo>
                  <a:lnTo>
                    <a:pt x="2130784" y="4208711"/>
                  </a:lnTo>
                  <a:lnTo>
                    <a:pt x="2036956" y="4233833"/>
                  </a:lnTo>
                  <a:lnTo>
                    <a:pt x="1942209" y="4256016"/>
                  </a:lnTo>
                  <a:lnTo>
                    <a:pt x="1849283" y="4275199"/>
                  </a:lnTo>
                  <a:lnTo>
                    <a:pt x="1761361" y="4291327"/>
                  </a:lnTo>
                  <a:lnTo>
                    <a:pt x="1681741" y="4304397"/>
                  </a:lnTo>
                  <a:lnTo>
                    <a:pt x="1613400" y="4314498"/>
                  </a:lnTo>
                  <a:lnTo>
                    <a:pt x="1558521" y="4321839"/>
                  </a:lnTo>
                  <a:lnTo>
                    <a:pt x="1518087" y="4326755"/>
                  </a:lnTo>
                  <a:lnTo>
                    <a:pt x="1491663" y="4329685"/>
                  </a:lnTo>
                  <a:lnTo>
                    <a:pt x="1477375" y="4331135"/>
                  </a:lnTo>
                  <a:lnTo>
                    <a:pt x="1472050" y="4331631"/>
                  </a:lnTo>
                  <a:lnTo>
                    <a:pt x="1471387" y="4331689"/>
                  </a:lnTo>
                  <a:lnTo>
                    <a:pt x="0" y="433168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81" name="pg1781"/>
            <p:cNvSpPr/>
            <p:nvPr/>
          </p:nvSpPr>
          <p:spPr>
            <a:xfrm>
              <a:off x="4799595" y="3761993"/>
              <a:ext cx="11981298" cy="6824453"/>
            </a:xfrm>
            <a:custGeom>
              <a:avLst/>
              <a:pathLst>
                <a:path w="11981298" h="6824453">
                  <a:moveTo>
                    <a:pt x="0" y="6440322"/>
                  </a:moveTo>
                  <a:lnTo>
                    <a:pt x="1471387" y="6440322"/>
                  </a:lnTo>
                  <a:lnTo>
                    <a:pt x="1472623" y="6440332"/>
                  </a:lnTo>
                  <a:lnTo>
                    <a:pt x="1480733" y="6440400"/>
                  </a:lnTo>
                  <a:lnTo>
                    <a:pt x="1501126" y="6440590"/>
                  </a:lnTo>
                  <a:lnTo>
                    <a:pt x="1537455" y="6440963"/>
                  </a:lnTo>
                  <a:lnTo>
                    <a:pt x="1591343" y="6441577"/>
                  </a:lnTo>
                  <a:lnTo>
                    <a:pt x="1662259" y="6442478"/>
                  </a:lnTo>
                  <a:lnTo>
                    <a:pt x="1747742" y="6443694"/>
                  </a:lnTo>
                  <a:lnTo>
                    <a:pt x="1843978" y="6445241"/>
                  </a:lnTo>
                  <a:lnTo>
                    <a:pt x="1946555" y="6447118"/>
                  </a:lnTo>
                  <a:lnTo>
                    <a:pt x="2051197" y="6449319"/>
                  </a:lnTo>
                  <a:lnTo>
                    <a:pt x="2154290" y="6451837"/>
                  </a:lnTo>
                  <a:lnTo>
                    <a:pt x="2253148" y="6454671"/>
                  </a:lnTo>
                  <a:lnTo>
                    <a:pt x="2346045" y="6457829"/>
                  </a:lnTo>
                  <a:lnTo>
                    <a:pt x="2432103" y="6461328"/>
                  </a:lnTo>
                  <a:lnTo>
                    <a:pt x="2511105" y="6465202"/>
                  </a:lnTo>
                  <a:lnTo>
                    <a:pt x="2583307" y="6469493"/>
                  </a:lnTo>
                  <a:lnTo>
                    <a:pt x="2649274" y="6474256"/>
                  </a:lnTo>
                  <a:lnTo>
                    <a:pt x="2709756" y="6479556"/>
                  </a:lnTo>
                  <a:lnTo>
                    <a:pt x="2765583" y="6485460"/>
                  </a:lnTo>
                  <a:lnTo>
                    <a:pt x="2817609" y="6492034"/>
                  </a:lnTo>
                  <a:lnTo>
                    <a:pt x="2866646" y="6499331"/>
                  </a:lnTo>
                  <a:lnTo>
                    <a:pt x="2896531" y="6504344"/>
                  </a:lnTo>
                  <a:lnTo>
                    <a:pt x="2951775" y="6514772"/>
                  </a:lnTo>
                  <a:lnTo>
                    <a:pt x="3005221" y="6526324"/>
                  </a:lnTo>
                  <a:lnTo>
                    <a:pt x="3057589" y="6539015"/>
                  </a:lnTo>
                  <a:lnTo>
                    <a:pt x="3109391" y="6552813"/>
                  </a:lnTo>
                  <a:lnTo>
                    <a:pt x="3160976" y="6567641"/>
                  </a:lnTo>
                  <a:lnTo>
                    <a:pt x="3212557" y="6583368"/>
                  </a:lnTo>
                  <a:lnTo>
                    <a:pt x="3264232" y="6599815"/>
                  </a:lnTo>
                  <a:lnTo>
                    <a:pt x="3316017" y="6616759"/>
                  </a:lnTo>
                  <a:lnTo>
                    <a:pt x="3367868" y="6633947"/>
                  </a:lnTo>
                  <a:lnTo>
                    <a:pt x="3419712" y="6651111"/>
                  </a:lnTo>
                  <a:lnTo>
                    <a:pt x="3471479" y="6667983"/>
                  </a:lnTo>
                  <a:lnTo>
                    <a:pt x="3523134" y="6684315"/>
                  </a:lnTo>
                  <a:lnTo>
                    <a:pt x="3574704" y="6699891"/>
                  </a:lnTo>
                  <a:lnTo>
                    <a:pt x="3626310" y="6714541"/>
                  </a:lnTo>
                  <a:lnTo>
                    <a:pt x="3678184" y="6728143"/>
                  </a:lnTo>
                  <a:lnTo>
                    <a:pt x="3730703" y="6740628"/>
                  </a:lnTo>
                  <a:lnTo>
                    <a:pt x="3784415" y="6751974"/>
                  </a:lnTo>
                  <a:lnTo>
                    <a:pt x="3829811" y="6760431"/>
                  </a:lnTo>
                  <a:lnTo>
                    <a:pt x="3877336" y="6768199"/>
                  </a:lnTo>
                  <a:lnTo>
                    <a:pt x="3927376" y="6775228"/>
                  </a:lnTo>
                  <a:lnTo>
                    <a:pt x="3980695" y="6781550"/>
                  </a:lnTo>
                  <a:lnTo>
                    <a:pt x="4038126" y="6787224"/>
                  </a:lnTo>
                  <a:lnTo>
                    <a:pt x="4100520" y="6792320"/>
                  </a:lnTo>
                  <a:lnTo>
                    <a:pt x="4168689" y="6796904"/>
                  </a:lnTo>
                  <a:lnTo>
                    <a:pt x="4243326" y="6801036"/>
                  </a:lnTo>
                  <a:lnTo>
                    <a:pt x="4324900" y="6804769"/>
                  </a:lnTo>
                  <a:lnTo>
                    <a:pt x="4413516" y="6808140"/>
                  </a:lnTo>
                  <a:lnTo>
                    <a:pt x="4508737" y="6811178"/>
                  </a:lnTo>
                  <a:lnTo>
                    <a:pt x="4609393" y="6813896"/>
                  </a:lnTo>
                  <a:lnTo>
                    <a:pt x="4713416" y="6816299"/>
                  </a:lnTo>
                  <a:lnTo>
                    <a:pt x="4817765" y="6818382"/>
                  </a:lnTo>
                  <a:lnTo>
                    <a:pt x="4918540" y="6820139"/>
                  </a:lnTo>
                  <a:lnTo>
                    <a:pt x="5011340" y="6821564"/>
                  </a:lnTo>
                  <a:lnTo>
                    <a:pt x="5091880" y="6822662"/>
                  </a:lnTo>
                  <a:lnTo>
                    <a:pt x="5156760" y="6823454"/>
                  </a:lnTo>
                  <a:lnTo>
                    <a:pt x="5204174" y="6823974"/>
                  </a:lnTo>
                  <a:lnTo>
                    <a:pt x="5234373" y="6824273"/>
                  </a:lnTo>
                  <a:lnTo>
                    <a:pt x="5249750" y="6824411"/>
                  </a:lnTo>
                  <a:lnTo>
                    <a:pt x="5254633" y="6824451"/>
                  </a:lnTo>
                  <a:lnTo>
                    <a:pt x="5254955" y="6824453"/>
                  </a:lnTo>
                  <a:lnTo>
                    <a:pt x="6726343" y="6824453"/>
                  </a:lnTo>
                  <a:lnTo>
                    <a:pt x="6727108" y="6824349"/>
                  </a:lnTo>
                  <a:lnTo>
                    <a:pt x="6732180" y="6823605"/>
                  </a:lnTo>
                  <a:lnTo>
                    <a:pt x="6745105" y="6821551"/>
                  </a:lnTo>
                  <a:lnTo>
                    <a:pt x="6768558" y="6817501"/>
                  </a:lnTo>
                  <a:lnTo>
                    <a:pt x="6804214" y="6810789"/>
                  </a:lnTo>
                  <a:lnTo>
                    <a:pt x="6852639" y="6800825"/>
                  </a:lnTo>
                  <a:lnTo>
                    <a:pt x="6913279" y="6787137"/>
                  </a:lnTo>
                  <a:lnTo>
                    <a:pt x="6984584" y="6769405"/>
                  </a:lnTo>
                  <a:lnTo>
                    <a:pt x="7064274" y="6747459"/>
                  </a:lnTo>
                  <a:lnTo>
                    <a:pt x="7149676" y="6721261"/>
                  </a:lnTo>
                  <a:lnTo>
                    <a:pt x="7238068" y="6690860"/>
                  </a:lnTo>
                  <a:lnTo>
                    <a:pt x="7326957" y="6656338"/>
                  </a:lnTo>
                  <a:lnTo>
                    <a:pt x="7414267" y="6617762"/>
                  </a:lnTo>
                  <a:lnTo>
                    <a:pt x="7498423" y="6575140"/>
                  </a:lnTo>
                  <a:lnTo>
                    <a:pt x="7578354" y="6528394"/>
                  </a:lnTo>
                  <a:lnTo>
                    <a:pt x="7653441" y="6477338"/>
                  </a:lnTo>
                  <a:lnTo>
                    <a:pt x="7723435" y="6421674"/>
                  </a:lnTo>
                  <a:lnTo>
                    <a:pt x="7788373" y="6360988"/>
                  </a:lnTo>
                  <a:lnTo>
                    <a:pt x="7848498" y="6294756"/>
                  </a:lnTo>
                  <a:lnTo>
                    <a:pt x="7904191" y="6222355"/>
                  </a:lnTo>
                  <a:lnTo>
                    <a:pt x="7955919" y="6143086"/>
                  </a:lnTo>
                  <a:lnTo>
                    <a:pt x="8004191" y="6056202"/>
                  </a:lnTo>
                  <a:lnTo>
                    <a:pt x="8049533" y="5960962"/>
                  </a:lnTo>
                  <a:lnTo>
                    <a:pt x="8092459" y="5856716"/>
                  </a:lnTo>
                  <a:lnTo>
                    <a:pt x="8133445" y="5743031"/>
                  </a:lnTo>
                  <a:lnTo>
                    <a:pt x="8151487" y="5688406"/>
                  </a:lnTo>
                  <a:lnTo>
                    <a:pt x="8176998" y="5606318"/>
                  </a:lnTo>
                  <a:lnTo>
                    <a:pt x="8202035" y="5520148"/>
                  </a:lnTo>
                  <a:lnTo>
                    <a:pt x="8226685" y="5429820"/>
                  </a:lnTo>
                  <a:lnTo>
                    <a:pt x="8251024" y="5335284"/>
                  </a:lnTo>
                  <a:lnTo>
                    <a:pt x="8275119" y="5236523"/>
                  </a:lnTo>
                  <a:lnTo>
                    <a:pt x="8299025" y="5133552"/>
                  </a:lnTo>
                  <a:lnTo>
                    <a:pt x="8322792" y="5026422"/>
                  </a:lnTo>
                  <a:lnTo>
                    <a:pt x="8346460" y="4915219"/>
                  </a:lnTo>
                  <a:lnTo>
                    <a:pt x="8370063" y="4800071"/>
                  </a:lnTo>
                  <a:lnTo>
                    <a:pt x="8393629" y="4681144"/>
                  </a:lnTo>
                  <a:lnTo>
                    <a:pt x="8417179" y="4558644"/>
                  </a:lnTo>
                  <a:lnTo>
                    <a:pt x="8440731" y="4432818"/>
                  </a:lnTo>
                  <a:lnTo>
                    <a:pt x="8464296" y="4303949"/>
                  </a:lnTo>
                  <a:lnTo>
                    <a:pt x="8487881" y="4172359"/>
                  </a:lnTo>
                  <a:lnTo>
                    <a:pt x="8511490" y="4038404"/>
                  </a:lnTo>
                  <a:lnTo>
                    <a:pt x="8535123" y="3902467"/>
                  </a:lnTo>
                  <a:lnTo>
                    <a:pt x="8558778" y="3764961"/>
                  </a:lnTo>
                  <a:lnTo>
                    <a:pt x="8582450" y="3626318"/>
                  </a:lnTo>
                  <a:lnTo>
                    <a:pt x="8606132" y="3486984"/>
                  </a:lnTo>
                  <a:lnTo>
                    <a:pt x="8629819" y="3347418"/>
                  </a:lnTo>
                  <a:lnTo>
                    <a:pt x="8653502" y="3208079"/>
                  </a:lnTo>
                  <a:lnTo>
                    <a:pt x="8677174" y="3069423"/>
                  </a:lnTo>
                  <a:lnTo>
                    <a:pt x="8700830" y="2931900"/>
                  </a:lnTo>
                  <a:lnTo>
                    <a:pt x="8724463" y="2795941"/>
                  </a:lnTo>
                  <a:lnTo>
                    <a:pt x="8748072" y="2661958"/>
                  </a:lnTo>
                  <a:lnTo>
                    <a:pt x="8771657" y="2530335"/>
                  </a:lnTo>
                  <a:lnTo>
                    <a:pt x="8795222" y="2401430"/>
                  </a:lnTo>
                  <a:lnTo>
                    <a:pt x="8818774" y="2275563"/>
                  </a:lnTo>
                  <a:lnTo>
                    <a:pt x="8842325" y="2153019"/>
                  </a:lnTo>
                  <a:lnTo>
                    <a:pt x="8865890" y="2034045"/>
                  </a:lnTo>
                  <a:lnTo>
                    <a:pt x="8889492" y="1918848"/>
                  </a:lnTo>
                  <a:lnTo>
                    <a:pt x="8913159" y="1807594"/>
                  </a:lnTo>
                  <a:lnTo>
                    <a:pt x="8936925" y="1700411"/>
                  </a:lnTo>
                  <a:lnTo>
                    <a:pt x="8960829" y="1597387"/>
                  </a:lnTo>
                  <a:lnTo>
                    <a:pt x="8984921" y="1498572"/>
                  </a:lnTo>
                  <a:lnTo>
                    <a:pt x="9009257" y="1403983"/>
                  </a:lnTo>
                  <a:lnTo>
                    <a:pt x="9033902" y="1313601"/>
                  </a:lnTo>
                  <a:lnTo>
                    <a:pt x="9058934" y="1227379"/>
                  </a:lnTo>
                  <a:lnTo>
                    <a:pt x="9084438" y="1145239"/>
                  </a:lnTo>
                  <a:lnTo>
                    <a:pt x="9084767" y="1144219"/>
                  </a:lnTo>
                  <a:lnTo>
                    <a:pt x="9125018" y="1026215"/>
                  </a:lnTo>
                  <a:lnTo>
                    <a:pt x="9167009" y="917729"/>
                  </a:lnTo>
                  <a:lnTo>
                    <a:pt x="9211194" y="818482"/>
                  </a:lnTo>
                  <a:lnTo>
                    <a:pt x="9258075" y="727902"/>
                  </a:lnTo>
                  <a:lnTo>
                    <a:pt x="9308173" y="645277"/>
                  </a:lnTo>
                  <a:lnTo>
                    <a:pt x="9362008" y="569856"/>
                  </a:lnTo>
                  <a:lnTo>
                    <a:pt x="9420073" y="500913"/>
                  </a:lnTo>
                  <a:lnTo>
                    <a:pt x="9482791" y="437786"/>
                  </a:lnTo>
                  <a:lnTo>
                    <a:pt x="9550477" y="379905"/>
                  </a:lnTo>
                  <a:lnTo>
                    <a:pt x="9623268" y="326806"/>
                  </a:lnTo>
                  <a:lnTo>
                    <a:pt x="9701058" y="278138"/>
                  </a:lnTo>
                  <a:lnTo>
                    <a:pt x="9783405" y="233664"/>
                  </a:lnTo>
                  <a:lnTo>
                    <a:pt x="9869451" y="193259"/>
                  </a:lnTo>
                  <a:lnTo>
                    <a:pt x="9957852" y="156895"/>
                  </a:lnTo>
                  <a:lnTo>
                    <a:pt x="10046756" y="124617"/>
                  </a:lnTo>
                  <a:lnTo>
                    <a:pt x="10133842" y="96506"/>
                  </a:lnTo>
                  <a:lnTo>
                    <a:pt x="10216461" y="72633"/>
                  </a:lnTo>
                  <a:lnTo>
                    <a:pt x="10291877" y="53005"/>
                  </a:lnTo>
                  <a:lnTo>
                    <a:pt x="10357590" y="37516"/>
                  </a:lnTo>
                  <a:lnTo>
                    <a:pt x="10411681" y="25915"/>
                  </a:lnTo>
                  <a:lnTo>
                    <a:pt x="10453119" y="17797"/>
                  </a:lnTo>
                  <a:lnTo>
                    <a:pt x="10481956" y="12621"/>
                  </a:lnTo>
                  <a:lnTo>
                    <a:pt x="10499374" y="9748"/>
                  </a:lnTo>
                  <a:lnTo>
                    <a:pt x="10507613" y="8495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9145" y="104"/>
                  </a:lnTo>
                  <a:lnTo>
                    <a:pt x="10504073" y="848"/>
                  </a:lnTo>
                  <a:lnTo>
                    <a:pt x="10491148" y="2902"/>
                  </a:lnTo>
                  <a:lnTo>
                    <a:pt x="10467696" y="6952"/>
                  </a:lnTo>
                  <a:lnTo>
                    <a:pt x="10432040" y="13664"/>
                  </a:lnTo>
                  <a:lnTo>
                    <a:pt x="10383614" y="23628"/>
                  </a:lnTo>
                  <a:lnTo>
                    <a:pt x="10322974" y="37315"/>
                  </a:lnTo>
                  <a:lnTo>
                    <a:pt x="10251670" y="55048"/>
                  </a:lnTo>
                  <a:lnTo>
                    <a:pt x="10171980" y="76994"/>
                  </a:lnTo>
                  <a:lnTo>
                    <a:pt x="10086577" y="103191"/>
                  </a:lnTo>
                  <a:lnTo>
                    <a:pt x="9998185" y="133592"/>
                  </a:lnTo>
                  <a:lnTo>
                    <a:pt x="9909296" y="168114"/>
                  </a:lnTo>
                  <a:lnTo>
                    <a:pt x="9821986" y="206691"/>
                  </a:lnTo>
                  <a:lnTo>
                    <a:pt x="9737830" y="249312"/>
                  </a:lnTo>
                  <a:lnTo>
                    <a:pt x="9657899" y="296059"/>
                  </a:lnTo>
                  <a:lnTo>
                    <a:pt x="9582812" y="347115"/>
                  </a:lnTo>
                  <a:lnTo>
                    <a:pt x="9512818" y="402778"/>
                  </a:lnTo>
                  <a:lnTo>
                    <a:pt x="9447880" y="463465"/>
                  </a:lnTo>
                  <a:lnTo>
                    <a:pt x="9387755" y="529697"/>
                  </a:lnTo>
                  <a:lnTo>
                    <a:pt x="9332062" y="602097"/>
                  </a:lnTo>
                  <a:lnTo>
                    <a:pt x="9280335" y="681367"/>
                  </a:lnTo>
                  <a:lnTo>
                    <a:pt x="9232062" y="768251"/>
                  </a:lnTo>
                  <a:lnTo>
                    <a:pt x="9186720" y="863491"/>
                  </a:lnTo>
                  <a:lnTo>
                    <a:pt x="9143795" y="967736"/>
                  </a:lnTo>
                  <a:lnTo>
                    <a:pt x="9102808" y="1081422"/>
                  </a:lnTo>
                  <a:lnTo>
                    <a:pt x="9084767" y="1136046"/>
                  </a:lnTo>
                  <a:lnTo>
                    <a:pt x="9059255" y="1218135"/>
                  </a:lnTo>
                  <a:lnTo>
                    <a:pt x="9034218" y="1304304"/>
                  </a:lnTo>
                  <a:lnTo>
                    <a:pt x="9009568" y="1394633"/>
                  </a:lnTo>
                  <a:lnTo>
                    <a:pt x="8985229" y="1489168"/>
                  </a:lnTo>
                  <a:lnTo>
                    <a:pt x="8961134" y="1587929"/>
                  </a:lnTo>
                  <a:lnTo>
                    <a:pt x="8937228" y="1690900"/>
                  </a:lnTo>
                  <a:lnTo>
                    <a:pt x="8913461" y="1798031"/>
                  </a:lnTo>
                  <a:lnTo>
                    <a:pt x="8889793" y="1909234"/>
                  </a:lnTo>
                  <a:lnTo>
                    <a:pt x="8866190" y="2024381"/>
                  </a:lnTo>
                  <a:lnTo>
                    <a:pt x="8842624" y="2143308"/>
                  </a:lnTo>
                  <a:lnTo>
                    <a:pt x="8819074" y="2265808"/>
                  </a:lnTo>
                  <a:lnTo>
                    <a:pt x="8795522" y="2391635"/>
                  </a:lnTo>
                  <a:lnTo>
                    <a:pt x="8771958" y="2520504"/>
                  </a:lnTo>
                  <a:lnTo>
                    <a:pt x="8748373" y="2652093"/>
                  </a:lnTo>
                  <a:lnTo>
                    <a:pt x="8724764" y="2786049"/>
                  </a:lnTo>
                  <a:lnTo>
                    <a:pt x="8701131" y="2921986"/>
                  </a:lnTo>
                  <a:lnTo>
                    <a:pt x="8677476" y="3059492"/>
                  </a:lnTo>
                  <a:lnTo>
                    <a:pt x="8653804" y="3198135"/>
                  </a:lnTo>
                  <a:lnTo>
                    <a:pt x="8630121" y="3337468"/>
                  </a:lnTo>
                  <a:lnTo>
                    <a:pt x="8606434" y="3477035"/>
                  </a:lnTo>
                  <a:lnTo>
                    <a:pt x="8582751" y="3616374"/>
                  </a:lnTo>
                  <a:lnTo>
                    <a:pt x="8559079" y="3755029"/>
                  </a:lnTo>
                  <a:lnTo>
                    <a:pt x="8535424" y="3892552"/>
                  </a:lnTo>
                  <a:lnTo>
                    <a:pt x="8511790" y="4028512"/>
                  </a:lnTo>
                  <a:lnTo>
                    <a:pt x="8488181" y="4162495"/>
                  </a:lnTo>
                  <a:lnTo>
                    <a:pt x="8464596" y="4294117"/>
                  </a:lnTo>
                  <a:lnTo>
                    <a:pt x="8441031" y="4423023"/>
                  </a:lnTo>
                  <a:lnTo>
                    <a:pt x="8417479" y="4548890"/>
                  </a:lnTo>
                  <a:lnTo>
                    <a:pt x="8393929" y="4671434"/>
                  </a:lnTo>
                  <a:lnTo>
                    <a:pt x="8370363" y="4790407"/>
                  </a:lnTo>
                  <a:lnTo>
                    <a:pt x="8346761" y="4905605"/>
                  </a:lnTo>
                  <a:lnTo>
                    <a:pt x="8323094" y="5016858"/>
                  </a:lnTo>
                  <a:lnTo>
                    <a:pt x="8299329" y="5124041"/>
                  </a:lnTo>
                  <a:lnTo>
                    <a:pt x="8275424" y="5227066"/>
                  </a:lnTo>
                  <a:lnTo>
                    <a:pt x="8251332" y="5325880"/>
                  </a:lnTo>
                  <a:lnTo>
                    <a:pt x="8226997" y="5420470"/>
                  </a:lnTo>
                  <a:lnTo>
                    <a:pt x="8202351" y="5510851"/>
                  </a:lnTo>
                  <a:lnTo>
                    <a:pt x="8177320" y="5597074"/>
                  </a:lnTo>
                  <a:lnTo>
                    <a:pt x="8151815" y="5679214"/>
                  </a:lnTo>
                  <a:lnTo>
                    <a:pt x="8151487" y="5680233"/>
                  </a:lnTo>
                  <a:lnTo>
                    <a:pt x="8111235" y="5798237"/>
                  </a:lnTo>
                  <a:lnTo>
                    <a:pt x="8069244" y="5906723"/>
                  </a:lnTo>
                  <a:lnTo>
                    <a:pt x="8025059" y="6005971"/>
                  </a:lnTo>
                  <a:lnTo>
                    <a:pt x="7978178" y="6096551"/>
                  </a:lnTo>
                  <a:lnTo>
                    <a:pt x="7928081" y="6179176"/>
                  </a:lnTo>
                  <a:lnTo>
                    <a:pt x="7874245" y="6254596"/>
                  </a:lnTo>
                  <a:lnTo>
                    <a:pt x="7816181" y="6323540"/>
                  </a:lnTo>
                  <a:lnTo>
                    <a:pt x="7753462" y="6386667"/>
                  </a:lnTo>
                  <a:lnTo>
                    <a:pt x="7685777" y="6444547"/>
                  </a:lnTo>
                  <a:lnTo>
                    <a:pt x="7612985" y="6497646"/>
                  </a:lnTo>
                  <a:lnTo>
                    <a:pt x="7535195" y="6546315"/>
                  </a:lnTo>
                  <a:lnTo>
                    <a:pt x="7452848" y="6590789"/>
                  </a:lnTo>
                  <a:lnTo>
                    <a:pt x="7366803" y="6631194"/>
                  </a:lnTo>
                  <a:lnTo>
                    <a:pt x="7278401" y="6667558"/>
                  </a:lnTo>
                  <a:lnTo>
                    <a:pt x="7189497" y="6699835"/>
                  </a:lnTo>
                  <a:lnTo>
                    <a:pt x="7102412" y="6727946"/>
                  </a:lnTo>
                  <a:lnTo>
                    <a:pt x="7019793" y="6751819"/>
                  </a:lnTo>
                  <a:lnTo>
                    <a:pt x="6944376" y="6771448"/>
                  </a:lnTo>
                  <a:lnTo>
                    <a:pt x="6878663" y="6786937"/>
                  </a:lnTo>
                  <a:lnTo>
                    <a:pt x="6824572" y="6798537"/>
                  </a:lnTo>
                  <a:lnTo>
                    <a:pt x="6783134" y="6806655"/>
                  </a:lnTo>
                  <a:lnTo>
                    <a:pt x="6754297" y="6811832"/>
                  </a:lnTo>
                  <a:lnTo>
                    <a:pt x="6736879" y="6814705"/>
                  </a:lnTo>
                  <a:lnTo>
                    <a:pt x="6728640" y="6815957"/>
                  </a:lnTo>
                  <a:lnTo>
                    <a:pt x="6726343" y="6816280"/>
                  </a:lnTo>
                  <a:lnTo>
                    <a:pt x="5254955" y="6816280"/>
                  </a:lnTo>
                  <a:lnTo>
                    <a:pt x="5253719" y="6816270"/>
                  </a:lnTo>
                  <a:lnTo>
                    <a:pt x="5245609" y="6816202"/>
                  </a:lnTo>
                  <a:lnTo>
                    <a:pt x="5225216" y="6816012"/>
                  </a:lnTo>
                  <a:lnTo>
                    <a:pt x="5188887" y="6815639"/>
                  </a:lnTo>
                  <a:lnTo>
                    <a:pt x="5134999" y="6815025"/>
                  </a:lnTo>
                  <a:lnTo>
                    <a:pt x="5064083" y="6814125"/>
                  </a:lnTo>
                  <a:lnTo>
                    <a:pt x="4978600" y="6812908"/>
                  </a:lnTo>
                  <a:lnTo>
                    <a:pt x="4882364" y="6811362"/>
                  </a:lnTo>
                  <a:lnTo>
                    <a:pt x="4779787" y="6809485"/>
                  </a:lnTo>
                  <a:lnTo>
                    <a:pt x="4675145" y="6807284"/>
                  </a:lnTo>
                  <a:lnTo>
                    <a:pt x="4572052" y="6804765"/>
                  </a:lnTo>
                  <a:lnTo>
                    <a:pt x="4473194" y="6801931"/>
                  </a:lnTo>
                  <a:lnTo>
                    <a:pt x="4380297" y="6798774"/>
                  </a:lnTo>
                  <a:lnTo>
                    <a:pt x="4294239" y="6795274"/>
                  </a:lnTo>
                  <a:lnTo>
                    <a:pt x="4215237" y="6791400"/>
                  </a:lnTo>
                  <a:lnTo>
                    <a:pt x="4143036" y="6787109"/>
                  </a:lnTo>
                  <a:lnTo>
                    <a:pt x="4077068" y="6782346"/>
                  </a:lnTo>
                  <a:lnTo>
                    <a:pt x="4016587" y="6777046"/>
                  </a:lnTo>
                  <a:lnTo>
                    <a:pt x="3960759" y="6771143"/>
                  </a:lnTo>
                  <a:lnTo>
                    <a:pt x="3908733" y="6764568"/>
                  </a:lnTo>
                  <a:lnTo>
                    <a:pt x="3859696" y="6757271"/>
                  </a:lnTo>
                  <a:lnTo>
                    <a:pt x="3829811" y="6752258"/>
                  </a:lnTo>
                  <a:lnTo>
                    <a:pt x="3774567" y="6741830"/>
                  </a:lnTo>
                  <a:lnTo>
                    <a:pt x="3721121" y="6730278"/>
                  </a:lnTo>
                  <a:lnTo>
                    <a:pt x="3668753" y="6717588"/>
                  </a:lnTo>
                  <a:lnTo>
                    <a:pt x="3616951" y="6703789"/>
                  </a:lnTo>
                  <a:lnTo>
                    <a:pt x="3565366" y="6688961"/>
                  </a:lnTo>
                  <a:lnTo>
                    <a:pt x="3513786" y="6673234"/>
                  </a:lnTo>
                  <a:lnTo>
                    <a:pt x="3462110" y="6656788"/>
                  </a:lnTo>
                  <a:lnTo>
                    <a:pt x="3410325" y="6639843"/>
                  </a:lnTo>
                  <a:lnTo>
                    <a:pt x="3358474" y="6622655"/>
                  </a:lnTo>
                  <a:lnTo>
                    <a:pt x="3306631" y="6605491"/>
                  </a:lnTo>
                  <a:lnTo>
                    <a:pt x="3254863" y="6588619"/>
                  </a:lnTo>
                  <a:lnTo>
                    <a:pt x="3203208" y="6572287"/>
                  </a:lnTo>
                  <a:lnTo>
                    <a:pt x="3151638" y="6556711"/>
                  </a:lnTo>
                  <a:lnTo>
                    <a:pt x="3100032" y="6542062"/>
                  </a:lnTo>
                  <a:lnTo>
                    <a:pt x="3048158" y="6528460"/>
                  </a:lnTo>
                  <a:lnTo>
                    <a:pt x="2995639" y="6515975"/>
                  </a:lnTo>
                  <a:lnTo>
                    <a:pt x="2941927" y="6504628"/>
                  </a:lnTo>
                  <a:lnTo>
                    <a:pt x="2896531" y="6496171"/>
                  </a:lnTo>
                  <a:lnTo>
                    <a:pt x="2849007" y="6488403"/>
                  </a:lnTo>
                  <a:lnTo>
                    <a:pt x="2798966" y="6481375"/>
                  </a:lnTo>
                  <a:lnTo>
                    <a:pt x="2745647" y="6475053"/>
                  </a:lnTo>
                  <a:lnTo>
                    <a:pt x="2688216" y="6469378"/>
                  </a:lnTo>
                  <a:lnTo>
                    <a:pt x="2625822" y="6464282"/>
                  </a:lnTo>
                  <a:lnTo>
                    <a:pt x="2557653" y="6459699"/>
                  </a:lnTo>
                  <a:lnTo>
                    <a:pt x="2483016" y="6455566"/>
                  </a:lnTo>
                  <a:lnTo>
                    <a:pt x="2401442" y="6451834"/>
                  </a:lnTo>
                  <a:lnTo>
                    <a:pt x="2312826" y="6448462"/>
                  </a:lnTo>
                  <a:lnTo>
                    <a:pt x="2217605" y="6445425"/>
                  </a:lnTo>
                  <a:lnTo>
                    <a:pt x="2116949" y="6442706"/>
                  </a:lnTo>
                  <a:lnTo>
                    <a:pt x="2012926" y="6440303"/>
                  </a:lnTo>
                  <a:lnTo>
                    <a:pt x="1908577" y="6438220"/>
                  </a:lnTo>
                  <a:lnTo>
                    <a:pt x="1807803" y="6436463"/>
                  </a:lnTo>
                  <a:lnTo>
                    <a:pt x="1715003" y="6435038"/>
                  </a:lnTo>
                  <a:lnTo>
                    <a:pt x="1634462" y="6433940"/>
                  </a:lnTo>
                  <a:lnTo>
                    <a:pt x="1569582" y="6433149"/>
                  </a:lnTo>
                  <a:lnTo>
                    <a:pt x="1522168" y="6432629"/>
                  </a:lnTo>
                  <a:lnTo>
                    <a:pt x="1491969" y="6432330"/>
                  </a:lnTo>
                  <a:lnTo>
                    <a:pt x="1476592" y="6432192"/>
                  </a:lnTo>
                  <a:lnTo>
                    <a:pt x="1471709" y="6432152"/>
                  </a:lnTo>
                  <a:lnTo>
                    <a:pt x="1471387" y="6432149"/>
                  </a:lnTo>
                  <a:lnTo>
                    <a:pt x="0" y="6432149"/>
                  </a:lnTo>
                  <a:close/>
                </a:path>
              </a:pathLst>
            </a:custGeom>
            <a:solidFill>
              <a:srgbClr val="B497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782" name="pl1782"/>
            <p:cNvSpPr/>
            <p:nvPr/>
          </p:nvSpPr>
          <p:spPr>
            <a:xfrm>
              <a:off x="4799595" y="3770166"/>
              <a:ext cx="11981298" cy="6816280"/>
            </a:xfrm>
            <a:custGeom>
              <a:avLst/>
              <a:pathLst>
                <a:path w="11981298" h="6816280">
                  <a:moveTo>
                    <a:pt x="0" y="6432149"/>
                  </a:moveTo>
                  <a:lnTo>
                    <a:pt x="1471387" y="6432149"/>
                  </a:lnTo>
                  <a:lnTo>
                    <a:pt x="1472623" y="6432159"/>
                  </a:lnTo>
                  <a:lnTo>
                    <a:pt x="1480733" y="6432227"/>
                  </a:lnTo>
                  <a:lnTo>
                    <a:pt x="1501126" y="6432417"/>
                  </a:lnTo>
                  <a:lnTo>
                    <a:pt x="1537455" y="6432790"/>
                  </a:lnTo>
                  <a:lnTo>
                    <a:pt x="1591343" y="6433404"/>
                  </a:lnTo>
                  <a:lnTo>
                    <a:pt x="1662259" y="6434305"/>
                  </a:lnTo>
                  <a:lnTo>
                    <a:pt x="1747742" y="6435521"/>
                  </a:lnTo>
                  <a:lnTo>
                    <a:pt x="1843978" y="6437068"/>
                  </a:lnTo>
                  <a:lnTo>
                    <a:pt x="1946555" y="6438945"/>
                  </a:lnTo>
                  <a:lnTo>
                    <a:pt x="2051197" y="6441146"/>
                  </a:lnTo>
                  <a:lnTo>
                    <a:pt x="2154290" y="6443664"/>
                  </a:lnTo>
                  <a:lnTo>
                    <a:pt x="2253148" y="6446498"/>
                  </a:lnTo>
                  <a:lnTo>
                    <a:pt x="2346045" y="6449656"/>
                  </a:lnTo>
                  <a:lnTo>
                    <a:pt x="2432103" y="6453155"/>
                  </a:lnTo>
                  <a:lnTo>
                    <a:pt x="2511105" y="6457029"/>
                  </a:lnTo>
                  <a:lnTo>
                    <a:pt x="2583307" y="6461320"/>
                  </a:lnTo>
                  <a:lnTo>
                    <a:pt x="2649274" y="6466083"/>
                  </a:lnTo>
                  <a:lnTo>
                    <a:pt x="2709756" y="6471383"/>
                  </a:lnTo>
                  <a:lnTo>
                    <a:pt x="2765583" y="6477287"/>
                  </a:lnTo>
                  <a:lnTo>
                    <a:pt x="2817609" y="6483861"/>
                  </a:lnTo>
                  <a:lnTo>
                    <a:pt x="2866646" y="6491158"/>
                  </a:lnTo>
                  <a:lnTo>
                    <a:pt x="2896531" y="6496171"/>
                  </a:lnTo>
                  <a:lnTo>
                    <a:pt x="2951775" y="6506599"/>
                  </a:lnTo>
                  <a:lnTo>
                    <a:pt x="3005221" y="6518151"/>
                  </a:lnTo>
                  <a:lnTo>
                    <a:pt x="3057589" y="6530842"/>
                  </a:lnTo>
                  <a:lnTo>
                    <a:pt x="3109391" y="6544640"/>
                  </a:lnTo>
                  <a:lnTo>
                    <a:pt x="3160976" y="6559468"/>
                  </a:lnTo>
                  <a:lnTo>
                    <a:pt x="3212557" y="6575195"/>
                  </a:lnTo>
                  <a:lnTo>
                    <a:pt x="3264232" y="6591642"/>
                  </a:lnTo>
                  <a:lnTo>
                    <a:pt x="3316017" y="6608586"/>
                  </a:lnTo>
                  <a:lnTo>
                    <a:pt x="3367868" y="6625774"/>
                  </a:lnTo>
                  <a:lnTo>
                    <a:pt x="3419712" y="6642938"/>
                  </a:lnTo>
                  <a:lnTo>
                    <a:pt x="3471479" y="6659810"/>
                  </a:lnTo>
                  <a:lnTo>
                    <a:pt x="3523134" y="6676142"/>
                  </a:lnTo>
                  <a:lnTo>
                    <a:pt x="3574704" y="6691718"/>
                  </a:lnTo>
                  <a:lnTo>
                    <a:pt x="3626310" y="6706368"/>
                  </a:lnTo>
                  <a:lnTo>
                    <a:pt x="3678184" y="6719970"/>
                  </a:lnTo>
                  <a:lnTo>
                    <a:pt x="3730703" y="6732455"/>
                  </a:lnTo>
                  <a:lnTo>
                    <a:pt x="3784415" y="6743801"/>
                  </a:lnTo>
                  <a:lnTo>
                    <a:pt x="3829811" y="6752258"/>
                  </a:lnTo>
                  <a:lnTo>
                    <a:pt x="3877336" y="6760026"/>
                  </a:lnTo>
                  <a:lnTo>
                    <a:pt x="3927376" y="6767055"/>
                  </a:lnTo>
                  <a:lnTo>
                    <a:pt x="3980695" y="6773377"/>
                  </a:lnTo>
                  <a:lnTo>
                    <a:pt x="4038126" y="6779051"/>
                  </a:lnTo>
                  <a:lnTo>
                    <a:pt x="4100520" y="6784147"/>
                  </a:lnTo>
                  <a:lnTo>
                    <a:pt x="4168689" y="6788731"/>
                  </a:lnTo>
                  <a:lnTo>
                    <a:pt x="4243326" y="6792863"/>
                  </a:lnTo>
                  <a:lnTo>
                    <a:pt x="4324900" y="6796596"/>
                  </a:lnTo>
                  <a:lnTo>
                    <a:pt x="4413516" y="6799967"/>
                  </a:lnTo>
                  <a:lnTo>
                    <a:pt x="4508737" y="6803005"/>
                  </a:lnTo>
                  <a:lnTo>
                    <a:pt x="4609393" y="6805723"/>
                  </a:lnTo>
                  <a:lnTo>
                    <a:pt x="4713416" y="6808126"/>
                  </a:lnTo>
                  <a:lnTo>
                    <a:pt x="4817765" y="6810209"/>
                  </a:lnTo>
                  <a:lnTo>
                    <a:pt x="4918540" y="6811966"/>
                  </a:lnTo>
                  <a:lnTo>
                    <a:pt x="5011340" y="6813391"/>
                  </a:lnTo>
                  <a:lnTo>
                    <a:pt x="5091880" y="6814489"/>
                  </a:lnTo>
                  <a:lnTo>
                    <a:pt x="5156760" y="6815281"/>
                  </a:lnTo>
                  <a:lnTo>
                    <a:pt x="5204174" y="6815801"/>
                  </a:lnTo>
                  <a:lnTo>
                    <a:pt x="5234373" y="6816100"/>
                  </a:lnTo>
                  <a:lnTo>
                    <a:pt x="5249750" y="6816238"/>
                  </a:lnTo>
                  <a:lnTo>
                    <a:pt x="5254633" y="6816278"/>
                  </a:lnTo>
                  <a:lnTo>
                    <a:pt x="5254955" y="6816280"/>
                  </a:lnTo>
                  <a:lnTo>
                    <a:pt x="6726343" y="6816280"/>
                  </a:lnTo>
                  <a:lnTo>
                    <a:pt x="6727108" y="6816176"/>
                  </a:lnTo>
                  <a:lnTo>
                    <a:pt x="6732180" y="6815432"/>
                  </a:lnTo>
                  <a:lnTo>
                    <a:pt x="6745105" y="6813378"/>
                  </a:lnTo>
                  <a:lnTo>
                    <a:pt x="6768558" y="6809328"/>
                  </a:lnTo>
                  <a:lnTo>
                    <a:pt x="6804214" y="6802616"/>
                  </a:lnTo>
                  <a:lnTo>
                    <a:pt x="6852639" y="6792652"/>
                  </a:lnTo>
                  <a:lnTo>
                    <a:pt x="6913279" y="6778964"/>
                  </a:lnTo>
                  <a:lnTo>
                    <a:pt x="6984584" y="6761232"/>
                  </a:lnTo>
                  <a:lnTo>
                    <a:pt x="7064274" y="6739286"/>
                  </a:lnTo>
                  <a:lnTo>
                    <a:pt x="7149676" y="6713088"/>
                  </a:lnTo>
                  <a:lnTo>
                    <a:pt x="7238068" y="6682687"/>
                  </a:lnTo>
                  <a:lnTo>
                    <a:pt x="7326957" y="6648165"/>
                  </a:lnTo>
                  <a:lnTo>
                    <a:pt x="7414267" y="6609589"/>
                  </a:lnTo>
                  <a:lnTo>
                    <a:pt x="7498423" y="6566967"/>
                  </a:lnTo>
                  <a:lnTo>
                    <a:pt x="7578354" y="6520221"/>
                  </a:lnTo>
                  <a:lnTo>
                    <a:pt x="7653441" y="6469165"/>
                  </a:lnTo>
                  <a:lnTo>
                    <a:pt x="7723435" y="6413501"/>
                  </a:lnTo>
                  <a:lnTo>
                    <a:pt x="7788373" y="6352815"/>
                  </a:lnTo>
                  <a:lnTo>
                    <a:pt x="7848498" y="6286583"/>
                  </a:lnTo>
                  <a:lnTo>
                    <a:pt x="7904191" y="6214182"/>
                  </a:lnTo>
                  <a:lnTo>
                    <a:pt x="7955919" y="6134913"/>
                  </a:lnTo>
                  <a:lnTo>
                    <a:pt x="8004191" y="6048029"/>
                  </a:lnTo>
                  <a:lnTo>
                    <a:pt x="8049533" y="5952789"/>
                  </a:lnTo>
                  <a:lnTo>
                    <a:pt x="8092459" y="5848543"/>
                  </a:lnTo>
                  <a:lnTo>
                    <a:pt x="8133445" y="5734858"/>
                  </a:lnTo>
                  <a:lnTo>
                    <a:pt x="8151487" y="5680233"/>
                  </a:lnTo>
                  <a:lnTo>
                    <a:pt x="8176998" y="5598145"/>
                  </a:lnTo>
                  <a:lnTo>
                    <a:pt x="8202035" y="5511975"/>
                  </a:lnTo>
                  <a:lnTo>
                    <a:pt x="8226685" y="5421647"/>
                  </a:lnTo>
                  <a:lnTo>
                    <a:pt x="8251024" y="5327111"/>
                  </a:lnTo>
                  <a:lnTo>
                    <a:pt x="8275119" y="5228350"/>
                  </a:lnTo>
                  <a:lnTo>
                    <a:pt x="8299025" y="5125379"/>
                  </a:lnTo>
                  <a:lnTo>
                    <a:pt x="8322792" y="5018249"/>
                  </a:lnTo>
                  <a:lnTo>
                    <a:pt x="8346460" y="4907046"/>
                  </a:lnTo>
                  <a:lnTo>
                    <a:pt x="8370063" y="4791898"/>
                  </a:lnTo>
                  <a:lnTo>
                    <a:pt x="8393629" y="4672971"/>
                  </a:lnTo>
                  <a:lnTo>
                    <a:pt x="8417179" y="4550471"/>
                  </a:lnTo>
                  <a:lnTo>
                    <a:pt x="8440731" y="4424645"/>
                  </a:lnTo>
                  <a:lnTo>
                    <a:pt x="8464296" y="4295776"/>
                  </a:lnTo>
                  <a:lnTo>
                    <a:pt x="8487881" y="4164186"/>
                  </a:lnTo>
                  <a:lnTo>
                    <a:pt x="8511490" y="4030231"/>
                  </a:lnTo>
                  <a:lnTo>
                    <a:pt x="8535123" y="3894294"/>
                  </a:lnTo>
                  <a:lnTo>
                    <a:pt x="8558778" y="3756788"/>
                  </a:lnTo>
                  <a:lnTo>
                    <a:pt x="8582450" y="3618145"/>
                  </a:lnTo>
                  <a:lnTo>
                    <a:pt x="8606132" y="3478811"/>
                  </a:lnTo>
                  <a:lnTo>
                    <a:pt x="8629819" y="3339245"/>
                  </a:lnTo>
                  <a:lnTo>
                    <a:pt x="8653502" y="3199906"/>
                  </a:lnTo>
                  <a:lnTo>
                    <a:pt x="8677174" y="3061250"/>
                  </a:lnTo>
                  <a:lnTo>
                    <a:pt x="8700830" y="2923727"/>
                  </a:lnTo>
                  <a:lnTo>
                    <a:pt x="8724463" y="2787768"/>
                  </a:lnTo>
                  <a:lnTo>
                    <a:pt x="8748072" y="2653785"/>
                  </a:lnTo>
                  <a:lnTo>
                    <a:pt x="8771657" y="2522162"/>
                  </a:lnTo>
                  <a:lnTo>
                    <a:pt x="8795222" y="2393257"/>
                  </a:lnTo>
                  <a:lnTo>
                    <a:pt x="8818774" y="2267390"/>
                  </a:lnTo>
                  <a:lnTo>
                    <a:pt x="8842325" y="2144846"/>
                  </a:lnTo>
                  <a:lnTo>
                    <a:pt x="8865890" y="2025872"/>
                  </a:lnTo>
                  <a:lnTo>
                    <a:pt x="8889492" y="1910675"/>
                  </a:lnTo>
                  <a:lnTo>
                    <a:pt x="8913159" y="1799421"/>
                  </a:lnTo>
                  <a:lnTo>
                    <a:pt x="8936925" y="1692238"/>
                  </a:lnTo>
                  <a:lnTo>
                    <a:pt x="8960829" y="1589214"/>
                  </a:lnTo>
                  <a:lnTo>
                    <a:pt x="8984921" y="1490399"/>
                  </a:lnTo>
                  <a:lnTo>
                    <a:pt x="9009257" y="1395810"/>
                  </a:lnTo>
                  <a:lnTo>
                    <a:pt x="9033902" y="1305428"/>
                  </a:lnTo>
                  <a:lnTo>
                    <a:pt x="9058934" y="1219206"/>
                  </a:lnTo>
                  <a:lnTo>
                    <a:pt x="9084438" y="1137066"/>
                  </a:lnTo>
                  <a:lnTo>
                    <a:pt x="9084767" y="1136046"/>
                  </a:lnTo>
                  <a:lnTo>
                    <a:pt x="9125018" y="1018042"/>
                  </a:lnTo>
                  <a:lnTo>
                    <a:pt x="9167009" y="909556"/>
                  </a:lnTo>
                  <a:lnTo>
                    <a:pt x="9211194" y="810309"/>
                  </a:lnTo>
                  <a:lnTo>
                    <a:pt x="9258075" y="719729"/>
                  </a:lnTo>
                  <a:lnTo>
                    <a:pt x="9308173" y="637104"/>
                  </a:lnTo>
                  <a:lnTo>
                    <a:pt x="9362008" y="561683"/>
                  </a:lnTo>
                  <a:lnTo>
                    <a:pt x="9420073" y="492740"/>
                  </a:lnTo>
                  <a:lnTo>
                    <a:pt x="9482791" y="429613"/>
                  </a:lnTo>
                  <a:lnTo>
                    <a:pt x="9550477" y="371732"/>
                  </a:lnTo>
                  <a:lnTo>
                    <a:pt x="9623268" y="318633"/>
                  </a:lnTo>
                  <a:lnTo>
                    <a:pt x="9701058" y="269965"/>
                  </a:lnTo>
                  <a:lnTo>
                    <a:pt x="9783405" y="225491"/>
                  </a:lnTo>
                  <a:lnTo>
                    <a:pt x="9869451" y="185086"/>
                  </a:lnTo>
                  <a:lnTo>
                    <a:pt x="9957852" y="148722"/>
                  </a:lnTo>
                  <a:lnTo>
                    <a:pt x="10046756" y="116444"/>
                  </a:lnTo>
                  <a:lnTo>
                    <a:pt x="10133842" y="88333"/>
                  </a:lnTo>
                  <a:lnTo>
                    <a:pt x="10216461" y="64460"/>
                  </a:lnTo>
                  <a:lnTo>
                    <a:pt x="10291877" y="44832"/>
                  </a:lnTo>
                  <a:lnTo>
                    <a:pt x="10357590" y="29343"/>
                  </a:lnTo>
                  <a:lnTo>
                    <a:pt x="10411681" y="17742"/>
                  </a:lnTo>
                  <a:lnTo>
                    <a:pt x="10453119" y="9624"/>
                  </a:lnTo>
                  <a:lnTo>
                    <a:pt x="10481956" y="4448"/>
                  </a:lnTo>
                  <a:lnTo>
                    <a:pt x="10499374" y="1575"/>
                  </a:lnTo>
                  <a:lnTo>
                    <a:pt x="10507613" y="322"/>
                  </a:lnTo>
                  <a:lnTo>
                    <a:pt x="10509838" y="9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83" name="pl1783"/>
            <p:cNvSpPr/>
            <p:nvPr/>
          </p:nvSpPr>
          <p:spPr>
            <a:xfrm>
              <a:off x="4799595" y="3761993"/>
              <a:ext cx="11981298" cy="6816280"/>
            </a:xfrm>
            <a:custGeom>
              <a:avLst/>
              <a:pathLst>
                <a:path w="11981298" h="6816280">
                  <a:moveTo>
                    <a:pt x="11981298" y="0"/>
                  </a:moveTo>
                  <a:lnTo>
                    <a:pt x="10509911" y="0"/>
                  </a:lnTo>
                  <a:lnTo>
                    <a:pt x="10509145" y="104"/>
                  </a:lnTo>
                  <a:lnTo>
                    <a:pt x="10504073" y="848"/>
                  </a:lnTo>
                  <a:lnTo>
                    <a:pt x="10491148" y="2902"/>
                  </a:lnTo>
                  <a:lnTo>
                    <a:pt x="10467696" y="6952"/>
                  </a:lnTo>
                  <a:lnTo>
                    <a:pt x="10432040" y="13664"/>
                  </a:lnTo>
                  <a:lnTo>
                    <a:pt x="10383614" y="23628"/>
                  </a:lnTo>
                  <a:lnTo>
                    <a:pt x="10322974" y="37315"/>
                  </a:lnTo>
                  <a:lnTo>
                    <a:pt x="10251670" y="55048"/>
                  </a:lnTo>
                  <a:lnTo>
                    <a:pt x="10171980" y="76994"/>
                  </a:lnTo>
                  <a:lnTo>
                    <a:pt x="10086577" y="103191"/>
                  </a:lnTo>
                  <a:lnTo>
                    <a:pt x="9998185" y="133592"/>
                  </a:lnTo>
                  <a:lnTo>
                    <a:pt x="9909296" y="168114"/>
                  </a:lnTo>
                  <a:lnTo>
                    <a:pt x="9821986" y="206691"/>
                  </a:lnTo>
                  <a:lnTo>
                    <a:pt x="9737830" y="249312"/>
                  </a:lnTo>
                  <a:lnTo>
                    <a:pt x="9657899" y="296059"/>
                  </a:lnTo>
                  <a:lnTo>
                    <a:pt x="9582812" y="347115"/>
                  </a:lnTo>
                  <a:lnTo>
                    <a:pt x="9512818" y="402778"/>
                  </a:lnTo>
                  <a:lnTo>
                    <a:pt x="9447880" y="463465"/>
                  </a:lnTo>
                  <a:lnTo>
                    <a:pt x="9387755" y="529697"/>
                  </a:lnTo>
                  <a:lnTo>
                    <a:pt x="9332062" y="602097"/>
                  </a:lnTo>
                  <a:lnTo>
                    <a:pt x="9280335" y="681367"/>
                  </a:lnTo>
                  <a:lnTo>
                    <a:pt x="9232062" y="768251"/>
                  </a:lnTo>
                  <a:lnTo>
                    <a:pt x="9186720" y="863491"/>
                  </a:lnTo>
                  <a:lnTo>
                    <a:pt x="9143795" y="967736"/>
                  </a:lnTo>
                  <a:lnTo>
                    <a:pt x="9102808" y="1081422"/>
                  </a:lnTo>
                  <a:lnTo>
                    <a:pt x="9084767" y="1136046"/>
                  </a:lnTo>
                  <a:lnTo>
                    <a:pt x="9059255" y="1218135"/>
                  </a:lnTo>
                  <a:lnTo>
                    <a:pt x="9034218" y="1304304"/>
                  </a:lnTo>
                  <a:lnTo>
                    <a:pt x="9009568" y="1394633"/>
                  </a:lnTo>
                  <a:lnTo>
                    <a:pt x="8985229" y="1489168"/>
                  </a:lnTo>
                  <a:lnTo>
                    <a:pt x="8961134" y="1587929"/>
                  </a:lnTo>
                  <a:lnTo>
                    <a:pt x="8937228" y="1690900"/>
                  </a:lnTo>
                  <a:lnTo>
                    <a:pt x="8913461" y="1798031"/>
                  </a:lnTo>
                  <a:lnTo>
                    <a:pt x="8889793" y="1909234"/>
                  </a:lnTo>
                  <a:lnTo>
                    <a:pt x="8866190" y="2024381"/>
                  </a:lnTo>
                  <a:lnTo>
                    <a:pt x="8842624" y="2143308"/>
                  </a:lnTo>
                  <a:lnTo>
                    <a:pt x="8819074" y="2265808"/>
                  </a:lnTo>
                  <a:lnTo>
                    <a:pt x="8795522" y="2391635"/>
                  </a:lnTo>
                  <a:lnTo>
                    <a:pt x="8771958" y="2520504"/>
                  </a:lnTo>
                  <a:lnTo>
                    <a:pt x="8748373" y="2652093"/>
                  </a:lnTo>
                  <a:lnTo>
                    <a:pt x="8724764" y="2786049"/>
                  </a:lnTo>
                  <a:lnTo>
                    <a:pt x="8701131" y="2921986"/>
                  </a:lnTo>
                  <a:lnTo>
                    <a:pt x="8677476" y="3059492"/>
                  </a:lnTo>
                  <a:lnTo>
                    <a:pt x="8653804" y="3198135"/>
                  </a:lnTo>
                  <a:lnTo>
                    <a:pt x="8630121" y="3337468"/>
                  </a:lnTo>
                  <a:lnTo>
                    <a:pt x="8606434" y="3477035"/>
                  </a:lnTo>
                  <a:lnTo>
                    <a:pt x="8582751" y="3616374"/>
                  </a:lnTo>
                  <a:lnTo>
                    <a:pt x="8559079" y="3755029"/>
                  </a:lnTo>
                  <a:lnTo>
                    <a:pt x="8535424" y="3892552"/>
                  </a:lnTo>
                  <a:lnTo>
                    <a:pt x="8511790" y="4028512"/>
                  </a:lnTo>
                  <a:lnTo>
                    <a:pt x="8488181" y="4162495"/>
                  </a:lnTo>
                  <a:lnTo>
                    <a:pt x="8464596" y="4294117"/>
                  </a:lnTo>
                  <a:lnTo>
                    <a:pt x="8441031" y="4423023"/>
                  </a:lnTo>
                  <a:lnTo>
                    <a:pt x="8417479" y="4548890"/>
                  </a:lnTo>
                  <a:lnTo>
                    <a:pt x="8393929" y="4671434"/>
                  </a:lnTo>
                  <a:lnTo>
                    <a:pt x="8370363" y="4790407"/>
                  </a:lnTo>
                  <a:lnTo>
                    <a:pt x="8346761" y="4905605"/>
                  </a:lnTo>
                  <a:lnTo>
                    <a:pt x="8323094" y="5016858"/>
                  </a:lnTo>
                  <a:lnTo>
                    <a:pt x="8299329" y="5124041"/>
                  </a:lnTo>
                  <a:lnTo>
                    <a:pt x="8275424" y="5227066"/>
                  </a:lnTo>
                  <a:lnTo>
                    <a:pt x="8251332" y="5325880"/>
                  </a:lnTo>
                  <a:lnTo>
                    <a:pt x="8226997" y="5420470"/>
                  </a:lnTo>
                  <a:lnTo>
                    <a:pt x="8202351" y="5510851"/>
                  </a:lnTo>
                  <a:lnTo>
                    <a:pt x="8177320" y="5597074"/>
                  </a:lnTo>
                  <a:lnTo>
                    <a:pt x="8151815" y="5679214"/>
                  </a:lnTo>
                  <a:lnTo>
                    <a:pt x="8151487" y="5680233"/>
                  </a:lnTo>
                  <a:lnTo>
                    <a:pt x="8111235" y="5798237"/>
                  </a:lnTo>
                  <a:lnTo>
                    <a:pt x="8069244" y="5906723"/>
                  </a:lnTo>
                  <a:lnTo>
                    <a:pt x="8025059" y="6005971"/>
                  </a:lnTo>
                  <a:lnTo>
                    <a:pt x="7978178" y="6096551"/>
                  </a:lnTo>
                  <a:lnTo>
                    <a:pt x="7928081" y="6179176"/>
                  </a:lnTo>
                  <a:lnTo>
                    <a:pt x="7874245" y="6254596"/>
                  </a:lnTo>
                  <a:lnTo>
                    <a:pt x="7816181" y="6323540"/>
                  </a:lnTo>
                  <a:lnTo>
                    <a:pt x="7753462" y="6386667"/>
                  </a:lnTo>
                  <a:lnTo>
                    <a:pt x="7685777" y="6444547"/>
                  </a:lnTo>
                  <a:lnTo>
                    <a:pt x="7612985" y="6497646"/>
                  </a:lnTo>
                  <a:lnTo>
                    <a:pt x="7535195" y="6546315"/>
                  </a:lnTo>
                  <a:lnTo>
                    <a:pt x="7452848" y="6590789"/>
                  </a:lnTo>
                  <a:lnTo>
                    <a:pt x="7366803" y="6631194"/>
                  </a:lnTo>
                  <a:lnTo>
                    <a:pt x="7278401" y="6667558"/>
                  </a:lnTo>
                  <a:lnTo>
                    <a:pt x="7189497" y="6699835"/>
                  </a:lnTo>
                  <a:lnTo>
                    <a:pt x="7102412" y="6727946"/>
                  </a:lnTo>
                  <a:lnTo>
                    <a:pt x="7019793" y="6751819"/>
                  </a:lnTo>
                  <a:lnTo>
                    <a:pt x="6944376" y="6771448"/>
                  </a:lnTo>
                  <a:lnTo>
                    <a:pt x="6878663" y="6786937"/>
                  </a:lnTo>
                  <a:lnTo>
                    <a:pt x="6824572" y="6798537"/>
                  </a:lnTo>
                  <a:lnTo>
                    <a:pt x="6783134" y="6806655"/>
                  </a:lnTo>
                  <a:lnTo>
                    <a:pt x="6754297" y="6811832"/>
                  </a:lnTo>
                  <a:lnTo>
                    <a:pt x="6736879" y="6814705"/>
                  </a:lnTo>
                  <a:lnTo>
                    <a:pt x="6728640" y="6815957"/>
                  </a:lnTo>
                  <a:lnTo>
                    <a:pt x="6726416" y="6816270"/>
                  </a:lnTo>
                  <a:lnTo>
                    <a:pt x="6726343" y="6816280"/>
                  </a:lnTo>
                  <a:lnTo>
                    <a:pt x="5254955" y="6816280"/>
                  </a:lnTo>
                  <a:lnTo>
                    <a:pt x="5253719" y="6816270"/>
                  </a:lnTo>
                  <a:lnTo>
                    <a:pt x="5245609" y="6816202"/>
                  </a:lnTo>
                  <a:lnTo>
                    <a:pt x="5225216" y="6816012"/>
                  </a:lnTo>
                  <a:lnTo>
                    <a:pt x="5188887" y="6815639"/>
                  </a:lnTo>
                  <a:lnTo>
                    <a:pt x="5134999" y="6815025"/>
                  </a:lnTo>
                  <a:lnTo>
                    <a:pt x="5064083" y="6814125"/>
                  </a:lnTo>
                  <a:lnTo>
                    <a:pt x="4978600" y="6812908"/>
                  </a:lnTo>
                  <a:lnTo>
                    <a:pt x="4882364" y="6811362"/>
                  </a:lnTo>
                  <a:lnTo>
                    <a:pt x="4779787" y="6809485"/>
                  </a:lnTo>
                  <a:lnTo>
                    <a:pt x="4675145" y="6807284"/>
                  </a:lnTo>
                  <a:lnTo>
                    <a:pt x="4572052" y="6804765"/>
                  </a:lnTo>
                  <a:lnTo>
                    <a:pt x="4473194" y="6801931"/>
                  </a:lnTo>
                  <a:lnTo>
                    <a:pt x="4380297" y="6798774"/>
                  </a:lnTo>
                  <a:lnTo>
                    <a:pt x="4294239" y="6795274"/>
                  </a:lnTo>
                  <a:lnTo>
                    <a:pt x="4215237" y="6791400"/>
                  </a:lnTo>
                  <a:lnTo>
                    <a:pt x="4143036" y="6787109"/>
                  </a:lnTo>
                  <a:lnTo>
                    <a:pt x="4077068" y="6782346"/>
                  </a:lnTo>
                  <a:lnTo>
                    <a:pt x="4016587" y="6777046"/>
                  </a:lnTo>
                  <a:lnTo>
                    <a:pt x="3960759" y="6771143"/>
                  </a:lnTo>
                  <a:lnTo>
                    <a:pt x="3908733" y="6764568"/>
                  </a:lnTo>
                  <a:lnTo>
                    <a:pt x="3859696" y="6757271"/>
                  </a:lnTo>
                  <a:lnTo>
                    <a:pt x="3829811" y="6752258"/>
                  </a:lnTo>
                  <a:lnTo>
                    <a:pt x="3774567" y="6741830"/>
                  </a:lnTo>
                  <a:lnTo>
                    <a:pt x="3721121" y="6730278"/>
                  </a:lnTo>
                  <a:lnTo>
                    <a:pt x="3668753" y="6717588"/>
                  </a:lnTo>
                  <a:lnTo>
                    <a:pt x="3616951" y="6703789"/>
                  </a:lnTo>
                  <a:lnTo>
                    <a:pt x="3565366" y="6688961"/>
                  </a:lnTo>
                  <a:lnTo>
                    <a:pt x="3513786" y="6673234"/>
                  </a:lnTo>
                  <a:lnTo>
                    <a:pt x="3462110" y="6656788"/>
                  </a:lnTo>
                  <a:lnTo>
                    <a:pt x="3410325" y="6639843"/>
                  </a:lnTo>
                  <a:lnTo>
                    <a:pt x="3358474" y="6622655"/>
                  </a:lnTo>
                  <a:lnTo>
                    <a:pt x="3306631" y="6605491"/>
                  </a:lnTo>
                  <a:lnTo>
                    <a:pt x="3254863" y="6588619"/>
                  </a:lnTo>
                  <a:lnTo>
                    <a:pt x="3203208" y="6572287"/>
                  </a:lnTo>
                  <a:lnTo>
                    <a:pt x="3151638" y="6556711"/>
                  </a:lnTo>
                  <a:lnTo>
                    <a:pt x="3100032" y="6542062"/>
                  </a:lnTo>
                  <a:lnTo>
                    <a:pt x="3048158" y="6528460"/>
                  </a:lnTo>
                  <a:lnTo>
                    <a:pt x="2995639" y="6515975"/>
                  </a:lnTo>
                  <a:lnTo>
                    <a:pt x="2941927" y="6504628"/>
                  </a:lnTo>
                  <a:lnTo>
                    <a:pt x="2896531" y="6496171"/>
                  </a:lnTo>
                  <a:lnTo>
                    <a:pt x="2849007" y="6488403"/>
                  </a:lnTo>
                  <a:lnTo>
                    <a:pt x="2798966" y="6481375"/>
                  </a:lnTo>
                  <a:lnTo>
                    <a:pt x="2745647" y="6475053"/>
                  </a:lnTo>
                  <a:lnTo>
                    <a:pt x="2688216" y="6469378"/>
                  </a:lnTo>
                  <a:lnTo>
                    <a:pt x="2625822" y="6464282"/>
                  </a:lnTo>
                  <a:lnTo>
                    <a:pt x="2557653" y="6459699"/>
                  </a:lnTo>
                  <a:lnTo>
                    <a:pt x="2483016" y="6455566"/>
                  </a:lnTo>
                  <a:lnTo>
                    <a:pt x="2401442" y="6451834"/>
                  </a:lnTo>
                  <a:lnTo>
                    <a:pt x="2312826" y="6448462"/>
                  </a:lnTo>
                  <a:lnTo>
                    <a:pt x="2217605" y="6445425"/>
                  </a:lnTo>
                  <a:lnTo>
                    <a:pt x="2116949" y="6442706"/>
                  </a:lnTo>
                  <a:lnTo>
                    <a:pt x="2012926" y="6440303"/>
                  </a:lnTo>
                  <a:lnTo>
                    <a:pt x="1908577" y="6438220"/>
                  </a:lnTo>
                  <a:lnTo>
                    <a:pt x="1807803" y="6436463"/>
                  </a:lnTo>
                  <a:lnTo>
                    <a:pt x="1715003" y="6435038"/>
                  </a:lnTo>
                  <a:lnTo>
                    <a:pt x="1634462" y="6433940"/>
                  </a:lnTo>
                  <a:lnTo>
                    <a:pt x="1569582" y="6433149"/>
                  </a:lnTo>
                  <a:lnTo>
                    <a:pt x="1522168" y="6432629"/>
                  </a:lnTo>
                  <a:lnTo>
                    <a:pt x="1491969" y="6432330"/>
                  </a:lnTo>
                  <a:lnTo>
                    <a:pt x="1476592" y="6432192"/>
                  </a:lnTo>
                  <a:lnTo>
                    <a:pt x="1471709" y="6432152"/>
                  </a:lnTo>
                  <a:lnTo>
                    <a:pt x="1471387" y="6432149"/>
                  </a:lnTo>
                  <a:lnTo>
                    <a:pt x="0" y="643214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84" name="pg1784"/>
            <p:cNvSpPr/>
            <p:nvPr/>
          </p:nvSpPr>
          <p:spPr>
            <a:xfrm>
              <a:off x="4799595" y="7856665"/>
              <a:ext cx="11981298" cy="3285545"/>
            </a:xfrm>
            <a:custGeom>
              <a:avLst/>
              <a:pathLst>
                <a:path w="11981298" h="3285545">
                  <a:moveTo>
                    <a:pt x="0" y="2361996"/>
                  </a:moveTo>
                  <a:lnTo>
                    <a:pt x="1471387" y="2361996"/>
                  </a:lnTo>
                  <a:lnTo>
                    <a:pt x="1472614" y="2362019"/>
                  </a:lnTo>
                  <a:lnTo>
                    <a:pt x="1480669" y="2362183"/>
                  </a:lnTo>
                  <a:lnTo>
                    <a:pt x="1500926" y="2362636"/>
                  </a:lnTo>
                  <a:lnTo>
                    <a:pt x="1537025" y="2363527"/>
                  </a:lnTo>
                  <a:lnTo>
                    <a:pt x="1590595" y="2364992"/>
                  </a:lnTo>
                  <a:lnTo>
                    <a:pt x="1661130" y="2367142"/>
                  </a:lnTo>
                  <a:lnTo>
                    <a:pt x="1746210" y="2370048"/>
                  </a:lnTo>
                  <a:lnTo>
                    <a:pt x="1842063" y="2373743"/>
                  </a:lnTo>
                  <a:lnTo>
                    <a:pt x="1944310" y="2378228"/>
                  </a:lnTo>
                  <a:lnTo>
                    <a:pt x="2048699" y="2383490"/>
                  </a:lnTo>
                  <a:lnTo>
                    <a:pt x="2151621" y="2389512"/>
                  </a:lnTo>
                  <a:lnTo>
                    <a:pt x="2250386" y="2396288"/>
                  </a:lnTo>
                  <a:lnTo>
                    <a:pt x="2343256" y="2403838"/>
                  </a:lnTo>
                  <a:lnTo>
                    <a:pt x="2429335" y="2412204"/>
                  </a:lnTo>
                  <a:lnTo>
                    <a:pt x="2508390" y="2421462"/>
                  </a:lnTo>
                  <a:lnTo>
                    <a:pt x="2580662" y="2431715"/>
                  </a:lnTo>
                  <a:lnTo>
                    <a:pt x="2646704" y="2443093"/>
                  </a:lnTo>
                  <a:lnTo>
                    <a:pt x="2707253" y="2455746"/>
                  </a:lnTo>
                  <a:lnTo>
                    <a:pt x="2763134" y="2469839"/>
                  </a:lnTo>
                  <a:lnTo>
                    <a:pt x="2815194" y="2485530"/>
                  </a:lnTo>
                  <a:lnTo>
                    <a:pt x="2864242" y="2502945"/>
                  </a:lnTo>
                  <a:lnTo>
                    <a:pt x="2896531" y="2515921"/>
                  </a:lnTo>
                  <a:lnTo>
                    <a:pt x="2947996" y="2539160"/>
                  </a:lnTo>
                  <a:lnTo>
                    <a:pt x="2997856" y="2564735"/>
                  </a:lnTo>
                  <a:lnTo>
                    <a:pt x="3046709" y="2592680"/>
                  </a:lnTo>
                  <a:lnTo>
                    <a:pt x="3094995" y="2622953"/>
                  </a:lnTo>
                  <a:lnTo>
                    <a:pt x="3143023" y="2655426"/>
                  </a:lnTo>
                  <a:lnTo>
                    <a:pt x="3190997" y="2689878"/>
                  </a:lnTo>
                  <a:lnTo>
                    <a:pt x="3239027" y="2725997"/>
                  </a:lnTo>
                  <a:lnTo>
                    <a:pt x="3287155" y="2763387"/>
                  </a:lnTo>
                  <a:lnTo>
                    <a:pt x="3335366" y="2801585"/>
                  </a:lnTo>
                  <a:lnTo>
                    <a:pt x="3383613" y="2840086"/>
                  </a:lnTo>
                  <a:lnTo>
                    <a:pt x="3431833" y="2878364"/>
                  </a:lnTo>
                  <a:lnTo>
                    <a:pt x="3479975" y="2915909"/>
                  </a:lnTo>
                  <a:lnTo>
                    <a:pt x="3528020" y="2952249"/>
                  </a:lnTo>
                  <a:lnTo>
                    <a:pt x="3575997" y="2986977"/>
                  </a:lnTo>
                  <a:lnTo>
                    <a:pt x="3624006" y="3019769"/>
                  </a:lnTo>
                  <a:lnTo>
                    <a:pt x="3672235" y="3050389"/>
                  </a:lnTo>
                  <a:lnTo>
                    <a:pt x="3720977" y="3078694"/>
                  </a:lnTo>
                  <a:lnTo>
                    <a:pt x="3770649" y="3104630"/>
                  </a:lnTo>
                  <a:lnTo>
                    <a:pt x="3821823" y="3128221"/>
                  </a:lnTo>
                  <a:lnTo>
                    <a:pt x="3829811" y="3131620"/>
                  </a:lnTo>
                  <a:lnTo>
                    <a:pt x="3877219" y="3150254"/>
                  </a:lnTo>
                  <a:lnTo>
                    <a:pt x="3927130" y="3167118"/>
                  </a:lnTo>
                  <a:lnTo>
                    <a:pt x="3980299" y="3182291"/>
                  </a:lnTo>
                  <a:lnTo>
                    <a:pt x="4037554" y="3195914"/>
                  </a:lnTo>
                  <a:lnTo>
                    <a:pt x="4099741" y="3208150"/>
                  </a:lnTo>
                  <a:lnTo>
                    <a:pt x="4167666" y="3219159"/>
                  </a:lnTo>
                  <a:lnTo>
                    <a:pt x="4242020" y="3229087"/>
                  </a:lnTo>
                  <a:lnTo>
                    <a:pt x="4323272" y="3238055"/>
                  </a:lnTo>
                  <a:lnTo>
                    <a:pt x="4411535" y="3246158"/>
                  </a:lnTo>
                  <a:lnTo>
                    <a:pt x="4506389" y="3253462"/>
                  </a:lnTo>
                  <a:lnTo>
                    <a:pt x="4606690" y="3260000"/>
                  </a:lnTo>
                  <a:lnTo>
                    <a:pt x="4710408" y="3265785"/>
                  </a:lnTo>
                  <a:lnTo>
                    <a:pt x="4814551" y="3270805"/>
                  </a:lnTo>
                  <a:lnTo>
                    <a:pt x="4915268" y="3275044"/>
                  </a:lnTo>
                  <a:lnTo>
                    <a:pt x="5008197" y="3278489"/>
                  </a:lnTo>
                  <a:lnTo>
                    <a:pt x="5089068" y="3281152"/>
                  </a:lnTo>
                  <a:lnTo>
                    <a:pt x="5154456" y="3283078"/>
                  </a:lnTo>
                  <a:lnTo>
                    <a:pt x="5202496" y="3284350"/>
                  </a:lnTo>
                  <a:lnTo>
                    <a:pt x="5233347" y="3285088"/>
                  </a:lnTo>
                  <a:lnTo>
                    <a:pt x="5249294" y="3285433"/>
                  </a:lnTo>
                  <a:lnTo>
                    <a:pt x="5254552" y="3285537"/>
                  </a:lnTo>
                  <a:lnTo>
                    <a:pt x="5254955" y="3285545"/>
                  </a:lnTo>
                  <a:lnTo>
                    <a:pt x="6726343" y="3285545"/>
                  </a:lnTo>
                  <a:lnTo>
                    <a:pt x="6727462" y="3285471"/>
                  </a:lnTo>
                  <a:lnTo>
                    <a:pt x="6734821" y="3284942"/>
                  </a:lnTo>
                  <a:lnTo>
                    <a:pt x="6753381" y="3283481"/>
                  </a:lnTo>
                  <a:lnTo>
                    <a:pt x="6786589" y="3280605"/>
                  </a:lnTo>
                  <a:lnTo>
                    <a:pt x="6836135" y="3275865"/>
                  </a:lnTo>
                  <a:lnTo>
                    <a:pt x="6901824" y="3268894"/>
                  </a:lnTo>
                  <a:lnTo>
                    <a:pt x="6981718" y="3259436"/>
                  </a:lnTo>
                  <a:lnTo>
                    <a:pt x="7072572" y="3247361"/>
                  </a:lnTo>
                  <a:lnTo>
                    <a:pt x="7170461" y="3232645"/>
                  </a:lnTo>
                  <a:lnTo>
                    <a:pt x="7271424" y="3215324"/>
                  </a:lnTo>
                  <a:lnTo>
                    <a:pt x="7371968" y="3195459"/>
                  </a:lnTo>
                  <a:lnTo>
                    <a:pt x="7469358" y="3173078"/>
                  </a:lnTo>
                  <a:lnTo>
                    <a:pt x="7561713" y="3148155"/>
                  </a:lnTo>
                  <a:lnTo>
                    <a:pt x="7647938" y="3120579"/>
                  </a:lnTo>
                  <a:lnTo>
                    <a:pt x="7727594" y="3090151"/>
                  </a:lnTo>
                  <a:lnTo>
                    <a:pt x="7800728" y="3056580"/>
                  </a:lnTo>
                  <a:lnTo>
                    <a:pt x="7867724" y="3019484"/>
                  </a:lnTo>
                  <a:lnTo>
                    <a:pt x="7929183" y="2978408"/>
                  </a:lnTo>
                  <a:lnTo>
                    <a:pt x="7985820" y="2932840"/>
                  </a:lnTo>
                  <a:lnTo>
                    <a:pt x="8038403" y="2882251"/>
                  </a:lnTo>
                  <a:lnTo>
                    <a:pt x="8087694" y="2826155"/>
                  </a:lnTo>
                  <a:lnTo>
                    <a:pt x="8134409" y="2764213"/>
                  </a:lnTo>
                  <a:lnTo>
                    <a:pt x="8151487" y="2739316"/>
                  </a:lnTo>
                  <a:lnTo>
                    <a:pt x="8186998" y="2683622"/>
                  </a:lnTo>
                  <a:lnTo>
                    <a:pt x="8221651" y="2624066"/>
                  </a:lnTo>
                  <a:lnTo>
                    <a:pt x="8255668" y="2560570"/>
                  </a:lnTo>
                  <a:lnTo>
                    <a:pt x="8289227" y="2493109"/>
                  </a:lnTo>
                  <a:lnTo>
                    <a:pt x="8322476" y="2421723"/>
                  </a:lnTo>
                  <a:lnTo>
                    <a:pt x="8355530" y="2346516"/>
                  </a:lnTo>
                  <a:lnTo>
                    <a:pt x="8388478" y="2267663"/>
                  </a:lnTo>
                  <a:lnTo>
                    <a:pt x="8421387" y="2185413"/>
                  </a:lnTo>
                  <a:lnTo>
                    <a:pt x="8454302" y="2100088"/>
                  </a:lnTo>
                  <a:lnTo>
                    <a:pt x="8487252" y="2012079"/>
                  </a:lnTo>
                  <a:lnTo>
                    <a:pt x="8520247" y="1921842"/>
                  </a:lnTo>
                  <a:lnTo>
                    <a:pt x="8553288" y="1829888"/>
                  </a:lnTo>
                  <a:lnTo>
                    <a:pt x="8586365" y="1736772"/>
                  </a:lnTo>
                  <a:lnTo>
                    <a:pt x="8619461" y="1643079"/>
                  </a:lnTo>
                  <a:lnTo>
                    <a:pt x="8652556" y="1549410"/>
                  </a:lnTo>
                  <a:lnTo>
                    <a:pt x="8685630" y="1456366"/>
                  </a:lnTo>
                  <a:lnTo>
                    <a:pt x="8718668" y="1364530"/>
                  </a:lnTo>
                  <a:lnTo>
                    <a:pt x="8751659" y="1274454"/>
                  </a:lnTo>
                  <a:lnTo>
                    <a:pt x="8784605" y="1186646"/>
                  </a:lnTo>
                  <a:lnTo>
                    <a:pt x="8817519" y="1101555"/>
                  </a:lnTo>
                  <a:lnTo>
                    <a:pt x="8850429" y="1019569"/>
                  </a:lnTo>
                  <a:lnTo>
                    <a:pt x="8883383" y="941001"/>
                  </a:lnTo>
                  <a:lnTo>
                    <a:pt x="8916449" y="866096"/>
                  </a:lnTo>
                  <a:lnTo>
                    <a:pt x="8949718" y="795023"/>
                  </a:lnTo>
                  <a:lnTo>
                    <a:pt x="8983309" y="727882"/>
                  </a:lnTo>
                  <a:lnTo>
                    <a:pt x="9017369" y="664705"/>
                  </a:lnTo>
                  <a:lnTo>
                    <a:pt x="9052083" y="605464"/>
                  </a:lnTo>
                  <a:lnTo>
                    <a:pt x="9084767" y="554401"/>
                  </a:lnTo>
                  <a:lnTo>
                    <a:pt x="9130677" y="490223"/>
                  </a:lnTo>
                  <a:lnTo>
                    <a:pt x="9178916" y="431950"/>
                  </a:lnTo>
                  <a:lnTo>
                    <a:pt x="9230170" y="379336"/>
                  </a:lnTo>
                  <a:lnTo>
                    <a:pt x="9285188" y="331936"/>
                  </a:lnTo>
                  <a:lnTo>
                    <a:pt x="9344740" y="289229"/>
                  </a:lnTo>
                  <a:lnTo>
                    <a:pt x="9409570" y="250689"/>
                  </a:lnTo>
                  <a:lnTo>
                    <a:pt x="9480330" y="215838"/>
                  </a:lnTo>
                  <a:lnTo>
                    <a:pt x="9557500" y="184264"/>
                  </a:lnTo>
                  <a:lnTo>
                    <a:pt x="9641270" y="155641"/>
                  </a:lnTo>
                  <a:lnTo>
                    <a:pt x="9731403" y="129735"/>
                  </a:lnTo>
                  <a:lnTo>
                    <a:pt x="9827070" y="106403"/>
                  </a:lnTo>
                  <a:lnTo>
                    <a:pt x="9926700" y="85588"/>
                  </a:lnTo>
                  <a:lnTo>
                    <a:pt x="10027878" y="67301"/>
                  </a:lnTo>
                  <a:lnTo>
                    <a:pt x="10127376" y="51596"/>
                  </a:lnTo>
                  <a:lnTo>
                    <a:pt x="10221359" y="38524"/>
                  </a:lnTo>
                  <a:lnTo>
                    <a:pt x="10305818" y="28089"/>
                  </a:lnTo>
                  <a:lnTo>
                    <a:pt x="10377174" y="20202"/>
                  </a:lnTo>
                  <a:lnTo>
                    <a:pt x="10432931" y="14659"/>
                  </a:lnTo>
                  <a:lnTo>
                    <a:pt x="10472202" y="11129"/>
                  </a:lnTo>
                  <a:lnTo>
                    <a:pt x="10495971" y="9190"/>
                  </a:lnTo>
                  <a:lnTo>
                    <a:pt x="10507048" y="8367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8792" y="74"/>
                  </a:lnTo>
                  <a:lnTo>
                    <a:pt x="10501433" y="602"/>
                  </a:lnTo>
                  <a:lnTo>
                    <a:pt x="10482872" y="2063"/>
                  </a:lnTo>
                  <a:lnTo>
                    <a:pt x="10449664" y="4939"/>
                  </a:lnTo>
                  <a:lnTo>
                    <a:pt x="10400118" y="9679"/>
                  </a:lnTo>
                  <a:lnTo>
                    <a:pt x="10334429" y="16651"/>
                  </a:lnTo>
                  <a:lnTo>
                    <a:pt x="10254535" y="26109"/>
                  </a:lnTo>
                  <a:lnTo>
                    <a:pt x="10163681" y="38183"/>
                  </a:lnTo>
                  <a:lnTo>
                    <a:pt x="10065792" y="52900"/>
                  </a:lnTo>
                  <a:lnTo>
                    <a:pt x="9964829" y="70220"/>
                  </a:lnTo>
                  <a:lnTo>
                    <a:pt x="9864286" y="90086"/>
                  </a:lnTo>
                  <a:lnTo>
                    <a:pt x="9766895" y="112466"/>
                  </a:lnTo>
                  <a:lnTo>
                    <a:pt x="9674541" y="137390"/>
                  </a:lnTo>
                  <a:lnTo>
                    <a:pt x="9588315" y="164966"/>
                  </a:lnTo>
                  <a:lnTo>
                    <a:pt x="9508659" y="195393"/>
                  </a:lnTo>
                  <a:lnTo>
                    <a:pt x="9435526" y="228965"/>
                  </a:lnTo>
                  <a:lnTo>
                    <a:pt x="9368529" y="266060"/>
                  </a:lnTo>
                  <a:lnTo>
                    <a:pt x="9307070" y="307137"/>
                  </a:lnTo>
                  <a:lnTo>
                    <a:pt x="9250433" y="352704"/>
                  </a:lnTo>
                  <a:lnTo>
                    <a:pt x="9197850" y="403293"/>
                  </a:lnTo>
                  <a:lnTo>
                    <a:pt x="9148559" y="459389"/>
                  </a:lnTo>
                  <a:lnTo>
                    <a:pt x="9101845" y="521332"/>
                  </a:lnTo>
                  <a:lnTo>
                    <a:pt x="9084767" y="546228"/>
                  </a:lnTo>
                  <a:lnTo>
                    <a:pt x="9049256" y="601923"/>
                  </a:lnTo>
                  <a:lnTo>
                    <a:pt x="9014602" y="661478"/>
                  </a:lnTo>
                  <a:lnTo>
                    <a:pt x="8980586" y="724975"/>
                  </a:lnTo>
                  <a:lnTo>
                    <a:pt x="8947026" y="792435"/>
                  </a:lnTo>
                  <a:lnTo>
                    <a:pt x="8913777" y="863821"/>
                  </a:lnTo>
                  <a:lnTo>
                    <a:pt x="8880724" y="939029"/>
                  </a:lnTo>
                  <a:lnTo>
                    <a:pt x="8847775" y="1017882"/>
                  </a:lnTo>
                  <a:lnTo>
                    <a:pt x="8814866" y="1100131"/>
                  </a:lnTo>
                  <a:lnTo>
                    <a:pt x="8781951" y="1185456"/>
                  </a:lnTo>
                  <a:lnTo>
                    <a:pt x="8749002" y="1273465"/>
                  </a:lnTo>
                  <a:lnTo>
                    <a:pt x="8716006" y="1363702"/>
                  </a:lnTo>
                  <a:lnTo>
                    <a:pt x="8682965" y="1455656"/>
                  </a:lnTo>
                  <a:lnTo>
                    <a:pt x="8649888" y="1548773"/>
                  </a:lnTo>
                  <a:lnTo>
                    <a:pt x="8616793" y="1642466"/>
                  </a:lnTo>
                  <a:lnTo>
                    <a:pt x="8583698" y="1736134"/>
                  </a:lnTo>
                  <a:lnTo>
                    <a:pt x="8550623" y="1829178"/>
                  </a:lnTo>
                  <a:lnTo>
                    <a:pt x="8517586" y="1921014"/>
                  </a:lnTo>
                  <a:lnTo>
                    <a:pt x="8484594" y="2011090"/>
                  </a:lnTo>
                  <a:lnTo>
                    <a:pt x="8451648" y="2098898"/>
                  </a:lnTo>
                  <a:lnTo>
                    <a:pt x="8418734" y="2183989"/>
                  </a:lnTo>
                  <a:lnTo>
                    <a:pt x="8385824" y="2265976"/>
                  </a:lnTo>
                  <a:lnTo>
                    <a:pt x="8352870" y="2344543"/>
                  </a:lnTo>
                  <a:lnTo>
                    <a:pt x="8319804" y="2419448"/>
                  </a:lnTo>
                  <a:lnTo>
                    <a:pt x="8286535" y="2490521"/>
                  </a:lnTo>
                  <a:lnTo>
                    <a:pt x="8252945" y="2557662"/>
                  </a:lnTo>
                  <a:lnTo>
                    <a:pt x="8218884" y="2620839"/>
                  </a:lnTo>
                  <a:lnTo>
                    <a:pt x="8184170" y="2680080"/>
                  </a:lnTo>
                  <a:lnTo>
                    <a:pt x="8151487" y="2731143"/>
                  </a:lnTo>
                  <a:lnTo>
                    <a:pt x="8105576" y="2795321"/>
                  </a:lnTo>
                  <a:lnTo>
                    <a:pt x="8057337" y="2853594"/>
                  </a:lnTo>
                  <a:lnTo>
                    <a:pt x="8006083" y="2906208"/>
                  </a:lnTo>
                  <a:lnTo>
                    <a:pt x="7951066" y="2953608"/>
                  </a:lnTo>
                  <a:lnTo>
                    <a:pt x="7891513" y="2996316"/>
                  </a:lnTo>
                  <a:lnTo>
                    <a:pt x="7826683" y="3034855"/>
                  </a:lnTo>
                  <a:lnTo>
                    <a:pt x="7755923" y="3069707"/>
                  </a:lnTo>
                  <a:lnTo>
                    <a:pt x="7678754" y="3101281"/>
                  </a:lnTo>
                  <a:lnTo>
                    <a:pt x="7594984" y="3129903"/>
                  </a:lnTo>
                  <a:lnTo>
                    <a:pt x="7504850" y="3155809"/>
                  </a:lnTo>
                  <a:lnTo>
                    <a:pt x="7409183" y="3179141"/>
                  </a:lnTo>
                  <a:lnTo>
                    <a:pt x="7309553" y="3199957"/>
                  </a:lnTo>
                  <a:lnTo>
                    <a:pt x="7208375" y="3218243"/>
                  </a:lnTo>
                  <a:lnTo>
                    <a:pt x="7108877" y="3233948"/>
                  </a:lnTo>
                  <a:lnTo>
                    <a:pt x="7014895" y="3247020"/>
                  </a:lnTo>
                  <a:lnTo>
                    <a:pt x="6930436" y="3257456"/>
                  </a:lnTo>
                  <a:lnTo>
                    <a:pt x="6859079" y="3265342"/>
                  </a:lnTo>
                  <a:lnTo>
                    <a:pt x="6803323" y="3270886"/>
                  </a:lnTo>
                  <a:lnTo>
                    <a:pt x="6764051" y="3274416"/>
                  </a:lnTo>
                  <a:lnTo>
                    <a:pt x="6740282" y="3276354"/>
                  </a:lnTo>
                  <a:lnTo>
                    <a:pt x="6729206" y="3277177"/>
                  </a:lnTo>
                  <a:lnTo>
                    <a:pt x="6726343" y="3277372"/>
                  </a:lnTo>
                  <a:lnTo>
                    <a:pt x="5254955" y="3277372"/>
                  </a:lnTo>
                  <a:lnTo>
                    <a:pt x="5253728" y="3277349"/>
                  </a:lnTo>
                  <a:lnTo>
                    <a:pt x="5245673" y="3277185"/>
                  </a:lnTo>
                  <a:lnTo>
                    <a:pt x="5225416" y="3276732"/>
                  </a:lnTo>
                  <a:lnTo>
                    <a:pt x="5189317" y="3275841"/>
                  </a:lnTo>
                  <a:lnTo>
                    <a:pt x="5135747" y="3274376"/>
                  </a:lnTo>
                  <a:lnTo>
                    <a:pt x="5065212" y="3272226"/>
                  </a:lnTo>
                  <a:lnTo>
                    <a:pt x="4980132" y="3269320"/>
                  </a:lnTo>
                  <a:lnTo>
                    <a:pt x="4884280" y="3265625"/>
                  </a:lnTo>
                  <a:lnTo>
                    <a:pt x="4782032" y="3261139"/>
                  </a:lnTo>
                  <a:lnTo>
                    <a:pt x="4677643" y="3255877"/>
                  </a:lnTo>
                  <a:lnTo>
                    <a:pt x="4574721" y="3249856"/>
                  </a:lnTo>
                  <a:lnTo>
                    <a:pt x="4475956" y="3243079"/>
                  </a:lnTo>
                  <a:lnTo>
                    <a:pt x="4383086" y="3235530"/>
                  </a:lnTo>
                  <a:lnTo>
                    <a:pt x="4297007" y="3227164"/>
                  </a:lnTo>
                  <a:lnTo>
                    <a:pt x="4217952" y="3217906"/>
                  </a:lnTo>
                  <a:lnTo>
                    <a:pt x="4145681" y="3207653"/>
                  </a:lnTo>
                  <a:lnTo>
                    <a:pt x="4079638" y="3196275"/>
                  </a:lnTo>
                  <a:lnTo>
                    <a:pt x="4019089" y="3183622"/>
                  </a:lnTo>
                  <a:lnTo>
                    <a:pt x="3963208" y="3169529"/>
                  </a:lnTo>
                  <a:lnTo>
                    <a:pt x="3911148" y="3153838"/>
                  </a:lnTo>
                  <a:lnTo>
                    <a:pt x="3862100" y="3136423"/>
                  </a:lnTo>
                  <a:lnTo>
                    <a:pt x="3829811" y="3123447"/>
                  </a:lnTo>
                  <a:lnTo>
                    <a:pt x="3778346" y="3100207"/>
                  </a:lnTo>
                  <a:lnTo>
                    <a:pt x="3728486" y="3074633"/>
                  </a:lnTo>
                  <a:lnTo>
                    <a:pt x="3679633" y="3046688"/>
                  </a:lnTo>
                  <a:lnTo>
                    <a:pt x="3631347" y="3016415"/>
                  </a:lnTo>
                  <a:lnTo>
                    <a:pt x="3583319" y="2983942"/>
                  </a:lnTo>
                  <a:lnTo>
                    <a:pt x="3535345" y="2949490"/>
                  </a:lnTo>
                  <a:lnTo>
                    <a:pt x="3487315" y="2913371"/>
                  </a:lnTo>
                  <a:lnTo>
                    <a:pt x="3439187" y="2875981"/>
                  </a:lnTo>
                  <a:lnTo>
                    <a:pt x="3390976" y="2837783"/>
                  </a:lnTo>
                  <a:lnTo>
                    <a:pt x="3342730" y="2799282"/>
                  </a:lnTo>
                  <a:lnTo>
                    <a:pt x="3294509" y="2761004"/>
                  </a:lnTo>
                  <a:lnTo>
                    <a:pt x="3246367" y="2723459"/>
                  </a:lnTo>
                  <a:lnTo>
                    <a:pt x="3198322" y="2687119"/>
                  </a:lnTo>
                  <a:lnTo>
                    <a:pt x="3150346" y="2652391"/>
                  </a:lnTo>
                  <a:lnTo>
                    <a:pt x="3102336" y="2619599"/>
                  </a:lnTo>
                  <a:lnTo>
                    <a:pt x="3054107" y="2588979"/>
                  </a:lnTo>
                  <a:lnTo>
                    <a:pt x="3005365" y="2560674"/>
                  </a:lnTo>
                  <a:lnTo>
                    <a:pt x="2955693" y="2534738"/>
                  </a:lnTo>
                  <a:lnTo>
                    <a:pt x="2904519" y="2511147"/>
                  </a:lnTo>
                  <a:lnTo>
                    <a:pt x="2896531" y="2507748"/>
                  </a:lnTo>
                  <a:lnTo>
                    <a:pt x="2849123" y="2489114"/>
                  </a:lnTo>
                  <a:lnTo>
                    <a:pt x="2799213" y="2472250"/>
                  </a:lnTo>
                  <a:lnTo>
                    <a:pt x="2746043" y="2457077"/>
                  </a:lnTo>
                  <a:lnTo>
                    <a:pt x="2688788" y="2443454"/>
                  </a:lnTo>
                  <a:lnTo>
                    <a:pt x="2626601" y="2431218"/>
                  </a:lnTo>
                  <a:lnTo>
                    <a:pt x="2558676" y="2420209"/>
                  </a:lnTo>
                  <a:lnTo>
                    <a:pt x="2484323" y="2410281"/>
                  </a:lnTo>
                  <a:lnTo>
                    <a:pt x="2403070" y="2401313"/>
                  </a:lnTo>
                  <a:lnTo>
                    <a:pt x="2314807" y="2393209"/>
                  </a:lnTo>
                  <a:lnTo>
                    <a:pt x="2219953" y="2385906"/>
                  </a:lnTo>
                  <a:lnTo>
                    <a:pt x="2119652" y="2379367"/>
                  </a:lnTo>
                  <a:lnTo>
                    <a:pt x="2015934" y="2373583"/>
                  </a:lnTo>
                  <a:lnTo>
                    <a:pt x="1911791" y="2368563"/>
                  </a:lnTo>
                  <a:lnTo>
                    <a:pt x="1811074" y="2364324"/>
                  </a:lnTo>
                  <a:lnTo>
                    <a:pt x="1718145" y="2360878"/>
                  </a:lnTo>
                  <a:lnTo>
                    <a:pt x="1637274" y="2358215"/>
                  </a:lnTo>
                  <a:lnTo>
                    <a:pt x="1571886" y="2356290"/>
                  </a:lnTo>
                  <a:lnTo>
                    <a:pt x="1523846" y="2355018"/>
                  </a:lnTo>
                  <a:lnTo>
                    <a:pt x="1492995" y="2354280"/>
                  </a:lnTo>
                  <a:lnTo>
                    <a:pt x="1477048" y="2353934"/>
                  </a:lnTo>
                  <a:lnTo>
                    <a:pt x="1471790" y="2353830"/>
                  </a:lnTo>
                  <a:lnTo>
                    <a:pt x="1471387" y="2353823"/>
                  </a:lnTo>
                  <a:lnTo>
                    <a:pt x="0" y="2353823"/>
                  </a:lnTo>
                  <a:close/>
                </a:path>
              </a:pathLst>
            </a:custGeom>
            <a:solidFill>
              <a:srgbClr val="B497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785" name="pl1785"/>
            <p:cNvSpPr/>
            <p:nvPr/>
          </p:nvSpPr>
          <p:spPr>
            <a:xfrm>
              <a:off x="4799595" y="7864838"/>
              <a:ext cx="11981298" cy="3277372"/>
            </a:xfrm>
            <a:custGeom>
              <a:avLst/>
              <a:pathLst>
                <a:path w="11981298" h="3277372">
                  <a:moveTo>
                    <a:pt x="0" y="2353823"/>
                  </a:moveTo>
                  <a:lnTo>
                    <a:pt x="1471387" y="2353823"/>
                  </a:lnTo>
                  <a:lnTo>
                    <a:pt x="1472614" y="2353846"/>
                  </a:lnTo>
                  <a:lnTo>
                    <a:pt x="1480669" y="2354010"/>
                  </a:lnTo>
                  <a:lnTo>
                    <a:pt x="1500926" y="2354463"/>
                  </a:lnTo>
                  <a:lnTo>
                    <a:pt x="1537025" y="2355354"/>
                  </a:lnTo>
                  <a:lnTo>
                    <a:pt x="1590595" y="2356819"/>
                  </a:lnTo>
                  <a:lnTo>
                    <a:pt x="1661130" y="2358969"/>
                  </a:lnTo>
                  <a:lnTo>
                    <a:pt x="1746210" y="2361875"/>
                  </a:lnTo>
                  <a:lnTo>
                    <a:pt x="1842063" y="2365570"/>
                  </a:lnTo>
                  <a:lnTo>
                    <a:pt x="1944310" y="2370055"/>
                  </a:lnTo>
                  <a:lnTo>
                    <a:pt x="2048699" y="2375317"/>
                  </a:lnTo>
                  <a:lnTo>
                    <a:pt x="2151621" y="2381339"/>
                  </a:lnTo>
                  <a:lnTo>
                    <a:pt x="2250386" y="2388115"/>
                  </a:lnTo>
                  <a:lnTo>
                    <a:pt x="2343256" y="2395665"/>
                  </a:lnTo>
                  <a:lnTo>
                    <a:pt x="2429335" y="2404031"/>
                  </a:lnTo>
                  <a:lnTo>
                    <a:pt x="2508390" y="2413289"/>
                  </a:lnTo>
                  <a:lnTo>
                    <a:pt x="2580662" y="2423542"/>
                  </a:lnTo>
                  <a:lnTo>
                    <a:pt x="2646704" y="2434920"/>
                  </a:lnTo>
                  <a:lnTo>
                    <a:pt x="2707253" y="2447573"/>
                  </a:lnTo>
                  <a:lnTo>
                    <a:pt x="2763134" y="2461666"/>
                  </a:lnTo>
                  <a:lnTo>
                    <a:pt x="2815194" y="2477357"/>
                  </a:lnTo>
                  <a:lnTo>
                    <a:pt x="2864242" y="2494772"/>
                  </a:lnTo>
                  <a:lnTo>
                    <a:pt x="2896531" y="2507748"/>
                  </a:lnTo>
                  <a:lnTo>
                    <a:pt x="2947996" y="2530987"/>
                  </a:lnTo>
                  <a:lnTo>
                    <a:pt x="2997856" y="2556562"/>
                  </a:lnTo>
                  <a:lnTo>
                    <a:pt x="3046709" y="2584507"/>
                  </a:lnTo>
                  <a:lnTo>
                    <a:pt x="3094995" y="2614780"/>
                  </a:lnTo>
                  <a:lnTo>
                    <a:pt x="3143023" y="2647253"/>
                  </a:lnTo>
                  <a:lnTo>
                    <a:pt x="3190997" y="2681705"/>
                  </a:lnTo>
                  <a:lnTo>
                    <a:pt x="3239027" y="2717824"/>
                  </a:lnTo>
                  <a:lnTo>
                    <a:pt x="3287155" y="2755214"/>
                  </a:lnTo>
                  <a:lnTo>
                    <a:pt x="3335366" y="2793412"/>
                  </a:lnTo>
                  <a:lnTo>
                    <a:pt x="3383613" y="2831913"/>
                  </a:lnTo>
                  <a:lnTo>
                    <a:pt x="3431833" y="2870191"/>
                  </a:lnTo>
                  <a:lnTo>
                    <a:pt x="3479975" y="2907736"/>
                  </a:lnTo>
                  <a:lnTo>
                    <a:pt x="3528020" y="2944076"/>
                  </a:lnTo>
                  <a:lnTo>
                    <a:pt x="3575997" y="2978804"/>
                  </a:lnTo>
                  <a:lnTo>
                    <a:pt x="3624006" y="3011596"/>
                  </a:lnTo>
                  <a:lnTo>
                    <a:pt x="3672235" y="3042216"/>
                  </a:lnTo>
                  <a:lnTo>
                    <a:pt x="3720977" y="3070521"/>
                  </a:lnTo>
                  <a:lnTo>
                    <a:pt x="3770649" y="3096457"/>
                  </a:lnTo>
                  <a:lnTo>
                    <a:pt x="3821823" y="3120048"/>
                  </a:lnTo>
                  <a:lnTo>
                    <a:pt x="3829811" y="3123447"/>
                  </a:lnTo>
                  <a:lnTo>
                    <a:pt x="3877219" y="3142081"/>
                  </a:lnTo>
                  <a:lnTo>
                    <a:pt x="3927130" y="3158945"/>
                  </a:lnTo>
                  <a:lnTo>
                    <a:pt x="3980299" y="3174118"/>
                  </a:lnTo>
                  <a:lnTo>
                    <a:pt x="4037554" y="3187741"/>
                  </a:lnTo>
                  <a:lnTo>
                    <a:pt x="4099741" y="3199977"/>
                  </a:lnTo>
                  <a:lnTo>
                    <a:pt x="4167666" y="3210986"/>
                  </a:lnTo>
                  <a:lnTo>
                    <a:pt x="4242020" y="3220914"/>
                  </a:lnTo>
                  <a:lnTo>
                    <a:pt x="4323272" y="3229882"/>
                  </a:lnTo>
                  <a:lnTo>
                    <a:pt x="4411535" y="3237985"/>
                  </a:lnTo>
                  <a:lnTo>
                    <a:pt x="4506389" y="3245289"/>
                  </a:lnTo>
                  <a:lnTo>
                    <a:pt x="4606690" y="3251827"/>
                  </a:lnTo>
                  <a:lnTo>
                    <a:pt x="4710408" y="3257612"/>
                  </a:lnTo>
                  <a:lnTo>
                    <a:pt x="4814551" y="3262632"/>
                  </a:lnTo>
                  <a:lnTo>
                    <a:pt x="4915268" y="3266871"/>
                  </a:lnTo>
                  <a:lnTo>
                    <a:pt x="5008197" y="3270316"/>
                  </a:lnTo>
                  <a:lnTo>
                    <a:pt x="5089068" y="3272979"/>
                  </a:lnTo>
                  <a:lnTo>
                    <a:pt x="5154456" y="3274905"/>
                  </a:lnTo>
                  <a:lnTo>
                    <a:pt x="5202496" y="3276177"/>
                  </a:lnTo>
                  <a:lnTo>
                    <a:pt x="5233347" y="3276915"/>
                  </a:lnTo>
                  <a:lnTo>
                    <a:pt x="5249294" y="3277260"/>
                  </a:lnTo>
                  <a:lnTo>
                    <a:pt x="5254552" y="3277364"/>
                  </a:lnTo>
                  <a:lnTo>
                    <a:pt x="5254955" y="3277372"/>
                  </a:lnTo>
                  <a:lnTo>
                    <a:pt x="6726343" y="3277372"/>
                  </a:lnTo>
                  <a:lnTo>
                    <a:pt x="6727462" y="3277298"/>
                  </a:lnTo>
                  <a:lnTo>
                    <a:pt x="6734821" y="3276769"/>
                  </a:lnTo>
                  <a:lnTo>
                    <a:pt x="6753381" y="3275308"/>
                  </a:lnTo>
                  <a:lnTo>
                    <a:pt x="6786589" y="3272432"/>
                  </a:lnTo>
                  <a:lnTo>
                    <a:pt x="6836135" y="3267692"/>
                  </a:lnTo>
                  <a:lnTo>
                    <a:pt x="6901824" y="3260721"/>
                  </a:lnTo>
                  <a:lnTo>
                    <a:pt x="6981718" y="3251263"/>
                  </a:lnTo>
                  <a:lnTo>
                    <a:pt x="7072572" y="3239188"/>
                  </a:lnTo>
                  <a:lnTo>
                    <a:pt x="7170461" y="3224472"/>
                  </a:lnTo>
                  <a:lnTo>
                    <a:pt x="7271424" y="3207151"/>
                  </a:lnTo>
                  <a:lnTo>
                    <a:pt x="7371968" y="3187286"/>
                  </a:lnTo>
                  <a:lnTo>
                    <a:pt x="7469358" y="3164905"/>
                  </a:lnTo>
                  <a:lnTo>
                    <a:pt x="7561713" y="3139982"/>
                  </a:lnTo>
                  <a:lnTo>
                    <a:pt x="7647938" y="3112406"/>
                  </a:lnTo>
                  <a:lnTo>
                    <a:pt x="7727594" y="3081978"/>
                  </a:lnTo>
                  <a:lnTo>
                    <a:pt x="7800728" y="3048407"/>
                  </a:lnTo>
                  <a:lnTo>
                    <a:pt x="7867724" y="3011311"/>
                  </a:lnTo>
                  <a:lnTo>
                    <a:pt x="7929183" y="2970235"/>
                  </a:lnTo>
                  <a:lnTo>
                    <a:pt x="7985820" y="2924667"/>
                  </a:lnTo>
                  <a:lnTo>
                    <a:pt x="8038403" y="2874078"/>
                  </a:lnTo>
                  <a:lnTo>
                    <a:pt x="8087694" y="2817982"/>
                  </a:lnTo>
                  <a:lnTo>
                    <a:pt x="8134409" y="2756040"/>
                  </a:lnTo>
                  <a:lnTo>
                    <a:pt x="8151487" y="2731143"/>
                  </a:lnTo>
                  <a:lnTo>
                    <a:pt x="8186998" y="2675449"/>
                  </a:lnTo>
                  <a:lnTo>
                    <a:pt x="8221651" y="2615893"/>
                  </a:lnTo>
                  <a:lnTo>
                    <a:pt x="8255668" y="2552397"/>
                  </a:lnTo>
                  <a:lnTo>
                    <a:pt x="8289227" y="2484936"/>
                  </a:lnTo>
                  <a:lnTo>
                    <a:pt x="8322476" y="2413550"/>
                  </a:lnTo>
                  <a:lnTo>
                    <a:pt x="8355530" y="2338343"/>
                  </a:lnTo>
                  <a:lnTo>
                    <a:pt x="8388478" y="2259490"/>
                  </a:lnTo>
                  <a:lnTo>
                    <a:pt x="8421387" y="2177240"/>
                  </a:lnTo>
                  <a:lnTo>
                    <a:pt x="8454302" y="2091915"/>
                  </a:lnTo>
                  <a:lnTo>
                    <a:pt x="8487252" y="2003906"/>
                  </a:lnTo>
                  <a:lnTo>
                    <a:pt x="8520247" y="1913669"/>
                  </a:lnTo>
                  <a:lnTo>
                    <a:pt x="8553288" y="1821715"/>
                  </a:lnTo>
                  <a:lnTo>
                    <a:pt x="8586365" y="1728599"/>
                  </a:lnTo>
                  <a:lnTo>
                    <a:pt x="8619461" y="1634906"/>
                  </a:lnTo>
                  <a:lnTo>
                    <a:pt x="8652556" y="1541237"/>
                  </a:lnTo>
                  <a:lnTo>
                    <a:pt x="8685630" y="1448193"/>
                  </a:lnTo>
                  <a:lnTo>
                    <a:pt x="8718668" y="1356357"/>
                  </a:lnTo>
                  <a:lnTo>
                    <a:pt x="8751659" y="1266281"/>
                  </a:lnTo>
                  <a:lnTo>
                    <a:pt x="8784605" y="1178473"/>
                  </a:lnTo>
                  <a:lnTo>
                    <a:pt x="8817519" y="1093382"/>
                  </a:lnTo>
                  <a:lnTo>
                    <a:pt x="8850429" y="1011396"/>
                  </a:lnTo>
                  <a:lnTo>
                    <a:pt x="8883383" y="932828"/>
                  </a:lnTo>
                  <a:lnTo>
                    <a:pt x="8916449" y="857923"/>
                  </a:lnTo>
                  <a:lnTo>
                    <a:pt x="8949718" y="786850"/>
                  </a:lnTo>
                  <a:lnTo>
                    <a:pt x="8983309" y="719709"/>
                  </a:lnTo>
                  <a:lnTo>
                    <a:pt x="9017369" y="656532"/>
                  </a:lnTo>
                  <a:lnTo>
                    <a:pt x="9052083" y="597291"/>
                  </a:lnTo>
                  <a:lnTo>
                    <a:pt x="9084767" y="546228"/>
                  </a:lnTo>
                  <a:lnTo>
                    <a:pt x="9130677" y="482050"/>
                  </a:lnTo>
                  <a:lnTo>
                    <a:pt x="9178916" y="423777"/>
                  </a:lnTo>
                  <a:lnTo>
                    <a:pt x="9230170" y="371163"/>
                  </a:lnTo>
                  <a:lnTo>
                    <a:pt x="9285188" y="323763"/>
                  </a:lnTo>
                  <a:lnTo>
                    <a:pt x="9344740" y="281056"/>
                  </a:lnTo>
                  <a:lnTo>
                    <a:pt x="9409570" y="242516"/>
                  </a:lnTo>
                  <a:lnTo>
                    <a:pt x="9480330" y="207665"/>
                  </a:lnTo>
                  <a:lnTo>
                    <a:pt x="9557500" y="176091"/>
                  </a:lnTo>
                  <a:lnTo>
                    <a:pt x="9641270" y="147468"/>
                  </a:lnTo>
                  <a:lnTo>
                    <a:pt x="9731403" y="121562"/>
                  </a:lnTo>
                  <a:lnTo>
                    <a:pt x="9827070" y="98230"/>
                  </a:lnTo>
                  <a:lnTo>
                    <a:pt x="9926700" y="77415"/>
                  </a:lnTo>
                  <a:lnTo>
                    <a:pt x="10027878" y="59128"/>
                  </a:lnTo>
                  <a:lnTo>
                    <a:pt x="10127376" y="43423"/>
                  </a:lnTo>
                  <a:lnTo>
                    <a:pt x="10221359" y="30351"/>
                  </a:lnTo>
                  <a:lnTo>
                    <a:pt x="10305818" y="19916"/>
                  </a:lnTo>
                  <a:lnTo>
                    <a:pt x="10377174" y="12029"/>
                  </a:lnTo>
                  <a:lnTo>
                    <a:pt x="10432931" y="6486"/>
                  </a:lnTo>
                  <a:lnTo>
                    <a:pt x="10472202" y="2956"/>
                  </a:lnTo>
                  <a:lnTo>
                    <a:pt x="10495971" y="1017"/>
                  </a:lnTo>
                  <a:lnTo>
                    <a:pt x="10507048" y="194"/>
                  </a:lnTo>
                  <a:lnTo>
                    <a:pt x="10509849" y="3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86" name="pl1786"/>
            <p:cNvSpPr/>
            <p:nvPr/>
          </p:nvSpPr>
          <p:spPr>
            <a:xfrm>
              <a:off x="4799595" y="7856665"/>
              <a:ext cx="11981298" cy="3277372"/>
            </a:xfrm>
            <a:custGeom>
              <a:avLst/>
              <a:pathLst>
                <a:path w="11981298" h="3277372">
                  <a:moveTo>
                    <a:pt x="11981298" y="0"/>
                  </a:moveTo>
                  <a:lnTo>
                    <a:pt x="10509911" y="0"/>
                  </a:lnTo>
                  <a:lnTo>
                    <a:pt x="10508792" y="74"/>
                  </a:lnTo>
                  <a:lnTo>
                    <a:pt x="10501433" y="602"/>
                  </a:lnTo>
                  <a:lnTo>
                    <a:pt x="10482872" y="2063"/>
                  </a:lnTo>
                  <a:lnTo>
                    <a:pt x="10449664" y="4939"/>
                  </a:lnTo>
                  <a:lnTo>
                    <a:pt x="10400118" y="9679"/>
                  </a:lnTo>
                  <a:lnTo>
                    <a:pt x="10334429" y="16651"/>
                  </a:lnTo>
                  <a:lnTo>
                    <a:pt x="10254535" y="26109"/>
                  </a:lnTo>
                  <a:lnTo>
                    <a:pt x="10163681" y="38183"/>
                  </a:lnTo>
                  <a:lnTo>
                    <a:pt x="10065792" y="52900"/>
                  </a:lnTo>
                  <a:lnTo>
                    <a:pt x="9964829" y="70220"/>
                  </a:lnTo>
                  <a:lnTo>
                    <a:pt x="9864286" y="90086"/>
                  </a:lnTo>
                  <a:lnTo>
                    <a:pt x="9766895" y="112466"/>
                  </a:lnTo>
                  <a:lnTo>
                    <a:pt x="9674541" y="137390"/>
                  </a:lnTo>
                  <a:lnTo>
                    <a:pt x="9588315" y="164966"/>
                  </a:lnTo>
                  <a:lnTo>
                    <a:pt x="9508659" y="195393"/>
                  </a:lnTo>
                  <a:lnTo>
                    <a:pt x="9435526" y="228965"/>
                  </a:lnTo>
                  <a:lnTo>
                    <a:pt x="9368529" y="266060"/>
                  </a:lnTo>
                  <a:lnTo>
                    <a:pt x="9307070" y="307137"/>
                  </a:lnTo>
                  <a:lnTo>
                    <a:pt x="9250433" y="352704"/>
                  </a:lnTo>
                  <a:lnTo>
                    <a:pt x="9197850" y="403293"/>
                  </a:lnTo>
                  <a:lnTo>
                    <a:pt x="9148559" y="459389"/>
                  </a:lnTo>
                  <a:lnTo>
                    <a:pt x="9101845" y="521332"/>
                  </a:lnTo>
                  <a:lnTo>
                    <a:pt x="9084767" y="546228"/>
                  </a:lnTo>
                  <a:lnTo>
                    <a:pt x="9049256" y="601923"/>
                  </a:lnTo>
                  <a:lnTo>
                    <a:pt x="9014602" y="661478"/>
                  </a:lnTo>
                  <a:lnTo>
                    <a:pt x="8980586" y="724975"/>
                  </a:lnTo>
                  <a:lnTo>
                    <a:pt x="8947026" y="792435"/>
                  </a:lnTo>
                  <a:lnTo>
                    <a:pt x="8913777" y="863821"/>
                  </a:lnTo>
                  <a:lnTo>
                    <a:pt x="8880724" y="939029"/>
                  </a:lnTo>
                  <a:lnTo>
                    <a:pt x="8847775" y="1017882"/>
                  </a:lnTo>
                  <a:lnTo>
                    <a:pt x="8814866" y="1100131"/>
                  </a:lnTo>
                  <a:lnTo>
                    <a:pt x="8781951" y="1185456"/>
                  </a:lnTo>
                  <a:lnTo>
                    <a:pt x="8749002" y="1273465"/>
                  </a:lnTo>
                  <a:lnTo>
                    <a:pt x="8716006" y="1363702"/>
                  </a:lnTo>
                  <a:lnTo>
                    <a:pt x="8682965" y="1455656"/>
                  </a:lnTo>
                  <a:lnTo>
                    <a:pt x="8649888" y="1548773"/>
                  </a:lnTo>
                  <a:lnTo>
                    <a:pt x="8616793" y="1642466"/>
                  </a:lnTo>
                  <a:lnTo>
                    <a:pt x="8583698" y="1736134"/>
                  </a:lnTo>
                  <a:lnTo>
                    <a:pt x="8550623" y="1829178"/>
                  </a:lnTo>
                  <a:lnTo>
                    <a:pt x="8517586" y="1921014"/>
                  </a:lnTo>
                  <a:lnTo>
                    <a:pt x="8484594" y="2011090"/>
                  </a:lnTo>
                  <a:lnTo>
                    <a:pt x="8451648" y="2098898"/>
                  </a:lnTo>
                  <a:lnTo>
                    <a:pt x="8418734" y="2183989"/>
                  </a:lnTo>
                  <a:lnTo>
                    <a:pt x="8385824" y="2265976"/>
                  </a:lnTo>
                  <a:lnTo>
                    <a:pt x="8352870" y="2344543"/>
                  </a:lnTo>
                  <a:lnTo>
                    <a:pt x="8319804" y="2419448"/>
                  </a:lnTo>
                  <a:lnTo>
                    <a:pt x="8286535" y="2490521"/>
                  </a:lnTo>
                  <a:lnTo>
                    <a:pt x="8252945" y="2557662"/>
                  </a:lnTo>
                  <a:lnTo>
                    <a:pt x="8218884" y="2620839"/>
                  </a:lnTo>
                  <a:lnTo>
                    <a:pt x="8184170" y="2680080"/>
                  </a:lnTo>
                  <a:lnTo>
                    <a:pt x="8151487" y="2731143"/>
                  </a:lnTo>
                  <a:lnTo>
                    <a:pt x="8105576" y="2795321"/>
                  </a:lnTo>
                  <a:lnTo>
                    <a:pt x="8057337" y="2853594"/>
                  </a:lnTo>
                  <a:lnTo>
                    <a:pt x="8006083" y="2906208"/>
                  </a:lnTo>
                  <a:lnTo>
                    <a:pt x="7951066" y="2953608"/>
                  </a:lnTo>
                  <a:lnTo>
                    <a:pt x="7891513" y="2996316"/>
                  </a:lnTo>
                  <a:lnTo>
                    <a:pt x="7826683" y="3034855"/>
                  </a:lnTo>
                  <a:lnTo>
                    <a:pt x="7755923" y="3069707"/>
                  </a:lnTo>
                  <a:lnTo>
                    <a:pt x="7678754" y="3101281"/>
                  </a:lnTo>
                  <a:lnTo>
                    <a:pt x="7594984" y="3129903"/>
                  </a:lnTo>
                  <a:lnTo>
                    <a:pt x="7504850" y="3155809"/>
                  </a:lnTo>
                  <a:lnTo>
                    <a:pt x="7409183" y="3179141"/>
                  </a:lnTo>
                  <a:lnTo>
                    <a:pt x="7309553" y="3199957"/>
                  </a:lnTo>
                  <a:lnTo>
                    <a:pt x="7208375" y="3218243"/>
                  </a:lnTo>
                  <a:lnTo>
                    <a:pt x="7108877" y="3233948"/>
                  </a:lnTo>
                  <a:lnTo>
                    <a:pt x="7014895" y="3247020"/>
                  </a:lnTo>
                  <a:lnTo>
                    <a:pt x="6930436" y="3257456"/>
                  </a:lnTo>
                  <a:lnTo>
                    <a:pt x="6859079" y="3265342"/>
                  </a:lnTo>
                  <a:lnTo>
                    <a:pt x="6803323" y="3270886"/>
                  </a:lnTo>
                  <a:lnTo>
                    <a:pt x="6764051" y="3274416"/>
                  </a:lnTo>
                  <a:lnTo>
                    <a:pt x="6740282" y="3276354"/>
                  </a:lnTo>
                  <a:lnTo>
                    <a:pt x="6729206" y="3277177"/>
                  </a:lnTo>
                  <a:lnTo>
                    <a:pt x="6726405" y="3277368"/>
                  </a:lnTo>
                  <a:lnTo>
                    <a:pt x="6726343" y="3277372"/>
                  </a:lnTo>
                  <a:lnTo>
                    <a:pt x="5254955" y="3277372"/>
                  </a:lnTo>
                  <a:lnTo>
                    <a:pt x="5253728" y="3277349"/>
                  </a:lnTo>
                  <a:lnTo>
                    <a:pt x="5245673" y="3277185"/>
                  </a:lnTo>
                  <a:lnTo>
                    <a:pt x="5225416" y="3276732"/>
                  </a:lnTo>
                  <a:lnTo>
                    <a:pt x="5189317" y="3275841"/>
                  </a:lnTo>
                  <a:lnTo>
                    <a:pt x="5135747" y="3274376"/>
                  </a:lnTo>
                  <a:lnTo>
                    <a:pt x="5065212" y="3272226"/>
                  </a:lnTo>
                  <a:lnTo>
                    <a:pt x="4980132" y="3269320"/>
                  </a:lnTo>
                  <a:lnTo>
                    <a:pt x="4884280" y="3265625"/>
                  </a:lnTo>
                  <a:lnTo>
                    <a:pt x="4782032" y="3261139"/>
                  </a:lnTo>
                  <a:lnTo>
                    <a:pt x="4677643" y="3255877"/>
                  </a:lnTo>
                  <a:lnTo>
                    <a:pt x="4574721" y="3249856"/>
                  </a:lnTo>
                  <a:lnTo>
                    <a:pt x="4475956" y="3243079"/>
                  </a:lnTo>
                  <a:lnTo>
                    <a:pt x="4383086" y="3235530"/>
                  </a:lnTo>
                  <a:lnTo>
                    <a:pt x="4297007" y="3227164"/>
                  </a:lnTo>
                  <a:lnTo>
                    <a:pt x="4217952" y="3217906"/>
                  </a:lnTo>
                  <a:lnTo>
                    <a:pt x="4145681" y="3207653"/>
                  </a:lnTo>
                  <a:lnTo>
                    <a:pt x="4079638" y="3196275"/>
                  </a:lnTo>
                  <a:lnTo>
                    <a:pt x="4019089" y="3183622"/>
                  </a:lnTo>
                  <a:lnTo>
                    <a:pt x="3963208" y="3169529"/>
                  </a:lnTo>
                  <a:lnTo>
                    <a:pt x="3911148" y="3153838"/>
                  </a:lnTo>
                  <a:lnTo>
                    <a:pt x="3862100" y="3136423"/>
                  </a:lnTo>
                  <a:lnTo>
                    <a:pt x="3829811" y="3123447"/>
                  </a:lnTo>
                  <a:lnTo>
                    <a:pt x="3778346" y="3100207"/>
                  </a:lnTo>
                  <a:lnTo>
                    <a:pt x="3728486" y="3074633"/>
                  </a:lnTo>
                  <a:lnTo>
                    <a:pt x="3679633" y="3046688"/>
                  </a:lnTo>
                  <a:lnTo>
                    <a:pt x="3631347" y="3016415"/>
                  </a:lnTo>
                  <a:lnTo>
                    <a:pt x="3583319" y="2983942"/>
                  </a:lnTo>
                  <a:lnTo>
                    <a:pt x="3535345" y="2949490"/>
                  </a:lnTo>
                  <a:lnTo>
                    <a:pt x="3487315" y="2913371"/>
                  </a:lnTo>
                  <a:lnTo>
                    <a:pt x="3439187" y="2875981"/>
                  </a:lnTo>
                  <a:lnTo>
                    <a:pt x="3390976" y="2837783"/>
                  </a:lnTo>
                  <a:lnTo>
                    <a:pt x="3342730" y="2799282"/>
                  </a:lnTo>
                  <a:lnTo>
                    <a:pt x="3294509" y="2761004"/>
                  </a:lnTo>
                  <a:lnTo>
                    <a:pt x="3246367" y="2723459"/>
                  </a:lnTo>
                  <a:lnTo>
                    <a:pt x="3198322" y="2687119"/>
                  </a:lnTo>
                  <a:lnTo>
                    <a:pt x="3150346" y="2652391"/>
                  </a:lnTo>
                  <a:lnTo>
                    <a:pt x="3102336" y="2619599"/>
                  </a:lnTo>
                  <a:lnTo>
                    <a:pt x="3054107" y="2588979"/>
                  </a:lnTo>
                  <a:lnTo>
                    <a:pt x="3005365" y="2560674"/>
                  </a:lnTo>
                  <a:lnTo>
                    <a:pt x="2955693" y="2534738"/>
                  </a:lnTo>
                  <a:lnTo>
                    <a:pt x="2904519" y="2511147"/>
                  </a:lnTo>
                  <a:lnTo>
                    <a:pt x="2896531" y="2507748"/>
                  </a:lnTo>
                  <a:lnTo>
                    <a:pt x="2849123" y="2489114"/>
                  </a:lnTo>
                  <a:lnTo>
                    <a:pt x="2799213" y="2472250"/>
                  </a:lnTo>
                  <a:lnTo>
                    <a:pt x="2746043" y="2457077"/>
                  </a:lnTo>
                  <a:lnTo>
                    <a:pt x="2688788" y="2443454"/>
                  </a:lnTo>
                  <a:lnTo>
                    <a:pt x="2626601" y="2431218"/>
                  </a:lnTo>
                  <a:lnTo>
                    <a:pt x="2558676" y="2420209"/>
                  </a:lnTo>
                  <a:lnTo>
                    <a:pt x="2484323" y="2410281"/>
                  </a:lnTo>
                  <a:lnTo>
                    <a:pt x="2403070" y="2401313"/>
                  </a:lnTo>
                  <a:lnTo>
                    <a:pt x="2314807" y="2393209"/>
                  </a:lnTo>
                  <a:lnTo>
                    <a:pt x="2219953" y="2385906"/>
                  </a:lnTo>
                  <a:lnTo>
                    <a:pt x="2119652" y="2379367"/>
                  </a:lnTo>
                  <a:lnTo>
                    <a:pt x="2015934" y="2373583"/>
                  </a:lnTo>
                  <a:lnTo>
                    <a:pt x="1911791" y="2368563"/>
                  </a:lnTo>
                  <a:lnTo>
                    <a:pt x="1811074" y="2364324"/>
                  </a:lnTo>
                  <a:lnTo>
                    <a:pt x="1718145" y="2360878"/>
                  </a:lnTo>
                  <a:lnTo>
                    <a:pt x="1637274" y="2358215"/>
                  </a:lnTo>
                  <a:lnTo>
                    <a:pt x="1571886" y="2356290"/>
                  </a:lnTo>
                  <a:lnTo>
                    <a:pt x="1523846" y="2355018"/>
                  </a:lnTo>
                  <a:lnTo>
                    <a:pt x="1492995" y="2354280"/>
                  </a:lnTo>
                  <a:lnTo>
                    <a:pt x="1477048" y="2353934"/>
                  </a:lnTo>
                  <a:lnTo>
                    <a:pt x="1471790" y="2353830"/>
                  </a:lnTo>
                  <a:lnTo>
                    <a:pt x="1471387" y="2353823"/>
                  </a:lnTo>
                  <a:lnTo>
                    <a:pt x="0" y="235382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87" name="pg1787"/>
            <p:cNvSpPr/>
            <p:nvPr/>
          </p:nvSpPr>
          <p:spPr>
            <a:xfrm>
              <a:off x="4799595" y="5020635"/>
              <a:ext cx="11981298" cy="5091777"/>
            </a:xfrm>
            <a:custGeom>
              <a:avLst/>
              <a:pathLst>
                <a:path w="11981298" h="5091777">
                  <a:moveTo>
                    <a:pt x="0" y="5091777"/>
                  </a:moveTo>
                  <a:lnTo>
                    <a:pt x="1471387" y="5091777"/>
                  </a:lnTo>
                  <a:lnTo>
                    <a:pt x="1472262" y="5091688"/>
                  </a:lnTo>
                  <a:lnTo>
                    <a:pt x="1478047" y="5091051"/>
                  </a:lnTo>
                  <a:lnTo>
                    <a:pt x="1492738" y="5089293"/>
                  </a:lnTo>
                  <a:lnTo>
                    <a:pt x="1519273" y="5085826"/>
                  </a:lnTo>
                  <a:lnTo>
                    <a:pt x="1559371" y="5080091"/>
                  </a:lnTo>
                  <a:lnTo>
                    <a:pt x="1613410" y="5071601"/>
                  </a:lnTo>
                  <a:lnTo>
                    <a:pt x="1680441" y="5059986"/>
                  </a:lnTo>
                  <a:lnTo>
                    <a:pt x="1758406" y="5045009"/>
                  </a:lnTo>
                  <a:lnTo>
                    <a:pt x="1844492" y="5026570"/>
                  </a:lnTo>
                  <a:lnTo>
                    <a:pt x="1935575" y="5004669"/>
                  </a:lnTo>
                  <a:lnTo>
                    <a:pt x="2028620" y="4979366"/>
                  </a:lnTo>
                  <a:lnTo>
                    <a:pt x="2120986" y="4950728"/>
                  </a:lnTo>
                  <a:lnTo>
                    <a:pt x="2210596" y="4918791"/>
                  </a:lnTo>
                  <a:lnTo>
                    <a:pt x="2295985" y="4883519"/>
                  </a:lnTo>
                  <a:lnTo>
                    <a:pt x="2376259" y="4844790"/>
                  </a:lnTo>
                  <a:lnTo>
                    <a:pt x="2451004" y="4802381"/>
                  </a:lnTo>
                  <a:lnTo>
                    <a:pt x="2520179" y="4755966"/>
                  </a:lnTo>
                  <a:lnTo>
                    <a:pt x="2584014" y="4705117"/>
                  </a:lnTo>
                  <a:lnTo>
                    <a:pt x="2642920" y="4649317"/>
                  </a:lnTo>
                  <a:lnTo>
                    <a:pt x="2697420" y="4587978"/>
                  </a:lnTo>
                  <a:lnTo>
                    <a:pt x="2748097" y="4520462"/>
                  </a:lnTo>
                  <a:lnTo>
                    <a:pt x="2795551" y="4446138"/>
                  </a:lnTo>
                  <a:lnTo>
                    <a:pt x="2840370" y="4364449"/>
                  </a:lnTo>
                  <a:lnTo>
                    <a:pt x="2883100" y="4275039"/>
                  </a:lnTo>
                  <a:lnTo>
                    <a:pt x="2896531" y="4244510"/>
                  </a:lnTo>
                  <a:lnTo>
                    <a:pt x="2925795" y="4173921"/>
                  </a:lnTo>
                  <a:lnTo>
                    <a:pt x="2954451" y="4099303"/>
                  </a:lnTo>
                  <a:lnTo>
                    <a:pt x="2982627" y="4020575"/>
                  </a:lnTo>
                  <a:lnTo>
                    <a:pt x="3010434" y="3937695"/>
                  </a:lnTo>
                  <a:lnTo>
                    <a:pt x="3037962" y="3850663"/>
                  </a:lnTo>
                  <a:lnTo>
                    <a:pt x="3065291" y="3759521"/>
                  </a:lnTo>
                  <a:lnTo>
                    <a:pt x="3092484" y="3664361"/>
                  </a:lnTo>
                  <a:lnTo>
                    <a:pt x="3119593" y="3565325"/>
                  </a:lnTo>
                  <a:lnTo>
                    <a:pt x="3146658" y="3462606"/>
                  </a:lnTo>
                  <a:lnTo>
                    <a:pt x="3173712" y="3356450"/>
                  </a:lnTo>
                  <a:lnTo>
                    <a:pt x="3200774" y="3247152"/>
                  </a:lnTo>
                  <a:lnTo>
                    <a:pt x="3227861" y="3135059"/>
                  </a:lnTo>
                  <a:lnTo>
                    <a:pt x="3254979" y="3020559"/>
                  </a:lnTo>
                  <a:lnTo>
                    <a:pt x="3282128" y="2904085"/>
                  </a:lnTo>
                  <a:lnTo>
                    <a:pt x="3309306" y="2786102"/>
                  </a:lnTo>
                  <a:lnTo>
                    <a:pt x="3336504" y="2667100"/>
                  </a:lnTo>
                  <a:lnTo>
                    <a:pt x="3363714" y="2547590"/>
                  </a:lnTo>
                  <a:lnTo>
                    <a:pt x="3390923" y="2428090"/>
                  </a:lnTo>
                  <a:lnTo>
                    <a:pt x="3418121" y="2309119"/>
                  </a:lnTo>
                  <a:lnTo>
                    <a:pt x="3445298" y="2191186"/>
                  </a:lnTo>
                  <a:lnTo>
                    <a:pt x="3472446" y="2074782"/>
                  </a:lnTo>
                  <a:lnTo>
                    <a:pt x="3499562" y="1960371"/>
                  </a:lnTo>
                  <a:lnTo>
                    <a:pt x="3526648" y="1848382"/>
                  </a:lnTo>
                  <a:lnTo>
                    <a:pt x="3553710" y="1739203"/>
                  </a:lnTo>
                  <a:lnTo>
                    <a:pt x="3580763" y="1633178"/>
                  </a:lnTo>
                  <a:lnTo>
                    <a:pt x="3607830" y="1530602"/>
                  </a:lnTo>
                  <a:lnTo>
                    <a:pt x="3634941" y="1431718"/>
                  </a:lnTo>
                  <a:lnTo>
                    <a:pt x="3662138" y="1336716"/>
                  </a:lnTo>
                  <a:lnTo>
                    <a:pt x="3689473" y="1245737"/>
                  </a:lnTo>
                  <a:lnTo>
                    <a:pt x="3717012" y="1158869"/>
                  </a:lnTo>
                  <a:lnTo>
                    <a:pt x="3744831" y="1076155"/>
                  </a:lnTo>
                  <a:lnTo>
                    <a:pt x="3773024" y="997592"/>
                  </a:lnTo>
                  <a:lnTo>
                    <a:pt x="3801702" y="923137"/>
                  </a:lnTo>
                  <a:lnTo>
                    <a:pt x="3829811" y="855440"/>
                  </a:lnTo>
                  <a:lnTo>
                    <a:pt x="3871971" y="763517"/>
                  </a:lnTo>
                  <a:lnTo>
                    <a:pt x="3916059" y="679360"/>
                  </a:lnTo>
                  <a:lnTo>
                    <a:pt x="3962600" y="602712"/>
                  </a:lnTo>
                  <a:lnTo>
                    <a:pt x="4012170" y="533065"/>
                  </a:lnTo>
                  <a:lnTo>
                    <a:pt x="4065371" y="469802"/>
                  </a:lnTo>
                  <a:lnTo>
                    <a:pt x="4122794" y="412281"/>
                  </a:lnTo>
                  <a:lnTo>
                    <a:pt x="4184986" y="359895"/>
                  </a:lnTo>
                  <a:lnTo>
                    <a:pt x="4252401" y="312099"/>
                  </a:lnTo>
                  <a:lnTo>
                    <a:pt x="4325336" y="268436"/>
                  </a:lnTo>
                  <a:lnTo>
                    <a:pt x="4403850" y="228549"/>
                  </a:lnTo>
                  <a:lnTo>
                    <a:pt x="4487660" y="192179"/>
                  </a:lnTo>
                  <a:lnTo>
                    <a:pt x="4576039" y="159173"/>
                  </a:lnTo>
                  <a:lnTo>
                    <a:pt x="4667713" y="129469"/>
                  </a:lnTo>
                  <a:lnTo>
                    <a:pt x="4760802" y="103082"/>
                  </a:lnTo>
                  <a:lnTo>
                    <a:pt x="4852836" y="80075"/>
                  </a:lnTo>
                  <a:lnTo>
                    <a:pt x="4940880" y="60514"/>
                  </a:lnTo>
                  <a:lnTo>
                    <a:pt x="5021799" y="44425"/>
                  </a:lnTo>
                  <a:lnTo>
                    <a:pt x="5092630" y="31743"/>
                  </a:lnTo>
                  <a:lnTo>
                    <a:pt x="5151027" y="22278"/>
                  </a:lnTo>
                  <a:lnTo>
                    <a:pt x="5195651" y="15702"/>
                  </a:lnTo>
                  <a:lnTo>
                    <a:pt x="5226441" y="11562"/>
                  </a:lnTo>
                  <a:lnTo>
                    <a:pt x="5244690" y="9315"/>
                  </a:lnTo>
                  <a:lnTo>
                    <a:pt x="5252962" y="8381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225" y="8261"/>
                  </a:lnTo>
                  <a:lnTo>
                    <a:pt x="6733057" y="8888"/>
                  </a:lnTo>
                  <a:lnTo>
                    <a:pt x="6747864" y="10622"/>
                  </a:lnTo>
                  <a:lnTo>
                    <a:pt x="6774601" y="14039"/>
                  </a:lnTo>
                  <a:lnTo>
                    <a:pt x="6814989" y="19693"/>
                  </a:lnTo>
                  <a:lnTo>
                    <a:pt x="6869391" y="28060"/>
                  </a:lnTo>
                  <a:lnTo>
                    <a:pt x="6936831" y="39504"/>
                  </a:lnTo>
                  <a:lnTo>
                    <a:pt x="7015216" y="54255"/>
                  </a:lnTo>
                  <a:lnTo>
                    <a:pt x="7101700" y="72411"/>
                  </a:lnTo>
                  <a:lnTo>
                    <a:pt x="7193128" y="93969"/>
                  </a:lnTo>
                  <a:lnTo>
                    <a:pt x="7286449" y="118870"/>
                  </a:lnTo>
                  <a:lnTo>
                    <a:pt x="7379014" y="147046"/>
                  </a:lnTo>
                  <a:lnTo>
                    <a:pt x="7468748" y="178466"/>
                  </a:lnTo>
                  <a:lnTo>
                    <a:pt x="7554196" y="213166"/>
                  </a:lnTo>
                  <a:lnTo>
                    <a:pt x="7634474" y="251271"/>
                  </a:lnTo>
                  <a:lnTo>
                    <a:pt x="7709184" y="293005"/>
                  </a:lnTo>
                  <a:lnTo>
                    <a:pt x="7778299" y="338695"/>
                  </a:lnTo>
                  <a:lnTo>
                    <a:pt x="7842059" y="388765"/>
                  </a:lnTo>
                  <a:lnTo>
                    <a:pt x="7900888" y="443729"/>
                  </a:lnTo>
                  <a:lnTo>
                    <a:pt x="7955316" y="504171"/>
                  </a:lnTo>
                  <a:lnTo>
                    <a:pt x="8005933" y="570720"/>
                  </a:lnTo>
                  <a:lnTo>
                    <a:pt x="8053345" y="643997"/>
                  </a:lnTo>
                  <a:lnTo>
                    <a:pt x="8098142" y="724541"/>
                  </a:lnTo>
                  <a:lnTo>
                    <a:pt x="8140871" y="812688"/>
                  </a:lnTo>
                  <a:lnTo>
                    <a:pt x="8151487" y="836370"/>
                  </a:lnTo>
                  <a:lnTo>
                    <a:pt x="8181058" y="906123"/>
                  </a:lnTo>
                  <a:lnTo>
                    <a:pt x="8210009" y="979901"/>
                  </a:lnTo>
                  <a:lnTo>
                    <a:pt x="8238474" y="1057783"/>
                  </a:lnTo>
                  <a:lnTo>
                    <a:pt x="8266563" y="1139810"/>
                  </a:lnTo>
                  <a:lnTo>
                    <a:pt x="8294373" y="1225982"/>
                  </a:lnTo>
                  <a:lnTo>
                    <a:pt x="8321983" y="1316254"/>
                  </a:lnTo>
                  <a:lnTo>
                    <a:pt x="8349457" y="1410528"/>
                  </a:lnTo>
                  <a:lnTo>
                    <a:pt x="8376849" y="1508660"/>
                  </a:lnTo>
                  <a:lnTo>
                    <a:pt x="8404200" y="1610450"/>
                  </a:lnTo>
                  <a:lnTo>
                    <a:pt x="8431540" y="1715646"/>
                  </a:lnTo>
                  <a:lnTo>
                    <a:pt x="8458893" y="1823944"/>
                  </a:lnTo>
                  <a:lnTo>
                    <a:pt x="8486270" y="1934989"/>
                  </a:lnTo>
                  <a:lnTo>
                    <a:pt x="8513680" y="2048384"/>
                  </a:lnTo>
                  <a:lnTo>
                    <a:pt x="8541122" y="2163687"/>
                  </a:lnTo>
                  <a:lnTo>
                    <a:pt x="8568593" y="2280427"/>
                  </a:lnTo>
                  <a:lnTo>
                    <a:pt x="8596082" y="2398102"/>
                  </a:lnTo>
                  <a:lnTo>
                    <a:pt x="8623582" y="2516198"/>
                  </a:lnTo>
                  <a:lnTo>
                    <a:pt x="8651078" y="2634190"/>
                  </a:lnTo>
                  <a:lnTo>
                    <a:pt x="8678562" y="2751555"/>
                  </a:lnTo>
                  <a:lnTo>
                    <a:pt x="8706021" y="2867783"/>
                  </a:lnTo>
                  <a:lnTo>
                    <a:pt x="8733451" y="2982385"/>
                  </a:lnTo>
                  <a:lnTo>
                    <a:pt x="8760848" y="3094898"/>
                  </a:lnTo>
                  <a:lnTo>
                    <a:pt x="8788215" y="3204898"/>
                  </a:lnTo>
                  <a:lnTo>
                    <a:pt x="8815560" y="3312005"/>
                  </a:lnTo>
                  <a:lnTo>
                    <a:pt x="8842902" y="3415883"/>
                  </a:lnTo>
                  <a:lnTo>
                    <a:pt x="8870264" y="3516249"/>
                  </a:lnTo>
                  <a:lnTo>
                    <a:pt x="8897683" y="3612872"/>
                  </a:lnTo>
                  <a:lnTo>
                    <a:pt x="8925204" y="3705573"/>
                  </a:lnTo>
                  <a:lnTo>
                    <a:pt x="8952885" y="3794227"/>
                  </a:lnTo>
                  <a:lnTo>
                    <a:pt x="8980795" y="3878757"/>
                  </a:lnTo>
                  <a:lnTo>
                    <a:pt x="9009021" y="3959138"/>
                  </a:lnTo>
                  <a:lnTo>
                    <a:pt x="9037664" y="4035384"/>
                  </a:lnTo>
                  <a:lnTo>
                    <a:pt x="9066845" y="4107553"/>
                  </a:lnTo>
                  <a:lnTo>
                    <a:pt x="9084767" y="4149158"/>
                  </a:lnTo>
                  <a:lnTo>
                    <a:pt x="9127048" y="4239254"/>
                  </a:lnTo>
                  <a:lnTo>
                    <a:pt x="9171268" y="4321716"/>
                  </a:lnTo>
                  <a:lnTo>
                    <a:pt x="9217959" y="4396799"/>
                  </a:lnTo>
                  <a:lnTo>
                    <a:pt x="9267702" y="4465005"/>
                  </a:lnTo>
                  <a:lnTo>
                    <a:pt x="9321102" y="4526943"/>
                  </a:lnTo>
                  <a:lnTo>
                    <a:pt x="9378756" y="4583244"/>
                  </a:lnTo>
                  <a:lnTo>
                    <a:pt x="9441214" y="4634509"/>
                  </a:lnTo>
                  <a:lnTo>
                    <a:pt x="9508933" y="4681271"/>
                  </a:lnTo>
                  <a:lnTo>
                    <a:pt x="9582207" y="4723979"/>
                  </a:lnTo>
                  <a:lnTo>
                    <a:pt x="9661088" y="4762983"/>
                  </a:lnTo>
                  <a:lnTo>
                    <a:pt x="9745281" y="4798535"/>
                  </a:lnTo>
                  <a:lnTo>
                    <a:pt x="9834037" y="4830784"/>
                  </a:lnTo>
                  <a:lnTo>
                    <a:pt x="9926053" y="4859787"/>
                  </a:lnTo>
                  <a:lnTo>
                    <a:pt x="10019412" y="4885528"/>
                  </a:lnTo>
                  <a:lnTo>
                    <a:pt x="10111600" y="4907945"/>
                  </a:lnTo>
                  <a:lnTo>
                    <a:pt x="10199646" y="4926971"/>
                  </a:lnTo>
                  <a:lnTo>
                    <a:pt x="10280384" y="4942585"/>
                  </a:lnTo>
                  <a:lnTo>
                    <a:pt x="10350850" y="4954856"/>
                  </a:lnTo>
                  <a:lnTo>
                    <a:pt x="10408716" y="4963978"/>
                  </a:lnTo>
                  <a:lnTo>
                    <a:pt x="10452695" y="4970281"/>
                  </a:lnTo>
                  <a:lnTo>
                    <a:pt x="10482800" y="4974218"/>
                  </a:lnTo>
                  <a:lnTo>
                    <a:pt x="10500413" y="4976326"/>
                  </a:lnTo>
                  <a:lnTo>
                    <a:pt x="10508189" y="4977181"/>
                  </a:lnTo>
                  <a:lnTo>
                    <a:pt x="10509911" y="4977355"/>
                  </a:lnTo>
                  <a:lnTo>
                    <a:pt x="11981298" y="4977355"/>
                  </a:lnTo>
                  <a:lnTo>
                    <a:pt x="11981298" y="4969182"/>
                  </a:lnTo>
                  <a:lnTo>
                    <a:pt x="10509911" y="4969182"/>
                  </a:lnTo>
                  <a:lnTo>
                    <a:pt x="10509028" y="4969094"/>
                  </a:lnTo>
                  <a:lnTo>
                    <a:pt x="10503196" y="4968467"/>
                  </a:lnTo>
                  <a:lnTo>
                    <a:pt x="10488389" y="4966733"/>
                  </a:lnTo>
                  <a:lnTo>
                    <a:pt x="10461652" y="4963316"/>
                  </a:lnTo>
                  <a:lnTo>
                    <a:pt x="10421264" y="4957662"/>
                  </a:lnTo>
                  <a:lnTo>
                    <a:pt x="10366863" y="4949295"/>
                  </a:lnTo>
                  <a:lnTo>
                    <a:pt x="10299422" y="4937851"/>
                  </a:lnTo>
                  <a:lnTo>
                    <a:pt x="10221037" y="4923100"/>
                  </a:lnTo>
                  <a:lnTo>
                    <a:pt x="10134553" y="4904944"/>
                  </a:lnTo>
                  <a:lnTo>
                    <a:pt x="10043125" y="4883386"/>
                  </a:lnTo>
                  <a:lnTo>
                    <a:pt x="9949804" y="4858485"/>
                  </a:lnTo>
                  <a:lnTo>
                    <a:pt x="9857240" y="4830309"/>
                  </a:lnTo>
                  <a:lnTo>
                    <a:pt x="9767505" y="4798889"/>
                  </a:lnTo>
                  <a:lnTo>
                    <a:pt x="9682058" y="4764189"/>
                  </a:lnTo>
                  <a:lnTo>
                    <a:pt x="9601779" y="4726084"/>
                  </a:lnTo>
                  <a:lnTo>
                    <a:pt x="9527069" y="4684350"/>
                  </a:lnTo>
                  <a:lnTo>
                    <a:pt x="9457955" y="4638660"/>
                  </a:lnTo>
                  <a:lnTo>
                    <a:pt x="9394194" y="4588590"/>
                  </a:lnTo>
                  <a:lnTo>
                    <a:pt x="9335366" y="4533626"/>
                  </a:lnTo>
                  <a:lnTo>
                    <a:pt x="9280937" y="4473184"/>
                  </a:lnTo>
                  <a:lnTo>
                    <a:pt x="9230320" y="4406635"/>
                  </a:lnTo>
                  <a:lnTo>
                    <a:pt x="9182909" y="4333358"/>
                  </a:lnTo>
                  <a:lnTo>
                    <a:pt x="9138112" y="4252814"/>
                  </a:lnTo>
                  <a:lnTo>
                    <a:pt x="9095382" y="4164667"/>
                  </a:lnTo>
                  <a:lnTo>
                    <a:pt x="9084767" y="4140985"/>
                  </a:lnTo>
                  <a:lnTo>
                    <a:pt x="9055195" y="4071232"/>
                  </a:lnTo>
                  <a:lnTo>
                    <a:pt x="9026244" y="3997454"/>
                  </a:lnTo>
                  <a:lnTo>
                    <a:pt x="8997779" y="3919572"/>
                  </a:lnTo>
                  <a:lnTo>
                    <a:pt x="8969690" y="3837545"/>
                  </a:lnTo>
                  <a:lnTo>
                    <a:pt x="8941880" y="3751373"/>
                  </a:lnTo>
                  <a:lnTo>
                    <a:pt x="8914270" y="3661101"/>
                  </a:lnTo>
                  <a:lnTo>
                    <a:pt x="8886796" y="3566827"/>
                  </a:lnTo>
                  <a:lnTo>
                    <a:pt x="8859404" y="3468695"/>
                  </a:lnTo>
                  <a:lnTo>
                    <a:pt x="8832054" y="3366905"/>
                  </a:lnTo>
                  <a:lnTo>
                    <a:pt x="8804713" y="3261709"/>
                  </a:lnTo>
                  <a:lnTo>
                    <a:pt x="8777361" y="3153411"/>
                  </a:lnTo>
                  <a:lnTo>
                    <a:pt x="8749983" y="3042366"/>
                  </a:lnTo>
                  <a:lnTo>
                    <a:pt x="8722573" y="2928971"/>
                  </a:lnTo>
                  <a:lnTo>
                    <a:pt x="8695131" y="2813668"/>
                  </a:lnTo>
                  <a:lnTo>
                    <a:pt x="8667661" y="2696928"/>
                  </a:lnTo>
                  <a:lnTo>
                    <a:pt x="8640171" y="2579253"/>
                  </a:lnTo>
                  <a:lnTo>
                    <a:pt x="8612672" y="2461157"/>
                  </a:lnTo>
                  <a:lnTo>
                    <a:pt x="8585175" y="2343165"/>
                  </a:lnTo>
                  <a:lnTo>
                    <a:pt x="8557692" y="2225800"/>
                  </a:lnTo>
                  <a:lnTo>
                    <a:pt x="8530232" y="2109572"/>
                  </a:lnTo>
                  <a:lnTo>
                    <a:pt x="8502802" y="1994970"/>
                  </a:lnTo>
                  <a:lnTo>
                    <a:pt x="8475405" y="1882457"/>
                  </a:lnTo>
                  <a:lnTo>
                    <a:pt x="8448039" y="1772457"/>
                  </a:lnTo>
                  <a:lnTo>
                    <a:pt x="8420693" y="1665350"/>
                  </a:lnTo>
                  <a:lnTo>
                    <a:pt x="8393352" y="1561472"/>
                  </a:lnTo>
                  <a:lnTo>
                    <a:pt x="8365989" y="1461106"/>
                  </a:lnTo>
                  <a:lnTo>
                    <a:pt x="8338570" y="1364483"/>
                  </a:lnTo>
                  <a:lnTo>
                    <a:pt x="8311049" y="1271782"/>
                  </a:lnTo>
                  <a:lnTo>
                    <a:pt x="8283369" y="1183128"/>
                  </a:lnTo>
                  <a:lnTo>
                    <a:pt x="8255458" y="1098598"/>
                  </a:lnTo>
                  <a:lnTo>
                    <a:pt x="8227232" y="1018217"/>
                  </a:lnTo>
                  <a:lnTo>
                    <a:pt x="8198589" y="941971"/>
                  </a:lnTo>
                  <a:lnTo>
                    <a:pt x="8169409" y="869802"/>
                  </a:lnTo>
                  <a:lnTo>
                    <a:pt x="8151487" y="828197"/>
                  </a:lnTo>
                  <a:lnTo>
                    <a:pt x="8109206" y="738101"/>
                  </a:lnTo>
                  <a:lnTo>
                    <a:pt x="8064985" y="655639"/>
                  </a:lnTo>
                  <a:lnTo>
                    <a:pt x="8018294" y="580556"/>
                  </a:lnTo>
                  <a:lnTo>
                    <a:pt x="7968552" y="512350"/>
                  </a:lnTo>
                  <a:lnTo>
                    <a:pt x="7915151" y="450412"/>
                  </a:lnTo>
                  <a:lnTo>
                    <a:pt x="7857498" y="394111"/>
                  </a:lnTo>
                  <a:lnTo>
                    <a:pt x="7795039" y="342846"/>
                  </a:lnTo>
                  <a:lnTo>
                    <a:pt x="7727321" y="296084"/>
                  </a:lnTo>
                  <a:lnTo>
                    <a:pt x="7654046" y="253376"/>
                  </a:lnTo>
                  <a:lnTo>
                    <a:pt x="7575165" y="214372"/>
                  </a:lnTo>
                  <a:lnTo>
                    <a:pt x="7490972" y="178820"/>
                  </a:lnTo>
                  <a:lnTo>
                    <a:pt x="7402216" y="146571"/>
                  </a:lnTo>
                  <a:lnTo>
                    <a:pt x="7310200" y="117567"/>
                  </a:lnTo>
                  <a:lnTo>
                    <a:pt x="7216842" y="91827"/>
                  </a:lnTo>
                  <a:lnTo>
                    <a:pt x="7124653" y="69410"/>
                  </a:lnTo>
                  <a:lnTo>
                    <a:pt x="7036608" y="50384"/>
                  </a:lnTo>
                  <a:lnTo>
                    <a:pt x="6955869" y="34770"/>
                  </a:lnTo>
                  <a:lnTo>
                    <a:pt x="6885403" y="22499"/>
                  </a:lnTo>
                  <a:lnTo>
                    <a:pt x="6827537" y="13377"/>
                  </a:lnTo>
                  <a:lnTo>
                    <a:pt x="6783558" y="7074"/>
                  </a:lnTo>
                  <a:lnTo>
                    <a:pt x="6753453" y="3137"/>
                  </a:lnTo>
                  <a:lnTo>
                    <a:pt x="6735841" y="1029"/>
                  </a:lnTo>
                  <a:lnTo>
                    <a:pt x="6728064" y="174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080" y="89"/>
                  </a:lnTo>
                  <a:lnTo>
                    <a:pt x="5248295" y="726"/>
                  </a:lnTo>
                  <a:lnTo>
                    <a:pt x="5233605" y="2484"/>
                  </a:lnTo>
                  <a:lnTo>
                    <a:pt x="5207070" y="5951"/>
                  </a:lnTo>
                  <a:lnTo>
                    <a:pt x="5166971" y="11686"/>
                  </a:lnTo>
                  <a:lnTo>
                    <a:pt x="5112933" y="20176"/>
                  </a:lnTo>
                  <a:lnTo>
                    <a:pt x="5045901" y="31791"/>
                  </a:lnTo>
                  <a:lnTo>
                    <a:pt x="4967936" y="46768"/>
                  </a:lnTo>
                  <a:lnTo>
                    <a:pt x="4881850" y="65207"/>
                  </a:lnTo>
                  <a:lnTo>
                    <a:pt x="4790767" y="87108"/>
                  </a:lnTo>
                  <a:lnTo>
                    <a:pt x="4697723" y="112411"/>
                  </a:lnTo>
                  <a:lnTo>
                    <a:pt x="4605357" y="141049"/>
                  </a:lnTo>
                  <a:lnTo>
                    <a:pt x="4515746" y="172986"/>
                  </a:lnTo>
                  <a:lnTo>
                    <a:pt x="4430357" y="208258"/>
                  </a:lnTo>
                  <a:lnTo>
                    <a:pt x="4350083" y="246986"/>
                  </a:lnTo>
                  <a:lnTo>
                    <a:pt x="4275338" y="289395"/>
                  </a:lnTo>
                  <a:lnTo>
                    <a:pt x="4206163" y="335811"/>
                  </a:lnTo>
                  <a:lnTo>
                    <a:pt x="4142328" y="386660"/>
                  </a:lnTo>
                  <a:lnTo>
                    <a:pt x="4083422" y="442459"/>
                  </a:lnTo>
                  <a:lnTo>
                    <a:pt x="4028922" y="503799"/>
                  </a:lnTo>
                  <a:lnTo>
                    <a:pt x="3978245" y="571315"/>
                  </a:lnTo>
                  <a:lnTo>
                    <a:pt x="3930791" y="645639"/>
                  </a:lnTo>
                  <a:lnTo>
                    <a:pt x="3885972" y="727328"/>
                  </a:lnTo>
                  <a:lnTo>
                    <a:pt x="3843242" y="816738"/>
                  </a:lnTo>
                  <a:lnTo>
                    <a:pt x="3829811" y="847267"/>
                  </a:lnTo>
                  <a:lnTo>
                    <a:pt x="3800547" y="917856"/>
                  </a:lnTo>
                  <a:lnTo>
                    <a:pt x="3771891" y="992474"/>
                  </a:lnTo>
                  <a:lnTo>
                    <a:pt x="3743715" y="1071202"/>
                  </a:lnTo>
                  <a:lnTo>
                    <a:pt x="3715909" y="1154082"/>
                  </a:lnTo>
                  <a:lnTo>
                    <a:pt x="3688380" y="1241114"/>
                  </a:lnTo>
                  <a:lnTo>
                    <a:pt x="3661051" y="1332256"/>
                  </a:lnTo>
                  <a:lnTo>
                    <a:pt x="3633858" y="1427416"/>
                  </a:lnTo>
                  <a:lnTo>
                    <a:pt x="3606749" y="1526452"/>
                  </a:lnTo>
                  <a:lnTo>
                    <a:pt x="3579684" y="1629171"/>
                  </a:lnTo>
                  <a:lnTo>
                    <a:pt x="3552631" y="1735327"/>
                  </a:lnTo>
                  <a:lnTo>
                    <a:pt x="3525568" y="1844625"/>
                  </a:lnTo>
                  <a:lnTo>
                    <a:pt x="3498481" y="1956718"/>
                  </a:lnTo>
                  <a:lnTo>
                    <a:pt x="3471363" y="2071218"/>
                  </a:lnTo>
                  <a:lnTo>
                    <a:pt x="3444214" y="2187691"/>
                  </a:lnTo>
                  <a:lnTo>
                    <a:pt x="3417036" y="2305675"/>
                  </a:lnTo>
                  <a:lnTo>
                    <a:pt x="3389838" y="2424677"/>
                  </a:lnTo>
                  <a:lnTo>
                    <a:pt x="3362628" y="2544187"/>
                  </a:lnTo>
                  <a:lnTo>
                    <a:pt x="3335419" y="2663687"/>
                  </a:lnTo>
                  <a:lnTo>
                    <a:pt x="3308221" y="2782658"/>
                  </a:lnTo>
                  <a:lnTo>
                    <a:pt x="3281045" y="2900591"/>
                  </a:lnTo>
                  <a:lnTo>
                    <a:pt x="3253896" y="3016995"/>
                  </a:lnTo>
                  <a:lnTo>
                    <a:pt x="3226780" y="3131406"/>
                  </a:lnTo>
                  <a:lnTo>
                    <a:pt x="3199695" y="3243395"/>
                  </a:lnTo>
                  <a:lnTo>
                    <a:pt x="3172632" y="3352574"/>
                  </a:lnTo>
                  <a:lnTo>
                    <a:pt x="3145579" y="3458599"/>
                  </a:lnTo>
                  <a:lnTo>
                    <a:pt x="3118513" y="3561175"/>
                  </a:lnTo>
                  <a:lnTo>
                    <a:pt x="3091401" y="3660059"/>
                  </a:lnTo>
                  <a:lnTo>
                    <a:pt x="3064204" y="3755061"/>
                  </a:lnTo>
                  <a:lnTo>
                    <a:pt x="3036869" y="3846040"/>
                  </a:lnTo>
                  <a:lnTo>
                    <a:pt x="3009330" y="3932908"/>
                  </a:lnTo>
                  <a:lnTo>
                    <a:pt x="2981511" y="4015622"/>
                  </a:lnTo>
                  <a:lnTo>
                    <a:pt x="2953318" y="4094185"/>
                  </a:lnTo>
                  <a:lnTo>
                    <a:pt x="2924640" y="4168640"/>
                  </a:lnTo>
                  <a:lnTo>
                    <a:pt x="2896531" y="4236337"/>
                  </a:lnTo>
                  <a:lnTo>
                    <a:pt x="2854371" y="4328260"/>
                  </a:lnTo>
                  <a:lnTo>
                    <a:pt x="2810283" y="4412417"/>
                  </a:lnTo>
                  <a:lnTo>
                    <a:pt x="2763743" y="4489065"/>
                  </a:lnTo>
                  <a:lnTo>
                    <a:pt x="2714172" y="4558712"/>
                  </a:lnTo>
                  <a:lnTo>
                    <a:pt x="2660971" y="4621975"/>
                  </a:lnTo>
                  <a:lnTo>
                    <a:pt x="2603548" y="4679496"/>
                  </a:lnTo>
                  <a:lnTo>
                    <a:pt x="2541357" y="4731882"/>
                  </a:lnTo>
                  <a:lnTo>
                    <a:pt x="2473941" y="4779678"/>
                  </a:lnTo>
                  <a:lnTo>
                    <a:pt x="2401006" y="4823340"/>
                  </a:lnTo>
                  <a:lnTo>
                    <a:pt x="2322492" y="4863228"/>
                  </a:lnTo>
                  <a:lnTo>
                    <a:pt x="2238682" y="4899598"/>
                  </a:lnTo>
                  <a:lnTo>
                    <a:pt x="2150303" y="4932604"/>
                  </a:lnTo>
                  <a:lnTo>
                    <a:pt x="2058629" y="4962308"/>
                  </a:lnTo>
                  <a:lnTo>
                    <a:pt x="1965540" y="4988695"/>
                  </a:lnTo>
                  <a:lnTo>
                    <a:pt x="1873506" y="5011702"/>
                  </a:lnTo>
                  <a:lnTo>
                    <a:pt x="1785462" y="5031263"/>
                  </a:lnTo>
                  <a:lnTo>
                    <a:pt x="1704544" y="5047352"/>
                  </a:lnTo>
                  <a:lnTo>
                    <a:pt x="1633712" y="5060034"/>
                  </a:lnTo>
                  <a:lnTo>
                    <a:pt x="1575315" y="5069499"/>
                  </a:lnTo>
                  <a:lnTo>
                    <a:pt x="1530691" y="5076075"/>
                  </a:lnTo>
                  <a:lnTo>
                    <a:pt x="1499901" y="5080215"/>
                  </a:lnTo>
                  <a:lnTo>
                    <a:pt x="1481652" y="5082462"/>
                  </a:lnTo>
                  <a:lnTo>
                    <a:pt x="1473381" y="5083396"/>
                  </a:lnTo>
                  <a:lnTo>
                    <a:pt x="1471387" y="5083604"/>
                  </a:lnTo>
                  <a:lnTo>
                    <a:pt x="0" y="5083604"/>
                  </a:lnTo>
                  <a:close/>
                </a:path>
              </a:pathLst>
            </a:custGeom>
            <a:solidFill>
              <a:srgbClr val="B497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788" name="pl1788"/>
            <p:cNvSpPr/>
            <p:nvPr/>
          </p:nvSpPr>
          <p:spPr>
            <a:xfrm>
              <a:off x="4799595" y="5028808"/>
              <a:ext cx="11981298" cy="5083604"/>
            </a:xfrm>
            <a:custGeom>
              <a:avLst/>
              <a:pathLst>
                <a:path w="11981298" h="5083604">
                  <a:moveTo>
                    <a:pt x="0" y="5083604"/>
                  </a:moveTo>
                  <a:lnTo>
                    <a:pt x="1471387" y="5083604"/>
                  </a:lnTo>
                  <a:lnTo>
                    <a:pt x="1472262" y="5083515"/>
                  </a:lnTo>
                  <a:lnTo>
                    <a:pt x="1478047" y="5082878"/>
                  </a:lnTo>
                  <a:lnTo>
                    <a:pt x="1492738" y="5081120"/>
                  </a:lnTo>
                  <a:lnTo>
                    <a:pt x="1519273" y="5077653"/>
                  </a:lnTo>
                  <a:lnTo>
                    <a:pt x="1559371" y="5071918"/>
                  </a:lnTo>
                  <a:lnTo>
                    <a:pt x="1613410" y="5063428"/>
                  </a:lnTo>
                  <a:lnTo>
                    <a:pt x="1680441" y="5051813"/>
                  </a:lnTo>
                  <a:lnTo>
                    <a:pt x="1758406" y="5036836"/>
                  </a:lnTo>
                  <a:lnTo>
                    <a:pt x="1844492" y="5018397"/>
                  </a:lnTo>
                  <a:lnTo>
                    <a:pt x="1935575" y="4996496"/>
                  </a:lnTo>
                  <a:lnTo>
                    <a:pt x="2028620" y="4971193"/>
                  </a:lnTo>
                  <a:lnTo>
                    <a:pt x="2120986" y="4942555"/>
                  </a:lnTo>
                  <a:lnTo>
                    <a:pt x="2210596" y="4910618"/>
                  </a:lnTo>
                  <a:lnTo>
                    <a:pt x="2295985" y="4875346"/>
                  </a:lnTo>
                  <a:lnTo>
                    <a:pt x="2376259" y="4836617"/>
                  </a:lnTo>
                  <a:lnTo>
                    <a:pt x="2451004" y="4794208"/>
                  </a:lnTo>
                  <a:lnTo>
                    <a:pt x="2520179" y="4747793"/>
                  </a:lnTo>
                  <a:lnTo>
                    <a:pt x="2584014" y="4696944"/>
                  </a:lnTo>
                  <a:lnTo>
                    <a:pt x="2642920" y="4641144"/>
                  </a:lnTo>
                  <a:lnTo>
                    <a:pt x="2697420" y="4579805"/>
                  </a:lnTo>
                  <a:lnTo>
                    <a:pt x="2748097" y="4512289"/>
                  </a:lnTo>
                  <a:lnTo>
                    <a:pt x="2795551" y="4437965"/>
                  </a:lnTo>
                  <a:lnTo>
                    <a:pt x="2840370" y="4356276"/>
                  </a:lnTo>
                  <a:lnTo>
                    <a:pt x="2883100" y="4266866"/>
                  </a:lnTo>
                  <a:lnTo>
                    <a:pt x="2896531" y="4236337"/>
                  </a:lnTo>
                  <a:lnTo>
                    <a:pt x="2925795" y="4165748"/>
                  </a:lnTo>
                  <a:lnTo>
                    <a:pt x="2954451" y="4091130"/>
                  </a:lnTo>
                  <a:lnTo>
                    <a:pt x="2982627" y="4012402"/>
                  </a:lnTo>
                  <a:lnTo>
                    <a:pt x="3010434" y="3929522"/>
                  </a:lnTo>
                  <a:lnTo>
                    <a:pt x="3037962" y="3842490"/>
                  </a:lnTo>
                  <a:lnTo>
                    <a:pt x="3065291" y="3751348"/>
                  </a:lnTo>
                  <a:lnTo>
                    <a:pt x="3092484" y="3656188"/>
                  </a:lnTo>
                  <a:lnTo>
                    <a:pt x="3119593" y="3557152"/>
                  </a:lnTo>
                  <a:lnTo>
                    <a:pt x="3146658" y="3454433"/>
                  </a:lnTo>
                  <a:lnTo>
                    <a:pt x="3173712" y="3348277"/>
                  </a:lnTo>
                  <a:lnTo>
                    <a:pt x="3200774" y="3238979"/>
                  </a:lnTo>
                  <a:lnTo>
                    <a:pt x="3227861" y="3126886"/>
                  </a:lnTo>
                  <a:lnTo>
                    <a:pt x="3254979" y="3012386"/>
                  </a:lnTo>
                  <a:lnTo>
                    <a:pt x="3282128" y="2895912"/>
                  </a:lnTo>
                  <a:lnTo>
                    <a:pt x="3309306" y="2777929"/>
                  </a:lnTo>
                  <a:lnTo>
                    <a:pt x="3336504" y="2658927"/>
                  </a:lnTo>
                  <a:lnTo>
                    <a:pt x="3363714" y="2539417"/>
                  </a:lnTo>
                  <a:lnTo>
                    <a:pt x="3390923" y="2419917"/>
                  </a:lnTo>
                  <a:lnTo>
                    <a:pt x="3418121" y="2300946"/>
                  </a:lnTo>
                  <a:lnTo>
                    <a:pt x="3445298" y="2183013"/>
                  </a:lnTo>
                  <a:lnTo>
                    <a:pt x="3472446" y="2066609"/>
                  </a:lnTo>
                  <a:lnTo>
                    <a:pt x="3499562" y="1952198"/>
                  </a:lnTo>
                  <a:lnTo>
                    <a:pt x="3526648" y="1840209"/>
                  </a:lnTo>
                  <a:lnTo>
                    <a:pt x="3553710" y="1731030"/>
                  </a:lnTo>
                  <a:lnTo>
                    <a:pt x="3580763" y="1625005"/>
                  </a:lnTo>
                  <a:lnTo>
                    <a:pt x="3607830" y="1522429"/>
                  </a:lnTo>
                  <a:lnTo>
                    <a:pt x="3634941" y="1423545"/>
                  </a:lnTo>
                  <a:lnTo>
                    <a:pt x="3662138" y="1328543"/>
                  </a:lnTo>
                  <a:lnTo>
                    <a:pt x="3689473" y="1237564"/>
                  </a:lnTo>
                  <a:lnTo>
                    <a:pt x="3717012" y="1150696"/>
                  </a:lnTo>
                  <a:lnTo>
                    <a:pt x="3744831" y="1067982"/>
                  </a:lnTo>
                  <a:lnTo>
                    <a:pt x="3773024" y="989419"/>
                  </a:lnTo>
                  <a:lnTo>
                    <a:pt x="3801702" y="914964"/>
                  </a:lnTo>
                  <a:lnTo>
                    <a:pt x="3829811" y="847267"/>
                  </a:lnTo>
                  <a:lnTo>
                    <a:pt x="3871971" y="755344"/>
                  </a:lnTo>
                  <a:lnTo>
                    <a:pt x="3916059" y="671187"/>
                  </a:lnTo>
                  <a:lnTo>
                    <a:pt x="3962600" y="594539"/>
                  </a:lnTo>
                  <a:lnTo>
                    <a:pt x="4012170" y="524892"/>
                  </a:lnTo>
                  <a:lnTo>
                    <a:pt x="4065371" y="461629"/>
                  </a:lnTo>
                  <a:lnTo>
                    <a:pt x="4122794" y="404108"/>
                  </a:lnTo>
                  <a:lnTo>
                    <a:pt x="4184986" y="351722"/>
                  </a:lnTo>
                  <a:lnTo>
                    <a:pt x="4252401" y="303926"/>
                  </a:lnTo>
                  <a:lnTo>
                    <a:pt x="4325336" y="260263"/>
                  </a:lnTo>
                  <a:lnTo>
                    <a:pt x="4403850" y="220376"/>
                  </a:lnTo>
                  <a:lnTo>
                    <a:pt x="4487660" y="184006"/>
                  </a:lnTo>
                  <a:lnTo>
                    <a:pt x="4576039" y="151000"/>
                  </a:lnTo>
                  <a:lnTo>
                    <a:pt x="4667713" y="121296"/>
                  </a:lnTo>
                  <a:lnTo>
                    <a:pt x="4760802" y="94909"/>
                  </a:lnTo>
                  <a:lnTo>
                    <a:pt x="4852836" y="71902"/>
                  </a:lnTo>
                  <a:lnTo>
                    <a:pt x="4940880" y="52341"/>
                  </a:lnTo>
                  <a:lnTo>
                    <a:pt x="5021799" y="36252"/>
                  </a:lnTo>
                  <a:lnTo>
                    <a:pt x="5092630" y="23570"/>
                  </a:lnTo>
                  <a:lnTo>
                    <a:pt x="5151027" y="14105"/>
                  </a:lnTo>
                  <a:lnTo>
                    <a:pt x="5195651" y="7529"/>
                  </a:lnTo>
                  <a:lnTo>
                    <a:pt x="5226441" y="3389"/>
                  </a:lnTo>
                  <a:lnTo>
                    <a:pt x="5244690" y="1142"/>
                  </a:lnTo>
                  <a:lnTo>
                    <a:pt x="5252962" y="208"/>
                  </a:lnTo>
                  <a:lnTo>
                    <a:pt x="5254925" y="2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225" y="88"/>
                  </a:lnTo>
                  <a:lnTo>
                    <a:pt x="6733057" y="715"/>
                  </a:lnTo>
                  <a:lnTo>
                    <a:pt x="6747864" y="2449"/>
                  </a:lnTo>
                  <a:lnTo>
                    <a:pt x="6774601" y="5866"/>
                  </a:lnTo>
                  <a:lnTo>
                    <a:pt x="6814989" y="11520"/>
                  </a:lnTo>
                  <a:lnTo>
                    <a:pt x="6869391" y="19887"/>
                  </a:lnTo>
                  <a:lnTo>
                    <a:pt x="6936831" y="31331"/>
                  </a:lnTo>
                  <a:lnTo>
                    <a:pt x="7015216" y="46082"/>
                  </a:lnTo>
                  <a:lnTo>
                    <a:pt x="7101700" y="64238"/>
                  </a:lnTo>
                  <a:lnTo>
                    <a:pt x="7193128" y="85796"/>
                  </a:lnTo>
                  <a:lnTo>
                    <a:pt x="7286449" y="110697"/>
                  </a:lnTo>
                  <a:lnTo>
                    <a:pt x="7379014" y="138873"/>
                  </a:lnTo>
                  <a:lnTo>
                    <a:pt x="7468748" y="170293"/>
                  </a:lnTo>
                  <a:lnTo>
                    <a:pt x="7554196" y="204993"/>
                  </a:lnTo>
                  <a:lnTo>
                    <a:pt x="7634474" y="243098"/>
                  </a:lnTo>
                  <a:lnTo>
                    <a:pt x="7709184" y="284832"/>
                  </a:lnTo>
                  <a:lnTo>
                    <a:pt x="7778299" y="330522"/>
                  </a:lnTo>
                  <a:lnTo>
                    <a:pt x="7842059" y="380592"/>
                  </a:lnTo>
                  <a:lnTo>
                    <a:pt x="7900888" y="435556"/>
                  </a:lnTo>
                  <a:lnTo>
                    <a:pt x="7955316" y="495998"/>
                  </a:lnTo>
                  <a:lnTo>
                    <a:pt x="8005933" y="562547"/>
                  </a:lnTo>
                  <a:lnTo>
                    <a:pt x="8053345" y="635824"/>
                  </a:lnTo>
                  <a:lnTo>
                    <a:pt x="8098142" y="716368"/>
                  </a:lnTo>
                  <a:lnTo>
                    <a:pt x="8140871" y="804515"/>
                  </a:lnTo>
                  <a:lnTo>
                    <a:pt x="8151487" y="828197"/>
                  </a:lnTo>
                  <a:lnTo>
                    <a:pt x="8181058" y="897950"/>
                  </a:lnTo>
                  <a:lnTo>
                    <a:pt x="8210009" y="971728"/>
                  </a:lnTo>
                  <a:lnTo>
                    <a:pt x="8238474" y="1049610"/>
                  </a:lnTo>
                  <a:lnTo>
                    <a:pt x="8266563" y="1131637"/>
                  </a:lnTo>
                  <a:lnTo>
                    <a:pt x="8294373" y="1217809"/>
                  </a:lnTo>
                  <a:lnTo>
                    <a:pt x="8321983" y="1308081"/>
                  </a:lnTo>
                  <a:lnTo>
                    <a:pt x="8349457" y="1402355"/>
                  </a:lnTo>
                  <a:lnTo>
                    <a:pt x="8376849" y="1500487"/>
                  </a:lnTo>
                  <a:lnTo>
                    <a:pt x="8404200" y="1602277"/>
                  </a:lnTo>
                  <a:lnTo>
                    <a:pt x="8431540" y="1707473"/>
                  </a:lnTo>
                  <a:lnTo>
                    <a:pt x="8458893" y="1815771"/>
                  </a:lnTo>
                  <a:lnTo>
                    <a:pt x="8486270" y="1926816"/>
                  </a:lnTo>
                  <a:lnTo>
                    <a:pt x="8513680" y="2040211"/>
                  </a:lnTo>
                  <a:lnTo>
                    <a:pt x="8541122" y="2155514"/>
                  </a:lnTo>
                  <a:lnTo>
                    <a:pt x="8568593" y="2272254"/>
                  </a:lnTo>
                  <a:lnTo>
                    <a:pt x="8596082" y="2389929"/>
                  </a:lnTo>
                  <a:lnTo>
                    <a:pt x="8623582" y="2508025"/>
                  </a:lnTo>
                  <a:lnTo>
                    <a:pt x="8651078" y="2626017"/>
                  </a:lnTo>
                  <a:lnTo>
                    <a:pt x="8678562" y="2743382"/>
                  </a:lnTo>
                  <a:lnTo>
                    <a:pt x="8706021" y="2859610"/>
                  </a:lnTo>
                  <a:lnTo>
                    <a:pt x="8733451" y="2974212"/>
                  </a:lnTo>
                  <a:lnTo>
                    <a:pt x="8760848" y="3086725"/>
                  </a:lnTo>
                  <a:lnTo>
                    <a:pt x="8788215" y="3196725"/>
                  </a:lnTo>
                  <a:lnTo>
                    <a:pt x="8815560" y="3303832"/>
                  </a:lnTo>
                  <a:lnTo>
                    <a:pt x="8842902" y="3407710"/>
                  </a:lnTo>
                  <a:lnTo>
                    <a:pt x="8870264" y="3508076"/>
                  </a:lnTo>
                  <a:lnTo>
                    <a:pt x="8897683" y="3604699"/>
                  </a:lnTo>
                  <a:lnTo>
                    <a:pt x="8925204" y="3697400"/>
                  </a:lnTo>
                  <a:lnTo>
                    <a:pt x="8952885" y="3786054"/>
                  </a:lnTo>
                  <a:lnTo>
                    <a:pt x="8980795" y="3870584"/>
                  </a:lnTo>
                  <a:lnTo>
                    <a:pt x="9009021" y="3950965"/>
                  </a:lnTo>
                  <a:lnTo>
                    <a:pt x="9037664" y="4027211"/>
                  </a:lnTo>
                  <a:lnTo>
                    <a:pt x="9066845" y="4099380"/>
                  </a:lnTo>
                  <a:lnTo>
                    <a:pt x="9084767" y="4140985"/>
                  </a:lnTo>
                  <a:lnTo>
                    <a:pt x="9127048" y="4231081"/>
                  </a:lnTo>
                  <a:lnTo>
                    <a:pt x="9171268" y="4313543"/>
                  </a:lnTo>
                  <a:lnTo>
                    <a:pt x="9217959" y="4388626"/>
                  </a:lnTo>
                  <a:lnTo>
                    <a:pt x="9267702" y="4456832"/>
                  </a:lnTo>
                  <a:lnTo>
                    <a:pt x="9321102" y="4518770"/>
                  </a:lnTo>
                  <a:lnTo>
                    <a:pt x="9378756" y="4575071"/>
                  </a:lnTo>
                  <a:lnTo>
                    <a:pt x="9441214" y="4626336"/>
                  </a:lnTo>
                  <a:lnTo>
                    <a:pt x="9508933" y="4673098"/>
                  </a:lnTo>
                  <a:lnTo>
                    <a:pt x="9582207" y="4715806"/>
                  </a:lnTo>
                  <a:lnTo>
                    <a:pt x="9661088" y="4754810"/>
                  </a:lnTo>
                  <a:lnTo>
                    <a:pt x="9745281" y="4790362"/>
                  </a:lnTo>
                  <a:lnTo>
                    <a:pt x="9834037" y="4822611"/>
                  </a:lnTo>
                  <a:lnTo>
                    <a:pt x="9926053" y="4851615"/>
                  </a:lnTo>
                  <a:lnTo>
                    <a:pt x="10019412" y="4877355"/>
                  </a:lnTo>
                  <a:lnTo>
                    <a:pt x="10111600" y="4899772"/>
                  </a:lnTo>
                  <a:lnTo>
                    <a:pt x="10199646" y="4918798"/>
                  </a:lnTo>
                  <a:lnTo>
                    <a:pt x="10280384" y="4934412"/>
                  </a:lnTo>
                  <a:lnTo>
                    <a:pt x="10350850" y="4946683"/>
                  </a:lnTo>
                  <a:lnTo>
                    <a:pt x="10408716" y="4955805"/>
                  </a:lnTo>
                  <a:lnTo>
                    <a:pt x="10452695" y="4962108"/>
                  </a:lnTo>
                  <a:lnTo>
                    <a:pt x="10482800" y="4966045"/>
                  </a:lnTo>
                  <a:lnTo>
                    <a:pt x="10500413" y="4968153"/>
                  </a:lnTo>
                  <a:lnTo>
                    <a:pt x="10508189" y="4969008"/>
                  </a:lnTo>
                  <a:lnTo>
                    <a:pt x="10509895" y="4969181"/>
                  </a:lnTo>
                  <a:lnTo>
                    <a:pt x="10509911" y="4969182"/>
                  </a:lnTo>
                  <a:lnTo>
                    <a:pt x="11981298" y="496918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89" name="pl1789"/>
            <p:cNvSpPr/>
            <p:nvPr/>
          </p:nvSpPr>
          <p:spPr>
            <a:xfrm>
              <a:off x="4799595" y="5020635"/>
              <a:ext cx="11981298" cy="5083604"/>
            </a:xfrm>
            <a:custGeom>
              <a:avLst/>
              <a:pathLst>
                <a:path w="11981298" h="5083604">
                  <a:moveTo>
                    <a:pt x="11981298" y="4969182"/>
                  </a:moveTo>
                  <a:lnTo>
                    <a:pt x="10509911" y="4969182"/>
                  </a:lnTo>
                  <a:lnTo>
                    <a:pt x="10509028" y="4969094"/>
                  </a:lnTo>
                  <a:lnTo>
                    <a:pt x="10503196" y="4968467"/>
                  </a:lnTo>
                  <a:lnTo>
                    <a:pt x="10488389" y="4966733"/>
                  </a:lnTo>
                  <a:lnTo>
                    <a:pt x="10461652" y="4963316"/>
                  </a:lnTo>
                  <a:lnTo>
                    <a:pt x="10421264" y="4957662"/>
                  </a:lnTo>
                  <a:lnTo>
                    <a:pt x="10366863" y="4949295"/>
                  </a:lnTo>
                  <a:lnTo>
                    <a:pt x="10299422" y="4937851"/>
                  </a:lnTo>
                  <a:lnTo>
                    <a:pt x="10221037" y="4923100"/>
                  </a:lnTo>
                  <a:lnTo>
                    <a:pt x="10134553" y="4904944"/>
                  </a:lnTo>
                  <a:lnTo>
                    <a:pt x="10043125" y="4883386"/>
                  </a:lnTo>
                  <a:lnTo>
                    <a:pt x="9949804" y="4858485"/>
                  </a:lnTo>
                  <a:lnTo>
                    <a:pt x="9857240" y="4830309"/>
                  </a:lnTo>
                  <a:lnTo>
                    <a:pt x="9767505" y="4798889"/>
                  </a:lnTo>
                  <a:lnTo>
                    <a:pt x="9682058" y="4764189"/>
                  </a:lnTo>
                  <a:lnTo>
                    <a:pt x="9601779" y="4726084"/>
                  </a:lnTo>
                  <a:lnTo>
                    <a:pt x="9527069" y="4684350"/>
                  </a:lnTo>
                  <a:lnTo>
                    <a:pt x="9457955" y="4638660"/>
                  </a:lnTo>
                  <a:lnTo>
                    <a:pt x="9394194" y="4588590"/>
                  </a:lnTo>
                  <a:lnTo>
                    <a:pt x="9335366" y="4533626"/>
                  </a:lnTo>
                  <a:lnTo>
                    <a:pt x="9280937" y="4473184"/>
                  </a:lnTo>
                  <a:lnTo>
                    <a:pt x="9230320" y="4406635"/>
                  </a:lnTo>
                  <a:lnTo>
                    <a:pt x="9182909" y="4333358"/>
                  </a:lnTo>
                  <a:lnTo>
                    <a:pt x="9138112" y="4252814"/>
                  </a:lnTo>
                  <a:lnTo>
                    <a:pt x="9095382" y="4164667"/>
                  </a:lnTo>
                  <a:lnTo>
                    <a:pt x="9084767" y="4140985"/>
                  </a:lnTo>
                  <a:lnTo>
                    <a:pt x="9055195" y="4071232"/>
                  </a:lnTo>
                  <a:lnTo>
                    <a:pt x="9026244" y="3997454"/>
                  </a:lnTo>
                  <a:lnTo>
                    <a:pt x="8997779" y="3919572"/>
                  </a:lnTo>
                  <a:lnTo>
                    <a:pt x="8969690" y="3837545"/>
                  </a:lnTo>
                  <a:lnTo>
                    <a:pt x="8941880" y="3751373"/>
                  </a:lnTo>
                  <a:lnTo>
                    <a:pt x="8914270" y="3661101"/>
                  </a:lnTo>
                  <a:lnTo>
                    <a:pt x="8886796" y="3566827"/>
                  </a:lnTo>
                  <a:lnTo>
                    <a:pt x="8859404" y="3468695"/>
                  </a:lnTo>
                  <a:lnTo>
                    <a:pt x="8832054" y="3366905"/>
                  </a:lnTo>
                  <a:lnTo>
                    <a:pt x="8804713" y="3261709"/>
                  </a:lnTo>
                  <a:lnTo>
                    <a:pt x="8777361" y="3153411"/>
                  </a:lnTo>
                  <a:lnTo>
                    <a:pt x="8749983" y="3042366"/>
                  </a:lnTo>
                  <a:lnTo>
                    <a:pt x="8722573" y="2928971"/>
                  </a:lnTo>
                  <a:lnTo>
                    <a:pt x="8695131" y="2813668"/>
                  </a:lnTo>
                  <a:lnTo>
                    <a:pt x="8667661" y="2696928"/>
                  </a:lnTo>
                  <a:lnTo>
                    <a:pt x="8640171" y="2579253"/>
                  </a:lnTo>
                  <a:lnTo>
                    <a:pt x="8612672" y="2461157"/>
                  </a:lnTo>
                  <a:lnTo>
                    <a:pt x="8585175" y="2343165"/>
                  </a:lnTo>
                  <a:lnTo>
                    <a:pt x="8557692" y="2225800"/>
                  </a:lnTo>
                  <a:lnTo>
                    <a:pt x="8530232" y="2109572"/>
                  </a:lnTo>
                  <a:lnTo>
                    <a:pt x="8502802" y="1994970"/>
                  </a:lnTo>
                  <a:lnTo>
                    <a:pt x="8475405" y="1882457"/>
                  </a:lnTo>
                  <a:lnTo>
                    <a:pt x="8448039" y="1772457"/>
                  </a:lnTo>
                  <a:lnTo>
                    <a:pt x="8420693" y="1665350"/>
                  </a:lnTo>
                  <a:lnTo>
                    <a:pt x="8393352" y="1561472"/>
                  </a:lnTo>
                  <a:lnTo>
                    <a:pt x="8365989" y="1461106"/>
                  </a:lnTo>
                  <a:lnTo>
                    <a:pt x="8338570" y="1364483"/>
                  </a:lnTo>
                  <a:lnTo>
                    <a:pt x="8311049" y="1271782"/>
                  </a:lnTo>
                  <a:lnTo>
                    <a:pt x="8283369" y="1183128"/>
                  </a:lnTo>
                  <a:lnTo>
                    <a:pt x="8255458" y="1098598"/>
                  </a:lnTo>
                  <a:lnTo>
                    <a:pt x="8227232" y="1018217"/>
                  </a:lnTo>
                  <a:lnTo>
                    <a:pt x="8198589" y="941971"/>
                  </a:lnTo>
                  <a:lnTo>
                    <a:pt x="8169409" y="869802"/>
                  </a:lnTo>
                  <a:lnTo>
                    <a:pt x="8151487" y="828197"/>
                  </a:lnTo>
                  <a:lnTo>
                    <a:pt x="8109206" y="738101"/>
                  </a:lnTo>
                  <a:lnTo>
                    <a:pt x="8064985" y="655639"/>
                  </a:lnTo>
                  <a:lnTo>
                    <a:pt x="8018294" y="580556"/>
                  </a:lnTo>
                  <a:lnTo>
                    <a:pt x="7968552" y="512350"/>
                  </a:lnTo>
                  <a:lnTo>
                    <a:pt x="7915151" y="450412"/>
                  </a:lnTo>
                  <a:lnTo>
                    <a:pt x="7857498" y="394111"/>
                  </a:lnTo>
                  <a:lnTo>
                    <a:pt x="7795039" y="342846"/>
                  </a:lnTo>
                  <a:lnTo>
                    <a:pt x="7727321" y="296084"/>
                  </a:lnTo>
                  <a:lnTo>
                    <a:pt x="7654046" y="253376"/>
                  </a:lnTo>
                  <a:lnTo>
                    <a:pt x="7575165" y="214372"/>
                  </a:lnTo>
                  <a:lnTo>
                    <a:pt x="7490972" y="178820"/>
                  </a:lnTo>
                  <a:lnTo>
                    <a:pt x="7402216" y="146571"/>
                  </a:lnTo>
                  <a:lnTo>
                    <a:pt x="7310200" y="117567"/>
                  </a:lnTo>
                  <a:lnTo>
                    <a:pt x="7216842" y="91827"/>
                  </a:lnTo>
                  <a:lnTo>
                    <a:pt x="7124653" y="69410"/>
                  </a:lnTo>
                  <a:lnTo>
                    <a:pt x="7036608" y="50384"/>
                  </a:lnTo>
                  <a:lnTo>
                    <a:pt x="6955869" y="34770"/>
                  </a:lnTo>
                  <a:lnTo>
                    <a:pt x="6885403" y="22499"/>
                  </a:lnTo>
                  <a:lnTo>
                    <a:pt x="6827537" y="13377"/>
                  </a:lnTo>
                  <a:lnTo>
                    <a:pt x="6783558" y="7074"/>
                  </a:lnTo>
                  <a:lnTo>
                    <a:pt x="6753453" y="3137"/>
                  </a:lnTo>
                  <a:lnTo>
                    <a:pt x="6735841" y="1029"/>
                  </a:lnTo>
                  <a:lnTo>
                    <a:pt x="6728064" y="174"/>
                  </a:lnTo>
                  <a:lnTo>
                    <a:pt x="6726358" y="1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080" y="89"/>
                  </a:lnTo>
                  <a:lnTo>
                    <a:pt x="5248295" y="726"/>
                  </a:lnTo>
                  <a:lnTo>
                    <a:pt x="5233605" y="2484"/>
                  </a:lnTo>
                  <a:lnTo>
                    <a:pt x="5207070" y="5951"/>
                  </a:lnTo>
                  <a:lnTo>
                    <a:pt x="5166971" y="11686"/>
                  </a:lnTo>
                  <a:lnTo>
                    <a:pt x="5112933" y="20176"/>
                  </a:lnTo>
                  <a:lnTo>
                    <a:pt x="5045901" y="31791"/>
                  </a:lnTo>
                  <a:lnTo>
                    <a:pt x="4967936" y="46768"/>
                  </a:lnTo>
                  <a:lnTo>
                    <a:pt x="4881850" y="65207"/>
                  </a:lnTo>
                  <a:lnTo>
                    <a:pt x="4790767" y="87108"/>
                  </a:lnTo>
                  <a:lnTo>
                    <a:pt x="4697723" y="112411"/>
                  </a:lnTo>
                  <a:lnTo>
                    <a:pt x="4605357" y="141049"/>
                  </a:lnTo>
                  <a:lnTo>
                    <a:pt x="4515746" y="172986"/>
                  </a:lnTo>
                  <a:lnTo>
                    <a:pt x="4430357" y="208258"/>
                  </a:lnTo>
                  <a:lnTo>
                    <a:pt x="4350083" y="246986"/>
                  </a:lnTo>
                  <a:lnTo>
                    <a:pt x="4275338" y="289395"/>
                  </a:lnTo>
                  <a:lnTo>
                    <a:pt x="4206163" y="335811"/>
                  </a:lnTo>
                  <a:lnTo>
                    <a:pt x="4142328" y="386660"/>
                  </a:lnTo>
                  <a:lnTo>
                    <a:pt x="4083422" y="442459"/>
                  </a:lnTo>
                  <a:lnTo>
                    <a:pt x="4028922" y="503799"/>
                  </a:lnTo>
                  <a:lnTo>
                    <a:pt x="3978245" y="571315"/>
                  </a:lnTo>
                  <a:lnTo>
                    <a:pt x="3930791" y="645639"/>
                  </a:lnTo>
                  <a:lnTo>
                    <a:pt x="3885972" y="727328"/>
                  </a:lnTo>
                  <a:lnTo>
                    <a:pt x="3843242" y="816738"/>
                  </a:lnTo>
                  <a:lnTo>
                    <a:pt x="3829811" y="847267"/>
                  </a:lnTo>
                  <a:lnTo>
                    <a:pt x="3800547" y="917856"/>
                  </a:lnTo>
                  <a:lnTo>
                    <a:pt x="3771891" y="992474"/>
                  </a:lnTo>
                  <a:lnTo>
                    <a:pt x="3743715" y="1071202"/>
                  </a:lnTo>
                  <a:lnTo>
                    <a:pt x="3715909" y="1154082"/>
                  </a:lnTo>
                  <a:lnTo>
                    <a:pt x="3688380" y="1241114"/>
                  </a:lnTo>
                  <a:lnTo>
                    <a:pt x="3661051" y="1332256"/>
                  </a:lnTo>
                  <a:lnTo>
                    <a:pt x="3633858" y="1427416"/>
                  </a:lnTo>
                  <a:lnTo>
                    <a:pt x="3606749" y="1526452"/>
                  </a:lnTo>
                  <a:lnTo>
                    <a:pt x="3579684" y="1629171"/>
                  </a:lnTo>
                  <a:lnTo>
                    <a:pt x="3552631" y="1735327"/>
                  </a:lnTo>
                  <a:lnTo>
                    <a:pt x="3525568" y="1844625"/>
                  </a:lnTo>
                  <a:lnTo>
                    <a:pt x="3498481" y="1956718"/>
                  </a:lnTo>
                  <a:lnTo>
                    <a:pt x="3471363" y="2071218"/>
                  </a:lnTo>
                  <a:lnTo>
                    <a:pt x="3444214" y="2187691"/>
                  </a:lnTo>
                  <a:lnTo>
                    <a:pt x="3417036" y="2305675"/>
                  </a:lnTo>
                  <a:lnTo>
                    <a:pt x="3389838" y="2424677"/>
                  </a:lnTo>
                  <a:lnTo>
                    <a:pt x="3362628" y="2544187"/>
                  </a:lnTo>
                  <a:lnTo>
                    <a:pt x="3335419" y="2663687"/>
                  </a:lnTo>
                  <a:lnTo>
                    <a:pt x="3308221" y="2782658"/>
                  </a:lnTo>
                  <a:lnTo>
                    <a:pt x="3281045" y="2900591"/>
                  </a:lnTo>
                  <a:lnTo>
                    <a:pt x="3253896" y="3016995"/>
                  </a:lnTo>
                  <a:lnTo>
                    <a:pt x="3226780" y="3131406"/>
                  </a:lnTo>
                  <a:lnTo>
                    <a:pt x="3199695" y="3243395"/>
                  </a:lnTo>
                  <a:lnTo>
                    <a:pt x="3172632" y="3352574"/>
                  </a:lnTo>
                  <a:lnTo>
                    <a:pt x="3145579" y="3458599"/>
                  </a:lnTo>
                  <a:lnTo>
                    <a:pt x="3118513" y="3561175"/>
                  </a:lnTo>
                  <a:lnTo>
                    <a:pt x="3091401" y="3660059"/>
                  </a:lnTo>
                  <a:lnTo>
                    <a:pt x="3064204" y="3755061"/>
                  </a:lnTo>
                  <a:lnTo>
                    <a:pt x="3036869" y="3846040"/>
                  </a:lnTo>
                  <a:lnTo>
                    <a:pt x="3009330" y="3932908"/>
                  </a:lnTo>
                  <a:lnTo>
                    <a:pt x="2981511" y="4015622"/>
                  </a:lnTo>
                  <a:lnTo>
                    <a:pt x="2953318" y="4094185"/>
                  </a:lnTo>
                  <a:lnTo>
                    <a:pt x="2924640" y="4168640"/>
                  </a:lnTo>
                  <a:lnTo>
                    <a:pt x="2896531" y="4236337"/>
                  </a:lnTo>
                  <a:lnTo>
                    <a:pt x="2854371" y="4328260"/>
                  </a:lnTo>
                  <a:lnTo>
                    <a:pt x="2810283" y="4412417"/>
                  </a:lnTo>
                  <a:lnTo>
                    <a:pt x="2763743" y="4489065"/>
                  </a:lnTo>
                  <a:lnTo>
                    <a:pt x="2714172" y="4558712"/>
                  </a:lnTo>
                  <a:lnTo>
                    <a:pt x="2660971" y="4621975"/>
                  </a:lnTo>
                  <a:lnTo>
                    <a:pt x="2603548" y="4679496"/>
                  </a:lnTo>
                  <a:lnTo>
                    <a:pt x="2541357" y="4731882"/>
                  </a:lnTo>
                  <a:lnTo>
                    <a:pt x="2473941" y="4779678"/>
                  </a:lnTo>
                  <a:lnTo>
                    <a:pt x="2401006" y="4823340"/>
                  </a:lnTo>
                  <a:lnTo>
                    <a:pt x="2322492" y="4863228"/>
                  </a:lnTo>
                  <a:lnTo>
                    <a:pt x="2238682" y="4899598"/>
                  </a:lnTo>
                  <a:lnTo>
                    <a:pt x="2150303" y="4932604"/>
                  </a:lnTo>
                  <a:lnTo>
                    <a:pt x="2058629" y="4962308"/>
                  </a:lnTo>
                  <a:lnTo>
                    <a:pt x="1965540" y="4988695"/>
                  </a:lnTo>
                  <a:lnTo>
                    <a:pt x="1873506" y="5011702"/>
                  </a:lnTo>
                  <a:lnTo>
                    <a:pt x="1785462" y="5031263"/>
                  </a:lnTo>
                  <a:lnTo>
                    <a:pt x="1704544" y="5047352"/>
                  </a:lnTo>
                  <a:lnTo>
                    <a:pt x="1633712" y="5060034"/>
                  </a:lnTo>
                  <a:lnTo>
                    <a:pt x="1575315" y="5069499"/>
                  </a:lnTo>
                  <a:lnTo>
                    <a:pt x="1530691" y="5076075"/>
                  </a:lnTo>
                  <a:lnTo>
                    <a:pt x="1499901" y="5080215"/>
                  </a:lnTo>
                  <a:lnTo>
                    <a:pt x="1481652" y="5082462"/>
                  </a:lnTo>
                  <a:lnTo>
                    <a:pt x="1473381" y="5083396"/>
                  </a:lnTo>
                  <a:lnTo>
                    <a:pt x="1471418" y="5083601"/>
                  </a:lnTo>
                  <a:lnTo>
                    <a:pt x="1471387" y="5083604"/>
                  </a:lnTo>
                  <a:lnTo>
                    <a:pt x="0" y="508360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90" name="pg1790"/>
            <p:cNvSpPr/>
            <p:nvPr/>
          </p:nvSpPr>
          <p:spPr>
            <a:xfrm>
              <a:off x="4799595" y="2903828"/>
              <a:ext cx="11981298" cy="7224930"/>
            </a:xfrm>
            <a:custGeom>
              <a:avLst/>
              <a:pathLst>
                <a:path w="11981298" h="7224930">
                  <a:moveTo>
                    <a:pt x="0" y="7224930"/>
                  </a:moveTo>
                  <a:lnTo>
                    <a:pt x="1471387" y="7224930"/>
                  </a:lnTo>
                  <a:lnTo>
                    <a:pt x="1472315" y="7224851"/>
                  </a:lnTo>
                  <a:lnTo>
                    <a:pt x="1478444" y="7224288"/>
                  </a:lnTo>
                  <a:lnTo>
                    <a:pt x="1493984" y="7222731"/>
                  </a:lnTo>
                  <a:lnTo>
                    <a:pt x="1521993" y="7219664"/>
                  </a:lnTo>
                  <a:lnTo>
                    <a:pt x="1564199" y="7214594"/>
                  </a:lnTo>
                  <a:lnTo>
                    <a:pt x="1620869" y="7207099"/>
                  </a:lnTo>
                  <a:lnTo>
                    <a:pt x="1690854" y="7196864"/>
                  </a:lnTo>
                  <a:lnTo>
                    <a:pt x="1771840" y="7183698"/>
                  </a:lnTo>
                  <a:lnTo>
                    <a:pt x="1860762" y="7167525"/>
                  </a:lnTo>
                  <a:lnTo>
                    <a:pt x="1954293" y="7148359"/>
                  </a:lnTo>
                  <a:lnTo>
                    <a:pt x="2049272" y="7126256"/>
                  </a:lnTo>
                  <a:lnTo>
                    <a:pt x="2143013" y="7101273"/>
                  </a:lnTo>
                  <a:lnTo>
                    <a:pt x="2233460" y="7073429"/>
                  </a:lnTo>
                  <a:lnTo>
                    <a:pt x="2319218" y="7042676"/>
                  </a:lnTo>
                  <a:lnTo>
                    <a:pt x="2399485" y="7008879"/>
                  </a:lnTo>
                  <a:lnTo>
                    <a:pt x="2473950" y="6971816"/>
                  </a:lnTo>
                  <a:lnTo>
                    <a:pt x="2542671" y="6931170"/>
                  </a:lnTo>
                  <a:lnTo>
                    <a:pt x="2605964" y="6886535"/>
                  </a:lnTo>
                  <a:lnTo>
                    <a:pt x="2664315" y="6837430"/>
                  </a:lnTo>
                  <a:lnTo>
                    <a:pt x="2718308" y="6783314"/>
                  </a:lnTo>
                  <a:lnTo>
                    <a:pt x="2768574" y="6723621"/>
                  </a:lnTo>
                  <a:lnTo>
                    <a:pt x="2815749" y="6657808"/>
                  </a:lnTo>
                  <a:lnTo>
                    <a:pt x="2860440" y="6585447"/>
                  </a:lnTo>
                  <a:lnTo>
                    <a:pt x="2896531" y="6519328"/>
                  </a:lnTo>
                  <a:lnTo>
                    <a:pt x="2928323" y="6455244"/>
                  </a:lnTo>
                  <a:lnTo>
                    <a:pt x="2959409" y="6387184"/>
                  </a:lnTo>
                  <a:lnTo>
                    <a:pt x="2989952" y="6315067"/>
                  </a:lnTo>
                  <a:lnTo>
                    <a:pt x="3020088" y="6238858"/>
                  </a:lnTo>
                  <a:lnTo>
                    <a:pt x="3049929" y="6158570"/>
                  </a:lnTo>
                  <a:lnTo>
                    <a:pt x="3079569" y="6074270"/>
                  </a:lnTo>
                  <a:lnTo>
                    <a:pt x="3109082" y="5986080"/>
                  </a:lnTo>
                  <a:lnTo>
                    <a:pt x="3138526" y="5894184"/>
                  </a:lnTo>
                  <a:lnTo>
                    <a:pt x="3167945" y="5798826"/>
                  </a:lnTo>
                  <a:lnTo>
                    <a:pt x="3197371" y="5700309"/>
                  </a:lnTo>
                  <a:lnTo>
                    <a:pt x="3226823" y="5598994"/>
                  </a:lnTo>
                  <a:lnTo>
                    <a:pt x="3256312" y="5495295"/>
                  </a:lnTo>
                  <a:lnTo>
                    <a:pt x="3285838" y="5389673"/>
                  </a:lnTo>
                  <a:lnTo>
                    <a:pt x="3315396" y="5282630"/>
                  </a:lnTo>
                  <a:lnTo>
                    <a:pt x="3344977" y="5174696"/>
                  </a:lnTo>
                  <a:lnTo>
                    <a:pt x="3374567" y="5066419"/>
                  </a:lnTo>
                  <a:lnTo>
                    <a:pt x="3404150" y="4958357"/>
                  </a:lnTo>
                  <a:lnTo>
                    <a:pt x="3433715" y="4851062"/>
                  </a:lnTo>
                  <a:lnTo>
                    <a:pt x="3463249" y="4745068"/>
                  </a:lnTo>
                  <a:lnTo>
                    <a:pt x="3492747" y="4640885"/>
                  </a:lnTo>
                  <a:lnTo>
                    <a:pt x="3522207" y="4538983"/>
                  </a:lnTo>
                  <a:lnTo>
                    <a:pt x="3551638" y="4439789"/>
                  </a:lnTo>
                  <a:lnTo>
                    <a:pt x="3581056" y="4343676"/>
                  </a:lnTo>
                  <a:lnTo>
                    <a:pt x="3610491" y="4250962"/>
                  </a:lnTo>
                  <a:lnTo>
                    <a:pt x="3639983" y="4161902"/>
                  </a:lnTo>
                  <a:lnTo>
                    <a:pt x="3669587" y="4076695"/>
                  </a:lnTo>
                  <a:lnTo>
                    <a:pt x="3699375" y="3995477"/>
                  </a:lnTo>
                  <a:lnTo>
                    <a:pt x="3729434" y="3918328"/>
                  </a:lnTo>
                  <a:lnTo>
                    <a:pt x="3759873" y="3845272"/>
                  </a:lnTo>
                  <a:lnTo>
                    <a:pt x="3790821" y="3776286"/>
                  </a:lnTo>
                  <a:lnTo>
                    <a:pt x="3822434" y="3711297"/>
                  </a:lnTo>
                  <a:lnTo>
                    <a:pt x="3829811" y="3696919"/>
                  </a:lnTo>
                  <a:lnTo>
                    <a:pt x="3872841" y="3618887"/>
                  </a:lnTo>
                  <a:lnTo>
                    <a:pt x="3917887" y="3547584"/>
                  </a:lnTo>
                  <a:lnTo>
                    <a:pt x="3965510" y="3482774"/>
                  </a:lnTo>
                  <a:lnTo>
                    <a:pt x="4016324" y="3424002"/>
                  </a:lnTo>
                  <a:lnTo>
                    <a:pt x="4070966" y="3370717"/>
                  </a:lnTo>
                  <a:lnTo>
                    <a:pt x="4130063" y="3322355"/>
                  </a:lnTo>
                  <a:lnTo>
                    <a:pt x="4194187" y="3278383"/>
                  </a:lnTo>
                  <a:lnTo>
                    <a:pt x="4263802" y="3238329"/>
                  </a:lnTo>
                  <a:lnTo>
                    <a:pt x="4339190" y="3201802"/>
                  </a:lnTo>
                  <a:lnTo>
                    <a:pt x="4420359" y="3168500"/>
                  </a:lnTo>
                  <a:lnTo>
                    <a:pt x="4506928" y="3138214"/>
                  </a:lnTo>
                  <a:lnTo>
                    <a:pt x="4598006" y="3110825"/>
                  </a:lnTo>
                  <a:lnTo>
                    <a:pt x="4692097" y="3086296"/>
                  </a:lnTo>
                  <a:lnTo>
                    <a:pt x="4787041" y="3064654"/>
                  </a:lnTo>
                  <a:lnTo>
                    <a:pt x="4880062" y="3045959"/>
                  </a:lnTo>
                  <a:lnTo>
                    <a:pt x="4967947" y="3030264"/>
                  </a:lnTo>
                  <a:lnTo>
                    <a:pt x="5047380" y="3017569"/>
                  </a:lnTo>
                  <a:lnTo>
                    <a:pt x="5115384" y="3007784"/>
                  </a:lnTo>
                  <a:lnTo>
                    <a:pt x="5169805" y="3000698"/>
                  </a:lnTo>
                  <a:lnTo>
                    <a:pt x="5209705" y="2995975"/>
                  </a:lnTo>
                  <a:lnTo>
                    <a:pt x="5235587" y="2993181"/>
                  </a:lnTo>
                  <a:lnTo>
                    <a:pt x="5249401" y="2991817"/>
                  </a:lnTo>
                  <a:lnTo>
                    <a:pt x="5254397" y="2991364"/>
                  </a:lnTo>
                  <a:lnTo>
                    <a:pt x="5254955" y="2991317"/>
                  </a:lnTo>
                  <a:lnTo>
                    <a:pt x="6726343" y="2991317"/>
                  </a:lnTo>
                  <a:lnTo>
                    <a:pt x="6727480" y="2991248"/>
                  </a:lnTo>
                  <a:lnTo>
                    <a:pt x="6734958" y="2990759"/>
                  </a:lnTo>
                  <a:lnTo>
                    <a:pt x="6753808" y="2989407"/>
                  </a:lnTo>
                  <a:lnTo>
                    <a:pt x="6787512" y="2986745"/>
                  </a:lnTo>
                  <a:lnTo>
                    <a:pt x="6837751" y="2982359"/>
                  </a:lnTo>
                  <a:lnTo>
                    <a:pt x="6904279" y="2975910"/>
                  </a:lnTo>
                  <a:lnTo>
                    <a:pt x="6985078" y="2967168"/>
                  </a:lnTo>
                  <a:lnTo>
                    <a:pt x="7076813" y="2956016"/>
                  </a:lnTo>
                  <a:lnTo>
                    <a:pt x="7175479" y="2942432"/>
                  </a:lnTo>
                  <a:lnTo>
                    <a:pt x="7277063" y="2926454"/>
                  </a:lnTo>
                  <a:lnTo>
                    <a:pt x="7378047" y="2908136"/>
                  </a:lnTo>
                  <a:lnTo>
                    <a:pt x="7475702" y="2887504"/>
                  </a:lnTo>
                  <a:lnTo>
                    <a:pt x="7568169" y="2864527"/>
                  </a:lnTo>
                  <a:lnTo>
                    <a:pt x="7654386" y="2839098"/>
                  </a:lnTo>
                  <a:lnTo>
                    <a:pt x="7733948" y="2811026"/>
                  </a:lnTo>
                  <a:lnTo>
                    <a:pt x="7806938" y="2780035"/>
                  </a:lnTo>
                  <a:lnTo>
                    <a:pt x="7873769" y="2745765"/>
                  </a:lnTo>
                  <a:lnTo>
                    <a:pt x="7935064" y="2707789"/>
                  </a:lnTo>
                  <a:lnTo>
                    <a:pt x="7991562" y="2665629"/>
                  </a:lnTo>
                  <a:lnTo>
                    <a:pt x="8044041" y="2618798"/>
                  </a:lnTo>
                  <a:lnTo>
                    <a:pt x="8093277" y="2566855"/>
                  </a:lnTo>
                  <a:lnTo>
                    <a:pt x="8139985" y="2509510"/>
                  </a:lnTo>
                  <a:lnTo>
                    <a:pt x="8151487" y="2494126"/>
                  </a:lnTo>
                  <a:lnTo>
                    <a:pt x="8188397" y="2441334"/>
                  </a:lnTo>
                  <a:lnTo>
                    <a:pt x="8224390" y="2384737"/>
                  </a:lnTo>
                  <a:lnTo>
                    <a:pt x="8259711" y="2324258"/>
                  </a:lnTo>
                  <a:lnTo>
                    <a:pt x="8294558" y="2259878"/>
                  </a:lnTo>
                  <a:lnTo>
                    <a:pt x="8329091" y="2191645"/>
                  </a:lnTo>
                  <a:lnTo>
                    <a:pt x="8363434" y="2119680"/>
                  </a:lnTo>
                  <a:lnTo>
                    <a:pt x="8397682" y="2044180"/>
                  </a:lnTo>
                  <a:lnTo>
                    <a:pt x="8431904" y="1965417"/>
                  </a:lnTo>
                  <a:lnTo>
                    <a:pt x="8466144" y="1883744"/>
                  </a:lnTo>
                  <a:lnTo>
                    <a:pt x="8500428" y="1799583"/>
                  </a:lnTo>
                  <a:lnTo>
                    <a:pt x="8534762" y="1713424"/>
                  </a:lnTo>
                  <a:lnTo>
                    <a:pt x="8569142" y="1625810"/>
                  </a:lnTo>
                  <a:lnTo>
                    <a:pt x="8603552" y="1537326"/>
                  </a:lnTo>
                  <a:lnTo>
                    <a:pt x="8637972" y="1448581"/>
                  </a:lnTo>
                  <a:lnTo>
                    <a:pt x="8672379" y="1360191"/>
                  </a:lnTo>
                  <a:lnTo>
                    <a:pt x="8706752" y="1272763"/>
                  </a:lnTo>
                  <a:lnTo>
                    <a:pt x="8741079" y="1186876"/>
                  </a:lnTo>
                  <a:lnTo>
                    <a:pt x="8775355" y="1103066"/>
                  </a:lnTo>
                  <a:lnTo>
                    <a:pt x="8809590" y="1021813"/>
                  </a:lnTo>
                  <a:lnTo>
                    <a:pt x="8843812" y="943529"/>
                  </a:lnTo>
                  <a:lnTo>
                    <a:pt x="8878070" y="868554"/>
                  </a:lnTo>
                  <a:lnTo>
                    <a:pt x="8912436" y="797150"/>
                  </a:lnTo>
                  <a:lnTo>
                    <a:pt x="8947008" y="729501"/>
                  </a:lnTo>
                  <a:lnTo>
                    <a:pt x="8981916" y="665717"/>
                  </a:lnTo>
                  <a:lnTo>
                    <a:pt x="9017326" y="605835"/>
                  </a:lnTo>
                  <a:lnTo>
                    <a:pt x="9053442" y="549827"/>
                  </a:lnTo>
                  <a:lnTo>
                    <a:pt x="9084767" y="505363"/>
                  </a:lnTo>
                  <a:lnTo>
                    <a:pt x="9130939" y="446637"/>
                  </a:lnTo>
                  <a:lnTo>
                    <a:pt x="9179469" y="393344"/>
                  </a:lnTo>
                  <a:lnTo>
                    <a:pt x="9231056" y="345256"/>
                  </a:lnTo>
                  <a:lnTo>
                    <a:pt x="9286462" y="301960"/>
                  </a:lnTo>
                  <a:lnTo>
                    <a:pt x="9346470" y="262971"/>
                  </a:lnTo>
                  <a:lnTo>
                    <a:pt x="9411835" y="227805"/>
                  </a:lnTo>
                  <a:lnTo>
                    <a:pt x="9483216" y="196021"/>
                  </a:lnTo>
                  <a:lnTo>
                    <a:pt x="9561091" y="167239"/>
                  </a:lnTo>
                  <a:lnTo>
                    <a:pt x="9645639" y="141163"/>
                  </a:lnTo>
                  <a:lnTo>
                    <a:pt x="9736595" y="117578"/>
                  </a:lnTo>
                  <a:lnTo>
                    <a:pt x="9833079" y="96358"/>
                  </a:lnTo>
                  <a:lnTo>
                    <a:pt x="9933444" y="77453"/>
                  </a:lnTo>
                  <a:lnTo>
                    <a:pt x="10035180" y="60879"/>
                  </a:lnTo>
                  <a:lnTo>
                    <a:pt x="10134953" y="46684"/>
                  </a:lnTo>
                  <a:lnTo>
                    <a:pt x="10228832" y="34914"/>
                  </a:lnTo>
                  <a:lnTo>
                    <a:pt x="10312753" y="25569"/>
                  </a:lnTo>
                  <a:lnTo>
                    <a:pt x="10383147" y="18557"/>
                  </a:lnTo>
                  <a:lnTo>
                    <a:pt x="10437609" y="13677"/>
                  </a:lnTo>
                  <a:lnTo>
                    <a:pt x="10475416" y="10616"/>
                  </a:lnTo>
                  <a:lnTo>
                    <a:pt x="10497764" y="8973"/>
                  </a:lnTo>
                  <a:lnTo>
                    <a:pt x="10507703" y="8308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8773" y="68"/>
                  </a:lnTo>
                  <a:lnTo>
                    <a:pt x="10501296" y="557"/>
                  </a:lnTo>
                  <a:lnTo>
                    <a:pt x="10482445" y="1910"/>
                  </a:lnTo>
                  <a:lnTo>
                    <a:pt x="10448742" y="4572"/>
                  </a:lnTo>
                  <a:lnTo>
                    <a:pt x="10398503" y="8958"/>
                  </a:lnTo>
                  <a:lnTo>
                    <a:pt x="10331974" y="15406"/>
                  </a:lnTo>
                  <a:lnTo>
                    <a:pt x="10251175" y="24148"/>
                  </a:lnTo>
                  <a:lnTo>
                    <a:pt x="10159441" y="35301"/>
                  </a:lnTo>
                  <a:lnTo>
                    <a:pt x="10060774" y="48885"/>
                  </a:lnTo>
                  <a:lnTo>
                    <a:pt x="9959190" y="64862"/>
                  </a:lnTo>
                  <a:lnTo>
                    <a:pt x="9858206" y="83180"/>
                  </a:lnTo>
                  <a:lnTo>
                    <a:pt x="9760551" y="103812"/>
                  </a:lnTo>
                  <a:lnTo>
                    <a:pt x="9668085" y="126790"/>
                  </a:lnTo>
                  <a:lnTo>
                    <a:pt x="9581867" y="152218"/>
                  </a:lnTo>
                  <a:lnTo>
                    <a:pt x="9502305" y="180290"/>
                  </a:lnTo>
                  <a:lnTo>
                    <a:pt x="9429316" y="211282"/>
                  </a:lnTo>
                  <a:lnTo>
                    <a:pt x="9362485" y="245552"/>
                  </a:lnTo>
                  <a:lnTo>
                    <a:pt x="9301189" y="283528"/>
                  </a:lnTo>
                  <a:lnTo>
                    <a:pt x="9244692" y="325687"/>
                  </a:lnTo>
                  <a:lnTo>
                    <a:pt x="9192212" y="372518"/>
                  </a:lnTo>
                  <a:lnTo>
                    <a:pt x="9142977" y="424462"/>
                  </a:lnTo>
                  <a:lnTo>
                    <a:pt x="9096268" y="481807"/>
                  </a:lnTo>
                  <a:lnTo>
                    <a:pt x="9084767" y="497190"/>
                  </a:lnTo>
                  <a:lnTo>
                    <a:pt x="9047856" y="549982"/>
                  </a:lnTo>
                  <a:lnTo>
                    <a:pt x="9011863" y="606579"/>
                  </a:lnTo>
                  <a:lnTo>
                    <a:pt x="8976543" y="667059"/>
                  </a:lnTo>
                  <a:lnTo>
                    <a:pt x="8941695" y="731439"/>
                  </a:lnTo>
                  <a:lnTo>
                    <a:pt x="8907162" y="799671"/>
                  </a:lnTo>
                  <a:lnTo>
                    <a:pt x="8872819" y="871636"/>
                  </a:lnTo>
                  <a:lnTo>
                    <a:pt x="8838571" y="947137"/>
                  </a:lnTo>
                  <a:lnTo>
                    <a:pt x="8804349" y="1025899"/>
                  </a:lnTo>
                  <a:lnTo>
                    <a:pt x="8770109" y="1107573"/>
                  </a:lnTo>
                  <a:lnTo>
                    <a:pt x="8735826" y="1191734"/>
                  </a:lnTo>
                  <a:lnTo>
                    <a:pt x="8701491" y="1277893"/>
                  </a:lnTo>
                  <a:lnTo>
                    <a:pt x="8667112" y="1365506"/>
                  </a:lnTo>
                  <a:lnTo>
                    <a:pt x="8632701" y="1453990"/>
                  </a:lnTo>
                  <a:lnTo>
                    <a:pt x="8598281" y="1542735"/>
                  </a:lnTo>
                  <a:lnTo>
                    <a:pt x="8563874" y="1631125"/>
                  </a:lnTo>
                  <a:lnTo>
                    <a:pt x="8529501" y="1718553"/>
                  </a:lnTo>
                  <a:lnTo>
                    <a:pt x="8495174" y="1804440"/>
                  </a:lnTo>
                  <a:lnTo>
                    <a:pt x="8460899" y="1888250"/>
                  </a:lnTo>
                  <a:lnTo>
                    <a:pt x="8426663" y="1969504"/>
                  </a:lnTo>
                  <a:lnTo>
                    <a:pt x="8392441" y="2047788"/>
                  </a:lnTo>
                  <a:lnTo>
                    <a:pt x="8358183" y="2122763"/>
                  </a:lnTo>
                  <a:lnTo>
                    <a:pt x="8323818" y="2194167"/>
                  </a:lnTo>
                  <a:lnTo>
                    <a:pt x="8289246" y="2261815"/>
                  </a:lnTo>
                  <a:lnTo>
                    <a:pt x="8254337" y="2325599"/>
                  </a:lnTo>
                  <a:lnTo>
                    <a:pt x="8218927" y="2385482"/>
                  </a:lnTo>
                  <a:lnTo>
                    <a:pt x="8182811" y="2441489"/>
                  </a:lnTo>
                  <a:lnTo>
                    <a:pt x="8151487" y="2485953"/>
                  </a:lnTo>
                  <a:lnTo>
                    <a:pt x="8105315" y="2544680"/>
                  </a:lnTo>
                  <a:lnTo>
                    <a:pt x="8056784" y="2597972"/>
                  </a:lnTo>
                  <a:lnTo>
                    <a:pt x="8005197" y="2646060"/>
                  </a:lnTo>
                  <a:lnTo>
                    <a:pt x="7949791" y="2689357"/>
                  </a:lnTo>
                  <a:lnTo>
                    <a:pt x="7889783" y="2728346"/>
                  </a:lnTo>
                  <a:lnTo>
                    <a:pt x="7824418" y="2763511"/>
                  </a:lnTo>
                  <a:lnTo>
                    <a:pt x="7753038" y="2795296"/>
                  </a:lnTo>
                  <a:lnTo>
                    <a:pt x="7675163" y="2824077"/>
                  </a:lnTo>
                  <a:lnTo>
                    <a:pt x="7590614" y="2850153"/>
                  </a:lnTo>
                  <a:lnTo>
                    <a:pt x="7499658" y="2873738"/>
                  </a:lnTo>
                  <a:lnTo>
                    <a:pt x="7403174" y="2894958"/>
                  </a:lnTo>
                  <a:lnTo>
                    <a:pt x="7302809" y="2913863"/>
                  </a:lnTo>
                  <a:lnTo>
                    <a:pt x="7201073" y="2930438"/>
                  </a:lnTo>
                  <a:lnTo>
                    <a:pt x="7101301" y="2944633"/>
                  </a:lnTo>
                  <a:lnTo>
                    <a:pt x="7007422" y="2956402"/>
                  </a:lnTo>
                  <a:lnTo>
                    <a:pt x="6923501" y="2965747"/>
                  </a:lnTo>
                  <a:lnTo>
                    <a:pt x="6853106" y="2972759"/>
                  </a:lnTo>
                  <a:lnTo>
                    <a:pt x="6798644" y="2977639"/>
                  </a:lnTo>
                  <a:lnTo>
                    <a:pt x="6760838" y="2980701"/>
                  </a:lnTo>
                  <a:lnTo>
                    <a:pt x="6738489" y="2982343"/>
                  </a:lnTo>
                  <a:lnTo>
                    <a:pt x="6728550" y="2983008"/>
                  </a:lnTo>
                  <a:lnTo>
                    <a:pt x="6726343" y="2983144"/>
                  </a:lnTo>
                  <a:lnTo>
                    <a:pt x="5254955" y="2983144"/>
                  </a:lnTo>
                  <a:lnTo>
                    <a:pt x="5254027" y="2983223"/>
                  </a:lnTo>
                  <a:lnTo>
                    <a:pt x="5247898" y="2983786"/>
                  </a:lnTo>
                  <a:lnTo>
                    <a:pt x="5232358" y="2985342"/>
                  </a:lnTo>
                  <a:lnTo>
                    <a:pt x="5204349" y="2988410"/>
                  </a:lnTo>
                  <a:lnTo>
                    <a:pt x="5162143" y="2993480"/>
                  </a:lnTo>
                  <a:lnTo>
                    <a:pt x="5105473" y="3000975"/>
                  </a:lnTo>
                  <a:lnTo>
                    <a:pt x="5035488" y="3011210"/>
                  </a:lnTo>
                  <a:lnTo>
                    <a:pt x="4954503" y="3024376"/>
                  </a:lnTo>
                  <a:lnTo>
                    <a:pt x="4865580" y="3040549"/>
                  </a:lnTo>
                  <a:lnTo>
                    <a:pt x="4772049" y="3059715"/>
                  </a:lnTo>
                  <a:lnTo>
                    <a:pt x="4677070" y="3081818"/>
                  </a:lnTo>
                  <a:lnTo>
                    <a:pt x="4583329" y="3106801"/>
                  </a:lnTo>
                  <a:lnTo>
                    <a:pt x="4492882" y="3134644"/>
                  </a:lnTo>
                  <a:lnTo>
                    <a:pt x="4407124" y="3165398"/>
                  </a:lnTo>
                  <a:lnTo>
                    <a:pt x="4326857" y="3199195"/>
                  </a:lnTo>
                  <a:lnTo>
                    <a:pt x="4252392" y="3236258"/>
                  </a:lnTo>
                  <a:lnTo>
                    <a:pt x="4183671" y="3276904"/>
                  </a:lnTo>
                  <a:lnTo>
                    <a:pt x="4120379" y="3321539"/>
                  </a:lnTo>
                  <a:lnTo>
                    <a:pt x="4062028" y="3370644"/>
                  </a:lnTo>
                  <a:lnTo>
                    <a:pt x="4008034" y="3424760"/>
                  </a:lnTo>
                  <a:lnTo>
                    <a:pt x="3957768" y="3484453"/>
                  </a:lnTo>
                  <a:lnTo>
                    <a:pt x="3910593" y="3550266"/>
                  </a:lnTo>
                  <a:lnTo>
                    <a:pt x="3865902" y="3622627"/>
                  </a:lnTo>
                  <a:lnTo>
                    <a:pt x="3829811" y="3688746"/>
                  </a:lnTo>
                  <a:lnTo>
                    <a:pt x="3798019" y="3752830"/>
                  </a:lnTo>
                  <a:lnTo>
                    <a:pt x="3766933" y="3820890"/>
                  </a:lnTo>
                  <a:lnTo>
                    <a:pt x="3736390" y="3893007"/>
                  </a:lnTo>
                  <a:lnTo>
                    <a:pt x="3706254" y="3969216"/>
                  </a:lnTo>
                  <a:lnTo>
                    <a:pt x="3676413" y="4049504"/>
                  </a:lnTo>
                  <a:lnTo>
                    <a:pt x="3646773" y="4133804"/>
                  </a:lnTo>
                  <a:lnTo>
                    <a:pt x="3617260" y="4221994"/>
                  </a:lnTo>
                  <a:lnTo>
                    <a:pt x="3587817" y="4313890"/>
                  </a:lnTo>
                  <a:lnTo>
                    <a:pt x="3558397" y="4409248"/>
                  </a:lnTo>
                  <a:lnTo>
                    <a:pt x="3528971" y="4507765"/>
                  </a:lnTo>
                  <a:lnTo>
                    <a:pt x="3499519" y="4609080"/>
                  </a:lnTo>
                  <a:lnTo>
                    <a:pt x="3470030" y="4712779"/>
                  </a:lnTo>
                  <a:lnTo>
                    <a:pt x="3440504" y="4818401"/>
                  </a:lnTo>
                  <a:lnTo>
                    <a:pt x="3410946" y="4925444"/>
                  </a:lnTo>
                  <a:lnTo>
                    <a:pt x="3381365" y="5033378"/>
                  </a:lnTo>
                  <a:lnTo>
                    <a:pt x="3351776" y="5141654"/>
                  </a:lnTo>
                  <a:lnTo>
                    <a:pt x="3322192" y="5249716"/>
                  </a:lnTo>
                  <a:lnTo>
                    <a:pt x="3292627" y="5357012"/>
                  </a:lnTo>
                  <a:lnTo>
                    <a:pt x="3263093" y="5463006"/>
                  </a:lnTo>
                  <a:lnTo>
                    <a:pt x="3233595" y="5567189"/>
                  </a:lnTo>
                  <a:lnTo>
                    <a:pt x="3204135" y="5669090"/>
                  </a:lnTo>
                  <a:lnTo>
                    <a:pt x="3174705" y="5768284"/>
                  </a:lnTo>
                  <a:lnTo>
                    <a:pt x="3145286" y="5864397"/>
                  </a:lnTo>
                  <a:lnTo>
                    <a:pt x="3115851" y="5957112"/>
                  </a:lnTo>
                  <a:lnTo>
                    <a:pt x="3086359" y="6046172"/>
                  </a:lnTo>
                  <a:lnTo>
                    <a:pt x="3056755" y="6131379"/>
                  </a:lnTo>
                  <a:lnTo>
                    <a:pt x="3026967" y="6212597"/>
                  </a:lnTo>
                  <a:lnTo>
                    <a:pt x="2996908" y="6289746"/>
                  </a:lnTo>
                  <a:lnTo>
                    <a:pt x="2966470" y="6362802"/>
                  </a:lnTo>
                  <a:lnTo>
                    <a:pt x="2935522" y="6431788"/>
                  </a:lnTo>
                  <a:lnTo>
                    <a:pt x="2903908" y="6496776"/>
                  </a:lnTo>
                  <a:lnTo>
                    <a:pt x="2896531" y="6511155"/>
                  </a:lnTo>
                  <a:lnTo>
                    <a:pt x="2853501" y="6589187"/>
                  </a:lnTo>
                  <a:lnTo>
                    <a:pt x="2808455" y="6660490"/>
                  </a:lnTo>
                  <a:lnTo>
                    <a:pt x="2760833" y="6725300"/>
                  </a:lnTo>
                  <a:lnTo>
                    <a:pt x="2710019" y="6784072"/>
                  </a:lnTo>
                  <a:lnTo>
                    <a:pt x="2655376" y="6837357"/>
                  </a:lnTo>
                  <a:lnTo>
                    <a:pt x="2596279" y="6885719"/>
                  </a:lnTo>
                  <a:lnTo>
                    <a:pt x="2532156" y="6929691"/>
                  </a:lnTo>
                  <a:lnTo>
                    <a:pt x="2462541" y="6969745"/>
                  </a:lnTo>
                  <a:lnTo>
                    <a:pt x="2387152" y="7006272"/>
                  </a:lnTo>
                  <a:lnTo>
                    <a:pt x="2305983" y="7039573"/>
                  </a:lnTo>
                  <a:lnTo>
                    <a:pt x="2219415" y="7069860"/>
                  </a:lnTo>
                  <a:lnTo>
                    <a:pt x="2128336" y="7097249"/>
                  </a:lnTo>
                  <a:lnTo>
                    <a:pt x="2034245" y="7121778"/>
                  </a:lnTo>
                  <a:lnTo>
                    <a:pt x="1939301" y="7143420"/>
                  </a:lnTo>
                  <a:lnTo>
                    <a:pt x="1846281" y="7162115"/>
                  </a:lnTo>
                  <a:lnTo>
                    <a:pt x="1758395" y="7177810"/>
                  </a:lnTo>
                  <a:lnTo>
                    <a:pt x="1678962" y="7190505"/>
                  </a:lnTo>
                  <a:lnTo>
                    <a:pt x="1610958" y="7200290"/>
                  </a:lnTo>
                  <a:lnTo>
                    <a:pt x="1556537" y="7207376"/>
                  </a:lnTo>
                  <a:lnTo>
                    <a:pt x="1516637" y="7212099"/>
                  </a:lnTo>
                  <a:lnTo>
                    <a:pt x="1490755" y="7214893"/>
                  </a:lnTo>
                  <a:lnTo>
                    <a:pt x="1476941" y="7216257"/>
                  </a:lnTo>
                  <a:lnTo>
                    <a:pt x="1471945" y="7216710"/>
                  </a:lnTo>
                  <a:lnTo>
                    <a:pt x="1471387" y="7216757"/>
                  </a:lnTo>
                  <a:lnTo>
                    <a:pt x="0" y="7216757"/>
                  </a:lnTo>
                  <a:close/>
                </a:path>
              </a:pathLst>
            </a:custGeom>
            <a:solidFill>
              <a:srgbClr val="B497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791" name="pl1791"/>
            <p:cNvSpPr/>
            <p:nvPr/>
          </p:nvSpPr>
          <p:spPr>
            <a:xfrm>
              <a:off x="4799595" y="2912001"/>
              <a:ext cx="11981298" cy="7216757"/>
            </a:xfrm>
            <a:custGeom>
              <a:avLst/>
              <a:pathLst>
                <a:path w="11981298" h="7216757">
                  <a:moveTo>
                    <a:pt x="0" y="7216757"/>
                  </a:moveTo>
                  <a:lnTo>
                    <a:pt x="1471387" y="7216757"/>
                  </a:lnTo>
                  <a:lnTo>
                    <a:pt x="1472315" y="7216678"/>
                  </a:lnTo>
                  <a:lnTo>
                    <a:pt x="1478444" y="7216115"/>
                  </a:lnTo>
                  <a:lnTo>
                    <a:pt x="1493984" y="7214558"/>
                  </a:lnTo>
                  <a:lnTo>
                    <a:pt x="1521993" y="7211491"/>
                  </a:lnTo>
                  <a:lnTo>
                    <a:pt x="1564199" y="7206421"/>
                  </a:lnTo>
                  <a:lnTo>
                    <a:pt x="1620869" y="7198926"/>
                  </a:lnTo>
                  <a:lnTo>
                    <a:pt x="1690854" y="7188691"/>
                  </a:lnTo>
                  <a:lnTo>
                    <a:pt x="1771840" y="7175525"/>
                  </a:lnTo>
                  <a:lnTo>
                    <a:pt x="1860762" y="7159352"/>
                  </a:lnTo>
                  <a:lnTo>
                    <a:pt x="1954293" y="7140186"/>
                  </a:lnTo>
                  <a:lnTo>
                    <a:pt x="2049272" y="7118083"/>
                  </a:lnTo>
                  <a:lnTo>
                    <a:pt x="2143013" y="7093100"/>
                  </a:lnTo>
                  <a:lnTo>
                    <a:pt x="2233460" y="7065256"/>
                  </a:lnTo>
                  <a:lnTo>
                    <a:pt x="2319218" y="7034503"/>
                  </a:lnTo>
                  <a:lnTo>
                    <a:pt x="2399485" y="7000706"/>
                  </a:lnTo>
                  <a:lnTo>
                    <a:pt x="2473950" y="6963643"/>
                  </a:lnTo>
                  <a:lnTo>
                    <a:pt x="2542671" y="6922997"/>
                  </a:lnTo>
                  <a:lnTo>
                    <a:pt x="2605964" y="6878362"/>
                  </a:lnTo>
                  <a:lnTo>
                    <a:pt x="2664315" y="6829257"/>
                  </a:lnTo>
                  <a:lnTo>
                    <a:pt x="2718308" y="6775141"/>
                  </a:lnTo>
                  <a:lnTo>
                    <a:pt x="2768574" y="6715448"/>
                  </a:lnTo>
                  <a:lnTo>
                    <a:pt x="2815749" y="6649635"/>
                  </a:lnTo>
                  <a:lnTo>
                    <a:pt x="2860440" y="6577274"/>
                  </a:lnTo>
                  <a:lnTo>
                    <a:pt x="2896531" y="6511155"/>
                  </a:lnTo>
                  <a:lnTo>
                    <a:pt x="2928323" y="6447071"/>
                  </a:lnTo>
                  <a:lnTo>
                    <a:pt x="2959409" y="6379011"/>
                  </a:lnTo>
                  <a:lnTo>
                    <a:pt x="2989952" y="6306894"/>
                  </a:lnTo>
                  <a:lnTo>
                    <a:pt x="3020088" y="6230685"/>
                  </a:lnTo>
                  <a:lnTo>
                    <a:pt x="3049929" y="6150397"/>
                  </a:lnTo>
                  <a:lnTo>
                    <a:pt x="3079569" y="6066097"/>
                  </a:lnTo>
                  <a:lnTo>
                    <a:pt x="3109082" y="5977907"/>
                  </a:lnTo>
                  <a:lnTo>
                    <a:pt x="3138526" y="5886011"/>
                  </a:lnTo>
                  <a:lnTo>
                    <a:pt x="3167945" y="5790653"/>
                  </a:lnTo>
                  <a:lnTo>
                    <a:pt x="3197371" y="5692136"/>
                  </a:lnTo>
                  <a:lnTo>
                    <a:pt x="3226823" y="5590821"/>
                  </a:lnTo>
                  <a:lnTo>
                    <a:pt x="3256312" y="5487122"/>
                  </a:lnTo>
                  <a:lnTo>
                    <a:pt x="3285838" y="5381500"/>
                  </a:lnTo>
                  <a:lnTo>
                    <a:pt x="3315396" y="5274457"/>
                  </a:lnTo>
                  <a:lnTo>
                    <a:pt x="3344977" y="5166523"/>
                  </a:lnTo>
                  <a:lnTo>
                    <a:pt x="3374567" y="5058246"/>
                  </a:lnTo>
                  <a:lnTo>
                    <a:pt x="3404150" y="4950184"/>
                  </a:lnTo>
                  <a:lnTo>
                    <a:pt x="3433715" y="4842889"/>
                  </a:lnTo>
                  <a:lnTo>
                    <a:pt x="3463249" y="4736895"/>
                  </a:lnTo>
                  <a:lnTo>
                    <a:pt x="3492747" y="4632712"/>
                  </a:lnTo>
                  <a:lnTo>
                    <a:pt x="3522207" y="4530810"/>
                  </a:lnTo>
                  <a:lnTo>
                    <a:pt x="3551638" y="4431616"/>
                  </a:lnTo>
                  <a:lnTo>
                    <a:pt x="3581056" y="4335503"/>
                  </a:lnTo>
                  <a:lnTo>
                    <a:pt x="3610491" y="4242789"/>
                  </a:lnTo>
                  <a:lnTo>
                    <a:pt x="3639983" y="4153729"/>
                  </a:lnTo>
                  <a:lnTo>
                    <a:pt x="3669587" y="4068522"/>
                  </a:lnTo>
                  <a:lnTo>
                    <a:pt x="3699375" y="3987304"/>
                  </a:lnTo>
                  <a:lnTo>
                    <a:pt x="3729434" y="3910155"/>
                  </a:lnTo>
                  <a:lnTo>
                    <a:pt x="3759873" y="3837099"/>
                  </a:lnTo>
                  <a:lnTo>
                    <a:pt x="3790821" y="3768113"/>
                  </a:lnTo>
                  <a:lnTo>
                    <a:pt x="3822434" y="3703124"/>
                  </a:lnTo>
                  <a:lnTo>
                    <a:pt x="3829811" y="3688746"/>
                  </a:lnTo>
                  <a:lnTo>
                    <a:pt x="3872841" y="3610714"/>
                  </a:lnTo>
                  <a:lnTo>
                    <a:pt x="3917887" y="3539411"/>
                  </a:lnTo>
                  <a:lnTo>
                    <a:pt x="3965510" y="3474601"/>
                  </a:lnTo>
                  <a:lnTo>
                    <a:pt x="4016324" y="3415829"/>
                  </a:lnTo>
                  <a:lnTo>
                    <a:pt x="4070966" y="3362544"/>
                  </a:lnTo>
                  <a:lnTo>
                    <a:pt x="4130063" y="3314182"/>
                  </a:lnTo>
                  <a:lnTo>
                    <a:pt x="4194187" y="3270210"/>
                  </a:lnTo>
                  <a:lnTo>
                    <a:pt x="4263802" y="3230156"/>
                  </a:lnTo>
                  <a:lnTo>
                    <a:pt x="4339190" y="3193629"/>
                  </a:lnTo>
                  <a:lnTo>
                    <a:pt x="4420359" y="3160327"/>
                  </a:lnTo>
                  <a:lnTo>
                    <a:pt x="4506928" y="3130041"/>
                  </a:lnTo>
                  <a:lnTo>
                    <a:pt x="4598006" y="3102652"/>
                  </a:lnTo>
                  <a:lnTo>
                    <a:pt x="4692097" y="3078123"/>
                  </a:lnTo>
                  <a:lnTo>
                    <a:pt x="4787041" y="3056481"/>
                  </a:lnTo>
                  <a:lnTo>
                    <a:pt x="4880062" y="3037786"/>
                  </a:lnTo>
                  <a:lnTo>
                    <a:pt x="4967947" y="3022091"/>
                  </a:lnTo>
                  <a:lnTo>
                    <a:pt x="5047380" y="3009396"/>
                  </a:lnTo>
                  <a:lnTo>
                    <a:pt x="5115384" y="2999611"/>
                  </a:lnTo>
                  <a:lnTo>
                    <a:pt x="5169805" y="2992525"/>
                  </a:lnTo>
                  <a:lnTo>
                    <a:pt x="5209705" y="2987802"/>
                  </a:lnTo>
                  <a:lnTo>
                    <a:pt x="5235587" y="2985008"/>
                  </a:lnTo>
                  <a:lnTo>
                    <a:pt x="5249401" y="2983644"/>
                  </a:lnTo>
                  <a:lnTo>
                    <a:pt x="5254397" y="2983191"/>
                  </a:lnTo>
                  <a:lnTo>
                    <a:pt x="5254955" y="2983144"/>
                  </a:lnTo>
                  <a:lnTo>
                    <a:pt x="6726343" y="2983144"/>
                  </a:lnTo>
                  <a:lnTo>
                    <a:pt x="6727480" y="2983075"/>
                  </a:lnTo>
                  <a:lnTo>
                    <a:pt x="6734958" y="2982586"/>
                  </a:lnTo>
                  <a:lnTo>
                    <a:pt x="6753808" y="2981234"/>
                  </a:lnTo>
                  <a:lnTo>
                    <a:pt x="6787512" y="2978572"/>
                  </a:lnTo>
                  <a:lnTo>
                    <a:pt x="6837751" y="2974186"/>
                  </a:lnTo>
                  <a:lnTo>
                    <a:pt x="6904279" y="2967737"/>
                  </a:lnTo>
                  <a:lnTo>
                    <a:pt x="6985078" y="2958995"/>
                  </a:lnTo>
                  <a:lnTo>
                    <a:pt x="7076813" y="2947843"/>
                  </a:lnTo>
                  <a:lnTo>
                    <a:pt x="7175479" y="2934259"/>
                  </a:lnTo>
                  <a:lnTo>
                    <a:pt x="7277063" y="2918281"/>
                  </a:lnTo>
                  <a:lnTo>
                    <a:pt x="7378047" y="2899963"/>
                  </a:lnTo>
                  <a:lnTo>
                    <a:pt x="7475702" y="2879331"/>
                  </a:lnTo>
                  <a:lnTo>
                    <a:pt x="7568169" y="2856354"/>
                  </a:lnTo>
                  <a:lnTo>
                    <a:pt x="7654386" y="2830925"/>
                  </a:lnTo>
                  <a:lnTo>
                    <a:pt x="7733948" y="2802853"/>
                  </a:lnTo>
                  <a:lnTo>
                    <a:pt x="7806938" y="2771862"/>
                  </a:lnTo>
                  <a:lnTo>
                    <a:pt x="7873769" y="2737592"/>
                  </a:lnTo>
                  <a:lnTo>
                    <a:pt x="7935064" y="2699616"/>
                  </a:lnTo>
                  <a:lnTo>
                    <a:pt x="7991562" y="2657456"/>
                  </a:lnTo>
                  <a:lnTo>
                    <a:pt x="8044041" y="2610625"/>
                  </a:lnTo>
                  <a:lnTo>
                    <a:pt x="8093277" y="2558682"/>
                  </a:lnTo>
                  <a:lnTo>
                    <a:pt x="8139985" y="2501337"/>
                  </a:lnTo>
                  <a:lnTo>
                    <a:pt x="8151487" y="2485953"/>
                  </a:lnTo>
                  <a:lnTo>
                    <a:pt x="8188397" y="2433161"/>
                  </a:lnTo>
                  <a:lnTo>
                    <a:pt x="8224390" y="2376564"/>
                  </a:lnTo>
                  <a:lnTo>
                    <a:pt x="8259711" y="2316085"/>
                  </a:lnTo>
                  <a:lnTo>
                    <a:pt x="8294558" y="2251705"/>
                  </a:lnTo>
                  <a:lnTo>
                    <a:pt x="8329091" y="2183472"/>
                  </a:lnTo>
                  <a:lnTo>
                    <a:pt x="8363434" y="2111507"/>
                  </a:lnTo>
                  <a:lnTo>
                    <a:pt x="8397682" y="2036007"/>
                  </a:lnTo>
                  <a:lnTo>
                    <a:pt x="8431904" y="1957244"/>
                  </a:lnTo>
                  <a:lnTo>
                    <a:pt x="8466144" y="1875571"/>
                  </a:lnTo>
                  <a:lnTo>
                    <a:pt x="8500428" y="1791410"/>
                  </a:lnTo>
                  <a:lnTo>
                    <a:pt x="8534762" y="1705251"/>
                  </a:lnTo>
                  <a:lnTo>
                    <a:pt x="8569142" y="1617637"/>
                  </a:lnTo>
                  <a:lnTo>
                    <a:pt x="8603552" y="1529153"/>
                  </a:lnTo>
                  <a:lnTo>
                    <a:pt x="8637972" y="1440408"/>
                  </a:lnTo>
                  <a:lnTo>
                    <a:pt x="8672379" y="1352018"/>
                  </a:lnTo>
                  <a:lnTo>
                    <a:pt x="8706752" y="1264590"/>
                  </a:lnTo>
                  <a:lnTo>
                    <a:pt x="8741079" y="1178703"/>
                  </a:lnTo>
                  <a:lnTo>
                    <a:pt x="8775355" y="1094893"/>
                  </a:lnTo>
                  <a:lnTo>
                    <a:pt x="8809590" y="1013640"/>
                  </a:lnTo>
                  <a:lnTo>
                    <a:pt x="8843812" y="935356"/>
                  </a:lnTo>
                  <a:lnTo>
                    <a:pt x="8878070" y="860381"/>
                  </a:lnTo>
                  <a:lnTo>
                    <a:pt x="8912436" y="788977"/>
                  </a:lnTo>
                  <a:lnTo>
                    <a:pt x="8947008" y="721328"/>
                  </a:lnTo>
                  <a:lnTo>
                    <a:pt x="8981916" y="657544"/>
                  </a:lnTo>
                  <a:lnTo>
                    <a:pt x="9017326" y="597662"/>
                  </a:lnTo>
                  <a:lnTo>
                    <a:pt x="9053442" y="541654"/>
                  </a:lnTo>
                  <a:lnTo>
                    <a:pt x="9084767" y="497190"/>
                  </a:lnTo>
                  <a:lnTo>
                    <a:pt x="9130939" y="438464"/>
                  </a:lnTo>
                  <a:lnTo>
                    <a:pt x="9179469" y="385171"/>
                  </a:lnTo>
                  <a:lnTo>
                    <a:pt x="9231056" y="337083"/>
                  </a:lnTo>
                  <a:lnTo>
                    <a:pt x="9286462" y="293787"/>
                  </a:lnTo>
                  <a:lnTo>
                    <a:pt x="9346470" y="254798"/>
                  </a:lnTo>
                  <a:lnTo>
                    <a:pt x="9411835" y="219632"/>
                  </a:lnTo>
                  <a:lnTo>
                    <a:pt x="9483216" y="187848"/>
                  </a:lnTo>
                  <a:lnTo>
                    <a:pt x="9561091" y="159066"/>
                  </a:lnTo>
                  <a:lnTo>
                    <a:pt x="9645639" y="132990"/>
                  </a:lnTo>
                  <a:lnTo>
                    <a:pt x="9736595" y="109405"/>
                  </a:lnTo>
                  <a:lnTo>
                    <a:pt x="9833079" y="88185"/>
                  </a:lnTo>
                  <a:lnTo>
                    <a:pt x="9933444" y="69280"/>
                  </a:lnTo>
                  <a:lnTo>
                    <a:pt x="10035180" y="52706"/>
                  </a:lnTo>
                  <a:lnTo>
                    <a:pt x="10134953" y="38511"/>
                  </a:lnTo>
                  <a:lnTo>
                    <a:pt x="10228832" y="26741"/>
                  </a:lnTo>
                  <a:lnTo>
                    <a:pt x="10312753" y="17396"/>
                  </a:lnTo>
                  <a:lnTo>
                    <a:pt x="10383147" y="10384"/>
                  </a:lnTo>
                  <a:lnTo>
                    <a:pt x="10437609" y="5504"/>
                  </a:lnTo>
                  <a:lnTo>
                    <a:pt x="10475416" y="2443"/>
                  </a:lnTo>
                  <a:lnTo>
                    <a:pt x="10497764" y="800"/>
                  </a:lnTo>
                  <a:lnTo>
                    <a:pt x="10507703" y="135"/>
                  </a:lnTo>
                  <a:lnTo>
                    <a:pt x="10509891" y="1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92" name="pl1792"/>
            <p:cNvSpPr/>
            <p:nvPr/>
          </p:nvSpPr>
          <p:spPr>
            <a:xfrm>
              <a:off x="4799595" y="2903828"/>
              <a:ext cx="11981298" cy="7216757"/>
            </a:xfrm>
            <a:custGeom>
              <a:avLst/>
              <a:pathLst>
                <a:path w="11981298" h="7216757">
                  <a:moveTo>
                    <a:pt x="11981298" y="0"/>
                  </a:moveTo>
                  <a:lnTo>
                    <a:pt x="10509911" y="0"/>
                  </a:lnTo>
                  <a:lnTo>
                    <a:pt x="10508773" y="68"/>
                  </a:lnTo>
                  <a:lnTo>
                    <a:pt x="10501296" y="557"/>
                  </a:lnTo>
                  <a:lnTo>
                    <a:pt x="10482445" y="1910"/>
                  </a:lnTo>
                  <a:lnTo>
                    <a:pt x="10448742" y="4572"/>
                  </a:lnTo>
                  <a:lnTo>
                    <a:pt x="10398503" y="8958"/>
                  </a:lnTo>
                  <a:lnTo>
                    <a:pt x="10331974" y="15406"/>
                  </a:lnTo>
                  <a:lnTo>
                    <a:pt x="10251175" y="24148"/>
                  </a:lnTo>
                  <a:lnTo>
                    <a:pt x="10159441" y="35301"/>
                  </a:lnTo>
                  <a:lnTo>
                    <a:pt x="10060774" y="48885"/>
                  </a:lnTo>
                  <a:lnTo>
                    <a:pt x="9959190" y="64862"/>
                  </a:lnTo>
                  <a:lnTo>
                    <a:pt x="9858206" y="83180"/>
                  </a:lnTo>
                  <a:lnTo>
                    <a:pt x="9760551" y="103812"/>
                  </a:lnTo>
                  <a:lnTo>
                    <a:pt x="9668085" y="126790"/>
                  </a:lnTo>
                  <a:lnTo>
                    <a:pt x="9581867" y="152218"/>
                  </a:lnTo>
                  <a:lnTo>
                    <a:pt x="9502305" y="180290"/>
                  </a:lnTo>
                  <a:lnTo>
                    <a:pt x="9429316" y="211282"/>
                  </a:lnTo>
                  <a:lnTo>
                    <a:pt x="9362485" y="245552"/>
                  </a:lnTo>
                  <a:lnTo>
                    <a:pt x="9301189" y="283528"/>
                  </a:lnTo>
                  <a:lnTo>
                    <a:pt x="9244692" y="325687"/>
                  </a:lnTo>
                  <a:lnTo>
                    <a:pt x="9192212" y="372518"/>
                  </a:lnTo>
                  <a:lnTo>
                    <a:pt x="9142977" y="424462"/>
                  </a:lnTo>
                  <a:lnTo>
                    <a:pt x="9096268" y="481807"/>
                  </a:lnTo>
                  <a:lnTo>
                    <a:pt x="9084767" y="497190"/>
                  </a:lnTo>
                  <a:lnTo>
                    <a:pt x="9047856" y="549982"/>
                  </a:lnTo>
                  <a:lnTo>
                    <a:pt x="9011863" y="606579"/>
                  </a:lnTo>
                  <a:lnTo>
                    <a:pt x="8976543" y="667059"/>
                  </a:lnTo>
                  <a:lnTo>
                    <a:pt x="8941695" y="731439"/>
                  </a:lnTo>
                  <a:lnTo>
                    <a:pt x="8907162" y="799671"/>
                  </a:lnTo>
                  <a:lnTo>
                    <a:pt x="8872819" y="871636"/>
                  </a:lnTo>
                  <a:lnTo>
                    <a:pt x="8838571" y="947137"/>
                  </a:lnTo>
                  <a:lnTo>
                    <a:pt x="8804349" y="1025899"/>
                  </a:lnTo>
                  <a:lnTo>
                    <a:pt x="8770109" y="1107573"/>
                  </a:lnTo>
                  <a:lnTo>
                    <a:pt x="8735826" y="1191734"/>
                  </a:lnTo>
                  <a:lnTo>
                    <a:pt x="8701491" y="1277893"/>
                  </a:lnTo>
                  <a:lnTo>
                    <a:pt x="8667112" y="1365506"/>
                  </a:lnTo>
                  <a:lnTo>
                    <a:pt x="8632701" y="1453990"/>
                  </a:lnTo>
                  <a:lnTo>
                    <a:pt x="8598281" y="1542735"/>
                  </a:lnTo>
                  <a:lnTo>
                    <a:pt x="8563874" y="1631125"/>
                  </a:lnTo>
                  <a:lnTo>
                    <a:pt x="8529501" y="1718553"/>
                  </a:lnTo>
                  <a:lnTo>
                    <a:pt x="8495174" y="1804440"/>
                  </a:lnTo>
                  <a:lnTo>
                    <a:pt x="8460899" y="1888250"/>
                  </a:lnTo>
                  <a:lnTo>
                    <a:pt x="8426663" y="1969504"/>
                  </a:lnTo>
                  <a:lnTo>
                    <a:pt x="8392441" y="2047788"/>
                  </a:lnTo>
                  <a:lnTo>
                    <a:pt x="8358183" y="2122763"/>
                  </a:lnTo>
                  <a:lnTo>
                    <a:pt x="8323818" y="2194167"/>
                  </a:lnTo>
                  <a:lnTo>
                    <a:pt x="8289246" y="2261815"/>
                  </a:lnTo>
                  <a:lnTo>
                    <a:pt x="8254337" y="2325599"/>
                  </a:lnTo>
                  <a:lnTo>
                    <a:pt x="8218927" y="2385482"/>
                  </a:lnTo>
                  <a:lnTo>
                    <a:pt x="8182811" y="2441489"/>
                  </a:lnTo>
                  <a:lnTo>
                    <a:pt x="8151487" y="2485953"/>
                  </a:lnTo>
                  <a:lnTo>
                    <a:pt x="8105315" y="2544680"/>
                  </a:lnTo>
                  <a:lnTo>
                    <a:pt x="8056784" y="2597972"/>
                  </a:lnTo>
                  <a:lnTo>
                    <a:pt x="8005197" y="2646060"/>
                  </a:lnTo>
                  <a:lnTo>
                    <a:pt x="7949791" y="2689357"/>
                  </a:lnTo>
                  <a:lnTo>
                    <a:pt x="7889783" y="2728346"/>
                  </a:lnTo>
                  <a:lnTo>
                    <a:pt x="7824418" y="2763511"/>
                  </a:lnTo>
                  <a:lnTo>
                    <a:pt x="7753038" y="2795296"/>
                  </a:lnTo>
                  <a:lnTo>
                    <a:pt x="7675163" y="2824077"/>
                  </a:lnTo>
                  <a:lnTo>
                    <a:pt x="7590614" y="2850153"/>
                  </a:lnTo>
                  <a:lnTo>
                    <a:pt x="7499658" y="2873738"/>
                  </a:lnTo>
                  <a:lnTo>
                    <a:pt x="7403174" y="2894958"/>
                  </a:lnTo>
                  <a:lnTo>
                    <a:pt x="7302809" y="2913863"/>
                  </a:lnTo>
                  <a:lnTo>
                    <a:pt x="7201073" y="2930438"/>
                  </a:lnTo>
                  <a:lnTo>
                    <a:pt x="7101301" y="2944633"/>
                  </a:lnTo>
                  <a:lnTo>
                    <a:pt x="7007422" y="2956402"/>
                  </a:lnTo>
                  <a:lnTo>
                    <a:pt x="6923501" y="2965747"/>
                  </a:lnTo>
                  <a:lnTo>
                    <a:pt x="6853106" y="2972759"/>
                  </a:lnTo>
                  <a:lnTo>
                    <a:pt x="6798644" y="2977639"/>
                  </a:lnTo>
                  <a:lnTo>
                    <a:pt x="6760838" y="2980701"/>
                  </a:lnTo>
                  <a:lnTo>
                    <a:pt x="6738489" y="2982343"/>
                  </a:lnTo>
                  <a:lnTo>
                    <a:pt x="6728550" y="2983008"/>
                  </a:lnTo>
                  <a:lnTo>
                    <a:pt x="6726362" y="2983143"/>
                  </a:lnTo>
                  <a:lnTo>
                    <a:pt x="6726343" y="2983144"/>
                  </a:lnTo>
                  <a:lnTo>
                    <a:pt x="5254955" y="2983144"/>
                  </a:lnTo>
                  <a:lnTo>
                    <a:pt x="5254027" y="2983223"/>
                  </a:lnTo>
                  <a:lnTo>
                    <a:pt x="5247898" y="2983786"/>
                  </a:lnTo>
                  <a:lnTo>
                    <a:pt x="5232358" y="2985342"/>
                  </a:lnTo>
                  <a:lnTo>
                    <a:pt x="5204349" y="2988410"/>
                  </a:lnTo>
                  <a:lnTo>
                    <a:pt x="5162143" y="2993480"/>
                  </a:lnTo>
                  <a:lnTo>
                    <a:pt x="5105473" y="3000975"/>
                  </a:lnTo>
                  <a:lnTo>
                    <a:pt x="5035488" y="3011210"/>
                  </a:lnTo>
                  <a:lnTo>
                    <a:pt x="4954503" y="3024376"/>
                  </a:lnTo>
                  <a:lnTo>
                    <a:pt x="4865580" y="3040549"/>
                  </a:lnTo>
                  <a:lnTo>
                    <a:pt x="4772049" y="3059715"/>
                  </a:lnTo>
                  <a:lnTo>
                    <a:pt x="4677070" y="3081818"/>
                  </a:lnTo>
                  <a:lnTo>
                    <a:pt x="4583329" y="3106801"/>
                  </a:lnTo>
                  <a:lnTo>
                    <a:pt x="4492882" y="3134644"/>
                  </a:lnTo>
                  <a:lnTo>
                    <a:pt x="4407124" y="3165398"/>
                  </a:lnTo>
                  <a:lnTo>
                    <a:pt x="4326857" y="3199195"/>
                  </a:lnTo>
                  <a:lnTo>
                    <a:pt x="4252392" y="3236258"/>
                  </a:lnTo>
                  <a:lnTo>
                    <a:pt x="4183671" y="3276904"/>
                  </a:lnTo>
                  <a:lnTo>
                    <a:pt x="4120379" y="3321539"/>
                  </a:lnTo>
                  <a:lnTo>
                    <a:pt x="4062028" y="3370644"/>
                  </a:lnTo>
                  <a:lnTo>
                    <a:pt x="4008034" y="3424760"/>
                  </a:lnTo>
                  <a:lnTo>
                    <a:pt x="3957768" y="3484453"/>
                  </a:lnTo>
                  <a:lnTo>
                    <a:pt x="3910593" y="3550266"/>
                  </a:lnTo>
                  <a:lnTo>
                    <a:pt x="3865902" y="3622627"/>
                  </a:lnTo>
                  <a:lnTo>
                    <a:pt x="3829811" y="3688746"/>
                  </a:lnTo>
                  <a:lnTo>
                    <a:pt x="3798019" y="3752830"/>
                  </a:lnTo>
                  <a:lnTo>
                    <a:pt x="3766933" y="3820890"/>
                  </a:lnTo>
                  <a:lnTo>
                    <a:pt x="3736390" y="3893007"/>
                  </a:lnTo>
                  <a:lnTo>
                    <a:pt x="3706254" y="3969216"/>
                  </a:lnTo>
                  <a:lnTo>
                    <a:pt x="3676413" y="4049504"/>
                  </a:lnTo>
                  <a:lnTo>
                    <a:pt x="3646773" y="4133804"/>
                  </a:lnTo>
                  <a:lnTo>
                    <a:pt x="3617260" y="4221994"/>
                  </a:lnTo>
                  <a:lnTo>
                    <a:pt x="3587817" y="4313890"/>
                  </a:lnTo>
                  <a:lnTo>
                    <a:pt x="3558397" y="4409248"/>
                  </a:lnTo>
                  <a:lnTo>
                    <a:pt x="3528971" y="4507765"/>
                  </a:lnTo>
                  <a:lnTo>
                    <a:pt x="3499519" y="4609080"/>
                  </a:lnTo>
                  <a:lnTo>
                    <a:pt x="3470030" y="4712779"/>
                  </a:lnTo>
                  <a:lnTo>
                    <a:pt x="3440504" y="4818401"/>
                  </a:lnTo>
                  <a:lnTo>
                    <a:pt x="3410946" y="4925444"/>
                  </a:lnTo>
                  <a:lnTo>
                    <a:pt x="3381365" y="5033378"/>
                  </a:lnTo>
                  <a:lnTo>
                    <a:pt x="3351776" y="5141654"/>
                  </a:lnTo>
                  <a:lnTo>
                    <a:pt x="3322192" y="5249716"/>
                  </a:lnTo>
                  <a:lnTo>
                    <a:pt x="3292627" y="5357012"/>
                  </a:lnTo>
                  <a:lnTo>
                    <a:pt x="3263093" y="5463006"/>
                  </a:lnTo>
                  <a:lnTo>
                    <a:pt x="3233595" y="5567189"/>
                  </a:lnTo>
                  <a:lnTo>
                    <a:pt x="3204135" y="5669090"/>
                  </a:lnTo>
                  <a:lnTo>
                    <a:pt x="3174705" y="5768284"/>
                  </a:lnTo>
                  <a:lnTo>
                    <a:pt x="3145286" y="5864397"/>
                  </a:lnTo>
                  <a:lnTo>
                    <a:pt x="3115851" y="5957112"/>
                  </a:lnTo>
                  <a:lnTo>
                    <a:pt x="3086359" y="6046172"/>
                  </a:lnTo>
                  <a:lnTo>
                    <a:pt x="3056755" y="6131379"/>
                  </a:lnTo>
                  <a:lnTo>
                    <a:pt x="3026967" y="6212597"/>
                  </a:lnTo>
                  <a:lnTo>
                    <a:pt x="2996908" y="6289746"/>
                  </a:lnTo>
                  <a:lnTo>
                    <a:pt x="2966470" y="6362802"/>
                  </a:lnTo>
                  <a:lnTo>
                    <a:pt x="2935522" y="6431788"/>
                  </a:lnTo>
                  <a:lnTo>
                    <a:pt x="2903908" y="6496776"/>
                  </a:lnTo>
                  <a:lnTo>
                    <a:pt x="2896531" y="6511155"/>
                  </a:lnTo>
                  <a:lnTo>
                    <a:pt x="2853501" y="6589187"/>
                  </a:lnTo>
                  <a:lnTo>
                    <a:pt x="2808455" y="6660490"/>
                  </a:lnTo>
                  <a:lnTo>
                    <a:pt x="2760833" y="6725300"/>
                  </a:lnTo>
                  <a:lnTo>
                    <a:pt x="2710019" y="6784072"/>
                  </a:lnTo>
                  <a:lnTo>
                    <a:pt x="2655376" y="6837357"/>
                  </a:lnTo>
                  <a:lnTo>
                    <a:pt x="2596279" y="6885719"/>
                  </a:lnTo>
                  <a:lnTo>
                    <a:pt x="2532156" y="6929691"/>
                  </a:lnTo>
                  <a:lnTo>
                    <a:pt x="2462541" y="6969745"/>
                  </a:lnTo>
                  <a:lnTo>
                    <a:pt x="2387152" y="7006272"/>
                  </a:lnTo>
                  <a:lnTo>
                    <a:pt x="2305983" y="7039573"/>
                  </a:lnTo>
                  <a:lnTo>
                    <a:pt x="2219415" y="7069860"/>
                  </a:lnTo>
                  <a:lnTo>
                    <a:pt x="2128336" y="7097249"/>
                  </a:lnTo>
                  <a:lnTo>
                    <a:pt x="2034245" y="7121778"/>
                  </a:lnTo>
                  <a:lnTo>
                    <a:pt x="1939301" y="7143420"/>
                  </a:lnTo>
                  <a:lnTo>
                    <a:pt x="1846281" y="7162115"/>
                  </a:lnTo>
                  <a:lnTo>
                    <a:pt x="1758395" y="7177810"/>
                  </a:lnTo>
                  <a:lnTo>
                    <a:pt x="1678962" y="7190505"/>
                  </a:lnTo>
                  <a:lnTo>
                    <a:pt x="1610958" y="7200290"/>
                  </a:lnTo>
                  <a:lnTo>
                    <a:pt x="1556537" y="7207376"/>
                  </a:lnTo>
                  <a:lnTo>
                    <a:pt x="1516637" y="7212099"/>
                  </a:lnTo>
                  <a:lnTo>
                    <a:pt x="1490755" y="7214893"/>
                  </a:lnTo>
                  <a:lnTo>
                    <a:pt x="1476941" y="7216257"/>
                  </a:lnTo>
                  <a:lnTo>
                    <a:pt x="1471945" y="7216710"/>
                  </a:lnTo>
                  <a:lnTo>
                    <a:pt x="1471387" y="7216757"/>
                  </a:lnTo>
                  <a:lnTo>
                    <a:pt x="0" y="721675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93" name="pg1793"/>
            <p:cNvSpPr/>
            <p:nvPr/>
          </p:nvSpPr>
          <p:spPr>
            <a:xfrm>
              <a:off x="4799595" y="2977385"/>
              <a:ext cx="11981298" cy="7159546"/>
            </a:xfrm>
            <a:custGeom>
              <a:avLst/>
              <a:pathLst>
                <a:path w="11981298" h="7159546">
                  <a:moveTo>
                    <a:pt x="0" y="7159546"/>
                  </a:moveTo>
                  <a:lnTo>
                    <a:pt x="1471387" y="7159546"/>
                  </a:lnTo>
                  <a:lnTo>
                    <a:pt x="1472316" y="7159467"/>
                  </a:lnTo>
                  <a:lnTo>
                    <a:pt x="1478452" y="7158905"/>
                  </a:lnTo>
                  <a:lnTo>
                    <a:pt x="1494007" y="7157354"/>
                  </a:lnTo>
                  <a:lnTo>
                    <a:pt x="1522044" y="7154295"/>
                  </a:lnTo>
                  <a:lnTo>
                    <a:pt x="1564289" y="7149239"/>
                  </a:lnTo>
                  <a:lnTo>
                    <a:pt x="1621008" y="7141765"/>
                  </a:lnTo>
                  <a:lnTo>
                    <a:pt x="1691048" y="7131559"/>
                  </a:lnTo>
                  <a:lnTo>
                    <a:pt x="1772088" y="7118430"/>
                  </a:lnTo>
                  <a:lnTo>
                    <a:pt x="1861062" y="7102305"/>
                  </a:lnTo>
                  <a:lnTo>
                    <a:pt x="1954638" y="7083195"/>
                  </a:lnTo>
                  <a:lnTo>
                    <a:pt x="2049651" y="7061159"/>
                  </a:lnTo>
                  <a:lnTo>
                    <a:pt x="2143416" y="7036252"/>
                  </a:lnTo>
                  <a:lnTo>
                    <a:pt x="2233878" y="7008492"/>
                  </a:lnTo>
                  <a:lnTo>
                    <a:pt x="2319641" y="6977832"/>
                  </a:lnTo>
                  <a:lnTo>
                    <a:pt x="2399907" y="6944137"/>
                  </a:lnTo>
                  <a:lnTo>
                    <a:pt x="2474367" y="6907185"/>
                  </a:lnTo>
                  <a:lnTo>
                    <a:pt x="2543078" y="6866658"/>
                  </a:lnTo>
                  <a:lnTo>
                    <a:pt x="2606361" y="6822152"/>
                  </a:lnTo>
                  <a:lnTo>
                    <a:pt x="2664702" y="6773187"/>
                  </a:lnTo>
                  <a:lnTo>
                    <a:pt x="2718687" y="6719224"/>
                  </a:lnTo>
                  <a:lnTo>
                    <a:pt x="2768945" y="6659695"/>
                  </a:lnTo>
                  <a:lnTo>
                    <a:pt x="2816115" y="6594063"/>
                  </a:lnTo>
                  <a:lnTo>
                    <a:pt x="2860805" y="6521901"/>
                  </a:lnTo>
                  <a:lnTo>
                    <a:pt x="2896531" y="6456668"/>
                  </a:lnTo>
                  <a:lnTo>
                    <a:pt x="2928378" y="6392717"/>
                  </a:lnTo>
                  <a:lnTo>
                    <a:pt x="2959516" y="6324791"/>
                  </a:lnTo>
                  <a:lnTo>
                    <a:pt x="2990111" y="6252810"/>
                  </a:lnTo>
                  <a:lnTo>
                    <a:pt x="3020297" y="6176737"/>
                  </a:lnTo>
                  <a:lnTo>
                    <a:pt x="3050189" y="6096588"/>
                  </a:lnTo>
                  <a:lnTo>
                    <a:pt x="3079879" y="6012429"/>
                  </a:lnTo>
                  <a:lnTo>
                    <a:pt x="3109442" y="5924383"/>
                  </a:lnTo>
                  <a:lnTo>
                    <a:pt x="3138936" y="5832636"/>
                  </a:lnTo>
                  <a:lnTo>
                    <a:pt x="3168407" y="5737431"/>
                  </a:lnTo>
                  <a:lnTo>
                    <a:pt x="3197884" y="5639074"/>
                  </a:lnTo>
                  <a:lnTo>
                    <a:pt x="3227389" y="5537926"/>
                  </a:lnTo>
                  <a:lnTo>
                    <a:pt x="3256930" y="5434404"/>
                  </a:lnTo>
                  <a:lnTo>
                    <a:pt x="3286508" y="5328971"/>
                  </a:lnTo>
                  <a:lnTo>
                    <a:pt x="3316119" y="5222128"/>
                  </a:lnTo>
                  <a:lnTo>
                    <a:pt x="3345751" y="5114407"/>
                  </a:lnTo>
                  <a:lnTo>
                    <a:pt x="3375392" y="5006360"/>
                  </a:lnTo>
                  <a:lnTo>
                    <a:pt x="3405028" y="4898541"/>
                  </a:lnTo>
                  <a:lnTo>
                    <a:pt x="3434643" y="4791506"/>
                  </a:lnTo>
                  <a:lnTo>
                    <a:pt x="3464228" y="4685788"/>
                  </a:lnTo>
                  <a:lnTo>
                    <a:pt x="3493775" y="4581896"/>
                  </a:lnTo>
                  <a:lnTo>
                    <a:pt x="3523285" y="4480300"/>
                  </a:lnTo>
                  <a:lnTo>
                    <a:pt x="3552767" y="4381426"/>
                  </a:lnTo>
                  <a:lnTo>
                    <a:pt x="3582237" y="4285644"/>
                  </a:lnTo>
                  <a:lnTo>
                    <a:pt x="3611724" y="4193271"/>
                  </a:lnTo>
                  <a:lnTo>
                    <a:pt x="3641271" y="4104562"/>
                  </a:lnTo>
                  <a:lnTo>
                    <a:pt x="3670934" y="4019710"/>
                  </a:lnTo>
                  <a:lnTo>
                    <a:pt x="3700784" y="3938851"/>
                  </a:lnTo>
                  <a:lnTo>
                    <a:pt x="3730911" y="3862061"/>
                  </a:lnTo>
                  <a:lnTo>
                    <a:pt x="3761425" y="3789364"/>
                  </a:lnTo>
                  <a:lnTo>
                    <a:pt x="3792457" y="3720731"/>
                  </a:lnTo>
                  <a:lnTo>
                    <a:pt x="3824166" y="3656090"/>
                  </a:lnTo>
                  <a:lnTo>
                    <a:pt x="3829811" y="3645157"/>
                  </a:lnTo>
                  <a:lnTo>
                    <a:pt x="3872857" y="3567399"/>
                  </a:lnTo>
                  <a:lnTo>
                    <a:pt x="3917921" y="3496349"/>
                  </a:lnTo>
                  <a:lnTo>
                    <a:pt x="3965563" y="3431771"/>
                  </a:lnTo>
                  <a:lnTo>
                    <a:pt x="4016400" y="3373212"/>
                  </a:lnTo>
                  <a:lnTo>
                    <a:pt x="4071069" y="3320122"/>
                  </a:lnTo>
                  <a:lnTo>
                    <a:pt x="4130197" y="3271939"/>
                  </a:lnTo>
                  <a:lnTo>
                    <a:pt x="4194357" y="3228130"/>
                  </a:lnTo>
                  <a:lnTo>
                    <a:pt x="4264012" y="3188226"/>
                  </a:lnTo>
                  <a:lnTo>
                    <a:pt x="4339447" y="3151838"/>
                  </a:lnTo>
                  <a:lnTo>
                    <a:pt x="4420665" y="3118663"/>
                  </a:lnTo>
                  <a:lnTo>
                    <a:pt x="4507284" y="3088494"/>
                  </a:lnTo>
                  <a:lnTo>
                    <a:pt x="4598412" y="3061213"/>
                  </a:lnTo>
                  <a:lnTo>
                    <a:pt x="4692546" y="3036783"/>
                  </a:lnTo>
                  <a:lnTo>
                    <a:pt x="4787522" y="3015231"/>
                  </a:lnTo>
                  <a:lnTo>
                    <a:pt x="4880558" y="2996617"/>
                  </a:lnTo>
                  <a:lnTo>
                    <a:pt x="4968437" y="2980993"/>
                  </a:lnTo>
                  <a:lnTo>
                    <a:pt x="5047838" y="2968361"/>
                  </a:lnTo>
                  <a:lnTo>
                    <a:pt x="5115787" y="2958628"/>
                  </a:lnTo>
                  <a:lnTo>
                    <a:pt x="5170131" y="2951583"/>
                  </a:lnTo>
                  <a:lnTo>
                    <a:pt x="5209943" y="2946893"/>
                  </a:lnTo>
                  <a:lnTo>
                    <a:pt x="5235735" y="2944121"/>
                  </a:lnTo>
                  <a:lnTo>
                    <a:pt x="5249471" y="2942771"/>
                  </a:lnTo>
                  <a:lnTo>
                    <a:pt x="5254413" y="2942324"/>
                  </a:lnTo>
                  <a:lnTo>
                    <a:pt x="5254955" y="2942279"/>
                  </a:lnTo>
                  <a:lnTo>
                    <a:pt x="6726343" y="2942279"/>
                  </a:lnTo>
                  <a:lnTo>
                    <a:pt x="6727483" y="2942211"/>
                  </a:lnTo>
                  <a:lnTo>
                    <a:pt x="6734980" y="2941729"/>
                  </a:lnTo>
                  <a:lnTo>
                    <a:pt x="6753877" y="2940395"/>
                  </a:lnTo>
                  <a:lnTo>
                    <a:pt x="6787660" y="2937770"/>
                  </a:lnTo>
                  <a:lnTo>
                    <a:pt x="6838010" y="2933444"/>
                  </a:lnTo>
                  <a:lnTo>
                    <a:pt x="6904674" y="2927086"/>
                  </a:lnTo>
                  <a:lnTo>
                    <a:pt x="6985618" y="2918467"/>
                  </a:lnTo>
                  <a:lnTo>
                    <a:pt x="7077493" y="2907472"/>
                  </a:lnTo>
                  <a:lnTo>
                    <a:pt x="7176283" y="2894081"/>
                  </a:lnTo>
                  <a:lnTo>
                    <a:pt x="7277965" y="2878333"/>
                  </a:lnTo>
                  <a:lnTo>
                    <a:pt x="7379019" y="2860279"/>
                  </a:lnTo>
                  <a:lnTo>
                    <a:pt x="7476716" y="2839944"/>
                  </a:lnTo>
                  <a:lnTo>
                    <a:pt x="7569199" y="2817299"/>
                  </a:lnTo>
                  <a:lnTo>
                    <a:pt x="7655414" y="2792236"/>
                  </a:lnTo>
                  <a:lnTo>
                    <a:pt x="7734961" y="2764566"/>
                  </a:lnTo>
                  <a:lnTo>
                    <a:pt x="7807927" y="2734015"/>
                  </a:lnTo>
                  <a:lnTo>
                    <a:pt x="7874732" y="2700229"/>
                  </a:lnTo>
                  <a:lnTo>
                    <a:pt x="7936001" y="2662783"/>
                  </a:lnTo>
                  <a:lnTo>
                    <a:pt x="7992477" y="2621209"/>
                  </a:lnTo>
                  <a:lnTo>
                    <a:pt x="8044940" y="2575023"/>
                  </a:lnTo>
                  <a:lnTo>
                    <a:pt x="8094167" y="2523793"/>
                  </a:lnTo>
                  <a:lnTo>
                    <a:pt x="8140875" y="2467238"/>
                  </a:lnTo>
                  <a:lnTo>
                    <a:pt x="8151487" y="2453261"/>
                  </a:lnTo>
                  <a:lnTo>
                    <a:pt x="8188644" y="2400972"/>
                  </a:lnTo>
                  <a:lnTo>
                    <a:pt x="8224874" y="2344888"/>
                  </a:lnTo>
                  <a:lnTo>
                    <a:pt x="8260425" y="2284933"/>
                  </a:lnTo>
                  <a:lnTo>
                    <a:pt x="8295500" y="2221089"/>
                  </a:lnTo>
                  <a:lnTo>
                    <a:pt x="8330260" y="2153407"/>
                  </a:lnTo>
                  <a:lnTo>
                    <a:pt x="8364832" y="2082010"/>
                  </a:lnTo>
                  <a:lnTo>
                    <a:pt x="8399310" y="2007097"/>
                  </a:lnTo>
                  <a:lnTo>
                    <a:pt x="8433765" y="1928947"/>
                  </a:lnTo>
                  <a:lnTo>
                    <a:pt x="8468239" y="1847916"/>
                  </a:lnTo>
                  <a:lnTo>
                    <a:pt x="8502759" y="1764434"/>
                  </a:lnTo>
                  <a:lnTo>
                    <a:pt x="8537330" y="1678995"/>
                  </a:lnTo>
                  <a:lnTo>
                    <a:pt x="8571946" y="1592147"/>
                  </a:lnTo>
                  <a:lnTo>
                    <a:pt x="8606592" y="1504481"/>
                  </a:lnTo>
                  <a:lnTo>
                    <a:pt x="8641246" y="1416609"/>
                  </a:lnTo>
                  <a:lnTo>
                    <a:pt x="8675884" y="1329149"/>
                  </a:lnTo>
                  <a:lnTo>
                    <a:pt x="8710486" y="1242709"/>
                  </a:lnTo>
                  <a:lnTo>
                    <a:pt x="8745040" y="1157865"/>
                  </a:lnTo>
                  <a:lnTo>
                    <a:pt x="8779543" y="1075151"/>
                  </a:lnTo>
                  <a:lnTo>
                    <a:pt x="8814007" y="995039"/>
                  </a:lnTo>
                  <a:lnTo>
                    <a:pt x="8848464" y="917935"/>
                  </a:lnTo>
                  <a:lnTo>
                    <a:pt x="8882965" y="844170"/>
                  </a:lnTo>
                  <a:lnTo>
                    <a:pt x="8917587" y="773996"/>
                  </a:lnTo>
                  <a:lnTo>
                    <a:pt x="8952437" y="707588"/>
                  </a:lnTo>
                  <a:lnTo>
                    <a:pt x="8987651" y="645042"/>
                  </a:lnTo>
                  <a:lnTo>
                    <a:pt x="9023404" y="586386"/>
                  </a:lnTo>
                  <a:lnTo>
                    <a:pt x="9059914" y="531582"/>
                  </a:lnTo>
                  <a:lnTo>
                    <a:pt x="9084767" y="497190"/>
                  </a:lnTo>
                  <a:lnTo>
                    <a:pt x="9130980" y="439380"/>
                  </a:lnTo>
                  <a:lnTo>
                    <a:pt x="9179558" y="386924"/>
                  </a:lnTo>
                  <a:lnTo>
                    <a:pt x="9231198" y="339596"/>
                  </a:lnTo>
                  <a:lnTo>
                    <a:pt x="9286666" y="296987"/>
                  </a:lnTo>
                  <a:lnTo>
                    <a:pt x="9346748" y="258621"/>
                  </a:lnTo>
                  <a:lnTo>
                    <a:pt x="9412198" y="224020"/>
                  </a:lnTo>
                  <a:lnTo>
                    <a:pt x="9483678" y="192748"/>
                  </a:lnTo>
                  <a:lnTo>
                    <a:pt x="9561667" y="164433"/>
                  </a:lnTo>
                  <a:lnTo>
                    <a:pt x="9646340" y="138782"/>
                  </a:lnTo>
                  <a:lnTo>
                    <a:pt x="9737428" y="115585"/>
                  </a:lnTo>
                  <a:lnTo>
                    <a:pt x="9834042" y="94716"/>
                  </a:lnTo>
                  <a:lnTo>
                    <a:pt x="9934524" y="76129"/>
                  </a:lnTo>
                  <a:lnTo>
                    <a:pt x="10036348" y="59838"/>
                  </a:lnTo>
                  <a:lnTo>
                    <a:pt x="10136162" y="45892"/>
                  </a:lnTo>
                  <a:lnTo>
                    <a:pt x="10230021" y="34337"/>
                  </a:lnTo>
                  <a:lnTo>
                    <a:pt x="10313853" y="25169"/>
                  </a:lnTo>
                  <a:lnTo>
                    <a:pt x="10384090" y="18299"/>
                  </a:lnTo>
                  <a:lnTo>
                    <a:pt x="10438342" y="13526"/>
                  </a:lnTo>
                  <a:lnTo>
                    <a:pt x="10475914" y="10538"/>
                  </a:lnTo>
                  <a:lnTo>
                    <a:pt x="10498037" y="8941"/>
                  </a:lnTo>
                  <a:lnTo>
                    <a:pt x="10507798" y="8300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8770" y="67"/>
                  </a:lnTo>
                  <a:lnTo>
                    <a:pt x="10501273" y="550"/>
                  </a:lnTo>
                  <a:lnTo>
                    <a:pt x="10482377" y="1883"/>
                  </a:lnTo>
                  <a:lnTo>
                    <a:pt x="10448593" y="4509"/>
                  </a:lnTo>
                  <a:lnTo>
                    <a:pt x="10398243" y="8834"/>
                  </a:lnTo>
                  <a:lnTo>
                    <a:pt x="10331580" y="15192"/>
                  </a:lnTo>
                  <a:lnTo>
                    <a:pt x="10250636" y="23812"/>
                  </a:lnTo>
                  <a:lnTo>
                    <a:pt x="10158760" y="34807"/>
                  </a:lnTo>
                  <a:lnTo>
                    <a:pt x="10059970" y="48197"/>
                  </a:lnTo>
                  <a:lnTo>
                    <a:pt x="9958288" y="63946"/>
                  </a:lnTo>
                  <a:lnTo>
                    <a:pt x="9857234" y="82000"/>
                  </a:lnTo>
                  <a:lnTo>
                    <a:pt x="9759538" y="102334"/>
                  </a:lnTo>
                  <a:lnTo>
                    <a:pt x="9667054" y="124980"/>
                  </a:lnTo>
                  <a:lnTo>
                    <a:pt x="9580839" y="150042"/>
                  </a:lnTo>
                  <a:lnTo>
                    <a:pt x="9501292" y="177712"/>
                  </a:lnTo>
                  <a:lnTo>
                    <a:pt x="9428326" y="208263"/>
                  </a:lnTo>
                  <a:lnTo>
                    <a:pt x="9361522" y="242050"/>
                  </a:lnTo>
                  <a:lnTo>
                    <a:pt x="9300252" y="279495"/>
                  </a:lnTo>
                  <a:lnTo>
                    <a:pt x="9243777" y="321070"/>
                  </a:lnTo>
                  <a:lnTo>
                    <a:pt x="9191313" y="367256"/>
                  </a:lnTo>
                  <a:lnTo>
                    <a:pt x="9142086" y="418485"/>
                  </a:lnTo>
                  <a:lnTo>
                    <a:pt x="9095378" y="475040"/>
                  </a:lnTo>
                  <a:lnTo>
                    <a:pt x="9084767" y="489017"/>
                  </a:lnTo>
                  <a:lnTo>
                    <a:pt x="9047609" y="541307"/>
                  </a:lnTo>
                  <a:lnTo>
                    <a:pt x="9011379" y="597391"/>
                  </a:lnTo>
                  <a:lnTo>
                    <a:pt x="8975828" y="657346"/>
                  </a:lnTo>
                  <a:lnTo>
                    <a:pt x="8940753" y="721189"/>
                  </a:lnTo>
                  <a:lnTo>
                    <a:pt x="8905993" y="788871"/>
                  </a:lnTo>
                  <a:lnTo>
                    <a:pt x="8871422" y="860268"/>
                  </a:lnTo>
                  <a:lnTo>
                    <a:pt x="8836943" y="935181"/>
                  </a:lnTo>
                  <a:lnTo>
                    <a:pt x="8802489" y="1013331"/>
                  </a:lnTo>
                  <a:lnTo>
                    <a:pt x="8768014" y="1094362"/>
                  </a:lnTo>
                  <a:lnTo>
                    <a:pt x="8733495" y="1177845"/>
                  </a:lnTo>
                  <a:lnTo>
                    <a:pt x="8698923" y="1263284"/>
                  </a:lnTo>
                  <a:lnTo>
                    <a:pt x="8664307" y="1350131"/>
                  </a:lnTo>
                  <a:lnTo>
                    <a:pt x="8629661" y="1437797"/>
                  </a:lnTo>
                  <a:lnTo>
                    <a:pt x="8595008" y="1525669"/>
                  </a:lnTo>
                  <a:lnTo>
                    <a:pt x="8560369" y="1613129"/>
                  </a:lnTo>
                  <a:lnTo>
                    <a:pt x="8525767" y="1699569"/>
                  </a:lnTo>
                  <a:lnTo>
                    <a:pt x="8491213" y="1784413"/>
                  </a:lnTo>
                  <a:lnTo>
                    <a:pt x="8456710" y="1867128"/>
                  </a:lnTo>
                  <a:lnTo>
                    <a:pt x="8422246" y="1947240"/>
                  </a:lnTo>
                  <a:lnTo>
                    <a:pt x="8387789" y="2024344"/>
                  </a:lnTo>
                  <a:lnTo>
                    <a:pt x="8353288" y="2098108"/>
                  </a:lnTo>
                  <a:lnTo>
                    <a:pt x="8318666" y="2168282"/>
                  </a:lnTo>
                  <a:lnTo>
                    <a:pt x="8283816" y="2234691"/>
                  </a:lnTo>
                  <a:lnTo>
                    <a:pt x="8248602" y="2297236"/>
                  </a:lnTo>
                  <a:lnTo>
                    <a:pt x="8212849" y="2355892"/>
                  </a:lnTo>
                  <a:lnTo>
                    <a:pt x="8176339" y="2410696"/>
                  </a:lnTo>
                  <a:lnTo>
                    <a:pt x="8151487" y="2445088"/>
                  </a:lnTo>
                  <a:lnTo>
                    <a:pt x="8105273" y="2502898"/>
                  </a:lnTo>
                  <a:lnTo>
                    <a:pt x="8056695" y="2555354"/>
                  </a:lnTo>
                  <a:lnTo>
                    <a:pt x="8005055" y="2602683"/>
                  </a:lnTo>
                  <a:lnTo>
                    <a:pt x="7949587" y="2645291"/>
                  </a:lnTo>
                  <a:lnTo>
                    <a:pt x="7889506" y="2683657"/>
                  </a:lnTo>
                  <a:lnTo>
                    <a:pt x="7824055" y="2718258"/>
                  </a:lnTo>
                  <a:lnTo>
                    <a:pt x="7752575" y="2749530"/>
                  </a:lnTo>
                  <a:lnTo>
                    <a:pt x="7674587" y="2777845"/>
                  </a:lnTo>
                  <a:lnTo>
                    <a:pt x="7589913" y="2803496"/>
                  </a:lnTo>
                  <a:lnTo>
                    <a:pt x="7498825" y="2826694"/>
                  </a:lnTo>
                  <a:lnTo>
                    <a:pt x="7402211" y="2847562"/>
                  </a:lnTo>
                  <a:lnTo>
                    <a:pt x="7301729" y="2866149"/>
                  </a:lnTo>
                  <a:lnTo>
                    <a:pt x="7199905" y="2882440"/>
                  </a:lnTo>
                  <a:lnTo>
                    <a:pt x="7100091" y="2896386"/>
                  </a:lnTo>
                  <a:lnTo>
                    <a:pt x="7006232" y="2907941"/>
                  </a:lnTo>
                  <a:lnTo>
                    <a:pt x="6922400" y="2917109"/>
                  </a:lnTo>
                  <a:lnTo>
                    <a:pt x="6852163" y="2923979"/>
                  </a:lnTo>
                  <a:lnTo>
                    <a:pt x="6797911" y="2928753"/>
                  </a:lnTo>
                  <a:lnTo>
                    <a:pt x="6760339" y="2931741"/>
                  </a:lnTo>
                  <a:lnTo>
                    <a:pt x="6738216" y="2933337"/>
                  </a:lnTo>
                  <a:lnTo>
                    <a:pt x="6728456" y="2933978"/>
                  </a:lnTo>
                  <a:lnTo>
                    <a:pt x="6726343" y="2934106"/>
                  </a:lnTo>
                  <a:lnTo>
                    <a:pt x="5254955" y="2934106"/>
                  </a:lnTo>
                  <a:lnTo>
                    <a:pt x="5254026" y="2934185"/>
                  </a:lnTo>
                  <a:lnTo>
                    <a:pt x="5247891" y="2934747"/>
                  </a:lnTo>
                  <a:lnTo>
                    <a:pt x="5232335" y="2936298"/>
                  </a:lnTo>
                  <a:lnTo>
                    <a:pt x="5204298" y="2939357"/>
                  </a:lnTo>
                  <a:lnTo>
                    <a:pt x="5162053" y="2944413"/>
                  </a:lnTo>
                  <a:lnTo>
                    <a:pt x="5105334" y="2951887"/>
                  </a:lnTo>
                  <a:lnTo>
                    <a:pt x="5035294" y="2962093"/>
                  </a:lnTo>
                  <a:lnTo>
                    <a:pt x="4954254" y="2975222"/>
                  </a:lnTo>
                  <a:lnTo>
                    <a:pt x="4865280" y="2991347"/>
                  </a:lnTo>
                  <a:lnTo>
                    <a:pt x="4771704" y="3010456"/>
                  </a:lnTo>
                  <a:lnTo>
                    <a:pt x="4676691" y="3032493"/>
                  </a:lnTo>
                  <a:lnTo>
                    <a:pt x="4582926" y="3057400"/>
                  </a:lnTo>
                  <a:lnTo>
                    <a:pt x="4492464" y="3085159"/>
                  </a:lnTo>
                  <a:lnTo>
                    <a:pt x="4406701" y="3115820"/>
                  </a:lnTo>
                  <a:lnTo>
                    <a:pt x="4326435" y="3149515"/>
                  </a:lnTo>
                  <a:lnTo>
                    <a:pt x="4251975" y="3186467"/>
                  </a:lnTo>
                  <a:lnTo>
                    <a:pt x="4183264" y="3226994"/>
                  </a:lnTo>
                  <a:lnTo>
                    <a:pt x="4119981" y="3271499"/>
                  </a:lnTo>
                  <a:lnTo>
                    <a:pt x="4061640" y="3320464"/>
                  </a:lnTo>
                  <a:lnTo>
                    <a:pt x="4007656" y="3374428"/>
                  </a:lnTo>
                  <a:lnTo>
                    <a:pt x="3957397" y="3433957"/>
                  </a:lnTo>
                  <a:lnTo>
                    <a:pt x="3910227" y="3499589"/>
                  </a:lnTo>
                  <a:lnTo>
                    <a:pt x="3865537" y="3571751"/>
                  </a:lnTo>
                  <a:lnTo>
                    <a:pt x="3829811" y="3636984"/>
                  </a:lnTo>
                  <a:lnTo>
                    <a:pt x="3797965" y="3700935"/>
                  </a:lnTo>
                  <a:lnTo>
                    <a:pt x="3766826" y="3768861"/>
                  </a:lnTo>
                  <a:lnTo>
                    <a:pt x="3736231" y="3840842"/>
                  </a:lnTo>
                  <a:lnTo>
                    <a:pt x="3706045" y="3916914"/>
                  </a:lnTo>
                  <a:lnTo>
                    <a:pt x="3676153" y="3997064"/>
                  </a:lnTo>
                  <a:lnTo>
                    <a:pt x="3646464" y="4081223"/>
                  </a:lnTo>
                  <a:lnTo>
                    <a:pt x="3616901" y="4169269"/>
                  </a:lnTo>
                  <a:lnTo>
                    <a:pt x="3587406" y="4261016"/>
                  </a:lnTo>
                  <a:lnTo>
                    <a:pt x="3557935" y="4356221"/>
                  </a:lnTo>
                  <a:lnTo>
                    <a:pt x="3528458" y="4454578"/>
                  </a:lnTo>
                  <a:lnTo>
                    <a:pt x="3498953" y="4555726"/>
                  </a:lnTo>
                  <a:lnTo>
                    <a:pt x="3469413" y="4659248"/>
                  </a:lnTo>
                  <a:lnTo>
                    <a:pt x="3439834" y="4764681"/>
                  </a:lnTo>
                  <a:lnTo>
                    <a:pt x="3410223" y="4871524"/>
                  </a:lnTo>
                  <a:lnTo>
                    <a:pt x="3380591" y="4979244"/>
                  </a:lnTo>
                  <a:lnTo>
                    <a:pt x="3350950" y="5087292"/>
                  </a:lnTo>
                  <a:lnTo>
                    <a:pt x="3321315" y="5195111"/>
                  </a:lnTo>
                  <a:lnTo>
                    <a:pt x="3291699" y="5302146"/>
                  </a:lnTo>
                  <a:lnTo>
                    <a:pt x="3262114" y="5407864"/>
                  </a:lnTo>
                  <a:lnTo>
                    <a:pt x="3232567" y="5511756"/>
                  </a:lnTo>
                  <a:lnTo>
                    <a:pt x="3203057" y="5613352"/>
                  </a:lnTo>
                  <a:lnTo>
                    <a:pt x="3173575" y="5712226"/>
                  </a:lnTo>
                  <a:lnTo>
                    <a:pt x="3144106" y="5808008"/>
                  </a:lnTo>
                  <a:lnTo>
                    <a:pt x="3114618" y="5900381"/>
                  </a:lnTo>
                  <a:lnTo>
                    <a:pt x="3085071" y="5989090"/>
                  </a:lnTo>
                  <a:lnTo>
                    <a:pt x="3055408" y="6073942"/>
                  </a:lnTo>
                  <a:lnTo>
                    <a:pt x="3025558" y="6154801"/>
                  </a:lnTo>
                  <a:lnTo>
                    <a:pt x="2995431" y="6231591"/>
                  </a:lnTo>
                  <a:lnTo>
                    <a:pt x="2964917" y="6304288"/>
                  </a:lnTo>
                  <a:lnTo>
                    <a:pt x="2933885" y="6372921"/>
                  </a:lnTo>
                  <a:lnTo>
                    <a:pt x="2902176" y="6437562"/>
                  </a:lnTo>
                  <a:lnTo>
                    <a:pt x="2896531" y="6448495"/>
                  </a:lnTo>
                  <a:lnTo>
                    <a:pt x="2853485" y="6526253"/>
                  </a:lnTo>
                  <a:lnTo>
                    <a:pt x="2808422" y="6597303"/>
                  </a:lnTo>
                  <a:lnTo>
                    <a:pt x="2760779" y="6661881"/>
                  </a:lnTo>
                  <a:lnTo>
                    <a:pt x="2709942" y="6720440"/>
                  </a:lnTo>
                  <a:lnTo>
                    <a:pt x="2655273" y="6773530"/>
                  </a:lnTo>
                  <a:lnTo>
                    <a:pt x="2596145" y="6821713"/>
                  </a:lnTo>
                  <a:lnTo>
                    <a:pt x="2531985" y="6865522"/>
                  </a:lnTo>
                  <a:lnTo>
                    <a:pt x="2462330" y="6905426"/>
                  </a:lnTo>
                  <a:lnTo>
                    <a:pt x="2386896" y="6941814"/>
                  </a:lnTo>
                  <a:lnTo>
                    <a:pt x="2305677" y="6974989"/>
                  </a:lnTo>
                  <a:lnTo>
                    <a:pt x="2219058" y="7005158"/>
                  </a:lnTo>
                  <a:lnTo>
                    <a:pt x="2127930" y="7032439"/>
                  </a:lnTo>
                  <a:lnTo>
                    <a:pt x="2033796" y="7056869"/>
                  </a:lnTo>
                  <a:lnTo>
                    <a:pt x="1938820" y="7078421"/>
                  </a:lnTo>
                  <a:lnTo>
                    <a:pt x="1845784" y="7097035"/>
                  </a:lnTo>
                  <a:lnTo>
                    <a:pt x="1757905" y="7112659"/>
                  </a:lnTo>
                  <a:lnTo>
                    <a:pt x="1678504" y="7125291"/>
                  </a:lnTo>
                  <a:lnTo>
                    <a:pt x="1610555" y="7135024"/>
                  </a:lnTo>
                  <a:lnTo>
                    <a:pt x="1556211" y="7142069"/>
                  </a:lnTo>
                  <a:lnTo>
                    <a:pt x="1516399" y="7146759"/>
                  </a:lnTo>
                  <a:lnTo>
                    <a:pt x="1490607" y="7149531"/>
                  </a:lnTo>
                  <a:lnTo>
                    <a:pt x="1476871" y="7150881"/>
                  </a:lnTo>
                  <a:lnTo>
                    <a:pt x="1471929" y="7151328"/>
                  </a:lnTo>
                  <a:lnTo>
                    <a:pt x="1471387" y="7151373"/>
                  </a:lnTo>
                  <a:lnTo>
                    <a:pt x="0" y="7151373"/>
                  </a:lnTo>
                  <a:close/>
                </a:path>
              </a:pathLst>
            </a:custGeom>
            <a:solidFill>
              <a:srgbClr val="B497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794" name="pl1794"/>
            <p:cNvSpPr/>
            <p:nvPr/>
          </p:nvSpPr>
          <p:spPr>
            <a:xfrm>
              <a:off x="4799595" y="2985558"/>
              <a:ext cx="11981298" cy="7151373"/>
            </a:xfrm>
            <a:custGeom>
              <a:avLst/>
              <a:pathLst>
                <a:path w="11981298" h="7151373">
                  <a:moveTo>
                    <a:pt x="0" y="7151373"/>
                  </a:moveTo>
                  <a:lnTo>
                    <a:pt x="1471387" y="7151373"/>
                  </a:lnTo>
                  <a:lnTo>
                    <a:pt x="1472316" y="7151294"/>
                  </a:lnTo>
                  <a:lnTo>
                    <a:pt x="1478452" y="7150732"/>
                  </a:lnTo>
                  <a:lnTo>
                    <a:pt x="1494007" y="7149181"/>
                  </a:lnTo>
                  <a:lnTo>
                    <a:pt x="1522044" y="7146122"/>
                  </a:lnTo>
                  <a:lnTo>
                    <a:pt x="1564289" y="7141066"/>
                  </a:lnTo>
                  <a:lnTo>
                    <a:pt x="1621008" y="7133592"/>
                  </a:lnTo>
                  <a:lnTo>
                    <a:pt x="1691048" y="7123386"/>
                  </a:lnTo>
                  <a:lnTo>
                    <a:pt x="1772088" y="7110257"/>
                  </a:lnTo>
                  <a:lnTo>
                    <a:pt x="1861062" y="7094132"/>
                  </a:lnTo>
                  <a:lnTo>
                    <a:pt x="1954638" y="7075022"/>
                  </a:lnTo>
                  <a:lnTo>
                    <a:pt x="2049651" y="7052986"/>
                  </a:lnTo>
                  <a:lnTo>
                    <a:pt x="2143416" y="7028079"/>
                  </a:lnTo>
                  <a:lnTo>
                    <a:pt x="2233878" y="7000319"/>
                  </a:lnTo>
                  <a:lnTo>
                    <a:pt x="2319641" y="6969659"/>
                  </a:lnTo>
                  <a:lnTo>
                    <a:pt x="2399907" y="6935964"/>
                  </a:lnTo>
                  <a:lnTo>
                    <a:pt x="2474367" y="6899012"/>
                  </a:lnTo>
                  <a:lnTo>
                    <a:pt x="2543078" y="6858485"/>
                  </a:lnTo>
                  <a:lnTo>
                    <a:pt x="2606361" y="6813979"/>
                  </a:lnTo>
                  <a:lnTo>
                    <a:pt x="2664702" y="6765014"/>
                  </a:lnTo>
                  <a:lnTo>
                    <a:pt x="2718687" y="6711051"/>
                  </a:lnTo>
                  <a:lnTo>
                    <a:pt x="2768945" y="6651522"/>
                  </a:lnTo>
                  <a:lnTo>
                    <a:pt x="2816115" y="6585890"/>
                  </a:lnTo>
                  <a:lnTo>
                    <a:pt x="2860805" y="6513728"/>
                  </a:lnTo>
                  <a:lnTo>
                    <a:pt x="2896531" y="6448495"/>
                  </a:lnTo>
                  <a:lnTo>
                    <a:pt x="2928378" y="6384544"/>
                  </a:lnTo>
                  <a:lnTo>
                    <a:pt x="2959516" y="6316618"/>
                  </a:lnTo>
                  <a:lnTo>
                    <a:pt x="2990111" y="6244637"/>
                  </a:lnTo>
                  <a:lnTo>
                    <a:pt x="3020297" y="6168564"/>
                  </a:lnTo>
                  <a:lnTo>
                    <a:pt x="3050189" y="6088415"/>
                  </a:lnTo>
                  <a:lnTo>
                    <a:pt x="3079879" y="6004256"/>
                  </a:lnTo>
                  <a:lnTo>
                    <a:pt x="3109442" y="5916210"/>
                  </a:lnTo>
                  <a:lnTo>
                    <a:pt x="3138936" y="5824463"/>
                  </a:lnTo>
                  <a:lnTo>
                    <a:pt x="3168407" y="5729258"/>
                  </a:lnTo>
                  <a:lnTo>
                    <a:pt x="3197884" y="5630901"/>
                  </a:lnTo>
                  <a:lnTo>
                    <a:pt x="3227389" y="5529753"/>
                  </a:lnTo>
                  <a:lnTo>
                    <a:pt x="3256930" y="5426231"/>
                  </a:lnTo>
                  <a:lnTo>
                    <a:pt x="3286508" y="5320798"/>
                  </a:lnTo>
                  <a:lnTo>
                    <a:pt x="3316119" y="5213955"/>
                  </a:lnTo>
                  <a:lnTo>
                    <a:pt x="3345751" y="5106234"/>
                  </a:lnTo>
                  <a:lnTo>
                    <a:pt x="3375392" y="4998187"/>
                  </a:lnTo>
                  <a:lnTo>
                    <a:pt x="3405028" y="4890368"/>
                  </a:lnTo>
                  <a:lnTo>
                    <a:pt x="3434643" y="4783333"/>
                  </a:lnTo>
                  <a:lnTo>
                    <a:pt x="3464228" y="4677615"/>
                  </a:lnTo>
                  <a:lnTo>
                    <a:pt x="3493775" y="4573723"/>
                  </a:lnTo>
                  <a:lnTo>
                    <a:pt x="3523285" y="4472127"/>
                  </a:lnTo>
                  <a:lnTo>
                    <a:pt x="3552767" y="4373253"/>
                  </a:lnTo>
                  <a:lnTo>
                    <a:pt x="3582237" y="4277471"/>
                  </a:lnTo>
                  <a:lnTo>
                    <a:pt x="3611724" y="4185098"/>
                  </a:lnTo>
                  <a:lnTo>
                    <a:pt x="3641271" y="4096389"/>
                  </a:lnTo>
                  <a:lnTo>
                    <a:pt x="3670934" y="4011537"/>
                  </a:lnTo>
                  <a:lnTo>
                    <a:pt x="3700784" y="3930678"/>
                  </a:lnTo>
                  <a:lnTo>
                    <a:pt x="3730911" y="3853888"/>
                  </a:lnTo>
                  <a:lnTo>
                    <a:pt x="3761425" y="3781191"/>
                  </a:lnTo>
                  <a:lnTo>
                    <a:pt x="3792457" y="3712558"/>
                  </a:lnTo>
                  <a:lnTo>
                    <a:pt x="3824166" y="3647917"/>
                  </a:lnTo>
                  <a:lnTo>
                    <a:pt x="3829811" y="3636984"/>
                  </a:lnTo>
                  <a:lnTo>
                    <a:pt x="3872857" y="3559226"/>
                  </a:lnTo>
                  <a:lnTo>
                    <a:pt x="3917921" y="3488176"/>
                  </a:lnTo>
                  <a:lnTo>
                    <a:pt x="3965563" y="3423598"/>
                  </a:lnTo>
                  <a:lnTo>
                    <a:pt x="4016400" y="3365039"/>
                  </a:lnTo>
                  <a:lnTo>
                    <a:pt x="4071069" y="3311949"/>
                  </a:lnTo>
                  <a:lnTo>
                    <a:pt x="4130197" y="3263766"/>
                  </a:lnTo>
                  <a:lnTo>
                    <a:pt x="4194357" y="3219957"/>
                  </a:lnTo>
                  <a:lnTo>
                    <a:pt x="4264012" y="3180053"/>
                  </a:lnTo>
                  <a:lnTo>
                    <a:pt x="4339447" y="3143665"/>
                  </a:lnTo>
                  <a:lnTo>
                    <a:pt x="4420665" y="3110490"/>
                  </a:lnTo>
                  <a:lnTo>
                    <a:pt x="4507284" y="3080321"/>
                  </a:lnTo>
                  <a:lnTo>
                    <a:pt x="4598412" y="3053040"/>
                  </a:lnTo>
                  <a:lnTo>
                    <a:pt x="4692546" y="3028610"/>
                  </a:lnTo>
                  <a:lnTo>
                    <a:pt x="4787522" y="3007058"/>
                  </a:lnTo>
                  <a:lnTo>
                    <a:pt x="4880558" y="2988444"/>
                  </a:lnTo>
                  <a:lnTo>
                    <a:pt x="4968437" y="2972820"/>
                  </a:lnTo>
                  <a:lnTo>
                    <a:pt x="5047838" y="2960188"/>
                  </a:lnTo>
                  <a:lnTo>
                    <a:pt x="5115787" y="2950455"/>
                  </a:lnTo>
                  <a:lnTo>
                    <a:pt x="5170131" y="2943410"/>
                  </a:lnTo>
                  <a:lnTo>
                    <a:pt x="5209943" y="2938720"/>
                  </a:lnTo>
                  <a:lnTo>
                    <a:pt x="5235735" y="2935948"/>
                  </a:lnTo>
                  <a:lnTo>
                    <a:pt x="5249471" y="2934598"/>
                  </a:lnTo>
                  <a:lnTo>
                    <a:pt x="5254413" y="2934151"/>
                  </a:lnTo>
                  <a:lnTo>
                    <a:pt x="5254955" y="2934106"/>
                  </a:lnTo>
                  <a:lnTo>
                    <a:pt x="6726343" y="2934106"/>
                  </a:lnTo>
                  <a:lnTo>
                    <a:pt x="6727483" y="2934038"/>
                  </a:lnTo>
                  <a:lnTo>
                    <a:pt x="6734980" y="2933556"/>
                  </a:lnTo>
                  <a:lnTo>
                    <a:pt x="6753877" y="2932222"/>
                  </a:lnTo>
                  <a:lnTo>
                    <a:pt x="6787660" y="2929597"/>
                  </a:lnTo>
                  <a:lnTo>
                    <a:pt x="6838010" y="2925271"/>
                  </a:lnTo>
                  <a:lnTo>
                    <a:pt x="6904674" y="2918913"/>
                  </a:lnTo>
                  <a:lnTo>
                    <a:pt x="6985618" y="2910294"/>
                  </a:lnTo>
                  <a:lnTo>
                    <a:pt x="7077493" y="2899299"/>
                  </a:lnTo>
                  <a:lnTo>
                    <a:pt x="7176283" y="2885908"/>
                  </a:lnTo>
                  <a:lnTo>
                    <a:pt x="7277965" y="2870160"/>
                  </a:lnTo>
                  <a:lnTo>
                    <a:pt x="7379019" y="2852106"/>
                  </a:lnTo>
                  <a:lnTo>
                    <a:pt x="7476716" y="2831771"/>
                  </a:lnTo>
                  <a:lnTo>
                    <a:pt x="7569199" y="2809126"/>
                  </a:lnTo>
                  <a:lnTo>
                    <a:pt x="7655414" y="2784063"/>
                  </a:lnTo>
                  <a:lnTo>
                    <a:pt x="7734961" y="2756393"/>
                  </a:lnTo>
                  <a:lnTo>
                    <a:pt x="7807927" y="2725842"/>
                  </a:lnTo>
                  <a:lnTo>
                    <a:pt x="7874732" y="2692056"/>
                  </a:lnTo>
                  <a:lnTo>
                    <a:pt x="7936001" y="2654610"/>
                  </a:lnTo>
                  <a:lnTo>
                    <a:pt x="7992477" y="2613036"/>
                  </a:lnTo>
                  <a:lnTo>
                    <a:pt x="8044940" y="2566850"/>
                  </a:lnTo>
                  <a:lnTo>
                    <a:pt x="8094167" y="2515620"/>
                  </a:lnTo>
                  <a:lnTo>
                    <a:pt x="8140875" y="2459065"/>
                  </a:lnTo>
                  <a:lnTo>
                    <a:pt x="8151487" y="2445088"/>
                  </a:lnTo>
                  <a:lnTo>
                    <a:pt x="8188644" y="2392799"/>
                  </a:lnTo>
                  <a:lnTo>
                    <a:pt x="8224874" y="2336715"/>
                  </a:lnTo>
                  <a:lnTo>
                    <a:pt x="8260425" y="2276760"/>
                  </a:lnTo>
                  <a:lnTo>
                    <a:pt x="8295500" y="2212916"/>
                  </a:lnTo>
                  <a:lnTo>
                    <a:pt x="8330260" y="2145234"/>
                  </a:lnTo>
                  <a:lnTo>
                    <a:pt x="8364832" y="2073837"/>
                  </a:lnTo>
                  <a:lnTo>
                    <a:pt x="8399310" y="1998924"/>
                  </a:lnTo>
                  <a:lnTo>
                    <a:pt x="8433765" y="1920774"/>
                  </a:lnTo>
                  <a:lnTo>
                    <a:pt x="8468239" y="1839743"/>
                  </a:lnTo>
                  <a:lnTo>
                    <a:pt x="8502759" y="1756261"/>
                  </a:lnTo>
                  <a:lnTo>
                    <a:pt x="8537330" y="1670822"/>
                  </a:lnTo>
                  <a:lnTo>
                    <a:pt x="8571946" y="1583974"/>
                  </a:lnTo>
                  <a:lnTo>
                    <a:pt x="8606592" y="1496308"/>
                  </a:lnTo>
                  <a:lnTo>
                    <a:pt x="8641246" y="1408436"/>
                  </a:lnTo>
                  <a:lnTo>
                    <a:pt x="8675884" y="1320976"/>
                  </a:lnTo>
                  <a:lnTo>
                    <a:pt x="8710486" y="1234536"/>
                  </a:lnTo>
                  <a:lnTo>
                    <a:pt x="8745040" y="1149692"/>
                  </a:lnTo>
                  <a:lnTo>
                    <a:pt x="8779543" y="1066978"/>
                  </a:lnTo>
                  <a:lnTo>
                    <a:pt x="8814007" y="986866"/>
                  </a:lnTo>
                  <a:lnTo>
                    <a:pt x="8848464" y="909762"/>
                  </a:lnTo>
                  <a:lnTo>
                    <a:pt x="8882965" y="835997"/>
                  </a:lnTo>
                  <a:lnTo>
                    <a:pt x="8917587" y="765823"/>
                  </a:lnTo>
                  <a:lnTo>
                    <a:pt x="8952437" y="699415"/>
                  </a:lnTo>
                  <a:lnTo>
                    <a:pt x="8987651" y="636869"/>
                  </a:lnTo>
                  <a:lnTo>
                    <a:pt x="9023404" y="578213"/>
                  </a:lnTo>
                  <a:lnTo>
                    <a:pt x="9059914" y="523409"/>
                  </a:lnTo>
                  <a:lnTo>
                    <a:pt x="9084767" y="489017"/>
                  </a:lnTo>
                  <a:lnTo>
                    <a:pt x="9130980" y="431207"/>
                  </a:lnTo>
                  <a:lnTo>
                    <a:pt x="9179558" y="378751"/>
                  </a:lnTo>
                  <a:lnTo>
                    <a:pt x="9231198" y="331423"/>
                  </a:lnTo>
                  <a:lnTo>
                    <a:pt x="9286666" y="288814"/>
                  </a:lnTo>
                  <a:lnTo>
                    <a:pt x="9346748" y="250448"/>
                  </a:lnTo>
                  <a:lnTo>
                    <a:pt x="9412198" y="215847"/>
                  </a:lnTo>
                  <a:lnTo>
                    <a:pt x="9483678" y="184575"/>
                  </a:lnTo>
                  <a:lnTo>
                    <a:pt x="9561667" y="156260"/>
                  </a:lnTo>
                  <a:lnTo>
                    <a:pt x="9646340" y="130609"/>
                  </a:lnTo>
                  <a:lnTo>
                    <a:pt x="9737428" y="107412"/>
                  </a:lnTo>
                  <a:lnTo>
                    <a:pt x="9834042" y="86543"/>
                  </a:lnTo>
                  <a:lnTo>
                    <a:pt x="9934524" y="67956"/>
                  </a:lnTo>
                  <a:lnTo>
                    <a:pt x="10036348" y="51665"/>
                  </a:lnTo>
                  <a:lnTo>
                    <a:pt x="10136162" y="37719"/>
                  </a:lnTo>
                  <a:lnTo>
                    <a:pt x="10230021" y="26164"/>
                  </a:lnTo>
                  <a:lnTo>
                    <a:pt x="10313853" y="16996"/>
                  </a:lnTo>
                  <a:lnTo>
                    <a:pt x="10384090" y="10126"/>
                  </a:lnTo>
                  <a:lnTo>
                    <a:pt x="10438342" y="5353"/>
                  </a:lnTo>
                  <a:lnTo>
                    <a:pt x="10475914" y="2365"/>
                  </a:lnTo>
                  <a:lnTo>
                    <a:pt x="10498037" y="768"/>
                  </a:lnTo>
                  <a:lnTo>
                    <a:pt x="10507798" y="127"/>
                  </a:lnTo>
                  <a:lnTo>
                    <a:pt x="10509895" y="0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95" name="pl1795"/>
            <p:cNvSpPr/>
            <p:nvPr/>
          </p:nvSpPr>
          <p:spPr>
            <a:xfrm>
              <a:off x="4799595" y="2977385"/>
              <a:ext cx="11981298" cy="7151373"/>
            </a:xfrm>
            <a:custGeom>
              <a:avLst/>
              <a:pathLst>
                <a:path w="11981298" h="7151373">
                  <a:moveTo>
                    <a:pt x="11981298" y="0"/>
                  </a:moveTo>
                  <a:lnTo>
                    <a:pt x="10509911" y="0"/>
                  </a:lnTo>
                  <a:lnTo>
                    <a:pt x="10508770" y="67"/>
                  </a:lnTo>
                  <a:lnTo>
                    <a:pt x="10501273" y="550"/>
                  </a:lnTo>
                  <a:lnTo>
                    <a:pt x="10482377" y="1883"/>
                  </a:lnTo>
                  <a:lnTo>
                    <a:pt x="10448593" y="4509"/>
                  </a:lnTo>
                  <a:lnTo>
                    <a:pt x="10398243" y="8834"/>
                  </a:lnTo>
                  <a:lnTo>
                    <a:pt x="10331580" y="15192"/>
                  </a:lnTo>
                  <a:lnTo>
                    <a:pt x="10250636" y="23812"/>
                  </a:lnTo>
                  <a:lnTo>
                    <a:pt x="10158760" y="34807"/>
                  </a:lnTo>
                  <a:lnTo>
                    <a:pt x="10059970" y="48197"/>
                  </a:lnTo>
                  <a:lnTo>
                    <a:pt x="9958288" y="63946"/>
                  </a:lnTo>
                  <a:lnTo>
                    <a:pt x="9857234" y="82000"/>
                  </a:lnTo>
                  <a:lnTo>
                    <a:pt x="9759538" y="102334"/>
                  </a:lnTo>
                  <a:lnTo>
                    <a:pt x="9667054" y="124980"/>
                  </a:lnTo>
                  <a:lnTo>
                    <a:pt x="9580839" y="150042"/>
                  </a:lnTo>
                  <a:lnTo>
                    <a:pt x="9501292" y="177712"/>
                  </a:lnTo>
                  <a:lnTo>
                    <a:pt x="9428326" y="208263"/>
                  </a:lnTo>
                  <a:lnTo>
                    <a:pt x="9361522" y="242050"/>
                  </a:lnTo>
                  <a:lnTo>
                    <a:pt x="9300252" y="279495"/>
                  </a:lnTo>
                  <a:lnTo>
                    <a:pt x="9243777" y="321070"/>
                  </a:lnTo>
                  <a:lnTo>
                    <a:pt x="9191313" y="367256"/>
                  </a:lnTo>
                  <a:lnTo>
                    <a:pt x="9142086" y="418485"/>
                  </a:lnTo>
                  <a:lnTo>
                    <a:pt x="9095378" y="475040"/>
                  </a:lnTo>
                  <a:lnTo>
                    <a:pt x="9084767" y="489017"/>
                  </a:lnTo>
                  <a:lnTo>
                    <a:pt x="9047609" y="541307"/>
                  </a:lnTo>
                  <a:lnTo>
                    <a:pt x="9011379" y="597391"/>
                  </a:lnTo>
                  <a:lnTo>
                    <a:pt x="8975828" y="657346"/>
                  </a:lnTo>
                  <a:lnTo>
                    <a:pt x="8940753" y="721189"/>
                  </a:lnTo>
                  <a:lnTo>
                    <a:pt x="8905993" y="788871"/>
                  </a:lnTo>
                  <a:lnTo>
                    <a:pt x="8871422" y="860268"/>
                  </a:lnTo>
                  <a:lnTo>
                    <a:pt x="8836943" y="935181"/>
                  </a:lnTo>
                  <a:lnTo>
                    <a:pt x="8802489" y="1013331"/>
                  </a:lnTo>
                  <a:lnTo>
                    <a:pt x="8768014" y="1094362"/>
                  </a:lnTo>
                  <a:lnTo>
                    <a:pt x="8733495" y="1177845"/>
                  </a:lnTo>
                  <a:lnTo>
                    <a:pt x="8698923" y="1263284"/>
                  </a:lnTo>
                  <a:lnTo>
                    <a:pt x="8664307" y="1350131"/>
                  </a:lnTo>
                  <a:lnTo>
                    <a:pt x="8629661" y="1437797"/>
                  </a:lnTo>
                  <a:lnTo>
                    <a:pt x="8595008" y="1525669"/>
                  </a:lnTo>
                  <a:lnTo>
                    <a:pt x="8560369" y="1613129"/>
                  </a:lnTo>
                  <a:lnTo>
                    <a:pt x="8525767" y="1699569"/>
                  </a:lnTo>
                  <a:lnTo>
                    <a:pt x="8491213" y="1784413"/>
                  </a:lnTo>
                  <a:lnTo>
                    <a:pt x="8456710" y="1867128"/>
                  </a:lnTo>
                  <a:lnTo>
                    <a:pt x="8422246" y="1947240"/>
                  </a:lnTo>
                  <a:lnTo>
                    <a:pt x="8387789" y="2024344"/>
                  </a:lnTo>
                  <a:lnTo>
                    <a:pt x="8353288" y="2098108"/>
                  </a:lnTo>
                  <a:lnTo>
                    <a:pt x="8318666" y="2168282"/>
                  </a:lnTo>
                  <a:lnTo>
                    <a:pt x="8283816" y="2234691"/>
                  </a:lnTo>
                  <a:lnTo>
                    <a:pt x="8248602" y="2297236"/>
                  </a:lnTo>
                  <a:lnTo>
                    <a:pt x="8212849" y="2355892"/>
                  </a:lnTo>
                  <a:lnTo>
                    <a:pt x="8176339" y="2410696"/>
                  </a:lnTo>
                  <a:lnTo>
                    <a:pt x="8151487" y="2445088"/>
                  </a:lnTo>
                  <a:lnTo>
                    <a:pt x="8105273" y="2502898"/>
                  </a:lnTo>
                  <a:lnTo>
                    <a:pt x="8056695" y="2555354"/>
                  </a:lnTo>
                  <a:lnTo>
                    <a:pt x="8005055" y="2602683"/>
                  </a:lnTo>
                  <a:lnTo>
                    <a:pt x="7949587" y="2645291"/>
                  </a:lnTo>
                  <a:lnTo>
                    <a:pt x="7889506" y="2683657"/>
                  </a:lnTo>
                  <a:lnTo>
                    <a:pt x="7824055" y="2718258"/>
                  </a:lnTo>
                  <a:lnTo>
                    <a:pt x="7752575" y="2749530"/>
                  </a:lnTo>
                  <a:lnTo>
                    <a:pt x="7674587" y="2777845"/>
                  </a:lnTo>
                  <a:lnTo>
                    <a:pt x="7589913" y="2803496"/>
                  </a:lnTo>
                  <a:lnTo>
                    <a:pt x="7498825" y="2826694"/>
                  </a:lnTo>
                  <a:lnTo>
                    <a:pt x="7402211" y="2847562"/>
                  </a:lnTo>
                  <a:lnTo>
                    <a:pt x="7301729" y="2866149"/>
                  </a:lnTo>
                  <a:lnTo>
                    <a:pt x="7199905" y="2882440"/>
                  </a:lnTo>
                  <a:lnTo>
                    <a:pt x="7100091" y="2896386"/>
                  </a:lnTo>
                  <a:lnTo>
                    <a:pt x="7006232" y="2907941"/>
                  </a:lnTo>
                  <a:lnTo>
                    <a:pt x="6922400" y="2917109"/>
                  </a:lnTo>
                  <a:lnTo>
                    <a:pt x="6852163" y="2923979"/>
                  </a:lnTo>
                  <a:lnTo>
                    <a:pt x="6797911" y="2928753"/>
                  </a:lnTo>
                  <a:lnTo>
                    <a:pt x="6760339" y="2931741"/>
                  </a:lnTo>
                  <a:lnTo>
                    <a:pt x="6738216" y="2933337"/>
                  </a:lnTo>
                  <a:lnTo>
                    <a:pt x="6728456" y="2933978"/>
                  </a:lnTo>
                  <a:lnTo>
                    <a:pt x="6726358" y="2934105"/>
                  </a:lnTo>
                  <a:lnTo>
                    <a:pt x="6726343" y="2934106"/>
                  </a:lnTo>
                  <a:lnTo>
                    <a:pt x="5254955" y="2934106"/>
                  </a:lnTo>
                  <a:lnTo>
                    <a:pt x="5254026" y="2934185"/>
                  </a:lnTo>
                  <a:lnTo>
                    <a:pt x="5247891" y="2934747"/>
                  </a:lnTo>
                  <a:lnTo>
                    <a:pt x="5232335" y="2936298"/>
                  </a:lnTo>
                  <a:lnTo>
                    <a:pt x="5204298" y="2939357"/>
                  </a:lnTo>
                  <a:lnTo>
                    <a:pt x="5162053" y="2944413"/>
                  </a:lnTo>
                  <a:lnTo>
                    <a:pt x="5105334" y="2951887"/>
                  </a:lnTo>
                  <a:lnTo>
                    <a:pt x="5035294" y="2962093"/>
                  </a:lnTo>
                  <a:lnTo>
                    <a:pt x="4954254" y="2975222"/>
                  </a:lnTo>
                  <a:lnTo>
                    <a:pt x="4865280" y="2991347"/>
                  </a:lnTo>
                  <a:lnTo>
                    <a:pt x="4771704" y="3010456"/>
                  </a:lnTo>
                  <a:lnTo>
                    <a:pt x="4676691" y="3032493"/>
                  </a:lnTo>
                  <a:lnTo>
                    <a:pt x="4582926" y="3057400"/>
                  </a:lnTo>
                  <a:lnTo>
                    <a:pt x="4492464" y="3085159"/>
                  </a:lnTo>
                  <a:lnTo>
                    <a:pt x="4406701" y="3115820"/>
                  </a:lnTo>
                  <a:lnTo>
                    <a:pt x="4326435" y="3149515"/>
                  </a:lnTo>
                  <a:lnTo>
                    <a:pt x="4251975" y="3186467"/>
                  </a:lnTo>
                  <a:lnTo>
                    <a:pt x="4183264" y="3226994"/>
                  </a:lnTo>
                  <a:lnTo>
                    <a:pt x="4119981" y="3271499"/>
                  </a:lnTo>
                  <a:lnTo>
                    <a:pt x="4061640" y="3320464"/>
                  </a:lnTo>
                  <a:lnTo>
                    <a:pt x="4007656" y="3374428"/>
                  </a:lnTo>
                  <a:lnTo>
                    <a:pt x="3957397" y="3433957"/>
                  </a:lnTo>
                  <a:lnTo>
                    <a:pt x="3910227" y="3499589"/>
                  </a:lnTo>
                  <a:lnTo>
                    <a:pt x="3865537" y="3571751"/>
                  </a:lnTo>
                  <a:lnTo>
                    <a:pt x="3829811" y="3636984"/>
                  </a:lnTo>
                  <a:lnTo>
                    <a:pt x="3797965" y="3700935"/>
                  </a:lnTo>
                  <a:lnTo>
                    <a:pt x="3766826" y="3768861"/>
                  </a:lnTo>
                  <a:lnTo>
                    <a:pt x="3736231" y="3840842"/>
                  </a:lnTo>
                  <a:lnTo>
                    <a:pt x="3706045" y="3916914"/>
                  </a:lnTo>
                  <a:lnTo>
                    <a:pt x="3676153" y="3997064"/>
                  </a:lnTo>
                  <a:lnTo>
                    <a:pt x="3646464" y="4081223"/>
                  </a:lnTo>
                  <a:lnTo>
                    <a:pt x="3616901" y="4169269"/>
                  </a:lnTo>
                  <a:lnTo>
                    <a:pt x="3587406" y="4261016"/>
                  </a:lnTo>
                  <a:lnTo>
                    <a:pt x="3557935" y="4356221"/>
                  </a:lnTo>
                  <a:lnTo>
                    <a:pt x="3528458" y="4454578"/>
                  </a:lnTo>
                  <a:lnTo>
                    <a:pt x="3498953" y="4555726"/>
                  </a:lnTo>
                  <a:lnTo>
                    <a:pt x="3469413" y="4659248"/>
                  </a:lnTo>
                  <a:lnTo>
                    <a:pt x="3439834" y="4764681"/>
                  </a:lnTo>
                  <a:lnTo>
                    <a:pt x="3410223" y="4871524"/>
                  </a:lnTo>
                  <a:lnTo>
                    <a:pt x="3380591" y="4979244"/>
                  </a:lnTo>
                  <a:lnTo>
                    <a:pt x="3350950" y="5087292"/>
                  </a:lnTo>
                  <a:lnTo>
                    <a:pt x="3321315" y="5195111"/>
                  </a:lnTo>
                  <a:lnTo>
                    <a:pt x="3291699" y="5302146"/>
                  </a:lnTo>
                  <a:lnTo>
                    <a:pt x="3262114" y="5407864"/>
                  </a:lnTo>
                  <a:lnTo>
                    <a:pt x="3232567" y="5511756"/>
                  </a:lnTo>
                  <a:lnTo>
                    <a:pt x="3203057" y="5613352"/>
                  </a:lnTo>
                  <a:lnTo>
                    <a:pt x="3173575" y="5712226"/>
                  </a:lnTo>
                  <a:lnTo>
                    <a:pt x="3144106" y="5808008"/>
                  </a:lnTo>
                  <a:lnTo>
                    <a:pt x="3114618" y="5900381"/>
                  </a:lnTo>
                  <a:lnTo>
                    <a:pt x="3085071" y="5989090"/>
                  </a:lnTo>
                  <a:lnTo>
                    <a:pt x="3055408" y="6073942"/>
                  </a:lnTo>
                  <a:lnTo>
                    <a:pt x="3025558" y="6154801"/>
                  </a:lnTo>
                  <a:lnTo>
                    <a:pt x="2995431" y="6231591"/>
                  </a:lnTo>
                  <a:lnTo>
                    <a:pt x="2964917" y="6304288"/>
                  </a:lnTo>
                  <a:lnTo>
                    <a:pt x="2933885" y="6372921"/>
                  </a:lnTo>
                  <a:lnTo>
                    <a:pt x="2902176" y="6437562"/>
                  </a:lnTo>
                  <a:lnTo>
                    <a:pt x="2896531" y="6448495"/>
                  </a:lnTo>
                  <a:lnTo>
                    <a:pt x="2853485" y="6526253"/>
                  </a:lnTo>
                  <a:lnTo>
                    <a:pt x="2808422" y="6597303"/>
                  </a:lnTo>
                  <a:lnTo>
                    <a:pt x="2760779" y="6661881"/>
                  </a:lnTo>
                  <a:lnTo>
                    <a:pt x="2709942" y="6720440"/>
                  </a:lnTo>
                  <a:lnTo>
                    <a:pt x="2655273" y="6773530"/>
                  </a:lnTo>
                  <a:lnTo>
                    <a:pt x="2596145" y="6821713"/>
                  </a:lnTo>
                  <a:lnTo>
                    <a:pt x="2531985" y="6865522"/>
                  </a:lnTo>
                  <a:lnTo>
                    <a:pt x="2462330" y="6905426"/>
                  </a:lnTo>
                  <a:lnTo>
                    <a:pt x="2386896" y="6941814"/>
                  </a:lnTo>
                  <a:lnTo>
                    <a:pt x="2305677" y="6974989"/>
                  </a:lnTo>
                  <a:lnTo>
                    <a:pt x="2219058" y="7005158"/>
                  </a:lnTo>
                  <a:lnTo>
                    <a:pt x="2127930" y="7032439"/>
                  </a:lnTo>
                  <a:lnTo>
                    <a:pt x="2033796" y="7056869"/>
                  </a:lnTo>
                  <a:lnTo>
                    <a:pt x="1938820" y="7078421"/>
                  </a:lnTo>
                  <a:lnTo>
                    <a:pt x="1845784" y="7097035"/>
                  </a:lnTo>
                  <a:lnTo>
                    <a:pt x="1757905" y="7112659"/>
                  </a:lnTo>
                  <a:lnTo>
                    <a:pt x="1678504" y="7125291"/>
                  </a:lnTo>
                  <a:lnTo>
                    <a:pt x="1610555" y="7135024"/>
                  </a:lnTo>
                  <a:lnTo>
                    <a:pt x="1556211" y="7142069"/>
                  </a:lnTo>
                  <a:lnTo>
                    <a:pt x="1516399" y="7146759"/>
                  </a:lnTo>
                  <a:lnTo>
                    <a:pt x="1490607" y="7149531"/>
                  </a:lnTo>
                  <a:lnTo>
                    <a:pt x="1476871" y="7150881"/>
                  </a:lnTo>
                  <a:lnTo>
                    <a:pt x="1471929" y="7151328"/>
                  </a:lnTo>
                  <a:lnTo>
                    <a:pt x="1471387" y="7151373"/>
                  </a:lnTo>
                  <a:lnTo>
                    <a:pt x="0" y="715137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96" name="pg1796"/>
            <p:cNvSpPr/>
            <p:nvPr/>
          </p:nvSpPr>
          <p:spPr>
            <a:xfrm>
              <a:off x="4799595" y="5421112"/>
              <a:ext cx="11981298" cy="4723993"/>
            </a:xfrm>
            <a:custGeom>
              <a:avLst/>
              <a:pathLst>
                <a:path w="11981298" h="4723993">
                  <a:moveTo>
                    <a:pt x="0" y="4723993"/>
                  </a:moveTo>
                  <a:lnTo>
                    <a:pt x="1471387" y="4723993"/>
                  </a:lnTo>
                  <a:lnTo>
                    <a:pt x="1472326" y="4723916"/>
                  </a:lnTo>
                  <a:lnTo>
                    <a:pt x="1478522" y="4723369"/>
                  </a:lnTo>
                  <a:lnTo>
                    <a:pt x="1494227" y="4721859"/>
                  </a:lnTo>
                  <a:lnTo>
                    <a:pt x="1522524" y="4718882"/>
                  </a:lnTo>
                  <a:lnTo>
                    <a:pt x="1565138" y="4713962"/>
                  </a:lnTo>
                  <a:lnTo>
                    <a:pt x="1622317" y="4706692"/>
                  </a:lnTo>
                  <a:lnTo>
                    <a:pt x="1692869" y="4696767"/>
                  </a:lnTo>
                  <a:lnTo>
                    <a:pt x="1774430" y="4684005"/>
                  </a:lnTo>
                  <a:lnTo>
                    <a:pt x="1863889" y="4668336"/>
                  </a:lnTo>
                  <a:lnTo>
                    <a:pt x="1957878" y="4649774"/>
                  </a:lnTo>
                  <a:lnTo>
                    <a:pt x="2053214" y="4628376"/>
                  </a:lnTo>
                  <a:lnTo>
                    <a:pt x="2147202" y="4604196"/>
                  </a:lnTo>
                  <a:lnTo>
                    <a:pt x="2237795" y="4577249"/>
                  </a:lnTo>
                  <a:lnTo>
                    <a:pt x="2323610" y="4547484"/>
                  </a:lnTo>
                  <a:lnTo>
                    <a:pt x="2403866" y="4514769"/>
                  </a:lnTo>
                  <a:lnTo>
                    <a:pt x="2478270" y="4478881"/>
                  </a:lnTo>
                  <a:lnTo>
                    <a:pt x="2546899" y="4439508"/>
                  </a:lnTo>
                  <a:lnTo>
                    <a:pt x="2610087" y="4396251"/>
                  </a:lnTo>
                  <a:lnTo>
                    <a:pt x="2668333" y="4348638"/>
                  </a:lnTo>
                  <a:lnTo>
                    <a:pt x="2722233" y="4296142"/>
                  </a:lnTo>
                  <a:lnTo>
                    <a:pt x="2772426" y="4238212"/>
                  </a:lnTo>
                  <a:lnTo>
                    <a:pt x="2819554" y="4174329"/>
                  </a:lnTo>
                  <a:lnTo>
                    <a:pt x="2864229" y="4104090"/>
                  </a:lnTo>
                  <a:lnTo>
                    <a:pt x="2896531" y="4046996"/>
                  </a:lnTo>
                  <a:lnTo>
                    <a:pt x="2928912" y="3984321"/>
                  </a:lnTo>
                  <a:lnTo>
                    <a:pt x="2960563" y="3917685"/>
                  </a:lnTo>
                  <a:lnTo>
                    <a:pt x="2991657" y="3847008"/>
                  </a:lnTo>
                  <a:lnTo>
                    <a:pt x="3022335" y="3772255"/>
                  </a:lnTo>
                  <a:lnTo>
                    <a:pt x="3052715" y="3693443"/>
                  </a:lnTo>
                  <a:lnTo>
                    <a:pt x="3082894" y="3610645"/>
                  </a:lnTo>
                  <a:lnTo>
                    <a:pt x="3112949" y="3523993"/>
                  </a:lnTo>
                  <a:lnTo>
                    <a:pt x="3142939" y="3433678"/>
                  </a:lnTo>
                  <a:lnTo>
                    <a:pt x="3172909" y="3339958"/>
                  </a:lnTo>
                  <a:lnTo>
                    <a:pt x="3202890" y="3243148"/>
                  </a:lnTo>
                  <a:lnTo>
                    <a:pt x="3232902" y="3143626"/>
                  </a:lnTo>
                  <a:lnTo>
                    <a:pt x="3262952" y="3041822"/>
                  </a:lnTo>
                  <a:lnTo>
                    <a:pt x="3293040" y="2938212"/>
                  </a:lnTo>
                  <a:lnTo>
                    <a:pt x="3323159" y="2833314"/>
                  </a:lnTo>
                  <a:lnTo>
                    <a:pt x="3353298" y="2727670"/>
                  </a:lnTo>
                  <a:lnTo>
                    <a:pt x="3383442" y="2621841"/>
                  </a:lnTo>
                  <a:lnTo>
                    <a:pt x="3413576" y="2516391"/>
                  </a:lnTo>
                  <a:lnTo>
                    <a:pt x="3443686" y="2411877"/>
                  </a:lnTo>
                  <a:lnTo>
                    <a:pt x="3473762" y="2308834"/>
                  </a:lnTo>
                  <a:lnTo>
                    <a:pt x="3503798" y="2207765"/>
                  </a:lnTo>
                  <a:lnTo>
                    <a:pt x="3533797" y="2109133"/>
                  </a:lnTo>
                  <a:lnTo>
                    <a:pt x="3563772" y="2013349"/>
                  </a:lnTo>
                  <a:lnTo>
                    <a:pt x="3593745" y="1920771"/>
                  </a:lnTo>
                  <a:lnTo>
                    <a:pt x="3623752" y="1831694"/>
                  </a:lnTo>
                  <a:lnTo>
                    <a:pt x="3653841" y="1746353"/>
                  </a:lnTo>
                  <a:lnTo>
                    <a:pt x="3684080" y="1664918"/>
                  </a:lnTo>
                  <a:lnTo>
                    <a:pt x="3714551" y="1587501"/>
                  </a:lnTo>
                  <a:lnTo>
                    <a:pt x="3745358" y="1514155"/>
                  </a:lnTo>
                  <a:lnTo>
                    <a:pt x="3776627" y="1444879"/>
                  </a:lnTo>
                  <a:lnTo>
                    <a:pt x="3808509" y="1379620"/>
                  </a:lnTo>
                  <a:lnTo>
                    <a:pt x="3829811" y="1339009"/>
                  </a:lnTo>
                  <a:lnTo>
                    <a:pt x="3873007" y="1263869"/>
                  </a:lnTo>
                  <a:lnTo>
                    <a:pt x="3918237" y="1195235"/>
                  </a:lnTo>
                  <a:lnTo>
                    <a:pt x="3966067" y="1132874"/>
                  </a:lnTo>
                  <a:lnTo>
                    <a:pt x="4017120" y="1076344"/>
                  </a:lnTo>
                  <a:lnTo>
                    <a:pt x="4072040" y="1025112"/>
                  </a:lnTo>
                  <a:lnTo>
                    <a:pt x="4131460" y="978628"/>
                  </a:lnTo>
                  <a:lnTo>
                    <a:pt x="4195957" y="936376"/>
                  </a:lnTo>
                  <a:lnTo>
                    <a:pt x="4265997" y="897902"/>
                  </a:lnTo>
                  <a:lnTo>
                    <a:pt x="4341859" y="862827"/>
                  </a:lnTo>
                  <a:lnTo>
                    <a:pt x="4423539" y="830862"/>
                  </a:lnTo>
                  <a:lnTo>
                    <a:pt x="4510635" y="801806"/>
                  </a:lnTo>
                  <a:lnTo>
                    <a:pt x="4602225" y="775548"/>
                  </a:lnTo>
                  <a:lnTo>
                    <a:pt x="4696766" y="752055"/>
                  </a:lnTo>
                  <a:lnTo>
                    <a:pt x="4792042" y="731355"/>
                  </a:lnTo>
                  <a:lnTo>
                    <a:pt x="4885217" y="713508"/>
                  </a:lnTo>
                  <a:lnTo>
                    <a:pt x="4973027" y="698562"/>
                  </a:lnTo>
                  <a:lnTo>
                    <a:pt x="5052125" y="686514"/>
                  </a:lnTo>
                  <a:lnTo>
                    <a:pt x="5119538" y="677270"/>
                  </a:lnTo>
                  <a:lnTo>
                    <a:pt x="5173159" y="670616"/>
                  </a:lnTo>
                  <a:lnTo>
                    <a:pt x="5212137" y="666220"/>
                  </a:lnTo>
                  <a:lnTo>
                    <a:pt x="5237091" y="663654"/>
                  </a:lnTo>
                  <a:lnTo>
                    <a:pt x="5250100" y="662430"/>
                  </a:lnTo>
                  <a:lnTo>
                    <a:pt x="5254551" y="662045"/>
                  </a:lnTo>
                  <a:lnTo>
                    <a:pt x="5254955" y="662012"/>
                  </a:lnTo>
                  <a:lnTo>
                    <a:pt x="6726343" y="662012"/>
                  </a:lnTo>
                  <a:lnTo>
                    <a:pt x="6727575" y="661996"/>
                  </a:lnTo>
                  <a:lnTo>
                    <a:pt x="6735663" y="661880"/>
                  </a:lnTo>
                  <a:lnTo>
                    <a:pt x="6756002" y="661558"/>
                  </a:lnTo>
                  <a:lnTo>
                    <a:pt x="6792239" y="660924"/>
                  </a:lnTo>
                  <a:lnTo>
                    <a:pt x="6846001" y="659882"/>
                  </a:lnTo>
                  <a:lnTo>
                    <a:pt x="6916764" y="658354"/>
                  </a:lnTo>
                  <a:lnTo>
                    <a:pt x="7002087" y="656288"/>
                  </a:lnTo>
                  <a:lnTo>
                    <a:pt x="7098171" y="653663"/>
                  </a:lnTo>
                  <a:lnTo>
                    <a:pt x="7200617" y="650475"/>
                  </a:lnTo>
                  <a:lnTo>
                    <a:pt x="7305158" y="646737"/>
                  </a:lnTo>
                  <a:lnTo>
                    <a:pt x="7408183" y="642460"/>
                  </a:lnTo>
                  <a:lnTo>
                    <a:pt x="7507004" y="637647"/>
                  </a:lnTo>
                  <a:lnTo>
                    <a:pt x="7599891" y="632284"/>
                  </a:lnTo>
                  <a:lnTo>
                    <a:pt x="7685957" y="626341"/>
                  </a:lnTo>
                  <a:lnTo>
                    <a:pt x="7764980" y="619763"/>
                  </a:lnTo>
                  <a:lnTo>
                    <a:pt x="7837210" y="612477"/>
                  </a:lnTo>
                  <a:lnTo>
                    <a:pt x="7903207" y="604390"/>
                  </a:lnTo>
                  <a:lnTo>
                    <a:pt x="7963715" y="595395"/>
                  </a:lnTo>
                  <a:lnTo>
                    <a:pt x="8019564" y="585374"/>
                  </a:lnTo>
                  <a:lnTo>
                    <a:pt x="8071603" y="574217"/>
                  </a:lnTo>
                  <a:lnTo>
                    <a:pt x="8120645" y="561832"/>
                  </a:lnTo>
                  <a:lnTo>
                    <a:pt x="8151487" y="553039"/>
                  </a:lnTo>
                  <a:lnTo>
                    <a:pt x="8205066" y="535862"/>
                  </a:lnTo>
                  <a:lnTo>
                    <a:pt x="8256933" y="516889"/>
                  </a:lnTo>
                  <a:lnTo>
                    <a:pt x="8307751" y="496095"/>
                  </a:lnTo>
                  <a:lnTo>
                    <a:pt x="8358002" y="473520"/>
                  </a:lnTo>
                  <a:lnTo>
                    <a:pt x="8408017" y="449280"/>
                  </a:lnTo>
                  <a:lnTo>
                    <a:pt x="8458005" y="423563"/>
                  </a:lnTo>
                  <a:lnTo>
                    <a:pt x="8508072" y="396637"/>
                  </a:lnTo>
                  <a:lnTo>
                    <a:pt x="8558245" y="368834"/>
                  </a:lnTo>
                  <a:lnTo>
                    <a:pt x="8608493" y="340537"/>
                  </a:lnTo>
                  <a:lnTo>
                    <a:pt x="8658755" y="312160"/>
                  </a:lnTo>
                  <a:lnTo>
                    <a:pt x="8708963" y="284120"/>
                  </a:lnTo>
                  <a:lnTo>
                    <a:pt x="8759071" y="256815"/>
                  </a:lnTo>
                  <a:lnTo>
                    <a:pt x="8809082" y="230600"/>
                  </a:lnTo>
                  <a:lnTo>
                    <a:pt x="8859068" y="205767"/>
                  </a:lnTo>
                  <a:lnTo>
                    <a:pt x="8909196" y="182536"/>
                  </a:lnTo>
                  <a:lnTo>
                    <a:pt x="8959749" y="161051"/>
                  </a:lnTo>
                  <a:lnTo>
                    <a:pt x="9011147" y="141380"/>
                  </a:lnTo>
                  <a:lnTo>
                    <a:pt x="9063977" y="123521"/>
                  </a:lnTo>
                  <a:lnTo>
                    <a:pt x="9084767" y="117146"/>
                  </a:lnTo>
                  <a:lnTo>
                    <a:pt x="9132245" y="103936"/>
                  </a:lnTo>
                  <a:lnTo>
                    <a:pt x="9182234" y="91982"/>
                  </a:lnTo>
                  <a:lnTo>
                    <a:pt x="9235493" y="81229"/>
                  </a:lnTo>
                  <a:lnTo>
                    <a:pt x="9292854" y="71575"/>
                  </a:lnTo>
                  <a:lnTo>
                    <a:pt x="9355166" y="62906"/>
                  </a:lnTo>
                  <a:lnTo>
                    <a:pt x="9423237" y="55107"/>
                  </a:lnTo>
                  <a:lnTo>
                    <a:pt x="9497761" y="48075"/>
                  </a:lnTo>
                  <a:lnTo>
                    <a:pt x="9579207" y="41724"/>
                  </a:lnTo>
                  <a:lnTo>
                    <a:pt x="9667682" y="35986"/>
                  </a:lnTo>
                  <a:lnTo>
                    <a:pt x="9762757" y="30816"/>
                  </a:lnTo>
                  <a:lnTo>
                    <a:pt x="9863272" y="26188"/>
                  </a:lnTo>
                  <a:lnTo>
                    <a:pt x="9967173" y="22096"/>
                  </a:lnTo>
                  <a:lnTo>
                    <a:pt x="10071441" y="18546"/>
                  </a:lnTo>
                  <a:lnTo>
                    <a:pt x="10172193" y="15552"/>
                  </a:lnTo>
                  <a:lnTo>
                    <a:pt x="10265045" y="13121"/>
                  </a:lnTo>
                  <a:lnTo>
                    <a:pt x="10345719" y="11245"/>
                  </a:lnTo>
                  <a:lnTo>
                    <a:pt x="10410801" y="9892"/>
                  </a:lnTo>
                  <a:lnTo>
                    <a:pt x="10458465" y="9001"/>
                  </a:lnTo>
                  <a:lnTo>
                    <a:pt x="10488924" y="8486"/>
                  </a:lnTo>
                  <a:lnTo>
                    <a:pt x="10504527" y="8247"/>
                  </a:lnTo>
                  <a:lnTo>
                    <a:pt x="10509558" y="8177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8678" y="16"/>
                  </a:lnTo>
                  <a:lnTo>
                    <a:pt x="10500590" y="132"/>
                  </a:lnTo>
                  <a:lnTo>
                    <a:pt x="10480252" y="454"/>
                  </a:lnTo>
                  <a:lnTo>
                    <a:pt x="10444014" y="1088"/>
                  </a:lnTo>
                  <a:lnTo>
                    <a:pt x="10390253" y="2130"/>
                  </a:lnTo>
                  <a:lnTo>
                    <a:pt x="10319489" y="3658"/>
                  </a:lnTo>
                  <a:lnTo>
                    <a:pt x="10234166" y="5723"/>
                  </a:lnTo>
                  <a:lnTo>
                    <a:pt x="10138083" y="8349"/>
                  </a:lnTo>
                  <a:lnTo>
                    <a:pt x="10035637" y="11536"/>
                  </a:lnTo>
                  <a:lnTo>
                    <a:pt x="9931096" y="15274"/>
                  </a:lnTo>
                  <a:lnTo>
                    <a:pt x="9828070" y="19552"/>
                  </a:lnTo>
                  <a:lnTo>
                    <a:pt x="9729249" y="24365"/>
                  </a:lnTo>
                  <a:lnTo>
                    <a:pt x="9636362" y="29728"/>
                  </a:lnTo>
                  <a:lnTo>
                    <a:pt x="9550296" y="35671"/>
                  </a:lnTo>
                  <a:lnTo>
                    <a:pt x="9471273" y="42249"/>
                  </a:lnTo>
                  <a:lnTo>
                    <a:pt x="9399044" y="49535"/>
                  </a:lnTo>
                  <a:lnTo>
                    <a:pt x="9333046" y="57622"/>
                  </a:lnTo>
                  <a:lnTo>
                    <a:pt x="9272538" y="66617"/>
                  </a:lnTo>
                  <a:lnTo>
                    <a:pt x="9216689" y="76638"/>
                  </a:lnTo>
                  <a:lnTo>
                    <a:pt x="9164650" y="87795"/>
                  </a:lnTo>
                  <a:lnTo>
                    <a:pt x="9115608" y="100179"/>
                  </a:lnTo>
                  <a:lnTo>
                    <a:pt x="9084767" y="108973"/>
                  </a:lnTo>
                  <a:lnTo>
                    <a:pt x="9031187" y="126150"/>
                  </a:lnTo>
                  <a:lnTo>
                    <a:pt x="8979321" y="145123"/>
                  </a:lnTo>
                  <a:lnTo>
                    <a:pt x="8928502" y="165917"/>
                  </a:lnTo>
                  <a:lnTo>
                    <a:pt x="8878251" y="188491"/>
                  </a:lnTo>
                  <a:lnTo>
                    <a:pt x="8828236" y="212732"/>
                  </a:lnTo>
                  <a:lnTo>
                    <a:pt x="8778248" y="238449"/>
                  </a:lnTo>
                  <a:lnTo>
                    <a:pt x="8728181" y="265375"/>
                  </a:lnTo>
                  <a:lnTo>
                    <a:pt x="8678008" y="293178"/>
                  </a:lnTo>
                  <a:lnTo>
                    <a:pt x="8627760" y="321475"/>
                  </a:lnTo>
                  <a:lnTo>
                    <a:pt x="8577498" y="349852"/>
                  </a:lnTo>
                  <a:lnTo>
                    <a:pt x="8527290" y="377892"/>
                  </a:lnTo>
                  <a:lnTo>
                    <a:pt x="8477182" y="405196"/>
                  </a:lnTo>
                  <a:lnTo>
                    <a:pt x="8427172" y="431412"/>
                  </a:lnTo>
                  <a:lnTo>
                    <a:pt x="8377186" y="456245"/>
                  </a:lnTo>
                  <a:lnTo>
                    <a:pt x="8327057" y="479475"/>
                  </a:lnTo>
                  <a:lnTo>
                    <a:pt x="8276504" y="500960"/>
                  </a:lnTo>
                  <a:lnTo>
                    <a:pt x="8225107" y="520632"/>
                  </a:lnTo>
                  <a:lnTo>
                    <a:pt x="8172276" y="538491"/>
                  </a:lnTo>
                  <a:lnTo>
                    <a:pt x="8151487" y="544866"/>
                  </a:lnTo>
                  <a:lnTo>
                    <a:pt x="8104008" y="558076"/>
                  </a:lnTo>
                  <a:lnTo>
                    <a:pt x="8054020" y="570030"/>
                  </a:lnTo>
                  <a:lnTo>
                    <a:pt x="8000760" y="580783"/>
                  </a:lnTo>
                  <a:lnTo>
                    <a:pt x="7943399" y="590437"/>
                  </a:lnTo>
                  <a:lnTo>
                    <a:pt x="7881088" y="599106"/>
                  </a:lnTo>
                  <a:lnTo>
                    <a:pt x="7813016" y="606904"/>
                  </a:lnTo>
                  <a:lnTo>
                    <a:pt x="7738492" y="613936"/>
                  </a:lnTo>
                  <a:lnTo>
                    <a:pt x="7657047" y="620288"/>
                  </a:lnTo>
                  <a:lnTo>
                    <a:pt x="7568571" y="626026"/>
                  </a:lnTo>
                  <a:lnTo>
                    <a:pt x="7473496" y="631196"/>
                  </a:lnTo>
                  <a:lnTo>
                    <a:pt x="7372981" y="635824"/>
                  </a:lnTo>
                  <a:lnTo>
                    <a:pt x="7269080" y="639916"/>
                  </a:lnTo>
                  <a:lnTo>
                    <a:pt x="7164812" y="643466"/>
                  </a:lnTo>
                  <a:lnTo>
                    <a:pt x="7064060" y="646460"/>
                  </a:lnTo>
                  <a:lnTo>
                    <a:pt x="6971208" y="648891"/>
                  </a:lnTo>
                  <a:lnTo>
                    <a:pt x="6890535" y="650767"/>
                  </a:lnTo>
                  <a:lnTo>
                    <a:pt x="6825452" y="652120"/>
                  </a:lnTo>
                  <a:lnTo>
                    <a:pt x="6777788" y="653011"/>
                  </a:lnTo>
                  <a:lnTo>
                    <a:pt x="6747330" y="653526"/>
                  </a:lnTo>
                  <a:lnTo>
                    <a:pt x="6731726" y="653765"/>
                  </a:lnTo>
                  <a:lnTo>
                    <a:pt x="6726696" y="653835"/>
                  </a:lnTo>
                  <a:lnTo>
                    <a:pt x="6726343" y="653839"/>
                  </a:lnTo>
                  <a:lnTo>
                    <a:pt x="5254955" y="653839"/>
                  </a:lnTo>
                  <a:lnTo>
                    <a:pt x="5254016" y="653916"/>
                  </a:lnTo>
                  <a:lnTo>
                    <a:pt x="5247820" y="654463"/>
                  </a:lnTo>
                  <a:lnTo>
                    <a:pt x="5232115" y="655973"/>
                  </a:lnTo>
                  <a:lnTo>
                    <a:pt x="5203818" y="658950"/>
                  </a:lnTo>
                  <a:lnTo>
                    <a:pt x="5161204" y="663870"/>
                  </a:lnTo>
                  <a:lnTo>
                    <a:pt x="5104026" y="671140"/>
                  </a:lnTo>
                  <a:lnTo>
                    <a:pt x="5033473" y="681065"/>
                  </a:lnTo>
                  <a:lnTo>
                    <a:pt x="4951912" y="693827"/>
                  </a:lnTo>
                  <a:lnTo>
                    <a:pt x="4862453" y="709496"/>
                  </a:lnTo>
                  <a:lnTo>
                    <a:pt x="4768464" y="728058"/>
                  </a:lnTo>
                  <a:lnTo>
                    <a:pt x="4673129" y="749456"/>
                  </a:lnTo>
                  <a:lnTo>
                    <a:pt x="4579140" y="773636"/>
                  </a:lnTo>
                  <a:lnTo>
                    <a:pt x="4488547" y="800583"/>
                  </a:lnTo>
                  <a:lnTo>
                    <a:pt x="4402732" y="830347"/>
                  </a:lnTo>
                  <a:lnTo>
                    <a:pt x="4322476" y="863063"/>
                  </a:lnTo>
                  <a:lnTo>
                    <a:pt x="4248072" y="898951"/>
                  </a:lnTo>
                  <a:lnTo>
                    <a:pt x="4179443" y="938324"/>
                  </a:lnTo>
                  <a:lnTo>
                    <a:pt x="4116255" y="981581"/>
                  </a:lnTo>
                  <a:lnTo>
                    <a:pt x="4058009" y="1029194"/>
                  </a:lnTo>
                  <a:lnTo>
                    <a:pt x="4004109" y="1081690"/>
                  </a:lnTo>
                  <a:lnTo>
                    <a:pt x="3953916" y="1139620"/>
                  </a:lnTo>
                  <a:lnTo>
                    <a:pt x="3906788" y="1203503"/>
                  </a:lnTo>
                  <a:lnTo>
                    <a:pt x="3862113" y="1273742"/>
                  </a:lnTo>
                  <a:lnTo>
                    <a:pt x="3829811" y="1330836"/>
                  </a:lnTo>
                  <a:lnTo>
                    <a:pt x="3797431" y="1393511"/>
                  </a:lnTo>
                  <a:lnTo>
                    <a:pt x="3765779" y="1460147"/>
                  </a:lnTo>
                  <a:lnTo>
                    <a:pt x="3734685" y="1530824"/>
                  </a:lnTo>
                  <a:lnTo>
                    <a:pt x="3704007" y="1605577"/>
                  </a:lnTo>
                  <a:lnTo>
                    <a:pt x="3673627" y="1684389"/>
                  </a:lnTo>
                  <a:lnTo>
                    <a:pt x="3643448" y="1767186"/>
                  </a:lnTo>
                  <a:lnTo>
                    <a:pt x="3613393" y="1853839"/>
                  </a:lnTo>
                  <a:lnTo>
                    <a:pt x="3583403" y="1944154"/>
                  </a:lnTo>
                  <a:lnTo>
                    <a:pt x="3553433" y="2037874"/>
                  </a:lnTo>
                  <a:lnTo>
                    <a:pt x="3523452" y="2134684"/>
                  </a:lnTo>
                  <a:lnTo>
                    <a:pt x="3493440" y="2234206"/>
                  </a:lnTo>
                  <a:lnTo>
                    <a:pt x="3463391" y="2336010"/>
                  </a:lnTo>
                  <a:lnTo>
                    <a:pt x="3433302" y="2439620"/>
                  </a:lnTo>
                  <a:lnTo>
                    <a:pt x="3403183" y="2544518"/>
                  </a:lnTo>
                  <a:lnTo>
                    <a:pt x="3373044" y="2650162"/>
                  </a:lnTo>
                  <a:lnTo>
                    <a:pt x="3342900" y="2755991"/>
                  </a:lnTo>
                  <a:lnTo>
                    <a:pt x="3312766" y="2861441"/>
                  </a:lnTo>
                  <a:lnTo>
                    <a:pt x="3282656" y="2965955"/>
                  </a:lnTo>
                  <a:lnTo>
                    <a:pt x="3252581" y="3068998"/>
                  </a:lnTo>
                  <a:lnTo>
                    <a:pt x="3222544" y="3170067"/>
                  </a:lnTo>
                  <a:lnTo>
                    <a:pt x="3192545" y="3268699"/>
                  </a:lnTo>
                  <a:lnTo>
                    <a:pt x="3162570" y="3364483"/>
                  </a:lnTo>
                  <a:lnTo>
                    <a:pt x="3132597" y="3457061"/>
                  </a:lnTo>
                  <a:lnTo>
                    <a:pt x="3102591" y="3546138"/>
                  </a:lnTo>
                  <a:lnTo>
                    <a:pt x="3072501" y="3631479"/>
                  </a:lnTo>
                  <a:lnTo>
                    <a:pt x="3042262" y="3712914"/>
                  </a:lnTo>
                  <a:lnTo>
                    <a:pt x="3011791" y="3790330"/>
                  </a:lnTo>
                  <a:lnTo>
                    <a:pt x="2980984" y="3863676"/>
                  </a:lnTo>
                  <a:lnTo>
                    <a:pt x="2949715" y="3932953"/>
                  </a:lnTo>
                  <a:lnTo>
                    <a:pt x="2917833" y="3998211"/>
                  </a:lnTo>
                  <a:lnTo>
                    <a:pt x="2896531" y="4038823"/>
                  </a:lnTo>
                  <a:lnTo>
                    <a:pt x="2853335" y="4113962"/>
                  </a:lnTo>
                  <a:lnTo>
                    <a:pt x="2808105" y="4182597"/>
                  </a:lnTo>
                  <a:lnTo>
                    <a:pt x="2760275" y="4244958"/>
                  </a:lnTo>
                  <a:lnTo>
                    <a:pt x="2709222" y="4301487"/>
                  </a:lnTo>
                  <a:lnTo>
                    <a:pt x="2654302" y="4352720"/>
                  </a:lnTo>
                  <a:lnTo>
                    <a:pt x="2594882" y="4399204"/>
                  </a:lnTo>
                  <a:lnTo>
                    <a:pt x="2530385" y="4441456"/>
                  </a:lnTo>
                  <a:lnTo>
                    <a:pt x="2460345" y="4479930"/>
                  </a:lnTo>
                  <a:lnTo>
                    <a:pt x="2384483" y="4515004"/>
                  </a:lnTo>
                  <a:lnTo>
                    <a:pt x="2302803" y="4546970"/>
                  </a:lnTo>
                  <a:lnTo>
                    <a:pt x="2215707" y="4576026"/>
                  </a:lnTo>
                  <a:lnTo>
                    <a:pt x="2124117" y="4602284"/>
                  </a:lnTo>
                  <a:lnTo>
                    <a:pt x="2029576" y="4625777"/>
                  </a:lnTo>
                  <a:lnTo>
                    <a:pt x="1934300" y="4646477"/>
                  </a:lnTo>
                  <a:lnTo>
                    <a:pt x="1841126" y="4664324"/>
                  </a:lnTo>
                  <a:lnTo>
                    <a:pt x="1753315" y="4679270"/>
                  </a:lnTo>
                  <a:lnTo>
                    <a:pt x="1674218" y="4691318"/>
                  </a:lnTo>
                  <a:lnTo>
                    <a:pt x="1606804" y="4700562"/>
                  </a:lnTo>
                  <a:lnTo>
                    <a:pt x="1553183" y="4707216"/>
                  </a:lnTo>
                  <a:lnTo>
                    <a:pt x="1514205" y="4711612"/>
                  </a:lnTo>
                  <a:lnTo>
                    <a:pt x="1489251" y="4714178"/>
                  </a:lnTo>
                  <a:lnTo>
                    <a:pt x="1476242" y="4715402"/>
                  </a:lnTo>
                  <a:lnTo>
                    <a:pt x="1471791" y="4715787"/>
                  </a:lnTo>
                  <a:lnTo>
                    <a:pt x="1471387" y="4715820"/>
                  </a:lnTo>
                  <a:lnTo>
                    <a:pt x="0" y="4715820"/>
                  </a:lnTo>
                  <a:close/>
                </a:path>
              </a:pathLst>
            </a:custGeom>
            <a:solidFill>
              <a:srgbClr val="B497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797" name="pl1797"/>
            <p:cNvSpPr/>
            <p:nvPr/>
          </p:nvSpPr>
          <p:spPr>
            <a:xfrm>
              <a:off x="4799595" y="5429285"/>
              <a:ext cx="11981298" cy="4715820"/>
            </a:xfrm>
            <a:custGeom>
              <a:avLst/>
              <a:pathLst>
                <a:path w="11981298" h="4715820">
                  <a:moveTo>
                    <a:pt x="0" y="4715820"/>
                  </a:moveTo>
                  <a:lnTo>
                    <a:pt x="1471387" y="4715820"/>
                  </a:lnTo>
                  <a:lnTo>
                    <a:pt x="1472326" y="4715743"/>
                  </a:lnTo>
                  <a:lnTo>
                    <a:pt x="1478522" y="4715196"/>
                  </a:lnTo>
                  <a:lnTo>
                    <a:pt x="1494227" y="4713686"/>
                  </a:lnTo>
                  <a:lnTo>
                    <a:pt x="1522524" y="4710709"/>
                  </a:lnTo>
                  <a:lnTo>
                    <a:pt x="1565138" y="4705789"/>
                  </a:lnTo>
                  <a:lnTo>
                    <a:pt x="1622317" y="4698519"/>
                  </a:lnTo>
                  <a:lnTo>
                    <a:pt x="1692869" y="4688594"/>
                  </a:lnTo>
                  <a:lnTo>
                    <a:pt x="1774430" y="4675832"/>
                  </a:lnTo>
                  <a:lnTo>
                    <a:pt x="1863889" y="4660163"/>
                  </a:lnTo>
                  <a:lnTo>
                    <a:pt x="1957878" y="4641601"/>
                  </a:lnTo>
                  <a:lnTo>
                    <a:pt x="2053214" y="4620203"/>
                  </a:lnTo>
                  <a:lnTo>
                    <a:pt x="2147202" y="4596023"/>
                  </a:lnTo>
                  <a:lnTo>
                    <a:pt x="2237795" y="4569076"/>
                  </a:lnTo>
                  <a:lnTo>
                    <a:pt x="2323610" y="4539311"/>
                  </a:lnTo>
                  <a:lnTo>
                    <a:pt x="2403866" y="4506596"/>
                  </a:lnTo>
                  <a:lnTo>
                    <a:pt x="2478270" y="4470708"/>
                  </a:lnTo>
                  <a:lnTo>
                    <a:pt x="2546899" y="4431335"/>
                  </a:lnTo>
                  <a:lnTo>
                    <a:pt x="2610087" y="4388078"/>
                  </a:lnTo>
                  <a:lnTo>
                    <a:pt x="2668333" y="4340465"/>
                  </a:lnTo>
                  <a:lnTo>
                    <a:pt x="2722233" y="4287969"/>
                  </a:lnTo>
                  <a:lnTo>
                    <a:pt x="2772426" y="4230039"/>
                  </a:lnTo>
                  <a:lnTo>
                    <a:pt x="2819554" y="4166156"/>
                  </a:lnTo>
                  <a:lnTo>
                    <a:pt x="2864229" y="4095917"/>
                  </a:lnTo>
                  <a:lnTo>
                    <a:pt x="2896531" y="4038823"/>
                  </a:lnTo>
                  <a:lnTo>
                    <a:pt x="2928912" y="3976148"/>
                  </a:lnTo>
                  <a:lnTo>
                    <a:pt x="2960563" y="3909512"/>
                  </a:lnTo>
                  <a:lnTo>
                    <a:pt x="2991657" y="3838835"/>
                  </a:lnTo>
                  <a:lnTo>
                    <a:pt x="3022335" y="3764082"/>
                  </a:lnTo>
                  <a:lnTo>
                    <a:pt x="3052715" y="3685270"/>
                  </a:lnTo>
                  <a:lnTo>
                    <a:pt x="3082894" y="3602472"/>
                  </a:lnTo>
                  <a:lnTo>
                    <a:pt x="3112949" y="3515820"/>
                  </a:lnTo>
                  <a:lnTo>
                    <a:pt x="3142939" y="3425505"/>
                  </a:lnTo>
                  <a:lnTo>
                    <a:pt x="3172909" y="3331785"/>
                  </a:lnTo>
                  <a:lnTo>
                    <a:pt x="3202890" y="3234975"/>
                  </a:lnTo>
                  <a:lnTo>
                    <a:pt x="3232902" y="3135453"/>
                  </a:lnTo>
                  <a:lnTo>
                    <a:pt x="3262952" y="3033649"/>
                  </a:lnTo>
                  <a:lnTo>
                    <a:pt x="3293040" y="2930039"/>
                  </a:lnTo>
                  <a:lnTo>
                    <a:pt x="3323159" y="2825141"/>
                  </a:lnTo>
                  <a:lnTo>
                    <a:pt x="3353298" y="2719497"/>
                  </a:lnTo>
                  <a:lnTo>
                    <a:pt x="3383442" y="2613668"/>
                  </a:lnTo>
                  <a:lnTo>
                    <a:pt x="3413576" y="2508218"/>
                  </a:lnTo>
                  <a:lnTo>
                    <a:pt x="3443686" y="2403704"/>
                  </a:lnTo>
                  <a:lnTo>
                    <a:pt x="3473762" y="2300661"/>
                  </a:lnTo>
                  <a:lnTo>
                    <a:pt x="3503798" y="2199592"/>
                  </a:lnTo>
                  <a:lnTo>
                    <a:pt x="3533797" y="2100960"/>
                  </a:lnTo>
                  <a:lnTo>
                    <a:pt x="3563772" y="2005176"/>
                  </a:lnTo>
                  <a:lnTo>
                    <a:pt x="3593745" y="1912598"/>
                  </a:lnTo>
                  <a:lnTo>
                    <a:pt x="3623752" y="1823521"/>
                  </a:lnTo>
                  <a:lnTo>
                    <a:pt x="3653841" y="1738180"/>
                  </a:lnTo>
                  <a:lnTo>
                    <a:pt x="3684080" y="1656745"/>
                  </a:lnTo>
                  <a:lnTo>
                    <a:pt x="3714551" y="1579328"/>
                  </a:lnTo>
                  <a:lnTo>
                    <a:pt x="3745358" y="1505982"/>
                  </a:lnTo>
                  <a:lnTo>
                    <a:pt x="3776627" y="1436706"/>
                  </a:lnTo>
                  <a:lnTo>
                    <a:pt x="3808509" y="1371447"/>
                  </a:lnTo>
                  <a:lnTo>
                    <a:pt x="3829811" y="1330836"/>
                  </a:lnTo>
                  <a:lnTo>
                    <a:pt x="3873007" y="1255696"/>
                  </a:lnTo>
                  <a:lnTo>
                    <a:pt x="3918237" y="1187062"/>
                  </a:lnTo>
                  <a:lnTo>
                    <a:pt x="3966067" y="1124701"/>
                  </a:lnTo>
                  <a:lnTo>
                    <a:pt x="4017120" y="1068171"/>
                  </a:lnTo>
                  <a:lnTo>
                    <a:pt x="4072040" y="1016939"/>
                  </a:lnTo>
                  <a:lnTo>
                    <a:pt x="4131460" y="970455"/>
                  </a:lnTo>
                  <a:lnTo>
                    <a:pt x="4195957" y="928203"/>
                  </a:lnTo>
                  <a:lnTo>
                    <a:pt x="4265997" y="889729"/>
                  </a:lnTo>
                  <a:lnTo>
                    <a:pt x="4341859" y="854654"/>
                  </a:lnTo>
                  <a:lnTo>
                    <a:pt x="4423539" y="822689"/>
                  </a:lnTo>
                  <a:lnTo>
                    <a:pt x="4510635" y="793633"/>
                  </a:lnTo>
                  <a:lnTo>
                    <a:pt x="4602225" y="767375"/>
                  </a:lnTo>
                  <a:lnTo>
                    <a:pt x="4696766" y="743882"/>
                  </a:lnTo>
                  <a:lnTo>
                    <a:pt x="4792042" y="723182"/>
                  </a:lnTo>
                  <a:lnTo>
                    <a:pt x="4885217" y="705335"/>
                  </a:lnTo>
                  <a:lnTo>
                    <a:pt x="4973027" y="690389"/>
                  </a:lnTo>
                  <a:lnTo>
                    <a:pt x="5052125" y="678341"/>
                  </a:lnTo>
                  <a:lnTo>
                    <a:pt x="5119538" y="669097"/>
                  </a:lnTo>
                  <a:lnTo>
                    <a:pt x="5173159" y="662443"/>
                  </a:lnTo>
                  <a:lnTo>
                    <a:pt x="5212137" y="658047"/>
                  </a:lnTo>
                  <a:lnTo>
                    <a:pt x="5237091" y="655481"/>
                  </a:lnTo>
                  <a:lnTo>
                    <a:pt x="5250100" y="654257"/>
                  </a:lnTo>
                  <a:lnTo>
                    <a:pt x="5254551" y="653872"/>
                  </a:lnTo>
                  <a:lnTo>
                    <a:pt x="5254955" y="653839"/>
                  </a:lnTo>
                  <a:lnTo>
                    <a:pt x="6726343" y="653839"/>
                  </a:lnTo>
                  <a:lnTo>
                    <a:pt x="6727575" y="653823"/>
                  </a:lnTo>
                  <a:lnTo>
                    <a:pt x="6735663" y="653707"/>
                  </a:lnTo>
                  <a:lnTo>
                    <a:pt x="6756002" y="653385"/>
                  </a:lnTo>
                  <a:lnTo>
                    <a:pt x="6792239" y="652751"/>
                  </a:lnTo>
                  <a:lnTo>
                    <a:pt x="6846001" y="651709"/>
                  </a:lnTo>
                  <a:lnTo>
                    <a:pt x="6916764" y="650181"/>
                  </a:lnTo>
                  <a:lnTo>
                    <a:pt x="7002087" y="648115"/>
                  </a:lnTo>
                  <a:lnTo>
                    <a:pt x="7098171" y="645490"/>
                  </a:lnTo>
                  <a:lnTo>
                    <a:pt x="7200617" y="642302"/>
                  </a:lnTo>
                  <a:lnTo>
                    <a:pt x="7305158" y="638564"/>
                  </a:lnTo>
                  <a:lnTo>
                    <a:pt x="7408183" y="634287"/>
                  </a:lnTo>
                  <a:lnTo>
                    <a:pt x="7507004" y="629474"/>
                  </a:lnTo>
                  <a:lnTo>
                    <a:pt x="7599891" y="624111"/>
                  </a:lnTo>
                  <a:lnTo>
                    <a:pt x="7685957" y="618168"/>
                  </a:lnTo>
                  <a:lnTo>
                    <a:pt x="7764980" y="611590"/>
                  </a:lnTo>
                  <a:lnTo>
                    <a:pt x="7837210" y="604304"/>
                  </a:lnTo>
                  <a:lnTo>
                    <a:pt x="7903207" y="596217"/>
                  </a:lnTo>
                  <a:lnTo>
                    <a:pt x="7963715" y="587222"/>
                  </a:lnTo>
                  <a:lnTo>
                    <a:pt x="8019564" y="577201"/>
                  </a:lnTo>
                  <a:lnTo>
                    <a:pt x="8071603" y="566044"/>
                  </a:lnTo>
                  <a:lnTo>
                    <a:pt x="8120645" y="553659"/>
                  </a:lnTo>
                  <a:lnTo>
                    <a:pt x="8151487" y="544866"/>
                  </a:lnTo>
                  <a:lnTo>
                    <a:pt x="8205066" y="527689"/>
                  </a:lnTo>
                  <a:lnTo>
                    <a:pt x="8256933" y="508716"/>
                  </a:lnTo>
                  <a:lnTo>
                    <a:pt x="8307751" y="487922"/>
                  </a:lnTo>
                  <a:lnTo>
                    <a:pt x="8358002" y="465347"/>
                  </a:lnTo>
                  <a:lnTo>
                    <a:pt x="8408017" y="441107"/>
                  </a:lnTo>
                  <a:lnTo>
                    <a:pt x="8458005" y="415390"/>
                  </a:lnTo>
                  <a:lnTo>
                    <a:pt x="8508072" y="388464"/>
                  </a:lnTo>
                  <a:lnTo>
                    <a:pt x="8558245" y="360661"/>
                  </a:lnTo>
                  <a:lnTo>
                    <a:pt x="8608493" y="332364"/>
                  </a:lnTo>
                  <a:lnTo>
                    <a:pt x="8658755" y="303987"/>
                  </a:lnTo>
                  <a:lnTo>
                    <a:pt x="8708963" y="275947"/>
                  </a:lnTo>
                  <a:lnTo>
                    <a:pt x="8759071" y="248642"/>
                  </a:lnTo>
                  <a:lnTo>
                    <a:pt x="8809082" y="222427"/>
                  </a:lnTo>
                  <a:lnTo>
                    <a:pt x="8859068" y="197594"/>
                  </a:lnTo>
                  <a:lnTo>
                    <a:pt x="8909196" y="174363"/>
                  </a:lnTo>
                  <a:lnTo>
                    <a:pt x="8959749" y="152878"/>
                  </a:lnTo>
                  <a:lnTo>
                    <a:pt x="9011147" y="133207"/>
                  </a:lnTo>
                  <a:lnTo>
                    <a:pt x="9063977" y="115348"/>
                  </a:lnTo>
                  <a:lnTo>
                    <a:pt x="9084767" y="108973"/>
                  </a:lnTo>
                  <a:lnTo>
                    <a:pt x="9132245" y="95763"/>
                  </a:lnTo>
                  <a:lnTo>
                    <a:pt x="9182234" y="83809"/>
                  </a:lnTo>
                  <a:lnTo>
                    <a:pt x="9235493" y="73056"/>
                  </a:lnTo>
                  <a:lnTo>
                    <a:pt x="9292854" y="63402"/>
                  </a:lnTo>
                  <a:lnTo>
                    <a:pt x="9355166" y="54733"/>
                  </a:lnTo>
                  <a:lnTo>
                    <a:pt x="9423237" y="46934"/>
                  </a:lnTo>
                  <a:lnTo>
                    <a:pt x="9497761" y="39902"/>
                  </a:lnTo>
                  <a:lnTo>
                    <a:pt x="9579207" y="33551"/>
                  </a:lnTo>
                  <a:lnTo>
                    <a:pt x="9667682" y="27813"/>
                  </a:lnTo>
                  <a:lnTo>
                    <a:pt x="9762757" y="22643"/>
                  </a:lnTo>
                  <a:lnTo>
                    <a:pt x="9863272" y="18015"/>
                  </a:lnTo>
                  <a:lnTo>
                    <a:pt x="9967173" y="13923"/>
                  </a:lnTo>
                  <a:lnTo>
                    <a:pt x="10071441" y="10373"/>
                  </a:lnTo>
                  <a:lnTo>
                    <a:pt x="10172193" y="7379"/>
                  </a:lnTo>
                  <a:lnTo>
                    <a:pt x="10265045" y="4948"/>
                  </a:lnTo>
                  <a:lnTo>
                    <a:pt x="10345719" y="3072"/>
                  </a:lnTo>
                  <a:lnTo>
                    <a:pt x="10410801" y="1719"/>
                  </a:lnTo>
                  <a:lnTo>
                    <a:pt x="10458465" y="828"/>
                  </a:lnTo>
                  <a:lnTo>
                    <a:pt x="10488924" y="313"/>
                  </a:lnTo>
                  <a:lnTo>
                    <a:pt x="10504527" y="74"/>
                  </a:lnTo>
                  <a:lnTo>
                    <a:pt x="10509558" y="4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98" name="pl1798"/>
            <p:cNvSpPr/>
            <p:nvPr/>
          </p:nvSpPr>
          <p:spPr>
            <a:xfrm>
              <a:off x="4799595" y="5421112"/>
              <a:ext cx="11981298" cy="4715820"/>
            </a:xfrm>
            <a:custGeom>
              <a:avLst/>
              <a:pathLst>
                <a:path w="11981298" h="4715820">
                  <a:moveTo>
                    <a:pt x="11981298" y="0"/>
                  </a:moveTo>
                  <a:lnTo>
                    <a:pt x="10509911" y="0"/>
                  </a:lnTo>
                  <a:lnTo>
                    <a:pt x="10508678" y="16"/>
                  </a:lnTo>
                  <a:lnTo>
                    <a:pt x="10500590" y="132"/>
                  </a:lnTo>
                  <a:lnTo>
                    <a:pt x="10480252" y="454"/>
                  </a:lnTo>
                  <a:lnTo>
                    <a:pt x="10444014" y="1088"/>
                  </a:lnTo>
                  <a:lnTo>
                    <a:pt x="10390253" y="2130"/>
                  </a:lnTo>
                  <a:lnTo>
                    <a:pt x="10319489" y="3658"/>
                  </a:lnTo>
                  <a:lnTo>
                    <a:pt x="10234166" y="5723"/>
                  </a:lnTo>
                  <a:lnTo>
                    <a:pt x="10138083" y="8349"/>
                  </a:lnTo>
                  <a:lnTo>
                    <a:pt x="10035637" y="11536"/>
                  </a:lnTo>
                  <a:lnTo>
                    <a:pt x="9931096" y="15274"/>
                  </a:lnTo>
                  <a:lnTo>
                    <a:pt x="9828070" y="19552"/>
                  </a:lnTo>
                  <a:lnTo>
                    <a:pt x="9729249" y="24365"/>
                  </a:lnTo>
                  <a:lnTo>
                    <a:pt x="9636362" y="29728"/>
                  </a:lnTo>
                  <a:lnTo>
                    <a:pt x="9550296" y="35671"/>
                  </a:lnTo>
                  <a:lnTo>
                    <a:pt x="9471273" y="42249"/>
                  </a:lnTo>
                  <a:lnTo>
                    <a:pt x="9399044" y="49535"/>
                  </a:lnTo>
                  <a:lnTo>
                    <a:pt x="9333046" y="57622"/>
                  </a:lnTo>
                  <a:lnTo>
                    <a:pt x="9272538" y="66617"/>
                  </a:lnTo>
                  <a:lnTo>
                    <a:pt x="9216689" y="76638"/>
                  </a:lnTo>
                  <a:lnTo>
                    <a:pt x="9164650" y="87795"/>
                  </a:lnTo>
                  <a:lnTo>
                    <a:pt x="9115608" y="100179"/>
                  </a:lnTo>
                  <a:lnTo>
                    <a:pt x="9084767" y="108973"/>
                  </a:lnTo>
                  <a:lnTo>
                    <a:pt x="9031187" y="126150"/>
                  </a:lnTo>
                  <a:lnTo>
                    <a:pt x="8979321" y="145123"/>
                  </a:lnTo>
                  <a:lnTo>
                    <a:pt x="8928502" y="165917"/>
                  </a:lnTo>
                  <a:lnTo>
                    <a:pt x="8878251" y="188491"/>
                  </a:lnTo>
                  <a:lnTo>
                    <a:pt x="8828236" y="212732"/>
                  </a:lnTo>
                  <a:lnTo>
                    <a:pt x="8778248" y="238449"/>
                  </a:lnTo>
                  <a:lnTo>
                    <a:pt x="8728181" y="265375"/>
                  </a:lnTo>
                  <a:lnTo>
                    <a:pt x="8678008" y="293178"/>
                  </a:lnTo>
                  <a:lnTo>
                    <a:pt x="8627760" y="321475"/>
                  </a:lnTo>
                  <a:lnTo>
                    <a:pt x="8577498" y="349852"/>
                  </a:lnTo>
                  <a:lnTo>
                    <a:pt x="8527290" y="377892"/>
                  </a:lnTo>
                  <a:lnTo>
                    <a:pt x="8477182" y="405196"/>
                  </a:lnTo>
                  <a:lnTo>
                    <a:pt x="8427172" y="431412"/>
                  </a:lnTo>
                  <a:lnTo>
                    <a:pt x="8377186" y="456245"/>
                  </a:lnTo>
                  <a:lnTo>
                    <a:pt x="8327057" y="479475"/>
                  </a:lnTo>
                  <a:lnTo>
                    <a:pt x="8276504" y="500960"/>
                  </a:lnTo>
                  <a:lnTo>
                    <a:pt x="8225107" y="520632"/>
                  </a:lnTo>
                  <a:lnTo>
                    <a:pt x="8172276" y="538491"/>
                  </a:lnTo>
                  <a:lnTo>
                    <a:pt x="8151487" y="544866"/>
                  </a:lnTo>
                  <a:lnTo>
                    <a:pt x="8104008" y="558076"/>
                  </a:lnTo>
                  <a:lnTo>
                    <a:pt x="8054020" y="570030"/>
                  </a:lnTo>
                  <a:lnTo>
                    <a:pt x="8000760" y="580783"/>
                  </a:lnTo>
                  <a:lnTo>
                    <a:pt x="7943399" y="590437"/>
                  </a:lnTo>
                  <a:lnTo>
                    <a:pt x="7881088" y="599106"/>
                  </a:lnTo>
                  <a:lnTo>
                    <a:pt x="7813016" y="606904"/>
                  </a:lnTo>
                  <a:lnTo>
                    <a:pt x="7738492" y="613936"/>
                  </a:lnTo>
                  <a:lnTo>
                    <a:pt x="7657047" y="620288"/>
                  </a:lnTo>
                  <a:lnTo>
                    <a:pt x="7568571" y="626026"/>
                  </a:lnTo>
                  <a:lnTo>
                    <a:pt x="7473496" y="631196"/>
                  </a:lnTo>
                  <a:lnTo>
                    <a:pt x="7372981" y="635824"/>
                  </a:lnTo>
                  <a:lnTo>
                    <a:pt x="7269080" y="639916"/>
                  </a:lnTo>
                  <a:lnTo>
                    <a:pt x="7164812" y="643466"/>
                  </a:lnTo>
                  <a:lnTo>
                    <a:pt x="7064060" y="646460"/>
                  </a:lnTo>
                  <a:lnTo>
                    <a:pt x="6971208" y="648891"/>
                  </a:lnTo>
                  <a:lnTo>
                    <a:pt x="6890535" y="650767"/>
                  </a:lnTo>
                  <a:lnTo>
                    <a:pt x="6825452" y="652120"/>
                  </a:lnTo>
                  <a:lnTo>
                    <a:pt x="6777788" y="653011"/>
                  </a:lnTo>
                  <a:lnTo>
                    <a:pt x="6747330" y="653526"/>
                  </a:lnTo>
                  <a:lnTo>
                    <a:pt x="6731726" y="653765"/>
                  </a:lnTo>
                  <a:lnTo>
                    <a:pt x="6726696" y="653835"/>
                  </a:lnTo>
                  <a:lnTo>
                    <a:pt x="6726343" y="653839"/>
                  </a:lnTo>
                  <a:lnTo>
                    <a:pt x="5254955" y="653839"/>
                  </a:lnTo>
                  <a:lnTo>
                    <a:pt x="5254016" y="653916"/>
                  </a:lnTo>
                  <a:lnTo>
                    <a:pt x="5247820" y="654463"/>
                  </a:lnTo>
                  <a:lnTo>
                    <a:pt x="5232115" y="655973"/>
                  </a:lnTo>
                  <a:lnTo>
                    <a:pt x="5203818" y="658950"/>
                  </a:lnTo>
                  <a:lnTo>
                    <a:pt x="5161204" y="663870"/>
                  </a:lnTo>
                  <a:lnTo>
                    <a:pt x="5104026" y="671140"/>
                  </a:lnTo>
                  <a:lnTo>
                    <a:pt x="5033473" y="681065"/>
                  </a:lnTo>
                  <a:lnTo>
                    <a:pt x="4951912" y="693827"/>
                  </a:lnTo>
                  <a:lnTo>
                    <a:pt x="4862453" y="709496"/>
                  </a:lnTo>
                  <a:lnTo>
                    <a:pt x="4768464" y="728058"/>
                  </a:lnTo>
                  <a:lnTo>
                    <a:pt x="4673129" y="749456"/>
                  </a:lnTo>
                  <a:lnTo>
                    <a:pt x="4579140" y="773636"/>
                  </a:lnTo>
                  <a:lnTo>
                    <a:pt x="4488547" y="800583"/>
                  </a:lnTo>
                  <a:lnTo>
                    <a:pt x="4402732" y="830347"/>
                  </a:lnTo>
                  <a:lnTo>
                    <a:pt x="4322476" y="863063"/>
                  </a:lnTo>
                  <a:lnTo>
                    <a:pt x="4248072" y="898951"/>
                  </a:lnTo>
                  <a:lnTo>
                    <a:pt x="4179443" y="938324"/>
                  </a:lnTo>
                  <a:lnTo>
                    <a:pt x="4116255" y="981581"/>
                  </a:lnTo>
                  <a:lnTo>
                    <a:pt x="4058009" y="1029194"/>
                  </a:lnTo>
                  <a:lnTo>
                    <a:pt x="4004109" y="1081690"/>
                  </a:lnTo>
                  <a:lnTo>
                    <a:pt x="3953916" y="1139620"/>
                  </a:lnTo>
                  <a:lnTo>
                    <a:pt x="3906788" y="1203503"/>
                  </a:lnTo>
                  <a:lnTo>
                    <a:pt x="3862113" y="1273742"/>
                  </a:lnTo>
                  <a:lnTo>
                    <a:pt x="3829811" y="1330836"/>
                  </a:lnTo>
                  <a:lnTo>
                    <a:pt x="3797431" y="1393511"/>
                  </a:lnTo>
                  <a:lnTo>
                    <a:pt x="3765779" y="1460147"/>
                  </a:lnTo>
                  <a:lnTo>
                    <a:pt x="3734685" y="1530824"/>
                  </a:lnTo>
                  <a:lnTo>
                    <a:pt x="3704007" y="1605577"/>
                  </a:lnTo>
                  <a:lnTo>
                    <a:pt x="3673627" y="1684389"/>
                  </a:lnTo>
                  <a:lnTo>
                    <a:pt x="3643448" y="1767186"/>
                  </a:lnTo>
                  <a:lnTo>
                    <a:pt x="3613393" y="1853839"/>
                  </a:lnTo>
                  <a:lnTo>
                    <a:pt x="3583403" y="1944154"/>
                  </a:lnTo>
                  <a:lnTo>
                    <a:pt x="3553433" y="2037874"/>
                  </a:lnTo>
                  <a:lnTo>
                    <a:pt x="3523452" y="2134684"/>
                  </a:lnTo>
                  <a:lnTo>
                    <a:pt x="3493440" y="2234206"/>
                  </a:lnTo>
                  <a:lnTo>
                    <a:pt x="3463391" y="2336010"/>
                  </a:lnTo>
                  <a:lnTo>
                    <a:pt x="3433302" y="2439620"/>
                  </a:lnTo>
                  <a:lnTo>
                    <a:pt x="3403183" y="2544518"/>
                  </a:lnTo>
                  <a:lnTo>
                    <a:pt x="3373044" y="2650162"/>
                  </a:lnTo>
                  <a:lnTo>
                    <a:pt x="3342900" y="2755991"/>
                  </a:lnTo>
                  <a:lnTo>
                    <a:pt x="3312766" y="2861441"/>
                  </a:lnTo>
                  <a:lnTo>
                    <a:pt x="3282656" y="2965955"/>
                  </a:lnTo>
                  <a:lnTo>
                    <a:pt x="3252581" y="3068998"/>
                  </a:lnTo>
                  <a:lnTo>
                    <a:pt x="3222544" y="3170067"/>
                  </a:lnTo>
                  <a:lnTo>
                    <a:pt x="3192545" y="3268699"/>
                  </a:lnTo>
                  <a:lnTo>
                    <a:pt x="3162570" y="3364483"/>
                  </a:lnTo>
                  <a:lnTo>
                    <a:pt x="3132597" y="3457061"/>
                  </a:lnTo>
                  <a:lnTo>
                    <a:pt x="3102591" y="3546138"/>
                  </a:lnTo>
                  <a:lnTo>
                    <a:pt x="3072501" y="3631479"/>
                  </a:lnTo>
                  <a:lnTo>
                    <a:pt x="3042262" y="3712914"/>
                  </a:lnTo>
                  <a:lnTo>
                    <a:pt x="3011791" y="3790330"/>
                  </a:lnTo>
                  <a:lnTo>
                    <a:pt x="2980984" y="3863676"/>
                  </a:lnTo>
                  <a:lnTo>
                    <a:pt x="2949715" y="3932953"/>
                  </a:lnTo>
                  <a:lnTo>
                    <a:pt x="2917833" y="3998211"/>
                  </a:lnTo>
                  <a:lnTo>
                    <a:pt x="2896531" y="4038823"/>
                  </a:lnTo>
                  <a:lnTo>
                    <a:pt x="2853335" y="4113962"/>
                  </a:lnTo>
                  <a:lnTo>
                    <a:pt x="2808105" y="4182597"/>
                  </a:lnTo>
                  <a:lnTo>
                    <a:pt x="2760275" y="4244958"/>
                  </a:lnTo>
                  <a:lnTo>
                    <a:pt x="2709222" y="4301487"/>
                  </a:lnTo>
                  <a:lnTo>
                    <a:pt x="2654302" y="4352720"/>
                  </a:lnTo>
                  <a:lnTo>
                    <a:pt x="2594882" y="4399204"/>
                  </a:lnTo>
                  <a:lnTo>
                    <a:pt x="2530385" y="4441456"/>
                  </a:lnTo>
                  <a:lnTo>
                    <a:pt x="2460345" y="4479930"/>
                  </a:lnTo>
                  <a:lnTo>
                    <a:pt x="2384483" y="4515004"/>
                  </a:lnTo>
                  <a:lnTo>
                    <a:pt x="2302803" y="4546970"/>
                  </a:lnTo>
                  <a:lnTo>
                    <a:pt x="2215707" y="4576026"/>
                  </a:lnTo>
                  <a:lnTo>
                    <a:pt x="2124117" y="4602284"/>
                  </a:lnTo>
                  <a:lnTo>
                    <a:pt x="2029576" y="4625777"/>
                  </a:lnTo>
                  <a:lnTo>
                    <a:pt x="1934300" y="4646477"/>
                  </a:lnTo>
                  <a:lnTo>
                    <a:pt x="1841126" y="4664324"/>
                  </a:lnTo>
                  <a:lnTo>
                    <a:pt x="1753315" y="4679270"/>
                  </a:lnTo>
                  <a:lnTo>
                    <a:pt x="1674218" y="4691318"/>
                  </a:lnTo>
                  <a:lnTo>
                    <a:pt x="1606804" y="4700562"/>
                  </a:lnTo>
                  <a:lnTo>
                    <a:pt x="1553183" y="4707216"/>
                  </a:lnTo>
                  <a:lnTo>
                    <a:pt x="1514205" y="4711612"/>
                  </a:lnTo>
                  <a:lnTo>
                    <a:pt x="1489251" y="4714178"/>
                  </a:lnTo>
                  <a:lnTo>
                    <a:pt x="1476242" y="4715402"/>
                  </a:lnTo>
                  <a:lnTo>
                    <a:pt x="1471791" y="4715787"/>
                  </a:lnTo>
                  <a:lnTo>
                    <a:pt x="1471387" y="4715820"/>
                  </a:lnTo>
                  <a:lnTo>
                    <a:pt x="0" y="471582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799" name="pg1799"/>
            <p:cNvSpPr/>
            <p:nvPr/>
          </p:nvSpPr>
          <p:spPr>
            <a:xfrm>
              <a:off x="4799595" y="7676859"/>
              <a:ext cx="11981298" cy="2509110"/>
            </a:xfrm>
            <a:custGeom>
              <a:avLst/>
              <a:pathLst>
                <a:path w="11981298" h="2509110">
                  <a:moveTo>
                    <a:pt x="0" y="2509110"/>
                  </a:moveTo>
                  <a:lnTo>
                    <a:pt x="1471387" y="2509110"/>
                  </a:lnTo>
                  <a:lnTo>
                    <a:pt x="1472598" y="2509074"/>
                  </a:lnTo>
                  <a:lnTo>
                    <a:pt x="1480548" y="2508813"/>
                  </a:lnTo>
                  <a:lnTo>
                    <a:pt x="1500549" y="2508094"/>
                  </a:lnTo>
                  <a:lnTo>
                    <a:pt x="1536215" y="2506679"/>
                  </a:lnTo>
                  <a:lnTo>
                    <a:pt x="1589184" y="2504349"/>
                  </a:lnTo>
                  <a:lnTo>
                    <a:pt x="1659000" y="2500932"/>
                  </a:lnTo>
                  <a:lnTo>
                    <a:pt x="1743316" y="2496310"/>
                  </a:lnTo>
                  <a:lnTo>
                    <a:pt x="1838440" y="2490429"/>
                  </a:lnTo>
                  <a:lnTo>
                    <a:pt x="1940060" y="2483286"/>
                  </a:lnTo>
                  <a:lnTo>
                    <a:pt x="2043964" y="2474902"/>
                  </a:lnTo>
                  <a:lnTo>
                    <a:pt x="2146558" y="2465306"/>
                  </a:lnTo>
                  <a:lnTo>
                    <a:pt x="2245142" y="2454505"/>
                  </a:lnTo>
                  <a:lnTo>
                    <a:pt x="2337955" y="2442473"/>
                  </a:lnTo>
                  <a:lnTo>
                    <a:pt x="2424070" y="2429142"/>
                  </a:lnTo>
                  <a:lnTo>
                    <a:pt x="2503222" y="2414398"/>
                  </a:lnTo>
                  <a:lnTo>
                    <a:pt x="2575626" y="2398078"/>
                  </a:lnTo>
                  <a:lnTo>
                    <a:pt x="2641809" y="2379979"/>
                  </a:lnTo>
                  <a:lnTo>
                    <a:pt x="2702488" y="2359864"/>
                  </a:lnTo>
                  <a:lnTo>
                    <a:pt x="2758473" y="2337473"/>
                  </a:lnTo>
                  <a:lnTo>
                    <a:pt x="2810599" y="2312553"/>
                  </a:lnTo>
                  <a:lnTo>
                    <a:pt x="2859671" y="2284895"/>
                  </a:lnTo>
                  <a:lnTo>
                    <a:pt x="2896531" y="2261196"/>
                  </a:lnTo>
                  <a:lnTo>
                    <a:pt x="2943244" y="2227438"/>
                  </a:lnTo>
                  <a:lnTo>
                    <a:pt x="2988587" y="2190600"/>
                  </a:lnTo>
                  <a:lnTo>
                    <a:pt x="3033024" y="2150627"/>
                  </a:lnTo>
                  <a:lnTo>
                    <a:pt x="3076907" y="2107547"/>
                  </a:lnTo>
                  <a:lnTo>
                    <a:pt x="3120496" y="2061478"/>
                  </a:lnTo>
                  <a:lnTo>
                    <a:pt x="3163972" y="2012638"/>
                  </a:lnTo>
                  <a:lnTo>
                    <a:pt x="3207453" y="1961346"/>
                  </a:lnTo>
                  <a:lnTo>
                    <a:pt x="3251000" y="1908015"/>
                  </a:lnTo>
                  <a:lnTo>
                    <a:pt x="3294627" y="1853147"/>
                  </a:lnTo>
                  <a:lnTo>
                    <a:pt x="3338318" y="1797310"/>
                  </a:lnTo>
                  <a:lnTo>
                    <a:pt x="3382036" y="1741115"/>
                  </a:lnTo>
                  <a:lnTo>
                    <a:pt x="3425733" y="1685192"/>
                  </a:lnTo>
                  <a:lnTo>
                    <a:pt x="3469371" y="1630157"/>
                  </a:lnTo>
                  <a:lnTo>
                    <a:pt x="3512928" y="1576584"/>
                  </a:lnTo>
                  <a:lnTo>
                    <a:pt x="3556416" y="1524986"/>
                  </a:lnTo>
                  <a:lnTo>
                    <a:pt x="3599887" y="1475789"/>
                  </a:lnTo>
                  <a:lnTo>
                    <a:pt x="3643451" y="1429325"/>
                  </a:lnTo>
                  <a:lnTo>
                    <a:pt x="3687280" y="1385826"/>
                  </a:lnTo>
                  <a:lnTo>
                    <a:pt x="3731623" y="1345425"/>
                  </a:lnTo>
                  <a:lnTo>
                    <a:pt x="3776818" y="1308159"/>
                  </a:lnTo>
                  <a:lnTo>
                    <a:pt x="3823311" y="1273985"/>
                  </a:lnTo>
                  <a:lnTo>
                    <a:pt x="3829811" y="1269539"/>
                  </a:lnTo>
                  <a:lnTo>
                    <a:pt x="3876999" y="1239656"/>
                  </a:lnTo>
                  <a:lnTo>
                    <a:pt x="3926663" y="1212600"/>
                  </a:lnTo>
                  <a:lnTo>
                    <a:pt x="3979549" y="1188243"/>
                  </a:lnTo>
                  <a:lnTo>
                    <a:pt x="4036472" y="1166364"/>
                  </a:lnTo>
                  <a:lnTo>
                    <a:pt x="4098268" y="1146703"/>
                  </a:lnTo>
                  <a:lnTo>
                    <a:pt x="4165732" y="1129006"/>
                  </a:lnTo>
                  <a:lnTo>
                    <a:pt x="4239550" y="1113041"/>
                  </a:lnTo>
                  <a:lnTo>
                    <a:pt x="4320195" y="1098612"/>
                  </a:lnTo>
                  <a:lnTo>
                    <a:pt x="4407792" y="1085569"/>
                  </a:lnTo>
                  <a:lnTo>
                    <a:pt x="4501950" y="1073806"/>
                  </a:lnTo>
                  <a:lnTo>
                    <a:pt x="4601575" y="1063264"/>
                  </a:lnTo>
                  <a:lnTo>
                    <a:pt x="4704711" y="1053927"/>
                  </a:lnTo>
                  <a:lnTo>
                    <a:pt x="4808454" y="1045807"/>
                  </a:lnTo>
                  <a:lnTo>
                    <a:pt x="4909047" y="1038934"/>
                  </a:lnTo>
                  <a:lnTo>
                    <a:pt x="5002202" y="1033326"/>
                  </a:lnTo>
                  <a:lnTo>
                    <a:pt x="5083677" y="1028969"/>
                  </a:lnTo>
                  <a:lnTo>
                    <a:pt x="5150012" y="1025798"/>
                  </a:lnTo>
                  <a:lnTo>
                    <a:pt x="5199229" y="1023681"/>
                  </a:lnTo>
                  <a:lnTo>
                    <a:pt x="5231318" y="1022435"/>
                  </a:lnTo>
                  <a:lnTo>
                    <a:pt x="5248363" y="1021834"/>
                  </a:lnTo>
                  <a:lnTo>
                    <a:pt x="5254362" y="1021642"/>
                  </a:lnTo>
                  <a:lnTo>
                    <a:pt x="5254955" y="1021624"/>
                  </a:lnTo>
                  <a:lnTo>
                    <a:pt x="6726343" y="1021624"/>
                  </a:lnTo>
                  <a:lnTo>
                    <a:pt x="6727568" y="1021599"/>
                  </a:lnTo>
                  <a:lnTo>
                    <a:pt x="6735609" y="1021420"/>
                  </a:lnTo>
                  <a:lnTo>
                    <a:pt x="6755833" y="1020924"/>
                  </a:lnTo>
                  <a:lnTo>
                    <a:pt x="6791876" y="1019948"/>
                  </a:lnTo>
                  <a:lnTo>
                    <a:pt x="6845368" y="1018342"/>
                  </a:lnTo>
                  <a:lnTo>
                    <a:pt x="6915809" y="1015987"/>
                  </a:lnTo>
                  <a:lnTo>
                    <a:pt x="7000791" y="1012804"/>
                  </a:lnTo>
                  <a:lnTo>
                    <a:pt x="7096549" y="1008755"/>
                  </a:lnTo>
                  <a:lnTo>
                    <a:pt x="7198716" y="1003840"/>
                  </a:lnTo>
                  <a:lnTo>
                    <a:pt x="7303042" y="998074"/>
                  </a:lnTo>
                  <a:lnTo>
                    <a:pt x="7405922" y="991475"/>
                  </a:lnTo>
                  <a:lnTo>
                    <a:pt x="7504665" y="984049"/>
                  </a:lnTo>
                  <a:lnTo>
                    <a:pt x="7597527" y="975776"/>
                  </a:lnTo>
                  <a:lnTo>
                    <a:pt x="7683611" y="966608"/>
                  </a:lnTo>
                  <a:lnTo>
                    <a:pt x="7762679" y="956464"/>
                  </a:lnTo>
                  <a:lnTo>
                    <a:pt x="7834968" y="945230"/>
                  </a:lnTo>
                  <a:lnTo>
                    <a:pt x="7901028" y="932765"/>
                  </a:lnTo>
                  <a:lnTo>
                    <a:pt x="7961594" y="918903"/>
                  </a:lnTo>
                  <a:lnTo>
                    <a:pt x="8017488" y="903465"/>
                  </a:lnTo>
                  <a:lnTo>
                    <a:pt x="8069556" y="886278"/>
                  </a:lnTo>
                  <a:lnTo>
                    <a:pt x="8118607" y="867203"/>
                  </a:lnTo>
                  <a:lnTo>
                    <a:pt x="8151487" y="852716"/>
                  </a:lnTo>
                  <a:lnTo>
                    <a:pt x="8202198" y="827613"/>
                  </a:lnTo>
                  <a:lnTo>
                    <a:pt x="8251343" y="800024"/>
                  </a:lnTo>
                  <a:lnTo>
                    <a:pt x="8299495" y="769911"/>
                  </a:lnTo>
                  <a:lnTo>
                    <a:pt x="8347082" y="737314"/>
                  </a:lnTo>
                  <a:lnTo>
                    <a:pt x="8394403" y="702364"/>
                  </a:lnTo>
                  <a:lnTo>
                    <a:pt x="8441661" y="665286"/>
                  </a:lnTo>
                  <a:lnTo>
                    <a:pt x="8488967" y="626399"/>
                  </a:lnTo>
                  <a:lnTo>
                    <a:pt x="8536367" y="586110"/>
                  </a:lnTo>
                  <a:lnTo>
                    <a:pt x="8583851" y="544898"/>
                  </a:lnTo>
                  <a:lnTo>
                    <a:pt x="8631377" y="503291"/>
                  </a:lnTo>
                  <a:lnTo>
                    <a:pt x="8678886" y="461837"/>
                  </a:lnTo>
                  <a:lnTo>
                    <a:pt x="8726327" y="421077"/>
                  </a:lnTo>
                  <a:lnTo>
                    <a:pt x="8773673" y="381515"/>
                  </a:lnTo>
                  <a:lnTo>
                    <a:pt x="8820942" y="343592"/>
                  </a:lnTo>
                  <a:lnTo>
                    <a:pt x="8868216" y="307666"/>
                  </a:lnTo>
                  <a:lnTo>
                    <a:pt x="8915655" y="274007"/>
                  </a:lnTo>
                  <a:lnTo>
                    <a:pt x="8963512" y="242785"/>
                  </a:lnTo>
                  <a:lnTo>
                    <a:pt x="9012157" y="214080"/>
                  </a:lnTo>
                  <a:lnTo>
                    <a:pt x="9062093" y="187886"/>
                  </a:lnTo>
                  <a:lnTo>
                    <a:pt x="9084767" y="177081"/>
                  </a:lnTo>
                  <a:lnTo>
                    <a:pt x="9132146" y="156645"/>
                  </a:lnTo>
                  <a:lnTo>
                    <a:pt x="9182025" y="138149"/>
                  </a:lnTo>
                  <a:lnTo>
                    <a:pt x="9235157" y="121506"/>
                  </a:lnTo>
                  <a:lnTo>
                    <a:pt x="9292370" y="106562"/>
                  </a:lnTo>
                  <a:lnTo>
                    <a:pt x="9354506" y="93139"/>
                  </a:lnTo>
                  <a:lnTo>
                    <a:pt x="9422371" y="81061"/>
                  </a:lnTo>
                  <a:lnTo>
                    <a:pt x="9496655" y="70169"/>
                  </a:lnTo>
                  <a:lnTo>
                    <a:pt x="9577829" y="60329"/>
                  </a:lnTo>
                  <a:lnTo>
                    <a:pt x="9666006" y="51438"/>
                  </a:lnTo>
                  <a:lnTo>
                    <a:pt x="9760770" y="43423"/>
                  </a:lnTo>
                  <a:lnTo>
                    <a:pt x="9860983" y="36247"/>
                  </a:lnTo>
                  <a:lnTo>
                    <a:pt x="9964627" y="29898"/>
                  </a:lnTo>
                  <a:lnTo>
                    <a:pt x="10068719" y="24386"/>
                  </a:lnTo>
                  <a:lnTo>
                    <a:pt x="10169421" y="19731"/>
                  </a:lnTo>
                  <a:lnTo>
                    <a:pt x="10262380" y="15944"/>
                  </a:lnTo>
                  <a:lnTo>
                    <a:pt x="10343331" y="13016"/>
                  </a:lnTo>
                  <a:lnTo>
                    <a:pt x="10408843" y="10897"/>
                  </a:lnTo>
                  <a:lnTo>
                    <a:pt x="10457036" y="9495"/>
                  </a:lnTo>
                  <a:lnTo>
                    <a:pt x="10488047" y="8681"/>
                  </a:lnTo>
                  <a:lnTo>
                    <a:pt x="10504134" y="8297"/>
                  </a:lnTo>
                  <a:lnTo>
                    <a:pt x="10509485" y="8181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8685" y="25"/>
                  </a:lnTo>
                  <a:lnTo>
                    <a:pt x="10500644" y="204"/>
                  </a:lnTo>
                  <a:lnTo>
                    <a:pt x="10480421" y="700"/>
                  </a:lnTo>
                  <a:lnTo>
                    <a:pt x="10444378" y="1676"/>
                  </a:lnTo>
                  <a:lnTo>
                    <a:pt x="10390886" y="3282"/>
                  </a:lnTo>
                  <a:lnTo>
                    <a:pt x="10320444" y="5637"/>
                  </a:lnTo>
                  <a:lnTo>
                    <a:pt x="10235462" y="8820"/>
                  </a:lnTo>
                  <a:lnTo>
                    <a:pt x="10139704" y="12868"/>
                  </a:lnTo>
                  <a:lnTo>
                    <a:pt x="10037537" y="17784"/>
                  </a:lnTo>
                  <a:lnTo>
                    <a:pt x="9933211" y="23550"/>
                  </a:lnTo>
                  <a:lnTo>
                    <a:pt x="9830331" y="30148"/>
                  </a:lnTo>
                  <a:lnTo>
                    <a:pt x="9731589" y="37575"/>
                  </a:lnTo>
                  <a:lnTo>
                    <a:pt x="9638726" y="45848"/>
                  </a:lnTo>
                  <a:lnTo>
                    <a:pt x="9552642" y="55016"/>
                  </a:lnTo>
                  <a:lnTo>
                    <a:pt x="9473575" y="65160"/>
                  </a:lnTo>
                  <a:lnTo>
                    <a:pt x="9401286" y="76394"/>
                  </a:lnTo>
                  <a:lnTo>
                    <a:pt x="9335225" y="88859"/>
                  </a:lnTo>
                  <a:lnTo>
                    <a:pt x="9274659" y="102721"/>
                  </a:lnTo>
                  <a:lnTo>
                    <a:pt x="9218765" y="118158"/>
                  </a:lnTo>
                  <a:lnTo>
                    <a:pt x="9166697" y="135345"/>
                  </a:lnTo>
                  <a:lnTo>
                    <a:pt x="9117646" y="154421"/>
                  </a:lnTo>
                  <a:lnTo>
                    <a:pt x="9084767" y="168908"/>
                  </a:lnTo>
                  <a:lnTo>
                    <a:pt x="9034055" y="194011"/>
                  </a:lnTo>
                  <a:lnTo>
                    <a:pt x="8984911" y="221600"/>
                  </a:lnTo>
                  <a:lnTo>
                    <a:pt x="8936758" y="251713"/>
                  </a:lnTo>
                  <a:lnTo>
                    <a:pt x="8889172" y="284309"/>
                  </a:lnTo>
                  <a:lnTo>
                    <a:pt x="8841850" y="319260"/>
                  </a:lnTo>
                  <a:lnTo>
                    <a:pt x="8794593" y="356338"/>
                  </a:lnTo>
                  <a:lnTo>
                    <a:pt x="8747286" y="395225"/>
                  </a:lnTo>
                  <a:lnTo>
                    <a:pt x="8699887" y="435514"/>
                  </a:lnTo>
                  <a:lnTo>
                    <a:pt x="8652402" y="476726"/>
                  </a:lnTo>
                  <a:lnTo>
                    <a:pt x="8604876" y="518333"/>
                  </a:lnTo>
                  <a:lnTo>
                    <a:pt x="8557367" y="559787"/>
                  </a:lnTo>
                  <a:lnTo>
                    <a:pt x="8509926" y="600546"/>
                  </a:lnTo>
                  <a:lnTo>
                    <a:pt x="8462580" y="640109"/>
                  </a:lnTo>
                  <a:lnTo>
                    <a:pt x="8415311" y="678032"/>
                  </a:lnTo>
                  <a:lnTo>
                    <a:pt x="8368037" y="713957"/>
                  </a:lnTo>
                  <a:lnTo>
                    <a:pt x="8320598" y="747617"/>
                  </a:lnTo>
                  <a:lnTo>
                    <a:pt x="8272741" y="778839"/>
                  </a:lnTo>
                  <a:lnTo>
                    <a:pt x="8224097" y="807544"/>
                  </a:lnTo>
                  <a:lnTo>
                    <a:pt x="8174160" y="833737"/>
                  </a:lnTo>
                  <a:lnTo>
                    <a:pt x="8151487" y="844543"/>
                  </a:lnTo>
                  <a:lnTo>
                    <a:pt x="8104107" y="864979"/>
                  </a:lnTo>
                  <a:lnTo>
                    <a:pt x="8054229" y="883475"/>
                  </a:lnTo>
                  <a:lnTo>
                    <a:pt x="8001096" y="900118"/>
                  </a:lnTo>
                  <a:lnTo>
                    <a:pt x="7943884" y="915062"/>
                  </a:lnTo>
                  <a:lnTo>
                    <a:pt x="7881747" y="928485"/>
                  </a:lnTo>
                  <a:lnTo>
                    <a:pt x="7813882" y="940563"/>
                  </a:lnTo>
                  <a:lnTo>
                    <a:pt x="7739598" y="951455"/>
                  </a:lnTo>
                  <a:lnTo>
                    <a:pt x="7658424" y="961295"/>
                  </a:lnTo>
                  <a:lnTo>
                    <a:pt x="7570247" y="970186"/>
                  </a:lnTo>
                  <a:lnTo>
                    <a:pt x="7475484" y="978200"/>
                  </a:lnTo>
                  <a:lnTo>
                    <a:pt x="7375270" y="985377"/>
                  </a:lnTo>
                  <a:lnTo>
                    <a:pt x="7271627" y="991726"/>
                  </a:lnTo>
                  <a:lnTo>
                    <a:pt x="7167534" y="997238"/>
                  </a:lnTo>
                  <a:lnTo>
                    <a:pt x="7066833" y="1001893"/>
                  </a:lnTo>
                  <a:lnTo>
                    <a:pt x="6973873" y="1005679"/>
                  </a:lnTo>
                  <a:lnTo>
                    <a:pt x="6892922" y="1008608"/>
                  </a:lnTo>
                  <a:lnTo>
                    <a:pt x="6827411" y="1010727"/>
                  </a:lnTo>
                  <a:lnTo>
                    <a:pt x="6779218" y="1012129"/>
                  </a:lnTo>
                  <a:lnTo>
                    <a:pt x="6748207" y="1012943"/>
                  </a:lnTo>
                  <a:lnTo>
                    <a:pt x="6732119" y="1013327"/>
                  </a:lnTo>
                  <a:lnTo>
                    <a:pt x="6726768" y="1013443"/>
                  </a:lnTo>
                  <a:lnTo>
                    <a:pt x="6726343" y="1013451"/>
                  </a:lnTo>
                  <a:lnTo>
                    <a:pt x="5254955" y="1013451"/>
                  </a:lnTo>
                  <a:lnTo>
                    <a:pt x="5253744" y="1013488"/>
                  </a:lnTo>
                  <a:lnTo>
                    <a:pt x="5245794" y="1013748"/>
                  </a:lnTo>
                  <a:lnTo>
                    <a:pt x="5225793" y="1014467"/>
                  </a:lnTo>
                  <a:lnTo>
                    <a:pt x="5190127" y="1015883"/>
                  </a:lnTo>
                  <a:lnTo>
                    <a:pt x="5137158" y="1018212"/>
                  </a:lnTo>
                  <a:lnTo>
                    <a:pt x="5067342" y="1021629"/>
                  </a:lnTo>
                  <a:lnTo>
                    <a:pt x="4983026" y="1026251"/>
                  </a:lnTo>
                  <a:lnTo>
                    <a:pt x="4887902" y="1032132"/>
                  </a:lnTo>
                  <a:lnTo>
                    <a:pt x="4786282" y="1039275"/>
                  </a:lnTo>
                  <a:lnTo>
                    <a:pt x="4682378" y="1047659"/>
                  </a:lnTo>
                  <a:lnTo>
                    <a:pt x="4579784" y="1057255"/>
                  </a:lnTo>
                  <a:lnTo>
                    <a:pt x="4481200" y="1068057"/>
                  </a:lnTo>
                  <a:lnTo>
                    <a:pt x="4388387" y="1080088"/>
                  </a:lnTo>
                  <a:lnTo>
                    <a:pt x="4302272" y="1093419"/>
                  </a:lnTo>
                  <a:lnTo>
                    <a:pt x="4223120" y="1108164"/>
                  </a:lnTo>
                  <a:lnTo>
                    <a:pt x="4150716" y="1124483"/>
                  </a:lnTo>
                  <a:lnTo>
                    <a:pt x="4084533" y="1142582"/>
                  </a:lnTo>
                  <a:lnTo>
                    <a:pt x="4023854" y="1162697"/>
                  </a:lnTo>
                  <a:lnTo>
                    <a:pt x="3967869" y="1185088"/>
                  </a:lnTo>
                  <a:lnTo>
                    <a:pt x="3915743" y="1210008"/>
                  </a:lnTo>
                  <a:lnTo>
                    <a:pt x="3866671" y="1237666"/>
                  </a:lnTo>
                  <a:lnTo>
                    <a:pt x="3829811" y="1261366"/>
                  </a:lnTo>
                  <a:lnTo>
                    <a:pt x="3783098" y="1295124"/>
                  </a:lnTo>
                  <a:lnTo>
                    <a:pt x="3737755" y="1331961"/>
                  </a:lnTo>
                  <a:lnTo>
                    <a:pt x="3693318" y="1371934"/>
                  </a:lnTo>
                  <a:lnTo>
                    <a:pt x="3649435" y="1415014"/>
                  </a:lnTo>
                  <a:lnTo>
                    <a:pt x="3605846" y="1461083"/>
                  </a:lnTo>
                  <a:lnTo>
                    <a:pt x="3562370" y="1509923"/>
                  </a:lnTo>
                  <a:lnTo>
                    <a:pt x="3518889" y="1561216"/>
                  </a:lnTo>
                  <a:lnTo>
                    <a:pt x="3475343" y="1614546"/>
                  </a:lnTo>
                  <a:lnTo>
                    <a:pt x="3431715" y="1669414"/>
                  </a:lnTo>
                  <a:lnTo>
                    <a:pt x="3388024" y="1725251"/>
                  </a:lnTo>
                  <a:lnTo>
                    <a:pt x="3344307" y="1781446"/>
                  </a:lnTo>
                  <a:lnTo>
                    <a:pt x="3300609" y="1837369"/>
                  </a:lnTo>
                  <a:lnTo>
                    <a:pt x="3256971" y="1892405"/>
                  </a:lnTo>
                  <a:lnTo>
                    <a:pt x="3213414" y="1945977"/>
                  </a:lnTo>
                  <a:lnTo>
                    <a:pt x="3169927" y="1997575"/>
                  </a:lnTo>
                  <a:lnTo>
                    <a:pt x="3126455" y="2046772"/>
                  </a:lnTo>
                  <a:lnTo>
                    <a:pt x="3082891" y="2093236"/>
                  </a:lnTo>
                  <a:lnTo>
                    <a:pt x="3039062" y="2136735"/>
                  </a:lnTo>
                  <a:lnTo>
                    <a:pt x="2994719" y="2177137"/>
                  </a:lnTo>
                  <a:lnTo>
                    <a:pt x="2949524" y="2214402"/>
                  </a:lnTo>
                  <a:lnTo>
                    <a:pt x="2903032" y="2248576"/>
                  </a:lnTo>
                  <a:lnTo>
                    <a:pt x="2896531" y="2253023"/>
                  </a:lnTo>
                  <a:lnTo>
                    <a:pt x="2849343" y="2282905"/>
                  </a:lnTo>
                  <a:lnTo>
                    <a:pt x="2799679" y="2309961"/>
                  </a:lnTo>
                  <a:lnTo>
                    <a:pt x="2746794" y="2334318"/>
                  </a:lnTo>
                  <a:lnTo>
                    <a:pt x="2689870" y="2356198"/>
                  </a:lnTo>
                  <a:lnTo>
                    <a:pt x="2628074" y="2375858"/>
                  </a:lnTo>
                  <a:lnTo>
                    <a:pt x="2560610" y="2393555"/>
                  </a:lnTo>
                  <a:lnTo>
                    <a:pt x="2486792" y="2409521"/>
                  </a:lnTo>
                  <a:lnTo>
                    <a:pt x="2406147" y="2423949"/>
                  </a:lnTo>
                  <a:lnTo>
                    <a:pt x="2318550" y="2436993"/>
                  </a:lnTo>
                  <a:lnTo>
                    <a:pt x="2224393" y="2448756"/>
                  </a:lnTo>
                  <a:lnTo>
                    <a:pt x="2124767" y="2459297"/>
                  </a:lnTo>
                  <a:lnTo>
                    <a:pt x="2021631" y="2468635"/>
                  </a:lnTo>
                  <a:lnTo>
                    <a:pt x="1917888" y="2476754"/>
                  </a:lnTo>
                  <a:lnTo>
                    <a:pt x="1817295" y="2483627"/>
                  </a:lnTo>
                  <a:lnTo>
                    <a:pt x="1724141" y="2489236"/>
                  </a:lnTo>
                  <a:lnTo>
                    <a:pt x="1642665" y="2493592"/>
                  </a:lnTo>
                  <a:lnTo>
                    <a:pt x="1576330" y="2496764"/>
                  </a:lnTo>
                  <a:lnTo>
                    <a:pt x="1527113" y="2498880"/>
                  </a:lnTo>
                  <a:lnTo>
                    <a:pt x="1495024" y="2500126"/>
                  </a:lnTo>
                  <a:lnTo>
                    <a:pt x="1477980" y="2500727"/>
                  </a:lnTo>
                  <a:lnTo>
                    <a:pt x="1471980" y="2500919"/>
                  </a:lnTo>
                  <a:lnTo>
                    <a:pt x="1471387" y="2500937"/>
                  </a:lnTo>
                  <a:lnTo>
                    <a:pt x="0" y="2500937"/>
                  </a:lnTo>
                  <a:close/>
                </a:path>
              </a:pathLst>
            </a:custGeom>
            <a:solidFill>
              <a:srgbClr val="B497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800" name="pl1800"/>
            <p:cNvSpPr/>
            <p:nvPr/>
          </p:nvSpPr>
          <p:spPr>
            <a:xfrm>
              <a:off x="4799595" y="7685032"/>
              <a:ext cx="11981298" cy="2500937"/>
            </a:xfrm>
            <a:custGeom>
              <a:avLst/>
              <a:pathLst>
                <a:path w="11981298" h="2500937">
                  <a:moveTo>
                    <a:pt x="0" y="2500937"/>
                  </a:moveTo>
                  <a:lnTo>
                    <a:pt x="1471387" y="2500937"/>
                  </a:lnTo>
                  <a:lnTo>
                    <a:pt x="1472598" y="2500901"/>
                  </a:lnTo>
                  <a:lnTo>
                    <a:pt x="1480548" y="2500640"/>
                  </a:lnTo>
                  <a:lnTo>
                    <a:pt x="1500549" y="2499921"/>
                  </a:lnTo>
                  <a:lnTo>
                    <a:pt x="1536215" y="2498506"/>
                  </a:lnTo>
                  <a:lnTo>
                    <a:pt x="1589184" y="2496176"/>
                  </a:lnTo>
                  <a:lnTo>
                    <a:pt x="1659000" y="2492759"/>
                  </a:lnTo>
                  <a:lnTo>
                    <a:pt x="1743316" y="2488137"/>
                  </a:lnTo>
                  <a:lnTo>
                    <a:pt x="1838440" y="2482256"/>
                  </a:lnTo>
                  <a:lnTo>
                    <a:pt x="1940060" y="2475113"/>
                  </a:lnTo>
                  <a:lnTo>
                    <a:pt x="2043964" y="2466729"/>
                  </a:lnTo>
                  <a:lnTo>
                    <a:pt x="2146558" y="2457133"/>
                  </a:lnTo>
                  <a:lnTo>
                    <a:pt x="2245142" y="2446332"/>
                  </a:lnTo>
                  <a:lnTo>
                    <a:pt x="2337955" y="2434300"/>
                  </a:lnTo>
                  <a:lnTo>
                    <a:pt x="2424070" y="2420969"/>
                  </a:lnTo>
                  <a:lnTo>
                    <a:pt x="2503222" y="2406225"/>
                  </a:lnTo>
                  <a:lnTo>
                    <a:pt x="2575626" y="2389905"/>
                  </a:lnTo>
                  <a:lnTo>
                    <a:pt x="2641809" y="2371806"/>
                  </a:lnTo>
                  <a:lnTo>
                    <a:pt x="2702488" y="2351691"/>
                  </a:lnTo>
                  <a:lnTo>
                    <a:pt x="2758473" y="2329300"/>
                  </a:lnTo>
                  <a:lnTo>
                    <a:pt x="2810599" y="2304380"/>
                  </a:lnTo>
                  <a:lnTo>
                    <a:pt x="2859671" y="2276722"/>
                  </a:lnTo>
                  <a:lnTo>
                    <a:pt x="2896531" y="2253023"/>
                  </a:lnTo>
                  <a:lnTo>
                    <a:pt x="2943244" y="2219265"/>
                  </a:lnTo>
                  <a:lnTo>
                    <a:pt x="2988587" y="2182427"/>
                  </a:lnTo>
                  <a:lnTo>
                    <a:pt x="3033024" y="2142454"/>
                  </a:lnTo>
                  <a:lnTo>
                    <a:pt x="3076907" y="2099374"/>
                  </a:lnTo>
                  <a:lnTo>
                    <a:pt x="3120496" y="2053305"/>
                  </a:lnTo>
                  <a:lnTo>
                    <a:pt x="3163972" y="2004465"/>
                  </a:lnTo>
                  <a:lnTo>
                    <a:pt x="3207453" y="1953173"/>
                  </a:lnTo>
                  <a:lnTo>
                    <a:pt x="3251000" y="1899842"/>
                  </a:lnTo>
                  <a:lnTo>
                    <a:pt x="3294627" y="1844974"/>
                  </a:lnTo>
                  <a:lnTo>
                    <a:pt x="3338318" y="1789137"/>
                  </a:lnTo>
                  <a:lnTo>
                    <a:pt x="3382036" y="1732942"/>
                  </a:lnTo>
                  <a:lnTo>
                    <a:pt x="3425733" y="1677019"/>
                  </a:lnTo>
                  <a:lnTo>
                    <a:pt x="3469371" y="1621984"/>
                  </a:lnTo>
                  <a:lnTo>
                    <a:pt x="3512928" y="1568411"/>
                  </a:lnTo>
                  <a:lnTo>
                    <a:pt x="3556416" y="1516813"/>
                  </a:lnTo>
                  <a:lnTo>
                    <a:pt x="3599887" y="1467616"/>
                  </a:lnTo>
                  <a:lnTo>
                    <a:pt x="3643451" y="1421152"/>
                  </a:lnTo>
                  <a:lnTo>
                    <a:pt x="3687280" y="1377653"/>
                  </a:lnTo>
                  <a:lnTo>
                    <a:pt x="3731623" y="1337252"/>
                  </a:lnTo>
                  <a:lnTo>
                    <a:pt x="3776818" y="1299986"/>
                  </a:lnTo>
                  <a:lnTo>
                    <a:pt x="3823311" y="1265812"/>
                  </a:lnTo>
                  <a:lnTo>
                    <a:pt x="3829811" y="1261366"/>
                  </a:lnTo>
                  <a:lnTo>
                    <a:pt x="3876999" y="1231483"/>
                  </a:lnTo>
                  <a:lnTo>
                    <a:pt x="3926663" y="1204427"/>
                  </a:lnTo>
                  <a:lnTo>
                    <a:pt x="3979549" y="1180070"/>
                  </a:lnTo>
                  <a:lnTo>
                    <a:pt x="4036472" y="1158191"/>
                  </a:lnTo>
                  <a:lnTo>
                    <a:pt x="4098268" y="1138530"/>
                  </a:lnTo>
                  <a:lnTo>
                    <a:pt x="4165732" y="1120833"/>
                  </a:lnTo>
                  <a:lnTo>
                    <a:pt x="4239550" y="1104868"/>
                  </a:lnTo>
                  <a:lnTo>
                    <a:pt x="4320195" y="1090439"/>
                  </a:lnTo>
                  <a:lnTo>
                    <a:pt x="4407792" y="1077396"/>
                  </a:lnTo>
                  <a:lnTo>
                    <a:pt x="4501950" y="1065633"/>
                  </a:lnTo>
                  <a:lnTo>
                    <a:pt x="4601575" y="1055091"/>
                  </a:lnTo>
                  <a:lnTo>
                    <a:pt x="4704711" y="1045754"/>
                  </a:lnTo>
                  <a:lnTo>
                    <a:pt x="4808454" y="1037634"/>
                  </a:lnTo>
                  <a:lnTo>
                    <a:pt x="4909047" y="1030761"/>
                  </a:lnTo>
                  <a:lnTo>
                    <a:pt x="5002202" y="1025153"/>
                  </a:lnTo>
                  <a:lnTo>
                    <a:pt x="5083677" y="1020796"/>
                  </a:lnTo>
                  <a:lnTo>
                    <a:pt x="5150012" y="1017625"/>
                  </a:lnTo>
                  <a:lnTo>
                    <a:pt x="5199229" y="1015508"/>
                  </a:lnTo>
                  <a:lnTo>
                    <a:pt x="5231318" y="1014262"/>
                  </a:lnTo>
                  <a:lnTo>
                    <a:pt x="5248363" y="1013661"/>
                  </a:lnTo>
                  <a:lnTo>
                    <a:pt x="5254362" y="1013469"/>
                  </a:lnTo>
                  <a:lnTo>
                    <a:pt x="5254955" y="1013451"/>
                  </a:lnTo>
                  <a:lnTo>
                    <a:pt x="6726343" y="1013451"/>
                  </a:lnTo>
                  <a:lnTo>
                    <a:pt x="6727568" y="1013426"/>
                  </a:lnTo>
                  <a:lnTo>
                    <a:pt x="6735609" y="1013247"/>
                  </a:lnTo>
                  <a:lnTo>
                    <a:pt x="6755833" y="1012751"/>
                  </a:lnTo>
                  <a:lnTo>
                    <a:pt x="6791876" y="1011775"/>
                  </a:lnTo>
                  <a:lnTo>
                    <a:pt x="6845368" y="1010169"/>
                  </a:lnTo>
                  <a:lnTo>
                    <a:pt x="6915809" y="1007814"/>
                  </a:lnTo>
                  <a:lnTo>
                    <a:pt x="7000791" y="1004631"/>
                  </a:lnTo>
                  <a:lnTo>
                    <a:pt x="7096549" y="1000582"/>
                  </a:lnTo>
                  <a:lnTo>
                    <a:pt x="7198716" y="995667"/>
                  </a:lnTo>
                  <a:lnTo>
                    <a:pt x="7303042" y="989901"/>
                  </a:lnTo>
                  <a:lnTo>
                    <a:pt x="7405922" y="983302"/>
                  </a:lnTo>
                  <a:lnTo>
                    <a:pt x="7504665" y="975876"/>
                  </a:lnTo>
                  <a:lnTo>
                    <a:pt x="7597527" y="967603"/>
                  </a:lnTo>
                  <a:lnTo>
                    <a:pt x="7683611" y="958435"/>
                  </a:lnTo>
                  <a:lnTo>
                    <a:pt x="7762679" y="948291"/>
                  </a:lnTo>
                  <a:lnTo>
                    <a:pt x="7834968" y="937057"/>
                  </a:lnTo>
                  <a:lnTo>
                    <a:pt x="7901028" y="924592"/>
                  </a:lnTo>
                  <a:lnTo>
                    <a:pt x="7961594" y="910730"/>
                  </a:lnTo>
                  <a:lnTo>
                    <a:pt x="8017488" y="895292"/>
                  </a:lnTo>
                  <a:lnTo>
                    <a:pt x="8069556" y="878105"/>
                  </a:lnTo>
                  <a:lnTo>
                    <a:pt x="8118607" y="859030"/>
                  </a:lnTo>
                  <a:lnTo>
                    <a:pt x="8151487" y="844543"/>
                  </a:lnTo>
                  <a:lnTo>
                    <a:pt x="8202198" y="819440"/>
                  </a:lnTo>
                  <a:lnTo>
                    <a:pt x="8251343" y="791851"/>
                  </a:lnTo>
                  <a:lnTo>
                    <a:pt x="8299495" y="761738"/>
                  </a:lnTo>
                  <a:lnTo>
                    <a:pt x="8347082" y="729141"/>
                  </a:lnTo>
                  <a:lnTo>
                    <a:pt x="8394403" y="694191"/>
                  </a:lnTo>
                  <a:lnTo>
                    <a:pt x="8441661" y="657113"/>
                  </a:lnTo>
                  <a:lnTo>
                    <a:pt x="8488967" y="618226"/>
                  </a:lnTo>
                  <a:lnTo>
                    <a:pt x="8536367" y="577937"/>
                  </a:lnTo>
                  <a:lnTo>
                    <a:pt x="8583851" y="536725"/>
                  </a:lnTo>
                  <a:lnTo>
                    <a:pt x="8631377" y="495118"/>
                  </a:lnTo>
                  <a:lnTo>
                    <a:pt x="8678886" y="453664"/>
                  </a:lnTo>
                  <a:lnTo>
                    <a:pt x="8726327" y="412904"/>
                  </a:lnTo>
                  <a:lnTo>
                    <a:pt x="8773673" y="373342"/>
                  </a:lnTo>
                  <a:lnTo>
                    <a:pt x="8820942" y="335419"/>
                  </a:lnTo>
                  <a:lnTo>
                    <a:pt x="8868216" y="299493"/>
                  </a:lnTo>
                  <a:lnTo>
                    <a:pt x="8915655" y="265834"/>
                  </a:lnTo>
                  <a:lnTo>
                    <a:pt x="8963512" y="234612"/>
                  </a:lnTo>
                  <a:lnTo>
                    <a:pt x="9012157" y="205907"/>
                  </a:lnTo>
                  <a:lnTo>
                    <a:pt x="9062093" y="179713"/>
                  </a:lnTo>
                  <a:lnTo>
                    <a:pt x="9084767" y="168908"/>
                  </a:lnTo>
                  <a:lnTo>
                    <a:pt x="9132146" y="148472"/>
                  </a:lnTo>
                  <a:lnTo>
                    <a:pt x="9182025" y="129976"/>
                  </a:lnTo>
                  <a:lnTo>
                    <a:pt x="9235157" y="113333"/>
                  </a:lnTo>
                  <a:lnTo>
                    <a:pt x="9292370" y="98389"/>
                  </a:lnTo>
                  <a:lnTo>
                    <a:pt x="9354506" y="84966"/>
                  </a:lnTo>
                  <a:lnTo>
                    <a:pt x="9422371" y="72888"/>
                  </a:lnTo>
                  <a:lnTo>
                    <a:pt x="9496655" y="61996"/>
                  </a:lnTo>
                  <a:lnTo>
                    <a:pt x="9577829" y="52156"/>
                  </a:lnTo>
                  <a:lnTo>
                    <a:pt x="9666006" y="43265"/>
                  </a:lnTo>
                  <a:lnTo>
                    <a:pt x="9760770" y="35250"/>
                  </a:lnTo>
                  <a:lnTo>
                    <a:pt x="9860983" y="28074"/>
                  </a:lnTo>
                  <a:lnTo>
                    <a:pt x="9964627" y="21725"/>
                  </a:lnTo>
                  <a:lnTo>
                    <a:pt x="10068719" y="16213"/>
                  </a:lnTo>
                  <a:lnTo>
                    <a:pt x="10169421" y="11558"/>
                  </a:lnTo>
                  <a:lnTo>
                    <a:pt x="10262380" y="7771"/>
                  </a:lnTo>
                  <a:lnTo>
                    <a:pt x="10343331" y="4843"/>
                  </a:lnTo>
                  <a:lnTo>
                    <a:pt x="10408843" y="2724"/>
                  </a:lnTo>
                  <a:lnTo>
                    <a:pt x="10457036" y="1322"/>
                  </a:lnTo>
                  <a:lnTo>
                    <a:pt x="10488047" y="508"/>
                  </a:lnTo>
                  <a:lnTo>
                    <a:pt x="10504134" y="124"/>
                  </a:lnTo>
                  <a:lnTo>
                    <a:pt x="10509485" y="8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01" name="pl1801"/>
            <p:cNvSpPr/>
            <p:nvPr/>
          </p:nvSpPr>
          <p:spPr>
            <a:xfrm>
              <a:off x="4799595" y="7676859"/>
              <a:ext cx="11981298" cy="2500937"/>
            </a:xfrm>
            <a:custGeom>
              <a:avLst/>
              <a:pathLst>
                <a:path w="11981298" h="2500937">
                  <a:moveTo>
                    <a:pt x="11981298" y="0"/>
                  </a:moveTo>
                  <a:lnTo>
                    <a:pt x="10509911" y="0"/>
                  </a:lnTo>
                  <a:lnTo>
                    <a:pt x="10508685" y="25"/>
                  </a:lnTo>
                  <a:lnTo>
                    <a:pt x="10500644" y="204"/>
                  </a:lnTo>
                  <a:lnTo>
                    <a:pt x="10480421" y="700"/>
                  </a:lnTo>
                  <a:lnTo>
                    <a:pt x="10444378" y="1676"/>
                  </a:lnTo>
                  <a:lnTo>
                    <a:pt x="10390886" y="3282"/>
                  </a:lnTo>
                  <a:lnTo>
                    <a:pt x="10320444" y="5637"/>
                  </a:lnTo>
                  <a:lnTo>
                    <a:pt x="10235462" y="8820"/>
                  </a:lnTo>
                  <a:lnTo>
                    <a:pt x="10139704" y="12868"/>
                  </a:lnTo>
                  <a:lnTo>
                    <a:pt x="10037537" y="17784"/>
                  </a:lnTo>
                  <a:lnTo>
                    <a:pt x="9933211" y="23550"/>
                  </a:lnTo>
                  <a:lnTo>
                    <a:pt x="9830331" y="30148"/>
                  </a:lnTo>
                  <a:lnTo>
                    <a:pt x="9731589" y="37575"/>
                  </a:lnTo>
                  <a:lnTo>
                    <a:pt x="9638726" y="45848"/>
                  </a:lnTo>
                  <a:lnTo>
                    <a:pt x="9552642" y="55016"/>
                  </a:lnTo>
                  <a:lnTo>
                    <a:pt x="9473575" y="65160"/>
                  </a:lnTo>
                  <a:lnTo>
                    <a:pt x="9401286" y="76394"/>
                  </a:lnTo>
                  <a:lnTo>
                    <a:pt x="9335225" y="88859"/>
                  </a:lnTo>
                  <a:lnTo>
                    <a:pt x="9274659" y="102721"/>
                  </a:lnTo>
                  <a:lnTo>
                    <a:pt x="9218765" y="118158"/>
                  </a:lnTo>
                  <a:lnTo>
                    <a:pt x="9166697" y="135345"/>
                  </a:lnTo>
                  <a:lnTo>
                    <a:pt x="9117646" y="154421"/>
                  </a:lnTo>
                  <a:lnTo>
                    <a:pt x="9084767" y="168908"/>
                  </a:lnTo>
                  <a:lnTo>
                    <a:pt x="9034055" y="194011"/>
                  </a:lnTo>
                  <a:lnTo>
                    <a:pt x="8984911" y="221600"/>
                  </a:lnTo>
                  <a:lnTo>
                    <a:pt x="8936758" y="251713"/>
                  </a:lnTo>
                  <a:lnTo>
                    <a:pt x="8889172" y="284309"/>
                  </a:lnTo>
                  <a:lnTo>
                    <a:pt x="8841850" y="319260"/>
                  </a:lnTo>
                  <a:lnTo>
                    <a:pt x="8794593" y="356338"/>
                  </a:lnTo>
                  <a:lnTo>
                    <a:pt x="8747286" y="395225"/>
                  </a:lnTo>
                  <a:lnTo>
                    <a:pt x="8699887" y="435514"/>
                  </a:lnTo>
                  <a:lnTo>
                    <a:pt x="8652402" y="476726"/>
                  </a:lnTo>
                  <a:lnTo>
                    <a:pt x="8604876" y="518333"/>
                  </a:lnTo>
                  <a:lnTo>
                    <a:pt x="8557367" y="559787"/>
                  </a:lnTo>
                  <a:lnTo>
                    <a:pt x="8509926" y="600546"/>
                  </a:lnTo>
                  <a:lnTo>
                    <a:pt x="8462580" y="640109"/>
                  </a:lnTo>
                  <a:lnTo>
                    <a:pt x="8415311" y="678032"/>
                  </a:lnTo>
                  <a:lnTo>
                    <a:pt x="8368037" y="713957"/>
                  </a:lnTo>
                  <a:lnTo>
                    <a:pt x="8320598" y="747617"/>
                  </a:lnTo>
                  <a:lnTo>
                    <a:pt x="8272741" y="778839"/>
                  </a:lnTo>
                  <a:lnTo>
                    <a:pt x="8224097" y="807544"/>
                  </a:lnTo>
                  <a:lnTo>
                    <a:pt x="8174160" y="833737"/>
                  </a:lnTo>
                  <a:lnTo>
                    <a:pt x="8151487" y="844543"/>
                  </a:lnTo>
                  <a:lnTo>
                    <a:pt x="8104107" y="864979"/>
                  </a:lnTo>
                  <a:lnTo>
                    <a:pt x="8054229" y="883475"/>
                  </a:lnTo>
                  <a:lnTo>
                    <a:pt x="8001096" y="900118"/>
                  </a:lnTo>
                  <a:lnTo>
                    <a:pt x="7943884" y="915062"/>
                  </a:lnTo>
                  <a:lnTo>
                    <a:pt x="7881747" y="928485"/>
                  </a:lnTo>
                  <a:lnTo>
                    <a:pt x="7813882" y="940563"/>
                  </a:lnTo>
                  <a:lnTo>
                    <a:pt x="7739598" y="951455"/>
                  </a:lnTo>
                  <a:lnTo>
                    <a:pt x="7658424" y="961295"/>
                  </a:lnTo>
                  <a:lnTo>
                    <a:pt x="7570247" y="970186"/>
                  </a:lnTo>
                  <a:lnTo>
                    <a:pt x="7475484" y="978200"/>
                  </a:lnTo>
                  <a:lnTo>
                    <a:pt x="7375270" y="985377"/>
                  </a:lnTo>
                  <a:lnTo>
                    <a:pt x="7271627" y="991726"/>
                  </a:lnTo>
                  <a:lnTo>
                    <a:pt x="7167534" y="997238"/>
                  </a:lnTo>
                  <a:lnTo>
                    <a:pt x="7066833" y="1001893"/>
                  </a:lnTo>
                  <a:lnTo>
                    <a:pt x="6973873" y="1005679"/>
                  </a:lnTo>
                  <a:lnTo>
                    <a:pt x="6892922" y="1008608"/>
                  </a:lnTo>
                  <a:lnTo>
                    <a:pt x="6827411" y="1010727"/>
                  </a:lnTo>
                  <a:lnTo>
                    <a:pt x="6779218" y="1012129"/>
                  </a:lnTo>
                  <a:lnTo>
                    <a:pt x="6748207" y="1012943"/>
                  </a:lnTo>
                  <a:lnTo>
                    <a:pt x="6732119" y="1013327"/>
                  </a:lnTo>
                  <a:lnTo>
                    <a:pt x="6726768" y="1013443"/>
                  </a:lnTo>
                  <a:lnTo>
                    <a:pt x="6726343" y="1013451"/>
                  </a:lnTo>
                  <a:lnTo>
                    <a:pt x="5254955" y="1013451"/>
                  </a:lnTo>
                  <a:lnTo>
                    <a:pt x="5253744" y="1013488"/>
                  </a:lnTo>
                  <a:lnTo>
                    <a:pt x="5245794" y="1013748"/>
                  </a:lnTo>
                  <a:lnTo>
                    <a:pt x="5225793" y="1014467"/>
                  </a:lnTo>
                  <a:lnTo>
                    <a:pt x="5190127" y="1015883"/>
                  </a:lnTo>
                  <a:lnTo>
                    <a:pt x="5137158" y="1018212"/>
                  </a:lnTo>
                  <a:lnTo>
                    <a:pt x="5067342" y="1021629"/>
                  </a:lnTo>
                  <a:lnTo>
                    <a:pt x="4983026" y="1026251"/>
                  </a:lnTo>
                  <a:lnTo>
                    <a:pt x="4887902" y="1032132"/>
                  </a:lnTo>
                  <a:lnTo>
                    <a:pt x="4786282" y="1039275"/>
                  </a:lnTo>
                  <a:lnTo>
                    <a:pt x="4682378" y="1047659"/>
                  </a:lnTo>
                  <a:lnTo>
                    <a:pt x="4579784" y="1057255"/>
                  </a:lnTo>
                  <a:lnTo>
                    <a:pt x="4481200" y="1068057"/>
                  </a:lnTo>
                  <a:lnTo>
                    <a:pt x="4388387" y="1080088"/>
                  </a:lnTo>
                  <a:lnTo>
                    <a:pt x="4302272" y="1093419"/>
                  </a:lnTo>
                  <a:lnTo>
                    <a:pt x="4223120" y="1108164"/>
                  </a:lnTo>
                  <a:lnTo>
                    <a:pt x="4150716" y="1124483"/>
                  </a:lnTo>
                  <a:lnTo>
                    <a:pt x="4084533" y="1142582"/>
                  </a:lnTo>
                  <a:lnTo>
                    <a:pt x="4023854" y="1162697"/>
                  </a:lnTo>
                  <a:lnTo>
                    <a:pt x="3967869" y="1185088"/>
                  </a:lnTo>
                  <a:lnTo>
                    <a:pt x="3915743" y="1210008"/>
                  </a:lnTo>
                  <a:lnTo>
                    <a:pt x="3866671" y="1237666"/>
                  </a:lnTo>
                  <a:lnTo>
                    <a:pt x="3829811" y="1261366"/>
                  </a:lnTo>
                  <a:lnTo>
                    <a:pt x="3783098" y="1295124"/>
                  </a:lnTo>
                  <a:lnTo>
                    <a:pt x="3737755" y="1331961"/>
                  </a:lnTo>
                  <a:lnTo>
                    <a:pt x="3693318" y="1371934"/>
                  </a:lnTo>
                  <a:lnTo>
                    <a:pt x="3649435" y="1415014"/>
                  </a:lnTo>
                  <a:lnTo>
                    <a:pt x="3605846" y="1461083"/>
                  </a:lnTo>
                  <a:lnTo>
                    <a:pt x="3562370" y="1509923"/>
                  </a:lnTo>
                  <a:lnTo>
                    <a:pt x="3518889" y="1561216"/>
                  </a:lnTo>
                  <a:lnTo>
                    <a:pt x="3475343" y="1614546"/>
                  </a:lnTo>
                  <a:lnTo>
                    <a:pt x="3431715" y="1669414"/>
                  </a:lnTo>
                  <a:lnTo>
                    <a:pt x="3388024" y="1725251"/>
                  </a:lnTo>
                  <a:lnTo>
                    <a:pt x="3344307" y="1781446"/>
                  </a:lnTo>
                  <a:lnTo>
                    <a:pt x="3300609" y="1837369"/>
                  </a:lnTo>
                  <a:lnTo>
                    <a:pt x="3256971" y="1892405"/>
                  </a:lnTo>
                  <a:lnTo>
                    <a:pt x="3213414" y="1945977"/>
                  </a:lnTo>
                  <a:lnTo>
                    <a:pt x="3169927" y="1997575"/>
                  </a:lnTo>
                  <a:lnTo>
                    <a:pt x="3126455" y="2046772"/>
                  </a:lnTo>
                  <a:lnTo>
                    <a:pt x="3082891" y="2093236"/>
                  </a:lnTo>
                  <a:lnTo>
                    <a:pt x="3039062" y="2136735"/>
                  </a:lnTo>
                  <a:lnTo>
                    <a:pt x="2994719" y="2177137"/>
                  </a:lnTo>
                  <a:lnTo>
                    <a:pt x="2949524" y="2214402"/>
                  </a:lnTo>
                  <a:lnTo>
                    <a:pt x="2903032" y="2248576"/>
                  </a:lnTo>
                  <a:lnTo>
                    <a:pt x="2896531" y="2253023"/>
                  </a:lnTo>
                  <a:lnTo>
                    <a:pt x="2849343" y="2282905"/>
                  </a:lnTo>
                  <a:lnTo>
                    <a:pt x="2799679" y="2309961"/>
                  </a:lnTo>
                  <a:lnTo>
                    <a:pt x="2746794" y="2334318"/>
                  </a:lnTo>
                  <a:lnTo>
                    <a:pt x="2689870" y="2356198"/>
                  </a:lnTo>
                  <a:lnTo>
                    <a:pt x="2628074" y="2375858"/>
                  </a:lnTo>
                  <a:lnTo>
                    <a:pt x="2560610" y="2393555"/>
                  </a:lnTo>
                  <a:lnTo>
                    <a:pt x="2486792" y="2409521"/>
                  </a:lnTo>
                  <a:lnTo>
                    <a:pt x="2406147" y="2423949"/>
                  </a:lnTo>
                  <a:lnTo>
                    <a:pt x="2318550" y="2436993"/>
                  </a:lnTo>
                  <a:lnTo>
                    <a:pt x="2224393" y="2448756"/>
                  </a:lnTo>
                  <a:lnTo>
                    <a:pt x="2124767" y="2459297"/>
                  </a:lnTo>
                  <a:lnTo>
                    <a:pt x="2021631" y="2468635"/>
                  </a:lnTo>
                  <a:lnTo>
                    <a:pt x="1917888" y="2476754"/>
                  </a:lnTo>
                  <a:lnTo>
                    <a:pt x="1817295" y="2483627"/>
                  </a:lnTo>
                  <a:lnTo>
                    <a:pt x="1724141" y="2489236"/>
                  </a:lnTo>
                  <a:lnTo>
                    <a:pt x="1642665" y="2493592"/>
                  </a:lnTo>
                  <a:lnTo>
                    <a:pt x="1576330" y="2496764"/>
                  </a:lnTo>
                  <a:lnTo>
                    <a:pt x="1527113" y="2498880"/>
                  </a:lnTo>
                  <a:lnTo>
                    <a:pt x="1495024" y="2500126"/>
                  </a:lnTo>
                  <a:lnTo>
                    <a:pt x="1477980" y="2500727"/>
                  </a:lnTo>
                  <a:lnTo>
                    <a:pt x="1471980" y="2500919"/>
                  </a:lnTo>
                  <a:lnTo>
                    <a:pt x="1471387" y="2500937"/>
                  </a:lnTo>
                  <a:lnTo>
                    <a:pt x="0" y="250093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02" name="pg1802"/>
            <p:cNvSpPr/>
            <p:nvPr/>
          </p:nvSpPr>
          <p:spPr>
            <a:xfrm>
              <a:off x="4799595" y="2993731"/>
              <a:ext cx="11981298" cy="7968673"/>
            </a:xfrm>
            <a:custGeom>
              <a:avLst/>
              <a:pathLst>
                <a:path w="11981298" h="7968673">
                  <a:moveTo>
                    <a:pt x="0" y="7216757"/>
                  </a:moveTo>
                  <a:lnTo>
                    <a:pt x="1471387" y="7216757"/>
                  </a:lnTo>
                  <a:lnTo>
                    <a:pt x="1472618" y="7216776"/>
                  </a:lnTo>
                  <a:lnTo>
                    <a:pt x="1480695" y="7216910"/>
                  </a:lnTo>
                  <a:lnTo>
                    <a:pt x="1501007" y="7217279"/>
                  </a:lnTo>
                  <a:lnTo>
                    <a:pt x="1537200" y="7218007"/>
                  </a:lnTo>
                  <a:lnTo>
                    <a:pt x="1590899" y="7219204"/>
                  </a:lnTo>
                  <a:lnTo>
                    <a:pt x="1661588" y="7220959"/>
                  </a:lnTo>
                  <a:lnTo>
                    <a:pt x="1746832" y="7223331"/>
                  </a:lnTo>
                  <a:lnTo>
                    <a:pt x="1842841" y="7226347"/>
                  </a:lnTo>
                  <a:lnTo>
                    <a:pt x="1945222" y="7230008"/>
                  </a:lnTo>
                  <a:lnTo>
                    <a:pt x="2049714" y="7234302"/>
                  </a:lnTo>
                  <a:lnTo>
                    <a:pt x="2152706" y="7239215"/>
                  </a:lnTo>
                  <a:lnTo>
                    <a:pt x="2251509" y="7244745"/>
                  </a:lnTo>
                  <a:lnTo>
                    <a:pt x="2344390" y="7250905"/>
                  </a:lnTo>
                  <a:lnTo>
                    <a:pt x="2430461" y="7257732"/>
                  </a:lnTo>
                  <a:lnTo>
                    <a:pt x="2509494" y="7265288"/>
                  </a:lnTo>
                  <a:lnTo>
                    <a:pt x="2581737" y="7273657"/>
                  </a:lnTo>
                  <a:lnTo>
                    <a:pt x="2647749" y="7282944"/>
                  </a:lnTo>
                  <a:lnTo>
                    <a:pt x="2708271" y="7293275"/>
                  </a:lnTo>
                  <a:lnTo>
                    <a:pt x="2764130" y="7304783"/>
                  </a:lnTo>
                  <a:lnTo>
                    <a:pt x="2816176" y="7317596"/>
                  </a:lnTo>
                  <a:lnTo>
                    <a:pt x="2865219" y="7331817"/>
                  </a:lnTo>
                  <a:lnTo>
                    <a:pt x="2896531" y="7342076"/>
                  </a:lnTo>
                  <a:lnTo>
                    <a:pt x="2949377" y="7361541"/>
                  </a:lnTo>
                  <a:lnTo>
                    <a:pt x="3000548" y="7383012"/>
                  </a:lnTo>
                  <a:lnTo>
                    <a:pt x="3050685" y="7406521"/>
                  </a:lnTo>
                  <a:lnTo>
                    <a:pt x="3100253" y="7432023"/>
                  </a:lnTo>
                  <a:lnTo>
                    <a:pt x="3149579" y="7459399"/>
                  </a:lnTo>
                  <a:lnTo>
                    <a:pt x="3198867" y="7488442"/>
                  </a:lnTo>
                  <a:lnTo>
                    <a:pt x="3248227" y="7518866"/>
                  </a:lnTo>
                  <a:lnTo>
                    <a:pt x="3297690" y="7550310"/>
                  </a:lnTo>
                  <a:lnTo>
                    <a:pt x="3347232" y="7582356"/>
                  </a:lnTo>
                  <a:lnTo>
                    <a:pt x="3396796" y="7614551"/>
                  </a:lnTo>
                  <a:lnTo>
                    <a:pt x="3446315" y="7646433"/>
                  </a:lnTo>
                  <a:lnTo>
                    <a:pt x="3495742" y="7677558"/>
                  </a:lnTo>
                  <a:lnTo>
                    <a:pt x="3545069" y="7707528"/>
                  </a:lnTo>
                  <a:lnTo>
                    <a:pt x="3594353" y="7736004"/>
                  </a:lnTo>
                  <a:lnTo>
                    <a:pt x="3643736" y="7762731"/>
                  </a:lnTo>
                  <a:lnTo>
                    <a:pt x="3693464" y="7787531"/>
                  </a:lnTo>
                  <a:lnTo>
                    <a:pt x="3743908" y="7810314"/>
                  </a:lnTo>
                  <a:lnTo>
                    <a:pt x="3795592" y="7831062"/>
                  </a:lnTo>
                  <a:lnTo>
                    <a:pt x="3829811" y="7843354"/>
                  </a:lnTo>
                  <a:lnTo>
                    <a:pt x="3877266" y="7858539"/>
                  </a:lnTo>
                  <a:lnTo>
                    <a:pt x="3927230" y="7872280"/>
                  </a:lnTo>
                  <a:lnTo>
                    <a:pt x="3980460" y="7884642"/>
                  </a:lnTo>
                  <a:lnTo>
                    <a:pt x="4037786" y="7895740"/>
                  </a:lnTo>
                  <a:lnTo>
                    <a:pt x="4100058" y="7905707"/>
                  </a:lnTo>
                  <a:lnTo>
                    <a:pt x="4168082" y="7914674"/>
                  </a:lnTo>
                  <a:lnTo>
                    <a:pt x="4242550" y="7922759"/>
                  </a:lnTo>
                  <a:lnTo>
                    <a:pt x="4323933" y="7930063"/>
                  </a:lnTo>
                  <a:lnTo>
                    <a:pt x="4412339" y="7936661"/>
                  </a:lnTo>
                  <a:lnTo>
                    <a:pt x="4507342" y="7942607"/>
                  </a:lnTo>
                  <a:lnTo>
                    <a:pt x="4607788" y="7947929"/>
                  </a:lnTo>
                  <a:lnTo>
                    <a:pt x="4711630" y="7952636"/>
                  </a:lnTo>
                  <a:lnTo>
                    <a:pt x="4815857" y="7956720"/>
                  </a:lnTo>
                  <a:lnTo>
                    <a:pt x="4916598" y="7960166"/>
                  </a:lnTo>
                  <a:lnTo>
                    <a:pt x="5009476" y="7962965"/>
                  </a:lnTo>
                  <a:lnTo>
                    <a:pt x="5090213" y="7965126"/>
                  </a:lnTo>
                  <a:lnTo>
                    <a:pt x="5155395" y="7966686"/>
                  </a:lnTo>
                  <a:lnTo>
                    <a:pt x="5203182" y="7967714"/>
                  </a:lnTo>
                  <a:lnTo>
                    <a:pt x="5233768" y="7968308"/>
                  </a:lnTo>
                  <a:lnTo>
                    <a:pt x="5249482" y="7968585"/>
                  </a:lnTo>
                  <a:lnTo>
                    <a:pt x="5254586" y="7968667"/>
                  </a:lnTo>
                  <a:lnTo>
                    <a:pt x="5254955" y="7968673"/>
                  </a:lnTo>
                  <a:lnTo>
                    <a:pt x="6726343" y="7968673"/>
                  </a:lnTo>
                  <a:lnTo>
                    <a:pt x="6727039" y="7968562"/>
                  </a:lnTo>
                  <a:lnTo>
                    <a:pt x="6731665" y="7967773"/>
                  </a:lnTo>
                  <a:lnTo>
                    <a:pt x="6743479" y="7965596"/>
                  </a:lnTo>
                  <a:lnTo>
                    <a:pt x="6764979" y="7961300"/>
                  </a:lnTo>
                  <a:lnTo>
                    <a:pt x="6797795" y="7954175"/>
                  </a:lnTo>
                  <a:lnTo>
                    <a:pt x="6842587" y="7943580"/>
                  </a:lnTo>
                  <a:lnTo>
                    <a:pt x="6899020" y="7928987"/>
                  </a:lnTo>
                  <a:lnTo>
                    <a:pt x="6965852" y="7910024"/>
                  </a:lnTo>
                  <a:lnTo>
                    <a:pt x="7041139" y="7886473"/>
                  </a:lnTo>
                  <a:lnTo>
                    <a:pt x="7122511" y="7858262"/>
                  </a:lnTo>
                  <a:lnTo>
                    <a:pt x="7207475" y="7825421"/>
                  </a:lnTo>
                  <a:lnTo>
                    <a:pt x="7293671" y="7788031"/>
                  </a:lnTo>
                  <a:lnTo>
                    <a:pt x="7379061" y="7746177"/>
                  </a:lnTo>
                  <a:lnTo>
                    <a:pt x="7462032" y="7699895"/>
                  </a:lnTo>
                  <a:lnTo>
                    <a:pt x="7541420" y="7649145"/>
                  </a:lnTo>
                  <a:lnTo>
                    <a:pt x="7616485" y="7593783"/>
                  </a:lnTo>
                  <a:lnTo>
                    <a:pt x="7686847" y="7533551"/>
                  </a:lnTo>
                  <a:lnTo>
                    <a:pt x="7752417" y="7468073"/>
                  </a:lnTo>
                  <a:lnTo>
                    <a:pt x="7813321" y="7396854"/>
                  </a:lnTo>
                  <a:lnTo>
                    <a:pt x="7869840" y="7319294"/>
                  </a:lnTo>
                  <a:lnTo>
                    <a:pt x="7922357" y="7234695"/>
                  </a:lnTo>
                  <a:lnTo>
                    <a:pt x="7971313" y="7142291"/>
                  </a:lnTo>
                  <a:lnTo>
                    <a:pt x="8017181" y="7041284"/>
                  </a:lnTo>
                  <a:lnTo>
                    <a:pt x="8060436" y="6930905"/>
                  </a:lnTo>
                  <a:lnTo>
                    <a:pt x="8101539" y="6810507"/>
                  </a:lnTo>
                  <a:lnTo>
                    <a:pt x="8140914" y="6679708"/>
                  </a:lnTo>
                  <a:lnTo>
                    <a:pt x="8151487" y="6641923"/>
                  </a:lnTo>
                  <a:lnTo>
                    <a:pt x="8175175" y="6553129"/>
                  </a:lnTo>
                  <a:lnTo>
                    <a:pt x="8198448" y="6460237"/>
                  </a:lnTo>
                  <a:lnTo>
                    <a:pt x="8221379" y="6363174"/>
                  </a:lnTo>
                  <a:lnTo>
                    <a:pt x="8244029" y="6261888"/>
                  </a:lnTo>
                  <a:lnTo>
                    <a:pt x="8266452" y="6156356"/>
                  </a:lnTo>
                  <a:lnTo>
                    <a:pt x="8288697" y="6046580"/>
                  </a:lnTo>
                  <a:lnTo>
                    <a:pt x="8310805" y="5932596"/>
                  </a:lnTo>
                  <a:lnTo>
                    <a:pt x="8332811" y="5814467"/>
                  </a:lnTo>
                  <a:lnTo>
                    <a:pt x="8354744" y="5692293"/>
                  </a:lnTo>
                  <a:lnTo>
                    <a:pt x="8376631" y="5566206"/>
                  </a:lnTo>
                  <a:lnTo>
                    <a:pt x="8398492" y="5436372"/>
                  </a:lnTo>
                  <a:lnTo>
                    <a:pt x="8420342" y="5302994"/>
                  </a:lnTo>
                  <a:lnTo>
                    <a:pt x="8442196" y="5166306"/>
                  </a:lnTo>
                  <a:lnTo>
                    <a:pt x="8464061" y="5026578"/>
                  </a:lnTo>
                  <a:lnTo>
                    <a:pt x="8485943" y="4884111"/>
                  </a:lnTo>
                  <a:lnTo>
                    <a:pt x="8507846" y="4739234"/>
                  </a:lnTo>
                  <a:lnTo>
                    <a:pt x="8529771" y="4592303"/>
                  </a:lnTo>
                  <a:lnTo>
                    <a:pt x="8551714" y="4443699"/>
                  </a:lnTo>
                  <a:lnTo>
                    <a:pt x="8573674" y="4293819"/>
                  </a:lnTo>
                  <a:lnTo>
                    <a:pt x="8595645" y="4143077"/>
                  </a:lnTo>
                  <a:lnTo>
                    <a:pt x="8617622" y="3991896"/>
                  </a:lnTo>
                  <a:lnTo>
                    <a:pt x="8639599" y="3840706"/>
                  </a:lnTo>
                  <a:lnTo>
                    <a:pt x="8661571" y="3689935"/>
                  </a:lnTo>
                  <a:lnTo>
                    <a:pt x="8683531" y="3540006"/>
                  </a:lnTo>
                  <a:lnTo>
                    <a:pt x="8705475" y="3391334"/>
                  </a:lnTo>
                  <a:lnTo>
                    <a:pt x="8727400" y="3244318"/>
                  </a:lnTo>
                  <a:lnTo>
                    <a:pt x="8749304" y="3099339"/>
                  </a:lnTo>
                  <a:lnTo>
                    <a:pt x="8771188" y="2956753"/>
                  </a:lnTo>
                  <a:lnTo>
                    <a:pt x="8793054" y="2816893"/>
                  </a:lnTo>
                  <a:lnTo>
                    <a:pt x="8814907" y="2680059"/>
                  </a:lnTo>
                  <a:lnTo>
                    <a:pt x="8836758" y="2546523"/>
                  </a:lnTo>
                  <a:lnTo>
                    <a:pt x="8858618" y="2416522"/>
                  </a:lnTo>
                  <a:lnTo>
                    <a:pt x="8880503" y="2290259"/>
                  </a:lnTo>
                  <a:lnTo>
                    <a:pt x="8902434" y="2167902"/>
                  </a:lnTo>
                  <a:lnTo>
                    <a:pt x="8924436" y="2049585"/>
                  </a:lnTo>
                  <a:lnTo>
                    <a:pt x="8946538" y="1935408"/>
                  </a:lnTo>
                  <a:lnTo>
                    <a:pt x="8968776" y="1825439"/>
                  </a:lnTo>
                  <a:lnTo>
                    <a:pt x="8991190" y="1719711"/>
                  </a:lnTo>
                  <a:lnTo>
                    <a:pt x="9013828" y="1618231"/>
                  </a:lnTo>
                  <a:lnTo>
                    <a:pt x="9036745" y="1520974"/>
                  </a:lnTo>
                  <a:lnTo>
                    <a:pt x="9060001" y="1427893"/>
                  </a:lnTo>
                  <a:lnTo>
                    <a:pt x="9083668" y="1338912"/>
                  </a:lnTo>
                  <a:lnTo>
                    <a:pt x="9084767" y="1334923"/>
                  </a:lnTo>
                  <a:lnTo>
                    <a:pt x="9123734" y="1201252"/>
                  </a:lnTo>
                  <a:lnTo>
                    <a:pt x="9164322" y="1078018"/>
                  </a:lnTo>
                  <a:lnTo>
                    <a:pt x="9206941" y="964941"/>
                  </a:lnTo>
                  <a:lnTo>
                    <a:pt x="9252043" y="861431"/>
                  </a:lnTo>
                  <a:lnTo>
                    <a:pt x="9300103" y="766742"/>
                  </a:lnTo>
                  <a:lnTo>
                    <a:pt x="9351595" y="680076"/>
                  </a:lnTo>
                  <a:lnTo>
                    <a:pt x="9406972" y="600653"/>
                  </a:lnTo>
                  <a:lnTo>
                    <a:pt x="9466638" y="527756"/>
                  </a:lnTo>
                  <a:lnTo>
                    <a:pt x="9530905" y="460753"/>
                  </a:lnTo>
                  <a:lnTo>
                    <a:pt x="9599948" y="399122"/>
                  </a:lnTo>
                  <a:lnTo>
                    <a:pt x="9673744" y="342452"/>
                  </a:lnTo>
                  <a:lnTo>
                    <a:pt x="9752001" y="290453"/>
                  </a:lnTo>
                  <a:lnTo>
                    <a:pt x="9834084" y="242951"/>
                  </a:lnTo>
                  <a:lnTo>
                    <a:pt x="9918951" y="199878"/>
                  </a:lnTo>
                  <a:lnTo>
                    <a:pt x="10005112" y="161254"/>
                  </a:lnTo>
                  <a:lnTo>
                    <a:pt x="10090638" y="127153"/>
                  </a:lnTo>
                  <a:lnTo>
                    <a:pt x="10173245" y="97663"/>
                  </a:lnTo>
                  <a:lnTo>
                    <a:pt x="10250451" y="72833"/>
                  </a:lnTo>
                  <a:lnTo>
                    <a:pt x="10319825" y="52624"/>
                  </a:lnTo>
                  <a:lnTo>
                    <a:pt x="10379275" y="36860"/>
                  </a:lnTo>
                  <a:lnTo>
                    <a:pt x="10427342" y="25212"/>
                  </a:lnTo>
                  <a:lnTo>
                    <a:pt x="10463427" y="17193"/>
                  </a:lnTo>
                  <a:lnTo>
                    <a:pt x="10487915" y="12189"/>
                  </a:lnTo>
                  <a:lnTo>
                    <a:pt x="10502177" y="9502"/>
                  </a:lnTo>
                  <a:lnTo>
                    <a:pt x="10508485" y="8403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9214" y="110"/>
                  </a:lnTo>
                  <a:lnTo>
                    <a:pt x="10504588" y="899"/>
                  </a:lnTo>
                  <a:lnTo>
                    <a:pt x="10492774" y="3077"/>
                  </a:lnTo>
                  <a:lnTo>
                    <a:pt x="10471274" y="7372"/>
                  </a:lnTo>
                  <a:lnTo>
                    <a:pt x="10438459" y="14497"/>
                  </a:lnTo>
                  <a:lnTo>
                    <a:pt x="10393666" y="25093"/>
                  </a:lnTo>
                  <a:lnTo>
                    <a:pt x="10337233" y="39685"/>
                  </a:lnTo>
                  <a:lnTo>
                    <a:pt x="10270401" y="58649"/>
                  </a:lnTo>
                  <a:lnTo>
                    <a:pt x="10195114" y="82199"/>
                  </a:lnTo>
                  <a:lnTo>
                    <a:pt x="10113742" y="110410"/>
                  </a:lnTo>
                  <a:lnTo>
                    <a:pt x="10028778" y="143252"/>
                  </a:lnTo>
                  <a:lnTo>
                    <a:pt x="9942582" y="180641"/>
                  </a:lnTo>
                  <a:lnTo>
                    <a:pt x="9857192" y="222496"/>
                  </a:lnTo>
                  <a:lnTo>
                    <a:pt x="9774221" y="268777"/>
                  </a:lnTo>
                  <a:lnTo>
                    <a:pt x="9694833" y="319528"/>
                  </a:lnTo>
                  <a:lnTo>
                    <a:pt x="9619768" y="374890"/>
                  </a:lnTo>
                  <a:lnTo>
                    <a:pt x="9549406" y="435121"/>
                  </a:lnTo>
                  <a:lnTo>
                    <a:pt x="9483836" y="500600"/>
                  </a:lnTo>
                  <a:lnTo>
                    <a:pt x="9422932" y="571818"/>
                  </a:lnTo>
                  <a:lnTo>
                    <a:pt x="9366413" y="649379"/>
                  </a:lnTo>
                  <a:lnTo>
                    <a:pt x="9313896" y="733978"/>
                  </a:lnTo>
                  <a:lnTo>
                    <a:pt x="9264940" y="826381"/>
                  </a:lnTo>
                  <a:lnTo>
                    <a:pt x="9219072" y="927388"/>
                  </a:lnTo>
                  <a:lnTo>
                    <a:pt x="9175817" y="1037768"/>
                  </a:lnTo>
                  <a:lnTo>
                    <a:pt x="9134714" y="1158165"/>
                  </a:lnTo>
                  <a:lnTo>
                    <a:pt x="9095339" y="1288965"/>
                  </a:lnTo>
                  <a:lnTo>
                    <a:pt x="9084767" y="1326750"/>
                  </a:lnTo>
                  <a:lnTo>
                    <a:pt x="9061079" y="1415543"/>
                  </a:lnTo>
                  <a:lnTo>
                    <a:pt x="9037805" y="1508435"/>
                  </a:lnTo>
                  <a:lnTo>
                    <a:pt x="9014874" y="1605498"/>
                  </a:lnTo>
                  <a:lnTo>
                    <a:pt x="8992225" y="1706784"/>
                  </a:lnTo>
                  <a:lnTo>
                    <a:pt x="8969801" y="1812317"/>
                  </a:lnTo>
                  <a:lnTo>
                    <a:pt x="8947556" y="1922092"/>
                  </a:lnTo>
                  <a:lnTo>
                    <a:pt x="8925448" y="2036077"/>
                  </a:lnTo>
                  <a:lnTo>
                    <a:pt x="8903443" y="2154205"/>
                  </a:lnTo>
                  <a:lnTo>
                    <a:pt x="8881509" y="2276379"/>
                  </a:lnTo>
                  <a:lnTo>
                    <a:pt x="8859622" y="2402467"/>
                  </a:lnTo>
                  <a:lnTo>
                    <a:pt x="8837762" y="2532300"/>
                  </a:lnTo>
                  <a:lnTo>
                    <a:pt x="8815911" y="2665679"/>
                  </a:lnTo>
                  <a:lnTo>
                    <a:pt x="8794057" y="2802366"/>
                  </a:lnTo>
                  <a:lnTo>
                    <a:pt x="8772192" y="2942094"/>
                  </a:lnTo>
                  <a:lnTo>
                    <a:pt x="8750310" y="3084562"/>
                  </a:lnTo>
                  <a:lnTo>
                    <a:pt x="8728407" y="3229439"/>
                  </a:lnTo>
                  <a:lnTo>
                    <a:pt x="8706483" y="3376369"/>
                  </a:lnTo>
                  <a:lnTo>
                    <a:pt x="8684539" y="3524974"/>
                  </a:lnTo>
                  <a:lnTo>
                    <a:pt x="8662580" y="3674854"/>
                  </a:lnTo>
                  <a:lnTo>
                    <a:pt x="8640609" y="3825596"/>
                  </a:lnTo>
                  <a:lnTo>
                    <a:pt x="8618631" y="3976776"/>
                  </a:lnTo>
                  <a:lnTo>
                    <a:pt x="8596654" y="4127966"/>
                  </a:lnTo>
                  <a:lnTo>
                    <a:pt x="8574683" y="4278738"/>
                  </a:lnTo>
                  <a:lnTo>
                    <a:pt x="8552722" y="4428667"/>
                  </a:lnTo>
                  <a:lnTo>
                    <a:pt x="8530778" y="4577338"/>
                  </a:lnTo>
                  <a:lnTo>
                    <a:pt x="8508853" y="4724354"/>
                  </a:lnTo>
                  <a:lnTo>
                    <a:pt x="8486949" y="4869334"/>
                  </a:lnTo>
                  <a:lnTo>
                    <a:pt x="8465065" y="5011919"/>
                  </a:lnTo>
                  <a:lnTo>
                    <a:pt x="8443200" y="5151780"/>
                  </a:lnTo>
                  <a:lnTo>
                    <a:pt x="8421346" y="5288613"/>
                  </a:lnTo>
                  <a:lnTo>
                    <a:pt x="8399495" y="5422149"/>
                  </a:lnTo>
                  <a:lnTo>
                    <a:pt x="8377636" y="5552150"/>
                  </a:lnTo>
                  <a:lnTo>
                    <a:pt x="8355750" y="5678414"/>
                  </a:lnTo>
                  <a:lnTo>
                    <a:pt x="8333819" y="5800771"/>
                  </a:lnTo>
                  <a:lnTo>
                    <a:pt x="8311818" y="5919087"/>
                  </a:lnTo>
                  <a:lnTo>
                    <a:pt x="8289715" y="6033264"/>
                  </a:lnTo>
                  <a:lnTo>
                    <a:pt x="8267478" y="6143234"/>
                  </a:lnTo>
                  <a:lnTo>
                    <a:pt x="8245063" y="6248961"/>
                  </a:lnTo>
                  <a:lnTo>
                    <a:pt x="8222425" y="6350442"/>
                  </a:lnTo>
                  <a:lnTo>
                    <a:pt x="8199509" y="6447698"/>
                  </a:lnTo>
                  <a:lnTo>
                    <a:pt x="8176252" y="6540780"/>
                  </a:lnTo>
                  <a:lnTo>
                    <a:pt x="8152585" y="6629760"/>
                  </a:lnTo>
                  <a:lnTo>
                    <a:pt x="8151487" y="6633750"/>
                  </a:lnTo>
                  <a:lnTo>
                    <a:pt x="8112519" y="6767420"/>
                  </a:lnTo>
                  <a:lnTo>
                    <a:pt x="8071931" y="6890654"/>
                  </a:lnTo>
                  <a:lnTo>
                    <a:pt x="8029312" y="7003731"/>
                  </a:lnTo>
                  <a:lnTo>
                    <a:pt x="7984210" y="7107241"/>
                  </a:lnTo>
                  <a:lnTo>
                    <a:pt x="7936151" y="7201931"/>
                  </a:lnTo>
                  <a:lnTo>
                    <a:pt x="7884659" y="7288597"/>
                  </a:lnTo>
                  <a:lnTo>
                    <a:pt x="7829281" y="7368019"/>
                  </a:lnTo>
                  <a:lnTo>
                    <a:pt x="7769615" y="7440917"/>
                  </a:lnTo>
                  <a:lnTo>
                    <a:pt x="7705349" y="7507919"/>
                  </a:lnTo>
                  <a:lnTo>
                    <a:pt x="7636305" y="7569551"/>
                  </a:lnTo>
                  <a:lnTo>
                    <a:pt x="7562509" y="7626221"/>
                  </a:lnTo>
                  <a:lnTo>
                    <a:pt x="7484252" y="7678220"/>
                  </a:lnTo>
                  <a:lnTo>
                    <a:pt x="7402169" y="7725722"/>
                  </a:lnTo>
                  <a:lnTo>
                    <a:pt x="7317302" y="7768794"/>
                  </a:lnTo>
                  <a:lnTo>
                    <a:pt x="7231142" y="7807418"/>
                  </a:lnTo>
                  <a:lnTo>
                    <a:pt x="7145615" y="7841519"/>
                  </a:lnTo>
                  <a:lnTo>
                    <a:pt x="7063008" y="7871009"/>
                  </a:lnTo>
                  <a:lnTo>
                    <a:pt x="6985802" y="7895839"/>
                  </a:lnTo>
                  <a:lnTo>
                    <a:pt x="6916428" y="7916049"/>
                  </a:lnTo>
                  <a:lnTo>
                    <a:pt x="6856978" y="7931812"/>
                  </a:lnTo>
                  <a:lnTo>
                    <a:pt x="6808911" y="7943460"/>
                  </a:lnTo>
                  <a:lnTo>
                    <a:pt x="6772826" y="7951479"/>
                  </a:lnTo>
                  <a:lnTo>
                    <a:pt x="6748338" y="7956484"/>
                  </a:lnTo>
                  <a:lnTo>
                    <a:pt x="6734076" y="7959171"/>
                  </a:lnTo>
                  <a:lnTo>
                    <a:pt x="6727768" y="7960269"/>
                  </a:lnTo>
                  <a:lnTo>
                    <a:pt x="6726343" y="7960500"/>
                  </a:lnTo>
                  <a:lnTo>
                    <a:pt x="5254955" y="7960500"/>
                  </a:lnTo>
                  <a:lnTo>
                    <a:pt x="5253724" y="7960481"/>
                  </a:lnTo>
                  <a:lnTo>
                    <a:pt x="5245647" y="7960347"/>
                  </a:lnTo>
                  <a:lnTo>
                    <a:pt x="5225335" y="7959978"/>
                  </a:lnTo>
                  <a:lnTo>
                    <a:pt x="5189142" y="7959250"/>
                  </a:lnTo>
                  <a:lnTo>
                    <a:pt x="5135443" y="7958053"/>
                  </a:lnTo>
                  <a:lnTo>
                    <a:pt x="5064754" y="7956298"/>
                  </a:lnTo>
                  <a:lnTo>
                    <a:pt x="4979510" y="7953926"/>
                  </a:lnTo>
                  <a:lnTo>
                    <a:pt x="4883502" y="7950910"/>
                  </a:lnTo>
                  <a:lnTo>
                    <a:pt x="4781120" y="7947249"/>
                  </a:lnTo>
                  <a:lnTo>
                    <a:pt x="4676628" y="7942955"/>
                  </a:lnTo>
                  <a:lnTo>
                    <a:pt x="4573637" y="7938042"/>
                  </a:lnTo>
                  <a:lnTo>
                    <a:pt x="4474833" y="7932512"/>
                  </a:lnTo>
                  <a:lnTo>
                    <a:pt x="4381952" y="7926352"/>
                  </a:lnTo>
                  <a:lnTo>
                    <a:pt x="4295881" y="7919525"/>
                  </a:lnTo>
                  <a:lnTo>
                    <a:pt x="4216848" y="7911969"/>
                  </a:lnTo>
                  <a:lnTo>
                    <a:pt x="4144605" y="7903600"/>
                  </a:lnTo>
                  <a:lnTo>
                    <a:pt x="4078593" y="7894312"/>
                  </a:lnTo>
                  <a:lnTo>
                    <a:pt x="4018072" y="7883981"/>
                  </a:lnTo>
                  <a:lnTo>
                    <a:pt x="3962212" y="7872474"/>
                  </a:lnTo>
                  <a:lnTo>
                    <a:pt x="3910167" y="7859661"/>
                  </a:lnTo>
                  <a:lnTo>
                    <a:pt x="3861123" y="7845440"/>
                  </a:lnTo>
                  <a:lnTo>
                    <a:pt x="3829811" y="7835181"/>
                  </a:lnTo>
                  <a:lnTo>
                    <a:pt x="3776965" y="7815716"/>
                  </a:lnTo>
                  <a:lnTo>
                    <a:pt x="3725794" y="7794244"/>
                  </a:lnTo>
                  <a:lnTo>
                    <a:pt x="3675657" y="7770736"/>
                  </a:lnTo>
                  <a:lnTo>
                    <a:pt x="3626089" y="7745234"/>
                  </a:lnTo>
                  <a:lnTo>
                    <a:pt x="3576763" y="7717858"/>
                  </a:lnTo>
                  <a:lnTo>
                    <a:pt x="3527475" y="7688815"/>
                  </a:lnTo>
                  <a:lnTo>
                    <a:pt x="3478116" y="7658391"/>
                  </a:lnTo>
                  <a:lnTo>
                    <a:pt x="3428652" y="7626947"/>
                  </a:lnTo>
                  <a:lnTo>
                    <a:pt x="3379110" y="7594901"/>
                  </a:lnTo>
                  <a:lnTo>
                    <a:pt x="3329546" y="7562706"/>
                  </a:lnTo>
                  <a:lnTo>
                    <a:pt x="3280027" y="7530824"/>
                  </a:lnTo>
                  <a:lnTo>
                    <a:pt x="3230600" y="7499698"/>
                  </a:lnTo>
                  <a:lnTo>
                    <a:pt x="3181273" y="7469729"/>
                  </a:lnTo>
                  <a:lnTo>
                    <a:pt x="3131989" y="7441252"/>
                  </a:lnTo>
                  <a:lnTo>
                    <a:pt x="3082606" y="7414526"/>
                  </a:lnTo>
                  <a:lnTo>
                    <a:pt x="3032878" y="7389726"/>
                  </a:lnTo>
                  <a:lnTo>
                    <a:pt x="2982434" y="7366943"/>
                  </a:lnTo>
                  <a:lnTo>
                    <a:pt x="2930750" y="7346194"/>
                  </a:lnTo>
                  <a:lnTo>
                    <a:pt x="2896531" y="7333903"/>
                  </a:lnTo>
                  <a:lnTo>
                    <a:pt x="2849076" y="7318718"/>
                  </a:lnTo>
                  <a:lnTo>
                    <a:pt x="2799112" y="7304977"/>
                  </a:lnTo>
                  <a:lnTo>
                    <a:pt x="2745882" y="7292615"/>
                  </a:lnTo>
                  <a:lnTo>
                    <a:pt x="2688556" y="7281517"/>
                  </a:lnTo>
                  <a:lnTo>
                    <a:pt x="2626284" y="7271550"/>
                  </a:lnTo>
                  <a:lnTo>
                    <a:pt x="2558260" y="7262583"/>
                  </a:lnTo>
                  <a:lnTo>
                    <a:pt x="2483792" y="7254498"/>
                  </a:lnTo>
                  <a:lnTo>
                    <a:pt x="2402409" y="7247194"/>
                  </a:lnTo>
                  <a:lnTo>
                    <a:pt x="2314003" y="7240596"/>
                  </a:lnTo>
                  <a:lnTo>
                    <a:pt x="2219000" y="7234650"/>
                  </a:lnTo>
                  <a:lnTo>
                    <a:pt x="2118554" y="7229328"/>
                  </a:lnTo>
                  <a:lnTo>
                    <a:pt x="2014712" y="7224621"/>
                  </a:lnTo>
                  <a:lnTo>
                    <a:pt x="1910485" y="7220537"/>
                  </a:lnTo>
                  <a:lnTo>
                    <a:pt x="1809744" y="7217091"/>
                  </a:lnTo>
                  <a:lnTo>
                    <a:pt x="1716867" y="7214292"/>
                  </a:lnTo>
                  <a:lnTo>
                    <a:pt x="1636129" y="7212131"/>
                  </a:lnTo>
                  <a:lnTo>
                    <a:pt x="1570947" y="7210571"/>
                  </a:lnTo>
                  <a:lnTo>
                    <a:pt x="1523161" y="7209543"/>
                  </a:lnTo>
                  <a:lnTo>
                    <a:pt x="1492575" y="7208948"/>
                  </a:lnTo>
                  <a:lnTo>
                    <a:pt x="1476860" y="7208672"/>
                  </a:lnTo>
                  <a:lnTo>
                    <a:pt x="1471756" y="7208590"/>
                  </a:lnTo>
                  <a:lnTo>
                    <a:pt x="1471387" y="7208584"/>
                  </a:lnTo>
                  <a:lnTo>
                    <a:pt x="0" y="7208584"/>
                  </a:lnTo>
                  <a:close/>
                </a:path>
              </a:pathLst>
            </a:custGeom>
            <a:solidFill>
              <a:srgbClr val="B497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803" name="pl1803"/>
            <p:cNvSpPr/>
            <p:nvPr/>
          </p:nvSpPr>
          <p:spPr>
            <a:xfrm>
              <a:off x="4799595" y="3001904"/>
              <a:ext cx="11981298" cy="7960500"/>
            </a:xfrm>
            <a:custGeom>
              <a:avLst/>
              <a:pathLst>
                <a:path w="11981298" h="7960500">
                  <a:moveTo>
                    <a:pt x="0" y="7208584"/>
                  </a:moveTo>
                  <a:lnTo>
                    <a:pt x="1471387" y="7208584"/>
                  </a:lnTo>
                  <a:lnTo>
                    <a:pt x="1472618" y="7208603"/>
                  </a:lnTo>
                  <a:lnTo>
                    <a:pt x="1480695" y="7208737"/>
                  </a:lnTo>
                  <a:lnTo>
                    <a:pt x="1501007" y="7209106"/>
                  </a:lnTo>
                  <a:lnTo>
                    <a:pt x="1537200" y="7209834"/>
                  </a:lnTo>
                  <a:lnTo>
                    <a:pt x="1590899" y="7211031"/>
                  </a:lnTo>
                  <a:lnTo>
                    <a:pt x="1661588" y="7212786"/>
                  </a:lnTo>
                  <a:lnTo>
                    <a:pt x="1746832" y="7215158"/>
                  </a:lnTo>
                  <a:lnTo>
                    <a:pt x="1842841" y="7218174"/>
                  </a:lnTo>
                  <a:lnTo>
                    <a:pt x="1945222" y="7221835"/>
                  </a:lnTo>
                  <a:lnTo>
                    <a:pt x="2049714" y="7226129"/>
                  </a:lnTo>
                  <a:lnTo>
                    <a:pt x="2152706" y="7231042"/>
                  </a:lnTo>
                  <a:lnTo>
                    <a:pt x="2251509" y="7236572"/>
                  </a:lnTo>
                  <a:lnTo>
                    <a:pt x="2344390" y="7242732"/>
                  </a:lnTo>
                  <a:lnTo>
                    <a:pt x="2430461" y="7249559"/>
                  </a:lnTo>
                  <a:lnTo>
                    <a:pt x="2509494" y="7257115"/>
                  </a:lnTo>
                  <a:lnTo>
                    <a:pt x="2581737" y="7265484"/>
                  </a:lnTo>
                  <a:lnTo>
                    <a:pt x="2647749" y="7274771"/>
                  </a:lnTo>
                  <a:lnTo>
                    <a:pt x="2708271" y="7285102"/>
                  </a:lnTo>
                  <a:lnTo>
                    <a:pt x="2764130" y="7296610"/>
                  </a:lnTo>
                  <a:lnTo>
                    <a:pt x="2816176" y="7309423"/>
                  </a:lnTo>
                  <a:lnTo>
                    <a:pt x="2865219" y="7323644"/>
                  </a:lnTo>
                  <a:lnTo>
                    <a:pt x="2896531" y="7333903"/>
                  </a:lnTo>
                  <a:lnTo>
                    <a:pt x="2949377" y="7353368"/>
                  </a:lnTo>
                  <a:lnTo>
                    <a:pt x="3000548" y="7374839"/>
                  </a:lnTo>
                  <a:lnTo>
                    <a:pt x="3050685" y="7398348"/>
                  </a:lnTo>
                  <a:lnTo>
                    <a:pt x="3100253" y="7423850"/>
                  </a:lnTo>
                  <a:lnTo>
                    <a:pt x="3149579" y="7451226"/>
                  </a:lnTo>
                  <a:lnTo>
                    <a:pt x="3198867" y="7480269"/>
                  </a:lnTo>
                  <a:lnTo>
                    <a:pt x="3248227" y="7510693"/>
                  </a:lnTo>
                  <a:lnTo>
                    <a:pt x="3297690" y="7542137"/>
                  </a:lnTo>
                  <a:lnTo>
                    <a:pt x="3347232" y="7574183"/>
                  </a:lnTo>
                  <a:lnTo>
                    <a:pt x="3396796" y="7606378"/>
                  </a:lnTo>
                  <a:lnTo>
                    <a:pt x="3446315" y="7638260"/>
                  </a:lnTo>
                  <a:lnTo>
                    <a:pt x="3495742" y="7669385"/>
                  </a:lnTo>
                  <a:lnTo>
                    <a:pt x="3545069" y="7699355"/>
                  </a:lnTo>
                  <a:lnTo>
                    <a:pt x="3594353" y="7727831"/>
                  </a:lnTo>
                  <a:lnTo>
                    <a:pt x="3643736" y="7754558"/>
                  </a:lnTo>
                  <a:lnTo>
                    <a:pt x="3693464" y="7779358"/>
                  </a:lnTo>
                  <a:lnTo>
                    <a:pt x="3743908" y="7802141"/>
                  </a:lnTo>
                  <a:lnTo>
                    <a:pt x="3795592" y="7822889"/>
                  </a:lnTo>
                  <a:lnTo>
                    <a:pt x="3829811" y="7835181"/>
                  </a:lnTo>
                  <a:lnTo>
                    <a:pt x="3877266" y="7850366"/>
                  </a:lnTo>
                  <a:lnTo>
                    <a:pt x="3927230" y="7864107"/>
                  </a:lnTo>
                  <a:lnTo>
                    <a:pt x="3980460" y="7876469"/>
                  </a:lnTo>
                  <a:lnTo>
                    <a:pt x="4037786" y="7887567"/>
                  </a:lnTo>
                  <a:lnTo>
                    <a:pt x="4100058" y="7897534"/>
                  </a:lnTo>
                  <a:lnTo>
                    <a:pt x="4168082" y="7906501"/>
                  </a:lnTo>
                  <a:lnTo>
                    <a:pt x="4242550" y="7914586"/>
                  </a:lnTo>
                  <a:lnTo>
                    <a:pt x="4323933" y="7921890"/>
                  </a:lnTo>
                  <a:lnTo>
                    <a:pt x="4412339" y="7928488"/>
                  </a:lnTo>
                  <a:lnTo>
                    <a:pt x="4507342" y="7934434"/>
                  </a:lnTo>
                  <a:lnTo>
                    <a:pt x="4607788" y="7939756"/>
                  </a:lnTo>
                  <a:lnTo>
                    <a:pt x="4711630" y="7944463"/>
                  </a:lnTo>
                  <a:lnTo>
                    <a:pt x="4815857" y="7948547"/>
                  </a:lnTo>
                  <a:lnTo>
                    <a:pt x="4916598" y="7951993"/>
                  </a:lnTo>
                  <a:lnTo>
                    <a:pt x="5009476" y="7954792"/>
                  </a:lnTo>
                  <a:lnTo>
                    <a:pt x="5090213" y="7956953"/>
                  </a:lnTo>
                  <a:lnTo>
                    <a:pt x="5155395" y="7958513"/>
                  </a:lnTo>
                  <a:lnTo>
                    <a:pt x="5203182" y="7959541"/>
                  </a:lnTo>
                  <a:lnTo>
                    <a:pt x="5233768" y="7960135"/>
                  </a:lnTo>
                  <a:lnTo>
                    <a:pt x="5249482" y="7960412"/>
                  </a:lnTo>
                  <a:lnTo>
                    <a:pt x="5254586" y="7960494"/>
                  </a:lnTo>
                  <a:lnTo>
                    <a:pt x="5254955" y="7960500"/>
                  </a:lnTo>
                  <a:lnTo>
                    <a:pt x="6726343" y="7960500"/>
                  </a:lnTo>
                  <a:lnTo>
                    <a:pt x="6727039" y="7960389"/>
                  </a:lnTo>
                  <a:lnTo>
                    <a:pt x="6731665" y="7959600"/>
                  </a:lnTo>
                  <a:lnTo>
                    <a:pt x="6743479" y="7957423"/>
                  </a:lnTo>
                  <a:lnTo>
                    <a:pt x="6764979" y="7953127"/>
                  </a:lnTo>
                  <a:lnTo>
                    <a:pt x="6797795" y="7946002"/>
                  </a:lnTo>
                  <a:lnTo>
                    <a:pt x="6842587" y="7935407"/>
                  </a:lnTo>
                  <a:lnTo>
                    <a:pt x="6899020" y="7920814"/>
                  </a:lnTo>
                  <a:lnTo>
                    <a:pt x="6965852" y="7901851"/>
                  </a:lnTo>
                  <a:lnTo>
                    <a:pt x="7041139" y="7878300"/>
                  </a:lnTo>
                  <a:lnTo>
                    <a:pt x="7122511" y="7850089"/>
                  </a:lnTo>
                  <a:lnTo>
                    <a:pt x="7207475" y="7817248"/>
                  </a:lnTo>
                  <a:lnTo>
                    <a:pt x="7293671" y="7779858"/>
                  </a:lnTo>
                  <a:lnTo>
                    <a:pt x="7379061" y="7738004"/>
                  </a:lnTo>
                  <a:lnTo>
                    <a:pt x="7462032" y="7691722"/>
                  </a:lnTo>
                  <a:lnTo>
                    <a:pt x="7541420" y="7640972"/>
                  </a:lnTo>
                  <a:lnTo>
                    <a:pt x="7616485" y="7585610"/>
                  </a:lnTo>
                  <a:lnTo>
                    <a:pt x="7686847" y="7525378"/>
                  </a:lnTo>
                  <a:lnTo>
                    <a:pt x="7752417" y="7459900"/>
                  </a:lnTo>
                  <a:lnTo>
                    <a:pt x="7813321" y="7388681"/>
                  </a:lnTo>
                  <a:lnTo>
                    <a:pt x="7869840" y="7311121"/>
                  </a:lnTo>
                  <a:lnTo>
                    <a:pt x="7922357" y="7226522"/>
                  </a:lnTo>
                  <a:lnTo>
                    <a:pt x="7971313" y="7134118"/>
                  </a:lnTo>
                  <a:lnTo>
                    <a:pt x="8017181" y="7033111"/>
                  </a:lnTo>
                  <a:lnTo>
                    <a:pt x="8060436" y="6922732"/>
                  </a:lnTo>
                  <a:lnTo>
                    <a:pt x="8101539" y="6802334"/>
                  </a:lnTo>
                  <a:lnTo>
                    <a:pt x="8140914" y="6671535"/>
                  </a:lnTo>
                  <a:lnTo>
                    <a:pt x="8151487" y="6633750"/>
                  </a:lnTo>
                  <a:lnTo>
                    <a:pt x="8175175" y="6544956"/>
                  </a:lnTo>
                  <a:lnTo>
                    <a:pt x="8198448" y="6452064"/>
                  </a:lnTo>
                  <a:lnTo>
                    <a:pt x="8221379" y="6355001"/>
                  </a:lnTo>
                  <a:lnTo>
                    <a:pt x="8244029" y="6253715"/>
                  </a:lnTo>
                  <a:lnTo>
                    <a:pt x="8266452" y="6148183"/>
                  </a:lnTo>
                  <a:lnTo>
                    <a:pt x="8288697" y="6038407"/>
                  </a:lnTo>
                  <a:lnTo>
                    <a:pt x="8310805" y="5924423"/>
                  </a:lnTo>
                  <a:lnTo>
                    <a:pt x="8332811" y="5806294"/>
                  </a:lnTo>
                  <a:lnTo>
                    <a:pt x="8354744" y="5684120"/>
                  </a:lnTo>
                  <a:lnTo>
                    <a:pt x="8376631" y="5558033"/>
                  </a:lnTo>
                  <a:lnTo>
                    <a:pt x="8398492" y="5428199"/>
                  </a:lnTo>
                  <a:lnTo>
                    <a:pt x="8420342" y="5294821"/>
                  </a:lnTo>
                  <a:lnTo>
                    <a:pt x="8442196" y="5158133"/>
                  </a:lnTo>
                  <a:lnTo>
                    <a:pt x="8464061" y="5018405"/>
                  </a:lnTo>
                  <a:lnTo>
                    <a:pt x="8485943" y="4875938"/>
                  </a:lnTo>
                  <a:lnTo>
                    <a:pt x="8507846" y="4731061"/>
                  </a:lnTo>
                  <a:lnTo>
                    <a:pt x="8529771" y="4584130"/>
                  </a:lnTo>
                  <a:lnTo>
                    <a:pt x="8551714" y="4435526"/>
                  </a:lnTo>
                  <a:lnTo>
                    <a:pt x="8573674" y="4285646"/>
                  </a:lnTo>
                  <a:lnTo>
                    <a:pt x="8595645" y="4134904"/>
                  </a:lnTo>
                  <a:lnTo>
                    <a:pt x="8617622" y="3983723"/>
                  </a:lnTo>
                  <a:lnTo>
                    <a:pt x="8639599" y="3832533"/>
                  </a:lnTo>
                  <a:lnTo>
                    <a:pt x="8661571" y="3681762"/>
                  </a:lnTo>
                  <a:lnTo>
                    <a:pt x="8683531" y="3531833"/>
                  </a:lnTo>
                  <a:lnTo>
                    <a:pt x="8705475" y="3383161"/>
                  </a:lnTo>
                  <a:lnTo>
                    <a:pt x="8727400" y="3236145"/>
                  </a:lnTo>
                  <a:lnTo>
                    <a:pt x="8749304" y="3091166"/>
                  </a:lnTo>
                  <a:lnTo>
                    <a:pt x="8771188" y="2948580"/>
                  </a:lnTo>
                  <a:lnTo>
                    <a:pt x="8793054" y="2808720"/>
                  </a:lnTo>
                  <a:lnTo>
                    <a:pt x="8814907" y="2671886"/>
                  </a:lnTo>
                  <a:lnTo>
                    <a:pt x="8836758" y="2538350"/>
                  </a:lnTo>
                  <a:lnTo>
                    <a:pt x="8858618" y="2408349"/>
                  </a:lnTo>
                  <a:lnTo>
                    <a:pt x="8880503" y="2282086"/>
                  </a:lnTo>
                  <a:lnTo>
                    <a:pt x="8902434" y="2159729"/>
                  </a:lnTo>
                  <a:lnTo>
                    <a:pt x="8924436" y="2041412"/>
                  </a:lnTo>
                  <a:lnTo>
                    <a:pt x="8946538" y="1927235"/>
                  </a:lnTo>
                  <a:lnTo>
                    <a:pt x="8968776" y="1817266"/>
                  </a:lnTo>
                  <a:lnTo>
                    <a:pt x="8991190" y="1711538"/>
                  </a:lnTo>
                  <a:lnTo>
                    <a:pt x="9013828" y="1610058"/>
                  </a:lnTo>
                  <a:lnTo>
                    <a:pt x="9036745" y="1512801"/>
                  </a:lnTo>
                  <a:lnTo>
                    <a:pt x="9060001" y="1419720"/>
                  </a:lnTo>
                  <a:lnTo>
                    <a:pt x="9083668" y="1330739"/>
                  </a:lnTo>
                  <a:lnTo>
                    <a:pt x="9084767" y="1326750"/>
                  </a:lnTo>
                  <a:lnTo>
                    <a:pt x="9123734" y="1193079"/>
                  </a:lnTo>
                  <a:lnTo>
                    <a:pt x="9164322" y="1069845"/>
                  </a:lnTo>
                  <a:lnTo>
                    <a:pt x="9206941" y="956768"/>
                  </a:lnTo>
                  <a:lnTo>
                    <a:pt x="9252043" y="853258"/>
                  </a:lnTo>
                  <a:lnTo>
                    <a:pt x="9300103" y="758569"/>
                  </a:lnTo>
                  <a:lnTo>
                    <a:pt x="9351595" y="671903"/>
                  </a:lnTo>
                  <a:lnTo>
                    <a:pt x="9406972" y="592480"/>
                  </a:lnTo>
                  <a:lnTo>
                    <a:pt x="9466638" y="519583"/>
                  </a:lnTo>
                  <a:lnTo>
                    <a:pt x="9530905" y="452580"/>
                  </a:lnTo>
                  <a:lnTo>
                    <a:pt x="9599948" y="390949"/>
                  </a:lnTo>
                  <a:lnTo>
                    <a:pt x="9673744" y="334279"/>
                  </a:lnTo>
                  <a:lnTo>
                    <a:pt x="9752001" y="282280"/>
                  </a:lnTo>
                  <a:lnTo>
                    <a:pt x="9834084" y="234778"/>
                  </a:lnTo>
                  <a:lnTo>
                    <a:pt x="9918951" y="191705"/>
                  </a:lnTo>
                  <a:lnTo>
                    <a:pt x="10005112" y="153081"/>
                  </a:lnTo>
                  <a:lnTo>
                    <a:pt x="10090638" y="118980"/>
                  </a:lnTo>
                  <a:lnTo>
                    <a:pt x="10173245" y="89490"/>
                  </a:lnTo>
                  <a:lnTo>
                    <a:pt x="10250451" y="64660"/>
                  </a:lnTo>
                  <a:lnTo>
                    <a:pt x="10319825" y="44451"/>
                  </a:lnTo>
                  <a:lnTo>
                    <a:pt x="10379275" y="28687"/>
                  </a:lnTo>
                  <a:lnTo>
                    <a:pt x="10427342" y="17039"/>
                  </a:lnTo>
                  <a:lnTo>
                    <a:pt x="10463427" y="9020"/>
                  </a:lnTo>
                  <a:lnTo>
                    <a:pt x="10487915" y="4016"/>
                  </a:lnTo>
                  <a:lnTo>
                    <a:pt x="10502177" y="1329"/>
                  </a:lnTo>
                  <a:lnTo>
                    <a:pt x="10508485" y="230"/>
                  </a:lnTo>
                  <a:lnTo>
                    <a:pt x="10509896" y="2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04" name="pl1804"/>
            <p:cNvSpPr/>
            <p:nvPr/>
          </p:nvSpPr>
          <p:spPr>
            <a:xfrm>
              <a:off x="4799595" y="2993731"/>
              <a:ext cx="11981298" cy="7960500"/>
            </a:xfrm>
            <a:custGeom>
              <a:avLst/>
              <a:pathLst>
                <a:path w="11981298" h="7960500">
                  <a:moveTo>
                    <a:pt x="11981298" y="0"/>
                  </a:moveTo>
                  <a:lnTo>
                    <a:pt x="10509911" y="0"/>
                  </a:lnTo>
                  <a:lnTo>
                    <a:pt x="10509214" y="110"/>
                  </a:lnTo>
                  <a:lnTo>
                    <a:pt x="10504588" y="899"/>
                  </a:lnTo>
                  <a:lnTo>
                    <a:pt x="10492774" y="3077"/>
                  </a:lnTo>
                  <a:lnTo>
                    <a:pt x="10471274" y="7372"/>
                  </a:lnTo>
                  <a:lnTo>
                    <a:pt x="10438459" y="14497"/>
                  </a:lnTo>
                  <a:lnTo>
                    <a:pt x="10393666" y="25093"/>
                  </a:lnTo>
                  <a:lnTo>
                    <a:pt x="10337233" y="39685"/>
                  </a:lnTo>
                  <a:lnTo>
                    <a:pt x="10270401" y="58649"/>
                  </a:lnTo>
                  <a:lnTo>
                    <a:pt x="10195114" y="82199"/>
                  </a:lnTo>
                  <a:lnTo>
                    <a:pt x="10113742" y="110410"/>
                  </a:lnTo>
                  <a:lnTo>
                    <a:pt x="10028778" y="143252"/>
                  </a:lnTo>
                  <a:lnTo>
                    <a:pt x="9942582" y="180641"/>
                  </a:lnTo>
                  <a:lnTo>
                    <a:pt x="9857192" y="222496"/>
                  </a:lnTo>
                  <a:lnTo>
                    <a:pt x="9774221" y="268777"/>
                  </a:lnTo>
                  <a:lnTo>
                    <a:pt x="9694833" y="319528"/>
                  </a:lnTo>
                  <a:lnTo>
                    <a:pt x="9619768" y="374890"/>
                  </a:lnTo>
                  <a:lnTo>
                    <a:pt x="9549406" y="435121"/>
                  </a:lnTo>
                  <a:lnTo>
                    <a:pt x="9483836" y="500600"/>
                  </a:lnTo>
                  <a:lnTo>
                    <a:pt x="9422932" y="571818"/>
                  </a:lnTo>
                  <a:lnTo>
                    <a:pt x="9366413" y="649379"/>
                  </a:lnTo>
                  <a:lnTo>
                    <a:pt x="9313896" y="733978"/>
                  </a:lnTo>
                  <a:lnTo>
                    <a:pt x="9264940" y="826381"/>
                  </a:lnTo>
                  <a:lnTo>
                    <a:pt x="9219072" y="927388"/>
                  </a:lnTo>
                  <a:lnTo>
                    <a:pt x="9175817" y="1037768"/>
                  </a:lnTo>
                  <a:lnTo>
                    <a:pt x="9134714" y="1158165"/>
                  </a:lnTo>
                  <a:lnTo>
                    <a:pt x="9095339" y="1288965"/>
                  </a:lnTo>
                  <a:lnTo>
                    <a:pt x="9084767" y="1326750"/>
                  </a:lnTo>
                  <a:lnTo>
                    <a:pt x="9061079" y="1415543"/>
                  </a:lnTo>
                  <a:lnTo>
                    <a:pt x="9037805" y="1508435"/>
                  </a:lnTo>
                  <a:lnTo>
                    <a:pt x="9014874" y="1605498"/>
                  </a:lnTo>
                  <a:lnTo>
                    <a:pt x="8992225" y="1706784"/>
                  </a:lnTo>
                  <a:lnTo>
                    <a:pt x="8969801" y="1812317"/>
                  </a:lnTo>
                  <a:lnTo>
                    <a:pt x="8947556" y="1922092"/>
                  </a:lnTo>
                  <a:lnTo>
                    <a:pt x="8925448" y="2036077"/>
                  </a:lnTo>
                  <a:lnTo>
                    <a:pt x="8903443" y="2154205"/>
                  </a:lnTo>
                  <a:lnTo>
                    <a:pt x="8881509" y="2276379"/>
                  </a:lnTo>
                  <a:lnTo>
                    <a:pt x="8859622" y="2402467"/>
                  </a:lnTo>
                  <a:lnTo>
                    <a:pt x="8837762" y="2532300"/>
                  </a:lnTo>
                  <a:lnTo>
                    <a:pt x="8815911" y="2665679"/>
                  </a:lnTo>
                  <a:lnTo>
                    <a:pt x="8794057" y="2802366"/>
                  </a:lnTo>
                  <a:lnTo>
                    <a:pt x="8772192" y="2942094"/>
                  </a:lnTo>
                  <a:lnTo>
                    <a:pt x="8750310" y="3084562"/>
                  </a:lnTo>
                  <a:lnTo>
                    <a:pt x="8728407" y="3229439"/>
                  </a:lnTo>
                  <a:lnTo>
                    <a:pt x="8706483" y="3376369"/>
                  </a:lnTo>
                  <a:lnTo>
                    <a:pt x="8684539" y="3524974"/>
                  </a:lnTo>
                  <a:lnTo>
                    <a:pt x="8662580" y="3674854"/>
                  </a:lnTo>
                  <a:lnTo>
                    <a:pt x="8640609" y="3825596"/>
                  </a:lnTo>
                  <a:lnTo>
                    <a:pt x="8618631" y="3976776"/>
                  </a:lnTo>
                  <a:lnTo>
                    <a:pt x="8596654" y="4127966"/>
                  </a:lnTo>
                  <a:lnTo>
                    <a:pt x="8574683" y="4278738"/>
                  </a:lnTo>
                  <a:lnTo>
                    <a:pt x="8552722" y="4428667"/>
                  </a:lnTo>
                  <a:lnTo>
                    <a:pt x="8530778" y="4577338"/>
                  </a:lnTo>
                  <a:lnTo>
                    <a:pt x="8508853" y="4724354"/>
                  </a:lnTo>
                  <a:lnTo>
                    <a:pt x="8486949" y="4869334"/>
                  </a:lnTo>
                  <a:lnTo>
                    <a:pt x="8465065" y="5011919"/>
                  </a:lnTo>
                  <a:lnTo>
                    <a:pt x="8443200" y="5151780"/>
                  </a:lnTo>
                  <a:lnTo>
                    <a:pt x="8421346" y="5288613"/>
                  </a:lnTo>
                  <a:lnTo>
                    <a:pt x="8399495" y="5422149"/>
                  </a:lnTo>
                  <a:lnTo>
                    <a:pt x="8377636" y="5552150"/>
                  </a:lnTo>
                  <a:lnTo>
                    <a:pt x="8355750" y="5678414"/>
                  </a:lnTo>
                  <a:lnTo>
                    <a:pt x="8333819" y="5800771"/>
                  </a:lnTo>
                  <a:lnTo>
                    <a:pt x="8311818" y="5919087"/>
                  </a:lnTo>
                  <a:lnTo>
                    <a:pt x="8289715" y="6033264"/>
                  </a:lnTo>
                  <a:lnTo>
                    <a:pt x="8267478" y="6143234"/>
                  </a:lnTo>
                  <a:lnTo>
                    <a:pt x="8245063" y="6248961"/>
                  </a:lnTo>
                  <a:lnTo>
                    <a:pt x="8222425" y="6350442"/>
                  </a:lnTo>
                  <a:lnTo>
                    <a:pt x="8199509" y="6447698"/>
                  </a:lnTo>
                  <a:lnTo>
                    <a:pt x="8176252" y="6540780"/>
                  </a:lnTo>
                  <a:lnTo>
                    <a:pt x="8152585" y="6629760"/>
                  </a:lnTo>
                  <a:lnTo>
                    <a:pt x="8151487" y="6633750"/>
                  </a:lnTo>
                  <a:lnTo>
                    <a:pt x="8112519" y="6767420"/>
                  </a:lnTo>
                  <a:lnTo>
                    <a:pt x="8071931" y="6890654"/>
                  </a:lnTo>
                  <a:lnTo>
                    <a:pt x="8029312" y="7003731"/>
                  </a:lnTo>
                  <a:lnTo>
                    <a:pt x="7984210" y="7107241"/>
                  </a:lnTo>
                  <a:lnTo>
                    <a:pt x="7936151" y="7201931"/>
                  </a:lnTo>
                  <a:lnTo>
                    <a:pt x="7884659" y="7288597"/>
                  </a:lnTo>
                  <a:lnTo>
                    <a:pt x="7829281" y="7368019"/>
                  </a:lnTo>
                  <a:lnTo>
                    <a:pt x="7769615" y="7440917"/>
                  </a:lnTo>
                  <a:lnTo>
                    <a:pt x="7705349" y="7507919"/>
                  </a:lnTo>
                  <a:lnTo>
                    <a:pt x="7636305" y="7569551"/>
                  </a:lnTo>
                  <a:lnTo>
                    <a:pt x="7562509" y="7626221"/>
                  </a:lnTo>
                  <a:lnTo>
                    <a:pt x="7484252" y="7678220"/>
                  </a:lnTo>
                  <a:lnTo>
                    <a:pt x="7402169" y="7725722"/>
                  </a:lnTo>
                  <a:lnTo>
                    <a:pt x="7317302" y="7768794"/>
                  </a:lnTo>
                  <a:lnTo>
                    <a:pt x="7231142" y="7807418"/>
                  </a:lnTo>
                  <a:lnTo>
                    <a:pt x="7145615" y="7841519"/>
                  </a:lnTo>
                  <a:lnTo>
                    <a:pt x="7063008" y="7871009"/>
                  </a:lnTo>
                  <a:lnTo>
                    <a:pt x="6985802" y="7895839"/>
                  </a:lnTo>
                  <a:lnTo>
                    <a:pt x="6916428" y="7916049"/>
                  </a:lnTo>
                  <a:lnTo>
                    <a:pt x="6856978" y="7931812"/>
                  </a:lnTo>
                  <a:lnTo>
                    <a:pt x="6808911" y="7943460"/>
                  </a:lnTo>
                  <a:lnTo>
                    <a:pt x="6772826" y="7951479"/>
                  </a:lnTo>
                  <a:lnTo>
                    <a:pt x="6748338" y="7956484"/>
                  </a:lnTo>
                  <a:lnTo>
                    <a:pt x="6734076" y="7959171"/>
                  </a:lnTo>
                  <a:lnTo>
                    <a:pt x="6727768" y="7960269"/>
                  </a:lnTo>
                  <a:lnTo>
                    <a:pt x="6726358" y="7960498"/>
                  </a:lnTo>
                  <a:lnTo>
                    <a:pt x="6726343" y="7960500"/>
                  </a:lnTo>
                  <a:lnTo>
                    <a:pt x="5254955" y="7960500"/>
                  </a:lnTo>
                  <a:lnTo>
                    <a:pt x="5253724" y="7960481"/>
                  </a:lnTo>
                  <a:lnTo>
                    <a:pt x="5245647" y="7960347"/>
                  </a:lnTo>
                  <a:lnTo>
                    <a:pt x="5225335" y="7959978"/>
                  </a:lnTo>
                  <a:lnTo>
                    <a:pt x="5189142" y="7959250"/>
                  </a:lnTo>
                  <a:lnTo>
                    <a:pt x="5135443" y="7958053"/>
                  </a:lnTo>
                  <a:lnTo>
                    <a:pt x="5064754" y="7956298"/>
                  </a:lnTo>
                  <a:lnTo>
                    <a:pt x="4979510" y="7953926"/>
                  </a:lnTo>
                  <a:lnTo>
                    <a:pt x="4883502" y="7950910"/>
                  </a:lnTo>
                  <a:lnTo>
                    <a:pt x="4781120" y="7947249"/>
                  </a:lnTo>
                  <a:lnTo>
                    <a:pt x="4676628" y="7942955"/>
                  </a:lnTo>
                  <a:lnTo>
                    <a:pt x="4573637" y="7938042"/>
                  </a:lnTo>
                  <a:lnTo>
                    <a:pt x="4474833" y="7932512"/>
                  </a:lnTo>
                  <a:lnTo>
                    <a:pt x="4381952" y="7926352"/>
                  </a:lnTo>
                  <a:lnTo>
                    <a:pt x="4295881" y="7919525"/>
                  </a:lnTo>
                  <a:lnTo>
                    <a:pt x="4216848" y="7911969"/>
                  </a:lnTo>
                  <a:lnTo>
                    <a:pt x="4144605" y="7903600"/>
                  </a:lnTo>
                  <a:lnTo>
                    <a:pt x="4078593" y="7894312"/>
                  </a:lnTo>
                  <a:lnTo>
                    <a:pt x="4018072" y="7883981"/>
                  </a:lnTo>
                  <a:lnTo>
                    <a:pt x="3962212" y="7872474"/>
                  </a:lnTo>
                  <a:lnTo>
                    <a:pt x="3910167" y="7859661"/>
                  </a:lnTo>
                  <a:lnTo>
                    <a:pt x="3861123" y="7845440"/>
                  </a:lnTo>
                  <a:lnTo>
                    <a:pt x="3829811" y="7835181"/>
                  </a:lnTo>
                  <a:lnTo>
                    <a:pt x="3776965" y="7815716"/>
                  </a:lnTo>
                  <a:lnTo>
                    <a:pt x="3725794" y="7794244"/>
                  </a:lnTo>
                  <a:lnTo>
                    <a:pt x="3675657" y="7770736"/>
                  </a:lnTo>
                  <a:lnTo>
                    <a:pt x="3626089" y="7745234"/>
                  </a:lnTo>
                  <a:lnTo>
                    <a:pt x="3576763" y="7717858"/>
                  </a:lnTo>
                  <a:lnTo>
                    <a:pt x="3527475" y="7688815"/>
                  </a:lnTo>
                  <a:lnTo>
                    <a:pt x="3478116" y="7658391"/>
                  </a:lnTo>
                  <a:lnTo>
                    <a:pt x="3428652" y="7626947"/>
                  </a:lnTo>
                  <a:lnTo>
                    <a:pt x="3379110" y="7594901"/>
                  </a:lnTo>
                  <a:lnTo>
                    <a:pt x="3329546" y="7562706"/>
                  </a:lnTo>
                  <a:lnTo>
                    <a:pt x="3280027" y="7530824"/>
                  </a:lnTo>
                  <a:lnTo>
                    <a:pt x="3230600" y="7499698"/>
                  </a:lnTo>
                  <a:lnTo>
                    <a:pt x="3181273" y="7469729"/>
                  </a:lnTo>
                  <a:lnTo>
                    <a:pt x="3131989" y="7441252"/>
                  </a:lnTo>
                  <a:lnTo>
                    <a:pt x="3082606" y="7414526"/>
                  </a:lnTo>
                  <a:lnTo>
                    <a:pt x="3032878" y="7389726"/>
                  </a:lnTo>
                  <a:lnTo>
                    <a:pt x="2982434" y="7366943"/>
                  </a:lnTo>
                  <a:lnTo>
                    <a:pt x="2930750" y="7346194"/>
                  </a:lnTo>
                  <a:lnTo>
                    <a:pt x="2896531" y="7333903"/>
                  </a:lnTo>
                  <a:lnTo>
                    <a:pt x="2849076" y="7318718"/>
                  </a:lnTo>
                  <a:lnTo>
                    <a:pt x="2799112" y="7304977"/>
                  </a:lnTo>
                  <a:lnTo>
                    <a:pt x="2745882" y="7292615"/>
                  </a:lnTo>
                  <a:lnTo>
                    <a:pt x="2688556" y="7281517"/>
                  </a:lnTo>
                  <a:lnTo>
                    <a:pt x="2626284" y="7271550"/>
                  </a:lnTo>
                  <a:lnTo>
                    <a:pt x="2558260" y="7262583"/>
                  </a:lnTo>
                  <a:lnTo>
                    <a:pt x="2483792" y="7254498"/>
                  </a:lnTo>
                  <a:lnTo>
                    <a:pt x="2402409" y="7247194"/>
                  </a:lnTo>
                  <a:lnTo>
                    <a:pt x="2314003" y="7240596"/>
                  </a:lnTo>
                  <a:lnTo>
                    <a:pt x="2219000" y="7234650"/>
                  </a:lnTo>
                  <a:lnTo>
                    <a:pt x="2118554" y="7229328"/>
                  </a:lnTo>
                  <a:lnTo>
                    <a:pt x="2014712" y="7224621"/>
                  </a:lnTo>
                  <a:lnTo>
                    <a:pt x="1910485" y="7220537"/>
                  </a:lnTo>
                  <a:lnTo>
                    <a:pt x="1809744" y="7217091"/>
                  </a:lnTo>
                  <a:lnTo>
                    <a:pt x="1716867" y="7214292"/>
                  </a:lnTo>
                  <a:lnTo>
                    <a:pt x="1636129" y="7212131"/>
                  </a:lnTo>
                  <a:lnTo>
                    <a:pt x="1570947" y="7210571"/>
                  </a:lnTo>
                  <a:lnTo>
                    <a:pt x="1523161" y="7209543"/>
                  </a:lnTo>
                  <a:lnTo>
                    <a:pt x="1492575" y="7208948"/>
                  </a:lnTo>
                  <a:lnTo>
                    <a:pt x="1476860" y="7208672"/>
                  </a:lnTo>
                  <a:lnTo>
                    <a:pt x="1471756" y="7208590"/>
                  </a:lnTo>
                  <a:lnTo>
                    <a:pt x="1471387" y="7208584"/>
                  </a:lnTo>
                  <a:lnTo>
                    <a:pt x="0" y="720858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05" name="pg1805"/>
            <p:cNvSpPr/>
            <p:nvPr/>
          </p:nvSpPr>
          <p:spPr>
            <a:xfrm>
              <a:off x="4799595" y="4759099"/>
              <a:ext cx="11981298" cy="5394178"/>
            </a:xfrm>
            <a:custGeom>
              <a:avLst/>
              <a:pathLst>
                <a:path w="11981298" h="5394178">
                  <a:moveTo>
                    <a:pt x="0" y="5394178"/>
                  </a:moveTo>
                  <a:lnTo>
                    <a:pt x="1471387" y="5394178"/>
                  </a:lnTo>
                  <a:lnTo>
                    <a:pt x="1472462" y="5394093"/>
                  </a:lnTo>
                  <a:lnTo>
                    <a:pt x="1479541" y="5393486"/>
                  </a:lnTo>
                  <a:lnTo>
                    <a:pt x="1497414" y="5391808"/>
                  </a:lnTo>
                  <a:lnTo>
                    <a:pt x="1529446" y="5388502"/>
                  </a:lnTo>
                  <a:lnTo>
                    <a:pt x="1577343" y="5383051"/>
                  </a:lnTo>
                  <a:lnTo>
                    <a:pt x="1641027" y="5375024"/>
                  </a:lnTo>
                  <a:lnTo>
                    <a:pt x="1718746" y="5364119"/>
                  </a:lnTo>
                  <a:lnTo>
                    <a:pt x="1807469" y="5350174"/>
                  </a:lnTo>
                  <a:lnTo>
                    <a:pt x="1903462" y="5333147"/>
                  </a:lnTo>
                  <a:lnTo>
                    <a:pt x="2002896" y="5313080"/>
                  </a:lnTo>
                  <a:lnTo>
                    <a:pt x="2102335" y="5290039"/>
                  </a:lnTo>
                  <a:lnTo>
                    <a:pt x="2199044" y="5264066"/>
                  </a:lnTo>
                  <a:lnTo>
                    <a:pt x="2291090" y="5235141"/>
                  </a:lnTo>
                  <a:lnTo>
                    <a:pt x="2377303" y="5203156"/>
                  </a:lnTo>
                  <a:lnTo>
                    <a:pt x="2457160" y="5167900"/>
                  </a:lnTo>
                  <a:lnTo>
                    <a:pt x="2530628" y="5129058"/>
                  </a:lnTo>
                  <a:lnTo>
                    <a:pt x="2598019" y="5086214"/>
                  </a:lnTo>
                  <a:lnTo>
                    <a:pt x="2659875" y="5038859"/>
                  </a:lnTo>
                  <a:lnTo>
                    <a:pt x="2716862" y="4986419"/>
                  </a:lnTo>
                  <a:lnTo>
                    <a:pt x="2769711" y="4928284"/>
                  </a:lnTo>
                  <a:lnTo>
                    <a:pt x="2819159" y="4863874"/>
                  </a:lnTo>
                  <a:lnTo>
                    <a:pt x="2865912" y="4792735"/>
                  </a:lnTo>
                  <a:lnTo>
                    <a:pt x="2896531" y="4740339"/>
                  </a:lnTo>
                  <a:lnTo>
                    <a:pt x="2929411" y="4678832"/>
                  </a:lnTo>
                  <a:lnTo>
                    <a:pt x="2961542" y="4613378"/>
                  </a:lnTo>
                  <a:lnTo>
                    <a:pt x="2993102" y="4543897"/>
                  </a:lnTo>
                  <a:lnTo>
                    <a:pt x="3024240" y="4470355"/>
                  </a:lnTo>
                  <a:lnTo>
                    <a:pt x="3055078" y="4392773"/>
                  </a:lnTo>
                  <a:lnTo>
                    <a:pt x="3085715" y="4311228"/>
                  </a:lnTo>
                  <a:lnTo>
                    <a:pt x="3116229" y="4225858"/>
                  </a:lnTo>
                  <a:lnTo>
                    <a:pt x="3146683" y="4136866"/>
                  </a:lnTo>
                  <a:lnTo>
                    <a:pt x="3177122" y="4044516"/>
                  </a:lnTo>
                  <a:lnTo>
                    <a:pt x="3207575" y="3949139"/>
                  </a:lnTo>
                  <a:lnTo>
                    <a:pt x="3238061" y="3851123"/>
                  </a:lnTo>
                  <a:lnTo>
                    <a:pt x="3268587" y="3750913"/>
                  </a:lnTo>
                  <a:lnTo>
                    <a:pt x="3299152" y="3648998"/>
                  </a:lnTo>
                  <a:lnTo>
                    <a:pt x="3329747" y="3545906"/>
                  </a:lnTo>
                  <a:lnTo>
                    <a:pt x="3360360" y="3442194"/>
                  </a:lnTo>
                  <a:lnTo>
                    <a:pt x="3390973" y="3338429"/>
                  </a:lnTo>
                  <a:lnTo>
                    <a:pt x="3421573" y="3235181"/>
                  </a:lnTo>
                  <a:lnTo>
                    <a:pt x="3452144" y="3133010"/>
                  </a:lnTo>
                  <a:lnTo>
                    <a:pt x="3482678" y="3032448"/>
                  </a:lnTo>
                  <a:lnTo>
                    <a:pt x="3513171" y="2933994"/>
                  </a:lnTo>
                  <a:lnTo>
                    <a:pt x="3543629" y="2838102"/>
                  </a:lnTo>
                  <a:lnTo>
                    <a:pt x="3574068" y="2745170"/>
                  </a:lnTo>
                  <a:lnTo>
                    <a:pt x="3604517" y="2655539"/>
                  </a:lnTo>
                  <a:lnTo>
                    <a:pt x="3635016" y="2569487"/>
                  </a:lnTo>
                  <a:lnTo>
                    <a:pt x="3665625" y="2487227"/>
                  </a:lnTo>
                  <a:lnTo>
                    <a:pt x="3696419" y="2408910"/>
                  </a:lnTo>
                  <a:lnTo>
                    <a:pt x="3727493" y="2334623"/>
                  </a:lnTo>
                  <a:lnTo>
                    <a:pt x="3758966" y="2264397"/>
                  </a:lnTo>
                  <a:lnTo>
                    <a:pt x="3790980" y="2198208"/>
                  </a:lnTo>
                  <a:lnTo>
                    <a:pt x="3823707" y="2135984"/>
                  </a:lnTo>
                  <a:lnTo>
                    <a:pt x="3829811" y="2124979"/>
                  </a:lnTo>
                  <a:lnTo>
                    <a:pt x="3875092" y="2049140"/>
                  </a:lnTo>
                  <a:lnTo>
                    <a:pt x="3922632" y="1980183"/>
                  </a:lnTo>
                  <a:lnTo>
                    <a:pt x="3973087" y="1917832"/>
                  </a:lnTo>
                  <a:lnTo>
                    <a:pt x="4027175" y="1861580"/>
                  </a:lnTo>
                  <a:lnTo>
                    <a:pt x="4085638" y="1810828"/>
                  </a:lnTo>
                  <a:lnTo>
                    <a:pt x="4149191" y="1764972"/>
                  </a:lnTo>
                  <a:lnTo>
                    <a:pt x="4218471" y="1723455"/>
                  </a:lnTo>
                  <a:lnTo>
                    <a:pt x="4293957" y="1685798"/>
                  </a:lnTo>
                  <a:lnTo>
                    <a:pt x="4375865" y="1651615"/>
                  </a:lnTo>
                  <a:lnTo>
                    <a:pt x="4464024" y="1620624"/>
                  </a:lnTo>
                  <a:lnTo>
                    <a:pt x="4557719" y="1592648"/>
                  </a:lnTo>
                  <a:lnTo>
                    <a:pt x="4655548" y="1567609"/>
                  </a:lnTo>
                  <a:lnTo>
                    <a:pt x="4755320" y="1545510"/>
                  </a:lnTo>
                  <a:lnTo>
                    <a:pt x="4854055" y="1526405"/>
                  </a:lnTo>
                  <a:lnTo>
                    <a:pt x="4948152" y="1510360"/>
                  </a:lnTo>
                  <a:lnTo>
                    <a:pt x="5033749" y="1497394"/>
                  </a:lnTo>
                  <a:lnTo>
                    <a:pt x="5107270" y="1487431"/>
                  </a:lnTo>
                  <a:lnTo>
                    <a:pt x="5166033" y="1480266"/>
                  </a:lnTo>
                  <a:lnTo>
                    <a:pt x="5208792" y="1475551"/>
                  </a:lnTo>
                  <a:lnTo>
                    <a:pt x="5236038" y="1472824"/>
                  </a:lnTo>
                  <a:lnTo>
                    <a:pt x="5250030" y="1471548"/>
                  </a:lnTo>
                  <a:lnTo>
                    <a:pt x="5254610" y="1471166"/>
                  </a:lnTo>
                  <a:lnTo>
                    <a:pt x="5254955" y="1471139"/>
                  </a:lnTo>
                  <a:lnTo>
                    <a:pt x="6726343" y="1471139"/>
                  </a:lnTo>
                  <a:lnTo>
                    <a:pt x="6727554" y="1471103"/>
                  </a:lnTo>
                  <a:lnTo>
                    <a:pt x="6735510" y="1470847"/>
                  </a:lnTo>
                  <a:lnTo>
                    <a:pt x="6755525" y="1470139"/>
                  </a:lnTo>
                  <a:lnTo>
                    <a:pt x="6791213" y="1468746"/>
                  </a:lnTo>
                  <a:lnTo>
                    <a:pt x="6844214" y="1466454"/>
                  </a:lnTo>
                  <a:lnTo>
                    <a:pt x="6914067" y="1463090"/>
                  </a:lnTo>
                  <a:lnTo>
                    <a:pt x="6998424" y="1458541"/>
                  </a:lnTo>
                  <a:lnTo>
                    <a:pt x="7093586" y="1452754"/>
                  </a:lnTo>
                  <a:lnTo>
                    <a:pt x="7195239" y="1445724"/>
                  </a:lnTo>
                  <a:lnTo>
                    <a:pt x="7299169" y="1437474"/>
                  </a:lnTo>
                  <a:lnTo>
                    <a:pt x="7401780" y="1428031"/>
                  </a:lnTo>
                  <a:lnTo>
                    <a:pt x="7500374" y="1417402"/>
                  </a:lnTo>
                  <a:lnTo>
                    <a:pt x="7593190" y="1405562"/>
                  </a:lnTo>
                  <a:lnTo>
                    <a:pt x="7679303" y="1392443"/>
                  </a:lnTo>
                  <a:lnTo>
                    <a:pt x="7758451" y="1377933"/>
                  </a:lnTo>
                  <a:lnTo>
                    <a:pt x="7830847" y="1361872"/>
                  </a:lnTo>
                  <a:lnTo>
                    <a:pt x="7897023" y="1344060"/>
                  </a:lnTo>
                  <a:lnTo>
                    <a:pt x="7957695" y="1324263"/>
                  </a:lnTo>
                  <a:lnTo>
                    <a:pt x="8013675" y="1302226"/>
                  </a:lnTo>
                  <a:lnTo>
                    <a:pt x="8065797" y="1277698"/>
                  </a:lnTo>
                  <a:lnTo>
                    <a:pt x="8114868" y="1250476"/>
                  </a:lnTo>
                  <a:lnTo>
                    <a:pt x="8151487" y="1227311"/>
                  </a:lnTo>
                  <a:lnTo>
                    <a:pt x="8198400" y="1193958"/>
                  </a:lnTo>
                  <a:lnTo>
                    <a:pt x="8243935" y="1157548"/>
                  </a:lnTo>
                  <a:lnTo>
                    <a:pt x="8288560" y="1118028"/>
                  </a:lnTo>
                  <a:lnTo>
                    <a:pt x="8332629" y="1075426"/>
                  </a:lnTo>
                  <a:lnTo>
                    <a:pt x="8376404" y="1029862"/>
                  </a:lnTo>
                  <a:lnTo>
                    <a:pt x="8420071" y="981554"/>
                  </a:lnTo>
                  <a:lnTo>
                    <a:pt x="8463744" y="930822"/>
                  </a:lnTo>
                  <a:lnTo>
                    <a:pt x="8507483" y="878083"/>
                  </a:lnTo>
                  <a:lnTo>
                    <a:pt x="8551305" y="823837"/>
                  </a:lnTo>
                  <a:lnTo>
                    <a:pt x="8595189" y="768653"/>
                  </a:lnTo>
                  <a:lnTo>
                    <a:pt x="8639098" y="713141"/>
                  </a:lnTo>
                  <a:lnTo>
                    <a:pt x="8682985" y="657929"/>
                  </a:lnTo>
                  <a:lnTo>
                    <a:pt x="8726810" y="603629"/>
                  </a:lnTo>
                  <a:lnTo>
                    <a:pt x="8770553" y="550811"/>
                  </a:lnTo>
                  <a:lnTo>
                    <a:pt x="8814228" y="499980"/>
                  </a:lnTo>
                  <a:lnTo>
                    <a:pt x="8857893" y="451556"/>
                  </a:lnTo>
                  <a:lnTo>
                    <a:pt x="8901660" y="405863"/>
                  </a:lnTo>
                  <a:lnTo>
                    <a:pt x="8945711" y="363125"/>
                  </a:lnTo>
                  <a:lnTo>
                    <a:pt x="8990304" y="323466"/>
                  </a:lnTo>
                  <a:lnTo>
                    <a:pt x="9035789" y="286918"/>
                  </a:lnTo>
                  <a:lnTo>
                    <a:pt x="9082629" y="253430"/>
                  </a:lnTo>
                  <a:lnTo>
                    <a:pt x="9084767" y="252000"/>
                  </a:lnTo>
                  <a:lnTo>
                    <a:pt x="9131966" y="222604"/>
                  </a:lnTo>
                  <a:lnTo>
                    <a:pt x="9181643" y="195988"/>
                  </a:lnTo>
                  <a:lnTo>
                    <a:pt x="9234544" y="172029"/>
                  </a:lnTo>
                  <a:lnTo>
                    <a:pt x="9291485" y="150506"/>
                  </a:lnTo>
                  <a:lnTo>
                    <a:pt x="9353301" y="131168"/>
                  </a:lnTo>
                  <a:lnTo>
                    <a:pt x="9420789" y="113761"/>
                  </a:lnTo>
                  <a:lnTo>
                    <a:pt x="9494636" y="98057"/>
                  </a:lnTo>
                  <a:lnTo>
                    <a:pt x="9575313" y="83865"/>
                  </a:lnTo>
                  <a:lnTo>
                    <a:pt x="9662944" y="71036"/>
                  </a:lnTo>
                  <a:lnTo>
                    <a:pt x="9757138" y="59467"/>
                  </a:lnTo>
                  <a:lnTo>
                    <a:pt x="9856800" y="49100"/>
                  </a:lnTo>
                  <a:lnTo>
                    <a:pt x="9959967" y="39918"/>
                  </a:lnTo>
                  <a:lnTo>
                    <a:pt x="10063731" y="31934"/>
                  </a:lnTo>
                  <a:lnTo>
                    <a:pt x="10164331" y="25176"/>
                  </a:lnTo>
                  <a:lnTo>
                    <a:pt x="10257474" y="19663"/>
                  </a:lnTo>
                  <a:lnTo>
                    <a:pt x="10338919" y="15382"/>
                  </a:lnTo>
                  <a:lnTo>
                    <a:pt x="10405204" y="12266"/>
                  </a:lnTo>
                  <a:lnTo>
                    <a:pt x="10454359" y="10189"/>
                  </a:lnTo>
                  <a:lnTo>
                    <a:pt x="10486384" y="8966"/>
                  </a:lnTo>
                  <a:lnTo>
                    <a:pt x="10503369" y="8378"/>
                  </a:lnTo>
                  <a:lnTo>
                    <a:pt x="10509329" y="8189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8699" y="35"/>
                  </a:lnTo>
                  <a:lnTo>
                    <a:pt x="10500744" y="292"/>
                  </a:lnTo>
                  <a:lnTo>
                    <a:pt x="10480729" y="999"/>
                  </a:lnTo>
                  <a:lnTo>
                    <a:pt x="10445040" y="2393"/>
                  </a:lnTo>
                  <a:lnTo>
                    <a:pt x="10392040" y="4685"/>
                  </a:lnTo>
                  <a:lnTo>
                    <a:pt x="10322186" y="8049"/>
                  </a:lnTo>
                  <a:lnTo>
                    <a:pt x="10237829" y="12597"/>
                  </a:lnTo>
                  <a:lnTo>
                    <a:pt x="10142667" y="18384"/>
                  </a:lnTo>
                  <a:lnTo>
                    <a:pt x="10041014" y="25415"/>
                  </a:lnTo>
                  <a:lnTo>
                    <a:pt x="9937085" y="33664"/>
                  </a:lnTo>
                  <a:lnTo>
                    <a:pt x="9834473" y="43108"/>
                  </a:lnTo>
                  <a:lnTo>
                    <a:pt x="9735879" y="53737"/>
                  </a:lnTo>
                  <a:lnTo>
                    <a:pt x="9643063" y="65577"/>
                  </a:lnTo>
                  <a:lnTo>
                    <a:pt x="9556950" y="78695"/>
                  </a:lnTo>
                  <a:lnTo>
                    <a:pt x="9477802" y="93206"/>
                  </a:lnTo>
                  <a:lnTo>
                    <a:pt x="9405406" y="109266"/>
                  </a:lnTo>
                  <a:lnTo>
                    <a:pt x="9339230" y="127078"/>
                  </a:lnTo>
                  <a:lnTo>
                    <a:pt x="9278558" y="146876"/>
                  </a:lnTo>
                  <a:lnTo>
                    <a:pt x="9222579" y="168913"/>
                  </a:lnTo>
                  <a:lnTo>
                    <a:pt x="9170456" y="193441"/>
                  </a:lnTo>
                  <a:lnTo>
                    <a:pt x="9121385" y="220663"/>
                  </a:lnTo>
                  <a:lnTo>
                    <a:pt x="9084767" y="243827"/>
                  </a:lnTo>
                  <a:lnTo>
                    <a:pt x="9037853" y="277181"/>
                  </a:lnTo>
                  <a:lnTo>
                    <a:pt x="8992318" y="313591"/>
                  </a:lnTo>
                  <a:lnTo>
                    <a:pt x="8947694" y="353110"/>
                  </a:lnTo>
                  <a:lnTo>
                    <a:pt x="8903625" y="395713"/>
                  </a:lnTo>
                  <a:lnTo>
                    <a:pt x="8859849" y="441277"/>
                  </a:lnTo>
                  <a:lnTo>
                    <a:pt x="8816183" y="489585"/>
                  </a:lnTo>
                  <a:lnTo>
                    <a:pt x="8772510" y="540316"/>
                  </a:lnTo>
                  <a:lnTo>
                    <a:pt x="8728770" y="593056"/>
                  </a:lnTo>
                  <a:lnTo>
                    <a:pt x="8684949" y="647301"/>
                  </a:lnTo>
                  <a:lnTo>
                    <a:pt x="8641064" y="702486"/>
                  </a:lnTo>
                  <a:lnTo>
                    <a:pt x="8597155" y="757997"/>
                  </a:lnTo>
                  <a:lnTo>
                    <a:pt x="8553268" y="813210"/>
                  </a:lnTo>
                  <a:lnTo>
                    <a:pt x="8509443" y="867510"/>
                  </a:lnTo>
                  <a:lnTo>
                    <a:pt x="8465700" y="920328"/>
                  </a:lnTo>
                  <a:lnTo>
                    <a:pt x="8422025" y="971159"/>
                  </a:lnTo>
                  <a:lnTo>
                    <a:pt x="8378361" y="1019583"/>
                  </a:lnTo>
                  <a:lnTo>
                    <a:pt x="8334593" y="1065275"/>
                  </a:lnTo>
                  <a:lnTo>
                    <a:pt x="8290542" y="1108013"/>
                  </a:lnTo>
                  <a:lnTo>
                    <a:pt x="8245949" y="1147673"/>
                  </a:lnTo>
                  <a:lnTo>
                    <a:pt x="8200464" y="1184221"/>
                  </a:lnTo>
                  <a:lnTo>
                    <a:pt x="8153624" y="1217709"/>
                  </a:lnTo>
                  <a:lnTo>
                    <a:pt x="8151487" y="1219138"/>
                  </a:lnTo>
                  <a:lnTo>
                    <a:pt x="8104287" y="1248535"/>
                  </a:lnTo>
                  <a:lnTo>
                    <a:pt x="8054610" y="1275151"/>
                  </a:lnTo>
                  <a:lnTo>
                    <a:pt x="8001710" y="1299110"/>
                  </a:lnTo>
                  <a:lnTo>
                    <a:pt x="7944769" y="1320632"/>
                  </a:lnTo>
                  <a:lnTo>
                    <a:pt x="7882952" y="1339971"/>
                  </a:lnTo>
                  <a:lnTo>
                    <a:pt x="7815464" y="1357378"/>
                  </a:lnTo>
                  <a:lnTo>
                    <a:pt x="7741617" y="1373082"/>
                  </a:lnTo>
                  <a:lnTo>
                    <a:pt x="7660941" y="1387273"/>
                  </a:lnTo>
                  <a:lnTo>
                    <a:pt x="7573309" y="1400102"/>
                  </a:lnTo>
                  <a:lnTo>
                    <a:pt x="7479115" y="1411671"/>
                  </a:lnTo>
                  <a:lnTo>
                    <a:pt x="7379453" y="1422039"/>
                  </a:lnTo>
                  <a:lnTo>
                    <a:pt x="7276287" y="1431221"/>
                  </a:lnTo>
                  <a:lnTo>
                    <a:pt x="7172522" y="1439205"/>
                  </a:lnTo>
                  <a:lnTo>
                    <a:pt x="7071923" y="1445963"/>
                  </a:lnTo>
                  <a:lnTo>
                    <a:pt x="6978779" y="1451475"/>
                  </a:lnTo>
                  <a:lnTo>
                    <a:pt x="6897334" y="1455756"/>
                  </a:lnTo>
                  <a:lnTo>
                    <a:pt x="6831049" y="1458872"/>
                  </a:lnTo>
                  <a:lnTo>
                    <a:pt x="6781894" y="1460950"/>
                  </a:lnTo>
                  <a:lnTo>
                    <a:pt x="6749870" y="1462173"/>
                  </a:lnTo>
                  <a:lnTo>
                    <a:pt x="6732884" y="1462761"/>
                  </a:lnTo>
                  <a:lnTo>
                    <a:pt x="6726924" y="1462949"/>
                  </a:lnTo>
                  <a:lnTo>
                    <a:pt x="6726343" y="1462966"/>
                  </a:lnTo>
                  <a:lnTo>
                    <a:pt x="5254955" y="1462966"/>
                  </a:lnTo>
                  <a:lnTo>
                    <a:pt x="5253880" y="1463051"/>
                  </a:lnTo>
                  <a:lnTo>
                    <a:pt x="5246801" y="1463659"/>
                  </a:lnTo>
                  <a:lnTo>
                    <a:pt x="5228928" y="1465337"/>
                  </a:lnTo>
                  <a:lnTo>
                    <a:pt x="5196896" y="1468642"/>
                  </a:lnTo>
                  <a:lnTo>
                    <a:pt x="5148999" y="1474093"/>
                  </a:lnTo>
                  <a:lnTo>
                    <a:pt x="5085315" y="1482120"/>
                  </a:lnTo>
                  <a:lnTo>
                    <a:pt x="5007596" y="1493025"/>
                  </a:lnTo>
                  <a:lnTo>
                    <a:pt x="4918873" y="1506971"/>
                  </a:lnTo>
                  <a:lnTo>
                    <a:pt x="4822880" y="1523997"/>
                  </a:lnTo>
                  <a:lnTo>
                    <a:pt x="4723446" y="1544064"/>
                  </a:lnTo>
                  <a:lnTo>
                    <a:pt x="4624007" y="1567106"/>
                  </a:lnTo>
                  <a:lnTo>
                    <a:pt x="4527298" y="1593079"/>
                  </a:lnTo>
                  <a:lnTo>
                    <a:pt x="4435252" y="1622004"/>
                  </a:lnTo>
                  <a:lnTo>
                    <a:pt x="4349039" y="1653989"/>
                  </a:lnTo>
                  <a:lnTo>
                    <a:pt x="4269182" y="1689244"/>
                  </a:lnTo>
                  <a:lnTo>
                    <a:pt x="4195714" y="1728086"/>
                  </a:lnTo>
                  <a:lnTo>
                    <a:pt x="4128323" y="1770931"/>
                  </a:lnTo>
                  <a:lnTo>
                    <a:pt x="4066468" y="1818285"/>
                  </a:lnTo>
                  <a:lnTo>
                    <a:pt x="4009480" y="1870725"/>
                  </a:lnTo>
                  <a:lnTo>
                    <a:pt x="3956631" y="1928860"/>
                  </a:lnTo>
                  <a:lnTo>
                    <a:pt x="3907183" y="1993271"/>
                  </a:lnTo>
                  <a:lnTo>
                    <a:pt x="3860430" y="2064410"/>
                  </a:lnTo>
                  <a:lnTo>
                    <a:pt x="3829811" y="2116806"/>
                  </a:lnTo>
                  <a:lnTo>
                    <a:pt x="3796931" y="2178313"/>
                  </a:lnTo>
                  <a:lnTo>
                    <a:pt x="3764800" y="2243767"/>
                  </a:lnTo>
                  <a:lnTo>
                    <a:pt x="3733240" y="2313248"/>
                  </a:lnTo>
                  <a:lnTo>
                    <a:pt x="3702102" y="2386790"/>
                  </a:lnTo>
                  <a:lnTo>
                    <a:pt x="3671264" y="2464372"/>
                  </a:lnTo>
                  <a:lnTo>
                    <a:pt x="3640628" y="2545917"/>
                  </a:lnTo>
                  <a:lnTo>
                    <a:pt x="3610113" y="2631287"/>
                  </a:lnTo>
                  <a:lnTo>
                    <a:pt x="3579659" y="2720279"/>
                  </a:lnTo>
                  <a:lnTo>
                    <a:pt x="3549220" y="2812628"/>
                  </a:lnTo>
                  <a:lnTo>
                    <a:pt x="3518767" y="2908005"/>
                  </a:lnTo>
                  <a:lnTo>
                    <a:pt x="3488281" y="3006021"/>
                  </a:lnTo>
                  <a:lnTo>
                    <a:pt x="3457755" y="3106232"/>
                  </a:lnTo>
                  <a:lnTo>
                    <a:pt x="3427190" y="3208147"/>
                  </a:lnTo>
                  <a:lnTo>
                    <a:pt x="3396595" y="3311238"/>
                  </a:lnTo>
                  <a:lnTo>
                    <a:pt x="3365982" y="3414951"/>
                  </a:lnTo>
                  <a:lnTo>
                    <a:pt x="3335369" y="3518716"/>
                  </a:lnTo>
                  <a:lnTo>
                    <a:pt x="3304769" y="3621963"/>
                  </a:lnTo>
                  <a:lnTo>
                    <a:pt x="3274198" y="3724135"/>
                  </a:lnTo>
                  <a:lnTo>
                    <a:pt x="3243664" y="3824697"/>
                  </a:lnTo>
                  <a:lnTo>
                    <a:pt x="3213171" y="3923150"/>
                  </a:lnTo>
                  <a:lnTo>
                    <a:pt x="3182713" y="4019043"/>
                  </a:lnTo>
                  <a:lnTo>
                    <a:pt x="3152274" y="4111975"/>
                  </a:lnTo>
                  <a:lnTo>
                    <a:pt x="3121825" y="4201606"/>
                  </a:lnTo>
                  <a:lnTo>
                    <a:pt x="3091326" y="4287658"/>
                  </a:lnTo>
                  <a:lnTo>
                    <a:pt x="3060717" y="4369917"/>
                  </a:lnTo>
                  <a:lnTo>
                    <a:pt x="3029923" y="4448235"/>
                  </a:lnTo>
                  <a:lnTo>
                    <a:pt x="2998849" y="4522522"/>
                  </a:lnTo>
                  <a:lnTo>
                    <a:pt x="2967376" y="4592748"/>
                  </a:lnTo>
                  <a:lnTo>
                    <a:pt x="2935362" y="4658937"/>
                  </a:lnTo>
                  <a:lnTo>
                    <a:pt x="2902635" y="4721160"/>
                  </a:lnTo>
                  <a:lnTo>
                    <a:pt x="2896531" y="4732166"/>
                  </a:lnTo>
                  <a:lnTo>
                    <a:pt x="2851250" y="4808005"/>
                  </a:lnTo>
                  <a:lnTo>
                    <a:pt x="2803710" y="4876962"/>
                  </a:lnTo>
                  <a:lnTo>
                    <a:pt x="2753255" y="4939313"/>
                  </a:lnTo>
                  <a:lnTo>
                    <a:pt x="2699167" y="4995565"/>
                  </a:lnTo>
                  <a:lnTo>
                    <a:pt x="2640704" y="5046317"/>
                  </a:lnTo>
                  <a:lnTo>
                    <a:pt x="2577151" y="5092173"/>
                  </a:lnTo>
                  <a:lnTo>
                    <a:pt x="2507871" y="5133690"/>
                  </a:lnTo>
                  <a:lnTo>
                    <a:pt x="2432385" y="5171347"/>
                  </a:lnTo>
                  <a:lnTo>
                    <a:pt x="2350477" y="5205530"/>
                  </a:lnTo>
                  <a:lnTo>
                    <a:pt x="2262318" y="5236521"/>
                  </a:lnTo>
                  <a:lnTo>
                    <a:pt x="2168623" y="5264496"/>
                  </a:lnTo>
                  <a:lnTo>
                    <a:pt x="2070794" y="5289536"/>
                  </a:lnTo>
                  <a:lnTo>
                    <a:pt x="1971022" y="5311635"/>
                  </a:lnTo>
                  <a:lnTo>
                    <a:pt x="1872287" y="5330739"/>
                  </a:lnTo>
                  <a:lnTo>
                    <a:pt x="1778190" y="5346784"/>
                  </a:lnTo>
                  <a:lnTo>
                    <a:pt x="1692593" y="5359750"/>
                  </a:lnTo>
                  <a:lnTo>
                    <a:pt x="1619073" y="5369713"/>
                  </a:lnTo>
                  <a:lnTo>
                    <a:pt x="1560309" y="5376879"/>
                  </a:lnTo>
                  <a:lnTo>
                    <a:pt x="1517550" y="5381593"/>
                  </a:lnTo>
                  <a:lnTo>
                    <a:pt x="1490304" y="5384321"/>
                  </a:lnTo>
                  <a:lnTo>
                    <a:pt x="1476312" y="5385596"/>
                  </a:lnTo>
                  <a:lnTo>
                    <a:pt x="1471733" y="5385979"/>
                  </a:lnTo>
                  <a:lnTo>
                    <a:pt x="1471387" y="5386005"/>
                  </a:lnTo>
                  <a:lnTo>
                    <a:pt x="0" y="5386005"/>
                  </a:lnTo>
                  <a:close/>
                </a:path>
              </a:pathLst>
            </a:custGeom>
            <a:solidFill>
              <a:srgbClr val="B497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806" name="pl1806"/>
            <p:cNvSpPr/>
            <p:nvPr/>
          </p:nvSpPr>
          <p:spPr>
            <a:xfrm>
              <a:off x="4799595" y="4767272"/>
              <a:ext cx="11981298" cy="5386005"/>
            </a:xfrm>
            <a:custGeom>
              <a:avLst/>
              <a:pathLst>
                <a:path w="11981298" h="5386005">
                  <a:moveTo>
                    <a:pt x="0" y="5386005"/>
                  </a:moveTo>
                  <a:lnTo>
                    <a:pt x="1471387" y="5386005"/>
                  </a:lnTo>
                  <a:lnTo>
                    <a:pt x="1472462" y="5385920"/>
                  </a:lnTo>
                  <a:lnTo>
                    <a:pt x="1479541" y="5385313"/>
                  </a:lnTo>
                  <a:lnTo>
                    <a:pt x="1497414" y="5383635"/>
                  </a:lnTo>
                  <a:lnTo>
                    <a:pt x="1529446" y="5380329"/>
                  </a:lnTo>
                  <a:lnTo>
                    <a:pt x="1577343" y="5374878"/>
                  </a:lnTo>
                  <a:lnTo>
                    <a:pt x="1641027" y="5366851"/>
                  </a:lnTo>
                  <a:lnTo>
                    <a:pt x="1718746" y="5355946"/>
                  </a:lnTo>
                  <a:lnTo>
                    <a:pt x="1807469" y="5342001"/>
                  </a:lnTo>
                  <a:lnTo>
                    <a:pt x="1903462" y="5324974"/>
                  </a:lnTo>
                  <a:lnTo>
                    <a:pt x="2002896" y="5304907"/>
                  </a:lnTo>
                  <a:lnTo>
                    <a:pt x="2102335" y="5281866"/>
                  </a:lnTo>
                  <a:lnTo>
                    <a:pt x="2199044" y="5255893"/>
                  </a:lnTo>
                  <a:lnTo>
                    <a:pt x="2291090" y="5226968"/>
                  </a:lnTo>
                  <a:lnTo>
                    <a:pt x="2377303" y="5194983"/>
                  </a:lnTo>
                  <a:lnTo>
                    <a:pt x="2457160" y="5159727"/>
                  </a:lnTo>
                  <a:lnTo>
                    <a:pt x="2530628" y="5120885"/>
                  </a:lnTo>
                  <a:lnTo>
                    <a:pt x="2598019" y="5078041"/>
                  </a:lnTo>
                  <a:lnTo>
                    <a:pt x="2659875" y="5030686"/>
                  </a:lnTo>
                  <a:lnTo>
                    <a:pt x="2716862" y="4978246"/>
                  </a:lnTo>
                  <a:lnTo>
                    <a:pt x="2769711" y="4920111"/>
                  </a:lnTo>
                  <a:lnTo>
                    <a:pt x="2819159" y="4855701"/>
                  </a:lnTo>
                  <a:lnTo>
                    <a:pt x="2865912" y="4784562"/>
                  </a:lnTo>
                  <a:lnTo>
                    <a:pt x="2896531" y="4732166"/>
                  </a:lnTo>
                  <a:lnTo>
                    <a:pt x="2929411" y="4670659"/>
                  </a:lnTo>
                  <a:lnTo>
                    <a:pt x="2961542" y="4605205"/>
                  </a:lnTo>
                  <a:lnTo>
                    <a:pt x="2993102" y="4535724"/>
                  </a:lnTo>
                  <a:lnTo>
                    <a:pt x="3024240" y="4462182"/>
                  </a:lnTo>
                  <a:lnTo>
                    <a:pt x="3055078" y="4384600"/>
                  </a:lnTo>
                  <a:lnTo>
                    <a:pt x="3085715" y="4303055"/>
                  </a:lnTo>
                  <a:lnTo>
                    <a:pt x="3116229" y="4217685"/>
                  </a:lnTo>
                  <a:lnTo>
                    <a:pt x="3146683" y="4128693"/>
                  </a:lnTo>
                  <a:lnTo>
                    <a:pt x="3177122" y="4036343"/>
                  </a:lnTo>
                  <a:lnTo>
                    <a:pt x="3207575" y="3940966"/>
                  </a:lnTo>
                  <a:lnTo>
                    <a:pt x="3238061" y="3842950"/>
                  </a:lnTo>
                  <a:lnTo>
                    <a:pt x="3268587" y="3742740"/>
                  </a:lnTo>
                  <a:lnTo>
                    <a:pt x="3299152" y="3640825"/>
                  </a:lnTo>
                  <a:lnTo>
                    <a:pt x="3329747" y="3537733"/>
                  </a:lnTo>
                  <a:lnTo>
                    <a:pt x="3360360" y="3434021"/>
                  </a:lnTo>
                  <a:lnTo>
                    <a:pt x="3390973" y="3330256"/>
                  </a:lnTo>
                  <a:lnTo>
                    <a:pt x="3421573" y="3227008"/>
                  </a:lnTo>
                  <a:lnTo>
                    <a:pt x="3452144" y="3124837"/>
                  </a:lnTo>
                  <a:lnTo>
                    <a:pt x="3482678" y="3024275"/>
                  </a:lnTo>
                  <a:lnTo>
                    <a:pt x="3513171" y="2925821"/>
                  </a:lnTo>
                  <a:lnTo>
                    <a:pt x="3543629" y="2829929"/>
                  </a:lnTo>
                  <a:lnTo>
                    <a:pt x="3574068" y="2736997"/>
                  </a:lnTo>
                  <a:lnTo>
                    <a:pt x="3604517" y="2647366"/>
                  </a:lnTo>
                  <a:lnTo>
                    <a:pt x="3635016" y="2561314"/>
                  </a:lnTo>
                  <a:lnTo>
                    <a:pt x="3665625" y="2479054"/>
                  </a:lnTo>
                  <a:lnTo>
                    <a:pt x="3696419" y="2400737"/>
                  </a:lnTo>
                  <a:lnTo>
                    <a:pt x="3727493" y="2326450"/>
                  </a:lnTo>
                  <a:lnTo>
                    <a:pt x="3758966" y="2256224"/>
                  </a:lnTo>
                  <a:lnTo>
                    <a:pt x="3790980" y="2190035"/>
                  </a:lnTo>
                  <a:lnTo>
                    <a:pt x="3823707" y="2127811"/>
                  </a:lnTo>
                  <a:lnTo>
                    <a:pt x="3829811" y="2116806"/>
                  </a:lnTo>
                  <a:lnTo>
                    <a:pt x="3875092" y="2040967"/>
                  </a:lnTo>
                  <a:lnTo>
                    <a:pt x="3922632" y="1972010"/>
                  </a:lnTo>
                  <a:lnTo>
                    <a:pt x="3973087" y="1909659"/>
                  </a:lnTo>
                  <a:lnTo>
                    <a:pt x="4027175" y="1853407"/>
                  </a:lnTo>
                  <a:lnTo>
                    <a:pt x="4085638" y="1802655"/>
                  </a:lnTo>
                  <a:lnTo>
                    <a:pt x="4149191" y="1756799"/>
                  </a:lnTo>
                  <a:lnTo>
                    <a:pt x="4218471" y="1715282"/>
                  </a:lnTo>
                  <a:lnTo>
                    <a:pt x="4293957" y="1677625"/>
                  </a:lnTo>
                  <a:lnTo>
                    <a:pt x="4375865" y="1643442"/>
                  </a:lnTo>
                  <a:lnTo>
                    <a:pt x="4464024" y="1612451"/>
                  </a:lnTo>
                  <a:lnTo>
                    <a:pt x="4557719" y="1584475"/>
                  </a:lnTo>
                  <a:lnTo>
                    <a:pt x="4655548" y="1559436"/>
                  </a:lnTo>
                  <a:lnTo>
                    <a:pt x="4755320" y="1537337"/>
                  </a:lnTo>
                  <a:lnTo>
                    <a:pt x="4854055" y="1518232"/>
                  </a:lnTo>
                  <a:lnTo>
                    <a:pt x="4948152" y="1502187"/>
                  </a:lnTo>
                  <a:lnTo>
                    <a:pt x="5033749" y="1489221"/>
                  </a:lnTo>
                  <a:lnTo>
                    <a:pt x="5107270" y="1479258"/>
                  </a:lnTo>
                  <a:lnTo>
                    <a:pt x="5166033" y="1472093"/>
                  </a:lnTo>
                  <a:lnTo>
                    <a:pt x="5208792" y="1467378"/>
                  </a:lnTo>
                  <a:lnTo>
                    <a:pt x="5236038" y="1464651"/>
                  </a:lnTo>
                  <a:lnTo>
                    <a:pt x="5250030" y="1463375"/>
                  </a:lnTo>
                  <a:lnTo>
                    <a:pt x="5254610" y="1462993"/>
                  </a:lnTo>
                  <a:lnTo>
                    <a:pt x="5254955" y="1462966"/>
                  </a:lnTo>
                  <a:lnTo>
                    <a:pt x="6726343" y="1462966"/>
                  </a:lnTo>
                  <a:lnTo>
                    <a:pt x="6727554" y="1462930"/>
                  </a:lnTo>
                  <a:lnTo>
                    <a:pt x="6735510" y="1462674"/>
                  </a:lnTo>
                  <a:lnTo>
                    <a:pt x="6755525" y="1461966"/>
                  </a:lnTo>
                  <a:lnTo>
                    <a:pt x="6791213" y="1460573"/>
                  </a:lnTo>
                  <a:lnTo>
                    <a:pt x="6844214" y="1458281"/>
                  </a:lnTo>
                  <a:lnTo>
                    <a:pt x="6914067" y="1454917"/>
                  </a:lnTo>
                  <a:lnTo>
                    <a:pt x="6998424" y="1450368"/>
                  </a:lnTo>
                  <a:lnTo>
                    <a:pt x="7093586" y="1444581"/>
                  </a:lnTo>
                  <a:lnTo>
                    <a:pt x="7195239" y="1437551"/>
                  </a:lnTo>
                  <a:lnTo>
                    <a:pt x="7299169" y="1429301"/>
                  </a:lnTo>
                  <a:lnTo>
                    <a:pt x="7401780" y="1419858"/>
                  </a:lnTo>
                  <a:lnTo>
                    <a:pt x="7500374" y="1409229"/>
                  </a:lnTo>
                  <a:lnTo>
                    <a:pt x="7593190" y="1397389"/>
                  </a:lnTo>
                  <a:lnTo>
                    <a:pt x="7679303" y="1384270"/>
                  </a:lnTo>
                  <a:lnTo>
                    <a:pt x="7758451" y="1369760"/>
                  </a:lnTo>
                  <a:lnTo>
                    <a:pt x="7830847" y="1353699"/>
                  </a:lnTo>
                  <a:lnTo>
                    <a:pt x="7897023" y="1335887"/>
                  </a:lnTo>
                  <a:lnTo>
                    <a:pt x="7957695" y="1316090"/>
                  </a:lnTo>
                  <a:lnTo>
                    <a:pt x="8013675" y="1294053"/>
                  </a:lnTo>
                  <a:lnTo>
                    <a:pt x="8065797" y="1269525"/>
                  </a:lnTo>
                  <a:lnTo>
                    <a:pt x="8114868" y="1242303"/>
                  </a:lnTo>
                  <a:lnTo>
                    <a:pt x="8151487" y="1219138"/>
                  </a:lnTo>
                  <a:lnTo>
                    <a:pt x="8198400" y="1185785"/>
                  </a:lnTo>
                  <a:lnTo>
                    <a:pt x="8243935" y="1149375"/>
                  </a:lnTo>
                  <a:lnTo>
                    <a:pt x="8288560" y="1109855"/>
                  </a:lnTo>
                  <a:lnTo>
                    <a:pt x="8332629" y="1067253"/>
                  </a:lnTo>
                  <a:lnTo>
                    <a:pt x="8376404" y="1021689"/>
                  </a:lnTo>
                  <a:lnTo>
                    <a:pt x="8420071" y="973381"/>
                  </a:lnTo>
                  <a:lnTo>
                    <a:pt x="8463744" y="922649"/>
                  </a:lnTo>
                  <a:lnTo>
                    <a:pt x="8507483" y="869910"/>
                  </a:lnTo>
                  <a:lnTo>
                    <a:pt x="8551305" y="815664"/>
                  </a:lnTo>
                  <a:lnTo>
                    <a:pt x="8595189" y="760480"/>
                  </a:lnTo>
                  <a:lnTo>
                    <a:pt x="8639098" y="704968"/>
                  </a:lnTo>
                  <a:lnTo>
                    <a:pt x="8682985" y="649756"/>
                  </a:lnTo>
                  <a:lnTo>
                    <a:pt x="8726810" y="595456"/>
                  </a:lnTo>
                  <a:lnTo>
                    <a:pt x="8770553" y="542638"/>
                  </a:lnTo>
                  <a:lnTo>
                    <a:pt x="8814228" y="491807"/>
                  </a:lnTo>
                  <a:lnTo>
                    <a:pt x="8857893" y="443383"/>
                  </a:lnTo>
                  <a:lnTo>
                    <a:pt x="8901660" y="397690"/>
                  </a:lnTo>
                  <a:lnTo>
                    <a:pt x="8945711" y="354952"/>
                  </a:lnTo>
                  <a:lnTo>
                    <a:pt x="8990304" y="315293"/>
                  </a:lnTo>
                  <a:lnTo>
                    <a:pt x="9035789" y="278745"/>
                  </a:lnTo>
                  <a:lnTo>
                    <a:pt x="9082629" y="245257"/>
                  </a:lnTo>
                  <a:lnTo>
                    <a:pt x="9084767" y="243827"/>
                  </a:lnTo>
                  <a:lnTo>
                    <a:pt x="9131966" y="214431"/>
                  </a:lnTo>
                  <a:lnTo>
                    <a:pt x="9181643" y="187815"/>
                  </a:lnTo>
                  <a:lnTo>
                    <a:pt x="9234544" y="163856"/>
                  </a:lnTo>
                  <a:lnTo>
                    <a:pt x="9291485" y="142333"/>
                  </a:lnTo>
                  <a:lnTo>
                    <a:pt x="9353301" y="122995"/>
                  </a:lnTo>
                  <a:lnTo>
                    <a:pt x="9420789" y="105588"/>
                  </a:lnTo>
                  <a:lnTo>
                    <a:pt x="9494636" y="89884"/>
                  </a:lnTo>
                  <a:lnTo>
                    <a:pt x="9575313" y="75692"/>
                  </a:lnTo>
                  <a:lnTo>
                    <a:pt x="9662944" y="62863"/>
                  </a:lnTo>
                  <a:lnTo>
                    <a:pt x="9757138" y="51294"/>
                  </a:lnTo>
                  <a:lnTo>
                    <a:pt x="9856800" y="40927"/>
                  </a:lnTo>
                  <a:lnTo>
                    <a:pt x="9959967" y="31745"/>
                  </a:lnTo>
                  <a:lnTo>
                    <a:pt x="10063731" y="23761"/>
                  </a:lnTo>
                  <a:lnTo>
                    <a:pt x="10164331" y="17003"/>
                  </a:lnTo>
                  <a:lnTo>
                    <a:pt x="10257474" y="11490"/>
                  </a:lnTo>
                  <a:lnTo>
                    <a:pt x="10338919" y="7209"/>
                  </a:lnTo>
                  <a:lnTo>
                    <a:pt x="10405204" y="4093"/>
                  </a:lnTo>
                  <a:lnTo>
                    <a:pt x="10454359" y="2016"/>
                  </a:lnTo>
                  <a:lnTo>
                    <a:pt x="10486384" y="793"/>
                  </a:lnTo>
                  <a:lnTo>
                    <a:pt x="10503369" y="205"/>
                  </a:lnTo>
                  <a:lnTo>
                    <a:pt x="10509329" y="16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07" name="pl1807"/>
            <p:cNvSpPr/>
            <p:nvPr/>
          </p:nvSpPr>
          <p:spPr>
            <a:xfrm>
              <a:off x="4799595" y="4759099"/>
              <a:ext cx="11981298" cy="5386005"/>
            </a:xfrm>
            <a:custGeom>
              <a:avLst/>
              <a:pathLst>
                <a:path w="11981298" h="5386005">
                  <a:moveTo>
                    <a:pt x="11981298" y="0"/>
                  </a:moveTo>
                  <a:lnTo>
                    <a:pt x="10509911" y="0"/>
                  </a:lnTo>
                  <a:lnTo>
                    <a:pt x="10508699" y="35"/>
                  </a:lnTo>
                  <a:lnTo>
                    <a:pt x="10500744" y="292"/>
                  </a:lnTo>
                  <a:lnTo>
                    <a:pt x="10480729" y="999"/>
                  </a:lnTo>
                  <a:lnTo>
                    <a:pt x="10445040" y="2393"/>
                  </a:lnTo>
                  <a:lnTo>
                    <a:pt x="10392040" y="4685"/>
                  </a:lnTo>
                  <a:lnTo>
                    <a:pt x="10322186" y="8049"/>
                  </a:lnTo>
                  <a:lnTo>
                    <a:pt x="10237829" y="12597"/>
                  </a:lnTo>
                  <a:lnTo>
                    <a:pt x="10142667" y="18384"/>
                  </a:lnTo>
                  <a:lnTo>
                    <a:pt x="10041014" y="25415"/>
                  </a:lnTo>
                  <a:lnTo>
                    <a:pt x="9937085" y="33664"/>
                  </a:lnTo>
                  <a:lnTo>
                    <a:pt x="9834473" y="43108"/>
                  </a:lnTo>
                  <a:lnTo>
                    <a:pt x="9735879" y="53737"/>
                  </a:lnTo>
                  <a:lnTo>
                    <a:pt x="9643063" y="65577"/>
                  </a:lnTo>
                  <a:lnTo>
                    <a:pt x="9556950" y="78695"/>
                  </a:lnTo>
                  <a:lnTo>
                    <a:pt x="9477802" y="93206"/>
                  </a:lnTo>
                  <a:lnTo>
                    <a:pt x="9405406" y="109266"/>
                  </a:lnTo>
                  <a:lnTo>
                    <a:pt x="9339230" y="127078"/>
                  </a:lnTo>
                  <a:lnTo>
                    <a:pt x="9278558" y="146876"/>
                  </a:lnTo>
                  <a:lnTo>
                    <a:pt x="9222579" y="168913"/>
                  </a:lnTo>
                  <a:lnTo>
                    <a:pt x="9170456" y="193441"/>
                  </a:lnTo>
                  <a:lnTo>
                    <a:pt x="9121385" y="220663"/>
                  </a:lnTo>
                  <a:lnTo>
                    <a:pt x="9084767" y="243827"/>
                  </a:lnTo>
                  <a:lnTo>
                    <a:pt x="9037853" y="277181"/>
                  </a:lnTo>
                  <a:lnTo>
                    <a:pt x="8992318" y="313591"/>
                  </a:lnTo>
                  <a:lnTo>
                    <a:pt x="8947694" y="353110"/>
                  </a:lnTo>
                  <a:lnTo>
                    <a:pt x="8903625" y="395713"/>
                  </a:lnTo>
                  <a:lnTo>
                    <a:pt x="8859849" y="441277"/>
                  </a:lnTo>
                  <a:lnTo>
                    <a:pt x="8816183" y="489585"/>
                  </a:lnTo>
                  <a:lnTo>
                    <a:pt x="8772510" y="540316"/>
                  </a:lnTo>
                  <a:lnTo>
                    <a:pt x="8728770" y="593056"/>
                  </a:lnTo>
                  <a:lnTo>
                    <a:pt x="8684949" y="647301"/>
                  </a:lnTo>
                  <a:lnTo>
                    <a:pt x="8641064" y="702486"/>
                  </a:lnTo>
                  <a:lnTo>
                    <a:pt x="8597155" y="757997"/>
                  </a:lnTo>
                  <a:lnTo>
                    <a:pt x="8553268" y="813210"/>
                  </a:lnTo>
                  <a:lnTo>
                    <a:pt x="8509443" y="867510"/>
                  </a:lnTo>
                  <a:lnTo>
                    <a:pt x="8465700" y="920328"/>
                  </a:lnTo>
                  <a:lnTo>
                    <a:pt x="8422025" y="971159"/>
                  </a:lnTo>
                  <a:lnTo>
                    <a:pt x="8378361" y="1019583"/>
                  </a:lnTo>
                  <a:lnTo>
                    <a:pt x="8334593" y="1065275"/>
                  </a:lnTo>
                  <a:lnTo>
                    <a:pt x="8290542" y="1108013"/>
                  </a:lnTo>
                  <a:lnTo>
                    <a:pt x="8245949" y="1147673"/>
                  </a:lnTo>
                  <a:lnTo>
                    <a:pt x="8200464" y="1184221"/>
                  </a:lnTo>
                  <a:lnTo>
                    <a:pt x="8153624" y="1217709"/>
                  </a:lnTo>
                  <a:lnTo>
                    <a:pt x="8151487" y="1219138"/>
                  </a:lnTo>
                  <a:lnTo>
                    <a:pt x="8104287" y="1248535"/>
                  </a:lnTo>
                  <a:lnTo>
                    <a:pt x="8054610" y="1275151"/>
                  </a:lnTo>
                  <a:lnTo>
                    <a:pt x="8001710" y="1299110"/>
                  </a:lnTo>
                  <a:lnTo>
                    <a:pt x="7944769" y="1320632"/>
                  </a:lnTo>
                  <a:lnTo>
                    <a:pt x="7882952" y="1339971"/>
                  </a:lnTo>
                  <a:lnTo>
                    <a:pt x="7815464" y="1357378"/>
                  </a:lnTo>
                  <a:lnTo>
                    <a:pt x="7741617" y="1373082"/>
                  </a:lnTo>
                  <a:lnTo>
                    <a:pt x="7660941" y="1387273"/>
                  </a:lnTo>
                  <a:lnTo>
                    <a:pt x="7573309" y="1400102"/>
                  </a:lnTo>
                  <a:lnTo>
                    <a:pt x="7479115" y="1411671"/>
                  </a:lnTo>
                  <a:lnTo>
                    <a:pt x="7379453" y="1422039"/>
                  </a:lnTo>
                  <a:lnTo>
                    <a:pt x="7276287" y="1431221"/>
                  </a:lnTo>
                  <a:lnTo>
                    <a:pt x="7172522" y="1439205"/>
                  </a:lnTo>
                  <a:lnTo>
                    <a:pt x="7071923" y="1445963"/>
                  </a:lnTo>
                  <a:lnTo>
                    <a:pt x="6978779" y="1451475"/>
                  </a:lnTo>
                  <a:lnTo>
                    <a:pt x="6897334" y="1455756"/>
                  </a:lnTo>
                  <a:lnTo>
                    <a:pt x="6831049" y="1458872"/>
                  </a:lnTo>
                  <a:lnTo>
                    <a:pt x="6781894" y="1460950"/>
                  </a:lnTo>
                  <a:lnTo>
                    <a:pt x="6749870" y="1462173"/>
                  </a:lnTo>
                  <a:lnTo>
                    <a:pt x="6732884" y="1462761"/>
                  </a:lnTo>
                  <a:lnTo>
                    <a:pt x="6726924" y="1462949"/>
                  </a:lnTo>
                  <a:lnTo>
                    <a:pt x="6726343" y="1462966"/>
                  </a:lnTo>
                  <a:lnTo>
                    <a:pt x="5254955" y="1462966"/>
                  </a:lnTo>
                  <a:lnTo>
                    <a:pt x="5253880" y="1463051"/>
                  </a:lnTo>
                  <a:lnTo>
                    <a:pt x="5246801" y="1463659"/>
                  </a:lnTo>
                  <a:lnTo>
                    <a:pt x="5228928" y="1465337"/>
                  </a:lnTo>
                  <a:lnTo>
                    <a:pt x="5196896" y="1468642"/>
                  </a:lnTo>
                  <a:lnTo>
                    <a:pt x="5148999" y="1474093"/>
                  </a:lnTo>
                  <a:lnTo>
                    <a:pt x="5085315" y="1482120"/>
                  </a:lnTo>
                  <a:lnTo>
                    <a:pt x="5007596" y="1493025"/>
                  </a:lnTo>
                  <a:lnTo>
                    <a:pt x="4918873" y="1506971"/>
                  </a:lnTo>
                  <a:lnTo>
                    <a:pt x="4822880" y="1523997"/>
                  </a:lnTo>
                  <a:lnTo>
                    <a:pt x="4723446" y="1544064"/>
                  </a:lnTo>
                  <a:lnTo>
                    <a:pt x="4624007" y="1567106"/>
                  </a:lnTo>
                  <a:lnTo>
                    <a:pt x="4527298" y="1593079"/>
                  </a:lnTo>
                  <a:lnTo>
                    <a:pt x="4435252" y="1622004"/>
                  </a:lnTo>
                  <a:lnTo>
                    <a:pt x="4349039" y="1653989"/>
                  </a:lnTo>
                  <a:lnTo>
                    <a:pt x="4269182" y="1689244"/>
                  </a:lnTo>
                  <a:lnTo>
                    <a:pt x="4195714" y="1728086"/>
                  </a:lnTo>
                  <a:lnTo>
                    <a:pt x="4128323" y="1770931"/>
                  </a:lnTo>
                  <a:lnTo>
                    <a:pt x="4066468" y="1818285"/>
                  </a:lnTo>
                  <a:lnTo>
                    <a:pt x="4009480" y="1870725"/>
                  </a:lnTo>
                  <a:lnTo>
                    <a:pt x="3956631" y="1928860"/>
                  </a:lnTo>
                  <a:lnTo>
                    <a:pt x="3907183" y="1993271"/>
                  </a:lnTo>
                  <a:lnTo>
                    <a:pt x="3860430" y="2064410"/>
                  </a:lnTo>
                  <a:lnTo>
                    <a:pt x="3829811" y="2116806"/>
                  </a:lnTo>
                  <a:lnTo>
                    <a:pt x="3796931" y="2178313"/>
                  </a:lnTo>
                  <a:lnTo>
                    <a:pt x="3764800" y="2243767"/>
                  </a:lnTo>
                  <a:lnTo>
                    <a:pt x="3733240" y="2313248"/>
                  </a:lnTo>
                  <a:lnTo>
                    <a:pt x="3702102" y="2386790"/>
                  </a:lnTo>
                  <a:lnTo>
                    <a:pt x="3671264" y="2464372"/>
                  </a:lnTo>
                  <a:lnTo>
                    <a:pt x="3640628" y="2545917"/>
                  </a:lnTo>
                  <a:lnTo>
                    <a:pt x="3610113" y="2631287"/>
                  </a:lnTo>
                  <a:lnTo>
                    <a:pt x="3579659" y="2720279"/>
                  </a:lnTo>
                  <a:lnTo>
                    <a:pt x="3549220" y="2812628"/>
                  </a:lnTo>
                  <a:lnTo>
                    <a:pt x="3518767" y="2908005"/>
                  </a:lnTo>
                  <a:lnTo>
                    <a:pt x="3488281" y="3006021"/>
                  </a:lnTo>
                  <a:lnTo>
                    <a:pt x="3457755" y="3106232"/>
                  </a:lnTo>
                  <a:lnTo>
                    <a:pt x="3427190" y="3208147"/>
                  </a:lnTo>
                  <a:lnTo>
                    <a:pt x="3396595" y="3311238"/>
                  </a:lnTo>
                  <a:lnTo>
                    <a:pt x="3365982" y="3414951"/>
                  </a:lnTo>
                  <a:lnTo>
                    <a:pt x="3335369" y="3518716"/>
                  </a:lnTo>
                  <a:lnTo>
                    <a:pt x="3304769" y="3621963"/>
                  </a:lnTo>
                  <a:lnTo>
                    <a:pt x="3274198" y="3724135"/>
                  </a:lnTo>
                  <a:lnTo>
                    <a:pt x="3243664" y="3824697"/>
                  </a:lnTo>
                  <a:lnTo>
                    <a:pt x="3213171" y="3923150"/>
                  </a:lnTo>
                  <a:lnTo>
                    <a:pt x="3182713" y="4019043"/>
                  </a:lnTo>
                  <a:lnTo>
                    <a:pt x="3152274" y="4111975"/>
                  </a:lnTo>
                  <a:lnTo>
                    <a:pt x="3121825" y="4201606"/>
                  </a:lnTo>
                  <a:lnTo>
                    <a:pt x="3091326" y="4287658"/>
                  </a:lnTo>
                  <a:lnTo>
                    <a:pt x="3060717" y="4369917"/>
                  </a:lnTo>
                  <a:lnTo>
                    <a:pt x="3029923" y="4448235"/>
                  </a:lnTo>
                  <a:lnTo>
                    <a:pt x="2998849" y="4522522"/>
                  </a:lnTo>
                  <a:lnTo>
                    <a:pt x="2967376" y="4592748"/>
                  </a:lnTo>
                  <a:lnTo>
                    <a:pt x="2935362" y="4658937"/>
                  </a:lnTo>
                  <a:lnTo>
                    <a:pt x="2902635" y="4721160"/>
                  </a:lnTo>
                  <a:lnTo>
                    <a:pt x="2896531" y="4732166"/>
                  </a:lnTo>
                  <a:lnTo>
                    <a:pt x="2851250" y="4808005"/>
                  </a:lnTo>
                  <a:lnTo>
                    <a:pt x="2803710" y="4876962"/>
                  </a:lnTo>
                  <a:lnTo>
                    <a:pt x="2753255" y="4939313"/>
                  </a:lnTo>
                  <a:lnTo>
                    <a:pt x="2699167" y="4995565"/>
                  </a:lnTo>
                  <a:lnTo>
                    <a:pt x="2640704" y="5046317"/>
                  </a:lnTo>
                  <a:lnTo>
                    <a:pt x="2577151" y="5092173"/>
                  </a:lnTo>
                  <a:lnTo>
                    <a:pt x="2507871" y="5133690"/>
                  </a:lnTo>
                  <a:lnTo>
                    <a:pt x="2432385" y="5171347"/>
                  </a:lnTo>
                  <a:lnTo>
                    <a:pt x="2350477" y="5205530"/>
                  </a:lnTo>
                  <a:lnTo>
                    <a:pt x="2262318" y="5236521"/>
                  </a:lnTo>
                  <a:lnTo>
                    <a:pt x="2168623" y="5264496"/>
                  </a:lnTo>
                  <a:lnTo>
                    <a:pt x="2070794" y="5289536"/>
                  </a:lnTo>
                  <a:lnTo>
                    <a:pt x="1971022" y="5311635"/>
                  </a:lnTo>
                  <a:lnTo>
                    <a:pt x="1872287" y="5330739"/>
                  </a:lnTo>
                  <a:lnTo>
                    <a:pt x="1778190" y="5346784"/>
                  </a:lnTo>
                  <a:lnTo>
                    <a:pt x="1692593" y="5359750"/>
                  </a:lnTo>
                  <a:lnTo>
                    <a:pt x="1619073" y="5369713"/>
                  </a:lnTo>
                  <a:lnTo>
                    <a:pt x="1560309" y="5376879"/>
                  </a:lnTo>
                  <a:lnTo>
                    <a:pt x="1517550" y="5381593"/>
                  </a:lnTo>
                  <a:lnTo>
                    <a:pt x="1490304" y="5384321"/>
                  </a:lnTo>
                  <a:lnTo>
                    <a:pt x="1476312" y="5385596"/>
                  </a:lnTo>
                  <a:lnTo>
                    <a:pt x="1471733" y="5385979"/>
                  </a:lnTo>
                  <a:lnTo>
                    <a:pt x="1471387" y="5386005"/>
                  </a:lnTo>
                  <a:lnTo>
                    <a:pt x="0" y="538600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08" name="pg1808"/>
            <p:cNvSpPr/>
            <p:nvPr/>
          </p:nvSpPr>
          <p:spPr>
            <a:xfrm>
              <a:off x="4799595" y="4056221"/>
              <a:ext cx="11981298" cy="6048018"/>
            </a:xfrm>
            <a:custGeom>
              <a:avLst/>
              <a:pathLst>
                <a:path w="11981298" h="6048018">
                  <a:moveTo>
                    <a:pt x="0" y="6048018"/>
                  </a:moveTo>
                  <a:lnTo>
                    <a:pt x="1471387" y="6048018"/>
                  </a:lnTo>
                  <a:lnTo>
                    <a:pt x="1472201" y="6047920"/>
                  </a:lnTo>
                  <a:lnTo>
                    <a:pt x="1477590" y="6047217"/>
                  </a:lnTo>
                  <a:lnTo>
                    <a:pt x="1491302" y="6045278"/>
                  </a:lnTo>
                  <a:lnTo>
                    <a:pt x="1516130" y="6041454"/>
                  </a:lnTo>
                  <a:lnTo>
                    <a:pt x="1553775" y="6035121"/>
                  </a:lnTo>
                  <a:lnTo>
                    <a:pt x="1604725" y="6025733"/>
                  </a:lnTo>
                  <a:lnTo>
                    <a:pt x="1668254" y="6012858"/>
                  </a:lnTo>
                  <a:lnTo>
                    <a:pt x="1742591" y="5996215"/>
                  </a:lnTo>
                  <a:lnTo>
                    <a:pt x="1825217" y="5975666"/>
                  </a:lnTo>
                  <a:lnTo>
                    <a:pt x="1913253" y="5951193"/>
                  </a:lnTo>
                  <a:lnTo>
                    <a:pt x="2003829" y="5922850"/>
                  </a:lnTo>
                  <a:lnTo>
                    <a:pt x="2094378" y="5890718"/>
                  </a:lnTo>
                  <a:lnTo>
                    <a:pt x="2182815" y="5854847"/>
                  </a:lnTo>
                  <a:lnTo>
                    <a:pt x="2267608" y="5815227"/>
                  </a:lnTo>
                  <a:lnTo>
                    <a:pt x="2347760" y="5771756"/>
                  </a:lnTo>
                  <a:lnTo>
                    <a:pt x="2422742" y="5724227"/>
                  </a:lnTo>
                  <a:lnTo>
                    <a:pt x="2492398" y="5672322"/>
                  </a:lnTo>
                  <a:lnTo>
                    <a:pt x="2556853" y="5615614"/>
                  </a:lnTo>
                  <a:lnTo>
                    <a:pt x="2616428" y="5553572"/>
                  </a:lnTo>
                  <a:lnTo>
                    <a:pt x="2671568" y="5485578"/>
                  </a:lnTo>
                  <a:lnTo>
                    <a:pt x="2722796" y="5410948"/>
                  </a:lnTo>
                  <a:lnTo>
                    <a:pt x="2770663" y="5328975"/>
                  </a:lnTo>
                  <a:lnTo>
                    <a:pt x="2815727" y="5238985"/>
                  </a:lnTo>
                  <a:lnTo>
                    <a:pt x="2858519" y="5140447"/>
                  </a:lnTo>
                  <a:lnTo>
                    <a:pt x="2896531" y="5041377"/>
                  </a:lnTo>
                  <a:lnTo>
                    <a:pt x="2923542" y="4964205"/>
                  </a:lnTo>
                  <a:lnTo>
                    <a:pt x="2950027" y="4882969"/>
                  </a:lnTo>
                  <a:lnTo>
                    <a:pt x="2976088" y="4797589"/>
                  </a:lnTo>
                  <a:lnTo>
                    <a:pt x="3001815" y="4708021"/>
                  </a:lnTo>
                  <a:lnTo>
                    <a:pt x="3027282" y="4614251"/>
                  </a:lnTo>
                  <a:lnTo>
                    <a:pt x="3052556" y="4516306"/>
                  </a:lnTo>
                  <a:lnTo>
                    <a:pt x="3077689" y="4414252"/>
                  </a:lnTo>
                  <a:lnTo>
                    <a:pt x="3102729" y="4308195"/>
                  </a:lnTo>
                  <a:lnTo>
                    <a:pt x="3127711" y="4198289"/>
                  </a:lnTo>
                  <a:lnTo>
                    <a:pt x="3152666" y="4084730"/>
                  </a:lnTo>
                  <a:lnTo>
                    <a:pt x="3177615" y="3967759"/>
                  </a:lnTo>
                  <a:lnTo>
                    <a:pt x="3202574" y="3847660"/>
                  </a:lnTo>
                  <a:lnTo>
                    <a:pt x="3227554" y="3724761"/>
                  </a:lnTo>
                  <a:lnTo>
                    <a:pt x="3252561" y="3599425"/>
                  </a:lnTo>
                  <a:lnTo>
                    <a:pt x="3277594" y="3472054"/>
                  </a:lnTo>
                  <a:lnTo>
                    <a:pt x="3302653" y="3343076"/>
                  </a:lnTo>
                  <a:lnTo>
                    <a:pt x="3327731" y="3212945"/>
                  </a:lnTo>
                  <a:lnTo>
                    <a:pt x="3352821" y="3082133"/>
                  </a:lnTo>
                  <a:lnTo>
                    <a:pt x="3377915" y="2951122"/>
                  </a:lnTo>
                  <a:lnTo>
                    <a:pt x="3403004" y="2820394"/>
                  </a:lnTo>
                  <a:lnTo>
                    <a:pt x="3428079" y="2690432"/>
                  </a:lnTo>
                  <a:lnTo>
                    <a:pt x="3453134" y="2561704"/>
                  </a:lnTo>
                  <a:lnTo>
                    <a:pt x="3478163" y="2434658"/>
                  </a:lnTo>
                  <a:lnTo>
                    <a:pt x="3503164" y="2309721"/>
                  </a:lnTo>
                  <a:lnTo>
                    <a:pt x="3528140" y="2187287"/>
                  </a:lnTo>
                  <a:lnTo>
                    <a:pt x="3553097" y="2067714"/>
                  </a:lnTo>
                  <a:lnTo>
                    <a:pt x="3578045" y="1951321"/>
                  </a:lnTo>
                  <a:lnTo>
                    <a:pt x="3603003" y="1838385"/>
                  </a:lnTo>
                  <a:lnTo>
                    <a:pt x="3627993" y="1729140"/>
                  </a:lnTo>
                  <a:lnTo>
                    <a:pt x="3653046" y="1623775"/>
                  </a:lnTo>
                  <a:lnTo>
                    <a:pt x="3678201" y="1522433"/>
                  </a:lnTo>
                  <a:lnTo>
                    <a:pt x="3703504" y="1425216"/>
                  </a:lnTo>
                  <a:lnTo>
                    <a:pt x="3729012" y="1332181"/>
                  </a:lnTo>
                  <a:lnTo>
                    <a:pt x="3754791" y="1243348"/>
                  </a:lnTo>
                  <a:lnTo>
                    <a:pt x="3780920" y="1158699"/>
                  </a:lnTo>
                  <a:lnTo>
                    <a:pt x="3807489" y="1078181"/>
                  </a:lnTo>
                  <a:lnTo>
                    <a:pt x="3829811" y="1014813"/>
                  </a:lnTo>
                  <a:lnTo>
                    <a:pt x="3870931" y="908131"/>
                  </a:lnTo>
                  <a:lnTo>
                    <a:pt x="3913874" y="810240"/>
                  </a:lnTo>
                  <a:lnTo>
                    <a:pt x="3959127" y="720867"/>
                  </a:lnTo>
                  <a:lnTo>
                    <a:pt x="4007225" y="639462"/>
                  </a:lnTo>
                  <a:lnTo>
                    <a:pt x="4058724" y="565349"/>
                  </a:lnTo>
                  <a:lnTo>
                    <a:pt x="4114176" y="497819"/>
                  </a:lnTo>
                  <a:lnTo>
                    <a:pt x="4174099" y="436193"/>
                  </a:lnTo>
                  <a:lnTo>
                    <a:pt x="4238931" y="379858"/>
                  </a:lnTo>
                  <a:lnTo>
                    <a:pt x="4308981" y="328291"/>
                  </a:lnTo>
                  <a:lnTo>
                    <a:pt x="4384356" y="281073"/>
                  </a:lnTo>
                  <a:lnTo>
                    <a:pt x="4464875" y="237893"/>
                  </a:lnTo>
                  <a:lnTo>
                    <a:pt x="4549979" y="198554"/>
                  </a:lnTo>
                  <a:lnTo>
                    <a:pt x="4638632" y="162960"/>
                  </a:lnTo>
                  <a:lnTo>
                    <a:pt x="4729261" y="131106"/>
                  </a:lnTo>
                  <a:lnTo>
                    <a:pt x="4819743" y="103048"/>
                  </a:lnTo>
                  <a:lnTo>
                    <a:pt x="4907478" y="78865"/>
                  </a:lnTo>
                  <a:lnTo>
                    <a:pt x="4989586" y="58607"/>
                  </a:lnTo>
                  <a:lnTo>
                    <a:pt x="5063200" y="42250"/>
                  </a:lnTo>
                  <a:lnTo>
                    <a:pt x="5125845" y="29646"/>
                  </a:lnTo>
                  <a:lnTo>
                    <a:pt x="5175818" y="20501"/>
                  </a:lnTo>
                  <a:lnTo>
                    <a:pt x="5212481" y="14374"/>
                  </a:lnTo>
                  <a:lnTo>
                    <a:pt x="5236411" y="10712"/>
                  </a:lnTo>
                  <a:lnTo>
                    <a:pt x="5249397" y="8887"/>
                  </a:lnTo>
                  <a:lnTo>
                    <a:pt x="5254307" y="8251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207" y="8264"/>
                  </a:lnTo>
                  <a:lnTo>
                    <a:pt x="6732921" y="8913"/>
                  </a:lnTo>
                  <a:lnTo>
                    <a:pt x="6747436" y="10708"/>
                  </a:lnTo>
                  <a:lnTo>
                    <a:pt x="6773667" y="14246"/>
                  </a:lnTo>
                  <a:lnTo>
                    <a:pt x="6813328" y="20099"/>
                  </a:lnTo>
                  <a:lnTo>
                    <a:pt x="6866818" y="28767"/>
                  </a:lnTo>
                  <a:lnTo>
                    <a:pt x="6933232" y="40631"/>
                  </a:lnTo>
                  <a:lnTo>
                    <a:pt x="7010559" y="55935"/>
                  </a:lnTo>
                  <a:lnTo>
                    <a:pt x="7096041" y="74786"/>
                  </a:lnTo>
                  <a:lnTo>
                    <a:pt x="7186597" y="97187"/>
                  </a:lnTo>
                  <a:lnTo>
                    <a:pt x="7279220" y="123079"/>
                  </a:lnTo>
                  <a:lnTo>
                    <a:pt x="7371280" y="152391"/>
                  </a:lnTo>
                  <a:lnTo>
                    <a:pt x="7460698" y="185086"/>
                  </a:lnTo>
                  <a:lnTo>
                    <a:pt x="7545995" y="221193"/>
                  </a:lnTo>
                  <a:lnTo>
                    <a:pt x="7626258" y="260834"/>
                  </a:lnTo>
                  <a:lnTo>
                    <a:pt x="7701053" y="304230"/>
                  </a:lnTo>
                  <a:lnTo>
                    <a:pt x="7770317" y="351706"/>
                  </a:lnTo>
                  <a:lnTo>
                    <a:pt x="7834264" y="403691"/>
                  </a:lnTo>
                  <a:lnTo>
                    <a:pt x="7893288" y="460707"/>
                  </a:lnTo>
                  <a:lnTo>
                    <a:pt x="7947899" y="523350"/>
                  </a:lnTo>
                  <a:lnTo>
                    <a:pt x="7998668" y="592268"/>
                  </a:lnTo>
                  <a:lnTo>
                    <a:pt x="8046189" y="668109"/>
                  </a:lnTo>
                  <a:lnTo>
                    <a:pt x="8091044" y="751450"/>
                  </a:lnTo>
                  <a:lnTo>
                    <a:pt x="8133777" y="842684"/>
                  </a:lnTo>
                  <a:lnTo>
                    <a:pt x="8151487" y="884045"/>
                  </a:lnTo>
                  <a:lnTo>
                    <a:pt x="8180307" y="955866"/>
                  </a:lnTo>
                  <a:lnTo>
                    <a:pt x="8208535" y="1031724"/>
                  </a:lnTo>
                  <a:lnTo>
                    <a:pt x="8236294" y="1111700"/>
                  </a:lnTo>
                  <a:lnTo>
                    <a:pt x="8263691" y="1195835"/>
                  </a:lnTo>
                  <a:lnTo>
                    <a:pt x="8290813" y="1284134"/>
                  </a:lnTo>
                  <a:lnTo>
                    <a:pt x="8317737" y="1376557"/>
                  </a:lnTo>
                  <a:lnTo>
                    <a:pt x="8344523" y="1473017"/>
                  </a:lnTo>
                  <a:lnTo>
                    <a:pt x="8371223" y="1573381"/>
                  </a:lnTo>
                  <a:lnTo>
                    <a:pt x="8397877" y="1677462"/>
                  </a:lnTo>
                  <a:lnTo>
                    <a:pt x="8424515" y="1785025"/>
                  </a:lnTo>
                  <a:lnTo>
                    <a:pt x="8451160" y="1895787"/>
                  </a:lnTo>
                  <a:lnTo>
                    <a:pt x="8477826" y="2009412"/>
                  </a:lnTo>
                  <a:lnTo>
                    <a:pt x="8504521" y="2125524"/>
                  </a:lnTo>
                  <a:lnTo>
                    <a:pt x="8531247" y="2243704"/>
                  </a:lnTo>
                  <a:lnTo>
                    <a:pt x="8558002" y="2363500"/>
                  </a:lnTo>
                  <a:lnTo>
                    <a:pt x="8584779" y="2484432"/>
                  </a:lnTo>
                  <a:lnTo>
                    <a:pt x="8611569" y="2606001"/>
                  </a:lnTo>
                  <a:lnTo>
                    <a:pt x="8638362" y="2727695"/>
                  </a:lnTo>
                  <a:lnTo>
                    <a:pt x="8665147" y="2849001"/>
                  </a:lnTo>
                  <a:lnTo>
                    <a:pt x="8691913" y="2969415"/>
                  </a:lnTo>
                  <a:lnTo>
                    <a:pt x="8718654" y="3088444"/>
                  </a:lnTo>
                  <a:lnTo>
                    <a:pt x="8745365" y="3205623"/>
                  </a:lnTo>
                  <a:lnTo>
                    <a:pt x="8772045" y="3320515"/>
                  </a:lnTo>
                  <a:lnTo>
                    <a:pt x="8798699" y="3432723"/>
                  </a:lnTo>
                  <a:lnTo>
                    <a:pt x="8825338" y="3541891"/>
                  </a:lnTo>
                  <a:lnTo>
                    <a:pt x="8851981" y="3647709"/>
                  </a:lnTo>
                  <a:lnTo>
                    <a:pt x="8878653" y="3749918"/>
                  </a:lnTo>
                  <a:lnTo>
                    <a:pt x="8905392" y="3848309"/>
                  </a:lnTo>
                  <a:lnTo>
                    <a:pt x="8932241" y="3942722"/>
                  </a:lnTo>
                  <a:lnTo>
                    <a:pt x="8959257" y="4033047"/>
                  </a:lnTo>
                  <a:lnTo>
                    <a:pt x="8986510" y="4119223"/>
                  </a:lnTo>
                  <a:lnTo>
                    <a:pt x="9014079" y="4201231"/>
                  </a:lnTo>
                  <a:lnTo>
                    <a:pt x="9042064" y="4279096"/>
                  </a:lnTo>
                  <a:lnTo>
                    <a:pt x="9070578" y="4352881"/>
                  </a:lnTo>
                  <a:lnTo>
                    <a:pt x="9084767" y="4387537"/>
                  </a:lnTo>
                  <a:lnTo>
                    <a:pt x="9126744" y="4482177"/>
                  </a:lnTo>
                  <a:lnTo>
                    <a:pt x="9170630" y="4568856"/>
                  </a:lnTo>
                  <a:lnTo>
                    <a:pt x="9216944" y="4647834"/>
                  </a:lnTo>
                  <a:lnTo>
                    <a:pt x="9266254" y="4719629"/>
                  </a:lnTo>
                  <a:lnTo>
                    <a:pt x="9319154" y="4784869"/>
                  </a:lnTo>
                  <a:lnTo>
                    <a:pt x="9376227" y="4844210"/>
                  </a:lnTo>
                  <a:lnTo>
                    <a:pt x="9438017" y="4898273"/>
                  </a:lnTo>
                  <a:lnTo>
                    <a:pt x="9504974" y="4947615"/>
                  </a:lnTo>
                  <a:lnTo>
                    <a:pt x="9577398" y="4992706"/>
                  </a:lnTo>
                  <a:lnTo>
                    <a:pt x="9655356" y="5033916"/>
                  </a:lnTo>
                  <a:lnTo>
                    <a:pt x="9738587" y="5071511"/>
                  </a:lnTo>
                  <a:lnTo>
                    <a:pt x="9826392" y="5105654"/>
                  </a:lnTo>
                  <a:lnTo>
                    <a:pt x="9917544" y="5136411"/>
                  </a:lnTo>
                  <a:lnTo>
                    <a:pt x="10010219" y="5163770"/>
                  </a:lnTo>
                  <a:lnTo>
                    <a:pt x="10102008" y="5187669"/>
                  </a:lnTo>
                  <a:lnTo>
                    <a:pt x="10190037" y="5208040"/>
                  </a:lnTo>
                  <a:lnTo>
                    <a:pt x="10271211" y="5224851"/>
                  </a:lnTo>
                  <a:lnTo>
                    <a:pt x="10342580" y="5238161"/>
                  </a:lnTo>
                  <a:lnTo>
                    <a:pt x="10401766" y="5248154"/>
                  </a:lnTo>
                  <a:lnTo>
                    <a:pt x="10447358" y="5255154"/>
                  </a:lnTo>
                  <a:lnTo>
                    <a:pt x="10479186" y="5259613"/>
                  </a:lnTo>
                  <a:lnTo>
                    <a:pt x="10498410" y="5262079"/>
                  </a:lnTo>
                  <a:lnTo>
                    <a:pt x="10507453" y="5263144"/>
                  </a:lnTo>
                  <a:lnTo>
                    <a:pt x="10509911" y="5263410"/>
                  </a:lnTo>
                  <a:lnTo>
                    <a:pt x="11981298" y="5263410"/>
                  </a:lnTo>
                  <a:lnTo>
                    <a:pt x="11981298" y="5255237"/>
                  </a:lnTo>
                  <a:lnTo>
                    <a:pt x="10509911" y="5255237"/>
                  </a:lnTo>
                  <a:lnTo>
                    <a:pt x="10509046" y="5255146"/>
                  </a:lnTo>
                  <a:lnTo>
                    <a:pt x="10503333" y="5254496"/>
                  </a:lnTo>
                  <a:lnTo>
                    <a:pt x="10488817" y="5252702"/>
                  </a:lnTo>
                  <a:lnTo>
                    <a:pt x="10462587" y="5249164"/>
                  </a:lnTo>
                  <a:lnTo>
                    <a:pt x="10422925" y="5243311"/>
                  </a:lnTo>
                  <a:lnTo>
                    <a:pt x="10369435" y="5234643"/>
                  </a:lnTo>
                  <a:lnTo>
                    <a:pt x="10303022" y="5222779"/>
                  </a:lnTo>
                  <a:lnTo>
                    <a:pt x="10225695" y="5207475"/>
                  </a:lnTo>
                  <a:lnTo>
                    <a:pt x="10140212" y="5188624"/>
                  </a:lnTo>
                  <a:lnTo>
                    <a:pt x="10049656" y="5166223"/>
                  </a:lnTo>
                  <a:lnTo>
                    <a:pt x="9957033" y="5140331"/>
                  </a:lnTo>
                  <a:lnTo>
                    <a:pt x="9864973" y="5111019"/>
                  </a:lnTo>
                  <a:lnTo>
                    <a:pt x="9775555" y="5078324"/>
                  </a:lnTo>
                  <a:lnTo>
                    <a:pt x="9690258" y="5042217"/>
                  </a:lnTo>
                  <a:lnTo>
                    <a:pt x="9609995" y="5002576"/>
                  </a:lnTo>
                  <a:lnTo>
                    <a:pt x="9535201" y="4959180"/>
                  </a:lnTo>
                  <a:lnTo>
                    <a:pt x="9465936" y="4911704"/>
                  </a:lnTo>
                  <a:lnTo>
                    <a:pt x="9401989" y="4859719"/>
                  </a:lnTo>
                  <a:lnTo>
                    <a:pt x="9342966" y="4802703"/>
                  </a:lnTo>
                  <a:lnTo>
                    <a:pt x="9288355" y="4740060"/>
                  </a:lnTo>
                  <a:lnTo>
                    <a:pt x="9237585" y="4671142"/>
                  </a:lnTo>
                  <a:lnTo>
                    <a:pt x="9190065" y="4595301"/>
                  </a:lnTo>
                  <a:lnTo>
                    <a:pt x="9145210" y="4511959"/>
                  </a:lnTo>
                  <a:lnTo>
                    <a:pt x="9102477" y="4420725"/>
                  </a:lnTo>
                  <a:lnTo>
                    <a:pt x="9084767" y="4379364"/>
                  </a:lnTo>
                  <a:lnTo>
                    <a:pt x="9055947" y="4307544"/>
                  </a:lnTo>
                  <a:lnTo>
                    <a:pt x="9027719" y="4231685"/>
                  </a:lnTo>
                  <a:lnTo>
                    <a:pt x="8999959" y="4151710"/>
                  </a:lnTo>
                  <a:lnTo>
                    <a:pt x="8972562" y="4067575"/>
                  </a:lnTo>
                  <a:lnTo>
                    <a:pt x="8945440" y="3979276"/>
                  </a:lnTo>
                  <a:lnTo>
                    <a:pt x="8918517" y="3886853"/>
                  </a:lnTo>
                  <a:lnTo>
                    <a:pt x="8891730" y="3790393"/>
                  </a:lnTo>
                  <a:lnTo>
                    <a:pt x="8865030" y="3690029"/>
                  </a:lnTo>
                  <a:lnTo>
                    <a:pt x="8838377" y="3585948"/>
                  </a:lnTo>
                  <a:lnTo>
                    <a:pt x="8811739" y="3478384"/>
                  </a:lnTo>
                  <a:lnTo>
                    <a:pt x="8785094" y="3367623"/>
                  </a:lnTo>
                  <a:lnTo>
                    <a:pt x="8758428" y="3253998"/>
                  </a:lnTo>
                  <a:lnTo>
                    <a:pt x="8731732" y="3137886"/>
                  </a:lnTo>
                  <a:lnTo>
                    <a:pt x="8705006" y="3019706"/>
                  </a:lnTo>
                  <a:lnTo>
                    <a:pt x="8678251" y="2899910"/>
                  </a:lnTo>
                  <a:lnTo>
                    <a:pt x="8651474" y="2778978"/>
                  </a:lnTo>
                  <a:lnTo>
                    <a:pt x="8624684" y="2657409"/>
                  </a:lnTo>
                  <a:lnTo>
                    <a:pt x="8597891" y="2535715"/>
                  </a:lnTo>
                  <a:lnTo>
                    <a:pt x="8571107" y="2414409"/>
                  </a:lnTo>
                  <a:lnTo>
                    <a:pt x="8544340" y="2293995"/>
                  </a:lnTo>
                  <a:lnTo>
                    <a:pt x="8517599" y="2174966"/>
                  </a:lnTo>
                  <a:lnTo>
                    <a:pt x="8490888" y="2057787"/>
                  </a:lnTo>
                  <a:lnTo>
                    <a:pt x="8464209" y="1942895"/>
                  </a:lnTo>
                  <a:lnTo>
                    <a:pt x="8437555" y="1830687"/>
                  </a:lnTo>
                  <a:lnTo>
                    <a:pt x="8410915" y="1721519"/>
                  </a:lnTo>
                  <a:lnTo>
                    <a:pt x="8384273" y="1615701"/>
                  </a:lnTo>
                  <a:lnTo>
                    <a:pt x="8357600" y="1513492"/>
                  </a:lnTo>
                  <a:lnTo>
                    <a:pt x="8330862" y="1415101"/>
                  </a:lnTo>
                  <a:lnTo>
                    <a:pt x="8304012" y="1320688"/>
                  </a:lnTo>
                  <a:lnTo>
                    <a:pt x="8276996" y="1230363"/>
                  </a:lnTo>
                  <a:lnTo>
                    <a:pt x="8249744" y="1144187"/>
                  </a:lnTo>
                  <a:lnTo>
                    <a:pt x="8222174" y="1062179"/>
                  </a:lnTo>
                  <a:lnTo>
                    <a:pt x="8194189" y="984314"/>
                  </a:lnTo>
                  <a:lnTo>
                    <a:pt x="8165676" y="910529"/>
                  </a:lnTo>
                  <a:lnTo>
                    <a:pt x="8151487" y="875872"/>
                  </a:lnTo>
                  <a:lnTo>
                    <a:pt x="8109509" y="781232"/>
                  </a:lnTo>
                  <a:lnTo>
                    <a:pt x="8065623" y="694554"/>
                  </a:lnTo>
                  <a:lnTo>
                    <a:pt x="8019310" y="615576"/>
                  </a:lnTo>
                  <a:lnTo>
                    <a:pt x="7969999" y="543781"/>
                  </a:lnTo>
                  <a:lnTo>
                    <a:pt x="7917100" y="478541"/>
                  </a:lnTo>
                  <a:lnTo>
                    <a:pt x="7860026" y="419200"/>
                  </a:lnTo>
                  <a:lnTo>
                    <a:pt x="7798237" y="365137"/>
                  </a:lnTo>
                  <a:lnTo>
                    <a:pt x="7731280" y="315795"/>
                  </a:lnTo>
                  <a:lnTo>
                    <a:pt x="7658855" y="270704"/>
                  </a:lnTo>
                  <a:lnTo>
                    <a:pt x="7580897" y="229494"/>
                  </a:lnTo>
                  <a:lnTo>
                    <a:pt x="7497666" y="191899"/>
                  </a:lnTo>
                  <a:lnTo>
                    <a:pt x="7409861" y="157756"/>
                  </a:lnTo>
                  <a:lnTo>
                    <a:pt x="7318709" y="126999"/>
                  </a:lnTo>
                  <a:lnTo>
                    <a:pt x="7226034" y="99640"/>
                  </a:lnTo>
                  <a:lnTo>
                    <a:pt x="7134245" y="75741"/>
                  </a:lnTo>
                  <a:lnTo>
                    <a:pt x="7046216" y="55370"/>
                  </a:lnTo>
                  <a:lnTo>
                    <a:pt x="6965043" y="38559"/>
                  </a:lnTo>
                  <a:lnTo>
                    <a:pt x="6893674" y="25248"/>
                  </a:lnTo>
                  <a:lnTo>
                    <a:pt x="6834487" y="15256"/>
                  </a:lnTo>
                  <a:lnTo>
                    <a:pt x="6788895" y="8256"/>
                  </a:lnTo>
                  <a:lnTo>
                    <a:pt x="6757068" y="3797"/>
                  </a:lnTo>
                  <a:lnTo>
                    <a:pt x="6737844" y="1331"/>
                  </a:lnTo>
                  <a:lnTo>
                    <a:pt x="6728800" y="266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141" y="98"/>
                  </a:lnTo>
                  <a:lnTo>
                    <a:pt x="5248752" y="800"/>
                  </a:lnTo>
                  <a:lnTo>
                    <a:pt x="5235040" y="2740"/>
                  </a:lnTo>
                  <a:lnTo>
                    <a:pt x="5210212" y="6564"/>
                  </a:lnTo>
                  <a:lnTo>
                    <a:pt x="5172567" y="12896"/>
                  </a:lnTo>
                  <a:lnTo>
                    <a:pt x="5121617" y="22285"/>
                  </a:lnTo>
                  <a:lnTo>
                    <a:pt x="5058088" y="35160"/>
                  </a:lnTo>
                  <a:lnTo>
                    <a:pt x="4983752" y="51802"/>
                  </a:lnTo>
                  <a:lnTo>
                    <a:pt x="4901126" y="72352"/>
                  </a:lnTo>
                  <a:lnTo>
                    <a:pt x="4813089" y="96825"/>
                  </a:lnTo>
                  <a:lnTo>
                    <a:pt x="4722513" y="125167"/>
                  </a:lnTo>
                  <a:lnTo>
                    <a:pt x="4631964" y="157300"/>
                  </a:lnTo>
                  <a:lnTo>
                    <a:pt x="4543527" y="193170"/>
                  </a:lnTo>
                  <a:lnTo>
                    <a:pt x="4458734" y="232790"/>
                  </a:lnTo>
                  <a:lnTo>
                    <a:pt x="4378582" y="276261"/>
                  </a:lnTo>
                  <a:lnTo>
                    <a:pt x="4303601" y="323790"/>
                  </a:lnTo>
                  <a:lnTo>
                    <a:pt x="4233944" y="375695"/>
                  </a:lnTo>
                  <a:lnTo>
                    <a:pt x="4169489" y="432404"/>
                  </a:lnTo>
                  <a:lnTo>
                    <a:pt x="4109914" y="494446"/>
                  </a:lnTo>
                  <a:lnTo>
                    <a:pt x="4054774" y="562440"/>
                  </a:lnTo>
                  <a:lnTo>
                    <a:pt x="4003546" y="637069"/>
                  </a:lnTo>
                  <a:lnTo>
                    <a:pt x="3955679" y="719043"/>
                  </a:lnTo>
                  <a:lnTo>
                    <a:pt x="3910615" y="809032"/>
                  </a:lnTo>
                  <a:lnTo>
                    <a:pt x="3867823" y="907571"/>
                  </a:lnTo>
                  <a:lnTo>
                    <a:pt x="3829811" y="1006640"/>
                  </a:lnTo>
                  <a:lnTo>
                    <a:pt x="3802800" y="1083813"/>
                  </a:lnTo>
                  <a:lnTo>
                    <a:pt x="3776315" y="1165049"/>
                  </a:lnTo>
                  <a:lnTo>
                    <a:pt x="3750254" y="1250428"/>
                  </a:lnTo>
                  <a:lnTo>
                    <a:pt x="3724528" y="1339997"/>
                  </a:lnTo>
                  <a:lnTo>
                    <a:pt x="3699060" y="1433766"/>
                  </a:lnTo>
                  <a:lnTo>
                    <a:pt x="3673786" y="1531711"/>
                  </a:lnTo>
                  <a:lnTo>
                    <a:pt x="3648653" y="1633766"/>
                  </a:lnTo>
                  <a:lnTo>
                    <a:pt x="3623613" y="1739823"/>
                  </a:lnTo>
                  <a:lnTo>
                    <a:pt x="3598631" y="1849729"/>
                  </a:lnTo>
                  <a:lnTo>
                    <a:pt x="3573676" y="1963288"/>
                  </a:lnTo>
                  <a:lnTo>
                    <a:pt x="3548727" y="2080259"/>
                  </a:lnTo>
                  <a:lnTo>
                    <a:pt x="3523768" y="2200358"/>
                  </a:lnTo>
                  <a:lnTo>
                    <a:pt x="3498788" y="2323257"/>
                  </a:lnTo>
                  <a:lnTo>
                    <a:pt x="3473782" y="2448593"/>
                  </a:lnTo>
                  <a:lnTo>
                    <a:pt x="3448748" y="2575964"/>
                  </a:lnTo>
                  <a:lnTo>
                    <a:pt x="3423689" y="2704942"/>
                  </a:lnTo>
                  <a:lnTo>
                    <a:pt x="3398611" y="2835072"/>
                  </a:lnTo>
                  <a:lnTo>
                    <a:pt x="3373521" y="2965884"/>
                  </a:lnTo>
                  <a:lnTo>
                    <a:pt x="3348427" y="3096896"/>
                  </a:lnTo>
                  <a:lnTo>
                    <a:pt x="3323338" y="3227623"/>
                  </a:lnTo>
                  <a:lnTo>
                    <a:pt x="3298263" y="3357586"/>
                  </a:lnTo>
                  <a:lnTo>
                    <a:pt x="3273209" y="3486314"/>
                  </a:lnTo>
                  <a:lnTo>
                    <a:pt x="3248180" y="3613359"/>
                  </a:lnTo>
                  <a:lnTo>
                    <a:pt x="3223178" y="3738296"/>
                  </a:lnTo>
                  <a:lnTo>
                    <a:pt x="3198202" y="3860731"/>
                  </a:lnTo>
                  <a:lnTo>
                    <a:pt x="3173245" y="3980304"/>
                  </a:lnTo>
                  <a:lnTo>
                    <a:pt x="3148297" y="4096697"/>
                  </a:lnTo>
                  <a:lnTo>
                    <a:pt x="3123339" y="4209633"/>
                  </a:lnTo>
                  <a:lnTo>
                    <a:pt x="3098349" y="4318878"/>
                  </a:lnTo>
                  <a:lnTo>
                    <a:pt x="3073296" y="4424243"/>
                  </a:lnTo>
                  <a:lnTo>
                    <a:pt x="3048141" y="4525585"/>
                  </a:lnTo>
                  <a:lnTo>
                    <a:pt x="3022838" y="4622802"/>
                  </a:lnTo>
                  <a:lnTo>
                    <a:pt x="2997330" y="4715837"/>
                  </a:lnTo>
                  <a:lnTo>
                    <a:pt x="2971551" y="4804670"/>
                  </a:lnTo>
                  <a:lnTo>
                    <a:pt x="2945422" y="4889319"/>
                  </a:lnTo>
                  <a:lnTo>
                    <a:pt x="2918853" y="4969837"/>
                  </a:lnTo>
                  <a:lnTo>
                    <a:pt x="2896531" y="5033204"/>
                  </a:lnTo>
                  <a:lnTo>
                    <a:pt x="2855411" y="5139886"/>
                  </a:lnTo>
                  <a:lnTo>
                    <a:pt x="2812468" y="5237777"/>
                  </a:lnTo>
                  <a:lnTo>
                    <a:pt x="2767215" y="5327151"/>
                  </a:lnTo>
                  <a:lnTo>
                    <a:pt x="2719117" y="5408556"/>
                  </a:lnTo>
                  <a:lnTo>
                    <a:pt x="2667618" y="5482669"/>
                  </a:lnTo>
                  <a:lnTo>
                    <a:pt x="2612166" y="5550199"/>
                  </a:lnTo>
                  <a:lnTo>
                    <a:pt x="2552243" y="5611825"/>
                  </a:lnTo>
                  <a:lnTo>
                    <a:pt x="2487411" y="5668160"/>
                  </a:lnTo>
                  <a:lnTo>
                    <a:pt x="2417361" y="5719726"/>
                  </a:lnTo>
                  <a:lnTo>
                    <a:pt x="2341987" y="5766945"/>
                  </a:lnTo>
                  <a:lnTo>
                    <a:pt x="2261467" y="5810124"/>
                  </a:lnTo>
                  <a:lnTo>
                    <a:pt x="2176363" y="5849464"/>
                  </a:lnTo>
                  <a:lnTo>
                    <a:pt x="2087710" y="5885058"/>
                  </a:lnTo>
                  <a:lnTo>
                    <a:pt x="1997081" y="5916911"/>
                  </a:lnTo>
                  <a:lnTo>
                    <a:pt x="1906600" y="5944969"/>
                  </a:lnTo>
                  <a:lnTo>
                    <a:pt x="1818864" y="5969153"/>
                  </a:lnTo>
                  <a:lnTo>
                    <a:pt x="1736756" y="5989410"/>
                  </a:lnTo>
                  <a:lnTo>
                    <a:pt x="1663143" y="6005767"/>
                  </a:lnTo>
                  <a:lnTo>
                    <a:pt x="1600497" y="6018371"/>
                  </a:lnTo>
                  <a:lnTo>
                    <a:pt x="1550524" y="6027517"/>
                  </a:lnTo>
                  <a:lnTo>
                    <a:pt x="1513862" y="6033643"/>
                  </a:lnTo>
                  <a:lnTo>
                    <a:pt x="1489931" y="6037306"/>
                  </a:lnTo>
                  <a:lnTo>
                    <a:pt x="1476945" y="6039131"/>
                  </a:lnTo>
                  <a:lnTo>
                    <a:pt x="1472035" y="6039767"/>
                  </a:lnTo>
                  <a:lnTo>
                    <a:pt x="1471387" y="6039845"/>
                  </a:lnTo>
                  <a:lnTo>
                    <a:pt x="0" y="6039845"/>
                  </a:lnTo>
                  <a:close/>
                </a:path>
              </a:pathLst>
            </a:custGeom>
            <a:solidFill>
              <a:srgbClr val="B497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809" name="pl1809"/>
            <p:cNvSpPr/>
            <p:nvPr/>
          </p:nvSpPr>
          <p:spPr>
            <a:xfrm>
              <a:off x="4799595" y="4064394"/>
              <a:ext cx="11981298" cy="6039845"/>
            </a:xfrm>
            <a:custGeom>
              <a:avLst/>
              <a:pathLst>
                <a:path w="11981298" h="6039845">
                  <a:moveTo>
                    <a:pt x="0" y="6039845"/>
                  </a:moveTo>
                  <a:lnTo>
                    <a:pt x="1471387" y="6039845"/>
                  </a:lnTo>
                  <a:lnTo>
                    <a:pt x="1472201" y="6039747"/>
                  </a:lnTo>
                  <a:lnTo>
                    <a:pt x="1477590" y="6039044"/>
                  </a:lnTo>
                  <a:lnTo>
                    <a:pt x="1491302" y="6037105"/>
                  </a:lnTo>
                  <a:lnTo>
                    <a:pt x="1516130" y="6033281"/>
                  </a:lnTo>
                  <a:lnTo>
                    <a:pt x="1553775" y="6026948"/>
                  </a:lnTo>
                  <a:lnTo>
                    <a:pt x="1604725" y="6017560"/>
                  </a:lnTo>
                  <a:lnTo>
                    <a:pt x="1668254" y="6004685"/>
                  </a:lnTo>
                  <a:lnTo>
                    <a:pt x="1742591" y="5988042"/>
                  </a:lnTo>
                  <a:lnTo>
                    <a:pt x="1825217" y="5967493"/>
                  </a:lnTo>
                  <a:lnTo>
                    <a:pt x="1913253" y="5943020"/>
                  </a:lnTo>
                  <a:lnTo>
                    <a:pt x="2003829" y="5914677"/>
                  </a:lnTo>
                  <a:lnTo>
                    <a:pt x="2094378" y="5882545"/>
                  </a:lnTo>
                  <a:lnTo>
                    <a:pt x="2182815" y="5846674"/>
                  </a:lnTo>
                  <a:lnTo>
                    <a:pt x="2267608" y="5807054"/>
                  </a:lnTo>
                  <a:lnTo>
                    <a:pt x="2347760" y="5763583"/>
                  </a:lnTo>
                  <a:lnTo>
                    <a:pt x="2422742" y="5716054"/>
                  </a:lnTo>
                  <a:lnTo>
                    <a:pt x="2492398" y="5664149"/>
                  </a:lnTo>
                  <a:lnTo>
                    <a:pt x="2556853" y="5607441"/>
                  </a:lnTo>
                  <a:lnTo>
                    <a:pt x="2616428" y="5545399"/>
                  </a:lnTo>
                  <a:lnTo>
                    <a:pt x="2671568" y="5477405"/>
                  </a:lnTo>
                  <a:lnTo>
                    <a:pt x="2722796" y="5402775"/>
                  </a:lnTo>
                  <a:lnTo>
                    <a:pt x="2770663" y="5320802"/>
                  </a:lnTo>
                  <a:lnTo>
                    <a:pt x="2815727" y="5230812"/>
                  </a:lnTo>
                  <a:lnTo>
                    <a:pt x="2858519" y="5132274"/>
                  </a:lnTo>
                  <a:lnTo>
                    <a:pt x="2896531" y="5033204"/>
                  </a:lnTo>
                  <a:lnTo>
                    <a:pt x="2923542" y="4956032"/>
                  </a:lnTo>
                  <a:lnTo>
                    <a:pt x="2950027" y="4874796"/>
                  </a:lnTo>
                  <a:lnTo>
                    <a:pt x="2976088" y="4789416"/>
                  </a:lnTo>
                  <a:lnTo>
                    <a:pt x="3001815" y="4699848"/>
                  </a:lnTo>
                  <a:lnTo>
                    <a:pt x="3027282" y="4606078"/>
                  </a:lnTo>
                  <a:lnTo>
                    <a:pt x="3052556" y="4508133"/>
                  </a:lnTo>
                  <a:lnTo>
                    <a:pt x="3077689" y="4406079"/>
                  </a:lnTo>
                  <a:lnTo>
                    <a:pt x="3102729" y="4300022"/>
                  </a:lnTo>
                  <a:lnTo>
                    <a:pt x="3127711" y="4190116"/>
                  </a:lnTo>
                  <a:lnTo>
                    <a:pt x="3152666" y="4076557"/>
                  </a:lnTo>
                  <a:lnTo>
                    <a:pt x="3177615" y="3959586"/>
                  </a:lnTo>
                  <a:lnTo>
                    <a:pt x="3202574" y="3839487"/>
                  </a:lnTo>
                  <a:lnTo>
                    <a:pt x="3227554" y="3716588"/>
                  </a:lnTo>
                  <a:lnTo>
                    <a:pt x="3252561" y="3591252"/>
                  </a:lnTo>
                  <a:lnTo>
                    <a:pt x="3277594" y="3463881"/>
                  </a:lnTo>
                  <a:lnTo>
                    <a:pt x="3302653" y="3334903"/>
                  </a:lnTo>
                  <a:lnTo>
                    <a:pt x="3327731" y="3204772"/>
                  </a:lnTo>
                  <a:lnTo>
                    <a:pt x="3352821" y="3073960"/>
                  </a:lnTo>
                  <a:lnTo>
                    <a:pt x="3377915" y="2942949"/>
                  </a:lnTo>
                  <a:lnTo>
                    <a:pt x="3403004" y="2812221"/>
                  </a:lnTo>
                  <a:lnTo>
                    <a:pt x="3428079" y="2682259"/>
                  </a:lnTo>
                  <a:lnTo>
                    <a:pt x="3453134" y="2553531"/>
                  </a:lnTo>
                  <a:lnTo>
                    <a:pt x="3478163" y="2426485"/>
                  </a:lnTo>
                  <a:lnTo>
                    <a:pt x="3503164" y="2301548"/>
                  </a:lnTo>
                  <a:lnTo>
                    <a:pt x="3528140" y="2179114"/>
                  </a:lnTo>
                  <a:lnTo>
                    <a:pt x="3553097" y="2059541"/>
                  </a:lnTo>
                  <a:lnTo>
                    <a:pt x="3578045" y="1943148"/>
                  </a:lnTo>
                  <a:lnTo>
                    <a:pt x="3603003" y="1830212"/>
                  </a:lnTo>
                  <a:lnTo>
                    <a:pt x="3627993" y="1720967"/>
                  </a:lnTo>
                  <a:lnTo>
                    <a:pt x="3653046" y="1615602"/>
                  </a:lnTo>
                  <a:lnTo>
                    <a:pt x="3678201" y="1514260"/>
                  </a:lnTo>
                  <a:lnTo>
                    <a:pt x="3703504" y="1417043"/>
                  </a:lnTo>
                  <a:lnTo>
                    <a:pt x="3729012" y="1324008"/>
                  </a:lnTo>
                  <a:lnTo>
                    <a:pt x="3754791" y="1235175"/>
                  </a:lnTo>
                  <a:lnTo>
                    <a:pt x="3780920" y="1150526"/>
                  </a:lnTo>
                  <a:lnTo>
                    <a:pt x="3807489" y="1070008"/>
                  </a:lnTo>
                  <a:lnTo>
                    <a:pt x="3829811" y="1006640"/>
                  </a:lnTo>
                  <a:lnTo>
                    <a:pt x="3870931" y="899958"/>
                  </a:lnTo>
                  <a:lnTo>
                    <a:pt x="3913874" y="802067"/>
                  </a:lnTo>
                  <a:lnTo>
                    <a:pt x="3959127" y="712694"/>
                  </a:lnTo>
                  <a:lnTo>
                    <a:pt x="4007225" y="631289"/>
                  </a:lnTo>
                  <a:lnTo>
                    <a:pt x="4058724" y="557176"/>
                  </a:lnTo>
                  <a:lnTo>
                    <a:pt x="4114176" y="489646"/>
                  </a:lnTo>
                  <a:lnTo>
                    <a:pt x="4174099" y="428020"/>
                  </a:lnTo>
                  <a:lnTo>
                    <a:pt x="4238931" y="371685"/>
                  </a:lnTo>
                  <a:lnTo>
                    <a:pt x="4308981" y="320118"/>
                  </a:lnTo>
                  <a:lnTo>
                    <a:pt x="4384356" y="272900"/>
                  </a:lnTo>
                  <a:lnTo>
                    <a:pt x="4464875" y="229720"/>
                  </a:lnTo>
                  <a:lnTo>
                    <a:pt x="4549979" y="190381"/>
                  </a:lnTo>
                  <a:lnTo>
                    <a:pt x="4638632" y="154787"/>
                  </a:lnTo>
                  <a:lnTo>
                    <a:pt x="4729261" y="122933"/>
                  </a:lnTo>
                  <a:lnTo>
                    <a:pt x="4819743" y="94875"/>
                  </a:lnTo>
                  <a:lnTo>
                    <a:pt x="4907478" y="70692"/>
                  </a:lnTo>
                  <a:lnTo>
                    <a:pt x="4989586" y="50434"/>
                  </a:lnTo>
                  <a:lnTo>
                    <a:pt x="5063200" y="34077"/>
                  </a:lnTo>
                  <a:lnTo>
                    <a:pt x="5125845" y="21473"/>
                  </a:lnTo>
                  <a:lnTo>
                    <a:pt x="5175818" y="12328"/>
                  </a:lnTo>
                  <a:lnTo>
                    <a:pt x="5212481" y="6201"/>
                  </a:lnTo>
                  <a:lnTo>
                    <a:pt x="5236411" y="2539"/>
                  </a:lnTo>
                  <a:lnTo>
                    <a:pt x="5249397" y="714"/>
                  </a:lnTo>
                  <a:lnTo>
                    <a:pt x="5254307" y="78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207" y="91"/>
                  </a:lnTo>
                  <a:lnTo>
                    <a:pt x="6732921" y="740"/>
                  </a:lnTo>
                  <a:lnTo>
                    <a:pt x="6747436" y="2535"/>
                  </a:lnTo>
                  <a:lnTo>
                    <a:pt x="6773667" y="6073"/>
                  </a:lnTo>
                  <a:lnTo>
                    <a:pt x="6813328" y="11926"/>
                  </a:lnTo>
                  <a:lnTo>
                    <a:pt x="6866818" y="20594"/>
                  </a:lnTo>
                  <a:lnTo>
                    <a:pt x="6933232" y="32458"/>
                  </a:lnTo>
                  <a:lnTo>
                    <a:pt x="7010559" y="47762"/>
                  </a:lnTo>
                  <a:lnTo>
                    <a:pt x="7096041" y="66613"/>
                  </a:lnTo>
                  <a:lnTo>
                    <a:pt x="7186597" y="89014"/>
                  </a:lnTo>
                  <a:lnTo>
                    <a:pt x="7279220" y="114906"/>
                  </a:lnTo>
                  <a:lnTo>
                    <a:pt x="7371280" y="144218"/>
                  </a:lnTo>
                  <a:lnTo>
                    <a:pt x="7460698" y="176913"/>
                  </a:lnTo>
                  <a:lnTo>
                    <a:pt x="7545995" y="213020"/>
                  </a:lnTo>
                  <a:lnTo>
                    <a:pt x="7626258" y="252661"/>
                  </a:lnTo>
                  <a:lnTo>
                    <a:pt x="7701053" y="296057"/>
                  </a:lnTo>
                  <a:lnTo>
                    <a:pt x="7770317" y="343533"/>
                  </a:lnTo>
                  <a:lnTo>
                    <a:pt x="7834264" y="395518"/>
                  </a:lnTo>
                  <a:lnTo>
                    <a:pt x="7893288" y="452534"/>
                  </a:lnTo>
                  <a:lnTo>
                    <a:pt x="7947899" y="515177"/>
                  </a:lnTo>
                  <a:lnTo>
                    <a:pt x="7998668" y="584095"/>
                  </a:lnTo>
                  <a:lnTo>
                    <a:pt x="8046189" y="659936"/>
                  </a:lnTo>
                  <a:lnTo>
                    <a:pt x="8091044" y="743277"/>
                  </a:lnTo>
                  <a:lnTo>
                    <a:pt x="8133777" y="834511"/>
                  </a:lnTo>
                  <a:lnTo>
                    <a:pt x="8151487" y="875872"/>
                  </a:lnTo>
                  <a:lnTo>
                    <a:pt x="8180307" y="947693"/>
                  </a:lnTo>
                  <a:lnTo>
                    <a:pt x="8208535" y="1023551"/>
                  </a:lnTo>
                  <a:lnTo>
                    <a:pt x="8236294" y="1103527"/>
                  </a:lnTo>
                  <a:lnTo>
                    <a:pt x="8263691" y="1187662"/>
                  </a:lnTo>
                  <a:lnTo>
                    <a:pt x="8290813" y="1275961"/>
                  </a:lnTo>
                  <a:lnTo>
                    <a:pt x="8317737" y="1368384"/>
                  </a:lnTo>
                  <a:lnTo>
                    <a:pt x="8344523" y="1464844"/>
                  </a:lnTo>
                  <a:lnTo>
                    <a:pt x="8371223" y="1565208"/>
                  </a:lnTo>
                  <a:lnTo>
                    <a:pt x="8397877" y="1669289"/>
                  </a:lnTo>
                  <a:lnTo>
                    <a:pt x="8424515" y="1776852"/>
                  </a:lnTo>
                  <a:lnTo>
                    <a:pt x="8451160" y="1887614"/>
                  </a:lnTo>
                  <a:lnTo>
                    <a:pt x="8477826" y="2001239"/>
                  </a:lnTo>
                  <a:lnTo>
                    <a:pt x="8504521" y="2117351"/>
                  </a:lnTo>
                  <a:lnTo>
                    <a:pt x="8531247" y="2235531"/>
                  </a:lnTo>
                  <a:lnTo>
                    <a:pt x="8558002" y="2355327"/>
                  </a:lnTo>
                  <a:lnTo>
                    <a:pt x="8584779" y="2476259"/>
                  </a:lnTo>
                  <a:lnTo>
                    <a:pt x="8611569" y="2597828"/>
                  </a:lnTo>
                  <a:lnTo>
                    <a:pt x="8638362" y="2719522"/>
                  </a:lnTo>
                  <a:lnTo>
                    <a:pt x="8665147" y="2840828"/>
                  </a:lnTo>
                  <a:lnTo>
                    <a:pt x="8691913" y="2961242"/>
                  </a:lnTo>
                  <a:lnTo>
                    <a:pt x="8718654" y="3080271"/>
                  </a:lnTo>
                  <a:lnTo>
                    <a:pt x="8745365" y="3197450"/>
                  </a:lnTo>
                  <a:lnTo>
                    <a:pt x="8772045" y="3312342"/>
                  </a:lnTo>
                  <a:lnTo>
                    <a:pt x="8798699" y="3424550"/>
                  </a:lnTo>
                  <a:lnTo>
                    <a:pt x="8825338" y="3533718"/>
                  </a:lnTo>
                  <a:lnTo>
                    <a:pt x="8851981" y="3639536"/>
                  </a:lnTo>
                  <a:lnTo>
                    <a:pt x="8878653" y="3741745"/>
                  </a:lnTo>
                  <a:lnTo>
                    <a:pt x="8905392" y="3840136"/>
                  </a:lnTo>
                  <a:lnTo>
                    <a:pt x="8932241" y="3934549"/>
                  </a:lnTo>
                  <a:lnTo>
                    <a:pt x="8959257" y="4024874"/>
                  </a:lnTo>
                  <a:lnTo>
                    <a:pt x="8986510" y="4111050"/>
                  </a:lnTo>
                  <a:lnTo>
                    <a:pt x="9014079" y="4193058"/>
                  </a:lnTo>
                  <a:lnTo>
                    <a:pt x="9042064" y="4270923"/>
                  </a:lnTo>
                  <a:lnTo>
                    <a:pt x="9070578" y="4344708"/>
                  </a:lnTo>
                  <a:lnTo>
                    <a:pt x="9084767" y="4379364"/>
                  </a:lnTo>
                  <a:lnTo>
                    <a:pt x="9126744" y="4474004"/>
                  </a:lnTo>
                  <a:lnTo>
                    <a:pt x="9170630" y="4560683"/>
                  </a:lnTo>
                  <a:lnTo>
                    <a:pt x="9216944" y="4639661"/>
                  </a:lnTo>
                  <a:lnTo>
                    <a:pt x="9266254" y="4711456"/>
                  </a:lnTo>
                  <a:lnTo>
                    <a:pt x="9319154" y="4776696"/>
                  </a:lnTo>
                  <a:lnTo>
                    <a:pt x="9376227" y="4836037"/>
                  </a:lnTo>
                  <a:lnTo>
                    <a:pt x="9438017" y="4890100"/>
                  </a:lnTo>
                  <a:lnTo>
                    <a:pt x="9504974" y="4939442"/>
                  </a:lnTo>
                  <a:lnTo>
                    <a:pt x="9577398" y="4984533"/>
                  </a:lnTo>
                  <a:lnTo>
                    <a:pt x="9655356" y="5025743"/>
                  </a:lnTo>
                  <a:lnTo>
                    <a:pt x="9738587" y="5063338"/>
                  </a:lnTo>
                  <a:lnTo>
                    <a:pt x="9826392" y="5097481"/>
                  </a:lnTo>
                  <a:lnTo>
                    <a:pt x="9917544" y="5128238"/>
                  </a:lnTo>
                  <a:lnTo>
                    <a:pt x="10010219" y="5155597"/>
                  </a:lnTo>
                  <a:lnTo>
                    <a:pt x="10102008" y="5179496"/>
                  </a:lnTo>
                  <a:lnTo>
                    <a:pt x="10190037" y="5199867"/>
                  </a:lnTo>
                  <a:lnTo>
                    <a:pt x="10271211" y="5216678"/>
                  </a:lnTo>
                  <a:lnTo>
                    <a:pt x="10342580" y="5229988"/>
                  </a:lnTo>
                  <a:lnTo>
                    <a:pt x="10401766" y="5239981"/>
                  </a:lnTo>
                  <a:lnTo>
                    <a:pt x="10447358" y="5246981"/>
                  </a:lnTo>
                  <a:lnTo>
                    <a:pt x="10479186" y="5251440"/>
                  </a:lnTo>
                  <a:lnTo>
                    <a:pt x="10498410" y="5253906"/>
                  </a:lnTo>
                  <a:lnTo>
                    <a:pt x="10507453" y="5254971"/>
                  </a:lnTo>
                  <a:lnTo>
                    <a:pt x="10509841" y="5255230"/>
                  </a:lnTo>
                  <a:lnTo>
                    <a:pt x="10509911" y="5255237"/>
                  </a:lnTo>
                  <a:lnTo>
                    <a:pt x="11981298" y="525523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10" name="pl1810"/>
            <p:cNvSpPr/>
            <p:nvPr/>
          </p:nvSpPr>
          <p:spPr>
            <a:xfrm>
              <a:off x="4799595" y="4056221"/>
              <a:ext cx="11981298" cy="6039845"/>
            </a:xfrm>
            <a:custGeom>
              <a:avLst/>
              <a:pathLst>
                <a:path w="11981298" h="6039845">
                  <a:moveTo>
                    <a:pt x="11981298" y="5255237"/>
                  </a:moveTo>
                  <a:lnTo>
                    <a:pt x="10509911" y="5255237"/>
                  </a:lnTo>
                  <a:lnTo>
                    <a:pt x="10509046" y="5255146"/>
                  </a:lnTo>
                  <a:lnTo>
                    <a:pt x="10503333" y="5254496"/>
                  </a:lnTo>
                  <a:lnTo>
                    <a:pt x="10488817" y="5252702"/>
                  </a:lnTo>
                  <a:lnTo>
                    <a:pt x="10462587" y="5249164"/>
                  </a:lnTo>
                  <a:lnTo>
                    <a:pt x="10422925" y="5243311"/>
                  </a:lnTo>
                  <a:lnTo>
                    <a:pt x="10369435" y="5234643"/>
                  </a:lnTo>
                  <a:lnTo>
                    <a:pt x="10303022" y="5222779"/>
                  </a:lnTo>
                  <a:lnTo>
                    <a:pt x="10225695" y="5207475"/>
                  </a:lnTo>
                  <a:lnTo>
                    <a:pt x="10140212" y="5188624"/>
                  </a:lnTo>
                  <a:lnTo>
                    <a:pt x="10049656" y="5166223"/>
                  </a:lnTo>
                  <a:lnTo>
                    <a:pt x="9957033" y="5140331"/>
                  </a:lnTo>
                  <a:lnTo>
                    <a:pt x="9864973" y="5111019"/>
                  </a:lnTo>
                  <a:lnTo>
                    <a:pt x="9775555" y="5078324"/>
                  </a:lnTo>
                  <a:lnTo>
                    <a:pt x="9690258" y="5042217"/>
                  </a:lnTo>
                  <a:lnTo>
                    <a:pt x="9609995" y="5002576"/>
                  </a:lnTo>
                  <a:lnTo>
                    <a:pt x="9535201" y="4959180"/>
                  </a:lnTo>
                  <a:lnTo>
                    <a:pt x="9465936" y="4911704"/>
                  </a:lnTo>
                  <a:lnTo>
                    <a:pt x="9401989" y="4859719"/>
                  </a:lnTo>
                  <a:lnTo>
                    <a:pt x="9342966" y="4802703"/>
                  </a:lnTo>
                  <a:lnTo>
                    <a:pt x="9288355" y="4740060"/>
                  </a:lnTo>
                  <a:lnTo>
                    <a:pt x="9237585" y="4671142"/>
                  </a:lnTo>
                  <a:lnTo>
                    <a:pt x="9190065" y="4595301"/>
                  </a:lnTo>
                  <a:lnTo>
                    <a:pt x="9145210" y="4511959"/>
                  </a:lnTo>
                  <a:lnTo>
                    <a:pt x="9102477" y="4420725"/>
                  </a:lnTo>
                  <a:lnTo>
                    <a:pt x="9084767" y="4379364"/>
                  </a:lnTo>
                  <a:lnTo>
                    <a:pt x="9055947" y="4307544"/>
                  </a:lnTo>
                  <a:lnTo>
                    <a:pt x="9027719" y="4231685"/>
                  </a:lnTo>
                  <a:lnTo>
                    <a:pt x="8999959" y="4151710"/>
                  </a:lnTo>
                  <a:lnTo>
                    <a:pt x="8972562" y="4067575"/>
                  </a:lnTo>
                  <a:lnTo>
                    <a:pt x="8945440" y="3979276"/>
                  </a:lnTo>
                  <a:lnTo>
                    <a:pt x="8918517" y="3886853"/>
                  </a:lnTo>
                  <a:lnTo>
                    <a:pt x="8891730" y="3790393"/>
                  </a:lnTo>
                  <a:lnTo>
                    <a:pt x="8865030" y="3690029"/>
                  </a:lnTo>
                  <a:lnTo>
                    <a:pt x="8838377" y="3585948"/>
                  </a:lnTo>
                  <a:lnTo>
                    <a:pt x="8811739" y="3478384"/>
                  </a:lnTo>
                  <a:lnTo>
                    <a:pt x="8785094" y="3367623"/>
                  </a:lnTo>
                  <a:lnTo>
                    <a:pt x="8758428" y="3253998"/>
                  </a:lnTo>
                  <a:lnTo>
                    <a:pt x="8731732" y="3137886"/>
                  </a:lnTo>
                  <a:lnTo>
                    <a:pt x="8705006" y="3019706"/>
                  </a:lnTo>
                  <a:lnTo>
                    <a:pt x="8678251" y="2899910"/>
                  </a:lnTo>
                  <a:lnTo>
                    <a:pt x="8651474" y="2778978"/>
                  </a:lnTo>
                  <a:lnTo>
                    <a:pt x="8624684" y="2657409"/>
                  </a:lnTo>
                  <a:lnTo>
                    <a:pt x="8597891" y="2535715"/>
                  </a:lnTo>
                  <a:lnTo>
                    <a:pt x="8571107" y="2414409"/>
                  </a:lnTo>
                  <a:lnTo>
                    <a:pt x="8544340" y="2293995"/>
                  </a:lnTo>
                  <a:lnTo>
                    <a:pt x="8517599" y="2174966"/>
                  </a:lnTo>
                  <a:lnTo>
                    <a:pt x="8490888" y="2057787"/>
                  </a:lnTo>
                  <a:lnTo>
                    <a:pt x="8464209" y="1942895"/>
                  </a:lnTo>
                  <a:lnTo>
                    <a:pt x="8437555" y="1830687"/>
                  </a:lnTo>
                  <a:lnTo>
                    <a:pt x="8410915" y="1721519"/>
                  </a:lnTo>
                  <a:lnTo>
                    <a:pt x="8384273" y="1615701"/>
                  </a:lnTo>
                  <a:lnTo>
                    <a:pt x="8357600" y="1513492"/>
                  </a:lnTo>
                  <a:lnTo>
                    <a:pt x="8330862" y="1415101"/>
                  </a:lnTo>
                  <a:lnTo>
                    <a:pt x="8304012" y="1320688"/>
                  </a:lnTo>
                  <a:lnTo>
                    <a:pt x="8276996" y="1230363"/>
                  </a:lnTo>
                  <a:lnTo>
                    <a:pt x="8249744" y="1144187"/>
                  </a:lnTo>
                  <a:lnTo>
                    <a:pt x="8222174" y="1062179"/>
                  </a:lnTo>
                  <a:lnTo>
                    <a:pt x="8194189" y="984314"/>
                  </a:lnTo>
                  <a:lnTo>
                    <a:pt x="8165676" y="910529"/>
                  </a:lnTo>
                  <a:lnTo>
                    <a:pt x="8151487" y="875872"/>
                  </a:lnTo>
                  <a:lnTo>
                    <a:pt x="8109509" y="781232"/>
                  </a:lnTo>
                  <a:lnTo>
                    <a:pt x="8065623" y="694554"/>
                  </a:lnTo>
                  <a:lnTo>
                    <a:pt x="8019310" y="615576"/>
                  </a:lnTo>
                  <a:lnTo>
                    <a:pt x="7969999" y="543781"/>
                  </a:lnTo>
                  <a:lnTo>
                    <a:pt x="7917100" y="478541"/>
                  </a:lnTo>
                  <a:lnTo>
                    <a:pt x="7860026" y="419200"/>
                  </a:lnTo>
                  <a:lnTo>
                    <a:pt x="7798237" y="365137"/>
                  </a:lnTo>
                  <a:lnTo>
                    <a:pt x="7731280" y="315795"/>
                  </a:lnTo>
                  <a:lnTo>
                    <a:pt x="7658855" y="270704"/>
                  </a:lnTo>
                  <a:lnTo>
                    <a:pt x="7580897" y="229494"/>
                  </a:lnTo>
                  <a:lnTo>
                    <a:pt x="7497666" y="191899"/>
                  </a:lnTo>
                  <a:lnTo>
                    <a:pt x="7409861" y="157756"/>
                  </a:lnTo>
                  <a:lnTo>
                    <a:pt x="7318709" y="126999"/>
                  </a:lnTo>
                  <a:lnTo>
                    <a:pt x="7226034" y="99640"/>
                  </a:lnTo>
                  <a:lnTo>
                    <a:pt x="7134245" y="75741"/>
                  </a:lnTo>
                  <a:lnTo>
                    <a:pt x="7046216" y="55370"/>
                  </a:lnTo>
                  <a:lnTo>
                    <a:pt x="6965043" y="38559"/>
                  </a:lnTo>
                  <a:lnTo>
                    <a:pt x="6893674" y="25248"/>
                  </a:lnTo>
                  <a:lnTo>
                    <a:pt x="6834487" y="15256"/>
                  </a:lnTo>
                  <a:lnTo>
                    <a:pt x="6788895" y="8256"/>
                  </a:lnTo>
                  <a:lnTo>
                    <a:pt x="6757068" y="3797"/>
                  </a:lnTo>
                  <a:lnTo>
                    <a:pt x="6737844" y="1331"/>
                  </a:lnTo>
                  <a:lnTo>
                    <a:pt x="6728800" y="266"/>
                  </a:lnTo>
                  <a:lnTo>
                    <a:pt x="6726412" y="7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141" y="98"/>
                  </a:lnTo>
                  <a:lnTo>
                    <a:pt x="5248752" y="800"/>
                  </a:lnTo>
                  <a:lnTo>
                    <a:pt x="5235040" y="2740"/>
                  </a:lnTo>
                  <a:lnTo>
                    <a:pt x="5210212" y="6564"/>
                  </a:lnTo>
                  <a:lnTo>
                    <a:pt x="5172567" y="12896"/>
                  </a:lnTo>
                  <a:lnTo>
                    <a:pt x="5121617" y="22285"/>
                  </a:lnTo>
                  <a:lnTo>
                    <a:pt x="5058088" y="35160"/>
                  </a:lnTo>
                  <a:lnTo>
                    <a:pt x="4983752" y="51802"/>
                  </a:lnTo>
                  <a:lnTo>
                    <a:pt x="4901126" y="72352"/>
                  </a:lnTo>
                  <a:lnTo>
                    <a:pt x="4813089" y="96825"/>
                  </a:lnTo>
                  <a:lnTo>
                    <a:pt x="4722513" y="125167"/>
                  </a:lnTo>
                  <a:lnTo>
                    <a:pt x="4631964" y="157300"/>
                  </a:lnTo>
                  <a:lnTo>
                    <a:pt x="4543527" y="193170"/>
                  </a:lnTo>
                  <a:lnTo>
                    <a:pt x="4458734" y="232790"/>
                  </a:lnTo>
                  <a:lnTo>
                    <a:pt x="4378582" y="276261"/>
                  </a:lnTo>
                  <a:lnTo>
                    <a:pt x="4303601" y="323790"/>
                  </a:lnTo>
                  <a:lnTo>
                    <a:pt x="4233944" y="375695"/>
                  </a:lnTo>
                  <a:lnTo>
                    <a:pt x="4169489" y="432404"/>
                  </a:lnTo>
                  <a:lnTo>
                    <a:pt x="4109914" y="494446"/>
                  </a:lnTo>
                  <a:lnTo>
                    <a:pt x="4054774" y="562440"/>
                  </a:lnTo>
                  <a:lnTo>
                    <a:pt x="4003546" y="637069"/>
                  </a:lnTo>
                  <a:lnTo>
                    <a:pt x="3955679" y="719043"/>
                  </a:lnTo>
                  <a:lnTo>
                    <a:pt x="3910615" y="809032"/>
                  </a:lnTo>
                  <a:lnTo>
                    <a:pt x="3867823" y="907571"/>
                  </a:lnTo>
                  <a:lnTo>
                    <a:pt x="3829811" y="1006640"/>
                  </a:lnTo>
                  <a:lnTo>
                    <a:pt x="3802800" y="1083813"/>
                  </a:lnTo>
                  <a:lnTo>
                    <a:pt x="3776315" y="1165049"/>
                  </a:lnTo>
                  <a:lnTo>
                    <a:pt x="3750254" y="1250428"/>
                  </a:lnTo>
                  <a:lnTo>
                    <a:pt x="3724528" y="1339997"/>
                  </a:lnTo>
                  <a:lnTo>
                    <a:pt x="3699060" y="1433766"/>
                  </a:lnTo>
                  <a:lnTo>
                    <a:pt x="3673786" y="1531711"/>
                  </a:lnTo>
                  <a:lnTo>
                    <a:pt x="3648653" y="1633766"/>
                  </a:lnTo>
                  <a:lnTo>
                    <a:pt x="3623613" y="1739823"/>
                  </a:lnTo>
                  <a:lnTo>
                    <a:pt x="3598631" y="1849729"/>
                  </a:lnTo>
                  <a:lnTo>
                    <a:pt x="3573676" y="1963288"/>
                  </a:lnTo>
                  <a:lnTo>
                    <a:pt x="3548727" y="2080259"/>
                  </a:lnTo>
                  <a:lnTo>
                    <a:pt x="3523768" y="2200358"/>
                  </a:lnTo>
                  <a:lnTo>
                    <a:pt x="3498788" y="2323257"/>
                  </a:lnTo>
                  <a:lnTo>
                    <a:pt x="3473782" y="2448593"/>
                  </a:lnTo>
                  <a:lnTo>
                    <a:pt x="3448748" y="2575964"/>
                  </a:lnTo>
                  <a:lnTo>
                    <a:pt x="3423689" y="2704942"/>
                  </a:lnTo>
                  <a:lnTo>
                    <a:pt x="3398611" y="2835072"/>
                  </a:lnTo>
                  <a:lnTo>
                    <a:pt x="3373521" y="2965884"/>
                  </a:lnTo>
                  <a:lnTo>
                    <a:pt x="3348427" y="3096896"/>
                  </a:lnTo>
                  <a:lnTo>
                    <a:pt x="3323338" y="3227623"/>
                  </a:lnTo>
                  <a:lnTo>
                    <a:pt x="3298263" y="3357586"/>
                  </a:lnTo>
                  <a:lnTo>
                    <a:pt x="3273209" y="3486314"/>
                  </a:lnTo>
                  <a:lnTo>
                    <a:pt x="3248180" y="3613359"/>
                  </a:lnTo>
                  <a:lnTo>
                    <a:pt x="3223178" y="3738296"/>
                  </a:lnTo>
                  <a:lnTo>
                    <a:pt x="3198202" y="3860731"/>
                  </a:lnTo>
                  <a:lnTo>
                    <a:pt x="3173245" y="3980304"/>
                  </a:lnTo>
                  <a:lnTo>
                    <a:pt x="3148297" y="4096697"/>
                  </a:lnTo>
                  <a:lnTo>
                    <a:pt x="3123339" y="4209633"/>
                  </a:lnTo>
                  <a:lnTo>
                    <a:pt x="3098349" y="4318878"/>
                  </a:lnTo>
                  <a:lnTo>
                    <a:pt x="3073296" y="4424243"/>
                  </a:lnTo>
                  <a:lnTo>
                    <a:pt x="3048141" y="4525585"/>
                  </a:lnTo>
                  <a:lnTo>
                    <a:pt x="3022838" y="4622802"/>
                  </a:lnTo>
                  <a:lnTo>
                    <a:pt x="2997330" y="4715837"/>
                  </a:lnTo>
                  <a:lnTo>
                    <a:pt x="2971551" y="4804670"/>
                  </a:lnTo>
                  <a:lnTo>
                    <a:pt x="2945422" y="4889319"/>
                  </a:lnTo>
                  <a:lnTo>
                    <a:pt x="2918853" y="4969837"/>
                  </a:lnTo>
                  <a:lnTo>
                    <a:pt x="2896531" y="5033204"/>
                  </a:lnTo>
                  <a:lnTo>
                    <a:pt x="2855411" y="5139886"/>
                  </a:lnTo>
                  <a:lnTo>
                    <a:pt x="2812468" y="5237777"/>
                  </a:lnTo>
                  <a:lnTo>
                    <a:pt x="2767215" y="5327151"/>
                  </a:lnTo>
                  <a:lnTo>
                    <a:pt x="2719117" y="5408556"/>
                  </a:lnTo>
                  <a:lnTo>
                    <a:pt x="2667618" y="5482669"/>
                  </a:lnTo>
                  <a:lnTo>
                    <a:pt x="2612166" y="5550199"/>
                  </a:lnTo>
                  <a:lnTo>
                    <a:pt x="2552243" y="5611825"/>
                  </a:lnTo>
                  <a:lnTo>
                    <a:pt x="2487411" y="5668160"/>
                  </a:lnTo>
                  <a:lnTo>
                    <a:pt x="2417361" y="5719726"/>
                  </a:lnTo>
                  <a:lnTo>
                    <a:pt x="2341987" y="5766945"/>
                  </a:lnTo>
                  <a:lnTo>
                    <a:pt x="2261467" y="5810124"/>
                  </a:lnTo>
                  <a:lnTo>
                    <a:pt x="2176363" y="5849464"/>
                  </a:lnTo>
                  <a:lnTo>
                    <a:pt x="2087710" y="5885058"/>
                  </a:lnTo>
                  <a:lnTo>
                    <a:pt x="1997081" y="5916911"/>
                  </a:lnTo>
                  <a:lnTo>
                    <a:pt x="1906600" y="5944969"/>
                  </a:lnTo>
                  <a:lnTo>
                    <a:pt x="1818864" y="5969153"/>
                  </a:lnTo>
                  <a:lnTo>
                    <a:pt x="1736756" y="5989410"/>
                  </a:lnTo>
                  <a:lnTo>
                    <a:pt x="1663143" y="6005767"/>
                  </a:lnTo>
                  <a:lnTo>
                    <a:pt x="1600497" y="6018371"/>
                  </a:lnTo>
                  <a:lnTo>
                    <a:pt x="1550524" y="6027517"/>
                  </a:lnTo>
                  <a:lnTo>
                    <a:pt x="1513862" y="6033643"/>
                  </a:lnTo>
                  <a:lnTo>
                    <a:pt x="1489931" y="6037306"/>
                  </a:lnTo>
                  <a:lnTo>
                    <a:pt x="1476945" y="6039131"/>
                  </a:lnTo>
                  <a:lnTo>
                    <a:pt x="1472035" y="6039767"/>
                  </a:lnTo>
                  <a:lnTo>
                    <a:pt x="1471387" y="6039845"/>
                  </a:lnTo>
                  <a:lnTo>
                    <a:pt x="0" y="603984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11" name="pg1811"/>
            <p:cNvSpPr/>
            <p:nvPr/>
          </p:nvSpPr>
          <p:spPr>
            <a:xfrm>
              <a:off x="4799595" y="6924943"/>
              <a:ext cx="11981298" cy="3252853"/>
            </a:xfrm>
            <a:custGeom>
              <a:avLst/>
              <a:pathLst>
                <a:path w="11981298" h="3252853">
                  <a:moveTo>
                    <a:pt x="0" y="3252853"/>
                  </a:moveTo>
                  <a:lnTo>
                    <a:pt x="1471387" y="3252853"/>
                  </a:lnTo>
                  <a:lnTo>
                    <a:pt x="1472508" y="3252779"/>
                  </a:lnTo>
                  <a:lnTo>
                    <a:pt x="1479881" y="3252255"/>
                  </a:lnTo>
                  <a:lnTo>
                    <a:pt x="1498474" y="3250806"/>
                  </a:lnTo>
                  <a:lnTo>
                    <a:pt x="1531738" y="3247953"/>
                  </a:lnTo>
                  <a:lnTo>
                    <a:pt x="1581364" y="3243252"/>
                  </a:lnTo>
                  <a:lnTo>
                    <a:pt x="1647149" y="3236337"/>
                  </a:lnTo>
                  <a:lnTo>
                    <a:pt x="1727146" y="3226957"/>
                  </a:lnTo>
                  <a:lnTo>
                    <a:pt x="1818100" y="3214983"/>
                  </a:lnTo>
                  <a:lnTo>
                    <a:pt x="1916079" y="3200389"/>
                  </a:lnTo>
                  <a:lnTo>
                    <a:pt x="2017114" y="3183216"/>
                  </a:lnTo>
                  <a:lnTo>
                    <a:pt x="2117708" y="3163519"/>
                  </a:lnTo>
                  <a:lnTo>
                    <a:pt x="2215129" y="3141329"/>
                  </a:lnTo>
                  <a:lnTo>
                    <a:pt x="2307497" y="3116618"/>
                  </a:lnTo>
                  <a:lnTo>
                    <a:pt x="2393722" y="3089277"/>
                  </a:lnTo>
                  <a:lnTo>
                    <a:pt x="2473367" y="3059106"/>
                  </a:lnTo>
                  <a:lnTo>
                    <a:pt x="2546485" y="3025816"/>
                  </a:lnTo>
                  <a:lnTo>
                    <a:pt x="2613462" y="2989028"/>
                  </a:lnTo>
                  <a:lnTo>
                    <a:pt x="2674902" y="2948289"/>
                  </a:lnTo>
                  <a:lnTo>
                    <a:pt x="2731524" y="2903091"/>
                  </a:lnTo>
                  <a:lnTo>
                    <a:pt x="2784094" y="2852910"/>
                  </a:lnTo>
                  <a:lnTo>
                    <a:pt x="2833379" y="2797264"/>
                  </a:lnTo>
                  <a:lnTo>
                    <a:pt x="2880092" y="2735820"/>
                  </a:lnTo>
                  <a:lnTo>
                    <a:pt x="2896531" y="2712073"/>
                  </a:lnTo>
                  <a:lnTo>
                    <a:pt x="2932191" y="2656692"/>
                  </a:lnTo>
                  <a:lnTo>
                    <a:pt x="2966987" y="2597455"/>
                  </a:lnTo>
                  <a:lnTo>
                    <a:pt x="3001142" y="2534284"/>
                  </a:lnTo>
                  <a:lnTo>
                    <a:pt x="3034838" y="2467155"/>
                  </a:lnTo>
                  <a:lnTo>
                    <a:pt x="3068223" y="2396108"/>
                  </a:lnTo>
                  <a:lnTo>
                    <a:pt x="3101414" y="2321248"/>
                  </a:lnTo>
                  <a:lnTo>
                    <a:pt x="3134500" y="2242753"/>
                  </a:lnTo>
                  <a:lnTo>
                    <a:pt x="3167548" y="2160876"/>
                  </a:lnTo>
                  <a:lnTo>
                    <a:pt x="3200604" y="2075941"/>
                  </a:lnTo>
                  <a:lnTo>
                    <a:pt x="3233695" y="1988342"/>
                  </a:lnTo>
                  <a:lnTo>
                    <a:pt x="3266832" y="1898540"/>
                  </a:lnTo>
                  <a:lnTo>
                    <a:pt x="3300016" y="1807047"/>
                  </a:lnTo>
                  <a:lnTo>
                    <a:pt x="3333234" y="1714424"/>
                  </a:lnTo>
                  <a:lnTo>
                    <a:pt x="3366471" y="1621257"/>
                  </a:lnTo>
                  <a:lnTo>
                    <a:pt x="3399705" y="1528151"/>
                  </a:lnTo>
                  <a:lnTo>
                    <a:pt x="3432918" y="1435706"/>
                  </a:lnTo>
                  <a:lnTo>
                    <a:pt x="3466093" y="1344506"/>
                  </a:lnTo>
                  <a:lnTo>
                    <a:pt x="3499221" y="1255101"/>
                  </a:lnTo>
                  <a:lnTo>
                    <a:pt x="3532303" y="1167997"/>
                  </a:lnTo>
                  <a:lnTo>
                    <a:pt x="3565355" y="1083639"/>
                  </a:lnTo>
                  <a:lnTo>
                    <a:pt x="3598406" y="1002410"/>
                  </a:lnTo>
                  <a:lnTo>
                    <a:pt x="3631507" y="924620"/>
                  </a:lnTo>
                  <a:lnTo>
                    <a:pt x="3664728" y="850505"/>
                  </a:lnTo>
                  <a:lnTo>
                    <a:pt x="3698165" y="780229"/>
                  </a:lnTo>
                  <a:lnTo>
                    <a:pt x="3731940" y="713885"/>
                  </a:lnTo>
                  <a:lnTo>
                    <a:pt x="3766206" y="651498"/>
                  </a:lnTo>
                  <a:lnTo>
                    <a:pt x="3801154" y="593035"/>
                  </a:lnTo>
                  <a:lnTo>
                    <a:pt x="3829811" y="548953"/>
                  </a:lnTo>
                  <a:lnTo>
                    <a:pt x="3875751" y="485376"/>
                  </a:lnTo>
                  <a:lnTo>
                    <a:pt x="3924024" y="427653"/>
                  </a:lnTo>
                  <a:lnTo>
                    <a:pt x="3975316" y="375539"/>
                  </a:lnTo>
                  <a:lnTo>
                    <a:pt x="4030378" y="328593"/>
                  </a:lnTo>
                  <a:lnTo>
                    <a:pt x="4089982" y="286297"/>
                  </a:lnTo>
                  <a:lnTo>
                    <a:pt x="4154873" y="248132"/>
                  </a:lnTo>
                  <a:lnTo>
                    <a:pt x="4225704" y="213620"/>
                  </a:lnTo>
                  <a:lnTo>
                    <a:pt x="4302954" y="182356"/>
                  </a:lnTo>
                  <a:lnTo>
                    <a:pt x="4386813" y="154016"/>
                  </a:lnTo>
                  <a:lnTo>
                    <a:pt x="4477040" y="128367"/>
                  </a:lnTo>
                  <a:lnTo>
                    <a:pt x="4572801" y="105270"/>
                  </a:lnTo>
                  <a:lnTo>
                    <a:pt x="4672515" y="84668"/>
                  </a:lnTo>
                  <a:lnTo>
                    <a:pt x="4773758" y="66572"/>
                  </a:lnTo>
                  <a:lnTo>
                    <a:pt x="4873288" y="51036"/>
                  </a:lnTo>
                  <a:lnTo>
                    <a:pt x="4967261" y="38110"/>
                  </a:lnTo>
                  <a:lnTo>
                    <a:pt x="5051660" y="27798"/>
                  </a:lnTo>
                  <a:lnTo>
                    <a:pt x="5122908" y="20011"/>
                  </a:lnTo>
                  <a:lnTo>
                    <a:pt x="5178518" y="14543"/>
                  </a:lnTo>
                  <a:lnTo>
                    <a:pt x="5217623" y="11068"/>
                  </a:lnTo>
                  <a:lnTo>
                    <a:pt x="5241228" y="9164"/>
                  </a:lnTo>
                  <a:lnTo>
                    <a:pt x="5252173" y="8360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532" y="8221"/>
                  </a:lnTo>
                  <a:lnTo>
                    <a:pt x="6735340" y="8569"/>
                  </a:lnTo>
                  <a:lnTo>
                    <a:pt x="6754999" y="9531"/>
                  </a:lnTo>
                  <a:lnTo>
                    <a:pt x="6790080" y="11424"/>
                  </a:lnTo>
                  <a:lnTo>
                    <a:pt x="6842239" y="14540"/>
                  </a:lnTo>
                  <a:lnTo>
                    <a:pt x="6911082" y="19115"/>
                  </a:lnTo>
                  <a:lnTo>
                    <a:pt x="6994362" y="25306"/>
                  </a:lnTo>
                  <a:lnTo>
                    <a:pt x="7088492" y="33190"/>
                  </a:lnTo>
                  <a:lnTo>
                    <a:pt x="7189254" y="42774"/>
                  </a:lnTo>
                  <a:lnTo>
                    <a:pt x="7292489" y="54029"/>
                  </a:lnTo>
                  <a:lnTo>
                    <a:pt x="7394625" y="66918"/>
                  </a:lnTo>
                  <a:lnTo>
                    <a:pt x="7492952" y="81429"/>
                  </a:lnTo>
                  <a:lnTo>
                    <a:pt x="7585677" y="97591"/>
                  </a:lnTo>
                  <a:lnTo>
                    <a:pt x="7671833" y="115491"/>
                  </a:lnTo>
                  <a:lnTo>
                    <a:pt x="7751114" y="135278"/>
                  </a:lnTo>
                  <a:lnTo>
                    <a:pt x="7823694" y="157162"/>
                  </a:lnTo>
                  <a:lnTo>
                    <a:pt x="7890068" y="181410"/>
                  </a:lnTo>
                  <a:lnTo>
                    <a:pt x="7950926" y="208337"/>
                  </a:lnTo>
                  <a:lnTo>
                    <a:pt x="8007056" y="238288"/>
                  </a:lnTo>
                  <a:lnTo>
                    <a:pt x="8059279" y="271604"/>
                  </a:lnTo>
                  <a:lnTo>
                    <a:pt x="8108390" y="308576"/>
                  </a:lnTo>
                  <a:lnTo>
                    <a:pt x="8151487" y="345990"/>
                  </a:lnTo>
                  <a:lnTo>
                    <a:pt x="8194087" y="387709"/>
                  </a:lnTo>
                  <a:lnTo>
                    <a:pt x="8235514" y="432899"/>
                  </a:lnTo>
                  <a:lnTo>
                    <a:pt x="8276130" y="481629"/>
                  </a:lnTo>
                  <a:lnTo>
                    <a:pt x="8316217" y="533889"/>
                  </a:lnTo>
                  <a:lnTo>
                    <a:pt x="8355993" y="589588"/>
                  </a:lnTo>
                  <a:lnTo>
                    <a:pt x="8395615" y="648543"/>
                  </a:lnTo>
                  <a:lnTo>
                    <a:pt x="8435197" y="710479"/>
                  </a:lnTo>
                  <a:lnTo>
                    <a:pt x="8474807" y="775024"/>
                  </a:lnTo>
                  <a:lnTo>
                    <a:pt x="8514478" y="841722"/>
                  </a:lnTo>
                  <a:lnTo>
                    <a:pt x="8554216" y="910037"/>
                  </a:lnTo>
                  <a:lnTo>
                    <a:pt x="8594005" y="979376"/>
                  </a:lnTo>
                  <a:lnTo>
                    <a:pt x="8633814" y="1049108"/>
                  </a:lnTo>
                  <a:lnTo>
                    <a:pt x="8673610" y="1118585"/>
                  </a:lnTo>
                  <a:lnTo>
                    <a:pt x="8713361" y="1187168"/>
                  </a:lnTo>
                  <a:lnTo>
                    <a:pt x="8753047" y="1254255"/>
                  </a:lnTo>
                  <a:lnTo>
                    <a:pt x="8792668" y="1319297"/>
                  </a:lnTo>
                  <a:lnTo>
                    <a:pt x="8832251" y="1381820"/>
                  </a:lnTo>
                  <a:lnTo>
                    <a:pt x="8871857" y="1441433"/>
                  </a:lnTo>
                  <a:lnTo>
                    <a:pt x="8911588" y="1497841"/>
                  </a:lnTo>
                  <a:lnTo>
                    <a:pt x="8951593" y="1550840"/>
                  </a:lnTo>
                  <a:lnTo>
                    <a:pt x="8992076" y="1600321"/>
                  </a:lnTo>
                  <a:lnTo>
                    <a:pt x="9033304" y="1646258"/>
                  </a:lnTo>
                  <a:lnTo>
                    <a:pt x="9075621" y="1688704"/>
                  </a:lnTo>
                  <a:lnTo>
                    <a:pt x="9084767" y="1697259"/>
                  </a:lnTo>
                  <a:lnTo>
                    <a:pt x="9131655" y="1737737"/>
                  </a:lnTo>
                  <a:lnTo>
                    <a:pt x="9180985" y="1774412"/>
                  </a:lnTo>
                  <a:lnTo>
                    <a:pt x="9233487" y="1807450"/>
                  </a:lnTo>
                  <a:lnTo>
                    <a:pt x="9289962" y="1837148"/>
                  </a:lnTo>
                  <a:lnTo>
                    <a:pt x="9351228" y="1863851"/>
                  </a:lnTo>
                  <a:lnTo>
                    <a:pt x="9418070" y="1887901"/>
                  </a:lnTo>
                  <a:lnTo>
                    <a:pt x="9491166" y="1909610"/>
                  </a:lnTo>
                  <a:lnTo>
                    <a:pt x="9570990" y="1929241"/>
                  </a:lnTo>
                  <a:lnTo>
                    <a:pt x="9657685" y="1946999"/>
                  </a:lnTo>
                  <a:lnTo>
                    <a:pt x="9750899" y="1963028"/>
                  </a:lnTo>
                  <a:lnTo>
                    <a:pt x="9849604" y="1977409"/>
                  </a:lnTo>
                  <a:lnTo>
                    <a:pt x="9951938" y="1990170"/>
                  </a:lnTo>
                  <a:lnTo>
                    <a:pt x="10055118" y="2001295"/>
                  </a:lnTo>
                  <a:lnTo>
                    <a:pt x="10155510" y="2010745"/>
                  </a:lnTo>
                  <a:lnTo>
                    <a:pt x="10248932" y="2018494"/>
                  </a:lnTo>
                  <a:lnTo>
                    <a:pt x="10331187" y="2024553"/>
                  </a:lnTo>
                  <a:lnTo>
                    <a:pt x="10398769" y="2029006"/>
                  </a:lnTo>
                  <a:lnTo>
                    <a:pt x="10449563" y="2032016"/>
                  </a:lnTo>
                  <a:lnTo>
                    <a:pt x="10483337" y="2033824"/>
                  </a:lnTo>
                  <a:lnTo>
                    <a:pt x="10501904" y="2034725"/>
                  </a:lnTo>
                  <a:lnTo>
                    <a:pt x="10508978" y="2035038"/>
                  </a:lnTo>
                  <a:lnTo>
                    <a:pt x="10509911" y="2035076"/>
                  </a:lnTo>
                  <a:lnTo>
                    <a:pt x="11981298" y="2035076"/>
                  </a:lnTo>
                  <a:lnTo>
                    <a:pt x="11981298" y="2026903"/>
                  </a:lnTo>
                  <a:lnTo>
                    <a:pt x="10509911" y="2026903"/>
                  </a:lnTo>
                  <a:lnTo>
                    <a:pt x="10508722" y="2026854"/>
                  </a:lnTo>
                  <a:lnTo>
                    <a:pt x="10500913" y="2026506"/>
                  </a:lnTo>
                  <a:lnTo>
                    <a:pt x="10481255" y="2025545"/>
                  </a:lnTo>
                  <a:lnTo>
                    <a:pt x="10446173" y="2023652"/>
                  </a:lnTo>
                  <a:lnTo>
                    <a:pt x="10394015" y="2020536"/>
                  </a:lnTo>
                  <a:lnTo>
                    <a:pt x="10325172" y="2015961"/>
                  </a:lnTo>
                  <a:lnTo>
                    <a:pt x="10241891" y="2009770"/>
                  </a:lnTo>
                  <a:lnTo>
                    <a:pt x="10147761" y="2001886"/>
                  </a:lnTo>
                  <a:lnTo>
                    <a:pt x="10047000" y="1992302"/>
                  </a:lnTo>
                  <a:lnTo>
                    <a:pt x="9943765" y="1981047"/>
                  </a:lnTo>
                  <a:lnTo>
                    <a:pt x="9841628" y="1968157"/>
                  </a:lnTo>
                  <a:lnTo>
                    <a:pt x="9743301" y="1953647"/>
                  </a:lnTo>
                  <a:lnTo>
                    <a:pt x="9650576" y="1937485"/>
                  </a:lnTo>
                  <a:lnTo>
                    <a:pt x="9564420" y="1919585"/>
                  </a:lnTo>
                  <a:lnTo>
                    <a:pt x="9485139" y="1899798"/>
                  </a:lnTo>
                  <a:lnTo>
                    <a:pt x="9412559" y="1877914"/>
                  </a:lnTo>
                  <a:lnTo>
                    <a:pt x="9346185" y="1853665"/>
                  </a:lnTo>
                  <a:lnTo>
                    <a:pt x="9285328" y="1826738"/>
                  </a:lnTo>
                  <a:lnTo>
                    <a:pt x="9229197" y="1796788"/>
                  </a:lnTo>
                  <a:lnTo>
                    <a:pt x="9176975" y="1763472"/>
                  </a:lnTo>
                  <a:lnTo>
                    <a:pt x="9127863" y="1726499"/>
                  </a:lnTo>
                  <a:lnTo>
                    <a:pt x="9084767" y="1689086"/>
                  </a:lnTo>
                  <a:lnTo>
                    <a:pt x="9042166" y="1647367"/>
                  </a:lnTo>
                  <a:lnTo>
                    <a:pt x="9000739" y="1602176"/>
                  </a:lnTo>
                  <a:lnTo>
                    <a:pt x="8960123" y="1553447"/>
                  </a:lnTo>
                  <a:lnTo>
                    <a:pt x="8920036" y="1501187"/>
                  </a:lnTo>
                  <a:lnTo>
                    <a:pt x="8880261" y="1445488"/>
                  </a:lnTo>
                  <a:lnTo>
                    <a:pt x="8840638" y="1386532"/>
                  </a:lnTo>
                  <a:lnTo>
                    <a:pt x="8801056" y="1324597"/>
                  </a:lnTo>
                  <a:lnTo>
                    <a:pt x="8761447" y="1260051"/>
                  </a:lnTo>
                  <a:lnTo>
                    <a:pt x="8721775" y="1193354"/>
                  </a:lnTo>
                  <a:lnTo>
                    <a:pt x="8682037" y="1125039"/>
                  </a:lnTo>
                  <a:lnTo>
                    <a:pt x="8642249" y="1055699"/>
                  </a:lnTo>
                  <a:lnTo>
                    <a:pt x="8602439" y="985967"/>
                  </a:lnTo>
                  <a:lnTo>
                    <a:pt x="8562643" y="916491"/>
                  </a:lnTo>
                  <a:lnTo>
                    <a:pt x="8522892" y="847907"/>
                  </a:lnTo>
                  <a:lnTo>
                    <a:pt x="8483206" y="780820"/>
                  </a:lnTo>
                  <a:lnTo>
                    <a:pt x="8443585" y="715778"/>
                  </a:lnTo>
                  <a:lnTo>
                    <a:pt x="8404002" y="653256"/>
                  </a:lnTo>
                  <a:lnTo>
                    <a:pt x="8364396" y="593642"/>
                  </a:lnTo>
                  <a:lnTo>
                    <a:pt x="8324665" y="537235"/>
                  </a:lnTo>
                  <a:lnTo>
                    <a:pt x="8284660" y="484235"/>
                  </a:lnTo>
                  <a:lnTo>
                    <a:pt x="8244177" y="434755"/>
                  </a:lnTo>
                  <a:lnTo>
                    <a:pt x="8202949" y="388818"/>
                  </a:lnTo>
                  <a:lnTo>
                    <a:pt x="8160632" y="346372"/>
                  </a:lnTo>
                  <a:lnTo>
                    <a:pt x="8151487" y="337817"/>
                  </a:lnTo>
                  <a:lnTo>
                    <a:pt x="8104598" y="297338"/>
                  </a:lnTo>
                  <a:lnTo>
                    <a:pt x="8055268" y="260664"/>
                  </a:lnTo>
                  <a:lnTo>
                    <a:pt x="8002766" y="227625"/>
                  </a:lnTo>
                  <a:lnTo>
                    <a:pt x="7946291" y="197927"/>
                  </a:lnTo>
                  <a:lnTo>
                    <a:pt x="7885025" y="171225"/>
                  </a:lnTo>
                  <a:lnTo>
                    <a:pt x="7818183" y="147174"/>
                  </a:lnTo>
                  <a:lnTo>
                    <a:pt x="7745087" y="125465"/>
                  </a:lnTo>
                  <a:lnTo>
                    <a:pt x="7665263" y="105834"/>
                  </a:lnTo>
                  <a:lnTo>
                    <a:pt x="7578568" y="88076"/>
                  </a:lnTo>
                  <a:lnTo>
                    <a:pt x="7485355" y="72048"/>
                  </a:lnTo>
                  <a:lnTo>
                    <a:pt x="7386649" y="57666"/>
                  </a:lnTo>
                  <a:lnTo>
                    <a:pt x="7284315" y="44905"/>
                  </a:lnTo>
                  <a:lnTo>
                    <a:pt x="7181135" y="33781"/>
                  </a:lnTo>
                  <a:lnTo>
                    <a:pt x="7080743" y="24330"/>
                  </a:lnTo>
                  <a:lnTo>
                    <a:pt x="6987321" y="16582"/>
                  </a:lnTo>
                  <a:lnTo>
                    <a:pt x="6905066" y="10522"/>
                  </a:lnTo>
                  <a:lnTo>
                    <a:pt x="6837484" y="6070"/>
                  </a:lnTo>
                  <a:lnTo>
                    <a:pt x="6786690" y="3060"/>
                  </a:lnTo>
                  <a:lnTo>
                    <a:pt x="6752916" y="1252"/>
                  </a:lnTo>
                  <a:lnTo>
                    <a:pt x="6734349" y="351"/>
                  </a:lnTo>
                  <a:lnTo>
                    <a:pt x="6727275" y="38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834" y="73"/>
                  </a:lnTo>
                  <a:lnTo>
                    <a:pt x="5246461" y="597"/>
                  </a:lnTo>
                  <a:lnTo>
                    <a:pt x="5227868" y="2046"/>
                  </a:lnTo>
                  <a:lnTo>
                    <a:pt x="5194604" y="4899"/>
                  </a:lnTo>
                  <a:lnTo>
                    <a:pt x="5144979" y="9601"/>
                  </a:lnTo>
                  <a:lnTo>
                    <a:pt x="5079193" y="16516"/>
                  </a:lnTo>
                  <a:lnTo>
                    <a:pt x="4999196" y="25896"/>
                  </a:lnTo>
                  <a:lnTo>
                    <a:pt x="4908242" y="37870"/>
                  </a:lnTo>
                  <a:lnTo>
                    <a:pt x="4810263" y="52463"/>
                  </a:lnTo>
                  <a:lnTo>
                    <a:pt x="4709229" y="69637"/>
                  </a:lnTo>
                  <a:lnTo>
                    <a:pt x="4608634" y="89334"/>
                  </a:lnTo>
                  <a:lnTo>
                    <a:pt x="4511213" y="111523"/>
                  </a:lnTo>
                  <a:lnTo>
                    <a:pt x="4418845" y="136234"/>
                  </a:lnTo>
                  <a:lnTo>
                    <a:pt x="4332620" y="163576"/>
                  </a:lnTo>
                  <a:lnTo>
                    <a:pt x="4252975" y="193746"/>
                  </a:lnTo>
                  <a:lnTo>
                    <a:pt x="4179858" y="227037"/>
                  </a:lnTo>
                  <a:lnTo>
                    <a:pt x="4112880" y="263825"/>
                  </a:lnTo>
                  <a:lnTo>
                    <a:pt x="4051440" y="304564"/>
                  </a:lnTo>
                  <a:lnTo>
                    <a:pt x="3994819" y="349761"/>
                  </a:lnTo>
                  <a:lnTo>
                    <a:pt x="3942248" y="399942"/>
                  </a:lnTo>
                  <a:lnTo>
                    <a:pt x="3892963" y="455588"/>
                  </a:lnTo>
                  <a:lnTo>
                    <a:pt x="3846250" y="517032"/>
                  </a:lnTo>
                  <a:lnTo>
                    <a:pt x="3829811" y="540780"/>
                  </a:lnTo>
                  <a:lnTo>
                    <a:pt x="3794151" y="596160"/>
                  </a:lnTo>
                  <a:lnTo>
                    <a:pt x="3759356" y="655397"/>
                  </a:lnTo>
                  <a:lnTo>
                    <a:pt x="3725201" y="718568"/>
                  </a:lnTo>
                  <a:lnTo>
                    <a:pt x="3691504" y="785697"/>
                  </a:lnTo>
                  <a:lnTo>
                    <a:pt x="3658119" y="856745"/>
                  </a:lnTo>
                  <a:lnTo>
                    <a:pt x="3624928" y="931605"/>
                  </a:lnTo>
                  <a:lnTo>
                    <a:pt x="3591842" y="1010099"/>
                  </a:lnTo>
                  <a:lnTo>
                    <a:pt x="3558794" y="1091976"/>
                  </a:lnTo>
                  <a:lnTo>
                    <a:pt x="3525738" y="1176911"/>
                  </a:lnTo>
                  <a:lnTo>
                    <a:pt x="3492647" y="1264510"/>
                  </a:lnTo>
                  <a:lnTo>
                    <a:pt x="3459510" y="1354313"/>
                  </a:lnTo>
                  <a:lnTo>
                    <a:pt x="3426327" y="1445805"/>
                  </a:lnTo>
                  <a:lnTo>
                    <a:pt x="3393108" y="1538429"/>
                  </a:lnTo>
                  <a:lnTo>
                    <a:pt x="3359872" y="1631595"/>
                  </a:lnTo>
                  <a:lnTo>
                    <a:pt x="3326637" y="1724702"/>
                  </a:lnTo>
                  <a:lnTo>
                    <a:pt x="3293424" y="1817147"/>
                  </a:lnTo>
                  <a:lnTo>
                    <a:pt x="3260250" y="1908347"/>
                  </a:lnTo>
                  <a:lnTo>
                    <a:pt x="3227122" y="1997751"/>
                  </a:lnTo>
                  <a:lnTo>
                    <a:pt x="3194039" y="2084856"/>
                  </a:lnTo>
                  <a:lnTo>
                    <a:pt x="3160987" y="2169213"/>
                  </a:lnTo>
                  <a:lnTo>
                    <a:pt x="3127936" y="2250442"/>
                  </a:lnTo>
                  <a:lnTo>
                    <a:pt x="3094835" y="2328233"/>
                  </a:lnTo>
                  <a:lnTo>
                    <a:pt x="3061614" y="2402347"/>
                  </a:lnTo>
                  <a:lnTo>
                    <a:pt x="3028177" y="2472623"/>
                  </a:lnTo>
                  <a:lnTo>
                    <a:pt x="2994402" y="2538968"/>
                  </a:lnTo>
                  <a:lnTo>
                    <a:pt x="2960136" y="2601354"/>
                  </a:lnTo>
                  <a:lnTo>
                    <a:pt x="2925188" y="2659817"/>
                  </a:lnTo>
                  <a:lnTo>
                    <a:pt x="2896531" y="2703900"/>
                  </a:lnTo>
                  <a:lnTo>
                    <a:pt x="2850591" y="2767476"/>
                  </a:lnTo>
                  <a:lnTo>
                    <a:pt x="2802318" y="2825199"/>
                  </a:lnTo>
                  <a:lnTo>
                    <a:pt x="2751026" y="2877313"/>
                  </a:lnTo>
                  <a:lnTo>
                    <a:pt x="2695965" y="2924259"/>
                  </a:lnTo>
                  <a:lnTo>
                    <a:pt x="2636360" y="2966555"/>
                  </a:lnTo>
                  <a:lnTo>
                    <a:pt x="2571469" y="3004721"/>
                  </a:lnTo>
                  <a:lnTo>
                    <a:pt x="2500638" y="3039232"/>
                  </a:lnTo>
                  <a:lnTo>
                    <a:pt x="2423388" y="3070497"/>
                  </a:lnTo>
                  <a:lnTo>
                    <a:pt x="2339529" y="3098837"/>
                  </a:lnTo>
                  <a:lnTo>
                    <a:pt x="2249302" y="3124485"/>
                  </a:lnTo>
                  <a:lnTo>
                    <a:pt x="2153541" y="3147582"/>
                  </a:lnTo>
                  <a:lnTo>
                    <a:pt x="2053827" y="3168185"/>
                  </a:lnTo>
                  <a:lnTo>
                    <a:pt x="1952584" y="3186280"/>
                  </a:lnTo>
                  <a:lnTo>
                    <a:pt x="1853054" y="3201816"/>
                  </a:lnTo>
                  <a:lnTo>
                    <a:pt x="1759081" y="3214742"/>
                  </a:lnTo>
                  <a:lnTo>
                    <a:pt x="1674682" y="3225054"/>
                  </a:lnTo>
                  <a:lnTo>
                    <a:pt x="1603434" y="3232841"/>
                  </a:lnTo>
                  <a:lnTo>
                    <a:pt x="1547824" y="3238309"/>
                  </a:lnTo>
                  <a:lnTo>
                    <a:pt x="1508719" y="3241785"/>
                  </a:lnTo>
                  <a:lnTo>
                    <a:pt x="1485114" y="3243689"/>
                  </a:lnTo>
                  <a:lnTo>
                    <a:pt x="1474169" y="3244493"/>
                  </a:lnTo>
                  <a:lnTo>
                    <a:pt x="1471387" y="3244680"/>
                  </a:lnTo>
                  <a:lnTo>
                    <a:pt x="0" y="3244680"/>
                  </a:lnTo>
                  <a:close/>
                </a:path>
              </a:pathLst>
            </a:custGeom>
            <a:solidFill>
              <a:srgbClr val="B497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812" name="pl1812"/>
            <p:cNvSpPr/>
            <p:nvPr/>
          </p:nvSpPr>
          <p:spPr>
            <a:xfrm>
              <a:off x="4799595" y="6933116"/>
              <a:ext cx="11981298" cy="3244680"/>
            </a:xfrm>
            <a:custGeom>
              <a:avLst/>
              <a:pathLst>
                <a:path w="11981298" h="3244680">
                  <a:moveTo>
                    <a:pt x="0" y="3244680"/>
                  </a:moveTo>
                  <a:lnTo>
                    <a:pt x="1471387" y="3244680"/>
                  </a:lnTo>
                  <a:lnTo>
                    <a:pt x="1472508" y="3244606"/>
                  </a:lnTo>
                  <a:lnTo>
                    <a:pt x="1479881" y="3244082"/>
                  </a:lnTo>
                  <a:lnTo>
                    <a:pt x="1498474" y="3242633"/>
                  </a:lnTo>
                  <a:lnTo>
                    <a:pt x="1531738" y="3239780"/>
                  </a:lnTo>
                  <a:lnTo>
                    <a:pt x="1581364" y="3235079"/>
                  </a:lnTo>
                  <a:lnTo>
                    <a:pt x="1647149" y="3228164"/>
                  </a:lnTo>
                  <a:lnTo>
                    <a:pt x="1727146" y="3218784"/>
                  </a:lnTo>
                  <a:lnTo>
                    <a:pt x="1818100" y="3206810"/>
                  </a:lnTo>
                  <a:lnTo>
                    <a:pt x="1916079" y="3192216"/>
                  </a:lnTo>
                  <a:lnTo>
                    <a:pt x="2017114" y="3175043"/>
                  </a:lnTo>
                  <a:lnTo>
                    <a:pt x="2117708" y="3155346"/>
                  </a:lnTo>
                  <a:lnTo>
                    <a:pt x="2215129" y="3133156"/>
                  </a:lnTo>
                  <a:lnTo>
                    <a:pt x="2307497" y="3108445"/>
                  </a:lnTo>
                  <a:lnTo>
                    <a:pt x="2393722" y="3081104"/>
                  </a:lnTo>
                  <a:lnTo>
                    <a:pt x="2473367" y="3050933"/>
                  </a:lnTo>
                  <a:lnTo>
                    <a:pt x="2546485" y="3017643"/>
                  </a:lnTo>
                  <a:lnTo>
                    <a:pt x="2613462" y="2980855"/>
                  </a:lnTo>
                  <a:lnTo>
                    <a:pt x="2674902" y="2940116"/>
                  </a:lnTo>
                  <a:lnTo>
                    <a:pt x="2731524" y="2894918"/>
                  </a:lnTo>
                  <a:lnTo>
                    <a:pt x="2784094" y="2844737"/>
                  </a:lnTo>
                  <a:lnTo>
                    <a:pt x="2833379" y="2789091"/>
                  </a:lnTo>
                  <a:lnTo>
                    <a:pt x="2880092" y="2727647"/>
                  </a:lnTo>
                  <a:lnTo>
                    <a:pt x="2896531" y="2703900"/>
                  </a:lnTo>
                  <a:lnTo>
                    <a:pt x="2932191" y="2648519"/>
                  </a:lnTo>
                  <a:lnTo>
                    <a:pt x="2966987" y="2589282"/>
                  </a:lnTo>
                  <a:lnTo>
                    <a:pt x="3001142" y="2526111"/>
                  </a:lnTo>
                  <a:lnTo>
                    <a:pt x="3034838" y="2458982"/>
                  </a:lnTo>
                  <a:lnTo>
                    <a:pt x="3068223" y="2387935"/>
                  </a:lnTo>
                  <a:lnTo>
                    <a:pt x="3101414" y="2313075"/>
                  </a:lnTo>
                  <a:lnTo>
                    <a:pt x="3134500" y="2234580"/>
                  </a:lnTo>
                  <a:lnTo>
                    <a:pt x="3167548" y="2152703"/>
                  </a:lnTo>
                  <a:lnTo>
                    <a:pt x="3200604" y="2067768"/>
                  </a:lnTo>
                  <a:lnTo>
                    <a:pt x="3233695" y="1980169"/>
                  </a:lnTo>
                  <a:lnTo>
                    <a:pt x="3266832" y="1890367"/>
                  </a:lnTo>
                  <a:lnTo>
                    <a:pt x="3300016" y="1798874"/>
                  </a:lnTo>
                  <a:lnTo>
                    <a:pt x="3333234" y="1706251"/>
                  </a:lnTo>
                  <a:lnTo>
                    <a:pt x="3366471" y="1613084"/>
                  </a:lnTo>
                  <a:lnTo>
                    <a:pt x="3399705" y="1519978"/>
                  </a:lnTo>
                  <a:lnTo>
                    <a:pt x="3432918" y="1427533"/>
                  </a:lnTo>
                  <a:lnTo>
                    <a:pt x="3466093" y="1336333"/>
                  </a:lnTo>
                  <a:lnTo>
                    <a:pt x="3499221" y="1246928"/>
                  </a:lnTo>
                  <a:lnTo>
                    <a:pt x="3532303" y="1159824"/>
                  </a:lnTo>
                  <a:lnTo>
                    <a:pt x="3565355" y="1075466"/>
                  </a:lnTo>
                  <a:lnTo>
                    <a:pt x="3598406" y="994237"/>
                  </a:lnTo>
                  <a:lnTo>
                    <a:pt x="3631507" y="916447"/>
                  </a:lnTo>
                  <a:lnTo>
                    <a:pt x="3664728" y="842332"/>
                  </a:lnTo>
                  <a:lnTo>
                    <a:pt x="3698165" y="772056"/>
                  </a:lnTo>
                  <a:lnTo>
                    <a:pt x="3731940" y="705712"/>
                  </a:lnTo>
                  <a:lnTo>
                    <a:pt x="3766206" y="643325"/>
                  </a:lnTo>
                  <a:lnTo>
                    <a:pt x="3801154" y="584862"/>
                  </a:lnTo>
                  <a:lnTo>
                    <a:pt x="3829811" y="540780"/>
                  </a:lnTo>
                  <a:lnTo>
                    <a:pt x="3875751" y="477203"/>
                  </a:lnTo>
                  <a:lnTo>
                    <a:pt x="3924024" y="419480"/>
                  </a:lnTo>
                  <a:lnTo>
                    <a:pt x="3975316" y="367366"/>
                  </a:lnTo>
                  <a:lnTo>
                    <a:pt x="4030378" y="320420"/>
                  </a:lnTo>
                  <a:lnTo>
                    <a:pt x="4089982" y="278124"/>
                  </a:lnTo>
                  <a:lnTo>
                    <a:pt x="4154873" y="239959"/>
                  </a:lnTo>
                  <a:lnTo>
                    <a:pt x="4225704" y="205447"/>
                  </a:lnTo>
                  <a:lnTo>
                    <a:pt x="4302954" y="174183"/>
                  </a:lnTo>
                  <a:lnTo>
                    <a:pt x="4386813" y="145843"/>
                  </a:lnTo>
                  <a:lnTo>
                    <a:pt x="4477040" y="120194"/>
                  </a:lnTo>
                  <a:lnTo>
                    <a:pt x="4572801" y="97097"/>
                  </a:lnTo>
                  <a:lnTo>
                    <a:pt x="4672515" y="76495"/>
                  </a:lnTo>
                  <a:lnTo>
                    <a:pt x="4773758" y="58399"/>
                  </a:lnTo>
                  <a:lnTo>
                    <a:pt x="4873288" y="42863"/>
                  </a:lnTo>
                  <a:lnTo>
                    <a:pt x="4967261" y="29937"/>
                  </a:lnTo>
                  <a:lnTo>
                    <a:pt x="5051660" y="19625"/>
                  </a:lnTo>
                  <a:lnTo>
                    <a:pt x="5122908" y="11838"/>
                  </a:lnTo>
                  <a:lnTo>
                    <a:pt x="5178518" y="6370"/>
                  </a:lnTo>
                  <a:lnTo>
                    <a:pt x="5217623" y="2895"/>
                  </a:lnTo>
                  <a:lnTo>
                    <a:pt x="5241228" y="991"/>
                  </a:lnTo>
                  <a:lnTo>
                    <a:pt x="5252173" y="187"/>
                  </a:lnTo>
                  <a:lnTo>
                    <a:pt x="5254900" y="3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532" y="48"/>
                  </a:lnTo>
                  <a:lnTo>
                    <a:pt x="6735340" y="396"/>
                  </a:lnTo>
                  <a:lnTo>
                    <a:pt x="6754999" y="1358"/>
                  </a:lnTo>
                  <a:lnTo>
                    <a:pt x="6790080" y="3251"/>
                  </a:lnTo>
                  <a:lnTo>
                    <a:pt x="6842239" y="6367"/>
                  </a:lnTo>
                  <a:lnTo>
                    <a:pt x="6911082" y="10942"/>
                  </a:lnTo>
                  <a:lnTo>
                    <a:pt x="6994362" y="17133"/>
                  </a:lnTo>
                  <a:lnTo>
                    <a:pt x="7088492" y="25017"/>
                  </a:lnTo>
                  <a:lnTo>
                    <a:pt x="7189254" y="34601"/>
                  </a:lnTo>
                  <a:lnTo>
                    <a:pt x="7292489" y="45856"/>
                  </a:lnTo>
                  <a:lnTo>
                    <a:pt x="7394625" y="58745"/>
                  </a:lnTo>
                  <a:lnTo>
                    <a:pt x="7492952" y="73256"/>
                  </a:lnTo>
                  <a:lnTo>
                    <a:pt x="7585677" y="89418"/>
                  </a:lnTo>
                  <a:lnTo>
                    <a:pt x="7671833" y="107318"/>
                  </a:lnTo>
                  <a:lnTo>
                    <a:pt x="7751114" y="127105"/>
                  </a:lnTo>
                  <a:lnTo>
                    <a:pt x="7823694" y="148989"/>
                  </a:lnTo>
                  <a:lnTo>
                    <a:pt x="7890068" y="173237"/>
                  </a:lnTo>
                  <a:lnTo>
                    <a:pt x="7950926" y="200164"/>
                  </a:lnTo>
                  <a:lnTo>
                    <a:pt x="8007056" y="230115"/>
                  </a:lnTo>
                  <a:lnTo>
                    <a:pt x="8059279" y="263431"/>
                  </a:lnTo>
                  <a:lnTo>
                    <a:pt x="8108390" y="300403"/>
                  </a:lnTo>
                  <a:lnTo>
                    <a:pt x="8151487" y="337817"/>
                  </a:lnTo>
                  <a:lnTo>
                    <a:pt x="8194087" y="379536"/>
                  </a:lnTo>
                  <a:lnTo>
                    <a:pt x="8235514" y="424726"/>
                  </a:lnTo>
                  <a:lnTo>
                    <a:pt x="8276130" y="473456"/>
                  </a:lnTo>
                  <a:lnTo>
                    <a:pt x="8316217" y="525716"/>
                  </a:lnTo>
                  <a:lnTo>
                    <a:pt x="8355993" y="581415"/>
                  </a:lnTo>
                  <a:lnTo>
                    <a:pt x="8395615" y="640370"/>
                  </a:lnTo>
                  <a:lnTo>
                    <a:pt x="8435197" y="702306"/>
                  </a:lnTo>
                  <a:lnTo>
                    <a:pt x="8474807" y="766851"/>
                  </a:lnTo>
                  <a:lnTo>
                    <a:pt x="8514478" y="833549"/>
                  </a:lnTo>
                  <a:lnTo>
                    <a:pt x="8554216" y="901864"/>
                  </a:lnTo>
                  <a:lnTo>
                    <a:pt x="8594005" y="971203"/>
                  </a:lnTo>
                  <a:lnTo>
                    <a:pt x="8633814" y="1040935"/>
                  </a:lnTo>
                  <a:lnTo>
                    <a:pt x="8673610" y="1110412"/>
                  </a:lnTo>
                  <a:lnTo>
                    <a:pt x="8713361" y="1178995"/>
                  </a:lnTo>
                  <a:lnTo>
                    <a:pt x="8753047" y="1246082"/>
                  </a:lnTo>
                  <a:lnTo>
                    <a:pt x="8792668" y="1311124"/>
                  </a:lnTo>
                  <a:lnTo>
                    <a:pt x="8832251" y="1373647"/>
                  </a:lnTo>
                  <a:lnTo>
                    <a:pt x="8871857" y="1433260"/>
                  </a:lnTo>
                  <a:lnTo>
                    <a:pt x="8911588" y="1489668"/>
                  </a:lnTo>
                  <a:lnTo>
                    <a:pt x="8951593" y="1542667"/>
                  </a:lnTo>
                  <a:lnTo>
                    <a:pt x="8992076" y="1592148"/>
                  </a:lnTo>
                  <a:lnTo>
                    <a:pt x="9033304" y="1638085"/>
                  </a:lnTo>
                  <a:lnTo>
                    <a:pt x="9075621" y="1680531"/>
                  </a:lnTo>
                  <a:lnTo>
                    <a:pt x="9084767" y="1689086"/>
                  </a:lnTo>
                  <a:lnTo>
                    <a:pt x="9131655" y="1729564"/>
                  </a:lnTo>
                  <a:lnTo>
                    <a:pt x="9180985" y="1766239"/>
                  </a:lnTo>
                  <a:lnTo>
                    <a:pt x="9233487" y="1799277"/>
                  </a:lnTo>
                  <a:lnTo>
                    <a:pt x="9289962" y="1828975"/>
                  </a:lnTo>
                  <a:lnTo>
                    <a:pt x="9351228" y="1855678"/>
                  </a:lnTo>
                  <a:lnTo>
                    <a:pt x="9418070" y="1879728"/>
                  </a:lnTo>
                  <a:lnTo>
                    <a:pt x="9491166" y="1901437"/>
                  </a:lnTo>
                  <a:lnTo>
                    <a:pt x="9570990" y="1921068"/>
                  </a:lnTo>
                  <a:lnTo>
                    <a:pt x="9657685" y="1938826"/>
                  </a:lnTo>
                  <a:lnTo>
                    <a:pt x="9750899" y="1954855"/>
                  </a:lnTo>
                  <a:lnTo>
                    <a:pt x="9849604" y="1969236"/>
                  </a:lnTo>
                  <a:lnTo>
                    <a:pt x="9951938" y="1981997"/>
                  </a:lnTo>
                  <a:lnTo>
                    <a:pt x="10055118" y="1993122"/>
                  </a:lnTo>
                  <a:lnTo>
                    <a:pt x="10155510" y="2002572"/>
                  </a:lnTo>
                  <a:lnTo>
                    <a:pt x="10248932" y="2010321"/>
                  </a:lnTo>
                  <a:lnTo>
                    <a:pt x="10331187" y="2016380"/>
                  </a:lnTo>
                  <a:lnTo>
                    <a:pt x="10398769" y="2020833"/>
                  </a:lnTo>
                  <a:lnTo>
                    <a:pt x="10449563" y="2023843"/>
                  </a:lnTo>
                  <a:lnTo>
                    <a:pt x="10483337" y="2025651"/>
                  </a:lnTo>
                  <a:lnTo>
                    <a:pt x="10501904" y="2026552"/>
                  </a:lnTo>
                  <a:lnTo>
                    <a:pt x="10508978" y="2026865"/>
                  </a:lnTo>
                  <a:lnTo>
                    <a:pt x="10509911" y="2026903"/>
                  </a:lnTo>
                  <a:lnTo>
                    <a:pt x="11981298" y="202690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13" name="pl1813"/>
            <p:cNvSpPr/>
            <p:nvPr/>
          </p:nvSpPr>
          <p:spPr>
            <a:xfrm>
              <a:off x="4799595" y="6924943"/>
              <a:ext cx="11981298" cy="3244680"/>
            </a:xfrm>
            <a:custGeom>
              <a:avLst/>
              <a:pathLst>
                <a:path w="11981298" h="3244680">
                  <a:moveTo>
                    <a:pt x="11981298" y="2026903"/>
                  </a:moveTo>
                  <a:lnTo>
                    <a:pt x="10509911" y="2026903"/>
                  </a:lnTo>
                  <a:lnTo>
                    <a:pt x="10508722" y="2026854"/>
                  </a:lnTo>
                  <a:lnTo>
                    <a:pt x="10500913" y="2026506"/>
                  </a:lnTo>
                  <a:lnTo>
                    <a:pt x="10481255" y="2025545"/>
                  </a:lnTo>
                  <a:lnTo>
                    <a:pt x="10446173" y="2023652"/>
                  </a:lnTo>
                  <a:lnTo>
                    <a:pt x="10394015" y="2020536"/>
                  </a:lnTo>
                  <a:lnTo>
                    <a:pt x="10325172" y="2015961"/>
                  </a:lnTo>
                  <a:lnTo>
                    <a:pt x="10241891" y="2009770"/>
                  </a:lnTo>
                  <a:lnTo>
                    <a:pt x="10147761" y="2001886"/>
                  </a:lnTo>
                  <a:lnTo>
                    <a:pt x="10047000" y="1992302"/>
                  </a:lnTo>
                  <a:lnTo>
                    <a:pt x="9943765" y="1981047"/>
                  </a:lnTo>
                  <a:lnTo>
                    <a:pt x="9841628" y="1968157"/>
                  </a:lnTo>
                  <a:lnTo>
                    <a:pt x="9743301" y="1953647"/>
                  </a:lnTo>
                  <a:lnTo>
                    <a:pt x="9650576" y="1937485"/>
                  </a:lnTo>
                  <a:lnTo>
                    <a:pt x="9564420" y="1919585"/>
                  </a:lnTo>
                  <a:lnTo>
                    <a:pt x="9485139" y="1899798"/>
                  </a:lnTo>
                  <a:lnTo>
                    <a:pt x="9412559" y="1877914"/>
                  </a:lnTo>
                  <a:lnTo>
                    <a:pt x="9346185" y="1853665"/>
                  </a:lnTo>
                  <a:lnTo>
                    <a:pt x="9285328" y="1826738"/>
                  </a:lnTo>
                  <a:lnTo>
                    <a:pt x="9229197" y="1796788"/>
                  </a:lnTo>
                  <a:lnTo>
                    <a:pt x="9176975" y="1763472"/>
                  </a:lnTo>
                  <a:lnTo>
                    <a:pt x="9127863" y="1726499"/>
                  </a:lnTo>
                  <a:lnTo>
                    <a:pt x="9084767" y="1689086"/>
                  </a:lnTo>
                  <a:lnTo>
                    <a:pt x="9042166" y="1647367"/>
                  </a:lnTo>
                  <a:lnTo>
                    <a:pt x="9000739" y="1602176"/>
                  </a:lnTo>
                  <a:lnTo>
                    <a:pt x="8960123" y="1553447"/>
                  </a:lnTo>
                  <a:lnTo>
                    <a:pt x="8920036" y="1501187"/>
                  </a:lnTo>
                  <a:lnTo>
                    <a:pt x="8880261" y="1445488"/>
                  </a:lnTo>
                  <a:lnTo>
                    <a:pt x="8840638" y="1386532"/>
                  </a:lnTo>
                  <a:lnTo>
                    <a:pt x="8801056" y="1324597"/>
                  </a:lnTo>
                  <a:lnTo>
                    <a:pt x="8761447" y="1260051"/>
                  </a:lnTo>
                  <a:lnTo>
                    <a:pt x="8721775" y="1193354"/>
                  </a:lnTo>
                  <a:lnTo>
                    <a:pt x="8682037" y="1125039"/>
                  </a:lnTo>
                  <a:lnTo>
                    <a:pt x="8642249" y="1055699"/>
                  </a:lnTo>
                  <a:lnTo>
                    <a:pt x="8602439" y="985967"/>
                  </a:lnTo>
                  <a:lnTo>
                    <a:pt x="8562643" y="916491"/>
                  </a:lnTo>
                  <a:lnTo>
                    <a:pt x="8522892" y="847907"/>
                  </a:lnTo>
                  <a:lnTo>
                    <a:pt x="8483206" y="780820"/>
                  </a:lnTo>
                  <a:lnTo>
                    <a:pt x="8443585" y="715778"/>
                  </a:lnTo>
                  <a:lnTo>
                    <a:pt x="8404002" y="653256"/>
                  </a:lnTo>
                  <a:lnTo>
                    <a:pt x="8364396" y="593642"/>
                  </a:lnTo>
                  <a:lnTo>
                    <a:pt x="8324665" y="537235"/>
                  </a:lnTo>
                  <a:lnTo>
                    <a:pt x="8284660" y="484235"/>
                  </a:lnTo>
                  <a:lnTo>
                    <a:pt x="8244177" y="434755"/>
                  </a:lnTo>
                  <a:lnTo>
                    <a:pt x="8202949" y="388818"/>
                  </a:lnTo>
                  <a:lnTo>
                    <a:pt x="8160632" y="346372"/>
                  </a:lnTo>
                  <a:lnTo>
                    <a:pt x="8151487" y="337817"/>
                  </a:lnTo>
                  <a:lnTo>
                    <a:pt x="8104598" y="297338"/>
                  </a:lnTo>
                  <a:lnTo>
                    <a:pt x="8055268" y="260664"/>
                  </a:lnTo>
                  <a:lnTo>
                    <a:pt x="8002766" y="227625"/>
                  </a:lnTo>
                  <a:lnTo>
                    <a:pt x="7946291" y="197927"/>
                  </a:lnTo>
                  <a:lnTo>
                    <a:pt x="7885025" y="171225"/>
                  </a:lnTo>
                  <a:lnTo>
                    <a:pt x="7818183" y="147174"/>
                  </a:lnTo>
                  <a:lnTo>
                    <a:pt x="7745087" y="125465"/>
                  </a:lnTo>
                  <a:lnTo>
                    <a:pt x="7665263" y="105834"/>
                  </a:lnTo>
                  <a:lnTo>
                    <a:pt x="7578568" y="88076"/>
                  </a:lnTo>
                  <a:lnTo>
                    <a:pt x="7485355" y="72048"/>
                  </a:lnTo>
                  <a:lnTo>
                    <a:pt x="7386649" y="57666"/>
                  </a:lnTo>
                  <a:lnTo>
                    <a:pt x="7284315" y="44905"/>
                  </a:lnTo>
                  <a:lnTo>
                    <a:pt x="7181135" y="33781"/>
                  </a:lnTo>
                  <a:lnTo>
                    <a:pt x="7080743" y="24330"/>
                  </a:lnTo>
                  <a:lnTo>
                    <a:pt x="6987321" y="16582"/>
                  </a:lnTo>
                  <a:lnTo>
                    <a:pt x="6905066" y="10522"/>
                  </a:lnTo>
                  <a:lnTo>
                    <a:pt x="6837484" y="6070"/>
                  </a:lnTo>
                  <a:lnTo>
                    <a:pt x="6786690" y="3060"/>
                  </a:lnTo>
                  <a:lnTo>
                    <a:pt x="6752916" y="1252"/>
                  </a:lnTo>
                  <a:lnTo>
                    <a:pt x="6734349" y="351"/>
                  </a:lnTo>
                  <a:lnTo>
                    <a:pt x="6727275" y="38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834" y="73"/>
                  </a:lnTo>
                  <a:lnTo>
                    <a:pt x="5246461" y="597"/>
                  </a:lnTo>
                  <a:lnTo>
                    <a:pt x="5227868" y="2046"/>
                  </a:lnTo>
                  <a:lnTo>
                    <a:pt x="5194604" y="4899"/>
                  </a:lnTo>
                  <a:lnTo>
                    <a:pt x="5144979" y="9601"/>
                  </a:lnTo>
                  <a:lnTo>
                    <a:pt x="5079193" y="16516"/>
                  </a:lnTo>
                  <a:lnTo>
                    <a:pt x="4999196" y="25896"/>
                  </a:lnTo>
                  <a:lnTo>
                    <a:pt x="4908242" y="37870"/>
                  </a:lnTo>
                  <a:lnTo>
                    <a:pt x="4810263" y="52463"/>
                  </a:lnTo>
                  <a:lnTo>
                    <a:pt x="4709229" y="69637"/>
                  </a:lnTo>
                  <a:lnTo>
                    <a:pt x="4608634" y="89334"/>
                  </a:lnTo>
                  <a:lnTo>
                    <a:pt x="4511213" y="111523"/>
                  </a:lnTo>
                  <a:lnTo>
                    <a:pt x="4418845" y="136234"/>
                  </a:lnTo>
                  <a:lnTo>
                    <a:pt x="4332620" y="163576"/>
                  </a:lnTo>
                  <a:lnTo>
                    <a:pt x="4252975" y="193746"/>
                  </a:lnTo>
                  <a:lnTo>
                    <a:pt x="4179858" y="227037"/>
                  </a:lnTo>
                  <a:lnTo>
                    <a:pt x="4112880" y="263825"/>
                  </a:lnTo>
                  <a:lnTo>
                    <a:pt x="4051440" y="304564"/>
                  </a:lnTo>
                  <a:lnTo>
                    <a:pt x="3994819" y="349761"/>
                  </a:lnTo>
                  <a:lnTo>
                    <a:pt x="3942248" y="399942"/>
                  </a:lnTo>
                  <a:lnTo>
                    <a:pt x="3892963" y="455588"/>
                  </a:lnTo>
                  <a:lnTo>
                    <a:pt x="3846250" y="517032"/>
                  </a:lnTo>
                  <a:lnTo>
                    <a:pt x="3829811" y="540780"/>
                  </a:lnTo>
                  <a:lnTo>
                    <a:pt x="3794151" y="596160"/>
                  </a:lnTo>
                  <a:lnTo>
                    <a:pt x="3759356" y="655397"/>
                  </a:lnTo>
                  <a:lnTo>
                    <a:pt x="3725201" y="718568"/>
                  </a:lnTo>
                  <a:lnTo>
                    <a:pt x="3691504" y="785697"/>
                  </a:lnTo>
                  <a:lnTo>
                    <a:pt x="3658119" y="856745"/>
                  </a:lnTo>
                  <a:lnTo>
                    <a:pt x="3624928" y="931605"/>
                  </a:lnTo>
                  <a:lnTo>
                    <a:pt x="3591842" y="1010099"/>
                  </a:lnTo>
                  <a:lnTo>
                    <a:pt x="3558794" y="1091976"/>
                  </a:lnTo>
                  <a:lnTo>
                    <a:pt x="3525738" y="1176911"/>
                  </a:lnTo>
                  <a:lnTo>
                    <a:pt x="3492647" y="1264510"/>
                  </a:lnTo>
                  <a:lnTo>
                    <a:pt x="3459510" y="1354313"/>
                  </a:lnTo>
                  <a:lnTo>
                    <a:pt x="3426327" y="1445805"/>
                  </a:lnTo>
                  <a:lnTo>
                    <a:pt x="3393108" y="1538429"/>
                  </a:lnTo>
                  <a:lnTo>
                    <a:pt x="3359872" y="1631595"/>
                  </a:lnTo>
                  <a:lnTo>
                    <a:pt x="3326637" y="1724702"/>
                  </a:lnTo>
                  <a:lnTo>
                    <a:pt x="3293424" y="1817147"/>
                  </a:lnTo>
                  <a:lnTo>
                    <a:pt x="3260250" y="1908347"/>
                  </a:lnTo>
                  <a:lnTo>
                    <a:pt x="3227122" y="1997751"/>
                  </a:lnTo>
                  <a:lnTo>
                    <a:pt x="3194039" y="2084856"/>
                  </a:lnTo>
                  <a:lnTo>
                    <a:pt x="3160987" y="2169213"/>
                  </a:lnTo>
                  <a:lnTo>
                    <a:pt x="3127936" y="2250442"/>
                  </a:lnTo>
                  <a:lnTo>
                    <a:pt x="3094835" y="2328233"/>
                  </a:lnTo>
                  <a:lnTo>
                    <a:pt x="3061614" y="2402347"/>
                  </a:lnTo>
                  <a:lnTo>
                    <a:pt x="3028177" y="2472623"/>
                  </a:lnTo>
                  <a:lnTo>
                    <a:pt x="2994402" y="2538968"/>
                  </a:lnTo>
                  <a:lnTo>
                    <a:pt x="2960136" y="2601354"/>
                  </a:lnTo>
                  <a:lnTo>
                    <a:pt x="2925188" y="2659817"/>
                  </a:lnTo>
                  <a:lnTo>
                    <a:pt x="2896531" y="2703900"/>
                  </a:lnTo>
                  <a:lnTo>
                    <a:pt x="2850591" y="2767476"/>
                  </a:lnTo>
                  <a:lnTo>
                    <a:pt x="2802318" y="2825199"/>
                  </a:lnTo>
                  <a:lnTo>
                    <a:pt x="2751026" y="2877313"/>
                  </a:lnTo>
                  <a:lnTo>
                    <a:pt x="2695965" y="2924259"/>
                  </a:lnTo>
                  <a:lnTo>
                    <a:pt x="2636360" y="2966555"/>
                  </a:lnTo>
                  <a:lnTo>
                    <a:pt x="2571469" y="3004721"/>
                  </a:lnTo>
                  <a:lnTo>
                    <a:pt x="2500638" y="3039232"/>
                  </a:lnTo>
                  <a:lnTo>
                    <a:pt x="2423388" y="3070497"/>
                  </a:lnTo>
                  <a:lnTo>
                    <a:pt x="2339529" y="3098837"/>
                  </a:lnTo>
                  <a:lnTo>
                    <a:pt x="2249302" y="3124485"/>
                  </a:lnTo>
                  <a:lnTo>
                    <a:pt x="2153541" y="3147582"/>
                  </a:lnTo>
                  <a:lnTo>
                    <a:pt x="2053827" y="3168185"/>
                  </a:lnTo>
                  <a:lnTo>
                    <a:pt x="1952584" y="3186280"/>
                  </a:lnTo>
                  <a:lnTo>
                    <a:pt x="1853054" y="3201816"/>
                  </a:lnTo>
                  <a:lnTo>
                    <a:pt x="1759081" y="3214742"/>
                  </a:lnTo>
                  <a:lnTo>
                    <a:pt x="1674682" y="3225054"/>
                  </a:lnTo>
                  <a:lnTo>
                    <a:pt x="1603434" y="3232841"/>
                  </a:lnTo>
                  <a:lnTo>
                    <a:pt x="1547824" y="3238309"/>
                  </a:lnTo>
                  <a:lnTo>
                    <a:pt x="1508719" y="3241785"/>
                  </a:lnTo>
                  <a:lnTo>
                    <a:pt x="1485114" y="3243689"/>
                  </a:lnTo>
                  <a:lnTo>
                    <a:pt x="1474169" y="3244493"/>
                  </a:lnTo>
                  <a:lnTo>
                    <a:pt x="1471443" y="3244676"/>
                  </a:lnTo>
                  <a:lnTo>
                    <a:pt x="1471387" y="3244680"/>
                  </a:lnTo>
                  <a:lnTo>
                    <a:pt x="0" y="324468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14" name="pg1814"/>
            <p:cNvSpPr/>
            <p:nvPr/>
          </p:nvSpPr>
          <p:spPr>
            <a:xfrm>
              <a:off x="4799595" y="4579293"/>
              <a:ext cx="11981298" cy="5614849"/>
            </a:xfrm>
            <a:custGeom>
              <a:avLst/>
              <a:pathLst>
                <a:path w="11981298" h="5614849">
                  <a:moveTo>
                    <a:pt x="0" y="5614849"/>
                  </a:moveTo>
                  <a:lnTo>
                    <a:pt x="1471387" y="5614849"/>
                  </a:lnTo>
                  <a:lnTo>
                    <a:pt x="1472603" y="5614817"/>
                  </a:lnTo>
                  <a:lnTo>
                    <a:pt x="1480588" y="5614584"/>
                  </a:lnTo>
                  <a:lnTo>
                    <a:pt x="1500675" y="5613941"/>
                  </a:lnTo>
                  <a:lnTo>
                    <a:pt x="1536486" y="5612675"/>
                  </a:lnTo>
                  <a:lnTo>
                    <a:pt x="1589656" y="5610593"/>
                  </a:lnTo>
                  <a:lnTo>
                    <a:pt x="1659713" y="5607537"/>
                  </a:lnTo>
                  <a:lnTo>
                    <a:pt x="1744286" y="5603406"/>
                  </a:lnTo>
                  <a:lnTo>
                    <a:pt x="1839654" y="5598150"/>
                  </a:lnTo>
                  <a:lnTo>
                    <a:pt x="1941486" y="5591768"/>
                  </a:lnTo>
                  <a:lnTo>
                    <a:pt x="2045553" y="5584278"/>
                  </a:lnTo>
                  <a:lnTo>
                    <a:pt x="2148258" y="5575706"/>
                  </a:lnTo>
                  <a:lnTo>
                    <a:pt x="2246903" y="5566058"/>
                  </a:lnTo>
                  <a:lnTo>
                    <a:pt x="2339736" y="5555310"/>
                  </a:lnTo>
                  <a:lnTo>
                    <a:pt x="2425839" y="5543402"/>
                  </a:lnTo>
                  <a:lnTo>
                    <a:pt x="2504959" y="5530228"/>
                  </a:lnTo>
                  <a:lnTo>
                    <a:pt x="2577319" y="5515644"/>
                  </a:lnTo>
                  <a:lnTo>
                    <a:pt x="2643455" y="5499467"/>
                  </a:lnTo>
                  <a:lnTo>
                    <a:pt x="2704090" y="5481483"/>
                  </a:lnTo>
                  <a:lnTo>
                    <a:pt x="2760040" y="5461461"/>
                  </a:lnTo>
                  <a:lnTo>
                    <a:pt x="2812143" y="5439175"/>
                  </a:lnTo>
                  <a:lnTo>
                    <a:pt x="2861207" y="5414440"/>
                  </a:lnTo>
                  <a:lnTo>
                    <a:pt x="2896531" y="5394178"/>
                  </a:lnTo>
                  <a:lnTo>
                    <a:pt x="2944603" y="5363199"/>
                  </a:lnTo>
                  <a:lnTo>
                    <a:pt x="2991239" y="5329312"/>
                  </a:lnTo>
                  <a:lnTo>
                    <a:pt x="3036939" y="5292466"/>
                  </a:lnTo>
                  <a:lnTo>
                    <a:pt x="3082080" y="5252694"/>
                  </a:lnTo>
                  <a:lnTo>
                    <a:pt x="3126935" y="5210123"/>
                  </a:lnTo>
                  <a:lnTo>
                    <a:pt x="3171693" y="5164975"/>
                  </a:lnTo>
                  <a:lnTo>
                    <a:pt x="3216471" y="5117577"/>
                  </a:lnTo>
                  <a:lnTo>
                    <a:pt x="3261325" y="5068348"/>
                  </a:lnTo>
                  <a:lnTo>
                    <a:pt x="3306263" y="5017791"/>
                  </a:lnTo>
                  <a:lnTo>
                    <a:pt x="3351260" y="4966469"/>
                  </a:lnTo>
                  <a:lnTo>
                    <a:pt x="3396270" y="4914986"/>
                  </a:lnTo>
                  <a:lnTo>
                    <a:pt x="3441244" y="4863951"/>
                  </a:lnTo>
                  <a:lnTo>
                    <a:pt x="3486144" y="4813952"/>
                  </a:lnTo>
                  <a:lnTo>
                    <a:pt x="3530958" y="4765527"/>
                  </a:lnTo>
                  <a:lnTo>
                    <a:pt x="3575716" y="4719142"/>
                  </a:lnTo>
                  <a:lnTo>
                    <a:pt x="3620502" y="4675172"/>
                  </a:lnTo>
                  <a:lnTo>
                    <a:pt x="3665462" y="4633897"/>
                  </a:lnTo>
                  <a:lnTo>
                    <a:pt x="3710826" y="4595493"/>
                  </a:lnTo>
                  <a:lnTo>
                    <a:pt x="3756913" y="4560041"/>
                  </a:lnTo>
                  <a:lnTo>
                    <a:pt x="3804155" y="4527534"/>
                  </a:lnTo>
                  <a:lnTo>
                    <a:pt x="3829811" y="4511495"/>
                  </a:lnTo>
                  <a:lnTo>
                    <a:pt x="3877073" y="4484857"/>
                  </a:lnTo>
                  <a:lnTo>
                    <a:pt x="3926819" y="4460743"/>
                  </a:lnTo>
                  <a:lnTo>
                    <a:pt x="3979800" y="4439038"/>
                  </a:lnTo>
                  <a:lnTo>
                    <a:pt x="4036835" y="4419545"/>
                  </a:lnTo>
                  <a:lnTo>
                    <a:pt x="4098762" y="4402031"/>
                  </a:lnTo>
                  <a:lnTo>
                    <a:pt x="4166380" y="4386268"/>
                  </a:lnTo>
                  <a:lnTo>
                    <a:pt x="4240378" y="4372050"/>
                  </a:lnTo>
                  <a:lnTo>
                    <a:pt x="4321226" y="4359202"/>
                  </a:lnTo>
                  <a:lnTo>
                    <a:pt x="4409046" y="4347589"/>
                  </a:lnTo>
                  <a:lnTo>
                    <a:pt x="4503437" y="4337119"/>
                  </a:lnTo>
                  <a:lnTo>
                    <a:pt x="4603290" y="4327739"/>
                  </a:lnTo>
                  <a:lnTo>
                    <a:pt x="4706622" y="4319434"/>
                  </a:lnTo>
                  <a:lnTo>
                    <a:pt x="4810501" y="4312217"/>
                  </a:lnTo>
                  <a:lnTo>
                    <a:pt x="4911137" y="4306112"/>
                  </a:lnTo>
                  <a:lnTo>
                    <a:pt x="5004219" y="4301138"/>
                  </a:lnTo>
                  <a:lnTo>
                    <a:pt x="5085495" y="4297280"/>
                  </a:lnTo>
                  <a:lnTo>
                    <a:pt x="5151514" y="4294478"/>
                  </a:lnTo>
                  <a:lnTo>
                    <a:pt x="5200338" y="4292614"/>
                  </a:lnTo>
                  <a:lnTo>
                    <a:pt x="5232012" y="4291522"/>
                  </a:lnTo>
                  <a:lnTo>
                    <a:pt x="5248685" y="4291001"/>
                  </a:lnTo>
                  <a:lnTo>
                    <a:pt x="5254431" y="4290837"/>
                  </a:lnTo>
                  <a:lnTo>
                    <a:pt x="5254955" y="4290824"/>
                  </a:lnTo>
                  <a:lnTo>
                    <a:pt x="6726343" y="4290824"/>
                  </a:lnTo>
                  <a:lnTo>
                    <a:pt x="6727268" y="4290744"/>
                  </a:lnTo>
                  <a:lnTo>
                    <a:pt x="6733377" y="4290176"/>
                  </a:lnTo>
                  <a:lnTo>
                    <a:pt x="6748869" y="4288607"/>
                  </a:lnTo>
                  <a:lnTo>
                    <a:pt x="6776796" y="4285515"/>
                  </a:lnTo>
                  <a:lnTo>
                    <a:pt x="6818884" y="4280402"/>
                  </a:lnTo>
                  <a:lnTo>
                    <a:pt x="6875407" y="4272845"/>
                  </a:lnTo>
                  <a:lnTo>
                    <a:pt x="6945228" y="4262523"/>
                  </a:lnTo>
                  <a:lnTo>
                    <a:pt x="7026046" y="4249244"/>
                  </a:lnTo>
                  <a:lnTo>
                    <a:pt x="7114813" y="4232930"/>
                  </a:lnTo>
                  <a:lnTo>
                    <a:pt x="7208211" y="4213594"/>
                  </a:lnTo>
                  <a:lnTo>
                    <a:pt x="7303086" y="4191293"/>
                  </a:lnTo>
                  <a:lnTo>
                    <a:pt x="7396754" y="4166086"/>
                  </a:lnTo>
                  <a:lnTo>
                    <a:pt x="7487158" y="4137990"/>
                  </a:lnTo>
                  <a:lnTo>
                    <a:pt x="7572898" y="4106958"/>
                  </a:lnTo>
                  <a:lnTo>
                    <a:pt x="7653168" y="4072858"/>
                  </a:lnTo>
                  <a:lnTo>
                    <a:pt x="7727651" y="4035465"/>
                  </a:lnTo>
                  <a:lnTo>
                    <a:pt x="7796397" y="3994462"/>
                  </a:lnTo>
                  <a:lnTo>
                    <a:pt x="7859721" y="3949442"/>
                  </a:lnTo>
                  <a:lnTo>
                    <a:pt x="7918102" y="3899919"/>
                  </a:lnTo>
                  <a:lnTo>
                    <a:pt x="7972123" y="3845351"/>
                  </a:lnTo>
                  <a:lnTo>
                    <a:pt x="8022410" y="3785164"/>
                  </a:lnTo>
                  <a:lnTo>
                    <a:pt x="8069599" y="3718814"/>
                  </a:lnTo>
                  <a:lnTo>
                    <a:pt x="8114295" y="3645862"/>
                  </a:lnTo>
                  <a:lnTo>
                    <a:pt x="8151487" y="3577048"/>
                  </a:lnTo>
                  <a:lnTo>
                    <a:pt x="8183116" y="3512568"/>
                  </a:lnTo>
                  <a:lnTo>
                    <a:pt x="8214045" y="3444108"/>
                  </a:lnTo>
                  <a:lnTo>
                    <a:pt x="8244436" y="3371588"/>
                  </a:lnTo>
                  <a:lnTo>
                    <a:pt x="8274422" y="3294971"/>
                  </a:lnTo>
                  <a:lnTo>
                    <a:pt x="8304115" y="3214269"/>
                  </a:lnTo>
                  <a:lnTo>
                    <a:pt x="8333605" y="3129547"/>
                  </a:lnTo>
                  <a:lnTo>
                    <a:pt x="8362968" y="3040927"/>
                  </a:lnTo>
                  <a:lnTo>
                    <a:pt x="8392261" y="2948590"/>
                  </a:lnTo>
                  <a:lnTo>
                    <a:pt x="8421528" y="2852775"/>
                  </a:lnTo>
                  <a:lnTo>
                    <a:pt x="8450801" y="2753781"/>
                  </a:lnTo>
                  <a:lnTo>
                    <a:pt x="8480099" y="2651966"/>
                  </a:lnTo>
                  <a:lnTo>
                    <a:pt x="8509432" y="2547740"/>
                  </a:lnTo>
                  <a:lnTo>
                    <a:pt x="8538803" y="2441559"/>
                  </a:lnTo>
                  <a:lnTo>
                    <a:pt x="8568206" y="2333920"/>
                  </a:lnTo>
                  <a:lnTo>
                    <a:pt x="8597632" y="2225350"/>
                  </a:lnTo>
                  <a:lnTo>
                    <a:pt x="8627068" y="2116394"/>
                  </a:lnTo>
                  <a:lnTo>
                    <a:pt x="8656500" y="2007606"/>
                  </a:lnTo>
                  <a:lnTo>
                    <a:pt x="8685914" y="1899537"/>
                  </a:lnTo>
                  <a:lnTo>
                    <a:pt x="8715298" y="1792723"/>
                  </a:lnTo>
                  <a:lnTo>
                    <a:pt x="8744646" y="1687673"/>
                  </a:lnTo>
                  <a:lnTo>
                    <a:pt x="8773957" y="1584860"/>
                  </a:lnTo>
                  <a:lnTo>
                    <a:pt x="8803238" y="1484714"/>
                  </a:lnTo>
                  <a:lnTo>
                    <a:pt x="8832504" y="1387612"/>
                  </a:lnTo>
                  <a:lnTo>
                    <a:pt x="8861783" y="1293878"/>
                  </a:lnTo>
                  <a:lnTo>
                    <a:pt x="8891112" y="1203774"/>
                  </a:lnTo>
                  <a:lnTo>
                    <a:pt x="8920545" y="1117505"/>
                  </a:lnTo>
                  <a:lnTo>
                    <a:pt x="8950148" y="1035215"/>
                  </a:lnTo>
                  <a:lnTo>
                    <a:pt x="8980007" y="956990"/>
                  </a:lnTo>
                  <a:lnTo>
                    <a:pt x="9010224" y="882863"/>
                  </a:lnTo>
                  <a:lnTo>
                    <a:pt x="9040925" y="812817"/>
                  </a:lnTo>
                  <a:lnTo>
                    <a:pt x="9072258" y="746787"/>
                  </a:lnTo>
                  <a:lnTo>
                    <a:pt x="9084767" y="721948"/>
                  </a:lnTo>
                  <a:lnTo>
                    <a:pt x="9127748" y="643094"/>
                  </a:lnTo>
                  <a:lnTo>
                    <a:pt x="9172741" y="571034"/>
                  </a:lnTo>
                  <a:lnTo>
                    <a:pt x="9220304" y="505527"/>
                  </a:lnTo>
                  <a:lnTo>
                    <a:pt x="9271048" y="446117"/>
                  </a:lnTo>
                  <a:lnTo>
                    <a:pt x="9325611" y="392249"/>
                  </a:lnTo>
                  <a:lnTo>
                    <a:pt x="9384614" y="343352"/>
                  </a:lnTo>
                  <a:lnTo>
                    <a:pt x="9448630" y="298889"/>
                  </a:lnTo>
                  <a:lnTo>
                    <a:pt x="9518122" y="258385"/>
                  </a:lnTo>
                  <a:lnTo>
                    <a:pt x="9593374" y="221444"/>
                  </a:lnTo>
                  <a:lnTo>
                    <a:pt x="9674395" y="187761"/>
                  </a:lnTo>
                  <a:lnTo>
                    <a:pt x="9760811" y="157123"/>
                  </a:lnTo>
                  <a:lnTo>
                    <a:pt x="9851741" y="129410"/>
                  </a:lnTo>
                  <a:lnTo>
                    <a:pt x="9945701" y="104585"/>
                  </a:lnTo>
                  <a:lnTo>
                    <a:pt x="10040547" y="82673"/>
                  </a:lnTo>
                  <a:lnTo>
                    <a:pt x="10133521" y="63734"/>
                  </a:lnTo>
                  <a:lnTo>
                    <a:pt x="10221425" y="47822"/>
                  </a:lnTo>
                  <a:lnTo>
                    <a:pt x="10300952" y="34941"/>
                  </a:lnTo>
                  <a:lnTo>
                    <a:pt x="10369125" y="24998"/>
                  </a:lnTo>
                  <a:lnTo>
                    <a:pt x="10423775" y="17785"/>
                  </a:lnTo>
                  <a:lnTo>
                    <a:pt x="10463941" y="12967"/>
                  </a:lnTo>
                  <a:lnTo>
                    <a:pt x="10490093" y="10105"/>
                  </a:lnTo>
                  <a:lnTo>
                    <a:pt x="10504143" y="8699"/>
                  </a:lnTo>
                  <a:lnTo>
                    <a:pt x="10509302" y="8225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8985" y="79"/>
                  </a:lnTo>
                  <a:lnTo>
                    <a:pt x="10502876" y="647"/>
                  </a:lnTo>
                  <a:lnTo>
                    <a:pt x="10487384" y="2216"/>
                  </a:lnTo>
                  <a:lnTo>
                    <a:pt x="10459457" y="5309"/>
                  </a:lnTo>
                  <a:lnTo>
                    <a:pt x="10417370" y="10421"/>
                  </a:lnTo>
                  <a:lnTo>
                    <a:pt x="10360847" y="17978"/>
                  </a:lnTo>
                  <a:lnTo>
                    <a:pt x="10291025" y="28300"/>
                  </a:lnTo>
                  <a:lnTo>
                    <a:pt x="10210207" y="41580"/>
                  </a:lnTo>
                  <a:lnTo>
                    <a:pt x="10121441" y="57893"/>
                  </a:lnTo>
                  <a:lnTo>
                    <a:pt x="10028043" y="77229"/>
                  </a:lnTo>
                  <a:lnTo>
                    <a:pt x="9933167" y="99530"/>
                  </a:lnTo>
                  <a:lnTo>
                    <a:pt x="9839500" y="124737"/>
                  </a:lnTo>
                  <a:lnTo>
                    <a:pt x="9749095" y="152833"/>
                  </a:lnTo>
                  <a:lnTo>
                    <a:pt x="9663355" y="183865"/>
                  </a:lnTo>
                  <a:lnTo>
                    <a:pt x="9583085" y="217965"/>
                  </a:lnTo>
                  <a:lnTo>
                    <a:pt x="9508603" y="255358"/>
                  </a:lnTo>
                  <a:lnTo>
                    <a:pt x="9439856" y="296361"/>
                  </a:lnTo>
                  <a:lnTo>
                    <a:pt x="9376533" y="341382"/>
                  </a:lnTo>
                  <a:lnTo>
                    <a:pt x="9318151" y="390904"/>
                  </a:lnTo>
                  <a:lnTo>
                    <a:pt x="9264130" y="445473"/>
                  </a:lnTo>
                  <a:lnTo>
                    <a:pt x="9213843" y="505659"/>
                  </a:lnTo>
                  <a:lnTo>
                    <a:pt x="9166655" y="572009"/>
                  </a:lnTo>
                  <a:lnTo>
                    <a:pt x="9121958" y="644961"/>
                  </a:lnTo>
                  <a:lnTo>
                    <a:pt x="9084767" y="713775"/>
                  </a:lnTo>
                  <a:lnTo>
                    <a:pt x="9053138" y="778255"/>
                  </a:lnTo>
                  <a:lnTo>
                    <a:pt x="9022208" y="846715"/>
                  </a:lnTo>
                  <a:lnTo>
                    <a:pt x="8991817" y="919235"/>
                  </a:lnTo>
                  <a:lnTo>
                    <a:pt x="8961831" y="995853"/>
                  </a:lnTo>
                  <a:lnTo>
                    <a:pt x="8932139" y="1076555"/>
                  </a:lnTo>
                  <a:lnTo>
                    <a:pt x="8902648" y="1161276"/>
                  </a:lnTo>
                  <a:lnTo>
                    <a:pt x="8873285" y="1249896"/>
                  </a:lnTo>
                  <a:lnTo>
                    <a:pt x="8843992" y="1342233"/>
                  </a:lnTo>
                  <a:lnTo>
                    <a:pt x="8814725" y="1438048"/>
                  </a:lnTo>
                  <a:lnTo>
                    <a:pt x="8785452" y="1537042"/>
                  </a:lnTo>
                  <a:lnTo>
                    <a:pt x="8756155" y="1638857"/>
                  </a:lnTo>
                  <a:lnTo>
                    <a:pt x="8726821" y="1743083"/>
                  </a:lnTo>
                  <a:lnTo>
                    <a:pt x="8697450" y="1849264"/>
                  </a:lnTo>
                  <a:lnTo>
                    <a:pt x="8668047" y="1956903"/>
                  </a:lnTo>
                  <a:lnTo>
                    <a:pt x="8638621" y="2065473"/>
                  </a:lnTo>
                  <a:lnTo>
                    <a:pt x="8609185" y="2174429"/>
                  </a:lnTo>
                  <a:lnTo>
                    <a:pt x="8579753" y="2283217"/>
                  </a:lnTo>
                  <a:lnTo>
                    <a:pt x="8550340" y="2391286"/>
                  </a:lnTo>
                  <a:lnTo>
                    <a:pt x="8520955" y="2498100"/>
                  </a:lnTo>
                  <a:lnTo>
                    <a:pt x="8491607" y="2603150"/>
                  </a:lnTo>
                  <a:lnTo>
                    <a:pt x="8462296" y="2705963"/>
                  </a:lnTo>
                  <a:lnTo>
                    <a:pt x="8433015" y="2806109"/>
                  </a:lnTo>
                  <a:lnTo>
                    <a:pt x="8403749" y="2903211"/>
                  </a:lnTo>
                  <a:lnTo>
                    <a:pt x="8374470" y="2996945"/>
                  </a:lnTo>
                  <a:lnTo>
                    <a:pt x="8345141" y="3087049"/>
                  </a:lnTo>
                  <a:lnTo>
                    <a:pt x="8315709" y="3173318"/>
                  </a:lnTo>
                  <a:lnTo>
                    <a:pt x="8286105" y="3255608"/>
                  </a:lnTo>
                  <a:lnTo>
                    <a:pt x="8256247" y="3333833"/>
                  </a:lnTo>
                  <a:lnTo>
                    <a:pt x="8226029" y="3407960"/>
                  </a:lnTo>
                  <a:lnTo>
                    <a:pt x="8195329" y="3478006"/>
                  </a:lnTo>
                  <a:lnTo>
                    <a:pt x="8163995" y="3544036"/>
                  </a:lnTo>
                  <a:lnTo>
                    <a:pt x="8151487" y="3568875"/>
                  </a:lnTo>
                  <a:lnTo>
                    <a:pt x="8108505" y="3647729"/>
                  </a:lnTo>
                  <a:lnTo>
                    <a:pt x="8063512" y="3719789"/>
                  </a:lnTo>
                  <a:lnTo>
                    <a:pt x="8015950" y="3785296"/>
                  </a:lnTo>
                  <a:lnTo>
                    <a:pt x="7965205" y="3844706"/>
                  </a:lnTo>
                  <a:lnTo>
                    <a:pt x="7910643" y="3898575"/>
                  </a:lnTo>
                  <a:lnTo>
                    <a:pt x="7851639" y="3947471"/>
                  </a:lnTo>
                  <a:lnTo>
                    <a:pt x="7787623" y="3991934"/>
                  </a:lnTo>
                  <a:lnTo>
                    <a:pt x="7718131" y="4032438"/>
                  </a:lnTo>
                  <a:lnTo>
                    <a:pt x="7642879" y="4069379"/>
                  </a:lnTo>
                  <a:lnTo>
                    <a:pt x="7561858" y="4103062"/>
                  </a:lnTo>
                  <a:lnTo>
                    <a:pt x="7475443" y="4133700"/>
                  </a:lnTo>
                  <a:lnTo>
                    <a:pt x="7384512" y="4161413"/>
                  </a:lnTo>
                  <a:lnTo>
                    <a:pt x="7290552" y="4186238"/>
                  </a:lnTo>
                  <a:lnTo>
                    <a:pt x="7195706" y="4208150"/>
                  </a:lnTo>
                  <a:lnTo>
                    <a:pt x="7102732" y="4227089"/>
                  </a:lnTo>
                  <a:lnTo>
                    <a:pt x="7014828" y="4243001"/>
                  </a:lnTo>
                  <a:lnTo>
                    <a:pt x="6935301" y="4255882"/>
                  </a:lnTo>
                  <a:lnTo>
                    <a:pt x="6867128" y="4265825"/>
                  </a:lnTo>
                  <a:lnTo>
                    <a:pt x="6812479" y="4273038"/>
                  </a:lnTo>
                  <a:lnTo>
                    <a:pt x="6772312" y="4277856"/>
                  </a:lnTo>
                  <a:lnTo>
                    <a:pt x="6746160" y="4280718"/>
                  </a:lnTo>
                  <a:lnTo>
                    <a:pt x="6732111" y="4282124"/>
                  </a:lnTo>
                  <a:lnTo>
                    <a:pt x="6726951" y="4282599"/>
                  </a:lnTo>
                  <a:lnTo>
                    <a:pt x="6726343" y="4282651"/>
                  </a:lnTo>
                  <a:lnTo>
                    <a:pt x="5254955" y="4282651"/>
                  </a:lnTo>
                  <a:lnTo>
                    <a:pt x="5253739" y="4282683"/>
                  </a:lnTo>
                  <a:lnTo>
                    <a:pt x="5245754" y="4282916"/>
                  </a:lnTo>
                  <a:lnTo>
                    <a:pt x="5225667" y="4283559"/>
                  </a:lnTo>
                  <a:lnTo>
                    <a:pt x="5189856" y="4284825"/>
                  </a:lnTo>
                  <a:lnTo>
                    <a:pt x="5136686" y="4286907"/>
                  </a:lnTo>
                  <a:lnTo>
                    <a:pt x="5066629" y="4289963"/>
                  </a:lnTo>
                  <a:lnTo>
                    <a:pt x="4982056" y="4294094"/>
                  </a:lnTo>
                  <a:lnTo>
                    <a:pt x="4886688" y="4299349"/>
                  </a:lnTo>
                  <a:lnTo>
                    <a:pt x="4784857" y="4305732"/>
                  </a:lnTo>
                  <a:lnTo>
                    <a:pt x="4680790" y="4313222"/>
                  </a:lnTo>
                  <a:lnTo>
                    <a:pt x="4578085" y="4321794"/>
                  </a:lnTo>
                  <a:lnTo>
                    <a:pt x="4479439" y="4331442"/>
                  </a:lnTo>
                  <a:lnTo>
                    <a:pt x="4386606" y="4342190"/>
                  </a:lnTo>
                  <a:lnTo>
                    <a:pt x="4300503" y="4354098"/>
                  </a:lnTo>
                  <a:lnTo>
                    <a:pt x="4221383" y="4367272"/>
                  </a:lnTo>
                  <a:lnTo>
                    <a:pt x="4149023" y="4381856"/>
                  </a:lnTo>
                  <a:lnTo>
                    <a:pt x="4082888" y="4398033"/>
                  </a:lnTo>
                  <a:lnTo>
                    <a:pt x="4022252" y="4416017"/>
                  </a:lnTo>
                  <a:lnTo>
                    <a:pt x="3966302" y="4436039"/>
                  </a:lnTo>
                  <a:lnTo>
                    <a:pt x="3914199" y="4458325"/>
                  </a:lnTo>
                  <a:lnTo>
                    <a:pt x="3865135" y="4483060"/>
                  </a:lnTo>
                  <a:lnTo>
                    <a:pt x="3829811" y="4503322"/>
                  </a:lnTo>
                  <a:lnTo>
                    <a:pt x="3781739" y="4534301"/>
                  </a:lnTo>
                  <a:lnTo>
                    <a:pt x="3735103" y="4568188"/>
                  </a:lnTo>
                  <a:lnTo>
                    <a:pt x="3689403" y="4605034"/>
                  </a:lnTo>
                  <a:lnTo>
                    <a:pt x="3644262" y="4644806"/>
                  </a:lnTo>
                  <a:lnTo>
                    <a:pt x="3599407" y="4687377"/>
                  </a:lnTo>
                  <a:lnTo>
                    <a:pt x="3554649" y="4732525"/>
                  </a:lnTo>
                  <a:lnTo>
                    <a:pt x="3509871" y="4779923"/>
                  </a:lnTo>
                  <a:lnTo>
                    <a:pt x="3465017" y="4829152"/>
                  </a:lnTo>
                  <a:lnTo>
                    <a:pt x="3420079" y="4879709"/>
                  </a:lnTo>
                  <a:lnTo>
                    <a:pt x="3375082" y="4931031"/>
                  </a:lnTo>
                  <a:lnTo>
                    <a:pt x="3330072" y="4982514"/>
                  </a:lnTo>
                  <a:lnTo>
                    <a:pt x="3285098" y="5033549"/>
                  </a:lnTo>
                  <a:lnTo>
                    <a:pt x="3240198" y="5083548"/>
                  </a:lnTo>
                  <a:lnTo>
                    <a:pt x="3195384" y="5131973"/>
                  </a:lnTo>
                  <a:lnTo>
                    <a:pt x="3150626" y="5178358"/>
                  </a:lnTo>
                  <a:lnTo>
                    <a:pt x="3105841" y="5222328"/>
                  </a:lnTo>
                  <a:lnTo>
                    <a:pt x="3060880" y="5263603"/>
                  </a:lnTo>
                  <a:lnTo>
                    <a:pt x="3015516" y="5302007"/>
                  </a:lnTo>
                  <a:lnTo>
                    <a:pt x="2969429" y="5337459"/>
                  </a:lnTo>
                  <a:lnTo>
                    <a:pt x="2922187" y="5369966"/>
                  </a:lnTo>
                  <a:lnTo>
                    <a:pt x="2896531" y="5386005"/>
                  </a:lnTo>
                  <a:lnTo>
                    <a:pt x="2849269" y="5412643"/>
                  </a:lnTo>
                  <a:lnTo>
                    <a:pt x="2799523" y="5436757"/>
                  </a:lnTo>
                  <a:lnTo>
                    <a:pt x="2746542" y="5458462"/>
                  </a:lnTo>
                  <a:lnTo>
                    <a:pt x="2689507" y="5477955"/>
                  </a:lnTo>
                  <a:lnTo>
                    <a:pt x="2627580" y="5495469"/>
                  </a:lnTo>
                  <a:lnTo>
                    <a:pt x="2559962" y="5511232"/>
                  </a:lnTo>
                  <a:lnTo>
                    <a:pt x="2485964" y="5525450"/>
                  </a:lnTo>
                  <a:lnTo>
                    <a:pt x="2405116" y="5538298"/>
                  </a:lnTo>
                  <a:lnTo>
                    <a:pt x="2317296" y="5549911"/>
                  </a:lnTo>
                  <a:lnTo>
                    <a:pt x="2222905" y="5560381"/>
                  </a:lnTo>
                  <a:lnTo>
                    <a:pt x="2123052" y="5569761"/>
                  </a:lnTo>
                  <a:lnTo>
                    <a:pt x="2019720" y="5578066"/>
                  </a:lnTo>
                  <a:lnTo>
                    <a:pt x="1915841" y="5585283"/>
                  </a:lnTo>
                  <a:lnTo>
                    <a:pt x="1815205" y="5591388"/>
                  </a:lnTo>
                  <a:lnTo>
                    <a:pt x="1722123" y="5596362"/>
                  </a:lnTo>
                  <a:lnTo>
                    <a:pt x="1640847" y="5600220"/>
                  </a:lnTo>
                  <a:lnTo>
                    <a:pt x="1574828" y="5603022"/>
                  </a:lnTo>
                  <a:lnTo>
                    <a:pt x="1526004" y="5604885"/>
                  </a:lnTo>
                  <a:lnTo>
                    <a:pt x="1494330" y="5605977"/>
                  </a:lnTo>
                  <a:lnTo>
                    <a:pt x="1477657" y="5606499"/>
                  </a:lnTo>
                  <a:lnTo>
                    <a:pt x="1471911" y="5606663"/>
                  </a:lnTo>
                  <a:lnTo>
                    <a:pt x="1471387" y="5606676"/>
                  </a:lnTo>
                  <a:lnTo>
                    <a:pt x="0" y="5606676"/>
                  </a:lnTo>
                  <a:close/>
                </a:path>
              </a:pathLst>
            </a:custGeom>
            <a:solidFill>
              <a:srgbClr val="B497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815" name="pl1815"/>
            <p:cNvSpPr/>
            <p:nvPr/>
          </p:nvSpPr>
          <p:spPr>
            <a:xfrm>
              <a:off x="4799595" y="4587466"/>
              <a:ext cx="11981298" cy="5606676"/>
            </a:xfrm>
            <a:custGeom>
              <a:avLst/>
              <a:pathLst>
                <a:path w="11981298" h="5606676">
                  <a:moveTo>
                    <a:pt x="0" y="5606676"/>
                  </a:moveTo>
                  <a:lnTo>
                    <a:pt x="1471387" y="5606676"/>
                  </a:lnTo>
                  <a:lnTo>
                    <a:pt x="1472603" y="5606644"/>
                  </a:lnTo>
                  <a:lnTo>
                    <a:pt x="1480588" y="5606411"/>
                  </a:lnTo>
                  <a:lnTo>
                    <a:pt x="1500675" y="5605768"/>
                  </a:lnTo>
                  <a:lnTo>
                    <a:pt x="1536486" y="5604502"/>
                  </a:lnTo>
                  <a:lnTo>
                    <a:pt x="1589656" y="5602420"/>
                  </a:lnTo>
                  <a:lnTo>
                    <a:pt x="1659713" y="5599364"/>
                  </a:lnTo>
                  <a:lnTo>
                    <a:pt x="1744286" y="5595233"/>
                  </a:lnTo>
                  <a:lnTo>
                    <a:pt x="1839654" y="5589977"/>
                  </a:lnTo>
                  <a:lnTo>
                    <a:pt x="1941486" y="5583595"/>
                  </a:lnTo>
                  <a:lnTo>
                    <a:pt x="2045553" y="5576105"/>
                  </a:lnTo>
                  <a:lnTo>
                    <a:pt x="2148258" y="5567533"/>
                  </a:lnTo>
                  <a:lnTo>
                    <a:pt x="2246903" y="5557885"/>
                  </a:lnTo>
                  <a:lnTo>
                    <a:pt x="2339736" y="5547137"/>
                  </a:lnTo>
                  <a:lnTo>
                    <a:pt x="2425839" y="5535229"/>
                  </a:lnTo>
                  <a:lnTo>
                    <a:pt x="2504959" y="5522055"/>
                  </a:lnTo>
                  <a:lnTo>
                    <a:pt x="2577319" y="5507471"/>
                  </a:lnTo>
                  <a:lnTo>
                    <a:pt x="2643455" y="5491294"/>
                  </a:lnTo>
                  <a:lnTo>
                    <a:pt x="2704090" y="5473310"/>
                  </a:lnTo>
                  <a:lnTo>
                    <a:pt x="2760040" y="5453288"/>
                  </a:lnTo>
                  <a:lnTo>
                    <a:pt x="2812143" y="5431002"/>
                  </a:lnTo>
                  <a:lnTo>
                    <a:pt x="2861207" y="5406267"/>
                  </a:lnTo>
                  <a:lnTo>
                    <a:pt x="2896531" y="5386005"/>
                  </a:lnTo>
                  <a:lnTo>
                    <a:pt x="2944603" y="5355026"/>
                  </a:lnTo>
                  <a:lnTo>
                    <a:pt x="2991239" y="5321139"/>
                  </a:lnTo>
                  <a:lnTo>
                    <a:pt x="3036939" y="5284293"/>
                  </a:lnTo>
                  <a:lnTo>
                    <a:pt x="3082080" y="5244521"/>
                  </a:lnTo>
                  <a:lnTo>
                    <a:pt x="3126935" y="5201950"/>
                  </a:lnTo>
                  <a:lnTo>
                    <a:pt x="3171693" y="5156802"/>
                  </a:lnTo>
                  <a:lnTo>
                    <a:pt x="3216471" y="5109404"/>
                  </a:lnTo>
                  <a:lnTo>
                    <a:pt x="3261325" y="5060175"/>
                  </a:lnTo>
                  <a:lnTo>
                    <a:pt x="3306263" y="5009618"/>
                  </a:lnTo>
                  <a:lnTo>
                    <a:pt x="3351260" y="4958296"/>
                  </a:lnTo>
                  <a:lnTo>
                    <a:pt x="3396270" y="4906813"/>
                  </a:lnTo>
                  <a:lnTo>
                    <a:pt x="3441244" y="4855778"/>
                  </a:lnTo>
                  <a:lnTo>
                    <a:pt x="3486144" y="4805779"/>
                  </a:lnTo>
                  <a:lnTo>
                    <a:pt x="3530958" y="4757354"/>
                  </a:lnTo>
                  <a:lnTo>
                    <a:pt x="3575716" y="4710969"/>
                  </a:lnTo>
                  <a:lnTo>
                    <a:pt x="3620502" y="4666999"/>
                  </a:lnTo>
                  <a:lnTo>
                    <a:pt x="3665462" y="4625724"/>
                  </a:lnTo>
                  <a:lnTo>
                    <a:pt x="3710826" y="4587320"/>
                  </a:lnTo>
                  <a:lnTo>
                    <a:pt x="3756913" y="4551868"/>
                  </a:lnTo>
                  <a:lnTo>
                    <a:pt x="3804155" y="4519361"/>
                  </a:lnTo>
                  <a:lnTo>
                    <a:pt x="3829811" y="4503322"/>
                  </a:lnTo>
                  <a:lnTo>
                    <a:pt x="3877073" y="4476684"/>
                  </a:lnTo>
                  <a:lnTo>
                    <a:pt x="3926819" y="4452570"/>
                  </a:lnTo>
                  <a:lnTo>
                    <a:pt x="3979800" y="4430865"/>
                  </a:lnTo>
                  <a:lnTo>
                    <a:pt x="4036835" y="4411372"/>
                  </a:lnTo>
                  <a:lnTo>
                    <a:pt x="4098762" y="4393858"/>
                  </a:lnTo>
                  <a:lnTo>
                    <a:pt x="4166380" y="4378095"/>
                  </a:lnTo>
                  <a:lnTo>
                    <a:pt x="4240378" y="4363877"/>
                  </a:lnTo>
                  <a:lnTo>
                    <a:pt x="4321226" y="4351029"/>
                  </a:lnTo>
                  <a:lnTo>
                    <a:pt x="4409046" y="4339416"/>
                  </a:lnTo>
                  <a:lnTo>
                    <a:pt x="4503437" y="4328946"/>
                  </a:lnTo>
                  <a:lnTo>
                    <a:pt x="4603290" y="4319566"/>
                  </a:lnTo>
                  <a:lnTo>
                    <a:pt x="4706622" y="4311261"/>
                  </a:lnTo>
                  <a:lnTo>
                    <a:pt x="4810501" y="4304044"/>
                  </a:lnTo>
                  <a:lnTo>
                    <a:pt x="4911137" y="4297939"/>
                  </a:lnTo>
                  <a:lnTo>
                    <a:pt x="5004219" y="4292965"/>
                  </a:lnTo>
                  <a:lnTo>
                    <a:pt x="5085495" y="4289107"/>
                  </a:lnTo>
                  <a:lnTo>
                    <a:pt x="5151514" y="4286305"/>
                  </a:lnTo>
                  <a:lnTo>
                    <a:pt x="5200338" y="4284441"/>
                  </a:lnTo>
                  <a:lnTo>
                    <a:pt x="5232012" y="4283349"/>
                  </a:lnTo>
                  <a:lnTo>
                    <a:pt x="5248685" y="4282828"/>
                  </a:lnTo>
                  <a:lnTo>
                    <a:pt x="5254431" y="4282664"/>
                  </a:lnTo>
                  <a:lnTo>
                    <a:pt x="5254955" y="4282651"/>
                  </a:lnTo>
                  <a:lnTo>
                    <a:pt x="6726343" y="4282651"/>
                  </a:lnTo>
                  <a:lnTo>
                    <a:pt x="6727268" y="4282571"/>
                  </a:lnTo>
                  <a:lnTo>
                    <a:pt x="6733377" y="4282003"/>
                  </a:lnTo>
                  <a:lnTo>
                    <a:pt x="6748869" y="4280434"/>
                  </a:lnTo>
                  <a:lnTo>
                    <a:pt x="6776796" y="4277342"/>
                  </a:lnTo>
                  <a:lnTo>
                    <a:pt x="6818884" y="4272229"/>
                  </a:lnTo>
                  <a:lnTo>
                    <a:pt x="6875407" y="4264672"/>
                  </a:lnTo>
                  <a:lnTo>
                    <a:pt x="6945228" y="4254350"/>
                  </a:lnTo>
                  <a:lnTo>
                    <a:pt x="7026046" y="4241071"/>
                  </a:lnTo>
                  <a:lnTo>
                    <a:pt x="7114813" y="4224757"/>
                  </a:lnTo>
                  <a:lnTo>
                    <a:pt x="7208211" y="4205421"/>
                  </a:lnTo>
                  <a:lnTo>
                    <a:pt x="7303086" y="4183120"/>
                  </a:lnTo>
                  <a:lnTo>
                    <a:pt x="7396754" y="4157913"/>
                  </a:lnTo>
                  <a:lnTo>
                    <a:pt x="7487158" y="4129817"/>
                  </a:lnTo>
                  <a:lnTo>
                    <a:pt x="7572898" y="4098785"/>
                  </a:lnTo>
                  <a:lnTo>
                    <a:pt x="7653168" y="4064685"/>
                  </a:lnTo>
                  <a:lnTo>
                    <a:pt x="7727651" y="4027292"/>
                  </a:lnTo>
                  <a:lnTo>
                    <a:pt x="7796397" y="3986289"/>
                  </a:lnTo>
                  <a:lnTo>
                    <a:pt x="7859721" y="3941269"/>
                  </a:lnTo>
                  <a:lnTo>
                    <a:pt x="7918102" y="3891746"/>
                  </a:lnTo>
                  <a:lnTo>
                    <a:pt x="7972123" y="3837178"/>
                  </a:lnTo>
                  <a:lnTo>
                    <a:pt x="8022410" y="3776991"/>
                  </a:lnTo>
                  <a:lnTo>
                    <a:pt x="8069599" y="3710641"/>
                  </a:lnTo>
                  <a:lnTo>
                    <a:pt x="8114295" y="3637689"/>
                  </a:lnTo>
                  <a:lnTo>
                    <a:pt x="8151487" y="3568875"/>
                  </a:lnTo>
                  <a:lnTo>
                    <a:pt x="8183116" y="3504395"/>
                  </a:lnTo>
                  <a:lnTo>
                    <a:pt x="8214045" y="3435935"/>
                  </a:lnTo>
                  <a:lnTo>
                    <a:pt x="8244436" y="3363415"/>
                  </a:lnTo>
                  <a:lnTo>
                    <a:pt x="8274422" y="3286798"/>
                  </a:lnTo>
                  <a:lnTo>
                    <a:pt x="8304115" y="3206096"/>
                  </a:lnTo>
                  <a:lnTo>
                    <a:pt x="8333605" y="3121374"/>
                  </a:lnTo>
                  <a:lnTo>
                    <a:pt x="8362968" y="3032754"/>
                  </a:lnTo>
                  <a:lnTo>
                    <a:pt x="8392261" y="2940417"/>
                  </a:lnTo>
                  <a:lnTo>
                    <a:pt x="8421528" y="2844602"/>
                  </a:lnTo>
                  <a:lnTo>
                    <a:pt x="8450801" y="2745608"/>
                  </a:lnTo>
                  <a:lnTo>
                    <a:pt x="8480099" y="2643793"/>
                  </a:lnTo>
                  <a:lnTo>
                    <a:pt x="8509432" y="2539567"/>
                  </a:lnTo>
                  <a:lnTo>
                    <a:pt x="8538803" y="2433386"/>
                  </a:lnTo>
                  <a:lnTo>
                    <a:pt x="8568206" y="2325747"/>
                  </a:lnTo>
                  <a:lnTo>
                    <a:pt x="8597632" y="2217177"/>
                  </a:lnTo>
                  <a:lnTo>
                    <a:pt x="8627068" y="2108221"/>
                  </a:lnTo>
                  <a:lnTo>
                    <a:pt x="8656500" y="1999433"/>
                  </a:lnTo>
                  <a:lnTo>
                    <a:pt x="8685914" y="1891364"/>
                  </a:lnTo>
                  <a:lnTo>
                    <a:pt x="8715298" y="1784550"/>
                  </a:lnTo>
                  <a:lnTo>
                    <a:pt x="8744646" y="1679500"/>
                  </a:lnTo>
                  <a:lnTo>
                    <a:pt x="8773957" y="1576687"/>
                  </a:lnTo>
                  <a:lnTo>
                    <a:pt x="8803238" y="1476541"/>
                  </a:lnTo>
                  <a:lnTo>
                    <a:pt x="8832504" y="1379439"/>
                  </a:lnTo>
                  <a:lnTo>
                    <a:pt x="8861783" y="1285705"/>
                  </a:lnTo>
                  <a:lnTo>
                    <a:pt x="8891112" y="1195601"/>
                  </a:lnTo>
                  <a:lnTo>
                    <a:pt x="8920545" y="1109332"/>
                  </a:lnTo>
                  <a:lnTo>
                    <a:pt x="8950148" y="1027042"/>
                  </a:lnTo>
                  <a:lnTo>
                    <a:pt x="8980007" y="948817"/>
                  </a:lnTo>
                  <a:lnTo>
                    <a:pt x="9010224" y="874690"/>
                  </a:lnTo>
                  <a:lnTo>
                    <a:pt x="9040925" y="804644"/>
                  </a:lnTo>
                  <a:lnTo>
                    <a:pt x="9072258" y="738614"/>
                  </a:lnTo>
                  <a:lnTo>
                    <a:pt x="9084767" y="713775"/>
                  </a:lnTo>
                  <a:lnTo>
                    <a:pt x="9127748" y="634921"/>
                  </a:lnTo>
                  <a:lnTo>
                    <a:pt x="9172741" y="562861"/>
                  </a:lnTo>
                  <a:lnTo>
                    <a:pt x="9220304" y="497354"/>
                  </a:lnTo>
                  <a:lnTo>
                    <a:pt x="9271048" y="437944"/>
                  </a:lnTo>
                  <a:lnTo>
                    <a:pt x="9325611" y="384076"/>
                  </a:lnTo>
                  <a:lnTo>
                    <a:pt x="9384614" y="335179"/>
                  </a:lnTo>
                  <a:lnTo>
                    <a:pt x="9448630" y="290716"/>
                  </a:lnTo>
                  <a:lnTo>
                    <a:pt x="9518122" y="250212"/>
                  </a:lnTo>
                  <a:lnTo>
                    <a:pt x="9593374" y="213271"/>
                  </a:lnTo>
                  <a:lnTo>
                    <a:pt x="9674395" y="179588"/>
                  </a:lnTo>
                  <a:lnTo>
                    <a:pt x="9760811" y="148950"/>
                  </a:lnTo>
                  <a:lnTo>
                    <a:pt x="9851741" y="121237"/>
                  </a:lnTo>
                  <a:lnTo>
                    <a:pt x="9945701" y="96412"/>
                  </a:lnTo>
                  <a:lnTo>
                    <a:pt x="10040547" y="74500"/>
                  </a:lnTo>
                  <a:lnTo>
                    <a:pt x="10133521" y="55561"/>
                  </a:lnTo>
                  <a:lnTo>
                    <a:pt x="10221425" y="39649"/>
                  </a:lnTo>
                  <a:lnTo>
                    <a:pt x="10300952" y="26768"/>
                  </a:lnTo>
                  <a:lnTo>
                    <a:pt x="10369125" y="16825"/>
                  </a:lnTo>
                  <a:lnTo>
                    <a:pt x="10423775" y="9612"/>
                  </a:lnTo>
                  <a:lnTo>
                    <a:pt x="10463941" y="4794"/>
                  </a:lnTo>
                  <a:lnTo>
                    <a:pt x="10490093" y="1932"/>
                  </a:lnTo>
                  <a:lnTo>
                    <a:pt x="10504143" y="526"/>
                  </a:lnTo>
                  <a:lnTo>
                    <a:pt x="10509302" y="52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16" name="pl1816"/>
            <p:cNvSpPr/>
            <p:nvPr/>
          </p:nvSpPr>
          <p:spPr>
            <a:xfrm>
              <a:off x="4799595" y="4579293"/>
              <a:ext cx="11981298" cy="5606676"/>
            </a:xfrm>
            <a:custGeom>
              <a:avLst/>
              <a:pathLst>
                <a:path w="11981298" h="5606676">
                  <a:moveTo>
                    <a:pt x="11981298" y="0"/>
                  </a:moveTo>
                  <a:lnTo>
                    <a:pt x="10509911" y="0"/>
                  </a:lnTo>
                  <a:lnTo>
                    <a:pt x="10508985" y="79"/>
                  </a:lnTo>
                  <a:lnTo>
                    <a:pt x="10502876" y="647"/>
                  </a:lnTo>
                  <a:lnTo>
                    <a:pt x="10487384" y="2216"/>
                  </a:lnTo>
                  <a:lnTo>
                    <a:pt x="10459457" y="5309"/>
                  </a:lnTo>
                  <a:lnTo>
                    <a:pt x="10417370" y="10421"/>
                  </a:lnTo>
                  <a:lnTo>
                    <a:pt x="10360847" y="17978"/>
                  </a:lnTo>
                  <a:lnTo>
                    <a:pt x="10291025" y="28300"/>
                  </a:lnTo>
                  <a:lnTo>
                    <a:pt x="10210207" y="41580"/>
                  </a:lnTo>
                  <a:lnTo>
                    <a:pt x="10121441" y="57893"/>
                  </a:lnTo>
                  <a:lnTo>
                    <a:pt x="10028043" y="77229"/>
                  </a:lnTo>
                  <a:lnTo>
                    <a:pt x="9933167" y="99530"/>
                  </a:lnTo>
                  <a:lnTo>
                    <a:pt x="9839500" y="124737"/>
                  </a:lnTo>
                  <a:lnTo>
                    <a:pt x="9749095" y="152833"/>
                  </a:lnTo>
                  <a:lnTo>
                    <a:pt x="9663355" y="183865"/>
                  </a:lnTo>
                  <a:lnTo>
                    <a:pt x="9583085" y="217965"/>
                  </a:lnTo>
                  <a:lnTo>
                    <a:pt x="9508603" y="255358"/>
                  </a:lnTo>
                  <a:lnTo>
                    <a:pt x="9439856" y="296361"/>
                  </a:lnTo>
                  <a:lnTo>
                    <a:pt x="9376533" y="341382"/>
                  </a:lnTo>
                  <a:lnTo>
                    <a:pt x="9318151" y="390904"/>
                  </a:lnTo>
                  <a:lnTo>
                    <a:pt x="9264130" y="445473"/>
                  </a:lnTo>
                  <a:lnTo>
                    <a:pt x="9213843" y="505659"/>
                  </a:lnTo>
                  <a:lnTo>
                    <a:pt x="9166655" y="572009"/>
                  </a:lnTo>
                  <a:lnTo>
                    <a:pt x="9121958" y="644961"/>
                  </a:lnTo>
                  <a:lnTo>
                    <a:pt x="9084767" y="713775"/>
                  </a:lnTo>
                  <a:lnTo>
                    <a:pt x="9053138" y="778255"/>
                  </a:lnTo>
                  <a:lnTo>
                    <a:pt x="9022208" y="846715"/>
                  </a:lnTo>
                  <a:lnTo>
                    <a:pt x="8991817" y="919235"/>
                  </a:lnTo>
                  <a:lnTo>
                    <a:pt x="8961831" y="995853"/>
                  </a:lnTo>
                  <a:lnTo>
                    <a:pt x="8932139" y="1076555"/>
                  </a:lnTo>
                  <a:lnTo>
                    <a:pt x="8902648" y="1161276"/>
                  </a:lnTo>
                  <a:lnTo>
                    <a:pt x="8873285" y="1249896"/>
                  </a:lnTo>
                  <a:lnTo>
                    <a:pt x="8843992" y="1342233"/>
                  </a:lnTo>
                  <a:lnTo>
                    <a:pt x="8814725" y="1438048"/>
                  </a:lnTo>
                  <a:lnTo>
                    <a:pt x="8785452" y="1537042"/>
                  </a:lnTo>
                  <a:lnTo>
                    <a:pt x="8756155" y="1638857"/>
                  </a:lnTo>
                  <a:lnTo>
                    <a:pt x="8726821" y="1743083"/>
                  </a:lnTo>
                  <a:lnTo>
                    <a:pt x="8697450" y="1849264"/>
                  </a:lnTo>
                  <a:lnTo>
                    <a:pt x="8668047" y="1956903"/>
                  </a:lnTo>
                  <a:lnTo>
                    <a:pt x="8638621" y="2065473"/>
                  </a:lnTo>
                  <a:lnTo>
                    <a:pt x="8609185" y="2174429"/>
                  </a:lnTo>
                  <a:lnTo>
                    <a:pt x="8579753" y="2283217"/>
                  </a:lnTo>
                  <a:lnTo>
                    <a:pt x="8550340" y="2391286"/>
                  </a:lnTo>
                  <a:lnTo>
                    <a:pt x="8520955" y="2498100"/>
                  </a:lnTo>
                  <a:lnTo>
                    <a:pt x="8491607" y="2603150"/>
                  </a:lnTo>
                  <a:lnTo>
                    <a:pt x="8462296" y="2705963"/>
                  </a:lnTo>
                  <a:lnTo>
                    <a:pt x="8433015" y="2806109"/>
                  </a:lnTo>
                  <a:lnTo>
                    <a:pt x="8403749" y="2903211"/>
                  </a:lnTo>
                  <a:lnTo>
                    <a:pt x="8374470" y="2996945"/>
                  </a:lnTo>
                  <a:lnTo>
                    <a:pt x="8345141" y="3087049"/>
                  </a:lnTo>
                  <a:lnTo>
                    <a:pt x="8315709" y="3173318"/>
                  </a:lnTo>
                  <a:lnTo>
                    <a:pt x="8286105" y="3255608"/>
                  </a:lnTo>
                  <a:lnTo>
                    <a:pt x="8256247" y="3333833"/>
                  </a:lnTo>
                  <a:lnTo>
                    <a:pt x="8226029" y="3407960"/>
                  </a:lnTo>
                  <a:lnTo>
                    <a:pt x="8195329" y="3478006"/>
                  </a:lnTo>
                  <a:lnTo>
                    <a:pt x="8163995" y="3544036"/>
                  </a:lnTo>
                  <a:lnTo>
                    <a:pt x="8151487" y="3568875"/>
                  </a:lnTo>
                  <a:lnTo>
                    <a:pt x="8108505" y="3647729"/>
                  </a:lnTo>
                  <a:lnTo>
                    <a:pt x="8063512" y="3719789"/>
                  </a:lnTo>
                  <a:lnTo>
                    <a:pt x="8015950" y="3785296"/>
                  </a:lnTo>
                  <a:lnTo>
                    <a:pt x="7965205" y="3844706"/>
                  </a:lnTo>
                  <a:lnTo>
                    <a:pt x="7910643" y="3898575"/>
                  </a:lnTo>
                  <a:lnTo>
                    <a:pt x="7851639" y="3947471"/>
                  </a:lnTo>
                  <a:lnTo>
                    <a:pt x="7787623" y="3991934"/>
                  </a:lnTo>
                  <a:lnTo>
                    <a:pt x="7718131" y="4032438"/>
                  </a:lnTo>
                  <a:lnTo>
                    <a:pt x="7642879" y="4069379"/>
                  </a:lnTo>
                  <a:lnTo>
                    <a:pt x="7561858" y="4103062"/>
                  </a:lnTo>
                  <a:lnTo>
                    <a:pt x="7475443" y="4133700"/>
                  </a:lnTo>
                  <a:lnTo>
                    <a:pt x="7384512" y="4161413"/>
                  </a:lnTo>
                  <a:lnTo>
                    <a:pt x="7290552" y="4186238"/>
                  </a:lnTo>
                  <a:lnTo>
                    <a:pt x="7195706" y="4208150"/>
                  </a:lnTo>
                  <a:lnTo>
                    <a:pt x="7102732" y="4227089"/>
                  </a:lnTo>
                  <a:lnTo>
                    <a:pt x="7014828" y="4243001"/>
                  </a:lnTo>
                  <a:lnTo>
                    <a:pt x="6935301" y="4255882"/>
                  </a:lnTo>
                  <a:lnTo>
                    <a:pt x="6867128" y="4265825"/>
                  </a:lnTo>
                  <a:lnTo>
                    <a:pt x="6812479" y="4273038"/>
                  </a:lnTo>
                  <a:lnTo>
                    <a:pt x="6772312" y="4277856"/>
                  </a:lnTo>
                  <a:lnTo>
                    <a:pt x="6746160" y="4280718"/>
                  </a:lnTo>
                  <a:lnTo>
                    <a:pt x="6732111" y="4282124"/>
                  </a:lnTo>
                  <a:lnTo>
                    <a:pt x="6726951" y="4282599"/>
                  </a:lnTo>
                  <a:lnTo>
                    <a:pt x="6726343" y="4282651"/>
                  </a:lnTo>
                  <a:lnTo>
                    <a:pt x="5254955" y="4282651"/>
                  </a:lnTo>
                  <a:lnTo>
                    <a:pt x="5253739" y="4282683"/>
                  </a:lnTo>
                  <a:lnTo>
                    <a:pt x="5245754" y="4282916"/>
                  </a:lnTo>
                  <a:lnTo>
                    <a:pt x="5225667" y="4283559"/>
                  </a:lnTo>
                  <a:lnTo>
                    <a:pt x="5189856" y="4284825"/>
                  </a:lnTo>
                  <a:lnTo>
                    <a:pt x="5136686" y="4286907"/>
                  </a:lnTo>
                  <a:lnTo>
                    <a:pt x="5066629" y="4289963"/>
                  </a:lnTo>
                  <a:lnTo>
                    <a:pt x="4982056" y="4294094"/>
                  </a:lnTo>
                  <a:lnTo>
                    <a:pt x="4886688" y="4299349"/>
                  </a:lnTo>
                  <a:lnTo>
                    <a:pt x="4784857" y="4305732"/>
                  </a:lnTo>
                  <a:lnTo>
                    <a:pt x="4680790" y="4313222"/>
                  </a:lnTo>
                  <a:lnTo>
                    <a:pt x="4578085" y="4321794"/>
                  </a:lnTo>
                  <a:lnTo>
                    <a:pt x="4479439" y="4331442"/>
                  </a:lnTo>
                  <a:lnTo>
                    <a:pt x="4386606" y="4342190"/>
                  </a:lnTo>
                  <a:lnTo>
                    <a:pt x="4300503" y="4354098"/>
                  </a:lnTo>
                  <a:lnTo>
                    <a:pt x="4221383" y="4367272"/>
                  </a:lnTo>
                  <a:lnTo>
                    <a:pt x="4149023" y="4381856"/>
                  </a:lnTo>
                  <a:lnTo>
                    <a:pt x="4082888" y="4398033"/>
                  </a:lnTo>
                  <a:lnTo>
                    <a:pt x="4022252" y="4416017"/>
                  </a:lnTo>
                  <a:lnTo>
                    <a:pt x="3966302" y="4436039"/>
                  </a:lnTo>
                  <a:lnTo>
                    <a:pt x="3914199" y="4458325"/>
                  </a:lnTo>
                  <a:lnTo>
                    <a:pt x="3865135" y="4483060"/>
                  </a:lnTo>
                  <a:lnTo>
                    <a:pt x="3829811" y="4503322"/>
                  </a:lnTo>
                  <a:lnTo>
                    <a:pt x="3781739" y="4534301"/>
                  </a:lnTo>
                  <a:lnTo>
                    <a:pt x="3735103" y="4568188"/>
                  </a:lnTo>
                  <a:lnTo>
                    <a:pt x="3689403" y="4605034"/>
                  </a:lnTo>
                  <a:lnTo>
                    <a:pt x="3644262" y="4644806"/>
                  </a:lnTo>
                  <a:lnTo>
                    <a:pt x="3599407" y="4687377"/>
                  </a:lnTo>
                  <a:lnTo>
                    <a:pt x="3554649" y="4732525"/>
                  </a:lnTo>
                  <a:lnTo>
                    <a:pt x="3509871" y="4779923"/>
                  </a:lnTo>
                  <a:lnTo>
                    <a:pt x="3465017" y="4829152"/>
                  </a:lnTo>
                  <a:lnTo>
                    <a:pt x="3420079" y="4879709"/>
                  </a:lnTo>
                  <a:lnTo>
                    <a:pt x="3375082" y="4931031"/>
                  </a:lnTo>
                  <a:lnTo>
                    <a:pt x="3330072" y="4982514"/>
                  </a:lnTo>
                  <a:lnTo>
                    <a:pt x="3285098" y="5033549"/>
                  </a:lnTo>
                  <a:lnTo>
                    <a:pt x="3240198" y="5083548"/>
                  </a:lnTo>
                  <a:lnTo>
                    <a:pt x="3195384" y="5131973"/>
                  </a:lnTo>
                  <a:lnTo>
                    <a:pt x="3150626" y="5178358"/>
                  </a:lnTo>
                  <a:lnTo>
                    <a:pt x="3105841" y="5222328"/>
                  </a:lnTo>
                  <a:lnTo>
                    <a:pt x="3060880" y="5263603"/>
                  </a:lnTo>
                  <a:lnTo>
                    <a:pt x="3015516" y="5302007"/>
                  </a:lnTo>
                  <a:lnTo>
                    <a:pt x="2969429" y="5337459"/>
                  </a:lnTo>
                  <a:lnTo>
                    <a:pt x="2922187" y="5369966"/>
                  </a:lnTo>
                  <a:lnTo>
                    <a:pt x="2896531" y="5386005"/>
                  </a:lnTo>
                  <a:lnTo>
                    <a:pt x="2849269" y="5412643"/>
                  </a:lnTo>
                  <a:lnTo>
                    <a:pt x="2799523" y="5436757"/>
                  </a:lnTo>
                  <a:lnTo>
                    <a:pt x="2746542" y="5458462"/>
                  </a:lnTo>
                  <a:lnTo>
                    <a:pt x="2689507" y="5477955"/>
                  </a:lnTo>
                  <a:lnTo>
                    <a:pt x="2627580" y="5495469"/>
                  </a:lnTo>
                  <a:lnTo>
                    <a:pt x="2559962" y="5511232"/>
                  </a:lnTo>
                  <a:lnTo>
                    <a:pt x="2485964" y="5525450"/>
                  </a:lnTo>
                  <a:lnTo>
                    <a:pt x="2405116" y="5538298"/>
                  </a:lnTo>
                  <a:lnTo>
                    <a:pt x="2317296" y="5549911"/>
                  </a:lnTo>
                  <a:lnTo>
                    <a:pt x="2222905" y="5560381"/>
                  </a:lnTo>
                  <a:lnTo>
                    <a:pt x="2123052" y="5569761"/>
                  </a:lnTo>
                  <a:lnTo>
                    <a:pt x="2019720" y="5578066"/>
                  </a:lnTo>
                  <a:lnTo>
                    <a:pt x="1915841" y="5585283"/>
                  </a:lnTo>
                  <a:lnTo>
                    <a:pt x="1815205" y="5591388"/>
                  </a:lnTo>
                  <a:lnTo>
                    <a:pt x="1722123" y="5596362"/>
                  </a:lnTo>
                  <a:lnTo>
                    <a:pt x="1640847" y="5600220"/>
                  </a:lnTo>
                  <a:lnTo>
                    <a:pt x="1574828" y="5603022"/>
                  </a:lnTo>
                  <a:lnTo>
                    <a:pt x="1526004" y="5604885"/>
                  </a:lnTo>
                  <a:lnTo>
                    <a:pt x="1494330" y="5605977"/>
                  </a:lnTo>
                  <a:lnTo>
                    <a:pt x="1477657" y="5606499"/>
                  </a:lnTo>
                  <a:lnTo>
                    <a:pt x="1471911" y="5606663"/>
                  </a:lnTo>
                  <a:lnTo>
                    <a:pt x="1471387" y="5606676"/>
                  </a:lnTo>
                  <a:lnTo>
                    <a:pt x="0" y="560667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17" name="pg1817"/>
            <p:cNvSpPr/>
            <p:nvPr/>
          </p:nvSpPr>
          <p:spPr>
            <a:xfrm>
              <a:off x="4799595" y="10218662"/>
              <a:ext cx="11981298" cy="1013451"/>
            </a:xfrm>
            <a:custGeom>
              <a:avLst/>
              <a:pathLst>
                <a:path w="11981298" h="1013451">
                  <a:moveTo>
                    <a:pt x="0" y="8172"/>
                  </a:moveTo>
                  <a:lnTo>
                    <a:pt x="1471387" y="8172"/>
                  </a:lnTo>
                  <a:lnTo>
                    <a:pt x="1472612" y="8197"/>
                  </a:lnTo>
                  <a:lnTo>
                    <a:pt x="1480655" y="8375"/>
                  </a:lnTo>
                  <a:lnTo>
                    <a:pt x="1500882" y="8868"/>
                  </a:lnTo>
                  <a:lnTo>
                    <a:pt x="1536930" y="9836"/>
                  </a:lnTo>
                  <a:lnTo>
                    <a:pt x="1590429" y="11429"/>
                  </a:lnTo>
                  <a:lnTo>
                    <a:pt x="1660880" y="13765"/>
                  </a:lnTo>
                  <a:lnTo>
                    <a:pt x="1745871" y="16923"/>
                  </a:lnTo>
                  <a:lnTo>
                    <a:pt x="1841638" y="20940"/>
                  </a:lnTo>
                  <a:lnTo>
                    <a:pt x="1943812" y="25816"/>
                  </a:lnTo>
                  <a:lnTo>
                    <a:pt x="2048144" y="31536"/>
                  </a:lnTo>
                  <a:lnTo>
                    <a:pt x="2151029" y="38083"/>
                  </a:lnTo>
                  <a:lnTo>
                    <a:pt x="2249773" y="45450"/>
                  </a:lnTo>
                  <a:lnTo>
                    <a:pt x="2342637" y="53657"/>
                  </a:lnTo>
                  <a:lnTo>
                    <a:pt x="2428720" y="62752"/>
                  </a:lnTo>
                  <a:lnTo>
                    <a:pt x="2507786" y="72817"/>
                  </a:lnTo>
                  <a:lnTo>
                    <a:pt x="2580074" y="83961"/>
                  </a:lnTo>
                  <a:lnTo>
                    <a:pt x="2646132" y="96328"/>
                  </a:lnTo>
                  <a:lnTo>
                    <a:pt x="2706696" y="110080"/>
                  </a:lnTo>
                  <a:lnTo>
                    <a:pt x="2762590" y="125396"/>
                  </a:lnTo>
                  <a:lnTo>
                    <a:pt x="2814657" y="142447"/>
                  </a:lnTo>
                  <a:lnTo>
                    <a:pt x="2863708" y="161372"/>
                  </a:lnTo>
                  <a:lnTo>
                    <a:pt x="2896531" y="175719"/>
                  </a:lnTo>
                  <a:lnTo>
                    <a:pt x="2947312" y="200656"/>
                  </a:lnTo>
                  <a:lnTo>
                    <a:pt x="2996522" y="228065"/>
                  </a:lnTo>
                  <a:lnTo>
                    <a:pt x="3044739" y="257985"/>
                  </a:lnTo>
                  <a:lnTo>
                    <a:pt x="3092389" y="290375"/>
                  </a:lnTo>
                  <a:lnTo>
                    <a:pt x="3139775" y="325106"/>
                  </a:lnTo>
                  <a:lnTo>
                    <a:pt x="3187098" y="361951"/>
                  </a:lnTo>
                  <a:lnTo>
                    <a:pt x="3234471" y="400593"/>
                  </a:lnTo>
                  <a:lnTo>
                    <a:pt x="3281937" y="440624"/>
                  </a:lnTo>
                  <a:lnTo>
                    <a:pt x="3329488" y="481568"/>
                  </a:lnTo>
                  <a:lnTo>
                    <a:pt x="3377080" y="522898"/>
                  </a:lnTo>
                  <a:lnTo>
                    <a:pt x="3424654" y="564068"/>
                  </a:lnTo>
                  <a:lnTo>
                    <a:pt x="3472160" y="604540"/>
                  </a:lnTo>
                  <a:lnTo>
                    <a:pt x="3519569" y="643813"/>
                  </a:lnTo>
                  <a:lnTo>
                    <a:pt x="3566903" y="681448"/>
                  </a:lnTo>
                  <a:lnTo>
                    <a:pt x="3614244" y="717090"/>
                  </a:lnTo>
                  <a:lnTo>
                    <a:pt x="3661755" y="750474"/>
                  </a:lnTo>
                  <a:lnTo>
                    <a:pt x="3709692" y="781431"/>
                  </a:lnTo>
                  <a:lnTo>
                    <a:pt x="3758429" y="809883"/>
                  </a:lnTo>
                  <a:lnTo>
                    <a:pt x="3808475" y="835838"/>
                  </a:lnTo>
                  <a:lnTo>
                    <a:pt x="3829811" y="845905"/>
                  </a:lnTo>
                  <a:lnTo>
                    <a:pt x="3877193" y="866177"/>
                  </a:lnTo>
                  <a:lnTo>
                    <a:pt x="3927075" y="884525"/>
                  </a:lnTo>
                  <a:lnTo>
                    <a:pt x="3980211" y="901035"/>
                  </a:lnTo>
                  <a:lnTo>
                    <a:pt x="4037427" y="915859"/>
                  </a:lnTo>
                  <a:lnTo>
                    <a:pt x="4099569" y="929173"/>
                  </a:lnTo>
                  <a:lnTo>
                    <a:pt x="4167440" y="941154"/>
                  </a:lnTo>
                  <a:lnTo>
                    <a:pt x="4241730" y="951959"/>
                  </a:lnTo>
                  <a:lnTo>
                    <a:pt x="4322911" y="961719"/>
                  </a:lnTo>
                  <a:lnTo>
                    <a:pt x="4411096" y="970539"/>
                  </a:lnTo>
                  <a:lnTo>
                    <a:pt x="4505868" y="978489"/>
                  </a:lnTo>
                  <a:lnTo>
                    <a:pt x="4606090" y="985607"/>
                  </a:lnTo>
                  <a:lnTo>
                    <a:pt x="4709741" y="991905"/>
                  </a:lnTo>
                  <a:lnTo>
                    <a:pt x="4813838" y="997372"/>
                  </a:lnTo>
                  <a:lnTo>
                    <a:pt x="4914541" y="1001990"/>
                  </a:lnTo>
                  <a:lnTo>
                    <a:pt x="5007498" y="1005745"/>
                  </a:lnTo>
                  <a:lnTo>
                    <a:pt x="5088441" y="1008649"/>
                  </a:lnTo>
                  <a:lnTo>
                    <a:pt x="5153941" y="1010750"/>
                  </a:lnTo>
                  <a:lnTo>
                    <a:pt x="5202119" y="1012140"/>
                  </a:lnTo>
                  <a:lnTo>
                    <a:pt x="5233115" y="1012948"/>
                  </a:lnTo>
                  <a:lnTo>
                    <a:pt x="5249190" y="1013328"/>
                  </a:lnTo>
                  <a:lnTo>
                    <a:pt x="5254532" y="1013443"/>
                  </a:lnTo>
                  <a:lnTo>
                    <a:pt x="5254955" y="1013451"/>
                  </a:lnTo>
                  <a:lnTo>
                    <a:pt x="6726343" y="1013451"/>
                  </a:lnTo>
                  <a:lnTo>
                    <a:pt x="6727575" y="1013436"/>
                  </a:lnTo>
                  <a:lnTo>
                    <a:pt x="6735666" y="1013323"/>
                  </a:lnTo>
                  <a:lnTo>
                    <a:pt x="6756011" y="1013013"/>
                  </a:lnTo>
                  <a:lnTo>
                    <a:pt x="6792259" y="1012403"/>
                  </a:lnTo>
                  <a:lnTo>
                    <a:pt x="6846034" y="1011400"/>
                  </a:lnTo>
                  <a:lnTo>
                    <a:pt x="6916815" y="1009929"/>
                  </a:lnTo>
                  <a:lnTo>
                    <a:pt x="7002156" y="1007940"/>
                  </a:lnTo>
                  <a:lnTo>
                    <a:pt x="7098256" y="1005412"/>
                  </a:lnTo>
                  <a:lnTo>
                    <a:pt x="7200717" y="1002344"/>
                  </a:lnTo>
                  <a:lnTo>
                    <a:pt x="7305269" y="998745"/>
                  </a:lnTo>
                  <a:lnTo>
                    <a:pt x="7408302" y="994627"/>
                  </a:lnTo>
                  <a:lnTo>
                    <a:pt x="7507127" y="989993"/>
                  </a:lnTo>
                  <a:lnTo>
                    <a:pt x="7600015" y="984831"/>
                  </a:lnTo>
                  <a:lnTo>
                    <a:pt x="7686081" y="979108"/>
                  </a:lnTo>
                  <a:lnTo>
                    <a:pt x="7765101" y="972776"/>
                  </a:lnTo>
                  <a:lnTo>
                    <a:pt x="7837328" y="965761"/>
                  </a:lnTo>
                  <a:lnTo>
                    <a:pt x="7903322" y="957975"/>
                  </a:lnTo>
                  <a:lnTo>
                    <a:pt x="7963827" y="949314"/>
                  </a:lnTo>
                  <a:lnTo>
                    <a:pt x="8019674" y="939667"/>
                  </a:lnTo>
                  <a:lnTo>
                    <a:pt x="8071711" y="928924"/>
                  </a:lnTo>
                  <a:lnTo>
                    <a:pt x="8120752" y="917000"/>
                  </a:lnTo>
                  <a:lnTo>
                    <a:pt x="8151487" y="908564"/>
                  </a:lnTo>
                  <a:lnTo>
                    <a:pt x="8205241" y="891974"/>
                  </a:lnTo>
                  <a:lnTo>
                    <a:pt x="8257273" y="873643"/>
                  </a:lnTo>
                  <a:lnTo>
                    <a:pt x="8308254" y="853547"/>
                  </a:lnTo>
                  <a:lnTo>
                    <a:pt x="8358668" y="831728"/>
                  </a:lnTo>
                  <a:lnTo>
                    <a:pt x="8408847" y="808296"/>
                  </a:lnTo>
                  <a:lnTo>
                    <a:pt x="8459002" y="783438"/>
                  </a:lnTo>
                  <a:lnTo>
                    <a:pt x="8509237" y="757414"/>
                  </a:lnTo>
                  <a:lnTo>
                    <a:pt x="8559580" y="730548"/>
                  </a:lnTo>
                  <a:lnTo>
                    <a:pt x="8609996" y="703214"/>
                  </a:lnTo>
                  <a:lnTo>
                    <a:pt x="8660425" y="675814"/>
                  </a:lnTo>
                  <a:lnTo>
                    <a:pt x="8710796" y="648755"/>
                  </a:lnTo>
                  <a:lnTo>
                    <a:pt x="8761067" y="622421"/>
                  </a:lnTo>
                  <a:lnTo>
                    <a:pt x="8811240" y="597155"/>
                  </a:lnTo>
                  <a:lnTo>
                    <a:pt x="8861394" y="573240"/>
                  </a:lnTo>
                  <a:lnTo>
                    <a:pt x="8911702" y="550885"/>
                  </a:lnTo>
                  <a:lnTo>
                    <a:pt x="8962456" y="530226"/>
                  </a:lnTo>
                  <a:lnTo>
                    <a:pt x="9014086" y="511326"/>
                  </a:lnTo>
                  <a:lnTo>
                    <a:pt x="9067198" y="494180"/>
                  </a:lnTo>
                  <a:lnTo>
                    <a:pt x="9084767" y="489017"/>
                  </a:lnTo>
                  <a:lnTo>
                    <a:pt x="9132250" y="476301"/>
                  </a:lnTo>
                  <a:lnTo>
                    <a:pt x="9182245" y="464795"/>
                  </a:lnTo>
                  <a:lnTo>
                    <a:pt x="9235511" y="454444"/>
                  </a:lnTo>
                  <a:lnTo>
                    <a:pt x="9292879" y="445152"/>
                  </a:lnTo>
                  <a:lnTo>
                    <a:pt x="9355200" y="436807"/>
                  </a:lnTo>
                  <a:lnTo>
                    <a:pt x="9423283" y="429301"/>
                  </a:lnTo>
                  <a:lnTo>
                    <a:pt x="9497819" y="422532"/>
                  </a:lnTo>
                  <a:lnTo>
                    <a:pt x="9579279" y="416419"/>
                  </a:lnTo>
                  <a:lnTo>
                    <a:pt x="9667771" y="410896"/>
                  </a:lnTo>
                  <a:lnTo>
                    <a:pt x="9762862" y="405919"/>
                  </a:lnTo>
                  <a:lnTo>
                    <a:pt x="9863393" y="401465"/>
                  </a:lnTo>
                  <a:lnTo>
                    <a:pt x="9967308" y="397527"/>
                  </a:lnTo>
                  <a:lnTo>
                    <a:pt x="10071584" y="394111"/>
                  </a:lnTo>
                  <a:lnTo>
                    <a:pt x="10172339" y="391229"/>
                  </a:lnTo>
                  <a:lnTo>
                    <a:pt x="10265186" y="388890"/>
                  </a:lnTo>
                  <a:lnTo>
                    <a:pt x="10345844" y="387085"/>
                  </a:lnTo>
                  <a:lnTo>
                    <a:pt x="10410904" y="385783"/>
                  </a:lnTo>
                  <a:lnTo>
                    <a:pt x="10458540" y="384926"/>
                  </a:lnTo>
                  <a:lnTo>
                    <a:pt x="10488969" y="384432"/>
                  </a:lnTo>
                  <a:lnTo>
                    <a:pt x="10504547" y="384202"/>
                  </a:lnTo>
                  <a:lnTo>
                    <a:pt x="10509561" y="384135"/>
                  </a:lnTo>
                  <a:lnTo>
                    <a:pt x="10509911" y="384130"/>
                  </a:lnTo>
                  <a:lnTo>
                    <a:pt x="11981298" y="384130"/>
                  </a:lnTo>
                  <a:lnTo>
                    <a:pt x="11981298" y="375957"/>
                  </a:lnTo>
                  <a:lnTo>
                    <a:pt x="10509911" y="375957"/>
                  </a:lnTo>
                  <a:lnTo>
                    <a:pt x="10508678" y="375973"/>
                  </a:lnTo>
                  <a:lnTo>
                    <a:pt x="10500587" y="376085"/>
                  </a:lnTo>
                  <a:lnTo>
                    <a:pt x="10480243" y="376395"/>
                  </a:lnTo>
                  <a:lnTo>
                    <a:pt x="10443995" y="377005"/>
                  </a:lnTo>
                  <a:lnTo>
                    <a:pt x="10390219" y="378009"/>
                  </a:lnTo>
                  <a:lnTo>
                    <a:pt x="10319438" y="379480"/>
                  </a:lnTo>
                  <a:lnTo>
                    <a:pt x="10234097" y="381468"/>
                  </a:lnTo>
                  <a:lnTo>
                    <a:pt x="10137997" y="383996"/>
                  </a:lnTo>
                  <a:lnTo>
                    <a:pt x="10035536" y="387065"/>
                  </a:lnTo>
                  <a:lnTo>
                    <a:pt x="9930984" y="390664"/>
                  </a:lnTo>
                  <a:lnTo>
                    <a:pt x="9827951" y="394782"/>
                  </a:lnTo>
                  <a:lnTo>
                    <a:pt x="9729126" y="399416"/>
                  </a:lnTo>
                  <a:lnTo>
                    <a:pt x="9636238" y="404578"/>
                  </a:lnTo>
                  <a:lnTo>
                    <a:pt x="9550172" y="410300"/>
                  </a:lnTo>
                  <a:lnTo>
                    <a:pt x="9471152" y="416633"/>
                  </a:lnTo>
                  <a:lnTo>
                    <a:pt x="9398925" y="423648"/>
                  </a:lnTo>
                  <a:lnTo>
                    <a:pt x="9332931" y="431434"/>
                  </a:lnTo>
                  <a:lnTo>
                    <a:pt x="9272426" y="440094"/>
                  </a:lnTo>
                  <a:lnTo>
                    <a:pt x="9216580" y="449742"/>
                  </a:lnTo>
                  <a:lnTo>
                    <a:pt x="9164542" y="460485"/>
                  </a:lnTo>
                  <a:lnTo>
                    <a:pt x="9115501" y="472409"/>
                  </a:lnTo>
                  <a:lnTo>
                    <a:pt x="9084767" y="480844"/>
                  </a:lnTo>
                  <a:lnTo>
                    <a:pt x="9031013" y="497435"/>
                  </a:lnTo>
                  <a:lnTo>
                    <a:pt x="8978980" y="515766"/>
                  </a:lnTo>
                  <a:lnTo>
                    <a:pt x="8927999" y="535861"/>
                  </a:lnTo>
                  <a:lnTo>
                    <a:pt x="8877586" y="557681"/>
                  </a:lnTo>
                  <a:lnTo>
                    <a:pt x="8827406" y="581113"/>
                  </a:lnTo>
                  <a:lnTo>
                    <a:pt x="8777251" y="605971"/>
                  </a:lnTo>
                  <a:lnTo>
                    <a:pt x="8727016" y="631995"/>
                  </a:lnTo>
                  <a:lnTo>
                    <a:pt x="8676674" y="658861"/>
                  </a:lnTo>
                  <a:lnTo>
                    <a:pt x="8626257" y="686195"/>
                  </a:lnTo>
                  <a:lnTo>
                    <a:pt x="8575829" y="713594"/>
                  </a:lnTo>
                  <a:lnTo>
                    <a:pt x="8525457" y="740654"/>
                  </a:lnTo>
                  <a:lnTo>
                    <a:pt x="8475187" y="766988"/>
                  </a:lnTo>
                  <a:lnTo>
                    <a:pt x="8425013" y="792253"/>
                  </a:lnTo>
                  <a:lnTo>
                    <a:pt x="8374859" y="816169"/>
                  </a:lnTo>
                  <a:lnTo>
                    <a:pt x="8324551" y="838524"/>
                  </a:lnTo>
                  <a:lnTo>
                    <a:pt x="8273798" y="859183"/>
                  </a:lnTo>
                  <a:lnTo>
                    <a:pt x="8222168" y="878083"/>
                  </a:lnTo>
                  <a:lnTo>
                    <a:pt x="8169055" y="895229"/>
                  </a:lnTo>
                  <a:lnTo>
                    <a:pt x="8151487" y="900391"/>
                  </a:lnTo>
                  <a:lnTo>
                    <a:pt x="8104003" y="913108"/>
                  </a:lnTo>
                  <a:lnTo>
                    <a:pt x="8054009" y="924614"/>
                  </a:lnTo>
                  <a:lnTo>
                    <a:pt x="8000743" y="934965"/>
                  </a:lnTo>
                  <a:lnTo>
                    <a:pt x="7943374" y="944257"/>
                  </a:lnTo>
                  <a:lnTo>
                    <a:pt x="7881053" y="952601"/>
                  </a:lnTo>
                  <a:lnTo>
                    <a:pt x="7812970" y="960108"/>
                  </a:lnTo>
                  <a:lnTo>
                    <a:pt x="7738434" y="966876"/>
                  </a:lnTo>
                  <a:lnTo>
                    <a:pt x="7656974" y="972990"/>
                  </a:lnTo>
                  <a:lnTo>
                    <a:pt x="7568483" y="978513"/>
                  </a:lnTo>
                  <a:lnTo>
                    <a:pt x="7473392" y="983489"/>
                  </a:lnTo>
                  <a:lnTo>
                    <a:pt x="7372861" y="987943"/>
                  </a:lnTo>
                  <a:lnTo>
                    <a:pt x="7268945" y="991882"/>
                  </a:lnTo>
                  <a:lnTo>
                    <a:pt x="7164669" y="995298"/>
                  </a:lnTo>
                  <a:lnTo>
                    <a:pt x="7063914" y="998179"/>
                  </a:lnTo>
                  <a:lnTo>
                    <a:pt x="6971068" y="1000519"/>
                  </a:lnTo>
                  <a:lnTo>
                    <a:pt x="6890409" y="1002324"/>
                  </a:lnTo>
                  <a:lnTo>
                    <a:pt x="6825349" y="1003626"/>
                  </a:lnTo>
                  <a:lnTo>
                    <a:pt x="6777713" y="1004483"/>
                  </a:lnTo>
                  <a:lnTo>
                    <a:pt x="6747284" y="1004977"/>
                  </a:lnTo>
                  <a:lnTo>
                    <a:pt x="6731706" y="1005207"/>
                  </a:lnTo>
                  <a:lnTo>
                    <a:pt x="6726692" y="1005274"/>
                  </a:lnTo>
                  <a:lnTo>
                    <a:pt x="6726343" y="1005278"/>
                  </a:lnTo>
                  <a:lnTo>
                    <a:pt x="5254955" y="1005278"/>
                  </a:lnTo>
                  <a:lnTo>
                    <a:pt x="5253730" y="1005253"/>
                  </a:lnTo>
                  <a:lnTo>
                    <a:pt x="5245687" y="1005075"/>
                  </a:lnTo>
                  <a:lnTo>
                    <a:pt x="5225460" y="1004583"/>
                  </a:lnTo>
                  <a:lnTo>
                    <a:pt x="5189412" y="1003615"/>
                  </a:lnTo>
                  <a:lnTo>
                    <a:pt x="5135913" y="1002022"/>
                  </a:lnTo>
                  <a:lnTo>
                    <a:pt x="5065462" y="999686"/>
                  </a:lnTo>
                  <a:lnTo>
                    <a:pt x="4980471" y="996527"/>
                  </a:lnTo>
                  <a:lnTo>
                    <a:pt x="4884704" y="992511"/>
                  </a:lnTo>
                  <a:lnTo>
                    <a:pt x="4782530" y="987635"/>
                  </a:lnTo>
                  <a:lnTo>
                    <a:pt x="4678198" y="981914"/>
                  </a:lnTo>
                  <a:lnTo>
                    <a:pt x="4575313" y="975368"/>
                  </a:lnTo>
                  <a:lnTo>
                    <a:pt x="4476569" y="968001"/>
                  </a:lnTo>
                  <a:lnTo>
                    <a:pt x="4383705" y="959794"/>
                  </a:lnTo>
                  <a:lnTo>
                    <a:pt x="4297622" y="950698"/>
                  </a:lnTo>
                  <a:lnTo>
                    <a:pt x="4218556" y="940634"/>
                  </a:lnTo>
                  <a:lnTo>
                    <a:pt x="4146269" y="929489"/>
                  </a:lnTo>
                  <a:lnTo>
                    <a:pt x="4080210" y="917123"/>
                  </a:lnTo>
                  <a:lnTo>
                    <a:pt x="4019646" y="903371"/>
                  </a:lnTo>
                  <a:lnTo>
                    <a:pt x="3963752" y="888055"/>
                  </a:lnTo>
                  <a:lnTo>
                    <a:pt x="3911685" y="871004"/>
                  </a:lnTo>
                  <a:lnTo>
                    <a:pt x="3862634" y="852079"/>
                  </a:lnTo>
                  <a:lnTo>
                    <a:pt x="3829811" y="837732"/>
                  </a:lnTo>
                  <a:lnTo>
                    <a:pt x="3779031" y="812795"/>
                  </a:lnTo>
                  <a:lnTo>
                    <a:pt x="3729821" y="785386"/>
                  </a:lnTo>
                  <a:lnTo>
                    <a:pt x="3681604" y="755466"/>
                  </a:lnTo>
                  <a:lnTo>
                    <a:pt x="3633953" y="723075"/>
                  </a:lnTo>
                  <a:lnTo>
                    <a:pt x="3586567" y="688345"/>
                  </a:lnTo>
                  <a:lnTo>
                    <a:pt x="3539244" y="651500"/>
                  </a:lnTo>
                  <a:lnTo>
                    <a:pt x="3491871" y="612858"/>
                  </a:lnTo>
                  <a:lnTo>
                    <a:pt x="3444405" y="572827"/>
                  </a:lnTo>
                  <a:lnTo>
                    <a:pt x="3396854" y="531883"/>
                  </a:lnTo>
                  <a:lnTo>
                    <a:pt x="3349262" y="490553"/>
                  </a:lnTo>
                  <a:lnTo>
                    <a:pt x="3301688" y="449383"/>
                  </a:lnTo>
                  <a:lnTo>
                    <a:pt x="3254183" y="408911"/>
                  </a:lnTo>
                  <a:lnTo>
                    <a:pt x="3206773" y="369638"/>
                  </a:lnTo>
                  <a:lnTo>
                    <a:pt x="3159439" y="332003"/>
                  </a:lnTo>
                  <a:lnTo>
                    <a:pt x="3112098" y="296360"/>
                  </a:lnTo>
                  <a:lnTo>
                    <a:pt x="3064587" y="262977"/>
                  </a:lnTo>
                  <a:lnTo>
                    <a:pt x="3016650" y="232020"/>
                  </a:lnTo>
                  <a:lnTo>
                    <a:pt x="2967914" y="203568"/>
                  </a:lnTo>
                  <a:lnTo>
                    <a:pt x="2917867" y="177613"/>
                  </a:lnTo>
                  <a:lnTo>
                    <a:pt x="2896531" y="167546"/>
                  </a:lnTo>
                  <a:lnTo>
                    <a:pt x="2849149" y="147273"/>
                  </a:lnTo>
                  <a:lnTo>
                    <a:pt x="2799267" y="128926"/>
                  </a:lnTo>
                  <a:lnTo>
                    <a:pt x="2746131" y="112416"/>
                  </a:lnTo>
                  <a:lnTo>
                    <a:pt x="2688915" y="97592"/>
                  </a:lnTo>
                  <a:lnTo>
                    <a:pt x="2626773" y="84277"/>
                  </a:lnTo>
                  <a:lnTo>
                    <a:pt x="2558903" y="72297"/>
                  </a:lnTo>
                  <a:lnTo>
                    <a:pt x="2484612" y="61492"/>
                  </a:lnTo>
                  <a:lnTo>
                    <a:pt x="2403431" y="51731"/>
                  </a:lnTo>
                  <a:lnTo>
                    <a:pt x="2315246" y="42912"/>
                  </a:lnTo>
                  <a:lnTo>
                    <a:pt x="2220474" y="34962"/>
                  </a:lnTo>
                  <a:lnTo>
                    <a:pt x="2120252" y="27844"/>
                  </a:lnTo>
                  <a:lnTo>
                    <a:pt x="2016601" y="21546"/>
                  </a:lnTo>
                  <a:lnTo>
                    <a:pt x="1912504" y="16079"/>
                  </a:lnTo>
                  <a:lnTo>
                    <a:pt x="1811801" y="11461"/>
                  </a:lnTo>
                  <a:lnTo>
                    <a:pt x="1718844" y="7706"/>
                  </a:lnTo>
                  <a:lnTo>
                    <a:pt x="1637901" y="4802"/>
                  </a:lnTo>
                  <a:lnTo>
                    <a:pt x="1572401" y="2700"/>
                  </a:lnTo>
                  <a:lnTo>
                    <a:pt x="1524223" y="1311"/>
                  </a:lnTo>
                  <a:lnTo>
                    <a:pt x="1493227" y="503"/>
                  </a:lnTo>
                  <a:lnTo>
                    <a:pt x="1477152" y="123"/>
                  </a:lnTo>
                  <a:lnTo>
                    <a:pt x="1471810" y="8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497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818" name="pl1818"/>
            <p:cNvSpPr/>
            <p:nvPr/>
          </p:nvSpPr>
          <p:spPr>
            <a:xfrm>
              <a:off x="4799595" y="10226835"/>
              <a:ext cx="11981298" cy="1005278"/>
            </a:xfrm>
            <a:custGeom>
              <a:avLst/>
              <a:pathLst>
                <a:path w="11981298" h="1005278">
                  <a:moveTo>
                    <a:pt x="0" y="0"/>
                  </a:moveTo>
                  <a:lnTo>
                    <a:pt x="1471387" y="0"/>
                  </a:lnTo>
                  <a:lnTo>
                    <a:pt x="1472612" y="24"/>
                  </a:lnTo>
                  <a:lnTo>
                    <a:pt x="1480655" y="202"/>
                  </a:lnTo>
                  <a:lnTo>
                    <a:pt x="1500882" y="695"/>
                  </a:lnTo>
                  <a:lnTo>
                    <a:pt x="1536930" y="1663"/>
                  </a:lnTo>
                  <a:lnTo>
                    <a:pt x="1590429" y="3256"/>
                  </a:lnTo>
                  <a:lnTo>
                    <a:pt x="1660880" y="5592"/>
                  </a:lnTo>
                  <a:lnTo>
                    <a:pt x="1745871" y="8750"/>
                  </a:lnTo>
                  <a:lnTo>
                    <a:pt x="1841638" y="12767"/>
                  </a:lnTo>
                  <a:lnTo>
                    <a:pt x="1943812" y="17643"/>
                  </a:lnTo>
                  <a:lnTo>
                    <a:pt x="2048144" y="23363"/>
                  </a:lnTo>
                  <a:lnTo>
                    <a:pt x="2151029" y="29910"/>
                  </a:lnTo>
                  <a:lnTo>
                    <a:pt x="2249773" y="37277"/>
                  </a:lnTo>
                  <a:lnTo>
                    <a:pt x="2342637" y="45484"/>
                  </a:lnTo>
                  <a:lnTo>
                    <a:pt x="2428720" y="54579"/>
                  </a:lnTo>
                  <a:lnTo>
                    <a:pt x="2507786" y="64644"/>
                  </a:lnTo>
                  <a:lnTo>
                    <a:pt x="2580074" y="75788"/>
                  </a:lnTo>
                  <a:lnTo>
                    <a:pt x="2646132" y="88155"/>
                  </a:lnTo>
                  <a:lnTo>
                    <a:pt x="2706696" y="101907"/>
                  </a:lnTo>
                  <a:lnTo>
                    <a:pt x="2762590" y="117223"/>
                  </a:lnTo>
                  <a:lnTo>
                    <a:pt x="2814657" y="134274"/>
                  </a:lnTo>
                  <a:lnTo>
                    <a:pt x="2863708" y="153199"/>
                  </a:lnTo>
                  <a:lnTo>
                    <a:pt x="2896531" y="167546"/>
                  </a:lnTo>
                  <a:lnTo>
                    <a:pt x="2947312" y="192483"/>
                  </a:lnTo>
                  <a:lnTo>
                    <a:pt x="2996522" y="219892"/>
                  </a:lnTo>
                  <a:lnTo>
                    <a:pt x="3044739" y="249812"/>
                  </a:lnTo>
                  <a:lnTo>
                    <a:pt x="3092389" y="282202"/>
                  </a:lnTo>
                  <a:lnTo>
                    <a:pt x="3139775" y="316933"/>
                  </a:lnTo>
                  <a:lnTo>
                    <a:pt x="3187098" y="353778"/>
                  </a:lnTo>
                  <a:lnTo>
                    <a:pt x="3234471" y="392420"/>
                  </a:lnTo>
                  <a:lnTo>
                    <a:pt x="3281937" y="432451"/>
                  </a:lnTo>
                  <a:lnTo>
                    <a:pt x="3329488" y="473395"/>
                  </a:lnTo>
                  <a:lnTo>
                    <a:pt x="3377080" y="514725"/>
                  </a:lnTo>
                  <a:lnTo>
                    <a:pt x="3424654" y="555895"/>
                  </a:lnTo>
                  <a:lnTo>
                    <a:pt x="3472160" y="596367"/>
                  </a:lnTo>
                  <a:lnTo>
                    <a:pt x="3519569" y="635640"/>
                  </a:lnTo>
                  <a:lnTo>
                    <a:pt x="3566903" y="673275"/>
                  </a:lnTo>
                  <a:lnTo>
                    <a:pt x="3614244" y="708917"/>
                  </a:lnTo>
                  <a:lnTo>
                    <a:pt x="3661755" y="742301"/>
                  </a:lnTo>
                  <a:lnTo>
                    <a:pt x="3709692" y="773258"/>
                  </a:lnTo>
                  <a:lnTo>
                    <a:pt x="3758429" y="801710"/>
                  </a:lnTo>
                  <a:lnTo>
                    <a:pt x="3808475" y="827665"/>
                  </a:lnTo>
                  <a:lnTo>
                    <a:pt x="3829811" y="837732"/>
                  </a:lnTo>
                  <a:lnTo>
                    <a:pt x="3877193" y="858004"/>
                  </a:lnTo>
                  <a:lnTo>
                    <a:pt x="3927075" y="876352"/>
                  </a:lnTo>
                  <a:lnTo>
                    <a:pt x="3980211" y="892862"/>
                  </a:lnTo>
                  <a:lnTo>
                    <a:pt x="4037427" y="907686"/>
                  </a:lnTo>
                  <a:lnTo>
                    <a:pt x="4099569" y="921000"/>
                  </a:lnTo>
                  <a:lnTo>
                    <a:pt x="4167440" y="932981"/>
                  </a:lnTo>
                  <a:lnTo>
                    <a:pt x="4241730" y="943786"/>
                  </a:lnTo>
                  <a:lnTo>
                    <a:pt x="4322911" y="953546"/>
                  </a:lnTo>
                  <a:lnTo>
                    <a:pt x="4411096" y="962366"/>
                  </a:lnTo>
                  <a:lnTo>
                    <a:pt x="4505868" y="970316"/>
                  </a:lnTo>
                  <a:lnTo>
                    <a:pt x="4606090" y="977434"/>
                  </a:lnTo>
                  <a:lnTo>
                    <a:pt x="4709741" y="983732"/>
                  </a:lnTo>
                  <a:lnTo>
                    <a:pt x="4813838" y="989199"/>
                  </a:lnTo>
                  <a:lnTo>
                    <a:pt x="4914541" y="993817"/>
                  </a:lnTo>
                  <a:lnTo>
                    <a:pt x="5007498" y="997572"/>
                  </a:lnTo>
                  <a:lnTo>
                    <a:pt x="5088441" y="1000476"/>
                  </a:lnTo>
                  <a:lnTo>
                    <a:pt x="5153941" y="1002577"/>
                  </a:lnTo>
                  <a:lnTo>
                    <a:pt x="5202119" y="1003967"/>
                  </a:lnTo>
                  <a:lnTo>
                    <a:pt x="5233115" y="1004775"/>
                  </a:lnTo>
                  <a:lnTo>
                    <a:pt x="5249190" y="1005155"/>
                  </a:lnTo>
                  <a:lnTo>
                    <a:pt x="5254532" y="1005270"/>
                  </a:lnTo>
                  <a:lnTo>
                    <a:pt x="5254955" y="1005278"/>
                  </a:lnTo>
                  <a:lnTo>
                    <a:pt x="6726343" y="1005278"/>
                  </a:lnTo>
                  <a:lnTo>
                    <a:pt x="6727575" y="1005263"/>
                  </a:lnTo>
                  <a:lnTo>
                    <a:pt x="6735666" y="1005150"/>
                  </a:lnTo>
                  <a:lnTo>
                    <a:pt x="6756011" y="1004840"/>
                  </a:lnTo>
                  <a:lnTo>
                    <a:pt x="6792259" y="1004230"/>
                  </a:lnTo>
                  <a:lnTo>
                    <a:pt x="6846034" y="1003227"/>
                  </a:lnTo>
                  <a:lnTo>
                    <a:pt x="6916815" y="1001756"/>
                  </a:lnTo>
                  <a:lnTo>
                    <a:pt x="7002156" y="999767"/>
                  </a:lnTo>
                  <a:lnTo>
                    <a:pt x="7098256" y="997239"/>
                  </a:lnTo>
                  <a:lnTo>
                    <a:pt x="7200717" y="994171"/>
                  </a:lnTo>
                  <a:lnTo>
                    <a:pt x="7305269" y="990572"/>
                  </a:lnTo>
                  <a:lnTo>
                    <a:pt x="7408302" y="986454"/>
                  </a:lnTo>
                  <a:lnTo>
                    <a:pt x="7507127" y="981820"/>
                  </a:lnTo>
                  <a:lnTo>
                    <a:pt x="7600015" y="976658"/>
                  </a:lnTo>
                  <a:lnTo>
                    <a:pt x="7686081" y="970935"/>
                  </a:lnTo>
                  <a:lnTo>
                    <a:pt x="7765101" y="964603"/>
                  </a:lnTo>
                  <a:lnTo>
                    <a:pt x="7837328" y="957588"/>
                  </a:lnTo>
                  <a:lnTo>
                    <a:pt x="7903322" y="949802"/>
                  </a:lnTo>
                  <a:lnTo>
                    <a:pt x="7963827" y="941141"/>
                  </a:lnTo>
                  <a:lnTo>
                    <a:pt x="8019674" y="931494"/>
                  </a:lnTo>
                  <a:lnTo>
                    <a:pt x="8071711" y="920751"/>
                  </a:lnTo>
                  <a:lnTo>
                    <a:pt x="8120752" y="908827"/>
                  </a:lnTo>
                  <a:lnTo>
                    <a:pt x="8151487" y="900391"/>
                  </a:lnTo>
                  <a:lnTo>
                    <a:pt x="8205241" y="883801"/>
                  </a:lnTo>
                  <a:lnTo>
                    <a:pt x="8257273" y="865470"/>
                  </a:lnTo>
                  <a:lnTo>
                    <a:pt x="8308254" y="845374"/>
                  </a:lnTo>
                  <a:lnTo>
                    <a:pt x="8358668" y="823555"/>
                  </a:lnTo>
                  <a:lnTo>
                    <a:pt x="8408847" y="800123"/>
                  </a:lnTo>
                  <a:lnTo>
                    <a:pt x="8459002" y="775265"/>
                  </a:lnTo>
                  <a:lnTo>
                    <a:pt x="8509237" y="749241"/>
                  </a:lnTo>
                  <a:lnTo>
                    <a:pt x="8559580" y="722375"/>
                  </a:lnTo>
                  <a:lnTo>
                    <a:pt x="8609996" y="695041"/>
                  </a:lnTo>
                  <a:lnTo>
                    <a:pt x="8660425" y="667641"/>
                  </a:lnTo>
                  <a:lnTo>
                    <a:pt x="8710796" y="640582"/>
                  </a:lnTo>
                  <a:lnTo>
                    <a:pt x="8761067" y="614248"/>
                  </a:lnTo>
                  <a:lnTo>
                    <a:pt x="8811240" y="588982"/>
                  </a:lnTo>
                  <a:lnTo>
                    <a:pt x="8861394" y="565067"/>
                  </a:lnTo>
                  <a:lnTo>
                    <a:pt x="8911702" y="542712"/>
                  </a:lnTo>
                  <a:lnTo>
                    <a:pt x="8962456" y="522053"/>
                  </a:lnTo>
                  <a:lnTo>
                    <a:pt x="9014086" y="503153"/>
                  </a:lnTo>
                  <a:lnTo>
                    <a:pt x="9067198" y="486007"/>
                  </a:lnTo>
                  <a:lnTo>
                    <a:pt x="9084767" y="480844"/>
                  </a:lnTo>
                  <a:lnTo>
                    <a:pt x="9132250" y="468128"/>
                  </a:lnTo>
                  <a:lnTo>
                    <a:pt x="9182245" y="456622"/>
                  </a:lnTo>
                  <a:lnTo>
                    <a:pt x="9235511" y="446271"/>
                  </a:lnTo>
                  <a:lnTo>
                    <a:pt x="9292879" y="436979"/>
                  </a:lnTo>
                  <a:lnTo>
                    <a:pt x="9355200" y="428634"/>
                  </a:lnTo>
                  <a:lnTo>
                    <a:pt x="9423283" y="421128"/>
                  </a:lnTo>
                  <a:lnTo>
                    <a:pt x="9497819" y="414359"/>
                  </a:lnTo>
                  <a:lnTo>
                    <a:pt x="9579279" y="408246"/>
                  </a:lnTo>
                  <a:lnTo>
                    <a:pt x="9667771" y="402723"/>
                  </a:lnTo>
                  <a:lnTo>
                    <a:pt x="9762862" y="397746"/>
                  </a:lnTo>
                  <a:lnTo>
                    <a:pt x="9863393" y="393292"/>
                  </a:lnTo>
                  <a:lnTo>
                    <a:pt x="9967308" y="389354"/>
                  </a:lnTo>
                  <a:lnTo>
                    <a:pt x="10071584" y="385938"/>
                  </a:lnTo>
                  <a:lnTo>
                    <a:pt x="10172339" y="383056"/>
                  </a:lnTo>
                  <a:lnTo>
                    <a:pt x="10265186" y="380717"/>
                  </a:lnTo>
                  <a:lnTo>
                    <a:pt x="10345844" y="378912"/>
                  </a:lnTo>
                  <a:lnTo>
                    <a:pt x="10410904" y="377610"/>
                  </a:lnTo>
                  <a:lnTo>
                    <a:pt x="10458540" y="376753"/>
                  </a:lnTo>
                  <a:lnTo>
                    <a:pt x="10488969" y="376259"/>
                  </a:lnTo>
                  <a:lnTo>
                    <a:pt x="10504547" y="376029"/>
                  </a:lnTo>
                  <a:lnTo>
                    <a:pt x="10509561" y="375962"/>
                  </a:lnTo>
                  <a:lnTo>
                    <a:pt x="10509911" y="375957"/>
                  </a:lnTo>
                  <a:lnTo>
                    <a:pt x="11981298" y="37595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19" name="pl1819"/>
            <p:cNvSpPr/>
            <p:nvPr/>
          </p:nvSpPr>
          <p:spPr>
            <a:xfrm>
              <a:off x="4799595" y="10218662"/>
              <a:ext cx="11981298" cy="1005278"/>
            </a:xfrm>
            <a:custGeom>
              <a:avLst/>
              <a:pathLst>
                <a:path w="11981298" h="1005278">
                  <a:moveTo>
                    <a:pt x="11981298" y="375957"/>
                  </a:moveTo>
                  <a:lnTo>
                    <a:pt x="10509911" y="375957"/>
                  </a:lnTo>
                  <a:lnTo>
                    <a:pt x="10508678" y="375973"/>
                  </a:lnTo>
                  <a:lnTo>
                    <a:pt x="10500587" y="376085"/>
                  </a:lnTo>
                  <a:lnTo>
                    <a:pt x="10480243" y="376395"/>
                  </a:lnTo>
                  <a:lnTo>
                    <a:pt x="10443995" y="377005"/>
                  </a:lnTo>
                  <a:lnTo>
                    <a:pt x="10390219" y="378009"/>
                  </a:lnTo>
                  <a:lnTo>
                    <a:pt x="10319438" y="379480"/>
                  </a:lnTo>
                  <a:lnTo>
                    <a:pt x="10234097" y="381468"/>
                  </a:lnTo>
                  <a:lnTo>
                    <a:pt x="10137997" y="383996"/>
                  </a:lnTo>
                  <a:lnTo>
                    <a:pt x="10035536" y="387065"/>
                  </a:lnTo>
                  <a:lnTo>
                    <a:pt x="9930984" y="390664"/>
                  </a:lnTo>
                  <a:lnTo>
                    <a:pt x="9827951" y="394782"/>
                  </a:lnTo>
                  <a:lnTo>
                    <a:pt x="9729126" y="399416"/>
                  </a:lnTo>
                  <a:lnTo>
                    <a:pt x="9636238" y="404578"/>
                  </a:lnTo>
                  <a:lnTo>
                    <a:pt x="9550172" y="410300"/>
                  </a:lnTo>
                  <a:lnTo>
                    <a:pt x="9471152" y="416633"/>
                  </a:lnTo>
                  <a:lnTo>
                    <a:pt x="9398925" y="423648"/>
                  </a:lnTo>
                  <a:lnTo>
                    <a:pt x="9332931" y="431434"/>
                  </a:lnTo>
                  <a:lnTo>
                    <a:pt x="9272426" y="440094"/>
                  </a:lnTo>
                  <a:lnTo>
                    <a:pt x="9216580" y="449742"/>
                  </a:lnTo>
                  <a:lnTo>
                    <a:pt x="9164542" y="460485"/>
                  </a:lnTo>
                  <a:lnTo>
                    <a:pt x="9115501" y="472409"/>
                  </a:lnTo>
                  <a:lnTo>
                    <a:pt x="9084767" y="480844"/>
                  </a:lnTo>
                  <a:lnTo>
                    <a:pt x="9031013" y="497435"/>
                  </a:lnTo>
                  <a:lnTo>
                    <a:pt x="8978980" y="515766"/>
                  </a:lnTo>
                  <a:lnTo>
                    <a:pt x="8927999" y="535861"/>
                  </a:lnTo>
                  <a:lnTo>
                    <a:pt x="8877586" y="557681"/>
                  </a:lnTo>
                  <a:lnTo>
                    <a:pt x="8827406" y="581113"/>
                  </a:lnTo>
                  <a:lnTo>
                    <a:pt x="8777251" y="605971"/>
                  </a:lnTo>
                  <a:lnTo>
                    <a:pt x="8727016" y="631995"/>
                  </a:lnTo>
                  <a:lnTo>
                    <a:pt x="8676674" y="658861"/>
                  </a:lnTo>
                  <a:lnTo>
                    <a:pt x="8626257" y="686195"/>
                  </a:lnTo>
                  <a:lnTo>
                    <a:pt x="8575829" y="713594"/>
                  </a:lnTo>
                  <a:lnTo>
                    <a:pt x="8525457" y="740654"/>
                  </a:lnTo>
                  <a:lnTo>
                    <a:pt x="8475187" y="766988"/>
                  </a:lnTo>
                  <a:lnTo>
                    <a:pt x="8425013" y="792253"/>
                  </a:lnTo>
                  <a:lnTo>
                    <a:pt x="8374859" y="816169"/>
                  </a:lnTo>
                  <a:lnTo>
                    <a:pt x="8324551" y="838524"/>
                  </a:lnTo>
                  <a:lnTo>
                    <a:pt x="8273798" y="859183"/>
                  </a:lnTo>
                  <a:lnTo>
                    <a:pt x="8222168" y="878083"/>
                  </a:lnTo>
                  <a:lnTo>
                    <a:pt x="8169055" y="895229"/>
                  </a:lnTo>
                  <a:lnTo>
                    <a:pt x="8151487" y="900391"/>
                  </a:lnTo>
                  <a:lnTo>
                    <a:pt x="8104003" y="913108"/>
                  </a:lnTo>
                  <a:lnTo>
                    <a:pt x="8054009" y="924614"/>
                  </a:lnTo>
                  <a:lnTo>
                    <a:pt x="8000743" y="934965"/>
                  </a:lnTo>
                  <a:lnTo>
                    <a:pt x="7943374" y="944257"/>
                  </a:lnTo>
                  <a:lnTo>
                    <a:pt x="7881053" y="952601"/>
                  </a:lnTo>
                  <a:lnTo>
                    <a:pt x="7812970" y="960108"/>
                  </a:lnTo>
                  <a:lnTo>
                    <a:pt x="7738434" y="966876"/>
                  </a:lnTo>
                  <a:lnTo>
                    <a:pt x="7656974" y="972990"/>
                  </a:lnTo>
                  <a:lnTo>
                    <a:pt x="7568483" y="978513"/>
                  </a:lnTo>
                  <a:lnTo>
                    <a:pt x="7473392" y="983489"/>
                  </a:lnTo>
                  <a:lnTo>
                    <a:pt x="7372861" y="987943"/>
                  </a:lnTo>
                  <a:lnTo>
                    <a:pt x="7268945" y="991882"/>
                  </a:lnTo>
                  <a:lnTo>
                    <a:pt x="7164669" y="995298"/>
                  </a:lnTo>
                  <a:lnTo>
                    <a:pt x="7063914" y="998179"/>
                  </a:lnTo>
                  <a:lnTo>
                    <a:pt x="6971068" y="1000519"/>
                  </a:lnTo>
                  <a:lnTo>
                    <a:pt x="6890409" y="1002324"/>
                  </a:lnTo>
                  <a:lnTo>
                    <a:pt x="6825349" y="1003626"/>
                  </a:lnTo>
                  <a:lnTo>
                    <a:pt x="6777713" y="1004483"/>
                  </a:lnTo>
                  <a:lnTo>
                    <a:pt x="6747284" y="1004977"/>
                  </a:lnTo>
                  <a:lnTo>
                    <a:pt x="6731706" y="1005207"/>
                  </a:lnTo>
                  <a:lnTo>
                    <a:pt x="6726692" y="1005274"/>
                  </a:lnTo>
                  <a:lnTo>
                    <a:pt x="6726343" y="1005278"/>
                  </a:lnTo>
                  <a:lnTo>
                    <a:pt x="5254955" y="1005278"/>
                  </a:lnTo>
                  <a:lnTo>
                    <a:pt x="5253730" y="1005253"/>
                  </a:lnTo>
                  <a:lnTo>
                    <a:pt x="5245687" y="1005075"/>
                  </a:lnTo>
                  <a:lnTo>
                    <a:pt x="5225460" y="1004583"/>
                  </a:lnTo>
                  <a:lnTo>
                    <a:pt x="5189412" y="1003615"/>
                  </a:lnTo>
                  <a:lnTo>
                    <a:pt x="5135913" y="1002022"/>
                  </a:lnTo>
                  <a:lnTo>
                    <a:pt x="5065462" y="999686"/>
                  </a:lnTo>
                  <a:lnTo>
                    <a:pt x="4980471" y="996527"/>
                  </a:lnTo>
                  <a:lnTo>
                    <a:pt x="4884704" y="992511"/>
                  </a:lnTo>
                  <a:lnTo>
                    <a:pt x="4782530" y="987635"/>
                  </a:lnTo>
                  <a:lnTo>
                    <a:pt x="4678198" y="981914"/>
                  </a:lnTo>
                  <a:lnTo>
                    <a:pt x="4575313" y="975368"/>
                  </a:lnTo>
                  <a:lnTo>
                    <a:pt x="4476569" y="968001"/>
                  </a:lnTo>
                  <a:lnTo>
                    <a:pt x="4383705" y="959794"/>
                  </a:lnTo>
                  <a:lnTo>
                    <a:pt x="4297622" y="950698"/>
                  </a:lnTo>
                  <a:lnTo>
                    <a:pt x="4218556" y="940634"/>
                  </a:lnTo>
                  <a:lnTo>
                    <a:pt x="4146269" y="929489"/>
                  </a:lnTo>
                  <a:lnTo>
                    <a:pt x="4080210" y="917123"/>
                  </a:lnTo>
                  <a:lnTo>
                    <a:pt x="4019646" y="903371"/>
                  </a:lnTo>
                  <a:lnTo>
                    <a:pt x="3963752" y="888055"/>
                  </a:lnTo>
                  <a:lnTo>
                    <a:pt x="3911685" y="871004"/>
                  </a:lnTo>
                  <a:lnTo>
                    <a:pt x="3862634" y="852079"/>
                  </a:lnTo>
                  <a:lnTo>
                    <a:pt x="3829811" y="837732"/>
                  </a:lnTo>
                  <a:lnTo>
                    <a:pt x="3779031" y="812795"/>
                  </a:lnTo>
                  <a:lnTo>
                    <a:pt x="3729821" y="785386"/>
                  </a:lnTo>
                  <a:lnTo>
                    <a:pt x="3681604" y="755466"/>
                  </a:lnTo>
                  <a:lnTo>
                    <a:pt x="3633953" y="723075"/>
                  </a:lnTo>
                  <a:lnTo>
                    <a:pt x="3586567" y="688345"/>
                  </a:lnTo>
                  <a:lnTo>
                    <a:pt x="3539244" y="651500"/>
                  </a:lnTo>
                  <a:lnTo>
                    <a:pt x="3491871" y="612858"/>
                  </a:lnTo>
                  <a:lnTo>
                    <a:pt x="3444405" y="572827"/>
                  </a:lnTo>
                  <a:lnTo>
                    <a:pt x="3396854" y="531883"/>
                  </a:lnTo>
                  <a:lnTo>
                    <a:pt x="3349262" y="490553"/>
                  </a:lnTo>
                  <a:lnTo>
                    <a:pt x="3301688" y="449383"/>
                  </a:lnTo>
                  <a:lnTo>
                    <a:pt x="3254183" y="408911"/>
                  </a:lnTo>
                  <a:lnTo>
                    <a:pt x="3206773" y="369638"/>
                  </a:lnTo>
                  <a:lnTo>
                    <a:pt x="3159439" y="332003"/>
                  </a:lnTo>
                  <a:lnTo>
                    <a:pt x="3112098" y="296360"/>
                  </a:lnTo>
                  <a:lnTo>
                    <a:pt x="3064587" y="262977"/>
                  </a:lnTo>
                  <a:lnTo>
                    <a:pt x="3016650" y="232020"/>
                  </a:lnTo>
                  <a:lnTo>
                    <a:pt x="2967914" y="203568"/>
                  </a:lnTo>
                  <a:lnTo>
                    <a:pt x="2917867" y="177613"/>
                  </a:lnTo>
                  <a:lnTo>
                    <a:pt x="2896531" y="167546"/>
                  </a:lnTo>
                  <a:lnTo>
                    <a:pt x="2849149" y="147273"/>
                  </a:lnTo>
                  <a:lnTo>
                    <a:pt x="2799267" y="128926"/>
                  </a:lnTo>
                  <a:lnTo>
                    <a:pt x="2746131" y="112416"/>
                  </a:lnTo>
                  <a:lnTo>
                    <a:pt x="2688915" y="97592"/>
                  </a:lnTo>
                  <a:lnTo>
                    <a:pt x="2626773" y="84277"/>
                  </a:lnTo>
                  <a:lnTo>
                    <a:pt x="2558903" y="72297"/>
                  </a:lnTo>
                  <a:lnTo>
                    <a:pt x="2484612" y="61492"/>
                  </a:lnTo>
                  <a:lnTo>
                    <a:pt x="2403431" y="51731"/>
                  </a:lnTo>
                  <a:lnTo>
                    <a:pt x="2315246" y="42912"/>
                  </a:lnTo>
                  <a:lnTo>
                    <a:pt x="2220474" y="34962"/>
                  </a:lnTo>
                  <a:lnTo>
                    <a:pt x="2120252" y="27844"/>
                  </a:lnTo>
                  <a:lnTo>
                    <a:pt x="2016601" y="21546"/>
                  </a:lnTo>
                  <a:lnTo>
                    <a:pt x="1912504" y="16079"/>
                  </a:lnTo>
                  <a:lnTo>
                    <a:pt x="1811801" y="11461"/>
                  </a:lnTo>
                  <a:lnTo>
                    <a:pt x="1718844" y="7706"/>
                  </a:lnTo>
                  <a:lnTo>
                    <a:pt x="1637901" y="4802"/>
                  </a:lnTo>
                  <a:lnTo>
                    <a:pt x="1572401" y="2700"/>
                  </a:lnTo>
                  <a:lnTo>
                    <a:pt x="1524223" y="1311"/>
                  </a:lnTo>
                  <a:lnTo>
                    <a:pt x="1493227" y="503"/>
                  </a:lnTo>
                  <a:lnTo>
                    <a:pt x="1477152" y="123"/>
                  </a:lnTo>
                  <a:lnTo>
                    <a:pt x="1471810" y="8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20" name="pg1820"/>
            <p:cNvSpPr/>
            <p:nvPr/>
          </p:nvSpPr>
          <p:spPr>
            <a:xfrm>
              <a:off x="4799595" y="3001904"/>
              <a:ext cx="11981298" cy="7085989"/>
            </a:xfrm>
            <a:custGeom>
              <a:avLst/>
              <a:pathLst>
                <a:path w="11981298" h="7085989">
                  <a:moveTo>
                    <a:pt x="0" y="7085989"/>
                  </a:moveTo>
                  <a:lnTo>
                    <a:pt x="1471387" y="7085989"/>
                  </a:lnTo>
                  <a:lnTo>
                    <a:pt x="1472136" y="7085883"/>
                  </a:lnTo>
                  <a:lnTo>
                    <a:pt x="1477104" y="7085127"/>
                  </a:lnTo>
                  <a:lnTo>
                    <a:pt x="1489769" y="7083041"/>
                  </a:lnTo>
                  <a:lnTo>
                    <a:pt x="1512765" y="7078926"/>
                  </a:lnTo>
                  <a:lnTo>
                    <a:pt x="1547760" y="7072105"/>
                  </a:lnTo>
                  <a:lnTo>
                    <a:pt x="1595343" y="7061976"/>
                  </a:lnTo>
                  <a:lnTo>
                    <a:pt x="1655011" y="7048052"/>
                  </a:lnTo>
                  <a:lnTo>
                    <a:pt x="1725290" y="7030001"/>
                  </a:lnTo>
                  <a:lnTo>
                    <a:pt x="1803977" y="7007644"/>
                  </a:lnTo>
                  <a:lnTo>
                    <a:pt x="1888470" y="6980933"/>
                  </a:lnTo>
                  <a:lnTo>
                    <a:pt x="1976098" y="6949915"/>
                  </a:lnTo>
                  <a:lnTo>
                    <a:pt x="2064394" y="6914672"/>
                  </a:lnTo>
                  <a:lnTo>
                    <a:pt x="2151291" y="6875276"/>
                  </a:lnTo>
                  <a:lnTo>
                    <a:pt x="2235202" y="6831741"/>
                  </a:lnTo>
                  <a:lnTo>
                    <a:pt x="2315033" y="6783997"/>
                  </a:lnTo>
                  <a:lnTo>
                    <a:pt x="2390134" y="6731869"/>
                  </a:lnTo>
                  <a:lnTo>
                    <a:pt x="2460227" y="6675065"/>
                  </a:lnTo>
                  <a:lnTo>
                    <a:pt x="2525320" y="6613179"/>
                  </a:lnTo>
                  <a:lnTo>
                    <a:pt x="2585628" y="6545691"/>
                  </a:lnTo>
                  <a:lnTo>
                    <a:pt x="2641510" y="6471983"/>
                  </a:lnTo>
                  <a:lnTo>
                    <a:pt x="2693413" y="6391350"/>
                  </a:lnTo>
                  <a:lnTo>
                    <a:pt x="2741834" y="6303039"/>
                  </a:lnTo>
                  <a:lnTo>
                    <a:pt x="2787285" y="6206291"/>
                  </a:lnTo>
                  <a:lnTo>
                    <a:pt x="2830272" y="6100424"/>
                  </a:lnTo>
                  <a:lnTo>
                    <a:pt x="2871271" y="5984949"/>
                  </a:lnTo>
                  <a:lnTo>
                    <a:pt x="2896531" y="5906353"/>
                  </a:lnTo>
                  <a:lnTo>
                    <a:pt x="2921590" y="5822680"/>
                  </a:lnTo>
                  <a:lnTo>
                    <a:pt x="2946189" y="5734921"/>
                  </a:lnTo>
                  <a:lnTo>
                    <a:pt x="2970412" y="5643000"/>
                  </a:lnTo>
                  <a:lnTo>
                    <a:pt x="2994332" y="5546867"/>
                  </a:lnTo>
                  <a:lnTo>
                    <a:pt x="3018012" y="5446503"/>
                  </a:lnTo>
                  <a:lnTo>
                    <a:pt x="3041506" y="5341920"/>
                  </a:lnTo>
                  <a:lnTo>
                    <a:pt x="3064860" y="5233163"/>
                  </a:lnTo>
                  <a:lnTo>
                    <a:pt x="3088115" y="5120315"/>
                  </a:lnTo>
                  <a:lnTo>
                    <a:pt x="3111302" y="5003496"/>
                  </a:lnTo>
                  <a:lnTo>
                    <a:pt x="3134450" y="4882862"/>
                  </a:lnTo>
                  <a:lnTo>
                    <a:pt x="3157580" y="4758610"/>
                  </a:lnTo>
                  <a:lnTo>
                    <a:pt x="3180708" y="4630974"/>
                  </a:lnTo>
                  <a:lnTo>
                    <a:pt x="3203846" y="4500228"/>
                  </a:lnTo>
                  <a:lnTo>
                    <a:pt x="3227003" y="4366678"/>
                  </a:lnTo>
                  <a:lnTo>
                    <a:pt x="3250183" y="4230666"/>
                  </a:lnTo>
                  <a:lnTo>
                    <a:pt x="3273386" y="4092564"/>
                  </a:lnTo>
                  <a:lnTo>
                    <a:pt x="3296610" y="3952769"/>
                  </a:lnTo>
                  <a:lnTo>
                    <a:pt x="3319853" y="3811702"/>
                  </a:lnTo>
                  <a:lnTo>
                    <a:pt x="3343109" y="3669798"/>
                  </a:lnTo>
                  <a:lnTo>
                    <a:pt x="3366371" y="3527503"/>
                  </a:lnTo>
                  <a:lnTo>
                    <a:pt x="3389631" y="3385271"/>
                  </a:lnTo>
                  <a:lnTo>
                    <a:pt x="3412884" y="3243553"/>
                  </a:lnTo>
                  <a:lnTo>
                    <a:pt x="3436122" y="3102793"/>
                  </a:lnTo>
                  <a:lnTo>
                    <a:pt x="3459341" y="2963423"/>
                  </a:lnTo>
                  <a:lnTo>
                    <a:pt x="3482538" y="2825857"/>
                  </a:lnTo>
                  <a:lnTo>
                    <a:pt x="3505711" y="2690487"/>
                  </a:lnTo>
                  <a:lnTo>
                    <a:pt x="3528862" y="2557675"/>
                  </a:lnTo>
                  <a:lnTo>
                    <a:pt x="3551997" y="2427755"/>
                  </a:lnTo>
                  <a:lnTo>
                    <a:pt x="3575124" y="2301025"/>
                  </a:lnTo>
                  <a:lnTo>
                    <a:pt x="3598257" y="2177746"/>
                  </a:lnTo>
                  <a:lnTo>
                    <a:pt x="3621413" y="2058144"/>
                  </a:lnTo>
                  <a:lnTo>
                    <a:pt x="3644616" y="1942403"/>
                  </a:lnTo>
                  <a:lnTo>
                    <a:pt x="3667895" y="1830670"/>
                  </a:lnTo>
                  <a:lnTo>
                    <a:pt x="3691283" y="1723055"/>
                  </a:lnTo>
                  <a:lnTo>
                    <a:pt x="3714823" y="1619629"/>
                  </a:lnTo>
                  <a:lnTo>
                    <a:pt x="3738563" y="1520429"/>
                  </a:lnTo>
                  <a:lnTo>
                    <a:pt x="3762560" y="1425458"/>
                  </a:lnTo>
                  <a:lnTo>
                    <a:pt x="3786879" y="1334687"/>
                  </a:lnTo>
                  <a:lnTo>
                    <a:pt x="3811596" y="1248061"/>
                  </a:lnTo>
                  <a:lnTo>
                    <a:pt x="3829811" y="1187809"/>
                  </a:lnTo>
                  <a:lnTo>
                    <a:pt x="3869768" y="1066120"/>
                  </a:lnTo>
                  <a:lnTo>
                    <a:pt x="3911437" y="954174"/>
                  </a:lnTo>
                  <a:lnTo>
                    <a:pt x="3955262" y="851691"/>
                  </a:lnTo>
                  <a:lnTo>
                    <a:pt x="4001733" y="758094"/>
                  </a:lnTo>
                  <a:lnTo>
                    <a:pt x="4051361" y="672662"/>
                  </a:lnTo>
                  <a:lnTo>
                    <a:pt x="4104655" y="594631"/>
                  </a:lnTo>
                  <a:lnTo>
                    <a:pt x="4162097" y="523260"/>
                  </a:lnTo>
                  <a:lnTo>
                    <a:pt x="4224109" y="457875"/>
                  </a:lnTo>
                  <a:lnTo>
                    <a:pt x="4291003" y="397890"/>
                  </a:lnTo>
                  <a:lnTo>
                    <a:pt x="4362928" y="342826"/>
                  </a:lnTo>
                  <a:lnTo>
                    <a:pt x="4439798" y="292319"/>
                  </a:lnTo>
                  <a:lnTo>
                    <a:pt x="4521208" y="246119"/>
                  </a:lnTo>
                  <a:lnTo>
                    <a:pt x="4606356" y="204092"/>
                  </a:lnTo>
                  <a:lnTo>
                    <a:pt x="4693972" y="166199"/>
                  </a:lnTo>
                  <a:lnTo>
                    <a:pt x="4782288" y="132481"/>
                  </a:lnTo>
                  <a:lnTo>
                    <a:pt x="4869077" y="103020"/>
                  </a:lnTo>
                  <a:lnTo>
                    <a:pt x="4951773" y="77890"/>
                  </a:lnTo>
                  <a:lnTo>
                    <a:pt x="5027692" y="57109"/>
                  </a:lnTo>
                  <a:lnTo>
                    <a:pt x="5094338" y="40586"/>
                  </a:lnTo>
                  <a:lnTo>
                    <a:pt x="5149738" y="28089"/>
                  </a:lnTo>
                  <a:lnTo>
                    <a:pt x="5192748" y="19225"/>
                  </a:lnTo>
                  <a:lnTo>
                    <a:pt x="5223256" y="13462"/>
                  </a:lnTo>
                  <a:lnTo>
                    <a:pt x="5242252" y="10165"/>
                  </a:lnTo>
                  <a:lnTo>
                    <a:pt x="5251768" y="8642"/>
                  </a:lnTo>
                  <a:lnTo>
                    <a:pt x="5254758" y="8200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209" y="8263"/>
                  </a:lnTo>
                  <a:lnTo>
                    <a:pt x="6732936" y="8911"/>
                  </a:lnTo>
                  <a:lnTo>
                    <a:pt x="6747485" y="10698"/>
                  </a:lnTo>
                  <a:lnTo>
                    <a:pt x="6773774" y="14223"/>
                  </a:lnTo>
                  <a:lnTo>
                    <a:pt x="6813519" y="20054"/>
                  </a:lnTo>
                  <a:lnTo>
                    <a:pt x="6867114" y="28689"/>
                  </a:lnTo>
                  <a:lnTo>
                    <a:pt x="6933645" y="40506"/>
                  </a:lnTo>
                  <a:lnTo>
                    <a:pt x="7011094" y="55748"/>
                  </a:lnTo>
                  <a:lnTo>
                    <a:pt x="7096693" y="74522"/>
                  </a:lnTo>
                  <a:lnTo>
                    <a:pt x="7187350" y="96829"/>
                  </a:lnTo>
                  <a:lnTo>
                    <a:pt x="7280053" y="122611"/>
                  </a:lnTo>
                  <a:lnTo>
                    <a:pt x="7372173" y="151796"/>
                  </a:lnTo>
                  <a:lnTo>
                    <a:pt x="7461628" y="184348"/>
                  </a:lnTo>
                  <a:lnTo>
                    <a:pt x="7546943" y="220299"/>
                  </a:lnTo>
                  <a:lnTo>
                    <a:pt x="7627208" y="259768"/>
                  </a:lnTo>
                  <a:lnTo>
                    <a:pt x="7701993" y="302978"/>
                  </a:lnTo>
                  <a:lnTo>
                    <a:pt x="7771241" y="350255"/>
                  </a:lnTo>
                  <a:lnTo>
                    <a:pt x="7835167" y="402027"/>
                  </a:lnTo>
                  <a:lnTo>
                    <a:pt x="7894168" y="458814"/>
                  </a:lnTo>
                  <a:lnTo>
                    <a:pt x="7948757" y="521213"/>
                  </a:lnTo>
                  <a:lnTo>
                    <a:pt x="7999509" y="589868"/>
                  </a:lnTo>
                  <a:lnTo>
                    <a:pt x="8047017" y="665425"/>
                  </a:lnTo>
                  <a:lnTo>
                    <a:pt x="8091865" y="748457"/>
                  </a:lnTo>
                  <a:lnTo>
                    <a:pt x="8134597" y="839350"/>
                  </a:lnTo>
                  <a:lnTo>
                    <a:pt x="8151487" y="878597"/>
                  </a:lnTo>
                  <a:lnTo>
                    <a:pt x="8180390" y="950185"/>
                  </a:lnTo>
                  <a:lnTo>
                    <a:pt x="8208698" y="1025809"/>
                  </a:lnTo>
                  <a:lnTo>
                    <a:pt x="8236535" y="1105548"/>
                  </a:lnTo>
                  <a:lnTo>
                    <a:pt x="8264009" y="1189447"/>
                  </a:lnTo>
                  <a:lnTo>
                    <a:pt x="8291207" y="1277507"/>
                  </a:lnTo>
                  <a:lnTo>
                    <a:pt x="8318206" y="1369688"/>
                  </a:lnTo>
                  <a:lnTo>
                    <a:pt x="8345069" y="1465903"/>
                  </a:lnTo>
                  <a:lnTo>
                    <a:pt x="8371845" y="1566016"/>
                  </a:lnTo>
                  <a:lnTo>
                    <a:pt x="8398576" y="1669840"/>
                  </a:lnTo>
                  <a:lnTo>
                    <a:pt x="8425292" y="1777139"/>
                  </a:lnTo>
                  <a:lnTo>
                    <a:pt x="8452015" y="1887624"/>
                  </a:lnTo>
                  <a:lnTo>
                    <a:pt x="8478759" y="2000962"/>
                  </a:lnTo>
                  <a:lnTo>
                    <a:pt x="8505534" y="2116770"/>
                  </a:lnTo>
                  <a:lnTo>
                    <a:pt x="8532339" y="2234630"/>
                  </a:lnTo>
                  <a:lnTo>
                    <a:pt x="8559173" y="2354085"/>
                  </a:lnTo>
                  <a:lnTo>
                    <a:pt x="8586029" y="2474655"/>
                  </a:lnTo>
                  <a:lnTo>
                    <a:pt x="8612898" y="2595837"/>
                  </a:lnTo>
                  <a:lnTo>
                    <a:pt x="8639768" y="2717119"/>
                  </a:lnTo>
                  <a:lnTo>
                    <a:pt x="8666630" y="2837988"/>
                  </a:lnTo>
                  <a:lnTo>
                    <a:pt x="8693474" y="2957935"/>
                  </a:lnTo>
                  <a:lnTo>
                    <a:pt x="8720291" y="3076472"/>
                  </a:lnTo>
                  <a:lnTo>
                    <a:pt x="8747078" y="3193131"/>
                  </a:lnTo>
                  <a:lnTo>
                    <a:pt x="8773833" y="3307477"/>
                  </a:lnTo>
                  <a:lnTo>
                    <a:pt x="8800564" y="3419115"/>
                  </a:lnTo>
                  <a:lnTo>
                    <a:pt x="8827280" y="3527691"/>
                  </a:lnTo>
                  <a:lnTo>
                    <a:pt x="8854002" y="3632899"/>
                  </a:lnTo>
                  <a:lnTo>
                    <a:pt x="8880756" y="3734481"/>
                  </a:lnTo>
                  <a:lnTo>
                    <a:pt x="8907579" y="3832232"/>
                  </a:lnTo>
                  <a:lnTo>
                    <a:pt x="8934519" y="3925996"/>
                  </a:lnTo>
                  <a:lnTo>
                    <a:pt x="8961631" y="4015667"/>
                  </a:lnTo>
                  <a:lnTo>
                    <a:pt x="8988988" y="4101187"/>
                  </a:lnTo>
                  <a:lnTo>
                    <a:pt x="9016672" y="4182542"/>
                  </a:lnTo>
                  <a:lnTo>
                    <a:pt x="9044783" y="4259760"/>
                  </a:lnTo>
                  <a:lnTo>
                    <a:pt x="9073439" y="4332907"/>
                  </a:lnTo>
                  <a:lnTo>
                    <a:pt x="9084767" y="4360294"/>
                  </a:lnTo>
                  <a:lnTo>
                    <a:pt x="9126779" y="4454419"/>
                  </a:lnTo>
                  <a:lnTo>
                    <a:pt x="9170704" y="4540619"/>
                  </a:lnTo>
                  <a:lnTo>
                    <a:pt x="9217061" y="4619155"/>
                  </a:lnTo>
                  <a:lnTo>
                    <a:pt x="9266421" y="4690542"/>
                  </a:lnTo>
                  <a:lnTo>
                    <a:pt x="9319378" y="4755406"/>
                  </a:lnTo>
                  <a:lnTo>
                    <a:pt x="9376518" y="4814401"/>
                  </a:lnTo>
                  <a:lnTo>
                    <a:pt x="9438385" y="4868146"/>
                  </a:lnTo>
                  <a:lnTo>
                    <a:pt x="9505429" y="4917194"/>
                  </a:lnTo>
                  <a:lnTo>
                    <a:pt x="9577951" y="4962013"/>
                  </a:lnTo>
                  <a:lnTo>
                    <a:pt x="9656016" y="5002971"/>
                  </a:lnTo>
                  <a:lnTo>
                    <a:pt x="9739357" y="5040333"/>
                  </a:lnTo>
                  <a:lnTo>
                    <a:pt x="9827272" y="5074259"/>
                  </a:lnTo>
                  <a:lnTo>
                    <a:pt x="9918525" y="5104815"/>
                  </a:lnTo>
                  <a:lnTo>
                    <a:pt x="10011279" y="5131989"/>
                  </a:lnTo>
                  <a:lnTo>
                    <a:pt x="10103116" y="5155718"/>
                  </a:lnTo>
                  <a:lnTo>
                    <a:pt x="10191149" y="5175934"/>
                  </a:lnTo>
                  <a:lnTo>
                    <a:pt x="10272275" y="5192606"/>
                  </a:lnTo>
                  <a:lnTo>
                    <a:pt x="10343543" y="5205796"/>
                  </a:lnTo>
                  <a:lnTo>
                    <a:pt x="10402580" y="5215687"/>
                  </a:lnTo>
                  <a:lnTo>
                    <a:pt x="10447988" y="5222605"/>
                  </a:lnTo>
                  <a:lnTo>
                    <a:pt x="10479616" y="5227002"/>
                  </a:lnTo>
                  <a:lnTo>
                    <a:pt x="10498653" y="5229424"/>
                  </a:lnTo>
                  <a:lnTo>
                    <a:pt x="10507547" y="5230464"/>
                  </a:lnTo>
                  <a:lnTo>
                    <a:pt x="10509911" y="5230718"/>
                  </a:lnTo>
                  <a:lnTo>
                    <a:pt x="11981298" y="5230718"/>
                  </a:lnTo>
                  <a:lnTo>
                    <a:pt x="11981298" y="5222545"/>
                  </a:lnTo>
                  <a:lnTo>
                    <a:pt x="10509911" y="5222545"/>
                  </a:lnTo>
                  <a:lnTo>
                    <a:pt x="10509044" y="5222454"/>
                  </a:lnTo>
                  <a:lnTo>
                    <a:pt x="10503317" y="5221807"/>
                  </a:lnTo>
                  <a:lnTo>
                    <a:pt x="10488768" y="5220020"/>
                  </a:lnTo>
                  <a:lnTo>
                    <a:pt x="10462480" y="5216495"/>
                  </a:lnTo>
                  <a:lnTo>
                    <a:pt x="10422734" y="5210664"/>
                  </a:lnTo>
                  <a:lnTo>
                    <a:pt x="10369140" y="5202029"/>
                  </a:lnTo>
                  <a:lnTo>
                    <a:pt x="10302608" y="5190212"/>
                  </a:lnTo>
                  <a:lnTo>
                    <a:pt x="10225159" y="5174970"/>
                  </a:lnTo>
                  <a:lnTo>
                    <a:pt x="10139561" y="5156196"/>
                  </a:lnTo>
                  <a:lnTo>
                    <a:pt x="10048904" y="5133888"/>
                  </a:lnTo>
                  <a:lnTo>
                    <a:pt x="9956200" y="5108107"/>
                  </a:lnTo>
                  <a:lnTo>
                    <a:pt x="9864081" y="5078922"/>
                  </a:lnTo>
                  <a:lnTo>
                    <a:pt x="9774626" y="5046370"/>
                  </a:lnTo>
                  <a:lnTo>
                    <a:pt x="9689310" y="5010419"/>
                  </a:lnTo>
                  <a:lnTo>
                    <a:pt x="9609045" y="4970950"/>
                  </a:lnTo>
                  <a:lnTo>
                    <a:pt x="9534260" y="4927740"/>
                  </a:lnTo>
                  <a:lnTo>
                    <a:pt x="9465012" y="4880463"/>
                  </a:lnTo>
                  <a:lnTo>
                    <a:pt x="9401087" y="4828691"/>
                  </a:lnTo>
                  <a:lnTo>
                    <a:pt x="9342085" y="4771904"/>
                  </a:lnTo>
                  <a:lnTo>
                    <a:pt x="9287496" y="4709505"/>
                  </a:lnTo>
                  <a:lnTo>
                    <a:pt x="9236744" y="4640850"/>
                  </a:lnTo>
                  <a:lnTo>
                    <a:pt x="9189236" y="4565293"/>
                  </a:lnTo>
                  <a:lnTo>
                    <a:pt x="9144389" y="4482261"/>
                  </a:lnTo>
                  <a:lnTo>
                    <a:pt x="9101656" y="4391368"/>
                  </a:lnTo>
                  <a:lnTo>
                    <a:pt x="9084767" y="4352121"/>
                  </a:lnTo>
                  <a:lnTo>
                    <a:pt x="9055864" y="4280533"/>
                  </a:lnTo>
                  <a:lnTo>
                    <a:pt x="9027555" y="4204909"/>
                  </a:lnTo>
                  <a:lnTo>
                    <a:pt x="8999718" y="4125170"/>
                  </a:lnTo>
                  <a:lnTo>
                    <a:pt x="8972245" y="4041271"/>
                  </a:lnTo>
                  <a:lnTo>
                    <a:pt x="8945046" y="3953211"/>
                  </a:lnTo>
                  <a:lnTo>
                    <a:pt x="8918047" y="3861030"/>
                  </a:lnTo>
                  <a:lnTo>
                    <a:pt x="8891184" y="3764815"/>
                  </a:lnTo>
                  <a:lnTo>
                    <a:pt x="8864408" y="3664702"/>
                  </a:lnTo>
                  <a:lnTo>
                    <a:pt x="8837677" y="3560878"/>
                  </a:lnTo>
                  <a:lnTo>
                    <a:pt x="8810962" y="3453579"/>
                  </a:lnTo>
                  <a:lnTo>
                    <a:pt x="8784239" y="3343094"/>
                  </a:lnTo>
                  <a:lnTo>
                    <a:pt x="8757494" y="3229756"/>
                  </a:lnTo>
                  <a:lnTo>
                    <a:pt x="8730720" y="3113948"/>
                  </a:lnTo>
                  <a:lnTo>
                    <a:pt x="8703914" y="2996088"/>
                  </a:lnTo>
                  <a:lnTo>
                    <a:pt x="8677080" y="2876632"/>
                  </a:lnTo>
                  <a:lnTo>
                    <a:pt x="8650224" y="2756063"/>
                  </a:lnTo>
                  <a:lnTo>
                    <a:pt x="8623356" y="2634881"/>
                  </a:lnTo>
                  <a:lnTo>
                    <a:pt x="8596485" y="2513599"/>
                  </a:lnTo>
                  <a:lnTo>
                    <a:pt x="8569623" y="2392730"/>
                  </a:lnTo>
                  <a:lnTo>
                    <a:pt x="8542779" y="2272783"/>
                  </a:lnTo>
                  <a:lnTo>
                    <a:pt x="8515962" y="2154246"/>
                  </a:lnTo>
                  <a:lnTo>
                    <a:pt x="8489176" y="2037587"/>
                  </a:lnTo>
                  <a:lnTo>
                    <a:pt x="8462420" y="1923241"/>
                  </a:lnTo>
                  <a:lnTo>
                    <a:pt x="8435690" y="1811603"/>
                  </a:lnTo>
                  <a:lnTo>
                    <a:pt x="8408973" y="1703027"/>
                  </a:lnTo>
                  <a:lnTo>
                    <a:pt x="8382252" y="1597819"/>
                  </a:lnTo>
                  <a:lnTo>
                    <a:pt x="8355497" y="1496237"/>
                  </a:lnTo>
                  <a:lnTo>
                    <a:pt x="8328674" y="1398486"/>
                  </a:lnTo>
                  <a:lnTo>
                    <a:pt x="8301735" y="1304722"/>
                  </a:lnTo>
                  <a:lnTo>
                    <a:pt x="8274622" y="1215051"/>
                  </a:lnTo>
                  <a:lnTo>
                    <a:pt x="8247265" y="1129531"/>
                  </a:lnTo>
                  <a:lnTo>
                    <a:pt x="8219581" y="1048176"/>
                  </a:lnTo>
                  <a:lnTo>
                    <a:pt x="8191470" y="970958"/>
                  </a:lnTo>
                  <a:lnTo>
                    <a:pt x="8162815" y="897811"/>
                  </a:lnTo>
                  <a:lnTo>
                    <a:pt x="8151487" y="870424"/>
                  </a:lnTo>
                  <a:lnTo>
                    <a:pt x="8109474" y="776299"/>
                  </a:lnTo>
                  <a:lnTo>
                    <a:pt x="8065550" y="690099"/>
                  </a:lnTo>
                  <a:lnTo>
                    <a:pt x="8019193" y="611563"/>
                  </a:lnTo>
                  <a:lnTo>
                    <a:pt x="7969832" y="540176"/>
                  </a:lnTo>
                  <a:lnTo>
                    <a:pt x="7916875" y="475311"/>
                  </a:lnTo>
                  <a:lnTo>
                    <a:pt x="7859735" y="416317"/>
                  </a:lnTo>
                  <a:lnTo>
                    <a:pt x="7797869" y="362572"/>
                  </a:lnTo>
                  <a:lnTo>
                    <a:pt x="7730824" y="313524"/>
                  </a:lnTo>
                  <a:lnTo>
                    <a:pt x="7658302" y="268705"/>
                  </a:lnTo>
                  <a:lnTo>
                    <a:pt x="7580238" y="227747"/>
                  </a:lnTo>
                  <a:lnTo>
                    <a:pt x="7496896" y="190385"/>
                  </a:lnTo>
                  <a:lnTo>
                    <a:pt x="7408981" y="156459"/>
                  </a:lnTo>
                  <a:lnTo>
                    <a:pt x="7317729" y="125903"/>
                  </a:lnTo>
                  <a:lnTo>
                    <a:pt x="7224974" y="98729"/>
                  </a:lnTo>
                  <a:lnTo>
                    <a:pt x="7133137" y="75000"/>
                  </a:lnTo>
                  <a:lnTo>
                    <a:pt x="7045104" y="54784"/>
                  </a:lnTo>
                  <a:lnTo>
                    <a:pt x="6963978" y="38112"/>
                  </a:lnTo>
                  <a:lnTo>
                    <a:pt x="6892710" y="24922"/>
                  </a:lnTo>
                  <a:lnTo>
                    <a:pt x="6833673" y="15031"/>
                  </a:lnTo>
                  <a:lnTo>
                    <a:pt x="6788265" y="8113"/>
                  </a:lnTo>
                  <a:lnTo>
                    <a:pt x="6756637" y="3716"/>
                  </a:lnTo>
                  <a:lnTo>
                    <a:pt x="6737600" y="1293"/>
                  </a:lnTo>
                  <a:lnTo>
                    <a:pt x="6728706" y="254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206" y="106"/>
                  </a:lnTo>
                  <a:lnTo>
                    <a:pt x="5249238" y="861"/>
                  </a:lnTo>
                  <a:lnTo>
                    <a:pt x="5236573" y="2948"/>
                  </a:lnTo>
                  <a:lnTo>
                    <a:pt x="5213577" y="7063"/>
                  </a:lnTo>
                  <a:lnTo>
                    <a:pt x="5178582" y="13883"/>
                  </a:lnTo>
                  <a:lnTo>
                    <a:pt x="5130999" y="24013"/>
                  </a:lnTo>
                  <a:lnTo>
                    <a:pt x="5071331" y="37936"/>
                  </a:lnTo>
                  <a:lnTo>
                    <a:pt x="5001052" y="55987"/>
                  </a:lnTo>
                  <a:lnTo>
                    <a:pt x="4922365" y="78345"/>
                  </a:lnTo>
                  <a:lnTo>
                    <a:pt x="4837872" y="105055"/>
                  </a:lnTo>
                  <a:lnTo>
                    <a:pt x="4750245" y="136074"/>
                  </a:lnTo>
                  <a:lnTo>
                    <a:pt x="4661948" y="171316"/>
                  </a:lnTo>
                  <a:lnTo>
                    <a:pt x="4575051" y="210713"/>
                  </a:lnTo>
                  <a:lnTo>
                    <a:pt x="4491140" y="254248"/>
                  </a:lnTo>
                  <a:lnTo>
                    <a:pt x="4411309" y="301991"/>
                  </a:lnTo>
                  <a:lnTo>
                    <a:pt x="4336208" y="354119"/>
                  </a:lnTo>
                  <a:lnTo>
                    <a:pt x="4266115" y="410923"/>
                  </a:lnTo>
                  <a:lnTo>
                    <a:pt x="4201023" y="472809"/>
                  </a:lnTo>
                  <a:lnTo>
                    <a:pt x="4140714" y="540297"/>
                  </a:lnTo>
                  <a:lnTo>
                    <a:pt x="4084832" y="614006"/>
                  </a:lnTo>
                  <a:lnTo>
                    <a:pt x="4032929" y="694639"/>
                  </a:lnTo>
                  <a:lnTo>
                    <a:pt x="3984508" y="782950"/>
                  </a:lnTo>
                  <a:lnTo>
                    <a:pt x="3939057" y="879697"/>
                  </a:lnTo>
                  <a:lnTo>
                    <a:pt x="3896070" y="985564"/>
                  </a:lnTo>
                  <a:lnTo>
                    <a:pt x="3855071" y="1101040"/>
                  </a:lnTo>
                  <a:lnTo>
                    <a:pt x="3829811" y="1179636"/>
                  </a:lnTo>
                  <a:lnTo>
                    <a:pt x="3804753" y="1263308"/>
                  </a:lnTo>
                  <a:lnTo>
                    <a:pt x="3780153" y="1351067"/>
                  </a:lnTo>
                  <a:lnTo>
                    <a:pt x="3755930" y="1442988"/>
                  </a:lnTo>
                  <a:lnTo>
                    <a:pt x="3732010" y="1539121"/>
                  </a:lnTo>
                  <a:lnTo>
                    <a:pt x="3708330" y="1639486"/>
                  </a:lnTo>
                  <a:lnTo>
                    <a:pt x="3684837" y="1744069"/>
                  </a:lnTo>
                  <a:lnTo>
                    <a:pt x="3661482" y="1852826"/>
                  </a:lnTo>
                  <a:lnTo>
                    <a:pt x="3638228" y="1965673"/>
                  </a:lnTo>
                  <a:lnTo>
                    <a:pt x="3615040" y="2082493"/>
                  </a:lnTo>
                  <a:lnTo>
                    <a:pt x="3591892" y="2203127"/>
                  </a:lnTo>
                  <a:lnTo>
                    <a:pt x="3568762" y="2327379"/>
                  </a:lnTo>
                  <a:lnTo>
                    <a:pt x="3545634" y="2455014"/>
                  </a:lnTo>
                  <a:lnTo>
                    <a:pt x="3522496" y="2585761"/>
                  </a:lnTo>
                  <a:lnTo>
                    <a:pt x="3499339" y="2719311"/>
                  </a:lnTo>
                  <a:lnTo>
                    <a:pt x="3476159" y="2855323"/>
                  </a:lnTo>
                  <a:lnTo>
                    <a:pt x="3452957" y="2993425"/>
                  </a:lnTo>
                  <a:lnTo>
                    <a:pt x="3429732" y="3133219"/>
                  </a:lnTo>
                  <a:lnTo>
                    <a:pt x="3406489" y="3274287"/>
                  </a:lnTo>
                  <a:lnTo>
                    <a:pt x="3383233" y="3416191"/>
                  </a:lnTo>
                  <a:lnTo>
                    <a:pt x="3359972" y="3558485"/>
                  </a:lnTo>
                  <a:lnTo>
                    <a:pt x="3336711" y="3700717"/>
                  </a:lnTo>
                  <a:lnTo>
                    <a:pt x="3313458" y="3842436"/>
                  </a:lnTo>
                  <a:lnTo>
                    <a:pt x="3290220" y="3983196"/>
                  </a:lnTo>
                  <a:lnTo>
                    <a:pt x="3267001" y="4122566"/>
                  </a:lnTo>
                  <a:lnTo>
                    <a:pt x="3243804" y="4260131"/>
                  </a:lnTo>
                  <a:lnTo>
                    <a:pt x="3220631" y="4395502"/>
                  </a:lnTo>
                  <a:lnTo>
                    <a:pt x="3197480" y="4528313"/>
                  </a:lnTo>
                  <a:lnTo>
                    <a:pt x="3174345" y="4658233"/>
                  </a:lnTo>
                  <a:lnTo>
                    <a:pt x="3151218" y="4784964"/>
                  </a:lnTo>
                  <a:lnTo>
                    <a:pt x="3128085" y="4908242"/>
                  </a:lnTo>
                  <a:lnTo>
                    <a:pt x="3104929" y="5027845"/>
                  </a:lnTo>
                  <a:lnTo>
                    <a:pt x="3081726" y="5143586"/>
                  </a:lnTo>
                  <a:lnTo>
                    <a:pt x="3058447" y="5255319"/>
                  </a:lnTo>
                  <a:lnTo>
                    <a:pt x="3035059" y="5362934"/>
                  </a:lnTo>
                  <a:lnTo>
                    <a:pt x="3011519" y="5466360"/>
                  </a:lnTo>
                  <a:lnTo>
                    <a:pt x="2987779" y="5565560"/>
                  </a:lnTo>
                  <a:lnTo>
                    <a:pt x="2963782" y="5660531"/>
                  </a:lnTo>
                  <a:lnTo>
                    <a:pt x="2939463" y="5751301"/>
                  </a:lnTo>
                  <a:lnTo>
                    <a:pt x="2914746" y="5837927"/>
                  </a:lnTo>
                  <a:lnTo>
                    <a:pt x="2896531" y="5898180"/>
                  </a:lnTo>
                  <a:lnTo>
                    <a:pt x="2856574" y="6019869"/>
                  </a:lnTo>
                  <a:lnTo>
                    <a:pt x="2814905" y="6131815"/>
                  </a:lnTo>
                  <a:lnTo>
                    <a:pt x="2771080" y="6234298"/>
                  </a:lnTo>
                  <a:lnTo>
                    <a:pt x="2724609" y="6327894"/>
                  </a:lnTo>
                  <a:lnTo>
                    <a:pt x="2674981" y="6413326"/>
                  </a:lnTo>
                  <a:lnTo>
                    <a:pt x="2621688" y="6491358"/>
                  </a:lnTo>
                  <a:lnTo>
                    <a:pt x="2564245" y="6562728"/>
                  </a:lnTo>
                  <a:lnTo>
                    <a:pt x="2502234" y="6628114"/>
                  </a:lnTo>
                  <a:lnTo>
                    <a:pt x="2435340" y="6688099"/>
                  </a:lnTo>
                  <a:lnTo>
                    <a:pt x="2363414" y="6743162"/>
                  </a:lnTo>
                  <a:lnTo>
                    <a:pt x="2286544" y="6793670"/>
                  </a:lnTo>
                  <a:lnTo>
                    <a:pt x="2205134" y="6839869"/>
                  </a:lnTo>
                  <a:lnTo>
                    <a:pt x="2119986" y="6881897"/>
                  </a:lnTo>
                  <a:lnTo>
                    <a:pt x="2032371" y="6919790"/>
                  </a:lnTo>
                  <a:lnTo>
                    <a:pt x="1944054" y="6953507"/>
                  </a:lnTo>
                  <a:lnTo>
                    <a:pt x="1857265" y="6982969"/>
                  </a:lnTo>
                  <a:lnTo>
                    <a:pt x="1774569" y="7008099"/>
                  </a:lnTo>
                  <a:lnTo>
                    <a:pt x="1698650" y="7028880"/>
                  </a:lnTo>
                  <a:lnTo>
                    <a:pt x="1632005" y="7045402"/>
                  </a:lnTo>
                  <a:lnTo>
                    <a:pt x="1576604" y="7057900"/>
                  </a:lnTo>
                  <a:lnTo>
                    <a:pt x="1533594" y="7066764"/>
                  </a:lnTo>
                  <a:lnTo>
                    <a:pt x="1503086" y="7072526"/>
                  </a:lnTo>
                  <a:lnTo>
                    <a:pt x="1484091" y="7075824"/>
                  </a:lnTo>
                  <a:lnTo>
                    <a:pt x="1474574" y="7077346"/>
                  </a:lnTo>
                  <a:lnTo>
                    <a:pt x="1471584" y="7077789"/>
                  </a:lnTo>
                  <a:lnTo>
                    <a:pt x="1471387" y="7077816"/>
                  </a:lnTo>
                  <a:lnTo>
                    <a:pt x="0" y="7077816"/>
                  </a:lnTo>
                  <a:close/>
                </a:path>
              </a:pathLst>
            </a:custGeom>
            <a:solidFill>
              <a:srgbClr val="B497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821" name="pl1821"/>
            <p:cNvSpPr/>
            <p:nvPr/>
          </p:nvSpPr>
          <p:spPr>
            <a:xfrm>
              <a:off x="4799595" y="3010077"/>
              <a:ext cx="11981298" cy="7077816"/>
            </a:xfrm>
            <a:custGeom>
              <a:avLst/>
              <a:pathLst>
                <a:path w="11981298" h="7077816">
                  <a:moveTo>
                    <a:pt x="0" y="7077816"/>
                  </a:moveTo>
                  <a:lnTo>
                    <a:pt x="1471387" y="7077816"/>
                  </a:lnTo>
                  <a:lnTo>
                    <a:pt x="1472136" y="7077710"/>
                  </a:lnTo>
                  <a:lnTo>
                    <a:pt x="1477104" y="7076954"/>
                  </a:lnTo>
                  <a:lnTo>
                    <a:pt x="1489769" y="7074868"/>
                  </a:lnTo>
                  <a:lnTo>
                    <a:pt x="1512765" y="7070753"/>
                  </a:lnTo>
                  <a:lnTo>
                    <a:pt x="1547760" y="7063932"/>
                  </a:lnTo>
                  <a:lnTo>
                    <a:pt x="1595343" y="7053803"/>
                  </a:lnTo>
                  <a:lnTo>
                    <a:pt x="1655011" y="7039879"/>
                  </a:lnTo>
                  <a:lnTo>
                    <a:pt x="1725290" y="7021828"/>
                  </a:lnTo>
                  <a:lnTo>
                    <a:pt x="1803977" y="6999471"/>
                  </a:lnTo>
                  <a:lnTo>
                    <a:pt x="1888470" y="6972760"/>
                  </a:lnTo>
                  <a:lnTo>
                    <a:pt x="1976098" y="6941742"/>
                  </a:lnTo>
                  <a:lnTo>
                    <a:pt x="2064394" y="6906499"/>
                  </a:lnTo>
                  <a:lnTo>
                    <a:pt x="2151291" y="6867103"/>
                  </a:lnTo>
                  <a:lnTo>
                    <a:pt x="2235202" y="6823568"/>
                  </a:lnTo>
                  <a:lnTo>
                    <a:pt x="2315033" y="6775824"/>
                  </a:lnTo>
                  <a:lnTo>
                    <a:pt x="2390134" y="6723696"/>
                  </a:lnTo>
                  <a:lnTo>
                    <a:pt x="2460227" y="6666892"/>
                  </a:lnTo>
                  <a:lnTo>
                    <a:pt x="2525320" y="6605006"/>
                  </a:lnTo>
                  <a:lnTo>
                    <a:pt x="2585628" y="6537518"/>
                  </a:lnTo>
                  <a:lnTo>
                    <a:pt x="2641510" y="6463810"/>
                  </a:lnTo>
                  <a:lnTo>
                    <a:pt x="2693413" y="6383177"/>
                  </a:lnTo>
                  <a:lnTo>
                    <a:pt x="2741834" y="6294866"/>
                  </a:lnTo>
                  <a:lnTo>
                    <a:pt x="2787285" y="6198118"/>
                  </a:lnTo>
                  <a:lnTo>
                    <a:pt x="2830272" y="6092251"/>
                  </a:lnTo>
                  <a:lnTo>
                    <a:pt x="2871271" y="5976776"/>
                  </a:lnTo>
                  <a:lnTo>
                    <a:pt x="2896531" y="5898180"/>
                  </a:lnTo>
                  <a:lnTo>
                    <a:pt x="2921590" y="5814507"/>
                  </a:lnTo>
                  <a:lnTo>
                    <a:pt x="2946189" y="5726748"/>
                  </a:lnTo>
                  <a:lnTo>
                    <a:pt x="2970412" y="5634827"/>
                  </a:lnTo>
                  <a:lnTo>
                    <a:pt x="2994332" y="5538694"/>
                  </a:lnTo>
                  <a:lnTo>
                    <a:pt x="3018012" y="5438330"/>
                  </a:lnTo>
                  <a:lnTo>
                    <a:pt x="3041506" y="5333747"/>
                  </a:lnTo>
                  <a:lnTo>
                    <a:pt x="3064860" y="5224990"/>
                  </a:lnTo>
                  <a:lnTo>
                    <a:pt x="3088115" y="5112142"/>
                  </a:lnTo>
                  <a:lnTo>
                    <a:pt x="3111302" y="4995323"/>
                  </a:lnTo>
                  <a:lnTo>
                    <a:pt x="3134450" y="4874689"/>
                  </a:lnTo>
                  <a:lnTo>
                    <a:pt x="3157580" y="4750437"/>
                  </a:lnTo>
                  <a:lnTo>
                    <a:pt x="3180708" y="4622801"/>
                  </a:lnTo>
                  <a:lnTo>
                    <a:pt x="3203846" y="4492055"/>
                  </a:lnTo>
                  <a:lnTo>
                    <a:pt x="3227003" y="4358505"/>
                  </a:lnTo>
                  <a:lnTo>
                    <a:pt x="3250183" y="4222493"/>
                  </a:lnTo>
                  <a:lnTo>
                    <a:pt x="3273386" y="4084391"/>
                  </a:lnTo>
                  <a:lnTo>
                    <a:pt x="3296610" y="3944596"/>
                  </a:lnTo>
                  <a:lnTo>
                    <a:pt x="3319853" y="3803529"/>
                  </a:lnTo>
                  <a:lnTo>
                    <a:pt x="3343109" y="3661625"/>
                  </a:lnTo>
                  <a:lnTo>
                    <a:pt x="3366371" y="3519330"/>
                  </a:lnTo>
                  <a:lnTo>
                    <a:pt x="3389631" y="3377098"/>
                  </a:lnTo>
                  <a:lnTo>
                    <a:pt x="3412884" y="3235380"/>
                  </a:lnTo>
                  <a:lnTo>
                    <a:pt x="3436122" y="3094620"/>
                  </a:lnTo>
                  <a:lnTo>
                    <a:pt x="3459341" y="2955250"/>
                  </a:lnTo>
                  <a:lnTo>
                    <a:pt x="3482538" y="2817684"/>
                  </a:lnTo>
                  <a:lnTo>
                    <a:pt x="3505711" y="2682314"/>
                  </a:lnTo>
                  <a:lnTo>
                    <a:pt x="3528862" y="2549502"/>
                  </a:lnTo>
                  <a:lnTo>
                    <a:pt x="3551997" y="2419582"/>
                  </a:lnTo>
                  <a:lnTo>
                    <a:pt x="3575124" y="2292852"/>
                  </a:lnTo>
                  <a:lnTo>
                    <a:pt x="3598257" y="2169573"/>
                  </a:lnTo>
                  <a:lnTo>
                    <a:pt x="3621413" y="2049971"/>
                  </a:lnTo>
                  <a:lnTo>
                    <a:pt x="3644616" y="1934230"/>
                  </a:lnTo>
                  <a:lnTo>
                    <a:pt x="3667895" y="1822497"/>
                  </a:lnTo>
                  <a:lnTo>
                    <a:pt x="3691283" y="1714882"/>
                  </a:lnTo>
                  <a:lnTo>
                    <a:pt x="3714823" y="1611456"/>
                  </a:lnTo>
                  <a:lnTo>
                    <a:pt x="3738563" y="1512256"/>
                  </a:lnTo>
                  <a:lnTo>
                    <a:pt x="3762560" y="1417285"/>
                  </a:lnTo>
                  <a:lnTo>
                    <a:pt x="3786879" y="1326514"/>
                  </a:lnTo>
                  <a:lnTo>
                    <a:pt x="3811596" y="1239888"/>
                  </a:lnTo>
                  <a:lnTo>
                    <a:pt x="3829811" y="1179636"/>
                  </a:lnTo>
                  <a:lnTo>
                    <a:pt x="3869768" y="1057947"/>
                  </a:lnTo>
                  <a:lnTo>
                    <a:pt x="3911437" y="946001"/>
                  </a:lnTo>
                  <a:lnTo>
                    <a:pt x="3955262" y="843518"/>
                  </a:lnTo>
                  <a:lnTo>
                    <a:pt x="4001733" y="749921"/>
                  </a:lnTo>
                  <a:lnTo>
                    <a:pt x="4051361" y="664489"/>
                  </a:lnTo>
                  <a:lnTo>
                    <a:pt x="4104655" y="586458"/>
                  </a:lnTo>
                  <a:lnTo>
                    <a:pt x="4162097" y="515087"/>
                  </a:lnTo>
                  <a:lnTo>
                    <a:pt x="4224109" y="449702"/>
                  </a:lnTo>
                  <a:lnTo>
                    <a:pt x="4291003" y="389717"/>
                  </a:lnTo>
                  <a:lnTo>
                    <a:pt x="4362928" y="334653"/>
                  </a:lnTo>
                  <a:lnTo>
                    <a:pt x="4439798" y="284146"/>
                  </a:lnTo>
                  <a:lnTo>
                    <a:pt x="4521208" y="237946"/>
                  </a:lnTo>
                  <a:lnTo>
                    <a:pt x="4606356" y="195919"/>
                  </a:lnTo>
                  <a:lnTo>
                    <a:pt x="4693972" y="158026"/>
                  </a:lnTo>
                  <a:lnTo>
                    <a:pt x="4782288" y="124308"/>
                  </a:lnTo>
                  <a:lnTo>
                    <a:pt x="4869077" y="94847"/>
                  </a:lnTo>
                  <a:lnTo>
                    <a:pt x="4951773" y="69717"/>
                  </a:lnTo>
                  <a:lnTo>
                    <a:pt x="5027692" y="48936"/>
                  </a:lnTo>
                  <a:lnTo>
                    <a:pt x="5094338" y="32413"/>
                  </a:lnTo>
                  <a:lnTo>
                    <a:pt x="5149738" y="19916"/>
                  </a:lnTo>
                  <a:lnTo>
                    <a:pt x="5192748" y="11052"/>
                  </a:lnTo>
                  <a:lnTo>
                    <a:pt x="5223256" y="5289"/>
                  </a:lnTo>
                  <a:lnTo>
                    <a:pt x="5242252" y="1992"/>
                  </a:lnTo>
                  <a:lnTo>
                    <a:pt x="5251768" y="469"/>
                  </a:lnTo>
                  <a:lnTo>
                    <a:pt x="5254758" y="27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209" y="90"/>
                  </a:lnTo>
                  <a:lnTo>
                    <a:pt x="6732936" y="738"/>
                  </a:lnTo>
                  <a:lnTo>
                    <a:pt x="6747485" y="2525"/>
                  </a:lnTo>
                  <a:lnTo>
                    <a:pt x="6773774" y="6050"/>
                  </a:lnTo>
                  <a:lnTo>
                    <a:pt x="6813519" y="11881"/>
                  </a:lnTo>
                  <a:lnTo>
                    <a:pt x="6867114" y="20516"/>
                  </a:lnTo>
                  <a:lnTo>
                    <a:pt x="6933645" y="32333"/>
                  </a:lnTo>
                  <a:lnTo>
                    <a:pt x="7011094" y="47575"/>
                  </a:lnTo>
                  <a:lnTo>
                    <a:pt x="7096693" y="66349"/>
                  </a:lnTo>
                  <a:lnTo>
                    <a:pt x="7187350" y="88656"/>
                  </a:lnTo>
                  <a:lnTo>
                    <a:pt x="7280053" y="114438"/>
                  </a:lnTo>
                  <a:lnTo>
                    <a:pt x="7372173" y="143623"/>
                  </a:lnTo>
                  <a:lnTo>
                    <a:pt x="7461628" y="176175"/>
                  </a:lnTo>
                  <a:lnTo>
                    <a:pt x="7546943" y="212126"/>
                  </a:lnTo>
                  <a:lnTo>
                    <a:pt x="7627208" y="251595"/>
                  </a:lnTo>
                  <a:lnTo>
                    <a:pt x="7701993" y="294805"/>
                  </a:lnTo>
                  <a:lnTo>
                    <a:pt x="7771241" y="342082"/>
                  </a:lnTo>
                  <a:lnTo>
                    <a:pt x="7835167" y="393854"/>
                  </a:lnTo>
                  <a:lnTo>
                    <a:pt x="7894168" y="450641"/>
                  </a:lnTo>
                  <a:lnTo>
                    <a:pt x="7948757" y="513040"/>
                  </a:lnTo>
                  <a:lnTo>
                    <a:pt x="7999509" y="581695"/>
                  </a:lnTo>
                  <a:lnTo>
                    <a:pt x="8047017" y="657252"/>
                  </a:lnTo>
                  <a:lnTo>
                    <a:pt x="8091865" y="740284"/>
                  </a:lnTo>
                  <a:lnTo>
                    <a:pt x="8134597" y="831177"/>
                  </a:lnTo>
                  <a:lnTo>
                    <a:pt x="8151487" y="870424"/>
                  </a:lnTo>
                  <a:lnTo>
                    <a:pt x="8180390" y="942012"/>
                  </a:lnTo>
                  <a:lnTo>
                    <a:pt x="8208698" y="1017636"/>
                  </a:lnTo>
                  <a:lnTo>
                    <a:pt x="8236535" y="1097375"/>
                  </a:lnTo>
                  <a:lnTo>
                    <a:pt x="8264009" y="1181274"/>
                  </a:lnTo>
                  <a:lnTo>
                    <a:pt x="8291207" y="1269334"/>
                  </a:lnTo>
                  <a:lnTo>
                    <a:pt x="8318206" y="1361515"/>
                  </a:lnTo>
                  <a:lnTo>
                    <a:pt x="8345069" y="1457730"/>
                  </a:lnTo>
                  <a:lnTo>
                    <a:pt x="8371845" y="1557843"/>
                  </a:lnTo>
                  <a:lnTo>
                    <a:pt x="8398576" y="1661667"/>
                  </a:lnTo>
                  <a:lnTo>
                    <a:pt x="8425292" y="1768966"/>
                  </a:lnTo>
                  <a:lnTo>
                    <a:pt x="8452015" y="1879451"/>
                  </a:lnTo>
                  <a:lnTo>
                    <a:pt x="8478759" y="1992789"/>
                  </a:lnTo>
                  <a:lnTo>
                    <a:pt x="8505534" y="2108597"/>
                  </a:lnTo>
                  <a:lnTo>
                    <a:pt x="8532339" y="2226457"/>
                  </a:lnTo>
                  <a:lnTo>
                    <a:pt x="8559173" y="2345912"/>
                  </a:lnTo>
                  <a:lnTo>
                    <a:pt x="8586029" y="2466482"/>
                  </a:lnTo>
                  <a:lnTo>
                    <a:pt x="8612898" y="2587664"/>
                  </a:lnTo>
                  <a:lnTo>
                    <a:pt x="8639768" y="2708946"/>
                  </a:lnTo>
                  <a:lnTo>
                    <a:pt x="8666630" y="2829815"/>
                  </a:lnTo>
                  <a:lnTo>
                    <a:pt x="8693474" y="2949762"/>
                  </a:lnTo>
                  <a:lnTo>
                    <a:pt x="8720291" y="3068299"/>
                  </a:lnTo>
                  <a:lnTo>
                    <a:pt x="8747078" y="3184958"/>
                  </a:lnTo>
                  <a:lnTo>
                    <a:pt x="8773833" y="3299304"/>
                  </a:lnTo>
                  <a:lnTo>
                    <a:pt x="8800564" y="3410942"/>
                  </a:lnTo>
                  <a:lnTo>
                    <a:pt x="8827280" y="3519518"/>
                  </a:lnTo>
                  <a:lnTo>
                    <a:pt x="8854002" y="3624726"/>
                  </a:lnTo>
                  <a:lnTo>
                    <a:pt x="8880756" y="3726308"/>
                  </a:lnTo>
                  <a:lnTo>
                    <a:pt x="8907579" y="3824059"/>
                  </a:lnTo>
                  <a:lnTo>
                    <a:pt x="8934519" y="3917823"/>
                  </a:lnTo>
                  <a:lnTo>
                    <a:pt x="8961631" y="4007494"/>
                  </a:lnTo>
                  <a:lnTo>
                    <a:pt x="8988988" y="4093014"/>
                  </a:lnTo>
                  <a:lnTo>
                    <a:pt x="9016672" y="4174369"/>
                  </a:lnTo>
                  <a:lnTo>
                    <a:pt x="9044783" y="4251587"/>
                  </a:lnTo>
                  <a:lnTo>
                    <a:pt x="9073439" y="4324734"/>
                  </a:lnTo>
                  <a:lnTo>
                    <a:pt x="9084767" y="4352121"/>
                  </a:lnTo>
                  <a:lnTo>
                    <a:pt x="9126779" y="4446246"/>
                  </a:lnTo>
                  <a:lnTo>
                    <a:pt x="9170704" y="4532446"/>
                  </a:lnTo>
                  <a:lnTo>
                    <a:pt x="9217061" y="4610982"/>
                  </a:lnTo>
                  <a:lnTo>
                    <a:pt x="9266421" y="4682369"/>
                  </a:lnTo>
                  <a:lnTo>
                    <a:pt x="9319378" y="4747233"/>
                  </a:lnTo>
                  <a:lnTo>
                    <a:pt x="9376518" y="4806228"/>
                  </a:lnTo>
                  <a:lnTo>
                    <a:pt x="9438385" y="4859973"/>
                  </a:lnTo>
                  <a:lnTo>
                    <a:pt x="9505429" y="4909021"/>
                  </a:lnTo>
                  <a:lnTo>
                    <a:pt x="9577951" y="4953840"/>
                  </a:lnTo>
                  <a:lnTo>
                    <a:pt x="9656016" y="4994798"/>
                  </a:lnTo>
                  <a:lnTo>
                    <a:pt x="9739357" y="5032160"/>
                  </a:lnTo>
                  <a:lnTo>
                    <a:pt x="9827272" y="5066086"/>
                  </a:lnTo>
                  <a:lnTo>
                    <a:pt x="9918525" y="5096642"/>
                  </a:lnTo>
                  <a:lnTo>
                    <a:pt x="10011279" y="5123816"/>
                  </a:lnTo>
                  <a:lnTo>
                    <a:pt x="10103116" y="5147545"/>
                  </a:lnTo>
                  <a:lnTo>
                    <a:pt x="10191149" y="5167761"/>
                  </a:lnTo>
                  <a:lnTo>
                    <a:pt x="10272275" y="5184433"/>
                  </a:lnTo>
                  <a:lnTo>
                    <a:pt x="10343543" y="5197623"/>
                  </a:lnTo>
                  <a:lnTo>
                    <a:pt x="10402580" y="5207514"/>
                  </a:lnTo>
                  <a:lnTo>
                    <a:pt x="10447988" y="5214432"/>
                  </a:lnTo>
                  <a:lnTo>
                    <a:pt x="10479616" y="5218829"/>
                  </a:lnTo>
                  <a:lnTo>
                    <a:pt x="10498653" y="5221251"/>
                  </a:lnTo>
                  <a:lnTo>
                    <a:pt x="10507547" y="5222291"/>
                  </a:lnTo>
                  <a:lnTo>
                    <a:pt x="10509851" y="5222539"/>
                  </a:lnTo>
                  <a:lnTo>
                    <a:pt x="10509911" y="5222545"/>
                  </a:lnTo>
                  <a:lnTo>
                    <a:pt x="11981298" y="522254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22" name="pl1822"/>
            <p:cNvSpPr/>
            <p:nvPr/>
          </p:nvSpPr>
          <p:spPr>
            <a:xfrm>
              <a:off x="4799595" y="3001904"/>
              <a:ext cx="11981298" cy="7077816"/>
            </a:xfrm>
            <a:custGeom>
              <a:avLst/>
              <a:pathLst>
                <a:path w="11981298" h="7077816">
                  <a:moveTo>
                    <a:pt x="11981298" y="5222545"/>
                  </a:moveTo>
                  <a:lnTo>
                    <a:pt x="10509911" y="5222545"/>
                  </a:lnTo>
                  <a:lnTo>
                    <a:pt x="10509044" y="5222454"/>
                  </a:lnTo>
                  <a:lnTo>
                    <a:pt x="10503317" y="5221807"/>
                  </a:lnTo>
                  <a:lnTo>
                    <a:pt x="10488768" y="5220020"/>
                  </a:lnTo>
                  <a:lnTo>
                    <a:pt x="10462480" y="5216495"/>
                  </a:lnTo>
                  <a:lnTo>
                    <a:pt x="10422734" y="5210664"/>
                  </a:lnTo>
                  <a:lnTo>
                    <a:pt x="10369140" y="5202029"/>
                  </a:lnTo>
                  <a:lnTo>
                    <a:pt x="10302608" y="5190212"/>
                  </a:lnTo>
                  <a:lnTo>
                    <a:pt x="10225159" y="5174970"/>
                  </a:lnTo>
                  <a:lnTo>
                    <a:pt x="10139561" y="5156196"/>
                  </a:lnTo>
                  <a:lnTo>
                    <a:pt x="10048904" y="5133888"/>
                  </a:lnTo>
                  <a:lnTo>
                    <a:pt x="9956200" y="5108107"/>
                  </a:lnTo>
                  <a:lnTo>
                    <a:pt x="9864081" y="5078922"/>
                  </a:lnTo>
                  <a:lnTo>
                    <a:pt x="9774626" y="5046370"/>
                  </a:lnTo>
                  <a:lnTo>
                    <a:pt x="9689310" y="5010419"/>
                  </a:lnTo>
                  <a:lnTo>
                    <a:pt x="9609045" y="4970950"/>
                  </a:lnTo>
                  <a:lnTo>
                    <a:pt x="9534260" y="4927740"/>
                  </a:lnTo>
                  <a:lnTo>
                    <a:pt x="9465012" y="4880463"/>
                  </a:lnTo>
                  <a:lnTo>
                    <a:pt x="9401087" y="4828691"/>
                  </a:lnTo>
                  <a:lnTo>
                    <a:pt x="9342085" y="4771904"/>
                  </a:lnTo>
                  <a:lnTo>
                    <a:pt x="9287496" y="4709505"/>
                  </a:lnTo>
                  <a:lnTo>
                    <a:pt x="9236744" y="4640850"/>
                  </a:lnTo>
                  <a:lnTo>
                    <a:pt x="9189236" y="4565293"/>
                  </a:lnTo>
                  <a:lnTo>
                    <a:pt x="9144389" y="4482261"/>
                  </a:lnTo>
                  <a:lnTo>
                    <a:pt x="9101656" y="4391368"/>
                  </a:lnTo>
                  <a:lnTo>
                    <a:pt x="9084767" y="4352121"/>
                  </a:lnTo>
                  <a:lnTo>
                    <a:pt x="9055864" y="4280533"/>
                  </a:lnTo>
                  <a:lnTo>
                    <a:pt x="9027555" y="4204909"/>
                  </a:lnTo>
                  <a:lnTo>
                    <a:pt x="8999718" y="4125170"/>
                  </a:lnTo>
                  <a:lnTo>
                    <a:pt x="8972245" y="4041271"/>
                  </a:lnTo>
                  <a:lnTo>
                    <a:pt x="8945046" y="3953211"/>
                  </a:lnTo>
                  <a:lnTo>
                    <a:pt x="8918047" y="3861030"/>
                  </a:lnTo>
                  <a:lnTo>
                    <a:pt x="8891184" y="3764815"/>
                  </a:lnTo>
                  <a:lnTo>
                    <a:pt x="8864408" y="3664702"/>
                  </a:lnTo>
                  <a:lnTo>
                    <a:pt x="8837677" y="3560878"/>
                  </a:lnTo>
                  <a:lnTo>
                    <a:pt x="8810962" y="3453579"/>
                  </a:lnTo>
                  <a:lnTo>
                    <a:pt x="8784239" y="3343094"/>
                  </a:lnTo>
                  <a:lnTo>
                    <a:pt x="8757494" y="3229756"/>
                  </a:lnTo>
                  <a:lnTo>
                    <a:pt x="8730720" y="3113948"/>
                  </a:lnTo>
                  <a:lnTo>
                    <a:pt x="8703914" y="2996088"/>
                  </a:lnTo>
                  <a:lnTo>
                    <a:pt x="8677080" y="2876632"/>
                  </a:lnTo>
                  <a:lnTo>
                    <a:pt x="8650224" y="2756063"/>
                  </a:lnTo>
                  <a:lnTo>
                    <a:pt x="8623356" y="2634881"/>
                  </a:lnTo>
                  <a:lnTo>
                    <a:pt x="8596485" y="2513599"/>
                  </a:lnTo>
                  <a:lnTo>
                    <a:pt x="8569623" y="2392730"/>
                  </a:lnTo>
                  <a:lnTo>
                    <a:pt x="8542779" y="2272783"/>
                  </a:lnTo>
                  <a:lnTo>
                    <a:pt x="8515962" y="2154246"/>
                  </a:lnTo>
                  <a:lnTo>
                    <a:pt x="8489176" y="2037587"/>
                  </a:lnTo>
                  <a:lnTo>
                    <a:pt x="8462420" y="1923241"/>
                  </a:lnTo>
                  <a:lnTo>
                    <a:pt x="8435690" y="1811603"/>
                  </a:lnTo>
                  <a:lnTo>
                    <a:pt x="8408973" y="1703027"/>
                  </a:lnTo>
                  <a:lnTo>
                    <a:pt x="8382252" y="1597819"/>
                  </a:lnTo>
                  <a:lnTo>
                    <a:pt x="8355497" y="1496237"/>
                  </a:lnTo>
                  <a:lnTo>
                    <a:pt x="8328674" y="1398486"/>
                  </a:lnTo>
                  <a:lnTo>
                    <a:pt x="8301735" y="1304722"/>
                  </a:lnTo>
                  <a:lnTo>
                    <a:pt x="8274622" y="1215051"/>
                  </a:lnTo>
                  <a:lnTo>
                    <a:pt x="8247265" y="1129531"/>
                  </a:lnTo>
                  <a:lnTo>
                    <a:pt x="8219581" y="1048176"/>
                  </a:lnTo>
                  <a:lnTo>
                    <a:pt x="8191470" y="970958"/>
                  </a:lnTo>
                  <a:lnTo>
                    <a:pt x="8162815" y="897811"/>
                  </a:lnTo>
                  <a:lnTo>
                    <a:pt x="8151487" y="870424"/>
                  </a:lnTo>
                  <a:lnTo>
                    <a:pt x="8109474" y="776299"/>
                  </a:lnTo>
                  <a:lnTo>
                    <a:pt x="8065550" y="690099"/>
                  </a:lnTo>
                  <a:lnTo>
                    <a:pt x="8019193" y="611563"/>
                  </a:lnTo>
                  <a:lnTo>
                    <a:pt x="7969832" y="540176"/>
                  </a:lnTo>
                  <a:lnTo>
                    <a:pt x="7916875" y="475311"/>
                  </a:lnTo>
                  <a:lnTo>
                    <a:pt x="7859735" y="416317"/>
                  </a:lnTo>
                  <a:lnTo>
                    <a:pt x="7797869" y="362572"/>
                  </a:lnTo>
                  <a:lnTo>
                    <a:pt x="7730824" y="313524"/>
                  </a:lnTo>
                  <a:lnTo>
                    <a:pt x="7658302" y="268705"/>
                  </a:lnTo>
                  <a:lnTo>
                    <a:pt x="7580238" y="227747"/>
                  </a:lnTo>
                  <a:lnTo>
                    <a:pt x="7496896" y="190385"/>
                  </a:lnTo>
                  <a:lnTo>
                    <a:pt x="7408981" y="156459"/>
                  </a:lnTo>
                  <a:lnTo>
                    <a:pt x="7317729" y="125903"/>
                  </a:lnTo>
                  <a:lnTo>
                    <a:pt x="7224974" y="98729"/>
                  </a:lnTo>
                  <a:lnTo>
                    <a:pt x="7133137" y="75000"/>
                  </a:lnTo>
                  <a:lnTo>
                    <a:pt x="7045104" y="54784"/>
                  </a:lnTo>
                  <a:lnTo>
                    <a:pt x="6963978" y="38112"/>
                  </a:lnTo>
                  <a:lnTo>
                    <a:pt x="6892710" y="24922"/>
                  </a:lnTo>
                  <a:lnTo>
                    <a:pt x="6833673" y="15031"/>
                  </a:lnTo>
                  <a:lnTo>
                    <a:pt x="6788265" y="8113"/>
                  </a:lnTo>
                  <a:lnTo>
                    <a:pt x="6756637" y="3716"/>
                  </a:lnTo>
                  <a:lnTo>
                    <a:pt x="6737600" y="1293"/>
                  </a:lnTo>
                  <a:lnTo>
                    <a:pt x="6728706" y="254"/>
                  </a:lnTo>
                  <a:lnTo>
                    <a:pt x="6726403" y="6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206" y="106"/>
                  </a:lnTo>
                  <a:lnTo>
                    <a:pt x="5249238" y="861"/>
                  </a:lnTo>
                  <a:lnTo>
                    <a:pt x="5236573" y="2948"/>
                  </a:lnTo>
                  <a:lnTo>
                    <a:pt x="5213577" y="7063"/>
                  </a:lnTo>
                  <a:lnTo>
                    <a:pt x="5178582" y="13883"/>
                  </a:lnTo>
                  <a:lnTo>
                    <a:pt x="5130999" y="24013"/>
                  </a:lnTo>
                  <a:lnTo>
                    <a:pt x="5071331" y="37936"/>
                  </a:lnTo>
                  <a:lnTo>
                    <a:pt x="5001052" y="55987"/>
                  </a:lnTo>
                  <a:lnTo>
                    <a:pt x="4922365" y="78345"/>
                  </a:lnTo>
                  <a:lnTo>
                    <a:pt x="4837872" y="105055"/>
                  </a:lnTo>
                  <a:lnTo>
                    <a:pt x="4750245" y="136074"/>
                  </a:lnTo>
                  <a:lnTo>
                    <a:pt x="4661948" y="171316"/>
                  </a:lnTo>
                  <a:lnTo>
                    <a:pt x="4575051" y="210713"/>
                  </a:lnTo>
                  <a:lnTo>
                    <a:pt x="4491140" y="254248"/>
                  </a:lnTo>
                  <a:lnTo>
                    <a:pt x="4411309" y="301991"/>
                  </a:lnTo>
                  <a:lnTo>
                    <a:pt x="4336208" y="354119"/>
                  </a:lnTo>
                  <a:lnTo>
                    <a:pt x="4266115" y="410923"/>
                  </a:lnTo>
                  <a:lnTo>
                    <a:pt x="4201023" y="472809"/>
                  </a:lnTo>
                  <a:lnTo>
                    <a:pt x="4140714" y="540297"/>
                  </a:lnTo>
                  <a:lnTo>
                    <a:pt x="4084832" y="614006"/>
                  </a:lnTo>
                  <a:lnTo>
                    <a:pt x="4032929" y="694639"/>
                  </a:lnTo>
                  <a:lnTo>
                    <a:pt x="3984508" y="782950"/>
                  </a:lnTo>
                  <a:lnTo>
                    <a:pt x="3939057" y="879697"/>
                  </a:lnTo>
                  <a:lnTo>
                    <a:pt x="3896070" y="985564"/>
                  </a:lnTo>
                  <a:lnTo>
                    <a:pt x="3855071" y="1101040"/>
                  </a:lnTo>
                  <a:lnTo>
                    <a:pt x="3829811" y="1179636"/>
                  </a:lnTo>
                  <a:lnTo>
                    <a:pt x="3804753" y="1263308"/>
                  </a:lnTo>
                  <a:lnTo>
                    <a:pt x="3780153" y="1351067"/>
                  </a:lnTo>
                  <a:lnTo>
                    <a:pt x="3755930" y="1442988"/>
                  </a:lnTo>
                  <a:lnTo>
                    <a:pt x="3732010" y="1539121"/>
                  </a:lnTo>
                  <a:lnTo>
                    <a:pt x="3708330" y="1639486"/>
                  </a:lnTo>
                  <a:lnTo>
                    <a:pt x="3684837" y="1744069"/>
                  </a:lnTo>
                  <a:lnTo>
                    <a:pt x="3661482" y="1852826"/>
                  </a:lnTo>
                  <a:lnTo>
                    <a:pt x="3638228" y="1965673"/>
                  </a:lnTo>
                  <a:lnTo>
                    <a:pt x="3615040" y="2082493"/>
                  </a:lnTo>
                  <a:lnTo>
                    <a:pt x="3591892" y="2203127"/>
                  </a:lnTo>
                  <a:lnTo>
                    <a:pt x="3568762" y="2327379"/>
                  </a:lnTo>
                  <a:lnTo>
                    <a:pt x="3545634" y="2455014"/>
                  </a:lnTo>
                  <a:lnTo>
                    <a:pt x="3522496" y="2585761"/>
                  </a:lnTo>
                  <a:lnTo>
                    <a:pt x="3499339" y="2719311"/>
                  </a:lnTo>
                  <a:lnTo>
                    <a:pt x="3476159" y="2855323"/>
                  </a:lnTo>
                  <a:lnTo>
                    <a:pt x="3452957" y="2993425"/>
                  </a:lnTo>
                  <a:lnTo>
                    <a:pt x="3429732" y="3133219"/>
                  </a:lnTo>
                  <a:lnTo>
                    <a:pt x="3406489" y="3274287"/>
                  </a:lnTo>
                  <a:lnTo>
                    <a:pt x="3383233" y="3416191"/>
                  </a:lnTo>
                  <a:lnTo>
                    <a:pt x="3359972" y="3558485"/>
                  </a:lnTo>
                  <a:lnTo>
                    <a:pt x="3336711" y="3700717"/>
                  </a:lnTo>
                  <a:lnTo>
                    <a:pt x="3313458" y="3842436"/>
                  </a:lnTo>
                  <a:lnTo>
                    <a:pt x="3290220" y="3983196"/>
                  </a:lnTo>
                  <a:lnTo>
                    <a:pt x="3267001" y="4122566"/>
                  </a:lnTo>
                  <a:lnTo>
                    <a:pt x="3243804" y="4260131"/>
                  </a:lnTo>
                  <a:lnTo>
                    <a:pt x="3220631" y="4395502"/>
                  </a:lnTo>
                  <a:lnTo>
                    <a:pt x="3197480" y="4528313"/>
                  </a:lnTo>
                  <a:lnTo>
                    <a:pt x="3174345" y="4658233"/>
                  </a:lnTo>
                  <a:lnTo>
                    <a:pt x="3151218" y="4784964"/>
                  </a:lnTo>
                  <a:lnTo>
                    <a:pt x="3128085" y="4908242"/>
                  </a:lnTo>
                  <a:lnTo>
                    <a:pt x="3104929" y="5027845"/>
                  </a:lnTo>
                  <a:lnTo>
                    <a:pt x="3081726" y="5143586"/>
                  </a:lnTo>
                  <a:lnTo>
                    <a:pt x="3058447" y="5255319"/>
                  </a:lnTo>
                  <a:lnTo>
                    <a:pt x="3035059" y="5362934"/>
                  </a:lnTo>
                  <a:lnTo>
                    <a:pt x="3011519" y="5466360"/>
                  </a:lnTo>
                  <a:lnTo>
                    <a:pt x="2987779" y="5565560"/>
                  </a:lnTo>
                  <a:lnTo>
                    <a:pt x="2963782" y="5660531"/>
                  </a:lnTo>
                  <a:lnTo>
                    <a:pt x="2939463" y="5751301"/>
                  </a:lnTo>
                  <a:lnTo>
                    <a:pt x="2914746" y="5837927"/>
                  </a:lnTo>
                  <a:lnTo>
                    <a:pt x="2896531" y="5898180"/>
                  </a:lnTo>
                  <a:lnTo>
                    <a:pt x="2856574" y="6019869"/>
                  </a:lnTo>
                  <a:lnTo>
                    <a:pt x="2814905" y="6131815"/>
                  </a:lnTo>
                  <a:lnTo>
                    <a:pt x="2771080" y="6234298"/>
                  </a:lnTo>
                  <a:lnTo>
                    <a:pt x="2724609" y="6327894"/>
                  </a:lnTo>
                  <a:lnTo>
                    <a:pt x="2674981" y="6413326"/>
                  </a:lnTo>
                  <a:lnTo>
                    <a:pt x="2621688" y="6491358"/>
                  </a:lnTo>
                  <a:lnTo>
                    <a:pt x="2564245" y="6562728"/>
                  </a:lnTo>
                  <a:lnTo>
                    <a:pt x="2502234" y="6628114"/>
                  </a:lnTo>
                  <a:lnTo>
                    <a:pt x="2435340" y="6688099"/>
                  </a:lnTo>
                  <a:lnTo>
                    <a:pt x="2363414" y="6743162"/>
                  </a:lnTo>
                  <a:lnTo>
                    <a:pt x="2286544" y="6793670"/>
                  </a:lnTo>
                  <a:lnTo>
                    <a:pt x="2205134" y="6839869"/>
                  </a:lnTo>
                  <a:lnTo>
                    <a:pt x="2119986" y="6881897"/>
                  </a:lnTo>
                  <a:lnTo>
                    <a:pt x="2032371" y="6919790"/>
                  </a:lnTo>
                  <a:lnTo>
                    <a:pt x="1944054" y="6953507"/>
                  </a:lnTo>
                  <a:lnTo>
                    <a:pt x="1857265" y="6982969"/>
                  </a:lnTo>
                  <a:lnTo>
                    <a:pt x="1774569" y="7008099"/>
                  </a:lnTo>
                  <a:lnTo>
                    <a:pt x="1698650" y="7028880"/>
                  </a:lnTo>
                  <a:lnTo>
                    <a:pt x="1632005" y="7045402"/>
                  </a:lnTo>
                  <a:lnTo>
                    <a:pt x="1576604" y="7057900"/>
                  </a:lnTo>
                  <a:lnTo>
                    <a:pt x="1533594" y="7066764"/>
                  </a:lnTo>
                  <a:lnTo>
                    <a:pt x="1503086" y="7072526"/>
                  </a:lnTo>
                  <a:lnTo>
                    <a:pt x="1484091" y="7075824"/>
                  </a:lnTo>
                  <a:lnTo>
                    <a:pt x="1474574" y="7077346"/>
                  </a:lnTo>
                  <a:lnTo>
                    <a:pt x="1471584" y="7077789"/>
                  </a:lnTo>
                  <a:lnTo>
                    <a:pt x="1471387" y="7077816"/>
                  </a:lnTo>
                  <a:lnTo>
                    <a:pt x="0" y="707781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23" name="pg1823"/>
            <p:cNvSpPr/>
            <p:nvPr/>
          </p:nvSpPr>
          <p:spPr>
            <a:xfrm>
              <a:off x="4799595" y="2740368"/>
              <a:ext cx="11981298" cy="7355698"/>
            </a:xfrm>
            <a:custGeom>
              <a:avLst/>
              <a:pathLst>
                <a:path w="11981298" h="7355698">
                  <a:moveTo>
                    <a:pt x="0" y="7355698"/>
                  </a:moveTo>
                  <a:lnTo>
                    <a:pt x="1471387" y="7355698"/>
                  </a:lnTo>
                  <a:lnTo>
                    <a:pt x="1472146" y="7355593"/>
                  </a:lnTo>
                  <a:lnTo>
                    <a:pt x="1477175" y="7354844"/>
                  </a:lnTo>
                  <a:lnTo>
                    <a:pt x="1489994" y="7352777"/>
                  </a:lnTo>
                  <a:lnTo>
                    <a:pt x="1513261" y="7348699"/>
                  </a:lnTo>
                  <a:lnTo>
                    <a:pt x="1548648" y="7341942"/>
                  </a:lnTo>
                  <a:lnTo>
                    <a:pt x="1596730" y="7331909"/>
                  </a:lnTo>
                  <a:lnTo>
                    <a:pt x="1656975" y="7318124"/>
                  </a:lnTo>
                  <a:lnTo>
                    <a:pt x="1727863" y="7300259"/>
                  </a:lnTo>
                  <a:lnTo>
                    <a:pt x="1807146" y="7278143"/>
                  </a:lnTo>
                  <a:lnTo>
                    <a:pt x="1892180" y="7251733"/>
                  </a:lnTo>
                  <a:lnTo>
                    <a:pt x="1980263" y="7221076"/>
                  </a:lnTo>
                  <a:lnTo>
                    <a:pt x="2068913" y="7186257"/>
                  </a:lnTo>
                  <a:lnTo>
                    <a:pt x="2156057" y="7147342"/>
                  </a:lnTo>
                  <a:lnTo>
                    <a:pt x="2240116" y="7104343"/>
                  </a:lnTo>
                  <a:lnTo>
                    <a:pt x="2320008" y="7057186"/>
                  </a:lnTo>
                  <a:lnTo>
                    <a:pt x="2395102" y="7005688"/>
                  </a:lnTo>
                  <a:lnTo>
                    <a:pt x="2465137" y="6949553"/>
                  </a:lnTo>
                  <a:lnTo>
                    <a:pt x="2530138" y="6888372"/>
                  </a:lnTo>
                  <a:lnTo>
                    <a:pt x="2590338" y="6821620"/>
                  </a:lnTo>
                  <a:lnTo>
                    <a:pt x="2646108" y="6748678"/>
                  </a:lnTo>
                  <a:lnTo>
                    <a:pt x="2697906" y="6668844"/>
                  </a:lnTo>
                  <a:lnTo>
                    <a:pt x="2746238" y="6581367"/>
                  </a:lnTo>
                  <a:lnTo>
                    <a:pt x="2791624" y="6485500"/>
                  </a:lnTo>
                  <a:lnTo>
                    <a:pt x="2834573" y="6380579"/>
                  </a:lnTo>
                  <a:lnTo>
                    <a:pt x="2875564" y="6266146"/>
                  </a:lnTo>
                  <a:lnTo>
                    <a:pt x="2896531" y="6201943"/>
                  </a:lnTo>
                  <a:lnTo>
                    <a:pt x="2921856" y="6119207"/>
                  </a:lnTo>
                  <a:lnTo>
                    <a:pt x="2946712" y="6032388"/>
                  </a:lnTo>
                  <a:lnTo>
                    <a:pt x="2971186" y="5941408"/>
                  </a:lnTo>
                  <a:lnTo>
                    <a:pt x="2995352" y="5846219"/>
                  </a:lnTo>
                  <a:lnTo>
                    <a:pt x="3019276" y="5746803"/>
                  </a:lnTo>
                  <a:lnTo>
                    <a:pt x="3043012" y="5643172"/>
                  </a:lnTo>
                  <a:lnTo>
                    <a:pt x="3066608" y="5535376"/>
                  </a:lnTo>
                  <a:lnTo>
                    <a:pt x="3090106" y="5423500"/>
                  </a:lnTo>
                  <a:lnTo>
                    <a:pt x="3113537" y="5307668"/>
                  </a:lnTo>
                  <a:lnTo>
                    <a:pt x="3136931" y="5188042"/>
                  </a:lnTo>
                  <a:lnTo>
                    <a:pt x="3160307" y="5064825"/>
                  </a:lnTo>
                  <a:lnTo>
                    <a:pt x="3183684" y="4938257"/>
                  </a:lnTo>
                  <a:lnTo>
                    <a:pt x="3207073" y="4808618"/>
                  </a:lnTo>
                  <a:lnTo>
                    <a:pt x="3230481" y="4676224"/>
                  </a:lnTo>
                  <a:lnTo>
                    <a:pt x="3253913" y="4541424"/>
                  </a:lnTo>
                  <a:lnTo>
                    <a:pt x="3277369" y="4404598"/>
                  </a:lnTo>
                  <a:lnTo>
                    <a:pt x="3300846" y="4266151"/>
                  </a:lnTo>
                  <a:lnTo>
                    <a:pt x="3324341" y="4126511"/>
                  </a:lnTo>
                  <a:lnTo>
                    <a:pt x="3347848" y="3986121"/>
                  </a:lnTo>
                  <a:lnTo>
                    <a:pt x="3371359" y="3845432"/>
                  </a:lnTo>
                  <a:lnTo>
                    <a:pt x="3394868" y="3704903"/>
                  </a:lnTo>
                  <a:lnTo>
                    <a:pt x="3418367" y="3564988"/>
                  </a:lnTo>
                  <a:lnTo>
                    <a:pt x="3441851" y="3426134"/>
                  </a:lnTo>
                  <a:lnTo>
                    <a:pt x="3465313" y="3288772"/>
                  </a:lnTo>
                  <a:lnTo>
                    <a:pt x="3488752" y="3153316"/>
                  </a:lnTo>
                  <a:lnTo>
                    <a:pt x="3512167" y="3020153"/>
                  </a:lnTo>
                  <a:lnTo>
                    <a:pt x="3535561" y="2889643"/>
                  </a:lnTo>
                  <a:lnTo>
                    <a:pt x="3558941" y="2762112"/>
                  </a:lnTo>
                  <a:lnTo>
                    <a:pt x="3582316" y="2637850"/>
                  </a:lnTo>
                  <a:lnTo>
                    <a:pt x="3605702" y="2517111"/>
                  </a:lnTo>
                  <a:lnTo>
                    <a:pt x="3629120" y="2400108"/>
                  </a:lnTo>
                  <a:lnTo>
                    <a:pt x="3652594" y="2287017"/>
                  </a:lnTo>
                  <a:lnTo>
                    <a:pt x="3676156" y="2177972"/>
                  </a:lnTo>
                  <a:lnTo>
                    <a:pt x="3699845" y="2073071"/>
                  </a:lnTo>
                  <a:lnTo>
                    <a:pt x="3723706" y="1972372"/>
                  </a:lnTo>
                  <a:lnTo>
                    <a:pt x="3747793" y="1875901"/>
                  </a:lnTo>
                  <a:lnTo>
                    <a:pt x="3772166" y="1783648"/>
                  </a:lnTo>
                  <a:lnTo>
                    <a:pt x="3796898" y="1695572"/>
                  </a:lnTo>
                  <a:lnTo>
                    <a:pt x="3822070" y="1611607"/>
                  </a:lnTo>
                  <a:lnTo>
                    <a:pt x="3829811" y="1586923"/>
                  </a:lnTo>
                  <a:lnTo>
                    <a:pt x="3869943" y="1467415"/>
                  </a:lnTo>
                  <a:lnTo>
                    <a:pt x="3911803" y="1357517"/>
                  </a:lnTo>
                  <a:lnTo>
                    <a:pt x="3955842" y="1256949"/>
                  </a:lnTo>
                  <a:lnTo>
                    <a:pt x="4002556" y="1165139"/>
                  </a:lnTo>
                  <a:lnTo>
                    <a:pt x="4052463" y="1081371"/>
                  </a:lnTo>
                  <a:lnTo>
                    <a:pt x="4106078" y="1004886"/>
                  </a:lnTo>
                  <a:lnTo>
                    <a:pt x="4163889" y="934954"/>
                  </a:lnTo>
                  <a:lnTo>
                    <a:pt x="4226320" y="870908"/>
                  </a:lnTo>
                  <a:lnTo>
                    <a:pt x="4293683" y="812171"/>
                  </a:lnTo>
                  <a:lnTo>
                    <a:pt x="4366123" y="758273"/>
                  </a:lnTo>
                  <a:lnTo>
                    <a:pt x="4443539" y="708857"/>
                  </a:lnTo>
                  <a:lnTo>
                    <a:pt x="4525505" y="663682"/>
                  </a:lnTo>
                  <a:lnTo>
                    <a:pt x="4611187" y="622618"/>
                  </a:lnTo>
                  <a:lnTo>
                    <a:pt x="4699271" y="585633"/>
                  </a:lnTo>
                  <a:lnTo>
                    <a:pt x="4787939" y="552771"/>
                  </a:lnTo>
                  <a:lnTo>
                    <a:pt x="4874909" y="524113"/>
                  </a:lnTo>
                  <a:lnTo>
                    <a:pt x="4957565" y="499732"/>
                  </a:lnTo>
                  <a:lnTo>
                    <a:pt x="5033192" y="479638"/>
                  </a:lnTo>
                  <a:lnTo>
                    <a:pt x="5099291" y="463733"/>
                  </a:lnTo>
                  <a:lnTo>
                    <a:pt x="5153919" y="451772"/>
                  </a:lnTo>
                  <a:lnTo>
                    <a:pt x="5195999" y="443355"/>
                  </a:lnTo>
                  <a:lnTo>
                    <a:pt x="5225514" y="437945"/>
                  </a:lnTo>
                  <a:lnTo>
                    <a:pt x="5243569" y="434904"/>
                  </a:lnTo>
                  <a:lnTo>
                    <a:pt x="5252319" y="433546"/>
                  </a:lnTo>
                  <a:lnTo>
                    <a:pt x="5254955" y="433168"/>
                  </a:lnTo>
                  <a:lnTo>
                    <a:pt x="6726343" y="433168"/>
                  </a:lnTo>
                  <a:lnTo>
                    <a:pt x="6727578" y="433158"/>
                  </a:lnTo>
                  <a:lnTo>
                    <a:pt x="6735686" y="433082"/>
                  </a:lnTo>
                  <a:lnTo>
                    <a:pt x="6756072" y="432872"/>
                  </a:lnTo>
                  <a:lnTo>
                    <a:pt x="6792391" y="432459"/>
                  </a:lnTo>
                  <a:lnTo>
                    <a:pt x="6846264" y="431780"/>
                  </a:lnTo>
                  <a:lnTo>
                    <a:pt x="6917161" y="430784"/>
                  </a:lnTo>
                  <a:lnTo>
                    <a:pt x="7002626" y="429439"/>
                  </a:lnTo>
                  <a:lnTo>
                    <a:pt x="7098844" y="427728"/>
                  </a:lnTo>
                  <a:lnTo>
                    <a:pt x="7201405" y="425652"/>
                  </a:lnTo>
                  <a:lnTo>
                    <a:pt x="7306035" y="423218"/>
                  </a:lnTo>
                  <a:lnTo>
                    <a:pt x="7409120" y="420432"/>
                  </a:lnTo>
                  <a:lnTo>
                    <a:pt x="7507973" y="417297"/>
                  </a:lnTo>
                  <a:lnTo>
                    <a:pt x="7600870" y="413805"/>
                  </a:lnTo>
                  <a:lnTo>
                    <a:pt x="7686929" y="409934"/>
                  </a:lnTo>
                  <a:lnTo>
                    <a:pt x="7765933" y="405650"/>
                  </a:lnTo>
                  <a:lnTo>
                    <a:pt x="7838138" y="400903"/>
                  </a:lnTo>
                  <a:lnTo>
                    <a:pt x="7904109" y="395635"/>
                  </a:lnTo>
                  <a:lnTo>
                    <a:pt x="7964593" y="389774"/>
                  </a:lnTo>
                  <a:lnTo>
                    <a:pt x="8020423" y="383244"/>
                  </a:lnTo>
                  <a:lnTo>
                    <a:pt x="8072451" y="375972"/>
                  </a:lnTo>
                  <a:lnTo>
                    <a:pt x="8121488" y="367902"/>
                  </a:lnTo>
                  <a:lnTo>
                    <a:pt x="8151487" y="362336"/>
                  </a:lnTo>
                  <a:lnTo>
                    <a:pt x="8206520" y="350845"/>
                  </a:lnTo>
                  <a:lnTo>
                    <a:pt x="8259767" y="338121"/>
                  </a:lnTo>
                  <a:lnTo>
                    <a:pt x="8311938" y="324147"/>
                  </a:lnTo>
                  <a:lnTo>
                    <a:pt x="8363544" y="308956"/>
                  </a:lnTo>
                  <a:lnTo>
                    <a:pt x="8414930" y="292634"/>
                  </a:lnTo>
                  <a:lnTo>
                    <a:pt x="8466309" y="275320"/>
                  </a:lnTo>
                  <a:lnTo>
                    <a:pt x="8517781" y="257212"/>
                  </a:lnTo>
                  <a:lnTo>
                    <a:pt x="8569362" y="238550"/>
                  </a:lnTo>
                  <a:lnTo>
                    <a:pt x="8621010" y="219611"/>
                  </a:lnTo>
                  <a:lnTo>
                    <a:pt x="8672654" y="200688"/>
                  </a:lnTo>
                  <a:lnTo>
                    <a:pt x="8724224" y="182075"/>
                  </a:lnTo>
                  <a:lnTo>
                    <a:pt x="8775684" y="164044"/>
                  </a:lnTo>
                  <a:lnTo>
                    <a:pt x="8827056" y="146833"/>
                  </a:lnTo>
                  <a:lnTo>
                    <a:pt x="8878455" y="130630"/>
                  </a:lnTo>
                  <a:lnTo>
                    <a:pt x="8930104" y="115572"/>
                  </a:lnTo>
                  <a:lnTo>
                    <a:pt x="8982366" y="101737"/>
                  </a:lnTo>
                  <a:lnTo>
                    <a:pt x="9035773" y="89152"/>
                  </a:lnTo>
                  <a:lnTo>
                    <a:pt x="9084767" y="79005"/>
                  </a:lnTo>
                  <a:lnTo>
                    <a:pt x="9132286" y="70412"/>
                  </a:lnTo>
                  <a:lnTo>
                    <a:pt x="9182320" y="62636"/>
                  </a:lnTo>
                  <a:lnTo>
                    <a:pt x="9235632" y="55642"/>
                  </a:lnTo>
                  <a:lnTo>
                    <a:pt x="9293055" y="49364"/>
                  </a:lnTo>
                  <a:lnTo>
                    <a:pt x="9355439" y="43727"/>
                  </a:lnTo>
                  <a:lnTo>
                    <a:pt x="9423597" y="38656"/>
                  </a:lnTo>
                  <a:lnTo>
                    <a:pt x="9498220" y="34084"/>
                  </a:lnTo>
                  <a:lnTo>
                    <a:pt x="9579779" y="29955"/>
                  </a:lnTo>
                  <a:lnTo>
                    <a:pt x="9668378" y="26224"/>
                  </a:lnTo>
                  <a:lnTo>
                    <a:pt x="9763582" y="22864"/>
                  </a:lnTo>
                  <a:lnTo>
                    <a:pt x="9864221" y="19856"/>
                  </a:lnTo>
                  <a:lnTo>
                    <a:pt x="9968230" y="17198"/>
                  </a:lnTo>
                  <a:lnTo>
                    <a:pt x="10072569" y="14892"/>
                  </a:lnTo>
                  <a:lnTo>
                    <a:pt x="10173341" y="12948"/>
                  </a:lnTo>
                  <a:lnTo>
                    <a:pt x="10266147" y="11371"/>
                  </a:lnTo>
                  <a:lnTo>
                    <a:pt x="10346704" y="10156"/>
                  </a:lnTo>
                  <a:lnTo>
                    <a:pt x="10411608" y="9280"/>
                  </a:lnTo>
                  <a:lnTo>
                    <a:pt x="10459051" y="8704"/>
                  </a:lnTo>
                  <a:lnTo>
                    <a:pt x="10489281" y="8373"/>
                  </a:lnTo>
                  <a:lnTo>
                    <a:pt x="10504684" y="8220"/>
                  </a:lnTo>
                  <a:lnTo>
                    <a:pt x="10509585" y="8175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8675" y="10"/>
                  </a:lnTo>
                  <a:lnTo>
                    <a:pt x="10500567" y="86"/>
                  </a:lnTo>
                  <a:lnTo>
                    <a:pt x="10480181" y="296"/>
                  </a:lnTo>
                  <a:lnTo>
                    <a:pt x="10443863" y="709"/>
                  </a:lnTo>
                  <a:lnTo>
                    <a:pt x="10389990" y="1388"/>
                  </a:lnTo>
                  <a:lnTo>
                    <a:pt x="10319092" y="2384"/>
                  </a:lnTo>
                  <a:lnTo>
                    <a:pt x="10233628" y="3729"/>
                  </a:lnTo>
                  <a:lnTo>
                    <a:pt x="10137410" y="5439"/>
                  </a:lnTo>
                  <a:lnTo>
                    <a:pt x="10034848" y="7516"/>
                  </a:lnTo>
                  <a:lnTo>
                    <a:pt x="9930218" y="9950"/>
                  </a:lnTo>
                  <a:lnTo>
                    <a:pt x="9827134" y="12736"/>
                  </a:lnTo>
                  <a:lnTo>
                    <a:pt x="9728280" y="15871"/>
                  </a:lnTo>
                  <a:lnTo>
                    <a:pt x="9635384" y="19363"/>
                  </a:lnTo>
                  <a:lnTo>
                    <a:pt x="9549325" y="23234"/>
                  </a:lnTo>
                  <a:lnTo>
                    <a:pt x="9470321" y="27518"/>
                  </a:lnTo>
                  <a:lnTo>
                    <a:pt x="9398116" y="32265"/>
                  </a:lnTo>
                  <a:lnTo>
                    <a:pt x="9332144" y="37533"/>
                  </a:lnTo>
                  <a:lnTo>
                    <a:pt x="9271660" y="43394"/>
                  </a:lnTo>
                  <a:lnTo>
                    <a:pt x="9215830" y="49924"/>
                  </a:lnTo>
                  <a:lnTo>
                    <a:pt x="9163803" y="57195"/>
                  </a:lnTo>
                  <a:lnTo>
                    <a:pt x="9114765" y="65266"/>
                  </a:lnTo>
                  <a:lnTo>
                    <a:pt x="9084767" y="70832"/>
                  </a:lnTo>
                  <a:lnTo>
                    <a:pt x="9029733" y="82323"/>
                  </a:lnTo>
                  <a:lnTo>
                    <a:pt x="8976486" y="95047"/>
                  </a:lnTo>
                  <a:lnTo>
                    <a:pt x="8924315" y="109021"/>
                  </a:lnTo>
                  <a:lnTo>
                    <a:pt x="8872709" y="124212"/>
                  </a:lnTo>
                  <a:lnTo>
                    <a:pt x="8821323" y="140534"/>
                  </a:lnTo>
                  <a:lnTo>
                    <a:pt x="8769944" y="157848"/>
                  </a:lnTo>
                  <a:lnTo>
                    <a:pt x="8718472" y="175956"/>
                  </a:lnTo>
                  <a:lnTo>
                    <a:pt x="8666891" y="194618"/>
                  </a:lnTo>
                  <a:lnTo>
                    <a:pt x="8615243" y="213557"/>
                  </a:lnTo>
                  <a:lnTo>
                    <a:pt x="8563599" y="232479"/>
                  </a:lnTo>
                  <a:lnTo>
                    <a:pt x="8512029" y="251093"/>
                  </a:lnTo>
                  <a:lnTo>
                    <a:pt x="8460569" y="269124"/>
                  </a:lnTo>
                  <a:lnTo>
                    <a:pt x="8409197" y="286335"/>
                  </a:lnTo>
                  <a:lnTo>
                    <a:pt x="8357799" y="302538"/>
                  </a:lnTo>
                  <a:lnTo>
                    <a:pt x="8306149" y="317596"/>
                  </a:lnTo>
                  <a:lnTo>
                    <a:pt x="8253887" y="331431"/>
                  </a:lnTo>
                  <a:lnTo>
                    <a:pt x="8200480" y="344016"/>
                  </a:lnTo>
                  <a:lnTo>
                    <a:pt x="8151487" y="354163"/>
                  </a:lnTo>
                  <a:lnTo>
                    <a:pt x="8103968" y="362756"/>
                  </a:lnTo>
                  <a:lnTo>
                    <a:pt x="8053933" y="370532"/>
                  </a:lnTo>
                  <a:lnTo>
                    <a:pt x="8000621" y="377526"/>
                  </a:lnTo>
                  <a:lnTo>
                    <a:pt x="7943199" y="383804"/>
                  </a:lnTo>
                  <a:lnTo>
                    <a:pt x="7880814" y="389441"/>
                  </a:lnTo>
                  <a:lnTo>
                    <a:pt x="7812657" y="394512"/>
                  </a:lnTo>
                  <a:lnTo>
                    <a:pt x="7738034" y="399084"/>
                  </a:lnTo>
                  <a:lnTo>
                    <a:pt x="7656475" y="403213"/>
                  </a:lnTo>
                  <a:lnTo>
                    <a:pt x="7567875" y="406943"/>
                  </a:lnTo>
                  <a:lnTo>
                    <a:pt x="7472672" y="410304"/>
                  </a:lnTo>
                  <a:lnTo>
                    <a:pt x="7372032" y="413312"/>
                  </a:lnTo>
                  <a:lnTo>
                    <a:pt x="7268023" y="415970"/>
                  </a:lnTo>
                  <a:lnTo>
                    <a:pt x="7163684" y="418276"/>
                  </a:lnTo>
                  <a:lnTo>
                    <a:pt x="7062912" y="420219"/>
                  </a:lnTo>
                  <a:lnTo>
                    <a:pt x="6970106" y="421797"/>
                  </a:lnTo>
                  <a:lnTo>
                    <a:pt x="6889549" y="423012"/>
                  </a:lnTo>
                  <a:lnTo>
                    <a:pt x="6824646" y="423888"/>
                  </a:lnTo>
                  <a:lnTo>
                    <a:pt x="6777202" y="424464"/>
                  </a:lnTo>
                  <a:lnTo>
                    <a:pt x="6746973" y="424795"/>
                  </a:lnTo>
                  <a:lnTo>
                    <a:pt x="6731569" y="424948"/>
                  </a:lnTo>
                  <a:lnTo>
                    <a:pt x="6726668" y="424993"/>
                  </a:lnTo>
                  <a:lnTo>
                    <a:pt x="6726343" y="424995"/>
                  </a:lnTo>
                  <a:lnTo>
                    <a:pt x="5254955" y="424995"/>
                  </a:lnTo>
                  <a:lnTo>
                    <a:pt x="5254196" y="425101"/>
                  </a:lnTo>
                  <a:lnTo>
                    <a:pt x="5249167" y="425849"/>
                  </a:lnTo>
                  <a:lnTo>
                    <a:pt x="5236348" y="427917"/>
                  </a:lnTo>
                  <a:lnTo>
                    <a:pt x="5213081" y="431994"/>
                  </a:lnTo>
                  <a:lnTo>
                    <a:pt x="5177694" y="438751"/>
                  </a:lnTo>
                  <a:lnTo>
                    <a:pt x="5129612" y="448784"/>
                  </a:lnTo>
                  <a:lnTo>
                    <a:pt x="5069367" y="462570"/>
                  </a:lnTo>
                  <a:lnTo>
                    <a:pt x="4998479" y="480434"/>
                  </a:lnTo>
                  <a:lnTo>
                    <a:pt x="4919196" y="502551"/>
                  </a:lnTo>
                  <a:lnTo>
                    <a:pt x="4834162" y="528961"/>
                  </a:lnTo>
                  <a:lnTo>
                    <a:pt x="4746079" y="559617"/>
                  </a:lnTo>
                  <a:lnTo>
                    <a:pt x="4657429" y="594437"/>
                  </a:lnTo>
                  <a:lnTo>
                    <a:pt x="4570285" y="633352"/>
                  </a:lnTo>
                  <a:lnTo>
                    <a:pt x="4486226" y="676350"/>
                  </a:lnTo>
                  <a:lnTo>
                    <a:pt x="4406334" y="723508"/>
                  </a:lnTo>
                  <a:lnTo>
                    <a:pt x="4331240" y="775006"/>
                  </a:lnTo>
                  <a:lnTo>
                    <a:pt x="4261205" y="831140"/>
                  </a:lnTo>
                  <a:lnTo>
                    <a:pt x="4196204" y="892322"/>
                  </a:lnTo>
                  <a:lnTo>
                    <a:pt x="4136004" y="959073"/>
                  </a:lnTo>
                  <a:lnTo>
                    <a:pt x="4080234" y="1032015"/>
                  </a:lnTo>
                  <a:lnTo>
                    <a:pt x="4028436" y="1111849"/>
                  </a:lnTo>
                  <a:lnTo>
                    <a:pt x="3980104" y="1199326"/>
                  </a:lnTo>
                  <a:lnTo>
                    <a:pt x="3934718" y="1295193"/>
                  </a:lnTo>
                  <a:lnTo>
                    <a:pt x="3891769" y="1400115"/>
                  </a:lnTo>
                  <a:lnTo>
                    <a:pt x="3850778" y="1514547"/>
                  </a:lnTo>
                  <a:lnTo>
                    <a:pt x="3829811" y="1578750"/>
                  </a:lnTo>
                  <a:lnTo>
                    <a:pt x="3804487" y="1661486"/>
                  </a:lnTo>
                  <a:lnTo>
                    <a:pt x="3779630" y="1748306"/>
                  </a:lnTo>
                  <a:lnTo>
                    <a:pt x="3755156" y="1839285"/>
                  </a:lnTo>
                  <a:lnTo>
                    <a:pt x="3730990" y="1934474"/>
                  </a:lnTo>
                  <a:lnTo>
                    <a:pt x="3707066" y="2033891"/>
                  </a:lnTo>
                  <a:lnTo>
                    <a:pt x="3683330" y="2137521"/>
                  </a:lnTo>
                  <a:lnTo>
                    <a:pt x="3659734" y="2245317"/>
                  </a:lnTo>
                  <a:lnTo>
                    <a:pt x="3636236" y="2357193"/>
                  </a:lnTo>
                  <a:lnTo>
                    <a:pt x="3612805" y="2473025"/>
                  </a:lnTo>
                  <a:lnTo>
                    <a:pt x="3589411" y="2592651"/>
                  </a:lnTo>
                  <a:lnTo>
                    <a:pt x="3566035" y="2715869"/>
                  </a:lnTo>
                  <a:lnTo>
                    <a:pt x="3542658" y="2842437"/>
                  </a:lnTo>
                  <a:lnTo>
                    <a:pt x="3519269" y="2972076"/>
                  </a:lnTo>
                  <a:lnTo>
                    <a:pt x="3495861" y="3104470"/>
                  </a:lnTo>
                  <a:lnTo>
                    <a:pt x="3472429" y="3239270"/>
                  </a:lnTo>
                  <a:lnTo>
                    <a:pt x="3448974" y="3376096"/>
                  </a:lnTo>
                  <a:lnTo>
                    <a:pt x="3425496" y="3514542"/>
                  </a:lnTo>
                  <a:lnTo>
                    <a:pt x="3402001" y="3654182"/>
                  </a:lnTo>
                  <a:lnTo>
                    <a:pt x="3378494" y="3794573"/>
                  </a:lnTo>
                  <a:lnTo>
                    <a:pt x="3354983" y="3935261"/>
                  </a:lnTo>
                  <a:lnTo>
                    <a:pt x="3331474" y="4075790"/>
                  </a:lnTo>
                  <a:lnTo>
                    <a:pt x="3307975" y="4215705"/>
                  </a:lnTo>
                  <a:lnTo>
                    <a:pt x="3284492" y="4354560"/>
                  </a:lnTo>
                  <a:lnTo>
                    <a:pt x="3261029" y="4491922"/>
                  </a:lnTo>
                  <a:lnTo>
                    <a:pt x="3237590" y="4627378"/>
                  </a:lnTo>
                  <a:lnTo>
                    <a:pt x="3214175" y="4760540"/>
                  </a:lnTo>
                  <a:lnTo>
                    <a:pt x="3190781" y="4891050"/>
                  </a:lnTo>
                  <a:lnTo>
                    <a:pt x="3167401" y="5018582"/>
                  </a:lnTo>
                  <a:lnTo>
                    <a:pt x="3144026" y="5142843"/>
                  </a:lnTo>
                  <a:lnTo>
                    <a:pt x="3120640" y="5263583"/>
                  </a:lnTo>
                  <a:lnTo>
                    <a:pt x="3097223" y="5380585"/>
                  </a:lnTo>
                  <a:lnTo>
                    <a:pt x="3073748" y="5493677"/>
                  </a:lnTo>
                  <a:lnTo>
                    <a:pt x="3050186" y="5602721"/>
                  </a:lnTo>
                  <a:lnTo>
                    <a:pt x="3026497" y="5707623"/>
                  </a:lnTo>
                  <a:lnTo>
                    <a:pt x="3002636" y="5808321"/>
                  </a:lnTo>
                  <a:lnTo>
                    <a:pt x="2978549" y="5904793"/>
                  </a:lnTo>
                  <a:lnTo>
                    <a:pt x="2954176" y="5997046"/>
                  </a:lnTo>
                  <a:lnTo>
                    <a:pt x="2929444" y="6085121"/>
                  </a:lnTo>
                  <a:lnTo>
                    <a:pt x="2904272" y="6169087"/>
                  </a:lnTo>
                  <a:lnTo>
                    <a:pt x="2896531" y="6193770"/>
                  </a:lnTo>
                  <a:lnTo>
                    <a:pt x="2856399" y="6313279"/>
                  </a:lnTo>
                  <a:lnTo>
                    <a:pt x="2814539" y="6423177"/>
                  </a:lnTo>
                  <a:lnTo>
                    <a:pt x="2770500" y="6523744"/>
                  </a:lnTo>
                  <a:lnTo>
                    <a:pt x="2723786" y="6615554"/>
                  </a:lnTo>
                  <a:lnTo>
                    <a:pt x="2673880" y="6699323"/>
                  </a:lnTo>
                  <a:lnTo>
                    <a:pt x="2620264" y="6775807"/>
                  </a:lnTo>
                  <a:lnTo>
                    <a:pt x="2562453" y="6845739"/>
                  </a:lnTo>
                  <a:lnTo>
                    <a:pt x="2500022" y="6909785"/>
                  </a:lnTo>
                  <a:lnTo>
                    <a:pt x="2432659" y="6968522"/>
                  </a:lnTo>
                  <a:lnTo>
                    <a:pt x="2360219" y="7022420"/>
                  </a:lnTo>
                  <a:lnTo>
                    <a:pt x="2282804" y="7071836"/>
                  </a:lnTo>
                  <a:lnTo>
                    <a:pt x="2200837" y="7117012"/>
                  </a:lnTo>
                  <a:lnTo>
                    <a:pt x="2115155" y="7158076"/>
                  </a:lnTo>
                  <a:lnTo>
                    <a:pt x="2027071" y="7195060"/>
                  </a:lnTo>
                  <a:lnTo>
                    <a:pt x="1938403" y="7227922"/>
                  </a:lnTo>
                  <a:lnTo>
                    <a:pt x="1851433" y="7256580"/>
                  </a:lnTo>
                  <a:lnTo>
                    <a:pt x="1768777" y="7280962"/>
                  </a:lnTo>
                  <a:lnTo>
                    <a:pt x="1693150" y="7301055"/>
                  </a:lnTo>
                  <a:lnTo>
                    <a:pt x="1627051" y="7316961"/>
                  </a:lnTo>
                  <a:lnTo>
                    <a:pt x="1572423" y="7328922"/>
                  </a:lnTo>
                  <a:lnTo>
                    <a:pt x="1530343" y="7337338"/>
                  </a:lnTo>
                  <a:lnTo>
                    <a:pt x="1500828" y="7342748"/>
                  </a:lnTo>
                  <a:lnTo>
                    <a:pt x="1482773" y="7345789"/>
                  </a:lnTo>
                  <a:lnTo>
                    <a:pt x="1474023" y="7347147"/>
                  </a:lnTo>
                  <a:lnTo>
                    <a:pt x="1471387" y="7347525"/>
                  </a:lnTo>
                  <a:lnTo>
                    <a:pt x="0" y="7347525"/>
                  </a:lnTo>
                  <a:close/>
                </a:path>
              </a:pathLst>
            </a:custGeom>
            <a:solidFill>
              <a:srgbClr val="B497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824" name="pl1824"/>
            <p:cNvSpPr/>
            <p:nvPr/>
          </p:nvSpPr>
          <p:spPr>
            <a:xfrm>
              <a:off x="4799595" y="2748541"/>
              <a:ext cx="11981298" cy="7347525"/>
            </a:xfrm>
            <a:custGeom>
              <a:avLst/>
              <a:pathLst>
                <a:path w="11981298" h="7347525">
                  <a:moveTo>
                    <a:pt x="0" y="7347525"/>
                  </a:moveTo>
                  <a:lnTo>
                    <a:pt x="1471387" y="7347525"/>
                  </a:lnTo>
                  <a:lnTo>
                    <a:pt x="1472146" y="7347420"/>
                  </a:lnTo>
                  <a:lnTo>
                    <a:pt x="1477175" y="7346671"/>
                  </a:lnTo>
                  <a:lnTo>
                    <a:pt x="1489994" y="7344604"/>
                  </a:lnTo>
                  <a:lnTo>
                    <a:pt x="1513261" y="7340526"/>
                  </a:lnTo>
                  <a:lnTo>
                    <a:pt x="1548648" y="7333769"/>
                  </a:lnTo>
                  <a:lnTo>
                    <a:pt x="1596730" y="7323736"/>
                  </a:lnTo>
                  <a:lnTo>
                    <a:pt x="1656975" y="7309951"/>
                  </a:lnTo>
                  <a:lnTo>
                    <a:pt x="1727863" y="7292086"/>
                  </a:lnTo>
                  <a:lnTo>
                    <a:pt x="1807146" y="7269970"/>
                  </a:lnTo>
                  <a:lnTo>
                    <a:pt x="1892180" y="7243560"/>
                  </a:lnTo>
                  <a:lnTo>
                    <a:pt x="1980263" y="7212903"/>
                  </a:lnTo>
                  <a:lnTo>
                    <a:pt x="2068913" y="7178084"/>
                  </a:lnTo>
                  <a:lnTo>
                    <a:pt x="2156057" y="7139169"/>
                  </a:lnTo>
                  <a:lnTo>
                    <a:pt x="2240116" y="7096170"/>
                  </a:lnTo>
                  <a:lnTo>
                    <a:pt x="2320008" y="7049013"/>
                  </a:lnTo>
                  <a:lnTo>
                    <a:pt x="2395102" y="6997515"/>
                  </a:lnTo>
                  <a:lnTo>
                    <a:pt x="2465137" y="6941380"/>
                  </a:lnTo>
                  <a:lnTo>
                    <a:pt x="2530138" y="6880199"/>
                  </a:lnTo>
                  <a:lnTo>
                    <a:pt x="2590338" y="6813447"/>
                  </a:lnTo>
                  <a:lnTo>
                    <a:pt x="2646108" y="6740505"/>
                  </a:lnTo>
                  <a:lnTo>
                    <a:pt x="2697906" y="6660671"/>
                  </a:lnTo>
                  <a:lnTo>
                    <a:pt x="2746238" y="6573194"/>
                  </a:lnTo>
                  <a:lnTo>
                    <a:pt x="2791624" y="6477327"/>
                  </a:lnTo>
                  <a:lnTo>
                    <a:pt x="2834573" y="6372406"/>
                  </a:lnTo>
                  <a:lnTo>
                    <a:pt x="2875564" y="6257973"/>
                  </a:lnTo>
                  <a:lnTo>
                    <a:pt x="2896531" y="6193770"/>
                  </a:lnTo>
                  <a:lnTo>
                    <a:pt x="2921856" y="6111034"/>
                  </a:lnTo>
                  <a:lnTo>
                    <a:pt x="2946712" y="6024215"/>
                  </a:lnTo>
                  <a:lnTo>
                    <a:pt x="2971186" y="5933235"/>
                  </a:lnTo>
                  <a:lnTo>
                    <a:pt x="2995352" y="5838046"/>
                  </a:lnTo>
                  <a:lnTo>
                    <a:pt x="3019276" y="5738630"/>
                  </a:lnTo>
                  <a:lnTo>
                    <a:pt x="3043012" y="5634999"/>
                  </a:lnTo>
                  <a:lnTo>
                    <a:pt x="3066608" y="5527203"/>
                  </a:lnTo>
                  <a:lnTo>
                    <a:pt x="3090106" y="5415327"/>
                  </a:lnTo>
                  <a:lnTo>
                    <a:pt x="3113537" y="5299495"/>
                  </a:lnTo>
                  <a:lnTo>
                    <a:pt x="3136931" y="5179869"/>
                  </a:lnTo>
                  <a:lnTo>
                    <a:pt x="3160307" y="5056652"/>
                  </a:lnTo>
                  <a:lnTo>
                    <a:pt x="3183684" y="4930084"/>
                  </a:lnTo>
                  <a:lnTo>
                    <a:pt x="3207073" y="4800445"/>
                  </a:lnTo>
                  <a:lnTo>
                    <a:pt x="3230481" y="4668051"/>
                  </a:lnTo>
                  <a:lnTo>
                    <a:pt x="3253913" y="4533251"/>
                  </a:lnTo>
                  <a:lnTo>
                    <a:pt x="3277369" y="4396425"/>
                  </a:lnTo>
                  <a:lnTo>
                    <a:pt x="3300846" y="4257978"/>
                  </a:lnTo>
                  <a:lnTo>
                    <a:pt x="3324341" y="4118338"/>
                  </a:lnTo>
                  <a:lnTo>
                    <a:pt x="3347848" y="3977948"/>
                  </a:lnTo>
                  <a:lnTo>
                    <a:pt x="3371359" y="3837259"/>
                  </a:lnTo>
                  <a:lnTo>
                    <a:pt x="3394868" y="3696730"/>
                  </a:lnTo>
                  <a:lnTo>
                    <a:pt x="3418367" y="3556815"/>
                  </a:lnTo>
                  <a:lnTo>
                    <a:pt x="3441851" y="3417961"/>
                  </a:lnTo>
                  <a:lnTo>
                    <a:pt x="3465313" y="3280599"/>
                  </a:lnTo>
                  <a:lnTo>
                    <a:pt x="3488752" y="3145143"/>
                  </a:lnTo>
                  <a:lnTo>
                    <a:pt x="3512167" y="3011980"/>
                  </a:lnTo>
                  <a:lnTo>
                    <a:pt x="3535561" y="2881470"/>
                  </a:lnTo>
                  <a:lnTo>
                    <a:pt x="3558941" y="2753939"/>
                  </a:lnTo>
                  <a:lnTo>
                    <a:pt x="3582316" y="2629677"/>
                  </a:lnTo>
                  <a:lnTo>
                    <a:pt x="3605702" y="2508938"/>
                  </a:lnTo>
                  <a:lnTo>
                    <a:pt x="3629120" y="2391935"/>
                  </a:lnTo>
                  <a:lnTo>
                    <a:pt x="3652594" y="2278844"/>
                  </a:lnTo>
                  <a:lnTo>
                    <a:pt x="3676156" y="2169799"/>
                  </a:lnTo>
                  <a:lnTo>
                    <a:pt x="3699845" y="2064898"/>
                  </a:lnTo>
                  <a:lnTo>
                    <a:pt x="3723706" y="1964199"/>
                  </a:lnTo>
                  <a:lnTo>
                    <a:pt x="3747793" y="1867728"/>
                  </a:lnTo>
                  <a:lnTo>
                    <a:pt x="3772166" y="1775475"/>
                  </a:lnTo>
                  <a:lnTo>
                    <a:pt x="3796898" y="1687399"/>
                  </a:lnTo>
                  <a:lnTo>
                    <a:pt x="3822070" y="1603434"/>
                  </a:lnTo>
                  <a:lnTo>
                    <a:pt x="3829811" y="1578750"/>
                  </a:lnTo>
                  <a:lnTo>
                    <a:pt x="3869943" y="1459242"/>
                  </a:lnTo>
                  <a:lnTo>
                    <a:pt x="3911803" y="1349344"/>
                  </a:lnTo>
                  <a:lnTo>
                    <a:pt x="3955842" y="1248776"/>
                  </a:lnTo>
                  <a:lnTo>
                    <a:pt x="4002556" y="1156966"/>
                  </a:lnTo>
                  <a:lnTo>
                    <a:pt x="4052463" y="1073198"/>
                  </a:lnTo>
                  <a:lnTo>
                    <a:pt x="4106078" y="996713"/>
                  </a:lnTo>
                  <a:lnTo>
                    <a:pt x="4163889" y="926781"/>
                  </a:lnTo>
                  <a:lnTo>
                    <a:pt x="4226320" y="862735"/>
                  </a:lnTo>
                  <a:lnTo>
                    <a:pt x="4293683" y="803998"/>
                  </a:lnTo>
                  <a:lnTo>
                    <a:pt x="4366123" y="750100"/>
                  </a:lnTo>
                  <a:lnTo>
                    <a:pt x="4443539" y="700684"/>
                  </a:lnTo>
                  <a:lnTo>
                    <a:pt x="4525505" y="655509"/>
                  </a:lnTo>
                  <a:lnTo>
                    <a:pt x="4611187" y="614445"/>
                  </a:lnTo>
                  <a:lnTo>
                    <a:pt x="4699271" y="577460"/>
                  </a:lnTo>
                  <a:lnTo>
                    <a:pt x="4787939" y="544598"/>
                  </a:lnTo>
                  <a:lnTo>
                    <a:pt x="4874909" y="515940"/>
                  </a:lnTo>
                  <a:lnTo>
                    <a:pt x="4957565" y="491559"/>
                  </a:lnTo>
                  <a:lnTo>
                    <a:pt x="5033192" y="471465"/>
                  </a:lnTo>
                  <a:lnTo>
                    <a:pt x="5099291" y="455560"/>
                  </a:lnTo>
                  <a:lnTo>
                    <a:pt x="5153919" y="443599"/>
                  </a:lnTo>
                  <a:lnTo>
                    <a:pt x="5195999" y="435182"/>
                  </a:lnTo>
                  <a:lnTo>
                    <a:pt x="5225514" y="429772"/>
                  </a:lnTo>
                  <a:lnTo>
                    <a:pt x="5243569" y="426731"/>
                  </a:lnTo>
                  <a:lnTo>
                    <a:pt x="5252319" y="425373"/>
                  </a:lnTo>
                  <a:lnTo>
                    <a:pt x="5254841" y="425011"/>
                  </a:lnTo>
                  <a:lnTo>
                    <a:pt x="5254955" y="424995"/>
                  </a:lnTo>
                  <a:lnTo>
                    <a:pt x="6726343" y="424995"/>
                  </a:lnTo>
                  <a:lnTo>
                    <a:pt x="6727578" y="424985"/>
                  </a:lnTo>
                  <a:lnTo>
                    <a:pt x="6735686" y="424909"/>
                  </a:lnTo>
                  <a:lnTo>
                    <a:pt x="6756072" y="424699"/>
                  </a:lnTo>
                  <a:lnTo>
                    <a:pt x="6792391" y="424286"/>
                  </a:lnTo>
                  <a:lnTo>
                    <a:pt x="6846264" y="423607"/>
                  </a:lnTo>
                  <a:lnTo>
                    <a:pt x="6917161" y="422611"/>
                  </a:lnTo>
                  <a:lnTo>
                    <a:pt x="7002626" y="421266"/>
                  </a:lnTo>
                  <a:lnTo>
                    <a:pt x="7098844" y="419555"/>
                  </a:lnTo>
                  <a:lnTo>
                    <a:pt x="7201405" y="417479"/>
                  </a:lnTo>
                  <a:lnTo>
                    <a:pt x="7306035" y="415045"/>
                  </a:lnTo>
                  <a:lnTo>
                    <a:pt x="7409120" y="412259"/>
                  </a:lnTo>
                  <a:lnTo>
                    <a:pt x="7507973" y="409124"/>
                  </a:lnTo>
                  <a:lnTo>
                    <a:pt x="7600870" y="405632"/>
                  </a:lnTo>
                  <a:lnTo>
                    <a:pt x="7686929" y="401761"/>
                  </a:lnTo>
                  <a:lnTo>
                    <a:pt x="7765933" y="397477"/>
                  </a:lnTo>
                  <a:lnTo>
                    <a:pt x="7838138" y="392730"/>
                  </a:lnTo>
                  <a:lnTo>
                    <a:pt x="7904109" y="387462"/>
                  </a:lnTo>
                  <a:lnTo>
                    <a:pt x="7964593" y="381601"/>
                  </a:lnTo>
                  <a:lnTo>
                    <a:pt x="8020423" y="375071"/>
                  </a:lnTo>
                  <a:lnTo>
                    <a:pt x="8072451" y="367799"/>
                  </a:lnTo>
                  <a:lnTo>
                    <a:pt x="8121488" y="359729"/>
                  </a:lnTo>
                  <a:lnTo>
                    <a:pt x="8151487" y="354163"/>
                  </a:lnTo>
                  <a:lnTo>
                    <a:pt x="8206520" y="342672"/>
                  </a:lnTo>
                  <a:lnTo>
                    <a:pt x="8259767" y="329948"/>
                  </a:lnTo>
                  <a:lnTo>
                    <a:pt x="8311938" y="315974"/>
                  </a:lnTo>
                  <a:lnTo>
                    <a:pt x="8363544" y="300783"/>
                  </a:lnTo>
                  <a:lnTo>
                    <a:pt x="8414930" y="284461"/>
                  </a:lnTo>
                  <a:lnTo>
                    <a:pt x="8466309" y="267147"/>
                  </a:lnTo>
                  <a:lnTo>
                    <a:pt x="8517781" y="249039"/>
                  </a:lnTo>
                  <a:lnTo>
                    <a:pt x="8569362" y="230377"/>
                  </a:lnTo>
                  <a:lnTo>
                    <a:pt x="8621010" y="211438"/>
                  </a:lnTo>
                  <a:lnTo>
                    <a:pt x="8672654" y="192515"/>
                  </a:lnTo>
                  <a:lnTo>
                    <a:pt x="8724224" y="173902"/>
                  </a:lnTo>
                  <a:lnTo>
                    <a:pt x="8775684" y="155871"/>
                  </a:lnTo>
                  <a:lnTo>
                    <a:pt x="8827056" y="138660"/>
                  </a:lnTo>
                  <a:lnTo>
                    <a:pt x="8878455" y="122457"/>
                  </a:lnTo>
                  <a:lnTo>
                    <a:pt x="8930104" y="107399"/>
                  </a:lnTo>
                  <a:lnTo>
                    <a:pt x="8982366" y="93564"/>
                  </a:lnTo>
                  <a:lnTo>
                    <a:pt x="9035773" y="80979"/>
                  </a:lnTo>
                  <a:lnTo>
                    <a:pt x="9084767" y="70832"/>
                  </a:lnTo>
                  <a:lnTo>
                    <a:pt x="9132286" y="62239"/>
                  </a:lnTo>
                  <a:lnTo>
                    <a:pt x="9182320" y="54463"/>
                  </a:lnTo>
                  <a:lnTo>
                    <a:pt x="9235632" y="47469"/>
                  </a:lnTo>
                  <a:lnTo>
                    <a:pt x="9293055" y="41191"/>
                  </a:lnTo>
                  <a:lnTo>
                    <a:pt x="9355439" y="35554"/>
                  </a:lnTo>
                  <a:lnTo>
                    <a:pt x="9423597" y="30483"/>
                  </a:lnTo>
                  <a:lnTo>
                    <a:pt x="9498220" y="25911"/>
                  </a:lnTo>
                  <a:lnTo>
                    <a:pt x="9579779" y="21782"/>
                  </a:lnTo>
                  <a:lnTo>
                    <a:pt x="9668378" y="18051"/>
                  </a:lnTo>
                  <a:lnTo>
                    <a:pt x="9763582" y="14691"/>
                  </a:lnTo>
                  <a:lnTo>
                    <a:pt x="9864221" y="11683"/>
                  </a:lnTo>
                  <a:lnTo>
                    <a:pt x="9968230" y="9025"/>
                  </a:lnTo>
                  <a:lnTo>
                    <a:pt x="10072569" y="6719"/>
                  </a:lnTo>
                  <a:lnTo>
                    <a:pt x="10173341" y="4775"/>
                  </a:lnTo>
                  <a:lnTo>
                    <a:pt x="10266147" y="3198"/>
                  </a:lnTo>
                  <a:lnTo>
                    <a:pt x="10346704" y="1983"/>
                  </a:lnTo>
                  <a:lnTo>
                    <a:pt x="10411608" y="1107"/>
                  </a:lnTo>
                  <a:lnTo>
                    <a:pt x="10459051" y="531"/>
                  </a:lnTo>
                  <a:lnTo>
                    <a:pt x="10489281" y="200"/>
                  </a:lnTo>
                  <a:lnTo>
                    <a:pt x="10504684" y="47"/>
                  </a:lnTo>
                  <a:lnTo>
                    <a:pt x="10509585" y="2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25" name="pl1825"/>
            <p:cNvSpPr/>
            <p:nvPr/>
          </p:nvSpPr>
          <p:spPr>
            <a:xfrm>
              <a:off x="4799595" y="2740368"/>
              <a:ext cx="11981298" cy="7347525"/>
            </a:xfrm>
            <a:custGeom>
              <a:avLst/>
              <a:pathLst>
                <a:path w="11981298" h="7347525">
                  <a:moveTo>
                    <a:pt x="11981298" y="0"/>
                  </a:moveTo>
                  <a:lnTo>
                    <a:pt x="10509911" y="0"/>
                  </a:lnTo>
                  <a:lnTo>
                    <a:pt x="10508675" y="10"/>
                  </a:lnTo>
                  <a:lnTo>
                    <a:pt x="10500567" y="86"/>
                  </a:lnTo>
                  <a:lnTo>
                    <a:pt x="10480181" y="296"/>
                  </a:lnTo>
                  <a:lnTo>
                    <a:pt x="10443863" y="709"/>
                  </a:lnTo>
                  <a:lnTo>
                    <a:pt x="10389990" y="1388"/>
                  </a:lnTo>
                  <a:lnTo>
                    <a:pt x="10319092" y="2384"/>
                  </a:lnTo>
                  <a:lnTo>
                    <a:pt x="10233628" y="3729"/>
                  </a:lnTo>
                  <a:lnTo>
                    <a:pt x="10137410" y="5439"/>
                  </a:lnTo>
                  <a:lnTo>
                    <a:pt x="10034848" y="7516"/>
                  </a:lnTo>
                  <a:lnTo>
                    <a:pt x="9930218" y="9950"/>
                  </a:lnTo>
                  <a:lnTo>
                    <a:pt x="9827134" y="12736"/>
                  </a:lnTo>
                  <a:lnTo>
                    <a:pt x="9728280" y="15871"/>
                  </a:lnTo>
                  <a:lnTo>
                    <a:pt x="9635384" y="19363"/>
                  </a:lnTo>
                  <a:lnTo>
                    <a:pt x="9549325" y="23234"/>
                  </a:lnTo>
                  <a:lnTo>
                    <a:pt x="9470321" y="27518"/>
                  </a:lnTo>
                  <a:lnTo>
                    <a:pt x="9398116" y="32265"/>
                  </a:lnTo>
                  <a:lnTo>
                    <a:pt x="9332144" y="37533"/>
                  </a:lnTo>
                  <a:lnTo>
                    <a:pt x="9271660" y="43394"/>
                  </a:lnTo>
                  <a:lnTo>
                    <a:pt x="9215830" y="49924"/>
                  </a:lnTo>
                  <a:lnTo>
                    <a:pt x="9163803" y="57195"/>
                  </a:lnTo>
                  <a:lnTo>
                    <a:pt x="9114765" y="65266"/>
                  </a:lnTo>
                  <a:lnTo>
                    <a:pt x="9084767" y="70832"/>
                  </a:lnTo>
                  <a:lnTo>
                    <a:pt x="9029733" y="82323"/>
                  </a:lnTo>
                  <a:lnTo>
                    <a:pt x="8976486" y="95047"/>
                  </a:lnTo>
                  <a:lnTo>
                    <a:pt x="8924315" y="109021"/>
                  </a:lnTo>
                  <a:lnTo>
                    <a:pt x="8872709" y="124212"/>
                  </a:lnTo>
                  <a:lnTo>
                    <a:pt x="8821323" y="140534"/>
                  </a:lnTo>
                  <a:lnTo>
                    <a:pt x="8769944" y="157848"/>
                  </a:lnTo>
                  <a:lnTo>
                    <a:pt x="8718472" y="175956"/>
                  </a:lnTo>
                  <a:lnTo>
                    <a:pt x="8666891" y="194618"/>
                  </a:lnTo>
                  <a:lnTo>
                    <a:pt x="8615243" y="213557"/>
                  </a:lnTo>
                  <a:lnTo>
                    <a:pt x="8563599" y="232479"/>
                  </a:lnTo>
                  <a:lnTo>
                    <a:pt x="8512029" y="251093"/>
                  </a:lnTo>
                  <a:lnTo>
                    <a:pt x="8460569" y="269124"/>
                  </a:lnTo>
                  <a:lnTo>
                    <a:pt x="8409197" y="286335"/>
                  </a:lnTo>
                  <a:lnTo>
                    <a:pt x="8357799" y="302538"/>
                  </a:lnTo>
                  <a:lnTo>
                    <a:pt x="8306149" y="317596"/>
                  </a:lnTo>
                  <a:lnTo>
                    <a:pt x="8253887" y="331431"/>
                  </a:lnTo>
                  <a:lnTo>
                    <a:pt x="8200480" y="344016"/>
                  </a:lnTo>
                  <a:lnTo>
                    <a:pt x="8151487" y="354163"/>
                  </a:lnTo>
                  <a:lnTo>
                    <a:pt x="8103968" y="362756"/>
                  </a:lnTo>
                  <a:lnTo>
                    <a:pt x="8053933" y="370532"/>
                  </a:lnTo>
                  <a:lnTo>
                    <a:pt x="8000621" y="377526"/>
                  </a:lnTo>
                  <a:lnTo>
                    <a:pt x="7943199" y="383804"/>
                  </a:lnTo>
                  <a:lnTo>
                    <a:pt x="7880814" y="389441"/>
                  </a:lnTo>
                  <a:lnTo>
                    <a:pt x="7812657" y="394512"/>
                  </a:lnTo>
                  <a:lnTo>
                    <a:pt x="7738034" y="399084"/>
                  </a:lnTo>
                  <a:lnTo>
                    <a:pt x="7656475" y="403213"/>
                  </a:lnTo>
                  <a:lnTo>
                    <a:pt x="7567875" y="406943"/>
                  </a:lnTo>
                  <a:lnTo>
                    <a:pt x="7472672" y="410304"/>
                  </a:lnTo>
                  <a:lnTo>
                    <a:pt x="7372032" y="413312"/>
                  </a:lnTo>
                  <a:lnTo>
                    <a:pt x="7268023" y="415970"/>
                  </a:lnTo>
                  <a:lnTo>
                    <a:pt x="7163684" y="418276"/>
                  </a:lnTo>
                  <a:lnTo>
                    <a:pt x="7062912" y="420219"/>
                  </a:lnTo>
                  <a:lnTo>
                    <a:pt x="6970106" y="421797"/>
                  </a:lnTo>
                  <a:lnTo>
                    <a:pt x="6889549" y="423012"/>
                  </a:lnTo>
                  <a:lnTo>
                    <a:pt x="6824646" y="423888"/>
                  </a:lnTo>
                  <a:lnTo>
                    <a:pt x="6777202" y="424464"/>
                  </a:lnTo>
                  <a:lnTo>
                    <a:pt x="6746973" y="424795"/>
                  </a:lnTo>
                  <a:lnTo>
                    <a:pt x="6731569" y="424948"/>
                  </a:lnTo>
                  <a:lnTo>
                    <a:pt x="6726668" y="424993"/>
                  </a:lnTo>
                  <a:lnTo>
                    <a:pt x="6726343" y="424995"/>
                  </a:lnTo>
                  <a:lnTo>
                    <a:pt x="5254955" y="424995"/>
                  </a:lnTo>
                  <a:lnTo>
                    <a:pt x="5254196" y="425101"/>
                  </a:lnTo>
                  <a:lnTo>
                    <a:pt x="5249167" y="425849"/>
                  </a:lnTo>
                  <a:lnTo>
                    <a:pt x="5236348" y="427917"/>
                  </a:lnTo>
                  <a:lnTo>
                    <a:pt x="5213081" y="431994"/>
                  </a:lnTo>
                  <a:lnTo>
                    <a:pt x="5177694" y="438751"/>
                  </a:lnTo>
                  <a:lnTo>
                    <a:pt x="5129612" y="448784"/>
                  </a:lnTo>
                  <a:lnTo>
                    <a:pt x="5069367" y="462570"/>
                  </a:lnTo>
                  <a:lnTo>
                    <a:pt x="4998479" y="480434"/>
                  </a:lnTo>
                  <a:lnTo>
                    <a:pt x="4919196" y="502551"/>
                  </a:lnTo>
                  <a:lnTo>
                    <a:pt x="4834162" y="528961"/>
                  </a:lnTo>
                  <a:lnTo>
                    <a:pt x="4746079" y="559617"/>
                  </a:lnTo>
                  <a:lnTo>
                    <a:pt x="4657429" y="594437"/>
                  </a:lnTo>
                  <a:lnTo>
                    <a:pt x="4570285" y="633352"/>
                  </a:lnTo>
                  <a:lnTo>
                    <a:pt x="4486226" y="676350"/>
                  </a:lnTo>
                  <a:lnTo>
                    <a:pt x="4406334" y="723508"/>
                  </a:lnTo>
                  <a:lnTo>
                    <a:pt x="4331240" y="775006"/>
                  </a:lnTo>
                  <a:lnTo>
                    <a:pt x="4261205" y="831140"/>
                  </a:lnTo>
                  <a:lnTo>
                    <a:pt x="4196204" y="892322"/>
                  </a:lnTo>
                  <a:lnTo>
                    <a:pt x="4136004" y="959073"/>
                  </a:lnTo>
                  <a:lnTo>
                    <a:pt x="4080234" y="1032015"/>
                  </a:lnTo>
                  <a:lnTo>
                    <a:pt x="4028436" y="1111849"/>
                  </a:lnTo>
                  <a:lnTo>
                    <a:pt x="3980104" y="1199326"/>
                  </a:lnTo>
                  <a:lnTo>
                    <a:pt x="3934718" y="1295193"/>
                  </a:lnTo>
                  <a:lnTo>
                    <a:pt x="3891769" y="1400115"/>
                  </a:lnTo>
                  <a:lnTo>
                    <a:pt x="3850778" y="1514547"/>
                  </a:lnTo>
                  <a:lnTo>
                    <a:pt x="3829811" y="1578750"/>
                  </a:lnTo>
                  <a:lnTo>
                    <a:pt x="3804487" y="1661486"/>
                  </a:lnTo>
                  <a:lnTo>
                    <a:pt x="3779630" y="1748306"/>
                  </a:lnTo>
                  <a:lnTo>
                    <a:pt x="3755156" y="1839285"/>
                  </a:lnTo>
                  <a:lnTo>
                    <a:pt x="3730990" y="1934474"/>
                  </a:lnTo>
                  <a:lnTo>
                    <a:pt x="3707066" y="2033891"/>
                  </a:lnTo>
                  <a:lnTo>
                    <a:pt x="3683330" y="2137521"/>
                  </a:lnTo>
                  <a:lnTo>
                    <a:pt x="3659734" y="2245317"/>
                  </a:lnTo>
                  <a:lnTo>
                    <a:pt x="3636236" y="2357193"/>
                  </a:lnTo>
                  <a:lnTo>
                    <a:pt x="3612805" y="2473025"/>
                  </a:lnTo>
                  <a:lnTo>
                    <a:pt x="3589411" y="2592651"/>
                  </a:lnTo>
                  <a:lnTo>
                    <a:pt x="3566035" y="2715869"/>
                  </a:lnTo>
                  <a:lnTo>
                    <a:pt x="3542658" y="2842437"/>
                  </a:lnTo>
                  <a:lnTo>
                    <a:pt x="3519269" y="2972076"/>
                  </a:lnTo>
                  <a:lnTo>
                    <a:pt x="3495861" y="3104470"/>
                  </a:lnTo>
                  <a:lnTo>
                    <a:pt x="3472429" y="3239270"/>
                  </a:lnTo>
                  <a:lnTo>
                    <a:pt x="3448974" y="3376096"/>
                  </a:lnTo>
                  <a:lnTo>
                    <a:pt x="3425496" y="3514542"/>
                  </a:lnTo>
                  <a:lnTo>
                    <a:pt x="3402001" y="3654182"/>
                  </a:lnTo>
                  <a:lnTo>
                    <a:pt x="3378494" y="3794573"/>
                  </a:lnTo>
                  <a:lnTo>
                    <a:pt x="3354983" y="3935261"/>
                  </a:lnTo>
                  <a:lnTo>
                    <a:pt x="3331474" y="4075790"/>
                  </a:lnTo>
                  <a:lnTo>
                    <a:pt x="3307975" y="4215705"/>
                  </a:lnTo>
                  <a:lnTo>
                    <a:pt x="3284492" y="4354560"/>
                  </a:lnTo>
                  <a:lnTo>
                    <a:pt x="3261029" y="4491922"/>
                  </a:lnTo>
                  <a:lnTo>
                    <a:pt x="3237590" y="4627378"/>
                  </a:lnTo>
                  <a:lnTo>
                    <a:pt x="3214175" y="4760540"/>
                  </a:lnTo>
                  <a:lnTo>
                    <a:pt x="3190781" y="4891050"/>
                  </a:lnTo>
                  <a:lnTo>
                    <a:pt x="3167401" y="5018582"/>
                  </a:lnTo>
                  <a:lnTo>
                    <a:pt x="3144026" y="5142843"/>
                  </a:lnTo>
                  <a:lnTo>
                    <a:pt x="3120640" y="5263583"/>
                  </a:lnTo>
                  <a:lnTo>
                    <a:pt x="3097223" y="5380585"/>
                  </a:lnTo>
                  <a:lnTo>
                    <a:pt x="3073748" y="5493677"/>
                  </a:lnTo>
                  <a:lnTo>
                    <a:pt x="3050186" y="5602721"/>
                  </a:lnTo>
                  <a:lnTo>
                    <a:pt x="3026497" y="5707623"/>
                  </a:lnTo>
                  <a:lnTo>
                    <a:pt x="3002636" y="5808321"/>
                  </a:lnTo>
                  <a:lnTo>
                    <a:pt x="2978549" y="5904793"/>
                  </a:lnTo>
                  <a:lnTo>
                    <a:pt x="2954176" y="5997046"/>
                  </a:lnTo>
                  <a:lnTo>
                    <a:pt x="2929444" y="6085121"/>
                  </a:lnTo>
                  <a:lnTo>
                    <a:pt x="2904272" y="6169087"/>
                  </a:lnTo>
                  <a:lnTo>
                    <a:pt x="2896531" y="6193770"/>
                  </a:lnTo>
                  <a:lnTo>
                    <a:pt x="2856399" y="6313279"/>
                  </a:lnTo>
                  <a:lnTo>
                    <a:pt x="2814539" y="6423177"/>
                  </a:lnTo>
                  <a:lnTo>
                    <a:pt x="2770500" y="6523744"/>
                  </a:lnTo>
                  <a:lnTo>
                    <a:pt x="2723786" y="6615554"/>
                  </a:lnTo>
                  <a:lnTo>
                    <a:pt x="2673880" y="6699323"/>
                  </a:lnTo>
                  <a:lnTo>
                    <a:pt x="2620264" y="6775807"/>
                  </a:lnTo>
                  <a:lnTo>
                    <a:pt x="2562453" y="6845739"/>
                  </a:lnTo>
                  <a:lnTo>
                    <a:pt x="2500022" y="6909785"/>
                  </a:lnTo>
                  <a:lnTo>
                    <a:pt x="2432659" y="6968522"/>
                  </a:lnTo>
                  <a:lnTo>
                    <a:pt x="2360219" y="7022420"/>
                  </a:lnTo>
                  <a:lnTo>
                    <a:pt x="2282804" y="7071836"/>
                  </a:lnTo>
                  <a:lnTo>
                    <a:pt x="2200837" y="7117012"/>
                  </a:lnTo>
                  <a:lnTo>
                    <a:pt x="2115155" y="7158076"/>
                  </a:lnTo>
                  <a:lnTo>
                    <a:pt x="2027071" y="7195060"/>
                  </a:lnTo>
                  <a:lnTo>
                    <a:pt x="1938403" y="7227922"/>
                  </a:lnTo>
                  <a:lnTo>
                    <a:pt x="1851433" y="7256580"/>
                  </a:lnTo>
                  <a:lnTo>
                    <a:pt x="1768777" y="7280962"/>
                  </a:lnTo>
                  <a:lnTo>
                    <a:pt x="1693150" y="7301055"/>
                  </a:lnTo>
                  <a:lnTo>
                    <a:pt x="1627051" y="7316961"/>
                  </a:lnTo>
                  <a:lnTo>
                    <a:pt x="1572423" y="7328922"/>
                  </a:lnTo>
                  <a:lnTo>
                    <a:pt x="1530343" y="7337338"/>
                  </a:lnTo>
                  <a:lnTo>
                    <a:pt x="1500828" y="7342748"/>
                  </a:lnTo>
                  <a:lnTo>
                    <a:pt x="1482773" y="7345789"/>
                  </a:lnTo>
                  <a:lnTo>
                    <a:pt x="1474023" y="7347147"/>
                  </a:lnTo>
                  <a:lnTo>
                    <a:pt x="1471501" y="7347510"/>
                  </a:lnTo>
                  <a:lnTo>
                    <a:pt x="1471387" y="7347525"/>
                  </a:lnTo>
                  <a:lnTo>
                    <a:pt x="0" y="734752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26" name="pg1826"/>
            <p:cNvSpPr/>
            <p:nvPr/>
          </p:nvSpPr>
          <p:spPr>
            <a:xfrm>
              <a:off x="4799595" y="5764378"/>
              <a:ext cx="11981298" cy="4397073"/>
            </a:xfrm>
            <a:custGeom>
              <a:avLst/>
              <a:pathLst>
                <a:path w="11981298" h="4397073">
                  <a:moveTo>
                    <a:pt x="0" y="4397073"/>
                  </a:moveTo>
                  <a:lnTo>
                    <a:pt x="1471387" y="4397073"/>
                  </a:lnTo>
                  <a:lnTo>
                    <a:pt x="1472483" y="4396992"/>
                  </a:lnTo>
                  <a:lnTo>
                    <a:pt x="1479692" y="4396420"/>
                  </a:lnTo>
                  <a:lnTo>
                    <a:pt x="1497886" y="4394837"/>
                  </a:lnTo>
                  <a:lnTo>
                    <a:pt x="1530467" y="4391720"/>
                  </a:lnTo>
                  <a:lnTo>
                    <a:pt x="1579135" y="4386582"/>
                  </a:lnTo>
                  <a:lnTo>
                    <a:pt x="1643758" y="4379020"/>
                  </a:lnTo>
                  <a:lnTo>
                    <a:pt x="1722498" y="4368753"/>
                  </a:lnTo>
                  <a:lnTo>
                    <a:pt x="1812223" y="4355634"/>
                  </a:lnTo>
                  <a:lnTo>
                    <a:pt x="1909111" y="4339629"/>
                  </a:lnTo>
                  <a:lnTo>
                    <a:pt x="2009269" y="4320779"/>
                  </a:lnTo>
                  <a:lnTo>
                    <a:pt x="2109235" y="4299146"/>
                  </a:lnTo>
                  <a:lnTo>
                    <a:pt x="2206272" y="4274768"/>
                  </a:lnTo>
                  <a:lnTo>
                    <a:pt x="2298469" y="4247620"/>
                  </a:lnTo>
                  <a:lnTo>
                    <a:pt x="2384694" y="4217592"/>
                  </a:lnTo>
                  <a:lnTo>
                    <a:pt x="2464461" y="4184478"/>
                  </a:lnTo>
                  <a:lnTo>
                    <a:pt x="2537774" y="4147970"/>
                  </a:lnTo>
                  <a:lnTo>
                    <a:pt x="2604981" y="4107668"/>
                  </a:lnTo>
                  <a:lnTo>
                    <a:pt x="2666649" y="4063084"/>
                  </a:lnTo>
                  <a:lnTo>
                    <a:pt x="2723470" y="4013672"/>
                  </a:lnTo>
                  <a:lnTo>
                    <a:pt x="2776191" y="3958856"/>
                  </a:lnTo>
                  <a:lnTo>
                    <a:pt x="2825562" y="3898097"/>
                  </a:lnTo>
                  <a:lnTo>
                    <a:pt x="2872292" y="3830995"/>
                  </a:lnTo>
                  <a:lnTo>
                    <a:pt x="2896531" y="3792271"/>
                  </a:lnTo>
                  <a:lnTo>
                    <a:pt x="2930542" y="3733329"/>
                  </a:lnTo>
                  <a:lnTo>
                    <a:pt x="2963759" y="3670473"/>
                  </a:lnTo>
                  <a:lnTo>
                    <a:pt x="2996376" y="3603625"/>
                  </a:lnTo>
                  <a:lnTo>
                    <a:pt x="3028555" y="3532754"/>
                  </a:lnTo>
                  <a:lnTo>
                    <a:pt x="3060429" y="3457888"/>
                  </a:lnTo>
                  <a:lnTo>
                    <a:pt x="3092104" y="3379116"/>
                  </a:lnTo>
                  <a:lnTo>
                    <a:pt x="3123663" y="3296593"/>
                  </a:lnTo>
                  <a:lnTo>
                    <a:pt x="3155171" y="3210539"/>
                  </a:lnTo>
                  <a:lnTo>
                    <a:pt x="3186672" y="3121246"/>
                  </a:lnTo>
                  <a:lnTo>
                    <a:pt x="3218196" y="3029068"/>
                  </a:lnTo>
                  <a:lnTo>
                    <a:pt x="3249760" y="2934424"/>
                  </a:lnTo>
                  <a:lnTo>
                    <a:pt x="3281367" y="2837787"/>
                  </a:lnTo>
                  <a:lnTo>
                    <a:pt x="3313012" y="2739677"/>
                  </a:lnTo>
                  <a:lnTo>
                    <a:pt x="3344684" y="2640648"/>
                  </a:lnTo>
                  <a:lnTo>
                    <a:pt x="3376366" y="2541278"/>
                  </a:lnTo>
                  <a:lnTo>
                    <a:pt x="3408040" y="2442152"/>
                  </a:lnTo>
                  <a:lnTo>
                    <a:pt x="3439691" y="2343849"/>
                  </a:lnTo>
                  <a:lnTo>
                    <a:pt x="3471305" y="2246929"/>
                  </a:lnTo>
                  <a:lnTo>
                    <a:pt x="3502876" y="2151918"/>
                  </a:lnTo>
                  <a:lnTo>
                    <a:pt x="3534406" y="2059297"/>
                  </a:lnTo>
                  <a:lnTo>
                    <a:pt x="3565909" y="1969495"/>
                  </a:lnTo>
                  <a:lnTo>
                    <a:pt x="3597413" y="1882878"/>
                  </a:lnTo>
                  <a:lnTo>
                    <a:pt x="3628960" y="1799748"/>
                  </a:lnTo>
                  <a:lnTo>
                    <a:pt x="3660610" y="1720337"/>
                  </a:lnTo>
                  <a:lnTo>
                    <a:pt x="3692444" y="1644811"/>
                  </a:lnTo>
                  <a:lnTo>
                    <a:pt x="3724564" y="1573269"/>
                  </a:lnTo>
                  <a:lnTo>
                    <a:pt x="3757098" y="1505749"/>
                  </a:lnTo>
                  <a:lnTo>
                    <a:pt x="3790201" y="1442231"/>
                  </a:lnTo>
                  <a:lnTo>
                    <a:pt x="3824064" y="1382642"/>
                  </a:lnTo>
                  <a:lnTo>
                    <a:pt x="3829811" y="1373063"/>
                  </a:lnTo>
                  <a:lnTo>
                    <a:pt x="3875388" y="1302485"/>
                  </a:lnTo>
                  <a:lnTo>
                    <a:pt x="3923256" y="1238353"/>
                  </a:lnTo>
                  <a:lnTo>
                    <a:pt x="3974085" y="1180405"/>
                  </a:lnTo>
                  <a:lnTo>
                    <a:pt x="4028609" y="1128161"/>
                  </a:lnTo>
                  <a:lnTo>
                    <a:pt x="4087582" y="1081054"/>
                  </a:lnTo>
                  <a:lnTo>
                    <a:pt x="4151733" y="1038516"/>
                  </a:lnTo>
                  <a:lnTo>
                    <a:pt x="4221706" y="1000026"/>
                  </a:lnTo>
                  <a:lnTo>
                    <a:pt x="4297979" y="965132"/>
                  </a:lnTo>
                  <a:lnTo>
                    <a:pt x="4380760" y="933478"/>
                  </a:lnTo>
                  <a:lnTo>
                    <a:pt x="4469845" y="904803"/>
                  </a:lnTo>
                  <a:lnTo>
                    <a:pt x="4564467" y="878944"/>
                  </a:lnTo>
                  <a:lnTo>
                    <a:pt x="4663147" y="855835"/>
                  </a:lnTo>
                  <a:lnTo>
                    <a:pt x="4763590" y="835483"/>
                  </a:lnTo>
                  <a:lnTo>
                    <a:pt x="4862701" y="817942"/>
                  </a:lnTo>
                  <a:lnTo>
                    <a:pt x="4956768" y="803271"/>
                  </a:lnTo>
                  <a:lnTo>
                    <a:pt x="5041858" y="791482"/>
                  </a:lnTo>
                  <a:lnTo>
                    <a:pt x="5114389" y="782493"/>
                  </a:lnTo>
                  <a:lnTo>
                    <a:pt x="5171761" y="776095"/>
                  </a:lnTo>
                  <a:lnTo>
                    <a:pt x="5212890" y="771948"/>
                  </a:lnTo>
                  <a:lnTo>
                    <a:pt x="5238494" y="769605"/>
                  </a:lnTo>
                  <a:lnTo>
                    <a:pt x="5251088" y="768556"/>
                  </a:lnTo>
                  <a:lnTo>
                    <a:pt x="5254781" y="768274"/>
                  </a:lnTo>
                  <a:lnTo>
                    <a:pt x="5254955" y="768261"/>
                  </a:lnTo>
                  <a:lnTo>
                    <a:pt x="6726343" y="768261"/>
                  </a:lnTo>
                  <a:lnTo>
                    <a:pt x="6727573" y="768242"/>
                  </a:lnTo>
                  <a:lnTo>
                    <a:pt x="6735649" y="768107"/>
                  </a:lnTo>
                  <a:lnTo>
                    <a:pt x="6755959" y="767733"/>
                  </a:lnTo>
                  <a:lnTo>
                    <a:pt x="6792148" y="766998"/>
                  </a:lnTo>
                  <a:lnTo>
                    <a:pt x="6845841" y="765789"/>
                  </a:lnTo>
                  <a:lnTo>
                    <a:pt x="6916524" y="764015"/>
                  </a:lnTo>
                  <a:lnTo>
                    <a:pt x="7001761" y="761617"/>
                  </a:lnTo>
                  <a:lnTo>
                    <a:pt x="7097763" y="758569"/>
                  </a:lnTo>
                  <a:lnTo>
                    <a:pt x="7200139" y="754868"/>
                  </a:lnTo>
                  <a:lnTo>
                    <a:pt x="7304626" y="750528"/>
                  </a:lnTo>
                  <a:lnTo>
                    <a:pt x="7407614" y="745562"/>
                  </a:lnTo>
                  <a:lnTo>
                    <a:pt x="7506416" y="739972"/>
                  </a:lnTo>
                  <a:lnTo>
                    <a:pt x="7599297" y="733746"/>
                  </a:lnTo>
                  <a:lnTo>
                    <a:pt x="7685368" y="726845"/>
                  </a:lnTo>
                  <a:lnTo>
                    <a:pt x="7764402" y="719208"/>
                  </a:lnTo>
                  <a:lnTo>
                    <a:pt x="7836646" y="710749"/>
                  </a:lnTo>
                  <a:lnTo>
                    <a:pt x="7902660" y="701362"/>
                  </a:lnTo>
                  <a:lnTo>
                    <a:pt x="7963182" y="690920"/>
                  </a:lnTo>
                  <a:lnTo>
                    <a:pt x="8019043" y="679289"/>
                  </a:lnTo>
                  <a:lnTo>
                    <a:pt x="8071089" y="666338"/>
                  </a:lnTo>
                  <a:lnTo>
                    <a:pt x="8120133" y="651964"/>
                  </a:lnTo>
                  <a:lnTo>
                    <a:pt x="8151487" y="641580"/>
                  </a:lnTo>
                  <a:lnTo>
                    <a:pt x="8204269" y="621929"/>
                  </a:lnTo>
                  <a:lnTo>
                    <a:pt x="8255380" y="600254"/>
                  </a:lnTo>
                  <a:lnTo>
                    <a:pt x="8305458" y="576526"/>
                  </a:lnTo>
                  <a:lnTo>
                    <a:pt x="8354968" y="550786"/>
                  </a:lnTo>
                  <a:lnTo>
                    <a:pt x="8404234" y="523156"/>
                  </a:lnTo>
                  <a:lnTo>
                    <a:pt x="8453461" y="493844"/>
                  </a:lnTo>
                  <a:lnTo>
                    <a:pt x="8502760" y="463136"/>
                  </a:lnTo>
                  <a:lnTo>
                    <a:pt x="8552162" y="431397"/>
                  </a:lnTo>
                  <a:lnTo>
                    <a:pt x="8601644" y="399046"/>
                  </a:lnTo>
                  <a:lnTo>
                    <a:pt x="8651147" y="366539"/>
                  </a:lnTo>
                  <a:lnTo>
                    <a:pt x="8700607" y="334343"/>
                  </a:lnTo>
                  <a:lnTo>
                    <a:pt x="8749975" y="302904"/>
                  </a:lnTo>
                  <a:lnTo>
                    <a:pt x="8799243" y="272626"/>
                  </a:lnTo>
                  <a:lnTo>
                    <a:pt x="8848467" y="243847"/>
                  </a:lnTo>
                  <a:lnTo>
                    <a:pt x="8897786" y="216830"/>
                  </a:lnTo>
                  <a:lnTo>
                    <a:pt x="8947443" y="191753"/>
                  </a:lnTo>
                  <a:lnTo>
                    <a:pt x="8997807" y="168710"/>
                  </a:lnTo>
                  <a:lnTo>
                    <a:pt x="9049395" y="147717"/>
                  </a:lnTo>
                  <a:lnTo>
                    <a:pt x="9084767" y="134854"/>
                  </a:lnTo>
                  <a:lnTo>
                    <a:pt x="9132220" y="119505"/>
                  </a:lnTo>
                  <a:lnTo>
                    <a:pt x="9182181" y="105615"/>
                  </a:lnTo>
                  <a:lnTo>
                    <a:pt x="9235408" y="93118"/>
                  </a:lnTo>
                  <a:lnTo>
                    <a:pt x="9292732" y="81900"/>
                  </a:lnTo>
                  <a:lnTo>
                    <a:pt x="9355000" y="71825"/>
                  </a:lnTo>
                  <a:lnTo>
                    <a:pt x="9423019" y="62761"/>
                  </a:lnTo>
                  <a:lnTo>
                    <a:pt x="9497483" y="54587"/>
                  </a:lnTo>
                  <a:lnTo>
                    <a:pt x="9578860" y="47205"/>
                  </a:lnTo>
                  <a:lnTo>
                    <a:pt x="9667260" y="40535"/>
                  </a:lnTo>
                  <a:lnTo>
                    <a:pt x="9762257" y="34524"/>
                  </a:lnTo>
                  <a:lnTo>
                    <a:pt x="9862696" y="29144"/>
                  </a:lnTo>
                  <a:lnTo>
                    <a:pt x="9966533" y="24386"/>
                  </a:lnTo>
                  <a:lnTo>
                    <a:pt x="10070756" y="20257"/>
                  </a:lnTo>
                  <a:lnTo>
                    <a:pt x="10171496" y="16774"/>
                  </a:lnTo>
                  <a:lnTo>
                    <a:pt x="10264376" y="13944"/>
                  </a:lnTo>
                  <a:lnTo>
                    <a:pt x="10345120" y="11759"/>
                  </a:lnTo>
                  <a:lnTo>
                    <a:pt x="10410311" y="10182"/>
                  </a:lnTo>
                  <a:lnTo>
                    <a:pt x="10458108" y="9142"/>
                  </a:lnTo>
                  <a:lnTo>
                    <a:pt x="10488705" y="8541"/>
                  </a:lnTo>
                  <a:lnTo>
                    <a:pt x="10504430" y="8261"/>
                  </a:lnTo>
                  <a:lnTo>
                    <a:pt x="10509540" y="8178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8680" y="18"/>
                  </a:lnTo>
                  <a:lnTo>
                    <a:pt x="10500604" y="154"/>
                  </a:lnTo>
                  <a:lnTo>
                    <a:pt x="10480294" y="527"/>
                  </a:lnTo>
                  <a:lnTo>
                    <a:pt x="10444105" y="1263"/>
                  </a:lnTo>
                  <a:lnTo>
                    <a:pt x="10390412" y="2472"/>
                  </a:lnTo>
                  <a:lnTo>
                    <a:pt x="10319729" y="4246"/>
                  </a:lnTo>
                  <a:lnTo>
                    <a:pt x="10234492" y="6644"/>
                  </a:lnTo>
                  <a:lnTo>
                    <a:pt x="10138491" y="9692"/>
                  </a:lnTo>
                  <a:lnTo>
                    <a:pt x="10036115" y="13393"/>
                  </a:lnTo>
                  <a:lnTo>
                    <a:pt x="9931628" y="17733"/>
                  </a:lnTo>
                  <a:lnTo>
                    <a:pt x="9828639" y="22699"/>
                  </a:lnTo>
                  <a:lnTo>
                    <a:pt x="9729837" y="28288"/>
                  </a:lnTo>
                  <a:lnTo>
                    <a:pt x="9636956" y="34515"/>
                  </a:lnTo>
                  <a:lnTo>
                    <a:pt x="9550885" y="41416"/>
                  </a:lnTo>
                  <a:lnTo>
                    <a:pt x="9471851" y="49053"/>
                  </a:lnTo>
                  <a:lnTo>
                    <a:pt x="9399607" y="57511"/>
                  </a:lnTo>
                  <a:lnTo>
                    <a:pt x="9333594" y="66899"/>
                  </a:lnTo>
                  <a:lnTo>
                    <a:pt x="9273071" y="77341"/>
                  </a:lnTo>
                  <a:lnTo>
                    <a:pt x="9217211" y="88972"/>
                  </a:lnTo>
                  <a:lnTo>
                    <a:pt x="9165164" y="101923"/>
                  </a:lnTo>
                  <a:lnTo>
                    <a:pt x="9116121" y="116297"/>
                  </a:lnTo>
                  <a:lnTo>
                    <a:pt x="9084767" y="126681"/>
                  </a:lnTo>
                  <a:lnTo>
                    <a:pt x="9031984" y="146332"/>
                  </a:lnTo>
                  <a:lnTo>
                    <a:pt x="8980873" y="168007"/>
                  </a:lnTo>
                  <a:lnTo>
                    <a:pt x="8930795" y="191735"/>
                  </a:lnTo>
                  <a:lnTo>
                    <a:pt x="8881285" y="217475"/>
                  </a:lnTo>
                  <a:lnTo>
                    <a:pt x="8832020" y="245105"/>
                  </a:lnTo>
                  <a:lnTo>
                    <a:pt x="8782792" y="274417"/>
                  </a:lnTo>
                  <a:lnTo>
                    <a:pt x="8733493" y="305125"/>
                  </a:lnTo>
                  <a:lnTo>
                    <a:pt x="8684091" y="336864"/>
                  </a:lnTo>
                  <a:lnTo>
                    <a:pt x="8634610" y="369215"/>
                  </a:lnTo>
                  <a:lnTo>
                    <a:pt x="8585106" y="401721"/>
                  </a:lnTo>
                  <a:lnTo>
                    <a:pt x="8535646" y="433918"/>
                  </a:lnTo>
                  <a:lnTo>
                    <a:pt x="8486278" y="465357"/>
                  </a:lnTo>
                  <a:lnTo>
                    <a:pt x="8437010" y="495635"/>
                  </a:lnTo>
                  <a:lnTo>
                    <a:pt x="8387786" y="524414"/>
                  </a:lnTo>
                  <a:lnTo>
                    <a:pt x="8338467" y="551430"/>
                  </a:lnTo>
                  <a:lnTo>
                    <a:pt x="8288810" y="576508"/>
                  </a:lnTo>
                  <a:lnTo>
                    <a:pt x="8238446" y="599551"/>
                  </a:lnTo>
                  <a:lnTo>
                    <a:pt x="8186858" y="620544"/>
                  </a:lnTo>
                  <a:lnTo>
                    <a:pt x="8151487" y="633407"/>
                  </a:lnTo>
                  <a:lnTo>
                    <a:pt x="8104033" y="648756"/>
                  </a:lnTo>
                  <a:lnTo>
                    <a:pt x="8054072" y="662646"/>
                  </a:lnTo>
                  <a:lnTo>
                    <a:pt x="8000845" y="675142"/>
                  </a:lnTo>
                  <a:lnTo>
                    <a:pt x="7943521" y="686361"/>
                  </a:lnTo>
                  <a:lnTo>
                    <a:pt x="7881254" y="696436"/>
                  </a:lnTo>
                  <a:lnTo>
                    <a:pt x="7813234" y="705500"/>
                  </a:lnTo>
                  <a:lnTo>
                    <a:pt x="7738771" y="713673"/>
                  </a:lnTo>
                  <a:lnTo>
                    <a:pt x="7657393" y="721056"/>
                  </a:lnTo>
                  <a:lnTo>
                    <a:pt x="7568993" y="727726"/>
                  </a:lnTo>
                  <a:lnTo>
                    <a:pt x="7473996" y="733737"/>
                  </a:lnTo>
                  <a:lnTo>
                    <a:pt x="7373557" y="739117"/>
                  </a:lnTo>
                  <a:lnTo>
                    <a:pt x="7269720" y="743875"/>
                  </a:lnTo>
                  <a:lnTo>
                    <a:pt x="7165497" y="748004"/>
                  </a:lnTo>
                  <a:lnTo>
                    <a:pt x="7064757" y="751487"/>
                  </a:lnTo>
                  <a:lnTo>
                    <a:pt x="6971877" y="754317"/>
                  </a:lnTo>
                  <a:lnTo>
                    <a:pt x="6891134" y="756501"/>
                  </a:lnTo>
                  <a:lnTo>
                    <a:pt x="6825943" y="758079"/>
                  </a:lnTo>
                  <a:lnTo>
                    <a:pt x="6778146" y="759118"/>
                  </a:lnTo>
                  <a:lnTo>
                    <a:pt x="6747548" y="759720"/>
                  </a:lnTo>
                  <a:lnTo>
                    <a:pt x="6731823" y="760000"/>
                  </a:lnTo>
                  <a:lnTo>
                    <a:pt x="6726713" y="760083"/>
                  </a:lnTo>
                  <a:lnTo>
                    <a:pt x="6726343" y="760088"/>
                  </a:lnTo>
                  <a:lnTo>
                    <a:pt x="5254955" y="760088"/>
                  </a:lnTo>
                  <a:lnTo>
                    <a:pt x="5253859" y="760169"/>
                  </a:lnTo>
                  <a:lnTo>
                    <a:pt x="5246650" y="760741"/>
                  </a:lnTo>
                  <a:lnTo>
                    <a:pt x="5228456" y="762324"/>
                  </a:lnTo>
                  <a:lnTo>
                    <a:pt x="5195875" y="765441"/>
                  </a:lnTo>
                  <a:lnTo>
                    <a:pt x="5147207" y="770579"/>
                  </a:lnTo>
                  <a:lnTo>
                    <a:pt x="5082584" y="778141"/>
                  </a:lnTo>
                  <a:lnTo>
                    <a:pt x="5003844" y="788408"/>
                  </a:lnTo>
                  <a:lnTo>
                    <a:pt x="4914119" y="801527"/>
                  </a:lnTo>
                  <a:lnTo>
                    <a:pt x="4817231" y="817532"/>
                  </a:lnTo>
                  <a:lnTo>
                    <a:pt x="4717073" y="836382"/>
                  </a:lnTo>
                  <a:lnTo>
                    <a:pt x="4617107" y="858015"/>
                  </a:lnTo>
                  <a:lnTo>
                    <a:pt x="4520071" y="882393"/>
                  </a:lnTo>
                  <a:lnTo>
                    <a:pt x="4427873" y="909541"/>
                  </a:lnTo>
                  <a:lnTo>
                    <a:pt x="4341648" y="939569"/>
                  </a:lnTo>
                  <a:lnTo>
                    <a:pt x="4261881" y="972683"/>
                  </a:lnTo>
                  <a:lnTo>
                    <a:pt x="4188568" y="1009191"/>
                  </a:lnTo>
                  <a:lnTo>
                    <a:pt x="4121361" y="1049493"/>
                  </a:lnTo>
                  <a:lnTo>
                    <a:pt x="4059693" y="1094076"/>
                  </a:lnTo>
                  <a:lnTo>
                    <a:pt x="4002872" y="1143489"/>
                  </a:lnTo>
                  <a:lnTo>
                    <a:pt x="3950151" y="1198305"/>
                  </a:lnTo>
                  <a:lnTo>
                    <a:pt x="3900780" y="1259064"/>
                  </a:lnTo>
                  <a:lnTo>
                    <a:pt x="3854050" y="1326166"/>
                  </a:lnTo>
                  <a:lnTo>
                    <a:pt x="3829811" y="1364890"/>
                  </a:lnTo>
                  <a:lnTo>
                    <a:pt x="3795800" y="1423832"/>
                  </a:lnTo>
                  <a:lnTo>
                    <a:pt x="3762584" y="1486687"/>
                  </a:lnTo>
                  <a:lnTo>
                    <a:pt x="3729966" y="1553536"/>
                  </a:lnTo>
                  <a:lnTo>
                    <a:pt x="3697787" y="1624407"/>
                  </a:lnTo>
                  <a:lnTo>
                    <a:pt x="3665913" y="1699273"/>
                  </a:lnTo>
                  <a:lnTo>
                    <a:pt x="3634238" y="1778045"/>
                  </a:lnTo>
                  <a:lnTo>
                    <a:pt x="3602679" y="1860568"/>
                  </a:lnTo>
                  <a:lnTo>
                    <a:pt x="3571171" y="1946621"/>
                  </a:lnTo>
                  <a:lnTo>
                    <a:pt x="3539670" y="2035915"/>
                  </a:lnTo>
                  <a:lnTo>
                    <a:pt x="3508146" y="2128093"/>
                  </a:lnTo>
                  <a:lnTo>
                    <a:pt x="3476582" y="2222737"/>
                  </a:lnTo>
                  <a:lnTo>
                    <a:pt x="3444975" y="2319374"/>
                  </a:lnTo>
                  <a:lnTo>
                    <a:pt x="3413330" y="2417484"/>
                  </a:lnTo>
                  <a:lnTo>
                    <a:pt x="3381658" y="2516513"/>
                  </a:lnTo>
                  <a:lnTo>
                    <a:pt x="3349976" y="2615883"/>
                  </a:lnTo>
                  <a:lnTo>
                    <a:pt x="3318302" y="2715009"/>
                  </a:lnTo>
                  <a:lnTo>
                    <a:pt x="3286651" y="2813312"/>
                  </a:lnTo>
                  <a:lnTo>
                    <a:pt x="3255037" y="2910232"/>
                  </a:lnTo>
                  <a:lnTo>
                    <a:pt x="3223466" y="3005243"/>
                  </a:lnTo>
                  <a:lnTo>
                    <a:pt x="3191936" y="3097864"/>
                  </a:lnTo>
                  <a:lnTo>
                    <a:pt x="3160433" y="3187666"/>
                  </a:lnTo>
                  <a:lnTo>
                    <a:pt x="3128929" y="3274283"/>
                  </a:lnTo>
                  <a:lnTo>
                    <a:pt x="3097382" y="3357413"/>
                  </a:lnTo>
                  <a:lnTo>
                    <a:pt x="3065732" y="3436824"/>
                  </a:lnTo>
                  <a:lnTo>
                    <a:pt x="3033898" y="3512350"/>
                  </a:lnTo>
                  <a:lnTo>
                    <a:pt x="3001778" y="3583892"/>
                  </a:lnTo>
                  <a:lnTo>
                    <a:pt x="2969244" y="3651412"/>
                  </a:lnTo>
                  <a:lnTo>
                    <a:pt x="2936141" y="3714930"/>
                  </a:lnTo>
                  <a:lnTo>
                    <a:pt x="2902278" y="3774519"/>
                  </a:lnTo>
                  <a:lnTo>
                    <a:pt x="2896531" y="3784098"/>
                  </a:lnTo>
                  <a:lnTo>
                    <a:pt x="2850955" y="3854676"/>
                  </a:lnTo>
                  <a:lnTo>
                    <a:pt x="2803086" y="3918807"/>
                  </a:lnTo>
                  <a:lnTo>
                    <a:pt x="2752257" y="3976756"/>
                  </a:lnTo>
                  <a:lnTo>
                    <a:pt x="2697733" y="4029000"/>
                  </a:lnTo>
                  <a:lnTo>
                    <a:pt x="2638760" y="4076107"/>
                  </a:lnTo>
                  <a:lnTo>
                    <a:pt x="2574609" y="4118645"/>
                  </a:lnTo>
                  <a:lnTo>
                    <a:pt x="2504637" y="4157135"/>
                  </a:lnTo>
                  <a:lnTo>
                    <a:pt x="2428363" y="4192029"/>
                  </a:lnTo>
                  <a:lnTo>
                    <a:pt x="2345582" y="4223683"/>
                  </a:lnTo>
                  <a:lnTo>
                    <a:pt x="2256498" y="4252358"/>
                  </a:lnTo>
                  <a:lnTo>
                    <a:pt x="2161875" y="4278217"/>
                  </a:lnTo>
                  <a:lnTo>
                    <a:pt x="2063195" y="4301326"/>
                  </a:lnTo>
                  <a:lnTo>
                    <a:pt x="1962752" y="4321678"/>
                  </a:lnTo>
                  <a:lnTo>
                    <a:pt x="1863641" y="4339219"/>
                  </a:lnTo>
                  <a:lnTo>
                    <a:pt x="1769574" y="4353890"/>
                  </a:lnTo>
                  <a:lnTo>
                    <a:pt x="1684484" y="4365679"/>
                  </a:lnTo>
                  <a:lnTo>
                    <a:pt x="1611953" y="4374668"/>
                  </a:lnTo>
                  <a:lnTo>
                    <a:pt x="1554581" y="4381066"/>
                  </a:lnTo>
                  <a:lnTo>
                    <a:pt x="1513452" y="4385213"/>
                  </a:lnTo>
                  <a:lnTo>
                    <a:pt x="1487848" y="4387555"/>
                  </a:lnTo>
                  <a:lnTo>
                    <a:pt x="1475254" y="4388605"/>
                  </a:lnTo>
                  <a:lnTo>
                    <a:pt x="1471561" y="4388887"/>
                  </a:lnTo>
                  <a:lnTo>
                    <a:pt x="1471387" y="4388900"/>
                  </a:lnTo>
                  <a:lnTo>
                    <a:pt x="0" y="4388900"/>
                  </a:lnTo>
                  <a:close/>
                </a:path>
              </a:pathLst>
            </a:custGeom>
            <a:solidFill>
              <a:srgbClr val="B497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827" name="pl1827"/>
            <p:cNvSpPr/>
            <p:nvPr/>
          </p:nvSpPr>
          <p:spPr>
            <a:xfrm>
              <a:off x="4799595" y="5772551"/>
              <a:ext cx="11981298" cy="4388900"/>
            </a:xfrm>
            <a:custGeom>
              <a:avLst/>
              <a:pathLst>
                <a:path w="11981298" h="4388900">
                  <a:moveTo>
                    <a:pt x="0" y="4388900"/>
                  </a:moveTo>
                  <a:lnTo>
                    <a:pt x="1471387" y="4388900"/>
                  </a:lnTo>
                  <a:lnTo>
                    <a:pt x="1472483" y="4388819"/>
                  </a:lnTo>
                  <a:lnTo>
                    <a:pt x="1479692" y="4388247"/>
                  </a:lnTo>
                  <a:lnTo>
                    <a:pt x="1497886" y="4386664"/>
                  </a:lnTo>
                  <a:lnTo>
                    <a:pt x="1530467" y="4383547"/>
                  </a:lnTo>
                  <a:lnTo>
                    <a:pt x="1579135" y="4378409"/>
                  </a:lnTo>
                  <a:lnTo>
                    <a:pt x="1643758" y="4370847"/>
                  </a:lnTo>
                  <a:lnTo>
                    <a:pt x="1722498" y="4360580"/>
                  </a:lnTo>
                  <a:lnTo>
                    <a:pt x="1812223" y="4347461"/>
                  </a:lnTo>
                  <a:lnTo>
                    <a:pt x="1909111" y="4331456"/>
                  </a:lnTo>
                  <a:lnTo>
                    <a:pt x="2009269" y="4312606"/>
                  </a:lnTo>
                  <a:lnTo>
                    <a:pt x="2109235" y="4290973"/>
                  </a:lnTo>
                  <a:lnTo>
                    <a:pt x="2206272" y="4266595"/>
                  </a:lnTo>
                  <a:lnTo>
                    <a:pt x="2298469" y="4239447"/>
                  </a:lnTo>
                  <a:lnTo>
                    <a:pt x="2384694" y="4209419"/>
                  </a:lnTo>
                  <a:lnTo>
                    <a:pt x="2464461" y="4176305"/>
                  </a:lnTo>
                  <a:lnTo>
                    <a:pt x="2537774" y="4139797"/>
                  </a:lnTo>
                  <a:lnTo>
                    <a:pt x="2604981" y="4099495"/>
                  </a:lnTo>
                  <a:lnTo>
                    <a:pt x="2666649" y="4054911"/>
                  </a:lnTo>
                  <a:lnTo>
                    <a:pt x="2723470" y="4005499"/>
                  </a:lnTo>
                  <a:lnTo>
                    <a:pt x="2776191" y="3950683"/>
                  </a:lnTo>
                  <a:lnTo>
                    <a:pt x="2825562" y="3889924"/>
                  </a:lnTo>
                  <a:lnTo>
                    <a:pt x="2872292" y="3822822"/>
                  </a:lnTo>
                  <a:lnTo>
                    <a:pt x="2896531" y="3784098"/>
                  </a:lnTo>
                  <a:lnTo>
                    <a:pt x="2930542" y="3725156"/>
                  </a:lnTo>
                  <a:lnTo>
                    <a:pt x="2963759" y="3662300"/>
                  </a:lnTo>
                  <a:lnTo>
                    <a:pt x="2996376" y="3595452"/>
                  </a:lnTo>
                  <a:lnTo>
                    <a:pt x="3028555" y="3524581"/>
                  </a:lnTo>
                  <a:lnTo>
                    <a:pt x="3060429" y="3449715"/>
                  </a:lnTo>
                  <a:lnTo>
                    <a:pt x="3092104" y="3370943"/>
                  </a:lnTo>
                  <a:lnTo>
                    <a:pt x="3123663" y="3288420"/>
                  </a:lnTo>
                  <a:lnTo>
                    <a:pt x="3155171" y="3202366"/>
                  </a:lnTo>
                  <a:lnTo>
                    <a:pt x="3186672" y="3113073"/>
                  </a:lnTo>
                  <a:lnTo>
                    <a:pt x="3218196" y="3020895"/>
                  </a:lnTo>
                  <a:lnTo>
                    <a:pt x="3249760" y="2926251"/>
                  </a:lnTo>
                  <a:lnTo>
                    <a:pt x="3281367" y="2829614"/>
                  </a:lnTo>
                  <a:lnTo>
                    <a:pt x="3313012" y="2731504"/>
                  </a:lnTo>
                  <a:lnTo>
                    <a:pt x="3344684" y="2632475"/>
                  </a:lnTo>
                  <a:lnTo>
                    <a:pt x="3376366" y="2533105"/>
                  </a:lnTo>
                  <a:lnTo>
                    <a:pt x="3408040" y="2433979"/>
                  </a:lnTo>
                  <a:lnTo>
                    <a:pt x="3439691" y="2335676"/>
                  </a:lnTo>
                  <a:lnTo>
                    <a:pt x="3471305" y="2238756"/>
                  </a:lnTo>
                  <a:lnTo>
                    <a:pt x="3502876" y="2143745"/>
                  </a:lnTo>
                  <a:lnTo>
                    <a:pt x="3534406" y="2051124"/>
                  </a:lnTo>
                  <a:lnTo>
                    <a:pt x="3565909" y="1961322"/>
                  </a:lnTo>
                  <a:lnTo>
                    <a:pt x="3597413" y="1874705"/>
                  </a:lnTo>
                  <a:lnTo>
                    <a:pt x="3628960" y="1791575"/>
                  </a:lnTo>
                  <a:lnTo>
                    <a:pt x="3660610" y="1712164"/>
                  </a:lnTo>
                  <a:lnTo>
                    <a:pt x="3692444" y="1636638"/>
                  </a:lnTo>
                  <a:lnTo>
                    <a:pt x="3724564" y="1565096"/>
                  </a:lnTo>
                  <a:lnTo>
                    <a:pt x="3757098" y="1497576"/>
                  </a:lnTo>
                  <a:lnTo>
                    <a:pt x="3790201" y="1434058"/>
                  </a:lnTo>
                  <a:lnTo>
                    <a:pt x="3824064" y="1374469"/>
                  </a:lnTo>
                  <a:lnTo>
                    <a:pt x="3829811" y="1364890"/>
                  </a:lnTo>
                  <a:lnTo>
                    <a:pt x="3875388" y="1294312"/>
                  </a:lnTo>
                  <a:lnTo>
                    <a:pt x="3923256" y="1230180"/>
                  </a:lnTo>
                  <a:lnTo>
                    <a:pt x="3974085" y="1172232"/>
                  </a:lnTo>
                  <a:lnTo>
                    <a:pt x="4028609" y="1119988"/>
                  </a:lnTo>
                  <a:lnTo>
                    <a:pt x="4087582" y="1072881"/>
                  </a:lnTo>
                  <a:lnTo>
                    <a:pt x="4151733" y="1030343"/>
                  </a:lnTo>
                  <a:lnTo>
                    <a:pt x="4221706" y="991853"/>
                  </a:lnTo>
                  <a:lnTo>
                    <a:pt x="4297979" y="956959"/>
                  </a:lnTo>
                  <a:lnTo>
                    <a:pt x="4380760" y="925305"/>
                  </a:lnTo>
                  <a:lnTo>
                    <a:pt x="4469845" y="896630"/>
                  </a:lnTo>
                  <a:lnTo>
                    <a:pt x="4564467" y="870771"/>
                  </a:lnTo>
                  <a:lnTo>
                    <a:pt x="4663147" y="847662"/>
                  </a:lnTo>
                  <a:lnTo>
                    <a:pt x="4763590" y="827310"/>
                  </a:lnTo>
                  <a:lnTo>
                    <a:pt x="4862701" y="809769"/>
                  </a:lnTo>
                  <a:lnTo>
                    <a:pt x="4956768" y="795098"/>
                  </a:lnTo>
                  <a:lnTo>
                    <a:pt x="5041858" y="783309"/>
                  </a:lnTo>
                  <a:lnTo>
                    <a:pt x="5114389" y="774320"/>
                  </a:lnTo>
                  <a:lnTo>
                    <a:pt x="5171761" y="767922"/>
                  </a:lnTo>
                  <a:lnTo>
                    <a:pt x="5212890" y="763775"/>
                  </a:lnTo>
                  <a:lnTo>
                    <a:pt x="5238494" y="761432"/>
                  </a:lnTo>
                  <a:lnTo>
                    <a:pt x="5251088" y="760383"/>
                  </a:lnTo>
                  <a:lnTo>
                    <a:pt x="5254781" y="760101"/>
                  </a:lnTo>
                  <a:lnTo>
                    <a:pt x="5254955" y="760088"/>
                  </a:lnTo>
                  <a:lnTo>
                    <a:pt x="6726343" y="760088"/>
                  </a:lnTo>
                  <a:lnTo>
                    <a:pt x="6727573" y="760069"/>
                  </a:lnTo>
                  <a:lnTo>
                    <a:pt x="6735649" y="759934"/>
                  </a:lnTo>
                  <a:lnTo>
                    <a:pt x="6755959" y="759560"/>
                  </a:lnTo>
                  <a:lnTo>
                    <a:pt x="6792148" y="758825"/>
                  </a:lnTo>
                  <a:lnTo>
                    <a:pt x="6845841" y="757616"/>
                  </a:lnTo>
                  <a:lnTo>
                    <a:pt x="6916524" y="755842"/>
                  </a:lnTo>
                  <a:lnTo>
                    <a:pt x="7001761" y="753444"/>
                  </a:lnTo>
                  <a:lnTo>
                    <a:pt x="7097763" y="750396"/>
                  </a:lnTo>
                  <a:lnTo>
                    <a:pt x="7200139" y="746695"/>
                  </a:lnTo>
                  <a:lnTo>
                    <a:pt x="7304626" y="742355"/>
                  </a:lnTo>
                  <a:lnTo>
                    <a:pt x="7407614" y="737389"/>
                  </a:lnTo>
                  <a:lnTo>
                    <a:pt x="7506416" y="731799"/>
                  </a:lnTo>
                  <a:lnTo>
                    <a:pt x="7599297" y="725573"/>
                  </a:lnTo>
                  <a:lnTo>
                    <a:pt x="7685368" y="718672"/>
                  </a:lnTo>
                  <a:lnTo>
                    <a:pt x="7764402" y="711035"/>
                  </a:lnTo>
                  <a:lnTo>
                    <a:pt x="7836646" y="702576"/>
                  </a:lnTo>
                  <a:lnTo>
                    <a:pt x="7902660" y="693189"/>
                  </a:lnTo>
                  <a:lnTo>
                    <a:pt x="7963182" y="682747"/>
                  </a:lnTo>
                  <a:lnTo>
                    <a:pt x="8019043" y="671116"/>
                  </a:lnTo>
                  <a:lnTo>
                    <a:pt x="8071089" y="658165"/>
                  </a:lnTo>
                  <a:lnTo>
                    <a:pt x="8120133" y="643791"/>
                  </a:lnTo>
                  <a:lnTo>
                    <a:pt x="8151487" y="633407"/>
                  </a:lnTo>
                  <a:lnTo>
                    <a:pt x="8204269" y="613756"/>
                  </a:lnTo>
                  <a:lnTo>
                    <a:pt x="8255380" y="592081"/>
                  </a:lnTo>
                  <a:lnTo>
                    <a:pt x="8305458" y="568353"/>
                  </a:lnTo>
                  <a:lnTo>
                    <a:pt x="8354968" y="542613"/>
                  </a:lnTo>
                  <a:lnTo>
                    <a:pt x="8404234" y="514983"/>
                  </a:lnTo>
                  <a:lnTo>
                    <a:pt x="8453461" y="485671"/>
                  </a:lnTo>
                  <a:lnTo>
                    <a:pt x="8502760" y="454963"/>
                  </a:lnTo>
                  <a:lnTo>
                    <a:pt x="8552162" y="423224"/>
                  </a:lnTo>
                  <a:lnTo>
                    <a:pt x="8601644" y="390873"/>
                  </a:lnTo>
                  <a:lnTo>
                    <a:pt x="8651147" y="358366"/>
                  </a:lnTo>
                  <a:lnTo>
                    <a:pt x="8700607" y="326170"/>
                  </a:lnTo>
                  <a:lnTo>
                    <a:pt x="8749975" y="294731"/>
                  </a:lnTo>
                  <a:lnTo>
                    <a:pt x="8799243" y="264453"/>
                  </a:lnTo>
                  <a:lnTo>
                    <a:pt x="8848467" y="235674"/>
                  </a:lnTo>
                  <a:lnTo>
                    <a:pt x="8897786" y="208657"/>
                  </a:lnTo>
                  <a:lnTo>
                    <a:pt x="8947443" y="183580"/>
                  </a:lnTo>
                  <a:lnTo>
                    <a:pt x="8997807" y="160537"/>
                  </a:lnTo>
                  <a:lnTo>
                    <a:pt x="9049395" y="139544"/>
                  </a:lnTo>
                  <a:lnTo>
                    <a:pt x="9084767" y="126681"/>
                  </a:lnTo>
                  <a:lnTo>
                    <a:pt x="9132220" y="111332"/>
                  </a:lnTo>
                  <a:lnTo>
                    <a:pt x="9182181" y="97442"/>
                  </a:lnTo>
                  <a:lnTo>
                    <a:pt x="9235408" y="84945"/>
                  </a:lnTo>
                  <a:lnTo>
                    <a:pt x="9292732" y="73727"/>
                  </a:lnTo>
                  <a:lnTo>
                    <a:pt x="9355000" y="63652"/>
                  </a:lnTo>
                  <a:lnTo>
                    <a:pt x="9423019" y="54588"/>
                  </a:lnTo>
                  <a:lnTo>
                    <a:pt x="9497483" y="46414"/>
                  </a:lnTo>
                  <a:lnTo>
                    <a:pt x="9578860" y="39032"/>
                  </a:lnTo>
                  <a:lnTo>
                    <a:pt x="9667260" y="32362"/>
                  </a:lnTo>
                  <a:lnTo>
                    <a:pt x="9762257" y="26351"/>
                  </a:lnTo>
                  <a:lnTo>
                    <a:pt x="9862696" y="20971"/>
                  </a:lnTo>
                  <a:lnTo>
                    <a:pt x="9966533" y="16213"/>
                  </a:lnTo>
                  <a:lnTo>
                    <a:pt x="10070756" y="12084"/>
                  </a:lnTo>
                  <a:lnTo>
                    <a:pt x="10171496" y="8601"/>
                  </a:lnTo>
                  <a:lnTo>
                    <a:pt x="10264376" y="5771"/>
                  </a:lnTo>
                  <a:lnTo>
                    <a:pt x="10345120" y="3586"/>
                  </a:lnTo>
                  <a:lnTo>
                    <a:pt x="10410311" y="2009"/>
                  </a:lnTo>
                  <a:lnTo>
                    <a:pt x="10458108" y="969"/>
                  </a:lnTo>
                  <a:lnTo>
                    <a:pt x="10488705" y="368"/>
                  </a:lnTo>
                  <a:lnTo>
                    <a:pt x="10504430" y="88"/>
                  </a:lnTo>
                  <a:lnTo>
                    <a:pt x="10509540" y="5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28" name="pl1828"/>
            <p:cNvSpPr/>
            <p:nvPr/>
          </p:nvSpPr>
          <p:spPr>
            <a:xfrm>
              <a:off x="4799595" y="5764378"/>
              <a:ext cx="11981298" cy="4388900"/>
            </a:xfrm>
            <a:custGeom>
              <a:avLst/>
              <a:pathLst>
                <a:path w="11981298" h="4388900">
                  <a:moveTo>
                    <a:pt x="11981298" y="0"/>
                  </a:moveTo>
                  <a:lnTo>
                    <a:pt x="10509911" y="0"/>
                  </a:lnTo>
                  <a:lnTo>
                    <a:pt x="10508680" y="18"/>
                  </a:lnTo>
                  <a:lnTo>
                    <a:pt x="10500604" y="154"/>
                  </a:lnTo>
                  <a:lnTo>
                    <a:pt x="10480294" y="527"/>
                  </a:lnTo>
                  <a:lnTo>
                    <a:pt x="10444105" y="1263"/>
                  </a:lnTo>
                  <a:lnTo>
                    <a:pt x="10390412" y="2472"/>
                  </a:lnTo>
                  <a:lnTo>
                    <a:pt x="10319729" y="4246"/>
                  </a:lnTo>
                  <a:lnTo>
                    <a:pt x="10234492" y="6644"/>
                  </a:lnTo>
                  <a:lnTo>
                    <a:pt x="10138491" y="9692"/>
                  </a:lnTo>
                  <a:lnTo>
                    <a:pt x="10036115" y="13393"/>
                  </a:lnTo>
                  <a:lnTo>
                    <a:pt x="9931628" y="17733"/>
                  </a:lnTo>
                  <a:lnTo>
                    <a:pt x="9828639" y="22699"/>
                  </a:lnTo>
                  <a:lnTo>
                    <a:pt x="9729837" y="28288"/>
                  </a:lnTo>
                  <a:lnTo>
                    <a:pt x="9636956" y="34515"/>
                  </a:lnTo>
                  <a:lnTo>
                    <a:pt x="9550885" y="41416"/>
                  </a:lnTo>
                  <a:lnTo>
                    <a:pt x="9471851" y="49053"/>
                  </a:lnTo>
                  <a:lnTo>
                    <a:pt x="9399607" y="57511"/>
                  </a:lnTo>
                  <a:lnTo>
                    <a:pt x="9333594" y="66899"/>
                  </a:lnTo>
                  <a:lnTo>
                    <a:pt x="9273071" y="77341"/>
                  </a:lnTo>
                  <a:lnTo>
                    <a:pt x="9217211" y="88972"/>
                  </a:lnTo>
                  <a:lnTo>
                    <a:pt x="9165164" y="101923"/>
                  </a:lnTo>
                  <a:lnTo>
                    <a:pt x="9116121" y="116297"/>
                  </a:lnTo>
                  <a:lnTo>
                    <a:pt x="9084767" y="126681"/>
                  </a:lnTo>
                  <a:lnTo>
                    <a:pt x="9031984" y="146332"/>
                  </a:lnTo>
                  <a:lnTo>
                    <a:pt x="8980873" y="168007"/>
                  </a:lnTo>
                  <a:lnTo>
                    <a:pt x="8930795" y="191735"/>
                  </a:lnTo>
                  <a:lnTo>
                    <a:pt x="8881285" y="217475"/>
                  </a:lnTo>
                  <a:lnTo>
                    <a:pt x="8832020" y="245105"/>
                  </a:lnTo>
                  <a:lnTo>
                    <a:pt x="8782792" y="274417"/>
                  </a:lnTo>
                  <a:lnTo>
                    <a:pt x="8733493" y="305125"/>
                  </a:lnTo>
                  <a:lnTo>
                    <a:pt x="8684091" y="336864"/>
                  </a:lnTo>
                  <a:lnTo>
                    <a:pt x="8634610" y="369215"/>
                  </a:lnTo>
                  <a:lnTo>
                    <a:pt x="8585106" y="401721"/>
                  </a:lnTo>
                  <a:lnTo>
                    <a:pt x="8535646" y="433918"/>
                  </a:lnTo>
                  <a:lnTo>
                    <a:pt x="8486278" y="465357"/>
                  </a:lnTo>
                  <a:lnTo>
                    <a:pt x="8437010" y="495635"/>
                  </a:lnTo>
                  <a:lnTo>
                    <a:pt x="8387786" y="524414"/>
                  </a:lnTo>
                  <a:lnTo>
                    <a:pt x="8338467" y="551430"/>
                  </a:lnTo>
                  <a:lnTo>
                    <a:pt x="8288810" y="576508"/>
                  </a:lnTo>
                  <a:lnTo>
                    <a:pt x="8238446" y="599551"/>
                  </a:lnTo>
                  <a:lnTo>
                    <a:pt x="8186858" y="620544"/>
                  </a:lnTo>
                  <a:lnTo>
                    <a:pt x="8151487" y="633407"/>
                  </a:lnTo>
                  <a:lnTo>
                    <a:pt x="8104033" y="648756"/>
                  </a:lnTo>
                  <a:lnTo>
                    <a:pt x="8054072" y="662646"/>
                  </a:lnTo>
                  <a:lnTo>
                    <a:pt x="8000845" y="675142"/>
                  </a:lnTo>
                  <a:lnTo>
                    <a:pt x="7943521" y="686361"/>
                  </a:lnTo>
                  <a:lnTo>
                    <a:pt x="7881254" y="696436"/>
                  </a:lnTo>
                  <a:lnTo>
                    <a:pt x="7813234" y="705500"/>
                  </a:lnTo>
                  <a:lnTo>
                    <a:pt x="7738771" y="713673"/>
                  </a:lnTo>
                  <a:lnTo>
                    <a:pt x="7657393" y="721056"/>
                  </a:lnTo>
                  <a:lnTo>
                    <a:pt x="7568993" y="727726"/>
                  </a:lnTo>
                  <a:lnTo>
                    <a:pt x="7473996" y="733737"/>
                  </a:lnTo>
                  <a:lnTo>
                    <a:pt x="7373557" y="739117"/>
                  </a:lnTo>
                  <a:lnTo>
                    <a:pt x="7269720" y="743875"/>
                  </a:lnTo>
                  <a:lnTo>
                    <a:pt x="7165497" y="748004"/>
                  </a:lnTo>
                  <a:lnTo>
                    <a:pt x="7064757" y="751487"/>
                  </a:lnTo>
                  <a:lnTo>
                    <a:pt x="6971877" y="754317"/>
                  </a:lnTo>
                  <a:lnTo>
                    <a:pt x="6891134" y="756501"/>
                  </a:lnTo>
                  <a:lnTo>
                    <a:pt x="6825943" y="758079"/>
                  </a:lnTo>
                  <a:lnTo>
                    <a:pt x="6778146" y="759118"/>
                  </a:lnTo>
                  <a:lnTo>
                    <a:pt x="6747548" y="759720"/>
                  </a:lnTo>
                  <a:lnTo>
                    <a:pt x="6731823" y="760000"/>
                  </a:lnTo>
                  <a:lnTo>
                    <a:pt x="6726713" y="760083"/>
                  </a:lnTo>
                  <a:lnTo>
                    <a:pt x="6726343" y="760088"/>
                  </a:lnTo>
                  <a:lnTo>
                    <a:pt x="5254955" y="760088"/>
                  </a:lnTo>
                  <a:lnTo>
                    <a:pt x="5253859" y="760169"/>
                  </a:lnTo>
                  <a:lnTo>
                    <a:pt x="5246650" y="760741"/>
                  </a:lnTo>
                  <a:lnTo>
                    <a:pt x="5228456" y="762324"/>
                  </a:lnTo>
                  <a:lnTo>
                    <a:pt x="5195875" y="765441"/>
                  </a:lnTo>
                  <a:lnTo>
                    <a:pt x="5147207" y="770579"/>
                  </a:lnTo>
                  <a:lnTo>
                    <a:pt x="5082584" y="778141"/>
                  </a:lnTo>
                  <a:lnTo>
                    <a:pt x="5003844" y="788408"/>
                  </a:lnTo>
                  <a:lnTo>
                    <a:pt x="4914119" y="801527"/>
                  </a:lnTo>
                  <a:lnTo>
                    <a:pt x="4817231" y="817532"/>
                  </a:lnTo>
                  <a:lnTo>
                    <a:pt x="4717073" y="836382"/>
                  </a:lnTo>
                  <a:lnTo>
                    <a:pt x="4617107" y="858015"/>
                  </a:lnTo>
                  <a:lnTo>
                    <a:pt x="4520071" y="882393"/>
                  </a:lnTo>
                  <a:lnTo>
                    <a:pt x="4427873" y="909541"/>
                  </a:lnTo>
                  <a:lnTo>
                    <a:pt x="4341648" y="939569"/>
                  </a:lnTo>
                  <a:lnTo>
                    <a:pt x="4261881" y="972683"/>
                  </a:lnTo>
                  <a:lnTo>
                    <a:pt x="4188568" y="1009191"/>
                  </a:lnTo>
                  <a:lnTo>
                    <a:pt x="4121361" y="1049493"/>
                  </a:lnTo>
                  <a:lnTo>
                    <a:pt x="4059693" y="1094076"/>
                  </a:lnTo>
                  <a:lnTo>
                    <a:pt x="4002872" y="1143489"/>
                  </a:lnTo>
                  <a:lnTo>
                    <a:pt x="3950151" y="1198305"/>
                  </a:lnTo>
                  <a:lnTo>
                    <a:pt x="3900780" y="1259064"/>
                  </a:lnTo>
                  <a:lnTo>
                    <a:pt x="3854050" y="1326166"/>
                  </a:lnTo>
                  <a:lnTo>
                    <a:pt x="3829811" y="1364890"/>
                  </a:lnTo>
                  <a:lnTo>
                    <a:pt x="3795800" y="1423832"/>
                  </a:lnTo>
                  <a:lnTo>
                    <a:pt x="3762584" y="1486687"/>
                  </a:lnTo>
                  <a:lnTo>
                    <a:pt x="3729966" y="1553536"/>
                  </a:lnTo>
                  <a:lnTo>
                    <a:pt x="3697787" y="1624407"/>
                  </a:lnTo>
                  <a:lnTo>
                    <a:pt x="3665913" y="1699273"/>
                  </a:lnTo>
                  <a:lnTo>
                    <a:pt x="3634238" y="1778045"/>
                  </a:lnTo>
                  <a:lnTo>
                    <a:pt x="3602679" y="1860568"/>
                  </a:lnTo>
                  <a:lnTo>
                    <a:pt x="3571171" y="1946621"/>
                  </a:lnTo>
                  <a:lnTo>
                    <a:pt x="3539670" y="2035915"/>
                  </a:lnTo>
                  <a:lnTo>
                    <a:pt x="3508146" y="2128093"/>
                  </a:lnTo>
                  <a:lnTo>
                    <a:pt x="3476582" y="2222737"/>
                  </a:lnTo>
                  <a:lnTo>
                    <a:pt x="3444975" y="2319374"/>
                  </a:lnTo>
                  <a:lnTo>
                    <a:pt x="3413330" y="2417484"/>
                  </a:lnTo>
                  <a:lnTo>
                    <a:pt x="3381658" y="2516513"/>
                  </a:lnTo>
                  <a:lnTo>
                    <a:pt x="3349976" y="2615883"/>
                  </a:lnTo>
                  <a:lnTo>
                    <a:pt x="3318302" y="2715009"/>
                  </a:lnTo>
                  <a:lnTo>
                    <a:pt x="3286651" y="2813312"/>
                  </a:lnTo>
                  <a:lnTo>
                    <a:pt x="3255037" y="2910232"/>
                  </a:lnTo>
                  <a:lnTo>
                    <a:pt x="3223466" y="3005243"/>
                  </a:lnTo>
                  <a:lnTo>
                    <a:pt x="3191936" y="3097864"/>
                  </a:lnTo>
                  <a:lnTo>
                    <a:pt x="3160433" y="3187666"/>
                  </a:lnTo>
                  <a:lnTo>
                    <a:pt x="3128929" y="3274283"/>
                  </a:lnTo>
                  <a:lnTo>
                    <a:pt x="3097382" y="3357413"/>
                  </a:lnTo>
                  <a:lnTo>
                    <a:pt x="3065732" y="3436824"/>
                  </a:lnTo>
                  <a:lnTo>
                    <a:pt x="3033898" y="3512350"/>
                  </a:lnTo>
                  <a:lnTo>
                    <a:pt x="3001778" y="3583892"/>
                  </a:lnTo>
                  <a:lnTo>
                    <a:pt x="2969244" y="3651412"/>
                  </a:lnTo>
                  <a:lnTo>
                    <a:pt x="2936141" y="3714930"/>
                  </a:lnTo>
                  <a:lnTo>
                    <a:pt x="2902278" y="3774519"/>
                  </a:lnTo>
                  <a:lnTo>
                    <a:pt x="2896531" y="3784098"/>
                  </a:lnTo>
                  <a:lnTo>
                    <a:pt x="2850955" y="3854676"/>
                  </a:lnTo>
                  <a:lnTo>
                    <a:pt x="2803086" y="3918807"/>
                  </a:lnTo>
                  <a:lnTo>
                    <a:pt x="2752257" y="3976756"/>
                  </a:lnTo>
                  <a:lnTo>
                    <a:pt x="2697733" y="4029000"/>
                  </a:lnTo>
                  <a:lnTo>
                    <a:pt x="2638760" y="4076107"/>
                  </a:lnTo>
                  <a:lnTo>
                    <a:pt x="2574609" y="4118645"/>
                  </a:lnTo>
                  <a:lnTo>
                    <a:pt x="2504637" y="4157135"/>
                  </a:lnTo>
                  <a:lnTo>
                    <a:pt x="2428363" y="4192029"/>
                  </a:lnTo>
                  <a:lnTo>
                    <a:pt x="2345582" y="4223683"/>
                  </a:lnTo>
                  <a:lnTo>
                    <a:pt x="2256498" y="4252358"/>
                  </a:lnTo>
                  <a:lnTo>
                    <a:pt x="2161875" y="4278217"/>
                  </a:lnTo>
                  <a:lnTo>
                    <a:pt x="2063195" y="4301326"/>
                  </a:lnTo>
                  <a:lnTo>
                    <a:pt x="1962752" y="4321678"/>
                  </a:lnTo>
                  <a:lnTo>
                    <a:pt x="1863641" y="4339219"/>
                  </a:lnTo>
                  <a:lnTo>
                    <a:pt x="1769574" y="4353890"/>
                  </a:lnTo>
                  <a:lnTo>
                    <a:pt x="1684484" y="4365679"/>
                  </a:lnTo>
                  <a:lnTo>
                    <a:pt x="1611953" y="4374668"/>
                  </a:lnTo>
                  <a:lnTo>
                    <a:pt x="1554581" y="4381066"/>
                  </a:lnTo>
                  <a:lnTo>
                    <a:pt x="1513452" y="4385213"/>
                  </a:lnTo>
                  <a:lnTo>
                    <a:pt x="1487848" y="4387555"/>
                  </a:lnTo>
                  <a:lnTo>
                    <a:pt x="1475254" y="4388605"/>
                  </a:lnTo>
                  <a:lnTo>
                    <a:pt x="1471561" y="4388887"/>
                  </a:lnTo>
                  <a:lnTo>
                    <a:pt x="1471387" y="4388900"/>
                  </a:lnTo>
                  <a:lnTo>
                    <a:pt x="0" y="438890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29" name="pg1829"/>
            <p:cNvSpPr/>
            <p:nvPr/>
          </p:nvSpPr>
          <p:spPr>
            <a:xfrm>
              <a:off x="4799595" y="6761483"/>
              <a:ext cx="11981298" cy="3408140"/>
            </a:xfrm>
            <a:custGeom>
              <a:avLst/>
              <a:pathLst>
                <a:path w="11981298" h="3408140">
                  <a:moveTo>
                    <a:pt x="0" y="3408140"/>
                  </a:moveTo>
                  <a:lnTo>
                    <a:pt x="1471387" y="3408140"/>
                  </a:lnTo>
                  <a:lnTo>
                    <a:pt x="1472498" y="3408063"/>
                  </a:lnTo>
                  <a:lnTo>
                    <a:pt x="1479806" y="3407519"/>
                  </a:lnTo>
                  <a:lnTo>
                    <a:pt x="1498240" y="3406015"/>
                  </a:lnTo>
                  <a:lnTo>
                    <a:pt x="1531234" y="3403053"/>
                  </a:lnTo>
                  <a:lnTo>
                    <a:pt x="1580480" y="3398171"/>
                  </a:lnTo>
                  <a:lnTo>
                    <a:pt x="1645804" y="3390989"/>
                  </a:lnTo>
                  <a:lnTo>
                    <a:pt x="1725304" y="3381243"/>
                  </a:lnTo>
                  <a:lnTo>
                    <a:pt x="1815773" y="3368797"/>
                  </a:lnTo>
                  <a:lnTo>
                    <a:pt x="1913322" y="3353623"/>
                  </a:lnTo>
                  <a:lnTo>
                    <a:pt x="2014012" y="3335760"/>
                  </a:lnTo>
                  <a:lnTo>
                    <a:pt x="2114360" y="3315268"/>
                  </a:lnTo>
                  <a:lnTo>
                    <a:pt x="2211632" y="3292179"/>
                  </a:lnTo>
                  <a:lnTo>
                    <a:pt x="2303935" y="3266467"/>
                  </a:lnTo>
                  <a:lnTo>
                    <a:pt x="2390161" y="3238022"/>
                  </a:lnTo>
                  <a:lnTo>
                    <a:pt x="2469856" y="3206641"/>
                  </a:lnTo>
                  <a:lnTo>
                    <a:pt x="2543051" y="3172027"/>
                  </a:lnTo>
                  <a:lnTo>
                    <a:pt x="2610120" y="3133791"/>
                  </a:lnTo>
                  <a:lnTo>
                    <a:pt x="2671650" y="3091468"/>
                  </a:lnTo>
                  <a:lnTo>
                    <a:pt x="2728350" y="3044531"/>
                  </a:lnTo>
                  <a:lnTo>
                    <a:pt x="2780979" y="2992434"/>
                  </a:lnTo>
                  <a:lnTo>
                    <a:pt x="2830296" y="2934675"/>
                  </a:lnTo>
                  <a:lnTo>
                    <a:pt x="2877014" y="2870891"/>
                  </a:lnTo>
                  <a:lnTo>
                    <a:pt x="2896531" y="2841479"/>
                  </a:lnTo>
                  <a:lnTo>
                    <a:pt x="2931499" y="2784626"/>
                  </a:lnTo>
                  <a:lnTo>
                    <a:pt x="2965632" y="2723893"/>
                  </a:lnTo>
                  <a:lnTo>
                    <a:pt x="2999142" y="2659199"/>
                  </a:lnTo>
                  <a:lnTo>
                    <a:pt x="3032202" y="2590519"/>
                  </a:lnTo>
                  <a:lnTo>
                    <a:pt x="3064953" y="2517886"/>
                  </a:lnTo>
                  <a:lnTo>
                    <a:pt x="3097507" y="2441401"/>
                  </a:lnTo>
                  <a:lnTo>
                    <a:pt x="3129952" y="2361230"/>
                  </a:lnTo>
                  <a:lnTo>
                    <a:pt x="3162353" y="2277613"/>
                  </a:lnTo>
                  <a:lnTo>
                    <a:pt x="3194755" y="2190859"/>
                  </a:lnTo>
                  <a:lnTo>
                    <a:pt x="3227188" y="2101348"/>
                  </a:lnTo>
                  <a:lnTo>
                    <a:pt x="3259665" y="2009522"/>
                  </a:lnTo>
                  <a:lnTo>
                    <a:pt x="3292186" y="1915877"/>
                  </a:lnTo>
                  <a:lnTo>
                    <a:pt x="3324745" y="1820958"/>
                  </a:lnTo>
                  <a:lnTo>
                    <a:pt x="3357326" y="1725338"/>
                  </a:lnTo>
                  <a:lnTo>
                    <a:pt x="3389910" y="1629611"/>
                  </a:lnTo>
                  <a:lnTo>
                    <a:pt x="3422478" y="1534373"/>
                  </a:lnTo>
                  <a:lnTo>
                    <a:pt x="3455014" y="1440206"/>
                  </a:lnTo>
                  <a:lnTo>
                    <a:pt x="3487507" y="1347668"/>
                  </a:lnTo>
                  <a:lnTo>
                    <a:pt x="3519955" y="1257272"/>
                  </a:lnTo>
                  <a:lnTo>
                    <a:pt x="3552366" y="1169482"/>
                  </a:lnTo>
                  <a:lnTo>
                    <a:pt x="3584763" y="1084700"/>
                  </a:lnTo>
                  <a:lnTo>
                    <a:pt x="3617186" y="1003262"/>
                  </a:lnTo>
                  <a:lnTo>
                    <a:pt x="3649692" y="925431"/>
                  </a:lnTo>
                  <a:lnTo>
                    <a:pt x="3682361" y="851402"/>
                  </a:lnTo>
                  <a:lnTo>
                    <a:pt x="3715295" y="781296"/>
                  </a:lnTo>
                  <a:lnTo>
                    <a:pt x="3748625" y="715172"/>
                  </a:lnTo>
                  <a:lnTo>
                    <a:pt x="3782513" y="653024"/>
                  </a:lnTo>
                  <a:lnTo>
                    <a:pt x="3817154" y="594791"/>
                  </a:lnTo>
                  <a:lnTo>
                    <a:pt x="3829811" y="574834"/>
                  </a:lnTo>
                  <a:lnTo>
                    <a:pt x="3875607" y="508409"/>
                  </a:lnTo>
                  <a:lnTo>
                    <a:pt x="3923720" y="448081"/>
                  </a:lnTo>
                  <a:lnTo>
                    <a:pt x="3974829" y="393597"/>
                  </a:lnTo>
                  <a:lnTo>
                    <a:pt x="4029678" y="344500"/>
                  </a:lnTo>
                  <a:lnTo>
                    <a:pt x="4089032" y="300252"/>
                  </a:lnTo>
                  <a:lnTo>
                    <a:pt x="4153630" y="260314"/>
                  </a:lnTo>
                  <a:lnTo>
                    <a:pt x="4224121" y="224190"/>
                  </a:lnTo>
                  <a:lnTo>
                    <a:pt x="4300984" y="191456"/>
                  </a:lnTo>
                  <a:lnTo>
                    <a:pt x="4384416" y="161775"/>
                  </a:lnTo>
                  <a:lnTo>
                    <a:pt x="4474191" y="134902"/>
                  </a:lnTo>
                  <a:lnTo>
                    <a:pt x="4569502" y="110689"/>
                  </a:lnTo>
                  <a:lnTo>
                    <a:pt x="4668809" y="89075"/>
                  </a:lnTo>
                  <a:lnTo>
                    <a:pt x="4769739" y="70071"/>
                  </a:lnTo>
                  <a:lnTo>
                    <a:pt x="4869109" y="53729"/>
                  </a:lnTo>
                  <a:lnTo>
                    <a:pt x="4963127" y="40105"/>
                  </a:lnTo>
                  <a:lnTo>
                    <a:pt x="5047808" y="29203"/>
                  </a:lnTo>
                  <a:lnTo>
                    <a:pt x="5119572" y="20940"/>
                  </a:lnTo>
                  <a:lnTo>
                    <a:pt x="5175885" y="15106"/>
                  </a:lnTo>
                  <a:lnTo>
                    <a:pt x="5215792" y="11368"/>
                  </a:lnTo>
                  <a:lnTo>
                    <a:pt x="5240184" y="9295"/>
                  </a:lnTo>
                  <a:lnTo>
                    <a:pt x="5251771" y="8398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496" y="8236"/>
                  </a:lnTo>
                  <a:lnTo>
                    <a:pt x="6735080" y="8686"/>
                  </a:lnTo>
                  <a:lnTo>
                    <a:pt x="6754188" y="9930"/>
                  </a:lnTo>
                  <a:lnTo>
                    <a:pt x="6788331" y="12380"/>
                  </a:lnTo>
                  <a:lnTo>
                    <a:pt x="6839184" y="16416"/>
                  </a:lnTo>
                  <a:lnTo>
                    <a:pt x="6906455" y="22346"/>
                  </a:lnTo>
                  <a:lnTo>
                    <a:pt x="6988051" y="30380"/>
                  </a:lnTo>
                  <a:lnTo>
                    <a:pt x="7080559" y="40625"/>
                  </a:lnTo>
                  <a:lnTo>
                    <a:pt x="7179905" y="53095"/>
                  </a:lnTo>
                  <a:lnTo>
                    <a:pt x="7282027" y="67754"/>
                  </a:lnTo>
                  <a:lnTo>
                    <a:pt x="7383391" y="84555"/>
                  </a:lnTo>
                  <a:lnTo>
                    <a:pt x="7481271" y="103476"/>
                  </a:lnTo>
                  <a:lnTo>
                    <a:pt x="7573828" y="124547"/>
                  </a:lnTo>
                  <a:lnTo>
                    <a:pt x="7660031" y="147872"/>
                  </a:lnTo>
                  <a:lnTo>
                    <a:pt x="7739508" y="173632"/>
                  </a:lnTo>
                  <a:lnTo>
                    <a:pt x="7812367" y="202087"/>
                  </a:lnTo>
                  <a:lnTo>
                    <a:pt x="7879052" y="233573"/>
                  </a:lnTo>
                  <a:lnTo>
                    <a:pt x="7940205" y="268488"/>
                  </a:lnTo>
                  <a:lnTo>
                    <a:pt x="7996582" y="307273"/>
                  </a:lnTo>
                  <a:lnTo>
                    <a:pt x="8048975" y="350376"/>
                  </a:lnTo>
                  <a:lnTo>
                    <a:pt x="8098165" y="398194"/>
                  </a:lnTo>
                  <a:lnTo>
                    <a:pt x="8144874" y="450973"/>
                  </a:lnTo>
                  <a:lnTo>
                    <a:pt x="8151487" y="459050"/>
                  </a:lnTo>
                  <a:lnTo>
                    <a:pt x="8189857" y="508916"/>
                  </a:lnTo>
                  <a:lnTo>
                    <a:pt x="8227245" y="562518"/>
                  </a:lnTo>
                  <a:lnTo>
                    <a:pt x="8263926" y="619933"/>
                  </a:lnTo>
                  <a:lnTo>
                    <a:pt x="8300116" y="681173"/>
                  </a:lnTo>
                  <a:lnTo>
                    <a:pt x="8335991" y="746177"/>
                  </a:lnTo>
                  <a:lnTo>
                    <a:pt x="8371683" y="814809"/>
                  </a:lnTo>
                  <a:lnTo>
                    <a:pt x="8407292" y="886853"/>
                  </a:lnTo>
                  <a:lnTo>
                    <a:pt x="8442889" y="962007"/>
                  </a:lnTo>
                  <a:lnTo>
                    <a:pt x="8478515" y="1039890"/>
                  </a:lnTo>
                  <a:lnTo>
                    <a:pt x="8514194" y="1120046"/>
                  </a:lnTo>
                  <a:lnTo>
                    <a:pt x="8549927" y="1201955"/>
                  </a:lnTo>
                  <a:lnTo>
                    <a:pt x="8585703" y="1285041"/>
                  </a:lnTo>
                  <a:lnTo>
                    <a:pt x="8621501" y="1368696"/>
                  </a:lnTo>
                  <a:lnTo>
                    <a:pt x="8657297" y="1452291"/>
                  </a:lnTo>
                  <a:lnTo>
                    <a:pt x="8693066" y="1535201"/>
                  </a:lnTo>
                  <a:lnTo>
                    <a:pt x="8728789" y="1616822"/>
                  </a:lnTo>
                  <a:lnTo>
                    <a:pt x="8764457" y="1696588"/>
                  </a:lnTo>
                  <a:lnTo>
                    <a:pt x="8800076" y="1773990"/>
                  </a:lnTo>
                  <a:lnTo>
                    <a:pt x="8835671" y="1848584"/>
                  </a:lnTo>
                  <a:lnTo>
                    <a:pt x="8871290" y="1920005"/>
                  </a:lnTo>
                  <a:lnTo>
                    <a:pt x="8907008" y="1987967"/>
                  </a:lnTo>
                  <a:lnTo>
                    <a:pt x="8942930" y="2052270"/>
                  </a:lnTo>
                  <a:lnTo>
                    <a:pt x="8979199" y="2112790"/>
                  </a:lnTo>
                  <a:lnTo>
                    <a:pt x="9015994" y="2169484"/>
                  </a:lnTo>
                  <a:lnTo>
                    <a:pt x="9053546" y="2222375"/>
                  </a:lnTo>
                  <a:lnTo>
                    <a:pt x="9084767" y="2262558"/>
                  </a:lnTo>
                  <a:lnTo>
                    <a:pt x="9131169" y="2316062"/>
                  </a:lnTo>
                  <a:lnTo>
                    <a:pt x="9179957" y="2364590"/>
                  </a:lnTo>
                  <a:lnTo>
                    <a:pt x="9231837" y="2408356"/>
                  </a:lnTo>
                  <a:lnTo>
                    <a:pt x="9287586" y="2447740"/>
                  </a:lnTo>
                  <a:lnTo>
                    <a:pt x="9347997" y="2483188"/>
                  </a:lnTo>
                  <a:lnTo>
                    <a:pt x="9413835" y="2515146"/>
                  </a:lnTo>
                  <a:lnTo>
                    <a:pt x="9485765" y="2544019"/>
                  </a:lnTo>
                  <a:lnTo>
                    <a:pt x="9564264" y="2570153"/>
                  </a:lnTo>
                  <a:lnTo>
                    <a:pt x="9649501" y="2593818"/>
                  </a:lnTo>
                  <a:lnTo>
                    <a:pt x="9741183" y="2615208"/>
                  </a:lnTo>
                  <a:lnTo>
                    <a:pt x="9838383" y="2634437"/>
                  </a:lnTo>
                  <a:lnTo>
                    <a:pt x="9939389" y="2651546"/>
                  </a:lnTo>
                  <a:lnTo>
                    <a:pt x="10041604" y="2666519"/>
                  </a:lnTo>
                  <a:lnTo>
                    <a:pt x="10141597" y="2679310"/>
                  </a:lnTo>
                  <a:lnTo>
                    <a:pt x="10235356" y="2689878"/>
                  </a:lnTo>
                  <a:lnTo>
                    <a:pt x="10318772" y="2698230"/>
                  </a:lnTo>
                  <a:lnTo>
                    <a:pt x="10388290" y="2704455"/>
                  </a:lnTo>
                  <a:lnTo>
                    <a:pt x="10441591" y="2708748"/>
                  </a:lnTo>
                  <a:lnTo>
                    <a:pt x="10478103" y="2711406"/>
                  </a:lnTo>
                  <a:lnTo>
                    <a:pt x="10499216" y="2712800"/>
                  </a:lnTo>
                  <a:lnTo>
                    <a:pt x="10508192" y="2713340"/>
                  </a:lnTo>
                  <a:lnTo>
                    <a:pt x="10509911" y="2713435"/>
                  </a:lnTo>
                  <a:lnTo>
                    <a:pt x="11981298" y="2713435"/>
                  </a:lnTo>
                  <a:lnTo>
                    <a:pt x="11981298" y="2705262"/>
                  </a:lnTo>
                  <a:lnTo>
                    <a:pt x="10509911" y="2705262"/>
                  </a:lnTo>
                  <a:lnTo>
                    <a:pt x="10508757" y="2705199"/>
                  </a:lnTo>
                  <a:lnTo>
                    <a:pt x="10501174" y="2704749"/>
                  </a:lnTo>
                  <a:lnTo>
                    <a:pt x="10482066" y="2703504"/>
                  </a:lnTo>
                  <a:lnTo>
                    <a:pt x="10447922" y="2701054"/>
                  </a:lnTo>
                  <a:lnTo>
                    <a:pt x="10397069" y="2697019"/>
                  </a:lnTo>
                  <a:lnTo>
                    <a:pt x="10329799" y="2691089"/>
                  </a:lnTo>
                  <a:lnTo>
                    <a:pt x="10248202" y="2683054"/>
                  </a:lnTo>
                  <a:lnTo>
                    <a:pt x="10155694" y="2672810"/>
                  </a:lnTo>
                  <a:lnTo>
                    <a:pt x="10056348" y="2660340"/>
                  </a:lnTo>
                  <a:lnTo>
                    <a:pt x="9954226" y="2645680"/>
                  </a:lnTo>
                  <a:lnTo>
                    <a:pt x="9852863" y="2628879"/>
                  </a:lnTo>
                  <a:lnTo>
                    <a:pt x="9754983" y="2609959"/>
                  </a:lnTo>
                  <a:lnTo>
                    <a:pt x="9662425" y="2588888"/>
                  </a:lnTo>
                  <a:lnTo>
                    <a:pt x="9576222" y="2565563"/>
                  </a:lnTo>
                  <a:lnTo>
                    <a:pt x="9496746" y="2539803"/>
                  </a:lnTo>
                  <a:lnTo>
                    <a:pt x="9423886" y="2511347"/>
                  </a:lnTo>
                  <a:lnTo>
                    <a:pt x="9357202" y="2479861"/>
                  </a:lnTo>
                  <a:lnTo>
                    <a:pt x="9296048" y="2444946"/>
                  </a:lnTo>
                  <a:lnTo>
                    <a:pt x="9239672" y="2406162"/>
                  </a:lnTo>
                  <a:lnTo>
                    <a:pt x="9187279" y="2363059"/>
                  </a:lnTo>
                  <a:lnTo>
                    <a:pt x="9138088" y="2315240"/>
                  </a:lnTo>
                  <a:lnTo>
                    <a:pt x="9091379" y="2262461"/>
                  </a:lnTo>
                  <a:lnTo>
                    <a:pt x="9084767" y="2254385"/>
                  </a:lnTo>
                  <a:lnTo>
                    <a:pt x="9046397" y="2204519"/>
                  </a:lnTo>
                  <a:lnTo>
                    <a:pt x="9009008" y="2150916"/>
                  </a:lnTo>
                  <a:lnTo>
                    <a:pt x="8972328" y="2093501"/>
                  </a:lnTo>
                  <a:lnTo>
                    <a:pt x="8936137" y="2032262"/>
                  </a:lnTo>
                  <a:lnTo>
                    <a:pt x="8900263" y="1967258"/>
                  </a:lnTo>
                  <a:lnTo>
                    <a:pt x="8864571" y="1898625"/>
                  </a:lnTo>
                  <a:lnTo>
                    <a:pt x="8828961" y="1826582"/>
                  </a:lnTo>
                  <a:lnTo>
                    <a:pt x="8793365" y="1751428"/>
                  </a:lnTo>
                  <a:lnTo>
                    <a:pt x="8757738" y="1673545"/>
                  </a:lnTo>
                  <a:lnTo>
                    <a:pt x="8722059" y="1593388"/>
                  </a:lnTo>
                  <a:lnTo>
                    <a:pt x="8686327" y="1511480"/>
                  </a:lnTo>
                  <a:lnTo>
                    <a:pt x="8650551" y="1428393"/>
                  </a:lnTo>
                  <a:lnTo>
                    <a:pt x="8614752" y="1344739"/>
                  </a:lnTo>
                  <a:lnTo>
                    <a:pt x="8578956" y="1261143"/>
                  </a:lnTo>
                  <a:lnTo>
                    <a:pt x="8543187" y="1178233"/>
                  </a:lnTo>
                  <a:lnTo>
                    <a:pt x="8507464" y="1096612"/>
                  </a:lnTo>
                  <a:lnTo>
                    <a:pt x="8471796" y="1016846"/>
                  </a:lnTo>
                  <a:lnTo>
                    <a:pt x="8436177" y="939445"/>
                  </a:lnTo>
                  <a:lnTo>
                    <a:pt x="8400582" y="864851"/>
                  </a:lnTo>
                  <a:lnTo>
                    <a:pt x="8364963" y="793430"/>
                  </a:lnTo>
                  <a:lnTo>
                    <a:pt x="8329245" y="725467"/>
                  </a:lnTo>
                  <a:lnTo>
                    <a:pt x="8293323" y="661165"/>
                  </a:lnTo>
                  <a:lnTo>
                    <a:pt x="8257054" y="600644"/>
                  </a:lnTo>
                  <a:lnTo>
                    <a:pt x="8220259" y="543951"/>
                  </a:lnTo>
                  <a:lnTo>
                    <a:pt x="8182708" y="491060"/>
                  </a:lnTo>
                  <a:lnTo>
                    <a:pt x="8151487" y="450877"/>
                  </a:lnTo>
                  <a:lnTo>
                    <a:pt x="8105084" y="397373"/>
                  </a:lnTo>
                  <a:lnTo>
                    <a:pt x="8056297" y="348844"/>
                  </a:lnTo>
                  <a:lnTo>
                    <a:pt x="8004416" y="305079"/>
                  </a:lnTo>
                  <a:lnTo>
                    <a:pt x="7948667" y="265695"/>
                  </a:lnTo>
                  <a:lnTo>
                    <a:pt x="7888256" y="230246"/>
                  </a:lnTo>
                  <a:lnTo>
                    <a:pt x="7822418" y="198288"/>
                  </a:lnTo>
                  <a:lnTo>
                    <a:pt x="7750488" y="169415"/>
                  </a:lnTo>
                  <a:lnTo>
                    <a:pt x="7671989" y="143282"/>
                  </a:lnTo>
                  <a:lnTo>
                    <a:pt x="7586752" y="119617"/>
                  </a:lnTo>
                  <a:lnTo>
                    <a:pt x="7495071" y="98226"/>
                  </a:lnTo>
                  <a:lnTo>
                    <a:pt x="7397870" y="78998"/>
                  </a:lnTo>
                  <a:lnTo>
                    <a:pt x="7296864" y="61889"/>
                  </a:lnTo>
                  <a:lnTo>
                    <a:pt x="7194650" y="46915"/>
                  </a:lnTo>
                  <a:lnTo>
                    <a:pt x="7094657" y="34124"/>
                  </a:lnTo>
                  <a:lnTo>
                    <a:pt x="7000897" y="23556"/>
                  </a:lnTo>
                  <a:lnTo>
                    <a:pt x="6917481" y="15205"/>
                  </a:lnTo>
                  <a:lnTo>
                    <a:pt x="6847963" y="8980"/>
                  </a:lnTo>
                  <a:lnTo>
                    <a:pt x="6794662" y="4687"/>
                  </a:lnTo>
                  <a:lnTo>
                    <a:pt x="6758151" y="2029"/>
                  </a:lnTo>
                  <a:lnTo>
                    <a:pt x="6737037" y="634"/>
                  </a:lnTo>
                  <a:lnTo>
                    <a:pt x="6728062" y="95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844" y="76"/>
                  </a:lnTo>
                  <a:lnTo>
                    <a:pt x="5246536" y="620"/>
                  </a:lnTo>
                  <a:lnTo>
                    <a:pt x="5228102" y="2124"/>
                  </a:lnTo>
                  <a:lnTo>
                    <a:pt x="5195108" y="5086"/>
                  </a:lnTo>
                  <a:lnTo>
                    <a:pt x="5145863" y="9968"/>
                  </a:lnTo>
                  <a:lnTo>
                    <a:pt x="5080538" y="17150"/>
                  </a:lnTo>
                  <a:lnTo>
                    <a:pt x="5001038" y="26896"/>
                  </a:lnTo>
                  <a:lnTo>
                    <a:pt x="4910569" y="39342"/>
                  </a:lnTo>
                  <a:lnTo>
                    <a:pt x="4813020" y="54516"/>
                  </a:lnTo>
                  <a:lnTo>
                    <a:pt x="4712330" y="72379"/>
                  </a:lnTo>
                  <a:lnTo>
                    <a:pt x="4611982" y="92872"/>
                  </a:lnTo>
                  <a:lnTo>
                    <a:pt x="4514710" y="115960"/>
                  </a:lnTo>
                  <a:lnTo>
                    <a:pt x="4422408" y="141673"/>
                  </a:lnTo>
                  <a:lnTo>
                    <a:pt x="4336181" y="170118"/>
                  </a:lnTo>
                  <a:lnTo>
                    <a:pt x="4256486" y="201498"/>
                  </a:lnTo>
                  <a:lnTo>
                    <a:pt x="4183291" y="236112"/>
                  </a:lnTo>
                  <a:lnTo>
                    <a:pt x="4116222" y="274348"/>
                  </a:lnTo>
                  <a:lnTo>
                    <a:pt x="4054692" y="316672"/>
                  </a:lnTo>
                  <a:lnTo>
                    <a:pt x="3997993" y="363609"/>
                  </a:lnTo>
                  <a:lnTo>
                    <a:pt x="3945364" y="415705"/>
                  </a:lnTo>
                  <a:lnTo>
                    <a:pt x="3896046" y="473465"/>
                  </a:lnTo>
                  <a:lnTo>
                    <a:pt x="3849328" y="537248"/>
                  </a:lnTo>
                  <a:lnTo>
                    <a:pt x="3829811" y="566661"/>
                  </a:lnTo>
                  <a:lnTo>
                    <a:pt x="3794843" y="623513"/>
                  </a:lnTo>
                  <a:lnTo>
                    <a:pt x="3760710" y="684246"/>
                  </a:lnTo>
                  <a:lnTo>
                    <a:pt x="3727200" y="748940"/>
                  </a:lnTo>
                  <a:lnTo>
                    <a:pt x="3694140" y="817621"/>
                  </a:lnTo>
                  <a:lnTo>
                    <a:pt x="3661389" y="890253"/>
                  </a:lnTo>
                  <a:lnTo>
                    <a:pt x="3628835" y="966739"/>
                  </a:lnTo>
                  <a:lnTo>
                    <a:pt x="3596390" y="1046909"/>
                  </a:lnTo>
                  <a:lnTo>
                    <a:pt x="3563989" y="1130526"/>
                  </a:lnTo>
                  <a:lnTo>
                    <a:pt x="3531587" y="1217280"/>
                  </a:lnTo>
                  <a:lnTo>
                    <a:pt x="3499154" y="1306791"/>
                  </a:lnTo>
                  <a:lnTo>
                    <a:pt x="3466677" y="1398617"/>
                  </a:lnTo>
                  <a:lnTo>
                    <a:pt x="3434156" y="1492262"/>
                  </a:lnTo>
                  <a:lnTo>
                    <a:pt x="3401597" y="1587182"/>
                  </a:lnTo>
                  <a:lnTo>
                    <a:pt x="3369017" y="1682801"/>
                  </a:lnTo>
                  <a:lnTo>
                    <a:pt x="3336433" y="1778528"/>
                  </a:lnTo>
                  <a:lnTo>
                    <a:pt x="3303864" y="1873767"/>
                  </a:lnTo>
                  <a:lnTo>
                    <a:pt x="3271328" y="1967933"/>
                  </a:lnTo>
                  <a:lnTo>
                    <a:pt x="3238835" y="2060472"/>
                  </a:lnTo>
                  <a:lnTo>
                    <a:pt x="3206387" y="2150868"/>
                  </a:lnTo>
                  <a:lnTo>
                    <a:pt x="3173976" y="2238657"/>
                  </a:lnTo>
                  <a:lnTo>
                    <a:pt x="3141579" y="2323439"/>
                  </a:lnTo>
                  <a:lnTo>
                    <a:pt x="3109156" y="2404877"/>
                  </a:lnTo>
                  <a:lnTo>
                    <a:pt x="3076650" y="2482708"/>
                  </a:lnTo>
                  <a:lnTo>
                    <a:pt x="3043982" y="2556738"/>
                  </a:lnTo>
                  <a:lnTo>
                    <a:pt x="3011047" y="2626843"/>
                  </a:lnTo>
                  <a:lnTo>
                    <a:pt x="2977717" y="2692967"/>
                  </a:lnTo>
                  <a:lnTo>
                    <a:pt x="2943829" y="2755115"/>
                  </a:lnTo>
                  <a:lnTo>
                    <a:pt x="2909188" y="2813348"/>
                  </a:lnTo>
                  <a:lnTo>
                    <a:pt x="2896531" y="2833306"/>
                  </a:lnTo>
                  <a:lnTo>
                    <a:pt x="2850735" y="2899730"/>
                  </a:lnTo>
                  <a:lnTo>
                    <a:pt x="2802622" y="2960059"/>
                  </a:lnTo>
                  <a:lnTo>
                    <a:pt x="2751513" y="3014542"/>
                  </a:lnTo>
                  <a:lnTo>
                    <a:pt x="2696664" y="3063639"/>
                  </a:lnTo>
                  <a:lnTo>
                    <a:pt x="2637310" y="3107887"/>
                  </a:lnTo>
                  <a:lnTo>
                    <a:pt x="2572712" y="3147825"/>
                  </a:lnTo>
                  <a:lnTo>
                    <a:pt x="2502222" y="3183949"/>
                  </a:lnTo>
                  <a:lnTo>
                    <a:pt x="2425358" y="3216683"/>
                  </a:lnTo>
                  <a:lnTo>
                    <a:pt x="2341927" y="3246365"/>
                  </a:lnTo>
                  <a:lnTo>
                    <a:pt x="2252151" y="3273237"/>
                  </a:lnTo>
                  <a:lnTo>
                    <a:pt x="2156840" y="3297450"/>
                  </a:lnTo>
                  <a:lnTo>
                    <a:pt x="2057533" y="3319064"/>
                  </a:lnTo>
                  <a:lnTo>
                    <a:pt x="1956603" y="3338068"/>
                  </a:lnTo>
                  <a:lnTo>
                    <a:pt x="1857233" y="3354410"/>
                  </a:lnTo>
                  <a:lnTo>
                    <a:pt x="1763215" y="3368035"/>
                  </a:lnTo>
                  <a:lnTo>
                    <a:pt x="1678534" y="3378936"/>
                  </a:lnTo>
                  <a:lnTo>
                    <a:pt x="1606770" y="3387199"/>
                  </a:lnTo>
                  <a:lnTo>
                    <a:pt x="1550457" y="3393034"/>
                  </a:lnTo>
                  <a:lnTo>
                    <a:pt x="1510550" y="3396771"/>
                  </a:lnTo>
                  <a:lnTo>
                    <a:pt x="1486158" y="3398844"/>
                  </a:lnTo>
                  <a:lnTo>
                    <a:pt x="1474571" y="3399741"/>
                  </a:lnTo>
                  <a:lnTo>
                    <a:pt x="1471387" y="3399967"/>
                  </a:lnTo>
                  <a:lnTo>
                    <a:pt x="0" y="3399967"/>
                  </a:lnTo>
                  <a:close/>
                </a:path>
              </a:pathLst>
            </a:custGeom>
            <a:solidFill>
              <a:srgbClr val="B497D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830" name="pl1830"/>
            <p:cNvSpPr/>
            <p:nvPr/>
          </p:nvSpPr>
          <p:spPr>
            <a:xfrm>
              <a:off x="4799595" y="6769656"/>
              <a:ext cx="11981298" cy="3399967"/>
            </a:xfrm>
            <a:custGeom>
              <a:avLst/>
              <a:pathLst>
                <a:path w="11981298" h="3399967">
                  <a:moveTo>
                    <a:pt x="0" y="3399967"/>
                  </a:moveTo>
                  <a:lnTo>
                    <a:pt x="1471387" y="3399967"/>
                  </a:lnTo>
                  <a:lnTo>
                    <a:pt x="1472498" y="3399890"/>
                  </a:lnTo>
                  <a:lnTo>
                    <a:pt x="1479806" y="3399346"/>
                  </a:lnTo>
                  <a:lnTo>
                    <a:pt x="1498240" y="3397842"/>
                  </a:lnTo>
                  <a:lnTo>
                    <a:pt x="1531234" y="3394880"/>
                  </a:lnTo>
                  <a:lnTo>
                    <a:pt x="1580480" y="3389998"/>
                  </a:lnTo>
                  <a:lnTo>
                    <a:pt x="1645804" y="3382816"/>
                  </a:lnTo>
                  <a:lnTo>
                    <a:pt x="1725304" y="3373070"/>
                  </a:lnTo>
                  <a:lnTo>
                    <a:pt x="1815773" y="3360624"/>
                  </a:lnTo>
                  <a:lnTo>
                    <a:pt x="1913322" y="3345450"/>
                  </a:lnTo>
                  <a:lnTo>
                    <a:pt x="2014012" y="3327587"/>
                  </a:lnTo>
                  <a:lnTo>
                    <a:pt x="2114360" y="3307095"/>
                  </a:lnTo>
                  <a:lnTo>
                    <a:pt x="2211632" y="3284006"/>
                  </a:lnTo>
                  <a:lnTo>
                    <a:pt x="2303935" y="3258294"/>
                  </a:lnTo>
                  <a:lnTo>
                    <a:pt x="2390161" y="3229849"/>
                  </a:lnTo>
                  <a:lnTo>
                    <a:pt x="2469856" y="3198468"/>
                  </a:lnTo>
                  <a:lnTo>
                    <a:pt x="2543051" y="3163854"/>
                  </a:lnTo>
                  <a:lnTo>
                    <a:pt x="2610120" y="3125618"/>
                  </a:lnTo>
                  <a:lnTo>
                    <a:pt x="2671650" y="3083295"/>
                  </a:lnTo>
                  <a:lnTo>
                    <a:pt x="2728350" y="3036358"/>
                  </a:lnTo>
                  <a:lnTo>
                    <a:pt x="2780979" y="2984261"/>
                  </a:lnTo>
                  <a:lnTo>
                    <a:pt x="2830296" y="2926502"/>
                  </a:lnTo>
                  <a:lnTo>
                    <a:pt x="2877014" y="2862718"/>
                  </a:lnTo>
                  <a:lnTo>
                    <a:pt x="2896531" y="2833306"/>
                  </a:lnTo>
                  <a:lnTo>
                    <a:pt x="2931499" y="2776453"/>
                  </a:lnTo>
                  <a:lnTo>
                    <a:pt x="2965632" y="2715720"/>
                  </a:lnTo>
                  <a:lnTo>
                    <a:pt x="2999142" y="2651026"/>
                  </a:lnTo>
                  <a:lnTo>
                    <a:pt x="3032202" y="2582346"/>
                  </a:lnTo>
                  <a:lnTo>
                    <a:pt x="3064953" y="2509713"/>
                  </a:lnTo>
                  <a:lnTo>
                    <a:pt x="3097507" y="2433228"/>
                  </a:lnTo>
                  <a:lnTo>
                    <a:pt x="3129952" y="2353057"/>
                  </a:lnTo>
                  <a:lnTo>
                    <a:pt x="3162353" y="2269440"/>
                  </a:lnTo>
                  <a:lnTo>
                    <a:pt x="3194755" y="2182686"/>
                  </a:lnTo>
                  <a:lnTo>
                    <a:pt x="3227188" y="2093175"/>
                  </a:lnTo>
                  <a:lnTo>
                    <a:pt x="3259665" y="2001349"/>
                  </a:lnTo>
                  <a:lnTo>
                    <a:pt x="3292186" y="1907704"/>
                  </a:lnTo>
                  <a:lnTo>
                    <a:pt x="3324745" y="1812785"/>
                  </a:lnTo>
                  <a:lnTo>
                    <a:pt x="3357326" y="1717165"/>
                  </a:lnTo>
                  <a:lnTo>
                    <a:pt x="3389910" y="1621438"/>
                  </a:lnTo>
                  <a:lnTo>
                    <a:pt x="3422478" y="1526200"/>
                  </a:lnTo>
                  <a:lnTo>
                    <a:pt x="3455014" y="1432033"/>
                  </a:lnTo>
                  <a:lnTo>
                    <a:pt x="3487507" y="1339495"/>
                  </a:lnTo>
                  <a:lnTo>
                    <a:pt x="3519955" y="1249099"/>
                  </a:lnTo>
                  <a:lnTo>
                    <a:pt x="3552366" y="1161309"/>
                  </a:lnTo>
                  <a:lnTo>
                    <a:pt x="3584763" y="1076527"/>
                  </a:lnTo>
                  <a:lnTo>
                    <a:pt x="3617186" y="995089"/>
                  </a:lnTo>
                  <a:lnTo>
                    <a:pt x="3649692" y="917258"/>
                  </a:lnTo>
                  <a:lnTo>
                    <a:pt x="3682361" y="843229"/>
                  </a:lnTo>
                  <a:lnTo>
                    <a:pt x="3715295" y="773123"/>
                  </a:lnTo>
                  <a:lnTo>
                    <a:pt x="3748625" y="706999"/>
                  </a:lnTo>
                  <a:lnTo>
                    <a:pt x="3782513" y="644851"/>
                  </a:lnTo>
                  <a:lnTo>
                    <a:pt x="3817154" y="586618"/>
                  </a:lnTo>
                  <a:lnTo>
                    <a:pt x="3829811" y="566661"/>
                  </a:lnTo>
                  <a:lnTo>
                    <a:pt x="3875607" y="500236"/>
                  </a:lnTo>
                  <a:lnTo>
                    <a:pt x="3923720" y="439908"/>
                  </a:lnTo>
                  <a:lnTo>
                    <a:pt x="3974829" y="385424"/>
                  </a:lnTo>
                  <a:lnTo>
                    <a:pt x="4029678" y="336327"/>
                  </a:lnTo>
                  <a:lnTo>
                    <a:pt x="4089032" y="292079"/>
                  </a:lnTo>
                  <a:lnTo>
                    <a:pt x="4153630" y="252141"/>
                  </a:lnTo>
                  <a:lnTo>
                    <a:pt x="4224121" y="216017"/>
                  </a:lnTo>
                  <a:lnTo>
                    <a:pt x="4300984" y="183283"/>
                  </a:lnTo>
                  <a:lnTo>
                    <a:pt x="4384416" y="153602"/>
                  </a:lnTo>
                  <a:lnTo>
                    <a:pt x="4474191" y="126729"/>
                  </a:lnTo>
                  <a:lnTo>
                    <a:pt x="4569502" y="102516"/>
                  </a:lnTo>
                  <a:lnTo>
                    <a:pt x="4668809" y="80902"/>
                  </a:lnTo>
                  <a:lnTo>
                    <a:pt x="4769739" y="61898"/>
                  </a:lnTo>
                  <a:lnTo>
                    <a:pt x="4869109" y="45556"/>
                  </a:lnTo>
                  <a:lnTo>
                    <a:pt x="4963127" y="31932"/>
                  </a:lnTo>
                  <a:lnTo>
                    <a:pt x="5047808" y="21030"/>
                  </a:lnTo>
                  <a:lnTo>
                    <a:pt x="5119572" y="12767"/>
                  </a:lnTo>
                  <a:lnTo>
                    <a:pt x="5175885" y="6933"/>
                  </a:lnTo>
                  <a:lnTo>
                    <a:pt x="5215792" y="3195"/>
                  </a:lnTo>
                  <a:lnTo>
                    <a:pt x="5240184" y="1122"/>
                  </a:lnTo>
                  <a:lnTo>
                    <a:pt x="5251771" y="225"/>
                  </a:lnTo>
                  <a:lnTo>
                    <a:pt x="5254863" y="6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496" y="63"/>
                  </a:lnTo>
                  <a:lnTo>
                    <a:pt x="6735080" y="513"/>
                  </a:lnTo>
                  <a:lnTo>
                    <a:pt x="6754188" y="1757"/>
                  </a:lnTo>
                  <a:lnTo>
                    <a:pt x="6788331" y="4207"/>
                  </a:lnTo>
                  <a:lnTo>
                    <a:pt x="6839184" y="8243"/>
                  </a:lnTo>
                  <a:lnTo>
                    <a:pt x="6906455" y="14173"/>
                  </a:lnTo>
                  <a:lnTo>
                    <a:pt x="6988051" y="22207"/>
                  </a:lnTo>
                  <a:lnTo>
                    <a:pt x="7080559" y="32452"/>
                  </a:lnTo>
                  <a:lnTo>
                    <a:pt x="7179905" y="44922"/>
                  </a:lnTo>
                  <a:lnTo>
                    <a:pt x="7282027" y="59581"/>
                  </a:lnTo>
                  <a:lnTo>
                    <a:pt x="7383391" y="76382"/>
                  </a:lnTo>
                  <a:lnTo>
                    <a:pt x="7481271" y="95303"/>
                  </a:lnTo>
                  <a:lnTo>
                    <a:pt x="7573828" y="116374"/>
                  </a:lnTo>
                  <a:lnTo>
                    <a:pt x="7660031" y="139699"/>
                  </a:lnTo>
                  <a:lnTo>
                    <a:pt x="7739508" y="165459"/>
                  </a:lnTo>
                  <a:lnTo>
                    <a:pt x="7812367" y="193914"/>
                  </a:lnTo>
                  <a:lnTo>
                    <a:pt x="7879052" y="225400"/>
                  </a:lnTo>
                  <a:lnTo>
                    <a:pt x="7940205" y="260315"/>
                  </a:lnTo>
                  <a:lnTo>
                    <a:pt x="7996582" y="299100"/>
                  </a:lnTo>
                  <a:lnTo>
                    <a:pt x="8048975" y="342203"/>
                  </a:lnTo>
                  <a:lnTo>
                    <a:pt x="8098165" y="390021"/>
                  </a:lnTo>
                  <a:lnTo>
                    <a:pt x="8144874" y="442800"/>
                  </a:lnTo>
                  <a:lnTo>
                    <a:pt x="8151487" y="450877"/>
                  </a:lnTo>
                  <a:lnTo>
                    <a:pt x="8189857" y="500743"/>
                  </a:lnTo>
                  <a:lnTo>
                    <a:pt x="8227245" y="554345"/>
                  </a:lnTo>
                  <a:lnTo>
                    <a:pt x="8263926" y="611760"/>
                  </a:lnTo>
                  <a:lnTo>
                    <a:pt x="8300116" y="673000"/>
                  </a:lnTo>
                  <a:lnTo>
                    <a:pt x="8335991" y="738004"/>
                  </a:lnTo>
                  <a:lnTo>
                    <a:pt x="8371683" y="806636"/>
                  </a:lnTo>
                  <a:lnTo>
                    <a:pt x="8407292" y="878680"/>
                  </a:lnTo>
                  <a:lnTo>
                    <a:pt x="8442889" y="953834"/>
                  </a:lnTo>
                  <a:lnTo>
                    <a:pt x="8478515" y="1031717"/>
                  </a:lnTo>
                  <a:lnTo>
                    <a:pt x="8514194" y="1111873"/>
                  </a:lnTo>
                  <a:lnTo>
                    <a:pt x="8549927" y="1193782"/>
                  </a:lnTo>
                  <a:lnTo>
                    <a:pt x="8585703" y="1276868"/>
                  </a:lnTo>
                  <a:lnTo>
                    <a:pt x="8621501" y="1360523"/>
                  </a:lnTo>
                  <a:lnTo>
                    <a:pt x="8657297" y="1444118"/>
                  </a:lnTo>
                  <a:lnTo>
                    <a:pt x="8693066" y="1527028"/>
                  </a:lnTo>
                  <a:lnTo>
                    <a:pt x="8728789" y="1608649"/>
                  </a:lnTo>
                  <a:lnTo>
                    <a:pt x="8764457" y="1688415"/>
                  </a:lnTo>
                  <a:lnTo>
                    <a:pt x="8800076" y="1765817"/>
                  </a:lnTo>
                  <a:lnTo>
                    <a:pt x="8835671" y="1840411"/>
                  </a:lnTo>
                  <a:lnTo>
                    <a:pt x="8871290" y="1911832"/>
                  </a:lnTo>
                  <a:lnTo>
                    <a:pt x="8907008" y="1979794"/>
                  </a:lnTo>
                  <a:lnTo>
                    <a:pt x="8942930" y="2044097"/>
                  </a:lnTo>
                  <a:lnTo>
                    <a:pt x="8979199" y="2104617"/>
                  </a:lnTo>
                  <a:lnTo>
                    <a:pt x="9015994" y="2161311"/>
                  </a:lnTo>
                  <a:lnTo>
                    <a:pt x="9053546" y="2214202"/>
                  </a:lnTo>
                  <a:lnTo>
                    <a:pt x="9084767" y="2254385"/>
                  </a:lnTo>
                  <a:lnTo>
                    <a:pt x="9131169" y="2307889"/>
                  </a:lnTo>
                  <a:lnTo>
                    <a:pt x="9179957" y="2356417"/>
                  </a:lnTo>
                  <a:lnTo>
                    <a:pt x="9231837" y="2400183"/>
                  </a:lnTo>
                  <a:lnTo>
                    <a:pt x="9287586" y="2439567"/>
                  </a:lnTo>
                  <a:lnTo>
                    <a:pt x="9347997" y="2475015"/>
                  </a:lnTo>
                  <a:lnTo>
                    <a:pt x="9413835" y="2506973"/>
                  </a:lnTo>
                  <a:lnTo>
                    <a:pt x="9485765" y="2535846"/>
                  </a:lnTo>
                  <a:lnTo>
                    <a:pt x="9564264" y="2561980"/>
                  </a:lnTo>
                  <a:lnTo>
                    <a:pt x="9649501" y="2585645"/>
                  </a:lnTo>
                  <a:lnTo>
                    <a:pt x="9741183" y="2607035"/>
                  </a:lnTo>
                  <a:lnTo>
                    <a:pt x="9838383" y="2626264"/>
                  </a:lnTo>
                  <a:lnTo>
                    <a:pt x="9939389" y="2643373"/>
                  </a:lnTo>
                  <a:lnTo>
                    <a:pt x="10041604" y="2658346"/>
                  </a:lnTo>
                  <a:lnTo>
                    <a:pt x="10141597" y="2671137"/>
                  </a:lnTo>
                  <a:lnTo>
                    <a:pt x="10235356" y="2681705"/>
                  </a:lnTo>
                  <a:lnTo>
                    <a:pt x="10318772" y="2690057"/>
                  </a:lnTo>
                  <a:lnTo>
                    <a:pt x="10388290" y="2696282"/>
                  </a:lnTo>
                  <a:lnTo>
                    <a:pt x="10441591" y="2700575"/>
                  </a:lnTo>
                  <a:lnTo>
                    <a:pt x="10478103" y="2703233"/>
                  </a:lnTo>
                  <a:lnTo>
                    <a:pt x="10499216" y="2704627"/>
                  </a:lnTo>
                  <a:lnTo>
                    <a:pt x="10508192" y="2705167"/>
                  </a:lnTo>
                  <a:lnTo>
                    <a:pt x="10509907" y="2705262"/>
                  </a:lnTo>
                  <a:lnTo>
                    <a:pt x="10509911" y="2705262"/>
                  </a:lnTo>
                  <a:lnTo>
                    <a:pt x="11981298" y="270526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31" name="pl1831"/>
            <p:cNvSpPr/>
            <p:nvPr/>
          </p:nvSpPr>
          <p:spPr>
            <a:xfrm>
              <a:off x="4799595" y="6761483"/>
              <a:ext cx="11981298" cy="3399967"/>
            </a:xfrm>
            <a:custGeom>
              <a:avLst/>
              <a:pathLst>
                <a:path w="11981298" h="3399967">
                  <a:moveTo>
                    <a:pt x="11981298" y="2705262"/>
                  </a:moveTo>
                  <a:lnTo>
                    <a:pt x="10509911" y="2705262"/>
                  </a:lnTo>
                  <a:lnTo>
                    <a:pt x="10508757" y="2705199"/>
                  </a:lnTo>
                  <a:lnTo>
                    <a:pt x="10501174" y="2704749"/>
                  </a:lnTo>
                  <a:lnTo>
                    <a:pt x="10482066" y="2703504"/>
                  </a:lnTo>
                  <a:lnTo>
                    <a:pt x="10447922" y="2701054"/>
                  </a:lnTo>
                  <a:lnTo>
                    <a:pt x="10397069" y="2697019"/>
                  </a:lnTo>
                  <a:lnTo>
                    <a:pt x="10329799" y="2691089"/>
                  </a:lnTo>
                  <a:lnTo>
                    <a:pt x="10248202" y="2683054"/>
                  </a:lnTo>
                  <a:lnTo>
                    <a:pt x="10155694" y="2672810"/>
                  </a:lnTo>
                  <a:lnTo>
                    <a:pt x="10056348" y="2660340"/>
                  </a:lnTo>
                  <a:lnTo>
                    <a:pt x="9954226" y="2645680"/>
                  </a:lnTo>
                  <a:lnTo>
                    <a:pt x="9852863" y="2628879"/>
                  </a:lnTo>
                  <a:lnTo>
                    <a:pt x="9754983" y="2609959"/>
                  </a:lnTo>
                  <a:lnTo>
                    <a:pt x="9662425" y="2588888"/>
                  </a:lnTo>
                  <a:lnTo>
                    <a:pt x="9576222" y="2565563"/>
                  </a:lnTo>
                  <a:lnTo>
                    <a:pt x="9496746" y="2539803"/>
                  </a:lnTo>
                  <a:lnTo>
                    <a:pt x="9423886" y="2511347"/>
                  </a:lnTo>
                  <a:lnTo>
                    <a:pt x="9357202" y="2479861"/>
                  </a:lnTo>
                  <a:lnTo>
                    <a:pt x="9296048" y="2444946"/>
                  </a:lnTo>
                  <a:lnTo>
                    <a:pt x="9239672" y="2406162"/>
                  </a:lnTo>
                  <a:lnTo>
                    <a:pt x="9187279" y="2363059"/>
                  </a:lnTo>
                  <a:lnTo>
                    <a:pt x="9138088" y="2315240"/>
                  </a:lnTo>
                  <a:lnTo>
                    <a:pt x="9091379" y="2262461"/>
                  </a:lnTo>
                  <a:lnTo>
                    <a:pt x="9084767" y="2254385"/>
                  </a:lnTo>
                  <a:lnTo>
                    <a:pt x="9046397" y="2204519"/>
                  </a:lnTo>
                  <a:lnTo>
                    <a:pt x="9009008" y="2150916"/>
                  </a:lnTo>
                  <a:lnTo>
                    <a:pt x="8972328" y="2093501"/>
                  </a:lnTo>
                  <a:lnTo>
                    <a:pt x="8936137" y="2032262"/>
                  </a:lnTo>
                  <a:lnTo>
                    <a:pt x="8900263" y="1967258"/>
                  </a:lnTo>
                  <a:lnTo>
                    <a:pt x="8864571" y="1898625"/>
                  </a:lnTo>
                  <a:lnTo>
                    <a:pt x="8828961" y="1826582"/>
                  </a:lnTo>
                  <a:lnTo>
                    <a:pt x="8793365" y="1751428"/>
                  </a:lnTo>
                  <a:lnTo>
                    <a:pt x="8757738" y="1673545"/>
                  </a:lnTo>
                  <a:lnTo>
                    <a:pt x="8722059" y="1593388"/>
                  </a:lnTo>
                  <a:lnTo>
                    <a:pt x="8686327" y="1511480"/>
                  </a:lnTo>
                  <a:lnTo>
                    <a:pt x="8650551" y="1428393"/>
                  </a:lnTo>
                  <a:lnTo>
                    <a:pt x="8614752" y="1344739"/>
                  </a:lnTo>
                  <a:lnTo>
                    <a:pt x="8578956" y="1261143"/>
                  </a:lnTo>
                  <a:lnTo>
                    <a:pt x="8543187" y="1178233"/>
                  </a:lnTo>
                  <a:lnTo>
                    <a:pt x="8507464" y="1096612"/>
                  </a:lnTo>
                  <a:lnTo>
                    <a:pt x="8471796" y="1016846"/>
                  </a:lnTo>
                  <a:lnTo>
                    <a:pt x="8436177" y="939445"/>
                  </a:lnTo>
                  <a:lnTo>
                    <a:pt x="8400582" y="864851"/>
                  </a:lnTo>
                  <a:lnTo>
                    <a:pt x="8364963" y="793430"/>
                  </a:lnTo>
                  <a:lnTo>
                    <a:pt x="8329245" y="725467"/>
                  </a:lnTo>
                  <a:lnTo>
                    <a:pt x="8293323" y="661165"/>
                  </a:lnTo>
                  <a:lnTo>
                    <a:pt x="8257054" y="600644"/>
                  </a:lnTo>
                  <a:lnTo>
                    <a:pt x="8220259" y="543951"/>
                  </a:lnTo>
                  <a:lnTo>
                    <a:pt x="8182708" y="491060"/>
                  </a:lnTo>
                  <a:lnTo>
                    <a:pt x="8151487" y="450877"/>
                  </a:lnTo>
                  <a:lnTo>
                    <a:pt x="8105084" y="397373"/>
                  </a:lnTo>
                  <a:lnTo>
                    <a:pt x="8056297" y="348844"/>
                  </a:lnTo>
                  <a:lnTo>
                    <a:pt x="8004416" y="305079"/>
                  </a:lnTo>
                  <a:lnTo>
                    <a:pt x="7948667" y="265695"/>
                  </a:lnTo>
                  <a:lnTo>
                    <a:pt x="7888256" y="230246"/>
                  </a:lnTo>
                  <a:lnTo>
                    <a:pt x="7822418" y="198288"/>
                  </a:lnTo>
                  <a:lnTo>
                    <a:pt x="7750488" y="169415"/>
                  </a:lnTo>
                  <a:lnTo>
                    <a:pt x="7671989" y="143282"/>
                  </a:lnTo>
                  <a:lnTo>
                    <a:pt x="7586752" y="119617"/>
                  </a:lnTo>
                  <a:lnTo>
                    <a:pt x="7495071" y="98226"/>
                  </a:lnTo>
                  <a:lnTo>
                    <a:pt x="7397870" y="78998"/>
                  </a:lnTo>
                  <a:lnTo>
                    <a:pt x="7296864" y="61889"/>
                  </a:lnTo>
                  <a:lnTo>
                    <a:pt x="7194650" y="46915"/>
                  </a:lnTo>
                  <a:lnTo>
                    <a:pt x="7094657" y="34124"/>
                  </a:lnTo>
                  <a:lnTo>
                    <a:pt x="7000897" y="23556"/>
                  </a:lnTo>
                  <a:lnTo>
                    <a:pt x="6917481" y="15205"/>
                  </a:lnTo>
                  <a:lnTo>
                    <a:pt x="6847963" y="8980"/>
                  </a:lnTo>
                  <a:lnTo>
                    <a:pt x="6794662" y="4687"/>
                  </a:lnTo>
                  <a:lnTo>
                    <a:pt x="6758151" y="2029"/>
                  </a:lnTo>
                  <a:lnTo>
                    <a:pt x="6737037" y="634"/>
                  </a:lnTo>
                  <a:lnTo>
                    <a:pt x="6728062" y="95"/>
                  </a:lnTo>
                  <a:lnTo>
                    <a:pt x="6726346" y="0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844" y="76"/>
                  </a:lnTo>
                  <a:lnTo>
                    <a:pt x="5246536" y="620"/>
                  </a:lnTo>
                  <a:lnTo>
                    <a:pt x="5228102" y="2124"/>
                  </a:lnTo>
                  <a:lnTo>
                    <a:pt x="5195108" y="5086"/>
                  </a:lnTo>
                  <a:lnTo>
                    <a:pt x="5145863" y="9968"/>
                  </a:lnTo>
                  <a:lnTo>
                    <a:pt x="5080538" y="17150"/>
                  </a:lnTo>
                  <a:lnTo>
                    <a:pt x="5001038" y="26896"/>
                  </a:lnTo>
                  <a:lnTo>
                    <a:pt x="4910569" y="39342"/>
                  </a:lnTo>
                  <a:lnTo>
                    <a:pt x="4813020" y="54516"/>
                  </a:lnTo>
                  <a:lnTo>
                    <a:pt x="4712330" y="72379"/>
                  </a:lnTo>
                  <a:lnTo>
                    <a:pt x="4611982" y="92872"/>
                  </a:lnTo>
                  <a:lnTo>
                    <a:pt x="4514710" y="115960"/>
                  </a:lnTo>
                  <a:lnTo>
                    <a:pt x="4422408" y="141673"/>
                  </a:lnTo>
                  <a:lnTo>
                    <a:pt x="4336181" y="170118"/>
                  </a:lnTo>
                  <a:lnTo>
                    <a:pt x="4256486" y="201498"/>
                  </a:lnTo>
                  <a:lnTo>
                    <a:pt x="4183291" y="236112"/>
                  </a:lnTo>
                  <a:lnTo>
                    <a:pt x="4116222" y="274348"/>
                  </a:lnTo>
                  <a:lnTo>
                    <a:pt x="4054692" y="316672"/>
                  </a:lnTo>
                  <a:lnTo>
                    <a:pt x="3997993" y="363609"/>
                  </a:lnTo>
                  <a:lnTo>
                    <a:pt x="3945364" y="415705"/>
                  </a:lnTo>
                  <a:lnTo>
                    <a:pt x="3896046" y="473465"/>
                  </a:lnTo>
                  <a:lnTo>
                    <a:pt x="3849328" y="537248"/>
                  </a:lnTo>
                  <a:lnTo>
                    <a:pt x="3829811" y="566661"/>
                  </a:lnTo>
                  <a:lnTo>
                    <a:pt x="3794843" y="623513"/>
                  </a:lnTo>
                  <a:lnTo>
                    <a:pt x="3760710" y="684246"/>
                  </a:lnTo>
                  <a:lnTo>
                    <a:pt x="3727200" y="748940"/>
                  </a:lnTo>
                  <a:lnTo>
                    <a:pt x="3694140" y="817621"/>
                  </a:lnTo>
                  <a:lnTo>
                    <a:pt x="3661389" y="890253"/>
                  </a:lnTo>
                  <a:lnTo>
                    <a:pt x="3628835" y="966739"/>
                  </a:lnTo>
                  <a:lnTo>
                    <a:pt x="3596390" y="1046909"/>
                  </a:lnTo>
                  <a:lnTo>
                    <a:pt x="3563989" y="1130526"/>
                  </a:lnTo>
                  <a:lnTo>
                    <a:pt x="3531587" y="1217280"/>
                  </a:lnTo>
                  <a:lnTo>
                    <a:pt x="3499154" y="1306791"/>
                  </a:lnTo>
                  <a:lnTo>
                    <a:pt x="3466677" y="1398617"/>
                  </a:lnTo>
                  <a:lnTo>
                    <a:pt x="3434156" y="1492262"/>
                  </a:lnTo>
                  <a:lnTo>
                    <a:pt x="3401597" y="1587182"/>
                  </a:lnTo>
                  <a:lnTo>
                    <a:pt x="3369017" y="1682801"/>
                  </a:lnTo>
                  <a:lnTo>
                    <a:pt x="3336433" y="1778528"/>
                  </a:lnTo>
                  <a:lnTo>
                    <a:pt x="3303864" y="1873767"/>
                  </a:lnTo>
                  <a:lnTo>
                    <a:pt x="3271328" y="1967933"/>
                  </a:lnTo>
                  <a:lnTo>
                    <a:pt x="3238835" y="2060472"/>
                  </a:lnTo>
                  <a:lnTo>
                    <a:pt x="3206387" y="2150868"/>
                  </a:lnTo>
                  <a:lnTo>
                    <a:pt x="3173976" y="2238657"/>
                  </a:lnTo>
                  <a:lnTo>
                    <a:pt x="3141579" y="2323439"/>
                  </a:lnTo>
                  <a:lnTo>
                    <a:pt x="3109156" y="2404877"/>
                  </a:lnTo>
                  <a:lnTo>
                    <a:pt x="3076650" y="2482708"/>
                  </a:lnTo>
                  <a:lnTo>
                    <a:pt x="3043982" y="2556738"/>
                  </a:lnTo>
                  <a:lnTo>
                    <a:pt x="3011047" y="2626843"/>
                  </a:lnTo>
                  <a:lnTo>
                    <a:pt x="2977717" y="2692967"/>
                  </a:lnTo>
                  <a:lnTo>
                    <a:pt x="2943829" y="2755115"/>
                  </a:lnTo>
                  <a:lnTo>
                    <a:pt x="2909188" y="2813348"/>
                  </a:lnTo>
                  <a:lnTo>
                    <a:pt x="2896531" y="2833306"/>
                  </a:lnTo>
                  <a:lnTo>
                    <a:pt x="2850735" y="2899730"/>
                  </a:lnTo>
                  <a:lnTo>
                    <a:pt x="2802622" y="2960059"/>
                  </a:lnTo>
                  <a:lnTo>
                    <a:pt x="2751513" y="3014542"/>
                  </a:lnTo>
                  <a:lnTo>
                    <a:pt x="2696664" y="3063639"/>
                  </a:lnTo>
                  <a:lnTo>
                    <a:pt x="2637310" y="3107887"/>
                  </a:lnTo>
                  <a:lnTo>
                    <a:pt x="2572712" y="3147825"/>
                  </a:lnTo>
                  <a:lnTo>
                    <a:pt x="2502222" y="3183949"/>
                  </a:lnTo>
                  <a:lnTo>
                    <a:pt x="2425358" y="3216683"/>
                  </a:lnTo>
                  <a:lnTo>
                    <a:pt x="2341927" y="3246365"/>
                  </a:lnTo>
                  <a:lnTo>
                    <a:pt x="2252151" y="3273237"/>
                  </a:lnTo>
                  <a:lnTo>
                    <a:pt x="2156840" y="3297450"/>
                  </a:lnTo>
                  <a:lnTo>
                    <a:pt x="2057533" y="3319064"/>
                  </a:lnTo>
                  <a:lnTo>
                    <a:pt x="1956603" y="3338068"/>
                  </a:lnTo>
                  <a:lnTo>
                    <a:pt x="1857233" y="3354410"/>
                  </a:lnTo>
                  <a:lnTo>
                    <a:pt x="1763215" y="3368035"/>
                  </a:lnTo>
                  <a:lnTo>
                    <a:pt x="1678534" y="3378936"/>
                  </a:lnTo>
                  <a:lnTo>
                    <a:pt x="1606770" y="3387199"/>
                  </a:lnTo>
                  <a:lnTo>
                    <a:pt x="1550457" y="3393034"/>
                  </a:lnTo>
                  <a:lnTo>
                    <a:pt x="1510550" y="3396771"/>
                  </a:lnTo>
                  <a:lnTo>
                    <a:pt x="1486158" y="3398844"/>
                  </a:lnTo>
                  <a:lnTo>
                    <a:pt x="1474571" y="3399741"/>
                  </a:lnTo>
                  <a:lnTo>
                    <a:pt x="1471479" y="3399961"/>
                  </a:lnTo>
                  <a:lnTo>
                    <a:pt x="1471387" y="3399967"/>
                  </a:lnTo>
                  <a:lnTo>
                    <a:pt x="0" y="339996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32" name="pg1832"/>
            <p:cNvSpPr/>
            <p:nvPr/>
          </p:nvSpPr>
          <p:spPr>
            <a:xfrm>
              <a:off x="4799595" y="4685542"/>
              <a:ext cx="11981298" cy="5941769"/>
            </a:xfrm>
            <a:custGeom>
              <a:avLst/>
              <a:pathLst>
                <a:path w="11981298" h="5941769">
                  <a:moveTo>
                    <a:pt x="0" y="5663887"/>
                  </a:moveTo>
                  <a:lnTo>
                    <a:pt x="1471387" y="5663887"/>
                  </a:lnTo>
                  <a:lnTo>
                    <a:pt x="1472624" y="5663894"/>
                  </a:lnTo>
                  <a:lnTo>
                    <a:pt x="1480740" y="5663944"/>
                  </a:lnTo>
                  <a:lnTo>
                    <a:pt x="1501146" y="5664081"/>
                  </a:lnTo>
                  <a:lnTo>
                    <a:pt x="1537499" y="5664352"/>
                  </a:lnTo>
                  <a:lnTo>
                    <a:pt x="1591419" y="5664796"/>
                  </a:lnTo>
                  <a:lnTo>
                    <a:pt x="1662372" y="5665448"/>
                  </a:lnTo>
                  <a:lnTo>
                    <a:pt x="1747896" y="5666328"/>
                  </a:lnTo>
                  <a:lnTo>
                    <a:pt x="1844171" y="5667448"/>
                  </a:lnTo>
                  <a:lnTo>
                    <a:pt x="1946781" y="5668806"/>
                  </a:lnTo>
                  <a:lnTo>
                    <a:pt x="2051448" y="5670400"/>
                  </a:lnTo>
                  <a:lnTo>
                    <a:pt x="2154557" y="5672222"/>
                  </a:lnTo>
                  <a:lnTo>
                    <a:pt x="2253425" y="5674274"/>
                  </a:lnTo>
                  <a:lnTo>
                    <a:pt x="2346325" y="5676559"/>
                  </a:lnTo>
                  <a:lnTo>
                    <a:pt x="2432381" y="5679092"/>
                  </a:lnTo>
                  <a:lnTo>
                    <a:pt x="2511377" y="5681896"/>
                  </a:lnTo>
                  <a:lnTo>
                    <a:pt x="2583571" y="5685002"/>
                  </a:lnTo>
                  <a:lnTo>
                    <a:pt x="2649532" y="5688450"/>
                  </a:lnTo>
                  <a:lnTo>
                    <a:pt x="2710006" y="5692287"/>
                  </a:lnTo>
                  <a:lnTo>
                    <a:pt x="2765829" y="5696561"/>
                  </a:lnTo>
                  <a:lnTo>
                    <a:pt x="2817851" y="5701320"/>
                  </a:lnTo>
                  <a:lnTo>
                    <a:pt x="2866887" y="5706603"/>
                  </a:lnTo>
                  <a:lnTo>
                    <a:pt x="2896531" y="5710201"/>
                  </a:lnTo>
                  <a:lnTo>
                    <a:pt x="2952237" y="5717813"/>
                  </a:lnTo>
                  <a:lnTo>
                    <a:pt x="3006121" y="5726251"/>
                  </a:lnTo>
                  <a:lnTo>
                    <a:pt x="3058918" y="5735527"/>
                  </a:lnTo>
                  <a:lnTo>
                    <a:pt x="3111152" y="5745618"/>
                  </a:lnTo>
                  <a:lnTo>
                    <a:pt x="3163173" y="5756463"/>
                  </a:lnTo>
                  <a:lnTo>
                    <a:pt x="3215196" y="5767964"/>
                  </a:lnTo>
                  <a:lnTo>
                    <a:pt x="3267319" y="5779988"/>
                  </a:lnTo>
                  <a:lnTo>
                    <a:pt x="3319551" y="5792367"/>
                  </a:lnTo>
                  <a:lnTo>
                    <a:pt x="3371846" y="5804912"/>
                  </a:lnTo>
                  <a:lnTo>
                    <a:pt x="3424127" y="5817424"/>
                  </a:lnTo>
                  <a:lnTo>
                    <a:pt x="3476326" y="5829705"/>
                  </a:lnTo>
                  <a:lnTo>
                    <a:pt x="3528411" y="5841573"/>
                  </a:lnTo>
                  <a:lnTo>
                    <a:pt x="3580417" y="5852870"/>
                  </a:lnTo>
                  <a:lnTo>
                    <a:pt x="3632479" y="5863473"/>
                  </a:lnTo>
                  <a:lnTo>
                    <a:pt x="3684853" y="5873298"/>
                  </a:lnTo>
                  <a:lnTo>
                    <a:pt x="3737943" y="5882297"/>
                  </a:lnTo>
                  <a:lnTo>
                    <a:pt x="3792338" y="5890459"/>
                  </a:lnTo>
                  <a:lnTo>
                    <a:pt x="3829811" y="5895456"/>
                  </a:lnTo>
                  <a:lnTo>
                    <a:pt x="3877347" y="5901076"/>
                  </a:lnTo>
                  <a:lnTo>
                    <a:pt x="3927401" y="5906162"/>
                  </a:lnTo>
                  <a:lnTo>
                    <a:pt x="3980735" y="5910736"/>
                  </a:lnTo>
                  <a:lnTo>
                    <a:pt x="4038183" y="5914842"/>
                  </a:lnTo>
                  <a:lnTo>
                    <a:pt x="4100599" y="5918528"/>
                  </a:lnTo>
                  <a:lnTo>
                    <a:pt x="4168792" y="5921844"/>
                  </a:lnTo>
                  <a:lnTo>
                    <a:pt x="4243457" y="5924834"/>
                  </a:lnTo>
                  <a:lnTo>
                    <a:pt x="4325063" y="5927534"/>
                  </a:lnTo>
                  <a:lnTo>
                    <a:pt x="4413715" y="5929973"/>
                  </a:lnTo>
                  <a:lnTo>
                    <a:pt x="4508973" y="5932171"/>
                  </a:lnTo>
                  <a:lnTo>
                    <a:pt x="4609665" y="5934137"/>
                  </a:lnTo>
                  <a:lnTo>
                    <a:pt x="4713718" y="5935875"/>
                  </a:lnTo>
                  <a:lnTo>
                    <a:pt x="4818087" y="5937382"/>
                  </a:lnTo>
                  <a:lnTo>
                    <a:pt x="4918867" y="5938652"/>
                  </a:lnTo>
                  <a:lnTo>
                    <a:pt x="5011654" y="5939683"/>
                  </a:lnTo>
                  <a:lnTo>
                    <a:pt x="5092161" y="5940476"/>
                  </a:lnTo>
                  <a:lnTo>
                    <a:pt x="5156990" y="5941048"/>
                  </a:lnTo>
                  <a:lnTo>
                    <a:pt x="5204340" y="5941424"/>
                  </a:lnTo>
                  <a:lnTo>
                    <a:pt x="5234474" y="5941639"/>
                  </a:lnTo>
                  <a:lnTo>
                    <a:pt x="5249794" y="5941739"/>
                  </a:lnTo>
                  <a:lnTo>
                    <a:pt x="5254641" y="5941768"/>
                  </a:lnTo>
                  <a:lnTo>
                    <a:pt x="5254955" y="5941769"/>
                  </a:lnTo>
                  <a:lnTo>
                    <a:pt x="6726343" y="5941769"/>
                  </a:lnTo>
                  <a:lnTo>
                    <a:pt x="6727164" y="5941671"/>
                  </a:lnTo>
                  <a:lnTo>
                    <a:pt x="6732596" y="5940976"/>
                  </a:lnTo>
                  <a:lnTo>
                    <a:pt x="6746417" y="5939054"/>
                  </a:lnTo>
                  <a:lnTo>
                    <a:pt x="6771435" y="5935265"/>
                  </a:lnTo>
                  <a:lnTo>
                    <a:pt x="6809354" y="5928992"/>
                  </a:lnTo>
                  <a:lnTo>
                    <a:pt x="6860649" y="5919692"/>
                  </a:lnTo>
                  <a:lnTo>
                    <a:pt x="6924573" y="5906943"/>
                  </a:lnTo>
                  <a:lnTo>
                    <a:pt x="6999320" y="5890467"/>
                  </a:lnTo>
                  <a:lnTo>
                    <a:pt x="7082341" y="5870130"/>
                  </a:lnTo>
                  <a:lnTo>
                    <a:pt x="7170728" y="5845917"/>
                  </a:lnTo>
                  <a:lnTo>
                    <a:pt x="7261592" y="5817884"/>
                  </a:lnTo>
                  <a:lnTo>
                    <a:pt x="7352356" y="5786109"/>
                  </a:lnTo>
                  <a:lnTo>
                    <a:pt x="7440935" y="5750642"/>
                  </a:lnTo>
                  <a:lnTo>
                    <a:pt x="7525804" y="5711469"/>
                  </a:lnTo>
                  <a:lnTo>
                    <a:pt x="7605977" y="5668484"/>
                  </a:lnTo>
                  <a:lnTo>
                    <a:pt x="7680938" y="5621480"/>
                  </a:lnTo>
                  <a:lnTo>
                    <a:pt x="7750544" y="5570136"/>
                  </a:lnTo>
                  <a:lnTo>
                    <a:pt x="7814931" y="5514024"/>
                  </a:lnTo>
                  <a:lnTo>
                    <a:pt x="7874430" y="5452614"/>
                  </a:lnTo>
                  <a:lnTo>
                    <a:pt x="7929497" y="5385288"/>
                  </a:lnTo>
                  <a:lnTo>
                    <a:pt x="7980659" y="5311369"/>
                  </a:lnTo>
                  <a:lnTo>
                    <a:pt x="8028476" y="5230152"/>
                  </a:lnTo>
                  <a:lnTo>
                    <a:pt x="8073507" y="5140980"/>
                  </a:lnTo>
                  <a:lnTo>
                    <a:pt x="8116287" y="5043335"/>
                  </a:lnTo>
                  <a:lnTo>
                    <a:pt x="8151487" y="4952836"/>
                  </a:lnTo>
                  <a:lnTo>
                    <a:pt x="8178724" y="4876364"/>
                  </a:lnTo>
                  <a:lnTo>
                    <a:pt x="8205426" y="4795831"/>
                  </a:lnTo>
                  <a:lnTo>
                    <a:pt x="8231700" y="4711158"/>
                  </a:lnTo>
                  <a:lnTo>
                    <a:pt x="8257635" y="4622298"/>
                  </a:lnTo>
                  <a:lnTo>
                    <a:pt x="8283309" y="4529242"/>
                  </a:lnTo>
                  <a:lnTo>
                    <a:pt x="8308788" y="4432016"/>
                  </a:lnTo>
                  <a:lnTo>
                    <a:pt x="8334128" y="4330688"/>
                  </a:lnTo>
                  <a:lnTo>
                    <a:pt x="8359375" y="4225371"/>
                  </a:lnTo>
                  <a:lnTo>
                    <a:pt x="8384565" y="4116219"/>
                  </a:lnTo>
                  <a:lnTo>
                    <a:pt x="8409729" y="4003435"/>
                  </a:lnTo>
                  <a:lnTo>
                    <a:pt x="8434889" y="3887263"/>
                  </a:lnTo>
                  <a:lnTo>
                    <a:pt x="8460061" y="3767996"/>
                  </a:lnTo>
                  <a:lnTo>
                    <a:pt x="8485255" y="3645966"/>
                  </a:lnTo>
                  <a:lnTo>
                    <a:pt x="8510476" y="3521545"/>
                  </a:lnTo>
                  <a:lnTo>
                    <a:pt x="8535725" y="3395139"/>
                  </a:lnTo>
                  <a:lnTo>
                    <a:pt x="8560998" y="3267184"/>
                  </a:lnTo>
                  <a:lnTo>
                    <a:pt x="8586290" y="3138140"/>
                  </a:lnTo>
                  <a:lnTo>
                    <a:pt x="8611593" y="3008484"/>
                  </a:lnTo>
                  <a:lnTo>
                    <a:pt x="8636899" y="2878703"/>
                  </a:lnTo>
                  <a:lnTo>
                    <a:pt x="8662198" y="2749283"/>
                  </a:lnTo>
                  <a:lnTo>
                    <a:pt x="8687482" y="2620707"/>
                  </a:lnTo>
                  <a:lnTo>
                    <a:pt x="8712744" y="2493445"/>
                  </a:lnTo>
                  <a:lnTo>
                    <a:pt x="8737979" y="2367946"/>
                  </a:lnTo>
                  <a:lnTo>
                    <a:pt x="8763186" y="2244633"/>
                  </a:lnTo>
                  <a:lnTo>
                    <a:pt x="8788369" y="2123895"/>
                  </a:lnTo>
                  <a:lnTo>
                    <a:pt x="8813533" y="2006086"/>
                  </a:lnTo>
                  <a:lnTo>
                    <a:pt x="8838693" y="1891519"/>
                  </a:lnTo>
                  <a:lnTo>
                    <a:pt x="8863867" y="1780463"/>
                  </a:lnTo>
                  <a:lnTo>
                    <a:pt x="8889080" y="1673144"/>
                  </a:lnTo>
                  <a:lnTo>
                    <a:pt x="8914367" y="1569739"/>
                  </a:lnTo>
                  <a:lnTo>
                    <a:pt x="8939768" y="1470384"/>
                  </a:lnTo>
                  <a:lnTo>
                    <a:pt x="8965334" y="1375169"/>
                  </a:lnTo>
                  <a:lnTo>
                    <a:pt x="8991125" y="1284142"/>
                  </a:lnTo>
                  <a:lnTo>
                    <a:pt x="9017213" y="1197311"/>
                  </a:lnTo>
                  <a:lnTo>
                    <a:pt x="9043682" y="1114648"/>
                  </a:lnTo>
                  <a:lnTo>
                    <a:pt x="9070629" y="1036090"/>
                  </a:lnTo>
                  <a:lnTo>
                    <a:pt x="9084767" y="997105"/>
                  </a:lnTo>
                  <a:lnTo>
                    <a:pt x="9126004" y="892018"/>
                  </a:lnTo>
                  <a:lnTo>
                    <a:pt x="9169077" y="795615"/>
                  </a:lnTo>
                  <a:lnTo>
                    <a:pt x="9214475" y="707624"/>
                  </a:lnTo>
                  <a:lnTo>
                    <a:pt x="9262739" y="627501"/>
                  </a:lnTo>
                  <a:lnTo>
                    <a:pt x="9314429" y="554574"/>
                  </a:lnTo>
                  <a:lnTo>
                    <a:pt x="9370102" y="488140"/>
                  </a:lnTo>
                  <a:lnTo>
                    <a:pt x="9430279" y="427529"/>
                  </a:lnTo>
                  <a:lnTo>
                    <a:pt x="9495401" y="372133"/>
                  </a:lnTo>
                  <a:lnTo>
                    <a:pt x="9565774" y="321438"/>
                  </a:lnTo>
                  <a:lnTo>
                    <a:pt x="9641502" y="275029"/>
                  </a:lnTo>
                  <a:lnTo>
                    <a:pt x="9722393" y="232604"/>
                  </a:lnTo>
                  <a:lnTo>
                    <a:pt x="9807869" y="193968"/>
                  </a:lnTo>
                  <a:lnTo>
                    <a:pt x="9896870" y="159031"/>
                  </a:lnTo>
                  <a:lnTo>
                    <a:pt x="9987789" y="127790"/>
                  </a:lnTo>
                  <a:lnTo>
                    <a:pt x="10078465" y="100302"/>
                  </a:lnTo>
                  <a:lnTo>
                    <a:pt x="10166262" y="76645"/>
                  </a:lnTo>
                  <a:lnTo>
                    <a:pt x="10248267" y="56867"/>
                  </a:lnTo>
                  <a:lnTo>
                    <a:pt x="10321600" y="40939"/>
                  </a:lnTo>
                  <a:lnTo>
                    <a:pt x="10383795" y="28707"/>
                  </a:lnTo>
                  <a:lnTo>
                    <a:pt x="10433184" y="19872"/>
                  </a:lnTo>
                  <a:lnTo>
                    <a:pt x="10469187" y="13992"/>
                  </a:lnTo>
                  <a:lnTo>
                    <a:pt x="10492461" y="10511"/>
                  </a:lnTo>
                  <a:lnTo>
                    <a:pt x="10504877" y="8805"/>
                  </a:lnTo>
                  <a:lnTo>
                    <a:pt x="10509392" y="8234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9090" y="97"/>
                  </a:lnTo>
                  <a:lnTo>
                    <a:pt x="10503657" y="793"/>
                  </a:lnTo>
                  <a:lnTo>
                    <a:pt x="10489837" y="2715"/>
                  </a:lnTo>
                  <a:lnTo>
                    <a:pt x="10464818" y="6504"/>
                  </a:lnTo>
                  <a:lnTo>
                    <a:pt x="10426899" y="12777"/>
                  </a:lnTo>
                  <a:lnTo>
                    <a:pt x="10375604" y="22077"/>
                  </a:lnTo>
                  <a:lnTo>
                    <a:pt x="10311680" y="34826"/>
                  </a:lnTo>
                  <a:lnTo>
                    <a:pt x="10236933" y="51302"/>
                  </a:lnTo>
                  <a:lnTo>
                    <a:pt x="10153912" y="71639"/>
                  </a:lnTo>
                  <a:lnTo>
                    <a:pt x="10065526" y="95851"/>
                  </a:lnTo>
                  <a:lnTo>
                    <a:pt x="9974662" y="123884"/>
                  </a:lnTo>
                  <a:lnTo>
                    <a:pt x="9883898" y="155660"/>
                  </a:lnTo>
                  <a:lnTo>
                    <a:pt x="9795318" y="191127"/>
                  </a:lnTo>
                  <a:lnTo>
                    <a:pt x="9710449" y="230300"/>
                  </a:lnTo>
                  <a:lnTo>
                    <a:pt x="9630276" y="273284"/>
                  </a:lnTo>
                  <a:lnTo>
                    <a:pt x="9555315" y="320289"/>
                  </a:lnTo>
                  <a:lnTo>
                    <a:pt x="9485709" y="371633"/>
                  </a:lnTo>
                  <a:lnTo>
                    <a:pt x="9421322" y="427745"/>
                  </a:lnTo>
                  <a:lnTo>
                    <a:pt x="9361823" y="489155"/>
                  </a:lnTo>
                  <a:lnTo>
                    <a:pt x="9306756" y="556480"/>
                  </a:lnTo>
                  <a:lnTo>
                    <a:pt x="9255594" y="630400"/>
                  </a:lnTo>
                  <a:lnTo>
                    <a:pt x="9207777" y="711617"/>
                  </a:lnTo>
                  <a:lnTo>
                    <a:pt x="9162746" y="800789"/>
                  </a:lnTo>
                  <a:lnTo>
                    <a:pt x="9119966" y="898434"/>
                  </a:lnTo>
                  <a:lnTo>
                    <a:pt x="9084767" y="988932"/>
                  </a:lnTo>
                  <a:lnTo>
                    <a:pt x="9057530" y="1065404"/>
                  </a:lnTo>
                  <a:lnTo>
                    <a:pt x="9030827" y="1145938"/>
                  </a:lnTo>
                  <a:lnTo>
                    <a:pt x="9004554" y="1230611"/>
                  </a:lnTo>
                  <a:lnTo>
                    <a:pt x="8978619" y="1319470"/>
                  </a:lnTo>
                  <a:lnTo>
                    <a:pt x="8952944" y="1412527"/>
                  </a:lnTo>
                  <a:lnTo>
                    <a:pt x="8927465" y="1509753"/>
                  </a:lnTo>
                  <a:lnTo>
                    <a:pt x="8902125" y="1611080"/>
                  </a:lnTo>
                  <a:lnTo>
                    <a:pt x="8876878" y="1716398"/>
                  </a:lnTo>
                  <a:lnTo>
                    <a:pt x="8851688" y="1825550"/>
                  </a:lnTo>
                  <a:lnTo>
                    <a:pt x="8826524" y="1938334"/>
                  </a:lnTo>
                  <a:lnTo>
                    <a:pt x="8801364" y="2054505"/>
                  </a:lnTo>
                  <a:lnTo>
                    <a:pt x="8776192" y="2173773"/>
                  </a:lnTo>
                  <a:lnTo>
                    <a:pt x="8750998" y="2295803"/>
                  </a:lnTo>
                  <a:lnTo>
                    <a:pt x="8725777" y="2420224"/>
                  </a:lnTo>
                  <a:lnTo>
                    <a:pt x="8700529" y="2546630"/>
                  </a:lnTo>
                  <a:lnTo>
                    <a:pt x="8675255" y="2674585"/>
                  </a:lnTo>
                  <a:lnTo>
                    <a:pt x="8649963" y="2803629"/>
                  </a:lnTo>
                  <a:lnTo>
                    <a:pt x="8624660" y="2933284"/>
                  </a:lnTo>
                  <a:lnTo>
                    <a:pt x="8599354" y="3063066"/>
                  </a:lnTo>
                  <a:lnTo>
                    <a:pt x="8574055" y="3192486"/>
                  </a:lnTo>
                  <a:lnTo>
                    <a:pt x="8548771" y="3321062"/>
                  </a:lnTo>
                  <a:lnTo>
                    <a:pt x="8523510" y="3448324"/>
                  </a:lnTo>
                  <a:lnTo>
                    <a:pt x="8498274" y="3573823"/>
                  </a:lnTo>
                  <a:lnTo>
                    <a:pt x="8473067" y="3697136"/>
                  </a:lnTo>
                  <a:lnTo>
                    <a:pt x="8447884" y="3817874"/>
                  </a:lnTo>
                  <a:lnTo>
                    <a:pt x="8422720" y="3935683"/>
                  </a:lnTo>
                  <a:lnTo>
                    <a:pt x="8397560" y="4050250"/>
                  </a:lnTo>
                  <a:lnTo>
                    <a:pt x="8372387" y="4161305"/>
                  </a:lnTo>
                  <a:lnTo>
                    <a:pt x="8347173" y="4268625"/>
                  </a:lnTo>
                  <a:lnTo>
                    <a:pt x="8321887" y="4372029"/>
                  </a:lnTo>
                  <a:lnTo>
                    <a:pt x="8296486" y="4471384"/>
                  </a:lnTo>
                  <a:lnTo>
                    <a:pt x="8270920" y="4566600"/>
                  </a:lnTo>
                  <a:lnTo>
                    <a:pt x="8245128" y="4657627"/>
                  </a:lnTo>
                  <a:lnTo>
                    <a:pt x="8219040" y="4744458"/>
                  </a:lnTo>
                  <a:lnTo>
                    <a:pt x="8192571" y="4827121"/>
                  </a:lnTo>
                  <a:lnTo>
                    <a:pt x="8165624" y="4905679"/>
                  </a:lnTo>
                  <a:lnTo>
                    <a:pt x="8151487" y="4944663"/>
                  </a:lnTo>
                  <a:lnTo>
                    <a:pt x="8110249" y="5049751"/>
                  </a:lnTo>
                  <a:lnTo>
                    <a:pt x="8067176" y="5146153"/>
                  </a:lnTo>
                  <a:lnTo>
                    <a:pt x="8021778" y="5234144"/>
                  </a:lnTo>
                  <a:lnTo>
                    <a:pt x="7973515" y="5314268"/>
                  </a:lnTo>
                  <a:lnTo>
                    <a:pt x="7921825" y="5387195"/>
                  </a:lnTo>
                  <a:lnTo>
                    <a:pt x="7866151" y="5453628"/>
                  </a:lnTo>
                  <a:lnTo>
                    <a:pt x="7805974" y="5514240"/>
                  </a:lnTo>
                  <a:lnTo>
                    <a:pt x="7740853" y="5569636"/>
                  </a:lnTo>
                  <a:lnTo>
                    <a:pt x="7670479" y="5620331"/>
                  </a:lnTo>
                  <a:lnTo>
                    <a:pt x="7594752" y="5666740"/>
                  </a:lnTo>
                  <a:lnTo>
                    <a:pt x="7513861" y="5709165"/>
                  </a:lnTo>
                  <a:lnTo>
                    <a:pt x="7428385" y="5747801"/>
                  </a:lnTo>
                  <a:lnTo>
                    <a:pt x="7339384" y="5782738"/>
                  </a:lnTo>
                  <a:lnTo>
                    <a:pt x="7248464" y="5813978"/>
                  </a:lnTo>
                  <a:lnTo>
                    <a:pt x="7157788" y="5841466"/>
                  </a:lnTo>
                  <a:lnTo>
                    <a:pt x="7069991" y="5865124"/>
                  </a:lnTo>
                  <a:lnTo>
                    <a:pt x="6987986" y="5884901"/>
                  </a:lnTo>
                  <a:lnTo>
                    <a:pt x="6914653" y="5900830"/>
                  </a:lnTo>
                  <a:lnTo>
                    <a:pt x="6852458" y="5913062"/>
                  </a:lnTo>
                  <a:lnTo>
                    <a:pt x="6803070" y="5921897"/>
                  </a:lnTo>
                  <a:lnTo>
                    <a:pt x="6767066" y="5927777"/>
                  </a:lnTo>
                  <a:lnTo>
                    <a:pt x="6743792" y="5931258"/>
                  </a:lnTo>
                  <a:lnTo>
                    <a:pt x="6731376" y="5932963"/>
                  </a:lnTo>
                  <a:lnTo>
                    <a:pt x="6726861" y="5933535"/>
                  </a:lnTo>
                  <a:lnTo>
                    <a:pt x="6726343" y="5933596"/>
                  </a:lnTo>
                  <a:lnTo>
                    <a:pt x="5254955" y="5933596"/>
                  </a:lnTo>
                  <a:lnTo>
                    <a:pt x="5253718" y="5933589"/>
                  </a:lnTo>
                  <a:lnTo>
                    <a:pt x="5245602" y="5933540"/>
                  </a:lnTo>
                  <a:lnTo>
                    <a:pt x="5225196" y="5933402"/>
                  </a:lnTo>
                  <a:lnTo>
                    <a:pt x="5188844" y="5933132"/>
                  </a:lnTo>
                  <a:lnTo>
                    <a:pt x="5134923" y="5932688"/>
                  </a:lnTo>
                  <a:lnTo>
                    <a:pt x="5063970" y="5932036"/>
                  </a:lnTo>
                  <a:lnTo>
                    <a:pt x="4978446" y="5931155"/>
                  </a:lnTo>
                  <a:lnTo>
                    <a:pt x="4882171" y="5930036"/>
                  </a:lnTo>
                  <a:lnTo>
                    <a:pt x="4779561" y="5928677"/>
                  </a:lnTo>
                  <a:lnTo>
                    <a:pt x="4674894" y="5927084"/>
                  </a:lnTo>
                  <a:lnTo>
                    <a:pt x="4571785" y="5925261"/>
                  </a:lnTo>
                  <a:lnTo>
                    <a:pt x="4472918" y="5923210"/>
                  </a:lnTo>
                  <a:lnTo>
                    <a:pt x="4380017" y="5920925"/>
                  </a:lnTo>
                  <a:lnTo>
                    <a:pt x="4293961" y="5918391"/>
                  </a:lnTo>
                  <a:lnTo>
                    <a:pt x="4214965" y="5915588"/>
                  </a:lnTo>
                  <a:lnTo>
                    <a:pt x="4142771" y="5912481"/>
                  </a:lnTo>
                  <a:lnTo>
                    <a:pt x="4076810" y="5909033"/>
                  </a:lnTo>
                  <a:lnTo>
                    <a:pt x="4016336" y="5905197"/>
                  </a:lnTo>
                  <a:lnTo>
                    <a:pt x="3960514" y="5900923"/>
                  </a:lnTo>
                  <a:lnTo>
                    <a:pt x="3908491" y="5896164"/>
                  </a:lnTo>
                  <a:lnTo>
                    <a:pt x="3859455" y="5890881"/>
                  </a:lnTo>
                  <a:lnTo>
                    <a:pt x="3829811" y="5887283"/>
                  </a:lnTo>
                  <a:lnTo>
                    <a:pt x="3774105" y="5879671"/>
                  </a:lnTo>
                  <a:lnTo>
                    <a:pt x="3720221" y="5871232"/>
                  </a:lnTo>
                  <a:lnTo>
                    <a:pt x="3667424" y="5861956"/>
                  </a:lnTo>
                  <a:lnTo>
                    <a:pt x="3615191" y="5851866"/>
                  </a:lnTo>
                  <a:lnTo>
                    <a:pt x="3563169" y="5841021"/>
                  </a:lnTo>
                  <a:lnTo>
                    <a:pt x="3511146" y="5829519"/>
                  </a:lnTo>
                  <a:lnTo>
                    <a:pt x="3459023" y="5817496"/>
                  </a:lnTo>
                  <a:lnTo>
                    <a:pt x="3406791" y="5805117"/>
                  </a:lnTo>
                  <a:lnTo>
                    <a:pt x="3354496" y="5792571"/>
                  </a:lnTo>
                  <a:lnTo>
                    <a:pt x="3302215" y="5780059"/>
                  </a:lnTo>
                  <a:lnTo>
                    <a:pt x="3250016" y="5767778"/>
                  </a:lnTo>
                  <a:lnTo>
                    <a:pt x="3197931" y="5755911"/>
                  </a:lnTo>
                  <a:lnTo>
                    <a:pt x="3145925" y="5744614"/>
                  </a:lnTo>
                  <a:lnTo>
                    <a:pt x="3093863" y="5734010"/>
                  </a:lnTo>
                  <a:lnTo>
                    <a:pt x="3041489" y="5724185"/>
                  </a:lnTo>
                  <a:lnTo>
                    <a:pt x="2988399" y="5715186"/>
                  </a:lnTo>
                  <a:lnTo>
                    <a:pt x="2934004" y="5707024"/>
                  </a:lnTo>
                  <a:lnTo>
                    <a:pt x="2896531" y="5702028"/>
                  </a:lnTo>
                  <a:lnTo>
                    <a:pt x="2848995" y="5696407"/>
                  </a:lnTo>
                  <a:lnTo>
                    <a:pt x="2798941" y="5691322"/>
                  </a:lnTo>
                  <a:lnTo>
                    <a:pt x="2745607" y="5686748"/>
                  </a:lnTo>
                  <a:lnTo>
                    <a:pt x="2688159" y="5682642"/>
                  </a:lnTo>
                  <a:lnTo>
                    <a:pt x="2625744" y="5678955"/>
                  </a:lnTo>
                  <a:lnTo>
                    <a:pt x="2557550" y="5675639"/>
                  </a:lnTo>
                  <a:lnTo>
                    <a:pt x="2482885" y="5672649"/>
                  </a:lnTo>
                  <a:lnTo>
                    <a:pt x="2401279" y="5669949"/>
                  </a:lnTo>
                  <a:lnTo>
                    <a:pt x="2312627" y="5667510"/>
                  </a:lnTo>
                  <a:lnTo>
                    <a:pt x="2217369" y="5665313"/>
                  </a:lnTo>
                  <a:lnTo>
                    <a:pt x="2116677" y="5663347"/>
                  </a:lnTo>
                  <a:lnTo>
                    <a:pt x="2012624" y="5661608"/>
                  </a:lnTo>
                  <a:lnTo>
                    <a:pt x="1908255" y="5660102"/>
                  </a:lnTo>
                  <a:lnTo>
                    <a:pt x="1807475" y="5658831"/>
                  </a:lnTo>
                  <a:lnTo>
                    <a:pt x="1714688" y="5657801"/>
                  </a:lnTo>
                  <a:lnTo>
                    <a:pt x="1634181" y="5657007"/>
                  </a:lnTo>
                  <a:lnTo>
                    <a:pt x="1569353" y="5656435"/>
                  </a:lnTo>
                  <a:lnTo>
                    <a:pt x="1522002" y="5656060"/>
                  </a:lnTo>
                  <a:lnTo>
                    <a:pt x="1491868" y="5655844"/>
                  </a:lnTo>
                  <a:lnTo>
                    <a:pt x="1476548" y="5655745"/>
                  </a:lnTo>
                  <a:lnTo>
                    <a:pt x="1471701" y="5655716"/>
                  </a:lnTo>
                  <a:lnTo>
                    <a:pt x="1471387" y="5655714"/>
                  </a:lnTo>
                  <a:lnTo>
                    <a:pt x="0" y="5655714"/>
                  </a:lnTo>
                  <a:close/>
                </a:path>
              </a:pathLst>
            </a:custGeom>
            <a:solidFill>
              <a:srgbClr val="6FA8DC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833" name="pl1833"/>
            <p:cNvSpPr/>
            <p:nvPr/>
          </p:nvSpPr>
          <p:spPr>
            <a:xfrm>
              <a:off x="4799595" y="4693715"/>
              <a:ext cx="11981298" cy="5933596"/>
            </a:xfrm>
            <a:custGeom>
              <a:avLst/>
              <a:pathLst>
                <a:path w="11981298" h="5933596">
                  <a:moveTo>
                    <a:pt x="0" y="5655714"/>
                  </a:moveTo>
                  <a:lnTo>
                    <a:pt x="1471387" y="5655714"/>
                  </a:lnTo>
                  <a:lnTo>
                    <a:pt x="1472624" y="5655721"/>
                  </a:lnTo>
                  <a:lnTo>
                    <a:pt x="1480740" y="5655771"/>
                  </a:lnTo>
                  <a:lnTo>
                    <a:pt x="1501146" y="5655908"/>
                  </a:lnTo>
                  <a:lnTo>
                    <a:pt x="1537499" y="5656179"/>
                  </a:lnTo>
                  <a:lnTo>
                    <a:pt x="1591419" y="5656623"/>
                  </a:lnTo>
                  <a:lnTo>
                    <a:pt x="1662372" y="5657275"/>
                  </a:lnTo>
                  <a:lnTo>
                    <a:pt x="1747896" y="5658155"/>
                  </a:lnTo>
                  <a:lnTo>
                    <a:pt x="1844171" y="5659275"/>
                  </a:lnTo>
                  <a:lnTo>
                    <a:pt x="1946781" y="5660633"/>
                  </a:lnTo>
                  <a:lnTo>
                    <a:pt x="2051448" y="5662227"/>
                  </a:lnTo>
                  <a:lnTo>
                    <a:pt x="2154557" y="5664049"/>
                  </a:lnTo>
                  <a:lnTo>
                    <a:pt x="2253425" y="5666101"/>
                  </a:lnTo>
                  <a:lnTo>
                    <a:pt x="2346325" y="5668386"/>
                  </a:lnTo>
                  <a:lnTo>
                    <a:pt x="2432381" y="5670919"/>
                  </a:lnTo>
                  <a:lnTo>
                    <a:pt x="2511377" y="5673723"/>
                  </a:lnTo>
                  <a:lnTo>
                    <a:pt x="2583571" y="5676829"/>
                  </a:lnTo>
                  <a:lnTo>
                    <a:pt x="2649532" y="5680277"/>
                  </a:lnTo>
                  <a:lnTo>
                    <a:pt x="2710006" y="5684114"/>
                  </a:lnTo>
                  <a:lnTo>
                    <a:pt x="2765829" y="5688388"/>
                  </a:lnTo>
                  <a:lnTo>
                    <a:pt x="2817851" y="5693147"/>
                  </a:lnTo>
                  <a:lnTo>
                    <a:pt x="2866887" y="5698430"/>
                  </a:lnTo>
                  <a:lnTo>
                    <a:pt x="2896531" y="5702028"/>
                  </a:lnTo>
                  <a:lnTo>
                    <a:pt x="2952237" y="5709640"/>
                  </a:lnTo>
                  <a:lnTo>
                    <a:pt x="3006121" y="5718078"/>
                  </a:lnTo>
                  <a:lnTo>
                    <a:pt x="3058918" y="5727354"/>
                  </a:lnTo>
                  <a:lnTo>
                    <a:pt x="3111152" y="5737445"/>
                  </a:lnTo>
                  <a:lnTo>
                    <a:pt x="3163173" y="5748290"/>
                  </a:lnTo>
                  <a:lnTo>
                    <a:pt x="3215196" y="5759791"/>
                  </a:lnTo>
                  <a:lnTo>
                    <a:pt x="3267319" y="5771815"/>
                  </a:lnTo>
                  <a:lnTo>
                    <a:pt x="3319551" y="5784194"/>
                  </a:lnTo>
                  <a:lnTo>
                    <a:pt x="3371846" y="5796739"/>
                  </a:lnTo>
                  <a:lnTo>
                    <a:pt x="3424127" y="5809251"/>
                  </a:lnTo>
                  <a:lnTo>
                    <a:pt x="3476326" y="5821532"/>
                  </a:lnTo>
                  <a:lnTo>
                    <a:pt x="3528411" y="5833400"/>
                  </a:lnTo>
                  <a:lnTo>
                    <a:pt x="3580417" y="5844697"/>
                  </a:lnTo>
                  <a:lnTo>
                    <a:pt x="3632479" y="5855300"/>
                  </a:lnTo>
                  <a:lnTo>
                    <a:pt x="3684853" y="5865125"/>
                  </a:lnTo>
                  <a:lnTo>
                    <a:pt x="3737943" y="5874124"/>
                  </a:lnTo>
                  <a:lnTo>
                    <a:pt x="3792338" y="5882286"/>
                  </a:lnTo>
                  <a:lnTo>
                    <a:pt x="3829811" y="5887283"/>
                  </a:lnTo>
                  <a:lnTo>
                    <a:pt x="3877347" y="5892903"/>
                  </a:lnTo>
                  <a:lnTo>
                    <a:pt x="3927401" y="5897989"/>
                  </a:lnTo>
                  <a:lnTo>
                    <a:pt x="3980735" y="5902563"/>
                  </a:lnTo>
                  <a:lnTo>
                    <a:pt x="4038183" y="5906669"/>
                  </a:lnTo>
                  <a:lnTo>
                    <a:pt x="4100599" y="5910355"/>
                  </a:lnTo>
                  <a:lnTo>
                    <a:pt x="4168792" y="5913671"/>
                  </a:lnTo>
                  <a:lnTo>
                    <a:pt x="4243457" y="5916661"/>
                  </a:lnTo>
                  <a:lnTo>
                    <a:pt x="4325063" y="5919361"/>
                  </a:lnTo>
                  <a:lnTo>
                    <a:pt x="4413715" y="5921800"/>
                  </a:lnTo>
                  <a:lnTo>
                    <a:pt x="4508973" y="5923998"/>
                  </a:lnTo>
                  <a:lnTo>
                    <a:pt x="4609665" y="5925964"/>
                  </a:lnTo>
                  <a:lnTo>
                    <a:pt x="4713718" y="5927702"/>
                  </a:lnTo>
                  <a:lnTo>
                    <a:pt x="4818087" y="5929209"/>
                  </a:lnTo>
                  <a:lnTo>
                    <a:pt x="4918867" y="5930479"/>
                  </a:lnTo>
                  <a:lnTo>
                    <a:pt x="5011654" y="5931510"/>
                  </a:lnTo>
                  <a:lnTo>
                    <a:pt x="5092161" y="5932303"/>
                  </a:lnTo>
                  <a:lnTo>
                    <a:pt x="5156990" y="5932875"/>
                  </a:lnTo>
                  <a:lnTo>
                    <a:pt x="5204340" y="5933251"/>
                  </a:lnTo>
                  <a:lnTo>
                    <a:pt x="5234474" y="5933466"/>
                  </a:lnTo>
                  <a:lnTo>
                    <a:pt x="5249794" y="5933566"/>
                  </a:lnTo>
                  <a:lnTo>
                    <a:pt x="5254641" y="5933595"/>
                  </a:lnTo>
                  <a:lnTo>
                    <a:pt x="5254955" y="5933596"/>
                  </a:lnTo>
                  <a:lnTo>
                    <a:pt x="6726343" y="5933596"/>
                  </a:lnTo>
                  <a:lnTo>
                    <a:pt x="6727164" y="5933498"/>
                  </a:lnTo>
                  <a:lnTo>
                    <a:pt x="6732596" y="5932803"/>
                  </a:lnTo>
                  <a:lnTo>
                    <a:pt x="6746417" y="5930881"/>
                  </a:lnTo>
                  <a:lnTo>
                    <a:pt x="6771435" y="5927092"/>
                  </a:lnTo>
                  <a:lnTo>
                    <a:pt x="6809354" y="5920819"/>
                  </a:lnTo>
                  <a:lnTo>
                    <a:pt x="6860649" y="5911519"/>
                  </a:lnTo>
                  <a:lnTo>
                    <a:pt x="6924573" y="5898770"/>
                  </a:lnTo>
                  <a:lnTo>
                    <a:pt x="6999320" y="5882294"/>
                  </a:lnTo>
                  <a:lnTo>
                    <a:pt x="7082341" y="5861957"/>
                  </a:lnTo>
                  <a:lnTo>
                    <a:pt x="7170728" y="5837744"/>
                  </a:lnTo>
                  <a:lnTo>
                    <a:pt x="7261592" y="5809711"/>
                  </a:lnTo>
                  <a:lnTo>
                    <a:pt x="7352356" y="5777936"/>
                  </a:lnTo>
                  <a:lnTo>
                    <a:pt x="7440935" y="5742469"/>
                  </a:lnTo>
                  <a:lnTo>
                    <a:pt x="7525804" y="5703296"/>
                  </a:lnTo>
                  <a:lnTo>
                    <a:pt x="7605977" y="5660311"/>
                  </a:lnTo>
                  <a:lnTo>
                    <a:pt x="7680938" y="5613307"/>
                  </a:lnTo>
                  <a:lnTo>
                    <a:pt x="7750544" y="5561963"/>
                  </a:lnTo>
                  <a:lnTo>
                    <a:pt x="7814931" y="5505851"/>
                  </a:lnTo>
                  <a:lnTo>
                    <a:pt x="7874430" y="5444441"/>
                  </a:lnTo>
                  <a:lnTo>
                    <a:pt x="7929497" y="5377115"/>
                  </a:lnTo>
                  <a:lnTo>
                    <a:pt x="7980659" y="5303196"/>
                  </a:lnTo>
                  <a:lnTo>
                    <a:pt x="8028476" y="5221979"/>
                  </a:lnTo>
                  <a:lnTo>
                    <a:pt x="8073507" y="5132807"/>
                  </a:lnTo>
                  <a:lnTo>
                    <a:pt x="8116287" y="5035162"/>
                  </a:lnTo>
                  <a:lnTo>
                    <a:pt x="8151487" y="4944663"/>
                  </a:lnTo>
                  <a:lnTo>
                    <a:pt x="8178724" y="4868191"/>
                  </a:lnTo>
                  <a:lnTo>
                    <a:pt x="8205426" y="4787658"/>
                  </a:lnTo>
                  <a:lnTo>
                    <a:pt x="8231700" y="4702985"/>
                  </a:lnTo>
                  <a:lnTo>
                    <a:pt x="8257635" y="4614125"/>
                  </a:lnTo>
                  <a:lnTo>
                    <a:pt x="8283309" y="4521069"/>
                  </a:lnTo>
                  <a:lnTo>
                    <a:pt x="8308788" y="4423843"/>
                  </a:lnTo>
                  <a:lnTo>
                    <a:pt x="8334128" y="4322515"/>
                  </a:lnTo>
                  <a:lnTo>
                    <a:pt x="8359375" y="4217198"/>
                  </a:lnTo>
                  <a:lnTo>
                    <a:pt x="8384565" y="4108046"/>
                  </a:lnTo>
                  <a:lnTo>
                    <a:pt x="8409729" y="3995262"/>
                  </a:lnTo>
                  <a:lnTo>
                    <a:pt x="8434889" y="3879090"/>
                  </a:lnTo>
                  <a:lnTo>
                    <a:pt x="8460061" y="3759823"/>
                  </a:lnTo>
                  <a:lnTo>
                    <a:pt x="8485255" y="3637793"/>
                  </a:lnTo>
                  <a:lnTo>
                    <a:pt x="8510476" y="3513372"/>
                  </a:lnTo>
                  <a:lnTo>
                    <a:pt x="8535725" y="3386966"/>
                  </a:lnTo>
                  <a:lnTo>
                    <a:pt x="8560998" y="3259011"/>
                  </a:lnTo>
                  <a:lnTo>
                    <a:pt x="8586290" y="3129967"/>
                  </a:lnTo>
                  <a:lnTo>
                    <a:pt x="8611593" y="3000311"/>
                  </a:lnTo>
                  <a:lnTo>
                    <a:pt x="8636899" y="2870530"/>
                  </a:lnTo>
                  <a:lnTo>
                    <a:pt x="8662198" y="2741110"/>
                  </a:lnTo>
                  <a:lnTo>
                    <a:pt x="8687482" y="2612534"/>
                  </a:lnTo>
                  <a:lnTo>
                    <a:pt x="8712744" y="2485272"/>
                  </a:lnTo>
                  <a:lnTo>
                    <a:pt x="8737979" y="2359773"/>
                  </a:lnTo>
                  <a:lnTo>
                    <a:pt x="8763186" y="2236460"/>
                  </a:lnTo>
                  <a:lnTo>
                    <a:pt x="8788369" y="2115722"/>
                  </a:lnTo>
                  <a:lnTo>
                    <a:pt x="8813533" y="1997913"/>
                  </a:lnTo>
                  <a:lnTo>
                    <a:pt x="8838693" y="1883346"/>
                  </a:lnTo>
                  <a:lnTo>
                    <a:pt x="8863867" y="1772290"/>
                  </a:lnTo>
                  <a:lnTo>
                    <a:pt x="8889080" y="1664971"/>
                  </a:lnTo>
                  <a:lnTo>
                    <a:pt x="8914367" y="1561566"/>
                  </a:lnTo>
                  <a:lnTo>
                    <a:pt x="8939768" y="1462211"/>
                  </a:lnTo>
                  <a:lnTo>
                    <a:pt x="8965334" y="1366996"/>
                  </a:lnTo>
                  <a:lnTo>
                    <a:pt x="8991125" y="1275969"/>
                  </a:lnTo>
                  <a:lnTo>
                    <a:pt x="9017213" y="1189138"/>
                  </a:lnTo>
                  <a:lnTo>
                    <a:pt x="9043682" y="1106475"/>
                  </a:lnTo>
                  <a:lnTo>
                    <a:pt x="9070629" y="1027917"/>
                  </a:lnTo>
                  <a:lnTo>
                    <a:pt x="9084767" y="988932"/>
                  </a:lnTo>
                  <a:lnTo>
                    <a:pt x="9126004" y="883845"/>
                  </a:lnTo>
                  <a:lnTo>
                    <a:pt x="9169077" y="787442"/>
                  </a:lnTo>
                  <a:lnTo>
                    <a:pt x="9214475" y="699451"/>
                  </a:lnTo>
                  <a:lnTo>
                    <a:pt x="9262739" y="619328"/>
                  </a:lnTo>
                  <a:lnTo>
                    <a:pt x="9314429" y="546401"/>
                  </a:lnTo>
                  <a:lnTo>
                    <a:pt x="9370102" y="479967"/>
                  </a:lnTo>
                  <a:lnTo>
                    <a:pt x="9430279" y="419356"/>
                  </a:lnTo>
                  <a:lnTo>
                    <a:pt x="9495401" y="363960"/>
                  </a:lnTo>
                  <a:lnTo>
                    <a:pt x="9565774" y="313265"/>
                  </a:lnTo>
                  <a:lnTo>
                    <a:pt x="9641502" y="266856"/>
                  </a:lnTo>
                  <a:lnTo>
                    <a:pt x="9722393" y="224431"/>
                  </a:lnTo>
                  <a:lnTo>
                    <a:pt x="9807869" y="185795"/>
                  </a:lnTo>
                  <a:lnTo>
                    <a:pt x="9896870" y="150858"/>
                  </a:lnTo>
                  <a:lnTo>
                    <a:pt x="9987789" y="119617"/>
                  </a:lnTo>
                  <a:lnTo>
                    <a:pt x="10078465" y="92129"/>
                  </a:lnTo>
                  <a:lnTo>
                    <a:pt x="10166262" y="68472"/>
                  </a:lnTo>
                  <a:lnTo>
                    <a:pt x="10248267" y="48694"/>
                  </a:lnTo>
                  <a:lnTo>
                    <a:pt x="10321600" y="32766"/>
                  </a:lnTo>
                  <a:lnTo>
                    <a:pt x="10383795" y="20534"/>
                  </a:lnTo>
                  <a:lnTo>
                    <a:pt x="10433184" y="11699"/>
                  </a:lnTo>
                  <a:lnTo>
                    <a:pt x="10469187" y="5819"/>
                  </a:lnTo>
                  <a:lnTo>
                    <a:pt x="10492461" y="2338"/>
                  </a:lnTo>
                  <a:lnTo>
                    <a:pt x="10504877" y="632"/>
                  </a:lnTo>
                  <a:lnTo>
                    <a:pt x="10509392" y="61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34" name="pl1834"/>
            <p:cNvSpPr/>
            <p:nvPr/>
          </p:nvSpPr>
          <p:spPr>
            <a:xfrm>
              <a:off x="4799595" y="4685542"/>
              <a:ext cx="11981298" cy="5933596"/>
            </a:xfrm>
            <a:custGeom>
              <a:avLst/>
              <a:pathLst>
                <a:path w="11981298" h="5933596">
                  <a:moveTo>
                    <a:pt x="11981298" y="0"/>
                  </a:moveTo>
                  <a:lnTo>
                    <a:pt x="10509911" y="0"/>
                  </a:lnTo>
                  <a:lnTo>
                    <a:pt x="10509090" y="97"/>
                  </a:lnTo>
                  <a:lnTo>
                    <a:pt x="10503657" y="793"/>
                  </a:lnTo>
                  <a:lnTo>
                    <a:pt x="10489837" y="2715"/>
                  </a:lnTo>
                  <a:lnTo>
                    <a:pt x="10464818" y="6504"/>
                  </a:lnTo>
                  <a:lnTo>
                    <a:pt x="10426899" y="12777"/>
                  </a:lnTo>
                  <a:lnTo>
                    <a:pt x="10375604" y="22077"/>
                  </a:lnTo>
                  <a:lnTo>
                    <a:pt x="10311680" y="34826"/>
                  </a:lnTo>
                  <a:lnTo>
                    <a:pt x="10236933" y="51302"/>
                  </a:lnTo>
                  <a:lnTo>
                    <a:pt x="10153912" y="71639"/>
                  </a:lnTo>
                  <a:lnTo>
                    <a:pt x="10065526" y="95851"/>
                  </a:lnTo>
                  <a:lnTo>
                    <a:pt x="9974662" y="123884"/>
                  </a:lnTo>
                  <a:lnTo>
                    <a:pt x="9883898" y="155660"/>
                  </a:lnTo>
                  <a:lnTo>
                    <a:pt x="9795318" y="191127"/>
                  </a:lnTo>
                  <a:lnTo>
                    <a:pt x="9710449" y="230300"/>
                  </a:lnTo>
                  <a:lnTo>
                    <a:pt x="9630276" y="273284"/>
                  </a:lnTo>
                  <a:lnTo>
                    <a:pt x="9555315" y="320289"/>
                  </a:lnTo>
                  <a:lnTo>
                    <a:pt x="9485709" y="371633"/>
                  </a:lnTo>
                  <a:lnTo>
                    <a:pt x="9421322" y="427745"/>
                  </a:lnTo>
                  <a:lnTo>
                    <a:pt x="9361823" y="489155"/>
                  </a:lnTo>
                  <a:lnTo>
                    <a:pt x="9306756" y="556480"/>
                  </a:lnTo>
                  <a:lnTo>
                    <a:pt x="9255594" y="630400"/>
                  </a:lnTo>
                  <a:lnTo>
                    <a:pt x="9207777" y="711617"/>
                  </a:lnTo>
                  <a:lnTo>
                    <a:pt x="9162746" y="800789"/>
                  </a:lnTo>
                  <a:lnTo>
                    <a:pt x="9119966" y="898434"/>
                  </a:lnTo>
                  <a:lnTo>
                    <a:pt x="9084767" y="988932"/>
                  </a:lnTo>
                  <a:lnTo>
                    <a:pt x="9057530" y="1065404"/>
                  </a:lnTo>
                  <a:lnTo>
                    <a:pt x="9030827" y="1145938"/>
                  </a:lnTo>
                  <a:lnTo>
                    <a:pt x="9004554" y="1230611"/>
                  </a:lnTo>
                  <a:lnTo>
                    <a:pt x="8978619" y="1319470"/>
                  </a:lnTo>
                  <a:lnTo>
                    <a:pt x="8952944" y="1412527"/>
                  </a:lnTo>
                  <a:lnTo>
                    <a:pt x="8927465" y="1509753"/>
                  </a:lnTo>
                  <a:lnTo>
                    <a:pt x="8902125" y="1611080"/>
                  </a:lnTo>
                  <a:lnTo>
                    <a:pt x="8876878" y="1716398"/>
                  </a:lnTo>
                  <a:lnTo>
                    <a:pt x="8851688" y="1825550"/>
                  </a:lnTo>
                  <a:lnTo>
                    <a:pt x="8826524" y="1938334"/>
                  </a:lnTo>
                  <a:lnTo>
                    <a:pt x="8801364" y="2054505"/>
                  </a:lnTo>
                  <a:lnTo>
                    <a:pt x="8776192" y="2173773"/>
                  </a:lnTo>
                  <a:lnTo>
                    <a:pt x="8750998" y="2295803"/>
                  </a:lnTo>
                  <a:lnTo>
                    <a:pt x="8725777" y="2420224"/>
                  </a:lnTo>
                  <a:lnTo>
                    <a:pt x="8700529" y="2546630"/>
                  </a:lnTo>
                  <a:lnTo>
                    <a:pt x="8675255" y="2674585"/>
                  </a:lnTo>
                  <a:lnTo>
                    <a:pt x="8649963" y="2803629"/>
                  </a:lnTo>
                  <a:lnTo>
                    <a:pt x="8624660" y="2933284"/>
                  </a:lnTo>
                  <a:lnTo>
                    <a:pt x="8599354" y="3063066"/>
                  </a:lnTo>
                  <a:lnTo>
                    <a:pt x="8574055" y="3192486"/>
                  </a:lnTo>
                  <a:lnTo>
                    <a:pt x="8548771" y="3321062"/>
                  </a:lnTo>
                  <a:lnTo>
                    <a:pt x="8523510" y="3448324"/>
                  </a:lnTo>
                  <a:lnTo>
                    <a:pt x="8498274" y="3573823"/>
                  </a:lnTo>
                  <a:lnTo>
                    <a:pt x="8473067" y="3697136"/>
                  </a:lnTo>
                  <a:lnTo>
                    <a:pt x="8447884" y="3817874"/>
                  </a:lnTo>
                  <a:lnTo>
                    <a:pt x="8422720" y="3935683"/>
                  </a:lnTo>
                  <a:lnTo>
                    <a:pt x="8397560" y="4050250"/>
                  </a:lnTo>
                  <a:lnTo>
                    <a:pt x="8372387" y="4161305"/>
                  </a:lnTo>
                  <a:lnTo>
                    <a:pt x="8347173" y="4268625"/>
                  </a:lnTo>
                  <a:lnTo>
                    <a:pt x="8321887" y="4372029"/>
                  </a:lnTo>
                  <a:lnTo>
                    <a:pt x="8296486" y="4471384"/>
                  </a:lnTo>
                  <a:lnTo>
                    <a:pt x="8270920" y="4566600"/>
                  </a:lnTo>
                  <a:lnTo>
                    <a:pt x="8245128" y="4657627"/>
                  </a:lnTo>
                  <a:lnTo>
                    <a:pt x="8219040" y="4744458"/>
                  </a:lnTo>
                  <a:lnTo>
                    <a:pt x="8192571" y="4827121"/>
                  </a:lnTo>
                  <a:lnTo>
                    <a:pt x="8165624" y="4905679"/>
                  </a:lnTo>
                  <a:lnTo>
                    <a:pt x="8151487" y="4944663"/>
                  </a:lnTo>
                  <a:lnTo>
                    <a:pt x="8110249" y="5049751"/>
                  </a:lnTo>
                  <a:lnTo>
                    <a:pt x="8067176" y="5146153"/>
                  </a:lnTo>
                  <a:lnTo>
                    <a:pt x="8021778" y="5234144"/>
                  </a:lnTo>
                  <a:lnTo>
                    <a:pt x="7973515" y="5314268"/>
                  </a:lnTo>
                  <a:lnTo>
                    <a:pt x="7921825" y="5387195"/>
                  </a:lnTo>
                  <a:lnTo>
                    <a:pt x="7866151" y="5453628"/>
                  </a:lnTo>
                  <a:lnTo>
                    <a:pt x="7805974" y="5514240"/>
                  </a:lnTo>
                  <a:lnTo>
                    <a:pt x="7740853" y="5569636"/>
                  </a:lnTo>
                  <a:lnTo>
                    <a:pt x="7670479" y="5620331"/>
                  </a:lnTo>
                  <a:lnTo>
                    <a:pt x="7594752" y="5666740"/>
                  </a:lnTo>
                  <a:lnTo>
                    <a:pt x="7513861" y="5709165"/>
                  </a:lnTo>
                  <a:lnTo>
                    <a:pt x="7428385" y="5747801"/>
                  </a:lnTo>
                  <a:lnTo>
                    <a:pt x="7339384" y="5782738"/>
                  </a:lnTo>
                  <a:lnTo>
                    <a:pt x="7248464" y="5813978"/>
                  </a:lnTo>
                  <a:lnTo>
                    <a:pt x="7157788" y="5841466"/>
                  </a:lnTo>
                  <a:lnTo>
                    <a:pt x="7069991" y="5865124"/>
                  </a:lnTo>
                  <a:lnTo>
                    <a:pt x="6987986" y="5884901"/>
                  </a:lnTo>
                  <a:lnTo>
                    <a:pt x="6914653" y="5900830"/>
                  </a:lnTo>
                  <a:lnTo>
                    <a:pt x="6852458" y="5913062"/>
                  </a:lnTo>
                  <a:lnTo>
                    <a:pt x="6803070" y="5921897"/>
                  </a:lnTo>
                  <a:lnTo>
                    <a:pt x="6767066" y="5927777"/>
                  </a:lnTo>
                  <a:lnTo>
                    <a:pt x="6743792" y="5931258"/>
                  </a:lnTo>
                  <a:lnTo>
                    <a:pt x="6731376" y="5932963"/>
                  </a:lnTo>
                  <a:lnTo>
                    <a:pt x="6726861" y="5933535"/>
                  </a:lnTo>
                  <a:lnTo>
                    <a:pt x="6726343" y="5933596"/>
                  </a:lnTo>
                  <a:lnTo>
                    <a:pt x="5254955" y="5933596"/>
                  </a:lnTo>
                  <a:lnTo>
                    <a:pt x="5253718" y="5933589"/>
                  </a:lnTo>
                  <a:lnTo>
                    <a:pt x="5245602" y="5933540"/>
                  </a:lnTo>
                  <a:lnTo>
                    <a:pt x="5225196" y="5933402"/>
                  </a:lnTo>
                  <a:lnTo>
                    <a:pt x="5188844" y="5933132"/>
                  </a:lnTo>
                  <a:lnTo>
                    <a:pt x="5134923" y="5932688"/>
                  </a:lnTo>
                  <a:lnTo>
                    <a:pt x="5063970" y="5932036"/>
                  </a:lnTo>
                  <a:lnTo>
                    <a:pt x="4978446" y="5931155"/>
                  </a:lnTo>
                  <a:lnTo>
                    <a:pt x="4882171" y="5930036"/>
                  </a:lnTo>
                  <a:lnTo>
                    <a:pt x="4779561" y="5928677"/>
                  </a:lnTo>
                  <a:lnTo>
                    <a:pt x="4674894" y="5927084"/>
                  </a:lnTo>
                  <a:lnTo>
                    <a:pt x="4571785" y="5925261"/>
                  </a:lnTo>
                  <a:lnTo>
                    <a:pt x="4472918" y="5923210"/>
                  </a:lnTo>
                  <a:lnTo>
                    <a:pt x="4380017" y="5920925"/>
                  </a:lnTo>
                  <a:lnTo>
                    <a:pt x="4293961" y="5918391"/>
                  </a:lnTo>
                  <a:lnTo>
                    <a:pt x="4214965" y="5915588"/>
                  </a:lnTo>
                  <a:lnTo>
                    <a:pt x="4142771" y="5912481"/>
                  </a:lnTo>
                  <a:lnTo>
                    <a:pt x="4076810" y="5909033"/>
                  </a:lnTo>
                  <a:lnTo>
                    <a:pt x="4016336" y="5905197"/>
                  </a:lnTo>
                  <a:lnTo>
                    <a:pt x="3960514" y="5900923"/>
                  </a:lnTo>
                  <a:lnTo>
                    <a:pt x="3908491" y="5896164"/>
                  </a:lnTo>
                  <a:lnTo>
                    <a:pt x="3859455" y="5890881"/>
                  </a:lnTo>
                  <a:lnTo>
                    <a:pt x="3829811" y="5887283"/>
                  </a:lnTo>
                  <a:lnTo>
                    <a:pt x="3774105" y="5879671"/>
                  </a:lnTo>
                  <a:lnTo>
                    <a:pt x="3720221" y="5871232"/>
                  </a:lnTo>
                  <a:lnTo>
                    <a:pt x="3667424" y="5861956"/>
                  </a:lnTo>
                  <a:lnTo>
                    <a:pt x="3615191" y="5851866"/>
                  </a:lnTo>
                  <a:lnTo>
                    <a:pt x="3563169" y="5841021"/>
                  </a:lnTo>
                  <a:lnTo>
                    <a:pt x="3511146" y="5829519"/>
                  </a:lnTo>
                  <a:lnTo>
                    <a:pt x="3459023" y="5817496"/>
                  </a:lnTo>
                  <a:lnTo>
                    <a:pt x="3406791" y="5805117"/>
                  </a:lnTo>
                  <a:lnTo>
                    <a:pt x="3354496" y="5792571"/>
                  </a:lnTo>
                  <a:lnTo>
                    <a:pt x="3302215" y="5780059"/>
                  </a:lnTo>
                  <a:lnTo>
                    <a:pt x="3250016" y="5767778"/>
                  </a:lnTo>
                  <a:lnTo>
                    <a:pt x="3197931" y="5755911"/>
                  </a:lnTo>
                  <a:lnTo>
                    <a:pt x="3145925" y="5744614"/>
                  </a:lnTo>
                  <a:lnTo>
                    <a:pt x="3093863" y="5734010"/>
                  </a:lnTo>
                  <a:lnTo>
                    <a:pt x="3041489" y="5724185"/>
                  </a:lnTo>
                  <a:lnTo>
                    <a:pt x="2988399" y="5715186"/>
                  </a:lnTo>
                  <a:lnTo>
                    <a:pt x="2934004" y="5707024"/>
                  </a:lnTo>
                  <a:lnTo>
                    <a:pt x="2896531" y="5702028"/>
                  </a:lnTo>
                  <a:lnTo>
                    <a:pt x="2848995" y="5696407"/>
                  </a:lnTo>
                  <a:lnTo>
                    <a:pt x="2798941" y="5691322"/>
                  </a:lnTo>
                  <a:lnTo>
                    <a:pt x="2745607" y="5686748"/>
                  </a:lnTo>
                  <a:lnTo>
                    <a:pt x="2688159" y="5682642"/>
                  </a:lnTo>
                  <a:lnTo>
                    <a:pt x="2625744" y="5678955"/>
                  </a:lnTo>
                  <a:lnTo>
                    <a:pt x="2557550" y="5675639"/>
                  </a:lnTo>
                  <a:lnTo>
                    <a:pt x="2482885" y="5672649"/>
                  </a:lnTo>
                  <a:lnTo>
                    <a:pt x="2401279" y="5669949"/>
                  </a:lnTo>
                  <a:lnTo>
                    <a:pt x="2312627" y="5667510"/>
                  </a:lnTo>
                  <a:lnTo>
                    <a:pt x="2217369" y="5665313"/>
                  </a:lnTo>
                  <a:lnTo>
                    <a:pt x="2116677" y="5663347"/>
                  </a:lnTo>
                  <a:lnTo>
                    <a:pt x="2012624" y="5661608"/>
                  </a:lnTo>
                  <a:lnTo>
                    <a:pt x="1908255" y="5660102"/>
                  </a:lnTo>
                  <a:lnTo>
                    <a:pt x="1807475" y="5658831"/>
                  </a:lnTo>
                  <a:lnTo>
                    <a:pt x="1714688" y="5657801"/>
                  </a:lnTo>
                  <a:lnTo>
                    <a:pt x="1634181" y="5657007"/>
                  </a:lnTo>
                  <a:lnTo>
                    <a:pt x="1569353" y="5656435"/>
                  </a:lnTo>
                  <a:lnTo>
                    <a:pt x="1522002" y="5656060"/>
                  </a:lnTo>
                  <a:lnTo>
                    <a:pt x="1491868" y="5655844"/>
                  </a:lnTo>
                  <a:lnTo>
                    <a:pt x="1476548" y="5655745"/>
                  </a:lnTo>
                  <a:lnTo>
                    <a:pt x="1471701" y="5655716"/>
                  </a:lnTo>
                  <a:lnTo>
                    <a:pt x="1471387" y="5655714"/>
                  </a:lnTo>
                  <a:lnTo>
                    <a:pt x="0" y="565571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35" name="pg1835"/>
            <p:cNvSpPr/>
            <p:nvPr/>
          </p:nvSpPr>
          <p:spPr>
            <a:xfrm>
              <a:off x="4799595" y="3369689"/>
              <a:ext cx="11981298" cy="7396563"/>
            </a:xfrm>
            <a:custGeom>
              <a:avLst/>
              <a:pathLst>
                <a:path w="11981298" h="7396563">
                  <a:moveTo>
                    <a:pt x="0" y="6996086"/>
                  </a:moveTo>
                  <a:lnTo>
                    <a:pt x="1471387" y="6996086"/>
                  </a:lnTo>
                  <a:lnTo>
                    <a:pt x="1472623" y="6996096"/>
                  </a:lnTo>
                  <a:lnTo>
                    <a:pt x="1480732" y="6996168"/>
                  </a:lnTo>
                  <a:lnTo>
                    <a:pt x="1501122" y="6996365"/>
                  </a:lnTo>
                  <a:lnTo>
                    <a:pt x="1537447" y="6996754"/>
                  </a:lnTo>
                  <a:lnTo>
                    <a:pt x="1591330" y="6997394"/>
                  </a:lnTo>
                  <a:lnTo>
                    <a:pt x="1662238" y="6998333"/>
                  </a:lnTo>
                  <a:lnTo>
                    <a:pt x="1747714" y="6999601"/>
                  </a:lnTo>
                  <a:lnTo>
                    <a:pt x="1843943" y="7001213"/>
                  </a:lnTo>
                  <a:lnTo>
                    <a:pt x="1946514" y="7003170"/>
                  </a:lnTo>
                  <a:lnTo>
                    <a:pt x="2051151" y="7005464"/>
                  </a:lnTo>
                  <a:lnTo>
                    <a:pt x="2154241" y="7008090"/>
                  </a:lnTo>
                  <a:lnTo>
                    <a:pt x="2253097" y="7011044"/>
                  </a:lnTo>
                  <a:lnTo>
                    <a:pt x="2345994" y="7014335"/>
                  </a:lnTo>
                  <a:lnTo>
                    <a:pt x="2432053" y="7017984"/>
                  </a:lnTo>
                  <a:lnTo>
                    <a:pt x="2511055" y="7022022"/>
                  </a:lnTo>
                  <a:lnTo>
                    <a:pt x="2583258" y="7026495"/>
                  </a:lnTo>
                  <a:lnTo>
                    <a:pt x="2649228" y="7031460"/>
                  </a:lnTo>
                  <a:lnTo>
                    <a:pt x="2709710" y="7036985"/>
                  </a:lnTo>
                  <a:lnTo>
                    <a:pt x="2765538" y="7043139"/>
                  </a:lnTo>
                  <a:lnTo>
                    <a:pt x="2817565" y="7049992"/>
                  </a:lnTo>
                  <a:lnTo>
                    <a:pt x="2866602" y="7057599"/>
                  </a:lnTo>
                  <a:lnTo>
                    <a:pt x="2896531" y="7062832"/>
                  </a:lnTo>
                  <a:lnTo>
                    <a:pt x="2951693" y="7073687"/>
                  </a:lnTo>
                  <a:lnTo>
                    <a:pt x="3005061" y="7085710"/>
                  </a:lnTo>
                  <a:lnTo>
                    <a:pt x="3057352" y="7098916"/>
                  </a:lnTo>
                  <a:lnTo>
                    <a:pt x="3109078" y="7113273"/>
                  </a:lnTo>
                  <a:lnTo>
                    <a:pt x="3160586" y="7128702"/>
                  </a:lnTo>
                  <a:lnTo>
                    <a:pt x="3212087" y="7145066"/>
                  </a:lnTo>
                  <a:lnTo>
                    <a:pt x="3263683" y="7162180"/>
                  </a:lnTo>
                  <a:lnTo>
                    <a:pt x="3315389" y="7179814"/>
                  </a:lnTo>
                  <a:lnTo>
                    <a:pt x="3367160" y="7197706"/>
                  </a:lnTo>
                  <a:lnTo>
                    <a:pt x="3418926" y="7215575"/>
                  </a:lnTo>
                  <a:lnTo>
                    <a:pt x="3470617" y="7233146"/>
                  </a:lnTo>
                  <a:lnTo>
                    <a:pt x="3522195" y="7250158"/>
                  </a:lnTo>
                  <a:lnTo>
                    <a:pt x="3573689" y="7266389"/>
                  </a:lnTo>
                  <a:lnTo>
                    <a:pt x="3625213" y="7281660"/>
                  </a:lnTo>
                  <a:lnTo>
                    <a:pt x="3676999" y="7295845"/>
                  </a:lnTo>
                  <a:lnTo>
                    <a:pt x="3729418" y="7308869"/>
                  </a:lnTo>
                  <a:lnTo>
                    <a:pt x="3783010" y="7320710"/>
                  </a:lnTo>
                  <a:lnTo>
                    <a:pt x="3829811" y="7329817"/>
                  </a:lnTo>
                  <a:lnTo>
                    <a:pt x="3877333" y="7337915"/>
                  </a:lnTo>
                  <a:lnTo>
                    <a:pt x="3927372" y="7345242"/>
                  </a:lnTo>
                  <a:lnTo>
                    <a:pt x="3980688" y="7351833"/>
                  </a:lnTo>
                  <a:lnTo>
                    <a:pt x="4038116" y="7357749"/>
                  </a:lnTo>
                  <a:lnTo>
                    <a:pt x="4100506" y="7363061"/>
                  </a:lnTo>
                  <a:lnTo>
                    <a:pt x="4168670" y="7367840"/>
                  </a:lnTo>
                  <a:lnTo>
                    <a:pt x="4243302" y="7372148"/>
                  </a:lnTo>
                  <a:lnTo>
                    <a:pt x="4324870" y="7376040"/>
                  </a:lnTo>
                  <a:lnTo>
                    <a:pt x="4413480" y="7379555"/>
                  </a:lnTo>
                  <a:lnTo>
                    <a:pt x="4508694" y="7382721"/>
                  </a:lnTo>
                  <a:lnTo>
                    <a:pt x="4609344" y="7385555"/>
                  </a:lnTo>
                  <a:lnTo>
                    <a:pt x="4713361" y="7388061"/>
                  </a:lnTo>
                  <a:lnTo>
                    <a:pt x="4817706" y="7390233"/>
                  </a:lnTo>
                  <a:lnTo>
                    <a:pt x="4918480" y="7392064"/>
                  </a:lnTo>
                  <a:lnTo>
                    <a:pt x="5011282" y="7393550"/>
                  </a:lnTo>
                  <a:lnTo>
                    <a:pt x="5091829" y="7394695"/>
                  </a:lnTo>
                  <a:lnTo>
                    <a:pt x="5156718" y="7395520"/>
                  </a:lnTo>
                  <a:lnTo>
                    <a:pt x="5204143" y="7396063"/>
                  </a:lnTo>
                  <a:lnTo>
                    <a:pt x="5234354" y="7396375"/>
                  </a:lnTo>
                  <a:lnTo>
                    <a:pt x="5249742" y="7396519"/>
                  </a:lnTo>
                  <a:lnTo>
                    <a:pt x="5254632" y="7396560"/>
                  </a:lnTo>
                  <a:lnTo>
                    <a:pt x="5254955" y="7396563"/>
                  </a:lnTo>
                  <a:lnTo>
                    <a:pt x="6726343" y="7396563"/>
                  </a:lnTo>
                  <a:lnTo>
                    <a:pt x="6727074" y="7396455"/>
                  </a:lnTo>
                  <a:lnTo>
                    <a:pt x="6731922" y="7395687"/>
                  </a:lnTo>
                  <a:lnTo>
                    <a:pt x="6744291" y="7393566"/>
                  </a:lnTo>
                  <a:lnTo>
                    <a:pt x="6766766" y="7389383"/>
                  </a:lnTo>
                  <a:lnTo>
                    <a:pt x="6801004" y="7382448"/>
                  </a:lnTo>
                  <a:lnTo>
                    <a:pt x="6847621" y="7372143"/>
                  </a:lnTo>
                  <a:lnTo>
                    <a:pt x="6906172" y="7357969"/>
                  </a:lnTo>
                  <a:lnTo>
                    <a:pt x="6975265" y="7339578"/>
                  </a:lnTo>
                  <a:lnTo>
                    <a:pt x="7052789" y="7316779"/>
                  </a:lnTo>
                  <a:lnTo>
                    <a:pt x="7136220" y="7289515"/>
                  </a:lnTo>
                  <a:lnTo>
                    <a:pt x="7222948" y="7257829"/>
                  </a:lnTo>
                  <a:lnTo>
                    <a:pt x="7310542" y="7221802"/>
                  </a:lnTo>
                  <a:lnTo>
                    <a:pt x="7396942" y="7181511"/>
                  </a:lnTo>
                  <a:lnTo>
                    <a:pt x="7480550" y="7136979"/>
                  </a:lnTo>
                  <a:lnTo>
                    <a:pt x="7560247" y="7088145"/>
                  </a:lnTo>
                  <a:lnTo>
                    <a:pt x="7635351" y="7034844"/>
                  </a:lnTo>
                  <a:lnTo>
                    <a:pt x="7705548" y="6976795"/>
                  </a:lnTo>
                  <a:lnTo>
                    <a:pt x="7770812" y="6913602"/>
                  </a:lnTo>
                  <a:lnTo>
                    <a:pt x="7831328" y="6844752"/>
                  </a:lnTo>
                  <a:lnTo>
                    <a:pt x="7887430" y="6769630"/>
                  </a:lnTo>
                  <a:lnTo>
                    <a:pt x="7939541" y="6687533"/>
                  </a:lnTo>
                  <a:lnTo>
                    <a:pt x="7988139" y="6597700"/>
                  </a:lnTo>
                  <a:lnTo>
                    <a:pt x="8033725" y="6499357"/>
                  </a:lnTo>
                  <a:lnTo>
                    <a:pt x="8076794" y="6391786"/>
                  </a:lnTo>
                  <a:lnTo>
                    <a:pt x="8117817" y="6274438"/>
                  </a:lnTo>
                  <a:lnTo>
                    <a:pt x="8151487" y="6166527"/>
                  </a:lnTo>
                  <a:lnTo>
                    <a:pt x="8176050" y="6081062"/>
                  </a:lnTo>
                  <a:lnTo>
                    <a:pt x="8200170" y="5991506"/>
                  </a:lnTo>
                  <a:lnTo>
                    <a:pt x="8223926" y="5897785"/>
                  </a:lnTo>
                  <a:lnTo>
                    <a:pt x="8247387" y="5799847"/>
                  </a:lnTo>
                  <a:lnTo>
                    <a:pt x="8270613" y="5697672"/>
                  </a:lnTo>
                  <a:lnTo>
                    <a:pt x="8293656" y="5591269"/>
                  </a:lnTo>
                  <a:lnTo>
                    <a:pt x="8316559" y="5480678"/>
                  </a:lnTo>
                  <a:lnTo>
                    <a:pt x="8339362" y="5365977"/>
                  </a:lnTo>
                  <a:lnTo>
                    <a:pt x="8362096" y="5247276"/>
                  </a:lnTo>
                  <a:lnTo>
                    <a:pt x="8384787" y="5124723"/>
                  </a:lnTo>
                  <a:lnTo>
                    <a:pt x="8407458" y="4998504"/>
                  </a:lnTo>
                  <a:lnTo>
                    <a:pt x="8430123" y="4868842"/>
                  </a:lnTo>
                  <a:lnTo>
                    <a:pt x="8452796" y="4735995"/>
                  </a:lnTo>
                  <a:lnTo>
                    <a:pt x="8475486" y="4600257"/>
                  </a:lnTo>
                  <a:lnTo>
                    <a:pt x="8498196" y="4461955"/>
                  </a:lnTo>
                  <a:lnTo>
                    <a:pt x="8520928" y="4321444"/>
                  </a:lnTo>
                  <a:lnTo>
                    <a:pt x="8543683" y="4179109"/>
                  </a:lnTo>
                  <a:lnTo>
                    <a:pt x="8566456" y="4035355"/>
                  </a:lnTo>
                  <a:lnTo>
                    <a:pt x="8589244" y="3890603"/>
                  </a:lnTo>
                  <a:lnTo>
                    <a:pt x="8612040" y="3745291"/>
                  </a:lnTo>
                  <a:lnTo>
                    <a:pt x="8634837" y="3599859"/>
                  </a:lnTo>
                  <a:lnTo>
                    <a:pt x="8657630" y="3454753"/>
                  </a:lnTo>
                  <a:lnTo>
                    <a:pt x="8680412" y="3310413"/>
                  </a:lnTo>
                  <a:lnTo>
                    <a:pt x="8703177" y="3167268"/>
                  </a:lnTo>
                  <a:lnTo>
                    <a:pt x="8725921" y="3025734"/>
                  </a:lnTo>
                  <a:lnTo>
                    <a:pt x="8748643" y="2886207"/>
                  </a:lnTo>
                  <a:lnTo>
                    <a:pt x="8771343" y="2749057"/>
                  </a:lnTo>
                  <a:lnTo>
                    <a:pt x="8794024" y="2614627"/>
                  </a:lnTo>
                  <a:lnTo>
                    <a:pt x="8816693" y="2483230"/>
                  </a:lnTo>
                  <a:lnTo>
                    <a:pt x="8839359" y="2355142"/>
                  </a:lnTo>
                  <a:lnTo>
                    <a:pt x="8862037" y="2230607"/>
                  </a:lnTo>
                  <a:lnTo>
                    <a:pt x="8884745" y="2109828"/>
                  </a:lnTo>
                  <a:lnTo>
                    <a:pt x="8907507" y="1992975"/>
                  </a:lnTo>
                  <a:lnTo>
                    <a:pt x="8930353" y="1880177"/>
                  </a:lnTo>
                  <a:lnTo>
                    <a:pt x="8953316" y="1771531"/>
                  </a:lnTo>
                  <a:lnTo>
                    <a:pt x="8976438" y="1667095"/>
                  </a:lnTo>
                  <a:lnTo>
                    <a:pt x="8999766" y="1566895"/>
                  </a:lnTo>
                  <a:lnTo>
                    <a:pt x="9023357" y="1470926"/>
                  </a:lnTo>
                  <a:lnTo>
                    <a:pt x="9047274" y="1379154"/>
                  </a:lnTo>
                  <a:lnTo>
                    <a:pt x="9071590" y="1291516"/>
                  </a:lnTo>
                  <a:lnTo>
                    <a:pt x="9084767" y="1246382"/>
                  </a:lnTo>
                  <a:lnTo>
                    <a:pt x="9124384" y="1120510"/>
                  </a:lnTo>
                  <a:lnTo>
                    <a:pt x="9165681" y="1004630"/>
                  </a:lnTo>
                  <a:lnTo>
                    <a:pt x="9209091" y="898462"/>
                  </a:lnTo>
                  <a:lnTo>
                    <a:pt x="9255090" y="801423"/>
                  </a:lnTo>
                  <a:lnTo>
                    <a:pt x="9304176" y="712782"/>
                  </a:lnTo>
                  <a:lnTo>
                    <a:pt x="9356847" y="631762"/>
                  </a:lnTo>
                  <a:lnTo>
                    <a:pt x="9413576" y="557609"/>
                  </a:lnTo>
                  <a:lnTo>
                    <a:pt x="9474775" y="489631"/>
                  </a:lnTo>
                  <a:lnTo>
                    <a:pt x="9540761" y="427227"/>
                  </a:lnTo>
                  <a:lnTo>
                    <a:pt x="9611690" y="369902"/>
                  </a:lnTo>
                  <a:lnTo>
                    <a:pt x="9687500" y="317275"/>
                  </a:lnTo>
                  <a:lnTo>
                    <a:pt x="9767828" y="269085"/>
                  </a:lnTo>
                  <a:lnTo>
                    <a:pt x="9851930" y="225180"/>
                  </a:lnTo>
                  <a:lnTo>
                    <a:pt x="9938618" y="185516"/>
                  </a:lnTo>
                  <a:lnTo>
                    <a:pt x="10026224" y="150125"/>
                  </a:lnTo>
                  <a:lnTo>
                    <a:pt x="10112625" y="119086"/>
                  </a:lnTo>
                  <a:lnTo>
                    <a:pt x="10195349" y="92482"/>
                  </a:lnTo>
                  <a:lnTo>
                    <a:pt x="10271780" y="70340"/>
                  </a:lnTo>
                  <a:lnTo>
                    <a:pt x="10339435" y="52587"/>
                  </a:lnTo>
                  <a:lnTo>
                    <a:pt x="10396291" y="39011"/>
                  </a:lnTo>
                  <a:lnTo>
                    <a:pt x="10441082" y="29238"/>
                  </a:lnTo>
                  <a:lnTo>
                    <a:pt x="10473518" y="22751"/>
                  </a:lnTo>
                  <a:lnTo>
                    <a:pt x="10494373" y="18917"/>
                  </a:lnTo>
                  <a:lnTo>
                    <a:pt x="10505447" y="17040"/>
                  </a:lnTo>
                  <a:lnTo>
                    <a:pt x="10509455" y="16412"/>
                  </a:lnTo>
                  <a:lnTo>
                    <a:pt x="10509911" y="16345"/>
                  </a:lnTo>
                  <a:lnTo>
                    <a:pt x="11981298" y="16345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9180" y="108"/>
                  </a:lnTo>
                  <a:lnTo>
                    <a:pt x="10504331" y="876"/>
                  </a:lnTo>
                  <a:lnTo>
                    <a:pt x="10491963" y="2997"/>
                  </a:lnTo>
                  <a:lnTo>
                    <a:pt x="10469487" y="7180"/>
                  </a:lnTo>
                  <a:lnTo>
                    <a:pt x="10435249" y="14115"/>
                  </a:lnTo>
                  <a:lnTo>
                    <a:pt x="10388633" y="24420"/>
                  </a:lnTo>
                  <a:lnTo>
                    <a:pt x="10330081" y="38593"/>
                  </a:lnTo>
                  <a:lnTo>
                    <a:pt x="10260988" y="56984"/>
                  </a:lnTo>
                  <a:lnTo>
                    <a:pt x="10183465" y="79784"/>
                  </a:lnTo>
                  <a:lnTo>
                    <a:pt x="10100033" y="107047"/>
                  </a:lnTo>
                  <a:lnTo>
                    <a:pt x="10013305" y="138734"/>
                  </a:lnTo>
                  <a:lnTo>
                    <a:pt x="9925711" y="174761"/>
                  </a:lnTo>
                  <a:lnTo>
                    <a:pt x="9839312" y="215052"/>
                  </a:lnTo>
                  <a:lnTo>
                    <a:pt x="9755704" y="259584"/>
                  </a:lnTo>
                  <a:lnTo>
                    <a:pt x="9676007" y="308418"/>
                  </a:lnTo>
                  <a:lnTo>
                    <a:pt x="9600903" y="361719"/>
                  </a:lnTo>
                  <a:lnTo>
                    <a:pt x="9530706" y="419767"/>
                  </a:lnTo>
                  <a:lnTo>
                    <a:pt x="9465442" y="482961"/>
                  </a:lnTo>
                  <a:lnTo>
                    <a:pt x="9404925" y="551811"/>
                  </a:lnTo>
                  <a:lnTo>
                    <a:pt x="9348824" y="626933"/>
                  </a:lnTo>
                  <a:lnTo>
                    <a:pt x="9296713" y="709030"/>
                  </a:lnTo>
                  <a:lnTo>
                    <a:pt x="9248114" y="798862"/>
                  </a:lnTo>
                  <a:lnTo>
                    <a:pt x="9202528" y="897206"/>
                  </a:lnTo>
                  <a:lnTo>
                    <a:pt x="9159460" y="1004777"/>
                  </a:lnTo>
                  <a:lnTo>
                    <a:pt x="9118437" y="1122125"/>
                  </a:lnTo>
                  <a:lnTo>
                    <a:pt x="9084767" y="1230036"/>
                  </a:lnTo>
                  <a:lnTo>
                    <a:pt x="9060204" y="1315501"/>
                  </a:lnTo>
                  <a:lnTo>
                    <a:pt x="9036083" y="1405056"/>
                  </a:lnTo>
                  <a:lnTo>
                    <a:pt x="9012327" y="1498778"/>
                  </a:lnTo>
                  <a:lnTo>
                    <a:pt x="8988866" y="1596715"/>
                  </a:lnTo>
                  <a:lnTo>
                    <a:pt x="8965640" y="1698890"/>
                  </a:lnTo>
                  <a:lnTo>
                    <a:pt x="8942598" y="1805294"/>
                  </a:lnTo>
                  <a:lnTo>
                    <a:pt x="8919694" y="1915884"/>
                  </a:lnTo>
                  <a:lnTo>
                    <a:pt x="8896891" y="2030586"/>
                  </a:lnTo>
                  <a:lnTo>
                    <a:pt x="8874157" y="2149287"/>
                  </a:lnTo>
                  <a:lnTo>
                    <a:pt x="8851466" y="2271840"/>
                  </a:lnTo>
                  <a:lnTo>
                    <a:pt x="8828796" y="2398058"/>
                  </a:lnTo>
                  <a:lnTo>
                    <a:pt x="8806130" y="2527721"/>
                  </a:lnTo>
                  <a:lnTo>
                    <a:pt x="8783457" y="2660568"/>
                  </a:lnTo>
                  <a:lnTo>
                    <a:pt x="8760768" y="2796305"/>
                  </a:lnTo>
                  <a:lnTo>
                    <a:pt x="8738058" y="2934608"/>
                  </a:lnTo>
                  <a:lnTo>
                    <a:pt x="8715325" y="3075118"/>
                  </a:lnTo>
                  <a:lnTo>
                    <a:pt x="8692570" y="3217453"/>
                  </a:lnTo>
                  <a:lnTo>
                    <a:pt x="8669797" y="3361208"/>
                  </a:lnTo>
                  <a:lnTo>
                    <a:pt x="8647009" y="3505959"/>
                  </a:lnTo>
                  <a:lnTo>
                    <a:pt x="8624214" y="3651272"/>
                  </a:lnTo>
                  <a:lnTo>
                    <a:pt x="8601416" y="3796703"/>
                  </a:lnTo>
                  <a:lnTo>
                    <a:pt x="8578623" y="3941809"/>
                  </a:lnTo>
                  <a:lnTo>
                    <a:pt x="8555842" y="4086150"/>
                  </a:lnTo>
                  <a:lnTo>
                    <a:pt x="8533077" y="4229294"/>
                  </a:lnTo>
                  <a:lnTo>
                    <a:pt x="8510332" y="4370828"/>
                  </a:lnTo>
                  <a:lnTo>
                    <a:pt x="8487610" y="4510356"/>
                  </a:lnTo>
                  <a:lnTo>
                    <a:pt x="8464910" y="4647506"/>
                  </a:lnTo>
                  <a:lnTo>
                    <a:pt x="8442229" y="4781935"/>
                  </a:lnTo>
                  <a:lnTo>
                    <a:pt x="8419560" y="4913332"/>
                  </a:lnTo>
                  <a:lnTo>
                    <a:pt x="8396894" y="5041420"/>
                  </a:lnTo>
                  <a:lnTo>
                    <a:pt x="8374217" y="5165956"/>
                  </a:lnTo>
                  <a:lnTo>
                    <a:pt x="8351508" y="5286734"/>
                  </a:lnTo>
                  <a:lnTo>
                    <a:pt x="8328746" y="5403588"/>
                  </a:lnTo>
                  <a:lnTo>
                    <a:pt x="8305901" y="5516385"/>
                  </a:lnTo>
                  <a:lnTo>
                    <a:pt x="8282938" y="5625032"/>
                  </a:lnTo>
                  <a:lnTo>
                    <a:pt x="8259816" y="5729468"/>
                  </a:lnTo>
                  <a:lnTo>
                    <a:pt x="8236487" y="5829668"/>
                  </a:lnTo>
                  <a:lnTo>
                    <a:pt x="8212896" y="5925636"/>
                  </a:lnTo>
                  <a:lnTo>
                    <a:pt x="8188980" y="6017408"/>
                  </a:lnTo>
                  <a:lnTo>
                    <a:pt x="8164663" y="6105047"/>
                  </a:lnTo>
                  <a:lnTo>
                    <a:pt x="8151487" y="6150181"/>
                  </a:lnTo>
                  <a:lnTo>
                    <a:pt x="8111869" y="6276052"/>
                  </a:lnTo>
                  <a:lnTo>
                    <a:pt x="8070572" y="6391932"/>
                  </a:lnTo>
                  <a:lnTo>
                    <a:pt x="8027162" y="6498100"/>
                  </a:lnTo>
                  <a:lnTo>
                    <a:pt x="7981163" y="6595139"/>
                  </a:lnTo>
                  <a:lnTo>
                    <a:pt x="7932077" y="6683780"/>
                  </a:lnTo>
                  <a:lnTo>
                    <a:pt x="7879406" y="6764800"/>
                  </a:lnTo>
                  <a:lnTo>
                    <a:pt x="7822678" y="6838954"/>
                  </a:lnTo>
                  <a:lnTo>
                    <a:pt x="7761478" y="6906932"/>
                  </a:lnTo>
                  <a:lnTo>
                    <a:pt x="7695493" y="6969336"/>
                  </a:lnTo>
                  <a:lnTo>
                    <a:pt x="7624563" y="7026661"/>
                  </a:lnTo>
                  <a:lnTo>
                    <a:pt x="7548753" y="7079287"/>
                  </a:lnTo>
                  <a:lnTo>
                    <a:pt x="7468426" y="7127478"/>
                  </a:lnTo>
                  <a:lnTo>
                    <a:pt x="7384324" y="7171382"/>
                  </a:lnTo>
                  <a:lnTo>
                    <a:pt x="7297635" y="7211047"/>
                  </a:lnTo>
                  <a:lnTo>
                    <a:pt x="7210029" y="7246438"/>
                  </a:lnTo>
                  <a:lnTo>
                    <a:pt x="7123628" y="7277476"/>
                  </a:lnTo>
                  <a:lnTo>
                    <a:pt x="7040904" y="7304081"/>
                  </a:lnTo>
                  <a:lnTo>
                    <a:pt x="6964473" y="7326223"/>
                  </a:lnTo>
                  <a:lnTo>
                    <a:pt x="6896818" y="7343975"/>
                  </a:lnTo>
                  <a:lnTo>
                    <a:pt x="6839962" y="7357552"/>
                  </a:lnTo>
                  <a:lnTo>
                    <a:pt x="6795171" y="7367324"/>
                  </a:lnTo>
                  <a:lnTo>
                    <a:pt x="6762735" y="7373812"/>
                  </a:lnTo>
                  <a:lnTo>
                    <a:pt x="6741880" y="7377646"/>
                  </a:lnTo>
                  <a:lnTo>
                    <a:pt x="6730806" y="7379522"/>
                  </a:lnTo>
                  <a:lnTo>
                    <a:pt x="6726798" y="7380150"/>
                  </a:lnTo>
                  <a:lnTo>
                    <a:pt x="6726343" y="7380217"/>
                  </a:lnTo>
                  <a:lnTo>
                    <a:pt x="5254955" y="7380217"/>
                  </a:lnTo>
                  <a:lnTo>
                    <a:pt x="5253719" y="7380207"/>
                  </a:lnTo>
                  <a:lnTo>
                    <a:pt x="5245610" y="7380135"/>
                  </a:lnTo>
                  <a:lnTo>
                    <a:pt x="5225220" y="7379938"/>
                  </a:lnTo>
                  <a:lnTo>
                    <a:pt x="5188895" y="7379549"/>
                  </a:lnTo>
                  <a:lnTo>
                    <a:pt x="5135012" y="7378909"/>
                  </a:lnTo>
                  <a:lnTo>
                    <a:pt x="5064104" y="7377970"/>
                  </a:lnTo>
                  <a:lnTo>
                    <a:pt x="4978628" y="7376702"/>
                  </a:lnTo>
                  <a:lnTo>
                    <a:pt x="4882399" y="7375090"/>
                  </a:lnTo>
                  <a:lnTo>
                    <a:pt x="4779828" y="7373133"/>
                  </a:lnTo>
                  <a:lnTo>
                    <a:pt x="4675191" y="7370839"/>
                  </a:lnTo>
                  <a:lnTo>
                    <a:pt x="4572101" y="7368213"/>
                  </a:lnTo>
                  <a:lnTo>
                    <a:pt x="4473245" y="7365259"/>
                  </a:lnTo>
                  <a:lnTo>
                    <a:pt x="4380348" y="7361968"/>
                  </a:lnTo>
                  <a:lnTo>
                    <a:pt x="4294289" y="7358319"/>
                  </a:lnTo>
                  <a:lnTo>
                    <a:pt x="4215287" y="7354281"/>
                  </a:lnTo>
                  <a:lnTo>
                    <a:pt x="4143084" y="7349808"/>
                  </a:lnTo>
                  <a:lnTo>
                    <a:pt x="4077115" y="7344843"/>
                  </a:lnTo>
                  <a:lnTo>
                    <a:pt x="4016632" y="7339318"/>
                  </a:lnTo>
                  <a:lnTo>
                    <a:pt x="3960804" y="7333164"/>
                  </a:lnTo>
                  <a:lnTo>
                    <a:pt x="3908777" y="7326311"/>
                  </a:lnTo>
                  <a:lnTo>
                    <a:pt x="3859740" y="7318704"/>
                  </a:lnTo>
                  <a:lnTo>
                    <a:pt x="3829811" y="7313471"/>
                  </a:lnTo>
                  <a:lnTo>
                    <a:pt x="3774649" y="7302616"/>
                  </a:lnTo>
                  <a:lnTo>
                    <a:pt x="3721281" y="7290593"/>
                  </a:lnTo>
                  <a:lnTo>
                    <a:pt x="3668990" y="7277388"/>
                  </a:lnTo>
                  <a:lnTo>
                    <a:pt x="3617264" y="7263030"/>
                  </a:lnTo>
                  <a:lnTo>
                    <a:pt x="3565757" y="7247601"/>
                  </a:lnTo>
                  <a:lnTo>
                    <a:pt x="3514255" y="7231237"/>
                  </a:lnTo>
                  <a:lnTo>
                    <a:pt x="3462659" y="7214123"/>
                  </a:lnTo>
                  <a:lnTo>
                    <a:pt x="3410954" y="7196489"/>
                  </a:lnTo>
                  <a:lnTo>
                    <a:pt x="3359182" y="7178597"/>
                  </a:lnTo>
                  <a:lnTo>
                    <a:pt x="3307416" y="7160728"/>
                  </a:lnTo>
                  <a:lnTo>
                    <a:pt x="3255726" y="7143157"/>
                  </a:lnTo>
                  <a:lnTo>
                    <a:pt x="3204147" y="7126145"/>
                  </a:lnTo>
                  <a:lnTo>
                    <a:pt x="3152654" y="7109914"/>
                  </a:lnTo>
                  <a:lnTo>
                    <a:pt x="3101129" y="7094643"/>
                  </a:lnTo>
                  <a:lnTo>
                    <a:pt x="3049343" y="7080458"/>
                  </a:lnTo>
                  <a:lnTo>
                    <a:pt x="2996924" y="7067434"/>
                  </a:lnTo>
                  <a:lnTo>
                    <a:pt x="2943332" y="7055593"/>
                  </a:lnTo>
                  <a:lnTo>
                    <a:pt x="2896531" y="7046486"/>
                  </a:lnTo>
                  <a:lnTo>
                    <a:pt x="2849009" y="7038388"/>
                  </a:lnTo>
                  <a:lnTo>
                    <a:pt x="2798970" y="7031061"/>
                  </a:lnTo>
                  <a:lnTo>
                    <a:pt x="2745654" y="7024470"/>
                  </a:lnTo>
                  <a:lnTo>
                    <a:pt x="2688227" y="7018554"/>
                  </a:lnTo>
                  <a:lnTo>
                    <a:pt x="2625836" y="7013242"/>
                  </a:lnTo>
                  <a:lnTo>
                    <a:pt x="2557672" y="7008463"/>
                  </a:lnTo>
                  <a:lnTo>
                    <a:pt x="2483040" y="7004155"/>
                  </a:lnTo>
                  <a:lnTo>
                    <a:pt x="2401472" y="7000263"/>
                  </a:lnTo>
                  <a:lnTo>
                    <a:pt x="2312863" y="6996749"/>
                  </a:lnTo>
                  <a:lnTo>
                    <a:pt x="2217648" y="6993582"/>
                  </a:lnTo>
                  <a:lnTo>
                    <a:pt x="2116998" y="6990748"/>
                  </a:lnTo>
                  <a:lnTo>
                    <a:pt x="2012981" y="6988243"/>
                  </a:lnTo>
                  <a:lnTo>
                    <a:pt x="1908636" y="6986070"/>
                  </a:lnTo>
                  <a:lnTo>
                    <a:pt x="1807862" y="6984239"/>
                  </a:lnTo>
                  <a:lnTo>
                    <a:pt x="1715060" y="6982753"/>
                  </a:lnTo>
                  <a:lnTo>
                    <a:pt x="1634513" y="6981608"/>
                  </a:lnTo>
                  <a:lnTo>
                    <a:pt x="1569624" y="6980783"/>
                  </a:lnTo>
                  <a:lnTo>
                    <a:pt x="1522199" y="6980240"/>
                  </a:lnTo>
                  <a:lnTo>
                    <a:pt x="1491988" y="6979928"/>
                  </a:lnTo>
                  <a:lnTo>
                    <a:pt x="1476601" y="6979784"/>
                  </a:lnTo>
                  <a:lnTo>
                    <a:pt x="1471710" y="6979743"/>
                  </a:lnTo>
                  <a:lnTo>
                    <a:pt x="1471387" y="6979740"/>
                  </a:lnTo>
                  <a:lnTo>
                    <a:pt x="0" y="6979740"/>
                  </a:lnTo>
                  <a:close/>
                </a:path>
              </a:pathLst>
            </a:custGeom>
            <a:solidFill>
              <a:srgbClr val="6FA8DC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836" name="pl1836"/>
            <p:cNvSpPr/>
            <p:nvPr/>
          </p:nvSpPr>
          <p:spPr>
            <a:xfrm>
              <a:off x="4799595" y="3386035"/>
              <a:ext cx="11981298" cy="7380217"/>
            </a:xfrm>
            <a:custGeom>
              <a:avLst/>
              <a:pathLst>
                <a:path w="11981298" h="7380217">
                  <a:moveTo>
                    <a:pt x="0" y="6979740"/>
                  </a:moveTo>
                  <a:lnTo>
                    <a:pt x="1471387" y="6979740"/>
                  </a:lnTo>
                  <a:lnTo>
                    <a:pt x="1472623" y="6979750"/>
                  </a:lnTo>
                  <a:lnTo>
                    <a:pt x="1480732" y="6979822"/>
                  </a:lnTo>
                  <a:lnTo>
                    <a:pt x="1501122" y="6980019"/>
                  </a:lnTo>
                  <a:lnTo>
                    <a:pt x="1537447" y="6980408"/>
                  </a:lnTo>
                  <a:lnTo>
                    <a:pt x="1591330" y="6981049"/>
                  </a:lnTo>
                  <a:lnTo>
                    <a:pt x="1662238" y="6981987"/>
                  </a:lnTo>
                  <a:lnTo>
                    <a:pt x="1747714" y="6983255"/>
                  </a:lnTo>
                  <a:lnTo>
                    <a:pt x="1843943" y="6984867"/>
                  </a:lnTo>
                  <a:lnTo>
                    <a:pt x="1946514" y="6986824"/>
                  </a:lnTo>
                  <a:lnTo>
                    <a:pt x="2051151" y="6989118"/>
                  </a:lnTo>
                  <a:lnTo>
                    <a:pt x="2154241" y="6991744"/>
                  </a:lnTo>
                  <a:lnTo>
                    <a:pt x="2253097" y="6994698"/>
                  </a:lnTo>
                  <a:lnTo>
                    <a:pt x="2345994" y="6997989"/>
                  </a:lnTo>
                  <a:lnTo>
                    <a:pt x="2432053" y="7001638"/>
                  </a:lnTo>
                  <a:lnTo>
                    <a:pt x="2511055" y="7005676"/>
                  </a:lnTo>
                  <a:lnTo>
                    <a:pt x="2583258" y="7010149"/>
                  </a:lnTo>
                  <a:lnTo>
                    <a:pt x="2649228" y="7015114"/>
                  </a:lnTo>
                  <a:lnTo>
                    <a:pt x="2709710" y="7020639"/>
                  </a:lnTo>
                  <a:lnTo>
                    <a:pt x="2765538" y="7026793"/>
                  </a:lnTo>
                  <a:lnTo>
                    <a:pt x="2817565" y="7033646"/>
                  </a:lnTo>
                  <a:lnTo>
                    <a:pt x="2866602" y="7041253"/>
                  </a:lnTo>
                  <a:lnTo>
                    <a:pt x="2896531" y="7046486"/>
                  </a:lnTo>
                  <a:lnTo>
                    <a:pt x="2951693" y="7057341"/>
                  </a:lnTo>
                  <a:lnTo>
                    <a:pt x="3005061" y="7069364"/>
                  </a:lnTo>
                  <a:lnTo>
                    <a:pt x="3057352" y="7082570"/>
                  </a:lnTo>
                  <a:lnTo>
                    <a:pt x="3109078" y="7096927"/>
                  </a:lnTo>
                  <a:lnTo>
                    <a:pt x="3160586" y="7112356"/>
                  </a:lnTo>
                  <a:lnTo>
                    <a:pt x="3212087" y="7128720"/>
                  </a:lnTo>
                  <a:lnTo>
                    <a:pt x="3263683" y="7145834"/>
                  </a:lnTo>
                  <a:lnTo>
                    <a:pt x="3315389" y="7163468"/>
                  </a:lnTo>
                  <a:lnTo>
                    <a:pt x="3367160" y="7181360"/>
                  </a:lnTo>
                  <a:lnTo>
                    <a:pt x="3418926" y="7199229"/>
                  </a:lnTo>
                  <a:lnTo>
                    <a:pt x="3470617" y="7216800"/>
                  </a:lnTo>
                  <a:lnTo>
                    <a:pt x="3522195" y="7233812"/>
                  </a:lnTo>
                  <a:lnTo>
                    <a:pt x="3573689" y="7250043"/>
                  </a:lnTo>
                  <a:lnTo>
                    <a:pt x="3625213" y="7265314"/>
                  </a:lnTo>
                  <a:lnTo>
                    <a:pt x="3676999" y="7279499"/>
                  </a:lnTo>
                  <a:lnTo>
                    <a:pt x="3729418" y="7292523"/>
                  </a:lnTo>
                  <a:lnTo>
                    <a:pt x="3783010" y="7304364"/>
                  </a:lnTo>
                  <a:lnTo>
                    <a:pt x="3829811" y="7313471"/>
                  </a:lnTo>
                  <a:lnTo>
                    <a:pt x="3877333" y="7321569"/>
                  </a:lnTo>
                  <a:lnTo>
                    <a:pt x="3927372" y="7328896"/>
                  </a:lnTo>
                  <a:lnTo>
                    <a:pt x="3980688" y="7335487"/>
                  </a:lnTo>
                  <a:lnTo>
                    <a:pt x="4038116" y="7341403"/>
                  </a:lnTo>
                  <a:lnTo>
                    <a:pt x="4100506" y="7346715"/>
                  </a:lnTo>
                  <a:lnTo>
                    <a:pt x="4168670" y="7351494"/>
                  </a:lnTo>
                  <a:lnTo>
                    <a:pt x="4243302" y="7355802"/>
                  </a:lnTo>
                  <a:lnTo>
                    <a:pt x="4324870" y="7359694"/>
                  </a:lnTo>
                  <a:lnTo>
                    <a:pt x="4413480" y="7363209"/>
                  </a:lnTo>
                  <a:lnTo>
                    <a:pt x="4508694" y="7366375"/>
                  </a:lnTo>
                  <a:lnTo>
                    <a:pt x="4609344" y="7369209"/>
                  </a:lnTo>
                  <a:lnTo>
                    <a:pt x="4713361" y="7371715"/>
                  </a:lnTo>
                  <a:lnTo>
                    <a:pt x="4817706" y="7373887"/>
                  </a:lnTo>
                  <a:lnTo>
                    <a:pt x="4918480" y="7375718"/>
                  </a:lnTo>
                  <a:lnTo>
                    <a:pt x="5011282" y="7377204"/>
                  </a:lnTo>
                  <a:lnTo>
                    <a:pt x="5091829" y="7378349"/>
                  </a:lnTo>
                  <a:lnTo>
                    <a:pt x="5156718" y="7379174"/>
                  </a:lnTo>
                  <a:lnTo>
                    <a:pt x="5204143" y="7379717"/>
                  </a:lnTo>
                  <a:lnTo>
                    <a:pt x="5234354" y="7380029"/>
                  </a:lnTo>
                  <a:lnTo>
                    <a:pt x="5249742" y="7380173"/>
                  </a:lnTo>
                  <a:lnTo>
                    <a:pt x="5254632" y="7380214"/>
                  </a:lnTo>
                  <a:lnTo>
                    <a:pt x="5254955" y="7380217"/>
                  </a:lnTo>
                  <a:lnTo>
                    <a:pt x="6726343" y="7380217"/>
                  </a:lnTo>
                  <a:lnTo>
                    <a:pt x="6727074" y="7380109"/>
                  </a:lnTo>
                  <a:lnTo>
                    <a:pt x="6731922" y="7379341"/>
                  </a:lnTo>
                  <a:lnTo>
                    <a:pt x="6744291" y="7377220"/>
                  </a:lnTo>
                  <a:lnTo>
                    <a:pt x="6766766" y="7373037"/>
                  </a:lnTo>
                  <a:lnTo>
                    <a:pt x="6801004" y="7366102"/>
                  </a:lnTo>
                  <a:lnTo>
                    <a:pt x="6847621" y="7355797"/>
                  </a:lnTo>
                  <a:lnTo>
                    <a:pt x="6906172" y="7341623"/>
                  </a:lnTo>
                  <a:lnTo>
                    <a:pt x="6975265" y="7323232"/>
                  </a:lnTo>
                  <a:lnTo>
                    <a:pt x="7052789" y="7300433"/>
                  </a:lnTo>
                  <a:lnTo>
                    <a:pt x="7136220" y="7273169"/>
                  </a:lnTo>
                  <a:lnTo>
                    <a:pt x="7222948" y="7241483"/>
                  </a:lnTo>
                  <a:lnTo>
                    <a:pt x="7310542" y="7205456"/>
                  </a:lnTo>
                  <a:lnTo>
                    <a:pt x="7396942" y="7165165"/>
                  </a:lnTo>
                  <a:lnTo>
                    <a:pt x="7480550" y="7120633"/>
                  </a:lnTo>
                  <a:lnTo>
                    <a:pt x="7560247" y="7071799"/>
                  </a:lnTo>
                  <a:lnTo>
                    <a:pt x="7635351" y="7018498"/>
                  </a:lnTo>
                  <a:lnTo>
                    <a:pt x="7705548" y="6960449"/>
                  </a:lnTo>
                  <a:lnTo>
                    <a:pt x="7770812" y="6897256"/>
                  </a:lnTo>
                  <a:lnTo>
                    <a:pt x="7831328" y="6828406"/>
                  </a:lnTo>
                  <a:lnTo>
                    <a:pt x="7887430" y="6753284"/>
                  </a:lnTo>
                  <a:lnTo>
                    <a:pt x="7939541" y="6671187"/>
                  </a:lnTo>
                  <a:lnTo>
                    <a:pt x="7988139" y="6581354"/>
                  </a:lnTo>
                  <a:lnTo>
                    <a:pt x="8033725" y="6483011"/>
                  </a:lnTo>
                  <a:lnTo>
                    <a:pt x="8076794" y="6375440"/>
                  </a:lnTo>
                  <a:lnTo>
                    <a:pt x="8117817" y="6258092"/>
                  </a:lnTo>
                  <a:lnTo>
                    <a:pt x="8151487" y="6150181"/>
                  </a:lnTo>
                  <a:lnTo>
                    <a:pt x="8176050" y="6064716"/>
                  </a:lnTo>
                  <a:lnTo>
                    <a:pt x="8200170" y="5975160"/>
                  </a:lnTo>
                  <a:lnTo>
                    <a:pt x="8223926" y="5881439"/>
                  </a:lnTo>
                  <a:lnTo>
                    <a:pt x="8247387" y="5783501"/>
                  </a:lnTo>
                  <a:lnTo>
                    <a:pt x="8270613" y="5681326"/>
                  </a:lnTo>
                  <a:lnTo>
                    <a:pt x="8293656" y="5574923"/>
                  </a:lnTo>
                  <a:lnTo>
                    <a:pt x="8316559" y="5464332"/>
                  </a:lnTo>
                  <a:lnTo>
                    <a:pt x="8339362" y="5349631"/>
                  </a:lnTo>
                  <a:lnTo>
                    <a:pt x="8362096" y="5230930"/>
                  </a:lnTo>
                  <a:lnTo>
                    <a:pt x="8384787" y="5108377"/>
                  </a:lnTo>
                  <a:lnTo>
                    <a:pt x="8407458" y="4982158"/>
                  </a:lnTo>
                  <a:lnTo>
                    <a:pt x="8430123" y="4852496"/>
                  </a:lnTo>
                  <a:lnTo>
                    <a:pt x="8452796" y="4719649"/>
                  </a:lnTo>
                  <a:lnTo>
                    <a:pt x="8475486" y="4583911"/>
                  </a:lnTo>
                  <a:lnTo>
                    <a:pt x="8498196" y="4445609"/>
                  </a:lnTo>
                  <a:lnTo>
                    <a:pt x="8520928" y="4305098"/>
                  </a:lnTo>
                  <a:lnTo>
                    <a:pt x="8543683" y="4162763"/>
                  </a:lnTo>
                  <a:lnTo>
                    <a:pt x="8566456" y="4019009"/>
                  </a:lnTo>
                  <a:lnTo>
                    <a:pt x="8589244" y="3874257"/>
                  </a:lnTo>
                  <a:lnTo>
                    <a:pt x="8612040" y="3728945"/>
                  </a:lnTo>
                  <a:lnTo>
                    <a:pt x="8634837" y="3583513"/>
                  </a:lnTo>
                  <a:lnTo>
                    <a:pt x="8657630" y="3438407"/>
                  </a:lnTo>
                  <a:lnTo>
                    <a:pt x="8680412" y="3294067"/>
                  </a:lnTo>
                  <a:lnTo>
                    <a:pt x="8703177" y="3150922"/>
                  </a:lnTo>
                  <a:lnTo>
                    <a:pt x="8725921" y="3009388"/>
                  </a:lnTo>
                  <a:lnTo>
                    <a:pt x="8748643" y="2869861"/>
                  </a:lnTo>
                  <a:lnTo>
                    <a:pt x="8771343" y="2732711"/>
                  </a:lnTo>
                  <a:lnTo>
                    <a:pt x="8794024" y="2598281"/>
                  </a:lnTo>
                  <a:lnTo>
                    <a:pt x="8816693" y="2466884"/>
                  </a:lnTo>
                  <a:lnTo>
                    <a:pt x="8839359" y="2338796"/>
                  </a:lnTo>
                  <a:lnTo>
                    <a:pt x="8862037" y="2214261"/>
                  </a:lnTo>
                  <a:lnTo>
                    <a:pt x="8884745" y="2093482"/>
                  </a:lnTo>
                  <a:lnTo>
                    <a:pt x="8907507" y="1976629"/>
                  </a:lnTo>
                  <a:lnTo>
                    <a:pt x="8930353" y="1863831"/>
                  </a:lnTo>
                  <a:lnTo>
                    <a:pt x="8953316" y="1755185"/>
                  </a:lnTo>
                  <a:lnTo>
                    <a:pt x="8976438" y="1650749"/>
                  </a:lnTo>
                  <a:lnTo>
                    <a:pt x="8999766" y="1550549"/>
                  </a:lnTo>
                  <a:lnTo>
                    <a:pt x="9023357" y="1454580"/>
                  </a:lnTo>
                  <a:lnTo>
                    <a:pt x="9047274" y="1362808"/>
                  </a:lnTo>
                  <a:lnTo>
                    <a:pt x="9071590" y="1275170"/>
                  </a:lnTo>
                  <a:lnTo>
                    <a:pt x="9084767" y="1230036"/>
                  </a:lnTo>
                  <a:lnTo>
                    <a:pt x="9124384" y="1104164"/>
                  </a:lnTo>
                  <a:lnTo>
                    <a:pt x="9165681" y="988284"/>
                  </a:lnTo>
                  <a:lnTo>
                    <a:pt x="9209091" y="882116"/>
                  </a:lnTo>
                  <a:lnTo>
                    <a:pt x="9255090" y="785077"/>
                  </a:lnTo>
                  <a:lnTo>
                    <a:pt x="9304176" y="696436"/>
                  </a:lnTo>
                  <a:lnTo>
                    <a:pt x="9356847" y="615416"/>
                  </a:lnTo>
                  <a:lnTo>
                    <a:pt x="9413576" y="541263"/>
                  </a:lnTo>
                  <a:lnTo>
                    <a:pt x="9474775" y="473285"/>
                  </a:lnTo>
                  <a:lnTo>
                    <a:pt x="9540761" y="410881"/>
                  </a:lnTo>
                  <a:lnTo>
                    <a:pt x="9611690" y="353556"/>
                  </a:lnTo>
                  <a:lnTo>
                    <a:pt x="9687500" y="300929"/>
                  </a:lnTo>
                  <a:lnTo>
                    <a:pt x="9767828" y="252739"/>
                  </a:lnTo>
                  <a:lnTo>
                    <a:pt x="9851930" y="208834"/>
                  </a:lnTo>
                  <a:lnTo>
                    <a:pt x="9938618" y="169170"/>
                  </a:lnTo>
                  <a:lnTo>
                    <a:pt x="10026224" y="133779"/>
                  </a:lnTo>
                  <a:lnTo>
                    <a:pt x="10112625" y="102740"/>
                  </a:lnTo>
                  <a:lnTo>
                    <a:pt x="10195349" y="76136"/>
                  </a:lnTo>
                  <a:lnTo>
                    <a:pt x="10271780" y="53994"/>
                  </a:lnTo>
                  <a:lnTo>
                    <a:pt x="10339435" y="36241"/>
                  </a:lnTo>
                  <a:lnTo>
                    <a:pt x="10396291" y="22665"/>
                  </a:lnTo>
                  <a:lnTo>
                    <a:pt x="10441082" y="12892"/>
                  </a:lnTo>
                  <a:lnTo>
                    <a:pt x="10473518" y="6405"/>
                  </a:lnTo>
                  <a:lnTo>
                    <a:pt x="10494373" y="2571"/>
                  </a:lnTo>
                  <a:lnTo>
                    <a:pt x="10505447" y="694"/>
                  </a:lnTo>
                  <a:lnTo>
                    <a:pt x="10509455" y="66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37" name="pl1837"/>
            <p:cNvSpPr/>
            <p:nvPr/>
          </p:nvSpPr>
          <p:spPr>
            <a:xfrm>
              <a:off x="4799595" y="3369689"/>
              <a:ext cx="11981298" cy="7380217"/>
            </a:xfrm>
            <a:custGeom>
              <a:avLst/>
              <a:pathLst>
                <a:path w="11981298" h="7380217">
                  <a:moveTo>
                    <a:pt x="11981298" y="0"/>
                  </a:moveTo>
                  <a:lnTo>
                    <a:pt x="10509911" y="0"/>
                  </a:lnTo>
                  <a:lnTo>
                    <a:pt x="10509180" y="108"/>
                  </a:lnTo>
                  <a:lnTo>
                    <a:pt x="10504331" y="876"/>
                  </a:lnTo>
                  <a:lnTo>
                    <a:pt x="10491963" y="2997"/>
                  </a:lnTo>
                  <a:lnTo>
                    <a:pt x="10469487" y="7180"/>
                  </a:lnTo>
                  <a:lnTo>
                    <a:pt x="10435249" y="14115"/>
                  </a:lnTo>
                  <a:lnTo>
                    <a:pt x="10388633" y="24420"/>
                  </a:lnTo>
                  <a:lnTo>
                    <a:pt x="10330081" y="38593"/>
                  </a:lnTo>
                  <a:lnTo>
                    <a:pt x="10260988" y="56984"/>
                  </a:lnTo>
                  <a:lnTo>
                    <a:pt x="10183465" y="79784"/>
                  </a:lnTo>
                  <a:lnTo>
                    <a:pt x="10100033" y="107047"/>
                  </a:lnTo>
                  <a:lnTo>
                    <a:pt x="10013305" y="138734"/>
                  </a:lnTo>
                  <a:lnTo>
                    <a:pt x="9925711" y="174761"/>
                  </a:lnTo>
                  <a:lnTo>
                    <a:pt x="9839312" y="215052"/>
                  </a:lnTo>
                  <a:lnTo>
                    <a:pt x="9755704" y="259584"/>
                  </a:lnTo>
                  <a:lnTo>
                    <a:pt x="9676007" y="308418"/>
                  </a:lnTo>
                  <a:lnTo>
                    <a:pt x="9600903" y="361719"/>
                  </a:lnTo>
                  <a:lnTo>
                    <a:pt x="9530706" y="419767"/>
                  </a:lnTo>
                  <a:lnTo>
                    <a:pt x="9465442" y="482961"/>
                  </a:lnTo>
                  <a:lnTo>
                    <a:pt x="9404925" y="551811"/>
                  </a:lnTo>
                  <a:lnTo>
                    <a:pt x="9348824" y="626933"/>
                  </a:lnTo>
                  <a:lnTo>
                    <a:pt x="9296713" y="709030"/>
                  </a:lnTo>
                  <a:lnTo>
                    <a:pt x="9248114" y="798862"/>
                  </a:lnTo>
                  <a:lnTo>
                    <a:pt x="9202528" y="897206"/>
                  </a:lnTo>
                  <a:lnTo>
                    <a:pt x="9159460" y="1004777"/>
                  </a:lnTo>
                  <a:lnTo>
                    <a:pt x="9118437" y="1122125"/>
                  </a:lnTo>
                  <a:lnTo>
                    <a:pt x="9084767" y="1230036"/>
                  </a:lnTo>
                  <a:lnTo>
                    <a:pt x="9060204" y="1315501"/>
                  </a:lnTo>
                  <a:lnTo>
                    <a:pt x="9036083" y="1405056"/>
                  </a:lnTo>
                  <a:lnTo>
                    <a:pt x="9012327" y="1498778"/>
                  </a:lnTo>
                  <a:lnTo>
                    <a:pt x="8988866" y="1596715"/>
                  </a:lnTo>
                  <a:lnTo>
                    <a:pt x="8965640" y="1698890"/>
                  </a:lnTo>
                  <a:lnTo>
                    <a:pt x="8942598" y="1805294"/>
                  </a:lnTo>
                  <a:lnTo>
                    <a:pt x="8919694" y="1915884"/>
                  </a:lnTo>
                  <a:lnTo>
                    <a:pt x="8896891" y="2030586"/>
                  </a:lnTo>
                  <a:lnTo>
                    <a:pt x="8874157" y="2149287"/>
                  </a:lnTo>
                  <a:lnTo>
                    <a:pt x="8851466" y="2271840"/>
                  </a:lnTo>
                  <a:lnTo>
                    <a:pt x="8828796" y="2398058"/>
                  </a:lnTo>
                  <a:lnTo>
                    <a:pt x="8806130" y="2527721"/>
                  </a:lnTo>
                  <a:lnTo>
                    <a:pt x="8783457" y="2660568"/>
                  </a:lnTo>
                  <a:lnTo>
                    <a:pt x="8760768" y="2796305"/>
                  </a:lnTo>
                  <a:lnTo>
                    <a:pt x="8738058" y="2934608"/>
                  </a:lnTo>
                  <a:lnTo>
                    <a:pt x="8715325" y="3075118"/>
                  </a:lnTo>
                  <a:lnTo>
                    <a:pt x="8692570" y="3217453"/>
                  </a:lnTo>
                  <a:lnTo>
                    <a:pt x="8669797" y="3361208"/>
                  </a:lnTo>
                  <a:lnTo>
                    <a:pt x="8647009" y="3505959"/>
                  </a:lnTo>
                  <a:lnTo>
                    <a:pt x="8624214" y="3651272"/>
                  </a:lnTo>
                  <a:lnTo>
                    <a:pt x="8601416" y="3796703"/>
                  </a:lnTo>
                  <a:lnTo>
                    <a:pt x="8578623" y="3941809"/>
                  </a:lnTo>
                  <a:lnTo>
                    <a:pt x="8555842" y="4086150"/>
                  </a:lnTo>
                  <a:lnTo>
                    <a:pt x="8533077" y="4229294"/>
                  </a:lnTo>
                  <a:lnTo>
                    <a:pt x="8510332" y="4370828"/>
                  </a:lnTo>
                  <a:lnTo>
                    <a:pt x="8487610" y="4510356"/>
                  </a:lnTo>
                  <a:lnTo>
                    <a:pt x="8464910" y="4647506"/>
                  </a:lnTo>
                  <a:lnTo>
                    <a:pt x="8442229" y="4781935"/>
                  </a:lnTo>
                  <a:lnTo>
                    <a:pt x="8419560" y="4913332"/>
                  </a:lnTo>
                  <a:lnTo>
                    <a:pt x="8396894" y="5041420"/>
                  </a:lnTo>
                  <a:lnTo>
                    <a:pt x="8374217" y="5165956"/>
                  </a:lnTo>
                  <a:lnTo>
                    <a:pt x="8351508" y="5286734"/>
                  </a:lnTo>
                  <a:lnTo>
                    <a:pt x="8328746" y="5403588"/>
                  </a:lnTo>
                  <a:lnTo>
                    <a:pt x="8305901" y="5516385"/>
                  </a:lnTo>
                  <a:lnTo>
                    <a:pt x="8282938" y="5625032"/>
                  </a:lnTo>
                  <a:lnTo>
                    <a:pt x="8259816" y="5729468"/>
                  </a:lnTo>
                  <a:lnTo>
                    <a:pt x="8236487" y="5829668"/>
                  </a:lnTo>
                  <a:lnTo>
                    <a:pt x="8212896" y="5925636"/>
                  </a:lnTo>
                  <a:lnTo>
                    <a:pt x="8188980" y="6017408"/>
                  </a:lnTo>
                  <a:lnTo>
                    <a:pt x="8164663" y="6105047"/>
                  </a:lnTo>
                  <a:lnTo>
                    <a:pt x="8151487" y="6150181"/>
                  </a:lnTo>
                  <a:lnTo>
                    <a:pt x="8111869" y="6276052"/>
                  </a:lnTo>
                  <a:lnTo>
                    <a:pt x="8070572" y="6391932"/>
                  </a:lnTo>
                  <a:lnTo>
                    <a:pt x="8027162" y="6498100"/>
                  </a:lnTo>
                  <a:lnTo>
                    <a:pt x="7981163" y="6595139"/>
                  </a:lnTo>
                  <a:lnTo>
                    <a:pt x="7932077" y="6683780"/>
                  </a:lnTo>
                  <a:lnTo>
                    <a:pt x="7879406" y="6764800"/>
                  </a:lnTo>
                  <a:lnTo>
                    <a:pt x="7822678" y="6838954"/>
                  </a:lnTo>
                  <a:lnTo>
                    <a:pt x="7761478" y="6906932"/>
                  </a:lnTo>
                  <a:lnTo>
                    <a:pt x="7695493" y="6969336"/>
                  </a:lnTo>
                  <a:lnTo>
                    <a:pt x="7624563" y="7026661"/>
                  </a:lnTo>
                  <a:lnTo>
                    <a:pt x="7548753" y="7079287"/>
                  </a:lnTo>
                  <a:lnTo>
                    <a:pt x="7468426" y="7127478"/>
                  </a:lnTo>
                  <a:lnTo>
                    <a:pt x="7384324" y="7171382"/>
                  </a:lnTo>
                  <a:lnTo>
                    <a:pt x="7297635" y="7211047"/>
                  </a:lnTo>
                  <a:lnTo>
                    <a:pt x="7210029" y="7246438"/>
                  </a:lnTo>
                  <a:lnTo>
                    <a:pt x="7123628" y="7277476"/>
                  </a:lnTo>
                  <a:lnTo>
                    <a:pt x="7040904" y="7304081"/>
                  </a:lnTo>
                  <a:lnTo>
                    <a:pt x="6964473" y="7326223"/>
                  </a:lnTo>
                  <a:lnTo>
                    <a:pt x="6896818" y="7343975"/>
                  </a:lnTo>
                  <a:lnTo>
                    <a:pt x="6839962" y="7357552"/>
                  </a:lnTo>
                  <a:lnTo>
                    <a:pt x="6795171" y="7367324"/>
                  </a:lnTo>
                  <a:lnTo>
                    <a:pt x="6762735" y="7373812"/>
                  </a:lnTo>
                  <a:lnTo>
                    <a:pt x="6741880" y="7377646"/>
                  </a:lnTo>
                  <a:lnTo>
                    <a:pt x="6730806" y="7379522"/>
                  </a:lnTo>
                  <a:lnTo>
                    <a:pt x="6726798" y="7380150"/>
                  </a:lnTo>
                  <a:lnTo>
                    <a:pt x="6726343" y="7380217"/>
                  </a:lnTo>
                  <a:lnTo>
                    <a:pt x="5254955" y="7380217"/>
                  </a:lnTo>
                  <a:lnTo>
                    <a:pt x="5253719" y="7380207"/>
                  </a:lnTo>
                  <a:lnTo>
                    <a:pt x="5245610" y="7380135"/>
                  </a:lnTo>
                  <a:lnTo>
                    <a:pt x="5225220" y="7379938"/>
                  </a:lnTo>
                  <a:lnTo>
                    <a:pt x="5188895" y="7379549"/>
                  </a:lnTo>
                  <a:lnTo>
                    <a:pt x="5135012" y="7378909"/>
                  </a:lnTo>
                  <a:lnTo>
                    <a:pt x="5064104" y="7377970"/>
                  </a:lnTo>
                  <a:lnTo>
                    <a:pt x="4978628" y="7376702"/>
                  </a:lnTo>
                  <a:lnTo>
                    <a:pt x="4882399" y="7375090"/>
                  </a:lnTo>
                  <a:lnTo>
                    <a:pt x="4779828" y="7373133"/>
                  </a:lnTo>
                  <a:lnTo>
                    <a:pt x="4675191" y="7370839"/>
                  </a:lnTo>
                  <a:lnTo>
                    <a:pt x="4572101" y="7368213"/>
                  </a:lnTo>
                  <a:lnTo>
                    <a:pt x="4473245" y="7365259"/>
                  </a:lnTo>
                  <a:lnTo>
                    <a:pt x="4380348" y="7361968"/>
                  </a:lnTo>
                  <a:lnTo>
                    <a:pt x="4294289" y="7358319"/>
                  </a:lnTo>
                  <a:lnTo>
                    <a:pt x="4215287" y="7354281"/>
                  </a:lnTo>
                  <a:lnTo>
                    <a:pt x="4143084" y="7349808"/>
                  </a:lnTo>
                  <a:lnTo>
                    <a:pt x="4077115" y="7344843"/>
                  </a:lnTo>
                  <a:lnTo>
                    <a:pt x="4016632" y="7339318"/>
                  </a:lnTo>
                  <a:lnTo>
                    <a:pt x="3960804" y="7333164"/>
                  </a:lnTo>
                  <a:lnTo>
                    <a:pt x="3908777" y="7326311"/>
                  </a:lnTo>
                  <a:lnTo>
                    <a:pt x="3859740" y="7318704"/>
                  </a:lnTo>
                  <a:lnTo>
                    <a:pt x="3829811" y="7313471"/>
                  </a:lnTo>
                  <a:lnTo>
                    <a:pt x="3774649" y="7302616"/>
                  </a:lnTo>
                  <a:lnTo>
                    <a:pt x="3721281" y="7290593"/>
                  </a:lnTo>
                  <a:lnTo>
                    <a:pt x="3668990" y="7277388"/>
                  </a:lnTo>
                  <a:lnTo>
                    <a:pt x="3617264" y="7263030"/>
                  </a:lnTo>
                  <a:lnTo>
                    <a:pt x="3565757" y="7247601"/>
                  </a:lnTo>
                  <a:lnTo>
                    <a:pt x="3514255" y="7231237"/>
                  </a:lnTo>
                  <a:lnTo>
                    <a:pt x="3462659" y="7214123"/>
                  </a:lnTo>
                  <a:lnTo>
                    <a:pt x="3410954" y="7196489"/>
                  </a:lnTo>
                  <a:lnTo>
                    <a:pt x="3359182" y="7178597"/>
                  </a:lnTo>
                  <a:lnTo>
                    <a:pt x="3307416" y="7160728"/>
                  </a:lnTo>
                  <a:lnTo>
                    <a:pt x="3255726" y="7143157"/>
                  </a:lnTo>
                  <a:lnTo>
                    <a:pt x="3204147" y="7126145"/>
                  </a:lnTo>
                  <a:lnTo>
                    <a:pt x="3152654" y="7109914"/>
                  </a:lnTo>
                  <a:lnTo>
                    <a:pt x="3101129" y="7094643"/>
                  </a:lnTo>
                  <a:lnTo>
                    <a:pt x="3049343" y="7080458"/>
                  </a:lnTo>
                  <a:lnTo>
                    <a:pt x="2996924" y="7067434"/>
                  </a:lnTo>
                  <a:lnTo>
                    <a:pt x="2943332" y="7055593"/>
                  </a:lnTo>
                  <a:lnTo>
                    <a:pt x="2896531" y="7046486"/>
                  </a:lnTo>
                  <a:lnTo>
                    <a:pt x="2849009" y="7038388"/>
                  </a:lnTo>
                  <a:lnTo>
                    <a:pt x="2798970" y="7031061"/>
                  </a:lnTo>
                  <a:lnTo>
                    <a:pt x="2745654" y="7024470"/>
                  </a:lnTo>
                  <a:lnTo>
                    <a:pt x="2688227" y="7018554"/>
                  </a:lnTo>
                  <a:lnTo>
                    <a:pt x="2625836" y="7013242"/>
                  </a:lnTo>
                  <a:lnTo>
                    <a:pt x="2557672" y="7008463"/>
                  </a:lnTo>
                  <a:lnTo>
                    <a:pt x="2483040" y="7004155"/>
                  </a:lnTo>
                  <a:lnTo>
                    <a:pt x="2401472" y="7000263"/>
                  </a:lnTo>
                  <a:lnTo>
                    <a:pt x="2312863" y="6996749"/>
                  </a:lnTo>
                  <a:lnTo>
                    <a:pt x="2217648" y="6993582"/>
                  </a:lnTo>
                  <a:lnTo>
                    <a:pt x="2116998" y="6990748"/>
                  </a:lnTo>
                  <a:lnTo>
                    <a:pt x="2012981" y="6988243"/>
                  </a:lnTo>
                  <a:lnTo>
                    <a:pt x="1908636" y="6986070"/>
                  </a:lnTo>
                  <a:lnTo>
                    <a:pt x="1807862" y="6984239"/>
                  </a:lnTo>
                  <a:lnTo>
                    <a:pt x="1715060" y="6982753"/>
                  </a:lnTo>
                  <a:lnTo>
                    <a:pt x="1634513" y="6981608"/>
                  </a:lnTo>
                  <a:lnTo>
                    <a:pt x="1569624" y="6980783"/>
                  </a:lnTo>
                  <a:lnTo>
                    <a:pt x="1522199" y="6980240"/>
                  </a:lnTo>
                  <a:lnTo>
                    <a:pt x="1491988" y="6979928"/>
                  </a:lnTo>
                  <a:lnTo>
                    <a:pt x="1476601" y="6979784"/>
                  </a:lnTo>
                  <a:lnTo>
                    <a:pt x="1471710" y="6979743"/>
                  </a:lnTo>
                  <a:lnTo>
                    <a:pt x="1471387" y="6979740"/>
                  </a:lnTo>
                  <a:lnTo>
                    <a:pt x="0" y="697974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38" name="pg1838"/>
            <p:cNvSpPr/>
            <p:nvPr/>
          </p:nvSpPr>
          <p:spPr>
            <a:xfrm>
              <a:off x="4799595" y="6426391"/>
              <a:ext cx="11981298" cy="3857655"/>
            </a:xfrm>
            <a:custGeom>
              <a:avLst/>
              <a:pathLst>
                <a:path w="11981298" h="3857655">
                  <a:moveTo>
                    <a:pt x="0" y="3857655"/>
                  </a:moveTo>
                  <a:lnTo>
                    <a:pt x="1471387" y="3857655"/>
                  </a:lnTo>
                  <a:lnTo>
                    <a:pt x="1472468" y="3857571"/>
                  </a:lnTo>
                  <a:lnTo>
                    <a:pt x="1479579" y="3856972"/>
                  </a:lnTo>
                  <a:lnTo>
                    <a:pt x="1497534" y="3855317"/>
                  </a:lnTo>
                  <a:lnTo>
                    <a:pt x="1529705" y="3852058"/>
                  </a:lnTo>
                  <a:lnTo>
                    <a:pt x="1577798" y="3846683"/>
                  </a:lnTo>
                  <a:lnTo>
                    <a:pt x="1641720" y="3838770"/>
                  </a:lnTo>
                  <a:lnTo>
                    <a:pt x="1719698" y="3828021"/>
                  </a:lnTo>
                  <a:lnTo>
                    <a:pt x="1808676" y="3814278"/>
                  </a:lnTo>
                  <a:lnTo>
                    <a:pt x="1904898" y="3797502"/>
                  </a:lnTo>
                  <a:lnTo>
                    <a:pt x="2004516" y="3777734"/>
                  </a:lnTo>
                  <a:lnTo>
                    <a:pt x="2104091" y="3755038"/>
                  </a:lnTo>
                  <a:lnTo>
                    <a:pt x="2200885" y="3729457"/>
                  </a:lnTo>
                  <a:lnTo>
                    <a:pt x="2292970" y="3700969"/>
                  </a:lnTo>
                  <a:lnTo>
                    <a:pt x="2379188" y="3669465"/>
                  </a:lnTo>
                  <a:lnTo>
                    <a:pt x="2459022" y="3634736"/>
                  </a:lnTo>
                  <a:lnTo>
                    <a:pt x="2532451" y="3596467"/>
                  </a:lnTo>
                  <a:lnTo>
                    <a:pt x="2599796" y="3554245"/>
                  </a:lnTo>
                  <a:lnTo>
                    <a:pt x="2661603" y="3507570"/>
                  </a:lnTo>
                  <a:lnTo>
                    <a:pt x="2718548" y="3455870"/>
                  </a:lnTo>
                  <a:lnTo>
                    <a:pt x="2771364" y="3398546"/>
                  </a:lnTo>
                  <a:lnTo>
                    <a:pt x="2820792" y="3335027"/>
                  </a:lnTo>
                  <a:lnTo>
                    <a:pt x="2867538" y="3264873"/>
                  </a:lnTo>
                  <a:lnTo>
                    <a:pt x="2896531" y="3216074"/>
                  </a:lnTo>
                  <a:lnTo>
                    <a:pt x="2929684" y="3155197"/>
                  </a:lnTo>
                  <a:lnTo>
                    <a:pt x="2962077" y="3090380"/>
                  </a:lnTo>
                  <a:lnTo>
                    <a:pt x="2993893" y="3021544"/>
                  </a:lnTo>
                  <a:lnTo>
                    <a:pt x="3025282" y="2948655"/>
                  </a:lnTo>
                  <a:lnTo>
                    <a:pt x="3056370" y="2871737"/>
                  </a:lnTo>
                  <a:lnTo>
                    <a:pt x="3087257" y="2790870"/>
                  </a:lnTo>
                  <a:lnTo>
                    <a:pt x="3118024" y="2706195"/>
                  </a:lnTo>
                  <a:lnTo>
                    <a:pt x="3148732" y="2617918"/>
                  </a:lnTo>
                  <a:lnTo>
                    <a:pt x="3179426" y="2526313"/>
                  </a:lnTo>
                  <a:lnTo>
                    <a:pt x="3210138" y="2431713"/>
                  </a:lnTo>
                  <a:lnTo>
                    <a:pt x="3240884" y="2334517"/>
                  </a:lnTo>
                  <a:lnTo>
                    <a:pt x="3271671" y="2235173"/>
                  </a:lnTo>
                  <a:lnTo>
                    <a:pt x="3302497" y="2134180"/>
                  </a:lnTo>
                  <a:lnTo>
                    <a:pt x="3333352" y="2032074"/>
                  </a:lnTo>
                  <a:lnTo>
                    <a:pt x="3364223" y="1929413"/>
                  </a:lnTo>
                  <a:lnTo>
                    <a:pt x="3395093" y="1826773"/>
                  </a:lnTo>
                  <a:lnTo>
                    <a:pt x="3425947" y="1724724"/>
                  </a:lnTo>
                  <a:lnTo>
                    <a:pt x="3456770" y="1623828"/>
                  </a:lnTo>
                  <a:lnTo>
                    <a:pt x="3487554" y="1524615"/>
                  </a:lnTo>
                  <a:lnTo>
                    <a:pt x="3518298" y="1427581"/>
                  </a:lnTo>
                  <a:lnTo>
                    <a:pt x="3549007" y="1333174"/>
                  </a:lnTo>
                  <a:lnTo>
                    <a:pt x="3579702" y="1241785"/>
                  </a:lnTo>
                  <a:lnTo>
                    <a:pt x="3610412" y="1153746"/>
                  </a:lnTo>
                  <a:lnTo>
                    <a:pt x="3641185" y="1069325"/>
                  </a:lnTo>
                  <a:lnTo>
                    <a:pt x="3672083" y="988723"/>
                  </a:lnTo>
                  <a:lnTo>
                    <a:pt x="3703188" y="912077"/>
                  </a:lnTo>
                  <a:lnTo>
                    <a:pt x="3734602" y="839465"/>
                  </a:lnTo>
                  <a:lnTo>
                    <a:pt x="3766452" y="770904"/>
                  </a:lnTo>
                  <a:lnTo>
                    <a:pt x="3798890" y="706359"/>
                  </a:lnTo>
                  <a:lnTo>
                    <a:pt x="3829811" y="649753"/>
                  </a:lnTo>
                  <a:lnTo>
                    <a:pt x="3875167" y="575220"/>
                  </a:lnTo>
                  <a:lnTo>
                    <a:pt x="3922791" y="507463"/>
                  </a:lnTo>
                  <a:lnTo>
                    <a:pt x="3973340" y="446207"/>
                  </a:lnTo>
                  <a:lnTo>
                    <a:pt x="4027539" y="390953"/>
                  </a:lnTo>
                  <a:lnTo>
                    <a:pt x="4086132" y="341108"/>
                  </a:lnTo>
                  <a:lnTo>
                    <a:pt x="4149837" y="296080"/>
                  </a:lnTo>
                  <a:lnTo>
                    <a:pt x="4219292" y="255318"/>
                  </a:lnTo>
                  <a:lnTo>
                    <a:pt x="4294978" y="218350"/>
                  </a:lnTo>
                  <a:lnTo>
                    <a:pt x="4377108" y="184798"/>
                  </a:lnTo>
                  <a:lnTo>
                    <a:pt x="4465502" y="154386"/>
                  </a:lnTo>
                  <a:lnTo>
                    <a:pt x="4559433" y="126940"/>
                  </a:lnTo>
                  <a:lnTo>
                    <a:pt x="4657479" y="102384"/>
                  </a:lnTo>
                  <a:lnTo>
                    <a:pt x="4757423" y="80723"/>
                  </a:lnTo>
                  <a:lnTo>
                    <a:pt x="4856257" y="62012"/>
                  </a:lnTo>
                  <a:lnTo>
                    <a:pt x="4950351" y="46313"/>
                  </a:lnTo>
                  <a:lnTo>
                    <a:pt x="5035823" y="33645"/>
                  </a:lnTo>
                  <a:lnTo>
                    <a:pt x="5109096" y="23930"/>
                  </a:lnTo>
                  <a:lnTo>
                    <a:pt x="5167510" y="16961"/>
                  </a:lnTo>
                  <a:lnTo>
                    <a:pt x="5209856" y="12393"/>
                  </a:lnTo>
                  <a:lnTo>
                    <a:pt x="5236683" y="9766"/>
                  </a:lnTo>
                  <a:lnTo>
                    <a:pt x="5250315" y="8550"/>
                  </a:lnTo>
                  <a:lnTo>
                    <a:pt x="5254660" y="8195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479" y="8241"/>
                  </a:lnTo>
                  <a:lnTo>
                    <a:pt x="6734950" y="8733"/>
                  </a:lnTo>
                  <a:lnTo>
                    <a:pt x="6753785" y="10091"/>
                  </a:lnTo>
                  <a:lnTo>
                    <a:pt x="6787462" y="12766"/>
                  </a:lnTo>
                  <a:lnTo>
                    <a:pt x="6837663" y="17172"/>
                  </a:lnTo>
                  <a:lnTo>
                    <a:pt x="6904147" y="23650"/>
                  </a:lnTo>
                  <a:lnTo>
                    <a:pt x="6984897" y="32432"/>
                  </a:lnTo>
                  <a:lnTo>
                    <a:pt x="7076584" y="43637"/>
                  </a:lnTo>
                  <a:lnTo>
                    <a:pt x="7175209" y="57286"/>
                  </a:lnTo>
                  <a:lnTo>
                    <a:pt x="7276759" y="73339"/>
                  </a:lnTo>
                  <a:lnTo>
                    <a:pt x="7377720" y="91745"/>
                  </a:lnTo>
                  <a:lnTo>
                    <a:pt x="7475361" y="112476"/>
                  </a:lnTo>
                  <a:lnTo>
                    <a:pt x="7567822" y="135563"/>
                  </a:lnTo>
                  <a:lnTo>
                    <a:pt x="7654040" y="161113"/>
                  </a:lnTo>
                  <a:lnTo>
                    <a:pt x="7733608" y="189318"/>
                  </a:lnTo>
                  <a:lnTo>
                    <a:pt x="7806605" y="220456"/>
                  </a:lnTo>
                  <a:lnTo>
                    <a:pt x="7873445" y="254887"/>
                  </a:lnTo>
                  <a:lnTo>
                    <a:pt x="7934749" y="293039"/>
                  </a:lnTo>
                  <a:lnTo>
                    <a:pt x="7991254" y="335392"/>
                  </a:lnTo>
                  <a:lnTo>
                    <a:pt x="8043739" y="382437"/>
                  </a:lnTo>
                  <a:lnTo>
                    <a:pt x="8092977" y="434617"/>
                  </a:lnTo>
                  <a:lnTo>
                    <a:pt x="8139686" y="492224"/>
                  </a:lnTo>
                  <a:lnTo>
                    <a:pt x="8151487" y="508088"/>
                  </a:lnTo>
                  <a:lnTo>
                    <a:pt x="8188315" y="561046"/>
                  </a:lnTo>
                  <a:lnTo>
                    <a:pt x="8224230" y="617812"/>
                  </a:lnTo>
                  <a:lnTo>
                    <a:pt x="8259475" y="678465"/>
                  </a:lnTo>
                  <a:lnTo>
                    <a:pt x="8294247" y="743023"/>
                  </a:lnTo>
                  <a:lnTo>
                    <a:pt x="8328705" y="811437"/>
                  </a:lnTo>
                  <a:lnTo>
                    <a:pt x="8362974" y="883589"/>
                  </a:lnTo>
                  <a:lnTo>
                    <a:pt x="8397146" y="959284"/>
                  </a:lnTo>
                  <a:lnTo>
                    <a:pt x="8431291" y="1038248"/>
                  </a:lnTo>
                  <a:lnTo>
                    <a:pt x="8465454" y="1120134"/>
                  </a:lnTo>
                  <a:lnTo>
                    <a:pt x="8499659" y="1204518"/>
                  </a:lnTo>
                  <a:lnTo>
                    <a:pt x="8533916" y="1290914"/>
                  </a:lnTo>
                  <a:lnTo>
                    <a:pt x="8568217" y="1378780"/>
                  </a:lnTo>
                  <a:lnTo>
                    <a:pt x="8602550" y="1467534"/>
                  </a:lnTo>
                  <a:lnTo>
                    <a:pt x="8636893" y="1556567"/>
                  </a:lnTo>
                  <a:lnTo>
                    <a:pt x="8671224" y="1645264"/>
                  </a:lnTo>
                  <a:lnTo>
                    <a:pt x="8705522" y="1733017"/>
                  </a:lnTo>
                  <a:lnTo>
                    <a:pt x="8739773" y="1819249"/>
                  </a:lnTo>
                  <a:lnTo>
                    <a:pt x="8773974" y="1903420"/>
                  </a:lnTo>
                  <a:lnTo>
                    <a:pt x="8808134" y="1985051"/>
                  </a:lnTo>
                  <a:lnTo>
                    <a:pt x="8842279" y="2063726"/>
                  </a:lnTo>
                  <a:lnTo>
                    <a:pt x="8876458" y="2139102"/>
                  </a:lnTo>
                  <a:lnTo>
                    <a:pt x="8910739" y="2210913"/>
                  </a:lnTo>
                  <a:lnTo>
                    <a:pt x="8945220" y="2278973"/>
                  </a:lnTo>
                  <a:lnTo>
                    <a:pt x="8980029" y="2343169"/>
                  </a:lnTo>
                  <a:lnTo>
                    <a:pt x="9015328" y="2403459"/>
                  </a:lnTo>
                  <a:lnTo>
                    <a:pt x="9051316" y="2459868"/>
                  </a:lnTo>
                  <a:lnTo>
                    <a:pt x="9084767" y="2507748"/>
                  </a:lnTo>
                  <a:lnTo>
                    <a:pt x="9130924" y="2566780"/>
                  </a:lnTo>
                  <a:lnTo>
                    <a:pt x="9179440" y="2620351"/>
                  </a:lnTo>
                  <a:lnTo>
                    <a:pt x="9231008" y="2668691"/>
                  </a:lnTo>
                  <a:lnTo>
                    <a:pt x="9286393" y="2712217"/>
                  </a:lnTo>
                  <a:lnTo>
                    <a:pt x="9346377" y="2751413"/>
                  </a:lnTo>
                  <a:lnTo>
                    <a:pt x="9411713" y="2786767"/>
                  </a:lnTo>
                  <a:lnTo>
                    <a:pt x="9483060" y="2818722"/>
                  </a:lnTo>
                  <a:lnTo>
                    <a:pt x="9560897" y="2847659"/>
                  </a:lnTo>
                  <a:lnTo>
                    <a:pt x="9645404" y="2873877"/>
                  </a:lnTo>
                  <a:lnTo>
                    <a:pt x="9736315" y="2897590"/>
                  </a:lnTo>
                  <a:lnTo>
                    <a:pt x="9832755" y="2918928"/>
                  </a:lnTo>
                  <a:lnTo>
                    <a:pt x="9933081" y="2937939"/>
                  </a:lnTo>
                  <a:lnTo>
                    <a:pt x="10034788" y="2954608"/>
                  </a:lnTo>
                  <a:lnTo>
                    <a:pt x="10134546" y="2968886"/>
                  </a:lnTo>
                  <a:lnTo>
                    <a:pt x="10228431" y="2980727"/>
                  </a:lnTo>
                  <a:lnTo>
                    <a:pt x="10312382" y="2990132"/>
                  </a:lnTo>
                  <a:lnTo>
                    <a:pt x="10382829" y="2997191"/>
                  </a:lnTo>
                  <a:lnTo>
                    <a:pt x="10437361" y="3002107"/>
                  </a:lnTo>
                  <a:lnTo>
                    <a:pt x="10475247" y="3005193"/>
                  </a:lnTo>
                  <a:lnTo>
                    <a:pt x="10497672" y="3006851"/>
                  </a:lnTo>
                  <a:lnTo>
                    <a:pt x="10507670" y="3007524"/>
                  </a:lnTo>
                  <a:lnTo>
                    <a:pt x="10509911" y="3007663"/>
                  </a:lnTo>
                  <a:lnTo>
                    <a:pt x="11981298" y="3007663"/>
                  </a:lnTo>
                  <a:lnTo>
                    <a:pt x="11981298" y="2999490"/>
                  </a:lnTo>
                  <a:lnTo>
                    <a:pt x="10509911" y="2999490"/>
                  </a:lnTo>
                  <a:lnTo>
                    <a:pt x="10508774" y="2999421"/>
                  </a:lnTo>
                  <a:lnTo>
                    <a:pt x="10501303" y="2998929"/>
                  </a:lnTo>
                  <a:lnTo>
                    <a:pt x="10482468" y="2997571"/>
                  </a:lnTo>
                  <a:lnTo>
                    <a:pt x="10448791" y="2994897"/>
                  </a:lnTo>
                  <a:lnTo>
                    <a:pt x="10398590" y="2990490"/>
                  </a:lnTo>
                  <a:lnTo>
                    <a:pt x="10332106" y="2984013"/>
                  </a:lnTo>
                  <a:lnTo>
                    <a:pt x="10251356" y="2975230"/>
                  </a:lnTo>
                  <a:lnTo>
                    <a:pt x="10159669" y="2964025"/>
                  </a:lnTo>
                  <a:lnTo>
                    <a:pt x="10061044" y="2950377"/>
                  </a:lnTo>
                  <a:lnTo>
                    <a:pt x="9959494" y="2934323"/>
                  </a:lnTo>
                  <a:lnTo>
                    <a:pt x="9858533" y="2915918"/>
                  </a:lnTo>
                  <a:lnTo>
                    <a:pt x="9760892" y="2895186"/>
                  </a:lnTo>
                  <a:lnTo>
                    <a:pt x="9668431" y="2872099"/>
                  </a:lnTo>
                  <a:lnTo>
                    <a:pt x="9582213" y="2846549"/>
                  </a:lnTo>
                  <a:lnTo>
                    <a:pt x="9502645" y="2818344"/>
                  </a:lnTo>
                  <a:lnTo>
                    <a:pt x="9429648" y="2787206"/>
                  </a:lnTo>
                  <a:lnTo>
                    <a:pt x="9362808" y="2752776"/>
                  </a:lnTo>
                  <a:lnTo>
                    <a:pt x="9301504" y="2714623"/>
                  </a:lnTo>
                  <a:lnTo>
                    <a:pt x="9244999" y="2672270"/>
                  </a:lnTo>
                  <a:lnTo>
                    <a:pt x="9192514" y="2625225"/>
                  </a:lnTo>
                  <a:lnTo>
                    <a:pt x="9143276" y="2573045"/>
                  </a:lnTo>
                  <a:lnTo>
                    <a:pt x="9096567" y="2515438"/>
                  </a:lnTo>
                  <a:lnTo>
                    <a:pt x="9084767" y="2499575"/>
                  </a:lnTo>
                  <a:lnTo>
                    <a:pt x="9047938" y="2446617"/>
                  </a:lnTo>
                  <a:lnTo>
                    <a:pt x="9012023" y="2389850"/>
                  </a:lnTo>
                  <a:lnTo>
                    <a:pt x="8976778" y="2329197"/>
                  </a:lnTo>
                  <a:lnTo>
                    <a:pt x="8942006" y="2264640"/>
                  </a:lnTo>
                  <a:lnTo>
                    <a:pt x="8907548" y="2196225"/>
                  </a:lnTo>
                  <a:lnTo>
                    <a:pt x="8873280" y="2124073"/>
                  </a:lnTo>
                  <a:lnTo>
                    <a:pt x="8839107" y="2048379"/>
                  </a:lnTo>
                  <a:lnTo>
                    <a:pt x="8804962" y="1969414"/>
                  </a:lnTo>
                  <a:lnTo>
                    <a:pt x="8770799" y="1887529"/>
                  </a:lnTo>
                  <a:lnTo>
                    <a:pt x="8736594" y="1803144"/>
                  </a:lnTo>
                  <a:lnTo>
                    <a:pt x="8702338" y="1716748"/>
                  </a:lnTo>
                  <a:lnTo>
                    <a:pt x="8668036" y="1628882"/>
                  </a:lnTo>
                  <a:lnTo>
                    <a:pt x="8633703" y="1540128"/>
                  </a:lnTo>
                  <a:lnTo>
                    <a:pt x="8599360" y="1451095"/>
                  </a:lnTo>
                  <a:lnTo>
                    <a:pt x="8565029" y="1362399"/>
                  </a:lnTo>
                  <a:lnTo>
                    <a:pt x="8530731" y="1274645"/>
                  </a:lnTo>
                  <a:lnTo>
                    <a:pt x="8496480" y="1188414"/>
                  </a:lnTo>
                  <a:lnTo>
                    <a:pt x="8462279" y="1104242"/>
                  </a:lnTo>
                  <a:lnTo>
                    <a:pt x="8428119" y="1022611"/>
                  </a:lnTo>
                  <a:lnTo>
                    <a:pt x="8393974" y="943937"/>
                  </a:lnTo>
                  <a:lnTo>
                    <a:pt x="8359796" y="868561"/>
                  </a:lnTo>
                  <a:lnTo>
                    <a:pt x="8325514" y="796749"/>
                  </a:lnTo>
                  <a:lnTo>
                    <a:pt x="8291033" y="728689"/>
                  </a:lnTo>
                  <a:lnTo>
                    <a:pt x="8256224" y="664493"/>
                  </a:lnTo>
                  <a:lnTo>
                    <a:pt x="8220926" y="604203"/>
                  </a:lnTo>
                  <a:lnTo>
                    <a:pt x="8184937" y="547794"/>
                  </a:lnTo>
                  <a:lnTo>
                    <a:pt x="8151487" y="499915"/>
                  </a:lnTo>
                  <a:lnTo>
                    <a:pt x="8105329" y="440883"/>
                  </a:lnTo>
                  <a:lnTo>
                    <a:pt x="8056814" y="387312"/>
                  </a:lnTo>
                  <a:lnTo>
                    <a:pt x="8005245" y="338971"/>
                  </a:lnTo>
                  <a:lnTo>
                    <a:pt x="7949860" y="295446"/>
                  </a:lnTo>
                  <a:lnTo>
                    <a:pt x="7889876" y="256249"/>
                  </a:lnTo>
                  <a:lnTo>
                    <a:pt x="7824540" y="220896"/>
                  </a:lnTo>
                  <a:lnTo>
                    <a:pt x="7753193" y="188940"/>
                  </a:lnTo>
                  <a:lnTo>
                    <a:pt x="7675356" y="160003"/>
                  </a:lnTo>
                  <a:lnTo>
                    <a:pt x="7590849" y="133785"/>
                  </a:lnTo>
                  <a:lnTo>
                    <a:pt x="7499938" y="110072"/>
                  </a:lnTo>
                  <a:lnTo>
                    <a:pt x="7403498" y="88734"/>
                  </a:lnTo>
                  <a:lnTo>
                    <a:pt x="7303172" y="69724"/>
                  </a:lnTo>
                  <a:lnTo>
                    <a:pt x="7201465" y="53055"/>
                  </a:lnTo>
                  <a:lnTo>
                    <a:pt x="7101707" y="38776"/>
                  </a:lnTo>
                  <a:lnTo>
                    <a:pt x="7007822" y="26935"/>
                  </a:lnTo>
                  <a:lnTo>
                    <a:pt x="6923871" y="17530"/>
                  </a:lnTo>
                  <a:lnTo>
                    <a:pt x="6853424" y="10471"/>
                  </a:lnTo>
                  <a:lnTo>
                    <a:pt x="6798892" y="5556"/>
                  </a:lnTo>
                  <a:lnTo>
                    <a:pt x="6761006" y="2469"/>
                  </a:lnTo>
                  <a:lnTo>
                    <a:pt x="6738581" y="811"/>
                  </a:lnTo>
                  <a:lnTo>
                    <a:pt x="6728583" y="138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875" y="84"/>
                  </a:lnTo>
                  <a:lnTo>
                    <a:pt x="5246763" y="682"/>
                  </a:lnTo>
                  <a:lnTo>
                    <a:pt x="5228808" y="2337"/>
                  </a:lnTo>
                  <a:lnTo>
                    <a:pt x="5196637" y="5597"/>
                  </a:lnTo>
                  <a:lnTo>
                    <a:pt x="5148545" y="10971"/>
                  </a:lnTo>
                  <a:lnTo>
                    <a:pt x="5084622" y="18884"/>
                  </a:lnTo>
                  <a:lnTo>
                    <a:pt x="5006644" y="29633"/>
                  </a:lnTo>
                  <a:lnTo>
                    <a:pt x="4917666" y="43377"/>
                  </a:lnTo>
                  <a:lnTo>
                    <a:pt x="4821444" y="60152"/>
                  </a:lnTo>
                  <a:lnTo>
                    <a:pt x="4721826" y="79921"/>
                  </a:lnTo>
                  <a:lnTo>
                    <a:pt x="4622251" y="102616"/>
                  </a:lnTo>
                  <a:lnTo>
                    <a:pt x="4525457" y="128197"/>
                  </a:lnTo>
                  <a:lnTo>
                    <a:pt x="4433372" y="156685"/>
                  </a:lnTo>
                  <a:lnTo>
                    <a:pt x="4347155" y="188189"/>
                  </a:lnTo>
                  <a:lnTo>
                    <a:pt x="4267320" y="222919"/>
                  </a:lnTo>
                  <a:lnTo>
                    <a:pt x="4193891" y="261188"/>
                  </a:lnTo>
                  <a:lnTo>
                    <a:pt x="4126546" y="303409"/>
                  </a:lnTo>
                  <a:lnTo>
                    <a:pt x="4064739" y="350085"/>
                  </a:lnTo>
                  <a:lnTo>
                    <a:pt x="4007794" y="401784"/>
                  </a:lnTo>
                  <a:lnTo>
                    <a:pt x="3954978" y="459108"/>
                  </a:lnTo>
                  <a:lnTo>
                    <a:pt x="3905550" y="522627"/>
                  </a:lnTo>
                  <a:lnTo>
                    <a:pt x="3858804" y="592781"/>
                  </a:lnTo>
                  <a:lnTo>
                    <a:pt x="3829811" y="641580"/>
                  </a:lnTo>
                  <a:lnTo>
                    <a:pt x="3796658" y="702457"/>
                  </a:lnTo>
                  <a:lnTo>
                    <a:pt x="3764265" y="767274"/>
                  </a:lnTo>
                  <a:lnTo>
                    <a:pt x="3732449" y="836111"/>
                  </a:lnTo>
                  <a:lnTo>
                    <a:pt x="3701060" y="908999"/>
                  </a:lnTo>
                  <a:lnTo>
                    <a:pt x="3669972" y="985917"/>
                  </a:lnTo>
                  <a:lnTo>
                    <a:pt x="3639085" y="1066784"/>
                  </a:lnTo>
                  <a:lnTo>
                    <a:pt x="3608318" y="1151460"/>
                  </a:lnTo>
                  <a:lnTo>
                    <a:pt x="3577610" y="1239736"/>
                  </a:lnTo>
                  <a:lnTo>
                    <a:pt x="3546916" y="1331341"/>
                  </a:lnTo>
                  <a:lnTo>
                    <a:pt x="3516204" y="1425941"/>
                  </a:lnTo>
                  <a:lnTo>
                    <a:pt x="3485458" y="1523138"/>
                  </a:lnTo>
                  <a:lnTo>
                    <a:pt x="3454671" y="1622481"/>
                  </a:lnTo>
                  <a:lnTo>
                    <a:pt x="3423845" y="1723474"/>
                  </a:lnTo>
                  <a:lnTo>
                    <a:pt x="3392990" y="1825581"/>
                  </a:lnTo>
                  <a:lnTo>
                    <a:pt x="3362119" y="1928241"/>
                  </a:lnTo>
                  <a:lnTo>
                    <a:pt x="3331249" y="2030881"/>
                  </a:lnTo>
                  <a:lnTo>
                    <a:pt x="3300395" y="2132930"/>
                  </a:lnTo>
                  <a:lnTo>
                    <a:pt x="3269572" y="2233827"/>
                  </a:lnTo>
                  <a:lnTo>
                    <a:pt x="3238788" y="2333039"/>
                  </a:lnTo>
                  <a:lnTo>
                    <a:pt x="3208045" y="2430073"/>
                  </a:lnTo>
                  <a:lnTo>
                    <a:pt x="3177335" y="2524480"/>
                  </a:lnTo>
                  <a:lnTo>
                    <a:pt x="3146641" y="2615869"/>
                  </a:lnTo>
                  <a:lnTo>
                    <a:pt x="3115930" y="2703908"/>
                  </a:lnTo>
                  <a:lnTo>
                    <a:pt x="3085157" y="2788329"/>
                  </a:lnTo>
                  <a:lnTo>
                    <a:pt x="3054259" y="2868932"/>
                  </a:lnTo>
                  <a:lnTo>
                    <a:pt x="3023154" y="2945577"/>
                  </a:lnTo>
                  <a:lnTo>
                    <a:pt x="2991740" y="3018189"/>
                  </a:lnTo>
                  <a:lnTo>
                    <a:pt x="2959890" y="3086750"/>
                  </a:lnTo>
                  <a:lnTo>
                    <a:pt x="2927452" y="3151296"/>
                  </a:lnTo>
                  <a:lnTo>
                    <a:pt x="2896531" y="3207901"/>
                  </a:lnTo>
                  <a:lnTo>
                    <a:pt x="2851175" y="3282434"/>
                  </a:lnTo>
                  <a:lnTo>
                    <a:pt x="2803551" y="3350191"/>
                  </a:lnTo>
                  <a:lnTo>
                    <a:pt x="2753002" y="3411447"/>
                  </a:lnTo>
                  <a:lnTo>
                    <a:pt x="2698803" y="3466702"/>
                  </a:lnTo>
                  <a:lnTo>
                    <a:pt x="2640211" y="3516546"/>
                  </a:lnTo>
                  <a:lnTo>
                    <a:pt x="2576506" y="3561575"/>
                  </a:lnTo>
                  <a:lnTo>
                    <a:pt x="2507050" y="3602337"/>
                  </a:lnTo>
                  <a:lnTo>
                    <a:pt x="2431364" y="3639304"/>
                  </a:lnTo>
                  <a:lnTo>
                    <a:pt x="2349234" y="3672856"/>
                  </a:lnTo>
                  <a:lnTo>
                    <a:pt x="2260840" y="3703268"/>
                  </a:lnTo>
                  <a:lnTo>
                    <a:pt x="2166909" y="3730714"/>
                  </a:lnTo>
                  <a:lnTo>
                    <a:pt x="2068863" y="3755270"/>
                  </a:lnTo>
                  <a:lnTo>
                    <a:pt x="1968919" y="3776932"/>
                  </a:lnTo>
                  <a:lnTo>
                    <a:pt x="1870085" y="3795643"/>
                  </a:lnTo>
                  <a:lnTo>
                    <a:pt x="1775992" y="3811341"/>
                  </a:lnTo>
                  <a:lnTo>
                    <a:pt x="1690519" y="3824009"/>
                  </a:lnTo>
                  <a:lnTo>
                    <a:pt x="1617246" y="3833724"/>
                  </a:lnTo>
                  <a:lnTo>
                    <a:pt x="1558832" y="3840693"/>
                  </a:lnTo>
                  <a:lnTo>
                    <a:pt x="1516486" y="3845261"/>
                  </a:lnTo>
                  <a:lnTo>
                    <a:pt x="1489659" y="3847888"/>
                  </a:lnTo>
                  <a:lnTo>
                    <a:pt x="1476027" y="3849104"/>
                  </a:lnTo>
                  <a:lnTo>
                    <a:pt x="1471682" y="3849459"/>
                  </a:lnTo>
                  <a:lnTo>
                    <a:pt x="1471387" y="3849482"/>
                  </a:lnTo>
                  <a:lnTo>
                    <a:pt x="0" y="3849482"/>
                  </a:lnTo>
                  <a:close/>
                </a:path>
              </a:pathLst>
            </a:custGeom>
            <a:solidFill>
              <a:srgbClr val="6FA8DC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839" name="pl1839"/>
            <p:cNvSpPr/>
            <p:nvPr/>
          </p:nvSpPr>
          <p:spPr>
            <a:xfrm>
              <a:off x="4799595" y="6434564"/>
              <a:ext cx="11981298" cy="3849482"/>
            </a:xfrm>
            <a:custGeom>
              <a:avLst/>
              <a:pathLst>
                <a:path w="11981298" h="3849482">
                  <a:moveTo>
                    <a:pt x="0" y="3849482"/>
                  </a:moveTo>
                  <a:lnTo>
                    <a:pt x="1471387" y="3849482"/>
                  </a:lnTo>
                  <a:lnTo>
                    <a:pt x="1472468" y="3849398"/>
                  </a:lnTo>
                  <a:lnTo>
                    <a:pt x="1479579" y="3848799"/>
                  </a:lnTo>
                  <a:lnTo>
                    <a:pt x="1497534" y="3847144"/>
                  </a:lnTo>
                  <a:lnTo>
                    <a:pt x="1529705" y="3843885"/>
                  </a:lnTo>
                  <a:lnTo>
                    <a:pt x="1577798" y="3838510"/>
                  </a:lnTo>
                  <a:lnTo>
                    <a:pt x="1641720" y="3830597"/>
                  </a:lnTo>
                  <a:lnTo>
                    <a:pt x="1719698" y="3819848"/>
                  </a:lnTo>
                  <a:lnTo>
                    <a:pt x="1808676" y="3806105"/>
                  </a:lnTo>
                  <a:lnTo>
                    <a:pt x="1904898" y="3789329"/>
                  </a:lnTo>
                  <a:lnTo>
                    <a:pt x="2004516" y="3769561"/>
                  </a:lnTo>
                  <a:lnTo>
                    <a:pt x="2104091" y="3746865"/>
                  </a:lnTo>
                  <a:lnTo>
                    <a:pt x="2200885" y="3721284"/>
                  </a:lnTo>
                  <a:lnTo>
                    <a:pt x="2292970" y="3692796"/>
                  </a:lnTo>
                  <a:lnTo>
                    <a:pt x="2379188" y="3661292"/>
                  </a:lnTo>
                  <a:lnTo>
                    <a:pt x="2459022" y="3626563"/>
                  </a:lnTo>
                  <a:lnTo>
                    <a:pt x="2532451" y="3588294"/>
                  </a:lnTo>
                  <a:lnTo>
                    <a:pt x="2599796" y="3546072"/>
                  </a:lnTo>
                  <a:lnTo>
                    <a:pt x="2661603" y="3499397"/>
                  </a:lnTo>
                  <a:lnTo>
                    <a:pt x="2718548" y="3447697"/>
                  </a:lnTo>
                  <a:lnTo>
                    <a:pt x="2771364" y="3390373"/>
                  </a:lnTo>
                  <a:lnTo>
                    <a:pt x="2820792" y="3326854"/>
                  </a:lnTo>
                  <a:lnTo>
                    <a:pt x="2867538" y="3256700"/>
                  </a:lnTo>
                  <a:lnTo>
                    <a:pt x="2896531" y="3207901"/>
                  </a:lnTo>
                  <a:lnTo>
                    <a:pt x="2929684" y="3147024"/>
                  </a:lnTo>
                  <a:lnTo>
                    <a:pt x="2962077" y="3082207"/>
                  </a:lnTo>
                  <a:lnTo>
                    <a:pt x="2993893" y="3013371"/>
                  </a:lnTo>
                  <a:lnTo>
                    <a:pt x="3025282" y="2940482"/>
                  </a:lnTo>
                  <a:lnTo>
                    <a:pt x="3056370" y="2863564"/>
                  </a:lnTo>
                  <a:lnTo>
                    <a:pt x="3087257" y="2782697"/>
                  </a:lnTo>
                  <a:lnTo>
                    <a:pt x="3118024" y="2698022"/>
                  </a:lnTo>
                  <a:lnTo>
                    <a:pt x="3148732" y="2609745"/>
                  </a:lnTo>
                  <a:lnTo>
                    <a:pt x="3179426" y="2518140"/>
                  </a:lnTo>
                  <a:lnTo>
                    <a:pt x="3210138" y="2423540"/>
                  </a:lnTo>
                  <a:lnTo>
                    <a:pt x="3240884" y="2326344"/>
                  </a:lnTo>
                  <a:lnTo>
                    <a:pt x="3271671" y="2227000"/>
                  </a:lnTo>
                  <a:lnTo>
                    <a:pt x="3302497" y="2126007"/>
                  </a:lnTo>
                  <a:lnTo>
                    <a:pt x="3333352" y="2023901"/>
                  </a:lnTo>
                  <a:lnTo>
                    <a:pt x="3364223" y="1921240"/>
                  </a:lnTo>
                  <a:lnTo>
                    <a:pt x="3395093" y="1818600"/>
                  </a:lnTo>
                  <a:lnTo>
                    <a:pt x="3425947" y="1716551"/>
                  </a:lnTo>
                  <a:lnTo>
                    <a:pt x="3456770" y="1615655"/>
                  </a:lnTo>
                  <a:lnTo>
                    <a:pt x="3487554" y="1516442"/>
                  </a:lnTo>
                  <a:lnTo>
                    <a:pt x="3518298" y="1419408"/>
                  </a:lnTo>
                  <a:lnTo>
                    <a:pt x="3549007" y="1325001"/>
                  </a:lnTo>
                  <a:lnTo>
                    <a:pt x="3579702" y="1233612"/>
                  </a:lnTo>
                  <a:lnTo>
                    <a:pt x="3610412" y="1145573"/>
                  </a:lnTo>
                  <a:lnTo>
                    <a:pt x="3641185" y="1061152"/>
                  </a:lnTo>
                  <a:lnTo>
                    <a:pt x="3672083" y="980550"/>
                  </a:lnTo>
                  <a:lnTo>
                    <a:pt x="3703188" y="903904"/>
                  </a:lnTo>
                  <a:lnTo>
                    <a:pt x="3734602" y="831292"/>
                  </a:lnTo>
                  <a:lnTo>
                    <a:pt x="3766452" y="762731"/>
                  </a:lnTo>
                  <a:lnTo>
                    <a:pt x="3798890" y="698186"/>
                  </a:lnTo>
                  <a:lnTo>
                    <a:pt x="3829811" y="641580"/>
                  </a:lnTo>
                  <a:lnTo>
                    <a:pt x="3875167" y="567047"/>
                  </a:lnTo>
                  <a:lnTo>
                    <a:pt x="3922791" y="499290"/>
                  </a:lnTo>
                  <a:lnTo>
                    <a:pt x="3973340" y="438034"/>
                  </a:lnTo>
                  <a:lnTo>
                    <a:pt x="4027539" y="382780"/>
                  </a:lnTo>
                  <a:lnTo>
                    <a:pt x="4086132" y="332935"/>
                  </a:lnTo>
                  <a:lnTo>
                    <a:pt x="4149837" y="287907"/>
                  </a:lnTo>
                  <a:lnTo>
                    <a:pt x="4219292" y="247145"/>
                  </a:lnTo>
                  <a:lnTo>
                    <a:pt x="4294978" y="210177"/>
                  </a:lnTo>
                  <a:lnTo>
                    <a:pt x="4377108" y="176625"/>
                  </a:lnTo>
                  <a:lnTo>
                    <a:pt x="4465502" y="146213"/>
                  </a:lnTo>
                  <a:lnTo>
                    <a:pt x="4559433" y="118767"/>
                  </a:lnTo>
                  <a:lnTo>
                    <a:pt x="4657479" y="94211"/>
                  </a:lnTo>
                  <a:lnTo>
                    <a:pt x="4757423" y="72550"/>
                  </a:lnTo>
                  <a:lnTo>
                    <a:pt x="4856257" y="53839"/>
                  </a:lnTo>
                  <a:lnTo>
                    <a:pt x="4950351" y="38140"/>
                  </a:lnTo>
                  <a:lnTo>
                    <a:pt x="5035823" y="25472"/>
                  </a:lnTo>
                  <a:lnTo>
                    <a:pt x="5109096" y="15757"/>
                  </a:lnTo>
                  <a:lnTo>
                    <a:pt x="5167510" y="8788"/>
                  </a:lnTo>
                  <a:lnTo>
                    <a:pt x="5209856" y="4220"/>
                  </a:lnTo>
                  <a:lnTo>
                    <a:pt x="5236683" y="1593"/>
                  </a:lnTo>
                  <a:lnTo>
                    <a:pt x="5250315" y="377"/>
                  </a:lnTo>
                  <a:lnTo>
                    <a:pt x="5254660" y="22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479" y="68"/>
                  </a:lnTo>
                  <a:lnTo>
                    <a:pt x="6734950" y="560"/>
                  </a:lnTo>
                  <a:lnTo>
                    <a:pt x="6753785" y="1918"/>
                  </a:lnTo>
                  <a:lnTo>
                    <a:pt x="6787462" y="4593"/>
                  </a:lnTo>
                  <a:lnTo>
                    <a:pt x="6837663" y="8999"/>
                  </a:lnTo>
                  <a:lnTo>
                    <a:pt x="6904147" y="15477"/>
                  </a:lnTo>
                  <a:lnTo>
                    <a:pt x="6984897" y="24259"/>
                  </a:lnTo>
                  <a:lnTo>
                    <a:pt x="7076584" y="35464"/>
                  </a:lnTo>
                  <a:lnTo>
                    <a:pt x="7175209" y="49113"/>
                  </a:lnTo>
                  <a:lnTo>
                    <a:pt x="7276759" y="65166"/>
                  </a:lnTo>
                  <a:lnTo>
                    <a:pt x="7377720" y="83572"/>
                  </a:lnTo>
                  <a:lnTo>
                    <a:pt x="7475361" y="104303"/>
                  </a:lnTo>
                  <a:lnTo>
                    <a:pt x="7567822" y="127390"/>
                  </a:lnTo>
                  <a:lnTo>
                    <a:pt x="7654040" y="152940"/>
                  </a:lnTo>
                  <a:lnTo>
                    <a:pt x="7733608" y="181145"/>
                  </a:lnTo>
                  <a:lnTo>
                    <a:pt x="7806605" y="212283"/>
                  </a:lnTo>
                  <a:lnTo>
                    <a:pt x="7873445" y="246714"/>
                  </a:lnTo>
                  <a:lnTo>
                    <a:pt x="7934749" y="284866"/>
                  </a:lnTo>
                  <a:lnTo>
                    <a:pt x="7991254" y="327219"/>
                  </a:lnTo>
                  <a:lnTo>
                    <a:pt x="8043739" y="374264"/>
                  </a:lnTo>
                  <a:lnTo>
                    <a:pt x="8092977" y="426444"/>
                  </a:lnTo>
                  <a:lnTo>
                    <a:pt x="8139686" y="484051"/>
                  </a:lnTo>
                  <a:lnTo>
                    <a:pt x="8151487" y="499915"/>
                  </a:lnTo>
                  <a:lnTo>
                    <a:pt x="8188315" y="552873"/>
                  </a:lnTo>
                  <a:lnTo>
                    <a:pt x="8224230" y="609639"/>
                  </a:lnTo>
                  <a:lnTo>
                    <a:pt x="8259475" y="670292"/>
                  </a:lnTo>
                  <a:lnTo>
                    <a:pt x="8294247" y="734850"/>
                  </a:lnTo>
                  <a:lnTo>
                    <a:pt x="8328705" y="803264"/>
                  </a:lnTo>
                  <a:lnTo>
                    <a:pt x="8362974" y="875416"/>
                  </a:lnTo>
                  <a:lnTo>
                    <a:pt x="8397146" y="951111"/>
                  </a:lnTo>
                  <a:lnTo>
                    <a:pt x="8431291" y="1030075"/>
                  </a:lnTo>
                  <a:lnTo>
                    <a:pt x="8465454" y="1111961"/>
                  </a:lnTo>
                  <a:lnTo>
                    <a:pt x="8499659" y="1196345"/>
                  </a:lnTo>
                  <a:lnTo>
                    <a:pt x="8533916" y="1282741"/>
                  </a:lnTo>
                  <a:lnTo>
                    <a:pt x="8568217" y="1370607"/>
                  </a:lnTo>
                  <a:lnTo>
                    <a:pt x="8602550" y="1459361"/>
                  </a:lnTo>
                  <a:lnTo>
                    <a:pt x="8636893" y="1548394"/>
                  </a:lnTo>
                  <a:lnTo>
                    <a:pt x="8671224" y="1637091"/>
                  </a:lnTo>
                  <a:lnTo>
                    <a:pt x="8705522" y="1724844"/>
                  </a:lnTo>
                  <a:lnTo>
                    <a:pt x="8739773" y="1811076"/>
                  </a:lnTo>
                  <a:lnTo>
                    <a:pt x="8773974" y="1895247"/>
                  </a:lnTo>
                  <a:lnTo>
                    <a:pt x="8808134" y="1976878"/>
                  </a:lnTo>
                  <a:lnTo>
                    <a:pt x="8842279" y="2055553"/>
                  </a:lnTo>
                  <a:lnTo>
                    <a:pt x="8876458" y="2130929"/>
                  </a:lnTo>
                  <a:lnTo>
                    <a:pt x="8910739" y="2202740"/>
                  </a:lnTo>
                  <a:lnTo>
                    <a:pt x="8945220" y="2270800"/>
                  </a:lnTo>
                  <a:lnTo>
                    <a:pt x="8980029" y="2334996"/>
                  </a:lnTo>
                  <a:lnTo>
                    <a:pt x="9015328" y="2395286"/>
                  </a:lnTo>
                  <a:lnTo>
                    <a:pt x="9051316" y="2451695"/>
                  </a:lnTo>
                  <a:lnTo>
                    <a:pt x="9084767" y="2499575"/>
                  </a:lnTo>
                  <a:lnTo>
                    <a:pt x="9130924" y="2558607"/>
                  </a:lnTo>
                  <a:lnTo>
                    <a:pt x="9179440" y="2612178"/>
                  </a:lnTo>
                  <a:lnTo>
                    <a:pt x="9231008" y="2660518"/>
                  </a:lnTo>
                  <a:lnTo>
                    <a:pt x="9286393" y="2704044"/>
                  </a:lnTo>
                  <a:lnTo>
                    <a:pt x="9346377" y="2743240"/>
                  </a:lnTo>
                  <a:lnTo>
                    <a:pt x="9411713" y="2778594"/>
                  </a:lnTo>
                  <a:lnTo>
                    <a:pt x="9483060" y="2810549"/>
                  </a:lnTo>
                  <a:lnTo>
                    <a:pt x="9560897" y="2839486"/>
                  </a:lnTo>
                  <a:lnTo>
                    <a:pt x="9645404" y="2865704"/>
                  </a:lnTo>
                  <a:lnTo>
                    <a:pt x="9736315" y="2889417"/>
                  </a:lnTo>
                  <a:lnTo>
                    <a:pt x="9832755" y="2910755"/>
                  </a:lnTo>
                  <a:lnTo>
                    <a:pt x="9933081" y="2929766"/>
                  </a:lnTo>
                  <a:lnTo>
                    <a:pt x="10034788" y="2946435"/>
                  </a:lnTo>
                  <a:lnTo>
                    <a:pt x="10134546" y="2960713"/>
                  </a:lnTo>
                  <a:lnTo>
                    <a:pt x="10228431" y="2972554"/>
                  </a:lnTo>
                  <a:lnTo>
                    <a:pt x="10312382" y="2981959"/>
                  </a:lnTo>
                  <a:lnTo>
                    <a:pt x="10382829" y="2989018"/>
                  </a:lnTo>
                  <a:lnTo>
                    <a:pt x="10437361" y="2993934"/>
                  </a:lnTo>
                  <a:lnTo>
                    <a:pt x="10475247" y="2997020"/>
                  </a:lnTo>
                  <a:lnTo>
                    <a:pt x="10497672" y="2998678"/>
                  </a:lnTo>
                  <a:lnTo>
                    <a:pt x="10507670" y="2999351"/>
                  </a:lnTo>
                  <a:lnTo>
                    <a:pt x="10509890" y="2999489"/>
                  </a:lnTo>
                  <a:lnTo>
                    <a:pt x="10509911" y="2999490"/>
                  </a:lnTo>
                  <a:lnTo>
                    <a:pt x="11981298" y="299949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40" name="pl1840"/>
            <p:cNvSpPr/>
            <p:nvPr/>
          </p:nvSpPr>
          <p:spPr>
            <a:xfrm>
              <a:off x="4799595" y="6426391"/>
              <a:ext cx="11981298" cy="3849482"/>
            </a:xfrm>
            <a:custGeom>
              <a:avLst/>
              <a:pathLst>
                <a:path w="11981298" h="3849482">
                  <a:moveTo>
                    <a:pt x="11981298" y="2999490"/>
                  </a:moveTo>
                  <a:lnTo>
                    <a:pt x="10509911" y="2999490"/>
                  </a:lnTo>
                  <a:lnTo>
                    <a:pt x="10508774" y="2999421"/>
                  </a:lnTo>
                  <a:lnTo>
                    <a:pt x="10501303" y="2998929"/>
                  </a:lnTo>
                  <a:lnTo>
                    <a:pt x="10482468" y="2997571"/>
                  </a:lnTo>
                  <a:lnTo>
                    <a:pt x="10448791" y="2994897"/>
                  </a:lnTo>
                  <a:lnTo>
                    <a:pt x="10398590" y="2990490"/>
                  </a:lnTo>
                  <a:lnTo>
                    <a:pt x="10332106" y="2984013"/>
                  </a:lnTo>
                  <a:lnTo>
                    <a:pt x="10251356" y="2975230"/>
                  </a:lnTo>
                  <a:lnTo>
                    <a:pt x="10159669" y="2964025"/>
                  </a:lnTo>
                  <a:lnTo>
                    <a:pt x="10061044" y="2950377"/>
                  </a:lnTo>
                  <a:lnTo>
                    <a:pt x="9959494" y="2934323"/>
                  </a:lnTo>
                  <a:lnTo>
                    <a:pt x="9858533" y="2915918"/>
                  </a:lnTo>
                  <a:lnTo>
                    <a:pt x="9760892" y="2895186"/>
                  </a:lnTo>
                  <a:lnTo>
                    <a:pt x="9668431" y="2872099"/>
                  </a:lnTo>
                  <a:lnTo>
                    <a:pt x="9582213" y="2846549"/>
                  </a:lnTo>
                  <a:lnTo>
                    <a:pt x="9502645" y="2818344"/>
                  </a:lnTo>
                  <a:lnTo>
                    <a:pt x="9429648" y="2787206"/>
                  </a:lnTo>
                  <a:lnTo>
                    <a:pt x="9362808" y="2752776"/>
                  </a:lnTo>
                  <a:lnTo>
                    <a:pt x="9301504" y="2714623"/>
                  </a:lnTo>
                  <a:lnTo>
                    <a:pt x="9244999" y="2672270"/>
                  </a:lnTo>
                  <a:lnTo>
                    <a:pt x="9192514" y="2625225"/>
                  </a:lnTo>
                  <a:lnTo>
                    <a:pt x="9143276" y="2573045"/>
                  </a:lnTo>
                  <a:lnTo>
                    <a:pt x="9096567" y="2515438"/>
                  </a:lnTo>
                  <a:lnTo>
                    <a:pt x="9084767" y="2499575"/>
                  </a:lnTo>
                  <a:lnTo>
                    <a:pt x="9047938" y="2446617"/>
                  </a:lnTo>
                  <a:lnTo>
                    <a:pt x="9012023" y="2389850"/>
                  </a:lnTo>
                  <a:lnTo>
                    <a:pt x="8976778" y="2329197"/>
                  </a:lnTo>
                  <a:lnTo>
                    <a:pt x="8942006" y="2264640"/>
                  </a:lnTo>
                  <a:lnTo>
                    <a:pt x="8907548" y="2196225"/>
                  </a:lnTo>
                  <a:lnTo>
                    <a:pt x="8873280" y="2124073"/>
                  </a:lnTo>
                  <a:lnTo>
                    <a:pt x="8839107" y="2048379"/>
                  </a:lnTo>
                  <a:lnTo>
                    <a:pt x="8804962" y="1969414"/>
                  </a:lnTo>
                  <a:lnTo>
                    <a:pt x="8770799" y="1887529"/>
                  </a:lnTo>
                  <a:lnTo>
                    <a:pt x="8736594" y="1803144"/>
                  </a:lnTo>
                  <a:lnTo>
                    <a:pt x="8702338" y="1716748"/>
                  </a:lnTo>
                  <a:lnTo>
                    <a:pt x="8668036" y="1628882"/>
                  </a:lnTo>
                  <a:lnTo>
                    <a:pt x="8633703" y="1540128"/>
                  </a:lnTo>
                  <a:lnTo>
                    <a:pt x="8599360" y="1451095"/>
                  </a:lnTo>
                  <a:lnTo>
                    <a:pt x="8565029" y="1362399"/>
                  </a:lnTo>
                  <a:lnTo>
                    <a:pt x="8530731" y="1274645"/>
                  </a:lnTo>
                  <a:lnTo>
                    <a:pt x="8496480" y="1188414"/>
                  </a:lnTo>
                  <a:lnTo>
                    <a:pt x="8462279" y="1104242"/>
                  </a:lnTo>
                  <a:lnTo>
                    <a:pt x="8428119" y="1022611"/>
                  </a:lnTo>
                  <a:lnTo>
                    <a:pt x="8393974" y="943937"/>
                  </a:lnTo>
                  <a:lnTo>
                    <a:pt x="8359796" y="868561"/>
                  </a:lnTo>
                  <a:lnTo>
                    <a:pt x="8325514" y="796749"/>
                  </a:lnTo>
                  <a:lnTo>
                    <a:pt x="8291033" y="728689"/>
                  </a:lnTo>
                  <a:lnTo>
                    <a:pt x="8256224" y="664493"/>
                  </a:lnTo>
                  <a:lnTo>
                    <a:pt x="8220926" y="604203"/>
                  </a:lnTo>
                  <a:lnTo>
                    <a:pt x="8184937" y="547794"/>
                  </a:lnTo>
                  <a:lnTo>
                    <a:pt x="8151487" y="499915"/>
                  </a:lnTo>
                  <a:lnTo>
                    <a:pt x="8105329" y="440883"/>
                  </a:lnTo>
                  <a:lnTo>
                    <a:pt x="8056814" y="387312"/>
                  </a:lnTo>
                  <a:lnTo>
                    <a:pt x="8005245" y="338971"/>
                  </a:lnTo>
                  <a:lnTo>
                    <a:pt x="7949860" y="295446"/>
                  </a:lnTo>
                  <a:lnTo>
                    <a:pt x="7889876" y="256249"/>
                  </a:lnTo>
                  <a:lnTo>
                    <a:pt x="7824540" y="220896"/>
                  </a:lnTo>
                  <a:lnTo>
                    <a:pt x="7753193" y="188940"/>
                  </a:lnTo>
                  <a:lnTo>
                    <a:pt x="7675356" y="160003"/>
                  </a:lnTo>
                  <a:lnTo>
                    <a:pt x="7590849" y="133785"/>
                  </a:lnTo>
                  <a:lnTo>
                    <a:pt x="7499938" y="110072"/>
                  </a:lnTo>
                  <a:lnTo>
                    <a:pt x="7403498" y="88734"/>
                  </a:lnTo>
                  <a:lnTo>
                    <a:pt x="7303172" y="69724"/>
                  </a:lnTo>
                  <a:lnTo>
                    <a:pt x="7201465" y="53055"/>
                  </a:lnTo>
                  <a:lnTo>
                    <a:pt x="7101707" y="38776"/>
                  </a:lnTo>
                  <a:lnTo>
                    <a:pt x="7007822" y="26935"/>
                  </a:lnTo>
                  <a:lnTo>
                    <a:pt x="6923871" y="17530"/>
                  </a:lnTo>
                  <a:lnTo>
                    <a:pt x="6853424" y="10471"/>
                  </a:lnTo>
                  <a:lnTo>
                    <a:pt x="6798892" y="5556"/>
                  </a:lnTo>
                  <a:lnTo>
                    <a:pt x="6761006" y="2469"/>
                  </a:lnTo>
                  <a:lnTo>
                    <a:pt x="6738581" y="811"/>
                  </a:lnTo>
                  <a:lnTo>
                    <a:pt x="6728583" y="138"/>
                  </a:lnTo>
                  <a:lnTo>
                    <a:pt x="6726363" y="1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875" y="84"/>
                  </a:lnTo>
                  <a:lnTo>
                    <a:pt x="5246763" y="682"/>
                  </a:lnTo>
                  <a:lnTo>
                    <a:pt x="5228808" y="2337"/>
                  </a:lnTo>
                  <a:lnTo>
                    <a:pt x="5196637" y="5597"/>
                  </a:lnTo>
                  <a:lnTo>
                    <a:pt x="5148545" y="10971"/>
                  </a:lnTo>
                  <a:lnTo>
                    <a:pt x="5084622" y="18884"/>
                  </a:lnTo>
                  <a:lnTo>
                    <a:pt x="5006644" y="29633"/>
                  </a:lnTo>
                  <a:lnTo>
                    <a:pt x="4917666" y="43377"/>
                  </a:lnTo>
                  <a:lnTo>
                    <a:pt x="4821444" y="60152"/>
                  </a:lnTo>
                  <a:lnTo>
                    <a:pt x="4721826" y="79921"/>
                  </a:lnTo>
                  <a:lnTo>
                    <a:pt x="4622251" y="102616"/>
                  </a:lnTo>
                  <a:lnTo>
                    <a:pt x="4525457" y="128197"/>
                  </a:lnTo>
                  <a:lnTo>
                    <a:pt x="4433372" y="156685"/>
                  </a:lnTo>
                  <a:lnTo>
                    <a:pt x="4347155" y="188189"/>
                  </a:lnTo>
                  <a:lnTo>
                    <a:pt x="4267320" y="222919"/>
                  </a:lnTo>
                  <a:lnTo>
                    <a:pt x="4193891" y="261188"/>
                  </a:lnTo>
                  <a:lnTo>
                    <a:pt x="4126546" y="303409"/>
                  </a:lnTo>
                  <a:lnTo>
                    <a:pt x="4064739" y="350085"/>
                  </a:lnTo>
                  <a:lnTo>
                    <a:pt x="4007794" y="401784"/>
                  </a:lnTo>
                  <a:lnTo>
                    <a:pt x="3954978" y="459108"/>
                  </a:lnTo>
                  <a:lnTo>
                    <a:pt x="3905550" y="522627"/>
                  </a:lnTo>
                  <a:lnTo>
                    <a:pt x="3858804" y="592781"/>
                  </a:lnTo>
                  <a:lnTo>
                    <a:pt x="3829811" y="641580"/>
                  </a:lnTo>
                  <a:lnTo>
                    <a:pt x="3796658" y="702457"/>
                  </a:lnTo>
                  <a:lnTo>
                    <a:pt x="3764265" y="767274"/>
                  </a:lnTo>
                  <a:lnTo>
                    <a:pt x="3732449" y="836111"/>
                  </a:lnTo>
                  <a:lnTo>
                    <a:pt x="3701060" y="908999"/>
                  </a:lnTo>
                  <a:lnTo>
                    <a:pt x="3669972" y="985917"/>
                  </a:lnTo>
                  <a:lnTo>
                    <a:pt x="3639085" y="1066784"/>
                  </a:lnTo>
                  <a:lnTo>
                    <a:pt x="3608318" y="1151460"/>
                  </a:lnTo>
                  <a:lnTo>
                    <a:pt x="3577610" y="1239736"/>
                  </a:lnTo>
                  <a:lnTo>
                    <a:pt x="3546916" y="1331341"/>
                  </a:lnTo>
                  <a:lnTo>
                    <a:pt x="3516204" y="1425941"/>
                  </a:lnTo>
                  <a:lnTo>
                    <a:pt x="3485458" y="1523138"/>
                  </a:lnTo>
                  <a:lnTo>
                    <a:pt x="3454671" y="1622481"/>
                  </a:lnTo>
                  <a:lnTo>
                    <a:pt x="3423845" y="1723474"/>
                  </a:lnTo>
                  <a:lnTo>
                    <a:pt x="3392990" y="1825581"/>
                  </a:lnTo>
                  <a:lnTo>
                    <a:pt x="3362119" y="1928241"/>
                  </a:lnTo>
                  <a:lnTo>
                    <a:pt x="3331249" y="2030881"/>
                  </a:lnTo>
                  <a:lnTo>
                    <a:pt x="3300395" y="2132930"/>
                  </a:lnTo>
                  <a:lnTo>
                    <a:pt x="3269572" y="2233827"/>
                  </a:lnTo>
                  <a:lnTo>
                    <a:pt x="3238788" y="2333039"/>
                  </a:lnTo>
                  <a:lnTo>
                    <a:pt x="3208045" y="2430073"/>
                  </a:lnTo>
                  <a:lnTo>
                    <a:pt x="3177335" y="2524480"/>
                  </a:lnTo>
                  <a:lnTo>
                    <a:pt x="3146641" y="2615869"/>
                  </a:lnTo>
                  <a:lnTo>
                    <a:pt x="3115930" y="2703908"/>
                  </a:lnTo>
                  <a:lnTo>
                    <a:pt x="3085157" y="2788329"/>
                  </a:lnTo>
                  <a:lnTo>
                    <a:pt x="3054259" y="2868932"/>
                  </a:lnTo>
                  <a:lnTo>
                    <a:pt x="3023154" y="2945577"/>
                  </a:lnTo>
                  <a:lnTo>
                    <a:pt x="2991740" y="3018189"/>
                  </a:lnTo>
                  <a:lnTo>
                    <a:pt x="2959890" y="3086750"/>
                  </a:lnTo>
                  <a:lnTo>
                    <a:pt x="2927452" y="3151296"/>
                  </a:lnTo>
                  <a:lnTo>
                    <a:pt x="2896531" y="3207901"/>
                  </a:lnTo>
                  <a:lnTo>
                    <a:pt x="2851175" y="3282434"/>
                  </a:lnTo>
                  <a:lnTo>
                    <a:pt x="2803551" y="3350191"/>
                  </a:lnTo>
                  <a:lnTo>
                    <a:pt x="2753002" y="3411447"/>
                  </a:lnTo>
                  <a:lnTo>
                    <a:pt x="2698803" y="3466702"/>
                  </a:lnTo>
                  <a:lnTo>
                    <a:pt x="2640211" y="3516546"/>
                  </a:lnTo>
                  <a:lnTo>
                    <a:pt x="2576506" y="3561575"/>
                  </a:lnTo>
                  <a:lnTo>
                    <a:pt x="2507050" y="3602337"/>
                  </a:lnTo>
                  <a:lnTo>
                    <a:pt x="2431364" y="3639304"/>
                  </a:lnTo>
                  <a:lnTo>
                    <a:pt x="2349234" y="3672856"/>
                  </a:lnTo>
                  <a:lnTo>
                    <a:pt x="2260840" y="3703268"/>
                  </a:lnTo>
                  <a:lnTo>
                    <a:pt x="2166909" y="3730714"/>
                  </a:lnTo>
                  <a:lnTo>
                    <a:pt x="2068863" y="3755270"/>
                  </a:lnTo>
                  <a:lnTo>
                    <a:pt x="1968919" y="3776932"/>
                  </a:lnTo>
                  <a:lnTo>
                    <a:pt x="1870085" y="3795643"/>
                  </a:lnTo>
                  <a:lnTo>
                    <a:pt x="1775992" y="3811341"/>
                  </a:lnTo>
                  <a:lnTo>
                    <a:pt x="1690519" y="3824009"/>
                  </a:lnTo>
                  <a:lnTo>
                    <a:pt x="1617246" y="3833724"/>
                  </a:lnTo>
                  <a:lnTo>
                    <a:pt x="1558832" y="3840693"/>
                  </a:lnTo>
                  <a:lnTo>
                    <a:pt x="1516486" y="3845261"/>
                  </a:lnTo>
                  <a:lnTo>
                    <a:pt x="1489659" y="3847888"/>
                  </a:lnTo>
                  <a:lnTo>
                    <a:pt x="1476027" y="3849104"/>
                  </a:lnTo>
                  <a:lnTo>
                    <a:pt x="1471682" y="3849459"/>
                  </a:lnTo>
                  <a:lnTo>
                    <a:pt x="1471387" y="3849482"/>
                  </a:lnTo>
                  <a:lnTo>
                    <a:pt x="0" y="384948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41" name="pg1841"/>
            <p:cNvSpPr/>
            <p:nvPr/>
          </p:nvSpPr>
          <p:spPr>
            <a:xfrm>
              <a:off x="4799595" y="5788897"/>
              <a:ext cx="11981298" cy="4503322"/>
            </a:xfrm>
            <a:custGeom>
              <a:avLst/>
              <a:pathLst>
                <a:path w="11981298" h="4503322">
                  <a:moveTo>
                    <a:pt x="0" y="4503322"/>
                  </a:moveTo>
                  <a:lnTo>
                    <a:pt x="1471387" y="4503322"/>
                  </a:lnTo>
                  <a:lnTo>
                    <a:pt x="1472496" y="4503245"/>
                  </a:lnTo>
                  <a:lnTo>
                    <a:pt x="1479794" y="4502697"/>
                  </a:lnTo>
                  <a:lnTo>
                    <a:pt x="1498203" y="4501185"/>
                  </a:lnTo>
                  <a:lnTo>
                    <a:pt x="1531153" y="4498206"/>
                  </a:lnTo>
                  <a:lnTo>
                    <a:pt x="1580338" y="4493296"/>
                  </a:lnTo>
                  <a:lnTo>
                    <a:pt x="1645589" y="4486072"/>
                  </a:lnTo>
                  <a:lnTo>
                    <a:pt x="1725008" y="4476270"/>
                  </a:lnTo>
                  <a:lnTo>
                    <a:pt x="1815399" y="4463750"/>
                  </a:lnTo>
                  <a:lnTo>
                    <a:pt x="1912879" y="4448486"/>
                  </a:lnTo>
                  <a:lnTo>
                    <a:pt x="2013513" y="4430515"/>
                  </a:lnTo>
                  <a:lnTo>
                    <a:pt x="2113822" y="4409899"/>
                  </a:lnTo>
                  <a:lnTo>
                    <a:pt x="2211069" y="4386670"/>
                  </a:lnTo>
                  <a:lnTo>
                    <a:pt x="2303361" y="4360802"/>
                  </a:lnTo>
                  <a:lnTo>
                    <a:pt x="2389588" y="4332184"/>
                  </a:lnTo>
                  <a:lnTo>
                    <a:pt x="2469290" y="4300615"/>
                  </a:lnTo>
                  <a:lnTo>
                    <a:pt x="2542498" y="4265795"/>
                  </a:lnTo>
                  <a:lnTo>
                    <a:pt x="2609582" y="4227334"/>
                  </a:lnTo>
                  <a:lnTo>
                    <a:pt x="2671126" y="4184764"/>
                  </a:lnTo>
                  <a:lnTo>
                    <a:pt x="2727838" y="4137557"/>
                  </a:lnTo>
                  <a:lnTo>
                    <a:pt x="2780477" y="4085163"/>
                  </a:lnTo>
                  <a:lnTo>
                    <a:pt x="2829799" y="4027076"/>
                  </a:lnTo>
                  <a:lnTo>
                    <a:pt x="2876519" y="3962929"/>
                  </a:lnTo>
                  <a:lnTo>
                    <a:pt x="2896531" y="3932574"/>
                  </a:lnTo>
                  <a:lnTo>
                    <a:pt x="2931393" y="3875493"/>
                  </a:lnTo>
                  <a:lnTo>
                    <a:pt x="2965425" y="3814528"/>
                  </a:lnTo>
                  <a:lnTo>
                    <a:pt x="2998836" y="3749598"/>
                  </a:lnTo>
                  <a:lnTo>
                    <a:pt x="3031798" y="3680678"/>
                  </a:lnTo>
                  <a:lnTo>
                    <a:pt x="3064452" y="3607801"/>
                  </a:lnTo>
                  <a:lnTo>
                    <a:pt x="3096908" y="3531064"/>
                  </a:lnTo>
                  <a:lnTo>
                    <a:pt x="3129255" y="3450635"/>
                  </a:lnTo>
                  <a:lnTo>
                    <a:pt x="3161557" y="3366750"/>
                  </a:lnTo>
                  <a:lnTo>
                    <a:pt x="3193860" y="3279717"/>
                  </a:lnTo>
                  <a:lnTo>
                    <a:pt x="3226192" y="3189912"/>
                  </a:lnTo>
                  <a:lnTo>
                    <a:pt x="3258567" y="3097774"/>
                  </a:lnTo>
                  <a:lnTo>
                    <a:pt x="3290987" y="3003799"/>
                  </a:lnTo>
                  <a:lnTo>
                    <a:pt x="3323445" y="2908527"/>
                  </a:lnTo>
                  <a:lnTo>
                    <a:pt x="3355925" y="2812531"/>
                  </a:lnTo>
                  <a:lnTo>
                    <a:pt x="3388409" y="2716401"/>
                  </a:lnTo>
                  <a:lnTo>
                    <a:pt x="3420879" y="2620734"/>
                  </a:lnTo>
                  <a:lnTo>
                    <a:pt x="3453317" y="2526111"/>
                  </a:lnTo>
                  <a:lnTo>
                    <a:pt x="3485713" y="2433090"/>
                  </a:lnTo>
                  <a:lnTo>
                    <a:pt x="3518063" y="2342186"/>
                  </a:lnTo>
                  <a:lnTo>
                    <a:pt x="3550376" y="2253866"/>
                  </a:lnTo>
                  <a:lnTo>
                    <a:pt x="3582674" y="2168534"/>
                  </a:lnTo>
                  <a:lnTo>
                    <a:pt x="3614994" y="2086530"/>
                  </a:lnTo>
                  <a:lnTo>
                    <a:pt x="3647392" y="2008121"/>
                  </a:lnTo>
                  <a:lnTo>
                    <a:pt x="3679946" y="1933506"/>
                  </a:lnTo>
                  <a:lnTo>
                    <a:pt x="3712755" y="1862813"/>
                  </a:lnTo>
                  <a:lnTo>
                    <a:pt x="3745946" y="1796103"/>
                  </a:lnTo>
                  <a:lnTo>
                    <a:pt x="3779678" y="1733375"/>
                  </a:lnTo>
                  <a:lnTo>
                    <a:pt x="3814141" y="1674575"/>
                  </a:lnTo>
                  <a:lnTo>
                    <a:pt x="3829811" y="1649583"/>
                  </a:lnTo>
                  <a:lnTo>
                    <a:pt x="3875584" y="1582711"/>
                  </a:lnTo>
                  <a:lnTo>
                    <a:pt x="3923671" y="1521973"/>
                  </a:lnTo>
                  <a:lnTo>
                    <a:pt x="3974751" y="1467116"/>
                  </a:lnTo>
                  <a:lnTo>
                    <a:pt x="4029565" y="1417681"/>
                  </a:lnTo>
                  <a:lnTo>
                    <a:pt x="4088879" y="1373126"/>
                  </a:lnTo>
                  <a:lnTo>
                    <a:pt x="4153430" y="1332908"/>
                  </a:lnTo>
                  <a:lnTo>
                    <a:pt x="4223866" y="1296530"/>
                  </a:lnTo>
                  <a:lnTo>
                    <a:pt x="4300667" y="1263565"/>
                  </a:lnTo>
                  <a:lnTo>
                    <a:pt x="4384031" y="1233672"/>
                  </a:lnTo>
                  <a:lnTo>
                    <a:pt x="4473733" y="1206606"/>
                  </a:lnTo>
                  <a:lnTo>
                    <a:pt x="4568972" y="1182217"/>
                  </a:lnTo>
                  <a:lnTo>
                    <a:pt x="4668213" y="1160443"/>
                  </a:lnTo>
                  <a:lnTo>
                    <a:pt x="4769093" y="1141294"/>
                  </a:lnTo>
                  <a:lnTo>
                    <a:pt x="4868437" y="1124825"/>
                  </a:lnTo>
                  <a:lnTo>
                    <a:pt x="4962460" y="1111089"/>
                  </a:lnTo>
                  <a:lnTo>
                    <a:pt x="5047186" y="1100094"/>
                  </a:lnTo>
                  <a:lnTo>
                    <a:pt x="5119032" y="1091754"/>
                  </a:lnTo>
                  <a:lnTo>
                    <a:pt x="5175457" y="1085861"/>
                  </a:lnTo>
                  <a:lnTo>
                    <a:pt x="5215493" y="1082081"/>
                  </a:lnTo>
                  <a:lnTo>
                    <a:pt x="5240012" y="1079980"/>
                  </a:lnTo>
                  <a:lnTo>
                    <a:pt x="5251703" y="1079067"/>
                  </a:lnTo>
                  <a:lnTo>
                    <a:pt x="5254955" y="1078835"/>
                  </a:lnTo>
                  <a:lnTo>
                    <a:pt x="6726343" y="1078835"/>
                  </a:lnTo>
                  <a:lnTo>
                    <a:pt x="6727566" y="1078809"/>
                  </a:lnTo>
                  <a:lnTo>
                    <a:pt x="6735598" y="1078619"/>
                  </a:lnTo>
                  <a:lnTo>
                    <a:pt x="6755799" y="1078096"/>
                  </a:lnTo>
                  <a:lnTo>
                    <a:pt x="6791804" y="1077066"/>
                  </a:lnTo>
                  <a:lnTo>
                    <a:pt x="6845243" y="1075372"/>
                  </a:lnTo>
                  <a:lnTo>
                    <a:pt x="6915621" y="1072887"/>
                  </a:lnTo>
                  <a:lnTo>
                    <a:pt x="7000535" y="1069527"/>
                  </a:lnTo>
                  <a:lnTo>
                    <a:pt x="7096229" y="1065255"/>
                  </a:lnTo>
                  <a:lnTo>
                    <a:pt x="7198340" y="1060067"/>
                  </a:lnTo>
                  <a:lnTo>
                    <a:pt x="7302624" y="1053982"/>
                  </a:lnTo>
                  <a:lnTo>
                    <a:pt x="7405475" y="1047017"/>
                  </a:lnTo>
                  <a:lnTo>
                    <a:pt x="7504202" y="1039179"/>
                  </a:lnTo>
                  <a:lnTo>
                    <a:pt x="7597060" y="1030447"/>
                  </a:lnTo>
                  <a:lnTo>
                    <a:pt x="7683147" y="1020771"/>
                  </a:lnTo>
                  <a:lnTo>
                    <a:pt x="7762223" y="1010064"/>
                  </a:lnTo>
                  <a:lnTo>
                    <a:pt x="7834524" y="998208"/>
                  </a:lnTo>
                  <a:lnTo>
                    <a:pt x="7900596" y="985054"/>
                  </a:lnTo>
                  <a:lnTo>
                    <a:pt x="7961174" y="970427"/>
                  </a:lnTo>
                  <a:lnTo>
                    <a:pt x="8017077" y="954137"/>
                  </a:lnTo>
                  <a:lnTo>
                    <a:pt x="8069151" y="936003"/>
                  </a:lnTo>
                  <a:lnTo>
                    <a:pt x="8118204" y="915875"/>
                  </a:lnTo>
                  <a:lnTo>
                    <a:pt x="8151487" y="900391"/>
                  </a:lnTo>
                  <a:lnTo>
                    <a:pt x="8201713" y="874142"/>
                  </a:lnTo>
                  <a:lnTo>
                    <a:pt x="8250396" y="845318"/>
                  </a:lnTo>
                  <a:lnTo>
                    <a:pt x="8298098" y="813879"/>
                  </a:lnTo>
                  <a:lnTo>
                    <a:pt x="8345234" y="779865"/>
                  </a:lnTo>
                  <a:lnTo>
                    <a:pt x="8392102" y="743405"/>
                  </a:lnTo>
                  <a:lnTo>
                    <a:pt x="8438899" y="704726"/>
                  </a:lnTo>
                  <a:lnTo>
                    <a:pt x="8485739" y="664151"/>
                  </a:lnTo>
                  <a:lnTo>
                    <a:pt x="8532671" y="622093"/>
                  </a:lnTo>
                  <a:lnTo>
                    <a:pt x="8579687" y="579038"/>
                  </a:lnTo>
                  <a:lnTo>
                    <a:pt x="8626749" y="535524"/>
                  </a:lnTo>
                  <a:lnTo>
                    <a:pt x="8673800" y="492113"/>
                  </a:lnTo>
                  <a:lnTo>
                    <a:pt x="8720788" y="449363"/>
                  </a:lnTo>
                  <a:lnTo>
                    <a:pt x="8767684" y="407795"/>
                  </a:lnTo>
                  <a:lnTo>
                    <a:pt x="8814500" y="367872"/>
                  </a:lnTo>
                  <a:lnTo>
                    <a:pt x="8861305" y="329974"/>
                  </a:lnTo>
                  <a:lnTo>
                    <a:pt x="8908243" y="294388"/>
                  </a:lnTo>
                  <a:lnTo>
                    <a:pt x="8955547" y="261307"/>
                  </a:lnTo>
                  <a:lnTo>
                    <a:pt x="9003553" y="230826"/>
                  </a:lnTo>
                  <a:lnTo>
                    <a:pt x="9052728" y="202954"/>
                  </a:lnTo>
                  <a:lnTo>
                    <a:pt x="9084767" y="186616"/>
                  </a:lnTo>
                  <a:lnTo>
                    <a:pt x="9132127" y="165035"/>
                  </a:lnTo>
                  <a:lnTo>
                    <a:pt x="9181983" y="145501"/>
                  </a:lnTo>
                  <a:lnTo>
                    <a:pt x="9235091" y="127924"/>
                  </a:lnTo>
                  <a:lnTo>
                    <a:pt x="9292274" y="112140"/>
                  </a:lnTo>
                  <a:lnTo>
                    <a:pt x="9354376" y="97963"/>
                  </a:lnTo>
                  <a:lnTo>
                    <a:pt x="9422200" y="85205"/>
                  </a:lnTo>
                  <a:lnTo>
                    <a:pt x="9496437" y="73700"/>
                  </a:lnTo>
                  <a:lnTo>
                    <a:pt x="9577557" y="63305"/>
                  </a:lnTo>
                  <a:lnTo>
                    <a:pt x="9665675" y="53912"/>
                  </a:lnTo>
                  <a:lnTo>
                    <a:pt x="9760377" y="45446"/>
                  </a:lnTo>
                  <a:lnTo>
                    <a:pt x="9860531" y="37864"/>
                  </a:lnTo>
                  <a:lnTo>
                    <a:pt x="9964123" y="31155"/>
                  </a:lnTo>
                  <a:lnTo>
                    <a:pt x="10068180" y="25329"/>
                  </a:lnTo>
                  <a:lnTo>
                    <a:pt x="10168872" y="20408"/>
                  </a:lnTo>
                  <a:lnTo>
                    <a:pt x="10261852" y="16404"/>
                  </a:lnTo>
                  <a:lnTo>
                    <a:pt x="10342857" y="13307"/>
                  </a:lnTo>
                  <a:lnTo>
                    <a:pt x="10408453" y="11063"/>
                  </a:lnTo>
                  <a:lnTo>
                    <a:pt x="10456750" y="9578"/>
                  </a:lnTo>
                  <a:lnTo>
                    <a:pt x="10487871" y="8714"/>
                  </a:lnTo>
                  <a:lnTo>
                    <a:pt x="10504055" y="8306"/>
                  </a:lnTo>
                  <a:lnTo>
                    <a:pt x="10509470" y="8182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8687" y="26"/>
                  </a:lnTo>
                  <a:lnTo>
                    <a:pt x="10500655" y="215"/>
                  </a:lnTo>
                  <a:lnTo>
                    <a:pt x="10480454" y="739"/>
                  </a:lnTo>
                  <a:lnTo>
                    <a:pt x="10444449" y="1769"/>
                  </a:lnTo>
                  <a:lnTo>
                    <a:pt x="10391011" y="3463"/>
                  </a:lnTo>
                  <a:lnTo>
                    <a:pt x="10320632" y="5948"/>
                  </a:lnTo>
                  <a:lnTo>
                    <a:pt x="10235718" y="9307"/>
                  </a:lnTo>
                  <a:lnTo>
                    <a:pt x="10140025" y="13580"/>
                  </a:lnTo>
                  <a:lnTo>
                    <a:pt x="10037913" y="18767"/>
                  </a:lnTo>
                  <a:lnTo>
                    <a:pt x="9933629" y="24853"/>
                  </a:lnTo>
                  <a:lnTo>
                    <a:pt x="9830778" y="31818"/>
                  </a:lnTo>
                  <a:lnTo>
                    <a:pt x="9732052" y="39656"/>
                  </a:lnTo>
                  <a:lnTo>
                    <a:pt x="9639193" y="48388"/>
                  </a:lnTo>
                  <a:lnTo>
                    <a:pt x="9553106" y="58064"/>
                  </a:lnTo>
                  <a:lnTo>
                    <a:pt x="9474030" y="68771"/>
                  </a:lnTo>
                  <a:lnTo>
                    <a:pt x="9401730" y="80626"/>
                  </a:lnTo>
                  <a:lnTo>
                    <a:pt x="9335657" y="93781"/>
                  </a:lnTo>
                  <a:lnTo>
                    <a:pt x="9275080" y="108408"/>
                  </a:lnTo>
                  <a:lnTo>
                    <a:pt x="9219176" y="124697"/>
                  </a:lnTo>
                  <a:lnTo>
                    <a:pt x="9167102" y="142832"/>
                  </a:lnTo>
                  <a:lnTo>
                    <a:pt x="9118049" y="162960"/>
                  </a:lnTo>
                  <a:lnTo>
                    <a:pt x="9084767" y="178443"/>
                  </a:lnTo>
                  <a:lnTo>
                    <a:pt x="9034540" y="204693"/>
                  </a:lnTo>
                  <a:lnTo>
                    <a:pt x="8985857" y="233516"/>
                  </a:lnTo>
                  <a:lnTo>
                    <a:pt x="8938155" y="264955"/>
                  </a:lnTo>
                  <a:lnTo>
                    <a:pt x="8891019" y="298970"/>
                  </a:lnTo>
                  <a:lnTo>
                    <a:pt x="8844151" y="335430"/>
                  </a:lnTo>
                  <a:lnTo>
                    <a:pt x="8797354" y="374109"/>
                  </a:lnTo>
                  <a:lnTo>
                    <a:pt x="8750514" y="414683"/>
                  </a:lnTo>
                  <a:lnTo>
                    <a:pt x="8703583" y="456741"/>
                  </a:lnTo>
                  <a:lnTo>
                    <a:pt x="8656566" y="499797"/>
                  </a:lnTo>
                  <a:lnTo>
                    <a:pt x="8609505" y="543311"/>
                  </a:lnTo>
                  <a:lnTo>
                    <a:pt x="8562454" y="586722"/>
                  </a:lnTo>
                  <a:lnTo>
                    <a:pt x="8515465" y="629472"/>
                  </a:lnTo>
                  <a:lnTo>
                    <a:pt x="8468569" y="671039"/>
                  </a:lnTo>
                  <a:lnTo>
                    <a:pt x="8421753" y="710963"/>
                  </a:lnTo>
                  <a:lnTo>
                    <a:pt x="8374948" y="748861"/>
                  </a:lnTo>
                  <a:lnTo>
                    <a:pt x="8328010" y="784447"/>
                  </a:lnTo>
                  <a:lnTo>
                    <a:pt x="8280707" y="817528"/>
                  </a:lnTo>
                  <a:lnTo>
                    <a:pt x="8232700" y="848009"/>
                  </a:lnTo>
                  <a:lnTo>
                    <a:pt x="8183525" y="875880"/>
                  </a:lnTo>
                  <a:lnTo>
                    <a:pt x="8151487" y="892218"/>
                  </a:lnTo>
                  <a:lnTo>
                    <a:pt x="8104127" y="913800"/>
                  </a:lnTo>
                  <a:lnTo>
                    <a:pt x="8054270" y="933334"/>
                  </a:lnTo>
                  <a:lnTo>
                    <a:pt x="8001162" y="950911"/>
                  </a:lnTo>
                  <a:lnTo>
                    <a:pt x="7943979" y="966695"/>
                  </a:lnTo>
                  <a:lnTo>
                    <a:pt x="7881877" y="980872"/>
                  </a:lnTo>
                  <a:lnTo>
                    <a:pt x="7814053" y="993630"/>
                  </a:lnTo>
                  <a:lnTo>
                    <a:pt x="7739816" y="1005135"/>
                  </a:lnTo>
                  <a:lnTo>
                    <a:pt x="7658696" y="1015530"/>
                  </a:lnTo>
                  <a:lnTo>
                    <a:pt x="7570578" y="1024922"/>
                  </a:lnTo>
                  <a:lnTo>
                    <a:pt x="7475876" y="1033389"/>
                  </a:lnTo>
                  <a:lnTo>
                    <a:pt x="7375722" y="1040971"/>
                  </a:lnTo>
                  <a:lnTo>
                    <a:pt x="7272130" y="1047680"/>
                  </a:lnTo>
                  <a:lnTo>
                    <a:pt x="7168073" y="1053505"/>
                  </a:lnTo>
                  <a:lnTo>
                    <a:pt x="7067381" y="1058427"/>
                  </a:lnTo>
                  <a:lnTo>
                    <a:pt x="6974401" y="1062430"/>
                  </a:lnTo>
                  <a:lnTo>
                    <a:pt x="6893396" y="1065528"/>
                  </a:lnTo>
                  <a:lnTo>
                    <a:pt x="6827800" y="1067771"/>
                  </a:lnTo>
                  <a:lnTo>
                    <a:pt x="6779503" y="1069257"/>
                  </a:lnTo>
                  <a:lnTo>
                    <a:pt x="6748383" y="1070121"/>
                  </a:lnTo>
                  <a:lnTo>
                    <a:pt x="6732199" y="1070529"/>
                  </a:lnTo>
                  <a:lnTo>
                    <a:pt x="6726783" y="1070653"/>
                  </a:lnTo>
                  <a:lnTo>
                    <a:pt x="6726343" y="1070662"/>
                  </a:lnTo>
                  <a:lnTo>
                    <a:pt x="5254955" y="1070662"/>
                  </a:lnTo>
                  <a:lnTo>
                    <a:pt x="5253846" y="1070739"/>
                  </a:lnTo>
                  <a:lnTo>
                    <a:pt x="5246548" y="1071286"/>
                  </a:lnTo>
                  <a:lnTo>
                    <a:pt x="5228139" y="1072799"/>
                  </a:lnTo>
                  <a:lnTo>
                    <a:pt x="5195189" y="1075778"/>
                  </a:lnTo>
                  <a:lnTo>
                    <a:pt x="5146004" y="1080688"/>
                  </a:lnTo>
                  <a:lnTo>
                    <a:pt x="5080753" y="1087912"/>
                  </a:lnTo>
                  <a:lnTo>
                    <a:pt x="5001334" y="1097714"/>
                  </a:lnTo>
                  <a:lnTo>
                    <a:pt x="4910943" y="1110234"/>
                  </a:lnTo>
                  <a:lnTo>
                    <a:pt x="4813463" y="1125498"/>
                  </a:lnTo>
                  <a:lnTo>
                    <a:pt x="4712829" y="1143469"/>
                  </a:lnTo>
                  <a:lnTo>
                    <a:pt x="4612521" y="1164085"/>
                  </a:lnTo>
                  <a:lnTo>
                    <a:pt x="4515273" y="1187314"/>
                  </a:lnTo>
                  <a:lnTo>
                    <a:pt x="4422981" y="1213182"/>
                  </a:lnTo>
                  <a:lnTo>
                    <a:pt x="4336754" y="1241800"/>
                  </a:lnTo>
                  <a:lnTo>
                    <a:pt x="4257052" y="1273369"/>
                  </a:lnTo>
                  <a:lnTo>
                    <a:pt x="4183844" y="1308189"/>
                  </a:lnTo>
                  <a:lnTo>
                    <a:pt x="4116761" y="1346650"/>
                  </a:lnTo>
                  <a:lnTo>
                    <a:pt x="4055216" y="1389220"/>
                  </a:lnTo>
                  <a:lnTo>
                    <a:pt x="3998504" y="1436427"/>
                  </a:lnTo>
                  <a:lnTo>
                    <a:pt x="3945865" y="1488821"/>
                  </a:lnTo>
                  <a:lnTo>
                    <a:pt x="3896543" y="1546908"/>
                  </a:lnTo>
                  <a:lnTo>
                    <a:pt x="3849823" y="1611055"/>
                  </a:lnTo>
                  <a:lnTo>
                    <a:pt x="3829811" y="1641410"/>
                  </a:lnTo>
                  <a:lnTo>
                    <a:pt x="3794949" y="1698490"/>
                  </a:lnTo>
                  <a:lnTo>
                    <a:pt x="3760917" y="1759456"/>
                  </a:lnTo>
                  <a:lnTo>
                    <a:pt x="3727506" y="1824386"/>
                  </a:lnTo>
                  <a:lnTo>
                    <a:pt x="3694544" y="1893306"/>
                  </a:lnTo>
                  <a:lnTo>
                    <a:pt x="3661890" y="1966183"/>
                  </a:lnTo>
                  <a:lnTo>
                    <a:pt x="3629434" y="2042920"/>
                  </a:lnTo>
                  <a:lnTo>
                    <a:pt x="3597087" y="2123349"/>
                  </a:lnTo>
                  <a:lnTo>
                    <a:pt x="3564785" y="2207234"/>
                  </a:lnTo>
                  <a:lnTo>
                    <a:pt x="3532482" y="2294267"/>
                  </a:lnTo>
                  <a:lnTo>
                    <a:pt x="3500150" y="2384072"/>
                  </a:lnTo>
                  <a:lnTo>
                    <a:pt x="3467775" y="2476210"/>
                  </a:lnTo>
                  <a:lnTo>
                    <a:pt x="3435355" y="2570185"/>
                  </a:lnTo>
                  <a:lnTo>
                    <a:pt x="3402897" y="2665457"/>
                  </a:lnTo>
                  <a:lnTo>
                    <a:pt x="3370417" y="2761453"/>
                  </a:lnTo>
                  <a:lnTo>
                    <a:pt x="3337933" y="2857583"/>
                  </a:lnTo>
                  <a:lnTo>
                    <a:pt x="3305463" y="2953250"/>
                  </a:lnTo>
                  <a:lnTo>
                    <a:pt x="3273025" y="3047873"/>
                  </a:lnTo>
                  <a:lnTo>
                    <a:pt x="3240629" y="3140894"/>
                  </a:lnTo>
                  <a:lnTo>
                    <a:pt x="3208279" y="3231798"/>
                  </a:lnTo>
                  <a:lnTo>
                    <a:pt x="3175966" y="3320118"/>
                  </a:lnTo>
                  <a:lnTo>
                    <a:pt x="3143668" y="3405449"/>
                  </a:lnTo>
                  <a:lnTo>
                    <a:pt x="3111348" y="3487454"/>
                  </a:lnTo>
                  <a:lnTo>
                    <a:pt x="3078950" y="3565863"/>
                  </a:lnTo>
                  <a:lnTo>
                    <a:pt x="3046397" y="3640478"/>
                  </a:lnTo>
                  <a:lnTo>
                    <a:pt x="3013587" y="3711171"/>
                  </a:lnTo>
                  <a:lnTo>
                    <a:pt x="2980396" y="3777881"/>
                  </a:lnTo>
                  <a:lnTo>
                    <a:pt x="2946664" y="3840608"/>
                  </a:lnTo>
                  <a:lnTo>
                    <a:pt x="2912201" y="3899409"/>
                  </a:lnTo>
                  <a:lnTo>
                    <a:pt x="2896531" y="3924401"/>
                  </a:lnTo>
                  <a:lnTo>
                    <a:pt x="2850758" y="3991273"/>
                  </a:lnTo>
                  <a:lnTo>
                    <a:pt x="2802671" y="4052011"/>
                  </a:lnTo>
                  <a:lnTo>
                    <a:pt x="2751592" y="4106867"/>
                  </a:lnTo>
                  <a:lnTo>
                    <a:pt x="2696777" y="4156303"/>
                  </a:lnTo>
                  <a:lnTo>
                    <a:pt x="2637463" y="4200858"/>
                  </a:lnTo>
                  <a:lnTo>
                    <a:pt x="2572912" y="4241075"/>
                  </a:lnTo>
                  <a:lnTo>
                    <a:pt x="2502476" y="4277454"/>
                  </a:lnTo>
                  <a:lnTo>
                    <a:pt x="2425675" y="4310419"/>
                  </a:lnTo>
                  <a:lnTo>
                    <a:pt x="2342311" y="4340312"/>
                  </a:lnTo>
                  <a:lnTo>
                    <a:pt x="2252609" y="4367378"/>
                  </a:lnTo>
                  <a:lnTo>
                    <a:pt x="2157370" y="4391767"/>
                  </a:lnTo>
                  <a:lnTo>
                    <a:pt x="2058129" y="4413541"/>
                  </a:lnTo>
                  <a:lnTo>
                    <a:pt x="1957249" y="4432689"/>
                  </a:lnTo>
                  <a:lnTo>
                    <a:pt x="1857906" y="4449159"/>
                  </a:lnTo>
                  <a:lnTo>
                    <a:pt x="1763882" y="4462895"/>
                  </a:lnTo>
                  <a:lnTo>
                    <a:pt x="1679156" y="4473890"/>
                  </a:lnTo>
                  <a:lnTo>
                    <a:pt x="1607311" y="4482230"/>
                  </a:lnTo>
                  <a:lnTo>
                    <a:pt x="1550885" y="4488123"/>
                  </a:lnTo>
                  <a:lnTo>
                    <a:pt x="1510849" y="4491903"/>
                  </a:lnTo>
                  <a:lnTo>
                    <a:pt x="1486330" y="4494004"/>
                  </a:lnTo>
                  <a:lnTo>
                    <a:pt x="1474639" y="4494916"/>
                  </a:lnTo>
                  <a:lnTo>
                    <a:pt x="1471387" y="4495149"/>
                  </a:lnTo>
                  <a:lnTo>
                    <a:pt x="0" y="4495149"/>
                  </a:lnTo>
                  <a:close/>
                </a:path>
              </a:pathLst>
            </a:custGeom>
            <a:solidFill>
              <a:srgbClr val="6FA8DC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842" name="pl1842"/>
            <p:cNvSpPr/>
            <p:nvPr/>
          </p:nvSpPr>
          <p:spPr>
            <a:xfrm>
              <a:off x="4799595" y="5797070"/>
              <a:ext cx="11981298" cy="4495149"/>
            </a:xfrm>
            <a:custGeom>
              <a:avLst/>
              <a:pathLst>
                <a:path w="11981298" h="4495149">
                  <a:moveTo>
                    <a:pt x="0" y="4495149"/>
                  </a:moveTo>
                  <a:lnTo>
                    <a:pt x="1471387" y="4495149"/>
                  </a:lnTo>
                  <a:lnTo>
                    <a:pt x="1472496" y="4495072"/>
                  </a:lnTo>
                  <a:lnTo>
                    <a:pt x="1479794" y="4494524"/>
                  </a:lnTo>
                  <a:lnTo>
                    <a:pt x="1498203" y="4493012"/>
                  </a:lnTo>
                  <a:lnTo>
                    <a:pt x="1531153" y="4490033"/>
                  </a:lnTo>
                  <a:lnTo>
                    <a:pt x="1580338" y="4485123"/>
                  </a:lnTo>
                  <a:lnTo>
                    <a:pt x="1645589" y="4477899"/>
                  </a:lnTo>
                  <a:lnTo>
                    <a:pt x="1725008" y="4468097"/>
                  </a:lnTo>
                  <a:lnTo>
                    <a:pt x="1815399" y="4455577"/>
                  </a:lnTo>
                  <a:lnTo>
                    <a:pt x="1912879" y="4440313"/>
                  </a:lnTo>
                  <a:lnTo>
                    <a:pt x="2013513" y="4422342"/>
                  </a:lnTo>
                  <a:lnTo>
                    <a:pt x="2113822" y="4401726"/>
                  </a:lnTo>
                  <a:lnTo>
                    <a:pt x="2211069" y="4378497"/>
                  </a:lnTo>
                  <a:lnTo>
                    <a:pt x="2303361" y="4352629"/>
                  </a:lnTo>
                  <a:lnTo>
                    <a:pt x="2389588" y="4324011"/>
                  </a:lnTo>
                  <a:lnTo>
                    <a:pt x="2469290" y="4292442"/>
                  </a:lnTo>
                  <a:lnTo>
                    <a:pt x="2542498" y="4257622"/>
                  </a:lnTo>
                  <a:lnTo>
                    <a:pt x="2609582" y="4219161"/>
                  </a:lnTo>
                  <a:lnTo>
                    <a:pt x="2671126" y="4176591"/>
                  </a:lnTo>
                  <a:lnTo>
                    <a:pt x="2727838" y="4129384"/>
                  </a:lnTo>
                  <a:lnTo>
                    <a:pt x="2780477" y="4076990"/>
                  </a:lnTo>
                  <a:lnTo>
                    <a:pt x="2829799" y="4018903"/>
                  </a:lnTo>
                  <a:lnTo>
                    <a:pt x="2876519" y="3954756"/>
                  </a:lnTo>
                  <a:lnTo>
                    <a:pt x="2896531" y="3924401"/>
                  </a:lnTo>
                  <a:lnTo>
                    <a:pt x="2931393" y="3867320"/>
                  </a:lnTo>
                  <a:lnTo>
                    <a:pt x="2965425" y="3806355"/>
                  </a:lnTo>
                  <a:lnTo>
                    <a:pt x="2998836" y="3741425"/>
                  </a:lnTo>
                  <a:lnTo>
                    <a:pt x="3031798" y="3672505"/>
                  </a:lnTo>
                  <a:lnTo>
                    <a:pt x="3064452" y="3599628"/>
                  </a:lnTo>
                  <a:lnTo>
                    <a:pt x="3096908" y="3522891"/>
                  </a:lnTo>
                  <a:lnTo>
                    <a:pt x="3129255" y="3442462"/>
                  </a:lnTo>
                  <a:lnTo>
                    <a:pt x="3161557" y="3358577"/>
                  </a:lnTo>
                  <a:lnTo>
                    <a:pt x="3193860" y="3271544"/>
                  </a:lnTo>
                  <a:lnTo>
                    <a:pt x="3226192" y="3181739"/>
                  </a:lnTo>
                  <a:lnTo>
                    <a:pt x="3258567" y="3089601"/>
                  </a:lnTo>
                  <a:lnTo>
                    <a:pt x="3290987" y="2995626"/>
                  </a:lnTo>
                  <a:lnTo>
                    <a:pt x="3323445" y="2900354"/>
                  </a:lnTo>
                  <a:lnTo>
                    <a:pt x="3355925" y="2804358"/>
                  </a:lnTo>
                  <a:lnTo>
                    <a:pt x="3388409" y="2708228"/>
                  </a:lnTo>
                  <a:lnTo>
                    <a:pt x="3420879" y="2612561"/>
                  </a:lnTo>
                  <a:lnTo>
                    <a:pt x="3453317" y="2517938"/>
                  </a:lnTo>
                  <a:lnTo>
                    <a:pt x="3485713" y="2424917"/>
                  </a:lnTo>
                  <a:lnTo>
                    <a:pt x="3518063" y="2334013"/>
                  </a:lnTo>
                  <a:lnTo>
                    <a:pt x="3550376" y="2245693"/>
                  </a:lnTo>
                  <a:lnTo>
                    <a:pt x="3582674" y="2160361"/>
                  </a:lnTo>
                  <a:lnTo>
                    <a:pt x="3614994" y="2078357"/>
                  </a:lnTo>
                  <a:lnTo>
                    <a:pt x="3647392" y="1999948"/>
                  </a:lnTo>
                  <a:lnTo>
                    <a:pt x="3679946" y="1925333"/>
                  </a:lnTo>
                  <a:lnTo>
                    <a:pt x="3712755" y="1854640"/>
                  </a:lnTo>
                  <a:lnTo>
                    <a:pt x="3745946" y="1787930"/>
                  </a:lnTo>
                  <a:lnTo>
                    <a:pt x="3779678" y="1725202"/>
                  </a:lnTo>
                  <a:lnTo>
                    <a:pt x="3814141" y="1666402"/>
                  </a:lnTo>
                  <a:lnTo>
                    <a:pt x="3829811" y="1641410"/>
                  </a:lnTo>
                  <a:lnTo>
                    <a:pt x="3875584" y="1574538"/>
                  </a:lnTo>
                  <a:lnTo>
                    <a:pt x="3923671" y="1513800"/>
                  </a:lnTo>
                  <a:lnTo>
                    <a:pt x="3974751" y="1458943"/>
                  </a:lnTo>
                  <a:lnTo>
                    <a:pt x="4029565" y="1409508"/>
                  </a:lnTo>
                  <a:lnTo>
                    <a:pt x="4088879" y="1364953"/>
                  </a:lnTo>
                  <a:lnTo>
                    <a:pt x="4153430" y="1324735"/>
                  </a:lnTo>
                  <a:lnTo>
                    <a:pt x="4223866" y="1288357"/>
                  </a:lnTo>
                  <a:lnTo>
                    <a:pt x="4300667" y="1255392"/>
                  </a:lnTo>
                  <a:lnTo>
                    <a:pt x="4384031" y="1225499"/>
                  </a:lnTo>
                  <a:lnTo>
                    <a:pt x="4473733" y="1198433"/>
                  </a:lnTo>
                  <a:lnTo>
                    <a:pt x="4568972" y="1174044"/>
                  </a:lnTo>
                  <a:lnTo>
                    <a:pt x="4668213" y="1152270"/>
                  </a:lnTo>
                  <a:lnTo>
                    <a:pt x="4769093" y="1133121"/>
                  </a:lnTo>
                  <a:lnTo>
                    <a:pt x="4868437" y="1116652"/>
                  </a:lnTo>
                  <a:lnTo>
                    <a:pt x="4962460" y="1102916"/>
                  </a:lnTo>
                  <a:lnTo>
                    <a:pt x="5047186" y="1091921"/>
                  </a:lnTo>
                  <a:lnTo>
                    <a:pt x="5119032" y="1083581"/>
                  </a:lnTo>
                  <a:lnTo>
                    <a:pt x="5175457" y="1077688"/>
                  </a:lnTo>
                  <a:lnTo>
                    <a:pt x="5215493" y="1073908"/>
                  </a:lnTo>
                  <a:lnTo>
                    <a:pt x="5240012" y="1071807"/>
                  </a:lnTo>
                  <a:lnTo>
                    <a:pt x="5251703" y="1070894"/>
                  </a:lnTo>
                  <a:lnTo>
                    <a:pt x="5254856" y="1070669"/>
                  </a:lnTo>
                  <a:lnTo>
                    <a:pt x="5254955" y="1070662"/>
                  </a:lnTo>
                  <a:lnTo>
                    <a:pt x="6726343" y="1070662"/>
                  </a:lnTo>
                  <a:lnTo>
                    <a:pt x="6727566" y="1070636"/>
                  </a:lnTo>
                  <a:lnTo>
                    <a:pt x="6735598" y="1070446"/>
                  </a:lnTo>
                  <a:lnTo>
                    <a:pt x="6755799" y="1069923"/>
                  </a:lnTo>
                  <a:lnTo>
                    <a:pt x="6791804" y="1068893"/>
                  </a:lnTo>
                  <a:lnTo>
                    <a:pt x="6845243" y="1067199"/>
                  </a:lnTo>
                  <a:lnTo>
                    <a:pt x="6915621" y="1064714"/>
                  </a:lnTo>
                  <a:lnTo>
                    <a:pt x="7000535" y="1061354"/>
                  </a:lnTo>
                  <a:lnTo>
                    <a:pt x="7096229" y="1057082"/>
                  </a:lnTo>
                  <a:lnTo>
                    <a:pt x="7198340" y="1051894"/>
                  </a:lnTo>
                  <a:lnTo>
                    <a:pt x="7302624" y="1045809"/>
                  </a:lnTo>
                  <a:lnTo>
                    <a:pt x="7405475" y="1038844"/>
                  </a:lnTo>
                  <a:lnTo>
                    <a:pt x="7504202" y="1031006"/>
                  </a:lnTo>
                  <a:lnTo>
                    <a:pt x="7597060" y="1022274"/>
                  </a:lnTo>
                  <a:lnTo>
                    <a:pt x="7683147" y="1012598"/>
                  </a:lnTo>
                  <a:lnTo>
                    <a:pt x="7762223" y="1001891"/>
                  </a:lnTo>
                  <a:lnTo>
                    <a:pt x="7834524" y="990035"/>
                  </a:lnTo>
                  <a:lnTo>
                    <a:pt x="7900596" y="976881"/>
                  </a:lnTo>
                  <a:lnTo>
                    <a:pt x="7961174" y="962254"/>
                  </a:lnTo>
                  <a:lnTo>
                    <a:pt x="8017077" y="945964"/>
                  </a:lnTo>
                  <a:lnTo>
                    <a:pt x="8069151" y="927830"/>
                  </a:lnTo>
                  <a:lnTo>
                    <a:pt x="8118204" y="907702"/>
                  </a:lnTo>
                  <a:lnTo>
                    <a:pt x="8151487" y="892218"/>
                  </a:lnTo>
                  <a:lnTo>
                    <a:pt x="8201713" y="865969"/>
                  </a:lnTo>
                  <a:lnTo>
                    <a:pt x="8250396" y="837145"/>
                  </a:lnTo>
                  <a:lnTo>
                    <a:pt x="8298098" y="805706"/>
                  </a:lnTo>
                  <a:lnTo>
                    <a:pt x="8345234" y="771692"/>
                  </a:lnTo>
                  <a:lnTo>
                    <a:pt x="8392102" y="735232"/>
                  </a:lnTo>
                  <a:lnTo>
                    <a:pt x="8438899" y="696553"/>
                  </a:lnTo>
                  <a:lnTo>
                    <a:pt x="8485739" y="655978"/>
                  </a:lnTo>
                  <a:lnTo>
                    <a:pt x="8532671" y="613920"/>
                  </a:lnTo>
                  <a:lnTo>
                    <a:pt x="8579687" y="570865"/>
                  </a:lnTo>
                  <a:lnTo>
                    <a:pt x="8626749" y="527351"/>
                  </a:lnTo>
                  <a:lnTo>
                    <a:pt x="8673800" y="483940"/>
                  </a:lnTo>
                  <a:lnTo>
                    <a:pt x="8720788" y="441190"/>
                  </a:lnTo>
                  <a:lnTo>
                    <a:pt x="8767684" y="399622"/>
                  </a:lnTo>
                  <a:lnTo>
                    <a:pt x="8814500" y="359699"/>
                  </a:lnTo>
                  <a:lnTo>
                    <a:pt x="8861305" y="321801"/>
                  </a:lnTo>
                  <a:lnTo>
                    <a:pt x="8908243" y="286215"/>
                  </a:lnTo>
                  <a:lnTo>
                    <a:pt x="8955547" y="253134"/>
                  </a:lnTo>
                  <a:lnTo>
                    <a:pt x="9003553" y="222653"/>
                  </a:lnTo>
                  <a:lnTo>
                    <a:pt x="9052728" y="194781"/>
                  </a:lnTo>
                  <a:lnTo>
                    <a:pt x="9084767" y="178443"/>
                  </a:lnTo>
                  <a:lnTo>
                    <a:pt x="9132127" y="156862"/>
                  </a:lnTo>
                  <a:lnTo>
                    <a:pt x="9181983" y="137328"/>
                  </a:lnTo>
                  <a:lnTo>
                    <a:pt x="9235091" y="119751"/>
                  </a:lnTo>
                  <a:lnTo>
                    <a:pt x="9292274" y="103967"/>
                  </a:lnTo>
                  <a:lnTo>
                    <a:pt x="9354376" y="89790"/>
                  </a:lnTo>
                  <a:lnTo>
                    <a:pt x="9422200" y="77032"/>
                  </a:lnTo>
                  <a:lnTo>
                    <a:pt x="9496437" y="65527"/>
                  </a:lnTo>
                  <a:lnTo>
                    <a:pt x="9577557" y="55132"/>
                  </a:lnTo>
                  <a:lnTo>
                    <a:pt x="9665675" y="45739"/>
                  </a:lnTo>
                  <a:lnTo>
                    <a:pt x="9760377" y="37273"/>
                  </a:lnTo>
                  <a:lnTo>
                    <a:pt x="9860531" y="29691"/>
                  </a:lnTo>
                  <a:lnTo>
                    <a:pt x="9964123" y="22982"/>
                  </a:lnTo>
                  <a:lnTo>
                    <a:pt x="10068180" y="17156"/>
                  </a:lnTo>
                  <a:lnTo>
                    <a:pt x="10168872" y="12235"/>
                  </a:lnTo>
                  <a:lnTo>
                    <a:pt x="10261852" y="8231"/>
                  </a:lnTo>
                  <a:lnTo>
                    <a:pt x="10342857" y="5134"/>
                  </a:lnTo>
                  <a:lnTo>
                    <a:pt x="10408453" y="2890"/>
                  </a:lnTo>
                  <a:lnTo>
                    <a:pt x="10456750" y="1405"/>
                  </a:lnTo>
                  <a:lnTo>
                    <a:pt x="10487871" y="541"/>
                  </a:lnTo>
                  <a:lnTo>
                    <a:pt x="10504055" y="133"/>
                  </a:lnTo>
                  <a:lnTo>
                    <a:pt x="10509470" y="9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43" name="pl1843"/>
            <p:cNvSpPr/>
            <p:nvPr/>
          </p:nvSpPr>
          <p:spPr>
            <a:xfrm>
              <a:off x="4799595" y="5788897"/>
              <a:ext cx="11981298" cy="4495149"/>
            </a:xfrm>
            <a:custGeom>
              <a:avLst/>
              <a:pathLst>
                <a:path w="11981298" h="4495149">
                  <a:moveTo>
                    <a:pt x="11981298" y="0"/>
                  </a:moveTo>
                  <a:lnTo>
                    <a:pt x="10509911" y="0"/>
                  </a:lnTo>
                  <a:lnTo>
                    <a:pt x="10508687" y="26"/>
                  </a:lnTo>
                  <a:lnTo>
                    <a:pt x="10500655" y="215"/>
                  </a:lnTo>
                  <a:lnTo>
                    <a:pt x="10480454" y="739"/>
                  </a:lnTo>
                  <a:lnTo>
                    <a:pt x="10444449" y="1769"/>
                  </a:lnTo>
                  <a:lnTo>
                    <a:pt x="10391011" y="3463"/>
                  </a:lnTo>
                  <a:lnTo>
                    <a:pt x="10320632" y="5948"/>
                  </a:lnTo>
                  <a:lnTo>
                    <a:pt x="10235718" y="9307"/>
                  </a:lnTo>
                  <a:lnTo>
                    <a:pt x="10140025" y="13580"/>
                  </a:lnTo>
                  <a:lnTo>
                    <a:pt x="10037913" y="18767"/>
                  </a:lnTo>
                  <a:lnTo>
                    <a:pt x="9933629" y="24853"/>
                  </a:lnTo>
                  <a:lnTo>
                    <a:pt x="9830778" y="31818"/>
                  </a:lnTo>
                  <a:lnTo>
                    <a:pt x="9732052" y="39656"/>
                  </a:lnTo>
                  <a:lnTo>
                    <a:pt x="9639193" y="48388"/>
                  </a:lnTo>
                  <a:lnTo>
                    <a:pt x="9553106" y="58064"/>
                  </a:lnTo>
                  <a:lnTo>
                    <a:pt x="9474030" y="68771"/>
                  </a:lnTo>
                  <a:lnTo>
                    <a:pt x="9401730" y="80626"/>
                  </a:lnTo>
                  <a:lnTo>
                    <a:pt x="9335657" y="93781"/>
                  </a:lnTo>
                  <a:lnTo>
                    <a:pt x="9275080" y="108408"/>
                  </a:lnTo>
                  <a:lnTo>
                    <a:pt x="9219176" y="124697"/>
                  </a:lnTo>
                  <a:lnTo>
                    <a:pt x="9167102" y="142832"/>
                  </a:lnTo>
                  <a:lnTo>
                    <a:pt x="9118049" y="162960"/>
                  </a:lnTo>
                  <a:lnTo>
                    <a:pt x="9084767" y="178443"/>
                  </a:lnTo>
                  <a:lnTo>
                    <a:pt x="9034540" y="204693"/>
                  </a:lnTo>
                  <a:lnTo>
                    <a:pt x="8985857" y="233516"/>
                  </a:lnTo>
                  <a:lnTo>
                    <a:pt x="8938155" y="264955"/>
                  </a:lnTo>
                  <a:lnTo>
                    <a:pt x="8891019" y="298970"/>
                  </a:lnTo>
                  <a:lnTo>
                    <a:pt x="8844151" y="335430"/>
                  </a:lnTo>
                  <a:lnTo>
                    <a:pt x="8797354" y="374109"/>
                  </a:lnTo>
                  <a:lnTo>
                    <a:pt x="8750514" y="414683"/>
                  </a:lnTo>
                  <a:lnTo>
                    <a:pt x="8703583" y="456741"/>
                  </a:lnTo>
                  <a:lnTo>
                    <a:pt x="8656566" y="499797"/>
                  </a:lnTo>
                  <a:lnTo>
                    <a:pt x="8609505" y="543311"/>
                  </a:lnTo>
                  <a:lnTo>
                    <a:pt x="8562454" y="586722"/>
                  </a:lnTo>
                  <a:lnTo>
                    <a:pt x="8515465" y="629472"/>
                  </a:lnTo>
                  <a:lnTo>
                    <a:pt x="8468569" y="671039"/>
                  </a:lnTo>
                  <a:lnTo>
                    <a:pt x="8421753" y="710963"/>
                  </a:lnTo>
                  <a:lnTo>
                    <a:pt x="8374948" y="748861"/>
                  </a:lnTo>
                  <a:lnTo>
                    <a:pt x="8328010" y="784447"/>
                  </a:lnTo>
                  <a:lnTo>
                    <a:pt x="8280707" y="817528"/>
                  </a:lnTo>
                  <a:lnTo>
                    <a:pt x="8232700" y="848009"/>
                  </a:lnTo>
                  <a:lnTo>
                    <a:pt x="8183525" y="875880"/>
                  </a:lnTo>
                  <a:lnTo>
                    <a:pt x="8151487" y="892218"/>
                  </a:lnTo>
                  <a:lnTo>
                    <a:pt x="8104127" y="913800"/>
                  </a:lnTo>
                  <a:lnTo>
                    <a:pt x="8054270" y="933334"/>
                  </a:lnTo>
                  <a:lnTo>
                    <a:pt x="8001162" y="950911"/>
                  </a:lnTo>
                  <a:lnTo>
                    <a:pt x="7943979" y="966695"/>
                  </a:lnTo>
                  <a:lnTo>
                    <a:pt x="7881877" y="980872"/>
                  </a:lnTo>
                  <a:lnTo>
                    <a:pt x="7814053" y="993630"/>
                  </a:lnTo>
                  <a:lnTo>
                    <a:pt x="7739816" y="1005135"/>
                  </a:lnTo>
                  <a:lnTo>
                    <a:pt x="7658696" y="1015530"/>
                  </a:lnTo>
                  <a:lnTo>
                    <a:pt x="7570578" y="1024922"/>
                  </a:lnTo>
                  <a:lnTo>
                    <a:pt x="7475876" y="1033389"/>
                  </a:lnTo>
                  <a:lnTo>
                    <a:pt x="7375722" y="1040971"/>
                  </a:lnTo>
                  <a:lnTo>
                    <a:pt x="7272130" y="1047680"/>
                  </a:lnTo>
                  <a:lnTo>
                    <a:pt x="7168073" y="1053505"/>
                  </a:lnTo>
                  <a:lnTo>
                    <a:pt x="7067381" y="1058427"/>
                  </a:lnTo>
                  <a:lnTo>
                    <a:pt x="6974401" y="1062430"/>
                  </a:lnTo>
                  <a:lnTo>
                    <a:pt x="6893396" y="1065528"/>
                  </a:lnTo>
                  <a:lnTo>
                    <a:pt x="6827800" y="1067771"/>
                  </a:lnTo>
                  <a:lnTo>
                    <a:pt x="6779503" y="1069257"/>
                  </a:lnTo>
                  <a:lnTo>
                    <a:pt x="6748383" y="1070121"/>
                  </a:lnTo>
                  <a:lnTo>
                    <a:pt x="6732199" y="1070529"/>
                  </a:lnTo>
                  <a:lnTo>
                    <a:pt x="6726783" y="1070653"/>
                  </a:lnTo>
                  <a:lnTo>
                    <a:pt x="6726343" y="1070662"/>
                  </a:lnTo>
                  <a:lnTo>
                    <a:pt x="5254955" y="1070662"/>
                  </a:lnTo>
                  <a:lnTo>
                    <a:pt x="5253846" y="1070739"/>
                  </a:lnTo>
                  <a:lnTo>
                    <a:pt x="5246548" y="1071286"/>
                  </a:lnTo>
                  <a:lnTo>
                    <a:pt x="5228139" y="1072799"/>
                  </a:lnTo>
                  <a:lnTo>
                    <a:pt x="5195189" y="1075778"/>
                  </a:lnTo>
                  <a:lnTo>
                    <a:pt x="5146004" y="1080688"/>
                  </a:lnTo>
                  <a:lnTo>
                    <a:pt x="5080753" y="1087912"/>
                  </a:lnTo>
                  <a:lnTo>
                    <a:pt x="5001334" y="1097714"/>
                  </a:lnTo>
                  <a:lnTo>
                    <a:pt x="4910943" y="1110234"/>
                  </a:lnTo>
                  <a:lnTo>
                    <a:pt x="4813463" y="1125498"/>
                  </a:lnTo>
                  <a:lnTo>
                    <a:pt x="4712829" y="1143469"/>
                  </a:lnTo>
                  <a:lnTo>
                    <a:pt x="4612521" y="1164085"/>
                  </a:lnTo>
                  <a:lnTo>
                    <a:pt x="4515273" y="1187314"/>
                  </a:lnTo>
                  <a:lnTo>
                    <a:pt x="4422981" y="1213182"/>
                  </a:lnTo>
                  <a:lnTo>
                    <a:pt x="4336754" y="1241800"/>
                  </a:lnTo>
                  <a:lnTo>
                    <a:pt x="4257052" y="1273369"/>
                  </a:lnTo>
                  <a:lnTo>
                    <a:pt x="4183844" y="1308189"/>
                  </a:lnTo>
                  <a:lnTo>
                    <a:pt x="4116761" y="1346650"/>
                  </a:lnTo>
                  <a:lnTo>
                    <a:pt x="4055216" y="1389220"/>
                  </a:lnTo>
                  <a:lnTo>
                    <a:pt x="3998504" y="1436427"/>
                  </a:lnTo>
                  <a:lnTo>
                    <a:pt x="3945865" y="1488821"/>
                  </a:lnTo>
                  <a:lnTo>
                    <a:pt x="3896543" y="1546908"/>
                  </a:lnTo>
                  <a:lnTo>
                    <a:pt x="3849823" y="1611055"/>
                  </a:lnTo>
                  <a:lnTo>
                    <a:pt x="3829811" y="1641410"/>
                  </a:lnTo>
                  <a:lnTo>
                    <a:pt x="3794949" y="1698490"/>
                  </a:lnTo>
                  <a:lnTo>
                    <a:pt x="3760917" y="1759456"/>
                  </a:lnTo>
                  <a:lnTo>
                    <a:pt x="3727506" y="1824386"/>
                  </a:lnTo>
                  <a:lnTo>
                    <a:pt x="3694544" y="1893306"/>
                  </a:lnTo>
                  <a:lnTo>
                    <a:pt x="3661890" y="1966183"/>
                  </a:lnTo>
                  <a:lnTo>
                    <a:pt x="3629434" y="2042920"/>
                  </a:lnTo>
                  <a:lnTo>
                    <a:pt x="3597087" y="2123349"/>
                  </a:lnTo>
                  <a:lnTo>
                    <a:pt x="3564785" y="2207234"/>
                  </a:lnTo>
                  <a:lnTo>
                    <a:pt x="3532482" y="2294267"/>
                  </a:lnTo>
                  <a:lnTo>
                    <a:pt x="3500150" y="2384072"/>
                  </a:lnTo>
                  <a:lnTo>
                    <a:pt x="3467775" y="2476210"/>
                  </a:lnTo>
                  <a:lnTo>
                    <a:pt x="3435355" y="2570185"/>
                  </a:lnTo>
                  <a:lnTo>
                    <a:pt x="3402897" y="2665457"/>
                  </a:lnTo>
                  <a:lnTo>
                    <a:pt x="3370417" y="2761453"/>
                  </a:lnTo>
                  <a:lnTo>
                    <a:pt x="3337933" y="2857583"/>
                  </a:lnTo>
                  <a:lnTo>
                    <a:pt x="3305463" y="2953250"/>
                  </a:lnTo>
                  <a:lnTo>
                    <a:pt x="3273025" y="3047873"/>
                  </a:lnTo>
                  <a:lnTo>
                    <a:pt x="3240629" y="3140894"/>
                  </a:lnTo>
                  <a:lnTo>
                    <a:pt x="3208279" y="3231798"/>
                  </a:lnTo>
                  <a:lnTo>
                    <a:pt x="3175966" y="3320118"/>
                  </a:lnTo>
                  <a:lnTo>
                    <a:pt x="3143668" y="3405449"/>
                  </a:lnTo>
                  <a:lnTo>
                    <a:pt x="3111348" y="3487454"/>
                  </a:lnTo>
                  <a:lnTo>
                    <a:pt x="3078950" y="3565863"/>
                  </a:lnTo>
                  <a:lnTo>
                    <a:pt x="3046397" y="3640478"/>
                  </a:lnTo>
                  <a:lnTo>
                    <a:pt x="3013587" y="3711171"/>
                  </a:lnTo>
                  <a:lnTo>
                    <a:pt x="2980396" y="3777881"/>
                  </a:lnTo>
                  <a:lnTo>
                    <a:pt x="2946664" y="3840608"/>
                  </a:lnTo>
                  <a:lnTo>
                    <a:pt x="2912201" y="3899409"/>
                  </a:lnTo>
                  <a:lnTo>
                    <a:pt x="2896531" y="3924401"/>
                  </a:lnTo>
                  <a:lnTo>
                    <a:pt x="2850758" y="3991273"/>
                  </a:lnTo>
                  <a:lnTo>
                    <a:pt x="2802671" y="4052011"/>
                  </a:lnTo>
                  <a:lnTo>
                    <a:pt x="2751592" y="4106867"/>
                  </a:lnTo>
                  <a:lnTo>
                    <a:pt x="2696777" y="4156303"/>
                  </a:lnTo>
                  <a:lnTo>
                    <a:pt x="2637463" y="4200858"/>
                  </a:lnTo>
                  <a:lnTo>
                    <a:pt x="2572912" y="4241075"/>
                  </a:lnTo>
                  <a:lnTo>
                    <a:pt x="2502476" y="4277454"/>
                  </a:lnTo>
                  <a:lnTo>
                    <a:pt x="2425675" y="4310419"/>
                  </a:lnTo>
                  <a:lnTo>
                    <a:pt x="2342311" y="4340312"/>
                  </a:lnTo>
                  <a:lnTo>
                    <a:pt x="2252609" y="4367378"/>
                  </a:lnTo>
                  <a:lnTo>
                    <a:pt x="2157370" y="4391767"/>
                  </a:lnTo>
                  <a:lnTo>
                    <a:pt x="2058129" y="4413541"/>
                  </a:lnTo>
                  <a:lnTo>
                    <a:pt x="1957249" y="4432689"/>
                  </a:lnTo>
                  <a:lnTo>
                    <a:pt x="1857906" y="4449159"/>
                  </a:lnTo>
                  <a:lnTo>
                    <a:pt x="1763882" y="4462895"/>
                  </a:lnTo>
                  <a:lnTo>
                    <a:pt x="1679156" y="4473890"/>
                  </a:lnTo>
                  <a:lnTo>
                    <a:pt x="1607311" y="4482230"/>
                  </a:lnTo>
                  <a:lnTo>
                    <a:pt x="1550885" y="4488123"/>
                  </a:lnTo>
                  <a:lnTo>
                    <a:pt x="1510849" y="4491903"/>
                  </a:lnTo>
                  <a:lnTo>
                    <a:pt x="1486330" y="4494004"/>
                  </a:lnTo>
                  <a:lnTo>
                    <a:pt x="1474639" y="4494916"/>
                  </a:lnTo>
                  <a:lnTo>
                    <a:pt x="1471486" y="4495142"/>
                  </a:lnTo>
                  <a:lnTo>
                    <a:pt x="1471387" y="4495149"/>
                  </a:lnTo>
                  <a:lnTo>
                    <a:pt x="0" y="449514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44" name="pg1844"/>
            <p:cNvSpPr/>
            <p:nvPr/>
          </p:nvSpPr>
          <p:spPr>
            <a:xfrm>
              <a:off x="4799595" y="4097086"/>
              <a:ext cx="11981298" cy="6178786"/>
            </a:xfrm>
            <a:custGeom>
              <a:avLst/>
              <a:pathLst>
                <a:path w="11981298" h="6178786">
                  <a:moveTo>
                    <a:pt x="0" y="6178786"/>
                  </a:moveTo>
                  <a:lnTo>
                    <a:pt x="1471387" y="6178786"/>
                  </a:lnTo>
                  <a:lnTo>
                    <a:pt x="1472260" y="6178696"/>
                  </a:lnTo>
                  <a:lnTo>
                    <a:pt x="1478027" y="6178057"/>
                  </a:lnTo>
                  <a:lnTo>
                    <a:pt x="1492676" y="6176289"/>
                  </a:lnTo>
                  <a:lnTo>
                    <a:pt x="1519139" y="6172806"/>
                  </a:lnTo>
                  <a:lnTo>
                    <a:pt x="1559134" y="6167042"/>
                  </a:lnTo>
                  <a:lnTo>
                    <a:pt x="1613042" y="6158509"/>
                  </a:lnTo>
                  <a:lnTo>
                    <a:pt x="1679927" y="6146833"/>
                  </a:lnTo>
                  <a:lnTo>
                    <a:pt x="1757740" y="6131778"/>
                  </a:lnTo>
                  <a:lnTo>
                    <a:pt x="1843684" y="6113239"/>
                  </a:lnTo>
                  <a:lnTo>
                    <a:pt x="1934642" y="6091217"/>
                  </a:lnTo>
                  <a:lnTo>
                    <a:pt x="2027587" y="6065772"/>
                  </a:lnTo>
                  <a:lnTo>
                    <a:pt x="2119881" y="6036972"/>
                  </a:lnTo>
                  <a:lnTo>
                    <a:pt x="2209447" y="6004852"/>
                  </a:lnTo>
                  <a:lnTo>
                    <a:pt x="2294815" y="5969379"/>
                  </a:lnTo>
                  <a:lnTo>
                    <a:pt x="2375086" y="5930431"/>
                  </a:lnTo>
                  <a:lnTo>
                    <a:pt x="2449843" y="5887784"/>
                  </a:lnTo>
                  <a:lnTo>
                    <a:pt x="2519039" y="5841113"/>
                  </a:lnTo>
                  <a:lnTo>
                    <a:pt x="2582901" y="5789990"/>
                  </a:lnTo>
                  <a:lnTo>
                    <a:pt x="2641835" y="5733897"/>
                  </a:lnTo>
                  <a:lnTo>
                    <a:pt x="2696361" y="5672243"/>
                  </a:lnTo>
                  <a:lnTo>
                    <a:pt x="2747060" y="5604388"/>
                  </a:lnTo>
                  <a:lnTo>
                    <a:pt x="2794530" y="5529696"/>
                  </a:lnTo>
                  <a:lnTo>
                    <a:pt x="2839357" y="5447607"/>
                  </a:lnTo>
                  <a:lnTo>
                    <a:pt x="2882087" y="5357756"/>
                  </a:lnTo>
                  <a:lnTo>
                    <a:pt x="2896531" y="5324708"/>
                  </a:lnTo>
                  <a:lnTo>
                    <a:pt x="2925688" y="5253823"/>
                  </a:lnTo>
                  <a:lnTo>
                    <a:pt x="2954240" y="5178908"/>
                  </a:lnTo>
                  <a:lnTo>
                    <a:pt x="2982315" y="5099880"/>
                  </a:lnTo>
                  <a:lnTo>
                    <a:pt x="3010022" y="5016699"/>
                  </a:lnTo>
                  <a:lnTo>
                    <a:pt x="3037453" y="4929363"/>
                  </a:lnTo>
                  <a:lnTo>
                    <a:pt x="3064684" y="4837913"/>
                  </a:lnTo>
                  <a:lnTo>
                    <a:pt x="3091778" y="4742441"/>
                  </a:lnTo>
                  <a:lnTo>
                    <a:pt x="3118788" y="4643086"/>
                  </a:lnTo>
                  <a:lnTo>
                    <a:pt x="3145753" y="4540040"/>
                  </a:lnTo>
                  <a:lnTo>
                    <a:pt x="3172706" y="4433545"/>
                  </a:lnTo>
                  <a:lnTo>
                    <a:pt x="3199668" y="4323895"/>
                  </a:lnTo>
                  <a:lnTo>
                    <a:pt x="3226653" y="4211432"/>
                  </a:lnTo>
                  <a:lnTo>
                    <a:pt x="3253668" y="4096544"/>
                  </a:lnTo>
                  <a:lnTo>
                    <a:pt x="3280715" y="3979659"/>
                  </a:lnTo>
                  <a:lnTo>
                    <a:pt x="3307790" y="3861238"/>
                  </a:lnTo>
                  <a:lnTo>
                    <a:pt x="3334887" y="3741770"/>
                  </a:lnTo>
                  <a:lnTo>
                    <a:pt x="3361995" y="3621763"/>
                  </a:lnTo>
                  <a:lnTo>
                    <a:pt x="3389103" y="3501733"/>
                  </a:lnTo>
                  <a:lnTo>
                    <a:pt x="3416201" y="3382198"/>
                  </a:lnTo>
                  <a:lnTo>
                    <a:pt x="3443279" y="3263667"/>
                  </a:lnTo>
                  <a:lnTo>
                    <a:pt x="3470328" y="3146630"/>
                  </a:lnTo>
                  <a:lnTo>
                    <a:pt x="3497346" y="3031551"/>
                  </a:lnTo>
                  <a:lnTo>
                    <a:pt x="3524334" y="2918862"/>
                  </a:lnTo>
                  <a:lnTo>
                    <a:pt x="3551297" y="2808953"/>
                  </a:lnTo>
                  <a:lnTo>
                    <a:pt x="3578249" y="2702172"/>
                  </a:lnTo>
                  <a:lnTo>
                    <a:pt x="3605213" y="2598816"/>
                  </a:lnTo>
                  <a:lnTo>
                    <a:pt x="3632217" y="2499133"/>
                  </a:lnTo>
                  <a:lnTo>
                    <a:pt x="3659303" y="2403317"/>
                  </a:lnTo>
                  <a:lnTo>
                    <a:pt x="3686519" y="2311514"/>
                  </a:lnTo>
                  <a:lnTo>
                    <a:pt x="3713929" y="2223818"/>
                  </a:lnTo>
                  <a:lnTo>
                    <a:pt x="3741609" y="2140276"/>
                  </a:lnTo>
                  <a:lnTo>
                    <a:pt x="3769649" y="2060889"/>
                  </a:lnTo>
                  <a:lnTo>
                    <a:pt x="3798155" y="1985619"/>
                  </a:lnTo>
                  <a:lnTo>
                    <a:pt x="3827253" y="1914389"/>
                  </a:lnTo>
                  <a:lnTo>
                    <a:pt x="3829811" y="1908395"/>
                  </a:lnTo>
                  <a:lnTo>
                    <a:pt x="3871928" y="1815822"/>
                  </a:lnTo>
                  <a:lnTo>
                    <a:pt x="3915968" y="1731063"/>
                  </a:lnTo>
                  <a:lnTo>
                    <a:pt x="3962455" y="1653858"/>
                  </a:lnTo>
                  <a:lnTo>
                    <a:pt x="4011963" y="1583698"/>
                  </a:lnTo>
                  <a:lnTo>
                    <a:pt x="4065093" y="1519963"/>
                  </a:lnTo>
                  <a:lnTo>
                    <a:pt x="4122433" y="1462008"/>
                  </a:lnTo>
                  <a:lnTo>
                    <a:pt x="4184529" y="1409221"/>
                  </a:lnTo>
                  <a:lnTo>
                    <a:pt x="4251835" y="1361057"/>
                  </a:lnTo>
                  <a:lnTo>
                    <a:pt x="4324650" y="1317054"/>
                  </a:lnTo>
                  <a:lnTo>
                    <a:pt x="4403032" y="1276851"/>
                  </a:lnTo>
                  <a:lnTo>
                    <a:pt x="4486704" y="1240190"/>
                  </a:lnTo>
                  <a:lnTo>
                    <a:pt x="4574947" y="1206913"/>
                  </a:lnTo>
                  <a:lnTo>
                    <a:pt x="4666498" y="1176959"/>
                  </a:lnTo>
                  <a:lnTo>
                    <a:pt x="4759489" y="1150341"/>
                  </a:lnTo>
                  <a:lnTo>
                    <a:pt x="4851466" y="1127122"/>
                  </a:lnTo>
                  <a:lnTo>
                    <a:pt x="4939509" y="1107369"/>
                  </a:lnTo>
                  <a:lnTo>
                    <a:pt x="5020489" y="1091109"/>
                  </a:lnTo>
                  <a:lnTo>
                    <a:pt x="5091450" y="1078279"/>
                  </a:lnTo>
                  <a:lnTo>
                    <a:pt x="5150036" y="1068690"/>
                  </a:lnTo>
                  <a:lnTo>
                    <a:pt x="5194890" y="1062014"/>
                  </a:lnTo>
                  <a:lnTo>
                    <a:pt x="5225926" y="1057799"/>
                  </a:lnTo>
                  <a:lnTo>
                    <a:pt x="5244405" y="1055502"/>
                  </a:lnTo>
                  <a:lnTo>
                    <a:pt x="5252857" y="1054537"/>
                  </a:lnTo>
                  <a:lnTo>
                    <a:pt x="5254955" y="1054316"/>
                  </a:lnTo>
                  <a:lnTo>
                    <a:pt x="6726343" y="1054316"/>
                  </a:lnTo>
                  <a:lnTo>
                    <a:pt x="6727567" y="1054290"/>
                  </a:lnTo>
                  <a:lnTo>
                    <a:pt x="6735603" y="1054105"/>
                  </a:lnTo>
                  <a:lnTo>
                    <a:pt x="6755814" y="1053594"/>
                  </a:lnTo>
                  <a:lnTo>
                    <a:pt x="6791835" y="1052587"/>
                  </a:lnTo>
                  <a:lnTo>
                    <a:pt x="6845297" y="1050931"/>
                  </a:lnTo>
                  <a:lnTo>
                    <a:pt x="6915703" y="1048501"/>
                  </a:lnTo>
                  <a:lnTo>
                    <a:pt x="7000646" y="1045217"/>
                  </a:lnTo>
                  <a:lnTo>
                    <a:pt x="7096368" y="1041041"/>
                  </a:lnTo>
                  <a:lnTo>
                    <a:pt x="7198504" y="1035970"/>
                  </a:lnTo>
                  <a:lnTo>
                    <a:pt x="7302806" y="1030021"/>
                  </a:lnTo>
                  <a:lnTo>
                    <a:pt x="7405670" y="1023213"/>
                  </a:lnTo>
                  <a:lnTo>
                    <a:pt x="7504403" y="1015551"/>
                  </a:lnTo>
                  <a:lnTo>
                    <a:pt x="7597263" y="1007016"/>
                  </a:lnTo>
                  <a:lnTo>
                    <a:pt x="7683349" y="997557"/>
                  </a:lnTo>
                  <a:lnTo>
                    <a:pt x="7762421" y="987091"/>
                  </a:lnTo>
                  <a:lnTo>
                    <a:pt x="7834717" y="975502"/>
                  </a:lnTo>
                  <a:lnTo>
                    <a:pt x="7900784" y="962642"/>
                  </a:lnTo>
                  <a:lnTo>
                    <a:pt x="7961356" y="948343"/>
                  </a:lnTo>
                  <a:lnTo>
                    <a:pt x="8017256" y="932418"/>
                  </a:lnTo>
                  <a:lnTo>
                    <a:pt x="8069327" y="914689"/>
                  </a:lnTo>
                  <a:lnTo>
                    <a:pt x="8118380" y="895012"/>
                  </a:lnTo>
                  <a:lnTo>
                    <a:pt x="8151487" y="879959"/>
                  </a:lnTo>
                  <a:lnTo>
                    <a:pt x="8201921" y="854197"/>
                  </a:lnTo>
                  <a:lnTo>
                    <a:pt x="8250803" y="825898"/>
                  </a:lnTo>
                  <a:lnTo>
                    <a:pt x="8298698" y="795023"/>
                  </a:lnTo>
                  <a:lnTo>
                    <a:pt x="8346027" y="761610"/>
                  </a:lnTo>
                  <a:lnTo>
                    <a:pt x="8393090" y="725791"/>
                  </a:lnTo>
                  <a:lnTo>
                    <a:pt x="8440084" y="687791"/>
                  </a:lnTo>
                  <a:lnTo>
                    <a:pt x="8487125" y="647933"/>
                  </a:lnTo>
                  <a:lnTo>
                    <a:pt x="8534257" y="606626"/>
                  </a:lnTo>
                  <a:lnTo>
                    <a:pt x="8581475" y="564354"/>
                  </a:lnTo>
                  <a:lnTo>
                    <a:pt x="8628735" y="521650"/>
                  </a:lnTo>
                  <a:lnTo>
                    <a:pt x="8675983" y="479072"/>
                  </a:lnTo>
                  <a:lnTo>
                    <a:pt x="8723166" y="437170"/>
                  </a:lnTo>
                  <a:lnTo>
                    <a:pt x="8770255" y="396457"/>
                  </a:lnTo>
                  <a:lnTo>
                    <a:pt x="8817266" y="357388"/>
                  </a:lnTo>
                  <a:lnTo>
                    <a:pt x="8864272" y="320333"/>
                  </a:lnTo>
                  <a:lnTo>
                    <a:pt x="8911424" y="285572"/>
                  </a:lnTo>
                  <a:lnTo>
                    <a:pt x="8958964" y="253287"/>
                  </a:lnTo>
                  <a:lnTo>
                    <a:pt x="9007242" y="223569"/>
                  </a:lnTo>
                  <a:lnTo>
                    <a:pt x="9056740" y="196418"/>
                  </a:lnTo>
                  <a:lnTo>
                    <a:pt x="9084767" y="182530"/>
                  </a:lnTo>
                  <a:lnTo>
                    <a:pt x="9132135" y="161439"/>
                  </a:lnTo>
                  <a:lnTo>
                    <a:pt x="9182001" y="142350"/>
                  </a:lnTo>
                  <a:lnTo>
                    <a:pt x="9235120" y="125173"/>
                  </a:lnTo>
                  <a:lnTo>
                    <a:pt x="9292316" y="109749"/>
                  </a:lnTo>
                  <a:lnTo>
                    <a:pt x="9354433" y="95895"/>
                  </a:lnTo>
                  <a:lnTo>
                    <a:pt x="9422275" y="83429"/>
                  </a:lnTo>
                  <a:lnTo>
                    <a:pt x="9496532" y="72186"/>
                  </a:lnTo>
                  <a:lnTo>
                    <a:pt x="9577675" y="62029"/>
                  </a:lnTo>
                  <a:lnTo>
                    <a:pt x="9665819" y="52851"/>
                  </a:lnTo>
                  <a:lnTo>
                    <a:pt x="9760548" y="44578"/>
                  </a:lnTo>
                  <a:lnTo>
                    <a:pt x="9860728" y="37170"/>
                  </a:lnTo>
                  <a:lnTo>
                    <a:pt x="9964342" y="30616"/>
                  </a:lnTo>
                  <a:lnTo>
                    <a:pt x="10068415" y="24925"/>
                  </a:lnTo>
                  <a:lnTo>
                    <a:pt x="10169111" y="20117"/>
                  </a:lnTo>
                  <a:lnTo>
                    <a:pt x="10262082" y="16207"/>
                  </a:lnTo>
                  <a:lnTo>
                    <a:pt x="10343063" y="13182"/>
                  </a:lnTo>
                  <a:lnTo>
                    <a:pt x="10408623" y="10992"/>
                  </a:lnTo>
                  <a:lnTo>
                    <a:pt x="10456875" y="9542"/>
                  </a:lnTo>
                  <a:lnTo>
                    <a:pt x="10487947" y="8699"/>
                  </a:lnTo>
                  <a:lnTo>
                    <a:pt x="10504089" y="8302"/>
                  </a:lnTo>
                  <a:lnTo>
                    <a:pt x="10509477" y="8182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8686" y="25"/>
                  </a:lnTo>
                  <a:lnTo>
                    <a:pt x="10500651" y="211"/>
                  </a:lnTo>
                  <a:lnTo>
                    <a:pt x="10480440" y="722"/>
                  </a:lnTo>
                  <a:lnTo>
                    <a:pt x="10444418" y="1729"/>
                  </a:lnTo>
                  <a:lnTo>
                    <a:pt x="10390956" y="3385"/>
                  </a:lnTo>
                  <a:lnTo>
                    <a:pt x="10320550" y="5815"/>
                  </a:lnTo>
                  <a:lnTo>
                    <a:pt x="10235607" y="9099"/>
                  </a:lnTo>
                  <a:lnTo>
                    <a:pt x="10139885" y="13275"/>
                  </a:lnTo>
                  <a:lnTo>
                    <a:pt x="10037749" y="18346"/>
                  </a:lnTo>
                  <a:lnTo>
                    <a:pt x="9933448" y="24295"/>
                  </a:lnTo>
                  <a:lnTo>
                    <a:pt x="9830583" y="31103"/>
                  </a:lnTo>
                  <a:lnTo>
                    <a:pt x="9731850" y="38765"/>
                  </a:lnTo>
                  <a:lnTo>
                    <a:pt x="9638990" y="47300"/>
                  </a:lnTo>
                  <a:lnTo>
                    <a:pt x="9552904" y="56759"/>
                  </a:lnTo>
                  <a:lnTo>
                    <a:pt x="9473832" y="67225"/>
                  </a:lnTo>
                  <a:lnTo>
                    <a:pt x="9401536" y="78814"/>
                  </a:lnTo>
                  <a:lnTo>
                    <a:pt x="9335469" y="91673"/>
                  </a:lnTo>
                  <a:lnTo>
                    <a:pt x="9274897" y="105973"/>
                  </a:lnTo>
                  <a:lnTo>
                    <a:pt x="9218997" y="121898"/>
                  </a:lnTo>
                  <a:lnTo>
                    <a:pt x="9166926" y="139626"/>
                  </a:lnTo>
                  <a:lnTo>
                    <a:pt x="9117874" y="159304"/>
                  </a:lnTo>
                  <a:lnTo>
                    <a:pt x="9084767" y="174357"/>
                  </a:lnTo>
                  <a:lnTo>
                    <a:pt x="9034332" y="200119"/>
                  </a:lnTo>
                  <a:lnTo>
                    <a:pt x="8985451" y="228417"/>
                  </a:lnTo>
                  <a:lnTo>
                    <a:pt x="8937555" y="259293"/>
                  </a:lnTo>
                  <a:lnTo>
                    <a:pt x="8890226" y="292706"/>
                  </a:lnTo>
                  <a:lnTo>
                    <a:pt x="8843163" y="328525"/>
                  </a:lnTo>
                  <a:lnTo>
                    <a:pt x="8796169" y="366524"/>
                  </a:lnTo>
                  <a:lnTo>
                    <a:pt x="8749128" y="406383"/>
                  </a:lnTo>
                  <a:lnTo>
                    <a:pt x="8701996" y="447689"/>
                  </a:lnTo>
                  <a:lnTo>
                    <a:pt x="8654779" y="489962"/>
                  </a:lnTo>
                  <a:lnTo>
                    <a:pt x="8607518" y="532665"/>
                  </a:lnTo>
                  <a:lnTo>
                    <a:pt x="8560270" y="575244"/>
                  </a:lnTo>
                  <a:lnTo>
                    <a:pt x="8513087" y="617146"/>
                  </a:lnTo>
                  <a:lnTo>
                    <a:pt x="8465998" y="657858"/>
                  </a:lnTo>
                  <a:lnTo>
                    <a:pt x="8418988" y="696928"/>
                  </a:lnTo>
                  <a:lnTo>
                    <a:pt x="8371981" y="733983"/>
                  </a:lnTo>
                  <a:lnTo>
                    <a:pt x="8324829" y="768744"/>
                  </a:lnTo>
                  <a:lnTo>
                    <a:pt x="8277290" y="801028"/>
                  </a:lnTo>
                  <a:lnTo>
                    <a:pt x="8229011" y="830747"/>
                  </a:lnTo>
                  <a:lnTo>
                    <a:pt x="8179513" y="857898"/>
                  </a:lnTo>
                  <a:lnTo>
                    <a:pt x="8151487" y="871786"/>
                  </a:lnTo>
                  <a:lnTo>
                    <a:pt x="8104118" y="892877"/>
                  </a:lnTo>
                  <a:lnTo>
                    <a:pt x="8054252" y="911966"/>
                  </a:lnTo>
                  <a:lnTo>
                    <a:pt x="8001133" y="929143"/>
                  </a:lnTo>
                  <a:lnTo>
                    <a:pt x="7943938" y="944567"/>
                  </a:lnTo>
                  <a:lnTo>
                    <a:pt x="7881821" y="958421"/>
                  </a:lnTo>
                  <a:lnTo>
                    <a:pt x="7813978" y="970887"/>
                  </a:lnTo>
                  <a:lnTo>
                    <a:pt x="7739721" y="982130"/>
                  </a:lnTo>
                  <a:lnTo>
                    <a:pt x="7658578" y="992287"/>
                  </a:lnTo>
                  <a:lnTo>
                    <a:pt x="7570434" y="1001465"/>
                  </a:lnTo>
                  <a:lnTo>
                    <a:pt x="7475706" y="1009737"/>
                  </a:lnTo>
                  <a:lnTo>
                    <a:pt x="7375525" y="1017145"/>
                  </a:lnTo>
                  <a:lnTo>
                    <a:pt x="7271911" y="1023700"/>
                  </a:lnTo>
                  <a:lnTo>
                    <a:pt x="7167839" y="1029391"/>
                  </a:lnTo>
                  <a:lnTo>
                    <a:pt x="7067143" y="1034199"/>
                  </a:lnTo>
                  <a:lnTo>
                    <a:pt x="6974171" y="1038109"/>
                  </a:lnTo>
                  <a:lnTo>
                    <a:pt x="6893190" y="1041134"/>
                  </a:lnTo>
                  <a:lnTo>
                    <a:pt x="6827631" y="1043324"/>
                  </a:lnTo>
                  <a:lnTo>
                    <a:pt x="6779379" y="1044773"/>
                  </a:lnTo>
                  <a:lnTo>
                    <a:pt x="6748306" y="1045616"/>
                  </a:lnTo>
                  <a:lnTo>
                    <a:pt x="6732164" y="1046013"/>
                  </a:lnTo>
                  <a:lnTo>
                    <a:pt x="6726777" y="1046134"/>
                  </a:lnTo>
                  <a:lnTo>
                    <a:pt x="6726343" y="1046143"/>
                  </a:lnTo>
                  <a:lnTo>
                    <a:pt x="5254955" y="1046143"/>
                  </a:lnTo>
                  <a:lnTo>
                    <a:pt x="5254082" y="1046233"/>
                  </a:lnTo>
                  <a:lnTo>
                    <a:pt x="5248315" y="1046873"/>
                  </a:lnTo>
                  <a:lnTo>
                    <a:pt x="5233666" y="1048640"/>
                  </a:lnTo>
                  <a:lnTo>
                    <a:pt x="5207203" y="1052124"/>
                  </a:lnTo>
                  <a:lnTo>
                    <a:pt x="5167208" y="1057888"/>
                  </a:lnTo>
                  <a:lnTo>
                    <a:pt x="5113300" y="1066421"/>
                  </a:lnTo>
                  <a:lnTo>
                    <a:pt x="5046415" y="1078096"/>
                  </a:lnTo>
                  <a:lnTo>
                    <a:pt x="4968602" y="1093152"/>
                  </a:lnTo>
                  <a:lnTo>
                    <a:pt x="4882658" y="1111690"/>
                  </a:lnTo>
                  <a:lnTo>
                    <a:pt x="4791700" y="1133712"/>
                  </a:lnTo>
                  <a:lnTo>
                    <a:pt x="4698755" y="1159157"/>
                  </a:lnTo>
                  <a:lnTo>
                    <a:pt x="4606461" y="1187957"/>
                  </a:lnTo>
                  <a:lnTo>
                    <a:pt x="4516896" y="1220077"/>
                  </a:lnTo>
                  <a:lnTo>
                    <a:pt x="4431528" y="1255550"/>
                  </a:lnTo>
                  <a:lnTo>
                    <a:pt x="4351256" y="1294499"/>
                  </a:lnTo>
                  <a:lnTo>
                    <a:pt x="4276499" y="1337145"/>
                  </a:lnTo>
                  <a:lnTo>
                    <a:pt x="4207303" y="1383817"/>
                  </a:lnTo>
                  <a:lnTo>
                    <a:pt x="4143441" y="1434940"/>
                  </a:lnTo>
                  <a:lnTo>
                    <a:pt x="4084507" y="1491032"/>
                  </a:lnTo>
                  <a:lnTo>
                    <a:pt x="4029981" y="1552687"/>
                  </a:lnTo>
                  <a:lnTo>
                    <a:pt x="3979282" y="1620542"/>
                  </a:lnTo>
                  <a:lnTo>
                    <a:pt x="3931812" y="1695233"/>
                  </a:lnTo>
                  <a:lnTo>
                    <a:pt x="3886985" y="1777322"/>
                  </a:lnTo>
                  <a:lnTo>
                    <a:pt x="3844255" y="1867174"/>
                  </a:lnTo>
                  <a:lnTo>
                    <a:pt x="3829811" y="1900222"/>
                  </a:lnTo>
                  <a:lnTo>
                    <a:pt x="3800654" y="1971106"/>
                  </a:lnTo>
                  <a:lnTo>
                    <a:pt x="3772102" y="2046022"/>
                  </a:lnTo>
                  <a:lnTo>
                    <a:pt x="3744027" y="2125049"/>
                  </a:lnTo>
                  <a:lnTo>
                    <a:pt x="3716320" y="2208230"/>
                  </a:lnTo>
                  <a:lnTo>
                    <a:pt x="3688889" y="2295567"/>
                  </a:lnTo>
                  <a:lnTo>
                    <a:pt x="3661658" y="2387016"/>
                  </a:lnTo>
                  <a:lnTo>
                    <a:pt x="3634564" y="2482489"/>
                  </a:lnTo>
                  <a:lnTo>
                    <a:pt x="3607554" y="2581844"/>
                  </a:lnTo>
                  <a:lnTo>
                    <a:pt x="3580589" y="2684890"/>
                  </a:lnTo>
                  <a:lnTo>
                    <a:pt x="3553636" y="2791385"/>
                  </a:lnTo>
                  <a:lnTo>
                    <a:pt x="3526674" y="2901035"/>
                  </a:lnTo>
                  <a:lnTo>
                    <a:pt x="3499690" y="3013498"/>
                  </a:lnTo>
                  <a:lnTo>
                    <a:pt x="3472674" y="3128386"/>
                  </a:lnTo>
                  <a:lnTo>
                    <a:pt x="3445627" y="3245271"/>
                  </a:lnTo>
                  <a:lnTo>
                    <a:pt x="3418552" y="3363692"/>
                  </a:lnTo>
                  <a:lnTo>
                    <a:pt x="3391455" y="3483160"/>
                  </a:lnTo>
                  <a:lnTo>
                    <a:pt x="3364347" y="3603167"/>
                  </a:lnTo>
                  <a:lnTo>
                    <a:pt x="3337239" y="3723196"/>
                  </a:lnTo>
                  <a:lnTo>
                    <a:pt x="3310141" y="3842731"/>
                  </a:lnTo>
                  <a:lnTo>
                    <a:pt x="3283064" y="3961263"/>
                  </a:lnTo>
                  <a:lnTo>
                    <a:pt x="3256014" y="4078300"/>
                  </a:lnTo>
                  <a:lnTo>
                    <a:pt x="3228996" y="4193379"/>
                  </a:lnTo>
                  <a:lnTo>
                    <a:pt x="3202009" y="4306068"/>
                  </a:lnTo>
                  <a:lnTo>
                    <a:pt x="3175045" y="4415976"/>
                  </a:lnTo>
                  <a:lnTo>
                    <a:pt x="3148093" y="4522757"/>
                  </a:lnTo>
                  <a:lnTo>
                    <a:pt x="3121129" y="4626113"/>
                  </a:lnTo>
                  <a:lnTo>
                    <a:pt x="3094125" y="4725797"/>
                  </a:lnTo>
                  <a:lnTo>
                    <a:pt x="3067040" y="4821612"/>
                  </a:lnTo>
                  <a:lnTo>
                    <a:pt x="3039823" y="4913415"/>
                  </a:lnTo>
                  <a:lnTo>
                    <a:pt x="3012413" y="5001111"/>
                  </a:lnTo>
                  <a:lnTo>
                    <a:pt x="2984733" y="5084654"/>
                  </a:lnTo>
                  <a:lnTo>
                    <a:pt x="2956694" y="5164040"/>
                  </a:lnTo>
                  <a:lnTo>
                    <a:pt x="2928188" y="5239310"/>
                  </a:lnTo>
                  <a:lnTo>
                    <a:pt x="2899089" y="5310540"/>
                  </a:lnTo>
                  <a:lnTo>
                    <a:pt x="2896531" y="5316535"/>
                  </a:lnTo>
                  <a:lnTo>
                    <a:pt x="2854414" y="5409108"/>
                  </a:lnTo>
                  <a:lnTo>
                    <a:pt x="2810374" y="5493867"/>
                  </a:lnTo>
                  <a:lnTo>
                    <a:pt x="2763888" y="5571072"/>
                  </a:lnTo>
                  <a:lnTo>
                    <a:pt x="2714379" y="5641231"/>
                  </a:lnTo>
                  <a:lnTo>
                    <a:pt x="2661249" y="5704967"/>
                  </a:lnTo>
                  <a:lnTo>
                    <a:pt x="2603909" y="5762921"/>
                  </a:lnTo>
                  <a:lnTo>
                    <a:pt x="2541813" y="5815708"/>
                  </a:lnTo>
                  <a:lnTo>
                    <a:pt x="2474507" y="5863873"/>
                  </a:lnTo>
                  <a:lnTo>
                    <a:pt x="2401692" y="5907875"/>
                  </a:lnTo>
                  <a:lnTo>
                    <a:pt x="2323311" y="5948078"/>
                  </a:lnTo>
                  <a:lnTo>
                    <a:pt x="2239638" y="5984740"/>
                  </a:lnTo>
                  <a:lnTo>
                    <a:pt x="2151395" y="6018016"/>
                  </a:lnTo>
                  <a:lnTo>
                    <a:pt x="2059844" y="6047971"/>
                  </a:lnTo>
                  <a:lnTo>
                    <a:pt x="1966853" y="6074589"/>
                  </a:lnTo>
                  <a:lnTo>
                    <a:pt x="1874876" y="6097808"/>
                  </a:lnTo>
                  <a:lnTo>
                    <a:pt x="1786833" y="6117561"/>
                  </a:lnTo>
                  <a:lnTo>
                    <a:pt x="1705853" y="6133821"/>
                  </a:lnTo>
                  <a:lnTo>
                    <a:pt x="1634892" y="6146651"/>
                  </a:lnTo>
                  <a:lnTo>
                    <a:pt x="1576307" y="6156240"/>
                  </a:lnTo>
                  <a:lnTo>
                    <a:pt x="1531452" y="6162915"/>
                  </a:lnTo>
                  <a:lnTo>
                    <a:pt x="1500416" y="6167130"/>
                  </a:lnTo>
                  <a:lnTo>
                    <a:pt x="1481937" y="6169428"/>
                  </a:lnTo>
                  <a:lnTo>
                    <a:pt x="1473485" y="6170392"/>
                  </a:lnTo>
                  <a:lnTo>
                    <a:pt x="1471387" y="6170613"/>
                  </a:lnTo>
                  <a:lnTo>
                    <a:pt x="0" y="6170613"/>
                  </a:lnTo>
                  <a:close/>
                </a:path>
              </a:pathLst>
            </a:custGeom>
            <a:solidFill>
              <a:srgbClr val="6FA8DC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845" name="pl1845"/>
            <p:cNvSpPr/>
            <p:nvPr/>
          </p:nvSpPr>
          <p:spPr>
            <a:xfrm>
              <a:off x="4799595" y="4105259"/>
              <a:ext cx="11981298" cy="6170613"/>
            </a:xfrm>
            <a:custGeom>
              <a:avLst/>
              <a:pathLst>
                <a:path w="11981298" h="6170613">
                  <a:moveTo>
                    <a:pt x="0" y="6170613"/>
                  </a:moveTo>
                  <a:lnTo>
                    <a:pt x="1471387" y="6170613"/>
                  </a:lnTo>
                  <a:lnTo>
                    <a:pt x="1472260" y="6170523"/>
                  </a:lnTo>
                  <a:lnTo>
                    <a:pt x="1478027" y="6169884"/>
                  </a:lnTo>
                  <a:lnTo>
                    <a:pt x="1492676" y="6168116"/>
                  </a:lnTo>
                  <a:lnTo>
                    <a:pt x="1519139" y="6164633"/>
                  </a:lnTo>
                  <a:lnTo>
                    <a:pt x="1559134" y="6158869"/>
                  </a:lnTo>
                  <a:lnTo>
                    <a:pt x="1613042" y="6150336"/>
                  </a:lnTo>
                  <a:lnTo>
                    <a:pt x="1679927" y="6138660"/>
                  </a:lnTo>
                  <a:lnTo>
                    <a:pt x="1757740" y="6123605"/>
                  </a:lnTo>
                  <a:lnTo>
                    <a:pt x="1843684" y="6105066"/>
                  </a:lnTo>
                  <a:lnTo>
                    <a:pt x="1934642" y="6083044"/>
                  </a:lnTo>
                  <a:lnTo>
                    <a:pt x="2027587" y="6057599"/>
                  </a:lnTo>
                  <a:lnTo>
                    <a:pt x="2119881" y="6028799"/>
                  </a:lnTo>
                  <a:lnTo>
                    <a:pt x="2209447" y="5996679"/>
                  </a:lnTo>
                  <a:lnTo>
                    <a:pt x="2294815" y="5961206"/>
                  </a:lnTo>
                  <a:lnTo>
                    <a:pt x="2375086" y="5922258"/>
                  </a:lnTo>
                  <a:lnTo>
                    <a:pt x="2449843" y="5879611"/>
                  </a:lnTo>
                  <a:lnTo>
                    <a:pt x="2519039" y="5832940"/>
                  </a:lnTo>
                  <a:lnTo>
                    <a:pt x="2582901" y="5781817"/>
                  </a:lnTo>
                  <a:lnTo>
                    <a:pt x="2641835" y="5725724"/>
                  </a:lnTo>
                  <a:lnTo>
                    <a:pt x="2696361" y="5664070"/>
                  </a:lnTo>
                  <a:lnTo>
                    <a:pt x="2747060" y="5596215"/>
                  </a:lnTo>
                  <a:lnTo>
                    <a:pt x="2794530" y="5521523"/>
                  </a:lnTo>
                  <a:lnTo>
                    <a:pt x="2839357" y="5439434"/>
                  </a:lnTo>
                  <a:lnTo>
                    <a:pt x="2882087" y="5349583"/>
                  </a:lnTo>
                  <a:lnTo>
                    <a:pt x="2896531" y="5316535"/>
                  </a:lnTo>
                  <a:lnTo>
                    <a:pt x="2925688" y="5245650"/>
                  </a:lnTo>
                  <a:lnTo>
                    <a:pt x="2954240" y="5170735"/>
                  </a:lnTo>
                  <a:lnTo>
                    <a:pt x="2982315" y="5091707"/>
                  </a:lnTo>
                  <a:lnTo>
                    <a:pt x="3010022" y="5008526"/>
                  </a:lnTo>
                  <a:lnTo>
                    <a:pt x="3037453" y="4921190"/>
                  </a:lnTo>
                  <a:lnTo>
                    <a:pt x="3064684" y="4829740"/>
                  </a:lnTo>
                  <a:lnTo>
                    <a:pt x="3091778" y="4734268"/>
                  </a:lnTo>
                  <a:lnTo>
                    <a:pt x="3118788" y="4634913"/>
                  </a:lnTo>
                  <a:lnTo>
                    <a:pt x="3145753" y="4531867"/>
                  </a:lnTo>
                  <a:lnTo>
                    <a:pt x="3172706" y="4425372"/>
                  </a:lnTo>
                  <a:lnTo>
                    <a:pt x="3199668" y="4315722"/>
                  </a:lnTo>
                  <a:lnTo>
                    <a:pt x="3226653" y="4203259"/>
                  </a:lnTo>
                  <a:lnTo>
                    <a:pt x="3253668" y="4088371"/>
                  </a:lnTo>
                  <a:lnTo>
                    <a:pt x="3280715" y="3971486"/>
                  </a:lnTo>
                  <a:lnTo>
                    <a:pt x="3307790" y="3853065"/>
                  </a:lnTo>
                  <a:lnTo>
                    <a:pt x="3334887" y="3733597"/>
                  </a:lnTo>
                  <a:lnTo>
                    <a:pt x="3361995" y="3613590"/>
                  </a:lnTo>
                  <a:lnTo>
                    <a:pt x="3389103" y="3493560"/>
                  </a:lnTo>
                  <a:lnTo>
                    <a:pt x="3416201" y="3374025"/>
                  </a:lnTo>
                  <a:lnTo>
                    <a:pt x="3443279" y="3255494"/>
                  </a:lnTo>
                  <a:lnTo>
                    <a:pt x="3470328" y="3138457"/>
                  </a:lnTo>
                  <a:lnTo>
                    <a:pt x="3497346" y="3023378"/>
                  </a:lnTo>
                  <a:lnTo>
                    <a:pt x="3524334" y="2910689"/>
                  </a:lnTo>
                  <a:lnTo>
                    <a:pt x="3551297" y="2800780"/>
                  </a:lnTo>
                  <a:lnTo>
                    <a:pt x="3578249" y="2693999"/>
                  </a:lnTo>
                  <a:lnTo>
                    <a:pt x="3605213" y="2590643"/>
                  </a:lnTo>
                  <a:lnTo>
                    <a:pt x="3632217" y="2490960"/>
                  </a:lnTo>
                  <a:lnTo>
                    <a:pt x="3659303" y="2395144"/>
                  </a:lnTo>
                  <a:lnTo>
                    <a:pt x="3686519" y="2303341"/>
                  </a:lnTo>
                  <a:lnTo>
                    <a:pt x="3713929" y="2215645"/>
                  </a:lnTo>
                  <a:lnTo>
                    <a:pt x="3741609" y="2132103"/>
                  </a:lnTo>
                  <a:lnTo>
                    <a:pt x="3769649" y="2052716"/>
                  </a:lnTo>
                  <a:lnTo>
                    <a:pt x="3798155" y="1977446"/>
                  </a:lnTo>
                  <a:lnTo>
                    <a:pt x="3827253" y="1906216"/>
                  </a:lnTo>
                  <a:lnTo>
                    <a:pt x="3829811" y="1900222"/>
                  </a:lnTo>
                  <a:lnTo>
                    <a:pt x="3871928" y="1807649"/>
                  </a:lnTo>
                  <a:lnTo>
                    <a:pt x="3915968" y="1722890"/>
                  </a:lnTo>
                  <a:lnTo>
                    <a:pt x="3962455" y="1645685"/>
                  </a:lnTo>
                  <a:lnTo>
                    <a:pt x="4011963" y="1575525"/>
                  </a:lnTo>
                  <a:lnTo>
                    <a:pt x="4065093" y="1511790"/>
                  </a:lnTo>
                  <a:lnTo>
                    <a:pt x="4122433" y="1453835"/>
                  </a:lnTo>
                  <a:lnTo>
                    <a:pt x="4184529" y="1401048"/>
                  </a:lnTo>
                  <a:lnTo>
                    <a:pt x="4251835" y="1352884"/>
                  </a:lnTo>
                  <a:lnTo>
                    <a:pt x="4324650" y="1308881"/>
                  </a:lnTo>
                  <a:lnTo>
                    <a:pt x="4403032" y="1268678"/>
                  </a:lnTo>
                  <a:lnTo>
                    <a:pt x="4486704" y="1232017"/>
                  </a:lnTo>
                  <a:lnTo>
                    <a:pt x="4574947" y="1198740"/>
                  </a:lnTo>
                  <a:lnTo>
                    <a:pt x="4666498" y="1168786"/>
                  </a:lnTo>
                  <a:lnTo>
                    <a:pt x="4759489" y="1142168"/>
                  </a:lnTo>
                  <a:lnTo>
                    <a:pt x="4851466" y="1118949"/>
                  </a:lnTo>
                  <a:lnTo>
                    <a:pt x="4939509" y="1099196"/>
                  </a:lnTo>
                  <a:lnTo>
                    <a:pt x="5020489" y="1082936"/>
                  </a:lnTo>
                  <a:lnTo>
                    <a:pt x="5091450" y="1070106"/>
                  </a:lnTo>
                  <a:lnTo>
                    <a:pt x="5150036" y="1060517"/>
                  </a:lnTo>
                  <a:lnTo>
                    <a:pt x="5194890" y="1053841"/>
                  </a:lnTo>
                  <a:lnTo>
                    <a:pt x="5225926" y="1049626"/>
                  </a:lnTo>
                  <a:lnTo>
                    <a:pt x="5244405" y="1047329"/>
                  </a:lnTo>
                  <a:lnTo>
                    <a:pt x="5252857" y="1046364"/>
                  </a:lnTo>
                  <a:lnTo>
                    <a:pt x="5254917" y="1046147"/>
                  </a:lnTo>
                  <a:lnTo>
                    <a:pt x="5254955" y="1046143"/>
                  </a:lnTo>
                  <a:lnTo>
                    <a:pt x="6726343" y="1046143"/>
                  </a:lnTo>
                  <a:lnTo>
                    <a:pt x="6727567" y="1046117"/>
                  </a:lnTo>
                  <a:lnTo>
                    <a:pt x="6735603" y="1045932"/>
                  </a:lnTo>
                  <a:lnTo>
                    <a:pt x="6755814" y="1045421"/>
                  </a:lnTo>
                  <a:lnTo>
                    <a:pt x="6791835" y="1044414"/>
                  </a:lnTo>
                  <a:lnTo>
                    <a:pt x="6845297" y="1042758"/>
                  </a:lnTo>
                  <a:lnTo>
                    <a:pt x="6915703" y="1040328"/>
                  </a:lnTo>
                  <a:lnTo>
                    <a:pt x="7000646" y="1037044"/>
                  </a:lnTo>
                  <a:lnTo>
                    <a:pt x="7096368" y="1032868"/>
                  </a:lnTo>
                  <a:lnTo>
                    <a:pt x="7198504" y="1027797"/>
                  </a:lnTo>
                  <a:lnTo>
                    <a:pt x="7302806" y="1021848"/>
                  </a:lnTo>
                  <a:lnTo>
                    <a:pt x="7405670" y="1015040"/>
                  </a:lnTo>
                  <a:lnTo>
                    <a:pt x="7504403" y="1007378"/>
                  </a:lnTo>
                  <a:lnTo>
                    <a:pt x="7597263" y="998843"/>
                  </a:lnTo>
                  <a:lnTo>
                    <a:pt x="7683349" y="989384"/>
                  </a:lnTo>
                  <a:lnTo>
                    <a:pt x="7762421" y="978918"/>
                  </a:lnTo>
                  <a:lnTo>
                    <a:pt x="7834717" y="967329"/>
                  </a:lnTo>
                  <a:lnTo>
                    <a:pt x="7900784" y="954469"/>
                  </a:lnTo>
                  <a:lnTo>
                    <a:pt x="7961356" y="940170"/>
                  </a:lnTo>
                  <a:lnTo>
                    <a:pt x="8017256" y="924245"/>
                  </a:lnTo>
                  <a:lnTo>
                    <a:pt x="8069327" y="906516"/>
                  </a:lnTo>
                  <a:lnTo>
                    <a:pt x="8118380" y="886839"/>
                  </a:lnTo>
                  <a:lnTo>
                    <a:pt x="8151487" y="871786"/>
                  </a:lnTo>
                  <a:lnTo>
                    <a:pt x="8201921" y="846024"/>
                  </a:lnTo>
                  <a:lnTo>
                    <a:pt x="8250803" y="817725"/>
                  </a:lnTo>
                  <a:lnTo>
                    <a:pt x="8298698" y="786850"/>
                  </a:lnTo>
                  <a:lnTo>
                    <a:pt x="8346027" y="753437"/>
                  </a:lnTo>
                  <a:lnTo>
                    <a:pt x="8393090" y="717618"/>
                  </a:lnTo>
                  <a:lnTo>
                    <a:pt x="8440084" y="679618"/>
                  </a:lnTo>
                  <a:lnTo>
                    <a:pt x="8487125" y="639760"/>
                  </a:lnTo>
                  <a:lnTo>
                    <a:pt x="8534257" y="598453"/>
                  </a:lnTo>
                  <a:lnTo>
                    <a:pt x="8581475" y="556181"/>
                  </a:lnTo>
                  <a:lnTo>
                    <a:pt x="8628735" y="513477"/>
                  </a:lnTo>
                  <a:lnTo>
                    <a:pt x="8675983" y="470899"/>
                  </a:lnTo>
                  <a:lnTo>
                    <a:pt x="8723166" y="428997"/>
                  </a:lnTo>
                  <a:lnTo>
                    <a:pt x="8770255" y="388284"/>
                  </a:lnTo>
                  <a:lnTo>
                    <a:pt x="8817266" y="349215"/>
                  </a:lnTo>
                  <a:lnTo>
                    <a:pt x="8864272" y="312160"/>
                  </a:lnTo>
                  <a:lnTo>
                    <a:pt x="8911424" y="277399"/>
                  </a:lnTo>
                  <a:lnTo>
                    <a:pt x="8958964" y="245114"/>
                  </a:lnTo>
                  <a:lnTo>
                    <a:pt x="9007242" y="215396"/>
                  </a:lnTo>
                  <a:lnTo>
                    <a:pt x="9056740" y="188245"/>
                  </a:lnTo>
                  <a:lnTo>
                    <a:pt x="9084767" y="174357"/>
                  </a:lnTo>
                  <a:lnTo>
                    <a:pt x="9132135" y="153266"/>
                  </a:lnTo>
                  <a:lnTo>
                    <a:pt x="9182001" y="134177"/>
                  </a:lnTo>
                  <a:lnTo>
                    <a:pt x="9235120" y="117000"/>
                  </a:lnTo>
                  <a:lnTo>
                    <a:pt x="9292316" y="101576"/>
                  </a:lnTo>
                  <a:lnTo>
                    <a:pt x="9354433" y="87722"/>
                  </a:lnTo>
                  <a:lnTo>
                    <a:pt x="9422275" y="75256"/>
                  </a:lnTo>
                  <a:lnTo>
                    <a:pt x="9496532" y="64013"/>
                  </a:lnTo>
                  <a:lnTo>
                    <a:pt x="9577675" y="53856"/>
                  </a:lnTo>
                  <a:lnTo>
                    <a:pt x="9665819" y="44678"/>
                  </a:lnTo>
                  <a:lnTo>
                    <a:pt x="9760548" y="36405"/>
                  </a:lnTo>
                  <a:lnTo>
                    <a:pt x="9860728" y="28997"/>
                  </a:lnTo>
                  <a:lnTo>
                    <a:pt x="9964342" y="22443"/>
                  </a:lnTo>
                  <a:lnTo>
                    <a:pt x="10068415" y="16752"/>
                  </a:lnTo>
                  <a:lnTo>
                    <a:pt x="10169111" y="11944"/>
                  </a:lnTo>
                  <a:lnTo>
                    <a:pt x="10262082" y="8034"/>
                  </a:lnTo>
                  <a:lnTo>
                    <a:pt x="10343063" y="5009"/>
                  </a:lnTo>
                  <a:lnTo>
                    <a:pt x="10408623" y="2819"/>
                  </a:lnTo>
                  <a:lnTo>
                    <a:pt x="10456875" y="1370"/>
                  </a:lnTo>
                  <a:lnTo>
                    <a:pt x="10487947" y="526"/>
                  </a:lnTo>
                  <a:lnTo>
                    <a:pt x="10504089" y="129"/>
                  </a:lnTo>
                  <a:lnTo>
                    <a:pt x="10509477" y="9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46" name="pl1846"/>
            <p:cNvSpPr/>
            <p:nvPr/>
          </p:nvSpPr>
          <p:spPr>
            <a:xfrm>
              <a:off x="4799595" y="4097086"/>
              <a:ext cx="11981298" cy="6170613"/>
            </a:xfrm>
            <a:custGeom>
              <a:avLst/>
              <a:pathLst>
                <a:path w="11981298" h="6170613">
                  <a:moveTo>
                    <a:pt x="11981298" y="0"/>
                  </a:moveTo>
                  <a:lnTo>
                    <a:pt x="10509911" y="0"/>
                  </a:lnTo>
                  <a:lnTo>
                    <a:pt x="10508686" y="25"/>
                  </a:lnTo>
                  <a:lnTo>
                    <a:pt x="10500651" y="211"/>
                  </a:lnTo>
                  <a:lnTo>
                    <a:pt x="10480440" y="722"/>
                  </a:lnTo>
                  <a:lnTo>
                    <a:pt x="10444418" y="1729"/>
                  </a:lnTo>
                  <a:lnTo>
                    <a:pt x="10390956" y="3385"/>
                  </a:lnTo>
                  <a:lnTo>
                    <a:pt x="10320550" y="5815"/>
                  </a:lnTo>
                  <a:lnTo>
                    <a:pt x="10235607" y="9099"/>
                  </a:lnTo>
                  <a:lnTo>
                    <a:pt x="10139885" y="13275"/>
                  </a:lnTo>
                  <a:lnTo>
                    <a:pt x="10037749" y="18346"/>
                  </a:lnTo>
                  <a:lnTo>
                    <a:pt x="9933448" y="24295"/>
                  </a:lnTo>
                  <a:lnTo>
                    <a:pt x="9830583" y="31103"/>
                  </a:lnTo>
                  <a:lnTo>
                    <a:pt x="9731850" y="38765"/>
                  </a:lnTo>
                  <a:lnTo>
                    <a:pt x="9638990" y="47300"/>
                  </a:lnTo>
                  <a:lnTo>
                    <a:pt x="9552904" y="56759"/>
                  </a:lnTo>
                  <a:lnTo>
                    <a:pt x="9473832" y="67225"/>
                  </a:lnTo>
                  <a:lnTo>
                    <a:pt x="9401536" y="78814"/>
                  </a:lnTo>
                  <a:lnTo>
                    <a:pt x="9335469" y="91673"/>
                  </a:lnTo>
                  <a:lnTo>
                    <a:pt x="9274897" y="105973"/>
                  </a:lnTo>
                  <a:lnTo>
                    <a:pt x="9218997" y="121898"/>
                  </a:lnTo>
                  <a:lnTo>
                    <a:pt x="9166926" y="139626"/>
                  </a:lnTo>
                  <a:lnTo>
                    <a:pt x="9117874" y="159304"/>
                  </a:lnTo>
                  <a:lnTo>
                    <a:pt x="9084767" y="174357"/>
                  </a:lnTo>
                  <a:lnTo>
                    <a:pt x="9034332" y="200119"/>
                  </a:lnTo>
                  <a:lnTo>
                    <a:pt x="8985451" y="228417"/>
                  </a:lnTo>
                  <a:lnTo>
                    <a:pt x="8937555" y="259293"/>
                  </a:lnTo>
                  <a:lnTo>
                    <a:pt x="8890226" y="292706"/>
                  </a:lnTo>
                  <a:lnTo>
                    <a:pt x="8843163" y="328525"/>
                  </a:lnTo>
                  <a:lnTo>
                    <a:pt x="8796169" y="366524"/>
                  </a:lnTo>
                  <a:lnTo>
                    <a:pt x="8749128" y="406383"/>
                  </a:lnTo>
                  <a:lnTo>
                    <a:pt x="8701996" y="447689"/>
                  </a:lnTo>
                  <a:lnTo>
                    <a:pt x="8654779" y="489962"/>
                  </a:lnTo>
                  <a:lnTo>
                    <a:pt x="8607518" y="532665"/>
                  </a:lnTo>
                  <a:lnTo>
                    <a:pt x="8560270" y="575244"/>
                  </a:lnTo>
                  <a:lnTo>
                    <a:pt x="8513087" y="617146"/>
                  </a:lnTo>
                  <a:lnTo>
                    <a:pt x="8465998" y="657858"/>
                  </a:lnTo>
                  <a:lnTo>
                    <a:pt x="8418988" y="696928"/>
                  </a:lnTo>
                  <a:lnTo>
                    <a:pt x="8371981" y="733983"/>
                  </a:lnTo>
                  <a:lnTo>
                    <a:pt x="8324829" y="768744"/>
                  </a:lnTo>
                  <a:lnTo>
                    <a:pt x="8277290" y="801028"/>
                  </a:lnTo>
                  <a:lnTo>
                    <a:pt x="8229011" y="830747"/>
                  </a:lnTo>
                  <a:lnTo>
                    <a:pt x="8179513" y="857898"/>
                  </a:lnTo>
                  <a:lnTo>
                    <a:pt x="8151487" y="871786"/>
                  </a:lnTo>
                  <a:lnTo>
                    <a:pt x="8104118" y="892877"/>
                  </a:lnTo>
                  <a:lnTo>
                    <a:pt x="8054252" y="911966"/>
                  </a:lnTo>
                  <a:lnTo>
                    <a:pt x="8001133" y="929143"/>
                  </a:lnTo>
                  <a:lnTo>
                    <a:pt x="7943938" y="944567"/>
                  </a:lnTo>
                  <a:lnTo>
                    <a:pt x="7881821" y="958421"/>
                  </a:lnTo>
                  <a:lnTo>
                    <a:pt x="7813978" y="970887"/>
                  </a:lnTo>
                  <a:lnTo>
                    <a:pt x="7739721" y="982130"/>
                  </a:lnTo>
                  <a:lnTo>
                    <a:pt x="7658578" y="992287"/>
                  </a:lnTo>
                  <a:lnTo>
                    <a:pt x="7570434" y="1001465"/>
                  </a:lnTo>
                  <a:lnTo>
                    <a:pt x="7475706" y="1009737"/>
                  </a:lnTo>
                  <a:lnTo>
                    <a:pt x="7375525" y="1017145"/>
                  </a:lnTo>
                  <a:lnTo>
                    <a:pt x="7271911" y="1023700"/>
                  </a:lnTo>
                  <a:lnTo>
                    <a:pt x="7167839" y="1029391"/>
                  </a:lnTo>
                  <a:lnTo>
                    <a:pt x="7067143" y="1034199"/>
                  </a:lnTo>
                  <a:lnTo>
                    <a:pt x="6974171" y="1038109"/>
                  </a:lnTo>
                  <a:lnTo>
                    <a:pt x="6893190" y="1041134"/>
                  </a:lnTo>
                  <a:lnTo>
                    <a:pt x="6827631" y="1043324"/>
                  </a:lnTo>
                  <a:lnTo>
                    <a:pt x="6779379" y="1044773"/>
                  </a:lnTo>
                  <a:lnTo>
                    <a:pt x="6748306" y="1045616"/>
                  </a:lnTo>
                  <a:lnTo>
                    <a:pt x="6732164" y="1046013"/>
                  </a:lnTo>
                  <a:lnTo>
                    <a:pt x="6726777" y="1046134"/>
                  </a:lnTo>
                  <a:lnTo>
                    <a:pt x="6726343" y="1046143"/>
                  </a:lnTo>
                  <a:lnTo>
                    <a:pt x="5254955" y="1046143"/>
                  </a:lnTo>
                  <a:lnTo>
                    <a:pt x="5254082" y="1046233"/>
                  </a:lnTo>
                  <a:lnTo>
                    <a:pt x="5248315" y="1046873"/>
                  </a:lnTo>
                  <a:lnTo>
                    <a:pt x="5233666" y="1048640"/>
                  </a:lnTo>
                  <a:lnTo>
                    <a:pt x="5207203" y="1052124"/>
                  </a:lnTo>
                  <a:lnTo>
                    <a:pt x="5167208" y="1057888"/>
                  </a:lnTo>
                  <a:lnTo>
                    <a:pt x="5113300" y="1066421"/>
                  </a:lnTo>
                  <a:lnTo>
                    <a:pt x="5046415" y="1078096"/>
                  </a:lnTo>
                  <a:lnTo>
                    <a:pt x="4968602" y="1093152"/>
                  </a:lnTo>
                  <a:lnTo>
                    <a:pt x="4882658" y="1111690"/>
                  </a:lnTo>
                  <a:lnTo>
                    <a:pt x="4791700" y="1133712"/>
                  </a:lnTo>
                  <a:lnTo>
                    <a:pt x="4698755" y="1159157"/>
                  </a:lnTo>
                  <a:lnTo>
                    <a:pt x="4606461" y="1187957"/>
                  </a:lnTo>
                  <a:lnTo>
                    <a:pt x="4516896" y="1220077"/>
                  </a:lnTo>
                  <a:lnTo>
                    <a:pt x="4431528" y="1255550"/>
                  </a:lnTo>
                  <a:lnTo>
                    <a:pt x="4351256" y="1294499"/>
                  </a:lnTo>
                  <a:lnTo>
                    <a:pt x="4276499" y="1337145"/>
                  </a:lnTo>
                  <a:lnTo>
                    <a:pt x="4207303" y="1383817"/>
                  </a:lnTo>
                  <a:lnTo>
                    <a:pt x="4143441" y="1434940"/>
                  </a:lnTo>
                  <a:lnTo>
                    <a:pt x="4084507" y="1491032"/>
                  </a:lnTo>
                  <a:lnTo>
                    <a:pt x="4029981" y="1552687"/>
                  </a:lnTo>
                  <a:lnTo>
                    <a:pt x="3979282" y="1620542"/>
                  </a:lnTo>
                  <a:lnTo>
                    <a:pt x="3931812" y="1695233"/>
                  </a:lnTo>
                  <a:lnTo>
                    <a:pt x="3886985" y="1777322"/>
                  </a:lnTo>
                  <a:lnTo>
                    <a:pt x="3844255" y="1867174"/>
                  </a:lnTo>
                  <a:lnTo>
                    <a:pt x="3829811" y="1900222"/>
                  </a:lnTo>
                  <a:lnTo>
                    <a:pt x="3800654" y="1971106"/>
                  </a:lnTo>
                  <a:lnTo>
                    <a:pt x="3772102" y="2046022"/>
                  </a:lnTo>
                  <a:lnTo>
                    <a:pt x="3744027" y="2125049"/>
                  </a:lnTo>
                  <a:lnTo>
                    <a:pt x="3716320" y="2208230"/>
                  </a:lnTo>
                  <a:lnTo>
                    <a:pt x="3688889" y="2295567"/>
                  </a:lnTo>
                  <a:lnTo>
                    <a:pt x="3661658" y="2387016"/>
                  </a:lnTo>
                  <a:lnTo>
                    <a:pt x="3634564" y="2482489"/>
                  </a:lnTo>
                  <a:lnTo>
                    <a:pt x="3607554" y="2581844"/>
                  </a:lnTo>
                  <a:lnTo>
                    <a:pt x="3580589" y="2684890"/>
                  </a:lnTo>
                  <a:lnTo>
                    <a:pt x="3553636" y="2791385"/>
                  </a:lnTo>
                  <a:lnTo>
                    <a:pt x="3526674" y="2901035"/>
                  </a:lnTo>
                  <a:lnTo>
                    <a:pt x="3499690" y="3013498"/>
                  </a:lnTo>
                  <a:lnTo>
                    <a:pt x="3472674" y="3128386"/>
                  </a:lnTo>
                  <a:lnTo>
                    <a:pt x="3445627" y="3245271"/>
                  </a:lnTo>
                  <a:lnTo>
                    <a:pt x="3418552" y="3363692"/>
                  </a:lnTo>
                  <a:lnTo>
                    <a:pt x="3391455" y="3483160"/>
                  </a:lnTo>
                  <a:lnTo>
                    <a:pt x="3364347" y="3603167"/>
                  </a:lnTo>
                  <a:lnTo>
                    <a:pt x="3337239" y="3723196"/>
                  </a:lnTo>
                  <a:lnTo>
                    <a:pt x="3310141" y="3842731"/>
                  </a:lnTo>
                  <a:lnTo>
                    <a:pt x="3283064" y="3961263"/>
                  </a:lnTo>
                  <a:lnTo>
                    <a:pt x="3256014" y="4078300"/>
                  </a:lnTo>
                  <a:lnTo>
                    <a:pt x="3228996" y="4193379"/>
                  </a:lnTo>
                  <a:lnTo>
                    <a:pt x="3202009" y="4306068"/>
                  </a:lnTo>
                  <a:lnTo>
                    <a:pt x="3175045" y="4415976"/>
                  </a:lnTo>
                  <a:lnTo>
                    <a:pt x="3148093" y="4522757"/>
                  </a:lnTo>
                  <a:lnTo>
                    <a:pt x="3121129" y="4626113"/>
                  </a:lnTo>
                  <a:lnTo>
                    <a:pt x="3094125" y="4725797"/>
                  </a:lnTo>
                  <a:lnTo>
                    <a:pt x="3067040" y="4821612"/>
                  </a:lnTo>
                  <a:lnTo>
                    <a:pt x="3039823" y="4913415"/>
                  </a:lnTo>
                  <a:lnTo>
                    <a:pt x="3012413" y="5001111"/>
                  </a:lnTo>
                  <a:lnTo>
                    <a:pt x="2984733" y="5084654"/>
                  </a:lnTo>
                  <a:lnTo>
                    <a:pt x="2956694" y="5164040"/>
                  </a:lnTo>
                  <a:lnTo>
                    <a:pt x="2928188" y="5239310"/>
                  </a:lnTo>
                  <a:lnTo>
                    <a:pt x="2899089" y="5310540"/>
                  </a:lnTo>
                  <a:lnTo>
                    <a:pt x="2896531" y="5316535"/>
                  </a:lnTo>
                  <a:lnTo>
                    <a:pt x="2854414" y="5409108"/>
                  </a:lnTo>
                  <a:lnTo>
                    <a:pt x="2810374" y="5493867"/>
                  </a:lnTo>
                  <a:lnTo>
                    <a:pt x="2763888" y="5571072"/>
                  </a:lnTo>
                  <a:lnTo>
                    <a:pt x="2714379" y="5641231"/>
                  </a:lnTo>
                  <a:lnTo>
                    <a:pt x="2661249" y="5704967"/>
                  </a:lnTo>
                  <a:lnTo>
                    <a:pt x="2603909" y="5762921"/>
                  </a:lnTo>
                  <a:lnTo>
                    <a:pt x="2541813" y="5815708"/>
                  </a:lnTo>
                  <a:lnTo>
                    <a:pt x="2474507" y="5863873"/>
                  </a:lnTo>
                  <a:lnTo>
                    <a:pt x="2401692" y="5907875"/>
                  </a:lnTo>
                  <a:lnTo>
                    <a:pt x="2323311" y="5948078"/>
                  </a:lnTo>
                  <a:lnTo>
                    <a:pt x="2239638" y="5984740"/>
                  </a:lnTo>
                  <a:lnTo>
                    <a:pt x="2151395" y="6018016"/>
                  </a:lnTo>
                  <a:lnTo>
                    <a:pt x="2059844" y="6047971"/>
                  </a:lnTo>
                  <a:lnTo>
                    <a:pt x="1966853" y="6074589"/>
                  </a:lnTo>
                  <a:lnTo>
                    <a:pt x="1874876" y="6097808"/>
                  </a:lnTo>
                  <a:lnTo>
                    <a:pt x="1786833" y="6117561"/>
                  </a:lnTo>
                  <a:lnTo>
                    <a:pt x="1705853" y="6133821"/>
                  </a:lnTo>
                  <a:lnTo>
                    <a:pt x="1634892" y="6146651"/>
                  </a:lnTo>
                  <a:lnTo>
                    <a:pt x="1576307" y="6156240"/>
                  </a:lnTo>
                  <a:lnTo>
                    <a:pt x="1531452" y="6162915"/>
                  </a:lnTo>
                  <a:lnTo>
                    <a:pt x="1500416" y="6167130"/>
                  </a:lnTo>
                  <a:lnTo>
                    <a:pt x="1481937" y="6169428"/>
                  </a:lnTo>
                  <a:lnTo>
                    <a:pt x="1473485" y="6170392"/>
                  </a:lnTo>
                  <a:lnTo>
                    <a:pt x="1471425" y="6170609"/>
                  </a:lnTo>
                  <a:lnTo>
                    <a:pt x="1471387" y="6170613"/>
                  </a:lnTo>
                  <a:lnTo>
                    <a:pt x="0" y="617061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47" name="pg1847"/>
            <p:cNvSpPr/>
            <p:nvPr/>
          </p:nvSpPr>
          <p:spPr>
            <a:xfrm>
              <a:off x="4799595" y="7938395"/>
              <a:ext cx="11981298" cy="3113912"/>
            </a:xfrm>
            <a:custGeom>
              <a:avLst/>
              <a:pathLst>
                <a:path w="11981298" h="3113912">
                  <a:moveTo>
                    <a:pt x="0" y="2361996"/>
                  </a:moveTo>
                  <a:lnTo>
                    <a:pt x="1471387" y="2361996"/>
                  </a:lnTo>
                  <a:lnTo>
                    <a:pt x="1472560" y="2361940"/>
                  </a:lnTo>
                  <a:lnTo>
                    <a:pt x="1480266" y="2361542"/>
                  </a:lnTo>
                  <a:lnTo>
                    <a:pt x="1499674" y="2360440"/>
                  </a:lnTo>
                  <a:lnTo>
                    <a:pt x="1534330" y="2358272"/>
                  </a:lnTo>
                  <a:lnTo>
                    <a:pt x="1585896" y="2354703"/>
                  </a:lnTo>
                  <a:lnTo>
                    <a:pt x="1654026" y="2349460"/>
                  </a:lnTo>
                  <a:lnTo>
                    <a:pt x="1736544" y="2342360"/>
                  </a:lnTo>
                  <a:lnTo>
                    <a:pt x="1829942" y="2333315"/>
                  </a:lnTo>
                  <a:lnTo>
                    <a:pt x="1930066" y="2322311"/>
                  </a:lnTo>
                  <a:lnTo>
                    <a:pt x="2032801" y="2309384"/>
                  </a:lnTo>
                  <a:lnTo>
                    <a:pt x="2134592" y="2294575"/>
                  </a:lnTo>
                  <a:lnTo>
                    <a:pt x="2232721" y="2277900"/>
                  </a:lnTo>
                  <a:lnTo>
                    <a:pt x="2325374" y="2259329"/>
                  </a:lnTo>
                  <a:lnTo>
                    <a:pt x="2411555" y="2238766"/>
                  </a:lnTo>
                  <a:lnTo>
                    <a:pt x="2490927" y="2216044"/>
                  </a:lnTo>
                  <a:lnTo>
                    <a:pt x="2563634" y="2190929"/>
                  </a:lnTo>
                  <a:lnTo>
                    <a:pt x="2630149" y="2163117"/>
                  </a:lnTo>
                  <a:lnTo>
                    <a:pt x="2691140" y="2132253"/>
                  </a:lnTo>
                  <a:lnTo>
                    <a:pt x="2747380" y="2097944"/>
                  </a:lnTo>
                  <a:lnTo>
                    <a:pt x="2799677" y="2059795"/>
                  </a:lnTo>
                  <a:lnTo>
                    <a:pt x="2848822" y="2017464"/>
                  </a:lnTo>
                  <a:lnTo>
                    <a:pt x="2895536" y="1970758"/>
                  </a:lnTo>
                  <a:lnTo>
                    <a:pt x="2896531" y="1969692"/>
                  </a:lnTo>
                  <a:lnTo>
                    <a:pt x="2936966" y="1923841"/>
                  </a:lnTo>
                  <a:lnTo>
                    <a:pt x="2976327" y="1874369"/>
                  </a:lnTo>
                  <a:lnTo>
                    <a:pt x="3014929" y="1821204"/>
                  </a:lnTo>
                  <a:lnTo>
                    <a:pt x="3053021" y="1764344"/>
                  </a:lnTo>
                  <a:lnTo>
                    <a:pt x="3090796" y="1703863"/>
                  </a:lnTo>
                  <a:lnTo>
                    <a:pt x="3128403" y="1639921"/>
                  </a:lnTo>
                  <a:lnTo>
                    <a:pt x="3165946" y="1572765"/>
                  </a:lnTo>
                  <a:lnTo>
                    <a:pt x="3203496" y="1502732"/>
                  </a:lnTo>
                  <a:lnTo>
                    <a:pt x="3241093" y="1430243"/>
                  </a:lnTo>
                  <a:lnTo>
                    <a:pt x="3278750" y="1355795"/>
                  </a:lnTo>
                  <a:lnTo>
                    <a:pt x="3316463" y="1279950"/>
                  </a:lnTo>
                  <a:lnTo>
                    <a:pt x="3354211" y="1203317"/>
                  </a:lnTo>
                  <a:lnTo>
                    <a:pt x="3391966" y="1126531"/>
                  </a:lnTo>
                  <a:lnTo>
                    <a:pt x="3429698" y="1050234"/>
                  </a:lnTo>
                  <a:lnTo>
                    <a:pt x="3467384" y="975050"/>
                  </a:lnTo>
                  <a:lnTo>
                    <a:pt x="3505009" y="901564"/>
                  </a:lnTo>
                  <a:lnTo>
                    <a:pt x="3542578" y="830308"/>
                  </a:lnTo>
                  <a:lnTo>
                    <a:pt x="3580118" y="761739"/>
                  </a:lnTo>
                  <a:lnTo>
                    <a:pt x="3617683" y="696236"/>
                  </a:lnTo>
                  <a:lnTo>
                    <a:pt x="3655363" y="634087"/>
                  </a:lnTo>
                  <a:lnTo>
                    <a:pt x="3693283" y="575493"/>
                  </a:lnTo>
                  <a:lnTo>
                    <a:pt x="3731616" y="520570"/>
                  </a:lnTo>
                  <a:lnTo>
                    <a:pt x="3770582" y="469350"/>
                  </a:lnTo>
                  <a:lnTo>
                    <a:pt x="3810463" y="421794"/>
                  </a:lnTo>
                  <a:lnTo>
                    <a:pt x="3829811" y="400476"/>
                  </a:lnTo>
                  <a:lnTo>
                    <a:pt x="3876480" y="353675"/>
                  </a:lnTo>
                  <a:lnTo>
                    <a:pt x="3925564" y="311250"/>
                  </a:lnTo>
                  <a:lnTo>
                    <a:pt x="3977785" y="273013"/>
                  </a:lnTo>
                  <a:lnTo>
                    <a:pt x="4033930" y="238624"/>
                  </a:lnTo>
                  <a:lnTo>
                    <a:pt x="4094809" y="207689"/>
                  </a:lnTo>
                  <a:lnTo>
                    <a:pt x="4161196" y="179815"/>
                  </a:lnTo>
                  <a:lnTo>
                    <a:pt x="4233763" y="154644"/>
                  </a:lnTo>
                  <a:lnTo>
                    <a:pt x="4312986" y="131874"/>
                  </a:lnTo>
                  <a:lnTo>
                    <a:pt x="4399020" y="111265"/>
                  </a:lnTo>
                  <a:lnTo>
                    <a:pt x="4491540" y="92652"/>
                  </a:lnTo>
                  <a:lnTo>
                    <a:pt x="4589566" y="75937"/>
                  </a:lnTo>
                  <a:lnTo>
                    <a:pt x="4691303" y="61087"/>
                  </a:lnTo>
                  <a:lnTo>
                    <a:pt x="4794053" y="48118"/>
                  </a:lnTo>
                  <a:lnTo>
                    <a:pt x="4894276" y="37073"/>
                  </a:lnTo>
                  <a:lnTo>
                    <a:pt x="4987866" y="27985"/>
                  </a:lnTo>
                  <a:lnTo>
                    <a:pt x="5070662" y="20843"/>
                  </a:lnTo>
                  <a:lnTo>
                    <a:pt x="5139135" y="15561"/>
                  </a:lnTo>
                  <a:lnTo>
                    <a:pt x="5191072" y="11958"/>
                  </a:lnTo>
                  <a:lnTo>
                    <a:pt x="5226085" y="9763"/>
                  </a:lnTo>
                  <a:lnTo>
                    <a:pt x="5245794" y="8642"/>
                  </a:lnTo>
                  <a:lnTo>
                    <a:pt x="5253705" y="8232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472" y="8243"/>
                  </a:lnTo>
                  <a:lnTo>
                    <a:pt x="6734901" y="8749"/>
                  </a:lnTo>
                  <a:lnTo>
                    <a:pt x="6753633" y="10147"/>
                  </a:lnTo>
                  <a:lnTo>
                    <a:pt x="6787134" y="12900"/>
                  </a:lnTo>
                  <a:lnTo>
                    <a:pt x="6837089" y="17436"/>
                  </a:lnTo>
                  <a:lnTo>
                    <a:pt x="6903274" y="24105"/>
                  </a:lnTo>
                  <a:lnTo>
                    <a:pt x="6983703" y="33150"/>
                  </a:lnTo>
                  <a:lnTo>
                    <a:pt x="7075078" y="44692"/>
                  </a:lnTo>
                  <a:lnTo>
                    <a:pt x="7173428" y="58754"/>
                  </a:lnTo>
                  <a:lnTo>
                    <a:pt x="7274759" y="75297"/>
                  </a:lnTo>
                  <a:lnTo>
                    <a:pt x="7375564" y="94268"/>
                  </a:lnTo>
                  <a:lnTo>
                    <a:pt x="7473113" y="115637"/>
                  </a:lnTo>
                  <a:lnTo>
                    <a:pt x="7565535" y="139434"/>
                  </a:lnTo>
                  <a:lnTo>
                    <a:pt x="7651756" y="165767"/>
                  </a:lnTo>
                  <a:lnTo>
                    <a:pt x="7731358" y="194832"/>
                  </a:lnTo>
                  <a:lnTo>
                    <a:pt x="7804406" y="226912"/>
                  </a:lnTo>
                  <a:lnTo>
                    <a:pt x="7871305" y="262375"/>
                  </a:lnTo>
                  <a:lnTo>
                    <a:pt x="7932667" y="301661"/>
                  </a:lnTo>
                  <a:lnTo>
                    <a:pt x="7989221" y="345261"/>
                  </a:lnTo>
                  <a:lnTo>
                    <a:pt x="8041743" y="393682"/>
                  </a:lnTo>
                  <a:lnTo>
                    <a:pt x="8091000" y="447383"/>
                  </a:lnTo>
                  <a:lnTo>
                    <a:pt x="8137710" y="506674"/>
                  </a:lnTo>
                  <a:lnTo>
                    <a:pt x="8151487" y="525796"/>
                  </a:lnTo>
                  <a:lnTo>
                    <a:pt x="8187797" y="579819"/>
                  </a:lnTo>
                  <a:lnTo>
                    <a:pt x="8223215" y="637673"/>
                  </a:lnTo>
                  <a:lnTo>
                    <a:pt x="8257977" y="699436"/>
                  </a:lnTo>
                  <a:lnTo>
                    <a:pt x="8292272" y="765127"/>
                  </a:lnTo>
                  <a:lnTo>
                    <a:pt x="8326253" y="834704"/>
                  </a:lnTo>
                  <a:lnTo>
                    <a:pt x="8360043" y="908052"/>
                  </a:lnTo>
                  <a:lnTo>
                    <a:pt x="8393733" y="984984"/>
                  </a:lnTo>
                  <a:lnTo>
                    <a:pt x="8427391" y="1065237"/>
                  </a:lnTo>
                  <a:lnTo>
                    <a:pt x="8461063" y="1148473"/>
                  </a:lnTo>
                  <a:lnTo>
                    <a:pt x="8494773" y="1234282"/>
                  </a:lnTo>
                  <a:lnTo>
                    <a:pt x="8528533" y="1322188"/>
                  </a:lnTo>
                  <a:lnTo>
                    <a:pt x="8562338" y="1411662"/>
                  </a:lnTo>
                  <a:lnTo>
                    <a:pt x="8596177" y="1502132"/>
                  </a:lnTo>
                  <a:lnTo>
                    <a:pt x="8630029" y="1592997"/>
                  </a:lnTo>
                  <a:lnTo>
                    <a:pt x="8663874" y="1683647"/>
                  </a:lnTo>
                  <a:lnTo>
                    <a:pt x="8697691" y="1773478"/>
                  </a:lnTo>
                  <a:lnTo>
                    <a:pt x="8731465" y="1861907"/>
                  </a:lnTo>
                  <a:lnTo>
                    <a:pt x="8765190" y="1948391"/>
                  </a:lnTo>
                  <a:lnTo>
                    <a:pt x="8798871" y="2032436"/>
                  </a:lnTo>
                  <a:lnTo>
                    <a:pt x="8832529" y="2113613"/>
                  </a:lnTo>
                  <a:lnTo>
                    <a:pt x="8866204" y="2191562"/>
                  </a:lnTo>
                  <a:lnTo>
                    <a:pt x="8899955" y="2265997"/>
                  </a:lnTo>
                  <a:lnTo>
                    <a:pt x="8933869" y="2336708"/>
                  </a:lnTo>
                  <a:lnTo>
                    <a:pt x="8968057" y="2403560"/>
                  </a:lnTo>
                  <a:lnTo>
                    <a:pt x="9002661" y="2466489"/>
                  </a:lnTo>
                  <a:lnTo>
                    <a:pt x="9037863" y="2525498"/>
                  </a:lnTo>
                  <a:lnTo>
                    <a:pt x="9073881" y="2580647"/>
                  </a:lnTo>
                  <a:lnTo>
                    <a:pt x="9084767" y="2596289"/>
                  </a:lnTo>
                  <a:lnTo>
                    <a:pt x="9130832" y="2657297"/>
                  </a:lnTo>
                  <a:lnTo>
                    <a:pt x="9179243" y="2712673"/>
                  </a:lnTo>
                  <a:lnTo>
                    <a:pt x="9230694" y="2762653"/>
                  </a:lnTo>
                  <a:lnTo>
                    <a:pt x="9285941" y="2807664"/>
                  </a:lnTo>
                  <a:lnTo>
                    <a:pt x="9345763" y="2848206"/>
                  </a:lnTo>
                  <a:lnTo>
                    <a:pt x="9410909" y="2884781"/>
                  </a:lnTo>
                  <a:lnTo>
                    <a:pt x="9482035" y="2917845"/>
                  </a:lnTo>
                  <a:lnTo>
                    <a:pt x="9559622" y="2947792"/>
                  </a:lnTo>
                  <a:lnTo>
                    <a:pt x="9643852" y="2974930"/>
                  </a:lnTo>
                  <a:lnTo>
                    <a:pt x="9734471" y="2999482"/>
                  </a:lnTo>
                  <a:lnTo>
                    <a:pt x="9830622" y="3021582"/>
                  </a:lnTo>
                  <a:lnTo>
                    <a:pt x="9930688" y="3041281"/>
                  </a:lnTo>
                  <a:lnTo>
                    <a:pt x="10032198" y="3058567"/>
                  </a:lnTo>
                  <a:lnTo>
                    <a:pt x="10131861" y="3073388"/>
                  </a:lnTo>
                  <a:lnTo>
                    <a:pt x="10225786" y="3085697"/>
                  </a:lnTo>
                  <a:lnTo>
                    <a:pt x="10309932" y="3095492"/>
                  </a:lnTo>
                  <a:lnTo>
                    <a:pt x="10380724" y="3102862"/>
                  </a:lnTo>
                  <a:lnTo>
                    <a:pt x="10435718" y="3108013"/>
                  </a:lnTo>
                  <a:lnTo>
                    <a:pt x="10474124" y="3111265"/>
                  </a:lnTo>
                  <a:lnTo>
                    <a:pt x="10497050" y="3113026"/>
                  </a:lnTo>
                  <a:lnTo>
                    <a:pt x="10507448" y="3113754"/>
                  </a:lnTo>
                  <a:lnTo>
                    <a:pt x="10509911" y="3113912"/>
                  </a:lnTo>
                  <a:lnTo>
                    <a:pt x="11981298" y="3113912"/>
                  </a:lnTo>
                  <a:lnTo>
                    <a:pt x="11981298" y="3105739"/>
                  </a:lnTo>
                  <a:lnTo>
                    <a:pt x="10509911" y="3105739"/>
                  </a:lnTo>
                  <a:lnTo>
                    <a:pt x="10508781" y="3105668"/>
                  </a:lnTo>
                  <a:lnTo>
                    <a:pt x="10501352" y="3105162"/>
                  </a:lnTo>
                  <a:lnTo>
                    <a:pt x="10482620" y="3103764"/>
                  </a:lnTo>
                  <a:lnTo>
                    <a:pt x="10449120" y="3101011"/>
                  </a:lnTo>
                  <a:lnTo>
                    <a:pt x="10399164" y="3096475"/>
                  </a:lnTo>
                  <a:lnTo>
                    <a:pt x="10332979" y="3089806"/>
                  </a:lnTo>
                  <a:lnTo>
                    <a:pt x="10252550" y="3080762"/>
                  </a:lnTo>
                  <a:lnTo>
                    <a:pt x="10161175" y="3069220"/>
                  </a:lnTo>
                  <a:lnTo>
                    <a:pt x="10062825" y="3055158"/>
                  </a:lnTo>
                  <a:lnTo>
                    <a:pt x="9961494" y="3038614"/>
                  </a:lnTo>
                  <a:lnTo>
                    <a:pt x="9860689" y="3019644"/>
                  </a:lnTo>
                  <a:lnTo>
                    <a:pt x="9763140" y="2998275"/>
                  </a:lnTo>
                  <a:lnTo>
                    <a:pt x="9670719" y="2974477"/>
                  </a:lnTo>
                  <a:lnTo>
                    <a:pt x="9584497" y="2948144"/>
                  </a:lnTo>
                  <a:lnTo>
                    <a:pt x="9504896" y="2919079"/>
                  </a:lnTo>
                  <a:lnTo>
                    <a:pt x="9431847" y="2886999"/>
                  </a:lnTo>
                  <a:lnTo>
                    <a:pt x="9364948" y="2851536"/>
                  </a:lnTo>
                  <a:lnTo>
                    <a:pt x="9303586" y="2812250"/>
                  </a:lnTo>
                  <a:lnTo>
                    <a:pt x="9247032" y="2768650"/>
                  </a:lnTo>
                  <a:lnTo>
                    <a:pt x="9194511" y="2720229"/>
                  </a:lnTo>
                  <a:lnTo>
                    <a:pt x="9145253" y="2666528"/>
                  </a:lnTo>
                  <a:lnTo>
                    <a:pt x="9098543" y="2607237"/>
                  </a:lnTo>
                  <a:lnTo>
                    <a:pt x="9084767" y="2588116"/>
                  </a:lnTo>
                  <a:lnTo>
                    <a:pt x="9048457" y="2534092"/>
                  </a:lnTo>
                  <a:lnTo>
                    <a:pt x="9013038" y="2476238"/>
                  </a:lnTo>
                  <a:lnTo>
                    <a:pt x="8978277" y="2414475"/>
                  </a:lnTo>
                  <a:lnTo>
                    <a:pt x="8943982" y="2348784"/>
                  </a:lnTo>
                  <a:lnTo>
                    <a:pt x="8910000" y="2279208"/>
                  </a:lnTo>
                  <a:lnTo>
                    <a:pt x="8876210" y="2205860"/>
                  </a:lnTo>
                  <a:lnTo>
                    <a:pt x="8842520" y="2128927"/>
                  </a:lnTo>
                  <a:lnTo>
                    <a:pt x="8808862" y="2048674"/>
                  </a:lnTo>
                  <a:lnTo>
                    <a:pt x="8775191" y="1965438"/>
                  </a:lnTo>
                  <a:lnTo>
                    <a:pt x="8741480" y="1879629"/>
                  </a:lnTo>
                  <a:lnTo>
                    <a:pt x="8707721" y="1791723"/>
                  </a:lnTo>
                  <a:lnTo>
                    <a:pt x="8673915" y="1702249"/>
                  </a:lnTo>
                  <a:lnTo>
                    <a:pt x="8640076" y="1611780"/>
                  </a:lnTo>
                  <a:lnTo>
                    <a:pt x="8606224" y="1520914"/>
                  </a:lnTo>
                  <a:lnTo>
                    <a:pt x="8572379" y="1430264"/>
                  </a:lnTo>
                  <a:lnTo>
                    <a:pt x="8538562" y="1340433"/>
                  </a:lnTo>
                  <a:lnTo>
                    <a:pt x="8504788" y="1252004"/>
                  </a:lnTo>
                  <a:lnTo>
                    <a:pt x="8471063" y="1165521"/>
                  </a:lnTo>
                  <a:lnTo>
                    <a:pt x="8437382" y="1081475"/>
                  </a:lnTo>
                  <a:lnTo>
                    <a:pt x="8403724" y="1000298"/>
                  </a:lnTo>
                  <a:lnTo>
                    <a:pt x="8370049" y="922349"/>
                  </a:lnTo>
                  <a:lnTo>
                    <a:pt x="8336298" y="847914"/>
                  </a:lnTo>
                  <a:lnTo>
                    <a:pt x="8302384" y="777203"/>
                  </a:lnTo>
                  <a:lnTo>
                    <a:pt x="8268197" y="710351"/>
                  </a:lnTo>
                  <a:lnTo>
                    <a:pt x="8233592" y="647422"/>
                  </a:lnTo>
                  <a:lnTo>
                    <a:pt x="8198391" y="588414"/>
                  </a:lnTo>
                  <a:lnTo>
                    <a:pt x="8162373" y="533264"/>
                  </a:lnTo>
                  <a:lnTo>
                    <a:pt x="8151487" y="517623"/>
                  </a:lnTo>
                  <a:lnTo>
                    <a:pt x="8105422" y="456614"/>
                  </a:lnTo>
                  <a:lnTo>
                    <a:pt x="8057010" y="401239"/>
                  </a:lnTo>
                  <a:lnTo>
                    <a:pt x="8005559" y="351258"/>
                  </a:lnTo>
                  <a:lnTo>
                    <a:pt x="7950312" y="306247"/>
                  </a:lnTo>
                  <a:lnTo>
                    <a:pt x="7890491" y="265705"/>
                  </a:lnTo>
                  <a:lnTo>
                    <a:pt x="7825345" y="229131"/>
                  </a:lnTo>
                  <a:lnTo>
                    <a:pt x="7754218" y="196066"/>
                  </a:lnTo>
                  <a:lnTo>
                    <a:pt x="7676632" y="166120"/>
                  </a:lnTo>
                  <a:lnTo>
                    <a:pt x="7592401" y="138982"/>
                  </a:lnTo>
                  <a:lnTo>
                    <a:pt x="7501782" y="114429"/>
                  </a:lnTo>
                  <a:lnTo>
                    <a:pt x="7405631" y="92330"/>
                  </a:lnTo>
                  <a:lnTo>
                    <a:pt x="7305566" y="72630"/>
                  </a:lnTo>
                  <a:lnTo>
                    <a:pt x="7204055" y="55344"/>
                  </a:lnTo>
                  <a:lnTo>
                    <a:pt x="7104392" y="40523"/>
                  </a:lnTo>
                  <a:lnTo>
                    <a:pt x="7010467" y="28215"/>
                  </a:lnTo>
                  <a:lnTo>
                    <a:pt x="6926321" y="18420"/>
                  </a:lnTo>
                  <a:lnTo>
                    <a:pt x="6855530" y="11049"/>
                  </a:lnTo>
                  <a:lnTo>
                    <a:pt x="6800536" y="5898"/>
                  </a:lnTo>
                  <a:lnTo>
                    <a:pt x="6762130" y="2646"/>
                  </a:lnTo>
                  <a:lnTo>
                    <a:pt x="6739203" y="885"/>
                  </a:lnTo>
                  <a:lnTo>
                    <a:pt x="6728805" y="157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782" y="55"/>
                  </a:lnTo>
                  <a:lnTo>
                    <a:pt x="5246076" y="454"/>
                  </a:lnTo>
                  <a:lnTo>
                    <a:pt x="5226668" y="1555"/>
                  </a:lnTo>
                  <a:lnTo>
                    <a:pt x="5192012" y="3723"/>
                  </a:lnTo>
                  <a:lnTo>
                    <a:pt x="5140446" y="7293"/>
                  </a:lnTo>
                  <a:lnTo>
                    <a:pt x="5072316" y="12536"/>
                  </a:lnTo>
                  <a:lnTo>
                    <a:pt x="4989798" y="19635"/>
                  </a:lnTo>
                  <a:lnTo>
                    <a:pt x="4896400" y="28681"/>
                  </a:lnTo>
                  <a:lnTo>
                    <a:pt x="4796277" y="39684"/>
                  </a:lnTo>
                  <a:lnTo>
                    <a:pt x="4693541" y="52611"/>
                  </a:lnTo>
                  <a:lnTo>
                    <a:pt x="4591750" y="67421"/>
                  </a:lnTo>
                  <a:lnTo>
                    <a:pt x="4493621" y="84095"/>
                  </a:lnTo>
                  <a:lnTo>
                    <a:pt x="4400968" y="102666"/>
                  </a:lnTo>
                  <a:lnTo>
                    <a:pt x="4314787" y="123230"/>
                  </a:lnTo>
                  <a:lnTo>
                    <a:pt x="4235416" y="145951"/>
                  </a:lnTo>
                  <a:lnTo>
                    <a:pt x="4162708" y="171067"/>
                  </a:lnTo>
                  <a:lnTo>
                    <a:pt x="4096193" y="198878"/>
                  </a:lnTo>
                  <a:lnTo>
                    <a:pt x="4035203" y="229742"/>
                  </a:lnTo>
                  <a:lnTo>
                    <a:pt x="3978962" y="264051"/>
                  </a:lnTo>
                  <a:lnTo>
                    <a:pt x="3926665" y="302201"/>
                  </a:lnTo>
                  <a:lnTo>
                    <a:pt x="3877520" y="344532"/>
                  </a:lnTo>
                  <a:lnTo>
                    <a:pt x="3830806" y="391238"/>
                  </a:lnTo>
                  <a:lnTo>
                    <a:pt x="3829811" y="392303"/>
                  </a:lnTo>
                  <a:lnTo>
                    <a:pt x="3789376" y="438154"/>
                  </a:lnTo>
                  <a:lnTo>
                    <a:pt x="3750015" y="487626"/>
                  </a:lnTo>
                  <a:lnTo>
                    <a:pt x="3711413" y="540791"/>
                  </a:lnTo>
                  <a:lnTo>
                    <a:pt x="3673321" y="597652"/>
                  </a:lnTo>
                  <a:lnTo>
                    <a:pt x="3635546" y="658133"/>
                  </a:lnTo>
                  <a:lnTo>
                    <a:pt x="3597939" y="722075"/>
                  </a:lnTo>
                  <a:lnTo>
                    <a:pt x="3560396" y="789231"/>
                  </a:lnTo>
                  <a:lnTo>
                    <a:pt x="3522846" y="859264"/>
                  </a:lnTo>
                  <a:lnTo>
                    <a:pt x="3485250" y="931753"/>
                  </a:lnTo>
                  <a:lnTo>
                    <a:pt x="3447592" y="1006201"/>
                  </a:lnTo>
                  <a:lnTo>
                    <a:pt x="3409879" y="1082046"/>
                  </a:lnTo>
                  <a:lnTo>
                    <a:pt x="3372131" y="1158679"/>
                  </a:lnTo>
                  <a:lnTo>
                    <a:pt x="3334376" y="1235465"/>
                  </a:lnTo>
                  <a:lnTo>
                    <a:pt x="3296644" y="1311762"/>
                  </a:lnTo>
                  <a:lnTo>
                    <a:pt x="3258958" y="1386946"/>
                  </a:lnTo>
                  <a:lnTo>
                    <a:pt x="3221333" y="1460431"/>
                  </a:lnTo>
                  <a:lnTo>
                    <a:pt x="3183764" y="1531688"/>
                  </a:lnTo>
                  <a:lnTo>
                    <a:pt x="3146224" y="1600256"/>
                  </a:lnTo>
                  <a:lnTo>
                    <a:pt x="3108659" y="1665760"/>
                  </a:lnTo>
                  <a:lnTo>
                    <a:pt x="3070979" y="1727909"/>
                  </a:lnTo>
                  <a:lnTo>
                    <a:pt x="3033059" y="1786502"/>
                  </a:lnTo>
                  <a:lnTo>
                    <a:pt x="2994726" y="1841425"/>
                  </a:lnTo>
                  <a:lnTo>
                    <a:pt x="2955760" y="1892645"/>
                  </a:lnTo>
                  <a:lnTo>
                    <a:pt x="2915879" y="1940202"/>
                  </a:lnTo>
                  <a:lnTo>
                    <a:pt x="2896531" y="1961519"/>
                  </a:lnTo>
                  <a:lnTo>
                    <a:pt x="2849863" y="2008321"/>
                  </a:lnTo>
                  <a:lnTo>
                    <a:pt x="2800778" y="2050746"/>
                  </a:lnTo>
                  <a:lnTo>
                    <a:pt x="2748557" y="2088983"/>
                  </a:lnTo>
                  <a:lnTo>
                    <a:pt x="2692412" y="2123372"/>
                  </a:lnTo>
                  <a:lnTo>
                    <a:pt x="2631533" y="2154306"/>
                  </a:lnTo>
                  <a:lnTo>
                    <a:pt x="2565146" y="2182180"/>
                  </a:lnTo>
                  <a:lnTo>
                    <a:pt x="2492579" y="2207351"/>
                  </a:lnTo>
                  <a:lnTo>
                    <a:pt x="2413356" y="2230122"/>
                  </a:lnTo>
                  <a:lnTo>
                    <a:pt x="2327322" y="2250730"/>
                  </a:lnTo>
                  <a:lnTo>
                    <a:pt x="2234802" y="2269343"/>
                  </a:lnTo>
                  <a:lnTo>
                    <a:pt x="2136776" y="2286058"/>
                  </a:lnTo>
                  <a:lnTo>
                    <a:pt x="2035039" y="2300909"/>
                  </a:lnTo>
                  <a:lnTo>
                    <a:pt x="1932289" y="2313877"/>
                  </a:lnTo>
                  <a:lnTo>
                    <a:pt x="1832066" y="2324923"/>
                  </a:lnTo>
                  <a:lnTo>
                    <a:pt x="1738476" y="2334011"/>
                  </a:lnTo>
                  <a:lnTo>
                    <a:pt x="1655680" y="2341152"/>
                  </a:lnTo>
                  <a:lnTo>
                    <a:pt x="1587208" y="2346434"/>
                  </a:lnTo>
                  <a:lnTo>
                    <a:pt x="1535270" y="2350038"/>
                  </a:lnTo>
                  <a:lnTo>
                    <a:pt x="1500257" y="2352233"/>
                  </a:lnTo>
                  <a:lnTo>
                    <a:pt x="1480548" y="2353354"/>
                  </a:lnTo>
                  <a:lnTo>
                    <a:pt x="1472637" y="2353763"/>
                  </a:lnTo>
                  <a:lnTo>
                    <a:pt x="1471387" y="2353823"/>
                  </a:lnTo>
                  <a:lnTo>
                    <a:pt x="0" y="2353823"/>
                  </a:lnTo>
                  <a:close/>
                </a:path>
              </a:pathLst>
            </a:custGeom>
            <a:solidFill>
              <a:srgbClr val="6FA8DC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848" name="pl1848"/>
            <p:cNvSpPr/>
            <p:nvPr/>
          </p:nvSpPr>
          <p:spPr>
            <a:xfrm>
              <a:off x="4799595" y="7946568"/>
              <a:ext cx="11981298" cy="3105739"/>
            </a:xfrm>
            <a:custGeom>
              <a:avLst/>
              <a:pathLst>
                <a:path w="11981298" h="3105739">
                  <a:moveTo>
                    <a:pt x="0" y="2353823"/>
                  </a:moveTo>
                  <a:lnTo>
                    <a:pt x="1471387" y="2353823"/>
                  </a:lnTo>
                  <a:lnTo>
                    <a:pt x="1472560" y="2353767"/>
                  </a:lnTo>
                  <a:lnTo>
                    <a:pt x="1480266" y="2353369"/>
                  </a:lnTo>
                  <a:lnTo>
                    <a:pt x="1499674" y="2352267"/>
                  </a:lnTo>
                  <a:lnTo>
                    <a:pt x="1534330" y="2350099"/>
                  </a:lnTo>
                  <a:lnTo>
                    <a:pt x="1585896" y="2346530"/>
                  </a:lnTo>
                  <a:lnTo>
                    <a:pt x="1654026" y="2341287"/>
                  </a:lnTo>
                  <a:lnTo>
                    <a:pt x="1736544" y="2334187"/>
                  </a:lnTo>
                  <a:lnTo>
                    <a:pt x="1829942" y="2325142"/>
                  </a:lnTo>
                  <a:lnTo>
                    <a:pt x="1930066" y="2314138"/>
                  </a:lnTo>
                  <a:lnTo>
                    <a:pt x="2032801" y="2301211"/>
                  </a:lnTo>
                  <a:lnTo>
                    <a:pt x="2134592" y="2286402"/>
                  </a:lnTo>
                  <a:lnTo>
                    <a:pt x="2232721" y="2269727"/>
                  </a:lnTo>
                  <a:lnTo>
                    <a:pt x="2325374" y="2251156"/>
                  </a:lnTo>
                  <a:lnTo>
                    <a:pt x="2411555" y="2230593"/>
                  </a:lnTo>
                  <a:lnTo>
                    <a:pt x="2490927" y="2207871"/>
                  </a:lnTo>
                  <a:lnTo>
                    <a:pt x="2563634" y="2182756"/>
                  </a:lnTo>
                  <a:lnTo>
                    <a:pt x="2630149" y="2154944"/>
                  </a:lnTo>
                  <a:lnTo>
                    <a:pt x="2691140" y="2124080"/>
                  </a:lnTo>
                  <a:lnTo>
                    <a:pt x="2747380" y="2089771"/>
                  </a:lnTo>
                  <a:lnTo>
                    <a:pt x="2799677" y="2051622"/>
                  </a:lnTo>
                  <a:lnTo>
                    <a:pt x="2848822" y="2009291"/>
                  </a:lnTo>
                  <a:lnTo>
                    <a:pt x="2895536" y="1962585"/>
                  </a:lnTo>
                  <a:lnTo>
                    <a:pt x="2896531" y="1961519"/>
                  </a:lnTo>
                  <a:lnTo>
                    <a:pt x="2936966" y="1915668"/>
                  </a:lnTo>
                  <a:lnTo>
                    <a:pt x="2976327" y="1866196"/>
                  </a:lnTo>
                  <a:lnTo>
                    <a:pt x="3014929" y="1813031"/>
                  </a:lnTo>
                  <a:lnTo>
                    <a:pt x="3053021" y="1756171"/>
                  </a:lnTo>
                  <a:lnTo>
                    <a:pt x="3090796" y="1695690"/>
                  </a:lnTo>
                  <a:lnTo>
                    <a:pt x="3128403" y="1631748"/>
                  </a:lnTo>
                  <a:lnTo>
                    <a:pt x="3165946" y="1564592"/>
                  </a:lnTo>
                  <a:lnTo>
                    <a:pt x="3203496" y="1494559"/>
                  </a:lnTo>
                  <a:lnTo>
                    <a:pt x="3241093" y="1422070"/>
                  </a:lnTo>
                  <a:lnTo>
                    <a:pt x="3278750" y="1347622"/>
                  </a:lnTo>
                  <a:lnTo>
                    <a:pt x="3316463" y="1271777"/>
                  </a:lnTo>
                  <a:lnTo>
                    <a:pt x="3354211" y="1195144"/>
                  </a:lnTo>
                  <a:lnTo>
                    <a:pt x="3391966" y="1118358"/>
                  </a:lnTo>
                  <a:lnTo>
                    <a:pt x="3429698" y="1042061"/>
                  </a:lnTo>
                  <a:lnTo>
                    <a:pt x="3467384" y="966877"/>
                  </a:lnTo>
                  <a:lnTo>
                    <a:pt x="3505009" y="893391"/>
                  </a:lnTo>
                  <a:lnTo>
                    <a:pt x="3542578" y="822135"/>
                  </a:lnTo>
                  <a:lnTo>
                    <a:pt x="3580118" y="753566"/>
                  </a:lnTo>
                  <a:lnTo>
                    <a:pt x="3617683" y="688063"/>
                  </a:lnTo>
                  <a:lnTo>
                    <a:pt x="3655363" y="625914"/>
                  </a:lnTo>
                  <a:lnTo>
                    <a:pt x="3693283" y="567320"/>
                  </a:lnTo>
                  <a:lnTo>
                    <a:pt x="3731616" y="512397"/>
                  </a:lnTo>
                  <a:lnTo>
                    <a:pt x="3770582" y="461177"/>
                  </a:lnTo>
                  <a:lnTo>
                    <a:pt x="3810463" y="413621"/>
                  </a:lnTo>
                  <a:lnTo>
                    <a:pt x="3829811" y="392303"/>
                  </a:lnTo>
                  <a:lnTo>
                    <a:pt x="3876480" y="345502"/>
                  </a:lnTo>
                  <a:lnTo>
                    <a:pt x="3925564" y="303077"/>
                  </a:lnTo>
                  <a:lnTo>
                    <a:pt x="3977785" y="264840"/>
                  </a:lnTo>
                  <a:lnTo>
                    <a:pt x="4033930" y="230451"/>
                  </a:lnTo>
                  <a:lnTo>
                    <a:pt x="4094809" y="199516"/>
                  </a:lnTo>
                  <a:lnTo>
                    <a:pt x="4161196" y="171642"/>
                  </a:lnTo>
                  <a:lnTo>
                    <a:pt x="4233763" y="146471"/>
                  </a:lnTo>
                  <a:lnTo>
                    <a:pt x="4312986" y="123701"/>
                  </a:lnTo>
                  <a:lnTo>
                    <a:pt x="4399020" y="103092"/>
                  </a:lnTo>
                  <a:lnTo>
                    <a:pt x="4491540" y="84479"/>
                  </a:lnTo>
                  <a:lnTo>
                    <a:pt x="4589566" y="67764"/>
                  </a:lnTo>
                  <a:lnTo>
                    <a:pt x="4691303" y="52914"/>
                  </a:lnTo>
                  <a:lnTo>
                    <a:pt x="4794053" y="39945"/>
                  </a:lnTo>
                  <a:lnTo>
                    <a:pt x="4894276" y="28900"/>
                  </a:lnTo>
                  <a:lnTo>
                    <a:pt x="4987866" y="19812"/>
                  </a:lnTo>
                  <a:lnTo>
                    <a:pt x="5070662" y="12670"/>
                  </a:lnTo>
                  <a:lnTo>
                    <a:pt x="5139135" y="7388"/>
                  </a:lnTo>
                  <a:lnTo>
                    <a:pt x="5191072" y="3785"/>
                  </a:lnTo>
                  <a:lnTo>
                    <a:pt x="5226085" y="1590"/>
                  </a:lnTo>
                  <a:lnTo>
                    <a:pt x="5245794" y="469"/>
                  </a:lnTo>
                  <a:lnTo>
                    <a:pt x="5253705" y="59"/>
                  </a:lnTo>
                  <a:lnTo>
                    <a:pt x="5254955" y="0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472" y="70"/>
                  </a:lnTo>
                  <a:lnTo>
                    <a:pt x="6734901" y="576"/>
                  </a:lnTo>
                  <a:lnTo>
                    <a:pt x="6753633" y="1974"/>
                  </a:lnTo>
                  <a:lnTo>
                    <a:pt x="6787134" y="4727"/>
                  </a:lnTo>
                  <a:lnTo>
                    <a:pt x="6837089" y="9263"/>
                  </a:lnTo>
                  <a:lnTo>
                    <a:pt x="6903274" y="15932"/>
                  </a:lnTo>
                  <a:lnTo>
                    <a:pt x="6983703" y="24977"/>
                  </a:lnTo>
                  <a:lnTo>
                    <a:pt x="7075078" y="36519"/>
                  </a:lnTo>
                  <a:lnTo>
                    <a:pt x="7173428" y="50581"/>
                  </a:lnTo>
                  <a:lnTo>
                    <a:pt x="7274759" y="67124"/>
                  </a:lnTo>
                  <a:lnTo>
                    <a:pt x="7375564" y="86095"/>
                  </a:lnTo>
                  <a:lnTo>
                    <a:pt x="7473113" y="107464"/>
                  </a:lnTo>
                  <a:lnTo>
                    <a:pt x="7565535" y="131261"/>
                  </a:lnTo>
                  <a:lnTo>
                    <a:pt x="7651756" y="157594"/>
                  </a:lnTo>
                  <a:lnTo>
                    <a:pt x="7731358" y="186659"/>
                  </a:lnTo>
                  <a:lnTo>
                    <a:pt x="7804406" y="218739"/>
                  </a:lnTo>
                  <a:lnTo>
                    <a:pt x="7871305" y="254202"/>
                  </a:lnTo>
                  <a:lnTo>
                    <a:pt x="7932667" y="293488"/>
                  </a:lnTo>
                  <a:lnTo>
                    <a:pt x="7989221" y="337088"/>
                  </a:lnTo>
                  <a:lnTo>
                    <a:pt x="8041743" y="385509"/>
                  </a:lnTo>
                  <a:lnTo>
                    <a:pt x="8091000" y="439210"/>
                  </a:lnTo>
                  <a:lnTo>
                    <a:pt x="8137710" y="498501"/>
                  </a:lnTo>
                  <a:lnTo>
                    <a:pt x="8151487" y="517623"/>
                  </a:lnTo>
                  <a:lnTo>
                    <a:pt x="8187797" y="571646"/>
                  </a:lnTo>
                  <a:lnTo>
                    <a:pt x="8223215" y="629500"/>
                  </a:lnTo>
                  <a:lnTo>
                    <a:pt x="8257977" y="691263"/>
                  </a:lnTo>
                  <a:lnTo>
                    <a:pt x="8292272" y="756954"/>
                  </a:lnTo>
                  <a:lnTo>
                    <a:pt x="8326253" y="826531"/>
                  </a:lnTo>
                  <a:lnTo>
                    <a:pt x="8360043" y="899879"/>
                  </a:lnTo>
                  <a:lnTo>
                    <a:pt x="8393733" y="976811"/>
                  </a:lnTo>
                  <a:lnTo>
                    <a:pt x="8427391" y="1057064"/>
                  </a:lnTo>
                  <a:lnTo>
                    <a:pt x="8461063" y="1140300"/>
                  </a:lnTo>
                  <a:lnTo>
                    <a:pt x="8494773" y="1226109"/>
                  </a:lnTo>
                  <a:lnTo>
                    <a:pt x="8528533" y="1314015"/>
                  </a:lnTo>
                  <a:lnTo>
                    <a:pt x="8562338" y="1403489"/>
                  </a:lnTo>
                  <a:lnTo>
                    <a:pt x="8596177" y="1493959"/>
                  </a:lnTo>
                  <a:lnTo>
                    <a:pt x="8630029" y="1584824"/>
                  </a:lnTo>
                  <a:lnTo>
                    <a:pt x="8663874" y="1675474"/>
                  </a:lnTo>
                  <a:lnTo>
                    <a:pt x="8697691" y="1765305"/>
                  </a:lnTo>
                  <a:lnTo>
                    <a:pt x="8731465" y="1853734"/>
                  </a:lnTo>
                  <a:lnTo>
                    <a:pt x="8765190" y="1940218"/>
                  </a:lnTo>
                  <a:lnTo>
                    <a:pt x="8798871" y="2024263"/>
                  </a:lnTo>
                  <a:lnTo>
                    <a:pt x="8832529" y="2105440"/>
                  </a:lnTo>
                  <a:lnTo>
                    <a:pt x="8866204" y="2183389"/>
                  </a:lnTo>
                  <a:lnTo>
                    <a:pt x="8899955" y="2257824"/>
                  </a:lnTo>
                  <a:lnTo>
                    <a:pt x="8933869" y="2328535"/>
                  </a:lnTo>
                  <a:lnTo>
                    <a:pt x="8968057" y="2395387"/>
                  </a:lnTo>
                  <a:lnTo>
                    <a:pt x="9002661" y="2458316"/>
                  </a:lnTo>
                  <a:lnTo>
                    <a:pt x="9037863" y="2517325"/>
                  </a:lnTo>
                  <a:lnTo>
                    <a:pt x="9073881" y="2572474"/>
                  </a:lnTo>
                  <a:lnTo>
                    <a:pt x="9084767" y="2588116"/>
                  </a:lnTo>
                  <a:lnTo>
                    <a:pt x="9130832" y="2649124"/>
                  </a:lnTo>
                  <a:lnTo>
                    <a:pt x="9179243" y="2704500"/>
                  </a:lnTo>
                  <a:lnTo>
                    <a:pt x="9230694" y="2754480"/>
                  </a:lnTo>
                  <a:lnTo>
                    <a:pt x="9285941" y="2799491"/>
                  </a:lnTo>
                  <a:lnTo>
                    <a:pt x="9345763" y="2840033"/>
                  </a:lnTo>
                  <a:lnTo>
                    <a:pt x="9410909" y="2876608"/>
                  </a:lnTo>
                  <a:lnTo>
                    <a:pt x="9482035" y="2909672"/>
                  </a:lnTo>
                  <a:lnTo>
                    <a:pt x="9559622" y="2939619"/>
                  </a:lnTo>
                  <a:lnTo>
                    <a:pt x="9643852" y="2966757"/>
                  </a:lnTo>
                  <a:lnTo>
                    <a:pt x="9734471" y="2991309"/>
                  </a:lnTo>
                  <a:lnTo>
                    <a:pt x="9830622" y="3013409"/>
                  </a:lnTo>
                  <a:lnTo>
                    <a:pt x="9930688" y="3033108"/>
                  </a:lnTo>
                  <a:lnTo>
                    <a:pt x="10032198" y="3050394"/>
                  </a:lnTo>
                  <a:lnTo>
                    <a:pt x="10131861" y="3065215"/>
                  </a:lnTo>
                  <a:lnTo>
                    <a:pt x="10225786" y="3077524"/>
                  </a:lnTo>
                  <a:lnTo>
                    <a:pt x="10309932" y="3087319"/>
                  </a:lnTo>
                  <a:lnTo>
                    <a:pt x="10380724" y="3094689"/>
                  </a:lnTo>
                  <a:lnTo>
                    <a:pt x="10435718" y="3099840"/>
                  </a:lnTo>
                  <a:lnTo>
                    <a:pt x="10474124" y="3103092"/>
                  </a:lnTo>
                  <a:lnTo>
                    <a:pt x="10497050" y="3104853"/>
                  </a:lnTo>
                  <a:lnTo>
                    <a:pt x="10507448" y="3105581"/>
                  </a:lnTo>
                  <a:lnTo>
                    <a:pt x="10509878" y="3105737"/>
                  </a:lnTo>
                  <a:lnTo>
                    <a:pt x="10509911" y="3105739"/>
                  </a:lnTo>
                  <a:lnTo>
                    <a:pt x="11981298" y="310573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49" name="pl1849"/>
            <p:cNvSpPr/>
            <p:nvPr/>
          </p:nvSpPr>
          <p:spPr>
            <a:xfrm>
              <a:off x="4799595" y="7938395"/>
              <a:ext cx="11981298" cy="3105739"/>
            </a:xfrm>
            <a:custGeom>
              <a:avLst/>
              <a:pathLst>
                <a:path w="11981298" h="3105739">
                  <a:moveTo>
                    <a:pt x="11981298" y="3105739"/>
                  </a:moveTo>
                  <a:lnTo>
                    <a:pt x="10509911" y="3105739"/>
                  </a:lnTo>
                  <a:lnTo>
                    <a:pt x="10508781" y="3105668"/>
                  </a:lnTo>
                  <a:lnTo>
                    <a:pt x="10501352" y="3105162"/>
                  </a:lnTo>
                  <a:lnTo>
                    <a:pt x="10482620" y="3103764"/>
                  </a:lnTo>
                  <a:lnTo>
                    <a:pt x="10449120" y="3101011"/>
                  </a:lnTo>
                  <a:lnTo>
                    <a:pt x="10399164" y="3096475"/>
                  </a:lnTo>
                  <a:lnTo>
                    <a:pt x="10332979" y="3089806"/>
                  </a:lnTo>
                  <a:lnTo>
                    <a:pt x="10252550" y="3080762"/>
                  </a:lnTo>
                  <a:lnTo>
                    <a:pt x="10161175" y="3069220"/>
                  </a:lnTo>
                  <a:lnTo>
                    <a:pt x="10062825" y="3055158"/>
                  </a:lnTo>
                  <a:lnTo>
                    <a:pt x="9961494" y="3038614"/>
                  </a:lnTo>
                  <a:lnTo>
                    <a:pt x="9860689" y="3019644"/>
                  </a:lnTo>
                  <a:lnTo>
                    <a:pt x="9763140" y="2998275"/>
                  </a:lnTo>
                  <a:lnTo>
                    <a:pt x="9670719" y="2974477"/>
                  </a:lnTo>
                  <a:lnTo>
                    <a:pt x="9584497" y="2948144"/>
                  </a:lnTo>
                  <a:lnTo>
                    <a:pt x="9504896" y="2919079"/>
                  </a:lnTo>
                  <a:lnTo>
                    <a:pt x="9431847" y="2886999"/>
                  </a:lnTo>
                  <a:lnTo>
                    <a:pt x="9364948" y="2851536"/>
                  </a:lnTo>
                  <a:lnTo>
                    <a:pt x="9303586" y="2812250"/>
                  </a:lnTo>
                  <a:lnTo>
                    <a:pt x="9247032" y="2768650"/>
                  </a:lnTo>
                  <a:lnTo>
                    <a:pt x="9194511" y="2720229"/>
                  </a:lnTo>
                  <a:lnTo>
                    <a:pt x="9145253" y="2666528"/>
                  </a:lnTo>
                  <a:lnTo>
                    <a:pt x="9098543" y="2607237"/>
                  </a:lnTo>
                  <a:lnTo>
                    <a:pt x="9084767" y="2588116"/>
                  </a:lnTo>
                  <a:lnTo>
                    <a:pt x="9048457" y="2534092"/>
                  </a:lnTo>
                  <a:lnTo>
                    <a:pt x="9013038" y="2476238"/>
                  </a:lnTo>
                  <a:lnTo>
                    <a:pt x="8978277" y="2414475"/>
                  </a:lnTo>
                  <a:lnTo>
                    <a:pt x="8943982" y="2348784"/>
                  </a:lnTo>
                  <a:lnTo>
                    <a:pt x="8910000" y="2279208"/>
                  </a:lnTo>
                  <a:lnTo>
                    <a:pt x="8876210" y="2205860"/>
                  </a:lnTo>
                  <a:lnTo>
                    <a:pt x="8842520" y="2128927"/>
                  </a:lnTo>
                  <a:lnTo>
                    <a:pt x="8808862" y="2048674"/>
                  </a:lnTo>
                  <a:lnTo>
                    <a:pt x="8775191" y="1965438"/>
                  </a:lnTo>
                  <a:lnTo>
                    <a:pt x="8741480" y="1879629"/>
                  </a:lnTo>
                  <a:lnTo>
                    <a:pt x="8707721" y="1791723"/>
                  </a:lnTo>
                  <a:lnTo>
                    <a:pt x="8673915" y="1702249"/>
                  </a:lnTo>
                  <a:lnTo>
                    <a:pt x="8640076" y="1611780"/>
                  </a:lnTo>
                  <a:lnTo>
                    <a:pt x="8606224" y="1520914"/>
                  </a:lnTo>
                  <a:lnTo>
                    <a:pt x="8572379" y="1430264"/>
                  </a:lnTo>
                  <a:lnTo>
                    <a:pt x="8538562" y="1340433"/>
                  </a:lnTo>
                  <a:lnTo>
                    <a:pt x="8504788" y="1252004"/>
                  </a:lnTo>
                  <a:lnTo>
                    <a:pt x="8471063" y="1165521"/>
                  </a:lnTo>
                  <a:lnTo>
                    <a:pt x="8437382" y="1081475"/>
                  </a:lnTo>
                  <a:lnTo>
                    <a:pt x="8403724" y="1000298"/>
                  </a:lnTo>
                  <a:lnTo>
                    <a:pt x="8370049" y="922349"/>
                  </a:lnTo>
                  <a:lnTo>
                    <a:pt x="8336298" y="847914"/>
                  </a:lnTo>
                  <a:lnTo>
                    <a:pt x="8302384" y="777203"/>
                  </a:lnTo>
                  <a:lnTo>
                    <a:pt x="8268197" y="710351"/>
                  </a:lnTo>
                  <a:lnTo>
                    <a:pt x="8233592" y="647422"/>
                  </a:lnTo>
                  <a:lnTo>
                    <a:pt x="8198391" y="588414"/>
                  </a:lnTo>
                  <a:lnTo>
                    <a:pt x="8162373" y="533264"/>
                  </a:lnTo>
                  <a:lnTo>
                    <a:pt x="8151487" y="517623"/>
                  </a:lnTo>
                  <a:lnTo>
                    <a:pt x="8105422" y="456614"/>
                  </a:lnTo>
                  <a:lnTo>
                    <a:pt x="8057010" y="401239"/>
                  </a:lnTo>
                  <a:lnTo>
                    <a:pt x="8005559" y="351258"/>
                  </a:lnTo>
                  <a:lnTo>
                    <a:pt x="7950312" y="306247"/>
                  </a:lnTo>
                  <a:lnTo>
                    <a:pt x="7890491" y="265705"/>
                  </a:lnTo>
                  <a:lnTo>
                    <a:pt x="7825345" y="229131"/>
                  </a:lnTo>
                  <a:lnTo>
                    <a:pt x="7754218" y="196066"/>
                  </a:lnTo>
                  <a:lnTo>
                    <a:pt x="7676632" y="166120"/>
                  </a:lnTo>
                  <a:lnTo>
                    <a:pt x="7592401" y="138982"/>
                  </a:lnTo>
                  <a:lnTo>
                    <a:pt x="7501782" y="114429"/>
                  </a:lnTo>
                  <a:lnTo>
                    <a:pt x="7405631" y="92330"/>
                  </a:lnTo>
                  <a:lnTo>
                    <a:pt x="7305566" y="72630"/>
                  </a:lnTo>
                  <a:lnTo>
                    <a:pt x="7204055" y="55344"/>
                  </a:lnTo>
                  <a:lnTo>
                    <a:pt x="7104392" y="40523"/>
                  </a:lnTo>
                  <a:lnTo>
                    <a:pt x="7010467" y="28215"/>
                  </a:lnTo>
                  <a:lnTo>
                    <a:pt x="6926321" y="18420"/>
                  </a:lnTo>
                  <a:lnTo>
                    <a:pt x="6855530" y="11049"/>
                  </a:lnTo>
                  <a:lnTo>
                    <a:pt x="6800536" y="5898"/>
                  </a:lnTo>
                  <a:lnTo>
                    <a:pt x="6762130" y="2646"/>
                  </a:lnTo>
                  <a:lnTo>
                    <a:pt x="6739203" y="885"/>
                  </a:lnTo>
                  <a:lnTo>
                    <a:pt x="6728805" y="157"/>
                  </a:lnTo>
                  <a:lnTo>
                    <a:pt x="6726375" y="1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782" y="55"/>
                  </a:lnTo>
                  <a:lnTo>
                    <a:pt x="5246076" y="454"/>
                  </a:lnTo>
                  <a:lnTo>
                    <a:pt x="5226668" y="1555"/>
                  </a:lnTo>
                  <a:lnTo>
                    <a:pt x="5192012" y="3723"/>
                  </a:lnTo>
                  <a:lnTo>
                    <a:pt x="5140446" y="7293"/>
                  </a:lnTo>
                  <a:lnTo>
                    <a:pt x="5072316" y="12536"/>
                  </a:lnTo>
                  <a:lnTo>
                    <a:pt x="4989798" y="19635"/>
                  </a:lnTo>
                  <a:lnTo>
                    <a:pt x="4896400" y="28681"/>
                  </a:lnTo>
                  <a:lnTo>
                    <a:pt x="4796277" y="39684"/>
                  </a:lnTo>
                  <a:lnTo>
                    <a:pt x="4693541" y="52611"/>
                  </a:lnTo>
                  <a:lnTo>
                    <a:pt x="4591750" y="67421"/>
                  </a:lnTo>
                  <a:lnTo>
                    <a:pt x="4493621" y="84095"/>
                  </a:lnTo>
                  <a:lnTo>
                    <a:pt x="4400968" y="102666"/>
                  </a:lnTo>
                  <a:lnTo>
                    <a:pt x="4314787" y="123230"/>
                  </a:lnTo>
                  <a:lnTo>
                    <a:pt x="4235416" y="145951"/>
                  </a:lnTo>
                  <a:lnTo>
                    <a:pt x="4162708" y="171067"/>
                  </a:lnTo>
                  <a:lnTo>
                    <a:pt x="4096193" y="198878"/>
                  </a:lnTo>
                  <a:lnTo>
                    <a:pt x="4035203" y="229742"/>
                  </a:lnTo>
                  <a:lnTo>
                    <a:pt x="3978962" y="264051"/>
                  </a:lnTo>
                  <a:lnTo>
                    <a:pt x="3926665" y="302201"/>
                  </a:lnTo>
                  <a:lnTo>
                    <a:pt x="3877520" y="344532"/>
                  </a:lnTo>
                  <a:lnTo>
                    <a:pt x="3830806" y="391238"/>
                  </a:lnTo>
                  <a:lnTo>
                    <a:pt x="3829811" y="392303"/>
                  </a:lnTo>
                  <a:lnTo>
                    <a:pt x="3789376" y="438154"/>
                  </a:lnTo>
                  <a:lnTo>
                    <a:pt x="3750015" y="487626"/>
                  </a:lnTo>
                  <a:lnTo>
                    <a:pt x="3711413" y="540791"/>
                  </a:lnTo>
                  <a:lnTo>
                    <a:pt x="3673321" y="597652"/>
                  </a:lnTo>
                  <a:lnTo>
                    <a:pt x="3635546" y="658133"/>
                  </a:lnTo>
                  <a:lnTo>
                    <a:pt x="3597939" y="722075"/>
                  </a:lnTo>
                  <a:lnTo>
                    <a:pt x="3560396" y="789231"/>
                  </a:lnTo>
                  <a:lnTo>
                    <a:pt x="3522846" y="859264"/>
                  </a:lnTo>
                  <a:lnTo>
                    <a:pt x="3485250" y="931753"/>
                  </a:lnTo>
                  <a:lnTo>
                    <a:pt x="3447592" y="1006201"/>
                  </a:lnTo>
                  <a:lnTo>
                    <a:pt x="3409879" y="1082046"/>
                  </a:lnTo>
                  <a:lnTo>
                    <a:pt x="3372131" y="1158679"/>
                  </a:lnTo>
                  <a:lnTo>
                    <a:pt x="3334376" y="1235465"/>
                  </a:lnTo>
                  <a:lnTo>
                    <a:pt x="3296644" y="1311762"/>
                  </a:lnTo>
                  <a:lnTo>
                    <a:pt x="3258958" y="1386946"/>
                  </a:lnTo>
                  <a:lnTo>
                    <a:pt x="3221333" y="1460431"/>
                  </a:lnTo>
                  <a:lnTo>
                    <a:pt x="3183764" y="1531688"/>
                  </a:lnTo>
                  <a:lnTo>
                    <a:pt x="3146224" y="1600256"/>
                  </a:lnTo>
                  <a:lnTo>
                    <a:pt x="3108659" y="1665760"/>
                  </a:lnTo>
                  <a:lnTo>
                    <a:pt x="3070979" y="1727909"/>
                  </a:lnTo>
                  <a:lnTo>
                    <a:pt x="3033059" y="1786502"/>
                  </a:lnTo>
                  <a:lnTo>
                    <a:pt x="2994726" y="1841425"/>
                  </a:lnTo>
                  <a:lnTo>
                    <a:pt x="2955760" y="1892645"/>
                  </a:lnTo>
                  <a:lnTo>
                    <a:pt x="2915879" y="1940202"/>
                  </a:lnTo>
                  <a:lnTo>
                    <a:pt x="2896531" y="1961519"/>
                  </a:lnTo>
                  <a:lnTo>
                    <a:pt x="2849863" y="2008321"/>
                  </a:lnTo>
                  <a:lnTo>
                    <a:pt x="2800778" y="2050746"/>
                  </a:lnTo>
                  <a:lnTo>
                    <a:pt x="2748557" y="2088983"/>
                  </a:lnTo>
                  <a:lnTo>
                    <a:pt x="2692412" y="2123372"/>
                  </a:lnTo>
                  <a:lnTo>
                    <a:pt x="2631533" y="2154306"/>
                  </a:lnTo>
                  <a:lnTo>
                    <a:pt x="2565146" y="2182180"/>
                  </a:lnTo>
                  <a:lnTo>
                    <a:pt x="2492579" y="2207351"/>
                  </a:lnTo>
                  <a:lnTo>
                    <a:pt x="2413356" y="2230122"/>
                  </a:lnTo>
                  <a:lnTo>
                    <a:pt x="2327322" y="2250730"/>
                  </a:lnTo>
                  <a:lnTo>
                    <a:pt x="2234802" y="2269343"/>
                  </a:lnTo>
                  <a:lnTo>
                    <a:pt x="2136776" y="2286058"/>
                  </a:lnTo>
                  <a:lnTo>
                    <a:pt x="2035039" y="2300909"/>
                  </a:lnTo>
                  <a:lnTo>
                    <a:pt x="1932289" y="2313877"/>
                  </a:lnTo>
                  <a:lnTo>
                    <a:pt x="1832066" y="2324923"/>
                  </a:lnTo>
                  <a:lnTo>
                    <a:pt x="1738476" y="2334011"/>
                  </a:lnTo>
                  <a:lnTo>
                    <a:pt x="1655680" y="2341152"/>
                  </a:lnTo>
                  <a:lnTo>
                    <a:pt x="1587208" y="2346434"/>
                  </a:lnTo>
                  <a:lnTo>
                    <a:pt x="1535270" y="2350038"/>
                  </a:lnTo>
                  <a:lnTo>
                    <a:pt x="1500257" y="2352233"/>
                  </a:lnTo>
                  <a:lnTo>
                    <a:pt x="1480548" y="2353354"/>
                  </a:lnTo>
                  <a:lnTo>
                    <a:pt x="1472637" y="2353763"/>
                  </a:lnTo>
                  <a:lnTo>
                    <a:pt x="1471387" y="2353823"/>
                  </a:lnTo>
                  <a:lnTo>
                    <a:pt x="1471387" y="2353823"/>
                  </a:lnTo>
                  <a:lnTo>
                    <a:pt x="0" y="235382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50" name="pg1850"/>
            <p:cNvSpPr/>
            <p:nvPr/>
          </p:nvSpPr>
          <p:spPr>
            <a:xfrm>
              <a:off x="4799595" y="7750416"/>
              <a:ext cx="11981298" cy="2558148"/>
            </a:xfrm>
            <a:custGeom>
              <a:avLst/>
              <a:pathLst>
                <a:path w="11981298" h="2558148">
                  <a:moveTo>
                    <a:pt x="0" y="2558148"/>
                  </a:moveTo>
                  <a:lnTo>
                    <a:pt x="1471387" y="2558148"/>
                  </a:lnTo>
                  <a:lnTo>
                    <a:pt x="1472610" y="2558121"/>
                  </a:lnTo>
                  <a:lnTo>
                    <a:pt x="1480639" y="2557929"/>
                  </a:lnTo>
                  <a:lnTo>
                    <a:pt x="1500834" y="2557398"/>
                  </a:lnTo>
                  <a:lnTo>
                    <a:pt x="1536827" y="2556353"/>
                  </a:lnTo>
                  <a:lnTo>
                    <a:pt x="1590250" y="2554633"/>
                  </a:lnTo>
                  <a:lnTo>
                    <a:pt x="1660610" y="2552111"/>
                  </a:lnTo>
                  <a:lnTo>
                    <a:pt x="1745504" y="2548701"/>
                  </a:lnTo>
                  <a:lnTo>
                    <a:pt x="1841179" y="2544365"/>
                  </a:lnTo>
                  <a:lnTo>
                    <a:pt x="1943274" y="2539100"/>
                  </a:lnTo>
                  <a:lnTo>
                    <a:pt x="2047545" y="2532923"/>
                  </a:lnTo>
                  <a:lnTo>
                    <a:pt x="2150388" y="2525854"/>
                  </a:lnTo>
                  <a:lnTo>
                    <a:pt x="2249109" y="2517898"/>
                  </a:lnTo>
                  <a:lnTo>
                    <a:pt x="2341966" y="2509035"/>
                  </a:lnTo>
                  <a:lnTo>
                    <a:pt x="2428054" y="2499214"/>
                  </a:lnTo>
                  <a:lnTo>
                    <a:pt x="2507133" y="2488347"/>
                  </a:lnTo>
                  <a:lnTo>
                    <a:pt x="2579437" y="2476314"/>
                  </a:lnTo>
                  <a:lnTo>
                    <a:pt x="2645513" y="2462963"/>
                  </a:lnTo>
                  <a:lnTo>
                    <a:pt x="2706094" y="2448118"/>
                  </a:lnTo>
                  <a:lnTo>
                    <a:pt x="2762000" y="2431586"/>
                  </a:lnTo>
                  <a:lnTo>
                    <a:pt x="2814076" y="2413181"/>
                  </a:lnTo>
                  <a:lnTo>
                    <a:pt x="2863130" y="2392753"/>
                  </a:lnTo>
                  <a:lnTo>
                    <a:pt x="2896531" y="2376980"/>
                  </a:lnTo>
                  <a:lnTo>
                    <a:pt x="2946618" y="2350408"/>
                  </a:lnTo>
                  <a:lnTo>
                    <a:pt x="2995170" y="2321238"/>
                  </a:lnTo>
                  <a:lnTo>
                    <a:pt x="3042742" y="2289428"/>
                  </a:lnTo>
                  <a:lnTo>
                    <a:pt x="3089749" y="2255017"/>
                  </a:lnTo>
                  <a:lnTo>
                    <a:pt x="3136487" y="2218134"/>
                  </a:lnTo>
                  <a:lnTo>
                    <a:pt x="3183152" y="2179008"/>
                  </a:lnTo>
                  <a:lnTo>
                    <a:pt x="3229859" y="2137962"/>
                  </a:lnTo>
                  <a:lnTo>
                    <a:pt x="3276656" y="2095409"/>
                  </a:lnTo>
                  <a:lnTo>
                    <a:pt x="3323538" y="2051837"/>
                  </a:lnTo>
                  <a:lnTo>
                    <a:pt x="3370466" y="2007788"/>
                  </a:lnTo>
                  <a:lnTo>
                    <a:pt x="3417386" y="1963827"/>
                  </a:lnTo>
                  <a:lnTo>
                    <a:pt x="3464244" y="1920517"/>
                  </a:lnTo>
                  <a:lnTo>
                    <a:pt x="3511012" y="1878383"/>
                  </a:lnTo>
                  <a:lnTo>
                    <a:pt x="3557698" y="1837893"/>
                  </a:lnTo>
                  <a:lnTo>
                    <a:pt x="3604370" y="1799434"/>
                  </a:lnTo>
                  <a:lnTo>
                    <a:pt x="3651165" y="1763300"/>
                  </a:lnTo>
                  <a:lnTo>
                    <a:pt x="3698311" y="1729688"/>
                  </a:lnTo>
                  <a:lnTo>
                    <a:pt x="3746138" y="1698698"/>
                  </a:lnTo>
                  <a:lnTo>
                    <a:pt x="3795100" y="1670344"/>
                  </a:lnTo>
                  <a:lnTo>
                    <a:pt x="3829811" y="1652307"/>
                  </a:lnTo>
                  <a:lnTo>
                    <a:pt x="3877165" y="1630399"/>
                  </a:lnTo>
                  <a:lnTo>
                    <a:pt x="3927016" y="1610569"/>
                  </a:lnTo>
                  <a:lnTo>
                    <a:pt x="3980116" y="1592725"/>
                  </a:lnTo>
                  <a:lnTo>
                    <a:pt x="4037290" y="1576701"/>
                  </a:lnTo>
                  <a:lnTo>
                    <a:pt x="4099382" y="1562308"/>
                  </a:lnTo>
                  <a:lnTo>
                    <a:pt x="4167194" y="1549357"/>
                  </a:lnTo>
                  <a:lnTo>
                    <a:pt x="4241417" y="1537676"/>
                  </a:lnTo>
                  <a:lnTo>
                    <a:pt x="4322521" y="1527123"/>
                  </a:lnTo>
                  <a:lnTo>
                    <a:pt x="4410622" y="1517587"/>
                  </a:lnTo>
                  <a:lnTo>
                    <a:pt x="4505305" y="1508991"/>
                  </a:lnTo>
                  <a:lnTo>
                    <a:pt x="4605442" y="1501293"/>
                  </a:lnTo>
                  <a:lnTo>
                    <a:pt x="4709019" y="1494481"/>
                  </a:lnTo>
                  <a:lnTo>
                    <a:pt x="4813066" y="1488566"/>
                  </a:lnTo>
                  <a:lnTo>
                    <a:pt x="4913754" y="1483569"/>
                  </a:lnTo>
                  <a:lnTo>
                    <a:pt x="5006741" y="1479503"/>
                  </a:lnTo>
                  <a:lnTo>
                    <a:pt x="5087761" y="1476357"/>
                  </a:lnTo>
                  <a:lnTo>
                    <a:pt x="5153382" y="1474078"/>
                  </a:lnTo>
                  <a:lnTo>
                    <a:pt x="5201710" y="1472569"/>
                  </a:lnTo>
                  <a:lnTo>
                    <a:pt x="5232863" y="1471690"/>
                  </a:lnTo>
                  <a:lnTo>
                    <a:pt x="5249075" y="1471276"/>
                  </a:lnTo>
                  <a:lnTo>
                    <a:pt x="5254510" y="1471149"/>
                  </a:lnTo>
                  <a:lnTo>
                    <a:pt x="5254955" y="1471139"/>
                  </a:lnTo>
                  <a:lnTo>
                    <a:pt x="6726343" y="1471139"/>
                  </a:lnTo>
                  <a:lnTo>
                    <a:pt x="6727554" y="1471103"/>
                  </a:lnTo>
                  <a:lnTo>
                    <a:pt x="6735510" y="1470847"/>
                  </a:lnTo>
                  <a:lnTo>
                    <a:pt x="6755525" y="1470139"/>
                  </a:lnTo>
                  <a:lnTo>
                    <a:pt x="6791213" y="1468746"/>
                  </a:lnTo>
                  <a:lnTo>
                    <a:pt x="6844214" y="1466454"/>
                  </a:lnTo>
                  <a:lnTo>
                    <a:pt x="6914067" y="1463090"/>
                  </a:lnTo>
                  <a:lnTo>
                    <a:pt x="6998424" y="1458541"/>
                  </a:lnTo>
                  <a:lnTo>
                    <a:pt x="7093586" y="1452754"/>
                  </a:lnTo>
                  <a:lnTo>
                    <a:pt x="7195239" y="1445724"/>
                  </a:lnTo>
                  <a:lnTo>
                    <a:pt x="7299169" y="1437474"/>
                  </a:lnTo>
                  <a:lnTo>
                    <a:pt x="7401780" y="1428031"/>
                  </a:lnTo>
                  <a:lnTo>
                    <a:pt x="7500374" y="1417402"/>
                  </a:lnTo>
                  <a:lnTo>
                    <a:pt x="7593190" y="1405562"/>
                  </a:lnTo>
                  <a:lnTo>
                    <a:pt x="7679303" y="1392443"/>
                  </a:lnTo>
                  <a:lnTo>
                    <a:pt x="7758451" y="1377933"/>
                  </a:lnTo>
                  <a:lnTo>
                    <a:pt x="7830847" y="1361872"/>
                  </a:lnTo>
                  <a:lnTo>
                    <a:pt x="7897023" y="1344060"/>
                  </a:lnTo>
                  <a:lnTo>
                    <a:pt x="7957695" y="1324263"/>
                  </a:lnTo>
                  <a:lnTo>
                    <a:pt x="8013675" y="1302226"/>
                  </a:lnTo>
                  <a:lnTo>
                    <a:pt x="8065797" y="1277698"/>
                  </a:lnTo>
                  <a:lnTo>
                    <a:pt x="8114868" y="1250476"/>
                  </a:lnTo>
                  <a:lnTo>
                    <a:pt x="8151487" y="1227311"/>
                  </a:lnTo>
                  <a:lnTo>
                    <a:pt x="8198400" y="1193958"/>
                  </a:lnTo>
                  <a:lnTo>
                    <a:pt x="8243935" y="1157548"/>
                  </a:lnTo>
                  <a:lnTo>
                    <a:pt x="8288560" y="1118028"/>
                  </a:lnTo>
                  <a:lnTo>
                    <a:pt x="8332629" y="1075426"/>
                  </a:lnTo>
                  <a:lnTo>
                    <a:pt x="8376404" y="1029862"/>
                  </a:lnTo>
                  <a:lnTo>
                    <a:pt x="8420071" y="981554"/>
                  </a:lnTo>
                  <a:lnTo>
                    <a:pt x="8463744" y="930822"/>
                  </a:lnTo>
                  <a:lnTo>
                    <a:pt x="8507483" y="878083"/>
                  </a:lnTo>
                  <a:lnTo>
                    <a:pt x="8551305" y="823837"/>
                  </a:lnTo>
                  <a:lnTo>
                    <a:pt x="8595189" y="768653"/>
                  </a:lnTo>
                  <a:lnTo>
                    <a:pt x="8639098" y="713141"/>
                  </a:lnTo>
                  <a:lnTo>
                    <a:pt x="8682985" y="657929"/>
                  </a:lnTo>
                  <a:lnTo>
                    <a:pt x="8726810" y="603629"/>
                  </a:lnTo>
                  <a:lnTo>
                    <a:pt x="8770553" y="550811"/>
                  </a:lnTo>
                  <a:lnTo>
                    <a:pt x="8814228" y="499980"/>
                  </a:lnTo>
                  <a:lnTo>
                    <a:pt x="8857893" y="451556"/>
                  </a:lnTo>
                  <a:lnTo>
                    <a:pt x="8901660" y="405863"/>
                  </a:lnTo>
                  <a:lnTo>
                    <a:pt x="8945711" y="363125"/>
                  </a:lnTo>
                  <a:lnTo>
                    <a:pt x="8990304" y="323466"/>
                  </a:lnTo>
                  <a:lnTo>
                    <a:pt x="9035789" y="286918"/>
                  </a:lnTo>
                  <a:lnTo>
                    <a:pt x="9082629" y="253430"/>
                  </a:lnTo>
                  <a:lnTo>
                    <a:pt x="9084767" y="252000"/>
                  </a:lnTo>
                  <a:lnTo>
                    <a:pt x="9131966" y="222604"/>
                  </a:lnTo>
                  <a:lnTo>
                    <a:pt x="9181643" y="195988"/>
                  </a:lnTo>
                  <a:lnTo>
                    <a:pt x="9234544" y="172029"/>
                  </a:lnTo>
                  <a:lnTo>
                    <a:pt x="9291485" y="150506"/>
                  </a:lnTo>
                  <a:lnTo>
                    <a:pt x="9353301" y="131168"/>
                  </a:lnTo>
                  <a:lnTo>
                    <a:pt x="9420789" y="113761"/>
                  </a:lnTo>
                  <a:lnTo>
                    <a:pt x="9494636" y="98057"/>
                  </a:lnTo>
                  <a:lnTo>
                    <a:pt x="9575313" y="83865"/>
                  </a:lnTo>
                  <a:lnTo>
                    <a:pt x="9662944" y="71036"/>
                  </a:lnTo>
                  <a:lnTo>
                    <a:pt x="9757138" y="59467"/>
                  </a:lnTo>
                  <a:lnTo>
                    <a:pt x="9856800" y="49100"/>
                  </a:lnTo>
                  <a:lnTo>
                    <a:pt x="9959967" y="39918"/>
                  </a:lnTo>
                  <a:lnTo>
                    <a:pt x="10063731" y="31934"/>
                  </a:lnTo>
                  <a:lnTo>
                    <a:pt x="10164331" y="25176"/>
                  </a:lnTo>
                  <a:lnTo>
                    <a:pt x="10257474" y="19663"/>
                  </a:lnTo>
                  <a:lnTo>
                    <a:pt x="10338919" y="15382"/>
                  </a:lnTo>
                  <a:lnTo>
                    <a:pt x="10405204" y="12266"/>
                  </a:lnTo>
                  <a:lnTo>
                    <a:pt x="10454359" y="10189"/>
                  </a:lnTo>
                  <a:lnTo>
                    <a:pt x="10486384" y="8966"/>
                  </a:lnTo>
                  <a:lnTo>
                    <a:pt x="10503369" y="8378"/>
                  </a:lnTo>
                  <a:lnTo>
                    <a:pt x="10509329" y="8189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8699" y="35"/>
                  </a:lnTo>
                  <a:lnTo>
                    <a:pt x="10500744" y="292"/>
                  </a:lnTo>
                  <a:lnTo>
                    <a:pt x="10480729" y="999"/>
                  </a:lnTo>
                  <a:lnTo>
                    <a:pt x="10445040" y="2393"/>
                  </a:lnTo>
                  <a:lnTo>
                    <a:pt x="10392040" y="4685"/>
                  </a:lnTo>
                  <a:lnTo>
                    <a:pt x="10322186" y="8049"/>
                  </a:lnTo>
                  <a:lnTo>
                    <a:pt x="10237829" y="12597"/>
                  </a:lnTo>
                  <a:lnTo>
                    <a:pt x="10142667" y="18384"/>
                  </a:lnTo>
                  <a:lnTo>
                    <a:pt x="10041014" y="25415"/>
                  </a:lnTo>
                  <a:lnTo>
                    <a:pt x="9937085" y="33664"/>
                  </a:lnTo>
                  <a:lnTo>
                    <a:pt x="9834473" y="43108"/>
                  </a:lnTo>
                  <a:lnTo>
                    <a:pt x="9735879" y="53737"/>
                  </a:lnTo>
                  <a:lnTo>
                    <a:pt x="9643063" y="65577"/>
                  </a:lnTo>
                  <a:lnTo>
                    <a:pt x="9556950" y="78695"/>
                  </a:lnTo>
                  <a:lnTo>
                    <a:pt x="9477802" y="93206"/>
                  </a:lnTo>
                  <a:lnTo>
                    <a:pt x="9405406" y="109266"/>
                  </a:lnTo>
                  <a:lnTo>
                    <a:pt x="9339230" y="127078"/>
                  </a:lnTo>
                  <a:lnTo>
                    <a:pt x="9278558" y="146876"/>
                  </a:lnTo>
                  <a:lnTo>
                    <a:pt x="9222579" y="168913"/>
                  </a:lnTo>
                  <a:lnTo>
                    <a:pt x="9170456" y="193441"/>
                  </a:lnTo>
                  <a:lnTo>
                    <a:pt x="9121385" y="220663"/>
                  </a:lnTo>
                  <a:lnTo>
                    <a:pt x="9084767" y="243827"/>
                  </a:lnTo>
                  <a:lnTo>
                    <a:pt x="9037853" y="277181"/>
                  </a:lnTo>
                  <a:lnTo>
                    <a:pt x="8992318" y="313591"/>
                  </a:lnTo>
                  <a:lnTo>
                    <a:pt x="8947694" y="353110"/>
                  </a:lnTo>
                  <a:lnTo>
                    <a:pt x="8903625" y="395713"/>
                  </a:lnTo>
                  <a:lnTo>
                    <a:pt x="8859849" y="441277"/>
                  </a:lnTo>
                  <a:lnTo>
                    <a:pt x="8816183" y="489585"/>
                  </a:lnTo>
                  <a:lnTo>
                    <a:pt x="8772510" y="540316"/>
                  </a:lnTo>
                  <a:lnTo>
                    <a:pt x="8728770" y="593056"/>
                  </a:lnTo>
                  <a:lnTo>
                    <a:pt x="8684949" y="647301"/>
                  </a:lnTo>
                  <a:lnTo>
                    <a:pt x="8641064" y="702486"/>
                  </a:lnTo>
                  <a:lnTo>
                    <a:pt x="8597155" y="757997"/>
                  </a:lnTo>
                  <a:lnTo>
                    <a:pt x="8553268" y="813210"/>
                  </a:lnTo>
                  <a:lnTo>
                    <a:pt x="8509443" y="867510"/>
                  </a:lnTo>
                  <a:lnTo>
                    <a:pt x="8465700" y="920328"/>
                  </a:lnTo>
                  <a:lnTo>
                    <a:pt x="8422025" y="971159"/>
                  </a:lnTo>
                  <a:lnTo>
                    <a:pt x="8378361" y="1019583"/>
                  </a:lnTo>
                  <a:lnTo>
                    <a:pt x="8334593" y="1065275"/>
                  </a:lnTo>
                  <a:lnTo>
                    <a:pt x="8290542" y="1108013"/>
                  </a:lnTo>
                  <a:lnTo>
                    <a:pt x="8245949" y="1147673"/>
                  </a:lnTo>
                  <a:lnTo>
                    <a:pt x="8200464" y="1184221"/>
                  </a:lnTo>
                  <a:lnTo>
                    <a:pt x="8153624" y="1217709"/>
                  </a:lnTo>
                  <a:lnTo>
                    <a:pt x="8151487" y="1219138"/>
                  </a:lnTo>
                  <a:lnTo>
                    <a:pt x="8104287" y="1248535"/>
                  </a:lnTo>
                  <a:lnTo>
                    <a:pt x="8054610" y="1275151"/>
                  </a:lnTo>
                  <a:lnTo>
                    <a:pt x="8001710" y="1299110"/>
                  </a:lnTo>
                  <a:lnTo>
                    <a:pt x="7944769" y="1320632"/>
                  </a:lnTo>
                  <a:lnTo>
                    <a:pt x="7882952" y="1339971"/>
                  </a:lnTo>
                  <a:lnTo>
                    <a:pt x="7815464" y="1357378"/>
                  </a:lnTo>
                  <a:lnTo>
                    <a:pt x="7741617" y="1373082"/>
                  </a:lnTo>
                  <a:lnTo>
                    <a:pt x="7660941" y="1387273"/>
                  </a:lnTo>
                  <a:lnTo>
                    <a:pt x="7573309" y="1400102"/>
                  </a:lnTo>
                  <a:lnTo>
                    <a:pt x="7479115" y="1411671"/>
                  </a:lnTo>
                  <a:lnTo>
                    <a:pt x="7379453" y="1422039"/>
                  </a:lnTo>
                  <a:lnTo>
                    <a:pt x="7276287" y="1431221"/>
                  </a:lnTo>
                  <a:lnTo>
                    <a:pt x="7172522" y="1439205"/>
                  </a:lnTo>
                  <a:lnTo>
                    <a:pt x="7071923" y="1445963"/>
                  </a:lnTo>
                  <a:lnTo>
                    <a:pt x="6978779" y="1451475"/>
                  </a:lnTo>
                  <a:lnTo>
                    <a:pt x="6897334" y="1455756"/>
                  </a:lnTo>
                  <a:lnTo>
                    <a:pt x="6831049" y="1458872"/>
                  </a:lnTo>
                  <a:lnTo>
                    <a:pt x="6781894" y="1460950"/>
                  </a:lnTo>
                  <a:lnTo>
                    <a:pt x="6749870" y="1462173"/>
                  </a:lnTo>
                  <a:lnTo>
                    <a:pt x="6732884" y="1462761"/>
                  </a:lnTo>
                  <a:lnTo>
                    <a:pt x="6726924" y="1462949"/>
                  </a:lnTo>
                  <a:lnTo>
                    <a:pt x="6726343" y="1462966"/>
                  </a:lnTo>
                  <a:lnTo>
                    <a:pt x="5254955" y="1462966"/>
                  </a:lnTo>
                  <a:lnTo>
                    <a:pt x="5253732" y="1462993"/>
                  </a:lnTo>
                  <a:lnTo>
                    <a:pt x="5245703" y="1463185"/>
                  </a:lnTo>
                  <a:lnTo>
                    <a:pt x="5225508" y="1463716"/>
                  </a:lnTo>
                  <a:lnTo>
                    <a:pt x="5189515" y="1464762"/>
                  </a:lnTo>
                  <a:lnTo>
                    <a:pt x="5136092" y="1466481"/>
                  </a:lnTo>
                  <a:lnTo>
                    <a:pt x="5065733" y="1469003"/>
                  </a:lnTo>
                  <a:lnTo>
                    <a:pt x="4980838" y="1472413"/>
                  </a:lnTo>
                  <a:lnTo>
                    <a:pt x="4885164" y="1476749"/>
                  </a:lnTo>
                  <a:lnTo>
                    <a:pt x="4783068" y="1482014"/>
                  </a:lnTo>
                  <a:lnTo>
                    <a:pt x="4678797" y="1488191"/>
                  </a:lnTo>
                  <a:lnTo>
                    <a:pt x="4575954" y="1495260"/>
                  </a:lnTo>
                  <a:lnTo>
                    <a:pt x="4477233" y="1503216"/>
                  </a:lnTo>
                  <a:lnTo>
                    <a:pt x="4384376" y="1512079"/>
                  </a:lnTo>
                  <a:lnTo>
                    <a:pt x="4298288" y="1521900"/>
                  </a:lnTo>
                  <a:lnTo>
                    <a:pt x="4219209" y="1532767"/>
                  </a:lnTo>
                  <a:lnTo>
                    <a:pt x="4146905" y="1544800"/>
                  </a:lnTo>
                  <a:lnTo>
                    <a:pt x="4080829" y="1558151"/>
                  </a:lnTo>
                  <a:lnTo>
                    <a:pt x="4020248" y="1572997"/>
                  </a:lnTo>
                  <a:lnTo>
                    <a:pt x="3964342" y="1589529"/>
                  </a:lnTo>
                  <a:lnTo>
                    <a:pt x="3912266" y="1607933"/>
                  </a:lnTo>
                  <a:lnTo>
                    <a:pt x="3863213" y="1628361"/>
                  </a:lnTo>
                  <a:lnTo>
                    <a:pt x="3829811" y="1644134"/>
                  </a:lnTo>
                  <a:lnTo>
                    <a:pt x="3779724" y="1670706"/>
                  </a:lnTo>
                  <a:lnTo>
                    <a:pt x="3731172" y="1699876"/>
                  </a:lnTo>
                  <a:lnTo>
                    <a:pt x="3683600" y="1731686"/>
                  </a:lnTo>
                  <a:lnTo>
                    <a:pt x="3636593" y="1766098"/>
                  </a:lnTo>
                  <a:lnTo>
                    <a:pt x="3589855" y="1802980"/>
                  </a:lnTo>
                  <a:lnTo>
                    <a:pt x="3543191" y="1842106"/>
                  </a:lnTo>
                  <a:lnTo>
                    <a:pt x="3496483" y="1883152"/>
                  </a:lnTo>
                  <a:lnTo>
                    <a:pt x="3449686" y="1925705"/>
                  </a:lnTo>
                  <a:lnTo>
                    <a:pt x="3402804" y="1969277"/>
                  </a:lnTo>
                  <a:lnTo>
                    <a:pt x="3355876" y="2013326"/>
                  </a:lnTo>
                  <a:lnTo>
                    <a:pt x="3308956" y="2057287"/>
                  </a:lnTo>
                  <a:lnTo>
                    <a:pt x="3262098" y="2100598"/>
                  </a:lnTo>
                  <a:lnTo>
                    <a:pt x="3215330" y="2142731"/>
                  </a:lnTo>
                  <a:lnTo>
                    <a:pt x="3168644" y="2183221"/>
                  </a:lnTo>
                  <a:lnTo>
                    <a:pt x="3121973" y="2221680"/>
                  </a:lnTo>
                  <a:lnTo>
                    <a:pt x="3075177" y="2257814"/>
                  </a:lnTo>
                  <a:lnTo>
                    <a:pt x="3028031" y="2291426"/>
                  </a:lnTo>
                  <a:lnTo>
                    <a:pt x="2980204" y="2322416"/>
                  </a:lnTo>
                  <a:lnTo>
                    <a:pt x="2931243" y="2350770"/>
                  </a:lnTo>
                  <a:lnTo>
                    <a:pt x="2896531" y="2368807"/>
                  </a:lnTo>
                  <a:lnTo>
                    <a:pt x="2849177" y="2390716"/>
                  </a:lnTo>
                  <a:lnTo>
                    <a:pt x="2799326" y="2410545"/>
                  </a:lnTo>
                  <a:lnTo>
                    <a:pt x="2746226" y="2428390"/>
                  </a:lnTo>
                  <a:lnTo>
                    <a:pt x="2689052" y="2444413"/>
                  </a:lnTo>
                  <a:lnTo>
                    <a:pt x="2626960" y="2458806"/>
                  </a:lnTo>
                  <a:lnTo>
                    <a:pt x="2559148" y="2471758"/>
                  </a:lnTo>
                  <a:lnTo>
                    <a:pt x="2484925" y="2483438"/>
                  </a:lnTo>
                  <a:lnTo>
                    <a:pt x="2403821" y="2493991"/>
                  </a:lnTo>
                  <a:lnTo>
                    <a:pt x="2315721" y="2503527"/>
                  </a:lnTo>
                  <a:lnTo>
                    <a:pt x="2221037" y="2512123"/>
                  </a:lnTo>
                  <a:lnTo>
                    <a:pt x="2120900" y="2519821"/>
                  </a:lnTo>
                  <a:lnTo>
                    <a:pt x="2017323" y="2526633"/>
                  </a:lnTo>
                  <a:lnTo>
                    <a:pt x="1913276" y="2532548"/>
                  </a:lnTo>
                  <a:lnTo>
                    <a:pt x="1812588" y="2537545"/>
                  </a:lnTo>
                  <a:lnTo>
                    <a:pt x="1719602" y="2541611"/>
                  </a:lnTo>
                  <a:lnTo>
                    <a:pt x="1638581" y="2544757"/>
                  </a:lnTo>
                  <a:lnTo>
                    <a:pt x="1572960" y="2547036"/>
                  </a:lnTo>
                  <a:lnTo>
                    <a:pt x="1524632" y="2548545"/>
                  </a:lnTo>
                  <a:lnTo>
                    <a:pt x="1493479" y="2549424"/>
                  </a:lnTo>
                  <a:lnTo>
                    <a:pt x="1477267" y="2549839"/>
                  </a:lnTo>
                  <a:lnTo>
                    <a:pt x="1471832" y="2549965"/>
                  </a:lnTo>
                  <a:lnTo>
                    <a:pt x="1471387" y="2549975"/>
                  </a:lnTo>
                  <a:lnTo>
                    <a:pt x="0" y="2549975"/>
                  </a:lnTo>
                  <a:close/>
                </a:path>
              </a:pathLst>
            </a:custGeom>
            <a:solidFill>
              <a:srgbClr val="6FA8DC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851" name="pl1851"/>
            <p:cNvSpPr/>
            <p:nvPr/>
          </p:nvSpPr>
          <p:spPr>
            <a:xfrm>
              <a:off x="4799595" y="7758589"/>
              <a:ext cx="11981298" cy="2549975"/>
            </a:xfrm>
            <a:custGeom>
              <a:avLst/>
              <a:pathLst>
                <a:path w="11981298" h="2549975">
                  <a:moveTo>
                    <a:pt x="0" y="2549975"/>
                  </a:moveTo>
                  <a:lnTo>
                    <a:pt x="1471387" y="2549975"/>
                  </a:lnTo>
                  <a:lnTo>
                    <a:pt x="1472610" y="2549948"/>
                  </a:lnTo>
                  <a:lnTo>
                    <a:pt x="1480639" y="2549756"/>
                  </a:lnTo>
                  <a:lnTo>
                    <a:pt x="1500834" y="2549225"/>
                  </a:lnTo>
                  <a:lnTo>
                    <a:pt x="1536827" y="2548180"/>
                  </a:lnTo>
                  <a:lnTo>
                    <a:pt x="1590250" y="2546460"/>
                  </a:lnTo>
                  <a:lnTo>
                    <a:pt x="1660610" y="2543938"/>
                  </a:lnTo>
                  <a:lnTo>
                    <a:pt x="1745504" y="2540528"/>
                  </a:lnTo>
                  <a:lnTo>
                    <a:pt x="1841179" y="2536192"/>
                  </a:lnTo>
                  <a:lnTo>
                    <a:pt x="1943274" y="2530927"/>
                  </a:lnTo>
                  <a:lnTo>
                    <a:pt x="2047545" y="2524750"/>
                  </a:lnTo>
                  <a:lnTo>
                    <a:pt x="2150388" y="2517681"/>
                  </a:lnTo>
                  <a:lnTo>
                    <a:pt x="2249109" y="2509725"/>
                  </a:lnTo>
                  <a:lnTo>
                    <a:pt x="2341966" y="2500862"/>
                  </a:lnTo>
                  <a:lnTo>
                    <a:pt x="2428054" y="2491041"/>
                  </a:lnTo>
                  <a:lnTo>
                    <a:pt x="2507133" y="2480174"/>
                  </a:lnTo>
                  <a:lnTo>
                    <a:pt x="2579437" y="2468141"/>
                  </a:lnTo>
                  <a:lnTo>
                    <a:pt x="2645513" y="2454790"/>
                  </a:lnTo>
                  <a:lnTo>
                    <a:pt x="2706094" y="2439945"/>
                  </a:lnTo>
                  <a:lnTo>
                    <a:pt x="2762000" y="2423413"/>
                  </a:lnTo>
                  <a:lnTo>
                    <a:pt x="2814076" y="2405008"/>
                  </a:lnTo>
                  <a:lnTo>
                    <a:pt x="2863130" y="2384580"/>
                  </a:lnTo>
                  <a:lnTo>
                    <a:pt x="2896531" y="2368807"/>
                  </a:lnTo>
                  <a:lnTo>
                    <a:pt x="2946618" y="2342235"/>
                  </a:lnTo>
                  <a:lnTo>
                    <a:pt x="2995170" y="2313065"/>
                  </a:lnTo>
                  <a:lnTo>
                    <a:pt x="3042742" y="2281255"/>
                  </a:lnTo>
                  <a:lnTo>
                    <a:pt x="3089749" y="2246844"/>
                  </a:lnTo>
                  <a:lnTo>
                    <a:pt x="3136487" y="2209961"/>
                  </a:lnTo>
                  <a:lnTo>
                    <a:pt x="3183152" y="2170835"/>
                  </a:lnTo>
                  <a:lnTo>
                    <a:pt x="3229859" y="2129789"/>
                  </a:lnTo>
                  <a:lnTo>
                    <a:pt x="3276656" y="2087236"/>
                  </a:lnTo>
                  <a:lnTo>
                    <a:pt x="3323538" y="2043664"/>
                  </a:lnTo>
                  <a:lnTo>
                    <a:pt x="3370466" y="1999615"/>
                  </a:lnTo>
                  <a:lnTo>
                    <a:pt x="3417386" y="1955654"/>
                  </a:lnTo>
                  <a:lnTo>
                    <a:pt x="3464244" y="1912344"/>
                  </a:lnTo>
                  <a:lnTo>
                    <a:pt x="3511012" y="1870210"/>
                  </a:lnTo>
                  <a:lnTo>
                    <a:pt x="3557698" y="1829720"/>
                  </a:lnTo>
                  <a:lnTo>
                    <a:pt x="3604370" y="1791261"/>
                  </a:lnTo>
                  <a:lnTo>
                    <a:pt x="3651165" y="1755127"/>
                  </a:lnTo>
                  <a:lnTo>
                    <a:pt x="3698311" y="1721515"/>
                  </a:lnTo>
                  <a:lnTo>
                    <a:pt x="3746138" y="1690525"/>
                  </a:lnTo>
                  <a:lnTo>
                    <a:pt x="3795100" y="1662171"/>
                  </a:lnTo>
                  <a:lnTo>
                    <a:pt x="3829811" y="1644134"/>
                  </a:lnTo>
                  <a:lnTo>
                    <a:pt x="3877165" y="1622226"/>
                  </a:lnTo>
                  <a:lnTo>
                    <a:pt x="3927016" y="1602396"/>
                  </a:lnTo>
                  <a:lnTo>
                    <a:pt x="3980116" y="1584552"/>
                  </a:lnTo>
                  <a:lnTo>
                    <a:pt x="4037290" y="1568528"/>
                  </a:lnTo>
                  <a:lnTo>
                    <a:pt x="4099382" y="1554135"/>
                  </a:lnTo>
                  <a:lnTo>
                    <a:pt x="4167194" y="1541184"/>
                  </a:lnTo>
                  <a:lnTo>
                    <a:pt x="4241417" y="1529503"/>
                  </a:lnTo>
                  <a:lnTo>
                    <a:pt x="4322521" y="1518950"/>
                  </a:lnTo>
                  <a:lnTo>
                    <a:pt x="4410622" y="1509414"/>
                  </a:lnTo>
                  <a:lnTo>
                    <a:pt x="4505305" y="1500818"/>
                  </a:lnTo>
                  <a:lnTo>
                    <a:pt x="4605442" y="1493120"/>
                  </a:lnTo>
                  <a:lnTo>
                    <a:pt x="4709019" y="1486308"/>
                  </a:lnTo>
                  <a:lnTo>
                    <a:pt x="4813066" y="1480393"/>
                  </a:lnTo>
                  <a:lnTo>
                    <a:pt x="4913754" y="1475396"/>
                  </a:lnTo>
                  <a:lnTo>
                    <a:pt x="5006741" y="1471330"/>
                  </a:lnTo>
                  <a:lnTo>
                    <a:pt x="5087761" y="1468184"/>
                  </a:lnTo>
                  <a:lnTo>
                    <a:pt x="5153382" y="1465905"/>
                  </a:lnTo>
                  <a:lnTo>
                    <a:pt x="5201710" y="1464396"/>
                  </a:lnTo>
                  <a:lnTo>
                    <a:pt x="5232863" y="1463517"/>
                  </a:lnTo>
                  <a:lnTo>
                    <a:pt x="5249075" y="1463103"/>
                  </a:lnTo>
                  <a:lnTo>
                    <a:pt x="5254510" y="1462976"/>
                  </a:lnTo>
                  <a:lnTo>
                    <a:pt x="5254955" y="1462966"/>
                  </a:lnTo>
                  <a:lnTo>
                    <a:pt x="6726343" y="1462966"/>
                  </a:lnTo>
                  <a:lnTo>
                    <a:pt x="6727554" y="1462930"/>
                  </a:lnTo>
                  <a:lnTo>
                    <a:pt x="6735510" y="1462674"/>
                  </a:lnTo>
                  <a:lnTo>
                    <a:pt x="6755525" y="1461966"/>
                  </a:lnTo>
                  <a:lnTo>
                    <a:pt x="6791213" y="1460573"/>
                  </a:lnTo>
                  <a:lnTo>
                    <a:pt x="6844214" y="1458281"/>
                  </a:lnTo>
                  <a:lnTo>
                    <a:pt x="6914067" y="1454917"/>
                  </a:lnTo>
                  <a:lnTo>
                    <a:pt x="6998424" y="1450368"/>
                  </a:lnTo>
                  <a:lnTo>
                    <a:pt x="7093586" y="1444581"/>
                  </a:lnTo>
                  <a:lnTo>
                    <a:pt x="7195239" y="1437551"/>
                  </a:lnTo>
                  <a:lnTo>
                    <a:pt x="7299169" y="1429301"/>
                  </a:lnTo>
                  <a:lnTo>
                    <a:pt x="7401780" y="1419858"/>
                  </a:lnTo>
                  <a:lnTo>
                    <a:pt x="7500374" y="1409229"/>
                  </a:lnTo>
                  <a:lnTo>
                    <a:pt x="7593190" y="1397389"/>
                  </a:lnTo>
                  <a:lnTo>
                    <a:pt x="7679303" y="1384270"/>
                  </a:lnTo>
                  <a:lnTo>
                    <a:pt x="7758451" y="1369760"/>
                  </a:lnTo>
                  <a:lnTo>
                    <a:pt x="7830847" y="1353699"/>
                  </a:lnTo>
                  <a:lnTo>
                    <a:pt x="7897023" y="1335887"/>
                  </a:lnTo>
                  <a:lnTo>
                    <a:pt x="7957695" y="1316090"/>
                  </a:lnTo>
                  <a:lnTo>
                    <a:pt x="8013675" y="1294053"/>
                  </a:lnTo>
                  <a:lnTo>
                    <a:pt x="8065797" y="1269525"/>
                  </a:lnTo>
                  <a:lnTo>
                    <a:pt x="8114868" y="1242303"/>
                  </a:lnTo>
                  <a:lnTo>
                    <a:pt x="8151487" y="1219138"/>
                  </a:lnTo>
                  <a:lnTo>
                    <a:pt x="8198400" y="1185785"/>
                  </a:lnTo>
                  <a:lnTo>
                    <a:pt x="8243935" y="1149375"/>
                  </a:lnTo>
                  <a:lnTo>
                    <a:pt x="8288560" y="1109855"/>
                  </a:lnTo>
                  <a:lnTo>
                    <a:pt x="8332629" y="1067253"/>
                  </a:lnTo>
                  <a:lnTo>
                    <a:pt x="8376404" y="1021689"/>
                  </a:lnTo>
                  <a:lnTo>
                    <a:pt x="8420071" y="973381"/>
                  </a:lnTo>
                  <a:lnTo>
                    <a:pt x="8463744" y="922649"/>
                  </a:lnTo>
                  <a:lnTo>
                    <a:pt x="8507483" y="869910"/>
                  </a:lnTo>
                  <a:lnTo>
                    <a:pt x="8551305" y="815664"/>
                  </a:lnTo>
                  <a:lnTo>
                    <a:pt x="8595189" y="760480"/>
                  </a:lnTo>
                  <a:lnTo>
                    <a:pt x="8639098" y="704968"/>
                  </a:lnTo>
                  <a:lnTo>
                    <a:pt x="8682985" y="649756"/>
                  </a:lnTo>
                  <a:lnTo>
                    <a:pt x="8726810" y="595456"/>
                  </a:lnTo>
                  <a:lnTo>
                    <a:pt x="8770553" y="542638"/>
                  </a:lnTo>
                  <a:lnTo>
                    <a:pt x="8814228" y="491807"/>
                  </a:lnTo>
                  <a:lnTo>
                    <a:pt x="8857893" y="443383"/>
                  </a:lnTo>
                  <a:lnTo>
                    <a:pt x="8901660" y="397690"/>
                  </a:lnTo>
                  <a:lnTo>
                    <a:pt x="8945711" y="354952"/>
                  </a:lnTo>
                  <a:lnTo>
                    <a:pt x="8990304" y="315293"/>
                  </a:lnTo>
                  <a:lnTo>
                    <a:pt x="9035789" y="278745"/>
                  </a:lnTo>
                  <a:lnTo>
                    <a:pt x="9082629" y="245257"/>
                  </a:lnTo>
                  <a:lnTo>
                    <a:pt x="9084767" y="243827"/>
                  </a:lnTo>
                  <a:lnTo>
                    <a:pt x="9131966" y="214431"/>
                  </a:lnTo>
                  <a:lnTo>
                    <a:pt x="9181643" y="187815"/>
                  </a:lnTo>
                  <a:lnTo>
                    <a:pt x="9234544" y="163856"/>
                  </a:lnTo>
                  <a:lnTo>
                    <a:pt x="9291485" y="142333"/>
                  </a:lnTo>
                  <a:lnTo>
                    <a:pt x="9353301" y="122995"/>
                  </a:lnTo>
                  <a:lnTo>
                    <a:pt x="9420789" y="105588"/>
                  </a:lnTo>
                  <a:lnTo>
                    <a:pt x="9494636" y="89884"/>
                  </a:lnTo>
                  <a:lnTo>
                    <a:pt x="9575313" y="75692"/>
                  </a:lnTo>
                  <a:lnTo>
                    <a:pt x="9662944" y="62863"/>
                  </a:lnTo>
                  <a:lnTo>
                    <a:pt x="9757138" y="51294"/>
                  </a:lnTo>
                  <a:lnTo>
                    <a:pt x="9856800" y="40927"/>
                  </a:lnTo>
                  <a:lnTo>
                    <a:pt x="9959967" y="31745"/>
                  </a:lnTo>
                  <a:lnTo>
                    <a:pt x="10063731" y="23761"/>
                  </a:lnTo>
                  <a:lnTo>
                    <a:pt x="10164331" y="17003"/>
                  </a:lnTo>
                  <a:lnTo>
                    <a:pt x="10257474" y="11490"/>
                  </a:lnTo>
                  <a:lnTo>
                    <a:pt x="10338919" y="7209"/>
                  </a:lnTo>
                  <a:lnTo>
                    <a:pt x="10405204" y="4093"/>
                  </a:lnTo>
                  <a:lnTo>
                    <a:pt x="10454359" y="2016"/>
                  </a:lnTo>
                  <a:lnTo>
                    <a:pt x="10486384" y="793"/>
                  </a:lnTo>
                  <a:lnTo>
                    <a:pt x="10503369" y="205"/>
                  </a:lnTo>
                  <a:lnTo>
                    <a:pt x="10509329" y="16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52" name="pl1852"/>
            <p:cNvSpPr/>
            <p:nvPr/>
          </p:nvSpPr>
          <p:spPr>
            <a:xfrm>
              <a:off x="4799595" y="7750416"/>
              <a:ext cx="11981298" cy="2549975"/>
            </a:xfrm>
            <a:custGeom>
              <a:avLst/>
              <a:pathLst>
                <a:path w="11981298" h="2549975">
                  <a:moveTo>
                    <a:pt x="11981298" y="0"/>
                  </a:moveTo>
                  <a:lnTo>
                    <a:pt x="10509911" y="0"/>
                  </a:lnTo>
                  <a:lnTo>
                    <a:pt x="10508699" y="35"/>
                  </a:lnTo>
                  <a:lnTo>
                    <a:pt x="10500744" y="292"/>
                  </a:lnTo>
                  <a:lnTo>
                    <a:pt x="10480729" y="999"/>
                  </a:lnTo>
                  <a:lnTo>
                    <a:pt x="10445040" y="2393"/>
                  </a:lnTo>
                  <a:lnTo>
                    <a:pt x="10392040" y="4685"/>
                  </a:lnTo>
                  <a:lnTo>
                    <a:pt x="10322186" y="8049"/>
                  </a:lnTo>
                  <a:lnTo>
                    <a:pt x="10237829" y="12597"/>
                  </a:lnTo>
                  <a:lnTo>
                    <a:pt x="10142667" y="18384"/>
                  </a:lnTo>
                  <a:lnTo>
                    <a:pt x="10041014" y="25415"/>
                  </a:lnTo>
                  <a:lnTo>
                    <a:pt x="9937085" y="33664"/>
                  </a:lnTo>
                  <a:lnTo>
                    <a:pt x="9834473" y="43108"/>
                  </a:lnTo>
                  <a:lnTo>
                    <a:pt x="9735879" y="53737"/>
                  </a:lnTo>
                  <a:lnTo>
                    <a:pt x="9643063" y="65577"/>
                  </a:lnTo>
                  <a:lnTo>
                    <a:pt x="9556950" y="78695"/>
                  </a:lnTo>
                  <a:lnTo>
                    <a:pt x="9477802" y="93206"/>
                  </a:lnTo>
                  <a:lnTo>
                    <a:pt x="9405406" y="109266"/>
                  </a:lnTo>
                  <a:lnTo>
                    <a:pt x="9339230" y="127078"/>
                  </a:lnTo>
                  <a:lnTo>
                    <a:pt x="9278558" y="146876"/>
                  </a:lnTo>
                  <a:lnTo>
                    <a:pt x="9222579" y="168913"/>
                  </a:lnTo>
                  <a:lnTo>
                    <a:pt x="9170456" y="193441"/>
                  </a:lnTo>
                  <a:lnTo>
                    <a:pt x="9121385" y="220663"/>
                  </a:lnTo>
                  <a:lnTo>
                    <a:pt x="9084767" y="243827"/>
                  </a:lnTo>
                  <a:lnTo>
                    <a:pt x="9037853" y="277181"/>
                  </a:lnTo>
                  <a:lnTo>
                    <a:pt x="8992318" y="313591"/>
                  </a:lnTo>
                  <a:lnTo>
                    <a:pt x="8947694" y="353110"/>
                  </a:lnTo>
                  <a:lnTo>
                    <a:pt x="8903625" y="395713"/>
                  </a:lnTo>
                  <a:lnTo>
                    <a:pt x="8859849" y="441277"/>
                  </a:lnTo>
                  <a:lnTo>
                    <a:pt x="8816183" y="489585"/>
                  </a:lnTo>
                  <a:lnTo>
                    <a:pt x="8772510" y="540316"/>
                  </a:lnTo>
                  <a:lnTo>
                    <a:pt x="8728770" y="593056"/>
                  </a:lnTo>
                  <a:lnTo>
                    <a:pt x="8684949" y="647301"/>
                  </a:lnTo>
                  <a:lnTo>
                    <a:pt x="8641064" y="702486"/>
                  </a:lnTo>
                  <a:lnTo>
                    <a:pt x="8597155" y="757997"/>
                  </a:lnTo>
                  <a:lnTo>
                    <a:pt x="8553268" y="813210"/>
                  </a:lnTo>
                  <a:lnTo>
                    <a:pt x="8509443" y="867510"/>
                  </a:lnTo>
                  <a:lnTo>
                    <a:pt x="8465700" y="920328"/>
                  </a:lnTo>
                  <a:lnTo>
                    <a:pt x="8422025" y="971159"/>
                  </a:lnTo>
                  <a:lnTo>
                    <a:pt x="8378361" y="1019583"/>
                  </a:lnTo>
                  <a:lnTo>
                    <a:pt x="8334593" y="1065275"/>
                  </a:lnTo>
                  <a:lnTo>
                    <a:pt x="8290542" y="1108013"/>
                  </a:lnTo>
                  <a:lnTo>
                    <a:pt x="8245949" y="1147673"/>
                  </a:lnTo>
                  <a:lnTo>
                    <a:pt x="8200464" y="1184221"/>
                  </a:lnTo>
                  <a:lnTo>
                    <a:pt x="8153624" y="1217709"/>
                  </a:lnTo>
                  <a:lnTo>
                    <a:pt x="8151487" y="1219138"/>
                  </a:lnTo>
                  <a:lnTo>
                    <a:pt x="8104287" y="1248535"/>
                  </a:lnTo>
                  <a:lnTo>
                    <a:pt x="8054610" y="1275151"/>
                  </a:lnTo>
                  <a:lnTo>
                    <a:pt x="8001710" y="1299110"/>
                  </a:lnTo>
                  <a:lnTo>
                    <a:pt x="7944769" y="1320632"/>
                  </a:lnTo>
                  <a:lnTo>
                    <a:pt x="7882952" y="1339971"/>
                  </a:lnTo>
                  <a:lnTo>
                    <a:pt x="7815464" y="1357378"/>
                  </a:lnTo>
                  <a:lnTo>
                    <a:pt x="7741617" y="1373082"/>
                  </a:lnTo>
                  <a:lnTo>
                    <a:pt x="7660941" y="1387273"/>
                  </a:lnTo>
                  <a:lnTo>
                    <a:pt x="7573309" y="1400102"/>
                  </a:lnTo>
                  <a:lnTo>
                    <a:pt x="7479115" y="1411671"/>
                  </a:lnTo>
                  <a:lnTo>
                    <a:pt x="7379453" y="1422039"/>
                  </a:lnTo>
                  <a:lnTo>
                    <a:pt x="7276287" y="1431221"/>
                  </a:lnTo>
                  <a:lnTo>
                    <a:pt x="7172522" y="1439205"/>
                  </a:lnTo>
                  <a:lnTo>
                    <a:pt x="7071923" y="1445963"/>
                  </a:lnTo>
                  <a:lnTo>
                    <a:pt x="6978779" y="1451475"/>
                  </a:lnTo>
                  <a:lnTo>
                    <a:pt x="6897334" y="1455756"/>
                  </a:lnTo>
                  <a:lnTo>
                    <a:pt x="6831049" y="1458872"/>
                  </a:lnTo>
                  <a:lnTo>
                    <a:pt x="6781894" y="1460950"/>
                  </a:lnTo>
                  <a:lnTo>
                    <a:pt x="6749870" y="1462173"/>
                  </a:lnTo>
                  <a:lnTo>
                    <a:pt x="6732884" y="1462761"/>
                  </a:lnTo>
                  <a:lnTo>
                    <a:pt x="6726924" y="1462949"/>
                  </a:lnTo>
                  <a:lnTo>
                    <a:pt x="6726343" y="1462966"/>
                  </a:lnTo>
                  <a:lnTo>
                    <a:pt x="5254955" y="1462966"/>
                  </a:lnTo>
                  <a:lnTo>
                    <a:pt x="5253732" y="1462993"/>
                  </a:lnTo>
                  <a:lnTo>
                    <a:pt x="5245703" y="1463185"/>
                  </a:lnTo>
                  <a:lnTo>
                    <a:pt x="5225508" y="1463716"/>
                  </a:lnTo>
                  <a:lnTo>
                    <a:pt x="5189515" y="1464762"/>
                  </a:lnTo>
                  <a:lnTo>
                    <a:pt x="5136092" y="1466481"/>
                  </a:lnTo>
                  <a:lnTo>
                    <a:pt x="5065733" y="1469003"/>
                  </a:lnTo>
                  <a:lnTo>
                    <a:pt x="4980838" y="1472413"/>
                  </a:lnTo>
                  <a:lnTo>
                    <a:pt x="4885164" y="1476749"/>
                  </a:lnTo>
                  <a:lnTo>
                    <a:pt x="4783068" y="1482014"/>
                  </a:lnTo>
                  <a:lnTo>
                    <a:pt x="4678797" y="1488191"/>
                  </a:lnTo>
                  <a:lnTo>
                    <a:pt x="4575954" y="1495260"/>
                  </a:lnTo>
                  <a:lnTo>
                    <a:pt x="4477233" y="1503216"/>
                  </a:lnTo>
                  <a:lnTo>
                    <a:pt x="4384376" y="1512079"/>
                  </a:lnTo>
                  <a:lnTo>
                    <a:pt x="4298288" y="1521900"/>
                  </a:lnTo>
                  <a:lnTo>
                    <a:pt x="4219209" y="1532767"/>
                  </a:lnTo>
                  <a:lnTo>
                    <a:pt x="4146905" y="1544800"/>
                  </a:lnTo>
                  <a:lnTo>
                    <a:pt x="4080829" y="1558151"/>
                  </a:lnTo>
                  <a:lnTo>
                    <a:pt x="4020248" y="1572997"/>
                  </a:lnTo>
                  <a:lnTo>
                    <a:pt x="3964342" y="1589529"/>
                  </a:lnTo>
                  <a:lnTo>
                    <a:pt x="3912266" y="1607933"/>
                  </a:lnTo>
                  <a:lnTo>
                    <a:pt x="3863213" y="1628361"/>
                  </a:lnTo>
                  <a:lnTo>
                    <a:pt x="3829811" y="1644134"/>
                  </a:lnTo>
                  <a:lnTo>
                    <a:pt x="3779724" y="1670706"/>
                  </a:lnTo>
                  <a:lnTo>
                    <a:pt x="3731172" y="1699876"/>
                  </a:lnTo>
                  <a:lnTo>
                    <a:pt x="3683600" y="1731686"/>
                  </a:lnTo>
                  <a:lnTo>
                    <a:pt x="3636593" y="1766098"/>
                  </a:lnTo>
                  <a:lnTo>
                    <a:pt x="3589855" y="1802980"/>
                  </a:lnTo>
                  <a:lnTo>
                    <a:pt x="3543191" y="1842106"/>
                  </a:lnTo>
                  <a:lnTo>
                    <a:pt x="3496483" y="1883152"/>
                  </a:lnTo>
                  <a:lnTo>
                    <a:pt x="3449686" y="1925705"/>
                  </a:lnTo>
                  <a:lnTo>
                    <a:pt x="3402804" y="1969277"/>
                  </a:lnTo>
                  <a:lnTo>
                    <a:pt x="3355876" y="2013326"/>
                  </a:lnTo>
                  <a:lnTo>
                    <a:pt x="3308956" y="2057287"/>
                  </a:lnTo>
                  <a:lnTo>
                    <a:pt x="3262098" y="2100598"/>
                  </a:lnTo>
                  <a:lnTo>
                    <a:pt x="3215330" y="2142731"/>
                  </a:lnTo>
                  <a:lnTo>
                    <a:pt x="3168644" y="2183221"/>
                  </a:lnTo>
                  <a:lnTo>
                    <a:pt x="3121973" y="2221680"/>
                  </a:lnTo>
                  <a:lnTo>
                    <a:pt x="3075177" y="2257814"/>
                  </a:lnTo>
                  <a:lnTo>
                    <a:pt x="3028031" y="2291426"/>
                  </a:lnTo>
                  <a:lnTo>
                    <a:pt x="2980204" y="2322416"/>
                  </a:lnTo>
                  <a:lnTo>
                    <a:pt x="2931243" y="2350770"/>
                  </a:lnTo>
                  <a:lnTo>
                    <a:pt x="2896531" y="2368807"/>
                  </a:lnTo>
                  <a:lnTo>
                    <a:pt x="2849177" y="2390716"/>
                  </a:lnTo>
                  <a:lnTo>
                    <a:pt x="2799326" y="2410545"/>
                  </a:lnTo>
                  <a:lnTo>
                    <a:pt x="2746226" y="2428390"/>
                  </a:lnTo>
                  <a:lnTo>
                    <a:pt x="2689052" y="2444413"/>
                  </a:lnTo>
                  <a:lnTo>
                    <a:pt x="2626960" y="2458806"/>
                  </a:lnTo>
                  <a:lnTo>
                    <a:pt x="2559148" y="2471758"/>
                  </a:lnTo>
                  <a:lnTo>
                    <a:pt x="2484925" y="2483438"/>
                  </a:lnTo>
                  <a:lnTo>
                    <a:pt x="2403821" y="2493991"/>
                  </a:lnTo>
                  <a:lnTo>
                    <a:pt x="2315721" y="2503527"/>
                  </a:lnTo>
                  <a:lnTo>
                    <a:pt x="2221037" y="2512123"/>
                  </a:lnTo>
                  <a:lnTo>
                    <a:pt x="2120900" y="2519821"/>
                  </a:lnTo>
                  <a:lnTo>
                    <a:pt x="2017323" y="2526633"/>
                  </a:lnTo>
                  <a:lnTo>
                    <a:pt x="1913276" y="2532548"/>
                  </a:lnTo>
                  <a:lnTo>
                    <a:pt x="1812588" y="2537545"/>
                  </a:lnTo>
                  <a:lnTo>
                    <a:pt x="1719602" y="2541611"/>
                  </a:lnTo>
                  <a:lnTo>
                    <a:pt x="1638581" y="2544757"/>
                  </a:lnTo>
                  <a:lnTo>
                    <a:pt x="1572960" y="2547036"/>
                  </a:lnTo>
                  <a:lnTo>
                    <a:pt x="1524632" y="2548545"/>
                  </a:lnTo>
                  <a:lnTo>
                    <a:pt x="1493479" y="2549424"/>
                  </a:lnTo>
                  <a:lnTo>
                    <a:pt x="1477267" y="2549839"/>
                  </a:lnTo>
                  <a:lnTo>
                    <a:pt x="1471832" y="2549965"/>
                  </a:lnTo>
                  <a:lnTo>
                    <a:pt x="1471387" y="2549975"/>
                  </a:lnTo>
                  <a:lnTo>
                    <a:pt x="0" y="254997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53" name="pg1853"/>
            <p:cNvSpPr/>
            <p:nvPr/>
          </p:nvSpPr>
          <p:spPr>
            <a:xfrm>
              <a:off x="4799595" y="9131653"/>
              <a:ext cx="11981298" cy="1185084"/>
            </a:xfrm>
            <a:custGeom>
              <a:avLst/>
              <a:pathLst>
                <a:path w="11981298" h="1185084">
                  <a:moveTo>
                    <a:pt x="0" y="1185084"/>
                  </a:moveTo>
                  <a:lnTo>
                    <a:pt x="1471387" y="1185084"/>
                  </a:lnTo>
                  <a:lnTo>
                    <a:pt x="1472611" y="1185058"/>
                  </a:lnTo>
                  <a:lnTo>
                    <a:pt x="1480641" y="1184867"/>
                  </a:lnTo>
                  <a:lnTo>
                    <a:pt x="1500839" y="1184340"/>
                  </a:lnTo>
                  <a:lnTo>
                    <a:pt x="1536838" y="1183302"/>
                  </a:lnTo>
                  <a:lnTo>
                    <a:pt x="1590269" y="1181595"/>
                  </a:lnTo>
                  <a:lnTo>
                    <a:pt x="1660638" y="1179091"/>
                  </a:lnTo>
                  <a:lnTo>
                    <a:pt x="1745542" y="1175707"/>
                  </a:lnTo>
                  <a:lnTo>
                    <a:pt x="1841226" y="1171403"/>
                  </a:lnTo>
                  <a:lnTo>
                    <a:pt x="1943330" y="1166176"/>
                  </a:lnTo>
                  <a:lnTo>
                    <a:pt x="2047607" y="1160045"/>
                  </a:lnTo>
                  <a:lnTo>
                    <a:pt x="2150454" y="1153028"/>
                  </a:lnTo>
                  <a:lnTo>
                    <a:pt x="2249178" y="1145131"/>
                  </a:lnTo>
                  <a:lnTo>
                    <a:pt x="2342035" y="1136334"/>
                  </a:lnTo>
                  <a:lnTo>
                    <a:pt x="2428123" y="1126585"/>
                  </a:lnTo>
                  <a:lnTo>
                    <a:pt x="2507200" y="1115798"/>
                  </a:lnTo>
                  <a:lnTo>
                    <a:pt x="2579503" y="1103854"/>
                  </a:lnTo>
                  <a:lnTo>
                    <a:pt x="2645577" y="1090601"/>
                  </a:lnTo>
                  <a:lnTo>
                    <a:pt x="2706156" y="1075864"/>
                  </a:lnTo>
                  <a:lnTo>
                    <a:pt x="2762061" y="1059454"/>
                  </a:lnTo>
                  <a:lnTo>
                    <a:pt x="2814136" y="1041184"/>
                  </a:lnTo>
                  <a:lnTo>
                    <a:pt x="2863189" y="1020906"/>
                  </a:lnTo>
                  <a:lnTo>
                    <a:pt x="2896531" y="1005278"/>
                  </a:lnTo>
                  <a:lnTo>
                    <a:pt x="2946688" y="978868"/>
                  </a:lnTo>
                  <a:lnTo>
                    <a:pt x="2995305" y="949870"/>
                  </a:lnTo>
                  <a:lnTo>
                    <a:pt x="3042943" y="918245"/>
                  </a:lnTo>
                  <a:lnTo>
                    <a:pt x="3090014" y="884032"/>
                  </a:lnTo>
                  <a:lnTo>
                    <a:pt x="3136817" y="847360"/>
                  </a:lnTo>
                  <a:lnTo>
                    <a:pt x="3183547" y="808457"/>
                  </a:lnTo>
                  <a:lnTo>
                    <a:pt x="3230321" y="767646"/>
                  </a:lnTo>
                  <a:lnTo>
                    <a:pt x="3277186" y="725340"/>
                  </a:lnTo>
                  <a:lnTo>
                    <a:pt x="3324135" y="682026"/>
                  </a:lnTo>
                  <a:lnTo>
                    <a:pt x="3371130" y="638244"/>
                  </a:lnTo>
                  <a:lnTo>
                    <a:pt x="3418115" y="594557"/>
                  </a:lnTo>
                  <a:lnTo>
                    <a:pt x="3465039" y="551527"/>
                  </a:lnTo>
                  <a:lnTo>
                    <a:pt x="3511870" y="509676"/>
                  </a:lnTo>
                  <a:lnTo>
                    <a:pt x="3558622" y="469469"/>
                  </a:lnTo>
                  <a:lnTo>
                    <a:pt x="3605360" y="431290"/>
                  </a:lnTo>
                  <a:lnTo>
                    <a:pt x="3652227" y="395430"/>
                  </a:lnTo>
                  <a:lnTo>
                    <a:pt x="3699451" y="362083"/>
                  </a:lnTo>
                  <a:lnTo>
                    <a:pt x="3747368" y="331348"/>
                  </a:lnTo>
                  <a:lnTo>
                    <a:pt x="3796436" y="303235"/>
                  </a:lnTo>
                  <a:lnTo>
                    <a:pt x="3829811" y="286054"/>
                  </a:lnTo>
                  <a:lnTo>
                    <a:pt x="3877168" y="264309"/>
                  </a:lnTo>
                  <a:lnTo>
                    <a:pt x="3927022" y="244627"/>
                  </a:lnTo>
                  <a:lnTo>
                    <a:pt x="3980126" y="226917"/>
                  </a:lnTo>
                  <a:lnTo>
                    <a:pt x="4037304" y="211013"/>
                  </a:lnTo>
                  <a:lnTo>
                    <a:pt x="4099401" y="196728"/>
                  </a:lnTo>
                  <a:lnTo>
                    <a:pt x="4167220" y="183873"/>
                  </a:lnTo>
                  <a:lnTo>
                    <a:pt x="4241449" y="172280"/>
                  </a:lnTo>
                  <a:lnTo>
                    <a:pt x="4322561" y="161807"/>
                  </a:lnTo>
                  <a:lnTo>
                    <a:pt x="4410671" y="152342"/>
                  </a:lnTo>
                  <a:lnTo>
                    <a:pt x="4505364" y="143811"/>
                  </a:lnTo>
                  <a:lnTo>
                    <a:pt x="4605509" y="136171"/>
                  </a:lnTo>
                  <a:lnTo>
                    <a:pt x="4709094" y="129411"/>
                  </a:lnTo>
                  <a:lnTo>
                    <a:pt x="4813146" y="123540"/>
                  </a:lnTo>
                  <a:lnTo>
                    <a:pt x="4913835" y="118581"/>
                  </a:lnTo>
                  <a:lnTo>
                    <a:pt x="5006819" y="114546"/>
                  </a:lnTo>
                  <a:lnTo>
                    <a:pt x="5087832" y="111424"/>
                  </a:lnTo>
                  <a:lnTo>
                    <a:pt x="5153440" y="109163"/>
                  </a:lnTo>
                  <a:lnTo>
                    <a:pt x="5201753" y="107666"/>
                  </a:lnTo>
                  <a:lnTo>
                    <a:pt x="5232889" y="106795"/>
                  </a:lnTo>
                  <a:lnTo>
                    <a:pt x="5249087" y="106383"/>
                  </a:lnTo>
                  <a:lnTo>
                    <a:pt x="5254512" y="106258"/>
                  </a:lnTo>
                  <a:lnTo>
                    <a:pt x="5254955" y="106248"/>
                  </a:lnTo>
                  <a:lnTo>
                    <a:pt x="6726343" y="106248"/>
                  </a:lnTo>
                  <a:lnTo>
                    <a:pt x="6727580" y="106246"/>
                  </a:lnTo>
                  <a:lnTo>
                    <a:pt x="6735702" y="106228"/>
                  </a:lnTo>
                  <a:lnTo>
                    <a:pt x="6756121" y="106180"/>
                  </a:lnTo>
                  <a:lnTo>
                    <a:pt x="6792496" y="106085"/>
                  </a:lnTo>
                  <a:lnTo>
                    <a:pt x="6846447" y="105928"/>
                  </a:lnTo>
                  <a:lnTo>
                    <a:pt x="6917437" y="105697"/>
                  </a:lnTo>
                  <a:lnTo>
                    <a:pt x="7003000" y="105386"/>
                  </a:lnTo>
                  <a:lnTo>
                    <a:pt x="7099312" y="104991"/>
                  </a:lnTo>
                  <a:lnTo>
                    <a:pt x="7201953" y="104511"/>
                  </a:lnTo>
                  <a:lnTo>
                    <a:pt x="7306645" y="103949"/>
                  </a:lnTo>
                  <a:lnTo>
                    <a:pt x="7409771" y="103305"/>
                  </a:lnTo>
                  <a:lnTo>
                    <a:pt x="7508646" y="102581"/>
                  </a:lnTo>
                  <a:lnTo>
                    <a:pt x="7601550" y="101774"/>
                  </a:lnTo>
                  <a:lnTo>
                    <a:pt x="7687603" y="100879"/>
                  </a:lnTo>
                  <a:lnTo>
                    <a:pt x="7766594" y="99889"/>
                  </a:lnTo>
                  <a:lnTo>
                    <a:pt x="7838782" y="98792"/>
                  </a:lnTo>
                  <a:lnTo>
                    <a:pt x="7904735" y="97574"/>
                  </a:lnTo>
                  <a:lnTo>
                    <a:pt x="7965203" y="96219"/>
                  </a:lnTo>
                  <a:lnTo>
                    <a:pt x="8021020" y="94710"/>
                  </a:lnTo>
                  <a:lnTo>
                    <a:pt x="8073039" y="93029"/>
                  </a:lnTo>
                  <a:lnTo>
                    <a:pt x="8122075" y="91163"/>
                  </a:lnTo>
                  <a:lnTo>
                    <a:pt x="8151487" y="89902"/>
                  </a:lnTo>
                  <a:lnTo>
                    <a:pt x="8207656" y="87192"/>
                  </a:lnTo>
                  <a:lnTo>
                    <a:pt x="8261979" y="84185"/>
                  </a:lnTo>
                  <a:lnTo>
                    <a:pt x="8315207" y="80877"/>
                  </a:lnTo>
                  <a:lnTo>
                    <a:pt x="8367872" y="77277"/>
                  </a:lnTo>
                  <a:lnTo>
                    <a:pt x="8420332" y="73407"/>
                  </a:lnTo>
                  <a:lnTo>
                    <a:pt x="8472799" y="69304"/>
                  </a:lnTo>
                  <a:lnTo>
                    <a:pt x="8525369" y="65016"/>
                  </a:lnTo>
                  <a:lnTo>
                    <a:pt x="8578050" y="60604"/>
                  </a:lnTo>
                  <a:lnTo>
                    <a:pt x="8630790" y="56137"/>
                  </a:lnTo>
                  <a:lnTo>
                    <a:pt x="8683510" y="51688"/>
                  </a:lnTo>
                  <a:lnTo>
                    <a:pt x="8736141" y="47327"/>
                  </a:lnTo>
                  <a:lnTo>
                    <a:pt x="8788656" y="43121"/>
                  </a:lnTo>
                  <a:lnTo>
                    <a:pt x="8841101" y="39124"/>
                  </a:lnTo>
                  <a:lnTo>
                    <a:pt x="8893625" y="35380"/>
                  </a:lnTo>
                  <a:lnTo>
                    <a:pt x="8946506" y="31919"/>
                  </a:lnTo>
                  <a:lnTo>
                    <a:pt x="9000181" y="28755"/>
                  </a:lnTo>
                  <a:lnTo>
                    <a:pt x="9055281" y="25891"/>
                  </a:lnTo>
                  <a:lnTo>
                    <a:pt x="9084767" y="24518"/>
                  </a:lnTo>
                  <a:lnTo>
                    <a:pt x="9132314" y="22534"/>
                  </a:lnTo>
                  <a:lnTo>
                    <a:pt x="9182380" y="20739"/>
                  </a:lnTo>
                  <a:lnTo>
                    <a:pt x="9235729" y="19124"/>
                  </a:lnTo>
                  <a:lnTo>
                    <a:pt x="9293194" y="17675"/>
                  </a:lnTo>
                  <a:lnTo>
                    <a:pt x="9355629" y="16374"/>
                  </a:lnTo>
                  <a:lnTo>
                    <a:pt x="9423846" y="15203"/>
                  </a:lnTo>
                  <a:lnTo>
                    <a:pt x="9498539" y="14148"/>
                  </a:lnTo>
                  <a:lnTo>
                    <a:pt x="9580176" y="13195"/>
                  </a:lnTo>
                  <a:lnTo>
                    <a:pt x="9668862" y="12334"/>
                  </a:lnTo>
                  <a:lnTo>
                    <a:pt x="9764155" y="11559"/>
                  </a:lnTo>
                  <a:lnTo>
                    <a:pt x="9864882" y="10865"/>
                  </a:lnTo>
                  <a:lnTo>
                    <a:pt x="9968964" y="10251"/>
                  </a:lnTo>
                  <a:lnTo>
                    <a:pt x="10073353" y="9719"/>
                  </a:lnTo>
                  <a:lnTo>
                    <a:pt x="10174138" y="9271"/>
                  </a:lnTo>
                  <a:lnTo>
                    <a:pt x="10266912" y="8908"/>
                  </a:lnTo>
                  <a:lnTo>
                    <a:pt x="10347387" y="8628"/>
                  </a:lnTo>
                  <a:lnTo>
                    <a:pt x="10412166" y="8426"/>
                  </a:lnTo>
                  <a:lnTo>
                    <a:pt x="10459456" y="8294"/>
                  </a:lnTo>
                  <a:lnTo>
                    <a:pt x="10489527" y="8218"/>
                  </a:lnTo>
                  <a:lnTo>
                    <a:pt x="10504792" y="8183"/>
                  </a:lnTo>
                  <a:lnTo>
                    <a:pt x="10509603" y="8173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8673" y="2"/>
                  </a:lnTo>
                  <a:lnTo>
                    <a:pt x="10500552" y="20"/>
                  </a:lnTo>
                  <a:lnTo>
                    <a:pt x="10480132" y="68"/>
                  </a:lnTo>
                  <a:lnTo>
                    <a:pt x="10443757" y="163"/>
                  </a:lnTo>
                  <a:lnTo>
                    <a:pt x="10389807" y="320"/>
                  </a:lnTo>
                  <a:lnTo>
                    <a:pt x="10318816" y="551"/>
                  </a:lnTo>
                  <a:lnTo>
                    <a:pt x="10233253" y="862"/>
                  </a:lnTo>
                  <a:lnTo>
                    <a:pt x="10136942" y="1257"/>
                  </a:lnTo>
                  <a:lnTo>
                    <a:pt x="10034300" y="1737"/>
                  </a:lnTo>
                  <a:lnTo>
                    <a:pt x="9929609" y="2299"/>
                  </a:lnTo>
                  <a:lnTo>
                    <a:pt x="9826483" y="2943"/>
                  </a:lnTo>
                  <a:lnTo>
                    <a:pt x="9727607" y="3667"/>
                  </a:lnTo>
                  <a:lnTo>
                    <a:pt x="9634704" y="4474"/>
                  </a:lnTo>
                  <a:lnTo>
                    <a:pt x="9548650" y="5369"/>
                  </a:lnTo>
                  <a:lnTo>
                    <a:pt x="9469659" y="6359"/>
                  </a:lnTo>
                  <a:lnTo>
                    <a:pt x="9397471" y="7456"/>
                  </a:lnTo>
                  <a:lnTo>
                    <a:pt x="9331518" y="8674"/>
                  </a:lnTo>
                  <a:lnTo>
                    <a:pt x="9271050" y="10029"/>
                  </a:lnTo>
                  <a:lnTo>
                    <a:pt x="9215233" y="11538"/>
                  </a:lnTo>
                  <a:lnTo>
                    <a:pt x="9163214" y="13219"/>
                  </a:lnTo>
                  <a:lnTo>
                    <a:pt x="9114179" y="15085"/>
                  </a:lnTo>
                  <a:lnTo>
                    <a:pt x="9084767" y="16345"/>
                  </a:lnTo>
                  <a:lnTo>
                    <a:pt x="9028597" y="19056"/>
                  </a:lnTo>
                  <a:lnTo>
                    <a:pt x="8974274" y="22063"/>
                  </a:lnTo>
                  <a:lnTo>
                    <a:pt x="8921046" y="25371"/>
                  </a:lnTo>
                  <a:lnTo>
                    <a:pt x="8868381" y="28971"/>
                  </a:lnTo>
                  <a:lnTo>
                    <a:pt x="8815921" y="32841"/>
                  </a:lnTo>
                  <a:lnTo>
                    <a:pt x="8763454" y="36944"/>
                  </a:lnTo>
                  <a:lnTo>
                    <a:pt x="8710884" y="41232"/>
                  </a:lnTo>
                  <a:lnTo>
                    <a:pt x="8658203" y="45644"/>
                  </a:lnTo>
                  <a:lnTo>
                    <a:pt x="8605464" y="50111"/>
                  </a:lnTo>
                  <a:lnTo>
                    <a:pt x="8552743" y="54560"/>
                  </a:lnTo>
                  <a:lnTo>
                    <a:pt x="8500112" y="58921"/>
                  </a:lnTo>
                  <a:lnTo>
                    <a:pt x="8447597" y="63127"/>
                  </a:lnTo>
                  <a:lnTo>
                    <a:pt x="8395152" y="67124"/>
                  </a:lnTo>
                  <a:lnTo>
                    <a:pt x="8342628" y="70868"/>
                  </a:lnTo>
                  <a:lnTo>
                    <a:pt x="8289747" y="74329"/>
                  </a:lnTo>
                  <a:lnTo>
                    <a:pt x="8236072" y="77493"/>
                  </a:lnTo>
                  <a:lnTo>
                    <a:pt x="8180972" y="80357"/>
                  </a:lnTo>
                  <a:lnTo>
                    <a:pt x="8151487" y="81729"/>
                  </a:lnTo>
                  <a:lnTo>
                    <a:pt x="8103939" y="83714"/>
                  </a:lnTo>
                  <a:lnTo>
                    <a:pt x="8053873" y="85509"/>
                  </a:lnTo>
                  <a:lnTo>
                    <a:pt x="8000524" y="87124"/>
                  </a:lnTo>
                  <a:lnTo>
                    <a:pt x="7943059" y="88573"/>
                  </a:lnTo>
                  <a:lnTo>
                    <a:pt x="7880624" y="89874"/>
                  </a:lnTo>
                  <a:lnTo>
                    <a:pt x="7812407" y="91045"/>
                  </a:lnTo>
                  <a:lnTo>
                    <a:pt x="7737714" y="92100"/>
                  </a:lnTo>
                  <a:lnTo>
                    <a:pt x="7656077" y="93053"/>
                  </a:lnTo>
                  <a:lnTo>
                    <a:pt x="7567391" y="93914"/>
                  </a:lnTo>
                  <a:lnTo>
                    <a:pt x="7472098" y="94689"/>
                  </a:lnTo>
                  <a:lnTo>
                    <a:pt x="7371372" y="95383"/>
                  </a:lnTo>
                  <a:lnTo>
                    <a:pt x="7267289" y="95997"/>
                  </a:lnTo>
                  <a:lnTo>
                    <a:pt x="7162900" y="96528"/>
                  </a:lnTo>
                  <a:lnTo>
                    <a:pt x="7062115" y="96977"/>
                  </a:lnTo>
                  <a:lnTo>
                    <a:pt x="6969341" y="97340"/>
                  </a:lnTo>
                  <a:lnTo>
                    <a:pt x="6888866" y="97620"/>
                  </a:lnTo>
                  <a:lnTo>
                    <a:pt x="6824087" y="97822"/>
                  </a:lnTo>
                  <a:lnTo>
                    <a:pt x="6776797" y="97954"/>
                  </a:lnTo>
                  <a:lnTo>
                    <a:pt x="6746727" y="98030"/>
                  </a:lnTo>
                  <a:lnTo>
                    <a:pt x="6731461" y="98065"/>
                  </a:lnTo>
                  <a:lnTo>
                    <a:pt x="6726650" y="98075"/>
                  </a:lnTo>
                  <a:lnTo>
                    <a:pt x="6726343" y="98075"/>
                  </a:lnTo>
                  <a:lnTo>
                    <a:pt x="5254955" y="98075"/>
                  </a:lnTo>
                  <a:lnTo>
                    <a:pt x="5253732" y="98102"/>
                  </a:lnTo>
                  <a:lnTo>
                    <a:pt x="5245701" y="98293"/>
                  </a:lnTo>
                  <a:lnTo>
                    <a:pt x="5225503" y="98820"/>
                  </a:lnTo>
                  <a:lnTo>
                    <a:pt x="5189504" y="99858"/>
                  </a:lnTo>
                  <a:lnTo>
                    <a:pt x="5136073" y="101565"/>
                  </a:lnTo>
                  <a:lnTo>
                    <a:pt x="5065705" y="104068"/>
                  </a:lnTo>
                  <a:lnTo>
                    <a:pt x="4980800" y="107453"/>
                  </a:lnTo>
                  <a:lnTo>
                    <a:pt x="4885116" y="111757"/>
                  </a:lnTo>
                  <a:lnTo>
                    <a:pt x="4783013" y="116984"/>
                  </a:lnTo>
                  <a:lnTo>
                    <a:pt x="4678735" y="123115"/>
                  </a:lnTo>
                  <a:lnTo>
                    <a:pt x="4575888" y="130132"/>
                  </a:lnTo>
                  <a:lnTo>
                    <a:pt x="4477164" y="138029"/>
                  </a:lnTo>
                  <a:lnTo>
                    <a:pt x="4384307" y="146826"/>
                  </a:lnTo>
                  <a:lnTo>
                    <a:pt x="4298219" y="156575"/>
                  </a:lnTo>
                  <a:lnTo>
                    <a:pt x="4219142" y="167362"/>
                  </a:lnTo>
                  <a:lnTo>
                    <a:pt x="4146839" y="179306"/>
                  </a:lnTo>
                  <a:lnTo>
                    <a:pt x="4080765" y="192559"/>
                  </a:lnTo>
                  <a:lnTo>
                    <a:pt x="4020186" y="207295"/>
                  </a:lnTo>
                  <a:lnTo>
                    <a:pt x="3964281" y="223706"/>
                  </a:lnTo>
                  <a:lnTo>
                    <a:pt x="3912206" y="241976"/>
                  </a:lnTo>
                  <a:lnTo>
                    <a:pt x="3863153" y="262253"/>
                  </a:lnTo>
                  <a:lnTo>
                    <a:pt x="3829811" y="277881"/>
                  </a:lnTo>
                  <a:lnTo>
                    <a:pt x="3779654" y="304292"/>
                  </a:lnTo>
                  <a:lnTo>
                    <a:pt x="3731037" y="333289"/>
                  </a:lnTo>
                  <a:lnTo>
                    <a:pt x="3683399" y="364914"/>
                  </a:lnTo>
                  <a:lnTo>
                    <a:pt x="3636328" y="399128"/>
                  </a:lnTo>
                  <a:lnTo>
                    <a:pt x="3589525" y="435800"/>
                  </a:lnTo>
                  <a:lnTo>
                    <a:pt x="3542795" y="474703"/>
                  </a:lnTo>
                  <a:lnTo>
                    <a:pt x="3496021" y="515514"/>
                  </a:lnTo>
                  <a:lnTo>
                    <a:pt x="3449157" y="557820"/>
                  </a:lnTo>
                  <a:lnTo>
                    <a:pt x="3402207" y="601134"/>
                  </a:lnTo>
                  <a:lnTo>
                    <a:pt x="3355212" y="644916"/>
                  </a:lnTo>
                  <a:lnTo>
                    <a:pt x="3308227" y="688602"/>
                  </a:lnTo>
                  <a:lnTo>
                    <a:pt x="3261303" y="731633"/>
                  </a:lnTo>
                  <a:lnTo>
                    <a:pt x="3214472" y="773484"/>
                  </a:lnTo>
                  <a:lnTo>
                    <a:pt x="3167721" y="813691"/>
                  </a:lnTo>
                  <a:lnTo>
                    <a:pt x="3120982" y="851870"/>
                  </a:lnTo>
                  <a:lnTo>
                    <a:pt x="3074115" y="887730"/>
                  </a:lnTo>
                  <a:lnTo>
                    <a:pt x="3026891" y="921076"/>
                  </a:lnTo>
                  <a:lnTo>
                    <a:pt x="2978975" y="951812"/>
                  </a:lnTo>
                  <a:lnTo>
                    <a:pt x="2929907" y="979924"/>
                  </a:lnTo>
                  <a:lnTo>
                    <a:pt x="2896531" y="997105"/>
                  </a:lnTo>
                  <a:lnTo>
                    <a:pt x="2849174" y="1018851"/>
                  </a:lnTo>
                  <a:lnTo>
                    <a:pt x="2799320" y="1038532"/>
                  </a:lnTo>
                  <a:lnTo>
                    <a:pt x="2746216" y="1056243"/>
                  </a:lnTo>
                  <a:lnTo>
                    <a:pt x="2689038" y="1072146"/>
                  </a:lnTo>
                  <a:lnTo>
                    <a:pt x="2626941" y="1086432"/>
                  </a:lnTo>
                  <a:lnTo>
                    <a:pt x="2559122" y="1099286"/>
                  </a:lnTo>
                  <a:lnTo>
                    <a:pt x="2484893" y="1110879"/>
                  </a:lnTo>
                  <a:lnTo>
                    <a:pt x="2403781" y="1121353"/>
                  </a:lnTo>
                  <a:lnTo>
                    <a:pt x="2315671" y="1130818"/>
                  </a:lnTo>
                  <a:lnTo>
                    <a:pt x="2220978" y="1139349"/>
                  </a:lnTo>
                  <a:lnTo>
                    <a:pt x="2120833" y="1146989"/>
                  </a:lnTo>
                  <a:lnTo>
                    <a:pt x="2017248" y="1153749"/>
                  </a:lnTo>
                  <a:lnTo>
                    <a:pt x="1913196" y="1159619"/>
                  </a:lnTo>
                  <a:lnTo>
                    <a:pt x="1812507" y="1164578"/>
                  </a:lnTo>
                  <a:lnTo>
                    <a:pt x="1719523" y="1168613"/>
                  </a:lnTo>
                  <a:lnTo>
                    <a:pt x="1638510" y="1171735"/>
                  </a:lnTo>
                  <a:lnTo>
                    <a:pt x="1572902" y="1173996"/>
                  </a:lnTo>
                  <a:lnTo>
                    <a:pt x="1524589" y="1175494"/>
                  </a:lnTo>
                  <a:lnTo>
                    <a:pt x="1493453" y="1176365"/>
                  </a:lnTo>
                  <a:lnTo>
                    <a:pt x="1477255" y="1176776"/>
                  </a:lnTo>
                  <a:lnTo>
                    <a:pt x="1471830" y="1176902"/>
                  </a:lnTo>
                  <a:lnTo>
                    <a:pt x="1471387" y="1176911"/>
                  </a:lnTo>
                  <a:lnTo>
                    <a:pt x="0" y="1176911"/>
                  </a:lnTo>
                  <a:close/>
                </a:path>
              </a:pathLst>
            </a:custGeom>
            <a:solidFill>
              <a:srgbClr val="6FA8DC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854" name="pl1854"/>
            <p:cNvSpPr/>
            <p:nvPr/>
          </p:nvSpPr>
          <p:spPr>
            <a:xfrm>
              <a:off x="4799595" y="9139826"/>
              <a:ext cx="11981298" cy="1176911"/>
            </a:xfrm>
            <a:custGeom>
              <a:avLst/>
              <a:pathLst>
                <a:path w="11981298" h="1176911">
                  <a:moveTo>
                    <a:pt x="0" y="1176911"/>
                  </a:moveTo>
                  <a:lnTo>
                    <a:pt x="1471387" y="1176911"/>
                  </a:lnTo>
                  <a:lnTo>
                    <a:pt x="1472611" y="1176885"/>
                  </a:lnTo>
                  <a:lnTo>
                    <a:pt x="1480641" y="1176694"/>
                  </a:lnTo>
                  <a:lnTo>
                    <a:pt x="1500839" y="1176167"/>
                  </a:lnTo>
                  <a:lnTo>
                    <a:pt x="1536838" y="1175129"/>
                  </a:lnTo>
                  <a:lnTo>
                    <a:pt x="1590269" y="1173422"/>
                  </a:lnTo>
                  <a:lnTo>
                    <a:pt x="1660638" y="1170918"/>
                  </a:lnTo>
                  <a:lnTo>
                    <a:pt x="1745542" y="1167534"/>
                  </a:lnTo>
                  <a:lnTo>
                    <a:pt x="1841226" y="1163230"/>
                  </a:lnTo>
                  <a:lnTo>
                    <a:pt x="1943330" y="1158003"/>
                  </a:lnTo>
                  <a:lnTo>
                    <a:pt x="2047607" y="1151872"/>
                  </a:lnTo>
                  <a:lnTo>
                    <a:pt x="2150454" y="1144855"/>
                  </a:lnTo>
                  <a:lnTo>
                    <a:pt x="2249178" y="1136958"/>
                  </a:lnTo>
                  <a:lnTo>
                    <a:pt x="2342035" y="1128161"/>
                  </a:lnTo>
                  <a:lnTo>
                    <a:pt x="2428123" y="1118412"/>
                  </a:lnTo>
                  <a:lnTo>
                    <a:pt x="2507200" y="1107625"/>
                  </a:lnTo>
                  <a:lnTo>
                    <a:pt x="2579503" y="1095681"/>
                  </a:lnTo>
                  <a:lnTo>
                    <a:pt x="2645577" y="1082428"/>
                  </a:lnTo>
                  <a:lnTo>
                    <a:pt x="2706156" y="1067691"/>
                  </a:lnTo>
                  <a:lnTo>
                    <a:pt x="2762061" y="1051281"/>
                  </a:lnTo>
                  <a:lnTo>
                    <a:pt x="2814136" y="1033011"/>
                  </a:lnTo>
                  <a:lnTo>
                    <a:pt x="2863189" y="1012733"/>
                  </a:lnTo>
                  <a:lnTo>
                    <a:pt x="2896531" y="997105"/>
                  </a:lnTo>
                  <a:lnTo>
                    <a:pt x="2946688" y="970695"/>
                  </a:lnTo>
                  <a:lnTo>
                    <a:pt x="2995305" y="941697"/>
                  </a:lnTo>
                  <a:lnTo>
                    <a:pt x="3042943" y="910072"/>
                  </a:lnTo>
                  <a:lnTo>
                    <a:pt x="3090014" y="875859"/>
                  </a:lnTo>
                  <a:lnTo>
                    <a:pt x="3136817" y="839187"/>
                  </a:lnTo>
                  <a:lnTo>
                    <a:pt x="3183547" y="800284"/>
                  </a:lnTo>
                  <a:lnTo>
                    <a:pt x="3230321" y="759473"/>
                  </a:lnTo>
                  <a:lnTo>
                    <a:pt x="3277186" y="717167"/>
                  </a:lnTo>
                  <a:lnTo>
                    <a:pt x="3324135" y="673853"/>
                  </a:lnTo>
                  <a:lnTo>
                    <a:pt x="3371130" y="630071"/>
                  </a:lnTo>
                  <a:lnTo>
                    <a:pt x="3418115" y="586384"/>
                  </a:lnTo>
                  <a:lnTo>
                    <a:pt x="3465039" y="543354"/>
                  </a:lnTo>
                  <a:lnTo>
                    <a:pt x="3511870" y="501503"/>
                  </a:lnTo>
                  <a:lnTo>
                    <a:pt x="3558622" y="461296"/>
                  </a:lnTo>
                  <a:lnTo>
                    <a:pt x="3605360" y="423117"/>
                  </a:lnTo>
                  <a:lnTo>
                    <a:pt x="3652227" y="387257"/>
                  </a:lnTo>
                  <a:lnTo>
                    <a:pt x="3699451" y="353910"/>
                  </a:lnTo>
                  <a:lnTo>
                    <a:pt x="3747368" y="323175"/>
                  </a:lnTo>
                  <a:lnTo>
                    <a:pt x="3796436" y="295062"/>
                  </a:lnTo>
                  <a:lnTo>
                    <a:pt x="3829811" y="277881"/>
                  </a:lnTo>
                  <a:lnTo>
                    <a:pt x="3877168" y="256136"/>
                  </a:lnTo>
                  <a:lnTo>
                    <a:pt x="3927022" y="236454"/>
                  </a:lnTo>
                  <a:lnTo>
                    <a:pt x="3980126" y="218744"/>
                  </a:lnTo>
                  <a:lnTo>
                    <a:pt x="4037304" y="202840"/>
                  </a:lnTo>
                  <a:lnTo>
                    <a:pt x="4099401" y="188555"/>
                  </a:lnTo>
                  <a:lnTo>
                    <a:pt x="4167220" y="175700"/>
                  </a:lnTo>
                  <a:lnTo>
                    <a:pt x="4241449" y="164107"/>
                  </a:lnTo>
                  <a:lnTo>
                    <a:pt x="4322561" y="153634"/>
                  </a:lnTo>
                  <a:lnTo>
                    <a:pt x="4410671" y="144169"/>
                  </a:lnTo>
                  <a:lnTo>
                    <a:pt x="4505364" y="135638"/>
                  </a:lnTo>
                  <a:lnTo>
                    <a:pt x="4605509" y="127998"/>
                  </a:lnTo>
                  <a:lnTo>
                    <a:pt x="4709094" y="121238"/>
                  </a:lnTo>
                  <a:lnTo>
                    <a:pt x="4813146" y="115367"/>
                  </a:lnTo>
                  <a:lnTo>
                    <a:pt x="4913835" y="110408"/>
                  </a:lnTo>
                  <a:lnTo>
                    <a:pt x="5006819" y="106373"/>
                  </a:lnTo>
                  <a:lnTo>
                    <a:pt x="5087832" y="103251"/>
                  </a:lnTo>
                  <a:lnTo>
                    <a:pt x="5153440" y="100990"/>
                  </a:lnTo>
                  <a:lnTo>
                    <a:pt x="5201753" y="99493"/>
                  </a:lnTo>
                  <a:lnTo>
                    <a:pt x="5232889" y="98622"/>
                  </a:lnTo>
                  <a:lnTo>
                    <a:pt x="5249087" y="98210"/>
                  </a:lnTo>
                  <a:lnTo>
                    <a:pt x="5254512" y="98085"/>
                  </a:lnTo>
                  <a:lnTo>
                    <a:pt x="5254955" y="98075"/>
                  </a:lnTo>
                  <a:lnTo>
                    <a:pt x="6726343" y="98075"/>
                  </a:lnTo>
                  <a:lnTo>
                    <a:pt x="6727580" y="98073"/>
                  </a:lnTo>
                  <a:lnTo>
                    <a:pt x="6735702" y="98055"/>
                  </a:lnTo>
                  <a:lnTo>
                    <a:pt x="6756121" y="98007"/>
                  </a:lnTo>
                  <a:lnTo>
                    <a:pt x="6792496" y="97912"/>
                  </a:lnTo>
                  <a:lnTo>
                    <a:pt x="6846447" y="97755"/>
                  </a:lnTo>
                  <a:lnTo>
                    <a:pt x="6917437" y="97524"/>
                  </a:lnTo>
                  <a:lnTo>
                    <a:pt x="7003000" y="97213"/>
                  </a:lnTo>
                  <a:lnTo>
                    <a:pt x="7099312" y="96818"/>
                  </a:lnTo>
                  <a:lnTo>
                    <a:pt x="7201953" y="96338"/>
                  </a:lnTo>
                  <a:lnTo>
                    <a:pt x="7306645" y="95776"/>
                  </a:lnTo>
                  <a:lnTo>
                    <a:pt x="7409771" y="95132"/>
                  </a:lnTo>
                  <a:lnTo>
                    <a:pt x="7508646" y="94408"/>
                  </a:lnTo>
                  <a:lnTo>
                    <a:pt x="7601550" y="93601"/>
                  </a:lnTo>
                  <a:lnTo>
                    <a:pt x="7687603" y="92706"/>
                  </a:lnTo>
                  <a:lnTo>
                    <a:pt x="7766594" y="91716"/>
                  </a:lnTo>
                  <a:lnTo>
                    <a:pt x="7838782" y="90619"/>
                  </a:lnTo>
                  <a:lnTo>
                    <a:pt x="7904735" y="89401"/>
                  </a:lnTo>
                  <a:lnTo>
                    <a:pt x="7965203" y="88046"/>
                  </a:lnTo>
                  <a:lnTo>
                    <a:pt x="8021020" y="86537"/>
                  </a:lnTo>
                  <a:lnTo>
                    <a:pt x="8073039" y="84856"/>
                  </a:lnTo>
                  <a:lnTo>
                    <a:pt x="8122075" y="82990"/>
                  </a:lnTo>
                  <a:lnTo>
                    <a:pt x="8151487" y="81729"/>
                  </a:lnTo>
                  <a:lnTo>
                    <a:pt x="8207656" y="79019"/>
                  </a:lnTo>
                  <a:lnTo>
                    <a:pt x="8261979" y="76012"/>
                  </a:lnTo>
                  <a:lnTo>
                    <a:pt x="8315207" y="72704"/>
                  </a:lnTo>
                  <a:lnTo>
                    <a:pt x="8367872" y="69104"/>
                  </a:lnTo>
                  <a:lnTo>
                    <a:pt x="8420332" y="65234"/>
                  </a:lnTo>
                  <a:lnTo>
                    <a:pt x="8472799" y="61131"/>
                  </a:lnTo>
                  <a:lnTo>
                    <a:pt x="8525369" y="56843"/>
                  </a:lnTo>
                  <a:lnTo>
                    <a:pt x="8578050" y="52431"/>
                  </a:lnTo>
                  <a:lnTo>
                    <a:pt x="8630790" y="47964"/>
                  </a:lnTo>
                  <a:lnTo>
                    <a:pt x="8683510" y="43515"/>
                  </a:lnTo>
                  <a:lnTo>
                    <a:pt x="8736141" y="39154"/>
                  </a:lnTo>
                  <a:lnTo>
                    <a:pt x="8788656" y="34948"/>
                  </a:lnTo>
                  <a:lnTo>
                    <a:pt x="8841101" y="30951"/>
                  </a:lnTo>
                  <a:lnTo>
                    <a:pt x="8893625" y="27207"/>
                  </a:lnTo>
                  <a:lnTo>
                    <a:pt x="8946506" y="23746"/>
                  </a:lnTo>
                  <a:lnTo>
                    <a:pt x="9000181" y="20582"/>
                  </a:lnTo>
                  <a:lnTo>
                    <a:pt x="9055281" y="17718"/>
                  </a:lnTo>
                  <a:lnTo>
                    <a:pt x="9084767" y="16345"/>
                  </a:lnTo>
                  <a:lnTo>
                    <a:pt x="9132314" y="14361"/>
                  </a:lnTo>
                  <a:lnTo>
                    <a:pt x="9182380" y="12566"/>
                  </a:lnTo>
                  <a:lnTo>
                    <a:pt x="9235729" y="10951"/>
                  </a:lnTo>
                  <a:lnTo>
                    <a:pt x="9293194" y="9502"/>
                  </a:lnTo>
                  <a:lnTo>
                    <a:pt x="9355629" y="8201"/>
                  </a:lnTo>
                  <a:lnTo>
                    <a:pt x="9423846" y="7030"/>
                  </a:lnTo>
                  <a:lnTo>
                    <a:pt x="9498539" y="5975"/>
                  </a:lnTo>
                  <a:lnTo>
                    <a:pt x="9580176" y="5022"/>
                  </a:lnTo>
                  <a:lnTo>
                    <a:pt x="9668862" y="4161"/>
                  </a:lnTo>
                  <a:lnTo>
                    <a:pt x="9764155" y="3386"/>
                  </a:lnTo>
                  <a:lnTo>
                    <a:pt x="9864882" y="2692"/>
                  </a:lnTo>
                  <a:lnTo>
                    <a:pt x="9968964" y="2078"/>
                  </a:lnTo>
                  <a:lnTo>
                    <a:pt x="10073353" y="1546"/>
                  </a:lnTo>
                  <a:lnTo>
                    <a:pt x="10174138" y="1098"/>
                  </a:lnTo>
                  <a:lnTo>
                    <a:pt x="10266912" y="735"/>
                  </a:lnTo>
                  <a:lnTo>
                    <a:pt x="10347387" y="455"/>
                  </a:lnTo>
                  <a:lnTo>
                    <a:pt x="10412166" y="253"/>
                  </a:lnTo>
                  <a:lnTo>
                    <a:pt x="10459456" y="121"/>
                  </a:lnTo>
                  <a:lnTo>
                    <a:pt x="10489527" y="45"/>
                  </a:lnTo>
                  <a:lnTo>
                    <a:pt x="10504792" y="10"/>
                  </a:lnTo>
                  <a:lnTo>
                    <a:pt x="10509603" y="0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55" name="pl1855"/>
            <p:cNvSpPr/>
            <p:nvPr/>
          </p:nvSpPr>
          <p:spPr>
            <a:xfrm>
              <a:off x="4799595" y="9131653"/>
              <a:ext cx="11981298" cy="1176911"/>
            </a:xfrm>
            <a:custGeom>
              <a:avLst/>
              <a:pathLst>
                <a:path w="11981298" h="1176911">
                  <a:moveTo>
                    <a:pt x="11981298" y="0"/>
                  </a:moveTo>
                  <a:lnTo>
                    <a:pt x="10509911" y="0"/>
                  </a:lnTo>
                  <a:lnTo>
                    <a:pt x="10508673" y="2"/>
                  </a:lnTo>
                  <a:lnTo>
                    <a:pt x="10500552" y="20"/>
                  </a:lnTo>
                  <a:lnTo>
                    <a:pt x="10480132" y="68"/>
                  </a:lnTo>
                  <a:lnTo>
                    <a:pt x="10443757" y="163"/>
                  </a:lnTo>
                  <a:lnTo>
                    <a:pt x="10389807" y="320"/>
                  </a:lnTo>
                  <a:lnTo>
                    <a:pt x="10318816" y="551"/>
                  </a:lnTo>
                  <a:lnTo>
                    <a:pt x="10233253" y="862"/>
                  </a:lnTo>
                  <a:lnTo>
                    <a:pt x="10136942" y="1257"/>
                  </a:lnTo>
                  <a:lnTo>
                    <a:pt x="10034300" y="1737"/>
                  </a:lnTo>
                  <a:lnTo>
                    <a:pt x="9929609" y="2299"/>
                  </a:lnTo>
                  <a:lnTo>
                    <a:pt x="9826483" y="2943"/>
                  </a:lnTo>
                  <a:lnTo>
                    <a:pt x="9727607" y="3667"/>
                  </a:lnTo>
                  <a:lnTo>
                    <a:pt x="9634704" y="4474"/>
                  </a:lnTo>
                  <a:lnTo>
                    <a:pt x="9548650" y="5369"/>
                  </a:lnTo>
                  <a:lnTo>
                    <a:pt x="9469659" y="6359"/>
                  </a:lnTo>
                  <a:lnTo>
                    <a:pt x="9397471" y="7456"/>
                  </a:lnTo>
                  <a:lnTo>
                    <a:pt x="9331518" y="8674"/>
                  </a:lnTo>
                  <a:lnTo>
                    <a:pt x="9271050" y="10029"/>
                  </a:lnTo>
                  <a:lnTo>
                    <a:pt x="9215233" y="11538"/>
                  </a:lnTo>
                  <a:lnTo>
                    <a:pt x="9163214" y="13219"/>
                  </a:lnTo>
                  <a:lnTo>
                    <a:pt x="9114179" y="15085"/>
                  </a:lnTo>
                  <a:lnTo>
                    <a:pt x="9084767" y="16345"/>
                  </a:lnTo>
                  <a:lnTo>
                    <a:pt x="9028597" y="19056"/>
                  </a:lnTo>
                  <a:lnTo>
                    <a:pt x="8974274" y="22063"/>
                  </a:lnTo>
                  <a:lnTo>
                    <a:pt x="8921046" y="25371"/>
                  </a:lnTo>
                  <a:lnTo>
                    <a:pt x="8868381" y="28971"/>
                  </a:lnTo>
                  <a:lnTo>
                    <a:pt x="8815921" y="32841"/>
                  </a:lnTo>
                  <a:lnTo>
                    <a:pt x="8763454" y="36944"/>
                  </a:lnTo>
                  <a:lnTo>
                    <a:pt x="8710884" y="41232"/>
                  </a:lnTo>
                  <a:lnTo>
                    <a:pt x="8658203" y="45644"/>
                  </a:lnTo>
                  <a:lnTo>
                    <a:pt x="8605464" y="50111"/>
                  </a:lnTo>
                  <a:lnTo>
                    <a:pt x="8552743" y="54560"/>
                  </a:lnTo>
                  <a:lnTo>
                    <a:pt x="8500112" y="58921"/>
                  </a:lnTo>
                  <a:lnTo>
                    <a:pt x="8447597" y="63127"/>
                  </a:lnTo>
                  <a:lnTo>
                    <a:pt x="8395152" y="67124"/>
                  </a:lnTo>
                  <a:lnTo>
                    <a:pt x="8342628" y="70868"/>
                  </a:lnTo>
                  <a:lnTo>
                    <a:pt x="8289747" y="74329"/>
                  </a:lnTo>
                  <a:lnTo>
                    <a:pt x="8236072" y="77493"/>
                  </a:lnTo>
                  <a:lnTo>
                    <a:pt x="8180972" y="80357"/>
                  </a:lnTo>
                  <a:lnTo>
                    <a:pt x="8151487" y="81729"/>
                  </a:lnTo>
                  <a:lnTo>
                    <a:pt x="8103939" y="83714"/>
                  </a:lnTo>
                  <a:lnTo>
                    <a:pt x="8053873" y="85509"/>
                  </a:lnTo>
                  <a:lnTo>
                    <a:pt x="8000524" y="87124"/>
                  </a:lnTo>
                  <a:lnTo>
                    <a:pt x="7943059" y="88573"/>
                  </a:lnTo>
                  <a:lnTo>
                    <a:pt x="7880624" y="89874"/>
                  </a:lnTo>
                  <a:lnTo>
                    <a:pt x="7812407" y="91045"/>
                  </a:lnTo>
                  <a:lnTo>
                    <a:pt x="7737714" y="92100"/>
                  </a:lnTo>
                  <a:lnTo>
                    <a:pt x="7656077" y="93053"/>
                  </a:lnTo>
                  <a:lnTo>
                    <a:pt x="7567391" y="93914"/>
                  </a:lnTo>
                  <a:lnTo>
                    <a:pt x="7472098" y="94689"/>
                  </a:lnTo>
                  <a:lnTo>
                    <a:pt x="7371372" y="95383"/>
                  </a:lnTo>
                  <a:lnTo>
                    <a:pt x="7267289" y="95997"/>
                  </a:lnTo>
                  <a:lnTo>
                    <a:pt x="7162900" y="96528"/>
                  </a:lnTo>
                  <a:lnTo>
                    <a:pt x="7062115" y="96977"/>
                  </a:lnTo>
                  <a:lnTo>
                    <a:pt x="6969341" y="97340"/>
                  </a:lnTo>
                  <a:lnTo>
                    <a:pt x="6888866" y="97620"/>
                  </a:lnTo>
                  <a:lnTo>
                    <a:pt x="6824087" y="97822"/>
                  </a:lnTo>
                  <a:lnTo>
                    <a:pt x="6776797" y="97954"/>
                  </a:lnTo>
                  <a:lnTo>
                    <a:pt x="6746727" y="98030"/>
                  </a:lnTo>
                  <a:lnTo>
                    <a:pt x="6731461" y="98065"/>
                  </a:lnTo>
                  <a:lnTo>
                    <a:pt x="6726650" y="98075"/>
                  </a:lnTo>
                  <a:lnTo>
                    <a:pt x="6726343" y="98075"/>
                  </a:lnTo>
                  <a:lnTo>
                    <a:pt x="5254955" y="98075"/>
                  </a:lnTo>
                  <a:lnTo>
                    <a:pt x="5253732" y="98102"/>
                  </a:lnTo>
                  <a:lnTo>
                    <a:pt x="5245701" y="98293"/>
                  </a:lnTo>
                  <a:lnTo>
                    <a:pt x="5225503" y="98820"/>
                  </a:lnTo>
                  <a:lnTo>
                    <a:pt x="5189504" y="99858"/>
                  </a:lnTo>
                  <a:lnTo>
                    <a:pt x="5136073" y="101565"/>
                  </a:lnTo>
                  <a:lnTo>
                    <a:pt x="5065705" y="104068"/>
                  </a:lnTo>
                  <a:lnTo>
                    <a:pt x="4980800" y="107453"/>
                  </a:lnTo>
                  <a:lnTo>
                    <a:pt x="4885116" y="111757"/>
                  </a:lnTo>
                  <a:lnTo>
                    <a:pt x="4783013" y="116984"/>
                  </a:lnTo>
                  <a:lnTo>
                    <a:pt x="4678735" y="123115"/>
                  </a:lnTo>
                  <a:lnTo>
                    <a:pt x="4575888" y="130132"/>
                  </a:lnTo>
                  <a:lnTo>
                    <a:pt x="4477164" y="138029"/>
                  </a:lnTo>
                  <a:lnTo>
                    <a:pt x="4384307" y="146826"/>
                  </a:lnTo>
                  <a:lnTo>
                    <a:pt x="4298219" y="156575"/>
                  </a:lnTo>
                  <a:lnTo>
                    <a:pt x="4219142" y="167362"/>
                  </a:lnTo>
                  <a:lnTo>
                    <a:pt x="4146839" y="179306"/>
                  </a:lnTo>
                  <a:lnTo>
                    <a:pt x="4080765" y="192559"/>
                  </a:lnTo>
                  <a:lnTo>
                    <a:pt x="4020186" y="207295"/>
                  </a:lnTo>
                  <a:lnTo>
                    <a:pt x="3964281" y="223706"/>
                  </a:lnTo>
                  <a:lnTo>
                    <a:pt x="3912206" y="241976"/>
                  </a:lnTo>
                  <a:lnTo>
                    <a:pt x="3863153" y="262253"/>
                  </a:lnTo>
                  <a:lnTo>
                    <a:pt x="3829811" y="277881"/>
                  </a:lnTo>
                  <a:lnTo>
                    <a:pt x="3779654" y="304292"/>
                  </a:lnTo>
                  <a:lnTo>
                    <a:pt x="3731037" y="333289"/>
                  </a:lnTo>
                  <a:lnTo>
                    <a:pt x="3683399" y="364914"/>
                  </a:lnTo>
                  <a:lnTo>
                    <a:pt x="3636328" y="399128"/>
                  </a:lnTo>
                  <a:lnTo>
                    <a:pt x="3589525" y="435800"/>
                  </a:lnTo>
                  <a:lnTo>
                    <a:pt x="3542795" y="474703"/>
                  </a:lnTo>
                  <a:lnTo>
                    <a:pt x="3496021" y="515514"/>
                  </a:lnTo>
                  <a:lnTo>
                    <a:pt x="3449157" y="557820"/>
                  </a:lnTo>
                  <a:lnTo>
                    <a:pt x="3402207" y="601134"/>
                  </a:lnTo>
                  <a:lnTo>
                    <a:pt x="3355212" y="644916"/>
                  </a:lnTo>
                  <a:lnTo>
                    <a:pt x="3308227" y="688602"/>
                  </a:lnTo>
                  <a:lnTo>
                    <a:pt x="3261303" y="731633"/>
                  </a:lnTo>
                  <a:lnTo>
                    <a:pt x="3214472" y="773484"/>
                  </a:lnTo>
                  <a:lnTo>
                    <a:pt x="3167721" y="813691"/>
                  </a:lnTo>
                  <a:lnTo>
                    <a:pt x="3120982" y="851870"/>
                  </a:lnTo>
                  <a:lnTo>
                    <a:pt x="3074115" y="887730"/>
                  </a:lnTo>
                  <a:lnTo>
                    <a:pt x="3026891" y="921076"/>
                  </a:lnTo>
                  <a:lnTo>
                    <a:pt x="2978975" y="951812"/>
                  </a:lnTo>
                  <a:lnTo>
                    <a:pt x="2929907" y="979924"/>
                  </a:lnTo>
                  <a:lnTo>
                    <a:pt x="2896531" y="997105"/>
                  </a:lnTo>
                  <a:lnTo>
                    <a:pt x="2849174" y="1018851"/>
                  </a:lnTo>
                  <a:lnTo>
                    <a:pt x="2799320" y="1038532"/>
                  </a:lnTo>
                  <a:lnTo>
                    <a:pt x="2746216" y="1056243"/>
                  </a:lnTo>
                  <a:lnTo>
                    <a:pt x="2689038" y="1072146"/>
                  </a:lnTo>
                  <a:lnTo>
                    <a:pt x="2626941" y="1086432"/>
                  </a:lnTo>
                  <a:lnTo>
                    <a:pt x="2559122" y="1099286"/>
                  </a:lnTo>
                  <a:lnTo>
                    <a:pt x="2484893" y="1110879"/>
                  </a:lnTo>
                  <a:lnTo>
                    <a:pt x="2403781" y="1121353"/>
                  </a:lnTo>
                  <a:lnTo>
                    <a:pt x="2315671" y="1130818"/>
                  </a:lnTo>
                  <a:lnTo>
                    <a:pt x="2220978" y="1139349"/>
                  </a:lnTo>
                  <a:lnTo>
                    <a:pt x="2120833" y="1146989"/>
                  </a:lnTo>
                  <a:lnTo>
                    <a:pt x="2017248" y="1153749"/>
                  </a:lnTo>
                  <a:lnTo>
                    <a:pt x="1913196" y="1159619"/>
                  </a:lnTo>
                  <a:lnTo>
                    <a:pt x="1812507" y="1164578"/>
                  </a:lnTo>
                  <a:lnTo>
                    <a:pt x="1719523" y="1168613"/>
                  </a:lnTo>
                  <a:lnTo>
                    <a:pt x="1638510" y="1171735"/>
                  </a:lnTo>
                  <a:lnTo>
                    <a:pt x="1572902" y="1173996"/>
                  </a:lnTo>
                  <a:lnTo>
                    <a:pt x="1524589" y="1175494"/>
                  </a:lnTo>
                  <a:lnTo>
                    <a:pt x="1493453" y="1176365"/>
                  </a:lnTo>
                  <a:lnTo>
                    <a:pt x="1477255" y="1176776"/>
                  </a:lnTo>
                  <a:lnTo>
                    <a:pt x="1471830" y="1176902"/>
                  </a:lnTo>
                  <a:lnTo>
                    <a:pt x="1471387" y="1176911"/>
                  </a:lnTo>
                  <a:lnTo>
                    <a:pt x="0" y="117691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56" name="pg1856"/>
            <p:cNvSpPr/>
            <p:nvPr/>
          </p:nvSpPr>
          <p:spPr>
            <a:xfrm>
              <a:off x="4799595" y="4571120"/>
              <a:ext cx="11981298" cy="5696579"/>
            </a:xfrm>
            <a:custGeom>
              <a:avLst/>
              <a:pathLst>
                <a:path w="11981298" h="5696579">
                  <a:moveTo>
                    <a:pt x="0" y="5696579"/>
                  </a:moveTo>
                  <a:lnTo>
                    <a:pt x="1471387" y="5696579"/>
                  </a:lnTo>
                  <a:lnTo>
                    <a:pt x="1472224" y="5696484"/>
                  </a:lnTo>
                  <a:lnTo>
                    <a:pt x="1477758" y="5695804"/>
                  </a:lnTo>
                  <a:lnTo>
                    <a:pt x="1491830" y="5693925"/>
                  </a:lnTo>
                  <a:lnTo>
                    <a:pt x="1517286" y="5690222"/>
                  </a:lnTo>
                  <a:lnTo>
                    <a:pt x="1555837" y="5684091"/>
                  </a:lnTo>
                  <a:lnTo>
                    <a:pt x="1607929" y="5675007"/>
                  </a:lnTo>
                  <a:lnTo>
                    <a:pt x="1672759" y="5662561"/>
                  </a:lnTo>
                  <a:lnTo>
                    <a:pt x="1748448" y="5646487"/>
                  </a:lnTo>
                  <a:lnTo>
                    <a:pt x="1832372" y="5626661"/>
                  </a:lnTo>
                  <a:lnTo>
                    <a:pt x="1921557" y="5603073"/>
                  </a:lnTo>
                  <a:lnTo>
                    <a:pt x="2013073" y="5575781"/>
                  </a:lnTo>
                  <a:lnTo>
                    <a:pt x="2104321" y="5544859"/>
                  </a:lnTo>
                  <a:lnTo>
                    <a:pt x="2193217" y="5510354"/>
                  </a:lnTo>
                  <a:lnTo>
                    <a:pt x="2278253" y="5472245"/>
                  </a:lnTo>
                  <a:lnTo>
                    <a:pt x="2358468" y="5430422"/>
                  </a:lnTo>
                  <a:lnTo>
                    <a:pt x="2433374" y="5384670"/>
                  </a:lnTo>
                  <a:lnTo>
                    <a:pt x="2502860" y="5334666"/>
                  </a:lnTo>
                  <a:lnTo>
                    <a:pt x="2567089" y="5279980"/>
                  </a:lnTo>
                  <a:lnTo>
                    <a:pt x="2626415" y="5220085"/>
                  </a:lnTo>
                  <a:lnTo>
                    <a:pt x="2681313" y="5154368"/>
                  </a:lnTo>
                  <a:lnTo>
                    <a:pt x="2732329" y="5082160"/>
                  </a:lnTo>
                  <a:lnTo>
                    <a:pt x="2780033" y="5002777"/>
                  </a:lnTo>
                  <a:lnTo>
                    <a:pt x="2824994" y="4915586"/>
                  </a:lnTo>
                  <a:lnTo>
                    <a:pt x="2867750" y="4820116"/>
                  </a:lnTo>
                  <a:lnTo>
                    <a:pt x="2896531" y="4748512"/>
                  </a:lnTo>
                  <a:lnTo>
                    <a:pt x="2924311" y="4673683"/>
                  </a:lnTo>
                  <a:lnTo>
                    <a:pt x="2951537" y="4594801"/>
                  </a:lnTo>
                  <a:lnTo>
                    <a:pt x="2978320" y="4511786"/>
                  </a:lnTo>
                  <a:lnTo>
                    <a:pt x="3004756" y="4424593"/>
                  </a:lnTo>
                  <a:lnTo>
                    <a:pt x="3030927" y="4333214"/>
                  </a:lnTo>
                  <a:lnTo>
                    <a:pt x="3056902" y="4237680"/>
                  </a:lnTo>
                  <a:lnTo>
                    <a:pt x="3082737" y="4138065"/>
                  </a:lnTo>
                  <a:lnTo>
                    <a:pt x="3108481" y="4034489"/>
                  </a:lnTo>
                  <a:lnTo>
                    <a:pt x="3134173" y="3927117"/>
                  </a:lnTo>
                  <a:lnTo>
                    <a:pt x="3159841" y="3816161"/>
                  </a:lnTo>
                  <a:lnTo>
                    <a:pt x="3185509" y="3701882"/>
                  </a:lnTo>
                  <a:lnTo>
                    <a:pt x="3211193" y="3584585"/>
                  </a:lnTo>
                  <a:lnTo>
                    <a:pt x="3236901" y="3464617"/>
                  </a:lnTo>
                  <a:lnTo>
                    <a:pt x="3262638" y="3342367"/>
                  </a:lnTo>
                  <a:lnTo>
                    <a:pt x="3288402" y="3218256"/>
                  </a:lnTo>
                  <a:lnTo>
                    <a:pt x="3314191" y="3092737"/>
                  </a:lnTo>
                  <a:lnTo>
                    <a:pt x="3339998" y="2966284"/>
                  </a:lnTo>
                  <a:lnTo>
                    <a:pt x="3365813" y="2839385"/>
                  </a:lnTo>
                  <a:lnTo>
                    <a:pt x="3391627" y="2712537"/>
                  </a:lnTo>
                  <a:lnTo>
                    <a:pt x="3417430" y="2586235"/>
                  </a:lnTo>
                  <a:lnTo>
                    <a:pt x="3443215" y="2460966"/>
                  </a:lnTo>
                  <a:lnTo>
                    <a:pt x="3468974" y="2337201"/>
                  </a:lnTo>
                  <a:lnTo>
                    <a:pt x="3494705" y="2215384"/>
                  </a:lnTo>
                  <a:lnTo>
                    <a:pt x="3520407" y="2095932"/>
                  </a:lnTo>
                  <a:lnTo>
                    <a:pt x="3546087" y="1979226"/>
                  </a:lnTo>
                  <a:lnTo>
                    <a:pt x="3571753" y="1865604"/>
                  </a:lnTo>
                  <a:lnTo>
                    <a:pt x="3597425" y="1755362"/>
                  </a:lnTo>
                  <a:lnTo>
                    <a:pt x="3623124" y="1648751"/>
                  </a:lnTo>
                  <a:lnTo>
                    <a:pt x="3648884" y="1545973"/>
                  </a:lnTo>
                  <a:lnTo>
                    <a:pt x="3674743" y="1447185"/>
                  </a:lnTo>
                  <a:lnTo>
                    <a:pt x="3700753" y="1352497"/>
                  </a:lnTo>
                  <a:lnTo>
                    <a:pt x="3726972" y="1261973"/>
                  </a:lnTo>
                  <a:lnTo>
                    <a:pt x="3753472" y="1175637"/>
                  </a:lnTo>
                  <a:lnTo>
                    <a:pt x="3780338" y="1093473"/>
                  </a:lnTo>
                  <a:lnTo>
                    <a:pt x="3807667" y="1015428"/>
                  </a:lnTo>
                  <a:lnTo>
                    <a:pt x="3829811" y="956240"/>
                  </a:lnTo>
                  <a:lnTo>
                    <a:pt x="3871318" y="854876"/>
                  </a:lnTo>
                  <a:lnTo>
                    <a:pt x="3914688" y="761944"/>
                  </a:lnTo>
                  <a:lnTo>
                    <a:pt x="3960420" y="677174"/>
                  </a:lnTo>
                  <a:lnTo>
                    <a:pt x="4009064" y="600031"/>
                  </a:lnTo>
                  <a:lnTo>
                    <a:pt x="4061194" y="529859"/>
                  </a:lnTo>
                  <a:lnTo>
                    <a:pt x="4117377" y="465971"/>
                  </a:lnTo>
                  <a:lnTo>
                    <a:pt x="4178139" y="407712"/>
                  </a:lnTo>
                  <a:lnTo>
                    <a:pt x="4243927" y="354493"/>
                  </a:lnTo>
                  <a:lnTo>
                    <a:pt x="4315046" y="305815"/>
                  </a:lnTo>
                  <a:lnTo>
                    <a:pt x="4391585" y="261280"/>
                  </a:lnTo>
                  <a:lnTo>
                    <a:pt x="4473329" y="220598"/>
                  </a:lnTo>
                  <a:lnTo>
                    <a:pt x="4559657" y="183586"/>
                  </a:lnTo>
                  <a:lnTo>
                    <a:pt x="4649450" y="150163"/>
                  </a:lnTo>
                  <a:lnTo>
                    <a:pt x="4741025" y="120332"/>
                  </a:lnTo>
                  <a:lnTo>
                    <a:pt x="4832130" y="94152"/>
                  </a:lnTo>
                  <a:lnTo>
                    <a:pt x="4920042" y="71698"/>
                  </a:lnTo>
                  <a:lnTo>
                    <a:pt x="5001781" y="53012"/>
                  </a:lnTo>
                  <a:lnTo>
                    <a:pt x="5074436" y="38054"/>
                  </a:lnTo>
                  <a:lnTo>
                    <a:pt x="5135569" y="26659"/>
                  </a:lnTo>
                  <a:lnTo>
                    <a:pt x="5183595" y="18517"/>
                  </a:lnTo>
                  <a:lnTo>
                    <a:pt x="5218080" y="13181"/>
                  </a:lnTo>
                  <a:lnTo>
                    <a:pt x="5239859" y="10095"/>
                  </a:lnTo>
                  <a:lnTo>
                    <a:pt x="5251000" y="8645"/>
                  </a:lnTo>
                  <a:lnTo>
                    <a:pt x="5254667" y="8205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454" y="8249"/>
                  </a:lnTo>
                  <a:lnTo>
                    <a:pt x="6734765" y="8792"/>
                  </a:lnTo>
                  <a:lnTo>
                    <a:pt x="6753208" y="10293"/>
                  </a:lnTo>
                  <a:lnTo>
                    <a:pt x="6786216" y="13250"/>
                  </a:lnTo>
                  <a:lnTo>
                    <a:pt x="6835482" y="18122"/>
                  </a:lnTo>
                  <a:lnTo>
                    <a:pt x="6900832" y="25290"/>
                  </a:lnTo>
                  <a:lnTo>
                    <a:pt x="6980358" y="35017"/>
                  </a:lnTo>
                  <a:lnTo>
                    <a:pt x="7070853" y="47438"/>
                  </a:lnTo>
                  <a:lnTo>
                    <a:pt x="7168424" y="62583"/>
                  </a:lnTo>
                  <a:lnTo>
                    <a:pt x="7269133" y="80410"/>
                  </a:lnTo>
                  <a:lnTo>
                    <a:pt x="7369494" y="100861"/>
                  </a:lnTo>
                  <a:lnTo>
                    <a:pt x="7466774" y="123903"/>
                  </a:lnTo>
                  <a:lnTo>
                    <a:pt x="7559081" y="149563"/>
                  </a:lnTo>
                  <a:lnTo>
                    <a:pt x="7645307" y="177950"/>
                  </a:lnTo>
                  <a:lnTo>
                    <a:pt x="7724999" y="209268"/>
                  </a:lnTo>
                  <a:lnTo>
                    <a:pt x="7798191" y="243813"/>
                  </a:lnTo>
                  <a:lnTo>
                    <a:pt x="7865255" y="281973"/>
                  </a:lnTo>
                  <a:lnTo>
                    <a:pt x="7926780" y="324215"/>
                  </a:lnTo>
                  <a:lnTo>
                    <a:pt x="7983475" y="371061"/>
                  </a:lnTo>
                  <a:lnTo>
                    <a:pt x="8036101" y="423058"/>
                  </a:lnTo>
                  <a:lnTo>
                    <a:pt x="8085416" y="480708"/>
                  </a:lnTo>
                  <a:lnTo>
                    <a:pt x="8132135" y="544370"/>
                  </a:lnTo>
                  <a:lnTo>
                    <a:pt x="8151487" y="573472"/>
                  </a:lnTo>
                  <a:lnTo>
                    <a:pt x="8186490" y="630247"/>
                  </a:lnTo>
                  <a:lnTo>
                    <a:pt x="8220657" y="690903"/>
                  </a:lnTo>
                  <a:lnTo>
                    <a:pt x="8254200" y="755519"/>
                  </a:lnTo>
                  <a:lnTo>
                    <a:pt x="8287293" y="824119"/>
                  </a:lnTo>
                  <a:lnTo>
                    <a:pt x="8320076" y="896669"/>
                  </a:lnTo>
                  <a:lnTo>
                    <a:pt x="8352663" y="973070"/>
                  </a:lnTo>
                  <a:lnTo>
                    <a:pt x="8385141" y="1053155"/>
                  </a:lnTo>
                  <a:lnTo>
                    <a:pt x="8417575" y="1136682"/>
                  </a:lnTo>
                  <a:lnTo>
                    <a:pt x="8450011" y="1223342"/>
                  </a:lnTo>
                  <a:lnTo>
                    <a:pt x="8482478" y="1312754"/>
                  </a:lnTo>
                  <a:lnTo>
                    <a:pt x="8514988" y="1404477"/>
                  </a:lnTo>
                  <a:lnTo>
                    <a:pt x="8547544" y="1498011"/>
                  </a:lnTo>
                  <a:lnTo>
                    <a:pt x="8580136" y="1592812"/>
                  </a:lnTo>
                  <a:lnTo>
                    <a:pt x="8612751" y="1688306"/>
                  </a:lnTo>
                  <a:lnTo>
                    <a:pt x="8645368" y="1783898"/>
                  </a:lnTo>
                  <a:lnTo>
                    <a:pt x="8677970" y="1878992"/>
                  </a:lnTo>
                  <a:lnTo>
                    <a:pt x="8710539" y="1973006"/>
                  </a:lnTo>
                  <a:lnTo>
                    <a:pt x="8743064" y="2065383"/>
                  </a:lnTo>
                  <a:lnTo>
                    <a:pt x="8775545" y="2155609"/>
                  </a:lnTo>
                  <a:lnTo>
                    <a:pt x="8807989" y="2243221"/>
                  </a:lnTo>
                  <a:lnTo>
                    <a:pt x="8840419" y="2327819"/>
                  </a:lnTo>
                  <a:lnTo>
                    <a:pt x="8872876" y="2409068"/>
                  </a:lnTo>
                  <a:lnTo>
                    <a:pt x="8905419" y="2486705"/>
                  </a:lnTo>
                  <a:lnTo>
                    <a:pt x="8938126" y="2560540"/>
                  </a:lnTo>
                  <a:lnTo>
                    <a:pt x="8971102" y="2630449"/>
                  </a:lnTo>
                  <a:lnTo>
                    <a:pt x="9004480" y="2696377"/>
                  </a:lnTo>
                  <a:lnTo>
                    <a:pt x="9038420" y="2758332"/>
                  </a:lnTo>
                  <a:lnTo>
                    <a:pt x="9073121" y="2816375"/>
                  </a:lnTo>
                  <a:lnTo>
                    <a:pt x="9084767" y="2834668"/>
                  </a:lnTo>
                  <a:lnTo>
                    <a:pt x="9130571" y="2900943"/>
                  </a:lnTo>
                  <a:lnTo>
                    <a:pt x="9178692" y="2961135"/>
                  </a:lnTo>
                  <a:lnTo>
                    <a:pt x="9229810" y="3015494"/>
                  </a:lnTo>
                  <a:lnTo>
                    <a:pt x="9284671" y="3064478"/>
                  </a:lnTo>
                  <a:lnTo>
                    <a:pt x="9344038" y="3108623"/>
                  </a:lnTo>
                  <a:lnTo>
                    <a:pt x="9408652" y="3148468"/>
                  </a:lnTo>
                  <a:lnTo>
                    <a:pt x="9479161" y="3184508"/>
                  </a:lnTo>
                  <a:lnTo>
                    <a:pt x="9556044" y="3217164"/>
                  </a:lnTo>
                  <a:lnTo>
                    <a:pt x="9639499" y="3246775"/>
                  </a:lnTo>
                  <a:lnTo>
                    <a:pt x="9729298" y="3273584"/>
                  </a:lnTo>
                  <a:lnTo>
                    <a:pt x="9824634" y="3297738"/>
                  </a:lnTo>
                  <a:lnTo>
                    <a:pt x="9923962" y="3319298"/>
                  </a:lnTo>
                  <a:lnTo>
                    <a:pt x="10024909" y="3338255"/>
                  </a:lnTo>
                  <a:lnTo>
                    <a:pt x="10124288" y="3354554"/>
                  </a:lnTo>
                  <a:lnTo>
                    <a:pt x="10218304" y="3368142"/>
                  </a:lnTo>
                  <a:lnTo>
                    <a:pt x="10302970" y="3379011"/>
                  </a:lnTo>
                  <a:lnTo>
                    <a:pt x="10374707" y="3387250"/>
                  </a:lnTo>
                  <a:lnTo>
                    <a:pt x="10430982" y="3393064"/>
                  </a:lnTo>
                  <a:lnTo>
                    <a:pt x="10470847" y="3396788"/>
                  </a:lnTo>
                  <a:lnTo>
                    <a:pt x="10495197" y="3398852"/>
                  </a:lnTo>
                  <a:lnTo>
                    <a:pt x="10506749" y="3399743"/>
                  </a:lnTo>
                  <a:lnTo>
                    <a:pt x="10509911" y="3399967"/>
                  </a:lnTo>
                  <a:lnTo>
                    <a:pt x="11981298" y="3399967"/>
                  </a:lnTo>
                  <a:lnTo>
                    <a:pt x="11981298" y="3391794"/>
                  </a:lnTo>
                  <a:lnTo>
                    <a:pt x="10509911" y="3391794"/>
                  </a:lnTo>
                  <a:lnTo>
                    <a:pt x="10508799" y="3391718"/>
                  </a:lnTo>
                  <a:lnTo>
                    <a:pt x="10501488" y="3391174"/>
                  </a:lnTo>
                  <a:lnTo>
                    <a:pt x="10483045" y="3389673"/>
                  </a:lnTo>
                  <a:lnTo>
                    <a:pt x="10450037" y="3386717"/>
                  </a:lnTo>
                  <a:lnTo>
                    <a:pt x="10400771" y="3381844"/>
                  </a:lnTo>
                  <a:lnTo>
                    <a:pt x="10335422" y="3374676"/>
                  </a:lnTo>
                  <a:lnTo>
                    <a:pt x="10255895" y="3364949"/>
                  </a:lnTo>
                  <a:lnTo>
                    <a:pt x="10165400" y="3352528"/>
                  </a:lnTo>
                  <a:lnTo>
                    <a:pt x="10067829" y="3337384"/>
                  </a:lnTo>
                  <a:lnTo>
                    <a:pt x="9967120" y="3319557"/>
                  </a:lnTo>
                  <a:lnTo>
                    <a:pt x="9866759" y="3299106"/>
                  </a:lnTo>
                  <a:lnTo>
                    <a:pt x="9769479" y="3276064"/>
                  </a:lnTo>
                  <a:lnTo>
                    <a:pt x="9677173" y="3250404"/>
                  </a:lnTo>
                  <a:lnTo>
                    <a:pt x="9590946" y="3222016"/>
                  </a:lnTo>
                  <a:lnTo>
                    <a:pt x="9511254" y="3190698"/>
                  </a:lnTo>
                  <a:lnTo>
                    <a:pt x="9438062" y="3156153"/>
                  </a:lnTo>
                  <a:lnTo>
                    <a:pt x="9370999" y="3117993"/>
                  </a:lnTo>
                  <a:lnTo>
                    <a:pt x="9309474" y="3075752"/>
                  </a:lnTo>
                  <a:lnTo>
                    <a:pt x="9252778" y="3028905"/>
                  </a:lnTo>
                  <a:lnTo>
                    <a:pt x="9200152" y="2976908"/>
                  </a:lnTo>
                  <a:lnTo>
                    <a:pt x="9150837" y="2919258"/>
                  </a:lnTo>
                  <a:lnTo>
                    <a:pt x="9104119" y="2855596"/>
                  </a:lnTo>
                  <a:lnTo>
                    <a:pt x="9084767" y="2826495"/>
                  </a:lnTo>
                  <a:lnTo>
                    <a:pt x="9049763" y="2769719"/>
                  </a:lnTo>
                  <a:lnTo>
                    <a:pt x="9015596" y="2709063"/>
                  </a:lnTo>
                  <a:lnTo>
                    <a:pt x="8982053" y="2644448"/>
                  </a:lnTo>
                  <a:lnTo>
                    <a:pt x="8948960" y="2575848"/>
                  </a:lnTo>
                  <a:lnTo>
                    <a:pt x="8916177" y="2503297"/>
                  </a:lnTo>
                  <a:lnTo>
                    <a:pt x="8883590" y="2426896"/>
                  </a:lnTo>
                  <a:lnTo>
                    <a:pt x="8851112" y="2346812"/>
                  </a:lnTo>
                  <a:lnTo>
                    <a:pt x="8818678" y="2263284"/>
                  </a:lnTo>
                  <a:lnTo>
                    <a:pt x="8786242" y="2176625"/>
                  </a:lnTo>
                  <a:lnTo>
                    <a:pt x="8753776" y="2087212"/>
                  </a:lnTo>
                  <a:lnTo>
                    <a:pt x="8721265" y="1995490"/>
                  </a:lnTo>
                  <a:lnTo>
                    <a:pt x="8688709" y="1901956"/>
                  </a:lnTo>
                  <a:lnTo>
                    <a:pt x="8656117" y="1807154"/>
                  </a:lnTo>
                  <a:lnTo>
                    <a:pt x="8623503" y="1711660"/>
                  </a:lnTo>
                  <a:lnTo>
                    <a:pt x="8590885" y="1616068"/>
                  </a:lnTo>
                  <a:lnTo>
                    <a:pt x="8558284" y="1520974"/>
                  </a:lnTo>
                  <a:lnTo>
                    <a:pt x="8525715" y="1426960"/>
                  </a:lnTo>
                  <a:lnTo>
                    <a:pt x="8493189" y="1334583"/>
                  </a:lnTo>
                  <a:lnTo>
                    <a:pt x="8460709" y="1244357"/>
                  </a:lnTo>
                  <a:lnTo>
                    <a:pt x="8428265" y="1156745"/>
                  </a:lnTo>
                  <a:lnTo>
                    <a:pt x="8395834" y="1072147"/>
                  </a:lnTo>
                  <a:lnTo>
                    <a:pt x="8363377" y="990898"/>
                  </a:lnTo>
                  <a:lnTo>
                    <a:pt x="8330835" y="913261"/>
                  </a:lnTo>
                  <a:lnTo>
                    <a:pt x="8298127" y="839427"/>
                  </a:lnTo>
                  <a:lnTo>
                    <a:pt x="8265151" y="769518"/>
                  </a:lnTo>
                  <a:lnTo>
                    <a:pt x="8231774" y="703589"/>
                  </a:lnTo>
                  <a:lnTo>
                    <a:pt x="8197834" y="641634"/>
                  </a:lnTo>
                  <a:lnTo>
                    <a:pt x="8163132" y="583591"/>
                  </a:lnTo>
                  <a:lnTo>
                    <a:pt x="8151487" y="565299"/>
                  </a:lnTo>
                  <a:lnTo>
                    <a:pt x="8105683" y="499023"/>
                  </a:lnTo>
                  <a:lnTo>
                    <a:pt x="8057561" y="438831"/>
                  </a:lnTo>
                  <a:lnTo>
                    <a:pt x="8006443" y="384472"/>
                  </a:lnTo>
                  <a:lnTo>
                    <a:pt x="7951583" y="335488"/>
                  </a:lnTo>
                  <a:lnTo>
                    <a:pt x="7892215" y="291343"/>
                  </a:lnTo>
                  <a:lnTo>
                    <a:pt x="7827602" y="251498"/>
                  </a:lnTo>
                  <a:lnTo>
                    <a:pt x="7757093" y="215459"/>
                  </a:lnTo>
                  <a:lnTo>
                    <a:pt x="7680209" y="182802"/>
                  </a:lnTo>
                  <a:lnTo>
                    <a:pt x="7596754" y="153191"/>
                  </a:lnTo>
                  <a:lnTo>
                    <a:pt x="7506955" y="126383"/>
                  </a:lnTo>
                  <a:lnTo>
                    <a:pt x="7411620" y="102229"/>
                  </a:lnTo>
                  <a:lnTo>
                    <a:pt x="7312291" y="80668"/>
                  </a:lnTo>
                  <a:lnTo>
                    <a:pt x="7211344" y="61712"/>
                  </a:lnTo>
                  <a:lnTo>
                    <a:pt x="7111965" y="45412"/>
                  </a:lnTo>
                  <a:lnTo>
                    <a:pt x="7017950" y="31825"/>
                  </a:lnTo>
                  <a:lnTo>
                    <a:pt x="6933283" y="20955"/>
                  </a:lnTo>
                  <a:lnTo>
                    <a:pt x="6861547" y="12717"/>
                  </a:lnTo>
                  <a:lnTo>
                    <a:pt x="6805271" y="6902"/>
                  </a:lnTo>
                  <a:lnTo>
                    <a:pt x="6765406" y="3179"/>
                  </a:lnTo>
                  <a:lnTo>
                    <a:pt x="6741056" y="1115"/>
                  </a:lnTo>
                  <a:lnTo>
                    <a:pt x="6729504" y="223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118" y="95"/>
                  </a:lnTo>
                  <a:lnTo>
                    <a:pt x="5248584" y="775"/>
                  </a:lnTo>
                  <a:lnTo>
                    <a:pt x="5234513" y="2653"/>
                  </a:lnTo>
                  <a:lnTo>
                    <a:pt x="5209056" y="6357"/>
                  </a:lnTo>
                  <a:lnTo>
                    <a:pt x="5170505" y="12487"/>
                  </a:lnTo>
                  <a:lnTo>
                    <a:pt x="5118413" y="21572"/>
                  </a:lnTo>
                  <a:lnTo>
                    <a:pt x="5053583" y="34018"/>
                  </a:lnTo>
                  <a:lnTo>
                    <a:pt x="4977894" y="50092"/>
                  </a:lnTo>
                  <a:lnTo>
                    <a:pt x="4893971" y="69918"/>
                  </a:lnTo>
                  <a:lnTo>
                    <a:pt x="4804785" y="93506"/>
                  </a:lnTo>
                  <a:lnTo>
                    <a:pt x="4713269" y="120798"/>
                  </a:lnTo>
                  <a:lnTo>
                    <a:pt x="4622021" y="151720"/>
                  </a:lnTo>
                  <a:lnTo>
                    <a:pt x="4533125" y="186225"/>
                  </a:lnTo>
                  <a:lnTo>
                    <a:pt x="4448089" y="224334"/>
                  </a:lnTo>
                  <a:lnTo>
                    <a:pt x="4367875" y="266157"/>
                  </a:lnTo>
                  <a:lnTo>
                    <a:pt x="4292968" y="311909"/>
                  </a:lnTo>
                  <a:lnTo>
                    <a:pt x="4223482" y="361913"/>
                  </a:lnTo>
                  <a:lnTo>
                    <a:pt x="4159253" y="416599"/>
                  </a:lnTo>
                  <a:lnTo>
                    <a:pt x="4099927" y="476494"/>
                  </a:lnTo>
                  <a:lnTo>
                    <a:pt x="4045029" y="542211"/>
                  </a:lnTo>
                  <a:lnTo>
                    <a:pt x="3994013" y="614419"/>
                  </a:lnTo>
                  <a:lnTo>
                    <a:pt x="3946309" y="693802"/>
                  </a:lnTo>
                  <a:lnTo>
                    <a:pt x="3901348" y="780993"/>
                  </a:lnTo>
                  <a:lnTo>
                    <a:pt x="3858592" y="876463"/>
                  </a:lnTo>
                  <a:lnTo>
                    <a:pt x="3829811" y="948067"/>
                  </a:lnTo>
                  <a:lnTo>
                    <a:pt x="3802031" y="1022896"/>
                  </a:lnTo>
                  <a:lnTo>
                    <a:pt x="3774805" y="1101778"/>
                  </a:lnTo>
                  <a:lnTo>
                    <a:pt x="3748022" y="1184793"/>
                  </a:lnTo>
                  <a:lnTo>
                    <a:pt x="3721586" y="1271985"/>
                  </a:lnTo>
                  <a:lnTo>
                    <a:pt x="3695415" y="1363365"/>
                  </a:lnTo>
                  <a:lnTo>
                    <a:pt x="3669441" y="1458899"/>
                  </a:lnTo>
                  <a:lnTo>
                    <a:pt x="3643605" y="1558514"/>
                  </a:lnTo>
                  <a:lnTo>
                    <a:pt x="3617861" y="1662090"/>
                  </a:lnTo>
                  <a:lnTo>
                    <a:pt x="3592169" y="1769462"/>
                  </a:lnTo>
                  <a:lnTo>
                    <a:pt x="3566501" y="1880417"/>
                  </a:lnTo>
                  <a:lnTo>
                    <a:pt x="3540833" y="1994696"/>
                  </a:lnTo>
                  <a:lnTo>
                    <a:pt x="3515149" y="2111994"/>
                  </a:lnTo>
                  <a:lnTo>
                    <a:pt x="3489441" y="2231962"/>
                  </a:lnTo>
                  <a:lnTo>
                    <a:pt x="3463705" y="2354212"/>
                  </a:lnTo>
                  <a:lnTo>
                    <a:pt x="3437940" y="2478323"/>
                  </a:lnTo>
                  <a:lnTo>
                    <a:pt x="3412151" y="2603842"/>
                  </a:lnTo>
                  <a:lnTo>
                    <a:pt x="3386344" y="2730295"/>
                  </a:lnTo>
                  <a:lnTo>
                    <a:pt x="3360529" y="2857194"/>
                  </a:lnTo>
                  <a:lnTo>
                    <a:pt x="3334715" y="2984042"/>
                  </a:lnTo>
                  <a:lnTo>
                    <a:pt x="3308912" y="3110344"/>
                  </a:lnTo>
                  <a:lnTo>
                    <a:pt x="3283127" y="3235612"/>
                  </a:lnTo>
                  <a:lnTo>
                    <a:pt x="3257368" y="3359378"/>
                  </a:lnTo>
                  <a:lnTo>
                    <a:pt x="3231637" y="3481195"/>
                  </a:lnTo>
                  <a:lnTo>
                    <a:pt x="3205935" y="3600646"/>
                  </a:lnTo>
                  <a:lnTo>
                    <a:pt x="3180256" y="3717353"/>
                  </a:lnTo>
                  <a:lnTo>
                    <a:pt x="3154589" y="3830975"/>
                  </a:lnTo>
                  <a:lnTo>
                    <a:pt x="3128918" y="3941217"/>
                  </a:lnTo>
                  <a:lnTo>
                    <a:pt x="3103218" y="4047828"/>
                  </a:lnTo>
                  <a:lnTo>
                    <a:pt x="3077459" y="4150605"/>
                  </a:lnTo>
                  <a:lnTo>
                    <a:pt x="3051599" y="4249393"/>
                  </a:lnTo>
                  <a:lnTo>
                    <a:pt x="3025589" y="4344082"/>
                  </a:lnTo>
                  <a:lnTo>
                    <a:pt x="2999370" y="4434606"/>
                  </a:lnTo>
                  <a:lnTo>
                    <a:pt x="2972870" y="4520941"/>
                  </a:lnTo>
                  <a:lnTo>
                    <a:pt x="2946004" y="4603106"/>
                  </a:lnTo>
                  <a:lnTo>
                    <a:pt x="2918675" y="4681151"/>
                  </a:lnTo>
                  <a:lnTo>
                    <a:pt x="2896531" y="4740339"/>
                  </a:lnTo>
                  <a:lnTo>
                    <a:pt x="2855024" y="4841703"/>
                  </a:lnTo>
                  <a:lnTo>
                    <a:pt x="2811654" y="4934635"/>
                  </a:lnTo>
                  <a:lnTo>
                    <a:pt x="2765922" y="5019405"/>
                  </a:lnTo>
                  <a:lnTo>
                    <a:pt x="2717278" y="5096548"/>
                  </a:lnTo>
                  <a:lnTo>
                    <a:pt x="2665148" y="5166720"/>
                  </a:lnTo>
                  <a:lnTo>
                    <a:pt x="2608966" y="5230608"/>
                  </a:lnTo>
                  <a:lnTo>
                    <a:pt x="2548203" y="5288867"/>
                  </a:lnTo>
                  <a:lnTo>
                    <a:pt x="2482415" y="5342086"/>
                  </a:lnTo>
                  <a:lnTo>
                    <a:pt x="2411296" y="5390764"/>
                  </a:lnTo>
                  <a:lnTo>
                    <a:pt x="2334757" y="5435299"/>
                  </a:lnTo>
                  <a:lnTo>
                    <a:pt x="2253013" y="5475981"/>
                  </a:lnTo>
                  <a:lnTo>
                    <a:pt x="2166685" y="5512993"/>
                  </a:lnTo>
                  <a:lnTo>
                    <a:pt x="2076892" y="5546415"/>
                  </a:lnTo>
                  <a:lnTo>
                    <a:pt x="1985317" y="5576247"/>
                  </a:lnTo>
                  <a:lnTo>
                    <a:pt x="1894213" y="5602427"/>
                  </a:lnTo>
                  <a:lnTo>
                    <a:pt x="1806300" y="5624881"/>
                  </a:lnTo>
                  <a:lnTo>
                    <a:pt x="1724562" y="5643567"/>
                  </a:lnTo>
                  <a:lnTo>
                    <a:pt x="1651906" y="5658525"/>
                  </a:lnTo>
                  <a:lnTo>
                    <a:pt x="1590774" y="5669920"/>
                  </a:lnTo>
                  <a:lnTo>
                    <a:pt x="1542747" y="5678062"/>
                  </a:lnTo>
                  <a:lnTo>
                    <a:pt x="1508262" y="5683398"/>
                  </a:lnTo>
                  <a:lnTo>
                    <a:pt x="1486483" y="5686484"/>
                  </a:lnTo>
                  <a:lnTo>
                    <a:pt x="1475342" y="5687934"/>
                  </a:lnTo>
                  <a:lnTo>
                    <a:pt x="1471675" y="5688374"/>
                  </a:lnTo>
                  <a:lnTo>
                    <a:pt x="1471387" y="5688406"/>
                  </a:lnTo>
                  <a:lnTo>
                    <a:pt x="0" y="5688406"/>
                  </a:lnTo>
                  <a:close/>
                </a:path>
              </a:pathLst>
            </a:custGeom>
            <a:solidFill>
              <a:srgbClr val="6FA8DC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857" name="pl1857"/>
            <p:cNvSpPr/>
            <p:nvPr/>
          </p:nvSpPr>
          <p:spPr>
            <a:xfrm>
              <a:off x="4799595" y="4579293"/>
              <a:ext cx="11981298" cy="5688406"/>
            </a:xfrm>
            <a:custGeom>
              <a:avLst/>
              <a:pathLst>
                <a:path w="11981298" h="5688406">
                  <a:moveTo>
                    <a:pt x="0" y="5688406"/>
                  </a:moveTo>
                  <a:lnTo>
                    <a:pt x="1471387" y="5688406"/>
                  </a:lnTo>
                  <a:lnTo>
                    <a:pt x="1472224" y="5688311"/>
                  </a:lnTo>
                  <a:lnTo>
                    <a:pt x="1477758" y="5687631"/>
                  </a:lnTo>
                  <a:lnTo>
                    <a:pt x="1491830" y="5685752"/>
                  </a:lnTo>
                  <a:lnTo>
                    <a:pt x="1517286" y="5682049"/>
                  </a:lnTo>
                  <a:lnTo>
                    <a:pt x="1555837" y="5675918"/>
                  </a:lnTo>
                  <a:lnTo>
                    <a:pt x="1607929" y="5666834"/>
                  </a:lnTo>
                  <a:lnTo>
                    <a:pt x="1672759" y="5654388"/>
                  </a:lnTo>
                  <a:lnTo>
                    <a:pt x="1748448" y="5638314"/>
                  </a:lnTo>
                  <a:lnTo>
                    <a:pt x="1832372" y="5618488"/>
                  </a:lnTo>
                  <a:lnTo>
                    <a:pt x="1921557" y="5594900"/>
                  </a:lnTo>
                  <a:lnTo>
                    <a:pt x="2013073" y="5567608"/>
                  </a:lnTo>
                  <a:lnTo>
                    <a:pt x="2104321" y="5536686"/>
                  </a:lnTo>
                  <a:lnTo>
                    <a:pt x="2193217" y="5502181"/>
                  </a:lnTo>
                  <a:lnTo>
                    <a:pt x="2278253" y="5464072"/>
                  </a:lnTo>
                  <a:lnTo>
                    <a:pt x="2358468" y="5422249"/>
                  </a:lnTo>
                  <a:lnTo>
                    <a:pt x="2433374" y="5376497"/>
                  </a:lnTo>
                  <a:lnTo>
                    <a:pt x="2502860" y="5326493"/>
                  </a:lnTo>
                  <a:lnTo>
                    <a:pt x="2567089" y="5271807"/>
                  </a:lnTo>
                  <a:lnTo>
                    <a:pt x="2626415" y="5211912"/>
                  </a:lnTo>
                  <a:lnTo>
                    <a:pt x="2681313" y="5146195"/>
                  </a:lnTo>
                  <a:lnTo>
                    <a:pt x="2732329" y="5073987"/>
                  </a:lnTo>
                  <a:lnTo>
                    <a:pt x="2780033" y="4994604"/>
                  </a:lnTo>
                  <a:lnTo>
                    <a:pt x="2824994" y="4907413"/>
                  </a:lnTo>
                  <a:lnTo>
                    <a:pt x="2867750" y="4811943"/>
                  </a:lnTo>
                  <a:lnTo>
                    <a:pt x="2896531" y="4740339"/>
                  </a:lnTo>
                  <a:lnTo>
                    <a:pt x="2924311" y="4665510"/>
                  </a:lnTo>
                  <a:lnTo>
                    <a:pt x="2951537" y="4586628"/>
                  </a:lnTo>
                  <a:lnTo>
                    <a:pt x="2978320" y="4503613"/>
                  </a:lnTo>
                  <a:lnTo>
                    <a:pt x="3004756" y="4416420"/>
                  </a:lnTo>
                  <a:lnTo>
                    <a:pt x="3030927" y="4325041"/>
                  </a:lnTo>
                  <a:lnTo>
                    <a:pt x="3056902" y="4229507"/>
                  </a:lnTo>
                  <a:lnTo>
                    <a:pt x="3082737" y="4129892"/>
                  </a:lnTo>
                  <a:lnTo>
                    <a:pt x="3108481" y="4026316"/>
                  </a:lnTo>
                  <a:lnTo>
                    <a:pt x="3134173" y="3918944"/>
                  </a:lnTo>
                  <a:lnTo>
                    <a:pt x="3159841" y="3807988"/>
                  </a:lnTo>
                  <a:lnTo>
                    <a:pt x="3185509" y="3693709"/>
                  </a:lnTo>
                  <a:lnTo>
                    <a:pt x="3211193" y="3576412"/>
                  </a:lnTo>
                  <a:lnTo>
                    <a:pt x="3236901" y="3456444"/>
                  </a:lnTo>
                  <a:lnTo>
                    <a:pt x="3262638" y="3334194"/>
                  </a:lnTo>
                  <a:lnTo>
                    <a:pt x="3288402" y="3210083"/>
                  </a:lnTo>
                  <a:lnTo>
                    <a:pt x="3314191" y="3084564"/>
                  </a:lnTo>
                  <a:lnTo>
                    <a:pt x="3339998" y="2958111"/>
                  </a:lnTo>
                  <a:lnTo>
                    <a:pt x="3365813" y="2831212"/>
                  </a:lnTo>
                  <a:lnTo>
                    <a:pt x="3391627" y="2704364"/>
                  </a:lnTo>
                  <a:lnTo>
                    <a:pt x="3417430" y="2578062"/>
                  </a:lnTo>
                  <a:lnTo>
                    <a:pt x="3443215" y="2452793"/>
                  </a:lnTo>
                  <a:lnTo>
                    <a:pt x="3468974" y="2329028"/>
                  </a:lnTo>
                  <a:lnTo>
                    <a:pt x="3494705" y="2207211"/>
                  </a:lnTo>
                  <a:lnTo>
                    <a:pt x="3520407" y="2087759"/>
                  </a:lnTo>
                  <a:lnTo>
                    <a:pt x="3546087" y="1971053"/>
                  </a:lnTo>
                  <a:lnTo>
                    <a:pt x="3571753" y="1857431"/>
                  </a:lnTo>
                  <a:lnTo>
                    <a:pt x="3597425" y="1747189"/>
                  </a:lnTo>
                  <a:lnTo>
                    <a:pt x="3623124" y="1640578"/>
                  </a:lnTo>
                  <a:lnTo>
                    <a:pt x="3648884" y="1537800"/>
                  </a:lnTo>
                  <a:lnTo>
                    <a:pt x="3674743" y="1439012"/>
                  </a:lnTo>
                  <a:lnTo>
                    <a:pt x="3700753" y="1344324"/>
                  </a:lnTo>
                  <a:lnTo>
                    <a:pt x="3726972" y="1253800"/>
                  </a:lnTo>
                  <a:lnTo>
                    <a:pt x="3753472" y="1167464"/>
                  </a:lnTo>
                  <a:lnTo>
                    <a:pt x="3780338" y="1085300"/>
                  </a:lnTo>
                  <a:lnTo>
                    <a:pt x="3807667" y="1007255"/>
                  </a:lnTo>
                  <a:lnTo>
                    <a:pt x="3829811" y="948067"/>
                  </a:lnTo>
                  <a:lnTo>
                    <a:pt x="3871318" y="846703"/>
                  </a:lnTo>
                  <a:lnTo>
                    <a:pt x="3914688" y="753771"/>
                  </a:lnTo>
                  <a:lnTo>
                    <a:pt x="3960420" y="669001"/>
                  </a:lnTo>
                  <a:lnTo>
                    <a:pt x="4009064" y="591858"/>
                  </a:lnTo>
                  <a:lnTo>
                    <a:pt x="4061194" y="521686"/>
                  </a:lnTo>
                  <a:lnTo>
                    <a:pt x="4117377" y="457798"/>
                  </a:lnTo>
                  <a:lnTo>
                    <a:pt x="4178139" y="399539"/>
                  </a:lnTo>
                  <a:lnTo>
                    <a:pt x="4243927" y="346320"/>
                  </a:lnTo>
                  <a:lnTo>
                    <a:pt x="4315046" y="297642"/>
                  </a:lnTo>
                  <a:lnTo>
                    <a:pt x="4391585" y="253107"/>
                  </a:lnTo>
                  <a:lnTo>
                    <a:pt x="4473329" y="212425"/>
                  </a:lnTo>
                  <a:lnTo>
                    <a:pt x="4559657" y="175413"/>
                  </a:lnTo>
                  <a:lnTo>
                    <a:pt x="4649450" y="141990"/>
                  </a:lnTo>
                  <a:lnTo>
                    <a:pt x="4741025" y="112159"/>
                  </a:lnTo>
                  <a:lnTo>
                    <a:pt x="4832130" y="85979"/>
                  </a:lnTo>
                  <a:lnTo>
                    <a:pt x="4920042" y="63525"/>
                  </a:lnTo>
                  <a:lnTo>
                    <a:pt x="5001781" y="44839"/>
                  </a:lnTo>
                  <a:lnTo>
                    <a:pt x="5074436" y="29881"/>
                  </a:lnTo>
                  <a:lnTo>
                    <a:pt x="5135569" y="18486"/>
                  </a:lnTo>
                  <a:lnTo>
                    <a:pt x="5183595" y="10344"/>
                  </a:lnTo>
                  <a:lnTo>
                    <a:pt x="5218080" y="5008"/>
                  </a:lnTo>
                  <a:lnTo>
                    <a:pt x="5239859" y="1922"/>
                  </a:lnTo>
                  <a:lnTo>
                    <a:pt x="5251000" y="472"/>
                  </a:lnTo>
                  <a:lnTo>
                    <a:pt x="5254667" y="32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454" y="76"/>
                  </a:lnTo>
                  <a:lnTo>
                    <a:pt x="6734765" y="619"/>
                  </a:lnTo>
                  <a:lnTo>
                    <a:pt x="6753208" y="2120"/>
                  </a:lnTo>
                  <a:lnTo>
                    <a:pt x="6786216" y="5077"/>
                  </a:lnTo>
                  <a:lnTo>
                    <a:pt x="6835482" y="9949"/>
                  </a:lnTo>
                  <a:lnTo>
                    <a:pt x="6900832" y="17117"/>
                  </a:lnTo>
                  <a:lnTo>
                    <a:pt x="6980358" y="26844"/>
                  </a:lnTo>
                  <a:lnTo>
                    <a:pt x="7070853" y="39265"/>
                  </a:lnTo>
                  <a:lnTo>
                    <a:pt x="7168424" y="54410"/>
                  </a:lnTo>
                  <a:lnTo>
                    <a:pt x="7269133" y="72237"/>
                  </a:lnTo>
                  <a:lnTo>
                    <a:pt x="7369494" y="92688"/>
                  </a:lnTo>
                  <a:lnTo>
                    <a:pt x="7466774" y="115730"/>
                  </a:lnTo>
                  <a:lnTo>
                    <a:pt x="7559081" y="141390"/>
                  </a:lnTo>
                  <a:lnTo>
                    <a:pt x="7645307" y="169777"/>
                  </a:lnTo>
                  <a:lnTo>
                    <a:pt x="7724999" y="201095"/>
                  </a:lnTo>
                  <a:lnTo>
                    <a:pt x="7798191" y="235640"/>
                  </a:lnTo>
                  <a:lnTo>
                    <a:pt x="7865255" y="273800"/>
                  </a:lnTo>
                  <a:lnTo>
                    <a:pt x="7926780" y="316042"/>
                  </a:lnTo>
                  <a:lnTo>
                    <a:pt x="7983475" y="362888"/>
                  </a:lnTo>
                  <a:lnTo>
                    <a:pt x="8036101" y="414885"/>
                  </a:lnTo>
                  <a:lnTo>
                    <a:pt x="8085416" y="472535"/>
                  </a:lnTo>
                  <a:lnTo>
                    <a:pt x="8132135" y="536197"/>
                  </a:lnTo>
                  <a:lnTo>
                    <a:pt x="8151487" y="565299"/>
                  </a:lnTo>
                  <a:lnTo>
                    <a:pt x="8186490" y="622074"/>
                  </a:lnTo>
                  <a:lnTo>
                    <a:pt x="8220657" y="682730"/>
                  </a:lnTo>
                  <a:lnTo>
                    <a:pt x="8254200" y="747346"/>
                  </a:lnTo>
                  <a:lnTo>
                    <a:pt x="8287293" y="815946"/>
                  </a:lnTo>
                  <a:lnTo>
                    <a:pt x="8320076" y="888496"/>
                  </a:lnTo>
                  <a:lnTo>
                    <a:pt x="8352663" y="964897"/>
                  </a:lnTo>
                  <a:lnTo>
                    <a:pt x="8385141" y="1044982"/>
                  </a:lnTo>
                  <a:lnTo>
                    <a:pt x="8417575" y="1128509"/>
                  </a:lnTo>
                  <a:lnTo>
                    <a:pt x="8450011" y="1215169"/>
                  </a:lnTo>
                  <a:lnTo>
                    <a:pt x="8482478" y="1304581"/>
                  </a:lnTo>
                  <a:lnTo>
                    <a:pt x="8514988" y="1396304"/>
                  </a:lnTo>
                  <a:lnTo>
                    <a:pt x="8547544" y="1489838"/>
                  </a:lnTo>
                  <a:lnTo>
                    <a:pt x="8580136" y="1584639"/>
                  </a:lnTo>
                  <a:lnTo>
                    <a:pt x="8612751" y="1680133"/>
                  </a:lnTo>
                  <a:lnTo>
                    <a:pt x="8645368" y="1775725"/>
                  </a:lnTo>
                  <a:lnTo>
                    <a:pt x="8677970" y="1870819"/>
                  </a:lnTo>
                  <a:lnTo>
                    <a:pt x="8710539" y="1964833"/>
                  </a:lnTo>
                  <a:lnTo>
                    <a:pt x="8743064" y="2057210"/>
                  </a:lnTo>
                  <a:lnTo>
                    <a:pt x="8775545" y="2147436"/>
                  </a:lnTo>
                  <a:lnTo>
                    <a:pt x="8807989" y="2235048"/>
                  </a:lnTo>
                  <a:lnTo>
                    <a:pt x="8840419" y="2319646"/>
                  </a:lnTo>
                  <a:lnTo>
                    <a:pt x="8872876" y="2400895"/>
                  </a:lnTo>
                  <a:lnTo>
                    <a:pt x="8905419" y="2478532"/>
                  </a:lnTo>
                  <a:lnTo>
                    <a:pt x="8938126" y="2552367"/>
                  </a:lnTo>
                  <a:lnTo>
                    <a:pt x="8971102" y="2622276"/>
                  </a:lnTo>
                  <a:lnTo>
                    <a:pt x="9004480" y="2688204"/>
                  </a:lnTo>
                  <a:lnTo>
                    <a:pt x="9038420" y="2750159"/>
                  </a:lnTo>
                  <a:lnTo>
                    <a:pt x="9073121" y="2808202"/>
                  </a:lnTo>
                  <a:lnTo>
                    <a:pt x="9084767" y="2826495"/>
                  </a:lnTo>
                  <a:lnTo>
                    <a:pt x="9130571" y="2892770"/>
                  </a:lnTo>
                  <a:lnTo>
                    <a:pt x="9178692" y="2952962"/>
                  </a:lnTo>
                  <a:lnTo>
                    <a:pt x="9229810" y="3007321"/>
                  </a:lnTo>
                  <a:lnTo>
                    <a:pt x="9284671" y="3056305"/>
                  </a:lnTo>
                  <a:lnTo>
                    <a:pt x="9344038" y="3100450"/>
                  </a:lnTo>
                  <a:lnTo>
                    <a:pt x="9408652" y="3140295"/>
                  </a:lnTo>
                  <a:lnTo>
                    <a:pt x="9479161" y="3176335"/>
                  </a:lnTo>
                  <a:lnTo>
                    <a:pt x="9556044" y="3208991"/>
                  </a:lnTo>
                  <a:lnTo>
                    <a:pt x="9639499" y="3238602"/>
                  </a:lnTo>
                  <a:lnTo>
                    <a:pt x="9729298" y="3265411"/>
                  </a:lnTo>
                  <a:lnTo>
                    <a:pt x="9824634" y="3289565"/>
                  </a:lnTo>
                  <a:lnTo>
                    <a:pt x="9923962" y="3311125"/>
                  </a:lnTo>
                  <a:lnTo>
                    <a:pt x="10024909" y="3330082"/>
                  </a:lnTo>
                  <a:lnTo>
                    <a:pt x="10124288" y="3346381"/>
                  </a:lnTo>
                  <a:lnTo>
                    <a:pt x="10218304" y="3359969"/>
                  </a:lnTo>
                  <a:lnTo>
                    <a:pt x="10302970" y="3370838"/>
                  </a:lnTo>
                  <a:lnTo>
                    <a:pt x="10374707" y="3379077"/>
                  </a:lnTo>
                  <a:lnTo>
                    <a:pt x="10430982" y="3384891"/>
                  </a:lnTo>
                  <a:lnTo>
                    <a:pt x="10470847" y="3388615"/>
                  </a:lnTo>
                  <a:lnTo>
                    <a:pt x="10495197" y="3390679"/>
                  </a:lnTo>
                  <a:lnTo>
                    <a:pt x="10506749" y="3391570"/>
                  </a:lnTo>
                  <a:lnTo>
                    <a:pt x="10509821" y="3391788"/>
                  </a:lnTo>
                  <a:lnTo>
                    <a:pt x="10509911" y="3391794"/>
                  </a:lnTo>
                  <a:lnTo>
                    <a:pt x="11981298" y="339179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58" name="pl1858"/>
            <p:cNvSpPr/>
            <p:nvPr/>
          </p:nvSpPr>
          <p:spPr>
            <a:xfrm>
              <a:off x="4799595" y="4571120"/>
              <a:ext cx="11981298" cy="5688406"/>
            </a:xfrm>
            <a:custGeom>
              <a:avLst/>
              <a:pathLst>
                <a:path w="11981298" h="5688406">
                  <a:moveTo>
                    <a:pt x="11981298" y="3391794"/>
                  </a:moveTo>
                  <a:lnTo>
                    <a:pt x="10509911" y="3391794"/>
                  </a:lnTo>
                  <a:lnTo>
                    <a:pt x="10508799" y="3391718"/>
                  </a:lnTo>
                  <a:lnTo>
                    <a:pt x="10501488" y="3391174"/>
                  </a:lnTo>
                  <a:lnTo>
                    <a:pt x="10483045" y="3389673"/>
                  </a:lnTo>
                  <a:lnTo>
                    <a:pt x="10450037" y="3386717"/>
                  </a:lnTo>
                  <a:lnTo>
                    <a:pt x="10400771" y="3381844"/>
                  </a:lnTo>
                  <a:lnTo>
                    <a:pt x="10335422" y="3374676"/>
                  </a:lnTo>
                  <a:lnTo>
                    <a:pt x="10255895" y="3364949"/>
                  </a:lnTo>
                  <a:lnTo>
                    <a:pt x="10165400" y="3352528"/>
                  </a:lnTo>
                  <a:lnTo>
                    <a:pt x="10067829" y="3337384"/>
                  </a:lnTo>
                  <a:lnTo>
                    <a:pt x="9967120" y="3319557"/>
                  </a:lnTo>
                  <a:lnTo>
                    <a:pt x="9866759" y="3299106"/>
                  </a:lnTo>
                  <a:lnTo>
                    <a:pt x="9769479" y="3276064"/>
                  </a:lnTo>
                  <a:lnTo>
                    <a:pt x="9677173" y="3250404"/>
                  </a:lnTo>
                  <a:lnTo>
                    <a:pt x="9590946" y="3222016"/>
                  </a:lnTo>
                  <a:lnTo>
                    <a:pt x="9511254" y="3190698"/>
                  </a:lnTo>
                  <a:lnTo>
                    <a:pt x="9438062" y="3156153"/>
                  </a:lnTo>
                  <a:lnTo>
                    <a:pt x="9370999" y="3117993"/>
                  </a:lnTo>
                  <a:lnTo>
                    <a:pt x="9309474" y="3075752"/>
                  </a:lnTo>
                  <a:lnTo>
                    <a:pt x="9252778" y="3028905"/>
                  </a:lnTo>
                  <a:lnTo>
                    <a:pt x="9200152" y="2976908"/>
                  </a:lnTo>
                  <a:lnTo>
                    <a:pt x="9150837" y="2919258"/>
                  </a:lnTo>
                  <a:lnTo>
                    <a:pt x="9104119" y="2855596"/>
                  </a:lnTo>
                  <a:lnTo>
                    <a:pt x="9084767" y="2826495"/>
                  </a:lnTo>
                  <a:lnTo>
                    <a:pt x="9049763" y="2769719"/>
                  </a:lnTo>
                  <a:lnTo>
                    <a:pt x="9015596" y="2709063"/>
                  </a:lnTo>
                  <a:lnTo>
                    <a:pt x="8982053" y="2644448"/>
                  </a:lnTo>
                  <a:lnTo>
                    <a:pt x="8948960" y="2575848"/>
                  </a:lnTo>
                  <a:lnTo>
                    <a:pt x="8916177" y="2503297"/>
                  </a:lnTo>
                  <a:lnTo>
                    <a:pt x="8883590" y="2426896"/>
                  </a:lnTo>
                  <a:lnTo>
                    <a:pt x="8851112" y="2346812"/>
                  </a:lnTo>
                  <a:lnTo>
                    <a:pt x="8818678" y="2263284"/>
                  </a:lnTo>
                  <a:lnTo>
                    <a:pt x="8786242" y="2176625"/>
                  </a:lnTo>
                  <a:lnTo>
                    <a:pt x="8753776" y="2087212"/>
                  </a:lnTo>
                  <a:lnTo>
                    <a:pt x="8721265" y="1995490"/>
                  </a:lnTo>
                  <a:lnTo>
                    <a:pt x="8688709" y="1901956"/>
                  </a:lnTo>
                  <a:lnTo>
                    <a:pt x="8656117" y="1807154"/>
                  </a:lnTo>
                  <a:lnTo>
                    <a:pt x="8623503" y="1711660"/>
                  </a:lnTo>
                  <a:lnTo>
                    <a:pt x="8590885" y="1616068"/>
                  </a:lnTo>
                  <a:lnTo>
                    <a:pt x="8558284" y="1520974"/>
                  </a:lnTo>
                  <a:lnTo>
                    <a:pt x="8525715" y="1426960"/>
                  </a:lnTo>
                  <a:lnTo>
                    <a:pt x="8493189" y="1334583"/>
                  </a:lnTo>
                  <a:lnTo>
                    <a:pt x="8460709" y="1244357"/>
                  </a:lnTo>
                  <a:lnTo>
                    <a:pt x="8428265" y="1156745"/>
                  </a:lnTo>
                  <a:lnTo>
                    <a:pt x="8395834" y="1072147"/>
                  </a:lnTo>
                  <a:lnTo>
                    <a:pt x="8363377" y="990898"/>
                  </a:lnTo>
                  <a:lnTo>
                    <a:pt x="8330835" y="913261"/>
                  </a:lnTo>
                  <a:lnTo>
                    <a:pt x="8298127" y="839427"/>
                  </a:lnTo>
                  <a:lnTo>
                    <a:pt x="8265151" y="769518"/>
                  </a:lnTo>
                  <a:lnTo>
                    <a:pt x="8231774" y="703589"/>
                  </a:lnTo>
                  <a:lnTo>
                    <a:pt x="8197834" y="641634"/>
                  </a:lnTo>
                  <a:lnTo>
                    <a:pt x="8163132" y="583591"/>
                  </a:lnTo>
                  <a:lnTo>
                    <a:pt x="8151487" y="565299"/>
                  </a:lnTo>
                  <a:lnTo>
                    <a:pt x="8105683" y="499023"/>
                  </a:lnTo>
                  <a:lnTo>
                    <a:pt x="8057561" y="438831"/>
                  </a:lnTo>
                  <a:lnTo>
                    <a:pt x="8006443" y="384472"/>
                  </a:lnTo>
                  <a:lnTo>
                    <a:pt x="7951583" y="335488"/>
                  </a:lnTo>
                  <a:lnTo>
                    <a:pt x="7892215" y="291343"/>
                  </a:lnTo>
                  <a:lnTo>
                    <a:pt x="7827602" y="251498"/>
                  </a:lnTo>
                  <a:lnTo>
                    <a:pt x="7757093" y="215459"/>
                  </a:lnTo>
                  <a:lnTo>
                    <a:pt x="7680209" y="182802"/>
                  </a:lnTo>
                  <a:lnTo>
                    <a:pt x="7596754" y="153191"/>
                  </a:lnTo>
                  <a:lnTo>
                    <a:pt x="7506955" y="126383"/>
                  </a:lnTo>
                  <a:lnTo>
                    <a:pt x="7411620" y="102229"/>
                  </a:lnTo>
                  <a:lnTo>
                    <a:pt x="7312291" y="80668"/>
                  </a:lnTo>
                  <a:lnTo>
                    <a:pt x="7211344" y="61712"/>
                  </a:lnTo>
                  <a:lnTo>
                    <a:pt x="7111965" y="45412"/>
                  </a:lnTo>
                  <a:lnTo>
                    <a:pt x="7017950" y="31825"/>
                  </a:lnTo>
                  <a:lnTo>
                    <a:pt x="6933283" y="20955"/>
                  </a:lnTo>
                  <a:lnTo>
                    <a:pt x="6861547" y="12717"/>
                  </a:lnTo>
                  <a:lnTo>
                    <a:pt x="6805271" y="6902"/>
                  </a:lnTo>
                  <a:lnTo>
                    <a:pt x="6765406" y="3179"/>
                  </a:lnTo>
                  <a:lnTo>
                    <a:pt x="6741056" y="1115"/>
                  </a:lnTo>
                  <a:lnTo>
                    <a:pt x="6729504" y="223"/>
                  </a:lnTo>
                  <a:lnTo>
                    <a:pt x="6726432" y="5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118" y="95"/>
                  </a:lnTo>
                  <a:lnTo>
                    <a:pt x="5248584" y="775"/>
                  </a:lnTo>
                  <a:lnTo>
                    <a:pt x="5234513" y="2653"/>
                  </a:lnTo>
                  <a:lnTo>
                    <a:pt x="5209056" y="6357"/>
                  </a:lnTo>
                  <a:lnTo>
                    <a:pt x="5170505" y="12487"/>
                  </a:lnTo>
                  <a:lnTo>
                    <a:pt x="5118413" y="21572"/>
                  </a:lnTo>
                  <a:lnTo>
                    <a:pt x="5053583" y="34018"/>
                  </a:lnTo>
                  <a:lnTo>
                    <a:pt x="4977894" y="50092"/>
                  </a:lnTo>
                  <a:lnTo>
                    <a:pt x="4893971" y="69918"/>
                  </a:lnTo>
                  <a:lnTo>
                    <a:pt x="4804785" y="93506"/>
                  </a:lnTo>
                  <a:lnTo>
                    <a:pt x="4713269" y="120798"/>
                  </a:lnTo>
                  <a:lnTo>
                    <a:pt x="4622021" y="151720"/>
                  </a:lnTo>
                  <a:lnTo>
                    <a:pt x="4533125" y="186225"/>
                  </a:lnTo>
                  <a:lnTo>
                    <a:pt x="4448089" y="224334"/>
                  </a:lnTo>
                  <a:lnTo>
                    <a:pt x="4367875" y="266157"/>
                  </a:lnTo>
                  <a:lnTo>
                    <a:pt x="4292968" y="311909"/>
                  </a:lnTo>
                  <a:lnTo>
                    <a:pt x="4223482" y="361913"/>
                  </a:lnTo>
                  <a:lnTo>
                    <a:pt x="4159253" y="416599"/>
                  </a:lnTo>
                  <a:lnTo>
                    <a:pt x="4099927" y="476494"/>
                  </a:lnTo>
                  <a:lnTo>
                    <a:pt x="4045029" y="542211"/>
                  </a:lnTo>
                  <a:lnTo>
                    <a:pt x="3994013" y="614419"/>
                  </a:lnTo>
                  <a:lnTo>
                    <a:pt x="3946309" y="693802"/>
                  </a:lnTo>
                  <a:lnTo>
                    <a:pt x="3901348" y="780993"/>
                  </a:lnTo>
                  <a:lnTo>
                    <a:pt x="3858592" y="876463"/>
                  </a:lnTo>
                  <a:lnTo>
                    <a:pt x="3829811" y="948067"/>
                  </a:lnTo>
                  <a:lnTo>
                    <a:pt x="3802031" y="1022896"/>
                  </a:lnTo>
                  <a:lnTo>
                    <a:pt x="3774805" y="1101778"/>
                  </a:lnTo>
                  <a:lnTo>
                    <a:pt x="3748022" y="1184793"/>
                  </a:lnTo>
                  <a:lnTo>
                    <a:pt x="3721586" y="1271985"/>
                  </a:lnTo>
                  <a:lnTo>
                    <a:pt x="3695415" y="1363365"/>
                  </a:lnTo>
                  <a:lnTo>
                    <a:pt x="3669441" y="1458899"/>
                  </a:lnTo>
                  <a:lnTo>
                    <a:pt x="3643605" y="1558514"/>
                  </a:lnTo>
                  <a:lnTo>
                    <a:pt x="3617861" y="1662090"/>
                  </a:lnTo>
                  <a:lnTo>
                    <a:pt x="3592169" y="1769462"/>
                  </a:lnTo>
                  <a:lnTo>
                    <a:pt x="3566501" y="1880417"/>
                  </a:lnTo>
                  <a:lnTo>
                    <a:pt x="3540833" y="1994696"/>
                  </a:lnTo>
                  <a:lnTo>
                    <a:pt x="3515149" y="2111994"/>
                  </a:lnTo>
                  <a:lnTo>
                    <a:pt x="3489441" y="2231962"/>
                  </a:lnTo>
                  <a:lnTo>
                    <a:pt x="3463705" y="2354212"/>
                  </a:lnTo>
                  <a:lnTo>
                    <a:pt x="3437940" y="2478323"/>
                  </a:lnTo>
                  <a:lnTo>
                    <a:pt x="3412151" y="2603842"/>
                  </a:lnTo>
                  <a:lnTo>
                    <a:pt x="3386344" y="2730295"/>
                  </a:lnTo>
                  <a:lnTo>
                    <a:pt x="3360529" y="2857194"/>
                  </a:lnTo>
                  <a:lnTo>
                    <a:pt x="3334715" y="2984042"/>
                  </a:lnTo>
                  <a:lnTo>
                    <a:pt x="3308912" y="3110344"/>
                  </a:lnTo>
                  <a:lnTo>
                    <a:pt x="3283127" y="3235612"/>
                  </a:lnTo>
                  <a:lnTo>
                    <a:pt x="3257368" y="3359378"/>
                  </a:lnTo>
                  <a:lnTo>
                    <a:pt x="3231637" y="3481195"/>
                  </a:lnTo>
                  <a:lnTo>
                    <a:pt x="3205935" y="3600646"/>
                  </a:lnTo>
                  <a:lnTo>
                    <a:pt x="3180256" y="3717353"/>
                  </a:lnTo>
                  <a:lnTo>
                    <a:pt x="3154589" y="3830975"/>
                  </a:lnTo>
                  <a:lnTo>
                    <a:pt x="3128918" y="3941217"/>
                  </a:lnTo>
                  <a:lnTo>
                    <a:pt x="3103218" y="4047828"/>
                  </a:lnTo>
                  <a:lnTo>
                    <a:pt x="3077459" y="4150605"/>
                  </a:lnTo>
                  <a:lnTo>
                    <a:pt x="3051599" y="4249393"/>
                  </a:lnTo>
                  <a:lnTo>
                    <a:pt x="3025589" y="4344082"/>
                  </a:lnTo>
                  <a:lnTo>
                    <a:pt x="2999370" y="4434606"/>
                  </a:lnTo>
                  <a:lnTo>
                    <a:pt x="2972870" y="4520941"/>
                  </a:lnTo>
                  <a:lnTo>
                    <a:pt x="2946004" y="4603106"/>
                  </a:lnTo>
                  <a:lnTo>
                    <a:pt x="2918675" y="4681151"/>
                  </a:lnTo>
                  <a:lnTo>
                    <a:pt x="2896531" y="4740339"/>
                  </a:lnTo>
                  <a:lnTo>
                    <a:pt x="2855024" y="4841703"/>
                  </a:lnTo>
                  <a:lnTo>
                    <a:pt x="2811654" y="4934635"/>
                  </a:lnTo>
                  <a:lnTo>
                    <a:pt x="2765922" y="5019405"/>
                  </a:lnTo>
                  <a:lnTo>
                    <a:pt x="2717278" y="5096548"/>
                  </a:lnTo>
                  <a:lnTo>
                    <a:pt x="2665148" y="5166720"/>
                  </a:lnTo>
                  <a:lnTo>
                    <a:pt x="2608966" y="5230608"/>
                  </a:lnTo>
                  <a:lnTo>
                    <a:pt x="2548203" y="5288867"/>
                  </a:lnTo>
                  <a:lnTo>
                    <a:pt x="2482415" y="5342086"/>
                  </a:lnTo>
                  <a:lnTo>
                    <a:pt x="2411296" y="5390764"/>
                  </a:lnTo>
                  <a:lnTo>
                    <a:pt x="2334757" y="5435299"/>
                  </a:lnTo>
                  <a:lnTo>
                    <a:pt x="2253013" y="5475981"/>
                  </a:lnTo>
                  <a:lnTo>
                    <a:pt x="2166685" y="5512993"/>
                  </a:lnTo>
                  <a:lnTo>
                    <a:pt x="2076892" y="5546415"/>
                  </a:lnTo>
                  <a:lnTo>
                    <a:pt x="1985317" y="5576247"/>
                  </a:lnTo>
                  <a:lnTo>
                    <a:pt x="1894213" y="5602427"/>
                  </a:lnTo>
                  <a:lnTo>
                    <a:pt x="1806300" y="5624881"/>
                  </a:lnTo>
                  <a:lnTo>
                    <a:pt x="1724562" y="5643567"/>
                  </a:lnTo>
                  <a:lnTo>
                    <a:pt x="1651906" y="5658525"/>
                  </a:lnTo>
                  <a:lnTo>
                    <a:pt x="1590774" y="5669920"/>
                  </a:lnTo>
                  <a:lnTo>
                    <a:pt x="1542747" y="5678062"/>
                  </a:lnTo>
                  <a:lnTo>
                    <a:pt x="1508262" y="5683398"/>
                  </a:lnTo>
                  <a:lnTo>
                    <a:pt x="1486483" y="5686484"/>
                  </a:lnTo>
                  <a:lnTo>
                    <a:pt x="1475342" y="5687934"/>
                  </a:lnTo>
                  <a:lnTo>
                    <a:pt x="1471675" y="5688374"/>
                  </a:lnTo>
                  <a:lnTo>
                    <a:pt x="1471387" y="5688406"/>
                  </a:lnTo>
                  <a:lnTo>
                    <a:pt x="0" y="568840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59" name="pg1859"/>
            <p:cNvSpPr/>
            <p:nvPr/>
          </p:nvSpPr>
          <p:spPr>
            <a:xfrm>
              <a:off x="4799595" y="3745647"/>
              <a:ext cx="11981298" cy="6579263"/>
            </a:xfrm>
            <a:custGeom>
              <a:avLst/>
              <a:pathLst>
                <a:path w="11981298" h="6579263">
                  <a:moveTo>
                    <a:pt x="0" y="6579263"/>
                  </a:moveTo>
                  <a:lnTo>
                    <a:pt x="1471387" y="6579263"/>
                  </a:lnTo>
                  <a:lnTo>
                    <a:pt x="1472612" y="6579238"/>
                  </a:lnTo>
                  <a:lnTo>
                    <a:pt x="1480650" y="6579055"/>
                  </a:lnTo>
                  <a:lnTo>
                    <a:pt x="1500868" y="6578552"/>
                  </a:lnTo>
                  <a:lnTo>
                    <a:pt x="1536900" y="6577560"/>
                  </a:lnTo>
                  <a:lnTo>
                    <a:pt x="1590377" y="6575929"/>
                  </a:lnTo>
                  <a:lnTo>
                    <a:pt x="1660801" y="6573537"/>
                  </a:lnTo>
                  <a:lnTo>
                    <a:pt x="1745764" y="6570303"/>
                  </a:lnTo>
                  <a:lnTo>
                    <a:pt x="1841504" y="6566191"/>
                  </a:lnTo>
                  <a:lnTo>
                    <a:pt x="1943655" y="6561197"/>
                  </a:lnTo>
                  <a:lnTo>
                    <a:pt x="2047969" y="6555340"/>
                  </a:lnTo>
                  <a:lnTo>
                    <a:pt x="2150841" y="6548637"/>
                  </a:lnTo>
                  <a:lnTo>
                    <a:pt x="2249579" y="6541093"/>
                  </a:lnTo>
                  <a:lnTo>
                    <a:pt x="2342441" y="6532689"/>
                  </a:lnTo>
                  <a:lnTo>
                    <a:pt x="2428526" y="6523375"/>
                  </a:lnTo>
                  <a:lnTo>
                    <a:pt x="2507595" y="6513070"/>
                  </a:lnTo>
                  <a:lnTo>
                    <a:pt x="2579888" y="6501658"/>
                  </a:lnTo>
                  <a:lnTo>
                    <a:pt x="2645952" y="6488996"/>
                  </a:lnTo>
                  <a:lnTo>
                    <a:pt x="2706520" y="6474915"/>
                  </a:lnTo>
                  <a:lnTo>
                    <a:pt x="2762418" y="6459234"/>
                  </a:lnTo>
                  <a:lnTo>
                    <a:pt x="2814487" y="6441776"/>
                  </a:lnTo>
                  <a:lnTo>
                    <a:pt x="2863539" y="6422399"/>
                  </a:lnTo>
                  <a:lnTo>
                    <a:pt x="2896531" y="6407630"/>
                  </a:lnTo>
                  <a:lnTo>
                    <a:pt x="2947104" y="6382196"/>
                  </a:lnTo>
                  <a:lnTo>
                    <a:pt x="2996117" y="6354251"/>
                  </a:lnTo>
                  <a:lnTo>
                    <a:pt x="3044142" y="6323755"/>
                  </a:lnTo>
                  <a:lnTo>
                    <a:pt x="3091599" y="6290749"/>
                  </a:lnTo>
                  <a:lnTo>
                    <a:pt x="3138792" y="6255362"/>
                  </a:lnTo>
                  <a:lnTo>
                    <a:pt x="3185918" y="6217821"/>
                  </a:lnTo>
                  <a:lnTo>
                    <a:pt x="3233091" y="6178446"/>
                  </a:lnTo>
                  <a:lnTo>
                    <a:pt x="3280357" y="6137646"/>
                  </a:lnTo>
                  <a:lnTo>
                    <a:pt x="3327708" y="6095901"/>
                  </a:lnTo>
                  <a:lnTo>
                    <a:pt x="3375102" y="6053744"/>
                  </a:lnTo>
                  <a:lnTo>
                    <a:pt x="3422481" y="6011726"/>
                  </a:lnTo>
                  <a:lnTo>
                    <a:pt x="3469793" y="5970393"/>
                  </a:lnTo>
                  <a:lnTo>
                    <a:pt x="3517010" y="5930254"/>
                  </a:lnTo>
                  <a:lnTo>
                    <a:pt x="3564150" y="5891756"/>
                  </a:lnTo>
                  <a:lnTo>
                    <a:pt x="3611290" y="5855266"/>
                  </a:lnTo>
                  <a:lnTo>
                    <a:pt x="3658585" y="5821055"/>
                  </a:lnTo>
                  <a:lnTo>
                    <a:pt x="3706284" y="5789302"/>
                  </a:lnTo>
                  <a:lnTo>
                    <a:pt x="3754744" y="5760090"/>
                  </a:lnTo>
                  <a:lnTo>
                    <a:pt x="3804461" y="5733419"/>
                  </a:lnTo>
                  <a:lnTo>
                    <a:pt x="3829811" y="5721098"/>
                  </a:lnTo>
                  <a:lnTo>
                    <a:pt x="3877185" y="5700335"/>
                  </a:lnTo>
                  <a:lnTo>
                    <a:pt x="3927058" y="5681542"/>
                  </a:lnTo>
                  <a:lnTo>
                    <a:pt x="3980183" y="5664632"/>
                  </a:lnTo>
                  <a:lnTo>
                    <a:pt x="4037387" y="5649448"/>
                  </a:lnTo>
                  <a:lnTo>
                    <a:pt x="4099514" y="5635810"/>
                  </a:lnTo>
                  <a:lnTo>
                    <a:pt x="4167368" y="5623538"/>
                  </a:lnTo>
                  <a:lnTo>
                    <a:pt x="4241639" y="5612470"/>
                  </a:lnTo>
                  <a:lnTo>
                    <a:pt x="4322797" y="5602472"/>
                  </a:lnTo>
                  <a:lnTo>
                    <a:pt x="4410958" y="5593437"/>
                  </a:lnTo>
                  <a:lnTo>
                    <a:pt x="4505704" y="5585294"/>
                  </a:lnTo>
                  <a:lnTo>
                    <a:pt x="4605901" y="5578001"/>
                  </a:lnTo>
                  <a:lnTo>
                    <a:pt x="4709530" y="5571549"/>
                  </a:lnTo>
                  <a:lnTo>
                    <a:pt x="4813612" y="5565948"/>
                  </a:lnTo>
                  <a:lnTo>
                    <a:pt x="4914311" y="5561217"/>
                  </a:lnTo>
                  <a:lnTo>
                    <a:pt x="5007277" y="5557368"/>
                  </a:lnTo>
                  <a:lnTo>
                    <a:pt x="5088243" y="5554392"/>
                  </a:lnTo>
                  <a:lnTo>
                    <a:pt x="5153778" y="5552237"/>
                  </a:lnTo>
                  <a:lnTo>
                    <a:pt x="5202000" y="5550812"/>
                  </a:lnTo>
                  <a:lnTo>
                    <a:pt x="5233042" y="5549983"/>
                  </a:lnTo>
                  <a:lnTo>
                    <a:pt x="5249157" y="5549593"/>
                  </a:lnTo>
                  <a:lnTo>
                    <a:pt x="5254525" y="5549474"/>
                  </a:lnTo>
                  <a:lnTo>
                    <a:pt x="5254955" y="5549465"/>
                  </a:lnTo>
                  <a:lnTo>
                    <a:pt x="6726343" y="5549465"/>
                  </a:lnTo>
                  <a:lnTo>
                    <a:pt x="6727189" y="5549371"/>
                  </a:lnTo>
                  <a:lnTo>
                    <a:pt x="6732784" y="5548701"/>
                  </a:lnTo>
                  <a:lnTo>
                    <a:pt x="6747006" y="5546850"/>
                  </a:lnTo>
                  <a:lnTo>
                    <a:pt x="6772726" y="5543201"/>
                  </a:lnTo>
                  <a:lnTo>
                    <a:pt x="6811655" y="5537161"/>
                  </a:lnTo>
                  <a:lnTo>
                    <a:pt x="6864224" y="5528213"/>
                  </a:lnTo>
                  <a:lnTo>
                    <a:pt x="6929595" y="5515957"/>
                  </a:lnTo>
                  <a:lnTo>
                    <a:pt x="7005844" y="5500136"/>
                  </a:lnTo>
                  <a:lnTo>
                    <a:pt x="7090303" y="5480631"/>
                  </a:lnTo>
                  <a:lnTo>
                    <a:pt x="7179960" y="5457434"/>
                  </a:lnTo>
                  <a:lnTo>
                    <a:pt x="7271858" y="5430604"/>
                  </a:lnTo>
                  <a:lnTo>
                    <a:pt x="7363388" y="5400214"/>
                  </a:lnTo>
                  <a:lnTo>
                    <a:pt x="7452467" y="5366308"/>
                  </a:lnTo>
                  <a:lnTo>
                    <a:pt x="7537596" y="5328861"/>
                  </a:lnTo>
                  <a:lnTo>
                    <a:pt x="7617831" y="5287760"/>
                  </a:lnTo>
                  <a:lnTo>
                    <a:pt x="7692702" y="5242788"/>
                  </a:lnTo>
                  <a:lnTo>
                    <a:pt x="7762114" y="5193619"/>
                  </a:lnTo>
                  <a:lnTo>
                    <a:pt x="7826247" y="5139824"/>
                  </a:lnTo>
                  <a:lnTo>
                    <a:pt x="7885469" y="5080877"/>
                  </a:lnTo>
                  <a:lnTo>
                    <a:pt x="7940269" y="5016169"/>
                  </a:lnTo>
                  <a:lnTo>
                    <a:pt x="7991199" y="4945040"/>
                  </a:lnTo>
                  <a:lnTo>
                    <a:pt x="8038838" y="4866816"/>
                  </a:lnTo>
                  <a:lnTo>
                    <a:pt x="8083761" y="4780881"/>
                  </a:lnTo>
                  <a:lnTo>
                    <a:pt x="8126507" y="4686792"/>
                  </a:lnTo>
                  <a:lnTo>
                    <a:pt x="8151487" y="4625917"/>
                  </a:lnTo>
                  <a:lnTo>
                    <a:pt x="8179607" y="4552094"/>
                  </a:lnTo>
                  <a:lnTo>
                    <a:pt x="8207162" y="4474223"/>
                  </a:lnTo>
                  <a:lnTo>
                    <a:pt x="8234266" y="4392224"/>
                  </a:lnTo>
                  <a:lnTo>
                    <a:pt x="8261017" y="4306053"/>
                  </a:lnTo>
                  <a:lnTo>
                    <a:pt x="8287500" y="4215702"/>
                  </a:lnTo>
                  <a:lnTo>
                    <a:pt x="8313785" y="4121206"/>
                  </a:lnTo>
                  <a:lnTo>
                    <a:pt x="8339932" y="4022643"/>
                  </a:lnTo>
                  <a:lnTo>
                    <a:pt x="8365989" y="3920138"/>
                  </a:lnTo>
                  <a:lnTo>
                    <a:pt x="8391996" y="3813861"/>
                  </a:lnTo>
                  <a:lnTo>
                    <a:pt x="8417982" y="3704033"/>
                  </a:lnTo>
                  <a:lnTo>
                    <a:pt x="8443970" y="3590923"/>
                  </a:lnTo>
                  <a:lnTo>
                    <a:pt x="8469975" y="3474843"/>
                  </a:lnTo>
                  <a:lnTo>
                    <a:pt x="8496007" y="3356153"/>
                  </a:lnTo>
                  <a:lnTo>
                    <a:pt x="8522068" y="3235249"/>
                  </a:lnTo>
                  <a:lnTo>
                    <a:pt x="8548157" y="3112565"/>
                  </a:lnTo>
                  <a:lnTo>
                    <a:pt x="8574270" y="2988561"/>
                  </a:lnTo>
                  <a:lnTo>
                    <a:pt x="8600399" y="2863720"/>
                  </a:lnTo>
                  <a:lnTo>
                    <a:pt x="8626535" y="2738538"/>
                  </a:lnTo>
                  <a:lnTo>
                    <a:pt x="8652668" y="2613519"/>
                  </a:lnTo>
                  <a:lnTo>
                    <a:pt x="8678788" y="2489160"/>
                  </a:lnTo>
                  <a:lnTo>
                    <a:pt x="8704886" y="2365951"/>
                  </a:lnTo>
                  <a:lnTo>
                    <a:pt x="8730958" y="2244361"/>
                  </a:lnTo>
                  <a:lnTo>
                    <a:pt x="8757000" y="2124834"/>
                  </a:lnTo>
                  <a:lnTo>
                    <a:pt x="8783013" y="2007781"/>
                  </a:lnTo>
                  <a:lnTo>
                    <a:pt x="8809006" y="1893573"/>
                  </a:lnTo>
                  <a:lnTo>
                    <a:pt x="8834991" y="1782542"/>
                  </a:lnTo>
                  <a:lnTo>
                    <a:pt x="8860987" y="1674971"/>
                  </a:lnTo>
                  <a:lnTo>
                    <a:pt x="8887022" y="1571099"/>
                  </a:lnTo>
                  <a:lnTo>
                    <a:pt x="8913132" y="1471113"/>
                  </a:lnTo>
                  <a:lnTo>
                    <a:pt x="8939362" y="1375156"/>
                  </a:lnTo>
                  <a:lnTo>
                    <a:pt x="8965767" y="1283321"/>
                  </a:lnTo>
                  <a:lnTo>
                    <a:pt x="8992414" y="1195658"/>
                  </a:lnTo>
                  <a:lnTo>
                    <a:pt x="9019381" y="1112175"/>
                  </a:lnTo>
                  <a:lnTo>
                    <a:pt x="9046763" y="1032840"/>
                  </a:lnTo>
                  <a:lnTo>
                    <a:pt x="9074667" y="957585"/>
                  </a:lnTo>
                  <a:lnTo>
                    <a:pt x="9084767" y="931721"/>
                  </a:lnTo>
                  <a:lnTo>
                    <a:pt x="9126435" y="832620"/>
                  </a:lnTo>
                  <a:lnTo>
                    <a:pt x="9169981" y="741794"/>
                  </a:lnTo>
                  <a:lnTo>
                    <a:pt x="9215911" y="658976"/>
                  </a:lnTo>
                  <a:lnTo>
                    <a:pt x="9264783" y="583638"/>
                  </a:lnTo>
                  <a:lnTo>
                    <a:pt x="9317176" y="515131"/>
                  </a:lnTo>
                  <a:lnTo>
                    <a:pt x="9373662" y="452781"/>
                  </a:lnTo>
                  <a:lnTo>
                    <a:pt x="9434775" y="395941"/>
                  </a:lnTo>
                  <a:lnTo>
                    <a:pt x="9500962" y="344034"/>
                  </a:lnTo>
                  <a:lnTo>
                    <a:pt x="9572526" y="296572"/>
                  </a:lnTo>
                  <a:lnTo>
                    <a:pt x="9649549" y="253164"/>
                  </a:lnTo>
                  <a:lnTo>
                    <a:pt x="9731801" y="213529"/>
                  </a:lnTo>
                  <a:lnTo>
                    <a:pt x="9818636" y="177492"/>
                  </a:lnTo>
                  <a:lnTo>
                    <a:pt x="9908897" y="144976"/>
                  </a:lnTo>
                  <a:lnTo>
                    <a:pt x="10000853" y="115987"/>
                  </a:lnTo>
                  <a:lnTo>
                    <a:pt x="10092201" y="90585"/>
                  </a:lnTo>
                  <a:lnTo>
                    <a:pt x="10180165" y="68845"/>
                  </a:lnTo>
                  <a:lnTo>
                    <a:pt x="10261725" y="50804"/>
                  </a:lnTo>
                  <a:lnTo>
                    <a:pt x="10333956" y="36415"/>
                  </a:lnTo>
                  <a:lnTo>
                    <a:pt x="10394437" y="25508"/>
                  </a:lnTo>
                  <a:lnTo>
                    <a:pt x="10441640" y="17766"/>
                  </a:lnTo>
                  <a:lnTo>
                    <a:pt x="10475217" y="12739"/>
                  </a:lnTo>
                  <a:lnTo>
                    <a:pt x="10496114" y="9874"/>
                  </a:lnTo>
                  <a:lnTo>
                    <a:pt x="10506521" y="8565"/>
                  </a:lnTo>
                  <a:lnTo>
                    <a:pt x="10509720" y="8193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9065" y="94"/>
                  </a:lnTo>
                  <a:lnTo>
                    <a:pt x="10503469" y="764"/>
                  </a:lnTo>
                  <a:lnTo>
                    <a:pt x="10489247" y="2615"/>
                  </a:lnTo>
                  <a:lnTo>
                    <a:pt x="10463527" y="6264"/>
                  </a:lnTo>
                  <a:lnTo>
                    <a:pt x="10424598" y="12304"/>
                  </a:lnTo>
                  <a:lnTo>
                    <a:pt x="10372029" y="21252"/>
                  </a:lnTo>
                  <a:lnTo>
                    <a:pt x="10306658" y="33508"/>
                  </a:lnTo>
                  <a:lnTo>
                    <a:pt x="10230409" y="49329"/>
                  </a:lnTo>
                  <a:lnTo>
                    <a:pt x="10145951" y="68834"/>
                  </a:lnTo>
                  <a:lnTo>
                    <a:pt x="10056293" y="92031"/>
                  </a:lnTo>
                  <a:lnTo>
                    <a:pt x="9964395" y="118861"/>
                  </a:lnTo>
                  <a:lnTo>
                    <a:pt x="9872865" y="149251"/>
                  </a:lnTo>
                  <a:lnTo>
                    <a:pt x="9783786" y="183157"/>
                  </a:lnTo>
                  <a:lnTo>
                    <a:pt x="9698657" y="220603"/>
                  </a:lnTo>
                  <a:lnTo>
                    <a:pt x="9618422" y="261704"/>
                  </a:lnTo>
                  <a:lnTo>
                    <a:pt x="9543551" y="306677"/>
                  </a:lnTo>
                  <a:lnTo>
                    <a:pt x="9474139" y="355846"/>
                  </a:lnTo>
                  <a:lnTo>
                    <a:pt x="9410006" y="409641"/>
                  </a:lnTo>
                  <a:lnTo>
                    <a:pt x="9350784" y="468588"/>
                  </a:lnTo>
                  <a:lnTo>
                    <a:pt x="9295984" y="533295"/>
                  </a:lnTo>
                  <a:lnTo>
                    <a:pt x="9245055" y="604425"/>
                  </a:lnTo>
                  <a:lnTo>
                    <a:pt x="9197415" y="682649"/>
                  </a:lnTo>
                  <a:lnTo>
                    <a:pt x="9152493" y="768584"/>
                  </a:lnTo>
                  <a:lnTo>
                    <a:pt x="9109747" y="862673"/>
                  </a:lnTo>
                  <a:lnTo>
                    <a:pt x="9084767" y="923548"/>
                  </a:lnTo>
                  <a:lnTo>
                    <a:pt x="9056646" y="997371"/>
                  </a:lnTo>
                  <a:lnTo>
                    <a:pt x="9029091" y="1075242"/>
                  </a:lnTo>
                  <a:lnTo>
                    <a:pt x="9001988" y="1157241"/>
                  </a:lnTo>
                  <a:lnTo>
                    <a:pt x="8975236" y="1243412"/>
                  </a:lnTo>
                  <a:lnTo>
                    <a:pt x="8948754" y="1333763"/>
                  </a:lnTo>
                  <a:lnTo>
                    <a:pt x="8922468" y="1428259"/>
                  </a:lnTo>
                  <a:lnTo>
                    <a:pt x="8896321" y="1526822"/>
                  </a:lnTo>
                  <a:lnTo>
                    <a:pt x="8870264" y="1629327"/>
                  </a:lnTo>
                  <a:lnTo>
                    <a:pt x="8844257" y="1735604"/>
                  </a:lnTo>
                  <a:lnTo>
                    <a:pt x="8818271" y="1845432"/>
                  </a:lnTo>
                  <a:lnTo>
                    <a:pt x="8792283" y="1958542"/>
                  </a:lnTo>
                  <a:lnTo>
                    <a:pt x="8766278" y="2074622"/>
                  </a:lnTo>
                  <a:lnTo>
                    <a:pt x="8740246" y="2193312"/>
                  </a:lnTo>
                  <a:lnTo>
                    <a:pt x="8714185" y="2314216"/>
                  </a:lnTo>
                  <a:lnTo>
                    <a:pt x="8688096" y="2436900"/>
                  </a:lnTo>
                  <a:lnTo>
                    <a:pt x="8661983" y="2560904"/>
                  </a:lnTo>
                  <a:lnTo>
                    <a:pt x="8635854" y="2685745"/>
                  </a:lnTo>
                  <a:lnTo>
                    <a:pt x="8609718" y="2810926"/>
                  </a:lnTo>
                  <a:lnTo>
                    <a:pt x="8583585" y="2935946"/>
                  </a:lnTo>
                  <a:lnTo>
                    <a:pt x="8557465" y="3060305"/>
                  </a:lnTo>
                  <a:lnTo>
                    <a:pt x="8531367" y="3183514"/>
                  </a:lnTo>
                  <a:lnTo>
                    <a:pt x="8505295" y="3305104"/>
                  </a:lnTo>
                  <a:lnTo>
                    <a:pt x="8479254" y="3424631"/>
                  </a:lnTo>
                  <a:lnTo>
                    <a:pt x="8453240" y="3541684"/>
                  </a:lnTo>
                  <a:lnTo>
                    <a:pt x="8427247" y="3655892"/>
                  </a:lnTo>
                  <a:lnTo>
                    <a:pt x="8401262" y="3766923"/>
                  </a:lnTo>
                  <a:lnTo>
                    <a:pt x="8375266" y="3874494"/>
                  </a:lnTo>
                  <a:lnTo>
                    <a:pt x="8349231" y="3978366"/>
                  </a:lnTo>
                  <a:lnTo>
                    <a:pt x="8323121" y="4078351"/>
                  </a:lnTo>
                  <a:lnTo>
                    <a:pt x="8296891" y="4174309"/>
                  </a:lnTo>
                  <a:lnTo>
                    <a:pt x="8270486" y="4266144"/>
                  </a:lnTo>
                  <a:lnTo>
                    <a:pt x="8243839" y="4353806"/>
                  </a:lnTo>
                  <a:lnTo>
                    <a:pt x="8216872" y="4437290"/>
                  </a:lnTo>
                  <a:lnTo>
                    <a:pt x="8189491" y="4516625"/>
                  </a:lnTo>
                  <a:lnTo>
                    <a:pt x="8161586" y="4591880"/>
                  </a:lnTo>
                  <a:lnTo>
                    <a:pt x="8151487" y="4617744"/>
                  </a:lnTo>
                  <a:lnTo>
                    <a:pt x="8109818" y="4716845"/>
                  </a:lnTo>
                  <a:lnTo>
                    <a:pt x="8066272" y="4807671"/>
                  </a:lnTo>
                  <a:lnTo>
                    <a:pt x="8020342" y="4890489"/>
                  </a:lnTo>
                  <a:lnTo>
                    <a:pt x="7971470" y="4965827"/>
                  </a:lnTo>
                  <a:lnTo>
                    <a:pt x="7919077" y="5034333"/>
                  </a:lnTo>
                  <a:lnTo>
                    <a:pt x="7862591" y="5096684"/>
                  </a:lnTo>
                  <a:lnTo>
                    <a:pt x="7801478" y="5153524"/>
                  </a:lnTo>
                  <a:lnTo>
                    <a:pt x="7735291" y="5205431"/>
                  </a:lnTo>
                  <a:lnTo>
                    <a:pt x="7663727" y="5252893"/>
                  </a:lnTo>
                  <a:lnTo>
                    <a:pt x="7586704" y="5296301"/>
                  </a:lnTo>
                  <a:lnTo>
                    <a:pt x="7504452" y="5335936"/>
                  </a:lnTo>
                  <a:lnTo>
                    <a:pt x="7417617" y="5371973"/>
                  </a:lnTo>
                  <a:lnTo>
                    <a:pt x="7327356" y="5404489"/>
                  </a:lnTo>
                  <a:lnTo>
                    <a:pt x="7235400" y="5433478"/>
                  </a:lnTo>
                  <a:lnTo>
                    <a:pt x="7144052" y="5458879"/>
                  </a:lnTo>
                  <a:lnTo>
                    <a:pt x="7056088" y="5480620"/>
                  </a:lnTo>
                  <a:lnTo>
                    <a:pt x="6974528" y="5498661"/>
                  </a:lnTo>
                  <a:lnTo>
                    <a:pt x="6902297" y="5513049"/>
                  </a:lnTo>
                  <a:lnTo>
                    <a:pt x="6841817" y="5523957"/>
                  </a:lnTo>
                  <a:lnTo>
                    <a:pt x="6794614" y="5531699"/>
                  </a:lnTo>
                  <a:lnTo>
                    <a:pt x="6761036" y="5536726"/>
                  </a:lnTo>
                  <a:lnTo>
                    <a:pt x="6740139" y="5539590"/>
                  </a:lnTo>
                  <a:lnTo>
                    <a:pt x="6729733" y="5540900"/>
                  </a:lnTo>
                  <a:lnTo>
                    <a:pt x="6726533" y="5541272"/>
                  </a:lnTo>
                  <a:lnTo>
                    <a:pt x="6726343" y="5541292"/>
                  </a:lnTo>
                  <a:lnTo>
                    <a:pt x="5254955" y="5541292"/>
                  </a:lnTo>
                  <a:lnTo>
                    <a:pt x="5253730" y="5541318"/>
                  </a:lnTo>
                  <a:lnTo>
                    <a:pt x="5245692" y="5541500"/>
                  </a:lnTo>
                  <a:lnTo>
                    <a:pt x="5225474" y="5542004"/>
                  </a:lnTo>
                  <a:lnTo>
                    <a:pt x="5189442" y="5542995"/>
                  </a:lnTo>
                  <a:lnTo>
                    <a:pt x="5135965" y="5544626"/>
                  </a:lnTo>
                  <a:lnTo>
                    <a:pt x="5065541" y="5547019"/>
                  </a:lnTo>
                  <a:lnTo>
                    <a:pt x="4980579" y="5550252"/>
                  </a:lnTo>
                  <a:lnTo>
                    <a:pt x="4884838" y="5554365"/>
                  </a:lnTo>
                  <a:lnTo>
                    <a:pt x="4782687" y="5559358"/>
                  </a:lnTo>
                  <a:lnTo>
                    <a:pt x="4678373" y="5565215"/>
                  </a:lnTo>
                  <a:lnTo>
                    <a:pt x="4575501" y="5571919"/>
                  </a:lnTo>
                  <a:lnTo>
                    <a:pt x="4476763" y="5579463"/>
                  </a:lnTo>
                  <a:lnTo>
                    <a:pt x="4383901" y="5587867"/>
                  </a:lnTo>
                  <a:lnTo>
                    <a:pt x="4297816" y="5597180"/>
                  </a:lnTo>
                  <a:lnTo>
                    <a:pt x="4218747" y="5607486"/>
                  </a:lnTo>
                  <a:lnTo>
                    <a:pt x="4146454" y="5618897"/>
                  </a:lnTo>
                  <a:lnTo>
                    <a:pt x="4080391" y="5631560"/>
                  </a:lnTo>
                  <a:lnTo>
                    <a:pt x="4019822" y="5645641"/>
                  </a:lnTo>
                  <a:lnTo>
                    <a:pt x="3963924" y="5661322"/>
                  </a:lnTo>
                  <a:lnTo>
                    <a:pt x="3911855" y="5678780"/>
                  </a:lnTo>
                  <a:lnTo>
                    <a:pt x="3862803" y="5698156"/>
                  </a:lnTo>
                  <a:lnTo>
                    <a:pt x="3829811" y="5712925"/>
                  </a:lnTo>
                  <a:lnTo>
                    <a:pt x="3779238" y="5738359"/>
                  </a:lnTo>
                  <a:lnTo>
                    <a:pt x="3730225" y="5766304"/>
                  </a:lnTo>
                  <a:lnTo>
                    <a:pt x="3682201" y="5796800"/>
                  </a:lnTo>
                  <a:lnTo>
                    <a:pt x="3634743" y="5829807"/>
                  </a:lnTo>
                  <a:lnTo>
                    <a:pt x="3587550" y="5865193"/>
                  </a:lnTo>
                  <a:lnTo>
                    <a:pt x="3540424" y="5902735"/>
                  </a:lnTo>
                  <a:lnTo>
                    <a:pt x="3493251" y="5942110"/>
                  </a:lnTo>
                  <a:lnTo>
                    <a:pt x="3445985" y="5982910"/>
                  </a:lnTo>
                  <a:lnTo>
                    <a:pt x="3398634" y="6024654"/>
                  </a:lnTo>
                  <a:lnTo>
                    <a:pt x="3351240" y="6066812"/>
                  </a:lnTo>
                  <a:lnTo>
                    <a:pt x="3303861" y="6108830"/>
                  </a:lnTo>
                  <a:lnTo>
                    <a:pt x="3256550" y="6150163"/>
                  </a:lnTo>
                  <a:lnTo>
                    <a:pt x="3209332" y="6190301"/>
                  </a:lnTo>
                  <a:lnTo>
                    <a:pt x="3162192" y="6228799"/>
                  </a:lnTo>
                  <a:lnTo>
                    <a:pt x="3115052" y="6265290"/>
                  </a:lnTo>
                  <a:lnTo>
                    <a:pt x="3067757" y="6299501"/>
                  </a:lnTo>
                  <a:lnTo>
                    <a:pt x="3020058" y="6331254"/>
                  </a:lnTo>
                  <a:lnTo>
                    <a:pt x="2971598" y="6360465"/>
                  </a:lnTo>
                  <a:lnTo>
                    <a:pt x="2921881" y="6387136"/>
                  </a:lnTo>
                  <a:lnTo>
                    <a:pt x="2896531" y="6399457"/>
                  </a:lnTo>
                  <a:lnTo>
                    <a:pt x="2849157" y="6420221"/>
                  </a:lnTo>
                  <a:lnTo>
                    <a:pt x="2799285" y="6439014"/>
                  </a:lnTo>
                  <a:lnTo>
                    <a:pt x="2746159" y="6455924"/>
                  </a:lnTo>
                  <a:lnTo>
                    <a:pt x="2688955" y="6471107"/>
                  </a:lnTo>
                  <a:lnTo>
                    <a:pt x="2626828" y="6484746"/>
                  </a:lnTo>
                  <a:lnTo>
                    <a:pt x="2558974" y="6497018"/>
                  </a:lnTo>
                  <a:lnTo>
                    <a:pt x="2484704" y="6508085"/>
                  </a:lnTo>
                  <a:lnTo>
                    <a:pt x="2403545" y="6518084"/>
                  </a:lnTo>
                  <a:lnTo>
                    <a:pt x="2315385" y="6527118"/>
                  </a:lnTo>
                  <a:lnTo>
                    <a:pt x="2220638" y="6535262"/>
                  </a:lnTo>
                  <a:lnTo>
                    <a:pt x="2120441" y="6542554"/>
                  </a:lnTo>
                  <a:lnTo>
                    <a:pt x="2016812" y="6549006"/>
                  </a:lnTo>
                  <a:lnTo>
                    <a:pt x="1912730" y="6554608"/>
                  </a:lnTo>
                  <a:lnTo>
                    <a:pt x="1812031" y="6559339"/>
                  </a:lnTo>
                  <a:lnTo>
                    <a:pt x="1719065" y="6563187"/>
                  </a:lnTo>
                  <a:lnTo>
                    <a:pt x="1638100" y="6566164"/>
                  </a:lnTo>
                  <a:lnTo>
                    <a:pt x="1572564" y="6568318"/>
                  </a:lnTo>
                  <a:lnTo>
                    <a:pt x="1524342" y="6569744"/>
                  </a:lnTo>
                  <a:lnTo>
                    <a:pt x="1493300" y="6570573"/>
                  </a:lnTo>
                  <a:lnTo>
                    <a:pt x="1477186" y="6570963"/>
                  </a:lnTo>
                  <a:lnTo>
                    <a:pt x="1471817" y="6571081"/>
                  </a:lnTo>
                  <a:lnTo>
                    <a:pt x="1471387" y="6571090"/>
                  </a:lnTo>
                  <a:lnTo>
                    <a:pt x="0" y="6571090"/>
                  </a:lnTo>
                  <a:close/>
                </a:path>
              </a:pathLst>
            </a:custGeom>
            <a:solidFill>
              <a:srgbClr val="6FA8DC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860" name="pl1860"/>
            <p:cNvSpPr/>
            <p:nvPr/>
          </p:nvSpPr>
          <p:spPr>
            <a:xfrm>
              <a:off x="4799595" y="3753820"/>
              <a:ext cx="11981298" cy="6571090"/>
            </a:xfrm>
            <a:custGeom>
              <a:avLst/>
              <a:pathLst>
                <a:path w="11981298" h="6571090">
                  <a:moveTo>
                    <a:pt x="0" y="6571090"/>
                  </a:moveTo>
                  <a:lnTo>
                    <a:pt x="1471387" y="6571090"/>
                  </a:lnTo>
                  <a:lnTo>
                    <a:pt x="1472612" y="6571065"/>
                  </a:lnTo>
                  <a:lnTo>
                    <a:pt x="1480650" y="6570882"/>
                  </a:lnTo>
                  <a:lnTo>
                    <a:pt x="1500868" y="6570379"/>
                  </a:lnTo>
                  <a:lnTo>
                    <a:pt x="1536900" y="6569387"/>
                  </a:lnTo>
                  <a:lnTo>
                    <a:pt x="1590377" y="6567756"/>
                  </a:lnTo>
                  <a:lnTo>
                    <a:pt x="1660801" y="6565364"/>
                  </a:lnTo>
                  <a:lnTo>
                    <a:pt x="1745764" y="6562130"/>
                  </a:lnTo>
                  <a:lnTo>
                    <a:pt x="1841504" y="6558018"/>
                  </a:lnTo>
                  <a:lnTo>
                    <a:pt x="1943655" y="6553024"/>
                  </a:lnTo>
                  <a:lnTo>
                    <a:pt x="2047969" y="6547167"/>
                  </a:lnTo>
                  <a:lnTo>
                    <a:pt x="2150841" y="6540464"/>
                  </a:lnTo>
                  <a:lnTo>
                    <a:pt x="2249579" y="6532920"/>
                  </a:lnTo>
                  <a:lnTo>
                    <a:pt x="2342441" y="6524516"/>
                  </a:lnTo>
                  <a:lnTo>
                    <a:pt x="2428526" y="6515202"/>
                  </a:lnTo>
                  <a:lnTo>
                    <a:pt x="2507595" y="6504897"/>
                  </a:lnTo>
                  <a:lnTo>
                    <a:pt x="2579888" y="6493485"/>
                  </a:lnTo>
                  <a:lnTo>
                    <a:pt x="2645952" y="6480823"/>
                  </a:lnTo>
                  <a:lnTo>
                    <a:pt x="2706520" y="6466742"/>
                  </a:lnTo>
                  <a:lnTo>
                    <a:pt x="2762418" y="6451061"/>
                  </a:lnTo>
                  <a:lnTo>
                    <a:pt x="2814487" y="6433603"/>
                  </a:lnTo>
                  <a:lnTo>
                    <a:pt x="2863539" y="6414226"/>
                  </a:lnTo>
                  <a:lnTo>
                    <a:pt x="2896531" y="6399457"/>
                  </a:lnTo>
                  <a:lnTo>
                    <a:pt x="2947104" y="6374023"/>
                  </a:lnTo>
                  <a:lnTo>
                    <a:pt x="2996117" y="6346078"/>
                  </a:lnTo>
                  <a:lnTo>
                    <a:pt x="3044142" y="6315582"/>
                  </a:lnTo>
                  <a:lnTo>
                    <a:pt x="3091599" y="6282576"/>
                  </a:lnTo>
                  <a:lnTo>
                    <a:pt x="3138792" y="6247189"/>
                  </a:lnTo>
                  <a:lnTo>
                    <a:pt x="3185918" y="6209648"/>
                  </a:lnTo>
                  <a:lnTo>
                    <a:pt x="3233091" y="6170273"/>
                  </a:lnTo>
                  <a:lnTo>
                    <a:pt x="3280357" y="6129473"/>
                  </a:lnTo>
                  <a:lnTo>
                    <a:pt x="3327708" y="6087728"/>
                  </a:lnTo>
                  <a:lnTo>
                    <a:pt x="3375102" y="6045571"/>
                  </a:lnTo>
                  <a:lnTo>
                    <a:pt x="3422481" y="6003553"/>
                  </a:lnTo>
                  <a:lnTo>
                    <a:pt x="3469793" y="5962220"/>
                  </a:lnTo>
                  <a:lnTo>
                    <a:pt x="3517010" y="5922081"/>
                  </a:lnTo>
                  <a:lnTo>
                    <a:pt x="3564150" y="5883583"/>
                  </a:lnTo>
                  <a:lnTo>
                    <a:pt x="3611290" y="5847093"/>
                  </a:lnTo>
                  <a:lnTo>
                    <a:pt x="3658585" y="5812882"/>
                  </a:lnTo>
                  <a:lnTo>
                    <a:pt x="3706284" y="5781129"/>
                  </a:lnTo>
                  <a:lnTo>
                    <a:pt x="3754744" y="5751917"/>
                  </a:lnTo>
                  <a:lnTo>
                    <a:pt x="3804461" y="5725246"/>
                  </a:lnTo>
                  <a:lnTo>
                    <a:pt x="3829811" y="5712925"/>
                  </a:lnTo>
                  <a:lnTo>
                    <a:pt x="3877185" y="5692162"/>
                  </a:lnTo>
                  <a:lnTo>
                    <a:pt x="3927058" y="5673369"/>
                  </a:lnTo>
                  <a:lnTo>
                    <a:pt x="3980183" y="5656459"/>
                  </a:lnTo>
                  <a:lnTo>
                    <a:pt x="4037387" y="5641275"/>
                  </a:lnTo>
                  <a:lnTo>
                    <a:pt x="4099514" y="5627637"/>
                  </a:lnTo>
                  <a:lnTo>
                    <a:pt x="4167368" y="5615365"/>
                  </a:lnTo>
                  <a:lnTo>
                    <a:pt x="4241639" y="5604297"/>
                  </a:lnTo>
                  <a:lnTo>
                    <a:pt x="4322797" y="5594299"/>
                  </a:lnTo>
                  <a:lnTo>
                    <a:pt x="4410958" y="5585264"/>
                  </a:lnTo>
                  <a:lnTo>
                    <a:pt x="4505704" y="5577121"/>
                  </a:lnTo>
                  <a:lnTo>
                    <a:pt x="4605901" y="5569828"/>
                  </a:lnTo>
                  <a:lnTo>
                    <a:pt x="4709530" y="5563376"/>
                  </a:lnTo>
                  <a:lnTo>
                    <a:pt x="4813612" y="5557775"/>
                  </a:lnTo>
                  <a:lnTo>
                    <a:pt x="4914311" y="5553044"/>
                  </a:lnTo>
                  <a:lnTo>
                    <a:pt x="5007277" y="5549195"/>
                  </a:lnTo>
                  <a:lnTo>
                    <a:pt x="5088243" y="5546219"/>
                  </a:lnTo>
                  <a:lnTo>
                    <a:pt x="5153778" y="5544064"/>
                  </a:lnTo>
                  <a:lnTo>
                    <a:pt x="5202000" y="5542639"/>
                  </a:lnTo>
                  <a:lnTo>
                    <a:pt x="5233042" y="5541810"/>
                  </a:lnTo>
                  <a:lnTo>
                    <a:pt x="5249157" y="5541420"/>
                  </a:lnTo>
                  <a:lnTo>
                    <a:pt x="5254525" y="5541301"/>
                  </a:lnTo>
                  <a:lnTo>
                    <a:pt x="5254955" y="5541292"/>
                  </a:lnTo>
                  <a:lnTo>
                    <a:pt x="6726343" y="5541292"/>
                  </a:lnTo>
                  <a:lnTo>
                    <a:pt x="6727189" y="5541198"/>
                  </a:lnTo>
                  <a:lnTo>
                    <a:pt x="6732784" y="5540528"/>
                  </a:lnTo>
                  <a:lnTo>
                    <a:pt x="6747006" y="5538677"/>
                  </a:lnTo>
                  <a:lnTo>
                    <a:pt x="6772726" y="5535028"/>
                  </a:lnTo>
                  <a:lnTo>
                    <a:pt x="6811655" y="5528988"/>
                  </a:lnTo>
                  <a:lnTo>
                    <a:pt x="6864224" y="5520040"/>
                  </a:lnTo>
                  <a:lnTo>
                    <a:pt x="6929595" y="5507784"/>
                  </a:lnTo>
                  <a:lnTo>
                    <a:pt x="7005844" y="5491963"/>
                  </a:lnTo>
                  <a:lnTo>
                    <a:pt x="7090303" y="5472458"/>
                  </a:lnTo>
                  <a:lnTo>
                    <a:pt x="7179960" y="5449261"/>
                  </a:lnTo>
                  <a:lnTo>
                    <a:pt x="7271858" y="5422431"/>
                  </a:lnTo>
                  <a:lnTo>
                    <a:pt x="7363388" y="5392041"/>
                  </a:lnTo>
                  <a:lnTo>
                    <a:pt x="7452467" y="5358135"/>
                  </a:lnTo>
                  <a:lnTo>
                    <a:pt x="7537596" y="5320688"/>
                  </a:lnTo>
                  <a:lnTo>
                    <a:pt x="7617831" y="5279587"/>
                  </a:lnTo>
                  <a:lnTo>
                    <a:pt x="7692702" y="5234615"/>
                  </a:lnTo>
                  <a:lnTo>
                    <a:pt x="7762114" y="5185446"/>
                  </a:lnTo>
                  <a:lnTo>
                    <a:pt x="7826247" y="5131651"/>
                  </a:lnTo>
                  <a:lnTo>
                    <a:pt x="7885469" y="5072704"/>
                  </a:lnTo>
                  <a:lnTo>
                    <a:pt x="7940269" y="5007996"/>
                  </a:lnTo>
                  <a:lnTo>
                    <a:pt x="7991199" y="4936867"/>
                  </a:lnTo>
                  <a:lnTo>
                    <a:pt x="8038838" y="4858643"/>
                  </a:lnTo>
                  <a:lnTo>
                    <a:pt x="8083761" y="4772708"/>
                  </a:lnTo>
                  <a:lnTo>
                    <a:pt x="8126507" y="4678619"/>
                  </a:lnTo>
                  <a:lnTo>
                    <a:pt x="8151487" y="4617744"/>
                  </a:lnTo>
                  <a:lnTo>
                    <a:pt x="8179607" y="4543921"/>
                  </a:lnTo>
                  <a:lnTo>
                    <a:pt x="8207162" y="4466050"/>
                  </a:lnTo>
                  <a:lnTo>
                    <a:pt x="8234266" y="4384051"/>
                  </a:lnTo>
                  <a:lnTo>
                    <a:pt x="8261017" y="4297880"/>
                  </a:lnTo>
                  <a:lnTo>
                    <a:pt x="8287500" y="4207529"/>
                  </a:lnTo>
                  <a:lnTo>
                    <a:pt x="8313785" y="4113033"/>
                  </a:lnTo>
                  <a:lnTo>
                    <a:pt x="8339932" y="4014470"/>
                  </a:lnTo>
                  <a:lnTo>
                    <a:pt x="8365989" y="3911965"/>
                  </a:lnTo>
                  <a:lnTo>
                    <a:pt x="8391996" y="3805688"/>
                  </a:lnTo>
                  <a:lnTo>
                    <a:pt x="8417982" y="3695860"/>
                  </a:lnTo>
                  <a:lnTo>
                    <a:pt x="8443970" y="3582750"/>
                  </a:lnTo>
                  <a:lnTo>
                    <a:pt x="8469975" y="3466670"/>
                  </a:lnTo>
                  <a:lnTo>
                    <a:pt x="8496007" y="3347980"/>
                  </a:lnTo>
                  <a:lnTo>
                    <a:pt x="8522068" y="3227076"/>
                  </a:lnTo>
                  <a:lnTo>
                    <a:pt x="8548157" y="3104392"/>
                  </a:lnTo>
                  <a:lnTo>
                    <a:pt x="8574270" y="2980388"/>
                  </a:lnTo>
                  <a:lnTo>
                    <a:pt x="8600399" y="2855547"/>
                  </a:lnTo>
                  <a:lnTo>
                    <a:pt x="8626535" y="2730365"/>
                  </a:lnTo>
                  <a:lnTo>
                    <a:pt x="8652668" y="2605346"/>
                  </a:lnTo>
                  <a:lnTo>
                    <a:pt x="8678788" y="2480987"/>
                  </a:lnTo>
                  <a:lnTo>
                    <a:pt x="8704886" y="2357778"/>
                  </a:lnTo>
                  <a:lnTo>
                    <a:pt x="8730958" y="2236188"/>
                  </a:lnTo>
                  <a:lnTo>
                    <a:pt x="8757000" y="2116661"/>
                  </a:lnTo>
                  <a:lnTo>
                    <a:pt x="8783013" y="1999608"/>
                  </a:lnTo>
                  <a:lnTo>
                    <a:pt x="8809006" y="1885400"/>
                  </a:lnTo>
                  <a:lnTo>
                    <a:pt x="8834991" y="1774369"/>
                  </a:lnTo>
                  <a:lnTo>
                    <a:pt x="8860987" y="1666798"/>
                  </a:lnTo>
                  <a:lnTo>
                    <a:pt x="8887022" y="1562926"/>
                  </a:lnTo>
                  <a:lnTo>
                    <a:pt x="8913132" y="1462940"/>
                  </a:lnTo>
                  <a:lnTo>
                    <a:pt x="8939362" y="1366983"/>
                  </a:lnTo>
                  <a:lnTo>
                    <a:pt x="8965767" y="1275148"/>
                  </a:lnTo>
                  <a:lnTo>
                    <a:pt x="8992414" y="1187485"/>
                  </a:lnTo>
                  <a:lnTo>
                    <a:pt x="9019381" y="1104002"/>
                  </a:lnTo>
                  <a:lnTo>
                    <a:pt x="9046763" y="1024667"/>
                  </a:lnTo>
                  <a:lnTo>
                    <a:pt x="9074667" y="949412"/>
                  </a:lnTo>
                  <a:lnTo>
                    <a:pt x="9084767" y="923548"/>
                  </a:lnTo>
                  <a:lnTo>
                    <a:pt x="9126435" y="824447"/>
                  </a:lnTo>
                  <a:lnTo>
                    <a:pt x="9169981" y="733621"/>
                  </a:lnTo>
                  <a:lnTo>
                    <a:pt x="9215911" y="650803"/>
                  </a:lnTo>
                  <a:lnTo>
                    <a:pt x="9264783" y="575465"/>
                  </a:lnTo>
                  <a:lnTo>
                    <a:pt x="9317176" y="506958"/>
                  </a:lnTo>
                  <a:lnTo>
                    <a:pt x="9373662" y="444608"/>
                  </a:lnTo>
                  <a:lnTo>
                    <a:pt x="9434775" y="387768"/>
                  </a:lnTo>
                  <a:lnTo>
                    <a:pt x="9500962" y="335861"/>
                  </a:lnTo>
                  <a:lnTo>
                    <a:pt x="9572526" y="288399"/>
                  </a:lnTo>
                  <a:lnTo>
                    <a:pt x="9649549" y="244991"/>
                  </a:lnTo>
                  <a:lnTo>
                    <a:pt x="9731801" y="205356"/>
                  </a:lnTo>
                  <a:lnTo>
                    <a:pt x="9818636" y="169319"/>
                  </a:lnTo>
                  <a:lnTo>
                    <a:pt x="9908897" y="136803"/>
                  </a:lnTo>
                  <a:lnTo>
                    <a:pt x="10000853" y="107814"/>
                  </a:lnTo>
                  <a:lnTo>
                    <a:pt x="10092201" y="82412"/>
                  </a:lnTo>
                  <a:lnTo>
                    <a:pt x="10180165" y="60672"/>
                  </a:lnTo>
                  <a:lnTo>
                    <a:pt x="10261725" y="42631"/>
                  </a:lnTo>
                  <a:lnTo>
                    <a:pt x="10333956" y="28242"/>
                  </a:lnTo>
                  <a:lnTo>
                    <a:pt x="10394437" y="17335"/>
                  </a:lnTo>
                  <a:lnTo>
                    <a:pt x="10441640" y="9593"/>
                  </a:lnTo>
                  <a:lnTo>
                    <a:pt x="10475217" y="4566"/>
                  </a:lnTo>
                  <a:lnTo>
                    <a:pt x="10496114" y="1701"/>
                  </a:lnTo>
                  <a:lnTo>
                    <a:pt x="10506521" y="392"/>
                  </a:lnTo>
                  <a:lnTo>
                    <a:pt x="10509720" y="20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61" name="pl1861"/>
            <p:cNvSpPr/>
            <p:nvPr/>
          </p:nvSpPr>
          <p:spPr>
            <a:xfrm>
              <a:off x="4799595" y="3745647"/>
              <a:ext cx="11981298" cy="6571090"/>
            </a:xfrm>
            <a:custGeom>
              <a:avLst/>
              <a:pathLst>
                <a:path w="11981298" h="6571090">
                  <a:moveTo>
                    <a:pt x="11981298" y="0"/>
                  </a:moveTo>
                  <a:lnTo>
                    <a:pt x="10509911" y="0"/>
                  </a:lnTo>
                  <a:lnTo>
                    <a:pt x="10509065" y="94"/>
                  </a:lnTo>
                  <a:lnTo>
                    <a:pt x="10503469" y="764"/>
                  </a:lnTo>
                  <a:lnTo>
                    <a:pt x="10489247" y="2615"/>
                  </a:lnTo>
                  <a:lnTo>
                    <a:pt x="10463527" y="6264"/>
                  </a:lnTo>
                  <a:lnTo>
                    <a:pt x="10424598" y="12304"/>
                  </a:lnTo>
                  <a:lnTo>
                    <a:pt x="10372029" y="21252"/>
                  </a:lnTo>
                  <a:lnTo>
                    <a:pt x="10306658" y="33508"/>
                  </a:lnTo>
                  <a:lnTo>
                    <a:pt x="10230409" y="49329"/>
                  </a:lnTo>
                  <a:lnTo>
                    <a:pt x="10145951" y="68834"/>
                  </a:lnTo>
                  <a:lnTo>
                    <a:pt x="10056293" y="92031"/>
                  </a:lnTo>
                  <a:lnTo>
                    <a:pt x="9964395" y="118861"/>
                  </a:lnTo>
                  <a:lnTo>
                    <a:pt x="9872865" y="149251"/>
                  </a:lnTo>
                  <a:lnTo>
                    <a:pt x="9783786" y="183157"/>
                  </a:lnTo>
                  <a:lnTo>
                    <a:pt x="9698657" y="220603"/>
                  </a:lnTo>
                  <a:lnTo>
                    <a:pt x="9618422" y="261704"/>
                  </a:lnTo>
                  <a:lnTo>
                    <a:pt x="9543551" y="306677"/>
                  </a:lnTo>
                  <a:lnTo>
                    <a:pt x="9474139" y="355846"/>
                  </a:lnTo>
                  <a:lnTo>
                    <a:pt x="9410006" y="409641"/>
                  </a:lnTo>
                  <a:lnTo>
                    <a:pt x="9350784" y="468588"/>
                  </a:lnTo>
                  <a:lnTo>
                    <a:pt x="9295984" y="533295"/>
                  </a:lnTo>
                  <a:lnTo>
                    <a:pt x="9245055" y="604425"/>
                  </a:lnTo>
                  <a:lnTo>
                    <a:pt x="9197415" y="682649"/>
                  </a:lnTo>
                  <a:lnTo>
                    <a:pt x="9152493" y="768584"/>
                  </a:lnTo>
                  <a:lnTo>
                    <a:pt x="9109747" y="862673"/>
                  </a:lnTo>
                  <a:lnTo>
                    <a:pt x="9084767" y="923548"/>
                  </a:lnTo>
                  <a:lnTo>
                    <a:pt x="9056646" y="997371"/>
                  </a:lnTo>
                  <a:lnTo>
                    <a:pt x="9029091" y="1075242"/>
                  </a:lnTo>
                  <a:lnTo>
                    <a:pt x="9001988" y="1157241"/>
                  </a:lnTo>
                  <a:lnTo>
                    <a:pt x="8975236" y="1243412"/>
                  </a:lnTo>
                  <a:lnTo>
                    <a:pt x="8948754" y="1333763"/>
                  </a:lnTo>
                  <a:lnTo>
                    <a:pt x="8922468" y="1428259"/>
                  </a:lnTo>
                  <a:lnTo>
                    <a:pt x="8896321" y="1526822"/>
                  </a:lnTo>
                  <a:lnTo>
                    <a:pt x="8870264" y="1629327"/>
                  </a:lnTo>
                  <a:lnTo>
                    <a:pt x="8844257" y="1735604"/>
                  </a:lnTo>
                  <a:lnTo>
                    <a:pt x="8818271" y="1845432"/>
                  </a:lnTo>
                  <a:lnTo>
                    <a:pt x="8792283" y="1958542"/>
                  </a:lnTo>
                  <a:lnTo>
                    <a:pt x="8766278" y="2074622"/>
                  </a:lnTo>
                  <a:lnTo>
                    <a:pt x="8740246" y="2193312"/>
                  </a:lnTo>
                  <a:lnTo>
                    <a:pt x="8714185" y="2314216"/>
                  </a:lnTo>
                  <a:lnTo>
                    <a:pt x="8688096" y="2436900"/>
                  </a:lnTo>
                  <a:lnTo>
                    <a:pt x="8661983" y="2560904"/>
                  </a:lnTo>
                  <a:lnTo>
                    <a:pt x="8635854" y="2685745"/>
                  </a:lnTo>
                  <a:lnTo>
                    <a:pt x="8609718" y="2810926"/>
                  </a:lnTo>
                  <a:lnTo>
                    <a:pt x="8583585" y="2935946"/>
                  </a:lnTo>
                  <a:lnTo>
                    <a:pt x="8557465" y="3060305"/>
                  </a:lnTo>
                  <a:lnTo>
                    <a:pt x="8531367" y="3183514"/>
                  </a:lnTo>
                  <a:lnTo>
                    <a:pt x="8505295" y="3305104"/>
                  </a:lnTo>
                  <a:lnTo>
                    <a:pt x="8479254" y="3424631"/>
                  </a:lnTo>
                  <a:lnTo>
                    <a:pt x="8453240" y="3541684"/>
                  </a:lnTo>
                  <a:lnTo>
                    <a:pt x="8427247" y="3655892"/>
                  </a:lnTo>
                  <a:lnTo>
                    <a:pt x="8401262" y="3766923"/>
                  </a:lnTo>
                  <a:lnTo>
                    <a:pt x="8375266" y="3874494"/>
                  </a:lnTo>
                  <a:lnTo>
                    <a:pt x="8349231" y="3978366"/>
                  </a:lnTo>
                  <a:lnTo>
                    <a:pt x="8323121" y="4078351"/>
                  </a:lnTo>
                  <a:lnTo>
                    <a:pt x="8296891" y="4174309"/>
                  </a:lnTo>
                  <a:lnTo>
                    <a:pt x="8270486" y="4266144"/>
                  </a:lnTo>
                  <a:lnTo>
                    <a:pt x="8243839" y="4353806"/>
                  </a:lnTo>
                  <a:lnTo>
                    <a:pt x="8216872" y="4437290"/>
                  </a:lnTo>
                  <a:lnTo>
                    <a:pt x="8189491" y="4516625"/>
                  </a:lnTo>
                  <a:lnTo>
                    <a:pt x="8161586" y="4591880"/>
                  </a:lnTo>
                  <a:lnTo>
                    <a:pt x="8151487" y="4617744"/>
                  </a:lnTo>
                  <a:lnTo>
                    <a:pt x="8109818" y="4716845"/>
                  </a:lnTo>
                  <a:lnTo>
                    <a:pt x="8066272" y="4807671"/>
                  </a:lnTo>
                  <a:lnTo>
                    <a:pt x="8020342" y="4890489"/>
                  </a:lnTo>
                  <a:lnTo>
                    <a:pt x="7971470" y="4965827"/>
                  </a:lnTo>
                  <a:lnTo>
                    <a:pt x="7919077" y="5034333"/>
                  </a:lnTo>
                  <a:lnTo>
                    <a:pt x="7862591" y="5096684"/>
                  </a:lnTo>
                  <a:lnTo>
                    <a:pt x="7801478" y="5153524"/>
                  </a:lnTo>
                  <a:lnTo>
                    <a:pt x="7735291" y="5205431"/>
                  </a:lnTo>
                  <a:lnTo>
                    <a:pt x="7663727" y="5252893"/>
                  </a:lnTo>
                  <a:lnTo>
                    <a:pt x="7586704" y="5296301"/>
                  </a:lnTo>
                  <a:lnTo>
                    <a:pt x="7504452" y="5335936"/>
                  </a:lnTo>
                  <a:lnTo>
                    <a:pt x="7417617" y="5371973"/>
                  </a:lnTo>
                  <a:lnTo>
                    <a:pt x="7327356" y="5404489"/>
                  </a:lnTo>
                  <a:lnTo>
                    <a:pt x="7235400" y="5433478"/>
                  </a:lnTo>
                  <a:lnTo>
                    <a:pt x="7144052" y="5458879"/>
                  </a:lnTo>
                  <a:lnTo>
                    <a:pt x="7056088" y="5480620"/>
                  </a:lnTo>
                  <a:lnTo>
                    <a:pt x="6974528" y="5498661"/>
                  </a:lnTo>
                  <a:lnTo>
                    <a:pt x="6902297" y="5513049"/>
                  </a:lnTo>
                  <a:lnTo>
                    <a:pt x="6841817" y="5523957"/>
                  </a:lnTo>
                  <a:lnTo>
                    <a:pt x="6794614" y="5531699"/>
                  </a:lnTo>
                  <a:lnTo>
                    <a:pt x="6761036" y="5536726"/>
                  </a:lnTo>
                  <a:lnTo>
                    <a:pt x="6740139" y="5539590"/>
                  </a:lnTo>
                  <a:lnTo>
                    <a:pt x="6729733" y="5540900"/>
                  </a:lnTo>
                  <a:lnTo>
                    <a:pt x="6726533" y="5541272"/>
                  </a:lnTo>
                  <a:lnTo>
                    <a:pt x="6726343" y="5541292"/>
                  </a:lnTo>
                  <a:lnTo>
                    <a:pt x="5254955" y="5541292"/>
                  </a:lnTo>
                  <a:lnTo>
                    <a:pt x="5253730" y="5541318"/>
                  </a:lnTo>
                  <a:lnTo>
                    <a:pt x="5245692" y="5541500"/>
                  </a:lnTo>
                  <a:lnTo>
                    <a:pt x="5225474" y="5542004"/>
                  </a:lnTo>
                  <a:lnTo>
                    <a:pt x="5189442" y="5542995"/>
                  </a:lnTo>
                  <a:lnTo>
                    <a:pt x="5135965" y="5544626"/>
                  </a:lnTo>
                  <a:lnTo>
                    <a:pt x="5065541" y="5547019"/>
                  </a:lnTo>
                  <a:lnTo>
                    <a:pt x="4980579" y="5550252"/>
                  </a:lnTo>
                  <a:lnTo>
                    <a:pt x="4884838" y="5554365"/>
                  </a:lnTo>
                  <a:lnTo>
                    <a:pt x="4782687" y="5559358"/>
                  </a:lnTo>
                  <a:lnTo>
                    <a:pt x="4678373" y="5565215"/>
                  </a:lnTo>
                  <a:lnTo>
                    <a:pt x="4575501" y="5571919"/>
                  </a:lnTo>
                  <a:lnTo>
                    <a:pt x="4476763" y="5579463"/>
                  </a:lnTo>
                  <a:lnTo>
                    <a:pt x="4383901" y="5587867"/>
                  </a:lnTo>
                  <a:lnTo>
                    <a:pt x="4297816" y="5597180"/>
                  </a:lnTo>
                  <a:lnTo>
                    <a:pt x="4218747" y="5607486"/>
                  </a:lnTo>
                  <a:lnTo>
                    <a:pt x="4146454" y="5618897"/>
                  </a:lnTo>
                  <a:lnTo>
                    <a:pt x="4080391" y="5631560"/>
                  </a:lnTo>
                  <a:lnTo>
                    <a:pt x="4019822" y="5645641"/>
                  </a:lnTo>
                  <a:lnTo>
                    <a:pt x="3963924" y="5661322"/>
                  </a:lnTo>
                  <a:lnTo>
                    <a:pt x="3911855" y="5678780"/>
                  </a:lnTo>
                  <a:lnTo>
                    <a:pt x="3862803" y="5698156"/>
                  </a:lnTo>
                  <a:lnTo>
                    <a:pt x="3829811" y="5712925"/>
                  </a:lnTo>
                  <a:lnTo>
                    <a:pt x="3779238" y="5738359"/>
                  </a:lnTo>
                  <a:lnTo>
                    <a:pt x="3730225" y="5766304"/>
                  </a:lnTo>
                  <a:lnTo>
                    <a:pt x="3682201" y="5796800"/>
                  </a:lnTo>
                  <a:lnTo>
                    <a:pt x="3634743" y="5829807"/>
                  </a:lnTo>
                  <a:lnTo>
                    <a:pt x="3587550" y="5865193"/>
                  </a:lnTo>
                  <a:lnTo>
                    <a:pt x="3540424" y="5902735"/>
                  </a:lnTo>
                  <a:lnTo>
                    <a:pt x="3493251" y="5942110"/>
                  </a:lnTo>
                  <a:lnTo>
                    <a:pt x="3445985" y="5982910"/>
                  </a:lnTo>
                  <a:lnTo>
                    <a:pt x="3398634" y="6024654"/>
                  </a:lnTo>
                  <a:lnTo>
                    <a:pt x="3351240" y="6066812"/>
                  </a:lnTo>
                  <a:lnTo>
                    <a:pt x="3303861" y="6108830"/>
                  </a:lnTo>
                  <a:lnTo>
                    <a:pt x="3256550" y="6150163"/>
                  </a:lnTo>
                  <a:lnTo>
                    <a:pt x="3209332" y="6190301"/>
                  </a:lnTo>
                  <a:lnTo>
                    <a:pt x="3162192" y="6228799"/>
                  </a:lnTo>
                  <a:lnTo>
                    <a:pt x="3115052" y="6265290"/>
                  </a:lnTo>
                  <a:lnTo>
                    <a:pt x="3067757" y="6299501"/>
                  </a:lnTo>
                  <a:lnTo>
                    <a:pt x="3020058" y="6331254"/>
                  </a:lnTo>
                  <a:lnTo>
                    <a:pt x="2971598" y="6360465"/>
                  </a:lnTo>
                  <a:lnTo>
                    <a:pt x="2921881" y="6387136"/>
                  </a:lnTo>
                  <a:lnTo>
                    <a:pt x="2896531" y="6399457"/>
                  </a:lnTo>
                  <a:lnTo>
                    <a:pt x="2849157" y="6420221"/>
                  </a:lnTo>
                  <a:lnTo>
                    <a:pt x="2799285" y="6439014"/>
                  </a:lnTo>
                  <a:lnTo>
                    <a:pt x="2746159" y="6455924"/>
                  </a:lnTo>
                  <a:lnTo>
                    <a:pt x="2688955" y="6471107"/>
                  </a:lnTo>
                  <a:lnTo>
                    <a:pt x="2626828" y="6484746"/>
                  </a:lnTo>
                  <a:lnTo>
                    <a:pt x="2558974" y="6497018"/>
                  </a:lnTo>
                  <a:lnTo>
                    <a:pt x="2484704" y="6508085"/>
                  </a:lnTo>
                  <a:lnTo>
                    <a:pt x="2403545" y="6518084"/>
                  </a:lnTo>
                  <a:lnTo>
                    <a:pt x="2315385" y="6527118"/>
                  </a:lnTo>
                  <a:lnTo>
                    <a:pt x="2220638" y="6535262"/>
                  </a:lnTo>
                  <a:lnTo>
                    <a:pt x="2120441" y="6542554"/>
                  </a:lnTo>
                  <a:lnTo>
                    <a:pt x="2016812" y="6549006"/>
                  </a:lnTo>
                  <a:lnTo>
                    <a:pt x="1912730" y="6554608"/>
                  </a:lnTo>
                  <a:lnTo>
                    <a:pt x="1812031" y="6559339"/>
                  </a:lnTo>
                  <a:lnTo>
                    <a:pt x="1719065" y="6563187"/>
                  </a:lnTo>
                  <a:lnTo>
                    <a:pt x="1638100" y="6566164"/>
                  </a:lnTo>
                  <a:lnTo>
                    <a:pt x="1572564" y="6568318"/>
                  </a:lnTo>
                  <a:lnTo>
                    <a:pt x="1524342" y="6569744"/>
                  </a:lnTo>
                  <a:lnTo>
                    <a:pt x="1493300" y="6570573"/>
                  </a:lnTo>
                  <a:lnTo>
                    <a:pt x="1477186" y="6570963"/>
                  </a:lnTo>
                  <a:lnTo>
                    <a:pt x="1471817" y="6571081"/>
                  </a:lnTo>
                  <a:lnTo>
                    <a:pt x="1471387" y="6571090"/>
                  </a:lnTo>
                  <a:lnTo>
                    <a:pt x="0" y="657109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62" name="pg1862"/>
            <p:cNvSpPr/>
            <p:nvPr/>
          </p:nvSpPr>
          <p:spPr>
            <a:xfrm>
              <a:off x="4799595" y="9499438"/>
              <a:ext cx="11981298" cy="980759"/>
            </a:xfrm>
            <a:custGeom>
              <a:avLst/>
              <a:pathLst>
                <a:path w="11981298" h="980759">
                  <a:moveTo>
                    <a:pt x="0" y="833645"/>
                  </a:moveTo>
                  <a:lnTo>
                    <a:pt x="1471387" y="833645"/>
                  </a:lnTo>
                  <a:lnTo>
                    <a:pt x="1472616" y="833625"/>
                  </a:lnTo>
                  <a:lnTo>
                    <a:pt x="1480684" y="833478"/>
                  </a:lnTo>
                  <a:lnTo>
                    <a:pt x="1500974" y="833073"/>
                  </a:lnTo>
                  <a:lnTo>
                    <a:pt x="1537129" y="832275"/>
                  </a:lnTo>
                  <a:lnTo>
                    <a:pt x="1590776" y="830963"/>
                  </a:lnTo>
                  <a:lnTo>
                    <a:pt x="1661403" y="829038"/>
                  </a:lnTo>
                  <a:lnTo>
                    <a:pt x="1746581" y="826437"/>
                  </a:lnTo>
                  <a:lnTo>
                    <a:pt x="1842526" y="823129"/>
                  </a:lnTo>
                  <a:lnTo>
                    <a:pt x="1944854" y="819114"/>
                  </a:lnTo>
                  <a:lnTo>
                    <a:pt x="2049304" y="814404"/>
                  </a:lnTo>
                  <a:lnTo>
                    <a:pt x="2152267" y="809015"/>
                  </a:lnTo>
                  <a:lnTo>
                    <a:pt x="2251055" y="802950"/>
                  </a:lnTo>
                  <a:lnTo>
                    <a:pt x="2343932" y="796193"/>
                  </a:lnTo>
                  <a:lnTo>
                    <a:pt x="2430006" y="788705"/>
                  </a:lnTo>
                  <a:lnTo>
                    <a:pt x="2509048" y="780418"/>
                  </a:lnTo>
                  <a:lnTo>
                    <a:pt x="2581303" y="771240"/>
                  </a:lnTo>
                  <a:lnTo>
                    <a:pt x="2647327" y="761055"/>
                  </a:lnTo>
                  <a:lnTo>
                    <a:pt x="2707859" y="749726"/>
                  </a:lnTo>
                  <a:lnTo>
                    <a:pt x="2763728" y="737108"/>
                  </a:lnTo>
                  <a:lnTo>
                    <a:pt x="2815779" y="723059"/>
                  </a:lnTo>
                  <a:lnTo>
                    <a:pt x="2864824" y="707465"/>
                  </a:lnTo>
                  <a:lnTo>
                    <a:pt x="2896531" y="696067"/>
                  </a:lnTo>
                  <a:lnTo>
                    <a:pt x="2948797" y="674949"/>
                  </a:lnTo>
                  <a:lnTo>
                    <a:pt x="2999418" y="651677"/>
                  </a:lnTo>
                  <a:lnTo>
                    <a:pt x="3049016" y="626218"/>
                  </a:lnTo>
                  <a:lnTo>
                    <a:pt x="3098046" y="598616"/>
                  </a:lnTo>
                  <a:lnTo>
                    <a:pt x="3146827" y="568996"/>
                  </a:lnTo>
                  <a:lnTo>
                    <a:pt x="3195562" y="537570"/>
                  </a:lnTo>
                  <a:lnTo>
                    <a:pt x="3244364" y="504639"/>
                  </a:lnTo>
                  <a:lnTo>
                    <a:pt x="3293267" y="470580"/>
                  </a:lnTo>
                  <a:lnTo>
                    <a:pt x="3342250" y="435833"/>
                  </a:lnTo>
                  <a:lnTo>
                    <a:pt x="3391261" y="400876"/>
                  </a:lnTo>
                  <a:lnTo>
                    <a:pt x="3440236" y="366200"/>
                  </a:lnTo>
                  <a:lnTo>
                    <a:pt x="3489124" y="332280"/>
                  </a:lnTo>
                  <a:lnTo>
                    <a:pt x="3537912" y="299548"/>
                  </a:lnTo>
                  <a:lnTo>
                    <a:pt x="3586646" y="268369"/>
                  </a:lnTo>
                  <a:lnTo>
                    <a:pt x="3635447" y="239033"/>
                  </a:lnTo>
                  <a:lnTo>
                    <a:pt x="3684538" y="211739"/>
                  </a:lnTo>
                  <a:lnTo>
                    <a:pt x="3734253" y="186600"/>
                  </a:lnTo>
                  <a:lnTo>
                    <a:pt x="3785071" y="163646"/>
                  </a:lnTo>
                  <a:lnTo>
                    <a:pt x="3829811" y="145751"/>
                  </a:lnTo>
                  <a:lnTo>
                    <a:pt x="3877247" y="129087"/>
                  </a:lnTo>
                  <a:lnTo>
                    <a:pt x="3927189" y="114007"/>
                  </a:lnTo>
                  <a:lnTo>
                    <a:pt x="3980395" y="100439"/>
                  </a:lnTo>
                  <a:lnTo>
                    <a:pt x="4037693" y="88258"/>
                  </a:lnTo>
                  <a:lnTo>
                    <a:pt x="4099930" y="77319"/>
                  </a:lnTo>
                  <a:lnTo>
                    <a:pt x="4167914" y="67476"/>
                  </a:lnTo>
                  <a:lnTo>
                    <a:pt x="4242336" y="58601"/>
                  </a:lnTo>
                  <a:lnTo>
                    <a:pt x="4323666" y="50584"/>
                  </a:lnTo>
                  <a:lnTo>
                    <a:pt x="4412014" y="43340"/>
                  </a:lnTo>
                  <a:lnTo>
                    <a:pt x="4506957" y="36813"/>
                  </a:lnTo>
                  <a:lnTo>
                    <a:pt x="4607344" y="30969"/>
                  </a:lnTo>
                  <a:lnTo>
                    <a:pt x="4711136" y="25801"/>
                  </a:lnTo>
                  <a:lnTo>
                    <a:pt x="4815330" y="21316"/>
                  </a:lnTo>
                  <a:lnTo>
                    <a:pt x="4916061" y="17531"/>
                  </a:lnTo>
                  <a:lnTo>
                    <a:pt x="5008959" y="14455"/>
                  </a:lnTo>
                  <a:lnTo>
                    <a:pt x="5089751" y="12079"/>
                  </a:lnTo>
                  <a:lnTo>
                    <a:pt x="5155016" y="10364"/>
                  </a:lnTo>
                  <a:lnTo>
                    <a:pt x="5202905" y="9231"/>
                  </a:lnTo>
                  <a:lnTo>
                    <a:pt x="5233598" y="8576"/>
                  </a:lnTo>
                  <a:lnTo>
                    <a:pt x="5249407" y="8270"/>
                  </a:lnTo>
                  <a:lnTo>
                    <a:pt x="5254572" y="8179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569" y="8197"/>
                  </a:lnTo>
                  <a:lnTo>
                    <a:pt x="6735616" y="8369"/>
                  </a:lnTo>
                  <a:lnTo>
                    <a:pt x="6755855" y="8845"/>
                  </a:lnTo>
                  <a:lnTo>
                    <a:pt x="6791925" y="9783"/>
                  </a:lnTo>
                  <a:lnTo>
                    <a:pt x="6845453" y="11325"/>
                  </a:lnTo>
                  <a:lnTo>
                    <a:pt x="6915938" y="13587"/>
                  </a:lnTo>
                  <a:lnTo>
                    <a:pt x="7000966" y="16644"/>
                  </a:lnTo>
                  <a:lnTo>
                    <a:pt x="7096767" y="20532"/>
                  </a:lnTo>
                  <a:lnTo>
                    <a:pt x="7198972" y="25252"/>
                  </a:lnTo>
                  <a:lnTo>
                    <a:pt x="7303327" y="30790"/>
                  </a:lnTo>
                  <a:lnTo>
                    <a:pt x="7406227" y="37126"/>
                  </a:lnTo>
                  <a:lnTo>
                    <a:pt x="7504980" y="44257"/>
                  </a:lnTo>
                  <a:lnTo>
                    <a:pt x="7597846" y="52202"/>
                  </a:lnTo>
                  <a:lnTo>
                    <a:pt x="7683928" y="61006"/>
                  </a:lnTo>
                  <a:lnTo>
                    <a:pt x="7762989" y="70748"/>
                  </a:lnTo>
                  <a:lnTo>
                    <a:pt x="7835270" y="81536"/>
                  </a:lnTo>
                  <a:lnTo>
                    <a:pt x="7901322" y="93508"/>
                  </a:lnTo>
                  <a:lnTo>
                    <a:pt x="7961880" y="106821"/>
                  </a:lnTo>
                  <a:lnTo>
                    <a:pt x="8017769" y="121648"/>
                  </a:lnTo>
                  <a:lnTo>
                    <a:pt x="8069832" y="138156"/>
                  </a:lnTo>
                  <a:lnTo>
                    <a:pt x="8118882" y="156478"/>
                  </a:lnTo>
                  <a:lnTo>
                    <a:pt x="8151487" y="170270"/>
                  </a:lnTo>
                  <a:lnTo>
                    <a:pt x="8202542" y="194536"/>
                  </a:lnTo>
                  <a:lnTo>
                    <a:pt x="8252014" y="221220"/>
                  </a:lnTo>
                  <a:lnTo>
                    <a:pt x="8300486" y="250361"/>
                  </a:lnTo>
                  <a:lnTo>
                    <a:pt x="8348392" y="281916"/>
                  </a:lnTo>
                  <a:lnTo>
                    <a:pt x="8396036" y="315756"/>
                  </a:lnTo>
                  <a:lnTo>
                    <a:pt x="8443621" y="351658"/>
                  </a:lnTo>
                  <a:lnTo>
                    <a:pt x="8491258" y="389305"/>
                  </a:lnTo>
                  <a:lnTo>
                    <a:pt x="8538990" y="428294"/>
                  </a:lnTo>
                  <a:lnTo>
                    <a:pt x="8586806" y="468154"/>
                  </a:lnTo>
                  <a:lnTo>
                    <a:pt x="8634661" y="508366"/>
                  </a:lnTo>
                  <a:lnTo>
                    <a:pt x="8682496" y="548391"/>
                  </a:lnTo>
                  <a:lnTo>
                    <a:pt x="8730257" y="587702"/>
                  </a:lnTo>
                  <a:lnTo>
                    <a:pt x="8777922" y="625810"/>
                  </a:lnTo>
                  <a:lnTo>
                    <a:pt x="8825514" y="662289"/>
                  </a:lnTo>
                  <a:lnTo>
                    <a:pt x="8873123" y="696795"/>
                  </a:lnTo>
                  <a:lnTo>
                    <a:pt x="8920920" y="729074"/>
                  </a:lnTo>
                  <a:lnTo>
                    <a:pt x="8969178" y="758969"/>
                  </a:lnTo>
                  <a:lnTo>
                    <a:pt x="9018286" y="786412"/>
                  </a:lnTo>
                  <a:lnTo>
                    <a:pt x="9068779" y="811417"/>
                  </a:lnTo>
                  <a:lnTo>
                    <a:pt x="9084767" y="818661"/>
                  </a:lnTo>
                  <a:lnTo>
                    <a:pt x="9132159" y="838279"/>
                  </a:lnTo>
                  <a:lnTo>
                    <a:pt x="9182053" y="856033"/>
                  </a:lnTo>
                  <a:lnTo>
                    <a:pt x="9235202" y="872008"/>
                  </a:lnTo>
                  <a:lnTo>
                    <a:pt x="9292435" y="886352"/>
                  </a:lnTo>
                  <a:lnTo>
                    <a:pt x="9354595" y="899235"/>
                  </a:lnTo>
                  <a:lnTo>
                    <a:pt x="9422488" y="910828"/>
                  </a:lnTo>
                  <a:lnTo>
                    <a:pt x="9496804" y="921282"/>
                  </a:lnTo>
                  <a:lnTo>
                    <a:pt x="9578015" y="930725"/>
                  </a:lnTo>
                  <a:lnTo>
                    <a:pt x="9666232" y="939259"/>
                  </a:lnTo>
                  <a:lnTo>
                    <a:pt x="9761037" y="946950"/>
                  </a:lnTo>
                  <a:lnTo>
                    <a:pt x="9861292" y="953836"/>
                  </a:lnTo>
                  <a:lnTo>
                    <a:pt x="9964970" y="959929"/>
                  </a:lnTo>
                  <a:lnTo>
                    <a:pt x="10069086" y="965217"/>
                  </a:lnTo>
                  <a:lnTo>
                    <a:pt x="10169795" y="969683"/>
                  </a:lnTo>
                  <a:lnTo>
                    <a:pt x="10262740" y="973314"/>
                  </a:lnTo>
                  <a:lnTo>
                    <a:pt x="10343654" y="976122"/>
                  </a:lnTo>
                  <a:lnTo>
                    <a:pt x="10409108" y="978152"/>
                  </a:lnTo>
                  <a:lnTo>
                    <a:pt x="10457230" y="979495"/>
                  </a:lnTo>
                  <a:lnTo>
                    <a:pt x="10488166" y="980275"/>
                  </a:lnTo>
                  <a:lnTo>
                    <a:pt x="10504188" y="980641"/>
                  </a:lnTo>
                  <a:lnTo>
                    <a:pt x="10509496" y="980751"/>
                  </a:lnTo>
                  <a:lnTo>
                    <a:pt x="10509911" y="980759"/>
                  </a:lnTo>
                  <a:lnTo>
                    <a:pt x="11981298" y="980759"/>
                  </a:lnTo>
                  <a:lnTo>
                    <a:pt x="11981298" y="972586"/>
                  </a:lnTo>
                  <a:lnTo>
                    <a:pt x="10509911" y="972586"/>
                  </a:lnTo>
                  <a:lnTo>
                    <a:pt x="10508684" y="972562"/>
                  </a:lnTo>
                  <a:lnTo>
                    <a:pt x="10500637" y="972390"/>
                  </a:lnTo>
                  <a:lnTo>
                    <a:pt x="10480398" y="971913"/>
                  </a:lnTo>
                  <a:lnTo>
                    <a:pt x="10444329" y="970976"/>
                  </a:lnTo>
                  <a:lnTo>
                    <a:pt x="10390800" y="969434"/>
                  </a:lnTo>
                  <a:lnTo>
                    <a:pt x="10320315" y="967172"/>
                  </a:lnTo>
                  <a:lnTo>
                    <a:pt x="10235288" y="964115"/>
                  </a:lnTo>
                  <a:lnTo>
                    <a:pt x="10139486" y="960227"/>
                  </a:lnTo>
                  <a:lnTo>
                    <a:pt x="10037281" y="955506"/>
                  </a:lnTo>
                  <a:lnTo>
                    <a:pt x="9932926" y="949969"/>
                  </a:lnTo>
                  <a:lnTo>
                    <a:pt x="9830026" y="943633"/>
                  </a:lnTo>
                  <a:lnTo>
                    <a:pt x="9731273" y="936501"/>
                  </a:lnTo>
                  <a:lnTo>
                    <a:pt x="9638407" y="928557"/>
                  </a:lnTo>
                  <a:lnTo>
                    <a:pt x="9552325" y="919753"/>
                  </a:lnTo>
                  <a:lnTo>
                    <a:pt x="9473264" y="910011"/>
                  </a:lnTo>
                  <a:lnTo>
                    <a:pt x="9400983" y="899222"/>
                  </a:lnTo>
                  <a:lnTo>
                    <a:pt x="9334931" y="887251"/>
                  </a:lnTo>
                  <a:lnTo>
                    <a:pt x="9274373" y="873938"/>
                  </a:lnTo>
                  <a:lnTo>
                    <a:pt x="9218485" y="859111"/>
                  </a:lnTo>
                  <a:lnTo>
                    <a:pt x="9166421" y="842603"/>
                  </a:lnTo>
                  <a:lnTo>
                    <a:pt x="9117371" y="824281"/>
                  </a:lnTo>
                  <a:lnTo>
                    <a:pt x="9084767" y="810489"/>
                  </a:lnTo>
                  <a:lnTo>
                    <a:pt x="9033711" y="786223"/>
                  </a:lnTo>
                  <a:lnTo>
                    <a:pt x="8984239" y="759539"/>
                  </a:lnTo>
                  <a:lnTo>
                    <a:pt x="8935767" y="730398"/>
                  </a:lnTo>
                  <a:lnTo>
                    <a:pt x="8887861" y="698843"/>
                  </a:lnTo>
                  <a:lnTo>
                    <a:pt x="8840217" y="665003"/>
                  </a:lnTo>
                  <a:lnTo>
                    <a:pt x="8792633" y="629101"/>
                  </a:lnTo>
                  <a:lnTo>
                    <a:pt x="8744996" y="591454"/>
                  </a:lnTo>
                  <a:lnTo>
                    <a:pt x="8697263" y="552465"/>
                  </a:lnTo>
                  <a:lnTo>
                    <a:pt x="8649447" y="512605"/>
                  </a:lnTo>
                  <a:lnTo>
                    <a:pt x="8601592" y="472393"/>
                  </a:lnTo>
                  <a:lnTo>
                    <a:pt x="8553758" y="432368"/>
                  </a:lnTo>
                  <a:lnTo>
                    <a:pt x="8505996" y="393056"/>
                  </a:lnTo>
                  <a:lnTo>
                    <a:pt x="8458331" y="354948"/>
                  </a:lnTo>
                  <a:lnTo>
                    <a:pt x="8410739" y="318469"/>
                  </a:lnTo>
                  <a:lnTo>
                    <a:pt x="8363130" y="283964"/>
                  </a:lnTo>
                  <a:lnTo>
                    <a:pt x="8315333" y="251684"/>
                  </a:lnTo>
                  <a:lnTo>
                    <a:pt x="8267075" y="221789"/>
                  </a:lnTo>
                  <a:lnTo>
                    <a:pt x="8217967" y="194347"/>
                  </a:lnTo>
                  <a:lnTo>
                    <a:pt x="8167474" y="169342"/>
                  </a:lnTo>
                  <a:lnTo>
                    <a:pt x="8151487" y="162097"/>
                  </a:lnTo>
                  <a:lnTo>
                    <a:pt x="8104094" y="142480"/>
                  </a:lnTo>
                  <a:lnTo>
                    <a:pt x="8054200" y="124726"/>
                  </a:lnTo>
                  <a:lnTo>
                    <a:pt x="8001051" y="108750"/>
                  </a:lnTo>
                  <a:lnTo>
                    <a:pt x="7943818" y="94407"/>
                  </a:lnTo>
                  <a:lnTo>
                    <a:pt x="7881658" y="81523"/>
                  </a:lnTo>
                  <a:lnTo>
                    <a:pt x="7813765" y="69931"/>
                  </a:lnTo>
                  <a:lnTo>
                    <a:pt x="7739449" y="59477"/>
                  </a:lnTo>
                  <a:lnTo>
                    <a:pt x="7658239" y="50033"/>
                  </a:lnTo>
                  <a:lnTo>
                    <a:pt x="7570021" y="41500"/>
                  </a:lnTo>
                  <a:lnTo>
                    <a:pt x="7475216" y="33809"/>
                  </a:lnTo>
                  <a:lnTo>
                    <a:pt x="7374962" y="26923"/>
                  </a:lnTo>
                  <a:lnTo>
                    <a:pt x="7271283" y="20830"/>
                  </a:lnTo>
                  <a:lnTo>
                    <a:pt x="7167167" y="15542"/>
                  </a:lnTo>
                  <a:lnTo>
                    <a:pt x="7066459" y="11076"/>
                  </a:lnTo>
                  <a:lnTo>
                    <a:pt x="6973513" y="7445"/>
                  </a:lnTo>
                  <a:lnTo>
                    <a:pt x="6892600" y="4637"/>
                  </a:lnTo>
                  <a:lnTo>
                    <a:pt x="6827146" y="2606"/>
                  </a:lnTo>
                  <a:lnTo>
                    <a:pt x="6779024" y="1264"/>
                  </a:lnTo>
                  <a:lnTo>
                    <a:pt x="6748087" y="484"/>
                  </a:lnTo>
                  <a:lnTo>
                    <a:pt x="6732065" y="118"/>
                  </a:lnTo>
                  <a:lnTo>
                    <a:pt x="6726758" y="7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726" y="20"/>
                  </a:lnTo>
                  <a:lnTo>
                    <a:pt x="5245658" y="167"/>
                  </a:lnTo>
                  <a:lnTo>
                    <a:pt x="5225368" y="572"/>
                  </a:lnTo>
                  <a:lnTo>
                    <a:pt x="5189213" y="1370"/>
                  </a:lnTo>
                  <a:lnTo>
                    <a:pt x="5135566" y="2682"/>
                  </a:lnTo>
                  <a:lnTo>
                    <a:pt x="5064939" y="4607"/>
                  </a:lnTo>
                  <a:lnTo>
                    <a:pt x="4979761" y="7208"/>
                  </a:lnTo>
                  <a:lnTo>
                    <a:pt x="4883816" y="10516"/>
                  </a:lnTo>
                  <a:lnTo>
                    <a:pt x="4781488" y="14531"/>
                  </a:lnTo>
                  <a:lnTo>
                    <a:pt x="4677038" y="19241"/>
                  </a:lnTo>
                  <a:lnTo>
                    <a:pt x="4574075" y="24630"/>
                  </a:lnTo>
                  <a:lnTo>
                    <a:pt x="4475287" y="30695"/>
                  </a:lnTo>
                  <a:lnTo>
                    <a:pt x="4382410" y="37451"/>
                  </a:lnTo>
                  <a:lnTo>
                    <a:pt x="4296336" y="44940"/>
                  </a:lnTo>
                  <a:lnTo>
                    <a:pt x="4217294" y="53226"/>
                  </a:lnTo>
                  <a:lnTo>
                    <a:pt x="4145039" y="62404"/>
                  </a:lnTo>
                  <a:lnTo>
                    <a:pt x="4079015" y="72590"/>
                  </a:lnTo>
                  <a:lnTo>
                    <a:pt x="4018483" y="83919"/>
                  </a:lnTo>
                  <a:lnTo>
                    <a:pt x="3962614" y="96537"/>
                  </a:lnTo>
                  <a:lnTo>
                    <a:pt x="3910563" y="110586"/>
                  </a:lnTo>
                  <a:lnTo>
                    <a:pt x="3861518" y="126180"/>
                  </a:lnTo>
                  <a:lnTo>
                    <a:pt x="3829811" y="137578"/>
                  </a:lnTo>
                  <a:lnTo>
                    <a:pt x="3777545" y="158696"/>
                  </a:lnTo>
                  <a:lnTo>
                    <a:pt x="3726924" y="181968"/>
                  </a:lnTo>
                  <a:lnTo>
                    <a:pt x="3677326" y="207426"/>
                  </a:lnTo>
                  <a:lnTo>
                    <a:pt x="3628296" y="235029"/>
                  </a:lnTo>
                  <a:lnTo>
                    <a:pt x="3579515" y="264649"/>
                  </a:lnTo>
                  <a:lnTo>
                    <a:pt x="3530780" y="296074"/>
                  </a:lnTo>
                  <a:lnTo>
                    <a:pt x="3481978" y="329006"/>
                  </a:lnTo>
                  <a:lnTo>
                    <a:pt x="3433075" y="363064"/>
                  </a:lnTo>
                  <a:lnTo>
                    <a:pt x="3384092" y="397812"/>
                  </a:lnTo>
                  <a:lnTo>
                    <a:pt x="3335081" y="432769"/>
                  </a:lnTo>
                  <a:lnTo>
                    <a:pt x="3286106" y="467444"/>
                  </a:lnTo>
                  <a:lnTo>
                    <a:pt x="3237218" y="501365"/>
                  </a:lnTo>
                  <a:lnTo>
                    <a:pt x="3188430" y="534097"/>
                  </a:lnTo>
                  <a:lnTo>
                    <a:pt x="3139696" y="565275"/>
                  </a:lnTo>
                  <a:lnTo>
                    <a:pt x="3090895" y="594612"/>
                  </a:lnTo>
                  <a:lnTo>
                    <a:pt x="3041804" y="621906"/>
                  </a:lnTo>
                  <a:lnTo>
                    <a:pt x="2992089" y="647045"/>
                  </a:lnTo>
                  <a:lnTo>
                    <a:pt x="2941271" y="669998"/>
                  </a:lnTo>
                  <a:lnTo>
                    <a:pt x="2896531" y="687894"/>
                  </a:lnTo>
                  <a:lnTo>
                    <a:pt x="2849095" y="704558"/>
                  </a:lnTo>
                  <a:lnTo>
                    <a:pt x="2799153" y="719638"/>
                  </a:lnTo>
                  <a:lnTo>
                    <a:pt x="2745947" y="733206"/>
                  </a:lnTo>
                  <a:lnTo>
                    <a:pt x="2688650" y="745387"/>
                  </a:lnTo>
                  <a:lnTo>
                    <a:pt x="2626412" y="756326"/>
                  </a:lnTo>
                  <a:lnTo>
                    <a:pt x="2558428" y="766169"/>
                  </a:lnTo>
                  <a:lnTo>
                    <a:pt x="2484007" y="775044"/>
                  </a:lnTo>
                  <a:lnTo>
                    <a:pt x="2402676" y="783061"/>
                  </a:lnTo>
                  <a:lnTo>
                    <a:pt x="2314328" y="790304"/>
                  </a:lnTo>
                  <a:lnTo>
                    <a:pt x="2219385" y="796832"/>
                  </a:lnTo>
                  <a:lnTo>
                    <a:pt x="2118998" y="802676"/>
                  </a:lnTo>
                  <a:lnTo>
                    <a:pt x="2015206" y="807844"/>
                  </a:lnTo>
                  <a:lnTo>
                    <a:pt x="1911013" y="812329"/>
                  </a:lnTo>
                  <a:lnTo>
                    <a:pt x="1810281" y="816114"/>
                  </a:lnTo>
                  <a:lnTo>
                    <a:pt x="1717383" y="819190"/>
                  </a:lnTo>
                  <a:lnTo>
                    <a:pt x="1636591" y="821565"/>
                  </a:lnTo>
                  <a:lnTo>
                    <a:pt x="1571326" y="823281"/>
                  </a:lnTo>
                  <a:lnTo>
                    <a:pt x="1523437" y="824413"/>
                  </a:lnTo>
                  <a:lnTo>
                    <a:pt x="1492744" y="825069"/>
                  </a:lnTo>
                  <a:lnTo>
                    <a:pt x="1476935" y="825375"/>
                  </a:lnTo>
                  <a:lnTo>
                    <a:pt x="1471770" y="825466"/>
                  </a:lnTo>
                  <a:lnTo>
                    <a:pt x="1471387" y="825472"/>
                  </a:lnTo>
                  <a:lnTo>
                    <a:pt x="0" y="825472"/>
                  </a:lnTo>
                  <a:close/>
                </a:path>
              </a:pathLst>
            </a:custGeom>
            <a:solidFill>
              <a:srgbClr val="6FA8DC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863" name="pl1863"/>
            <p:cNvSpPr/>
            <p:nvPr/>
          </p:nvSpPr>
          <p:spPr>
            <a:xfrm>
              <a:off x="4799595" y="9507611"/>
              <a:ext cx="11981298" cy="972586"/>
            </a:xfrm>
            <a:custGeom>
              <a:avLst/>
              <a:pathLst>
                <a:path w="11981298" h="972586">
                  <a:moveTo>
                    <a:pt x="0" y="825472"/>
                  </a:moveTo>
                  <a:lnTo>
                    <a:pt x="1471387" y="825472"/>
                  </a:lnTo>
                  <a:lnTo>
                    <a:pt x="1472616" y="825452"/>
                  </a:lnTo>
                  <a:lnTo>
                    <a:pt x="1480684" y="825305"/>
                  </a:lnTo>
                  <a:lnTo>
                    <a:pt x="1500974" y="824900"/>
                  </a:lnTo>
                  <a:lnTo>
                    <a:pt x="1537129" y="824102"/>
                  </a:lnTo>
                  <a:lnTo>
                    <a:pt x="1590776" y="822790"/>
                  </a:lnTo>
                  <a:lnTo>
                    <a:pt x="1661403" y="820865"/>
                  </a:lnTo>
                  <a:lnTo>
                    <a:pt x="1746581" y="818264"/>
                  </a:lnTo>
                  <a:lnTo>
                    <a:pt x="1842526" y="814956"/>
                  </a:lnTo>
                  <a:lnTo>
                    <a:pt x="1944854" y="810941"/>
                  </a:lnTo>
                  <a:lnTo>
                    <a:pt x="2049304" y="806231"/>
                  </a:lnTo>
                  <a:lnTo>
                    <a:pt x="2152267" y="800842"/>
                  </a:lnTo>
                  <a:lnTo>
                    <a:pt x="2251055" y="794777"/>
                  </a:lnTo>
                  <a:lnTo>
                    <a:pt x="2343932" y="788020"/>
                  </a:lnTo>
                  <a:lnTo>
                    <a:pt x="2430006" y="780532"/>
                  </a:lnTo>
                  <a:lnTo>
                    <a:pt x="2509048" y="772245"/>
                  </a:lnTo>
                  <a:lnTo>
                    <a:pt x="2581303" y="763067"/>
                  </a:lnTo>
                  <a:lnTo>
                    <a:pt x="2647327" y="752882"/>
                  </a:lnTo>
                  <a:lnTo>
                    <a:pt x="2707859" y="741553"/>
                  </a:lnTo>
                  <a:lnTo>
                    <a:pt x="2763728" y="728935"/>
                  </a:lnTo>
                  <a:lnTo>
                    <a:pt x="2815779" y="714886"/>
                  </a:lnTo>
                  <a:lnTo>
                    <a:pt x="2864824" y="699292"/>
                  </a:lnTo>
                  <a:lnTo>
                    <a:pt x="2896531" y="687894"/>
                  </a:lnTo>
                  <a:lnTo>
                    <a:pt x="2948797" y="666776"/>
                  </a:lnTo>
                  <a:lnTo>
                    <a:pt x="2999418" y="643504"/>
                  </a:lnTo>
                  <a:lnTo>
                    <a:pt x="3049016" y="618045"/>
                  </a:lnTo>
                  <a:lnTo>
                    <a:pt x="3098046" y="590443"/>
                  </a:lnTo>
                  <a:lnTo>
                    <a:pt x="3146827" y="560823"/>
                  </a:lnTo>
                  <a:lnTo>
                    <a:pt x="3195562" y="529397"/>
                  </a:lnTo>
                  <a:lnTo>
                    <a:pt x="3244364" y="496466"/>
                  </a:lnTo>
                  <a:lnTo>
                    <a:pt x="3293267" y="462407"/>
                  </a:lnTo>
                  <a:lnTo>
                    <a:pt x="3342250" y="427660"/>
                  </a:lnTo>
                  <a:lnTo>
                    <a:pt x="3391261" y="392703"/>
                  </a:lnTo>
                  <a:lnTo>
                    <a:pt x="3440236" y="358027"/>
                  </a:lnTo>
                  <a:lnTo>
                    <a:pt x="3489124" y="324107"/>
                  </a:lnTo>
                  <a:lnTo>
                    <a:pt x="3537912" y="291375"/>
                  </a:lnTo>
                  <a:lnTo>
                    <a:pt x="3586646" y="260196"/>
                  </a:lnTo>
                  <a:lnTo>
                    <a:pt x="3635447" y="230860"/>
                  </a:lnTo>
                  <a:lnTo>
                    <a:pt x="3684538" y="203566"/>
                  </a:lnTo>
                  <a:lnTo>
                    <a:pt x="3734253" y="178427"/>
                  </a:lnTo>
                  <a:lnTo>
                    <a:pt x="3785071" y="155473"/>
                  </a:lnTo>
                  <a:lnTo>
                    <a:pt x="3829811" y="137578"/>
                  </a:lnTo>
                  <a:lnTo>
                    <a:pt x="3877247" y="120914"/>
                  </a:lnTo>
                  <a:lnTo>
                    <a:pt x="3927189" y="105834"/>
                  </a:lnTo>
                  <a:lnTo>
                    <a:pt x="3980395" y="92266"/>
                  </a:lnTo>
                  <a:lnTo>
                    <a:pt x="4037693" y="80085"/>
                  </a:lnTo>
                  <a:lnTo>
                    <a:pt x="4099930" y="69146"/>
                  </a:lnTo>
                  <a:lnTo>
                    <a:pt x="4167914" y="59303"/>
                  </a:lnTo>
                  <a:lnTo>
                    <a:pt x="4242336" y="50428"/>
                  </a:lnTo>
                  <a:lnTo>
                    <a:pt x="4323666" y="42411"/>
                  </a:lnTo>
                  <a:lnTo>
                    <a:pt x="4412014" y="35167"/>
                  </a:lnTo>
                  <a:lnTo>
                    <a:pt x="4506957" y="28640"/>
                  </a:lnTo>
                  <a:lnTo>
                    <a:pt x="4607344" y="22796"/>
                  </a:lnTo>
                  <a:lnTo>
                    <a:pt x="4711136" y="17628"/>
                  </a:lnTo>
                  <a:lnTo>
                    <a:pt x="4815330" y="13143"/>
                  </a:lnTo>
                  <a:lnTo>
                    <a:pt x="4916061" y="9358"/>
                  </a:lnTo>
                  <a:lnTo>
                    <a:pt x="5008959" y="6282"/>
                  </a:lnTo>
                  <a:lnTo>
                    <a:pt x="5089751" y="3906"/>
                  </a:lnTo>
                  <a:lnTo>
                    <a:pt x="5155016" y="2191"/>
                  </a:lnTo>
                  <a:lnTo>
                    <a:pt x="5202905" y="1058"/>
                  </a:lnTo>
                  <a:lnTo>
                    <a:pt x="5233598" y="403"/>
                  </a:lnTo>
                  <a:lnTo>
                    <a:pt x="5249407" y="97"/>
                  </a:lnTo>
                  <a:lnTo>
                    <a:pt x="5254572" y="6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569" y="24"/>
                  </a:lnTo>
                  <a:lnTo>
                    <a:pt x="6735616" y="196"/>
                  </a:lnTo>
                  <a:lnTo>
                    <a:pt x="6755855" y="672"/>
                  </a:lnTo>
                  <a:lnTo>
                    <a:pt x="6791925" y="1610"/>
                  </a:lnTo>
                  <a:lnTo>
                    <a:pt x="6845453" y="3152"/>
                  </a:lnTo>
                  <a:lnTo>
                    <a:pt x="6915938" y="5414"/>
                  </a:lnTo>
                  <a:lnTo>
                    <a:pt x="7000966" y="8471"/>
                  </a:lnTo>
                  <a:lnTo>
                    <a:pt x="7096767" y="12359"/>
                  </a:lnTo>
                  <a:lnTo>
                    <a:pt x="7198972" y="17079"/>
                  </a:lnTo>
                  <a:lnTo>
                    <a:pt x="7303327" y="22617"/>
                  </a:lnTo>
                  <a:lnTo>
                    <a:pt x="7406227" y="28953"/>
                  </a:lnTo>
                  <a:lnTo>
                    <a:pt x="7504980" y="36084"/>
                  </a:lnTo>
                  <a:lnTo>
                    <a:pt x="7597846" y="44029"/>
                  </a:lnTo>
                  <a:lnTo>
                    <a:pt x="7683928" y="52833"/>
                  </a:lnTo>
                  <a:lnTo>
                    <a:pt x="7762989" y="62575"/>
                  </a:lnTo>
                  <a:lnTo>
                    <a:pt x="7835270" y="73363"/>
                  </a:lnTo>
                  <a:lnTo>
                    <a:pt x="7901322" y="85335"/>
                  </a:lnTo>
                  <a:lnTo>
                    <a:pt x="7961880" y="98648"/>
                  </a:lnTo>
                  <a:lnTo>
                    <a:pt x="8017769" y="113475"/>
                  </a:lnTo>
                  <a:lnTo>
                    <a:pt x="8069832" y="129983"/>
                  </a:lnTo>
                  <a:lnTo>
                    <a:pt x="8118882" y="148305"/>
                  </a:lnTo>
                  <a:lnTo>
                    <a:pt x="8151487" y="162097"/>
                  </a:lnTo>
                  <a:lnTo>
                    <a:pt x="8202542" y="186363"/>
                  </a:lnTo>
                  <a:lnTo>
                    <a:pt x="8252014" y="213047"/>
                  </a:lnTo>
                  <a:lnTo>
                    <a:pt x="8300486" y="242188"/>
                  </a:lnTo>
                  <a:lnTo>
                    <a:pt x="8348392" y="273743"/>
                  </a:lnTo>
                  <a:lnTo>
                    <a:pt x="8396036" y="307583"/>
                  </a:lnTo>
                  <a:lnTo>
                    <a:pt x="8443621" y="343485"/>
                  </a:lnTo>
                  <a:lnTo>
                    <a:pt x="8491258" y="381132"/>
                  </a:lnTo>
                  <a:lnTo>
                    <a:pt x="8538990" y="420121"/>
                  </a:lnTo>
                  <a:lnTo>
                    <a:pt x="8586806" y="459981"/>
                  </a:lnTo>
                  <a:lnTo>
                    <a:pt x="8634661" y="500193"/>
                  </a:lnTo>
                  <a:lnTo>
                    <a:pt x="8682496" y="540218"/>
                  </a:lnTo>
                  <a:lnTo>
                    <a:pt x="8730257" y="579529"/>
                  </a:lnTo>
                  <a:lnTo>
                    <a:pt x="8777922" y="617637"/>
                  </a:lnTo>
                  <a:lnTo>
                    <a:pt x="8825514" y="654116"/>
                  </a:lnTo>
                  <a:lnTo>
                    <a:pt x="8873123" y="688622"/>
                  </a:lnTo>
                  <a:lnTo>
                    <a:pt x="8920920" y="720901"/>
                  </a:lnTo>
                  <a:lnTo>
                    <a:pt x="8969178" y="750796"/>
                  </a:lnTo>
                  <a:lnTo>
                    <a:pt x="9018286" y="778239"/>
                  </a:lnTo>
                  <a:lnTo>
                    <a:pt x="9068779" y="803244"/>
                  </a:lnTo>
                  <a:lnTo>
                    <a:pt x="9084767" y="810489"/>
                  </a:lnTo>
                  <a:lnTo>
                    <a:pt x="9132159" y="830106"/>
                  </a:lnTo>
                  <a:lnTo>
                    <a:pt x="9182053" y="847860"/>
                  </a:lnTo>
                  <a:lnTo>
                    <a:pt x="9235202" y="863835"/>
                  </a:lnTo>
                  <a:lnTo>
                    <a:pt x="9292435" y="878179"/>
                  </a:lnTo>
                  <a:lnTo>
                    <a:pt x="9354595" y="891062"/>
                  </a:lnTo>
                  <a:lnTo>
                    <a:pt x="9422488" y="902655"/>
                  </a:lnTo>
                  <a:lnTo>
                    <a:pt x="9496804" y="913109"/>
                  </a:lnTo>
                  <a:lnTo>
                    <a:pt x="9578015" y="922552"/>
                  </a:lnTo>
                  <a:lnTo>
                    <a:pt x="9666232" y="931086"/>
                  </a:lnTo>
                  <a:lnTo>
                    <a:pt x="9761037" y="938777"/>
                  </a:lnTo>
                  <a:lnTo>
                    <a:pt x="9861292" y="945663"/>
                  </a:lnTo>
                  <a:lnTo>
                    <a:pt x="9964970" y="951756"/>
                  </a:lnTo>
                  <a:lnTo>
                    <a:pt x="10069086" y="957044"/>
                  </a:lnTo>
                  <a:lnTo>
                    <a:pt x="10169795" y="961510"/>
                  </a:lnTo>
                  <a:lnTo>
                    <a:pt x="10262740" y="965141"/>
                  </a:lnTo>
                  <a:lnTo>
                    <a:pt x="10343654" y="967949"/>
                  </a:lnTo>
                  <a:lnTo>
                    <a:pt x="10409108" y="969979"/>
                  </a:lnTo>
                  <a:lnTo>
                    <a:pt x="10457230" y="971322"/>
                  </a:lnTo>
                  <a:lnTo>
                    <a:pt x="10488166" y="972102"/>
                  </a:lnTo>
                  <a:lnTo>
                    <a:pt x="10504188" y="972468"/>
                  </a:lnTo>
                  <a:lnTo>
                    <a:pt x="10509496" y="972578"/>
                  </a:lnTo>
                  <a:lnTo>
                    <a:pt x="10509911" y="972586"/>
                  </a:lnTo>
                  <a:lnTo>
                    <a:pt x="11981298" y="97258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64" name="pl1864"/>
            <p:cNvSpPr/>
            <p:nvPr/>
          </p:nvSpPr>
          <p:spPr>
            <a:xfrm>
              <a:off x="4799595" y="9499438"/>
              <a:ext cx="11981298" cy="972586"/>
            </a:xfrm>
            <a:custGeom>
              <a:avLst/>
              <a:pathLst>
                <a:path w="11981298" h="972586">
                  <a:moveTo>
                    <a:pt x="11981298" y="972586"/>
                  </a:moveTo>
                  <a:lnTo>
                    <a:pt x="10509911" y="972586"/>
                  </a:lnTo>
                  <a:lnTo>
                    <a:pt x="10508684" y="972562"/>
                  </a:lnTo>
                  <a:lnTo>
                    <a:pt x="10500637" y="972390"/>
                  </a:lnTo>
                  <a:lnTo>
                    <a:pt x="10480398" y="971913"/>
                  </a:lnTo>
                  <a:lnTo>
                    <a:pt x="10444329" y="970976"/>
                  </a:lnTo>
                  <a:lnTo>
                    <a:pt x="10390800" y="969434"/>
                  </a:lnTo>
                  <a:lnTo>
                    <a:pt x="10320315" y="967172"/>
                  </a:lnTo>
                  <a:lnTo>
                    <a:pt x="10235288" y="964115"/>
                  </a:lnTo>
                  <a:lnTo>
                    <a:pt x="10139486" y="960227"/>
                  </a:lnTo>
                  <a:lnTo>
                    <a:pt x="10037281" y="955506"/>
                  </a:lnTo>
                  <a:lnTo>
                    <a:pt x="9932926" y="949969"/>
                  </a:lnTo>
                  <a:lnTo>
                    <a:pt x="9830026" y="943633"/>
                  </a:lnTo>
                  <a:lnTo>
                    <a:pt x="9731273" y="936501"/>
                  </a:lnTo>
                  <a:lnTo>
                    <a:pt x="9638407" y="928557"/>
                  </a:lnTo>
                  <a:lnTo>
                    <a:pt x="9552325" y="919753"/>
                  </a:lnTo>
                  <a:lnTo>
                    <a:pt x="9473264" y="910011"/>
                  </a:lnTo>
                  <a:lnTo>
                    <a:pt x="9400983" y="899222"/>
                  </a:lnTo>
                  <a:lnTo>
                    <a:pt x="9334931" y="887251"/>
                  </a:lnTo>
                  <a:lnTo>
                    <a:pt x="9274373" y="873938"/>
                  </a:lnTo>
                  <a:lnTo>
                    <a:pt x="9218485" y="859111"/>
                  </a:lnTo>
                  <a:lnTo>
                    <a:pt x="9166421" y="842603"/>
                  </a:lnTo>
                  <a:lnTo>
                    <a:pt x="9117371" y="824281"/>
                  </a:lnTo>
                  <a:lnTo>
                    <a:pt x="9084767" y="810489"/>
                  </a:lnTo>
                  <a:lnTo>
                    <a:pt x="9033711" y="786223"/>
                  </a:lnTo>
                  <a:lnTo>
                    <a:pt x="8984239" y="759539"/>
                  </a:lnTo>
                  <a:lnTo>
                    <a:pt x="8935767" y="730398"/>
                  </a:lnTo>
                  <a:lnTo>
                    <a:pt x="8887861" y="698843"/>
                  </a:lnTo>
                  <a:lnTo>
                    <a:pt x="8840217" y="665003"/>
                  </a:lnTo>
                  <a:lnTo>
                    <a:pt x="8792633" y="629101"/>
                  </a:lnTo>
                  <a:lnTo>
                    <a:pt x="8744996" y="591454"/>
                  </a:lnTo>
                  <a:lnTo>
                    <a:pt x="8697263" y="552465"/>
                  </a:lnTo>
                  <a:lnTo>
                    <a:pt x="8649447" y="512605"/>
                  </a:lnTo>
                  <a:lnTo>
                    <a:pt x="8601592" y="472393"/>
                  </a:lnTo>
                  <a:lnTo>
                    <a:pt x="8553758" y="432368"/>
                  </a:lnTo>
                  <a:lnTo>
                    <a:pt x="8505996" y="393056"/>
                  </a:lnTo>
                  <a:lnTo>
                    <a:pt x="8458331" y="354948"/>
                  </a:lnTo>
                  <a:lnTo>
                    <a:pt x="8410739" y="318469"/>
                  </a:lnTo>
                  <a:lnTo>
                    <a:pt x="8363130" y="283964"/>
                  </a:lnTo>
                  <a:lnTo>
                    <a:pt x="8315333" y="251684"/>
                  </a:lnTo>
                  <a:lnTo>
                    <a:pt x="8267075" y="221789"/>
                  </a:lnTo>
                  <a:lnTo>
                    <a:pt x="8217967" y="194347"/>
                  </a:lnTo>
                  <a:lnTo>
                    <a:pt x="8167474" y="169342"/>
                  </a:lnTo>
                  <a:lnTo>
                    <a:pt x="8151487" y="162097"/>
                  </a:lnTo>
                  <a:lnTo>
                    <a:pt x="8104094" y="142480"/>
                  </a:lnTo>
                  <a:lnTo>
                    <a:pt x="8054200" y="124726"/>
                  </a:lnTo>
                  <a:lnTo>
                    <a:pt x="8001051" y="108750"/>
                  </a:lnTo>
                  <a:lnTo>
                    <a:pt x="7943818" y="94407"/>
                  </a:lnTo>
                  <a:lnTo>
                    <a:pt x="7881658" y="81523"/>
                  </a:lnTo>
                  <a:lnTo>
                    <a:pt x="7813765" y="69931"/>
                  </a:lnTo>
                  <a:lnTo>
                    <a:pt x="7739449" y="59477"/>
                  </a:lnTo>
                  <a:lnTo>
                    <a:pt x="7658239" y="50033"/>
                  </a:lnTo>
                  <a:lnTo>
                    <a:pt x="7570021" y="41500"/>
                  </a:lnTo>
                  <a:lnTo>
                    <a:pt x="7475216" y="33809"/>
                  </a:lnTo>
                  <a:lnTo>
                    <a:pt x="7374962" y="26923"/>
                  </a:lnTo>
                  <a:lnTo>
                    <a:pt x="7271283" y="20830"/>
                  </a:lnTo>
                  <a:lnTo>
                    <a:pt x="7167167" y="15542"/>
                  </a:lnTo>
                  <a:lnTo>
                    <a:pt x="7066459" y="11076"/>
                  </a:lnTo>
                  <a:lnTo>
                    <a:pt x="6973513" y="7445"/>
                  </a:lnTo>
                  <a:lnTo>
                    <a:pt x="6892600" y="4637"/>
                  </a:lnTo>
                  <a:lnTo>
                    <a:pt x="6827146" y="2606"/>
                  </a:lnTo>
                  <a:lnTo>
                    <a:pt x="6779024" y="1264"/>
                  </a:lnTo>
                  <a:lnTo>
                    <a:pt x="6748087" y="484"/>
                  </a:lnTo>
                  <a:lnTo>
                    <a:pt x="6732065" y="118"/>
                  </a:lnTo>
                  <a:lnTo>
                    <a:pt x="6726758" y="7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726" y="20"/>
                  </a:lnTo>
                  <a:lnTo>
                    <a:pt x="5245658" y="167"/>
                  </a:lnTo>
                  <a:lnTo>
                    <a:pt x="5225368" y="572"/>
                  </a:lnTo>
                  <a:lnTo>
                    <a:pt x="5189213" y="1370"/>
                  </a:lnTo>
                  <a:lnTo>
                    <a:pt x="5135566" y="2682"/>
                  </a:lnTo>
                  <a:lnTo>
                    <a:pt x="5064939" y="4607"/>
                  </a:lnTo>
                  <a:lnTo>
                    <a:pt x="4979761" y="7208"/>
                  </a:lnTo>
                  <a:lnTo>
                    <a:pt x="4883816" y="10516"/>
                  </a:lnTo>
                  <a:lnTo>
                    <a:pt x="4781488" y="14531"/>
                  </a:lnTo>
                  <a:lnTo>
                    <a:pt x="4677038" y="19241"/>
                  </a:lnTo>
                  <a:lnTo>
                    <a:pt x="4574075" y="24630"/>
                  </a:lnTo>
                  <a:lnTo>
                    <a:pt x="4475287" y="30695"/>
                  </a:lnTo>
                  <a:lnTo>
                    <a:pt x="4382410" y="37451"/>
                  </a:lnTo>
                  <a:lnTo>
                    <a:pt x="4296336" y="44940"/>
                  </a:lnTo>
                  <a:lnTo>
                    <a:pt x="4217294" y="53226"/>
                  </a:lnTo>
                  <a:lnTo>
                    <a:pt x="4145039" y="62404"/>
                  </a:lnTo>
                  <a:lnTo>
                    <a:pt x="4079015" y="72590"/>
                  </a:lnTo>
                  <a:lnTo>
                    <a:pt x="4018483" y="83919"/>
                  </a:lnTo>
                  <a:lnTo>
                    <a:pt x="3962614" y="96537"/>
                  </a:lnTo>
                  <a:lnTo>
                    <a:pt x="3910563" y="110586"/>
                  </a:lnTo>
                  <a:lnTo>
                    <a:pt x="3861518" y="126180"/>
                  </a:lnTo>
                  <a:lnTo>
                    <a:pt x="3829811" y="137578"/>
                  </a:lnTo>
                  <a:lnTo>
                    <a:pt x="3777545" y="158696"/>
                  </a:lnTo>
                  <a:lnTo>
                    <a:pt x="3726924" y="181968"/>
                  </a:lnTo>
                  <a:lnTo>
                    <a:pt x="3677326" y="207426"/>
                  </a:lnTo>
                  <a:lnTo>
                    <a:pt x="3628296" y="235029"/>
                  </a:lnTo>
                  <a:lnTo>
                    <a:pt x="3579515" y="264649"/>
                  </a:lnTo>
                  <a:lnTo>
                    <a:pt x="3530780" y="296074"/>
                  </a:lnTo>
                  <a:lnTo>
                    <a:pt x="3481978" y="329006"/>
                  </a:lnTo>
                  <a:lnTo>
                    <a:pt x="3433075" y="363064"/>
                  </a:lnTo>
                  <a:lnTo>
                    <a:pt x="3384092" y="397812"/>
                  </a:lnTo>
                  <a:lnTo>
                    <a:pt x="3335081" y="432769"/>
                  </a:lnTo>
                  <a:lnTo>
                    <a:pt x="3286106" y="467444"/>
                  </a:lnTo>
                  <a:lnTo>
                    <a:pt x="3237218" y="501365"/>
                  </a:lnTo>
                  <a:lnTo>
                    <a:pt x="3188430" y="534097"/>
                  </a:lnTo>
                  <a:lnTo>
                    <a:pt x="3139696" y="565275"/>
                  </a:lnTo>
                  <a:lnTo>
                    <a:pt x="3090895" y="594612"/>
                  </a:lnTo>
                  <a:lnTo>
                    <a:pt x="3041804" y="621906"/>
                  </a:lnTo>
                  <a:lnTo>
                    <a:pt x="2992089" y="647045"/>
                  </a:lnTo>
                  <a:lnTo>
                    <a:pt x="2941271" y="669998"/>
                  </a:lnTo>
                  <a:lnTo>
                    <a:pt x="2896531" y="687894"/>
                  </a:lnTo>
                  <a:lnTo>
                    <a:pt x="2849095" y="704558"/>
                  </a:lnTo>
                  <a:lnTo>
                    <a:pt x="2799153" y="719638"/>
                  </a:lnTo>
                  <a:lnTo>
                    <a:pt x="2745947" y="733206"/>
                  </a:lnTo>
                  <a:lnTo>
                    <a:pt x="2688650" y="745387"/>
                  </a:lnTo>
                  <a:lnTo>
                    <a:pt x="2626412" y="756326"/>
                  </a:lnTo>
                  <a:lnTo>
                    <a:pt x="2558428" y="766169"/>
                  </a:lnTo>
                  <a:lnTo>
                    <a:pt x="2484007" y="775044"/>
                  </a:lnTo>
                  <a:lnTo>
                    <a:pt x="2402676" y="783061"/>
                  </a:lnTo>
                  <a:lnTo>
                    <a:pt x="2314328" y="790304"/>
                  </a:lnTo>
                  <a:lnTo>
                    <a:pt x="2219385" y="796832"/>
                  </a:lnTo>
                  <a:lnTo>
                    <a:pt x="2118998" y="802676"/>
                  </a:lnTo>
                  <a:lnTo>
                    <a:pt x="2015206" y="807844"/>
                  </a:lnTo>
                  <a:lnTo>
                    <a:pt x="1911013" y="812329"/>
                  </a:lnTo>
                  <a:lnTo>
                    <a:pt x="1810281" y="816114"/>
                  </a:lnTo>
                  <a:lnTo>
                    <a:pt x="1717383" y="819190"/>
                  </a:lnTo>
                  <a:lnTo>
                    <a:pt x="1636591" y="821565"/>
                  </a:lnTo>
                  <a:lnTo>
                    <a:pt x="1571326" y="823281"/>
                  </a:lnTo>
                  <a:lnTo>
                    <a:pt x="1523437" y="824413"/>
                  </a:lnTo>
                  <a:lnTo>
                    <a:pt x="1492744" y="825069"/>
                  </a:lnTo>
                  <a:lnTo>
                    <a:pt x="1476935" y="825375"/>
                  </a:lnTo>
                  <a:lnTo>
                    <a:pt x="1471770" y="825466"/>
                  </a:lnTo>
                  <a:lnTo>
                    <a:pt x="1471387" y="825472"/>
                  </a:lnTo>
                  <a:lnTo>
                    <a:pt x="0" y="82547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65" name="pg1865"/>
            <p:cNvSpPr/>
            <p:nvPr/>
          </p:nvSpPr>
          <p:spPr>
            <a:xfrm>
              <a:off x="4799595" y="3917280"/>
              <a:ext cx="11981298" cy="6423976"/>
            </a:xfrm>
            <a:custGeom>
              <a:avLst/>
              <a:pathLst>
                <a:path w="11981298" h="6423976">
                  <a:moveTo>
                    <a:pt x="0" y="6423976"/>
                  </a:moveTo>
                  <a:lnTo>
                    <a:pt x="1471387" y="6423976"/>
                  </a:lnTo>
                  <a:lnTo>
                    <a:pt x="1472623" y="6423968"/>
                  </a:lnTo>
                  <a:lnTo>
                    <a:pt x="1480737" y="6423908"/>
                  </a:lnTo>
                  <a:lnTo>
                    <a:pt x="1501136" y="6423742"/>
                  </a:lnTo>
                  <a:lnTo>
                    <a:pt x="1537477" y="6423417"/>
                  </a:lnTo>
                  <a:lnTo>
                    <a:pt x="1591381" y="6422881"/>
                  </a:lnTo>
                  <a:lnTo>
                    <a:pt x="1662316" y="6422095"/>
                  </a:lnTo>
                  <a:lnTo>
                    <a:pt x="1747820" y="6421034"/>
                  </a:lnTo>
                  <a:lnTo>
                    <a:pt x="1844075" y="6419684"/>
                  </a:lnTo>
                  <a:lnTo>
                    <a:pt x="1946668" y="6418046"/>
                  </a:lnTo>
                  <a:lnTo>
                    <a:pt x="2051323" y="6416126"/>
                  </a:lnTo>
                  <a:lnTo>
                    <a:pt x="2154424" y="6413928"/>
                  </a:lnTo>
                  <a:lnTo>
                    <a:pt x="2253286" y="6411455"/>
                  </a:lnTo>
                  <a:lnTo>
                    <a:pt x="2346186" y="6408700"/>
                  </a:lnTo>
                  <a:lnTo>
                    <a:pt x="2432242" y="6405646"/>
                  </a:lnTo>
                  <a:lnTo>
                    <a:pt x="2511241" y="6402266"/>
                  </a:lnTo>
                  <a:lnTo>
                    <a:pt x="2583439" y="6398522"/>
                  </a:lnTo>
                  <a:lnTo>
                    <a:pt x="2649404" y="6394365"/>
                  </a:lnTo>
                  <a:lnTo>
                    <a:pt x="2709881" y="6389740"/>
                  </a:lnTo>
                  <a:lnTo>
                    <a:pt x="2765706" y="6384588"/>
                  </a:lnTo>
                  <a:lnTo>
                    <a:pt x="2817730" y="6378851"/>
                  </a:lnTo>
                  <a:lnTo>
                    <a:pt x="2866767" y="6372483"/>
                  </a:lnTo>
                  <a:lnTo>
                    <a:pt x="2896531" y="6368127"/>
                  </a:lnTo>
                  <a:lnTo>
                    <a:pt x="2952005" y="6358990"/>
                  </a:lnTo>
                  <a:lnTo>
                    <a:pt x="3005668" y="6348863"/>
                  </a:lnTo>
                  <a:lnTo>
                    <a:pt x="3058248" y="6337736"/>
                  </a:lnTo>
                  <a:lnTo>
                    <a:pt x="3110264" y="6325634"/>
                  </a:lnTo>
                  <a:lnTo>
                    <a:pt x="3162066" y="6312628"/>
                  </a:lnTo>
                  <a:lnTo>
                    <a:pt x="3213866" y="6298834"/>
                  </a:lnTo>
                  <a:lnTo>
                    <a:pt x="3265763" y="6284412"/>
                  </a:lnTo>
                  <a:lnTo>
                    <a:pt x="3317770" y="6269558"/>
                  </a:lnTo>
                  <a:lnTo>
                    <a:pt x="3369841" y="6254497"/>
                  </a:lnTo>
                  <a:lnTo>
                    <a:pt x="3421902" y="6239467"/>
                  </a:lnTo>
                  <a:lnTo>
                    <a:pt x="3473884" y="6224703"/>
                  </a:lnTo>
                  <a:lnTo>
                    <a:pt x="3525752" y="6210425"/>
                  </a:lnTo>
                  <a:lnTo>
                    <a:pt x="3577539" y="6196819"/>
                  </a:lnTo>
                  <a:lnTo>
                    <a:pt x="3629370" y="6184036"/>
                  </a:lnTo>
                  <a:lnTo>
                    <a:pt x="3681491" y="6172179"/>
                  </a:lnTo>
                  <a:lnTo>
                    <a:pt x="3734292" y="6161307"/>
                  </a:lnTo>
                  <a:lnTo>
                    <a:pt x="3788341" y="6151436"/>
                  </a:lnTo>
                  <a:lnTo>
                    <a:pt x="3829811" y="6144732"/>
                  </a:lnTo>
                  <a:lnTo>
                    <a:pt x="3877341" y="6137955"/>
                  </a:lnTo>
                  <a:lnTo>
                    <a:pt x="3927389" y="6131823"/>
                  </a:lnTo>
                  <a:lnTo>
                    <a:pt x="3980715" y="6126308"/>
                  </a:lnTo>
                  <a:lnTo>
                    <a:pt x="4038155" y="6121357"/>
                  </a:lnTo>
                  <a:lnTo>
                    <a:pt x="4100560" y="6116912"/>
                  </a:lnTo>
                  <a:lnTo>
                    <a:pt x="4168741" y="6112913"/>
                  </a:lnTo>
                  <a:lnTo>
                    <a:pt x="4243392" y="6109308"/>
                  </a:lnTo>
                  <a:lnTo>
                    <a:pt x="4324982" y="6106052"/>
                  </a:lnTo>
                  <a:lnTo>
                    <a:pt x="4413615" y="6103111"/>
                  </a:lnTo>
                  <a:lnTo>
                    <a:pt x="4508855" y="6100461"/>
                  </a:lnTo>
                  <a:lnTo>
                    <a:pt x="4609529" y="6098090"/>
                  </a:lnTo>
                  <a:lnTo>
                    <a:pt x="4713567" y="6095994"/>
                  </a:lnTo>
                  <a:lnTo>
                    <a:pt x="4817927" y="6094176"/>
                  </a:lnTo>
                  <a:lnTo>
                    <a:pt x="4918704" y="6092644"/>
                  </a:lnTo>
                  <a:lnTo>
                    <a:pt x="5011497" y="6091402"/>
                  </a:lnTo>
                  <a:lnTo>
                    <a:pt x="5092021" y="6090444"/>
                  </a:lnTo>
                  <a:lnTo>
                    <a:pt x="5156875" y="6089754"/>
                  </a:lnTo>
                  <a:lnTo>
                    <a:pt x="5204257" y="6089301"/>
                  </a:lnTo>
                  <a:lnTo>
                    <a:pt x="5234423" y="6089040"/>
                  </a:lnTo>
                  <a:lnTo>
                    <a:pt x="5249772" y="6088920"/>
                  </a:lnTo>
                  <a:lnTo>
                    <a:pt x="5254637" y="6088885"/>
                  </a:lnTo>
                  <a:lnTo>
                    <a:pt x="5254955" y="6088883"/>
                  </a:lnTo>
                  <a:lnTo>
                    <a:pt x="6726343" y="6088883"/>
                  </a:lnTo>
                  <a:lnTo>
                    <a:pt x="6727154" y="6088784"/>
                  </a:lnTo>
                  <a:lnTo>
                    <a:pt x="6732526" y="6088080"/>
                  </a:lnTo>
                  <a:lnTo>
                    <a:pt x="6746196" y="6086134"/>
                  </a:lnTo>
                  <a:lnTo>
                    <a:pt x="6770951" y="6082296"/>
                  </a:lnTo>
                  <a:lnTo>
                    <a:pt x="6808491" y="6075942"/>
                  </a:lnTo>
                  <a:lnTo>
                    <a:pt x="6859308" y="6066519"/>
                  </a:lnTo>
                  <a:lnTo>
                    <a:pt x="6922686" y="6053597"/>
                  </a:lnTo>
                  <a:lnTo>
                    <a:pt x="6996863" y="6036892"/>
                  </a:lnTo>
                  <a:lnTo>
                    <a:pt x="7079337" y="6016262"/>
                  </a:lnTo>
                  <a:lnTo>
                    <a:pt x="7167238" y="5991690"/>
                  </a:lnTo>
                  <a:lnTo>
                    <a:pt x="7257703" y="5963231"/>
                  </a:lnTo>
                  <a:lnTo>
                    <a:pt x="7348168" y="5930962"/>
                  </a:lnTo>
                  <a:lnTo>
                    <a:pt x="7436550" y="5894939"/>
                  </a:lnTo>
                  <a:lnTo>
                    <a:pt x="7521312" y="5855150"/>
                  </a:lnTo>
                  <a:lnTo>
                    <a:pt x="7601456" y="5811494"/>
                  </a:lnTo>
                  <a:lnTo>
                    <a:pt x="7676445" y="5763766"/>
                  </a:lnTo>
                  <a:lnTo>
                    <a:pt x="7746120" y="5711648"/>
                  </a:lnTo>
                  <a:lnTo>
                    <a:pt x="7810602" y="5654714"/>
                  </a:lnTo>
                  <a:lnTo>
                    <a:pt x="7870205" y="5592433"/>
                  </a:lnTo>
                  <a:lnTo>
                    <a:pt x="7925375" y="5524186"/>
                  </a:lnTo>
                  <a:lnTo>
                    <a:pt x="7976627" y="5449289"/>
                  </a:lnTo>
                  <a:lnTo>
                    <a:pt x="8024515" y="5367029"/>
                  </a:lnTo>
                  <a:lnTo>
                    <a:pt x="8069591" y="5276733"/>
                  </a:lnTo>
                  <a:lnTo>
                    <a:pt x="8112389" y="5177858"/>
                  </a:lnTo>
                  <a:lnTo>
                    <a:pt x="8151487" y="5075431"/>
                  </a:lnTo>
                  <a:lnTo>
                    <a:pt x="8178412" y="4997992"/>
                  </a:lnTo>
                  <a:lnTo>
                    <a:pt x="8204815" y="4916487"/>
                  </a:lnTo>
                  <a:lnTo>
                    <a:pt x="8230796" y="4830838"/>
                  </a:lnTo>
                  <a:lnTo>
                    <a:pt x="8256443" y="4740999"/>
                  </a:lnTo>
                  <a:lnTo>
                    <a:pt x="8281833" y="4646957"/>
                  </a:lnTo>
                  <a:lnTo>
                    <a:pt x="8307028" y="4548738"/>
                  </a:lnTo>
                  <a:lnTo>
                    <a:pt x="8332084" y="4446406"/>
                  </a:lnTo>
                  <a:lnTo>
                    <a:pt x="8357045" y="4340067"/>
                  </a:lnTo>
                  <a:lnTo>
                    <a:pt x="8381949" y="4229874"/>
                  </a:lnTo>
                  <a:lnTo>
                    <a:pt x="8406824" y="4116020"/>
                  </a:lnTo>
                  <a:lnTo>
                    <a:pt x="8431693" y="3998744"/>
                  </a:lnTo>
                  <a:lnTo>
                    <a:pt x="8456572" y="3878329"/>
                  </a:lnTo>
                  <a:lnTo>
                    <a:pt x="8481471" y="3755098"/>
                  </a:lnTo>
                  <a:lnTo>
                    <a:pt x="8506397" y="3629415"/>
                  </a:lnTo>
                  <a:lnTo>
                    <a:pt x="8531349" y="3501677"/>
                  </a:lnTo>
                  <a:lnTo>
                    <a:pt x="8556327" y="3372311"/>
                  </a:lnTo>
                  <a:lnTo>
                    <a:pt x="8581324" y="3241768"/>
                  </a:lnTo>
                  <a:lnTo>
                    <a:pt x="8606333" y="3110517"/>
                  </a:lnTo>
                  <a:lnTo>
                    <a:pt x="8631347" y="2979038"/>
                  </a:lnTo>
                  <a:lnTo>
                    <a:pt x="8656356" y="2847815"/>
                  </a:lnTo>
                  <a:lnTo>
                    <a:pt x="8681352" y="2717327"/>
                  </a:lnTo>
                  <a:lnTo>
                    <a:pt x="8706328" y="2588042"/>
                  </a:lnTo>
                  <a:lnTo>
                    <a:pt x="8731279" y="2460409"/>
                  </a:lnTo>
                  <a:lnTo>
                    <a:pt x="8756203" y="2334856"/>
                  </a:lnTo>
                  <a:lnTo>
                    <a:pt x="8781101" y="2211777"/>
                  </a:lnTo>
                  <a:lnTo>
                    <a:pt x="8805979" y="2091533"/>
                  </a:lnTo>
                  <a:lnTo>
                    <a:pt x="8830848" y="1974445"/>
                  </a:lnTo>
                  <a:lnTo>
                    <a:pt x="8855724" y="1860793"/>
                  </a:lnTo>
                  <a:lnTo>
                    <a:pt x="8880630" y="1750815"/>
                  </a:lnTo>
                  <a:lnTo>
                    <a:pt x="8905596" y="1644702"/>
                  </a:lnTo>
                  <a:lnTo>
                    <a:pt x="8930659" y="1542602"/>
                  </a:lnTo>
                  <a:lnTo>
                    <a:pt x="8955864" y="1444619"/>
                  </a:lnTo>
                  <a:lnTo>
                    <a:pt x="8981266" y="1350817"/>
                  </a:lnTo>
                  <a:lnTo>
                    <a:pt x="9006930" y="1261218"/>
                  </a:lnTo>
                  <a:lnTo>
                    <a:pt x="9032933" y="1175807"/>
                  </a:lnTo>
                  <a:lnTo>
                    <a:pt x="9059362" y="1094537"/>
                  </a:lnTo>
                  <a:lnTo>
                    <a:pt x="9084767" y="1021624"/>
                  </a:lnTo>
                  <a:lnTo>
                    <a:pt x="9125841" y="914332"/>
                  </a:lnTo>
                  <a:lnTo>
                    <a:pt x="9168735" y="815871"/>
                  </a:lnTo>
                  <a:lnTo>
                    <a:pt x="9213932" y="725967"/>
                  </a:lnTo>
                  <a:lnTo>
                    <a:pt x="9261966" y="644071"/>
                  </a:lnTo>
                  <a:lnTo>
                    <a:pt x="9313391" y="569504"/>
                  </a:lnTo>
                  <a:lnTo>
                    <a:pt x="9368758" y="501553"/>
                  </a:lnTo>
                  <a:lnTo>
                    <a:pt x="9428583" y="439538"/>
                  </a:lnTo>
                  <a:lnTo>
                    <a:pt x="9493303" y="382842"/>
                  </a:lnTo>
                  <a:lnTo>
                    <a:pt x="9563229" y="330941"/>
                  </a:lnTo>
                  <a:lnTo>
                    <a:pt x="9638468" y="283411"/>
                  </a:lnTo>
                  <a:lnTo>
                    <a:pt x="9718844" y="239942"/>
                  </a:lnTo>
                  <a:lnTo>
                    <a:pt x="9803804" y="200332"/>
                  </a:lnTo>
                  <a:lnTo>
                    <a:pt x="9892323" y="164485"/>
                  </a:lnTo>
                  <a:lnTo>
                    <a:pt x="9982840" y="132395"/>
                  </a:lnTo>
                  <a:lnTo>
                    <a:pt x="10073245" y="104118"/>
                  </a:lnTo>
                  <a:lnTo>
                    <a:pt x="10160955" y="79731"/>
                  </a:lnTo>
                  <a:lnTo>
                    <a:pt x="10243100" y="59288"/>
                  </a:lnTo>
                  <a:lnTo>
                    <a:pt x="10316820" y="42765"/>
                  </a:lnTo>
                  <a:lnTo>
                    <a:pt x="10379637" y="30016"/>
                  </a:lnTo>
                  <a:lnTo>
                    <a:pt x="10429834" y="20749"/>
                  </a:lnTo>
                  <a:lnTo>
                    <a:pt x="10466749" y="14527"/>
                  </a:lnTo>
                  <a:lnTo>
                    <a:pt x="10490934" y="10793"/>
                  </a:lnTo>
                  <a:lnTo>
                    <a:pt x="10504141" y="8920"/>
                  </a:lnTo>
                  <a:lnTo>
                    <a:pt x="10509207" y="8258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9099" y="99"/>
                  </a:lnTo>
                  <a:lnTo>
                    <a:pt x="10503727" y="803"/>
                  </a:lnTo>
                  <a:lnTo>
                    <a:pt x="10490057" y="2749"/>
                  </a:lnTo>
                  <a:lnTo>
                    <a:pt x="10465302" y="6587"/>
                  </a:lnTo>
                  <a:lnTo>
                    <a:pt x="10427762" y="12941"/>
                  </a:lnTo>
                  <a:lnTo>
                    <a:pt x="10376946" y="22364"/>
                  </a:lnTo>
                  <a:lnTo>
                    <a:pt x="10313568" y="35285"/>
                  </a:lnTo>
                  <a:lnTo>
                    <a:pt x="10239390" y="51991"/>
                  </a:lnTo>
                  <a:lnTo>
                    <a:pt x="10156916" y="72621"/>
                  </a:lnTo>
                  <a:lnTo>
                    <a:pt x="10069016" y="97193"/>
                  </a:lnTo>
                  <a:lnTo>
                    <a:pt x="9978551" y="125652"/>
                  </a:lnTo>
                  <a:lnTo>
                    <a:pt x="9888085" y="157920"/>
                  </a:lnTo>
                  <a:lnTo>
                    <a:pt x="9799703" y="193944"/>
                  </a:lnTo>
                  <a:lnTo>
                    <a:pt x="9714941" y="233733"/>
                  </a:lnTo>
                  <a:lnTo>
                    <a:pt x="9634798" y="277389"/>
                  </a:lnTo>
                  <a:lnTo>
                    <a:pt x="9559808" y="325117"/>
                  </a:lnTo>
                  <a:lnTo>
                    <a:pt x="9490133" y="377234"/>
                  </a:lnTo>
                  <a:lnTo>
                    <a:pt x="9425651" y="434169"/>
                  </a:lnTo>
                  <a:lnTo>
                    <a:pt x="9366048" y="496450"/>
                  </a:lnTo>
                  <a:lnTo>
                    <a:pt x="9310879" y="564696"/>
                  </a:lnTo>
                  <a:lnTo>
                    <a:pt x="9259626" y="639594"/>
                  </a:lnTo>
                  <a:lnTo>
                    <a:pt x="9211739" y="721853"/>
                  </a:lnTo>
                  <a:lnTo>
                    <a:pt x="9166662" y="812150"/>
                  </a:lnTo>
                  <a:lnTo>
                    <a:pt x="9123865" y="911025"/>
                  </a:lnTo>
                  <a:lnTo>
                    <a:pt x="9084767" y="1013451"/>
                  </a:lnTo>
                  <a:lnTo>
                    <a:pt x="9057841" y="1090891"/>
                  </a:lnTo>
                  <a:lnTo>
                    <a:pt x="9031439" y="1172396"/>
                  </a:lnTo>
                  <a:lnTo>
                    <a:pt x="9005458" y="1258045"/>
                  </a:lnTo>
                  <a:lnTo>
                    <a:pt x="8979810" y="1347884"/>
                  </a:lnTo>
                  <a:lnTo>
                    <a:pt x="8954421" y="1441925"/>
                  </a:lnTo>
                  <a:lnTo>
                    <a:pt x="8929225" y="1540145"/>
                  </a:lnTo>
                  <a:lnTo>
                    <a:pt x="8904169" y="1642477"/>
                  </a:lnTo>
                  <a:lnTo>
                    <a:pt x="8879208" y="1748815"/>
                  </a:lnTo>
                  <a:lnTo>
                    <a:pt x="8854304" y="1859009"/>
                  </a:lnTo>
                  <a:lnTo>
                    <a:pt x="8829429" y="1972863"/>
                  </a:lnTo>
                  <a:lnTo>
                    <a:pt x="8804560" y="2090139"/>
                  </a:lnTo>
                  <a:lnTo>
                    <a:pt x="8779681" y="2210554"/>
                  </a:lnTo>
                  <a:lnTo>
                    <a:pt x="8754782" y="2333784"/>
                  </a:lnTo>
                  <a:lnTo>
                    <a:pt x="8729856" y="2459467"/>
                  </a:lnTo>
                  <a:lnTo>
                    <a:pt x="8704904" y="2587206"/>
                  </a:lnTo>
                  <a:lnTo>
                    <a:pt x="8679927" y="2716572"/>
                  </a:lnTo>
                  <a:lnTo>
                    <a:pt x="8654929" y="2847115"/>
                  </a:lnTo>
                  <a:lnTo>
                    <a:pt x="8629920" y="2978366"/>
                  </a:lnTo>
                  <a:lnTo>
                    <a:pt x="8604906" y="3109844"/>
                  </a:lnTo>
                  <a:lnTo>
                    <a:pt x="8579897" y="3241067"/>
                  </a:lnTo>
                  <a:lnTo>
                    <a:pt x="8554901" y="3371556"/>
                  </a:lnTo>
                  <a:lnTo>
                    <a:pt x="8529925" y="3500841"/>
                  </a:lnTo>
                  <a:lnTo>
                    <a:pt x="8504974" y="3628473"/>
                  </a:lnTo>
                  <a:lnTo>
                    <a:pt x="8480050" y="3754027"/>
                  </a:lnTo>
                  <a:lnTo>
                    <a:pt x="8455152" y="3877106"/>
                  </a:lnTo>
                  <a:lnTo>
                    <a:pt x="8430274" y="3997350"/>
                  </a:lnTo>
                  <a:lnTo>
                    <a:pt x="8405405" y="4114438"/>
                  </a:lnTo>
                  <a:lnTo>
                    <a:pt x="8380529" y="4228089"/>
                  </a:lnTo>
                  <a:lnTo>
                    <a:pt x="8355623" y="4338068"/>
                  </a:lnTo>
                  <a:lnTo>
                    <a:pt x="8330657" y="4444181"/>
                  </a:lnTo>
                  <a:lnTo>
                    <a:pt x="8305595" y="4546281"/>
                  </a:lnTo>
                  <a:lnTo>
                    <a:pt x="8280390" y="4644263"/>
                  </a:lnTo>
                  <a:lnTo>
                    <a:pt x="8254987" y="4738066"/>
                  </a:lnTo>
                  <a:lnTo>
                    <a:pt x="8229323" y="4827665"/>
                  </a:lnTo>
                  <a:lnTo>
                    <a:pt x="8203320" y="4913076"/>
                  </a:lnTo>
                  <a:lnTo>
                    <a:pt x="8176891" y="4994346"/>
                  </a:lnTo>
                  <a:lnTo>
                    <a:pt x="8151487" y="5067258"/>
                  </a:lnTo>
                  <a:lnTo>
                    <a:pt x="8110412" y="5174551"/>
                  </a:lnTo>
                  <a:lnTo>
                    <a:pt x="8067519" y="5273012"/>
                  </a:lnTo>
                  <a:lnTo>
                    <a:pt x="8022321" y="5362916"/>
                  </a:lnTo>
                  <a:lnTo>
                    <a:pt x="7974288" y="5444812"/>
                  </a:lnTo>
                  <a:lnTo>
                    <a:pt x="7922863" y="5519379"/>
                  </a:lnTo>
                  <a:lnTo>
                    <a:pt x="7867495" y="5587329"/>
                  </a:lnTo>
                  <a:lnTo>
                    <a:pt x="7807671" y="5649345"/>
                  </a:lnTo>
                  <a:lnTo>
                    <a:pt x="7742950" y="5706040"/>
                  </a:lnTo>
                  <a:lnTo>
                    <a:pt x="7673024" y="5757942"/>
                  </a:lnTo>
                  <a:lnTo>
                    <a:pt x="7597785" y="5805472"/>
                  </a:lnTo>
                  <a:lnTo>
                    <a:pt x="7517409" y="5848941"/>
                  </a:lnTo>
                  <a:lnTo>
                    <a:pt x="7432449" y="5888551"/>
                  </a:lnTo>
                  <a:lnTo>
                    <a:pt x="7343930" y="5924397"/>
                  </a:lnTo>
                  <a:lnTo>
                    <a:pt x="7253413" y="5956487"/>
                  </a:lnTo>
                  <a:lnTo>
                    <a:pt x="7163009" y="5984765"/>
                  </a:lnTo>
                  <a:lnTo>
                    <a:pt x="7075298" y="6009152"/>
                  </a:lnTo>
                  <a:lnTo>
                    <a:pt x="6993153" y="6029595"/>
                  </a:lnTo>
                  <a:lnTo>
                    <a:pt x="6919433" y="6046118"/>
                  </a:lnTo>
                  <a:lnTo>
                    <a:pt x="6856616" y="6058867"/>
                  </a:lnTo>
                  <a:lnTo>
                    <a:pt x="6806420" y="6068134"/>
                  </a:lnTo>
                  <a:lnTo>
                    <a:pt x="6769504" y="6074356"/>
                  </a:lnTo>
                  <a:lnTo>
                    <a:pt x="6745319" y="6078090"/>
                  </a:lnTo>
                  <a:lnTo>
                    <a:pt x="6732112" y="6079963"/>
                  </a:lnTo>
                  <a:lnTo>
                    <a:pt x="6727046" y="6080625"/>
                  </a:lnTo>
                  <a:lnTo>
                    <a:pt x="6726343" y="6080710"/>
                  </a:lnTo>
                  <a:lnTo>
                    <a:pt x="5254955" y="6080710"/>
                  </a:lnTo>
                  <a:lnTo>
                    <a:pt x="5253719" y="6080719"/>
                  </a:lnTo>
                  <a:lnTo>
                    <a:pt x="5245606" y="6080779"/>
                  </a:lnTo>
                  <a:lnTo>
                    <a:pt x="5225206" y="6080944"/>
                  </a:lnTo>
                  <a:lnTo>
                    <a:pt x="5188865" y="6081270"/>
                  </a:lnTo>
                  <a:lnTo>
                    <a:pt x="5134961" y="6081806"/>
                  </a:lnTo>
                  <a:lnTo>
                    <a:pt x="5064026" y="6082591"/>
                  </a:lnTo>
                  <a:lnTo>
                    <a:pt x="4978522" y="6083653"/>
                  </a:lnTo>
                  <a:lnTo>
                    <a:pt x="4882267" y="6085002"/>
                  </a:lnTo>
                  <a:lnTo>
                    <a:pt x="4779674" y="6086640"/>
                  </a:lnTo>
                  <a:lnTo>
                    <a:pt x="4675019" y="6088561"/>
                  </a:lnTo>
                  <a:lnTo>
                    <a:pt x="4571918" y="6090758"/>
                  </a:lnTo>
                  <a:lnTo>
                    <a:pt x="4473056" y="6093231"/>
                  </a:lnTo>
                  <a:lnTo>
                    <a:pt x="4380157" y="6095986"/>
                  </a:lnTo>
                  <a:lnTo>
                    <a:pt x="4294100" y="6099040"/>
                  </a:lnTo>
                  <a:lnTo>
                    <a:pt x="4215101" y="6102420"/>
                  </a:lnTo>
                  <a:lnTo>
                    <a:pt x="4142903" y="6106165"/>
                  </a:lnTo>
                  <a:lnTo>
                    <a:pt x="4076939" y="6110321"/>
                  </a:lnTo>
                  <a:lnTo>
                    <a:pt x="4016461" y="6114946"/>
                  </a:lnTo>
                  <a:lnTo>
                    <a:pt x="3960636" y="6120098"/>
                  </a:lnTo>
                  <a:lnTo>
                    <a:pt x="3908612" y="6125835"/>
                  </a:lnTo>
                  <a:lnTo>
                    <a:pt x="3859575" y="6132203"/>
                  </a:lnTo>
                  <a:lnTo>
                    <a:pt x="3829811" y="6136559"/>
                  </a:lnTo>
                  <a:lnTo>
                    <a:pt x="3774338" y="6145697"/>
                  </a:lnTo>
                  <a:lnTo>
                    <a:pt x="3720674" y="6155823"/>
                  </a:lnTo>
                  <a:lnTo>
                    <a:pt x="3668094" y="6166951"/>
                  </a:lnTo>
                  <a:lnTo>
                    <a:pt x="3616078" y="6179052"/>
                  </a:lnTo>
                  <a:lnTo>
                    <a:pt x="3564276" y="6192058"/>
                  </a:lnTo>
                  <a:lnTo>
                    <a:pt x="3512476" y="6205852"/>
                  </a:lnTo>
                  <a:lnTo>
                    <a:pt x="3460579" y="6220274"/>
                  </a:lnTo>
                  <a:lnTo>
                    <a:pt x="3408572" y="6235128"/>
                  </a:lnTo>
                  <a:lnTo>
                    <a:pt x="3356501" y="6250189"/>
                  </a:lnTo>
                  <a:lnTo>
                    <a:pt x="3304440" y="6265219"/>
                  </a:lnTo>
                  <a:lnTo>
                    <a:pt x="3252458" y="6279983"/>
                  </a:lnTo>
                  <a:lnTo>
                    <a:pt x="3200590" y="6294262"/>
                  </a:lnTo>
                  <a:lnTo>
                    <a:pt x="3148803" y="6307867"/>
                  </a:lnTo>
                  <a:lnTo>
                    <a:pt x="3096972" y="6320651"/>
                  </a:lnTo>
                  <a:lnTo>
                    <a:pt x="3044851" y="6332508"/>
                  </a:lnTo>
                  <a:lnTo>
                    <a:pt x="2992050" y="6343380"/>
                  </a:lnTo>
                  <a:lnTo>
                    <a:pt x="2938001" y="6353250"/>
                  </a:lnTo>
                  <a:lnTo>
                    <a:pt x="2896531" y="6359954"/>
                  </a:lnTo>
                  <a:lnTo>
                    <a:pt x="2849001" y="6366732"/>
                  </a:lnTo>
                  <a:lnTo>
                    <a:pt x="2798954" y="6372863"/>
                  </a:lnTo>
                  <a:lnTo>
                    <a:pt x="2745627" y="6378379"/>
                  </a:lnTo>
                  <a:lnTo>
                    <a:pt x="2688187" y="6383329"/>
                  </a:lnTo>
                  <a:lnTo>
                    <a:pt x="2625783" y="6387775"/>
                  </a:lnTo>
                  <a:lnTo>
                    <a:pt x="2557601" y="6391773"/>
                  </a:lnTo>
                  <a:lnTo>
                    <a:pt x="2482951" y="6395379"/>
                  </a:lnTo>
                  <a:lnTo>
                    <a:pt x="2401360" y="6398635"/>
                  </a:lnTo>
                  <a:lnTo>
                    <a:pt x="2312727" y="6401576"/>
                  </a:lnTo>
                  <a:lnTo>
                    <a:pt x="2217487" y="6404226"/>
                  </a:lnTo>
                  <a:lnTo>
                    <a:pt x="2116813" y="6406597"/>
                  </a:lnTo>
                  <a:lnTo>
                    <a:pt x="2012775" y="6408693"/>
                  </a:lnTo>
                  <a:lnTo>
                    <a:pt x="1908416" y="6410510"/>
                  </a:lnTo>
                  <a:lnTo>
                    <a:pt x="1807638" y="6412042"/>
                  </a:lnTo>
                  <a:lnTo>
                    <a:pt x="1714845" y="6413285"/>
                  </a:lnTo>
                  <a:lnTo>
                    <a:pt x="1634321" y="6414243"/>
                  </a:lnTo>
                  <a:lnTo>
                    <a:pt x="1569467" y="6414932"/>
                  </a:lnTo>
                  <a:lnTo>
                    <a:pt x="1522085" y="6415386"/>
                  </a:lnTo>
                  <a:lnTo>
                    <a:pt x="1491919" y="6415646"/>
                  </a:lnTo>
                  <a:lnTo>
                    <a:pt x="1476570" y="6415766"/>
                  </a:lnTo>
                  <a:lnTo>
                    <a:pt x="1471705" y="6415801"/>
                  </a:lnTo>
                  <a:lnTo>
                    <a:pt x="1471387" y="6415803"/>
                  </a:lnTo>
                  <a:lnTo>
                    <a:pt x="0" y="6415803"/>
                  </a:lnTo>
                  <a:close/>
                </a:path>
              </a:pathLst>
            </a:custGeom>
            <a:solidFill>
              <a:srgbClr val="6FA8DC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866" name="pl1866"/>
            <p:cNvSpPr/>
            <p:nvPr/>
          </p:nvSpPr>
          <p:spPr>
            <a:xfrm>
              <a:off x="4799595" y="3925453"/>
              <a:ext cx="11981298" cy="6415803"/>
            </a:xfrm>
            <a:custGeom>
              <a:avLst/>
              <a:pathLst>
                <a:path w="11981298" h="6415803">
                  <a:moveTo>
                    <a:pt x="0" y="6415803"/>
                  </a:moveTo>
                  <a:lnTo>
                    <a:pt x="1471387" y="6415803"/>
                  </a:lnTo>
                  <a:lnTo>
                    <a:pt x="1472623" y="6415795"/>
                  </a:lnTo>
                  <a:lnTo>
                    <a:pt x="1480737" y="6415735"/>
                  </a:lnTo>
                  <a:lnTo>
                    <a:pt x="1501136" y="6415569"/>
                  </a:lnTo>
                  <a:lnTo>
                    <a:pt x="1537477" y="6415244"/>
                  </a:lnTo>
                  <a:lnTo>
                    <a:pt x="1591381" y="6414708"/>
                  </a:lnTo>
                  <a:lnTo>
                    <a:pt x="1662316" y="6413922"/>
                  </a:lnTo>
                  <a:lnTo>
                    <a:pt x="1747820" y="6412861"/>
                  </a:lnTo>
                  <a:lnTo>
                    <a:pt x="1844075" y="6411511"/>
                  </a:lnTo>
                  <a:lnTo>
                    <a:pt x="1946668" y="6409873"/>
                  </a:lnTo>
                  <a:lnTo>
                    <a:pt x="2051323" y="6407953"/>
                  </a:lnTo>
                  <a:lnTo>
                    <a:pt x="2154424" y="6405755"/>
                  </a:lnTo>
                  <a:lnTo>
                    <a:pt x="2253286" y="6403282"/>
                  </a:lnTo>
                  <a:lnTo>
                    <a:pt x="2346186" y="6400527"/>
                  </a:lnTo>
                  <a:lnTo>
                    <a:pt x="2432242" y="6397473"/>
                  </a:lnTo>
                  <a:lnTo>
                    <a:pt x="2511241" y="6394093"/>
                  </a:lnTo>
                  <a:lnTo>
                    <a:pt x="2583439" y="6390349"/>
                  </a:lnTo>
                  <a:lnTo>
                    <a:pt x="2649404" y="6386192"/>
                  </a:lnTo>
                  <a:lnTo>
                    <a:pt x="2709881" y="6381567"/>
                  </a:lnTo>
                  <a:lnTo>
                    <a:pt x="2765706" y="6376415"/>
                  </a:lnTo>
                  <a:lnTo>
                    <a:pt x="2817730" y="6370678"/>
                  </a:lnTo>
                  <a:lnTo>
                    <a:pt x="2866767" y="6364310"/>
                  </a:lnTo>
                  <a:lnTo>
                    <a:pt x="2896531" y="6359954"/>
                  </a:lnTo>
                  <a:lnTo>
                    <a:pt x="2952005" y="6350817"/>
                  </a:lnTo>
                  <a:lnTo>
                    <a:pt x="3005668" y="6340690"/>
                  </a:lnTo>
                  <a:lnTo>
                    <a:pt x="3058248" y="6329563"/>
                  </a:lnTo>
                  <a:lnTo>
                    <a:pt x="3110264" y="6317461"/>
                  </a:lnTo>
                  <a:lnTo>
                    <a:pt x="3162066" y="6304455"/>
                  </a:lnTo>
                  <a:lnTo>
                    <a:pt x="3213866" y="6290661"/>
                  </a:lnTo>
                  <a:lnTo>
                    <a:pt x="3265763" y="6276239"/>
                  </a:lnTo>
                  <a:lnTo>
                    <a:pt x="3317770" y="6261385"/>
                  </a:lnTo>
                  <a:lnTo>
                    <a:pt x="3369841" y="6246324"/>
                  </a:lnTo>
                  <a:lnTo>
                    <a:pt x="3421902" y="6231294"/>
                  </a:lnTo>
                  <a:lnTo>
                    <a:pt x="3473884" y="6216530"/>
                  </a:lnTo>
                  <a:lnTo>
                    <a:pt x="3525752" y="6202252"/>
                  </a:lnTo>
                  <a:lnTo>
                    <a:pt x="3577539" y="6188646"/>
                  </a:lnTo>
                  <a:lnTo>
                    <a:pt x="3629370" y="6175863"/>
                  </a:lnTo>
                  <a:lnTo>
                    <a:pt x="3681491" y="6164006"/>
                  </a:lnTo>
                  <a:lnTo>
                    <a:pt x="3734292" y="6153134"/>
                  </a:lnTo>
                  <a:lnTo>
                    <a:pt x="3788341" y="6143263"/>
                  </a:lnTo>
                  <a:lnTo>
                    <a:pt x="3829811" y="6136559"/>
                  </a:lnTo>
                  <a:lnTo>
                    <a:pt x="3877341" y="6129782"/>
                  </a:lnTo>
                  <a:lnTo>
                    <a:pt x="3927389" y="6123650"/>
                  </a:lnTo>
                  <a:lnTo>
                    <a:pt x="3980715" y="6118135"/>
                  </a:lnTo>
                  <a:lnTo>
                    <a:pt x="4038155" y="6113184"/>
                  </a:lnTo>
                  <a:lnTo>
                    <a:pt x="4100560" y="6108739"/>
                  </a:lnTo>
                  <a:lnTo>
                    <a:pt x="4168741" y="6104740"/>
                  </a:lnTo>
                  <a:lnTo>
                    <a:pt x="4243392" y="6101135"/>
                  </a:lnTo>
                  <a:lnTo>
                    <a:pt x="4324982" y="6097879"/>
                  </a:lnTo>
                  <a:lnTo>
                    <a:pt x="4413615" y="6094938"/>
                  </a:lnTo>
                  <a:lnTo>
                    <a:pt x="4508855" y="6092288"/>
                  </a:lnTo>
                  <a:lnTo>
                    <a:pt x="4609529" y="6089917"/>
                  </a:lnTo>
                  <a:lnTo>
                    <a:pt x="4713567" y="6087821"/>
                  </a:lnTo>
                  <a:lnTo>
                    <a:pt x="4817927" y="6086003"/>
                  </a:lnTo>
                  <a:lnTo>
                    <a:pt x="4918704" y="6084471"/>
                  </a:lnTo>
                  <a:lnTo>
                    <a:pt x="5011497" y="6083229"/>
                  </a:lnTo>
                  <a:lnTo>
                    <a:pt x="5092021" y="6082271"/>
                  </a:lnTo>
                  <a:lnTo>
                    <a:pt x="5156875" y="6081581"/>
                  </a:lnTo>
                  <a:lnTo>
                    <a:pt x="5204257" y="6081128"/>
                  </a:lnTo>
                  <a:lnTo>
                    <a:pt x="5234423" y="6080867"/>
                  </a:lnTo>
                  <a:lnTo>
                    <a:pt x="5249772" y="6080747"/>
                  </a:lnTo>
                  <a:lnTo>
                    <a:pt x="5254637" y="6080712"/>
                  </a:lnTo>
                  <a:lnTo>
                    <a:pt x="5254955" y="6080710"/>
                  </a:lnTo>
                  <a:lnTo>
                    <a:pt x="6726343" y="6080710"/>
                  </a:lnTo>
                  <a:lnTo>
                    <a:pt x="6727154" y="6080611"/>
                  </a:lnTo>
                  <a:lnTo>
                    <a:pt x="6732526" y="6079907"/>
                  </a:lnTo>
                  <a:lnTo>
                    <a:pt x="6746196" y="6077961"/>
                  </a:lnTo>
                  <a:lnTo>
                    <a:pt x="6770951" y="6074123"/>
                  </a:lnTo>
                  <a:lnTo>
                    <a:pt x="6808491" y="6067769"/>
                  </a:lnTo>
                  <a:lnTo>
                    <a:pt x="6859308" y="6058346"/>
                  </a:lnTo>
                  <a:lnTo>
                    <a:pt x="6922686" y="6045424"/>
                  </a:lnTo>
                  <a:lnTo>
                    <a:pt x="6996863" y="6028719"/>
                  </a:lnTo>
                  <a:lnTo>
                    <a:pt x="7079337" y="6008089"/>
                  </a:lnTo>
                  <a:lnTo>
                    <a:pt x="7167238" y="5983517"/>
                  </a:lnTo>
                  <a:lnTo>
                    <a:pt x="7257703" y="5955058"/>
                  </a:lnTo>
                  <a:lnTo>
                    <a:pt x="7348168" y="5922789"/>
                  </a:lnTo>
                  <a:lnTo>
                    <a:pt x="7436550" y="5886766"/>
                  </a:lnTo>
                  <a:lnTo>
                    <a:pt x="7521312" y="5846977"/>
                  </a:lnTo>
                  <a:lnTo>
                    <a:pt x="7601456" y="5803321"/>
                  </a:lnTo>
                  <a:lnTo>
                    <a:pt x="7676445" y="5755593"/>
                  </a:lnTo>
                  <a:lnTo>
                    <a:pt x="7746120" y="5703475"/>
                  </a:lnTo>
                  <a:lnTo>
                    <a:pt x="7810602" y="5646541"/>
                  </a:lnTo>
                  <a:lnTo>
                    <a:pt x="7870205" y="5584260"/>
                  </a:lnTo>
                  <a:lnTo>
                    <a:pt x="7925375" y="5516013"/>
                  </a:lnTo>
                  <a:lnTo>
                    <a:pt x="7976627" y="5441116"/>
                  </a:lnTo>
                  <a:lnTo>
                    <a:pt x="8024515" y="5358856"/>
                  </a:lnTo>
                  <a:lnTo>
                    <a:pt x="8069591" y="5268560"/>
                  </a:lnTo>
                  <a:lnTo>
                    <a:pt x="8112389" y="5169685"/>
                  </a:lnTo>
                  <a:lnTo>
                    <a:pt x="8151487" y="5067258"/>
                  </a:lnTo>
                  <a:lnTo>
                    <a:pt x="8178412" y="4989819"/>
                  </a:lnTo>
                  <a:lnTo>
                    <a:pt x="8204815" y="4908314"/>
                  </a:lnTo>
                  <a:lnTo>
                    <a:pt x="8230796" y="4822665"/>
                  </a:lnTo>
                  <a:lnTo>
                    <a:pt x="8256443" y="4732826"/>
                  </a:lnTo>
                  <a:lnTo>
                    <a:pt x="8281833" y="4638784"/>
                  </a:lnTo>
                  <a:lnTo>
                    <a:pt x="8307028" y="4540565"/>
                  </a:lnTo>
                  <a:lnTo>
                    <a:pt x="8332084" y="4438233"/>
                  </a:lnTo>
                  <a:lnTo>
                    <a:pt x="8357045" y="4331894"/>
                  </a:lnTo>
                  <a:lnTo>
                    <a:pt x="8381949" y="4221701"/>
                  </a:lnTo>
                  <a:lnTo>
                    <a:pt x="8406824" y="4107847"/>
                  </a:lnTo>
                  <a:lnTo>
                    <a:pt x="8431693" y="3990571"/>
                  </a:lnTo>
                  <a:lnTo>
                    <a:pt x="8456572" y="3870156"/>
                  </a:lnTo>
                  <a:lnTo>
                    <a:pt x="8481471" y="3746925"/>
                  </a:lnTo>
                  <a:lnTo>
                    <a:pt x="8506397" y="3621242"/>
                  </a:lnTo>
                  <a:lnTo>
                    <a:pt x="8531349" y="3493504"/>
                  </a:lnTo>
                  <a:lnTo>
                    <a:pt x="8556327" y="3364138"/>
                  </a:lnTo>
                  <a:lnTo>
                    <a:pt x="8581324" y="3233595"/>
                  </a:lnTo>
                  <a:lnTo>
                    <a:pt x="8606333" y="3102344"/>
                  </a:lnTo>
                  <a:lnTo>
                    <a:pt x="8631347" y="2970865"/>
                  </a:lnTo>
                  <a:lnTo>
                    <a:pt x="8656356" y="2839642"/>
                  </a:lnTo>
                  <a:lnTo>
                    <a:pt x="8681352" y="2709154"/>
                  </a:lnTo>
                  <a:lnTo>
                    <a:pt x="8706328" y="2579869"/>
                  </a:lnTo>
                  <a:lnTo>
                    <a:pt x="8731279" y="2452236"/>
                  </a:lnTo>
                  <a:lnTo>
                    <a:pt x="8756203" y="2326683"/>
                  </a:lnTo>
                  <a:lnTo>
                    <a:pt x="8781101" y="2203604"/>
                  </a:lnTo>
                  <a:lnTo>
                    <a:pt x="8805979" y="2083360"/>
                  </a:lnTo>
                  <a:lnTo>
                    <a:pt x="8830848" y="1966272"/>
                  </a:lnTo>
                  <a:lnTo>
                    <a:pt x="8855724" y="1852620"/>
                  </a:lnTo>
                  <a:lnTo>
                    <a:pt x="8880630" y="1742642"/>
                  </a:lnTo>
                  <a:lnTo>
                    <a:pt x="8905596" y="1636529"/>
                  </a:lnTo>
                  <a:lnTo>
                    <a:pt x="8930659" y="1534429"/>
                  </a:lnTo>
                  <a:lnTo>
                    <a:pt x="8955864" y="1436446"/>
                  </a:lnTo>
                  <a:lnTo>
                    <a:pt x="8981266" y="1342644"/>
                  </a:lnTo>
                  <a:lnTo>
                    <a:pt x="9006930" y="1253045"/>
                  </a:lnTo>
                  <a:lnTo>
                    <a:pt x="9032933" y="1167634"/>
                  </a:lnTo>
                  <a:lnTo>
                    <a:pt x="9059362" y="1086364"/>
                  </a:lnTo>
                  <a:lnTo>
                    <a:pt x="9084767" y="1013451"/>
                  </a:lnTo>
                  <a:lnTo>
                    <a:pt x="9125841" y="906159"/>
                  </a:lnTo>
                  <a:lnTo>
                    <a:pt x="9168735" y="807698"/>
                  </a:lnTo>
                  <a:lnTo>
                    <a:pt x="9213932" y="717794"/>
                  </a:lnTo>
                  <a:lnTo>
                    <a:pt x="9261966" y="635898"/>
                  </a:lnTo>
                  <a:lnTo>
                    <a:pt x="9313391" y="561331"/>
                  </a:lnTo>
                  <a:lnTo>
                    <a:pt x="9368758" y="493380"/>
                  </a:lnTo>
                  <a:lnTo>
                    <a:pt x="9428583" y="431365"/>
                  </a:lnTo>
                  <a:lnTo>
                    <a:pt x="9493303" y="374669"/>
                  </a:lnTo>
                  <a:lnTo>
                    <a:pt x="9563229" y="322768"/>
                  </a:lnTo>
                  <a:lnTo>
                    <a:pt x="9638468" y="275238"/>
                  </a:lnTo>
                  <a:lnTo>
                    <a:pt x="9718844" y="231769"/>
                  </a:lnTo>
                  <a:lnTo>
                    <a:pt x="9803804" y="192159"/>
                  </a:lnTo>
                  <a:lnTo>
                    <a:pt x="9892323" y="156312"/>
                  </a:lnTo>
                  <a:lnTo>
                    <a:pt x="9982840" y="124222"/>
                  </a:lnTo>
                  <a:lnTo>
                    <a:pt x="10073245" y="95945"/>
                  </a:lnTo>
                  <a:lnTo>
                    <a:pt x="10160955" y="71558"/>
                  </a:lnTo>
                  <a:lnTo>
                    <a:pt x="10243100" y="51115"/>
                  </a:lnTo>
                  <a:lnTo>
                    <a:pt x="10316820" y="34592"/>
                  </a:lnTo>
                  <a:lnTo>
                    <a:pt x="10379637" y="21843"/>
                  </a:lnTo>
                  <a:lnTo>
                    <a:pt x="10429834" y="12576"/>
                  </a:lnTo>
                  <a:lnTo>
                    <a:pt x="10466749" y="6354"/>
                  </a:lnTo>
                  <a:lnTo>
                    <a:pt x="10490934" y="2620"/>
                  </a:lnTo>
                  <a:lnTo>
                    <a:pt x="10504141" y="747"/>
                  </a:lnTo>
                  <a:lnTo>
                    <a:pt x="10509207" y="85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67" name="pl1867"/>
            <p:cNvSpPr/>
            <p:nvPr/>
          </p:nvSpPr>
          <p:spPr>
            <a:xfrm>
              <a:off x="4799595" y="3917280"/>
              <a:ext cx="11981298" cy="6415803"/>
            </a:xfrm>
            <a:custGeom>
              <a:avLst/>
              <a:pathLst>
                <a:path w="11981298" h="6415803">
                  <a:moveTo>
                    <a:pt x="11981298" y="0"/>
                  </a:moveTo>
                  <a:lnTo>
                    <a:pt x="10509911" y="0"/>
                  </a:lnTo>
                  <a:lnTo>
                    <a:pt x="10509099" y="99"/>
                  </a:lnTo>
                  <a:lnTo>
                    <a:pt x="10503727" y="803"/>
                  </a:lnTo>
                  <a:lnTo>
                    <a:pt x="10490057" y="2749"/>
                  </a:lnTo>
                  <a:lnTo>
                    <a:pt x="10465302" y="6587"/>
                  </a:lnTo>
                  <a:lnTo>
                    <a:pt x="10427762" y="12941"/>
                  </a:lnTo>
                  <a:lnTo>
                    <a:pt x="10376946" y="22364"/>
                  </a:lnTo>
                  <a:lnTo>
                    <a:pt x="10313568" y="35285"/>
                  </a:lnTo>
                  <a:lnTo>
                    <a:pt x="10239390" y="51991"/>
                  </a:lnTo>
                  <a:lnTo>
                    <a:pt x="10156916" y="72621"/>
                  </a:lnTo>
                  <a:lnTo>
                    <a:pt x="10069016" y="97193"/>
                  </a:lnTo>
                  <a:lnTo>
                    <a:pt x="9978551" y="125652"/>
                  </a:lnTo>
                  <a:lnTo>
                    <a:pt x="9888085" y="157920"/>
                  </a:lnTo>
                  <a:lnTo>
                    <a:pt x="9799703" y="193944"/>
                  </a:lnTo>
                  <a:lnTo>
                    <a:pt x="9714941" y="233733"/>
                  </a:lnTo>
                  <a:lnTo>
                    <a:pt x="9634798" y="277389"/>
                  </a:lnTo>
                  <a:lnTo>
                    <a:pt x="9559808" y="325117"/>
                  </a:lnTo>
                  <a:lnTo>
                    <a:pt x="9490133" y="377234"/>
                  </a:lnTo>
                  <a:lnTo>
                    <a:pt x="9425651" y="434169"/>
                  </a:lnTo>
                  <a:lnTo>
                    <a:pt x="9366048" y="496450"/>
                  </a:lnTo>
                  <a:lnTo>
                    <a:pt x="9310879" y="564696"/>
                  </a:lnTo>
                  <a:lnTo>
                    <a:pt x="9259626" y="639594"/>
                  </a:lnTo>
                  <a:lnTo>
                    <a:pt x="9211739" y="721853"/>
                  </a:lnTo>
                  <a:lnTo>
                    <a:pt x="9166662" y="812150"/>
                  </a:lnTo>
                  <a:lnTo>
                    <a:pt x="9123865" y="911025"/>
                  </a:lnTo>
                  <a:lnTo>
                    <a:pt x="9084767" y="1013451"/>
                  </a:lnTo>
                  <a:lnTo>
                    <a:pt x="9057841" y="1090891"/>
                  </a:lnTo>
                  <a:lnTo>
                    <a:pt x="9031439" y="1172396"/>
                  </a:lnTo>
                  <a:lnTo>
                    <a:pt x="9005458" y="1258045"/>
                  </a:lnTo>
                  <a:lnTo>
                    <a:pt x="8979810" y="1347884"/>
                  </a:lnTo>
                  <a:lnTo>
                    <a:pt x="8954421" y="1441925"/>
                  </a:lnTo>
                  <a:lnTo>
                    <a:pt x="8929225" y="1540145"/>
                  </a:lnTo>
                  <a:lnTo>
                    <a:pt x="8904169" y="1642477"/>
                  </a:lnTo>
                  <a:lnTo>
                    <a:pt x="8879208" y="1748815"/>
                  </a:lnTo>
                  <a:lnTo>
                    <a:pt x="8854304" y="1859009"/>
                  </a:lnTo>
                  <a:lnTo>
                    <a:pt x="8829429" y="1972863"/>
                  </a:lnTo>
                  <a:lnTo>
                    <a:pt x="8804560" y="2090139"/>
                  </a:lnTo>
                  <a:lnTo>
                    <a:pt x="8779681" y="2210554"/>
                  </a:lnTo>
                  <a:lnTo>
                    <a:pt x="8754782" y="2333784"/>
                  </a:lnTo>
                  <a:lnTo>
                    <a:pt x="8729856" y="2459467"/>
                  </a:lnTo>
                  <a:lnTo>
                    <a:pt x="8704904" y="2587206"/>
                  </a:lnTo>
                  <a:lnTo>
                    <a:pt x="8679927" y="2716572"/>
                  </a:lnTo>
                  <a:lnTo>
                    <a:pt x="8654929" y="2847115"/>
                  </a:lnTo>
                  <a:lnTo>
                    <a:pt x="8629920" y="2978366"/>
                  </a:lnTo>
                  <a:lnTo>
                    <a:pt x="8604906" y="3109844"/>
                  </a:lnTo>
                  <a:lnTo>
                    <a:pt x="8579897" y="3241067"/>
                  </a:lnTo>
                  <a:lnTo>
                    <a:pt x="8554901" y="3371556"/>
                  </a:lnTo>
                  <a:lnTo>
                    <a:pt x="8529925" y="3500841"/>
                  </a:lnTo>
                  <a:lnTo>
                    <a:pt x="8504974" y="3628473"/>
                  </a:lnTo>
                  <a:lnTo>
                    <a:pt x="8480050" y="3754027"/>
                  </a:lnTo>
                  <a:lnTo>
                    <a:pt x="8455152" y="3877106"/>
                  </a:lnTo>
                  <a:lnTo>
                    <a:pt x="8430274" y="3997350"/>
                  </a:lnTo>
                  <a:lnTo>
                    <a:pt x="8405405" y="4114438"/>
                  </a:lnTo>
                  <a:lnTo>
                    <a:pt x="8380529" y="4228089"/>
                  </a:lnTo>
                  <a:lnTo>
                    <a:pt x="8355623" y="4338068"/>
                  </a:lnTo>
                  <a:lnTo>
                    <a:pt x="8330657" y="4444181"/>
                  </a:lnTo>
                  <a:lnTo>
                    <a:pt x="8305595" y="4546281"/>
                  </a:lnTo>
                  <a:lnTo>
                    <a:pt x="8280390" y="4644263"/>
                  </a:lnTo>
                  <a:lnTo>
                    <a:pt x="8254987" y="4738066"/>
                  </a:lnTo>
                  <a:lnTo>
                    <a:pt x="8229323" y="4827665"/>
                  </a:lnTo>
                  <a:lnTo>
                    <a:pt x="8203320" y="4913076"/>
                  </a:lnTo>
                  <a:lnTo>
                    <a:pt x="8176891" y="4994346"/>
                  </a:lnTo>
                  <a:lnTo>
                    <a:pt x="8151487" y="5067258"/>
                  </a:lnTo>
                  <a:lnTo>
                    <a:pt x="8110412" y="5174551"/>
                  </a:lnTo>
                  <a:lnTo>
                    <a:pt x="8067519" y="5273012"/>
                  </a:lnTo>
                  <a:lnTo>
                    <a:pt x="8022321" y="5362916"/>
                  </a:lnTo>
                  <a:lnTo>
                    <a:pt x="7974288" y="5444812"/>
                  </a:lnTo>
                  <a:lnTo>
                    <a:pt x="7922863" y="5519379"/>
                  </a:lnTo>
                  <a:lnTo>
                    <a:pt x="7867495" y="5587329"/>
                  </a:lnTo>
                  <a:lnTo>
                    <a:pt x="7807671" y="5649345"/>
                  </a:lnTo>
                  <a:lnTo>
                    <a:pt x="7742950" y="5706040"/>
                  </a:lnTo>
                  <a:lnTo>
                    <a:pt x="7673024" y="5757942"/>
                  </a:lnTo>
                  <a:lnTo>
                    <a:pt x="7597785" y="5805472"/>
                  </a:lnTo>
                  <a:lnTo>
                    <a:pt x="7517409" y="5848941"/>
                  </a:lnTo>
                  <a:lnTo>
                    <a:pt x="7432449" y="5888551"/>
                  </a:lnTo>
                  <a:lnTo>
                    <a:pt x="7343930" y="5924397"/>
                  </a:lnTo>
                  <a:lnTo>
                    <a:pt x="7253413" y="5956487"/>
                  </a:lnTo>
                  <a:lnTo>
                    <a:pt x="7163009" y="5984765"/>
                  </a:lnTo>
                  <a:lnTo>
                    <a:pt x="7075298" y="6009152"/>
                  </a:lnTo>
                  <a:lnTo>
                    <a:pt x="6993153" y="6029595"/>
                  </a:lnTo>
                  <a:lnTo>
                    <a:pt x="6919433" y="6046118"/>
                  </a:lnTo>
                  <a:lnTo>
                    <a:pt x="6856616" y="6058867"/>
                  </a:lnTo>
                  <a:lnTo>
                    <a:pt x="6806420" y="6068134"/>
                  </a:lnTo>
                  <a:lnTo>
                    <a:pt x="6769504" y="6074356"/>
                  </a:lnTo>
                  <a:lnTo>
                    <a:pt x="6745319" y="6078090"/>
                  </a:lnTo>
                  <a:lnTo>
                    <a:pt x="6732112" y="6079963"/>
                  </a:lnTo>
                  <a:lnTo>
                    <a:pt x="6727046" y="6080625"/>
                  </a:lnTo>
                  <a:lnTo>
                    <a:pt x="6726343" y="6080710"/>
                  </a:lnTo>
                  <a:lnTo>
                    <a:pt x="5254955" y="6080710"/>
                  </a:lnTo>
                  <a:lnTo>
                    <a:pt x="5253719" y="6080719"/>
                  </a:lnTo>
                  <a:lnTo>
                    <a:pt x="5245606" y="6080779"/>
                  </a:lnTo>
                  <a:lnTo>
                    <a:pt x="5225206" y="6080944"/>
                  </a:lnTo>
                  <a:lnTo>
                    <a:pt x="5188865" y="6081270"/>
                  </a:lnTo>
                  <a:lnTo>
                    <a:pt x="5134961" y="6081806"/>
                  </a:lnTo>
                  <a:lnTo>
                    <a:pt x="5064026" y="6082591"/>
                  </a:lnTo>
                  <a:lnTo>
                    <a:pt x="4978522" y="6083653"/>
                  </a:lnTo>
                  <a:lnTo>
                    <a:pt x="4882267" y="6085002"/>
                  </a:lnTo>
                  <a:lnTo>
                    <a:pt x="4779674" y="6086640"/>
                  </a:lnTo>
                  <a:lnTo>
                    <a:pt x="4675019" y="6088561"/>
                  </a:lnTo>
                  <a:lnTo>
                    <a:pt x="4571918" y="6090758"/>
                  </a:lnTo>
                  <a:lnTo>
                    <a:pt x="4473056" y="6093231"/>
                  </a:lnTo>
                  <a:lnTo>
                    <a:pt x="4380157" y="6095986"/>
                  </a:lnTo>
                  <a:lnTo>
                    <a:pt x="4294100" y="6099040"/>
                  </a:lnTo>
                  <a:lnTo>
                    <a:pt x="4215101" y="6102420"/>
                  </a:lnTo>
                  <a:lnTo>
                    <a:pt x="4142903" y="6106165"/>
                  </a:lnTo>
                  <a:lnTo>
                    <a:pt x="4076939" y="6110321"/>
                  </a:lnTo>
                  <a:lnTo>
                    <a:pt x="4016461" y="6114946"/>
                  </a:lnTo>
                  <a:lnTo>
                    <a:pt x="3960636" y="6120098"/>
                  </a:lnTo>
                  <a:lnTo>
                    <a:pt x="3908612" y="6125835"/>
                  </a:lnTo>
                  <a:lnTo>
                    <a:pt x="3859575" y="6132203"/>
                  </a:lnTo>
                  <a:lnTo>
                    <a:pt x="3829811" y="6136559"/>
                  </a:lnTo>
                  <a:lnTo>
                    <a:pt x="3774338" y="6145697"/>
                  </a:lnTo>
                  <a:lnTo>
                    <a:pt x="3720674" y="6155823"/>
                  </a:lnTo>
                  <a:lnTo>
                    <a:pt x="3668094" y="6166951"/>
                  </a:lnTo>
                  <a:lnTo>
                    <a:pt x="3616078" y="6179052"/>
                  </a:lnTo>
                  <a:lnTo>
                    <a:pt x="3564276" y="6192058"/>
                  </a:lnTo>
                  <a:lnTo>
                    <a:pt x="3512476" y="6205852"/>
                  </a:lnTo>
                  <a:lnTo>
                    <a:pt x="3460579" y="6220274"/>
                  </a:lnTo>
                  <a:lnTo>
                    <a:pt x="3408572" y="6235128"/>
                  </a:lnTo>
                  <a:lnTo>
                    <a:pt x="3356501" y="6250189"/>
                  </a:lnTo>
                  <a:lnTo>
                    <a:pt x="3304440" y="6265219"/>
                  </a:lnTo>
                  <a:lnTo>
                    <a:pt x="3252458" y="6279983"/>
                  </a:lnTo>
                  <a:lnTo>
                    <a:pt x="3200590" y="6294262"/>
                  </a:lnTo>
                  <a:lnTo>
                    <a:pt x="3148803" y="6307867"/>
                  </a:lnTo>
                  <a:lnTo>
                    <a:pt x="3096972" y="6320651"/>
                  </a:lnTo>
                  <a:lnTo>
                    <a:pt x="3044851" y="6332508"/>
                  </a:lnTo>
                  <a:lnTo>
                    <a:pt x="2992050" y="6343380"/>
                  </a:lnTo>
                  <a:lnTo>
                    <a:pt x="2938001" y="6353250"/>
                  </a:lnTo>
                  <a:lnTo>
                    <a:pt x="2896531" y="6359954"/>
                  </a:lnTo>
                  <a:lnTo>
                    <a:pt x="2849001" y="6366732"/>
                  </a:lnTo>
                  <a:lnTo>
                    <a:pt x="2798954" y="6372863"/>
                  </a:lnTo>
                  <a:lnTo>
                    <a:pt x="2745627" y="6378379"/>
                  </a:lnTo>
                  <a:lnTo>
                    <a:pt x="2688187" y="6383329"/>
                  </a:lnTo>
                  <a:lnTo>
                    <a:pt x="2625783" y="6387775"/>
                  </a:lnTo>
                  <a:lnTo>
                    <a:pt x="2557601" y="6391773"/>
                  </a:lnTo>
                  <a:lnTo>
                    <a:pt x="2482951" y="6395379"/>
                  </a:lnTo>
                  <a:lnTo>
                    <a:pt x="2401360" y="6398635"/>
                  </a:lnTo>
                  <a:lnTo>
                    <a:pt x="2312727" y="6401576"/>
                  </a:lnTo>
                  <a:lnTo>
                    <a:pt x="2217487" y="6404226"/>
                  </a:lnTo>
                  <a:lnTo>
                    <a:pt x="2116813" y="6406597"/>
                  </a:lnTo>
                  <a:lnTo>
                    <a:pt x="2012775" y="6408693"/>
                  </a:lnTo>
                  <a:lnTo>
                    <a:pt x="1908416" y="6410510"/>
                  </a:lnTo>
                  <a:lnTo>
                    <a:pt x="1807638" y="6412042"/>
                  </a:lnTo>
                  <a:lnTo>
                    <a:pt x="1714845" y="6413285"/>
                  </a:lnTo>
                  <a:lnTo>
                    <a:pt x="1634321" y="6414243"/>
                  </a:lnTo>
                  <a:lnTo>
                    <a:pt x="1569467" y="6414932"/>
                  </a:lnTo>
                  <a:lnTo>
                    <a:pt x="1522085" y="6415386"/>
                  </a:lnTo>
                  <a:lnTo>
                    <a:pt x="1491919" y="6415646"/>
                  </a:lnTo>
                  <a:lnTo>
                    <a:pt x="1476570" y="6415766"/>
                  </a:lnTo>
                  <a:lnTo>
                    <a:pt x="1471705" y="6415801"/>
                  </a:lnTo>
                  <a:lnTo>
                    <a:pt x="1471387" y="6415803"/>
                  </a:lnTo>
                  <a:lnTo>
                    <a:pt x="0" y="641580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68" name="pg1868"/>
            <p:cNvSpPr/>
            <p:nvPr/>
          </p:nvSpPr>
          <p:spPr>
            <a:xfrm>
              <a:off x="4799595" y="2666811"/>
              <a:ext cx="11981298" cy="7568196"/>
            </a:xfrm>
            <a:custGeom>
              <a:avLst/>
              <a:pathLst>
                <a:path w="11981298" h="7568196">
                  <a:moveTo>
                    <a:pt x="0" y="7568196"/>
                  </a:moveTo>
                  <a:lnTo>
                    <a:pt x="1471387" y="7568196"/>
                  </a:lnTo>
                  <a:lnTo>
                    <a:pt x="1472107" y="7568087"/>
                  </a:lnTo>
                  <a:lnTo>
                    <a:pt x="1476886" y="7567312"/>
                  </a:lnTo>
                  <a:lnTo>
                    <a:pt x="1489080" y="7565172"/>
                  </a:lnTo>
                  <a:lnTo>
                    <a:pt x="1511250" y="7560952"/>
                  </a:lnTo>
                  <a:lnTo>
                    <a:pt x="1545043" y="7553954"/>
                  </a:lnTo>
                  <a:lnTo>
                    <a:pt x="1591089" y="7543553"/>
                  </a:lnTo>
                  <a:lnTo>
                    <a:pt x="1648980" y="7529241"/>
                  </a:lnTo>
                  <a:lnTo>
                    <a:pt x="1717371" y="7510662"/>
                  </a:lnTo>
                  <a:lnTo>
                    <a:pt x="1794201" y="7487616"/>
                  </a:lnTo>
                  <a:lnTo>
                    <a:pt x="1876997" y="7460044"/>
                  </a:lnTo>
                  <a:lnTo>
                    <a:pt x="1963183" y="7427982"/>
                  </a:lnTo>
                  <a:lnTo>
                    <a:pt x="2050350" y="7391513"/>
                  </a:lnTo>
                  <a:lnTo>
                    <a:pt x="2136445" y="7350717"/>
                  </a:lnTo>
                  <a:lnTo>
                    <a:pt x="2219863" y="7305620"/>
                  </a:lnTo>
                  <a:lnTo>
                    <a:pt x="2299472" y="7256168"/>
                  </a:lnTo>
                  <a:lnTo>
                    <a:pt x="2374570" y="7202202"/>
                  </a:lnTo>
                  <a:lnTo>
                    <a:pt x="2444823" y="7143450"/>
                  </a:lnTo>
                  <a:lnTo>
                    <a:pt x="2510186" y="7079518"/>
                  </a:lnTo>
                  <a:lnTo>
                    <a:pt x="2570824" y="7009901"/>
                  </a:lnTo>
                  <a:lnTo>
                    <a:pt x="2627056" y="6933986"/>
                  </a:lnTo>
                  <a:lnTo>
                    <a:pt x="2679292" y="6851072"/>
                  </a:lnTo>
                  <a:lnTo>
                    <a:pt x="2727999" y="6760396"/>
                  </a:lnTo>
                  <a:lnTo>
                    <a:pt x="2773669" y="6661174"/>
                  </a:lnTo>
                  <a:lnTo>
                    <a:pt x="2816791" y="6552670"/>
                  </a:lnTo>
                  <a:lnTo>
                    <a:pt x="2857834" y="6434304"/>
                  </a:lnTo>
                  <a:lnTo>
                    <a:pt x="2896531" y="6308192"/>
                  </a:lnTo>
                  <a:lnTo>
                    <a:pt x="2920813" y="6221681"/>
                  </a:lnTo>
                  <a:lnTo>
                    <a:pt x="2944661" y="6131077"/>
                  </a:lnTo>
                  <a:lnTo>
                    <a:pt x="2968152" y="6036304"/>
                  </a:lnTo>
                  <a:lnTo>
                    <a:pt x="2991353" y="5937314"/>
                  </a:lnTo>
                  <a:lnTo>
                    <a:pt x="3014321" y="5834082"/>
                  </a:lnTo>
                  <a:lnTo>
                    <a:pt x="3037107" y="5726618"/>
                  </a:lnTo>
                  <a:lnTo>
                    <a:pt x="3059755" y="5614959"/>
                  </a:lnTo>
                  <a:lnTo>
                    <a:pt x="3082301" y="5499178"/>
                  </a:lnTo>
                  <a:lnTo>
                    <a:pt x="3104778" y="5379382"/>
                  </a:lnTo>
                  <a:lnTo>
                    <a:pt x="3127210" y="5255714"/>
                  </a:lnTo>
                  <a:lnTo>
                    <a:pt x="3149620" y="5128354"/>
                  </a:lnTo>
                  <a:lnTo>
                    <a:pt x="3172023" y="4997517"/>
                  </a:lnTo>
                  <a:lnTo>
                    <a:pt x="3194433" y="4863455"/>
                  </a:lnTo>
                  <a:lnTo>
                    <a:pt x="3216857" y="4726453"/>
                  </a:lnTo>
                  <a:lnTo>
                    <a:pt x="3239301" y="4586829"/>
                  </a:lnTo>
                  <a:lnTo>
                    <a:pt x="3261767" y="4444932"/>
                  </a:lnTo>
                  <a:lnTo>
                    <a:pt x="3284254" y="4301136"/>
                  </a:lnTo>
                  <a:lnTo>
                    <a:pt x="3306761" y="4155837"/>
                  </a:lnTo>
                  <a:lnTo>
                    <a:pt x="3329282" y="4009452"/>
                  </a:lnTo>
                  <a:lnTo>
                    <a:pt x="3351813" y="3862408"/>
                  </a:lnTo>
                  <a:lnTo>
                    <a:pt x="3374348" y="3715143"/>
                  </a:lnTo>
                  <a:lnTo>
                    <a:pt x="3396879" y="3568096"/>
                  </a:lnTo>
                  <a:lnTo>
                    <a:pt x="3419400" y="3421704"/>
                  </a:lnTo>
                  <a:lnTo>
                    <a:pt x="3441907" y="3276395"/>
                  </a:lnTo>
                  <a:lnTo>
                    <a:pt x="3464395" y="3132585"/>
                  </a:lnTo>
                  <a:lnTo>
                    <a:pt x="3486861" y="2990671"/>
                  </a:lnTo>
                  <a:lnTo>
                    <a:pt x="3509305" y="2851028"/>
                  </a:lnTo>
                  <a:lnTo>
                    <a:pt x="3531729" y="2714003"/>
                  </a:lnTo>
                  <a:lnTo>
                    <a:pt x="3554139" y="2579916"/>
                  </a:lnTo>
                  <a:lnTo>
                    <a:pt x="3576542" y="2449052"/>
                  </a:lnTo>
                  <a:lnTo>
                    <a:pt x="3598952" y="2321663"/>
                  </a:lnTo>
                  <a:lnTo>
                    <a:pt x="3621384" y="2197965"/>
                  </a:lnTo>
                  <a:lnTo>
                    <a:pt x="3643860" y="2078138"/>
                  </a:lnTo>
                  <a:lnTo>
                    <a:pt x="3666406" y="1962324"/>
                  </a:lnTo>
                  <a:lnTo>
                    <a:pt x="3689053" y="1850631"/>
                  </a:lnTo>
                  <a:lnTo>
                    <a:pt x="3711838" y="1743133"/>
                  </a:lnTo>
                  <a:lnTo>
                    <a:pt x="3734804" y="1639868"/>
                  </a:lnTo>
                  <a:lnTo>
                    <a:pt x="3758002" y="1540843"/>
                  </a:lnTo>
                  <a:lnTo>
                    <a:pt x="3781491" y="1446037"/>
                  </a:lnTo>
                  <a:lnTo>
                    <a:pt x="3805336" y="1355399"/>
                  </a:lnTo>
                  <a:lnTo>
                    <a:pt x="3829614" y="1268856"/>
                  </a:lnTo>
                  <a:lnTo>
                    <a:pt x="3829811" y="1268176"/>
                  </a:lnTo>
                  <a:lnTo>
                    <a:pt x="3869227" y="1139857"/>
                  </a:lnTo>
                  <a:lnTo>
                    <a:pt x="3910303" y="1021671"/>
                  </a:lnTo>
                  <a:lnTo>
                    <a:pt x="3953467" y="913340"/>
                  </a:lnTo>
                  <a:lnTo>
                    <a:pt x="3999187" y="814277"/>
                  </a:lnTo>
                  <a:lnTo>
                    <a:pt x="4047953" y="723746"/>
                  </a:lnTo>
                  <a:lnTo>
                    <a:pt x="4100256" y="640965"/>
                  </a:lnTo>
                  <a:lnTo>
                    <a:pt x="4156563" y="565169"/>
                  </a:lnTo>
                  <a:lnTo>
                    <a:pt x="4217284" y="495658"/>
                  </a:lnTo>
                  <a:lnTo>
                    <a:pt x="4282733" y="431823"/>
                  </a:lnTo>
                  <a:lnTo>
                    <a:pt x="4353074" y="373159"/>
                  </a:lnTo>
                  <a:lnTo>
                    <a:pt x="4428257" y="319276"/>
                  </a:lnTo>
                  <a:lnTo>
                    <a:pt x="4507941" y="269904"/>
                  </a:lnTo>
                  <a:lnTo>
                    <a:pt x="4591418" y="224884"/>
                  </a:lnTo>
                  <a:lnTo>
                    <a:pt x="4677548" y="184164"/>
                  </a:lnTo>
                  <a:lnTo>
                    <a:pt x="4764717" y="147774"/>
                  </a:lnTo>
                  <a:lnTo>
                    <a:pt x="4850864" y="115792"/>
                  </a:lnTo>
                  <a:lnTo>
                    <a:pt x="4933576" y="88300"/>
                  </a:lnTo>
                  <a:lnTo>
                    <a:pt x="5010276" y="65336"/>
                  </a:lnTo>
                  <a:lnTo>
                    <a:pt x="5078495" y="46835"/>
                  </a:lnTo>
                  <a:lnTo>
                    <a:pt x="5136183" y="32597"/>
                  </a:lnTo>
                  <a:lnTo>
                    <a:pt x="5182011" y="22261"/>
                  </a:lnTo>
                  <a:lnTo>
                    <a:pt x="5215587" y="15319"/>
                  </a:lnTo>
                  <a:lnTo>
                    <a:pt x="5237561" y="11142"/>
                  </a:lnTo>
                  <a:lnTo>
                    <a:pt x="5249598" y="9033"/>
                  </a:lnTo>
                  <a:lnTo>
                    <a:pt x="5254272" y="8276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502" y="8233"/>
                  </a:lnTo>
                  <a:lnTo>
                    <a:pt x="6735124" y="8668"/>
                  </a:lnTo>
                  <a:lnTo>
                    <a:pt x="6754326" y="9870"/>
                  </a:lnTo>
                  <a:lnTo>
                    <a:pt x="6788630" y="12237"/>
                  </a:lnTo>
                  <a:lnTo>
                    <a:pt x="6839706" y="16134"/>
                  </a:lnTo>
                  <a:lnTo>
                    <a:pt x="6907246" y="21860"/>
                  </a:lnTo>
                  <a:lnTo>
                    <a:pt x="6989132" y="29616"/>
                  </a:lnTo>
                  <a:lnTo>
                    <a:pt x="7081920" y="39504"/>
                  </a:lnTo>
                  <a:lnTo>
                    <a:pt x="7181510" y="51537"/>
                  </a:lnTo>
                  <a:lnTo>
                    <a:pt x="7283826" y="65681"/>
                  </a:lnTo>
                  <a:lnTo>
                    <a:pt x="7385325" y="81888"/>
                  </a:lnTo>
                  <a:lnTo>
                    <a:pt x="7483285" y="100138"/>
                  </a:lnTo>
                  <a:lnTo>
                    <a:pt x="7575873" y="120464"/>
                  </a:lnTo>
                  <a:lnTo>
                    <a:pt x="7662070" y="142966"/>
                  </a:lnTo>
                  <a:lnTo>
                    <a:pt x="7741514" y="167820"/>
                  </a:lnTo>
                  <a:lnTo>
                    <a:pt x="7814326" y="195281"/>
                  </a:lnTo>
                  <a:lnTo>
                    <a:pt x="7880957" y="225674"/>
                  </a:lnTo>
                  <a:lnTo>
                    <a:pt x="7942060" y="259385"/>
                  </a:lnTo>
                  <a:lnTo>
                    <a:pt x="7998393" y="296840"/>
                  </a:lnTo>
                  <a:lnTo>
                    <a:pt x="8050755" y="338474"/>
                  </a:lnTo>
                  <a:lnTo>
                    <a:pt x="8099931" y="384664"/>
                  </a:lnTo>
                  <a:lnTo>
                    <a:pt x="8146641" y="435641"/>
                  </a:lnTo>
                  <a:lnTo>
                    <a:pt x="8151487" y="441341"/>
                  </a:lnTo>
                  <a:lnTo>
                    <a:pt x="8190454" y="490034"/>
                  </a:lnTo>
                  <a:lnTo>
                    <a:pt x="8228413" y="542432"/>
                  </a:lnTo>
                  <a:lnTo>
                    <a:pt x="8265649" y="598611"/>
                  </a:lnTo>
                  <a:lnTo>
                    <a:pt x="8302390" y="658579"/>
                  </a:lnTo>
                  <a:lnTo>
                    <a:pt x="8338814" y="722273"/>
                  </a:lnTo>
                  <a:lnTo>
                    <a:pt x="8375058" y="789549"/>
                  </a:lnTo>
                  <a:lnTo>
                    <a:pt x="8411226" y="860182"/>
                  </a:lnTo>
                  <a:lnTo>
                    <a:pt x="8447386" y="933860"/>
                  </a:lnTo>
                  <a:lnTo>
                    <a:pt x="8483582" y="1010190"/>
                  </a:lnTo>
                  <a:lnTo>
                    <a:pt x="8519832" y="1088704"/>
                  </a:lnTo>
                  <a:lnTo>
                    <a:pt x="8556138" y="1168868"/>
                  </a:lnTo>
                  <a:lnTo>
                    <a:pt x="8592484" y="1250097"/>
                  </a:lnTo>
                  <a:lnTo>
                    <a:pt x="8628850" y="1331771"/>
                  </a:lnTo>
                  <a:lnTo>
                    <a:pt x="8665207" y="1413259"/>
                  </a:lnTo>
                  <a:lnTo>
                    <a:pt x="8701532" y="1493932"/>
                  </a:lnTo>
                  <a:lnTo>
                    <a:pt x="8737805" y="1573191"/>
                  </a:lnTo>
                  <a:lnTo>
                    <a:pt x="8774022" y="1650478"/>
                  </a:lnTo>
                  <a:lnTo>
                    <a:pt x="8810194" y="1725296"/>
                  </a:lnTo>
                  <a:lnTo>
                    <a:pt x="8846352" y="1797221"/>
                  </a:lnTo>
                  <a:lnTo>
                    <a:pt x="8882554" y="1865906"/>
                  </a:lnTo>
                  <a:lnTo>
                    <a:pt x="8918890" y="1931092"/>
                  </a:lnTo>
                  <a:lnTo>
                    <a:pt x="8955481" y="1992601"/>
                  </a:lnTo>
                  <a:lnTo>
                    <a:pt x="8992490" y="2050337"/>
                  </a:lnTo>
                  <a:lnTo>
                    <a:pt x="9030121" y="2104281"/>
                  </a:lnTo>
                  <a:lnTo>
                    <a:pt x="9068637" y="2154481"/>
                  </a:lnTo>
                  <a:lnTo>
                    <a:pt x="9084767" y="2174017"/>
                  </a:lnTo>
                  <a:lnTo>
                    <a:pt x="9131252" y="2225506"/>
                  </a:lnTo>
                  <a:lnTo>
                    <a:pt x="9180133" y="2272198"/>
                  </a:lnTo>
                  <a:lnTo>
                    <a:pt x="9232121" y="2314299"/>
                  </a:lnTo>
                  <a:lnTo>
                    <a:pt x="9287994" y="2352178"/>
                  </a:lnTo>
                  <a:lnTo>
                    <a:pt x="9348552" y="2386266"/>
                  </a:lnTo>
                  <a:lnTo>
                    <a:pt x="9414562" y="2416993"/>
                  </a:lnTo>
                  <a:lnTo>
                    <a:pt x="9486691" y="2444749"/>
                  </a:lnTo>
                  <a:lnTo>
                    <a:pt x="9565417" y="2469867"/>
                  </a:lnTo>
                  <a:lnTo>
                    <a:pt x="9650904" y="2492609"/>
                  </a:lnTo>
                  <a:lnTo>
                    <a:pt x="9742849" y="2513160"/>
                  </a:lnTo>
                  <a:lnTo>
                    <a:pt x="9840309" y="2531628"/>
                  </a:lnTo>
                  <a:lnTo>
                    <a:pt x="9941545" y="2548053"/>
                  </a:lnTo>
                  <a:lnTo>
                    <a:pt x="10043930" y="2562417"/>
                  </a:lnTo>
                  <a:lnTo>
                    <a:pt x="10143998" y="2574677"/>
                  </a:lnTo>
                  <a:lnTo>
                    <a:pt x="10237708" y="2584793"/>
                  </a:lnTo>
                  <a:lnTo>
                    <a:pt x="10320934" y="2592773"/>
                  </a:lnTo>
                  <a:lnTo>
                    <a:pt x="10390127" y="2598707"/>
                  </a:lnTo>
                  <a:lnTo>
                    <a:pt x="10443002" y="2602786"/>
                  </a:lnTo>
                  <a:lnTo>
                    <a:pt x="10479044" y="2605299"/>
                  </a:lnTo>
                  <a:lnTo>
                    <a:pt x="10499714" y="2606606"/>
                  </a:lnTo>
                  <a:lnTo>
                    <a:pt x="10508349" y="2607103"/>
                  </a:lnTo>
                  <a:lnTo>
                    <a:pt x="10509911" y="2607186"/>
                  </a:lnTo>
                  <a:lnTo>
                    <a:pt x="11981298" y="2607186"/>
                  </a:lnTo>
                  <a:lnTo>
                    <a:pt x="11981298" y="2599013"/>
                  </a:lnTo>
                  <a:lnTo>
                    <a:pt x="10509911" y="2599013"/>
                  </a:lnTo>
                  <a:lnTo>
                    <a:pt x="10508751" y="2598952"/>
                  </a:lnTo>
                  <a:lnTo>
                    <a:pt x="10501129" y="2598517"/>
                  </a:lnTo>
                  <a:lnTo>
                    <a:pt x="10481927" y="2597315"/>
                  </a:lnTo>
                  <a:lnTo>
                    <a:pt x="10447623" y="2594949"/>
                  </a:lnTo>
                  <a:lnTo>
                    <a:pt x="10396547" y="2591052"/>
                  </a:lnTo>
                  <a:lnTo>
                    <a:pt x="10329007" y="2585326"/>
                  </a:lnTo>
                  <a:lnTo>
                    <a:pt x="10247121" y="2577569"/>
                  </a:lnTo>
                  <a:lnTo>
                    <a:pt x="10154333" y="2567682"/>
                  </a:lnTo>
                  <a:lnTo>
                    <a:pt x="10054743" y="2555648"/>
                  </a:lnTo>
                  <a:lnTo>
                    <a:pt x="9952427" y="2541505"/>
                  </a:lnTo>
                  <a:lnTo>
                    <a:pt x="9850928" y="2525298"/>
                  </a:lnTo>
                  <a:lnTo>
                    <a:pt x="9752969" y="2507047"/>
                  </a:lnTo>
                  <a:lnTo>
                    <a:pt x="9660380" y="2486722"/>
                  </a:lnTo>
                  <a:lnTo>
                    <a:pt x="9574183" y="2464220"/>
                  </a:lnTo>
                  <a:lnTo>
                    <a:pt x="9494739" y="2439365"/>
                  </a:lnTo>
                  <a:lnTo>
                    <a:pt x="9421927" y="2411904"/>
                  </a:lnTo>
                  <a:lnTo>
                    <a:pt x="9355296" y="2381511"/>
                  </a:lnTo>
                  <a:lnTo>
                    <a:pt x="9294194" y="2347801"/>
                  </a:lnTo>
                  <a:lnTo>
                    <a:pt x="9237860" y="2310345"/>
                  </a:lnTo>
                  <a:lnTo>
                    <a:pt x="9185498" y="2268712"/>
                  </a:lnTo>
                  <a:lnTo>
                    <a:pt x="9136322" y="2222522"/>
                  </a:lnTo>
                  <a:lnTo>
                    <a:pt x="9089613" y="2171544"/>
                  </a:lnTo>
                  <a:lnTo>
                    <a:pt x="9084767" y="2165844"/>
                  </a:lnTo>
                  <a:lnTo>
                    <a:pt x="9045800" y="2117152"/>
                  </a:lnTo>
                  <a:lnTo>
                    <a:pt x="9007840" y="2064753"/>
                  </a:lnTo>
                  <a:lnTo>
                    <a:pt x="8970604" y="2008575"/>
                  </a:lnTo>
                  <a:lnTo>
                    <a:pt x="8933863" y="1948607"/>
                  </a:lnTo>
                  <a:lnTo>
                    <a:pt x="8897440" y="1884913"/>
                  </a:lnTo>
                  <a:lnTo>
                    <a:pt x="8861195" y="1817636"/>
                  </a:lnTo>
                  <a:lnTo>
                    <a:pt x="8825027" y="1747004"/>
                  </a:lnTo>
                  <a:lnTo>
                    <a:pt x="8788867" y="1673325"/>
                  </a:lnTo>
                  <a:lnTo>
                    <a:pt x="8752671" y="1596995"/>
                  </a:lnTo>
                  <a:lnTo>
                    <a:pt x="8716421" y="1518481"/>
                  </a:lnTo>
                  <a:lnTo>
                    <a:pt x="8680115" y="1438317"/>
                  </a:lnTo>
                  <a:lnTo>
                    <a:pt x="8643769" y="1357089"/>
                  </a:lnTo>
                  <a:lnTo>
                    <a:pt x="8607403" y="1275414"/>
                  </a:lnTo>
                  <a:lnTo>
                    <a:pt x="8571046" y="1193927"/>
                  </a:lnTo>
                  <a:lnTo>
                    <a:pt x="8534721" y="1113253"/>
                  </a:lnTo>
                  <a:lnTo>
                    <a:pt x="8498448" y="1033994"/>
                  </a:lnTo>
                  <a:lnTo>
                    <a:pt x="8462231" y="956708"/>
                  </a:lnTo>
                  <a:lnTo>
                    <a:pt x="8426060" y="881889"/>
                  </a:lnTo>
                  <a:lnTo>
                    <a:pt x="8389902" y="809965"/>
                  </a:lnTo>
                  <a:lnTo>
                    <a:pt x="8353699" y="741279"/>
                  </a:lnTo>
                  <a:lnTo>
                    <a:pt x="8317363" y="676093"/>
                  </a:lnTo>
                  <a:lnTo>
                    <a:pt x="8280772" y="614585"/>
                  </a:lnTo>
                  <a:lnTo>
                    <a:pt x="8243764" y="556848"/>
                  </a:lnTo>
                  <a:lnTo>
                    <a:pt x="8206132" y="502905"/>
                  </a:lnTo>
                  <a:lnTo>
                    <a:pt x="8167617" y="452705"/>
                  </a:lnTo>
                  <a:lnTo>
                    <a:pt x="8151487" y="433168"/>
                  </a:lnTo>
                  <a:lnTo>
                    <a:pt x="8105001" y="381680"/>
                  </a:lnTo>
                  <a:lnTo>
                    <a:pt x="8056120" y="334988"/>
                  </a:lnTo>
                  <a:lnTo>
                    <a:pt x="8004133" y="292887"/>
                  </a:lnTo>
                  <a:lnTo>
                    <a:pt x="7948259" y="255007"/>
                  </a:lnTo>
                  <a:lnTo>
                    <a:pt x="7887701" y="220919"/>
                  </a:lnTo>
                  <a:lnTo>
                    <a:pt x="7821691" y="190193"/>
                  </a:lnTo>
                  <a:lnTo>
                    <a:pt x="7749562" y="162437"/>
                  </a:lnTo>
                  <a:lnTo>
                    <a:pt x="7670836" y="137319"/>
                  </a:lnTo>
                  <a:lnTo>
                    <a:pt x="7585349" y="114577"/>
                  </a:lnTo>
                  <a:lnTo>
                    <a:pt x="7493404" y="94026"/>
                  </a:lnTo>
                  <a:lnTo>
                    <a:pt x="7395944" y="75558"/>
                  </a:lnTo>
                  <a:lnTo>
                    <a:pt x="7294708" y="59133"/>
                  </a:lnTo>
                  <a:lnTo>
                    <a:pt x="7192323" y="44768"/>
                  </a:lnTo>
                  <a:lnTo>
                    <a:pt x="7092255" y="32508"/>
                  </a:lnTo>
                  <a:lnTo>
                    <a:pt x="6998545" y="22392"/>
                  </a:lnTo>
                  <a:lnTo>
                    <a:pt x="6915319" y="14412"/>
                  </a:lnTo>
                  <a:lnTo>
                    <a:pt x="6846126" y="8478"/>
                  </a:lnTo>
                  <a:lnTo>
                    <a:pt x="6793251" y="4399"/>
                  </a:lnTo>
                  <a:lnTo>
                    <a:pt x="6757209" y="1887"/>
                  </a:lnTo>
                  <a:lnTo>
                    <a:pt x="6736539" y="580"/>
                  </a:lnTo>
                  <a:lnTo>
                    <a:pt x="6727904" y="82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235" y="109"/>
                  </a:lnTo>
                  <a:lnTo>
                    <a:pt x="5249456" y="884"/>
                  </a:lnTo>
                  <a:lnTo>
                    <a:pt x="5237262" y="3023"/>
                  </a:lnTo>
                  <a:lnTo>
                    <a:pt x="5215092" y="7244"/>
                  </a:lnTo>
                  <a:lnTo>
                    <a:pt x="5181299" y="14242"/>
                  </a:lnTo>
                  <a:lnTo>
                    <a:pt x="5135253" y="24643"/>
                  </a:lnTo>
                  <a:lnTo>
                    <a:pt x="5077362" y="38955"/>
                  </a:lnTo>
                  <a:lnTo>
                    <a:pt x="5008971" y="57534"/>
                  </a:lnTo>
                  <a:lnTo>
                    <a:pt x="4932141" y="80579"/>
                  </a:lnTo>
                  <a:lnTo>
                    <a:pt x="4849345" y="108152"/>
                  </a:lnTo>
                  <a:lnTo>
                    <a:pt x="4763159" y="140214"/>
                  </a:lnTo>
                  <a:lnTo>
                    <a:pt x="4675992" y="176682"/>
                  </a:lnTo>
                  <a:lnTo>
                    <a:pt x="4589897" y="217479"/>
                  </a:lnTo>
                  <a:lnTo>
                    <a:pt x="4506479" y="262576"/>
                  </a:lnTo>
                  <a:lnTo>
                    <a:pt x="4426870" y="312027"/>
                  </a:lnTo>
                  <a:lnTo>
                    <a:pt x="4351772" y="365993"/>
                  </a:lnTo>
                  <a:lnTo>
                    <a:pt x="4281519" y="424746"/>
                  </a:lnTo>
                  <a:lnTo>
                    <a:pt x="4216156" y="488678"/>
                  </a:lnTo>
                  <a:lnTo>
                    <a:pt x="4155518" y="558295"/>
                  </a:lnTo>
                  <a:lnTo>
                    <a:pt x="4099286" y="634209"/>
                  </a:lnTo>
                  <a:lnTo>
                    <a:pt x="4047051" y="717123"/>
                  </a:lnTo>
                  <a:lnTo>
                    <a:pt x="3998343" y="807799"/>
                  </a:lnTo>
                  <a:lnTo>
                    <a:pt x="3952673" y="907022"/>
                  </a:lnTo>
                  <a:lnTo>
                    <a:pt x="3909551" y="1015525"/>
                  </a:lnTo>
                  <a:lnTo>
                    <a:pt x="3868508" y="1133891"/>
                  </a:lnTo>
                  <a:lnTo>
                    <a:pt x="3829811" y="1260003"/>
                  </a:lnTo>
                  <a:lnTo>
                    <a:pt x="3805529" y="1346515"/>
                  </a:lnTo>
                  <a:lnTo>
                    <a:pt x="3781681" y="1437119"/>
                  </a:lnTo>
                  <a:lnTo>
                    <a:pt x="3758190" y="1531891"/>
                  </a:lnTo>
                  <a:lnTo>
                    <a:pt x="3734989" y="1630882"/>
                  </a:lnTo>
                  <a:lnTo>
                    <a:pt x="3712021" y="1734113"/>
                  </a:lnTo>
                  <a:lnTo>
                    <a:pt x="3689235" y="1841578"/>
                  </a:lnTo>
                  <a:lnTo>
                    <a:pt x="3666588" y="1953237"/>
                  </a:lnTo>
                  <a:lnTo>
                    <a:pt x="3644041" y="2069018"/>
                  </a:lnTo>
                  <a:lnTo>
                    <a:pt x="3621565" y="2188813"/>
                  </a:lnTo>
                  <a:lnTo>
                    <a:pt x="3599132" y="2312481"/>
                  </a:lnTo>
                  <a:lnTo>
                    <a:pt x="3576722" y="2439841"/>
                  </a:lnTo>
                  <a:lnTo>
                    <a:pt x="3554319" y="2570678"/>
                  </a:lnTo>
                  <a:lnTo>
                    <a:pt x="3531909" y="2704740"/>
                  </a:lnTo>
                  <a:lnTo>
                    <a:pt x="3509485" y="2841743"/>
                  </a:lnTo>
                  <a:lnTo>
                    <a:pt x="3487041" y="2981366"/>
                  </a:lnTo>
                  <a:lnTo>
                    <a:pt x="3464576" y="3123263"/>
                  </a:lnTo>
                  <a:lnTo>
                    <a:pt x="3442088" y="3267060"/>
                  </a:lnTo>
                  <a:lnTo>
                    <a:pt x="3419581" y="3412358"/>
                  </a:lnTo>
                  <a:lnTo>
                    <a:pt x="3397060" y="3558744"/>
                  </a:lnTo>
                  <a:lnTo>
                    <a:pt x="3374529" y="3705787"/>
                  </a:lnTo>
                  <a:lnTo>
                    <a:pt x="3351994" y="3853052"/>
                  </a:lnTo>
                  <a:lnTo>
                    <a:pt x="3329463" y="4000099"/>
                  </a:lnTo>
                  <a:lnTo>
                    <a:pt x="3306942" y="4146491"/>
                  </a:lnTo>
                  <a:lnTo>
                    <a:pt x="3284435" y="4291800"/>
                  </a:lnTo>
                  <a:lnTo>
                    <a:pt x="3261947" y="4435610"/>
                  </a:lnTo>
                  <a:lnTo>
                    <a:pt x="3239481" y="4577524"/>
                  </a:lnTo>
                  <a:lnTo>
                    <a:pt x="3217037" y="4717168"/>
                  </a:lnTo>
                  <a:lnTo>
                    <a:pt x="3194613" y="4854192"/>
                  </a:lnTo>
                  <a:lnTo>
                    <a:pt x="3172203" y="4988279"/>
                  </a:lnTo>
                  <a:lnTo>
                    <a:pt x="3149800" y="5119143"/>
                  </a:lnTo>
                  <a:lnTo>
                    <a:pt x="3127390" y="5246532"/>
                  </a:lnTo>
                  <a:lnTo>
                    <a:pt x="3104958" y="5370230"/>
                  </a:lnTo>
                  <a:lnTo>
                    <a:pt x="3082482" y="5490058"/>
                  </a:lnTo>
                  <a:lnTo>
                    <a:pt x="3059936" y="5605872"/>
                  </a:lnTo>
                  <a:lnTo>
                    <a:pt x="3037289" y="5717564"/>
                  </a:lnTo>
                  <a:lnTo>
                    <a:pt x="3014505" y="5825062"/>
                  </a:lnTo>
                  <a:lnTo>
                    <a:pt x="2991538" y="5928328"/>
                  </a:lnTo>
                  <a:lnTo>
                    <a:pt x="2968340" y="6027352"/>
                  </a:lnTo>
                  <a:lnTo>
                    <a:pt x="2944851" y="6122159"/>
                  </a:lnTo>
                  <a:lnTo>
                    <a:pt x="2921006" y="6212796"/>
                  </a:lnTo>
                  <a:lnTo>
                    <a:pt x="2896728" y="6299340"/>
                  </a:lnTo>
                  <a:lnTo>
                    <a:pt x="2896531" y="6300019"/>
                  </a:lnTo>
                  <a:lnTo>
                    <a:pt x="2857116" y="6428338"/>
                  </a:lnTo>
                  <a:lnTo>
                    <a:pt x="2816039" y="6546524"/>
                  </a:lnTo>
                  <a:lnTo>
                    <a:pt x="2772875" y="6654856"/>
                  </a:lnTo>
                  <a:lnTo>
                    <a:pt x="2727156" y="6753919"/>
                  </a:lnTo>
                  <a:lnTo>
                    <a:pt x="2678389" y="6844449"/>
                  </a:lnTo>
                  <a:lnTo>
                    <a:pt x="2626086" y="6927231"/>
                  </a:lnTo>
                  <a:lnTo>
                    <a:pt x="2569779" y="7003027"/>
                  </a:lnTo>
                  <a:lnTo>
                    <a:pt x="2509058" y="7072537"/>
                  </a:lnTo>
                  <a:lnTo>
                    <a:pt x="2443609" y="7136372"/>
                  </a:lnTo>
                  <a:lnTo>
                    <a:pt x="2373268" y="7195036"/>
                  </a:lnTo>
                  <a:lnTo>
                    <a:pt x="2298086" y="7248919"/>
                  </a:lnTo>
                  <a:lnTo>
                    <a:pt x="2218401" y="7298292"/>
                  </a:lnTo>
                  <a:lnTo>
                    <a:pt x="2134924" y="7343311"/>
                  </a:lnTo>
                  <a:lnTo>
                    <a:pt x="2048794" y="7384031"/>
                  </a:lnTo>
                  <a:lnTo>
                    <a:pt x="1961625" y="7420421"/>
                  </a:lnTo>
                  <a:lnTo>
                    <a:pt x="1875478" y="7452404"/>
                  </a:lnTo>
                  <a:lnTo>
                    <a:pt x="1792766" y="7479895"/>
                  </a:lnTo>
                  <a:lnTo>
                    <a:pt x="1716066" y="7502860"/>
                  </a:lnTo>
                  <a:lnTo>
                    <a:pt x="1647847" y="7521361"/>
                  </a:lnTo>
                  <a:lnTo>
                    <a:pt x="1590159" y="7535599"/>
                  </a:lnTo>
                  <a:lnTo>
                    <a:pt x="1544331" y="7545934"/>
                  </a:lnTo>
                  <a:lnTo>
                    <a:pt x="1510755" y="7552877"/>
                  </a:lnTo>
                  <a:lnTo>
                    <a:pt x="1488781" y="7557054"/>
                  </a:lnTo>
                  <a:lnTo>
                    <a:pt x="1476744" y="7559163"/>
                  </a:lnTo>
                  <a:lnTo>
                    <a:pt x="1472070" y="7559920"/>
                  </a:lnTo>
                  <a:lnTo>
                    <a:pt x="1471387" y="7560023"/>
                  </a:lnTo>
                  <a:lnTo>
                    <a:pt x="0" y="7560023"/>
                  </a:lnTo>
                  <a:close/>
                </a:path>
              </a:pathLst>
            </a:custGeom>
            <a:solidFill>
              <a:srgbClr val="6FA8DC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869" name="pl1869"/>
            <p:cNvSpPr/>
            <p:nvPr/>
          </p:nvSpPr>
          <p:spPr>
            <a:xfrm>
              <a:off x="4799595" y="2674984"/>
              <a:ext cx="11981298" cy="7560023"/>
            </a:xfrm>
            <a:custGeom>
              <a:avLst/>
              <a:pathLst>
                <a:path w="11981298" h="7560023">
                  <a:moveTo>
                    <a:pt x="0" y="7560023"/>
                  </a:moveTo>
                  <a:lnTo>
                    <a:pt x="1471387" y="7560023"/>
                  </a:lnTo>
                  <a:lnTo>
                    <a:pt x="1472107" y="7559914"/>
                  </a:lnTo>
                  <a:lnTo>
                    <a:pt x="1476886" y="7559139"/>
                  </a:lnTo>
                  <a:lnTo>
                    <a:pt x="1489080" y="7556999"/>
                  </a:lnTo>
                  <a:lnTo>
                    <a:pt x="1511250" y="7552779"/>
                  </a:lnTo>
                  <a:lnTo>
                    <a:pt x="1545043" y="7545781"/>
                  </a:lnTo>
                  <a:lnTo>
                    <a:pt x="1591089" y="7535380"/>
                  </a:lnTo>
                  <a:lnTo>
                    <a:pt x="1648980" y="7521068"/>
                  </a:lnTo>
                  <a:lnTo>
                    <a:pt x="1717371" y="7502489"/>
                  </a:lnTo>
                  <a:lnTo>
                    <a:pt x="1794201" y="7479443"/>
                  </a:lnTo>
                  <a:lnTo>
                    <a:pt x="1876997" y="7451871"/>
                  </a:lnTo>
                  <a:lnTo>
                    <a:pt x="1963183" y="7419809"/>
                  </a:lnTo>
                  <a:lnTo>
                    <a:pt x="2050350" y="7383340"/>
                  </a:lnTo>
                  <a:lnTo>
                    <a:pt x="2136445" y="7342544"/>
                  </a:lnTo>
                  <a:lnTo>
                    <a:pt x="2219863" y="7297447"/>
                  </a:lnTo>
                  <a:lnTo>
                    <a:pt x="2299472" y="7247995"/>
                  </a:lnTo>
                  <a:lnTo>
                    <a:pt x="2374570" y="7194030"/>
                  </a:lnTo>
                  <a:lnTo>
                    <a:pt x="2444823" y="7135277"/>
                  </a:lnTo>
                  <a:lnTo>
                    <a:pt x="2510186" y="7071345"/>
                  </a:lnTo>
                  <a:lnTo>
                    <a:pt x="2570824" y="7001728"/>
                  </a:lnTo>
                  <a:lnTo>
                    <a:pt x="2627056" y="6925813"/>
                  </a:lnTo>
                  <a:lnTo>
                    <a:pt x="2679292" y="6842899"/>
                  </a:lnTo>
                  <a:lnTo>
                    <a:pt x="2727999" y="6752223"/>
                  </a:lnTo>
                  <a:lnTo>
                    <a:pt x="2773669" y="6653001"/>
                  </a:lnTo>
                  <a:lnTo>
                    <a:pt x="2816791" y="6544497"/>
                  </a:lnTo>
                  <a:lnTo>
                    <a:pt x="2857834" y="6426131"/>
                  </a:lnTo>
                  <a:lnTo>
                    <a:pt x="2896531" y="6300019"/>
                  </a:lnTo>
                  <a:lnTo>
                    <a:pt x="2920813" y="6213508"/>
                  </a:lnTo>
                  <a:lnTo>
                    <a:pt x="2944661" y="6122904"/>
                  </a:lnTo>
                  <a:lnTo>
                    <a:pt x="2968152" y="6028131"/>
                  </a:lnTo>
                  <a:lnTo>
                    <a:pt x="2991353" y="5929141"/>
                  </a:lnTo>
                  <a:lnTo>
                    <a:pt x="3014321" y="5825909"/>
                  </a:lnTo>
                  <a:lnTo>
                    <a:pt x="3037107" y="5718445"/>
                  </a:lnTo>
                  <a:lnTo>
                    <a:pt x="3059755" y="5606786"/>
                  </a:lnTo>
                  <a:lnTo>
                    <a:pt x="3082301" y="5491005"/>
                  </a:lnTo>
                  <a:lnTo>
                    <a:pt x="3104778" y="5371209"/>
                  </a:lnTo>
                  <a:lnTo>
                    <a:pt x="3127210" y="5247541"/>
                  </a:lnTo>
                  <a:lnTo>
                    <a:pt x="3149620" y="5120181"/>
                  </a:lnTo>
                  <a:lnTo>
                    <a:pt x="3172023" y="4989344"/>
                  </a:lnTo>
                  <a:lnTo>
                    <a:pt x="3194433" y="4855282"/>
                  </a:lnTo>
                  <a:lnTo>
                    <a:pt x="3216857" y="4718280"/>
                  </a:lnTo>
                  <a:lnTo>
                    <a:pt x="3239301" y="4578656"/>
                  </a:lnTo>
                  <a:lnTo>
                    <a:pt x="3261767" y="4436759"/>
                  </a:lnTo>
                  <a:lnTo>
                    <a:pt x="3284254" y="4292963"/>
                  </a:lnTo>
                  <a:lnTo>
                    <a:pt x="3306761" y="4147664"/>
                  </a:lnTo>
                  <a:lnTo>
                    <a:pt x="3329282" y="4001279"/>
                  </a:lnTo>
                  <a:lnTo>
                    <a:pt x="3351813" y="3854235"/>
                  </a:lnTo>
                  <a:lnTo>
                    <a:pt x="3374348" y="3706970"/>
                  </a:lnTo>
                  <a:lnTo>
                    <a:pt x="3396879" y="3559923"/>
                  </a:lnTo>
                  <a:lnTo>
                    <a:pt x="3419400" y="3413531"/>
                  </a:lnTo>
                  <a:lnTo>
                    <a:pt x="3441907" y="3268222"/>
                  </a:lnTo>
                  <a:lnTo>
                    <a:pt x="3464395" y="3124412"/>
                  </a:lnTo>
                  <a:lnTo>
                    <a:pt x="3486861" y="2982498"/>
                  </a:lnTo>
                  <a:lnTo>
                    <a:pt x="3509305" y="2842855"/>
                  </a:lnTo>
                  <a:lnTo>
                    <a:pt x="3531729" y="2705830"/>
                  </a:lnTo>
                  <a:lnTo>
                    <a:pt x="3554139" y="2571743"/>
                  </a:lnTo>
                  <a:lnTo>
                    <a:pt x="3576542" y="2440879"/>
                  </a:lnTo>
                  <a:lnTo>
                    <a:pt x="3598952" y="2313490"/>
                  </a:lnTo>
                  <a:lnTo>
                    <a:pt x="3621384" y="2189792"/>
                  </a:lnTo>
                  <a:lnTo>
                    <a:pt x="3643860" y="2069965"/>
                  </a:lnTo>
                  <a:lnTo>
                    <a:pt x="3666406" y="1954151"/>
                  </a:lnTo>
                  <a:lnTo>
                    <a:pt x="3689053" y="1842458"/>
                  </a:lnTo>
                  <a:lnTo>
                    <a:pt x="3711838" y="1734960"/>
                  </a:lnTo>
                  <a:lnTo>
                    <a:pt x="3734804" y="1631695"/>
                  </a:lnTo>
                  <a:lnTo>
                    <a:pt x="3758002" y="1532670"/>
                  </a:lnTo>
                  <a:lnTo>
                    <a:pt x="3781491" y="1437864"/>
                  </a:lnTo>
                  <a:lnTo>
                    <a:pt x="3805336" y="1347226"/>
                  </a:lnTo>
                  <a:lnTo>
                    <a:pt x="3829614" y="1260683"/>
                  </a:lnTo>
                  <a:lnTo>
                    <a:pt x="3829811" y="1260003"/>
                  </a:lnTo>
                  <a:lnTo>
                    <a:pt x="3869227" y="1131684"/>
                  </a:lnTo>
                  <a:lnTo>
                    <a:pt x="3910303" y="1013498"/>
                  </a:lnTo>
                  <a:lnTo>
                    <a:pt x="3953467" y="905167"/>
                  </a:lnTo>
                  <a:lnTo>
                    <a:pt x="3999187" y="806104"/>
                  </a:lnTo>
                  <a:lnTo>
                    <a:pt x="4047953" y="715573"/>
                  </a:lnTo>
                  <a:lnTo>
                    <a:pt x="4100256" y="632792"/>
                  </a:lnTo>
                  <a:lnTo>
                    <a:pt x="4156563" y="556996"/>
                  </a:lnTo>
                  <a:lnTo>
                    <a:pt x="4217284" y="487485"/>
                  </a:lnTo>
                  <a:lnTo>
                    <a:pt x="4282733" y="423650"/>
                  </a:lnTo>
                  <a:lnTo>
                    <a:pt x="4353074" y="364986"/>
                  </a:lnTo>
                  <a:lnTo>
                    <a:pt x="4428257" y="311103"/>
                  </a:lnTo>
                  <a:lnTo>
                    <a:pt x="4507941" y="261731"/>
                  </a:lnTo>
                  <a:lnTo>
                    <a:pt x="4591418" y="216711"/>
                  </a:lnTo>
                  <a:lnTo>
                    <a:pt x="4677548" y="175991"/>
                  </a:lnTo>
                  <a:lnTo>
                    <a:pt x="4764717" y="139601"/>
                  </a:lnTo>
                  <a:lnTo>
                    <a:pt x="4850864" y="107619"/>
                  </a:lnTo>
                  <a:lnTo>
                    <a:pt x="4933576" y="80127"/>
                  </a:lnTo>
                  <a:lnTo>
                    <a:pt x="5010276" y="57163"/>
                  </a:lnTo>
                  <a:lnTo>
                    <a:pt x="5078495" y="38662"/>
                  </a:lnTo>
                  <a:lnTo>
                    <a:pt x="5136183" y="24424"/>
                  </a:lnTo>
                  <a:lnTo>
                    <a:pt x="5182011" y="14088"/>
                  </a:lnTo>
                  <a:lnTo>
                    <a:pt x="5215587" y="7146"/>
                  </a:lnTo>
                  <a:lnTo>
                    <a:pt x="5237561" y="2969"/>
                  </a:lnTo>
                  <a:lnTo>
                    <a:pt x="5249598" y="860"/>
                  </a:lnTo>
                  <a:lnTo>
                    <a:pt x="5254272" y="103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502" y="60"/>
                  </a:lnTo>
                  <a:lnTo>
                    <a:pt x="6735124" y="495"/>
                  </a:lnTo>
                  <a:lnTo>
                    <a:pt x="6754326" y="1697"/>
                  </a:lnTo>
                  <a:lnTo>
                    <a:pt x="6788630" y="4064"/>
                  </a:lnTo>
                  <a:lnTo>
                    <a:pt x="6839706" y="7961"/>
                  </a:lnTo>
                  <a:lnTo>
                    <a:pt x="6907246" y="13687"/>
                  </a:lnTo>
                  <a:lnTo>
                    <a:pt x="6989132" y="21443"/>
                  </a:lnTo>
                  <a:lnTo>
                    <a:pt x="7081920" y="31331"/>
                  </a:lnTo>
                  <a:lnTo>
                    <a:pt x="7181510" y="43364"/>
                  </a:lnTo>
                  <a:lnTo>
                    <a:pt x="7283826" y="57508"/>
                  </a:lnTo>
                  <a:lnTo>
                    <a:pt x="7385325" y="73715"/>
                  </a:lnTo>
                  <a:lnTo>
                    <a:pt x="7483285" y="91965"/>
                  </a:lnTo>
                  <a:lnTo>
                    <a:pt x="7575873" y="112291"/>
                  </a:lnTo>
                  <a:lnTo>
                    <a:pt x="7662070" y="134793"/>
                  </a:lnTo>
                  <a:lnTo>
                    <a:pt x="7741514" y="159647"/>
                  </a:lnTo>
                  <a:lnTo>
                    <a:pt x="7814326" y="187108"/>
                  </a:lnTo>
                  <a:lnTo>
                    <a:pt x="7880957" y="217501"/>
                  </a:lnTo>
                  <a:lnTo>
                    <a:pt x="7942060" y="251212"/>
                  </a:lnTo>
                  <a:lnTo>
                    <a:pt x="7998393" y="288667"/>
                  </a:lnTo>
                  <a:lnTo>
                    <a:pt x="8050755" y="330301"/>
                  </a:lnTo>
                  <a:lnTo>
                    <a:pt x="8099931" y="376491"/>
                  </a:lnTo>
                  <a:lnTo>
                    <a:pt x="8146641" y="427468"/>
                  </a:lnTo>
                  <a:lnTo>
                    <a:pt x="8151487" y="433168"/>
                  </a:lnTo>
                  <a:lnTo>
                    <a:pt x="8190454" y="481861"/>
                  </a:lnTo>
                  <a:lnTo>
                    <a:pt x="8228413" y="534259"/>
                  </a:lnTo>
                  <a:lnTo>
                    <a:pt x="8265649" y="590438"/>
                  </a:lnTo>
                  <a:lnTo>
                    <a:pt x="8302390" y="650406"/>
                  </a:lnTo>
                  <a:lnTo>
                    <a:pt x="8338814" y="714100"/>
                  </a:lnTo>
                  <a:lnTo>
                    <a:pt x="8375058" y="781376"/>
                  </a:lnTo>
                  <a:lnTo>
                    <a:pt x="8411226" y="852009"/>
                  </a:lnTo>
                  <a:lnTo>
                    <a:pt x="8447386" y="925687"/>
                  </a:lnTo>
                  <a:lnTo>
                    <a:pt x="8483582" y="1002017"/>
                  </a:lnTo>
                  <a:lnTo>
                    <a:pt x="8519832" y="1080531"/>
                  </a:lnTo>
                  <a:lnTo>
                    <a:pt x="8556138" y="1160695"/>
                  </a:lnTo>
                  <a:lnTo>
                    <a:pt x="8592484" y="1241924"/>
                  </a:lnTo>
                  <a:lnTo>
                    <a:pt x="8628850" y="1323598"/>
                  </a:lnTo>
                  <a:lnTo>
                    <a:pt x="8665207" y="1405086"/>
                  </a:lnTo>
                  <a:lnTo>
                    <a:pt x="8701532" y="1485759"/>
                  </a:lnTo>
                  <a:lnTo>
                    <a:pt x="8737805" y="1565018"/>
                  </a:lnTo>
                  <a:lnTo>
                    <a:pt x="8774022" y="1642305"/>
                  </a:lnTo>
                  <a:lnTo>
                    <a:pt x="8810194" y="1717123"/>
                  </a:lnTo>
                  <a:lnTo>
                    <a:pt x="8846352" y="1789048"/>
                  </a:lnTo>
                  <a:lnTo>
                    <a:pt x="8882554" y="1857733"/>
                  </a:lnTo>
                  <a:lnTo>
                    <a:pt x="8918890" y="1922919"/>
                  </a:lnTo>
                  <a:lnTo>
                    <a:pt x="8955481" y="1984428"/>
                  </a:lnTo>
                  <a:lnTo>
                    <a:pt x="8992490" y="2042164"/>
                  </a:lnTo>
                  <a:lnTo>
                    <a:pt x="9030121" y="2096108"/>
                  </a:lnTo>
                  <a:lnTo>
                    <a:pt x="9068637" y="2146308"/>
                  </a:lnTo>
                  <a:lnTo>
                    <a:pt x="9084767" y="2165844"/>
                  </a:lnTo>
                  <a:lnTo>
                    <a:pt x="9131252" y="2217333"/>
                  </a:lnTo>
                  <a:lnTo>
                    <a:pt x="9180133" y="2264025"/>
                  </a:lnTo>
                  <a:lnTo>
                    <a:pt x="9232121" y="2306126"/>
                  </a:lnTo>
                  <a:lnTo>
                    <a:pt x="9287994" y="2344005"/>
                  </a:lnTo>
                  <a:lnTo>
                    <a:pt x="9348552" y="2378093"/>
                  </a:lnTo>
                  <a:lnTo>
                    <a:pt x="9414562" y="2408820"/>
                  </a:lnTo>
                  <a:lnTo>
                    <a:pt x="9486691" y="2436576"/>
                  </a:lnTo>
                  <a:lnTo>
                    <a:pt x="9565417" y="2461694"/>
                  </a:lnTo>
                  <a:lnTo>
                    <a:pt x="9650904" y="2484436"/>
                  </a:lnTo>
                  <a:lnTo>
                    <a:pt x="9742849" y="2504987"/>
                  </a:lnTo>
                  <a:lnTo>
                    <a:pt x="9840309" y="2523455"/>
                  </a:lnTo>
                  <a:lnTo>
                    <a:pt x="9941545" y="2539880"/>
                  </a:lnTo>
                  <a:lnTo>
                    <a:pt x="10043930" y="2554244"/>
                  </a:lnTo>
                  <a:lnTo>
                    <a:pt x="10143998" y="2566504"/>
                  </a:lnTo>
                  <a:lnTo>
                    <a:pt x="10237708" y="2576620"/>
                  </a:lnTo>
                  <a:lnTo>
                    <a:pt x="10320934" y="2584600"/>
                  </a:lnTo>
                  <a:lnTo>
                    <a:pt x="10390127" y="2590534"/>
                  </a:lnTo>
                  <a:lnTo>
                    <a:pt x="10443002" y="2594613"/>
                  </a:lnTo>
                  <a:lnTo>
                    <a:pt x="10479044" y="2597126"/>
                  </a:lnTo>
                  <a:lnTo>
                    <a:pt x="10499714" y="2598433"/>
                  </a:lnTo>
                  <a:lnTo>
                    <a:pt x="10508349" y="2598930"/>
                  </a:lnTo>
                  <a:lnTo>
                    <a:pt x="10509909" y="2599013"/>
                  </a:lnTo>
                  <a:lnTo>
                    <a:pt x="10509911" y="2599013"/>
                  </a:lnTo>
                  <a:lnTo>
                    <a:pt x="11981298" y="259901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70" name="pl1870"/>
            <p:cNvSpPr/>
            <p:nvPr/>
          </p:nvSpPr>
          <p:spPr>
            <a:xfrm>
              <a:off x="4799595" y="2666811"/>
              <a:ext cx="11981298" cy="7560023"/>
            </a:xfrm>
            <a:custGeom>
              <a:avLst/>
              <a:pathLst>
                <a:path w="11981298" h="7560023">
                  <a:moveTo>
                    <a:pt x="11981298" y="2599013"/>
                  </a:moveTo>
                  <a:lnTo>
                    <a:pt x="10509911" y="2599013"/>
                  </a:lnTo>
                  <a:lnTo>
                    <a:pt x="10508751" y="2598952"/>
                  </a:lnTo>
                  <a:lnTo>
                    <a:pt x="10501129" y="2598517"/>
                  </a:lnTo>
                  <a:lnTo>
                    <a:pt x="10481927" y="2597315"/>
                  </a:lnTo>
                  <a:lnTo>
                    <a:pt x="10447623" y="2594949"/>
                  </a:lnTo>
                  <a:lnTo>
                    <a:pt x="10396547" y="2591052"/>
                  </a:lnTo>
                  <a:lnTo>
                    <a:pt x="10329007" y="2585326"/>
                  </a:lnTo>
                  <a:lnTo>
                    <a:pt x="10247121" y="2577569"/>
                  </a:lnTo>
                  <a:lnTo>
                    <a:pt x="10154333" y="2567682"/>
                  </a:lnTo>
                  <a:lnTo>
                    <a:pt x="10054743" y="2555648"/>
                  </a:lnTo>
                  <a:lnTo>
                    <a:pt x="9952427" y="2541505"/>
                  </a:lnTo>
                  <a:lnTo>
                    <a:pt x="9850928" y="2525298"/>
                  </a:lnTo>
                  <a:lnTo>
                    <a:pt x="9752969" y="2507047"/>
                  </a:lnTo>
                  <a:lnTo>
                    <a:pt x="9660380" y="2486722"/>
                  </a:lnTo>
                  <a:lnTo>
                    <a:pt x="9574183" y="2464220"/>
                  </a:lnTo>
                  <a:lnTo>
                    <a:pt x="9494739" y="2439365"/>
                  </a:lnTo>
                  <a:lnTo>
                    <a:pt x="9421927" y="2411904"/>
                  </a:lnTo>
                  <a:lnTo>
                    <a:pt x="9355296" y="2381511"/>
                  </a:lnTo>
                  <a:lnTo>
                    <a:pt x="9294194" y="2347801"/>
                  </a:lnTo>
                  <a:lnTo>
                    <a:pt x="9237860" y="2310345"/>
                  </a:lnTo>
                  <a:lnTo>
                    <a:pt x="9185498" y="2268712"/>
                  </a:lnTo>
                  <a:lnTo>
                    <a:pt x="9136322" y="2222522"/>
                  </a:lnTo>
                  <a:lnTo>
                    <a:pt x="9089613" y="2171544"/>
                  </a:lnTo>
                  <a:lnTo>
                    <a:pt x="9084767" y="2165844"/>
                  </a:lnTo>
                  <a:lnTo>
                    <a:pt x="9045800" y="2117152"/>
                  </a:lnTo>
                  <a:lnTo>
                    <a:pt x="9007840" y="2064753"/>
                  </a:lnTo>
                  <a:lnTo>
                    <a:pt x="8970604" y="2008575"/>
                  </a:lnTo>
                  <a:lnTo>
                    <a:pt x="8933863" y="1948607"/>
                  </a:lnTo>
                  <a:lnTo>
                    <a:pt x="8897440" y="1884913"/>
                  </a:lnTo>
                  <a:lnTo>
                    <a:pt x="8861195" y="1817636"/>
                  </a:lnTo>
                  <a:lnTo>
                    <a:pt x="8825027" y="1747004"/>
                  </a:lnTo>
                  <a:lnTo>
                    <a:pt x="8788867" y="1673325"/>
                  </a:lnTo>
                  <a:lnTo>
                    <a:pt x="8752671" y="1596995"/>
                  </a:lnTo>
                  <a:lnTo>
                    <a:pt x="8716421" y="1518481"/>
                  </a:lnTo>
                  <a:lnTo>
                    <a:pt x="8680115" y="1438317"/>
                  </a:lnTo>
                  <a:lnTo>
                    <a:pt x="8643769" y="1357089"/>
                  </a:lnTo>
                  <a:lnTo>
                    <a:pt x="8607403" y="1275414"/>
                  </a:lnTo>
                  <a:lnTo>
                    <a:pt x="8571046" y="1193927"/>
                  </a:lnTo>
                  <a:lnTo>
                    <a:pt x="8534721" y="1113253"/>
                  </a:lnTo>
                  <a:lnTo>
                    <a:pt x="8498448" y="1033994"/>
                  </a:lnTo>
                  <a:lnTo>
                    <a:pt x="8462231" y="956708"/>
                  </a:lnTo>
                  <a:lnTo>
                    <a:pt x="8426060" y="881889"/>
                  </a:lnTo>
                  <a:lnTo>
                    <a:pt x="8389902" y="809965"/>
                  </a:lnTo>
                  <a:lnTo>
                    <a:pt x="8353699" y="741279"/>
                  </a:lnTo>
                  <a:lnTo>
                    <a:pt x="8317363" y="676093"/>
                  </a:lnTo>
                  <a:lnTo>
                    <a:pt x="8280772" y="614585"/>
                  </a:lnTo>
                  <a:lnTo>
                    <a:pt x="8243764" y="556848"/>
                  </a:lnTo>
                  <a:lnTo>
                    <a:pt x="8206132" y="502905"/>
                  </a:lnTo>
                  <a:lnTo>
                    <a:pt x="8167617" y="452705"/>
                  </a:lnTo>
                  <a:lnTo>
                    <a:pt x="8151487" y="433168"/>
                  </a:lnTo>
                  <a:lnTo>
                    <a:pt x="8105001" y="381680"/>
                  </a:lnTo>
                  <a:lnTo>
                    <a:pt x="8056120" y="334988"/>
                  </a:lnTo>
                  <a:lnTo>
                    <a:pt x="8004133" y="292887"/>
                  </a:lnTo>
                  <a:lnTo>
                    <a:pt x="7948259" y="255007"/>
                  </a:lnTo>
                  <a:lnTo>
                    <a:pt x="7887701" y="220919"/>
                  </a:lnTo>
                  <a:lnTo>
                    <a:pt x="7821691" y="190193"/>
                  </a:lnTo>
                  <a:lnTo>
                    <a:pt x="7749562" y="162437"/>
                  </a:lnTo>
                  <a:lnTo>
                    <a:pt x="7670836" y="137319"/>
                  </a:lnTo>
                  <a:lnTo>
                    <a:pt x="7585349" y="114577"/>
                  </a:lnTo>
                  <a:lnTo>
                    <a:pt x="7493404" y="94026"/>
                  </a:lnTo>
                  <a:lnTo>
                    <a:pt x="7395944" y="75558"/>
                  </a:lnTo>
                  <a:lnTo>
                    <a:pt x="7294708" y="59133"/>
                  </a:lnTo>
                  <a:lnTo>
                    <a:pt x="7192323" y="44768"/>
                  </a:lnTo>
                  <a:lnTo>
                    <a:pt x="7092255" y="32508"/>
                  </a:lnTo>
                  <a:lnTo>
                    <a:pt x="6998545" y="22392"/>
                  </a:lnTo>
                  <a:lnTo>
                    <a:pt x="6915319" y="14412"/>
                  </a:lnTo>
                  <a:lnTo>
                    <a:pt x="6846126" y="8478"/>
                  </a:lnTo>
                  <a:lnTo>
                    <a:pt x="6793251" y="4399"/>
                  </a:lnTo>
                  <a:lnTo>
                    <a:pt x="6757209" y="1887"/>
                  </a:lnTo>
                  <a:lnTo>
                    <a:pt x="6736539" y="580"/>
                  </a:lnTo>
                  <a:lnTo>
                    <a:pt x="6727904" y="82"/>
                  </a:lnTo>
                  <a:lnTo>
                    <a:pt x="6726344" y="0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235" y="109"/>
                  </a:lnTo>
                  <a:lnTo>
                    <a:pt x="5249456" y="884"/>
                  </a:lnTo>
                  <a:lnTo>
                    <a:pt x="5237262" y="3023"/>
                  </a:lnTo>
                  <a:lnTo>
                    <a:pt x="5215092" y="7244"/>
                  </a:lnTo>
                  <a:lnTo>
                    <a:pt x="5181299" y="14242"/>
                  </a:lnTo>
                  <a:lnTo>
                    <a:pt x="5135253" y="24643"/>
                  </a:lnTo>
                  <a:lnTo>
                    <a:pt x="5077362" y="38955"/>
                  </a:lnTo>
                  <a:lnTo>
                    <a:pt x="5008971" y="57534"/>
                  </a:lnTo>
                  <a:lnTo>
                    <a:pt x="4932141" y="80579"/>
                  </a:lnTo>
                  <a:lnTo>
                    <a:pt x="4849345" y="108152"/>
                  </a:lnTo>
                  <a:lnTo>
                    <a:pt x="4763159" y="140214"/>
                  </a:lnTo>
                  <a:lnTo>
                    <a:pt x="4675992" y="176682"/>
                  </a:lnTo>
                  <a:lnTo>
                    <a:pt x="4589897" y="217479"/>
                  </a:lnTo>
                  <a:lnTo>
                    <a:pt x="4506479" y="262576"/>
                  </a:lnTo>
                  <a:lnTo>
                    <a:pt x="4426870" y="312027"/>
                  </a:lnTo>
                  <a:lnTo>
                    <a:pt x="4351772" y="365993"/>
                  </a:lnTo>
                  <a:lnTo>
                    <a:pt x="4281519" y="424746"/>
                  </a:lnTo>
                  <a:lnTo>
                    <a:pt x="4216156" y="488678"/>
                  </a:lnTo>
                  <a:lnTo>
                    <a:pt x="4155518" y="558295"/>
                  </a:lnTo>
                  <a:lnTo>
                    <a:pt x="4099286" y="634209"/>
                  </a:lnTo>
                  <a:lnTo>
                    <a:pt x="4047051" y="717123"/>
                  </a:lnTo>
                  <a:lnTo>
                    <a:pt x="3998343" y="807799"/>
                  </a:lnTo>
                  <a:lnTo>
                    <a:pt x="3952673" y="907022"/>
                  </a:lnTo>
                  <a:lnTo>
                    <a:pt x="3909551" y="1015525"/>
                  </a:lnTo>
                  <a:lnTo>
                    <a:pt x="3868508" y="1133891"/>
                  </a:lnTo>
                  <a:lnTo>
                    <a:pt x="3829811" y="1260003"/>
                  </a:lnTo>
                  <a:lnTo>
                    <a:pt x="3805529" y="1346515"/>
                  </a:lnTo>
                  <a:lnTo>
                    <a:pt x="3781681" y="1437119"/>
                  </a:lnTo>
                  <a:lnTo>
                    <a:pt x="3758190" y="1531891"/>
                  </a:lnTo>
                  <a:lnTo>
                    <a:pt x="3734989" y="1630882"/>
                  </a:lnTo>
                  <a:lnTo>
                    <a:pt x="3712021" y="1734113"/>
                  </a:lnTo>
                  <a:lnTo>
                    <a:pt x="3689235" y="1841578"/>
                  </a:lnTo>
                  <a:lnTo>
                    <a:pt x="3666588" y="1953237"/>
                  </a:lnTo>
                  <a:lnTo>
                    <a:pt x="3644041" y="2069018"/>
                  </a:lnTo>
                  <a:lnTo>
                    <a:pt x="3621565" y="2188813"/>
                  </a:lnTo>
                  <a:lnTo>
                    <a:pt x="3599132" y="2312481"/>
                  </a:lnTo>
                  <a:lnTo>
                    <a:pt x="3576722" y="2439841"/>
                  </a:lnTo>
                  <a:lnTo>
                    <a:pt x="3554319" y="2570678"/>
                  </a:lnTo>
                  <a:lnTo>
                    <a:pt x="3531909" y="2704740"/>
                  </a:lnTo>
                  <a:lnTo>
                    <a:pt x="3509485" y="2841743"/>
                  </a:lnTo>
                  <a:lnTo>
                    <a:pt x="3487041" y="2981366"/>
                  </a:lnTo>
                  <a:lnTo>
                    <a:pt x="3464576" y="3123263"/>
                  </a:lnTo>
                  <a:lnTo>
                    <a:pt x="3442088" y="3267060"/>
                  </a:lnTo>
                  <a:lnTo>
                    <a:pt x="3419581" y="3412358"/>
                  </a:lnTo>
                  <a:lnTo>
                    <a:pt x="3397060" y="3558744"/>
                  </a:lnTo>
                  <a:lnTo>
                    <a:pt x="3374529" y="3705787"/>
                  </a:lnTo>
                  <a:lnTo>
                    <a:pt x="3351994" y="3853052"/>
                  </a:lnTo>
                  <a:lnTo>
                    <a:pt x="3329463" y="4000099"/>
                  </a:lnTo>
                  <a:lnTo>
                    <a:pt x="3306942" y="4146491"/>
                  </a:lnTo>
                  <a:lnTo>
                    <a:pt x="3284435" y="4291800"/>
                  </a:lnTo>
                  <a:lnTo>
                    <a:pt x="3261947" y="4435610"/>
                  </a:lnTo>
                  <a:lnTo>
                    <a:pt x="3239481" y="4577524"/>
                  </a:lnTo>
                  <a:lnTo>
                    <a:pt x="3217037" y="4717168"/>
                  </a:lnTo>
                  <a:lnTo>
                    <a:pt x="3194613" y="4854192"/>
                  </a:lnTo>
                  <a:lnTo>
                    <a:pt x="3172203" y="4988279"/>
                  </a:lnTo>
                  <a:lnTo>
                    <a:pt x="3149800" y="5119143"/>
                  </a:lnTo>
                  <a:lnTo>
                    <a:pt x="3127390" y="5246532"/>
                  </a:lnTo>
                  <a:lnTo>
                    <a:pt x="3104958" y="5370230"/>
                  </a:lnTo>
                  <a:lnTo>
                    <a:pt x="3082482" y="5490058"/>
                  </a:lnTo>
                  <a:lnTo>
                    <a:pt x="3059936" y="5605872"/>
                  </a:lnTo>
                  <a:lnTo>
                    <a:pt x="3037289" y="5717564"/>
                  </a:lnTo>
                  <a:lnTo>
                    <a:pt x="3014505" y="5825062"/>
                  </a:lnTo>
                  <a:lnTo>
                    <a:pt x="2991538" y="5928328"/>
                  </a:lnTo>
                  <a:lnTo>
                    <a:pt x="2968340" y="6027352"/>
                  </a:lnTo>
                  <a:lnTo>
                    <a:pt x="2944851" y="6122159"/>
                  </a:lnTo>
                  <a:lnTo>
                    <a:pt x="2921006" y="6212796"/>
                  </a:lnTo>
                  <a:lnTo>
                    <a:pt x="2896728" y="6299340"/>
                  </a:lnTo>
                  <a:lnTo>
                    <a:pt x="2896531" y="6300019"/>
                  </a:lnTo>
                  <a:lnTo>
                    <a:pt x="2857116" y="6428338"/>
                  </a:lnTo>
                  <a:lnTo>
                    <a:pt x="2816039" y="6546524"/>
                  </a:lnTo>
                  <a:lnTo>
                    <a:pt x="2772875" y="6654856"/>
                  </a:lnTo>
                  <a:lnTo>
                    <a:pt x="2727156" y="6753919"/>
                  </a:lnTo>
                  <a:lnTo>
                    <a:pt x="2678389" y="6844449"/>
                  </a:lnTo>
                  <a:lnTo>
                    <a:pt x="2626086" y="6927231"/>
                  </a:lnTo>
                  <a:lnTo>
                    <a:pt x="2569779" y="7003027"/>
                  </a:lnTo>
                  <a:lnTo>
                    <a:pt x="2509058" y="7072537"/>
                  </a:lnTo>
                  <a:lnTo>
                    <a:pt x="2443609" y="7136372"/>
                  </a:lnTo>
                  <a:lnTo>
                    <a:pt x="2373268" y="7195036"/>
                  </a:lnTo>
                  <a:lnTo>
                    <a:pt x="2298086" y="7248919"/>
                  </a:lnTo>
                  <a:lnTo>
                    <a:pt x="2218401" y="7298292"/>
                  </a:lnTo>
                  <a:lnTo>
                    <a:pt x="2134924" y="7343311"/>
                  </a:lnTo>
                  <a:lnTo>
                    <a:pt x="2048794" y="7384031"/>
                  </a:lnTo>
                  <a:lnTo>
                    <a:pt x="1961625" y="7420421"/>
                  </a:lnTo>
                  <a:lnTo>
                    <a:pt x="1875478" y="7452404"/>
                  </a:lnTo>
                  <a:lnTo>
                    <a:pt x="1792766" y="7479895"/>
                  </a:lnTo>
                  <a:lnTo>
                    <a:pt x="1716066" y="7502860"/>
                  </a:lnTo>
                  <a:lnTo>
                    <a:pt x="1647847" y="7521361"/>
                  </a:lnTo>
                  <a:lnTo>
                    <a:pt x="1590159" y="7535599"/>
                  </a:lnTo>
                  <a:lnTo>
                    <a:pt x="1544331" y="7545934"/>
                  </a:lnTo>
                  <a:lnTo>
                    <a:pt x="1510755" y="7552877"/>
                  </a:lnTo>
                  <a:lnTo>
                    <a:pt x="1488781" y="7557054"/>
                  </a:lnTo>
                  <a:lnTo>
                    <a:pt x="1476744" y="7559163"/>
                  </a:lnTo>
                  <a:lnTo>
                    <a:pt x="1472070" y="7559920"/>
                  </a:lnTo>
                  <a:lnTo>
                    <a:pt x="1471387" y="7560023"/>
                  </a:lnTo>
                  <a:lnTo>
                    <a:pt x="0" y="756002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71" name="pg1871"/>
            <p:cNvSpPr/>
            <p:nvPr/>
          </p:nvSpPr>
          <p:spPr>
            <a:xfrm>
              <a:off x="4799595" y="2838444"/>
              <a:ext cx="11981298" cy="7404736"/>
            </a:xfrm>
            <a:custGeom>
              <a:avLst/>
              <a:pathLst>
                <a:path w="11981298" h="7404736">
                  <a:moveTo>
                    <a:pt x="0" y="7404736"/>
                  </a:moveTo>
                  <a:lnTo>
                    <a:pt x="1471387" y="7404736"/>
                  </a:lnTo>
                  <a:lnTo>
                    <a:pt x="1472117" y="7404628"/>
                  </a:lnTo>
                  <a:lnTo>
                    <a:pt x="1476959" y="7403859"/>
                  </a:lnTo>
                  <a:lnTo>
                    <a:pt x="1489312" y="7401736"/>
                  </a:lnTo>
                  <a:lnTo>
                    <a:pt x="1511760" y="7397550"/>
                  </a:lnTo>
                  <a:lnTo>
                    <a:pt x="1545957" y="7390609"/>
                  </a:lnTo>
                  <a:lnTo>
                    <a:pt x="1592521" y="7380295"/>
                  </a:lnTo>
                  <a:lnTo>
                    <a:pt x="1651012" y="7366108"/>
                  </a:lnTo>
                  <a:lnTo>
                    <a:pt x="1720042" y="7347700"/>
                  </a:lnTo>
                  <a:lnTo>
                    <a:pt x="1797502" y="7324877"/>
                  </a:lnTo>
                  <a:lnTo>
                    <a:pt x="1880876" y="7297586"/>
                  </a:lnTo>
                  <a:lnTo>
                    <a:pt x="1967555" y="7265864"/>
                  </a:lnTo>
                  <a:lnTo>
                    <a:pt x="2055110" y="7229796"/>
                  </a:lnTo>
                  <a:lnTo>
                    <a:pt x="2141482" y="7189459"/>
                  </a:lnTo>
                  <a:lnTo>
                    <a:pt x="2225074" y="7144874"/>
                  </a:lnTo>
                  <a:lnTo>
                    <a:pt x="2304763" y="7095983"/>
                  </a:lnTo>
                  <a:lnTo>
                    <a:pt x="2379866" y="7042621"/>
                  </a:lnTo>
                  <a:lnTo>
                    <a:pt x="2450069" y="6984507"/>
                  </a:lnTo>
                  <a:lnTo>
                    <a:pt x="2515342" y="6921246"/>
                  </a:lnTo>
                  <a:lnTo>
                    <a:pt x="2575870" y="6852325"/>
                  </a:lnTo>
                  <a:lnTo>
                    <a:pt x="2631983" y="6777129"/>
                  </a:lnTo>
                  <a:lnTo>
                    <a:pt x="2684105" y="6694956"/>
                  </a:lnTo>
                  <a:lnTo>
                    <a:pt x="2732714" y="6605045"/>
                  </a:lnTo>
                  <a:lnTo>
                    <a:pt x="2778307" y="6506619"/>
                  </a:lnTo>
                  <a:lnTo>
                    <a:pt x="2821380" y="6398961"/>
                  </a:lnTo>
                  <a:lnTo>
                    <a:pt x="2862405" y="6281518"/>
                  </a:lnTo>
                  <a:lnTo>
                    <a:pt x="2896531" y="6171975"/>
                  </a:lnTo>
                  <a:lnTo>
                    <a:pt x="2921068" y="6086415"/>
                  </a:lnTo>
                  <a:lnTo>
                    <a:pt x="2945163" y="5996763"/>
                  </a:lnTo>
                  <a:lnTo>
                    <a:pt x="2968895" y="5902946"/>
                  </a:lnTo>
                  <a:lnTo>
                    <a:pt x="2992332" y="5804912"/>
                  </a:lnTo>
                  <a:lnTo>
                    <a:pt x="3015534" y="5702640"/>
                  </a:lnTo>
                  <a:lnTo>
                    <a:pt x="3038553" y="5596140"/>
                  </a:lnTo>
                  <a:lnTo>
                    <a:pt x="3061433" y="5485451"/>
                  </a:lnTo>
                  <a:lnTo>
                    <a:pt x="3084212" y="5370651"/>
                  </a:lnTo>
                  <a:lnTo>
                    <a:pt x="3106922" y="5251850"/>
                  </a:lnTo>
                  <a:lnTo>
                    <a:pt x="3129590" y="5129195"/>
                  </a:lnTo>
                  <a:lnTo>
                    <a:pt x="3152236" y="5002872"/>
                  </a:lnTo>
                  <a:lnTo>
                    <a:pt x="3174877" y="4873102"/>
                  </a:lnTo>
                  <a:lnTo>
                    <a:pt x="3197526" y="4740143"/>
                  </a:lnTo>
                  <a:lnTo>
                    <a:pt x="3220191" y="4604289"/>
                  </a:lnTo>
                  <a:lnTo>
                    <a:pt x="3242876" y="4465865"/>
                  </a:lnTo>
                  <a:lnTo>
                    <a:pt x="3265585" y="4325228"/>
                  </a:lnTo>
                  <a:lnTo>
                    <a:pt x="3288314" y="4182758"/>
                  </a:lnTo>
                  <a:lnTo>
                    <a:pt x="3311063" y="4038862"/>
                  </a:lnTo>
                  <a:lnTo>
                    <a:pt x="3333826" y="3893960"/>
                  </a:lnTo>
                  <a:lnTo>
                    <a:pt x="3356597" y="3748488"/>
                  </a:lnTo>
                  <a:lnTo>
                    <a:pt x="3379371" y="3602888"/>
                  </a:lnTo>
                  <a:lnTo>
                    <a:pt x="3402139" y="3457603"/>
                  </a:lnTo>
                  <a:lnTo>
                    <a:pt x="3424897" y="3313074"/>
                  </a:lnTo>
                  <a:lnTo>
                    <a:pt x="3447638" y="3169730"/>
                  </a:lnTo>
                  <a:lnTo>
                    <a:pt x="3470359" y="3027987"/>
                  </a:lnTo>
                  <a:lnTo>
                    <a:pt x="3493058" y="2888240"/>
                  </a:lnTo>
                  <a:lnTo>
                    <a:pt x="3515734" y="2750861"/>
                  </a:lnTo>
                  <a:lnTo>
                    <a:pt x="3538391" y="2616193"/>
                  </a:lnTo>
                  <a:lnTo>
                    <a:pt x="3561036" y="2484548"/>
                  </a:lnTo>
                  <a:lnTo>
                    <a:pt x="3583677" y="2356206"/>
                  </a:lnTo>
                  <a:lnTo>
                    <a:pt x="3606330" y="2231408"/>
                  </a:lnTo>
                  <a:lnTo>
                    <a:pt x="3629013" y="2110362"/>
                  </a:lnTo>
                  <a:lnTo>
                    <a:pt x="3651749" y="1993236"/>
                  </a:lnTo>
                  <a:lnTo>
                    <a:pt x="3674566" y="1880162"/>
                  </a:lnTo>
                  <a:lnTo>
                    <a:pt x="3697500" y="1771237"/>
                  </a:lnTo>
                  <a:lnTo>
                    <a:pt x="3720590" y="1666521"/>
                  </a:lnTo>
                  <a:lnTo>
                    <a:pt x="3743885" y="1566041"/>
                  </a:lnTo>
                  <a:lnTo>
                    <a:pt x="3767439" y="1469794"/>
                  </a:lnTo>
                  <a:lnTo>
                    <a:pt x="3791315" y="1377745"/>
                  </a:lnTo>
                  <a:lnTo>
                    <a:pt x="3815587" y="1289833"/>
                  </a:lnTo>
                  <a:lnTo>
                    <a:pt x="3829811" y="1240933"/>
                  </a:lnTo>
                  <a:lnTo>
                    <a:pt x="3869410" y="1114838"/>
                  </a:lnTo>
                  <a:lnTo>
                    <a:pt x="3910687" y="998747"/>
                  </a:lnTo>
                  <a:lnTo>
                    <a:pt x="3954074" y="892382"/>
                  </a:lnTo>
                  <a:lnTo>
                    <a:pt x="4000048" y="795158"/>
                  </a:lnTo>
                  <a:lnTo>
                    <a:pt x="4049105" y="706345"/>
                  </a:lnTo>
                  <a:lnTo>
                    <a:pt x="4101743" y="625164"/>
                  </a:lnTo>
                  <a:lnTo>
                    <a:pt x="4158433" y="550861"/>
                  </a:lnTo>
                  <a:lnTo>
                    <a:pt x="4219589" y="482743"/>
                  </a:lnTo>
                  <a:lnTo>
                    <a:pt x="4285525" y="420209"/>
                  </a:lnTo>
                  <a:lnTo>
                    <a:pt x="4356401" y="362762"/>
                  </a:lnTo>
                  <a:lnTo>
                    <a:pt x="4432154" y="310021"/>
                  </a:lnTo>
                  <a:lnTo>
                    <a:pt x="4512423" y="261723"/>
                  </a:lnTo>
                  <a:lnTo>
                    <a:pt x="4596468" y="217717"/>
                  </a:lnTo>
                  <a:lnTo>
                    <a:pt x="4683106" y="177957"/>
                  </a:lnTo>
                  <a:lnTo>
                    <a:pt x="4770673" y="142475"/>
                  </a:lnTo>
                  <a:lnTo>
                    <a:pt x="4857051" y="111351"/>
                  </a:lnTo>
                  <a:lnTo>
                    <a:pt x="4939775" y="84666"/>
                  </a:lnTo>
                  <a:lnTo>
                    <a:pt x="5016232" y="62450"/>
                  </a:lnTo>
                  <a:lnTo>
                    <a:pt x="5083939" y="44630"/>
                  </a:lnTo>
                  <a:lnTo>
                    <a:pt x="5140872" y="30994"/>
                  </a:lnTo>
                  <a:lnTo>
                    <a:pt x="5185758" y="21171"/>
                  </a:lnTo>
                  <a:lnTo>
                    <a:pt x="5218298" y="14643"/>
                  </a:lnTo>
                  <a:lnTo>
                    <a:pt x="5239254" y="10778"/>
                  </a:lnTo>
                  <a:lnTo>
                    <a:pt x="5250415" y="8881"/>
                  </a:lnTo>
                  <a:lnTo>
                    <a:pt x="5254481" y="8242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450" y="8250"/>
                  </a:lnTo>
                  <a:lnTo>
                    <a:pt x="6734733" y="8801"/>
                  </a:lnTo>
                  <a:lnTo>
                    <a:pt x="6753108" y="10326"/>
                  </a:lnTo>
                  <a:lnTo>
                    <a:pt x="6786000" y="13327"/>
                  </a:lnTo>
                  <a:lnTo>
                    <a:pt x="6835104" y="18274"/>
                  </a:lnTo>
                  <a:lnTo>
                    <a:pt x="6900255" y="25553"/>
                  </a:lnTo>
                  <a:lnTo>
                    <a:pt x="6979568" y="35431"/>
                  </a:lnTo>
                  <a:lnTo>
                    <a:pt x="7069854" y="48047"/>
                  </a:lnTo>
                  <a:lnTo>
                    <a:pt x="7167241" y="63432"/>
                  </a:lnTo>
                  <a:lnTo>
                    <a:pt x="7267801" y="81545"/>
                  </a:lnTo>
                  <a:lnTo>
                    <a:pt x="7368055" y="102326"/>
                  </a:lnTo>
                  <a:lnTo>
                    <a:pt x="7465270" y="125741"/>
                  </a:lnTo>
                  <a:lnTo>
                    <a:pt x="7557547" y="151817"/>
                  </a:lnTo>
                  <a:lnTo>
                    <a:pt x="7643774" y="180663"/>
                  </a:lnTo>
                  <a:lnTo>
                    <a:pt x="7723487" y="212482"/>
                  </a:lnTo>
                  <a:lnTo>
                    <a:pt x="7796712" y="247576"/>
                  </a:lnTo>
                  <a:lnTo>
                    <a:pt x="7863814" y="286336"/>
                  </a:lnTo>
                  <a:lnTo>
                    <a:pt x="7925378" y="329233"/>
                  </a:lnTo>
                  <a:lnTo>
                    <a:pt x="7982107" y="376799"/>
                  </a:lnTo>
                  <a:lnTo>
                    <a:pt x="8034759" y="429586"/>
                  </a:lnTo>
                  <a:lnTo>
                    <a:pt x="8084089" y="488109"/>
                  </a:lnTo>
                  <a:lnTo>
                    <a:pt x="8130810" y="552736"/>
                  </a:lnTo>
                  <a:lnTo>
                    <a:pt x="8151487" y="584369"/>
                  </a:lnTo>
                  <a:lnTo>
                    <a:pt x="8186209" y="641752"/>
                  </a:lnTo>
                  <a:lnTo>
                    <a:pt x="8220106" y="703025"/>
                  </a:lnTo>
                  <a:lnTo>
                    <a:pt x="8253387" y="768267"/>
                  </a:lnTo>
                  <a:lnTo>
                    <a:pt x="8286220" y="837505"/>
                  </a:lnTo>
                  <a:lnTo>
                    <a:pt x="8318746" y="910707"/>
                  </a:lnTo>
                  <a:lnTo>
                    <a:pt x="8351074" y="987776"/>
                  </a:lnTo>
                  <a:lnTo>
                    <a:pt x="8383291" y="1068547"/>
                  </a:lnTo>
                  <a:lnTo>
                    <a:pt x="8415462" y="1152787"/>
                  </a:lnTo>
                  <a:lnTo>
                    <a:pt x="8447632" y="1240190"/>
                  </a:lnTo>
                  <a:lnTo>
                    <a:pt x="8479831" y="1330384"/>
                  </a:lnTo>
                  <a:lnTo>
                    <a:pt x="8512073" y="1422933"/>
                  </a:lnTo>
                  <a:lnTo>
                    <a:pt x="8544360" y="1517344"/>
                  </a:lnTo>
                  <a:lnTo>
                    <a:pt x="8576683" y="1613082"/>
                  </a:lnTo>
                  <a:lnTo>
                    <a:pt x="8609030" y="1709577"/>
                  </a:lnTo>
                  <a:lnTo>
                    <a:pt x="8641383" y="1806238"/>
                  </a:lnTo>
                  <a:lnTo>
                    <a:pt x="8673722" y="1902473"/>
                  </a:lnTo>
                  <a:lnTo>
                    <a:pt x="8706031" y="1997699"/>
                  </a:lnTo>
                  <a:lnTo>
                    <a:pt x="8738298" y="2091359"/>
                  </a:lnTo>
                  <a:lnTo>
                    <a:pt x="8770520" y="2182934"/>
                  </a:lnTo>
                  <a:lnTo>
                    <a:pt x="8802704" y="2271956"/>
                  </a:lnTo>
                  <a:lnTo>
                    <a:pt x="8834871" y="2358017"/>
                  </a:lnTo>
                  <a:lnTo>
                    <a:pt x="8867055" y="2440772"/>
                  </a:lnTo>
                  <a:lnTo>
                    <a:pt x="8899311" y="2519948"/>
                  </a:lnTo>
                  <a:lnTo>
                    <a:pt x="8931714" y="2595340"/>
                  </a:lnTo>
                  <a:lnTo>
                    <a:pt x="8964359" y="2666815"/>
                  </a:lnTo>
                  <a:lnTo>
                    <a:pt x="8997369" y="2734304"/>
                  </a:lnTo>
                  <a:lnTo>
                    <a:pt x="9030897" y="2797803"/>
                  </a:lnTo>
                  <a:lnTo>
                    <a:pt x="9065127" y="2857360"/>
                  </a:lnTo>
                  <a:lnTo>
                    <a:pt x="9084767" y="2889154"/>
                  </a:lnTo>
                  <a:lnTo>
                    <a:pt x="9130509" y="2956623"/>
                  </a:lnTo>
                  <a:lnTo>
                    <a:pt x="9178561" y="3017906"/>
                  </a:lnTo>
                  <a:lnTo>
                    <a:pt x="9229601" y="3073259"/>
                  </a:lnTo>
                  <a:lnTo>
                    <a:pt x="9284370" y="3123145"/>
                  </a:lnTo>
                  <a:lnTo>
                    <a:pt x="9343630" y="3168109"/>
                  </a:lnTo>
                  <a:lnTo>
                    <a:pt x="9408118" y="3208699"/>
                  </a:lnTo>
                  <a:lnTo>
                    <a:pt x="9478481" y="3245416"/>
                  </a:lnTo>
                  <a:lnTo>
                    <a:pt x="9555199" y="3278690"/>
                  </a:lnTo>
                  <a:lnTo>
                    <a:pt x="9638470" y="3308865"/>
                  </a:lnTo>
                  <a:lnTo>
                    <a:pt x="9728076" y="3336189"/>
                  </a:lnTo>
                  <a:lnTo>
                    <a:pt x="9823218" y="3360813"/>
                  </a:lnTo>
                  <a:lnTo>
                    <a:pt x="9922371" y="3382800"/>
                  </a:lnTo>
                  <a:lnTo>
                    <a:pt x="10023182" y="3402141"/>
                  </a:lnTo>
                  <a:lnTo>
                    <a:pt x="10122490" y="3418781"/>
                  </a:lnTo>
                  <a:lnTo>
                    <a:pt x="10216522" y="3432665"/>
                  </a:lnTo>
                  <a:lnTo>
                    <a:pt x="10301306" y="3443786"/>
                  </a:lnTo>
                  <a:lnTo>
                    <a:pt x="10373261" y="3452228"/>
                  </a:lnTo>
                  <a:lnTo>
                    <a:pt x="10429837" y="3458201"/>
                  </a:lnTo>
                  <a:lnTo>
                    <a:pt x="10470045" y="3462038"/>
                  </a:lnTo>
                  <a:lnTo>
                    <a:pt x="10494735" y="3464176"/>
                  </a:lnTo>
                  <a:lnTo>
                    <a:pt x="10506567" y="3465110"/>
                  </a:lnTo>
                  <a:lnTo>
                    <a:pt x="10509911" y="3465351"/>
                  </a:lnTo>
                  <a:lnTo>
                    <a:pt x="11981298" y="3465351"/>
                  </a:lnTo>
                  <a:lnTo>
                    <a:pt x="11981298" y="3457178"/>
                  </a:lnTo>
                  <a:lnTo>
                    <a:pt x="10509911" y="3457178"/>
                  </a:lnTo>
                  <a:lnTo>
                    <a:pt x="10508803" y="3457100"/>
                  </a:lnTo>
                  <a:lnTo>
                    <a:pt x="10501520" y="3456549"/>
                  </a:lnTo>
                  <a:lnTo>
                    <a:pt x="10483145" y="3455025"/>
                  </a:lnTo>
                  <a:lnTo>
                    <a:pt x="10450253" y="3452023"/>
                  </a:lnTo>
                  <a:lnTo>
                    <a:pt x="10401150" y="3447076"/>
                  </a:lnTo>
                  <a:lnTo>
                    <a:pt x="10335998" y="3439798"/>
                  </a:lnTo>
                  <a:lnTo>
                    <a:pt x="10256685" y="3429920"/>
                  </a:lnTo>
                  <a:lnTo>
                    <a:pt x="10166399" y="3417303"/>
                  </a:lnTo>
                  <a:lnTo>
                    <a:pt x="10069013" y="3401918"/>
                  </a:lnTo>
                  <a:lnTo>
                    <a:pt x="9968453" y="3383805"/>
                  </a:lnTo>
                  <a:lnTo>
                    <a:pt x="9868198" y="3363024"/>
                  </a:lnTo>
                  <a:lnTo>
                    <a:pt x="9770983" y="3339609"/>
                  </a:lnTo>
                  <a:lnTo>
                    <a:pt x="9678706" y="3313533"/>
                  </a:lnTo>
                  <a:lnTo>
                    <a:pt x="9592479" y="3284688"/>
                  </a:lnTo>
                  <a:lnTo>
                    <a:pt x="9512766" y="3252868"/>
                  </a:lnTo>
                  <a:lnTo>
                    <a:pt x="9439542" y="3217774"/>
                  </a:lnTo>
                  <a:lnTo>
                    <a:pt x="9372439" y="3179015"/>
                  </a:lnTo>
                  <a:lnTo>
                    <a:pt x="9310875" y="3136118"/>
                  </a:lnTo>
                  <a:lnTo>
                    <a:pt x="9254146" y="3088552"/>
                  </a:lnTo>
                  <a:lnTo>
                    <a:pt x="9201494" y="3035764"/>
                  </a:lnTo>
                  <a:lnTo>
                    <a:pt x="9152164" y="2977242"/>
                  </a:lnTo>
                  <a:lnTo>
                    <a:pt x="9105443" y="2912614"/>
                  </a:lnTo>
                  <a:lnTo>
                    <a:pt x="9084767" y="2880981"/>
                  </a:lnTo>
                  <a:lnTo>
                    <a:pt x="9050045" y="2823598"/>
                  </a:lnTo>
                  <a:lnTo>
                    <a:pt x="9016147" y="2762325"/>
                  </a:lnTo>
                  <a:lnTo>
                    <a:pt x="8982866" y="2697083"/>
                  </a:lnTo>
                  <a:lnTo>
                    <a:pt x="8950033" y="2627845"/>
                  </a:lnTo>
                  <a:lnTo>
                    <a:pt x="8917508" y="2554643"/>
                  </a:lnTo>
                  <a:lnTo>
                    <a:pt x="8885180" y="2477575"/>
                  </a:lnTo>
                  <a:lnTo>
                    <a:pt x="8852963" y="2396803"/>
                  </a:lnTo>
                  <a:lnTo>
                    <a:pt x="8820792" y="2312563"/>
                  </a:lnTo>
                  <a:lnTo>
                    <a:pt x="8788621" y="2225160"/>
                  </a:lnTo>
                  <a:lnTo>
                    <a:pt x="8756422" y="2134966"/>
                  </a:lnTo>
                  <a:lnTo>
                    <a:pt x="8724180" y="2042418"/>
                  </a:lnTo>
                  <a:lnTo>
                    <a:pt x="8691894" y="1948006"/>
                  </a:lnTo>
                  <a:lnTo>
                    <a:pt x="8659570" y="1852268"/>
                  </a:lnTo>
                  <a:lnTo>
                    <a:pt x="8627223" y="1755774"/>
                  </a:lnTo>
                  <a:lnTo>
                    <a:pt x="8594870" y="1659112"/>
                  </a:lnTo>
                  <a:lnTo>
                    <a:pt x="8562531" y="1562878"/>
                  </a:lnTo>
                  <a:lnTo>
                    <a:pt x="8530223" y="1467652"/>
                  </a:lnTo>
                  <a:lnTo>
                    <a:pt x="8497955" y="1373992"/>
                  </a:lnTo>
                  <a:lnTo>
                    <a:pt x="8465733" y="1282416"/>
                  </a:lnTo>
                  <a:lnTo>
                    <a:pt x="8433549" y="1193394"/>
                  </a:lnTo>
                  <a:lnTo>
                    <a:pt x="8401383" y="1107333"/>
                  </a:lnTo>
                  <a:lnTo>
                    <a:pt x="8369198" y="1024578"/>
                  </a:lnTo>
                  <a:lnTo>
                    <a:pt x="8336942" y="945403"/>
                  </a:lnTo>
                  <a:lnTo>
                    <a:pt x="8304540" y="870010"/>
                  </a:lnTo>
                  <a:lnTo>
                    <a:pt x="8271895" y="798536"/>
                  </a:lnTo>
                  <a:lnTo>
                    <a:pt x="8238884" y="731046"/>
                  </a:lnTo>
                  <a:lnTo>
                    <a:pt x="8205357" y="667548"/>
                  </a:lnTo>
                  <a:lnTo>
                    <a:pt x="8171126" y="607990"/>
                  </a:lnTo>
                  <a:lnTo>
                    <a:pt x="8151487" y="576196"/>
                  </a:lnTo>
                  <a:lnTo>
                    <a:pt x="8105744" y="508728"/>
                  </a:lnTo>
                  <a:lnTo>
                    <a:pt x="8057692" y="447445"/>
                  </a:lnTo>
                  <a:lnTo>
                    <a:pt x="8006652" y="392092"/>
                  </a:lnTo>
                  <a:lnTo>
                    <a:pt x="7951883" y="342205"/>
                  </a:lnTo>
                  <a:lnTo>
                    <a:pt x="7892623" y="297241"/>
                  </a:lnTo>
                  <a:lnTo>
                    <a:pt x="7828135" y="256651"/>
                  </a:lnTo>
                  <a:lnTo>
                    <a:pt x="7757772" y="219935"/>
                  </a:lnTo>
                  <a:lnTo>
                    <a:pt x="7681054" y="186660"/>
                  </a:lnTo>
                  <a:lnTo>
                    <a:pt x="7597783" y="156485"/>
                  </a:lnTo>
                  <a:lnTo>
                    <a:pt x="7508178" y="129162"/>
                  </a:lnTo>
                  <a:lnTo>
                    <a:pt x="7413036" y="104537"/>
                  </a:lnTo>
                  <a:lnTo>
                    <a:pt x="7313883" y="82550"/>
                  </a:lnTo>
                  <a:lnTo>
                    <a:pt x="7213071" y="63210"/>
                  </a:lnTo>
                  <a:lnTo>
                    <a:pt x="7113763" y="46570"/>
                  </a:lnTo>
                  <a:lnTo>
                    <a:pt x="7019731" y="32685"/>
                  </a:lnTo>
                  <a:lnTo>
                    <a:pt x="6934947" y="21564"/>
                  </a:lnTo>
                  <a:lnTo>
                    <a:pt x="6862992" y="13122"/>
                  </a:lnTo>
                  <a:lnTo>
                    <a:pt x="6806417" y="7150"/>
                  </a:lnTo>
                  <a:lnTo>
                    <a:pt x="6766208" y="3312"/>
                  </a:lnTo>
                  <a:lnTo>
                    <a:pt x="6741518" y="1174"/>
                  </a:lnTo>
                  <a:lnTo>
                    <a:pt x="6729687" y="241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225" y="108"/>
                  </a:lnTo>
                  <a:lnTo>
                    <a:pt x="5249383" y="877"/>
                  </a:lnTo>
                  <a:lnTo>
                    <a:pt x="5237030" y="2999"/>
                  </a:lnTo>
                  <a:lnTo>
                    <a:pt x="5214583" y="7186"/>
                  </a:lnTo>
                  <a:lnTo>
                    <a:pt x="5180385" y="14127"/>
                  </a:lnTo>
                  <a:lnTo>
                    <a:pt x="5133821" y="24441"/>
                  </a:lnTo>
                  <a:lnTo>
                    <a:pt x="5075330" y="38627"/>
                  </a:lnTo>
                  <a:lnTo>
                    <a:pt x="5006300" y="57036"/>
                  </a:lnTo>
                  <a:lnTo>
                    <a:pt x="4928840" y="79858"/>
                  </a:lnTo>
                  <a:lnTo>
                    <a:pt x="4845466" y="107150"/>
                  </a:lnTo>
                  <a:lnTo>
                    <a:pt x="4758787" y="138872"/>
                  </a:lnTo>
                  <a:lnTo>
                    <a:pt x="4671232" y="174939"/>
                  </a:lnTo>
                  <a:lnTo>
                    <a:pt x="4584860" y="215277"/>
                  </a:lnTo>
                  <a:lnTo>
                    <a:pt x="4501269" y="259861"/>
                  </a:lnTo>
                  <a:lnTo>
                    <a:pt x="4421579" y="308752"/>
                  </a:lnTo>
                  <a:lnTo>
                    <a:pt x="4346476" y="362115"/>
                  </a:lnTo>
                  <a:lnTo>
                    <a:pt x="4276273" y="420228"/>
                  </a:lnTo>
                  <a:lnTo>
                    <a:pt x="4211000" y="483490"/>
                  </a:lnTo>
                  <a:lnTo>
                    <a:pt x="4150472" y="552411"/>
                  </a:lnTo>
                  <a:lnTo>
                    <a:pt x="4094359" y="627607"/>
                  </a:lnTo>
                  <a:lnTo>
                    <a:pt x="4042237" y="709779"/>
                  </a:lnTo>
                  <a:lnTo>
                    <a:pt x="3993628" y="799691"/>
                  </a:lnTo>
                  <a:lnTo>
                    <a:pt x="3948035" y="898116"/>
                  </a:lnTo>
                  <a:lnTo>
                    <a:pt x="3904962" y="1005774"/>
                  </a:lnTo>
                  <a:lnTo>
                    <a:pt x="3863937" y="1123217"/>
                  </a:lnTo>
                  <a:lnTo>
                    <a:pt x="3829811" y="1232760"/>
                  </a:lnTo>
                  <a:lnTo>
                    <a:pt x="3805274" y="1318321"/>
                  </a:lnTo>
                  <a:lnTo>
                    <a:pt x="3781179" y="1407972"/>
                  </a:lnTo>
                  <a:lnTo>
                    <a:pt x="3757447" y="1501790"/>
                  </a:lnTo>
                  <a:lnTo>
                    <a:pt x="3734010" y="1599824"/>
                  </a:lnTo>
                  <a:lnTo>
                    <a:pt x="3710808" y="1702095"/>
                  </a:lnTo>
                  <a:lnTo>
                    <a:pt x="3687789" y="1808596"/>
                  </a:lnTo>
                  <a:lnTo>
                    <a:pt x="3664909" y="1919284"/>
                  </a:lnTo>
                  <a:lnTo>
                    <a:pt x="3642130" y="2034084"/>
                  </a:lnTo>
                  <a:lnTo>
                    <a:pt x="3619420" y="2152886"/>
                  </a:lnTo>
                  <a:lnTo>
                    <a:pt x="3596752" y="2275541"/>
                  </a:lnTo>
                  <a:lnTo>
                    <a:pt x="3574106" y="2401864"/>
                  </a:lnTo>
                  <a:lnTo>
                    <a:pt x="3551465" y="2531634"/>
                  </a:lnTo>
                  <a:lnTo>
                    <a:pt x="3528816" y="2664592"/>
                  </a:lnTo>
                  <a:lnTo>
                    <a:pt x="3506151" y="2800446"/>
                  </a:lnTo>
                  <a:lnTo>
                    <a:pt x="3483466" y="2938870"/>
                  </a:lnTo>
                  <a:lnTo>
                    <a:pt x="3460758" y="3079508"/>
                  </a:lnTo>
                  <a:lnTo>
                    <a:pt x="3438028" y="3221977"/>
                  </a:lnTo>
                  <a:lnTo>
                    <a:pt x="3415279" y="3365874"/>
                  </a:lnTo>
                  <a:lnTo>
                    <a:pt x="3392516" y="3510776"/>
                  </a:lnTo>
                  <a:lnTo>
                    <a:pt x="3369745" y="3656247"/>
                  </a:lnTo>
                  <a:lnTo>
                    <a:pt x="3346971" y="3801847"/>
                  </a:lnTo>
                  <a:lnTo>
                    <a:pt x="3324203" y="3947132"/>
                  </a:lnTo>
                  <a:lnTo>
                    <a:pt x="3301445" y="4091661"/>
                  </a:lnTo>
                  <a:lnTo>
                    <a:pt x="3278704" y="4235005"/>
                  </a:lnTo>
                  <a:lnTo>
                    <a:pt x="3255983" y="4376749"/>
                  </a:lnTo>
                  <a:lnTo>
                    <a:pt x="3233285" y="4516496"/>
                  </a:lnTo>
                  <a:lnTo>
                    <a:pt x="3210608" y="4653875"/>
                  </a:lnTo>
                  <a:lnTo>
                    <a:pt x="3187951" y="4788543"/>
                  </a:lnTo>
                  <a:lnTo>
                    <a:pt x="3165306" y="4920187"/>
                  </a:lnTo>
                  <a:lnTo>
                    <a:pt x="3142665" y="5048530"/>
                  </a:lnTo>
                  <a:lnTo>
                    <a:pt x="3120012" y="5173327"/>
                  </a:lnTo>
                  <a:lnTo>
                    <a:pt x="3097329" y="5294374"/>
                  </a:lnTo>
                  <a:lnTo>
                    <a:pt x="3074593" y="5411500"/>
                  </a:lnTo>
                  <a:lnTo>
                    <a:pt x="3051776" y="5524573"/>
                  </a:lnTo>
                  <a:lnTo>
                    <a:pt x="3028842" y="5633498"/>
                  </a:lnTo>
                  <a:lnTo>
                    <a:pt x="3005752" y="5738215"/>
                  </a:lnTo>
                  <a:lnTo>
                    <a:pt x="2982457" y="5838694"/>
                  </a:lnTo>
                  <a:lnTo>
                    <a:pt x="2958903" y="5934942"/>
                  </a:lnTo>
                  <a:lnTo>
                    <a:pt x="2935027" y="6026991"/>
                  </a:lnTo>
                  <a:lnTo>
                    <a:pt x="2910755" y="6114902"/>
                  </a:lnTo>
                  <a:lnTo>
                    <a:pt x="2896531" y="6163802"/>
                  </a:lnTo>
                  <a:lnTo>
                    <a:pt x="2856932" y="6289898"/>
                  </a:lnTo>
                  <a:lnTo>
                    <a:pt x="2815655" y="6405988"/>
                  </a:lnTo>
                  <a:lnTo>
                    <a:pt x="2772268" y="6512354"/>
                  </a:lnTo>
                  <a:lnTo>
                    <a:pt x="2726294" y="6609577"/>
                  </a:lnTo>
                  <a:lnTo>
                    <a:pt x="2677237" y="6698391"/>
                  </a:lnTo>
                  <a:lnTo>
                    <a:pt x="2624599" y="6779571"/>
                  </a:lnTo>
                  <a:lnTo>
                    <a:pt x="2567909" y="6853874"/>
                  </a:lnTo>
                  <a:lnTo>
                    <a:pt x="2506753" y="6921992"/>
                  </a:lnTo>
                  <a:lnTo>
                    <a:pt x="2440817" y="6984527"/>
                  </a:lnTo>
                  <a:lnTo>
                    <a:pt x="2369941" y="7041973"/>
                  </a:lnTo>
                  <a:lnTo>
                    <a:pt x="2294188" y="7094714"/>
                  </a:lnTo>
                  <a:lnTo>
                    <a:pt x="2213919" y="7143013"/>
                  </a:lnTo>
                  <a:lnTo>
                    <a:pt x="2129874" y="7187018"/>
                  </a:lnTo>
                  <a:lnTo>
                    <a:pt x="2043236" y="7226779"/>
                  </a:lnTo>
                  <a:lnTo>
                    <a:pt x="1955669" y="7262260"/>
                  </a:lnTo>
                  <a:lnTo>
                    <a:pt x="1869291" y="7293384"/>
                  </a:lnTo>
                  <a:lnTo>
                    <a:pt x="1786567" y="7320069"/>
                  </a:lnTo>
                  <a:lnTo>
                    <a:pt x="1710110" y="7342286"/>
                  </a:lnTo>
                  <a:lnTo>
                    <a:pt x="1642403" y="7360106"/>
                  </a:lnTo>
                  <a:lnTo>
                    <a:pt x="1585470" y="7373742"/>
                  </a:lnTo>
                  <a:lnTo>
                    <a:pt x="1540585" y="7383565"/>
                  </a:lnTo>
                  <a:lnTo>
                    <a:pt x="1508044" y="7390093"/>
                  </a:lnTo>
                  <a:lnTo>
                    <a:pt x="1487088" y="7393957"/>
                  </a:lnTo>
                  <a:lnTo>
                    <a:pt x="1475927" y="7395854"/>
                  </a:lnTo>
                  <a:lnTo>
                    <a:pt x="1471861" y="7396493"/>
                  </a:lnTo>
                  <a:lnTo>
                    <a:pt x="1471387" y="7396563"/>
                  </a:lnTo>
                  <a:lnTo>
                    <a:pt x="0" y="7396563"/>
                  </a:lnTo>
                  <a:close/>
                </a:path>
              </a:pathLst>
            </a:custGeom>
            <a:solidFill>
              <a:srgbClr val="6FA8DC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872" name="pl1872"/>
            <p:cNvSpPr/>
            <p:nvPr/>
          </p:nvSpPr>
          <p:spPr>
            <a:xfrm>
              <a:off x="4799595" y="2846617"/>
              <a:ext cx="11981298" cy="7396563"/>
            </a:xfrm>
            <a:custGeom>
              <a:avLst/>
              <a:pathLst>
                <a:path w="11981298" h="7396563">
                  <a:moveTo>
                    <a:pt x="0" y="7396563"/>
                  </a:moveTo>
                  <a:lnTo>
                    <a:pt x="1471387" y="7396563"/>
                  </a:lnTo>
                  <a:lnTo>
                    <a:pt x="1472117" y="7396455"/>
                  </a:lnTo>
                  <a:lnTo>
                    <a:pt x="1476959" y="7395686"/>
                  </a:lnTo>
                  <a:lnTo>
                    <a:pt x="1489312" y="7393563"/>
                  </a:lnTo>
                  <a:lnTo>
                    <a:pt x="1511760" y="7389377"/>
                  </a:lnTo>
                  <a:lnTo>
                    <a:pt x="1545957" y="7382436"/>
                  </a:lnTo>
                  <a:lnTo>
                    <a:pt x="1592521" y="7372122"/>
                  </a:lnTo>
                  <a:lnTo>
                    <a:pt x="1651012" y="7357935"/>
                  </a:lnTo>
                  <a:lnTo>
                    <a:pt x="1720042" y="7339527"/>
                  </a:lnTo>
                  <a:lnTo>
                    <a:pt x="1797502" y="7316704"/>
                  </a:lnTo>
                  <a:lnTo>
                    <a:pt x="1880876" y="7289413"/>
                  </a:lnTo>
                  <a:lnTo>
                    <a:pt x="1967555" y="7257691"/>
                  </a:lnTo>
                  <a:lnTo>
                    <a:pt x="2055110" y="7221623"/>
                  </a:lnTo>
                  <a:lnTo>
                    <a:pt x="2141482" y="7181286"/>
                  </a:lnTo>
                  <a:lnTo>
                    <a:pt x="2225074" y="7136701"/>
                  </a:lnTo>
                  <a:lnTo>
                    <a:pt x="2304763" y="7087810"/>
                  </a:lnTo>
                  <a:lnTo>
                    <a:pt x="2379866" y="7034448"/>
                  </a:lnTo>
                  <a:lnTo>
                    <a:pt x="2450069" y="6976334"/>
                  </a:lnTo>
                  <a:lnTo>
                    <a:pt x="2515342" y="6913073"/>
                  </a:lnTo>
                  <a:lnTo>
                    <a:pt x="2575870" y="6844152"/>
                  </a:lnTo>
                  <a:lnTo>
                    <a:pt x="2631983" y="6768956"/>
                  </a:lnTo>
                  <a:lnTo>
                    <a:pt x="2684105" y="6686783"/>
                  </a:lnTo>
                  <a:lnTo>
                    <a:pt x="2732714" y="6596872"/>
                  </a:lnTo>
                  <a:lnTo>
                    <a:pt x="2778307" y="6498446"/>
                  </a:lnTo>
                  <a:lnTo>
                    <a:pt x="2821380" y="6390788"/>
                  </a:lnTo>
                  <a:lnTo>
                    <a:pt x="2862405" y="6273345"/>
                  </a:lnTo>
                  <a:lnTo>
                    <a:pt x="2896531" y="6163802"/>
                  </a:lnTo>
                  <a:lnTo>
                    <a:pt x="2921068" y="6078242"/>
                  </a:lnTo>
                  <a:lnTo>
                    <a:pt x="2945163" y="5988590"/>
                  </a:lnTo>
                  <a:lnTo>
                    <a:pt x="2968895" y="5894773"/>
                  </a:lnTo>
                  <a:lnTo>
                    <a:pt x="2992332" y="5796739"/>
                  </a:lnTo>
                  <a:lnTo>
                    <a:pt x="3015534" y="5694467"/>
                  </a:lnTo>
                  <a:lnTo>
                    <a:pt x="3038553" y="5587967"/>
                  </a:lnTo>
                  <a:lnTo>
                    <a:pt x="3061433" y="5477278"/>
                  </a:lnTo>
                  <a:lnTo>
                    <a:pt x="3084212" y="5362478"/>
                  </a:lnTo>
                  <a:lnTo>
                    <a:pt x="3106922" y="5243677"/>
                  </a:lnTo>
                  <a:lnTo>
                    <a:pt x="3129590" y="5121022"/>
                  </a:lnTo>
                  <a:lnTo>
                    <a:pt x="3152236" y="4994699"/>
                  </a:lnTo>
                  <a:lnTo>
                    <a:pt x="3174877" y="4864929"/>
                  </a:lnTo>
                  <a:lnTo>
                    <a:pt x="3197526" y="4731970"/>
                  </a:lnTo>
                  <a:lnTo>
                    <a:pt x="3220191" y="4596116"/>
                  </a:lnTo>
                  <a:lnTo>
                    <a:pt x="3242876" y="4457692"/>
                  </a:lnTo>
                  <a:lnTo>
                    <a:pt x="3265585" y="4317055"/>
                  </a:lnTo>
                  <a:lnTo>
                    <a:pt x="3288314" y="4174585"/>
                  </a:lnTo>
                  <a:lnTo>
                    <a:pt x="3311063" y="4030689"/>
                  </a:lnTo>
                  <a:lnTo>
                    <a:pt x="3333826" y="3885787"/>
                  </a:lnTo>
                  <a:lnTo>
                    <a:pt x="3356597" y="3740315"/>
                  </a:lnTo>
                  <a:lnTo>
                    <a:pt x="3379371" y="3594715"/>
                  </a:lnTo>
                  <a:lnTo>
                    <a:pt x="3402139" y="3449430"/>
                  </a:lnTo>
                  <a:lnTo>
                    <a:pt x="3424897" y="3304901"/>
                  </a:lnTo>
                  <a:lnTo>
                    <a:pt x="3447638" y="3161557"/>
                  </a:lnTo>
                  <a:lnTo>
                    <a:pt x="3470359" y="3019814"/>
                  </a:lnTo>
                  <a:lnTo>
                    <a:pt x="3493058" y="2880067"/>
                  </a:lnTo>
                  <a:lnTo>
                    <a:pt x="3515734" y="2742688"/>
                  </a:lnTo>
                  <a:lnTo>
                    <a:pt x="3538391" y="2608020"/>
                  </a:lnTo>
                  <a:lnTo>
                    <a:pt x="3561036" y="2476375"/>
                  </a:lnTo>
                  <a:lnTo>
                    <a:pt x="3583677" y="2348033"/>
                  </a:lnTo>
                  <a:lnTo>
                    <a:pt x="3606330" y="2223235"/>
                  </a:lnTo>
                  <a:lnTo>
                    <a:pt x="3629013" y="2102189"/>
                  </a:lnTo>
                  <a:lnTo>
                    <a:pt x="3651749" y="1985063"/>
                  </a:lnTo>
                  <a:lnTo>
                    <a:pt x="3674566" y="1871989"/>
                  </a:lnTo>
                  <a:lnTo>
                    <a:pt x="3697500" y="1763064"/>
                  </a:lnTo>
                  <a:lnTo>
                    <a:pt x="3720590" y="1658348"/>
                  </a:lnTo>
                  <a:lnTo>
                    <a:pt x="3743885" y="1557868"/>
                  </a:lnTo>
                  <a:lnTo>
                    <a:pt x="3767439" y="1461621"/>
                  </a:lnTo>
                  <a:lnTo>
                    <a:pt x="3791315" y="1369572"/>
                  </a:lnTo>
                  <a:lnTo>
                    <a:pt x="3815587" y="1281660"/>
                  </a:lnTo>
                  <a:lnTo>
                    <a:pt x="3829811" y="1232760"/>
                  </a:lnTo>
                  <a:lnTo>
                    <a:pt x="3869410" y="1106665"/>
                  </a:lnTo>
                  <a:lnTo>
                    <a:pt x="3910687" y="990574"/>
                  </a:lnTo>
                  <a:lnTo>
                    <a:pt x="3954074" y="884209"/>
                  </a:lnTo>
                  <a:lnTo>
                    <a:pt x="4000048" y="786985"/>
                  </a:lnTo>
                  <a:lnTo>
                    <a:pt x="4049105" y="698172"/>
                  </a:lnTo>
                  <a:lnTo>
                    <a:pt x="4101743" y="616991"/>
                  </a:lnTo>
                  <a:lnTo>
                    <a:pt x="4158433" y="542688"/>
                  </a:lnTo>
                  <a:lnTo>
                    <a:pt x="4219589" y="474570"/>
                  </a:lnTo>
                  <a:lnTo>
                    <a:pt x="4285525" y="412036"/>
                  </a:lnTo>
                  <a:lnTo>
                    <a:pt x="4356401" y="354589"/>
                  </a:lnTo>
                  <a:lnTo>
                    <a:pt x="4432154" y="301848"/>
                  </a:lnTo>
                  <a:lnTo>
                    <a:pt x="4512423" y="253550"/>
                  </a:lnTo>
                  <a:lnTo>
                    <a:pt x="4596468" y="209544"/>
                  </a:lnTo>
                  <a:lnTo>
                    <a:pt x="4683106" y="169784"/>
                  </a:lnTo>
                  <a:lnTo>
                    <a:pt x="4770673" y="134302"/>
                  </a:lnTo>
                  <a:lnTo>
                    <a:pt x="4857051" y="103178"/>
                  </a:lnTo>
                  <a:lnTo>
                    <a:pt x="4939775" y="76493"/>
                  </a:lnTo>
                  <a:lnTo>
                    <a:pt x="5016232" y="54277"/>
                  </a:lnTo>
                  <a:lnTo>
                    <a:pt x="5083939" y="36457"/>
                  </a:lnTo>
                  <a:lnTo>
                    <a:pt x="5140872" y="22821"/>
                  </a:lnTo>
                  <a:lnTo>
                    <a:pt x="5185758" y="12998"/>
                  </a:lnTo>
                  <a:lnTo>
                    <a:pt x="5218298" y="6470"/>
                  </a:lnTo>
                  <a:lnTo>
                    <a:pt x="5239254" y="2605"/>
                  </a:lnTo>
                  <a:lnTo>
                    <a:pt x="5250415" y="708"/>
                  </a:lnTo>
                  <a:lnTo>
                    <a:pt x="5254481" y="69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450" y="77"/>
                  </a:lnTo>
                  <a:lnTo>
                    <a:pt x="6734733" y="628"/>
                  </a:lnTo>
                  <a:lnTo>
                    <a:pt x="6753108" y="2153"/>
                  </a:lnTo>
                  <a:lnTo>
                    <a:pt x="6786000" y="5154"/>
                  </a:lnTo>
                  <a:lnTo>
                    <a:pt x="6835104" y="10101"/>
                  </a:lnTo>
                  <a:lnTo>
                    <a:pt x="6900255" y="17380"/>
                  </a:lnTo>
                  <a:lnTo>
                    <a:pt x="6979568" y="27258"/>
                  </a:lnTo>
                  <a:lnTo>
                    <a:pt x="7069854" y="39874"/>
                  </a:lnTo>
                  <a:lnTo>
                    <a:pt x="7167241" y="55259"/>
                  </a:lnTo>
                  <a:lnTo>
                    <a:pt x="7267801" y="73372"/>
                  </a:lnTo>
                  <a:lnTo>
                    <a:pt x="7368055" y="94153"/>
                  </a:lnTo>
                  <a:lnTo>
                    <a:pt x="7465270" y="117568"/>
                  </a:lnTo>
                  <a:lnTo>
                    <a:pt x="7557547" y="143644"/>
                  </a:lnTo>
                  <a:lnTo>
                    <a:pt x="7643774" y="172490"/>
                  </a:lnTo>
                  <a:lnTo>
                    <a:pt x="7723487" y="204309"/>
                  </a:lnTo>
                  <a:lnTo>
                    <a:pt x="7796712" y="239403"/>
                  </a:lnTo>
                  <a:lnTo>
                    <a:pt x="7863814" y="278163"/>
                  </a:lnTo>
                  <a:lnTo>
                    <a:pt x="7925378" y="321060"/>
                  </a:lnTo>
                  <a:lnTo>
                    <a:pt x="7982107" y="368626"/>
                  </a:lnTo>
                  <a:lnTo>
                    <a:pt x="8034759" y="421413"/>
                  </a:lnTo>
                  <a:lnTo>
                    <a:pt x="8084089" y="479936"/>
                  </a:lnTo>
                  <a:lnTo>
                    <a:pt x="8130810" y="544563"/>
                  </a:lnTo>
                  <a:lnTo>
                    <a:pt x="8151487" y="576196"/>
                  </a:lnTo>
                  <a:lnTo>
                    <a:pt x="8186209" y="633579"/>
                  </a:lnTo>
                  <a:lnTo>
                    <a:pt x="8220106" y="694852"/>
                  </a:lnTo>
                  <a:lnTo>
                    <a:pt x="8253387" y="760094"/>
                  </a:lnTo>
                  <a:lnTo>
                    <a:pt x="8286220" y="829332"/>
                  </a:lnTo>
                  <a:lnTo>
                    <a:pt x="8318746" y="902534"/>
                  </a:lnTo>
                  <a:lnTo>
                    <a:pt x="8351074" y="979603"/>
                  </a:lnTo>
                  <a:lnTo>
                    <a:pt x="8383291" y="1060374"/>
                  </a:lnTo>
                  <a:lnTo>
                    <a:pt x="8415462" y="1144614"/>
                  </a:lnTo>
                  <a:lnTo>
                    <a:pt x="8447632" y="1232017"/>
                  </a:lnTo>
                  <a:lnTo>
                    <a:pt x="8479831" y="1322211"/>
                  </a:lnTo>
                  <a:lnTo>
                    <a:pt x="8512073" y="1414760"/>
                  </a:lnTo>
                  <a:lnTo>
                    <a:pt x="8544360" y="1509171"/>
                  </a:lnTo>
                  <a:lnTo>
                    <a:pt x="8576683" y="1604909"/>
                  </a:lnTo>
                  <a:lnTo>
                    <a:pt x="8609030" y="1701404"/>
                  </a:lnTo>
                  <a:lnTo>
                    <a:pt x="8641383" y="1798065"/>
                  </a:lnTo>
                  <a:lnTo>
                    <a:pt x="8673722" y="1894300"/>
                  </a:lnTo>
                  <a:lnTo>
                    <a:pt x="8706031" y="1989526"/>
                  </a:lnTo>
                  <a:lnTo>
                    <a:pt x="8738298" y="2083186"/>
                  </a:lnTo>
                  <a:lnTo>
                    <a:pt x="8770520" y="2174761"/>
                  </a:lnTo>
                  <a:lnTo>
                    <a:pt x="8802704" y="2263783"/>
                  </a:lnTo>
                  <a:lnTo>
                    <a:pt x="8834871" y="2349844"/>
                  </a:lnTo>
                  <a:lnTo>
                    <a:pt x="8867055" y="2432599"/>
                  </a:lnTo>
                  <a:lnTo>
                    <a:pt x="8899311" y="2511775"/>
                  </a:lnTo>
                  <a:lnTo>
                    <a:pt x="8931714" y="2587167"/>
                  </a:lnTo>
                  <a:lnTo>
                    <a:pt x="8964359" y="2658642"/>
                  </a:lnTo>
                  <a:lnTo>
                    <a:pt x="8997369" y="2726131"/>
                  </a:lnTo>
                  <a:lnTo>
                    <a:pt x="9030897" y="2789630"/>
                  </a:lnTo>
                  <a:lnTo>
                    <a:pt x="9065127" y="2849187"/>
                  </a:lnTo>
                  <a:lnTo>
                    <a:pt x="9084767" y="2880981"/>
                  </a:lnTo>
                  <a:lnTo>
                    <a:pt x="9130509" y="2948450"/>
                  </a:lnTo>
                  <a:lnTo>
                    <a:pt x="9178561" y="3009733"/>
                  </a:lnTo>
                  <a:lnTo>
                    <a:pt x="9229601" y="3065086"/>
                  </a:lnTo>
                  <a:lnTo>
                    <a:pt x="9284370" y="3114972"/>
                  </a:lnTo>
                  <a:lnTo>
                    <a:pt x="9343630" y="3159936"/>
                  </a:lnTo>
                  <a:lnTo>
                    <a:pt x="9408118" y="3200526"/>
                  </a:lnTo>
                  <a:lnTo>
                    <a:pt x="9478481" y="3237243"/>
                  </a:lnTo>
                  <a:lnTo>
                    <a:pt x="9555199" y="3270517"/>
                  </a:lnTo>
                  <a:lnTo>
                    <a:pt x="9638470" y="3300692"/>
                  </a:lnTo>
                  <a:lnTo>
                    <a:pt x="9728076" y="3328016"/>
                  </a:lnTo>
                  <a:lnTo>
                    <a:pt x="9823218" y="3352640"/>
                  </a:lnTo>
                  <a:lnTo>
                    <a:pt x="9922371" y="3374627"/>
                  </a:lnTo>
                  <a:lnTo>
                    <a:pt x="10023182" y="3393968"/>
                  </a:lnTo>
                  <a:lnTo>
                    <a:pt x="10122490" y="3410608"/>
                  </a:lnTo>
                  <a:lnTo>
                    <a:pt x="10216522" y="3424492"/>
                  </a:lnTo>
                  <a:lnTo>
                    <a:pt x="10301306" y="3435613"/>
                  </a:lnTo>
                  <a:lnTo>
                    <a:pt x="10373261" y="3444055"/>
                  </a:lnTo>
                  <a:lnTo>
                    <a:pt x="10429837" y="3450028"/>
                  </a:lnTo>
                  <a:lnTo>
                    <a:pt x="10470045" y="3453865"/>
                  </a:lnTo>
                  <a:lnTo>
                    <a:pt x="10494735" y="3456003"/>
                  </a:lnTo>
                  <a:lnTo>
                    <a:pt x="10506567" y="3456937"/>
                  </a:lnTo>
                  <a:lnTo>
                    <a:pt x="10509801" y="3457170"/>
                  </a:lnTo>
                  <a:lnTo>
                    <a:pt x="10509911" y="3457178"/>
                  </a:lnTo>
                  <a:lnTo>
                    <a:pt x="11981298" y="345717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73" name="pl1873"/>
            <p:cNvSpPr/>
            <p:nvPr/>
          </p:nvSpPr>
          <p:spPr>
            <a:xfrm>
              <a:off x="4799595" y="2838444"/>
              <a:ext cx="11981298" cy="7396563"/>
            </a:xfrm>
            <a:custGeom>
              <a:avLst/>
              <a:pathLst>
                <a:path w="11981298" h="7396563">
                  <a:moveTo>
                    <a:pt x="11981298" y="3457178"/>
                  </a:moveTo>
                  <a:lnTo>
                    <a:pt x="10509911" y="3457178"/>
                  </a:lnTo>
                  <a:lnTo>
                    <a:pt x="10508803" y="3457100"/>
                  </a:lnTo>
                  <a:lnTo>
                    <a:pt x="10501520" y="3456549"/>
                  </a:lnTo>
                  <a:lnTo>
                    <a:pt x="10483145" y="3455025"/>
                  </a:lnTo>
                  <a:lnTo>
                    <a:pt x="10450253" y="3452023"/>
                  </a:lnTo>
                  <a:lnTo>
                    <a:pt x="10401150" y="3447076"/>
                  </a:lnTo>
                  <a:lnTo>
                    <a:pt x="10335998" y="3439798"/>
                  </a:lnTo>
                  <a:lnTo>
                    <a:pt x="10256685" y="3429920"/>
                  </a:lnTo>
                  <a:lnTo>
                    <a:pt x="10166399" y="3417303"/>
                  </a:lnTo>
                  <a:lnTo>
                    <a:pt x="10069013" y="3401918"/>
                  </a:lnTo>
                  <a:lnTo>
                    <a:pt x="9968453" y="3383805"/>
                  </a:lnTo>
                  <a:lnTo>
                    <a:pt x="9868198" y="3363024"/>
                  </a:lnTo>
                  <a:lnTo>
                    <a:pt x="9770983" y="3339609"/>
                  </a:lnTo>
                  <a:lnTo>
                    <a:pt x="9678706" y="3313533"/>
                  </a:lnTo>
                  <a:lnTo>
                    <a:pt x="9592479" y="3284688"/>
                  </a:lnTo>
                  <a:lnTo>
                    <a:pt x="9512766" y="3252868"/>
                  </a:lnTo>
                  <a:lnTo>
                    <a:pt x="9439542" y="3217774"/>
                  </a:lnTo>
                  <a:lnTo>
                    <a:pt x="9372439" y="3179015"/>
                  </a:lnTo>
                  <a:lnTo>
                    <a:pt x="9310875" y="3136118"/>
                  </a:lnTo>
                  <a:lnTo>
                    <a:pt x="9254146" y="3088552"/>
                  </a:lnTo>
                  <a:lnTo>
                    <a:pt x="9201494" y="3035764"/>
                  </a:lnTo>
                  <a:lnTo>
                    <a:pt x="9152164" y="2977242"/>
                  </a:lnTo>
                  <a:lnTo>
                    <a:pt x="9105443" y="2912614"/>
                  </a:lnTo>
                  <a:lnTo>
                    <a:pt x="9084767" y="2880981"/>
                  </a:lnTo>
                  <a:lnTo>
                    <a:pt x="9050045" y="2823598"/>
                  </a:lnTo>
                  <a:lnTo>
                    <a:pt x="9016147" y="2762325"/>
                  </a:lnTo>
                  <a:lnTo>
                    <a:pt x="8982866" y="2697083"/>
                  </a:lnTo>
                  <a:lnTo>
                    <a:pt x="8950033" y="2627845"/>
                  </a:lnTo>
                  <a:lnTo>
                    <a:pt x="8917508" y="2554643"/>
                  </a:lnTo>
                  <a:lnTo>
                    <a:pt x="8885180" y="2477575"/>
                  </a:lnTo>
                  <a:lnTo>
                    <a:pt x="8852963" y="2396803"/>
                  </a:lnTo>
                  <a:lnTo>
                    <a:pt x="8820792" y="2312563"/>
                  </a:lnTo>
                  <a:lnTo>
                    <a:pt x="8788621" y="2225160"/>
                  </a:lnTo>
                  <a:lnTo>
                    <a:pt x="8756422" y="2134966"/>
                  </a:lnTo>
                  <a:lnTo>
                    <a:pt x="8724180" y="2042418"/>
                  </a:lnTo>
                  <a:lnTo>
                    <a:pt x="8691894" y="1948006"/>
                  </a:lnTo>
                  <a:lnTo>
                    <a:pt x="8659570" y="1852268"/>
                  </a:lnTo>
                  <a:lnTo>
                    <a:pt x="8627223" y="1755774"/>
                  </a:lnTo>
                  <a:lnTo>
                    <a:pt x="8594870" y="1659112"/>
                  </a:lnTo>
                  <a:lnTo>
                    <a:pt x="8562531" y="1562878"/>
                  </a:lnTo>
                  <a:lnTo>
                    <a:pt x="8530223" y="1467652"/>
                  </a:lnTo>
                  <a:lnTo>
                    <a:pt x="8497955" y="1373992"/>
                  </a:lnTo>
                  <a:lnTo>
                    <a:pt x="8465733" y="1282416"/>
                  </a:lnTo>
                  <a:lnTo>
                    <a:pt x="8433549" y="1193394"/>
                  </a:lnTo>
                  <a:lnTo>
                    <a:pt x="8401383" y="1107333"/>
                  </a:lnTo>
                  <a:lnTo>
                    <a:pt x="8369198" y="1024578"/>
                  </a:lnTo>
                  <a:lnTo>
                    <a:pt x="8336942" y="945403"/>
                  </a:lnTo>
                  <a:lnTo>
                    <a:pt x="8304540" y="870010"/>
                  </a:lnTo>
                  <a:lnTo>
                    <a:pt x="8271895" y="798536"/>
                  </a:lnTo>
                  <a:lnTo>
                    <a:pt x="8238884" y="731046"/>
                  </a:lnTo>
                  <a:lnTo>
                    <a:pt x="8205357" y="667548"/>
                  </a:lnTo>
                  <a:lnTo>
                    <a:pt x="8171126" y="607990"/>
                  </a:lnTo>
                  <a:lnTo>
                    <a:pt x="8151487" y="576196"/>
                  </a:lnTo>
                  <a:lnTo>
                    <a:pt x="8105744" y="508728"/>
                  </a:lnTo>
                  <a:lnTo>
                    <a:pt x="8057692" y="447445"/>
                  </a:lnTo>
                  <a:lnTo>
                    <a:pt x="8006652" y="392092"/>
                  </a:lnTo>
                  <a:lnTo>
                    <a:pt x="7951883" y="342205"/>
                  </a:lnTo>
                  <a:lnTo>
                    <a:pt x="7892623" y="297241"/>
                  </a:lnTo>
                  <a:lnTo>
                    <a:pt x="7828135" y="256651"/>
                  </a:lnTo>
                  <a:lnTo>
                    <a:pt x="7757772" y="219935"/>
                  </a:lnTo>
                  <a:lnTo>
                    <a:pt x="7681054" y="186660"/>
                  </a:lnTo>
                  <a:lnTo>
                    <a:pt x="7597783" y="156485"/>
                  </a:lnTo>
                  <a:lnTo>
                    <a:pt x="7508178" y="129162"/>
                  </a:lnTo>
                  <a:lnTo>
                    <a:pt x="7413036" y="104537"/>
                  </a:lnTo>
                  <a:lnTo>
                    <a:pt x="7313883" y="82550"/>
                  </a:lnTo>
                  <a:lnTo>
                    <a:pt x="7213071" y="63210"/>
                  </a:lnTo>
                  <a:lnTo>
                    <a:pt x="7113763" y="46570"/>
                  </a:lnTo>
                  <a:lnTo>
                    <a:pt x="7019731" y="32685"/>
                  </a:lnTo>
                  <a:lnTo>
                    <a:pt x="6934947" y="21564"/>
                  </a:lnTo>
                  <a:lnTo>
                    <a:pt x="6862992" y="13122"/>
                  </a:lnTo>
                  <a:lnTo>
                    <a:pt x="6806417" y="7150"/>
                  </a:lnTo>
                  <a:lnTo>
                    <a:pt x="6766208" y="3312"/>
                  </a:lnTo>
                  <a:lnTo>
                    <a:pt x="6741518" y="1174"/>
                  </a:lnTo>
                  <a:lnTo>
                    <a:pt x="6729687" y="241"/>
                  </a:lnTo>
                  <a:lnTo>
                    <a:pt x="6726452" y="7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225" y="108"/>
                  </a:lnTo>
                  <a:lnTo>
                    <a:pt x="5249383" y="877"/>
                  </a:lnTo>
                  <a:lnTo>
                    <a:pt x="5237030" y="2999"/>
                  </a:lnTo>
                  <a:lnTo>
                    <a:pt x="5214583" y="7186"/>
                  </a:lnTo>
                  <a:lnTo>
                    <a:pt x="5180385" y="14127"/>
                  </a:lnTo>
                  <a:lnTo>
                    <a:pt x="5133821" y="24441"/>
                  </a:lnTo>
                  <a:lnTo>
                    <a:pt x="5075330" y="38627"/>
                  </a:lnTo>
                  <a:lnTo>
                    <a:pt x="5006300" y="57036"/>
                  </a:lnTo>
                  <a:lnTo>
                    <a:pt x="4928840" y="79858"/>
                  </a:lnTo>
                  <a:lnTo>
                    <a:pt x="4845466" y="107150"/>
                  </a:lnTo>
                  <a:lnTo>
                    <a:pt x="4758787" y="138872"/>
                  </a:lnTo>
                  <a:lnTo>
                    <a:pt x="4671232" y="174939"/>
                  </a:lnTo>
                  <a:lnTo>
                    <a:pt x="4584860" y="215277"/>
                  </a:lnTo>
                  <a:lnTo>
                    <a:pt x="4501269" y="259861"/>
                  </a:lnTo>
                  <a:lnTo>
                    <a:pt x="4421579" y="308752"/>
                  </a:lnTo>
                  <a:lnTo>
                    <a:pt x="4346476" y="362115"/>
                  </a:lnTo>
                  <a:lnTo>
                    <a:pt x="4276273" y="420228"/>
                  </a:lnTo>
                  <a:lnTo>
                    <a:pt x="4211000" y="483490"/>
                  </a:lnTo>
                  <a:lnTo>
                    <a:pt x="4150472" y="552411"/>
                  </a:lnTo>
                  <a:lnTo>
                    <a:pt x="4094359" y="627607"/>
                  </a:lnTo>
                  <a:lnTo>
                    <a:pt x="4042237" y="709779"/>
                  </a:lnTo>
                  <a:lnTo>
                    <a:pt x="3993628" y="799691"/>
                  </a:lnTo>
                  <a:lnTo>
                    <a:pt x="3948035" y="898116"/>
                  </a:lnTo>
                  <a:lnTo>
                    <a:pt x="3904962" y="1005774"/>
                  </a:lnTo>
                  <a:lnTo>
                    <a:pt x="3863937" y="1123217"/>
                  </a:lnTo>
                  <a:lnTo>
                    <a:pt x="3829811" y="1232760"/>
                  </a:lnTo>
                  <a:lnTo>
                    <a:pt x="3805274" y="1318321"/>
                  </a:lnTo>
                  <a:lnTo>
                    <a:pt x="3781179" y="1407972"/>
                  </a:lnTo>
                  <a:lnTo>
                    <a:pt x="3757447" y="1501790"/>
                  </a:lnTo>
                  <a:lnTo>
                    <a:pt x="3734010" y="1599824"/>
                  </a:lnTo>
                  <a:lnTo>
                    <a:pt x="3710808" y="1702095"/>
                  </a:lnTo>
                  <a:lnTo>
                    <a:pt x="3687789" y="1808596"/>
                  </a:lnTo>
                  <a:lnTo>
                    <a:pt x="3664909" y="1919284"/>
                  </a:lnTo>
                  <a:lnTo>
                    <a:pt x="3642130" y="2034084"/>
                  </a:lnTo>
                  <a:lnTo>
                    <a:pt x="3619420" y="2152886"/>
                  </a:lnTo>
                  <a:lnTo>
                    <a:pt x="3596752" y="2275541"/>
                  </a:lnTo>
                  <a:lnTo>
                    <a:pt x="3574106" y="2401864"/>
                  </a:lnTo>
                  <a:lnTo>
                    <a:pt x="3551465" y="2531634"/>
                  </a:lnTo>
                  <a:lnTo>
                    <a:pt x="3528816" y="2664592"/>
                  </a:lnTo>
                  <a:lnTo>
                    <a:pt x="3506151" y="2800446"/>
                  </a:lnTo>
                  <a:lnTo>
                    <a:pt x="3483466" y="2938870"/>
                  </a:lnTo>
                  <a:lnTo>
                    <a:pt x="3460758" y="3079508"/>
                  </a:lnTo>
                  <a:lnTo>
                    <a:pt x="3438028" y="3221977"/>
                  </a:lnTo>
                  <a:lnTo>
                    <a:pt x="3415279" y="3365874"/>
                  </a:lnTo>
                  <a:lnTo>
                    <a:pt x="3392516" y="3510776"/>
                  </a:lnTo>
                  <a:lnTo>
                    <a:pt x="3369745" y="3656247"/>
                  </a:lnTo>
                  <a:lnTo>
                    <a:pt x="3346971" y="3801847"/>
                  </a:lnTo>
                  <a:lnTo>
                    <a:pt x="3324203" y="3947132"/>
                  </a:lnTo>
                  <a:lnTo>
                    <a:pt x="3301445" y="4091661"/>
                  </a:lnTo>
                  <a:lnTo>
                    <a:pt x="3278704" y="4235005"/>
                  </a:lnTo>
                  <a:lnTo>
                    <a:pt x="3255983" y="4376749"/>
                  </a:lnTo>
                  <a:lnTo>
                    <a:pt x="3233285" y="4516496"/>
                  </a:lnTo>
                  <a:lnTo>
                    <a:pt x="3210608" y="4653875"/>
                  </a:lnTo>
                  <a:lnTo>
                    <a:pt x="3187951" y="4788543"/>
                  </a:lnTo>
                  <a:lnTo>
                    <a:pt x="3165306" y="4920187"/>
                  </a:lnTo>
                  <a:lnTo>
                    <a:pt x="3142665" y="5048530"/>
                  </a:lnTo>
                  <a:lnTo>
                    <a:pt x="3120012" y="5173327"/>
                  </a:lnTo>
                  <a:lnTo>
                    <a:pt x="3097329" y="5294374"/>
                  </a:lnTo>
                  <a:lnTo>
                    <a:pt x="3074593" y="5411500"/>
                  </a:lnTo>
                  <a:lnTo>
                    <a:pt x="3051776" y="5524573"/>
                  </a:lnTo>
                  <a:lnTo>
                    <a:pt x="3028842" y="5633498"/>
                  </a:lnTo>
                  <a:lnTo>
                    <a:pt x="3005752" y="5738215"/>
                  </a:lnTo>
                  <a:lnTo>
                    <a:pt x="2982457" y="5838694"/>
                  </a:lnTo>
                  <a:lnTo>
                    <a:pt x="2958903" y="5934942"/>
                  </a:lnTo>
                  <a:lnTo>
                    <a:pt x="2935027" y="6026991"/>
                  </a:lnTo>
                  <a:lnTo>
                    <a:pt x="2910755" y="6114902"/>
                  </a:lnTo>
                  <a:lnTo>
                    <a:pt x="2896531" y="6163802"/>
                  </a:lnTo>
                  <a:lnTo>
                    <a:pt x="2856932" y="6289898"/>
                  </a:lnTo>
                  <a:lnTo>
                    <a:pt x="2815655" y="6405988"/>
                  </a:lnTo>
                  <a:lnTo>
                    <a:pt x="2772268" y="6512354"/>
                  </a:lnTo>
                  <a:lnTo>
                    <a:pt x="2726294" y="6609577"/>
                  </a:lnTo>
                  <a:lnTo>
                    <a:pt x="2677237" y="6698391"/>
                  </a:lnTo>
                  <a:lnTo>
                    <a:pt x="2624599" y="6779571"/>
                  </a:lnTo>
                  <a:lnTo>
                    <a:pt x="2567909" y="6853874"/>
                  </a:lnTo>
                  <a:lnTo>
                    <a:pt x="2506753" y="6921992"/>
                  </a:lnTo>
                  <a:lnTo>
                    <a:pt x="2440817" y="6984527"/>
                  </a:lnTo>
                  <a:lnTo>
                    <a:pt x="2369941" y="7041973"/>
                  </a:lnTo>
                  <a:lnTo>
                    <a:pt x="2294188" y="7094714"/>
                  </a:lnTo>
                  <a:lnTo>
                    <a:pt x="2213919" y="7143013"/>
                  </a:lnTo>
                  <a:lnTo>
                    <a:pt x="2129874" y="7187018"/>
                  </a:lnTo>
                  <a:lnTo>
                    <a:pt x="2043236" y="7226779"/>
                  </a:lnTo>
                  <a:lnTo>
                    <a:pt x="1955669" y="7262260"/>
                  </a:lnTo>
                  <a:lnTo>
                    <a:pt x="1869291" y="7293384"/>
                  </a:lnTo>
                  <a:lnTo>
                    <a:pt x="1786567" y="7320069"/>
                  </a:lnTo>
                  <a:lnTo>
                    <a:pt x="1710110" y="7342286"/>
                  </a:lnTo>
                  <a:lnTo>
                    <a:pt x="1642403" y="7360106"/>
                  </a:lnTo>
                  <a:lnTo>
                    <a:pt x="1585470" y="7373742"/>
                  </a:lnTo>
                  <a:lnTo>
                    <a:pt x="1540585" y="7383565"/>
                  </a:lnTo>
                  <a:lnTo>
                    <a:pt x="1508044" y="7390093"/>
                  </a:lnTo>
                  <a:lnTo>
                    <a:pt x="1487088" y="7393957"/>
                  </a:lnTo>
                  <a:lnTo>
                    <a:pt x="1475927" y="7395854"/>
                  </a:lnTo>
                  <a:lnTo>
                    <a:pt x="1471861" y="7396493"/>
                  </a:lnTo>
                  <a:lnTo>
                    <a:pt x="1471387" y="7396563"/>
                  </a:lnTo>
                  <a:lnTo>
                    <a:pt x="0" y="739656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74" name="pg1874"/>
            <p:cNvSpPr/>
            <p:nvPr/>
          </p:nvSpPr>
          <p:spPr>
            <a:xfrm>
              <a:off x="4799595" y="2862963"/>
              <a:ext cx="11981298" cy="7388390"/>
            </a:xfrm>
            <a:custGeom>
              <a:avLst/>
              <a:pathLst>
                <a:path w="11981298" h="7388390">
                  <a:moveTo>
                    <a:pt x="0" y="7388390"/>
                  </a:moveTo>
                  <a:lnTo>
                    <a:pt x="1471387" y="7388390"/>
                  </a:lnTo>
                  <a:lnTo>
                    <a:pt x="1472118" y="7388282"/>
                  </a:lnTo>
                  <a:lnTo>
                    <a:pt x="1476966" y="7387514"/>
                  </a:lnTo>
                  <a:lnTo>
                    <a:pt x="1489335" y="7385393"/>
                  </a:lnTo>
                  <a:lnTo>
                    <a:pt x="1511811" y="7381210"/>
                  </a:lnTo>
                  <a:lnTo>
                    <a:pt x="1546049" y="7374275"/>
                  </a:lnTo>
                  <a:lnTo>
                    <a:pt x="1592665" y="7363970"/>
                  </a:lnTo>
                  <a:lnTo>
                    <a:pt x="1651216" y="7349796"/>
                  </a:lnTo>
                  <a:lnTo>
                    <a:pt x="1720310" y="7331405"/>
                  </a:lnTo>
                  <a:lnTo>
                    <a:pt x="1797833" y="7308606"/>
                  </a:lnTo>
                  <a:lnTo>
                    <a:pt x="1881265" y="7281342"/>
                  </a:lnTo>
                  <a:lnTo>
                    <a:pt x="1967992" y="7249656"/>
                  </a:lnTo>
                  <a:lnTo>
                    <a:pt x="2055586" y="7213629"/>
                  </a:lnTo>
                  <a:lnTo>
                    <a:pt x="2141986" y="7173338"/>
                  </a:lnTo>
                  <a:lnTo>
                    <a:pt x="2225594" y="7128806"/>
                  </a:lnTo>
                  <a:lnTo>
                    <a:pt x="2305291" y="7079972"/>
                  </a:lnTo>
                  <a:lnTo>
                    <a:pt x="2380395" y="7026671"/>
                  </a:lnTo>
                  <a:lnTo>
                    <a:pt x="2450592" y="6968622"/>
                  </a:lnTo>
                  <a:lnTo>
                    <a:pt x="2515856" y="6905429"/>
                  </a:lnTo>
                  <a:lnTo>
                    <a:pt x="2576373" y="6836579"/>
                  </a:lnTo>
                  <a:lnTo>
                    <a:pt x="2632474" y="6761457"/>
                  </a:lnTo>
                  <a:lnTo>
                    <a:pt x="2684585" y="6679360"/>
                  </a:lnTo>
                  <a:lnTo>
                    <a:pt x="2733184" y="6589527"/>
                  </a:lnTo>
                  <a:lnTo>
                    <a:pt x="2778769" y="6491184"/>
                  </a:lnTo>
                  <a:lnTo>
                    <a:pt x="2821838" y="6383613"/>
                  </a:lnTo>
                  <a:lnTo>
                    <a:pt x="2862861" y="6266265"/>
                  </a:lnTo>
                  <a:lnTo>
                    <a:pt x="2896531" y="6158354"/>
                  </a:lnTo>
                  <a:lnTo>
                    <a:pt x="2921094" y="6072889"/>
                  </a:lnTo>
                  <a:lnTo>
                    <a:pt x="2945214" y="5983333"/>
                  </a:lnTo>
                  <a:lnTo>
                    <a:pt x="2968971" y="5889612"/>
                  </a:lnTo>
                  <a:lnTo>
                    <a:pt x="2992432" y="5791674"/>
                  </a:lnTo>
                  <a:lnTo>
                    <a:pt x="3015658" y="5689499"/>
                  </a:lnTo>
                  <a:lnTo>
                    <a:pt x="3038700" y="5583096"/>
                  </a:lnTo>
                  <a:lnTo>
                    <a:pt x="3061604" y="5472505"/>
                  </a:lnTo>
                  <a:lnTo>
                    <a:pt x="3084406" y="5357804"/>
                  </a:lnTo>
                  <a:lnTo>
                    <a:pt x="3107140" y="5239103"/>
                  </a:lnTo>
                  <a:lnTo>
                    <a:pt x="3129832" y="5116550"/>
                  </a:lnTo>
                  <a:lnTo>
                    <a:pt x="3152502" y="4990331"/>
                  </a:lnTo>
                  <a:lnTo>
                    <a:pt x="3175168" y="4860669"/>
                  </a:lnTo>
                  <a:lnTo>
                    <a:pt x="3197841" y="4727822"/>
                  </a:lnTo>
                  <a:lnTo>
                    <a:pt x="3220530" y="4592084"/>
                  </a:lnTo>
                  <a:lnTo>
                    <a:pt x="3243240" y="4453782"/>
                  </a:lnTo>
                  <a:lnTo>
                    <a:pt x="3265973" y="4313271"/>
                  </a:lnTo>
                  <a:lnTo>
                    <a:pt x="3288727" y="4170936"/>
                  </a:lnTo>
                  <a:lnTo>
                    <a:pt x="3311501" y="4027182"/>
                  </a:lnTo>
                  <a:lnTo>
                    <a:pt x="3334288" y="3882430"/>
                  </a:lnTo>
                  <a:lnTo>
                    <a:pt x="3357084" y="3737118"/>
                  </a:lnTo>
                  <a:lnTo>
                    <a:pt x="3379882" y="3591686"/>
                  </a:lnTo>
                  <a:lnTo>
                    <a:pt x="3402674" y="3446580"/>
                  </a:lnTo>
                  <a:lnTo>
                    <a:pt x="3425456" y="3302240"/>
                  </a:lnTo>
                  <a:lnTo>
                    <a:pt x="3448221" y="3159095"/>
                  </a:lnTo>
                  <a:lnTo>
                    <a:pt x="3470966" y="3017561"/>
                  </a:lnTo>
                  <a:lnTo>
                    <a:pt x="3493688" y="2878034"/>
                  </a:lnTo>
                  <a:lnTo>
                    <a:pt x="3516388" y="2740884"/>
                  </a:lnTo>
                  <a:lnTo>
                    <a:pt x="3539069" y="2606454"/>
                  </a:lnTo>
                  <a:lnTo>
                    <a:pt x="3561737" y="2475057"/>
                  </a:lnTo>
                  <a:lnTo>
                    <a:pt x="3584403" y="2346969"/>
                  </a:lnTo>
                  <a:lnTo>
                    <a:pt x="3607081" y="2222434"/>
                  </a:lnTo>
                  <a:lnTo>
                    <a:pt x="3629789" y="2101655"/>
                  </a:lnTo>
                  <a:lnTo>
                    <a:pt x="3652552" y="1984802"/>
                  </a:lnTo>
                  <a:lnTo>
                    <a:pt x="3675397" y="1872004"/>
                  </a:lnTo>
                  <a:lnTo>
                    <a:pt x="3698360" y="1763358"/>
                  </a:lnTo>
                  <a:lnTo>
                    <a:pt x="3721482" y="1658922"/>
                  </a:lnTo>
                  <a:lnTo>
                    <a:pt x="3744811" y="1558722"/>
                  </a:lnTo>
                  <a:lnTo>
                    <a:pt x="3768401" y="1462753"/>
                  </a:lnTo>
                  <a:lnTo>
                    <a:pt x="3792318" y="1370981"/>
                  </a:lnTo>
                  <a:lnTo>
                    <a:pt x="3816634" y="1283343"/>
                  </a:lnTo>
                  <a:lnTo>
                    <a:pt x="3829811" y="1238209"/>
                  </a:lnTo>
                  <a:lnTo>
                    <a:pt x="3869428" y="1112337"/>
                  </a:lnTo>
                  <a:lnTo>
                    <a:pt x="3910725" y="996457"/>
                  </a:lnTo>
                  <a:lnTo>
                    <a:pt x="3954135" y="890289"/>
                  </a:lnTo>
                  <a:lnTo>
                    <a:pt x="4000134" y="793250"/>
                  </a:lnTo>
                  <a:lnTo>
                    <a:pt x="4049221" y="704609"/>
                  </a:lnTo>
                  <a:lnTo>
                    <a:pt x="4101892" y="623589"/>
                  </a:lnTo>
                  <a:lnTo>
                    <a:pt x="4158620" y="549436"/>
                  </a:lnTo>
                  <a:lnTo>
                    <a:pt x="4219820" y="481458"/>
                  </a:lnTo>
                  <a:lnTo>
                    <a:pt x="4285805" y="419054"/>
                  </a:lnTo>
                  <a:lnTo>
                    <a:pt x="4356735" y="361729"/>
                  </a:lnTo>
                  <a:lnTo>
                    <a:pt x="4432545" y="309102"/>
                  </a:lnTo>
                  <a:lnTo>
                    <a:pt x="4512872" y="260912"/>
                  </a:lnTo>
                  <a:lnTo>
                    <a:pt x="4596974" y="217007"/>
                  </a:lnTo>
                  <a:lnTo>
                    <a:pt x="4683662" y="177343"/>
                  </a:lnTo>
                  <a:lnTo>
                    <a:pt x="4771269" y="141952"/>
                  </a:lnTo>
                  <a:lnTo>
                    <a:pt x="4857669" y="110913"/>
                  </a:lnTo>
                  <a:lnTo>
                    <a:pt x="4940394" y="84309"/>
                  </a:lnTo>
                  <a:lnTo>
                    <a:pt x="5016825" y="62167"/>
                  </a:lnTo>
                  <a:lnTo>
                    <a:pt x="5084480" y="44414"/>
                  </a:lnTo>
                  <a:lnTo>
                    <a:pt x="5141335" y="30838"/>
                  </a:lnTo>
                  <a:lnTo>
                    <a:pt x="5186126" y="21065"/>
                  </a:lnTo>
                  <a:lnTo>
                    <a:pt x="5218563" y="14578"/>
                  </a:lnTo>
                  <a:lnTo>
                    <a:pt x="5239418" y="10744"/>
                  </a:lnTo>
                  <a:lnTo>
                    <a:pt x="5250492" y="8867"/>
                  </a:lnTo>
                  <a:lnTo>
                    <a:pt x="5254499" y="8239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288" y="8248"/>
                  </a:lnTo>
                  <a:lnTo>
                    <a:pt x="6733525" y="8784"/>
                  </a:lnTo>
                  <a:lnTo>
                    <a:pt x="6749332" y="10265"/>
                  </a:lnTo>
                  <a:lnTo>
                    <a:pt x="6777803" y="13184"/>
                  </a:lnTo>
                  <a:lnTo>
                    <a:pt x="6820667" y="18008"/>
                  </a:lnTo>
                  <a:lnTo>
                    <a:pt x="6878155" y="25135"/>
                  </a:lnTo>
                  <a:lnTo>
                    <a:pt x="6949053" y="34863"/>
                  </a:lnTo>
                  <a:lnTo>
                    <a:pt x="7030964" y="47368"/>
                  </a:lnTo>
                  <a:lnTo>
                    <a:pt x="7120747" y="62718"/>
                  </a:lnTo>
                  <a:lnTo>
                    <a:pt x="7215013" y="80896"/>
                  </a:lnTo>
                  <a:lnTo>
                    <a:pt x="7310563" y="101848"/>
                  </a:lnTo>
                  <a:lnTo>
                    <a:pt x="7404700" y="125520"/>
                  </a:lnTo>
                  <a:lnTo>
                    <a:pt x="7495380" y="151900"/>
                  </a:lnTo>
                  <a:lnTo>
                    <a:pt x="7581228" y="181039"/>
                  </a:lnTo>
                  <a:lnTo>
                    <a:pt x="7661475" y="213071"/>
                  </a:lnTo>
                  <a:lnTo>
                    <a:pt x="7735841" y="248215"/>
                  </a:lnTo>
                  <a:lnTo>
                    <a:pt x="7804413" y="286782"/>
                  </a:lnTo>
                  <a:lnTo>
                    <a:pt x="7867537" y="329166"/>
                  </a:lnTo>
                  <a:lnTo>
                    <a:pt x="7925719" y="375831"/>
                  </a:lnTo>
                  <a:lnTo>
                    <a:pt x="7979563" y="427296"/>
                  </a:lnTo>
                  <a:lnTo>
                    <a:pt x="8029713" y="484101"/>
                  </a:lnTo>
                  <a:lnTo>
                    <a:pt x="8076814" y="546753"/>
                  </a:lnTo>
                  <a:lnTo>
                    <a:pt x="8121480" y="615639"/>
                  </a:lnTo>
                  <a:lnTo>
                    <a:pt x="8151487" y="667461"/>
                  </a:lnTo>
                  <a:lnTo>
                    <a:pt x="8184247" y="729245"/>
                  </a:lnTo>
                  <a:lnTo>
                    <a:pt x="8216263" y="794979"/>
                  </a:lnTo>
                  <a:lnTo>
                    <a:pt x="8247712" y="864745"/>
                  </a:lnTo>
                  <a:lnTo>
                    <a:pt x="8278740" y="938574"/>
                  </a:lnTo>
                  <a:lnTo>
                    <a:pt x="8309469" y="1016449"/>
                  </a:lnTo>
                  <a:lnTo>
                    <a:pt x="8339996" y="1098291"/>
                  </a:lnTo>
                  <a:lnTo>
                    <a:pt x="8370400" y="1183966"/>
                  </a:lnTo>
                  <a:lnTo>
                    <a:pt x="8400743" y="1273273"/>
                  </a:lnTo>
                  <a:lnTo>
                    <a:pt x="8431070" y="1365949"/>
                  </a:lnTo>
                  <a:lnTo>
                    <a:pt x="8461410" y="1461667"/>
                  </a:lnTo>
                  <a:lnTo>
                    <a:pt x="8491783" y="1560042"/>
                  </a:lnTo>
                  <a:lnTo>
                    <a:pt x="8522195" y="1660633"/>
                  </a:lnTo>
                  <a:lnTo>
                    <a:pt x="8552646" y="1762952"/>
                  </a:lnTo>
                  <a:lnTo>
                    <a:pt x="8583127" y="1866475"/>
                  </a:lnTo>
                  <a:lnTo>
                    <a:pt x="8613626" y="1970648"/>
                  </a:lnTo>
                  <a:lnTo>
                    <a:pt x="8644128" y="2074906"/>
                  </a:lnTo>
                  <a:lnTo>
                    <a:pt x="8674616" y="2178679"/>
                  </a:lnTo>
                  <a:lnTo>
                    <a:pt x="8705077" y="2281409"/>
                  </a:lnTo>
                  <a:lnTo>
                    <a:pt x="8735501" y="2382563"/>
                  </a:lnTo>
                  <a:lnTo>
                    <a:pt x="8765885" y="2481640"/>
                  </a:lnTo>
                  <a:lnTo>
                    <a:pt x="8796234" y="2578184"/>
                  </a:lnTo>
                  <a:lnTo>
                    <a:pt x="8826562" y="2671795"/>
                  </a:lnTo>
                  <a:lnTo>
                    <a:pt x="8856896" y="2762126"/>
                  </a:lnTo>
                  <a:lnTo>
                    <a:pt x="8887277" y="2848896"/>
                  </a:lnTo>
                  <a:lnTo>
                    <a:pt x="8917760" y="2931887"/>
                  </a:lnTo>
                  <a:lnTo>
                    <a:pt x="8948420" y="3010943"/>
                  </a:lnTo>
                  <a:lnTo>
                    <a:pt x="8979348" y="3085970"/>
                  </a:lnTo>
                  <a:lnTo>
                    <a:pt x="9010659" y="3156933"/>
                  </a:lnTo>
                  <a:lnTo>
                    <a:pt x="9042490" y="3223851"/>
                  </a:lnTo>
                  <a:lnTo>
                    <a:pt x="9075011" y="3286789"/>
                  </a:lnTo>
                  <a:lnTo>
                    <a:pt x="9084767" y="3304615"/>
                  </a:lnTo>
                  <a:lnTo>
                    <a:pt x="9128064" y="3377950"/>
                  </a:lnTo>
                  <a:lnTo>
                    <a:pt x="9173405" y="3444920"/>
                  </a:lnTo>
                  <a:lnTo>
                    <a:pt x="9221362" y="3505755"/>
                  </a:lnTo>
                  <a:lnTo>
                    <a:pt x="9272560" y="3560889"/>
                  </a:lnTo>
                  <a:lnTo>
                    <a:pt x="9327650" y="3610845"/>
                  </a:lnTo>
                  <a:lnTo>
                    <a:pt x="9387266" y="3656162"/>
                  </a:lnTo>
                  <a:lnTo>
                    <a:pt x="9451991" y="3697345"/>
                  </a:lnTo>
                  <a:lnTo>
                    <a:pt x="9522289" y="3734839"/>
                  </a:lnTo>
                  <a:lnTo>
                    <a:pt x="9598440" y="3769013"/>
                  </a:lnTo>
                  <a:lnTo>
                    <a:pt x="9680431" y="3800150"/>
                  </a:lnTo>
                  <a:lnTo>
                    <a:pt x="9767848" y="3828444"/>
                  </a:lnTo>
                  <a:lnTo>
                    <a:pt x="9859748" y="3854003"/>
                  </a:lnTo>
                  <a:lnTo>
                    <a:pt x="9954560" y="3876856"/>
                  </a:lnTo>
                  <a:lnTo>
                    <a:pt x="10050033" y="3896975"/>
                  </a:lnTo>
                  <a:lnTo>
                    <a:pt x="10143296" y="3914302"/>
                  </a:lnTo>
                  <a:lnTo>
                    <a:pt x="10231054" y="3928790"/>
                  </a:lnTo>
                  <a:lnTo>
                    <a:pt x="10309940" y="3940443"/>
                  </a:lnTo>
                  <a:lnTo>
                    <a:pt x="10376987" y="3949360"/>
                  </a:lnTo>
                  <a:lnTo>
                    <a:pt x="10430116" y="3955754"/>
                  </a:lnTo>
                  <a:lnTo>
                    <a:pt x="10468531" y="3959956"/>
                  </a:lnTo>
                  <a:lnTo>
                    <a:pt x="10492923" y="3962389"/>
                  </a:lnTo>
                  <a:lnTo>
                    <a:pt x="10505451" y="3963532"/>
                  </a:lnTo>
                  <a:lnTo>
                    <a:pt x="10509585" y="3963878"/>
                  </a:lnTo>
                  <a:lnTo>
                    <a:pt x="10509911" y="3963904"/>
                  </a:lnTo>
                  <a:lnTo>
                    <a:pt x="11981298" y="3963904"/>
                  </a:lnTo>
                  <a:lnTo>
                    <a:pt x="11981298" y="3955731"/>
                  </a:lnTo>
                  <a:lnTo>
                    <a:pt x="10509911" y="3955731"/>
                  </a:lnTo>
                  <a:lnTo>
                    <a:pt x="10508966" y="3955655"/>
                  </a:lnTo>
                  <a:lnTo>
                    <a:pt x="10502729" y="3955119"/>
                  </a:lnTo>
                  <a:lnTo>
                    <a:pt x="10486922" y="3953638"/>
                  </a:lnTo>
                  <a:lnTo>
                    <a:pt x="10458450" y="3950719"/>
                  </a:lnTo>
                  <a:lnTo>
                    <a:pt x="10415586" y="3945895"/>
                  </a:lnTo>
                  <a:lnTo>
                    <a:pt x="10358098" y="3938768"/>
                  </a:lnTo>
                  <a:lnTo>
                    <a:pt x="10287201" y="3929040"/>
                  </a:lnTo>
                  <a:lnTo>
                    <a:pt x="10205290" y="3916535"/>
                  </a:lnTo>
                  <a:lnTo>
                    <a:pt x="10115506" y="3901185"/>
                  </a:lnTo>
                  <a:lnTo>
                    <a:pt x="10021241" y="3883007"/>
                  </a:lnTo>
                  <a:lnTo>
                    <a:pt x="9925690" y="3862055"/>
                  </a:lnTo>
                  <a:lnTo>
                    <a:pt x="9831553" y="3838383"/>
                  </a:lnTo>
                  <a:lnTo>
                    <a:pt x="9740874" y="3812003"/>
                  </a:lnTo>
                  <a:lnTo>
                    <a:pt x="9655025" y="3782864"/>
                  </a:lnTo>
                  <a:lnTo>
                    <a:pt x="9574779" y="3750833"/>
                  </a:lnTo>
                  <a:lnTo>
                    <a:pt x="9500413" y="3715688"/>
                  </a:lnTo>
                  <a:lnTo>
                    <a:pt x="9431840" y="3677121"/>
                  </a:lnTo>
                  <a:lnTo>
                    <a:pt x="9368717" y="3634738"/>
                  </a:lnTo>
                  <a:lnTo>
                    <a:pt x="9310534" y="3588073"/>
                  </a:lnTo>
                  <a:lnTo>
                    <a:pt x="9256690" y="3536607"/>
                  </a:lnTo>
                  <a:lnTo>
                    <a:pt x="9206541" y="3479802"/>
                  </a:lnTo>
                  <a:lnTo>
                    <a:pt x="9159439" y="3417150"/>
                  </a:lnTo>
                  <a:lnTo>
                    <a:pt x="9114773" y="3348264"/>
                  </a:lnTo>
                  <a:lnTo>
                    <a:pt x="9084767" y="3296442"/>
                  </a:lnTo>
                  <a:lnTo>
                    <a:pt x="9052006" y="3234658"/>
                  </a:lnTo>
                  <a:lnTo>
                    <a:pt x="9019990" y="3168924"/>
                  </a:lnTo>
                  <a:lnTo>
                    <a:pt x="8988541" y="3099158"/>
                  </a:lnTo>
                  <a:lnTo>
                    <a:pt x="8957513" y="3025329"/>
                  </a:lnTo>
                  <a:lnTo>
                    <a:pt x="8926785" y="2947455"/>
                  </a:lnTo>
                  <a:lnTo>
                    <a:pt x="8896257" y="2865612"/>
                  </a:lnTo>
                  <a:lnTo>
                    <a:pt x="8865853" y="2779937"/>
                  </a:lnTo>
                  <a:lnTo>
                    <a:pt x="8835510" y="2690630"/>
                  </a:lnTo>
                  <a:lnTo>
                    <a:pt x="8805183" y="2597954"/>
                  </a:lnTo>
                  <a:lnTo>
                    <a:pt x="8774843" y="2502236"/>
                  </a:lnTo>
                  <a:lnTo>
                    <a:pt x="8744471" y="2403861"/>
                  </a:lnTo>
                  <a:lnTo>
                    <a:pt x="8714058" y="2303270"/>
                  </a:lnTo>
                  <a:lnTo>
                    <a:pt x="8683607" y="2200951"/>
                  </a:lnTo>
                  <a:lnTo>
                    <a:pt x="8653126" y="2097428"/>
                  </a:lnTo>
                  <a:lnTo>
                    <a:pt x="8622627" y="1993255"/>
                  </a:lnTo>
                  <a:lnTo>
                    <a:pt x="8592125" y="1888997"/>
                  </a:lnTo>
                  <a:lnTo>
                    <a:pt x="8561637" y="1785224"/>
                  </a:lnTo>
                  <a:lnTo>
                    <a:pt x="8531176" y="1682494"/>
                  </a:lnTo>
                  <a:lnTo>
                    <a:pt x="8500752" y="1581340"/>
                  </a:lnTo>
                  <a:lnTo>
                    <a:pt x="8470368" y="1482264"/>
                  </a:lnTo>
                  <a:lnTo>
                    <a:pt x="8440020" y="1385719"/>
                  </a:lnTo>
                  <a:lnTo>
                    <a:pt x="8409692" y="1292108"/>
                  </a:lnTo>
                  <a:lnTo>
                    <a:pt x="8379358" y="1201777"/>
                  </a:lnTo>
                  <a:lnTo>
                    <a:pt x="8348977" y="1115007"/>
                  </a:lnTo>
                  <a:lnTo>
                    <a:pt x="8318493" y="1032016"/>
                  </a:lnTo>
                  <a:lnTo>
                    <a:pt x="8287833" y="952961"/>
                  </a:lnTo>
                  <a:lnTo>
                    <a:pt x="8256905" y="877933"/>
                  </a:lnTo>
                  <a:lnTo>
                    <a:pt x="8225595" y="806970"/>
                  </a:lnTo>
                  <a:lnTo>
                    <a:pt x="8193763" y="740052"/>
                  </a:lnTo>
                  <a:lnTo>
                    <a:pt x="8161242" y="677114"/>
                  </a:lnTo>
                  <a:lnTo>
                    <a:pt x="8151487" y="659288"/>
                  </a:lnTo>
                  <a:lnTo>
                    <a:pt x="8108190" y="585954"/>
                  </a:lnTo>
                  <a:lnTo>
                    <a:pt x="8062848" y="518983"/>
                  </a:lnTo>
                  <a:lnTo>
                    <a:pt x="8014892" y="458148"/>
                  </a:lnTo>
                  <a:lnTo>
                    <a:pt x="7963693" y="403014"/>
                  </a:lnTo>
                  <a:lnTo>
                    <a:pt x="7908604" y="353058"/>
                  </a:lnTo>
                  <a:lnTo>
                    <a:pt x="7848987" y="307741"/>
                  </a:lnTo>
                  <a:lnTo>
                    <a:pt x="7784263" y="266559"/>
                  </a:lnTo>
                  <a:lnTo>
                    <a:pt x="7713964" y="229065"/>
                  </a:lnTo>
                  <a:lnTo>
                    <a:pt x="7637813" y="194891"/>
                  </a:lnTo>
                  <a:lnTo>
                    <a:pt x="7555822" y="163754"/>
                  </a:lnTo>
                  <a:lnTo>
                    <a:pt x="7468406" y="135459"/>
                  </a:lnTo>
                  <a:lnTo>
                    <a:pt x="7376505" y="109901"/>
                  </a:lnTo>
                  <a:lnTo>
                    <a:pt x="7281693" y="87047"/>
                  </a:lnTo>
                  <a:lnTo>
                    <a:pt x="7186220" y="66928"/>
                  </a:lnTo>
                  <a:lnTo>
                    <a:pt x="7092957" y="49601"/>
                  </a:lnTo>
                  <a:lnTo>
                    <a:pt x="7005199" y="35113"/>
                  </a:lnTo>
                  <a:lnTo>
                    <a:pt x="6926313" y="23460"/>
                  </a:lnTo>
                  <a:lnTo>
                    <a:pt x="6859266" y="14543"/>
                  </a:lnTo>
                  <a:lnTo>
                    <a:pt x="6806137" y="8149"/>
                  </a:lnTo>
                  <a:lnTo>
                    <a:pt x="6767722" y="3947"/>
                  </a:lnTo>
                  <a:lnTo>
                    <a:pt x="6743330" y="1515"/>
                  </a:lnTo>
                  <a:lnTo>
                    <a:pt x="6730802" y="372"/>
                  </a:lnTo>
                  <a:lnTo>
                    <a:pt x="6726668" y="25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224" y="108"/>
                  </a:lnTo>
                  <a:lnTo>
                    <a:pt x="5249376" y="876"/>
                  </a:lnTo>
                  <a:lnTo>
                    <a:pt x="5237007" y="2997"/>
                  </a:lnTo>
                  <a:lnTo>
                    <a:pt x="5214531" y="7180"/>
                  </a:lnTo>
                  <a:lnTo>
                    <a:pt x="5180293" y="14115"/>
                  </a:lnTo>
                  <a:lnTo>
                    <a:pt x="5133677" y="24420"/>
                  </a:lnTo>
                  <a:lnTo>
                    <a:pt x="5075126" y="38593"/>
                  </a:lnTo>
                  <a:lnTo>
                    <a:pt x="5006032" y="56984"/>
                  </a:lnTo>
                  <a:lnTo>
                    <a:pt x="4928509" y="79784"/>
                  </a:lnTo>
                  <a:lnTo>
                    <a:pt x="4845078" y="107047"/>
                  </a:lnTo>
                  <a:lnTo>
                    <a:pt x="4758350" y="138734"/>
                  </a:lnTo>
                  <a:lnTo>
                    <a:pt x="4670756" y="174761"/>
                  </a:lnTo>
                  <a:lnTo>
                    <a:pt x="4584356" y="215052"/>
                  </a:lnTo>
                  <a:lnTo>
                    <a:pt x="4500748" y="259584"/>
                  </a:lnTo>
                  <a:lnTo>
                    <a:pt x="4421051" y="308418"/>
                  </a:lnTo>
                  <a:lnTo>
                    <a:pt x="4345947" y="361719"/>
                  </a:lnTo>
                  <a:lnTo>
                    <a:pt x="4275750" y="419767"/>
                  </a:lnTo>
                  <a:lnTo>
                    <a:pt x="4210486" y="482961"/>
                  </a:lnTo>
                  <a:lnTo>
                    <a:pt x="4149969" y="551811"/>
                  </a:lnTo>
                  <a:lnTo>
                    <a:pt x="4093868" y="626933"/>
                  </a:lnTo>
                  <a:lnTo>
                    <a:pt x="4041757" y="709030"/>
                  </a:lnTo>
                  <a:lnTo>
                    <a:pt x="3993158" y="798862"/>
                  </a:lnTo>
                  <a:lnTo>
                    <a:pt x="3947573" y="897206"/>
                  </a:lnTo>
                  <a:lnTo>
                    <a:pt x="3904504" y="1004777"/>
                  </a:lnTo>
                  <a:lnTo>
                    <a:pt x="3863481" y="1122125"/>
                  </a:lnTo>
                  <a:lnTo>
                    <a:pt x="3829811" y="1230036"/>
                  </a:lnTo>
                  <a:lnTo>
                    <a:pt x="3805248" y="1315501"/>
                  </a:lnTo>
                  <a:lnTo>
                    <a:pt x="3781128" y="1405056"/>
                  </a:lnTo>
                  <a:lnTo>
                    <a:pt x="3757371" y="1498778"/>
                  </a:lnTo>
                  <a:lnTo>
                    <a:pt x="3733910" y="1596715"/>
                  </a:lnTo>
                  <a:lnTo>
                    <a:pt x="3710684" y="1698890"/>
                  </a:lnTo>
                  <a:lnTo>
                    <a:pt x="3687642" y="1805294"/>
                  </a:lnTo>
                  <a:lnTo>
                    <a:pt x="3664738" y="1915884"/>
                  </a:lnTo>
                  <a:lnTo>
                    <a:pt x="3641936" y="2030586"/>
                  </a:lnTo>
                  <a:lnTo>
                    <a:pt x="3619202" y="2149287"/>
                  </a:lnTo>
                  <a:lnTo>
                    <a:pt x="3596510" y="2271840"/>
                  </a:lnTo>
                  <a:lnTo>
                    <a:pt x="3573840" y="2398058"/>
                  </a:lnTo>
                  <a:lnTo>
                    <a:pt x="3551175" y="2527721"/>
                  </a:lnTo>
                  <a:lnTo>
                    <a:pt x="3528501" y="2660568"/>
                  </a:lnTo>
                  <a:lnTo>
                    <a:pt x="3505812" y="2796305"/>
                  </a:lnTo>
                  <a:lnTo>
                    <a:pt x="3483102" y="2934608"/>
                  </a:lnTo>
                  <a:lnTo>
                    <a:pt x="3460369" y="3075118"/>
                  </a:lnTo>
                  <a:lnTo>
                    <a:pt x="3437615" y="3217453"/>
                  </a:lnTo>
                  <a:lnTo>
                    <a:pt x="3414841" y="3361208"/>
                  </a:lnTo>
                  <a:lnTo>
                    <a:pt x="3392054" y="3505959"/>
                  </a:lnTo>
                  <a:lnTo>
                    <a:pt x="3369258" y="3651272"/>
                  </a:lnTo>
                  <a:lnTo>
                    <a:pt x="3346460" y="3796703"/>
                  </a:lnTo>
                  <a:lnTo>
                    <a:pt x="3323668" y="3941809"/>
                  </a:lnTo>
                  <a:lnTo>
                    <a:pt x="3300886" y="4086150"/>
                  </a:lnTo>
                  <a:lnTo>
                    <a:pt x="3278121" y="4229294"/>
                  </a:lnTo>
                  <a:lnTo>
                    <a:pt x="3255376" y="4370828"/>
                  </a:lnTo>
                  <a:lnTo>
                    <a:pt x="3232654" y="4510356"/>
                  </a:lnTo>
                  <a:lnTo>
                    <a:pt x="3209954" y="4647506"/>
                  </a:lnTo>
                  <a:lnTo>
                    <a:pt x="3187273" y="4781935"/>
                  </a:lnTo>
                  <a:lnTo>
                    <a:pt x="3164605" y="4913332"/>
                  </a:lnTo>
                  <a:lnTo>
                    <a:pt x="3141939" y="5041420"/>
                  </a:lnTo>
                  <a:lnTo>
                    <a:pt x="3119261" y="5165956"/>
                  </a:lnTo>
                  <a:lnTo>
                    <a:pt x="3096553" y="5286734"/>
                  </a:lnTo>
                  <a:lnTo>
                    <a:pt x="3073791" y="5403588"/>
                  </a:lnTo>
                  <a:lnTo>
                    <a:pt x="3050945" y="5516385"/>
                  </a:lnTo>
                  <a:lnTo>
                    <a:pt x="3027982" y="5625032"/>
                  </a:lnTo>
                  <a:lnTo>
                    <a:pt x="3004860" y="5729468"/>
                  </a:lnTo>
                  <a:lnTo>
                    <a:pt x="2981532" y="5829668"/>
                  </a:lnTo>
                  <a:lnTo>
                    <a:pt x="2957941" y="5925636"/>
                  </a:lnTo>
                  <a:lnTo>
                    <a:pt x="2934024" y="6017408"/>
                  </a:lnTo>
                  <a:lnTo>
                    <a:pt x="2909708" y="6105047"/>
                  </a:lnTo>
                  <a:lnTo>
                    <a:pt x="2896531" y="6150181"/>
                  </a:lnTo>
                  <a:lnTo>
                    <a:pt x="2856914" y="6276052"/>
                  </a:lnTo>
                  <a:lnTo>
                    <a:pt x="2815617" y="6391932"/>
                  </a:lnTo>
                  <a:lnTo>
                    <a:pt x="2772207" y="6498100"/>
                  </a:lnTo>
                  <a:lnTo>
                    <a:pt x="2726208" y="6595139"/>
                  </a:lnTo>
                  <a:lnTo>
                    <a:pt x="2677122" y="6683780"/>
                  </a:lnTo>
                  <a:lnTo>
                    <a:pt x="2624450" y="6764800"/>
                  </a:lnTo>
                  <a:lnTo>
                    <a:pt x="2567722" y="6838954"/>
                  </a:lnTo>
                  <a:lnTo>
                    <a:pt x="2506522" y="6906932"/>
                  </a:lnTo>
                  <a:lnTo>
                    <a:pt x="2440537" y="6969336"/>
                  </a:lnTo>
                  <a:lnTo>
                    <a:pt x="2369608" y="7026661"/>
                  </a:lnTo>
                  <a:lnTo>
                    <a:pt x="2293797" y="7079287"/>
                  </a:lnTo>
                  <a:lnTo>
                    <a:pt x="2213470" y="7127478"/>
                  </a:lnTo>
                  <a:lnTo>
                    <a:pt x="2129368" y="7171382"/>
                  </a:lnTo>
                  <a:lnTo>
                    <a:pt x="2042680" y="7211047"/>
                  </a:lnTo>
                  <a:lnTo>
                    <a:pt x="1955073" y="7246438"/>
                  </a:lnTo>
                  <a:lnTo>
                    <a:pt x="1868673" y="7277476"/>
                  </a:lnTo>
                  <a:lnTo>
                    <a:pt x="1785948" y="7304081"/>
                  </a:lnTo>
                  <a:lnTo>
                    <a:pt x="1709517" y="7326223"/>
                  </a:lnTo>
                  <a:lnTo>
                    <a:pt x="1641862" y="7343975"/>
                  </a:lnTo>
                  <a:lnTo>
                    <a:pt x="1585007" y="7357552"/>
                  </a:lnTo>
                  <a:lnTo>
                    <a:pt x="1540216" y="7367324"/>
                  </a:lnTo>
                  <a:lnTo>
                    <a:pt x="1507780" y="7373812"/>
                  </a:lnTo>
                  <a:lnTo>
                    <a:pt x="1486925" y="7377646"/>
                  </a:lnTo>
                  <a:lnTo>
                    <a:pt x="1475850" y="7379522"/>
                  </a:lnTo>
                  <a:lnTo>
                    <a:pt x="1471843" y="7380150"/>
                  </a:lnTo>
                  <a:lnTo>
                    <a:pt x="1471387" y="7380217"/>
                  </a:lnTo>
                  <a:lnTo>
                    <a:pt x="0" y="7380217"/>
                  </a:lnTo>
                  <a:close/>
                </a:path>
              </a:pathLst>
            </a:custGeom>
            <a:solidFill>
              <a:srgbClr val="6FA8DC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875" name="pl1875"/>
            <p:cNvSpPr/>
            <p:nvPr/>
          </p:nvSpPr>
          <p:spPr>
            <a:xfrm>
              <a:off x="4799595" y="2871136"/>
              <a:ext cx="11981298" cy="7380217"/>
            </a:xfrm>
            <a:custGeom>
              <a:avLst/>
              <a:pathLst>
                <a:path w="11981298" h="7380217">
                  <a:moveTo>
                    <a:pt x="0" y="7380217"/>
                  </a:moveTo>
                  <a:lnTo>
                    <a:pt x="1471387" y="7380217"/>
                  </a:lnTo>
                  <a:lnTo>
                    <a:pt x="1472118" y="7380109"/>
                  </a:lnTo>
                  <a:lnTo>
                    <a:pt x="1476966" y="7379341"/>
                  </a:lnTo>
                  <a:lnTo>
                    <a:pt x="1489335" y="7377220"/>
                  </a:lnTo>
                  <a:lnTo>
                    <a:pt x="1511811" y="7373037"/>
                  </a:lnTo>
                  <a:lnTo>
                    <a:pt x="1546049" y="7366102"/>
                  </a:lnTo>
                  <a:lnTo>
                    <a:pt x="1592665" y="7355797"/>
                  </a:lnTo>
                  <a:lnTo>
                    <a:pt x="1651216" y="7341623"/>
                  </a:lnTo>
                  <a:lnTo>
                    <a:pt x="1720310" y="7323232"/>
                  </a:lnTo>
                  <a:lnTo>
                    <a:pt x="1797833" y="7300433"/>
                  </a:lnTo>
                  <a:lnTo>
                    <a:pt x="1881265" y="7273169"/>
                  </a:lnTo>
                  <a:lnTo>
                    <a:pt x="1967992" y="7241483"/>
                  </a:lnTo>
                  <a:lnTo>
                    <a:pt x="2055586" y="7205456"/>
                  </a:lnTo>
                  <a:lnTo>
                    <a:pt x="2141986" y="7165165"/>
                  </a:lnTo>
                  <a:lnTo>
                    <a:pt x="2225594" y="7120633"/>
                  </a:lnTo>
                  <a:lnTo>
                    <a:pt x="2305291" y="7071799"/>
                  </a:lnTo>
                  <a:lnTo>
                    <a:pt x="2380395" y="7018498"/>
                  </a:lnTo>
                  <a:lnTo>
                    <a:pt x="2450592" y="6960449"/>
                  </a:lnTo>
                  <a:lnTo>
                    <a:pt x="2515856" y="6897256"/>
                  </a:lnTo>
                  <a:lnTo>
                    <a:pt x="2576373" y="6828406"/>
                  </a:lnTo>
                  <a:lnTo>
                    <a:pt x="2632474" y="6753284"/>
                  </a:lnTo>
                  <a:lnTo>
                    <a:pt x="2684585" y="6671187"/>
                  </a:lnTo>
                  <a:lnTo>
                    <a:pt x="2733184" y="6581354"/>
                  </a:lnTo>
                  <a:lnTo>
                    <a:pt x="2778769" y="6483011"/>
                  </a:lnTo>
                  <a:lnTo>
                    <a:pt x="2821838" y="6375440"/>
                  </a:lnTo>
                  <a:lnTo>
                    <a:pt x="2862861" y="6258092"/>
                  </a:lnTo>
                  <a:lnTo>
                    <a:pt x="2896531" y="6150181"/>
                  </a:lnTo>
                  <a:lnTo>
                    <a:pt x="2921094" y="6064716"/>
                  </a:lnTo>
                  <a:lnTo>
                    <a:pt x="2945214" y="5975160"/>
                  </a:lnTo>
                  <a:lnTo>
                    <a:pt x="2968971" y="5881439"/>
                  </a:lnTo>
                  <a:lnTo>
                    <a:pt x="2992432" y="5783501"/>
                  </a:lnTo>
                  <a:lnTo>
                    <a:pt x="3015658" y="5681326"/>
                  </a:lnTo>
                  <a:lnTo>
                    <a:pt x="3038700" y="5574923"/>
                  </a:lnTo>
                  <a:lnTo>
                    <a:pt x="3061604" y="5464332"/>
                  </a:lnTo>
                  <a:lnTo>
                    <a:pt x="3084406" y="5349631"/>
                  </a:lnTo>
                  <a:lnTo>
                    <a:pt x="3107140" y="5230930"/>
                  </a:lnTo>
                  <a:lnTo>
                    <a:pt x="3129832" y="5108377"/>
                  </a:lnTo>
                  <a:lnTo>
                    <a:pt x="3152502" y="4982158"/>
                  </a:lnTo>
                  <a:lnTo>
                    <a:pt x="3175168" y="4852496"/>
                  </a:lnTo>
                  <a:lnTo>
                    <a:pt x="3197841" y="4719649"/>
                  </a:lnTo>
                  <a:lnTo>
                    <a:pt x="3220530" y="4583911"/>
                  </a:lnTo>
                  <a:lnTo>
                    <a:pt x="3243240" y="4445609"/>
                  </a:lnTo>
                  <a:lnTo>
                    <a:pt x="3265973" y="4305098"/>
                  </a:lnTo>
                  <a:lnTo>
                    <a:pt x="3288727" y="4162763"/>
                  </a:lnTo>
                  <a:lnTo>
                    <a:pt x="3311501" y="4019009"/>
                  </a:lnTo>
                  <a:lnTo>
                    <a:pt x="3334288" y="3874257"/>
                  </a:lnTo>
                  <a:lnTo>
                    <a:pt x="3357084" y="3728945"/>
                  </a:lnTo>
                  <a:lnTo>
                    <a:pt x="3379882" y="3583513"/>
                  </a:lnTo>
                  <a:lnTo>
                    <a:pt x="3402674" y="3438407"/>
                  </a:lnTo>
                  <a:lnTo>
                    <a:pt x="3425456" y="3294067"/>
                  </a:lnTo>
                  <a:lnTo>
                    <a:pt x="3448221" y="3150922"/>
                  </a:lnTo>
                  <a:lnTo>
                    <a:pt x="3470966" y="3009388"/>
                  </a:lnTo>
                  <a:lnTo>
                    <a:pt x="3493688" y="2869861"/>
                  </a:lnTo>
                  <a:lnTo>
                    <a:pt x="3516388" y="2732711"/>
                  </a:lnTo>
                  <a:lnTo>
                    <a:pt x="3539069" y="2598281"/>
                  </a:lnTo>
                  <a:lnTo>
                    <a:pt x="3561737" y="2466884"/>
                  </a:lnTo>
                  <a:lnTo>
                    <a:pt x="3584403" y="2338796"/>
                  </a:lnTo>
                  <a:lnTo>
                    <a:pt x="3607081" y="2214261"/>
                  </a:lnTo>
                  <a:lnTo>
                    <a:pt x="3629789" y="2093482"/>
                  </a:lnTo>
                  <a:lnTo>
                    <a:pt x="3652552" y="1976629"/>
                  </a:lnTo>
                  <a:lnTo>
                    <a:pt x="3675397" y="1863831"/>
                  </a:lnTo>
                  <a:lnTo>
                    <a:pt x="3698360" y="1755185"/>
                  </a:lnTo>
                  <a:lnTo>
                    <a:pt x="3721482" y="1650749"/>
                  </a:lnTo>
                  <a:lnTo>
                    <a:pt x="3744811" y="1550549"/>
                  </a:lnTo>
                  <a:lnTo>
                    <a:pt x="3768401" y="1454580"/>
                  </a:lnTo>
                  <a:lnTo>
                    <a:pt x="3792318" y="1362808"/>
                  </a:lnTo>
                  <a:lnTo>
                    <a:pt x="3816634" y="1275170"/>
                  </a:lnTo>
                  <a:lnTo>
                    <a:pt x="3829811" y="1230036"/>
                  </a:lnTo>
                  <a:lnTo>
                    <a:pt x="3869428" y="1104164"/>
                  </a:lnTo>
                  <a:lnTo>
                    <a:pt x="3910725" y="988284"/>
                  </a:lnTo>
                  <a:lnTo>
                    <a:pt x="3954135" y="882116"/>
                  </a:lnTo>
                  <a:lnTo>
                    <a:pt x="4000134" y="785077"/>
                  </a:lnTo>
                  <a:lnTo>
                    <a:pt x="4049221" y="696436"/>
                  </a:lnTo>
                  <a:lnTo>
                    <a:pt x="4101892" y="615416"/>
                  </a:lnTo>
                  <a:lnTo>
                    <a:pt x="4158620" y="541263"/>
                  </a:lnTo>
                  <a:lnTo>
                    <a:pt x="4219820" y="473285"/>
                  </a:lnTo>
                  <a:lnTo>
                    <a:pt x="4285805" y="410881"/>
                  </a:lnTo>
                  <a:lnTo>
                    <a:pt x="4356735" y="353556"/>
                  </a:lnTo>
                  <a:lnTo>
                    <a:pt x="4432545" y="300929"/>
                  </a:lnTo>
                  <a:lnTo>
                    <a:pt x="4512872" y="252739"/>
                  </a:lnTo>
                  <a:lnTo>
                    <a:pt x="4596974" y="208834"/>
                  </a:lnTo>
                  <a:lnTo>
                    <a:pt x="4683662" y="169170"/>
                  </a:lnTo>
                  <a:lnTo>
                    <a:pt x="4771269" y="133779"/>
                  </a:lnTo>
                  <a:lnTo>
                    <a:pt x="4857669" y="102740"/>
                  </a:lnTo>
                  <a:lnTo>
                    <a:pt x="4940394" y="76136"/>
                  </a:lnTo>
                  <a:lnTo>
                    <a:pt x="5016825" y="53994"/>
                  </a:lnTo>
                  <a:lnTo>
                    <a:pt x="5084480" y="36241"/>
                  </a:lnTo>
                  <a:lnTo>
                    <a:pt x="5141335" y="22665"/>
                  </a:lnTo>
                  <a:lnTo>
                    <a:pt x="5186126" y="12892"/>
                  </a:lnTo>
                  <a:lnTo>
                    <a:pt x="5218563" y="6405"/>
                  </a:lnTo>
                  <a:lnTo>
                    <a:pt x="5239418" y="2571"/>
                  </a:lnTo>
                  <a:lnTo>
                    <a:pt x="5250492" y="694"/>
                  </a:lnTo>
                  <a:lnTo>
                    <a:pt x="5254499" y="66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288" y="75"/>
                  </a:lnTo>
                  <a:lnTo>
                    <a:pt x="6733525" y="611"/>
                  </a:lnTo>
                  <a:lnTo>
                    <a:pt x="6749332" y="2092"/>
                  </a:lnTo>
                  <a:lnTo>
                    <a:pt x="6777803" y="5011"/>
                  </a:lnTo>
                  <a:lnTo>
                    <a:pt x="6820667" y="9835"/>
                  </a:lnTo>
                  <a:lnTo>
                    <a:pt x="6878155" y="16962"/>
                  </a:lnTo>
                  <a:lnTo>
                    <a:pt x="6949053" y="26690"/>
                  </a:lnTo>
                  <a:lnTo>
                    <a:pt x="7030964" y="39195"/>
                  </a:lnTo>
                  <a:lnTo>
                    <a:pt x="7120747" y="54545"/>
                  </a:lnTo>
                  <a:lnTo>
                    <a:pt x="7215013" y="72723"/>
                  </a:lnTo>
                  <a:lnTo>
                    <a:pt x="7310563" y="93675"/>
                  </a:lnTo>
                  <a:lnTo>
                    <a:pt x="7404700" y="117347"/>
                  </a:lnTo>
                  <a:lnTo>
                    <a:pt x="7495380" y="143727"/>
                  </a:lnTo>
                  <a:lnTo>
                    <a:pt x="7581228" y="172866"/>
                  </a:lnTo>
                  <a:lnTo>
                    <a:pt x="7661475" y="204898"/>
                  </a:lnTo>
                  <a:lnTo>
                    <a:pt x="7735841" y="240042"/>
                  </a:lnTo>
                  <a:lnTo>
                    <a:pt x="7804413" y="278609"/>
                  </a:lnTo>
                  <a:lnTo>
                    <a:pt x="7867537" y="320993"/>
                  </a:lnTo>
                  <a:lnTo>
                    <a:pt x="7925719" y="367658"/>
                  </a:lnTo>
                  <a:lnTo>
                    <a:pt x="7979563" y="419123"/>
                  </a:lnTo>
                  <a:lnTo>
                    <a:pt x="8029713" y="475928"/>
                  </a:lnTo>
                  <a:lnTo>
                    <a:pt x="8076814" y="538580"/>
                  </a:lnTo>
                  <a:lnTo>
                    <a:pt x="8121480" y="607466"/>
                  </a:lnTo>
                  <a:lnTo>
                    <a:pt x="8151487" y="659288"/>
                  </a:lnTo>
                  <a:lnTo>
                    <a:pt x="8184247" y="721072"/>
                  </a:lnTo>
                  <a:lnTo>
                    <a:pt x="8216263" y="786806"/>
                  </a:lnTo>
                  <a:lnTo>
                    <a:pt x="8247712" y="856572"/>
                  </a:lnTo>
                  <a:lnTo>
                    <a:pt x="8278740" y="930401"/>
                  </a:lnTo>
                  <a:lnTo>
                    <a:pt x="8309469" y="1008276"/>
                  </a:lnTo>
                  <a:lnTo>
                    <a:pt x="8339996" y="1090118"/>
                  </a:lnTo>
                  <a:lnTo>
                    <a:pt x="8370400" y="1175793"/>
                  </a:lnTo>
                  <a:lnTo>
                    <a:pt x="8400743" y="1265100"/>
                  </a:lnTo>
                  <a:lnTo>
                    <a:pt x="8431070" y="1357776"/>
                  </a:lnTo>
                  <a:lnTo>
                    <a:pt x="8461410" y="1453494"/>
                  </a:lnTo>
                  <a:lnTo>
                    <a:pt x="8491783" y="1551869"/>
                  </a:lnTo>
                  <a:lnTo>
                    <a:pt x="8522195" y="1652460"/>
                  </a:lnTo>
                  <a:lnTo>
                    <a:pt x="8552646" y="1754779"/>
                  </a:lnTo>
                  <a:lnTo>
                    <a:pt x="8583127" y="1858302"/>
                  </a:lnTo>
                  <a:lnTo>
                    <a:pt x="8613626" y="1962475"/>
                  </a:lnTo>
                  <a:lnTo>
                    <a:pt x="8644128" y="2066733"/>
                  </a:lnTo>
                  <a:lnTo>
                    <a:pt x="8674616" y="2170506"/>
                  </a:lnTo>
                  <a:lnTo>
                    <a:pt x="8705077" y="2273236"/>
                  </a:lnTo>
                  <a:lnTo>
                    <a:pt x="8735501" y="2374390"/>
                  </a:lnTo>
                  <a:lnTo>
                    <a:pt x="8765885" y="2473467"/>
                  </a:lnTo>
                  <a:lnTo>
                    <a:pt x="8796234" y="2570011"/>
                  </a:lnTo>
                  <a:lnTo>
                    <a:pt x="8826562" y="2663622"/>
                  </a:lnTo>
                  <a:lnTo>
                    <a:pt x="8856896" y="2753953"/>
                  </a:lnTo>
                  <a:lnTo>
                    <a:pt x="8887277" y="2840723"/>
                  </a:lnTo>
                  <a:lnTo>
                    <a:pt x="8917760" y="2923714"/>
                  </a:lnTo>
                  <a:lnTo>
                    <a:pt x="8948420" y="3002770"/>
                  </a:lnTo>
                  <a:lnTo>
                    <a:pt x="8979348" y="3077797"/>
                  </a:lnTo>
                  <a:lnTo>
                    <a:pt x="9010659" y="3148760"/>
                  </a:lnTo>
                  <a:lnTo>
                    <a:pt x="9042490" y="3215678"/>
                  </a:lnTo>
                  <a:lnTo>
                    <a:pt x="9075011" y="3278616"/>
                  </a:lnTo>
                  <a:lnTo>
                    <a:pt x="9084767" y="3296442"/>
                  </a:lnTo>
                  <a:lnTo>
                    <a:pt x="9128064" y="3369777"/>
                  </a:lnTo>
                  <a:lnTo>
                    <a:pt x="9173405" y="3436747"/>
                  </a:lnTo>
                  <a:lnTo>
                    <a:pt x="9221362" y="3497582"/>
                  </a:lnTo>
                  <a:lnTo>
                    <a:pt x="9272560" y="3552716"/>
                  </a:lnTo>
                  <a:lnTo>
                    <a:pt x="9327650" y="3602672"/>
                  </a:lnTo>
                  <a:lnTo>
                    <a:pt x="9387266" y="3647989"/>
                  </a:lnTo>
                  <a:lnTo>
                    <a:pt x="9451991" y="3689172"/>
                  </a:lnTo>
                  <a:lnTo>
                    <a:pt x="9522289" y="3726666"/>
                  </a:lnTo>
                  <a:lnTo>
                    <a:pt x="9598440" y="3760840"/>
                  </a:lnTo>
                  <a:lnTo>
                    <a:pt x="9680431" y="3791977"/>
                  </a:lnTo>
                  <a:lnTo>
                    <a:pt x="9767848" y="3820271"/>
                  </a:lnTo>
                  <a:lnTo>
                    <a:pt x="9859748" y="3845830"/>
                  </a:lnTo>
                  <a:lnTo>
                    <a:pt x="9954560" y="3868683"/>
                  </a:lnTo>
                  <a:lnTo>
                    <a:pt x="10050033" y="3888802"/>
                  </a:lnTo>
                  <a:lnTo>
                    <a:pt x="10143296" y="3906129"/>
                  </a:lnTo>
                  <a:lnTo>
                    <a:pt x="10231054" y="3920617"/>
                  </a:lnTo>
                  <a:lnTo>
                    <a:pt x="10309940" y="3932270"/>
                  </a:lnTo>
                  <a:lnTo>
                    <a:pt x="10376987" y="3941187"/>
                  </a:lnTo>
                  <a:lnTo>
                    <a:pt x="10430116" y="3947581"/>
                  </a:lnTo>
                  <a:lnTo>
                    <a:pt x="10468531" y="3951783"/>
                  </a:lnTo>
                  <a:lnTo>
                    <a:pt x="10492923" y="3954216"/>
                  </a:lnTo>
                  <a:lnTo>
                    <a:pt x="10505451" y="3955359"/>
                  </a:lnTo>
                  <a:lnTo>
                    <a:pt x="10509585" y="3955705"/>
                  </a:lnTo>
                  <a:lnTo>
                    <a:pt x="10509911" y="3955731"/>
                  </a:lnTo>
                  <a:lnTo>
                    <a:pt x="11981298" y="395573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76" name="pl1876"/>
            <p:cNvSpPr/>
            <p:nvPr/>
          </p:nvSpPr>
          <p:spPr>
            <a:xfrm>
              <a:off x="4799595" y="2862963"/>
              <a:ext cx="11981298" cy="7380217"/>
            </a:xfrm>
            <a:custGeom>
              <a:avLst/>
              <a:pathLst>
                <a:path w="11981298" h="7380217">
                  <a:moveTo>
                    <a:pt x="11981298" y="3955731"/>
                  </a:moveTo>
                  <a:lnTo>
                    <a:pt x="10509911" y="3955731"/>
                  </a:lnTo>
                  <a:lnTo>
                    <a:pt x="10508966" y="3955655"/>
                  </a:lnTo>
                  <a:lnTo>
                    <a:pt x="10502729" y="3955119"/>
                  </a:lnTo>
                  <a:lnTo>
                    <a:pt x="10486922" y="3953638"/>
                  </a:lnTo>
                  <a:lnTo>
                    <a:pt x="10458450" y="3950719"/>
                  </a:lnTo>
                  <a:lnTo>
                    <a:pt x="10415586" y="3945895"/>
                  </a:lnTo>
                  <a:lnTo>
                    <a:pt x="10358098" y="3938768"/>
                  </a:lnTo>
                  <a:lnTo>
                    <a:pt x="10287201" y="3929040"/>
                  </a:lnTo>
                  <a:lnTo>
                    <a:pt x="10205290" y="3916535"/>
                  </a:lnTo>
                  <a:lnTo>
                    <a:pt x="10115506" y="3901185"/>
                  </a:lnTo>
                  <a:lnTo>
                    <a:pt x="10021241" y="3883007"/>
                  </a:lnTo>
                  <a:lnTo>
                    <a:pt x="9925690" y="3862055"/>
                  </a:lnTo>
                  <a:lnTo>
                    <a:pt x="9831553" y="3838383"/>
                  </a:lnTo>
                  <a:lnTo>
                    <a:pt x="9740874" y="3812003"/>
                  </a:lnTo>
                  <a:lnTo>
                    <a:pt x="9655025" y="3782864"/>
                  </a:lnTo>
                  <a:lnTo>
                    <a:pt x="9574779" y="3750833"/>
                  </a:lnTo>
                  <a:lnTo>
                    <a:pt x="9500413" y="3715688"/>
                  </a:lnTo>
                  <a:lnTo>
                    <a:pt x="9431840" y="3677121"/>
                  </a:lnTo>
                  <a:lnTo>
                    <a:pt x="9368717" y="3634738"/>
                  </a:lnTo>
                  <a:lnTo>
                    <a:pt x="9310534" y="3588073"/>
                  </a:lnTo>
                  <a:lnTo>
                    <a:pt x="9256690" y="3536607"/>
                  </a:lnTo>
                  <a:lnTo>
                    <a:pt x="9206541" y="3479802"/>
                  </a:lnTo>
                  <a:lnTo>
                    <a:pt x="9159439" y="3417150"/>
                  </a:lnTo>
                  <a:lnTo>
                    <a:pt x="9114773" y="3348264"/>
                  </a:lnTo>
                  <a:lnTo>
                    <a:pt x="9084767" y="3296442"/>
                  </a:lnTo>
                  <a:lnTo>
                    <a:pt x="9052006" y="3234658"/>
                  </a:lnTo>
                  <a:lnTo>
                    <a:pt x="9019990" y="3168924"/>
                  </a:lnTo>
                  <a:lnTo>
                    <a:pt x="8988541" y="3099158"/>
                  </a:lnTo>
                  <a:lnTo>
                    <a:pt x="8957513" y="3025329"/>
                  </a:lnTo>
                  <a:lnTo>
                    <a:pt x="8926785" y="2947455"/>
                  </a:lnTo>
                  <a:lnTo>
                    <a:pt x="8896257" y="2865612"/>
                  </a:lnTo>
                  <a:lnTo>
                    <a:pt x="8865853" y="2779937"/>
                  </a:lnTo>
                  <a:lnTo>
                    <a:pt x="8835510" y="2690630"/>
                  </a:lnTo>
                  <a:lnTo>
                    <a:pt x="8805183" y="2597954"/>
                  </a:lnTo>
                  <a:lnTo>
                    <a:pt x="8774843" y="2502236"/>
                  </a:lnTo>
                  <a:lnTo>
                    <a:pt x="8744471" y="2403861"/>
                  </a:lnTo>
                  <a:lnTo>
                    <a:pt x="8714058" y="2303270"/>
                  </a:lnTo>
                  <a:lnTo>
                    <a:pt x="8683607" y="2200951"/>
                  </a:lnTo>
                  <a:lnTo>
                    <a:pt x="8653126" y="2097428"/>
                  </a:lnTo>
                  <a:lnTo>
                    <a:pt x="8622627" y="1993255"/>
                  </a:lnTo>
                  <a:lnTo>
                    <a:pt x="8592125" y="1888997"/>
                  </a:lnTo>
                  <a:lnTo>
                    <a:pt x="8561637" y="1785224"/>
                  </a:lnTo>
                  <a:lnTo>
                    <a:pt x="8531176" y="1682494"/>
                  </a:lnTo>
                  <a:lnTo>
                    <a:pt x="8500752" y="1581340"/>
                  </a:lnTo>
                  <a:lnTo>
                    <a:pt x="8470368" y="1482264"/>
                  </a:lnTo>
                  <a:lnTo>
                    <a:pt x="8440020" y="1385719"/>
                  </a:lnTo>
                  <a:lnTo>
                    <a:pt x="8409692" y="1292108"/>
                  </a:lnTo>
                  <a:lnTo>
                    <a:pt x="8379358" y="1201777"/>
                  </a:lnTo>
                  <a:lnTo>
                    <a:pt x="8348977" y="1115007"/>
                  </a:lnTo>
                  <a:lnTo>
                    <a:pt x="8318493" y="1032016"/>
                  </a:lnTo>
                  <a:lnTo>
                    <a:pt x="8287833" y="952961"/>
                  </a:lnTo>
                  <a:lnTo>
                    <a:pt x="8256905" y="877933"/>
                  </a:lnTo>
                  <a:lnTo>
                    <a:pt x="8225595" y="806970"/>
                  </a:lnTo>
                  <a:lnTo>
                    <a:pt x="8193763" y="740052"/>
                  </a:lnTo>
                  <a:lnTo>
                    <a:pt x="8161242" y="677114"/>
                  </a:lnTo>
                  <a:lnTo>
                    <a:pt x="8151487" y="659288"/>
                  </a:lnTo>
                  <a:lnTo>
                    <a:pt x="8108190" y="585954"/>
                  </a:lnTo>
                  <a:lnTo>
                    <a:pt x="8062848" y="518983"/>
                  </a:lnTo>
                  <a:lnTo>
                    <a:pt x="8014892" y="458148"/>
                  </a:lnTo>
                  <a:lnTo>
                    <a:pt x="7963693" y="403014"/>
                  </a:lnTo>
                  <a:lnTo>
                    <a:pt x="7908604" y="353058"/>
                  </a:lnTo>
                  <a:lnTo>
                    <a:pt x="7848987" y="307741"/>
                  </a:lnTo>
                  <a:lnTo>
                    <a:pt x="7784263" y="266559"/>
                  </a:lnTo>
                  <a:lnTo>
                    <a:pt x="7713964" y="229065"/>
                  </a:lnTo>
                  <a:lnTo>
                    <a:pt x="7637813" y="194891"/>
                  </a:lnTo>
                  <a:lnTo>
                    <a:pt x="7555822" y="163754"/>
                  </a:lnTo>
                  <a:lnTo>
                    <a:pt x="7468406" y="135459"/>
                  </a:lnTo>
                  <a:lnTo>
                    <a:pt x="7376505" y="109901"/>
                  </a:lnTo>
                  <a:lnTo>
                    <a:pt x="7281693" y="87047"/>
                  </a:lnTo>
                  <a:lnTo>
                    <a:pt x="7186220" y="66928"/>
                  </a:lnTo>
                  <a:lnTo>
                    <a:pt x="7092957" y="49601"/>
                  </a:lnTo>
                  <a:lnTo>
                    <a:pt x="7005199" y="35113"/>
                  </a:lnTo>
                  <a:lnTo>
                    <a:pt x="6926313" y="23460"/>
                  </a:lnTo>
                  <a:lnTo>
                    <a:pt x="6859266" y="14543"/>
                  </a:lnTo>
                  <a:lnTo>
                    <a:pt x="6806137" y="8149"/>
                  </a:lnTo>
                  <a:lnTo>
                    <a:pt x="6767722" y="3947"/>
                  </a:lnTo>
                  <a:lnTo>
                    <a:pt x="6743330" y="1515"/>
                  </a:lnTo>
                  <a:lnTo>
                    <a:pt x="6730802" y="372"/>
                  </a:lnTo>
                  <a:lnTo>
                    <a:pt x="6726668" y="25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224" y="108"/>
                  </a:lnTo>
                  <a:lnTo>
                    <a:pt x="5249376" y="876"/>
                  </a:lnTo>
                  <a:lnTo>
                    <a:pt x="5237007" y="2997"/>
                  </a:lnTo>
                  <a:lnTo>
                    <a:pt x="5214531" y="7180"/>
                  </a:lnTo>
                  <a:lnTo>
                    <a:pt x="5180293" y="14115"/>
                  </a:lnTo>
                  <a:lnTo>
                    <a:pt x="5133677" y="24420"/>
                  </a:lnTo>
                  <a:lnTo>
                    <a:pt x="5075126" y="38593"/>
                  </a:lnTo>
                  <a:lnTo>
                    <a:pt x="5006032" y="56984"/>
                  </a:lnTo>
                  <a:lnTo>
                    <a:pt x="4928509" y="79784"/>
                  </a:lnTo>
                  <a:lnTo>
                    <a:pt x="4845078" y="107047"/>
                  </a:lnTo>
                  <a:lnTo>
                    <a:pt x="4758350" y="138734"/>
                  </a:lnTo>
                  <a:lnTo>
                    <a:pt x="4670756" y="174761"/>
                  </a:lnTo>
                  <a:lnTo>
                    <a:pt x="4584356" y="215052"/>
                  </a:lnTo>
                  <a:lnTo>
                    <a:pt x="4500748" y="259584"/>
                  </a:lnTo>
                  <a:lnTo>
                    <a:pt x="4421051" y="308418"/>
                  </a:lnTo>
                  <a:lnTo>
                    <a:pt x="4345947" y="361719"/>
                  </a:lnTo>
                  <a:lnTo>
                    <a:pt x="4275750" y="419767"/>
                  </a:lnTo>
                  <a:lnTo>
                    <a:pt x="4210486" y="482961"/>
                  </a:lnTo>
                  <a:lnTo>
                    <a:pt x="4149969" y="551811"/>
                  </a:lnTo>
                  <a:lnTo>
                    <a:pt x="4093868" y="626933"/>
                  </a:lnTo>
                  <a:lnTo>
                    <a:pt x="4041757" y="709030"/>
                  </a:lnTo>
                  <a:lnTo>
                    <a:pt x="3993158" y="798862"/>
                  </a:lnTo>
                  <a:lnTo>
                    <a:pt x="3947573" y="897206"/>
                  </a:lnTo>
                  <a:lnTo>
                    <a:pt x="3904504" y="1004777"/>
                  </a:lnTo>
                  <a:lnTo>
                    <a:pt x="3863481" y="1122125"/>
                  </a:lnTo>
                  <a:lnTo>
                    <a:pt x="3829811" y="1230036"/>
                  </a:lnTo>
                  <a:lnTo>
                    <a:pt x="3805248" y="1315501"/>
                  </a:lnTo>
                  <a:lnTo>
                    <a:pt x="3781128" y="1405056"/>
                  </a:lnTo>
                  <a:lnTo>
                    <a:pt x="3757371" y="1498778"/>
                  </a:lnTo>
                  <a:lnTo>
                    <a:pt x="3733910" y="1596715"/>
                  </a:lnTo>
                  <a:lnTo>
                    <a:pt x="3710684" y="1698890"/>
                  </a:lnTo>
                  <a:lnTo>
                    <a:pt x="3687642" y="1805294"/>
                  </a:lnTo>
                  <a:lnTo>
                    <a:pt x="3664738" y="1915884"/>
                  </a:lnTo>
                  <a:lnTo>
                    <a:pt x="3641936" y="2030586"/>
                  </a:lnTo>
                  <a:lnTo>
                    <a:pt x="3619202" y="2149287"/>
                  </a:lnTo>
                  <a:lnTo>
                    <a:pt x="3596510" y="2271840"/>
                  </a:lnTo>
                  <a:lnTo>
                    <a:pt x="3573840" y="2398058"/>
                  </a:lnTo>
                  <a:lnTo>
                    <a:pt x="3551175" y="2527721"/>
                  </a:lnTo>
                  <a:lnTo>
                    <a:pt x="3528501" y="2660568"/>
                  </a:lnTo>
                  <a:lnTo>
                    <a:pt x="3505812" y="2796305"/>
                  </a:lnTo>
                  <a:lnTo>
                    <a:pt x="3483102" y="2934608"/>
                  </a:lnTo>
                  <a:lnTo>
                    <a:pt x="3460369" y="3075118"/>
                  </a:lnTo>
                  <a:lnTo>
                    <a:pt x="3437615" y="3217453"/>
                  </a:lnTo>
                  <a:lnTo>
                    <a:pt x="3414841" y="3361208"/>
                  </a:lnTo>
                  <a:lnTo>
                    <a:pt x="3392054" y="3505959"/>
                  </a:lnTo>
                  <a:lnTo>
                    <a:pt x="3369258" y="3651272"/>
                  </a:lnTo>
                  <a:lnTo>
                    <a:pt x="3346460" y="3796703"/>
                  </a:lnTo>
                  <a:lnTo>
                    <a:pt x="3323668" y="3941809"/>
                  </a:lnTo>
                  <a:lnTo>
                    <a:pt x="3300886" y="4086150"/>
                  </a:lnTo>
                  <a:lnTo>
                    <a:pt x="3278121" y="4229294"/>
                  </a:lnTo>
                  <a:lnTo>
                    <a:pt x="3255376" y="4370828"/>
                  </a:lnTo>
                  <a:lnTo>
                    <a:pt x="3232654" y="4510356"/>
                  </a:lnTo>
                  <a:lnTo>
                    <a:pt x="3209954" y="4647506"/>
                  </a:lnTo>
                  <a:lnTo>
                    <a:pt x="3187273" y="4781935"/>
                  </a:lnTo>
                  <a:lnTo>
                    <a:pt x="3164605" y="4913332"/>
                  </a:lnTo>
                  <a:lnTo>
                    <a:pt x="3141939" y="5041420"/>
                  </a:lnTo>
                  <a:lnTo>
                    <a:pt x="3119261" y="5165956"/>
                  </a:lnTo>
                  <a:lnTo>
                    <a:pt x="3096553" y="5286734"/>
                  </a:lnTo>
                  <a:lnTo>
                    <a:pt x="3073791" y="5403588"/>
                  </a:lnTo>
                  <a:lnTo>
                    <a:pt x="3050945" y="5516385"/>
                  </a:lnTo>
                  <a:lnTo>
                    <a:pt x="3027982" y="5625032"/>
                  </a:lnTo>
                  <a:lnTo>
                    <a:pt x="3004860" y="5729468"/>
                  </a:lnTo>
                  <a:lnTo>
                    <a:pt x="2981532" y="5829668"/>
                  </a:lnTo>
                  <a:lnTo>
                    <a:pt x="2957941" y="5925636"/>
                  </a:lnTo>
                  <a:lnTo>
                    <a:pt x="2934024" y="6017408"/>
                  </a:lnTo>
                  <a:lnTo>
                    <a:pt x="2909708" y="6105047"/>
                  </a:lnTo>
                  <a:lnTo>
                    <a:pt x="2896531" y="6150181"/>
                  </a:lnTo>
                  <a:lnTo>
                    <a:pt x="2856914" y="6276052"/>
                  </a:lnTo>
                  <a:lnTo>
                    <a:pt x="2815617" y="6391932"/>
                  </a:lnTo>
                  <a:lnTo>
                    <a:pt x="2772207" y="6498100"/>
                  </a:lnTo>
                  <a:lnTo>
                    <a:pt x="2726208" y="6595139"/>
                  </a:lnTo>
                  <a:lnTo>
                    <a:pt x="2677122" y="6683780"/>
                  </a:lnTo>
                  <a:lnTo>
                    <a:pt x="2624450" y="6764800"/>
                  </a:lnTo>
                  <a:lnTo>
                    <a:pt x="2567722" y="6838954"/>
                  </a:lnTo>
                  <a:lnTo>
                    <a:pt x="2506522" y="6906932"/>
                  </a:lnTo>
                  <a:lnTo>
                    <a:pt x="2440537" y="6969336"/>
                  </a:lnTo>
                  <a:lnTo>
                    <a:pt x="2369608" y="7026661"/>
                  </a:lnTo>
                  <a:lnTo>
                    <a:pt x="2293797" y="7079287"/>
                  </a:lnTo>
                  <a:lnTo>
                    <a:pt x="2213470" y="7127478"/>
                  </a:lnTo>
                  <a:lnTo>
                    <a:pt x="2129368" y="7171382"/>
                  </a:lnTo>
                  <a:lnTo>
                    <a:pt x="2042680" y="7211047"/>
                  </a:lnTo>
                  <a:lnTo>
                    <a:pt x="1955073" y="7246438"/>
                  </a:lnTo>
                  <a:lnTo>
                    <a:pt x="1868673" y="7277476"/>
                  </a:lnTo>
                  <a:lnTo>
                    <a:pt x="1785948" y="7304081"/>
                  </a:lnTo>
                  <a:lnTo>
                    <a:pt x="1709517" y="7326223"/>
                  </a:lnTo>
                  <a:lnTo>
                    <a:pt x="1641862" y="7343975"/>
                  </a:lnTo>
                  <a:lnTo>
                    <a:pt x="1585007" y="7357552"/>
                  </a:lnTo>
                  <a:lnTo>
                    <a:pt x="1540216" y="7367324"/>
                  </a:lnTo>
                  <a:lnTo>
                    <a:pt x="1507780" y="7373812"/>
                  </a:lnTo>
                  <a:lnTo>
                    <a:pt x="1486925" y="7377646"/>
                  </a:lnTo>
                  <a:lnTo>
                    <a:pt x="1475850" y="7379522"/>
                  </a:lnTo>
                  <a:lnTo>
                    <a:pt x="1471843" y="7380150"/>
                  </a:lnTo>
                  <a:lnTo>
                    <a:pt x="1471387" y="7380217"/>
                  </a:lnTo>
                  <a:lnTo>
                    <a:pt x="0" y="738021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77" name="pg1877"/>
            <p:cNvSpPr/>
            <p:nvPr/>
          </p:nvSpPr>
          <p:spPr>
            <a:xfrm>
              <a:off x="4799595" y="2944693"/>
              <a:ext cx="11981298" cy="7314833"/>
            </a:xfrm>
            <a:custGeom>
              <a:avLst/>
              <a:pathLst>
                <a:path w="11981298" h="7314833">
                  <a:moveTo>
                    <a:pt x="0" y="7314833"/>
                  </a:moveTo>
                  <a:lnTo>
                    <a:pt x="1471387" y="7314833"/>
                  </a:lnTo>
                  <a:lnTo>
                    <a:pt x="1472122" y="7314725"/>
                  </a:lnTo>
                  <a:lnTo>
                    <a:pt x="1477000" y="7313960"/>
                  </a:lnTo>
                  <a:lnTo>
                    <a:pt x="1489440" y="7311847"/>
                  </a:lnTo>
                  <a:lnTo>
                    <a:pt x="1512042" y="7307680"/>
                  </a:lnTo>
                  <a:lnTo>
                    <a:pt x="1546463" y="7300772"/>
                  </a:lnTo>
                  <a:lnTo>
                    <a:pt x="1593313" y="7290508"/>
                  </a:lnTo>
                  <a:lnTo>
                    <a:pt x="1652136" y="7276393"/>
                  </a:lnTo>
                  <a:lnTo>
                    <a:pt x="1721517" y="7258082"/>
                  </a:lnTo>
                  <a:lnTo>
                    <a:pt x="1799324" y="7235387"/>
                  </a:lnTo>
                  <a:lnTo>
                    <a:pt x="1883014" y="7208254"/>
                  </a:lnTo>
                  <a:lnTo>
                    <a:pt x="1969962" y="7176726"/>
                  </a:lnTo>
                  <a:lnTo>
                    <a:pt x="2057729" y="7140885"/>
                  </a:lnTo>
                  <a:lnTo>
                    <a:pt x="2144252" y="7100806"/>
                  </a:lnTo>
                  <a:lnTo>
                    <a:pt x="2227935" y="7056511"/>
                  </a:lnTo>
                  <a:lnTo>
                    <a:pt x="2307666" y="7007936"/>
                  </a:lnTo>
                  <a:lnTo>
                    <a:pt x="2382771" y="6954914"/>
                  </a:lnTo>
                  <a:lnTo>
                    <a:pt x="2452944" y="6897162"/>
                  </a:lnTo>
                  <a:lnTo>
                    <a:pt x="2518167" y="6834278"/>
                  </a:lnTo>
                  <a:lnTo>
                    <a:pt x="2578633" y="6765751"/>
                  </a:lnTo>
                  <a:lnTo>
                    <a:pt x="2634681" y="6690963"/>
                  </a:lnTo>
                  <a:lnTo>
                    <a:pt x="2686742" y="6609212"/>
                  </a:lnTo>
                  <a:lnTo>
                    <a:pt x="2735296" y="6519737"/>
                  </a:lnTo>
                  <a:lnTo>
                    <a:pt x="2780848" y="6421768"/>
                  </a:lnTo>
                  <a:lnTo>
                    <a:pt x="2823896" y="6314595"/>
                  </a:lnTo>
                  <a:lnTo>
                    <a:pt x="2864912" y="6197684"/>
                  </a:lnTo>
                  <a:lnTo>
                    <a:pt x="2896531" y="6097056"/>
                  </a:lnTo>
                  <a:lnTo>
                    <a:pt x="2921212" y="6012023"/>
                  </a:lnTo>
                  <a:lnTo>
                    <a:pt x="2945446" y="5922901"/>
                  </a:lnTo>
                  <a:lnTo>
                    <a:pt x="2969314" y="5829614"/>
                  </a:lnTo>
                  <a:lnTo>
                    <a:pt x="2992884" y="5732111"/>
                  </a:lnTo>
                  <a:lnTo>
                    <a:pt x="3016218" y="5630372"/>
                  </a:lnTo>
                  <a:lnTo>
                    <a:pt x="3039368" y="5524407"/>
                  </a:lnTo>
                  <a:lnTo>
                    <a:pt x="3062378" y="5414259"/>
                  </a:lnTo>
                  <a:lnTo>
                    <a:pt x="3085289" y="5300004"/>
                  </a:lnTo>
                  <a:lnTo>
                    <a:pt x="3108130" y="5181755"/>
                  </a:lnTo>
                  <a:lnTo>
                    <a:pt x="3130930" y="5059664"/>
                  </a:lnTo>
                  <a:lnTo>
                    <a:pt x="3153710" y="4933918"/>
                  </a:lnTo>
                  <a:lnTo>
                    <a:pt x="3176485" y="4804743"/>
                  </a:lnTo>
                  <a:lnTo>
                    <a:pt x="3199269" y="4672400"/>
                  </a:lnTo>
                  <a:lnTo>
                    <a:pt x="3222070" y="4537187"/>
                  </a:lnTo>
                  <a:lnTo>
                    <a:pt x="3244891" y="4399434"/>
                  </a:lnTo>
                  <a:lnTo>
                    <a:pt x="3267736" y="4259500"/>
                  </a:lnTo>
                  <a:lnTo>
                    <a:pt x="3290602" y="4117773"/>
                  </a:lnTo>
                  <a:lnTo>
                    <a:pt x="3313487" y="3974662"/>
                  </a:lnTo>
                  <a:lnTo>
                    <a:pt x="3336386" y="3830591"/>
                  </a:lnTo>
                  <a:lnTo>
                    <a:pt x="3359293" y="3686000"/>
                  </a:lnTo>
                  <a:lnTo>
                    <a:pt x="3382201" y="3541333"/>
                  </a:lnTo>
                  <a:lnTo>
                    <a:pt x="3405103" y="3397037"/>
                  </a:lnTo>
                  <a:lnTo>
                    <a:pt x="3427993" y="3253552"/>
                  </a:lnTo>
                  <a:lnTo>
                    <a:pt x="3450867" y="3111309"/>
                  </a:lnTo>
                  <a:lnTo>
                    <a:pt x="3473719" y="2970724"/>
                  </a:lnTo>
                  <a:lnTo>
                    <a:pt x="3496548" y="2832191"/>
                  </a:lnTo>
                  <a:lnTo>
                    <a:pt x="3519355" y="2696079"/>
                  </a:lnTo>
                  <a:lnTo>
                    <a:pt x="3542144" y="2562730"/>
                  </a:lnTo>
                  <a:lnTo>
                    <a:pt x="3564921" y="2432451"/>
                  </a:lnTo>
                  <a:lnTo>
                    <a:pt x="3587698" y="2305517"/>
                  </a:lnTo>
                  <a:lnTo>
                    <a:pt x="3610489" y="2182165"/>
                  </a:lnTo>
                  <a:lnTo>
                    <a:pt x="3633314" y="2062597"/>
                  </a:lnTo>
                  <a:lnTo>
                    <a:pt x="3656197" y="1946976"/>
                  </a:lnTo>
                  <a:lnTo>
                    <a:pt x="3679170" y="1835426"/>
                  </a:lnTo>
                  <a:lnTo>
                    <a:pt x="3702268" y="1728038"/>
                  </a:lnTo>
                  <a:lnTo>
                    <a:pt x="3725534" y="1624866"/>
                  </a:lnTo>
                  <a:lnTo>
                    <a:pt x="3749018" y="1525930"/>
                  </a:lnTo>
                  <a:lnTo>
                    <a:pt x="3772778" y="1431220"/>
                  </a:lnTo>
                  <a:lnTo>
                    <a:pt x="3796879" y="1340694"/>
                  </a:lnTo>
                  <a:lnTo>
                    <a:pt x="3821399" y="1254287"/>
                  </a:lnTo>
                  <a:lnTo>
                    <a:pt x="3829811" y="1225949"/>
                  </a:lnTo>
                  <a:lnTo>
                    <a:pt x="3869511" y="1101088"/>
                  </a:lnTo>
                  <a:lnTo>
                    <a:pt x="3910898" y="986158"/>
                  </a:lnTo>
                  <a:lnTo>
                    <a:pt x="3954409" y="880881"/>
                  </a:lnTo>
                  <a:lnTo>
                    <a:pt x="4000523" y="784675"/>
                  </a:lnTo>
                  <a:lnTo>
                    <a:pt x="4049740" y="696811"/>
                  </a:lnTo>
                  <a:lnTo>
                    <a:pt x="4102563" y="616515"/>
                  </a:lnTo>
                  <a:lnTo>
                    <a:pt x="4159464" y="543036"/>
                  </a:lnTo>
                  <a:lnTo>
                    <a:pt x="4220861" y="475687"/>
                  </a:lnTo>
                  <a:lnTo>
                    <a:pt x="4287066" y="413870"/>
                  </a:lnTo>
                  <a:lnTo>
                    <a:pt x="4358237" y="357094"/>
                  </a:lnTo>
                  <a:lnTo>
                    <a:pt x="4434305" y="304982"/>
                  </a:lnTo>
                  <a:lnTo>
                    <a:pt x="4514895" y="257275"/>
                  </a:lnTo>
                  <a:lnTo>
                    <a:pt x="4599252" y="213827"/>
                  </a:lnTo>
                  <a:lnTo>
                    <a:pt x="4686168" y="174594"/>
                  </a:lnTo>
                  <a:lnTo>
                    <a:pt x="4773950" y="139611"/>
                  </a:lnTo>
                  <a:lnTo>
                    <a:pt x="4860449" y="108957"/>
                  </a:lnTo>
                  <a:lnTo>
                    <a:pt x="4943172" y="82713"/>
                  </a:lnTo>
                  <a:lnTo>
                    <a:pt x="5019486" y="60905"/>
                  </a:lnTo>
                  <a:lnTo>
                    <a:pt x="5086902" y="43455"/>
                  </a:lnTo>
                  <a:lnTo>
                    <a:pt x="5143410" y="30145"/>
                  </a:lnTo>
                  <a:lnTo>
                    <a:pt x="5187772" y="20598"/>
                  </a:lnTo>
                  <a:lnTo>
                    <a:pt x="5219740" y="14292"/>
                  </a:lnTo>
                  <a:lnTo>
                    <a:pt x="5240140" y="10593"/>
                  </a:lnTo>
                  <a:lnTo>
                    <a:pt x="5250828" y="8807"/>
                  </a:lnTo>
                  <a:lnTo>
                    <a:pt x="5254576" y="8227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260" y="8254"/>
                  </a:lnTo>
                  <a:lnTo>
                    <a:pt x="6733321" y="8833"/>
                  </a:lnTo>
                  <a:lnTo>
                    <a:pt x="6748693" y="10433"/>
                  </a:lnTo>
                  <a:lnTo>
                    <a:pt x="6776411" y="13588"/>
                  </a:lnTo>
                  <a:lnTo>
                    <a:pt x="6818201" y="18803"/>
                  </a:lnTo>
                  <a:lnTo>
                    <a:pt x="6874354" y="26514"/>
                  </a:lnTo>
                  <a:lnTo>
                    <a:pt x="6943761" y="37049"/>
                  </a:lnTo>
                  <a:lnTo>
                    <a:pt x="7024157" y="50606"/>
                  </a:lnTo>
                  <a:lnTo>
                    <a:pt x="7112530" y="67267"/>
                  </a:lnTo>
                  <a:lnTo>
                    <a:pt x="7205590" y="87021"/>
                  </a:lnTo>
                  <a:lnTo>
                    <a:pt x="7300201" y="109809"/>
                  </a:lnTo>
                  <a:lnTo>
                    <a:pt x="7393683" y="135572"/>
                  </a:lnTo>
                  <a:lnTo>
                    <a:pt x="7483977" y="164289"/>
                  </a:lnTo>
                  <a:lnTo>
                    <a:pt x="7569672" y="196006"/>
                  </a:lnTo>
                  <a:lnTo>
                    <a:pt x="7649948" y="230855"/>
                  </a:lnTo>
                  <a:lnTo>
                    <a:pt x="7724473" y="269060"/>
                  </a:lnTo>
                  <a:lnTo>
                    <a:pt x="7793285" y="310943"/>
                  </a:lnTo>
                  <a:lnTo>
                    <a:pt x="7856685" y="356913"/>
                  </a:lnTo>
                  <a:lnTo>
                    <a:pt x="7915144" y="407462"/>
                  </a:lnTo>
                  <a:lnTo>
                    <a:pt x="7969234" y="463143"/>
                  </a:lnTo>
                  <a:lnTo>
                    <a:pt x="8019577" y="524537"/>
                  </a:lnTo>
                  <a:lnTo>
                    <a:pt x="8066801" y="592207"/>
                  </a:lnTo>
                  <a:lnTo>
                    <a:pt x="8111511" y="666608"/>
                  </a:lnTo>
                  <a:lnTo>
                    <a:pt x="8151487" y="742380"/>
                  </a:lnTo>
                  <a:lnTo>
                    <a:pt x="8182719" y="807838"/>
                  </a:lnTo>
                  <a:lnTo>
                    <a:pt x="8213267" y="877285"/>
                  </a:lnTo>
                  <a:lnTo>
                    <a:pt x="8243286" y="950802"/>
                  </a:lnTo>
                  <a:lnTo>
                    <a:pt x="8272906" y="1028427"/>
                  </a:lnTo>
                  <a:lnTo>
                    <a:pt x="8302236" y="1110149"/>
                  </a:lnTo>
                  <a:lnTo>
                    <a:pt x="8331363" y="1195907"/>
                  </a:lnTo>
                  <a:lnTo>
                    <a:pt x="8360361" y="1285585"/>
                  </a:lnTo>
                  <a:lnTo>
                    <a:pt x="8389286" y="1379009"/>
                  </a:lnTo>
                  <a:lnTo>
                    <a:pt x="8418182" y="1475948"/>
                  </a:lnTo>
                  <a:lnTo>
                    <a:pt x="8447081" y="1576110"/>
                  </a:lnTo>
                  <a:lnTo>
                    <a:pt x="8476003" y="1679151"/>
                  </a:lnTo>
                  <a:lnTo>
                    <a:pt x="8504958" y="1784669"/>
                  </a:lnTo>
                  <a:lnTo>
                    <a:pt x="8533950" y="1892221"/>
                  </a:lnTo>
                  <a:lnTo>
                    <a:pt x="8562975" y="2001318"/>
                  </a:lnTo>
                  <a:lnTo>
                    <a:pt x="8592024" y="2111446"/>
                  </a:lnTo>
                  <a:lnTo>
                    <a:pt x="8621086" y="2222065"/>
                  </a:lnTo>
                  <a:lnTo>
                    <a:pt x="8650145" y="2332628"/>
                  </a:lnTo>
                  <a:lnTo>
                    <a:pt x="8679191" y="2442589"/>
                  </a:lnTo>
                  <a:lnTo>
                    <a:pt x="8708209" y="2551413"/>
                  </a:lnTo>
                  <a:lnTo>
                    <a:pt x="8737194" y="2658588"/>
                  </a:lnTo>
                  <a:lnTo>
                    <a:pt x="8766142" y="2763637"/>
                  </a:lnTo>
                  <a:lnTo>
                    <a:pt x="8795058" y="2866122"/>
                  </a:lnTo>
                  <a:lnTo>
                    <a:pt x="8823954" y="2965655"/>
                  </a:lnTo>
                  <a:lnTo>
                    <a:pt x="8852854" y="3061899"/>
                  </a:lnTo>
                  <a:lnTo>
                    <a:pt x="8881790" y="3154578"/>
                  </a:lnTo>
                  <a:lnTo>
                    <a:pt x="8910809" y="3243470"/>
                  </a:lnTo>
                  <a:lnTo>
                    <a:pt x="8939971" y="3328413"/>
                  </a:lnTo>
                  <a:lnTo>
                    <a:pt x="8969352" y="3409304"/>
                  </a:lnTo>
                  <a:lnTo>
                    <a:pt x="8999044" y="3486091"/>
                  </a:lnTo>
                  <a:lnTo>
                    <a:pt x="9029159" y="3558775"/>
                  </a:lnTo>
                  <a:lnTo>
                    <a:pt x="9059833" y="3627402"/>
                  </a:lnTo>
                  <a:lnTo>
                    <a:pt x="9084767" y="3679211"/>
                  </a:lnTo>
                  <a:lnTo>
                    <a:pt x="9127626" y="3760107"/>
                  </a:lnTo>
                  <a:lnTo>
                    <a:pt x="9172485" y="3834053"/>
                  </a:lnTo>
                  <a:lnTo>
                    <a:pt x="9219896" y="3901293"/>
                  </a:lnTo>
                  <a:lnTo>
                    <a:pt x="9270467" y="3962293"/>
                  </a:lnTo>
                  <a:lnTo>
                    <a:pt x="9324826" y="4017617"/>
                  </a:lnTo>
                  <a:lnTo>
                    <a:pt x="9383594" y="4067847"/>
                  </a:lnTo>
                  <a:lnTo>
                    <a:pt x="9447338" y="4113534"/>
                  </a:lnTo>
                  <a:lnTo>
                    <a:pt x="9516521" y="4155162"/>
                  </a:lnTo>
                  <a:lnTo>
                    <a:pt x="9591427" y="4193137"/>
                  </a:lnTo>
                  <a:lnTo>
                    <a:pt x="9672076" y="4227773"/>
                  </a:lnTo>
                  <a:lnTo>
                    <a:pt x="9758105" y="4259289"/>
                  </a:lnTo>
                  <a:lnTo>
                    <a:pt x="9848660" y="4287811"/>
                  </a:lnTo>
                  <a:lnTo>
                    <a:pt x="9942288" y="4313379"/>
                  </a:lnTo>
                  <a:lnTo>
                    <a:pt x="10036885" y="4335968"/>
                  </a:lnTo>
                  <a:lnTo>
                    <a:pt x="10129736" y="4355519"/>
                  </a:lnTo>
                  <a:lnTo>
                    <a:pt x="10217683" y="4371975"/>
                  </a:lnTo>
                  <a:lnTo>
                    <a:pt x="10297442" y="4385329"/>
                  </a:lnTo>
                  <a:lnTo>
                    <a:pt x="10366033" y="4395670"/>
                  </a:lnTo>
                  <a:lnTo>
                    <a:pt x="10421257" y="4403205"/>
                  </a:lnTo>
                  <a:lnTo>
                    <a:pt x="10462094" y="4408270"/>
                  </a:lnTo>
                  <a:lnTo>
                    <a:pt x="10488929" y="4411305"/>
                  </a:lnTo>
                  <a:lnTo>
                    <a:pt x="10503579" y="4412822"/>
                  </a:lnTo>
                  <a:lnTo>
                    <a:pt x="10509160" y="4413352"/>
                  </a:lnTo>
                  <a:lnTo>
                    <a:pt x="10509911" y="4413419"/>
                  </a:lnTo>
                  <a:lnTo>
                    <a:pt x="11981298" y="4413419"/>
                  </a:lnTo>
                  <a:lnTo>
                    <a:pt x="11981298" y="4405246"/>
                  </a:lnTo>
                  <a:lnTo>
                    <a:pt x="10509911" y="4405246"/>
                  </a:lnTo>
                  <a:lnTo>
                    <a:pt x="10508993" y="4405164"/>
                  </a:lnTo>
                  <a:lnTo>
                    <a:pt x="10502932" y="4404585"/>
                  </a:lnTo>
                  <a:lnTo>
                    <a:pt x="10487560" y="4402985"/>
                  </a:lnTo>
                  <a:lnTo>
                    <a:pt x="10459842" y="4399830"/>
                  </a:lnTo>
                  <a:lnTo>
                    <a:pt x="10418052" y="4394615"/>
                  </a:lnTo>
                  <a:lnTo>
                    <a:pt x="10361899" y="4386904"/>
                  </a:lnTo>
                  <a:lnTo>
                    <a:pt x="10292493" y="4376369"/>
                  </a:lnTo>
                  <a:lnTo>
                    <a:pt x="10212096" y="4362812"/>
                  </a:lnTo>
                  <a:lnTo>
                    <a:pt x="10123723" y="4346151"/>
                  </a:lnTo>
                  <a:lnTo>
                    <a:pt x="10030663" y="4326397"/>
                  </a:lnTo>
                  <a:lnTo>
                    <a:pt x="9936052" y="4303609"/>
                  </a:lnTo>
                  <a:lnTo>
                    <a:pt x="9842570" y="4277846"/>
                  </a:lnTo>
                  <a:lnTo>
                    <a:pt x="9752276" y="4249129"/>
                  </a:lnTo>
                  <a:lnTo>
                    <a:pt x="9666581" y="4217412"/>
                  </a:lnTo>
                  <a:lnTo>
                    <a:pt x="9586305" y="4182563"/>
                  </a:lnTo>
                  <a:lnTo>
                    <a:pt x="9511780" y="4144358"/>
                  </a:lnTo>
                  <a:lnTo>
                    <a:pt x="9442968" y="4102475"/>
                  </a:lnTo>
                  <a:lnTo>
                    <a:pt x="9379568" y="4056505"/>
                  </a:lnTo>
                  <a:lnTo>
                    <a:pt x="9321109" y="4005956"/>
                  </a:lnTo>
                  <a:lnTo>
                    <a:pt x="9267019" y="3950275"/>
                  </a:lnTo>
                  <a:lnTo>
                    <a:pt x="9216677" y="3888881"/>
                  </a:lnTo>
                  <a:lnTo>
                    <a:pt x="9169453" y="3821211"/>
                  </a:lnTo>
                  <a:lnTo>
                    <a:pt x="9124742" y="3746810"/>
                  </a:lnTo>
                  <a:lnTo>
                    <a:pt x="9084767" y="3671038"/>
                  </a:lnTo>
                  <a:lnTo>
                    <a:pt x="9053535" y="3605580"/>
                  </a:lnTo>
                  <a:lnTo>
                    <a:pt x="9022986" y="3536133"/>
                  </a:lnTo>
                  <a:lnTo>
                    <a:pt x="8992967" y="3462616"/>
                  </a:lnTo>
                  <a:lnTo>
                    <a:pt x="8963347" y="3384991"/>
                  </a:lnTo>
                  <a:lnTo>
                    <a:pt x="8934018" y="3303269"/>
                  </a:lnTo>
                  <a:lnTo>
                    <a:pt x="8904890" y="3217511"/>
                  </a:lnTo>
                  <a:lnTo>
                    <a:pt x="8875893" y="3127833"/>
                  </a:lnTo>
                  <a:lnTo>
                    <a:pt x="8846967" y="3034409"/>
                  </a:lnTo>
                  <a:lnTo>
                    <a:pt x="8818071" y="2937470"/>
                  </a:lnTo>
                  <a:lnTo>
                    <a:pt x="8789172" y="2837308"/>
                  </a:lnTo>
                  <a:lnTo>
                    <a:pt x="8760250" y="2734267"/>
                  </a:lnTo>
                  <a:lnTo>
                    <a:pt x="8731295" y="2628749"/>
                  </a:lnTo>
                  <a:lnTo>
                    <a:pt x="8702303" y="2521198"/>
                  </a:lnTo>
                  <a:lnTo>
                    <a:pt x="8673278" y="2412100"/>
                  </a:lnTo>
                  <a:lnTo>
                    <a:pt x="8644229" y="2301973"/>
                  </a:lnTo>
                  <a:lnTo>
                    <a:pt x="8615168" y="2191353"/>
                  </a:lnTo>
                  <a:lnTo>
                    <a:pt x="8586108" y="2080790"/>
                  </a:lnTo>
                  <a:lnTo>
                    <a:pt x="8557063" y="1970829"/>
                  </a:lnTo>
                  <a:lnTo>
                    <a:pt x="8528044" y="1862005"/>
                  </a:lnTo>
                  <a:lnTo>
                    <a:pt x="8499059" y="1754830"/>
                  </a:lnTo>
                  <a:lnTo>
                    <a:pt x="8470111" y="1649781"/>
                  </a:lnTo>
                  <a:lnTo>
                    <a:pt x="8441195" y="1547296"/>
                  </a:lnTo>
                  <a:lnTo>
                    <a:pt x="8412299" y="1447763"/>
                  </a:lnTo>
                  <a:lnTo>
                    <a:pt x="8383400" y="1351519"/>
                  </a:lnTo>
                  <a:lnTo>
                    <a:pt x="8354463" y="1258840"/>
                  </a:lnTo>
                  <a:lnTo>
                    <a:pt x="8325444" y="1169948"/>
                  </a:lnTo>
                  <a:lnTo>
                    <a:pt x="8296282" y="1085005"/>
                  </a:lnTo>
                  <a:lnTo>
                    <a:pt x="8266902" y="1004114"/>
                  </a:lnTo>
                  <a:lnTo>
                    <a:pt x="8237210" y="927327"/>
                  </a:lnTo>
                  <a:lnTo>
                    <a:pt x="8207094" y="854643"/>
                  </a:lnTo>
                  <a:lnTo>
                    <a:pt x="8176420" y="786016"/>
                  </a:lnTo>
                  <a:lnTo>
                    <a:pt x="8151487" y="734207"/>
                  </a:lnTo>
                  <a:lnTo>
                    <a:pt x="8108627" y="653312"/>
                  </a:lnTo>
                  <a:lnTo>
                    <a:pt x="8063768" y="579365"/>
                  </a:lnTo>
                  <a:lnTo>
                    <a:pt x="8016357" y="512125"/>
                  </a:lnTo>
                  <a:lnTo>
                    <a:pt x="7965787" y="451125"/>
                  </a:lnTo>
                  <a:lnTo>
                    <a:pt x="7911427" y="395801"/>
                  </a:lnTo>
                  <a:lnTo>
                    <a:pt x="7852659" y="345571"/>
                  </a:lnTo>
                  <a:lnTo>
                    <a:pt x="7788915" y="299885"/>
                  </a:lnTo>
                  <a:lnTo>
                    <a:pt x="7719733" y="258256"/>
                  </a:lnTo>
                  <a:lnTo>
                    <a:pt x="7644826" y="220281"/>
                  </a:lnTo>
                  <a:lnTo>
                    <a:pt x="7564177" y="185645"/>
                  </a:lnTo>
                  <a:lnTo>
                    <a:pt x="7478148" y="154129"/>
                  </a:lnTo>
                  <a:lnTo>
                    <a:pt x="7387593" y="125607"/>
                  </a:lnTo>
                  <a:lnTo>
                    <a:pt x="7293966" y="100039"/>
                  </a:lnTo>
                  <a:lnTo>
                    <a:pt x="7199368" y="77450"/>
                  </a:lnTo>
                  <a:lnTo>
                    <a:pt x="7106517" y="57899"/>
                  </a:lnTo>
                  <a:lnTo>
                    <a:pt x="7018570" y="41443"/>
                  </a:lnTo>
                  <a:lnTo>
                    <a:pt x="6938812" y="28089"/>
                  </a:lnTo>
                  <a:lnTo>
                    <a:pt x="6870220" y="17748"/>
                  </a:lnTo>
                  <a:lnTo>
                    <a:pt x="6814996" y="10213"/>
                  </a:lnTo>
                  <a:lnTo>
                    <a:pt x="6774159" y="5148"/>
                  </a:lnTo>
                  <a:lnTo>
                    <a:pt x="6747325" y="2113"/>
                  </a:lnTo>
                  <a:lnTo>
                    <a:pt x="6732674" y="596"/>
                  </a:lnTo>
                  <a:lnTo>
                    <a:pt x="6727093" y="66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220" y="107"/>
                  </a:lnTo>
                  <a:lnTo>
                    <a:pt x="5249342" y="872"/>
                  </a:lnTo>
                  <a:lnTo>
                    <a:pt x="5236902" y="2985"/>
                  </a:lnTo>
                  <a:lnTo>
                    <a:pt x="5214300" y="7152"/>
                  </a:lnTo>
                  <a:lnTo>
                    <a:pt x="5179879" y="14061"/>
                  </a:lnTo>
                  <a:lnTo>
                    <a:pt x="5133029" y="24325"/>
                  </a:lnTo>
                  <a:lnTo>
                    <a:pt x="5074206" y="38439"/>
                  </a:lnTo>
                  <a:lnTo>
                    <a:pt x="5004825" y="56750"/>
                  </a:lnTo>
                  <a:lnTo>
                    <a:pt x="4927018" y="79446"/>
                  </a:lnTo>
                  <a:lnTo>
                    <a:pt x="4843328" y="106578"/>
                  </a:lnTo>
                  <a:lnTo>
                    <a:pt x="4756380" y="138107"/>
                  </a:lnTo>
                  <a:lnTo>
                    <a:pt x="4668613" y="173948"/>
                  </a:lnTo>
                  <a:lnTo>
                    <a:pt x="4582091" y="214026"/>
                  </a:lnTo>
                  <a:lnTo>
                    <a:pt x="4498407" y="258321"/>
                  </a:lnTo>
                  <a:lnTo>
                    <a:pt x="4418676" y="306896"/>
                  </a:lnTo>
                  <a:lnTo>
                    <a:pt x="4343571" y="359918"/>
                  </a:lnTo>
                  <a:lnTo>
                    <a:pt x="4273398" y="417671"/>
                  </a:lnTo>
                  <a:lnTo>
                    <a:pt x="4208175" y="480554"/>
                  </a:lnTo>
                  <a:lnTo>
                    <a:pt x="4147709" y="549081"/>
                  </a:lnTo>
                  <a:lnTo>
                    <a:pt x="4091661" y="623869"/>
                  </a:lnTo>
                  <a:lnTo>
                    <a:pt x="4039601" y="705621"/>
                  </a:lnTo>
                  <a:lnTo>
                    <a:pt x="3991046" y="795095"/>
                  </a:lnTo>
                  <a:lnTo>
                    <a:pt x="3945494" y="893064"/>
                  </a:lnTo>
                  <a:lnTo>
                    <a:pt x="3902446" y="1000237"/>
                  </a:lnTo>
                  <a:lnTo>
                    <a:pt x="3861430" y="1117148"/>
                  </a:lnTo>
                  <a:lnTo>
                    <a:pt x="3829811" y="1217776"/>
                  </a:lnTo>
                  <a:lnTo>
                    <a:pt x="3805130" y="1302809"/>
                  </a:lnTo>
                  <a:lnTo>
                    <a:pt x="3780896" y="1391931"/>
                  </a:lnTo>
                  <a:lnTo>
                    <a:pt x="3757028" y="1485219"/>
                  </a:lnTo>
                  <a:lnTo>
                    <a:pt x="3733458" y="1582721"/>
                  </a:lnTo>
                  <a:lnTo>
                    <a:pt x="3710124" y="1684460"/>
                  </a:lnTo>
                  <a:lnTo>
                    <a:pt x="3686974" y="1790425"/>
                  </a:lnTo>
                  <a:lnTo>
                    <a:pt x="3663964" y="1900574"/>
                  </a:lnTo>
                  <a:lnTo>
                    <a:pt x="3641054" y="2014829"/>
                  </a:lnTo>
                  <a:lnTo>
                    <a:pt x="3618212" y="2133077"/>
                  </a:lnTo>
                  <a:lnTo>
                    <a:pt x="3595412" y="2255168"/>
                  </a:lnTo>
                  <a:lnTo>
                    <a:pt x="3572632" y="2380914"/>
                  </a:lnTo>
                  <a:lnTo>
                    <a:pt x="3549857" y="2510090"/>
                  </a:lnTo>
                  <a:lnTo>
                    <a:pt x="3527073" y="2642432"/>
                  </a:lnTo>
                  <a:lnTo>
                    <a:pt x="3504273" y="2777645"/>
                  </a:lnTo>
                  <a:lnTo>
                    <a:pt x="3481451" y="2915399"/>
                  </a:lnTo>
                  <a:lnTo>
                    <a:pt x="3458606" y="3055332"/>
                  </a:lnTo>
                  <a:lnTo>
                    <a:pt x="3435740" y="3197059"/>
                  </a:lnTo>
                  <a:lnTo>
                    <a:pt x="3412855" y="3340171"/>
                  </a:lnTo>
                  <a:lnTo>
                    <a:pt x="3389956" y="3484241"/>
                  </a:lnTo>
                  <a:lnTo>
                    <a:pt x="3367049" y="3628833"/>
                  </a:lnTo>
                  <a:lnTo>
                    <a:pt x="3344141" y="3773499"/>
                  </a:lnTo>
                  <a:lnTo>
                    <a:pt x="3321239" y="3917796"/>
                  </a:lnTo>
                  <a:lnTo>
                    <a:pt x="3298349" y="4061281"/>
                  </a:lnTo>
                  <a:lnTo>
                    <a:pt x="3275476" y="4203523"/>
                  </a:lnTo>
                  <a:lnTo>
                    <a:pt x="3252623" y="4344108"/>
                  </a:lnTo>
                  <a:lnTo>
                    <a:pt x="3229794" y="4482642"/>
                  </a:lnTo>
                  <a:lnTo>
                    <a:pt x="3206987" y="4618753"/>
                  </a:lnTo>
                  <a:lnTo>
                    <a:pt x="3184198" y="4752103"/>
                  </a:lnTo>
                  <a:lnTo>
                    <a:pt x="3161421" y="4882382"/>
                  </a:lnTo>
                  <a:lnTo>
                    <a:pt x="3138644" y="5009316"/>
                  </a:lnTo>
                  <a:lnTo>
                    <a:pt x="3115853" y="5132667"/>
                  </a:lnTo>
                  <a:lnTo>
                    <a:pt x="3093028" y="5252235"/>
                  </a:lnTo>
                  <a:lnTo>
                    <a:pt x="3070145" y="5367857"/>
                  </a:lnTo>
                  <a:lnTo>
                    <a:pt x="3047172" y="5479406"/>
                  </a:lnTo>
                  <a:lnTo>
                    <a:pt x="3024074" y="5586794"/>
                  </a:lnTo>
                  <a:lnTo>
                    <a:pt x="3000808" y="5689966"/>
                  </a:lnTo>
                  <a:lnTo>
                    <a:pt x="2977324" y="5788902"/>
                  </a:lnTo>
                  <a:lnTo>
                    <a:pt x="2953565" y="5883613"/>
                  </a:lnTo>
                  <a:lnTo>
                    <a:pt x="2929463" y="5974138"/>
                  </a:lnTo>
                  <a:lnTo>
                    <a:pt x="2904943" y="6060546"/>
                  </a:lnTo>
                  <a:lnTo>
                    <a:pt x="2896531" y="6088883"/>
                  </a:lnTo>
                  <a:lnTo>
                    <a:pt x="2856831" y="6213745"/>
                  </a:lnTo>
                  <a:lnTo>
                    <a:pt x="2815444" y="6328674"/>
                  </a:lnTo>
                  <a:lnTo>
                    <a:pt x="2771933" y="6433952"/>
                  </a:lnTo>
                  <a:lnTo>
                    <a:pt x="2725819" y="6530158"/>
                  </a:lnTo>
                  <a:lnTo>
                    <a:pt x="2676602" y="6618022"/>
                  </a:lnTo>
                  <a:lnTo>
                    <a:pt x="2623780" y="6698318"/>
                  </a:lnTo>
                  <a:lnTo>
                    <a:pt x="2566878" y="6771797"/>
                  </a:lnTo>
                  <a:lnTo>
                    <a:pt x="2505482" y="6839146"/>
                  </a:lnTo>
                  <a:lnTo>
                    <a:pt x="2439276" y="6900963"/>
                  </a:lnTo>
                  <a:lnTo>
                    <a:pt x="2368105" y="6957739"/>
                  </a:lnTo>
                  <a:lnTo>
                    <a:pt x="2292038" y="7009851"/>
                  </a:lnTo>
                  <a:lnTo>
                    <a:pt x="2211447" y="7057557"/>
                  </a:lnTo>
                  <a:lnTo>
                    <a:pt x="2127090" y="7101005"/>
                  </a:lnTo>
                  <a:lnTo>
                    <a:pt x="2040174" y="7140238"/>
                  </a:lnTo>
                  <a:lnTo>
                    <a:pt x="1952392" y="7175222"/>
                  </a:lnTo>
                  <a:lnTo>
                    <a:pt x="1865893" y="7205875"/>
                  </a:lnTo>
                  <a:lnTo>
                    <a:pt x="1783170" y="7232119"/>
                  </a:lnTo>
                  <a:lnTo>
                    <a:pt x="1706856" y="7253927"/>
                  </a:lnTo>
                  <a:lnTo>
                    <a:pt x="1639440" y="7271377"/>
                  </a:lnTo>
                  <a:lnTo>
                    <a:pt x="1582932" y="7284687"/>
                  </a:lnTo>
                  <a:lnTo>
                    <a:pt x="1538570" y="7294234"/>
                  </a:lnTo>
                  <a:lnTo>
                    <a:pt x="1506602" y="7300541"/>
                  </a:lnTo>
                  <a:lnTo>
                    <a:pt x="1486202" y="7304240"/>
                  </a:lnTo>
                  <a:lnTo>
                    <a:pt x="1475514" y="7306026"/>
                  </a:lnTo>
                  <a:lnTo>
                    <a:pt x="1471767" y="7306605"/>
                  </a:lnTo>
                  <a:lnTo>
                    <a:pt x="1471387" y="7306660"/>
                  </a:lnTo>
                  <a:lnTo>
                    <a:pt x="0" y="7306660"/>
                  </a:lnTo>
                  <a:close/>
                </a:path>
              </a:pathLst>
            </a:custGeom>
            <a:solidFill>
              <a:srgbClr val="6FA8DC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878" name="pl1878"/>
            <p:cNvSpPr/>
            <p:nvPr/>
          </p:nvSpPr>
          <p:spPr>
            <a:xfrm>
              <a:off x="4799595" y="2952866"/>
              <a:ext cx="11981298" cy="7306660"/>
            </a:xfrm>
            <a:custGeom>
              <a:avLst/>
              <a:pathLst>
                <a:path w="11981298" h="7306660">
                  <a:moveTo>
                    <a:pt x="0" y="7306660"/>
                  </a:moveTo>
                  <a:lnTo>
                    <a:pt x="1471387" y="7306660"/>
                  </a:lnTo>
                  <a:lnTo>
                    <a:pt x="1472122" y="7306552"/>
                  </a:lnTo>
                  <a:lnTo>
                    <a:pt x="1477000" y="7305787"/>
                  </a:lnTo>
                  <a:lnTo>
                    <a:pt x="1489440" y="7303674"/>
                  </a:lnTo>
                  <a:lnTo>
                    <a:pt x="1512042" y="7299507"/>
                  </a:lnTo>
                  <a:lnTo>
                    <a:pt x="1546463" y="7292599"/>
                  </a:lnTo>
                  <a:lnTo>
                    <a:pt x="1593313" y="7282335"/>
                  </a:lnTo>
                  <a:lnTo>
                    <a:pt x="1652136" y="7268220"/>
                  </a:lnTo>
                  <a:lnTo>
                    <a:pt x="1721517" y="7249909"/>
                  </a:lnTo>
                  <a:lnTo>
                    <a:pt x="1799324" y="7227214"/>
                  </a:lnTo>
                  <a:lnTo>
                    <a:pt x="1883014" y="7200081"/>
                  </a:lnTo>
                  <a:lnTo>
                    <a:pt x="1969962" y="7168553"/>
                  </a:lnTo>
                  <a:lnTo>
                    <a:pt x="2057729" y="7132712"/>
                  </a:lnTo>
                  <a:lnTo>
                    <a:pt x="2144252" y="7092633"/>
                  </a:lnTo>
                  <a:lnTo>
                    <a:pt x="2227935" y="7048338"/>
                  </a:lnTo>
                  <a:lnTo>
                    <a:pt x="2307666" y="6999763"/>
                  </a:lnTo>
                  <a:lnTo>
                    <a:pt x="2382771" y="6946741"/>
                  </a:lnTo>
                  <a:lnTo>
                    <a:pt x="2452944" y="6888989"/>
                  </a:lnTo>
                  <a:lnTo>
                    <a:pt x="2518167" y="6826105"/>
                  </a:lnTo>
                  <a:lnTo>
                    <a:pt x="2578633" y="6757578"/>
                  </a:lnTo>
                  <a:lnTo>
                    <a:pt x="2634681" y="6682790"/>
                  </a:lnTo>
                  <a:lnTo>
                    <a:pt x="2686742" y="6601039"/>
                  </a:lnTo>
                  <a:lnTo>
                    <a:pt x="2735296" y="6511564"/>
                  </a:lnTo>
                  <a:lnTo>
                    <a:pt x="2780848" y="6413595"/>
                  </a:lnTo>
                  <a:lnTo>
                    <a:pt x="2823896" y="6306422"/>
                  </a:lnTo>
                  <a:lnTo>
                    <a:pt x="2864912" y="6189511"/>
                  </a:lnTo>
                  <a:lnTo>
                    <a:pt x="2896531" y="6088883"/>
                  </a:lnTo>
                  <a:lnTo>
                    <a:pt x="2921212" y="6003850"/>
                  </a:lnTo>
                  <a:lnTo>
                    <a:pt x="2945446" y="5914728"/>
                  </a:lnTo>
                  <a:lnTo>
                    <a:pt x="2969314" y="5821441"/>
                  </a:lnTo>
                  <a:lnTo>
                    <a:pt x="2992884" y="5723938"/>
                  </a:lnTo>
                  <a:lnTo>
                    <a:pt x="3016218" y="5622199"/>
                  </a:lnTo>
                  <a:lnTo>
                    <a:pt x="3039368" y="5516234"/>
                  </a:lnTo>
                  <a:lnTo>
                    <a:pt x="3062378" y="5406086"/>
                  </a:lnTo>
                  <a:lnTo>
                    <a:pt x="3085289" y="5291831"/>
                  </a:lnTo>
                  <a:lnTo>
                    <a:pt x="3108130" y="5173582"/>
                  </a:lnTo>
                  <a:lnTo>
                    <a:pt x="3130930" y="5051491"/>
                  </a:lnTo>
                  <a:lnTo>
                    <a:pt x="3153710" y="4925745"/>
                  </a:lnTo>
                  <a:lnTo>
                    <a:pt x="3176485" y="4796570"/>
                  </a:lnTo>
                  <a:lnTo>
                    <a:pt x="3199269" y="4664227"/>
                  </a:lnTo>
                  <a:lnTo>
                    <a:pt x="3222070" y="4529014"/>
                  </a:lnTo>
                  <a:lnTo>
                    <a:pt x="3244891" y="4391261"/>
                  </a:lnTo>
                  <a:lnTo>
                    <a:pt x="3267736" y="4251327"/>
                  </a:lnTo>
                  <a:lnTo>
                    <a:pt x="3290602" y="4109600"/>
                  </a:lnTo>
                  <a:lnTo>
                    <a:pt x="3313487" y="3966489"/>
                  </a:lnTo>
                  <a:lnTo>
                    <a:pt x="3336386" y="3822418"/>
                  </a:lnTo>
                  <a:lnTo>
                    <a:pt x="3359293" y="3677827"/>
                  </a:lnTo>
                  <a:lnTo>
                    <a:pt x="3382201" y="3533160"/>
                  </a:lnTo>
                  <a:lnTo>
                    <a:pt x="3405103" y="3388864"/>
                  </a:lnTo>
                  <a:lnTo>
                    <a:pt x="3427993" y="3245379"/>
                  </a:lnTo>
                  <a:lnTo>
                    <a:pt x="3450867" y="3103136"/>
                  </a:lnTo>
                  <a:lnTo>
                    <a:pt x="3473719" y="2962551"/>
                  </a:lnTo>
                  <a:lnTo>
                    <a:pt x="3496548" y="2824018"/>
                  </a:lnTo>
                  <a:lnTo>
                    <a:pt x="3519355" y="2687906"/>
                  </a:lnTo>
                  <a:lnTo>
                    <a:pt x="3542144" y="2554557"/>
                  </a:lnTo>
                  <a:lnTo>
                    <a:pt x="3564921" y="2424278"/>
                  </a:lnTo>
                  <a:lnTo>
                    <a:pt x="3587698" y="2297344"/>
                  </a:lnTo>
                  <a:lnTo>
                    <a:pt x="3610489" y="2173992"/>
                  </a:lnTo>
                  <a:lnTo>
                    <a:pt x="3633314" y="2054424"/>
                  </a:lnTo>
                  <a:lnTo>
                    <a:pt x="3656197" y="1938803"/>
                  </a:lnTo>
                  <a:lnTo>
                    <a:pt x="3679170" y="1827253"/>
                  </a:lnTo>
                  <a:lnTo>
                    <a:pt x="3702268" y="1719865"/>
                  </a:lnTo>
                  <a:lnTo>
                    <a:pt x="3725534" y="1616693"/>
                  </a:lnTo>
                  <a:lnTo>
                    <a:pt x="3749018" y="1517757"/>
                  </a:lnTo>
                  <a:lnTo>
                    <a:pt x="3772778" y="1423047"/>
                  </a:lnTo>
                  <a:lnTo>
                    <a:pt x="3796879" y="1332521"/>
                  </a:lnTo>
                  <a:lnTo>
                    <a:pt x="3821399" y="1246114"/>
                  </a:lnTo>
                  <a:lnTo>
                    <a:pt x="3829811" y="1217776"/>
                  </a:lnTo>
                  <a:lnTo>
                    <a:pt x="3869511" y="1092915"/>
                  </a:lnTo>
                  <a:lnTo>
                    <a:pt x="3910898" y="977985"/>
                  </a:lnTo>
                  <a:lnTo>
                    <a:pt x="3954409" y="872708"/>
                  </a:lnTo>
                  <a:lnTo>
                    <a:pt x="4000523" y="776502"/>
                  </a:lnTo>
                  <a:lnTo>
                    <a:pt x="4049740" y="688638"/>
                  </a:lnTo>
                  <a:lnTo>
                    <a:pt x="4102563" y="608342"/>
                  </a:lnTo>
                  <a:lnTo>
                    <a:pt x="4159464" y="534863"/>
                  </a:lnTo>
                  <a:lnTo>
                    <a:pt x="4220861" y="467514"/>
                  </a:lnTo>
                  <a:lnTo>
                    <a:pt x="4287066" y="405697"/>
                  </a:lnTo>
                  <a:lnTo>
                    <a:pt x="4358237" y="348921"/>
                  </a:lnTo>
                  <a:lnTo>
                    <a:pt x="4434305" y="296809"/>
                  </a:lnTo>
                  <a:lnTo>
                    <a:pt x="4514895" y="249102"/>
                  </a:lnTo>
                  <a:lnTo>
                    <a:pt x="4599252" y="205654"/>
                  </a:lnTo>
                  <a:lnTo>
                    <a:pt x="4686168" y="166421"/>
                  </a:lnTo>
                  <a:lnTo>
                    <a:pt x="4773950" y="131438"/>
                  </a:lnTo>
                  <a:lnTo>
                    <a:pt x="4860449" y="100784"/>
                  </a:lnTo>
                  <a:lnTo>
                    <a:pt x="4943172" y="74540"/>
                  </a:lnTo>
                  <a:lnTo>
                    <a:pt x="5019486" y="52732"/>
                  </a:lnTo>
                  <a:lnTo>
                    <a:pt x="5086902" y="35282"/>
                  </a:lnTo>
                  <a:lnTo>
                    <a:pt x="5143410" y="21972"/>
                  </a:lnTo>
                  <a:lnTo>
                    <a:pt x="5187772" y="12425"/>
                  </a:lnTo>
                  <a:lnTo>
                    <a:pt x="5219740" y="6119"/>
                  </a:lnTo>
                  <a:lnTo>
                    <a:pt x="5240140" y="2420"/>
                  </a:lnTo>
                  <a:lnTo>
                    <a:pt x="5250828" y="634"/>
                  </a:lnTo>
                  <a:lnTo>
                    <a:pt x="5254576" y="54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260" y="81"/>
                  </a:lnTo>
                  <a:lnTo>
                    <a:pt x="6733321" y="660"/>
                  </a:lnTo>
                  <a:lnTo>
                    <a:pt x="6748693" y="2260"/>
                  </a:lnTo>
                  <a:lnTo>
                    <a:pt x="6776411" y="5415"/>
                  </a:lnTo>
                  <a:lnTo>
                    <a:pt x="6818201" y="10630"/>
                  </a:lnTo>
                  <a:lnTo>
                    <a:pt x="6874354" y="18341"/>
                  </a:lnTo>
                  <a:lnTo>
                    <a:pt x="6943761" y="28876"/>
                  </a:lnTo>
                  <a:lnTo>
                    <a:pt x="7024157" y="42433"/>
                  </a:lnTo>
                  <a:lnTo>
                    <a:pt x="7112530" y="59094"/>
                  </a:lnTo>
                  <a:lnTo>
                    <a:pt x="7205590" y="78848"/>
                  </a:lnTo>
                  <a:lnTo>
                    <a:pt x="7300201" y="101636"/>
                  </a:lnTo>
                  <a:lnTo>
                    <a:pt x="7393683" y="127399"/>
                  </a:lnTo>
                  <a:lnTo>
                    <a:pt x="7483977" y="156116"/>
                  </a:lnTo>
                  <a:lnTo>
                    <a:pt x="7569672" y="187833"/>
                  </a:lnTo>
                  <a:lnTo>
                    <a:pt x="7649948" y="222682"/>
                  </a:lnTo>
                  <a:lnTo>
                    <a:pt x="7724473" y="260887"/>
                  </a:lnTo>
                  <a:lnTo>
                    <a:pt x="7793285" y="302770"/>
                  </a:lnTo>
                  <a:lnTo>
                    <a:pt x="7856685" y="348740"/>
                  </a:lnTo>
                  <a:lnTo>
                    <a:pt x="7915144" y="399289"/>
                  </a:lnTo>
                  <a:lnTo>
                    <a:pt x="7969234" y="454970"/>
                  </a:lnTo>
                  <a:lnTo>
                    <a:pt x="8019577" y="516364"/>
                  </a:lnTo>
                  <a:lnTo>
                    <a:pt x="8066801" y="584034"/>
                  </a:lnTo>
                  <a:lnTo>
                    <a:pt x="8111511" y="658435"/>
                  </a:lnTo>
                  <a:lnTo>
                    <a:pt x="8151487" y="734207"/>
                  </a:lnTo>
                  <a:lnTo>
                    <a:pt x="8182719" y="799665"/>
                  </a:lnTo>
                  <a:lnTo>
                    <a:pt x="8213267" y="869112"/>
                  </a:lnTo>
                  <a:lnTo>
                    <a:pt x="8243286" y="942629"/>
                  </a:lnTo>
                  <a:lnTo>
                    <a:pt x="8272906" y="1020254"/>
                  </a:lnTo>
                  <a:lnTo>
                    <a:pt x="8302236" y="1101976"/>
                  </a:lnTo>
                  <a:lnTo>
                    <a:pt x="8331363" y="1187734"/>
                  </a:lnTo>
                  <a:lnTo>
                    <a:pt x="8360361" y="1277412"/>
                  </a:lnTo>
                  <a:lnTo>
                    <a:pt x="8389286" y="1370836"/>
                  </a:lnTo>
                  <a:lnTo>
                    <a:pt x="8418182" y="1467775"/>
                  </a:lnTo>
                  <a:lnTo>
                    <a:pt x="8447081" y="1567937"/>
                  </a:lnTo>
                  <a:lnTo>
                    <a:pt x="8476003" y="1670978"/>
                  </a:lnTo>
                  <a:lnTo>
                    <a:pt x="8504958" y="1776496"/>
                  </a:lnTo>
                  <a:lnTo>
                    <a:pt x="8533950" y="1884048"/>
                  </a:lnTo>
                  <a:lnTo>
                    <a:pt x="8562975" y="1993145"/>
                  </a:lnTo>
                  <a:lnTo>
                    <a:pt x="8592024" y="2103273"/>
                  </a:lnTo>
                  <a:lnTo>
                    <a:pt x="8621086" y="2213892"/>
                  </a:lnTo>
                  <a:lnTo>
                    <a:pt x="8650145" y="2324455"/>
                  </a:lnTo>
                  <a:lnTo>
                    <a:pt x="8679191" y="2434416"/>
                  </a:lnTo>
                  <a:lnTo>
                    <a:pt x="8708209" y="2543240"/>
                  </a:lnTo>
                  <a:lnTo>
                    <a:pt x="8737194" y="2650415"/>
                  </a:lnTo>
                  <a:lnTo>
                    <a:pt x="8766142" y="2755464"/>
                  </a:lnTo>
                  <a:lnTo>
                    <a:pt x="8795058" y="2857949"/>
                  </a:lnTo>
                  <a:lnTo>
                    <a:pt x="8823954" y="2957482"/>
                  </a:lnTo>
                  <a:lnTo>
                    <a:pt x="8852854" y="3053726"/>
                  </a:lnTo>
                  <a:lnTo>
                    <a:pt x="8881790" y="3146405"/>
                  </a:lnTo>
                  <a:lnTo>
                    <a:pt x="8910809" y="3235297"/>
                  </a:lnTo>
                  <a:lnTo>
                    <a:pt x="8939971" y="3320240"/>
                  </a:lnTo>
                  <a:lnTo>
                    <a:pt x="8969352" y="3401131"/>
                  </a:lnTo>
                  <a:lnTo>
                    <a:pt x="8999044" y="3477918"/>
                  </a:lnTo>
                  <a:lnTo>
                    <a:pt x="9029159" y="3550602"/>
                  </a:lnTo>
                  <a:lnTo>
                    <a:pt x="9059833" y="3619229"/>
                  </a:lnTo>
                  <a:lnTo>
                    <a:pt x="9084767" y="3671038"/>
                  </a:lnTo>
                  <a:lnTo>
                    <a:pt x="9127626" y="3751934"/>
                  </a:lnTo>
                  <a:lnTo>
                    <a:pt x="9172485" y="3825880"/>
                  </a:lnTo>
                  <a:lnTo>
                    <a:pt x="9219896" y="3893120"/>
                  </a:lnTo>
                  <a:lnTo>
                    <a:pt x="9270467" y="3954120"/>
                  </a:lnTo>
                  <a:lnTo>
                    <a:pt x="9324826" y="4009444"/>
                  </a:lnTo>
                  <a:lnTo>
                    <a:pt x="9383594" y="4059674"/>
                  </a:lnTo>
                  <a:lnTo>
                    <a:pt x="9447338" y="4105361"/>
                  </a:lnTo>
                  <a:lnTo>
                    <a:pt x="9516521" y="4146989"/>
                  </a:lnTo>
                  <a:lnTo>
                    <a:pt x="9591427" y="4184964"/>
                  </a:lnTo>
                  <a:lnTo>
                    <a:pt x="9672076" y="4219600"/>
                  </a:lnTo>
                  <a:lnTo>
                    <a:pt x="9758105" y="4251116"/>
                  </a:lnTo>
                  <a:lnTo>
                    <a:pt x="9848660" y="4279638"/>
                  </a:lnTo>
                  <a:lnTo>
                    <a:pt x="9942288" y="4305206"/>
                  </a:lnTo>
                  <a:lnTo>
                    <a:pt x="10036885" y="4327795"/>
                  </a:lnTo>
                  <a:lnTo>
                    <a:pt x="10129736" y="4347346"/>
                  </a:lnTo>
                  <a:lnTo>
                    <a:pt x="10217683" y="4363802"/>
                  </a:lnTo>
                  <a:lnTo>
                    <a:pt x="10297442" y="4377156"/>
                  </a:lnTo>
                  <a:lnTo>
                    <a:pt x="10366033" y="4387497"/>
                  </a:lnTo>
                  <a:lnTo>
                    <a:pt x="10421257" y="4395032"/>
                  </a:lnTo>
                  <a:lnTo>
                    <a:pt x="10462094" y="4400097"/>
                  </a:lnTo>
                  <a:lnTo>
                    <a:pt x="10488929" y="4403132"/>
                  </a:lnTo>
                  <a:lnTo>
                    <a:pt x="10503579" y="4404649"/>
                  </a:lnTo>
                  <a:lnTo>
                    <a:pt x="10509160" y="4405179"/>
                  </a:lnTo>
                  <a:lnTo>
                    <a:pt x="10509911" y="4405246"/>
                  </a:lnTo>
                  <a:lnTo>
                    <a:pt x="11981298" y="440524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79" name="pl1879"/>
            <p:cNvSpPr/>
            <p:nvPr/>
          </p:nvSpPr>
          <p:spPr>
            <a:xfrm>
              <a:off x="4799595" y="2944693"/>
              <a:ext cx="11981298" cy="7306660"/>
            </a:xfrm>
            <a:custGeom>
              <a:avLst/>
              <a:pathLst>
                <a:path w="11981298" h="7306660">
                  <a:moveTo>
                    <a:pt x="11981298" y="4405246"/>
                  </a:moveTo>
                  <a:lnTo>
                    <a:pt x="10509911" y="4405246"/>
                  </a:lnTo>
                  <a:lnTo>
                    <a:pt x="10508993" y="4405164"/>
                  </a:lnTo>
                  <a:lnTo>
                    <a:pt x="10502932" y="4404585"/>
                  </a:lnTo>
                  <a:lnTo>
                    <a:pt x="10487560" y="4402985"/>
                  </a:lnTo>
                  <a:lnTo>
                    <a:pt x="10459842" y="4399830"/>
                  </a:lnTo>
                  <a:lnTo>
                    <a:pt x="10418052" y="4394615"/>
                  </a:lnTo>
                  <a:lnTo>
                    <a:pt x="10361899" y="4386904"/>
                  </a:lnTo>
                  <a:lnTo>
                    <a:pt x="10292493" y="4376369"/>
                  </a:lnTo>
                  <a:lnTo>
                    <a:pt x="10212096" y="4362812"/>
                  </a:lnTo>
                  <a:lnTo>
                    <a:pt x="10123723" y="4346151"/>
                  </a:lnTo>
                  <a:lnTo>
                    <a:pt x="10030663" y="4326397"/>
                  </a:lnTo>
                  <a:lnTo>
                    <a:pt x="9936052" y="4303609"/>
                  </a:lnTo>
                  <a:lnTo>
                    <a:pt x="9842570" y="4277846"/>
                  </a:lnTo>
                  <a:lnTo>
                    <a:pt x="9752276" y="4249129"/>
                  </a:lnTo>
                  <a:lnTo>
                    <a:pt x="9666581" y="4217412"/>
                  </a:lnTo>
                  <a:lnTo>
                    <a:pt x="9586305" y="4182563"/>
                  </a:lnTo>
                  <a:lnTo>
                    <a:pt x="9511780" y="4144358"/>
                  </a:lnTo>
                  <a:lnTo>
                    <a:pt x="9442968" y="4102475"/>
                  </a:lnTo>
                  <a:lnTo>
                    <a:pt x="9379568" y="4056505"/>
                  </a:lnTo>
                  <a:lnTo>
                    <a:pt x="9321109" y="4005956"/>
                  </a:lnTo>
                  <a:lnTo>
                    <a:pt x="9267019" y="3950275"/>
                  </a:lnTo>
                  <a:lnTo>
                    <a:pt x="9216677" y="3888881"/>
                  </a:lnTo>
                  <a:lnTo>
                    <a:pt x="9169453" y="3821211"/>
                  </a:lnTo>
                  <a:lnTo>
                    <a:pt x="9124742" y="3746810"/>
                  </a:lnTo>
                  <a:lnTo>
                    <a:pt x="9084767" y="3671038"/>
                  </a:lnTo>
                  <a:lnTo>
                    <a:pt x="9053535" y="3605580"/>
                  </a:lnTo>
                  <a:lnTo>
                    <a:pt x="9022986" y="3536133"/>
                  </a:lnTo>
                  <a:lnTo>
                    <a:pt x="8992967" y="3462616"/>
                  </a:lnTo>
                  <a:lnTo>
                    <a:pt x="8963347" y="3384991"/>
                  </a:lnTo>
                  <a:lnTo>
                    <a:pt x="8934018" y="3303269"/>
                  </a:lnTo>
                  <a:lnTo>
                    <a:pt x="8904890" y="3217511"/>
                  </a:lnTo>
                  <a:lnTo>
                    <a:pt x="8875893" y="3127833"/>
                  </a:lnTo>
                  <a:lnTo>
                    <a:pt x="8846967" y="3034409"/>
                  </a:lnTo>
                  <a:lnTo>
                    <a:pt x="8818071" y="2937470"/>
                  </a:lnTo>
                  <a:lnTo>
                    <a:pt x="8789172" y="2837308"/>
                  </a:lnTo>
                  <a:lnTo>
                    <a:pt x="8760250" y="2734267"/>
                  </a:lnTo>
                  <a:lnTo>
                    <a:pt x="8731295" y="2628749"/>
                  </a:lnTo>
                  <a:lnTo>
                    <a:pt x="8702303" y="2521198"/>
                  </a:lnTo>
                  <a:lnTo>
                    <a:pt x="8673278" y="2412100"/>
                  </a:lnTo>
                  <a:lnTo>
                    <a:pt x="8644229" y="2301973"/>
                  </a:lnTo>
                  <a:lnTo>
                    <a:pt x="8615168" y="2191353"/>
                  </a:lnTo>
                  <a:lnTo>
                    <a:pt x="8586108" y="2080790"/>
                  </a:lnTo>
                  <a:lnTo>
                    <a:pt x="8557063" y="1970829"/>
                  </a:lnTo>
                  <a:lnTo>
                    <a:pt x="8528044" y="1862005"/>
                  </a:lnTo>
                  <a:lnTo>
                    <a:pt x="8499059" y="1754830"/>
                  </a:lnTo>
                  <a:lnTo>
                    <a:pt x="8470111" y="1649781"/>
                  </a:lnTo>
                  <a:lnTo>
                    <a:pt x="8441195" y="1547296"/>
                  </a:lnTo>
                  <a:lnTo>
                    <a:pt x="8412299" y="1447763"/>
                  </a:lnTo>
                  <a:lnTo>
                    <a:pt x="8383400" y="1351519"/>
                  </a:lnTo>
                  <a:lnTo>
                    <a:pt x="8354463" y="1258840"/>
                  </a:lnTo>
                  <a:lnTo>
                    <a:pt x="8325444" y="1169948"/>
                  </a:lnTo>
                  <a:lnTo>
                    <a:pt x="8296282" y="1085005"/>
                  </a:lnTo>
                  <a:lnTo>
                    <a:pt x="8266902" y="1004114"/>
                  </a:lnTo>
                  <a:lnTo>
                    <a:pt x="8237210" y="927327"/>
                  </a:lnTo>
                  <a:lnTo>
                    <a:pt x="8207094" y="854643"/>
                  </a:lnTo>
                  <a:lnTo>
                    <a:pt x="8176420" y="786016"/>
                  </a:lnTo>
                  <a:lnTo>
                    <a:pt x="8151487" y="734207"/>
                  </a:lnTo>
                  <a:lnTo>
                    <a:pt x="8108627" y="653312"/>
                  </a:lnTo>
                  <a:lnTo>
                    <a:pt x="8063768" y="579365"/>
                  </a:lnTo>
                  <a:lnTo>
                    <a:pt x="8016357" y="512125"/>
                  </a:lnTo>
                  <a:lnTo>
                    <a:pt x="7965787" y="451125"/>
                  </a:lnTo>
                  <a:lnTo>
                    <a:pt x="7911427" y="395801"/>
                  </a:lnTo>
                  <a:lnTo>
                    <a:pt x="7852659" y="345571"/>
                  </a:lnTo>
                  <a:lnTo>
                    <a:pt x="7788915" y="299885"/>
                  </a:lnTo>
                  <a:lnTo>
                    <a:pt x="7719733" y="258256"/>
                  </a:lnTo>
                  <a:lnTo>
                    <a:pt x="7644826" y="220281"/>
                  </a:lnTo>
                  <a:lnTo>
                    <a:pt x="7564177" y="185645"/>
                  </a:lnTo>
                  <a:lnTo>
                    <a:pt x="7478148" y="154129"/>
                  </a:lnTo>
                  <a:lnTo>
                    <a:pt x="7387593" y="125607"/>
                  </a:lnTo>
                  <a:lnTo>
                    <a:pt x="7293966" y="100039"/>
                  </a:lnTo>
                  <a:lnTo>
                    <a:pt x="7199368" y="77450"/>
                  </a:lnTo>
                  <a:lnTo>
                    <a:pt x="7106517" y="57899"/>
                  </a:lnTo>
                  <a:lnTo>
                    <a:pt x="7018570" y="41443"/>
                  </a:lnTo>
                  <a:lnTo>
                    <a:pt x="6938812" y="28089"/>
                  </a:lnTo>
                  <a:lnTo>
                    <a:pt x="6870220" y="17748"/>
                  </a:lnTo>
                  <a:lnTo>
                    <a:pt x="6814996" y="10213"/>
                  </a:lnTo>
                  <a:lnTo>
                    <a:pt x="6774159" y="5148"/>
                  </a:lnTo>
                  <a:lnTo>
                    <a:pt x="6747325" y="2113"/>
                  </a:lnTo>
                  <a:lnTo>
                    <a:pt x="6732674" y="596"/>
                  </a:lnTo>
                  <a:lnTo>
                    <a:pt x="6727093" y="66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220" y="107"/>
                  </a:lnTo>
                  <a:lnTo>
                    <a:pt x="5249342" y="872"/>
                  </a:lnTo>
                  <a:lnTo>
                    <a:pt x="5236902" y="2985"/>
                  </a:lnTo>
                  <a:lnTo>
                    <a:pt x="5214300" y="7152"/>
                  </a:lnTo>
                  <a:lnTo>
                    <a:pt x="5179879" y="14061"/>
                  </a:lnTo>
                  <a:lnTo>
                    <a:pt x="5133029" y="24325"/>
                  </a:lnTo>
                  <a:lnTo>
                    <a:pt x="5074206" y="38439"/>
                  </a:lnTo>
                  <a:lnTo>
                    <a:pt x="5004825" y="56750"/>
                  </a:lnTo>
                  <a:lnTo>
                    <a:pt x="4927018" y="79446"/>
                  </a:lnTo>
                  <a:lnTo>
                    <a:pt x="4843328" y="106578"/>
                  </a:lnTo>
                  <a:lnTo>
                    <a:pt x="4756380" y="138107"/>
                  </a:lnTo>
                  <a:lnTo>
                    <a:pt x="4668613" y="173948"/>
                  </a:lnTo>
                  <a:lnTo>
                    <a:pt x="4582091" y="214026"/>
                  </a:lnTo>
                  <a:lnTo>
                    <a:pt x="4498407" y="258321"/>
                  </a:lnTo>
                  <a:lnTo>
                    <a:pt x="4418676" y="306896"/>
                  </a:lnTo>
                  <a:lnTo>
                    <a:pt x="4343571" y="359918"/>
                  </a:lnTo>
                  <a:lnTo>
                    <a:pt x="4273398" y="417671"/>
                  </a:lnTo>
                  <a:lnTo>
                    <a:pt x="4208175" y="480554"/>
                  </a:lnTo>
                  <a:lnTo>
                    <a:pt x="4147709" y="549081"/>
                  </a:lnTo>
                  <a:lnTo>
                    <a:pt x="4091661" y="623869"/>
                  </a:lnTo>
                  <a:lnTo>
                    <a:pt x="4039601" y="705621"/>
                  </a:lnTo>
                  <a:lnTo>
                    <a:pt x="3991046" y="795095"/>
                  </a:lnTo>
                  <a:lnTo>
                    <a:pt x="3945494" y="893064"/>
                  </a:lnTo>
                  <a:lnTo>
                    <a:pt x="3902446" y="1000237"/>
                  </a:lnTo>
                  <a:lnTo>
                    <a:pt x="3861430" y="1117148"/>
                  </a:lnTo>
                  <a:lnTo>
                    <a:pt x="3829811" y="1217776"/>
                  </a:lnTo>
                  <a:lnTo>
                    <a:pt x="3805130" y="1302809"/>
                  </a:lnTo>
                  <a:lnTo>
                    <a:pt x="3780896" y="1391931"/>
                  </a:lnTo>
                  <a:lnTo>
                    <a:pt x="3757028" y="1485219"/>
                  </a:lnTo>
                  <a:lnTo>
                    <a:pt x="3733458" y="1582721"/>
                  </a:lnTo>
                  <a:lnTo>
                    <a:pt x="3710124" y="1684460"/>
                  </a:lnTo>
                  <a:lnTo>
                    <a:pt x="3686974" y="1790425"/>
                  </a:lnTo>
                  <a:lnTo>
                    <a:pt x="3663964" y="1900574"/>
                  </a:lnTo>
                  <a:lnTo>
                    <a:pt x="3641054" y="2014829"/>
                  </a:lnTo>
                  <a:lnTo>
                    <a:pt x="3618212" y="2133077"/>
                  </a:lnTo>
                  <a:lnTo>
                    <a:pt x="3595412" y="2255168"/>
                  </a:lnTo>
                  <a:lnTo>
                    <a:pt x="3572632" y="2380914"/>
                  </a:lnTo>
                  <a:lnTo>
                    <a:pt x="3549857" y="2510090"/>
                  </a:lnTo>
                  <a:lnTo>
                    <a:pt x="3527073" y="2642432"/>
                  </a:lnTo>
                  <a:lnTo>
                    <a:pt x="3504273" y="2777645"/>
                  </a:lnTo>
                  <a:lnTo>
                    <a:pt x="3481451" y="2915399"/>
                  </a:lnTo>
                  <a:lnTo>
                    <a:pt x="3458606" y="3055332"/>
                  </a:lnTo>
                  <a:lnTo>
                    <a:pt x="3435740" y="3197059"/>
                  </a:lnTo>
                  <a:lnTo>
                    <a:pt x="3412855" y="3340171"/>
                  </a:lnTo>
                  <a:lnTo>
                    <a:pt x="3389956" y="3484241"/>
                  </a:lnTo>
                  <a:lnTo>
                    <a:pt x="3367049" y="3628833"/>
                  </a:lnTo>
                  <a:lnTo>
                    <a:pt x="3344141" y="3773499"/>
                  </a:lnTo>
                  <a:lnTo>
                    <a:pt x="3321239" y="3917796"/>
                  </a:lnTo>
                  <a:lnTo>
                    <a:pt x="3298349" y="4061281"/>
                  </a:lnTo>
                  <a:lnTo>
                    <a:pt x="3275476" y="4203523"/>
                  </a:lnTo>
                  <a:lnTo>
                    <a:pt x="3252623" y="4344108"/>
                  </a:lnTo>
                  <a:lnTo>
                    <a:pt x="3229794" y="4482642"/>
                  </a:lnTo>
                  <a:lnTo>
                    <a:pt x="3206987" y="4618753"/>
                  </a:lnTo>
                  <a:lnTo>
                    <a:pt x="3184198" y="4752103"/>
                  </a:lnTo>
                  <a:lnTo>
                    <a:pt x="3161421" y="4882382"/>
                  </a:lnTo>
                  <a:lnTo>
                    <a:pt x="3138644" y="5009316"/>
                  </a:lnTo>
                  <a:lnTo>
                    <a:pt x="3115853" y="5132667"/>
                  </a:lnTo>
                  <a:lnTo>
                    <a:pt x="3093028" y="5252235"/>
                  </a:lnTo>
                  <a:lnTo>
                    <a:pt x="3070145" y="5367857"/>
                  </a:lnTo>
                  <a:lnTo>
                    <a:pt x="3047172" y="5479406"/>
                  </a:lnTo>
                  <a:lnTo>
                    <a:pt x="3024074" y="5586794"/>
                  </a:lnTo>
                  <a:lnTo>
                    <a:pt x="3000808" y="5689966"/>
                  </a:lnTo>
                  <a:lnTo>
                    <a:pt x="2977324" y="5788902"/>
                  </a:lnTo>
                  <a:lnTo>
                    <a:pt x="2953565" y="5883613"/>
                  </a:lnTo>
                  <a:lnTo>
                    <a:pt x="2929463" y="5974138"/>
                  </a:lnTo>
                  <a:lnTo>
                    <a:pt x="2904943" y="6060546"/>
                  </a:lnTo>
                  <a:lnTo>
                    <a:pt x="2896531" y="6088883"/>
                  </a:lnTo>
                  <a:lnTo>
                    <a:pt x="2856831" y="6213745"/>
                  </a:lnTo>
                  <a:lnTo>
                    <a:pt x="2815444" y="6328674"/>
                  </a:lnTo>
                  <a:lnTo>
                    <a:pt x="2771933" y="6433952"/>
                  </a:lnTo>
                  <a:lnTo>
                    <a:pt x="2725819" y="6530158"/>
                  </a:lnTo>
                  <a:lnTo>
                    <a:pt x="2676602" y="6618022"/>
                  </a:lnTo>
                  <a:lnTo>
                    <a:pt x="2623780" y="6698318"/>
                  </a:lnTo>
                  <a:lnTo>
                    <a:pt x="2566878" y="6771797"/>
                  </a:lnTo>
                  <a:lnTo>
                    <a:pt x="2505482" y="6839146"/>
                  </a:lnTo>
                  <a:lnTo>
                    <a:pt x="2439276" y="6900963"/>
                  </a:lnTo>
                  <a:lnTo>
                    <a:pt x="2368105" y="6957739"/>
                  </a:lnTo>
                  <a:lnTo>
                    <a:pt x="2292038" y="7009851"/>
                  </a:lnTo>
                  <a:lnTo>
                    <a:pt x="2211447" y="7057557"/>
                  </a:lnTo>
                  <a:lnTo>
                    <a:pt x="2127090" y="7101005"/>
                  </a:lnTo>
                  <a:lnTo>
                    <a:pt x="2040174" y="7140238"/>
                  </a:lnTo>
                  <a:lnTo>
                    <a:pt x="1952392" y="7175222"/>
                  </a:lnTo>
                  <a:lnTo>
                    <a:pt x="1865893" y="7205875"/>
                  </a:lnTo>
                  <a:lnTo>
                    <a:pt x="1783170" y="7232119"/>
                  </a:lnTo>
                  <a:lnTo>
                    <a:pt x="1706856" y="7253927"/>
                  </a:lnTo>
                  <a:lnTo>
                    <a:pt x="1639440" y="7271377"/>
                  </a:lnTo>
                  <a:lnTo>
                    <a:pt x="1582932" y="7284687"/>
                  </a:lnTo>
                  <a:lnTo>
                    <a:pt x="1538570" y="7294234"/>
                  </a:lnTo>
                  <a:lnTo>
                    <a:pt x="1506602" y="7300541"/>
                  </a:lnTo>
                  <a:lnTo>
                    <a:pt x="1486202" y="7304240"/>
                  </a:lnTo>
                  <a:lnTo>
                    <a:pt x="1475514" y="7306026"/>
                  </a:lnTo>
                  <a:lnTo>
                    <a:pt x="1471767" y="7306605"/>
                  </a:lnTo>
                  <a:lnTo>
                    <a:pt x="1471387" y="7306660"/>
                  </a:lnTo>
                  <a:lnTo>
                    <a:pt x="0" y="730666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80" name="pg1880"/>
            <p:cNvSpPr/>
            <p:nvPr/>
          </p:nvSpPr>
          <p:spPr>
            <a:xfrm>
              <a:off x="4799595" y="4693715"/>
              <a:ext cx="11981298" cy="5941769"/>
            </a:xfrm>
            <a:custGeom>
              <a:avLst/>
              <a:pathLst>
                <a:path w="11981298" h="5941769">
                  <a:moveTo>
                    <a:pt x="0" y="5753790"/>
                  </a:moveTo>
                  <a:lnTo>
                    <a:pt x="1471387" y="5753790"/>
                  </a:lnTo>
                  <a:lnTo>
                    <a:pt x="1472624" y="5753795"/>
                  </a:lnTo>
                  <a:lnTo>
                    <a:pt x="1480744" y="5753829"/>
                  </a:lnTo>
                  <a:lnTo>
                    <a:pt x="1501158" y="5753922"/>
                  </a:lnTo>
                  <a:lnTo>
                    <a:pt x="1537524" y="5754104"/>
                  </a:lnTo>
                  <a:lnTo>
                    <a:pt x="1591464" y="5754405"/>
                  </a:lnTo>
                  <a:lnTo>
                    <a:pt x="1662440" y="5754846"/>
                  </a:lnTo>
                  <a:lnTo>
                    <a:pt x="1747988" y="5755442"/>
                  </a:lnTo>
                  <a:lnTo>
                    <a:pt x="1844286" y="5756200"/>
                  </a:lnTo>
                  <a:lnTo>
                    <a:pt x="1946915" y="5757119"/>
                  </a:lnTo>
                  <a:lnTo>
                    <a:pt x="2051597" y="5758197"/>
                  </a:lnTo>
                  <a:lnTo>
                    <a:pt x="2154717" y="5759431"/>
                  </a:lnTo>
                  <a:lnTo>
                    <a:pt x="2253590" y="5760819"/>
                  </a:lnTo>
                  <a:lnTo>
                    <a:pt x="2346492" y="5762365"/>
                  </a:lnTo>
                  <a:lnTo>
                    <a:pt x="2432546" y="5764080"/>
                  </a:lnTo>
                  <a:lnTo>
                    <a:pt x="2511539" y="5765977"/>
                  </a:lnTo>
                  <a:lnTo>
                    <a:pt x="2583729" y="5768079"/>
                  </a:lnTo>
                  <a:lnTo>
                    <a:pt x="2649685" y="5770412"/>
                  </a:lnTo>
                  <a:lnTo>
                    <a:pt x="2710156" y="5773009"/>
                  </a:lnTo>
                  <a:lnTo>
                    <a:pt x="2765975" y="5775901"/>
                  </a:lnTo>
                  <a:lnTo>
                    <a:pt x="2817995" y="5779122"/>
                  </a:lnTo>
                  <a:lnTo>
                    <a:pt x="2867031" y="5782697"/>
                  </a:lnTo>
                  <a:lnTo>
                    <a:pt x="2896531" y="5785120"/>
                  </a:lnTo>
                  <a:lnTo>
                    <a:pt x="2952522" y="5790297"/>
                  </a:lnTo>
                  <a:lnTo>
                    <a:pt x="3006676" y="5796040"/>
                  </a:lnTo>
                  <a:lnTo>
                    <a:pt x="3059738" y="5802355"/>
                  </a:lnTo>
                  <a:lnTo>
                    <a:pt x="3112236" y="5809226"/>
                  </a:lnTo>
                  <a:lnTo>
                    <a:pt x="3164527" y="5816612"/>
                  </a:lnTo>
                  <a:lnTo>
                    <a:pt x="3216823" y="5824445"/>
                  </a:lnTo>
                  <a:lnTo>
                    <a:pt x="3269221" y="5832631"/>
                  </a:lnTo>
                  <a:lnTo>
                    <a:pt x="3321729" y="5841055"/>
                  </a:lnTo>
                  <a:lnTo>
                    <a:pt x="3374297" y="5849588"/>
                  </a:lnTo>
                  <a:lnTo>
                    <a:pt x="3426848" y="5858091"/>
                  </a:lnTo>
                  <a:lnTo>
                    <a:pt x="3479313" y="5866430"/>
                  </a:lnTo>
                  <a:lnTo>
                    <a:pt x="3531662" y="5874479"/>
                  </a:lnTo>
                  <a:lnTo>
                    <a:pt x="3583938" y="5882133"/>
                  </a:lnTo>
                  <a:lnTo>
                    <a:pt x="3636283" y="5889307"/>
                  </a:lnTo>
                  <a:lnTo>
                    <a:pt x="3688968" y="5895947"/>
                  </a:lnTo>
                  <a:lnTo>
                    <a:pt x="3742416" y="5902020"/>
                  </a:lnTo>
                  <a:lnTo>
                    <a:pt x="3797242" y="5907521"/>
                  </a:lnTo>
                  <a:lnTo>
                    <a:pt x="3829811" y="5910439"/>
                  </a:lnTo>
                  <a:lnTo>
                    <a:pt x="3877354" y="5914242"/>
                  </a:lnTo>
                  <a:lnTo>
                    <a:pt x="3927416" y="5917683"/>
                  </a:lnTo>
                  <a:lnTo>
                    <a:pt x="3980759" y="5920777"/>
                  </a:lnTo>
                  <a:lnTo>
                    <a:pt x="4038218" y="5923555"/>
                  </a:lnTo>
                  <a:lnTo>
                    <a:pt x="4100645" y="5926049"/>
                  </a:lnTo>
                  <a:lnTo>
                    <a:pt x="4168853" y="5928293"/>
                  </a:lnTo>
                  <a:lnTo>
                    <a:pt x="4243535" y="5930315"/>
                  </a:lnTo>
                  <a:lnTo>
                    <a:pt x="4325161" y="5932142"/>
                  </a:lnTo>
                  <a:lnTo>
                    <a:pt x="4413833" y="5933792"/>
                  </a:lnTo>
                  <a:lnTo>
                    <a:pt x="4509113" y="5935278"/>
                  </a:lnTo>
                  <a:lnTo>
                    <a:pt x="4609827" y="5936608"/>
                  </a:lnTo>
                  <a:lnTo>
                    <a:pt x="4713898" y="5937784"/>
                  </a:lnTo>
                  <a:lnTo>
                    <a:pt x="4818280" y="5938803"/>
                  </a:lnTo>
                  <a:lnTo>
                    <a:pt x="4919063" y="5939662"/>
                  </a:lnTo>
                  <a:lnTo>
                    <a:pt x="5011841" y="5940359"/>
                  </a:lnTo>
                  <a:lnTo>
                    <a:pt x="5092329" y="5940896"/>
                  </a:lnTo>
                  <a:lnTo>
                    <a:pt x="5157126" y="5941282"/>
                  </a:lnTo>
                  <a:lnTo>
                    <a:pt x="5204440" y="5941536"/>
                  </a:lnTo>
                  <a:lnTo>
                    <a:pt x="5234534" y="5941682"/>
                  </a:lnTo>
                  <a:lnTo>
                    <a:pt x="5249820" y="5941749"/>
                  </a:lnTo>
                  <a:lnTo>
                    <a:pt x="5254645" y="5941768"/>
                  </a:lnTo>
                  <a:lnTo>
                    <a:pt x="5254955" y="5941769"/>
                  </a:lnTo>
                  <a:lnTo>
                    <a:pt x="6726343" y="5941769"/>
                  </a:lnTo>
                  <a:lnTo>
                    <a:pt x="6727164" y="5941671"/>
                  </a:lnTo>
                  <a:lnTo>
                    <a:pt x="6732596" y="5940976"/>
                  </a:lnTo>
                  <a:lnTo>
                    <a:pt x="6746417" y="5939054"/>
                  </a:lnTo>
                  <a:lnTo>
                    <a:pt x="6771435" y="5935265"/>
                  </a:lnTo>
                  <a:lnTo>
                    <a:pt x="6809354" y="5928992"/>
                  </a:lnTo>
                  <a:lnTo>
                    <a:pt x="6860649" y="5919692"/>
                  </a:lnTo>
                  <a:lnTo>
                    <a:pt x="6924573" y="5906943"/>
                  </a:lnTo>
                  <a:lnTo>
                    <a:pt x="6999320" y="5890467"/>
                  </a:lnTo>
                  <a:lnTo>
                    <a:pt x="7082341" y="5870130"/>
                  </a:lnTo>
                  <a:lnTo>
                    <a:pt x="7170728" y="5845917"/>
                  </a:lnTo>
                  <a:lnTo>
                    <a:pt x="7261592" y="5817884"/>
                  </a:lnTo>
                  <a:lnTo>
                    <a:pt x="7352356" y="5786109"/>
                  </a:lnTo>
                  <a:lnTo>
                    <a:pt x="7440935" y="5750642"/>
                  </a:lnTo>
                  <a:lnTo>
                    <a:pt x="7525804" y="5711469"/>
                  </a:lnTo>
                  <a:lnTo>
                    <a:pt x="7605977" y="5668484"/>
                  </a:lnTo>
                  <a:lnTo>
                    <a:pt x="7680938" y="5621480"/>
                  </a:lnTo>
                  <a:lnTo>
                    <a:pt x="7750544" y="5570136"/>
                  </a:lnTo>
                  <a:lnTo>
                    <a:pt x="7814931" y="5514024"/>
                  </a:lnTo>
                  <a:lnTo>
                    <a:pt x="7874430" y="5452614"/>
                  </a:lnTo>
                  <a:lnTo>
                    <a:pt x="7929497" y="5385288"/>
                  </a:lnTo>
                  <a:lnTo>
                    <a:pt x="7980659" y="5311369"/>
                  </a:lnTo>
                  <a:lnTo>
                    <a:pt x="8028476" y="5230152"/>
                  </a:lnTo>
                  <a:lnTo>
                    <a:pt x="8073507" y="5140980"/>
                  </a:lnTo>
                  <a:lnTo>
                    <a:pt x="8116287" y="5043335"/>
                  </a:lnTo>
                  <a:lnTo>
                    <a:pt x="8151487" y="4952836"/>
                  </a:lnTo>
                  <a:lnTo>
                    <a:pt x="8178724" y="4876364"/>
                  </a:lnTo>
                  <a:lnTo>
                    <a:pt x="8205426" y="4795831"/>
                  </a:lnTo>
                  <a:lnTo>
                    <a:pt x="8231700" y="4711158"/>
                  </a:lnTo>
                  <a:lnTo>
                    <a:pt x="8257635" y="4622298"/>
                  </a:lnTo>
                  <a:lnTo>
                    <a:pt x="8283309" y="4529242"/>
                  </a:lnTo>
                  <a:lnTo>
                    <a:pt x="8308788" y="4432016"/>
                  </a:lnTo>
                  <a:lnTo>
                    <a:pt x="8334128" y="4330688"/>
                  </a:lnTo>
                  <a:lnTo>
                    <a:pt x="8359375" y="4225371"/>
                  </a:lnTo>
                  <a:lnTo>
                    <a:pt x="8384565" y="4116219"/>
                  </a:lnTo>
                  <a:lnTo>
                    <a:pt x="8409729" y="4003435"/>
                  </a:lnTo>
                  <a:lnTo>
                    <a:pt x="8434889" y="3887263"/>
                  </a:lnTo>
                  <a:lnTo>
                    <a:pt x="8460061" y="3767996"/>
                  </a:lnTo>
                  <a:lnTo>
                    <a:pt x="8485255" y="3645966"/>
                  </a:lnTo>
                  <a:lnTo>
                    <a:pt x="8510476" y="3521545"/>
                  </a:lnTo>
                  <a:lnTo>
                    <a:pt x="8535725" y="3395139"/>
                  </a:lnTo>
                  <a:lnTo>
                    <a:pt x="8560998" y="3267184"/>
                  </a:lnTo>
                  <a:lnTo>
                    <a:pt x="8586290" y="3138140"/>
                  </a:lnTo>
                  <a:lnTo>
                    <a:pt x="8611593" y="3008484"/>
                  </a:lnTo>
                  <a:lnTo>
                    <a:pt x="8636899" y="2878703"/>
                  </a:lnTo>
                  <a:lnTo>
                    <a:pt x="8662198" y="2749283"/>
                  </a:lnTo>
                  <a:lnTo>
                    <a:pt x="8687482" y="2620707"/>
                  </a:lnTo>
                  <a:lnTo>
                    <a:pt x="8712744" y="2493445"/>
                  </a:lnTo>
                  <a:lnTo>
                    <a:pt x="8737979" y="2367946"/>
                  </a:lnTo>
                  <a:lnTo>
                    <a:pt x="8763186" y="2244633"/>
                  </a:lnTo>
                  <a:lnTo>
                    <a:pt x="8788369" y="2123895"/>
                  </a:lnTo>
                  <a:lnTo>
                    <a:pt x="8813533" y="2006086"/>
                  </a:lnTo>
                  <a:lnTo>
                    <a:pt x="8838693" y="1891519"/>
                  </a:lnTo>
                  <a:lnTo>
                    <a:pt x="8863867" y="1780463"/>
                  </a:lnTo>
                  <a:lnTo>
                    <a:pt x="8889080" y="1673144"/>
                  </a:lnTo>
                  <a:lnTo>
                    <a:pt x="8914367" y="1569739"/>
                  </a:lnTo>
                  <a:lnTo>
                    <a:pt x="8939768" y="1470384"/>
                  </a:lnTo>
                  <a:lnTo>
                    <a:pt x="8965334" y="1375169"/>
                  </a:lnTo>
                  <a:lnTo>
                    <a:pt x="8991125" y="1284142"/>
                  </a:lnTo>
                  <a:lnTo>
                    <a:pt x="9017213" y="1197311"/>
                  </a:lnTo>
                  <a:lnTo>
                    <a:pt x="9043682" y="1114648"/>
                  </a:lnTo>
                  <a:lnTo>
                    <a:pt x="9070629" y="1036090"/>
                  </a:lnTo>
                  <a:lnTo>
                    <a:pt x="9084767" y="997105"/>
                  </a:lnTo>
                  <a:lnTo>
                    <a:pt x="9126004" y="892018"/>
                  </a:lnTo>
                  <a:lnTo>
                    <a:pt x="9169077" y="795615"/>
                  </a:lnTo>
                  <a:lnTo>
                    <a:pt x="9214475" y="707624"/>
                  </a:lnTo>
                  <a:lnTo>
                    <a:pt x="9262739" y="627501"/>
                  </a:lnTo>
                  <a:lnTo>
                    <a:pt x="9314429" y="554574"/>
                  </a:lnTo>
                  <a:lnTo>
                    <a:pt x="9370102" y="488140"/>
                  </a:lnTo>
                  <a:lnTo>
                    <a:pt x="9430279" y="427529"/>
                  </a:lnTo>
                  <a:lnTo>
                    <a:pt x="9495401" y="372133"/>
                  </a:lnTo>
                  <a:lnTo>
                    <a:pt x="9565774" y="321438"/>
                  </a:lnTo>
                  <a:lnTo>
                    <a:pt x="9641502" y="275029"/>
                  </a:lnTo>
                  <a:lnTo>
                    <a:pt x="9722393" y="232604"/>
                  </a:lnTo>
                  <a:lnTo>
                    <a:pt x="9807869" y="193968"/>
                  </a:lnTo>
                  <a:lnTo>
                    <a:pt x="9896870" y="159031"/>
                  </a:lnTo>
                  <a:lnTo>
                    <a:pt x="9987789" y="127790"/>
                  </a:lnTo>
                  <a:lnTo>
                    <a:pt x="10078465" y="100302"/>
                  </a:lnTo>
                  <a:lnTo>
                    <a:pt x="10166262" y="76645"/>
                  </a:lnTo>
                  <a:lnTo>
                    <a:pt x="10248267" y="56867"/>
                  </a:lnTo>
                  <a:lnTo>
                    <a:pt x="10321600" y="40939"/>
                  </a:lnTo>
                  <a:lnTo>
                    <a:pt x="10383795" y="28707"/>
                  </a:lnTo>
                  <a:lnTo>
                    <a:pt x="10433184" y="19872"/>
                  </a:lnTo>
                  <a:lnTo>
                    <a:pt x="10469187" y="13992"/>
                  </a:lnTo>
                  <a:lnTo>
                    <a:pt x="10492461" y="10511"/>
                  </a:lnTo>
                  <a:lnTo>
                    <a:pt x="10504877" y="8805"/>
                  </a:lnTo>
                  <a:lnTo>
                    <a:pt x="10509392" y="8234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9090" y="97"/>
                  </a:lnTo>
                  <a:lnTo>
                    <a:pt x="10503657" y="793"/>
                  </a:lnTo>
                  <a:lnTo>
                    <a:pt x="10489837" y="2715"/>
                  </a:lnTo>
                  <a:lnTo>
                    <a:pt x="10464818" y="6504"/>
                  </a:lnTo>
                  <a:lnTo>
                    <a:pt x="10426899" y="12777"/>
                  </a:lnTo>
                  <a:lnTo>
                    <a:pt x="10375604" y="22077"/>
                  </a:lnTo>
                  <a:lnTo>
                    <a:pt x="10311680" y="34826"/>
                  </a:lnTo>
                  <a:lnTo>
                    <a:pt x="10236933" y="51302"/>
                  </a:lnTo>
                  <a:lnTo>
                    <a:pt x="10153912" y="71639"/>
                  </a:lnTo>
                  <a:lnTo>
                    <a:pt x="10065526" y="95851"/>
                  </a:lnTo>
                  <a:lnTo>
                    <a:pt x="9974662" y="123884"/>
                  </a:lnTo>
                  <a:lnTo>
                    <a:pt x="9883898" y="155660"/>
                  </a:lnTo>
                  <a:lnTo>
                    <a:pt x="9795318" y="191127"/>
                  </a:lnTo>
                  <a:lnTo>
                    <a:pt x="9710449" y="230300"/>
                  </a:lnTo>
                  <a:lnTo>
                    <a:pt x="9630276" y="273284"/>
                  </a:lnTo>
                  <a:lnTo>
                    <a:pt x="9555315" y="320289"/>
                  </a:lnTo>
                  <a:lnTo>
                    <a:pt x="9485709" y="371633"/>
                  </a:lnTo>
                  <a:lnTo>
                    <a:pt x="9421322" y="427745"/>
                  </a:lnTo>
                  <a:lnTo>
                    <a:pt x="9361823" y="489155"/>
                  </a:lnTo>
                  <a:lnTo>
                    <a:pt x="9306756" y="556480"/>
                  </a:lnTo>
                  <a:lnTo>
                    <a:pt x="9255594" y="630400"/>
                  </a:lnTo>
                  <a:lnTo>
                    <a:pt x="9207777" y="711617"/>
                  </a:lnTo>
                  <a:lnTo>
                    <a:pt x="9162746" y="800789"/>
                  </a:lnTo>
                  <a:lnTo>
                    <a:pt x="9119966" y="898434"/>
                  </a:lnTo>
                  <a:lnTo>
                    <a:pt x="9084767" y="988932"/>
                  </a:lnTo>
                  <a:lnTo>
                    <a:pt x="9057530" y="1065404"/>
                  </a:lnTo>
                  <a:lnTo>
                    <a:pt x="9030827" y="1145938"/>
                  </a:lnTo>
                  <a:lnTo>
                    <a:pt x="9004554" y="1230611"/>
                  </a:lnTo>
                  <a:lnTo>
                    <a:pt x="8978619" y="1319470"/>
                  </a:lnTo>
                  <a:lnTo>
                    <a:pt x="8952944" y="1412527"/>
                  </a:lnTo>
                  <a:lnTo>
                    <a:pt x="8927465" y="1509753"/>
                  </a:lnTo>
                  <a:lnTo>
                    <a:pt x="8902125" y="1611080"/>
                  </a:lnTo>
                  <a:lnTo>
                    <a:pt x="8876878" y="1716398"/>
                  </a:lnTo>
                  <a:lnTo>
                    <a:pt x="8851688" y="1825550"/>
                  </a:lnTo>
                  <a:lnTo>
                    <a:pt x="8826524" y="1938334"/>
                  </a:lnTo>
                  <a:lnTo>
                    <a:pt x="8801364" y="2054505"/>
                  </a:lnTo>
                  <a:lnTo>
                    <a:pt x="8776192" y="2173773"/>
                  </a:lnTo>
                  <a:lnTo>
                    <a:pt x="8750998" y="2295803"/>
                  </a:lnTo>
                  <a:lnTo>
                    <a:pt x="8725777" y="2420224"/>
                  </a:lnTo>
                  <a:lnTo>
                    <a:pt x="8700529" y="2546630"/>
                  </a:lnTo>
                  <a:lnTo>
                    <a:pt x="8675255" y="2674585"/>
                  </a:lnTo>
                  <a:lnTo>
                    <a:pt x="8649963" y="2803629"/>
                  </a:lnTo>
                  <a:lnTo>
                    <a:pt x="8624660" y="2933284"/>
                  </a:lnTo>
                  <a:lnTo>
                    <a:pt x="8599354" y="3063066"/>
                  </a:lnTo>
                  <a:lnTo>
                    <a:pt x="8574055" y="3192486"/>
                  </a:lnTo>
                  <a:lnTo>
                    <a:pt x="8548771" y="3321062"/>
                  </a:lnTo>
                  <a:lnTo>
                    <a:pt x="8523510" y="3448324"/>
                  </a:lnTo>
                  <a:lnTo>
                    <a:pt x="8498274" y="3573823"/>
                  </a:lnTo>
                  <a:lnTo>
                    <a:pt x="8473067" y="3697136"/>
                  </a:lnTo>
                  <a:lnTo>
                    <a:pt x="8447884" y="3817874"/>
                  </a:lnTo>
                  <a:lnTo>
                    <a:pt x="8422720" y="3935683"/>
                  </a:lnTo>
                  <a:lnTo>
                    <a:pt x="8397560" y="4050250"/>
                  </a:lnTo>
                  <a:lnTo>
                    <a:pt x="8372387" y="4161305"/>
                  </a:lnTo>
                  <a:lnTo>
                    <a:pt x="8347173" y="4268625"/>
                  </a:lnTo>
                  <a:lnTo>
                    <a:pt x="8321887" y="4372029"/>
                  </a:lnTo>
                  <a:lnTo>
                    <a:pt x="8296486" y="4471384"/>
                  </a:lnTo>
                  <a:lnTo>
                    <a:pt x="8270920" y="4566600"/>
                  </a:lnTo>
                  <a:lnTo>
                    <a:pt x="8245128" y="4657627"/>
                  </a:lnTo>
                  <a:lnTo>
                    <a:pt x="8219040" y="4744458"/>
                  </a:lnTo>
                  <a:lnTo>
                    <a:pt x="8192571" y="4827121"/>
                  </a:lnTo>
                  <a:lnTo>
                    <a:pt x="8165624" y="4905679"/>
                  </a:lnTo>
                  <a:lnTo>
                    <a:pt x="8151487" y="4944663"/>
                  </a:lnTo>
                  <a:lnTo>
                    <a:pt x="8110249" y="5049751"/>
                  </a:lnTo>
                  <a:lnTo>
                    <a:pt x="8067176" y="5146153"/>
                  </a:lnTo>
                  <a:lnTo>
                    <a:pt x="8021778" y="5234144"/>
                  </a:lnTo>
                  <a:lnTo>
                    <a:pt x="7973515" y="5314268"/>
                  </a:lnTo>
                  <a:lnTo>
                    <a:pt x="7921825" y="5387195"/>
                  </a:lnTo>
                  <a:lnTo>
                    <a:pt x="7866151" y="5453628"/>
                  </a:lnTo>
                  <a:lnTo>
                    <a:pt x="7805974" y="5514240"/>
                  </a:lnTo>
                  <a:lnTo>
                    <a:pt x="7740853" y="5569636"/>
                  </a:lnTo>
                  <a:lnTo>
                    <a:pt x="7670479" y="5620331"/>
                  </a:lnTo>
                  <a:lnTo>
                    <a:pt x="7594752" y="5666740"/>
                  </a:lnTo>
                  <a:lnTo>
                    <a:pt x="7513861" y="5709165"/>
                  </a:lnTo>
                  <a:lnTo>
                    <a:pt x="7428385" y="5747801"/>
                  </a:lnTo>
                  <a:lnTo>
                    <a:pt x="7339384" y="5782738"/>
                  </a:lnTo>
                  <a:lnTo>
                    <a:pt x="7248464" y="5813978"/>
                  </a:lnTo>
                  <a:lnTo>
                    <a:pt x="7157788" y="5841466"/>
                  </a:lnTo>
                  <a:lnTo>
                    <a:pt x="7069991" y="5865124"/>
                  </a:lnTo>
                  <a:lnTo>
                    <a:pt x="6987986" y="5884901"/>
                  </a:lnTo>
                  <a:lnTo>
                    <a:pt x="6914653" y="5900830"/>
                  </a:lnTo>
                  <a:lnTo>
                    <a:pt x="6852458" y="5913062"/>
                  </a:lnTo>
                  <a:lnTo>
                    <a:pt x="6803070" y="5921897"/>
                  </a:lnTo>
                  <a:lnTo>
                    <a:pt x="6767066" y="5927777"/>
                  </a:lnTo>
                  <a:lnTo>
                    <a:pt x="6743792" y="5931258"/>
                  </a:lnTo>
                  <a:lnTo>
                    <a:pt x="6731376" y="5932963"/>
                  </a:lnTo>
                  <a:lnTo>
                    <a:pt x="6726861" y="5933535"/>
                  </a:lnTo>
                  <a:lnTo>
                    <a:pt x="6726343" y="5933596"/>
                  </a:lnTo>
                  <a:lnTo>
                    <a:pt x="5254955" y="5933596"/>
                  </a:lnTo>
                  <a:lnTo>
                    <a:pt x="5253718" y="5933592"/>
                  </a:lnTo>
                  <a:lnTo>
                    <a:pt x="5245598" y="5933558"/>
                  </a:lnTo>
                  <a:lnTo>
                    <a:pt x="5225184" y="5933465"/>
                  </a:lnTo>
                  <a:lnTo>
                    <a:pt x="5188818" y="5933282"/>
                  </a:lnTo>
                  <a:lnTo>
                    <a:pt x="5134879" y="5932981"/>
                  </a:lnTo>
                  <a:lnTo>
                    <a:pt x="5063902" y="5932540"/>
                  </a:lnTo>
                  <a:lnTo>
                    <a:pt x="4978354" y="5931944"/>
                  </a:lnTo>
                  <a:lnTo>
                    <a:pt x="4882057" y="5931187"/>
                  </a:lnTo>
                  <a:lnTo>
                    <a:pt x="4779427" y="5930267"/>
                  </a:lnTo>
                  <a:lnTo>
                    <a:pt x="4674745" y="5929189"/>
                  </a:lnTo>
                  <a:lnTo>
                    <a:pt x="4571625" y="5927956"/>
                  </a:lnTo>
                  <a:lnTo>
                    <a:pt x="4472753" y="5926568"/>
                  </a:lnTo>
                  <a:lnTo>
                    <a:pt x="4379850" y="5925021"/>
                  </a:lnTo>
                  <a:lnTo>
                    <a:pt x="4293796" y="5923307"/>
                  </a:lnTo>
                  <a:lnTo>
                    <a:pt x="4214803" y="5921410"/>
                  </a:lnTo>
                  <a:lnTo>
                    <a:pt x="4142613" y="5919308"/>
                  </a:lnTo>
                  <a:lnTo>
                    <a:pt x="4076657" y="5916974"/>
                  </a:lnTo>
                  <a:lnTo>
                    <a:pt x="4016186" y="5914378"/>
                  </a:lnTo>
                  <a:lnTo>
                    <a:pt x="3960367" y="5911486"/>
                  </a:lnTo>
                  <a:lnTo>
                    <a:pt x="3908347" y="5908264"/>
                  </a:lnTo>
                  <a:lnTo>
                    <a:pt x="3859311" y="5904689"/>
                  </a:lnTo>
                  <a:lnTo>
                    <a:pt x="3829811" y="5902266"/>
                  </a:lnTo>
                  <a:lnTo>
                    <a:pt x="3773820" y="5897089"/>
                  </a:lnTo>
                  <a:lnTo>
                    <a:pt x="3719666" y="5891346"/>
                  </a:lnTo>
                  <a:lnTo>
                    <a:pt x="3666604" y="5885031"/>
                  </a:lnTo>
                  <a:lnTo>
                    <a:pt x="3614106" y="5878160"/>
                  </a:lnTo>
                  <a:lnTo>
                    <a:pt x="3561815" y="5870774"/>
                  </a:lnTo>
                  <a:lnTo>
                    <a:pt x="3509519" y="5862942"/>
                  </a:lnTo>
                  <a:lnTo>
                    <a:pt x="3457121" y="5854756"/>
                  </a:lnTo>
                  <a:lnTo>
                    <a:pt x="3404613" y="5846332"/>
                  </a:lnTo>
                  <a:lnTo>
                    <a:pt x="3352045" y="5837799"/>
                  </a:lnTo>
                  <a:lnTo>
                    <a:pt x="3299494" y="5829295"/>
                  </a:lnTo>
                  <a:lnTo>
                    <a:pt x="3247029" y="5820957"/>
                  </a:lnTo>
                  <a:lnTo>
                    <a:pt x="3194680" y="5812908"/>
                  </a:lnTo>
                  <a:lnTo>
                    <a:pt x="3142404" y="5805254"/>
                  </a:lnTo>
                  <a:lnTo>
                    <a:pt x="3090059" y="5798079"/>
                  </a:lnTo>
                  <a:lnTo>
                    <a:pt x="3037375" y="5791440"/>
                  </a:lnTo>
                  <a:lnTo>
                    <a:pt x="2983926" y="5785367"/>
                  </a:lnTo>
                  <a:lnTo>
                    <a:pt x="2929100" y="5779865"/>
                  </a:lnTo>
                  <a:lnTo>
                    <a:pt x="2896531" y="5776947"/>
                  </a:lnTo>
                  <a:lnTo>
                    <a:pt x="2848988" y="5773144"/>
                  </a:lnTo>
                  <a:lnTo>
                    <a:pt x="2798926" y="5769704"/>
                  </a:lnTo>
                  <a:lnTo>
                    <a:pt x="2745583" y="5766609"/>
                  </a:lnTo>
                  <a:lnTo>
                    <a:pt x="2688124" y="5763832"/>
                  </a:lnTo>
                  <a:lnTo>
                    <a:pt x="2625697" y="5761338"/>
                  </a:lnTo>
                  <a:lnTo>
                    <a:pt x="2557489" y="5759094"/>
                  </a:lnTo>
                  <a:lnTo>
                    <a:pt x="2482807" y="5757071"/>
                  </a:lnTo>
                  <a:lnTo>
                    <a:pt x="2401181" y="5755245"/>
                  </a:lnTo>
                  <a:lnTo>
                    <a:pt x="2312509" y="5753595"/>
                  </a:lnTo>
                  <a:lnTo>
                    <a:pt x="2217229" y="5752108"/>
                  </a:lnTo>
                  <a:lnTo>
                    <a:pt x="2116515" y="5750778"/>
                  </a:lnTo>
                  <a:lnTo>
                    <a:pt x="2012444" y="5749603"/>
                  </a:lnTo>
                  <a:lnTo>
                    <a:pt x="1908063" y="5748583"/>
                  </a:lnTo>
                  <a:lnTo>
                    <a:pt x="1807279" y="5747724"/>
                  </a:lnTo>
                  <a:lnTo>
                    <a:pt x="1714501" y="5747028"/>
                  </a:lnTo>
                  <a:lnTo>
                    <a:pt x="1634013" y="5746491"/>
                  </a:lnTo>
                  <a:lnTo>
                    <a:pt x="1569216" y="5746104"/>
                  </a:lnTo>
                  <a:lnTo>
                    <a:pt x="1521902" y="5745851"/>
                  </a:lnTo>
                  <a:lnTo>
                    <a:pt x="1491808" y="5745705"/>
                  </a:lnTo>
                  <a:lnTo>
                    <a:pt x="1476522" y="5745638"/>
                  </a:lnTo>
                  <a:lnTo>
                    <a:pt x="1471697" y="5745618"/>
                  </a:lnTo>
                  <a:lnTo>
                    <a:pt x="1471387" y="5745617"/>
                  </a:lnTo>
                  <a:lnTo>
                    <a:pt x="0" y="5745617"/>
                  </a:lnTo>
                  <a:close/>
                </a:path>
              </a:pathLst>
            </a:custGeom>
            <a:solidFill>
              <a:srgbClr val="FFB3B5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881" name="pl1881"/>
            <p:cNvSpPr/>
            <p:nvPr/>
          </p:nvSpPr>
          <p:spPr>
            <a:xfrm>
              <a:off x="4799595" y="4701888"/>
              <a:ext cx="11981298" cy="5933596"/>
            </a:xfrm>
            <a:custGeom>
              <a:avLst/>
              <a:pathLst>
                <a:path w="11981298" h="5933596">
                  <a:moveTo>
                    <a:pt x="0" y="5745617"/>
                  </a:moveTo>
                  <a:lnTo>
                    <a:pt x="1471387" y="5745617"/>
                  </a:lnTo>
                  <a:lnTo>
                    <a:pt x="1472624" y="5745622"/>
                  </a:lnTo>
                  <a:lnTo>
                    <a:pt x="1480744" y="5745656"/>
                  </a:lnTo>
                  <a:lnTo>
                    <a:pt x="1501158" y="5745749"/>
                  </a:lnTo>
                  <a:lnTo>
                    <a:pt x="1537524" y="5745931"/>
                  </a:lnTo>
                  <a:lnTo>
                    <a:pt x="1591464" y="5746232"/>
                  </a:lnTo>
                  <a:lnTo>
                    <a:pt x="1662440" y="5746673"/>
                  </a:lnTo>
                  <a:lnTo>
                    <a:pt x="1747988" y="5747269"/>
                  </a:lnTo>
                  <a:lnTo>
                    <a:pt x="1844286" y="5748027"/>
                  </a:lnTo>
                  <a:lnTo>
                    <a:pt x="1946915" y="5748946"/>
                  </a:lnTo>
                  <a:lnTo>
                    <a:pt x="2051597" y="5750024"/>
                  </a:lnTo>
                  <a:lnTo>
                    <a:pt x="2154717" y="5751258"/>
                  </a:lnTo>
                  <a:lnTo>
                    <a:pt x="2253590" y="5752646"/>
                  </a:lnTo>
                  <a:lnTo>
                    <a:pt x="2346492" y="5754192"/>
                  </a:lnTo>
                  <a:lnTo>
                    <a:pt x="2432546" y="5755907"/>
                  </a:lnTo>
                  <a:lnTo>
                    <a:pt x="2511539" y="5757804"/>
                  </a:lnTo>
                  <a:lnTo>
                    <a:pt x="2583729" y="5759906"/>
                  </a:lnTo>
                  <a:lnTo>
                    <a:pt x="2649685" y="5762239"/>
                  </a:lnTo>
                  <a:lnTo>
                    <a:pt x="2710156" y="5764836"/>
                  </a:lnTo>
                  <a:lnTo>
                    <a:pt x="2765975" y="5767728"/>
                  </a:lnTo>
                  <a:lnTo>
                    <a:pt x="2817995" y="5770949"/>
                  </a:lnTo>
                  <a:lnTo>
                    <a:pt x="2867031" y="5774524"/>
                  </a:lnTo>
                  <a:lnTo>
                    <a:pt x="2896531" y="5776947"/>
                  </a:lnTo>
                  <a:lnTo>
                    <a:pt x="2952522" y="5782124"/>
                  </a:lnTo>
                  <a:lnTo>
                    <a:pt x="3006676" y="5787867"/>
                  </a:lnTo>
                  <a:lnTo>
                    <a:pt x="3059738" y="5794182"/>
                  </a:lnTo>
                  <a:lnTo>
                    <a:pt x="3112236" y="5801053"/>
                  </a:lnTo>
                  <a:lnTo>
                    <a:pt x="3164527" y="5808439"/>
                  </a:lnTo>
                  <a:lnTo>
                    <a:pt x="3216823" y="5816272"/>
                  </a:lnTo>
                  <a:lnTo>
                    <a:pt x="3269221" y="5824458"/>
                  </a:lnTo>
                  <a:lnTo>
                    <a:pt x="3321729" y="5832882"/>
                  </a:lnTo>
                  <a:lnTo>
                    <a:pt x="3374297" y="5841415"/>
                  </a:lnTo>
                  <a:lnTo>
                    <a:pt x="3426848" y="5849918"/>
                  </a:lnTo>
                  <a:lnTo>
                    <a:pt x="3479313" y="5858257"/>
                  </a:lnTo>
                  <a:lnTo>
                    <a:pt x="3531662" y="5866306"/>
                  </a:lnTo>
                  <a:lnTo>
                    <a:pt x="3583938" y="5873960"/>
                  </a:lnTo>
                  <a:lnTo>
                    <a:pt x="3636283" y="5881134"/>
                  </a:lnTo>
                  <a:lnTo>
                    <a:pt x="3688968" y="5887774"/>
                  </a:lnTo>
                  <a:lnTo>
                    <a:pt x="3742416" y="5893847"/>
                  </a:lnTo>
                  <a:lnTo>
                    <a:pt x="3797242" y="5899348"/>
                  </a:lnTo>
                  <a:lnTo>
                    <a:pt x="3829811" y="5902266"/>
                  </a:lnTo>
                  <a:lnTo>
                    <a:pt x="3877354" y="5906069"/>
                  </a:lnTo>
                  <a:lnTo>
                    <a:pt x="3927416" y="5909510"/>
                  </a:lnTo>
                  <a:lnTo>
                    <a:pt x="3980759" y="5912604"/>
                  </a:lnTo>
                  <a:lnTo>
                    <a:pt x="4038218" y="5915382"/>
                  </a:lnTo>
                  <a:lnTo>
                    <a:pt x="4100645" y="5917876"/>
                  </a:lnTo>
                  <a:lnTo>
                    <a:pt x="4168853" y="5920120"/>
                  </a:lnTo>
                  <a:lnTo>
                    <a:pt x="4243535" y="5922142"/>
                  </a:lnTo>
                  <a:lnTo>
                    <a:pt x="4325161" y="5923969"/>
                  </a:lnTo>
                  <a:lnTo>
                    <a:pt x="4413833" y="5925619"/>
                  </a:lnTo>
                  <a:lnTo>
                    <a:pt x="4509113" y="5927105"/>
                  </a:lnTo>
                  <a:lnTo>
                    <a:pt x="4609827" y="5928435"/>
                  </a:lnTo>
                  <a:lnTo>
                    <a:pt x="4713898" y="5929611"/>
                  </a:lnTo>
                  <a:lnTo>
                    <a:pt x="4818280" y="5930630"/>
                  </a:lnTo>
                  <a:lnTo>
                    <a:pt x="4919063" y="5931489"/>
                  </a:lnTo>
                  <a:lnTo>
                    <a:pt x="5011841" y="5932186"/>
                  </a:lnTo>
                  <a:lnTo>
                    <a:pt x="5092329" y="5932723"/>
                  </a:lnTo>
                  <a:lnTo>
                    <a:pt x="5157126" y="5933109"/>
                  </a:lnTo>
                  <a:lnTo>
                    <a:pt x="5204440" y="5933363"/>
                  </a:lnTo>
                  <a:lnTo>
                    <a:pt x="5234534" y="5933509"/>
                  </a:lnTo>
                  <a:lnTo>
                    <a:pt x="5249820" y="5933576"/>
                  </a:lnTo>
                  <a:lnTo>
                    <a:pt x="5254645" y="5933595"/>
                  </a:lnTo>
                  <a:lnTo>
                    <a:pt x="5254955" y="5933596"/>
                  </a:lnTo>
                  <a:lnTo>
                    <a:pt x="6726343" y="5933596"/>
                  </a:lnTo>
                  <a:lnTo>
                    <a:pt x="6727164" y="5933498"/>
                  </a:lnTo>
                  <a:lnTo>
                    <a:pt x="6732596" y="5932803"/>
                  </a:lnTo>
                  <a:lnTo>
                    <a:pt x="6746417" y="5930881"/>
                  </a:lnTo>
                  <a:lnTo>
                    <a:pt x="6771435" y="5927092"/>
                  </a:lnTo>
                  <a:lnTo>
                    <a:pt x="6809354" y="5920819"/>
                  </a:lnTo>
                  <a:lnTo>
                    <a:pt x="6860649" y="5911519"/>
                  </a:lnTo>
                  <a:lnTo>
                    <a:pt x="6924573" y="5898770"/>
                  </a:lnTo>
                  <a:lnTo>
                    <a:pt x="6999320" y="5882294"/>
                  </a:lnTo>
                  <a:lnTo>
                    <a:pt x="7082341" y="5861957"/>
                  </a:lnTo>
                  <a:lnTo>
                    <a:pt x="7170728" y="5837744"/>
                  </a:lnTo>
                  <a:lnTo>
                    <a:pt x="7261592" y="5809711"/>
                  </a:lnTo>
                  <a:lnTo>
                    <a:pt x="7352356" y="5777936"/>
                  </a:lnTo>
                  <a:lnTo>
                    <a:pt x="7440935" y="5742469"/>
                  </a:lnTo>
                  <a:lnTo>
                    <a:pt x="7525804" y="5703296"/>
                  </a:lnTo>
                  <a:lnTo>
                    <a:pt x="7605977" y="5660311"/>
                  </a:lnTo>
                  <a:lnTo>
                    <a:pt x="7680938" y="5613307"/>
                  </a:lnTo>
                  <a:lnTo>
                    <a:pt x="7750544" y="5561963"/>
                  </a:lnTo>
                  <a:lnTo>
                    <a:pt x="7814931" y="5505851"/>
                  </a:lnTo>
                  <a:lnTo>
                    <a:pt x="7874430" y="5444441"/>
                  </a:lnTo>
                  <a:lnTo>
                    <a:pt x="7929497" y="5377115"/>
                  </a:lnTo>
                  <a:lnTo>
                    <a:pt x="7980659" y="5303196"/>
                  </a:lnTo>
                  <a:lnTo>
                    <a:pt x="8028476" y="5221979"/>
                  </a:lnTo>
                  <a:lnTo>
                    <a:pt x="8073507" y="5132807"/>
                  </a:lnTo>
                  <a:lnTo>
                    <a:pt x="8116287" y="5035162"/>
                  </a:lnTo>
                  <a:lnTo>
                    <a:pt x="8151487" y="4944663"/>
                  </a:lnTo>
                  <a:lnTo>
                    <a:pt x="8178724" y="4868191"/>
                  </a:lnTo>
                  <a:lnTo>
                    <a:pt x="8205426" y="4787658"/>
                  </a:lnTo>
                  <a:lnTo>
                    <a:pt x="8231700" y="4702985"/>
                  </a:lnTo>
                  <a:lnTo>
                    <a:pt x="8257635" y="4614125"/>
                  </a:lnTo>
                  <a:lnTo>
                    <a:pt x="8283309" y="4521069"/>
                  </a:lnTo>
                  <a:lnTo>
                    <a:pt x="8308788" y="4423843"/>
                  </a:lnTo>
                  <a:lnTo>
                    <a:pt x="8334128" y="4322515"/>
                  </a:lnTo>
                  <a:lnTo>
                    <a:pt x="8359375" y="4217198"/>
                  </a:lnTo>
                  <a:lnTo>
                    <a:pt x="8384565" y="4108046"/>
                  </a:lnTo>
                  <a:lnTo>
                    <a:pt x="8409729" y="3995262"/>
                  </a:lnTo>
                  <a:lnTo>
                    <a:pt x="8434889" y="3879090"/>
                  </a:lnTo>
                  <a:lnTo>
                    <a:pt x="8460061" y="3759823"/>
                  </a:lnTo>
                  <a:lnTo>
                    <a:pt x="8485255" y="3637793"/>
                  </a:lnTo>
                  <a:lnTo>
                    <a:pt x="8510476" y="3513372"/>
                  </a:lnTo>
                  <a:lnTo>
                    <a:pt x="8535725" y="3386966"/>
                  </a:lnTo>
                  <a:lnTo>
                    <a:pt x="8560998" y="3259011"/>
                  </a:lnTo>
                  <a:lnTo>
                    <a:pt x="8586290" y="3129967"/>
                  </a:lnTo>
                  <a:lnTo>
                    <a:pt x="8611593" y="3000311"/>
                  </a:lnTo>
                  <a:lnTo>
                    <a:pt x="8636899" y="2870530"/>
                  </a:lnTo>
                  <a:lnTo>
                    <a:pt x="8662198" y="2741110"/>
                  </a:lnTo>
                  <a:lnTo>
                    <a:pt x="8687482" y="2612534"/>
                  </a:lnTo>
                  <a:lnTo>
                    <a:pt x="8712744" y="2485272"/>
                  </a:lnTo>
                  <a:lnTo>
                    <a:pt x="8737979" y="2359773"/>
                  </a:lnTo>
                  <a:lnTo>
                    <a:pt x="8763186" y="2236460"/>
                  </a:lnTo>
                  <a:lnTo>
                    <a:pt x="8788369" y="2115722"/>
                  </a:lnTo>
                  <a:lnTo>
                    <a:pt x="8813533" y="1997913"/>
                  </a:lnTo>
                  <a:lnTo>
                    <a:pt x="8838693" y="1883346"/>
                  </a:lnTo>
                  <a:lnTo>
                    <a:pt x="8863867" y="1772290"/>
                  </a:lnTo>
                  <a:lnTo>
                    <a:pt x="8889080" y="1664971"/>
                  </a:lnTo>
                  <a:lnTo>
                    <a:pt x="8914367" y="1561566"/>
                  </a:lnTo>
                  <a:lnTo>
                    <a:pt x="8939768" y="1462211"/>
                  </a:lnTo>
                  <a:lnTo>
                    <a:pt x="8965334" y="1366996"/>
                  </a:lnTo>
                  <a:lnTo>
                    <a:pt x="8991125" y="1275969"/>
                  </a:lnTo>
                  <a:lnTo>
                    <a:pt x="9017213" y="1189138"/>
                  </a:lnTo>
                  <a:lnTo>
                    <a:pt x="9043682" y="1106475"/>
                  </a:lnTo>
                  <a:lnTo>
                    <a:pt x="9070629" y="1027917"/>
                  </a:lnTo>
                  <a:lnTo>
                    <a:pt x="9084767" y="988932"/>
                  </a:lnTo>
                  <a:lnTo>
                    <a:pt x="9126004" y="883845"/>
                  </a:lnTo>
                  <a:lnTo>
                    <a:pt x="9169077" y="787442"/>
                  </a:lnTo>
                  <a:lnTo>
                    <a:pt x="9214475" y="699451"/>
                  </a:lnTo>
                  <a:lnTo>
                    <a:pt x="9262739" y="619328"/>
                  </a:lnTo>
                  <a:lnTo>
                    <a:pt x="9314429" y="546401"/>
                  </a:lnTo>
                  <a:lnTo>
                    <a:pt x="9370102" y="479967"/>
                  </a:lnTo>
                  <a:lnTo>
                    <a:pt x="9430279" y="419356"/>
                  </a:lnTo>
                  <a:lnTo>
                    <a:pt x="9495401" y="363960"/>
                  </a:lnTo>
                  <a:lnTo>
                    <a:pt x="9565774" y="313265"/>
                  </a:lnTo>
                  <a:lnTo>
                    <a:pt x="9641502" y="266856"/>
                  </a:lnTo>
                  <a:lnTo>
                    <a:pt x="9722393" y="224431"/>
                  </a:lnTo>
                  <a:lnTo>
                    <a:pt x="9807869" y="185795"/>
                  </a:lnTo>
                  <a:lnTo>
                    <a:pt x="9896870" y="150858"/>
                  </a:lnTo>
                  <a:lnTo>
                    <a:pt x="9987789" y="119617"/>
                  </a:lnTo>
                  <a:lnTo>
                    <a:pt x="10078465" y="92129"/>
                  </a:lnTo>
                  <a:lnTo>
                    <a:pt x="10166262" y="68472"/>
                  </a:lnTo>
                  <a:lnTo>
                    <a:pt x="10248267" y="48694"/>
                  </a:lnTo>
                  <a:lnTo>
                    <a:pt x="10321600" y="32766"/>
                  </a:lnTo>
                  <a:lnTo>
                    <a:pt x="10383795" y="20534"/>
                  </a:lnTo>
                  <a:lnTo>
                    <a:pt x="10433184" y="11699"/>
                  </a:lnTo>
                  <a:lnTo>
                    <a:pt x="10469187" y="5819"/>
                  </a:lnTo>
                  <a:lnTo>
                    <a:pt x="10492461" y="2338"/>
                  </a:lnTo>
                  <a:lnTo>
                    <a:pt x="10504877" y="632"/>
                  </a:lnTo>
                  <a:lnTo>
                    <a:pt x="10509392" y="61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82" name="pl1882"/>
            <p:cNvSpPr/>
            <p:nvPr/>
          </p:nvSpPr>
          <p:spPr>
            <a:xfrm>
              <a:off x="4799595" y="4693715"/>
              <a:ext cx="11981298" cy="5933596"/>
            </a:xfrm>
            <a:custGeom>
              <a:avLst/>
              <a:pathLst>
                <a:path w="11981298" h="5933596">
                  <a:moveTo>
                    <a:pt x="11981298" y="0"/>
                  </a:moveTo>
                  <a:lnTo>
                    <a:pt x="10509911" y="0"/>
                  </a:lnTo>
                  <a:lnTo>
                    <a:pt x="10509090" y="97"/>
                  </a:lnTo>
                  <a:lnTo>
                    <a:pt x="10503657" y="793"/>
                  </a:lnTo>
                  <a:lnTo>
                    <a:pt x="10489837" y="2715"/>
                  </a:lnTo>
                  <a:lnTo>
                    <a:pt x="10464818" y="6504"/>
                  </a:lnTo>
                  <a:lnTo>
                    <a:pt x="10426899" y="12777"/>
                  </a:lnTo>
                  <a:lnTo>
                    <a:pt x="10375604" y="22077"/>
                  </a:lnTo>
                  <a:lnTo>
                    <a:pt x="10311680" y="34826"/>
                  </a:lnTo>
                  <a:lnTo>
                    <a:pt x="10236933" y="51302"/>
                  </a:lnTo>
                  <a:lnTo>
                    <a:pt x="10153912" y="71639"/>
                  </a:lnTo>
                  <a:lnTo>
                    <a:pt x="10065526" y="95851"/>
                  </a:lnTo>
                  <a:lnTo>
                    <a:pt x="9974662" y="123884"/>
                  </a:lnTo>
                  <a:lnTo>
                    <a:pt x="9883898" y="155660"/>
                  </a:lnTo>
                  <a:lnTo>
                    <a:pt x="9795318" y="191127"/>
                  </a:lnTo>
                  <a:lnTo>
                    <a:pt x="9710449" y="230300"/>
                  </a:lnTo>
                  <a:lnTo>
                    <a:pt x="9630276" y="273284"/>
                  </a:lnTo>
                  <a:lnTo>
                    <a:pt x="9555315" y="320289"/>
                  </a:lnTo>
                  <a:lnTo>
                    <a:pt x="9485709" y="371633"/>
                  </a:lnTo>
                  <a:lnTo>
                    <a:pt x="9421322" y="427745"/>
                  </a:lnTo>
                  <a:lnTo>
                    <a:pt x="9361823" y="489155"/>
                  </a:lnTo>
                  <a:lnTo>
                    <a:pt x="9306756" y="556480"/>
                  </a:lnTo>
                  <a:lnTo>
                    <a:pt x="9255594" y="630400"/>
                  </a:lnTo>
                  <a:lnTo>
                    <a:pt x="9207777" y="711617"/>
                  </a:lnTo>
                  <a:lnTo>
                    <a:pt x="9162746" y="800789"/>
                  </a:lnTo>
                  <a:lnTo>
                    <a:pt x="9119966" y="898434"/>
                  </a:lnTo>
                  <a:lnTo>
                    <a:pt x="9084767" y="988932"/>
                  </a:lnTo>
                  <a:lnTo>
                    <a:pt x="9057530" y="1065404"/>
                  </a:lnTo>
                  <a:lnTo>
                    <a:pt x="9030827" y="1145938"/>
                  </a:lnTo>
                  <a:lnTo>
                    <a:pt x="9004554" y="1230611"/>
                  </a:lnTo>
                  <a:lnTo>
                    <a:pt x="8978619" y="1319470"/>
                  </a:lnTo>
                  <a:lnTo>
                    <a:pt x="8952944" y="1412527"/>
                  </a:lnTo>
                  <a:lnTo>
                    <a:pt x="8927465" y="1509753"/>
                  </a:lnTo>
                  <a:lnTo>
                    <a:pt x="8902125" y="1611080"/>
                  </a:lnTo>
                  <a:lnTo>
                    <a:pt x="8876878" y="1716398"/>
                  </a:lnTo>
                  <a:lnTo>
                    <a:pt x="8851688" y="1825550"/>
                  </a:lnTo>
                  <a:lnTo>
                    <a:pt x="8826524" y="1938334"/>
                  </a:lnTo>
                  <a:lnTo>
                    <a:pt x="8801364" y="2054505"/>
                  </a:lnTo>
                  <a:lnTo>
                    <a:pt x="8776192" y="2173773"/>
                  </a:lnTo>
                  <a:lnTo>
                    <a:pt x="8750998" y="2295803"/>
                  </a:lnTo>
                  <a:lnTo>
                    <a:pt x="8725777" y="2420224"/>
                  </a:lnTo>
                  <a:lnTo>
                    <a:pt x="8700529" y="2546630"/>
                  </a:lnTo>
                  <a:lnTo>
                    <a:pt x="8675255" y="2674585"/>
                  </a:lnTo>
                  <a:lnTo>
                    <a:pt x="8649963" y="2803629"/>
                  </a:lnTo>
                  <a:lnTo>
                    <a:pt x="8624660" y="2933284"/>
                  </a:lnTo>
                  <a:lnTo>
                    <a:pt x="8599354" y="3063066"/>
                  </a:lnTo>
                  <a:lnTo>
                    <a:pt x="8574055" y="3192486"/>
                  </a:lnTo>
                  <a:lnTo>
                    <a:pt x="8548771" y="3321062"/>
                  </a:lnTo>
                  <a:lnTo>
                    <a:pt x="8523510" y="3448324"/>
                  </a:lnTo>
                  <a:lnTo>
                    <a:pt x="8498274" y="3573823"/>
                  </a:lnTo>
                  <a:lnTo>
                    <a:pt x="8473067" y="3697136"/>
                  </a:lnTo>
                  <a:lnTo>
                    <a:pt x="8447884" y="3817874"/>
                  </a:lnTo>
                  <a:lnTo>
                    <a:pt x="8422720" y="3935683"/>
                  </a:lnTo>
                  <a:lnTo>
                    <a:pt x="8397560" y="4050250"/>
                  </a:lnTo>
                  <a:lnTo>
                    <a:pt x="8372387" y="4161305"/>
                  </a:lnTo>
                  <a:lnTo>
                    <a:pt x="8347173" y="4268625"/>
                  </a:lnTo>
                  <a:lnTo>
                    <a:pt x="8321887" y="4372029"/>
                  </a:lnTo>
                  <a:lnTo>
                    <a:pt x="8296486" y="4471384"/>
                  </a:lnTo>
                  <a:lnTo>
                    <a:pt x="8270920" y="4566600"/>
                  </a:lnTo>
                  <a:lnTo>
                    <a:pt x="8245128" y="4657627"/>
                  </a:lnTo>
                  <a:lnTo>
                    <a:pt x="8219040" y="4744458"/>
                  </a:lnTo>
                  <a:lnTo>
                    <a:pt x="8192571" y="4827121"/>
                  </a:lnTo>
                  <a:lnTo>
                    <a:pt x="8165624" y="4905679"/>
                  </a:lnTo>
                  <a:lnTo>
                    <a:pt x="8151487" y="4944663"/>
                  </a:lnTo>
                  <a:lnTo>
                    <a:pt x="8110249" y="5049751"/>
                  </a:lnTo>
                  <a:lnTo>
                    <a:pt x="8067176" y="5146153"/>
                  </a:lnTo>
                  <a:lnTo>
                    <a:pt x="8021778" y="5234144"/>
                  </a:lnTo>
                  <a:lnTo>
                    <a:pt x="7973515" y="5314268"/>
                  </a:lnTo>
                  <a:lnTo>
                    <a:pt x="7921825" y="5387195"/>
                  </a:lnTo>
                  <a:lnTo>
                    <a:pt x="7866151" y="5453628"/>
                  </a:lnTo>
                  <a:lnTo>
                    <a:pt x="7805974" y="5514240"/>
                  </a:lnTo>
                  <a:lnTo>
                    <a:pt x="7740853" y="5569636"/>
                  </a:lnTo>
                  <a:lnTo>
                    <a:pt x="7670479" y="5620331"/>
                  </a:lnTo>
                  <a:lnTo>
                    <a:pt x="7594752" y="5666740"/>
                  </a:lnTo>
                  <a:lnTo>
                    <a:pt x="7513861" y="5709165"/>
                  </a:lnTo>
                  <a:lnTo>
                    <a:pt x="7428385" y="5747801"/>
                  </a:lnTo>
                  <a:lnTo>
                    <a:pt x="7339384" y="5782738"/>
                  </a:lnTo>
                  <a:lnTo>
                    <a:pt x="7248464" y="5813978"/>
                  </a:lnTo>
                  <a:lnTo>
                    <a:pt x="7157788" y="5841466"/>
                  </a:lnTo>
                  <a:lnTo>
                    <a:pt x="7069991" y="5865124"/>
                  </a:lnTo>
                  <a:lnTo>
                    <a:pt x="6987986" y="5884901"/>
                  </a:lnTo>
                  <a:lnTo>
                    <a:pt x="6914653" y="5900830"/>
                  </a:lnTo>
                  <a:lnTo>
                    <a:pt x="6852458" y="5913062"/>
                  </a:lnTo>
                  <a:lnTo>
                    <a:pt x="6803070" y="5921897"/>
                  </a:lnTo>
                  <a:lnTo>
                    <a:pt x="6767066" y="5927777"/>
                  </a:lnTo>
                  <a:lnTo>
                    <a:pt x="6743792" y="5931258"/>
                  </a:lnTo>
                  <a:lnTo>
                    <a:pt x="6731376" y="5932963"/>
                  </a:lnTo>
                  <a:lnTo>
                    <a:pt x="6726861" y="5933535"/>
                  </a:lnTo>
                  <a:lnTo>
                    <a:pt x="6726343" y="5933596"/>
                  </a:lnTo>
                  <a:lnTo>
                    <a:pt x="5254955" y="5933596"/>
                  </a:lnTo>
                  <a:lnTo>
                    <a:pt x="5253718" y="5933592"/>
                  </a:lnTo>
                  <a:lnTo>
                    <a:pt x="5245598" y="5933558"/>
                  </a:lnTo>
                  <a:lnTo>
                    <a:pt x="5225184" y="5933465"/>
                  </a:lnTo>
                  <a:lnTo>
                    <a:pt x="5188818" y="5933282"/>
                  </a:lnTo>
                  <a:lnTo>
                    <a:pt x="5134879" y="5932981"/>
                  </a:lnTo>
                  <a:lnTo>
                    <a:pt x="5063902" y="5932540"/>
                  </a:lnTo>
                  <a:lnTo>
                    <a:pt x="4978354" y="5931944"/>
                  </a:lnTo>
                  <a:lnTo>
                    <a:pt x="4882057" y="5931187"/>
                  </a:lnTo>
                  <a:lnTo>
                    <a:pt x="4779427" y="5930267"/>
                  </a:lnTo>
                  <a:lnTo>
                    <a:pt x="4674745" y="5929189"/>
                  </a:lnTo>
                  <a:lnTo>
                    <a:pt x="4571625" y="5927956"/>
                  </a:lnTo>
                  <a:lnTo>
                    <a:pt x="4472753" y="5926568"/>
                  </a:lnTo>
                  <a:lnTo>
                    <a:pt x="4379850" y="5925021"/>
                  </a:lnTo>
                  <a:lnTo>
                    <a:pt x="4293796" y="5923307"/>
                  </a:lnTo>
                  <a:lnTo>
                    <a:pt x="4214803" y="5921410"/>
                  </a:lnTo>
                  <a:lnTo>
                    <a:pt x="4142613" y="5919308"/>
                  </a:lnTo>
                  <a:lnTo>
                    <a:pt x="4076657" y="5916974"/>
                  </a:lnTo>
                  <a:lnTo>
                    <a:pt x="4016186" y="5914378"/>
                  </a:lnTo>
                  <a:lnTo>
                    <a:pt x="3960367" y="5911486"/>
                  </a:lnTo>
                  <a:lnTo>
                    <a:pt x="3908347" y="5908264"/>
                  </a:lnTo>
                  <a:lnTo>
                    <a:pt x="3859311" y="5904689"/>
                  </a:lnTo>
                  <a:lnTo>
                    <a:pt x="3829811" y="5902266"/>
                  </a:lnTo>
                  <a:lnTo>
                    <a:pt x="3773820" y="5897089"/>
                  </a:lnTo>
                  <a:lnTo>
                    <a:pt x="3719666" y="5891346"/>
                  </a:lnTo>
                  <a:lnTo>
                    <a:pt x="3666604" y="5885031"/>
                  </a:lnTo>
                  <a:lnTo>
                    <a:pt x="3614106" y="5878160"/>
                  </a:lnTo>
                  <a:lnTo>
                    <a:pt x="3561815" y="5870774"/>
                  </a:lnTo>
                  <a:lnTo>
                    <a:pt x="3509519" y="5862942"/>
                  </a:lnTo>
                  <a:lnTo>
                    <a:pt x="3457121" y="5854756"/>
                  </a:lnTo>
                  <a:lnTo>
                    <a:pt x="3404613" y="5846332"/>
                  </a:lnTo>
                  <a:lnTo>
                    <a:pt x="3352045" y="5837799"/>
                  </a:lnTo>
                  <a:lnTo>
                    <a:pt x="3299494" y="5829295"/>
                  </a:lnTo>
                  <a:lnTo>
                    <a:pt x="3247029" y="5820957"/>
                  </a:lnTo>
                  <a:lnTo>
                    <a:pt x="3194680" y="5812908"/>
                  </a:lnTo>
                  <a:lnTo>
                    <a:pt x="3142404" y="5805254"/>
                  </a:lnTo>
                  <a:lnTo>
                    <a:pt x="3090059" y="5798079"/>
                  </a:lnTo>
                  <a:lnTo>
                    <a:pt x="3037375" y="5791440"/>
                  </a:lnTo>
                  <a:lnTo>
                    <a:pt x="2983926" y="5785367"/>
                  </a:lnTo>
                  <a:lnTo>
                    <a:pt x="2929100" y="5779865"/>
                  </a:lnTo>
                  <a:lnTo>
                    <a:pt x="2896531" y="5776947"/>
                  </a:lnTo>
                  <a:lnTo>
                    <a:pt x="2848988" y="5773144"/>
                  </a:lnTo>
                  <a:lnTo>
                    <a:pt x="2798926" y="5769704"/>
                  </a:lnTo>
                  <a:lnTo>
                    <a:pt x="2745583" y="5766609"/>
                  </a:lnTo>
                  <a:lnTo>
                    <a:pt x="2688124" y="5763832"/>
                  </a:lnTo>
                  <a:lnTo>
                    <a:pt x="2625697" y="5761338"/>
                  </a:lnTo>
                  <a:lnTo>
                    <a:pt x="2557489" y="5759094"/>
                  </a:lnTo>
                  <a:lnTo>
                    <a:pt x="2482807" y="5757071"/>
                  </a:lnTo>
                  <a:lnTo>
                    <a:pt x="2401181" y="5755245"/>
                  </a:lnTo>
                  <a:lnTo>
                    <a:pt x="2312509" y="5753595"/>
                  </a:lnTo>
                  <a:lnTo>
                    <a:pt x="2217229" y="5752108"/>
                  </a:lnTo>
                  <a:lnTo>
                    <a:pt x="2116515" y="5750778"/>
                  </a:lnTo>
                  <a:lnTo>
                    <a:pt x="2012444" y="5749603"/>
                  </a:lnTo>
                  <a:lnTo>
                    <a:pt x="1908063" y="5748583"/>
                  </a:lnTo>
                  <a:lnTo>
                    <a:pt x="1807279" y="5747724"/>
                  </a:lnTo>
                  <a:lnTo>
                    <a:pt x="1714501" y="5747028"/>
                  </a:lnTo>
                  <a:lnTo>
                    <a:pt x="1634013" y="5746491"/>
                  </a:lnTo>
                  <a:lnTo>
                    <a:pt x="1569216" y="5746104"/>
                  </a:lnTo>
                  <a:lnTo>
                    <a:pt x="1521902" y="5745851"/>
                  </a:lnTo>
                  <a:lnTo>
                    <a:pt x="1491808" y="5745705"/>
                  </a:lnTo>
                  <a:lnTo>
                    <a:pt x="1476522" y="5745638"/>
                  </a:lnTo>
                  <a:lnTo>
                    <a:pt x="1471697" y="5745618"/>
                  </a:lnTo>
                  <a:lnTo>
                    <a:pt x="1471387" y="5745617"/>
                  </a:lnTo>
                  <a:lnTo>
                    <a:pt x="0" y="574561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83" name="pg1883"/>
            <p:cNvSpPr/>
            <p:nvPr/>
          </p:nvSpPr>
          <p:spPr>
            <a:xfrm>
              <a:off x="4799595" y="2724022"/>
              <a:ext cx="11981298" cy="7993192"/>
            </a:xfrm>
            <a:custGeom>
              <a:avLst/>
              <a:pathLst>
                <a:path w="11981298" h="7993192">
                  <a:moveTo>
                    <a:pt x="0" y="7731656"/>
                  </a:moveTo>
                  <a:lnTo>
                    <a:pt x="1471387" y="7731656"/>
                  </a:lnTo>
                  <a:lnTo>
                    <a:pt x="1472624" y="7731662"/>
                  </a:lnTo>
                  <a:lnTo>
                    <a:pt x="1480741" y="7731709"/>
                  </a:lnTo>
                  <a:lnTo>
                    <a:pt x="1501148" y="7731839"/>
                  </a:lnTo>
                  <a:lnTo>
                    <a:pt x="1537504" y="7732093"/>
                  </a:lnTo>
                  <a:lnTo>
                    <a:pt x="1591428" y="7732511"/>
                  </a:lnTo>
                  <a:lnTo>
                    <a:pt x="1662387" y="7733125"/>
                  </a:lnTo>
                  <a:lnTo>
                    <a:pt x="1747916" y="7733954"/>
                  </a:lnTo>
                  <a:lnTo>
                    <a:pt x="1844195" y="7735007"/>
                  </a:lnTo>
                  <a:lnTo>
                    <a:pt x="1946809" y="7736286"/>
                  </a:lnTo>
                  <a:lnTo>
                    <a:pt x="2051479" y="7737786"/>
                  </a:lnTo>
                  <a:lnTo>
                    <a:pt x="2154591" y="7739501"/>
                  </a:lnTo>
                  <a:lnTo>
                    <a:pt x="2253459" y="7741432"/>
                  </a:lnTo>
                  <a:lnTo>
                    <a:pt x="2346360" y="7743583"/>
                  </a:lnTo>
                  <a:lnTo>
                    <a:pt x="2432416" y="7745967"/>
                  </a:lnTo>
                  <a:lnTo>
                    <a:pt x="2511411" y="7748606"/>
                  </a:lnTo>
                  <a:lnTo>
                    <a:pt x="2583605" y="7751530"/>
                  </a:lnTo>
                  <a:lnTo>
                    <a:pt x="2649564" y="7754776"/>
                  </a:lnTo>
                  <a:lnTo>
                    <a:pt x="2710038" y="7758387"/>
                  </a:lnTo>
                  <a:lnTo>
                    <a:pt x="2765859" y="7762410"/>
                  </a:lnTo>
                  <a:lnTo>
                    <a:pt x="2817881" y="7766890"/>
                  </a:lnTo>
                  <a:lnTo>
                    <a:pt x="2866917" y="7771862"/>
                  </a:lnTo>
                  <a:lnTo>
                    <a:pt x="2896531" y="7775245"/>
                  </a:lnTo>
                  <a:lnTo>
                    <a:pt x="2952297" y="7782417"/>
                  </a:lnTo>
                  <a:lnTo>
                    <a:pt x="3006237" y="7790370"/>
                  </a:lnTo>
                  <a:lnTo>
                    <a:pt x="3059089" y="7799112"/>
                  </a:lnTo>
                  <a:lnTo>
                    <a:pt x="3111378" y="7808621"/>
                  </a:lnTo>
                  <a:lnTo>
                    <a:pt x="3163456" y="7818843"/>
                  </a:lnTo>
                  <a:lnTo>
                    <a:pt x="3215535" y="7829683"/>
                  </a:lnTo>
                  <a:lnTo>
                    <a:pt x="3267715" y="7841014"/>
                  </a:lnTo>
                  <a:lnTo>
                    <a:pt x="3320005" y="7852680"/>
                  </a:lnTo>
                  <a:lnTo>
                    <a:pt x="3372357" y="7864501"/>
                  </a:lnTo>
                  <a:lnTo>
                    <a:pt x="3424694" y="7876288"/>
                  </a:lnTo>
                  <a:lnTo>
                    <a:pt x="3476949" y="7887856"/>
                  </a:lnTo>
                  <a:lnTo>
                    <a:pt x="3529088" y="7899031"/>
                  </a:lnTo>
                  <a:lnTo>
                    <a:pt x="3581151" y="7909667"/>
                  </a:lnTo>
                  <a:lnTo>
                    <a:pt x="3633272" y="7919648"/>
                  </a:lnTo>
                  <a:lnTo>
                    <a:pt x="3685710" y="7928893"/>
                  </a:lnTo>
                  <a:lnTo>
                    <a:pt x="3738874" y="7937358"/>
                  </a:lnTo>
                  <a:lnTo>
                    <a:pt x="3793359" y="7945034"/>
                  </a:lnTo>
                  <a:lnTo>
                    <a:pt x="3829811" y="7949603"/>
                  </a:lnTo>
                  <a:lnTo>
                    <a:pt x="3877349" y="7954893"/>
                  </a:lnTo>
                  <a:lnTo>
                    <a:pt x="3927404" y="7959679"/>
                  </a:lnTo>
                  <a:lnTo>
                    <a:pt x="3980740" y="7963984"/>
                  </a:lnTo>
                  <a:lnTo>
                    <a:pt x="4038191" y="7967849"/>
                  </a:lnTo>
                  <a:lnTo>
                    <a:pt x="4100608" y="7971318"/>
                  </a:lnTo>
                  <a:lnTo>
                    <a:pt x="4168805" y="7974440"/>
                  </a:lnTo>
                  <a:lnTo>
                    <a:pt x="4243473" y="7977254"/>
                  </a:lnTo>
                  <a:lnTo>
                    <a:pt x="4325084" y="7979795"/>
                  </a:lnTo>
                  <a:lnTo>
                    <a:pt x="4413740" y="7982090"/>
                  </a:lnTo>
                  <a:lnTo>
                    <a:pt x="4509002" y="7984159"/>
                  </a:lnTo>
                  <a:lnTo>
                    <a:pt x="4609699" y="7986009"/>
                  </a:lnTo>
                  <a:lnTo>
                    <a:pt x="4713756" y="7987645"/>
                  </a:lnTo>
                  <a:lnTo>
                    <a:pt x="4818128" y="7989063"/>
                  </a:lnTo>
                  <a:lnTo>
                    <a:pt x="4918909" y="7990259"/>
                  </a:lnTo>
                  <a:lnTo>
                    <a:pt x="5011693" y="7991228"/>
                  </a:lnTo>
                  <a:lnTo>
                    <a:pt x="5092197" y="7991975"/>
                  </a:lnTo>
                  <a:lnTo>
                    <a:pt x="5157018" y="7992513"/>
                  </a:lnTo>
                  <a:lnTo>
                    <a:pt x="5204361" y="7992867"/>
                  </a:lnTo>
                  <a:lnTo>
                    <a:pt x="5234487" y="7993070"/>
                  </a:lnTo>
                  <a:lnTo>
                    <a:pt x="5249800" y="7993163"/>
                  </a:lnTo>
                  <a:lnTo>
                    <a:pt x="5254642" y="7993190"/>
                  </a:lnTo>
                  <a:lnTo>
                    <a:pt x="5254955" y="7993192"/>
                  </a:lnTo>
                  <a:lnTo>
                    <a:pt x="6726343" y="7993192"/>
                  </a:lnTo>
                  <a:lnTo>
                    <a:pt x="6727038" y="7993081"/>
                  </a:lnTo>
                  <a:lnTo>
                    <a:pt x="6731655" y="7992291"/>
                  </a:lnTo>
                  <a:lnTo>
                    <a:pt x="6743445" y="7990111"/>
                  </a:lnTo>
                  <a:lnTo>
                    <a:pt x="6764905" y="7985812"/>
                  </a:lnTo>
                  <a:lnTo>
                    <a:pt x="6797661" y="7978680"/>
                  </a:lnTo>
                  <a:lnTo>
                    <a:pt x="6842378" y="7968073"/>
                  </a:lnTo>
                  <a:lnTo>
                    <a:pt x="6898722" y="7953465"/>
                  </a:lnTo>
                  <a:lnTo>
                    <a:pt x="6965460" y="7934479"/>
                  </a:lnTo>
                  <a:lnTo>
                    <a:pt x="7040652" y="7910900"/>
                  </a:lnTo>
                  <a:lnTo>
                    <a:pt x="7121937" y="7882652"/>
                  </a:lnTo>
                  <a:lnTo>
                    <a:pt x="7206825" y="7849765"/>
                  </a:lnTo>
                  <a:lnTo>
                    <a:pt x="7292960" y="7812322"/>
                  </a:lnTo>
                  <a:lnTo>
                    <a:pt x="7378306" y="7770405"/>
                  </a:lnTo>
                  <a:lnTo>
                    <a:pt x="7461249" y="7724054"/>
                  </a:lnTo>
                  <a:lnTo>
                    <a:pt x="7540623" y="7673228"/>
                  </a:lnTo>
                  <a:lnTo>
                    <a:pt x="7615684" y="7617784"/>
                  </a:lnTo>
                  <a:lnTo>
                    <a:pt x="7686053" y="7557466"/>
                  </a:lnTo>
                  <a:lnTo>
                    <a:pt x="7751634" y="7491897"/>
                  </a:lnTo>
                  <a:lnTo>
                    <a:pt x="7812554" y="7420585"/>
                  </a:lnTo>
                  <a:lnTo>
                    <a:pt x="7869091" y="7342929"/>
                  </a:lnTo>
                  <a:lnTo>
                    <a:pt x="7921625" y="7258232"/>
                  </a:lnTo>
                  <a:lnTo>
                    <a:pt x="7970597" y="7165729"/>
                  </a:lnTo>
                  <a:lnTo>
                    <a:pt x="8016477" y="7064620"/>
                  </a:lnTo>
                  <a:lnTo>
                    <a:pt x="8059741" y="6954135"/>
                  </a:lnTo>
                  <a:lnTo>
                    <a:pt x="8100848" y="6833622"/>
                  </a:lnTo>
                  <a:lnTo>
                    <a:pt x="8140223" y="6702694"/>
                  </a:lnTo>
                  <a:lnTo>
                    <a:pt x="8151487" y="6662355"/>
                  </a:lnTo>
                  <a:lnTo>
                    <a:pt x="8175140" y="6573424"/>
                  </a:lnTo>
                  <a:lnTo>
                    <a:pt x="8198379" y="6480394"/>
                  </a:lnTo>
                  <a:lnTo>
                    <a:pt x="8221277" y="6383193"/>
                  </a:lnTo>
                  <a:lnTo>
                    <a:pt x="8243894" y="6281769"/>
                  </a:lnTo>
                  <a:lnTo>
                    <a:pt x="8266286" y="6176097"/>
                  </a:lnTo>
                  <a:lnTo>
                    <a:pt x="8288499" y="6066183"/>
                  </a:lnTo>
                  <a:lnTo>
                    <a:pt x="8310575" y="5952058"/>
                  </a:lnTo>
                  <a:lnTo>
                    <a:pt x="8332549" y="5833788"/>
                  </a:lnTo>
                  <a:lnTo>
                    <a:pt x="8354450" y="5711471"/>
                  </a:lnTo>
                  <a:lnTo>
                    <a:pt x="8376305" y="5585238"/>
                  </a:lnTo>
                  <a:lnTo>
                    <a:pt x="8398133" y="5455256"/>
                  </a:lnTo>
                  <a:lnTo>
                    <a:pt x="8419952" y="5321725"/>
                  </a:lnTo>
                  <a:lnTo>
                    <a:pt x="8441772" y="5184880"/>
                  </a:lnTo>
                  <a:lnTo>
                    <a:pt x="8463604" y="5044989"/>
                  </a:lnTo>
                  <a:lnTo>
                    <a:pt x="8485454" y="4902352"/>
                  </a:lnTo>
                  <a:lnTo>
                    <a:pt x="8507324" y="4757297"/>
                  </a:lnTo>
                  <a:lnTo>
                    <a:pt x="8529215" y="4610180"/>
                  </a:lnTo>
                  <a:lnTo>
                    <a:pt x="8551125" y="4461378"/>
                  </a:lnTo>
                  <a:lnTo>
                    <a:pt x="8573052" y="4311291"/>
                  </a:lnTo>
                  <a:lnTo>
                    <a:pt x="8594990" y="4160329"/>
                  </a:lnTo>
                  <a:lnTo>
                    <a:pt x="8616934" y="4008916"/>
                  </a:lnTo>
                  <a:lnTo>
                    <a:pt x="8638879" y="3857479"/>
                  </a:lnTo>
                  <a:lnTo>
                    <a:pt x="8660818" y="3706448"/>
                  </a:lnTo>
                  <a:lnTo>
                    <a:pt x="8682746" y="3556245"/>
                  </a:lnTo>
                  <a:lnTo>
                    <a:pt x="8704658" y="3407284"/>
                  </a:lnTo>
                  <a:lnTo>
                    <a:pt x="8726551" y="3259965"/>
                  </a:lnTo>
                  <a:lnTo>
                    <a:pt x="8748423" y="3114668"/>
                  </a:lnTo>
                  <a:lnTo>
                    <a:pt x="8770275" y="2971752"/>
                  </a:lnTo>
                  <a:lnTo>
                    <a:pt x="8792109" y="2831547"/>
                  </a:lnTo>
                  <a:lnTo>
                    <a:pt x="8813930" y="2694358"/>
                  </a:lnTo>
                  <a:lnTo>
                    <a:pt x="8835748" y="2560455"/>
                  </a:lnTo>
                  <a:lnTo>
                    <a:pt x="8857575" y="2430076"/>
                  </a:lnTo>
                  <a:lnTo>
                    <a:pt x="8879425" y="2303427"/>
                  </a:lnTo>
                  <a:lnTo>
                    <a:pt x="8901321" y="2180678"/>
                  </a:lnTo>
                  <a:lnTo>
                    <a:pt x="8923286" y="2061962"/>
                  </a:lnTo>
                  <a:lnTo>
                    <a:pt x="8945349" y="1947383"/>
                  </a:lnTo>
                  <a:lnTo>
                    <a:pt x="8967545" y="1837009"/>
                  </a:lnTo>
                  <a:lnTo>
                    <a:pt x="8989915" y="1730876"/>
                  </a:lnTo>
                  <a:lnTo>
                    <a:pt x="9012505" y="1628991"/>
                  </a:lnTo>
                  <a:lnTo>
                    <a:pt x="9035369" y="1531332"/>
                  </a:lnTo>
                  <a:lnTo>
                    <a:pt x="9058569" y="1437853"/>
                  </a:lnTo>
                  <a:lnTo>
                    <a:pt x="9082173" y="1348480"/>
                  </a:lnTo>
                  <a:lnTo>
                    <a:pt x="9084767" y="1339009"/>
                  </a:lnTo>
                  <a:lnTo>
                    <a:pt x="9123707" y="1205016"/>
                  </a:lnTo>
                  <a:lnTo>
                    <a:pt x="9164265" y="1081476"/>
                  </a:lnTo>
                  <a:lnTo>
                    <a:pt x="9206850" y="968112"/>
                  </a:lnTo>
                  <a:lnTo>
                    <a:pt x="9251915" y="864332"/>
                  </a:lnTo>
                  <a:lnTo>
                    <a:pt x="9299932" y="769390"/>
                  </a:lnTo>
                  <a:lnTo>
                    <a:pt x="9351375" y="682488"/>
                  </a:lnTo>
                  <a:lnTo>
                    <a:pt x="9406696" y="602845"/>
                  </a:lnTo>
                  <a:lnTo>
                    <a:pt x="9466297" y="529741"/>
                  </a:lnTo>
                  <a:lnTo>
                    <a:pt x="9530492" y="462546"/>
                  </a:lnTo>
                  <a:lnTo>
                    <a:pt x="9599457" y="400733"/>
                  </a:lnTo>
                  <a:lnTo>
                    <a:pt x="9673168" y="343893"/>
                  </a:lnTo>
                  <a:lnTo>
                    <a:pt x="9751338" y="291734"/>
                  </a:lnTo>
                  <a:lnTo>
                    <a:pt x="9833336" y="244080"/>
                  </a:lnTo>
                  <a:lnTo>
                    <a:pt x="9918125" y="200863"/>
                  </a:lnTo>
                  <a:lnTo>
                    <a:pt x="10004222" y="162102"/>
                  </a:lnTo>
                  <a:lnTo>
                    <a:pt x="10089709" y="127871"/>
                  </a:lnTo>
                  <a:lnTo>
                    <a:pt x="10172306" y="98257"/>
                  </a:lnTo>
                  <a:lnTo>
                    <a:pt x="10249539" y="73312"/>
                  </a:lnTo>
                  <a:lnTo>
                    <a:pt x="10318979" y="52996"/>
                  </a:lnTo>
                  <a:lnTo>
                    <a:pt x="10378532" y="37137"/>
                  </a:lnTo>
                  <a:lnTo>
                    <a:pt x="10426733" y="25406"/>
                  </a:lnTo>
                  <a:lnTo>
                    <a:pt x="10462970" y="17318"/>
                  </a:lnTo>
                  <a:lnTo>
                    <a:pt x="10487612" y="12261"/>
                  </a:lnTo>
                  <a:lnTo>
                    <a:pt x="10502014" y="9535"/>
                  </a:lnTo>
                  <a:lnTo>
                    <a:pt x="10508428" y="8414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9215" y="111"/>
                  </a:lnTo>
                  <a:lnTo>
                    <a:pt x="10504599" y="900"/>
                  </a:lnTo>
                  <a:lnTo>
                    <a:pt x="10492808" y="3080"/>
                  </a:lnTo>
                  <a:lnTo>
                    <a:pt x="10471349" y="7380"/>
                  </a:lnTo>
                  <a:lnTo>
                    <a:pt x="10438592" y="14511"/>
                  </a:lnTo>
                  <a:lnTo>
                    <a:pt x="10393876" y="25118"/>
                  </a:lnTo>
                  <a:lnTo>
                    <a:pt x="10337531" y="39726"/>
                  </a:lnTo>
                  <a:lnTo>
                    <a:pt x="10270794" y="58712"/>
                  </a:lnTo>
                  <a:lnTo>
                    <a:pt x="10195601" y="82292"/>
                  </a:lnTo>
                  <a:lnTo>
                    <a:pt x="10114316" y="110540"/>
                  </a:lnTo>
                  <a:lnTo>
                    <a:pt x="10029428" y="143426"/>
                  </a:lnTo>
                  <a:lnTo>
                    <a:pt x="9943293" y="180870"/>
                  </a:lnTo>
                  <a:lnTo>
                    <a:pt x="9857947" y="222786"/>
                  </a:lnTo>
                  <a:lnTo>
                    <a:pt x="9775004" y="269137"/>
                  </a:lnTo>
                  <a:lnTo>
                    <a:pt x="9695631" y="319963"/>
                  </a:lnTo>
                  <a:lnTo>
                    <a:pt x="9620569" y="375407"/>
                  </a:lnTo>
                  <a:lnTo>
                    <a:pt x="9550201" y="435726"/>
                  </a:lnTo>
                  <a:lnTo>
                    <a:pt x="9484619" y="501295"/>
                  </a:lnTo>
                  <a:lnTo>
                    <a:pt x="9423699" y="572606"/>
                  </a:lnTo>
                  <a:lnTo>
                    <a:pt x="9367162" y="650263"/>
                  </a:lnTo>
                  <a:lnTo>
                    <a:pt x="9314628" y="734959"/>
                  </a:lnTo>
                  <a:lnTo>
                    <a:pt x="9265656" y="827462"/>
                  </a:lnTo>
                  <a:lnTo>
                    <a:pt x="9219776" y="928571"/>
                  </a:lnTo>
                  <a:lnTo>
                    <a:pt x="9176512" y="1039057"/>
                  </a:lnTo>
                  <a:lnTo>
                    <a:pt x="9135405" y="1159569"/>
                  </a:lnTo>
                  <a:lnTo>
                    <a:pt x="9096030" y="1290497"/>
                  </a:lnTo>
                  <a:lnTo>
                    <a:pt x="9084767" y="1330836"/>
                  </a:lnTo>
                  <a:lnTo>
                    <a:pt x="9061114" y="1419768"/>
                  </a:lnTo>
                  <a:lnTo>
                    <a:pt x="9037874" y="1512797"/>
                  </a:lnTo>
                  <a:lnTo>
                    <a:pt x="9014976" y="1609999"/>
                  </a:lnTo>
                  <a:lnTo>
                    <a:pt x="8992359" y="1711423"/>
                  </a:lnTo>
                  <a:lnTo>
                    <a:pt x="8969967" y="1817094"/>
                  </a:lnTo>
                  <a:lnTo>
                    <a:pt x="8947754" y="1927009"/>
                  </a:lnTo>
                  <a:lnTo>
                    <a:pt x="8925678" y="2041133"/>
                  </a:lnTo>
                  <a:lnTo>
                    <a:pt x="8903705" y="2159403"/>
                  </a:lnTo>
                  <a:lnTo>
                    <a:pt x="8881803" y="2281720"/>
                  </a:lnTo>
                  <a:lnTo>
                    <a:pt x="8859948" y="2407953"/>
                  </a:lnTo>
                  <a:lnTo>
                    <a:pt x="8838120" y="2537935"/>
                  </a:lnTo>
                  <a:lnTo>
                    <a:pt x="8816302" y="2671466"/>
                  </a:lnTo>
                  <a:lnTo>
                    <a:pt x="8794481" y="2808311"/>
                  </a:lnTo>
                  <a:lnTo>
                    <a:pt x="8772649" y="2948202"/>
                  </a:lnTo>
                  <a:lnTo>
                    <a:pt x="8750799" y="3090839"/>
                  </a:lnTo>
                  <a:lnTo>
                    <a:pt x="8728929" y="3235894"/>
                  </a:lnTo>
                  <a:lnTo>
                    <a:pt x="8707038" y="3383012"/>
                  </a:lnTo>
                  <a:lnTo>
                    <a:pt x="8685128" y="3531813"/>
                  </a:lnTo>
                  <a:lnTo>
                    <a:pt x="8663202" y="3681901"/>
                  </a:lnTo>
                  <a:lnTo>
                    <a:pt x="8641264" y="3832863"/>
                  </a:lnTo>
                  <a:lnTo>
                    <a:pt x="8619319" y="3984276"/>
                  </a:lnTo>
                  <a:lnTo>
                    <a:pt x="8597375" y="4135712"/>
                  </a:lnTo>
                  <a:lnTo>
                    <a:pt x="8575436" y="4286743"/>
                  </a:lnTo>
                  <a:lnTo>
                    <a:pt x="8553508" y="4436946"/>
                  </a:lnTo>
                  <a:lnTo>
                    <a:pt x="8531595" y="4585907"/>
                  </a:lnTo>
                  <a:lnTo>
                    <a:pt x="8509702" y="4733226"/>
                  </a:lnTo>
                  <a:lnTo>
                    <a:pt x="8487830" y="4878523"/>
                  </a:lnTo>
                  <a:lnTo>
                    <a:pt x="8465978" y="5021440"/>
                  </a:lnTo>
                  <a:lnTo>
                    <a:pt x="8444145" y="5161644"/>
                  </a:lnTo>
                  <a:lnTo>
                    <a:pt x="8422323" y="5298834"/>
                  </a:lnTo>
                  <a:lnTo>
                    <a:pt x="8400505" y="5432737"/>
                  </a:lnTo>
                  <a:lnTo>
                    <a:pt x="8378679" y="5563115"/>
                  </a:lnTo>
                  <a:lnTo>
                    <a:pt x="8356828" y="5689764"/>
                  </a:lnTo>
                  <a:lnTo>
                    <a:pt x="8334932" y="5812514"/>
                  </a:lnTo>
                  <a:lnTo>
                    <a:pt x="8312968" y="5931229"/>
                  </a:lnTo>
                  <a:lnTo>
                    <a:pt x="8290905" y="6045808"/>
                  </a:lnTo>
                  <a:lnTo>
                    <a:pt x="8268708" y="6156182"/>
                  </a:lnTo>
                  <a:lnTo>
                    <a:pt x="8246338" y="6262316"/>
                  </a:lnTo>
                  <a:lnTo>
                    <a:pt x="8223748" y="6364201"/>
                  </a:lnTo>
                  <a:lnTo>
                    <a:pt x="8200884" y="6461859"/>
                  </a:lnTo>
                  <a:lnTo>
                    <a:pt x="8177684" y="6555339"/>
                  </a:lnTo>
                  <a:lnTo>
                    <a:pt x="8154080" y="6644712"/>
                  </a:lnTo>
                  <a:lnTo>
                    <a:pt x="8151487" y="6654182"/>
                  </a:lnTo>
                  <a:lnTo>
                    <a:pt x="8112546" y="6788176"/>
                  </a:lnTo>
                  <a:lnTo>
                    <a:pt x="8071988" y="6911715"/>
                  </a:lnTo>
                  <a:lnTo>
                    <a:pt x="8029403" y="7025080"/>
                  </a:lnTo>
                  <a:lnTo>
                    <a:pt x="7984338" y="7128859"/>
                  </a:lnTo>
                  <a:lnTo>
                    <a:pt x="7936321" y="7223801"/>
                  </a:lnTo>
                  <a:lnTo>
                    <a:pt x="7884879" y="7310703"/>
                  </a:lnTo>
                  <a:lnTo>
                    <a:pt x="7829557" y="7390346"/>
                  </a:lnTo>
                  <a:lnTo>
                    <a:pt x="7769956" y="7463450"/>
                  </a:lnTo>
                  <a:lnTo>
                    <a:pt x="7705761" y="7530645"/>
                  </a:lnTo>
                  <a:lnTo>
                    <a:pt x="7636797" y="7592458"/>
                  </a:lnTo>
                  <a:lnTo>
                    <a:pt x="7563085" y="7649298"/>
                  </a:lnTo>
                  <a:lnTo>
                    <a:pt x="7484915" y="7701457"/>
                  </a:lnTo>
                  <a:lnTo>
                    <a:pt x="7402917" y="7749111"/>
                  </a:lnTo>
                  <a:lnTo>
                    <a:pt x="7318128" y="7792328"/>
                  </a:lnTo>
                  <a:lnTo>
                    <a:pt x="7232031" y="7831089"/>
                  </a:lnTo>
                  <a:lnTo>
                    <a:pt x="7146545" y="7865321"/>
                  </a:lnTo>
                  <a:lnTo>
                    <a:pt x="7063948" y="7894934"/>
                  </a:lnTo>
                  <a:lnTo>
                    <a:pt x="6986714" y="7919879"/>
                  </a:lnTo>
                  <a:lnTo>
                    <a:pt x="6917274" y="7940195"/>
                  </a:lnTo>
                  <a:lnTo>
                    <a:pt x="6857721" y="7956054"/>
                  </a:lnTo>
                  <a:lnTo>
                    <a:pt x="6809520" y="7967785"/>
                  </a:lnTo>
                  <a:lnTo>
                    <a:pt x="6773283" y="7975873"/>
                  </a:lnTo>
                  <a:lnTo>
                    <a:pt x="6748641" y="7980931"/>
                  </a:lnTo>
                  <a:lnTo>
                    <a:pt x="6734239" y="7983656"/>
                  </a:lnTo>
                  <a:lnTo>
                    <a:pt x="6727826" y="7984778"/>
                  </a:lnTo>
                  <a:lnTo>
                    <a:pt x="6726343" y="7985019"/>
                  </a:lnTo>
                  <a:lnTo>
                    <a:pt x="5254955" y="7985019"/>
                  </a:lnTo>
                  <a:lnTo>
                    <a:pt x="5253718" y="7985012"/>
                  </a:lnTo>
                  <a:lnTo>
                    <a:pt x="5245601" y="7984966"/>
                  </a:lnTo>
                  <a:lnTo>
                    <a:pt x="5225194" y="7984836"/>
                  </a:lnTo>
                  <a:lnTo>
                    <a:pt x="5188838" y="7984582"/>
                  </a:lnTo>
                  <a:lnTo>
                    <a:pt x="5134914" y="7984164"/>
                  </a:lnTo>
                  <a:lnTo>
                    <a:pt x="5063956" y="7983550"/>
                  </a:lnTo>
                  <a:lnTo>
                    <a:pt x="4978426" y="7982721"/>
                  </a:lnTo>
                  <a:lnTo>
                    <a:pt x="4882147" y="7981668"/>
                  </a:lnTo>
                  <a:lnTo>
                    <a:pt x="4779533" y="7980389"/>
                  </a:lnTo>
                  <a:lnTo>
                    <a:pt x="4674863" y="7978889"/>
                  </a:lnTo>
                  <a:lnTo>
                    <a:pt x="4571751" y="7977173"/>
                  </a:lnTo>
                  <a:lnTo>
                    <a:pt x="4472883" y="7975243"/>
                  </a:lnTo>
                  <a:lnTo>
                    <a:pt x="4379982" y="7973092"/>
                  </a:lnTo>
                  <a:lnTo>
                    <a:pt x="4293927" y="7970707"/>
                  </a:lnTo>
                  <a:lnTo>
                    <a:pt x="4214931" y="7968068"/>
                  </a:lnTo>
                  <a:lnTo>
                    <a:pt x="4142737" y="7965145"/>
                  </a:lnTo>
                  <a:lnTo>
                    <a:pt x="4076778" y="7961899"/>
                  </a:lnTo>
                  <a:lnTo>
                    <a:pt x="4016304" y="7958288"/>
                  </a:lnTo>
                  <a:lnTo>
                    <a:pt x="3960483" y="7954265"/>
                  </a:lnTo>
                  <a:lnTo>
                    <a:pt x="3908461" y="7949785"/>
                  </a:lnTo>
                  <a:lnTo>
                    <a:pt x="3859425" y="7944813"/>
                  </a:lnTo>
                  <a:lnTo>
                    <a:pt x="3829811" y="7941430"/>
                  </a:lnTo>
                  <a:lnTo>
                    <a:pt x="3774046" y="7934257"/>
                  </a:lnTo>
                  <a:lnTo>
                    <a:pt x="3720105" y="7926305"/>
                  </a:lnTo>
                  <a:lnTo>
                    <a:pt x="3667253" y="7917563"/>
                  </a:lnTo>
                  <a:lnTo>
                    <a:pt x="3614965" y="7908053"/>
                  </a:lnTo>
                  <a:lnTo>
                    <a:pt x="3562887" y="7897832"/>
                  </a:lnTo>
                  <a:lnTo>
                    <a:pt x="3510807" y="7886992"/>
                  </a:lnTo>
                  <a:lnTo>
                    <a:pt x="3458627" y="7875660"/>
                  </a:lnTo>
                  <a:lnTo>
                    <a:pt x="3406337" y="7863995"/>
                  </a:lnTo>
                  <a:lnTo>
                    <a:pt x="3353986" y="7852174"/>
                  </a:lnTo>
                  <a:lnTo>
                    <a:pt x="3301648" y="7840387"/>
                  </a:lnTo>
                  <a:lnTo>
                    <a:pt x="3249393" y="7828819"/>
                  </a:lnTo>
                  <a:lnTo>
                    <a:pt x="3197254" y="7817643"/>
                  </a:lnTo>
                  <a:lnTo>
                    <a:pt x="3145191" y="7807008"/>
                  </a:lnTo>
                  <a:lnTo>
                    <a:pt x="3093070" y="7797027"/>
                  </a:lnTo>
                  <a:lnTo>
                    <a:pt x="3040632" y="7787782"/>
                  </a:lnTo>
                  <a:lnTo>
                    <a:pt x="2987468" y="7779316"/>
                  </a:lnTo>
                  <a:lnTo>
                    <a:pt x="2932983" y="7771640"/>
                  </a:lnTo>
                  <a:lnTo>
                    <a:pt x="2896531" y="7767072"/>
                  </a:lnTo>
                  <a:lnTo>
                    <a:pt x="2848993" y="7761782"/>
                  </a:lnTo>
                  <a:lnTo>
                    <a:pt x="2798938" y="7756996"/>
                  </a:lnTo>
                  <a:lnTo>
                    <a:pt x="2745602" y="7752690"/>
                  </a:lnTo>
                  <a:lnTo>
                    <a:pt x="2688151" y="7748826"/>
                  </a:lnTo>
                  <a:lnTo>
                    <a:pt x="2625734" y="7745356"/>
                  </a:lnTo>
                  <a:lnTo>
                    <a:pt x="2557537" y="7742235"/>
                  </a:lnTo>
                  <a:lnTo>
                    <a:pt x="2482869" y="7739421"/>
                  </a:lnTo>
                  <a:lnTo>
                    <a:pt x="2401258" y="7736880"/>
                  </a:lnTo>
                  <a:lnTo>
                    <a:pt x="2312602" y="7734584"/>
                  </a:lnTo>
                  <a:lnTo>
                    <a:pt x="2217340" y="7732516"/>
                  </a:lnTo>
                  <a:lnTo>
                    <a:pt x="2116643" y="7730666"/>
                  </a:lnTo>
                  <a:lnTo>
                    <a:pt x="2012586" y="7729030"/>
                  </a:lnTo>
                  <a:lnTo>
                    <a:pt x="1908214" y="7727612"/>
                  </a:lnTo>
                  <a:lnTo>
                    <a:pt x="1807434" y="7726416"/>
                  </a:lnTo>
                  <a:lnTo>
                    <a:pt x="1714649" y="7725447"/>
                  </a:lnTo>
                  <a:lnTo>
                    <a:pt x="1634145" y="7724699"/>
                  </a:lnTo>
                  <a:lnTo>
                    <a:pt x="1569324" y="7724161"/>
                  </a:lnTo>
                  <a:lnTo>
                    <a:pt x="1521981" y="7723808"/>
                  </a:lnTo>
                  <a:lnTo>
                    <a:pt x="1491856" y="7723605"/>
                  </a:lnTo>
                  <a:lnTo>
                    <a:pt x="1476542" y="7723512"/>
                  </a:lnTo>
                  <a:lnTo>
                    <a:pt x="1471700" y="7723485"/>
                  </a:lnTo>
                  <a:lnTo>
                    <a:pt x="1471387" y="7723483"/>
                  </a:lnTo>
                  <a:lnTo>
                    <a:pt x="0" y="7723483"/>
                  </a:lnTo>
                  <a:close/>
                </a:path>
              </a:pathLst>
            </a:custGeom>
            <a:solidFill>
              <a:srgbClr val="FFB3B5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884" name="pl1884"/>
            <p:cNvSpPr/>
            <p:nvPr/>
          </p:nvSpPr>
          <p:spPr>
            <a:xfrm>
              <a:off x="4799595" y="2732195"/>
              <a:ext cx="11981298" cy="7985019"/>
            </a:xfrm>
            <a:custGeom>
              <a:avLst/>
              <a:pathLst>
                <a:path w="11981298" h="7985019">
                  <a:moveTo>
                    <a:pt x="0" y="7723483"/>
                  </a:moveTo>
                  <a:lnTo>
                    <a:pt x="1471387" y="7723483"/>
                  </a:lnTo>
                  <a:lnTo>
                    <a:pt x="1472624" y="7723489"/>
                  </a:lnTo>
                  <a:lnTo>
                    <a:pt x="1480741" y="7723536"/>
                  </a:lnTo>
                  <a:lnTo>
                    <a:pt x="1501148" y="7723666"/>
                  </a:lnTo>
                  <a:lnTo>
                    <a:pt x="1537504" y="7723920"/>
                  </a:lnTo>
                  <a:lnTo>
                    <a:pt x="1591428" y="7724338"/>
                  </a:lnTo>
                  <a:lnTo>
                    <a:pt x="1662387" y="7724952"/>
                  </a:lnTo>
                  <a:lnTo>
                    <a:pt x="1747916" y="7725781"/>
                  </a:lnTo>
                  <a:lnTo>
                    <a:pt x="1844195" y="7726834"/>
                  </a:lnTo>
                  <a:lnTo>
                    <a:pt x="1946809" y="7728113"/>
                  </a:lnTo>
                  <a:lnTo>
                    <a:pt x="2051479" y="7729613"/>
                  </a:lnTo>
                  <a:lnTo>
                    <a:pt x="2154591" y="7731328"/>
                  </a:lnTo>
                  <a:lnTo>
                    <a:pt x="2253459" y="7733259"/>
                  </a:lnTo>
                  <a:lnTo>
                    <a:pt x="2346360" y="7735410"/>
                  </a:lnTo>
                  <a:lnTo>
                    <a:pt x="2432416" y="7737794"/>
                  </a:lnTo>
                  <a:lnTo>
                    <a:pt x="2511411" y="7740433"/>
                  </a:lnTo>
                  <a:lnTo>
                    <a:pt x="2583605" y="7743357"/>
                  </a:lnTo>
                  <a:lnTo>
                    <a:pt x="2649564" y="7746603"/>
                  </a:lnTo>
                  <a:lnTo>
                    <a:pt x="2710038" y="7750214"/>
                  </a:lnTo>
                  <a:lnTo>
                    <a:pt x="2765859" y="7754237"/>
                  </a:lnTo>
                  <a:lnTo>
                    <a:pt x="2817881" y="7758717"/>
                  </a:lnTo>
                  <a:lnTo>
                    <a:pt x="2866917" y="7763689"/>
                  </a:lnTo>
                  <a:lnTo>
                    <a:pt x="2896531" y="7767072"/>
                  </a:lnTo>
                  <a:lnTo>
                    <a:pt x="2952297" y="7774244"/>
                  </a:lnTo>
                  <a:lnTo>
                    <a:pt x="3006237" y="7782197"/>
                  </a:lnTo>
                  <a:lnTo>
                    <a:pt x="3059089" y="7790939"/>
                  </a:lnTo>
                  <a:lnTo>
                    <a:pt x="3111378" y="7800448"/>
                  </a:lnTo>
                  <a:lnTo>
                    <a:pt x="3163456" y="7810670"/>
                  </a:lnTo>
                  <a:lnTo>
                    <a:pt x="3215535" y="7821510"/>
                  </a:lnTo>
                  <a:lnTo>
                    <a:pt x="3267715" y="7832841"/>
                  </a:lnTo>
                  <a:lnTo>
                    <a:pt x="3320005" y="7844507"/>
                  </a:lnTo>
                  <a:lnTo>
                    <a:pt x="3372357" y="7856328"/>
                  </a:lnTo>
                  <a:lnTo>
                    <a:pt x="3424694" y="7868115"/>
                  </a:lnTo>
                  <a:lnTo>
                    <a:pt x="3476949" y="7879683"/>
                  </a:lnTo>
                  <a:lnTo>
                    <a:pt x="3529088" y="7890858"/>
                  </a:lnTo>
                  <a:lnTo>
                    <a:pt x="3581151" y="7901494"/>
                  </a:lnTo>
                  <a:lnTo>
                    <a:pt x="3633272" y="7911475"/>
                  </a:lnTo>
                  <a:lnTo>
                    <a:pt x="3685710" y="7920720"/>
                  </a:lnTo>
                  <a:lnTo>
                    <a:pt x="3738874" y="7929185"/>
                  </a:lnTo>
                  <a:lnTo>
                    <a:pt x="3793359" y="7936861"/>
                  </a:lnTo>
                  <a:lnTo>
                    <a:pt x="3829811" y="7941430"/>
                  </a:lnTo>
                  <a:lnTo>
                    <a:pt x="3877349" y="7946720"/>
                  </a:lnTo>
                  <a:lnTo>
                    <a:pt x="3927404" y="7951506"/>
                  </a:lnTo>
                  <a:lnTo>
                    <a:pt x="3980740" y="7955811"/>
                  </a:lnTo>
                  <a:lnTo>
                    <a:pt x="4038191" y="7959676"/>
                  </a:lnTo>
                  <a:lnTo>
                    <a:pt x="4100608" y="7963145"/>
                  </a:lnTo>
                  <a:lnTo>
                    <a:pt x="4168805" y="7966267"/>
                  </a:lnTo>
                  <a:lnTo>
                    <a:pt x="4243473" y="7969081"/>
                  </a:lnTo>
                  <a:lnTo>
                    <a:pt x="4325084" y="7971622"/>
                  </a:lnTo>
                  <a:lnTo>
                    <a:pt x="4413740" y="7973917"/>
                  </a:lnTo>
                  <a:lnTo>
                    <a:pt x="4509002" y="7975986"/>
                  </a:lnTo>
                  <a:lnTo>
                    <a:pt x="4609699" y="7977836"/>
                  </a:lnTo>
                  <a:lnTo>
                    <a:pt x="4713756" y="7979472"/>
                  </a:lnTo>
                  <a:lnTo>
                    <a:pt x="4818128" y="7980890"/>
                  </a:lnTo>
                  <a:lnTo>
                    <a:pt x="4918909" y="7982086"/>
                  </a:lnTo>
                  <a:lnTo>
                    <a:pt x="5011693" y="7983055"/>
                  </a:lnTo>
                  <a:lnTo>
                    <a:pt x="5092197" y="7983802"/>
                  </a:lnTo>
                  <a:lnTo>
                    <a:pt x="5157018" y="7984340"/>
                  </a:lnTo>
                  <a:lnTo>
                    <a:pt x="5204361" y="7984694"/>
                  </a:lnTo>
                  <a:lnTo>
                    <a:pt x="5234487" y="7984897"/>
                  </a:lnTo>
                  <a:lnTo>
                    <a:pt x="5249800" y="7984990"/>
                  </a:lnTo>
                  <a:lnTo>
                    <a:pt x="5254642" y="7985017"/>
                  </a:lnTo>
                  <a:lnTo>
                    <a:pt x="5254955" y="7985019"/>
                  </a:lnTo>
                  <a:lnTo>
                    <a:pt x="6726343" y="7985019"/>
                  </a:lnTo>
                  <a:lnTo>
                    <a:pt x="6727038" y="7984908"/>
                  </a:lnTo>
                  <a:lnTo>
                    <a:pt x="6731655" y="7984118"/>
                  </a:lnTo>
                  <a:lnTo>
                    <a:pt x="6743445" y="7981938"/>
                  </a:lnTo>
                  <a:lnTo>
                    <a:pt x="6764905" y="7977639"/>
                  </a:lnTo>
                  <a:lnTo>
                    <a:pt x="6797661" y="7970507"/>
                  </a:lnTo>
                  <a:lnTo>
                    <a:pt x="6842378" y="7959900"/>
                  </a:lnTo>
                  <a:lnTo>
                    <a:pt x="6898722" y="7945292"/>
                  </a:lnTo>
                  <a:lnTo>
                    <a:pt x="6965460" y="7926306"/>
                  </a:lnTo>
                  <a:lnTo>
                    <a:pt x="7040652" y="7902727"/>
                  </a:lnTo>
                  <a:lnTo>
                    <a:pt x="7121937" y="7874479"/>
                  </a:lnTo>
                  <a:lnTo>
                    <a:pt x="7206825" y="7841592"/>
                  </a:lnTo>
                  <a:lnTo>
                    <a:pt x="7292960" y="7804149"/>
                  </a:lnTo>
                  <a:lnTo>
                    <a:pt x="7378306" y="7762232"/>
                  </a:lnTo>
                  <a:lnTo>
                    <a:pt x="7461249" y="7715881"/>
                  </a:lnTo>
                  <a:lnTo>
                    <a:pt x="7540623" y="7665055"/>
                  </a:lnTo>
                  <a:lnTo>
                    <a:pt x="7615684" y="7609611"/>
                  </a:lnTo>
                  <a:lnTo>
                    <a:pt x="7686053" y="7549293"/>
                  </a:lnTo>
                  <a:lnTo>
                    <a:pt x="7751634" y="7483724"/>
                  </a:lnTo>
                  <a:lnTo>
                    <a:pt x="7812554" y="7412412"/>
                  </a:lnTo>
                  <a:lnTo>
                    <a:pt x="7869091" y="7334756"/>
                  </a:lnTo>
                  <a:lnTo>
                    <a:pt x="7921625" y="7250059"/>
                  </a:lnTo>
                  <a:lnTo>
                    <a:pt x="7970597" y="7157556"/>
                  </a:lnTo>
                  <a:lnTo>
                    <a:pt x="8016477" y="7056447"/>
                  </a:lnTo>
                  <a:lnTo>
                    <a:pt x="8059741" y="6945962"/>
                  </a:lnTo>
                  <a:lnTo>
                    <a:pt x="8100848" y="6825450"/>
                  </a:lnTo>
                  <a:lnTo>
                    <a:pt x="8140223" y="6694521"/>
                  </a:lnTo>
                  <a:lnTo>
                    <a:pt x="8151487" y="6654182"/>
                  </a:lnTo>
                  <a:lnTo>
                    <a:pt x="8175140" y="6565251"/>
                  </a:lnTo>
                  <a:lnTo>
                    <a:pt x="8198379" y="6472221"/>
                  </a:lnTo>
                  <a:lnTo>
                    <a:pt x="8221277" y="6375020"/>
                  </a:lnTo>
                  <a:lnTo>
                    <a:pt x="8243894" y="6273596"/>
                  </a:lnTo>
                  <a:lnTo>
                    <a:pt x="8266286" y="6167924"/>
                  </a:lnTo>
                  <a:lnTo>
                    <a:pt x="8288499" y="6058010"/>
                  </a:lnTo>
                  <a:lnTo>
                    <a:pt x="8310575" y="5943885"/>
                  </a:lnTo>
                  <a:lnTo>
                    <a:pt x="8332549" y="5825615"/>
                  </a:lnTo>
                  <a:lnTo>
                    <a:pt x="8354450" y="5703298"/>
                  </a:lnTo>
                  <a:lnTo>
                    <a:pt x="8376305" y="5577065"/>
                  </a:lnTo>
                  <a:lnTo>
                    <a:pt x="8398133" y="5447083"/>
                  </a:lnTo>
                  <a:lnTo>
                    <a:pt x="8419952" y="5313552"/>
                  </a:lnTo>
                  <a:lnTo>
                    <a:pt x="8441772" y="5176707"/>
                  </a:lnTo>
                  <a:lnTo>
                    <a:pt x="8463604" y="5036816"/>
                  </a:lnTo>
                  <a:lnTo>
                    <a:pt x="8485454" y="4894179"/>
                  </a:lnTo>
                  <a:lnTo>
                    <a:pt x="8507324" y="4749124"/>
                  </a:lnTo>
                  <a:lnTo>
                    <a:pt x="8529215" y="4602007"/>
                  </a:lnTo>
                  <a:lnTo>
                    <a:pt x="8551125" y="4453205"/>
                  </a:lnTo>
                  <a:lnTo>
                    <a:pt x="8573052" y="4303118"/>
                  </a:lnTo>
                  <a:lnTo>
                    <a:pt x="8594990" y="4152156"/>
                  </a:lnTo>
                  <a:lnTo>
                    <a:pt x="8616934" y="4000743"/>
                  </a:lnTo>
                  <a:lnTo>
                    <a:pt x="8638879" y="3849306"/>
                  </a:lnTo>
                  <a:lnTo>
                    <a:pt x="8660818" y="3698275"/>
                  </a:lnTo>
                  <a:lnTo>
                    <a:pt x="8682746" y="3548072"/>
                  </a:lnTo>
                  <a:lnTo>
                    <a:pt x="8704658" y="3399111"/>
                  </a:lnTo>
                  <a:lnTo>
                    <a:pt x="8726551" y="3251792"/>
                  </a:lnTo>
                  <a:lnTo>
                    <a:pt x="8748423" y="3106495"/>
                  </a:lnTo>
                  <a:lnTo>
                    <a:pt x="8770275" y="2963579"/>
                  </a:lnTo>
                  <a:lnTo>
                    <a:pt x="8792109" y="2823374"/>
                  </a:lnTo>
                  <a:lnTo>
                    <a:pt x="8813930" y="2686185"/>
                  </a:lnTo>
                  <a:lnTo>
                    <a:pt x="8835748" y="2552282"/>
                  </a:lnTo>
                  <a:lnTo>
                    <a:pt x="8857575" y="2421903"/>
                  </a:lnTo>
                  <a:lnTo>
                    <a:pt x="8879425" y="2295254"/>
                  </a:lnTo>
                  <a:lnTo>
                    <a:pt x="8901321" y="2172505"/>
                  </a:lnTo>
                  <a:lnTo>
                    <a:pt x="8923286" y="2053789"/>
                  </a:lnTo>
                  <a:lnTo>
                    <a:pt x="8945349" y="1939210"/>
                  </a:lnTo>
                  <a:lnTo>
                    <a:pt x="8967545" y="1828836"/>
                  </a:lnTo>
                  <a:lnTo>
                    <a:pt x="8989915" y="1722703"/>
                  </a:lnTo>
                  <a:lnTo>
                    <a:pt x="9012505" y="1620818"/>
                  </a:lnTo>
                  <a:lnTo>
                    <a:pt x="9035369" y="1523159"/>
                  </a:lnTo>
                  <a:lnTo>
                    <a:pt x="9058569" y="1429680"/>
                  </a:lnTo>
                  <a:lnTo>
                    <a:pt x="9082173" y="1340307"/>
                  </a:lnTo>
                  <a:lnTo>
                    <a:pt x="9084767" y="1330836"/>
                  </a:lnTo>
                  <a:lnTo>
                    <a:pt x="9123707" y="1196843"/>
                  </a:lnTo>
                  <a:lnTo>
                    <a:pt x="9164265" y="1073303"/>
                  </a:lnTo>
                  <a:lnTo>
                    <a:pt x="9206850" y="959939"/>
                  </a:lnTo>
                  <a:lnTo>
                    <a:pt x="9251915" y="856159"/>
                  </a:lnTo>
                  <a:lnTo>
                    <a:pt x="9299932" y="761217"/>
                  </a:lnTo>
                  <a:lnTo>
                    <a:pt x="9351375" y="674315"/>
                  </a:lnTo>
                  <a:lnTo>
                    <a:pt x="9406696" y="594672"/>
                  </a:lnTo>
                  <a:lnTo>
                    <a:pt x="9466297" y="521568"/>
                  </a:lnTo>
                  <a:lnTo>
                    <a:pt x="9530492" y="454373"/>
                  </a:lnTo>
                  <a:lnTo>
                    <a:pt x="9599457" y="392560"/>
                  </a:lnTo>
                  <a:lnTo>
                    <a:pt x="9673168" y="335720"/>
                  </a:lnTo>
                  <a:lnTo>
                    <a:pt x="9751338" y="283561"/>
                  </a:lnTo>
                  <a:lnTo>
                    <a:pt x="9833336" y="235907"/>
                  </a:lnTo>
                  <a:lnTo>
                    <a:pt x="9918125" y="192690"/>
                  </a:lnTo>
                  <a:lnTo>
                    <a:pt x="10004222" y="153929"/>
                  </a:lnTo>
                  <a:lnTo>
                    <a:pt x="10089709" y="119698"/>
                  </a:lnTo>
                  <a:lnTo>
                    <a:pt x="10172306" y="90084"/>
                  </a:lnTo>
                  <a:lnTo>
                    <a:pt x="10249539" y="65139"/>
                  </a:lnTo>
                  <a:lnTo>
                    <a:pt x="10318979" y="44823"/>
                  </a:lnTo>
                  <a:lnTo>
                    <a:pt x="10378532" y="28964"/>
                  </a:lnTo>
                  <a:lnTo>
                    <a:pt x="10426733" y="17233"/>
                  </a:lnTo>
                  <a:lnTo>
                    <a:pt x="10462970" y="9145"/>
                  </a:lnTo>
                  <a:lnTo>
                    <a:pt x="10487612" y="4088"/>
                  </a:lnTo>
                  <a:lnTo>
                    <a:pt x="10502014" y="1362"/>
                  </a:lnTo>
                  <a:lnTo>
                    <a:pt x="10508428" y="241"/>
                  </a:lnTo>
                  <a:lnTo>
                    <a:pt x="10509893" y="2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85" name="pl1885"/>
            <p:cNvSpPr/>
            <p:nvPr/>
          </p:nvSpPr>
          <p:spPr>
            <a:xfrm>
              <a:off x="4799595" y="2724022"/>
              <a:ext cx="11981298" cy="7985019"/>
            </a:xfrm>
            <a:custGeom>
              <a:avLst/>
              <a:pathLst>
                <a:path w="11981298" h="7985019">
                  <a:moveTo>
                    <a:pt x="11981298" y="0"/>
                  </a:moveTo>
                  <a:lnTo>
                    <a:pt x="10509911" y="0"/>
                  </a:lnTo>
                  <a:lnTo>
                    <a:pt x="10509215" y="111"/>
                  </a:lnTo>
                  <a:lnTo>
                    <a:pt x="10504599" y="900"/>
                  </a:lnTo>
                  <a:lnTo>
                    <a:pt x="10492808" y="3080"/>
                  </a:lnTo>
                  <a:lnTo>
                    <a:pt x="10471349" y="7380"/>
                  </a:lnTo>
                  <a:lnTo>
                    <a:pt x="10438592" y="14511"/>
                  </a:lnTo>
                  <a:lnTo>
                    <a:pt x="10393876" y="25118"/>
                  </a:lnTo>
                  <a:lnTo>
                    <a:pt x="10337531" y="39726"/>
                  </a:lnTo>
                  <a:lnTo>
                    <a:pt x="10270794" y="58712"/>
                  </a:lnTo>
                  <a:lnTo>
                    <a:pt x="10195601" y="82292"/>
                  </a:lnTo>
                  <a:lnTo>
                    <a:pt x="10114316" y="110540"/>
                  </a:lnTo>
                  <a:lnTo>
                    <a:pt x="10029428" y="143426"/>
                  </a:lnTo>
                  <a:lnTo>
                    <a:pt x="9943293" y="180870"/>
                  </a:lnTo>
                  <a:lnTo>
                    <a:pt x="9857947" y="222786"/>
                  </a:lnTo>
                  <a:lnTo>
                    <a:pt x="9775004" y="269137"/>
                  </a:lnTo>
                  <a:lnTo>
                    <a:pt x="9695631" y="319963"/>
                  </a:lnTo>
                  <a:lnTo>
                    <a:pt x="9620569" y="375407"/>
                  </a:lnTo>
                  <a:lnTo>
                    <a:pt x="9550201" y="435726"/>
                  </a:lnTo>
                  <a:lnTo>
                    <a:pt x="9484619" y="501295"/>
                  </a:lnTo>
                  <a:lnTo>
                    <a:pt x="9423699" y="572606"/>
                  </a:lnTo>
                  <a:lnTo>
                    <a:pt x="9367162" y="650263"/>
                  </a:lnTo>
                  <a:lnTo>
                    <a:pt x="9314628" y="734959"/>
                  </a:lnTo>
                  <a:lnTo>
                    <a:pt x="9265656" y="827462"/>
                  </a:lnTo>
                  <a:lnTo>
                    <a:pt x="9219776" y="928571"/>
                  </a:lnTo>
                  <a:lnTo>
                    <a:pt x="9176512" y="1039057"/>
                  </a:lnTo>
                  <a:lnTo>
                    <a:pt x="9135405" y="1159569"/>
                  </a:lnTo>
                  <a:lnTo>
                    <a:pt x="9096030" y="1290497"/>
                  </a:lnTo>
                  <a:lnTo>
                    <a:pt x="9084767" y="1330836"/>
                  </a:lnTo>
                  <a:lnTo>
                    <a:pt x="9061114" y="1419768"/>
                  </a:lnTo>
                  <a:lnTo>
                    <a:pt x="9037874" y="1512797"/>
                  </a:lnTo>
                  <a:lnTo>
                    <a:pt x="9014976" y="1609999"/>
                  </a:lnTo>
                  <a:lnTo>
                    <a:pt x="8992359" y="1711423"/>
                  </a:lnTo>
                  <a:lnTo>
                    <a:pt x="8969967" y="1817094"/>
                  </a:lnTo>
                  <a:lnTo>
                    <a:pt x="8947754" y="1927009"/>
                  </a:lnTo>
                  <a:lnTo>
                    <a:pt x="8925678" y="2041133"/>
                  </a:lnTo>
                  <a:lnTo>
                    <a:pt x="8903705" y="2159403"/>
                  </a:lnTo>
                  <a:lnTo>
                    <a:pt x="8881803" y="2281720"/>
                  </a:lnTo>
                  <a:lnTo>
                    <a:pt x="8859948" y="2407953"/>
                  </a:lnTo>
                  <a:lnTo>
                    <a:pt x="8838120" y="2537935"/>
                  </a:lnTo>
                  <a:lnTo>
                    <a:pt x="8816302" y="2671466"/>
                  </a:lnTo>
                  <a:lnTo>
                    <a:pt x="8794481" y="2808311"/>
                  </a:lnTo>
                  <a:lnTo>
                    <a:pt x="8772649" y="2948202"/>
                  </a:lnTo>
                  <a:lnTo>
                    <a:pt x="8750799" y="3090839"/>
                  </a:lnTo>
                  <a:lnTo>
                    <a:pt x="8728929" y="3235894"/>
                  </a:lnTo>
                  <a:lnTo>
                    <a:pt x="8707038" y="3383012"/>
                  </a:lnTo>
                  <a:lnTo>
                    <a:pt x="8685128" y="3531813"/>
                  </a:lnTo>
                  <a:lnTo>
                    <a:pt x="8663202" y="3681901"/>
                  </a:lnTo>
                  <a:lnTo>
                    <a:pt x="8641264" y="3832863"/>
                  </a:lnTo>
                  <a:lnTo>
                    <a:pt x="8619319" y="3984276"/>
                  </a:lnTo>
                  <a:lnTo>
                    <a:pt x="8597375" y="4135712"/>
                  </a:lnTo>
                  <a:lnTo>
                    <a:pt x="8575436" y="4286743"/>
                  </a:lnTo>
                  <a:lnTo>
                    <a:pt x="8553508" y="4436946"/>
                  </a:lnTo>
                  <a:lnTo>
                    <a:pt x="8531595" y="4585907"/>
                  </a:lnTo>
                  <a:lnTo>
                    <a:pt x="8509702" y="4733226"/>
                  </a:lnTo>
                  <a:lnTo>
                    <a:pt x="8487830" y="4878523"/>
                  </a:lnTo>
                  <a:lnTo>
                    <a:pt x="8465978" y="5021440"/>
                  </a:lnTo>
                  <a:lnTo>
                    <a:pt x="8444145" y="5161644"/>
                  </a:lnTo>
                  <a:lnTo>
                    <a:pt x="8422323" y="5298834"/>
                  </a:lnTo>
                  <a:lnTo>
                    <a:pt x="8400505" y="5432737"/>
                  </a:lnTo>
                  <a:lnTo>
                    <a:pt x="8378679" y="5563115"/>
                  </a:lnTo>
                  <a:lnTo>
                    <a:pt x="8356828" y="5689764"/>
                  </a:lnTo>
                  <a:lnTo>
                    <a:pt x="8334932" y="5812514"/>
                  </a:lnTo>
                  <a:lnTo>
                    <a:pt x="8312968" y="5931229"/>
                  </a:lnTo>
                  <a:lnTo>
                    <a:pt x="8290905" y="6045808"/>
                  </a:lnTo>
                  <a:lnTo>
                    <a:pt x="8268708" y="6156182"/>
                  </a:lnTo>
                  <a:lnTo>
                    <a:pt x="8246338" y="6262316"/>
                  </a:lnTo>
                  <a:lnTo>
                    <a:pt x="8223748" y="6364201"/>
                  </a:lnTo>
                  <a:lnTo>
                    <a:pt x="8200884" y="6461859"/>
                  </a:lnTo>
                  <a:lnTo>
                    <a:pt x="8177684" y="6555339"/>
                  </a:lnTo>
                  <a:lnTo>
                    <a:pt x="8154080" y="6644712"/>
                  </a:lnTo>
                  <a:lnTo>
                    <a:pt x="8151487" y="6654182"/>
                  </a:lnTo>
                  <a:lnTo>
                    <a:pt x="8112546" y="6788176"/>
                  </a:lnTo>
                  <a:lnTo>
                    <a:pt x="8071988" y="6911715"/>
                  </a:lnTo>
                  <a:lnTo>
                    <a:pt x="8029403" y="7025080"/>
                  </a:lnTo>
                  <a:lnTo>
                    <a:pt x="7984338" y="7128859"/>
                  </a:lnTo>
                  <a:lnTo>
                    <a:pt x="7936321" y="7223801"/>
                  </a:lnTo>
                  <a:lnTo>
                    <a:pt x="7884879" y="7310703"/>
                  </a:lnTo>
                  <a:lnTo>
                    <a:pt x="7829557" y="7390346"/>
                  </a:lnTo>
                  <a:lnTo>
                    <a:pt x="7769956" y="7463450"/>
                  </a:lnTo>
                  <a:lnTo>
                    <a:pt x="7705761" y="7530645"/>
                  </a:lnTo>
                  <a:lnTo>
                    <a:pt x="7636797" y="7592458"/>
                  </a:lnTo>
                  <a:lnTo>
                    <a:pt x="7563085" y="7649298"/>
                  </a:lnTo>
                  <a:lnTo>
                    <a:pt x="7484915" y="7701457"/>
                  </a:lnTo>
                  <a:lnTo>
                    <a:pt x="7402917" y="7749111"/>
                  </a:lnTo>
                  <a:lnTo>
                    <a:pt x="7318128" y="7792328"/>
                  </a:lnTo>
                  <a:lnTo>
                    <a:pt x="7232031" y="7831089"/>
                  </a:lnTo>
                  <a:lnTo>
                    <a:pt x="7146545" y="7865321"/>
                  </a:lnTo>
                  <a:lnTo>
                    <a:pt x="7063948" y="7894934"/>
                  </a:lnTo>
                  <a:lnTo>
                    <a:pt x="6986714" y="7919879"/>
                  </a:lnTo>
                  <a:lnTo>
                    <a:pt x="6917274" y="7940195"/>
                  </a:lnTo>
                  <a:lnTo>
                    <a:pt x="6857721" y="7956054"/>
                  </a:lnTo>
                  <a:lnTo>
                    <a:pt x="6809520" y="7967785"/>
                  </a:lnTo>
                  <a:lnTo>
                    <a:pt x="6773283" y="7975873"/>
                  </a:lnTo>
                  <a:lnTo>
                    <a:pt x="6748641" y="7980931"/>
                  </a:lnTo>
                  <a:lnTo>
                    <a:pt x="6734239" y="7983656"/>
                  </a:lnTo>
                  <a:lnTo>
                    <a:pt x="6727826" y="7984778"/>
                  </a:lnTo>
                  <a:lnTo>
                    <a:pt x="6726361" y="7985016"/>
                  </a:lnTo>
                  <a:lnTo>
                    <a:pt x="6726343" y="7985019"/>
                  </a:lnTo>
                  <a:lnTo>
                    <a:pt x="5254955" y="7985019"/>
                  </a:lnTo>
                  <a:lnTo>
                    <a:pt x="5253718" y="7985012"/>
                  </a:lnTo>
                  <a:lnTo>
                    <a:pt x="5245601" y="7984966"/>
                  </a:lnTo>
                  <a:lnTo>
                    <a:pt x="5225194" y="7984836"/>
                  </a:lnTo>
                  <a:lnTo>
                    <a:pt x="5188838" y="7984582"/>
                  </a:lnTo>
                  <a:lnTo>
                    <a:pt x="5134914" y="7984164"/>
                  </a:lnTo>
                  <a:lnTo>
                    <a:pt x="5063956" y="7983550"/>
                  </a:lnTo>
                  <a:lnTo>
                    <a:pt x="4978426" y="7982721"/>
                  </a:lnTo>
                  <a:lnTo>
                    <a:pt x="4882147" y="7981668"/>
                  </a:lnTo>
                  <a:lnTo>
                    <a:pt x="4779533" y="7980389"/>
                  </a:lnTo>
                  <a:lnTo>
                    <a:pt x="4674863" y="7978889"/>
                  </a:lnTo>
                  <a:lnTo>
                    <a:pt x="4571751" y="7977173"/>
                  </a:lnTo>
                  <a:lnTo>
                    <a:pt x="4472883" y="7975243"/>
                  </a:lnTo>
                  <a:lnTo>
                    <a:pt x="4379982" y="7973092"/>
                  </a:lnTo>
                  <a:lnTo>
                    <a:pt x="4293927" y="7970707"/>
                  </a:lnTo>
                  <a:lnTo>
                    <a:pt x="4214931" y="7968068"/>
                  </a:lnTo>
                  <a:lnTo>
                    <a:pt x="4142737" y="7965145"/>
                  </a:lnTo>
                  <a:lnTo>
                    <a:pt x="4076778" y="7961899"/>
                  </a:lnTo>
                  <a:lnTo>
                    <a:pt x="4016304" y="7958288"/>
                  </a:lnTo>
                  <a:lnTo>
                    <a:pt x="3960483" y="7954265"/>
                  </a:lnTo>
                  <a:lnTo>
                    <a:pt x="3908461" y="7949785"/>
                  </a:lnTo>
                  <a:lnTo>
                    <a:pt x="3859425" y="7944813"/>
                  </a:lnTo>
                  <a:lnTo>
                    <a:pt x="3829811" y="7941430"/>
                  </a:lnTo>
                  <a:lnTo>
                    <a:pt x="3774046" y="7934257"/>
                  </a:lnTo>
                  <a:lnTo>
                    <a:pt x="3720105" y="7926305"/>
                  </a:lnTo>
                  <a:lnTo>
                    <a:pt x="3667253" y="7917563"/>
                  </a:lnTo>
                  <a:lnTo>
                    <a:pt x="3614965" y="7908053"/>
                  </a:lnTo>
                  <a:lnTo>
                    <a:pt x="3562887" y="7897832"/>
                  </a:lnTo>
                  <a:lnTo>
                    <a:pt x="3510807" y="7886992"/>
                  </a:lnTo>
                  <a:lnTo>
                    <a:pt x="3458627" y="7875660"/>
                  </a:lnTo>
                  <a:lnTo>
                    <a:pt x="3406337" y="7863995"/>
                  </a:lnTo>
                  <a:lnTo>
                    <a:pt x="3353986" y="7852174"/>
                  </a:lnTo>
                  <a:lnTo>
                    <a:pt x="3301648" y="7840387"/>
                  </a:lnTo>
                  <a:lnTo>
                    <a:pt x="3249393" y="7828819"/>
                  </a:lnTo>
                  <a:lnTo>
                    <a:pt x="3197254" y="7817643"/>
                  </a:lnTo>
                  <a:lnTo>
                    <a:pt x="3145191" y="7807008"/>
                  </a:lnTo>
                  <a:lnTo>
                    <a:pt x="3093070" y="7797027"/>
                  </a:lnTo>
                  <a:lnTo>
                    <a:pt x="3040632" y="7787782"/>
                  </a:lnTo>
                  <a:lnTo>
                    <a:pt x="2987468" y="7779316"/>
                  </a:lnTo>
                  <a:lnTo>
                    <a:pt x="2932983" y="7771640"/>
                  </a:lnTo>
                  <a:lnTo>
                    <a:pt x="2896531" y="7767072"/>
                  </a:lnTo>
                  <a:lnTo>
                    <a:pt x="2848993" y="7761782"/>
                  </a:lnTo>
                  <a:lnTo>
                    <a:pt x="2798938" y="7756996"/>
                  </a:lnTo>
                  <a:lnTo>
                    <a:pt x="2745602" y="7752690"/>
                  </a:lnTo>
                  <a:lnTo>
                    <a:pt x="2688151" y="7748826"/>
                  </a:lnTo>
                  <a:lnTo>
                    <a:pt x="2625734" y="7745356"/>
                  </a:lnTo>
                  <a:lnTo>
                    <a:pt x="2557537" y="7742235"/>
                  </a:lnTo>
                  <a:lnTo>
                    <a:pt x="2482869" y="7739421"/>
                  </a:lnTo>
                  <a:lnTo>
                    <a:pt x="2401258" y="7736880"/>
                  </a:lnTo>
                  <a:lnTo>
                    <a:pt x="2312602" y="7734584"/>
                  </a:lnTo>
                  <a:lnTo>
                    <a:pt x="2217340" y="7732516"/>
                  </a:lnTo>
                  <a:lnTo>
                    <a:pt x="2116643" y="7730666"/>
                  </a:lnTo>
                  <a:lnTo>
                    <a:pt x="2012586" y="7729030"/>
                  </a:lnTo>
                  <a:lnTo>
                    <a:pt x="1908214" y="7727612"/>
                  </a:lnTo>
                  <a:lnTo>
                    <a:pt x="1807434" y="7726416"/>
                  </a:lnTo>
                  <a:lnTo>
                    <a:pt x="1714649" y="7725447"/>
                  </a:lnTo>
                  <a:lnTo>
                    <a:pt x="1634145" y="7724699"/>
                  </a:lnTo>
                  <a:lnTo>
                    <a:pt x="1569324" y="7724161"/>
                  </a:lnTo>
                  <a:lnTo>
                    <a:pt x="1521981" y="7723808"/>
                  </a:lnTo>
                  <a:lnTo>
                    <a:pt x="1491856" y="7723605"/>
                  </a:lnTo>
                  <a:lnTo>
                    <a:pt x="1476542" y="7723512"/>
                  </a:lnTo>
                  <a:lnTo>
                    <a:pt x="1471700" y="7723485"/>
                  </a:lnTo>
                  <a:lnTo>
                    <a:pt x="1471387" y="7723483"/>
                  </a:lnTo>
                  <a:lnTo>
                    <a:pt x="0" y="772348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86" name="pg1886"/>
            <p:cNvSpPr/>
            <p:nvPr/>
          </p:nvSpPr>
          <p:spPr>
            <a:xfrm>
              <a:off x="4799595" y="3386035"/>
              <a:ext cx="11981298" cy="7388390"/>
            </a:xfrm>
            <a:custGeom>
              <a:avLst/>
              <a:pathLst>
                <a:path w="11981298" h="7388390">
                  <a:moveTo>
                    <a:pt x="0" y="7077816"/>
                  </a:moveTo>
                  <a:lnTo>
                    <a:pt x="1471387" y="7077816"/>
                  </a:lnTo>
                  <a:lnTo>
                    <a:pt x="1472624" y="7077824"/>
                  </a:lnTo>
                  <a:lnTo>
                    <a:pt x="1480738" y="7077879"/>
                  </a:lnTo>
                  <a:lnTo>
                    <a:pt x="1501140" y="7078033"/>
                  </a:lnTo>
                  <a:lnTo>
                    <a:pt x="1537487" y="7078335"/>
                  </a:lnTo>
                  <a:lnTo>
                    <a:pt x="1591398" y="7078831"/>
                  </a:lnTo>
                  <a:lnTo>
                    <a:pt x="1662341" y="7079560"/>
                  </a:lnTo>
                  <a:lnTo>
                    <a:pt x="1747854" y="7080544"/>
                  </a:lnTo>
                  <a:lnTo>
                    <a:pt x="1844118" y="7081795"/>
                  </a:lnTo>
                  <a:lnTo>
                    <a:pt x="1946719" y="7083313"/>
                  </a:lnTo>
                  <a:lnTo>
                    <a:pt x="2051379" y="7085093"/>
                  </a:lnTo>
                  <a:lnTo>
                    <a:pt x="2154484" y="7087130"/>
                  </a:lnTo>
                  <a:lnTo>
                    <a:pt x="2253349" y="7089422"/>
                  </a:lnTo>
                  <a:lnTo>
                    <a:pt x="2346249" y="7091976"/>
                  </a:lnTo>
                  <a:lnTo>
                    <a:pt x="2432305" y="7094807"/>
                  </a:lnTo>
                  <a:lnTo>
                    <a:pt x="2511302" y="7097940"/>
                  </a:lnTo>
                  <a:lnTo>
                    <a:pt x="2583499" y="7101411"/>
                  </a:lnTo>
                  <a:lnTo>
                    <a:pt x="2649462" y="7105264"/>
                  </a:lnTo>
                  <a:lnTo>
                    <a:pt x="2709938" y="7109551"/>
                  </a:lnTo>
                  <a:lnTo>
                    <a:pt x="2765761" y="7114327"/>
                  </a:lnTo>
                  <a:lnTo>
                    <a:pt x="2817785" y="7119645"/>
                  </a:lnTo>
                  <a:lnTo>
                    <a:pt x="2866821" y="7125548"/>
                  </a:lnTo>
                  <a:lnTo>
                    <a:pt x="2896531" y="7129578"/>
                  </a:lnTo>
                  <a:lnTo>
                    <a:pt x="2952109" y="7138064"/>
                  </a:lnTo>
                  <a:lnTo>
                    <a:pt x="3005872" y="7147471"/>
                  </a:lnTo>
                  <a:lnTo>
                    <a:pt x="3058549" y="7157808"/>
                  </a:lnTo>
                  <a:lnTo>
                    <a:pt x="3110663" y="7169052"/>
                  </a:lnTo>
                  <a:lnTo>
                    <a:pt x="3162563" y="7181136"/>
                  </a:lnTo>
                  <a:lnTo>
                    <a:pt x="3214463" y="7193952"/>
                  </a:lnTo>
                  <a:lnTo>
                    <a:pt x="3266461" y="7207351"/>
                  </a:lnTo>
                  <a:lnTo>
                    <a:pt x="3318570" y="7221149"/>
                  </a:lnTo>
                  <a:lnTo>
                    <a:pt x="3370741" y="7235135"/>
                  </a:lnTo>
                  <a:lnTo>
                    <a:pt x="3422901" y="7249090"/>
                  </a:lnTo>
                  <a:lnTo>
                    <a:pt x="3474980" y="7262793"/>
                  </a:lnTo>
                  <a:lnTo>
                    <a:pt x="3526945" y="7276040"/>
                  </a:lnTo>
                  <a:lnTo>
                    <a:pt x="3578831" y="7288657"/>
                  </a:lnTo>
                  <a:lnTo>
                    <a:pt x="3630766" y="7300507"/>
                  </a:lnTo>
                  <a:lnTo>
                    <a:pt x="3683000" y="7311493"/>
                  </a:lnTo>
                  <a:lnTo>
                    <a:pt x="3735930" y="7321561"/>
                  </a:lnTo>
                  <a:lnTo>
                    <a:pt x="3790133" y="7330697"/>
                  </a:lnTo>
                  <a:lnTo>
                    <a:pt x="3829811" y="7336628"/>
                  </a:lnTo>
                  <a:lnTo>
                    <a:pt x="3877344" y="7342909"/>
                  </a:lnTo>
                  <a:lnTo>
                    <a:pt x="3927394" y="7348593"/>
                  </a:lnTo>
                  <a:lnTo>
                    <a:pt x="3980724" y="7353705"/>
                  </a:lnTo>
                  <a:lnTo>
                    <a:pt x="4038168" y="7358293"/>
                  </a:lnTo>
                  <a:lnTo>
                    <a:pt x="4100577" y="7362413"/>
                  </a:lnTo>
                  <a:lnTo>
                    <a:pt x="4168764" y="7366120"/>
                  </a:lnTo>
                  <a:lnTo>
                    <a:pt x="4243421" y="7369461"/>
                  </a:lnTo>
                  <a:lnTo>
                    <a:pt x="4325019" y="7372479"/>
                  </a:lnTo>
                  <a:lnTo>
                    <a:pt x="4413660" y="7375205"/>
                  </a:lnTo>
                  <a:lnTo>
                    <a:pt x="4508908" y="7377661"/>
                  </a:lnTo>
                  <a:lnTo>
                    <a:pt x="4609591" y="7379858"/>
                  </a:lnTo>
                  <a:lnTo>
                    <a:pt x="4713635" y="7381801"/>
                  </a:lnTo>
                  <a:lnTo>
                    <a:pt x="4817999" y="7383485"/>
                  </a:lnTo>
                  <a:lnTo>
                    <a:pt x="4918778" y="7384905"/>
                  </a:lnTo>
                  <a:lnTo>
                    <a:pt x="5011568" y="7386057"/>
                  </a:lnTo>
                  <a:lnTo>
                    <a:pt x="5092085" y="7386944"/>
                  </a:lnTo>
                  <a:lnTo>
                    <a:pt x="5156927" y="7387583"/>
                  </a:lnTo>
                  <a:lnTo>
                    <a:pt x="5204295" y="7388003"/>
                  </a:lnTo>
                  <a:lnTo>
                    <a:pt x="5234446" y="7388245"/>
                  </a:lnTo>
                  <a:lnTo>
                    <a:pt x="5249782" y="7388356"/>
                  </a:lnTo>
                  <a:lnTo>
                    <a:pt x="5254639" y="7388388"/>
                  </a:lnTo>
                  <a:lnTo>
                    <a:pt x="5254955" y="7388390"/>
                  </a:lnTo>
                  <a:lnTo>
                    <a:pt x="6726343" y="7388390"/>
                  </a:lnTo>
                  <a:lnTo>
                    <a:pt x="6727074" y="7388282"/>
                  </a:lnTo>
                  <a:lnTo>
                    <a:pt x="6731922" y="7387514"/>
                  </a:lnTo>
                  <a:lnTo>
                    <a:pt x="6744291" y="7385393"/>
                  </a:lnTo>
                  <a:lnTo>
                    <a:pt x="6766766" y="7381210"/>
                  </a:lnTo>
                  <a:lnTo>
                    <a:pt x="6801004" y="7374275"/>
                  </a:lnTo>
                  <a:lnTo>
                    <a:pt x="6847621" y="7363970"/>
                  </a:lnTo>
                  <a:lnTo>
                    <a:pt x="6906172" y="7349796"/>
                  </a:lnTo>
                  <a:lnTo>
                    <a:pt x="6975265" y="7331405"/>
                  </a:lnTo>
                  <a:lnTo>
                    <a:pt x="7052789" y="7308606"/>
                  </a:lnTo>
                  <a:lnTo>
                    <a:pt x="7136220" y="7281342"/>
                  </a:lnTo>
                  <a:lnTo>
                    <a:pt x="7222948" y="7249656"/>
                  </a:lnTo>
                  <a:lnTo>
                    <a:pt x="7310542" y="7213629"/>
                  </a:lnTo>
                  <a:lnTo>
                    <a:pt x="7396942" y="7173338"/>
                  </a:lnTo>
                  <a:lnTo>
                    <a:pt x="7480550" y="7128806"/>
                  </a:lnTo>
                  <a:lnTo>
                    <a:pt x="7560247" y="7079972"/>
                  </a:lnTo>
                  <a:lnTo>
                    <a:pt x="7635351" y="7026671"/>
                  </a:lnTo>
                  <a:lnTo>
                    <a:pt x="7705548" y="6968622"/>
                  </a:lnTo>
                  <a:lnTo>
                    <a:pt x="7770812" y="6905429"/>
                  </a:lnTo>
                  <a:lnTo>
                    <a:pt x="7831328" y="6836579"/>
                  </a:lnTo>
                  <a:lnTo>
                    <a:pt x="7887430" y="6761457"/>
                  </a:lnTo>
                  <a:lnTo>
                    <a:pt x="7939541" y="6679360"/>
                  </a:lnTo>
                  <a:lnTo>
                    <a:pt x="7988139" y="6589527"/>
                  </a:lnTo>
                  <a:lnTo>
                    <a:pt x="8033725" y="6491184"/>
                  </a:lnTo>
                  <a:lnTo>
                    <a:pt x="8076794" y="6383613"/>
                  </a:lnTo>
                  <a:lnTo>
                    <a:pt x="8117817" y="6266265"/>
                  </a:lnTo>
                  <a:lnTo>
                    <a:pt x="8151487" y="6158354"/>
                  </a:lnTo>
                  <a:lnTo>
                    <a:pt x="8176050" y="6072889"/>
                  </a:lnTo>
                  <a:lnTo>
                    <a:pt x="8200170" y="5983333"/>
                  </a:lnTo>
                  <a:lnTo>
                    <a:pt x="8223926" y="5889612"/>
                  </a:lnTo>
                  <a:lnTo>
                    <a:pt x="8247387" y="5791674"/>
                  </a:lnTo>
                  <a:lnTo>
                    <a:pt x="8270613" y="5689499"/>
                  </a:lnTo>
                  <a:lnTo>
                    <a:pt x="8293656" y="5583096"/>
                  </a:lnTo>
                  <a:lnTo>
                    <a:pt x="8316559" y="5472505"/>
                  </a:lnTo>
                  <a:lnTo>
                    <a:pt x="8339362" y="5357804"/>
                  </a:lnTo>
                  <a:lnTo>
                    <a:pt x="8362096" y="5239103"/>
                  </a:lnTo>
                  <a:lnTo>
                    <a:pt x="8384787" y="5116550"/>
                  </a:lnTo>
                  <a:lnTo>
                    <a:pt x="8407458" y="4990331"/>
                  </a:lnTo>
                  <a:lnTo>
                    <a:pt x="8430123" y="4860669"/>
                  </a:lnTo>
                  <a:lnTo>
                    <a:pt x="8452796" y="4727822"/>
                  </a:lnTo>
                  <a:lnTo>
                    <a:pt x="8475486" y="4592084"/>
                  </a:lnTo>
                  <a:lnTo>
                    <a:pt x="8498196" y="4453782"/>
                  </a:lnTo>
                  <a:lnTo>
                    <a:pt x="8520928" y="4313271"/>
                  </a:lnTo>
                  <a:lnTo>
                    <a:pt x="8543683" y="4170936"/>
                  </a:lnTo>
                  <a:lnTo>
                    <a:pt x="8566456" y="4027182"/>
                  </a:lnTo>
                  <a:lnTo>
                    <a:pt x="8589244" y="3882430"/>
                  </a:lnTo>
                  <a:lnTo>
                    <a:pt x="8612040" y="3737118"/>
                  </a:lnTo>
                  <a:lnTo>
                    <a:pt x="8634837" y="3591686"/>
                  </a:lnTo>
                  <a:lnTo>
                    <a:pt x="8657630" y="3446580"/>
                  </a:lnTo>
                  <a:lnTo>
                    <a:pt x="8680412" y="3302240"/>
                  </a:lnTo>
                  <a:lnTo>
                    <a:pt x="8703177" y="3159095"/>
                  </a:lnTo>
                  <a:lnTo>
                    <a:pt x="8725921" y="3017561"/>
                  </a:lnTo>
                  <a:lnTo>
                    <a:pt x="8748643" y="2878034"/>
                  </a:lnTo>
                  <a:lnTo>
                    <a:pt x="8771343" y="2740884"/>
                  </a:lnTo>
                  <a:lnTo>
                    <a:pt x="8794024" y="2606454"/>
                  </a:lnTo>
                  <a:lnTo>
                    <a:pt x="8816693" y="2475057"/>
                  </a:lnTo>
                  <a:lnTo>
                    <a:pt x="8839359" y="2346969"/>
                  </a:lnTo>
                  <a:lnTo>
                    <a:pt x="8862037" y="2222434"/>
                  </a:lnTo>
                  <a:lnTo>
                    <a:pt x="8884745" y="2101655"/>
                  </a:lnTo>
                  <a:lnTo>
                    <a:pt x="8907507" y="1984802"/>
                  </a:lnTo>
                  <a:lnTo>
                    <a:pt x="8930353" y="1872004"/>
                  </a:lnTo>
                  <a:lnTo>
                    <a:pt x="8953316" y="1763358"/>
                  </a:lnTo>
                  <a:lnTo>
                    <a:pt x="8976438" y="1658922"/>
                  </a:lnTo>
                  <a:lnTo>
                    <a:pt x="8999766" y="1558722"/>
                  </a:lnTo>
                  <a:lnTo>
                    <a:pt x="9023357" y="1462753"/>
                  </a:lnTo>
                  <a:lnTo>
                    <a:pt x="9047274" y="1370981"/>
                  </a:lnTo>
                  <a:lnTo>
                    <a:pt x="9071590" y="1283343"/>
                  </a:lnTo>
                  <a:lnTo>
                    <a:pt x="9084767" y="1238209"/>
                  </a:lnTo>
                  <a:lnTo>
                    <a:pt x="9124384" y="1112337"/>
                  </a:lnTo>
                  <a:lnTo>
                    <a:pt x="9165681" y="996457"/>
                  </a:lnTo>
                  <a:lnTo>
                    <a:pt x="9209091" y="890289"/>
                  </a:lnTo>
                  <a:lnTo>
                    <a:pt x="9255090" y="793250"/>
                  </a:lnTo>
                  <a:lnTo>
                    <a:pt x="9304176" y="704609"/>
                  </a:lnTo>
                  <a:lnTo>
                    <a:pt x="9356847" y="623589"/>
                  </a:lnTo>
                  <a:lnTo>
                    <a:pt x="9413576" y="549436"/>
                  </a:lnTo>
                  <a:lnTo>
                    <a:pt x="9474775" y="481458"/>
                  </a:lnTo>
                  <a:lnTo>
                    <a:pt x="9540761" y="419054"/>
                  </a:lnTo>
                  <a:lnTo>
                    <a:pt x="9611690" y="361729"/>
                  </a:lnTo>
                  <a:lnTo>
                    <a:pt x="9687500" y="309102"/>
                  </a:lnTo>
                  <a:lnTo>
                    <a:pt x="9767828" y="260912"/>
                  </a:lnTo>
                  <a:lnTo>
                    <a:pt x="9851930" y="217007"/>
                  </a:lnTo>
                  <a:lnTo>
                    <a:pt x="9938618" y="177343"/>
                  </a:lnTo>
                  <a:lnTo>
                    <a:pt x="10026224" y="141952"/>
                  </a:lnTo>
                  <a:lnTo>
                    <a:pt x="10112625" y="110913"/>
                  </a:lnTo>
                  <a:lnTo>
                    <a:pt x="10195349" y="84309"/>
                  </a:lnTo>
                  <a:lnTo>
                    <a:pt x="10271780" y="62167"/>
                  </a:lnTo>
                  <a:lnTo>
                    <a:pt x="10339435" y="44414"/>
                  </a:lnTo>
                  <a:lnTo>
                    <a:pt x="10396291" y="30838"/>
                  </a:lnTo>
                  <a:lnTo>
                    <a:pt x="10441082" y="21065"/>
                  </a:lnTo>
                  <a:lnTo>
                    <a:pt x="10473518" y="14578"/>
                  </a:lnTo>
                  <a:lnTo>
                    <a:pt x="10494373" y="10744"/>
                  </a:lnTo>
                  <a:lnTo>
                    <a:pt x="10505447" y="8867"/>
                  </a:lnTo>
                  <a:lnTo>
                    <a:pt x="10509455" y="8239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9180" y="108"/>
                  </a:lnTo>
                  <a:lnTo>
                    <a:pt x="10504331" y="876"/>
                  </a:lnTo>
                  <a:lnTo>
                    <a:pt x="10491963" y="2997"/>
                  </a:lnTo>
                  <a:lnTo>
                    <a:pt x="10469487" y="7180"/>
                  </a:lnTo>
                  <a:lnTo>
                    <a:pt x="10435249" y="14115"/>
                  </a:lnTo>
                  <a:lnTo>
                    <a:pt x="10388633" y="24420"/>
                  </a:lnTo>
                  <a:lnTo>
                    <a:pt x="10330081" y="38593"/>
                  </a:lnTo>
                  <a:lnTo>
                    <a:pt x="10260988" y="56984"/>
                  </a:lnTo>
                  <a:lnTo>
                    <a:pt x="10183465" y="79784"/>
                  </a:lnTo>
                  <a:lnTo>
                    <a:pt x="10100033" y="107047"/>
                  </a:lnTo>
                  <a:lnTo>
                    <a:pt x="10013305" y="138734"/>
                  </a:lnTo>
                  <a:lnTo>
                    <a:pt x="9925711" y="174761"/>
                  </a:lnTo>
                  <a:lnTo>
                    <a:pt x="9839312" y="215052"/>
                  </a:lnTo>
                  <a:lnTo>
                    <a:pt x="9755704" y="259584"/>
                  </a:lnTo>
                  <a:lnTo>
                    <a:pt x="9676007" y="308418"/>
                  </a:lnTo>
                  <a:lnTo>
                    <a:pt x="9600903" y="361719"/>
                  </a:lnTo>
                  <a:lnTo>
                    <a:pt x="9530706" y="419767"/>
                  </a:lnTo>
                  <a:lnTo>
                    <a:pt x="9465442" y="482961"/>
                  </a:lnTo>
                  <a:lnTo>
                    <a:pt x="9404925" y="551811"/>
                  </a:lnTo>
                  <a:lnTo>
                    <a:pt x="9348824" y="626933"/>
                  </a:lnTo>
                  <a:lnTo>
                    <a:pt x="9296713" y="709030"/>
                  </a:lnTo>
                  <a:lnTo>
                    <a:pt x="9248114" y="798862"/>
                  </a:lnTo>
                  <a:lnTo>
                    <a:pt x="9202528" y="897206"/>
                  </a:lnTo>
                  <a:lnTo>
                    <a:pt x="9159460" y="1004777"/>
                  </a:lnTo>
                  <a:lnTo>
                    <a:pt x="9118437" y="1122125"/>
                  </a:lnTo>
                  <a:lnTo>
                    <a:pt x="9084767" y="1230036"/>
                  </a:lnTo>
                  <a:lnTo>
                    <a:pt x="9060204" y="1315501"/>
                  </a:lnTo>
                  <a:lnTo>
                    <a:pt x="9036083" y="1405056"/>
                  </a:lnTo>
                  <a:lnTo>
                    <a:pt x="9012327" y="1498778"/>
                  </a:lnTo>
                  <a:lnTo>
                    <a:pt x="8988866" y="1596715"/>
                  </a:lnTo>
                  <a:lnTo>
                    <a:pt x="8965640" y="1698890"/>
                  </a:lnTo>
                  <a:lnTo>
                    <a:pt x="8942598" y="1805294"/>
                  </a:lnTo>
                  <a:lnTo>
                    <a:pt x="8919694" y="1915884"/>
                  </a:lnTo>
                  <a:lnTo>
                    <a:pt x="8896891" y="2030586"/>
                  </a:lnTo>
                  <a:lnTo>
                    <a:pt x="8874157" y="2149287"/>
                  </a:lnTo>
                  <a:lnTo>
                    <a:pt x="8851466" y="2271840"/>
                  </a:lnTo>
                  <a:lnTo>
                    <a:pt x="8828796" y="2398058"/>
                  </a:lnTo>
                  <a:lnTo>
                    <a:pt x="8806130" y="2527721"/>
                  </a:lnTo>
                  <a:lnTo>
                    <a:pt x="8783457" y="2660568"/>
                  </a:lnTo>
                  <a:lnTo>
                    <a:pt x="8760768" y="2796305"/>
                  </a:lnTo>
                  <a:lnTo>
                    <a:pt x="8738058" y="2934608"/>
                  </a:lnTo>
                  <a:lnTo>
                    <a:pt x="8715325" y="3075118"/>
                  </a:lnTo>
                  <a:lnTo>
                    <a:pt x="8692570" y="3217453"/>
                  </a:lnTo>
                  <a:lnTo>
                    <a:pt x="8669797" y="3361208"/>
                  </a:lnTo>
                  <a:lnTo>
                    <a:pt x="8647009" y="3505959"/>
                  </a:lnTo>
                  <a:lnTo>
                    <a:pt x="8624214" y="3651272"/>
                  </a:lnTo>
                  <a:lnTo>
                    <a:pt x="8601416" y="3796703"/>
                  </a:lnTo>
                  <a:lnTo>
                    <a:pt x="8578623" y="3941809"/>
                  </a:lnTo>
                  <a:lnTo>
                    <a:pt x="8555842" y="4086150"/>
                  </a:lnTo>
                  <a:lnTo>
                    <a:pt x="8533077" y="4229294"/>
                  </a:lnTo>
                  <a:lnTo>
                    <a:pt x="8510332" y="4370828"/>
                  </a:lnTo>
                  <a:lnTo>
                    <a:pt x="8487610" y="4510356"/>
                  </a:lnTo>
                  <a:lnTo>
                    <a:pt x="8464910" y="4647506"/>
                  </a:lnTo>
                  <a:lnTo>
                    <a:pt x="8442229" y="4781935"/>
                  </a:lnTo>
                  <a:lnTo>
                    <a:pt x="8419560" y="4913332"/>
                  </a:lnTo>
                  <a:lnTo>
                    <a:pt x="8396894" y="5041420"/>
                  </a:lnTo>
                  <a:lnTo>
                    <a:pt x="8374217" y="5165956"/>
                  </a:lnTo>
                  <a:lnTo>
                    <a:pt x="8351508" y="5286734"/>
                  </a:lnTo>
                  <a:lnTo>
                    <a:pt x="8328746" y="5403588"/>
                  </a:lnTo>
                  <a:lnTo>
                    <a:pt x="8305901" y="5516385"/>
                  </a:lnTo>
                  <a:lnTo>
                    <a:pt x="8282938" y="5625032"/>
                  </a:lnTo>
                  <a:lnTo>
                    <a:pt x="8259816" y="5729468"/>
                  </a:lnTo>
                  <a:lnTo>
                    <a:pt x="8236487" y="5829668"/>
                  </a:lnTo>
                  <a:lnTo>
                    <a:pt x="8212896" y="5925636"/>
                  </a:lnTo>
                  <a:lnTo>
                    <a:pt x="8188980" y="6017408"/>
                  </a:lnTo>
                  <a:lnTo>
                    <a:pt x="8164663" y="6105047"/>
                  </a:lnTo>
                  <a:lnTo>
                    <a:pt x="8151487" y="6150181"/>
                  </a:lnTo>
                  <a:lnTo>
                    <a:pt x="8111869" y="6276052"/>
                  </a:lnTo>
                  <a:lnTo>
                    <a:pt x="8070572" y="6391932"/>
                  </a:lnTo>
                  <a:lnTo>
                    <a:pt x="8027162" y="6498100"/>
                  </a:lnTo>
                  <a:lnTo>
                    <a:pt x="7981163" y="6595139"/>
                  </a:lnTo>
                  <a:lnTo>
                    <a:pt x="7932077" y="6683780"/>
                  </a:lnTo>
                  <a:lnTo>
                    <a:pt x="7879406" y="6764800"/>
                  </a:lnTo>
                  <a:lnTo>
                    <a:pt x="7822678" y="6838954"/>
                  </a:lnTo>
                  <a:lnTo>
                    <a:pt x="7761478" y="6906932"/>
                  </a:lnTo>
                  <a:lnTo>
                    <a:pt x="7695493" y="6969336"/>
                  </a:lnTo>
                  <a:lnTo>
                    <a:pt x="7624563" y="7026661"/>
                  </a:lnTo>
                  <a:lnTo>
                    <a:pt x="7548753" y="7079287"/>
                  </a:lnTo>
                  <a:lnTo>
                    <a:pt x="7468426" y="7127478"/>
                  </a:lnTo>
                  <a:lnTo>
                    <a:pt x="7384324" y="7171382"/>
                  </a:lnTo>
                  <a:lnTo>
                    <a:pt x="7297635" y="7211047"/>
                  </a:lnTo>
                  <a:lnTo>
                    <a:pt x="7210029" y="7246438"/>
                  </a:lnTo>
                  <a:lnTo>
                    <a:pt x="7123628" y="7277476"/>
                  </a:lnTo>
                  <a:lnTo>
                    <a:pt x="7040904" y="7304081"/>
                  </a:lnTo>
                  <a:lnTo>
                    <a:pt x="6964473" y="7326223"/>
                  </a:lnTo>
                  <a:lnTo>
                    <a:pt x="6896818" y="7343975"/>
                  </a:lnTo>
                  <a:lnTo>
                    <a:pt x="6839962" y="7357552"/>
                  </a:lnTo>
                  <a:lnTo>
                    <a:pt x="6795171" y="7367324"/>
                  </a:lnTo>
                  <a:lnTo>
                    <a:pt x="6762735" y="7373812"/>
                  </a:lnTo>
                  <a:lnTo>
                    <a:pt x="6741880" y="7377646"/>
                  </a:lnTo>
                  <a:lnTo>
                    <a:pt x="6730806" y="7379522"/>
                  </a:lnTo>
                  <a:lnTo>
                    <a:pt x="6726798" y="7380150"/>
                  </a:lnTo>
                  <a:lnTo>
                    <a:pt x="6726343" y="7380217"/>
                  </a:lnTo>
                  <a:lnTo>
                    <a:pt x="5254955" y="7380217"/>
                  </a:lnTo>
                  <a:lnTo>
                    <a:pt x="5253718" y="7380209"/>
                  </a:lnTo>
                  <a:lnTo>
                    <a:pt x="5245604" y="7380154"/>
                  </a:lnTo>
                  <a:lnTo>
                    <a:pt x="5225202" y="7380000"/>
                  </a:lnTo>
                  <a:lnTo>
                    <a:pt x="5188855" y="7379698"/>
                  </a:lnTo>
                  <a:lnTo>
                    <a:pt x="5134944" y="7379202"/>
                  </a:lnTo>
                  <a:lnTo>
                    <a:pt x="5064001" y="7378473"/>
                  </a:lnTo>
                  <a:lnTo>
                    <a:pt x="4978488" y="7377489"/>
                  </a:lnTo>
                  <a:lnTo>
                    <a:pt x="4882224" y="7376238"/>
                  </a:lnTo>
                  <a:lnTo>
                    <a:pt x="4779623" y="7374720"/>
                  </a:lnTo>
                  <a:lnTo>
                    <a:pt x="4674963" y="7372940"/>
                  </a:lnTo>
                  <a:lnTo>
                    <a:pt x="4571858" y="7370903"/>
                  </a:lnTo>
                  <a:lnTo>
                    <a:pt x="4472993" y="7368611"/>
                  </a:lnTo>
                  <a:lnTo>
                    <a:pt x="4380094" y="7366057"/>
                  </a:lnTo>
                  <a:lnTo>
                    <a:pt x="4294037" y="7363226"/>
                  </a:lnTo>
                  <a:lnTo>
                    <a:pt x="4215040" y="7360093"/>
                  </a:lnTo>
                  <a:lnTo>
                    <a:pt x="4142843" y="7356622"/>
                  </a:lnTo>
                  <a:lnTo>
                    <a:pt x="4076881" y="7352769"/>
                  </a:lnTo>
                  <a:lnTo>
                    <a:pt x="4016404" y="7348482"/>
                  </a:lnTo>
                  <a:lnTo>
                    <a:pt x="3960581" y="7343706"/>
                  </a:lnTo>
                  <a:lnTo>
                    <a:pt x="3908557" y="7338388"/>
                  </a:lnTo>
                  <a:lnTo>
                    <a:pt x="3859521" y="7332485"/>
                  </a:lnTo>
                  <a:lnTo>
                    <a:pt x="3829811" y="7328455"/>
                  </a:lnTo>
                  <a:lnTo>
                    <a:pt x="3774233" y="7319969"/>
                  </a:lnTo>
                  <a:lnTo>
                    <a:pt x="3720471" y="7310562"/>
                  </a:lnTo>
                  <a:lnTo>
                    <a:pt x="3667793" y="7300225"/>
                  </a:lnTo>
                  <a:lnTo>
                    <a:pt x="3615680" y="7288981"/>
                  </a:lnTo>
                  <a:lnTo>
                    <a:pt x="3563779" y="7276897"/>
                  </a:lnTo>
                  <a:lnTo>
                    <a:pt x="3511879" y="7264081"/>
                  </a:lnTo>
                  <a:lnTo>
                    <a:pt x="3459881" y="7250682"/>
                  </a:lnTo>
                  <a:lnTo>
                    <a:pt x="3407773" y="7236885"/>
                  </a:lnTo>
                  <a:lnTo>
                    <a:pt x="3355601" y="7222898"/>
                  </a:lnTo>
                  <a:lnTo>
                    <a:pt x="3303441" y="7208943"/>
                  </a:lnTo>
                  <a:lnTo>
                    <a:pt x="3251362" y="7195240"/>
                  </a:lnTo>
                  <a:lnTo>
                    <a:pt x="3199397" y="7181993"/>
                  </a:lnTo>
                  <a:lnTo>
                    <a:pt x="3147511" y="7169376"/>
                  </a:lnTo>
                  <a:lnTo>
                    <a:pt x="3095577" y="7157526"/>
                  </a:lnTo>
                  <a:lnTo>
                    <a:pt x="3043343" y="7146541"/>
                  </a:lnTo>
                  <a:lnTo>
                    <a:pt x="2990412" y="7136472"/>
                  </a:lnTo>
                  <a:lnTo>
                    <a:pt x="2936209" y="7127336"/>
                  </a:lnTo>
                  <a:lnTo>
                    <a:pt x="2896531" y="7121405"/>
                  </a:lnTo>
                  <a:lnTo>
                    <a:pt x="2848998" y="7115124"/>
                  </a:lnTo>
                  <a:lnTo>
                    <a:pt x="2798948" y="7109440"/>
                  </a:lnTo>
                  <a:lnTo>
                    <a:pt x="2745618" y="7104328"/>
                  </a:lnTo>
                  <a:lnTo>
                    <a:pt x="2688174" y="7099740"/>
                  </a:lnTo>
                  <a:lnTo>
                    <a:pt x="2625765" y="7095620"/>
                  </a:lnTo>
                  <a:lnTo>
                    <a:pt x="2557578" y="7091913"/>
                  </a:lnTo>
                  <a:lnTo>
                    <a:pt x="2482921" y="7088572"/>
                  </a:lnTo>
                  <a:lnTo>
                    <a:pt x="2401323" y="7085554"/>
                  </a:lnTo>
                  <a:lnTo>
                    <a:pt x="2312682" y="7082828"/>
                  </a:lnTo>
                  <a:lnTo>
                    <a:pt x="2217434" y="7080372"/>
                  </a:lnTo>
                  <a:lnTo>
                    <a:pt x="2116752" y="7078175"/>
                  </a:lnTo>
                  <a:lnTo>
                    <a:pt x="2012707" y="7076232"/>
                  </a:lnTo>
                  <a:lnTo>
                    <a:pt x="1908343" y="7074548"/>
                  </a:lnTo>
                  <a:lnTo>
                    <a:pt x="1807564" y="7073128"/>
                  </a:lnTo>
                  <a:lnTo>
                    <a:pt x="1714774" y="7071976"/>
                  </a:lnTo>
                  <a:lnTo>
                    <a:pt x="1634258" y="7071089"/>
                  </a:lnTo>
                  <a:lnTo>
                    <a:pt x="1569415" y="7070450"/>
                  </a:lnTo>
                  <a:lnTo>
                    <a:pt x="1522047" y="7070030"/>
                  </a:lnTo>
                  <a:lnTo>
                    <a:pt x="1491896" y="7069788"/>
                  </a:lnTo>
                  <a:lnTo>
                    <a:pt x="1476560" y="7069677"/>
                  </a:lnTo>
                  <a:lnTo>
                    <a:pt x="1471703" y="7069645"/>
                  </a:lnTo>
                  <a:lnTo>
                    <a:pt x="1471387" y="7069643"/>
                  </a:lnTo>
                  <a:lnTo>
                    <a:pt x="0" y="7069643"/>
                  </a:lnTo>
                  <a:close/>
                </a:path>
              </a:pathLst>
            </a:custGeom>
            <a:solidFill>
              <a:srgbClr val="FFB3B5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887" name="pl1887"/>
            <p:cNvSpPr/>
            <p:nvPr/>
          </p:nvSpPr>
          <p:spPr>
            <a:xfrm>
              <a:off x="4799595" y="3394208"/>
              <a:ext cx="11981298" cy="7380217"/>
            </a:xfrm>
            <a:custGeom>
              <a:avLst/>
              <a:pathLst>
                <a:path w="11981298" h="7380217">
                  <a:moveTo>
                    <a:pt x="0" y="7069643"/>
                  </a:moveTo>
                  <a:lnTo>
                    <a:pt x="1471387" y="7069643"/>
                  </a:lnTo>
                  <a:lnTo>
                    <a:pt x="1472624" y="7069651"/>
                  </a:lnTo>
                  <a:lnTo>
                    <a:pt x="1480738" y="7069706"/>
                  </a:lnTo>
                  <a:lnTo>
                    <a:pt x="1501140" y="7069860"/>
                  </a:lnTo>
                  <a:lnTo>
                    <a:pt x="1537487" y="7070162"/>
                  </a:lnTo>
                  <a:lnTo>
                    <a:pt x="1591398" y="7070658"/>
                  </a:lnTo>
                  <a:lnTo>
                    <a:pt x="1662341" y="7071387"/>
                  </a:lnTo>
                  <a:lnTo>
                    <a:pt x="1747854" y="7072371"/>
                  </a:lnTo>
                  <a:lnTo>
                    <a:pt x="1844118" y="7073622"/>
                  </a:lnTo>
                  <a:lnTo>
                    <a:pt x="1946719" y="7075140"/>
                  </a:lnTo>
                  <a:lnTo>
                    <a:pt x="2051379" y="7076920"/>
                  </a:lnTo>
                  <a:lnTo>
                    <a:pt x="2154484" y="7078957"/>
                  </a:lnTo>
                  <a:lnTo>
                    <a:pt x="2253349" y="7081249"/>
                  </a:lnTo>
                  <a:lnTo>
                    <a:pt x="2346249" y="7083803"/>
                  </a:lnTo>
                  <a:lnTo>
                    <a:pt x="2432305" y="7086634"/>
                  </a:lnTo>
                  <a:lnTo>
                    <a:pt x="2511302" y="7089767"/>
                  </a:lnTo>
                  <a:lnTo>
                    <a:pt x="2583499" y="7093238"/>
                  </a:lnTo>
                  <a:lnTo>
                    <a:pt x="2649462" y="7097091"/>
                  </a:lnTo>
                  <a:lnTo>
                    <a:pt x="2709938" y="7101378"/>
                  </a:lnTo>
                  <a:lnTo>
                    <a:pt x="2765761" y="7106154"/>
                  </a:lnTo>
                  <a:lnTo>
                    <a:pt x="2817785" y="7111472"/>
                  </a:lnTo>
                  <a:lnTo>
                    <a:pt x="2866821" y="7117375"/>
                  </a:lnTo>
                  <a:lnTo>
                    <a:pt x="2896531" y="7121405"/>
                  </a:lnTo>
                  <a:lnTo>
                    <a:pt x="2952109" y="7129891"/>
                  </a:lnTo>
                  <a:lnTo>
                    <a:pt x="3005872" y="7139298"/>
                  </a:lnTo>
                  <a:lnTo>
                    <a:pt x="3058549" y="7149635"/>
                  </a:lnTo>
                  <a:lnTo>
                    <a:pt x="3110663" y="7160879"/>
                  </a:lnTo>
                  <a:lnTo>
                    <a:pt x="3162563" y="7172963"/>
                  </a:lnTo>
                  <a:lnTo>
                    <a:pt x="3214463" y="7185779"/>
                  </a:lnTo>
                  <a:lnTo>
                    <a:pt x="3266461" y="7199178"/>
                  </a:lnTo>
                  <a:lnTo>
                    <a:pt x="3318570" y="7212976"/>
                  </a:lnTo>
                  <a:lnTo>
                    <a:pt x="3370741" y="7226962"/>
                  </a:lnTo>
                  <a:lnTo>
                    <a:pt x="3422901" y="7240917"/>
                  </a:lnTo>
                  <a:lnTo>
                    <a:pt x="3474980" y="7254620"/>
                  </a:lnTo>
                  <a:lnTo>
                    <a:pt x="3526945" y="7267867"/>
                  </a:lnTo>
                  <a:lnTo>
                    <a:pt x="3578831" y="7280484"/>
                  </a:lnTo>
                  <a:lnTo>
                    <a:pt x="3630766" y="7292334"/>
                  </a:lnTo>
                  <a:lnTo>
                    <a:pt x="3683000" y="7303320"/>
                  </a:lnTo>
                  <a:lnTo>
                    <a:pt x="3735930" y="7313388"/>
                  </a:lnTo>
                  <a:lnTo>
                    <a:pt x="3790133" y="7322524"/>
                  </a:lnTo>
                  <a:lnTo>
                    <a:pt x="3829811" y="7328455"/>
                  </a:lnTo>
                  <a:lnTo>
                    <a:pt x="3877344" y="7334736"/>
                  </a:lnTo>
                  <a:lnTo>
                    <a:pt x="3927394" y="7340420"/>
                  </a:lnTo>
                  <a:lnTo>
                    <a:pt x="3980724" y="7345532"/>
                  </a:lnTo>
                  <a:lnTo>
                    <a:pt x="4038168" y="7350120"/>
                  </a:lnTo>
                  <a:lnTo>
                    <a:pt x="4100577" y="7354240"/>
                  </a:lnTo>
                  <a:lnTo>
                    <a:pt x="4168764" y="7357947"/>
                  </a:lnTo>
                  <a:lnTo>
                    <a:pt x="4243421" y="7361288"/>
                  </a:lnTo>
                  <a:lnTo>
                    <a:pt x="4325019" y="7364306"/>
                  </a:lnTo>
                  <a:lnTo>
                    <a:pt x="4413660" y="7367032"/>
                  </a:lnTo>
                  <a:lnTo>
                    <a:pt x="4508908" y="7369488"/>
                  </a:lnTo>
                  <a:lnTo>
                    <a:pt x="4609591" y="7371685"/>
                  </a:lnTo>
                  <a:lnTo>
                    <a:pt x="4713635" y="7373628"/>
                  </a:lnTo>
                  <a:lnTo>
                    <a:pt x="4817999" y="7375312"/>
                  </a:lnTo>
                  <a:lnTo>
                    <a:pt x="4918778" y="7376732"/>
                  </a:lnTo>
                  <a:lnTo>
                    <a:pt x="5011568" y="7377884"/>
                  </a:lnTo>
                  <a:lnTo>
                    <a:pt x="5092085" y="7378771"/>
                  </a:lnTo>
                  <a:lnTo>
                    <a:pt x="5156927" y="7379410"/>
                  </a:lnTo>
                  <a:lnTo>
                    <a:pt x="5204295" y="7379830"/>
                  </a:lnTo>
                  <a:lnTo>
                    <a:pt x="5234446" y="7380072"/>
                  </a:lnTo>
                  <a:lnTo>
                    <a:pt x="5249782" y="7380183"/>
                  </a:lnTo>
                  <a:lnTo>
                    <a:pt x="5254639" y="7380215"/>
                  </a:lnTo>
                  <a:lnTo>
                    <a:pt x="5254955" y="7380217"/>
                  </a:lnTo>
                  <a:lnTo>
                    <a:pt x="6726343" y="7380217"/>
                  </a:lnTo>
                  <a:lnTo>
                    <a:pt x="6727074" y="7380109"/>
                  </a:lnTo>
                  <a:lnTo>
                    <a:pt x="6731922" y="7379341"/>
                  </a:lnTo>
                  <a:lnTo>
                    <a:pt x="6744291" y="7377220"/>
                  </a:lnTo>
                  <a:lnTo>
                    <a:pt x="6766766" y="7373037"/>
                  </a:lnTo>
                  <a:lnTo>
                    <a:pt x="6801004" y="7366102"/>
                  </a:lnTo>
                  <a:lnTo>
                    <a:pt x="6847621" y="7355797"/>
                  </a:lnTo>
                  <a:lnTo>
                    <a:pt x="6906172" y="7341623"/>
                  </a:lnTo>
                  <a:lnTo>
                    <a:pt x="6975265" y="7323232"/>
                  </a:lnTo>
                  <a:lnTo>
                    <a:pt x="7052789" y="7300433"/>
                  </a:lnTo>
                  <a:lnTo>
                    <a:pt x="7136220" y="7273169"/>
                  </a:lnTo>
                  <a:lnTo>
                    <a:pt x="7222948" y="7241483"/>
                  </a:lnTo>
                  <a:lnTo>
                    <a:pt x="7310542" y="7205456"/>
                  </a:lnTo>
                  <a:lnTo>
                    <a:pt x="7396942" y="7165165"/>
                  </a:lnTo>
                  <a:lnTo>
                    <a:pt x="7480550" y="7120633"/>
                  </a:lnTo>
                  <a:lnTo>
                    <a:pt x="7560247" y="7071799"/>
                  </a:lnTo>
                  <a:lnTo>
                    <a:pt x="7635351" y="7018498"/>
                  </a:lnTo>
                  <a:lnTo>
                    <a:pt x="7705548" y="6960449"/>
                  </a:lnTo>
                  <a:lnTo>
                    <a:pt x="7770812" y="6897256"/>
                  </a:lnTo>
                  <a:lnTo>
                    <a:pt x="7831328" y="6828406"/>
                  </a:lnTo>
                  <a:lnTo>
                    <a:pt x="7887430" y="6753284"/>
                  </a:lnTo>
                  <a:lnTo>
                    <a:pt x="7939541" y="6671187"/>
                  </a:lnTo>
                  <a:lnTo>
                    <a:pt x="7988139" y="6581354"/>
                  </a:lnTo>
                  <a:lnTo>
                    <a:pt x="8033725" y="6483011"/>
                  </a:lnTo>
                  <a:lnTo>
                    <a:pt x="8076794" y="6375440"/>
                  </a:lnTo>
                  <a:lnTo>
                    <a:pt x="8117817" y="6258092"/>
                  </a:lnTo>
                  <a:lnTo>
                    <a:pt x="8151487" y="6150181"/>
                  </a:lnTo>
                  <a:lnTo>
                    <a:pt x="8176050" y="6064716"/>
                  </a:lnTo>
                  <a:lnTo>
                    <a:pt x="8200170" y="5975160"/>
                  </a:lnTo>
                  <a:lnTo>
                    <a:pt x="8223926" y="5881439"/>
                  </a:lnTo>
                  <a:lnTo>
                    <a:pt x="8247387" y="5783501"/>
                  </a:lnTo>
                  <a:lnTo>
                    <a:pt x="8270613" y="5681326"/>
                  </a:lnTo>
                  <a:lnTo>
                    <a:pt x="8293656" y="5574923"/>
                  </a:lnTo>
                  <a:lnTo>
                    <a:pt x="8316559" y="5464332"/>
                  </a:lnTo>
                  <a:lnTo>
                    <a:pt x="8339362" y="5349631"/>
                  </a:lnTo>
                  <a:lnTo>
                    <a:pt x="8362096" y="5230930"/>
                  </a:lnTo>
                  <a:lnTo>
                    <a:pt x="8384787" y="5108377"/>
                  </a:lnTo>
                  <a:lnTo>
                    <a:pt x="8407458" y="4982158"/>
                  </a:lnTo>
                  <a:lnTo>
                    <a:pt x="8430123" y="4852496"/>
                  </a:lnTo>
                  <a:lnTo>
                    <a:pt x="8452796" y="4719649"/>
                  </a:lnTo>
                  <a:lnTo>
                    <a:pt x="8475486" y="4583911"/>
                  </a:lnTo>
                  <a:lnTo>
                    <a:pt x="8498196" y="4445609"/>
                  </a:lnTo>
                  <a:lnTo>
                    <a:pt x="8520928" y="4305098"/>
                  </a:lnTo>
                  <a:lnTo>
                    <a:pt x="8543683" y="4162763"/>
                  </a:lnTo>
                  <a:lnTo>
                    <a:pt x="8566456" y="4019009"/>
                  </a:lnTo>
                  <a:lnTo>
                    <a:pt x="8589244" y="3874257"/>
                  </a:lnTo>
                  <a:lnTo>
                    <a:pt x="8612040" y="3728945"/>
                  </a:lnTo>
                  <a:lnTo>
                    <a:pt x="8634837" y="3583513"/>
                  </a:lnTo>
                  <a:lnTo>
                    <a:pt x="8657630" y="3438407"/>
                  </a:lnTo>
                  <a:lnTo>
                    <a:pt x="8680412" y="3294067"/>
                  </a:lnTo>
                  <a:lnTo>
                    <a:pt x="8703177" y="3150922"/>
                  </a:lnTo>
                  <a:lnTo>
                    <a:pt x="8725921" y="3009388"/>
                  </a:lnTo>
                  <a:lnTo>
                    <a:pt x="8748643" y="2869861"/>
                  </a:lnTo>
                  <a:lnTo>
                    <a:pt x="8771343" y="2732711"/>
                  </a:lnTo>
                  <a:lnTo>
                    <a:pt x="8794024" y="2598281"/>
                  </a:lnTo>
                  <a:lnTo>
                    <a:pt x="8816693" y="2466884"/>
                  </a:lnTo>
                  <a:lnTo>
                    <a:pt x="8839359" y="2338796"/>
                  </a:lnTo>
                  <a:lnTo>
                    <a:pt x="8862037" y="2214261"/>
                  </a:lnTo>
                  <a:lnTo>
                    <a:pt x="8884745" y="2093482"/>
                  </a:lnTo>
                  <a:lnTo>
                    <a:pt x="8907507" y="1976629"/>
                  </a:lnTo>
                  <a:lnTo>
                    <a:pt x="8930353" y="1863831"/>
                  </a:lnTo>
                  <a:lnTo>
                    <a:pt x="8953316" y="1755185"/>
                  </a:lnTo>
                  <a:lnTo>
                    <a:pt x="8976438" y="1650749"/>
                  </a:lnTo>
                  <a:lnTo>
                    <a:pt x="8999766" y="1550549"/>
                  </a:lnTo>
                  <a:lnTo>
                    <a:pt x="9023357" y="1454580"/>
                  </a:lnTo>
                  <a:lnTo>
                    <a:pt x="9047274" y="1362808"/>
                  </a:lnTo>
                  <a:lnTo>
                    <a:pt x="9071590" y="1275170"/>
                  </a:lnTo>
                  <a:lnTo>
                    <a:pt x="9084767" y="1230036"/>
                  </a:lnTo>
                  <a:lnTo>
                    <a:pt x="9124384" y="1104164"/>
                  </a:lnTo>
                  <a:lnTo>
                    <a:pt x="9165681" y="988284"/>
                  </a:lnTo>
                  <a:lnTo>
                    <a:pt x="9209091" y="882116"/>
                  </a:lnTo>
                  <a:lnTo>
                    <a:pt x="9255090" y="785077"/>
                  </a:lnTo>
                  <a:lnTo>
                    <a:pt x="9304176" y="696436"/>
                  </a:lnTo>
                  <a:lnTo>
                    <a:pt x="9356847" y="615416"/>
                  </a:lnTo>
                  <a:lnTo>
                    <a:pt x="9413576" y="541263"/>
                  </a:lnTo>
                  <a:lnTo>
                    <a:pt x="9474775" y="473285"/>
                  </a:lnTo>
                  <a:lnTo>
                    <a:pt x="9540761" y="410881"/>
                  </a:lnTo>
                  <a:lnTo>
                    <a:pt x="9611690" y="353556"/>
                  </a:lnTo>
                  <a:lnTo>
                    <a:pt x="9687500" y="300929"/>
                  </a:lnTo>
                  <a:lnTo>
                    <a:pt x="9767828" y="252739"/>
                  </a:lnTo>
                  <a:lnTo>
                    <a:pt x="9851930" y="208834"/>
                  </a:lnTo>
                  <a:lnTo>
                    <a:pt x="9938618" y="169170"/>
                  </a:lnTo>
                  <a:lnTo>
                    <a:pt x="10026224" y="133779"/>
                  </a:lnTo>
                  <a:lnTo>
                    <a:pt x="10112625" y="102740"/>
                  </a:lnTo>
                  <a:lnTo>
                    <a:pt x="10195349" y="76136"/>
                  </a:lnTo>
                  <a:lnTo>
                    <a:pt x="10271780" y="53994"/>
                  </a:lnTo>
                  <a:lnTo>
                    <a:pt x="10339435" y="36241"/>
                  </a:lnTo>
                  <a:lnTo>
                    <a:pt x="10396291" y="22665"/>
                  </a:lnTo>
                  <a:lnTo>
                    <a:pt x="10441082" y="12892"/>
                  </a:lnTo>
                  <a:lnTo>
                    <a:pt x="10473518" y="6405"/>
                  </a:lnTo>
                  <a:lnTo>
                    <a:pt x="10494373" y="2571"/>
                  </a:lnTo>
                  <a:lnTo>
                    <a:pt x="10505447" y="694"/>
                  </a:lnTo>
                  <a:lnTo>
                    <a:pt x="10509455" y="66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88" name="pl1888"/>
            <p:cNvSpPr/>
            <p:nvPr/>
          </p:nvSpPr>
          <p:spPr>
            <a:xfrm>
              <a:off x="4799595" y="3386035"/>
              <a:ext cx="11981298" cy="7380217"/>
            </a:xfrm>
            <a:custGeom>
              <a:avLst/>
              <a:pathLst>
                <a:path w="11981298" h="7380217">
                  <a:moveTo>
                    <a:pt x="11981298" y="0"/>
                  </a:moveTo>
                  <a:lnTo>
                    <a:pt x="10509911" y="0"/>
                  </a:lnTo>
                  <a:lnTo>
                    <a:pt x="10509180" y="108"/>
                  </a:lnTo>
                  <a:lnTo>
                    <a:pt x="10504331" y="876"/>
                  </a:lnTo>
                  <a:lnTo>
                    <a:pt x="10491963" y="2997"/>
                  </a:lnTo>
                  <a:lnTo>
                    <a:pt x="10469487" y="7180"/>
                  </a:lnTo>
                  <a:lnTo>
                    <a:pt x="10435249" y="14115"/>
                  </a:lnTo>
                  <a:lnTo>
                    <a:pt x="10388633" y="24420"/>
                  </a:lnTo>
                  <a:lnTo>
                    <a:pt x="10330081" y="38593"/>
                  </a:lnTo>
                  <a:lnTo>
                    <a:pt x="10260988" y="56984"/>
                  </a:lnTo>
                  <a:lnTo>
                    <a:pt x="10183465" y="79784"/>
                  </a:lnTo>
                  <a:lnTo>
                    <a:pt x="10100033" y="107047"/>
                  </a:lnTo>
                  <a:lnTo>
                    <a:pt x="10013305" y="138734"/>
                  </a:lnTo>
                  <a:lnTo>
                    <a:pt x="9925711" y="174761"/>
                  </a:lnTo>
                  <a:lnTo>
                    <a:pt x="9839312" y="215052"/>
                  </a:lnTo>
                  <a:lnTo>
                    <a:pt x="9755704" y="259584"/>
                  </a:lnTo>
                  <a:lnTo>
                    <a:pt x="9676007" y="308418"/>
                  </a:lnTo>
                  <a:lnTo>
                    <a:pt x="9600903" y="361719"/>
                  </a:lnTo>
                  <a:lnTo>
                    <a:pt x="9530706" y="419767"/>
                  </a:lnTo>
                  <a:lnTo>
                    <a:pt x="9465442" y="482961"/>
                  </a:lnTo>
                  <a:lnTo>
                    <a:pt x="9404925" y="551811"/>
                  </a:lnTo>
                  <a:lnTo>
                    <a:pt x="9348824" y="626933"/>
                  </a:lnTo>
                  <a:lnTo>
                    <a:pt x="9296713" y="709030"/>
                  </a:lnTo>
                  <a:lnTo>
                    <a:pt x="9248114" y="798862"/>
                  </a:lnTo>
                  <a:lnTo>
                    <a:pt x="9202528" y="897206"/>
                  </a:lnTo>
                  <a:lnTo>
                    <a:pt x="9159460" y="1004777"/>
                  </a:lnTo>
                  <a:lnTo>
                    <a:pt x="9118437" y="1122125"/>
                  </a:lnTo>
                  <a:lnTo>
                    <a:pt x="9084767" y="1230036"/>
                  </a:lnTo>
                  <a:lnTo>
                    <a:pt x="9060204" y="1315501"/>
                  </a:lnTo>
                  <a:lnTo>
                    <a:pt x="9036083" y="1405056"/>
                  </a:lnTo>
                  <a:lnTo>
                    <a:pt x="9012327" y="1498778"/>
                  </a:lnTo>
                  <a:lnTo>
                    <a:pt x="8988866" y="1596715"/>
                  </a:lnTo>
                  <a:lnTo>
                    <a:pt x="8965640" y="1698890"/>
                  </a:lnTo>
                  <a:lnTo>
                    <a:pt x="8942598" y="1805294"/>
                  </a:lnTo>
                  <a:lnTo>
                    <a:pt x="8919694" y="1915884"/>
                  </a:lnTo>
                  <a:lnTo>
                    <a:pt x="8896891" y="2030586"/>
                  </a:lnTo>
                  <a:lnTo>
                    <a:pt x="8874157" y="2149287"/>
                  </a:lnTo>
                  <a:lnTo>
                    <a:pt x="8851466" y="2271840"/>
                  </a:lnTo>
                  <a:lnTo>
                    <a:pt x="8828796" y="2398058"/>
                  </a:lnTo>
                  <a:lnTo>
                    <a:pt x="8806130" y="2527721"/>
                  </a:lnTo>
                  <a:lnTo>
                    <a:pt x="8783457" y="2660568"/>
                  </a:lnTo>
                  <a:lnTo>
                    <a:pt x="8760768" y="2796305"/>
                  </a:lnTo>
                  <a:lnTo>
                    <a:pt x="8738058" y="2934608"/>
                  </a:lnTo>
                  <a:lnTo>
                    <a:pt x="8715325" y="3075118"/>
                  </a:lnTo>
                  <a:lnTo>
                    <a:pt x="8692570" y="3217453"/>
                  </a:lnTo>
                  <a:lnTo>
                    <a:pt x="8669797" y="3361208"/>
                  </a:lnTo>
                  <a:lnTo>
                    <a:pt x="8647009" y="3505959"/>
                  </a:lnTo>
                  <a:lnTo>
                    <a:pt x="8624214" y="3651272"/>
                  </a:lnTo>
                  <a:lnTo>
                    <a:pt x="8601416" y="3796703"/>
                  </a:lnTo>
                  <a:lnTo>
                    <a:pt x="8578623" y="3941809"/>
                  </a:lnTo>
                  <a:lnTo>
                    <a:pt x="8555842" y="4086150"/>
                  </a:lnTo>
                  <a:lnTo>
                    <a:pt x="8533077" y="4229294"/>
                  </a:lnTo>
                  <a:lnTo>
                    <a:pt x="8510332" y="4370828"/>
                  </a:lnTo>
                  <a:lnTo>
                    <a:pt x="8487610" y="4510356"/>
                  </a:lnTo>
                  <a:lnTo>
                    <a:pt x="8464910" y="4647506"/>
                  </a:lnTo>
                  <a:lnTo>
                    <a:pt x="8442229" y="4781935"/>
                  </a:lnTo>
                  <a:lnTo>
                    <a:pt x="8419560" y="4913332"/>
                  </a:lnTo>
                  <a:lnTo>
                    <a:pt x="8396894" y="5041420"/>
                  </a:lnTo>
                  <a:lnTo>
                    <a:pt x="8374217" y="5165956"/>
                  </a:lnTo>
                  <a:lnTo>
                    <a:pt x="8351508" y="5286734"/>
                  </a:lnTo>
                  <a:lnTo>
                    <a:pt x="8328746" y="5403588"/>
                  </a:lnTo>
                  <a:lnTo>
                    <a:pt x="8305901" y="5516385"/>
                  </a:lnTo>
                  <a:lnTo>
                    <a:pt x="8282938" y="5625032"/>
                  </a:lnTo>
                  <a:lnTo>
                    <a:pt x="8259816" y="5729468"/>
                  </a:lnTo>
                  <a:lnTo>
                    <a:pt x="8236487" y="5829668"/>
                  </a:lnTo>
                  <a:lnTo>
                    <a:pt x="8212896" y="5925636"/>
                  </a:lnTo>
                  <a:lnTo>
                    <a:pt x="8188980" y="6017408"/>
                  </a:lnTo>
                  <a:lnTo>
                    <a:pt x="8164663" y="6105047"/>
                  </a:lnTo>
                  <a:lnTo>
                    <a:pt x="8151487" y="6150181"/>
                  </a:lnTo>
                  <a:lnTo>
                    <a:pt x="8111869" y="6276052"/>
                  </a:lnTo>
                  <a:lnTo>
                    <a:pt x="8070572" y="6391932"/>
                  </a:lnTo>
                  <a:lnTo>
                    <a:pt x="8027162" y="6498100"/>
                  </a:lnTo>
                  <a:lnTo>
                    <a:pt x="7981163" y="6595139"/>
                  </a:lnTo>
                  <a:lnTo>
                    <a:pt x="7932077" y="6683780"/>
                  </a:lnTo>
                  <a:lnTo>
                    <a:pt x="7879406" y="6764800"/>
                  </a:lnTo>
                  <a:lnTo>
                    <a:pt x="7822678" y="6838954"/>
                  </a:lnTo>
                  <a:lnTo>
                    <a:pt x="7761478" y="6906932"/>
                  </a:lnTo>
                  <a:lnTo>
                    <a:pt x="7695493" y="6969336"/>
                  </a:lnTo>
                  <a:lnTo>
                    <a:pt x="7624563" y="7026661"/>
                  </a:lnTo>
                  <a:lnTo>
                    <a:pt x="7548753" y="7079287"/>
                  </a:lnTo>
                  <a:lnTo>
                    <a:pt x="7468426" y="7127478"/>
                  </a:lnTo>
                  <a:lnTo>
                    <a:pt x="7384324" y="7171382"/>
                  </a:lnTo>
                  <a:lnTo>
                    <a:pt x="7297635" y="7211047"/>
                  </a:lnTo>
                  <a:lnTo>
                    <a:pt x="7210029" y="7246438"/>
                  </a:lnTo>
                  <a:lnTo>
                    <a:pt x="7123628" y="7277476"/>
                  </a:lnTo>
                  <a:lnTo>
                    <a:pt x="7040904" y="7304081"/>
                  </a:lnTo>
                  <a:lnTo>
                    <a:pt x="6964473" y="7326223"/>
                  </a:lnTo>
                  <a:lnTo>
                    <a:pt x="6896818" y="7343975"/>
                  </a:lnTo>
                  <a:lnTo>
                    <a:pt x="6839962" y="7357552"/>
                  </a:lnTo>
                  <a:lnTo>
                    <a:pt x="6795171" y="7367324"/>
                  </a:lnTo>
                  <a:lnTo>
                    <a:pt x="6762735" y="7373812"/>
                  </a:lnTo>
                  <a:lnTo>
                    <a:pt x="6741880" y="7377646"/>
                  </a:lnTo>
                  <a:lnTo>
                    <a:pt x="6730806" y="7379522"/>
                  </a:lnTo>
                  <a:lnTo>
                    <a:pt x="6726798" y="7380150"/>
                  </a:lnTo>
                  <a:lnTo>
                    <a:pt x="6726343" y="7380217"/>
                  </a:lnTo>
                  <a:lnTo>
                    <a:pt x="5254955" y="7380217"/>
                  </a:lnTo>
                  <a:lnTo>
                    <a:pt x="5253718" y="7380209"/>
                  </a:lnTo>
                  <a:lnTo>
                    <a:pt x="5245604" y="7380154"/>
                  </a:lnTo>
                  <a:lnTo>
                    <a:pt x="5225202" y="7380000"/>
                  </a:lnTo>
                  <a:lnTo>
                    <a:pt x="5188855" y="7379698"/>
                  </a:lnTo>
                  <a:lnTo>
                    <a:pt x="5134944" y="7379202"/>
                  </a:lnTo>
                  <a:lnTo>
                    <a:pt x="5064001" y="7378473"/>
                  </a:lnTo>
                  <a:lnTo>
                    <a:pt x="4978488" y="7377489"/>
                  </a:lnTo>
                  <a:lnTo>
                    <a:pt x="4882224" y="7376238"/>
                  </a:lnTo>
                  <a:lnTo>
                    <a:pt x="4779623" y="7374720"/>
                  </a:lnTo>
                  <a:lnTo>
                    <a:pt x="4674963" y="7372940"/>
                  </a:lnTo>
                  <a:lnTo>
                    <a:pt x="4571858" y="7370903"/>
                  </a:lnTo>
                  <a:lnTo>
                    <a:pt x="4472993" y="7368611"/>
                  </a:lnTo>
                  <a:lnTo>
                    <a:pt x="4380094" y="7366057"/>
                  </a:lnTo>
                  <a:lnTo>
                    <a:pt x="4294037" y="7363226"/>
                  </a:lnTo>
                  <a:lnTo>
                    <a:pt x="4215040" y="7360093"/>
                  </a:lnTo>
                  <a:lnTo>
                    <a:pt x="4142843" y="7356622"/>
                  </a:lnTo>
                  <a:lnTo>
                    <a:pt x="4076881" y="7352769"/>
                  </a:lnTo>
                  <a:lnTo>
                    <a:pt x="4016404" y="7348482"/>
                  </a:lnTo>
                  <a:lnTo>
                    <a:pt x="3960581" y="7343706"/>
                  </a:lnTo>
                  <a:lnTo>
                    <a:pt x="3908557" y="7338388"/>
                  </a:lnTo>
                  <a:lnTo>
                    <a:pt x="3859521" y="7332485"/>
                  </a:lnTo>
                  <a:lnTo>
                    <a:pt x="3829811" y="7328455"/>
                  </a:lnTo>
                  <a:lnTo>
                    <a:pt x="3774233" y="7319969"/>
                  </a:lnTo>
                  <a:lnTo>
                    <a:pt x="3720471" y="7310562"/>
                  </a:lnTo>
                  <a:lnTo>
                    <a:pt x="3667793" y="7300225"/>
                  </a:lnTo>
                  <a:lnTo>
                    <a:pt x="3615680" y="7288981"/>
                  </a:lnTo>
                  <a:lnTo>
                    <a:pt x="3563779" y="7276897"/>
                  </a:lnTo>
                  <a:lnTo>
                    <a:pt x="3511879" y="7264081"/>
                  </a:lnTo>
                  <a:lnTo>
                    <a:pt x="3459881" y="7250682"/>
                  </a:lnTo>
                  <a:lnTo>
                    <a:pt x="3407773" y="7236885"/>
                  </a:lnTo>
                  <a:lnTo>
                    <a:pt x="3355601" y="7222898"/>
                  </a:lnTo>
                  <a:lnTo>
                    <a:pt x="3303441" y="7208943"/>
                  </a:lnTo>
                  <a:lnTo>
                    <a:pt x="3251362" y="7195240"/>
                  </a:lnTo>
                  <a:lnTo>
                    <a:pt x="3199397" y="7181993"/>
                  </a:lnTo>
                  <a:lnTo>
                    <a:pt x="3147511" y="7169376"/>
                  </a:lnTo>
                  <a:lnTo>
                    <a:pt x="3095577" y="7157526"/>
                  </a:lnTo>
                  <a:lnTo>
                    <a:pt x="3043343" y="7146541"/>
                  </a:lnTo>
                  <a:lnTo>
                    <a:pt x="2990412" y="7136472"/>
                  </a:lnTo>
                  <a:lnTo>
                    <a:pt x="2936209" y="7127336"/>
                  </a:lnTo>
                  <a:lnTo>
                    <a:pt x="2896531" y="7121405"/>
                  </a:lnTo>
                  <a:lnTo>
                    <a:pt x="2848998" y="7115124"/>
                  </a:lnTo>
                  <a:lnTo>
                    <a:pt x="2798948" y="7109440"/>
                  </a:lnTo>
                  <a:lnTo>
                    <a:pt x="2745618" y="7104328"/>
                  </a:lnTo>
                  <a:lnTo>
                    <a:pt x="2688174" y="7099740"/>
                  </a:lnTo>
                  <a:lnTo>
                    <a:pt x="2625765" y="7095620"/>
                  </a:lnTo>
                  <a:lnTo>
                    <a:pt x="2557578" y="7091913"/>
                  </a:lnTo>
                  <a:lnTo>
                    <a:pt x="2482921" y="7088572"/>
                  </a:lnTo>
                  <a:lnTo>
                    <a:pt x="2401323" y="7085554"/>
                  </a:lnTo>
                  <a:lnTo>
                    <a:pt x="2312682" y="7082828"/>
                  </a:lnTo>
                  <a:lnTo>
                    <a:pt x="2217434" y="7080372"/>
                  </a:lnTo>
                  <a:lnTo>
                    <a:pt x="2116752" y="7078175"/>
                  </a:lnTo>
                  <a:lnTo>
                    <a:pt x="2012707" y="7076232"/>
                  </a:lnTo>
                  <a:lnTo>
                    <a:pt x="1908343" y="7074548"/>
                  </a:lnTo>
                  <a:lnTo>
                    <a:pt x="1807564" y="7073128"/>
                  </a:lnTo>
                  <a:lnTo>
                    <a:pt x="1714774" y="7071976"/>
                  </a:lnTo>
                  <a:lnTo>
                    <a:pt x="1634258" y="7071089"/>
                  </a:lnTo>
                  <a:lnTo>
                    <a:pt x="1569415" y="7070450"/>
                  </a:lnTo>
                  <a:lnTo>
                    <a:pt x="1522047" y="7070030"/>
                  </a:lnTo>
                  <a:lnTo>
                    <a:pt x="1491896" y="7069788"/>
                  </a:lnTo>
                  <a:lnTo>
                    <a:pt x="1476560" y="7069677"/>
                  </a:lnTo>
                  <a:lnTo>
                    <a:pt x="1471703" y="7069645"/>
                  </a:lnTo>
                  <a:lnTo>
                    <a:pt x="1471387" y="7069643"/>
                  </a:lnTo>
                  <a:lnTo>
                    <a:pt x="0" y="706964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89" name="pg1889"/>
            <p:cNvSpPr/>
            <p:nvPr/>
          </p:nvSpPr>
          <p:spPr>
            <a:xfrm>
              <a:off x="4799595" y="10463852"/>
              <a:ext cx="11981298" cy="760088"/>
            </a:xfrm>
            <a:custGeom>
              <a:avLst/>
              <a:pathLst>
                <a:path w="11981298" h="760088">
                  <a:moveTo>
                    <a:pt x="0" y="8172"/>
                  </a:moveTo>
                  <a:lnTo>
                    <a:pt x="1471387" y="8172"/>
                  </a:lnTo>
                  <a:lnTo>
                    <a:pt x="1472622" y="8184"/>
                  </a:lnTo>
                  <a:lnTo>
                    <a:pt x="1480726" y="8269"/>
                  </a:lnTo>
                  <a:lnTo>
                    <a:pt x="1501104" y="8503"/>
                  </a:lnTo>
                  <a:lnTo>
                    <a:pt x="1537408" y="8963"/>
                  </a:lnTo>
                  <a:lnTo>
                    <a:pt x="1591261" y="9720"/>
                  </a:lnTo>
                  <a:lnTo>
                    <a:pt x="1662135" y="10830"/>
                  </a:lnTo>
                  <a:lnTo>
                    <a:pt x="1747574" y="12331"/>
                  </a:lnTo>
                  <a:lnTo>
                    <a:pt x="1843768" y="14238"/>
                  </a:lnTo>
                  <a:lnTo>
                    <a:pt x="1946308" y="16552"/>
                  </a:lnTo>
                  <a:lnTo>
                    <a:pt x="2050922" y="19267"/>
                  </a:lnTo>
                  <a:lnTo>
                    <a:pt x="2153996" y="22373"/>
                  </a:lnTo>
                  <a:lnTo>
                    <a:pt x="2252844" y="25868"/>
                  </a:lnTo>
                  <a:lnTo>
                    <a:pt x="2345739" y="29762"/>
                  </a:lnTo>
                  <a:lnTo>
                    <a:pt x="2431799" y="34078"/>
                  </a:lnTo>
                  <a:lnTo>
                    <a:pt x="2510807" y="38855"/>
                  </a:lnTo>
                  <a:lnTo>
                    <a:pt x="2583016" y="44147"/>
                  </a:lnTo>
                  <a:lnTo>
                    <a:pt x="2648992" y="50021"/>
                  </a:lnTo>
                  <a:lnTo>
                    <a:pt x="2709481" y="56556"/>
                  </a:lnTo>
                  <a:lnTo>
                    <a:pt x="2765314" y="63836"/>
                  </a:lnTo>
                  <a:lnTo>
                    <a:pt x="2817344" y="71942"/>
                  </a:lnTo>
                  <a:lnTo>
                    <a:pt x="2866382" y="80940"/>
                  </a:lnTo>
                  <a:lnTo>
                    <a:pt x="2896531" y="87178"/>
                  </a:lnTo>
                  <a:lnTo>
                    <a:pt x="2951290" y="99926"/>
                  </a:lnTo>
                  <a:lnTo>
                    <a:pt x="3004276" y="114035"/>
                  </a:lnTo>
                  <a:lnTo>
                    <a:pt x="3056192" y="129525"/>
                  </a:lnTo>
                  <a:lnTo>
                    <a:pt x="3107542" y="146359"/>
                  </a:lnTo>
                  <a:lnTo>
                    <a:pt x="3158669" y="164446"/>
                  </a:lnTo>
                  <a:lnTo>
                    <a:pt x="3209785" y="183630"/>
                  </a:lnTo>
                  <a:lnTo>
                    <a:pt x="3260991" y="203701"/>
                  </a:lnTo>
                  <a:lnTo>
                    <a:pt x="3312307" y="224392"/>
                  </a:lnTo>
                  <a:lnTo>
                    <a:pt x="3363691" y="245403"/>
                  </a:lnTo>
                  <a:lnTo>
                    <a:pt x="3415074" y="266410"/>
                  </a:lnTo>
                  <a:lnTo>
                    <a:pt x="3466388" y="287091"/>
                  </a:lnTo>
                  <a:lnTo>
                    <a:pt x="3517592" y="307146"/>
                  </a:lnTo>
                  <a:lnTo>
                    <a:pt x="3568706" y="326311"/>
                  </a:lnTo>
                  <a:lnTo>
                    <a:pt x="3619836" y="344373"/>
                  </a:lnTo>
                  <a:lnTo>
                    <a:pt x="3671193" y="361181"/>
                  </a:lnTo>
                  <a:lnTo>
                    <a:pt x="3723125" y="376643"/>
                  </a:lnTo>
                  <a:lnTo>
                    <a:pt x="3776139" y="390724"/>
                  </a:lnTo>
                  <a:lnTo>
                    <a:pt x="3829811" y="403201"/>
                  </a:lnTo>
                  <a:lnTo>
                    <a:pt x="3877323" y="412784"/>
                  </a:lnTo>
                  <a:lnTo>
                    <a:pt x="3927349" y="421456"/>
                  </a:lnTo>
                  <a:lnTo>
                    <a:pt x="3980652" y="429256"/>
                  </a:lnTo>
                  <a:lnTo>
                    <a:pt x="4038063" y="436258"/>
                  </a:lnTo>
                  <a:lnTo>
                    <a:pt x="4100435" y="442545"/>
                  </a:lnTo>
                  <a:lnTo>
                    <a:pt x="4168577" y="448201"/>
                  </a:lnTo>
                  <a:lnTo>
                    <a:pt x="4243182" y="453300"/>
                  </a:lnTo>
                  <a:lnTo>
                    <a:pt x="4324721" y="457906"/>
                  </a:lnTo>
                  <a:lnTo>
                    <a:pt x="4413298" y="462066"/>
                  </a:lnTo>
                  <a:lnTo>
                    <a:pt x="4508479" y="465815"/>
                  </a:lnTo>
                  <a:lnTo>
                    <a:pt x="4609096" y="469169"/>
                  </a:lnTo>
                  <a:lnTo>
                    <a:pt x="4713085" y="472135"/>
                  </a:lnTo>
                  <a:lnTo>
                    <a:pt x="4817412" y="474707"/>
                  </a:lnTo>
                  <a:lnTo>
                    <a:pt x="4918180" y="476875"/>
                  </a:lnTo>
                  <a:lnTo>
                    <a:pt x="5010995" y="478635"/>
                  </a:lnTo>
                  <a:lnTo>
                    <a:pt x="5091572" y="479992"/>
                  </a:lnTo>
                  <a:lnTo>
                    <a:pt x="5156508" y="480969"/>
                  </a:lnTo>
                  <a:lnTo>
                    <a:pt x="5203991" y="481612"/>
                  </a:lnTo>
                  <a:lnTo>
                    <a:pt x="5234261" y="481982"/>
                  </a:lnTo>
                  <a:lnTo>
                    <a:pt x="5249701" y="482154"/>
                  </a:lnTo>
                  <a:lnTo>
                    <a:pt x="5254625" y="482203"/>
                  </a:lnTo>
                  <a:lnTo>
                    <a:pt x="5254955" y="482206"/>
                  </a:lnTo>
                  <a:lnTo>
                    <a:pt x="6726343" y="482206"/>
                  </a:lnTo>
                  <a:lnTo>
                    <a:pt x="6727579" y="482213"/>
                  </a:lnTo>
                  <a:lnTo>
                    <a:pt x="6735695" y="482263"/>
                  </a:lnTo>
                  <a:lnTo>
                    <a:pt x="6756101" y="482400"/>
                  </a:lnTo>
                  <a:lnTo>
                    <a:pt x="6792454" y="482671"/>
                  </a:lnTo>
                  <a:lnTo>
                    <a:pt x="6846374" y="483115"/>
                  </a:lnTo>
                  <a:lnTo>
                    <a:pt x="6917328" y="483767"/>
                  </a:lnTo>
                  <a:lnTo>
                    <a:pt x="7002852" y="484647"/>
                  </a:lnTo>
                  <a:lnTo>
                    <a:pt x="7099126" y="485767"/>
                  </a:lnTo>
                  <a:lnTo>
                    <a:pt x="7201736" y="487125"/>
                  </a:lnTo>
                  <a:lnTo>
                    <a:pt x="7306403" y="488719"/>
                  </a:lnTo>
                  <a:lnTo>
                    <a:pt x="7409513" y="490541"/>
                  </a:lnTo>
                  <a:lnTo>
                    <a:pt x="7508380" y="492593"/>
                  </a:lnTo>
                  <a:lnTo>
                    <a:pt x="7601281" y="494878"/>
                  </a:lnTo>
                  <a:lnTo>
                    <a:pt x="7687336" y="497411"/>
                  </a:lnTo>
                  <a:lnTo>
                    <a:pt x="7766332" y="500215"/>
                  </a:lnTo>
                  <a:lnTo>
                    <a:pt x="7838527" y="503321"/>
                  </a:lnTo>
                  <a:lnTo>
                    <a:pt x="7904488" y="506769"/>
                  </a:lnTo>
                  <a:lnTo>
                    <a:pt x="7964962" y="510606"/>
                  </a:lnTo>
                  <a:lnTo>
                    <a:pt x="8020784" y="514880"/>
                  </a:lnTo>
                  <a:lnTo>
                    <a:pt x="8072806" y="519639"/>
                  </a:lnTo>
                  <a:lnTo>
                    <a:pt x="8121843" y="524922"/>
                  </a:lnTo>
                  <a:lnTo>
                    <a:pt x="8151487" y="528520"/>
                  </a:lnTo>
                  <a:lnTo>
                    <a:pt x="8207193" y="536132"/>
                  </a:lnTo>
                  <a:lnTo>
                    <a:pt x="8261077" y="544570"/>
                  </a:lnTo>
                  <a:lnTo>
                    <a:pt x="8313874" y="553846"/>
                  </a:lnTo>
                  <a:lnTo>
                    <a:pt x="8366107" y="563937"/>
                  </a:lnTo>
                  <a:lnTo>
                    <a:pt x="8418129" y="574782"/>
                  </a:lnTo>
                  <a:lnTo>
                    <a:pt x="8470152" y="586283"/>
                  </a:lnTo>
                  <a:lnTo>
                    <a:pt x="8522274" y="598307"/>
                  </a:lnTo>
                  <a:lnTo>
                    <a:pt x="8574507" y="610686"/>
                  </a:lnTo>
                  <a:lnTo>
                    <a:pt x="8626801" y="623231"/>
                  </a:lnTo>
                  <a:lnTo>
                    <a:pt x="8679083" y="635743"/>
                  </a:lnTo>
                  <a:lnTo>
                    <a:pt x="8731282" y="648024"/>
                  </a:lnTo>
                  <a:lnTo>
                    <a:pt x="8783366" y="659892"/>
                  </a:lnTo>
                  <a:lnTo>
                    <a:pt x="8835373" y="671189"/>
                  </a:lnTo>
                  <a:lnTo>
                    <a:pt x="8887435" y="681792"/>
                  </a:lnTo>
                  <a:lnTo>
                    <a:pt x="8939808" y="691617"/>
                  </a:lnTo>
                  <a:lnTo>
                    <a:pt x="8992899" y="700617"/>
                  </a:lnTo>
                  <a:lnTo>
                    <a:pt x="9047294" y="708778"/>
                  </a:lnTo>
                  <a:lnTo>
                    <a:pt x="9084767" y="713775"/>
                  </a:lnTo>
                  <a:lnTo>
                    <a:pt x="9132303" y="719395"/>
                  </a:lnTo>
                  <a:lnTo>
                    <a:pt x="9182357" y="724481"/>
                  </a:lnTo>
                  <a:lnTo>
                    <a:pt x="9235691" y="729055"/>
                  </a:lnTo>
                  <a:lnTo>
                    <a:pt x="9293139" y="733161"/>
                  </a:lnTo>
                  <a:lnTo>
                    <a:pt x="9355554" y="736847"/>
                  </a:lnTo>
                  <a:lnTo>
                    <a:pt x="9423748" y="740164"/>
                  </a:lnTo>
                  <a:lnTo>
                    <a:pt x="9498413" y="743153"/>
                  </a:lnTo>
                  <a:lnTo>
                    <a:pt x="9580019" y="745853"/>
                  </a:lnTo>
                  <a:lnTo>
                    <a:pt x="9668670" y="748292"/>
                  </a:lnTo>
                  <a:lnTo>
                    <a:pt x="9763928" y="750490"/>
                  </a:lnTo>
                  <a:lnTo>
                    <a:pt x="9864620" y="752456"/>
                  </a:lnTo>
                  <a:lnTo>
                    <a:pt x="9968674" y="754194"/>
                  </a:lnTo>
                  <a:lnTo>
                    <a:pt x="10073043" y="755701"/>
                  </a:lnTo>
                  <a:lnTo>
                    <a:pt x="10173823" y="756971"/>
                  </a:lnTo>
                  <a:lnTo>
                    <a:pt x="10266610" y="758002"/>
                  </a:lnTo>
                  <a:lnTo>
                    <a:pt x="10347117" y="758796"/>
                  </a:lnTo>
                  <a:lnTo>
                    <a:pt x="10411945" y="759367"/>
                  </a:lnTo>
                  <a:lnTo>
                    <a:pt x="10459296" y="759743"/>
                  </a:lnTo>
                  <a:lnTo>
                    <a:pt x="10489429" y="759958"/>
                  </a:lnTo>
                  <a:lnTo>
                    <a:pt x="10504750" y="760058"/>
                  </a:lnTo>
                  <a:lnTo>
                    <a:pt x="10509596" y="760087"/>
                  </a:lnTo>
                  <a:lnTo>
                    <a:pt x="10509911" y="760088"/>
                  </a:lnTo>
                  <a:lnTo>
                    <a:pt x="11981298" y="760088"/>
                  </a:lnTo>
                  <a:lnTo>
                    <a:pt x="11981298" y="751915"/>
                  </a:lnTo>
                  <a:lnTo>
                    <a:pt x="10509911" y="751915"/>
                  </a:lnTo>
                  <a:lnTo>
                    <a:pt x="10508674" y="751908"/>
                  </a:lnTo>
                  <a:lnTo>
                    <a:pt x="10500558" y="751859"/>
                  </a:lnTo>
                  <a:lnTo>
                    <a:pt x="10480152" y="751721"/>
                  </a:lnTo>
                  <a:lnTo>
                    <a:pt x="10443799" y="751451"/>
                  </a:lnTo>
                  <a:lnTo>
                    <a:pt x="10389879" y="751007"/>
                  </a:lnTo>
                  <a:lnTo>
                    <a:pt x="10318925" y="750355"/>
                  </a:lnTo>
                  <a:lnTo>
                    <a:pt x="10233401" y="749474"/>
                  </a:lnTo>
                  <a:lnTo>
                    <a:pt x="10137127" y="748355"/>
                  </a:lnTo>
                  <a:lnTo>
                    <a:pt x="10034517" y="746996"/>
                  </a:lnTo>
                  <a:lnTo>
                    <a:pt x="9929850" y="745403"/>
                  </a:lnTo>
                  <a:lnTo>
                    <a:pt x="9826740" y="743580"/>
                  </a:lnTo>
                  <a:lnTo>
                    <a:pt x="9727873" y="741529"/>
                  </a:lnTo>
                  <a:lnTo>
                    <a:pt x="9634973" y="739244"/>
                  </a:lnTo>
                  <a:lnTo>
                    <a:pt x="9548917" y="736711"/>
                  </a:lnTo>
                  <a:lnTo>
                    <a:pt x="9469921" y="733907"/>
                  </a:lnTo>
                  <a:lnTo>
                    <a:pt x="9397726" y="730801"/>
                  </a:lnTo>
                  <a:lnTo>
                    <a:pt x="9331766" y="727352"/>
                  </a:lnTo>
                  <a:lnTo>
                    <a:pt x="9271291" y="723516"/>
                  </a:lnTo>
                  <a:lnTo>
                    <a:pt x="9215469" y="719242"/>
                  </a:lnTo>
                  <a:lnTo>
                    <a:pt x="9163447" y="714483"/>
                  </a:lnTo>
                  <a:lnTo>
                    <a:pt x="9114411" y="709200"/>
                  </a:lnTo>
                  <a:lnTo>
                    <a:pt x="9084767" y="705602"/>
                  </a:lnTo>
                  <a:lnTo>
                    <a:pt x="9029060" y="697990"/>
                  </a:lnTo>
                  <a:lnTo>
                    <a:pt x="8975176" y="689551"/>
                  </a:lnTo>
                  <a:lnTo>
                    <a:pt x="8922379" y="680275"/>
                  </a:lnTo>
                  <a:lnTo>
                    <a:pt x="8870146" y="670185"/>
                  </a:lnTo>
                  <a:lnTo>
                    <a:pt x="8818124" y="659340"/>
                  </a:lnTo>
                  <a:lnTo>
                    <a:pt x="8766101" y="647838"/>
                  </a:lnTo>
                  <a:lnTo>
                    <a:pt x="8713979" y="635815"/>
                  </a:lnTo>
                  <a:lnTo>
                    <a:pt x="8661747" y="623436"/>
                  </a:lnTo>
                  <a:lnTo>
                    <a:pt x="8609452" y="610891"/>
                  </a:lnTo>
                  <a:lnTo>
                    <a:pt x="8557170" y="598378"/>
                  </a:lnTo>
                  <a:lnTo>
                    <a:pt x="8504971" y="586097"/>
                  </a:lnTo>
                  <a:lnTo>
                    <a:pt x="8452887" y="574230"/>
                  </a:lnTo>
                  <a:lnTo>
                    <a:pt x="8400880" y="562933"/>
                  </a:lnTo>
                  <a:lnTo>
                    <a:pt x="8348818" y="552329"/>
                  </a:lnTo>
                  <a:lnTo>
                    <a:pt x="8296445" y="542504"/>
                  </a:lnTo>
                  <a:lnTo>
                    <a:pt x="8243355" y="533505"/>
                  </a:lnTo>
                  <a:lnTo>
                    <a:pt x="8188959" y="525343"/>
                  </a:lnTo>
                  <a:lnTo>
                    <a:pt x="8151487" y="520347"/>
                  </a:lnTo>
                  <a:lnTo>
                    <a:pt x="8103950" y="514726"/>
                  </a:lnTo>
                  <a:lnTo>
                    <a:pt x="8053897" y="509641"/>
                  </a:lnTo>
                  <a:lnTo>
                    <a:pt x="8000563" y="505067"/>
                  </a:lnTo>
                  <a:lnTo>
                    <a:pt x="7943114" y="500961"/>
                  </a:lnTo>
                  <a:lnTo>
                    <a:pt x="7880699" y="497274"/>
                  </a:lnTo>
                  <a:lnTo>
                    <a:pt x="7812506" y="493958"/>
                  </a:lnTo>
                  <a:lnTo>
                    <a:pt x="7737841" y="490968"/>
                  </a:lnTo>
                  <a:lnTo>
                    <a:pt x="7656234" y="488268"/>
                  </a:lnTo>
                  <a:lnTo>
                    <a:pt x="7567583" y="485829"/>
                  </a:lnTo>
                  <a:lnTo>
                    <a:pt x="7472325" y="483632"/>
                  </a:lnTo>
                  <a:lnTo>
                    <a:pt x="7371633" y="481666"/>
                  </a:lnTo>
                  <a:lnTo>
                    <a:pt x="7267580" y="479928"/>
                  </a:lnTo>
                  <a:lnTo>
                    <a:pt x="7163210" y="478421"/>
                  </a:lnTo>
                  <a:lnTo>
                    <a:pt x="7062430" y="477150"/>
                  </a:lnTo>
                  <a:lnTo>
                    <a:pt x="6969644" y="476120"/>
                  </a:lnTo>
                  <a:lnTo>
                    <a:pt x="6889136" y="475326"/>
                  </a:lnTo>
                  <a:lnTo>
                    <a:pt x="6824308" y="474755"/>
                  </a:lnTo>
                  <a:lnTo>
                    <a:pt x="6776957" y="474379"/>
                  </a:lnTo>
                  <a:lnTo>
                    <a:pt x="6746824" y="474163"/>
                  </a:lnTo>
                  <a:lnTo>
                    <a:pt x="6731504" y="474064"/>
                  </a:lnTo>
                  <a:lnTo>
                    <a:pt x="6726657" y="474035"/>
                  </a:lnTo>
                  <a:lnTo>
                    <a:pt x="6726343" y="474033"/>
                  </a:lnTo>
                  <a:lnTo>
                    <a:pt x="5254955" y="474033"/>
                  </a:lnTo>
                  <a:lnTo>
                    <a:pt x="5253720" y="474022"/>
                  </a:lnTo>
                  <a:lnTo>
                    <a:pt x="5245616" y="473937"/>
                  </a:lnTo>
                  <a:lnTo>
                    <a:pt x="5225238" y="473703"/>
                  </a:lnTo>
                  <a:lnTo>
                    <a:pt x="5188934" y="473243"/>
                  </a:lnTo>
                  <a:lnTo>
                    <a:pt x="5135081" y="472486"/>
                  </a:lnTo>
                  <a:lnTo>
                    <a:pt x="5064208" y="471375"/>
                  </a:lnTo>
                  <a:lnTo>
                    <a:pt x="4978768" y="469875"/>
                  </a:lnTo>
                  <a:lnTo>
                    <a:pt x="4882575" y="467968"/>
                  </a:lnTo>
                  <a:lnTo>
                    <a:pt x="4780034" y="465654"/>
                  </a:lnTo>
                  <a:lnTo>
                    <a:pt x="4675420" y="462939"/>
                  </a:lnTo>
                  <a:lnTo>
                    <a:pt x="4572346" y="459833"/>
                  </a:lnTo>
                  <a:lnTo>
                    <a:pt x="4473498" y="456338"/>
                  </a:lnTo>
                  <a:lnTo>
                    <a:pt x="4380603" y="452444"/>
                  </a:lnTo>
                  <a:lnTo>
                    <a:pt x="4294543" y="448128"/>
                  </a:lnTo>
                  <a:lnTo>
                    <a:pt x="4215535" y="443351"/>
                  </a:lnTo>
                  <a:lnTo>
                    <a:pt x="4143326" y="438059"/>
                  </a:lnTo>
                  <a:lnTo>
                    <a:pt x="4077350" y="432185"/>
                  </a:lnTo>
                  <a:lnTo>
                    <a:pt x="4016861" y="425650"/>
                  </a:lnTo>
                  <a:lnTo>
                    <a:pt x="3961028" y="418370"/>
                  </a:lnTo>
                  <a:lnTo>
                    <a:pt x="3908999" y="410264"/>
                  </a:lnTo>
                  <a:lnTo>
                    <a:pt x="3859960" y="401266"/>
                  </a:lnTo>
                  <a:lnTo>
                    <a:pt x="3829811" y="395028"/>
                  </a:lnTo>
                  <a:lnTo>
                    <a:pt x="3775052" y="382280"/>
                  </a:lnTo>
                  <a:lnTo>
                    <a:pt x="3722066" y="368170"/>
                  </a:lnTo>
                  <a:lnTo>
                    <a:pt x="3670150" y="352681"/>
                  </a:lnTo>
                  <a:lnTo>
                    <a:pt x="3618800" y="335847"/>
                  </a:lnTo>
                  <a:lnTo>
                    <a:pt x="3567673" y="317760"/>
                  </a:lnTo>
                  <a:lnTo>
                    <a:pt x="3516557" y="298575"/>
                  </a:lnTo>
                  <a:lnTo>
                    <a:pt x="3465351" y="278505"/>
                  </a:lnTo>
                  <a:lnTo>
                    <a:pt x="3414035" y="257814"/>
                  </a:lnTo>
                  <a:lnTo>
                    <a:pt x="3362651" y="236803"/>
                  </a:lnTo>
                  <a:lnTo>
                    <a:pt x="3311268" y="215796"/>
                  </a:lnTo>
                  <a:lnTo>
                    <a:pt x="3259954" y="195114"/>
                  </a:lnTo>
                  <a:lnTo>
                    <a:pt x="3208750" y="175060"/>
                  </a:lnTo>
                  <a:lnTo>
                    <a:pt x="3157636" y="155895"/>
                  </a:lnTo>
                  <a:lnTo>
                    <a:pt x="3106506" y="137833"/>
                  </a:lnTo>
                  <a:lnTo>
                    <a:pt x="3055149" y="121025"/>
                  </a:lnTo>
                  <a:lnTo>
                    <a:pt x="3003217" y="105563"/>
                  </a:lnTo>
                  <a:lnTo>
                    <a:pt x="2950203" y="91482"/>
                  </a:lnTo>
                  <a:lnTo>
                    <a:pt x="2896531" y="79005"/>
                  </a:lnTo>
                  <a:lnTo>
                    <a:pt x="2849019" y="69421"/>
                  </a:lnTo>
                  <a:lnTo>
                    <a:pt x="2798993" y="60750"/>
                  </a:lnTo>
                  <a:lnTo>
                    <a:pt x="2745691" y="52950"/>
                  </a:lnTo>
                  <a:lnTo>
                    <a:pt x="2688279" y="45948"/>
                  </a:lnTo>
                  <a:lnTo>
                    <a:pt x="2625907" y="39661"/>
                  </a:lnTo>
                  <a:lnTo>
                    <a:pt x="2557765" y="34005"/>
                  </a:lnTo>
                  <a:lnTo>
                    <a:pt x="2483160" y="28906"/>
                  </a:lnTo>
                  <a:lnTo>
                    <a:pt x="2401621" y="24300"/>
                  </a:lnTo>
                  <a:lnTo>
                    <a:pt x="2313044" y="20140"/>
                  </a:lnTo>
                  <a:lnTo>
                    <a:pt x="2217864" y="16391"/>
                  </a:lnTo>
                  <a:lnTo>
                    <a:pt x="2117246" y="13037"/>
                  </a:lnTo>
                  <a:lnTo>
                    <a:pt x="2013257" y="10071"/>
                  </a:lnTo>
                  <a:lnTo>
                    <a:pt x="1908930" y="7499"/>
                  </a:lnTo>
                  <a:lnTo>
                    <a:pt x="1808162" y="5331"/>
                  </a:lnTo>
                  <a:lnTo>
                    <a:pt x="1715347" y="3571"/>
                  </a:lnTo>
                  <a:lnTo>
                    <a:pt x="1634770" y="2214"/>
                  </a:lnTo>
                  <a:lnTo>
                    <a:pt x="1569834" y="1236"/>
                  </a:lnTo>
                  <a:lnTo>
                    <a:pt x="1522351" y="594"/>
                  </a:lnTo>
                  <a:lnTo>
                    <a:pt x="1492081" y="224"/>
                  </a:lnTo>
                  <a:lnTo>
                    <a:pt x="1476641" y="52"/>
                  </a:lnTo>
                  <a:lnTo>
                    <a:pt x="1471717" y="3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B3B5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890" name="pl1890"/>
            <p:cNvSpPr/>
            <p:nvPr/>
          </p:nvSpPr>
          <p:spPr>
            <a:xfrm>
              <a:off x="4799595" y="10472025"/>
              <a:ext cx="11981298" cy="751915"/>
            </a:xfrm>
            <a:custGeom>
              <a:avLst/>
              <a:pathLst>
                <a:path w="11981298" h="751915">
                  <a:moveTo>
                    <a:pt x="0" y="0"/>
                  </a:moveTo>
                  <a:lnTo>
                    <a:pt x="1471387" y="0"/>
                  </a:lnTo>
                  <a:lnTo>
                    <a:pt x="1472622" y="11"/>
                  </a:lnTo>
                  <a:lnTo>
                    <a:pt x="1480726" y="96"/>
                  </a:lnTo>
                  <a:lnTo>
                    <a:pt x="1501104" y="330"/>
                  </a:lnTo>
                  <a:lnTo>
                    <a:pt x="1537408" y="790"/>
                  </a:lnTo>
                  <a:lnTo>
                    <a:pt x="1591261" y="1547"/>
                  </a:lnTo>
                  <a:lnTo>
                    <a:pt x="1662135" y="2657"/>
                  </a:lnTo>
                  <a:lnTo>
                    <a:pt x="1747574" y="4158"/>
                  </a:lnTo>
                  <a:lnTo>
                    <a:pt x="1843768" y="6065"/>
                  </a:lnTo>
                  <a:lnTo>
                    <a:pt x="1946308" y="8379"/>
                  </a:lnTo>
                  <a:lnTo>
                    <a:pt x="2050922" y="11094"/>
                  </a:lnTo>
                  <a:lnTo>
                    <a:pt x="2153996" y="14200"/>
                  </a:lnTo>
                  <a:lnTo>
                    <a:pt x="2252844" y="17695"/>
                  </a:lnTo>
                  <a:lnTo>
                    <a:pt x="2345739" y="21589"/>
                  </a:lnTo>
                  <a:lnTo>
                    <a:pt x="2431799" y="25905"/>
                  </a:lnTo>
                  <a:lnTo>
                    <a:pt x="2510807" y="30682"/>
                  </a:lnTo>
                  <a:lnTo>
                    <a:pt x="2583016" y="35974"/>
                  </a:lnTo>
                  <a:lnTo>
                    <a:pt x="2648992" y="41848"/>
                  </a:lnTo>
                  <a:lnTo>
                    <a:pt x="2709481" y="48383"/>
                  </a:lnTo>
                  <a:lnTo>
                    <a:pt x="2765314" y="55663"/>
                  </a:lnTo>
                  <a:lnTo>
                    <a:pt x="2817344" y="63769"/>
                  </a:lnTo>
                  <a:lnTo>
                    <a:pt x="2866382" y="72767"/>
                  </a:lnTo>
                  <a:lnTo>
                    <a:pt x="2896531" y="79005"/>
                  </a:lnTo>
                  <a:lnTo>
                    <a:pt x="2951290" y="91753"/>
                  </a:lnTo>
                  <a:lnTo>
                    <a:pt x="3004276" y="105862"/>
                  </a:lnTo>
                  <a:lnTo>
                    <a:pt x="3056192" y="121352"/>
                  </a:lnTo>
                  <a:lnTo>
                    <a:pt x="3107542" y="138186"/>
                  </a:lnTo>
                  <a:lnTo>
                    <a:pt x="3158669" y="156273"/>
                  </a:lnTo>
                  <a:lnTo>
                    <a:pt x="3209785" y="175457"/>
                  </a:lnTo>
                  <a:lnTo>
                    <a:pt x="3260991" y="195528"/>
                  </a:lnTo>
                  <a:lnTo>
                    <a:pt x="3312307" y="216219"/>
                  </a:lnTo>
                  <a:lnTo>
                    <a:pt x="3363691" y="237230"/>
                  </a:lnTo>
                  <a:lnTo>
                    <a:pt x="3415074" y="258237"/>
                  </a:lnTo>
                  <a:lnTo>
                    <a:pt x="3466388" y="278918"/>
                  </a:lnTo>
                  <a:lnTo>
                    <a:pt x="3517592" y="298973"/>
                  </a:lnTo>
                  <a:lnTo>
                    <a:pt x="3568706" y="318138"/>
                  </a:lnTo>
                  <a:lnTo>
                    <a:pt x="3619836" y="336200"/>
                  </a:lnTo>
                  <a:lnTo>
                    <a:pt x="3671193" y="353008"/>
                  </a:lnTo>
                  <a:lnTo>
                    <a:pt x="3723125" y="368470"/>
                  </a:lnTo>
                  <a:lnTo>
                    <a:pt x="3776139" y="382551"/>
                  </a:lnTo>
                  <a:lnTo>
                    <a:pt x="3829811" y="395028"/>
                  </a:lnTo>
                  <a:lnTo>
                    <a:pt x="3877323" y="404611"/>
                  </a:lnTo>
                  <a:lnTo>
                    <a:pt x="3927349" y="413283"/>
                  </a:lnTo>
                  <a:lnTo>
                    <a:pt x="3980652" y="421083"/>
                  </a:lnTo>
                  <a:lnTo>
                    <a:pt x="4038063" y="428085"/>
                  </a:lnTo>
                  <a:lnTo>
                    <a:pt x="4100435" y="434372"/>
                  </a:lnTo>
                  <a:lnTo>
                    <a:pt x="4168577" y="440028"/>
                  </a:lnTo>
                  <a:lnTo>
                    <a:pt x="4243182" y="445127"/>
                  </a:lnTo>
                  <a:lnTo>
                    <a:pt x="4324721" y="449733"/>
                  </a:lnTo>
                  <a:lnTo>
                    <a:pt x="4413298" y="453893"/>
                  </a:lnTo>
                  <a:lnTo>
                    <a:pt x="4508479" y="457642"/>
                  </a:lnTo>
                  <a:lnTo>
                    <a:pt x="4609096" y="460996"/>
                  </a:lnTo>
                  <a:lnTo>
                    <a:pt x="4713085" y="463962"/>
                  </a:lnTo>
                  <a:lnTo>
                    <a:pt x="4817412" y="466534"/>
                  </a:lnTo>
                  <a:lnTo>
                    <a:pt x="4918180" y="468702"/>
                  </a:lnTo>
                  <a:lnTo>
                    <a:pt x="5010995" y="470462"/>
                  </a:lnTo>
                  <a:lnTo>
                    <a:pt x="5091572" y="471819"/>
                  </a:lnTo>
                  <a:lnTo>
                    <a:pt x="5156508" y="472796"/>
                  </a:lnTo>
                  <a:lnTo>
                    <a:pt x="5203991" y="473439"/>
                  </a:lnTo>
                  <a:lnTo>
                    <a:pt x="5234261" y="473809"/>
                  </a:lnTo>
                  <a:lnTo>
                    <a:pt x="5249701" y="473981"/>
                  </a:lnTo>
                  <a:lnTo>
                    <a:pt x="5254625" y="474030"/>
                  </a:lnTo>
                  <a:lnTo>
                    <a:pt x="5254955" y="474033"/>
                  </a:lnTo>
                  <a:lnTo>
                    <a:pt x="6726343" y="474033"/>
                  </a:lnTo>
                  <a:lnTo>
                    <a:pt x="6727579" y="474040"/>
                  </a:lnTo>
                  <a:lnTo>
                    <a:pt x="6735695" y="474090"/>
                  </a:lnTo>
                  <a:lnTo>
                    <a:pt x="6756101" y="474227"/>
                  </a:lnTo>
                  <a:lnTo>
                    <a:pt x="6792454" y="474498"/>
                  </a:lnTo>
                  <a:lnTo>
                    <a:pt x="6846374" y="474942"/>
                  </a:lnTo>
                  <a:lnTo>
                    <a:pt x="6917328" y="475594"/>
                  </a:lnTo>
                  <a:lnTo>
                    <a:pt x="7002852" y="476474"/>
                  </a:lnTo>
                  <a:lnTo>
                    <a:pt x="7099126" y="477594"/>
                  </a:lnTo>
                  <a:lnTo>
                    <a:pt x="7201736" y="478952"/>
                  </a:lnTo>
                  <a:lnTo>
                    <a:pt x="7306403" y="480546"/>
                  </a:lnTo>
                  <a:lnTo>
                    <a:pt x="7409513" y="482368"/>
                  </a:lnTo>
                  <a:lnTo>
                    <a:pt x="7508380" y="484420"/>
                  </a:lnTo>
                  <a:lnTo>
                    <a:pt x="7601281" y="486705"/>
                  </a:lnTo>
                  <a:lnTo>
                    <a:pt x="7687336" y="489238"/>
                  </a:lnTo>
                  <a:lnTo>
                    <a:pt x="7766332" y="492042"/>
                  </a:lnTo>
                  <a:lnTo>
                    <a:pt x="7838527" y="495148"/>
                  </a:lnTo>
                  <a:lnTo>
                    <a:pt x="7904488" y="498596"/>
                  </a:lnTo>
                  <a:lnTo>
                    <a:pt x="7964962" y="502433"/>
                  </a:lnTo>
                  <a:lnTo>
                    <a:pt x="8020784" y="506707"/>
                  </a:lnTo>
                  <a:lnTo>
                    <a:pt x="8072806" y="511466"/>
                  </a:lnTo>
                  <a:lnTo>
                    <a:pt x="8121843" y="516749"/>
                  </a:lnTo>
                  <a:lnTo>
                    <a:pt x="8151487" y="520347"/>
                  </a:lnTo>
                  <a:lnTo>
                    <a:pt x="8207193" y="527959"/>
                  </a:lnTo>
                  <a:lnTo>
                    <a:pt x="8261077" y="536397"/>
                  </a:lnTo>
                  <a:lnTo>
                    <a:pt x="8313874" y="545673"/>
                  </a:lnTo>
                  <a:lnTo>
                    <a:pt x="8366107" y="555764"/>
                  </a:lnTo>
                  <a:lnTo>
                    <a:pt x="8418129" y="566609"/>
                  </a:lnTo>
                  <a:lnTo>
                    <a:pt x="8470152" y="578110"/>
                  </a:lnTo>
                  <a:lnTo>
                    <a:pt x="8522274" y="590134"/>
                  </a:lnTo>
                  <a:lnTo>
                    <a:pt x="8574507" y="602513"/>
                  </a:lnTo>
                  <a:lnTo>
                    <a:pt x="8626801" y="615058"/>
                  </a:lnTo>
                  <a:lnTo>
                    <a:pt x="8679083" y="627570"/>
                  </a:lnTo>
                  <a:lnTo>
                    <a:pt x="8731282" y="639851"/>
                  </a:lnTo>
                  <a:lnTo>
                    <a:pt x="8783366" y="651719"/>
                  </a:lnTo>
                  <a:lnTo>
                    <a:pt x="8835373" y="663016"/>
                  </a:lnTo>
                  <a:lnTo>
                    <a:pt x="8887435" y="673619"/>
                  </a:lnTo>
                  <a:lnTo>
                    <a:pt x="8939808" y="683444"/>
                  </a:lnTo>
                  <a:lnTo>
                    <a:pt x="8992899" y="692444"/>
                  </a:lnTo>
                  <a:lnTo>
                    <a:pt x="9047294" y="700605"/>
                  </a:lnTo>
                  <a:lnTo>
                    <a:pt x="9084767" y="705602"/>
                  </a:lnTo>
                  <a:lnTo>
                    <a:pt x="9132303" y="711222"/>
                  </a:lnTo>
                  <a:lnTo>
                    <a:pt x="9182357" y="716308"/>
                  </a:lnTo>
                  <a:lnTo>
                    <a:pt x="9235691" y="720882"/>
                  </a:lnTo>
                  <a:lnTo>
                    <a:pt x="9293139" y="724988"/>
                  </a:lnTo>
                  <a:lnTo>
                    <a:pt x="9355554" y="728674"/>
                  </a:lnTo>
                  <a:lnTo>
                    <a:pt x="9423748" y="731991"/>
                  </a:lnTo>
                  <a:lnTo>
                    <a:pt x="9498413" y="734980"/>
                  </a:lnTo>
                  <a:lnTo>
                    <a:pt x="9580019" y="737680"/>
                  </a:lnTo>
                  <a:lnTo>
                    <a:pt x="9668670" y="740119"/>
                  </a:lnTo>
                  <a:lnTo>
                    <a:pt x="9763928" y="742317"/>
                  </a:lnTo>
                  <a:lnTo>
                    <a:pt x="9864620" y="744283"/>
                  </a:lnTo>
                  <a:lnTo>
                    <a:pt x="9968674" y="746021"/>
                  </a:lnTo>
                  <a:lnTo>
                    <a:pt x="10073043" y="747528"/>
                  </a:lnTo>
                  <a:lnTo>
                    <a:pt x="10173823" y="748798"/>
                  </a:lnTo>
                  <a:lnTo>
                    <a:pt x="10266610" y="749829"/>
                  </a:lnTo>
                  <a:lnTo>
                    <a:pt x="10347117" y="750623"/>
                  </a:lnTo>
                  <a:lnTo>
                    <a:pt x="10411945" y="751194"/>
                  </a:lnTo>
                  <a:lnTo>
                    <a:pt x="10459296" y="751570"/>
                  </a:lnTo>
                  <a:lnTo>
                    <a:pt x="10489429" y="751785"/>
                  </a:lnTo>
                  <a:lnTo>
                    <a:pt x="10504750" y="751885"/>
                  </a:lnTo>
                  <a:lnTo>
                    <a:pt x="10509596" y="751914"/>
                  </a:lnTo>
                  <a:lnTo>
                    <a:pt x="10509911" y="751915"/>
                  </a:lnTo>
                  <a:lnTo>
                    <a:pt x="11981298" y="75191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91" name="pl1891"/>
            <p:cNvSpPr/>
            <p:nvPr/>
          </p:nvSpPr>
          <p:spPr>
            <a:xfrm>
              <a:off x="4799595" y="10463852"/>
              <a:ext cx="11981298" cy="751915"/>
            </a:xfrm>
            <a:custGeom>
              <a:avLst/>
              <a:pathLst>
                <a:path w="11981298" h="751915">
                  <a:moveTo>
                    <a:pt x="11981298" y="751915"/>
                  </a:moveTo>
                  <a:lnTo>
                    <a:pt x="10509911" y="751915"/>
                  </a:lnTo>
                  <a:lnTo>
                    <a:pt x="10508674" y="751908"/>
                  </a:lnTo>
                  <a:lnTo>
                    <a:pt x="10500558" y="751859"/>
                  </a:lnTo>
                  <a:lnTo>
                    <a:pt x="10480152" y="751721"/>
                  </a:lnTo>
                  <a:lnTo>
                    <a:pt x="10443799" y="751451"/>
                  </a:lnTo>
                  <a:lnTo>
                    <a:pt x="10389879" y="751007"/>
                  </a:lnTo>
                  <a:lnTo>
                    <a:pt x="10318925" y="750355"/>
                  </a:lnTo>
                  <a:lnTo>
                    <a:pt x="10233401" y="749474"/>
                  </a:lnTo>
                  <a:lnTo>
                    <a:pt x="10137127" y="748355"/>
                  </a:lnTo>
                  <a:lnTo>
                    <a:pt x="10034517" y="746996"/>
                  </a:lnTo>
                  <a:lnTo>
                    <a:pt x="9929850" y="745403"/>
                  </a:lnTo>
                  <a:lnTo>
                    <a:pt x="9826740" y="743580"/>
                  </a:lnTo>
                  <a:lnTo>
                    <a:pt x="9727873" y="741529"/>
                  </a:lnTo>
                  <a:lnTo>
                    <a:pt x="9634973" y="739244"/>
                  </a:lnTo>
                  <a:lnTo>
                    <a:pt x="9548917" y="736711"/>
                  </a:lnTo>
                  <a:lnTo>
                    <a:pt x="9469921" y="733907"/>
                  </a:lnTo>
                  <a:lnTo>
                    <a:pt x="9397726" y="730801"/>
                  </a:lnTo>
                  <a:lnTo>
                    <a:pt x="9331766" y="727352"/>
                  </a:lnTo>
                  <a:lnTo>
                    <a:pt x="9271291" y="723516"/>
                  </a:lnTo>
                  <a:lnTo>
                    <a:pt x="9215469" y="719242"/>
                  </a:lnTo>
                  <a:lnTo>
                    <a:pt x="9163447" y="714483"/>
                  </a:lnTo>
                  <a:lnTo>
                    <a:pt x="9114411" y="709200"/>
                  </a:lnTo>
                  <a:lnTo>
                    <a:pt x="9084767" y="705602"/>
                  </a:lnTo>
                  <a:lnTo>
                    <a:pt x="9029060" y="697990"/>
                  </a:lnTo>
                  <a:lnTo>
                    <a:pt x="8975176" y="689551"/>
                  </a:lnTo>
                  <a:lnTo>
                    <a:pt x="8922379" y="680275"/>
                  </a:lnTo>
                  <a:lnTo>
                    <a:pt x="8870146" y="670185"/>
                  </a:lnTo>
                  <a:lnTo>
                    <a:pt x="8818124" y="659340"/>
                  </a:lnTo>
                  <a:lnTo>
                    <a:pt x="8766101" y="647838"/>
                  </a:lnTo>
                  <a:lnTo>
                    <a:pt x="8713979" y="635815"/>
                  </a:lnTo>
                  <a:lnTo>
                    <a:pt x="8661747" y="623436"/>
                  </a:lnTo>
                  <a:lnTo>
                    <a:pt x="8609452" y="610891"/>
                  </a:lnTo>
                  <a:lnTo>
                    <a:pt x="8557170" y="598378"/>
                  </a:lnTo>
                  <a:lnTo>
                    <a:pt x="8504971" y="586097"/>
                  </a:lnTo>
                  <a:lnTo>
                    <a:pt x="8452887" y="574230"/>
                  </a:lnTo>
                  <a:lnTo>
                    <a:pt x="8400880" y="562933"/>
                  </a:lnTo>
                  <a:lnTo>
                    <a:pt x="8348818" y="552329"/>
                  </a:lnTo>
                  <a:lnTo>
                    <a:pt x="8296445" y="542504"/>
                  </a:lnTo>
                  <a:lnTo>
                    <a:pt x="8243355" y="533505"/>
                  </a:lnTo>
                  <a:lnTo>
                    <a:pt x="8188959" y="525343"/>
                  </a:lnTo>
                  <a:lnTo>
                    <a:pt x="8151487" y="520347"/>
                  </a:lnTo>
                  <a:lnTo>
                    <a:pt x="8103950" y="514726"/>
                  </a:lnTo>
                  <a:lnTo>
                    <a:pt x="8053897" y="509641"/>
                  </a:lnTo>
                  <a:lnTo>
                    <a:pt x="8000563" y="505067"/>
                  </a:lnTo>
                  <a:lnTo>
                    <a:pt x="7943114" y="500961"/>
                  </a:lnTo>
                  <a:lnTo>
                    <a:pt x="7880699" y="497274"/>
                  </a:lnTo>
                  <a:lnTo>
                    <a:pt x="7812506" y="493958"/>
                  </a:lnTo>
                  <a:lnTo>
                    <a:pt x="7737841" y="490968"/>
                  </a:lnTo>
                  <a:lnTo>
                    <a:pt x="7656234" y="488268"/>
                  </a:lnTo>
                  <a:lnTo>
                    <a:pt x="7567583" y="485829"/>
                  </a:lnTo>
                  <a:lnTo>
                    <a:pt x="7472325" y="483632"/>
                  </a:lnTo>
                  <a:lnTo>
                    <a:pt x="7371633" y="481666"/>
                  </a:lnTo>
                  <a:lnTo>
                    <a:pt x="7267580" y="479928"/>
                  </a:lnTo>
                  <a:lnTo>
                    <a:pt x="7163210" y="478421"/>
                  </a:lnTo>
                  <a:lnTo>
                    <a:pt x="7062430" y="477150"/>
                  </a:lnTo>
                  <a:lnTo>
                    <a:pt x="6969644" y="476120"/>
                  </a:lnTo>
                  <a:lnTo>
                    <a:pt x="6889136" y="475326"/>
                  </a:lnTo>
                  <a:lnTo>
                    <a:pt x="6824308" y="474755"/>
                  </a:lnTo>
                  <a:lnTo>
                    <a:pt x="6776957" y="474379"/>
                  </a:lnTo>
                  <a:lnTo>
                    <a:pt x="6746824" y="474163"/>
                  </a:lnTo>
                  <a:lnTo>
                    <a:pt x="6731504" y="474064"/>
                  </a:lnTo>
                  <a:lnTo>
                    <a:pt x="6726657" y="474035"/>
                  </a:lnTo>
                  <a:lnTo>
                    <a:pt x="6726343" y="474033"/>
                  </a:lnTo>
                  <a:lnTo>
                    <a:pt x="5254955" y="474033"/>
                  </a:lnTo>
                  <a:lnTo>
                    <a:pt x="5253720" y="474022"/>
                  </a:lnTo>
                  <a:lnTo>
                    <a:pt x="5245616" y="473937"/>
                  </a:lnTo>
                  <a:lnTo>
                    <a:pt x="5225238" y="473703"/>
                  </a:lnTo>
                  <a:lnTo>
                    <a:pt x="5188934" y="473243"/>
                  </a:lnTo>
                  <a:lnTo>
                    <a:pt x="5135081" y="472486"/>
                  </a:lnTo>
                  <a:lnTo>
                    <a:pt x="5064208" y="471375"/>
                  </a:lnTo>
                  <a:lnTo>
                    <a:pt x="4978768" y="469875"/>
                  </a:lnTo>
                  <a:lnTo>
                    <a:pt x="4882575" y="467968"/>
                  </a:lnTo>
                  <a:lnTo>
                    <a:pt x="4780034" y="465654"/>
                  </a:lnTo>
                  <a:lnTo>
                    <a:pt x="4675420" y="462939"/>
                  </a:lnTo>
                  <a:lnTo>
                    <a:pt x="4572346" y="459833"/>
                  </a:lnTo>
                  <a:lnTo>
                    <a:pt x="4473498" y="456338"/>
                  </a:lnTo>
                  <a:lnTo>
                    <a:pt x="4380603" y="452444"/>
                  </a:lnTo>
                  <a:lnTo>
                    <a:pt x="4294543" y="448128"/>
                  </a:lnTo>
                  <a:lnTo>
                    <a:pt x="4215535" y="443351"/>
                  </a:lnTo>
                  <a:lnTo>
                    <a:pt x="4143326" y="438059"/>
                  </a:lnTo>
                  <a:lnTo>
                    <a:pt x="4077350" y="432185"/>
                  </a:lnTo>
                  <a:lnTo>
                    <a:pt x="4016861" y="425650"/>
                  </a:lnTo>
                  <a:lnTo>
                    <a:pt x="3961028" y="418370"/>
                  </a:lnTo>
                  <a:lnTo>
                    <a:pt x="3908999" y="410264"/>
                  </a:lnTo>
                  <a:lnTo>
                    <a:pt x="3859960" y="401266"/>
                  </a:lnTo>
                  <a:lnTo>
                    <a:pt x="3829811" y="395028"/>
                  </a:lnTo>
                  <a:lnTo>
                    <a:pt x="3775052" y="382280"/>
                  </a:lnTo>
                  <a:lnTo>
                    <a:pt x="3722066" y="368170"/>
                  </a:lnTo>
                  <a:lnTo>
                    <a:pt x="3670150" y="352681"/>
                  </a:lnTo>
                  <a:lnTo>
                    <a:pt x="3618800" y="335847"/>
                  </a:lnTo>
                  <a:lnTo>
                    <a:pt x="3567673" y="317760"/>
                  </a:lnTo>
                  <a:lnTo>
                    <a:pt x="3516557" y="298575"/>
                  </a:lnTo>
                  <a:lnTo>
                    <a:pt x="3465351" y="278505"/>
                  </a:lnTo>
                  <a:lnTo>
                    <a:pt x="3414035" y="257814"/>
                  </a:lnTo>
                  <a:lnTo>
                    <a:pt x="3362651" y="236803"/>
                  </a:lnTo>
                  <a:lnTo>
                    <a:pt x="3311268" y="215796"/>
                  </a:lnTo>
                  <a:lnTo>
                    <a:pt x="3259954" y="195114"/>
                  </a:lnTo>
                  <a:lnTo>
                    <a:pt x="3208750" y="175060"/>
                  </a:lnTo>
                  <a:lnTo>
                    <a:pt x="3157636" y="155895"/>
                  </a:lnTo>
                  <a:lnTo>
                    <a:pt x="3106506" y="137833"/>
                  </a:lnTo>
                  <a:lnTo>
                    <a:pt x="3055149" y="121025"/>
                  </a:lnTo>
                  <a:lnTo>
                    <a:pt x="3003217" y="105563"/>
                  </a:lnTo>
                  <a:lnTo>
                    <a:pt x="2950203" y="91482"/>
                  </a:lnTo>
                  <a:lnTo>
                    <a:pt x="2896531" y="79005"/>
                  </a:lnTo>
                  <a:lnTo>
                    <a:pt x="2849019" y="69421"/>
                  </a:lnTo>
                  <a:lnTo>
                    <a:pt x="2798993" y="60750"/>
                  </a:lnTo>
                  <a:lnTo>
                    <a:pt x="2745691" y="52950"/>
                  </a:lnTo>
                  <a:lnTo>
                    <a:pt x="2688279" y="45948"/>
                  </a:lnTo>
                  <a:lnTo>
                    <a:pt x="2625907" y="39661"/>
                  </a:lnTo>
                  <a:lnTo>
                    <a:pt x="2557765" y="34005"/>
                  </a:lnTo>
                  <a:lnTo>
                    <a:pt x="2483160" y="28906"/>
                  </a:lnTo>
                  <a:lnTo>
                    <a:pt x="2401621" y="24300"/>
                  </a:lnTo>
                  <a:lnTo>
                    <a:pt x="2313044" y="20140"/>
                  </a:lnTo>
                  <a:lnTo>
                    <a:pt x="2217864" y="16391"/>
                  </a:lnTo>
                  <a:lnTo>
                    <a:pt x="2117246" y="13037"/>
                  </a:lnTo>
                  <a:lnTo>
                    <a:pt x="2013257" y="10071"/>
                  </a:lnTo>
                  <a:lnTo>
                    <a:pt x="1908930" y="7499"/>
                  </a:lnTo>
                  <a:lnTo>
                    <a:pt x="1808162" y="5331"/>
                  </a:lnTo>
                  <a:lnTo>
                    <a:pt x="1715347" y="3571"/>
                  </a:lnTo>
                  <a:lnTo>
                    <a:pt x="1634770" y="2214"/>
                  </a:lnTo>
                  <a:lnTo>
                    <a:pt x="1569834" y="1236"/>
                  </a:lnTo>
                  <a:lnTo>
                    <a:pt x="1522351" y="594"/>
                  </a:lnTo>
                  <a:lnTo>
                    <a:pt x="1492081" y="224"/>
                  </a:lnTo>
                  <a:lnTo>
                    <a:pt x="1476641" y="52"/>
                  </a:lnTo>
                  <a:lnTo>
                    <a:pt x="1471717" y="3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92" name="pg1892"/>
            <p:cNvSpPr/>
            <p:nvPr/>
          </p:nvSpPr>
          <p:spPr>
            <a:xfrm>
              <a:off x="4799595" y="7260036"/>
              <a:ext cx="11981298" cy="3743233"/>
            </a:xfrm>
            <a:custGeom>
              <a:avLst/>
              <a:pathLst>
                <a:path w="11981298" h="3743233">
                  <a:moveTo>
                    <a:pt x="0" y="3220161"/>
                  </a:moveTo>
                  <a:lnTo>
                    <a:pt x="1471387" y="3220161"/>
                  </a:lnTo>
                  <a:lnTo>
                    <a:pt x="1472621" y="3220174"/>
                  </a:lnTo>
                  <a:lnTo>
                    <a:pt x="1480722" y="3220267"/>
                  </a:lnTo>
                  <a:lnTo>
                    <a:pt x="1501090" y="3220525"/>
                  </a:lnTo>
                  <a:lnTo>
                    <a:pt x="1537378" y="3221033"/>
                  </a:lnTo>
                  <a:lnTo>
                    <a:pt x="1591209" y="3221868"/>
                  </a:lnTo>
                  <a:lnTo>
                    <a:pt x="1662056" y="3223092"/>
                  </a:lnTo>
                  <a:lnTo>
                    <a:pt x="1747467" y="3224747"/>
                  </a:lnTo>
                  <a:lnTo>
                    <a:pt x="1843634" y="3226850"/>
                  </a:lnTo>
                  <a:lnTo>
                    <a:pt x="1946152" y="3229403"/>
                  </a:lnTo>
                  <a:lnTo>
                    <a:pt x="2050748" y="3232398"/>
                  </a:lnTo>
                  <a:lnTo>
                    <a:pt x="2153811" y="3235824"/>
                  </a:lnTo>
                  <a:lnTo>
                    <a:pt x="2252652" y="3239679"/>
                  </a:lnTo>
                  <a:lnTo>
                    <a:pt x="2345545" y="3243974"/>
                  </a:lnTo>
                  <a:lnTo>
                    <a:pt x="2431607" y="3248735"/>
                  </a:lnTo>
                  <a:lnTo>
                    <a:pt x="2510618" y="3254004"/>
                  </a:lnTo>
                  <a:lnTo>
                    <a:pt x="2582832" y="3259840"/>
                  </a:lnTo>
                  <a:lnTo>
                    <a:pt x="2648813" y="3266319"/>
                  </a:lnTo>
                  <a:lnTo>
                    <a:pt x="2709307" y="3273527"/>
                  </a:lnTo>
                  <a:lnTo>
                    <a:pt x="2765144" y="3281555"/>
                  </a:lnTo>
                  <a:lnTo>
                    <a:pt x="2817176" y="3290496"/>
                  </a:lnTo>
                  <a:lnTo>
                    <a:pt x="2866215" y="3300419"/>
                  </a:lnTo>
                  <a:lnTo>
                    <a:pt x="2896531" y="3307339"/>
                  </a:lnTo>
                  <a:lnTo>
                    <a:pt x="2950994" y="3321324"/>
                  </a:lnTo>
                  <a:lnTo>
                    <a:pt x="3003698" y="3336795"/>
                  </a:lnTo>
                  <a:lnTo>
                    <a:pt x="3055338" y="3353772"/>
                  </a:lnTo>
                  <a:lnTo>
                    <a:pt x="3106412" y="3372217"/>
                  </a:lnTo>
                  <a:lnTo>
                    <a:pt x="3157259" y="3392032"/>
                  </a:lnTo>
                  <a:lnTo>
                    <a:pt x="3208091" y="3413051"/>
                  </a:lnTo>
                  <a:lnTo>
                    <a:pt x="3259011" y="3435046"/>
                  </a:lnTo>
                  <a:lnTo>
                    <a:pt x="3310039" y="3457730"/>
                  </a:lnTo>
                  <a:lnTo>
                    <a:pt x="3361138" y="3480777"/>
                  </a:lnTo>
                  <a:lnTo>
                    <a:pt x="3412240" y="3503839"/>
                  </a:lnTo>
                  <a:lnTo>
                    <a:pt x="3463276" y="3526565"/>
                  </a:lnTo>
                  <a:lnTo>
                    <a:pt x="3514204" y="3548625"/>
                  </a:lnTo>
                  <a:lnTo>
                    <a:pt x="3565041" y="3569731"/>
                  </a:lnTo>
                  <a:lnTo>
                    <a:pt x="3615881" y="3589649"/>
                  </a:lnTo>
                  <a:lnTo>
                    <a:pt x="3666926" y="3608208"/>
                  </a:lnTo>
                  <a:lnTo>
                    <a:pt x="3718505" y="3625303"/>
                  </a:lnTo>
                  <a:lnTo>
                    <a:pt x="3771102" y="3640894"/>
                  </a:lnTo>
                  <a:lnTo>
                    <a:pt x="3825394" y="3654995"/>
                  </a:lnTo>
                  <a:lnTo>
                    <a:pt x="3829811" y="3656054"/>
                  </a:lnTo>
                  <a:lnTo>
                    <a:pt x="3877315" y="3666628"/>
                  </a:lnTo>
                  <a:lnTo>
                    <a:pt x="3927332" y="3676195"/>
                  </a:lnTo>
                  <a:lnTo>
                    <a:pt x="3980624" y="3684801"/>
                  </a:lnTo>
                  <a:lnTo>
                    <a:pt x="4038023" y="3692526"/>
                  </a:lnTo>
                  <a:lnTo>
                    <a:pt x="4100380" y="3699463"/>
                  </a:lnTo>
                  <a:lnTo>
                    <a:pt x="4168505" y="3705703"/>
                  </a:lnTo>
                  <a:lnTo>
                    <a:pt x="4243091" y="3711330"/>
                  </a:lnTo>
                  <a:lnTo>
                    <a:pt x="4324607" y="3716412"/>
                  </a:lnTo>
                  <a:lnTo>
                    <a:pt x="4413160" y="3721002"/>
                  </a:lnTo>
                  <a:lnTo>
                    <a:pt x="4508315" y="3725139"/>
                  </a:lnTo>
                  <a:lnTo>
                    <a:pt x="4608908" y="3728841"/>
                  </a:lnTo>
                  <a:lnTo>
                    <a:pt x="4712876" y="3732113"/>
                  </a:lnTo>
                  <a:lnTo>
                    <a:pt x="4817188" y="3734951"/>
                  </a:lnTo>
                  <a:lnTo>
                    <a:pt x="4917953" y="3737345"/>
                  </a:lnTo>
                  <a:lnTo>
                    <a:pt x="5010776" y="3739288"/>
                  </a:lnTo>
                  <a:lnTo>
                    <a:pt x="5091377" y="3740786"/>
                  </a:lnTo>
                  <a:lnTo>
                    <a:pt x="5156348" y="3741865"/>
                  </a:lnTo>
                  <a:lnTo>
                    <a:pt x="5203875" y="3742575"/>
                  </a:lnTo>
                  <a:lnTo>
                    <a:pt x="5234191" y="3742985"/>
                  </a:lnTo>
                  <a:lnTo>
                    <a:pt x="5249670" y="3743174"/>
                  </a:lnTo>
                  <a:lnTo>
                    <a:pt x="5254619" y="3743229"/>
                  </a:lnTo>
                  <a:lnTo>
                    <a:pt x="5254955" y="3743233"/>
                  </a:lnTo>
                  <a:lnTo>
                    <a:pt x="6726343" y="3743233"/>
                  </a:lnTo>
                  <a:lnTo>
                    <a:pt x="6727431" y="3743151"/>
                  </a:lnTo>
                  <a:lnTo>
                    <a:pt x="6734594" y="3742565"/>
                  </a:lnTo>
                  <a:lnTo>
                    <a:pt x="6752673" y="3740947"/>
                  </a:lnTo>
                  <a:lnTo>
                    <a:pt x="6785058" y="3737761"/>
                  </a:lnTo>
                  <a:lnTo>
                    <a:pt x="6833452" y="3732508"/>
                  </a:lnTo>
                  <a:lnTo>
                    <a:pt x="6897740" y="3724775"/>
                  </a:lnTo>
                  <a:lnTo>
                    <a:pt x="6976116" y="3714273"/>
                  </a:lnTo>
                  <a:lnTo>
                    <a:pt x="7065485" y="3700850"/>
                  </a:lnTo>
                  <a:lnTo>
                    <a:pt x="7162056" y="3684471"/>
                  </a:lnTo>
                  <a:lnTo>
                    <a:pt x="7261957" y="3665175"/>
                  </a:lnTo>
                  <a:lnTo>
                    <a:pt x="7361737" y="3643026"/>
                  </a:lnTo>
                  <a:lnTo>
                    <a:pt x="7458659" y="3618063"/>
                  </a:lnTo>
                  <a:lnTo>
                    <a:pt x="7550804" y="3590265"/>
                  </a:lnTo>
                  <a:lnTo>
                    <a:pt x="7637026" y="3559520"/>
                  </a:lnTo>
                  <a:lnTo>
                    <a:pt x="7716826" y="3525621"/>
                  </a:lnTo>
                  <a:lnTo>
                    <a:pt x="7790194" y="3488257"/>
                  </a:lnTo>
                  <a:lnTo>
                    <a:pt x="7857467" y="3447022"/>
                  </a:lnTo>
                  <a:lnTo>
                    <a:pt x="7919202" y="3401420"/>
                  </a:lnTo>
                  <a:lnTo>
                    <a:pt x="7976082" y="3350895"/>
                  </a:lnTo>
                  <a:lnTo>
                    <a:pt x="8028847" y="3294857"/>
                  </a:lnTo>
                  <a:lnTo>
                    <a:pt x="8078245" y="3232752"/>
                  </a:lnTo>
                  <a:lnTo>
                    <a:pt x="8124982" y="3164163"/>
                  </a:lnTo>
                  <a:lnTo>
                    <a:pt x="8151487" y="3120723"/>
                  </a:lnTo>
                  <a:lnTo>
                    <a:pt x="8185077" y="3060840"/>
                  </a:lnTo>
                  <a:lnTo>
                    <a:pt x="8217890" y="2997030"/>
                  </a:lnTo>
                  <a:lnTo>
                    <a:pt x="8250114" y="2929214"/>
                  </a:lnTo>
                  <a:lnTo>
                    <a:pt x="8281906" y="2857361"/>
                  </a:lnTo>
                  <a:lnTo>
                    <a:pt x="8313395" y="2781495"/>
                  </a:lnTo>
                  <a:lnTo>
                    <a:pt x="8344683" y="2701702"/>
                  </a:lnTo>
                  <a:lnTo>
                    <a:pt x="8375854" y="2618129"/>
                  </a:lnTo>
                  <a:lnTo>
                    <a:pt x="8406970" y="2530991"/>
                  </a:lnTo>
                  <a:lnTo>
                    <a:pt x="8438075" y="2440569"/>
                  </a:lnTo>
                  <a:lnTo>
                    <a:pt x="8469201" y="2347208"/>
                  </a:lnTo>
                  <a:lnTo>
                    <a:pt x="8500363" y="2251316"/>
                  </a:lnTo>
                  <a:lnTo>
                    <a:pt x="8531568" y="2153355"/>
                  </a:lnTo>
                  <a:lnTo>
                    <a:pt x="8562812" y="2053835"/>
                  </a:lnTo>
                  <a:lnTo>
                    <a:pt x="8594083" y="1953300"/>
                  </a:lnTo>
                  <a:lnTo>
                    <a:pt x="8625368" y="1852320"/>
                  </a:lnTo>
                  <a:lnTo>
                    <a:pt x="8656649" y="1751475"/>
                  </a:lnTo>
                  <a:lnTo>
                    <a:pt x="8687909" y="1651340"/>
                  </a:lnTo>
                  <a:lnTo>
                    <a:pt x="8719136" y="1552476"/>
                  </a:lnTo>
                  <a:lnTo>
                    <a:pt x="8750321" y="1455412"/>
                  </a:lnTo>
                  <a:lnTo>
                    <a:pt x="8781465" y="1360638"/>
                  </a:lnTo>
                  <a:lnTo>
                    <a:pt x="8812579" y="1268590"/>
                  </a:lnTo>
                  <a:lnTo>
                    <a:pt x="8843684" y="1179649"/>
                  </a:lnTo>
                  <a:lnTo>
                    <a:pt x="8874818" y="1094130"/>
                  </a:lnTo>
                  <a:lnTo>
                    <a:pt x="8906035" y="1012285"/>
                  </a:lnTo>
                  <a:lnTo>
                    <a:pt x="8937404" y="934295"/>
                  </a:lnTo>
                  <a:lnTo>
                    <a:pt x="8969019" y="860280"/>
                  </a:lnTo>
                  <a:lnTo>
                    <a:pt x="9000994" y="790296"/>
                  </a:lnTo>
                  <a:lnTo>
                    <a:pt x="9033469" y="724342"/>
                  </a:lnTo>
                  <a:lnTo>
                    <a:pt x="9066616" y="662363"/>
                  </a:lnTo>
                  <a:lnTo>
                    <a:pt x="9084767" y="630683"/>
                  </a:lnTo>
                  <a:lnTo>
                    <a:pt x="9130238" y="558194"/>
                  </a:lnTo>
                  <a:lnTo>
                    <a:pt x="9177989" y="492312"/>
                  </a:lnTo>
                  <a:lnTo>
                    <a:pt x="9228685" y="432767"/>
                  </a:lnTo>
                  <a:lnTo>
                    <a:pt x="9283054" y="379070"/>
                  </a:lnTo>
                  <a:lnTo>
                    <a:pt x="9341845" y="330642"/>
                  </a:lnTo>
                  <a:lnTo>
                    <a:pt x="9405783" y="286904"/>
                  </a:lnTo>
                  <a:lnTo>
                    <a:pt x="9475509" y="247318"/>
                  </a:lnTo>
                  <a:lnTo>
                    <a:pt x="9551502" y="211425"/>
                  </a:lnTo>
                  <a:lnTo>
                    <a:pt x="9633972" y="178857"/>
                  </a:lnTo>
                  <a:lnTo>
                    <a:pt x="9722727" y="149345"/>
                  </a:lnTo>
                  <a:lnTo>
                    <a:pt x="9817020" y="122722"/>
                  </a:lnTo>
                  <a:lnTo>
                    <a:pt x="9915398" y="98917"/>
                  </a:lnTo>
                  <a:lnTo>
                    <a:pt x="10015604" y="77935"/>
                  </a:lnTo>
                  <a:lnTo>
                    <a:pt x="10114585" y="59833"/>
                  </a:lnTo>
                  <a:lnTo>
                    <a:pt x="10208667" y="44669"/>
                  </a:lnTo>
                  <a:lnTo>
                    <a:pt x="10293944" y="32460"/>
                  </a:lnTo>
                  <a:lnTo>
                    <a:pt x="10366832" y="23124"/>
                  </a:lnTo>
                  <a:lnTo>
                    <a:pt x="10424703" y="16455"/>
                  </a:lnTo>
                  <a:lnTo>
                    <a:pt x="10466414" y="12109"/>
                  </a:lnTo>
                  <a:lnTo>
                    <a:pt x="10492600" y="9632"/>
                  </a:lnTo>
                  <a:lnTo>
                    <a:pt x="10505686" y="8505"/>
                  </a:lnTo>
                  <a:lnTo>
                    <a:pt x="10509684" y="8189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8822" y="82"/>
                  </a:lnTo>
                  <a:lnTo>
                    <a:pt x="10501660" y="667"/>
                  </a:lnTo>
                  <a:lnTo>
                    <a:pt x="10483580" y="2285"/>
                  </a:lnTo>
                  <a:lnTo>
                    <a:pt x="10451195" y="5471"/>
                  </a:lnTo>
                  <a:lnTo>
                    <a:pt x="10402802" y="10724"/>
                  </a:lnTo>
                  <a:lnTo>
                    <a:pt x="10338513" y="18458"/>
                  </a:lnTo>
                  <a:lnTo>
                    <a:pt x="10260137" y="28959"/>
                  </a:lnTo>
                  <a:lnTo>
                    <a:pt x="10170768" y="42382"/>
                  </a:lnTo>
                  <a:lnTo>
                    <a:pt x="10074197" y="58761"/>
                  </a:lnTo>
                  <a:lnTo>
                    <a:pt x="9974296" y="78058"/>
                  </a:lnTo>
                  <a:lnTo>
                    <a:pt x="9874516" y="100207"/>
                  </a:lnTo>
                  <a:lnTo>
                    <a:pt x="9777594" y="125169"/>
                  </a:lnTo>
                  <a:lnTo>
                    <a:pt x="9685449" y="152968"/>
                  </a:lnTo>
                  <a:lnTo>
                    <a:pt x="9599227" y="183712"/>
                  </a:lnTo>
                  <a:lnTo>
                    <a:pt x="9519427" y="217612"/>
                  </a:lnTo>
                  <a:lnTo>
                    <a:pt x="9446059" y="254975"/>
                  </a:lnTo>
                  <a:lnTo>
                    <a:pt x="9378786" y="296211"/>
                  </a:lnTo>
                  <a:lnTo>
                    <a:pt x="9317051" y="341812"/>
                  </a:lnTo>
                  <a:lnTo>
                    <a:pt x="9260172" y="392338"/>
                  </a:lnTo>
                  <a:lnTo>
                    <a:pt x="9207406" y="448376"/>
                  </a:lnTo>
                  <a:lnTo>
                    <a:pt x="9158008" y="510480"/>
                  </a:lnTo>
                  <a:lnTo>
                    <a:pt x="9111271" y="579069"/>
                  </a:lnTo>
                  <a:lnTo>
                    <a:pt x="9084767" y="622510"/>
                  </a:lnTo>
                  <a:lnTo>
                    <a:pt x="9051176" y="682393"/>
                  </a:lnTo>
                  <a:lnTo>
                    <a:pt x="9018363" y="746202"/>
                  </a:lnTo>
                  <a:lnTo>
                    <a:pt x="8986139" y="814018"/>
                  </a:lnTo>
                  <a:lnTo>
                    <a:pt x="8954347" y="885871"/>
                  </a:lnTo>
                  <a:lnTo>
                    <a:pt x="8922858" y="961737"/>
                  </a:lnTo>
                  <a:lnTo>
                    <a:pt x="8891570" y="1041530"/>
                  </a:lnTo>
                  <a:lnTo>
                    <a:pt x="8860399" y="1125103"/>
                  </a:lnTo>
                  <a:lnTo>
                    <a:pt x="8829284" y="1212241"/>
                  </a:lnTo>
                  <a:lnTo>
                    <a:pt x="8798178" y="1302663"/>
                  </a:lnTo>
                  <a:lnTo>
                    <a:pt x="8767052" y="1396024"/>
                  </a:lnTo>
                  <a:lnTo>
                    <a:pt x="8735890" y="1491916"/>
                  </a:lnTo>
                  <a:lnTo>
                    <a:pt x="8704685" y="1589877"/>
                  </a:lnTo>
                  <a:lnTo>
                    <a:pt x="8673441" y="1689397"/>
                  </a:lnTo>
                  <a:lnTo>
                    <a:pt x="8642170" y="1789932"/>
                  </a:lnTo>
                  <a:lnTo>
                    <a:pt x="8610885" y="1890912"/>
                  </a:lnTo>
                  <a:lnTo>
                    <a:pt x="8579605" y="1991757"/>
                  </a:lnTo>
                  <a:lnTo>
                    <a:pt x="8548344" y="2091892"/>
                  </a:lnTo>
                  <a:lnTo>
                    <a:pt x="8517118" y="2190756"/>
                  </a:lnTo>
                  <a:lnTo>
                    <a:pt x="8485932" y="2287820"/>
                  </a:lnTo>
                  <a:lnTo>
                    <a:pt x="8454788" y="2382595"/>
                  </a:lnTo>
                  <a:lnTo>
                    <a:pt x="8423675" y="2474642"/>
                  </a:lnTo>
                  <a:lnTo>
                    <a:pt x="8392569" y="2563583"/>
                  </a:lnTo>
                  <a:lnTo>
                    <a:pt x="8361435" y="2649102"/>
                  </a:lnTo>
                  <a:lnTo>
                    <a:pt x="8330218" y="2730948"/>
                  </a:lnTo>
                  <a:lnTo>
                    <a:pt x="8298849" y="2808937"/>
                  </a:lnTo>
                  <a:lnTo>
                    <a:pt x="8267234" y="2882952"/>
                  </a:lnTo>
                  <a:lnTo>
                    <a:pt x="8235259" y="2952936"/>
                  </a:lnTo>
                  <a:lnTo>
                    <a:pt x="8202784" y="3018890"/>
                  </a:lnTo>
                  <a:lnTo>
                    <a:pt x="8169637" y="3080869"/>
                  </a:lnTo>
                  <a:lnTo>
                    <a:pt x="8151487" y="3112550"/>
                  </a:lnTo>
                  <a:lnTo>
                    <a:pt x="8106015" y="3185038"/>
                  </a:lnTo>
                  <a:lnTo>
                    <a:pt x="8058264" y="3250921"/>
                  </a:lnTo>
                  <a:lnTo>
                    <a:pt x="8007568" y="3310465"/>
                  </a:lnTo>
                  <a:lnTo>
                    <a:pt x="7953199" y="3364163"/>
                  </a:lnTo>
                  <a:lnTo>
                    <a:pt x="7894408" y="3412590"/>
                  </a:lnTo>
                  <a:lnTo>
                    <a:pt x="7830470" y="3456329"/>
                  </a:lnTo>
                  <a:lnTo>
                    <a:pt x="7760744" y="3495914"/>
                  </a:lnTo>
                  <a:lnTo>
                    <a:pt x="7684751" y="3531807"/>
                  </a:lnTo>
                  <a:lnTo>
                    <a:pt x="7602281" y="3564376"/>
                  </a:lnTo>
                  <a:lnTo>
                    <a:pt x="7513526" y="3593888"/>
                  </a:lnTo>
                  <a:lnTo>
                    <a:pt x="7419234" y="3620510"/>
                  </a:lnTo>
                  <a:lnTo>
                    <a:pt x="7320856" y="3644316"/>
                  </a:lnTo>
                  <a:lnTo>
                    <a:pt x="7220649" y="3665297"/>
                  </a:lnTo>
                  <a:lnTo>
                    <a:pt x="7121668" y="3683400"/>
                  </a:lnTo>
                  <a:lnTo>
                    <a:pt x="7027586" y="3698563"/>
                  </a:lnTo>
                  <a:lnTo>
                    <a:pt x="6942310" y="3710773"/>
                  </a:lnTo>
                  <a:lnTo>
                    <a:pt x="6869421" y="3720108"/>
                  </a:lnTo>
                  <a:lnTo>
                    <a:pt x="6811550" y="3726777"/>
                  </a:lnTo>
                  <a:lnTo>
                    <a:pt x="6769839" y="3731124"/>
                  </a:lnTo>
                  <a:lnTo>
                    <a:pt x="6743653" y="3733600"/>
                  </a:lnTo>
                  <a:lnTo>
                    <a:pt x="6730567" y="3734728"/>
                  </a:lnTo>
                  <a:lnTo>
                    <a:pt x="6726569" y="3735043"/>
                  </a:lnTo>
                  <a:lnTo>
                    <a:pt x="6726343" y="3735060"/>
                  </a:lnTo>
                  <a:lnTo>
                    <a:pt x="5254955" y="3735060"/>
                  </a:lnTo>
                  <a:lnTo>
                    <a:pt x="5253721" y="3735047"/>
                  </a:lnTo>
                  <a:lnTo>
                    <a:pt x="5245620" y="3734953"/>
                  </a:lnTo>
                  <a:lnTo>
                    <a:pt x="5225252" y="3734695"/>
                  </a:lnTo>
                  <a:lnTo>
                    <a:pt x="5188964" y="3734188"/>
                  </a:lnTo>
                  <a:lnTo>
                    <a:pt x="5135133" y="3733353"/>
                  </a:lnTo>
                  <a:lnTo>
                    <a:pt x="5064286" y="3732128"/>
                  </a:lnTo>
                  <a:lnTo>
                    <a:pt x="4978875" y="3730474"/>
                  </a:lnTo>
                  <a:lnTo>
                    <a:pt x="4882708" y="3728370"/>
                  </a:lnTo>
                  <a:lnTo>
                    <a:pt x="4780190" y="3725817"/>
                  </a:lnTo>
                  <a:lnTo>
                    <a:pt x="4675594" y="3722823"/>
                  </a:lnTo>
                  <a:lnTo>
                    <a:pt x="4572531" y="3719397"/>
                  </a:lnTo>
                  <a:lnTo>
                    <a:pt x="4473690" y="3715542"/>
                  </a:lnTo>
                  <a:lnTo>
                    <a:pt x="4380797" y="3711247"/>
                  </a:lnTo>
                  <a:lnTo>
                    <a:pt x="4294735" y="3706486"/>
                  </a:lnTo>
                  <a:lnTo>
                    <a:pt x="4215724" y="3701217"/>
                  </a:lnTo>
                  <a:lnTo>
                    <a:pt x="4143510" y="3695380"/>
                  </a:lnTo>
                  <a:lnTo>
                    <a:pt x="4077529" y="3688901"/>
                  </a:lnTo>
                  <a:lnTo>
                    <a:pt x="4017035" y="3681694"/>
                  </a:lnTo>
                  <a:lnTo>
                    <a:pt x="3961198" y="3673665"/>
                  </a:lnTo>
                  <a:lnTo>
                    <a:pt x="3909166" y="3664724"/>
                  </a:lnTo>
                  <a:lnTo>
                    <a:pt x="3860127" y="3654801"/>
                  </a:lnTo>
                  <a:lnTo>
                    <a:pt x="3829811" y="3647881"/>
                  </a:lnTo>
                  <a:lnTo>
                    <a:pt x="3775349" y="3633896"/>
                  </a:lnTo>
                  <a:lnTo>
                    <a:pt x="3722644" y="3618426"/>
                  </a:lnTo>
                  <a:lnTo>
                    <a:pt x="3671004" y="3601449"/>
                  </a:lnTo>
                  <a:lnTo>
                    <a:pt x="3619930" y="3583003"/>
                  </a:lnTo>
                  <a:lnTo>
                    <a:pt x="3569083" y="3563188"/>
                  </a:lnTo>
                  <a:lnTo>
                    <a:pt x="3518251" y="3542169"/>
                  </a:lnTo>
                  <a:lnTo>
                    <a:pt x="3467331" y="3520175"/>
                  </a:lnTo>
                  <a:lnTo>
                    <a:pt x="3416303" y="3497491"/>
                  </a:lnTo>
                  <a:lnTo>
                    <a:pt x="3365204" y="3474443"/>
                  </a:lnTo>
                  <a:lnTo>
                    <a:pt x="3314102" y="3451382"/>
                  </a:lnTo>
                  <a:lnTo>
                    <a:pt x="3263067" y="3428656"/>
                  </a:lnTo>
                  <a:lnTo>
                    <a:pt x="3212138" y="3406596"/>
                  </a:lnTo>
                  <a:lnTo>
                    <a:pt x="3161302" y="3385490"/>
                  </a:lnTo>
                  <a:lnTo>
                    <a:pt x="3110461" y="3365572"/>
                  </a:lnTo>
                  <a:lnTo>
                    <a:pt x="3059416" y="3347013"/>
                  </a:lnTo>
                  <a:lnTo>
                    <a:pt x="3007837" y="3329917"/>
                  </a:lnTo>
                  <a:lnTo>
                    <a:pt x="2955240" y="3314327"/>
                  </a:lnTo>
                  <a:lnTo>
                    <a:pt x="2900948" y="3300226"/>
                  </a:lnTo>
                  <a:lnTo>
                    <a:pt x="2896531" y="3299166"/>
                  </a:lnTo>
                  <a:lnTo>
                    <a:pt x="2849027" y="3288593"/>
                  </a:lnTo>
                  <a:lnTo>
                    <a:pt x="2799010" y="3279026"/>
                  </a:lnTo>
                  <a:lnTo>
                    <a:pt x="2745718" y="3270420"/>
                  </a:lnTo>
                  <a:lnTo>
                    <a:pt x="2688319" y="3262695"/>
                  </a:lnTo>
                  <a:lnTo>
                    <a:pt x="2625962" y="3255758"/>
                  </a:lnTo>
                  <a:lnTo>
                    <a:pt x="2557837" y="3249517"/>
                  </a:lnTo>
                  <a:lnTo>
                    <a:pt x="2483251" y="3243891"/>
                  </a:lnTo>
                  <a:lnTo>
                    <a:pt x="2401735" y="3238809"/>
                  </a:lnTo>
                  <a:lnTo>
                    <a:pt x="2313182" y="3234218"/>
                  </a:lnTo>
                  <a:lnTo>
                    <a:pt x="2218027" y="3230082"/>
                  </a:lnTo>
                  <a:lnTo>
                    <a:pt x="2117434" y="3226380"/>
                  </a:lnTo>
                  <a:lnTo>
                    <a:pt x="2013466" y="3223107"/>
                  </a:lnTo>
                  <a:lnTo>
                    <a:pt x="1909154" y="3220269"/>
                  </a:lnTo>
                  <a:lnTo>
                    <a:pt x="1808389" y="3217876"/>
                  </a:lnTo>
                  <a:lnTo>
                    <a:pt x="1715566" y="3215933"/>
                  </a:lnTo>
                  <a:lnTo>
                    <a:pt x="1634965" y="3214435"/>
                  </a:lnTo>
                  <a:lnTo>
                    <a:pt x="1569994" y="3213355"/>
                  </a:lnTo>
                  <a:lnTo>
                    <a:pt x="1522467" y="3212645"/>
                  </a:lnTo>
                  <a:lnTo>
                    <a:pt x="1492151" y="3212236"/>
                  </a:lnTo>
                  <a:lnTo>
                    <a:pt x="1476672" y="3212047"/>
                  </a:lnTo>
                  <a:lnTo>
                    <a:pt x="1471723" y="3211991"/>
                  </a:lnTo>
                  <a:lnTo>
                    <a:pt x="1471387" y="3211988"/>
                  </a:lnTo>
                  <a:lnTo>
                    <a:pt x="0" y="3211988"/>
                  </a:lnTo>
                  <a:close/>
                </a:path>
              </a:pathLst>
            </a:custGeom>
            <a:solidFill>
              <a:srgbClr val="FFB3B5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893" name="pl1893"/>
            <p:cNvSpPr/>
            <p:nvPr/>
          </p:nvSpPr>
          <p:spPr>
            <a:xfrm>
              <a:off x="4799595" y="7268209"/>
              <a:ext cx="11981298" cy="3735060"/>
            </a:xfrm>
            <a:custGeom>
              <a:avLst/>
              <a:pathLst>
                <a:path w="11981298" h="3735060">
                  <a:moveTo>
                    <a:pt x="0" y="3211988"/>
                  </a:moveTo>
                  <a:lnTo>
                    <a:pt x="1471387" y="3211988"/>
                  </a:lnTo>
                  <a:lnTo>
                    <a:pt x="1472621" y="3212001"/>
                  </a:lnTo>
                  <a:lnTo>
                    <a:pt x="1480722" y="3212094"/>
                  </a:lnTo>
                  <a:lnTo>
                    <a:pt x="1501090" y="3212352"/>
                  </a:lnTo>
                  <a:lnTo>
                    <a:pt x="1537378" y="3212860"/>
                  </a:lnTo>
                  <a:lnTo>
                    <a:pt x="1591209" y="3213695"/>
                  </a:lnTo>
                  <a:lnTo>
                    <a:pt x="1662056" y="3214919"/>
                  </a:lnTo>
                  <a:lnTo>
                    <a:pt x="1747467" y="3216574"/>
                  </a:lnTo>
                  <a:lnTo>
                    <a:pt x="1843634" y="3218677"/>
                  </a:lnTo>
                  <a:lnTo>
                    <a:pt x="1946152" y="3221230"/>
                  </a:lnTo>
                  <a:lnTo>
                    <a:pt x="2050748" y="3224225"/>
                  </a:lnTo>
                  <a:lnTo>
                    <a:pt x="2153811" y="3227651"/>
                  </a:lnTo>
                  <a:lnTo>
                    <a:pt x="2252652" y="3231506"/>
                  </a:lnTo>
                  <a:lnTo>
                    <a:pt x="2345545" y="3235801"/>
                  </a:lnTo>
                  <a:lnTo>
                    <a:pt x="2431607" y="3240562"/>
                  </a:lnTo>
                  <a:lnTo>
                    <a:pt x="2510618" y="3245831"/>
                  </a:lnTo>
                  <a:lnTo>
                    <a:pt x="2582832" y="3251667"/>
                  </a:lnTo>
                  <a:lnTo>
                    <a:pt x="2648813" y="3258146"/>
                  </a:lnTo>
                  <a:lnTo>
                    <a:pt x="2709307" y="3265354"/>
                  </a:lnTo>
                  <a:lnTo>
                    <a:pt x="2765144" y="3273382"/>
                  </a:lnTo>
                  <a:lnTo>
                    <a:pt x="2817176" y="3282323"/>
                  </a:lnTo>
                  <a:lnTo>
                    <a:pt x="2866215" y="3292246"/>
                  </a:lnTo>
                  <a:lnTo>
                    <a:pt x="2896531" y="3299166"/>
                  </a:lnTo>
                  <a:lnTo>
                    <a:pt x="2950994" y="3313151"/>
                  </a:lnTo>
                  <a:lnTo>
                    <a:pt x="3003698" y="3328622"/>
                  </a:lnTo>
                  <a:lnTo>
                    <a:pt x="3055338" y="3345599"/>
                  </a:lnTo>
                  <a:lnTo>
                    <a:pt x="3106412" y="3364044"/>
                  </a:lnTo>
                  <a:lnTo>
                    <a:pt x="3157259" y="3383859"/>
                  </a:lnTo>
                  <a:lnTo>
                    <a:pt x="3208091" y="3404878"/>
                  </a:lnTo>
                  <a:lnTo>
                    <a:pt x="3259011" y="3426873"/>
                  </a:lnTo>
                  <a:lnTo>
                    <a:pt x="3310039" y="3449557"/>
                  </a:lnTo>
                  <a:lnTo>
                    <a:pt x="3361138" y="3472604"/>
                  </a:lnTo>
                  <a:lnTo>
                    <a:pt x="3412240" y="3495666"/>
                  </a:lnTo>
                  <a:lnTo>
                    <a:pt x="3463276" y="3518392"/>
                  </a:lnTo>
                  <a:lnTo>
                    <a:pt x="3514204" y="3540452"/>
                  </a:lnTo>
                  <a:lnTo>
                    <a:pt x="3565041" y="3561558"/>
                  </a:lnTo>
                  <a:lnTo>
                    <a:pt x="3615881" y="3581476"/>
                  </a:lnTo>
                  <a:lnTo>
                    <a:pt x="3666926" y="3600035"/>
                  </a:lnTo>
                  <a:lnTo>
                    <a:pt x="3718505" y="3617130"/>
                  </a:lnTo>
                  <a:lnTo>
                    <a:pt x="3771102" y="3632721"/>
                  </a:lnTo>
                  <a:lnTo>
                    <a:pt x="3825394" y="3646822"/>
                  </a:lnTo>
                  <a:lnTo>
                    <a:pt x="3829811" y="3647881"/>
                  </a:lnTo>
                  <a:lnTo>
                    <a:pt x="3877315" y="3658455"/>
                  </a:lnTo>
                  <a:lnTo>
                    <a:pt x="3927332" y="3668022"/>
                  </a:lnTo>
                  <a:lnTo>
                    <a:pt x="3980624" y="3676628"/>
                  </a:lnTo>
                  <a:lnTo>
                    <a:pt x="4038023" y="3684353"/>
                  </a:lnTo>
                  <a:lnTo>
                    <a:pt x="4100380" y="3691290"/>
                  </a:lnTo>
                  <a:lnTo>
                    <a:pt x="4168505" y="3697530"/>
                  </a:lnTo>
                  <a:lnTo>
                    <a:pt x="4243091" y="3703157"/>
                  </a:lnTo>
                  <a:lnTo>
                    <a:pt x="4324607" y="3708239"/>
                  </a:lnTo>
                  <a:lnTo>
                    <a:pt x="4413160" y="3712829"/>
                  </a:lnTo>
                  <a:lnTo>
                    <a:pt x="4508315" y="3716966"/>
                  </a:lnTo>
                  <a:lnTo>
                    <a:pt x="4608908" y="3720668"/>
                  </a:lnTo>
                  <a:lnTo>
                    <a:pt x="4712876" y="3723940"/>
                  </a:lnTo>
                  <a:lnTo>
                    <a:pt x="4817188" y="3726778"/>
                  </a:lnTo>
                  <a:lnTo>
                    <a:pt x="4917953" y="3729172"/>
                  </a:lnTo>
                  <a:lnTo>
                    <a:pt x="5010776" y="3731115"/>
                  </a:lnTo>
                  <a:lnTo>
                    <a:pt x="5091377" y="3732613"/>
                  </a:lnTo>
                  <a:lnTo>
                    <a:pt x="5156348" y="3733692"/>
                  </a:lnTo>
                  <a:lnTo>
                    <a:pt x="5203875" y="3734402"/>
                  </a:lnTo>
                  <a:lnTo>
                    <a:pt x="5234191" y="3734812"/>
                  </a:lnTo>
                  <a:lnTo>
                    <a:pt x="5249670" y="3735001"/>
                  </a:lnTo>
                  <a:lnTo>
                    <a:pt x="5254619" y="3735056"/>
                  </a:lnTo>
                  <a:lnTo>
                    <a:pt x="5254955" y="3735060"/>
                  </a:lnTo>
                  <a:lnTo>
                    <a:pt x="6726343" y="3735060"/>
                  </a:lnTo>
                  <a:lnTo>
                    <a:pt x="6727431" y="3734978"/>
                  </a:lnTo>
                  <a:lnTo>
                    <a:pt x="6734594" y="3734392"/>
                  </a:lnTo>
                  <a:lnTo>
                    <a:pt x="6752673" y="3732774"/>
                  </a:lnTo>
                  <a:lnTo>
                    <a:pt x="6785058" y="3729588"/>
                  </a:lnTo>
                  <a:lnTo>
                    <a:pt x="6833452" y="3724335"/>
                  </a:lnTo>
                  <a:lnTo>
                    <a:pt x="6897740" y="3716602"/>
                  </a:lnTo>
                  <a:lnTo>
                    <a:pt x="6976116" y="3706100"/>
                  </a:lnTo>
                  <a:lnTo>
                    <a:pt x="7065485" y="3692677"/>
                  </a:lnTo>
                  <a:lnTo>
                    <a:pt x="7162056" y="3676298"/>
                  </a:lnTo>
                  <a:lnTo>
                    <a:pt x="7261957" y="3657002"/>
                  </a:lnTo>
                  <a:lnTo>
                    <a:pt x="7361737" y="3634853"/>
                  </a:lnTo>
                  <a:lnTo>
                    <a:pt x="7458659" y="3609890"/>
                  </a:lnTo>
                  <a:lnTo>
                    <a:pt x="7550804" y="3582092"/>
                  </a:lnTo>
                  <a:lnTo>
                    <a:pt x="7637026" y="3551347"/>
                  </a:lnTo>
                  <a:lnTo>
                    <a:pt x="7716826" y="3517448"/>
                  </a:lnTo>
                  <a:lnTo>
                    <a:pt x="7790194" y="3480084"/>
                  </a:lnTo>
                  <a:lnTo>
                    <a:pt x="7857467" y="3438849"/>
                  </a:lnTo>
                  <a:lnTo>
                    <a:pt x="7919202" y="3393247"/>
                  </a:lnTo>
                  <a:lnTo>
                    <a:pt x="7976082" y="3342722"/>
                  </a:lnTo>
                  <a:lnTo>
                    <a:pt x="8028847" y="3286684"/>
                  </a:lnTo>
                  <a:lnTo>
                    <a:pt x="8078245" y="3224579"/>
                  </a:lnTo>
                  <a:lnTo>
                    <a:pt x="8124982" y="3155990"/>
                  </a:lnTo>
                  <a:lnTo>
                    <a:pt x="8151487" y="3112550"/>
                  </a:lnTo>
                  <a:lnTo>
                    <a:pt x="8185077" y="3052667"/>
                  </a:lnTo>
                  <a:lnTo>
                    <a:pt x="8217890" y="2988857"/>
                  </a:lnTo>
                  <a:lnTo>
                    <a:pt x="8250114" y="2921041"/>
                  </a:lnTo>
                  <a:lnTo>
                    <a:pt x="8281906" y="2849188"/>
                  </a:lnTo>
                  <a:lnTo>
                    <a:pt x="8313395" y="2773322"/>
                  </a:lnTo>
                  <a:lnTo>
                    <a:pt x="8344683" y="2693529"/>
                  </a:lnTo>
                  <a:lnTo>
                    <a:pt x="8375854" y="2609956"/>
                  </a:lnTo>
                  <a:lnTo>
                    <a:pt x="8406970" y="2522818"/>
                  </a:lnTo>
                  <a:lnTo>
                    <a:pt x="8438075" y="2432396"/>
                  </a:lnTo>
                  <a:lnTo>
                    <a:pt x="8469201" y="2339035"/>
                  </a:lnTo>
                  <a:lnTo>
                    <a:pt x="8500363" y="2243143"/>
                  </a:lnTo>
                  <a:lnTo>
                    <a:pt x="8531568" y="2145182"/>
                  </a:lnTo>
                  <a:lnTo>
                    <a:pt x="8562812" y="2045662"/>
                  </a:lnTo>
                  <a:lnTo>
                    <a:pt x="8594083" y="1945127"/>
                  </a:lnTo>
                  <a:lnTo>
                    <a:pt x="8625368" y="1844147"/>
                  </a:lnTo>
                  <a:lnTo>
                    <a:pt x="8656649" y="1743302"/>
                  </a:lnTo>
                  <a:lnTo>
                    <a:pt x="8687909" y="1643167"/>
                  </a:lnTo>
                  <a:lnTo>
                    <a:pt x="8719136" y="1544303"/>
                  </a:lnTo>
                  <a:lnTo>
                    <a:pt x="8750321" y="1447239"/>
                  </a:lnTo>
                  <a:lnTo>
                    <a:pt x="8781465" y="1352465"/>
                  </a:lnTo>
                  <a:lnTo>
                    <a:pt x="8812579" y="1260417"/>
                  </a:lnTo>
                  <a:lnTo>
                    <a:pt x="8843684" y="1171476"/>
                  </a:lnTo>
                  <a:lnTo>
                    <a:pt x="8874818" y="1085957"/>
                  </a:lnTo>
                  <a:lnTo>
                    <a:pt x="8906035" y="1004112"/>
                  </a:lnTo>
                  <a:lnTo>
                    <a:pt x="8937404" y="926122"/>
                  </a:lnTo>
                  <a:lnTo>
                    <a:pt x="8969019" y="852107"/>
                  </a:lnTo>
                  <a:lnTo>
                    <a:pt x="9000994" y="782123"/>
                  </a:lnTo>
                  <a:lnTo>
                    <a:pt x="9033469" y="716169"/>
                  </a:lnTo>
                  <a:lnTo>
                    <a:pt x="9066616" y="654190"/>
                  </a:lnTo>
                  <a:lnTo>
                    <a:pt x="9084767" y="622510"/>
                  </a:lnTo>
                  <a:lnTo>
                    <a:pt x="9130238" y="550021"/>
                  </a:lnTo>
                  <a:lnTo>
                    <a:pt x="9177989" y="484139"/>
                  </a:lnTo>
                  <a:lnTo>
                    <a:pt x="9228685" y="424594"/>
                  </a:lnTo>
                  <a:lnTo>
                    <a:pt x="9283054" y="370897"/>
                  </a:lnTo>
                  <a:lnTo>
                    <a:pt x="9341845" y="322469"/>
                  </a:lnTo>
                  <a:lnTo>
                    <a:pt x="9405783" y="278731"/>
                  </a:lnTo>
                  <a:lnTo>
                    <a:pt x="9475509" y="239145"/>
                  </a:lnTo>
                  <a:lnTo>
                    <a:pt x="9551502" y="203252"/>
                  </a:lnTo>
                  <a:lnTo>
                    <a:pt x="9633972" y="170684"/>
                  </a:lnTo>
                  <a:lnTo>
                    <a:pt x="9722727" y="141172"/>
                  </a:lnTo>
                  <a:lnTo>
                    <a:pt x="9817020" y="114549"/>
                  </a:lnTo>
                  <a:lnTo>
                    <a:pt x="9915398" y="90744"/>
                  </a:lnTo>
                  <a:lnTo>
                    <a:pt x="10015604" y="69762"/>
                  </a:lnTo>
                  <a:lnTo>
                    <a:pt x="10114585" y="51660"/>
                  </a:lnTo>
                  <a:lnTo>
                    <a:pt x="10208667" y="36496"/>
                  </a:lnTo>
                  <a:lnTo>
                    <a:pt x="10293944" y="24287"/>
                  </a:lnTo>
                  <a:lnTo>
                    <a:pt x="10366832" y="14951"/>
                  </a:lnTo>
                  <a:lnTo>
                    <a:pt x="10424703" y="8282"/>
                  </a:lnTo>
                  <a:lnTo>
                    <a:pt x="10466414" y="3936"/>
                  </a:lnTo>
                  <a:lnTo>
                    <a:pt x="10492600" y="1459"/>
                  </a:lnTo>
                  <a:lnTo>
                    <a:pt x="10505686" y="332"/>
                  </a:lnTo>
                  <a:lnTo>
                    <a:pt x="10509684" y="16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94" name="pl1894"/>
            <p:cNvSpPr/>
            <p:nvPr/>
          </p:nvSpPr>
          <p:spPr>
            <a:xfrm>
              <a:off x="4799595" y="7260036"/>
              <a:ext cx="11981298" cy="3735060"/>
            </a:xfrm>
            <a:custGeom>
              <a:avLst/>
              <a:pathLst>
                <a:path w="11981298" h="3735060">
                  <a:moveTo>
                    <a:pt x="11981298" y="0"/>
                  </a:moveTo>
                  <a:lnTo>
                    <a:pt x="10509911" y="0"/>
                  </a:lnTo>
                  <a:lnTo>
                    <a:pt x="10508822" y="82"/>
                  </a:lnTo>
                  <a:lnTo>
                    <a:pt x="10501660" y="667"/>
                  </a:lnTo>
                  <a:lnTo>
                    <a:pt x="10483580" y="2285"/>
                  </a:lnTo>
                  <a:lnTo>
                    <a:pt x="10451195" y="5471"/>
                  </a:lnTo>
                  <a:lnTo>
                    <a:pt x="10402802" y="10724"/>
                  </a:lnTo>
                  <a:lnTo>
                    <a:pt x="10338513" y="18458"/>
                  </a:lnTo>
                  <a:lnTo>
                    <a:pt x="10260137" y="28959"/>
                  </a:lnTo>
                  <a:lnTo>
                    <a:pt x="10170768" y="42382"/>
                  </a:lnTo>
                  <a:lnTo>
                    <a:pt x="10074197" y="58761"/>
                  </a:lnTo>
                  <a:lnTo>
                    <a:pt x="9974296" y="78058"/>
                  </a:lnTo>
                  <a:lnTo>
                    <a:pt x="9874516" y="100207"/>
                  </a:lnTo>
                  <a:lnTo>
                    <a:pt x="9777594" y="125169"/>
                  </a:lnTo>
                  <a:lnTo>
                    <a:pt x="9685449" y="152968"/>
                  </a:lnTo>
                  <a:lnTo>
                    <a:pt x="9599227" y="183712"/>
                  </a:lnTo>
                  <a:lnTo>
                    <a:pt x="9519427" y="217612"/>
                  </a:lnTo>
                  <a:lnTo>
                    <a:pt x="9446059" y="254975"/>
                  </a:lnTo>
                  <a:lnTo>
                    <a:pt x="9378786" y="296211"/>
                  </a:lnTo>
                  <a:lnTo>
                    <a:pt x="9317051" y="341812"/>
                  </a:lnTo>
                  <a:lnTo>
                    <a:pt x="9260172" y="392338"/>
                  </a:lnTo>
                  <a:lnTo>
                    <a:pt x="9207406" y="448376"/>
                  </a:lnTo>
                  <a:lnTo>
                    <a:pt x="9158008" y="510480"/>
                  </a:lnTo>
                  <a:lnTo>
                    <a:pt x="9111271" y="579069"/>
                  </a:lnTo>
                  <a:lnTo>
                    <a:pt x="9084767" y="622510"/>
                  </a:lnTo>
                  <a:lnTo>
                    <a:pt x="9051176" y="682393"/>
                  </a:lnTo>
                  <a:lnTo>
                    <a:pt x="9018363" y="746202"/>
                  </a:lnTo>
                  <a:lnTo>
                    <a:pt x="8986139" y="814018"/>
                  </a:lnTo>
                  <a:lnTo>
                    <a:pt x="8954347" y="885871"/>
                  </a:lnTo>
                  <a:lnTo>
                    <a:pt x="8922858" y="961737"/>
                  </a:lnTo>
                  <a:lnTo>
                    <a:pt x="8891570" y="1041530"/>
                  </a:lnTo>
                  <a:lnTo>
                    <a:pt x="8860399" y="1125103"/>
                  </a:lnTo>
                  <a:lnTo>
                    <a:pt x="8829284" y="1212241"/>
                  </a:lnTo>
                  <a:lnTo>
                    <a:pt x="8798178" y="1302663"/>
                  </a:lnTo>
                  <a:lnTo>
                    <a:pt x="8767052" y="1396024"/>
                  </a:lnTo>
                  <a:lnTo>
                    <a:pt x="8735890" y="1491916"/>
                  </a:lnTo>
                  <a:lnTo>
                    <a:pt x="8704685" y="1589877"/>
                  </a:lnTo>
                  <a:lnTo>
                    <a:pt x="8673441" y="1689397"/>
                  </a:lnTo>
                  <a:lnTo>
                    <a:pt x="8642170" y="1789932"/>
                  </a:lnTo>
                  <a:lnTo>
                    <a:pt x="8610885" y="1890912"/>
                  </a:lnTo>
                  <a:lnTo>
                    <a:pt x="8579605" y="1991757"/>
                  </a:lnTo>
                  <a:lnTo>
                    <a:pt x="8548344" y="2091892"/>
                  </a:lnTo>
                  <a:lnTo>
                    <a:pt x="8517118" y="2190756"/>
                  </a:lnTo>
                  <a:lnTo>
                    <a:pt x="8485932" y="2287820"/>
                  </a:lnTo>
                  <a:lnTo>
                    <a:pt x="8454788" y="2382595"/>
                  </a:lnTo>
                  <a:lnTo>
                    <a:pt x="8423675" y="2474642"/>
                  </a:lnTo>
                  <a:lnTo>
                    <a:pt x="8392569" y="2563583"/>
                  </a:lnTo>
                  <a:lnTo>
                    <a:pt x="8361435" y="2649102"/>
                  </a:lnTo>
                  <a:lnTo>
                    <a:pt x="8330218" y="2730948"/>
                  </a:lnTo>
                  <a:lnTo>
                    <a:pt x="8298849" y="2808937"/>
                  </a:lnTo>
                  <a:lnTo>
                    <a:pt x="8267234" y="2882952"/>
                  </a:lnTo>
                  <a:lnTo>
                    <a:pt x="8235259" y="2952936"/>
                  </a:lnTo>
                  <a:lnTo>
                    <a:pt x="8202784" y="3018890"/>
                  </a:lnTo>
                  <a:lnTo>
                    <a:pt x="8169637" y="3080869"/>
                  </a:lnTo>
                  <a:lnTo>
                    <a:pt x="8151487" y="3112550"/>
                  </a:lnTo>
                  <a:lnTo>
                    <a:pt x="8106015" y="3185038"/>
                  </a:lnTo>
                  <a:lnTo>
                    <a:pt x="8058264" y="3250921"/>
                  </a:lnTo>
                  <a:lnTo>
                    <a:pt x="8007568" y="3310465"/>
                  </a:lnTo>
                  <a:lnTo>
                    <a:pt x="7953199" y="3364163"/>
                  </a:lnTo>
                  <a:lnTo>
                    <a:pt x="7894408" y="3412590"/>
                  </a:lnTo>
                  <a:lnTo>
                    <a:pt x="7830470" y="3456329"/>
                  </a:lnTo>
                  <a:lnTo>
                    <a:pt x="7760744" y="3495914"/>
                  </a:lnTo>
                  <a:lnTo>
                    <a:pt x="7684751" y="3531807"/>
                  </a:lnTo>
                  <a:lnTo>
                    <a:pt x="7602281" y="3564376"/>
                  </a:lnTo>
                  <a:lnTo>
                    <a:pt x="7513526" y="3593888"/>
                  </a:lnTo>
                  <a:lnTo>
                    <a:pt x="7419234" y="3620510"/>
                  </a:lnTo>
                  <a:lnTo>
                    <a:pt x="7320856" y="3644316"/>
                  </a:lnTo>
                  <a:lnTo>
                    <a:pt x="7220649" y="3665297"/>
                  </a:lnTo>
                  <a:lnTo>
                    <a:pt x="7121668" y="3683400"/>
                  </a:lnTo>
                  <a:lnTo>
                    <a:pt x="7027586" y="3698563"/>
                  </a:lnTo>
                  <a:lnTo>
                    <a:pt x="6942310" y="3710773"/>
                  </a:lnTo>
                  <a:lnTo>
                    <a:pt x="6869421" y="3720108"/>
                  </a:lnTo>
                  <a:lnTo>
                    <a:pt x="6811550" y="3726777"/>
                  </a:lnTo>
                  <a:lnTo>
                    <a:pt x="6769839" y="3731124"/>
                  </a:lnTo>
                  <a:lnTo>
                    <a:pt x="6743653" y="3733600"/>
                  </a:lnTo>
                  <a:lnTo>
                    <a:pt x="6730567" y="3734728"/>
                  </a:lnTo>
                  <a:lnTo>
                    <a:pt x="6726569" y="3735043"/>
                  </a:lnTo>
                  <a:lnTo>
                    <a:pt x="6726343" y="3735060"/>
                  </a:lnTo>
                  <a:lnTo>
                    <a:pt x="5254955" y="3735060"/>
                  </a:lnTo>
                  <a:lnTo>
                    <a:pt x="5253721" y="3735047"/>
                  </a:lnTo>
                  <a:lnTo>
                    <a:pt x="5245620" y="3734953"/>
                  </a:lnTo>
                  <a:lnTo>
                    <a:pt x="5225252" y="3734695"/>
                  </a:lnTo>
                  <a:lnTo>
                    <a:pt x="5188964" y="3734188"/>
                  </a:lnTo>
                  <a:lnTo>
                    <a:pt x="5135133" y="3733353"/>
                  </a:lnTo>
                  <a:lnTo>
                    <a:pt x="5064286" y="3732128"/>
                  </a:lnTo>
                  <a:lnTo>
                    <a:pt x="4978875" y="3730474"/>
                  </a:lnTo>
                  <a:lnTo>
                    <a:pt x="4882708" y="3728370"/>
                  </a:lnTo>
                  <a:lnTo>
                    <a:pt x="4780190" y="3725817"/>
                  </a:lnTo>
                  <a:lnTo>
                    <a:pt x="4675594" y="3722823"/>
                  </a:lnTo>
                  <a:lnTo>
                    <a:pt x="4572531" y="3719397"/>
                  </a:lnTo>
                  <a:lnTo>
                    <a:pt x="4473690" y="3715542"/>
                  </a:lnTo>
                  <a:lnTo>
                    <a:pt x="4380797" y="3711247"/>
                  </a:lnTo>
                  <a:lnTo>
                    <a:pt x="4294735" y="3706486"/>
                  </a:lnTo>
                  <a:lnTo>
                    <a:pt x="4215724" y="3701217"/>
                  </a:lnTo>
                  <a:lnTo>
                    <a:pt x="4143510" y="3695380"/>
                  </a:lnTo>
                  <a:lnTo>
                    <a:pt x="4077529" y="3688901"/>
                  </a:lnTo>
                  <a:lnTo>
                    <a:pt x="4017035" y="3681694"/>
                  </a:lnTo>
                  <a:lnTo>
                    <a:pt x="3961198" y="3673665"/>
                  </a:lnTo>
                  <a:lnTo>
                    <a:pt x="3909166" y="3664724"/>
                  </a:lnTo>
                  <a:lnTo>
                    <a:pt x="3860127" y="3654801"/>
                  </a:lnTo>
                  <a:lnTo>
                    <a:pt x="3829811" y="3647881"/>
                  </a:lnTo>
                  <a:lnTo>
                    <a:pt x="3775349" y="3633896"/>
                  </a:lnTo>
                  <a:lnTo>
                    <a:pt x="3722644" y="3618426"/>
                  </a:lnTo>
                  <a:lnTo>
                    <a:pt x="3671004" y="3601449"/>
                  </a:lnTo>
                  <a:lnTo>
                    <a:pt x="3619930" y="3583003"/>
                  </a:lnTo>
                  <a:lnTo>
                    <a:pt x="3569083" y="3563188"/>
                  </a:lnTo>
                  <a:lnTo>
                    <a:pt x="3518251" y="3542169"/>
                  </a:lnTo>
                  <a:lnTo>
                    <a:pt x="3467331" y="3520175"/>
                  </a:lnTo>
                  <a:lnTo>
                    <a:pt x="3416303" y="3497491"/>
                  </a:lnTo>
                  <a:lnTo>
                    <a:pt x="3365204" y="3474443"/>
                  </a:lnTo>
                  <a:lnTo>
                    <a:pt x="3314102" y="3451382"/>
                  </a:lnTo>
                  <a:lnTo>
                    <a:pt x="3263067" y="3428656"/>
                  </a:lnTo>
                  <a:lnTo>
                    <a:pt x="3212138" y="3406596"/>
                  </a:lnTo>
                  <a:lnTo>
                    <a:pt x="3161302" y="3385490"/>
                  </a:lnTo>
                  <a:lnTo>
                    <a:pt x="3110461" y="3365572"/>
                  </a:lnTo>
                  <a:lnTo>
                    <a:pt x="3059416" y="3347013"/>
                  </a:lnTo>
                  <a:lnTo>
                    <a:pt x="3007837" y="3329917"/>
                  </a:lnTo>
                  <a:lnTo>
                    <a:pt x="2955240" y="3314327"/>
                  </a:lnTo>
                  <a:lnTo>
                    <a:pt x="2900948" y="3300226"/>
                  </a:lnTo>
                  <a:lnTo>
                    <a:pt x="2896531" y="3299166"/>
                  </a:lnTo>
                  <a:lnTo>
                    <a:pt x="2849027" y="3288593"/>
                  </a:lnTo>
                  <a:lnTo>
                    <a:pt x="2799010" y="3279026"/>
                  </a:lnTo>
                  <a:lnTo>
                    <a:pt x="2745718" y="3270420"/>
                  </a:lnTo>
                  <a:lnTo>
                    <a:pt x="2688319" y="3262695"/>
                  </a:lnTo>
                  <a:lnTo>
                    <a:pt x="2625962" y="3255758"/>
                  </a:lnTo>
                  <a:lnTo>
                    <a:pt x="2557837" y="3249517"/>
                  </a:lnTo>
                  <a:lnTo>
                    <a:pt x="2483251" y="3243891"/>
                  </a:lnTo>
                  <a:lnTo>
                    <a:pt x="2401735" y="3238809"/>
                  </a:lnTo>
                  <a:lnTo>
                    <a:pt x="2313182" y="3234218"/>
                  </a:lnTo>
                  <a:lnTo>
                    <a:pt x="2218027" y="3230082"/>
                  </a:lnTo>
                  <a:lnTo>
                    <a:pt x="2117434" y="3226380"/>
                  </a:lnTo>
                  <a:lnTo>
                    <a:pt x="2013466" y="3223107"/>
                  </a:lnTo>
                  <a:lnTo>
                    <a:pt x="1909154" y="3220269"/>
                  </a:lnTo>
                  <a:lnTo>
                    <a:pt x="1808389" y="3217876"/>
                  </a:lnTo>
                  <a:lnTo>
                    <a:pt x="1715566" y="3215933"/>
                  </a:lnTo>
                  <a:lnTo>
                    <a:pt x="1634965" y="3214435"/>
                  </a:lnTo>
                  <a:lnTo>
                    <a:pt x="1569994" y="3213355"/>
                  </a:lnTo>
                  <a:lnTo>
                    <a:pt x="1522467" y="3212645"/>
                  </a:lnTo>
                  <a:lnTo>
                    <a:pt x="1492151" y="3212236"/>
                  </a:lnTo>
                  <a:lnTo>
                    <a:pt x="1476672" y="3212047"/>
                  </a:lnTo>
                  <a:lnTo>
                    <a:pt x="1471723" y="3211991"/>
                  </a:lnTo>
                  <a:lnTo>
                    <a:pt x="1471387" y="3211988"/>
                  </a:lnTo>
                  <a:lnTo>
                    <a:pt x="0" y="321198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95" name="pg1895"/>
            <p:cNvSpPr/>
            <p:nvPr/>
          </p:nvSpPr>
          <p:spPr>
            <a:xfrm>
              <a:off x="4799595" y="5421112"/>
              <a:ext cx="11981298" cy="4977355"/>
            </a:xfrm>
            <a:custGeom>
              <a:avLst/>
              <a:pathLst>
                <a:path w="11981298" h="4977355">
                  <a:moveTo>
                    <a:pt x="0" y="4977355"/>
                  </a:moveTo>
                  <a:lnTo>
                    <a:pt x="1471387" y="4977355"/>
                  </a:lnTo>
                  <a:lnTo>
                    <a:pt x="1472270" y="4977267"/>
                  </a:lnTo>
                  <a:lnTo>
                    <a:pt x="1478105" y="4976640"/>
                  </a:lnTo>
                  <a:lnTo>
                    <a:pt x="1492920" y="4974909"/>
                  </a:lnTo>
                  <a:lnTo>
                    <a:pt x="1519672" y="4971495"/>
                  </a:lnTo>
                  <a:lnTo>
                    <a:pt x="1560081" y="4965847"/>
                  </a:lnTo>
                  <a:lnTo>
                    <a:pt x="1614508" y="4957489"/>
                  </a:lnTo>
                  <a:lnTo>
                    <a:pt x="1681978" y="4946057"/>
                  </a:lnTo>
                  <a:lnTo>
                    <a:pt x="1760393" y="4931322"/>
                  </a:lnTo>
                  <a:lnTo>
                    <a:pt x="1846905" y="4913187"/>
                  </a:lnTo>
                  <a:lnTo>
                    <a:pt x="1938358" y="4891654"/>
                  </a:lnTo>
                  <a:lnTo>
                    <a:pt x="2031698" y="4866782"/>
                  </a:lnTo>
                  <a:lnTo>
                    <a:pt x="2124277" y="4838639"/>
                  </a:lnTo>
                  <a:lnTo>
                    <a:pt x="2214020" y="4807257"/>
                  </a:lnTo>
                  <a:lnTo>
                    <a:pt x="2299471" y="4772598"/>
                  </a:lnTo>
                  <a:lnTo>
                    <a:pt x="2379750" y="4734538"/>
                  </a:lnTo>
                  <a:lnTo>
                    <a:pt x="2454458" y="4692852"/>
                  </a:lnTo>
                  <a:lnTo>
                    <a:pt x="2523568" y="4647215"/>
                  </a:lnTo>
                  <a:lnTo>
                    <a:pt x="2587323" y="4597201"/>
                  </a:lnTo>
                  <a:lnTo>
                    <a:pt x="2646146" y="4542298"/>
                  </a:lnTo>
                  <a:lnTo>
                    <a:pt x="2700569" y="4481921"/>
                  </a:lnTo>
                  <a:lnTo>
                    <a:pt x="2751182" y="4415442"/>
                  </a:lnTo>
                  <a:lnTo>
                    <a:pt x="2798590" y="4342241"/>
                  </a:lnTo>
                  <a:lnTo>
                    <a:pt x="2843386" y="4261779"/>
                  </a:lnTo>
                  <a:lnTo>
                    <a:pt x="2886115" y="4173725"/>
                  </a:lnTo>
                  <a:lnTo>
                    <a:pt x="2896531" y="4150520"/>
                  </a:lnTo>
                  <a:lnTo>
                    <a:pt x="2926125" y="4080827"/>
                  </a:lnTo>
                  <a:lnTo>
                    <a:pt x="2955098" y="4007110"/>
                  </a:lnTo>
                  <a:lnTo>
                    <a:pt x="2983583" y="3929289"/>
                  </a:lnTo>
                  <a:lnTo>
                    <a:pt x="3011693" y="3847323"/>
                  </a:lnTo>
                  <a:lnTo>
                    <a:pt x="3039524" y="3761213"/>
                  </a:lnTo>
                  <a:lnTo>
                    <a:pt x="3067153" y="3671004"/>
                  </a:lnTo>
                  <a:lnTo>
                    <a:pt x="3094648" y="3576793"/>
                  </a:lnTo>
                  <a:lnTo>
                    <a:pt x="3122060" y="3478726"/>
                  </a:lnTo>
                  <a:lnTo>
                    <a:pt x="3149432" y="3377003"/>
                  </a:lnTo>
                  <a:lnTo>
                    <a:pt x="3176793" y="3271877"/>
                  </a:lnTo>
                  <a:lnTo>
                    <a:pt x="3204167" y="3163652"/>
                  </a:lnTo>
                  <a:lnTo>
                    <a:pt x="3231566" y="3052682"/>
                  </a:lnTo>
                  <a:lnTo>
                    <a:pt x="3258997" y="2939367"/>
                  </a:lnTo>
                  <a:lnTo>
                    <a:pt x="3286460" y="2824148"/>
                  </a:lnTo>
                  <a:lnTo>
                    <a:pt x="3313951" y="2707499"/>
                  </a:lnTo>
                  <a:lnTo>
                    <a:pt x="3341462" y="2589919"/>
                  </a:lnTo>
                  <a:lnTo>
                    <a:pt x="3368983" y="2471926"/>
                  </a:lnTo>
                  <a:lnTo>
                    <a:pt x="3396500" y="2354043"/>
                  </a:lnTo>
                  <a:lnTo>
                    <a:pt x="3424004" y="2236794"/>
                  </a:lnTo>
                  <a:lnTo>
                    <a:pt x="3451485" y="2120689"/>
                  </a:lnTo>
                  <a:lnTo>
                    <a:pt x="3478935" y="2006218"/>
                  </a:lnTo>
                  <a:lnTo>
                    <a:pt x="3506352" y="1893843"/>
                  </a:lnTo>
                  <a:lnTo>
                    <a:pt x="3533739" y="1783986"/>
                  </a:lnTo>
                  <a:lnTo>
                    <a:pt x="3561105" y="1677029"/>
                  </a:lnTo>
                  <a:lnTo>
                    <a:pt x="3588468" y="1573305"/>
                  </a:lnTo>
                  <a:lnTo>
                    <a:pt x="3615852" y="1473099"/>
                  </a:lnTo>
                  <a:lnTo>
                    <a:pt x="3643293" y="1376639"/>
                  </a:lnTo>
                  <a:lnTo>
                    <a:pt x="3670838" y="1284104"/>
                  </a:lnTo>
                  <a:lnTo>
                    <a:pt x="3698544" y="1195617"/>
                  </a:lnTo>
                  <a:lnTo>
                    <a:pt x="3726482" y="1111254"/>
                  </a:lnTo>
                  <a:lnTo>
                    <a:pt x="3754738" y="1031041"/>
                  </a:lnTo>
                  <a:lnTo>
                    <a:pt x="3783414" y="954961"/>
                  </a:lnTo>
                  <a:lnTo>
                    <a:pt x="3812632" y="882955"/>
                  </a:lnTo>
                  <a:lnTo>
                    <a:pt x="3829811" y="843180"/>
                  </a:lnTo>
                  <a:lnTo>
                    <a:pt x="3872101" y="753216"/>
                  </a:lnTo>
                  <a:lnTo>
                    <a:pt x="3916331" y="670876"/>
                  </a:lnTo>
                  <a:lnTo>
                    <a:pt x="3963032" y="595905"/>
                  </a:lnTo>
                  <a:lnTo>
                    <a:pt x="4012787" y="527802"/>
                  </a:lnTo>
                  <a:lnTo>
                    <a:pt x="4066201" y="465959"/>
                  </a:lnTo>
                  <a:lnTo>
                    <a:pt x="4123872" y="409744"/>
                  </a:lnTo>
                  <a:lnTo>
                    <a:pt x="4186349" y="358560"/>
                  </a:lnTo>
                  <a:lnTo>
                    <a:pt x="4254089" y="311872"/>
                  </a:lnTo>
                  <a:lnTo>
                    <a:pt x="4327388" y="269233"/>
                  </a:lnTo>
                  <a:lnTo>
                    <a:pt x="4406295" y="230291"/>
                  </a:lnTo>
                  <a:lnTo>
                    <a:pt x="4490515" y="194798"/>
                  </a:lnTo>
                  <a:lnTo>
                    <a:pt x="4579298" y="162603"/>
                  </a:lnTo>
                  <a:lnTo>
                    <a:pt x="4671338" y="133649"/>
                  </a:lnTo>
                  <a:lnTo>
                    <a:pt x="4764716" y="107955"/>
                  </a:lnTo>
                  <a:lnTo>
                    <a:pt x="4856915" y="85580"/>
                  </a:lnTo>
                  <a:lnTo>
                    <a:pt x="4944960" y="66592"/>
                  </a:lnTo>
                  <a:lnTo>
                    <a:pt x="5025686" y="51012"/>
                  </a:lnTo>
                  <a:lnTo>
                    <a:pt x="5096125" y="38770"/>
                  </a:lnTo>
                  <a:lnTo>
                    <a:pt x="5153953" y="29672"/>
                  </a:lnTo>
                  <a:lnTo>
                    <a:pt x="5197887" y="23388"/>
                  </a:lnTo>
                  <a:lnTo>
                    <a:pt x="5227943" y="19466"/>
                  </a:lnTo>
                  <a:lnTo>
                    <a:pt x="5245510" y="17367"/>
                  </a:lnTo>
                  <a:lnTo>
                    <a:pt x="5253252" y="16518"/>
                  </a:lnTo>
                  <a:lnTo>
                    <a:pt x="5254955" y="16345"/>
                  </a:lnTo>
                  <a:lnTo>
                    <a:pt x="6726343" y="16345"/>
                  </a:lnTo>
                  <a:lnTo>
                    <a:pt x="6727242" y="16431"/>
                  </a:lnTo>
                  <a:lnTo>
                    <a:pt x="6733184" y="17036"/>
                  </a:lnTo>
                  <a:lnTo>
                    <a:pt x="6748263" y="18708"/>
                  </a:lnTo>
                  <a:lnTo>
                    <a:pt x="6775473" y="22004"/>
                  </a:lnTo>
                  <a:lnTo>
                    <a:pt x="6816538" y="27455"/>
                  </a:lnTo>
                  <a:lnTo>
                    <a:pt x="6871786" y="35519"/>
                  </a:lnTo>
                  <a:lnTo>
                    <a:pt x="6940178" y="46542"/>
                  </a:lnTo>
                  <a:lnTo>
                    <a:pt x="7019539" y="60740"/>
                  </a:lnTo>
                  <a:lnTo>
                    <a:pt x="7106941" y="78202"/>
                  </a:lnTo>
                  <a:lnTo>
                    <a:pt x="7199165" y="98920"/>
                  </a:lnTo>
                  <a:lnTo>
                    <a:pt x="7293118" y="122837"/>
                  </a:lnTo>
                  <a:lnTo>
                    <a:pt x="7386134" y="149888"/>
                  </a:lnTo>
                  <a:lnTo>
                    <a:pt x="7476147" y="180047"/>
                  </a:lnTo>
                  <a:lnTo>
                    <a:pt x="7561721" y="213355"/>
                  </a:lnTo>
                  <a:lnTo>
                    <a:pt x="7642003" y="249941"/>
                  </a:lnTo>
                  <a:lnTo>
                    <a:pt x="7716627" y="290030"/>
                  </a:lnTo>
                  <a:lnTo>
                    <a:pt x="7785598" y="333947"/>
                  </a:lnTo>
                  <a:lnTo>
                    <a:pt x="7849184" y="382111"/>
                  </a:lnTo>
                  <a:lnTo>
                    <a:pt x="7907833" y="435026"/>
                  </a:lnTo>
                  <a:lnTo>
                    <a:pt x="7962096" y="493262"/>
                  </a:lnTo>
                  <a:lnTo>
                    <a:pt x="8012577" y="557428"/>
                  </a:lnTo>
                  <a:lnTo>
                    <a:pt x="8059895" y="628117"/>
                  </a:lnTo>
                  <a:lnTo>
                    <a:pt x="8104646" y="705829"/>
                  </a:lnTo>
                  <a:lnTo>
                    <a:pt x="8147379" y="790846"/>
                  </a:lnTo>
                  <a:lnTo>
                    <a:pt x="8151487" y="799591"/>
                  </a:lnTo>
                  <a:lnTo>
                    <a:pt x="8181820" y="867330"/>
                  </a:lnTo>
                  <a:lnTo>
                    <a:pt x="8211505" y="939077"/>
                  </a:lnTo>
                  <a:lnTo>
                    <a:pt x="8240683" y="1014913"/>
                  </a:lnTo>
                  <a:lnTo>
                    <a:pt x="8269476" y="1094879"/>
                  </a:lnTo>
                  <a:lnTo>
                    <a:pt x="8297983" y="1178969"/>
                  </a:lnTo>
                  <a:lnTo>
                    <a:pt x="8326289" y="1267131"/>
                  </a:lnTo>
                  <a:lnTo>
                    <a:pt x="8354462" y="1359259"/>
                  </a:lnTo>
                  <a:lnTo>
                    <a:pt x="8382557" y="1455195"/>
                  </a:lnTo>
                  <a:lnTo>
                    <a:pt x="8410616" y="1554725"/>
                  </a:lnTo>
                  <a:lnTo>
                    <a:pt x="8438671" y="1657580"/>
                  </a:lnTo>
                  <a:lnTo>
                    <a:pt x="8466742" y="1763436"/>
                  </a:lnTo>
                  <a:lnTo>
                    <a:pt x="8494844" y="1871918"/>
                  </a:lnTo>
                  <a:lnTo>
                    <a:pt x="8522979" y="1982605"/>
                  </a:lnTo>
                  <a:lnTo>
                    <a:pt x="8551148" y="2095037"/>
                  </a:lnTo>
                  <a:lnTo>
                    <a:pt x="8579343" y="2208720"/>
                  </a:lnTo>
                  <a:lnTo>
                    <a:pt x="8607555" y="2323135"/>
                  </a:lnTo>
                  <a:lnTo>
                    <a:pt x="8635771" y="2437751"/>
                  </a:lnTo>
                  <a:lnTo>
                    <a:pt x="8663980" y="2552032"/>
                  </a:lnTo>
                  <a:lnTo>
                    <a:pt x="8692170" y="2665449"/>
                  </a:lnTo>
                  <a:lnTo>
                    <a:pt x="8720330" y="2777489"/>
                  </a:lnTo>
                  <a:lnTo>
                    <a:pt x="8748457" y="2887666"/>
                  </a:lnTo>
                  <a:lnTo>
                    <a:pt x="8776550" y="2995527"/>
                  </a:lnTo>
                  <a:lnTo>
                    <a:pt x="8804616" y="3100664"/>
                  </a:lnTo>
                  <a:lnTo>
                    <a:pt x="8832670" y="3202713"/>
                  </a:lnTo>
                  <a:lnTo>
                    <a:pt x="8860735" y="3301366"/>
                  </a:lnTo>
                  <a:lnTo>
                    <a:pt x="8888845" y="3396365"/>
                  </a:lnTo>
                  <a:lnTo>
                    <a:pt x="8917045" y="3487512"/>
                  </a:lnTo>
                  <a:lnTo>
                    <a:pt x="8945394" y="3574661"/>
                  </a:lnTo>
                  <a:lnTo>
                    <a:pt x="8973965" y="3657720"/>
                  </a:lnTo>
                  <a:lnTo>
                    <a:pt x="9002844" y="3736649"/>
                  </a:lnTo>
                  <a:lnTo>
                    <a:pt x="9032137" y="3811455"/>
                  </a:lnTo>
                  <a:lnTo>
                    <a:pt x="9061970" y="3882188"/>
                  </a:lnTo>
                  <a:lnTo>
                    <a:pt x="9084767" y="3932574"/>
                  </a:lnTo>
                  <a:lnTo>
                    <a:pt x="9127328" y="4018310"/>
                  </a:lnTo>
                  <a:lnTo>
                    <a:pt x="9171858" y="4096732"/>
                  </a:lnTo>
                  <a:lnTo>
                    <a:pt x="9218897" y="4168091"/>
                  </a:lnTo>
                  <a:lnTo>
                    <a:pt x="9269041" y="4232872"/>
                  </a:lnTo>
                  <a:lnTo>
                    <a:pt x="9322905" y="4291664"/>
                  </a:lnTo>
                  <a:lnTo>
                    <a:pt x="9381097" y="4345075"/>
                  </a:lnTo>
                  <a:lnTo>
                    <a:pt x="9444177" y="4393682"/>
                  </a:lnTo>
                  <a:lnTo>
                    <a:pt x="9512603" y="4437996"/>
                  </a:lnTo>
                  <a:lnTo>
                    <a:pt x="9586666" y="4478446"/>
                  </a:lnTo>
                  <a:lnTo>
                    <a:pt x="9666402" y="4515364"/>
                  </a:lnTo>
                  <a:lnTo>
                    <a:pt x="9751485" y="4548987"/>
                  </a:lnTo>
                  <a:lnTo>
                    <a:pt x="9841115" y="4579452"/>
                  </a:lnTo>
                  <a:lnTo>
                    <a:pt x="9933918" y="4606809"/>
                  </a:lnTo>
                  <a:lnTo>
                    <a:pt x="10027888" y="4631036"/>
                  </a:lnTo>
                  <a:lnTo>
                    <a:pt x="10120414" y="4652072"/>
                  </a:lnTo>
                  <a:lnTo>
                    <a:pt x="10208433" y="4669855"/>
                  </a:lnTo>
                  <a:lnTo>
                    <a:pt x="10288722" y="4684371"/>
                  </a:lnTo>
                  <a:lnTo>
                    <a:pt x="10358303" y="4695699"/>
                  </a:lnTo>
                  <a:lnTo>
                    <a:pt x="10414909" y="4704040"/>
                  </a:lnTo>
                  <a:lnTo>
                    <a:pt x="10457376" y="4709729"/>
                  </a:lnTo>
                  <a:lnTo>
                    <a:pt x="10485893" y="4713214"/>
                  </a:lnTo>
                  <a:lnTo>
                    <a:pt x="10502050" y="4715021"/>
                  </a:lnTo>
                  <a:lnTo>
                    <a:pt x="10508725" y="4715707"/>
                  </a:lnTo>
                  <a:lnTo>
                    <a:pt x="10509911" y="4715820"/>
                  </a:lnTo>
                  <a:lnTo>
                    <a:pt x="11981298" y="4715820"/>
                  </a:lnTo>
                  <a:lnTo>
                    <a:pt x="11981298" y="4699474"/>
                  </a:lnTo>
                  <a:lnTo>
                    <a:pt x="10509911" y="4699474"/>
                  </a:lnTo>
                  <a:lnTo>
                    <a:pt x="10509011" y="4699389"/>
                  </a:lnTo>
                  <a:lnTo>
                    <a:pt x="10503069" y="4698783"/>
                  </a:lnTo>
                  <a:lnTo>
                    <a:pt x="10487990" y="4697111"/>
                  </a:lnTo>
                  <a:lnTo>
                    <a:pt x="10460780" y="4693815"/>
                  </a:lnTo>
                  <a:lnTo>
                    <a:pt x="10419715" y="4688364"/>
                  </a:lnTo>
                  <a:lnTo>
                    <a:pt x="10364467" y="4680300"/>
                  </a:lnTo>
                  <a:lnTo>
                    <a:pt x="10296075" y="4669277"/>
                  </a:lnTo>
                  <a:lnTo>
                    <a:pt x="10216714" y="4655079"/>
                  </a:lnTo>
                  <a:lnTo>
                    <a:pt x="10129312" y="4637617"/>
                  </a:lnTo>
                  <a:lnTo>
                    <a:pt x="10037088" y="4616899"/>
                  </a:lnTo>
                  <a:lnTo>
                    <a:pt x="9943135" y="4592982"/>
                  </a:lnTo>
                  <a:lnTo>
                    <a:pt x="9850119" y="4565931"/>
                  </a:lnTo>
                  <a:lnTo>
                    <a:pt x="9760106" y="4535772"/>
                  </a:lnTo>
                  <a:lnTo>
                    <a:pt x="9674532" y="4502464"/>
                  </a:lnTo>
                  <a:lnTo>
                    <a:pt x="9594250" y="4465878"/>
                  </a:lnTo>
                  <a:lnTo>
                    <a:pt x="9519626" y="4425789"/>
                  </a:lnTo>
                  <a:lnTo>
                    <a:pt x="9450655" y="4381872"/>
                  </a:lnTo>
                  <a:lnTo>
                    <a:pt x="9387069" y="4333708"/>
                  </a:lnTo>
                  <a:lnTo>
                    <a:pt x="9328420" y="4280793"/>
                  </a:lnTo>
                  <a:lnTo>
                    <a:pt x="9274157" y="4222557"/>
                  </a:lnTo>
                  <a:lnTo>
                    <a:pt x="9223676" y="4158391"/>
                  </a:lnTo>
                  <a:lnTo>
                    <a:pt x="9176359" y="4087702"/>
                  </a:lnTo>
                  <a:lnTo>
                    <a:pt x="9131607" y="4009990"/>
                  </a:lnTo>
                  <a:lnTo>
                    <a:pt x="9088874" y="3924973"/>
                  </a:lnTo>
                  <a:lnTo>
                    <a:pt x="9084767" y="3916228"/>
                  </a:lnTo>
                  <a:lnTo>
                    <a:pt x="9054433" y="3848489"/>
                  </a:lnTo>
                  <a:lnTo>
                    <a:pt x="9024748" y="3776742"/>
                  </a:lnTo>
                  <a:lnTo>
                    <a:pt x="8995570" y="3700906"/>
                  </a:lnTo>
                  <a:lnTo>
                    <a:pt x="8966778" y="3620940"/>
                  </a:lnTo>
                  <a:lnTo>
                    <a:pt x="8938270" y="3536850"/>
                  </a:lnTo>
                  <a:lnTo>
                    <a:pt x="8909964" y="3448688"/>
                  </a:lnTo>
                  <a:lnTo>
                    <a:pt x="8881792" y="3356560"/>
                  </a:lnTo>
                  <a:lnTo>
                    <a:pt x="8853697" y="3260624"/>
                  </a:lnTo>
                  <a:lnTo>
                    <a:pt x="8825637" y="3161094"/>
                  </a:lnTo>
                  <a:lnTo>
                    <a:pt x="8797583" y="3058239"/>
                  </a:lnTo>
                  <a:lnTo>
                    <a:pt x="8769511" y="2952383"/>
                  </a:lnTo>
                  <a:lnTo>
                    <a:pt x="8741410" y="2843901"/>
                  </a:lnTo>
                  <a:lnTo>
                    <a:pt x="8713274" y="2733214"/>
                  </a:lnTo>
                  <a:lnTo>
                    <a:pt x="8685105" y="2620782"/>
                  </a:lnTo>
                  <a:lnTo>
                    <a:pt x="8656910" y="2507099"/>
                  </a:lnTo>
                  <a:lnTo>
                    <a:pt x="8628698" y="2392684"/>
                  </a:lnTo>
                  <a:lnTo>
                    <a:pt x="8600482" y="2278068"/>
                  </a:lnTo>
                  <a:lnTo>
                    <a:pt x="8572273" y="2163787"/>
                  </a:lnTo>
                  <a:lnTo>
                    <a:pt x="8544084" y="2050370"/>
                  </a:lnTo>
                  <a:lnTo>
                    <a:pt x="8515923" y="1938330"/>
                  </a:lnTo>
                  <a:lnTo>
                    <a:pt x="8487796" y="1828153"/>
                  </a:lnTo>
                  <a:lnTo>
                    <a:pt x="8459703" y="1720292"/>
                  </a:lnTo>
                  <a:lnTo>
                    <a:pt x="8431637" y="1615155"/>
                  </a:lnTo>
                  <a:lnTo>
                    <a:pt x="8403583" y="1513106"/>
                  </a:lnTo>
                  <a:lnTo>
                    <a:pt x="8375519" y="1414453"/>
                  </a:lnTo>
                  <a:lnTo>
                    <a:pt x="8347409" y="1319454"/>
                  </a:lnTo>
                  <a:lnTo>
                    <a:pt x="8319208" y="1228307"/>
                  </a:lnTo>
                  <a:lnTo>
                    <a:pt x="8290859" y="1141158"/>
                  </a:lnTo>
                  <a:lnTo>
                    <a:pt x="8262289" y="1058099"/>
                  </a:lnTo>
                  <a:lnTo>
                    <a:pt x="8233410" y="979170"/>
                  </a:lnTo>
                  <a:lnTo>
                    <a:pt x="8204116" y="904364"/>
                  </a:lnTo>
                  <a:lnTo>
                    <a:pt x="8174283" y="833631"/>
                  </a:lnTo>
                  <a:lnTo>
                    <a:pt x="8151487" y="783245"/>
                  </a:lnTo>
                  <a:lnTo>
                    <a:pt x="8108925" y="697509"/>
                  </a:lnTo>
                  <a:lnTo>
                    <a:pt x="8064395" y="619087"/>
                  </a:lnTo>
                  <a:lnTo>
                    <a:pt x="8017356" y="547728"/>
                  </a:lnTo>
                  <a:lnTo>
                    <a:pt x="7967213" y="482947"/>
                  </a:lnTo>
                  <a:lnTo>
                    <a:pt x="7913348" y="424155"/>
                  </a:lnTo>
                  <a:lnTo>
                    <a:pt x="7855156" y="370744"/>
                  </a:lnTo>
                  <a:lnTo>
                    <a:pt x="7792077" y="322137"/>
                  </a:lnTo>
                  <a:lnTo>
                    <a:pt x="7723651" y="277823"/>
                  </a:lnTo>
                  <a:lnTo>
                    <a:pt x="7649587" y="237373"/>
                  </a:lnTo>
                  <a:lnTo>
                    <a:pt x="7569851" y="200455"/>
                  </a:lnTo>
                  <a:lnTo>
                    <a:pt x="7484768" y="166832"/>
                  </a:lnTo>
                  <a:lnTo>
                    <a:pt x="7395138" y="136367"/>
                  </a:lnTo>
                  <a:lnTo>
                    <a:pt x="7302335" y="109010"/>
                  </a:lnTo>
                  <a:lnTo>
                    <a:pt x="7208366" y="84783"/>
                  </a:lnTo>
                  <a:lnTo>
                    <a:pt x="7115839" y="63747"/>
                  </a:lnTo>
                  <a:lnTo>
                    <a:pt x="7027820" y="45964"/>
                  </a:lnTo>
                  <a:lnTo>
                    <a:pt x="6947532" y="31448"/>
                  </a:lnTo>
                  <a:lnTo>
                    <a:pt x="6877950" y="20120"/>
                  </a:lnTo>
                  <a:lnTo>
                    <a:pt x="6821344" y="11779"/>
                  </a:lnTo>
                  <a:lnTo>
                    <a:pt x="6778877" y="6090"/>
                  </a:lnTo>
                  <a:lnTo>
                    <a:pt x="6750361" y="2605"/>
                  </a:lnTo>
                  <a:lnTo>
                    <a:pt x="6734203" y="798"/>
                  </a:lnTo>
                  <a:lnTo>
                    <a:pt x="6727528" y="112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072" y="88"/>
                  </a:lnTo>
                  <a:lnTo>
                    <a:pt x="5248237" y="715"/>
                  </a:lnTo>
                  <a:lnTo>
                    <a:pt x="5233422" y="2446"/>
                  </a:lnTo>
                  <a:lnTo>
                    <a:pt x="5206670" y="5860"/>
                  </a:lnTo>
                  <a:lnTo>
                    <a:pt x="5166261" y="11508"/>
                  </a:lnTo>
                  <a:lnTo>
                    <a:pt x="5111834" y="19866"/>
                  </a:lnTo>
                  <a:lnTo>
                    <a:pt x="5044364" y="31298"/>
                  </a:lnTo>
                  <a:lnTo>
                    <a:pt x="4965949" y="46033"/>
                  </a:lnTo>
                  <a:lnTo>
                    <a:pt x="4879437" y="64168"/>
                  </a:lnTo>
                  <a:lnTo>
                    <a:pt x="4787984" y="85701"/>
                  </a:lnTo>
                  <a:lnTo>
                    <a:pt x="4694644" y="110573"/>
                  </a:lnTo>
                  <a:lnTo>
                    <a:pt x="4602066" y="138716"/>
                  </a:lnTo>
                  <a:lnTo>
                    <a:pt x="4512322" y="170098"/>
                  </a:lnTo>
                  <a:lnTo>
                    <a:pt x="4426871" y="204757"/>
                  </a:lnTo>
                  <a:lnTo>
                    <a:pt x="4346592" y="242817"/>
                  </a:lnTo>
                  <a:lnTo>
                    <a:pt x="4271885" y="284503"/>
                  </a:lnTo>
                  <a:lnTo>
                    <a:pt x="4202775" y="330140"/>
                  </a:lnTo>
                  <a:lnTo>
                    <a:pt x="4139019" y="380154"/>
                  </a:lnTo>
                  <a:lnTo>
                    <a:pt x="4080196" y="435057"/>
                  </a:lnTo>
                  <a:lnTo>
                    <a:pt x="4025773" y="495434"/>
                  </a:lnTo>
                  <a:lnTo>
                    <a:pt x="3975160" y="561913"/>
                  </a:lnTo>
                  <a:lnTo>
                    <a:pt x="3927752" y="635114"/>
                  </a:lnTo>
                  <a:lnTo>
                    <a:pt x="3882956" y="715576"/>
                  </a:lnTo>
                  <a:lnTo>
                    <a:pt x="3840227" y="803630"/>
                  </a:lnTo>
                  <a:lnTo>
                    <a:pt x="3829811" y="826834"/>
                  </a:lnTo>
                  <a:lnTo>
                    <a:pt x="3800217" y="896528"/>
                  </a:lnTo>
                  <a:lnTo>
                    <a:pt x="3771244" y="970245"/>
                  </a:lnTo>
                  <a:lnTo>
                    <a:pt x="3742759" y="1048066"/>
                  </a:lnTo>
                  <a:lnTo>
                    <a:pt x="3714649" y="1130032"/>
                  </a:lnTo>
                  <a:lnTo>
                    <a:pt x="3686819" y="1216142"/>
                  </a:lnTo>
                  <a:lnTo>
                    <a:pt x="3659189" y="1306351"/>
                  </a:lnTo>
                  <a:lnTo>
                    <a:pt x="3631694" y="1400562"/>
                  </a:lnTo>
                  <a:lnTo>
                    <a:pt x="3604282" y="1498629"/>
                  </a:lnTo>
                  <a:lnTo>
                    <a:pt x="3576910" y="1600352"/>
                  </a:lnTo>
                  <a:lnTo>
                    <a:pt x="3549549" y="1705478"/>
                  </a:lnTo>
                  <a:lnTo>
                    <a:pt x="3522176" y="1813703"/>
                  </a:lnTo>
                  <a:lnTo>
                    <a:pt x="3494776" y="1924673"/>
                  </a:lnTo>
                  <a:lnTo>
                    <a:pt x="3467345" y="2037988"/>
                  </a:lnTo>
                  <a:lnTo>
                    <a:pt x="3439882" y="2153207"/>
                  </a:lnTo>
                  <a:lnTo>
                    <a:pt x="3412391" y="2269856"/>
                  </a:lnTo>
                  <a:lnTo>
                    <a:pt x="3384880" y="2387436"/>
                  </a:lnTo>
                  <a:lnTo>
                    <a:pt x="3357359" y="2505429"/>
                  </a:lnTo>
                  <a:lnTo>
                    <a:pt x="3329842" y="2623312"/>
                  </a:lnTo>
                  <a:lnTo>
                    <a:pt x="3302338" y="2740561"/>
                  </a:lnTo>
                  <a:lnTo>
                    <a:pt x="3274858" y="2856666"/>
                  </a:lnTo>
                  <a:lnTo>
                    <a:pt x="3247408" y="2971137"/>
                  </a:lnTo>
                  <a:lnTo>
                    <a:pt x="3219990" y="3083512"/>
                  </a:lnTo>
                  <a:lnTo>
                    <a:pt x="3192603" y="3193369"/>
                  </a:lnTo>
                  <a:lnTo>
                    <a:pt x="3165237" y="3300326"/>
                  </a:lnTo>
                  <a:lnTo>
                    <a:pt x="3137875" y="3404050"/>
                  </a:lnTo>
                  <a:lnTo>
                    <a:pt x="3110490" y="3504256"/>
                  </a:lnTo>
                  <a:lnTo>
                    <a:pt x="3083049" y="3600716"/>
                  </a:lnTo>
                  <a:lnTo>
                    <a:pt x="3055504" y="3693251"/>
                  </a:lnTo>
                  <a:lnTo>
                    <a:pt x="3027798" y="3781738"/>
                  </a:lnTo>
                  <a:lnTo>
                    <a:pt x="2999860" y="3866101"/>
                  </a:lnTo>
                  <a:lnTo>
                    <a:pt x="2971604" y="3946314"/>
                  </a:lnTo>
                  <a:lnTo>
                    <a:pt x="2942928" y="4022394"/>
                  </a:lnTo>
                  <a:lnTo>
                    <a:pt x="2913711" y="4094400"/>
                  </a:lnTo>
                  <a:lnTo>
                    <a:pt x="2896531" y="4134174"/>
                  </a:lnTo>
                  <a:lnTo>
                    <a:pt x="2854241" y="4224139"/>
                  </a:lnTo>
                  <a:lnTo>
                    <a:pt x="2810011" y="4306479"/>
                  </a:lnTo>
                  <a:lnTo>
                    <a:pt x="2763310" y="4381450"/>
                  </a:lnTo>
                  <a:lnTo>
                    <a:pt x="2713555" y="4449553"/>
                  </a:lnTo>
                  <a:lnTo>
                    <a:pt x="2660141" y="4511396"/>
                  </a:lnTo>
                  <a:lnTo>
                    <a:pt x="2602470" y="4567611"/>
                  </a:lnTo>
                  <a:lnTo>
                    <a:pt x="2539993" y="4618795"/>
                  </a:lnTo>
                  <a:lnTo>
                    <a:pt x="2472253" y="4665483"/>
                  </a:lnTo>
                  <a:lnTo>
                    <a:pt x="2398955" y="4708122"/>
                  </a:lnTo>
                  <a:lnTo>
                    <a:pt x="2320047" y="4747064"/>
                  </a:lnTo>
                  <a:lnTo>
                    <a:pt x="2235827" y="4782557"/>
                  </a:lnTo>
                  <a:lnTo>
                    <a:pt x="2147044" y="4814752"/>
                  </a:lnTo>
                  <a:lnTo>
                    <a:pt x="2055004" y="4843706"/>
                  </a:lnTo>
                  <a:lnTo>
                    <a:pt x="1961626" y="4869400"/>
                  </a:lnTo>
                  <a:lnTo>
                    <a:pt x="1869427" y="4891775"/>
                  </a:lnTo>
                  <a:lnTo>
                    <a:pt x="1781382" y="4910763"/>
                  </a:lnTo>
                  <a:lnTo>
                    <a:pt x="1700656" y="4926343"/>
                  </a:lnTo>
                  <a:lnTo>
                    <a:pt x="1630217" y="4938585"/>
                  </a:lnTo>
                  <a:lnTo>
                    <a:pt x="1572389" y="4947683"/>
                  </a:lnTo>
                  <a:lnTo>
                    <a:pt x="1528455" y="4953967"/>
                  </a:lnTo>
                  <a:lnTo>
                    <a:pt x="1498399" y="4957889"/>
                  </a:lnTo>
                  <a:lnTo>
                    <a:pt x="1480832" y="4959988"/>
                  </a:lnTo>
                  <a:lnTo>
                    <a:pt x="1473090" y="4960837"/>
                  </a:lnTo>
                  <a:lnTo>
                    <a:pt x="1471387" y="4961009"/>
                  </a:lnTo>
                  <a:lnTo>
                    <a:pt x="0" y="4961009"/>
                  </a:lnTo>
                  <a:close/>
                </a:path>
              </a:pathLst>
            </a:custGeom>
            <a:solidFill>
              <a:srgbClr val="FFB3B5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896" name="pl1896"/>
            <p:cNvSpPr/>
            <p:nvPr/>
          </p:nvSpPr>
          <p:spPr>
            <a:xfrm>
              <a:off x="4799595" y="5437458"/>
              <a:ext cx="11981298" cy="4961009"/>
            </a:xfrm>
            <a:custGeom>
              <a:avLst/>
              <a:pathLst>
                <a:path w="11981298" h="4961009">
                  <a:moveTo>
                    <a:pt x="0" y="4961009"/>
                  </a:moveTo>
                  <a:lnTo>
                    <a:pt x="1471387" y="4961009"/>
                  </a:lnTo>
                  <a:lnTo>
                    <a:pt x="1472270" y="4960921"/>
                  </a:lnTo>
                  <a:lnTo>
                    <a:pt x="1478105" y="4960294"/>
                  </a:lnTo>
                  <a:lnTo>
                    <a:pt x="1492920" y="4958563"/>
                  </a:lnTo>
                  <a:lnTo>
                    <a:pt x="1519672" y="4955149"/>
                  </a:lnTo>
                  <a:lnTo>
                    <a:pt x="1560081" y="4949501"/>
                  </a:lnTo>
                  <a:lnTo>
                    <a:pt x="1614508" y="4941143"/>
                  </a:lnTo>
                  <a:lnTo>
                    <a:pt x="1681978" y="4929711"/>
                  </a:lnTo>
                  <a:lnTo>
                    <a:pt x="1760393" y="4914976"/>
                  </a:lnTo>
                  <a:lnTo>
                    <a:pt x="1846905" y="4896841"/>
                  </a:lnTo>
                  <a:lnTo>
                    <a:pt x="1938358" y="4875308"/>
                  </a:lnTo>
                  <a:lnTo>
                    <a:pt x="2031698" y="4850436"/>
                  </a:lnTo>
                  <a:lnTo>
                    <a:pt x="2124277" y="4822293"/>
                  </a:lnTo>
                  <a:lnTo>
                    <a:pt x="2214020" y="4790911"/>
                  </a:lnTo>
                  <a:lnTo>
                    <a:pt x="2299471" y="4756252"/>
                  </a:lnTo>
                  <a:lnTo>
                    <a:pt x="2379750" y="4718192"/>
                  </a:lnTo>
                  <a:lnTo>
                    <a:pt x="2454458" y="4676506"/>
                  </a:lnTo>
                  <a:lnTo>
                    <a:pt x="2523568" y="4630869"/>
                  </a:lnTo>
                  <a:lnTo>
                    <a:pt x="2587323" y="4580855"/>
                  </a:lnTo>
                  <a:lnTo>
                    <a:pt x="2646146" y="4525952"/>
                  </a:lnTo>
                  <a:lnTo>
                    <a:pt x="2700569" y="4465575"/>
                  </a:lnTo>
                  <a:lnTo>
                    <a:pt x="2751182" y="4399096"/>
                  </a:lnTo>
                  <a:lnTo>
                    <a:pt x="2798590" y="4325895"/>
                  </a:lnTo>
                  <a:lnTo>
                    <a:pt x="2843386" y="4245433"/>
                  </a:lnTo>
                  <a:lnTo>
                    <a:pt x="2886115" y="4157379"/>
                  </a:lnTo>
                  <a:lnTo>
                    <a:pt x="2896531" y="4134174"/>
                  </a:lnTo>
                  <a:lnTo>
                    <a:pt x="2926125" y="4064481"/>
                  </a:lnTo>
                  <a:lnTo>
                    <a:pt x="2955098" y="3990764"/>
                  </a:lnTo>
                  <a:lnTo>
                    <a:pt x="2983583" y="3912943"/>
                  </a:lnTo>
                  <a:lnTo>
                    <a:pt x="3011693" y="3830977"/>
                  </a:lnTo>
                  <a:lnTo>
                    <a:pt x="3039524" y="3744867"/>
                  </a:lnTo>
                  <a:lnTo>
                    <a:pt x="3067153" y="3654658"/>
                  </a:lnTo>
                  <a:lnTo>
                    <a:pt x="3094648" y="3560447"/>
                  </a:lnTo>
                  <a:lnTo>
                    <a:pt x="3122060" y="3462380"/>
                  </a:lnTo>
                  <a:lnTo>
                    <a:pt x="3149432" y="3360657"/>
                  </a:lnTo>
                  <a:lnTo>
                    <a:pt x="3176793" y="3255531"/>
                  </a:lnTo>
                  <a:lnTo>
                    <a:pt x="3204167" y="3147306"/>
                  </a:lnTo>
                  <a:lnTo>
                    <a:pt x="3231566" y="3036336"/>
                  </a:lnTo>
                  <a:lnTo>
                    <a:pt x="3258997" y="2923021"/>
                  </a:lnTo>
                  <a:lnTo>
                    <a:pt x="3286460" y="2807802"/>
                  </a:lnTo>
                  <a:lnTo>
                    <a:pt x="3313951" y="2691153"/>
                  </a:lnTo>
                  <a:lnTo>
                    <a:pt x="3341462" y="2573573"/>
                  </a:lnTo>
                  <a:lnTo>
                    <a:pt x="3368983" y="2455580"/>
                  </a:lnTo>
                  <a:lnTo>
                    <a:pt x="3396500" y="2337697"/>
                  </a:lnTo>
                  <a:lnTo>
                    <a:pt x="3424004" y="2220448"/>
                  </a:lnTo>
                  <a:lnTo>
                    <a:pt x="3451485" y="2104343"/>
                  </a:lnTo>
                  <a:lnTo>
                    <a:pt x="3478935" y="1989872"/>
                  </a:lnTo>
                  <a:lnTo>
                    <a:pt x="3506352" y="1877497"/>
                  </a:lnTo>
                  <a:lnTo>
                    <a:pt x="3533739" y="1767640"/>
                  </a:lnTo>
                  <a:lnTo>
                    <a:pt x="3561105" y="1660683"/>
                  </a:lnTo>
                  <a:lnTo>
                    <a:pt x="3588468" y="1556959"/>
                  </a:lnTo>
                  <a:lnTo>
                    <a:pt x="3615852" y="1456753"/>
                  </a:lnTo>
                  <a:lnTo>
                    <a:pt x="3643293" y="1360293"/>
                  </a:lnTo>
                  <a:lnTo>
                    <a:pt x="3670838" y="1267758"/>
                  </a:lnTo>
                  <a:lnTo>
                    <a:pt x="3698544" y="1179271"/>
                  </a:lnTo>
                  <a:lnTo>
                    <a:pt x="3726482" y="1094908"/>
                  </a:lnTo>
                  <a:lnTo>
                    <a:pt x="3754738" y="1014695"/>
                  </a:lnTo>
                  <a:lnTo>
                    <a:pt x="3783414" y="938615"/>
                  </a:lnTo>
                  <a:lnTo>
                    <a:pt x="3812632" y="866609"/>
                  </a:lnTo>
                  <a:lnTo>
                    <a:pt x="3829811" y="826834"/>
                  </a:lnTo>
                  <a:lnTo>
                    <a:pt x="3872101" y="736870"/>
                  </a:lnTo>
                  <a:lnTo>
                    <a:pt x="3916331" y="654530"/>
                  </a:lnTo>
                  <a:lnTo>
                    <a:pt x="3963032" y="579559"/>
                  </a:lnTo>
                  <a:lnTo>
                    <a:pt x="4012787" y="511456"/>
                  </a:lnTo>
                  <a:lnTo>
                    <a:pt x="4066201" y="449613"/>
                  </a:lnTo>
                  <a:lnTo>
                    <a:pt x="4123872" y="393398"/>
                  </a:lnTo>
                  <a:lnTo>
                    <a:pt x="4186349" y="342214"/>
                  </a:lnTo>
                  <a:lnTo>
                    <a:pt x="4254089" y="295526"/>
                  </a:lnTo>
                  <a:lnTo>
                    <a:pt x="4327388" y="252887"/>
                  </a:lnTo>
                  <a:lnTo>
                    <a:pt x="4406295" y="213945"/>
                  </a:lnTo>
                  <a:lnTo>
                    <a:pt x="4490515" y="178452"/>
                  </a:lnTo>
                  <a:lnTo>
                    <a:pt x="4579298" y="146257"/>
                  </a:lnTo>
                  <a:lnTo>
                    <a:pt x="4671338" y="117303"/>
                  </a:lnTo>
                  <a:lnTo>
                    <a:pt x="4764716" y="91609"/>
                  </a:lnTo>
                  <a:lnTo>
                    <a:pt x="4856915" y="69234"/>
                  </a:lnTo>
                  <a:lnTo>
                    <a:pt x="4944960" y="50246"/>
                  </a:lnTo>
                  <a:lnTo>
                    <a:pt x="5025686" y="34666"/>
                  </a:lnTo>
                  <a:lnTo>
                    <a:pt x="5096125" y="22424"/>
                  </a:lnTo>
                  <a:lnTo>
                    <a:pt x="5153953" y="13326"/>
                  </a:lnTo>
                  <a:lnTo>
                    <a:pt x="5197887" y="7042"/>
                  </a:lnTo>
                  <a:lnTo>
                    <a:pt x="5227943" y="3120"/>
                  </a:lnTo>
                  <a:lnTo>
                    <a:pt x="5245510" y="1021"/>
                  </a:lnTo>
                  <a:lnTo>
                    <a:pt x="5253252" y="172"/>
                  </a:lnTo>
                  <a:lnTo>
                    <a:pt x="5254941" y="1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242" y="85"/>
                  </a:lnTo>
                  <a:lnTo>
                    <a:pt x="6733184" y="690"/>
                  </a:lnTo>
                  <a:lnTo>
                    <a:pt x="6748263" y="2362"/>
                  </a:lnTo>
                  <a:lnTo>
                    <a:pt x="6775473" y="5658"/>
                  </a:lnTo>
                  <a:lnTo>
                    <a:pt x="6816538" y="11109"/>
                  </a:lnTo>
                  <a:lnTo>
                    <a:pt x="6871786" y="19173"/>
                  </a:lnTo>
                  <a:lnTo>
                    <a:pt x="6940178" y="30196"/>
                  </a:lnTo>
                  <a:lnTo>
                    <a:pt x="7019539" y="44394"/>
                  </a:lnTo>
                  <a:lnTo>
                    <a:pt x="7106941" y="61856"/>
                  </a:lnTo>
                  <a:lnTo>
                    <a:pt x="7199165" y="82574"/>
                  </a:lnTo>
                  <a:lnTo>
                    <a:pt x="7293118" y="106491"/>
                  </a:lnTo>
                  <a:lnTo>
                    <a:pt x="7386134" y="133542"/>
                  </a:lnTo>
                  <a:lnTo>
                    <a:pt x="7476147" y="163701"/>
                  </a:lnTo>
                  <a:lnTo>
                    <a:pt x="7561721" y="197009"/>
                  </a:lnTo>
                  <a:lnTo>
                    <a:pt x="7642003" y="233595"/>
                  </a:lnTo>
                  <a:lnTo>
                    <a:pt x="7716627" y="273684"/>
                  </a:lnTo>
                  <a:lnTo>
                    <a:pt x="7785598" y="317601"/>
                  </a:lnTo>
                  <a:lnTo>
                    <a:pt x="7849184" y="365765"/>
                  </a:lnTo>
                  <a:lnTo>
                    <a:pt x="7907833" y="418680"/>
                  </a:lnTo>
                  <a:lnTo>
                    <a:pt x="7962096" y="476916"/>
                  </a:lnTo>
                  <a:lnTo>
                    <a:pt x="8012577" y="541082"/>
                  </a:lnTo>
                  <a:lnTo>
                    <a:pt x="8059895" y="611771"/>
                  </a:lnTo>
                  <a:lnTo>
                    <a:pt x="8104646" y="689483"/>
                  </a:lnTo>
                  <a:lnTo>
                    <a:pt x="8147379" y="774500"/>
                  </a:lnTo>
                  <a:lnTo>
                    <a:pt x="8151487" y="783245"/>
                  </a:lnTo>
                  <a:lnTo>
                    <a:pt x="8181820" y="850984"/>
                  </a:lnTo>
                  <a:lnTo>
                    <a:pt x="8211505" y="922731"/>
                  </a:lnTo>
                  <a:lnTo>
                    <a:pt x="8240683" y="998567"/>
                  </a:lnTo>
                  <a:lnTo>
                    <a:pt x="8269476" y="1078533"/>
                  </a:lnTo>
                  <a:lnTo>
                    <a:pt x="8297983" y="1162623"/>
                  </a:lnTo>
                  <a:lnTo>
                    <a:pt x="8326289" y="1250785"/>
                  </a:lnTo>
                  <a:lnTo>
                    <a:pt x="8354462" y="1342913"/>
                  </a:lnTo>
                  <a:lnTo>
                    <a:pt x="8382557" y="1438849"/>
                  </a:lnTo>
                  <a:lnTo>
                    <a:pt x="8410616" y="1538379"/>
                  </a:lnTo>
                  <a:lnTo>
                    <a:pt x="8438671" y="1641234"/>
                  </a:lnTo>
                  <a:lnTo>
                    <a:pt x="8466742" y="1747090"/>
                  </a:lnTo>
                  <a:lnTo>
                    <a:pt x="8494844" y="1855572"/>
                  </a:lnTo>
                  <a:lnTo>
                    <a:pt x="8522979" y="1966259"/>
                  </a:lnTo>
                  <a:lnTo>
                    <a:pt x="8551148" y="2078691"/>
                  </a:lnTo>
                  <a:lnTo>
                    <a:pt x="8579343" y="2192374"/>
                  </a:lnTo>
                  <a:lnTo>
                    <a:pt x="8607555" y="2306789"/>
                  </a:lnTo>
                  <a:lnTo>
                    <a:pt x="8635771" y="2421405"/>
                  </a:lnTo>
                  <a:lnTo>
                    <a:pt x="8663980" y="2535686"/>
                  </a:lnTo>
                  <a:lnTo>
                    <a:pt x="8692170" y="2649103"/>
                  </a:lnTo>
                  <a:lnTo>
                    <a:pt x="8720330" y="2761143"/>
                  </a:lnTo>
                  <a:lnTo>
                    <a:pt x="8748457" y="2871320"/>
                  </a:lnTo>
                  <a:lnTo>
                    <a:pt x="8776550" y="2979181"/>
                  </a:lnTo>
                  <a:lnTo>
                    <a:pt x="8804616" y="3084318"/>
                  </a:lnTo>
                  <a:lnTo>
                    <a:pt x="8832670" y="3186367"/>
                  </a:lnTo>
                  <a:lnTo>
                    <a:pt x="8860735" y="3285020"/>
                  </a:lnTo>
                  <a:lnTo>
                    <a:pt x="8888845" y="3380019"/>
                  </a:lnTo>
                  <a:lnTo>
                    <a:pt x="8917045" y="3471166"/>
                  </a:lnTo>
                  <a:lnTo>
                    <a:pt x="8945394" y="3558315"/>
                  </a:lnTo>
                  <a:lnTo>
                    <a:pt x="8973965" y="3641374"/>
                  </a:lnTo>
                  <a:lnTo>
                    <a:pt x="9002844" y="3720303"/>
                  </a:lnTo>
                  <a:lnTo>
                    <a:pt x="9032137" y="3795109"/>
                  </a:lnTo>
                  <a:lnTo>
                    <a:pt x="9061970" y="3865842"/>
                  </a:lnTo>
                  <a:lnTo>
                    <a:pt x="9084767" y="3916228"/>
                  </a:lnTo>
                  <a:lnTo>
                    <a:pt x="9127328" y="4001964"/>
                  </a:lnTo>
                  <a:lnTo>
                    <a:pt x="9171858" y="4080386"/>
                  </a:lnTo>
                  <a:lnTo>
                    <a:pt x="9218897" y="4151745"/>
                  </a:lnTo>
                  <a:lnTo>
                    <a:pt x="9269041" y="4216526"/>
                  </a:lnTo>
                  <a:lnTo>
                    <a:pt x="9322905" y="4275318"/>
                  </a:lnTo>
                  <a:lnTo>
                    <a:pt x="9381097" y="4328729"/>
                  </a:lnTo>
                  <a:lnTo>
                    <a:pt x="9444177" y="4377336"/>
                  </a:lnTo>
                  <a:lnTo>
                    <a:pt x="9512603" y="4421650"/>
                  </a:lnTo>
                  <a:lnTo>
                    <a:pt x="9586666" y="4462100"/>
                  </a:lnTo>
                  <a:lnTo>
                    <a:pt x="9666402" y="4499018"/>
                  </a:lnTo>
                  <a:lnTo>
                    <a:pt x="9751485" y="4532641"/>
                  </a:lnTo>
                  <a:lnTo>
                    <a:pt x="9841115" y="4563106"/>
                  </a:lnTo>
                  <a:lnTo>
                    <a:pt x="9933918" y="4590463"/>
                  </a:lnTo>
                  <a:lnTo>
                    <a:pt x="10027888" y="4614690"/>
                  </a:lnTo>
                  <a:lnTo>
                    <a:pt x="10120414" y="4635726"/>
                  </a:lnTo>
                  <a:lnTo>
                    <a:pt x="10208433" y="4653509"/>
                  </a:lnTo>
                  <a:lnTo>
                    <a:pt x="10288722" y="4668025"/>
                  </a:lnTo>
                  <a:lnTo>
                    <a:pt x="10358303" y="4679353"/>
                  </a:lnTo>
                  <a:lnTo>
                    <a:pt x="10414909" y="4687694"/>
                  </a:lnTo>
                  <a:lnTo>
                    <a:pt x="10457376" y="4693383"/>
                  </a:lnTo>
                  <a:lnTo>
                    <a:pt x="10485893" y="4696868"/>
                  </a:lnTo>
                  <a:lnTo>
                    <a:pt x="10502050" y="4698675"/>
                  </a:lnTo>
                  <a:lnTo>
                    <a:pt x="10508725" y="4699361"/>
                  </a:lnTo>
                  <a:lnTo>
                    <a:pt x="10509910" y="4699473"/>
                  </a:lnTo>
                  <a:lnTo>
                    <a:pt x="10509911" y="4699474"/>
                  </a:lnTo>
                  <a:lnTo>
                    <a:pt x="11981298" y="469947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97" name="pl1897"/>
            <p:cNvSpPr/>
            <p:nvPr/>
          </p:nvSpPr>
          <p:spPr>
            <a:xfrm>
              <a:off x="4799595" y="5421112"/>
              <a:ext cx="11981298" cy="4961009"/>
            </a:xfrm>
            <a:custGeom>
              <a:avLst/>
              <a:pathLst>
                <a:path w="11981298" h="4961009">
                  <a:moveTo>
                    <a:pt x="11981298" y="4699474"/>
                  </a:moveTo>
                  <a:lnTo>
                    <a:pt x="10509911" y="4699474"/>
                  </a:lnTo>
                  <a:lnTo>
                    <a:pt x="10509011" y="4699389"/>
                  </a:lnTo>
                  <a:lnTo>
                    <a:pt x="10503069" y="4698783"/>
                  </a:lnTo>
                  <a:lnTo>
                    <a:pt x="10487990" y="4697111"/>
                  </a:lnTo>
                  <a:lnTo>
                    <a:pt x="10460780" y="4693815"/>
                  </a:lnTo>
                  <a:lnTo>
                    <a:pt x="10419715" y="4688364"/>
                  </a:lnTo>
                  <a:lnTo>
                    <a:pt x="10364467" y="4680300"/>
                  </a:lnTo>
                  <a:lnTo>
                    <a:pt x="10296075" y="4669277"/>
                  </a:lnTo>
                  <a:lnTo>
                    <a:pt x="10216714" y="4655079"/>
                  </a:lnTo>
                  <a:lnTo>
                    <a:pt x="10129312" y="4637617"/>
                  </a:lnTo>
                  <a:lnTo>
                    <a:pt x="10037088" y="4616899"/>
                  </a:lnTo>
                  <a:lnTo>
                    <a:pt x="9943135" y="4592982"/>
                  </a:lnTo>
                  <a:lnTo>
                    <a:pt x="9850119" y="4565931"/>
                  </a:lnTo>
                  <a:lnTo>
                    <a:pt x="9760106" y="4535772"/>
                  </a:lnTo>
                  <a:lnTo>
                    <a:pt x="9674532" y="4502464"/>
                  </a:lnTo>
                  <a:lnTo>
                    <a:pt x="9594250" y="4465878"/>
                  </a:lnTo>
                  <a:lnTo>
                    <a:pt x="9519626" y="4425789"/>
                  </a:lnTo>
                  <a:lnTo>
                    <a:pt x="9450655" y="4381872"/>
                  </a:lnTo>
                  <a:lnTo>
                    <a:pt x="9387069" y="4333708"/>
                  </a:lnTo>
                  <a:lnTo>
                    <a:pt x="9328420" y="4280793"/>
                  </a:lnTo>
                  <a:lnTo>
                    <a:pt x="9274157" y="4222557"/>
                  </a:lnTo>
                  <a:lnTo>
                    <a:pt x="9223676" y="4158391"/>
                  </a:lnTo>
                  <a:lnTo>
                    <a:pt x="9176359" y="4087702"/>
                  </a:lnTo>
                  <a:lnTo>
                    <a:pt x="9131607" y="4009990"/>
                  </a:lnTo>
                  <a:lnTo>
                    <a:pt x="9088874" y="3924973"/>
                  </a:lnTo>
                  <a:lnTo>
                    <a:pt x="9084767" y="3916228"/>
                  </a:lnTo>
                  <a:lnTo>
                    <a:pt x="9054433" y="3848489"/>
                  </a:lnTo>
                  <a:lnTo>
                    <a:pt x="9024748" y="3776742"/>
                  </a:lnTo>
                  <a:lnTo>
                    <a:pt x="8995570" y="3700906"/>
                  </a:lnTo>
                  <a:lnTo>
                    <a:pt x="8966778" y="3620940"/>
                  </a:lnTo>
                  <a:lnTo>
                    <a:pt x="8938270" y="3536850"/>
                  </a:lnTo>
                  <a:lnTo>
                    <a:pt x="8909964" y="3448688"/>
                  </a:lnTo>
                  <a:lnTo>
                    <a:pt x="8881792" y="3356560"/>
                  </a:lnTo>
                  <a:lnTo>
                    <a:pt x="8853697" y="3260624"/>
                  </a:lnTo>
                  <a:lnTo>
                    <a:pt x="8825637" y="3161094"/>
                  </a:lnTo>
                  <a:lnTo>
                    <a:pt x="8797583" y="3058239"/>
                  </a:lnTo>
                  <a:lnTo>
                    <a:pt x="8769511" y="2952383"/>
                  </a:lnTo>
                  <a:lnTo>
                    <a:pt x="8741410" y="2843901"/>
                  </a:lnTo>
                  <a:lnTo>
                    <a:pt x="8713274" y="2733214"/>
                  </a:lnTo>
                  <a:lnTo>
                    <a:pt x="8685105" y="2620782"/>
                  </a:lnTo>
                  <a:lnTo>
                    <a:pt x="8656910" y="2507099"/>
                  </a:lnTo>
                  <a:lnTo>
                    <a:pt x="8628698" y="2392684"/>
                  </a:lnTo>
                  <a:lnTo>
                    <a:pt x="8600482" y="2278068"/>
                  </a:lnTo>
                  <a:lnTo>
                    <a:pt x="8572273" y="2163787"/>
                  </a:lnTo>
                  <a:lnTo>
                    <a:pt x="8544084" y="2050370"/>
                  </a:lnTo>
                  <a:lnTo>
                    <a:pt x="8515923" y="1938330"/>
                  </a:lnTo>
                  <a:lnTo>
                    <a:pt x="8487796" y="1828153"/>
                  </a:lnTo>
                  <a:lnTo>
                    <a:pt x="8459703" y="1720292"/>
                  </a:lnTo>
                  <a:lnTo>
                    <a:pt x="8431637" y="1615155"/>
                  </a:lnTo>
                  <a:lnTo>
                    <a:pt x="8403583" y="1513106"/>
                  </a:lnTo>
                  <a:lnTo>
                    <a:pt x="8375519" y="1414453"/>
                  </a:lnTo>
                  <a:lnTo>
                    <a:pt x="8347409" y="1319454"/>
                  </a:lnTo>
                  <a:lnTo>
                    <a:pt x="8319208" y="1228307"/>
                  </a:lnTo>
                  <a:lnTo>
                    <a:pt x="8290859" y="1141158"/>
                  </a:lnTo>
                  <a:lnTo>
                    <a:pt x="8262289" y="1058099"/>
                  </a:lnTo>
                  <a:lnTo>
                    <a:pt x="8233410" y="979170"/>
                  </a:lnTo>
                  <a:lnTo>
                    <a:pt x="8204116" y="904364"/>
                  </a:lnTo>
                  <a:lnTo>
                    <a:pt x="8174283" y="833631"/>
                  </a:lnTo>
                  <a:lnTo>
                    <a:pt x="8151487" y="783245"/>
                  </a:lnTo>
                  <a:lnTo>
                    <a:pt x="8108925" y="697509"/>
                  </a:lnTo>
                  <a:lnTo>
                    <a:pt x="8064395" y="619087"/>
                  </a:lnTo>
                  <a:lnTo>
                    <a:pt x="8017356" y="547728"/>
                  </a:lnTo>
                  <a:lnTo>
                    <a:pt x="7967213" y="482947"/>
                  </a:lnTo>
                  <a:lnTo>
                    <a:pt x="7913348" y="424155"/>
                  </a:lnTo>
                  <a:lnTo>
                    <a:pt x="7855156" y="370744"/>
                  </a:lnTo>
                  <a:lnTo>
                    <a:pt x="7792077" y="322137"/>
                  </a:lnTo>
                  <a:lnTo>
                    <a:pt x="7723651" y="277823"/>
                  </a:lnTo>
                  <a:lnTo>
                    <a:pt x="7649587" y="237373"/>
                  </a:lnTo>
                  <a:lnTo>
                    <a:pt x="7569851" y="200455"/>
                  </a:lnTo>
                  <a:lnTo>
                    <a:pt x="7484768" y="166832"/>
                  </a:lnTo>
                  <a:lnTo>
                    <a:pt x="7395138" y="136367"/>
                  </a:lnTo>
                  <a:lnTo>
                    <a:pt x="7302335" y="109010"/>
                  </a:lnTo>
                  <a:lnTo>
                    <a:pt x="7208366" y="84783"/>
                  </a:lnTo>
                  <a:lnTo>
                    <a:pt x="7115839" y="63747"/>
                  </a:lnTo>
                  <a:lnTo>
                    <a:pt x="7027820" y="45964"/>
                  </a:lnTo>
                  <a:lnTo>
                    <a:pt x="6947532" y="31448"/>
                  </a:lnTo>
                  <a:lnTo>
                    <a:pt x="6877950" y="20120"/>
                  </a:lnTo>
                  <a:lnTo>
                    <a:pt x="6821344" y="11779"/>
                  </a:lnTo>
                  <a:lnTo>
                    <a:pt x="6778877" y="6090"/>
                  </a:lnTo>
                  <a:lnTo>
                    <a:pt x="6750361" y="2605"/>
                  </a:lnTo>
                  <a:lnTo>
                    <a:pt x="6734203" y="798"/>
                  </a:lnTo>
                  <a:lnTo>
                    <a:pt x="6727528" y="112"/>
                  </a:lnTo>
                  <a:lnTo>
                    <a:pt x="6726344" y="0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072" y="88"/>
                  </a:lnTo>
                  <a:lnTo>
                    <a:pt x="5248237" y="715"/>
                  </a:lnTo>
                  <a:lnTo>
                    <a:pt x="5233422" y="2446"/>
                  </a:lnTo>
                  <a:lnTo>
                    <a:pt x="5206670" y="5860"/>
                  </a:lnTo>
                  <a:lnTo>
                    <a:pt x="5166261" y="11508"/>
                  </a:lnTo>
                  <a:lnTo>
                    <a:pt x="5111834" y="19866"/>
                  </a:lnTo>
                  <a:lnTo>
                    <a:pt x="5044364" y="31298"/>
                  </a:lnTo>
                  <a:lnTo>
                    <a:pt x="4965949" y="46033"/>
                  </a:lnTo>
                  <a:lnTo>
                    <a:pt x="4879437" y="64168"/>
                  </a:lnTo>
                  <a:lnTo>
                    <a:pt x="4787984" y="85701"/>
                  </a:lnTo>
                  <a:lnTo>
                    <a:pt x="4694644" y="110573"/>
                  </a:lnTo>
                  <a:lnTo>
                    <a:pt x="4602066" y="138716"/>
                  </a:lnTo>
                  <a:lnTo>
                    <a:pt x="4512322" y="170098"/>
                  </a:lnTo>
                  <a:lnTo>
                    <a:pt x="4426871" y="204757"/>
                  </a:lnTo>
                  <a:lnTo>
                    <a:pt x="4346592" y="242817"/>
                  </a:lnTo>
                  <a:lnTo>
                    <a:pt x="4271885" y="284503"/>
                  </a:lnTo>
                  <a:lnTo>
                    <a:pt x="4202775" y="330140"/>
                  </a:lnTo>
                  <a:lnTo>
                    <a:pt x="4139019" y="380154"/>
                  </a:lnTo>
                  <a:lnTo>
                    <a:pt x="4080196" y="435057"/>
                  </a:lnTo>
                  <a:lnTo>
                    <a:pt x="4025773" y="495434"/>
                  </a:lnTo>
                  <a:lnTo>
                    <a:pt x="3975160" y="561913"/>
                  </a:lnTo>
                  <a:lnTo>
                    <a:pt x="3927752" y="635114"/>
                  </a:lnTo>
                  <a:lnTo>
                    <a:pt x="3882956" y="715576"/>
                  </a:lnTo>
                  <a:lnTo>
                    <a:pt x="3840227" y="803630"/>
                  </a:lnTo>
                  <a:lnTo>
                    <a:pt x="3829811" y="826834"/>
                  </a:lnTo>
                  <a:lnTo>
                    <a:pt x="3800217" y="896528"/>
                  </a:lnTo>
                  <a:lnTo>
                    <a:pt x="3771244" y="970245"/>
                  </a:lnTo>
                  <a:lnTo>
                    <a:pt x="3742759" y="1048066"/>
                  </a:lnTo>
                  <a:lnTo>
                    <a:pt x="3714649" y="1130032"/>
                  </a:lnTo>
                  <a:lnTo>
                    <a:pt x="3686819" y="1216142"/>
                  </a:lnTo>
                  <a:lnTo>
                    <a:pt x="3659189" y="1306351"/>
                  </a:lnTo>
                  <a:lnTo>
                    <a:pt x="3631694" y="1400562"/>
                  </a:lnTo>
                  <a:lnTo>
                    <a:pt x="3604282" y="1498629"/>
                  </a:lnTo>
                  <a:lnTo>
                    <a:pt x="3576910" y="1600352"/>
                  </a:lnTo>
                  <a:lnTo>
                    <a:pt x="3549549" y="1705478"/>
                  </a:lnTo>
                  <a:lnTo>
                    <a:pt x="3522176" y="1813703"/>
                  </a:lnTo>
                  <a:lnTo>
                    <a:pt x="3494776" y="1924673"/>
                  </a:lnTo>
                  <a:lnTo>
                    <a:pt x="3467345" y="2037988"/>
                  </a:lnTo>
                  <a:lnTo>
                    <a:pt x="3439882" y="2153207"/>
                  </a:lnTo>
                  <a:lnTo>
                    <a:pt x="3412391" y="2269856"/>
                  </a:lnTo>
                  <a:lnTo>
                    <a:pt x="3384880" y="2387436"/>
                  </a:lnTo>
                  <a:lnTo>
                    <a:pt x="3357359" y="2505429"/>
                  </a:lnTo>
                  <a:lnTo>
                    <a:pt x="3329842" y="2623312"/>
                  </a:lnTo>
                  <a:lnTo>
                    <a:pt x="3302338" y="2740561"/>
                  </a:lnTo>
                  <a:lnTo>
                    <a:pt x="3274858" y="2856666"/>
                  </a:lnTo>
                  <a:lnTo>
                    <a:pt x="3247408" y="2971137"/>
                  </a:lnTo>
                  <a:lnTo>
                    <a:pt x="3219990" y="3083512"/>
                  </a:lnTo>
                  <a:lnTo>
                    <a:pt x="3192603" y="3193369"/>
                  </a:lnTo>
                  <a:lnTo>
                    <a:pt x="3165237" y="3300326"/>
                  </a:lnTo>
                  <a:lnTo>
                    <a:pt x="3137875" y="3404050"/>
                  </a:lnTo>
                  <a:lnTo>
                    <a:pt x="3110490" y="3504256"/>
                  </a:lnTo>
                  <a:lnTo>
                    <a:pt x="3083049" y="3600716"/>
                  </a:lnTo>
                  <a:lnTo>
                    <a:pt x="3055504" y="3693251"/>
                  </a:lnTo>
                  <a:lnTo>
                    <a:pt x="3027798" y="3781738"/>
                  </a:lnTo>
                  <a:lnTo>
                    <a:pt x="2999860" y="3866101"/>
                  </a:lnTo>
                  <a:lnTo>
                    <a:pt x="2971604" y="3946314"/>
                  </a:lnTo>
                  <a:lnTo>
                    <a:pt x="2942928" y="4022394"/>
                  </a:lnTo>
                  <a:lnTo>
                    <a:pt x="2913711" y="4094400"/>
                  </a:lnTo>
                  <a:lnTo>
                    <a:pt x="2896531" y="4134174"/>
                  </a:lnTo>
                  <a:lnTo>
                    <a:pt x="2854241" y="4224139"/>
                  </a:lnTo>
                  <a:lnTo>
                    <a:pt x="2810011" y="4306479"/>
                  </a:lnTo>
                  <a:lnTo>
                    <a:pt x="2763310" y="4381450"/>
                  </a:lnTo>
                  <a:lnTo>
                    <a:pt x="2713555" y="4449553"/>
                  </a:lnTo>
                  <a:lnTo>
                    <a:pt x="2660141" y="4511396"/>
                  </a:lnTo>
                  <a:lnTo>
                    <a:pt x="2602470" y="4567611"/>
                  </a:lnTo>
                  <a:lnTo>
                    <a:pt x="2539993" y="4618795"/>
                  </a:lnTo>
                  <a:lnTo>
                    <a:pt x="2472253" y="4665483"/>
                  </a:lnTo>
                  <a:lnTo>
                    <a:pt x="2398955" y="4708122"/>
                  </a:lnTo>
                  <a:lnTo>
                    <a:pt x="2320047" y="4747064"/>
                  </a:lnTo>
                  <a:lnTo>
                    <a:pt x="2235827" y="4782557"/>
                  </a:lnTo>
                  <a:lnTo>
                    <a:pt x="2147044" y="4814752"/>
                  </a:lnTo>
                  <a:lnTo>
                    <a:pt x="2055004" y="4843706"/>
                  </a:lnTo>
                  <a:lnTo>
                    <a:pt x="1961626" y="4869400"/>
                  </a:lnTo>
                  <a:lnTo>
                    <a:pt x="1869427" y="4891775"/>
                  </a:lnTo>
                  <a:lnTo>
                    <a:pt x="1781382" y="4910763"/>
                  </a:lnTo>
                  <a:lnTo>
                    <a:pt x="1700656" y="4926343"/>
                  </a:lnTo>
                  <a:lnTo>
                    <a:pt x="1630217" y="4938585"/>
                  </a:lnTo>
                  <a:lnTo>
                    <a:pt x="1572389" y="4947683"/>
                  </a:lnTo>
                  <a:lnTo>
                    <a:pt x="1528455" y="4953967"/>
                  </a:lnTo>
                  <a:lnTo>
                    <a:pt x="1498399" y="4957889"/>
                  </a:lnTo>
                  <a:lnTo>
                    <a:pt x="1480832" y="4959988"/>
                  </a:lnTo>
                  <a:lnTo>
                    <a:pt x="1473090" y="4960837"/>
                  </a:lnTo>
                  <a:lnTo>
                    <a:pt x="1471401" y="4961008"/>
                  </a:lnTo>
                  <a:lnTo>
                    <a:pt x="1471387" y="4961009"/>
                  </a:lnTo>
                  <a:lnTo>
                    <a:pt x="0" y="496100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898" name="pg1898"/>
            <p:cNvSpPr/>
            <p:nvPr/>
          </p:nvSpPr>
          <p:spPr>
            <a:xfrm>
              <a:off x="4799595" y="4849002"/>
              <a:ext cx="11981298" cy="5590330"/>
            </a:xfrm>
            <a:custGeom>
              <a:avLst/>
              <a:pathLst>
                <a:path w="11981298" h="5590330">
                  <a:moveTo>
                    <a:pt x="0" y="5590330"/>
                  </a:moveTo>
                  <a:lnTo>
                    <a:pt x="1471387" y="5590330"/>
                  </a:lnTo>
                  <a:lnTo>
                    <a:pt x="1472596" y="5590293"/>
                  </a:lnTo>
                  <a:lnTo>
                    <a:pt x="1480533" y="5590023"/>
                  </a:lnTo>
                  <a:lnTo>
                    <a:pt x="1500502" y="5589277"/>
                  </a:lnTo>
                  <a:lnTo>
                    <a:pt x="1536113" y="5587810"/>
                  </a:lnTo>
                  <a:lnTo>
                    <a:pt x="1589007" y="5585395"/>
                  </a:lnTo>
                  <a:lnTo>
                    <a:pt x="1658732" y="5581852"/>
                  </a:lnTo>
                  <a:lnTo>
                    <a:pt x="1742953" y="5577060"/>
                  </a:lnTo>
                  <a:lnTo>
                    <a:pt x="1837984" y="5570962"/>
                  </a:lnTo>
                  <a:lnTo>
                    <a:pt x="1939525" y="5563555"/>
                  </a:lnTo>
                  <a:lnTo>
                    <a:pt x="2043367" y="5554861"/>
                  </a:lnTo>
                  <a:lnTo>
                    <a:pt x="2145919" y="5544909"/>
                  </a:lnTo>
                  <a:lnTo>
                    <a:pt x="2244480" y="5533707"/>
                  </a:lnTo>
                  <a:lnTo>
                    <a:pt x="2337285" y="5521229"/>
                  </a:lnTo>
                  <a:lnTo>
                    <a:pt x="2423404" y="5507404"/>
                  </a:lnTo>
                  <a:lnTo>
                    <a:pt x="2502569" y="5492114"/>
                  </a:lnTo>
                  <a:lnTo>
                    <a:pt x="2574989" y="5475192"/>
                  </a:lnTo>
                  <a:lnTo>
                    <a:pt x="2641190" y="5456427"/>
                  </a:lnTo>
                  <a:lnTo>
                    <a:pt x="2701885" y="5435572"/>
                  </a:lnTo>
                  <a:lnTo>
                    <a:pt x="2757884" y="5412360"/>
                  </a:lnTo>
                  <a:lnTo>
                    <a:pt x="2810019" y="5386527"/>
                  </a:lnTo>
                  <a:lnTo>
                    <a:pt x="2859094" y="5357856"/>
                  </a:lnTo>
                  <a:lnTo>
                    <a:pt x="2896531" y="5332881"/>
                  </a:lnTo>
                  <a:lnTo>
                    <a:pt x="2942778" y="5298196"/>
                  </a:lnTo>
                  <a:lnTo>
                    <a:pt x="2987678" y="5260377"/>
                  </a:lnTo>
                  <a:lnTo>
                    <a:pt x="3031683" y="5219370"/>
                  </a:lnTo>
                  <a:lnTo>
                    <a:pt x="3075136" y="5175197"/>
                  </a:lnTo>
                  <a:lnTo>
                    <a:pt x="3118291" y="5127977"/>
                  </a:lnTo>
                  <a:lnTo>
                    <a:pt x="3161330" y="5077923"/>
                  </a:lnTo>
                  <a:lnTo>
                    <a:pt x="3204368" y="5025351"/>
                  </a:lnTo>
                  <a:lnTo>
                    <a:pt x="3247467" y="4970673"/>
                  </a:lnTo>
                  <a:lnTo>
                    <a:pt x="3290645" y="4914385"/>
                  </a:lnTo>
                  <a:lnTo>
                    <a:pt x="3333889" y="4857056"/>
                  </a:lnTo>
                  <a:lnTo>
                    <a:pt x="3377163" y="4799299"/>
                  </a:lnTo>
                  <a:lnTo>
                    <a:pt x="3420423" y="4741748"/>
                  </a:lnTo>
                  <a:lnTo>
                    <a:pt x="3463627" y="4685025"/>
                  </a:lnTo>
                  <a:lnTo>
                    <a:pt x="3506754" y="4629717"/>
                  </a:lnTo>
                  <a:lnTo>
                    <a:pt x="3549809" y="4576348"/>
                  </a:lnTo>
                  <a:lnTo>
                    <a:pt x="3592837" y="4525364"/>
                  </a:lnTo>
                  <a:lnTo>
                    <a:pt x="3635934" y="4477112"/>
                  </a:lnTo>
                  <a:lnTo>
                    <a:pt x="3679257" y="4431845"/>
                  </a:lnTo>
                  <a:lnTo>
                    <a:pt x="3723032" y="4389712"/>
                  </a:lnTo>
                  <a:lnTo>
                    <a:pt x="3767571" y="4350769"/>
                  </a:lnTo>
                  <a:lnTo>
                    <a:pt x="3813283" y="4314988"/>
                  </a:lnTo>
                  <a:lnTo>
                    <a:pt x="3829811" y="4303083"/>
                  </a:lnTo>
                  <a:lnTo>
                    <a:pt x="3876971" y="4272069"/>
                  </a:lnTo>
                  <a:lnTo>
                    <a:pt x="3926604" y="4243985"/>
                  </a:lnTo>
                  <a:lnTo>
                    <a:pt x="3979454" y="4218702"/>
                  </a:lnTo>
                  <a:lnTo>
                    <a:pt x="4036336" y="4195989"/>
                  </a:lnTo>
                  <a:lnTo>
                    <a:pt x="4098083" y="4175579"/>
                  </a:lnTo>
                  <a:lnTo>
                    <a:pt x="4165489" y="4157206"/>
                  </a:lnTo>
                  <a:lnTo>
                    <a:pt x="4239240" y="4140630"/>
                  </a:lnTo>
                  <a:lnTo>
                    <a:pt x="4319808" y="4125648"/>
                  </a:lnTo>
                  <a:lnTo>
                    <a:pt x="4407321" y="4112104"/>
                  </a:lnTo>
                  <a:lnTo>
                    <a:pt x="4501391" y="4099889"/>
                  </a:lnTo>
                  <a:lnTo>
                    <a:pt x="4600932" y="4088940"/>
                  </a:lnTo>
                  <a:lnTo>
                    <a:pt x="4703994" y="4079241"/>
                  </a:lnTo>
                  <a:lnTo>
                    <a:pt x="4807686" y="4070805"/>
                  </a:lnTo>
                  <a:lnTo>
                    <a:pt x="4908261" y="4063661"/>
                  </a:lnTo>
                  <a:lnTo>
                    <a:pt x="5001442" y="4057830"/>
                  </a:lnTo>
                  <a:lnTo>
                    <a:pt x="5082993" y="4053297"/>
                  </a:lnTo>
                  <a:lnTo>
                    <a:pt x="5149445" y="4049994"/>
                  </a:lnTo>
                  <a:lnTo>
                    <a:pt x="5198809" y="4047788"/>
                  </a:lnTo>
                  <a:lnTo>
                    <a:pt x="5231055" y="4046486"/>
                  </a:lnTo>
                  <a:lnTo>
                    <a:pt x="5248239" y="4045856"/>
                  </a:lnTo>
                  <a:lnTo>
                    <a:pt x="5254335" y="4045653"/>
                  </a:lnTo>
                  <a:lnTo>
                    <a:pt x="5254955" y="4045634"/>
                  </a:lnTo>
                  <a:lnTo>
                    <a:pt x="6726343" y="4045634"/>
                  </a:lnTo>
                  <a:lnTo>
                    <a:pt x="6727283" y="4045557"/>
                  </a:lnTo>
                  <a:lnTo>
                    <a:pt x="6733488" y="4045013"/>
                  </a:lnTo>
                  <a:lnTo>
                    <a:pt x="6749217" y="4043509"/>
                  </a:lnTo>
                  <a:lnTo>
                    <a:pt x="6777554" y="4040546"/>
                  </a:lnTo>
                  <a:lnTo>
                    <a:pt x="6820226" y="4035648"/>
                  </a:lnTo>
                  <a:lnTo>
                    <a:pt x="6877477" y="4028410"/>
                  </a:lnTo>
                  <a:lnTo>
                    <a:pt x="6948109" y="4018530"/>
                  </a:lnTo>
                  <a:lnTo>
                    <a:pt x="7029752" y="4005827"/>
                  </a:lnTo>
                  <a:lnTo>
                    <a:pt x="7119286" y="3990231"/>
                  </a:lnTo>
                  <a:lnTo>
                    <a:pt x="7213339" y="3971758"/>
                  </a:lnTo>
                  <a:lnTo>
                    <a:pt x="7308725" y="3950462"/>
                  </a:lnTo>
                  <a:lnTo>
                    <a:pt x="7402748" y="3926398"/>
                  </a:lnTo>
                  <a:lnTo>
                    <a:pt x="7493361" y="3899581"/>
                  </a:lnTo>
                  <a:lnTo>
                    <a:pt x="7579184" y="3869960"/>
                  </a:lnTo>
                  <a:lnTo>
                    <a:pt x="7659438" y="3837402"/>
                  </a:lnTo>
                  <a:lnTo>
                    <a:pt x="7733833" y="3801684"/>
                  </a:lnTo>
                  <a:lnTo>
                    <a:pt x="7802449" y="3762496"/>
                  </a:lnTo>
                  <a:lnTo>
                    <a:pt x="7865622" y="3719439"/>
                  </a:lnTo>
                  <a:lnTo>
                    <a:pt x="7923853" y="3672043"/>
                  </a:lnTo>
                  <a:lnTo>
                    <a:pt x="7977740" y="3619783"/>
                  </a:lnTo>
                  <a:lnTo>
                    <a:pt x="8027923" y="3562110"/>
                  </a:lnTo>
                  <a:lnTo>
                    <a:pt x="8075045" y="3498509"/>
                  </a:lnTo>
                  <a:lnTo>
                    <a:pt x="8119718" y="3428579"/>
                  </a:lnTo>
                  <a:lnTo>
                    <a:pt x="8151487" y="3372723"/>
                  </a:lnTo>
                  <a:lnTo>
                    <a:pt x="8183954" y="3310253"/>
                  </a:lnTo>
                  <a:lnTo>
                    <a:pt x="8215688" y="3243823"/>
                  </a:lnTo>
                  <a:lnTo>
                    <a:pt x="8246863" y="3173355"/>
                  </a:lnTo>
                  <a:lnTo>
                    <a:pt x="8277621" y="3098814"/>
                  </a:lnTo>
                  <a:lnTo>
                    <a:pt x="8308081" y="3020217"/>
                  </a:lnTo>
                  <a:lnTo>
                    <a:pt x="8338339" y="2937638"/>
                  </a:lnTo>
                  <a:lnTo>
                    <a:pt x="8368473" y="2851209"/>
                  </a:lnTo>
                  <a:lnTo>
                    <a:pt x="8398544" y="2761125"/>
                  </a:lnTo>
                  <a:lnTo>
                    <a:pt x="8428595" y="2667643"/>
                  </a:lnTo>
                  <a:lnTo>
                    <a:pt x="8458658" y="2571083"/>
                  </a:lnTo>
                  <a:lnTo>
                    <a:pt x="8488752" y="2471823"/>
                  </a:lnTo>
                  <a:lnTo>
                    <a:pt x="8518884" y="2370296"/>
                  </a:lnTo>
                  <a:lnTo>
                    <a:pt x="8549055" y="2266981"/>
                  </a:lnTo>
                  <a:lnTo>
                    <a:pt x="8579257" y="2162397"/>
                  </a:lnTo>
                  <a:lnTo>
                    <a:pt x="8609478" y="2057088"/>
                  </a:lnTo>
                  <a:lnTo>
                    <a:pt x="8639704" y="1951618"/>
                  </a:lnTo>
                  <a:lnTo>
                    <a:pt x="8669919" y="1846551"/>
                  </a:lnTo>
                  <a:lnTo>
                    <a:pt x="8700108" y="1742445"/>
                  </a:lnTo>
                  <a:lnTo>
                    <a:pt x="8730263" y="1639833"/>
                  </a:lnTo>
                  <a:lnTo>
                    <a:pt x="8760379" y="1539219"/>
                  </a:lnTo>
                  <a:lnTo>
                    <a:pt x="8790458" y="1441064"/>
                  </a:lnTo>
                  <a:lnTo>
                    <a:pt x="8820513" y="1345778"/>
                  </a:lnTo>
                  <a:lnTo>
                    <a:pt x="8850568" y="1253714"/>
                  </a:lnTo>
                  <a:lnTo>
                    <a:pt x="8880659" y="1165166"/>
                  </a:lnTo>
                  <a:lnTo>
                    <a:pt x="8910838" y="1080364"/>
                  </a:lnTo>
                  <a:lnTo>
                    <a:pt x="8941172" y="999475"/>
                  </a:lnTo>
                  <a:lnTo>
                    <a:pt x="8971746" y="922608"/>
                  </a:lnTo>
                  <a:lnTo>
                    <a:pt x="9002667" y="849810"/>
                  </a:lnTo>
                  <a:lnTo>
                    <a:pt x="9034062" y="781076"/>
                  </a:lnTo>
                  <a:lnTo>
                    <a:pt x="9066087" y="716353"/>
                  </a:lnTo>
                  <a:lnTo>
                    <a:pt x="9084767" y="681083"/>
                  </a:lnTo>
                  <a:lnTo>
                    <a:pt x="9127986" y="606359"/>
                  </a:lnTo>
                  <a:lnTo>
                    <a:pt x="9173242" y="538107"/>
                  </a:lnTo>
                  <a:lnTo>
                    <a:pt x="9221101" y="476098"/>
                  </a:lnTo>
                  <a:lnTo>
                    <a:pt x="9272188" y="419890"/>
                  </a:lnTo>
                  <a:lnTo>
                    <a:pt x="9327148" y="368952"/>
                  </a:lnTo>
                  <a:lnTo>
                    <a:pt x="9386613" y="322737"/>
                  </a:lnTo>
                  <a:lnTo>
                    <a:pt x="9451163" y="280731"/>
                  </a:lnTo>
                  <a:lnTo>
                    <a:pt x="9521263" y="242483"/>
                  </a:lnTo>
                  <a:lnTo>
                    <a:pt x="9597192" y="207616"/>
                  </a:lnTo>
                  <a:lnTo>
                    <a:pt x="9678944" y="175842"/>
                  </a:lnTo>
                  <a:lnTo>
                    <a:pt x="9766114" y="146962"/>
                  </a:lnTo>
                  <a:lnTo>
                    <a:pt x="9857776" y="120865"/>
                  </a:lnTo>
                  <a:lnTo>
                    <a:pt x="9952380" y="97520"/>
                  </a:lnTo>
                  <a:lnTo>
                    <a:pt x="10047702" y="76954"/>
                  </a:lnTo>
                  <a:lnTo>
                    <a:pt x="10140898" y="59227"/>
                  </a:lnTo>
                  <a:lnTo>
                    <a:pt x="10228696" y="44387"/>
                  </a:lnTo>
                  <a:lnTo>
                    <a:pt x="10307745" y="32431"/>
                  </a:lnTo>
                  <a:lnTo>
                    <a:pt x="10375074" y="23263"/>
                  </a:lnTo>
                  <a:lnTo>
                    <a:pt x="10428581" y="16670"/>
                  </a:lnTo>
                  <a:lnTo>
                    <a:pt x="10467429" y="12319"/>
                  </a:lnTo>
                  <a:lnTo>
                    <a:pt x="10492252" y="9784"/>
                  </a:lnTo>
                  <a:lnTo>
                    <a:pt x="10505149" y="8579"/>
                  </a:lnTo>
                  <a:lnTo>
                    <a:pt x="10509526" y="8203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8970" y="76"/>
                  </a:lnTo>
                  <a:lnTo>
                    <a:pt x="10502765" y="620"/>
                  </a:lnTo>
                  <a:lnTo>
                    <a:pt x="10487036" y="2124"/>
                  </a:lnTo>
                  <a:lnTo>
                    <a:pt x="10458699" y="5087"/>
                  </a:lnTo>
                  <a:lnTo>
                    <a:pt x="10416027" y="9985"/>
                  </a:lnTo>
                  <a:lnTo>
                    <a:pt x="10358776" y="17223"/>
                  </a:lnTo>
                  <a:lnTo>
                    <a:pt x="10288144" y="27103"/>
                  </a:lnTo>
                  <a:lnTo>
                    <a:pt x="10206501" y="39806"/>
                  </a:lnTo>
                  <a:lnTo>
                    <a:pt x="10116968" y="55402"/>
                  </a:lnTo>
                  <a:lnTo>
                    <a:pt x="10022914" y="73875"/>
                  </a:lnTo>
                  <a:lnTo>
                    <a:pt x="9927529" y="95171"/>
                  </a:lnTo>
                  <a:lnTo>
                    <a:pt x="9833505" y="119235"/>
                  </a:lnTo>
                  <a:lnTo>
                    <a:pt x="9742892" y="146052"/>
                  </a:lnTo>
                  <a:lnTo>
                    <a:pt x="9657069" y="175673"/>
                  </a:lnTo>
                  <a:lnTo>
                    <a:pt x="9576815" y="208231"/>
                  </a:lnTo>
                  <a:lnTo>
                    <a:pt x="9502420" y="243949"/>
                  </a:lnTo>
                  <a:lnTo>
                    <a:pt x="9433804" y="283138"/>
                  </a:lnTo>
                  <a:lnTo>
                    <a:pt x="9370631" y="326195"/>
                  </a:lnTo>
                  <a:lnTo>
                    <a:pt x="9312400" y="373590"/>
                  </a:lnTo>
                  <a:lnTo>
                    <a:pt x="9258513" y="425850"/>
                  </a:lnTo>
                  <a:lnTo>
                    <a:pt x="9208330" y="483523"/>
                  </a:lnTo>
                  <a:lnTo>
                    <a:pt x="9161208" y="547124"/>
                  </a:lnTo>
                  <a:lnTo>
                    <a:pt x="9116536" y="617054"/>
                  </a:lnTo>
                  <a:lnTo>
                    <a:pt x="9084767" y="672910"/>
                  </a:lnTo>
                  <a:lnTo>
                    <a:pt x="9052299" y="735380"/>
                  </a:lnTo>
                  <a:lnTo>
                    <a:pt x="9020565" y="801810"/>
                  </a:lnTo>
                  <a:lnTo>
                    <a:pt x="8989390" y="872278"/>
                  </a:lnTo>
                  <a:lnTo>
                    <a:pt x="8958632" y="946819"/>
                  </a:lnTo>
                  <a:lnTo>
                    <a:pt x="8928173" y="1025416"/>
                  </a:lnTo>
                  <a:lnTo>
                    <a:pt x="8897914" y="1107995"/>
                  </a:lnTo>
                  <a:lnTo>
                    <a:pt x="8867780" y="1194424"/>
                  </a:lnTo>
                  <a:lnTo>
                    <a:pt x="8837710" y="1284508"/>
                  </a:lnTo>
                  <a:lnTo>
                    <a:pt x="8807658" y="1377990"/>
                  </a:lnTo>
                  <a:lnTo>
                    <a:pt x="8777595" y="1474550"/>
                  </a:lnTo>
                  <a:lnTo>
                    <a:pt x="8747501" y="1573810"/>
                  </a:lnTo>
                  <a:lnTo>
                    <a:pt x="8717369" y="1675337"/>
                  </a:lnTo>
                  <a:lnTo>
                    <a:pt x="8687198" y="1778652"/>
                  </a:lnTo>
                  <a:lnTo>
                    <a:pt x="8656996" y="1883236"/>
                  </a:lnTo>
                  <a:lnTo>
                    <a:pt x="8626775" y="1988545"/>
                  </a:lnTo>
                  <a:lnTo>
                    <a:pt x="8596549" y="2094015"/>
                  </a:lnTo>
                  <a:lnTo>
                    <a:pt x="8566335" y="2199082"/>
                  </a:lnTo>
                  <a:lnTo>
                    <a:pt x="8536145" y="2303189"/>
                  </a:lnTo>
                  <a:lnTo>
                    <a:pt x="8505990" y="2405800"/>
                  </a:lnTo>
                  <a:lnTo>
                    <a:pt x="8475874" y="2506414"/>
                  </a:lnTo>
                  <a:lnTo>
                    <a:pt x="8445795" y="2604569"/>
                  </a:lnTo>
                  <a:lnTo>
                    <a:pt x="8415740" y="2699855"/>
                  </a:lnTo>
                  <a:lnTo>
                    <a:pt x="8385685" y="2791919"/>
                  </a:lnTo>
                  <a:lnTo>
                    <a:pt x="8355594" y="2880467"/>
                  </a:lnTo>
                  <a:lnTo>
                    <a:pt x="8325415" y="2965269"/>
                  </a:lnTo>
                  <a:lnTo>
                    <a:pt x="8295081" y="3046158"/>
                  </a:lnTo>
                  <a:lnTo>
                    <a:pt x="8264507" y="3123025"/>
                  </a:lnTo>
                  <a:lnTo>
                    <a:pt x="8233587" y="3195823"/>
                  </a:lnTo>
                  <a:lnTo>
                    <a:pt x="8202191" y="3264557"/>
                  </a:lnTo>
                  <a:lnTo>
                    <a:pt x="8170166" y="3329281"/>
                  </a:lnTo>
                  <a:lnTo>
                    <a:pt x="8151487" y="3364550"/>
                  </a:lnTo>
                  <a:lnTo>
                    <a:pt x="8108267" y="3439275"/>
                  </a:lnTo>
                  <a:lnTo>
                    <a:pt x="8063012" y="3507526"/>
                  </a:lnTo>
                  <a:lnTo>
                    <a:pt x="8015152" y="3569535"/>
                  </a:lnTo>
                  <a:lnTo>
                    <a:pt x="7964065" y="3625743"/>
                  </a:lnTo>
                  <a:lnTo>
                    <a:pt x="7909106" y="3676682"/>
                  </a:lnTo>
                  <a:lnTo>
                    <a:pt x="7849640" y="3722897"/>
                  </a:lnTo>
                  <a:lnTo>
                    <a:pt x="7785090" y="3764902"/>
                  </a:lnTo>
                  <a:lnTo>
                    <a:pt x="7714991" y="3803150"/>
                  </a:lnTo>
                  <a:lnTo>
                    <a:pt x="7639062" y="3838017"/>
                  </a:lnTo>
                  <a:lnTo>
                    <a:pt x="7557309" y="3869791"/>
                  </a:lnTo>
                  <a:lnTo>
                    <a:pt x="7470139" y="3898671"/>
                  </a:lnTo>
                  <a:lnTo>
                    <a:pt x="7378477" y="3924768"/>
                  </a:lnTo>
                  <a:lnTo>
                    <a:pt x="7283873" y="3948113"/>
                  </a:lnTo>
                  <a:lnTo>
                    <a:pt x="7188551" y="3968679"/>
                  </a:lnTo>
                  <a:lnTo>
                    <a:pt x="7095355" y="3986406"/>
                  </a:lnTo>
                  <a:lnTo>
                    <a:pt x="7007557" y="4001246"/>
                  </a:lnTo>
                  <a:lnTo>
                    <a:pt x="6928508" y="4013202"/>
                  </a:lnTo>
                  <a:lnTo>
                    <a:pt x="6861179" y="4022370"/>
                  </a:lnTo>
                  <a:lnTo>
                    <a:pt x="6807672" y="4028964"/>
                  </a:lnTo>
                  <a:lnTo>
                    <a:pt x="6768824" y="4033314"/>
                  </a:lnTo>
                  <a:lnTo>
                    <a:pt x="6744001" y="4035849"/>
                  </a:lnTo>
                  <a:lnTo>
                    <a:pt x="6731104" y="4037054"/>
                  </a:lnTo>
                  <a:lnTo>
                    <a:pt x="6726727" y="4037430"/>
                  </a:lnTo>
                  <a:lnTo>
                    <a:pt x="6726343" y="4037461"/>
                  </a:lnTo>
                  <a:lnTo>
                    <a:pt x="5254955" y="4037461"/>
                  </a:lnTo>
                  <a:lnTo>
                    <a:pt x="5253746" y="4037498"/>
                  </a:lnTo>
                  <a:lnTo>
                    <a:pt x="5245810" y="4037768"/>
                  </a:lnTo>
                  <a:lnTo>
                    <a:pt x="5225840" y="4038514"/>
                  </a:lnTo>
                  <a:lnTo>
                    <a:pt x="5190229" y="4039981"/>
                  </a:lnTo>
                  <a:lnTo>
                    <a:pt x="5137335" y="4042396"/>
                  </a:lnTo>
                  <a:lnTo>
                    <a:pt x="5067610" y="4045939"/>
                  </a:lnTo>
                  <a:lnTo>
                    <a:pt x="4983390" y="4050731"/>
                  </a:lnTo>
                  <a:lnTo>
                    <a:pt x="4888358" y="4056829"/>
                  </a:lnTo>
                  <a:lnTo>
                    <a:pt x="4786817" y="4064236"/>
                  </a:lnTo>
                  <a:lnTo>
                    <a:pt x="4682975" y="4072930"/>
                  </a:lnTo>
                  <a:lnTo>
                    <a:pt x="4580423" y="4082882"/>
                  </a:lnTo>
                  <a:lnTo>
                    <a:pt x="4481862" y="4094084"/>
                  </a:lnTo>
                  <a:lnTo>
                    <a:pt x="4389057" y="4106562"/>
                  </a:lnTo>
                  <a:lnTo>
                    <a:pt x="4302938" y="4120387"/>
                  </a:lnTo>
                  <a:lnTo>
                    <a:pt x="4223773" y="4135677"/>
                  </a:lnTo>
                  <a:lnTo>
                    <a:pt x="4151353" y="4152599"/>
                  </a:lnTo>
                  <a:lnTo>
                    <a:pt x="4085152" y="4171364"/>
                  </a:lnTo>
                  <a:lnTo>
                    <a:pt x="4024457" y="4192219"/>
                  </a:lnTo>
                  <a:lnTo>
                    <a:pt x="3968458" y="4215431"/>
                  </a:lnTo>
                  <a:lnTo>
                    <a:pt x="3916323" y="4241264"/>
                  </a:lnTo>
                  <a:lnTo>
                    <a:pt x="3867248" y="4269935"/>
                  </a:lnTo>
                  <a:lnTo>
                    <a:pt x="3829811" y="4294910"/>
                  </a:lnTo>
                  <a:lnTo>
                    <a:pt x="3783564" y="4329595"/>
                  </a:lnTo>
                  <a:lnTo>
                    <a:pt x="3738664" y="4367414"/>
                  </a:lnTo>
                  <a:lnTo>
                    <a:pt x="3694659" y="4408421"/>
                  </a:lnTo>
                  <a:lnTo>
                    <a:pt x="3651206" y="4452594"/>
                  </a:lnTo>
                  <a:lnTo>
                    <a:pt x="3608051" y="4499814"/>
                  </a:lnTo>
                  <a:lnTo>
                    <a:pt x="3565012" y="4549868"/>
                  </a:lnTo>
                  <a:lnTo>
                    <a:pt x="3521974" y="4602440"/>
                  </a:lnTo>
                  <a:lnTo>
                    <a:pt x="3478875" y="4657118"/>
                  </a:lnTo>
                  <a:lnTo>
                    <a:pt x="3435697" y="4713406"/>
                  </a:lnTo>
                  <a:lnTo>
                    <a:pt x="3392453" y="4770735"/>
                  </a:lnTo>
                  <a:lnTo>
                    <a:pt x="3349179" y="4828492"/>
                  </a:lnTo>
                  <a:lnTo>
                    <a:pt x="3305920" y="4886043"/>
                  </a:lnTo>
                  <a:lnTo>
                    <a:pt x="3262715" y="4942766"/>
                  </a:lnTo>
                  <a:lnTo>
                    <a:pt x="3219588" y="4998075"/>
                  </a:lnTo>
                  <a:lnTo>
                    <a:pt x="3176533" y="5051443"/>
                  </a:lnTo>
                  <a:lnTo>
                    <a:pt x="3133505" y="5102427"/>
                  </a:lnTo>
                  <a:lnTo>
                    <a:pt x="3090408" y="5150679"/>
                  </a:lnTo>
                  <a:lnTo>
                    <a:pt x="3047085" y="5195946"/>
                  </a:lnTo>
                  <a:lnTo>
                    <a:pt x="3003310" y="5238079"/>
                  </a:lnTo>
                  <a:lnTo>
                    <a:pt x="2958772" y="5277022"/>
                  </a:lnTo>
                  <a:lnTo>
                    <a:pt x="2913060" y="5312803"/>
                  </a:lnTo>
                  <a:lnTo>
                    <a:pt x="2896531" y="5324708"/>
                  </a:lnTo>
                  <a:lnTo>
                    <a:pt x="2849371" y="5355722"/>
                  </a:lnTo>
                  <a:lnTo>
                    <a:pt x="2799738" y="5383806"/>
                  </a:lnTo>
                  <a:lnTo>
                    <a:pt x="2746888" y="5409089"/>
                  </a:lnTo>
                  <a:lnTo>
                    <a:pt x="2690006" y="5431802"/>
                  </a:lnTo>
                  <a:lnTo>
                    <a:pt x="2628260" y="5452212"/>
                  </a:lnTo>
                  <a:lnTo>
                    <a:pt x="2560853" y="5470585"/>
                  </a:lnTo>
                  <a:lnTo>
                    <a:pt x="2487102" y="5487162"/>
                  </a:lnTo>
                  <a:lnTo>
                    <a:pt x="2406534" y="5502143"/>
                  </a:lnTo>
                  <a:lnTo>
                    <a:pt x="2319021" y="5515687"/>
                  </a:lnTo>
                  <a:lnTo>
                    <a:pt x="2224951" y="5527903"/>
                  </a:lnTo>
                  <a:lnTo>
                    <a:pt x="2125410" y="5538851"/>
                  </a:lnTo>
                  <a:lnTo>
                    <a:pt x="2022348" y="5548550"/>
                  </a:lnTo>
                  <a:lnTo>
                    <a:pt x="1918657" y="5556986"/>
                  </a:lnTo>
                  <a:lnTo>
                    <a:pt x="1818081" y="5564130"/>
                  </a:lnTo>
                  <a:lnTo>
                    <a:pt x="1724900" y="5569961"/>
                  </a:lnTo>
                  <a:lnTo>
                    <a:pt x="1643349" y="5574494"/>
                  </a:lnTo>
                  <a:lnTo>
                    <a:pt x="1576898" y="5577797"/>
                  </a:lnTo>
                  <a:lnTo>
                    <a:pt x="1527533" y="5580003"/>
                  </a:lnTo>
                  <a:lnTo>
                    <a:pt x="1495287" y="5581306"/>
                  </a:lnTo>
                  <a:lnTo>
                    <a:pt x="1478103" y="5581935"/>
                  </a:lnTo>
                  <a:lnTo>
                    <a:pt x="1472007" y="5582138"/>
                  </a:lnTo>
                  <a:lnTo>
                    <a:pt x="1471387" y="5582157"/>
                  </a:lnTo>
                  <a:lnTo>
                    <a:pt x="0" y="5582157"/>
                  </a:lnTo>
                  <a:close/>
                </a:path>
              </a:pathLst>
            </a:custGeom>
            <a:solidFill>
              <a:srgbClr val="FFB3B5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899" name="pl1899"/>
            <p:cNvSpPr/>
            <p:nvPr/>
          </p:nvSpPr>
          <p:spPr>
            <a:xfrm>
              <a:off x="4799595" y="4857175"/>
              <a:ext cx="11981298" cy="5582157"/>
            </a:xfrm>
            <a:custGeom>
              <a:avLst/>
              <a:pathLst>
                <a:path w="11981298" h="5582157">
                  <a:moveTo>
                    <a:pt x="0" y="5582157"/>
                  </a:moveTo>
                  <a:lnTo>
                    <a:pt x="1471387" y="5582157"/>
                  </a:lnTo>
                  <a:lnTo>
                    <a:pt x="1472596" y="5582120"/>
                  </a:lnTo>
                  <a:lnTo>
                    <a:pt x="1480533" y="5581850"/>
                  </a:lnTo>
                  <a:lnTo>
                    <a:pt x="1500502" y="5581104"/>
                  </a:lnTo>
                  <a:lnTo>
                    <a:pt x="1536113" y="5579637"/>
                  </a:lnTo>
                  <a:lnTo>
                    <a:pt x="1589007" y="5577222"/>
                  </a:lnTo>
                  <a:lnTo>
                    <a:pt x="1658732" y="5573679"/>
                  </a:lnTo>
                  <a:lnTo>
                    <a:pt x="1742953" y="5568887"/>
                  </a:lnTo>
                  <a:lnTo>
                    <a:pt x="1837984" y="5562789"/>
                  </a:lnTo>
                  <a:lnTo>
                    <a:pt x="1939525" y="5555382"/>
                  </a:lnTo>
                  <a:lnTo>
                    <a:pt x="2043367" y="5546688"/>
                  </a:lnTo>
                  <a:lnTo>
                    <a:pt x="2145919" y="5536736"/>
                  </a:lnTo>
                  <a:lnTo>
                    <a:pt x="2244480" y="5525534"/>
                  </a:lnTo>
                  <a:lnTo>
                    <a:pt x="2337285" y="5513056"/>
                  </a:lnTo>
                  <a:lnTo>
                    <a:pt x="2423404" y="5499231"/>
                  </a:lnTo>
                  <a:lnTo>
                    <a:pt x="2502569" y="5483941"/>
                  </a:lnTo>
                  <a:lnTo>
                    <a:pt x="2574989" y="5467019"/>
                  </a:lnTo>
                  <a:lnTo>
                    <a:pt x="2641190" y="5448254"/>
                  </a:lnTo>
                  <a:lnTo>
                    <a:pt x="2701885" y="5427399"/>
                  </a:lnTo>
                  <a:lnTo>
                    <a:pt x="2757884" y="5404187"/>
                  </a:lnTo>
                  <a:lnTo>
                    <a:pt x="2810019" y="5378354"/>
                  </a:lnTo>
                  <a:lnTo>
                    <a:pt x="2859094" y="5349683"/>
                  </a:lnTo>
                  <a:lnTo>
                    <a:pt x="2896531" y="5324708"/>
                  </a:lnTo>
                  <a:lnTo>
                    <a:pt x="2942778" y="5290023"/>
                  </a:lnTo>
                  <a:lnTo>
                    <a:pt x="2987678" y="5252204"/>
                  </a:lnTo>
                  <a:lnTo>
                    <a:pt x="3031683" y="5211197"/>
                  </a:lnTo>
                  <a:lnTo>
                    <a:pt x="3075136" y="5167024"/>
                  </a:lnTo>
                  <a:lnTo>
                    <a:pt x="3118291" y="5119804"/>
                  </a:lnTo>
                  <a:lnTo>
                    <a:pt x="3161330" y="5069750"/>
                  </a:lnTo>
                  <a:lnTo>
                    <a:pt x="3204368" y="5017178"/>
                  </a:lnTo>
                  <a:lnTo>
                    <a:pt x="3247467" y="4962500"/>
                  </a:lnTo>
                  <a:lnTo>
                    <a:pt x="3290645" y="4906212"/>
                  </a:lnTo>
                  <a:lnTo>
                    <a:pt x="3333889" y="4848883"/>
                  </a:lnTo>
                  <a:lnTo>
                    <a:pt x="3377163" y="4791126"/>
                  </a:lnTo>
                  <a:lnTo>
                    <a:pt x="3420423" y="4733575"/>
                  </a:lnTo>
                  <a:lnTo>
                    <a:pt x="3463627" y="4676852"/>
                  </a:lnTo>
                  <a:lnTo>
                    <a:pt x="3506754" y="4621544"/>
                  </a:lnTo>
                  <a:lnTo>
                    <a:pt x="3549809" y="4568175"/>
                  </a:lnTo>
                  <a:lnTo>
                    <a:pt x="3592837" y="4517191"/>
                  </a:lnTo>
                  <a:lnTo>
                    <a:pt x="3635934" y="4468939"/>
                  </a:lnTo>
                  <a:lnTo>
                    <a:pt x="3679257" y="4423672"/>
                  </a:lnTo>
                  <a:lnTo>
                    <a:pt x="3723032" y="4381539"/>
                  </a:lnTo>
                  <a:lnTo>
                    <a:pt x="3767571" y="4342596"/>
                  </a:lnTo>
                  <a:lnTo>
                    <a:pt x="3813283" y="4306815"/>
                  </a:lnTo>
                  <a:lnTo>
                    <a:pt x="3829811" y="4294910"/>
                  </a:lnTo>
                  <a:lnTo>
                    <a:pt x="3876971" y="4263896"/>
                  </a:lnTo>
                  <a:lnTo>
                    <a:pt x="3926604" y="4235812"/>
                  </a:lnTo>
                  <a:lnTo>
                    <a:pt x="3979454" y="4210529"/>
                  </a:lnTo>
                  <a:lnTo>
                    <a:pt x="4036336" y="4187816"/>
                  </a:lnTo>
                  <a:lnTo>
                    <a:pt x="4098083" y="4167406"/>
                  </a:lnTo>
                  <a:lnTo>
                    <a:pt x="4165489" y="4149033"/>
                  </a:lnTo>
                  <a:lnTo>
                    <a:pt x="4239240" y="4132457"/>
                  </a:lnTo>
                  <a:lnTo>
                    <a:pt x="4319808" y="4117475"/>
                  </a:lnTo>
                  <a:lnTo>
                    <a:pt x="4407321" y="4103931"/>
                  </a:lnTo>
                  <a:lnTo>
                    <a:pt x="4501391" y="4091716"/>
                  </a:lnTo>
                  <a:lnTo>
                    <a:pt x="4600932" y="4080767"/>
                  </a:lnTo>
                  <a:lnTo>
                    <a:pt x="4703994" y="4071068"/>
                  </a:lnTo>
                  <a:lnTo>
                    <a:pt x="4807686" y="4062632"/>
                  </a:lnTo>
                  <a:lnTo>
                    <a:pt x="4908261" y="4055488"/>
                  </a:lnTo>
                  <a:lnTo>
                    <a:pt x="5001442" y="4049657"/>
                  </a:lnTo>
                  <a:lnTo>
                    <a:pt x="5082993" y="4045124"/>
                  </a:lnTo>
                  <a:lnTo>
                    <a:pt x="5149445" y="4041821"/>
                  </a:lnTo>
                  <a:lnTo>
                    <a:pt x="5198809" y="4039615"/>
                  </a:lnTo>
                  <a:lnTo>
                    <a:pt x="5231055" y="4038313"/>
                  </a:lnTo>
                  <a:lnTo>
                    <a:pt x="5248239" y="4037683"/>
                  </a:lnTo>
                  <a:lnTo>
                    <a:pt x="5254335" y="4037480"/>
                  </a:lnTo>
                  <a:lnTo>
                    <a:pt x="5254955" y="4037461"/>
                  </a:lnTo>
                  <a:lnTo>
                    <a:pt x="6726343" y="4037461"/>
                  </a:lnTo>
                  <a:lnTo>
                    <a:pt x="6727283" y="4037384"/>
                  </a:lnTo>
                  <a:lnTo>
                    <a:pt x="6733488" y="4036840"/>
                  </a:lnTo>
                  <a:lnTo>
                    <a:pt x="6749217" y="4035336"/>
                  </a:lnTo>
                  <a:lnTo>
                    <a:pt x="6777554" y="4032373"/>
                  </a:lnTo>
                  <a:lnTo>
                    <a:pt x="6820226" y="4027475"/>
                  </a:lnTo>
                  <a:lnTo>
                    <a:pt x="6877477" y="4020237"/>
                  </a:lnTo>
                  <a:lnTo>
                    <a:pt x="6948109" y="4010357"/>
                  </a:lnTo>
                  <a:lnTo>
                    <a:pt x="7029752" y="3997654"/>
                  </a:lnTo>
                  <a:lnTo>
                    <a:pt x="7119286" y="3982058"/>
                  </a:lnTo>
                  <a:lnTo>
                    <a:pt x="7213339" y="3963585"/>
                  </a:lnTo>
                  <a:lnTo>
                    <a:pt x="7308725" y="3942289"/>
                  </a:lnTo>
                  <a:lnTo>
                    <a:pt x="7402748" y="3918225"/>
                  </a:lnTo>
                  <a:lnTo>
                    <a:pt x="7493361" y="3891408"/>
                  </a:lnTo>
                  <a:lnTo>
                    <a:pt x="7579184" y="3861787"/>
                  </a:lnTo>
                  <a:lnTo>
                    <a:pt x="7659438" y="3829229"/>
                  </a:lnTo>
                  <a:lnTo>
                    <a:pt x="7733833" y="3793511"/>
                  </a:lnTo>
                  <a:lnTo>
                    <a:pt x="7802449" y="3754323"/>
                  </a:lnTo>
                  <a:lnTo>
                    <a:pt x="7865622" y="3711266"/>
                  </a:lnTo>
                  <a:lnTo>
                    <a:pt x="7923853" y="3663870"/>
                  </a:lnTo>
                  <a:lnTo>
                    <a:pt x="7977740" y="3611610"/>
                  </a:lnTo>
                  <a:lnTo>
                    <a:pt x="8027923" y="3553937"/>
                  </a:lnTo>
                  <a:lnTo>
                    <a:pt x="8075045" y="3490336"/>
                  </a:lnTo>
                  <a:lnTo>
                    <a:pt x="8119718" y="3420406"/>
                  </a:lnTo>
                  <a:lnTo>
                    <a:pt x="8151487" y="3364550"/>
                  </a:lnTo>
                  <a:lnTo>
                    <a:pt x="8183954" y="3302080"/>
                  </a:lnTo>
                  <a:lnTo>
                    <a:pt x="8215688" y="3235650"/>
                  </a:lnTo>
                  <a:lnTo>
                    <a:pt x="8246863" y="3165182"/>
                  </a:lnTo>
                  <a:lnTo>
                    <a:pt x="8277621" y="3090641"/>
                  </a:lnTo>
                  <a:lnTo>
                    <a:pt x="8308081" y="3012044"/>
                  </a:lnTo>
                  <a:lnTo>
                    <a:pt x="8338339" y="2929465"/>
                  </a:lnTo>
                  <a:lnTo>
                    <a:pt x="8368473" y="2843036"/>
                  </a:lnTo>
                  <a:lnTo>
                    <a:pt x="8398544" y="2752952"/>
                  </a:lnTo>
                  <a:lnTo>
                    <a:pt x="8428595" y="2659470"/>
                  </a:lnTo>
                  <a:lnTo>
                    <a:pt x="8458658" y="2562910"/>
                  </a:lnTo>
                  <a:lnTo>
                    <a:pt x="8488752" y="2463650"/>
                  </a:lnTo>
                  <a:lnTo>
                    <a:pt x="8518884" y="2362123"/>
                  </a:lnTo>
                  <a:lnTo>
                    <a:pt x="8549055" y="2258808"/>
                  </a:lnTo>
                  <a:lnTo>
                    <a:pt x="8579257" y="2154224"/>
                  </a:lnTo>
                  <a:lnTo>
                    <a:pt x="8609478" y="2048915"/>
                  </a:lnTo>
                  <a:lnTo>
                    <a:pt x="8639704" y="1943445"/>
                  </a:lnTo>
                  <a:lnTo>
                    <a:pt x="8669919" y="1838378"/>
                  </a:lnTo>
                  <a:lnTo>
                    <a:pt x="8700108" y="1734272"/>
                  </a:lnTo>
                  <a:lnTo>
                    <a:pt x="8730263" y="1631660"/>
                  </a:lnTo>
                  <a:lnTo>
                    <a:pt x="8760379" y="1531046"/>
                  </a:lnTo>
                  <a:lnTo>
                    <a:pt x="8790458" y="1432891"/>
                  </a:lnTo>
                  <a:lnTo>
                    <a:pt x="8820513" y="1337605"/>
                  </a:lnTo>
                  <a:lnTo>
                    <a:pt x="8850568" y="1245541"/>
                  </a:lnTo>
                  <a:lnTo>
                    <a:pt x="8880659" y="1156993"/>
                  </a:lnTo>
                  <a:lnTo>
                    <a:pt x="8910838" y="1072191"/>
                  </a:lnTo>
                  <a:lnTo>
                    <a:pt x="8941172" y="991302"/>
                  </a:lnTo>
                  <a:lnTo>
                    <a:pt x="8971746" y="914435"/>
                  </a:lnTo>
                  <a:lnTo>
                    <a:pt x="9002667" y="841637"/>
                  </a:lnTo>
                  <a:lnTo>
                    <a:pt x="9034062" y="772903"/>
                  </a:lnTo>
                  <a:lnTo>
                    <a:pt x="9066087" y="708180"/>
                  </a:lnTo>
                  <a:lnTo>
                    <a:pt x="9084767" y="672910"/>
                  </a:lnTo>
                  <a:lnTo>
                    <a:pt x="9127986" y="598186"/>
                  </a:lnTo>
                  <a:lnTo>
                    <a:pt x="9173242" y="529934"/>
                  </a:lnTo>
                  <a:lnTo>
                    <a:pt x="9221101" y="467925"/>
                  </a:lnTo>
                  <a:lnTo>
                    <a:pt x="9272188" y="411717"/>
                  </a:lnTo>
                  <a:lnTo>
                    <a:pt x="9327148" y="360779"/>
                  </a:lnTo>
                  <a:lnTo>
                    <a:pt x="9386613" y="314564"/>
                  </a:lnTo>
                  <a:lnTo>
                    <a:pt x="9451163" y="272558"/>
                  </a:lnTo>
                  <a:lnTo>
                    <a:pt x="9521263" y="234310"/>
                  </a:lnTo>
                  <a:lnTo>
                    <a:pt x="9597192" y="199443"/>
                  </a:lnTo>
                  <a:lnTo>
                    <a:pt x="9678944" y="167669"/>
                  </a:lnTo>
                  <a:lnTo>
                    <a:pt x="9766114" y="138789"/>
                  </a:lnTo>
                  <a:lnTo>
                    <a:pt x="9857776" y="112692"/>
                  </a:lnTo>
                  <a:lnTo>
                    <a:pt x="9952380" y="89347"/>
                  </a:lnTo>
                  <a:lnTo>
                    <a:pt x="10047702" y="68781"/>
                  </a:lnTo>
                  <a:lnTo>
                    <a:pt x="10140898" y="51054"/>
                  </a:lnTo>
                  <a:lnTo>
                    <a:pt x="10228696" y="36214"/>
                  </a:lnTo>
                  <a:lnTo>
                    <a:pt x="10307745" y="24258"/>
                  </a:lnTo>
                  <a:lnTo>
                    <a:pt x="10375074" y="15090"/>
                  </a:lnTo>
                  <a:lnTo>
                    <a:pt x="10428581" y="8497"/>
                  </a:lnTo>
                  <a:lnTo>
                    <a:pt x="10467429" y="4146"/>
                  </a:lnTo>
                  <a:lnTo>
                    <a:pt x="10492252" y="1611"/>
                  </a:lnTo>
                  <a:lnTo>
                    <a:pt x="10505149" y="406"/>
                  </a:lnTo>
                  <a:lnTo>
                    <a:pt x="10509526" y="30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00" name="pl1900"/>
            <p:cNvSpPr/>
            <p:nvPr/>
          </p:nvSpPr>
          <p:spPr>
            <a:xfrm>
              <a:off x="4799595" y="4849002"/>
              <a:ext cx="11981298" cy="5582157"/>
            </a:xfrm>
            <a:custGeom>
              <a:avLst/>
              <a:pathLst>
                <a:path w="11981298" h="5582157">
                  <a:moveTo>
                    <a:pt x="11981298" y="0"/>
                  </a:moveTo>
                  <a:lnTo>
                    <a:pt x="10509911" y="0"/>
                  </a:lnTo>
                  <a:lnTo>
                    <a:pt x="10508970" y="76"/>
                  </a:lnTo>
                  <a:lnTo>
                    <a:pt x="10502765" y="620"/>
                  </a:lnTo>
                  <a:lnTo>
                    <a:pt x="10487036" y="2124"/>
                  </a:lnTo>
                  <a:lnTo>
                    <a:pt x="10458699" y="5087"/>
                  </a:lnTo>
                  <a:lnTo>
                    <a:pt x="10416027" y="9985"/>
                  </a:lnTo>
                  <a:lnTo>
                    <a:pt x="10358776" y="17223"/>
                  </a:lnTo>
                  <a:lnTo>
                    <a:pt x="10288144" y="27103"/>
                  </a:lnTo>
                  <a:lnTo>
                    <a:pt x="10206501" y="39806"/>
                  </a:lnTo>
                  <a:lnTo>
                    <a:pt x="10116968" y="55402"/>
                  </a:lnTo>
                  <a:lnTo>
                    <a:pt x="10022914" y="73875"/>
                  </a:lnTo>
                  <a:lnTo>
                    <a:pt x="9927529" y="95171"/>
                  </a:lnTo>
                  <a:lnTo>
                    <a:pt x="9833505" y="119235"/>
                  </a:lnTo>
                  <a:lnTo>
                    <a:pt x="9742892" y="146052"/>
                  </a:lnTo>
                  <a:lnTo>
                    <a:pt x="9657069" y="175673"/>
                  </a:lnTo>
                  <a:lnTo>
                    <a:pt x="9576815" y="208231"/>
                  </a:lnTo>
                  <a:lnTo>
                    <a:pt x="9502420" y="243949"/>
                  </a:lnTo>
                  <a:lnTo>
                    <a:pt x="9433804" y="283138"/>
                  </a:lnTo>
                  <a:lnTo>
                    <a:pt x="9370631" y="326195"/>
                  </a:lnTo>
                  <a:lnTo>
                    <a:pt x="9312400" y="373590"/>
                  </a:lnTo>
                  <a:lnTo>
                    <a:pt x="9258513" y="425850"/>
                  </a:lnTo>
                  <a:lnTo>
                    <a:pt x="9208330" y="483523"/>
                  </a:lnTo>
                  <a:lnTo>
                    <a:pt x="9161208" y="547124"/>
                  </a:lnTo>
                  <a:lnTo>
                    <a:pt x="9116536" y="617054"/>
                  </a:lnTo>
                  <a:lnTo>
                    <a:pt x="9084767" y="672910"/>
                  </a:lnTo>
                  <a:lnTo>
                    <a:pt x="9052299" y="735380"/>
                  </a:lnTo>
                  <a:lnTo>
                    <a:pt x="9020565" y="801810"/>
                  </a:lnTo>
                  <a:lnTo>
                    <a:pt x="8989390" y="872278"/>
                  </a:lnTo>
                  <a:lnTo>
                    <a:pt x="8958632" y="946819"/>
                  </a:lnTo>
                  <a:lnTo>
                    <a:pt x="8928173" y="1025416"/>
                  </a:lnTo>
                  <a:lnTo>
                    <a:pt x="8897914" y="1107995"/>
                  </a:lnTo>
                  <a:lnTo>
                    <a:pt x="8867780" y="1194424"/>
                  </a:lnTo>
                  <a:lnTo>
                    <a:pt x="8837710" y="1284508"/>
                  </a:lnTo>
                  <a:lnTo>
                    <a:pt x="8807658" y="1377990"/>
                  </a:lnTo>
                  <a:lnTo>
                    <a:pt x="8777595" y="1474550"/>
                  </a:lnTo>
                  <a:lnTo>
                    <a:pt x="8747501" y="1573810"/>
                  </a:lnTo>
                  <a:lnTo>
                    <a:pt x="8717369" y="1675337"/>
                  </a:lnTo>
                  <a:lnTo>
                    <a:pt x="8687198" y="1778652"/>
                  </a:lnTo>
                  <a:lnTo>
                    <a:pt x="8656996" y="1883236"/>
                  </a:lnTo>
                  <a:lnTo>
                    <a:pt x="8626775" y="1988545"/>
                  </a:lnTo>
                  <a:lnTo>
                    <a:pt x="8596549" y="2094015"/>
                  </a:lnTo>
                  <a:lnTo>
                    <a:pt x="8566335" y="2199082"/>
                  </a:lnTo>
                  <a:lnTo>
                    <a:pt x="8536145" y="2303189"/>
                  </a:lnTo>
                  <a:lnTo>
                    <a:pt x="8505990" y="2405800"/>
                  </a:lnTo>
                  <a:lnTo>
                    <a:pt x="8475874" y="2506414"/>
                  </a:lnTo>
                  <a:lnTo>
                    <a:pt x="8445795" y="2604569"/>
                  </a:lnTo>
                  <a:lnTo>
                    <a:pt x="8415740" y="2699855"/>
                  </a:lnTo>
                  <a:lnTo>
                    <a:pt x="8385685" y="2791919"/>
                  </a:lnTo>
                  <a:lnTo>
                    <a:pt x="8355594" y="2880467"/>
                  </a:lnTo>
                  <a:lnTo>
                    <a:pt x="8325415" y="2965269"/>
                  </a:lnTo>
                  <a:lnTo>
                    <a:pt x="8295081" y="3046158"/>
                  </a:lnTo>
                  <a:lnTo>
                    <a:pt x="8264507" y="3123025"/>
                  </a:lnTo>
                  <a:lnTo>
                    <a:pt x="8233587" y="3195823"/>
                  </a:lnTo>
                  <a:lnTo>
                    <a:pt x="8202191" y="3264557"/>
                  </a:lnTo>
                  <a:lnTo>
                    <a:pt x="8170166" y="3329281"/>
                  </a:lnTo>
                  <a:lnTo>
                    <a:pt x="8151487" y="3364550"/>
                  </a:lnTo>
                  <a:lnTo>
                    <a:pt x="8108267" y="3439275"/>
                  </a:lnTo>
                  <a:lnTo>
                    <a:pt x="8063012" y="3507526"/>
                  </a:lnTo>
                  <a:lnTo>
                    <a:pt x="8015152" y="3569535"/>
                  </a:lnTo>
                  <a:lnTo>
                    <a:pt x="7964065" y="3625743"/>
                  </a:lnTo>
                  <a:lnTo>
                    <a:pt x="7909106" y="3676682"/>
                  </a:lnTo>
                  <a:lnTo>
                    <a:pt x="7849640" y="3722897"/>
                  </a:lnTo>
                  <a:lnTo>
                    <a:pt x="7785090" y="3764902"/>
                  </a:lnTo>
                  <a:lnTo>
                    <a:pt x="7714991" y="3803150"/>
                  </a:lnTo>
                  <a:lnTo>
                    <a:pt x="7639062" y="3838017"/>
                  </a:lnTo>
                  <a:lnTo>
                    <a:pt x="7557309" y="3869791"/>
                  </a:lnTo>
                  <a:lnTo>
                    <a:pt x="7470139" y="3898671"/>
                  </a:lnTo>
                  <a:lnTo>
                    <a:pt x="7378477" y="3924768"/>
                  </a:lnTo>
                  <a:lnTo>
                    <a:pt x="7283873" y="3948113"/>
                  </a:lnTo>
                  <a:lnTo>
                    <a:pt x="7188551" y="3968679"/>
                  </a:lnTo>
                  <a:lnTo>
                    <a:pt x="7095355" y="3986406"/>
                  </a:lnTo>
                  <a:lnTo>
                    <a:pt x="7007557" y="4001246"/>
                  </a:lnTo>
                  <a:lnTo>
                    <a:pt x="6928508" y="4013202"/>
                  </a:lnTo>
                  <a:lnTo>
                    <a:pt x="6861179" y="4022370"/>
                  </a:lnTo>
                  <a:lnTo>
                    <a:pt x="6807672" y="4028964"/>
                  </a:lnTo>
                  <a:lnTo>
                    <a:pt x="6768824" y="4033314"/>
                  </a:lnTo>
                  <a:lnTo>
                    <a:pt x="6744001" y="4035849"/>
                  </a:lnTo>
                  <a:lnTo>
                    <a:pt x="6731104" y="4037054"/>
                  </a:lnTo>
                  <a:lnTo>
                    <a:pt x="6726727" y="4037430"/>
                  </a:lnTo>
                  <a:lnTo>
                    <a:pt x="6726343" y="4037461"/>
                  </a:lnTo>
                  <a:lnTo>
                    <a:pt x="5254955" y="4037461"/>
                  </a:lnTo>
                  <a:lnTo>
                    <a:pt x="5253746" y="4037498"/>
                  </a:lnTo>
                  <a:lnTo>
                    <a:pt x="5245810" y="4037768"/>
                  </a:lnTo>
                  <a:lnTo>
                    <a:pt x="5225840" y="4038514"/>
                  </a:lnTo>
                  <a:lnTo>
                    <a:pt x="5190229" y="4039981"/>
                  </a:lnTo>
                  <a:lnTo>
                    <a:pt x="5137335" y="4042396"/>
                  </a:lnTo>
                  <a:lnTo>
                    <a:pt x="5067610" y="4045939"/>
                  </a:lnTo>
                  <a:lnTo>
                    <a:pt x="4983390" y="4050731"/>
                  </a:lnTo>
                  <a:lnTo>
                    <a:pt x="4888358" y="4056829"/>
                  </a:lnTo>
                  <a:lnTo>
                    <a:pt x="4786817" y="4064236"/>
                  </a:lnTo>
                  <a:lnTo>
                    <a:pt x="4682975" y="4072930"/>
                  </a:lnTo>
                  <a:lnTo>
                    <a:pt x="4580423" y="4082882"/>
                  </a:lnTo>
                  <a:lnTo>
                    <a:pt x="4481862" y="4094084"/>
                  </a:lnTo>
                  <a:lnTo>
                    <a:pt x="4389057" y="4106562"/>
                  </a:lnTo>
                  <a:lnTo>
                    <a:pt x="4302938" y="4120387"/>
                  </a:lnTo>
                  <a:lnTo>
                    <a:pt x="4223773" y="4135677"/>
                  </a:lnTo>
                  <a:lnTo>
                    <a:pt x="4151353" y="4152599"/>
                  </a:lnTo>
                  <a:lnTo>
                    <a:pt x="4085152" y="4171364"/>
                  </a:lnTo>
                  <a:lnTo>
                    <a:pt x="4024457" y="4192219"/>
                  </a:lnTo>
                  <a:lnTo>
                    <a:pt x="3968458" y="4215431"/>
                  </a:lnTo>
                  <a:lnTo>
                    <a:pt x="3916323" y="4241264"/>
                  </a:lnTo>
                  <a:lnTo>
                    <a:pt x="3867248" y="4269935"/>
                  </a:lnTo>
                  <a:lnTo>
                    <a:pt x="3829811" y="4294910"/>
                  </a:lnTo>
                  <a:lnTo>
                    <a:pt x="3783564" y="4329595"/>
                  </a:lnTo>
                  <a:lnTo>
                    <a:pt x="3738664" y="4367414"/>
                  </a:lnTo>
                  <a:lnTo>
                    <a:pt x="3694659" y="4408421"/>
                  </a:lnTo>
                  <a:lnTo>
                    <a:pt x="3651206" y="4452594"/>
                  </a:lnTo>
                  <a:lnTo>
                    <a:pt x="3608051" y="4499814"/>
                  </a:lnTo>
                  <a:lnTo>
                    <a:pt x="3565012" y="4549868"/>
                  </a:lnTo>
                  <a:lnTo>
                    <a:pt x="3521974" y="4602440"/>
                  </a:lnTo>
                  <a:lnTo>
                    <a:pt x="3478875" y="4657118"/>
                  </a:lnTo>
                  <a:lnTo>
                    <a:pt x="3435697" y="4713406"/>
                  </a:lnTo>
                  <a:lnTo>
                    <a:pt x="3392453" y="4770735"/>
                  </a:lnTo>
                  <a:lnTo>
                    <a:pt x="3349179" y="4828492"/>
                  </a:lnTo>
                  <a:lnTo>
                    <a:pt x="3305920" y="4886043"/>
                  </a:lnTo>
                  <a:lnTo>
                    <a:pt x="3262715" y="4942766"/>
                  </a:lnTo>
                  <a:lnTo>
                    <a:pt x="3219588" y="4998075"/>
                  </a:lnTo>
                  <a:lnTo>
                    <a:pt x="3176533" y="5051443"/>
                  </a:lnTo>
                  <a:lnTo>
                    <a:pt x="3133505" y="5102427"/>
                  </a:lnTo>
                  <a:lnTo>
                    <a:pt x="3090408" y="5150679"/>
                  </a:lnTo>
                  <a:lnTo>
                    <a:pt x="3047085" y="5195946"/>
                  </a:lnTo>
                  <a:lnTo>
                    <a:pt x="3003310" y="5238079"/>
                  </a:lnTo>
                  <a:lnTo>
                    <a:pt x="2958772" y="5277022"/>
                  </a:lnTo>
                  <a:lnTo>
                    <a:pt x="2913060" y="5312803"/>
                  </a:lnTo>
                  <a:lnTo>
                    <a:pt x="2896531" y="5324708"/>
                  </a:lnTo>
                  <a:lnTo>
                    <a:pt x="2849371" y="5355722"/>
                  </a:lnTo>
                  <a:lnTo>
                    <a:pt x="2799738" y="5383806"/>
                  </a:lnTo>
                  <a:lnTo>
                    <a:pt x="2746888" y="5409089"/>
                  </a:lnTo>
                  <a:lnTo>
                    <a:pt x="2690006" y="5431802"/>
                  </a:lnTo>
                  <a:lnTo>
                    <a:pt x="2628260" y="5452212"/>
                  </a:lnTo>
                  <a:lnTo>
                    <a:pt x="2560853" y="5470585"/>
                  </a:lnTo>
                  <a:lnTo>
                    <a:pt x="2487102" y="5487162"/>
                  </a:lnTo>
                  <a:lnTo>
                    <a:pt x="2406534" y="5502143"/>
                  </a:lnTo>
                  <a:lnTo>
                    <a:pt x="2319021" y="5515687"/>
                  </a:lnTo>
                  <a:lnTo>
                    <a:pt x="2224951" y="5527903"/>
                  </a:lnTo>
                  <a:lnTo>
                    <a:pt x="2125410" y="5538851"/>
                  </a:lnTo>
                  <a:lnTo>
                    <a:pt x="2022348" y="5548550"/>
                  </a:lnTo>
                  <a:lnTo>
                    <a:pt x="1918657" y="5556986"/>
                  </a:lnTo>
                  <a:lnTo>
                    <a:pt x="1818081" y="5564130"/>
                  </a:lnTo>
                  <a:lnTo>
                    <a:pt x="1724900" y="5569961"/>
                  </a:lnTo>
                  <a:lnTo>
                    <a:pt x="1643349" y="5574494"/>
                  </a:lnTo>
                  <a:lnTo>
                    <a:pt x="1576898" y="5577797"/>
                  </a:lnTo>
                  <a:lnTo>
                    <a:pt x="1527533" y="5580003"/>
                  </a:lnTo>
                  <a:lnTo>
                    <a:pt x="1495287" y="5581306"/>
                  </a:lnTo>
                  <a:lnTo>
                    <a:pt x="1478103" y="5581935"/>
                  </a:lnTo>
                  <a:lnTo>
                    <a:pt x="1472007" y="5582138"/>
                  </a:lnTo>
                  <a:lnTo>
                    <a:pt x="1471387" y="5582157"/>
                  </a:lnTo>
                  <a:lnTo>
                    <a:pt x="0" y="558215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01" name="pg1901"/>
            <p:cNvSpPr/>
            <p:nvPr/>
          </p:nvSpPr>
          <p:spPr>
            <a:xfrm>
              <a:off x="4799595" y="7823973"/>
              <a:ext cx="11981298" cy="2607186"/>
            </a:xfrm>
            <a:custGeom>
              <a:avLst/>
              <a:pathLst>
                <a:path w="11981298" h="2607186">
                  <a:moveTo>
                    <a:pt x="0" y="2607186"/>
                  </a:moveTo>
                  <a:lnTo>
                    <a:pt x="1471387" y="2607186"/>
                  </a:lnTo>
                  <a:lnTo>
                    <a:pt x="1472547" y="2607125"/>
                  </a:lnTo>
                  <a:lnTo>
                    <a:pt x="1480172" y="2606691"/>
                  </a:lnTo>
                  <a:lnTo>
                    <a:pt x="1499381" y="2605493"/>
                  </a:lnTo>
                  <a:lnTo>
                    <a:pt x="1533697" y="2603133"/>
                  </a:lnTo>
                  <a:lnTo>
                    <a:pt x="1584790" y="2599247"/>
                  </a:lnTo>
                  <a:lnTo>
                    <a:pt x="1652351" y="2593537"/>
                  </a:lnTo>
                  <a:lnTo>
                    <a:pt x="1734259" y="2585801"/>
                  </a:lnTo>
                  <a:lnTo>
                    <a:pt x="1827067" y="2575941"/>
                  </a:lnTo>
                  <a:lnTo>
                    <a:pt x="1926676" y="2563942"/>
                  </a:lnTo>
                  <a:lnTo>
                    <a:pt x="2029007" y="2549839"/>
                  </a:lnTo>
                  <a:lnTo>
                    <a:pt x="2130516" y="2533677"/>
                  </a:lnTo>
                  <a:lnTo>
                    <a:pt x="2228481" y="2515479"/>
                  </a:lnTo>
                  <a:lnTo>
                    <a:pt x="2321072" y="2495211"/>
                  </a:lnTo>
                  <a:lnTo>
                    <a:pt x="2407269" y="2472773"/>
                  </a:lnTo>
                  <a:lnTo>
                    <a:pt x="2486710" y="2447989"/>
                  </a:lnTo>
                  <a:lnTo>
                    <a:pt x="2559519" y="2420605"/>
                  </a:lnTo>
                  <a:lnTo>
                    <a:pt x="2626146" y="2390296"/>
                  </a:lnTo>
                  <a:lnTo>
                    <a:pt x="2687244" y="2356679"/>
                  </a:lnTo>
                  <a:lnTo>
                    <a:pt x="2743574" y="2319327"/>
                  </a:lnTo>
                  <a:lnTo>
                    <a:pt x="2795934" y="2277807"/>
                  </a:lnTo>
                  <a:lnTo>
                    <a:pt x="2845109" y="2231743"/>
                  </a:lnTo>
                  <a:lnTo>
                    <a:pt x="2891819" y="2180906"/>
                  </a:lnTo>
                  <a:lnTo>
                    <a:pt x="2896531" y="2175379"/>
                  </a:lnTo>
                  <a:lnTo>
                    <a:pt x="2935545" y="2126778"/>
                  </a:lnTo>
                  <a:lnTo>
                    <a:pt x="2973549" y="2074474"/>
                  </a:lnTo>
                  <a:lnTo>
                    <a:pt x="3010829" y="2018392"/>
                  </a:lnTo>
                  <a:lnTo>
                    <a:pt x="3047613" y="1958524"/>
                  </a:lnTo>
                  <a:lnTo>
                    <a:pt x="3084080" y="1894933"/>
                  </a:lnTo>
                  <a:lnTo>
                    <a:pt x="3120368" y="1827763"/>
                  </a:lnTo>
                  <a:lnTo>
                    <a:pt x="3156579" y="1757241"/>
                  </a:lnTo>
                  <a:lnTo>
                    <a:pt x="3192784" y="1683679"/>
                  </a:lnTo>
                  <a:lnTo>
                    <a:pt x="3229025" y="1607470"/>
                  </a:lnTo>
                  <a:lnTo>
                    <a:pt x="3265320" y="1529085"/>
                  </a:lnTo>
                  <a:lnTo>
                    <a:pt x="3301670" y="1449059"/>
                  </a:lnTo>
                  <a:lnTo>
                    <a:pt x="3338061" y="1367977"/>
                  </a:lnTo>
                  <a:lnTo>
                    <a:pt x="3374471" y="1286458"/>
                  </a:lnTo>
                  <a:lnTo>
                    <a:pt x="3410873" y="1205136"/>
                  </a:lnTo>
                  <a:lnTo>
                    <a:pt x="3447241" y="1124637"/>
                  </a:lnTo>
                  <a:lnTo>
                    <a:pt x="3483558" y="1045564"/>
                  </a:lnTo>
                  <a:lnTo>
                    <a:pt x="3519818" y="968471"/>
                  </a:lnTo>
                  <a:lnTo>
                    <a:pt x="3556032" y="893854"/>
                  </a:lnTo>
                  <a:lnTo>
                    <a:pt x="3592235" y="822138"/>
                  </a:lnTo>
                  <a:lnTo>
                    <a:pt x="3628484" y="753665"/>
                  </a:lnTo>
                  <a:lnTo>
                    <a:pt x="3664869" y="688695"/>
                  </a:lnTo>
                  <a:lnTo>
                    <a:pt x="3701513" y="627403"/>
                  </a:lnTo>
                  <a:lnTo>
                    <a:pt x="3738581" y="569882"/>
                  </a:lnTo>
                  <a:lnTo>
                    <a:pt x="3776280" y="516151"/>
                  </a:lnTo>
                  <a:lnTo>
                    <a:pt x="3814873" y="466158"/>
                  </a:lnTo>
                  <a:lnTo>
                    <a:pt x="3829811" y="448152"/>
                  </a:lnTo>
                  <a:lnTo>
                    <a:pt x="3876303" y="396819"/>
                  </a:lnTo>
                  <a:lnTo>
                    <a:pt x="3925191" y="350269"/>
                  </a:lnTo>
                  <a:lnTo>
                    <a:pt x="3977186" y="308296"/>
                  </a:lnTo>
                  <a:lnTo>
                    <a:pt x="4033069" y="270532"/>
                  </a:lnTo>
                  <a:lnTo>
                    <a:pt x="4093638" y="236549"/>
                  </a:lnTo>
                  <a:lnTo>
                    <a:pt x="4159661" y="205918"/>
                  </a:lnTo>
                  <a:lnTo>
                    <a:pt x="4231806" y="178247"/>
                  </a:lnTo>
                  <a:lnTo>
                    <a:pt x="4310549" y="153207"/>
                  </a:lnTo>
                  <a:lnTo>
                    <a:pt x="4396055" y="130537"/>
                  </a:lnTo>
                  <a:lnTo>
                    <a:pt x="4488019" y="110050"/>
                  </a:lnTo>
                  <a:lnTo>
                    <a:pt x="4585499" y="91641"/>
                  </a:lnTo>
                  <a:lnTo>
                    <a:pt x="4686753" y="75268"/>
                  </a:lnTo>
                  <a:lnTo>
                    <a:pt x="4789150" y="60950"/>
                  </a:lnTo>
                  <a:lnTo>
                    <a:pt x="4889224" y="48731"/>
                  </a:lnTo>
                  <a:lnTo>
                    <a:pt x="4982930" y="38650"/>
                  </a:lnTo>
                  <a:lnTo>
                    <a:pt x="5066141" y="30698"/>
                  </a:lnTo>
                  <a:lnTo>
                    <a:pt x="5135310" y="24786"/>
                  </a:lnTo>
                  <a:lnTo>
                    <a:pt x="5188153" y="20724"/>
                  </a:lnTo>
                  <a:lnTo>
                    <a:pt x="5224159" y="18222"/>
                  </a:lnTo>
                  <a:lnTo>
                    <a:pt x="5244796" y="16922"/>
                  </a:lnTo>
                  <a:lnTo>
                    <a:pt x="5253405" y="16427"/>
                  </a:lnTo>
                  <a:lnTo>
                    <a:pt x="5254955" y="16345"/>
                  </a:lnTo>
                  <a:lnTo>
                    <a:pt x="6726343" y="16345"/>
                  </a:lnTo>
                  <a:lnTo>
                    <a:pt x="6727573" y="16364"/>
                  </a:lnTo>
                  <a:lnTo>
                    <a:pt x="6735649" y="16500"/>
                  </a:lnTo>
                  <a:lnTo>
                    <a:pt x="6755959" y="16873"/>
                  </a:lnTo>
                  <a:lnTo>
                    <a:pt x="6792148" y="17609"/>
                  </a:lnTo>
                  <a:lnTo>
                    <a:pt x="6845841" y="18818"/>
                  </a:lnTo>
                  <a:lnTo>
                    <a:pt x="6916524" y="20592"/>
                  </a:lnTo>
                  <a:lnTo>
                    <a:pt x="7001761" y="22990"/>
                  </a:lnTo>
                  <a:lnTo>
                    <a:pt x="7097763" y="26038"/>
                  </a:lnTo>
                  <a:lnTo>
                    <a:pt x="7200139" y="29739"/>
                  </a:lnTo>
                  <a:lnTo>
                    <a:pt x="7304626" y="34079"/>
                  </a:lnTo>
                  <a:lnTo>
                    <a:pt x="7407614" y="39045"/>
                  </a:lnTo>
                  <a:lnTo>
                    <a:pt x="7506416" y="44634"/>
                  </a:lnTo>
                  <a:lnTo>
                    <a:pt x="7599297" y="50861"/>
                  </a:lnTo>
                  <a:lnTo>
                    <a:pt x="7685368" y="57762"/>
                  </a:lnTo>
                  <a:lnTo>
                    <a:pt x="7764402" y="65399"/>
                  </a:lnTo>
                  <a:lnTo>
                    <a:pt x="7836646" y="73857"/>
                  </a:lnTo>
                  <a:lnTo>
                    <a:pt x="7902660" y="83245"/>
                  </a:lnTo>
                  <a:lnTo>
                    <a:pt x="7963182" y="93687"/>
                  </a:lnTo>
                  <a:lnTo>
                    <a:pt x="8019043" y="105318"/>
                  </a:lnTo>
                  <a:lnTo>
                    <a:pt x="8071089" y="118269"/>
                  </a:lnTo>
                  <a:lnTo>
                    <a:pt x="8120133" y="132643"/>
                  </a:lnTo>
                  <a:lnTo>
                    <a:pt x="8151487" y="143027"/>
                  </a:lnTo>
                  <a:lnTo>
                    <a:pt x="8204269" y="162678"/>
                  </a:lnTo>
                  <a:lnTo>
                    <a:pt x="8255380" y="184353"/>
                  </a:lnTo>
                  <a:lnTo>
                    <a:pt x="8305458" y="208081"/>
                  </a:lnTo>
                  <a:lnTo>
                    <a:pt x="8354968" y="233821"/>
                  </a:lnTo>
                  <a:lnTo>
                    <a:pt x="8404234" y="261451"/>
                  </a:lnTo>
                  <a:lnTo>
                    <a:pt x="8453461" y="290763"/>
                  </a:lnTo>
                  <a:lnTo>
                    <a:pt x="8502760" y="321471"/>
                  </a:lnTo>
                  <a:lnTo>
                    <a:pt x="8552162" y="353210"/>
                  </a:lnTo>
                  <a:lnTo>
                    <a:pt x="8601644" y="385561"/>
                  </a:lnTo>
                  <a:lnTo>
                    <a:pt x="8651147" y="418067"/>
                  </a:lnTo>
                  <a:lnTo>
                    <a:pt x="8700607" y="450264"/>
                  </a:lnTo>
                  <a:lnTo>
                    <a:pt x="8749975" y="481703"/>
                  </a:lnTo>
                  <a:lnTo>
                    <a:pt x="8799243" y="511981"/>
                  </a:lnTo>
                  <a:lnTo>
                    <a:pt x="8848467" y="540760"/>
                  </a:lnTo>
                  <a:lnTo>
                    <a:pt x="8897786" y="567776"/>
                  </a:lnTo>
                  <a:lnTo>
                    <a:pt x="8947443" y="592854"/>
                  </a:lnTo>
                  <a:lnTo>
                    <a:pt x="8997807" y="615897"/>
                  </a:lnTo>
                  <a:lnTo>
                    <a:pt x="9049395" y="636889"/>
                  </a:lnTo>
                  <a:lnTo>
                    <a:pt x="9084767" y="649753"/>
                  </a:lnTo>
                  <a:lnTo>
                    <a:pt x="9132220" y="665102"/>
                  </a:lnTo>
                  <a:lnTo>
                    <a:pt x="9182181" y="678992"/>
                  </a:lnTo>
                  <a:lnTo>
                    <a:pt x="9235408" y="691488"/>
                  </a:lnTo>
                  <a:lnTo>
                    <a:pt x="9292732" y="702707"/>
                  </a:lnTo>
                  <a:lnTo>
                    <a:pt x="9355000" y="712782"/>
                  </a:lnTo>
                  <a:lnTo>
                    <a:pt x="9423019" y="721846"/>
                  </a:lnTo>
                  <a:lnTo>
                    <a:pt x="9497483" y="730019"/>
                  </a:lnTo>
                  <a:lnTo>
                    <a:pt x="9578860" y="737402"/>
                  </a:lnTo>
                  <a:lnTo>
                    <a:pt x="9667260" y="744072"/>
                  </a:lnTo>
                  <a:lnTo>
                    <a:pt x="9762257" y="750083"/>
                  </a:lnTo>
                  <a:lnTo>
                    <a:pt x="9862696" y="755463"/>
                  </a:lnTo>
                  <a:lnTo>
                    <a:pt x="9966533" y="760221"/>
                  </a:lnTo>
                  <a:lnTo>
                    <a:pt x="10070756" y="764350"/>
                  </a:lnTo>
                  <a:lnTo>
                    <a:pt x="10171496" y="767833"/>
                  </a:lnTo>
                  <a:lnTo>
                    <a:pt x="10264376" y="770663"/>
                  </a:lnTo>
                  <a:lnTo>
                    <a:pt x="10345120" y="772847"/>
                  </a:lnTo>
                  <a:lnTo>
                    <a:pt x="10410311" y="774425"/>
                  </a:lnTo>
                  <a:lnTo>
                    <a:pt x="10458108" y="775464"/>
                  </a:lnTo>
                  <a:lnTo>
                    <a:pt x="10488705" y="776066"/>
                  </a:lnTo>
                  <a:lnTo>
                    <a:pt x="10504430" y="776346"/>
                  </a:lnTo>
                  <a:lnTo>
                    <a:pt x="10509540" y="776429"/>
                  </a:lnTo>
                  <a:lnTo>
                    <a:pt x="10509911" y="776434"/>
                  </a:lnTo>
                  <a:lnTo>
                    <a:pt x="11981298" y="776434"/>
                  </a:lnTo>
                  <a:lnTo>
                    <a:pt x="11981298" y="760088"/>
                  </a:lnTo>
                  <a:lnTo>
                    <a:pt x="10509911" y="760088"/>
                  </a:lnTo>
                  <a:lnTo>
                    <a:pt x="10508680" y="760069"/>
                  </a:lnTo>
                  <a:lnTo>
                    <a:pt x="10500604" y="759934"/>
                  </a:lnTo>
                  <a:lnTo>
                    <a:pt x="10480294" y="759560"/>
                  </a:lnTo>
                  <a:lnTo>
                    <a:pt x="10444105" y="758825"/>
                  </a:lnTo>
                  <a:lnTo>
                    <a:pt x="10390412" y="757616"/>
                  </a:lnTo>
                  <a:lnTo>
                    <a:pt x="10319729" y="755842"/>
                  </a:lnTo>
                  <a:lnTo>
                    <a:pt x="10234492" y="753444"/>
                  </a:lnTo>
                  <a:lnTo>
                    <a:pt x="10138491" y="750396"/>
                  </a:lnTo>
                  <a:lnTo>
                    <a:pt x="10036115" y="746695"/>
                  </a:lnTo>
                  <a:lnTo>
                    <a:pt x="9931628" y="742355"/>
                  </a:lnTo>
                  <a:lnTo>
                    <a:pt x="9828639" y="737389"/>
                  </a:lnTo>
                  <a:lnTo>
                    <a:pt x="9729837" y="731799"/>
                  </a:lnTo>
                  <a:lnTo>
                    <a:pt x="9636956" y="725573"/>
                  </a:lnTo>
                  <a:lnTo>
                    <a:pt x="9550885" y="718672"/>
                  </a:lnTo>
                  <a:lnTo>
                    <a:pt x="9471851" y="711035"/>
                  </a:lnTo>
                  <a:lnTo>
                    <a:pt x="9399607" y="702576"/>
                  </a:lnTo>
                  <a:lnTo>
                    <a:pt x="9333594" y="693189"/>
                  </a:lnTo>
                  <a:lnTo>
                    <a:pt x="9273071" y="682747"/>
                  </a:lnTo>
                  <a:lnTo>
                    <a:pt x="9217211" y="671116"/>
                  </a:lnTo>
                  <a:lnTo>
                    <a:pt x="9165164" y="658165"/>
                  </a:lnTo>
                  <a:lnTo>
                    <a:pt x="9116121" y="643791"/>
                  </a:lnTo>
                  <a:lnTo>
                    <a:pt x="9084767" y="633407"/>
                  </a:lnTo>
                  <a:lnTo>
                    <a:pt x="9031984" y="613756"/>
                  </a:lnTo>
                  <a:lnTo>
                    <a:pt x="8980873" y="592081"/>
                  </a:lnTo>
                  <a:lnTo>
                    <a:pt x="8930795" y="568353"/>
                  </a:lnTo>
                  <a:lnTo>
                    <a:pt x="8881285" y="542613"/>
                  </a:lnTo>
                  <a:lnTo>
                    <a:pt x="8832020" y="514983"/>
                  </a:lnTo>
                  <a:lnTo>
                    <a:pt x="8782792" y="485671"/>
                  </a:lnTo>
                  <a:lnTo>
                    <a:pt x="8733493" y="454963"/>
                  </a:lnTo>
                  <a:lnTo>
                    <a:pt x="8684091" y="423224"/>
                  </a:lnTo>
                  <a:lnTo>
                    <a:pt x="8634610" y="390873"/>
                  </a:lnTo>
                  <a:lnTo>
                    <a:pt x="8585106" y="358366"/>
                  </a:lnTo>
                  <a:lnTo>
                    <a:pt x="8535646" y="326170"/>
                  </a:lnTo>
                  <a:lnTo>
                    <a:pt x="8486278" y="294731"/>
                  </a:lnTo>
                  <a:lnTo>
                    <a:pt x="8437010" y="264453"/>
                  </a:lnTo>
                  <a:lnTo>
                    <a:pt x="8387786" y="235674"/>
                  </a:lnTo>
                  <a:lnTo>
                    <a:pt x="8338467" y="208657"/>
                  </a:lnTo>
                  <a:lnTo>
                    <a:pt x="8288810" y="183580"/>
                  </a:lnTo>
                  <a:lnTo>
                    <a:pt x="8238446" y="160537"/>
                  </a:lnTo>
                  <a:lnTo>
                    <a:pt x="8186858" y="139544"/>
                  </a:lnTo>
                  <a:lnTo>
                    <a:pt x="8151487" y="126681"/>
                  </a:lnTo>
                  <a:lnTo>
                    <a:pt x="8104033" y="111332"/>
                  </a:lnTo>
                  <a:lnTo>
                    <a:pt x="8054072" y="97442"/>
                  </a:lnTo>
                  <a:lnTo>
                    <a:pt x="8000845" y="84945"/>
                  </a:lnTo>
                  <a:lnTo>
                    <a:pt x="7943521" y="73727"/>
                  </a:lnTo>
                  <a:lnTo>
                    <a:pt x="7881254" y="63652"/>
                  </a:lnTo>
                  <a:lnTo>
                    <a:pt x="7813234" y="54588"/>
                  </a:lnTo>
                  <a:lnTo>
                    <a:pt x="7738771" y="46414"/>
                  </a:lnTo>
                  <a:lnTo>
                    <a:pt x="7657393" y="39032"/>
                  </a:lnTo>
                  <a:lnTo>
                    <a:pt x="7568993" y="32362"/>
                  </a:lnTo>
                  <a:lnTo>
                    <a:pt x="7473996" y="26351"/>
                  </a:lnTo>
                  <a:lnTo>
                    <a:pt x="7373557" y="20971"/>
                  </a:lnTo>
                  <a:lnTo>
                    <a:pt x="7269720" y="16213"/>
                  </a:lnTo>
                  <a:lnTo>
                    <a:pt x="7165497" y="12084"/>
                  </a:lnTo>
                  <a:lnTo>
                    <a:pt x="7064757" y="8601"/>
                  </a:lnTo>
                  <a:lnTo>
                    <a:pt x="6971877" y="5771"/>
                  </a:lnTo>
                  <a:lnTo>
                    <a:pt x="6891134" y="3586"/>
                  </a:lnTo>
                  <a:lnTo>
                    <a:pt x="6825943" y="2009"/>
                  </a:lnTo>
                  <a:lnTo>
                    <a:pt x="6778146" y="969"/>
                  </a:lnTo>
                  <a:lnTo>
                    <a:pt x="6747548" y="368"/>
                  </a:lnTo>
                  <a:lnTo>
                    <a:pt x="6731823" y="88"/>
                  </a:lnTo>
                  <a:lnTo>
                    <a:pt x="6726713" y="5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795" y="60"/>
                  </a:lnTo>
                  <a:lnTo>
                    <a:pt x="5246170" y="494"/>
                  </a:lnTo>
                  <a:lnTo>
                    <a:pt x="5226961" y="1693"/>
                  </a:lnTo>
                  <a:lnTo>
                    <a:pt x="5192645" y="4053"/>
                  </a:lnTo>
                  <a:lnTo>
                    <a:pt x="5141552" y="7939"/>
                  </a:lnTo>
                  <a:lnTo>
                    <a:pt x="5073992" y="13649"/>
                  </a:lnTo>
                  <a:lnTo>
                    <a:pt x="4992084" y="21384"/>
                  </a:lnTo>
                  <a:lnTo>
                    <a:pt x="4899275" y="31244"/>
                  </a:lnTo>
                  <a:lnTo>
                    <a:pt x="4799666" y="43244"/>
                  </a:lnTo>
                  <a:lnTo>
                    <a:pt x="4697335" y="57347"/>
                  </a:lnTo>
                  <a:lnTo>
                    <a:pt x="4595826" y="73508"/>
                  </a:lnTo>
                  <a:lnTo>
                    <a:pt x="4497861" y="91707"/>
                  </a:lnTo>
                  <a:lnTo>
                    <a:pt x="4405270" y="111975"/>
                  </a:lnTo>
                  <a:lnTo>
                    <a:pt x="4319073" y="134412"/>
                  </a:lnTo>
                  <a:lnTo>
                    <a:pt x="4239632" y="159197"/>
                  </a:lnTo>
                  <a:lnTo>
                    <a:pt x="4166823" y="186581"/>
                  </a:lnTo>
                  <a:lnTo>
                    <a:pt x="4100196" y="216889"/>
                  </a:lnTo>
                  <a:lnTo>
                    <a:pt x="4039098" y="250506"/>
                  </a:lnTo>
                  <a:lnTo>
                    <a:pt x="3982768" y="287859"/>
                  </a:lnTo>
                  <a:lnTo>
                    <a:pt x="3930408" y="329378"/>
                  </a:lnTo>
                  <a:lnTo>
                    <a:pt x="3881233" y="375442"/>
                  </a:lnTo>
                  <a:lnTo>
                    <a:pt x="3834524" y="426279"/>
                  </a:lnTo>
                  <a:lnTo>
                    <a:pt x="3829811" y="431806"/>
                  </a:lnTo>
                  <a:lnTo>
                    <a:pt x="3790797" y="480407"/>
                  </a:lnTo>
                  <a:lnTo>
                    <a:pt x="3752793" y="532711"/>
                  </a:lnTo>
                  <a:lnTo>
                    <a:pt x="3715513" y="588793"/>
                  </a:lnTo>
                  <a:lnTo>
                    <a:pt x="3678729" y="648662"/>
                  </a:lnTo>
                  <a:lnTo>
                    <a:pt x="3642263" y="712253"/>
                  </a:lnTo>
                  <a:lnTo>
                    <a:pt x="3605974" y="779423"/>
                  </a:lnTo>
                  <a:lnTo>
                    <a:pt x="3569763" y="849945"/>
                  </a:lnTo>
                  <a:lnTo>
                    <a:pt x="3533558" y="923507"/>
                  </a:lnTo>
                  <a:lnTo>
                    <a:pt x="3497318" y="999715"/>
                  </a:lnTo>
                  <a:lnTo>
                    <a:pt x="3461022" y="1078100"/>
                  </a:lnTo>
                  <a:lnTo>
                    <a:pt x="3424672" y="1158127"/>
                  </a:lnTo>
                  <a:lnTo>
                    <a:pt x="3388281" y="1239209"/>
                  </a:lnTo>
                  <a:lnTo>
                    <a:pt x="3351871" y="1320728"/>
                  </a:lnTo>
                  <a:lnTo>
                    <a:pt x="3315469" y="1402050"/>
                  </a:lnTo>
                  <a:lnTo>
                    <a:pt x="3279101" y="1482548"/>
                  </a:lnTo>
                  <a:lnTo>
                    <a:pt x="3242784" y="1561622"/>
                  </a:lnTo>
                  <a:lnTo>
                    <a:pt x="3206524" y="1638715"/>
                  </a:lnTo>
                  <a:lnTo>
                    <a:pt x="3170310" y="1713331"/>
                  </a:lnTo>
                  <a:lnTo>
                    <a:pt x="3134107" y="1785047"/>
                  </a:lnTo>
                  <a:lnTo>
                    <a:pt x="3097858" y="1853520"/>
                  </a:lnTo>
                  <a:lnTo>
                    <a:pt x="3061473" y="1918490"/>
                  </a:lnTo>
                  <a:lnTo>
                    <a:pt x="3024829" y="1979782"/>
                  </a:lnTo>
                  <a:lnTo>
                    <a:pt x="2987761" y="2037303"/>
                  </a:lnTo>
                  <a:lnTo>
                    <a:pt x="2950062" y="2091035"/>
                  </a:lnTo>
                  <a:lnTo>
                    <a:pt x="2911469" y="2141028"/>
                  </a:lnTo>
                  <a:lnTo>
                    <a:pt x="2896531" y="2159033"/>
                  </a:lnTo>
                  <a:lnTo>
                    <a:pt x="2850039" y="2210367"/>
                  </a:lnTo>
                  <a:lnTo>
                    <a:pt x="2801151" y="2256917"/>
                  </a:lnTo>
                  <a:lnTo>
                    <a:pt x="2749156" y="2298890"/>
                  </a:lnTo>
                  <a:lnTo>
                    <a:pt x="2693273" y="2336653"/>
                  </a:lnTo>
                  <a:lnTo>
                    <a:pt x="2632704" y="2370637"/>
                  </a:lnTo>
                  <a:lnTo>
                    <a:pt x="2566681" y="2401268"/>
                  </a:lnTo>
                  <a:lnTo>
                    <a:pt x="2494536" y="2428938"/>
                  </a:lnTo>
                  <a:lnTo>
                    <a:pt x="2415793" y="2453978"/>
                  </a:lnTo>
                  <a:lnTo>
                    <a:pt x="2330287" y="2476649"/>
                  </a:lnTo>
                  <a:lnTo>
                    <a:pt x="2238323" y="2497135"/>
                  </a:lnTo>
                  <a:lnTo>
                    <a:pt x="2140843" y="2515545"/>
                  </a:lnTo>
                  <a:lnTo>
                    <a:pt x="2039589" y="2531917"/>
                  </a:lnTo>
                  <a:lnTo>
                    <a:pt x="1937192" y="2546235"/>
                  </a:lnTo>
                  <a:lnTo>
                    <a:pt x="1837118" y="2558454"/>
                  </a:lnTo>
                  <a:lnTo>
                    <a:pt x="1743412" y="2568536"/>
                  </a:lnTo>
                  <a:lnTo>
                    <a:pt x="1660201" y="2576487"/>
                  </a:lnTo>
                  <a:lnTo>
                    <a:pt x="1591032" y="2582399"/>
                  </a:lnTo>
                  <a:lnTo>
                    <a:pt x="1538189" y="2586462"/>
                  </a:lnTo>
                  <a:lnTo>
                    <a:pt x="1502183" y="2588963"/>
                  </a:lnTo>
                  <a:lnTo>
                    <a:pt x="1481547" y="2590264"/>
                  </a:lnTo>
                  <a:lnTo>
                    <a:pt x="1472937" y="2590758"/>
                  </a:lnTo>
                  <a:lnTo>
                    <a:pt x="1471387" y="2590840"/>
                  </a:lnTo>
                  <a:lnTo>
                    <a:pt x="0" y="2590840"/>
                  </a:lnTo>
                  <a:close/>
                </a:path>
              </a:pathLst>
            </a:custGeom>
            <a:solidFill>
              <a:srgbClr val="FFB3B5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902" name="pl1902"/>
            <p:cNvSpPr/>
            <p:nvPr/>
          </p:nvSpPr>
          <p:spPr>
            <a:xfrm>
              <a:off x="4799595" y="7840319"/>
              <a:ext cx="11981298" cy="2590840"/>
            </a:xfrm>
            <a:custGeom>
              <a:avLst/>
              <a:pathLst>
                <a:path w="11981298" h="2590840">
                  <a:moveTo>
                    <a:pt x="0" y="2590840"/>
                  </a:moveTo>
                  <a:lnTo>
                    <a:pt x="1471387" y="2590840"/>
                  </a:lnTo>
                  <a:lnTo>
                    <a:pt x="1472547" y="2590779"/>
                  </a:lnTo>
                  <a:lnTo>
                    <a:pt x="1480172" y="2590345"/>
                  </a:lnTo>
                  <a:lnTo>
                    <a:pt x="1499381" y="2589147"/>
                  </a:lnTo>
                  <a:lnTo>
                    <a:pt x="1533697" y="2586787"/>
                  </a:lnTo>
                  <a:lnTo>
                    <a:pt x="1584790" y="2582901"/>
                  </a:lnTo>
                  <a:lnTo>
                    <a:pt x="1652351" y="2577191"/>
                  </a:lnTo>
                  <a:lnTo>
                    <a:pt x="1734259" y="2569455"/>
                  </a:lnTo>
                  <a:lnTo>
                    <a:pt x="1827067" y="2559595"/>
                  </a:lnTo>
                  <a:lnTo>
                    <a:pt x="1926676" y="2547596"/>
                  </a:lnTo>
                  <a:lnTo>
                    <a:pt x="2029007" y="2533493"/>
                  </a:lnTo>
                  <a:lnTo>
                    <a:pt x="2130516" y="2517331"/>
                  </a:lnTo>
                  <a:lnTo>
                    <a:pt x="2228481" y="2499133"/>
                  </a:lnTo>
                  <a:lnTo>
                    <a:pt x="2321072" y="2478865"/>
                  </a:lnTo>
                  <a:lnTo>
                    <a:pt x="2407269" y="2456427"/>
                  </a:lnTo>
                  <a:lnTo>
                    <a:pt x="2486710" y="2431643"/>
                  </a:lnTo>
                  <a:lnTo>
                    <a:pt x="2559519" y="2404259"/>
                  </a:lnTo>
                  <a:lnTo>
                    <a:pt x="2626146" y="2373950"/>
                  </a:lnTo>
                  <a:lnTo>
                    <a:pt x="2687244" y="2340333"/>
                  </a:lnTo>
                  <a:lnTo>
                    <a:pt x="2743574" y="2302981"/>
                  </a:lnTo>
                  <a:lnTo>
                    <a:pt x="2795934" y="2261461"/>
                  </a:lnTo>
                  <a:lnTo>
                    <a:pt x="2845109" y="2215397"/>
                  </a:lnTo>
                  <a:lnTo>
                    <a:pt x="2891819" y="2164560"/>
                  </a:lnTo>
                  <a:lnTo>
                    <a:pt x="2896531" y="2159033"/>
                  </a:lnTo>
                  <a:lnTo>
                    <a:pt x="2935545" y="2110432"/>
                  </a:lnTo>
                  <a:lnTo>
                    <a:pt x="2973549" y="2058128"/>
                  </a:lnTo>
                  <a:lnTo>
                    <a:pt x="3010829" y="2002046"/>
                  </a:lnTo>
                  <a:lnTo>
                    <a:pt x="3047613" y="1942178"/>
                  </a:lnTo>
                  <a:lnTo>
                    <a:pt x="3084080" y="1878587"/>
                  </a:lnTo>
                  <a:lnTo>
                    <a:pt x="3120368" y="1811417"/>
                  </a:lnTo>
                  <a:lnTo>
                    <a:pt x="3156579" y="1740895"/>
                  </a:lnTo>
                  <a:lnTo>
                    <a:pt x="3192784" y="1667333"/>
                  </a:lnTo>
                  <a:lnTo>
                    <a:pt x="3229025" y="1591124"/>
                  </a:lnTo>
                  <a:lnTo>
                    <a:pt x="3265320" y="1512739"/>
                  </a:lnTo>
                  <a:lnTo>
                    <a:pt x="3301670" y="1432713"/>
                  </a:lnTo>
                  <a:lnTo>
                    <a:pt x="3338061" y="1351631"/>
                  </a:lnTo>
                  <a:lnTo>
                    <a:pt x="3374471" y="1270112"/>
                  </a:lnTo>
                  <a:lnTo>
                    <a:pt x="3410873" y="1188790"/>
                  </a:lnTo>
                  <a:lnTo>
                    <a:pt x="3447241" y="1108291"/>
                  </a:lnTo>
                  <a:lnTo>
                    <a:pt x="3483558" y="1029218"/>
                  </a:lnTo>
                  <a:lnTo>
                    <a:pt x="3519818" y="952125"/>
                  </a:lnTo>
                  <a:lnTo>
                    <a:pt x="3556032" y="877508"/>
                  </a:lnTo>
                  <a:lnTo>
                    <a:pt x="3592235" y="805792"/>
                  </a:lnTo>
                  <a:lnTo>
                    <a:pt x="3628484" y="737319"/>
                  </a:lnTo>
                  <a:lnTo>
                    <a:pt x="3664869" y="672349"/>
                  </a:lnTo>
                  <a:lnTo>
                    <a:pt x="3701513" y="611057"/>
                  </a:lnTo>
                  <a:lnTo>
                    <a:pt x="3738581" y="553536"/>
                  </a:lnTo>
                  <a:lnTo>
                    <a:pt x="3776280" y="499805"/>
                  </a:lnTo>
                  <a:lnTo>
                    <a:pt x="3814873" y="449812"/>
                  </a:lnTo>
                  <a:lnTo>
                    <a:pt x="3829811" y="431806"/>
                  </a:lnTo>
                  <a:lnTo>
                    <a:pt x="3876303" y="380473"/>
                  </a:lnTo>
                  <a:lnTo>
                    <a:pt x="3925191" y="333923"/>
                  </a:lnTo>
                  <a:lnTo>
                    <a:pt x="3977186" y="291950"/>
                  </a:lnTo>
                  <a:lnTo>
                    <a:pt x="4033069" y="254186"/>
                  </a:lnTo>
                  <a:lnTo>
                    <a:pt x="4093638" y="220203"/>
                  </a:lnTo>
                  <a:lnTo>
                    <a:pt x="4159661" y="189572"/>
                  </a:lnTo>
                  <a:lnTo>
                    <a:pt x="4231806" y="161901"/>
                  </a:lnTo>
                  <a:lnTo>
                    <a:pt x="4310549" y="136861"/>
                  </a:lnTo>
                  <a:lnTo>
                    <a:pt x="4396055" y="114191"/>
                  </a:lnTo>
                  <a:lnTo>
                    <a:pt x="4488019" y="93704"/>
                  </a:lnTo>
                  <a:lnTo>
                    <a:pt x="4585499" y="75295"/>
                  </a:lnTo>
                  <a:lnTo>
                    <a:pt x="4686753" y="58922"/>
                  </a:lnTo>
                  <a:lnTo>
                    <a:pt x="4789150" y="44604"/>
                  </a:lnTo>
                  <a:lnTo>
                    <a:pt x="4889224" y="32385"/>
                  </a:lnTo>
                  <a:lnTo>
                    <a:pt x="4982930" y="22304"/>
                  </a:lnTo>
                  <a:lnTo>
                    <a:pt x="5066141" y="14352"/>
                  </a:lnTo>
                  <a:lnTo>
                    <a:pt x="5135310" y="8440"/>
                  </a:lnTo>
                  <a:lnTo>
                    <a:pt x="5188153" y="4378"/>
                  </a:lnTo>
                  <a:lnTo>
                    <a:pt x="5224159" y="1876"/>
                  </a:lnTo>
                  <a:lnTo>
                    <a:pt x="5244796" y="576"/>
                  </a:lnTo>
                  <a:lnTo>
                    <a:pt x="5253405" y="81"/>
                  </a:lnTo>
                  <a:lnTo>
                    <a:pt x="5254954" y="0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573" y="18"/>
                  </a:lnTo>
                  <a:lnTo>
                    <a:pt x="6735649" y="154"/>
                  </a:lnTo>
                  <a:lnTo>
                    <a:pt x="6755959" y="527"/>
                  </a:lnTo>
                  <a:lnTo>
                    <a:pt x="6792148" y="1263"/>
                  </a:lnTo>
                  <a:lnTo>
                    <a:pt x="6845841" y="2472"/>
                  </a:lnTo>
                  <a:lnTo>
                    <a:pt x="6916524" y="4246"/>
                  </a:lnTo>
                  <a:lnTo>
                    <a:pt x="7001761" y="6644"/>
                  </a:lnTo>
                  <a:lnTo>
                    <a:pt x="7097763" y="9692"/>
                  </a:lnTo>
                  <a:lnTo>
                    <a:pt x="7200139" y="13393"/>
                  </a:lnTo>
                  <a:lnTo>
                    <a:pt x="7304626" y="17733"/>
                  </a:lnTo>
                  <a:lnTo>
                    <a:pt x="7407614" y="22699"/>
                  </a:lnTo>
                  <a:lnTo>
                    <a:pt x="7506416" y="28288"/>
                  </a:lnTo>
                  <a:lnTo>
                    <a:pt x="7599297" y="34515"/>
                  </a:lnTo>
                  <a:lnTo>
                    <a:pt x="7685368" y="41416"/>
                  </a:lnTo>
                  <a:lnTo>
                    <a:pt x="7764402" y="49053"/>
                  </a:lnTo>
                  <a:lnTo>
                    <a:pt x="7836646" y="57511"/>
                  </a:lnTo>
                  <a:lnTo>
                    <a:pt x="7902660" y="66899"/>
                  </a:lnTo>
                  <a:lnTo>
                    <a:pt x="7963182" y="77341"/>
                  </a:lnTo>
                  <a:lnTo>
                    <a:pt x="8019043" y="88972"/>
                  </a:lnTo>
                  <a:lnTo>
                    <a:pt x="8071089" y="101923"/>
                  </a:lnTo>
                  <a:lnTo>
                    <a:pt x="8120133" y="116297"/>
                  </a:lnTo>
                  <a:lnTo>
                    <a:pt x="8151487" y="126681"/>
                  </a:lnTo>
                  <a:lnTo>
                    <a:pt x="8204269" y="146332"/>
                  </a:lnTo>
                  <a:lnTo>
                    <a:pt x="8255380" y="168007"/>
                  </a:lnTo>
                  <a:lnTo>
                    <a:pt x="8305458" y="191735"/>
                  </a:lnTo>
                  <a:lnTo>
                    <a:pt x="8354968" y="217475"/>
                  </a:lnTo>
                  <a:lnTo>
                    <a:pt x="8404234" y="245105"/>
                  </a:lnTo>
                  <a:lnTo>
                    <a:pt x="8453461" y="274417"/>
                  </a:lnTo>
                  <a:lnTo>
                    <a:pt x="8502760" y="305125"/>
                  </a:lnTo>
                  <a:lnTo>
                    <a:pt x="8552162" y="336864"/>
                  </a:lnTo>
                  <a:lnTo>
                    <a:pt x="8601644" y="369215"/>
                  </a:lnTo>
                  <a:lnTo>
                    <a:pt x="8651147" y="401721"/>
                  </a:lnTo>
                  <a:lnTo>
                    <a:pt x="8700607" y="433918"/>
                  </a:lnTo>
                  <a:lnTo>
                    <a:pt x="8749975" y="465357"/>
                  </a:lnTo>
                  <a:lnTo>
                    <a:pt x="8799243" y="495635"/>
                  </a:lnTo>
                  <a:lnTo>
                    <a:pt x="8848467" y="524414"/>
                  </a:lnTo>
                  <a:lnTo>
                    <a:pt x="8897786" y="551430"/>
                  </a:lnTo>
                  <a:lnTo>
                    <a:pt x="8947443" y="576508"/>
                  </a:lnTo>
                  <a:lnTo>
                    <a:pt x="8997807" y="599551"/>
                  </a:lnTo>
                  <a:lnTo>
                    <a:pt x="9049395" y="620544"/>
                  </a:lnTo>
                  <a:lnTo>
                    <a:pt x="9084767" y="633407"/>
                  </a:lnTo>
                  <a:lnTo>
                    <a:pt x="9132220" y="648756"/>
                  </a:lnTo>
                  <a:lnTo>
                    <a:pt x="9182181" y="662646"/>
                  </a:lnTo>
                  <a:lnTo>
                    <a:pt x="9235408" y="675142"/>
                  </a:lnTo>
                  <a:lnTo>
                    <a:pt x="9292732" y="686361"/>
                  </a:lnTo>
                  <a:lnTo>
                    <a:pt x="9355000" y="696436"/>
                  </a:lnTo>
                  <a:lnTo>
                    <a:pt x="9423019" y="705500"/>
                  </a:lnTo>
                  <a:lnTo>
                    <a:pt x="9497483" y="713673"/>
                  </a:lnTo>
                  <a:lnTo>
                    <a:pt x="9578860" y="721056"/>
                  </a:lnTo>
                  <a:lnTo>
                    <a:pt x="9667260" y="727726"/>
                  </a:lnTo>
                  <a:lnTo>
                    <a:pt x="9762257" y="733737"/>
                  </a:lnTo>
                  <a:lnTo>
                    <a:pt x="9862696" y="739117"/>
                  </a:lnTo>
                  <a:lnTo>
                    <a:pt x="9966533" y="743875"/>
                  </a:lnTo>
                  <a:lnTo>
                    <a:pt x="10070756" y="748004"/>
                  </a:lnTo>
                  <a:lnTo>
                    <a:pt x="10171496" y="751487"/>
                  </a:lnTo>
                  <a:lnTo>
                    <a:pt x="10264376" y="754317"/>
                  </a:lnTo>
                  <a:lnTo>
                    <a:pt x="10345120" y="756501"/>
                  </a:lnTo>
                  <a:lnTo>
                    <a:pt x="10410311" y="758079"/>
                  </a:lnTo>
                  <a:lnTo>
                    <a:pt x="10458108" y="759118"/>
                  </a:lnTo>
                  <a:lnTo>
                    <a:pt x="10488705" y="759720"/>
                  </a:lnTo>
                  <a:lnTo>
                    <a:pt x="10504430" y="760000"/>
                  </a:lnTo>
                  <a:lnTo>
                    <a:pt x="10509540" y="760083"/>
                  </a:lnTo>
                  <a:lnTo>
                    <a:pt x="10509911" y="760088"/>
                  </a:lnTo>
                  <a:lnTo>
                    <a:pt x="11981298" y="76008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03" name="pl1903"/>
            <p:cNvSpPr/>
            <p:nvPr/>
          </p:nvSpPr>
          <p:spPr>
            <a:xfrm>
              <a:off x="4799595" y="7823973"/>
              <a:ext cx="11981298" cy="2590840"/>
            </a:xfrm>
            <a:custGeom>
              <a:avLst/>
              <a:pathLst>
                <a:path w="11981298" h="2590840">
                  <a:moveTo>
                    <a:pt x="11981298" y="760088"/>
                  </a:moveTo>
                  <a:lnTo>
                    <a:pt x="10509911" y="760088"/>
                  </a:lnTo>
                  <a:lnTo>
                    <a:pt x="10508680" y="760069"/>
                  </a:lnTo>
                  <a:lnTo>
                    <a:pt x="10500604" y="759934"/>
                  </a:lnTo>
                  <a:lnTo>
                    <a:pt x="10480294" y="759560"/>
                  </a:lnTo>
                  <a:lnTo>
                    <a:pt x="10444105" y="758825"/>
                  </a:lnTo>
                  <a:lnTo>
                    <a:pt x="10390412" y="757616"/>
                  </a:lnTo>
                  <a:lnTo>
                    <a:pt x="10319729" y="755842"/>
                  </a:lnTo>
                  <a:lnTo>
                    <a:pt x="10234492" y="753444"/>
                  </a:lnTo>
                  <a:lnTo>
                    <a:pt x="10138491" y="750396"/>
                  </a:lnTo>
                  <a:lnTo>
                    <a:pt x="10036115" y="746695"/>
                  </a:lnTo>
                  <a:lnTo>
                    <a:pt x="9931628" y="742355"/>
                  </a:lnTo>
                  <a:lnTo>
                    <a:pt x="9828639" y="737389"/>
                  </a:lnTo>
                  <a:lnTo>
                    <a:pt x="9729837" y="731799"/>
                  </a:lnTo>
                  <a:lnTo>
                    <a:pt x="9636956" y="725573"/>
                  </a:lnTo>
                  <a:lnTo>
                    <a:pt x="9550885" y="718672"/>
                  </a:lnTo>
                  <a:lnTo>
                    <a:pt x="9471851" y="711035"/>
                  </a:lnTo>
                  <a:lnTo>
                    <a:pt x="9399607" y="702576"/>
                  </a:lnTo>
                  <a:lnTo>
                    <a:pt x="9333594" y="693189"/>
                  </a:lnTo>
                  <a:lnTo>
                    <a:pt x="9273071" y="682747"/>
                  </a:lnTo>
                  <a:lnTo>
                    <a:pt x="9217211" y="671116"/>
                  </a:lnTo>
                  <a:lnTo>
                    <a:pt x="9165164" y="658165"/>
                  </a:lnTo>
                  <a:lnTo>
                    <a:pt x="9116121" y="643791"/>
                  </a:lnTo>
                  <a:lnTo>
                    <a:pt x="9084767" y="633407"/>
                  </a:lnTo>
                  <a:lnTo>
                    <a:pt x="9031984" y="613756"/>
                  </a:lnTo>
                  <a:lnTo>
                    <a:pt x="8980873" y="592081"/>
                  </a:lnTo>
                  <a:lnTo>
                    <a:pt x="8930795" y="568353"/>
                  </a:lnTo>
                  <a:lnTo>
                    <a:pt x="8881285" y="542613"/>
                  </a:lnTo>
                  <a:lnTo>
                    <a:pt x="8832020" y="514983"/>
                  </a:lnTo>
                  <a:lnTo>
                    <a:pt x="8782792" y="485671"/>
                  </a:lnTo>
                  <a:lnTo>
                    <a:pt x="8733493" y="454963"/>
                  </a:lnTo>
                  <a:lnTo>
                    <a:pt x="8684091" y="423224"/>
                  </a:lnTo>
                  <a:lnTo>
                    <a:pt x="8634610" y="390873"/>
                  </a:lnTo>
                  <a:lnTo>
                    <a:pt x="8585106" y="358366"/>
                  </a:lnTo>
                  <a:lnTo>
                    <a:pt x="8535646" y="326170"/>
                  </a:lnTo>
                  <a:lnTo>
                    <a:pt x="8486278" y="294731"/>
                  </a:lnTo>
                  <a:lnTo>
                    <a:pt x="8437010" y="264453"/>
                  </a:lnTo>
                  <a:lnTo>
                    <a:pt x="8387786" y="235674"/>
                  </a:lnTo>
                  <a:lnTo>
                    <a:pt x="8338467" y="208657"/>
                  </a:lnTo>
                  <a:lnTo>
                    <a:pt x="8288810" y="183580"/>
                  </a:lnTo>
                  <a:lnTo>
                    <a:pt x="8238446" y="160537"/>
                  </a:lnTo>
                  <a:lnTo>
                    <a:pt x="8186858" y="139544"/>
                  </a:lnTo>
                  <a:lnTo>
                    <a:pt x="8151487" y="126681"/>
                  </a:lnTo>
                  <a:lnTo>
                    <a:pt x="8104033" y="111332"/>
                  </a:lnTo>
                  <a:lnTo>
                    <a:pt x="8054072" y="97442"/>
                  </a:lnTo>
                  <a:lnTo>
                    <a:pt x="8000845" y="84945"/>
                  </a:lnTo>
                  <a:lnTo>
                    <a:pt x="7943521" y="73727"/>
                  </a:lnTo>
                  <a:lnTo>
                    <a:pt x="7881254" y="63652"/>
                  </a:lnTo>
                  <a:lnTo>
                    <a:pt x="7813234" y="54588"/>
                  </a:lnTo>
                  <a:lnTo>
                    <a:pt x="7738771" y="46414"/>
                  </a:lnTo>
                  <a:lnTo>
                    <a:pt x="7657393" y="39032"/>
                  </a:lnTo>
                  <a:lnTo>
                    <a:pt x="7568993" y="32362"/>
                  </a:lnTo>
                  <a:lnTo>
                    <a:pt x="7473996" y="26351"/>
                  </a:lnTo>
                  <a:lnTo>
                    <a:pt x="7373557" y="20971"/>
                  </a:lnTo>
                  <a:lnTo>
                    <a:pt x="7269720" y="16213"/>
                  </a:lnTo>
                  <a:lnTo>
                    <a:pt x="7165497" y="12084"/>
                  </a:lnTo>
                  <a:lnTo>
                    <a:pt x="7064757" y="8601"/>
                  </a:lnTo>
                  <a:lnTo>
                    <a:pt x="6971877" y="5771"/>
                  </a:lnTo>
                  <a:lnTo>
                    <a:pt x="6891134" y="3586"/>
                  </a:lnTo>
                  <a:lnTo>
                    <a:pt x="6825943" y="2009"/>
                  </a:lnTo>
                  <a:lnTo>
                    <a:pt x="6778146" y="969"/>
                  </a:lnTo>
                  <a:lnTo>
                    <a:pt x="6747548" y="368"/>
                  </a:lnTo>
                  <a:lnTo>
                    <a:pt x="6731823" y="88"/>
                  </a:lnTo>
                  <a:lnTo>
                    <a:pt x="6726713" y="5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795" y="60"/>
                  </a:lnTo>
                  <a:lnTo>
                    <a:pt x="5246170" y="494"/>
                  </a:lnTo>
                  <a:lnTo>
                    <a:pt x="5226961" y="1693"/>
                  </a:lnTo>
                  <a:lnTo>
                    <a:pt x="5192645" y="4053"/>
                  </a:lnTo>
                  <a:lnTo>
                    <a:pt x="5141552" y="7939"/>
                  </a:lnTo>
                  <a:lnTo>
                    <a:pt x="5073992" y="13649"/>
                  </a:lnTo>
                  <a:lnTo>
                    <a:pt x="4992084" y="21384"/>
                  </a:lnTo>
                  <a:lnTo>
                    <a:pt x="4899275" y="31244"/>
                  </a:lnTo>
                  <a:lnTo>
                    <a:pt x="4799666" y="43244"/>
                  </a:lnTo>
                  <a:lnTo>
                    <a:pt x="4697335" y="57347"/>
                  </a:lnTo>
                  <a:lnTo>
                    <a:pt x="4595826" y="73508"/>
                  </a:lnTo>
                  <a:lnTo>
                    <a:pt x="4497861" y="91707"/>
                  </a:lnTo>
                  <a:lnTo>
                    <a:pt x="4405270" y="111975"/>
                  </a:lnTo>
                  <a:lnTo>
                    <a:pt x="4319073" y="134412"/>
                  </a:lnTo>
                  <a:lnTo>
                    <a:pt x="4239632" y="159197"/>
                  </a:lnTo>
                  <a:lnTo>
                    <a:pt x="4166823" y="186581"/>
                  </a:lnTo>
                  <a:lnTo>
                    <a:pt x="4100196" y="216889"/>
                  </a:lnTo>
                  <a:lnTo>
                    <a:pt x="4039098" y="250506"/>
                  </a:lnTo>
                  <a:lnTo>
                    <a:pt x="3982768" y="287859"/>
                  </a:lnTo>
                  <a:lnTo>
                    <a:pt x="3930408" y="329378"/>
                  </a:lnTo>
                  <a:lnTo>
                    <a:pt x="3881233" y="375442"/>
                  </a:lnTo>
                  <a:lnTo>
                    <a:pt x="3834524" y="426279"/>
                  </a:lnTo>
                  <a:lnTo>
                    <a:pt x="3829811" y="431806"/>
                  </a:lnTo>
                  <a:lnTo>
                    <a:pt x="3790797" y="480407"/>
                  </a:lnTo>
                  <a:lnTo>
                    <a:pt x="3752793" y="532711"/>
                  </a:lnTo>
                  <a:lnTo>
                    <a:pt x="3715513" y="588793"/>
                  </a:lnTo>
                  <a:lnTo>
                    <a:pt x="3678729" y="648662"/>
                  </a:lnTo>
                  <a:lnTo>
                    <a:pt x="3642263" y="712253"/>
                  </a:lnTo>
                  <a:lnTo>
                    <a:pt x="3605974" y="779423"/>
                  </a:lnTo>
                  <a:lnTo>
                    <a:pt x="3569763" y="849945"/>
                  </a:lnTo>
                  <a:lnTo>
                    <a:pt x="3533558" y="923507"/>
                  </a:lnTo>
                  <a:lnTo>
                    <a:pt x="3497318" y="999715"/>
                  </a:lnTo>
                  <a:lnTo>
                    <a:pt x="3461022" y="1078100"/>
                  </a:lnTo>
                  <a:lnTo>
                    <a:pt x="3424672" y="1158127"/>
                  </a:lnTo>
                  <a:lnTo>
                    <a:pt x="3388281" y="1239209"/>
                  </a:lnTo>
                  <a:lnTo>
                    <a:pt x="3351871" y="1320728"/>
                  </a:lnTo>
                  <a:lnTo>
                    <a:pt x="3315469" y="1402050"/>
                  </a:lnTo>
                  <a:lnTo>
                    <a:pt x="3279101" y="1482548"/>
                  </a:lnTo>
                  <a:lnTo>
                    <a:pt x="3242784" y="1561622"/>
                  </a:lnTo>
                  <a:lnTo>
                    <a:pt x="3206524" y="1638715"/>
                  </a:lnTo>
                  <a:lnTo>
                    <a:pt x="3170310" y="1713331"/>
                  </a:lnTo>
                  <a:lnTo>
                    <a:pt x="3134107" y="1785047"/>
                  </a:lnTo>
                  <a:lnTo>
                    <a:pt x="3097858" y="1853520"/>
                  </a:lnTo>
                  <a:lnTo>
                    <a:pt x="3061473" y="1918490"/>
                  </a:lnTo>
                  <a:lnTo>
                    <a:pt x="3024829" y="1979782"/>
                  </a:lnTo>
                  <a:lnTo>
                    <a:pt x="2987761" y="2037303"/>
                  </a:lnTo>
                  <a:lnTo>
                    <a:pt x="2950062" y="2091035"/>
                  </a:lnTo>
                  <a:lnTo>
                    <a:pt x="2911469" y="2141028"/>
                  </a:lnTo>
                  <a:lnTo>
                    <a:pt x="2896531" y="2159033"/>
                  </a:lnTo>
                  <a:lnTo>
                    <a:pt x="2850039" y="2210367"/>
                  </a:lnTo>
                  <a:lnTo>
                    <a:pt x="2801151" y="2256917"/>
                  </a:lnTo>
                  <a:lnTo>
                    <a:pt x="2749156" y="2298890"/>
                  </a:lnTo>
                  <a:lnTo>
                    <a:pt x="2693273" y="2336653"/>
                  </a:lnTo>
                  <a:lnTo>
                    <a:pt x="2632704" y="2370637"/>
                  </a:lnTo>
                  <a:lnTo>
                    <a:pt x="2566681" y="2401268"/>
                  </a:lnTo>
                  <a:lnTo>
                    <a:pt x="2494536" y="2428938"/>
                  </a:lnTo>
                  <a:lnTo>
                    <a:pt x="2415793" y="2453978"/>
                  </a:lnTo>
                  <a:lnTo>
                    <a:pt x="2330287" y="2476649"/>
                  </a:lnTo>
                  <a:lnTo>
                    <a:pt x="2238323" y="2497135"/>
                  </a:lnTo>
                  <a:lnTo>
                    <a:pt x="2140843" y="2515545"/>
                  </a:lnTo>
                  <a:lnTo>
                    <a:pt x="2039589" y="2531917"/>
                  </a:lnTo>
                  <a:lnTo>
                    <a:pt x="1937192" y="2546235"/>
                  </a:lnTo>
                  <a:lnTo>
                    <a:pt x="1837118" y="2558454"/>
                  </a:lnTo>
                  <a:lnTo>
                    <a:pt x="1743412" y="2568536"/>
                  </a:lnTo>
                  <a:lnTo>
                    <a:pt x="1660201" y="2576487"/>
                  </a:lnTo>
                  <a:lnTo>
                    <a:pt x="1591032" y="2582399"/>
                  </a:lnTo>
                  <a:lnTo>
                    <a:pt x="1538189" y="2586462"/>
                  </a:lnTo>
                  <a:lnTo>
                    <a:pt x="1502183" y="2588963"/>
                  </a:lnTo>
                  <a:lnTo>
                    <a:pt x="1481547" y="2590264"/>
                  </a:lnTo>
                  <a:lnTo>
                    <a:pt x="1472937" y="2590758"/>
                  </a:lnTo>
                  <a:lnTo>
                    <a:pt x="1471388" y="2590840"/>
                  </a:lnTo>
                  <a:lnTo>
                    <a:pt x="1471387" y="2590840"/>
                  </a:lnTo>
                  <a:lnTo>
                    <a:pt x="0" y="259084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04" name="pg1904"/>
            <p:cNvSpPr/>
            <p:nvPr/>
          </p:nvSpPr>
          <p:spPr>
            <a:xfrm>
              <a:off x="4799595" y="4456698"/>
              <a:ext cx="11981298" cy="5925423"/>
            </a:xfrm>
            <a:custGeom>
              <a:avLst/>
              <a:pathLst>
                <a:path w="11981298" h="5925423">
                  <a:moveTo>
                    <a:pt x="0" y="5925423"/>
                  </a:moveTo>
                  <a:lnTo>
                    <a:pt x="1471387" y="5925423"/>
                  </a:lnTo>
                  <a:lnTo>
                    <a:pt x="1472209" y="5925326"/>
                  </a:lnTo>
                  <a:lnTo>
                    <a:pt x="1477649" y="5924631"/>
                  </a:lnTo>
                  <a:lnTo>
                    <a:pt x="1491486" y="5922712"/>
                  </a:lnTo>
                  <a:lnTo>
                    <a:pt x="1516533" y="5918929"/>
                  </a:lnTo>
                  <a:lnTo>
                    <a:pt x="1554494" y="5912665"/>
                  </a:lnTo>
                  <a:lnTo>
                    <a:pt x="1605843" y="5903379"/>
                  </a:lnTo>
                  <a:lnTo>
                    <a:pt x="1669827" y="5890649"/>
                  </a:lnTo>
                  <a:lnTo>
                    <a:pt x="1744637" y="5874199"/>
                  </a:lnTo>
                  <a:lnTo>
                    <a:pt x="1827718" y="5853896"/>
                  </a:lnTo>
                  <a:lnTo>
                    <a:pt x="1916159" y="5829723"/>
                  </a:lnTo>
                  <a:lnTo>
                    <a:pt x="2007067" y="5801739"/>
                  </a:lnTo>
                  <a:lnTo>
                    <a:pt x="2097864" y="5770019"/>
                  </a:lnTo>
                  <a:lnTo>
                    <a:pt x="2186465" y="5734615"/>
                  </a:lnTo>
                  <a:lnTo>
                    <a:pt x="2271345" y="5695511"/>
                  </a:lnTo>
                  <a:lnTo>
                    <a:pt x="2351522" y="5652602"/>
                  </a:lnTo>
                  <a:lnTo>
                    <a:pt x="2426479" y="5605680"/>
                  </a:lnTo>
                  <a:lnTo>
                    <a:pt x="2496077" y="5554423"/>
                  </a:lnTo>
                  <a:lnTo>
                    <a:pt x="2560454" y="5498404"/>
                  </a:lnTo>
                  <a:lnTo>
                    <a:pt x="2619941" y="5437092"/>
                  </a:lnTo>
                  <a:lnTo>
                    <a:pt x="2674997" y="5369871"/>
                  </a:lnTo>
                  <a:lnTo>
                    <a:pt x="2726149" y="5296062"/>
                  </a:lnTo>
                  <a:lnTo>
                    <a:pt x="2773958" y="5214964"/>
                  </a:lnTo>
                  <a:lnTo>
                    <a:pt x="2818984" y="5125920"/>
                  </a:lnTo>
                  <a:lnTo>
                    <a:pt x="2861762" y="5028415"/>
                  </a:lnTo>
                  <a:lnTo>
                    <a:pt x="2896531" y="4939215"/>
                  </a:lnTo>
                  <a:lnTo>
                    <a:pt x="2923803" y="4862851"/>
                  </a:lnTo>
                  <a:lnTo>
                    <a:pt x="2950540" y="4782426"/>
                  </a:lnTo>
                  <a:lnTo>
                    <a:pt x="2976846" y="4697863"/>
                  </a:lnTo>
                  <a:lnTo>
                    <a:pt x="3002814" y="4609113"/>
                  </a:lnTo>
                  <a:lnTo>
                    <a:pt x="3028521" y="4516167"/>
                  </a:lnTo>
                  <a:lnTo>
                    <a:pt x="3054032" y="4419052"/>
                  </a:lnTo>
                  <a:lnTo>
                    <a:pt x="3079404" y="4317837"/>
                  </a:lnTo>
                  <a:lnTo>
                    <a:pt x="3104683" y="4212634"/>
                  </a:lnTo>
                  <a:lnTo>
                    <a:pt x="3129906" y="4103600"/>
                  </a:lnTo>
                  <a:lnTo>
                    <a:pt x="3155103" y="3990935"/>
                  </a:lnTo>
                  <a:lnTo>
                    <a:pt x="3180296" y="3874888"/>
                  </a:lnTo>
                  <a:lnTo>
                    <a:pt x="3205501" y="3755750"/>
                  </a:lnTo>
                  <a:lnTo>
                    <a:pt x="3230728" y="3633855"/>
                  </a:lnTo>
                  <a:lnTo>
                    <a:pt x="3255982" y="3509575"/>
                  </a:lnTo>
                  <a:lnTo>
                    <a:pt x="3281264" y="3383319"/>
                  </a:lnTo>
                  <a:lnTo>
                    <a:pt x="3306571" y="3255524"/>
                  </a:lnTo>
                  <a:lnTo>
                    <a:pt x="3331897" y="3126649"/>
                  </a:lnTo>
                  <a:lnTo>
                    <a:pt x="3357233" y="2997173"/>
                  </a:lnTo>
                  <a:lnTo>
                    <a:pt x="3382572" y="2867583"/>
                  </a:lnTo>
                  <a:lnTo>
                    <a:pt x="3407904" y="2738366"/>
                  </a:lnTo>
                  <a:lnTo>
                    <a:pt x="3433220" y="2610006"/>
                  </a:lnTo>
                  <a:lnTo>
                    <a:pt x="3458514" y="2482973"/>
                  </a:lnTo>
                  <a:lnTo>
                    <a:pt x="3483782" y="2357714"/>
                  </a:lnTo>
                  <a:lnTo>
                    <a:pt x="3509021" y="2234653"/>
                  </a:lnTo>
                  <a:lnTo>
                    <a:pt x="3534236" y="2114179"/>
                  </a:lnTo>
                  <a:lnTo>
                    <a:pt x="3559433" y="1996644"/>
                  </a:lnTo>
                  <a:lnTo>
                    <a:pt x="3584626" y="1882361"/>
                  </a:lnTo>
                  <a:lnTo>
                    <a:pt x="3609833" y="1771597"/>
                  </a:lnTo>
                  <a:lnTo>
                    <a:pt x="3635082" y="1664576"/>
                  </a:lnTo>
                  <a:lnTo>
                    <a:pt x="3660405" y="1561475"/>
                  </a:lnTo>
                  <a:lnTo>
                    <a:pt x="3685844" y="1462428"/>
                  </a:lnTo>
                  <a:lnTo>
                    <a:pt x="3711452" y="1367522"/>
                  </a:lnTo>
                  <a:lnTo>
                    <a:pt x="3737288" y="1276805"/>
                  </a:lnTo>
                  <a:lnTo>
                    <a:pt x="3763426" y="1190283"/>
                  </a:lnTo>
                  <a:lnTo>
                    <a:pt x="3789948" y="1107926"/>
                  </a:lnTo>
                  <a:lnTo>
                    <a:pt x="3816955" y="1029671"/>
                  </a:lnTo>
                  <a:lnTo>
                    <a:pt x="3829811" y="994381"/>
                  </a:lnTo>
                  <a:lnTo>
                    <a:pt x="3871067" y="889540"/>
                  </a:lnTo>
                  <a:lnTo>
                    <a:pt x="3914159" y="793367"/>
                  </a:lnTo>
                  <a:lnTo>
                    <a:pt x="3959580" y="705590"/>
                  </a:lnTo>
                  <a:lnTo>
                    <a:pt x="4007869" y="625664"/>
                  </a:lnTo>
                  <a:lnTo>
                    <a:pt x="4059588" y="552919"/>
                  </a:lnTo>
                  <a:lnTo>
                    <a:pt x="4115296" y="486655"/>
                  </a:lnTo>
                  <a:lnTo>
                    <a:pt x="4175512" y="426200"/>
                  </a:lnTo>
                  <a:lnTo>
                    <a:pt x="4240678" y="370949"/>
                  </a:lnTo>
                  <a:lnTo>
                    <a:pt x="4311101" y="320388"/>
                  </a:lnTo>
                  <a:lnTo>
                    <a:pt x="4386883" y="274104"/>
                  </a:lnTo>
                  <a:lnTo>
                    <a:pt x="4467831" y="231795"/>
                  </a:lnTo>
                  <a:lnTo>
                    <a:pt x="4553364" y="193267"/>
                  </a:lnTo>
                  <a:lnTo>
                    <a:pt x="4642418" y="158431"/>
                  </a:lnTo>
                  <a:lnTo>
                    <a:pt x="4733382" y="127285"/>
                  </a:lnTo>
                  <a:lnTo>
                    <a:pt x="4824088" y="99884"/>
                  </a:lnTo>
                  <a:lnTo>
                    <a:pt x="4911893" y="76308"/>
                  </a:lnTo>
                  <a:lnTo>
                    <a:pt x="4993882" y="56603"/>
                  </a:lnTo>
                  <a:lnTo>
                    <a:pt x="5067171" y="40741"/>
                  </a:lnTo>
                  <a:lnTo>
                    <a:pt x="5129296" y="28565"/>
                  </a:lnTo>
                  <a:lnTo>
                    <a:pt x="5178594" y="19778"/>
                  </a:lnTo>
                  <a:lnTo>
                    <a:pt x="5214496" y="13935"/>
                  </a:lnTo>
                  <a:lnTo>
                    <a:pt x="5237670" y="10481"/>
                  </a:lnTo>
                  <a:lnTo>
                    <a:pt x="5249999" y="8794"/>
                  </a:lnTo>
                  <a:lnTo>
                    <a:pt x="5254455" y="8231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536" y="8219"/>
                  </a:lnTo>
                  <a:lnTo>
                    <a:pt x="6735373" y="8551"/>
                  </a:lnTo>
                  <a:lnTo>
                    <a:pt x="6755101" y="9470"/>
                  </a:lnTo>
                  <a:lnTo>
                    <a:pt x="6790300" y="11278"/>
                  </a:lnTo>
                  <a:lnTo>
                    <a:pt x="6842622" y="14255"/>
                  </a:lnTo>
                  <a:lnTo>
                    <a:pt x="6911661" y="18624"/>
                  </a:lnTo>
                  <a:lnTo>
                    <a:pt x="6995151" y="24536"/>
                  </a:lnTo>
                  <a:lnTo>
                    <a:pt x="7089482" y="32063"/>
                  </a:lnTo>
                  <a:lnTo>
                    <a:pt x="7190418" y="41212"/>
                  </a:lnTo>
                  <a:lnTo>
                    <a:pt x="7293789" y="51955"/>
                  </a:lnTo>
                  <a:lnTo>
                    <a:pt x="7396019" y="64257"/>
                  </a:lnTo>
                  <a:lnTo>
                    <a:pt x="7494399" y="78105"/>
                  </a:lnTo>
                  <a:lnTo>
                    <a:pt x="7587142" y="93529"/>
                  </a:lnTo>
                  <a:lnTo>
                    <a:pt x="7673291" y="110614"/>
                  </a:lnTo>
                  <a:lnTo>
                    <a:pt x="7752547" y="129502"/>
                  </a:lnTo>
                  <a:lnTo>
                    <a:pt x="7825091" y="150395"/>
                  </a:lnTo>
                  <a:lnTo>
                    <a:pt x="7891427" y="173549"/>
                  </a:lnTo>
                  <a:lnTo>
                    <a:pt x="7952248" y="199265"/>
                  </a:lnTo>
                  <a:lnTo>
                    <a:pt x="8008349" y="227873"/>
                  </a:lnTo>
                  <a:lnTo>
                    <a:pt x="8060551" y="259700"/>
                  </a:lnTo>
                  <a:lnTo>
                    <a:pt x="8109654" y="295020"/>
                  </a:lnTo>
                  <a:lnTo>
                    <a:pt x="8151487" y="329644"/>
                  </a:lnTo>
                  <a:lnTo>
                    <a:pt x="8194786" y="370033"/>
                  </a:lnTo>
                  <a:lnTo>
                    <a:pt x="8236879" y="413838"/>
                  </a:lnTo>
                  <a:lnTo>
                    <a:pt x="8278144" y="461125"/>
                  </a:lnTo>
                  <a:lnTo>
                    <a:pt x="8318875" y="511881"/>
                  </a:lnTo>
                  <a:lnTo>
                    <a:pt x="8359296" y="566011"/>
                  </a:lnTo>
                  <a:lnTo>
                    <a:pt x="8399571" y="623325"/>
                  </a:lnTo>
                  <a:lnTo>
                    <a:pt x="8439812" y="683537"/>
                  </a:lnTo>
                  <a:lnTo>
                    <a:pt x="8480088" y="746267"/>
                  </a:lnTo>
                  <a:lnTo>
                    <a:pt x="8520430" y="811048"/>
                  </a:lnTo>
                  <a:lnTo>
                    <a:pt x="8560840" y="877336"/>
                  </a:lnTo>
                  <a:lnTo>
                    <a:pt x="8601297" y="944530"/>
                  </a:lnTo>
                  <a:lnTo>
                    <a:pt x="8641770" y="1011993"/>
                  </a:lnTo>
                  <a:lnTo>
                    <a:pt x="8682221" y="1079078"/>
                  </a:lnTo>
                  <a:lnTo>
                    <a:pt x="8722620" y="1145153"/>
                  </a:lnTo>
                  <a:lnTo>
                    <a:pt x="8762950" y="1209625"/>
                  </a:lnTo>
                  <a:lnTo>
                    <a:pt x="8803217" y="1271962"/>
                  </a:lnTo>
                  <a:lnTo>
                    <a:pt x="8843459" y="1331710"/>
                  </a:lnTo>
                  <a:lnTo>
                    <a:pt x="8883749" y="1388505"/>
                  </a:lnTo>
                  <a:lnTo>
                    <a:pt x="8924209" y="1442077"/>
                  </a:lnTo>
                  <a:lnTo>
                    <a:pt x="8965013" y="1492254"/>
                  </a:lnTo>
                  <a:lnTo>
                    <a:pt x="9006395" y="1538953"/>
                  </a:lnTo>
                  <a:lnTo>
                    <a:pt x="9048662" y="1582176"/>
                  </a:lnTo>
                  <a:lnTo>
                    <a:pt x="9084767" y="1615529"/>
                  </a:lnTo>
                  <a:lnTo>
                    <a:pt x="9131715" y="1654095"/>
                  </a:lnTo>
                  <a:lnTo>
                    <a:pt x="9181113" y="1689032"/>
                  </a:lnTo>
                  <a:lnTo>
                    <a:pt x="9233693" y="1720501"/>
                  </a:lnTo>
                  <a:lnTo>
                    <a:pt x="9290258" y="1748784"/>
                  </a:lnTo>
                  <a:lnTo>
                    <a:pt x="9351631" y="1774212"/>
                  </a:lnTo>
                  <a:lnTo>
                    <a:pt x="9418599" y="1797111"/>
                  </a:lnTo>
                  <a:lnTo>
                    <a:pt x="9491840" y="1817778"/>
                  </a:lnTo>
                  <a:lnTo>
                    <a:pt x="9571830" y="1836465"/>
                  </a:lnTo>
                  <a:lnTo>
                    <a:pt x="9658707" y="1853367"/>
                  </a:lnTo>
                  <a:lnTo>
                    <a:pt x="9752111" y="1868620"/>
                  </a:lnTo>
                  <a:lnTo>
                    <a:pt x="9851003" y="1882303"/>
                  </a:lnTo>
                  <a:lnTo>
                    <a:pt x="9953500" y="1894439"/>
                  </a:lnTo>
                  <a:lnTo>
                    <a:pt x="10056795" y="1905014"/>
                  </a:lnTo>
                  <a:lnTo>
                    <a:pt x="10157231" y="1913991"/>
                  </a:lnTo>
                  <a:lnTo>
                    <a:pt x="10250603" y="1921344"/>
                  </a:lnTo>
                  <a:lnTo>
                    <a:pt x="10332704" y="1927087"/>
                  </a:lnTo>
                  <a:lnTo>
                    <a:pt x="10400037" y="1931299"/>
                  </a:lnTo>
                  <a:lnTo>
                    <a:pt x="10450515" y="1934138"/>
                  </a:lnTo>
                  <a:lnTo>
                    <a:pt x="10483948" y="1935838"/>
                  </a:lnTo>
                  <a:lnTo>
                    <a:pt x="10502204" y="1936679"/>
                  </a:lnTo>
                  <a:lnTo>
                    <a:pt x="10509055" y="1936967"/>
                  </a:lnTo>
                  <a:lnTo>
                    <a:pt x="10509911" y="1937000"/>
                  </a:lnTo>
                  <a:lnTo>
                    <a:pt x="11981298" y="1937000"/>
                  </a:lnTo>
                  <a:lnTo>
                    <a:pt x="11981298" y="1928827"/>
                  </a:lnTo>
                  <a:lnTo>
                    <a:pt x="10509911" y="1928827"/>
                  </a:lnTo>
                  <a:lnTo>
                    <a:pt x="10508717" y="1928780"/>
                  </a:lnTo>
                  <a:lnTo>
                    <a:pt x="10500880" y="1928448"/>
                  </a:lnTo>
                  <a:lnTo>
                    <a:pt x="10481153" y="1927529"/>
                  </a:lnTo>
                  <a:lnTo>
                    <a:pt x="10445953" y="1925721"/>
                  </a:lnTo>
                  <a:lnTo>
                    <a:pt x="10393632" y="1922745"/>
                  </a:lnTo>
                  <a:lnTo>
                    <a:pt x="10324592" y="1918376"/>
                  </a:lnTo>
                  <a:lnTo>
                    <a:pt x="10241103" y="1912464"/>
                  </a:lnTo>
                  <a:lnTo>
                    <a:pt x="10146771" y="1904937"/>
                  </a:lnTo>
                  <a:lnTo>
                    <a:pt x="10045836" y="1895787"/>
                  </a:lnTo>
                  <a:lnTo>
                    <a:pt x="9942464" y="1885045"/>
                  </a:lnTo>
                  <a:lnTo>
                    <a:pt x="9840234" y="1872743"/>
                  </a:lnTo>
                  <a:lnTo>
                    <a:pt x="9741854" y="1858895"/>
                  </a:lnTo>
                  <a:lnTo>
                    <a:pt x="9649111" y="1843470"/>
                  </a:lnTo>
                  <a:lnTo>
                    <a:pt x="9562962" y="1826386"/>
                  </a:lnTo>
                  <a:lnTo>
                    <a:pt x="9483707" y="1807498"/>
                  </a:lnTo>
                  <a:lnTo>
                    <a:pt x="9411162" y="1786605"/>
                  </a:lnTo>
                  <a:lnTo>
                    <a:pt x="9344827" y="1763451"/>
                  </a:lnTo>
                  <a:lnTo>
                    <a:pt x="9284005" y="1737734"/>
                  </a:lnTo>
                  <a:lnTo>
                    <a:pt x="9227905" y="1709126"/>
                  </a:lnTo>
                  <a:lnTo>
                    <a:pt x="9175702" y="1677300"/>
                  </a:lnTo>
                  <a:lnTo>
                    <a:pt x="9126599" y="1641979"/>
                  </a:lnTo>
                  <a:lnTo>
                    <a:pt x="9084767" y="1607356"/>
                  </a:lnTo>
                  <a:lnTo>
                    <a:pt x="9041468" y="1566966"/>
                  </a:lnTo>
                  <a:lnTo>
                    <a:pt x="8999375" y="1523161"/>
                  </a:lnTo>
                  <a:lnTo>
                    <a:pt x="8958110" y="1475875"/>
                  </a:lnTo>
                  <a:lnTo>
                    <a:pt x="8917378" y="1425118"/>
                  </a:lnTo>
                  <a:lnTo>
                    <a:pt x="8876957" y="1370988"/>
                  </a:lnTo>
                  <a:lnTo>
                    <a:pt x="8836682" y="1313675"/>
                  </a:lnTo>
                  <a:lnTo>
                    <a:pt x="8796441" y="1253463"/>
                  </a:lnTo>
                  <a:lnTo>
                    <a:pt x="8756165" y="1190732"/>
                  </a:lnTo>
                  <a:lnTo>
                    <a:pt x="8715823" y="1125952"/>
                  </a:lnTo>
                  <a:lnTo>
                    <a:pt x="8675413" y="1059664"/>
                  </a:lnTo>
                  <a:lnTo>
                    <a:pt x="8634956" y="992470"/>
                  </a:lnTo>
                  <a:lnTo>
                    <a:pt x="8594483" y="925007"/>
                  </a:lnTo>
                  <a:lnTo>
                    <a:pt x="8554032" y="857922"/>
                  </a:lnTo>
                  <a:lnTo>
                    <a:pt x="8513633" y="791847"/>
                  </a:lnTo>
                  <a:lnTo>
                    <a:pt x="8473303" y="727375"/>
                  </a:lnTo>
                  <a:lnTo>
                    <a:pt x="8433036" y="665038"/>
                  </a:lnTo>
                  <a:lnTo>
                    <a:pt x="8392795" y="605290"/>
                  </a:lnTo>
                  <a:lnTo>
                    <a:pt x="8352504" y="548495"/>
                  </a:lnTo>
                  <a:lnTo>
                    <a:pt x="8312044" y="494923"/>
                  </a:lnTo>
                  <a:lnTo>
                    <a:pt x="8271240" y="444746"/>
                  </a:lnTo>
                  <a:lnTo>
                    <a:pt x="8229858" y="398047"/>
                  </a:lnTo>
                  <a:lnTo>
                    <a:pt x="8187591" y="354823"/>
                  </a:lnTo>
                  <a:lnTo>
                    <a:pt x="8151487" y="321471"/>
                  </a:lnTo>
                  <a:lnTo>
                    <a:pt x="8104538" y="282905"/>
                  </a:lnTo>
                  <a:lnTo>
                    <a:pt x="8055140" y="247967"/>
                  </a:lnTo>
                  <a:lnTo>
                    <a:pt x="8002561" y="216499"/>
                  </a:lnTo>
                  <a:lnTo>
                    <a:pt x="7945995" y="188215"/>
                  </a:lnTo>
                  <a:lnTo>
                    <a:pt x="7884622" y="162788"/>
                  </a:lnTo>
                  <a:lnTo>
                    <a:pt x="7817654" y="139889"/>
                  </a:lnTo>
                  <a:lnTo>
                    <a:pt x="7744413" y="119221"/>
                  </a:lnTo>
                  <a:lnTo>
                    <a:pt x="7664423" y="100534"/>
                  </a:lnTo>
                  <a:lnTo>
                    <a:pt x="7577547" y="83633"/>
                  </a:lnTo>
                  <a:lnTo>
                    <a:pt x="7484142" y="68379"/>
                  </a:lnTo>
                  <a:lnTo>
                    <a:pt x="7385250" y="54697"/>
                  </a:lnTo>
                  <a:lnTo>
                    <a:pt x="7282753" y="42561"/>
                  </a:lnTo>
                  <a:lnTo>
                    <a:pt x="7179458" y="31986"/>
                  </a:lnTo>
                  <a:lnTo>
                    <a:pt x="7079022" y="23009"/>
                  </a:lnTo>
                  <a:lnTo>
                    <a:pt x="6985651" y="15656"/>
                  </a:lnTo>
                  <a:lnTo>
                    <a:pt x="6903549" y="9913"/>
                  </a:lnTo>
                  <a:lnTo>
                    <a:pt x="6836216" y="5701"/>
                  </a:lnTo>
                  <a:lnTo>
                    <a:pt x="6785738" y="2861"/>
                  </a:lnTo>
                  <a:lnTo>
                    <a:pt x="6752305" y="1162"/>
                  </a:lnTo>
                  <a:lnTo>
                    <a:pt x="6734049" y="320"/>
                  </a:lnTo>
                  <a:lnTo>
                    <a:pt x="6727198" y="33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133" y="97"/>
                  </a:lnTo>
                  <a:lnTo>
                    <a:pt x="5248693" y="792"/>
                  </a:lnTo>
                  <a:lnTo>
                    <a:pt x="5234857" y="2711"/>
                  </a:lnTo>
                  <a:lnTo>
                    <a:pt x="5209809" y="6494"/>
                  </a:lnTo>
                  <a:lnTo>
                    <a:pt x="5171848" y="12758"/>
                  </a:lnTo>
                  <a:lnTo>
                    <a:pt x="5120499" y="22044"/>
                  </a:lnTo>
                  <a:lnTo>
                    <a:pt x="5056515" y="34774"/>
                  </a:lnTo>
                  <a:lnTo>
                    <a:pt x="4981705" y="51224"/>
                  </a:lnTo>
                  <a:lnTo>
                    <a:pt x="4898624" y="71527"/>
                  </a:lnTo>
                  <a:lnTo>
                    <a:pt x="4810183" y="95699"/>
                  </a:lnTo>
                  <a:lnTo>
                    <a:pt x="4719275" y="123684"/>
                  </a:lnTo>
                  <a:lnTo>
                    <a:pt x="4628478" y="155404"/>
                  </a:lnTo>
                  <a:lnTo>
                    <a:pt x="4539877" y="190808"/>
                  </a:lnTo>
                  <a:lnTo>
                    <a:pt x="4454997" y="229912"/>
                  </a:lnTo>
                  <a:lnTo>
                    <a:pt x="4374820" y="272820"/>
                  </a:lnTo>
                  <a:lnTo>
                    <a:pt x="4299863" y="319743"/>
                  </a:lnTo>
                  <a:lnTo>
                    <a:pt x="4230265" y="371000"/>
                  </a:lnTo>
                  <a:lnTo>
                    <a:pt x="4165888" y="427019"/>
                  </a:lnTo>
                  <a:lnTo>
                    <a:pt x="4106401" y="488331"/>
                  </a:lnTo>
                  <a:lnTo>
                    <a:pt x="4051345" y="555552"/>
                  </a:lnTo>
                  <a:lnTo>
                    <a:pt x="4000193" y="629361"/>
                  </a:lnTo>
                  <a:lnTo>
                    <a:pt x="3952384" y="710458"/>
                  </a:lnTo>
                  <a:lnTo>
                    <a:pt x="3907358" y="799503"/>
                  </a:lnTo>
                  <a:lnTo>
                    <a:pt x="3864580" y="897008"/>
                  </a:lnTo>
                  <a:lnTo>
                    <a:pt x="3829811" y="986208"/>
                  </a:lnTo>
                  <a:lnTo>
                    <a:pt x="3802539" y="1062572"/>
                  </a:lnTo>
                  <a:lnTo>
                    <a:pt x="3775802" y="1142996"/>
                  </a:lnTo>
                  <a:lnTo>
                    <a:pt x="3749496" y="1227560"/>
                  </a:lnTo>
                  <a:lnTo>
                    <a:pt x="3723528" y="1316310"/>
                  </a:lnTo>
                  <a:lnTo>
                    <a:pt x="3697822" y="1409256"/>
                  </a:lnTo>
                  <a:lnTo>
                    <a:pt x="3672310" y="1506371"/>
                  </a:lnTo>
                  <a:lnTo>
                    <a:pt x="3646938" y="1607585"/>
                  </a:lnTo>
                  <a:lnTo>
                    <a:pt x="3621659" y="1712788"/>
                  </a:lnTo>
                  <a:lnTo>
                    <a:pt x="3596436" y="1821823"/>
                  </a:lnTo>
                  <a:lnTo>
                    <a:pt x="3571239" y="1934488"/>
                  </a:lnTo>
                  <a:lnTo>
                    <a:pt x="3546046" y="2050535"/>
                  </a:lnTo>
                  <a:lnTo>
                    <a:pt x="3520841" y="2169673"/>
                  </a:lnTo>
                  <a:lnTo>
                    <a:pt x="3495614" y="2291568"/>
                  </a:lnTo>
                  <a:lnTo>
                    <a:pt x="3470360" y="2415847"/>
                  </a:lnTo>
                  <a:lnTo>
                    <a:pt x="3445078" y="2542103"/>
                  </a:lnTo>
                  <a:lnTo>
                    <a:pt x="3419771" y="2669899"/>
                  </a:lnTo>
                  <a:lnTo>
                    <a:pt x="3394446" y="2798774"/>
                  </a:lnTo>
                  <a:lnTo>
                    <a:pt x="3369109" y="2928250"/>
                  </a:lnTo>
                  <a:lnTo>
                    <a:pt x="3343770" y="3057840"/>
                  </a:lnTo>
                  <a:lnTo>
                    <a:pt x="3318438" y="3187057"/>
                  </a:lnTo>
                  <a:lnTo>
                    <a:pt x="3293122" y="3315416"/>
                  </a:lnTo>
                  <a:lnTo>
                    <a:pt x="3267828" y="3442450"/>
                  </a:lnTo>
                  <a:lnTo>
                    <a:pt x="3242560" y="3567709"/>
                  </a:lnTo>
                  <a:lnTo>
                    <a:pt x="3217321" y="3690770"/>
                  </a:lnTo>
                  <a:lnTo>
                    <a:pt x="3192106" y="3811244"/>
                  </a:lnTo>
                  <a:lnTo>
                    <a:pt x="3166909" y="3928779"/>
                  </a:lnTo>
                  <a:lnTo>
                    <a:pt x="3141717" y="4043062"/>
                  </a:lnTo>
                  <a:lnTo>
                    <a:pt x="3116509" y="4153826"/>
                  </a:lnTo>
                  <a:lnTo>
                    <a:pt x="3091261" y="4260847"/>
                  </a:lnTo>
                  <a:lnTo>
                    <a:pt x="3065937" y="4363948"/>
                  </a:lnTo>
                  <a:lnTo>
                    <a:pt x="3040498" y="4462995"/>
                  </a:lnTo>
                  <a:lnTo>
                    <a:pt x="3014890" y="4557901"/>
                  </a:lnTo>
                  <a:lnTo>
                    <a:pt x="2989054" y="4648618"/>
                  </a:lnTo>
                  <a:lnTo>
                    <a:pt x="2962917" y="4735140"/>
                  </a:lnTo>
                  <a:lnTo>
                    <a:pt x="2936394" y="4817497"/>
                  </a:lnTo>
                  <a:lnTo>
                    <a:pt x="2909387" y="4895752"/>
                  </a:lnTo>
                  <a:lnTo>
                    <a:pt x="2896531" y="4931042"/>
                  </a:lnTo>
                  <a:lnTo>
                    <a:pt x="2855276" y="5035883"/>
                  </a:lnTo>
                  <a:lnTo>
                    <a:pt x="2812183" y="5132056"/>
                  </a:lnTo>
                  <a:lnTo>
                    <a:pt x="2766762" y="5219833"/>
                  </a:lnTo>
                  <a:lnTo>
                    <a:pt x="2718473" y="5299759"/>
                  </a:lnTo>
                  <a:lnTo>
                    <a:pt x="2666754" y="5372503"/>
                  </a:lnTo>
                  <a:lnTo>
                    <a:pt x="2611047" y="5438768"/>
                  </a:lnTo>
                  <a:lnTo>
                    <a:pt x="2550831" y="5499223"/>
                  </a:lnTo>
                  <a:lnTo>
                    <a:pt x="2485664" y="5554474"/>
                  </a:lnTo>
                  <a:lnTo>
                    <a:pt x="2415241" y="5605035"/>
                  </a:lnTo>
                  <a:lnTo>
                    <a:pt x="2339459" y="5651319"/>
                  </a:lnTo>
                  <a:lnTo>
                    <a:pt x="2258511" y="5693628"/>
                  </a:lnTo>
                  <a:lnTo>
                    <a:pt x="2172978" y="5732156"/>
                  </a:lnTo>
                  <a:lnTo>
                    <a:pt x="2083924" y="5766991"/>
                  </a:lnTo>
                  <a:lnTo>
                    <a:pt x="1992960" y="5798138"/>
                  </a:lnTo>
                  <a:lnTo>
                    <a:pt x="1902255" y="5825539"/>
                  </a:lnTo>
                  <a:lnTo>
                    <a:pt x="1814449" y="5849115"/>
                  </a:lnTo>
                  <a:lnTo>
                    <a:pt x="1732461" y="5868819"/>
                  </a:lnTo>
                  <a:lnTo>
                    <a:pt x="1659172" y="5884682"/>
                  </a:lnTo>
                  <a:lnTo>
                    <a:pt x="1597046" y="5896857"/>
                  </a:lnTo>
                  <a:lnTo>
                    <a:pt x="1547748" y="5905645"/>
                  </a:lnTo>
                  <a:lnTo>
                    <a:pt x="1511846" y="5911488"/>
                  </a:lnTo>
                  <a:lnTo>
                    <a:pt x="1488672" y="5914942"/>
                  </a:lnTo>
                  <a:lnTo>
                    <a:pt x="1476343" y="5916629"/>
                  </a:lnTo>
                  <a:lnTo>
                    <a:pt x="1471888" y="5917191"/>
                  </a:lnTo>
                  <a:lnTo>
                    <a:pt x="1471387" y="5917250"/>
                  </a:lnTo>
                  <a:lnTo>
                    <a:pt x="0" y="5917250"/>
                  </a:lnTo>
                  <a:close/>
                </a:path>
              </a:pathLst>
            </a:custGeom>
            <a:solidFill>
              <a:srgbClr val="FFB3B5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905" name="pl1905"/>
            <p:cNvSpPr/>
            <p:nvPr/>
          </p:nvSpPr>
          <p:spPr>
            <a:xfrm>
              <a:off x="4799595" y="4464871"/>
              <a:ext cx="11981298" cy="5917250"/>
            </a:xfrm>
            <a:custGeom>
              <a:avLst/>
              <a:pathLst>
                <a:path w="11981298" h="5917250">
                  <a:moveTo>
                    <a:pt x="0" y="5917250"/>
                  </a:moveTo>
                  <a:lnTo>
                    <a:pt x="1471387" y="5917250"/>
                  </a:lnTo>
                  <a:lnTo>
                    <a:pt x="1472209" y="5917153"/>
                  </a:lnTo>
                  <a:lnTo>
                    <a:pt x="1477649" y="5916458"/>
                  </a:lnTo>
                  <a:lnTo>
                    <a:pt x="1491486" y="5914539"/>
                  </a:lnTo>
                  <a:lnTo>
                    <a:pt x="1516533" y="5910756"/>
                  </a:lnTo>
                  <a:lnTo>
                    <a:pt x="1554494" y="5904492"/>
                  </a:lnTo>
                  <a:lnTo>
                    <a:pt x="1605843" y="5895206"/>
                  </a:lnTo>
                  <a:lnTo>
                    <a:pt x="1669827" y="5882476"/>
                  </a:lnTo>
                  <a:lnTo>
                    <a:pt x="1744637" y="5866026"/>
                  </a:lnTo>
                  <a:lnTo>
                    <a:pt x="1827718" y="5845723"/>
                  </a:lnTo>
                  <a:lnTo>
                    <a:pt x="1916159" y="5821550"/>
                  </a:lnTo>
                  <a:lnTo>
                    <a:pt x="2007067" y="5793566"/>
                  </a:lnTo>
                  <a:lnTo>
                    <a:pt x="2097864" y="5761846"/>
                  </a:lnTo>
                  <a:lnTo>
                    <a:pt x="2186465" y="5726442"/>
                  </a:lnTo>
                  <a:lnTo>
                    <a:pt x="2271345" y="5687338"/>
                  </a:lnTo>
                  <a:lnTo>
                    <a:pt x="2351522" y="5644429"/>
                  </a:lnTo>
                  <a:lnTo>
                    <a:pt x="2426479" y="5597507"/>
                  </a:lnTo>
                  <a:lnTo>
                    <a:pt x="2496077" y="5546250"/>
                  </a:lnTo>
                  <a:lnTo>
                    <a:pt x="2560454" y="5490231"/>
                  </a:lnTo>
                  <a:lnTo>
                    <a:pt x="2619941" y="5428919"/>
                  </a:lnTo>
                  <a:lnTo>
                    <a:pt x="2674997" y="5361698"/>
                  </a:lnTo>
                  <a:lnTo>
                    <a:pt x="2726149" y="5287889"/>
                  </a:lnTo>
                  <a:lnTo>
                    <a:pt x="2773958" y="5206791"/>
                  </a:lnTo>
                  <a:lnTo>
                    <a:pt x="2818984" y="5117747"/>
                  </a:lnTo>
                  <a:lnTo>
                    <a:pt x="2861762" y="5020242"/>
                  </a:lnTo>
                  <a:lnTo>
                    <a:pt x="2896531" y="4931042"/>
                  </a:lnTo>
                  <a:lnTo>
                    <a:pt x="2923803" y="4854678"/>
                  </a:lnTo>
                  <a:lnTo>
                    <a:pt x="2950540" y="4774253"/>
                  </a:lnTo>
                  <a:lnTo>
                    <a:pt x="2976846" y="4689690"/>
                  </a:lnTo>
                  <a:lnTo>
                    <a:pt x="3002814" y="4600940"/>
                  </a:lnTo>
                  <a:lnTo>
                    <a:pt x="3028521" y="4507994"/>
                  </a:lnTo>
                  <a:lnTo>
                    <a:pt x="3054032" y="4410879"/>
                  </a:lnTo>
                  <a:lnTo>
                    <a:pt x="3079404" y="4309664"/>
                  </a:lnTo>
                  <a:lnTo>
                    <a:pt x="3104683" y="4204461"/>
                  </a:lnTo>
                  <a:lnTo>
                    <a:pt x="3129906" y="4095427"/>
                  </a:lnTo>
                  <a:lnTo>
                    <a:pt x="3155103" y="3982762"/>
                  </a:lnTo>
                  <a:lnTo>
                    <a:pt x="3180296" y="3866715"/>
                  </a:lnTo>
                  <a:lnTo>
                    <a:pt x="3205501" y="3747577"/>
                  </a:lnTo>
                  <a:lnTo>
                    <a:pt x="3230728" y="3625682"/>
                  </a:lnTo>
                  <a:lnTo>
                    <a:pt x="3255982" y="3501402"/>
                  </a:lnTo>
                  <a:lnTo>
                    <a:pt x="3281264" y="3375146"/>
                  </a:lnTo>
                  <a:lnTo>
                    <a:pt x="3306571" y="3247351"/>
                  </a:lnTo>
                  <a:lnTo>
                    <a:pt x="3331897" y="3118476"/>
                  </a:lnTo>
                  <a:lnTo>
                    <a:pt x="3357233" y="2989000"/>
                  </a:lnTo>
                  <a:lnTo>
                    <a:pt x="3382572" y="2859410"/>
                  </a:lnTo>
                  <a:lnTo>
                    <a:pt x="3407904" y="2730193"/>
                  </a:lnTo>
                  <a:lnTo>
                    <a:pt x="3433220" y="2601833"/>
                  </a:lnTo>
                  <a:lnTo>
                    <a:pt x="3458514" y="2474800"/>
                  </a:lnTo>
                  <a:lnTo>
                    <a:pt x="3483782" y="2349541"/>
                  </a:lnTo>
                  <a:lnTo>
                    <a:pt x="3509021" y="2226480"/>
                  </a:lnTo>
                  <a:lnTo>
                    <a:pt x="3534236" y="2106006"/>
                  </a:lnTo>
                  <a:lnTo>
                    <a:pt x="3559433" y="1988471"/>
                  </a:lnTo>
                  <a:lnTo>
                    <a:pt x="3584626" y="1874188"/>
                  </a:lnTo>
                  <a:lnTo>
                    <a:pt x="3609833" y="1763424"/>
                  </a:lnTo>
                  <a:lnTo>
                    <a:pt x="3635082" y="1656403"/>
                  </a:lnTo>
                  <a:lnTo>
                    <a:pt x="3660405" y="1553302"/>
                  </a:lnTo>
                  <a:lnTo>
                    <a:pt x="3685844" y="1454255"/>
                  </a:lnTo>
                  <a:lnTo>
                    <a:pt x="3711452" y="1359349"/>
                  </a:lnTo>
                  <a:lnTo>
                    <a:pt x="3737288" y="1268632"/>
                  </a:lnTo>
                  <a:lnTo>
                    <a:pt x="3763426" y="1182110"/>
                  </a:lnTo>
                  <a:lnTo>
                    <a:pt x="3789948" y="1099753"/>
                  </a:lnTo>
                  <a:lnTo>
                    <a:pt x="3816955" y="1021498"/>
                  </a:lnTo>
                  <a:lnTo>
                    <a:pt x="3829811" y="986208"/>
                  </a:lnTo>
                  <a:lnTo>
                    <a:pt x="3871067" y="881367"/>
                  </a:lnTo>
                  <a:lnTo>
                    <a:pt x="3914159" y="785194"/>
                  </a:lnTo>
                  <a:lnTo>
                    <a:pt x="3959580" y="697417"/>
                  </a:lnTo>
                  <a:lnTo>
                    <a:pt x="4007869" y="617491"/>
                  </a:lnTo>
                  <a:lnTo>
                    <a:pt x="4059588" y="544746"/>
                  </a:lnTo>
                  <a:lnTo>
                    <a:pt x="4115296" y="478482"/>
                  </a:lnTo>
                  <a:lnTo>
                    <a:pt x="4175512" y="418027"/>
                  </a:lnTo>
                  <a:lnTo>
                    <a:pt x="4240678" y="362776"/>
                  </a:lnTo>
                  <a:lnTo>
                    <a:pt x="4311101" y="312215"/>
                  </a:lnTo>
                  <a:lnTo>
                    <a:pt x="4386883" y="265931"/>
                  </a:lnTo>
                  <a:lnTo>
                    <a:pt x="4467831" y="223622"/>
                  </a:lnTo>
                  <a:lnTo>
                    <a:pt x="4553364" y="185094"/>
                  </a:lnTo>
                  <a:lnTo>
                    <a:pt x="4642418" y="150258"/>
                  </a:lnTo>
                  <a:lnTo>
                    <a:pt x="4733382" y="119112"/>
                  </a:lnTo>
                  <a:lnTo>
                    <a:pt x="4824088" y="91711"/>
                  </a:lnTo>
                  <a:lnTo>
                    <a:pt x="4911893" y="68135"/>
                  </a:lnTo>
                  <a:lnTo>
                    <a:pt x="4993882" y="48430"/>
                  </a:lnTo>
                  <a:lnTo>
                    <a:pt x="5067171" y="32568"/>
                  </a:lnTo>
                  <a:lnTo>
                    <a:pt x="5129296" y="20392"/>
                  </a:lnTo>
                  <a:lnTo>
                    <a:pt x="5178594" y="11605"/>
                  </a:lnTo>
                  <a:lnTo>
                    <a:pt x="5214496" y="5762"/>
                  </a:lnTo>
                  <a:lnTo>
                    <a:pt x="5237670" y="2308"/>
                  </a:lnTo>
                  <a:lnTo>
                    <a:pt x="5249999" y="621"/>
                  </a:lnTo>
                  <a:lnTo>
                    <a:pt x="5254455" y="58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536" y="46"/>
                  </a:lnTo>
                  <a:lnTo>
                    <a:pt x="6735373" y="378"/>
                  </a:lnTo>
                  <a:lnTo>
                    <a:pt x="6755101" y="1297"/>
                  </a:lnTo>
                  <a:lnTo>
                    <a:pt x="6790300" y="3105"/>
                  </a:lnTo>
                  <a:lnTo>
                    <a:pt x="6842622" y="6082"/>
                  </a:lnTo>
                  <a:lnTo>
                    <a:pt x="6911661" y="10451"/>
                  </a:lnTo>
                  <a:lnTo>
                    <a:pt x="6995151" y="16363"/>
                  </a:lnTo>
                  <a:lnTo>
                    <a:pt x="7089482" y="23890"/>
                  </a:lnTo>
                  <a:lnTo>
                    <a:pt x="7190418" y="33039"/>
                  </a:lnTo>
                  <a:lnTo>
                    <a:pt x="7293789" y="43782"/>
                  </a:lnTo>
                  <a:lnTo>
                    <a:pt x="7396019" y="56084"/>
                  </a:lnTo>
                  <a:lnTo>
                    <a:pt x="7494399" y="69932"/>
                  </a:lnTo>
                  <a:lnTo>
                    <a:pt x="7587142" y="85356"/>
                  </a:lnTo>
                  <a:lnTo>
                    <a:pt x="7673291" y="102441"/>
                  </a:lnTo>
                  <a:lnTo>
                    <a:pt x="7752547" y="121329"/>
                  </a:lnTo>
                  <a:lnTo>
                    <a:pt x="7825091" y="142222"/>
                  </a:lnTo>
                  <a:lnTo>
                    <a:pt x="7891427" y="165376"/>
                  </a:lnTo>
                  <a:lnTo>
                    <a:pt x="7952248" y="191092"/>
                  </a:lnTo>
                  <a:lnTo>
                    <a:pt x="8008349" y="219700"/>
                  </a:lnTo>
                  <a:lnTo>
                    <a:pt x="8060551" y="251527"/>
                  </a:lnTo>
                  <a:lnTo>
                    <a:pt x="8109654" y="286847"/>
                  </a:lnTo>
                  <a:lnTo>
                    <a:pt x="8151487" y="321471"/>
                  </a:lnTo>
                  <a:lnTo>
                    <a:pt x="8194786" y="361860"/>
                  </a:lnTo>
                  <a:lnTo>
                    <a:pt x="8236879" y="405665"/>
                  </a:lnTo>
                  <a:lnTo>
                    <a:pt x="8278144" y="452952"/>
                  </a:lnTo>
                  <a:lnTo>
                    <a:pt x="8318875" y="503708"/>
                  </a:lnTo>
                  <a:lnTo>
                    <a:pt x="8359296" y="557838"/>
                  </a:lnTo>
                  <a:lnTo>
                    <a:pt x="8399571" y="615152"/>
                  </a:lnTo>
                  <a:lnTo>
                    <a:pt x="8439812" y="675364"/>
                  </a:lnTo>
                  <a:lnTo>
                    <a:pt x="8480088" y="738094"/>
                  </a:lnTo>
                  <a:lnTo>
                    <a:pt x="8520430" y="802875"/>
                  </a:lnTo>
                  <a:lnTo>
                    <a:pt x="8560840" y="869163"/>
                  </a:lnTo>
                  <a:lnTo>
                    <a:pt x="8601297" y="936357"/>
                  </a:lnTo>
                  <a:lnTo>
                    <a:pt x="8641770" y="1003820"/>
                  </a:lnTo>
                  <a:lnTo>
                    <a:pt x="8682221" y="1070905"/>
                  </a:lnTo>
                  <a:lnTo>
                    <a:pt x="8722620" y="1136980"/>
                  </a:lnTo>
                  <a:lnTo>
                    <a:pt x="8762950" y="1201452"/>
                  </a:lnTo>
                  <a:lnTo>
                    <a:pt x="8803217" y="1263789"/>
                  </a:lnTo>
                  <a:lnTo>
                    <a:pt x="8843459" y="1323537"/>
                  </a:lnTo>
                  <a:lnTo>
                    <a:pt x="8883749" y="1380332"/>
                  </a:lnTo>
                  <a:lnTo>
                    <a:pt x="8924209" y="1433904"/>
                  </a:lnTo>
                  <a:lnTo>
                    <a:pt x="8965013" y="1484081"/>
                  </a:lnTo>
                  <a:lnTo>
                    <a:pt x="9006395" y="1530780"/>
                  </a:lnTo>
                  <a:lnTo>
                    <a:pt x="9048662" y="1574003"/>
                  </a:lnTo>
                  <a:lnTo>
                    <a:pt x="9084767" y="1607356"/>
                  </a:lnTo>
                  <a:lnTo>
                    <a:pt x="9131715" y="1645922"/>
                  </a:lnTo>
                  <a:lnTo>
                    <a:pt x="9181113" y="1680859"/>
                  </a:lnTo>
                  <a:lnTo>
                    <a:pt x="9233693" y="1712328"/>
                  </a:lnTo>
                  <a:lnTo>
                    <a:pt x="9290258" y="1740611"/>
                  </a:lnTo>
                  <a:lnTo>
                    <a:pt x="9351631" y="1766039"/>
                  </a:lnTo>
                  <a:lnTo>
                    <a:pt x="9418599" y="1788938"/>
                  </a:lnTo>
                  <a:lnTo>
                    <a:pt x="9491840" y="1809605"/>
                  </a:lnTo>
                  <a:lnTo>
                    <a:pt x="9571830" y="1828292"/>
                  </a:lnTo>
                  <a:lnTo>
                    <a:pt x="9658707" y="1845194"/>
                  </a:lnTo>
                  <a:lnTo>
                    <a:pt x="9752111" y="1860447"/>
                  </a:lnTo>
                  <a:lnTo>
                    <a:pt x="9851003" y="1874130"/>
                  </a:lnTo>
                  <a:lnTo>
                    <a:pt x="9953500" y="1886266"/>
                  </a:lnTo>
                  <a:lnTo>
                    <a:pt x="10056795" y="1896841"/>
                  </a:lnTo>
                  <a:lnTo>
                    <a:pt x="10157231" y="1905818"/>
                  </a:lnTo>
                  <a:lnTo>
                    <a:pt x="10250603" y="1913171"/>
                  </a:lnTo>
                  <a:lnTo>
                    <a:pt x="10332704" y="1918914"/>
                  </a:lnTo>
                  <a:lnTo>
                    <a:pt x="10400037" y="1923126"/>
                  </a:lnTo>
                  <a:lnTo>
                    <a:pt x="10450515" y="1925965"/>
                  </a:lnTo>
                  <a:lnTo>
                    <a:pt x="10483948" y="1927665"/>
                  </a:lnTo>
                  <a:lnTo>
                    <a:pt x="10502204" y="1928506"/>
                  </a:lnTo>
                  <a:lnTo>
                    <a:pt x="10509055" y="1928794"/>
                  </a:lnTo>
                  <a:lnTo>
                    <a:pt x="10509911" y="1928827"/>
                  </a:lnTo>
                  <a:lnTo>
                    <a:pt x="11981298" y="192882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06" name="pl1906"/>
            <p:cNvSpPr/>
            <p:nvPr/>
          </p:nvSpPr>
          <p:spPr>
            <a:xfrm>
              <a:off x="4799595" y="4456698"/>
              <a:ext cx="11981298" cy="5917250"/>
            </a:xfrm>
            <a:custGeom>
              <a:avLst/>
              <a:pathLst>
                <a:path w="11981298" h="5917250">
                  <a:moveTo>
                    <a:pt x="11981298" y="1928827"/>
                  </a:moveTo>
                  <a:lnTo>
                    <a:pt x="10509911" y="1928827"/>
                  </a:lnTo>
                  <a:lnTo>
                    <a:pt x="10508717" y="1928780"/>
                  </a:lnTo>
                  <a:lnTo>
                    <a:pt x="10500880" y="1928448"/>
                  </a:lnTo>
                  <a:lnTo>
                    <a:pt x="10481153" y="1927529"/>
                  </a:lnTo>
                  <a:lnTo>
                    <a:pt x="10445953" y="1925721"/>
                  </a:lnTo>
                  <a:lnTo>
                    <a:pt x="10393632" y="1922745"/>
                  </a:lnTo>
                  <a:lnTo>
                    <a:pt x="10324592" y="1918376"/>
                  </a:lnTo>
                  <a:lnTo>
                    <a:pt x="10241103" y="1912464"/>
                  </a:lnTo>
                  <a:lnTo>
                    <a:pt x="10146771" y="1904937"/>
                  </a:lnTo>
                  <a:lnTo>
                    <a:pt x="10045836" y="1895787"/>
                  </a:lnTo>
                  <a:lnTo>
                    <a:pt x="9942464" y="1885045"/>
                  </a:lnTo>
                  <a:lnTo>
                    <a:pt x="9840234" y="1872743"/>
                  </a:lnTo>
                  <a:lnTo>
                    <a:pt x="9741854" y="1858895"/>
                  </a:lnTo>
                  <a:lnTo>
                    <a:pt x="9649111" y="1843470"/>
                  </a:lnTo>
                  <a:lnTo>
                    <a:pt x="9562962" y="1826386"/>
                  </a:lnTo>
                  <a:lnTo>
                    <a:pt x="9483707" y="1807498"/>
                  </a:lnTo>
                  <a:lnTo>
                    <a:pt x="9411162" y="1786605"/>
                  </a:lnTo>
                  <a:lnTo>
                    <a:pt x="9344827" y="1763451"/>
                  </a:lnTo>
                  <a:lnTo>
                    <a:pt x="9284005" y="1737734"/>
                  </a:lnTo>
                  <a:lnTo>
                    <a:pt x="9227905" y="1709126"/>
                  </a:lnTo>
                  <a:lnTo>
                    <a:pt x="9175702" y="1677300"/>
                  </a:lnTo>
                  <a:lnTo>
                    <a:pt x="9126599" y="1641979"/>
                  </a:lnTo>
                  <a:lnTo>
                    <a:pt x="9084767" y="1607356"/>
                  </a:lnTo>
                  <a:lnTo>
                    <a:pt x="9041468" y="1566966"/>
                  </a:lnTo>
                  <a:lnTo>
                    <a:pt x="8999375" y="1523161"/>
                  </a:lnTo>
                  <a:lnTo>
                    <a:pt x="8958110" y="1475875"/>
                  </a:lnTo>
                  <a:lnTo>
                    <a:pt x="8917378" y="1425118"/>
                  </a:lnTo>
                  <a:lnTo>
                    <a:pt x="8876957" y="1370988"/>
                  </a:lnTo>
                  <a:lnTo>
                    <a:pt x="8836682" y="1313675"/>
                  </a:lnTo>
                  <a:lnTo>
                    <a:pt x="8796441" y="1253463"/>
                  </a:lnTo>
                  <a:lnTo>
                    <a:pt x="8756165" y="1190732"/>
                  </a:lnTo>
                  <a:lnTo>
                    <a:pt x="8715823" y="1125952"/>
                  </a:lnTo>
                  <a:lnTo>
                    <a:pt x="8675413" y="1059664"/>
                  </a:lnTo>
                  <a:lnTo>
                    <a:pt x="8634956" y="992470"/>
                  </a:lnTo>
                  <a:lnTo>
                    <a:pt x="8594483" y="925007"/>
                  </a:lnTo>
                  <a:lnTo>
                    <a:pt x="8554032" y="857922"/>
                  </a:lnTo>
                  <a:lnTo>
                    <a:pt x="8513633" y="791847"/>
                  </a:lnTo>
                  <a:lnTo>
                    <a:pt x="8473303" y="727375"/>
                  </a:lnTo>
                  <a:lnTo>
                    <a:pt x="8433036" y="665038"/>
                  </a:lnTo>
                  <a:lnTo>
                    <a:pt x="8392795" y="605290"/>
                  </a:lnTo>
                  <a:lnTo>
                    <a:pt x="8352504" y="548495"/>
                  </a:lnTo>
                  <a:lnTo>
                    <a:pt x="8312044" y="494923"/>
                  </a:lnTo>
                  <a:lnTo>
                    <a:pt x="8271240" y="444746"/>
                  </a:lnTo>
                  <a:lnTo>
                    <a:pt x="8229858" y="398047"/>
                  </a:lnTo>
                  <a:lnTo>
                    <a:pt x="8187591" y="354823"/>
                  </a:lnTo>
                  <a:lnTo>
                    <a:pt x="8151487" y="321471"/>
                  </a:lnTo>
                  <a:lnTo>
                    <a:pt x="8104538" y="282905"/>
                  </a:lnTo>
                  <a:lnTo>
                    <a:pt x="8055140" y="247967"/>
                  </a:lnTo>
                  <a:lnTo>
                    <a:pt x="8002561" y="216499"/>
                  </a:lnTo>
                  <a:lnTo>
                    <a:pt x="7945995" y="188215"/>
                  </a:lnTo>
                  <a:lnTo>
                    <a:pt x="7884622" y="162788"/>
                  </a:lnTo>
                  <a:lnTo>
                    <a:pt x="7817654" y="139889"/>
                  </a:lnTo>
                  <a:lnTo>
                    <a:pt x="7744413" y="119221"/>
                  </a:lnTo>
                  <a:lnTo>
                    <a:pt x="7664423" y="100534"/>
                  </a:lnTo>
                  <a:lnTo>
                    <a:pt x="7577547" y="83633"/>
                  </a:lnTo>
                  <a:lnTo>
                    <a:pt x="7484142" y="68379"/>
                  </a:lnTo>
                  <a:lnTo>
                    <a:pt x="7385250" y="54697"/>
                  </a:lnTo>
                  <a:lnTo>
                    <a:pt x="7282753" y="42561"/>
                  </a:lnTo>
                  <a:lnTo>
                    <a:pt x="7179458" y="31986"/>
                  </a:lnTo>
                  <a:lnTo>
                    <a:pt x="7079022" y="23009"/>
                  </a:lnTo>
                  <a:lnTo>
                    <a:pt x="6985651" y="15656"/>
                  </a:lnTo>
                  <a:lnTo>
                    <a:pt x="6903549" y="9913"/>
                  </a:lnTo>
                  <a:lnTo>
                    <a:pt x="6836216" y="5701"/>
                  </a:lnTo>
                  <a:lnTo>
                    <a:pt x="6785738" y="2861"/>
                  </a:lnTo>
                  <a:lnTo>
                    <a:pt x="6752305" y="1162"/>
                  </a:lnTo>
                  <a:lnTo>
                    <a:pt x="6734049" y="320"/>
                  </a:lnTo>
                  <a:lnTo>
                    <a:pt x="6727198" y="33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133" y="97"/>
                  </a:lnTo>
                  <a:lnTo>
                    <a:pt x="5248693" y="792"/>
                  </a:lnTo>
                  <a:lnTo>
                    <a:pt x="5234857" y="2711"/>
                  </a:lnTo>
                  <a:lnTo>
                    <a:pt x="5209809" y="6494"/>
                  </a:lnTo>
                  <a:lnTo>
                    <a:pt x="5171848" y="12758"/>
                  </a:lnTo>
                  <a:lnTo>
                    <a:pt x="5120499" y="22044"/>
                  </a:lnTo>
                  <a:lnTo>
                    <a:pt x="5056515" y="34774"/>
                  </a:lnTo>
                  <a:lnTo>
                    <a:pt x="4981705" y="51224"/>
                  </a:lnTo>
                  <a:lnTo>
                    <a:pt x="4898624" y="71527"/>
                  </a:lnTo>
                  <a:lnTo>
                    <a:pt x="4810183" y="95699"/>
                  </a:lnTo>
                  <a:lnTo>
                    <a:pt x="4719275" y="123684"/>
                  </a:lnTo>
                  <a:lnTo>
                    <a:pt x="4628478" y="155404"/>
                  </a:lnTo>
                  <a:lnTo>
                    <a:pt x="4539877" y="190808"/>
                  </a:lnTo>
                  <a:lnTo>
                    <a:pt x="4454997" y="229912"/>
                  </a:lnTo>
                  <a:lnTo>
                    <a:pt x="4374820" y="272820"/>
                  </a:lnTo>
                  <a:lnTo>
                    <a:pt x="4299863" y="319743"/>
                  </a:lnTo>
                  <a:lnTo>
                    <a:pt x="4230265" y="371000"/>
                  </a:lnTo>
                  <a:lnTo>
                    <a:pt x="4165888" y="427019"/>
                  </a:lnTo>
                  <a:lnTo>
                    <a:pt x="4106401" y="488331"/>
                  </a:lnTo>
                  <a:lnTo>
                    <a:pt x="4051345" y="555552"/>
                  </a:lnTo>
                  <a:lnTo>
                    <a:pt x="4000193" y="629361"/>
                  </a:lnTo>
                  <a:lnTo>
                    <a:pt x="3952384" y="710458"/>
                  </a:lnTo>
                  <a:lnTo>
                    <a:pt x="3907358" y="799503"/>
                  </a:lnTo>
                  <a:lnTo>
                    <a:pt x="3864580" y="897008"/>
                  </a:lnTo>
                  <a:lnTo>
                    <a:pt x="3829811" y="986208"/>
                  </a:lnTo>
                  <a:lnTo>
                    <a:pt x="3802539" y="1062572"/>
                  </a:lnTo>
                  <a:lnTo>
                    <a:pt x="3775802" y="1142996"/>
                  </a:lnTo>
                  <a:lnTo>
                    <a:pt x="3749496" y="1227560"/>
                  </a:lnTo>
                  <a:lnTo>
                    <a:pt x="3723528" y="1316310"/>
                  </a:lnTo>
                  <a:lnTo>
                    <a:pt x="3697822" y="1409256"/>
                  </a:lnTo>
                  <a:lnTo>
                    <a:pt x="3672310" y="1506371"/>
                  </a:lnTo>
                  <a:lnTo>
                    <a:pt x="3646938" y="1607585"/>
                  </a:lnTo>
                  <a:lnTo>
                    <a:pt x="3621659" y="1712788"/>
                  </a:lnTo>
                  <a:lnTo>
                    <a:pt x="3596436" y="1821823"/>
                  </a:lnTo>
                  <a:lnTo>
                    <a:pt x="3571239" y="1934488"/>
                  </a:lnTo>
                  <a:lnTo>
                    <a:pt x="3546046" y="2050535"/>
                  </a:lnTo>
                  <a:lnTo>
                    <a:pt x="3520841" y="2169673"/>
                  </a:lnTo>
                  <a:lnTo>
                    <a:pt x="3495614" y="2291568"/>
                  </a:lnTo>
                  <a:lnTo>
                    <a:pt x="3470360" y="2415847"/>
                  </a:lnTo>
                  <a:lnTo>
                    <a:pt x="3445078" y="2542103"/>
                  </a:lnTo>
                  <a:lnTo>
                    <a:pt x="3419771" y="2669899"/>
                  </a:lnTo>
                  <a:lnTo>
                    <a:pt x="3394446" y="2798774"/>
                  </a:lnTo>
                  <a:lnTo>
                    <a:pt x="3369109" y="2928250"/>
                  </a:lnTo>
                  <a:lnTo>
                    <a:pt x="3343770" y="3057840"/>
                  </a:lnTo>
                  <a:lnTo>
                    <a:pt x="3318438" y="3187057"/>
                  </a:lnTo>
                  <a:lnTo>
                    <a:pt x="3293122" y="3315416"/>
                  </a:lnTo>
                  <a:lnTo>
                    <a:pt x="3267828" y="3442450"/>
                  </a:lnTo>
                  <a:lnTo>
                    <a:pt x="3242560" y="3567709"/>
                  </a:lnTo>
                  <a:lnTo>
                    <a:pt x="3217321" y="3690770"/>
                  </a:lnTo>
                  <a:lnTo>
                    <a:pt x="3192106" y="3811244"/>
                  </a:lnTo>
                  <a:lnTo>
                    <a:pt x="3166909" y="3928779"/>
                  </a:lnTo>
                  <a:lnTo>
                    <a:pt x="3141717" y="4043062"/>
                  </a:lnTo>
                  <a:lnTo>
                    <a:pt x="3116509" y="4153826"/>
                  </a:lnTo>
                  <a:lnTo>
                    <a:pt x="3091261" y="4260847"/>
                  </a:lnTo>
                  <a:lnTo>
                    <a:pt x="3065937" y="4363948"/>
                  </a:lnTo>
                  <a:lnTo>
                    <a:pt x="3040498" y="4462995"/>
                  </a:lnTo>
                  <a:lnTo>
                    <a:pt x="3014890" y="4557901"/>
                  </a:lnTo>
                  <a:lnTo>
                    <a:pt x="2989054" y="4648618"/>
                  </a:lnTo>
                  <a:lnTo>
                    <a:pt x="2962917" y="4735140"/>
                  </a:lnTo>
                  <a:lnTo>
                    <a:pt x="2936394" y="4817497"/>
                  </a:lnTo>
                  <a:lnTo>
                    <a:pt x="2909387" y="4895752"/>
                  </a:lnTo>
                  <a:lnTo>
                    <a:pt x="2896531" y="4931042"/>
                  </a:lnTo>
                  <a:lnTo>
                    <a:pt x="2855276" y="5035883"/>
                  </a:lnTo>
                  <a:lnTo>
                    <a:pt x="2812183" y="5132056"/>
                  </a:lnTo>
                  <a:lnTo>
                    <a:pt x="2766762" y="5219833"/>
                  </a:lnTo>
                  <a:lnTo>
                    <a:pt x="2718473" y="5299759"/>
                  </a:lnTo>
                  <a:lnTo>
                    <a:pt x="2666754" y="5372503"/>
                  </a:lnTo>
                  <a:lnTo>
                    <a:pt x="2611047" y="5438768"/>
                  </a:lnTo>
                  <a:lnTo>
                    <a:pt x="2550831" y="5499223"/>
                  </a:lnTo>
                  <a:lnTo>
                    <a:pt x="2485664" y="5554474"/>
                  </a:lnTo>
                  <a:lnTo>
                    <a:pt x="2415241" y="5605035"/>
                  </a:lnTo>
                  <a:lnTo>
                    <a:pt x="2339459" y="5651319"/>
                  </a:lnTo>
                  <a:lnTo>
                    <a:pt x="2258511" y="5693628"/>
                  </a:lnTo>
                  <a:lnTo>
                    <a:pt x="2172978" y="5732156"/>
                  </a:lnTo>
                  <a:lnTo>
                    <a:pt x="2083924" y="5766991"/>
                  </a:lnTo>
                  <a:lnTo>
                    <a:pt x="1992960" y="5798138"/>
                  </a:lnTo>
                  <a:lnTo>
                    <a:pt x="1902255" y="5825539"/>
                  </a:lnTo>
                  <a:lnTo>
                    <a:pt x="1814449" y="5849115"/>
                  </a:lnTo>
                  <a:lnTo>
                    <a:pt x="1732461" y="5868819"/>
                  </a:lnTo>
                  <a:lnTo>
                    <a:pt x="1659172" y="5884682"/>
                  </a:lnTo>
                  <a:lnTo>
                    <a:pt x="1597046" y="5896857"/>
                  </a:lnTo>
                  <a:lnTo>
                    <a:pt x="1547748" y="5905645"/>
                  </a:lnTo>
                  <a:lnTo>
                    <a:pt x="1511846" y="5911488"/>
                  </a:lnTo>
                  <a:lnTo>
                    <a:pt x="1488672" y="5914942"/>
                  </a:lnTo>
                  <a:lnTo>
                    <a:pt x="1476343" y="5916629"/>
                  </a:lnTo>
                  <a:lnTo>
                    <a:pt x="1471888" y="5917191"/>
                  </a:lnTo>
                  <a:lnTo>
                    <a:pt x="1471387" y="5917250"/>
                  </a:lnTo>
                  <a:lnTo>
                    <a:pt x="0" y="591725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07" name="pg1907"/>
            <p:cNvSpPr/>
            <p:nvPr/>
          </p:nvSpPr>
          <p:spPr>
            <a:xfrm>
              <a:off x="4799595" y="10480198"/>
              <a:ext cx="11981298" cy="776434"/>
            </a:xfrm>
            <a:custGeom>
              <a:avLst/>
              <a:pathLst>
                <a:path w="11981298" h="776434">
                  <a:moveTo>
                    <a:pt x="0" y="8172"/>
                  </a:moveTo>
                  <a:lnTo>
                    <a:pt x="1471387" y="8172"/>
                  </a:lnTo>
                  <a:lnTo>
                    <a:pt x="1472618" y="8192"/>
                  </a:lnTo>
                  <a:lnTo>
                    <a:pt x="1480693" y="8328"/>
                  </a:lnTo>
                  <a:lnTo>
                    <a:pt x="1501000" y="8706"/>
                  </a:lnTo>
                  <a:lnTo>
                    <a:pt x="1537185" y="9449"/>
                  </a:lnTo>
                  <a:lnTo>
                    <a:pt x="1590872" y="10672"/>
                  </a:lnTo>
                  <a:lnTo>
                    <a:pt x="1661548" y="12464"/>
                  </a:lnTo>
                  <a:lnTo>
                    <a:pt x="1746778" y="14888"/>
                  </a:lnTo>
                  <a:lnTo>
                    <a:pt x="1842773" y="17968"/>
                  </a:lnTo>
                  <a:lnTo>
                    <a:pt x="1945143" y="21708"/>
                  </a:lnTo>
                  <a:lnTo>
                    <a:pt x="2049626" y="26095"/>
                  </a:lnTo>
                  <a:lnTo>
                    <a:pt x="2152612" y="31114"/>
                  </a:lnTo>
                  <a:lnTo>
                    <a:pt x="2251411" y="36763"/>
                  </a:lnTo>
                  <a:lnTo>
                    <a:pt x="2344292" y="43055"/>
                  </a:lnTo>
                  <a:lnTo>
                    <a:pt x="2430363" y="50030"/>
                  </a:lnTo>
                  <a:lnTo>
                    <a:pt x="2509398" y="57748"/>
                  </a:lnTo>
                  <a:lnTo>
                    <a:pt x="2581644" y="66297"/>
                  </a:lnTo>
                  <a:lnTo>
                    <a:pt x="2647659" y="75784"/>
                  </a:lnTo>
                  <a:lnTo>
                    <a:pt x="2708182" y="86337"/>
                  </a:lnTo>
                  <a:lnTo>
                    <a:pt x="2764044" y="98092"/>
                  </a:lnTo>
                  <a:lnTo>
                    <a:pt x="2816091" y="111180"/>
                  </a:lnTo>
                  <a:lnTo>
                    <a:pt x="2865135" y="125707"/>
                  </a:lnTo>
                  <a:lnTo>
                    <a:pt x="2896531" y="136216"/>
                  </a:lnTo>
                  <a:lnTo>
                    <a:pt x="2949250" y="156052"/>
                  </a:lnTo>
                  <a:lnTo>
                    <a:pt x="3000301" y="177930"/>
                  </a:lnTo>
                  <a:lnTo>
                    <a:pt x="3050319" y="201878"/>
                  </a:lnTo>
                  <a:lnTo>
                    <a:pt x="3099770" y="227854"/>
                  </a:lnTo>
                  <a:lnTo>
                    <a:pt x="3148976" y="255736"/>
                  </a:lnTo>
                  <a:lnTo>
                    <a:pt x="3198143" y="285317"/>
                  </a:lnTo>
                  <a:lnTo>
                    <a:pt x="3247381" y="316307"/>
                  </a:lnTo>
                  <a:lnTo>
                    <a:pt x="3296722" y="348341"/>
                  </a:lnTo>
                  <a:lnTo>
                    <a:pt x="3346142" y="380995"/>
                  </a:lnTo>
                  <a:lnTo>
                    <a:pt x="3395584" y="413812"/>
                  </a:lnTo>
                  <a:lnTo>
                    <a:pt x="3444985" y="446321"/>
                  </a:lnTo>
                  <a:lnTo>
                    <a:pt x="3494293" y="478073"/>
                  </a:lnTo>
                  <a:lnTo>
                    <a:pt x="3543502" y="508660"/>
                  </a:lnTo>
                  <a:lnTo>
                    <a:pt x="3592666" y="537740"/>
                  </a:lnTo>
                  <a:lnTo>
                    <a:pt x="3641921" y="565048"/>
                  </a:lnTo>
                  <a:lnTo>
                    <a:pt x="3691508" y="590402"/>
                  </a:lnTo>
                  <a:lnTo>
                    <a:pt x="3741790" y="613707"/>
                  </a:lnTo>
                  <a:lnTo>
                    <a:pt x="3793283" y="634943"/>
                  </a:lnTo>
                  <a:lnTo>
                    <a:pt x="3829811" y="648391"/>
                  </a:lnTo>
                  <a:lnTo>
                    <a:pt x="3877262" y="663905"/>
                  </a:lnTo>
                  <a:lnTo>
                    <a:pt x="3927221" y="677943"/>
                  </a:lnTo>
                  <a:lnTo>
                    <a:pt x="3980446" y="690573"/>
                  </a:lnTo>
                  <a:lnTo>
                    <a:pt x="4037766" y="701912"/>
                  </a:lnTo>
                  <a:lnTo>
                    <a:pt x="4100030" y="712095"/>
                  </a:lnTo>
                  <a:lnTo>
                    <a:pt x="4168046" y="721257"/>
                  </a:lnTo>
                  <a:lnTo>
                    <a:pt x="4242504" y="729518"/>
                  </a:lnTo>
                  <a:lnTo>
                    <a:pt x="4323876" y="736980"/>
                  </a:lnTo>
                  <a:lnTo>
                    <a:pt x="4412270" y="743722"/>
                  </a:lnTo>
                  <a:lnTo>
                    <a:pt x="4507260" y="749797"/>
                  </a:lnTo>
                  <a:lnTo>
                    <a:pt x="4607693" y="755235"/>
                  </a:lnTo>
                  <a:lnTo>
                    <a:pt x="4711524" y="760045"/>
                  </a:lnTo>
                  <a:lnTo>
                    <a:pt x="4815744" y="764217"/>
                  </a:lnTo>
                  <a:lnTo>
                    <a:pt x="4916483" y="767739"/>
                  </a:lnTo>
                  <a:lnTo>
                    <a:pt x="5009365" y="770599"/>
                  </a:lnTo>
                  <a:lnTo>
                    <a:pt x="5090114" y="772807"/>
                  </a:lnTo>
                  <a:lnTo>
                    <a:pt x="5155314" y="774402"/>
                  </a:lnTo>
                  <a:lnTo>
                    <a:pt x="5203122" y="775453"/>
                  </a:lnTo>
                  <a:lnTo>
                    <a:pt x="5233731" y="776061"/>
                  </a:lnTo>
                  <a:lnTo>
                    <a:pt x="5249466" y="776345"/>
                  </a:lnTo>
                  <a:lnTo>
                    <a:pt x="5254583" y="776429"/>
                  </a:lnTo>
                  <a:lnTo>
                    <a:pt x="5254955" y="776434"/>
                  </a:lnTo>
                  <a:lnTo>
                    <a:pt x="6726343" y="776434"/>
                  </a:lnTo>
                  <a:lnTo>
                    <a:pt x="6727580" y="776434"/>
                  </a:lnTo>
                  <a:lnTo>
                    <a:pt x="6735702" y="776434"/>
                  </a:lnTo>
                  <a:lnTo>
                    <a:pt x="6756124" y="776434"/>
                  </a:lnTo>
                  <a:lnTo>
                    <a:pt x="6792502" y="776434"/>
                  </a:lnTo>
                  <a:lnTo>
                    <a:pt x="6846457" y="776434"/>
                  </a:lnTo>
                  <a:lnTo>
                    <a:pt x="6917453" y="776434"/>
                  </a:lnTo>
                  <a:lnTo>
                    <a:pt x="7003021" y="776434"/>
                  </a:lnTo>
                  <a:lnTo>
                    <a:pt x="7099338" y="776434"/>
                  </a:lnTo>
                  <a:lnTo>
                    <a:pt x="7201984" y="776434"/>
                  </a:lnTo>
                  <a:lnTo>
                    <a:pt x="7306679" y="776434"/>
                  </a:lnTo>
                  <a:lnTo>
                    <a:pt x="7409807" y="776434"/>
                  </a:lnTo>
                  <a:lnTo>
                    <a:pt x="7508684" y="776434"/>
                  </a:lnTo>
                  <a:lnTo>
                    <a:pt x="7601588" y="776434"/>
                  </a:lnTo>
                  <a:lnTo>
                    <a:pt x="7687641" y="776434"/>
                  </a:lnTo>
                  <a:lnTo>
                    <a:pt x="7766631" y="776434"/>
                  </a:lnTo>
                  <a:lnTo>
                    <a:pt x="7838818" y="776434"/>
                  </a:lnTo>
                  <a:lnTo>
                    <a:pt x="7904771" y="776434"/>
                  </a:lnTo>
                  <a:lnTo>
                    <a:pt x="7965237" y="776434"/>
                  </a:lnTo>
                  <a:lnTo>
                    <a:pt x="8021054" y="776434"/>
                  </a:lnTo>
                  <a:lnTo>
                    <a:pt x="8073072" y="776434"/>
                  </a:lnTo>
                  <a:lnTo>
                    <a:pt x="8122108" y="776434"/>
                  </a:lnTo>
                  <a:lnTo>
                    <a:pt x="8151487" y="776434"/>
                  </a:lnTo>
                  <a:lnTo>
                    <a:pt x="8207723" y="776434"/>
                  </a:lnTo>
                  <a:lnTo>
                    <a:pt x="8262110" y="776434"/>
                  </a:lnTo>
                  <a:lnTo>
                    <a:pt x="8315401" y="776434"/>
                  </a:lnTo>
                  <a:lnTo>
                    <a:pt x="8368129" y="776434"/>
                  </a:lnTo>
                  <a:lnTo>
                    <a:pt x="8420653" y="776434"/>
                  </a:lnTo>
                  <a:lnTo>
                    <a:pt x="8473185" y="776434"/>
                  </a:lnTo>
                  <a:lnTo>
                    <a:pt x="8525821" y="776434"/>
                  </a:lnTo>
                  <a:lnTo>
                    <a:pt x="8578567" y="776434"/>
                  </a:lnTo>
                  <a:lnTo>
                    <a:pt x="8631371" y="776434"/>
                  </a:lnTo>
                  <a:lnTo>
                    <a:pt x="8684155" y="776434"/>
                  </a:lnTo>
                  <a:lnTo>
                    <a:pt x="8736850" y="776434"/>
                  </a:lnTo>
                  <a:lnTo>
                    <a:pt x="8789427" y="776434"/>
                  </a:lnTo>
                  <a:lnTo>
                    <a:pt x="8841936" y="776434"/>
                  </a:lnTo>
                  <a:lnTo>
                    <a:pt x="8894528" y="776434"/>
                  </a:lnTo>
                  <a:lnTo>
                    <a:pt x="8947483" y="776434"/>
                  </a:lnTo>
                  <a:lnTo>
                    <a:pt x="9001245" y="776434"/>
                  </a:lnTo>
                  <a:lnTo>
                    <a:pt x="9056449" y="776434"/>
                  </a:lnTo>
                  <a:lnTo>
                    <a:pt x="9084767" y="776434"/>
                  </a:lnTo>
                  <a:lnTo>
                    <a:pt x="9132316" y="776434"/>
                  </a:lnTo>
                  <a:lnTo>
                    <a:pt x="9182384" y="776434"/>
                  </a:lnTo>
                  <a:lnTo>
                    <a:pt x="9235734" y="776434"/>
                  </a:lnTo>
                  <a:lnTo>
                    <a:pt x="9293202" y="776434"/>
                  </a:lnTo>
                  <a:lnTo>
                    <a:pt x="9355640" y="776434"/>
                  </a:lnTo>
                  <a:lnTo>
                    <a:pt x="9423860" y="776434"/>
                  </a:lnTo>
                  <a:lnTo>
                    <a:pt x="9498557" y="776434"/>
                  </a:lnTo>
                  <a:lnTo>
                    <a:pt x="9580199" y="776434"/>
                  </a:lnTo>
                  <a:lnTo>
                    <a:pt x="9668889" y="776434"/>
                  </a:lnTo>
                  <a:lnTo>
                    <a:pt x="9764188" y="776434"/>
                  </a:lnTo>
                  <a:lnTo>
                    <a:pt x="9864919" y="776434"/>
                  </a:lnTo>
                  <a:lnTo>
                    <a:pt x="9969005" y="776434"/>
                  </a:lnTo>
                  <a:lnTo>
                    <a:pt x="10073397" y="776434"/>
                  </a:lnTo>
                  <a:lnTo>
                    <a:pt x="10174183" y="776434"/>
                  </a:lnTo>
                  <a:lnTo>
                    <a:pt x="10266955" y="776434"/>
                  </a:lnTo>
                  <a:lnTo>
                    <a:pt x="10347426" y="776434"/>
                  </a:lnTo>
                  <a:lnTo>
                    <a:pt x="10412197" y="776434"/>
                  </a:lnTo>
                  <a:lnTo>
                    <a:pt x="10459479" y="776434"/>
                  </a:lnTo>
                  <a:lnTo>
                    <a:pt x="10489540" y="776434"/>
                  </a:lnTo>
                  <a:lnTo>
                    <a:pt x="10504798" y="776434"/>
                  </a:lnTo>
                  <a:lnTo>
                    <a:pt x="10509604" y="776434"/>
                  </a:lnTo>
                  <a:lnTo>
                    <a:pt x="10509911" y="776434"/>
                  </a:lnTo>
                  <a:lnTo>
                    <a:pt x="11981298" y="776434"/>
                  </a:lnTo>
                  <a:lnTo>
                    <a:pt x="11981298" y="768261"/>
                  </a:lnTo>
                  <a:lnTo>
                    <a:pt x="10509911" y="768261"/>
                  </a:lnTo>
                  <a:lnTo>
                    <a:pt x="10508673" y="768261"/>
                  </a:lnTo>
                  <a:lnTo>
                    <a:pt x="10500551" y="768261"/>
                  </a:lnTo>
                  <a:lnTo>
                    <a:pt x="10480130" y="768261"/>
                  </a:lnTo>
                  <a:lnTo>
                    <a:pt x="10443752" y="768261"/>
                  </a:lnTo>
                  <a:lnTo>
                    <a:pt x="10389796" y="768261"/>
                  </a:lnTo>
                  <a:lnTo>
                    <a:pt x="10318801" y="768261"/>
                  </a:lnTo>
                  <a:lnTo>
                    <a:pt x="10233232" y="768261"/>
                  </a:lnTo>
                  <a:lnTo>
                    <a:pt x="10136915" y="768261"/>
                  </a:lnTo>
                  <a:lnTo>
                    <a:pt x="10034269" y="768261"/>
                  </a:lnTo>
                  <a:lnTo>
                    <a:pt x="9929574" y="768261"/>
                  </a:lnTo>
                  <a:lnTo>
                    <a:pt x="9826446" y="768261"/>
                  </a:lnTo>
                  <a:lnTo>
                    <a:pt x="9727569" y="768261"/>
                  </a:lnTo>
                  <a:lnTo>
                    <a:pt x="9634665" y="768261"/>
                  </a:lnTo>
                  <a:lnTo>
                    <a:pt x="9548612" y="768261"/>
                  </a:lnTo>
                  <a:lnTo>
                    <a:pt x="9469622" y="768261"/>
                  </a:lnTo>
                  <a:lnTo>
                    <a:pt x="9397435" y="768261"/>
                  </a:lnTo>
                  <a:lnTo>
                    <a:pt x="9331483" y="768261"/>
                  </a:lnTo>
                  <a:lnTo>
                    <a:pt x="9271016" y="768261"/>
                  </a:lnTo>
                  <a:lnTo>
                    <a:pt x="9215199" y="768261"/>
                  </a:lnTo>
                  <a:lnTo>
                    <a:pt x="9163181" y="768261"/>
                  </a:lnTo>
                  <a:lnTo>
                    <a:pt x="9114146" y="768261"/>
                  </a:lnTo>
                  <a:lnTo>
                    <a:pt x="9084767" y="768261"/>
                  </a:lnTo>
                  <a:lnTo>
                    <a:pt x="9028530" y="768261"/>
                  </a:lnTo>
                  <a:lnTo>
                    <a:pt x="8974143" y="768261"/>
                  </a:lnTo>
                  <a:lnTo>
                    <a:pt x="8920852" y="768261"/>
                  </a:lnTo>
                  <a:lnTo>
                    <a:pt x="8868124" y="768261"/>
                  </a:lnTo>
                  <a:lnTo>
                    <a:pt x="8815600" y="768261"/>
                  </a:lnTo>
                  <a:lnTo>
                    <a:pt x="8763068" y="768261"/>
                  </a:lnTo>
                  <a:lnTo>
                    <a:pt x="8710433" y="768261"/>
                  </a:lnTo>
                  <a:lnTo>
                    <a:pt x="8657686" y="768261"/>
                  </a:lnTo>
                  <a:lnTo>
                    <a:pt x="8604882" y="768261"/>
                  </a:lnTo>
                  <a:lnTo>
                    <a:pt x="8552098" y="768261"/>
                  </a:lnTo>
                  <a:lnTo>
                    <a:pt x="8499404" y="768261"/>
                  </a:lnTo>
                  <a:lnTo>
                    <a:pt x="8446826" y="768261"/>
                  </a:lnTo>
                  <a:lnTo>
                    <a:pt x="8394317" y="768261"/>
                  </a:lnTo>
                  <a:lnTo>
                    <a:pt x="8341726" y="768261"/>
                  </a:lnTo>
                  <a:lnTo>
                    <a:pt x="8288770" y="768261"/>
                  </a:lnTo>
                  <a:lnTo>
                    <a:pt x="8235009" y="768261"/>
                  </a:lnTo>
                  <a:lnTo>
                    <a:pt x="8179804" y="768261"/>
                  </a:lnTo>
                  <a:lnTo>
                    <a:pt x="8151487" y="768261"/>
                  </a:lnTo>
                  <a:lnTo>
                    <a:pt x="8103938" y="768261"/>
                  </a:lnTo>
                  <a:lnTo>
                    <a:pt x="8053869" y="768261"/>
                  </a:lnTo>
                  <a:lnTo>
                    <a:pt x="8000519" y="768261"/>
                  </a:lnTo>
                  <a:lnTo>
                    <a:pt x="7943051" y="768261"/>
                  </a:lnTo>
                  <a:lnTo>
                    <a:pt x="7880613" y="768261"/>
                  </a:lnTo>
                  <a:lnTo>
                    <a:pt x="7812393" y="768261"/>
                  </a:lnTo>
                  <a:lnTo>
                    <a:pt x="7737696" y="768261"/>
                  </a:lnTo>
                  <a:lnTo>
                    <a:pt x="7656054" y="768261"/>
                  </a:lnTo>
                  <a:lnTo>
                    <a:pt x="7567364" y="768261"/>
                  </a:lnTo>
                  <a:lnTo>
                    <a:pt x="7472066" y="768261"/>
                  </a:lnTo>
                  <a:lnTo>
                    <a:pt x="7371334" y="768261"/>
                  </a:lnTo>
                  <a:lnTo>
                    <a:pt x="7267248" y="768261"/>
                  </a:lnTo>
                  <a:lnTo>
                    <a:pt x="7162856" y="768261"/>
                  </a:lnTo>
                  <a:lnTo>
                    <a:pt x="7062070" y="768261"/>
                  </a:lnTo>
                  <a:lnTo>
                    <a:pt x="6969298" y="768261"/>
                  </a:lnTo>
                  <a:lnTo>
                    <a:pt x="6888828" y="768261"/>
                  </a:lnTo>
                  <a:lnTo>
                    <a:pt x="6824056" y="768261"/>
                  </a:lnTo>
                  <a:lnTo>
                    <a:pt x="6776774" y="768261"/>
                  </a:lnTo>
                  <a:lnTo>
                    <a:pt x="6746713" y="768261"/>
                  </a:lnTo>
                  <a:lnTo>
                    <a:pt x="6731455" y="768261"/>
                  </a:lnTo>
                  <a:lnTo>
                    <a:pt x="6726649" y="768261"/>
                  </a:lnTo>
                  <a:lnTo>
                    <a:pt x="6726343" y="768261"/>
                  </a:lnTo>
                  <a:lnTo>
                    <a:pt x="5254955" y="768261"/>
                  </a:lnTo>
                  <a:lnTo>
                    <a:pt x="5253725" y="768242"/>
                  </a:lnTo>
                  <a:lnTo>
                    <a:pt x="5245649" y="768106"/>
                  </a:lnTo>
                  <a:lnTo>
                    <a:pt x="5225342" y="767728"/>
                  </a:lnTo>
                  <a:lnTo>
                    <a:pt x="5189157" y="766985"/>
                  </a:lnTo>
                  <a:lnTo>
                    <a:pt x="5135470" y="765762"/>
                  </a:lnTo>
                  <a:lnTo>
                    <a:pt x="5064794" y="763969"/>
                  </a:lnTo>
                  <a:lnTo>
                    <a:pt x="4979564" y="761546"/>
                  </a:lnTo>
                  <a:lnTo>
                    <a:pt x="4883569" y="758466"/>
                  </a:lnTo>
                  <a:lnTo>
                    <a:pt x="4781199" y="754726"/>
                  </a:lnTo>
                  <a:lnTo>
                    <a:pt x="4676716" y="750339"/>
                  </a:lnTo>
                  <a:lnTo>
                    <a:pt x="4573730" y="745320"/>
                  </a:lnTo>
                  <a:lnTo>
                    <a:pt x="4474931" y="739671"/>
                  </a:lnTo>
                  <a:lnTo>
                    <a:pt x="4382050" y="733379"/>
                  </a:lnTo>
                  <a:lnTo>
                    <a:pt x="4295979" y="726404"/>
                  </a:lnTo>
                  <a:lnTo>
                    <a:pt x="4216944" y="718686"/>
                  </a:lnTo>
                  <a:lnTo>
                    <a:pt x="4144698" y="710137"/>
                  </a:lnTo>
                  <a:lnTo>
                    <a:pt x="4078683" y="700649"/>
                  </a:lnTo>
                  <a:lnTo>
                    <a:pt x="4018160" y="690096"/>
                  </a:lnTo>
                  <a:lnTo>
                    <a:pt x="3962298" y="678342"/>
                  </a:lnTo>
                  <a:lnTo>
                    <a:pt x="3910252" y="665254"/>
                  </a:lnTo>
                  <a:lnTo>
                    <a:pt x="3861207" y="650727"/>
                  </a:lnTo>
                  <a:lnTo>
                    <a:pt x="3829811" y="640218"/>
                  </a:lnTo>
                  <a:lnTo>
                    <a:pt x="3777092" y="620381"/>
                  </a:lnTo>
                  <a:lnTo>
                    <a:pt x="3726041" y="598504"/>
                  </a:lnTo>
                  <a:lnTo>
                    <a:pt x="3676023" y="574556"/>
                  </a:lnTo>
                  <a:lnTo>
                    <a:pt x="3626572" y="548580"/>
                  </a:lnTo>
                  <a:lnTo>
                    <a:pt x="3577366" y="520698"/>
                  </a:lnTo>
                  <a:lnTo>
                    <a:pt x="3528199" y="491116"/>
                  </a:lnTo>
                  <a:lnTo>
                    <a:pt x="3478961" y="460127"/>
                  </a:lnTo>
                  <a:lnTo>
                    <a:pt x="3429621" y="428093"/>
                  </a:lnTo>
                  <a:lnTo>
                    <a:pt x="3380201" y="395438"/>
                  </a:lnTo>
                  <a:lnTo>
                    <a:pt x="3330758" y="362622"/>
                  </a:lnTo>
                  <a:lnTo>
                    <a:pt x="3281358" y="330113"/>
                  </a:lnTo>
                  <a:lnTo>
                    <a:pt x="3232049" y="298361"/>
                  </a:lnTo>
                  <a:lnTo>
                    <a:pt x="3182840" y="267773"/>
                  </a:lnTo>
                  <a:lnTo>
                    <a:pt x="3133676" y="238694"/>
                  </a:lnTo>
                  <a:lnTo>
                    <a:pt x="3084421" y="211386"/>
                  </a:lnTo>
                  <a:lnTo>
                    <a:pt x="3034835" y="186032"/>
                  </a:lnTo>
                  <a:lnTo>
                    <a:pt x="2984552" y="162727"/>
                  </a:lnTo>
                  <a:lnTo>
                    <a:pt x="2933060" y="141491"/>
                  </a:lnTo>
                  <a:lnTo>
                    <a:pt x="2896531" y="128043"/>
                  </a:lnTo>
                  <a:lnTo>
                    <a:pt x="2849080" y="112529"/>
                  </a:lnTo>
                  <a:lnTo>
                    <a:pt x="2799121" y="98491"/>
                  </a:lnTo>
                  <a:lnTo>
                    <a:pt x="2745896" y="85860"/>
                  </a:lnTo>
                  <a:lnTo>
                    <a:pt x="2688576" y="74522"/>
                  </a:lnTo>
                  <a:lnTo>
                    <a:pt x="2626312" y="64338"/>
                  </a:lnTo>
                  <a:lnTo>
                    <a:pt x="2558296" y="55177"/>
                  </a:lnTo>
                  <a:lnTo>
                    <a:pt x="2483838" y="46916"/>
                  </a:lnTo>
                  <a:lnTo>
                    <a:pt x="2402466" y="39454"/>
                  </a:lnTo>
                  <a:lnTo>
                    <a:pt x="2314072" y="32712"/>
                  </a:lnTo>
                  <a:lnTo>
                    <a:pt x="2219082" y="26637"/>
                  </a:lnTo>
                  <a:lnTo>
                    <a:pt x="2118649" y="21199"/>
                  </a:lnTo>
                  <a:lnTo>
                    <a:pt x="2014818" y="16389"/>
                  </a:lnTo>
                  <a:lnTo>
                    <a:pt x="1910598" y="12216"/>
                  </a:lnTo>
                  <a:lnTo>
                    <a:pt x="1809859" y="8695"/>
                  </a:lnTo>
                  <a:lnTo>
                    <a:pt x="1716977" y="5835"/>
                  </a:lnTo>
                  <a:lnTo>
                    <a:pt x="1636228" y="3626"/>
                  </a:lnTo>
                  <a:lnTo>
                    <a:pt x="1571028" y="2032"/>
                  </a:lnTo>
                  <a:lnTo>
                    <a:pt x="1523220" y="981"/>
                  </a:lnTo>
                  <a:lnTo>
                    <a:pt x="1492611" y="373"/>
                  </a:lnTo>
                  <a:lnTo>
                    <a:pt x="1476876" y="89"/>
                  </a:lnTo>
                  <a:lnTo>
                    <a:pt x="1471759" y="5"/>
                  </a:lnTo>
                  <a:lnTo>
                    <a:pt x="1471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B3B5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908" name="pl1908"/>
            <p:cNvSpPr/>
            <p:nvPr/>
          </p:nvSpPr>
          <p:spPr>
            <a:xfrm>
              <a:off x="4799595" y="10488371"/>
              <a:ext cx="11981298" cy="768261"/>
            </a:xfrm>
            <a:custGeom>
              <a:avLst/>
              <a:pathLst>
                <a:path w="11981298" h="768261">
                  <a:moveTo>
                    <a:pt x="0" y="0"/>
                  </a:moveTo>
                  <a:lnTo>
                    <a:pt x="1471387" y="0"/>
                  </a:lnTo>
                  <a:lnTo>
                    <a:pt x="1472618" y="19"/>
                  </a:lnTo>
                  <a:lnTo>
                    <a:pt x="1480693" y="155"/>
                  </a:lnTo>
                  <a:lnTo>
                    <a:pt x="1501000" y="533"/>
                  </a:lnTo>
                  <a:lnTo>
                    <a:pt x="1537185" y="1276"/>
                  </a:lnTo>
                  <a:lnTo>
                    <a:pt x="1590872" y="2499"/>
                  </a:lnTo>
                  <a:lnTo>
                    <a:pt x="1661548" y="4291"/>
                  </a:lnTo>
                  <a:lnTo>
                    <a:pt x="1746778" y="6715"/>
                  </a:lnTo>
                  <a:lnTo>
                    <a:pt x="1842773" y="9795"/>
                  </a:lnTo>
                  <a:lnTo>
                    <a:pt x="1945143" y="13535"/>
                  </a:lnTo>
                  <a:lnTo>
                    <a:pt x="2049626" y="17922"/>
                  </a:lnTo>
                  <a:lnTo>
                    <a:pt x="2152612" y="22941"/>
                  </a:lnTo>
                  <a:lnTo>
                    <a:pt x="2251411" y="28590"/>
                  </a:lnTo>
                  <a:lnTo>
                    <a:pt x="2344292" y="34882"/>
                  </a:lnTo>
                  <a:lnTo>
                    <a:pt x="2430363" y="41857"/>
                  </a:lnTo>
                  <a:lnTo>
                    <a:pt x="2509398" y="49575"/>
                  </a:lnTo>
                  <a:lnTo>
                    <a:pt x="2581644" y="58124"/>
                  </a:lnTo>
                  <a:lnTo>
                    <a:pt x="2647659" y="67611"/>
                  </a:lnTo>
                  <a:lnTo>
                    <a:pt x="2708182" y="78164"/>
                  </a:lnTo>
                  <a:lnTo>
                    <a:pt x="2764044" y="89919"/>
                  </a:lnTo>
                  <a:lnTo>
                    <a:pt x="2816091" y="103007"/>
                  </a:lnTo>
                  <a:lnTo>
                    <a:pt x="2865135" y="117534"/>
                  </a:lnTo>
                  <a:lnTo>
                    <a:pt x="2896531" y="128043"/>
                  </a:lnTo>
                  <a:lnTo>
                    <a:pt x="2949250" y="147879"/>
                  </a:lnTo>
                  <a:lnTo>
                    <a:pt x="3000301" y="169757"/>
                  </a:lnTo>
                  <a:lnTo>
                    <a:pt x="3050319" y="193705"/>
                  </a:lnTo>
                  <a:lnTo>
                    <a:pt x="3099770" y="219681"/>
                  </a:lnTo>
                  <a:lnTo>
                    <a:pt x="3148976" y="247563"/>
                  </a:lnTo>
                  <a:lnTo>
                    <a:pt x="3198143" y="277144"/>
                  </a:lnTo>
                  <a:lnTo>
                    <a:pt x="3247381" y="308134"/>
                  </a:lnTo>
                  <a:lnTo>
                    <a:pt x="3296722" y="340168"/>
                  </a:lnTo>
                  <a:lnTo>
                    <a:pt x="3346142" y="372822"/>
                  </a:lnTo>
                  <a:lnTo>
                    <a:pt x="3395584" y="405639"/>
                  </a:lnTo>
                  <a:lnTo>
                    <a:pt x="3444985" y="438148"/>
                  </a:lnTo>
                  <a:lnTo>
                    <a:pt x="3494293" y="469900"/>
                  </a:lnTo>
                  <a:lnTo>
                    <a:pt x="3543502" y="500487"/>
                  </a:lnTo>
                  <a:lnTo>
                    <a:pt x="3592666" y="529567"/>
                  </a:lnTo>
                  <a:lnTo>
                    <a:pt x="3641921" y="556875"/>
                  </a:lnTo>
                  <a:lnTo>
                    <a:pt x="3691508" y="582229"/>
                  </a:lnTo>
                  <a:lnTo>
                    <a:pt x="3741790" y="605534"/>
                  </a:lnTo>
                  <a:lnTo>
                    <a:pt x="3793283" y="626770"/>
                  </a:lnTo>
                  <a:lnTo>
                    <a:pt x="3829811" y="640218"/>
                  </a:lnTo>
                  <a:lnTo>
                    <a:pt x="3877262" y="655732"/>
                  </a:lnTo>
                  <a:lnTo>
                    <a:pt x="3927221" y="669770"/>
                  </a:lnTo>
                  <a:lnTo>
                    <a:pt x="3980446" y="682400"/>
                  </a:lnTo>
                  <a:lnTo>
                    <a:pt x="4037766" y="693739"/>
                  </a:lnTo>
                  <a:lnTo>
                    <a:pt x="4100030" y="703922"/>
                  </a:lnTo>
                  <a:lnTo>
                    <a:pt x="4168046" y="713084"/>
                  </a:lnTo>
                  <a:lnTo>
                    <a:pt x="4242504" y="721345"/>
                  </a:lnTo>
                  <a:lnTo>
                    <a:pt x="4323876" y="728807"/>
                  </a:lnTo>
                  <a:lnTo>
                    <a:pt x="4412270" y="735549"/>
                  </a:lnTo>
                  <a:lnTo>
                    <a:pt x="4507260" y="741624"/>
                  </a:lnTo>
                  <a:lnTo>
                    <a:pt x="4607693" y="747062"/>
                  </a:lnTo>
                  <a:lnTo>
                    <a:pt x="4711524" y="751872"/>
                  </a:lnTo>
                  <a:lnTo>
                    <a:pt x="4815744" y="756044"/>
                  </a:lnTo>
                  <a:lnTo>
                    <a:pt x="4916483" y="759566"/>
                  </a:lnTo>
                  <a:lnTo>
                    <a:pt x="5009365" y="762426"/>
                  </a:lnTo>
                  <a:lnTo>
                    <a:pt x="5090114" y="764634"/>
                  </a:lnTo>
                  <a:lnTo>
                    <a:pt x="5155314" y="766229"/>
                  </a:lnTo>
                  <a:lnTo>
                    <a:pt x="5203122" y="767280"/>
                  </a:lnTo>
                  <a:lnTo>
                    <a:pt x="5233731" y="767888"/>
                  </a:lnTo>
                  <a:lnTo>
                    <a:pt x="5249466" y="768172"/>
                  </a:lnTo>
                  <a:lnTo>
                    <a:pt x="5254583" y="768256"/>
                  </a:lnTo>
                  <a:lnTo>
                    <a:pt x="5254955" y="768261"/>
                  </a:lnTo>
                  <a:lnTo>
                    <a:pt x="6726343" y="768261"/>
                  </a:lnTo>
                  <a:lnTo>
                    <a:pt x="6727580" y="768261"/>
                  </a:lnTo>
                  <a:lnTo>
                    <a:pt x="6735702" y="768261"/>
                  </a:lnTo>
                  <a:lnTo>
                    <a:pt x="6756124" y="768261"/>
                  </a:lnTo>
                  <a:lnTo>
                    <a:pt x="6792502" y="768261"/>
                  </a:lnTo>
                  <a:lnTo>
                    <a:pt x="6846457" y="768261"/>
                  </a:lnTo>
                  <a:lnTo>
                    <a:pt x="6917453" y="768261"/>
                  </a:lnTo>
                  <a:lnTo>
                    <a:pt x="7003021" y="768261"/>
                  </a:lnTo>
                  <a:lnTo>
                    <a:pt x="7099338" y="768261"/>
                  </a:lnTo>
                  <a:lnTo>
                    <a:pt x="7201984" y="768261"/>
                  </a:lnTo>
                  <a:lnTo>
                    <a:pt x="7306679" y="768261"/>
                  </a:lnTo>
                  <a:lnTo>
                    <a:pt x="7409807" y="768261"/>
                  </a:lnTo>
                  <a:lnTo>
                    <a:pt x="7508684" y="768261"/>
                  </a:lnTo>
                  <a:lnTo>
                    <a:pt x="7601588" y="768261"/>
                  </a:lnTo>
                  <a:lnTo>
                    <a:pt x="7687641" y="768261"/>
                  </a:lnTo>
                  <a:lnTo>
                    <a:pt x="7766631" y="768261"/>
                  </a:lnTo>
                  <a:lnTo>
                    <a:pt x="7838818" y="768261"/>
                  </a:lnTo>
                  <a:lnTo>
                    <a:pt x="7904771" y="768261"/>
                  </a:lnTo>
                  <a:lnTo>
                    <a:pt x="7965237" y="768261"/>
                  </a:lnTo>
                  <a:lnTo>
                    <a:pt x="8021054" y="768261"/>
                  </a:lnTo>
                  <a:lnTo>
                    <a:pt x="8073072" y="768261"/>
                  </a:lnTo>
                  <a:lnTo>
                    <a:pt x="8122108" y="768261"/>
                  </a:lnTo>
                  <a:lnTo>
                    <a:pt x="8151487" y="768261"/>
                  </a:lnTo>
                  <a:lnTo>
                    <a:pt x="8207723" y="768261"/>
                  </a:lnTo>
                  <a:lnTo>
                    <a:pt x="8262110" y="768261"/>
                  </a:lnTo>
                  <a:lnTo>
                    <a:pt x="8315401" y="768261"/>
                  </a:lnTo>
                  <a:lnTo>
                    <a:pt x="8368129" y="768261"/>
                  </a:lnTo>
                  <a:lnTo>
                    <a:pt x="8420653" y="768261"/>
                  </a:lnTo>
                  <a:lnTo>
                    <a:pt x="8473185" y="768261"/>
                  </a:lnTo>
                  <a:lnTo>
                    <a:pt x="8525821" y="768261"/>
                  </a:lnTo>
                  <a:lnTo>
                    <a:pt x="8578567" y="768261"/>
                  </a:lnTo>
                  <a:lnTo>
                    <a:pt x="8631371" y="768261"/>
                  </a:lnTo>
                  <a:lnTo>
                    <a:pt x="8684155" y="768261"/>
                  </a:lnTo>
                  <a:lnTo>
                    <a:pt x="8736850" y="768261"/>
                  </a:lnTo>
                  <a:lnTo>
                    <a:pt x="8789427" y="768261"/>
                  </a:lnTo>
                  <a:lnTo>
                    <a:pt x="8841936" y="768261"/>
                  </a:lnTo>
                  <a:lnTo>
                    <a:pt x="8894528" y="768261"/>
                  </a:lnTo>
                  <a:lnTo>
                    <a:pt x="8947483" y="768261"/>
                  </a:lnTo>
                  <a:lnTo>
                    <a:pt x="9001245" y="768261"/>
                  </a:lnTo>
                  <a:lnTo>
                    <a:pt x="9056449" y="768261"/>
                  </a:lnTo>
                  <a:lnTo>
                    <a:pt x="9084767" y="768261"/>
                  </a:lnTo>
                  <a:lnTo>
                    <a:pt x="9132316" y="768261"/>
                  </a:lnTo>
                  <a:lnTo>
                    <a:pt x="9182384" y="768261"/>
                  </a:lnTo>
                  <a:lnTo>
                    <a:pt x="9235734" y="768261"/>
                  </a:lnTo>
                  <a:lnTo>
                    <a:pt x="9293202" y="768261"/>
                  </a:lnTo>
                  <a:lnTo>
                    <a:pt x="9355640" y="768261"/>
                  </a:lnTo>
                  <a:lnTo>
                    <a:pt x="9423860" y="768261"/>
                  </a:lnTo>
                  <a:lnTo>
                    <a:pt x="9498557" y="768261"/>
                  </a:lnTo>
                  <a:lnTo>
                    <a:pt x="9580199" y="768261"/>
                  </a:lnTo>
                  <a:lnTo>
                    <a:pt x="9668889" y="768261"/>
                  </a:lnTo>
                  <a:lnTo>
                    <a:pt x="9764188" y="768261"/>
                  </a:lnTo>
                  <a:lnTo>
                    <a:pt x="9864919" y="768261"/>
                  </a:lnTo>
                  <a:lnTo>
                    <a:pt x="9969005" y="768261"/>
                  </a:lnTo>
                  <a:lnTo>
                    <a:pt x="10073397" y="768261"/>
                  </a:lnTo>
                  <a:lnTo>
                    <a:pt x="10174183" y="768261"/>
                  </a:lnTo>
                  <a:lnTo>
                    <a:pt x="10266955" y="768261"/>
                  </a:lnTo>
                  <a:lnTo>
                    <a:pt x="10347426" y="768261"/>
                  </a:lnTo>
                  <a:lnTo>
                    <a:pt x="10412197" y="768261"/>
                  </a:lnTo>
                  <a:lnTo>
                    <a:pt x="10459479" y="768261"/>
                  </a:lnTo>
                  <a:lnTo>
                    <a:pt x="10489540" y="768261"/>
                  </a:lnTo>
                  <a:lnTo>
                    <a:pt x="10504798" y="768261"/>
                  </a:lnTo>
                  <a:lnTo>
                    <a:pt x="10509604" y="768261"/>
                  </a:lnTo>
                  <a:lnTo>
                    <a:pt x="10509911" y="768261"/>
                  </a:lnTo>
                  <a:lnTo>
                    <a:pt x="11981298" y="76826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09" name="pl1909"/>
            <p:cNvSpPr/>
            <p:nvPr/>
          </p:nvSpPr>
          <p:spPr>
            <a:xfrm>
              <a:off x="4799595" y="10480198"/>
              <a:ext cx="11981298" cy="768261"/>
            </a:xfrm>
            <a:custGeom>
              <a:avLst/>
              <a:pathLst>
                <a:path w="11981298" h="768261">
                  <a:moveTo>
                    <a:pt x="11981298" y="768261"/>
                  </a:moveTo>
                  <a:lnTo>
                    <a:pt x="10509911" y="768261"/>
                  </a:lnTo>
                  <a:lnTo>
                    <a:pt x="10508673" y="768261"/>
                  </a:lnTo>
                  <a:lnTo>
                    <a:pt x="10500551" y="768261"/>
                  </a:lnTo>
                  <a:lnTo>
                    <a:pt x="10480130" y="768261"/>
                  </a:lnTo>
                  <a:lnTo>
                    <a:pt x="10443752" y="768261"/>
                  </a:lnTo>
                  <a:lnTo>
                    <a:pt x="10389796" y="768261"/>
                  </a:lnTo>
                  <a:lnTo>
                    <a:pt x="10318801" y="768261"/>
                  </a:lnTo>
                  <a:lnTo>
                    <a:pt x="10233232" y="768261"/>
                  </a:lnTo>
                  <a:lnTo>
                    <a:pt x="10136915" y="768261"/>
                  </a:lnTo>
                  <a:lnTo>
                    <a:pt x="10034269" y="768261"/>
                  </a:lnTo>
                  <a:lnTo>
                    <a:pt x="9929574" y="768261"/>
                  </a:lnTo>
                  <a:lnTo>
                    <a:pt x="9826446" y="768261"/>
                  </a:lnTo>
                  <a:lnTo>
                    <a:pt x="9727569" y="768261"/>
                  </a:lnTo>
                  <a:lnTo>
                    <a:pt x="9634665" y="768261"/>
                  </a:lnTo>
                  <a:lnTo>
                    <a:pt x="9548612" y="768261"/>
                  </a:lnTo>
                  <a:lnTo>
                    <a:pt x="9469622" y="768261"/>
                  </a:lnTo>
                  <a:lnTo>
                    <a:pt x="9397435" y="768261"/>
                  </a:lnTo>
                  <a:lnTo>
                    <a:pt x="9331483" y="768261"/>
                  </a:lnTo>
                  <a:lnTo>
                    <a:pt x="9271016" y="768261"/>
                  </a:lnTo>
                  <a:lnTo>
                    <a:pt x="9215199" y="768261"/>
                  </a:lnTo>
                  <a:lnTo>
                    <a:pt x="9163181" y="768261"/>
                  </a:lnTo>
                  <a:lnTo>
                    <a:pt x="9114146" y="768261"/>
                  </a:lnTo>
                  <a:lnTo>
                    <a:pt x="9084767" y="768261"/>
                  </a:lnTo>
                  <a:lnTo>
                    <a:pt x="9028530" y="768261"/>
                  </a:lnTo>
                  <a:lnTo>
                    <a:pt x="8974143" y="768261"/>
                  </a:lnTo>
                  <a:lnTo>
                    <a:pt x="8920852" y="768261"/>
                  </a:lnTo>
                  <a:lnTo>
                    <a:pt x="8868124" y="768261"/>
                  </a:lnTo>
                  <a:lnTo>
                    <a:pt x="8815600" y="768261"/>
                  </a:lnTo>
                  <a:lnTo>
                    <a:pt x="8763068" y="768261"/>
                  </a:lnTo>
                  <a:lnTo>
                    <a:pt x="8710433" y="768261"/>
                  </a:lnTo>
                  <a:lnTo>
                    <a:pt x="8657686" y="768261"/>
                  </a:lnTo>
                  <a:lnTo>
                    <a:pt x="8604882" y="768261"/>
                  </a:lnTo>
                  <a:lnTo>
                    <a:pt x="8552098" y="768261"/>
                  </a:lnTo>
                  <a:lnTo>
                    <a:pt x="8499404" y="768261"/>
                  </a:lnTo>
                  <a:lnTo>
                    <a:pt x="8446826" y="768261"/>
                  </a:lnTo>
                  <a:lnTo>
                    <a:pt x="8394317" y="768261"/>
                  </a:lnTo>
                  <a:lnTo>
                    <a:pt x="8341726" y="768261"/>
                  </a:lnTo>
                  <a:lnTo>
                    <a:pt x="8288770" y="768261"/>
                  </a:lnTo>
                  <a:lnTo>
                    <a:pt x="8235009" y="768261"/>
                  </a:lnTo>
                  <a:lnTo>
                    <a:pt x="8179804" y="768261"/>
                  </a:lnTo>
                  <a:lnTo>
                    <a:pt x="8151487" y="768261"/>
                  </a:lnTo>
                  <a:lnTo>
                    <a:pt x="8103938" y="768261"/>
                  </a:lnTo>
                  <a:lnTo>
                    <a:pt x="8053869" y="768261"/>
                  </a:lnTo>
                  <a:lnTo>
                    <a:pt x="8000519" y="768261"/>
                  </a:lnTo>
                  <a:lnTo>
                    <a:pt x="7943051" y="768261"/>
                  </a:lnTo>
                  <a:lnTo>
                    <a:pt x="7880613" y="768261"/>
                  </a:lnTo>
                  <a:lnTo>
                    <a:pt x="7812393" y="768261"/>
                  </a:lnTo>
                  <a:lnTo>
                    <a:pt x="7737696" y="768261"/>
                  </a:lnTo>
                  <a:lnTo>
                    <a:pt x="7656054" y="768261"/>
                  </a:lnTo>
                  <a:lnTo>
                    <a:pt x="7567364" y="768261"/>
                  </a:lnTo>
                  <a:lnTo>
                    <a:pt x="7472066" y="768261"/>
                  </a:lnTo>
                  <a:lnTo>
                    <a:pt x="7371334" y="768261"/>
                  </a:lnTo>
                  <a:lnTo>
                    <a:pt x="7267248" y="768261"/>
                  </a:lnTo>
                  <a:lnTo>
                    <a:pt x="7162856" y="768261"/>
                  </a:lnTo>
                  <a:lnTo>
                    <a:pt x="7062070" y="768261"/>
                  </a:lnTo>
                  <a:lnTo>
                    <a:pt x="6969298" y="768261"/>
                  </a:lnTo>
                  <a:lnTo>
                    <a:pt x="6888828" y="768261"/>
                  </a:lnTo>
                  <a:lnTo>
                    <a:pt x="6824056" y="768261"/>
                  </a:lnTo>
                  <a:lnTo>
                    <a:pt x="6776774" y="768261"/>
                  </a:lnTo>
                  <a:lnTo>
                    <a:pt x="6746713" y="768261"/>
                  </a:lnTo>
                  <a:lnTo>
                    <a:pt x="6731455" y="768261"/>
                  </a:lnTo>
                  <a:lnTo>
                    <a:pt x="6726649" y="768261"/>
                  </a:lnTo>
                  <a:lnTo>
                    <a:pt x="6726343" y="768261"/>
                  </a:lnTo>
                  <a:lnTo>
                    <a:pt x="5254955" y="768261"/>
                  </a:lnTo>
                  <a:lnTo>
                    <a:pt x="5253725" y="768242"/>
                  </a:lnTo>
                  <a:lnTo>
                    <a:pt x="5245649" y="768106"/>
                  </a:lnTo>
                  <a:lnTo>
                    <a:pt x="5225342" y="767728"/>
                  </a:lnTo>
                  <a:lnTo>
                    <a:pt x="5189157" y="766985"/>
                  </a:lnTo>
                  <a:lnTo>
                    <a:pt x="5135470" y="765762"/>
                  </a:lnTo>
                  <a:lnTo>
                    <a:pt x="5064794" y="763969"/>
                  </a:lnTo>
                  <a:lnTo>
                    <a:pt x="4979564" y="761546"/>
                  </a:lnTo>
                  <a:lnTo>
                    <a:pt x="4883569" y="758466"/>
                  </a:lnTo>
                  <a:lnTo>
                    <a:pt x="4781199" y="754726"/>
                  </a:lnTo>
                  <a:lnTo>
                    <a:pt x="4676716" y="750339"/>
                  </a:lnTo>
                  <a:lnTo>
                    <a:pt x="4573730" y="745320"/>
                  </a:lnTo>
                  <a:lnTo>
                    <a:pt x="4474931" y="739671"/>
                  </a:lnTo>
                  <a:lnTo>
                    <a:pt x="4382050" y="733379"/>
                  </a:lnTo>
                  <a:lnTo>
                    <a:pt x="4295979" y="726404"/>
                  </a:lnTo>
                  <a:lnTo>
                    <a:pt x="4216944" y="718686"/>
                  </a:lnTo>
                  <a:lnTo>
                    <a:pt x="4144698" y="710137"/>
                  </a:lnTo>
                  <a:lnTo>
                    <a:pt x="4078683" y="700649"/>
                  </a:lnTo>
                  <a:lnTo>
                    <a:pt x="4018160" y="690096"/>
                  </a:lnTo>
                  <a:lnTo>
                    <a:pt x="3962298" y="678342"/>
                  </a:lnTo>
                  <a:lnTo>
                    <a:pt x="3910252" y="665254"/>
                  </a:lnTo>
                  <a:lnTo>
                    <a:pt x="3861207" y="650727"/>
                  </a:lnTo>
                  <a:lnTo>
                    <a:pt x="3829811" y="640218"/>
                  </a:lnTo>
                  <a:lnTo>
                    <a:pt x="3777092" y="620381"/>
                  </a:lnTo>
                  <a:lnTo>
                    <a:pt x="3726041" y="598504"/>
                  </a:lnTo>
                  <a:lnTo>
                    <a:pt x="3676023" y="574556"/>
                  </a:lnTo>
                  <a:lnTo>
                    <a:pt x="3626572" y="548580"/>
                  </a:lnTo>
                  <a:lnTo>
                    <a:pt x="3577366" y="520698"/>
                  </a:lnTo>
                  <a:lnTo>
                    <a:pt x="3528199" y="491116"/>
                  </a:lnTo>
                  <a:lnTo>
                    <a:pt x="3478961" y="460127"/>
                  </a:lnTo>
                  <a:lnTo>
                    <a:pt x="3429621" y="428093"/>
                  </a:lnTo>
                  <a:lnTo>
                    <a:pt x="3380201" y="395438"/>
                  </a:lnTo>
                  <a:lnTo>
                    <a:pt x="3330758" y="362622"/>
                  </a:lnTo>
                  <a:lnTo>
                    <a:pt x="3281358" y="330113"/>
                  </a:lnTo>
                  <a:lnTo>
                    <a:pt x="3232049" y="298361"/>
                  </a:lnTo>
                  <a:lnTo>
                    <a:pt x="3182840" y="267773"/>
                  </a:lnTo>
                  <a:lnTo>
                    <a:pt x="3133676" y="238694"/>
                  </a:lnTo>
                  <a:lnTo>
                    <a:pt x="3084421" y="211386"/>
                  </a:lnTo>
                  <a:lnTo>
                    <a:pt x="3034835" y="186032"/>
                  </a:lnTo>
                  <a:lnTo>
                    <a:pt x="2984552" y="162727"/>
                  </a:lnTo>
                  <a:lnTo>
                    <a:pt x="2933060" y="141491"/>
                  </a:lnTo>
                  <a:lnTo>
                    <a:pt x="2896531" y="128043"/>
                  </a:lnTo>
                  <a:lnTo>
                    <a:pt x="2849080" y="112529"/>
                  </a:lnTo>
                  <a:lnTo>
                    <a:pt x="2799121" y="98491"/>
                  </a:lnTo>
                  <a:lnTo>
                    <a:pt x="2745896" y="85860"/>
                  </a:lnTo>
                  <a:lnTo>
                    <a:pt x="2688576" y="74522"/>
                  </a:lnTo>
                  <a:lnTo>
                    <a:pt x="2626312" y="64338"/>
                  </a:lnTo>
                  <a:lnTo>
                    <a:pt x="2558296" y="55177"/>
                  </a:lnTo>
                  <a:lnTo>
                    <a:pt x="2483838" y="46916"/>
                  </a:lnTo>
                  <a:lnTo>
                    <a:pt x="2402466" y="39454"/>
                  </a:lnTo>
                  <a:lnTo>
                    <a:pt x="2314072" y="32712"/>
                  </a:lnTo>
                  <a:lnTo>
                    <a:pt x="2219082" y="26637"/>
                  </a:lnTo>
                  <a:lnTo>
                    <a:pt x="2118649" y="21199"/>
                  </a:lnTo>
                  <a:lnTo>
                    <a:pt x="2014818" y="16389"/>
                  </a:lnTo>
                  <a:lnTo>
                    <a:pt x="1910598" y="12216"/>
                  </a:lnTo>
                  <a:lnTo>
                    <a:pt x="1809859" y="8695"/>
                  </a:lnTo>
                  <a:lnTo>
                    <a:pt x="1716977" y="5835"/>
                  </a:lnTo>
                  <a:lnTo>
                    <a:pt x="1636228" y="3626"/>
                  </a:lnTo>
                  <a:lnTo>
                    <a:pt x="1571028" y="2032"/>
                  </a:lnTo>
                  <a:lnTo>
                    <a:pt x="1523220" y="981"/>
                  </a:lnTo>
                  <a:lnTo>
                    <a:pt x="1492611" y="373"/>
                  </a:lnTo>
                  <a:lnTo>
                    <a:pt x="1476876" y="89"/>
                  </a:lnTo>
                  <a:lnTo>
                    <a:pt x="1471759" y="5"/>
                  </a:lnTo>
                  <a:lnTo>
                    <a:pt x="1471387" y="0"/>
                  </a:lnTo>
                  <a:lnTo>
                    <a:pt x="0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10" name="pg1910"/>
            <p:cNvSpPr/>
            <p:nvPr/>
          </p:nvSpPr>
          <p:spPr>
            <a:xfrm>
              <a:off x="4799595" y="3623052"/>
              <a:ext cx="11981298" cy="6750896"/>
            </a:xfrm>
            <a:custGeom>
              <a:avLst/>
              <a:pathLst>
                <a:path w="11981298" h="6750896">
                  <a:moveTo>
                    <a:pt x="0" y="6750896"/>
                  </a:moveTo>
                  <a:lnTo>
                    <a:pt x="1471387" y="6750896"/>
                  </a:lnTo>
                  <a:lnTo>
                    <a:pt x="1472157" y="6750792"/>
                  </a:lnTo>
                  <a:lnTo>
                    <a:pt x="1477259" y="6750052"/>
                  </a:lnTo>
                  <a:lnTo>
                    <a:pt x="1490257" y="6748008"/>
                  </a:lnTo>
                  <a:lnTo>
                    <a:pt x="1513839" y="6743976"/>
                  </a:lnTo>
                  <a:lnTo>
                    <a:pt x="1549682" y="6737297"/>
                  </a:lnTo>
                  <a:lnTo>
                    <a:pt x="1598346" y="6727382"/>
                  </a:lnTo>
                  <a:lnTo>
                    <a:pt x="1659259" y="6713764"/>
                  </a:lnTo>
                  <a:lnTo>
                    <a:pt x="1730852" y="6696125"/>
                  </a:lnTo>
                  <a:lnTo>
                    <a:pt x="1810823" y="6674301"/>
                  </a:lnTo>
                  <a:lnTo>
                    <a:pt x="1896480" y="6648253"/>
                  </a:lnTo>
                  <a:lnTo>
                    <a:pt x="1985085" y="6618032"/>
                  </a:lnTo>
                  <a:lnTo>
                    <a:pt x="2074137" y="6583721"/>
                  </a:lnTo>
                  <a:lnTo>
                    <a:pt x="2161560" y="6545383"/>
                  </a:lnTo>
                  <a:lnTo>
                    <a:pt x="2245782" y="6503027"/>
                  </a:lnTo>
                  <a:lnTo>
                    <a:pt x="2325740" y="6456570"/>
                  </a:lnTo>
                  <a:lnTo>
                    <a:pt x="2400821" y="6405826"/>
                  </a:lnTo>
                  <a:lnTo>
                    <a:pt x="2470785" y="6350494"/>
                  </a:lnTo>
                  <a:lnTo>
                    <a:pt x="2535679" y="6290157"/>
                  </a:lnTo>
                  <a:lnTo>
                    <a:pt x="2595752" y="6224291"/>
                  </a:lnTo>
                  <a:lnTo>
                    <a:pt x="2651392" y="6152274"/>
                  </a:lnTo>
                  <a:lnTo>
                    <a:pt x="2703071" y="6073405"/>
                  </a:lnTo>
                  <a:lnTo>
                    <a:pt x="2751302" y="5986942"/>
                  </a:lnTo>
                  <a:lnTo>
                    <a:pt x="2796615" y="5892148"/>
                  </a:lnTo>
                  <a:lnTo>
                    <a:pt x="2839525" y="5788385"/>
                  </a:lnTo>
                  <a:lnTo>
                    <a:pt x="2880510" y="5675233"/>
                  </a:lnTo>
                  <a:lnTo>
                    <a:pt x="2896531" y="5627109"/>
                  </a:lnTo>
                  <a:lnTo>
                    <a:pt x="2922174" y="5545472"/>
                  </a:lnTo>
                  <a:lnTo>
                    <a:pt x="2947338" y="5459755"/>
                  </a:lnTo>
                  <a:lnTo>
                    <a:pt x="2972112" y="5369881"/>
                  </a:lnTo>
                  <a:lnTo>
                    <a:pt x="2996574" y="5275801"/>
                  </a:lnTo>
                  <a:lnTo>
                    <a:pt x="3020789" y="5177498"/>
                  </a:lnTo>
                  <a:lnTo>
                    <a:pt x="3044815" y="5074987"/>
                  </a:lnTo>
                  <a:lnTo>
                    <a:pt x="3068702" y="4968321"/>
                  </a:lnTo>
                  <a:lnTo>
                    <a:pt x="3092490" y="4857589"/>
                  </a:lnTo>
                  <a:lnTo>
                    <a:pt x="3116214" y="4742919"/>
                  </a:lnTo>
                  <a:lnTo>
                    <a:pt x="3139902" y="4624480"/>
                  </a:lnTo>
                  <a:lnTo>
                    <a:pt x="3163575" y="4502483"/>
                  </a:lnTo>
                  <a:lnTo>
                    <a:pt x="3187250" y="4377175"/>
                  </a:lnTo>
                  <a:lnTo>
                    <a:pt x="3210939" y="4248845"/>
                  </a:lnTo>
                  <a:lnTo>
                    <a:pt x="3234648" y="4117819"/>
                  </a:lnTo>
                  <a:lnTo>
                    <a:pt x="3258382" y="3984455"/>
                  </a:lnTo>
                  <a:lnTo>
                    <a:pt x="3282141" y="3849143"/>
                  </a:lnTo>
                  <a:lnTo>
                    <a:pt x="3305921" y="3712296"/>
                  </a:lnTo>
                  <a:lnTo>
                    <a:pt x="3329717" y="3574353"/>
                  </a:lnTo>
                  <a:lnTo>
                    <a:pt x="3353525" y="3435762"/>
                  </a:lnTo>
                  <a:lnTo>
                    <a:pt x="3377335" y="3296983"/>
                  </a:lnTo>
                  <a:lnTo>
                    <a:pt x="3401141" y="3158480"/>
                  </a:lnTo>
                  <a:lnTo>
                    <a:pt x="3424935" y="3020710"/>
                  </a:lnTo>
                  <a:lnTo>
                    <a:pt x="3448711" y="2884122"/>
                  </a:lnTo>
                  <a:lnTo>
                    <a:pt x="3472465" y="2749148"/>
                  </a:lnTo>
                  <a:lnTo>
                    <a:pt x="3496194" y="2616199"/>
                  </a:lnTo>
                  <a:lnTo>
                    <a:pt x="3519899" y="2485658"/>
                  </a:lnTo>
                  <a:lnTo>
                    <a:pt x="3543585" y="2357878"/>
                  </a:lnTo>
                  <a:lnTo>
                    <a:pt x="3567258" y="2233177"/>
                  </a:lnTo>
                  <a:lnTo>
                    <a:pt x="3590933" y="2111836"/>
                  </a:lnTo>
                  <a:lnTo>
                    <a:pt x="3614625" y="1994098"/>
                  </a:lnTo>
                  <a:lnTo>
                    <a:pt x="3638359" y="1880163"/>
                  </a:lnTo>
                  <a:lnTo>
                    <a:pt x="3662163" y="1770194"/>
                  </a:lnTo>
                  <a:lnTo>
                    <a:pt x="3686073" y="1664310"/>
                  </a:lnTo>
                  <a:lnTo>
                    <a:pt x="3710131" y="1562595"/>
                  </a:lnTo>
                  <a:lnTo>
                    <a:pt x="3734389" y="1465093"/>
                  </a:lnTo>
                  <a:lnTo>
                    <a:pt x="3758904" y="1371813"/>
                  </a:lnTo>
                  <a:lnTo>
                    <a:pt x="3783746" y="1282732"/>
                  </a:lnTo>
                  <a:lnTo>
                    <a:pt x="3808993" y="1197797"/>
                  </a:lnTo>
                  <a:lnTo>
                    <a:pt x="3829811" y="1131960"/>
                  </a:lnTo>
                  <a:lnTo>
                    <a:pt x="3870145" y="1015004"/>
                  </a:lnTo>
                  <a:lnTo>
                    <a:pt x="3912226" y="907501"/>
                  </a:lnTo>
                  <a:lnTo>
                    <a:pt x="3956513" y="809171"/>
                  </a:lnTo>
                  <a:lnTo>
                    <a:pt x="4003509" y="719446"/>
                  </a:lnTo>
                  <a:lnTo>
                    <a:pt x="4053740" y="637616"/>
                  </a:lnTo>
                  <a:lnTo>
                    <a:pt x="4107728" y="562934"/>
                  </a:lnTo>
                  <a:lnTo>
                    <a:pt x="4165968" y="494677"/>
                  </a:lnTo>
                  <a:lnTo>
                    <a:pt x="4228886" y="432188"/>
                  </a:lnTo>
                  <a:lnTo>
                    <a:pt x="4296795" y="374901"/>
                  </a:lnTo>
                  <a:lnTo>
                    <a:pt x="4369831" y="322356"/>
                  </a:lnTo>
                  <a:lnTo>
                    <a:pt x="4447880" y="274206"/>
                  </a:lnTo>
                  <a:lnTo>
                    <a:pt x="4530489" y="230218"/>
                  </a:lnTo>
                  <a:lnTo>
                    <a:pt x="4616786" y="190269"/>
                  </a:lnTo>
                  <a:lnTo>
                    <a:pt x="4705406" y="154334"/>
                  </a:lnTo>
                  <a:lnTo>
                    <a:pt x="4794470" y="122460"/>
                  </a:lnTo>
                  <a:lnTo>
                    <a:pt x="4881632" y="94727"/>
                  </a:lnTo>
                  <a:lnTo>
                    <a:pt x="4964221" y="71204"/>
                  </a:lnTo>
                  <a:lnTo>
                    <a:pt x="5039487" y="51895"/>
                  </a:lnTo>
                  <a:lnTo>
                    <a:pt x="5104928" y="36691"/>
                  </a:lnTo>
                  <a:lnTo>
                    <a:pt x="5158642" y="25337"/>
                  </a:lnTo>
                  <a:lnTo>
                    <a:pt x="5199634" y="17422"/>
                  </a:lnTo>
                  <a:lnTo>
                    <a:pt x="5228001" y="12403"/>
                  </a:lnTo>
                  <a:lnTo>
                    <a:pt x="5244982" y="9643"/>
                  </a:lnTo>
                  <a:lnTo>
                    <a:pt x="5252875" y="8461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140" y="8273"/>
                  </a:lnTo>
                  <a:lnTo>
                    <a:pt x="6732422" y="8991"/>
                  </a:lnTo>
                  <a:lnTo>
                    <a:pt x="6745866" y="10972"/>
                  </a:lnTo>
                  <a:lnTo>
                    <a:pt x="6770228" y="14878"/>
                  </a:lnTo>
                  <a:lnTo>
                    <a:pt x="6807201" y="21348"/>
                  </a:lnTo>
                  <a:lnTo>
                    <a:pt x="6857298" y="30945"/>
                  </a:lnTo>
                  <a:lnTo>
                    <a:pt x="6919855" y="44113"/>
                  </a:lnTo>
                  <a:lnTo>
                    <a:pt x="6993175" y="61148"/>
                  </a:lnTo>
                  <a:lnTo>
                    <a:pt x="7074821" y="82198"/>
                  </a:lnTo>
                  <a:lnTo>
                    <a:pt x="7161983" y="107287"/>
                  </a:lnTo>
                  <a:lnTo>
                    <a:pt x="7251839" y="136362"/>
                  </a:lnTo>
                  <a:lnTo>
                    <a:pt x="7341846" y="169342"/>
                  </a:lnTo>
                  <a:lnTo>
                    <a:pt x="7429921" y="206171"/>
                  </a:lnTo>
                  <a:lnTo>
                    <a:pt x="7514514" y="246853"/>
                  </a:lnTo>
                  <a:lnTo>
                    <a:pt x="7594605" y="291481"/>
                  </a:lnTo>
                  <a:lnTo>
                    <a:pt x="7669632" y="340258"/>
                  </a:lnTo>
                  <a:lnTo>
                    <a:pt x="7739408" y="393495"/>
                  </a:lnTo>
                  <a:lnTo>
                    <a:pt x="7804030" y="451616"/>
                  </a:lnTo>
                  <a:lnTo>
                    <a:pt x="7863790" y="515151"/>
                  </a:lnTo>
                  <a:lnTo>
                    <a:pt x="7919115" y="584721"/>
                  </a:lnTo>
                  <a:lnTo>
                    <a:pt x="7970506" y="661018"/>
                  </a:lnTo>
                  <a:lnTo>
                    <a:pt x="8018503" y="744766"/>
                  </a:lnTo>
                  <a:lnTo>
                    <a:pt x="8063653" y="836661"/>
                  </a:lnTo>
                  <a:lnTo>
                    <a:pt x="8106482" y="937280"/>
                  </a:lnTo>
                  <a:lnTo>
                    <a:pt x="8147470" y="1046935"/>
                  </a:lnTo>
                  <a:lnTo>
                    <a:pt x="8151487" y="1058403"/>
                  </a:lnTo>
                  <a:lnTo>
                    <a:pt x="8177964" y="1137269"/>
                  </a:lnTo>
                  <a:lnTo>
                    <a:pt x="8203934" y="1220206"/>
                  </a:lnTo>
                  <a:lnTo>
                    <a:pt x="8229494" y="1307292"/>
                  </a:lnTo>
                  <a:lnTo>
                    <a:pt x="8254727" y="1398574"/>
                  </a:lnTo>
                  <a:lnTo>
                    <a:pt x="8279706" y="1494066"/>
                  </a:lnTo>
                  <a:lnTo>
                    <a:pt x="8304494" y="1593748"/>
                  </a:lnTo>
                  <a:lnTo>
                    <a:pt x="8329141" y="1697557"/>
                  </a:lnTo>
                  <a:lnTo>
                    <a:pt x="8353692" y="1805395"/>
                  </a:lnTo>
                  <a:lnTo>
                    <a:pt x="8378183" y="1917117"/>
                  </a:lnTo>
                  <a:lnTo>
                    <a:pt x="8402643" y="2032539"/>
                  </a:lnTo>
                  <a:lnTo>
                    <a:pt x="8427093" y="2151432"/>
                  </a:lnTo>
                  <a:lnTo>
                    <a:pt x="8451551" y="2273526"/>
                  </a:lnTo>
                  <a:lnTo>
                    <a:pt x="8476027" y="2398508"/>
                  </a:lnTo>
                  <a:lnTo>
                    <a:pt x="8500527" y="2526030"/>
                  </a:lnTo>
                  <a:lnTo>
                    <a:pt x="8525054" y="2655707"/>
                  </a:lnTo>
                  <a:lnTo>
                    <a:pt x="8549605" y="2787126"/>
                  </a:lnTo>
                  <a:lnTo>
                    <a:pt x="8574177" y="2919848"/>
                  </a:lnTo>
                  <a:lnTo>
                    <a:pt x="8598764" y="3053413"/>
                  </a:lnTo>
                  <a:lnTo>
                    <a:pt x="8623357" y="3187354"/>
                  </a:lnTo>
                  <a:lnTo>
                    <a:pt x="8647948" y="3321193"/>
                  </a:lnTo>
                  <a:lnTo>
                    <a:pt x="8672529" y="3454457"/>
                  </a:lnTo>
                  <a:lnTo>
                    <a:pt x="8697093" y="3586679"/>
                  </a:lnTo>
                  <a:lnTo>
                    <a:pt x="8721634" y="3717409"/>
                  </a:lnTo>
                  <a:lnTo>
                    <a:pt x="8746149" y="3846219"/>
                  </a:lnTo>
                  <a:lnTo>
                    <a:pt x="8770639" y="3972706"/>
                  </a:lnTo>
                  <a:lnTo>
                    <a:pt x="8795106" y="4096500"/>
                  </a:lnTo>
                  <a:lnTo>
                    <a:pt x="8819559" y="4217268"/>
                  </a:lnTo>
                  <a:lnTo>
                    <a:pt x="8844011" y="4334716"/>
                  </a:lnTo>
                  <a:lnTo>
                    <a:pt x="8868481" y="4448590"/>
                  </a:lnTo>
                  <a:lnTo>
                    <a:pt x="8892994" y="4558680"/>
                  </a:lnTo>
                  <a:lnTo>
                    <a:pt x="8917581" y="4664819"/>
                  </a:lnTo>
                  <a:lnTo>
                    <a:pt x="8942282" y="4766883"/>
                  </a:lnTo>
                  <a:lnTo>
                    <a:pt x="8967144" y="4864788"/>
                  </a:lnTo>
                  <a:lnTo>
                    <a:pt x="8992223" y="4958490"/>
                  </a:lnTo>
                  <a:lnTo>
                    <a:pt x="9017586" y="5047984"/>
                  </a:lnTo>
                  <a:lnTo>
                    <a:pt x="9043309" y="5133298"/>
                  </a:lnTo>
                  <a:lnTo>
                    <a:pt x="9069482" y="5214492"/>
                  </a:lnTo>
                  <a:lnTo>
                    <a:pt x="9084767" y="5259324"/>
                  </a:lnTo>
                  <a:lnTo>
                    <a:pt x="9125595" y="5369885"/>
                  </a:lnTo>
                  <a:lnTo>
                    <a:pt x="9168219" y="5471399"/>
                  </a:lnTo>
                  <a:lnTo>
                    <a:pt x="9213113" y="5564144"/>
                  </a:lnTo>
                  <a:lnTo>
                    <a:pt x="9260802" y="5648677"/>
                  </a:lnTo>
                  <a:lnTo>
                    <a:pt x="9311829" y="5725687"/>
                  </a:lnTo>
                  <a:lnTo>
                    <a:pt x="9366736" y="5795898"/>
                  </a:lnTo>
                  <a:lnTo>
                    <a:pt x="9426032" y="5860008"/>
                  </a:lnTo>
                  <a:lnTo>
                    <a:pt x="9490151" y="5918645"/>
                  </a:lnTo>
                  <a:lnTo>
                    <a:pt x="9559404" y="5972349"/>
                  </a:lnTo>
                  <a:lnTo>
                    <a:pt x="9633909" y="6021556"/>
                  </a:lnTo>
                  <a:lnTo>
                    <a:pt x="9713511" y="6066589"/>
                  </a:lnTo>
                  <a:lnTo>
                    <a:pt x="9797692" y="6107660"/>
                  </a:lnTo>
                  <a:lnTo>
                    <a:pt x="9885478" y="6144872"/>
                  </a:lnTo>
                  <a:lnTo>
                    <a:pt x="9975377" y="6178240"/>
                  </a:lnTo>
                  <a:lnTo>
                    <a:pt x="10065357" y="6207709"/>
                  </a:lnTo>
                  <a:lnTo>
                    <a:pt x="10152913" y="6233200"/>
                  </a:lnTo>
                  <a:lnTo>
                    <a:pt x="10235240" y="6254655"/>
                  </a:lnTo>
                  <a:lnTo>
                    <a:pt x="10309512" y="6272087"/>
                  </a:lnTo>
                  <a:lnTo>
                    <a:pt x="10373237" y="6285631"/>
                  </a:lnTo>
                  <a:lnTo>
                    <a:pt x="10424629" y="6295568"/>
                  </a:lnTo>
                  <a:lnTo>
                    <a:pt x="10462912" y="6302327"/>
                  </a:lnTo>
                  <a:lnTo>
                    <a:pt x="10488478" y="6306462"/>
                  </a:lnTo>
                  <a:lnTo>
                    <a:pt x="10502907" y="6308606"/>
                  </a:lnTo>
                  <a:lnTo>
                    <a:pt x="10508854" y="6309420"/>
                  </a:lnTo>
                  <a:lnTo>
                    <a:pt x="10509911" y="6309554"/>
                  </a:lnTo>
                  <a:lnTo>
                    <a:pt x="11981298" y="6309554"/>
                  </a:lnTo>
                  <a:lnTo>
                    <a:pt x="11981298" y="6301381"/>
                  </a:lnTo>
                  <a:lnTo>
                    <a:pt x="10509911" y="6301381"/>
                  </a:lnTo>
                  <a:lnTo>
                    <a:pt x="10509113" y="6301280"/>
                  </a:lnTo>
                  <a:lnTo>
                    <a:pt x="10503832" y="6300563"/>
                  </a:lnTo>
                  <a:lnTo>
                    <a:pt x="10490387" y="6298582"/>
                  </a:lnTo>
                  <a:lnTo>
                    <a:pt x="10466025" y="6294676"/>
                  </a:lnTo>
                  <a:lnTo>
                    <a:pt x="10429053" y="6288206"/>
                  </a:lnTo>
                  <a:lnTo>
                    <a:pt x="10378955" y="6278609"/>
                  </a:lnTo>
                  <a:lnTo>
                    <a:pt x="10316398" y="6265441"/>
                  </a:lnTo>
                  <a:lnTo>
                    <a:pt x="10243078" y="6248406"/>
                  </a:lnTo>
                  <a:lnTo>
                    <a:pt x="10161432" y="6227356"/>
                  </a:lnTo>
                  <a:lnTo>
                    <a:pt x="10074270" y="6202267"/>
                  </a:lnTo>
                  <a:lnTo>
                    <a:pt x="9984414" y="6173192"/>
                  </a:lnTo>
                  <a:lnTo>
                    <a:pt x="9894407" y="6140211"/>
                  </a:lnTo>
                  <a:lnTo>
                    <a:pt x="9806333" y="6103383"/>
                  </a:lnTo>
                  <a:lnTo>
                    <a:pt x="9721739" y="6062701"/>
                  </a:lnTo>
                  <a:lnTo>
                    <a:pt x="9641649" y="6018072"/>
                  </a:lnTo>
                  <a:lnTo>
                    <a:pt x="9566622" y="5969296"/>
                  </a:lnTo>
                  <a:lnTo>
                    <a:pt x="9496845" y="5916059"/>
                  </a:lnTo>
                  <a:lnTo>
                    <a:pt x="9432224" y="5857938"/>
                  </a:lnTo>
                  <a:lnTo>
                    <a:pt x="9372463" y="5794403"/>
                  </a:lnTo>
                  <a:lnTo>
                    <a:pt x="9317139" y="5724832"/>
                  </a:lnTo>
                  <a:lnTo>
                    <a:pt x="9265747" y="5648535"/>
                  </a:lnTo>
                  <a:lnTo>
                    <a:pt x="9217750" y="5564788"/>
                  </a:lnTo>
                  <a:lnTo>
                    <a:pt x="9172600" y="5472893"/>
                  </a:lnTo>
                  <a:lnTo>
                    <a:pt x="9129771" y="5372274"/>
                  </a:lnTo>
                  <a:lnTo>
                    <a:pt x="9088783" y="5262618"/>
                  </a:lnTo>
                  <a:lnTo>
                    <a:pt x="9084767" y="5251151"/>
                  </a:lnTo>
                  <a:lnTo>
                    <a:pt x="9058289" y="5172285"/>
                  </a:lnTo>
                  <a:lnTo>
                    <a:pt x="9032319" y="5089348"/>
                  </a:lnTo>
                  <a:lnTo>
                    <a:pt x="9006759" y="5002262"/>
                  </a:lnTo>
                  <a:lnTo>
                    <a:pt x="8981526" y="4910980"/>
                  </a:lnTo>
                  <a:lnTo>
                    <a:pt x="8956547" y="4815487"/>
                  </a:lnTo>
                  <a:lnTo>
                    <a:pt x="8931760" y="4715806"/>
                  </a:lnTo>
                  <a:lnTo>
                    <a:pt x="8907112" y="4611996"/>
                  </a:lnTo>
                  <a:lnTo>
                    <a:pt x="8882561" y="4504159"/>
                  </a:lnTo>
                  <a:lnTo>
                    <a:pt x="8858070" y="4392437"/>
                  </a:lnTo>
                  <a:lnTo>
                    <a:pt x="8833611" y="4277014"/>
                  </a:lnTo>
                  <a:lnTo>
                    <a:pt x="8809160" y="4158121"/>
                  </a:lnTo>
                  <a:lnTo>
                    <a:pt x="8784702" y="4036028"/>
                  </a:lnTo>
                  <a:lnTo>
                    <a:pt x="8760226" y="3911045"/>
                  </a:lnTo>
                  <a:lnTo>
                    <a:pt x="8735726" y="3783524"/>
                  </a:lnTo>
                  <a:lnTo>
                    <a:pt x="8711199" y="3653846"/>
                  </a:lnTo>
                  <a:lnTo>
                    <a:pt x="8686648" y="3522427"/>
                  </a:lnTo>
                  <a:lnTo>
                    <a:pt x="8662076" y="3389706"/>
                  </a:lnTo>
                  <a:lnTo>
                    <a:pt x="8637490" y="3256140"/>
                  </a:lnTo>
                  <a:lnTo>
                    <a:pt x="8612897" y="3122200"/>
                  </a:lnTo>
                  <a:lnTo>
                    <a:pt x="8588306" y="2988361"/>
                  </a:lnTo>
                  <a:lnTo>
                    <a:pt x="8563725" y="2855097"/>
                  </a:lnTo>
                  <a:lnTo>
                    <a:pt x="8539161" y="2722875"/>
                  </a:lnTo>
                  <a:lnTo>
                    <a:pt x="8514619" y="2592144"/>
                  </a:lnTo>
                  <a:lnTo>
                    <a:pt x="8490104" y="2463335"/>
                  </a:lnTo>
                  <a:lnTo>
                    <a:pt x="8465615" y="2336848"/>
                  </a:lnTo>
                  <a:lnTo>
                    <a:pt x="8441147" y="2213054"/>
                  </a:lnTo>
                  <a:lnTo>
                    <a:pt x="8416694" y="2092286"/>
                  </a:lnTo>
                  <a:lnTo>
                    <a:pt x="8392242" y="1974838"/>
                  </a:lnTo>
                  <a:lnTo>
                    <a:pt x="8367772" y="1860964"/>
                  </a:lnTo>
                  <a:lnTo>
                    <a:pt x="8343259" y="1750874"/>
                  </a:lnTo>
                  <a:lnTo>
                    <a:pt x="8318672" y="1644734"/>
                  </a:lnTo>
                  <a:lnTo>
                    <a:pt x="8293971" y="1542671"/>
                  </a:lnTo>
                  <a:lnTo>
                    <a:pt x="8269109" y="1444766"/>
                  </a:lnTo>
                  <a:lnTo>
                    <a:pt x="8244030" y="1351063"/>
                  </a:lnTo>
                  <a:lnTo>
                    <a:pt x="8218668" y="1261570"/>
                  </a:lnTo>
                  <a:lnTo>
                    <a:pt x="8192945" y="1176256"/>
                  </a:lnTo>
                  <a:lnTo>
                    <a:pt x="8166771" y="1095062"/>
                  </a:lnTo>
                  <a:lnTo>
                    <a:pt x="8151487" y="1050230"/>
                  </a:lnTo>
                  <a:lnTo>
                    <a:pt x="8110658" y="939669"/>
                  </a:lnTo>
                  <a:lnTo>
                    <a:pt x="8068034" y="838154"/>
                  </a:lnTo>
                  <a:lnTo>
                    <a:pt x="8023140" y="745409"/>
                  </a:lnTo>
                  <a:lnTo>
                    <a:pt x="7975452" y="660877"/>
                  </a:lnTo>
                  <a:lnTo>
                    <a:pt x="7924425" y="583867"/>
                  </a:lnTo>
                  <a:lnTo>
                    <a:pt x="7869517" y="513656"/>
                  </a:lnTo>
                  <a:lnTo>
                    <a:pt x="7810221" y="449546"/>
                  </a:lnTo>
                  <a:lnTo>
                    <a:pt x="7746102" y="390909"/>
                  </a:lnTo>
                  <a:lnTo>
                    <a:pt x="7676849" y="337204"/>
                  </a:lnTo>
                  <a:lnTo>
                    <a:pt x="7602345" y="287998"/>
                  </a:lnTo>
                  <a:lnTo>
                    <a:pt x="7522742" y="242964"/>
                  </a:lnTo>
                  <a:lnTo>
                    <a:pt x="7438562" y="201894"/>
                  </a:lnTo>
                  <a:lnTo>
                    <a:pt x="7350775" y="164681"/>
                  </a:lnTo>
                  <a:lnTo>
                    <a:pt x="7260876" y="131314"/>
                  </a:lnTo>
                  <a:lnTo>
                    <a:pt x="7170897" y="101845"/>
                  </a:lnTo>
                  <a:lnTo>
                    <a:pt x="7083341" y="76354"/>
                  </a:lnTo>
                  <a:lnTo>
                    <a:pt x="7001013" y="54899"/>
                  </a:lnTo>
                  <a:lnTo>
                    <a:pt x="6926742" y="37467"/>
                  </a:lnTo>
                  <a:lnTo>
                    <a:pt x="6863017" y="23923"/>
                  </a:lnTo>
                  <a:lnTo>
                    <a:pt x="6811624" y="13986"/>
                  </a:lnTo>
                  <a:lnTo>
                    <a:pt x="6773342" y="7227"/>
                  </a:lnTo>
                  <a:lnTo>
                    <a:pt x="6747775" y="3092"/>
                  </a:lnTo>
                  <a:lnTo>
                    <a:pt x="6733346" y="948"/>
                  </a:lnTo>
                  <a:lnTo>
                    <a:pt x="6727399" y="134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185" y="104"/>
                  </a:lnTo>
                  <a:lnTo>
                    <a:pt x="5249083" y="844"/>
                  </a:lnTo>
                  <a:lnTo>
                    <a:pt x="5236085" y="2888"/>
                  </a:lnTo>
                  <a:lnTo>
                    <a:pt x="5212503" y="6919"/>
                  </a:lnTo>
                  <a:lnTo>
                    <a:pt x="5176660" y="13599"/>
                  </a:lnTo>
                  <a:lnTo>
                    <a:pt x="5127996" y="23514"/>
                  </a:lnTo>
                  <a:lnTo>
                    <a:pt x="5067083" y="37131"/>
                  </a:lnTo>
                  <a:lnTo>
                    <a:pt x="4995490" y="54770"/>
                  </a:lnTo>
                  <a:lnTo>
                    <a:pt x="4915519" y="76595"/>
                  </a:lnTo>
                  <a:lnTo>
                    <a:pt x="4829862" y="102642"/>
                  </a:lnTo>
                  <a:lnTo>
                    <a:pt x="4741258" y="132863"/>
                  </a:lnTo>
                  <a:lnTo>
                    <a:pt x="4652205" y="167175"/>
                  </a:lnTo>
                  <a:lnTo>
                    <a:pt x="4564782" y="205513"/>
                  </a:lnTo>
                  <a:lnTo>
                    <a:pt x="4480560" y="247869"/>
                  </a:lnTo>
                  <a:lnTo>
                    <a:pt x="4400602" y="294326"/>
                  </a:lnTo>
                  <a:lnTo>
                    <a:pt x="4325522" y="345070"/>
                  </a:lnTo>
                  <a:lnTo>
                    <a:pt x="4255557" y="400402"/>
                  </a:lnTo>
                  <a:lnTo>
                    <a:pt x="4190663" y="460739"/>
                  </a:lnTo>
                  <a:lnTo>
                    <a:pt x="4130590" y="526604"/>
                  </a:lnTo>
                  <a:lnTo>
                    <a:pt x="4074950" y="598622"/>
                  </a:lnTo>
                  <a:lnTo>
                    <a:pt x="4023271" y="677490"/>
                  </a:lnTo>
                  <a:lnTo>
                    <a:pt x="3975040" y="763954"/>
                  </a:lnTo>
                  <a:lnTo>
                    <a:pt x="3929727" y="858747"/>
                  </a:lnTo>
                  <a:lnTo>
                    <a:pt x="3886817" y="962511"/>
                  </a:lnTo>
                  <a:lnTo>
                    <a:pt x="3845832" y="1075662"/>
                  </a:lnTo>
                  <a:lnTo>
                    <a:pt x="3829811" y="1123787"/>
                  </a:lnTo>
                  <a:lnTo>
                    <a:pt x="3804168" y="1205423"/>
                  </a:lnTo>
                  <a:lnTo>
                    <a:pt x="3779004" y="1291140"/>
                  </a:lnTo>
                  <a:lnTo>
                    <a:pt x="3754230" y="1381014"/>
                  </a:lnTo>
                  <a:lnTo>
                    <a:pt x="3729768" y="1475094"/>
                  </a:lnTo>
                  <a:lnTo>
                    <a:pt x="3705553" y="1573397"/>
                  </a:lnTo>
                  <a:lnTo>
                    <a:pt x="3681527" y="1675908"/>
                  </a:lnTo>
                  <a:lnTo>
                    <a:pt x="3657640" y="1782574"/>
                  </a:lnTo>
                  <a:lnTo>
                    <a:pt x="3633852" y="1893307"/>
                  </a:lnTo>
                  <a:lnTo>
                    <a:pt x="3610128" y="2007977"/>
                  </a:lnTo>
                  <a:lnTo>
                    <a:pt x="3586440" y="2126415"/>
                  </a:lnTo>
                  <a:lnTo>
                    <a:pt x="3562767" y="2248413"/>
                  </a:lnTo>
                  <a:lnTo>
                    <a:pt x="3539092" y="2373721"/>
                  </a:lnTo>
                  <a:lnTo>
                    <a:pt x="3515403" y="2502050"/>
                  </a:lnTo>
                  <a:lnTo>
                    <a:pt x="3491694" y="2633077"/>
                  </a:lnTo>
                  <a:lnTo>
                    <a:pt x="3467960" y="2766441"/>
                  </a:lnTo>
                  <a:lnTo>
                    <a:pt x="3444201" y="2901753"/>
                  </a:lnTo>
                  <a:lnTo>
                    <a:pt x="3420421" y="3038599"/>
                  </a:lnTo>
                  <a:lnTo>
                    <a:pt x="3396625" y="3176543"/>
                  </a:lnTo>
                  <a:lnTo>
                    <a:pt x="3372817" y="3315134"/>
                  </a:lnTo>
                  <a:lnTo>
                    <a:pt x="3349007" y="3453912"/>
                  </a:lnTo>
                  <a:lnTo>
                    <a:pt x="3325202" y="3592415"/>
                  </a:lnTo>
                  <a:lnTo>
                    <a:pt x="3301407" y="3730185"/>
                  </a:lnTo>
                  <a:lnTo>
                    <a:pt x="3277631" y="3866773"/>
                  </a:lnTo>
                  <a:lnTo>
                    <a:pt x="3253877" y="4001747"/>
                  </a:lnTo>
                  <a:lnTo>
                    <a:pt x="3230148" y="4134697"/>
                  </a:lnTo>
                  <a:lnTo>
                    <a:pt x="3206443" y="4265238"/>
                  </a:lnTo>
                  <a:lnTo>
                    <a:pt x="3182757" y="4393018"/>
                  </a:lnTo>
                  <a:lnTo>
                    <a:pt x="3159084" y="4517719"/>
                  </a:lnTo>
                  <a:lnTo>
                    <a:pt x="3135409" y="4639059"/>
                  </a:lnTo>
                  <a:lnTo>
                    <a:pt x="3111717" y="4756798"/>
                  </a:lnTo>
                  <a:lnTo>
                    <a:pt x="3087983" y="4870732"/>
                  </a:lnTo>
                  <a:lnTo>
                    <a:pt x="3064179" y="4980702"/>
                  </a:lnTo>
                  <a:lnTo>
                    <a:pt x="3040269" y="5086585"/>
                  </a:lnTo>
                  <a:lnTo>
                    <a:pt x="3016211" y="5188301"/>
                  </a:lnTo>
                  <a:lnTo>
                    <a:pt x="2991953" y="5285803"/>
                  </a:lnTo>
                  <a:lnTo>
                    <a:pt x="2967438" y="5379082"/>
                  </a:lnTo>
                  <a:lnTo>
                    <a:pt x="2942596" y="5468163"/>
                  </a:lnTo>
                  <a:lnTo>
                    <a:pt x="2917349" y="5553099"/>
                  </a:lnTo>
                  <a:lnTo>
                    <a:pt x="2896531" y="5618936"/>
                  </a:lnTo>
                  <a:lnTo>
                    <a:pt x="2856197" y="5735892"/>
                  </a:lnTo>
                  <a:lnTo>
                    <a:pt x="2814116" y="5843395"/>
                  </a:lnTo>
                  <a:lnTo>
                    <a:pt x="2769829" y="5941724"/>
                  </a:lnTo>
                  <a:lnTo>
                    <a:pt x="2722833" y="6031449"/>
                  </a:lnTo>
                  <a:lnTo>
                    <a:pt x="2672603" y="6113279"/>
                  </a:lnTo>
                  <a:lnTo>
                    <a:pt x="2618614" y="6187962"/>
                  </a:lnTo>
                  <a:lnTo>
                    <a:pt x="2560374" y="6256219"/>
                  </a:lnTo>
                  <a:lnTo>
                    <a:pt x="2497456" y="6318708"/>
                  </a:lnTo>
                  <a:lnTo>
                    <a:pt x="2429548" y="6375995"/>
                  </a:lnTo>
                  <a:lnTo>
                    <a:pt x="2356511" y="6428539"/>
                  </a:lnTo>
                  <a:lnTo>
                    <a:pt x="2278463" y="6476690"/>
                  </a:lnTo>
                  <a:lnTo>
                    <a:pt x="2195853" y="6520678"/>
                  </a:lnTo>
                  <a:lnTo>
                    <a:pt x="2109556" y="6560627"/>
                  </a:lnTo>
                  <a:lnTo>
                    <a:pt x="2020936" y="6596561"/>
                  </a:lnTo>
                  <a:lnTo>
                    <a:pt x="1931872" y="6628436"/>
                  </a:lnTo>
                  <a:lnTo>
                    <a:pt x="1844710" y="6656169"/>
                  </a:lnTo>
                  <a:lnTo>
                    <a:pt x="1762121" y="6679692"/>
                  </a:lnTo>
                  <a:lnTo>
                    <a:pt x="1686855" y="6699000"/>
                  </a:lnTo>
                  <a:lnTo>
                    <a:pt x="1621414" y="6714204"/>
                  </a:lnTo>
                  <a:lnTo>
                    <a:pt x="1567700" y="6725559"/>
                  </a:lnTo>
                  <a:lnTo>
                    <a:pt x="1526709" y="6733473"/>
                  </a:lnTo>
                  <a:lnTo>
                    <a:pt x="1498341" y="6738492"/>
                  </a:lnTo>
                  <a:lnTo>
                    <a:pt x="1481360" y="6741253"/>
                  </a:lnTo>
                  <a:lnTo>
                    <a:pt x="1473467" y="6742435"/>
                  </a:lnTo>
                  <a:lnTo>
                    <a:pt x="1471387" y="6742723"/>
                  </a:lnTo>
                  <a:lnTo>
                    <a:pt x="0" y="6742723"/>
                  </a:lnTo>
                  <a:close/>
                </a:path>
              </a:pathLst>
            </a:custGeom>
            <a:solidFill>
              <a:srgbClr val="FFB3B5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911" name="pl1911"/>
            <p:cNvSpPr/>
            <p:nvPr/>
          </p:nvSpPr>
          <p:spPr>
            <a:xfrm>
              <a:off x="4799595" y="3631225"/>
              <a:ext cx="11981298" cy="6742723"/>
            </a:xfrm>
            <a:custGeom>
              <a:avLst/>
              <a:pathLst>
                <a:path w="11981298" h="6742723">
                  <a:moveTo>
                    <a:pt x="0" y="6742723"/>
                  </a:moveTo>
                  <a:lnTo>
                    <a:pt x="1471387" y="6742723"/>
                  </a:lnTo>
                  <a:lnTo>
                    <a:pt x="1472157" y="6742619"/>
                  </a:lnTo>
                  <a:lnTo>
                    <a:pt x="1477259" y="6741879"/>
                  </a:lnTo>
                  <a:lnTo>
                    <a:pt x="1490257" y="6739835"/>
                  </a:lnTo>
                  <a:lnTo>
                    <a:pt x="1513839" y="6735803"/>
                  </a:lnTo>
                  <a:lnTo>
                    <a:pt x="1549682" y="6729124"/>
                  </a:lnTo>
                  <a:lnTo>
                    <a:pt x="1598346" y="6719209"/>
                  </a:lnTo>
                  <a:lnTo>
                    <a:pt x="1659259" y="6705591"/>
                  </a:lnTo>
                  <a:lnTo>
                    <a:pt x="1730852" y="6687952"/>
                  </a:lnTo>
                  <a:lnTo>
                    <a:pt x="1810823" y="6666128"/>
                  </a:lnTo>
                  <a:lnTo>
                    <a:pt x="1896480" y="6640080"/>
                  </a:lnTo>
                  <a:lnTo>
                    <a:pt x="1985085" y="6609859"/>
                  </a:lnTo>
                  <a:lnTo>
                    <a:pt x="2074137" y="6575548"/>
                  </a:lnTo>
                  <a:lnTo>
                    <a:pt x="2161560" y="6537210"/>
                  </a:lnTo>
                  <a:lnTo>
                    <a:pt x="2245782" y="6494854"/>
                  </a:lnTo>
                  <a:lnTo>
                    <a:pt x="2325740" y="6448397"/>
                  </a:lnTo>
                  <a:lnTo>
                    <a:pt x="2400821" y="6397653"/>
                  </a:lnTo>
                  <a:lnTo>
                    <a:pt x="2470785" y="6342321"/>
                  </a:lnTo>
                  <a:lnTo>
                    <a:pt x="2535679" y="6281984"/>
                  </a:lnTo>
                  <a:lnTo>
                    <a:pt x="2595752" y="6216118"/>
                  </a:lnTo>
                  <a:lnTo>
                    <a:pt x="2651392" y="6144101"/>
                  </a:lnTo>
                  <a:lnTo>
                    <a:pt x="2703071" y="6065232"/>
                  </a:lnTo>
                  <a:lnTo>
                    <a:pt x="2751302" y="5978769"/>
                  </a:lnTo>
                  <a:lnTo>
                    <a:pt x="2796615" y="5883975"/>
                  </a:lnTo>
                  <a:lnTo>
                    <a:pt x="2839525" y="5780212"/>
                  </a:lnTo>
                  <a:lnTo>
                    <a:pt x="2880510" y="5667060"/>
                  </a:lnTo>
                  <a:lnTo>
                    <a:pt x="2896531" y="5618936"/>
                  </a:lnTo>
                  <a:lnTo>
                    <a:pt x="2922174" y="5537299"/>
                  </a:lnTo>
                  <a:lnTo>
                    <a:pt x="2947338" y="5451582"/>
                  </a:lnTo>
                  <a:lnTo>
                    <a:pt x="2972112" y="5361708"/>
                  </a:lnTo>
                  <a:lnTo>
                    <a:pt x="2996574" y="5267628"/>
                  </a:lnTo>
                  <a:lnTo>
                    <a:pt x="3020789" y="5169325"/>
                  </a:lnTo>
                  <a:lnTo>
                    <a:pt x="3044815" y="5066814"/>
                  </a:lnTo>
                  <a:lnTo>
                    <a:pt x="3068702" y="4960148"/>
                  </a:lnTo>
                  <a:lnTo>
                    <a:pt x="3092490" y="4849416"/>
                  </a:lnTo>
                  <a:lnTo>
                    <a:pt x="3116214" y="4734746"/>
                  </a:lnTo>
                  <a:lnTo>
                    <a:pt x="3139902" y="4616307"/>
                  </a:lnTo>
                  <a:lnTo>
                    <a:pt x="3163575" y="4494310"/>
                  </a:lnTo>
                  <a:lnTo>
                    <a:pt x="3187250" y="4369002"/>
                  </a:lnTo>
                  <a:lnTo>
                    <a:pt x="3210939" y="4240672"/>
                  </a:lnTo>
                  <a:lnTo>
                    <a:pt x="3234648" y="4109646"/>
                  </a:lnTo>
                  <a:lnTo>
                    <a:pt x="3258382" y="3976282"/>
                  </a:lnTo>
                  <a:lnTo>
                    <a:pt x="3282141" y="3840970"/>
                  </a:lnTo>
                  <a:lnTo>
                    <a:pt x="3305921" y="3704123"/>
                  </a:lnTo>
                  <a:lnTo>
                    <a:pt x="3329717" y="3566180"/>
                  </a:lnTo>
                  <a:lnTo>
                    <a:pt x="3353525" y="3427589"/>
                  </a:lnTo>
                  <a:lnTo>
                    <a:pt x="3377335" y="3288810"/>
                  </a:lnTo>
                  <a:lnTo>
                    <a:pt x="3401141" y="3150307"/>
                  </a:lnTo>
                  <a:lnTo>
                    <a:pt x="3424935" y="3012537"/>
                  </a:lnTo>
                  <a:lnTo>
                    <a:pt x="3448711" y="2875949"/>
                  </a:lnTo>
                  <a:lnTo>
                    <a:pt x="3472465" y="2740975"/>
                  </a:lnTo>
                  <a:lnTo>
                    <a:pt x="3496194" y="2608026"/>
                  </a:lnTo>
                  <a:lnTo>
                    <a:pt x="3519899" y="2477485"/>
                  </a:lnTo>
                  <a:lnTo>
                    <a:pt x="3543585" y="2349705"/>
                  </a:lnTo>
                  <a:lnTo>
                    <a:pt x="3567258" y="2225004"/>
                  </a:lnTo>
                  <a:lnTo>
                    <a:pt x="3590933" y="2103663"/>
                  </a:lnTo>
                  <a:lnTo>
                    <a:pt x="3614625" y="1985925"/>
                  </a:lnTo>
                  <a:lnTo>
                    <a:pt x="3638359" y="1871990"/>
                  </a:lnTo>
                  <a:lnTo>
                    <a:pt x="3662163" y="1762021"/>
                  </a:lnTo>
                  <a:lnTo>
                    <a:pt x="3686073" y="1656137"/>
                  </a:lnTo>
                  <a:lnTo>
                    <a:pt x="3710131" y="1554422"/>
                  </a:lnTo>
                  <a:lnTo>
                    <a:pt x="3734389" y="1456920"/>
                  </a:lnTo>
                  <a:lnTo>
                    <a:pt x="3758904" y="1363640"/>
                  </a:lnTo>
                  <a:lnTo>
                    <a:pt x="3783746" y="1274559"/>
                  </a:lnTo>
                  <a:lnTo>
                    <a:pt x="3808993" y="1189624"/>
                  </a:lnTo>
                  <a:lnTo>
                    <a:pt x="3829811" y="1123787"/>
                  </a:lnTo>
                  <a:lnTo>
                    <a:pt x="3870145" y="1006831"/>
                  </a:lnTo>
                  <a:lnTo>
                    <a:pt x="3912226" y="899328"/>
                  </a:lnTo>
                  <a:lnTo>
                    <a:pt x="3956513" y="800998"/>
                  </a:lnTo>
                  <a:lnTo>
                    <a:pt x="4003509" y="711273"/>
                  </a:lnTo>
                  <a:lnTo>
                    <a:pt x="4053740" y="629443"/>
                  </a:lnTo>
                  <a:lnTo>
                    <a:pt x="4107728" y="554761"/>
                  </a:lnTo>
                  <a:lnTo>
                    <a:pt x="4165968" y="486504"/>
                  </a:lnTo>
                  <a:lnTo>
                    <a:pt x="4228886" y="424015"/>
                  </a:lnTo>
                  <a:lnTo>
                    <a:pt x="4296795" y="366728"/>
                  </a:lnTo>
                  <a:lnTo>
                    <a:pt x="4369831" y="314183"/>
                  </a:lnTo>
                  <a:lnTo>
                    <a:pt x="4447880" y="266033"/>
                  </a:lnTo>
                  <a:lnTo>
                    <a:pt x="4530489" y="222045"/>
                  </a:lnTo>
                  <a:lnTo>
                    <a:pt x="4616786" y="182096"/>
                  </a:lnTo>
                  <a:lnTo>
                    <a:pt x="4705406" y="146161"/>
                  </a:lnTo>
                  <a:lnTo>
                    <a:pt x="4794470" y="114287"/>
                  </a:lnTo>
                  <a:lnTo>
                    <a:pt x="4881632" y="86554"/>
                  </a:lnTo>
                  <a:lnTo>
                    <a:pt x="4964221" y="63031"/>
                  </a:lnTo>
                  <a:lnTo>
                    <a:pt x="5039487" y="43722"/>
                  </a:lnTo>
                  <a:lnTo>
                    <a:pt x="5104928" y="28518"/>
                  </a:lnTo>
                  <a:lnTo>
                    <a:pt x="5158642" y="17164"/>
                  </a:lnTo>
                  <a:lnTo>
                    <a:pt x="5199634" y="9249"/>
                  </a:lnTo>
                  <a:lnTo>
                    <a:pt x="5228001" y="4230"/>
                  </a:lnTo>
                  <a:lnTo>
                    <a:pt x="5244982" y="1470"/>
                  </a:lnTo>
                  <a:lnTo>
                    <a:pt x="5252875" y="288"/>
                  </a:lnTo>
                  <a:lnTo>
                    <a:pt x="5254904" y="6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140" y="100"/>
                  </a:lnTo>
                  <a:lnTo>
                    <a:pt x="6732422" y="818"/>
                  </a:lnTo>
                  <a:lnTo>
                    <a:pt x="6745866" y="2799"/>
                  </a:lnTo>
                  <a:lnTo>
                    <a:pt x="6770228" y="6705"/>
                  </a:lnTo>
                  <a:lnTo>
                    <a:pt x="6807201" y="13175"/>
                  </a:lnTo>
                  <a:lnTo>
                    <a:pt x="6857298" y="22772"/>
                  </a:lnTo>
                  <a:lnTo>
                    <a:pt x="6919855" y="35940"/>
                  </a:lnTo>
                  <a:lnTo>
                    <a:pt x="6993175" y="52975"/>
                  </a:lnTo>
                  <a:lnTo>
                    <a:pt x="7074821" y="74025"/>
                  </a:lnTo>
                  <a:lnTo>
                    <a:pt x="7161983" y="99114"/>
                  </a:lnTo>
                  <a:lnTo>
                    <a:pt x="7251839" y="128189"/>
                  </a:lnTo>
                  <a:lnTo>
                    <a:pt x="7341846" y="161169"/>
                  </a:lnTo>
                  <a:lnTo>
                    <a:pt x="7429921" y="197998"/>
                  </a:lnTo>
                  <a:lnTo>
                    <a:pt x="7514514" y="238680"/>
                  </a:lnTo>
                  <a:lnTo>
                    <a:pt x="7594605" y="283308"/>
                  </a:lnTo>
                  <a:lnTo>
                    <a:pt x="7669632" y="332085"/>
                  </a:lnTo>
                  <a:lnTo>
                    <a:pt x="7739408" y="385322"/>
                  </a:lnTo>
                  <a:lnTo>
                    <a:pt x="7804030" y="443443"/>
                  </a:lnTo>
                  <a:lnTo>
                    <a:pt x="7863790" y="506978"/>
                  </a:lnTo>
                  <a:lnTo>
                    <a:pt x="7919115" y="576548"/>
                  </a:lnTo>
                  <a:lnTo>
                    <a:pt x="7970506" y="652845"/>
                  </a:lnTo>
                  <a:lnTo>
                    <a:pt x="8018503" y="736593"/>
                  </a:lnTo>
                  <a:lnTo>
                    <a:pt x="8063653" y="828488"/>
                  </a:lnTo>
                  <a:lnTo>
                    <a:pt x="8106482" y="929107"/>
                  </a:lnTo>
                  <a:lnTo>
                    <a:pt x="8147470" y="1038762"/>
                  </a:lnTo>
                  <a:lnTo>
                    <a:pt x="8151487" y="1050230"/>
                  </a:lnTo>
                  <a:lnTo>
                    <a:pt x="8177964" y="1129096"/>
                  </a:lnTo>
                  <a:lnTo>
                    <a:pt x="8203934" y="1212033"/>
                  </a:lnTo>
                  <a:lnTo>
                    <a:pt x="8229494" y="1299119"/>
                  </a:lnTo>
                  <a:lnTo>
                    <a:pt x="8254727" y="1390401"/>
                  </a:lnTo>
                  <a:lnTo>
                    <a:pt x="8279706" y="1485893"/>
                  </a:lnTo>
                  <a:lnTo>
                    <a:pt x="8304494" y="1585575"/>
                  </a:lnTo>
                  <a:lnTo>
                    <a:pt x="8329141" y="1689384"/>
                  </a:lnTo>
                  <a:lnTo>
                    <a:pt x="8353692" y="1797222"/>
                  </a:lnTo>
                  <a:lnTo>
                    <a:pt x="8378183" y="1908944"/>
                  </a:lnTo>
                  <a:lnTo>
                    <a:pt x="8402643" y="2024366"/>
                  </a:lnTo>
                  <a:lnTo>
                    <a:pt x="8427093" y="2143259"/>
                  </a:lnTo>
                  <a:lnTo>
                    <a:pt x="8451551" y="2265353"/>
                  </a:lnTo>
                  <a:lnTo>
                    <a:pt x="8476027" y="2390335"/>
                  </a:lnTo>
                  <a:lnTo>
                    <a:pt x="8500527" y="2517857"/>
                  </a:lnTo>
                  <a:lnTo>
                    <a:pt x="8525054" y="2647534"/>
                  </a:lnTo>
                  <a:lnTo>
                    <a:pt x="8549605" y="2778953"/>
                  </a:lnTo>
                  <a:lnTo>
                    <a:pt x="8574177" y="2911675"/>
                  </a:lnTo>
                  <a:lnTo>
                    <a:pt x="8598764" y="3045240"/>
                  </a:lnTo>
                  <a:lnTo>
                    <a:pt x="8623357" y="3179181"/>
                  </a:lnTo>
                  <a:lnTo>
                    <a:pt x="8647948" y="3313020"/>
                  </a:lnTo>
                  <a:lnTo>
                    <a:pt x="8672529" y="3446284"/>
                  </a:lnTo>
                  <a:lnTo>
                    <a:pt x="8697093" y="3578506"/>
                  </a:lnTo>
                  <a:lnTo>
                    <a:pt x="8721634" y="3709236"/>
                  </a:lnTo>
                  <a:lnTo>
                    <a:pt x="8746149" y="3838046"/>
                  </a:lnTo>
                  <a:lnTo>
                    <a:pt x="8770639" y="3964533"/>
                  </a:lnTo>
                  <a:lnTo>
                    <a:pt x="8795106" y="4088327"/>
                  </a:lnTo>
                  <a:lnTo>
                    <a:pt x="8819559" y="4209095"/>
                  </a:lnTo>
                  <a:lnTo>
                    <a:pt x="8844011" y="4326543"/>
                  </a:lnTo>
                  <a:lnTo>
                    <a:pt x="8868481" y="4440417"/>
                  </a:lnTo>
                  <a:lnTo>
                    <a:pt x="8892994" y="4550507"/>
                  </a:lnTo>
                  <a:lnTo>
                    <a:pt x="8917581" y="4656646"/>
                  </a:lnTo>
                  <a:lnTo>
                    <a:pt x="8942282" y="4758710"/>
                  </a:lnTo>
                  <a:lnTo>
                    <a:pt x="8967144" y="4856615"/>
                  </a:lnTo>
                  <a:lnTo>
                    <a:pt x="8992223" y="4950317"/>
                  </a:lnTo>
                  <a:lnTo>
                    <a:pt x="9017586" y="5039811"/>
                  </a:lnTo>
                  <a:lnTo>
                    <a:pt x="9043309" y="5125125"/>
                  </a:lnTo>
                  <a:lnTo>
                    <a:pt x="9069482" y="5206319"/>
                  </a:lnTo>
                  <a:lnTo>
                    <a:pt x="9084767" y="5251151"/>
                  </a:lnTo>
                  <a:lnTo>
                    <a:pt x="9125595" y="5361712"/>
                  </a:lnTo>
                  <a:lnTo>
                    <a:pt x="9168219" y="5463226"/>
                  </a:lnTo>
                  <a:lnTo>
                    <a:pt x="9213113" y="5555971"/>
                  </a:lnTo>
                  <a:lnTo>
                    <a:pt x="9260802" y="5640504"/>
                  </a:lnTo>
                  <a:lnTo>
                    <a:pt x="9311829" y="5717514"/>
                  </a:lnTo>
                  <a:lnTo>
                    <a:pt x="9366736" y="5787725"/>
                  </a:lnTo>
                  <a:lnTo>
                    <a:pt x="9426032" y="5851835"/>
                  </a:lnTo>
                  <a:lnTo>
                    <a:pt x="9490151" y="5910472"/>
                  </a:lnTo>
                  <a:lnTo>
                    <a:pt x="9559404" y="5964176"/>
                  </a:lnTo>
                  <a:lnTo>
                    <a:pt x="9633909" y="6013383"/>
                  </a:lnTo>
                  <a:lnTo>
                    <a:pt x="9713511" y="6058416"/>
                  </a:lnTo>
                  <a:lnTo>
                    <a:pt x="9797692" y="6099487"/>
                  </a:lnTo>
                  <a:lnTo>
                    <a:pt x="9885478" y="6136699"/>
                  </a:lnTo>
                  <a:lnTo>
                    <a:pt x="9975377" y="6170067"/>
                  </a:lnTo>
                  <a:lnTo>
                    <a:pt x="10065357" y="6199536"/>
                  </a:lnTo>
                  <a:lnTo>
                    <a:pt x="10152913" y="6225027"/>
                  </a:lnTo>
                  <a:lnTo>
                    <a:pt x="10235240" y="6246482"/>
                  </a:lnTo>
                  <a:lnTo>
                    <a:pt x="10309512" y="6263914"/>
                  </a:lnTo>
                  <a:lnTo>
                    <a:pt x="10373237" y="6277458"/>
                  </a:lnTo>
                  <a:lnTo>
                    <a:pt x="10424629" y="6287395"/>
                  </a:lnTo>
                  <a:lnTo>
                    <a:pt x="10462912" y="6294154"/>
                  </a:lnTo>
                  <a:lnTo>
                    <a:pt x="10488478" y="6298289"/>
                  </a:lnTo>
                  <a:lnTo>
                    <a:pt x="10502907" y="6300433"/>
                  </a:lnTo>
                  <a:lnTo>
                    <a:pt x="10508854" y="6301247"/>
                  </a:lnTo>
                  <a:lnTo>
                    <a:pt x="10509910" y="6301381"/>
                  </a:lnTo>
                  <a:lnTo>
                    <a:pt x="10509911" y="6301381"/>
                  </a:lnTo>
                  <a:lnTo>
                    <a:pt x="11981298" y="630138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12" name="pl1912"/>
            <p:cNvSpPr/>
            <p:nvPr/>
          </p:nvSpPr>
          <p:spPr>
            <a:xfrm>
              <a:off x="4799595" y="3623052"/>
              <a:ext cx="11981298" cy="6742723"/>
            </a:xfrm>
            <a:custGeom>
              <a:avLst/>
              <a:pathLst>
                <a:path w="11981298" h="6742723">
                  <a:moveTo>
                    <a:pt x="11981298" y="6301381"/>
                  </a:moveTo>
                  <a:lnTo>
                    <a:pt x="10509911" y="6301381"/>
                  </a:lnTo>
                  <a:lnTo>
                    <a:pt x="10509113" y="6301280"/>
                  </a:lnTo>
                  <a:lnTo>
                    <a:pt x="10503832" y="6300563"/>
                  </a:lnTo>
                  <a:lnTo>
                    <a:pt x="10490387" y="6298582"/>
                  </a:lnTo>
                  <a:lnTo>
                    <a:pt x="10466025" y="6294676"/>
                  </a:lnTo>
                  <a:lnTo>
                    <a:pt x="10429053" y="6288206"/>
                  </a:lnTo>
                  <a:lnTo>
                    <a:pt x="10378955" y="6278609"/>
                  </a:lnTo>
                  <a:lnTo>
                    <a:pt x="10316398" y="6265441"/>
                  </a:lnTo>
                  <a:lnTo>
                    <a:pt x="10243078" y="6248406"/>
                  </a:lnTo>
                  <a:lnTo>
                    <a:pt x="10161432" y="6227356"/>
                  </a:lnTo>
                  <a:lnTo>
                    <a:pt x="10074270" y="6202267"/>
                  </a:lnTo>
                  <a:lnTo>
                    <a:pt x="9984414" y="6173192"/>
                  </a:lnTo>
                  <a:lnTo>
                    <a:pt x="9894407" y="6140211"/>
                  </a:lnTo>
                  <a:lnTo>
                    <a:pt x="9806333" y="6103383"/>
                  </a:lnTo>
                  <a:lnTo>
                    <a:pt x="9721739" y="6062701"/>
                  </a:lnTo>
                  <a:lnTo>
                    <a:pt x="9641649" y="6018072"/>
                  </a:lnTo>
                  <a:lnTo>
                    <a:pt x="9566622" y="5969296"/>
                  </a:lnTo>
                  <a:lnTo>
                    <a:pt x="9496845" y="5916059"/>
                  </a:lnTo>
                  <a:lnTo>
                    <a:pt x="9432224" y="5857938"/>
                  </a:lnTo>
                  <a:lnTo>
                    <a:pt x="9372463" y="5794403"/>
                  </a:lnTo>
                  <a:lnTo>
                    <a:pt x="9317139" y="5724832"/>
                  </a:lnTo>
                  <a:lnTo>
                    <a:pt x="9265747" y="5648535"/>
                  </a:lnTo>
                  <a:lnTo>
                    <a:pt x="9217750" y="5564788"/>
                  </a:lnTo>
                  <a:lnTo>
                    <a:pt x="9172600" y="5472893"/>
                  </a:lnTo>
                  <a:lnTo>
                    <a:pt x="9129771" y="5372274"/>
                  </a:lnTo>
                  <a:lnTo>
                    <a:pt x="9088783" y="5262618"/>
                  </a:lnTo>
                  <a:lnTo>
                    <a:pt x="9084767" y="5251151"/>
                  </a:lnTo>
                  <a:lnTo>
                    <a:pt x="9058289" y="5172285"/>
                  </a:lnTo>
                  <a:lnTo>
                    <a:pt x="9032319" y="5089348"/>
                  </a:lnTo>
                  <a:lnTo>
                    <a:pt x="9006759" y="5002262"/>
                  </a:lnTo>
                  <a:lnTo>
                    <a:pt x="8981526" y="4910980"/>
                  </a:lnTo>
                  <a:lnTo>
                    <a:pt x="8956547" y="4815487"/>
                  </a:lnTo>
                  <a:lnTo>
                    <a:pt x="8931760" y="4715806"/>
                  </a:lnTo>
                  <a:lnTo>
                    <a:pt x="8907112" y="4611996"/>
                  </a:lnTo>
                  <a:lnTo>
                    <a:pt x="8882561" y="4504159"/>
                  </a:lnTo>
                  <a:lnTo>
                    <a:pt x="8858070" y="4392437"/>
                  </a:lnTo>
                  <a:lnTo>
                    <a:pt x="8833611" y="4277014"/>
                  </a:lnTo>
                  <a:lnTo>
                    <a:pt x="8809160" y="4158121"/>
                  </a:lnTo>
                  <a:lnTo>
                    <a:pt x="8784702" y="4036028"/>
                  </a:lnTo>
                  <a:lnTo>
                    <a:pt x="8760226" y="3911045"/>
                  </a:lnTo>
                  <a:lnTo>
                    <a:pt x="8735726" y="3783524"/>
                  </a:lnTo>
                  <a:lnTo>
                    <a:pt x="8711199" y="3653846"/>
                  </a:lnTo>
                  <a:lnTo>
                    <a:pt x="8686648" y="3522427"/>
                  </a:lnTo>
                  <a:lnTo>
                    <a:pt x="8662076" y="3389706"/>
                  </a:lnTo>
                  <a:lnTo>
                    <a:pt x="8637490" y="3256140"/>
                  </a:lnTo>
                  <a:lnTo>
                    <a:pt x="8612897" y="3122200"/>
                  </a:lnTo>
                  <a:lnTo>
                    <a:pt x="8588306" y="2988361"/>
                  </a:lnTo>
                  <a:lnTo>
                    <a:pt x="8563725" y="2855097"/>
                  </a:lnTo>
                  <a:lnTo>
                    <a:pt x="8539161" y="2722875"/>
                  </a:lnTo>
                  <a:lnTo>
                    <a:pt x="8514619" y="2592144"/>
                  </a:lnTo>
                  <a:lnTo>
                    <a:pt x="8490104" y="2463335"/>
                  </a:lnTo>
                  <a:lnTo>
                    <a:pt x="8465615" y="2336848"/>
                  </a:lnTo>
                  <a:lnTo>
                    <a:pt x="8441147" y="2213054"/>
                  </a:lnTo>
                  <a:lnTo>
                    <a:pt x="8416694" y="2092286"/>
                  </a:lnTo>
                  <a:lnTo>
                    <a:pt x="8392242" y="1974838"/>
                  </a:lnTo>
                  <a:lnTo>
                    <a:pt x="8367772" y="1860964"/>
                  </a:lnTo>
                  <a:lnTo>
                    <a:pt x="8343259" y="1750874"/>
                  </a:lnTo>
                  <a:lnTo>
                    <a:pt x="8318672" y="1644734"/>
                  </a:lnTo>
                  <a:lnTo>
                    <a:pt x="8293971" y="1542671"/>
                  </a:lnTo>
                  <a:lnTo>
                    <a:pt x="8269109" y="1444766"/>
                  </a:lnTo>
                  <a:lnTo>
                    <a:pt x="8244030" y="1351063"/>
                  </a:lnTo>
                  <a:lnTo>
                    <a:pt x="8218668" y="1261570"/>
                  </a:lnTo>
                  <a:lnTo>
                    <a:pt x="8192945" y="1176256"/>
                  </a:lnTo>
                  <a:lnTo>
                    <a:pt x="8166771" y="1095062"/>
                  </a:lnTo>
                  <a:lnTo>
                    <a:pt x="8151487" y="1050230"/>
                  </a:lnTo>
                  <a:lnTo>
                    <a:pt x="8110658" y="939669"/>
                  </a:lnTo>
                  <a:lnTo>
                    <a:pt x="8068034" y="838154"/>
                  </a:lnTo>
                  <a:lnTo>
                    <a:pt x="8023140" y="745409"/>
                  </a:lnTo>
                  <a:lnTo>
                    <a:pt x="7975452" y="660877"/>
                  </a:lnTo>
                  <a:lnTo>
                    <a:pt x="7924425" y="583867"/>
                  </a:lnTo>
                  <a:lnTo>
                    <a:pt x="7869517" y="513656"/>
                  </a:lnTo>
                  <a:lnTo>
                    <a:pt x="7810221" y="449546"/>
                  </a:lnTo>
                  <a:lnTo>
                    <a:pt x="7746102" y="390909"/>
                  </a:lnTo>
                  <a:lnTo>
                    <a:pt x="7676849" y="337204"/>
                  </a:lnTo>
                  <a:lnTo>
                    <a:pt x="7602345" y="287998"/>
                  </a:lnTo>
                  <a:lnTo>
                    <a:pt x="7522742" y="242964"/>
                  </a:lnTo>
                  <a:lnTo>
                    <a:pt x="7438562" y="201894"/>
                  </a:lnTo>
                  <a:lnTo>
                    <a:pt x="7350775" y="164681"/>
                  </a:lnTo>
                  <a:lnTo>
                    <a:pt x="7260876" y="131314"/>
                  </a:lnTo>
                  <a:lnTo>
                    <a:pt x="7170897" y="101845"/>
                  </a:lnTo>
                  <a:lnTo>
                    <a:pt x="7083341" y="76354"/>
                  </a:lnTo>
                  <a:lnTo>
                    <a:pt x="7001013" y="54899"/>
                  </a:lnTo>
                  <a:lnTo>
                    <a:pt x="6926742" y="37467"/>
                  </a:lnTo>
                  <a:lnTo>
                    <a:pt x="6863017" y="23923"/>
                  </a:lnTo>
                  <a:lnTo>
                    <a:pt x="6811624" y="13986"/>
                  </a:lnTo>
                  <a:lnTo>
                    <a:pt x="6773342" y="7227"/>
                  </a:lnTo>
                  <a:lnTo>
                    <a:pt x="6747775" y="3092"/>
                  </a:lnTo>
                  <a:lnTo>
                    <a:pt x="6733346" y="948"/>
                  </a:lnTo>
                  <a:lnTo>
                    <a:pt x="6727399" y="134"/>
                  </a:lnTo>
                  <a:lnTo>
                    <a:pt x="6726343" y="0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185" y="104"/>
                  </a:lnTo>
                  <a:lnTo>
                    <a:pt x="5249083" y="844"/>
                  </a:lnTo>
                  <a:lnTo>
                    <a:pt x="5236085" y="2888"/>
                  </a:lnTo>
                  <a:lnTo>
                    <a:pt x="5212503" y="6919"/>
                  </a:lnTo>
                  <a:lnTo>
                    <a:pt x="5176660" y="13599"/>
                  </a:lnTo>
                  <a:lnTo>
                    <a:pt x="5127996" y="23514"/>
                  </a:lnTo>
                  <a:lnTo>
                    <a:pt x="5067083" y="37131"/>
                  </a:lnTo>
                  <a:lnTo>
                    <a:pt x="4995490" y="54770"/>
                  </a:lnTo>
                  <a:lnTo>
                    <a:pt x="4915519" y="76595"/>
                  </a:lnTo>
                  <a:lnTo>
                    <a:pt x="4829862" y="102642"/>
                  </a:lnTo>
                  <a:lnTo>
                    <a:pt x="4741258" y="132863"/>
                  </a:lnTo>
                  <a:lnTo>
                    <a:pt x="4652205" y="167175"/>
                  </a:lnTo>
                  <a:lnTo>
                    <a:pt x="4564782" y="205513"/>
                  </a:lnTo>
                  <a:lnTo>
                    <a:pt x="4480560" y="247869"/>
                  </a:lnTo>
                  <a:lnTo>
                    <a:pt x="4400602" y="294326"/>
                  </a:lnTo>
                  <a:lnTo>
                    <a:pt x="4325522" y="345070"/>
                  </a:lnTo>
                  <a:lnTo>
                    <a:pt x="4255557" y="400402"/>
                  </a:lnTo>
                  <a:lnTo>
                    <a:pt x="4190663" y="460739"/>
                  </a:lnTo>
                  <a:lnTo>
                    <a:pt x="4130590" y="526604"/>
                  </a:lnTo>
                  <a:lnTo>
                    <a:pt x="4074950" y="598622"/>
                  </a:lnTo>
                  <a:lnTo>
                    <a:pt x="4023271" y="677490"/>
                  </a:lnTo>
                  <a:lnTo>
                    <a:pt x="3975040" y="763954"/>
                  </a:lnTo>
                  <a:lnTo>
                    <a:pt x="3929727" y="858747"/>
                  </a:lnTo>
                  <a:lnTo>
                    <a:pt x="3886817" y="962511"/>
                  </a:lnTo>
                  <a:lnTo>
                    <a:pt x="3845832" y="1075662"/>
                  </a:lnTo>
                  <a:lnTo>
                    <a:pt x="3829811" y="1123787"/>
                  </a:lnTo>
                  <a:lnTo>
                    <a:pt x="3804168" y="1205423"/>
                  </a:lnTo>
                  <a:lnTo>
                    <a:pt x="3779004" y="1291140"/>
                  </a:lnTo>
                  <a:lnTo>
                    <a:pt x="3754230" y="1381014"/>
                  </a:lnTo>
                  <a:lnTo>
                    <a:pt x="3729768" y="1475094"/>
                  </a:lnTo>
                  <a:lnTo>
                    <a:pt x="3705553" y="1573397"/>
                  </a:lnTo>
                  <a:lnTo>
                    <a:pt x="3681527" y="1675908"/>
                  </a:lnTo>
                  <a:lnTo>
                    <a:pt x="3657640" y="1782574"/>
                  </a:lnTo>
                  <a:lnTo>
                    <a:pt x="3633852" y="1893307"/>
                  </a:lnTo>
                  <a:lnTo>
                    <a:pt x="3610128" y="2007977"/>
                  </a:lnTo>
                  <a:lnTo>
                    <a:pt x="3586440" y="2126415"/>
                  </a:lnTo>
                  <a:lnTo>
                    <a:pt x="3562767" y="2248413"/>
                  </a:lnTo>
                  <a:lnTo>
                    <a:pt x="3539092" y="2373721"/>
                  </a:lnTo>
                  <a:lnTo>
                    <a:pt x="3515403" y="2502050"/>
                  </a:lnTo>
                  <a:lnTo>
                    <a:pt x="3491694" y="2633077"/>
                  </a:lnTo>
                  <a:lnTo>
                    <a:pt x="3467960" y="2766441"/>
                  </a:lnTo>
                  <a:lnTo>
                    <a:pt x="3444201" y="2901753"/>
                  </a:lnTo>
                  <a:lnTo>
                    <a:pt x="3420421" y="3038599"/>
                  </a:lnTo>
                  <a:lnTo>
                    <a:pt x="3396625" y="3176543"/>
                  </a:lnTo>
                  <a:lnTo>
                    <a:pt x="3372817" y="3315134"/>
                  </a:lnTo>
                  <a:lnTo>
                    <a:pt x="3349007" y="3453912"/>
                  </a:lnTo>
                  <a:lnTo>
                    <a:pt x="3325202" y="3592415"/>
                  </a:lnTo>
                  <a:lnTo>
                    <a:pt x="3301407" y="3730185"/>
                  </a:lnTo>
                  <a:lnTo>
                    <a:pt x="3277631" y="3866773"/>
                  </a:lnTo>
                  <a:lnTo>
                    <a:pt x="3253877" y="4001747"/>
                  </a:lnTo>
                  <a:lnTo>
                    <a:pt x="3230148" y="4134697"/>
                  </a:lnTo>
                  <a:lnTo>
                    <a:pt x="3206443" y="4265238"/>
                  </a:lnTo>
                  <a:lnTo>
                    <a:pt x="3182757" y="4393018"/>
                  </a:lnTo>
                  <a:lnTo>
                    <a:pt x="3159084" y="4517719"/>
                  </a:lnTo>
                  <a:lnTo>
                    <a:pt x="3135409" y="4639059"/>
                  </a:lnTo>
                  <a:lnTo>
                    <a:pt x="3111717" y="4756798"/>
                  </a:lnTo>
                  <a:lnTo>
                    <a:pt x="3087983" y="4870732"/>
                  </a:lnTo>
                  <a:lnTo>
                    <a:pt x="3064179" y="4980702"/>
                  </a:lnTo>
                  <a:lnTo>
                    <a:pt x="3040269" y="5086585"/>
                  </a:lnTo>
                  <a:lnTo>
                    <a:pt x="3016211" y="5188301"/>
                  </a:lnTo>
                  <a:lnTo>
                    <a:pt x="2991953" y="5285803"/>
                  </a:lnTo>
                  <a:lnTo>
                    <a:pt x="2967438" y="5379082"/>
                  </a:lnTo>
                  <a:lnTo>
                    <a:pt x="2942596" y="5468163"/>
                  </a:lnTo>
                  <a:lnTo>
                    <a:pt x="2917349" y="5553099"/>
                  </a:lnTo>
                  <a:lnTo>
                    <a:pt x="2896531" y="5618936"/>
                  </a:lnTo>
                  <a:lnTo>
                    <a:pt x="2856197" y="5735892"/>
                  </a:lnTo>
                  <a:lnTo>
                    <a:pt x="2814116" y="5843395"/>
                  </a:lnTo>
                  <a:lnTo>
                    <a:pt x="2769829" y="5941724"/>
                  </a:lnTo>
                  <a:lnTo>
                    <a:pt x="2722833" y="6031449"/>
                  </a:lnTo>
                  <a:lnTo>
                    <a:pt x="2672603" y="6113279"/>
                  </a:lnTo>
                  <a:lnTo>
                    <a:pt x="2618614" y="6187962"/>
                  </a:lnTo>
                  <a:lnTo>
                    <a:pt x="2560374" y="6256219"/>
                  </a:lnTo>
                  <a:lnTo>
                    <a:pt x="2497456" y="6318708"/>
                  </a:lnTo>
                  <a:lnTo>
                    <a:pt x="2429548" y="6375995"/>
                  </a:lnTo>
                  <a:lnTo>
                    <a:pt x="2356511" y="6428539"/>
                  </a:lnTo>
                  <a:lnTo>
                    <a:pt x="2278463" y="6476690"/>
                  </a:lnTo>
                  <a:lnTo>
                    <a:pt x="2195853" y="6520678"/>
                  </a:lnTo>
                  <a:lnTo>
                    <a:pt x="2109556" y="6560627"/>
                  </a:lnTo>
                  <a:lnTo>
                    <a:pt x="2020936" y="6596561"/>
                  </a:lnTo>
                  <a:lnTo>
                    <a:pt x="1931872" y="6628436"/>
                  </a:lnTo>
                  <a:lnTo>
                    <a:pt x="1844710" y="6656169"/>
                  </a:lnTo>
                  <a:lnTo>
                    <a:pt x="1762121" y="6679692"/>
                  </a:lnTo>
                  <a:lnTo>
                    <a:pt x="1686855" y="6699000"/>
                  </a:lnTo>
                  <a:lnTo>
                    <a:pt x="1621414" y="6714204"/>
                  </a:lnTo>
                  <a:lnTo>
                    <a:pt x="1567700" y="6725559"/>
                  </a:lnTo>
                  <a:lnTo>
                    <a:pt x="1526709" y="6733473"/>
                  </a:lnTo>
                  <a:lnTo>
                    <a:pt x="1498341" y="6738492"/>
                  </a:lnTo>
                  <a:lnTo>
                    <a:pt x="1481360" y="6741253"/>
                  </a:lnTo>
                  <a:lnTo>
                    <a:pt x="1473467" y="6742435"/>
                  </a:lnTo>
                  <a:lnTo>
                    <a:pt x="1471438" y="6742716"/>
                  </a:lnTo>
                  <a:lnTo>
                    <a:pt x="1471387" y="6742723"/>
                  </a:lnTo>
                  <a:lnTo>
                    <a:pt x="0" y="674272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13" name="pg1913"/>
            <p:cNvSpPr/>
            <p:nvPr/>
          </p:nvSpPr>
          <p:spPr>
            <a:xfrm>
              <a:off x="4799595" y="6557158"/>
              <a:ext cx="11981298" cy="3849482"/>
            </a:xfrm>
            <a:custGeom>
              <a:avLst/>
              <a:pathLst>
                <a:path w="11981298" h="3849482">
                  <a:moveTo>
                    <a:pt x="0" y="3849482"/>
                  </a:moveTo>
                  <a:lnTo>
                    <a:pt x="1471387" y="3849482"/>
                  </a:lnTo>
                  <a:lnTo>
                    <a:pt x="1472468" y="3849398"/>
                  </a:lnTo>
                  <a:lnTo>
                    <a:pt x="1479583" y="3848800"/>
                  </a:lnTo>
                  <a:lnTo>
                    <a:pt x="1497547" y="3847148"/>
                  </a:lnTo>
                  <a:lnTo>
                    <a:pt x="1529733" y="3843894"/>
                  </a:lnTo>
                  <a:lnTo>
                    <a:pt x="1577848" y="3838527"/>
                  </a:lnTo>
                  <a:lnTo>
                    <a:pt x="1641796" y="3830627"/>
                  </a:lnTo>
                  <a:lnTo>
                    <a:pt x="1719803" y="3819895"/>
                  </a:lnTo>
                  <a:lnTo>
                    <a:pt x="1808810" y="3806175"/>
                  </a:lnTo>
                  <a:lnTo>
                    <a:pt x="1905056" y="3789427"/>
                  </a:lnTo>
                  <a:lnTo>
                    <a:pt x="2004695" y="3769692"/>
                  </a:lnTo>
                  <a:lnTo>
                    <a:pt x="2104285" y="3747036"/>
                  </a:lnTo>
                  <a:lnTo>
                    <a:pt x="2201088" y="3721498"/>
                  </a:lnTo>
                  <a:lnTo>
                    <a:pt x="2293178" y="3693059"/>
                  </a:lnTo>
                  <a:lnTo>
                    <a:pt x="2379395" y="3661609"/>
                  </a:lnTo>
                  <a:lnTo>
                    <a:pt x="2459228" y="3626938"/>
                  </a:lnTo>
                  <a:lnTo>
                    <a:pt x="2532652" y="3588734"/>
                  </a:lnTo>
                  <a:lnTo>
                    <a:pt x="2599992" y="3546582"/>
                  </a:lnTo>
                  <a:lnTo>
                    <a:pt x="2661794" y="3499982"/>
                  </a:lnTo>
                  <a:lnTo>
                    <a:pt x="2718734" y="3448366"/>
                  </a:lnTo>
                  <a:lnTo>
                    <a:pt x="2771546" y="3391133"/>
                  </a:lnTo>
                  <a:lnTo>
                    <a:pt x="2820972" y="3327713"/>
                  </a:lnTo>
                  <a:lnTo>
                    <a:pt x="2867717" y="3257670"/>
                  </a:lnTo>
                  <a:lnTo>
                    <a:pt x="2896531" y="3209264"/>
                  </a:lnTo>
                  <a:lnTo>
                    <a:pt x="2929715" y="3148457"/>
                  </a:lnTo>
                  <a:lnTo>
                    <a:pt x="2962137" y="3083711"/>
                  </a:lnTo>
                  <a:lnTo>
                    <a:pt x="2993982" y="3014947"/>
                  </a:lnTo>
                  <a:lnTo>
                    <a:pt x="3025399" y="2942132"/>
                  </a:lnTo>
                  <a:lnTo>
                    <a:pt x="3056515" y="2865288"/>
                  </a:lnTo>
                  <a:lnTo>
                    <a:pt x="3087431" y="2784496"/>
                  </a:lnTo>
                  <a:lnTo>
                    <a:pt x="3118226" y="2699899"/>
                  </a:lnTo>
                  <a:lnTo>
                    <a:pt x="3148962" y="2611703"/>
                  </a:lnTo>
                  <a:lnTo>
                    <a:pt x="3179686" y="2520181"/>
                  </a:lnTo>
                  <a:lnTo>
                    <a:pt x="3210426" y="2425669"/>
                  </a:lnTo>
                  <a:lnTo>
                    <a:pt x="3241202" y="2328564"/>
                  </a:lnTo>
                  <a:lnTo>
                    <a:pt x="3272018" y="2229317"/>
                  </a:lnTo>
                  <a:lnTo>
                    <a:pt x="3302873" y="2128429"/>
                  </a:lnTo>
                  <a:lnTo>
                    <a:pt x="3333758" y="2026433"/>
                  </a:lnTo>
                  <a:lnTo>
                    <a:pt x="3364658" y="1923891"/>
                  </a:lnTo>
                  <a:lnTo>
                    <a:pt x="3395557" y="1821376"/>
                  </a:lnTo>
                  <a:lnTo>
                    <a:pt x="3426439" y="1719463"/>
                  </a:lnTo>
                  <a:lnTo>
                    <a:pt x="3457291" y="1618709"/>
                  </a:lnTo>
                  <a:lnTo>
                    <a:pt x="3488103" y="1519648"/>
                  </a:lnTo>
                  <a:lnTo>
                    <a:pt x="3518874" y="1422773"/>
                  </a:lnTo>
                  <a:lnTo>
                    <a:pt x="3549612" y="1328533"/>
                  </a:lnTo>
                  <a:lnTo>
                    <a:pt x="3580336" y="1237317"/>
                  </a:lnTo>
                  <a:lnTo>
                    <a:pt x="3611076" y="1149456"/>
                  </a:lnTo>
                  <a:lnTo>
                    <a:pt x="3641879" y="1065217"/>
                  </a:lnTo>
                  <a:lnTo>
                    <a:pt x="3672810" y="984800"/>
                  </a:lnTo>
                  <a:lnTo>
                    <a:pt x="3703950" y="908341"/>
                  </a:lnTo>
                  <a:lnTo>
                    <a:pt x="3735403" y="835916"/>
                  </a:lnTo>
                  <a:lnTo>
                    <a:pt x="3767296" y="767541"/>
                  </a:lnTo>
                  <a:lnTo>
                    <a:pt x="3799783" y="703178"/>
                  </a:lnTo>
                  <a:lnTo>
                    <a:pt x="3829811" y="648391"/>
                  </a:lnTo>
                  <a:lnTo>
                    <a:pt x="3875176" y="574004"/>
                  </a:lnTo>
                  <a:lnTo>
                    <a:pt x="3922808" y="506380"/>
                  </a:lnTo>
                  <a:lnTo>
                    <a:pt x="3973369" y="445246"/>
                  </a:lnTo>
                  <a:lnTo>
                    <a:pt x="4027580" y="390102"/>
                  </a:lnTo>
                  <a:lnTo>
                    <a:pt x="4086186" y="340359"/>
                  </a:lnTo>
                  <a:lnTo>
                    <a:pt x="4149908" y="295423"/>
                  </a:lnTo>
                  <a:lnTo>
                    <a:pt x="4219383" y="254744"/>
                  </a:lnTo>
                  <a:lnTo>
                    <a:pt x="4295091" y="217854"/>
                  </a:lnTo>
                  <a:lnTo>
                    <a:pt x="4377245" y="184372"/>
                  </a:lnTo>
                  <a:lnTo>
                    <a:pt x="4465665" y="154024"/>
                  </a:lnTo>
                  <a:lnTo>
                    <a:pt x="4559622" y="126637"/>
                  </a:lnTo>
                  <a:lnTo>
                    <a:pt x="4657692" y="102134"/>
                  </a:lnTo>
                  <a:lnTo>
                    <a:pt x="4757656" y="80522"/>
                  </a:lnTo>
                  <a:lnTo>
                    <a:pt x="4856500" y="61854"/>
                  </a:lnTo>
                  <a:lnTo>
                    <a:pt x="4950593" y="46194"/>
                  </a:lnTo>
                  <a:lnTo>
                    <a:pt x="5036052" y="33559"/>
                  </a:lnTo>
                  <a:lnTo>
                    <a:pt x="5109298" y="23871"/>
                  </a:lnTo>
                  <a:lnTo>
                    <a:pt x="5167672" y="16924"/>
                  </a:lnTo>
                  <a:lnTo>
                    <a:pt x="5209972" y="12372"/>
                  </a:lnTo>
                  <a:lnTo>
                    <a:pt x="5236753" y="9756"/>
                  </a:lnTo>
                  <a:lnTo>
                    <a:pt x="5250346" y="8546"/>
                  </a:lnTo>
                  <a:lnTo>
                    <a:pt x="5254666" y="8194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580" y="8173"/>
                  </a:lnTo>
                  <a:lnTo>
                    <a:pt x="6735702" y="8174"/>
                  </a:lnTo>
                  <a:lnTo>
                    <a:pt x="6756124" y="8178"/>
                  </a:lnTo>
                  <a:lnTo>
                    <a:pt x="6792502" y="8186"/>
                  </a:lnTo>
                  <a:lnTo>
                    <a:pt x="6846457" y="8199"/>
                  </a:lnTo>
                  <a:lnTo>
                    <a:pt x="6917453" y="8218"/>
                  </a:lnTo>
                  <a:lnTo>
                    <a:pt x="7003021" y="8244"/>
                  </a:lnTo>
                  <a:lnTo>
                    <a:pt x="7099338" y="8277"/>
                  </a:lnTo>
                  <a:lnTo>
                    <a:pt x="7201984" y="8317"/>
                  </a:lnTo>
                  <a:lnTo>
                    <a:pt x="7306679" y="8364"/>
                  </a:lnTo>
                  <a:lnTo>
                    <a:pt x="7409807" y="8418"/>
                  </a:lnTo>
                  <a:lnTo>
                    <a:pt x="7508684" y="8478"/>
                  </a:lnTo>
                  <a:lnTo>
                    <a:pt x="7601588" y="8545"/>
                  </a:lnTo>
                  <a:lnTo>
                    <a:pt x="7687641" y="8620"/>
                  </a:lnTo>
                  <a:lnTo>
                    <a:pt x="7766631" y="8703"/>
                  </a:lnTo>
                  <a:lnTo>
                    <a:pt x="7838818" y="8794"/>
                  </a:lnTo>
                  <a:lnTo>
                    <a:pt x="7904770" y="8895"/>
                  </a:lnTo>
                  <a:lnTo>
                    <a:pt x="7965237" y="9008"/>
                  </a:lnTo>
                  <a:lnTo>
                    <a:pt x="8021054" y="9134"/>
                  </a:lnTo>
                  <a:lnTo>
                    <a:pt x="8073072" y="9274"/>
                  </a:lnTo>
                  <a:lnTo>
                    <a:pt x="8122107" y="9430"/>
                  </a:lnTo>
                  <a:lnTo>
                    <a:pt x="8151487" y="9535"/>
                  </a:lnTo>
                  <a:lnTo>
                    <a:pt x="8207723" y="9761"/>
                  </a:lnTo>
                  <a:lnTo>
                    <a:pt x="8262110" y="10012"/>
                  </a:lnTo>
                  <a:lnTo>
                    <a:pt x="8315400" y="10288"/>
                  </a:lnTo>
                  <a:lnTo>
                    <a:pt x="8368128" y="10588"/>
                  </a:lnTo>
                  <a:lnTo>
                    <a:pt x="8420651" y="10911"/>
                  </a:lnTo>
                  <a:lnTo>
                    <a:pt x="8473182" y="11254"/>
                  </a:lnTo>
                  <a:lnTo>
                    <a:pt x="8525817" y="11612"/>
                  </a:lnTo>
                  <a:lnTo>
                    <a:pt x="8578563" y="11980"/>
                  </a:lnTo>
                  <a:lnTo>
                    <a:pt x="8631367" y="12353"/>
                  </a:lnTo>
                  <a:lnTo>
                    <a:pt x="8684151" y="12724"/>
                  </a:lnTo>
                  <a:lnTo>
                    <a:pt x="8736845" y="13087"/>
                  </a:lnTo>
                  <a:lnTo>
                    <a:pt x="8789422" y="13438"/>
                  </a:lnTo>
                  <a:lnTo>
                    <a:pt x="8841931" y="13771"/>
                  </a:lnTo>
                  <a:lnTo>
                    <a:pt x="8894521" y="14083"/>
                  </a:lnTo>
                  <a:lnTo>
                    <a:pt x="8947476" y="14372"/>
                  </a:lnTo>
                  <a:lnTo>
                    <a:pt x="9001237" y="14635"/>
                  </a:lnTo>
                  <a:lnTo>
                    <a:pt x="9056441" y="14874"/>
                  </a:lnTo>
                  <a:lnTo>
                    <a:pt x="9084767" y="14983"/>
                  </a:lnTo>
                  <a:lnTo>
                    <a:pt x="9132316" y="15149"/>
                  </a:lnTo>
                  <a:lnTo>
                    <a:pt x="9182384" y="15298"/>
                  </a:lnTo>
                  <a:lnTo>
                    <a:pt x="9235734" y="15433"/>
                  </a:lnTo>
                  <a:lnTo>
                    <a:pt x="9293202" y="15554"/>
                  </a:lnTo>
                  <a:lnTo>
                    <a:pt x="9355640" y="15662"/>
                  </a:lnTo>
                  <a:lnTo>
                    <a:pt x="9423860" y="15760"/>
                  </a:lnTo>
                  <a:lnTo>
                    <a:pt x="9498557" y="15848"/>
                  </a:lnTo>
                  <a:lnTo>
                    <a:pt x="9580199" y="15927"/>
                  </a:lnTo>
                  <a:lnTo>
                    <a:pt x="9668889" y="15999"/>
                  </a:lnTo>
                  <a:lnTo>
                    <a:pt x="9764187" y="16063"/>
                  </a:lnTo>
                  <a:lnTo>
                    <a:pt x="9864919" y="16121"/>
                  </a:lnTo>
                  <a:lnTo>
                    <a:pt x="9969005" y="16172"/>
                  </a:lnTo>
                  <a:lnTo>
                    <a:pt x="10073397" y="16217"/>
                  </a:lnTo>
                  <a:lnTo>
                    <a:pt x="10174183" y="16254"/>
                  </a:lnTo>
                  <a:lnTo>
                    <a:pt x="10266955" y="16284"/>
                  </a:lnTo>
                  <a:lnTo>
                    <a:pt x="10347425" y="16308"/>
                  </a:lnTo>
                  <a:lnTo>
                    <a:pt x="10412197" y="16324"/>
                  </a:lnTo>
                  <a:lnTo>
                    <a:pt x="10459479" y="16335"/>
                  </a:lnTo>
                  <a:lnTo>
                    <a:pt x="10489540" y="16342"/>
                  </a:lnTo>
                  <a:lnTo>
                    <a:pt x="10504798" y="16345"/>
                  </a:lnTo>
                  <a:lnTo>
                    <a:pt x="10509604" y="16345"/>
                  </a:lnTo>
                  <a:lnTo>
                    <a:pt x="10509911" y="16345"/>
                  </a:lnTo>
                  <a:lnTo>
                    <a:pt x="11981298" y="16345"/>
                  </a:lnTo>
                  <a:lnTo>
                    <a:pt x="11981298" y="8172"/>
                  </a:lnTo>
                  <a:lnTo>
                    <a:pt x="10509911" y="8172"/>
                  </a:lnTo>
                  <a:lnTo>
                    <a:pt x="10508673" y="8172"/>
                  </a:lnTo>
                  <a:lnTo>
                    <a:pt x="10500551" y="8171"/>
                  </a:lnTo>
                  <a:lnTo>
                    <a:pt x="10480130" y="8167"/>
                  </a:lnTo>
                  <a:lnTo>
                    <a:pt x="10443752" y="8159"/>
                  </a:lnTo>
                  <a:lnTo>
                    <a:pt x="10389796" y="8146"/>
                  </a:lnTo>
                  <a:lnTo>
                    <a:pt x="10318801" y="8127"/>
                  </a:lnTo>
                  <a:lnTo>
                    <a:pt x="10233232" y="8101"/>
                  </a:lnTo>
                  <a:lnTo>
                    <a:pt x="10136915" y="8068"/>
                  </a:lnTo>
                  <a:lnTo>
                    <a:pt x="10034269" y="8028"/>
                  </a:lnTo>
                  <a:lnTo>
                    <a:pt x="9929575" y="7981"/>
                  </a:lnTo>
                  <a:lnTo>
                    <a:pt x="9826446" y="7927"/>
                  </a:lnTo>
                  <a:lnTo>
                    <a:pt x="9727569" y="7867"/>
                  </a:lnTo>
                  <a:lnTo>
                    <a:pt x="9634666" y="7800"/>
                  </a:lnTo>
                  <a:lnTo>
                    <a:pt x="9548612" y="7725"/>
                  </a:lnTo>
                  <a:lnTo>
                    <a:pt x="9469622" y="7642"/>
                  </a:lnTo>
                  <a:lnTo>
                    <a:pt x="9397435" y="7551"/>
                  </a:lnTo>
                  <a:lnTo>
                    <a:pt x="9331483" y="7450"/>
                  </a:lnTo>
                  <a:lnTo>
                    <a:pt x="9271016" y="7337"/>
                  </a:lnTo>
                  <a:lnTo>
                    <a:pt x="9215200" y="7211"/>
                  </a:lnTo>
                  <a:lnTo>
                    <a:pt x="9163181" y="7071"/>
                  </a:lnTo>
                  <a:lnTo>
                    <a:pt x="9114146" y="6915"/>
                  </a:lnTo>
                  <a:lnTo>
                    <a:pt x="9084767" y="6810"/>
                  </a:lnTo>
                  <a:lnTo>
                    <a:pt x="9028530" y="6584"/>
                  </a:lnTo>
                  <a:lnTo>
                    <a:pt x="8974144" y="6333"/>
                  </a:lnTo>
                  <a:lnTo>
                    <a:pt x="8920853" y="6057"/>
                  </a:lnTo>
                  <a:lnTo>
                    <a:pt x="8868126" y="5757"/>
                  </a:lnTo>
                  <a:lnTo>
                    <a:pt x="8815602" y="5434"/>
                  </a:lnTo>
                  <a:lnTo>
                    <a:pt x="8763071" y="5091"/>
                  </a:lnTo>
                  <a:lnTo>
                    <a:pt x="8710436" y="4733"/>
                  </a:lnTo>
                  <a:lnTo>
                    <a:pt x="8657690" y="4365"/>
                  </a:lnTo>
                  <a:lnTo>
                    <a:pt x="8604886" y="3992"/>
                  </a:lnTo>
                  <a:lnTo>
                    <a:pt x="8552103" y="3621"/>
                  </a:lnTo>
                  <a:lnTo>
                    <a:pt x="8499409" y="3258"/>
                  </a:lnTo>
                  <a:lnTo>
                    <a:pt x="8446831" y="2907"/>
                  </a:lnTo>
                  <a:lnTo>
                    <a:pt x="8394323" y="2574"/>
                  </a:lnTo>
                  <a:lnTo>
                    <a:pt x="8341732" y="2262"/>
                  </a:lnTo>
                  <a:lnTo>
                    <a:pt x="8288777" y="1973"/>
                  </a:lnTo>
                  <a:lnTo>
                    <a:pt x="8235016" y="1710"/>
                  </a:lnTo>
                  <a:lnTo>
                    <a:pt x="8179812" y="1471"/>
                  </a:lnTo>
                  <a:lnTo>
                    <a:pt x="8151487" y="1362"/>
                  </a:lnTo>
                  <a:lnTo>
                    <a:pt x="8103938" y="1196"/>
                  </a:lnTo>
                  <a:lnTo>
                    <a:pt x="8053870" y="1047"/>
                  </a:lnTo>
                  <a:lnTo>
                    <a:pt x="8000519" y="912"/>
                  </a:lnTo>
                  <a:lnTo>
                    <a:pt x="7943051" y="791"/>
                  </a:lnTo>
                  <a:lnTo>
                    <a:pt x="7880613" y="683"/>
                  </a:lnTo>
                  <a:lnTo>
                    <a:pt x="7812393" y="585"/>
                  </a:lnTo>
                  <a:lnTo>
                    <a:pt x="7737697" y="497"/>
                  </a:lnTo>
                  <a:lnTo>
                    <a:pt x="7656055" y="418"/>
                  </a:lnTo>
                  <a:lnTo>
                    <a:pt x="7567364" y="346"/>
                  </a:lnTo>
                  <a:lnTo>
                    <a:pt x="7472066" y="282"/>
                  </a:lnTo>
                  <a:lnTo>
                    <a:pt x="7371335" y="224"/>
                  </a:lnTo>
                  <a:lnTo>
                    <a:pt x="7267248" y="173"/>
                  </a:lnTo>
                  <a:lnTo>
                    <a:pt x="7162856" y="128"/>
                  </a:lnTo>
                  <a:lnTo>
                    <a:pt x="7062070" y="91"/>
                  </a:lnTo>
                  <a:lnTo>
                    <a:pt x="6969298" y="61"/>
                  </a:lnTo>
                  <a:lnTo>
                    <a:pt x="6888828" y="37"/>
                  </a:lnTo>
                  <a:lnTo>
                    <a:pt x="6824056" y="21"/>
                  </a:lnTo>
                  <a:lnTo>
                    <a:pt x="6776775" y="10"/>
                  </a:lnTo>
                  <a:lnTo>
                    <a:pt x="6746713" y="3"/>
                  </a:lnTo>
                  <a:lnTo>
                    <a:pt x="6731455" y="0"/>
                  </a:lnTo>
                  <a:lnTo>
                    <a:pt x="6726649" y="0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874" y="83"/>
                  </a:lnTo>
                  <a:lnTo>
                    <a:pt x="5246759" y="681"/>
                  </a:lnTo>
                  <a:lnTo>
                    <a:pt x="5228795" y="2334"/>
                  </a:lnTo>
                  <a:lnTo>
                    <a:pt x="5196609" y="5588"/>
                  </a:lnTo>
                  <a:lnTo>
                    <a:pt x="5148494" y="10954"/>
                  </a:lnTo>
                  <a:lnTo>
                    <a:pt x="5084546" y="18854"/>
                  </a:lnTo>
                  <a:lnTo>
                    <a:pt x="5006539" y="29586"/>
                  </a:lnTo>
                  <a:lnTo>
                    <a:pt x="4917532" y="43306"/>
                  </a:lnTo>
                  <a:lnTo>
                    <a:pt x="4821286" y="60054"/>
                  </a:lnTo>
                  <a:lnTo>
                    <a:pt x="4721647" y="79789"/>
                  </a:lnTo>
                  <a:lnTo>
                    <a:pt x="4622057" y="102446"/>
                  </a:lnTo>
                  <a:lnTo>
                    <a:pt x="4525254" y="127983"/>
                  </a:lnTo>
                  <a:lnTo>
                    <a:pt x="4433165" y="156422"/>
                  </a:lnTo>
                  <a:lnTo>
                    <a:pt x="4346947" y="187872"/>
                  </a:lnTo>
                  <a:lnTo>
                    <a:pt x="4267114" y="222543"/>
                  </a:lnTo>
                  <a:lnTo>
                    <a:pt x="4193690" y="260748"/>
                  </a:lnTo>
                  <a:lnTo>
                    <a:pt x="4126350" y="302899"/>
                  </a:lnTo>
                  <a:lnTo>
                    <a:pt x="4064548" y="349499"/>
                  </a:lnTo>
                  <a:lnTo>
                    <a:pt x="4007608" y="401115"/>
                  </a:lnTo>
                  <a:lnTo>
                    <a:pt x="3954796" y="458349"/>
                  </a:lnTo>
                  <a:lnTo>
                    <a:pt x="3905370" y="521768"/>
                  </a:lnTo>
                  <a:lnTo>
                    <a:pt x="3858625" y="591811"/>
                  </a:lnTo>
                  <a:lnTo>
                    <a:pt x="3829811" y="640218"/>
                  </a:lnTo>
                  <a:lnTo>
                    <a:pt x="3796627" y="701025"/>
                  </a:lnTo>
                  <a:lnTo>
                    <a:pt x="3764205" y="765770"/>
                  </a:lnTo>
                  <a:lnTo>
                    <a:pt x="3732360" y="834535"/>
                  </a:lnTo>
                  <a:lnTo>
                    <a:pt x="3700943" y="907350"/>
                  </a:lnTo>
                  <a:lnTo>
                    <a:pt x="3669827" y="984193"/>
                  </a:lnTo>
                  <a:lnTo>
                    <a:pt x="3638911" y="1064985"/>
                  </a:lnTo>
                  <a:lnTo>
                    <a:pt x="3608116" y="1149582"/>
                  </a:lnTo>
                  <a:lnTo>
                    <a:pt x="3577380" y="1237778"/>
                  </a:lnTo>
                  <a:lnTo>
                    <a:pt x="3546656" y="1329300"/>
                  </a:lnTo>
                  <a:lnTo>
                    <a:pt x="3515916" y="1423812"/>
                  </a:lnTo>
                  <a:lnTo>
                    <a:pt x="3485140" y="1520917"/>
                  </a:lnTo>
                  <a:lnTo>
                    <a:pt x="3454324" y="1620164"/>
                  </a:lnTo>
                  <a:lnTo>
                    <a:pt x="3423469" y="1721053"/>
                  </a:lnTo>
                  <a:lnTo>
                    <a:pt x="3392584" y="1823049"/>
                  </a:lnTo>
                  <a:lnTo>
                    <a:pt x="3361685" y="1925591"/>
                  </a:lnTo>
                  <a:lnTo>
                    <a:pt x="3330785" y="2028105"/>
                  </a:lnTo>
                  <a:lnTo>
                    <a:pt x="3299903" y="2130019"/>
                  </a:lnTo>
                  <a:lnTo>
                    <a:pt x="3269052" y="2230772"/>
                  </a:lnTo>
                  <a:lnTo>
                    <a:pt x="3238239" y="2329833"/>
                  </a:lnTo>
                  <a:lnTo>
                    <a:pt x="3207468" y="2426708"/>
                  </a:lnTo>
                  <a:lnTo>
                    <a:pt x="3176730" y="2520949"/>
                  </a:lnTo>
                  <a:lnTo>
                    <a:pt x="3146007" y="2612164"/>
                  </a:lnTo>
                  <a:lnTo>
                    <a:pt x="3115266" y="2700025"/>
                  </a:lnTo>
                  <a:lnTo>
                    <a:pt x="3084463" y="2784264"/>
                  </a:lnTo>
                  <a:lnTo>
                    <a:pt x="3053532" y="2864681"/>
                  </a:lnTo>
                  <a:lnTo>
                    <a:pt x="3022392" y="2941140"/>
                  </a:lnTo>
                  <a:lnTo>
                    <a:pt x="2990939" y="3013565"/>
                  </a:lnTo>
                  <a:lnTo>
                    <a:pt x="2959046" y="3081941"/>
                  </a:lnTo>
                  <a:lnTo>
                    <a:pt x="2926559" y="3146303"/>
                  </a:lnTo>
                  <a:lnTo>
                    <a:pt x="2896531" y="3201091"/>
                  </a:lnTo>
                  <a:lnTo>
                    <a:pt x="2851166" y="3275478"/>
                  </a:lnTo>
                  <a:lnTo>
                    <a:pt x="2803534" y="3343101"/>
                  </a:lnTo>
                  <a:lnTo>
                    <a:pt x="2752974" y="3404235"/>
                  </a:lnTo>
                  <a:lnTo>
                    <a:pt x="2698762" y="3459379"/>
                  </a:lnTo>
                  <a:lnTo>
                    <a:pt x="2640156" y="3509122"/>
                  </a:lnTo>
                  <a:lnTo>
                    <a:pt x="2576434" y="3554059"/>
                  </a:lnTo>
                  <a:lnTo>
                    <a:pt x="2506959" y="3594737"/>
                  </a:lnTo>
                  <a:lnTo>
                    <a:pt x="2431251" y="3631628"/>
                  </a:lnTo>
                  <a:lnTo>
                    <a:pt x="2349097" y="3665109"/>
                  </a:lnTo>
                  <a:lnTo>
                    <a:pt x="2260677" y="3695457"/>
                  </a:lnTo>
                  <a:lnTo>
                    <a:pt x="2166720" y="3722845"/>
                  </a:lnTo>
                  <a:lnTo>
                    <a:pt x="2068650" y="3747347"/>
                  </a:lnTo>
                  <a:lnTo>
                    <a:pt x="1968686" y="3768959"/>
                  </a:lnTo>
                  <a:lnTo>
                    <a:pt x="1869842" y="3787627"/>
                  </a:lnTo>
                  <a:lnTo>
                    <a:pt x="1775749" y="3803287"/>
                  </a:lnTo>
                  <a:lnTo>
                    <a:pt x="1690290" y="3815922"/>
                  </a:lnTo>
                  <a:lnTo>
                    <a:pt x="1617045" y="3825610"/>
                  </a:lnTo>
                  <a:lnTo>
                    <a:pt x="1558670" y="3832557"/>
                  </a:lnTo>
                  <a:lnTo>
                    <a:pt x="1516370" y="3837109"/>
                  </a:lnTo>
                  <a:lnTo>
                    <a:pt x="1489589" y="3839725"/>
                  </a:lnTo>
                  <a:lnTo>
                    <a:pt x="1475997" y="3840935"/>
                  </a:lnTo>
                  <a:lnTo>
                    <a:pt x="1471676" y="3841287"/>
                  </a:lnTo>
                  <a:lnTo>
                    <a:pt x="1471387" y="3841309"/>
                  </a:lnTo>
                  <a:lnTo>
                    <a:pt x="0" y="3841309"/>
                  </a:lnTo>
                  <a:close/>
                </a:path>
              </a:pathLst>
            </a:custGeom>
            <a:solidFill>
              <a:srgbClr val="FFB3B5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914" name="pl1914"/>
            <p:cNvSpPr/>
            <p:nvPr/>
          </p:nvSpPr>
          <p:spPr>
            <a:xfrm>
              <a:off x="4799595" y="6565331"/>
              <a:ext cx="11981298" cy="3841309"/>
            </a:xfrm>
            <a:custGeom>
              <a:avLst/>
              <a:pathLst>
                <a:path w="11981298" h="3841309">
                  <a:moveTo>
                    <a:pt x="0" y="3841309"/>
                  </a:moveTo>
                  <a:lnTo>
                    <a:pt x="1471387" y="3841309"/>
                  </a:lnTo>
                  <a:lnTo>
                    <a:pt x="1472468" y="3841225"/>
                  </a:lnTo>
                  <a:lnTo>
                    <a:pt x="1479583" y="3840627"/>
                  </a:lnTo>
                  <a:lnTo>
                    <a:pt x="1497547" y="3838975"/>
                  </a:lnTo>
                  <a:lnTo>
                    <a:pt x="1529733" y="3835721"/>
                  </a:lnTo>
                  <a:lnTo>
                    <a:pt x="1577848" y="3830354"/>
                  </a:lnTo>
                  <a:lnTo>
                    <a:pt x="1641796" y="3822454"/>
                  </a:lnTo>
                  <a:lnTo>
                    <a:pt x="1719803" y="3811722"/>
                  </a:lnTo>
                  <a:lnTo>
                    <a:pt x="1808810" y="3798002"/>
                  </a:lnTo>
                  <a:lnTo>
                    <a:pt x="1905056" y="3781254"/>
                  </a:lnTo>
                  <a:lnTo>
                    <a:pt x="2004695" y="3761519"/>
                  </a:lnTo>
                  <a:lnTo>
                    <a:pt x="2104285" y="3738863"/>
                  </a:lnTo>
                  <a:lnTo>
                    <a:pt x="2201088" y="3713325"/>
                  </a:lnTo>
                  <a:lnTo>
                    <a:pt x="2293178" y="3684886"/>
                  </a:lnTo>
                  <a:lnTo>
                    <a:pt x="2379395" y="3653436"/>
                  </a:lnTo>
                  <a:lnTo>
                    <a:pt x="2459228" y="3618765"/>
                  </a:lnTo>
                  <a:lnTo>
                    <a:pt x="2532652" y="3580561"/>
                  </a:lnTo>
                  <a:lnTo>
                    <a:pt x="2599992" y="3538409"/>
                  </a:lnTo>
                  <a:lnTo>
                    <a:pt x="2661794" y="3491809"/>
                  </a:lnTo>
                  <a:lnTo>
                    <a:pt x="2718734" y="3440193"/>
                  </a:lnTo>
                  <a:lnTo>
                    <a:pt x="2771546" y="3382960"/>
                  </a:lnTo>
                  <a:lnTo>
                    <a:pt x="2820972" y="3319540"/>
                  </a:lnTo>
                  <a:lnTo>
                    <a:pt x="2867717" y="3249497"/>
                  </a:lnTo>
                  <a:lnTo>
                    <a:pt x="2896531" y="3201091"/>
                  </a:lnTo>
                  <a:lnTo>
                    <a:pt x="2929715" y="3140284"/>
                  </a:lnTo>
                  <a:lnTo>
                    <a:pt x="2962137" y="3075538"/>
                  </a:lnTo>
                  <a:lnTo>
                    <a:pt x="2993982" y="3006774"/>
                  </a:lnTo>
                  <a:lnTo>
                    <a:pt x="3025399" y="2933959"/>
                  </a:lnTo>
                  <a:lnTo>
                    <a:pt x="3056515" y="2857115"/>
                  </a:lnTo>
                  <a:lnTo>
                    <a:pt x="3087431" y="2776323"/>
                  </a:lnTo>
                  <a:lnTo>
                    <a:pt x="3118226" y="2691726"/>
                  </a:lnTo>
                  <a:lnTo>
                    <a:pt x="3148962" y="2603530"/>
                  </a:lnTo>
                  <a:lnTo>
                    <a:pt x="3179686" y="2512008"/>
                  </a:lnTo>
                  <a:lnTo>
                    <a:pt x="3210426" y="2417496"/>
                  </a:lnTo>
                  <a:lnTo>
                    <a:pt x="3241202" y="2320391"/>
                  </a:lnTo>
                  <a:lnTo>
                    <a:pt x="3272018" y="2221144"/>
                  </a:lnTo>
                  <a:lnTo>
                    <a:pt x="3302873" y="2120256"/>
                  </a:lnTo>
                  <a:lnTo>
                    <a:pt x="3333758" y="2018260"/>
                  </a:lnTo>
                  <a:lnTo>
                    <a:pt x="3364658" y="1915718"/>
                  </a:lnTo>
                  <a:lnTo>
                    <a:pt x="3395557" y="1813203"/>
                  </a:lnTo>
                  <a:lnTo>
                    <a:pt x="3426439" y="1711290"/>
                  </a:lnTo>
                  <a:lnTo>
                    <a:pt x="3457291" y="1610536"/>
                  </a:lnTo>
                  <a:lnTo>
                    <a:pt x="3488103" y="1511475"/>
                  </a:lnTo>
                  <a:lnTo>
                    <a:pt x="3518874" y="1414600"/>
                  </a:lnTo>
                  <a:lnTo>
                    <a:pt x="3549612" y="1320360"/>
                  </a:lnTo>
                  <a:lnTo>
                    <a:pt x="3580336" y="1229144"/>
                  </a:lnTo>
                  <a:lnTo>
                    <a:pt x="3611076" y="1141283"/>
                  </a:lnTo>
                  <a:lnTo>
                    <a:pt x="3641879" y="1057044"/>
                  </a:lnTo>
                  <a:lnTo>
                    <a:pt x="3672810" y="976627"/>
                  </a:lnTo>
                  <a:lnTo>
                    <a:pt x="3703950" y="900168"/>
                  </a:lnTo>
                  <a:lnTo>
                    <a:pt x="3735403" y="827743"/>
                  </a:lnTo>
                  <a:lnTo>
                    <a:pt x="3767296" y="759368"/>
                  </a:lnTo>
                  <a:lnTo>
                    <a:pt x="3799783" y="695005"/>
                  </a:lnTo>
                  <a:lnTo>
                    <a:pt x="3829811" y="640218"/>
                  </a:lnTo>
                  <a:lnTo>
                    <a:pt x="3875176" y="565831"/>
                  </a:lnTo>
                  <a:lnTo>
                    <a:pt x="3922808" y="498207"/>
                  </a:lnTo>
                  <a:lnTo>
                    <a:pt x="3973369" y="437073"/>
                  </a:lnTo>
                  <a:lnTo>
                    <a:pt x="4027580" y="381929"/>
                  </a:lnTo>
                  <a:lnTo>
                    <a:pt x="4086186" y="332186"/>
                  </a:lnTo>
                  <a:lnTo>
                    <a:pt x="4149908" y="287250"/>
                  </a:lnTo>
                  <a:lnTo>
                    <a:pt x="4219383" y="246571"/>
                  </a:lnTo>
                  <a:lnTo>
                    <a:pt x="4295091" y="209681"/>
                  </a:lnTo>
                  <a:lnTo>
                    <a:pt x="4377245" y="176199"/>
                  </a:lnTo>
                  <a:lnTo>
                    <a:pt x="4465665" y="145851"/>
                  </a:lnTo>
                  <a:lnTo>
                    <a:pt x="4559622" y="118464"/>
                  </a:lnTo>
                  <a:lnTo>
                    <a:pt x="4657692" y="93961"/>
                  </a:lnTo>
                  <a:lnTo>
                    <a:pt x="4757656" y="72349"/>
                  </a:lnTo>
                  <a:lnTo>
                    <a:pt x="4856500" y="53681"/>
                  </a:lnTo>
                  <a:lnTo>
                    <a:pt x="4950593" y="38021"/>
                  </a:lnTo>
                  <a:lnTo>
                    <a:pt x="5036052" y="25386"/>
                  </a:lnTo>
                  <a:lnTo>
                    <a:pt x="5109298" y="15698"/>
                  </a:lnTo>
                  <a:lnTo>
                    <a:pt x="5167672" y="8751"/>
                  </a:lnTo>
                  <a:lnTo>
                    <a:pt x="5209972" y="4199"/>
                  </a:lnTo>
                  <a:lnTo>
                    <a:pt x="5236753" y="1583"/>
                  </a:lnTo>
                  <a:lnTo>
                    <a:pt x="5250346" y="373"/>
                  </a:lnTo>
                  <a:lnTo>
                    <a:pt x="5254666" y="21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580" y="0"/>
                  </a:lnTo>
                  <a:lnTo>
                    <a:pt x="6735702" y="1"/>
                  </a:lnTo>
                  <a:lnTo>
                    <a:pt x="6756124" y="5"/>
                  </a:lnTo>
                  <a:lnTo>
                    <a:pt x="6792502" y="13"/>
                  </a:lnTo>
                  <a:lnTo>
                    <a:pt x="6846457" y="26"/>
                  </a:lnTo>
                  <a:lnTo>
                    <a:pt x="6917453" y="45"/>
                  </a:lnTo>
                  <a:lnTo>
                    <a:pt x="7003021" y="71"/>
                  </a:lnTo>
                  <a:lnTo>
                    <a:pt x="7099338" y="104"/>
                  </a:lnTo>
                  <a:lnTo>
                    <a:pt x="7201984" y="144"/>
                  </a:lnTo>
                  <a:lnTo>
                    <a:pt x="7306679" y="191"/>
                  </a:lnTo>
                  <a:lnTo>
                    <a:pt x="7409807" y="245"/>
                  </a:lnTo>
                  <a:lnTo>
                    <a:pt x="7508684" y="305"/>
                  </a:lnTo>
                  <a:lnTo>
                    <a:pt x="7601588" y="372"/>
                  </a:lnTo>
                  <a:lnTo>
                    <a:pt x="7687641" y="447"/>
                  </a:lnTo>
                  <a:lnTo>
                    <a:pt x="7766631" y="530"/>
                  </a:lnTo>
                  <a:lnTo>
                    <a:pt x="7838818" y="621"/>
                  </a:lnTo>
                  <a:lnTo>
                    <a:pt x="7904770" y="722"/>
                  </a:lnTo>
                  <a:lnTo>
                    <a:pt x="7965237" y="835"/>
                  </a:lnTo>
                  <a:lnTo>
                    <a:pt x="8021054" y="961"/>
                  </a:lnTo>
                  <a:lnTo>
                    <a:pt x="8073072" y="1101"/>
                  </a:lnTo>
                  <a:lnTo>
                    <a:pt x="8122107" y="1257"/>
                  </a:lnTo>
                  <a:lnTo>
                    <a:pt x="8151487" y="1362"/>
                  </a:lnTo>
                  <a:lnTo>
                    <a:pt x="8207723" y="1588"/>
                  </a:lnTo>
                  <a:lnTo>
                    <a:pt x="8262110" y="1839"/>
                  </a:lnTo>
                  <a:lnTo>
                    <a:pt x="8315400" y="2115"/>
                  </a:lnTo>
                  <a:lnTo>
                    <a:pt x="8368128" y="2415"/>
                  </a:lnTo>
                  <a:lnTo>
                    <a:pt x="8420651" y="2738"/>
                  </a:lnTo>
                  <a:lnTo>
                    <a:pt x="8473182" y="3081"/>
                  </a:lnTo>
                  <a:lnTo>
                    <a:pt x="8525817" y="3439"/>
                  </a:lnTo>
                  <a:lnTo>
                    <a:pt x="8578563" y="3807"/>
                  </a:lnTo>
                  <a:lnTo>
                    <a:pt x="8631367" y="4180"/>
                  </a:lnTo>
                  <a:lnTo>
                    <a:pt x="8684151" y="4551"/>
                  </a:lnTo>
                  <a:lnTo>
                    <a:pt x="8736845" y="4914"/>
                  </a:lnTo>
                  <a:lnTo>
                    <a:pt x="8789422" y="5265"/>
                  </a:lnTo>
                  <a:lnTo>
                    <a:pt x="8841931" y="5598"/>
                  </a:lnTo>
                  <a:lnTo>
                    <a:pt x="8894521" y="5910"/>
                  </a:lnTo>
                  <a:lnTo>
                    <a:pt x="8947476" y="6199"/>
                  </a:lnTo>
                  <a:lnTo>
                    <a:pt x="9001237" y="6462"/>
                  </a:lnTo>
                  <a:lnTo>
                    <a:pt x="9056441" y="6701"/>
                  </a:lnTo>
                  <a:lnTo>
                    <a:pt x="9084767" y="6810"/>
                  </a:lnTo>
                  <a:lnTo>
                    <a:pt x="9132316" y="6976"/>
                  </a:lnTo>
                  <a:lnTo>
                    <a:pt x="9182384" y="7125"/>
                  </a:lnTo>
                  <a:lnTo>
                    <a:pt x="9235734" y="7260"/>
                  </a:lnTo>
                  <a:lnTo>
                    <a:pt x="9293202" y="7381"/>
                  </a:lnTo>
                  <a:lnTo>
                    <a:pt x="9355640" y="7489"/>
                  </a:lnTo>
                  <a:lnTo>
                    <a:pt x="9423860" y="7587"/>
                  </a:lnTo>
                  <a:lnTo>
                    <a:pt x="9498557" y="7675"/>
                  </a:lnTo>
                  <a:lnTo>
                    <a:pt x="9580199" y="7754"/>
                  </a:lnTo>
                  <a:lnTo>
                    <a:pt x="9668889" y="7826"/>
                  </a:lnTo>
                  <a:lnTo>
                    <a:pt x="9764187" y="7890"/>
                  </a:lnTo>
                  <a:lnTo>
                    <a:pt x="9864919" y="7948"/>
                  </a:lnTo>
                  <a:lnTo>
                    <a:pt x="9969005" y="7999"/>
                  </a:lnTo>
                  <a:lnTo>
                    <a:pt x="10073397" y="8044"/>
                  </a:lnTo>
                  <a:lnTo>
                    <a:pt x="10174183" y="8081"/>
                  </a:lnTo>
                  <a:lnTo>
                    <a:pt x="10266955" y="8111"/>
                  </a:lnTo>
                  <a:lnTo>
                    <a:pt x="10347425" y="8135"/>
                  </a:lnTo>
                  <a:lnTo>
                    <a:pt x="10412197" y="8151"/>
                  </a:lnTo>
                  <a:lnTo>
                    <a:pt x="10459479" y="8162"/>
                  </a:lnTo>
                  <a:lnTo>
                    <a:pt x="10489540" y="8169"/>
                  </a:lnTo>
                  <a:lnTo>
                    <a:pt x="10504798" y="8172"/>
                  </a:lnTo>
                  <a:lnTo>
                    <a:pt x="10509604" y="8172"/>
                  </a:lnTo>
                  <a:lnTo>
                    <a:pt x="10509911" y="8172"/>
                  </a:lnTo>
                  <a:lnTo>
                    <a:pt x="11981298" y="817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15" name="pl1915"/>
            <p:cNvSpPr/>
            <p:nvPr/>
          </p:nvSpPr>
          <p:spPr>
            <a:xfrm>
              <a:off x="4799595" y="6557158"/>
              <a:ext cx="11981298" cy="3841309"/>
            </a:xfrm>
            <a:custGeom>
              <a:avLst/>
              <a:pathLst>
                <a:path w="11981298" h="3841309">
                  <a:moveTo>
                    <a:pt x="11981298" y="8172"/>
                  </a:moveTo>
                  <a:lnTo>
                    <a:pt x="10509911" y="8172"/>
                  </a:lnTo>
                  <a:lnTo>
                    <a:pt x="10508673" y="8172"/>
                  </a:lnTo>
                  <a:lnTo>
                    <a:pt x="10500551" y="8171"/>
                  </a:lnTo>
                  <a:lnTo>
                    <a:pt x="10480130" y="8167"/>
                  </a:lnTo>
                  <a:lnTo>
                    <a:pt x="10443752" y="8159"/>
                  </a:lnTo>
                  <a:lnTo>
                    <a:pt x="10389796" y="8146"/>
                  </a:lnTo>
                  <a:lnTo>
                    <a:pt x="10318801" y="8127"/>
                  </a:lnTo>
                  <a:lnTo>
                    <a:pt x="10233232" y="8101"/>
                  </a:lnTo>
                  <a:lnTo>
                    <a:pt x="10136915" y="8068"/>
                  </a:lnTo>
                  <a:lnTo>
                    <a:pt x="10034269" y="8028"/>
                  </a:lnTo>
                  <a:lnTo>
                    <a:pt x="9929575" y="7981"/>
                  </a:lnTo>
                  <a:lnTo>
                    <a:pt x="9826446" y="7927"/>
                  </a:lnTo>
                  <a:lnTo>
                    <a:pt x="9727569" y="7867"/>
                  </a:lnTo>
                  <a:lnTo>
                    <a:pt x="9634666" y="7800"/>
                  </a:lnTo>
                  <a:lnTo>
                    <a:pt x="9548612" y="7725"/>
                  </a:lnTo>
                  <a:lnTo>
                    <a:pt x="9469622" y="7642"/>
                  </a:lnTo>
                  <a:lnTo>
                    <a:pt x="9397435" y="7551"/>
                  </a:lnTo>
                  <a:lnTo>
                    <a:pt x="9331483" y="7450"/>
                  </a:lnTo>
                  <a:lnTo>
                    <a:pt x="9271016" y="7337"/>
                  </a:lnTo>
                  <a:lnTo>
                    <a:pt x="9215200" y="7211"/>
                  </a:lnTo>
                  <a:lnTo>
                    <a:pt x="9163181" y="7071"/>
                  </a:lnTo>
                  <a:lnTo>
                    <a:pt x="9114146" y="6915"/>
                  </a:lnTo>
                  <a:lnTo>
                    <a:pt x="9084767" y="6810"/>
                  </a:lnTo>
                  <a:lnTo>
                    <a:pt x="9028530" y="6584"/>
                  </a:lnTo>
                  <a:lnTo>
                    <a:pt x="8974144" y="6333"/>
                  </a:lnTo>
                  <a:lnTo>
                    <a:pt x="8920853" y="6057"/>
                  </a:lnTo>
                  <a:lnTo>
                    <a:pt x="8868126" y="5757"/>
                  </a:lnTo>
                  <a:lnTo>
                    <a:pt x="8815602" y="5434"/>
                  </a:lnTo>
                  <a:lnTo>
                    <a:pt x="8763071" y="5091"/>
                  </a:lnTo>
                  <a:lnTo>
                    <a:pt x="8710436" y="4733"/>
                  </a:lnTo>
                  <a:lnTo>
                    <a:pt x="8657690" y="4365"/>
                  </a:lnTo>
                  <a:lnTo>
                    <a:pt x="8604886" y="3992"/>
                  </a:lnTo>
                  <a:lnTo>
                    <a:pt x="8552103" y="3621"/>
                  </a:lnTo>
                  <a:lnTo>
                    <a:pt x="8499409" y="3258"/>
                  </a:lnTo>
                  <a:lnTo>
                    <a:pt x="8446831" y="2907"/>
                  </a:lnTo>
                  <a:lnTo>
                    <a:pt x="8394323" y="2574"/>
                  </a:lnTo>
                  <a:lnTo>
                    <a:pt x="8341732" y="2262"/>
                  </a:lnTo>
                  <a:lnTo>
                    <a:pt x="8288777" y="1973"/>
                  </a:lnTo>
                  <a:lnTo>
                    <a:pt x="8235016" y="1710"/>
                  </a:lnTo>
                  <a:lnTo>
                    <a:pt x="8179812" y="1471"/>
                  </a:lnTo>
                  <a:lnTo>
                    <a:pt x="8151487" y="1362"/>
                  </a:lnTo>
                  <a:lnTo>
                    <a:pt x="8103938" y="1196"/>
                  </a:lnTo>
                  <a:lnTo>
                    <a:pt x="8053870" y="1047"/>
                  </a:lnTo>
                  <a:lnTo>
                    <a:pt x="8000519" y="912"/>
                  </a:lnTo>
                  <a:lnTo>
                    <a:pt x="7943051" y="791"/>
                  </a:lnTo>
                  <a:lnTo>
                    <a:pt x="7880613" y="683"/>
                  </a:lnTo>
                  <a:lnTo>
                    <a:pt x="7812393" y="585"/>
                  </a:lnTo>
                  <a:lnTo>
                    <a:pt x="7737697" y="497"/>
                  </a:lnTo>
                  <a:lnTo>
                    <a:pt x="7656055" y="418"/>
                  </a:lnTo>
                  <a:lnTo>
                    <a:pt x="7567364" y="346"/>
                  </a:lnTo>
                  <a:lnTo>
                    <a:pt x="7472066" y="282"/>
                  </a:lnTo>
                  <a:lnTo>
                    <a:pt x="7371335" y="224"/>
                  </a:lnTo>
                  <a:lnTo>
                    <a:pt x="7267248" y="173"/>
                  </a:lnTo>
                  <a:lnTo>
                    <a:pt x="7162856" y="128"/>
                  </a:lnTo>
                  <a:lnTo>
                    <a:pt x="7062070" y="91"/>
                  </a:lnTo>
                  <a:lnTo>
                    <a:pt x="6969298" y="61"/>
                  </a:lnTo>
                  <a:lnTo>
                    <a:pt x="6888828" y="37"/>
                  </a:lnTo>
                  <a:lnTo>
                    <a:pt x="6824056" y="21"/>
                  </a:lnTo>
                  <a:lnTo>
                    <a:pt x="6776775" y="10"/>
                  </a:lnTo>
                  <a:lnTo>
                    <a:pt x="6746713" y="3"/>
                  </a:lnTo>
                  <a:lnTo>
                    <a:pt x="6731455" y="0"/>
                  </a:lnTo>
                  <a:lnTo>
                    <a:pt x="6726649" y="0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874" y="83"/>
                  </a:lnTo>
                  <a:lnTo>
                    <a:pt x="5246759" y="681"/>
                  </a:lnTo>
                  <a:lnTo>
                    <a:pt x="5228795" y="2334"/>
                  </a:lnTo>
                  <a:lnTo>
                    <a:pt x="5196609" y="5588"/>
                  </a:lnTo>
                  <a:lnTo>
                    <a:pt x="5148494" y="10954"/>
                  </a:lnTo>
                  <a:lnTo>
                    <a:pt x="5084546" y="18854"/>
                  </a:lnTo>
                  <a:lnTo>
                    <a:pt x="5006539" y="29586"/>
                  </a:lnTo>
                  <a:lnTo>
                    <a:pt x="4917532" y="43306"/>
                  </a:lnTo>
                  <a:lnTo>
                    <a:pt x="4821286" y="60054"/>
                  </a:lnTo>
                  <a:lnTo>
                    <a:pt x="4721647" y="79789"/>
                  </a:lnTo>
                  <a:lnTo>
                    <a:pt x="4622057" y="102446"/>
                  </a:lnTo>
                  <a:lnTo>
                    <a:pt x="4525254" y="127983"/>
                  </a:lnTo>
                  <a:lnTo>
                    <a:pt x="4433165" y="156422"/>
                  </a:lnTo>
                  <a:lnTo>
                    <a:pt x="4346947" y="187872"/>
                  </a:lnTo>
                  <a:lnTo>
                    <a:pt x="4267114" y="222543"/>
                  </a:lnTo>
                  <a:lnTo>
                    <a:pt x="4193690" y="260748"/>
                  </a:lnTo>
                  <a:lnTo>
                    <a:pt x="4126350" y="302899"/>
                  </a:lnTo>
                  <a:lnTo>
                    <a:pt x="4064548" y="349499"/>
                  </a:lnTo>
                  <a:lnTo>
                    <a:pt x="4007608" y="401115"/>
                  </a:lnTo>
                  <a:lnTo>
                    <a:pt x="3954796" y="458349"/>
                  </a:lnTo>
                  <a:lnTo>
                    <a:pt x="3905370" y="521768"/>
                  </a:lnTo>
                  <a:lnTo>
                    <a:pt x="3858625" y="591811"/>
                  </a:lnTo>
                  <a:lnTo>
                    <a:pt x="3829811" y="640218"/>
                  </a:lnTo>
                  <a:lnTo>
                    <a:pt x="3796627" y="701025"/>
                  </a:lnTo>
                  <a:lnTo>
                    <a:pt x="3764205" y="765770"/>
                  </a:lnTo>
                  <a:lnTo>
                    <a:pt x="3732360" y="834535"/>
                  </a:lnTo>
                  <a:lnTo>
                    <a:pt x="3700943" y="907350"/>
                  </a:lnTo>
                  <a:lnTo>
                    <a:pt x="3669827" y="984193"/>
                  </a:lnTo>
                  <a:lnTo>
                    <a:pt x="3638911" y="1064985"/>
                  </a:lnTo>
                  <a:lnTo>
                    <a:pt x="3608116" y="1149582"/>
                  </a:lnTo>
                  <a:lnTo>
                    <a:pt x="3577380" y="1237778"/>
                  </a:lnTo>
                  <a:lnTo>
                    <a:pt x="3546656" y="1329300"/>
                  </a:lnTo>
                  <a:lnTo>
                    <a:pt x="3515916" y="1423812"/>
                  </a:lnTo>
                  <a:lnTo>
                    <a:pt x="3485140" y="1520917"/>
                  </a:lnTo>
                  <a:lnTo>
                    <a:pt x="3454324" y="1620164"/>
                  </a:lnTo>
                  <a:lnTo>
                    <a:pt x="3423469" y="1721053"/>
                  </a:lnTo>
                  <a:lnTo>
                    <a:pt x="3392584" y="1823049"/>
                  </a:lnTo>
                  <a:lnTo>
                    <a:pt x="3361685" y="1925591"/>
                  </a:lnTo>
                  <a:lnTo>
                    <a:pt x="3330785" y="2028105"/>
                  </a:lnTo>
                  <a:lnTo>
                    <a:pt x="3299903" y="2130019"/>
                  </a:lnTo>
                  <a:lnTo>
                    <a:pt x="3269052" y="2230772"/>
                  </a:lnTo>
                  <a:lnTo>
                    <a:pt x="3238239" y="2329833"/>
                  </a:lnTo>
                  <a:lnTo>
                    <a:pt x="3207468" y="2426708"/>
                  </a:lnTo>
                  <a:lnTo>
                    <a:pt x="3176730" y="2520949"/>
                  </a:lnTo>
                  <a:lnTo>
                    <a:pt x="3146007" y="2612164"/>
                  </a:lnTo>
                  <a:lnTo>
                    <a:pt x="3115266" y="2700025"/>
                  </a:lnTo>
                  <a:lnTo>
                    <a:pt x="3084463" y="2784264"/>
                  </a:lnTo>
                  <a:lnTo>
                    <a:pt x="3053532" y="2864681"/>
                  </a:lnTo>
                  <a:lnTo>
                    <a:pt x="3022392" y="2941140"/>
                  </a:lnTo>
                  <a:lnTo>
                    <a:pt x="2990939" y="3013565"/>
                  </a:lnTo>
                  <a:lnTo>
                    <a:pt x="2959046" y="3081941"/>
                  </a:lnTo>
                  <a:lnTo>
                    <a:pt x="2926559" y="3146303"/>
                  </a:lnTo>
                  <a:lnTo>
                    <a:pt x="2896531" y="3201091"/>
                  </a:lnTo>
                  <a:lnTo>
                    <a:pt x="2851166" y="3275478"/>
                  </a:lnTo>
                  <a:lnTo>
                    <a:pt x="2803534" y="3343101"/>
                  </a:lnTo>
                  <a:lnTo>
                    <a:pt x="2752974" y="3404235"/>
                  </a:lnTo>
                  <a:lnTo>
                    <a:pt x="2698762" y="3459379"/>
                  </a:lnTo>
                  <a:lnTo>
                    <a:pt x="2640156" y="3509122"/>
                  </a:lnTo>
                  <a:lnTo>
                    <a:pt x="2576434" y="3554059"/>
                  </a:lnTo>
                  <a:lnTo>
                    <a:pt x="2506959" y="3594737"/>
                  </a:lnTo>
                  <a:lnTo>
                    <a:pt x="2431251" y="3631628"/>
                  </a:lnTo>
                  <a:lnTo>
                    <a:pt x="2349097" y="3665109"/>
                  </a:lnTo>
                  <a:lnTo>
                    <a:pt x="2260677" y="3695457"/>
                  </a:lnTo>
                  <a:lnTo>
                    <a:pt x="2166720" y="3722845"/>
                  </a:lnTo>
                  <a:lnTo>
                    <a:pt x="2068650" y="3747347"/>
                  </a:lnTo>
                  <a:lnTo>
                    <a:pt x="1968686" y="3768959"/>
                  </a:lnTo>
                  <a:lnTo>
                    <a:pt x="1869842" y="3787627"/>
                  </a:lnTo>
                  <a:lnTo>
                    <a:pt x="1775749" y="3803287"/>
                  </a:lnTo>
                  <a:lnTo>
                    <a:pt x="1690290" y="3815922"/>
                  </a:lnTo>
                  <a:lnTo>
                    <a:pt x="1617045" y="3825610"/>
                  </a:lnTo>
                  <a:lnTo>
                    <a:pt x="1558670" y="3832557"/>
                  </a:lnTo>
                  <a:lnTo>
                    <a:pt x="1516370" y="3837109"/>
                  </a:lnTo>
                  <a:lnTo>
                    <a:pt x="1489589" y="3839725"/>
                  </a:lnTo>
                  <a:lnTo>
                    <a:pt x="1475997" y="3840935"/>
                  </a:lnTo>
                  <a:lnTo>
                    <a:pt x="1471676" y="3841287"/>
                  </a:lnTo>
                  <a:lnTo>
                    <a:pt x="1471387" y="3841309"/>
                  </a:lnTo>
                  <a:lnTo>
                    <a:pt x="0" y="384130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16" name="pg1916"/>
            <p:cNvSpPr/>
            <p:nvPr/>
          </p:nvSpPr>
          <p:spPr>
            <a:xfrm>
              <a:off x="4799595" y="6671580"/>
              <a:ext cx="11981298" cy="3743233"/>
            </a:xfrm>
            <a:custGeom>
              <a:avLst/>
              <a:pathLst>
                <a:path w="11981298" h="3743233">
                  <a:moveTo>
                    <a:pt x="0" y="3743233"/>
                  </a:moveTo>
                  <a:lnTo>
                    <a:pt x="1471387" y="3743233"/>
                  </a:lnTo>
                  <a:lnTo>
                    <a:pt x="1472476" y="3743151"/>
                  </a:lnTo>
                  <a:lnTo>
                    <a:pt x="1479638" y="3742565"/>
                  </a:lnTo>
                  <a:lnTo>
                    <a:pt x="1497718" y="3740947"/>
                  </a:lnTo>
                  <a:lnTo>
                    <a:pt x="1530103" y="3737761"/>
                  </a:lnTo>
                  <a:lnTo>
                    <a:pt x="1578496" y="3732508"/>
                  </a:lnTo>
                  <a:lnTo>
                    <a:pt x="1642784" y="3724775"/>
                  </a:lnTo>
                  <a:lnTo>
                    <a:pt x="1721161" y="3714273"/>
                  </a:lnTo>
                  <a:lnTo>
                    <a:pt x="1810530" y="3700850"/>
                  </a:lnTo>
                  <a:lnTo>
                    <a:pt x="1907100" y="3684471"/>
                  </a:lnTo>
                  <a:lnTo>
                    <a:pt x="2007002" y="3665175"/>
                  </a:lnTo>
                  <a:lnTo>
                    <a:pt x="2106782" y="3643026"/>
                  </a:lnTo>
                  <a:lnTo>
                    <a:pt x="2203704" y="3618063"/>
                  </a:lnTo>
                  <a:lnTo>
                    <a:pt x="2295849" y="3590265"/>
                  </a:lnTo>
                  <a:lnTo>
                    <a:pt x="2382071" y="3559520"/>
                  </a:lnTo>
                  <a:lnTo>
                    <a:pt x="2461870" y="3525621"/>
                  </a:lnTo>
                  <a:lnTo>
                    <a:pt x="2535239" y="3488257"/>
                  </a:lnTo>
                  <a:lnTo>
                    <a:pt x="2602512" y="3447022"/>
                  </a:lnTo>
                  <a:lnTo>
                    <a:pt x="2664246" y="3401420"/>
                  </a:lnTo>
                  <a:lnTo>
                    <a:pt x="2721126" y="3350895"/>
                  </a:lnTo>
                  <a:lnTo>
                    <a:pt x="2773892" y="3294857"/>
                  </a:lnTo>
                  <a:lnTo>
                    <a:pt x="2823289" y="3232752"/>
                  </a:lnTo>
                  <a:lnTo>
                    <a:pt x="2870027" y="3164163"/>
                  </a:lnTo>
                  <a:lnTo>
                    <a:pt x="2896531" y="3120723"/>
                  </a:lnTo>
                  <a:lnTo>
                    <a:pt x="2930122" y="3060840"/>
                  </a:lnTo>
                  <a:lnTo>
                    <a:pt x="2962934" y="2997030"/>
                  </a:lnTo>
                  <a:lnTo>
                    <a:pt x="2995159" y="2929214"/>
                  </a:lnTo>
                  <a:lnTo>
                    <a:pt x="3026951" y="2857361"/>
                  </a:lnTo>
                  <a:lnTo>
                    <a:pt x="3058439" y="2781495"/>
                  </a:lnTo>
                  <a:lnTo>
                    <a:pt x="3089728" y="2701702"/>
                  </a:lnTo>
                  <a:lnTo>
                    <a:pt x="3120899" y="2618129"/>
                  </a:lnTo>
                  <a:lnTo>
                    <a:pt x="3152014" y="2530991"/>
                  </a:lnTo>
                  <a:lnTo>
                    <a:pt x="3183119" y="2440569"/>
                  </a:lnTo>
                  <a:lnTo>
                    <a:pt x="3214245" y="2347208"/>
                  </a:lnTo>
                  <a:lnTo>
                    <a:pt x="3245408" y="2251316"/>
                  </a:lnTo>
                  <a:lnTo>
                    <a:pt x="3276613" y="2153355"/>
                  </a:lnTo>
                  <a:lnTo>
                    <a:pt x="3307856" y="2053835"/>
                  </a:lnTo>
                  <a:lnTo>
                    <a:pt x="3339128" y="1953300"/>
                  </a:lnTo>
                  <a:lnTo>
                    <a:pt x="3370413" y="1852320"/>
                  </a:lnTo>
                  <a:lnTo>
                    <a:pt x="3401693" y="1751475"/>
                  </a:lnTo>
                  <a:lnTo>
                    <a:pt x="3432953" y="1651340"/>
                  </a:lnTo>
                  <a:lnTo>
                    <a:pt x="3464180" y="1552476"/>
                  </a:lnTo>
                  <a:lnTo>
                    <a:pt x="3495365" y="1455412"/>
                  </a:lnTo>
                  <a:lnTo>
                    <a:pt x="3526510" y="1360638"/>
                  </a:lnTo>
                  <a:lnTo>
                    <a:pt x="3557623" y="1268590"/>
                  </a:lnTo>
                  <a:lnTo>
                    <a:pt x="3588729" y="1179649"/>
                  </a:lnTo>
                  <a:lnTo>
                    <a:pt x="3619863" y="1094130"/>
                  </a:lnTo>
                  <a:lnTo>
                    <a:pt x="3651079" y="1012285"/>
                  </a:lnTo>
                  <a:lnTo>
                    <a:pt x="3682449" y="934295"/>
                  </a:lnTo>
                  <a:lnTo>
                    <a:pt x="3714064" y="860280"/>
                  </a:lnTo>
                  <a:lnTo>
                    <a:pt x="3746038" y="790296"/>
                  </a:lnTo>
                  <a:lnTo>
                    <a:pt x="3778514" y="724342"/>
                  </a:lnTo>
                  <a:lnTo>
                    <a:pt x="3811661" y="662363"/>
                  </a:lnTo>
                  <a:lnTo>
                    <a:pt x="3829811" y="630683"/>
                  </a:lnTo>
                  <a:lnTo>
                    <a:pt x="3875283" y="558194"/>
                  </a:lnTo>
                  <a:lnTo>
                    <a:pt x="3923034" y="492312"/>
                  </a:lnTo>
                  <a:lnTo>
                    <a:pt x="3973730" y="432767"/>
                  </a:lnTo>
                  <a:lnTo>
                    <a:pt x="4028099" y="379070"/>
                  </a:lnTo>
                  <a:lnTo>
                    <a:pt x="4086890" y="330642"/>
                  </a:lnTo>
                  <a:lnTo>
                    <a:pt x="4150828" y="286904"/>
                  </a:lnTo>
                  <a:lnTo>
                    <a:pt x="4220553" y="247318"/>
                  </a:lnTo>
                  <a:lnTo>
                    <a:pt x="4296546" y="211425"/>
                  </a:lnTo>
                  <a:lnTo>
                    <a:pt x="4379016" y="178857"/>
                  </a:lnTo>
                  <a:lnTo>
                    <a:pt x="4467771" y="149345"/>
                  </a:lnTo>
                  <a:lnTo>
                    <a:pt x="4562064" y="122722"/>
                  </a:lnTo>
                  <a:lnTo>
                    <a:pt x="4660442" y="98917"/>
                  </a:lnTo>
                  <a:lnTo>
                    <a:pt x="4760649" y="77935"/>
                  </a:lnTo>
                  <a:lnTo>
                    <a:pt x="4859630" y="59833"/>
                  </a:lnTo>
                  <a:lnTo>
                    <a:pt x="4953712" y="44669"/>
                  </a:lnTo>
                  <a:lnTo>
                    <a:pt x="5038988" y="32460"/>
                  </a:lnTo>
                  <a:lnTo>
                    <a:pt x="5111876" y="23124"/>
                  </a:lnTo>
                  <a:lnTo>
                    <a:pt x="5169747" y="16455"/>
                  </a:lnTo>
                  <a:lnTo>
                    <a:pt x="5211458" y="12109"/>
                  </a:lnTo>
                  <a:lnTo>
                    <a:pt x="5237645" y="9632"/>
                  </a:lnTo>
                  <a:lnTo>
                    <a:pt x="5250730" y="8505"/>
                  </a:lnTo>
                  <a:lnTo>
                    <a:pt x="5254729" y="8189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541" y="8217"/>
                  </a:lnTo>
                  <a:lnTo>
                    <a:pt x="6735407" y="8532"/>
                  </a:lnTo>
                  <a:lnTo>
                    <a:pt x="6755206" y="9404"/>
                  </a:lnTo>
                  <a:lnTo>
                    <a:pt x="6790527" y="11119"/>
                  </a:lnTo>
                  <a:lnTo>
                    <a:pt x="6843018" y="13942"/>
                  </a:lnTo>
                  <a:lnTo>
                    <a:pt x="6912261" y="18086"/>
                  </a:lnTo>
                  <a:lnTo>
                    <a:pt x="6995967" y="23692"/>
                  </a:lnTo>
                  <a:lnTo>
                    <a:pt x="7090506" y="30829"/>
                  </a:lnTo>
                  <a:lnTo>
                    <a:pt x="7191622" y="39503"/>
                  </a:lnTo>
                  <a:lnTo>
                    <a:pt x="7295133" y="49685"/>
                  </a:lnTo>
                  <a:lnTo>
                    <a:pt x="7397459" y="61344"/>
                  </a:lnTo>
                  <a:lnTo>
                    <a:pt x="7495894" y="74469"/>
                  </a:lnTo>
                  <a:lnTo>
                    <a:pt x="7588656" y="89087"/>
                  </a:lnTo>
                  <a:lnTo>
                    <a:pt x="7674796" y="105280"/>
                  </a:lnTo>
                  <a:lnTo>
                    <a:pt x="7754025" y="123185"/>
                  </a:lnTo>
                  <a:lnTo>
                    <a:pt x="7826533" y="142993"/>
                  </a:lnTo>
                  <a:lnTo>
                    <a:pt x="7892829" y="164949"/>
                  </a:lnTo>
                  <a:lnTo>
                    <a:pt x="7953613" y="189340"/>
                  </a:lnTo>
                  <a:lnTo>
                    <a:pt x="8009683" y="216477"/>
                  </a:lnTo>
                  <a:lnTo>
                    <a:pt x="8061865" y="246670"/>
                  </a:lnTo>
                  <a:lnTo>
                    <a:pt x="8110959" y="280179"/>
                  </a:lnTo>
                  <a:lnTo>
                    <a:pt x="8151487" y="311936"/>
                  </a:lnTo>
                  <a:lnTo>
                    <a:pt x="8195568" y="350830"/>
                  </a:lnTo>
                  <a:lnTo>
                    <a:pt x="8238406" y="393074"/>
                  </a:lnTo>
                  <a:lnTo>
                    <a:pt x="8280398" y="438730"/>
                  </a:lnTo>
                  <a:lnTo>
                    <a:pt x="8321851" y="487783"/>
                  </a:lnTo>
                  <a:lnTo>
                    <a:pt x="8362996" y="540131"/>
                  </a:lnTo>
                  <a:lnTo>
                    <a:pt x="8404003" y="595577"/>
                  </a:lnTo>
                  <a:lnTo>
                    <a:pt x="8444984" y="653826"/>
                  </a:lnTo>
                  <a:lnTo>
                    <a:pt x="8486008" y="714488"/>
                  </a:lnTo>
                  <a:lnTo>
                    <a:pt x="8527101" y="777086"/>
                  </a:lnTo>
                  <a:lnTo>
                    <a:pt x="8568263" y="841066"/>
                  </a:lnTo>
                  <a:lnTo>
                    <a:pt x="8609469" y="905821"/>
                  </a:lnTo>
                  <a:lnTo>
                    <a:pt x="8650683" y="970712"/>
                  </a:lnTo>
                  <a:lnTo>
                    <a:pt x="8691867" y="1035094"/>
                  </a:lnTo>
                  <a:lnTo>
                    <a:pt x="8732991" y="1098343"/>
                  </a:lnTo>
                  <a:lnTo>
                    <a:pt x="8774042" y="1159881"/>
                  </a:lnTo>
                  <a:lnTo>
                    <a:pt x="8815036" y="1219197"/>
                  </a:lnTo>
                  <a:lnTo>
                    <a:pt x="8856021" y="1275862"/>
                  </a:lnTo>
                  <a:lnTo>
                    <a:pt x="8897091" y="1329541"/>
                  </a:lnTo>
                  <a:lnTo>
                    <a:pt x="8938390" y="1379996"/>
                  </a:lnTo>
                  <a:lnTo>
                    <a:pt x="8980123" y="1427086"/>
                  </a:lnTo>
                  <a:lnTo>
                    <a:pt x="9022563" y="1470760"/>
                  </a:lnTo>
                  <a:lnTo>
                    <a:pt x="9066067" y="1511049"/>
                  </a:lnTo>
                  <a:lnTo>
                    <a:pt x="9084767" y="1526988"/>
                  </a:lnTo>
                  <a:lnTo>
                    <a:pt x="9131778" y="1563475"/>
                  </a:lnTo>
                  <a:lnTo>
                    <a:pt x="9181245" y="1596524"/>
                  </a:lnTo>
                  <a:lnTo>
                    <a:pt x="9233905" y="1626288"/>
                  </a:lnTo>
                  <a:lnTo>
                    <a:pt x="9290564" y="1653035"/>
                  </a:lnTo>
                  <a:lnTo>
                    <a:pt x="9352048" y="1677078"/>
                  </a:lnTo>
                  <a:lnTo>
                    <a:pt x="9419145" y="1698728"/>
                  </a:lnTo>
                  <a:lnTo>
                    <a:pt x="9492538" y="1718266"/>
                  </a:lnTo>
                  <a:lnTo>
                    <a:pt x="9572699" y="1735929"/>
                  </a:lnTo>
                  <a:lnTo>
                    <a:pt x="9659764" y="1751903"/>
                  </a:lnTo>
                  <a:lnTo>
                    <a:pt x="9753366" y="1766316"/>
                  </a:lnTo>
                  <a:lnTo>
                    <a:pt x="9852450" y="1779241"/>
                  </a:lnTo>
                  <a:lnTo>
                    <a:pt x="9955115" y="1790702"/>
                  </a:lnTo>
                  <a:lnTo>
                    <a:pt x="10058529" y="1800683"/>
                  </a:lnTo>
                  <a:lnTo>
                    <a:pt x="10159008" y="1809150"/>
                  </a:lnTo>
                  <a:lnTo>
                    <a:pt x="10252326" y="1816078"/>
                  </a:lnTo>
                  <a:lnTo>
                    <a:pt x="10334266" y="1821481"/>
                  </a:lnTo>
                  <a:lnTo>
                    <a:pt x="10401341" y="1825436"/>
                  </a:lnTo>
                  <a:lnTo>
                    <a:pt x="10451489" y="1828096"/>
                  </a:lnTo>
                  <a:lnTo>
                    <a:pt x="10484571" y="1829681"/>
                  </a:lnTo>
                  <a:lnTo>
                    <a:pt x="10502507" y="1830460"/>
                  </a:lnTo>
                  <a:lnTo>
                    <a:pt x="10509130" y="1830723"/>
                  </a:lnTo>
                  <a:lnTo>
                    <a:pt x="10509911" y="1830751"/>
                  </a:lnTo>
                  <a:lnTo>
                    <a:pt x="11981298" y="1830751"/>
                  </a:lnTo>
                  <a:lnTo>
                    <a:pt x="11981298" y="1822578"/>
                  </a:lnTo>
                  <a:lnTo>
                    <a:pt x="10509911" y="1822578"/>
                  </a:lnTo>
                  <a:lnTo>
                    <a:pt x="10508713" y="1822534"/>
                  </a:lnTo>
                  <a:lnTo>
                    <a:pt x="10500846" y="1822219"/>
                  </a:lnTo>
                  <a:lnTo>
                    <a:pt x="10481047" y="1821347"/>
                  </a:lnTo>
                  <a:lnTo>
                    <a:pt x="10445726" y="1819632"/>
                  </a:lnTo>
                  <a:lnTo>
                    <a:pt x="10393235" y="1816809"/>
                  </a:lnTo>
                  <a:lnTo>
                    <a:pt x="10323993" y="1812665"/>
                  </a:lnTo>
                  <a:lnTo>
                    <a:pt x="10240286" y="1807058"/>
                  </a:lnTo>
                  <a:lnTo>
                    <a:pt x="10145747" y="1799922"/>
                  </a:lnTo>
                  <a:lnTo>
                    <a:pt x="10044632" y="1791248"/>
                  </a:lnTo>
                  <a:lnTo>
                    <a:pt x="9941120" y="1781065"/>
                  </a:lnTo>
                  <a:lnTo>
                    <a:pt x="9838794" y="1769406"/>
                  </a:lnTo>
                  <a:lnTo>
                    <a:pt x="9740360" y="1756282"/>
                  </a:lnTo>
                  <a:lnTo>
                    <a:pt x="9647597" y="1741664"/>
                  </a:lnTo>
                  <a:lnTo>
                    <a:pt x="9561457" y="1725470"/>
                  </a:lnTo>
                  <a:lnTo>
                    <a:pt x="9482228" y="1707566"/>
                  </a:lnTo>
                  <a:lnTo>
                    <a:pt x="9409720" y="1687757"/>
                  </a:lnTo>
                  <a:lnTo>
                    <a:pt x="9343425" y="1665801"/>
                  </a:lnTo>
                  <a:lnTo>
                    <a:pt x="9282641" y="1641411"/>
                  </a:lnTo>
                  <a:lnTo>
                    <a:pt x="9226571" y="1614274"/>
                  </a:lnTo>
                  <a:lnTo>
                    <a:pt x="9174388" y="1584080"/>
                  </a:lnTo>
                  <a:lnTo>
                    <a:pt x="9125294" y="1550571"/>
                  </a:lnTo>
                  <a:lnTo>
                    <a:pt x="9084767" y="1518815"/>
                  </a:lnTo>
                  <a:lnTo>
                    <a:pt x="9040685" y="1479920"/>
                  </a:lnTo>
                  <a:lnTo>
                    <a:pt x="8997847" y="1437676"/>
                  </a:lnTo>
                  <a:lnTo>
                    <a:pt x="8955855" y="1392020"/>
                  </a:lnTo>
                  <a:lnTo>
                    <a:pt x="8914402" y="1342967"/>
                  </a:lnTo>
                  <a:lnTo>
                    <a:pt x="8873257" y="1290619"/>
                  </a:lnTo>
                  <a:lnTo>
                    <a:pt x="8832250" y="1235174"/>
                  </a:lnTo>
                  <a:lnTo>
                    <a:pt x="8791269" y="1176925"/>
                  </a:lnTo>
                  <a:lnTo>
                    <a:pt x="8750246" y="1116262"/>
                  </a:lnTo>
                  <a:lnTo>
                    <a:pt x="8709152" y="1053665"/>
                  </a:lnTo>
                  <a:lnTo>
                    <a:pt x="8667990" y="989685"/>
                  </a:lnTo>
                  <a:lnTo>
                    <a:pt x="8626784" y="924930"/>
                  </a:lnTo>
                  <a:lnTo>
                    <a:pt x="8585570" y="860039"/>
                  </a:lnTo>
                  <a:lnTo>
                    <a:pt x="8544386" y="795657"/>
                  </a:lnTo>
                  <a:lnTo>
                    <a:pt x="8503262" y="732407"/>
                  </a:lnTo>
                  <a:lnTo>
                    <a:pt x="8462211" y="670869"/>
                  </a:lnTo>
                  <a:lnTo>
                    <a:pt x="8421218" y="611553"/>
                  </a:lnTo>
                  <a:lnTo>
                    <a:pt x="8380233" y="554889"/>
                  </a:lnTo>
                  <a:lnTo>
                    <a:pt x="8339163" y="501210"/>
                  </a:lnTo>
                  <a:lnTo>
                    <a:pt x="8297863" y="450755"/>
                  </a:lnTo>
                  <a:lnTo>
                    <a:pt x="8256131" y="403665"/>
                  </a:lnTo>
                  <a:lnTo>
                    <a:pt x="8213691" y="359991"/>
                  </a:lnTo>
                  <a:lnTo>
                    <a:pt x="8170186" y="319702"/>
                  </a:lnTo>
                  <a:lnTo>
                    <a:pt x="8151487" y="303763"/>
                  </a:lnTo>
                  <a:lnTo>
                    <a:pt x="8104475" y="267276"/>
                  </a:lnTo>
                  <a:lnTo>
                    <a:pt x="8055008" y="234227"/>
                  </a:lnTo>
                  <a:lnTo>
                    <a:pt x="8002348" y="204463"/>
                  </a:lnTo>
                  <a:lnTo>
                    <a:pt x="7945689" y="177716"/>
                  </a:lnTo>
                  <a:lnTo>
                    <a:pt x="7884205" y="153672"/>
                  </a:lnTo>
                  <a:lnTo>
                    <a:pt x="7817108" y="132023"/>
                  </a:lnTo>
                  <a:lnTo>
                    <a:pt x="7743716" y="112485"/>
                  </a:lnTo>
                  <a:lnTo>
                    <a:pt x="7663555" y="94822"/>
                  </a:lnTo>
                  <a:lnTo>
                    <a:pt x="7576489" y="78848"/>
                  </a:lnTo>
                  <a:lnTo>
                    <a:pt x="7482888" y="64435"/>
                  </a:lnTo>
                  <a:lnTo>
                    <a:pt x="7383803" y="51510"/>
                  </a:lnTo>
                  <a:lnTo>
                    <a:pt x="7281138" y="40049"/>
                  </a:lnTo>
                  <a:lnTo>
                    <a:pt x="7177724" y="30068"/>
                  </a:lnTo>
                  <a:lnTo>
                    <a:pt x="7077245" y="21601"/>
                  </a:lnTo>
                  <a:lnTo>
                    <a:pt x="6983927" y="14673"/>
                  </a:lnTo>
                  <a:lnTo>
                    <a:pt x="6901987" y="9270"/>
                  </a:lnTo>
                  <a:lnTo>
                    <a:pt x="6834913" y="5314"/>
                  </a:lnTo>
                  <a:lnTo>
                    <a:pt x="6784764" y="2655"/>
                  </a:lnTo>
                  <a:lnTo>
                    <a:pt x="6751683" y="1070"/>
                  </a:lnTo>
                  <a:lnTo>
                    <a:pt x="6733746" y="290"/>
                  </a:lnTo>
                  <a:lnTo>
                    <a:pt x="6727123" y="28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867" y="82"/>
                  </a:lnTo>
                  <a:lnTo>
                    <a:pt x="5246704" y="667"/>
                  </a:lnTo>
                  <a:lnTo>
                    <a:pt x="5228625" y="2285"/>
                  </a:lnTo>
                  <a:lnTo>
                    <a:pt x="5196239" y="5471"/>
                  </a:lnTo>
                  <a:lnTo>
                    <a:pt x="5147846" y="10724"/>
                  </a:lnTo>
                  <a:lnTo>
                    <a:pt x="5083558" y="18458"/>
                  </a:lnTo>
                  <a:lnTo>
                    <a:pt x="5005181" y="28959"/>
                  </a:lnTo>
                  <a:lnTo>
                    <a:pt x="4915812" y="42382"/>
                  </a:lnTo>
                  <a:lnTo>
                    <a:pt x="4819242" y="58761"/>
                  </a:lnTo>
                  <a:lnTo>
                    <a:pt x="4719340" y="78058"/>
                  </a:lnTo>
                  <a:lnTo>
                    <a:pt x="4619560" y="100207"/>
                  </a:lnTo>
                  <a:lnTo>
                    <a:pt x="4522638" y="125169"/>
                  </a:lnTo>
                  <a:lnTo>
                    <a:pt x="4430494" y="152968"/>
                  </a:lnTo>
                  <a:lnTo>
                    <a:pt x="4344271" y="183712"/>
                  </a:lnTo>
                  <a:lnTo>
                    <a:pt x="4264472" y="217612"/>
                  </a:lnTo>
                  <a:lnTo>
                    <a:pt x="4191103" y="254975"/>
                  </a:lnTo>
                  <a:lnTo>
                    <a:pt x="4123830" y="296211"/>
                  </a:lnTo>
                  <a:lnTo>
                    <a:pt x="4062096" y="341812"/>
                  </a:lnTo>
                  <a:lnTo>
                    <a:pt x="4005216" y="392338"/>
                  </a:lnTo>
                  <a:lnTo>
                    <a:pt x="3952450" y="448376"/>
                  </a:lnTo>
                  <a:lnTo>
                    <a:pt x="3903053" y="510480"/>
                  </a:lnTo>
                  <a:lnTo>
                    <a:pt x="3856316" y="579069"/>
                  </a:lnTo>
                  <a:lnTo>
                    <a:pt x="3829811" y="622510"/>
                  </a:lnTo>
                  <a:lnTo>
                    <a:pt x="3796220" y="682393"/>
                  </a:lnTo>
                  <a:lnTo>
                    <a:pt x="3763408" y="746202"/>
                  </a:lnTo>
                  <a:lnTo>
                    <a:pt x="3731183" y="814018"/>
                  </a:lnTo>
                  <a:lnTo>
                    <a:pt x="3699391" y="885871"/>
                  </a:lnTo>
                  <a:lnTo>
                    <a:pt x="3667903" y="961737"/>
                  </a:lnTo>
                  <a:lnTo>
                    <a:pt x="3636614" y="1041530"/>
                  </a:lnTo>
                  <a:lnTo>
                    <a:pt x="3605444" y="1125103"/>
                  </a:lnTo>
                  <a:lnTo>
                    <a:pt x="3574328" y="1212241"/>
                  </a:lnTo>
                  <a:lnTo>
                    <a:pt x="3543223" y="1302663"/>
                  </a:lnTo>
                  <a:lnTo>
                    <a:pt x="3512097" y="1396024"/>
                  </a:lnTo>
                  <a:lnTo>
                    <a:pt x="3480934" y="1491916"/>
                  </a:lnTo>
                  <a:lnTo>
                    <a:pt x="3449729" y="1589877"/>
                  </a:lnTo>
                  <a:lnTo>
                    <a:pt x="3418486" y="1689397"/>
                  </a:lnTo>
                  <a:lnTo>
                    <a:pt x="3387214" y="1789932"/>
                  </a:lnTo>
                  <a:lnTo>
                    <a:pt x="3355930" y="1890912"/>
                  </a:lnTo>
                  <a:lnTo>
                    <a:pt x="3324649" y="1991757"/>
                  </a:lnTo>
                  <a:lnTo>
                    <a:pt x="3293389" y="2091892"/>
                  </a:lnTo>
                  <a:lnTo>
                    <a:pt x="3262162" y="2190756"/>
                  </a:lnTo>
                  <a:lnTo>
                    <a:pt x="3230977" y="2287820"/>
                  </a:lnTo>
                  <a:lnTo>
                    <a:pt x="3199833" y="2382595"/>
                  </a:lnTo>
                  <a:lnTo>
                    <a:pt x="3168719" y="2474642"/>
                  </a:lnTo>
                  <a:lnTo>
                    <a:pt x="3137614" y="2563583"/>
                  </a:lnTo>
                  <a:lnTo>
                    <a:pt x="3106479" y="2649102"/>
                  </a:lnTo>
                  <a:lnTo>
                    <a:pt x="3075263" y="2730948"/>
                  </a:lnTo>
                  <a:lnTo>
                    <a:pt x="3043893" y="2808937"/>
                  </a:lnTo>
                  <a:lnTo>
                    <a:pt x="3012278" y="2882952"/>
                  </a:lnTo>
                  <a:lnTo>
                    <a:pt x="2980304" y="2952936"/>
                  </a:lnTo>
                  <a:lnTo>
                    <a:pt x="2947828" y="3018890"/>
                  </a:lnTo>
                  <a:lnTo>
                    <a:pt x="2914681" y="3080869"/>
                  </a:lnTo>
                  <a:lnTo>
                    <a:pt x="2896531" y="3112550"/>
                  </a:lnTo>
                  <a:lnTo>
                    <a:pt x="2851060" y="3185038"/>
                  </a:lnTo>
                  <a:lnTo>
                    <a:pt x="2803308" y="3250921"/>
                  </a:lnTo>
                  <a:lnTo>
                    <a:pt x="2752612" y="3310465"/>
                  </a:lnTo>
                  <a:lnTo>
                    <a:pt x="2698244" y="3364163"/>
                  </a:lnTo>
                  <a:lnTo>
                    <a:pt x="2639453" y="3412590"/>
                  </a:lnTo>
                  <a:lnTo>
                    <a:pt x="2575515" y="3456329"/>
                  </a:lnTo>
                  <a:lnTo>
                    <a:pt x="2505789" y="3495914"/>
                  </a:lnTo>
                  <a:lnTo>
                    <a:pt x="2429796" y="3531807"/>
                  </a:lnTo>
                  <a:lnTo>
                    <a:pt x="2347326" y="3564376"/>
                  </a:lnTo>
                  <a:lnTo>
                    <a:pt x="2258571" y="3593888"/>
                  </a:lnTo>
                  <a:lnTo>
                    <a:pt x="2164278" y="3620510"/>
                  </a:lnTo>
                  <a:lnTo>
                    <a:pt x="2065900" y="3644316"/>
                  </a:lnTo>
                  <a:lnTo>
                    <a:pt x="1965693" y="3665297"/>
                  </a:lnTo>
                  <a:lnTo>
                    <a:pt x="1866713" y="3683400"/>
                  </a:lnTo>
                  <a:lnTo>
                    <a:pt x="1772630" y="3698563"/>
                  </a:lnTo>
                  <a:lnTo>
                    <a:pt x="1687354" y="3710773"/>
                  </a:lnTo>
                  <a:lnTo>
                    <a:pt x="1614466" y="3720108"/>
                  </a:lnTo>
                  <a:lnTo>
                    <a:pt x="1556595" y="3726777"/>
                  </a:lnTo>
                  <a:lnTo>
                    <a:pt x="1514884" y="3731124"/>
                  </a:lnTo>
                  <a:lnTo>
                    <a:pt x="1488697" y="3733600"/>
                  </a:lnTo>
                  <a:lnTo>
                    <a:pt x="1475612" y="3734728"/>
                  </a:lnTo>
                  <a:lnTo>
                    <a:pt x="1471614" y="3735043"/>
                  </a:lnTo>
                  <a:lnTo>
                    <a:pt x="1471387" y="3735060"/>
                  </a:lnTo>
                  <a:lnTo>
                    <a:pt x="0" y="3735060"/>
                  </a:lnTo>
                  <a:close/>
                </a:path>
              </a:pathLst>
            </a:custGeom>
            <a:solidFill>
              <a:srgbClr val="FFB3B5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917" name="pl1917"/>
            <p:cNvSpPr/>
            <p:nvPr/>
          </p:nvSpPr>
          <p:spPr>
            <a:xfrm>
              <a:off x="4799595" y="6679753"/>
              <a:ext cx="11981298" cy="3735060"/>
            </a:xfrm>
            <a:custGeom>
              <a:avLst/>
              <a:pathLst>
                <a:path w="11981298" h="3735060">
                  <a:moveTo>
                    <a:pt x="0" y="3735060"/>
                  </a:moveTo>
                  <a:lnTo>
                    <a:pt x="1471387" y="3735060"/>
                  </a:lnTo>
                  <a:lnTo>
                    <a:pt x="1472476" y="3734978"/>
                  </a:lnTo>
                  <a:lnTo>
                    <a:pt x="1479638" y="3734392"/>
                  </a:lnTo>
                  <a:lnTo>
                    <a:pt x="1497718" y="3732774"/>
                  </a:lnTo>
                  <a:lnTo>
                    <a:pt x="1530103" y="3729588"/>
                  </a:lnTo>
                  <a:lnTo>
                    <a:pt x="1578496" y="3724335"/>
                  </a:lnTo>
                  <a:lnTo>
                    <a:pt x="1642784" y="3716602"/>
                  </a:lnTo>
                  <a:lnTo>
                    <a:pt x="1721161" y="3706100"/>
                  </a:lnTo>
                  <a:lnTo>
                    <a:pt x="1810530" y="3692677"/>
                  </a:lnTo>
                  <a:lnTo>
                    <a:pt x="1907100" y="3676298"/>
                  </a:lnTo>
                  <a:lnTo>
                    <a:pt x="2007002" y="3657002"/>
                  </a:lnTo>
                  <a:lnTo>
                    <a:pt x="2106782" y="3634853"/>
                  </a:lnTo>
                  <a:lnTo>
                    <a:pt x="2203704" y="3609890"/>
                  </a:lnTo>
                  <a:lnTo>
                    <a:pt x="2295849" y="3582092"/>
                  </a:lnTo>
                  <a:lnTo>
                    <a:pt x="2382071" y="3551347"/>
                  </a:lnTo>
                  <a:lnTo>
                    <a:pt x="2461870" y="3517448"/>
                  </a:lnTo>
                  <a:lnTo>
                    <a:pt x="2535239" y="3480084"/>
                  </a:lnTo>
                  <a:lnTo>
                    <a:pt x="2602512" y="3438849"/>
                  </a:lnTo>
                  <a:lnTo>
                    <a:pt x="2664246" y="3393247"/>
                  </a:lnTo>
                  <a:lnTo>
                    <a:pt x="2721126" y="3342722"/>
                  </a:lnTo>
                  <a:lnTo>
                    <a:pt x="2773892" y="3286684"/>
                  </a:lnTo>
                  <a:lnTo>
                    <a:pt x="2823289" y="3224579"/>
                  </a:lnTo>
                  <a:lnTo>
                    <a:pt x="2870027" y="3155990"/>
                  </a:lnTo>
                  <a:lnTo>
                    <a:pt x="2896531" y="3112550"/>
                  </a:lnTo>
                  <a:lnTo>
                    <a:pt x="2930122" y="3052667"/>
                  </a:lnTo>
                  <a:lnTo>
                    <a:pt x="2962934" y="2988857"/>
                  </a:lnTo>
                  <a:lnTo>
                    <a:pt x="2995159" y="2921041"/>
                  </a:lnTo>
                  <a:lnTo>
                    <a:pt x="3026951" y="2849188"/>
                  </a:lnTo>
                  <a:lnTo>
                    <a:pt x="3058439" y="2773322"/>
                  </a:lnTo>
                  <a:lnTo>
                    <a:pt x="3089728" y="2693529"/>
                  </a:lnTo>
                  <a:lnTo>
                    <a:pt x="3120899" y="2609956"/>
                  </a:lnTo>
                  <a:lnTo>
                    <a:pt x="3152014" y="2522818"/>
                  </a:lnTo>
                  <a:lnTo>
                    <a:pt x="3183119" y="2432396"/>
                  </a:lnTo>
                  <a:lnTo>
                    <a:pt x="3214245" y="2339035"/>
                  </a:lnTo>
                  <a:lnTo>
                    <a:pt x="3245408" y="2243143"/>
                  </a:lnTo>
                  <a:lnTo>
                    <a:pt x="3276613" y="2145182"/>
                  </a:lnTo>
                  <a:lnTo>
                    <a:pt x="3307856" y="2045662"/>
                  </a:lnTo>
                  <a:lnTo>
                    <a:pt x="3339128" y="1945127"/>
                  </a:lnTo>
                  <a:lnTo>
                    <a:pt x="3370413" y="1844147"/>
                  </a:lnTo>
                  <a:lnTo>
                    <a:pt x="3401693" y="1743302"/>
                  </a:lnTo>
                  <a:lnTo>
                    <a:pt x="3432953" y="1643167"/>
                  </a:lnTo>
                  <a:lnTo>
                    <a:pt x="3464180" y="1544303"/>
                  </a:lnTo>
                  <a:lnTo>
                    <a:pt x="3495365" y="1447239"/>
                  </a:lnTo>
                  <a:lnTo>
                    <a:pt x="3526510" y="1352465"/>
                  </a:lnTo>
                  <a:lnTo>
                    <a:pt x="3557623" y="1260417"/>
                  </a:lnTo>
                  <a:lnTo>
                    <a:pt x="3588729" y="1171476"/>
                  </a:lnTo>
                  <a:lnTo>
                    <a:pt x="3619863" y="1085957"/>
                  </a:lnTo>
                  <a:lnTo>
                    <a:pt x="3651079" y="1004112"/>
                  </a:lnTo>
                  <a:lnTo>
                    <a:pt x="3682449" y="926122"/>
                  </a:lnTo>
                  <a:lnTo>
                    <a:pt x="3714064" y="852107"/>
                  </a:lnTo>
                  <a:lnTo>
                    <a:pt x="3746038" y="782123"/>
                  </a:lnTo>
                  <a:lnTo>
                    <a:pt x="3778514" y="716169"/>
                  </a:lnTo>
                  <a:lnTo>
                    <a:pt x="3811661" y="654190"/>
                  </a:lnTo>
                  <a:lnTo>
                    <a:pt x="3829811" y="622510"/>
                  </a:lnTo>
                  <a:lnTo>
                    <a:pt x="3875283" y="550021"/>
                  </a:lnTo>
                  <a:lnTo>
                    <a:pt x="3923034" y="484139"/>
                  </a:lnTo>
                  <a:lnTo>
                    <a:pt x="3973730" y="424594"/>
                  </a:lnTo>
                  <a:lnTo>
                    <a:pt x="4028099" y="370897"/>
                  </a:lnTo>
                  <a:lnTo>
                    <a:pt x="4086890" y="322469"/>
                  </a:lnTo>
                  <a:lnTo>
                    <a:pt x="4150828" y="278731"/>
                  </a:lnTo>
                  <a:lnTo>
                    <a:pt x="4220553" y="239145"/>
                  </a:lnTo>
                  <a:lnTo>
                    <a:pt x="4296546" y="203252"/>
                  </a:lnTo>
                  <a:lnTo>
                    <a:pt x="4379016" y="170684"/>
                  </a:lnTo>
                  <a:lnTo>
                    <a:pt x="4467771" y="141172"/>
                  </a:lnTo>
                  <a:lnTo>
                    <a:pt x="4562064" y="114549"/>
                  </a:lnTo>
                  <a:lnTo>
                    <a:pt x="4660442" y="90744"/>
                  </a:lnTo>
                  <a:lnTo>
                    <a:pt x="4760649" y="69762"/>
                  </a:lnTo>
                  <a:lnTo>
                    <a:pt x="4859630" y="51660"/>
                  </a:lnTo>
                  <a:lnTo>
                    <a:pt x="4953712" y="36496"/>
                  </a:lnTo>
                  <a:lnTo>
                    <a:pt x="5038988" y="24287"/>
                  </a:lnTo>
                  <a:lnTo>
                    <a:pt x="5111876" y="14951"/>
                  </a:lnTo>
                  <a:lnTo>
                    <a:pt x="5169747" y="8282"/>
                  </a:lnTo>
                  <a:lnTo>
                    <a:pt x="5211458" y="3936"/>
                  </a:lnTo>
                  <a:lnTo>
                    <a:pt x="5237645" y="1459"/>
                  </a:lnTo>
                  <a:lnTo>
                    <a:pt x="5250730" y="332"/>
                  </a:lnTo>
                  <a:lnTo>
                    <a:pt x="5254729" y="16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541" y="44"/>
                  </a:lnTo>
                  <a:lnTo>
                    <a:pt x="6735407" y="359"/>
                  </a:lnTo>
                  <a:lnTo>
                    <a:pt x="6755206" y="1231"/>
                  </a:lnTo>
                  <a:lnTo>
                    <a:pt x="6790527" y="2946"/>
                  </a:lnTo>
                  <a:lnTo>
                    <a:pt x="6843018" y="5769"/>
                  </a:lnTo>
                  <a:lnTo>
                    <a:pt x="6912261" y="9913"/>
                  </a:lnTo>
                  <a:lnTo>
                    <a:pt x="6995967" y="15519"/>
                  </a:lnTo>
                  <a:lnTo>
                    <a:pt x="7090506" y="22656"/>
                  </a:lnTo>
                  <a:lnTo>
                    <a:pt x="7191622" y="31330"/>
                  </a:lnTo>
                  <a:lnTo>
                    <a:pt x="7295133" y="41512"/>
                  </a:lnTo>
                  <a:lnTo>
                    <a:pt x="7397459" y="53171"/>
                  </a:lnTo>
                  <a:lnTo>
                    <a:pt x="7495894" y="66296"/>
                  </a:lnTo>
                  <a:lnTo>
                    <a:pt x="7588656" y="80914"/>
                  </a:lnTo>
                  <a:lnTo>
                    <a:pt x="7674796" y="97107"/>
                  </a:lnTo>
                  <a:lnTo>
                    <a:pt x="7754025" y="115012"/>
                  </a:lnTo>
                  <a:lnTo>
                    <a:pt x="7826533" y="134820"/>
                  </a:lnTo>
                  <a:lnTo>
                    <a:pt x="7892829" y="156776"/>
                  </a:lnTo>
                  <a:lnTo>
                    <a:pt x="7953613" y="181167"/>
                  </a:lnTo>
                  <a:lnTo>
                    <a:pt x="8009683" y="208304"/>
                  </a:lnTo>
                  <a:lnTo>
                    <a:pt x="8061865" y="238497"/>
                  </a:lnTo>
                  <a:lnTo>
                    <a:pt x="8110959" y="272006"/>
                  </a:lnTo>
                  <a:lnTo>
                    <a:pt x="8151487" y="303763"/>
                  </a:lnTo>
                  <a:lnTo>
                    <a:pt x="8195568" y="342657"/>
                  </a:lnTo>
                  <a:lnTo>
                    <a:pt x="8238406" y="384901"/>
                  </a:lnTo>
                  <a:lnTo>
                    <a:pt x="8280398" y="430557"/>
                  </a:lnTo>
                  <a:lnTo>
                    <a:pt x="8321851" y="479610"/>
                  </a:lnTo>
                  <a:lnTo>
                    <a:pt x="8362996" y="531958"/>
                  </a:lnTo>
                  <a:lnTo>
                    <a:pt x="8404003" y="587404"/>
                  </a:lnTo>
                  <a:lnTo>
                    <a:pt x="8444984" y="645653"/>
                  </a:lnTo>
                  <a:lnTo>
                    <a:pt x="8486008" y="706315"/>
                  </a:lnTo>
                  <a:lnTo>
                    <a:pt x="8527101" y="768913"/>
                  </a:lnTo>
                  <a:lnTo>
                    <a:pt x="8568263" y="832893"/>
                  </a:lnTo>
                  <a:lnTo>
                    <a:pt x="8609469" y="897648"/>
                  </a:lnTo>
                  <a:lnTo>
                    <a:pt x="8650683" y="962539"/>
                  </a:lnTo>
                  <a:lnTo>
                    <a:pt x="8691867" y="1026921"/>
                  </a:lnTo>
                  <a:lnTo>
                    <a:pt x="8732991" y="1090170"/>
                  </a:lnTo>
                  <a:lnTo>
                    <a:pt x="8774042" y="1151708"/>
                  </a:lnTo>
                  <a:lnTo>
                    <a:pt x="8815036" y="1211024"/>
                  </a:lnTo>
                  <a:lnTo>
                    <a:pt x="8856021" y="1267689"/>
                  </a:lnTo>
                  <a:lnTo>
                    <a:pt x="8897091" y="1321368"/>
                  </a:lnTo>
                  <a:lnTo>
                    <a:pt x="8938390" y="1371823"/>
                  </a:lnTo>
                  <a:lnTo>
                    <a:pt x="8980123" y="1418913"/>
                  </a:lnTo>
                  <a:lnTo>
                    <a:pt x="9022563" y="1462587"/>
                  </a:lnTo>
                  <a:lnTo>
                    <a:pt x="9066067" y="1502876"/>
                  </a:lnTo>
                  <a:lnTo>
                    <a:pt x="9084767" y="1518815"/>
                  </a:lnTo>
                  <a:lnTo>
                    <a:pt x="9131778" y="1555302"/>
                  </a:lnTo>
                  <a:lnTo>
                    <a:pt x="9181245" y="1588351"/>
                  </a:lnTo>
                  <a:lnTo>
                    <a:pt x="9233905" y="1618115"/>
                  </a:lnTo>
                  <a:lnTo>
                    <a:pt x="9290564" y="1644862"/>
                  </a:lnTo>
                  <a:lnTo>
                    <a:pt x="9352048" y="1668905"/>
                  </a:lnTo>
                  <a:lnTo>
                    <a:pt x="9419145" y="1690555"/>
                  </a:lnTo>
                  <a:lnTo>
                    <a:pt x="9492538" y="1710093"/>
                  </a:lnTo>
                  <a:lnTo>
                    <a:pt x="9572699" y="1727756"/>
                  </a:lnTo>
                  <a:lnTo>
                    <a:pt x="9659764" y="1743730"/>
                  </a:lnTo>
                  <a:lnTo>
                    <a:pt x="9753366" y="1758143"/>
                  </a:lnTo>
                  <a:lnTo>
                    <a:pt x="9852450" y="1771068"/>
                  </a:lnTo>
                  <a:lnTo>
                    <a:pt x="9955115" y="1782529"/>
                  </a:lnTo>
                  <a:lnTo>
                    <a:pt x="10058529" y="1792510"/>
                  </a:lnTo>
                  <a:lnTo>
                    <a:pt x="10159008" y="1800977"/>
                  </a:lnTo>
                  <a:lnTo>
                    <a:pt x="10252326" y="1807905"/>
                  </a:lnTo>
                  <a:lnTo>
                    <a:pt x="10334266" y="1813308"/>
                  </a:lnTo>
                  <a:lnTo>
                    <a:pt x="10401341" y="1817263"/>
                  </a:lnTo>
                  <a:lnTo>
                    <a:pt x="10451489" y="1819923"/>
                  </a:lnTo>
                  <a:lnTo>
                    <a:pt x="10484571" y="1821508"/>
                  </a:lnTo>
                  <a:lnTo>
                    <a:pt x="10502507" y="1822287"/>
                  </a:lnTo>
                  <a:lnTo>
                    <a:pt x="10509130" y="1822550"/>
                  </a:lnTo>
                  <a:lnTo>
                    <a:pt x="10509911" y="1822578"/>
                  </a:lnTo>
                  <a:lnTo>
                    <a:pt x="11981298" y="182257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18" name="pl1918"/>
            <p:cNvSpPr/>
            <p:nvPr/>
          </p:nvSpPr>
          <p:spPr>
            <a:xfrm>
              <a:off x="4799595" y="6671580"/>
              <a:ext cx="11981298" cy="3735060"/>
            </a:xfrm>
            <a:custGeom>
              <a:avLst/>
              <a:pathLst>
                <a:path w="11981298" h="3735060">
                  <a:moveTo>
                    <a:pt x="11981298" y="1822578"/>
                  </a:moveTo>
                  <a:lnTo>
                    <a:pt x="10509911" y="1822578"/>
                  </a:lnTo>
                  <a:lnTo>
                    <a:pt x="10508713" y="1822534"/>
                  </a:lnTo>
                  <a:lnTo>
                    <a:pt x="10500846" y="1822219"/>
                  </a:lnTo>
                  <a:lnTo>
                    <a:pt x="10481047" y="1821347"/>
                  </a:lnTo>
                  <a:lnTo>
                    <a:pt x="10445726" y="1819632"/>
                  </a:lnTo>
                  <a:lnTo>
                    <a:pt x="10393235" y="1816809"/>
                  </a:lnTo>
                  <a:lnTo>
                    <a:pt x="10323993" y="1812665"/>
                  </a:lnTo>
                  <a:lnTo>
                    <a:pt x="10240286" y="1807058"/>
                  </a:lnTo>
                  <a:lnTo>
                    <a:pt x="10145747" y="1799922"/>
                  </a:lnTo>
                  <a:lnTo>
                    <a:pt x="10044632" y="1791248"/>
                  </a:lnTo>
                  <a:lnTo>
                    <a:pt x="9941120" y="1781065"/>
                  </a:lnTo>
                  <a:lnTo>
                    <a:pt x="9838794" y="1769406"/>
                  </a:lnTo>
                  <a:lnTo>
                    <a:pt x="9740360" y="1756282"/>
                  </a:lnTo>
                  <a:lnTo>
                    <a:pt x="9647597" y="1741664"/>
                  </a:lnTo>
                  <a:lnTo>
                    <a:pt x="9561457" y="1725470"/>
                  </a:lnTo>
                  <a:lnTo>
                    <a:pt x="9482228" y="1707566"/>
                  </a:lnTo>
                  <a:lnTo>
                    <a:pt x="9409720" y="1687757"/>
                  </a:lnTo>
                  <a:lnTo>
                    <a:pt x="9343425" y="1665801"/>
                  </a:lnTo>
                  <a:lnTo>
                    <a:pt x="9282641" y="1641411"/>
                  </a:lnTo>
                  <a:lnTo>
                    <a:pt x="9226571" y="1614274"/>
                  </a:lnTo>
                  <a:lnTo>
                    <a:pt x="9174388" y="1584080"/>
                  </a:lnTo>
                  <a:lnTo>
                    <a:pt x="9125294" y="1550571"/>
                  </a:lnTo>
                  <a:lnTo>
                    <a:pt x="9084767" y="1518815"/>
                  </a:lnTo>
                  <a:lnTo>
                    <a:pt x="9040685" y="1479920"/>
                  </a:lnTo>
                  <a:lnTo>
                    <a:pt x="8997847" y="1437676"/>
                  </a:lnTo>
                  <a:lnTo>
                    <a:pt x="8955855" y="1392020"/>
                  </a:lnTo>
                  <a:lnTo>
                    <a:pt x="8914402" y="1342967"/>
                  </a:lnTo>
                  <a:lnTo>
                    <a:pt x="8873257" y="1290619"/>
                  </a:lnTo>
                  <a:lnTo>
                    <a:pt x="8832250" y="1235174"/>
                  </a:lnTo>
                  <a:lnTo>
                    <a:pt x="8791269" y="1176925"/>
                  </a:lnTo>
                  <a:lnTo>
                    <a:pt x="8750246" y="1116262"/>
                  </a:lnTo>
                  <a:lnTo>
                    <a:pt x="8709152" y="1053665"/>
                  </a:lnTo>
                  <a:lnTo>
                    <a:pt x="8667990" y="989685"/>
                  </a:lnTo>
                  <a:lnTo>
                    <a:pt x="8626784" y="924930"/>
                  </a:lnTo>
                  <a:lnTo>
                    <a:pt x="8585570" y="860039"/>
                  </a:lnTo>
                  <a:lnTo>
                    <a:pt x="8544386" y="795657"/>
                  </a:lnTo>
                  <a:lnTo>
                    <a:pt x="8503262" y="732407"/>
                  </a:lnTo>
                  <a:lnTo>
                    <a:pt x="8462211" y="670869"/>
                  </a:lnTo>
                  <a:lnTo>
                    <a:pt x="8421218" y="611553"/>
                  </a:lnTo>
                  <a:lnTo>
                    <a:pt x="8380233" y="554889"/>
                  </a:lnTo>
                  <a:lnTo>
                    <a:pt x="8339163" y="501210"/>
                  </a:lnTo>
                  <a:lnTo>
                    <a:pt x="8297863" y="450755"/>
                  </a:lnTo>
                  <a:lnTo>
                    <a:pt x="8256131" y="403665"/>
                  </a:lnTo>
                  <a:lnTo>
                    <a:pt x="8213691" y="359991"/>
                  </a:lnTo>
                  <a:lnTo>
                    <a:pt x="8170186" y="319702"/>
                  </a:lnTo>
                  <a:lnTo>
                    <a:pt x="8151487" y="303763"/>
                  </a:lnTo>
                  <a:lnTo>
                    <a:pt x="8104475" y="267276"/>
                  </a:lnTo>
                  <a:lnTo>
                    <a:pt x="8055008" y="234227"/>
                  </a:lnTo>
                  <a:lnTo>
                    <a:pt x="8002348" y="204463"/>
                  </a:lnTo>
                  <a:lnTo>
                    <a:pt x="7945689" y="177716"/>
                  </a:lnTo>
                  <a:lnTo>
                    <a:pt x="7884205" y="153672"/>
                  </a:lnTo>
                  <a:lnTo>
                    <a:pt x="7817108" y="132023"/>
                  </a:lnTo>
                  <a:lnTo>
                    <a:pt x="7743716" y="112485"/>
                  </a:lnTo>
                  <a:lnTo>
                    <a:pt x="7663555" y="94822"/>
                  </a:lnTo>
                  <a:lnTo>
                    <a:pt x="7576489" y="78848"/>
                  </a:lnTo>
                  <a:lnTo>
                    <a:pt x="7482888" y="64435"/>
                  </a:lnTo>
                  <a:lnTo>
                    <a:pt x="7383803" y="51510"/>
                  </a:lnTo>
                  <a:lnTo>
                    <a:pt x="7281138" y="40049"/>
                  </a:lnTo>
                  <a:lnTo>
                    <a:pt x="7177724" y="30068"/>
                  </a:lnTo>
                  <a:lnTo>
                    <a:pt x="7077245" y="21601"/>
                  </a:lnTo>
                  <a:lnTo>
                    <a:pt x="6983927" y="14673"/>
                  </a:lnTo>
                  <a:lnTo>
                    <a:pt x="6901987" y="9270"/>
                  </a:lnTo>
                  <a:lnTo>
                    <a:pt x="6834913" y="5314"/>
                  </a:lnTo>
                  <a:lnTo>
                    <a:pt x="6784764" y="2655"/>
                  </a:lnTo>
                  <a:lnTo>
                    <a:pt x="6751683" y="1070"/>
                  </a:lnTo>
                  <a:lnTo>
                    <a:pt x="6733746" y="290"/>
                  </a:lnTo>
                  <a:lnTo>
                    <a:pt x="6727123" y="28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867" y="82"/>
                  </a:lnTo>
                  <a:lnTo>
                    <a:pt x="5246704" y="667"/>
                  </a:lnTo>
                  <a:lnTo>
                    <a:pt x="5228625" y="2285"/>
                  </a:lnTo>
                  <a:lnTo>
                    <a:pt x="5196239" y="5471"/>
                  </a:lnTo>
                  <a:lnTo>
                    <a:pt x="5147846" y="10724"/>
                  </a:lnTo>
                  <a:lnTo>
                    <a:pt x="5083558" y="18458"/>
                  </a:lnTo>
                  <a:lnTo>
                    <a:pt x="5005181" y="28959"/>
                  </a:lnTo>
                  <a:lnTo>
                    <a:pt x="4915812" y="42382"/>
                  </a:lnTo>
                  <a:lnTo>
                    <a:pt x="4819242" y="58761"/>
                  </a:lnTo>
                  <a:lnTo>
                    <a:pt x="4719340" y="78058"/>
                  </a:lnTo>
                  <a:lnTo>
                    <a:pt x="4619560" y="100207"/>
                  </a:lnTo>
                  <a:lnTo>
                    <a:pt x="4522638" y="125169"/>
                  </a:lnTo>
                  <a:lnTo>
                    <a:pt x="4430494" y="152968"/>
                  </a:lnTo>
                  <a:lnTo>
                    <a:pt x="4344271" y="183712"/>
                  </a:lnTo>
                  <a:lnTo>
                    <a:pt x="4264472" y="217612"/>
                  </a:lnTo>
                  <a:lnTo>
                    <a:pt x="4191103" y="254975"/>
                  </a:lnTo>
                  <a:lnTo>
                    <a:pt x="4123830" y="296211"/>
                  </a:lnTo>
                  <a:lnTo>
                    <a:pt x="4062096" y="341812"/>
                  </a:lnTo>
                  <a:lnTo>
                    <a:pt x="4005216" y="392338"/>
                  </a:lnTo>
                  <a:lnTo>
                    <a:pt x="3952450" y="448376"/>
                  </a:lnTo>
                  <a:lnTo>
                    <a:pt x="3903053" y="510480"/>
                  </a:lnTo>
                  <a:lnTo>
                    <a:pt x="3856316" y="579069"/>
                  </a:lnTo>
                  <a:lnTo>
                    <a:pt x="3829811" y="622510"/>
                  </a:lnTo>
                  <a:lnTo>
                    <a:pt x="3796220" y="682393"/>
                  </a:lnTo>
                  <a:lnTo>
                    <a:pt x="3763408" y="746202"/>
                  </a:lnTo>
                  <a:lnTo>
                    <a:pt x="3731183" y="814018"/>
                  </a:lnTo>
                  <a:lnTo>
                    <a:pt x="3699391" y="885871"/>
                  </a:lnTo>
                  <a:lnTo>
                    <a:pt x="3667903" y="961737"/>
                  </a:lnTo>
                  <a:lnTo>
                    <a:pt x="3636614" y="1041530"/>
                  </a:lnTo>
                  <a:lnTo>
                    <a:pt x="3605444" y="1125103"/>
                  </a:lnTo>
                  <a:lnTo>
                    <a:pt x="3574328" y="1212241"/>
                  </a:lnTo>
                  <a:lnTo>
                    <a:pt x="3543223" y="1302663"/>
                  </a:lnTo>
                  <a:lnTo>
                    <a:pt x="3512097" y="1396024"/>
                  </a:lnTo>
                  <a:lnTo>
                    <a:pt x="3480934" y="1491916"/>
                  </a:lnTo>
                  <a:lnTo>
                    <a:pt x="3449729" y="1589877"/>
                  </a:lnTo>
                  <a:lnTo>
                    <a:pt x="3418486" y="1689397"/>
                  </a:lnTo>
                  <a:lnTo>
                    <a:pt x="3387214" y="1789932"/>
                  </a:lnTo>
                  <a:lnTo>
                    <a:pt x="3355930" y="1890912"/>
                  </a:lnTo>
                  <a:lnTo>
                    <a:pt x="3324649" y="1991757"/>
                  </a:lnTo>
                  <a:lnTo>
                    <a:pt x="3293389" y="2091892"/>
                  </a:lnTo>
                  <a:lnTo>
                    <a:pt x="3262162" y="2190756"/>
                  </a:lnTo>
                  <a:lnTo>
                    <a:pt x="3230977" y="2287820"/>
                  </a:lnTo>
                  <a:lnTo>
                    <a:pt x="3199833" y="2382595"/>
                  </a:lnTo>
                  <a:lnTo>
                    <a:pt x="3168719" y="2474642"/>
                  </a:lnTo>
                  <a:lnTo>
                    <a:pt x="3137614" y="2563583"/>
                  </a:lnTo>
                  <a:lnTo>
                    <a:pt x="3106479" y="2649102"/>
                  </a:lnTo>
                  <a:lnTo>
                    <a:pt x="3075263" y="2730948"/>
                  </a:lnTo>
                  <a:lnTo>
                    <a:pt x="3043893" y="2808937"/>
                  </a:lnTo>
                  <a:lnTo>
                    <a:pt x="3012278" y="2882952"/>
                  </a:lnTo>
                  <a:lnTo>
                    <a:pt x="2980304" y="2952936"/>
                  </a:lnTo>
                  <a:lnTo>
                    <a:pt x="2947828" y="3018890"/>
                  </a:lnTo>
                  <a:lnTo>
                    <a:pt x="2914681" y="3080869"/>
                  </a:lnTo>
                  <a:lnTo>
                    <a:pt x="2896531" y="3112550"/>
                  </a:lnTo>
                  <a:lnTo>
                    <a:pt x="2851060" y="3185038"/>
                  </a:lnTo>
                  <a:lnTo>
                    <a:pt x="2803308" y="3250921"/>
                  </a:lnTo>
                  <a:lnTo>
                    <a:pt x="2752612" y="3310465"/>
                  </a:lnTo>
                  <a:lnTo>
                    <a:pt x="2698244" y="3364163"/>
                  </a:lnTo>
                  <a:lnTo>
                    <a:pt x="2639453" y="3412590"/>
                  </a:lnTo>
                  <a:lnTo>
                    <a:pt x="2575515" y="3456329"/>
                  </a:lnTo>
                  <a:lnTo>
                    <a:pt x="2505789" y="3495914"/>
                  </a:lnTo>
                  <a:lnTo>
                    <a:pt x="2429796" y="3531807"/>
                  </a:lnTo>
                  <a:lnTo>
                    <a:pt x="2347326" y="3564376"/>
                  </a:lnTo>
                  <a:lnTo>
                    <a:pt x="2258571" y="3593888"/>
                  </a:lnTo>
                  <a:lnTo>
                    <a:pt x="2164278" y="3620510"/>
                  </a:lnTo>
                  <a:lnTo>
                    <a:pt x="2065900" y="3644316"/>
                  </a:lnTo>
                  <a:lnTo>
                    <a:pt x="1965693" y="3665297"/>
                  </a:lnTo>
                  <a:lnTo>
                    <a:pt x="1866713" y="3683400"/>
                  </a:lnTo>
                  <a:lnTo>
                    <a:pt x="1772630" y="3698563"/>
                  </a:lnTo>
                  <a:lnTo>
                    <a:pt x="1687354" y="3710773"/>
                  </a:lnTo>
                  <a:lnTo>
                    <a:pt x="1614466" y="3720108"/>
                  </a:lnTo>
                  <a:lnTo>
                    <a:pt x="1556595" y="3726777"/>
                  </a:lnTo>
                  <a:lnTo>
                    <a:pt x="1514884" y="3731124"/>
                  </a:lnTo>
                  <a:lnTo>
                    <a:pt x="1488697" y="3733600"/>
                  </a:lnTo>
                  <a:lnTo>
                    <a:pt x="1475612" y="3734728"/>
                  </a:lnTo>
                  <a:lnTo>
                    <a:pt x="1471614" y="3735043"/>
                  </a:lnTo>
                  <a:lnTo>
                    <a:pt x="1471387" y="3735060"/>
                  </a:lnTo>
                  <a:lnTo>
                    <a:pt x="0" y="373506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19" name="pg1919"/>
            <p:cNvSpPr/>
            <p:nvPr/>
          </p:nvSpPr>
          <p:spPr>
            <a:xfrm>
              <a:off x="4799595" y="2871136"/>
              <a:ext cx="11981298" cy="7715310"/>
            </a:xfrm>
            <a:custGeom>
              <a:avLst/>
              <a:pathLst>
                <a:path w="11981298" h="7715310">
                  <a:moveTo>
                    <a:pt x="0" y="7715310"/>
                  </a:moveTo>
                  <a:lnTo>
                    <a:pt x="1471387" y="7715310"/>
                  </a:lnTo>
                  <a:lnTo>
                    <a:pt x="1472625" y="7715310"/>
                  </a:lnTo>
                  <a:lnTo>
                    <a:pt x="1480747" y="7715307"/>
                  </a:lnTo>
                  <a:lnTo>
                    <a:pt x="1501168" y="7715298"/>
                  </a:lnTo>
                  <a:lnTo>
                    <a:pt x="1537546" y="7715283"/>
                  </a:lnTo>
                  <a:lnTo>
                    <a:pt x="1591501" y="7715256"/>
                  </a:lnTo>
                  <a:lnTo>
                    <a:pt x="1662497" y="7715218"/>
                  </a:lnTo>
                  <a:lnTo>
                    <a:pt x="1748065" y="7715166"/>
                  </a:lnTo>
                  <a:lnTo>
                    <a:pt x="1844382" y="7715100"/>
                  </a:lnTo>
                  <a:lnTo>
                    <a:pt x="1947028" y="7715020"/>
                  </a:lnTo>
                  <a:lnTo>
                    <a:pt x="2051722" y="7714927"/>
                  </a:lnTo>
                  <a:lnTo>
                    <a:pt x="2154851" y="7714819"/>
                  </a:lnTo>
                  <a:lnTo>
                    <a:pt x="2253728" y="7714699"/>
                  </a:lnTo>
                  <a:lnTo>
                    <a:pt x="2346631" y="7714564"/>
                  </a:lnTo>
                  <a:lnTo>
                    <a:pt x="2432685" y="7714415"/>
                  </a:lnTo>
                  <a:lnTo>
                    <a:pt x="2511675" y="7714250"/>
                  </a:lnTo>
                  <a:lnTo>
                    <a:pt x="2583862" y="7714067"/>
                  </a:lnTo>
                  <a:lnTo>
                    <a:pt x="2649814" y="7713864"/>
                  </a:lnTo>
                  <a:lnTo>
                    <a:pt x="2710281" y="7713638"/>
                  </a:lnTo>
                  <a:lnTo>
                    <a:pt x="2766097" y="7713387"/>
                  </a:lnTo>
                  <a:lnTo>
                    <a:pt x="2818116" y="7713106"/>
                  </a:lnTo>
                  <a:lnTo>
                    <a:pt x="2867151" y="7712795"/>
                  </a:lnTo>
                  <a:lnTo>
                    <a:pt x="2896531" y="7712586"/>
                  </a:lnTo>
                  <a:lnTo>
                    <a:pt x="2952766" y="7712133"/>
                  </a:lnTo>
                  <a:lnTo>
                    <a:pt x="3007151" y="7711631"/>
                  </a:lnTo>
                  <a:lnTo>
                    <a:pt x="3060440" y="7711079"/>
                  </a:lnTo>
                  <a:lnTo>
                    <a:pt x="3113167" y="7710478"/>
                  </a:lnTo>
                  <a:lnTo>
                    <a:pt x="3165688" y="7709832"/>
                  </a:lnTo>
                  <a:lnTo>
                    <a:pt x="3218218" y="7709147"/>
                  </a:lnTo>
                  <a:lnTo>
                    <a:pt x="3270852" y="7708432"/>
                  </a:lnTo>
                  <a:lnTo>
                    <a:pt x="3323597" y="7707695"/>
                  </a:lnTo>
                  <a:lnTo>
                    <a:pt x="3376399" y="7706950"/>
                  </a:lnTo>
                  <a:lnTo>
                    <a:pt x="3429182" y="7706208"/>
                  </a:lnTo>
                  <a:lnTo>
                    <a:pt x="3481874" y="7705480"/>
                  </a:lnTo>
                  <a:lnTo>
                    <a:pt x="3534450" y="7704779"/>
                  </a:lnTo>
                  <a:lnTo>
                    <a:pt x="3586958" y="7704112"/>
                  </a:lnTo>
                  <a:lnTo>
                    <a:pt x="3639547" y="7703489"/>
                  </a:lnTo>
                  <a:lnTo>
                    <a:pt x="3692500" y="7702912"/>
                  </a:lnTo>
                  <a:lnTo>
                    <a:pt x="3746259" y="7702385"/>
                  </a:lnTo>
                  <a:lnTo>
                    <a:pt x="3801461" y="7701908"/>
                  </a:lnTo>
                  <a:lnTo>
                    <a:pt x="3829811" y="7701688"/>
                  </a:lnTo>
                  <a:lnTo>
                    <a:pt x="3877360" y="7701358"/>
                  </a:lnTo>
                  <a:lnTo>
                    <a:pt x="3927428" y="7701058"/>
                  </a:lnTo>
                  <a:lnTo>
                    <a:pt x="3980779" y="7700789"/>
                  </a:lnTo>
                  <a:lnTo>
                    <a:pt x="4038246" y="7700548"/>
                  </a:lnTo>
                  <a:lnTo>
                    <a:pt x="4100684" y="7700331"/>
                  </a:lnTo>
                  <a:lnTo>
                    <a:pt x="4168905" y="7700136"/>
                  </a:lnTo>
                  <a:lnTo>
                    <a:pt x="4243601" y="7699960"/>
                  </a:lnTo>
                  <a:lnTo>
                    <a:pt x="4325243" y="7699801"/>
                  </a:lnTo>
                  <a:lnTo>
                    <a:pt x="4413933" y="7699657"/>
                  </a:lnTo>
                  <a:lnTo>
                    <a:pt x="4509231" y="7699528"/>
                  </a:lnTo>
                  <a:lnTo>
                    <a:pt x="4609962" y="7699413"/>
                  </a:lnTo>
                  <a:lnTo>
                    <a:pt x="4714049" y="7699310"/>
                  </a:lnTo>
                  <a:lnTo>
                    <a:pt x="4818440" y="7699222"/>
                  </a:lnTo>
                  <a:lnTo>
                    <a:pt x="4919227" y="7699147"/>
                  </a:lnTo>
                  <a:lnTo>
                    <a:pt x="5011998" y="7699086"/>
                  </a:lnTo>
                  <a:lnTo>
                    <a:pt x="5092469" y="7699040"/>
                  </a:lnTo>
                  <a:lnTo>
                    <a:pt x="5157241" y="7699006"/>
                  </a:lnTo>
                  <a:lnTo>
                    <a:pt x="5204523" y="7698984"/>
                  </a:lnTo>
                  <a:lnTo>
                    <a:pt x="5234584" y="7698972"/>
                  </a:lnTo>
                  <a:lnTo>
                    <a:pt x="5249842" y="7698966"/>
                  </a:lnTo>
                  <a:lnTo>
                    <a:pt x="5254649" y="7698964"/>
                  </a:lnTo>
                  <a:lnTo>
                    <a:pt x="5254955" y="7698964"/>
                  </a:lnTo>
                  <a:lnTo>
                    <a:pt x="6726343" y="7698964"/>
                  </a:lnTo>
                  <a:lnTo>
                    <a:pt x="6727055" y="7698854"/>
                  </a:lnTo>
                  <a:lnTo>
                    <a:pt x="6731783" y="7698074"/>
                  </a:lnTo>
                  <a:lnTo>
                    <a:pt x="6743852" y="7695922"/>
                  </a:lnTo>
                  <a:lnTo>
                    <a:pt x="6765802" y="7691676"/>
                  </a:lnTo>
                  <a:lnTo>
                    <a:pt x="6799273" y="7684634"/>
                  </a:lnTo>
                  <a:lnTo>
                    <a:pt x="6844908" y="7674167"/>
                  </a:lnTo>
                  <a:lnTo>
                    <a:pt x="6902321" y="7659759"/>
                  </a:lnTo>
                  <a:lnTo>
                    <a:pt x="6970201" y="7641049"/>
                  </a:lnTo>
                  <a:lnTo>
                    <a:pt x="7046527" y="7617832"/>
                  </a:lnTo>
                  <a:lnTo>
                    <a:pt x="7128859" y="7590044"/>
                  </a:lnTo>
                  <a:lnTo>
                    <a:pt x="7214648" y="7557719"/>
                  </a:lnTo>
                  <a:lnTo>
                    <a:pt x="7301502" y="7520941"/>
                  </a:lnTo>
                  <a:lnTo>
                    <a:pt x="7387370" y="7479788"/>
                  </a:lnTo>
                  <a:lnTo>
                    <a:pt x="7470646" y="7434294"/>
                  </a:lnTo>
                  <a:lnTo>
                    <a:pt x="7550186" y="7384406"/>
                  </a:lnTo>
                  <a:lnTo>
                    <a:pt x="7625277" y="7329973"/>
                  </a:lnTo>
                  <a:lnTo>
                    <a:pt x="7695568" y="7270723"/>
                  </a:lnTo>
                  <a:lnTo>
                    <a:pt x="7761000" y="7206272"/>
                  </a:lnTo>
                  <a:lnTo>
                    <a:pt x="7821726" y="7136116"/>
                  </a:lnTo>
                  <a:lnTo>
                    <a:pt x="7878052" y="7059646"/>
                  </a:lnTo>
                  <a:lnTo>
                    <a:pt x="7930379" y="6976163"/>
                  </a:lnTo>
                  <a:lnTo>
                    <a:pt x="7979167" y="6884900"/>
                  </a:lnTo>
                  <a:lnTo>
                    <a:pt x="8024899" y="6785069"/>
                  </a:lnTo>
                  <a:lnTo>
                    <a:pt x="8068063" y="6675924"/>
                  </a:lnTo>
                  <a:lnTo>
                    <a:pt x="8109124" y="6556860"/>
                  </a:lnTo>
                  <a:lnTo>
                    <a:pt x="8148506" y="6427567"/>
                  </a:lnTo>
                  <a:lnTo>
                    <a:pt x="8151487" y="6417165"/>
                  </a:lnTo>
                  <a:lnTo>
                    <a:pt x="8175570" y="6329902"/>
                  </a:lnTo>
                  <a:lnTo>
                    <a:pt x="8199226" y="6238543"/>
                  </a:lnTo>
                  <a:lnTo>
                    <a:pt x="8222529" y="6143016"/>
                  </a:lnTo>
                  <a:lnTo>
                    <a:pt x="8245546" y="6043268"/>
                  </a:lnTo>
                  <a:lnTo>
                    <a:pt x="8268332" y="5939278"/>
                  </a:lnTo>
                  <a:lnTo>
                    <a:pt x="8290937" y="5831051"/>
                  </a:lnTo>
                  <a:lnTo>
                    <a:pt x="8313404" y="5718625"/>
                  </a:lnTo>
                  <a:lnTo>
                    <a:pt x="8335769" y="5602069"/>
                  </a:lnTo>
                  <a:lnTo>
                    <a:pt x="8358064" y="5481488"/>
                  </a:lnTo>
                  <a:lnTo>
                    <a:pt x="8380314" y="5357020"/>
                  </a:lnTo>
                  <a:lnTo>
                    <a:pt x="8402540" y="5228843"/>
                  </a:lnTo>
                  <a:lnTo>
                    <a:pt x="8424758" y="5097165"/>
                  </a:lnTo>
                  <a:lnTo>
                    <a:pt x="8446981" y="4962233"/>
                  </a:lnTo>
                  <a:lnTo>
                    <a:pt x="8469218" y="4824328"/>
                  </a:lnTo>
                  <a:lnTo>
                    <a:pt x="8491474" y="4683761"/>
                  </a:lnTo>
                  <a:lnTo>
                    <a:pt x="8513752" y="4540875"/>
                  </a:lnTo>
                  <a:lnTo>
                    <a:pt x="8536051" y="4396037"/>
                  </a:lnTo>
                  <a:lnTo>
                    <a:pt x="8558369" y="4249640"/>
                  </a:lnTo>
                  <a:lnTo>
                    <a:pt x="8580702" y="4102092"/>
                  </a:lnTo>
                  <a:lnTo>
                    <a:pt x="8603046" y="3953818"/>
                  </a:lnTo>
                  <a:lnTo>
                    <a:pt x="8625394" y="3805249"/>
                  </a:lnTo>
                  <a:lnTo>
                    <a:pt x="8647740" y="3656823"/>
                  </a:lnTo>
                  <a:lnTo>
                    <a:pt x="8670078" y="3508973"/>
                  </a:lnTo>
                  <a:lnTo>
                    <a:pt x="8692402" y="3362126"/>
                  </a:lnTo>
                  <a:lnTo>
                    <a:pt x="8714708" y="3216697"/>
                  </a:lnTo>
                  <a:lnTo>
                    <a:pt x="8736993" y="3073086"/>
                  </a:lnTo>
                  <a:lnTo>
                    <a:pt x="8759257" y="2931668"/>
                  </a:lnTo>
                  <a:lnTo>
                    <a:pt x="8781500" y="2792795"/>
                  </a:lnTo>
                  <a:lnTo>
                    <a:pt x="8803727" y="2656790"/>
                  </a:lnTo>
                  <a:lnTo>
                    <a:pt x="8825946" y="2523945"/>
                  </a:lnTo>
                  <a:lnTo>
                    <a:pt x="8848167" y="2394517"/>
                  </a:lnTo>
                  <a:lnTo>
                    <a:pt x="8870407" y="2268731"/>
                  </a:lnTo>
                  <a:lnTo>
                    <a:pt x="8892683" y="2146774"/>
                  </a:lnTo>
                  <a:lnTo>
                    <a:pt x="8915020" y="2028797"/>
                  </a:lnTo>
                  <a:lnTo>
                    <a:pt x="8937448" y="1914917"/>
                  </a:lnTo>
                  <a:lnTo>
                    <a:pt x="8960000" y="1805216"/>
                  </a:lnTo>
                  <a:lnTo>
                    <a:pt x="8982718" y="1699742"/>
                  </a:lnTo>
                  <a:lnTo>
                    <a:pt x="9005647" y="1598513"/>
                  </a:lnTo>
                  <a:lnTo>
                    <a:pt x="9028844" y="1501514"/>
                  </a:lnTo>
                  <a:lnTo>
                    <a:pt x="9052368" y="1408705"/>
                  </a:lnTo>
                  <a:lnTo>
                    <a:pt x="9076293" y="1320020"/>
                  </a:lnTo>
                  <a:lnTo>
                    <a:pt x="9084767" y="1289971"/>
                  </a:lnTo>
                  <a:lnTo>
                    <a:pt x="9124036" y="1159889"/>
                  </a:lnTo>
                  <a:lnTo>
                    <a:pt x="9164952" y="1040042"/>
                  </a:lnTo>
                  <a:lnTo>
                    <a:pt x="9207937" y="930150"/>
                  </a:lnTo>
                  <a:lnTo>
                    <a:pt x="9253455" y="829626"/>
                  </a:lnTo>
                  <a:lnTo>
                    <a:pt x="9301989" y="737730"/>
                  </a:lnTo>
                  <a:lnTo>
                    <a:pt x="9354027" y="653674"/>
                  </a:lnTo>
                  <a:lnTo>
                    <a:pt x="9410028" y="576688"/>
                  </a:lnTo>
                  <a:lnTo>
                    <a:pt x="9470403" y="506068"/>
                  </a:lnTo>
                  <a:lnTo>
                    <a:pt x="9535464" y="441196"/>
                  </a:lnTo>
                  <a:lnTo>
                    <a:pt x="9605379" y="381561"/>
                  </a:lnTo>
                  <a:lnTo>
                    <a:pt x="9680107" y="326766"/>
                  </a:lnTo>
                  <a:lnTo>
                    <a:pt x="9759324" y="276535"/>
                  </a:lnTo>
                  <a:lnTo>
                    <a:pt x="9842347" y="230704"/>
                  </a:lnTo>
                  <a:lnTo>
                    <a:pt x="9928066" y="189217"/>
                  </a:lnTo>
                  <a:lnTo>
                    <a:pt x="10014911" y="152098"/>
                  </a:lnTo>
                  <a:lnTo>
                    <a:pt x="10100864" y="119426"/>
                  </a:lnTo>
                  <a:lnTo>
                    <a:pt x="10183554" y="91286"/>
                  </a:lnTo>
                  <a:lnTo>
                    <a:pt x="10260433" y="67717"/>
                  </a:lnTo>
                  <a:lnTo>
                    <a:pt x="10329045" y="48664"/>
                  </a:lnTo>
                  <a:lnTo>
                    <a:pt x="10387323" y="33936"/>
                  </a:lnTo>
                  <a:lnTo>
                    <a:pt x="10433892" y="23181"/>
                  </a:lnTo>
                  <a:lnTo>
                    <a:pt x="10468293" y="15896"/>
                  </a:lnTo>
                  <a:lnTo>
                    <a:pt x="10491085" y="11459"/>
                  </a:lnTo>
                  <a:lnTo>
                    <a:pt x="10503837" y="9170"/>
                  </a:lnTo>
                  <a:lnTo>
                    <a:pt x="10509023" y="8310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9198" y="109"/>
                  </a:lnTo>
                  <a:lnTo>
                    <a:pt x="10504470" y="889"/>
                  </a:lnTo>
                  <a:lnTo>
                    <a:pt x="10492401" y="3042"/>
                  </a:lnTo>
                  <a:lnTo>
                    <a:pt x="10470451" y="7288"/>
                  </a:lnTo>
                  <a:lnTo>
                    <a:pt x="10436980" y="14329"/>
                  </a:lnTo>
                  <a:lnTo>
                    <a:pt x="10391345" y="24797"/>
                  </a:lnTo>
                  <a:lnTo>
                    <a:pt x="10333933" y="39204"/>
                  </a:lnTo>
                  <a:lnTo>
                    <a:pt x="10266052" y="57914"/>
                  </a:lnTo>
                  <a:lnTo>
                    <a:pt x="10189726" y="81131"/>
                  </a:lnTo>
                  <a:lnTo>
                    <a:pt x="10107394" y="108919"/>
                  </a:lnTo>
                  <a:lnTo>
                    <a:pt x="10021605" y="141244"/>
                  </a:lnTo>
                  <a:lnTo>
                    <a:pt x="9934752" y="178023"/>
                  </a:lnTo>
                  <a:lnTo>
                    <a:pt x="9848883" y="219175"/>
                  </a:lnTo>
                  <a:lnTo>
                    <a:pt x="9765607" y="264670"/>
                  </a:lnTo>
                  <a:lnTo>
                    <a:pt x="9686067" y="314557"/>
                  </a:lnTo>
                  <a:lnTo>
                    <a:pt x="9610977" y="368991"/>
                  </a:lnTo>
                  <a:lnTo>
                    <a:pt x="9540685" y="428240"/>
                  </a:lnTo>
                  <a:lnTo>
                    <a:pt x="9475254" y="492691"/>
                  </a:lnTo>
                  <a:lnTo>
                    <a:pt x="9414527" y="562847"/>
                  </a:lnTo>
                  <a:lnTo>
                    <a:pt x="9358202" y="639317"/>
                  </a:lnTo>
                  <a:lnTo>
                    <a:pt x="9305874" y="722801"/>
                  </a:lnTo>
                  <a:lnTo>
                    <a:pt x="9257087" y="814063"/>
                  </a:lnTo>
                  <a:lnTo>
                    <a:pt x="9211354" y="913894"/>
                  </a:lnTo>
                  <a:lnTo>
                    <a:pt x="9168190" y="1023040"/>
                  </a:lnTo>
                  <a:lnTo>
                    <a:pt x="9127130" y="1142104"/>
                  </a:lnTo>
                  <a:lnTo>
                    <a:pt x="9087747" y="1271396"/>
                  </a:lnTo>
                  <a:lnTo>
                    <a:pt x="9084767" y="1281798"/>
                  </a:lnTo>
                  <a:lnTo>
                    <a:pt x="9060683" y="1369062"/>
                  </a:lnTo>
                  <a:lnTo>
                    <a:pt x="9037027" y="1460420"/>
                  </a:lnTo>
                  <a:lnTo>
                    <a:pt x="9013724" y="1555948"/>
                  </a:lnTo>
                  <a:lnTo>
                    <a:pt x="8990708" y="1655695"/>
                  </a:lnTo>
                  <a:lnTo>
                    <a:pt x="8967922" y="1759686"/>
                  </a:lnTo>
                  <a:lnTo>
                    <a:pt x="8945317" y="1867912"/>
                  </a:lnTo>
                  <a:lnTo>
                    <a:pt x="8922850" y="1980339"/>
                  </a:lnTo>
                  <a:lnTo>
                    <a:pt x="8900484" y="2096895"/>
                  </a:lnTo>
                  <a:lnTo>
                    <a:pt x="8878189" y="2217476"/>
                  </a:lnTo>
                  <a:lnTo>
                    <a:pt x="8855940" y="2341943"/>
                  </a:lnTo>
                  <a:lnTo>
                    <a:pt x="8833714" y="2470121"/>
                  </a:lnTo>
                  <a:lnTo>
                    <a:pt x="8811495" y="2601799"/>
                  </a:lnTo>
                  <a:lnTo>
                    <a:pt x="8789272" y="2736730"/>
                  </a:lnTo>
                  <a:lnTo>
                    <a:pt x="8767035" y="2874636"/>
                  </a:lnTo>
                  <a:lnTo>
                    <a:pt x="8744779" y="3015202"/>
                  </a:lnTo>
                  <a:lnTo>
                    <a:pt x="8722502" y="3158089"/>
                  </a:lnTo>
                  <a:lnTo>
                    <a:pt x="8700203" y="3302926"/>
                  </a:lnTo>
                  <a:lnTo>
                    <a:pt x="8677884" y="3449324"/>
                  </a:lnTo>
                  <a:lnTo>
                    <a:pt x="8655551" y="3596871"/>
                  </a:lnTo>
                  <a:lnTo>
                    <a:pt x="8633207" y="3745146"/>
                  </a:lnTo>
                  <a:lnTo>
                    <a:pt x="8610859" y="3893714"/>
                  </a:lnTo>
                  <a:lnTo>
                    <a:pt x="8588513" y="4042140"/>
                  </a:lnTo>
                  <a:lnTo>
                    <a:pt x="8566175" y="4189991"/>
                  </a:lnTo>
                  <a:lnTo>
                    <a:pt x="8543851" y="4336838"/>
                  </a:lnTo>
                  <a:lnTo>
                    <a:pt x="8521545" y="4482266"/>
                  </a:lnTo>
                  <a:lnTo>
                    <a:pt x="8499260" y="4625878"/>
                  </a:lnTo>
                  <a:lnTo>
                    <a:pt x="8476997" y="4767296"/>
                  </a:lnTo>
                  <a:lnTo>
                    <a:pt x="8454754" y="4906169"/>
                  </a:lnTo>
                  <a:lnTo>
                    <a:pt x="8432526" y="5042174"/>
                  </a:lnTo>
                  <a:lnTo>
                    <a:pt x="8410308" y="5175019"/>
                  </a:lnTo>
                  <a:lnTo>
                    <a:pt x="8388086" y="5304446"/>
                  </a:lnTo>
                  <a:lnTo>
                    <a:pt x="8365847" y="5430232"/>
                  </a:lnTo>
                  <a:lnTo>
                    <a:pt x="8343570" y="5552190"/>
                  </a:lnTo>
                  <a:lnTo>
                    <a:pt x="8321233" y="5670167"/>
                  </a:lnTo>
                  <a:lnTo>
                    <a:pt x="8298805" y="5784046"/>
                  </a:lnTo>
                  <a:lnTo>
                    <a:pt x="8276253" y="5893747"/>
                  </a:lnTo>
                  <a:lnTo>
                    <a:pt x="8253535" y="5999221"/>
                  </a:lnTo>
                  <a:lnTo>
                    <a:pt x="8230606" y="6100451"/>
                  </a:lnTo>
                  <a:lnTo>
                    <a:pt x="8207410" y="6197449"/>
                  </a:lnTo>
                  <a:lnTo>
                    <a:pt x="8183885" y="6290258"/>
                  </a:lnTo>
                  <a:lnTo>
                    <a:pt x="8159960" y="6378943"/>
                  </a:lnTo>
                  <a:lnTo>
                    <a:pt x="8151487" y="6408992"/>
                  </a:lnTo>
                  <a:lnTo>
                    <a:pt x="8112218" y="6539074"/>
                  </a:lnTo>
                  <a:lnTo>
                    <a:pt x="8071301" y="6658922"/>
                  </a:lnTo>
                  <a:lnTo>
                    <a:pt x="8028316" y="6768814"/>
                  </a:lnTo>
                  <a:lnTo>
                    <a:pt x="7982798" y="6869338"/>
                  </a:lnTo>
                  <a:lnTo>
                    <a:pt x="7934264" y="6961234"/>
                  </a:lnTo>
                  <a:lnTo>
                    <a:pt x="7882227" y="7045290"/>
                  </a:lnTo>
                  <a:lnTo>
                    <a:pt x="7826225" y="7122275"/>
                  </a:lnTo>
                  <a:lnTo>
                    <a:pt x="7765850" y="7192895"/>
                  </a:lnTo>
                  <a:lnTo>
                    <a:pt x="7700790" y="7257768"/>
                  </a:lnTo>
                  <a:lnTo>
                    <a:pt x="7630874" y="7317403"/>
                  </a:lnTo>
                  <a:lnTo>
                    <a:pt x="7556146" y="7372197"/>
                  </a:lnTo>
                  <a:lnTo>
                    <a:pt x="7476929" y="7422429"/>
                  </a:lnTo>
                  <a:lnTo>
                    <a:pt x="7393906" y="7468259"/>
                  </a:lnTo>
                  <a:lnTo>
                    <a:pt x="7308187" y="7509747"/>
                  </a:lnTo>
                  <a:lnTo>
                    <a:pt x="7221342" y="7546865"/>
                  </a:lnTo>
                  <a:lnTo>
                    <a:pt x="7135389" y="7579537"/>
                  </a:lnTo>
                  <a:lnTo>
                    <a:pt x="7052700" y="7607678"/>
                  </a:lnTo>
                  <a:lnTo>
                    <a:pt x="6975820" y="7631247"/>
                  </a:lnTo>
                  <a:lnTo>
                    <a:pt x="6907209" y="7650299"/>
                  </a:lnTo>
                  <a:lnTo>
                    <a:pt x="6848931" y="7665028"/>
                  </a:lnTo>
                  <a:lnTo>
                    <a:pt x="6802361" y="7675783"/>
                  </a:lnTo>
                  <a:lnTo>
                    <a:pt x="6767960" y="7683067"/>
                  </a:lnTo>
                  <a:lnTo>
                    <a:pt x="6745168" y="7687505"/>
                  </a:lnTo>
                  <a:lnTo>
                    <a:pt x="6732416" y="7689793"/>
                  </a:lnTo>
                  <a:lnTo>
                    <a:pt x="6727230" y="7690654"/>
                  </a:lnTo>
                  <a:lnTo>
                    <a:pt x="6726343" y="7690791"/>
                  </a:lnTo>
                  <a:lnTo>
                    <a:pt x="5254955" y="7690791"/>
                  </a:lnTo>
                  <a:lnTo>
                    <a:pt x="5253717" y="7690791"/>
                  </a:lnTo>
                  <a:lnTo>
                    <a:pt x="5245595" y="7690794"/>
                  </a:lnTo>
                  <a:lnTo>
                    <a:pt x="5225174" y="7690802"/>
                  </a:lnTo>
                  <a:lnTo>
                    <a:pt x="5188796" y="7690818"/>
                  </a:lnTo>
                  <a:lnTo>
                    <a:pt x="5134841" y="7690844"/>
                  </a:lnTo>
                  <a:lnTo>
                    <a:pt x="5063845" y="7690883"/>
                  </a:lnTo>
                  <a:lnTo>
                    <a:pt x="4978277" y="7690935"/>
                  </a:lnTo>
                  <a:lnTo>
                    <a:pt x="4881960" y="7691001"/>
                  </a:lnTo>
                  <a:lnTo>
                    <a:pt x="4779314" y="7691080"/>
                  </a:lnTo>
                  <a:lnTo>
                    <a:pt x="4674620" y="7691174"/>
                  </a:lnTo>
                  <a:lnTo>
                    <a:pt x="4571491" y="7691282"/>
                  </a:lnTo>
                  <a:lnTo>
                    <a:pt x="4472614" y="7691402"/>
                  </a:lnTo>
                  <a:lnTo>
                    <a:pt x="4379711" y="7691537"/>
                  </a:lnTo>
                  <a:lnTo>
                    <a:pt x="4293658" y="7691686"/>
                  </a:lnTo>
                  <a:lnTo>
                    <a:pt x="4214667" y="7691851"/>
                  </a:lnTo>
                  <a:lnTo>
                    <a:pt x="4142480" y="7692034"/>
                  </a:lnTo>
                  <a:lnTo>
                    <a:pt x="4076528" y="7692237"/>
                  </a:lnTo>
                  <a:lnTo>
                    <a:pt x="4016061" y="7692463"/>
                  </a:lnTo>
                  <a:lnTo>
                    <a:pt x="3960245" y="7692714"/>
                  </a:lnTo>
                  <a:lnTo>
                    <a:pt x="3908226" y="7692994"/>
                  </a:lnTo>
                  <a:lnTo>
                    <a:pt x="3859191" y="7693305"/>
                  </a:lnTo>
                  <a:lnTo>
                    <a:pt x="3829811" y="7693515"/>
                  </a:lnTo>
                  <a:lnTo>
                    <a:pt x="3773576" y="7693968"/>
                  </a:lnTo>
                  <a:lnTo>
                    <a:pt x="3719191" y="7694469"/>
                  </a:lnTo>
                  <a:lnTo>
                    <a:pt x="3665902" y="7695022"/>
                  </a:lnTo>
                  <a:lnTo>
                    <a:pt x="3613175" y="7695622"/>
                  </a:lnTo>
                  <a:lnTo>
                    <a:pt x="3560654" y="7696268"/>
                  </a:lnTo>
                  <a:lnTo>
                    <a:pt x="3508124" y="7696953"/>
                  </a:lnTo>
                  <a:lnTo>
                    <a:pt x="3455490" y="7697669"/>
                  </a:lnTo>
                  <a:lnTo>
                    <a:pt x="3402745" y="7698405"/>
                  </a:lnTo>
                  <a:lnTo>
                    <a:pt x="3349943" y="7699151"/>
                  </a:lnTo>
                  <a:lnTo>
                    <a:pt x="3297161" y="7699893"/>
                  </a:lnTo>
                  <a:lnTo>
                    <a:pt x="3244468" y="7700621"/>
                  </a:lnTo>
                  <a:lnTo>
                    <a:pt x="3191892" y="7701322"/>
                  </a:lnTo>
                  <a:lnTo>
                    <a:pt x="3139384" y="7701988"/>
                  </a:lnTo>
                  <a:lnTo>
                    <a:pt x="3086795" y="7702612"/>
                  </a:lnTo>
                  <a:lnTo>
                    <a:pt x="3033842" y="7703189"/>
                  </a:lnTo>
                  <a:lnTo>
                    <a:pt x="2980083" y="7703716"/>
                  </a:lnTo>
                  <a:lnTo>
                    <a:pt x="2924881" y="7704193"/>
                  </a:lnTo>
                  <a:lnTo>
                    <a:pt x="2896531" y="7704413"/>
                  </a:lnTo>
                  <a:lnTo>
                    <a:pt x="2848982" y="7704743"/>
                  </a:lnTo>
                  <a:lnTo>
                    <a:pt x="2798914" y="7705043"/>
                  </a:lnTo>
                  <a:lnTo>
                    <a:pt x="2745564" y="7705312"/>
                  </a:lnTo>
                  <a:lnTo>
                    <a:pt x="2688096" y="7705553"/>
                  </a:lnTo>
                  <a:lnTo>
                    <a:pt x="2625658" y="7705770"/>
                  </a:lnTo>
                  <a:lnTo>
                    <a:pt x="2557438" y="7705965"/>
                  </a:lnTo>
                  <a:lnTo>
                    <a:pt x="2482741" y="7706141"/>
                  </a:lnTo>
                  <a:lnTo>
                    <a:pt x="2401100" y="7706300"/>
                  </a:lnTo>
                  <a:lnTo>
                    <a:pt x="2312409" y="7706443"/>
                  </a:lnTo>
                  <a:lnTo>
                    <a:pt x="2217111" y="7706573"/>
                  </a:lnTo>
                  <a:lnTo>
                    <a:pt x="2116380" y="7706688"/>
                  </a:lnTo>
                  <a:lnTo>
                    <a:pt x="2012293" y="7706791"/>
                  </a:lnTo>
                  <a:lnTo>
                    <a:pt x="1907902" y="7706879"/>
                  </a:lnTo>
                  <a:lnTo>
                    <a:pt x="1807116" y="7706954"/>
                  </a:lnTo>
                  <a:lnTo>
                    <a:pt x="1714344" y="7707014"/>
                  </a:lnTo>
                  <a:lnTo>
                    <a:pt x="1633873" y="7707061"/>
                  </a:lnTo>
                  <a:lnTo>
                    <a:pt x="1569101" y="7707095"/>
                  </a:lnTo>
                  <a:lnTo>
                    <a:pt x="1521819" y="7707117"/>
                  </a:lnTo>
                  <a:lnTo>
                    <a:pt x="1491758" y="7707129"/>
                  </a:lnTo>
                  <a:lnTo>
                    <a:pt x="1476500" y="7707135"/>
                  </a:lnTo>
                  <a:lnTo>
                    <a:pt x="1471693" y="7707137"/>
                  </a:lnTo>
                  <a:lnTo>
                    <a:pt x="1471387" y="7707137"/>
                  </a:lnTo>
                  <a:lnTo>
                    <a:pt x="0" y="7707137"/>
                  </a:lnTo>
                  <a:close/>
                </a:path>
              </a:pathLst>
            </a:custGeom>
            <a:solidFill>
              <a:srgbClr val="F3BA99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920" name="pl1920"/>
            <p:cNvSpPr/>
            <p:nvPr/>
          </p:nvSpPr>
          <p:spPr>
            <a:xfrm>
              <a:off x="4799595" y="2879309"/>
              <a:ext cx="11981298" cy="7707137"/>
            </a:xfrm>
            <a:custGeom>
              <a:avLst/>
              <a:pathLst>
                <a:path w="11981298" h="7707137">
                  <a:moveTo>
                    <a:pt x="0" y="7707137"/>
                  </a:moveTo>
                  <a:lnTo>
                    <a:pt x="1471387" y="7707137"/>
                  </a:lnTo>
                  <a:lnTo>
                    <a:pt x="1472625" y="7707137"/>
                  </a:lnTo>
                  <a:lnTo>
                    <a:pt x="1480747" y="7707134"/>
                  </a:lnTo>
                  <a:lnTo>
                    <a:pt x="1501168" y="7707125"/>
                  </a:lnTo>
                  <a:lnTo>
                    <a:pt x="1537546" y="7707110"/>
                  </a:lnTo>
                  <a:lnTo>
                    <a:pt x="1591501" y="7707083"/>
                  </a:lnTo>
                  <a:lnTo>
                    <a:pt x="1662497" y="7707045"/>
                  </a:lnTo>
                  <a:lnTo>
                    <a:pt x="1748065" y="7706993"/>
                  </a:lnTo>
                  <a:lnTo>
                    <a:pt x="1844382" y="7706927"/>
                  </a:lnTo>
                  <a:lnTo>
                    <a:pt x="1947028" y="7706847"/>
                  </a:lnTo>
                  <a:lnTo>
                    <a:pt x="2051722" y="7706754"/>
                  </a:lnTo>
                  <a:lnTo>
                    <a:pt x="2154851" y="7706646"/>
                  </a:lnTo>
                  <a:lnTo>
                    <a:pt x="2253728" y="7706526"/>
                  </a:lnTo>
                  <a:lnTo>
                    <a:pt x="2346631" y="7706391"/>
                  </a:lnTo>
                  <a:lnTo>
                    <a:pt x="2432685" y="7706242"/>
                  </a:lnTo>
                  <a:lnTo>
                    <a:pt x="2511675" y="7706077"/>
                  </a:lnTo>
                  <a:lnTo>
                    <a:pt x="2583862" y="7705894"/>
                  </a:lnTo>
                  <a:lnTo>
                    <a:pt x="2649814" y="7705691"/>
                  </a:lnTo>
                  <a:lnTo>
                    <a:pt x="2710281" y="7705465"/>
                  </a:lnTo>
                  <a:lnTo>
                    <a:pt x="2766097" y="7705214"/>
                  </a:lnTo>
                  <a:lnTo>
                    <a:pt x="2818116" y="7704933"/>
                  </a:lnTo>
                  <a:lnTo>
                    <a:pt x="2867151" y="7704622"/>
                  </a:lnTo>
                  <a:lnTo>
                    <a:pt x="2896531" y="7704413"/>
                  </a:lnTo>
                  <a:lnTo>
                    <a:pt x="2952766" y="7703960"/>
                  </a:lnTo>
                  <a:lnTo>
                    <a:pt x="3007151" y="7703458"/>
                  </a:lnTo>
                  <a:lnTo>
                    <a:pt x="3060440" y="7702906"/>
                  </a:lnTo>
                  <a:lnTo>
                    <a:pt x="3113167" y="7702305"/>
                  </a:lnTo>
                  <a:lnTo>
                    <a:pt x="3165688" y="7701659"/>
                  </a:lnTo>
                  <a:lnTo>
                    <a:pt x="3218218" y="7700974"/>
                  </a:lnTo>
                  <a:lnTo>
                    <a:pt x="3270852" y="7700259"/>
                  </a:lnTo>
                  <a:lnTo>
                    <a:pt x="3323597" y="7699522"/>
                  </a:lnTo>
                  <a:lnTo>
                    <a:pt x="3376399" y="7698777"/>
                  </a:lnTo>
                  <a:lnTo>
                    <a:pt x="3429182" y="7698035"/>
                  </a:lnTo>
                  <a:lnTo>
                    <a:pt x="3481874" y="7697307"/>
                  </a:lnTo>
                  <a:lnTo>
                    <a:pt x="3534450" y="7696606"/>
                  </a:lnTo>
                  <a:lnTo>
                    <a:pt x="3586958" y="7695939"/>
                  </a:lnTo>
                  <a:lnTo>
                    <a:pt x="3639547" y="7695316"/>
                  </a:lnTo>
                  <a:lnTo>
                    <a:pt x="3692500" y="7694739"/>
                  </a:lnTo>
                  <a:lnTo>
                    <a:pt x="3746259" y="7694212"/>
                  </a:lnTo>
                  <a:lnTo>
                    <a:pt x="3801461" y="7693735"/>
                  </a:lnTo>
                  <a:lnTo>
                    <a:pt x="3829811" y="7693515"/>
                  </a:lnTo>
                  <a:lnTo>
                    <a:pt x="3877360" y="7693185"/>
                  </a:lnTo>
                  <a:lnTo>
                    <a:pt x="3927428" y="7692885"/>
                  </a:lnTo>
                  <a:lnTo>
                    <a:pt x="3980779" y="7692616"/>
                  </a:lnTo>
                  <a:lnTo>
                    <a:pt x="4038246" y="7692375"/>
                  </a:lnTo>
                  <a:lnTo>
                    <a:pt x="4100684" y="7692158"/>
                  </a:lnTo>
                  <a:lnTo>
                    <a:pt x="4168905" y="7691963"/>
                  </a:lnTo>
                  <a:lnTo>
                    <a:pt x="4243601" y="7691787"/>
                  </a:lnTo>
                  <a:lnTo>
                    <a:pt x="4325243" y="7691628"/>
                  </a:lnTo>
                  <a:lnTo>
                    <a:pt x="4413933" y="7691484"/>
                  </a:lnTo>
                  <a:lnTo>
                    <a:pt x="4509231" y="7691355"/>
                  </a:lnTo>
                  <a:lnTo>
                    <a:pt x="4609962" y="7691240"/>
                  </a:lnTo>
                  <a:lnTo>
                    <a:pt x="4714049" y="7691137"/>
                  </a:lnTo>
                  <a:lnTo>
                    <a:pt x="4818440" y="7691049"/>
                  </a:lnTo>
                  <a:lnTo>
                    <a:pt x="4919227" y="7690974"/>
                  </a:lnTo>
                  <a:lnTo>
                    <a:pt x="5011998" y="7690913"/>
                  </a:lnTo>
                  <a:lnTo>
                    <a:pt x="5092469" y="7690867"/>
                  </a:lnTo>
                  <a:lnTo>
                    <a:pt x="5157241" y="7690833"/>
                  </a:lnTo>
                  <a:lnTo>
                    <a:pt x="5204523" y="7690811"/>
                  </a:lnTo>
                  <a:lnTo>
                    <a:pt x="5234584" y="7690799"/>
                  </a:lnTo>
                  <a:lnTo>
                    <a:pt x="5249842" y="7690793"/>
                  </a:lnTo>
                  <a:lnTo>
                    <a:pt x="5254649" y="7690791"/>
                  </a:lnTo>
                  <a:lnTo>
                    <a:pt x="5254955" y="7690791"/>
                  </a:lnTo>
                  <a:lnTo>
                    <a:pt x="6726343" y="7690791"/>
                  </a:lnTo>
                  <a:lnTo>
                    <a:pt x="6727055" y="7690681"/>
                  </a:lnTo>
                  <a:lnTo>
                    <a:pt x="6731783" y="7689901"/>
                  </a:lnTo>
                  <a:lnTo>
                    <a:pt x="6743852" y="7687749"/>
                  </a:lnTo>
                  <a:lnTo>
                    <a:pt x="6765802" y="7683503"/>
                  </a:lnTo>
                  <a:lnTo>
                    <a:pt x="6799273" y="7676461"/>
                  </a:lnTo>
                  <a:lnTo>
                    <a:pt x="6844908" y="7665994"/>
                  </a:lnTo>
                  <a:lnTo>
                    <a:pt x="6902321" y="7651586"/>
                  </a:lnTo>
                  <a:lnTo>
                    <a:pt x="6970201" y="7632876"/>
                  </a:lnTo>
                  <a:lnTo>
                    <a:pt x="7046527" y="7609659"/>
                  </a:lnTo>
                  <a:lnTo>
                    <a:pt x="7128859" y="7581871"/>
                  </a:lnTo>
                  <a:lnTo>
                    <a:pt x="7214648" y="7549546"/>
                  </a:lnTo>
                  <a:lnTo>
                    <a:pt x="7301502" y="7512768"/>
                  </a:lnTo>
                  <a:lnTo>
                    <a:pt x="7387370" y="7471615"/>
                  </a:lnTo>
                  <a:lnTo>
                    <a:pt x="7470646" y="7426121"/>
                  </a:lnTo>
                  <a:lnTo>
                    <a:pt x="7550186" y="7376233"/>
                  </a:lnTo>
                  <a:lnTo>
                    <a:pt x="7625277" y="7321800"/>
                  </a:lnTo>
                  <a:lnTo>
                    <a:pt x="7695568" y="7262550"/>
                  </a:lnTo>
                  <a:lnTo>
                    <a:pt x="7761000" y="7198099"/>
                  </a:lnTo>
                  <a:lnTo>
                    <a:pt x="7821726" y="7127943"/>
                  </a:lnTo>
                  <a:lnTo>
                    <a:pt x="7878052" y="7051473"/>
                  </a:lnTo>
                  <a:lnTo>
                    <a:pt x="7930379" y="6967990"/>
                  </a:lnTo>
                  <a:lnTo>
                    <a:pt x="7979167" y="6876727"/>
                  </a:lnTo>
                  <a:lnTo>
                    <a:pt x="8024899" y="6776896"/>
                  </a:lnTo>
                  <a:lnTo>
                    <a:pt x="8068063" y="6667751"/>
                  </a:lnTo>
                  <a:lnTo>
                    <a:pt x="8109124" y="6548687"/>
                  </a:lnTo>
                  <a:lnTo>
                    <a:pt x="8148506" y="6419394"/>
                  </a:lnTo>
                  <a:lnTo>
                    <a:pt x="8151487" y="6408992"/>
                  </a:lnTo>
                  <a:lnTo>
                    <a:pt x="8175570" y="6321729"/>
                  </a:lnTo>
                  <a:lnTo>
                    <a:pt x="8199226" y="6230370"/>
                  </a:lnTo>
                  <a:lnTo>
                    <a:pt x="8222529" y="6134843"/>
                  </a:lnTo>
                  <a:lnTo>
                    <a:pt x="8245546" y="6035095"/>
                  </a:lnTo>
                  <a:lnTo>
                    <a:pt x="8268332" y="5931105"/>
                  </a:lnTo>
                  <a:lnTo>
                    <a:pt x="8290937" y="5822878"/>
                  </a:lnTo>
                  <a:lnTo>
                    <a:pt x="8313404" y="5710452"/>
                  </a:lnTo>
                  <a:lnTo>
                    <a:pt x="8335769" y="5593896"/>
                  </a:lnTo>
                  <a:lnTo>
                    <a:pt x="8358064" y="5473315"/>
                  </a:lnTo>
                  <a:lnTo>
                    <a:pt x="8380314" y="5348847"/>
                  </a:lnTo>
                  <a:lnTo>
                    <a:pt x="8402540" y="5220670"/>
                  </a:lnTo>
                  <a:lnTo>
                    <a:pt x="8424758" y="5088992"/>
                  </a:lnTo>
                  <a:lnTo>
                    <a:pt x="8446981" y="4954060"/>
                  </a:lnTo>
                  <a:lnTo>
                    <a:pt x="8469218" y="4816155"/>
                  </a:lnTo>
                  <a:lnTo>
                    <a:pt x="8491474" y="4675588"/>
                  </a:lnTo>
                  <a:lnTo>
                    <a:pt x="8513752" y="4532702"/>
                  </a:lnTo>
                  <a:lnTo>
                    <a:pt x="8536051" y="4387864"/>
                  </a:lnTo>
                  <a:lnTo>
                    <a:pt x="8558369" y="4241467"/>
                  </a:lnTo>
                  <a:lnTo>
                    <a:pt x="8580702" y="4093919"/>
                  </a:lnTo>
                  <a:lnTo>
                    <a:pt x="8603046" y="3945645"/>
                  </a:lnTo>
                  <a:lnTo>
                    <a:pt x="8625394" y="3797076"/>
                  </a:lnTo>
                  <a:lnTo>
                    <a:pt x="8647740" y="3648650"/>
                  </a:lnTo>
                  <a:lnTo>
                    <a:pt x="8670078" y="3500800"/>
                  </a:lnTo>
                  <a:lnTo>
                    <a:pt x="8692402" y="3353953"/>
                  </a:lnTo>
                  <a:lnTo>
                    <a:pt x="8714708" y="3208524"/>
                  </a:lnTo>
                  <a:lnTo>
                    <a:pt x="8736993" y="3064913"/>
                  </a:lnTo>
                  <a:lnTo>
                    <a:pt x="8759257" y="2923495"/>
                  </a:lnTo>
                  <a:lnTo>
                    <a:pt x="8781500" y="2784622"/>
                  </a:lnTo>
                  <a:lnTo>
                    <a:pt x="8803727" y="2648617"/>
                  </a:lnTo>
                  <a:lnTo>
                    <a:pt x="8825946" y="2515772"/>
                  </a:lnTo>
                  <a:lnTo>
                    <a:pt x="8848167" y="2386344"/>
                  </a:lnTo>
                  <a:lnTo>
                    <a:pt x="8870407" y="2260558"/>
                  </a:lnTo>
                  <a:lnTo>
                    <a:pt x="8892683" y="2138601"/>
                  </a:lnTo>
                  <a:lnTo>
                    <a:pt x="8915020" y="2020624"/>
                  </a:lnTo>
                  <a:lnTo>
                    <a:pt x="8937448" y="1906744"/>
                  </a:lnTo>
                  <a:lnTo>
                    <a:pt x="8960000" y="1797043"/>
                  </a:lnTo>
                  <a:lnTo>
                    <a:pt x="8982718" y="1691569"/>
                  </a:lnTo>
                  <a:lnTo>
                    <a:pt x="9005647" y="1590340"/>
                  </a:lnTo>
                  <a:lnTo>
                    <a:pt x="9028844" y="1493341"/>
                  </a:lnTo>
                  <a:lnTo>
                    <a:pt x="9052368" y="1400532"/>
                  </a:lnTo>
                  <a:lnTo>
                    <a:pt x="9076293" y="1311847"/>
                  </a:lnTo>
                  <a:lnTo>
                    <a:pt x="9084767" y="1281798"/>
                  </a:lnTo>
                  <a:lnTo>
                    <a:pt x="9124036" y="1151716"/>
                  </a:lnTo>
                  <a:lnTo>
                    <a:pt x="9164952" y="1031869"/>
                  </a:lnTo>
                  <a:lnTo>
                    <a:pt x="9207937" y="921977"/>
                  </a:lnTo>
                  <a:lnTo>
                    <a:pt x="9253455" y="821453"/>
                  </a:lnTo>
                  <a:lnTo>
                    <a:pt x="9301989" y="729557"/>
                  </a:lnTo>
                  <a:lnTo>
                    <a:pt x="9354027" y="645501"/>
                  </a:lnTo>
                  <a:lnTo>
                    <a:pt x="9410028" y="568515"/>
                  </a:lnTo>
                  <a:lnTo>
                    <a:pt x="9470403" y="497895"/>
                  </a:lnTo>
                  <a:lnTo>
                    <a:pt x="9535464" y="433023"/>
                  </a:lnTo>
                  <a:lnTo>
                    <a:pt x="9605379" y="373388"/>
                  </a:lnTo>
                  <a:lnTo>
                    <a:pt x="9680107" y="318593"/>
                  </a:lnTo>
                  <a:lnTo>
                    <a:pt x="9759324" y="268362"/>
                  </a:lnTo>
                  <a:lnTo>
                    <a:pt x="9842347" y="222531"/>
                  </a:lnTo>
                  <a:lnTo>
                    <a:pt x="9928066" y="181044"/>
                  </a:lnTo>
                  <a:lnTo>
                    <a:pt x="10014911" y="143925"/>
                  </a:lnTo>
                  <a:lnTo>
                    <a:pt x="10100864" y="111253"/>
                  </a:lnTo>
                  <a:lnTo>
                    <a:pt x="10183554" y="83113"/>
                  </a:lnTo>
                  <a:lnTo>
                    <a:pt x="10260433" y="59544"/>
                  </a:lnTo>
                  <a:lnTo>
                    <a:pt x="10329045" y="40491"/>
                  </a:lnTo>
                  <a:lnTo>
                    <a:pt x="10387323" y="25763"/>
                  </a:lnTo>
                  <a:lnTo>
                    <a:pt x="10433892" y="15008"/>
                  </a:lnTo>
                  <a:lnTo>
                    <a:pt x="10468293" y="7723"/>
                  </a:lnTo>
                  <a:lnTo>
                    <a:pt x="10491085" y="3286"/>
                  </a:lnTo>
                  <a:lnTo>
                    <a:pt x="10503837" y="997"/>
                  </a:lnTo>
                  <a:lnTo>
                    <a:pt x="10509023" y="137"/>
                  </a:lnTo>
                  <a:lnTo>
                    <a:pt x="10509910" y="0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21" name="pl1921"/>
            <p:cNvSpPr/>
            <p:nvPr/>
          </p:nvSpPr>
          <p:spPr>
            <a:xfrm>
              <a:off x="4799595" y="2871136"/>
              <a:ext cx="11981298" cy="7707137"/>
            </a:xfrm>
            <a:custGeom>
              <a:avLst/>
              <a:pathLst>
                <a:path w="11981298" h="7707137">
                  <a:moveTo>
                    <a:pt x="11981298" y="0"/>
                  </a:moveTo>
                  <a:lnTo>
                    <a:pt x="10509911" y="0"/>
                  </a:lnTo>
                  <a:lnTo>
                    <a:pt x="10509198" y="109"/>
                  </a:lnTo>
                  <a:lnTo>
                    <a:pt x="10504470" y="889"/>
                  </a:lnTo>
                  <a:lnTo>
                    <a:pt x="10492401" y="3042"/>
                  </a:lnTo>
                  <a:lnTo>
                    <a:pt x="10470451" y="7288"/>
                  </a:lnTo>
                  <a:lnTo>
                    <a:pt x="10436980" y="14329"/>
                  </a:lnTo>
                  <a:lnTo>
                    <a:pt x="10391345" y="24797"/>
                  </a:lnTo>
                  <a:lnTo>
                    <a:pt x="10333933" y="39204"/>
                  </a:lnTo>
                  <a:lnTo>
                    <a:pt x="10266052" y="57914"/>
                  </a:lnTo>
                  <a:lnTo>
                    <a:pt x="10189726" y="81131"/>
                  </a:lnTo>
                  <a:lnTo>
                    <a:pt x="10107394" y="108919"/>
                  </a:lnTo>
                  <a:lnTo>
                    <a:pt x="10021605" y="141244"/>
                  </a:lnTo>
                  <a:lnTo>
                    <a:pt x="9934752" y="178023"/>
                  </a:lnTo>
                  <a:lnTo>
                    <a:pt x="9848883" y="219175"/>
                  </a:lnTo>
                  <a:lnTo>
                    <a:pt x="9765607" y="264670"/>
                  </a:lnTo>
                  <a:lnTo>
                    <a:pt x="9686067" y="314557"/>
                  </a:lnTo>
                  <a:lnTo>
                    <a:pt x="9610977" y="368991"/>
                  </a:lnTo>
                  <a:lnTo>
                    <a:pt x="9540685" y="428240"/>
                  </a:lnTo>
                  <a:lnTo>
                    <a:pt x="9475254" y="492691"/>
                  </a:lnTo>
                  <a:lnTo>
                    <a:pt x="9414527" y="562847"/>
                  </a:lnTo>
                  <a:lnTo>
                    <a:pt x="9358202" y="639317"/>
                  </a:lnTo>
                  <a:lnTo>
                    <a:pt x="9305874" y="722801"/>
                  </a:lnTo>
                  <a:lnTo>
                    <a:pt x="9257087" y="814063"/>
                  </a:lnTo>
                  <a:lnTo>
                    <a:pt x="9211354" y="913894"/>
                  </a:lnTo>
                  <a:lnTo>
                    <a:pt x="9168190" y="1023040"/>
                  </a:lnTo>
                  <a:lnTo>
                    <a:pt x="9127130" y="1142104"/>
                  </a:lnTo>
                  <a:lnTo>
                    <a:pt x="9087747" y="1271396"/>
                  </a:lnTo>
                  <a:lnTo>
                    <a:pt x="9084767" y="1281798"/>
                  </a:lnTo>
                  <a:lnTo>
                    <a:pt x="9060683" y="1369062"/>
                  </a:lnTo>
                  <a:lnTo>
                    <a:pt x="9037027" y="1460420"/>
                  </a:lnTo>
                  <a:lnTo>
                    <a:pt x="9013724" y="1555948"/>
                  </a:lnTo>
                  <a:lnTo>
                    <a:pt x="8990708" y="1655695"/>
                  </a:lnTo>
                  <a:lnTo>
                    <a:pt x="8967922" y="1759686"/>
                  </a:lnTo>
                  <a:lnTo>
                    <a:pt x="8945317" y="1867912"/>
                  </a:lnTo>
                  <a:lnTo>
                    <a:pt x="8922850" y="1980339"/>
                  </a:lnTo>
                  <a:lnTo>
                    <a:pt x="8900484" y="2096895"/>
                  </a:lnTo>
                  <a:lnTo>
                    <a:pt x="8878189" y="2217476"/>
                  </a:lnTo>
                  <a:lnTo>
                    <a:pt x="8855940" y="2341943"/>
                  </a:lnTo>
                  <a:lnTo>
                    <a:pt x="8833714" y="2470121"/>
                  </a:lnTo>
                  <a:lnTo>
                    <a:pt x="8811495" y="2601799"/>
                  </a:lnTo>
                  <a:lnTo>
                    <a:pt x="8789272" y="2736730"/>
                  </a:lnTo>
                  <a:lnTo>
                    <a:pt x="8767035" y="2874636"/>
                  </a:lnTo>
                  <a:lnTo>
                    <a:pt x="8744779" y="3015202"/>
                  </a:lnTo>
                  <a:lnTo>
                    <a:pt x="8722502" y="3158089"/>
                  </a:lnTo>
                  <a:lnTo>
                    <a:pt x="8700203" y="3302926"/>
                  </a:lnTo>
                  <a:lnTo>
                    <a:pt x="8677884" y="3449324"/>
                  </a:lnTo>
                  <a:lnTo>
                    <a:pt x="8655551" y="3596871"/>
                  </a:lnTo>
                  <a:lnTo>
                    <a:pt x="8633207" y="3745146"/>
                  </a:lnTo>
                  <a:lnTo>
                    <a:pt x="8610859" y="3893714"/>
                  </a:lnTo>
                  <a:lnTo>
                    <a:pt x="8588513" y="4042140"/>
                  </a:lnTo>
                  <a:lnTo>
                    <a:pt x="8566175" y="4189991"/>
                  </a:lnTo>
                  <a:lnTo>
                    <a:pt x="8543851" y="4336838"/>
                  </a:lnTo>
                  <a:lnTo>
                    <a:pt x="8521545" y="4482266"/>
                  </a:lnTo>
                  <a:lnTo>
                    <a:pt x="8499260" y="4625878"/>
                  </a:lnTo>
                  <a:lnTo>
                    <a:pt x="8476997" y="4767296"/>
                  </a:lnTo>
                  <a:lnTo>
                    <a:pt x="8454754" y="4906169"/>
                  </a:lnTo>
                  <a:lnTo>
                    <a:pt x="8432526" y="5042174"/>
                  </a:lnTo>
                  <a:lnTo>
                    <a:pt x="8410308" y="5175019"/>
                  </a:lnTo>
                  <a:lnTo>
                    <a:pt x="8388086" y="5304446"/>
                  </a:lnTo>
                  <a:lnTo>
                    <a:pt x="8365847" y="5430232"/>
                  </a:lnTo>
                  <a:lnTo>
                    <a:pt x="8343570" y="5552190"/>
                  </a:lnTo>
                  <a:lnTo>
                    <a:pt x="8321233" y="5670167"/>
                  </a:lnTo>
                  <a:lnTo>
                    <a:pt x="8298805" y="5784046"/>
                  </a:lnTo>
                  <a:lnTo>
                    <a:pt x="8276253" y="5893747"/>
                  </a:lnTo>
                  <a:lnTo>
                    <a:pt x="8253535" y="5999221"/>
                  </a:lnTo>
                  <a:lnTo>
                    <a:pt x="8230606" y="6100451"/>
                  </a:lnTo>
                  <a:lnTo>
                    <a:pt x="8207410" y="6197449"/>
                  </a:lnTo>
                  <a:lnTo>
                    <a:pt x="8183885" y="6290258"/>
                  </a:lnTo>
                  <a:lnTo>
                    <a:pt x="8159960" y="6378943"/>
                  </a:lnTo>
                  <a:lnTo>
                    <a:pt x="8151487" y="6408992"/>
                  </a:lnTo>
                  <a:lnTo>
                    <a:pt x="8112218" y="6539074"/>
                  </a:lnTo>
                  <a:lnTo>
                    <a:pt x="8071301" y="6658922"/>
                  </a:lnTo>
                  <a:lnTo>
                    <a:pt x="8028316" y="6768814"/>
                  </a:lnTo>
                  <a:lnTo>
                    <a:pt x="7982798" y="6869338"/>
                  </a:lnTo>
                  <a:lnTo>
                    <a:pt x="7934264" y="6961234"/>
                  </a:lnTo>
                  <a:lnTo>
                    <a:pt x="7882227" y="7045290"/>
                  </a:lnTo>
                  <a:lnTo>
                    <a:pt x="7826225" y="7122275"/>
                  </a:lnTo>
                  <a:lnTo>
                    <a:pt x="7765850" y="7192895"/>
                  </a:lnTo>
                  <a:lnTo>
                    <a:pt x="7700790" y="7257768"/>
                  </a:lnTo>
                  <a:lnTo>
                    <a:pt x="7630874" y="7317403"/>
                  </a:lnTo>
                  <a:lnTo>
                    <a:pt x="7556146" y="7372197"/>
                  </a:lnTo>
                  <a:lnTo>
                    <a:pt x="7476929" y="7422429"/>
                  </a:lnTo>
                  <a:lnTo>
                    <a:pt x="7393906" y="7468259"/>
                  </a:lnTo>
                  <a:lnTo>
                    <a:pt x="7308187" y="7509747"/>
                  </a:lnTo>
                  <a:lnTo>
                    <a:pt x="7221342" y="7546865"/>
                  </a:lnTo>
                  <a:lnTo>
                    <a:pt x="7135389" y="7579537"/>
                  </a:lnTo>
                  <a:lnTo>
                    <a:pt x="7052700" y="7607678"/>
                  </a:lnTo>
                  <a:lnTo>
                    <a:pt x="6975820" y="7631247"/>
                  </a:lnTo>
                  <a:lnTo>
                    <a:pt x="6907209" y="7650299"/>
                  </a:lnTo>
                  <a:lnTo>
                    <a:pt x="6848931" y="7665028"/>
                  </a:lnTo>
                  <a:lnTo>
                    <a:pt x="6802361" y="7675783"/>
                  </a:lnTo>
                  <a:lnTo>
                    <a:pt x="6767960" y="7683067"/>
                  </a:lnTo>
                  <a:lnTo>
                    <a:pt x="6745168" y="7687505"/>
                  </a:lnTo>
                  <a:lnTo>
                    <a:pt x="6732416" y="7689793"/>
                  </a:lnTo>
                  <a:lnTo>
                    <a:pt x="6727230" y="7690654"/>
                  </a:lnTo>
                  <a:lnTo>
                    <a:pt x="6726343" y="7690791"/>
                  </a:lnTo>
                  <a:lnTo>
                    <a:pt x="6726343" y="7690791"/>
                  </a:lnTo>
                  <a:lnTo>
                    <a:pt x="5254955" y="7690791"/>
                  </a:lnTo>
                  <a:lnTo>
                    <a:pt x="5253717" y="7690791"/>
                  </a:lnTo>
                  <a:lnTo>
                    <a:pt x="5245595" y="7690794"/>
                  </a:lnTo>
                  <a:lnTo>
                    <a:pt x="5225174" y="7690802"/>
                  </a:lnTo>
                  <a:lnTo>
                    <a:pt x="5188796" y="7690818"/>
                  </a:lnTo>
                  <a:lnTo>
                    <a:pt x="5134841" y="7690844"/>
                  </a:lnTo>
                  <a:lnTo>
                    <a:pt x="5063845" y="7690883"/>
                  </a:lnTo>
                  <a:lnTo>
                    <a:pt x="4978277" y="7690935"/>
                  </a:lnTo>
                  <a:lnTo>
                    <a:pt x="4881960" y="7691001"/>
                  </a:lnTo>
                  <a:lnTo>
                    <a:pt x="4779314" y="7691080"/>
                  </a:lnTo>
                  <a:lnTo>
                    <a:pt x="4674620" y="7691174"/>
                  </a:lnTo>
                  <a:lnTo>
                    <a:pt x="4571491" y="7691282"/>
                  </a:lnTo>
                  <a:lnTo>
                    <a:pt x="4472614" y="7691402"/>
                  </a:lnTo>
                  <a:lnTo>
                    <a:pt x="4379711" y="7691537"/>
                  </a:lnTo>
                  <a:lnTo>
                    <a:pt x="4293658" y="7691686"/>
                  </a:lnTo>
                  <a:lnTo>
                    <a:pt x="4214667" y="7691851"/>
                  </a:lnTo>
                  <a:lnTo>
                    <a:pt x="4142480" y="7692034"/>
                  </a:lnTo>
                  <a:lnTo>
                    <a:pt x="4076528" y="7692237"/>
                  </a:lnTo>
                  <a:lnTo>
                    <a:pt x="4016061" y="7692463"/>
                  </a:lnTo>
                  <a:lnTo>
                    <a:pt x="3960245" y="7692714"/>
                  </a:lnTo>
                  <a:lnTo>
                    <a:pt x="3908226" y="7692994"/>
                  </a:lnTo>
                  <a:lnTo>
                    <a:pt x="3859191" y="7693305"/>
                  </a:lnTo>
                  <a:lnTo>
                    <a:pt x="3829811" y="7693515"/>
                  </a:lnTo>
                  <a:lnTo>
                    <a:pt x="3773576" y="7693968"/>
                  </a:lnTo>
                  <a:lnTo>
                    <a:pt x="3719191" y="7694469"/>
                  </a:lnTo>
                  <a:lnTo>
                    <a:pt x="3665902" y="7695022"/>
                  </a:lnTo>
                  <a:lnTo>
                    <a:pt x="3613175" y="7695622"/>
                  </a:lnTo>
                  <a:lnTo>
                    <a:pt x="3560654" y="7696268"/>
                  </a:lnTo>
                  <a:lnTo>
                    <a:pt x="3508124" y="7696953"/>
                  </a:lnTo>
                  <a:lnTo>
                    <a:pt x="3455490" y="7697669"/>
                  </a:lnTo>
                  <a:lnTo>
                    <a:pt x="3402745" y="7698405"/>
                  </a:lnTo>
                  <a:lnTo>
                    <a:pt x="3349943" y="7699151"/>
                  </a:lnTo>
                  <a:lnTo>
                    <a:pt x="3297161" y="7699893"/>
                  </a:lnTo>
                  <a:lnTo>
                    <a:pt x="3244468" y="7700621"/>
                  </a:lnTo>
                  <a:lnTo>
                    <a:pt x="3191892" y="7701322"/>
                  </a:lnTo>
                  <a:lnTo>
                    <a:pt x="3139384" y="7701988"/>
                  </a:lnTo>
                  <a:lnTo>
                    <a:pt x="3086795" y="7702612"/>
                  </a:lnTo>
                  <a:lnTo>
                    <a:pt x="3033842" y="7703189"/>
                  </a:lnTo>
                  <a:lnTo>
                    <a:pt x="2980083" y="7703716"/>
                  </a:lnTo>
                  <a:lnTo>
                    <a:pt x="2924881" y="7704193"/>
                  </a:lnTo>
                  <a:lnTo>
                    <a:pt x="2896531" y="7704413"/>
                  </a:lnTo>
                  <a:lnTo>
                    <a:pt x="2848982" y="7704743"/>
                  </a:lnTo>
                  <a:lnTo>
                    <a:pt x="2798914" y="7705043"/>
                  </a:lnTo>
                  <a:lnTo>
                    <a:pt x="2745564" y="7705312"/>
                  </a:lnTo>
                  <a:lnTo>
                    <a:pt x="2688096" y="7705553"/>
                  </a:lnTo>
                  <a:lnTo>
                    <a:pt x="2625658" y="7705770"/>
                  </a:lnTo>
                  <a:lnTo>
                    <a:pt x="2557438" y="7705965"/>
                  </a:lnTo>
                  <a:lnTo>
                    <a:pt x="2482741" y="7706141"/>
                  </a:lnTo>
                  <a:lnTo>
                    <a:pt x="2401100" y="7706300"/>
                  </a:lnTo>
                  <a:lnTo>
                    <a:pt x="2312409" y="7706443"/>
                  </a:lnTo>
                  <a:lnTo>
                    <a:pt x="2217111" y="7706573"/>
                  </a:lnTo>
                  <a:lnTo>
                    <a:pt x="2116380" y="7706688"/>
                  </a:lnTo>
                  <a:lnTo>
                    <a:pt x="2012293" y="7706791"/>
                  </a:lnTo>
                  <a:lnTo>
                    <a:pt x="1907902" y="7706879"/>
                  </a:lnTo>
                  <a:lnTo>
                    <a:pt x="1807116" y="7706954"/>
                  </a:lnTo>
                  <a:lnTo>
                    <a:pt x="1714344" y="7707014"/>
                  </a:lnTo>
                  <a:lnTo>
                    <a:pt x="1633873" y="7707061"/>
                  </a:lnTo>
                  <a:lnTo>
                    <a:pt x="1569101" y="7707095"/>
                  </a:lnTo>
                  <a:lnTo>
                    <a:pt x="1521819" y="7707117"/>
                  </a:lnTo>
                  <a:lnTo>
                    <a:pt x="1491758" y="7707129"/>
                  </a:lnTo>
                  <a:lnTo>
                    <a:pt x="1476500" y="7707135"/>
                  </a:lnTo>
                  <a:lnTo>
                    <a:pt x="1471693" y="7707137"/>
                  </a:lnTo>
                  <a:lnTo>
                    <a:pt x="1471387" y="7707137"/>
                  </a:lnTo>
                  <a:lnTo>
                    <a:pt x="0" y="770713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22" name="pg1922"/>
            <p:cNvSpPr/>
            <p:nvPr/>
          </p:nvSpPr>
          <p:spPr>
            <a:xfrm>
              <a:off x="4799595" y="2879309"/>
              <a:ext cx="11981298" cy="8074922"/>
            </a:xfrm>
            <a:custGeom>
              <a:avLst/>
              <a:pathLst>
                <a:path w="11981298" h="8074922">
                  <a:moveTo>
                    <a:pt x="0" y="7715310"/>
                  </a:moveTo>
                  <a:lnTo>
                    <a:pt x="1471387" y="7715310"/>
                  </a:lnTo>
                  <a:lnTo>
                    <a:pt x="1472623" y="7715319"/>
                  </a:lnTo>
                  <a:lnTo>
                    <a:pt x="1480735" y="7715383"/>
                  </a:lnTo>
                  <a:lnTo>
                    <a:pt x="1501131" y="7715561"/>
                  </a:lnTo>
                  <a:lnTo>
                    <a:pt x="1537467" y="7715910"/>
                  </a:lnTo>
                  <a:lnTo>
                    <a:pt x="1591363" y="7716485"/>
                  </a:lnTo>
                  <a:lnTo>
                    <a:pt x="1662288" y="7717328"/>
                  </a:lnTo>
                  <a:lnTo>
                    <a:pt x="1747782" y="7718467"/>
                  </a:lnTo>
                  <a:lnTo>
                    <a:pt x="1844028" y="7719915"/>
                  </a:lnTo>
                  <a:lnTo>
                    <a:pt x="1946614" y="7721673"/>
                  </a:lnTo>
                  <a:lnTo>
                    <a:pt x="2051262" y="7723734"/>
                  </a:lnTo>
                  <a:lnTo>
                    <a:pt x="2154359" y="7726092"/>
                  </a:lnTo>
                  <a:lnTo>
                    <a:pt x="2253219" y="7728745"/>
                  </a:lnTo>
                  <a:lnTo>
                    <a:pt x="2346118" y="7731701"/>
                  </a:lnTo>
                  <a:lnTo>
                    <a:pt x="2432175" y="7734978"/>
                  </a:lnTo>
                  <a:lnTo>
                    <a:pt x="2511175" y="7738605"/>
                  </a:lnTo>
                  <a:lnTo>
                    <a:pt x="2583375" y="7742623"/>
                  </a:lnTo>
                  <a:lnTo>
                    <a:pt x="2649341" y="7747083"/>
                  </a:lnTo>
                  <a:lnTo>
                    <a:pt x="2709820" y="7752045"/>
                  </a:lnTo>
                  <a:lnTo>
                    <a:pt x="2765647" y="7757573"/>
                  </a:lnTo>
                  <a:lnTo>
                    <a:pt x="2817672" y="7763729"/>
                  </a:lnTo>
                  <a:lnTo>
                    <a:pt x="2866709" y="7770562"/>
                  </a:lnTo>
                  <a:lnTo>
                    <a:pt x="2896531" y="7775245"/>
                  </a:lnTo>
                  <a:lnTo>
                    <a:pt x="2951893" y="7785030"/>
                  </a:lnTo>
                  <a:lnTo>
                    <a:pt x="3005451" y="7795872"/>
                  </a:lnTo>
                  <a:lnTo>
                    <a:pt x="3057928" y="7807784"/>
                  </a:lnTo>
                  <a:lnTo>
                    <a:pt x="3109840" y="7820737"/>
                  </a:lnTo>
                  <a:lnTo>
                    <a:pt x="3161537" y="7834658"/>
                  </a:lnTo>
                  <a:lnTo>
                    <a:pt x="3213230" y="7849422"/>
                  </a:lnTo>
                  <a:lnTo>
                    <a:pt x="3265020" y="7864861"/>
                  </a:lnTo>
                  <a:lnTo>
                    <a:pt x="3316919" y="7880763"/>
                  </a:lnTo>
                  <a:lnTo>
                    <a:pt x="3368883" y="7896892"/>
                  </a:lnTo>
                  <a:lnTo>
                    <a:pt x="3420839" y="7912992"/>
                  </a:lnTo>
                  <a:lnTo>
                    <a:pt x="3472716" y="7928812"/>
                  </a:lnTo>
                  <a:lnTo>
                    <a:pt x="3524481" y="7944119"/>
                  </a:lnTo>
                  <a:lnTo>
                    <a:pt x="3576162" y="7958711"/>
                  </a:lnTo>
                  <a:lnTo>
                    <a:pt x="3627884" y="7972428"/>
                  </a:lnTo>
                  <a:lnTo>
                    <a:pt x="3679885" y="7985157"/>
                  </a:lnTo>
                  <a:lnTo>
                    <a:pt x="3732549" y="7996835"/>
                  </a:lnTo>
                  <a:lnTo>
                    <a:pt x="3786433" y="8007442"/>
                  </a:lnTo>
                  <a:lnTo>
                    <a:pt x="3829811" y="8014987"/>
                  </a:lnTo>
                  <a:lnTo>
                    <a:pt x="3877339" y="8022259"/>
                  </a:lnTo>
                  <a:lnTo>
                    <a:pt x="3927383" y="8028839"/>
                  </a:lnTo>
                  <a:lnTo>
                    <a:pt x="3980705" y="8034758"/>
                  </a:lnTo>
                  <a:lnTo>
                    <a:pt x="4038141" y="8040071"/>
                  </a:lnTo>
                  <a:lnTo>
                    <a:pt x="4100541" y="8044841"/>
                  </a:lnTo>
                  <a:lnTo>
                    <a:pt x="4168716" y="8049132"/>
                  </a:lnTo>
                  <a:lnTo>
                    <a:pt x="4243360" y="8053001"/>
                  </a:lnTo>
                  <a:lnTo>
                    <a:pt x="4324942" y="8056496"/>
                  </a:lnTo>
                  <a:lnTo>
                    <a:pt x="4413567" y="8059652"/>
                  </a:lnTo>
                  <a:lnTo>
                    <a:pt x="4508798" y="8062495"/>
                  </a:lnTo>
                  <a:lnTo>
                    <a:pt x="4609464" y="8065040"/>
                  </a:lnTo>
                  <a:lnTo>
                    <a:pt x="4713494" y="8067290"/>
                  </a:lnTo>
                  <a:lnTo>
                    <a:pt x="4817849" y="8069240"/>
                  </a:lnTo>
                  <a:lnTo>
                    <a:pt x="4918625" y="8070884"/>
                  </a:lnTo>
                  <a:lnTo>
                    <a:pt x="5011421" y="8072218"/>
                  </a:lnTo>
                  <a:lnTo>
                    <a:pt x="5091953" y="8073246"/>
                  </a:lnTo>
                  <a:lnTo>
                    <a:pt x="5156819" y="8073987"/>
                  </a:lnTo>
                  <a:lnTo>
                    <a:pt x="5204217" y="8074473"/>
                  </a:lnTo>
                  <a:lnTo>
                    <a:pt x="5234399" y="8074753"/>
                  </a:lnTo>
                  <a:lnTo>
                    <a:pt x="5249761" y="8074882"/>
                  </a:lnTo>
                  <a:lnTo>
                    <a:pt x="5254635" y="8074920"/>
                  </a:lnTo>
                  <a:lnTo>
                    <a:pt x="5254955" y="8074922"/>
                  </a:lnTo>
                  <a:lnTo>
                    <a:pt x="6726343" y="8074922"/>
                  </a:lnTo>
                  <a:lnTo>
                    <a:pt x="6727033" y="8074810"/>
                  </a:lnTo>
                  <a:lnTo>
                    <a:pt x="6731619" y="8074018"/>
                  </a:lnTo>
                  <a:lnTo>
                    <a:pt x="6743334" y="8071832"/>
                  </a:lnTo>
                  <a:lnTo>
                    <a:pt x="6764658" y="8067518"/>
                  </a:lnTo>
                  <a:lnTo>
                    <a:pt x="6797219" y="8060363"/>
                  </a:lnTo>
                  <a:lnTo>
                    <a:pt x="6841682" y="8049720"/>
                  </a:lnTo>
                  <a:lnTo>
                    <a:pt x="6897732" y="8035059"/>
                  </a:lnTo>
                  <a:lnTo>
                    <a:pt x="6964153" y="8016001"/>
                  </a:lnTo>
                  <a:lnTo>
                    <a:pt x="7039031" y="7992326"/>
                  </a:lnTo>
                  <a:lnTo>
                    <a:pt x="7120024" y="7963957"/>
                  </a:lnTo>
                  <a:lnTo>
                    <a:pt x="7204661" y="7930921"/>
                  </a:lnTo>
                  <a:lnTo>
                    <a:pt x="7290594" y="7893301"/>
                  </a:lnTo>
                  <a:lnTo>
                    <a:pt x="7375792" y="7851181"/>
                  </a:lnTo>
                  <a:lnTo>
                    <a:pt x="7458638" y="7804601"/>
                  </a:lnTo>
                  <a:lnTo>
                    <a:pt x="7537963" y="7753524"/>
                  </a:lnTo>
                  <a:lnTo>
                    <a:pt x="7613014" y="7697810"/>
                  </a:lnTo>
                  <a:lnTo>
                    <a:pt x="7683401" y="7637206"/>
                  </a:lnTo>
                  <a:lnTo>
                    <a:pt x="7749023" y="7571339"/>
                  </a:lnTo>
                  <a:lnTo>
                    <a:pt x="7809996" y="7499719"/>
                  </a:lnTo>
                  <a:lnTo>
                    <a:pt x="7866591" y="7421748"/>
                  </a:lnTo>
                  <a:lnTo>
                    <a:pt x="7919182" y="7336731"/>
                  </a:lnTo>
                  <a:lnTo>
                    <a:pt x="7968206" y="7243902"/>
                  </a:lnTo>
                  <a:lnTo>
                    <a:pt x="8014128" y="7142459"/>
                  </a:lnTo>
                  <a:lnTo>
                    <a:pt x="8057422" y="7031626"/>
                  </a:lnTo>
                  <a:lnTo>
                    <a:pt x="8098544" y="6910740"/>
                  </a:lnTo>
                  <a:lnTo>
                    <a:pt x="8137919" y="6779392"/>
                  </a:lnTo>
                  <a:lnTo>
                    <a:pt x="8151487" y="6730464"/>
                  </a:lnTo>
                  <a:lnTo>
                    <a:pt x="8175024" y="6641075"/>
                  </a:lnTo>
                  <a:lnTo>
                    <a:pt x="8198152" y="6547587"/>
                  </a:lnTo>
                  <a:lnTo>
                    <a:pt x="8220941" y="6449927"/>
                  </a:lnTo>
                  <a:lnTo>
                    <a:pt x="8243451" y="6348043"/>
                  </a:lnTo>
                  <a:lnTo>
                    <a:pt x="8265736" y="6241911"/>
                  </a:lnTo>
                  <a:lnTo>
                    <a:pt x="8287844" y="6131534"/>
                  </a:lnTo>
                  <a:lnTo>
                    <a:pt x="8309815" y="6016944"/>
                  </a:lnTo>
                  <a:lnTo>
                    <a:pt x="8331684" y="5898205"/>
                  </a:lnTo>
                  <a:lnTo>
                    <a:pt x="8353480" y="5775413"/>
                  </a:lnTo>
                  <a:lnTo>
                    <a:pt x="8375229" y="5648698"/>
                  </a:lnTo>
                  <a:lnTo>
                    <a:pt x="8396950" y="5518223"/>
                  </a:lnTo>
                  <a:lnTo>
                    <a:pt x="8418661" y="5384186"/>
                  </a:lnTo>
                  <a:lnTo>
                    <a:pt x="8440374" y="5246820"/>
                  </a:lnTo>
                  <a:lnTo>
                    <a:pt x="8462097" y="5106388"/>
                  </a:lnTo>
                  <a:lnTo>
                    <a:pt x="8483838" y="4963188"/>
                  </a:lnTo>
                  <a:lnTo>
                    <a:pt x="8505598" y="4817544"/>
                  </a:lnTo>
                  <a:lnTo>
                    <a:pt x="8527380" y="4669808"/>
                  </a:lnTo>
                  <a:lnTo>
                    <a:pt x="8549180" y="4520355"/>
                  </a:lnTo>
                  <a:lnTo>
                    <a:pt x="8570997" y="4369579"/>
                  </a:lnTo>
                  <a:lnTo>
                    <a:pt x="8592827" y="4217890"/>
                  </a:lnTo>
                  <a:lnTo>
                    <a:pt x="8614662" y="4065707"/>
                  </a:lnTo>
                  <a:lnTo>
                    <a:pt x="8636499" y="3913457"/>
                  </a:lnTo>
                  <a:lnTo>
                    <a:pt x="8658331" y="3761565"/>
                  </a:lnTo>
                  <a:lnTo>
                    <a:pt x="8680152" y="3610454"/>
                  </a:lnTo>
                  <a:lnTo>
                    <a:pt x="8701959" y="3460538"/>
                  </a:lnTo>
                  <a:lnTo>
                    <a:pt x="8723746" y="3312216"/>
                  </a:lnTo>
                  <a:lnTo>
                    <a:pt x="8745513" y="3165869"/>
                  </a:lnTo>
                  <a:lnTo>
                    <a:pt x="8767260" y="3021856"/>
                  </a:lnTo>
                  <a:lnTo>
                    <a:pt x="8788989" y="2880513"/>
                  </a:lnTo>
                  <a:lnTo>
                    <a:pt x="8810704" y="2742144"/>
                  </a:lnTo>
                  <a:lnTo>
                    <a:pt x="8832414" y="2607024"/>
                  </a:lnTo>
                  <a:lnTo>
                    <a:pt x="8854131" y="2475396"/>
                  </a:lnTo>
                  <a:lnTo>
                    <a:pt x="8875869" y="2347468"/>
                  </a:lnTo>
                  <a:lnTo>
                    <a:pt x="8897647" y="2223415"/>
                  </a:lnTo>
                  <a:lnTo>
                    <a:pt x="8919490" y="2103378"/>
                  </a:lnTo>
                  <a:lnTo>
                    <a:pt x="8941425" y="1987464"/>
                  </a:lnTo>
                  <a:lnTo>
                    <a:pt x="8963485" y="1875745"/>
                  </a:lnTo>
                  <a:lnTo>
                    <a:pt x="8985710" y="1768265"/>
                  </a:lnTo>
                  <a:lnTo>
                    <a:pt x="9008143" y="1665035"/>
                  </a:lnTo>
                  <a:lnTo>
                    <a:pt x="9030837" y="1566038"/>
                  </a:lnTo>
                  <a:lnTo>
                    <a:pt x="9053850" y="1471234"/>
                  </a:lnTo>
                  <a:lnTo>
                    <a:pt x="9077250" y="1380554"/>
                  </a:lnTo>
                  <a:lnTo>
                    <a:pt x="9084767" y="1352631"/>
                  </a:lnTo>
                  <a:lnTo>
                    <a:pt x="9123616" y="1217564"/>
                  </a:lnTo>
                  <a:lnTo>
                    <a:pt x="9164075" y="1093010"/>
                  </a:lnTo>
                  <a:lnTo>
                    <a:pt x="9206550" y="978691"/>
                  </a:lnTo>
                  <a:lnTo>
                    <a:pt x="9251489" y="874014"/>
                  </a:lnTo>
                  <a:lnTo>
                    <a:pt x="9299363" y="778233"/>
                  </a:lnTo>
                  <a:lnTo>
                    <a:pt x="9350642" y="690546"/>
                  </a:lnTo>
                  <a:lnTo>
                    <a:pt x="9405776" y="610169"/>
                  </a:lnTo>
                  <a:lnTo>
                    <a:pt x="9465164" y="536378"/>
                  </a:lnTo>
                  <a:lnTo>
                    <a:pt x="9529121" y="468540"/>
                  </a:lnTo>
                  <a:lnTo>
                    <a:pt x="9597823" y="406125"/>
                  </a:lnTo>
                  <a:lnTo>
                    <a:pt x="9671254" y="348718"/>
                  </a:lnTo>
                  <a:lnTo>
                    <a:pt x="9749134" y="296024"/>
                  </a:lnTo>
                  <a:lnTo>
                    <a:pt x="9830847" y="247864"/>
                  </a:lnTo>
                  <a:lnTo>
                    <a:pt x="9915375" y="204167"/>
                  </a:lnTo>
                  <a:lnTo>
                    <a:pt x="10001261" y="164948"/>
                  </a:lnTo>
                  <a:lnTo>
                    <a:pt x="10086611" y="130282"/>
                  </a:lnTo>
                  <a:lnTo>
                    <a:pt x="10169172" y="100257"/>
                  </a:lnTo>
                  <a:lnTo>
                    <a:pt x="10246491" y="74925"/>
                  </a:lnTo>
                  <a:lnTo>
                    <a:pt x="10316148" y="54253"/>
                  </a:lnTo>
                  <a:lnTo>
                    <a:pt x="10376043" y="38073"/>
                  </a:lnTo>
                  <a:lnTo>
                    <a:pt x="10424686" y="26064"/>
                  </a:lnTo>
                  <a:lnTo>
                    <a:pt x="10461428" y="17745"/>
                  </a:lnTo>
                  <a:lnTo>
                    <a:pt x="10486585" y="12506"/>
                  </a:lnTo>
                  <a:lnTo>
                    <a:pt x="10501454" y="9652"/>
                  </a:lnTo>
                  <a:lnTo>
                    <a:pt x="10508226" y="8450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9220" y="111"/>
                  </a:lnTo>
                  <a:lnTo>
                    <a:pt x="10504634" y="903"/>
                  </a:lnTo>
                  <a:lnTo>
                    <a:pt x="10492920" y="3090"/>
                  </a:lnTo>
                  <a:lnTo>
                    <a:pt x="10471595" y="7403"/>
                  </a:lnTo>
                  <a:lnTo>
                    <a:pt x="10439035" y="14559"/>
                  </a:lnTo>
                  <a:lnTo>
                    <a:pt x="10394571" y="25202"/>
                  </a:lnTo>
                  <a:lnTo>
                    <a:pt x="10338521" y="39862"/>
                  </a:lnTo>
                  <a:lnTo>
                    <a:pt x="10272100" y="58920"/>
                  </a:lnTo>
                  <a:lnTo>
                    <a:pt x="10197222" y="82595"/>
                  </a:lnTo>
                  <a:lnTo>
                    <a:pt x="10116229" y="110965"/>
                  </a:lnTo>
                  <a:lnTo>
                    <a:pt x="10031593" y="144000"/>
                  </a:lnTo>
                  <a:lnTo>
                    <a:pt x="9945659" y="181620"/>
                  </a:lnTo>
                  <a:lnTo>
                    <a:pt x="9860461" y="223740"/>
                  </a:lnTo>
                  <a:lnTo>
                    <a:pt x="9777615" y="270320"/>
                  </a:lnTo>
                  <a:lnTo>
                    <a:pt x="9698291" y="321397"/>
                  </a:lnTo>
                  <a:lnTo>
                    <a:pt x="9623239" y="377111"/>
                  </a:lnTo>
                  <a:lnTo>
                    <a:pt x="9552852" y="437715"/>
                  </a:lnTo>
                  <a:lnTo>
                    <a:pt x="9487230" y="503582"/>
                  </a:lnTo>
                  <a:lnTo>
                    <a:pt x="9426258" y="575202"/>
                  </a:lnTo>
                  <a:lnTo>
                    <a:pt x="9369663" y="653173"/>
                  </a:lnTo>
                  <a:lnTo>
                    <a:pt x="9317071" y="738190"/>
                  </a:lnTo>
                  <a:lnTo>
                    <a:pt x="9268047" y="831019"/>
                  </a:lnTo>
                  <a:lnTo>
                    <a:pt x="9222125" y="932462"/>
                  </a:lnTo>
                  <a:lnTo>
                    <a:pt x="9178832" y="1043295"/>
                  </a:lnTo>
                  <a:lnTo>
                    <a:pt x="9137710" y="1164181"/>
                  </a:lnTo>
                  <a:lnTo>
                    <a:pt x="9098335" y="1295529"/>
                  </a:lnTo>
                  <a:lnTo>
                    <a:pt x="9084767" y="1344458"/>
                  </a:lnTo>
                  <a:lnTo>
                    <a:pt x="9061229" y="1433847"/>
                  </a:lnTo>
                  <a:lnTo>
                    <a:pt x="9038101" y="1527334"/>
                  </a:lnTo>
                  <a:lnTo>
                    <a:pt x="9015313" y="1624995"/>
                  </a:lnTo>
                  <a:lnTo>
                    <a:pt x="8992802" y="1726878"/>
                  </a:lnTo>
                  <a:lnTo>
                    <a:pt x="8970517" y="1833010"/>
                  </a:lnTo>
                  <a:lnTo>
                    <a:pt x="8948409" y="1943387"/>
                  </a:lnTo>
                  <a:lnTo>
                    <a:pt x="8926438" y="2057977"/>
                  </a:lnTo>
                  <a:lnTo>
                    <a:pt x="8904570" y="2176716"/>
                  </a:lnTo>
                  <a:lnTo>
                    <a:pt x="8882773" y="2299508"/>
                  </a:lnTo>
                  <a:lnTo>
                    <a:pt x="8861025" y="2426223"/>
                  </a:lnTo>
                  <a:lnTo>
                    <a:pt x="8839303" y="2556698"/>
                  </a:lnTo>
                  <a:lnTo>
                    <a:pt x="8817592" y="2690735"/>
                  </a:lnTo>
                  <a:lnTo>
                    <a:pt x="8795880" y="2828101"/>
                  </a:lnTo>
                  <a:lnTo>
                    <a:pt x="8774156" y="2968533"/>
                  </a:lnTo>
                  <a:lnTo>
                    <a:pt x="8752416" y="3111733"/>
                  </a:lnTo>
                  <a:lnTo>
                    <a:pt x="8730655" y="3257377"/>
                  </a:lnTo>
                  <a:lnTo>
                    <a:pt x="8708874" y="3405113"/>
                  </a:lnTo>
                  <a:lnTo>
                    <a:pt x="8687073" y="3554567"/>
                  </a:lnTo>
                  <a:lnTo>
                    <a:pt x="8665256" y="3705342"/>
                  </a:lnTo>
                  <a:lnTo>
                    <a:pt x="8643427" y="3857032"/>
                  </a:lnTo>
                  <a:lnTo>
                    <a:pt x="8621591" y="4009214"/>
                  </a:lnTo>
                  <a:lnTo>
                    <a:pt x="8599754" y="4161465"/>
                  </a:lnTo>
                  <a:lnTo>
                    <a:pt x="8577922" y="4313356"/>
                  </a:lnTo>
                  <a:lnTo>
                    <a:pt x="8556101" y="4464467"/>
                  </a:lnTo>
                  <a:lnTo>
                    <a:pt x="8534295" y="4614383"/>
                  </a:lnTo>
                  <a:lnTo>
                    <a:pt x="8512507" y="4762706"/>
                  </a:lnTo>
                  <a:lnTo>
                    <a:pt x="8490740" y="4909053"/>
                  </a:lnTo>
                  <a:lnTo>
                    <a:pt x="8468993" y="5053065"/>
                  </a:lnTo>
                  <a:lnTo>
                    <a:pt x="8447265" y="5194409"/>
                  </a:lnTo>
                  <a:lnTo>
                    <a:pt x="8425549" y="5332778"/>
                  </a:lnTo>
                  <a:lnTo>
                    <a:pt x="8403839" y="5467898"/>
                  </a:lnTo>
                  <a:lnTo>
                    <a:pt x="8382123" y="5599526"/>
                  </a:lnTo>
                  <a:lnTo>
                    <a:pt x="8360385" y="5727453"/>
                  </a:lnTo>
                  <a:lnTo>
                    <a:pt x="8338606" y="5851506"/>
                  </a:lnTo>
                  <a:lnTo>
                    <a:pt x="8316763" y="5971543"/>
                  </a:lnTo>
                  <a:lnTo>
                    <a:pt x="8294828" y="6087458"/>
                  </a:lnTo>
                  <a:lnTo>
                    <a:pt x="8272768" y="6199176"/>
                  </a:lnTo>
                  <a:lnTo>
                    <a:pt x="8250544" y="6306657"/>
                  </a:lnTo>
                  <a:lnTo>
                    <a:pt x="8228110" y="6409887"/>
                  </a:lnTo>
                  <a:lnTo>
                    <a:pt x="8205416" y="6508883"/>
                  </a:lnTo>
                  <a:lnTo>
                    <a:pt x="8182403" y="6603687"/>
                  </a:lnTo>
                  <a:lnTo>
                    <a:pt x="8159004" y="6694367"/>
                  </a:lnTo>
                  <a:lnTo>
                    <a:pt x="8151487" y="6722291"/>
                  </a:lnTo>
                  <a:lnTo>
                    <a:pt x="8112637" y="6857357"/>
                  </a:lnTo>
                  <a:lnTo>
                    <a:pt x="8072178" y="6981911"/>
                  </a:lnTo>
                  <a:lnTo>
                    <a:pt x="8029703" y="7096231"/>
                  </a:lnTo>
                  <a:lnTo>
                    <a:pt x="7984764" y="7200907"/>
                  </a:lnTo>
                  <a:lnTo>
                    <a:pt x="7936890" y="7296688"/>
                  </a:lnTo>
                  <a:lnTo>
                    <a:pt x="7885611" y="7384375"/>
                  </a:lnTo>
                  <a:lnTo>
                    <a:pt x="7830478" y="7464753"/>
                  </a:lnTo>
                  <a:lnTo>
                    <a:pt x="7771089" y="7538543"/>
                  </a:lnTo>
                  <a:lnTo>
                    <a:pt x="7707133" y="7606381"/>
                  </a:lnTo>
                  <a:lnTo>
                    <a:pt x="7638431" y="7668797"/>
                  </a:lnTo>
                  <a:lnTo>
                    <a:pt x="7564999" y="7726203"/>
                  </a:lnTo>
                  <a:lnTo>
                    <a:pt x="7487119" y="7778898"/>
                  </a:lnTo>
                  <a:lnTo>
                    <a:pt x="7405406" y="7827057"/>
                  </a:lnTo>
                  <a:lnTo>
                    <a:pt x="7320878" y="7870755"/>
                  </a:lnTo>
                  <a:lnTo>
                    <a:pt x="7234992" y="7909973"/>
                  </a:lnTo>
                  <a:lnTo>
                    <a:pt x="7149643" y="7944639"/>
                  </a:lnTo>
                  <a:lnTo>
                    <a:pt x="7067081" y="7974665"/>
                  </a:lnTo>
                  <a:lnTo>
                    <a:pt x="6989762" y="7999996"/>
                  </a:lnTo>
                  <a:lnTo>
                    <a:pt x="6920105" y="8020669"/>
                  </a:lnTo>
                  <a:lnTo>
                    <a:pt x="6860210" y="8036848"/>
                  </a:lnTo>
                  <a:lnTo>
                    <a:pt x="6811567" y="8048857"/>
                  </a:lnTo>
                  <a:lnTo>
                    <a:pt x="6774825" y="8057176"/>
                  </a:lnTo>
                  <a:lnTo>
                    <a:pt x="6749668" y="8062415"/>
                  </a:lnTo>
                  <a:lnTo>
                    <a:pt x="6734800" y="8065269"/>
                  </a:lnTo>
                  <a:lnTo>
                    <a:pt x="6728027" y="8066471"/>
                  </a:lnTo>
                  <a:lnTo>
                    <a:pt x="6726343" y="8066749"/>
                  </a:lnTo>
                  <a:lnTo>
                    <a:pt x="5254955" y="8066749"/>
                  </a:lnTo>
                  <a:lnTo>
                    <a:pt x="5253719" y="8066740"/>
                  </a:lnTo>
                  <a:lnTo>
                    <a:pt x="5245607" y="8066676"/>
                  </a:lnTo>
                  <a:lnTo>
                    <a:pt x="5225211" y="8066498"/>
                  </a:lnTo>
                  <a:lnTo>
                    <a:pt x="5188876" y="8066148"/>
                  </a:lnTo>
                  <a:lnTo>
                    <a:pt x="5134979" y="8065574"/>
                  </a:lnTo>
                  <a:lnTo>
                    <a:pt x="5064054" y="8064731"/>
                  </a:lnTo>
                  <a:lnTo>
                    <a:pt x="4978560" y="8063591"/>
                  </a:lnTo>
                  <a:lnTo>
                    <a:pt x="4882314" y="8062144"/>
                  </a:lnTo>
                  <a:lnTo>
                    <a:pt x="4779728" y="8060386"/>
                  </a:lnTo>
                  <a:lnTo>
                    <a:pt x="4675080" y="8058325"/>
                  </a:lnTo>
                  <a:lnTo>
                    <a:pt x="4571983" y="8055967"/>
                  </a:lnTo>
                  <a:lnTo>
                    <a:pt x="4473123" y="8053314"/>
                  </a:lnTo>
                  <a:lnTo>
                    <a:pt x="4380224" y="8050357"/>
                  </a:lnTo>
                  <a:lnTo>
                    <a:pt x="4294167" y="8047081"/>
                  </a:lnTo>
                  <a:lnTo>
                    <a:pt x="4215167" y="8043454"/>
                  </a:lnTo>
                  <a:lnTo>
                    <a:pt x="4142967" y="8039436"/>
                  </a:lnTo>
                  <a:lnTo>
                    <a:pt x="4077001" y="8034976"/>
                  </a:lnTo>
                  <a:lnTo>
                    <a:pt x="4016522" y="8030014"/>
                  </a:lnTo>
                  <a:lnTo>
                    <a:pt x="3960695" y="8024486"/>
                  </a:lnTo>
                  <a:lnTo>
                    <a:pt x="3908671" y="8018330"/>
                  </a:lnTo>
                  <a:lnTo>
                    <a:pt x="3859634" y="8011497"/>
                  </a:lnTo>
                  <a:lnTo>
                    <a:pt x="3829811" y="8006814"/>
                  </a:lnTo>
                  <a:lnTo>
                    <a:pt x="3774449" y="7997029"/>
                  </a:lnTo>
                  <a:lnTo>
                    <a:pt x="3720891" y="7986187"/>
                  </a:lnTo>
                  <a:lnTo>
                    <a:pt x="3668414" y="7974275"/>
                  </a:lnTo>
                  <a:lnTo>
                    <a:pt x="3616502" y="7961321"/>
                  </a:lnTo>
                  <a:lnTo>
                    <a:pt x="3564805" y="7947401"/>
                  </a:lnTo>
                  <a:lnTo>
                    <a:pt x="3513112" y="7932636"/>
                  </a:lnTo>
                  <a:lnTo>
                    <a:pt x="3461322" y="7917198"/>
                  </a:lnTo>
                  <a:lnTo>
                    <a:pt x="3409423" y="7901295"/>
                  </a:lnTo>
                  <a:lnTo>
                    <a:pt x="3357459" y="7885167"/>
                  </a:lnTo>
                  <a:lnTo>
                    <a:pt x="3305504" y="7869067"/>
                  </a:lnTo>
                  <a:lnTo>
                    <a:pt x="3253626" y="7853247"/>
                  </a:lnTo>
                  <a:lnTo>
                    <a:pt x="3201862" y="7837940"/>
                  </a:lnTo>
                  <a:lnTo>
                    <a:pt x="3150180" y="7823348"/>
                  </a:lnTo>
                  <a:lnTo>
                    <a:pt x="3098458" y="7809631"/>
                  </a:lnTo>
                  <a:lnTo>
                    <a:pt x="3046457" y="7796902"/>
                  </a:lnTo>
                  <a:lnTo>
                    <a:pt x="2993793" y="7785224"/>
                  </a:lnTo>
                  <a:lnTo>
                    <a:pt x="2939909" y="7774617"/>
                  </a:lnTo>
                  <a:lnTo>
                    <a:pt x="2896531" y="7767072"/>
                  </a:lnTo>
                  <a:lnTo>
                    <a:pt x="2849003" y="7759800"/>
                  </a:lnTo>
                  <a:lnTo>
                    <a:pt x="2798959" y="7753220"/>
                  </a:lnTo>
                  <a:lnTo>
                    <a:pt x="2745637" y="7747301"/>
                  </a:lnTo>
                  <a:lnTo>
                    <a:pt x="2688201" y="7741988"/>
                  </a:lnTo>
                  <a:lnTo>
                    <a:pt x="2625801" y="7737218"/>
                  </a:lnTo>
                  <a:lnTo>
                    <a:pt x="2557626" y="7732926"/>
                  </a:lnTo>
                  <a:lnTo>
                    <a:pt x="2482982" y="7729057"/>
                  </a:lnTo>
                  <a:lnTo>
                    <a:pt x="2401400" y="7725563"/>
                  </a:lnTo>
                  <a:lnTo>
                    <a:pt x="2312775" y="7722407"/>
                  </a:lnTo>
                  <a:lnTo>
                    <a:pt x="2217544" y="7719563"/>
                  </a:lnTo>
                  <a:lnTo>
                    <a:pt x="2116878" y="7717019"/>
                  </a:lnTo>
                  <a:lnTo>
                    <a:pt x="2012848" y="7714769"/>
                  </a:lnTo>
                  <a:lnTo>
                    <a:pt x="1908494" y="7712819"/>
                  </a:lnTo>
                  <a:lnTo>
                    <a:pt x="1807718" y="7711174"/>
                  </a:lnTo>
                  <a:lnTo>
                    <a:pt x="1714921" y="7709841"/>
                  </a:lnTo>
                  <a:lnTo>
                    <a:pt x="1634389" y="7708812"/>
                  </a:lnTo>
                  <a:lnTo>
                    <a:pt x="1569523" y="7708072"/>
                  </a:lnTo>
                  <a:lnTo>
                    <a:pt x="1522125" y="7707585"/>
                  </a:lnTo>
                  <a:lnTo>
                    <a:pt x="1491943" y="7707306"/>
                  </a:lnTo>
                  <a:lnTo>
                    <a:pt x="1476581" y="7707177"/>
                  </a:lnTo>
                  <a:lnTo>
                    <a:pt x="1471707" y="7707139"/>
                  </a:lnTo>
                  <a:lnTo>
                    <a:pt x="1471387" y="7707137"/>
                  </a:lnTo>
                  <a:lnTo>
                    <a:pt x="0" y="7707137"/>
                  </a:lnTo>
                  <a:close/>
                </a:path>
              </a:pathLst>
            </a:custGeom>
            <a:solidFill>
              <a:srgbClr val="F3BA99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923" name="pl1923"/>
            <p:cNvSpPr/>
            <p:nvPr/>
          </p:nvSpPr>
          <p:spPr>
            <a:xfrm>
              <a:off x="4799595" y="2887482"/>
              <a:ext cx="11981298" cy="8066749"/>
            </a:xfrm>
            <a:custGeom>
              <a:avLst/>
              <a:pathLst>
                <a:path w="11981298" h="8066749">
                  <a:moveTo>
                    <a:pt x="0" y="7707137"/>
                  </a:moveTo>
                  <a:lnTo>
                    <a:pt x="1471387" y="7707137"/>
                  </a:lnTo>
                  <a:lnTo>
                    <a:pt x="1472623" y="7707146"/>
                  </a:lnTo>
                  <a:lnTo>
                    <a:pt x="1480735" y="7707210"/>
                  </a:lnTo>
                  <a:lnTo>
                    <a:pt x="1501131" y="7707388"/>
                  </a:lnTo>
                  <a:lnTo>
                    <a:pt x="1537467" y="7707737"/>
                  </a:lnTo>
                  <a:lnTo>
                    <a:pt x="1591363" y="7708312"/>
                  </a:lnTo>
                  <a:lnTo>
                    <a:pt x="1662288" y="7709155"/>
                  </a:lnTo>
                  <a:lnTo>
                    <a:pt x="1747782" y="7710294"/>
                  </a:lnTo>
                  <a:lnTo>
                    <a:pt x="1844028" y="7711742"/>
                  </a:lnTo>
                  <a:lnTo>
                    <a:pt x="1946614" y="7713500"/>
                  </a:lnTo>
                  <a:lnTo>
                    <a:pt x="2051262" y="7715561"/>
                  </a:lnTo>
                  <a:lnTo>
                    <a:pt x="2154359" y="7717919"/>
                  </a:lnTo>
                  <a:lnTo>
                    <a:pt x="2253219" y="7720572"/>
                  </a:lnTo>
                  <a:lnTo>
                    <a:pt x="2346118" y="7723528"/>
                  </a:lnTo>
                  <a:lnTo>
                    <a:pt x="2432175" y="7726805"/>
                  </a:lnTo>
                  <a:lnTo>
                    <a:pt x="2511175" y="7730432"/>
                  </a:lnTo>
                  <a:lnTo>
                    <a:pt x="2583375" y="7734450"/>
                  </a:lnTo>
                  <a:lnTo>
                    <a:pt x="2649341" y="7738910"/>
                  </a:lnTo>
                  <a:lnTo>
                    <a:pt x="2709820" y="7743872"/>
                  </a:lnTo>
                  <a:lnTo>
                    <a:pt x="2765647" y="7749400"/>
                  </a:lnTo>
                  <a:lnTo>
                    <a:pt x="2817672" y="7755556"/>
                  </a:lnTo>
                  <a:lnTo>
                    <a:pt x="2866709" y="7762389"/>
                  </a:lnTo>
                  <a:lnTo>
                    <a:pt x="2896531" y="7767072"/>
                  </a:lnTo>
                  <a:lnTo>
                    <a:pt x="2951893" y="7776857"/>
                  </a:lnTo>
                  <a:lnTo>
                    <a:pt x="3005451" y="7787699"/>
                  </a:lnTo>
                  <a:lnTo>
                    <a:pt x="3057928" y="7799611"/>
                  </a:lnTo>
                  <a:lnTo>
                    <a:pt x="3109840" y="7812564"/>
                  </a:lnTo>
                  <a:lnTo>
                    <a:pt x="3161537" y="7826485"/>
                  </a:lnTo>
                  <a:lnTo>
                    <a:pt x="3213230" y="7841249"/>
                  </a:lnTo>
                  <a:lnTo>
                    <a:pt x="3265020" y="7856688"/>
                  </a:lnTo>
                  <a:lnTo>
                    <a:pt x="3316919" y="7872590"/>
                  </a:lnTo>
                  <a:lnTo>
                    <a:pt x="3368883" y="7888719"/>
                  </a:lnTo>
                  <a:lnTo>
                    <a:pt x="3420839" y="7904819"/>
                  </a:lnTo>
                  <a:lnTo>
                    <a:pt x="3472716" y="7920639"/>
                  </a:lnTo>
                  <a:lnTo>
                    <a:pt x="3524481" y="7935946"/>
                  </a:lnTo>
                  <a:lnTo>
                    <a:pt x="3576162" y="7950538"/>
                  </a:lnTo>
                  <a:lnTo>
                    <a:pt x="3627884" y="7964255"/>
                  </a:lnTo>
                  <a:lnTo>
                    <a:pt x="3679885" y="7976984"/>
                  </a:lnTo>
                  <a:lnTo>
                    <a:pt x="3732549" y="7988662"/>
                  </a:lnTo>
                  <a:lnTo>
                    <a:pt x="3786433" y="7999269"/>
                  </a:lnTo>
                  <a:lnTo>
                    <a:pt x="3829811" y="8006814"/>
                  </a:lnTo>
                  <a:lnTo>
                    <a:pt x="3877339" y="8014086"/>
                  </a:lnTo>
                  <a:lnTo>
                    <a:pt x="3927383" y="8020666"/>
                  </a:lnTo>
                  <a:lnTo>
                    <a:pt x="3980705" y="8026585"/>
                  </a:lnTo>
                  <a:lnTo>
                    <a:pt x="4038141" y="8031898"/>
                  </a:lnTo>
                  <a:lnTo>
                    <a:pt x="4100541" y="8036668"/>
                  </a:lnTo>
                  <a:lnTo>
                    <a:pt x="4168716" y="8040959"/>
                  </a:lnTo>
                  <a:lnTo>
                    <a:pt x="4243360" y="8044828"/>
                  </a:lnTo>
                  <a:lnTo>
                    <a:pt x="4324942" y="8048323"/>
                  </a:lnTo>
                  <a:lnTo>
                    <a:pt x="4413567" y="8051479"/>
                  </a:lnTo>
                  <a:lnTo>
                    <a:pt x="4508798" y="8054322"/>
                  </a:lnTo>
                  <a:lnTo>
                    <a:pt x="4609464" y="8056867"/>
                  </a:lnTo>
                  <a:lnTo>
                    <a:pt x="4713494" y="8059117"/>
                  </a:lnTo>
                  <a:lnTo>
                    <a:pt x="4817849" y="8061067"/>
                  </a:lnTo>
                  <a:lnTo>
                    <a:pt x="4918625" y="8062711"/>
                  </a:lnTo>
                  <a:lnTo>
                    <a:pt x="5011421" y="8064045"/>
                  </a:lnTo>
                  <a:lnTo>
                    <a:pt x="5091953" y="8065073"/>
                  </a:lnTo>
                  <a:lnTo>
                    <a:pt x="5156819" y="8065814"/>
                  </a:lnTo>
                  <a:lnTo>
                    <a:pt x="5204217" y="8066300"/>
                  </a:lnTo>
                  <a:lnTo>
                    <a:pt x="5234399" y="8066580"/>
                  </a:lnTo>
                  <a:lnTo>
                    <a:pt x="5249761" y="8066709"/>
                  </a:lnTo>
                  <a:lnTo>
                    <a:pt x="5254635" y="8066747"/>
                  </a:lnTo>
                  <a:lnTo>
                    <a:pt x="5254955" y="8066749"/>
                  </a:lnTo>
                  <a:lnTo>
                    <a:pt x="6726343" y="8066749"/>
                  </a:lnTo>
                  <a:lnTo>
                    <a:pt x="6727033" y="8066637"/>
                  </a:lnTo>
                  <a:lnTo>
                    <a:pt x="6731619" y="8065845"/>
                  </a:lnTo>
                  <a:lnTo>
                    <a:pt x="6743334" y="8063659"/>
                  </a:lnTo>
                  <a:lnTo>
                    <a:pt x="6764658" y="8059345"/>
                  </a:lnTo>
                  <a:lnTo>
                    <a:pt x="6797219" y="8052190"/>
                  </a:lnTo>
                  <a:lnTo>
                    <a:pt x="6841682" y="8041547"/>
                  </a:lnTo>
                  <a:lnTo>
                    <a:pt x="6897732" y="8026886"/>
                  </a:lnTo>
                  <a:lnTo>
                    <a:pt x="6964153" y="8007828"/>
                  </a:lnTo>
                  <a:lnTo>
                    <a:pt x="7039031" y="7984153"/>
                  </a:lnTo>
                  <a:lnTo>
                    <a:pt x="7120024" y="7955784"/>
                  </a:lnTo>
                  <a:lnTo>
                    <a:pt x="7204661" y="7922748"/>
                  </a:lnTo>
                  <a:lnTo>
                    <a:pt x="7290594" y="7885128"/>
                  </a:lnTo>
                  <a:lnTo>
                    <a:pt x="7375792" y="7843008"/>
                  </a:lnTo>
                  <a:lnTo>
                    <a:pt x="7458638" y="7796428"/>
                  </a:lnTo>
                  <a:lnTo>
                    <a:pt x="7537963" y="7745351"/>
                  </a:lnTo>
                  <a:lnTo>
                    <a:pt x="7613014" y="7689637"/>
                  </a:lnTo>
                  <a:lnTo>
                    <a:pt x="7683401" y="7629033"/>
                  </a:lnTo>
                  <a:lnTo>
                    <a:pt x="7749023" y="7563166"/>
                  </a:lnTo>
                  <a:lnTo>
                    <a:pt x="7809996" y="7491546"/>
                  </a:lnTo>
                  <a:lnTo>
                    <a:pt x="7866591" y="7413575"/>
                  </a:lnTo>
                  <a:lnTo>
                    <a:pt x="7919182" y="7328558"/>
                  </a:lnTo>
                  <a:lnTo>
                    <a:pt x="7968206" y="7235729"/>
                  </a:lnTo>
                  <a:lnTo>
                    <a:pt x="8014128" y="7134286"/>
                  </a:lnTo>
                  <a:lnTo>
                    <a:pt x="8057422" y="7023453"/>
                  </a:lnTo>
                  <a:lnTo>
                    <a:pt x="8098544" y="6902567"/>
                  </a:lnTo>
                  <a:lnTo>
                    <a:pt x="8137919" y="6771219"/>
                  </a:lnTo>
                  <a:lnTo>
                    <a:pt x="8151487" y="6722291"/>
                  </a:lnTo>
                  <a:lnTo>
                    <a:pt x="8175024" y="6632902"/>
                  </a:lnTo>
                  <a:lnTo>
                    <a:pt x="8198152" y="6539414"/>
                  </a:lnTo>
                  <a:lnTo>
                    <a:pt x="8220941" y="6441754"/>
                  </a:lnTo>
                  <a:lnTo>
                    <a:pt x="8243451" y="6339870"/>
                  </a:lnTo>
                  <a:lnTo>
                    <a:pt x="8265736" y="6233738"/>
                  </a:lnTo>
                  <a:lnTo>
                    <a:pt x="8287844" y="6123361"/>
                  </a:lnTo>
                  <a:lnTo>
                    <a:pt x="8309815" y="6008771"/>
                  </a:lnTo>
                  <a:lnTo>
                    <a:pt x="8331684" y="5890032"/>
                  </a:lnTo>
                  <a:lnTo>
                    <a:pt x="8353480" y="5767240"/>
                  </a:lnTo>
                  <a:lnTo>
                    <a:pt x="8375229" y="5640525"/>
                  </a:lnTo>
                  <a:lnTo>
                    <a:pt x="8396950" y="5510050"/>
                  </a:lnTo>
                  <a:lnTo>
                    <a:pt x="8418661" y="5376013"/>
                  </a:lnTo>
                  <a:lnTo>
                    <a:pt x="8440374" y="5238647"/>
                  </a:lnTo>
                  <a:lnTo>
                    <a:pt x="8462097" y="5098215"/>
                  </a:lnTo>
                  <a:lnTo>
                    <a:pt x="8483838" y="4955015"/>
                  </a:lnTo>
                  <a:lnTo>
                    <a:pt x="8505598" y="4809371"/>
                  </a:lnTo>
                  <a:lnTo>
                    <a:pt x="8527380" y="4661635"/>
                  </a:lnTo>
                  <a:lnTo>
                    <a:pt x="8549180" y="4512182"/>
                  </a:lnTo>
                  <a:lnTo>
                    <a:pt x="8570997" y="4361406"/>
                  </a:lnTo>
                  <a:lnTo>
                    <a:pt x="8592827" y="4209717"/>
                  </a:lnTo>
                  <a:lnTo>
                    <a:pt x="8614662" y="4057534"/>
                  </a:lnTo>
                  <a:lnTo>
                    <a:pt x="8636499" y="3905284"/>
                  </a:lnTo>
                  <a:lnTo>
                    <a:pt x="8658331" y="3753392"/>
                  </a:lnTo>
                  <a:lnTo>
                    <a:pt x="8680152" y="3602281"/>
                  </a:lnTo>
                  <a:lnTo>
                    <a:pt x="8701959" y="3452365"/>
                  </a:lnTo>
                  <a:lnTo>
                    <a:pt x="8723746" y="3304043"/>
                  </a:lnTo>
                  <a:lnTo>
                    <a:pt x="8745513" y="3157696"/>
                  </a:lnTo>
                  <a:lnTo>
                    <a:pt x="8767260" y="3013683"/>
                  </a:lnTo>
                  <a:lnTo>
                    <a:pt x="8788989" y="2872340"/>
                  </a:lnTo>
                  <a:lnTo>
                    <a:pt x="8810704" y="2733971"/>
                  </a:lnTo>
                  <a:lnTo>
                    <a:pt x="8832414" y="2598851"/>
                  </a:lnTo>
                  <a:lnTo>
                    <a:pt x="8854131" y="2467223"/>
                  </a:lnTo>
                  <a:lnTo>
                    <a:pt x="8875869" y="2339295"/>
                  </a:lnTo>
                  <a:lnTo>
                    <a:pt x="8897647" y="2215242"/>
                  </a:lnTo>
                  <a:lnTo>
                    <a:pt x="8919490" y="2095205"/>
                  </a:lnTo>
                  <a:lnTo>
                    <a:pt x="8941425" y="1979291"/>
                  </a:lnTo>
                  <a:lnTo>
                    <a:pt x="8963485" y="1867572"/>
                  </a:lnTo>
                  <a:lnTo>
                    <a:pt x="8985710" y="1760092"/>
                  </a:lnTo>
                  <a:lnTo>
                    <a:pt x="9008143" y="1656862"/>
                  </a:lnTo>
                  <a:lnTo>
                    <a:pt x="9030837" y="1557865"/>
                  </a:lnTo>
                  <a:lnTo>
                    <a:pt x="9053850" y="1463061"/>
                  </a:lnTo>
                  <a:lnTo>
                    <a:pt x="9077250" y="1372381"/>
                  </a:lnTo>
                  <a:lnTo>
                    <a:pt x="9084767" y="1344458"/>
                  </a:lnTo>
                  <a:lnTo>
                    <a:pt x="9123616" y="1209391"/>
                  </a:lnTo>
                  <a:lnTo>
                    <a:pt x="9164075" y="1084837"/>
                  </a:lnTo>
                  <a:lnTo>
                    <a:pt x="9206550" y="970518"/>
                  </a:lnTo>
                  <a:lnTo>
                    <a:pt x="9251489" y="865841"/>
                  </a:lnTo>
                  <a:lnTo>
                    <a:pt x="9299363" y="770060"/>
                  </a:lnTo>
                  <a:lnTo>
                    <a:pt x="9350642" y="682373"/>
                  </a:lnTo>
                  <a:lnTo>
                    <a:pt x="9405776" y="601996"/>
                  </a:lnTo>
                  <a:lnTo>
                    <a:pt x="9465164" y="528205"/>
                  </a:lnTo>
                  <a:lnTo>
                    <a:pt x="9529121" y="460367"/>
                  </a:lnTo>
                  <a:lnTo>
                    <a:pt x="9597823" y="397952"/>
                  </a:lnTo>
                  <a:lnTo>
                    <a:pt x="9671254" y="340545"/>
                  </a:lnTo>
                  <a:lnTo>
                    <a:pt x="9749134" y="287851"/>
                  </a:lnTo>
                  <a:lnTo>
                    <a:pt x="9830847" y="239691"/>
                  </a:lnTo>
                  <a:lnTo>
                    <a:pt x="9915375" y="195994"/>
                  </a:lnTo>
                  <a:lnTo>
                    <a:pt x="10001261" y="156775"/>
                  </a:lnTo>
                  <a:lnTo>
                    <a:pt x="10086611" y="122109"/>
                  </a:lnTo>
                  <a:lnTo>
                    <a:pt x="10169172" y="92084"/>
                  </a:lnTo>
                  <a:lnTo>
                    <a:pt x="10246491" y="66752"/>
                  </a:lnTo>
                  <a:lnTo>
                    <a:pt x="10316148" y="46080"/>
                  </a:lnTo>
                  <a:lnTo>
                    <a:pt x="10376043" y="29900"/>
                  </a:lnTo>
                  <a:lnTo>
                    <a:pt x="10424686" y="17891"/>
                  </a:lnTo>
                  <a:lnTo>
                    <a:pt x="10461428" y="9572"/>
                  </a:lnTo>
                  <a:lnTo>
                    <a:pt x="10486585" y="4333"/>
                  </a:lnTo>
                  <a:lnTo>
                    <a:pt x="10501454" y="1479"/>
                  </a:lnTo>
                  <a:lnTo>
                    <a:pt x="10508226" y="277"/>
                  </a:lnTo>
                  <a:lnTo>
                    <a:pt x="10509879" y="4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24" name="pl1924"/>
            <p:cNvSpPr/>
            <p:nvPr/>
          </p:nvSpPr>
          <p:spPr>
            <a:xfrm>
              <a:off x="4799595" y="2879309"/>
              <a:ext cx="11981298" cy="8066749"/>
            </a:xfrm>
            <a:custGeom>
              <a:avLst/>
              <a:pathLst>
                <a:path w="11981298" h="8066749">
                  <a:moveTo>
                    <a:pt x="11981298" y="0"/>
                  </a:moveTo>
                  <a:lnTo>
                    <a:pt x="10509911" y="0"/>
                  </a:lnTo>
                  <a:lnTo>
                    <a:pt x="10509220" y="111"/>
                  </a:lnTo>
                  <a:lnTo>
                    <a:pt x="10504634" y="903"/>
                  </a:lnTo>
                  <a:lnTo>
                    <a:pt x="10492920" y="3090"/>
                  </a:lnTo>
                  <a:lnTo>
                    <a:pt x="10471595" y="7403"/>
                  </a:lnTo>
                  <a:lnTo>
                    <a:pt x="10439035" y="14559"/>
                  </a:lnTo>
                  <a:lnTo>
                    <a:pt x="10394571" y="25202"/>
                  </a:lnTo>
                  <a:lnTo>
                    <a:pt x="10338521" y="39862"/>
                  </a:lnTo>
                  <a:lnTo>
                    <a:pt x="10272100" y="58920"/>
                  </a:lnTo>
                  <a:lnTo>
                    <a:pt x="10197222" y="82595"/>
                  </a:lnTo>
                  <a:lnTo>
                    <a:pt x="10116229" y="110965"/>
                  </a:lnTo>
                  <a:lnTo>
                    <a:pt x="10031593" y="144000"/>
                  </a:lnTo>
                  <a:lnTo>
                    <a:pt x="9945659" y="181620"/>
                  </a:lnTo>
                  <a:lnTo>
                    <a:pt x="9860461" y="223740"/>
                  </a:lnTo>
                  <a:lnTo>
                    <a:pt x="9777615" y="270320"/>
                  </a:lnTo>
                  <a:lnTo>
                    <a:pt x="9698291" y="321397"/>
                  </a:lnTo>
                  <a:lnTo>
                    <a:pt x="9623239" y="377111"/>
                  </a:lnTo>
                  <a:lnTo>
                    <a:pt x="9552852" y="437715"/>
                  </a:lnTo>
                  <a:lnTo>
                    <a:pt x="9487230" y="503582"/>
                  </a:lnTo>
                  <a:lnTo>
                    <a:pt x="9426258" y="575202"/>
                  </a:lnTo>
                  <a:lnTo>
                    <a:pt x="9369663" y="653173"/>
                  </a:lnTo>
                  <a:lnTo>
                    <a:pt x="9317071" y="738190"/>
                  </a:lnTo>
                  <a:lnTo>
                    <a:pt x="9268047" y="831019"/>
                  </a:lnTo>
                  <a:lnTo>
                    <a:pt x="9222125" y="932462"/>
                  </a:lnTo>
                  <a:lnTo>
                    <a:pt x="9178832" y="1043295"/>
                  </a:lnTo>
                  <a:lnTo>
                    <a:pt x="9137710" y="1164181"/>
                  </a:lnTo>
                  <a:lnTo>
                    <a:pt x="9098335" y="1295529"/>
                  </a:lnTo>
                  <a:lnTo>
                    <a:pt x="9084767" y="1344458"/>
                  </a:lnTo>
                  <a:lnTo>
                    <a:pt x="9061229" y="1433847"/>
                  </a:lnTo>
                  <a:lnTo>
                    <a:pt x="9038101" y="1527334"/>
                  </a:lnTo>
                  <a:lnTo>
                    <a:pt x="9015313" y="1624995"/>
                  </a:lnTo>
                  <a:lnTo>
                    <a:pt x="8992802" y="1726878"/>
                  </a:lnTo>
                  <a:lnTo>
                    <a:pt x="8970517" y="1833010"/>
                  </a:lnTo>
                  <a:lnTo>
                    <a:pt x="8948409" y="1943387"/>
                  </a:lnTo>
                  <a:lnTo>
                    <a:pt x="8926438" y="2057977"/>
                  </a:lnTo>
                  <a:lnTo>
                    <a:pt x="8904570" y="2176716"/>
                  </a:lnTo>
                  <a:lnTo>
                    <a:pt x="8882773" y="2299508"/>
                  </a:lnTo>
                  <a:lnTo>
                    <a:pt x="8861025" y="2426223"/>
                  </a:lnTo>
                  <a:lnTo>
                    <a:pt x="8839303" y="2556698"/>
                  </a:lnTo>
                  <a:lnTo>
                    <a:pt x="8817592" y="2690735"/>
                  </a:lnTo>
                  <a:lnTo>
                    <a:pt x="8795880" y="2828101"/>
                  </a:lnTo>
                  <a:lnTo>
                    <a:pt x="8774156" y="2968533"/>
                  </a:lnTo>
                  <a:lnTo>
                    <a:pt x="8752416" y="3111733"/>
                  </a:lnTo>
                  <a:lnTo>
                    <a:pt x="8730655" y="3257377"/>
                  </a:lnTo>
                  <a:lnTo>
                    <a:pt x="8708874" y="3405113"/>
                  </a:lnTo>
                  <a:lnTo>
                    <a:pt x="8687073" y="3554567"/>
                  </a:lnTo>
                  <a:lnTo>
                    <a:pt x="8665256" y="3705342"/>
                  </a:lnTo>
                  <a:lnTo>
                    <a:pt x="8643427" y="3857032"/>
                  </a:lnTo>
                  <a:lnTo>
                    <a:pt x="8621591" y="4009214"/>
                  </a:lnTo>
                  <a:lnTo>
                    <a:pt x="8599754" y="4161465"/>
                  </a:lnTo>
                  <a:lnTo>
                    <a:pt x="8577922" y="4313356"/>
                  </a:lnTo>
                  <a:lnTo>
                    <a:pt x="8556101" y="4464467"/>
                  </a:lnTo>
                  <a:lnTo>
                    <a:pt x="8534295" y="4614383"/>
                  </a:lnTo>
                  <a:lnTo>
                    <a:pt x="8512507" y="4762706"/>
                  </a:lnTo>
                  <a:lnTo>
                    <a:pt x="8490740" y="4909053"/>
                  </a:lnTo>
                  <a:lnTo>
                    <a:pt x="8468993" y="5053065"/>
                  </a:lnTo>
                  <a:lnTo>
                    <a:pt x="8447265" y="5194409"/>
                  </a:lnTo>
                  <a:lnTo>
                    <a:pt x="8425549" y="5332778"/>
                  </a:lnTo>
                  <a:lnTo>
                    <a:pt x="8403839" y="5467898"/>
                  </a:lnTo>
                  <a:lnTo>
                    <a:pt x="8382123" y="5599526"/>
                  </a:lnTo>
                  <a:lnTo>
                    <a:pt x="8360385" y="5727453"/>
                  </a:lnTo>
                  <a:lnTo>
                    <a:pt x="8338606" y="5851506"/>
                  </a:lnTo>
                  <a:lnTo>
                    <a:pt x="8316763" y="5971543"/>
                  </a:lnTo>
                  <a:lnTo>
                    <a:pt x="8294828" y="6087458"/>
                  </a:lnTo>
                  <a:lnTo>
                    <a:pt x="8272768" y="6199176"/>
                  </a:lnTo>
                  <a:lnTo>
                    <a:pt x="8250544" y="6306657"/>
                  </a:lnTo>
                  <a:lnTo>
                    <a:pt x="8228110" y="6409887"/>
                  </a:lnTo>
                  <a:lnTo>
                    <a:pt x="8205416" y="6508883"/>
                  </a:lnTo>
                  <a:lnTo>
                    <a:pt x="8182403" y="6603687"/>
                  </a:lnTo>
                  <a:lnTo>
                    <a:pt x="8159004" y="6694367"/>
                  </a:lnTo>
                  <a:lnTo>
                    <a:pt x="8151487" y="6722291"/>
                  </a:lnTo>
                  <a:lnTo>
                    <a:pt x="8112637" y="6857357"/>
                  </a:lnTo>
                  <a:lnTo>
                    <a:pt x="8072178" y="6981911"/>
                  </a:lnTo>
                  <a:lnTo>
                    <a:pt x="8029703" y="7096231"/>
                  </a:lnTo>
                  <a:lnTo>
                    <a:pt x="7984764" y="7200907"/>
                  </a:lnTo>
                  <a:lnTo>
                    <a:pt x="7936890" y="7296688"/>
                  </a:lnTo>
                  <a:lnTo>
                    <a:pt x="7885611" y="7384375"/>
                  </a:lnTo>
                  <a:lnTo>
                    <a:pt x="7830478" y="7464753"/>
                  </a:lnTo>
                  <a:lnTo>
                    <a:pt x="7771089" y="7538543"/>
                  </a:lnTo>
                  <a:lnTo>
                    <a:pt x="7707133" y="7606381"/>
                  </a:lnTo>
                  <a:lnTo>
                    <a:pt x="7638431" y="7668797"/>
                  </a:lnTo>
                  <a:lnTo>
                    <a:pt x="7564999" y="7726203"/>
                  </a:lnTo>
                  <a:lnTo>
                    <a:pt x="7487119" y="7778898"/>
                  </a:lnTo>
                  <a:lnTo>
                    <a:pt x="7405406" y="7827057"/>
                  </a:lnTo>
                  <a:lnTo>
                    <a:pt x="7320878" y="7870755"/>
                  </a:lnTo>
                  <a:lnTo>
                    <a:pt x="7234992" y="7909973"/>
                  </a:lnTo>
                  <a:lnTo>
                    <a:pt x="7149643" y="7944639"/>
                  </a:lnTo>
                  <a:lnTo>
                    <a:pt x="7067081" y="7974665"/>
                  </a:lnTo>
                  <a:lnTo>
                    <a:pt x="6989762" y="7999996"/>
                  </a:lnTo>
                  <a:lnTo>
                    <a:pt x="6920105" y="8020669"/>
                  </a:lnTo>
                  <a:lnTo>
                    <a:pt x="6860210" y="8036848"/>
                  </a:lnTo>
                  <a:lnTo>
                    <a:pt x="6811567" y="8048857"/>
                  </a:lnTo>
                  <a:lnTo>
                    <a:pt x="6774825" y="8057176"/>
                  </a:lnTo>
                  <a:lnTo>
                    <a:pt x="6749668" y="8062415"/>
                  </a:lnTo>
                  <a:lnTo>
                    <a:pt x="6734800" y="8065269"/>
                  </a:lnTo>
                  <a:lnTo>
                    <a:pt x="6728027" y="8066471"/>
                  </a:lnTo>
                  <a:lnTo>
                    <a:pt x="6726374" y="8066744"/>
                  </a:lnTo>
                  <a:lnTo>
                    <a:pt x="6726343" y="8066749"/>
                  </a:lnTo>
                  <a:lnTo>
                    <a:pt x="5254955" y="8066749"/>
                  </a:lnTo>
                  <a:lnTo>
                    <a:pt x="5253719" y="8066740"/>
                  </a:lnTo>
                  <a:lnTo>
                    <a:pt x="5245607" y="8066676"/>
                  </a:lnTo>
                  <a:lnTo>
                    <a:pt x="5225211" y="8066498"/>
                  </a:lnTo>
                  <a:lnTo>
                    <a:pt x="5188876" y="8066148"/>
                  </a:lnTo>
                  <a:lnTo>
                    <a:pt x="5134979" y="8065574"/>
                  </a:lnTo>
                  <a:lnTo>
                    <a:pt x="5064054" y="8064731"/>
                  </a:lnTo>
                  <a:lnTo>
                    <a:pt x="4978560" y="8063591"/>
                  </a:lnTo>
                  <a:lnTo>
                    <a:pt x="4882314" y="8062144"/>
                  </a:lnTo>
                  <a:lnTo>
                    <a:pt x="4779728" y="8060386"/>
                  </a:lnTo>
                  <a:lnTo>
                    <a:pt x="4675080" y="8058325"/>
                  </a:lnTo>
                  <a:lnTo>
                    <a:pt x="4571983" y="8055967"/>
                  </a:lnTo>
                  <a:lnTo>
                    <a:pt x="4473123" y="8053314"/>
                  </a:lnTo>
                  <a:lnTo>
                    <a:pt x="4380224" y="8050357"/>
                  </a:lnTo>
                  <a:lnTo>
                    <a:pt x="4294167" y="8047081"/>
                  </a:lnTo>
                  <a:lnTo>
                    <a:pt x="4215167" y="8043454"/>
                  </a:lnTo>
                  <a:lnTo>
                    <a:pt x="4142967" y="8039436"/>
                  </a:lnTo>
                  <a:lnTo>
                    <a:pt x="4077001" y="8034976"/>
                  </a:lnTo>
                  <a:lnTo>
                    <a:pt x="4016522" y="8030014"/>
                  </a:lnTo>
                  <a:lnTo>
                    <a:pt x="3960695" y="8024486"/>
                  </a:lnTo>
                  <a:lnTo>
                    <a:pt x="3908671" y="8018330"/>
                  </a:lnTo>
                  <a:lnTo>
                    <a:pt x="3859634" y="8011497"/>
                  </a:lnTo>
                  <a:lnTo>
                    <a:pt x="3829811" y="8006814"/>
                  </a:lnTo>
                  <a:lnTo>
                    <a:pt x="3774449" y="7997029"/>
                  </a:lnTo>
                  <a:lnTo>
                    <a:pt x="3720891" y="7986187"/>
                  </a:lnTo>
                  <a:lnTo>
                    <a:pt x="3668414" y="7974275"/>
                  </a:lnTo>
                  <a:lnTo>
                    <a:pt x="3616502" y="7961321"/>
                  </a:lnTo>
                  <a:lnTo>
                    <a:pt x="3564805" y="7947401"/>
                  </a:lnTo>
                  <a:lnTo>
                    <a:pt x="3513112" y="7932636"/>
                  </a:lnTo>
                  <a:lnTo>
                    <a:pt x="3461322" y="7917198"/>
                  </a:lnTo>
                  <a:lnTo>
                    <a:pt x="3409423" y="7901295"/>
                  </a:lnTo>
                  <a:lnTo>
                    <a:pt x="3357459" y="7885167"/>
                  </a:lnTo>
                  <a:lnTo>
                    <a:pt x="3305504" y="7869067"/>
                  </a:lnTo>
                  <a:lnTo>
                    <a:pt x="3253626" y="7853247"/>
                  </a:lnTo>
                  <a:lnTo>
                    <a:pt x="3201862" y="7837940"/>
                  </a:lnTo>
                  <a:lnTo>
                    <a:pt x="3150180" y="7823348"/>
                  </a:lnTo>
                  <a:lnTo>
                    <a:pt x="3098458" y="7809631"/>
                  </a:lnTo>
                  <a:lnTo>
                    <a:pt x="3046457" y="7796902"/>
                  </a:lnTo>
                  <a:lnTo>
                    <a:pt x="2993793" y="7785224"/>
                  </a:lnTo>
                  <a:lnTo>
                    <a:pt x="2939909" y="7774617"/>
                  </a:lnTo>
                  <a:lnTo>
                    <a:pt x="2896531" y="7767072"/>
                  </a:lnTo>
                  <a:lnTo>
                    <a:pt x="2849003" y="7759800"/>
                  </a:lnTo>
                  <a:lnTo>
                    <a:pt x="2798959" y="7753220"/>
                  </a:lnTo>
                  <a:lnTo>
                    <a:pt x="2745637" y="7747301"/>
                  </a:lnTo>
                  <a:lnTo>
                    <a:pt x="2688201" y="7741988"/>
                  </a:lnTo>
                  <a:lnTo>
                    <a:pt x="2625801" y="7737218"/>
                  </a:lnTo>
                  <a:lnTo>
                    <a:pt x="2557626" y="7732926"/>
                  </a:lnTo>
                  <a:lnTo>
                    <a:pt x="2482982" y="7729057"/>
                  </a:lnTo>
                  <a:lnTo>
                    <a:pt x="2401400" y="7725563"/>
                  </a:lnTo>
                  <a:lnTo>
                    <a:pt x="2312775" y="7722407"/>
                  </a:lnTo>
                  <a:lnTo>
                    <a:pt x="2217544" y="7719563"/>
                  </a:lnTo>
                  <a:lnTo>
                    <a:pt x="2116878" y="7717019"/>
                  </a:lnTo>
                  <a:lnTo>
                    <a:pt x="2012848" y="7714769"/>
                  </a:lnTo>
                  <a:lnTo>
                    <a:pt x="1908494" y="7712819"/>
                  </a:lnTo>
                  <a:lnTo>
                    <a:pt x="1807718" y="7711174"/>
                  </a:lnTo>
                  <a:lnTo>
                    <a:pt x="1714921" y="7709841"/>
                  </a:lnTo>
                  <a:lnTo>
                    <a:pt x="1634389" y="7708812"/>
                  </a:lnTo>
                  <a:lnTo>
                    <a:pt x="1569523" y="7708072"/>
                  </a:lnTo>
                  <a:lnTo>
                    <a:pt x="1522125" y="7707585"/>
                  </a:lnTo>
                  <a:lnTo>
                    <a:pt x="1491943" y="7707306"/>
                  </a:lnTo>
                  <a:lnTo>
                    <a:pt x="1476581" y="7707177"/>
                  </a:lnTo>
                  <a:lnTo>
                    <a:pt x="1471707" y="7707139"/>
                  </a:lnTo>
                  <a:lnTo>
                    <a:pt x="1471387" y="7707137"/>
                  </a:lnTo>
                  <a:lnTo>
                    <a:pt x="0" y="770713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25" name="pg1925"/>
            <p:cNvSpPr/>
            <p:nvPr/>
          </p:nvSpPr>
          <p:spPr>
            <a:xfrm>
              <a:off x="4799595" y="5200441"/>
              <a:ext cx="11981298" cy="5377832"/>
            </a:xfrm>
            <a:custGeom>
              <a:avLst/>
              <a:pathLst>
                <a:path w="11981298" h="5377832">
                  <a:moveTo>
                    <a:pt x="0" y="5377832"/>
                  </a:moveTo>
                  <a:lnTo>
                    <a:pt x="1471387" y="5377832"/>
                  </a:lnTo>
                  <a:lnTo>
                    <a:pt x="1472625" y="5377830"/>
                  </a:lnTo>
                  <a:lnTo>
                    <a:pt x="1480746" y="5377812"/>
                  </a:lnTo>
                  <a:lnTo>
                    <a:pt x="1501165" y="5377764"/>
                  </a:lnTo>
                  <a:lnTo>
                    <a:pt x="1537540" y="5377668"/>
                  </a:lnTo>
                  <a:lnTo>
                    <a:pt x="1591491" y="5377511"/>
                  </a:lnTo>
                  <a:lnTo>
                    <a:pt x="1662482" y="5377281"/>
                  </a:lnTo>
                  <a:lnTo>
                    <a:pt x="1748045" y="5376970"/>
                  </a:lnTo>
                  <a:lnTo>
                    <a:pt x="1844356" y="5376575"/>
                  </a:lnTo>
                  <a:lnTo>
                    <a:pt x="1946998" y="5376095"/>
                  </a:lnTo>
                  <a:lnTo>
                    <a:pt x="2051689" y="5375533"/>
                  </a:lnTo>
                  <a:lnTo>
                    <a:pt x="2154815" y="5374889"/>
                  </a:lnTo>
                  <a:lnTo>
                    <a:pt x="2253691" y="5374164"/>
                  </a:lnTo>
                  <a:lnTo>
                    <a:pt x="2346594" y="5373357"/>
                  </a:lnTo>
                  <a:lnTo>
                    <a:pt x="2432648" y="5372463"/>
                  </a:lnTo>
                  <a:lnTo>
                    <a:pt x="2511639" y="5371473"/>
                  </a:lnTo>
                  <a:lnTo>
                    <a:pt x="2583826" y="5370376"/>
                  </a:lnTo>
                  <a:lnTo>
                    <a:pt x="2649780" y="5369158"/>
                  </a:lnTo>
                  <a:lnTo>
                    <a:pt x="2710247" y="5367803"/>
                  </a:lnTo>
                  <a:lnTo>
                    <a:pt x="2766065" y="5366294"/>
                  </a:lnTo>
                  <a:lnTo>
                    <a:pt x="2818084" y="5364613"/>
                  </a:lnTo>
                  <a:lnTo>
                    <a:pt x="2867119" y="5362747"/>
                  </a:lnTo>
                  <a:lnTo>
                    <a:pt x="2896531" y="5361486"/>
                  </a:lnTo>
                  <a:lnTo>
                    <a:pt x="2952700" y="5358776"/>
                  </a:lnTo>
                  <a:lnTo>
                    <a:pt x="3007023" y="5355769"/>
                  </a:lnTo>
                  <a:lnTo>
                    <a:pt x="3060251" y="5352461"/>
                  </a:lnTo>
                  <a:lnTo>
                    <a:pt x="3112917" y="5348861"/>
                  </a:lnTo>
                  <a:lnTo>
                    <a:pt x="3165376" y="5344991"/>
                  </a:lnTo>
                  <a:lnTo>
                    <a:pt x="3217843" y="5340888"/>
                  </a:lnTo>
                  <a:lnTo>
                    <a:pt x="3270414" y="5336599"/>
                  </a:lnTo>
                  <a:lnTo>
                    <a:pt x="3323095" y="5332188"/>
                  </a:lnTo>
                  <a:lnTo>
                    <a:pt x="3375834" y="5327721"/>
                  </a:lnTo>
                  <a:lnTo>
                    <a:pt x="3428554" y="5323272"/>
                  </a:lnTo>
                  <a:lnTo>
                    <a:pt x="3481186" y="5318911"/>
                  </a:lnTo>
                  <a:lnTo>
                    <a:pt x="3533701" y="5314705"/>
                  </a:lnTo>
                  <a:lnTo>
                    <a:pt x="3586146" y="5310708"/>
                  </a:lnTo>
                  <a:lnTo>
                    <a:pt x="3638669" y="5306964"/>
                  </a:lnTo>
                  <a:lnTo>
                    <a:pt x="3691550" y="5303503"/>
                  </a:lnTo>
                  <a:lnTo>
                    <a:pt x="3745225" y="5300339"/>
                  </a:lnTo>
                  <a:lnTo>
                    <a:pt x="3800326" y="5297475"/>
                  </a:lnTo>
                  <a:lnTo>
                    <a:pt x="3829811" y="5296102"/>
                  </a:lnTo>
                  <a:lnTo>
                    <a:pt x="3877359" y="5294118"/>
                  </a:lnTo>
                  <a:lnTo>
                    <a:pt x="3927425" y="5292323"/>
                  </a:lnTo>
                  <a:lnTo>
                    <a:pt x="3980773" y="5290708"/>
                  </a:lnTo>
                  <a:lnTo>
                    <a:pt x="4038239" y="5289259"/>
                  </a:lnTo>
                  <a:lnTo>
                    <a:pt x="4100674" y="5287958"/>
                  </a:lnTo>
                  <a:lnTo>
                    <a:pt x="4168891" y="5286787"/>
                  </a:lnTo>
                  <a:lnTo>
                    <a:pt x="4243583" y="5285732"/>
                  </a:lnTo>
                  <a:lnTo>
                    <a:pt x="4325221" y="5284779"/>
                  </a:lnTo>
                  <a:lnTo>
                    <a:pt x="4413906" y="5283918"/>
                  </a:lnTo>
                  <a:lnTo>
                    <a:pt x="4509200" y="5283142"/>
                  </a:lnTo>
                  <a:lnTo>
                    <a:pt x="4609926" y="5282448"/>
                  </a:lnTo>
                  <a:lnTo>
                    <a:pt x="4714009" y="5281835"/>
                  </a:lnTo>
                  <a:lnTo>
                    <a:pt x="4818398" y="5281303"/>
                  </a:lnTo>
                  <a:lnTo>
                    <a:pt x="4919183" y="5280855"/>
                  </a:lnTo>
                  <a:lnTo>
                    <a:pt x="5011957" y="5280492"/>
                  </a:lnTo>
                  <a:lnTo>
                    <a:pt x="5092432" y="5280212"/>
                  </a:lnTo>
                  <a:lnTo>
                    <a:pt x="5157210" y="5280010"/>
                  </a:lnTo>
                  <a:lnTo>
                    <a:pt x="5204501" y="5279878"/>
                  </a:lnTo>
                  <a:lnTo>
                    <a:pt x="5234571" y="5279802"/>
                  </a:lnTo>
                  <a:lnTo>
                    <a:pt x="5249837" y="5279767"/>
                  </a:lnTo>
                  <a:lnTo>
                    <a:pt x="5254648" y="5279757"/>
                  </a:lnTo>
                  <a:lnTo>
                    <a:pt x="5254955" y="5279756"/>
                  </a:lnTo>
                  <a:lnTo>
                    <a:pt x="6726343" y="5279756"/>
                  </a:lnTo>
                  <a:lnTo>
                    <a:pt x="6727206" y="5279665"/>
                  </a:lnTo>
                  <a:lnTo>
                    <a:pt x="6732913" y="5279014"/>
                  </a:lnTo>
                  <a:lnTo>
                    <a:pt x="6747412" y="5277216"/>
                  </a:lnTo>
                  <a:lnTo>
                    <a:pt x="6773613" y="5273672"/>
                  </a:lnTo>
                  <a:lnTo>
                    <a:pt x="6813233" y="5267807"/>
                  </a:lnTo>
                  <a:lnTo>
                    <a:pt x="6866671" y="5259123"/>
                  </a:lnTo>
                  <a:lnTo>
                    <a:pt x="6933025" y="5247236"/>
                  </a:lnTo>
                  <a:lnTo>
                    <a:pt x="7010291" y="5231902"/>
                  </a:lnTo>
                  <a:lnTo>
                    <a:pt x="7095715" y="5213012"/>
                  </a:lnTo>
                  <a:lnTo>
                    <a:pt x="7186221" y="5190564"/>
                  </a:lnTo>
                  <a:lnTo>
                    <a:pt x="7278803" y="5164617"/>
                  </a:lnTo>
                  <a:lnTo>
                    <a:pt x="7370833" y="5135242"/>
                  </a:lnTo>
                  <a:lnTo>
                    <a:pt x="7460232" y="5102477"/>
                  </a:lnTo>
                  <a:lnTo>
                    <a:pt x="7545520" y="5066290"/>
                  </a:lnTo>
                  <a:lnTo>
                    <a:pt x="7625782" y="5026564"/>
                  </a:lnTo>
                  <a:lnTo>
                    <a:pt x="7700581" y="4983076"/>
                  </a:lnTo>
                  <a:lnTo>
                    <a:pt x="7769854" y="4935501"/>
                  </a:lnTo>
                  <a:lnTo>
                    <a:pt x="7833812" y="4883409"/>
                  </a:lnTo>
                  <a:lnTo>
                    <a:pt x="7892847" y="4826280"/>
                  </a:lnTo>
                  <a:lnTo>
                    <a:pt x="7947468" y="4763515"/>
                  </a:lnTo>
                  <a:lnTo>
                    <a:pt x="7998246" y="4694467"/>
                  </a:lnTo>
                  <a:lnTo>
                    <a:pt x="8045774" y="4618485"/>
                  </a:lnTo>
                  <a:lnTo>
                    <a:pt x="8090632" y="4534990"/>
                  </a:lnTo>
                  <a:lnTo>
                    <a:pt x="8133366" y="4443586"/>
                  </a:lnTo>
                  <a:lnTo>
                    <a:pt x="8151487" y="4401159"/>
                  </a:lnTo>
                  <a:lnTo>
                    <a:pt x="8180265" y="4329222"/>
                  </a:lnTo>
                  <a:lnTo>
                    <a:pt x="8208454" y="4253247"/>
                  </a:lnTo>
                  <a:lnTo>
                    <a:pt x="8236174" y="4173155"/>
                  </a:lnTo>
                  <a:lnTo>
                    <a:pt x="8263533" y="4088901"/>
                  </a:lnTo>
                  <a:lnTo>
                    <a:pt x="8290618" y="4000483"/>
                  </a:lnTo>
                  <a:lnTo>
                    <a:pt x="8317503" y="3907939"/>
                  </a:lnTo>
                  <a:lnTo>
                    <a:pt x="8344252" y="3811357"/>
                  </a:lnTo>
                  <a:lnTo>
                    <a:pt x="8370914" y="3710869"/>
                  </a:lnTo>
                  <a:lnTo>
                    <a:pt x="8397529" y="3606660"/>
                  </a:lnTo>
                  <a:lnTo>
                    <a:pt x="8424129" y="3498964"/>
                  </a:lnTo>
                  <a:lnTo>
                    <a:pt x="8450735" y="3388066"/>
                  </a:lnTo>
                  <a:lnTo>
                    <a:pt x="8477362" y="3274297"/>
                  </a:lnTo>
                  <a:lnTo>
                    <a:pt x="8504018" y="3158034"/>
                  </a:lnTo>
                  <a:lnTo>
                    <a:pt x="8530705" y="3039694"/>
                  </a:lnTo>
                  <a:lnTo>
                    <a:pt x="8557420" y="2919729"/>
                  </a:lnTo>
                  <a:lnTo>
                    <a:pt x="8584158" y="2798616"/>
                  </a:lnTo>
                  <a:lnTo>
                    <a:pt x="8610909" y="2676856"/>
                  </a:lnTo>
                  <a:lnTo>
                    <a:pt x="8637663" y="2554957"/>
                  </a:lnTo>
                  <a:lnTo>
                    <a:pt x="8664409" y="2433432"/>
                  </a:lnTo>
                  <a:lnTo>
                    <a:pt x="8691138" y="2312787"/>
                  </a:lnTo>
                  <a:lnTo>
                    <a:pt x="8717841" y="2193512"/>
                  </a:lnTo>
                  <a:lnTo>
                    <a:pt x="8744514" y="2076075"/>
                  </a:lnTo>
                  <a:lnTo>
                    <a:pt x="8771156" y="1960911"/>
                  </a:lnTo>
                  <a:lnTo>
                    <a:pt x="8797772" y="1848419"/>
                  </a:lnTo>
                  <a:lnTo>
                    <a:pt x="8824373" y="1738957"/>
                  </a:lnTo>
                  <a:lnTo>
                    <a:pt x="8850976" y="1632835"/>
                  </a:lnTo>
                  <a:lnTo>
                    <a:pt x="8877609" y="1530313"/>
                  </a:lnTo>
                  <a:lnTo>
                    <a:pt x="8904305" y="1431604"/>
                  </a:lnTo>
                  <a:lnTo>
                    <a:pt x="8931110" y="1336867"/>
                  </a:lnTo>
                  <a:lnTo>
                    <a:pt x="8958079" y="1246216"/>
                  </a:lnTo>
                  <a:lnTo>
                    <a:pt x="8985279" y="1159713"/>
                  </a:lnTo>
                  <a:lnTo>
                    <a:pt x="9012793" y="1077378"/>
                  </a:lnTo>
                  <a:lnTo>
                    <a:pt x="9040715" y="999190"/>
                  </a:lnTo>
                  <a:lnTo>
                    <a:pt x="9069158" y="925086"/>
                  </a:lnTo>
                  <a:lnTo>
                    <a:pt x="9084767" y="886770"/>
                  </a:lnTo>
                  <a:lnTo>
                    <a:pt x="9126726" y="791873"/>
                  </a:lnTo>
                  <a:lnTo>
                    <a:pt x="9170593" y="704956"/>
                  </a:lnTo>
                  <a:lnTo>
                    <a:pt x="9216885" y="625756"/>
                  </a:lnTo>
                  <a:lnTo>
                    <a:pt x="9266171" y="553758"/>
                  </a:lnTo>
                  <a:lnTo>
                    <a:pt x="9319041" y="488330"/>
                  </a:lnTo>
                  <a:lnTo>
                    <a:pt x="9376082" y="428817"/>
                  </a:lnTo>
                  <a:lnTo>
                    <a:pt x="9437833" y="374594"/>
                  </a:lnTo>
                  <a:lnTo>
                    <a:pt x="9504746" y="325105"/>
                  </a:lnTo>
                  <a:lnTo>
                    <a:pt x="9577121" y="279878"/>
                  </a:lnTo>
                  <a:lnTo>
                    <a:pt x="9655026" y="238542"/>
                  </a:lnTo>
                  <a:lnTo>
                    <a:pt x="9738201" y="200831"/>
                  </a:lnTo>
                  <a:lnTo>
                    <a:pt x="9825952" y="166580"/>
                  </a:lnTo>
                  <a:lnTo>
                    <a:pt x="9917054" y="135722"/>
                  </a:lnTo>
                  <a:lnTo>
                    <a:pt x="10009688" y="108271"/>
                  </a:lnTo>
                  <a:lnTo>
                    <a:pt x="10101453" y="84286"/>
                  </a:lnTo>
                  <a:lnTo>
                    <a:pt x="10189480" y="63837"/>
                  </a:lnTo>
                  <a:lnTo>
                    <a:pt x="10270677" y="46957"/>
                  </a:lnTo>
                  <a:lnTo>
                    <a:pt x="10342096" y="33586"/>
                  </a:lnTo>
                  <a:lnTo>
                    <a:pt x="10401357" y="23542"/>
                  </a:lnTo>
                  <a:lnTo>
                    <a:pt x="10447042" y="16501"/>
                  </a:lnTo>
                  <a:lnTo>
                    <a:pt x="10478968" y="12011"/>
                  </a:lnTo>
                  <a:lnTo>
                    <a:pt x="10498287" y="9523"/>
                  </a:lnTo>
                  <a:lnTo>
                    <a:pt x="10507406" y="8445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9047" y="91"/>
                  </a:lnTo>
                  <a:lnTo>
                    <a:pt x="10503340" y="742"/>
                  </a:lnTo>
                  <a:lnTo>
                    <a:pt x="10488842" y="2540"/>
                  </a:lnTo>
                  <a:lnTo>
                    <a:pt x="10462640" y="6084"/>
                  </a:lnTo>
                  <a:lnTo>
                    <a:pt x="10423020" y="11949"/>
                  </a:lnTo>
                  <a:lnTo>
                    <a:pt x="10369583" y="20633"/>
                  </a:lnTo>
                  <a:lnTo>
                    <a:pt x="10303229" y="32520"/>
                  </a:lnTo>
                  <a:lnTo>
                    <a:pt x="10225963" y="47854"/>
                  </a:lnTo>
                  <a:lnTo>
                    <a:pt x="10140538" y="66744"/>
                  </a:lnTo>
                  <a:lnTo>
                    <a:pt x="10050032" y="89192"/>
                  </a:lnTo>
                  <a:lnTo>
                    <a:pt x="9957451" y="115139"/>
                  </a:lnTo>
                  <a:lnTo>
                    <a:pt x="9865420" y="144514"/>
                  </a:lnTo>
                  <a:lnTo>
                    <a:pt x="9776021" y="177279"/>
                  </a:lnTo>
                  <a:lnTo>
                    <a:pt x="9690733" y="213466"/>
                  </a:lnTo>
                  <a:lnTo>
                    <a:pt x="9610471" y="253192"/>
                  </a:lnTo>
                  <a:lnTo>
                    <a:pt x="9535672" y="296680"/>
                  </a:lnTo>
                  <a:lnTo>
                    <a:pt x="9466399" y="344255"/>
                  </a:lnTo>
                  <a:lnTo>
                    <a:pt x="9402442" y="396347"/>
                  </a:lnTo>
                  <a:lnTo>
                    <a:pt x="9343407" y="453476"/>
                  </a:lnTo>
                  <a:lnTo>
                    <a:pt x="9288785" y="516241"/>
                  </a:lnTo>
                  <a:lnTo>
                    <a:pt x="9238007" y="585289"/>
                  </a:lnTo>
                  <a:lnTo>
                    <a:pt x="9190480" y="661271"/>
                  </a:lnTo>
                  <a:lnTo>
                    <a:pt x="9145621" y="744766"/>
                  </a:lnTo>
                  <a:lnTo>
                    <a:pt x="9102887" y="836170"/>
                  </a:lnTo>
                  <a:lnTo>
                    <a:pt x="9084767" y="878597"/>
                  </a:lnTo>
                  <a:lnTo>
                    <a:pt x="9055988" y="950534"/>
                  </a:lnTo>
                  <a:lnTo>
                    <a:pt x="9027800" y="1026509"/>
                  </a:lnTo>
                  <a:lnTo>
                    <a:pt x="9000079" y="1106601"/>
                  </a:lnTo>
                  <a:lnTo>
                    <a:pt x="8972720" y="1190855"/>
                  </a:lnTo>
                  <a:lnTo>
                    <a:pt x="8945636" y="1279273"/>
                  </a:lnTo>
                  <a:lnTo>
                    <a:pt x="8918750" y="1371816"/>
                  </a:lnTo>
                  <a:lnTo>
                    <a:pt x="8892001" y="1468399"/>
                  </a:lnTo>
                  <a:lnTo>
                    <a:pt x="8865340" y="1568887"/>
                  </a:lnTo>
                  <a:lnTo>
                    <a:pt x="8838724" y="1673096"/>
                  </a:lnTo>
                  <a:lnTo>
                    <a:pt x="8812125" y="1780792"/>
                  </a:lnTo>
                  <a:lnTo>
                    <a:pt x="8785519" y="1891690"/>
                  </a:lnTo>
                  <a:lnTo>
                    <a:pt x="8758892" y="2005459"/>
                  </a:lnTo>
                  <a:lnTo>
                    <a:pt x="8732236" y="2121722"/>
                  </a:lnTo>
                  <a:lnTo>
                    <a:pt x="8705548" y="2240062"/>
                  </a:lnTo>
                  <a:lnTo>
                    <a:pt x="8678833" y="2360027"/>
                  </a:lnTo>
                  <a:lnTo>
                    <a:pt x="8652095" y="2481140"/>
                  </a:lnTo>
                  <a:lnTo>
                    <a:pt x="8625344" y="2602900"/>
                  </a:lnTo>
                  <a:lnTo>
                    <a:pt x="8598590" y="2724799"/>
                  </a:lnTo>
                  <a:lnTo>
                    <a:pt x="8571844" y="2846324"/>
                  </a:lnTo>
                  <a:lnTo>
                    <a:pt x="8545115" y="2966969"/>
                  </a:lnTo>
                  <a:lnTo>
                    <a:pt x="8518412" y="3086244"/>
                  </a:lnTo>
                  <a:lnTo>
                    <a:pt x="8491739" y="3203681"/>
                  </a:lnTo>
                  <a:lnTo>
                    <a:pt x="8465097" y="3318845"/>
                  </a:lnTo>
                  <a:lnTo>
                    <a:pt x="8438481" y="3431336"/>
                  </a:lnTo>
                  <a:lnTo>
                    <a:pt x="8411881" y="3540799"/>
                  </a:lnTo>
                  <a:lnTo>
                    <a:pt x="8385277" y="3646921"/>
                  </a:lnTo>
                  <a:lnTo>
                    <a:pt x="8358644" y="3749443"/>
                  </a:lnTo>
                  <a:lnTo>
                    <a:pt x="8331948" y="3848152"/>
                  </a:lnTo>
                  <a:lnTo>
                    <a:pt x="8305144" y="3942889"/>
                  </a:lnTo>
                  <a:lnTo>
                    <a:pt x="8278175" y="4033540"/>
                  </a:lnTo>
                  <a:lnTo>
                    <a:pt x="8250974" y="4120043"/>
                  </a:lnTo>
                  <a:lnTo>
                    <a:pt x="8223461" y="4202378"/>
                  </a:lnTo>
                  <a:lnTo>
                    <a:pt x="8195539" y="4280566"/>
                  </a:lnTo>
                  <a:lnTo>
                    <a:pt x="8167095" y="4354670"/>
                  </a:lnTo>
                  <a:lnTo>
                    <a:pt x="8151487" y="4392986"/>
                  </a:lnTo>
                  <a:lnTo>
                    <a:pt x="8109527" y="4487883"/>
                  </a:lnTo>
                  <a:lnTo>
                    <a:pt x="8065660" y="4574800"/>
                  </a:lnTo>
                  <a:lnTo>
                    <a:pt x="8019368" y="4654000"/>
                  </a:lnTo>
                  <a:lnTo>
                    <a:pt x="7970083" y="4725998"/>
                  </a:lnTo>
                  <a:lnTo>
                    <a:pt x="7917212" y="4791426"/>
                  </a:lnTo>
                  <a:lnTo>
                    <a:pt x="7860172" y="4850939"/>
                  </a:lnTo>
                  <a:lnTo>
                    <a:pt x="7798421" y="4905162"/>
                  </a:lnTo>
                  <a:lnTo>
                    <a:pt x="7731508" y="4954651"/>
                  </a:lnTo>
                  <a:lnTo>
                    <a:pt x="7659132" y="4999878"/>
                  </a:lnTo>
                  <a:lnTo>
                    <a:pt x="7581227" y="5041214"/>
                  </a:lnTo>
                  <a:lnTo>
                    <a:pt x="7498052" y="5078925"/>
                  </a:lnTo>
                  <a:lnTo>
                    <a:pt x="7410301" y="5113176"/>
                  </a:lnTo>
                  <a:lnTo>
                    <a:pt x="7319200" y="5144034"/>
                  </a:lnTo>
                  <a:lnTo>
                    <a:pt x="7226565" y="5171485"/>
                  </a:lnTo>
                  <a:lnTo>
                    <a:pt x="7134800" y="5195470"/>
                  </a:lnTo>
                  <a:lnTo>
                    <a:pt x="7046774" y="5215919"/>
                  </a:lnTo>
                  <a:lnTo>
                    <a:pt x="6965577" y="5232799"/>
                  </a:lnTo>
                  <a:lnTo>
                    <a:pt x="6894157" y="5246170"/>
                  </a:lnTo>
                  <a:lnTo>
                    <a:pt x="6834896" y="5256214"/>
                  </a:lnTo>
                  <a:lnTo>
                    <a:pt x="6789211" y="5263255"/>
                  </a:lnTo>
                  <a:lnTo>
                    <a:pt x="6757285" y="5267745"/>
                  </a:lnTo>
                  <a:lnTo>
                    <a:pt x="6737967" y="5270232"/>
                  </a:lnTo>
                  <a:lnTo>
                    <a:pt x="6728848" y="5271311"/>
                  </a:lnTo>
                  <a:lnTo>
                    <a:pt x="6726343" y="5271583"/>
                  </a:lnTo>
                  <a:lnTo>
                    <a:pt x="5254955" y="5271583"/>
                  </a:lnTo>
                  <a:lnTo>
                    <a:pt x="5253717" y="5271586"/>
                  </a:lnTo>
                  <a:lnTo>
                    <a:pt x="5245596" y="5271603"/>
                  </a:lnTo>
                  <a:lnTo>
                    <a:pt x="5225177" y="5271652"/>
                  </a:lnTo>
                  <a:lnTo>
                    <a:pt x="5188802" y="5271747"/>
                  </a:lnTo>
                  <a:lnTo>
                    <a:pt x="5134851" y="5271904"/>
                  </a:lnTo>
                  <a:lnTo>
                    <a:pt x="5063861" y="5272135"/>
                  </a:lnTo>
                  <a:lnTo>
                    <a:pt x="4978298" y="5272446"/>
                  </a:lnTo>
                  <a:lnTo>
                    <a:pt x="4881986" y="5272841"/>
                  </a:lnTo>
                  <a:lnTo>
                    <a:pt x="4779344" y="5273321"/>
                  </a:lnTo>
                  <a:lnTo>
                    <a:pt x="4674653" y="5273883"/>
                  </a:lnTo>
                  <a:lnTo>
                    <a:pt x="4571527" y="5274527"/>
                  </a:lnTo>
                  <a:lnTo>
                    <a:pt x="4472651" y="5275251"/>
                  </a:lnTo>
                  <a:lnTo>
                    <a:pt x="4379748" y="5276058"/>
                  </a:lnTo>
                  <a:lnTo>
                    <a:pt x="4293694" y="5276953"/>
                  </a:lnTo>
                  <a:lnTo>
                    <a:pt x="4214704" y="5277943"/>
                  </a:lnTo>
                  <a:lnTo>
                    <a:pt x="4142516" y="5279040"/>
                  </a:lnTo>
                  <a:lnTo>
                    <a:pt x="4076562" y="5280258"/>
                  </a:lnTo>
                  <a:lnTo>
                    <a:pt x="4016095" y="5281613"/>
                  </a:lnTo>
                  <a:lnTo>
                    <a:pt x="3960277" y="5283122"/>
                  </a:lnTo>
                  <a:lnTo>
                    <a:pt x="3908258" y="5284803"/>
                  </a:lnTo>
                  <a:lnTo>
                    <a:pt x="3859223" y="5286669"/>
                  </a:lnTo>
                  <a:lnTo>
                    <a:pt x="3829811" y="5287929"/>
                  </a:lnTo>
                  <a:lnTo>
                    <a:pt x="3773642" y="5290640"/>
                  </a:lnTo>
                  <a:lnTo>
                    <a:pt x="3719319" y="5293647"/>
                  </a:lnTo>
                  <a:lnTo>
                    <a:pt x="3666091" y="5296955"/>
                  </a:lnTo>
                  <a:lnTo>
                    <a:pt x="3613426" y="5300555"/>
                  </a:lnTo>
                  <a:lnTo>
                    <a:pt x="3560966" y="5304425"/>
                  </a:lnTo>
                  <a:lnTo>
                    <a:pt x="3508499" y="5308528"/>
                  </a:lnTo>
                  <a:lnTo>
                    <a:pt x="3455928" y="5312816"/>
                  </a:lnTo>
                  <a:lnTo>
                    <a:pt x="3403247" y="5317228"/>
                  </a:lnTo>
                  <a:lnTo>
                    <a:pt x="3350508" y="5321695"/>
                  </a:lnTo>
                  <a:lnTo>
                    <a:pt x="3297788" y="5326144"/>
                  </a:lnTo>
                  <a:lnTo>
                    <a:pt x="3245156" y="5330505"/>
                  </a:lnTo>
                  <a:lnTo>
                    <a:pt x="3192641" y="5334711"/>
                  </a:lnTo>
                  <a:lnTo>
                    <a:pt x="3140196" y="5338708"/>
                  </a:lnTo>
                  <a:lnTo>
                    <a:pt x="3087673" y="5342452"/>
                  </a:lnTo>
                  <a:lnTo>
                    <a:pt x="3034792" y="5345913"/>
                  </a:lnTo>
                  <a:lnTo>
                    <a:pt x="2981117" y="5349077"/>
                  </a:lnTo>
                  <a:lnTo>
                    <a:pt x="2926016" y="5351941"/>
                  </a:lnTo>
                  <a:lnTo>
                    <a:pt x="2896531" y="5353313"/>
                  </a:lnTo>
                  <a:lnTo>
                    <a:pt x="2848984" y="5355298"/>
                  </a:lnTo>
                  <a:lnTo>
                    <a:pt x="2798917" y="5357093"/>
                  </a:lnTo>
                  <a:lnTo>
                    <a:pt x="2745569" y="5358707"/>
                  </a:lnTo>
                  <a:lnTo>
                    <a:pt x="2688103" y="5360157"/>
                  </a:lnTo>
                  <a:lnTo>
                    <a:pt x="2625668" y="5361458"/>
                  </a:lnTo>
                  <a:lnTo>
                    <a:pt x="2557451" y="5362629"/>
                  </a:lnTo>
                  <a:lnTo>
                    <a:pt x="2482759" y="5363684"/>
                  </a:lnTo>
                  <a:lnTo>
                    <a:pt x="2401121" y="5364637"/>
                  </a:lnTo>
                  <a:lnTo>
                    <a:pt x="2312436" y="5365498"/>
                  </a:lnTo>
                  <a:lnTo>
                    <a:pt x="2217142" y="5366273"/>
                  </a:lnTo>
                  <a:lnTo>
                    <a:pt x="2116416" y="5366967"/>
                  </a:lnTo>
                  <a:lnTo>
                    <a:pt x="2012334" y="5367581"/>
                  </a:lnTo>
                  <a:lnTo>
                    <a:pt x="1907945" y="5368112"/>
                  </a:lnTo>
                  <a:lnTo>
                    <a:pt x="1807159" y="5368561"/>
                  </a:lnTo>
                  <a:lnTo>
                    <a:pt x="1714386" y="5368924"/>
                  </a:lnTo>
                  <a:lnTo>
                    <a:pt x="1633910" y="5369204"/>
                  </a:lnTo>
                  <a:lnTo>
                    <a:pt x="1569132" y="5369406"/>
                  </a:lnTo>
                  <a:lnTo>
                    <a:pt x="1521842" y="5369538"/>
                  </a:lnTo>
                  <a:lnTo>
                    <a:pt x="1491771" y="5369614"/>
                  </a:lnTo>
                  <a:lnTo>
                    <a:pt x="1476506" y="5369649"/>
                  </a:lnTo>
                  <a:lnTo>
                    <a:pt x="1471694" y="5369659"/>
                  </a:lnTo>
                  <a:lnTo>
                    <a:pt x="1471387" y="5369659"/>
                  </a:lnTo>
                  <a:lnTo>
                    <a:pt x="0" y="5369659"/>
                  </a:lnTo>
                  <a:close/>
                </a:path>
              </a:pathLst>
            </a:custGeom>
            <a:solidFill>
              <a:srgbClr val="F3BA99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926" name="pl1926"/>
            <p:cNvSpPr/>
            <p:nvPr/>
          </p:nvSpPr>
          <p:spPr>
            <a:xfrm>
              <a:off x="4799595" y="5208614"/>
              <a:ext cx="11981298" cy="5369659"/>
            </a:xfrm>
            <a:custGeom>
              <a:avLst/>
              <a:pathLst>
                <a:path w="11981298" h="5369659">
                  <a:moveTo>
                    <a:pt x="0" y="5369659"/>
                  </a:moveTo>
                  <a:lnTo>
                    <a:pt x="1471387" y="5369659"/>
                  </a:lnTo>
                  <a:lnTo>
                    <a:pt x="1472625" y="5369657"/>
                  </a:lnTo>
                  <a:lnTo>
                    <a:pt x="1480746" y="5369639"/>
                  </a:lnTo>
                  <a:lnTo>
                    <a:pt x="1501165" y="5369591"/>
                  </a:lnTo>
                  <a:lnTo>
                    <a:pt x="1537540" y="5369495"/>
                  </a:lnTo>
                  <a:lnTo>
                    <a:pt x="1591491" y="5369338"/>
                  </a:lnTo>
                  <a:lnTo>
                    <a:pt x="1662482" y="5369108"/>
                  </a:lnTo>
                  <a:lnTo>
                    <a:pt x="1748045" y="5368797"/>
                  </a:lnTo>
                  <a:lnTo>
                    <a:pt x="1844356" y="5368402"/>
                  </a:lnTo>
                  <a:lnTo>
                    <a:pt x="1946998" y="5367922"/>
                  </a:lnTo>
                  <a:lnTo>
                    <a:pt x="2051689" y="5367360"/>
                  </a:lnTo>
                  <a:lnTo>
                    <a:pt x="2154815" y="5366716"/>
                  </a:lnTo>
                  <a:lnTo>
                    <a:pt x="2253691" y="5365991"/>
                  </a:lnTo>
                  <a:lnTo>
                    <a:pt x="2346594" y="5365184"/>
                  </a:lnTo>
                  <a:lnTo>
                    <a:pt x="2432648" y="5364290"/>
                  </a:lnTo>
                  <a:lnTo>
                    <a:pt x="2511639" y="5363300"/>
                  </a:lnTo>
                  <a:lnTo>
                    <a:pt x="2583826" y="5362203"/>
                  </a:lnTo>
                  <a:lnTo>
                    <a:pt x="2649780" y="5360985"/>
                  </a:lnTo>
                  <a:lnTo>
                    <a:pt x="2710247" y="5359630"/>
                  </a:lnTo>
                  <a:lnTo>
                    <a:pt x="2766065" y="5358121"/>
                  </a:lnTo>
                  <a:lnTo>
                    <a:pt x="2818084" y="5356440"/>
                  </a:lnTo>
                  <a:lnTo>
                    <a:pt x="2867119" y="5354574"/>
                  </a:lnTo>
                  <a:lnTo>
                    <a:pt x="2896531" y="5353313"/>
                  </a:lnTo>
                  <a:lnTo>
                    <a:pt x="2952700" y="5350603"/>
                  </a:lnTo>
                  <a:lnTo>
                    <a:pt x="3007023" y="5347596"/>
                  </a:lnTo>
                  <a:lnTo>
                    <a:pt x="3060251" y="5344288"/>
                  </a:lnTo>
                  <a:lnTo>
                    <a:pt x="3112917" y="5340688"/>
                  </a:lnTo>
                  <a:lnTo>
                    <a:pt x="3165376" y="5336818"/>
                  </a:lnTo>
                  <a:lnTo>
                    <a:pt x="3217843" y="5332715"/>
                  </a:lnTo>
                  <a:lnTo>
                    <a:pt x="3270414" y="5328426"/>
                  </a:lnTo>
                  <a:lnTo>
                    <a:pt x="3323095" y="5324015"/>
                  </a:lnTo>
                  <a:lnTo>
                    <a:pt x="3375834" y="5319548"/>
                  </a:lnTo>
                  <a:lnTo>
                    <a:pt x="3428554" y="5315099"/>
                  </a:lnTo>
                  <a:lnTo>
                    <a:pt x="3481186" y="5310738"/>
                  </a:lnTo>
                  <a:lnTo>
                    <a:pt x="3533701" y="5306532"/>
                  </a:lnTo>
                  <a:lnTo>
                    <a:pt x="3586146" y="5302535"/>
                  </a:lnTo>
                  <a:lnTo>
                    <a:pt x="3638669" y="5298791"/>
                  </a:lnTo>
                  <a:lnTo>
                    <a:pt x="3691550" y="5295330"/>
                  </a:lnTo>
                  <a:lnTo>
                    <a:pt x="3745225" y="5292166"/>
                  </a:lnTo>
                  <a:lnTo>
                    <a:pt x="3800326" y="5289302"/>
                  </a:lnTo>
                  <a:lnTo>
                    <a:pt x="3829811" y="5287929"/>
                  </a:lnTo>
                  <a:lnTo>
                    <a:pt x="3877359" y="5285945"/>
                  </a:lnTo>
                  <a:lnTo>
                    <a:pt x="3927425" y="5284150"/>
                  </a:lnTo>
                  <a:lnTo>
                    <a:pt x="3980773" y="5282535"/>
                  </a:lnTo>
                  <a:lnTo>
                    <a:pt x="4038239" y="5281086"/>
                  </a:lnTo>
                  <a:lnTo>
                    <a:pt x="4100674" y="5279785"/>
                  </a:lnTo>
                  <a:lnTo>
                    <a:pt x="4168891" y="5278614"/>
                  </a:lnTo>
                  <a:lnTo>
                    <a:pt x="4243583" y="5277559"/>
                  </a:lnTo>
                  <a:lnTo>
                    <a:pt x="4325221" y="5276606"/>
                  </a:lnTo>
                  <a:lnTo>
                    <a:pt x="4413906" y="5275745"/>
                  </a:lnTo>
                  <a:lnTo>
                    <a:pt x="4509200" y="5274969"/>
                  </a:lnTo>
                  <a:lnTo>
                    <a:pt x="4609926" y="5274275"/>
                  </a:lnTo>
                  <a:lnTo>
                    <a:pt x="4714009" y="5273662"/>
                  </a:lnTo>
                  <a:lnTo>
                    <a:pt x="4818398" y="5273130"/>
                  </a:lnTo>
                  <a:lnTo>
                    <a:pt x="4919183" y="5272682"/>
                  </a:lnTo>
                  <a:lnTo>
                    <a:pt x="5011957" y="5272319"/>
                  </a:lnTo>
                  <a:lnTo>
                    <a:pt x="5092432" y="5272039"/>
                  </a:lnTo>
                  <a:lnTo>
                    <a:pt x="5157210" y="5271837"/>
                  </a:lnTo>
                  <a:lnTo>
                    <a:pt x="5204501" y="5271705"/>
                  </a:lnTo>
                  <a:lnTo>
                    <a:pt x="5234571" y="5271629"/>
                  </a:lnTo>
                  <a:lnTo>
                    <a:pt x="5249837" y="5271594"/>
                  </a:lnTo>
                  <a:lnTo>
                    <a:pt x="5254648" y="5271584"/>
                  </a:lnTo>
                  <a:lnTo>
                    <a:pt x="5254955" y="5271583"/>
                  </a:lnTo>
                  <a:lnTo>
                    <a:pt x="6726343" y="5271583"/>
                  </a:lnTo>
                  <a:lnTo>
                    <a:pt x="6727206" y="5271492"/>
                  </a:lnTo>
                  <a:lnTo>
                    <a:pt x="6732913" y="5270841"/>
                  </a:lnTo>
                  <a:lnTo>
                    <a:pt x="6747412" y="5269043"/>
                  </a:lnTo>
                  <a:lnTo>
                    <a:pt x="6773613" y="5265499"/>
                  </a:lnTo>
                  <a:lnTo>
                    <a:pt x="6813233" y="5259634"/>
                  </a:lnTo>
                  <a:lnTo>
                    <a:pt x="6866671" y="5250950"/>
                  </a:lnTo>
                  <a:lnTo>
                    <a:pt x="6933025" y="5239063"/>
                  </a:lnTo>
                  <a:lnTo>
                    <a:pt x="7010291" y="5223729"/>
                  </a:lnTo>
                  <a:lnTo>
                    <a:pt x="7095715" y="5204839"/>
                  </a:lnTo>
                  <a:lnTo>
                    <a:pt x="7186221" y="5182391"/>
                  </a:lnTo>
                  <a:lnTo>
                    <a:pt x="7278803" y="5156444"/>
                  </a:lnTo>
                  <a:lnTo>
                    <a:pt x="7370833" y="5127069"/>
                  </a:lnTo>
                  <a:lnTo>
                    <a:pt x="7460232" y="5094304"/>
                  </a:lnTo>
                  <a:lnTo>
                    <a:pt x="7545520" y="5058117"/>
                  </a:lnTo>
                  <a:lnTo>
                    <a:pt x="7625782" y="5018391"/>
                  </a:lnTo>
                  <a:lnTo>
                    <a:pt x="7700581" y="4974903"/>
                  </a:lnTo>
                  <a:lnTo>
                    <a:pt x="7769854" y="4927328"/>
                  </a:lnTo>
                  <a:lnTo>
                    <a:pt x="7833812" y="4875236"/>
                  </a:lnTo>
                  <a:lnTo>
                    <a:pt x="7892847" y="4818107"/>
                  </a:lnTo>
                  <a:lnTo>
                    <a:pt x="7947468" y="4755342"/>
                  </a:lnTo>
                  <a:lnTo>
                    <a:pt x="7998246" y="4686294"/>
                  </a:lnTo>
                  <a:lnTo>
                    <a:pt x="8045774" y="4610312"/>
                  </a:lnTo>
                  <a:lnTo>
                    <a:pt x="8090632" y="4526817"/>
                  </a:lnTo>
                  <a:lnTo>
                    <a:pt x="8133366" y="4435413"/>
                  </a:lnTo>
                  <a:lnTo>
                    <a:pt x="8151487" y="4392986"/>
                  </a:lnTo>
                  <a:lnTo>
                    <a:pt x="8180265" y="4321049"/>
                  </a:lnTo>
                  <a:lnTo>
                    <a:pt x="8208454" y="4245074"/>
                  </a:lnTo>
                  <a:lnTo>
                    <a:pt x="8236174" y="4164982"/>
                  </a:lnTo>
                  <a:lnTo>
                    <a:pt x="8263533" y="4080728"/>
                  </a:lnTo>
                  <a:lnTo>
                    <a:pt x="8290618" y="3992310"/>
                  </a:lnTo>
                  <a:lnTo>
                    <a:pt x="8317503" y="3899766"/>
                  </a:lnTo>
                  <a:lnTo>
                    <a:pt x="8344252" y="3803184"/>
                  </a:lnTo>
                  <a:lnTo>
                    <a:pt x="8370914" y="3702696"/>
                  </a:lnTo>
                  <a:lnTo>
                    <a:pt x="8397529" y="3598487"/>
                  </a:lnTo>
                  <a:lnTo>
                    <a:pt x="8424129" y="3490791"/>
                  </a:lnTo>
                  <a:lnTo>
                    <a:pt x="8450735" y="3379893"/>
                  </a:lnTo>
                  <a:lnTo>
                    <a:pt x="8477362" y="3266124"/>
                  </a:lnTo>
                  <a:lnTo>
                    <a:pt x="8504018" y="3149861"/>
                  </a:lnTo>
                  <a:lnTo>
                    <a:pt x="8530705" y="3031521"/>
                  </a:lnTo>
                  <a:lnTo>
                    <a:pt x="8557420" y="2911556"/>
                  </a:lnTo>
                  <a:lnTo>
                    <a:pt x="8584158" y="2790443"/>
                  </a:lnTo>
                  <a:lnTo>
                    <a:pt x="8610909" y="2668683"/>
                  </a:lnTo>
                  <a:lnTo>
                    <a:pt x="8637663" y="2546784"/>
                  </a:lnTo>
                  <a:lnTo>
                    <a:pt x="8664409" y="2425259"/>
                  </a:lnTo>
                  <a:lnTo>
                    <a:pt x="8691138" y="2304614"/>
                  </a:lnTo>
                  <a:lnTo>
                    <a:pt x="8717841" y="2185339"/>
                  </a:lnTo>
                  <a:lnTo>
                    <a:pt x="8744514" y="2067902"/>
                  </a:lnTo>
                  <a:lnTo>
                    <a:pt x="8771156" y="1952738"/>
                  </a:lnTo>
                  <a:lnTo>
                    <a:pt x="8797772" y="1840246"/>
                  </a:lnTo>
                  <a:lnTo>
                    <a:pt x="8824373" y="1730784"/>
                  </a:lnTo>
                  <a:lnTo>
                    <a:pt x="8850976" y="1624662"/>
                  </a:lnTo>
                  <a:lnTo>
                    <a:pt x="8877609" y="1522140"/>
                  </a:lnTo>
                  <a:lnTo>
                    <a:pt x="8904305" y="1423431"/>
                  </a:lnTo>
                  <a:lnTo>
                    <a:pt x="8931110" y="1328694"/>
                  </a:lnTo>
                  <a:lnTo>
                    <a:pt x="8958079" y="1238043"/>
                  </a:lnTo>
                  <a:lnTo>
                    <a:pt x="8985279" y="1151540"/>
                  </a:lnTo>
                  <a:lnTo>
                    <a:pt x="9012793" y="1069205"/>
                  </a:lnTo>
                  <a:lnTo>
                    <a:pt x="9040715" y="991017"/>
                  </a:lnTo>
                  <a:lnTo>
                    <a:pt x="9069158" y="916913"/>
                  </a:lnTo>
                  <a:lnTo>
                    <a:pt x="9084767" y="878597"/>
                  </a:lnTo>
                  <a:lnTo>
                    <a:pt x="9126726" y="783700"/>
                  </a:lnTo>
                  <a:lnTo>
                    <a:pt x="9170593" y="696783"/>
                  </a:lnTo>
                  <a:lnTo>
                    <a:pt x="9216885" y="617583"/>
                  </a:lnTo>
                  <a:lnTo>
                    <a:pt x="9266171" y="545585"/>
                  </a:lnTo>
                  <a:lnTo>
                    <a:pt x="9319041" y="480157"/>
                  </a:lnTo>
                  <a:lnTo>
                    <a:pt x="9376082" y="420644"/>
                  </a:lnTo>
                  <a:lnTo>
                    <a:pt x="9437833" y="366421"/>
                  </a:lnTo>
                  <a:lnTo>
                    <a:pt x="9504746" y="316932"/>
                  </a:lnTo>
                  <a:lnTo>
                    <a:pt x="9577121" y="271705"/>
                  </a:lnTo>
                  <a:lnTo>
                    <a:pt x="9655026" y="230369"/>
                  </a:lnTo>
                  <a:lnTo>
                    <a:pt x="9738201" y="192658"/>
                  </a:lnTo>
                  <a:lnTo>
                    <a:pt x="9825952" y="158407"/>
                  </a:lnTo>
                  <a:lnTo>
                    <a:pt x="9917054" y="127549"/>
                  </a:lnTo>
                  <a:lnTo>
                    <a:pt x="10009688" y="100098"/>
                  </a:lnTo>
                  <a:lnTo>
                    <a:pt x="10101453" y="76113"/>
                  </a:lnTo>
                  <a:lnTo>
                    <a:pt x="10189480" y="55664"/>
                  </a:lnTo>
                  <a:lnTo>
                    <a:pt x="10270677" y="38784"/>
                  </a:lnTo>
                  <a:lnTo>
                    <a:pt x="10342096" y="25413"/>
                  </a:lnTo>
                  <a:lnTo>
                    <a:pt x="10401357" y="15369"/>
                  </a:lnTo>
                  <a:lnTo>
                    <a:pt x="10447042" y="8328"/>
                  </a:lnTo>
                  <a:lnTo>
                    <a:pt x="10478968" y="3838"/>
                  </a:lnTo>
                  <a:lnTo>
                    <a:pt x="10498287" y="1350"/>
                  </a:lnTo>
                  <a:lnTo>
                    <a:pt x="10507406" y="272"/>
                  </a:lnTo>
                  <a:lnTo>
                    <a:pt x="10509837" y="7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27" name="pl1927"/>
            <p:cNvSpPr/>
            <p:nvPr/>
          </p:nvSpPr>
          <p:spPr>
            <a:xfrm>
              <a:off x="4799595" y="5200441"/>
              <a:ext cx="11981298" cy="5369659"/>
            </a:xfrm>
            <a:custGeom>
              <a:avLst/>
              <a:pathLst>
                <a:path w="11981298" h="5369659">
                  <a:moveTo>
                    <a:pt x="11981298" y="0"/>
                  </a:moveTo>
                  <a:lnTo>
                    <a:pt x="10509911" y="0"/>
                  </a:lnTo>
                  <a:lnTo>
                    <a:pt x="10509047" y="91"/>
                  </a:lnTo>
                  <a:lnTo>
                    <a:pt x="10503340" y="742"/>
                  </a:lnTo>
                  <a:lnTo>
                    <a:pt x="10488842" y="2540"/>
                  </a:lnTo>
                  <a:lnTo>
                    <a:pt x="10462640" y="6084"/>
                  </a:lnTo>
                  <a:lnTo>
                    <a:pt x="10423020" y="11949"/>
                  </a:lnTo>
                  <a:lnTo>
                    <a:pt x="10369583" y="20633"/>
                  </a:lnTo>
                  <a:lnTo>
                    <a:pt x="10303229" y="32520"/>
                  </a:lnTo>
                  <a:lnTo>
                    <a:pt x="10225963" y="47854"/>
                  </a:lnTo>
                  <a:lnTo>
                    <a:pt x="10140538" y="66744"/>
                  </a:lnTo>
                  <a:lnTo>
                    <a:pt x="10050032" y="89192"/>
                  </a:lnTo>
                  <a:lnTo>
                    <a:pt x="9957451" y="115139"/>
                  </a:lnTo>
                  <a:lnTo>
                    <a:pt x="9865420" y="144514"/>
                  </a:lnTo>
                  <a:lnTo>
                    <a:pt x="9776021" y="177279"/>
                  </a:lnTo>
                  <a:lnTo>
                    <a:pt x="9690733" y="213466"/>
                  </a:lnTo>
                  <a:lnTo>
                    <a:pt x="9610471" y="253192"/>
                  </a:lnTo>
                  <a:lnTo>
                    <a:pt x="9535672" y="296680"/>
                  </a:lnTo>
                  <a:lnTo>
                    <a:pt x="9466399" y="344255"/>
                  </a:lnTo>
                  <a:lnTo>
                    <a:pt x="9402442" y="396347"/>
                  </a:lnTo>
                  <a:lnTo>
                    <a:pt x="9343407" y="453476"/>
                  </a:lnTo>
                  <a:lnTo>
                    <a:pt x="9288785" y="516241"/>
                  </a:lnTo>
                  <a:lnTo>
                    <a:pt x="9238007" y="585289"/>
                  </a:lnTo>
                  <a:lnTo>
                    <a:pt x="9190480" y="661271"/>
                  </a:lnTo>
                  <a:lnTo>
                    <a:pt x="9145621" y="744766"/>
                  </a:lnTo>
                  <a:lnTo>
                    <a:pt x="9102887" y="836170"/>
                  </a:lnTo>
                  <a:lnTo>
                    <a:pt x="9084767" y="878597"/>
                  </a:lnTo>
                  <a:lnTo>
                    <a:pt x="9055988" y="950534"/>
                  </a:lnTo>
                  <a:lnTo>
                    <a:pt x="9027800" y="1026509"/>
                  </a:lnTo>
                  <a:lnTo>
                    <a:pt x="9000079" y="1106601"/>
                  </a:lnTo>
                  <a:lnTo>
                    <a:pt x="8972720" y="1190855"/>
                  </a:lnTo>
                  <a:lnTo>
                    <a:pt x="8945636" y="1279273"/>
                  </a:lnTo>
                  <a:lnTo>
                    <a:pt x="8918750" y="1371816"/>
                  </a:lnTo>
                  <a:lnTo>
                    <a:pt x="8892001" y="1468399"/>
                  </a:lnTo>
                  <a:lnTo>
                    <a:pt x="8865340" y="1568887"/>
                  </a:lnTo>
                  <a:lnTo>
                    <a:pt x="8838724" y="1673096"/>
                  </a:lnTo>
                  <a:lnTo>
                    <a:pt x="8812125" y="1780792"/>
                  </a:lnTo>
                  <a:lnTo>
                    <a:pt x="8785519" y="1891690"/>
                  </a:lnTo>
                  <a:lnTo>
                    <a:pt x="8758892" y="2005459"/>
                  </a:lnTo>
                  <a:lnTo>
                    <a:pt x="8732236" y="2121722"/>
                  </a:lnTo>
                  <a:lnTo>
                    <a:pt x="8705548" y="2240062"/>
                  </a:lnTo>
                  <a:lnTo>
                    <a:pt x="8678833" y="2360027"/>
                  </a:lnTo>
                  <a:lnTo>
                    <a:pt x="8652095" y="2481140"/>
                  </a:lnTo>
                  <a:lnTo>
                    <a:pt x="8625344" y="2602900"/>
                  </a:lnTo>
                  <a:lnTo>
                    <a:pt x="8598590" y="2724799"/>
                  </a:lnTo>
                  <a:lnTo>
                    <a:pt x="8571844" y="2846324"/>
                  </a:lnTo>
                  <a:lnTo>
                    <a:pt x="8545115" y="2966969"/>
                  </a:lnTo>
                  <a:lnTo>
                    <a:pt x="8518412" y="3086244"/>
                  </a:lnTo>
                  <a:lnTo>
                    <a:pt x="8491739" y="3203681"/>
                  </a:lnTo>
                  <a:lnTo>
                    <a:pt x="8465097" y="3318845"/>
                  </a:lnTo>
                  <a:lnTo>
                    <a:pt x="8438481" y="3431336"/>
                  </a:lnTo>
                  <a:lnTo>
                    <a:pt x="8411881" y="3540799"/>
                  </a:lnTo>
                  <a:lnTo>
                    <a:pt x="8385277" y="3646921"/>
                  </a:lnTo>
                  <a:lnTo>
                    <a:pt x="8358644" y="3749443"/>
                  </a:lnTo>
                  <a:lnTo>
                    <a:pt x="8331948" y="3848152"/>
                  </a:lnTo>
                  <a:lnTo>
                    <a:pt x="8305144" y="3942889"/>
                  </a:lnTo>
                  <a:lnTo>
                    <a:pt x="8278175" y="4033540"/>
                  </a:lnTo>
                  <a:lnTo>
                    <a:pt x="8250974" y="4120043"/>
                  </a:lnTo>
                  <a:lnTo>
                    <a:pt x="8223461" y="4202378"/>
                  </a:lnTo>
                  <a:lnTo>
                    <a:pt x="8195539" y="4280566"/>
                  </a:lnTo>
                  <a:lnTo>
                    <a:pt x="8167095" y="4354670"/>
                  </a:lnTo>
                  <a:lnTo>
                    <a:pt x="8151487" y="4392986"/>
                  </a:lnTo>
                  <a:lnTo>
                    <a:pt x="8109527" y="4487883"/>
                  </a:lnTo>
                  <a:lnTo>
                    <a:pt x="8065660" y="4574800"/>
                  </a:lnTo>
                  <a:lnTo>
                    <a:pt x="8019368" y="4654000"/>
                  </a:lnTo>
                  <a:lnTo>
                    <a:pt x="7970083" y="4725998"/>
                  </a:lnTo>
                  <a:lnTo>
                    <a:pt x="7917212" y="4791426"/>
                  </a:lnTo>
                  <a:lnTo>
                    <a:pt x="7860172" y="4850939"/>
                  </a:lnTo>
                  <a:lnTo>
                    <a:pt x="7798421" y="4905162"/>
                  </a:lnTo>
                  <a:lnTo>
                    <a:pt x="7731508" y="4954651"/>
                  </a:lnTo>
                  <a:lnTo>
                    <a:pt x="7659132" y="4999878"/>
                  </a:lnTo>
                  <a:lnTo>
                    <a:pt x="7581227" y="5041214"/>
                  </a:lnTo>
                  <a:lnTo>
                    <a:pt x="7498052" y="5078925"/>
                  </a:lnTo>
                  <a:lnTo>
                    <a:pt x="7410301" y="5113176"/>
                  </a:lnTo>
                  <a:lnTo>
                    <a:pt x="7319200" y="5144034"/>
                  </a:lnTo>
                  <a:lnTo>
                    <a:pt x="7226565" y="5171485"/>
                  </a:lnTo>
                  <a:lnTo>
                    <a:pt x="7134800" y="5195470"/>
                  </a:lnTo>
                  <a:lnTo>
                    <a:pt x="7046774" y="5215919"/>
                  </a:lnTo>
                  <a:lnTo>
                    <a:pt x="6965577" y="5232799"/>
                  </a:lnTo>
                  <a:lnTo>
                    <a:pt x="6894157" y="5246170"/>
                  </a:lnTo>
                  <a:lnTo>
                    <a:pt x="6834896" y="5256214"/>
                  </a:lnTo>
                  <a:lnTo>
                    <a:pt x="6789211" y="5263255"/>
                  </a:lnTo>
                  <a:lnTo>
                    <a:pt x="6757285" y="5267745"/>
                  </a:lnTo>
                  <a:lnTo>
                    <a:pt x="6737967" y="5270232"/>
                  </a:lnTo>
                  <a:lnTo>
                    <a:pt x="6728848" y="5271311"/>
                  </a:lnTo>
                  <a:lnTo>
                    <a:pt x="6726417" y="5271576"/>
                  </a:lnTo>
                  <a:lnTo>
                    <a:pt x="6726343" y="5271583"/>
                  </a:lnTo>
                  <a:lnTo>
                    <a:pt x="5254955" y="5271583"/>
                  </a:lnTo>
                  <a:lnTo>
                    <a:pt x="5253717" y="5271586"/>
                  </a:lnTo>
                  <a:lnTo>
                    <a:pt x="5245596" y="5271603"/>
                  </a:lnTo>
                  <a:lnTo>
                    <a:pt x="5225177" y="5271652"/>
                  </a:lnTo>
                  <a:lnTo>
                    <a:pt x="5188802" y="5271747"/>
                  </a:lnTo>
                  <a:lnTo>
                    <a:pt x="5134851" y="5271904"/>
                  </a:lnTo>
                  <a:lnTo>
                    <a:pt x="5063861" y="5272135"/>
                  </a:lnTo>
                  <a:lnTo>
                    <a:pt x="4978298" y="5272446"/>
                  </a:lnTo>
                  <a:lnTo>
                    <a:pt x="4881986" y="5272841"/>
                  </a:lnTo>
                  <a:lnTo>
                    <a:pt x="4779344" y="5273321"/>
                  </a:lnTo>
                  <a:lnTo>
                    <a:pt x="4674653" y="5273883"/>
                  </a:lnTo>
                  <a:lnTo>
                    <a:pt x="4571527" y="5274527"/>
                  </a:lnTo>
                  <a:lnTo>
                    <a:pt x="4472651" y="5275251"/>
                  </a:lnTo>
                  <a:lnTo>
                    <a:pt x="4379748" y="5276058"/>
                  </a:lnTo>
                  <a:lnTo>
                    <a:pt x="4293694" y="5276953"/>
                  </a:lnTo>
                  <a:lnTo>
                    <a:pt x="4214704" y="5277943"/>
                  </a:lnTo>
                  <a:lnTo>
                    <a:pt x="4142516" y="5279040"/>
                  </a:lnTo>
                  <a:lnTo>
                    <a:pt x="4076562" y="5280258"/>
                  </a:lnTo>
                  <a:lnTo>
                    <a:pt x="4016095" y="5281613"/>
                  </a:lnTo>
                  <a:lnTo>
                    <a:pt x="3960277" y="5283122"/>
                  </a:lnTo>
                  <a:lnTo>
                    <a:pt x="3908258" y="5284803"/>
                  </a:lnTo>
                  <a:lnTo>
                    <a:pt x="3859223" y="5286669"/>
                  </a:lnTo>
                  <a:lnTo>
                    <a:pt x="3829811" y="5287929"/>
                  </a:lnTo>
                  <a:lnTo>
                    <a:pt x="3773642" y="5290640"/>
                  </a:lnTo>
                  <a:lnTo>
                    <a:pt x="3719319" y="5293647"/>
                  </a:lnTo>
                  <a:lnTo>
                    <a:pt x="3666091" y="5296955"/>
                  </a:lnTo>
                  <a:lnTo>
                    <a:pt x="3613426" y="5300555"/>
                  </a:lnTo>
                  <a:lnTo>
                    <a:pt x="3560966" y="5304425"/>
                  </a:lnTo>
                  <a:lnTo>
                    <a:pt x="3508499" y="5308528"/>
                  </a:lnTo>
                  <a:lnTo>
                    <a:pt x="3455928" y="5312816"/>
                  </a:lnTo>
                  <a:lnTo>
                    <a:pt x="3403247" y="5317228"/>
                  </a:lnTo>
                  <a:lnTo>
                    <a:pt x="3350508" y="5321695"/>
                  </a:lnTo>
                  <a:lnTo>
                    <a:pt x="3297788" y="5326144"/>
                  </a:lnTo>
                  <a:lnTo>
                    <a:pt x="3245156" y="5330505"/>
                  </a:lnTo>
                  <a:lnTo>
                    <a:pt x="3192641" y="5334711"/>
                  </a:lnTo>
                  <a:lnTo>
                    <a:pt x="3140196" y="5338708"/>
                  </a:lnTo>
                  <a:lnTo>
                    <a:pt x="3087673" y="5342452"/>
                  </a:lnTo>
                  <a:lnTo>
                    <a:pt x="3034792" y="5345913"/>
                  </a:lnTo>
                  <a:lnTo>
                    <a:pt x="2981117" y="5349077"/>
                  </a:lnTo>
                  <a:lnTo>
                    <a:pt x="2926016" y="5351941"/>
                  </a:lnTo>
                  <a:lnTo>
                    <a:pt x="2896531" y="5353313"/>
                  </a:lnTo>
                  <a:lnTo>
                    <a:pt x="2848984" y="5355298"/>
                  </a:lnTo>
                  <a:lnTo>
                    <a:pt x="2798917" y="5357093"/>
                  </a:lnTo>
                  <a:lnTo>
                    <a:pt x="2745569" y="5358707"/>
                  </a:lnTo>
                  <a:lnTo>
                    <a:pt x="2688103" y="5360157"/>
                  </a:lnTo>
                  <a:lnTo>
                    <a:pt x="2625668" y="5361458"/>
                  </a:lnTo>
                  <a:lnTo>
                    <a:pt x="2557451" y="5362629"/>
                  </a:lnTo>
                  <a:lnTo>
                    <a:pt x="2482759" y="5363684"/>
                  </a:lnTo>
                  <a:lnTo>
                    <a:pt x="2401121" y="5364637"/>
                  </a:lnTo>
                  <a:lnTo>
                    <a:pt x="2312436" y="5365498"/>
                  </a:lnTo>
                  <a:lnTo>
                    <a:pt x="2217142" y="5366273"/>
                  </a:lnTo>
                  <a:lnTo>
                    <a:pt x="2116416" y="5366967"/>
                  </a:lnTo>
                  <a:lnTo>
                    <a:pt x="2012334" y="5367581"/>
                  </a:lnTo>
                  <a:lnTo>
                    <a:pt x="1907945" y="5368112"/>
                  </a:lnTo>
                  <a:lnTo>
                    <a:pt x="1807159" y="5368561"/>
                  </a:lnTo>
                  <a:lnTo>
                    <a:pt x="1714386" y="5368924"/>
                  </a:lnTo>
                  <a:lnTo>
                    <a:pt x="1633910" y="5369204"/>
                  </a:lnTo>
                  <a:lnTo>
                    <a:pt x="1569132" y="5369406"/>
                  </a:lnTo>
                  <a:lnTo>
                    <a:pt x="1521842" y="5369538"/>
                  </a:lnTo>
                  <a:lnTo>
                    <a:pt x="1491771" y="5369614"/>
                  </a:lnTo>
                  <a:lnTo>
                    <a:pt x="1476506" y="5369649"/>
                  </a:lnTo>
                  <a:lnTo>
                    <a:pt x="1471694" y="5369659"/>
                  </a:lnTo>
                  <a:lnTo>
                    <a:pt x="1471387" y="5369659"/>
                  </a:lnTo>
                  <a:lnTo>
                    <a:pt x="0" y="536965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28" name="pg1928"/>
            <p:cNvSpPr/>
            <p:nvPr/>
          </p:nvSpPr>
          <p:spPr>
            <a:xfrm>
              <a:off x="4799595" y="7023019"/>
              <a:ext cx="11981298" cy="3522562"/>
            </a:xfrm>
            <a:custGeom>
              <a:avLst/>
              <a:pathLst>
                <a:path w="11981298" h="3522562">
                  <a:moveTo>
                    <a:pt x="0" y="3522562"/>
                  </a:moveTo>
                  <a:lnTo>
                    <a:pt x="1471387" y="3522562"/>
                  </a:lnTo>
                  <a:lnTo>
                    <a:pt x="1472537" y="3522497"/>
                  </a:lnTo>
                  <a:lnTo>
                    <a:pt x="1480093" y="3522036"/>
                  </a:lnTo>
                  <a:lnTo>
                    <a:pt x="1499134" y="3520763"/>
                  </a:lnTo>
                  <a:lnTo>
                    <a:pt x="1533164" y="3518256"/>
                  </a:lnTo>
                  <a:lnTo>
                    <a:pt x="1583858" y="3514126"/>
                  </a:lnTo>
                  <a:lnTo>
                    <a:pt x="1650938" y="3508057"/>
                  </a:lnTo>
                  <a:lnTo>
                    <a:pt x="1732329" y="3499832"/>
                  </a:lnTo>
                  <a:lnTo>
                    <a:pt x="1824638" y="3489344"/>
                  </a:lnTo>
                  <a:lnTo>
                    <a:pt x="1923809" y="3476575"/>
                  </a:lnTo>
                  <a:lnTo>
                    <a:pt x="2025793" y="3461562"/>
                  </a:lnTo>
                  <a:lnTo>
                    <a:pt x="2127060" y="3444354"/>
                  </a:lnTo>
                  <a:lnTo>
                    <a:pt x="2224883" y="3424975"/>
                  </a:lnTo>
                  <a:lnTo>
                    <a:pt x="2317417" y="3403393"/>
                  </a:lnTo>
                  <a:lnTo>
                    <a:pt x="2403625" y="3379504"/>
                  </a:lnTo>
                  <a:lnTo>
                    <a:pt x="2483124" y="3353124"/>
                  </a:lnTo>
                  <a:lnTo>
                    <a:pt x="2556017" y="3323988"/>
                  </a:lnTo>
                  <a:lnTo>
                    <a:pt x="2622739" y="3291755"/>
                  </a:lnTo>
                  <a:lnTo>
                    <a:pt x="2683929" y="3256017"/>
                  </a:lnTo>
                  <a:lnTo>
                    <a:pt x="2740337" y="3216325"/>
                  </a:lnTo>
                  <a:lnTo>
                    <a:pt x="2792752" y="3172218"/>
                  </a:lnTo>
                  <a:lnTo>
                    <a:pt x="2841953" y="3123289"/>
                  </a:lnTo>
                  <a:lnTo>
                    <a:pt x="2888661" y="3069281"/>
                  </a:lnTo>
                  <a:lnTo>
                    <a:pt x="2896531" y="3059425"/>
                  </a:lnTo>
                  <a:lnTo>
                    <a:pt x="2934501" y="3008765"/>
                  </a:lnTo>
                  <a:lnTo>
                    <a:pt x="2971507" y="2954349"/>
                  </a:lnTo>
                  <a:lnTo>
                    <a:pt x="3007814" y="2896100"/>
                  </a:lnTo>
                  <a:lnTo>
                    <a:pt x="3043636" y="2834005"/>
                  </a:lnTo>
                  <a:lnTo>
                    <a:pt x="3079142" y="2768119"/>
                  </a:lnTo>
                  <a:lnTo>
                    <a:pt x="3114464" y="2698576"/>
                  </a:lnTo>
                  <a:lnTo>
                    <a:pt x="3149700" y="2625586"/>
                  </a:lnTo>
                  <a:lnTo>
                    <a:pt x="3184918" y="2549443"/>
                  </a:lnTo>
                  <a:lnTo>
                    <a:pt x="3220164" y="2470520"/>
                  </a:lnTo>
                  <a:lnTo>
                    <a:pt x="3255460" y="2389265"/>
                  </a:lnTo>
                  <a:lnTo>
                    <a:pt x="3290809" y="2306189"/>
                  </a:lnTo>
                  <a:lnTo>
                    <a:pt x="3326202" y="2221859"/>
                  </a:lnTo>
                  <a:lnTo>
                    <a:pt x="3361620" y="2136879"/>
                  </a:lnTo>
                  <a:lnTo>
                    <a:pt x="3397039" y="2051871"/>
                  </a:lnTo>
                  <a:lnTo>
                    <a:pt x="3432435" y="1967460"/>
                  </a:lnTo>
                  <a:lnTo>
                    <a:pt x="3467788" y="1884251"/>
                  </a:lnTo>
                  <a:lnTo>
                    <a:pt x="3503089" y="1802814"/>
                  </a:lnTo>
                  <a:lnTo>
                    <a:pt x="3538338" y="1723668"/>
                  </a:lnTo>
                  <a:lnTo>
                    <a:pt x="3573558" y="1647266"/>
                  </a:lnTo>
                  <a:lnTo>
                    <a:pt x="3608790" y="1573987"/>
                  </a:lnTo>
                  <a:lnTo>
                    <a:pt x="3644101" y="1504132"/>
                  </a:lnTo>
                  <a:lnTo>
                    <a:pt x="3679586" y="1437920"/>
                  </a:lnTo>
                  <a:lnTo>
                    <a:pt x="3715374" y="1375489"/>
                  </a:lnTo>
                  <a:lnTo>
                    <a:pt x="3751631" y="1316903"/>
                  </a:lnTo>
                  <a:lnTo>
                    <a:pt x="3788566" y="1262153"/>
                  </a:lnTo>
                  <a:lnTo>
                    <a:pt x="3826439" y="1211169"/>
                  </a:lnTo>
                  <a:lnTo>
                    <a:pt x="3829811" y="1206879"/>
                  </a:lnTo>
                  <a:lnTo>
                    <a:pt x="3876154" y="1151986"/>
                  </a:lnTo>
                  <a:lnTo>
                    <a:pt x="3924875" y="1102191"/>
                  </a:lnTo>
                  <a:lnTo>
                    <a:pt x="3976680" y="1057277"/>
                  </a:lnTo>
                  <a:lnTo>
                    <a:pt x="4032341" y="1016854"/>
                  </a:lnTo>
                  <a:lnTo>
                    <a:pt x="4092648" y="980465"/>
                  </a:lnTo>
                  <a:lnTo>
                    <a:pt x="4158364" y="947656"/>
                  </a:lnTo>
                  <a:lnTo>
                    <a:pt x="4230152" y="918011"/>
                  </a:lnTo>
                  <a:lnTo>
                    <a:pt x="4308491" y="891176"/>
                  </a:lnTo>
                  <a:lnTo>
                    <a:pt x="4393550" y="866872"/>
                  </a:lnTo>
                  <a:lnTo>
                    <a:pt x="4485044" y="844901"/>
                  </a:lnTo>
                  <a:lnTo>
                    <a:pt x="4582061" y="825145"/>
                  </a:lnTo>
                  <a:lnTo>
                    <a:pt x="4682902" y="807562"/>
                  </a:lnTo>
                  <a:lnTo>
                    <a:pt x="4784995" y="792166"/>
                  </a:lnTo>
                  <a:lnTo>
                    <a:pt x="4884933" y="779005"/>
                  </a:lnTo>
                  <a:lnTo>
                    <a:pt x="4978726" y="768122"/>
                  </a:lnTo>
                  <a:lnTo>
                    <a:pt x="5062275" y="759511"/>
                  </a:lnTo>
                  <a:lnTo>
                    <a:pt x="5132021" y="753081"/>
                  </a:lnTo>
                  <a:lnTo>
                    <a:pt x="5185622" y="748636"/>
                  </a:lnTo>
                  <a:lnTo>
                    <a:pt x="5222468" y="745875"/>
                  </a:lnTo>
                  <a:lnTo>
                    <a:pt x="5243898" y="744418"/>
                  </a:lnTo>
                  <a:lnTo>
                    <a:pt x="5253118" y="743847"/>
                  </a:lnTo>
                  <a:lnTo>
                    <a:pt x="5254955" y="743742"/>
                  </a:lnTo>
                  <a:lnTo>
                    <a:pt x="6726343" y="743742"/>
                  </a:lnTo>
                  <a:lnTo>
                    <a:pt x="6727574" y="743724"/>
                  </a:lnTo>
                  <a:lnTo>
                    <a:pt x="6735653" y="743593"/>
                  </a:lnTo>
                  <a:lnTo>
                    <a:pt x="6755969" y="743231"/>
                  </a:lnTo>
                  <a:lnTo>
                    <a:pt x="6792170" y="742519"/>
                  </a:lnTo>
                  <a:lnTo>
                    <a:pt x="6845880" y="741348"/>
                  </a:lnTo>
                  <a:lnTo>
                    <a:pt x="6916583" y="739631"/>
                  </a:lnTo>
                  <a:lnTo>
                    <a:pt x="7001841" y="737310"/>
                  </a:lnTo>
                  <a:lnTo>
                    <a:pt x="7097862" y="734359"/>
                  </a:lnTo>
                  <a:lnTo>
                    <a:pt x="7200255" y="730777"/>
                  </a:lnTo>
                  <a:lnTo>
                    <a:pt x="7304755" y="726575"/>
                  </a:lnTo>
                  <a:lnTo>
                    <a:pt x="7407753" y="721768"/>
                  </a:lnTo>
                  <a:lnTo>
                    <a:pt x="7506559" y="716357"/>
                  </a:lnTo>
                  <a:lnTo>
                    <a:pt x="7599442" y="710330"/>
                  </a:lnTo>
                  <a:lnTo>
                    <a:pt x="7685512" y="703650"/>
                  </a:lnTo>
                  <a:lnTo>
                    <a:pt x="7764543" y="696257"/>
                  </a:lnTo>
                  <a:lnTo>
                    <a:pt x="7836784" y="688068"/>
                  </a:lnTo>
                  <a:lnTo>
                    <a:pt x="7902793" y="678980"/>
                  </a:lnTo>
                  <a:lnTo>
                    <a:pt x="7963312" y="668872"/>
                  </a:lnTo>
                  <a:lnTo>
                    <a:pt x="8019170" y="657612"/>
                  </a:lnTo>
                  <a:lnTo>
                    <a:pt x="8071214" y="645074"/>
                  </a:lnTo>
                  <a:lnTo>
                    <a:pt x="8120258" y="631158"/>
                  </a:lnTo>
                  <a:lnTo>
                    <a:pt x="8151487" y="621147"/>
                  </a:lnTo>
                  <a:lnTo>
                    <a:pt x="8204458" y="602058"/>
                  </a:lnTo>
                  <a:lnTo>
                    <a:pt x="8255748" y="580995"/>
                  </a:lnTo>
                  <a:lnTo>
                    <a:pt x="8306002" y="557930"/>
                  </a:lnTo>
                  <a:lnTo>
                    <a:pt x="8355688" y="532905"/>
                  </a:lnTo>
                  <a:lnTo>
                    <a:pt x="8405131" y="506041"/>
                  </a:lnTo>
                  <a:lnTo>
                    <a:pt x="8454539" y="477540"/>
                  </a:lnTo>
                  <a:lnTo>
                    <a:pt x="8504020" y="447687"/>
                  </a:lnTo>
                  <a:lnTo>
                    <a:pt x="8553605" y="416837"/>
                  </a:lnTo>
                  <a:lnTo>
                    <a:pt x="8603268" y="385405"/>
                  </a:lnTo>
                  <a:lnTo>
                    <a:pt x="8652951" y="353835"/>
                  </a:lnTo>
                  <a:lnTo>
                    <a:pt x="8702589" y="322584"/>
                  </a:lnTo>
                  <a:lnTo>
                    <a:pt x="8752133" y="292089"/>
                  </a:lnTo>
                  <a:lnTo>
                    <a:pt x="8801577" y="262740"/>
                  </a:lnTo>
                  <a:lnTo>
                    <a:pt x="8850981" y="234867"/>
                  </a:lnTo>
                  <a:lnTo>
                    <a:pt x="8900490" y="208723"/>
                  </a:lnTo>
                  <a:lnTo>
                    <a:pt x="8950358" y="184476"/>
                  </a:lnTo>
                  <a:lnTo>
                    <a:pt x="9000962" y="162214"/>
                  </a:lnTo>
                  <a:lnTo>
                    <a:pt x="9052840" y="141951"/>
                  </a:lnTo>
                  <a:lnTo>
                    <a:pt x="9084767" y="130767"/>
                  </a:lnTo>
                  <a:lnTo>
                    <a:pt x="9132226" y="115911"/>
                  </a:lnTo>
                  <a:lnTo>
                    <a:pt x="9182194" y="102468"/>
                  </a:lnTo>
                  <a:lnTo>
                    <a:pt x="9235429" y="90374"/>
                  </a:lnTo>
                  <a:lnTo>
                    <a:pt x="9292762" y="79517"/>
                  </a:lnTo>
                  <a:lnTo>
                    <a:pt x="9355040" y="69766"/>
                  </a:lnTo>
                  <a:lnTo>
                    <a:pt x="9423072" y="60994"/>
                  </a:lnTo>
                  <a:lnTo>
                    <a:pt x="9497550" y="53084"/>
                  </a:lnTo>
                  <a:lnTo>
                    <a:pt x="9578945" y="45939"/>
                  </a:lnTo>
                  <a:lnTo>
                    <a:pt x="9667363" y="39484"/>
                  </a:lnTo>
                  <a:lnTo>
                    <a:pt x="9762379" y="33667"/>
                  </a:lnTo>
                  <a:lnTo>
                    <a:pt x="9862836" y="28461"/>
                  </a:lnTo>
                  <a:lnTo>
                    <a:pt x="9966689" y="23856"/>
                  </a:lnTo>
                  <a:lnTo>
                    <a:pt x="10070923" y="19862"/>
                  </a:lnTo>
                  <a:lnTo>
                    <a:pt x="10171666" y="16491"/>
                  </a:lnTo>
                  <a:lnTo>
                    <a:pt x="10264539" y="13753"/>
                  </a:lnTo>
                  <a:lnTo>
                    <a:pt x="10345266" y="11640"/>
                  </a:lnTo>
                  <a:lnTo>
                    <a:pt x="10410430" y="10115"/>
                  </a:lnTo>
                  <a:lnTo>
                    <a:pt x="10458195" y="9109"/>
                  </a:lnTo>
                  <a:lnTo>
                    <a:pt x="10488758" y="8528"/>
                  </a:lnTo>
                  <a:lnTo>
                    <a:pt x="10504454" y="8258"/>
                  </a:lnTo>
                  <a:lnTo>
                    <a:pt x="10509545" y="8178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8680" y="18"/>
                  </a:lnTo>
                  <a:lnTo>
                    <a:pt x="10500600" y="149"/>
                  </a:lnTo>
                  <a:lnTo>
                    <a:pt x="10480284" y="511"/>
                  </a:lnTo>
                  <a:lnTo>
                    <a:pt x="10444083" y="1222"/>
                  </a:lnTo>
                  <a:lnTo>
                    <a:pt x="10390373" y="2393"/>
                  </a:lnTo>
                  <a:lnTo>
                    <a:pt x="10319671" y="4111"/>
                  </a:lnTo>
                  <a:lnTo>
                    <a:pt x="10234413" y="6432"/>
                  </a:lnTo>
                  <a:lnTo>
                    <a:pt x="10138391" y="9383"/>
                  </a:lnTo>
                  <a:lnTo>
                    <a:pt x="10035998" y="12965"/>
                  </a:lnTo>
                  <a:lnTo>
                    <a:pt x="9931498" y="17166"/>
                  </a:lnTo>
                  <a:lnTo>
                    <a:pt x="9828500" y="21974"/>
                  </a:lnTo>
                  <a:lnTo>
                    <a:pt x="9729694" y="27384"/>
                  </a:lnTo>
                  <a:lnTo>
                    <a:pt x="9636811" y="33412"/>
                  </a:lnTo>
                  <a:lnTo>
                    <a:pt x="9550742" y="40092"/>
                  </a:lnTo>
                  <a:lnTo>
                    <a:pt x="9471710" y="47485"/>
                  </a:lnTo>
                  <a:lnTo>
                    <a:pt x="9399469" y="55673"/>
                  </a:lnTo>
                  <a:lnTo>
                    <a:pt x="9333460" y="64762"/>
                  </a:lnTo>
                  <a:lnTo>
                    <a:pt x="9272941" y="74870"/>
                  </a:lnTo>
                  <a:lnTo>
                    <a:pt x="9217083" y="86130"/>
                  </a:lnTo>
                  <a:lnTo>
                    <a:pt x="9165039" y="98668"/>
                  </a:lnTo>
                  <a:lnTo>
                    <a:pt x="9115996" y="112583"/>
                  </a:lnTo>
                  <a:lnTo>
                    <a:pt x="9084767" y="122594"/>
                  </a:lnTo>
                  <a:lnTo>
                    <a:pt x="9031795" y="141684"/>
                  </a:lnTo>
                  <a:lnTo>
                    <a:pt x="8980505" y="162747"/>
                  </a:lnTo>
                  <a:lnTo>
                    <a:pt x="8930251" y="185812"/>
                  </a:lnTo>
                  <a:lnTo>
                    <a:pt x="8880566" y="210837"/>
                  </a:lnTo>
                  <a:lnTo>
                    <a:pt x="8831122" y="237701"/>
                  </a:lnTo>
                  <a:lnTo>
                    <a:pt x="8781714" y="266202"/>
                  </a:lnTo>
                  <a:lnTo>
                    <a:pt x="8732233" y="296055"/>
                  </a:lnTo>
                  <a:lnTo>
                    <a:pt x="8682648" y="326905"/>
                  </a:lnTo>
                  <a:lnTo>
                    <a:pt x="8632985" y="358337"/>
                  </a:lnTo>
                  <a:lnTo>
                    <a:pt x="8583302" y="389907"/>
                  </a:lnTo>
                  <a:lnTo>
                    <a:pt x="8533664" y="421157"/>
                  </a:lnTo>
                  <a:lnTo>
                    <a:pt x="8484121" y="451653"/>
                  </a:lnTo>
                  <a:lnTo>
                    <a:pt x="8434677" y="481002"/>
                  </a:lnTo>
                  <a:lnTo>
                    <a:pt x="8385273" y="508875"/>
                  </a:lnTo>
                  <a:lnTo>
                    <a:pt x="8335763" y="535019"/>
                  </a:lnTo>
                  <a:lnTo>
                    <a:pt x="8285896" y="559266"/>
                  </a:lnTo>
                  <a:lnTo>
                    <a:pt x="8235291" y="581528"/>
                  </a:lnTo>
                  <a:lnTo>
                    <a:pt x="8183414" y="601791"/>
                  </a:lnTo>
                  <a:lnTo>
                    <a:pt x="8151487" y="612974"/>
                  </a:lnTo>
                  <a:lnTo>
                    <a:pt x="8104027" y="627830"/>
                  </a:lnTo>
                  <a:lnTo>
                    <a:pt x="8054059" y="641274"/>
                  </a:lnTo>
                  <a:lnTo>
                    <a:pt x="8000824" y="653368"/>
                  </a:lnTo>
                  <a:lnTo>
                    <a:pt x="7943492" y="664225"/>
                  </a:lnTo>
                  <a:lnTo>
                    <a:pt x="7881213" y="673976"/>
                  </a:lnTo>
                  <a:lnTo>
                    <a:pt x="7813181" y="682748"/>
                  </a:lnTo>
                  <a:lnTo>
                    <a:pt x="7738703" y="690658"/>
                  </a:lnTo>
                  <a:lnTo>
                    <a:pt x="7657309" y="697803"/>
                  </a:lnTo>
                  <a:lnTo>
                    <a:pt x="7568890" y="704258"/>
                  </a:lnTo>
                  <a:lnTo>
                    <a:pt x="7473875" y="710075"/>
                  </a:lnTo>
                  <a:lnTo>
                    <a:pt x="7373417" y="715281"/>
                  </a:lnTo>
                  <a:lnTo>
                    <a:pt x="7269564" y="719886"/>
                  </a:lnTo>
                  <a:lnTo>
                    <a:pt x="7165330" y="723880"/>
                  </a:lnTo>
                  <a:lnTo>
                    <a:pt x="7064587" y="727251"/>
                  </a:lnTo>
                  <a:lnTo>
                    <a:pt x="6971714" y="729988"/>
                  </a:lnTo>
                  <a:lnTo>
                    <a:pt x="6890987" y="732102"/>
                  </a:lnTo>
                  <a:lnTo>
                    <a:pt x="6825823" y="733627"/>
                  </a:lnTo>
                  <a:lnTo>
                    <a:pt x="6778058" y="734632"/>
                  </a:lnTo>
                  <a:lnTo>
                    <a:pt x="6747495" y="735213"/>
                  </a:lnTo>
                  <a:lnTo>
                    <a:pt x="6731800" y="735484"/>
                  </a:lnTo>
                  <a:lnTo>
                    <a:pt x="6726709" y="735564"/>
                  </a:lnTo>
                  <a:lnTo>
                    <a:pt x="6726343" y="735569"/>
                  </a:lnTo>
                  <a:lnTo>
                    <a:pt x="5254955" y="735569"/>
                  </a:lnTo>
                  <a:lnTo>
                    <a:pt x="5253805" y="735634"/>
                  </a:lnTo>
                  <a:lnTo>
                    <a:pt x="5246250" y="736095"/>
                  </a:lnTo>
                  <a:lnTo>
                    <a:pt x="5227208" y="737368"/>
                  </a:lnTo>
                  <a:lnTo>
                    <a:pt x="5193178" y="739875"/>
                  </a:lnTo>
                  <a:lnTo>
                    <a:pt x="5142484" y="744005"/>
                  </a:lnTo>
                  <a:lnTo>
                    <a:pt x="5075404" y="750074"/>
                  </a:lnTo>
                  <a:lnTo>
                    <a:pt x="4994013" y="758299"/>
                  </a:lnTo>
                  <a:lnTo>
                    <a:pt x="4901704" y="768787"/>
                  </a:lnTo>
                  <a:lnTo>
                    <a:pt x="4802533" y="781556"/>
                  </a:lnTo>
                  <a:lnTo>
                    <a:pt x="4700549" y="796569"/>
                  </a:lnTo>
                  <a:lnTo>
                    <a:pt x="4599282" y="813777"/>
                  </a:lnTo>
                  <a:lnTo>
                    <a:pt x="4501459" y="833156"/>
                  </a:lnTo>
                  <a:lnTo>
                    <a:pt x="4408925" y="854738"/>
                  </a:lnTo>
                  <a:lnTo>
                    <a:pt x="4322717" y="878627"/>
                  </a:lnTo>
                  <a:lnTo>
                    <a:pt x="4243218" y="905007"/>
                  </a:lnTo>
                  <a:lnTo>
                    <a:pt x="4170325" y="934143"/>
                  </a:lnTo>
                  <a:lnTo>
                    <a:pt x="4103603" y="966376"/>
                  </a:lnTo>
                  <a:lnTo>
                    <a:pt x="4042413" y="1002114"/>
                  </a:lnTo>
                  <a:lnTo>
                    <a:pt x="3986006" y="1041806"/>
                  </a:lnTo>
                  <a:lnTo>
                    <a:pt x="3933590" y="1085913"/>
                  </a:lnTo>
                  <a:lnTo>
                    <a:pt x="3884389" y="1134842"/>
                  </a:lnTo>
                  <a:lnTo>
                    <a:pt x="3837681" y="1188850"/>
                  </a:lnTo>
                  <a:lnTo>
                    <a:pt x="3829811" y="1198706"/>
                  </a:lnTo>
                  <a:lnTo>
                    <a:pt x="3791842" y="1249366"/>
                  </a:lnTo>
                  <a:lnTo>
                    <a:pt x="3754836" y="1303782"/>
                  </a:lnTo>
                  <a:lnTo>
                    <a:pt x="3718528" y="1362031"/>
                  </a:lnTo>
                  <a:lnTo>
                    <a:pt x="3682706" y="1424127"/>
                  </a:lnTo>
                  <a:lnTo>
                    <a:pt x="3647200" y="1490012"/>
                  </a:lnTo>
                  <a:lnTo>
                    <a:pt x="3611878" y="1559555"/>
                  </a:lnTo>
                  <a:lnTo>
                    <a:pt x="3576643" y="1632545"/>
                  </a:lnTo>
                  <a:lnTo>
                    <a:pt x="3541424" y="1708688"/>
                  </a:lnTo>
                  <a:lnTo>
                    <a:pt x="3506178" y="1787611"/>
                  </a:lnTo>
                  <a:lnTo>
                    <a:pt x="3470882" y="1868867"/>
                  </a:lnTo>
                  <a:lnTo>
                    <a:pt x="3435533" y="1951942"/>
                  </a:lnTo>
                  <a:lnTo>
                    <a:pt x="3400140" y="2036272"/>
                  </a:lnTo>
                  <a:lnTo>
                    <a:pt x="3364722" y="2121252"/>
                  </a:lnTo>
                  <a:lnTo>
                    <a:pt x="3329303" y="2206260"/>
                  </a:lnTo>
                  <a:lnTo>
                    <a:pt x="3293907" y="2290672"/>
                  </a:lnTo>
                  <a:lnTo>
                    <a:pt x="3258554" y="2373880"/>
                  </a:lnTo>
                  <a:lnTo>
                    <a:pt x="3223254" y="2455317"/>
                  </a:lnTo>
                  <a:lnTo>
                    <a:pt x="3188004" y="2534463"/>
                  </a:lnTo>
                  <a:lnTo>
                    <a:pt x="3152784" y="2610866"/>
                  </a:lnTo>
                  <a:lnTo>
                    <a:pt x="3117552" y="2684144"/>
                  </a:lnTo>
                  <a:lnTo>
                    <a:pt x="3082242" y="2753999"/>
                  </a:lnTo>
                  <a:lnTo>
                    <a:pt x="3046756" y="2820211"/>
                  </a:lnTo>
                  <a:lnTo>
                    <a:pt x="3010968" y="2882642"/>
                  </a:lnTo>
                  <a:lnTo>
                    <a:pt x="2974711" y="2941228"/>
                  </a:lnTo>
                  <a:lnTo>
                    <a:pt x="2937776" y="2995978"/>
                  </a:lnTo>
                  <a:lnTo>
                    <a:pt x="2899903" y="3046962"/>
                  </a:lnTo>
                  <a:lnTo>
                    <a:pt x="2896531" y="3051252"/>
                  </a:lnTo>
                  <a:lnTo>
                    <a:pt x="2850188" y="3106145"/>
                  </a:lnTo>
                  <a:lnTo>
                    <a:pt x="2801467" y="3155940"/>
                  </a:lnTo>
                  <a:lnTo>
                    <a:pt x="2749662" y="3200854"/>
                  </a:lnTo>
                  <a:lnTo>
                    <a:pt x="2694001" y="3241277"/>
                  </a:lnTo>
                  <a:lnTo>
                    <a:pt x="2633694" y="3277666"/>
                  </a:lnTo>
                  <a:lnTo>
                    <a:pt x="2567978" y="3310475"/>
                  </a:lnTo>
                  <a:lnTo>
                    <a:pt x="2496190" y="3340120"/>
                  </a:lnTo>
                  <a:lnTo>
                    <a:pt x="2417852" y="3366955"/>
                  </a:lnTo>
                  <a:lnTo>
                    <a:pt x="2332792" y="3391259"/>
                  </a:lnTo>
                  <a:lnTo>
                    <a:pt x="2241298" y="3413230"/>
                  </a:lnTo>
                  <a:lnTo>
                    <a:pt x="2144281" y="3432986"/>
                  </a:lnTo>
                  <a:lnTo>
                    <a:pt x="2043440" y="3450569"/>
                  </a:lnTo>
                  <a:lnTo>
                    <a:pt x="1941347" y="3465965"/>
                  </a:lnTo>
                  <a:lnTo>
                    <a:pt x="1841409" y="3479126"/>
                  </a:lnTo>
                  <a:lnTo>
                    <a:pt x="1747616" y="3490009"/>
                  </a:lnTo>
                  <a:lnTo>
                    <a:pt x="1664067" y="3498620"/>
                  </a:lnTo>
                  <a:lnTo>
                    <a:pt x="1594321" y="3505050"/>
                  </a:lnTo>
                  <a:lnTo>
                    <a:pt x="1540720" y="3509495"/>
                  </a:lnTo>
                  <a:lnTo>
                    <a:pt x="1503874" y="3512256"/>
                  </a:lnTo>
                  <a:lnTo>
                    <a:pt x="1482444" y="3513713"/>
                  </a:lnTo>
                  <a:lnTo>
                    <a:pt x="1473224" y="3514284"/>
                  </a:lnTo>
                  <a:lnTo>
                    <a:pt x="1471387" y="3514389"/>
                  </a:lnTo>
                  <a:lnTo>
                    <a:pt x="0" y="3514389"/>
                  </a:lnTo>
                  <a:close/>
                </a:path>
              </a:pathLst>
            </a:custGeom>
            <a:solidFill>
              <a:srgbClr val="F3BA99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929" name="pl1929"/>
            <p:cNvSpPr/>
            <p:nvPr/>
          </p:nvSpPr>
          <p:spPr>
            <a:xfrm>
              <a:off x="4799595" y="7031192"/>
              <a:ext cx="11981298" cy="3514389"/>
            </a:xfrm>
            <a:custGeom>
              <a:avLst/>
              <a:pathLst>
                <a:path w="11981298" h="3514389">
                  <a:moveTo>
                    <a:pt x="0" y="3514389"/>
                  </a:moveTo>
                  <a:lnTo>
                    <a:pt x="1471387" y="3514389"/>
                  </a:lnTo>
                  <a:lnTo>
                    <a:pt x="1472537" y="3514324"/>
                  </a:lnTo>
                  <a:lnTo>
                    <a:pt x="1480093" y="3513863"/>
                  </a:lnTo>
                  <a:lnTo>
                    <a:pt x="1499134" y="3512590"/>
                  </a:lnTo>
                  <a:lnTo>
                    <a:pt x="1533164" y="3510083"/>
                  </a:lnTo>
                  <a:lnTo>
                    <a:pt x="1583858" y="3505953"/>
                  </a:lnTo>
                  <a:lnTo>
                    <a:pt x="1650938" y="3499884"/>
                  </a:lnTo>
                  <a:lnTo>
                    <a:pt x="1732329" y="3491659"/>
                  </a:lnTo>
                  <a:lnTo>
                    <a:pt x="1824638" y="3481171"/>
                  </a:lnTo>
                  <a:lnTo>
                    <a:pt x="1923809" y="3468402"/>
                  </a:lnTo>
                  <a:lnTo>
                    <a:pt x="2025793" y="3453389"/>
                  </a:lnTo>
                  <a:lnTo>
                    <a:pt x="2127060" y="3436181"/>
                  </a:lnTo>
                  <a:lnTo>
                    <a:pt x="2224883" y="3416802"/>
                  </a:lnTo>
                  <a:lnTo>
                    <a:pt x="2317417" y="3395220"/>
                  </a:lnTo>
                  <a:lnTo>
                    <a:pt x="2403625" y="3371331"/>
                  </a:lnTo>
                  <a:lnTo>
                    <a:pt x="2483124" y="3344951"/>
                  </a:lnTo>
                  <a:lnTo>
                    <a:pt x="2556017" y="3315815"/>
                  </a:lnTo>
                  <a:lnTo>
                    <a:pt x="2622739" y="3283582"/>
                  </a:lnTo>
                  <a:lnTo>
                    <a:pt x="2683929" y="3247844"/>
                  </a:lnTo>
                  <a:lnTo>
                    <a:pt x="2740337" y="3208152"/>
                  </a:lnTo>
                  <a:lnTo>
                    <a:pt x="2792752" y="3164045"/>
                  </a:lnTo>
                  <a:lnTo>
                    <a:pt x="2841953" y="3115116"/>
                  </a:lnTo>
                  <a:lnTo>
                    <a:pt x="2888661" y="3061108"/>
                  </a:lnTo>
                  <a:lnTo>
                    <a:pt x="2896531" y="3051252"/>
                  </a:lnTo>
                  <a:lnTo>
                    <a:pt x="2934501" y="3000592"/>
                  </a:lnTo>
                  <a:lnTo>
                    <a:pt x="2971507" y="2946176"/>
                  </a:lnTo>
                  <a:lnTo>
                    <a:pt x="3007814" y="2887927"/>
                  </a:lnTo>
                  <a:lnTo>
                    <a:pt x="3043636" y="2825832"/>
                  </a:lnTo>
                  <a:lnTo>
                    <a:pt x="3079142" y="2759946"/>
                  </a:lnTo>
                  <a:lnTo>
                    <a:pt x="3114464" y="2690403"/>
                  </a:lnTo>
                  <a:lnTo>
                    <a:pt x="3149700" y="2617413"/>
                  </a:lnTo>
                  <a:lnTo>
                    <a:pt x="3184918" y="2541270"/>
                  </a:lnTo>
                  <a:lnTo>
                    <a:pt x="3220164" y="2462347"/>
                  </a:lnTo>
                  <a:lnTo>
                    <a:pt x="3255460" y="2381092"/>
                  </a:lnTo>
                  <a:lnTo>
                    <a:pt x="3290809" y="2298016"/>
                  </a:lnTo>
                  <a:lnTo>
                    <a:pt x="3326202" y="2213686"/>
                  </a:lnTo>
                  <a:lnTo>
                    <a:pt x="3361620" y="2128706"/>
                  </a:lnTo>
                  <a:lnTo>
                    <a:pt x="3397039" y="2043698"/>
                  </a:lnTo>
                  <a:lnTo>
                    <a:pt x="3432435" y="1959287"/>
                  </a:lnTo>
                  <a:lnTo>
                    <a:pt x="3467788" y="1876078"/>
                  </a:lnTo>
                  <a:lnTo>
                    <a:pt x="3503089" y="1794641"/>
                  </a:lnTo>
                  <a:lnTo>
                    <a:pt x="3538338" y="1715495"/>
                  </a:lnTo>
                  <a:lnTo>
                    <a:pt x="3573558" y="1639093"/>
                  </a:lnTo>
                  <a:lnTo>
                    <a:pt x="3608790" y="1565814"/>
                  </a:lnTo>
                  <a:lnTo>
                    <a:pt x="3644101" y="1495959"/>
                  </a:lnTo>
                  <a:lnTo>
                    <a:pt x="3679586" y="1429747"/>
                  </a:lnTo>
                  <a:lnTo>
                    <a:pt x="3715374" y="1367316"/>
                  </a:lnTo>
                  <a:lnTo>
                    <a:pt x="3751631" y="1308730"/>
                  </a:lnTo>
                  <a:lnTo>
                    <a:pt x="3788566" y="1253980"/>
                  </a:lnTo>
                  <a:lnTo>
                    <a:pt x="3826439" y="1202996"/>
                  </a:lnTo>
                  <a:lnTo>
                    <a:pt x="3829811" y="1198706"/>
                  </a:lnTo>
                  <a:lnTo>
                    <a:pt x="3876154" y="1143813"/>
                  </a:lnTo>
                  <a:lnTo>
                    <a:pt x="3924875" y="1094018"/>
                  </a:lnTo>
                  <a:lnTo>
                    <a:pt x="3976680" y="1049104"/>
                  </a:lnTo>
                  <a:lnTo>
                    <a:pt x="4032341" y="1008681"/>
                  </a:lnTo>
                  <a:lnTo>
                    <a:pt x="4092648" y="972292"/>
                  </a:lnTo>
                  <a:lnTo>
                    <a:pt x="4158364" y="939483"/>
                  </a:lnTo>
                  <a:lnTo>
                    <a:pt x="4230152" y="909838"/>
                  </a:lnTo>
                  <a:lnTo>
                    <a:pt x="4308491" y="883003"/>
                  </a:lnTo>
                  <a:lnTo>
                    <a:pt x="4393550" y="858699"/>
                  </a:lnTo>
                  <a:lnTo>
                    <a:pt x="4485044" y="836728"/>
                  </a:lnTo>
                  <a:lnTo>
                    <a:pt x="4582061" y="816972"/>
                  </a:lnTo>
                  <a:lnTo>
                    <a:pt x="4682902" y="799389"/>
                  </a:lnTo>
                  <a:lnTo>
                    <a:pt x="4784995" y="783993"/>
                  </a:lnTo>
                  <a:lnTo>
                    <a:pt x="4884933" y="770832"/>
                  </a:lnTo>
                  <a:lnTo>
                    <a:pt x="4978726" y="759949"/>
                  </a:lnTo>
                  <a:lnTo>
                    <a:pt x="5062275" y="751338"/>
                  </a:lnTo>
                  <a:lnTo>
                    <a:pt x="5132021" y="744908"/>
                  </a:lnTo>
                  <a:lnTo>
                    <a:pt x="5185622" y="740463"/>
                  </a:lnTo>
                  <a:lnTo>
                    <a:pt x="5222468" y="737702"/>
                  </a:lnTo>
                  <a:lnTo>
                    <a:pt x="5243898" y="736245"/>
                  </a:lnTo>
                  <a:lnTo>
                    <a:pt x="5253118" y="735674"/>
                  </a:lnTo>
                  <a:lnTo>
                    <a:pt x="5254949" y="735570"/>
                  </a:lnTo>
                  <a:lnTo>
                    <a:pt x="5254955" y="735569"/>
                  </a:lnTo>
                  <a:lnTo>
                    <a:pt x="6726343" y="735569"/>
                  </a:lnTo>
                  <a:lnTo>
                    <a:pt x="6727574" y="735551"/>
                  </a:lnTo>
                  <a:lnTo>
                    <a:pt x="6735653" y="735420"/>
                  </a:lnTo>
                  <a:lnTo>
                    <a:pt x="6755969" y="735058"/>
                  </a:lnTo>
                  <a:lnTo>
                    <a:pt x="6792170" y="734346"/>
                  </a:lnTo>
                  <a:lnTo>
                    <a:pt x="6845880" y="733175"/>
                  </a:lnTo>
                  <a:lnTo>
                    <a:pt x="6916583" y="731458"/>
                  </a:lnTo>
                  <a:lnTo>
                    <a:pt x="7001841" y="729137"/>
                  </a:lnTo>
                  <a:lnTo>
                    <a:pt x="7097862" y="726186"/>
                  </a:lnTo>
                  <a:lnTo>
                    <a:pt x="7200255" y="722604"/>
                  </a:lnTo>
                  <a:lnTo>
                    <a:pt x="7304755" y="718402"/>
                  </a:lnTo>
                  <a:lnTo>
                    <a:pt x="7407753" y="713595"/>
                  </a:lnTo>
                  <a:lnTo>
                    <a:pt x="7506559" y="708184"/>
                  </a:lnTo>
                  <a:lnTo>
                    <a:pt x="7599442" y="702157"/>
                  </a:lnTo>
                  <a:lnTo>
                    <a:pt x="7685512" y="695477"/>
                  </a:lnTo>
                  <a:lnTo>
                    <a:pt x="7764543" y="688084"/>
                  </a:lnTo>
                  <a:lnTo>
                    <a:pt x="7836784" y="679895"/>
                  </a:lnTo>
                  <a:lnTo>
                    <a:pt x="7902793" y="670807"/>
                  </a:lnTo>
                  <a:lnTo>
                    <a:pt x="7963312" y="660699"/>
                  </a:lnTo>
                  <a:lnTo>
                    <a:pt x="8019170" y="649439"/>
                  </a:lnTo>
                  <a:lnTo>
                    <a:pt x="8071214" y="636901"/>
                  </a:lnTo>
                  <a:lnTo>
                    <a:pt x="8120258" y="622985"/>
                  </a:lnTo>
                  <a:lnTo>
                    <a:pt x="8151487" y="612974"/>
                  </a:lnTo>
                  <a:lnTo>
                    <a:pt x="8204458" y="593885"/>
                  </a:lnTo>
                  <a:lnTo>
                    <a:pt x="8255748" y="572822"/>
                  </a:lnTo>
                  <a:lnTo>
                    <a:pt x="8306002" y="549757"/>
                  </a:lnTo>
                  <a:lnTo>
                    <a:pt x="8355688" y="524732"/>
                  </a:lnTo>
                  <a:lnTo>
                    <a:pt x="8405131" y="497868"/>
                  </a:lnTo>
                  <a:lnTo>
                    <a:pt x="8454539" y="469367"/>
                  </a:lnTo>
                  <a:lnTo>
                    <a:pt x="8504020" y="439514"/>
                  </a:lnTo>
                  <a:lnTo>
                    <a:pt x="8553605" y="408664"/>
                  </a:lnTo>
                  <a:lnTo>
                    <a:pt x="8603268" y="377232"/>
                  </a:lnTo>
                  <a:lnTo>
                    <a:pt x="8652951" y="345662"/>
                  </a:lnTo>
                  <a:lnTo>
                    <a:pt x="8702589" y="314411"/>
                  </a:lnTo>
                  <a:lnTo>
                    <a:pt x="8752133" y="283916"/>
                  </a:lnTo>
                  <a:lnTo>
                    <a:pt x="8801577" y="254567"/>
                  </a:lnTo>
                  <a:lnTo>
                    <a:pt x="8850981" y="226694"/>
                  </a:lnTo>
                  <a:lnTo>
                    <a:pt x="8900490" y="200550"/>
                  </a:lnTo>
                  <a:lnTo>
                    <a:pt x="8950358" y="176303"/>
                  </a:lnTo>
                  <a:lnTo>
                    <a:pt x="9000962" y="154041"/>
                  </a:lnTo>
                  <a:lnTo>
                    <a:pt x="9052840" y="133778"/>
                  </a:lnTo>
                  <a:lnTo>
                    <a:pt x="9084767" y="122594"/>
                  </a:lnTo>
                  <a:lnTo>
                    <a:pt x="9132226" y="107738"/>
                  </a:lnTo>
                  <a:lnTo>
                    <a:pt x="9182194" y="94295"/>
                  </a:lnTo>
                  <a:lnTo>
                    <a:pt x="9235429" y="82201"/>
                  </a:lnTo>
                  <a:lnTo>
                    <a:pt x="9292762" y="71344"/>
                  </a:lnTo>
                  <a:lnTo>
                    <a:pt x="9355040" y="61593"/>
                  </a:lnTo>
                  <a:lnTo>
                    <a:pt x="9423072" y="52821"/>
                  </a:lnTo>
                  <a:lnTo>
                    <a:pt x="9497550" y="44911"/>
                  </a:lnTo>
                  <a:lnTo>
                    <a:pt x="9578945" y="37766"/>
                  </a:lnTo>
                  <a:lnTo>
                    <a:pt x="9667363" y="31311"/>
                  </a:lnTo>
                  <a:lnTo>
                    <a:pt x="9762379" y="25494"/>
                  </a:lnTo>
                  <a:lnTo>
                    <a:pt x="9862836" y="20288"/>
                  </a:lnTo>
                  <a:lnTo>
                    <a:pt x="9966689" y="15683"/>
                  </a:lnTo>
                  <a:lnTo>
                    <a:pt x="10070923" y="11689"/>
                  </a:lnTo>
                  <a:lnTo>
                    <a:pt x="10171666" y="8318"/>
                  </a:lnTo>
                  <a:lnTo>
                    <a:pt x="10264539" y="5580"/>
                  </a:lnTo>
                  <a:lnTo>
                    <a:pt x="10345266" y="3467"/>
                  </a:lnTo>
                  <a:lnTo>
                    <a:pt x="10410430" y="1942"/>
                  </a:lnTo>
                  <a:lnTo>
                    <a:pt x="10458195" y="936"/>
                  </a:lnTo>
                  <a:lnTo>
                    <a:pt x="10488758" y="355"/>
                  </a:lnTo>
                  <a:lnTo>
                    <a:pt x="10504454" y="85"/>
                  </a:lnTo>
                  <a:lnTo>
                    <a:pt x="10509545" y="5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30" name="pl1930"/>
            <p:cNvSpPr/>
            <p:nvPr/>
          </p:nvSpPr>
          <p:spPr>
            <a:xfrm>
              <a:off x="4799595" y="7023019"/>
              <a:ext cx="11981298" cy="3514389"/>
            </a:xfrm>
            <a:custGeom>
              <a:avLst/>
              <a:pathLst>
                <a:path w="11981298" h="3514389">
                  <a:moveTo>
                    <a:pt x="11981298" y="0"/>
                  </a:moveTo>
                  <a:lnTo>
                    <a:pt x="10509911" y="0"/>
                  </a:lnTo>
                  <a:lnTo>
                    <a:pt x="10508680" y="18"/>
                  </a:lnTo>
                  <a:lnTo>
                    <a:pt x="10500600" y="149"/>
                  </a:lnTo>
                  <a:lnTo>
                    <a:pt x="10480284" y="511"/>
                  </a:lnTo>
                  <a:lnTo>
                    <a:pt x="10444083" y="1222"/>
                  </a:lnTo>
                  <a:lnTo>
                    <a:pt x="10390373" y="2393"/>
                  </a:lnTo>
                  <a:lnTo>
                    <a:pt x="10319671" y="4111"/>
                  </a:lnTo>
                  <a:lnTo>
                    <a:pt x="10234413" y="6432"/>
                  </a:lnTo>
                  <a:lnTo>
                    <a:pt x="10138391" y="9383"/>
                  </a:lnTo>
                  <a:lnTo>
                    <a:pt x="10035998" y="12965"/>
                  </a:lnTo>
                  <a:lnTo>
                    <a:pt x="9931498" y="17166"/>
                  </a:lnTo>
                  <a:lnTo>
                    <a:pt x="9828500" y="21974"/>
                  </a:lnTo>
                  <a:lnTo>
                    <a:pt x="9729694" y="27384"/>
                  </a:lnTo>
                  <a:lnTo>
                    <a:pt x="9636811" y="33412"/>
                  </a:lnTo>
                  <a:lnTo>
                    <a:pt x="9550742" y="40092"/>
                  </a:lnTo>
                  <a:lnTo>
                    <a:pt x="9471710" y="47485"/>
                  </a:lnTo>
                  <a:lnTo>
                    <a:pt x="9399469" y="55673"/>
                  </a:lnTo>
                  <a:lnTo>
                    <a:pt x="9333460" y="64762"/>
                  </a:lnTo>
                  <a:lnTo>
                    <a:pt x="9272941" y="74870"/>
                  </a:lnTo>
                  <a:lnTo>
                    <a:pt x="9217083" y="86130"/>
                  </a:lnTo>
                  <a:lnTo>
                    <a:pt x="9165039" y="98668"/>
                  </a:lnTo>
                  <a:lnTo>
                    <a:pt x="9115996" y="112583"/>
                  </a:lnTo>
                  <a:lnTo>
                    <a:pt x="9084767" y="122594"/>
                  </a:lnTo>
                  <a:lnTo>
                    <a:pt x="9031795" y="141684"/>
                  </a:lnTo>
                  <a:lnTo>
                    <a:pt x="8980505" y="162747"/>
                  </a:lnTo>
                  <a:lnTo>
                    <a:pt x="8930251" y="185812"/>
                  </a:lnTo>
                  <a:lnTo>
                    <a:pt x="8880566" y="210837"/>
                  </a:lnTo>
                  <a:lnTo>
                    <a:pt x="8831122" y="237701"/>
                  </a:lnTo>
                  <a:lnTo>
                    <a:pt x="8781714" y="266202"/>
                  </a:lnTo>
                  <a:lnTo>
                    <a:pt x="8732233" y="296055"/>
                  </a:lnTo>
                  <a:lnTo>
                    <a:pt x="8682648" y="326905"/>
                  </a:lnTo>
                  <a:lnTo>
                    <a:pt x="8632985" y="358337"/>
                  </a:lnTo>
                  <a:lnTo>
                    <a:pt x="8583302" y="389907"/>
                  </a:lnTo>
                  <a:lnTo>
                    <a:pt x="8533664" y="421157"/>
                  </a:lnTo>
                  <a:lnTo>
                    <a:pt x="8484121" y="451653"/>
                  </a:lnTo>
                  <a:lnTo>
                    <a:pt x="8434677" y="481002"/>
                  </a:lnTo>
                  <a:lnTo>
                    <a:pt x="8385273" y="508875"/>
                  </a:lnTo>
                  <a:lnTo>
                    <a:pt x="8335763" y="535019"/>
                  </a:lnTo>
                  <a:lnTo>
                    <a:pt x="8285896" y="559266"/>
                  </a:lnTo>
                  <a:lnTo>
                    <a:pt x="8235291" y="581528"/>
                  </a:lnTo>
                  <a:lnTo>
                    <a:pt x="8183414" y="601791"/>
                  </a:lnTo>
                  <a:lnTo>
                    <a:pt x="8151487" y="612974"/>
                  </a:lnTo>
                  <a:lnTo>
                    <a:pt x="8104027" y="627830"/>
                  </a:lnTo>
                  <a:lnTo>
                    <a:pt x="8054059" y="641274"/>
                  </a:lnTo>
                  <a:lnTo>
                    <a:pt x="8000824" y="653368"/>
                  </a:lnTo>
                  <a:lnTo>
                    <a:pt x="7943492" y="664225"/>
                  </a:lnTo>
                  <a:lnTo>
                    <a:pt x="7881213" y="673976"/>
                  </a:lnTo>
                  <a:lnTo>
                    <a:pt x="7813181" y="682748"/>
                  </a:lnTo>
                  <a:lnTo>
                    <a:pt x="7738703" y="690658"/>
                  </a:lnTo>
                  <a:lnTo>
                    <a:pt x="7657309" y="697803"/>
                  </a:lnTo>
                  <a:lnTo>
                    <a:pt x="7568890" y="704258"/>
                  </a:lnTo>
                  <a:lnTo>
                    <a:pt x="7473875" y="710075"/>
                  </a:lnTo>
                  <a:lnTo>
                    <a:pt x="7373417" y="715281"/>
                  </a:lnTo>
                  <a:lnTo>
                    <a:pt x="7269564" y="719886"/>
                  </a:lnTo>
                  <a:lnTo>
                    <a:pt x="7165330" y="723880"/>
                  </a:lnTo>
                  <a:lnTo>
                    <a:pt x="7064587" y="727251"/>
                  </a:lnTo>
                  <a:lnTo>
                    <a:pt x="6971714" y="729988"/>
                  </a:lnTo>
                  <a:lnTo>
                    <a:pt x="6890987" y="732102"/>
                  </a:lnTo>
                  <a:lnTo>
                    <a:pt x="6825823" y="733627"/>
                  </a:lnTo>
                  <a:lnTo>
                    <a:pt x="6778058" y="734632"/>
                  </a:lnTo>
                  <a:lnTo>
                    <a:pt x="6747495" y="735213"/>
                  </a:lnTo>
                  <a:lnTo>
                    <a:pt x="6731800" y="735484"/>
                  </a:lnTo>
                  <a:lnTo>
                    <a:pt x="6726709" y="735564"/>
                  </a:lnTo>
                  <a:lnTo>
                    <a:pt x="6726343" y="735569"/>
                  </a:lnTo>
                  <a:lnTo>
                    <a:pt x="5254955" y="735569"/>
                  </a:lnTo>
                  <a:lnTo>
                    <a:pt x="5253805" y="735634"/>
                  </a:lnTo>
                  <a:lnTo>
                    <a:pt x="5246250" y="736095"/>
                  </a:lnTo>
                  <a:lnTo>
                    <a:pt x="5227208" y="737368"/>
                  </a:lnTo>
                  <a:lnTo>
                    <a:pt x="5193178" y="739875"/>
                  </a:lnTo>
                  <a:lnTo>
                    <a:pt x="5142484" y="744005"/>
                  </a:lnTo>
                  <a:lnTo>
                    <a:pt x="5075404" y="750074"/>
                  </a:lnTo>
                  <a:lnTo>
                    <a:pt x="4994013" y="758299"/>
                  </a:lnTo>
                  <a:lnTo>
                    <a:pt x="4901704" y="768787"/>
                  </a:lnTo>
                  <a:lnTo>
                    <a:pt x="4802533" y="781556"/>
                  </a:lnTo>
                  <a:lnTo>
                    <a:pt x="4700549" y="796569"/>
                  </a:lnTo>
                  <a:lnTo>
                    <a:pt x="4599282" y="813777"/>
                  </a:lnTo>
                  <a:lnTo>
                    <a:pt x="4501459" y="833156"/>
                  </a:lnTo>
                  <a:lnTo>
                    <a:pt x="4408925" y="854738"/>
                  </a:lnTo>
                  <a:lnTo>
                    <a:pt x="4322717" y="878627"/>
                  </a:lnTo>
                  <a:lnTo>
                    <a:pt x="4243218" y="905007"/>
                  </a:lnTo>
                  <a:lnTo>
                    <a:pt x="4170325" y="934143"/>
                  </a:lnTo>
                  <a:lnTo>
                    <a:pt x="4103603" y="966376"/>
                  </a:lnTo>
                  <a:lnTo>
                    <a:pt x="4042413" y="1002114"/>
                  </a:lnTo>
                  <a:lnTo>
                    <a:pt x="3986006" y="1041806"/>
                  </a:lnTo>
                  <a:lnTo>
                    <a:pt x="3933590" y="1085913"/>
                  </a:lnTo>
                  <a:lnTo>
                    <a:pt x="3884389" y="1134842"/>
                  </a:lnTo>
                  <a:lnTo>
                    <a:pt x="3837681" y="1188850"/>
                  </a:lnTo>
                  <a:lnTo>
                    <a:pt x="3829811" y="1198706"/>
                  </a:lnTo>
                  <a:lnTo>
                    <a:pt x="3791842" y="1249366"/>
                  </a:lnTo>
                  <a:lnTo>
                    <a:pt x="3754836" y="1303782"/>
                  </a:lnTo>
                  <a:lnTo>
                    <a:pt x="3718528" y="1362031"/>
                  </a:lnTo>
                  <a:lnTo>
                    <a:pt x="3682706" y="1424127"/>
                  </a:lnTo>
                  <a:lnTo>
                    <a:pt x="3647200" y="1490012"/>
                  </a:lnTo>
                  <a:lnTo>
                    <a:pt x="3611878" y="1559555"/>
                  </a:lnTo>
                  <a:lnTo>
                    <a:pt x="3576643" y="1632545"/>
                  </a:lnTo>
                  <a:lnTo>
                    <a:pt x="3541424" y="1708688"/>
                  </a:lnTo>
                  <a:lnTo>
                    <a:pt x="3506178" y="1787611"/>
                  </a:lnTo>
                  <a:lnTo>
                    <a:pt x="3470882" y="1868867"/>
                  </a:lnTo>
                  <a:lnTo>
                    <a:pt x="3435533" y="1951942"/>
                  </a:lnTo>
                  <a:lnTo>
                    <a:pt x="3400140" y="2036272"/>
                  </a:lnTo>
                  <a:lnTo>
                    <a:pt x="3364722" y="2121252"/>
                  </a:lnTo>
                  <a:lnTo>
                    <a:pt x="3329303" y="2206260"/>
                  </a:lnTo>
                  <a:lnTo>
                    <a:pt x="3293907" y="2290672"/>
                  </a:lnTo>
                  <a:lnTo>
                    <a:pt x="3258554" y="2373880"/>
                  </a:lnTo>
                  <a:lnTo>
                    <a:pt x="3223254" y="2455317"/>
                  </a:lnTo>
                  <a:lnTo>
                    <a:pt x="3188004" y="2534463"/>
                  </a:lnTo>
                  <a:lnTo>
                    <a:pt x="3152784" y="2610866"/>
                  </a:lnTo>
                  <a:lnTo>
                    <a:pt x="3117552" y="2684144"/>
                  </a:lnTo>
                  <a:lnTo>
                    <a:pt x="3082242" y="2753999"/>
                  </a:lnTo>
                  <a:lnTo>
                    <a:pt x="3046756" y="2820211"/>
                  </a:lnTo>
                  <a:lnTo>
                    <a:pt x="3010968" y="2882642"/>
                  </a:lnTo>
                  <a:lnTo>
                    <a:pt x="2974711" y="2941228"/>
                  </a:lnTo>
                  <a:lnTo>
                    <a:pt x="2937776" y="2995978"/>
                  </a:lnTo>
                  <a:lnTo>
                    <a:pt x="2899903" y="3046962"/>
                  </a:lnTo>
                  <a:lnTo>
                    <a:pt x="2896531" y="3051252"/>
                  </a:lnTo>
                  <a:lnTo>
                    <a:pt x="2850188" y="3106145"/>
                  </a:lnTo>
                  <a:lnTo>
                    <a:pt x="2801467" y="3155940"/>
                  </a:lnTo>
                  <a:lnTo>
                    <a:pt x="2749662" y="3200854"/>
                  </a:lnTo>
                  <a:lnTo>
                    <a:pt x="2694001" y="3241277"/>
                  </a:lnTo>
                  <a:lnTo>
                    <a:pt x="2633694" y="3277666"/>
                  </a:lnTo>
                  <a:lnTo>
                    <a:pt x="2567978" y="3310475"/>
                  </a:lnTo>
                  <a:lnTo>
                    <a:pt x="2496190" y="3340120"/>
                  </a:lnTo>
                  <a:lnTo>
                    <a:pt x="2417852" y="3366955"/>
                  </a:lnTo>
                  <a:lnTo>
                    <a:pt x="2332792" y="3391259"/>
                  </a:lnTo>
                  <a:lnTo>
                    <a:pt x="2241298" y="3413230"/>
                  </a:lnTo>
                  <a:lnTo>
                    <a:pt x="2144281" y="3432986"/>
                  </a:lnTo>
                  <a:lnTo>
                    <a:pt x="2043440" y="3450569"/>
                  </a:lnTo>
                  <a:lnTo>
                    <a:pt x="1941347" y="3465965"/>
                  </a:lnTo>
                  <a:lnTo>
                    <a:pt x="1841409" y="3479126"/>
                  </a:lnTo>
                  <a:lnTo>
                    <a:pt x="1747616" y="3490009"/>
                  </a:lnTo>
                  <a:lnTo>
                    <a:pt x="1664067" y="3498620"/>
                  </a:lnTo>
                  <a:lnTo>
                    <a:pt x="1594321" y="3505050"/>
                  </a:lnTo>
                  <a:lnTo>
                    <a:pt x="1540720" y="3509495"/>
                  </a:lnTo>
                  <a:lnTo>
                    <a:pt x="1503874" y="3512256"/>
                  </a:lnTo>
                  <a:lnTo>
                    <a:pt x="1482444" y="3513713"/>
                  </a:lnTo>
                  <a:lnTo>
                    <a:pt x="1473224" y="3514284"/>
                  </a:lnTo>
                  <a:lnTo>
                    <a:pt x="1471393" y="3514388"/>
                  </a:lnTo>
                  <a:lnTo>
                    <a:pt x="1471387" y="3514389"/>
                  </a:lnTo>
                  <a:lnTo>
                    <a:pt x="0" y="351438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31" name="pg1931"/>
            <p:cNvSpPr/>
            <p:nvPr/>
          </p:nvSpPr>
          <p:spPr>
            <a:xfrm>
              <a:off x="4799595" y="7881184"/>
              <a:ext cx="11981298" cy="2680743"/>
            </a:xfrm>
            <a:custGeom>
              <a:avLst/>
              <a:pathLst>
                <a:path w="11981298" h="2680743">
                  <a:moveTo>
                    <a:pt x="0" y="2680743"/>
                  </a:moveTo>
                  <a:lnTo>
                    <a:pt x="1471387" y="2680743"/>
                  </a:lnTo>
                  <a:lnTo>
                    <a:pt x="1472543" y="2680681"/>
                  </a:lnTo>
                  <a:lnTo>
                    <a:pt x="1480141" y="2680236"/>
                  </a:lnTo>
                  <a:lnTo>
                    <a:pt x="1499286" y="2679008"/>
                  </a:lnTo>
                  <a:lnTo>
                    <a:pt x="1533492" y="2676590"/>
                  </a:lnTo>
                  <a:lnTo>
                    <a:pt x="1584431" y="2672608"/>
                  </a:lnTo>
                  <a:lnTo>
                    <a:pt x="1651806" y="2666756"/>
                  </a:lnTo>
                  <a:lnTo>
                    <a:pt x="1733515" y="2658828"/>
                  </a:lnTo>
                  <a:lnTo>
                    <a:pt x="1826132" y="2648720"/>
                  </a:lnTo>
                  <a:lnTo>
                    <a:pt x="1925573" y="2636417"/>
                  </a:lnTo>
                  <a:lnTo>
                    <a:pt x="2027770" y="2621955"/>
                  </a:lnTo>
                  <a:lnTo>
                    <a:pt x="2129187" y="2605382"/>
                  </a:lnTo>
                  <a:lnTo>
                    <a:pt x="2227097" y="2586718"/>
                  </a:lnTo>
                  <a:lnTo>
                    <a:pt x="2319667" y="2565933"/>
                  </a:lnTo>
                  <a:lnTo>
                    <a:pt x="2405868" y="2542923"/>
                  </a:lnTo>
                  <a:lnTo>
                    <a:pt x="2485332" y="2517510"/>
                  </a:lnTo>
                  <a:lnTo>
                    <a:pt x="2558173" y="2489435"/>
                  </a:lnTo>
                  <a:lnTo>
                    <a:pt x="2624837" y="2458368"/>
                  </a:lnTo>
                  <a:lnTo>
                    <a:pt x="2685970" y="2423914"/>
                  </a:lnTo>
                  <a:lnTo>
                    <a:pt x="2742330" y="2385638"/>
                  </a:lnTo>
                  <a:lnTo>
                    <a:pt x="2794711" y="2343097"/>
                  </a:lnTo>
                  <a:lnTo>
                    <a:pt x="2843896" y="2295902"/>
                  </a:lnTo>
                  <a:lnTo>
                    <a:pt x="2890605" y="2243812"/>
                  </a:lnTo>
                  <a:lnTo>
                    <a:pt x="2896531" y="2236677"/>
                  </a:lnTo>
                  <a:lnTo>
                    <a:pt x="2935128" y="2187258"/>
                  </a:lnTo>
                  <a:lnTo>
                    <a:pt x="2972734" y="2134114"/>
                  </a:lnTo>
                  <a:lnTo>
                    <a:pt x="3009625" y="2077170"/>
                  </a:lnTo>
                  <a:lnTo>
                    <a:pt x="3046025" y="2016415"/>
                  </a:lnTo>
                  <a:lnTo>
                    <a:pt x="3082108" y="1951910"/>
                  </a:lnTo>
                  <a:lnTo>
                    <a:pt x="3118010" y="1883793"/>
                  </a:lnTo>
                  <a:lnTo>
                    <a:pt x="3153832" y="1812286"/>
                  </a:lnTo>
                  <a:lnTo>
                    <a:pt x="3189643" y="1737693"/>
                  </a:lnTo>
                  <a:lnTo>
                    <a:pt x="3225486" y="1660399"/>
                  </a:lnTo>
                  <a:lnTo>
                    <a:pt x="3261381" y="1580867"/>
                  </a:lnTo>
                  <a:lnTo>
                    <a:pt x="3297332" y="1499621"/>
                  </a:lnTo>
                  <a:lnTo>
                    <a:pt x="3333325" y="1417240"/>
                  </a:lnTo>
                  <a:lnTo>
                    <a:pt x="3369339" y="1334338"/>
                  </a:lnTo>
                  <a:lnTo>
                    <a:pt x="3405348" y="1251543"/>
                  </a:lnTo>
                  <a:lnTo>
                    <a:pt x="3441329" y="1169484"/>
                  </a:lnTo>
                  <a:lnTo>
                    <a:pt x="3477261" y="1088762"/>
                  </a:lnTo>
                  <a:lnTo>
                    <a:pt x="3513138" y="1009940"/>
                  </a:lnTo>
                  <a:lnTo>
                    <a:pt x="3548967" y="933523"/>
                  </a:lnTo>
                  <a:lnTo>
                    <a:pt x="3584775" y="859948"/>
                  </a:lnTo>
                  <a:lnTo>
                    <a:pt x="3620615" y="789571"/>
                  </a:lnTo>
                  <a:lnTo>
                    <a:pt x="3656566" y="722671"/>
                  </a:lnTo>
                  <a:lnTo>
                    <a:pt x="3692740" y="659438"/>
                  </a:lnTo>
                  <a:lnTo>
                    <a:pt x="3729286" y="599985"/>
                  </a:lnTo>
                  <a:lnTo>
                    <a:pt x="3766395" y="544347"/>
                  </a:lnTo>
                  <a:lnTo>
                    <a:pt x="3804306" y="492491"/>
                  </a:lnTo>
                  <a:lnTo>
                    <a:pt x="3829811" y="460412"/>
                  </a:lnTo>
                  <a:lnTo>
                    <a:pt x="3876246" y="407682"/>
                  </a:lnTo>
                  <a:lnTo>
                    <a:pt x="3925070" y="359859"/>
                  </a:lnTo>
                  <a:lnTo>
                    <a:pt x="3976992" y="316733"/>
                  </a:lnTo>
                  <a:lnTo>
                    <a:pt x="4032789" y="277927"/>
                  </a:lnTo>
                  <a:lnTo>
                    <a:pt x="4093257" y="243001"/>
                  </a:lnTo>
                  <a:lnTo>
                    <a:pt x="4159162" y="211516"/>
                  </a:lnTo>
                  <a:lnTo>
                    <a:pt x="4231169" y="183073"/>
                  </a:lnTo>
                  <a:lnTo>
                    <a:pt x="4309756" y="157330"/>
                  </a:lnTo>
                  <a:lnTo>
                    <a:pt x="4395090" y="134020"/>
                  </a:lnTo>
                  <a:lnTo>
                    <a:pt x="4486874" y="112952"/>
                  </a:lnTo>
                  <a:lnTo>
                    <a:pt x="4584175" y="94016"/>
                  </a:lnTo>
                  <a:lnTo>
                    <a:pt x="4685271" y="77170"/>
                  </a:lnTo>
                  <a:lnTo>
                    <a:pt x="4787552" y="62431"/>
                  </a:lnTo>
                  <a:lnTo>
                    <a:pt x="4887574" y="49845"/>
                  </a:lnTo>
                  <a:lnTo>
                    <a:pt x="4981315" y="39451"/>
                  </a:lnTo>
                  <a:lnTo>
                    <a:pt x="5064657" y="31243"/>
                  </a:lnTo>
                  <a:lnTo>
                    <a:pt x="5134050" y="25131"/>
                  </a:lnTo>
                  <a:lnTo>
                    <a:pt x="5187185" y="20921"/>
                  </a:lnTo>
                  <a:lnTo>
                    <a:pt x="5223515" y="18319"/>
                  </a:lnTo>
                  <a:lnTo>
                    <a:pt x="5244456" y="16959"/>
                  </a:lnTo>
                  <a:lnTo>
                    <a:pt x="5253298" y="16436"/>
                  </a:lnTo>
                  <a:lnTo>
                    <a:pt x="5254955" y="16345"/>
                  </a:lnTo>
                  <a:lnTo>
                    <a:pt x="6726343" y="16345"/>
                  </a:lnTo>
                  <a:lnTo>
                    <a:pt x="6727564" y="16374"/>
                  </a:lnTo>
                  <a:lnTo>
                    <a:pt x="6735582" y="16577"/>
                  </a:lnTo>
                  <a:lnTo>
                    <a:pt x="6755749" y="17140"/>
                  </a:lnTo>
                  <a:lnTo>
                    <a:pt x="6791695" y="18246"/>
                  </a:lnTo>
                  <a:lnTo>
                    <a:pt x="6845053" y="20066"/>
                  </a:lnTo>
                  <a:lnTo>
                    <a:pt x="6915334" y="22737"/>
                  </a:lnTo>
                  <a:lnTo>
                    <a:pt x="7000146" y="26346"/>
                  </a:lnTo>
                  <a:lnTo>
                    <a:pt x="7095742" y="30937"/>
                  </a:lnTo>
                  <a:lnTo>
                    <a:pt x="7197770" y="36513"/>
                  </a:lnTo>
                  <a:lnTo>
                    <a:pt x="7301988" y="43053"/>
                  </a:lnTo>
                  <a:lnTo>
                    <a:pt x="7404796" y="50539"/>
                  </a:lnTo>
                  <a:lnTo>
                    <a:pt x="7503498" y="58964"/>
                  </a:lnTo>
                  <a:lnTo>
                    <a:pt x="7596349" y="68349"/>
                  </a:lnTo>
                  <a:lnTo>
                    <a:pt x="7682441" y="78749"/>
                  </a:lnTo>
                  <a:lnTo>
                    <a:pt x="7761530" y="90256"/>
                  </a:lnTo>
                  <a:lnTo>
                    <a:pt x="7833848" y="102996"/>
                  </a:lnTo>
                  <a:lnTo>
                    <a:pt x="7899940" y="117131"/>
                  </a:lnTo>
                  <a:lnTo>
                    <a:pt x="7960535" y="132847"/>
                  </a:lnTo>
                  <a:lnTo>
                    <a:pt x="8016452" y="150348"/>
                  </a:lnTo>
                  <a:lnTo>
                    <a:pt x="8068535" y="169830"/>
                  </a:lnTo>
                  <a:lnTo>
                    <a:pt x="8117591" y="191454"/>
                  </a:lnTo>
                  <a:lnTo>
                    <a:pt x="8151487" y="208411"/>
                  </a:lnTo>
                  <a:lnTo>
                    <a:pt x="8201016" y="236246"/>
                  </a:lnTo>
                  <a:lnTo>
                    <a:pt x="8249038" y="266774"/>
                  </a:lnTo>
                  <a:lnTo>
                    <a:pt x="8296093" y="300038"/>
                  </a:lnTo>
                  <a:lnTo>
                    <a:pt x="8342583" y="336000"/>
                  </a:lnTo>
                  <a:lnTo>
                    <a:pt x="8388799" y="374531"/>
                  </a:lnTo>
                  <a:lnTo>
                    <a:pt x="8434936" y="415403"/>
                  </a:lnTo>
                  <a:lnTo>
                    <a:pt x="8481109" y="458292"/>
                  </a:lnTo>
                  <a:lnTo>
                    <a:pt x="8527368" y="502779"/>
                  </a:lnTo>
                  <a:lnTo>
                    <a:pt x="8573712" y="548370"/>
                  </a:lnTo>
                  <a:lnTo>
                    <a:pt x="8620107" y="594515"/>
                  </a:lnTo>
                  <a:lnTo>
                    <a:pt x="8666499" y="640635"/>
                  </a:lnTo>
                  <a:lnTo>
                    <a:pt x="8712837" y="686152"/>
                  </a:lnTo>
                  <a:lnTo>
                    <a:pt x="8759088" y="730521"/>
                  </a:lnTo>
                  <a:lnTo>
                    <a:pt x="8805255" y="773253"/>
                  </a:lnTo>
                  <a:lnTo>
                    <a:pt x="8851393" y="813937"/>
                  </a:lnTo>
                  <a:lnTo>
                    <a:pt x="8897624" y="852256"/>
                  </a:lnTo>
                  <a:lnTo>
                    <a:pt x="8944149" y="887992"/>
                  </a:lnTo>
                  <a:lnTo>
                    <a:pt x="8991269" y="921022"/>
                  </a:lnTo>
                  <a:lnTo>
                    <a:pt x="9039396" y="951317"/>
                  </a:lnTo>
                  <a:lnTo>
                    <a:pt x="9084767" y="976673"/>
                  </a:lnTo>
                  <a:lnTo>
                    <a:pt x="9132097" y="999889"/>
                  </a:lnTo>
                  <a:lnTo>
                    <a:pt x="9181921" y="1020902"/>
                  </a:lnTo>
                  <a:lnTo>
                    <a:pt x="9234990" y="1039813"/>
                  </a:lnTo>
                  <a:lnTo>
                    <a:pt x="9292129" y="1056795"/>
                  </a:lnTo>
                  <a:lnTo>
                    <a:pt x="9354178" y="1072050"/>
                  </a:lnTo>
                  <a:lnTo>
                    <a:pt x="9421941" y="1085778"/>
                  </a:lnTo>
                  <a:lnTo>
                    <a:pt x="9496105" y="1098159"/>
                  </a:lnTo>
                  <a:lnTo>
                    <a:pt x="9577143" y="1109345"/>
                  </a:lnTo>
                  <a:lnTo>
                    <a:pt x="9665172" y="1119454"/>
                  </a:lnTo>
                  <a:lnTo>
                    <a:pt x="9759780" y="1128567"/>
                  </a:lnTo>
                  <a:lnTo>
                    <a:pt x="9859844" y="1136729"/>
                  </a:lnTo>
                  <a:lnTo>
                    <a:pt x="9963358" y="1143952"/>
                  </a:lnTo>
                  <a:lnTo>
                    <a:pt x="10067362" y="1150226"/>
                  </a:lnTo>
                  <a:lnTo>
                    <a:pt x="10168037" y="1155527"/>
                  </a:lnTo>
                  <a:lnTo>
                    <a:pt x="10261049" y="1159843"/>
                  </a:lnTo>
                  <a:lnTo>
                    <a:pt x="10342136" y="1163184"/>
                  </a:lnTo>
                  <a:lnTo>
                    <a:pt x="10407859" y="1165606"/>
                  </a:lnTo>
                  <a:lnTo>
                    <a:pt x="10456315" y="1167212"/>
                  </a:lnTo>
                  <a:lnTo>
                    <a:pt x="10487602" y="1168148"/>
                  </a:lnTo>
                  <a:lnTo>
                    <a:pt x="10503932" y="1168591"/>
                  </a:lnTo>
                  <a:lnTo>
                    <a:pt x="10509446" y="1168728"/>
                  </a:lnTo>
                  <a:lnTo>
                    <a:pt x="10509911" y="1168738"/>
                  </a:lnTo>
                  <a:lnTo>
                    <a:pt x="11981298" y="1168738"/>
                  </a:lnTo>
                  <a:lnTo>
                    <a:pt x="11981298" y="1152392"/>
                  </a:lnTo>
                  <a:lnTo>
                    <a:pt x="10509911" y="1152392"/>
                  </a:lnTo>
                  <a:lnTo>
                    <a:pt x="10508689" y="1152364"/>
                  </a:lnTo>
                  <a:lnTo>
                    <a:pt x="10500672" y="1152160"/>
                  </a:lnTo>
                  <a:lnTo>
                    <a:pt x="10480505" y="1151598"/>
                  </a:lnTo>
                  <a:lnTo>
                    <a:pt x="10444558" y="1150492"/>
                  </a:lnTo>
                  <a:lnTo>
                    <a:pt x="10391200" y="1148671"/>
                  </a:lnTo>
                  <a:lnTo>
                    <a:pt x="10320919" y="1146001"/>
                  </a:lnTo>
                  <a:lnTo>
                    <a:pt x="10236107" y="1142391"/>
                  </a:lnTo>
                  <a:lnTo>
                    <a:pt x="10140511" y="1137800"/>
                  </a:lnTo>
                  <a:lnTo>
                    <a:pt x="10038484" y="1132225"/>
                  </a:lnTo>
                  <a:lnTo>
                    <a:pt x="9934265" y="1125684"/>
                  </a:lnTo>
                  <a:lnTo>
                    <a:pt x="9831458" y="1118199"/>
                  </a:lnTo>
                  <a:lnTo>
                    <a:pt x="9732755" y="1109774"/>
                  </a:lnTo>
                  <a:lnTo>
                    <a:pt x="9639905" y="1100389"/>
                  </a:lnTo>
                  <a:lnTo>
                    <a:pt x="9553813" y="1089989"/>
                  </a:lnTo>
                  <a:lnTo>
                    <a:pt x="9474723" y="1078482"/>
                  </a:lnTo>
                  <a:lnTo>
                    <a:pt x="9402405" y="1065742"/>
                  </a:lnTo>
                  <a:lnTo>
                    <a:pt x="9336313" y="1051607"/>
                  </a:lnTo>
                  <a:lnTo>
                    <a:pt x="9275718" y="1035890"/>
                  </a:lnTo>
                  <a:lnTo>
                    <a:pt x="9219801" y="1018390"/>
                  </a:lnTo>
                  <a:lnTo>
                    <a:pt x="9167718" y="998907"/>
                  </a:lnTo>
                  <a:lnTo>
                    <a:pt x="9118662" y="977284"/>
                  </a:lnTo>
                  <a:lnTo>
                    <a:pt x="9084767" y="960327"/>
                  </a:lnTo>
                  <a:lnTo>
                    <a:pt x="9035237" y="932491"/>
                  </a:lnTo>
                  <a:lnTo>
                    <a:pt x="8987215" y="901964"/>
                  </a:lnTo>
                  <a:lnTo>
                    <a:pt x="8940160" y="868700"/>
                  </a:lnTo>
                  <a:lnTo>
                    <a:pt x="8893670" y="832738"/>
                  </a:lnTo>
                  <a:lnTo>
                    <a:pt x="8847454" y="794207"/>
                  </a:lnTo>
                  <a:lnTo>
                    <a:pt x="8801317" y="753334"/>
                  </a:lnTo>
                  <a:lnTo>
                    <a:pt x="8755144" y="710446"/>
                  </a:lnTo>
                  <a:lnTo>
                    <a:pt x="8708886" y="665959"/>
                  </a:lnTo>
                  <a:lnTo>
                    <a:pt x="8662541" y="620368"/>
                  </a:lnTo>
                  <a:lnTo>
                    <a:pt x="8616146" y="574223"/>
                  </a:lnTo>
                  <a:lnTo>
                    <a:pt x="8569754" y="528103"/>
                  </a:lnTo>
                  <a:lnTo>
                    <a:pt x="8523416" y="482585"/>
                  </a:lnTo>
                  <a:lnTo>
                    <a:pt x="8477165" y="438217"/>
                  </a:lnTo>
                  <a:lnTo>
                    <a:pt x="8430998" y="395485"/>
                  </a:lnTo>
                  <a:lnTo>
                    <a:pt x="8384860" y="354801"/>
                  </a:lnTo>
                  <a:lnTo>
                    <a:pt x="8338630" y="316482"/>
                  </a:lnTo>
                  <a:lnTo>
                    <a:pt x="8292104" y="280746"/>
                  </a:lnTo>
                  <a:lnTo>
                    <a:pt x="8244984" y="247716"/>
                  </a:lnTo>
                  <a:lnTo>
                    <a:pt x="8196857" y="217421"/>
                  </a:lnTo>
                  <a:lnTo>
                    <a:pt x="8151487" y="192065"/>
                  </a:lnTo>
                  <a:lnTo>
                    <a:pt x="8104156" y="168849"/>
                  </a:lnTo>
                  <a:lnTo>
                    <a:pt x="8054332" y="147835"/>
                  </a:lnTo>
                  <a:lnTo>
                    <a:pt x="8001263" y="128925"/>
                  </a:lnTo>
                  <a:lnTo>
                    <a:pt x="7944125" y="111943"/>
                  </a:lnTo>
                  <a:lnTo>
                    <a:pt x="7882075" y="96688"/>
                  </a:lnTo>
                  <a:lnTo>
                    <a:pt x="7814313" y="82960"/>
                  </a:lnTo>
                  <a:lnTo>
                    <a:pt x="7740148" y="70579"/>
                  </a:lnTo>
                  <a:lnTo>
                    <a:pt x="7659110" y="59393"/>
                  </a:lnTo>
                  <a:lnTo>
                    <a:pt x="7571081" y="49284"/>
                  </a:lnTo>
                  <a:lnTo>
                    <a:pt x="7476473" y="40171"/>
                  </a:lnTo>
                  <a:lnTo>
                    <a:pt x="7376409" y="32009"/>
                  </a:lnTo>
                  <a:lnTo>
                    <a:pt x="7272895" y="24786"/>
                  </a:lnTo>
                  <a:lnTo>
                    <a:pt x="7168891" y="18512"/>
                  </a:lnTo>
                  <a:lnTo>
                    <a:pt x="7068216" y="13210"/>
                  </a:lnTo>
                  <a:lnTo>
                    <a:pt x="6975205" y="8895"/>
                  </a:lnTo>
                  <a:lnTo>
                    <a:pt x="6894118" y="5553"/>
                  </a:lnTo>
                  <a:lnTo>
                    <a:pt x="6828394" y="3132"/>
                  </a:lnTo>
                  <a:lnTo>
                    <a:pt x="6779938" y="1526"/>
                  </a:lnTo>
                  <a:lnTo>
                    <a:pt x="6748652" y="590"/>
                  </a:lnTo>
                  <a:lnTo>
                    <a:pt x="6732321" y="147"/>
                  </a:lnTo>
                  <a:lnTo>
                    <a:pt x="6726807" y="10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799" y="62"/>
                  </a:lnTo>
                  <a:lnTo>
                    <a:pt x="5246201" y="506"/>
                  </a:lnTo>
                  <a:lnTo>
                    <a:pt x="5227056" y="1734"/>
                  </a:lnTo>
                  <a:lnTo>
                    <a:pt x="5192850" y="4152"/>
                  </a:lnTo>
                  <a:lnTo>
                    <a:pt x="5141911" y="8135"/>
                  </a:lnTo>
                  <a:lnTo>
                    <a:pt x="5074536" y="13987"/>
                  </a:lnTo>
                  <a:lnTo>
                    <a:pt x="4992827" y="21915"/>
                  </a:lnTo>
                  <a:lnTo>
                    <a:pt x="4900210" y="32023"/>
                  </a:lnTo>
                  <a:lnTo>
                    <a:pt x="4800769" y="44326"/>
                  </a:lnTo>
                  <a:lnTo>
                    <a:pt x="4698572" y="58787"/>
                  </a:lnTo>
                  <a:lnTo>
                    <a:pt x="4597156" y="75361"/>
                  </a:lnTo>
                  <a:lnTo>
                    <a:pt x="4499245" y="94024"/>
                  </a:lnTo>
                  <a:lnTo>
                    <a:pt x="4406675" y="114810"/>
                  </a:lnTo>
                  <a:lnTo>
                    <a:pt x="4320474" y="137819"/>
                  </a:lnTo>
                  <a:lnTo>
                    <a:pt x="4241010" y="163232"/>
                  </a:lnTo>
                  <a:lnTo>
                    <a:pt x="4168169" y="191307"/>
                  </a:lnTo>
                  <a:lnTo>
                    <a:pt x="4101505" y="222374"/>
                  </a:lnTo>
                  <a:lnTo>
                    <a:pt x="4040372" y="256828"/>
                  </a:lnTo>
                  <a:lnTo>
                    <a:pt x="3984012" y="295104"/>
                  </a:lnTo>
                  <a:lnTo>
                    <a:pt x="3931631" y="337645"/>
                  </a:lnTo>
                  <a:lnTo>
                    <a:pt x="3882446" y="384841"/>
                  </a:lnTo>
                  <a:lnTo>
                    <a:pt x="3835737" y="436930"/>
                  </a:lnTo>
                  <a:lnTo>
                    <a:pt x="3829811" y="444066"/>
                  </a:lnTo>
                  <a:lnTo>
                    <a:pt x="3791214" y="493484"/>
                  </a:lnTo>
                  <a:lnTo>
                    <a:pt x="3753608" y="546628"/>
                  </a:lnTo>
                  <a:lnTo>
                    <a:pt x="3716717" y="603572"/>
                  </a:lnTo>
                  <a:lnTo>
                    <a:pt x="3680317" y="664327"/>
                  </a:lnTo>
                  <a:lnTo>
                    <a:pt x="3644234" y="728833"/>
                  </a:lnTo>
                  <a:lnTo>
                    <a:pt x="3608332" y="796950"/>
                  </a:lnTo>
                  <a:lnTo>
                    <a:pt x="3572510" y="868457"/>
                  </a:lnTo>
                  <a:lnTo>
                    <a:pt x="3536700" y="943050"/>
                  </a:lnTo>
                  <a:lnTo>
                    <a:pt x="3500857" y="1020343"/>
                  </a:lnTo>
                  <a:lnTo>
                    <a:pt x="3464961" y="1099876"/>
                  </a:lnTo>
                  <a:lnTo>
                    <a:pt x="3429010" y="1181122"/>
                  </a:lnTo>
                  <a:lnTo>
                    <a:pt x="3393017" y="1263502"/>
                  </a:lnTo>
                  <a:lnTo>
                    <a:pt x="3357003" y="1346405"/>
                  </a:lnTo>
                  <a:lnTo>
                    <a:pt x="3320994" y="1429199"/>
                  </a:lnTo>
                  <a:lnTo>
                    <a:pt x="3285013" y="1511259"/>
                  </a:lnTo>
                  <a:lnTo>
                    <a:pt x="3249081" y="1591981"/>
                  </a:lnTo>
                  <a:lnTo>
                    <a:pt x="3213204" y="1670803"/>
                  </a:lnTo>
                  <a:lnTo>
                    <a:pt x="3177376" y="1747219"/>
                  </a:lnTo>
                  <a:lnTo>
                    <a:pt x="3141567" y="1820795"/>
                  </a:lnTo>
                  <a:lnTo>
                    <a:pt x="3105727" y="1891171"/>
                  </a:lnTo>
                  <a:lnTo>
                    <a:pt x="3069776" y="1958072"/>
                  </a:lnTo>
                  <a:lnTo>
                    <a:pt x="3033602" y="2021304"/>
                  </a:lnTo>
                  <a:lnTo>
                    <a:pt x="2997056" y="2080757"/>
                  </a:lnTo>
                  <a:lnTo>
                    <a:pt x="2959947" y="2136395"/>
                  </a:lnTo>
                  <a:lnTo>
                    <a:pt x="2922036" y="2188252"/>
                  </a:lnTo>
                  <a:lnTo>
                    <a:pt x="2896531" y="2220331"/>
                  </a:lnTo>
                  <a:lnTo>
                    <a:pt x="2850096" y="2273061"/>
                  </a:lnTo>
                  <a:lnTo>
                    <a:pt x="2801273" y="2320884"/>
                  </a:lnTo>
                  <a:lnTo>
                    <a:pt x="2749350" y="2364010"/>
                  </a:lnTo>
                  <a:lnTo>
                    <a:pt x="2693553" y="2402816"/>
                  </a:lnTo>
                  <a:lnTo>
                    <a:pt x="2633085" y="2437742"/>
                  </a:lnTo>
                  <a:lnTo>
                    <a:pt x="2567180" y="2469226"/>
                  </a:lnTo>
                  <a:lnTo>
                    <a:pt x="2495173" y="2497670"/>
                  </a:lnTo>
                  <a:lnTo>
                    <a:pt x="2416586" y="2523413"/>
                  </a:lnTo>
                  <a:lnTo>
                    <a:pt x="2331252" y="2546723"/>
                  </a:lnTo>
                  <a:lnTo>
                    <a:pt x="2239468" y="2567790"/>
                  </a:lnTo>
                  <a:lnTo>
                    <a:pt x="2142167" y="2586727"/>
                  </a:lnTo>
                  <a:lnTo>
                    <a:pt x="2041071" y="2603572"/>
                  </a:lnTo>
                  <a:lnTo>
                    <a:pt x="1938791" y="2618311"/>
                  </a:lnTo>
                  <a:lnTo>
                    <a:pt x="1838768" y="2630898"/>
                  </a:lnTo>
                  <a:lnTo>
                    <a:pt x="1745027" y="2641291"/>
                  </a:lnTo>
                  <a:lnTo>
                    <a:pt x="1661685" y="2649499"/>
                  </a:lnTo>
                  <a:lnTo>
                    <a:pt x="1592292" y="2655612"/>
                  </a:lnTo>
                  <a:lnTo>
                    <a:pt x="1539157" y="2659822"/>
                  </a:lnTo>
                  <a:lnTo>
                    <a:pt x="1502827" y="2662423"/>
                  </a:lnTo>
                  <a:lnTo>
                    <a:pt x="1481886" y="2663784"/>
                  </a:lnTo>
                  <a:lnTo>
                    <a:pt x="1473044" y="2664307"/>
                  </a:lnTo>
                  <a:lnTo>
                    <a:pt x="1471387" y="2664397"/>
                  </a:lnTo>
                  <a:lnTo>
                    <a:pt x="0" y="2664397"/>
                  </a:lnTo>
                  <a:close/>
                </a:path>
              </a:pathLst>
            </a:custGeom>
            <a:solidFill>
              <a:srgbClr val="F3BA99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932" name="pl1932"/>
            <p:cNvSpPr/>
            <p:nvPr/>
          </p:nvSpPr>
          <p:spPr>
            <a:xfrm>
              <a:off x="4799595" y="7897530"/>
              <a:ext cx="11981298" cy="2664397"/>
            </a:xfrm>
            <a:custGeom>
              <a:avLst/>
              <a:pathLst>
                <a:path w="11981298" h="2664397">
                  <a:moveTo>
                    <a:pt x="0" y="2664397"/>
                  </a:moveTo>
                  <a:lnTo>
                    <a:pt x="1471387" y="2664397"/>
                  </a:lnTo>
                  <a:lnTo>
                    <a:pt x="1472543" y="2664335"/>
                  </a:lnTo>
                  <a:lnTo>
                    <a:pt x="1480141" y="2663890"/>
                  </a:lnTo>
                  <a:lnTo>
                    <a:pt x="1499286" y="2662662"/>
                  </a:lnTo>
                  <a:lnTo>
                    <a:pt x="1533492" y="2660244"/>
                  </a:lnTo>
                  <a:lnTo>
                    <a:pt x="1584431" y="2656262"/>
                  </a:lnTo>
                  <a:lnTo>
                    <a:pt x="1651806" y="2650410"/>
                  </a:lnTo>
                  <a:lnTo>
                    <a:pt x="1733515" y="2642482"/>
                  </a:lnTo>
                  <a:lnTo>
                    <a:pt x="1826132" y="2632374"/>
                  </a:lnTo>
                  <a:lnTo>
                    <a:pt x="1925573" y="2620071"/>
                  </a:lnTo>
                  <a:lnTo>
                    <a:pt x="2027770" y="2605609"/>
                  </a:lnTo>
                  <a:lnTo>
                    <a:pt x="2129187" y="2589036"/>
                  </a:lnTo>
                  <a:lnTo>
                    <a:pt x="2227097" y="2570372"/>
                  </a:lnTo>
                  <a:lnTo>
                    <a:pt x="2319667" y="2549587"/>
                  </a:lnTo>
                  <a:lnTo>
                    <a:pt x="2405868" y="2526577"/>
                  </a:lnTo>
                  <a:lnTo>
                    <a:pt x="2485332" y="2501164"/>
                  </a:lnTo>
                  <a:lnTo>
                    <a:pt x="2558173" y="2473089"/>
                  </a:lnTo>
                  <a:lnTo>
                    <a:pt x="2624837" y="2442022"/>
                  </a:lnTo>
                  <a:lnTo>
                    <a:pt x="2685970" y="2407568"/>
                  </a:lnTo>
                  <a:lnTo>
                    <a:pt x="2742330" y="2369292"/>
                  </a:lnTo>
                  <a:lnTo>
                    <a:pt x="2794711" y="2326751"/>
                  </a:lnTo>
                  <a:lnTo>
                    <a:pt x="2843896" y="2279556"/>
                  </a:lnTo>
                  <a:lnTo>
                    <a:pt x="2890605" y="2227466"/>
                  </a:lnTo>
                  <a:lnTo>
                    <a:pt x="2896531" y="2220331"/>
                  </a:lnTo>
                  <a:lnTo>
                    <a:pt x="2935128" y="2170912"/>
                  </a:lnTo>
                  <a:lnTo>
                    <a:pt x="2972734" y="2117768"/>
                  </a:lnTo>
                  <a:lnTo>
                    <a:pt x="3009625" y="2060824"/>
                  </a:lnTo>
                  <a:lnTo>
                    <a:pt x="3046025" y="2000069"/>
                  </a:lnTo>
                  <a:lnTo>
                    <a:pt x="3082108" y="1935564"/>
                  </a:lnTo>
                  <a:lnTo>
                    <a:pt x="3118010" y="1867447"/>
                  </a:lnTo>
                  <a:lnTo>
                    <a:pt x="3153832" y="1795940"/>
                  </a:lnTo>
                  <a:lnTo>
                    <a:pt x="3189643" y="1721347"/>
                  </a:lnTo>
                  <a:lnTo>
                    <a:pt x="3225486" y="1644053"/>
                  </a:lnTo>
                  <a:lnTo>
                    <a:pt x="3261381" y="1564521"/>
                  </a:lnTo>
                  <a:lnTo>
                    <a:pt x="3297332" y="1483275"/>
                  </a:lnTo>
                  <a:lnTo>
                    <a:pt x="3333325" y="1400894"/>
                  </a:lnTo>
                  <a:lnTo>
                    <a:pt x="3369339" y="1317992"/>
                  </a:lnTo>
                  <a:lnTo>
                    <a:pt x="3405348" y="1235197"/>
                  </a:lnTo>
                  <a:lnTo>
                    <a:pt x="3441329" y="1153138"/>
                  </a:lnTo>
                  <a:lnTo>
                    <a:pt x="3477261" y="1072416"/>
                  </a:lnTo>
                  <a:lnTo>
                    <a:pt x="3513138" y="993594"/>
                  </a:lnTo>
                  <a:lnTo>
                    <a:pt x="3548967" y="917177"/>
                  </a:lnTo>
                  <a:lnTo>
                    <a:pt x="3584775" y="843602"/>
                  </a:lnTo>
                  <a:lnTo>
                    <a:pt x="3620615" y="773225"/>
                  </a:lnTo>
                  <a:lnTo>
                    <a:pt x="3656566" y="706325"/>
                  </a:lnTo>
                  <a:lnTo>
                    <a:pt x="3692740" y="643092"/>
                  </a:lnTo>
                  <a:lnTo>
                    <a:pt x="3729286" y="583639"/>
                  </a:lnTo>
                  <a:lnTo>
                    <a:pt x="3766395" y="528001"/>
                  </a:lnTo>
                  <a:lnTo>
                    <a:pt x="3804306" y="476145"/>
                  </a:lnTo>
                  <a:lnTo>
                    <a:pt x="3829811" y="444066"/>
                  </a:lnTo>
                  <a:lnTo>
                    <a:pt x="3876246" y="391336"/>
                  </a:lnTo>
                  <a:lnTo>
                    <a:pt x="3925070" y="343513"/>
                  </a:lnTo>
                  <a:lnTo>
                    <a:pt x="3976992" y="300387"/>
                  </a:lnTo>
                  <a:lnTo>
                    <a:pt x="4032789" y="261581"/>
                  </a:lnTo>
                  <a:lnTo>
                    <a:pt x="4093257" y="226655"/>
                  </a:lnTo>
                  <a:lnTo>
                    <a:pt x="4159162" y="195170"/>
                  </a:lnTo>
                  <a:lnTo>
                    <a:pt x="4231169" y="166727"/>
                  </a:lnTo>
                  <a:lnTo>
                    <a:pt x="4309756" y="140984"/>
                  </a:lnTo>
                  <a:lnTo>
                    <a:pt x="4395090" y="117674"/>
                  </a:lnTo>
                  <a:lnTo>
                    <a:pt x="4486874" y="96606"/>
                  </a:lnTo>
                  <a:lnTo>
                    <a:pt x="4584175" y="77670"/>
                  </a:lnTo>
                  <a:lnTo>
                    <a:pt x="4685271" y="60824"/>
                  </a:lnTo>
                  <a:lnTo>
                    <a:pt x="4787552" y="46085"/>
                  </a:lnTo>
                  <a:lnTo>
                    <a:pt x="4887574" y="33499"/>
                  </a:lnTo>
                  <a:lnTo>
                    <a:pt x="4981315" y="23105"/>
                  </a:lnTo>
                  <a:lnTo>
                    <a:pt x="5064657" y="14897"/>
                  </a:lnTo>
                  <a:lnTo>
                    <a:pt x="5134050" y="8785"/>
                  </a:lnTo>
                  <a:lnTo>
                    <a:pt x="5187185" y="4575"/>
                  </a:lnTo>
                  <a:lnTo>
                    <a:pt x="5223515" y="1973"/>
                  </a:lnTo>
                  <a:lnTo>
                    <a:pt x="5244456" y="613"/>
                  </a:lnTo>
                  <a:lnTo>
                    <a:pt x="5253298" y="90"/>
                  </a:lnTo>
                  <a:lnTo>
                    <a:pt x="5254952" y="0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564" y="28"/>
                  </a:lnTo>
                  <a:lnTo>
                    <a:pt x="6735582" y="231"/>
                  </a:lnTo>
                  <a:lnTo>
                    <a:pt x="6755749" y="794"/>
                  </a:lnTo>
                  <a:lnTo>
                    <a:pt x="6791695" y="1900"/>
                  </a:lnTo>
                  <a:lnTo>
                    <a:pt x="6845053" y="3720"/>
                  </a:lnTo>
                  <a:lnTo>
                    <a:pt x="6915334" y="6391"/>
                  </a:lnTo>
                  <a:lnTo>
                    <a:pt x="7000146" y="10000"/>
                  </a:lnTo>
                  <a:lnTo>
                    <a:pt x="7095742" y="14591"/>
                  </a:lnTo>
                  <a:lnTo>
                    <a:pt x="7197770" y="20167"/>
                  </a:lnTo>
                  <a:lnTo>
                    <a:pt x="7301988" y="26707"/>
                  </a:lnTo>
                  <a:lnTo>
                    <a:pt x="7404796" y="34193"/>
                  </a:lnTo>
                  <a:lnTo>
                    <a:pt x="7503498" y="42618"/>
                  </a:lnTo>
                  <a:lnTo>
                    <a:pt x="7596349" y="52003"/>
                  </a:lnTo>
                  <a:lnTo>
                    <a:pt x="7682441" y="62403"/>
                  </a:lnTo>
                  <a:lnTo>
                    <a:pt x="7761530" y="73910"/>
                  </a:lnTo>
                  <a:lnTo>
                    <a:pt x="7833848" y="86650"/>
                  </a:lnTo>
                  <a:lnTo>
                    <a:pt x="7899940" y="100785"/>
                  </a:lnTo>
                  <a:lnTo>
                    <a:pt x="7960535" y="116501"/>
                  </a:lnTo>
                  <a:lnTo>
                    <a:pt x="8016452" y="134002"/>
                  </a:lnTo>
                  <a:lnTo>
                    <a:pt x="8068535" y="153484"/>
                  </a:lnTo>
                  <a:lnTo>
                    <a:pt x="8117591" y="175108"/>
                  </a:lnTo>
                  <a:lnTo>
                    <a:pt x="8151487" y="192065"/>
                  </a:lnTo>
                  <a:lnTo>
                    <a:pt x="8201016" y="219900"/>
                  </a:lnTo>
                  <a:lnTo>
                    <a:pt x="8249038" y="250428"/>
                  </a:lnTo>
                  <a:lnTo>
                    <a:pt x="8296093" y="283692"/>
                  </a:lnTo>
                  <a:lnTo>
                    <a:pt x="8342583" y="319654"/>
                  </a:lnTo>
                  <a:lnTo>
                    <a:pt x="8388799" y="358185"/>
                  </a:lnTo>
                  <a:lnTo>
                    <a:pt x="8434936" y="399057"/>
                  </a:lnTo>
                  <a:lnTo>
                    <a:pt x="8481109" y="441946"/>
                  </a:lnTo>
                  <a:lnTo>
                    <a:pt x="8527368" y="486433"/>
                  </a:lnTo>
                  <a:lnTo>
                    <a:pt x="8573712" y="532024"/>
                  </a:lnTo>
                  <a:lnTo>
                    <a:pt x="8620107" y="578169"/>
                  </a:lnTo>
                  <a:lnTo>
                    <a:pt x="8666499" y="624289"/>
                  </a:lnTo>
                  <a:lnTo>
                    <a:pt x="8712837" y="669806"/>
                  </a:lnTo>
                  <a:lnTo>
                    <a:pt x="8759088" y="714175"/>
                  </a:lnTo>
                  <a:lnTo>
                    <a:pt x="8805255" y="756907"/>
                  </a:lnTo>
                  <a:lnTo>
                    <a:pt x="8851393" y="797591"/>
                  </a:lnTo>
                  <a:lnTo>
                    <a:pt x="8897624" y="835910"/>
                  </a:lnTo>
                  <a:lnTo>
                    <a:pt x="8944149" y="871646"/>
                  </a:lnTo>
                  <a:lnTo>
                    <a:pt x="8991269" y="904676"/>
                  </a:lnTo>
                  <a:lnTo>
                    <a:pt x="9039396" y="934971"/>
                  </a:lnTo>
                  <a:lnTo>
                    <a:pt x="9084767" y="960327"/>
                  </a:lnTo>
                  <a:lnTo>
                    <a:pt x="9132097" y="983543"/>
                  </a:lnTo>
                  <a:lnTo>
                    <a:pt x="9181921" y="1004556"/>
                  </a:lnTo>
                  <a:lnTo>
                    <a:pt x="9234990" y="1023467"/>
                  </a:lnTo>
                  <a:lnTo>
                    <a:pt x="9292129" y="1040449"/>
                  </a:lnTo>
                  <a:lnTo>
                    <a:pt x="9354178" y="1055704"/>
                  </a:lnTo>
                  <a:lnTo>
                    <a:pt x="9421941" y="1069432"/>
                  </a:lnTo>
                  <a:lnTo>
                    <a:pt x="9496105" y="1081813"/>
                  </a:lnTo>
                  <a:lnTo>
                    <a:pt x="9577143" y="1092999"/>
                  </a:lnTo>
                  <a:lnTo>
                    <a:pt x="9665172" y="1103108"/>
                  </a:lnTo>
                  <a:lnTo>
                    <a:pt x="9759780" y="1112221"/>
                  </a:lnTo>
                  <a:lnTo>
                    <a:pt x="9859844" y="1120383"/>
                  </a:lnTo>
                  <a:lnTo>
                    <a:pt x="9963358" y="1127606"/>
                  </a:lnTo>
                  <a:lnTo>
                    <a:pt x="10067362" y="1133880"/>
                  </a:lnTo>
                  <a:lnTo>
                    <a:pt x="10168037" y="1139181"/>
                  </a:lnTo>
                  <a:lnTo>
                    <a:pt x="10261049" y="1143497"/>
                  </a:lnTo>
                  <a:lnTo>
                    <a:pt x="10342136" y="1146838"/>
                  </a:lnTo>
                  <a:lnTo>
                    <a:pt x="10407859" y="1149260"/>
                  </a:lnTo>
                  <a:lnTo>
                    <a:pt x="10456315" y="1150866"/>
                  </a:lnTo>
                  <a:lnTo>
                    <a:pt x="10487602" y="1151802"/>
                  </a:lnTo>
                  <a:lnTo>
                    <a:pt x="10503932" y="1152245"/>
                  </a:lnTo>
                  <a:lnTo>
                    <a:pt x="10509446" y="1152382"/>
                  </a:lnTo>
                  <a:lnTo>
                    <a:pt x="10509911" y="1152392"/>
                  </a:lnTo>
                  <a:lnTo>
                    <a:pt x="11981298" y="115239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33" name="pl1933"/>
            <p:cNvSpPr/>
            <p:nvPr/>
          </p:nvSpPr>
          <p:spPr>
            <a:xfrm>
              <a:off x="4799595" y="7881184"/>
              <a:ext cx="11981298" cy="2664397"/>
            </a:xfrm>
            <a:custGeom>
              <a:avLst/>
              <a:pathLst>
                <a:path w="11981298" h="2664397">
                  <a:moveTo>
                    <a:pt x="11981298" y="1152392"/>
                  </a:moveTo>
                  <a:lnTo>
                    <a:pt x="10509911" y="1152392"/>
                  </a:lnTo>
                  <a:lnTo>
                    <a:pt x="10508689" y="1152364"/>
                  </a:lnTo>
                  <a:lnTo>
                    <a:pt x="10500672" y="1152160"/>
                  </a:lnTo>
                  <a:lnTo>
                    <a:pt x="10480505" y="1151598"/>
                  </a:lnTo>
                  <a:lnTo>
                    <a:pt x="10444558" y="1150492"/>
                  </a:lnTo>
                  <a:lnTo>
                    <a:pt x="10391200" y="1148671"/>
                  </a:lnTo>
                  <a:lnTo>
                    <a:pt x="10320919" y="1146001"/>
                  </a:lnTo>
                  <a:lnTo>
                    <a:pt x="10236107" y="1142391"/>
                  </a:lnTo>
                  <a:lnTo>
                    <a:pt x="10140511" y="1137800"/>
                  </a:lnTo>
                  <a:lnTo>
                    <a:pt x="10038484" y="1132225"/>
                  </a:lnTo>
                  <a:lnTo>
                    <a:pt x="9934265" y="1125684"/>
                  </a:lnTo>
                  <a:lnTo>
                    <a:pt x="9831458" y="1118199"/>
                  </a:lnTo>
                  <a:lnTo>
                    <a:pt x="9732755" y="1109774"/>
                  </a:lnTo>
                  <a:lnTo>
                    <a:pt x="9639905" y="1100389"/>
                  </a:lnTo>
                  <a:lnTo>
                    <a:pt x="9553813" y="1089989"/>
                  </a:lnTo>
                  <a:lnTo>
                    <a:pt x="9474723" y="1078482"/>
                  </a:lnTo>
                  <a:lnTo>
                    <a:pt x="9402405" y="1065742"/>
                  </a:lnTo>
                  <a:lnTo>
                    <a:pt x="9336313" y="1051607"/>
                  </a:lnTo>
                  <a:lnTo>
                    <a:pt x="9275718" y="1035890"/>
                  </a:lnTo>
                  <a:lnTo>
                    <a:pt x="9219801" y="1018390"/>
                  </a:lnTo>
                  <a:lnTo>
                    <a:pt x="9167718" y="998907"/>
                  </a:lnTo>
                  <a:lnTo>
                    <a:pt x="9118662" y="977284"/>
                  </a:lnTo>
                  <a:lnTo>
                    <a:pt x="9084767" y="960327"/>
                  </a:lnTo>
                  <a:lnTo>
                    <a:pt x="9035237" y="932491"/>
                  </a:lnTo>
                  <a:lnTo>
                    <a:pt x="8987215" y="901964"/>
                  </a:lnTo>
                  <a:lnTo>
                    <a:pt x="8940160" y="868700"/>
                  </a:lnTo>
                  <a:lnTo>
                    <a:pt x="8893670" y="832738"/>
                  </a:lnTo>
                  <a:lnTo>
                    <a:pt x="8847454" y="794207"/>
                  </a:lnTo>
                  <a:lnTo>
                    <a:pt x="8801317" y="753334"/>
                  </a:lnTo>
                  <a:lnTo>
                    <a:pt x="8755144" y="710446"/>
                  </a:lnTo>
                  <a:lnTo>
                    <a:pt x="8708886" y="665959"/>
                  </a:lnTo>
                  <a:lnTo>
                    <a:pt x="8662541" y="620368"/>
                  </a:lnTo>
                  <a:lnTo>
                    <a:pt x="8616146" y="574223"/>
                  </a:lnTo>
                  <a:lnTo>
                    <a:pt x="8569754" y="528103"/>
                  </a:lnTo>
                  <a:lnTo>
                    <a:pt x="8523416" y="482585"/>
                  </a:lnTo>
                  <a:lnTo>
                    <a:pt x="8477165" y="438217"/>
                  </a:lnTo>
                  <a:lnTo>
                    <a:pt x="8430998" y="395485"/>
                  </a:lnTo>
                  <a:lnTo>
                    <a:pt x="8384860" y="354801"/>
                  </a:lnTo>
                  <a:lnTo>
                    <a:pt x="8338630" y="316482"/>
                  </a:lnTo>
                  <a:lnTo>
                    <a:pt x="8292104" y="280746"/>
                  </a:lnTo>
                  <a:lnTo>
                    <a:pt x="8244984" y="247716"/>
                  </a:lnTo>
                  <a:lnTo>
                    <a:pt x="8196857" y="217421"/>
                  </a:lnTo>
                  <a:lnTo>
                    <a:pt x="8151487" y="192065"/>
                  </a:lnTo>
                  <a:lnTo>
                    <a:pt x="8104156" y="168849"/>
                  </a:lnTo>
                  <a:lnTo>
                    <a:pt x="8054332" y="147835"/>
                  </a:lnTo>
                  <a:lnTo>
                    <a:pt x="8001263" y="128925"/>
                  </a:lnTo>
                  <a:lnTo>
                    <a:pt x="7944125" y="111943"/>
                  </a:lnTo>
                  <a:lnTo>
                    <a:pt x="7882075" y="96688"/>
                  </a:lnTo>
                  <a:lnTo>
                    <a:pt x="7814313" y="82960"/>
                  </a:lnTo>
                  <a:lnTo>
                    <a:pt x="7740148" y="70579"/>
                  </a:lnTo>
                  <a:lnTo>
                    <a:pt x="7659110" y="59393"/>
                  </a:lnTo>
                  <a:lnTo>
                    <a:pt x="7571081" y="49284"/>
                  </a:lnTo>
                  <a:lnTo>
                    <a:pt x="7476473" y="40171"/>
                  </a:lnTo>
                  <a:lnTo>
                    <a:pt x="7376409" y="32009"/>
                  </a:lnTo>
                  <a:lnTo>
                    <a:pt x="7272895" y="24786"/>
                  </a:lnTo>
                  <a:lnTo>
                    <a:pt x="7168891" y="18512"/>
                  </a:lnTo>
                  <a:lnTo>
                    <a:pt x="7068216" y="13210"/>
                  </a:lnTo>
                  <a:lnTo>
                    <a:pt x="6975205" y="8895"/>
                  </a:lnTo>
                  <a:lnTo>
                    <a:pt x="6894118" y="5553"/>
                  </a:lnTo>
                  <a:lnTo>
                    <a:pt x="6828394" y="3132"/>
                  </a:lnTo>
                  <a:lnTo>
                    <a:pt x="6779938" y="1526"/>
                  </a:lnTo>
                  <a:lnTo>
                    <a:pt x="6748652" y="590"/>
                  </a:lnTo>
                  <a:lnTo>
                    <a:pt x="6732321" y="147"/>
                  </a:lnTo>
                  <a:lnTo>
                    <a:pt x="6726807" y="10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799" y="62"/>
                  </a:lnTo>
                  <a:lnTo>
                    <a:pt x="5246201" y="506"/>
                  </a:lnTo>
                  <a:lnTo>
                    <a:pt x="5227056" y="1734"/>
                  </a:lnTo>
                  <a:lnTo>
                    <a:pt x="5192850" y="4152"/>
                  </a:lnTo>
                  <a:lnTo>
                    <a:pt x="5141911" y="8135"/>
                  </a:lnTo>
                  <a:lnTo>
                    <a:pt x="5074536" y="13987"/>
                  </a:lnTo>
                  <a:lnTo>
                    <a:pt x="4992827" y="21915"/>
                  </a:lnTo>
                  <a:lnTo>
                    <a:pt x="4900210" y="32023"/>
                  </a:lnTo>
                  <a:lnTo>
                    <a:pt x="4800769" y="44326"/>
                  </a:lnTo>
                  <a:lnTo>
                    <a:pt x="4698572" y="58787"/>
                  </a:lnTo>
                  <a:lnTo>
                    <a:pt x="4597156" y="75361"/>
                  </a:lnTo>
                  <a:lnTo>
                    <a:pt x="4499245" y="94024"/>
                  </a:lnTo>
                  <a:lnTo>
                    <a:pt x="4406675" y="114810"/>
                  </a:lnTo>
                  <a:lnTo>
                    <a:pt x="4320474" y="137819"/>
                  </a:lnTo>
                  <a:lnTo>
                    <a:pt x="4241010" y="163232"/>
                  </a:lnTo>
                  <a:lnTo>
                    <a:pt x="4168169" y="191307"/>
                  </a:lnTo>
                  <a:lnTo>
                    <a:pt x="4101505" y="222374"/>
                  </a:lnTo>
                  <a:lnTo>
                    <a:pt x="4040372" y="256828"/>
                  </a:lnTo>
                  <a:lnTo>
                    <a:pt x="3984012" y="295104"/>
                  </a:lnTo>
                  <a:lnTo>
                    <a:pt x="3931631" y="337645"/>
                  </a:lnTo>
                  <a:lnTo>
                    <a:pt x="3882446" y="384841"/>
                  </a:lnTo>
                  <a:lnTo>
                    <a:pt x="3835737" y="436930"/>
                  </a:lnTo>
                  <a:lnTo>
                    <a:pt x="3829811" y="444066"/>
                  </a:lnTo>
                  <a:lnTo>
                    <a:pt x="3791214" y="493484"/>
                  </a:lnTo>
                  <a:lnTo>
                    <a:pt x="3753608" y="546628"/>
                  </a:lnTo>
                  <a:lnTo>
                    <a:pt x="3716717" y="603572"/>
                  </a:lnTo>
                  <a:lnTo>
                    <a:pt x="3680317" y="664327"/>
                  </a:lnTo>
                  <a:lnTo>
                    <a:pt x="3644234" y="728833"/>
                  </a:lnTo>
                  <a:lnTo>
                    <a:pt x="3608332" y="796950"/>
                  </a:lnTo>
                  <a:lnTo>
                    <a:pt x="3572510" y="868457"/>
                  </a:lnTo>
                  <a:lnTo>
                    <a:pt x="3536700" y="943050"/>
                  </a:lnTo>
                  <a:lnTo>
                    <a:pt x="3500857" y="1020343"/>
                  </a:lnTo>
                  <a:lnTo>
                    <a:pt x="3464961" y="1099876"/>
                  </a:lnTo>
                  <a:lnTo>
                    <a:pt x="3429010" y="1181122"/>
                  </a:lnTo>
                  <a:lnTo>
                    <a:pt x="3393017" y="1263502"/>
                  </a:lnTo>
                  <a:lnTo>
                    <a:pt x="3357003" y="1346405"/>
                  </a:lnTo>
                  <a:lnTo>
                    <a:pt x="3320994" y="1429199"/>
                  </a:lnTo>
                  <a:lnTo>
                    <a:pt x="3285013" y="1511259"/>
                  </a:lnTo>
                  <a:lnTo>
                    <a:pt x="3249081" y="1591981"/>
                  </a:lnTo>
                  <a:lnTo>
                    <a:pt x="3213204" y="1670803"/>
                  </a:lnTo>
                  <a:lnTo>
                    <a:pt x="3177376" y="1747219"/>
                  </a:lnTo>
                  <a:lnTo>
                    <a:pt x="3141567" y="1820795"/>
                  </a:lnTo>
                  <a:lnTo>
                    <a:pt x="3105727" y="1891171"/>
                  </a:lnTo>
                  <a:lnTo>
                    <a:pt x="3069776" y="1958072"/>
                  </a:lnTo>
                  <a:lnTo>
                    <a:pt x="3033602" y="2021304"/>
                  </a:lnTo>
                  <a:lnTo>
                    <a:pt x="2997056" y="2080757"/>
                  </a:lnTo>
                  <a:lnTo>
                    <a:pt x="2959947" y="2136395"/>
                  </a:lnTo>
                  <a:lnTo>
                    <a:pt x="2922036" y="2188252"/>
                  </a:lnTo>
                  <a:lnTo>
                    <a:pt x="2896531" y="2220331"/>
                  </a:lnTo>
                  <a:lnTo>
                    <a:pt x="2850096" y="2273061"/>
                  </a:lnTo>
                  <a:lnTo>
                    <a:pt x="2801273" y="2320884"/>
                  </a:lnTo>
                  <a:lnTo>
                    <a:pt x="2749350" y="2364010"/>
                  </a:lnTo>
                  <a:lnTo>
                    <a:pt x="2693553" y="2402816"/>
                  </a:lnTo>
                  <a:lnTo>
                    <a:pt x="2633085" y="2437742"/>
                  </a:lnTo>
                  <a:lnTo>
                    <a:pt x="2567180" y="2469226"/>
                  </a:lnTo>
                  <a:lnTo>
                    <a:pt x="2495173" y="2497670"/>
                  </a:lnTo>
                  <a:lnTo>
                    <a:pt x="2416586" y="2523413"/>
                  </a:lnTo>
                  <a:lnTo>
                    <a:pt x="2331252" y="2546723"/>
                  </a:lnTo>
                  <a:lnTo>
                    <a:pt x="2239468" y="2567790"/>
                  </a:lnTo>
                  <a:lnTo>
                    <a:pt x="2142167" y="2586727"/>
                  </a:lnTo>
                  <a:lnTo>
                    <a:pt x="2041071" y="2603572"/>
                  </a:lnTo>
                  <a:lnTo>
                    <a:pt x="1938791" y="2618311"/>
                  </a:lnTo>
                  <a:lnTo>
                    <a:pt x="1838768" y="2630898"/>
                  </a:lnTo>
                  <a:lnTo>
                    <a:pt x="1745027" y="2641291"/>
                  </a:lnTo>
                  <a:lnTo>
                    <a:pt x="1661685" y="2649499"/>
                  </a:lnTo>
                  <a:lnTo>
                    <a:pt x="1592292" y="2655612"/>
                  </a:lnTo>
                  <a:lnTo>
                    <a:pt x="1539157" y="2659822"/>
                  </a:lnTo>
                  <a:lnTo>
                    <a:pt x="1502827" y="2662423"/>
                  </a:lnTo>
                  <a:lnTo>
                    <a:pt x="1481886" y="2663784"/>
                  </a:lnTo>
                  <a:lnTo>
                    <a:pt x="1473044" y="2664307"/>
                  </a:lnTo>
                  <a:lnTo>
                    <a:pt x="1471390" y="2664397"/>
                  </a:lnTo>
                  <a:lnTo>
                    <a:pt x="1471387" y="2664397"/>
                  </a:lnTo>
                  <a:lnTo>
                    <a:pt x="0" y="266439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34" name="pg1934"/>
            <p:cNvSpPr/>
            <p:nvPr/>
          </p:nvSpPr>
          <p:spPr>
            <a:xfrm>
              <a:off x="4799595" y="9246075"/>
              <a:ext cx="11981298" cy="1324025"/>
            </a:xfrm>
            <a:custGeom>
              <a:avLst/>
              <a:pathLst>
                <a:path w="11981298" h="1324025">
                  <a:moveTo>
                    <a:pt x="0" y="1324025"/>
                  </a:moveTo>
                  <a:lnTo>
                    <a:pt x="1471387" y="1324025"/>
                  </a:lnTo>
                  <a:lnTo>
                    <a:pt x="1472604" y="1323993"/>
                  </a:lnTo>
                  <a:lnTo>
                    <a:pt x="1480590" y="1323762"/>
                  </a:lnTo>
                  <a:lnTo>
                    <a:pt x="1500681" y="1323122"/>
                  </a:lnTo>
                  <a:lnTo>
                    <a:pt x="1536499" y="1321864"/>
                  </a:lnTo>
                  <a:lnTo>
                    <a:pt x="1589679" y="1319794"/>
                  </a:lnTo>
                  <a:lnTo>
                    <a:pt x="1659747" y="1316757"/>
                  </a:lnTo>
                  <a:lnTo>
                    <a:pt x="1744332" y="1312650"/>
                  </a:lnTo>
                  <a:lnTo>
                    <a:pt x="1839711" y="1307426"/>
                  </a:lnTo>
                  <a:lnTo>
                    <a:pt x="1941553" y="1301082"/>
                  </a:lnTo>
                  <a:lnTo>
                    <a:pt x="2045627" y="1293637"/>
                  </a:lnTo>
                  <a:lnTo>
                    <a:pt x="2148338" y="1285116"/>
                  </a:lnTo>
                  <a:lnTo>
                    <a:pt x="2246986" y="1275526"/>
                  </a:lnTo>
                  <a:lnTo>
                    <a:pt x="2339820" y="1264843"/>
                  </a:lnTo>
                  <a:lnTo>
                    <a:pt x="2425923" y="1253006"/>
                  </a:lnTo>
                  <a:lnTo>
                    <a:pt x="2505041" y="1239911"/>
                  </a:lnTo>
                  <a:lnTo>
                    <a:pt x="2577399" y="1225414"/>
                  </a:lnTo>
                  <a:lnTo>
                    <a:pt x="2643532" y="1209334"/>
                  </a:lnTo>
                  <a:lnTo>
                    <a:pt x="2704165" y="1191458"/>
                  </a:lnTo>
                  <a:lnTo>
                    <a:pt x="2760114" y="1171555"/>
                  </a:lnTo>
                  <a:lnTo>
                    <a:pt x="2812216" y="1149402"/>
                  </a:lnTo>
                  <a:lnTo>
                    <a:pt x="2861279" y="1124814"/>
                  </a:lnTo>
                  <a:lnTo>
                    <a:pt x="2896531" y="1104716"/>
                  </a:lnTo>
                  <a:lnTo>
                    <a:pt x="2944672" y="1073881"/>
                  </a:lnTo>
                  <a:lnTo>
                    <a:pt x="2991374" y="1040148"/>
                  </a:lnTo>
                  <a:lnTo>
                    <a:pt x="3037138" y="1003465"/>
                  </a:lnTo>
                  <a:lnTo>
                    <a:pt x="3082342" y="963867"/>
                  </a:lnTo>
                  <a:lnTo>
                    <a:pt x="3127261" y="921479"/>
                  </a:lnTo>
                  <a:lnTo>
                    <a:pt x="3172084" y="876525"/>
                  </a:lnTo>
                  <a:lnTo>
                    <a:pt x="3216928" y="829332"/>
                  </a:lnTo>
                  <a:lnTo>
                    <a:pt x="3261849" y="780318"/>
                  </a:lnTo>
                  <a:lnTo>
                    <a:pt x="3306853" y="729986"/>
                  </a:lnTo>
                  <a:lnTo>
                    <a:pt x="3351916" y="678901"/>
                  </a:lnTo>
                  <a:lnTo>
                    <a:pt x="3396992" y="627664"/>
                  </a:lnTo>
                  <a:lnTo>
                    <a:pt x="3442030" y="576882"/>
                  </a:lnTo>
                  <a:lnTo>
                    <a:pt x="3486994" y="527143"/>
                  </a:lnTo>
                  <a:lnTo>
                    <a:pt x="3531872" y="478983"/>
                  </a:lnTo>
                  <a:lnTo>
                    <a:pt x="3576695" y="432864"/>
                  </a:lnTo>
                  <a:lnTo>
                    <a:pt x="3621548" y="389160"/>
                  </a:lnTo>
                  <a:lnTo>
                    <a:pt x="3666581" y="348147"/>
                  </a:lnTo>
                  <a:lnTo>
                    <a:pt x="3712025" y="309999"/>
                  </a:lnTo>
                  <a:lnTo>
                    <a:pt x="3758204" y="274794"/>
                  </a:lnTo>
                  <a:lnTo>
                    <a:pt x="3805555" y="242522"/>
                  </a:lnTo>
                  <a:lnTo>
                    <a:pt x="3829811" y="227481"/>
                  </a:lnTo>
                  <a:lnTo>
                    <a:pt x="3877076" y="201007"/>
                  </a:lnTo>
                  <a:lnTo>
                    <a:pt x="3926827" y="177040"/>
                  </a:lnTo>
                  <a:lnTo>
                    <a:pt x="3979812" y="155468"/>
                  </a:lnTo>
                  <a:lnTo>
                    <a:pt x="4036852" y="136094"/>
                  </a:lnTo>
                  <a:lnTo>
                    <a:pt x="4098785" y="118687"/>
                  </a:lnTo>
                  <a:lnTo>
                    <a:pt x="4166411" y="103021"/>
                  </a:lnTo>
                  <a:lnTo>
                    <a:pt x="4240417" y="88890"/>
                  </a:lnTo>
                  <a:lnTo>
                    <a:pt x="4321275" y="76122"/>
                  </a:lnTo>
                  <a:lnTo>
                    <a:pt x="4409106" y="64581"/>
                  </a:lnTo>
                  <a:lnTo>
                    <a:pt x="4503508" y="54175"/>
                  </a:lnTo>
                  <a:lnTo>
                    <a:pt x="4603371" y="44853"/>
                  </a:lnTo>
                  <a:lnTo>
                    <a:pt x="4706712" y="36599"/>
                  </a:lnTo>
                  <a:lnTo>
                    <a:pt x="4810597" y="29427"/>
                  </a:lnTo>
                  <a:lnTo>
                    <a:pt x="4911236" y="23361"/>
                  </a:lnTo>
                  <a:lnTo>
                    <a:pt x="5004314" y="18418"/>
                  </a:lnTo>
                  <a:lnTo>
                    <a:pt x="5085580" y="14585"/>
                  </a:lnTo>
                  <a:lnTo>
                    <a:pt x="5151585" y="11801"/>
                  </a:lnTo>
                  <a:lnTo>
                    <a:pt x="5200390" y="9950"/>
                  </a:lnTo>
                  <a:lnTo>
                    <a:pt x="5232044" y="8866"/>
                  </a:lnTo>
                  <a:lnTo>
                    <a:pt x="5248700" y="8349"/>
                  </a:lnTo>
                  <a:lnTo>
                    <a:pt x="5254434" y="8186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563" y="8202"/>
                  </a:lnTo>
                  <a:lnTo>
                    <a:pt x="6735573" y="8412"/>
                  </a:lnTo>
                  <a:lnTo>
                    <a:pt x="6755722" y="8994"/>
                  </a:lnTo>
                  <a:lnTo>
                    <a:pt x="6791638" y="10139"/>
                  </a:lnTo>
                  <a:lnTo>
                    <a:pt x="6844953" y="12022"/>
                  </a:lnTo>
                  <a:lnTo>
                    <a:pt x="6915184" y="14784"/>
                  </a:lnTo>
                  <a:lnTo>
                    <a:pt x="6999941" y="18518"/>
                  </a:lnTo>
                  <a:lnTo>
                    <a:pt x="7095486" y="23268"/>
                  </a:lnTo>
                  <a:lnTo>
                    <a:pt x="7197469" y="29037"/>
                  </a:lnTo>
                  <a:lnTo>
                    <a:pt x="7301653" y="35804"/>
                  </a:lnTo>
                  <a:lnTo>
                    <a:pt x="7404438" y="43549"/>
                  </a:lnTo>
                  <a:lnTo>
                    <a:pt x="7503127" y="52267"/>
                  </a:lnTo>
                  <a:lnTo>
                    <a:pt x="7595974" y="61977"/>
                  </a:lnTo>
                  <a:lnTo>
                    <a:pt x="7682069" y="72738"/>
                  </a:lnTo>
                  <a:lnTo>
                    <a:pt x="7761165" y="84643"/>
                  </a:lnTo>
                  <a:lnTo>
                    <a:pt x="7833493" y="97824"/>
                  </a:lnTo>
                  <a:lnTo>
                    <a:pt x="7899594" y="112448"/>
                  </a:lnTo>
                  <a:lnTo>
                    <a:pt x="7960198" y="128706"/>
                  </a:lnTo>
                  <a:lnTo>
                    <a:pt x="8016123" y="146810"/>
                  </a:lnTo>
                  <a:lnTo>
                    <a:pt x="8068210" y="166963"/>
                  </a:lnTo>
                  <a:lnTo>
                    <a:pt x="8117268" y="189331"/>
                  </a:lnTo>
                  <a:lnTo>
                    <a:pt x="8151487" y="207049"/>
                  </a:lnTo>
                  <a:lnTo>
                    <a:pt x="8200668" y="235655"/>
                  </a:lnTo>
                  <a:lnTo>
                    <a:pt x="8248359" y="267009"/>
                  </a:lnTo>
                  <a:lnTo>
                    <a:pt x="8295090" y="301155"/>
                  </a:lnTo>
                  <a:lnTo>
                    <a:pt x="8341257" y="338058"/>
                  </a:lnTo>
                  <a:lnTo>
                    <a:pt x="8387147" y="377588"/>
                  </a:lnTo>
                  <a:lnTo>
                    <a:pt x="8432954" y="419518"/>
                  </a:lnTo>
                  <a:lnTo>
                    <a:pt x="8478793" y="463522"/>
                  </a:lnTo>
                  <a:lnTo>
                    <a:pt x="8524716" y="509181"/>
                  </a:lnTo>
                  <a:lnTo>
                    <a:pt x="8570724" y="555998"/>
                  </a:lnTo>
                  <a:lnTo>
                    <a:pt x="8616785" y="603417"/>
                  </a:lnTo>
                  <a:lnTo>
                    <a:pt x="8662847" y="650854"/>
                  </a:lnTo>
                  <a:lnTo>
                    <a:pt x="8708860" y="697721"/>
                  </a:lnTo>
                  <a:lnTo>
                    <a:pt x="8754788" y="743462"/>
                  </a:lnTo>
                  <a:lnTo>
                    <a:pt x="8800631" y="787575"/>
                  </a:lnTo>
                  <a:lnTo>
                    <a:pt x="8846437" y="829636"/>
                  </a:lnTo>
                  <a:lnTo>
                    <a:pt x="8892318" y="869313"/>
                  </a:lnTo>
                  <a:lnTo>
                    <a:pt x="8938462" y="906373"/>
                  </a:lnTo>
                  <a:lnTo>
                    <a:pt x="8985151" y="940682"/>
                  </a:lnTo>
                  <a:lnTo>
                    <a:pt x="9032773" y="972198"/>
                  </a:lnTo>
                  <a:lnTo>
                    <a:pt x="9081850" y="1000961"/>
                  </a:lnTo>
                  <a:lnTo>
                    <a:pt x="9084767" y="1002554"/>
                  </a:lnTo>
                  <a:lnTo>
                    <a:pt x="9132082" y="1026586"/>
                  </a:lnTo>
                  <a:lnTo>
                    <a:pt x="9181888" y="1048339"/>
                  </a:lnTo>
                  <a:lnTo>
                    <a:pt x="9234937" y="1067915"/>
                  </a:lnTo>
                  <a:lnTo>
                    <a:pt x="9292052" y="1085496"/>
                  </a:lnTo>
                  <a:lnTo>
                    <a:pt x="9354074" y="1101289"/>
                  </a:lnTo>
                  <a:lnTo>
                    <a:pt x="9421804" y="1115502"/>
                  </a:lnTo>
                  <a:lnTo>
                    <a:pt x="9495931" y="1128320"/>
                  </a:lnTo>
                  <a:lnTo>
                    <a:pt x="9576926" y="1139903"/>
                  </a:lnTo>
                  <a:lnTo>
                    <a:pt x="9664907" y="1150370"/>
                  </a:lnTo>
                  <a:lnTo>
                    <a:pt x="9759467" y="1159806"/>
                  </a:lnTo>
                  <a:lnTo>
                    <a:pt x="9859483" y="1168258"/>
                  </a:lnTo>
                  <a:lnTo>
                    <a:pt x="9962956" y="1175738"/>
                  </a:lnTo>
                  <a:lnTo>
                    <a:pt x="10066931" y="1182236"/>
                  </a:lnTo>
                  <a:lnTo>
                    <a:pt x="10167598" y="1187729"/>
                  </a:lnTo>
                  <a:lnTo>
                    <a:pt x="10260625" y="1192200"/>
                  </a:lnTo>
                  <a:lnTo>
                    <a:pt x="10341755" y="1195664"/>
                  </a:lnTo>
                  <a:lnTo>
                    <a:pt x="10407546" y="1198176"/>
                  </a:lnTo>
                  <a:lnTo>
                    <a:pt x="10456085" y="1199842"/>
                  </a:lnTo>
                  <a:lnTo>
                    <a:pt x="10487459" y="1200815"/>
                  </a:lnTo>
                  <a:lnTo>
                    <a:pt x="10503867" y="1201276"/>
                  </a:lnTo>
                  <a:lnTo>
                    <a:pt x="10509433" y="1201419"/>
                  </a:lnTo>
                  <a:lnTo>
                    <a:pt x="10509911" y="1201430"/>
                  </a:lnTo>
                  <a:lnTo>
                    <a:pt x="11981298" y="1201430"/>
                  </a:lnTo>
                  <a:lnTo>
                    <a:pt x="11981298" y="1193257"/>
                  </a:lnTo>
                  <a:lnTo>
                    <a:pt x="10509911" y="1193257"/>
                  </a:lnTo>
                  <a:lnTo>
                    <a:pt x="10508690" y="1193228"/>
                  </a:lnTo>
                  <a:lnTo>
                    <a:pt x="10500680" y="1193017"/>
                  </a:lnTo>
                  <a:lnTo>
                    <a:pt x="10480531" y="1192436"/>
                  </a:lnTo>
                  <a:lnTo>
                    <a:pt x="10444616" y="1191291"/>
                  </a:lnTo>
                  <a:lnTo>
                    <a:pt x="10391300" y="1189408"/>
                  </a:lnTo>
                  <a:lnTo>
                    <a:pt x="10321069" y="1186646"/>
                  </a:lnTo>
                  <a:lnTo>
                    <a:pt x="10236312" y="1182911"/>
                  </a:lnTo>
                  <a:lnTo>
                    <a:pt x="10140767" y="1178161"/>
                  </a:lnTo>
                  <a:lnTo>
                    <a:pt x="10038784" y="1172393"/>
                  </a:lnTo>
                  <a:lnTo>
                    <a:pt x="9934600" y="1165626"/>
                  </a:lnTo>
                  <a:lnTo>
                    <a:pt x="9831815" y="1157880"/>
                  </a:lnTo>
                  <a:lnTo>
                    <a:pt x="9733126" y="1149163"/>
                  </a:lnTo>
                  <a:lnTo>
                    <a:pt x="9640279" y="1139453"/>
                  </a:lnTo>
                  <a:lnTo>
                    <a:pt x="9554185" y="1128692"/>
                  </a:lnTo>
                  <a:lnTo>
                    <a:pt x="9475088" y="1116787"/>
                  </a:lnTo>
                  <a:lnTo>
                    <a:pt x="9402760" y="1103605"/>
                  </a:lnTo>
                  <a:lnTo>
                    <a:pt x="9336659" y="1088982"/>
                  </a:lnTo>
                  <a:lnTo>
                    <a:pt x="9276055" y="1072723"/>
                  </a:lnTo>
                  <a:lnTo>
                    <a:pt x="9220130" y="1054620"/>
                  </a:lnTo>
                  <a:lnTo>
                    <a:pt x="9168043" y="1034466"/>
                  </a:lnTo>
                  <a:lnTo>
                    <a:pt x="9118985" y="1012098"/>
                  </a:lnTo>
                  <a:lnTo>
                    <a:pt x="9084767" y="994381"/>
                  </a:lnTo>
                  <a:lnTo>
                    <a:pt x="9035585" y="965775"/>
                  </a:lnTo>
                  <a:lnTo>
                    <a:pt x="8987895" y="934421"/>
                  </a:lnTo>
                  <a:lnTo>
                    <a:pt x="8941164" y="900275"/>
                  </a:lnTo>
                  <a:lnTo>
                    <a:pt x="8894996" y="863372"/>
                  </a:lnTo>
                  <a:lnTo>
                    <a:pt x="8849106" y="823842"/>
                  </a:lnTo>
                  <a:lnTo>
                    <a:pt x="8803299" y="781912"/>
                  </a:lnTo>
                  <a:lnTo>
                    <a:pt x="8757460" y="737908"/>
                  </a:lnTo>
                  <a:lnTo>
                    <a:pt x="8711537" y="692249"/>
                  </a:lnTo>
                  <a:lnTo>
                    <a:pt x="8665529" y="645432"/>
                  </a:lnTo>
                  <a:lnTo>
                    <a:pt x="8619468" y="598012"/>
                  </a:lnTo>
                  <a:lnTo>
                    <a:pt x="8573406" y="550576"/>
                  </a:lnTo>
                  <a:lnTo>
                    <a:pt x="8527394" y="503708"/>
                  </a:lnTo>
                  <a:lnTo>
                    <a:pt x="8481465" y="457967"/>
                  </a:lnTo>
                  <a:lnTo>
                    <a:pt x="8435622" y="413855"/>
                  </a:lnTo>
                  <a:lnTo>
                    <a:pt x="8389816" y="371794"/>
                  </a:lnTo>
                  <a:lnTo>
                    <a:pt x="8343935" y="332117"/>
                  </a:lnTo>
                  <a:lnTo>
                    <a:pt x="8297791" y="295057"/>
                  </a:lnTo>
                  <a:lnTo>
                    <a:pt x="8251102" y="260748"/>
                  </a:lnTo>
                  <a:lnTo>
                    <a:pt x="8203481" y="229232"/>
                  </a:lnTo>
                  <a:lnTo>
                    <a:pt x="8154404" y="200468"/>
                  </a:lnTo>
                  <a:lnTo>
                    <a:pt x="8151487" y="198876"/>
                  </a:lnTo>
                  <a:lnTo>
                    <a:pt x="8104172" y="174844"/>
                  </a:lnTo>
                  <a:lnTo>
                    <a:pt x="8054365" y="153091"/>
                  </a:lnTo>
                  <a:lnTo>
                    <a:pt x="8001316" y="133514"/>
                  </a:lnTo>
                  <a:lnTo>
                    <a:pt x="7944201" y="115934"/>
                  </a:lnTo>
                  <a:lnTo>
                    <a:pt x="7882179" y="100141"/>
                  </a:lnTo>
                  <a:lnTo>
                    <a:pt x="7814449" y="85928"/>
                  </a:lnTo>
                  <a:lnTo>
                    <a:pt x="7740323" y="73109"/>
                  </a:lnTo>
                  <a:lnTo>
                    <a:pt x="7659327" y="61527"/>
                  </a:lnTo>
                  <a:lnTo>
                    <a:pt x="7571346" y="51060"/>
                  </a:lnTo>
                  <a:lnTo>
                    <a:pt x="7476787" y="41624"/>
                  </a:lnTo>
                  <a:lnTo>
                    <a:pt x="7376771" y="33172"/>
                  </a:lnTo>
                  <a:lnTo>
                    <a:pt x="7273298" y="25691"/>
                  </a:lnTo>
                  <a:lnTo>
                    <a:pt x="7169322" y="19194"/>
                  </a:lnTo>
                  <a:lnTo>
                    <a:pt x="7068655" y="13701"/>
                  </a:lnTo>
                  <a:lnTo>
                    <a:pt x="6975628" y="9229"/>
                  </a:lnTo>
                  <a:lnTo>
                    <a:pt x="6894498" y="5766"/>
                  </a:lnTo>
                  <a:lnTo>
                    <a:pt x="6828707" y="3254"/>
                  </a:lnTo>
                  <a:lnTo>
                    <a:pt x="6780168" y="1588"/>
                  </a:lnTo>
                  <a:lnTo>
                    <a:pt x="6748794" y="615"/>
                  </a:lnTo>
                  <a:lnTo>
                    <a:pt x="6732386" y="153"/>
                  </a:lnTo>
                  <a:lnTo>
                    <a:pt x="6726820" y="11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738" y="32"/>
                  </a:lnTo>
                  <a:lnTo>
                    <a:pt x="5245752" y="263"/>
                  </a:lnTo>
                  <a:lnTo>
                    <a:pt x="5225661" y="903"/>
                  </a:lnTo>
                  <a:lnTo>
                    <a:pt x="5189843" y="2161"/>
                  </a:lnTo>
                  <a:lnTo>
                    <a:pt x="5136664" y="4231"/>
                  </a:lnTo>
                  <a:lnTo>
                    <a:pt x="5066595" y="7268"/>
                  </a:lnTo>
                  <a:lnTo>
                    <a:pt x="4982010" y="11375"/>
                  </a:lnTo>
                  <a:lnTo>
                    <a:pt x="4886631" y="16599"/>
                  </a:lnTo>
                  <a:lnTo>
                    <a:pt x="4784789" y="22943"/>
                  </a:lnTo>
                  <a:lnTo>
                    <a:pt x="4680715" y="30388"/>
                  </a:lnTo>
                  <a:lnTo>
                    <a:pt x="4578005" y="38908"/>
                  </a:lnTo>
                  <a:lnTo>
                    <a:pt x="4479356" y="48499"/>
                  </a:lnTo>
                  <a:lnTo>
                    <a:pt x="4386522" y="59181"/>
                  </a:lnTo>
                  <a:lnTo>
                    <a:pt x="4300420" y="71019"/>
                  </a:lnTo>
                  <a:lnTo>
                    <a:pt x="4221301" y="84114"/>
                  </a:lnTo>
                  <a:lnTo>
                    <a:pt x="4148944" y="98610"/>
                  </a:lnTo>
                  <a:lnTo>
                    <a:pt x="4082810" y="114691"/>
                  </a:lnTo>
                  <a:lnTo>
                    <a:pt x="4022177" y="132567"/>
                  </a:lnTo>
                  <a:lnTo>
                    <a:pt x="3966228" y="152469"/>
                  </a:lnTo>
                  <a:lnTo>
                    <a:pt x="3914126" y="174623"/>
                  </a:lnTo>
                  <a:lnTo>
                    <a:pt x="3865063" y="199211"/>
                  </a:lnTo>
                  <a:lnTo>
                    <a:pt x="3829811" y="219308"/>
                  </a:lnTo>
                  <a:lnTo>
                    <a:pt x="3781670" y="250143"/>
                  </a:lnTo>
                  <a:lnTo>
                    <a:pt x="3734968" y="283877"/>
                  </a:lnTo>
                  <a:lnTo>
                    <a:pt x="3689204" y="320560"/>
                  </a:lnTo>
                  <a:lnTo>
                    <a:pt x="3644000" y="360158"/>
                  </a:lnTo>
                  <a:lnTo>
                    <a:pt x="3599081" y="402546"/>
                  </a:lnTo>
                  <a:lnTo>
                    <a:pt x="3554258" y="447500"/>
                  </a:lnTo>
                  <a:lnTo>
                    <a:pt x="3509414" y="494693"/>
                  </a:lnTo>
                  <a:lnTo>
                    <a:pt x="3464494" y="543707"/>
                  </a:lnTo>
                  <a:lnTo>
                    <a:pt x="3419489" y="594038"/>
                  </a:lnTo>
                  <a:lnTo>
                    <a:pt x="3374426" y="645124"/>
                  </a:lnTo>
                  <a:lnTo>
                    <a:pt x="3329351" y="696361"/>
                  </a:lnTo>
                  <a:lnTo>
                    <a:pt x="3284312" y="747142"/>
                  </a:lnTo>
                  <a:lnTo>
                    <a:pt x="3239348" y="796881"/>
                  </a:lnTo>
                  <a:lnTo>
                    <a:pt x="3194470" y="845042"/>
                  </a:lnTo>
                  <a:lnTo>
                    <a:pt x="3149647" y="891161"/>
                  </a:lnTo>
                  <a:lnTo>
                    <a:pt x="3104794" y="934864"/>
                  </a:lnTo>
                  <a:lnTo>
                    <a:pt x="3059761" y="975878"/>
                  </a:lnTo>
                  <a:lnTo>
                    <a:pt x="3014317" y="1014026"/>
                  </a:lnTo>
                  <a:lnTo>
                    <a:pt x="2968138" y="1049231"/>
                  </a:lnTo>
                  <a:lnTo>
                    <a:pt x="2920787" y="1081502"/>
                  </a:lnTo>
                  <a:lnTo>
                    <a:pt x="2896531" y="1096543"/>
                  </a:lnTo>
                  <a:lnTo>
                    <a:pt x="2849266" y="1123018"/>
                  </a:lnTo>
                  <a:lnTo>
                    <a:pt x="2799515" y="1146985"/>
                  </a:lnTo>
                  <a:lnTo>
                    <a:pt x="2746530" y="1168557"/>
                  </a:lnTo>
                  <a:lnTo>
                    <a:pt x="2689490" y="1187931"/>
                  </a:lnTo>
                  <a:lnTo>
                    <a:pt x="2627557" y="1205338"/>
                  </a:lnTo>
                  <a:lnTo>
                    <a:pt x="2559931" y="1221003"/>
                  </a:lnTo>
                  <a:lnTo>
                    <a:pt x="2485925" y="1235134"/>
                  </a:lnTo>
                  <a:lnTo>
                    <a:pt x="2405067" y="1247903"/>
                  </a:lnTo>
                  <a:lnTo>
                    <a:pt x="2317236" y="1259444"/>
                  </a:lnTo>
                  <a:lnTo>
                    <a:pt x="2222834" y="1269850"/>
                  </a:lnTo>
                  <a:lnTo>
                    <a:pt x="2122971" y="1279172"/>
                  </a:lnTo>
                  <a:lnTo>
                    <a:pt x="2019630" y="1287425"/>
                  </a:lnTo>
                  <a:lnTo>
                    <a:pt x="1915745" y="1294598"/>
                  </a:lnTo>
                  <a:lnTo>
                    <a:pt x="1815107" y="1300664"/>
                  </a:lnTo>
                  <a:lnTo>
                    <a:pt x="1722028" y="1305607"/>
                  </a:lnTo>
                  <a:lnTo>
                    <a:pt x="1640762" y="1309439"/>
                  </a:lnTo>
                  <a:lnTo>
                    <a:pt x="1574757" y="1312223"/>
                  </a:lnTo>
                  <a:lnTo>
                    <a:pt x="1525952" y="1314074"/>
                  </a:lnTo>
                  <a:lnTo>
                    <a:pt x="1494298" y="1315159"/>
                  </a:lnTo>
                  <a:lnTo>
                    <a:pt x="1477642" y="1315676"/>
                  </a:lnTo>
                  <a:lnTo>
                    <a:pt x="1471908" y="1315839"/>
                  </a:lnTo>
                  <a:lnTo>
                    <a:pt x="1471387" y="1315852"/>
                  </a:lnTo>
                  <a:lnTo>
                    <a:pt x="0" y="1315852"/>
                  </a:lnTo>
                  <a:close/>
                </a:path>
              </a:pathLst>
            </a:custGeom>
            <a:solidFill>
              <a:srgbClr val="F3BA99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935" name="pl1935"/>
            <p:cNvSpPr/>
            <p:nvPr/>
          </p:nvSpPr>
          <p:spPr>
            <a:xfrm>
              <a:off x="4799595" y="9254248"/>
              <a:ext cx="11981298" cy="1315852"/>
            </a:xfrm>
            <a:custGeom>
              <a:avLst/>
              <a:pathLst>
                <a:path w="11981298" h="1315852">
                  <a:moveTo>
                    <a:pt x="0" y="1315852"/>
                  </a:moveTo>
                  <a:lnTo>
                    <a:pt x="1471387" y="1315852"/>
                  </a:lnTo>
                  <a:lnTo>
                    <a:pt x="1472604" y="1315820"/>
                  </a:lnTo>
                  <a:lnTo>
                    <a:pt x="1480590" y="1315589"/>
                  </a:lnTo>
                  <a:lnTo>
                    <a:pt x="1500681" y="1314949"/>
                  </a:lnTo>
                  <a:lnTo>
                    <a:pt x="1536499" y="1313691"/>
                  </a:lnTo>
                  <a:lnTo>
                    <a:pt x="1589679" y="1311621"/>
                  </a:lnTo>
                  <a:lnTo>
                    <a:pt x="1659747" y="1308584"/>
                  </a:lnTo>
                  <a:lnTo>
                    <a:pt x="1744332" y="1304477"/>
                  </a:lnTo>
                  <a:lnTo>
                    <a:pt x="1839711" y="1299253"/>
                  </a:lnTo>
                  <a:lnTo>
                    <a:pt x="1941553" y="1292909"/>
                  </a:lnTo>
                  <a:lnTo>
                    <a:pt x="2045627" y="1285464"/>
                  </a:lnTo>
                  <a:lnTo>
                    <a:pt x="2148338" y="1276943"/>
                  </a:lnTo>
                  <a:lnTo>
                    <a:pt x="2246986" y="1267353"/>
                  </a:lnTo>
                  <a:lnTo>
                    <a:pt x="2339820" y="1256670"/>
                  </a:lnTo>
                  <a:lnTo>
                    <a:pt x="2425923" y="1244833"/>
                  </a:lnTo>
                  <a:lnTo>
                    <a:pt x="2505041" y="1231738"/>
                  </a:lnTo>
                  <a:lnTo>
                    <a:pt x="2577399" y="1217241"/>
                  </a:lnTo>
                  <a:lnTo>
                    <a:pt x="2643532" y="1201161"/>
                  </a:lnTo>
                  <a:lnTo>
                    <a:pt x="2704165" y="1183285"/>
                  </a:lnTo>
                  <a:lnTo>
                    <a:pt x="2760114" y="1163382"/>
                  </a:lnTo>
                  <a:lnTo>
                    <a:pt x="2812216" y="1141229"/>
                  </a:lnTo>
                  <a:lnTo>
                    <a:pt x="2861279" y="1116641"/>
                  </a:lnTo>
                  <a:lnTo>
                    <a:pt x="2896531" y="1096543"/>
                  </a:lnTo>
                  <a:lnTo>
                    <a:pt x="2944672" y="1065708"/>
                  </a:lnTo>
                  <a:lnTo>
                    <a:pt x="2991374" y="1031975"/>
                  </a:lnTo>
                  <a:lnTo>
                    <a:pt x="3037138" y="995292"/>
                  </a:lnTo>
                  <a:lnTo>
                    <a:pt x="3082342" y="955694"/>
                  </a:lnTo>
                  <a:lnTo>
                    <a:pt x="3127261" y="913306"/>
                  </a:lnTo>
                  <a:lnTo>
                    <a:pt x="3172084" y="868352"/>
                  </a:lnTo>
                  <a:lnTo>
                    <a:pt x="3216928" y="821159"/>
                  </a:lnTo>
                  <a:lnTo>
                    <a:pt x="3261849" y="772145"/>
                  </a:lnTo>
                  <a:lnTo>
                    <a:pt x="3306853" y="721813"/>
                  </a:lnTo>
                  <a:lnTo>
                    <a:pt x="3351916" y="670728"/>
                  </a:lnTo>
                  <a:lnTo>
                    <a:pt x="3396992" y="619491"/>
                  </a:lnTo>
                  <a:lnTo>
                    <a:pt x="3442030" y="568709"/>
                  </a:lnTo>
                  <a:lnTo>
                    <a:pt x="3486994" y="518970"/>
                  </a:lnTo>
                  <a:lnTo>
                    <a:pt x="3531872" y="470810"/>
                  </a:lnTo>
                  <a:lnTo>
                    <a:pt x="3576695" y="424691"/>
                  </a:lnTo>
                  <a:lnTo>
                    <a:pt x="3621548" y="380987"/>
                  </a:lnTo>
                  <a:lnTo>
                    <a:pt x="3666581" y="339974"/>
                  </a:lnTo>
                  <a:lnTo>
                    <a:pt x="3712025" y="301826"/>
                  </a:lnTo>
                  <a:lnTo>
                    <a:pt x="3758204" y="266621"/>
                  </a:lnTo>
                  <a:lnTo>
                    <a:pt x="3805555" y="234349"/>
                  </a:lnTo>
                  <a:lnTo>
                    <a:pt x="3829811" y="219308"/>
                  </a:lnTo>
                  <a:lnTo>
                    <a:pt x="3877076" y="192834"/>
                  </a:lnTo>
                  <a:lnTo>
                    <a:pt x="3926827" y="168867"/>
                  </a:lnTo>
                  <a:lnTo>
                    <a:pt x="3979812" y="147295"/>
                  </a:lnTo>
                  <a:lnTo>
                    <a:pt x="4036852" y="127921"/>
                  </a:lnTo>
                  <a:lnTo>
                    <a:pt x="4098785" y="110514"/>
                  </a:lnTo>
                  <a:lnTo>
                    <a:pt x="4166411" y="94848"/>
                  </a:lnTo>
                  <a:lnTo>
                    <a:pt x="4240417" y="80717"/>
                  </a:lnTo>
                  <a:lnTo>
                    <a:pt x="4321275" y="67949"/>
                  </a:lnTo>
                  <a:lnTo>
                    <a:pt x="4409106" y="56408"/>
                  </a:lnTo>
                  <a:lnTo>
                    <a:pt x="4503508" y="46002"/>
                  </a:lnTo>
                  <a:lnTo>
                    <a:pt x="4603371" y="36680"/>
                  </a:lnTo>
                  <a:lnTo>
                    <a:pt x="4706712" y="28426"/>
                  </a:lnTo>
                  <a:lnTo>
                    <a:pt x="4810597" y="21254"/>
                  </a:lnTo>
                  <a:lnTo>
                    <a:pt x="4911236" y="15188"/>
                  </a:lnTo>
                  <a:lnTo>
                    <a:pt x="5004314" y="10245"/>
                  </a:lnTo>
                  <a:lnTo>
                    <a:pt x="5085580" y="6412"/>
                  </a:lnTo>
                  <a:lnTo>
                    <a:pt x="5151585" y="3628"/>
                  </a:lnTo>
                  <a:lnTo>
                    <a:pt x="5200390" y="1777"/>
                  </a:lnTo>
                  <a:lnTo>
                    <a:pt x="5232044" y="693"/>
                  </a:lnTo>
                  <a:lnTo>
                    <a:pt x="5248700" y="176"/>
                  </a:lnTo>
                  <a:lnTo>
                    <a:pt x="5254434" y="13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563" y="29"/>
                  </a:lnTo>
                  <a:lnTo>
                    <a:pt x="6735573" y="239"/>
                  </a:lnTo>
                  <a:lnTo>
                    <a:pt x="6755722" y="821"/>
                  </a:lnTo>
                  <a:lnTo>
                    <a:pt x="6791638" y="1966"/>
                  </a:lnTo>
                  <a:lnTo>
                    <a:pt x="6844953" y="3849"/>
                  </a:lnTo>
                  <a:lnTo>
                    <a:pt x="6915184" y="6611"/>
                  </a:lnTo>
                  <a:lnTo>
                    <a:pt x="6999941" y="10345"/>
                  </a:lnTo>
                  <a:lnTo>
                    <a:pt x="7095486" y="15095"/>
                  </a:lnTo>
                  <a:lnTo>
                    <a:pt x="7197469" y="20864"/>
                  </a:lnTo>
                  <a:lnTo>
                    <a:pt x="7301653" y="27631"/>
                  </a:lnTo>
                  <a:lnTo>
                    <a:pt x="7404438" y="35376"/>
                  </a:lnTo>
                  <a:lnTo>
                    <a:pt x="7503127" y="44094"/>
                  </a:lnTo>
                  <a:lnTo>
                    <a:pt x="7595974" y="53804"/>
                  </a:lnTo>
                  <a:lnTo>
                    <a:pt x="7682069" y="64565"/>
                  </a:lnTo>
                  <a:lnTo>
                    <a:pt x="7761165" y="76470"/>
                  </a:lnTo>
                  <a:lnTo>
                    <a:pt x="7833493" y="89651"/>
                  </a:lnTo>
                  <a:lnTo>
                    <a:pt x="7899594" y="104275"/>
                  </a:lnTo>
                  <a:lnTo>
                    <a:pt x="7960198" y="120533"/>
                  </a:lnTo>
                  <a:lnTo>
                    <a:pt x="8016123" y="138637"/>
                  </a:lnTo>
                  <a:lnTo>
                    <a:pt x="8068210" y="158790"/>
                  </a:lnTo>
                  <a:lnTo>
                    <a:pt x="8117268" y="181158"/>
                  </a:lnTo>
                  <a:lnTo>
                    <a:pt x="8151487" y="198876"/>
                  </a:lnTo>
                  <a:lnTo>
                    <a:pt x="8200668" y="227482"/>
                  </a:lnTo>
                  <a:lnTo>
                    <a:pt x="8248359" y="258836"/>
                  </a:lnTo>
                  <a:lnTo>
                    <a:pt x="8295090" y="292982"/>
                  </a:lnTo>
                  <a:lnTo>
                    <a:pt x="8341257" y="329885"/>
                  </a:lnTo>
                  <a:lnTo>
                    <a:pt x="8387147" y="369415"/>
                  </a:lnTo>
                  <a:lnTo>
                    <a:pt x="8432954" y="411345"/>
                  </a:lnTo>
                  <a:lnTo>
                    <a:pt x="8478793" y="455349"/>
                  </a:lnTo>
                  <a:lnTo>
                    <a:pt x="8524716" y="501008"/>
                  </a:lnTo>
                  <a:lnTo>
                    <a:pt x="8570724" y="547825"/>
                  </a:lnTo>
                  <a:lnTo>
                    <a:pt x="8616785" y="595244"/>
                  </a:lnTo>
                  <a:lnTo>
                    <a:pt x="8662847" y="642681"/>
                  </a:lnTo>
                  <a:lnTo>
                    <a:pt x="8708860" y="689548"/>
                  </a:lnTo>
                  <a:lnTo>
                    <a:pt x="8754788" y="735289"/>
                  </a:lnTo>
                  <a:lnTo>
                    <a:pt x="8800631" y="779402"/>
                  </a:lnTo>
                  <a:lnTo>
                    <a:pt x="8846437" y="821463"/>
                  </a:lnTo>
                  <a:lnTo>
                    <a:pt x="8892318" y="861140"/>
                  </a:lnTo>
                  <a:lnTo>
                    <a:pt x="8938462" y="898200"/>
                  </a:lnTo>
                  <a:lnTo>
                    <a:pt x="8985151" y="932509"/>
                  </a:lnTo>
                  <a:lnTo>
                    <a:pt x="9032773" y="964025"/>
                  </a:lnTo>
                  <a:lnTo>
                    <a:pt x="9081850" y="992788"/>
                  </a:lnTo>
                  <a:lnTo>
                    <a:pt x="9084767" y="994381"/>
                  </a:lnTo>
                  <a:lnTo>
                    <a:pt x="9132082" y="1018413"/>
                  </a:lnTo>
                  <a:lnTo>
                    <a:pt x="9181888" y="1040166"/>
                  </a:lnTo>
                  <a:lnTo>
                    <a:pt x="9234937" y="1059742"/>
                  </a:lnTo>
                  <a:lnTo>
                    <a:pt x="9292052" y="1077323"/>
                  </a:lnTo>
                  <a:lnTo>
                    <a:pt x="9354074" y="1093116"/>
                  </a:lnTo>
                  <a:lnTo>
                    <a:pt x="9421804" y="1107329"/>
                  </a:lnTo>
                  <a:lnTo>
                    <a:pt x="9495931" y="1120147"/>
                  </a:lnTo>
                  <a:lnTo>
                    <a:pt x="9576926" y="1131730"/>
                  </a:lnTo>
                  <a:lnTo>
                    <a:pt x="9664907" y="1142197"/>
                  </a:lnTo>
                  <a:lnTo>
                    <a:pt x="9759467" y="1151633"/>
                  </a:lnTo>
                  <a:lnTo>
                    <a:pt x="9859483" y="1160085"/>
                  </a:lnTo>
                  <a:lnTo>
                    <a:pt x="9962956" y="1167565"/>
                  </a:lnTo>
                  <a:lnTo>
                    <a:pt x="10066931" y="1174063"/>
                  </a:lnTo>
                  <a:lnTo>
                    <a:pt x="10167598" y="1179556"/>
                  </a:lnTo>
                  <a:lnTo>
                    <a:pt x="10260625" y="1184027"/>
                  </a:lnTo>
                  <a:lnTo>
                    <a:pt x="10341755" y="1187491"/>
                  </a:lnTo>
                  <a:lnTo>
                    <a:pt x="10407546" y="1190003"/>
                  </a:lnTo>
                  <a:lnTo>
                    <a:pt x="10456085" y="1191669"/>
                  </a:lnTo>
                  <a:lnTo>
                    <a:pt x="10487459" y="1192642"/>
                  </a:lnTo>
                  <a:lnTo>
                    <a:pt x="10503867" y="1193103"/>
                  </a:lnTo>
                  <a:lnTo>
                    <a:pt x="10509433" y="1193246"/>
                  </a:lnTo>
                  <a:lnTo>
                    <a:pt x="10509911" y="1193257"/>
                  </a:lnTo>
                  <a:lnTo>
                    <a:pt x="11981298" y="119325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36" name="pl1936"/>
            <p:cNvSpPr/>
            <p:nvPr/>
          </p:nvSpPr>
          <p:spPr>
            <a:xfrm>
              <a:off x="4799595" y="9246075"/>
              <a:ext cx="11981298" cy="1315852"/>
            </a:xfrm>
            <a:custGeom>
              <a:avLst/>
              <a:pathLst>
                <a:path w="11981298" h="1315852">
                  <a:moveTo>
                    <a:pt x="11981298" y="1193257"/>
                  </a:moveTo>
                  <a:lnTo>
                    <a:pt x="10509911" y="1193257"/>
                  </a:lnTo>
                  <a:lnTo>
                    <a:pt x="10508690" y="1193228"/>
                  </a:lnTo>
                  <a:lnTo>
                    <a:pt x="10500680" y="1193017"/>
                  </a:lnTo>
                  <a:lnTo>
                    <a:pt x="10480531" y="1192436"/>
                  </a:lnTo>
                  <a:lnTo>
                    <a:pt x="10444616" y="1191291"/>
                  </a:lnTo>
                  <a:lnTo>
                    <a:pt x="10391300" y="1189408"/>
                  </a:lnTo>
                  <a:lnTo>
                    <a:pt x="10321069" y="1186646"/>
                  </a:lnTo>
                  <a:lnTo>
                    <a:pt x="10236312" y="1182911"/>
                  </a:lnTo>
                  <a:lnTo>
                    <a:pt x="10140767" y="1178161"/>
                  </a:lnTo>
                  <a:lnTo>
                    <a:pt x="10038784" y="1172393"/>
                  </a:lnTo>
                  <a:lnTo>
                    <a:pt x="9934600" y="1165626"/>
                  </a:lnTo>
                  <a:lnTo>
                    <a:pt x="9831815" y="1157880"/>
                  </a:lnTo>
                  <a:lnTo>
                    <a:pt x="9733126" y="1149163"/>
                  </a:lnTo>
                  <a:lnTo>
                    <a:pt x="9640279" y="1139453"/>
                  </a:lnTo>
                  <a:lnTo>
                    <a:pt x="9554185" y="1128692"/>
                  </a:lnTo>
                  <a:lnTo>
                    <a:pt x="9475088" y="1116787"/>
                  </a:lnTo>
                  <a:lnTo>
                    <a:pt x="9402760" y="1103605"/>
                  </a:lnTo>
                  <a:lnTo>
                    <a:pt x="9336659" y="1088982"/>
                  </a:lnTo>
                  <a:lnTo>
                    <a:pt x="9276055" y="1072723"/>
                  </a:lnTo>
                  <a:lnTo>
                    <a:pt x="9220130" y="1054620"/>
                  </a:lnTo>
                  <a:lnTo>
                    <a:pt x="9168043" y="1034466"/>
                  </a:lnTo>
                  <a:lnTo>
                    <a:pt x="9118985" y="1012098"/>
                  </a:lnTo>
                  <a:lnTo>
                    <a:pt x="9084767" y="994381"/>
                  </a:lnTo>
                  <a:lnTo>
                    <a:pt x="9035585" y="965775"/>
                  </a:lnTo>
                  <a:lnTo>
                    <a:pt x="8987895" y="934421"/>
                  </a:lnTo>
                  <a:lnTo>
                    <a:pt x="8941164" y="900275"/>
                  </a:lnTo>
                  <a:lnTo>
                    <a:pt x="8894996" y="863372"/>
                  </a:lnTo>
                  <a:lnTo>
                    <a:pt x="8849106" y="823842"/>
                  </a:lnTo>
                  <a:lnTo>
                    <a:pt x="8803299" y="781912"/>
                  </a:lnTo>
                  <a:lnTo>
                    <a:pt x="8757460" y="737908"/>
                  </a:lnTo>
                  <a:lnTo>
                    <a:pt x="8711537" y="692249"/>
                  </a:lnTo>
                  <a:lnTo>
                    <a:pt x="8665529" y="645432"/>
                  </a:lnTo>
                  <a:lnTo>
                    <a:pt x="8619468" y="598012"/>
                  </a:lnTo>
                  <a:lnTo>
                    <a:pt x="8573406" y="550576"/>
                  </a:lnTo>
                  <a:lnTo>
                    <a:pt x="8527394" y="503708"/>
                  </a:lnTo>
                  <a:lnTo>
                    <a:pt x="8481465" y="457967"/>
                  </a:lnTo>
                  <a:lnTo>
                    <a:pt x="8435622" y="413855"/>
                  </a:lnTo>
                  <a:lnTo>
                    <a:pt x="8389816" y="371794"/>
                  </a:lnTo>
                  <a:lnTo>
                    <a:pt x="8343935" y="332117"/>
                  </a:lnTo>
                  <a:lnTo>
                    <a:pt x="8297791" y="295057"/>
                  </a:lnTo>
                  <a:lnTo>
                    <a:pt x="8251102" y="260748"/>
                  </a:lnTo>
                  <a:lnTo>
                    <a:pt x="8203481" y="229232"/>
                  </a:lnTo>
                  <a:lnTo>
                    <a:pt x="8154404" y="200468"/>
                  </a:lnTo>
                  <a:lnTo>
                    <a:pt x="8151487" y="198876"/>
                  </a:lnTo>
                  <a:lnTo>
                    <a:pt x="8104172" y="174844"/>
                  </a:lnTo>
                  <a:lnTo>
                    <a:pt x="8054365" y="153091"/>
                  </a:lnTo>
                  <a:lnTo>
                    <a:pt x="8001316" y="133514"/>
                  </a:lnTo>
                  <a:lnTo>
                    <a:pt x="7944201" y="115934"/>
                  </a:lnTo>
                  <a:lnTo>
                    <a:pt x="7882179" y="100141"/>
                  </a:lnTo>
                  <a:lnTo>
                    <a:pt x="7814449" y="85928"/>
                  </a:lnTo>
                  <a:lnTo>
                    <a:pt x="7740323" y="73109"/>
                  </a:lnTo>
                  <a:lnTo>
                    <a:pt x="7659327" y="61527"/>
                  </a:lnTo>
                  <a:lnTo>
                    <a:pt x="7571346" y="51060"/>
                  </a:lnTo>
                  <a:lnTo>
                    <a:pt x="7476787" y="41624"/>
                  </a:lnTo>
                  <a:lnTo>
                    <a:pt x="7376771" y="33172"/>
                  </a:lnTo>
                  <a:lnTo>
                    <a:pt x="7273298" y="25691"/>
                  </a:lnTo>
                  <a:lnTo>
                    <a:pt x="7169322" y="19194"/>
                  </a:lnTo>
                  <a:lnTo>
                    <a:pt x="7068655" y="13701"/>
                  </a:lnTo>
                  <a:lnTo>
                    <a:pt x="6975628" y="9229"/>
                  </a:lnTo>
                  <a:lnTo>
                    <a:pt x="6894498" y="5766"/>
                  </a:lnTo>
                  <a:lnTo>
                    <a:pt x="6828707" y="3254"/>
                  </a:lnTo>
                  <a:lnTo>
                    <a:pt x="6780168" y="1588"/>
                  </a:lnTo>
                  <a:lnTo>
                    <a:pt x="6748794" y="615"/>
                  </a:lnTo>
                  <a:lnTo>
                    <a:pt x="6732386" y="153"/>
                  </a:lnTo>
                  <a:lnTo>
                    <a:pt x="6726820" y="11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738" y="32"/>
                  </a:lnTo>
                  <a:lnTo>
                    <a:pt x="5245752" y="263"/>
                  </a:lnTo>
                  <a:lnTo>
                    <a:pt x="5225661" y="903"/>
                  </a:lnTo>
                  <a:lnTo>
                    <a:pt x="5189843" y="2161"/>
                  </a:lnTo>
                  <a:lnTo>
                    <a:pt x="5136664" y="4231"/>
                  </a:lnTo>
                  <a:lnTo>
                    <a:pt x="5066595" y="7268"/>
                  </a:lnTo>
                  <a:lnTo>
                    <a:pt x="4982010" y="11375"/>
                  </a:lnTo>
                  <a:lnTo>
                    <a:pt x="4886631" y="16599"/>
                  </a:lnTo>
                  <a:lnTo>
                    <a:pt x="4784789" y="22943"/>
                  </a:lnTo>
                  <a:lnTo>
                    <a:pt x="4680715" y="30388"/>
                  </a:lnTo>
                  <a:lnTo>
                    <a:pt x="4578005" y="38908"/>
                  </a:lnTo>
                  <a:lnTo>
                    <a:pt x="4479356" y="48499"/>
                  </a:lnTo>
                  <a:lnTo>
                    <a:pt x="4386522" y="59181"/>
                  </a:lnTo>
                  <a:lnTo>
                    <a:pt x="4300420" y="71019"/>
                  </a:lnTo>
                  <a:lnTo>
                    <a:pt x="4221301" y="84114"/>
                  </a:lnTo>
                  <a:lnTo>
                    <a:pt x="4148944" y="98610"/>
                  </a:lnTo>
                  <a:lnTo>
                    <a:pt x="4082810" y="114691"/>
                  </a:lnTo>
                  <a:lnTo>
                    <a:pt x="4022177" y="132567"/>
                  </a:lnTo>
                  <a:lnTo>
                    <a:pt x="3966228" y="152469"/>
                  </a:lnTo>
                  <a:lnTo>
                    <a:pt x="3914126" y="174623"/>
                  </a:lnTo>
                  <a:lnTo>
                    <a:pt x="3865063" y="199211"/>
                  </a:lnTo>
                  <a:lnTo>
                    <a:pt x="3829811" y="219308"/>
                  </a:lnTo>
                  <a:lnTo>
                    <a:pt x="3781670" y="250143"/>
                  </a:lnTo>
                  <a:lnTo>
                    <a:pt x="3734968" y="283877"/>
                  </a:lnTo>
                  <a:lnTo>
                    <a:pt x="3689204" y="320560"/>
                  </a:lnTo>
                  <a:lnTo>
                    <a:pt x="3644000" y="360158"/>
                  </a:lnTo>
                  <a:lnTo>
                    <a:pt x="3599081" y="402546"/>
                  </a:lnTo>
                  <a:lnTo>
                    <a:pt x="3554258" y="447500"/>
                  </a:lnTo>
                  <a:lnTo>
                    <a:pt x="3509414" y="494693"/>
                  </a:lnTo>
                  <a:lnTo>
                    <a:pt x="3464494" y="543707"/>
                  </a:lnTo>
                  <a:lnTo>
                    <a:pt x="3419489" y="594038"/>
                  </a:lnTo>
                  <a:lnTo>
                    <a:pt x="3374426" y="645124"/>
                  </a:lnTo>
                  <a:lnTo>
                    <a:pt x="3329351" y="696361"/>
                  </a:lnTo>
                  <a:lnTo>
                    <a:pt x="3284312" y="747142"/>
                  </a:lnTo>
                  <a:lnTo>
                    <a:pt x="3239348" y="796881"/>
                  </a:lnTo>
                  <a:lnTo>
                    <a:pt x="3194470" y="845042"/>
                  </a:lnTo>
                  <a:lnTo>
                    <a:pt x="3149647" y="891161"/>
                  </a:lnTo>
                  <a:lnTo>
                    <a:pt x="3104794" y="934864"/>
                  </a:lnTo>
                  <a:lnTo>
                    <a:pt x="3059761" y="975878"/>
                  </a:lnTo>
                  <a:lnTo>
                    <a:pt x="3014317" y="1014026"/>
                  </a:lnTo>
                  <a:lnTo>
                    <a:pt x="2968138" y="1049231"/>
                  </a:lnTo>
                  <a:lnTo>
                    <a:pt x="2920787" y="1081502"/>
                  </a:lnTo>
                  <a:lnTo>
                    <a:pt x="2896531" y="1096543"/>
                  </a:lnTo>
                  <a:lnTo>
                    <a:pt x="2849266" y="1123018"/>
                  </a:lnTo>
                  <a:lnTo>
                    <a:pt x="2799515" y="1146985"/>
                  </a:lnTo>
                  <a:lnTo>
                    <a:pt x="2746530" y="1168557"/>
                  </a:lnTo>
                  <a:lnTo>
                    <a:pt x="2689490" y="1187931"/>
                  </a:lnTo>
                  <a:lnTo>
                    <a:pt x="2627557" y="1205338"/>
                  </a:lnTo>
                  <a:lnTo>
                    <a:pt x="2559931" y="1221003"/>
                  </a:lnTo>
                  <a:lnTo>
                    <a:pt x="2485925" y="1235134"/>
                  </a:lnTo>
                  <a:lnTo>
                    <a:pt x="2405067" y="1247903"/>
                  </a:lnTo>
                  <a:lnTo>
                    <a:pt x="2317236" y="1259444"/>
                  </a:lnTo>
                  <a:lnTo>
                    <a:pt x="2222834" y="1269850"/>
                  </a:lnTo>
                  <a:lnTo>
                    <a:pt x="2122971" y="1279172"/>
                  </a:lnTo>
                  <a:lnTo>
                    <a:pt x="2019630" y="1287425"/>
                  </a:lnTo>
                  <a:lnTo>
                    <a:pt x="1915745" y="1294598"/>
                  </a:lnTo>
                  <a:lnTo>
                    <a:pt x="1815107" y="1300664"/>
                  </a:lnTo>
                  <a:lnTo>
                    <a:pt x="1722028" y="1305607"/>
                  </a:lnTo>
                  <a:lnTo>
                    <a:pt x="1640762" y="1309439"/>
                  </a:lnTo>
                  <a:lnTo>
                    <a:pt x="1574757" y="1312223"/>
                  </a:lnTo>
                  <a:lnTo>
                    <a:pt x="1525952" y="1314074"/>
                  </a:lnTo>
                  <a:lnTo>
                    <a:pt x="1494298" y="1315159"/>
                  </a:lnTo>
                  <a:lnTo>
                    <a:pt x="1477642" y="1315676"/>
                  </a:lnTo>
                  <a:lnTo>
                    <a:pt x="1471908" y="1315839"/>
                  </a:lnTo>
                  <a:lnTo>
                    <a:pt x="1471387" y="1315852"/>
                  </a:lnTo>
                  <a:lnTo>
                    <a:pt x="0" y="131585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37" name="pg1937"/>
            <p:cNvSpPr/>
            <p:nvPr/>
          </p:nvSpPr>
          <p:spPr>
            <a:xfrm>
              <a:off x="4799595" y="4415833"/>
              <a:ext cx="11981298" cy="6113402"/>
            </a:xfrm>
            <a:custGeom>
              <a:avLst/>
              <a:pathLst>
                <a:path w="11981298" h="6113402">
                  <a:moveTo>
                    <a:pt x="0" y="6113402"/>
                  </a:moveTo>
                  <a:lnTo>
                    <a:pt x="1471387" y="6113402"/>
                  </a:lnTo>
                  <a:lnTo>
                    <a:pt x="1472198" y="6113303"/>
                  </a:lnTo>
                  <a:lnTo>
                    <a:pt x="1477563" y="6112597"/>
                  </a:lnTo>
                  <a:lnTo>
                    <a:pt x="1491216" y="6110649"/>
                  </a:lnTo>
                  <a:lnTo>
                    <a:pt x="1515942" y="6106806"/>
                  </a:lnTo>
                  <a:lnTo>
                    <a:pt x="1553440" y="6100443"/>
                  </a:lnTo>
                  <a:lnTo>
                    <a:pt x="1604203" y="6091007"/>
                  </a:lnTo>
                  <a:lnTo>
                    <a:pt x="1667520" y="6078067"/>
                  </a:lnTo>
                  <a:lnTo>
                    <a:pt x="1741635" y="6061336"/>
                  </a:lnTo>
                  <a:lnTo>
                    <a:pt x="1824047" y="6040674"/>
                  </a:lnTo>
                  <a:lnTo>
                    <a:pt x="1911893" y="6016063"/>
                  </a:lnTo>
                  <a:lnTo>
                    <a:pt x="2002314" y="5987557"/>
                  </a:lnTo>
                  <a:lnTo>
                    <a:pt x="2092746" y="5955235"/>
                  </a:lnTo>
                  <a:lnTo>
                    <a:pt x="2181105" y="5919151"/>
                  </a:lnTo>
                  <a:lnTo>
                    <a:pt x="2265856" y="5879294"/>
                  </a:lnTo>
                  <a:lnTo>
                    <a:pt x="2345995" y="5835565"/>
                  </a:lnTo>
                  <a:lnTo>
                    <a:pt x="2420988" y="5787758"/>
                  </a:lnTo>
                  <a:lnTo>
                    <a:pt x="2490671" y="5735555"/>
                  </a:lnTo>
                  <a:lnTo>
                    <a:pt x="2555163" y="5678531"/>
                  </a:lnTo>
                  <a:lnTo>
                    <a:pt x="2614778" y="5616155"/>
                  </a:lnTo>
                  <a:lnTo>
                    <a:pt x="2669958" y="5547808"/>
                  </a:lnTo>
                  <a:lnTo>
                    <a:pt x="2721221" y="5472804"/>
                  </a:lnTo>
                  <a:lnTo>
                    <a:pt x="2769117" y="5390431"/>
                  </a:lnTo>
                  <a:lnTo>
                    <a:pt x="2814199" y="5300013"/>
                  </a:lnTo>
                  <a:lnTo>
                    <a:pt x="2856998" y="5201005"/>
                  </a:lnTo>
                  <a:lnTo>
                    <a:pt x="2896531" y="5097226"/>
                  </a:lnTo>
                  <a:lnTo>
                    <a:pt x="2923423" y="5019680"/>
                  </a:lnTo>
                  <a:lnTo>
                    <a:pt x="2949792" y="4938068"/>
                  </a:lnTo>
                  <a:lnTo>
                    <a:pt x="2975741" y="4852312"/>
                  </a:lnTo>
                  <a:lnTo>
                    <a:pt x="3001358" y="4762365"/>
                  </a:lnTo>
                  <a:lnTo>
                    <a:pt x="3026716" y="4668214"/>
                  </a:lnTo>
                  <a:lnTo>
                    <a:pt x="3051881" y="4569885"/>
                  </a:lnTo>
                  <a:lnTo>
                    <a:pt x="3076905" y="4467442"/>
                  </a:lnTo>
                  <a:lnTo>
                    <a:pt x="3101836" y="4360992"/>
                  </a:lnTo>
                  <a:lnTo>
                    <a:pt x="3126708" y="4250684"/>
                  </a:lnTo>
                  <a:lnTo>
                    <a:pt x="3151552" y="4136712"/>
                  </a:lnTo>
                  <a:lnTo>
                    <a:pt x="3176389" y="4019315"/>
                  </a:lnTo>
                  <a:lnTo>
                    <a:pt x="3201236" y="3898773"/>
                  </a:lnTo>
                  <a:lnTo>
                    <a:pt x="3226103" y="3775411"/>
                  </a:lnTo>
                  <a:lnTo>
                    <a:pt x="3250996" y="3649590"/>
                  </a:lnTo>
                  <a:lnTo>
                    <a:pt x="3275917" y="3521706"/>
                  </a:lnTo>
                  <a:lnTo>
                    <a:pt x="3300862" y="3392185"/>
                  </a:lnTo>
                  <a:lnTo>
                    <a:pt x="3325827" y="3261478"/>
                  </a:lnTo>
                  <a:lnTo>
                    <a:pt x="3350804" y="3130052"/>
                  </a:lnTo>
                  <a:lnTo>
                    <a:pt x="3375786" y="2998388"/>
                  </a:lnTo>
                  <a:lnTo>
                    <a:pt x="3400764" y="2866967"/>
                  </a:lnTo>
                  <a:lnTo>
                    <a:pt x="3425728" y="2736270"/>
                  </a:lnTo>
                  <a:lnTo>
                    <a:pt x="3450673" y="2606763"/>
                  </a:lnTo>
                  <a:lnTo>
                    <a:pt x="3475593" y="2478897"/>
                  </a:lnTo>
                  <a:lnTo>
                    <a:pt x="3500486" y="2353098"/>
                  </a:lnTo>
                  <a:lnTo>
                    <a:pt x="3525353" y="2229762"/>
                  </a:lnTo>
                  <a:lnTo>
                    <a:pt x="3550200" y="2109251"/>
                  </a:lnTo>
                  <a:lnTo>
                    <a:pt x="3575037" y="1991886"/>
                  </a:lnTo>
                  <a:lnTo>
                    <a:pt x="3599881" y="1877950"/>
                  </a:lnTo>
                  <a:lnTo>
                    <a:pt x="3624754" y="1767679"/>
                  </a:lnTo>
                  <a:lnTo>
                    <a:pt x="3649685" y="1661268"/>
                  </a:lnTo>
                  <a:lnTo>
                    <a:pt x="3674711" y="1558865"/>
                  </a:lnTo>
                  <a:lnTo>
                    <a:pt x="3699877" y="1460578"/>
                  </a:lnTo>
                  <a:lnTo>
                    <a:pt x="3725238" y="1366469"/>
                  </a:lnTo>
                  <a:lnTo>
                    <a:pt x="3750857" y="1276564"/>
                  </a:lnTo>
                  <a:lnTo>
                    <a:pt x="3776809" y="1190849"/>
                  </a:lnTo>
                  <a:lnTo>
                    <a:pt x="3803184" y="1109278"/>
                  </a:lnTo>
                  <a:lnTo>
                    <a:pt x="3829811" y="1032522"/>
                  </a:lnTo>
                  <a:lnTo>
                    <a:pt x="3870867" y="924985"/>
                  </a:lnTo>
                  <a:lnTo>
                    <a:pt x="3913741" y="826297"/>
                  </a:lnTo>
                  <a:lnTo>
                    <a:pt x="3958916" y="736182"/>
                  </a:lnTo>
                  <a:lnTo>
                    <a:pt x="4006924" y="654089"/>
                  </a:lnTo>
                  <a:lnTo>
                    <a:pt x="4058320" y="579340"/>
                  </a:lnTo>
                  <a:lnTo>
                    <a:pt x="4113653" y="511222"/>
                  </a:lnTo>
                  <a:lnTo>
                    <a:pt x="4173438" y="449051"/>
                  </a:lnTo>
                  <a:lnTo>
                    <a:pt x="4238115" y="392211"/>
                  </a:lnTo>
                  <a:lnTo>
                    <a:pt x="4307990" y="340176"/>
                  </a:lnTo>
                  <a:lnTo>
                    <a:pt x="4383175" y="292522"/>
                  </a:lnTo>
                  <a:lnTo>
                    <a:pt x="4463494" y="248936"/>
                  </a:lnTo>
                  <a:lnTo>
                    <a:pt x="4548397" y="209218"/>
                  </a:lnTo>
                  <a:lnTo>
                    <a:pt x="4636861" y="173270"/>
                  </a:lnTo>
                  <a:lnTo>
                    <a:pt x="4727333" y="141086"/>
                  </a:lnTo>
                  <a:lnTo>
                    <a:pt x="4817707" y="112720"/>
                  </a:lnTo>
                  <a:lnTo>
                    <a:pt x="4905407" y="88252"/>
                  </a:lnTo>
                  <a:lnTo>
                    <a:pt x="4987566" y="67735"/>
                  </a:lnTo>
                  <a:lnTo>
                    <a:pt x="5061328" y="51145"/>
                  </a:lnTo>
                  <a:lnTo>
                    <a:pt x="5124214" y="38338"/>
                  </a:lnTo>
                  <a:lnTo>
                    <a:pt x="5174500" y="29023"/>
                  </a:lnTo>
                  <a:lnTo>
                    <a:pt x="5211517" y="22761"/>
                  </a:lnTo>
                  <a:lnTo>
                    <a:pt x="5235803" y="18999"/>
                  </a:lnTo>
                  <a:lnTo>
                    <a:pt x="5249100" y="17107"/>
                  </a:lnTo>
                  <a:lnTo>
                    <a:pt x="5254229" y="16434"/>
                  </a:lnTo>
                  <a:lnTo>
                    <a:pt x="5254955" y="16345"/>
                  </a:lnTo>
                  <a:lnTo>
                    <a:pt x="6726343" y="16345"/>
                  </a:lnTo>
                  <a:lnTo>
                    <a:pt x="6727549" y="16385"/>
                  </a:lnTo>
                  <a:lnTo>
                    <a:pt x="6735470" y="16665"/>
                  </a:lnTo>
                  <a:lnTo>
                    <a:pt x="6755402" y="17441"/>
                  </a:lnTo>
                  <a:lnTo>
                    <a:pt x="6790949" y="18967"/>
                  </a:lnTo>
                  <a:lnTo>
                    <a:pt x="6843753" y="21479"/>
                  </a:lnTo>
                  <a:lnTo>
                    <a:pt x="6913371" y="25165"/>
                  </a:lnTo>
                  <a:lnTo>
                    <a:pt x="6997477" y="30151"/>
                  </a:lnTo>
                  <a:lnTo>
                    <a:pt x="7092400" y="36495"/>
                  </a:lnTo>
                  <a:lnTo>
                    <a:pt x="7193847" y="44203"/>
                  </a:lnTo>
                  <a:lnTo>
                    <a:pt x="7297615" y="53250"/>
                  </a:lnTo>
                  <a:lnTo>
                    <a:pt x="7400118" y="63607"/>
                  </a:lnTo>
                  <a:lnTo>
                    <a:pt x="7498651" y="75265"/>
                  </a:lnTo>
                  <a:lnTo>
                    <a:pt x="7591447" y="88251"/>
                  </a:lnTo>
                  <a:lnTo>
                    <a:pt x="7677571" y="102637"/>
                  </a:lnTo>
                  <a:lnTo>
                    <a:pt x="7756750" y="118548"/>
                  </a:lnTo>
                  <a:lnTo>
                    <a:pt x="7829190" y="136155"/>
                  </a:lnTo>
                  <a:lnTo>
                    <a:pt x="7895411" y="155679"/>
                  </a:lnTo>
                  <a:lnTo>
                    <a:pt x="7956126" y="177373"/>
                  </a:lnTo>
                  <a:lnTo>
                    <a:pt x="8012141" y="201519"/>
                  </a:lnTo>
                  <a:lnTo>
                    <a:pt x="8064286" y="228389"/>
                  </a:lnTo>
                  <a:lnTo>
                    <a:pt x="8113365" y="258211"/>
                  </a:lnTo>
                  <a:lnTo>
                    <a:pt x="8151487" y="284692"/>
                  </a:lnTo>
                  <a:lnTo>
                    <a:pt x="8197209" y="320411"/>
                  </a:lnTo>
                  <a:lnTo>
                    <a:pt x="8241611" y="359319"/>
                  </a:lnTo>
                  <a:lnTo>
                    <a:pt x="8285128" y="401475"/>
                  </a:lnTo>
                  <a:lnTo>
                    <a:pt x="8328096" y="446856"/>
                  </a:lnTo>
                  <a:lnTo>
                    <a:pt x="8370764" y="495350"/>
                  </a:lnTo>
                  <a:lnTo>
                    <a:pt x="8413310" y="546745"/>
                  </a:lnTo>
                  <a:lnTo>
                    <a:pt x="8455849" y="600730"/>
                  </a:lnTo>
                  <a:lnTo>
                    <a:pt x="8498445" y="656898"/>
                  </a:lnTo>
                  <a:lnTo>
                    <a:pt x="8541118" y="714755"/>
                  </a:lnTo>
                  <a:lnTo>
                    <a:pt x="8583858" y="773735"/>
                  </a:lnTo>
                  <a:lnTo>
                    <a:pt x="8626632" y="833224"/>
                  </a:lnTo>
                  <a:lnTo>
                    <a:pt x="8669397" y="892587"/>
                  </a:lnTo>
                  <a:lnTo>
                    <a:pt x="8712114" y="951192"/>
                  </a:lnTo>
                  <a:lnTo>
                    <a:pt x="8754756" y="1008441"/>
                  </a:lnTo>
                  <a:lnTo>
                    <a:pt x="8797325" y="1063796"/>
                  </a:lnTo>
                  <a:lnTo>
                    <a:pt x="8839856" y="1116795"/>
                  </a:lnTo>
                  <a:lnTo>
                    <a:pt x="8882433" y="1167067"/>
                  </a:lnTo>
                  <a:lnTo>
                    <a:pt x="8925196" y="1214343"/>
                  </a:lnTo>
                  <a:lnTo>
                    <a:pt x="8968348" y="1258450"/>
                  </a:lnTo>
                  <a:lnTo>
                    <a:pt x="9012172" y="1299313"/>
                  </a:lnTo>
                  <a:lnTo>
                    <a:pt x="9057040" y="1336941"/>
                  </a:lnTo>
                  <a:lnTo>
                    <a:pt x="9084767" y="1358079"/>
                  </a:lnTo>
                  <a:lnTo>
                    <a:pt x="9131894" y="1390386"/>
                  </a:lnTo>
                  <a:lnTo>
                    <a:pt x="9181490" y="1419641"/>
                  </a:lnTo>
                  <a:lnTo>
                    <a:pt x="9234298" y="1445981"/>
                  </a:lnTo>
                  <a:lnTo>
                    <a:pt x="9291130" y="1469645"/>
                  </a:lnTo>
                  <a:lnTo>
                    <a:pt x="9352818" y="1490912"/>
                  </a:lnTo>
                  <a:lnTo>
                    <a:pt x="9420156" y="1510057"/>
                  </a:lnTo>
                  <a:lnTo>
                    <a:pt x="9493828" y="1527331"/>
                  </a:lnTo>
                  <a:lnTo>
                    <a:pt x="9574306" y="1542944"/>
                  </a:lnTo>
                  <a:lnTo>
                    <a:pt x="9661719" y="1557060"/>
                  </a:lnTo>
                  <a:lnTo>
                    <a:pt x="9755685" y="1569793"/>
                  </a:lnTo>
                  <a:lnTo>
                    <a:pt x="9855125" y="1581206"/>
                  </a:lnTo>
                  <a:lnTo>
                    <a:pt x="9958099" y="1591319"/>
                  </a:lnTo>
                  <a:lnTo>
                    <a:pt x="10061730" y="1600117"/>
                  </a:lnTo>
                  <a:lnTo>
                    <a:pt x="10162284" y="1607571"/>
                  </a:lnTo>
                  <a:lnTo>
                    <a:pt x="10255497" y="1613659"/>
                  </a:lnTo>
                  <a:lnTo>
                    <a:pt x="10337135" y="1618394"/>
                  </a:lnTo>
                  <a:lnTo>
                    <a:pt x="10403726" y="1621848"/>
                  </a:lnTo>
                  <a:lnTo>
                    <a:pt x="10453265" y="1624159"/>
                  </a:lnTo>
                  <a:lnTo>
                    <a:pt x="10485696" y="1625526"/>
                  </a:lnTo>
                  <a:lnTo>
                    <a:pt x="10503045" y="1626189"/>
                  </a:lnTo>
                  <a:lnTo>
                    <a:pt x="10509257" y="1626405"/>
                  </a:lnTo>
                  <a:lnTo>
                    <a:pt x="10509911" y="1626426"/>
                  </a:lnTo>
                  <a:lnTo>
                    <a:pt x="11981298" y="1626426"/>
                  </a:lnTo>
                  <a:lnTo>
                    <a:pt x="11981298" y="1610080"/>
                  </a:lnTo>
                  <a:lnTo>
                    <a:pt x="10509911" y="1610080"/>
                  </a:lnTo>
                  <a:lnTo>
                    <a:pt x="10508704" y="1610041"/>
                  </a:lnTo>
                  <a:lnTo>
                    <a:pt x="10500783" y="1609760"/>
                  </a:lnTo>
                  <a:lnTo>
                    <a:pt x="10480851" y="1608985"/>
                  </a:lnTo>
                  <a:lnTo>
                    <a:pt x="10445305" y="1607458"/>
                  </a:lnTo>
                  <a:lnTo>
                    <a:pt x="10392501" y="1604947"/>
                  </a:lnTo>
                  <a:lnTo>
                    <a:pt x="10322882" y="1601261"/>
                  </a:lnTo>
                  <a:lnTo>
                    <a:pt x="10238776" y="1596275"/>
                  </a:lnTo>
                  <a:lnTo>
                    <a:pt x="10143854" y="1589931"/>
                  </a:lnTo>
                  <a:lnTo>
                    <a:pt x="10042407" y="1582223"/>
                  </a:lnTo>
                  <a:lnTo>
                    <a:pt x="9938638" y="1573176"/>
                  </a:lnTo>
                  <a:lnTo>
                    <a:pt x="9836135" y="1562818"/>
                  </a:lnTo>
                  <a:lnTo>
                    <a:pt x="9737602" y="1551160"/>
                  </a:lnTo>
                  <a:lnTo>
                    <a:pt x="9644807" y="1538175"/>
                  </a:lnTo>
                  <a:lnTo>
                    <a:pt x="9558682" y="1523788"/>
                  </a:lnTo>
                  <a:lnTo>
                    <a:pt x="9479503" y="1507878"/>
                  </a:lnTo>
                  <a:lnTo>
                    <a:pt x="9407064" y="1490270"/>
                  </a:lnTo>
                  <a:lnTo>
                    <a:pt x="9340842" y="1470747"/>
                  </a:lnTo>
                  <a:lnTo>
                    <a:pt x="9280127" y="1449052"/>
                  </a:lnTo>
                  <a:lnTo>
                    <a:pt x="9224113" y="1424907"/>
                  </a:lnTo>
                  <a:lnTo>
                    <a:pt x="9171967" y="1398037"/>
                  </a:lnTo>
                  <a:lnTo>
                    <a:pt x="9122888" y="1368215"/>
                  </a:lnTo>
                  <a:lnTo>
                    <a:pt x="9084767" y="1341733"/>
                  </a:lnTo>
                  <a:lnTo>
                    <a:pt x="9039044" y="1306015"/>
                  </a:lnTo>
                  <a:lnTo>
                    <a:pt x="8994643" y="1267107"/>
                  </a:lnTo>
                  <a:lnTo>
                    <a:pt x="8951125" y="1224951"/>
                  </a:lnTo>
                  <a:lnTo>
                    <a:pt x="8908157" y="1179569"/>
                  </a:lnTo>
                  <a:lnTo>
                    <a:pt x="8865489" y="1131076"/>
                  </a:lnTo>
                  <a:lnTo>
                    <a:pt x="8822943" y="1079681"/>
                  </a:lnTo>
                  <a:lnTo>
                    <a:pt x="8780404" y="1025696"/>
                  </a:lnTo>
                  <a:lnTo>
                    <a:pt x="8737808" y="969527"/>
                  </a:lnTo>
                  <a:lnTo>
                    <a:pt x="8695135" y="911671"/>
                  </a:lnTo>
                  <a:lnTo>
                    <a:pt x="8652395" y="852691"/>
                  </a:lnTo>
                  <a:lnTo>
                    <a:pt x="8609621" y="793201"/>
                  </a:lnTo>
                  <a:lnTo>
                    <a:pt x="8566856" y="733839"/>
                  </a:lnTo>
                  <a:lnTo>
                    <a:pt x="8524139" y="675234"/>
                  </a:lnTo>
                  <a:lnTo>
                    <a:pt x="8481497" y="617985"/>
                  </a:lnTo>
                  <a:lnTo>
                    <a:pt x="8438929" y="562630"/>
                  </a:lnTo>
                  <a:lnTo>
                    <a:pt x="8396397" y="509631"/>
                  </a:lnTo>
                  <a:lnTo>
                    <a:pt x="8353820" y="459358"/>
                  </a:lnTo>
                  <a:lnTo>
                    <a:pt x="8311057" y="412083"/>
                  </a:lnTo>
                  <a:lnTo>
                    <a:pt x="8267905" y="367975"/>
                  </a:lnTo>
                  <a:lnTo>
                    <a:pt x="8224081" y="327113"/>
                  </a:lnTo>
                  <a:lnTo>
                    <a:pt x="8179214" y="289484"/>
                  </a:lnTo>
                  <a:lnTo>
                    <a:pt x="8151487" y="268346"/>
                  </a:lnTo>
                  <a:lnTo>
                    <a:pt x="8104360" y="236040"/>
                  </a:lnTo>
                  <a:lnTo>
                    <a:pt x="8054764" y="206785"/>
                  </a:lnTo>
                  <a:lnTo>
                    <a:pt x="8001955" y="180445"/>
                  </a:lnTo>
                  <a:lnTo>
                    <a:pt x="7945123" y="156781"/>
                  </a:lnTo>
                  <a:lnTo>
                    <a:pt x="7883435" y="135514"/>
                  </a:lnTo>
                  <a:lnTo>
                    <a:pt x="7816097" y="116369"/>
                  </a:lnTo>
                  <a:lnTo>
                    <a:pt x="7742426" y="99095"/>
                  </a:lnTo>
                  <a:lnTo>
                    <a:pt x="7661948" y="83482"/>
                  </a:lnTo>
                  <a:lnTo>
                    <a:pt x="7574534" y="69366"/>
                  </a:lnTo>
                  <a:lnTo>
                    <a:pt x="7480568" y="56633"/>
                  </a:lnTo>
                  <a:lnTo>
                    <a:pt x="7381129" y="45220"/>
                  </a:lnTo>
                  <a:lnTo>
                    <a:pt x="7278154" y="35107"/>
                  </a:lnTo>
                  <a:lnTo>
                    <a:pt x="7174524" y="26308"/>
                  </a:lnTo>
                  <a:lnTo>
                    <a:pt x="7073969" y="18855"/>
                  </a:lnTo>
                  <a:lnTo>
                    <a:pt x="6980756" y="12767"/>
                  </a:lnTo>
                  <a:lnTo>
                    <a:pt x="6899118" y="8032"/>
                  </a:lnTo>
                  <a:lnTo>
                    <a:pt x="6832528" y="4577"/>
                  </a:lnTo>
                  <a:lnTo>
                    <a:pt x="6782989" y="2267"/>
                  </a:lnTo>
                  <a:lnTo>
                    <a:pt x="6750558" y="900"/>
                  </a:lnTo>
                  <a:lnTo>
                    <a:pt x="6733208" y="237"/>
                  </a:lnTo>
                  <a:lnTo>
                    <a:pt x="6726996" y="21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145" y="99"/>
                  </a:lnTo>
                  <a:lnTo>
                    <a:pt x="5248779" y="804"/>
                  </a:lnTo>
                  <a:lnTo>
                    <a:pt x="5235126" y="2753"/>
                  </a:lnTo>
                  <a:lnTo>
                    <a:pt x="5210400" y="6596"/>
                  </a:lnTo>
                  <a:lnTo>
                    <a:pt x="5172902" y="12959"/>
                  </a:lnTo>
                  <a:lnTo>
                    <a:pt x="5122139" y="22395"/>
                  </a:lnTo>
                  <a:lnTo>
                    <a:pt x="5058822" y="35335"/>
                  </a:lnTo>
                  <a:lnTo>
                    <a:pt x="4984707" y="52066"/>
                  </a:lnTo>
                  <a:lnTo>
                    <a:pt x="4902295" y="72727"/>
                  </a:lnTo>
                  <a:lnTo>
                    <a:pt x="4814449" y="97339"/>
                  </a:lnTo>
                  <a:lnTo>
                    <a:pt x="4724028" y="125845"/>
                  </a:lnTo>
                  <a:lnTo>
                    <a:pt x="4633596" y="158167"/>
                  </a:lnTo>
                  <a:lnTo>
                    <a:pt x="4545237" y="194251"/>
                  </a:lnTo>
                  <a:lnTo>
                    <a:pt x="4460487" y="234108"/>
                  </a:lnTo>
                  <a:lnTo>
                    <a:pt x="4380347" y="277837"/>
                  </a:lnTo>
                  <a:lnTo>
                    <a:pt x="4305354" y="325644"/>
                  </a:lnTo>
                  <a:lnTo>
                    <a:pt x="4235671" y="377846"/>
                  </a:lnTo>
                  <a:lnTo>
                    <a:pt x="4171179" y="434870"/>
                  </a:lnTo>
                  <a:lnTo>
                    <a:pt x="4111564" y="497246"/>
                  </a:lnTo>
                  <a:lnTo>
                    <a:pt x="4056384" y="565594"/>
                  </a:lnTo>
                  <a:lnTo>
                    <a:pt x="4005121" y="640597"/>
                  </a:lnTo>
                  <a:lnTo>
                    <a:pt x="3957226" y="722970"/>
                  </a:lnTo>
                  <a:lnTo>
                    <a:pt x="3912144" y="813389"/>
                  </a:lnTo>
                  <a:lnTo>
                    <a:pt x="3869344" y="912397"/>
                  </a:lnTo>
                  <a:lnTo>
                    <a:pt x="3829811" y="1016176"/>
                  </a:lnTo>
                  <a:lnTo>
                    <a:pt x="3802919" y="1093722"/>
                  </a:lnTo>
                  <a:lnTo>
                    <a:pt x="3776550" y="1175334"/>
                  </a:lnTo>
                  <a:lnTo>
                    <a:pt x="3750601" y="1261090"/>
                  </a:lnTo>
                  <a:lnTo>
                    <a:pt x="3724985" y="1351037"/>
                  </a:lnTo>
                  <a:lnTo>
                    <a:pt x="3699626" y="1445188"/>
                  </a:lnTo>
                  <a:lnTo>
                    <a:pt x="3674462" y="1543517"/>
                  </a:lnTo>
                  <a:lnTo>
                    <a:pt x="3649437" y="1645959"/>
                  </a:lnTo>
                  <a:lnTo>
                    <a:pt x="3624506" y="1752410"/>
                  </a:lnTo>
                  <a:lnTo>
                    <a:pt x="3599634" y="1862718"/>
                  </a:lnTo>
                  <a:lnTo>
                    <a:pt x="3574790" y="1976690"/>
                  </a:lnTo>
                  <a:lnTo>
                    <a:pt x="3549953" y="2094087"/>
                  </a:lnTo>
                  <a:lnTo>
                    <a:pt x="3525106" y="2214628"/>
                  </a:lnTo>
                  <a:lnTo>
                    <a:pt x="3500239" y="2337990"/>
                  </a:lnTo>
                  <a:lnTo>
                    <a:pt x="3475346" y="2463812"/>
                  </a:lnTo>
                  <a:lnTo>
                    <a:pt x="3450425" y="2591696"/>
                  </a:lnTo>
                  <a:lnTo>
                    <a:pt x="3425480" y="2721217"/>
                  </a:lnTo>
                  <a:lnTo>
                    <a:pt x="3400515" y="2851924"/>
                  </a:lnTo>
                  <a:lnTo>
                    <a:pt x="3375538" y="2983349"/>
                  </a:lnTo>
                  <a:lnTo>
                    <a:pt x="3350556" y="3115014"/>
                  </a:lnTo>
                  <a:lnTo>
                    <a:pt x="3325579" y="3246434"/>
                  </a:lnTo>
                  <a:lnTo>
                    <a:pt x="3300614" y="3377132"/>
                  </a:lnTo>
                  <a:lnTo>
                    <a:pt x="3275669" y="3506639"/>
                  </a:lnTo>
                  <a:lnTo>
                    <a:pt x="3250749" y="3634505"/>
                  </a:lnTo>
                  <a:lnTo>
                    <a:pt x="3225856" y="3760304"/>
                  </a:lnTo>
                  <a:lnTo>
                    <a:pt x="3200989" y="3883639"/>
                  </a:lnTo>
                  <a:lnTo>
                    <a:pt x="3176142" y="4004151"/>
                  </a:lnTo>
                  <a:lnTo>
                    <a:pt x="3151305" y="4121515"/>
                  </a:lnTo>
                  <a:lnTo>
                    <a:pt x="3126461" y="4235452"/>
                  </a:lnTo>
                  <a:lnTo>
                    <a:pt x="3101588" y="4345723"/>
                  </a:lnTo>
                  <a:lnTo>
                    <a:pt x="3076657" y="4452134"/>
                  </a:lnTo>
                  <a:lnTo>
                    <a:pt x="3051631" y="4554536"/>
                  </a:lnTo>
                  <a:lnTo>
                    <a:pt x="3026465" y="4652824"/>
                  </a:lnTo>
                  <a:lnTo>
                    <a:pt x="3001104" y="4746933"/>
                  </a:lnTo>
                  <a:lnTo>
                    <a:pt x="2975485" y="4836838"/>
                  </a:lnTo>
                  <a:lnTo>
                    <a:pt x="2949533" y="4922553"/>
                  </a:lnTo>
                  <a:lnTo>
                    <a:pt x="2923159" y="5004124"/>
                  </a:lnTo>
                  <a:lnTo>
                    <a:pt x="2896531" y="5080880"/>
                  </a:lnTo>
                  <a:lnTo>
                    <a:pt x="2855475" y="5188416"/>
                  </a:lnTo>
                  <a:lnTo>
                    <a:pt x="2812601" y="5287105"/>
                  </a:lnTo>
                  <a:lnTo>
                    <a:pt x="2767426" y="5377220"/>
                  </a:lnTo>
                  <a:lnTo>
                    <a:pt x="2719418" y="5459312"/>
                  </a:lnTo>
                  <a:lnTo>
                    <a:pt x="2668023" y="5534062"/>
                  </a:lnTo>
                  <a:lnTo>
                    <a:pt x="2612689" y="5602180"/>
                  </a:lnTo>
                  <a:lnTo>
                    <a:pt x="2552904" y="5664351"/>
                  </a:lnTo>
                  <a:lnTo>
                    <a:pt x="2488228" y="5721191"/>
                  </a:lnTo>
                  <a:lnTo>
                    <a:pt x="2418352" y="5773226"/>
                  </a:lnTo>
                  <a:lnTo>
                    <a:pt x="2343167" y="5820880"/>
                  </a:lnTo>
                  <a:lnTo>
                    <a:pt x="2262848" y="5864465"/>
                  </a:lnTo>
                  <a:lnTo>
                    <a:pt x="2177946" y="5904184"/>
                  </a:lnTo>
                  <a:lnTo>
                    <a:pt x="2089481" y="5940131"/>
                  </a:lnTo>
                  <a:lnTo>
                    <a:pt x="1999009" y="5972316"/>
                  </a:lnTo>
                  <a:lnTo>
                    <a:pt x="1908635" y="6000681"/>
                  </a:lnTo>
                  <a:lnTo>
                    <a:pt x="1820935" y="6025150"/>
                  </a:lnTo>
                  <a:lnTo>
                    <a:pt x="1738776" y="6045667"/>
                  </a:lnTo>
                  <a:lnTo>
                    <a:pt x="1665014" y="6062257"/>
                  </a:lnTo>
                  <a:lnTo>
                    <a:pt x="1602128" y="6075064"/>
                  </a:lnTo>
                  <a:lnTo>
                    <a:pt x="1551842" y="6084379"/>
                  </a:lnTo>
                  <a:lnTo>
                    <a:pt x="1514825" y="6090640"/>
                  </a:lnTo>
                  <a:lnTo>
                    <a:pt x="1490539" y="6094403"/>
                  </a:lnTo>
                  <a:lnTo>
                    <a:pt x="1477242" y="6096295"/>
                  </a:lnTo>
                  <a:lnTo>
                    <a:pt x="1472114" y="6096968"/>
                  </a:lnTo>
                  <a:lnTo>
                    <a:pt x="1471387" y="6097056"/>
                  </a:lnTo>
                  <a:lnTo>
                    <a:pt x="0" y="6097056"/>
                  </a:lnTo>
                  <a:close/>
                </a:path>
              </a:pathLst>
            </a:custGeom>
            <a:solidFill>
              <a:srgbClr val="F3BA99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938" name="pl1938"/>
            <p:cNvSpPr/>
            <p:nvPr/>
          </p:nvSpPr>
          <p:spPr>
            <a:xfrm>
              <a:off x="4799595" y="4432179"/>
              <a:ext cx="11981298" cy="6097056"/>
            </a:xfrm>
            <a:custGeom>
              <a:avLst/>
              <a:pathLst>
                <a:path w="11981298" h="6097056">
                  <a:moveTo>
                    <a:pt x="0" y="6097056"/>
                  </a:moveTo>
                  <a:lnTo>
                    <a:pt x="1471387" y="6097056"/>
                  </a:lnTo>
                  <a:lnTo>
                    <a:pt x="1472198" y="6096957"/>
                  </a:lnTo>
                  <a:lnTo>
                    <a:pt x="1477563" y="6096251"/>
                  </a:lnTo>
                  <a:lnTo>
                    <a:pt x="1491216" y="6094303"/>
                  </a:lnTo>
                  <a:lnTo>
                    <a:pt x="1515942" y="6090460"/>
                  </a:lnTo>
                  <a:lnTo>
                    <a:pt x="1553440" y="6084097"/>
                  </a:lnTo>
                  <a:lnTo>
                    <a:pt x="1604203" y="6074661"/>
                  </a:lnTo>
                  <a:lnTo>
                    <a:pt x="1667520" y="6061721"/>
                  </a:lnTo>
                  <a:lnTo>
                    <a:pt x="1741635" y="6044990"/>
                  </a:lnTo>
                  <a:lnTo>
                    <a:pt x="1824047" y="6024328"/>
                  </a:lnTo>
                  <a:lnTo>
                    <a:pt x="1911893" y="5999717"/>
                  </a:lnTo>
                  <a:lnTo>
                    <a:pt x="2002314" y="5971211"/>
                  </a:lnTo>
                  <a:lnTo>
                    <a:pt x="2092746" y="5938889"/>
                  </a:lnTo>
                  <a:lnTo>
                    <a:pt x="2181105" y="5902805"/>
                  </a:lnTo>
                  <a:lnTo>
                    <a:pt x="2265856" y="5862948"/>
                  </a:lnTo>
                  <a:lnTo>
                    <a:pt x="2345995" y="5819219"/>
                  </a:lnTo>
                  <a:lnTo>
                    <a:pt x="2420988" y="5771412"/>
                  </a:lnTo>
                  <a:lnTo>
                    <a:pt x="2490671" y="5719209"/>
                  </a:lnTo>
                  <a:lnTo>
                    <a:pt x="2555163" y="5662185"/>
                  </a:lnTo>
                  <a:lnTo>
                    <a:pt x="2614778" y="5599809"/>
                  </a:lnTo>
                  <a:lnTo>
                    <a:pt x="2669958" y="5531462"/>
                  </a:lnTo>
                  <a:lnTo>
                    <a:pt x="2721221" y="5456458"/>
                  </a:lnTo>
                  <a:lnTo>
                    <a:pt x="2769117" y="5374085"/>
                  </a:lnTo>
                  <a:lnTo>
                    <a:pt x="2814199" y="5283667"/>
                  </a:lnTo>
                  <a:lnTo>
                    <a:pt x="2856998" y="5184659"/>
                  </a:lnTo>
                  <a:lnTo>
                    <a:pt x="2896531" y="5080880"/>
                  </a:lnTo>
                  <a:lnTo>
                    <a:pt x="2923423" y="5003334"/>
                  </a:lnTo>
                  <a:lnTo>
                    <a:pt x="2949792" y="4921722"/>
                  </a:lnTo>
                  <a:lnTo>
                    <a:pt x="2975741" y="4835966"/>
                  </a:lnTo>
                  <a:lnTo>
                    <a:pt x="3001358" y="4746019"/>
                  </a:lnTo>
                  <a:lnTo>
                    <a:pt x="3026716" y="4651868"/>
                  </a:lnTo>
                  <a:lnTo>
                    <a:pt x="3051881" y="4553539"/>
                  </a:lnTo>
                  <a:lnTo>
                    <a:pt x="3076905" y="4451096"/>
                  </a:lnTo>
                  <a:lnTo>
                    <a:pt x="3101836" y="4344646"/>
                  </a:lnTo>
                  <a:lnTo>
                    <a:pt x="3126708" y="4234338"/>
                  </a:lnTo>
                  <a:lnTo>
                    <a:pt x="3151552" y="4120366"/>
                  </a:lnTo>
                  <a:lnTo>
                    <a:pt x="3176389" y="4002969"/>
                  </a:lnTo>
                  <a:lnTo>
                    <a:pt x="3201236" y="3882427"/>
                  </a:lnTo>
                  <a:lnTo>
                    <a:pt x="3226103" y="3759065"/>
                  </a:lnTo>
                  <a:lnTo>
                    <a:pt x="3250996" y="3633244"/>
                  </a:lnTo>
                  <a:lnTo>
                    <a:pt x="3275917" y="3505360"/>
                  </a:lnTo>
                  <a:lnTo>
                    <a:pt x="3300862" y="3375839"/>
                  </a:lnTo>
                  <a:lnTo>
                    <a:pt x="3325827" y="3245132"/>
                  </a:lnTo>
                  <a:lnTo>
                    <a:pt x="3350804" y="3113706"/>
                  </a:lnTo>
                  <a:lnTo>
                    <a:pt x="3375786" y="2982042"/>
                  </a:lnTo>
                  <a:lnTo>
                    <a:pt x="3400764" y="2850621"/>
                  </a:lnTo>
                  <a:lnTo>
                    <a:pt x="3425728" y="2719924"/>
                  </a:lnTo>
                  <a:lnTo>
                    <a:pt x="3450673" y="2590417"/>
                  </a:lnTo>
                  <a:lnTo>
                    <a:pt x="3475593" y="2462551"/>
                  </a:lnTo>
                  <a:lnTo>
                    <a:pt x="3500486" y="2336752"/>
                  </a:lnTo>
                  <a:lnTo>
                    <a:pt x="3525353" y="2213416"/>
                  </a:lnTo>
                  <a:lnTo>
                    <a:pt x="3550200" y="2092905"/>
                  </a:lnTo>
                  <a:lnTo>
                    <a:pt x="3575037" y="1975540"/>
                  </a:lnTo>
                  <a:lnTo>
                    <a:pt x="3599881" y="1861604"/>
                  </a:lnTo>
                  <a:lnTo>
                    <a:pt x="3624754" y="1751333"/>
                  </a:lnTo>
                  <a:lnTo>
                    <a:pt x="3649685" y="1644922"/>
                  </a:lnTo>
                  <a:lnTo>
                    <a:pt x="3674711" y="1542519"/>
                  </a:lnTo>
                  <a:lnTo>
                    <a:pt x="3699877" y="1444232"/>
                  </a:lnTo>
                  <a:lnTo>
                    <a:pt x="3725238" y="1350123"/>
                  </a:lnTo>
                  <a:lnTo>
                    <a:pt x="3750857" y="1260218"/>
                  </a:lnTo>
                  <a:lnTo>
                    <a:pt x="3776809" y="1174503"/>
                  </a:lnTo>
                  <a:lnTo>
                    <a:pt x="3803184" y="1092932"/>
                  </a:lnTo>
                  <a:lnTo>
                    <a:pt x="3829811" y="1016176"/>
                  </a:lnTo>
                  <a:lnTo>
                    <a:pt x="3870867" y="908639"/>
                  </a:lnTo>
                  <a:lnTo>
                    <a:pt x="3913741" y="809951"/>
                  </a:lnTo>
                  <a:lnTo>
                    <a:pt x="3958916" y="719836"/>
                  </a:lnTo>
                  <a:lnTo>
                    <a:pt x="4006924" y="637743"/>
                  </a:lnTo>
                  <a:lnTo>
                    <a:pt x="4058320" y="562994"/>
                  </a:lnTo>
                  <a:lnTo>
                    <a:pt x="4113653" y="494876"/>
                  </a:lnTo>
                  <a:lnTo>
                    <a:pt x="4173438" y="432705"/>
                  </a:lnTo>
                  <a:lnTo>
                    <a:pt x="4238115" y="375865"/>
                  </a:lnTo>
                  <a:lnTo>
                    <a:pt x="4307990" y="323830"/>
                  </a:lnTo>
                  <a:lnTo>
                    <a:pt x="4383175" y="276176"/>
                  </a:lnTo>
                  <a:lnTo>
                    <a:pt x="4463494" y="232590"/>
                  </a:lnTo>
                  <a:lnTo>
                    <a:pt x="4548397" y="192872"/>
                  </a:lnTo>
                  <a:lnTo>
                    <a:pt x="4636861" y="156924"/>
                  </a:lnTo>
                  <a:lnTo>
                    <a:pt x="4727333" y="124740"/>
                  </a:lnTo>
                  <a:lnTo>
                    <a:pt x="4817707" y="96374"/>
                  </a:lnTo>
                  <a:lnTo>
                    <a:pt x="4905407" y="71906"/>
                  </a:lnTo>
                  <a:lnTo>
                    <a:pt x="4987566" y="51389"/>
                  </a:lnTo>
                  <a:lnTo>
                    <a:pt x="5061328" y="34799"/>
                  </a:lnTo>
                  <a:lnTo>
                    <a:pt x="5124214" y="21992"/>
                  </a:lnTo>
                  <a:lnTo>
                    <a:pt x="5174500" y="12677"/>
                  </a:lnTo>
                  <a:lnTo>
                    <a:pt x="5211517" y="6415"/>
                  </a:lnTo>
                  <a:lnTo>
                    <a:pt x="5235803" y="2653"/>
                  </a:lnTo>
                  <a:lnTo>
                    <a:pt x="5249100" y="761"/>
                  </a:lnTo>
                  <a:lnTo>
                    <a:pt x="5254229" y="88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549" y="39"/>
                  </a:lnTo>
                  <a:lnTo>
                    <a:pt x="6735470" y="319"/>
                  </a:lnTo>
                  <a:lnTo>
                    <a:pt x="6755402" y="1095"/>
                  </a:lnTo>
                  <a:lnTo>
                    <a:pt x="6790949" y="2621"/>
                  </a:lnTo>
                  <a:lnTo>
                    <a:pt x="6843753" y="5133"/>
                  </a:lnTo>
                  <a:lnTo>
                    <a:pt x="6913371" y="8819"/>
                  </a:lnTo>
                  <a:lnTo>
                    <a:pt x="6997477" y="13805"/>
                  </a:lnTo>
                  <a:lnTo>
                    <a:pt x="7092400" y="20149"/>
                  </a:lnTo>
                  <a:lnTo>
                    <a:pt x="7193847" y="27857"/>
                  </a:lnTo>
                  <a:lnTo>
                    <a:pt x="7297615" y="36904"/>
                  </a:lnTo>
                  <a:lnTo>
                    <a:pt x="7400118" y="47261"/>
                  </a:lnTo>
                  <a:lnTo>
                    <a:pt x="7498651" y="58919"/>
                  </a:lnTo>
                  <a:lnTo>
                    <a:pt x="7591447" y="71905"/>
                  </a:lnTo>
                  <a:lnTo>
                    <a:pt x="7677571" y="86291"/>
                  </a:lnTo>
                  <a:lnTo>
                    <a:pt x="7756750" y="102202"/>
                  </a:lnTo>
                  <a:lnTo>
                    <a:pt x="7829190" y="119809"/>
                  </a:lnTo>
                  <a:lnTo>
                    <a:pt x="7895411" y="139333"/>
                  </a:lnTo>
                  <a:lnTo>
                    <a:pt x="7956126" y="161027"/>
                  </a:lnTo>
                  <a:lnTo>
                    <a:pt x="8012141" y="185173"/>
                  </a:lnTo>
                  <a:lnTo>
                    <a:pt x="8064286" y="212043"/>
                  </a:lnTo>
                  <a:lnTo>
                    <a:pt x="8113365" y="241865"/>
                  </a:lnTo>
                  <a:lnTo>
                    <a:pt x="8151487" y="268346"/>
                  </a:lnTo>
                  <a:lnTo>
                    <a:pt x="8197209" y="304065"/>
                  </a:lnTo>
                  <a:lnTo>
                    <a:pt x="8241611" y="342973"/>
                  </a:lnTo>
                  <a:lnTo>
                    <a:pt x="8285128" y="385129"/>
                  </a:lnTo>
                  <a:lnTo>
                    <a:pt x="8328096" y="430510"/>
                  </a:lnTo>
                  <a:lnTo>
                    <a:pt x="8370764" y="479004"/>
                  </a:lnTo>
                  <a:lnTo>
                    <a:pt x="8413310" y="530399"/>
                  </a:lnTo>
                  <a:lnTo>
                    <a:pt x="8455849" y="584384"/>
                  </a:lnTo>
                  <a:lnTo>
                    <a:pt x="8498445" y="640552"/>
                  </a:lnTo>
                  <a:lnTo>
                    <a:pt x="8541118" y="698409"/>
                  </a:lnTo>
                  <a:lnTo>
                    <a:pt x="8583858" y="757389"/>
                  </a:lnTo>
                  <a:lnTo>
                    <a:pt x="8626632" y="816878"/>
                  </a:lnTo>
                  <a:lnTo>
                    <a:pt x="8669397" y="876241"/>
                  </a:lnTo>
                  <a:lnTo>
                    <a:pt x="8712114" y="934846"/>
                  </a:lnTo>
                  <a:lnTo>
                    <a:pt x="8754756" y="992095"/>
                  </a:lnTo>
                  <a:lnTo>
                    <a:pt x="8797325" y="1047450"/>
                  </a:lnTo>
                  <a:lnTo>
                    <a:pt x="8839856" y="1100449"/>
                  </a:lnTo>
                  <a:lnTo>
                    <a:pt x="8882433" y="1150721"/>
                  </a:lnTo>
                  <a:lnTo>
                    <a:pt x="8925196" y="1197997"/>
                  </a:lnTo>
                  <a:lnTo>
                    <a:pt x="8968348" y="1242104"/>
                  </a:lnTo>
                  <a:lnTo>
                    <a:pt x="9012172" y="1282967"/>
                  </a:lnTo>
                  <a:lnTo>
                    <a:pt x="9057040" y="1320595"/>
                  </a:lnTo>
                  <a:lnTo>
                    <a:pt x="9084767" y="1341733"/>
                  </a:lnTo>
                  <a:lnTo>
                    <a:pt x="9131894" y="1374040"/>
                  </a:lnTo>
                  <a:lnTo>
                    <a:pt x="9181490" y="1403295"/>
                  </a:lnTo>
                  <a:lnTo>
                    <a:pt x="9234298" y="1429635"/>
                  </a:lnTo>
                  <a:lnTo>
                    <a:pt x="9291130" y="1453299"/>
                  </a:lnTo>
                  <a:lnTo>
                    <a:pt x="9352818" y="1474566"/>
                  </a:lnTo>
                  <a:lnTo>
                    <a:pt x="9420156" y="1493711"/>
                  </a:lnTo>
                  <a:lnTo>
                    <a:pt x="9493828" y="1510985"/>
                  </a:lnTo>
                  <a:lnTo>
                    <a:pt x="9574306" y="1526598"/>
                  </a:lnTo>
                  <a:lnTo>
                    <a:pt x="9661719" y="1540714"/>
                  </a:lnTo>
                  <a:lnTo>
                    <a:pt x="9755685" y="1553447"/>
                  </a:lnTo>
                  <a:lnTo>
                    <a:pt x="9855125" y="1564860"/>
                  </a:lnTo>
                  <a:lnTo>
                    <a:pt x="9958099" y="1574973"/>
                  </a:lnTo>
                  <a:lnTo>
                    <a:pt x="10061730" y="1583771"/>
                  </a:lnTo>
                  <a:lnTo>
                    <a:pt x="10162284" y="1591225"/>
                  </a:lnTo>
                  <a:lnTo>
                    <a:pt x="10255497" y="1597313"/>
                  </a:lnTo>
                  <a:lnTo>
                    <a:pt x="10337135" y="1602048"/>
                  </a:lnTo>
                  <a:lnTo>
                    <a:pt x="10403726" y="1605502"/>
                  </a:lnTo>
                  <a:lnTo>
                    <a:pt x="10453265" y="1607813"/>
                  </a:lnTo>
                  <a:lnTo>
                    <a:pt x="10485696" y="1609180"/>
                  </a:lnTo>
                  <a:lnTo>
                    <a:pt x="10503045" y="1609843"/>
                  </a:lnTo>
                  <a:lnTo>
                    <a:pt x="10509257" y="1610059"/>
                  </a:lnTo>
                  <a:lnTo>
                    <a:pt x="10509911" y="1610080"/>
                  </a:lnTo>
                  <a:lnTo>
                    <a:pt x="11981298" y="161008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39" name="pl1939"/>
            <p:cNvSpPr/>
            <p:nvPr/>
          </p:nvSpPr>
          <p:spPr>
            <a:xfrm>
              <a:off x="4799595" y="4415833"/>
              <a:ext cx="11981298" cy="6097056"/>
            </a:xfrm>
            <a:custGeom>
              <a:avLst/>
              <a:pathLst>
                <a:path w="11981298" h="6097056">
                  <a:moveTo>
                    <a:pt x="11981298" y="1610080"/>
                  </a:moveTo>
                  <a:lnTo>
                    <a:pt x="10509911" y="1610080"/>
                  </a:lnTo>
                  <a:lnTo>
                    <a:pt x="10508704" y="1610041"/>
                  </a:lnTo>
                  <a:lnTo>
                    <a:pt x="10500783" y="1609760"/>
                  </a:lnTo>
                  <a:lnTo>
                    <a:pt x="10480851" y="1608985"/>
                  </a:lnTo>
                  <a:lnTo>
                    <a:pt x="10445305" y="1607458"/>
                  </a:lnTo>
                  <a:lnTo>
                    <a:pt x="10392501" y="1604947"/>
                  </a:lnTo>
                  <a:lnTo>
                    <a:pt x="10322882" y="1601261"/>
                  </a:lnTo>
                  <a:lnTo>
                    <a:pt x="10238776" y="1596275"/>
                  </a:lnTo>
                  <a:lnTo>
                    <a:pt x="10143854" y="1589931"/>
                  </a:lnTo>
                  <a:lnTo>
                    <a:pt x="10042407" y="1582223"/>
                  </a:lnTo>
                  <a:lnTo>
                    <a:pt x="9938638" y="1573176"/>
                  </a:lnTo>
                  <a:lnTo>
                    <a:pt x="9836135" y="1562818"/>
                  </a:lnTo>
                  <a:lnTo>
                    <a:pt x="9737602" y="1551160"/>
                  </a:lnTo>
                  <a:lnTo>
                    <a:pt x="9644807" y="1538175"/>
                  </a:lnTo>
                  <a:lnTo>
                    <a:pt x="9558682" y="1523788"/>
                  </a:lnTo>
                  <a:lnTo>
                    <a:pt x="9479503" y="1507878"/>
                  </a:lnTo>
                  <a:lnTo>
                    <a:pt x="9407064" y="1490270"/>
                  </a:lnTo>
                  <a:lnTo>
                    <a:pt x="9340842" y="1470747"/>
                  </a:lnTo>
                  <a:lnTo>
                    <a:pt x="9280127" y="1449052"/>
                  </a:lnTo>
                  <a:lnTo>
                    <a:pt x="9224113" y="1424907"/>
                  </a:lnTo>
                  <a:lnTo>
                    <a:pt x="9171967" y="1398037"/>
                  </a:lnTo>
                  <a:lnTo>
                    <a:pt x="9122888" y="1368215"/>
                  </a:lnTo>
                  <a:lnTo>
                    <a:pt x="9084767" y="1341733"/>
                  </a:lnTo>
                  <a:lnTo>
                    <a:pt x="9039044" y="1306015"/>
                  </a:lnTo>
                  <a:lnTo>
                    <a:pt x="8994643" y="1267107"/>
                  </a:lnTo>
                  <a:lnTo>
                    <a:pt x="8951125" y="1224951"/>
                  </a:lnTo>
                  <a:lnTo>
                    <a:pt x="8908157" y="1179569"/>
                  </a:lnTo>
                  <a:lnTo>
                    <a:pt x="8865489" y="1131076"/>
                  </a:lnTo>
                  <a:lnTo>
                    <a:pt x="8822943" y="1079681"/>
                  </a:lnTo>
                  <a:lnTo>
                    <a:pt x="8780404" y="1025696"/>
                  </a:lnTo>
                  <a:lnTo>
                    <a:pt x="8737808" y="969527"/>
                  </a:lnTo>
                  <a:lnTo>
                    <a:pt x="8695135" y="911671"/>
                  </a:lnTo>
                  <a:lnTo>
                    <a:pt x="8652395" y="852691"/>
                  </a:lnTo>
                  <a:lnTo>
                    <a:pt x="8609621" y="793201"/>
                  </a:lnTo>
                  <a:lnTo>
                    <a:pt x="8566856" y="733839"/>
                  </a:lnTo>
                  <a:lnTo>
                    <a:pt x="8524139" y="675234"/>
                  </a:lnTo>
                  <a:lnTo>
                    <a:pt x="8481497" y="617985"/>
                  </a:lnTo>
                  <a:lnTo>
                    <a:pt x="8438929" y="562630"/>
                  </a:lnTo>
                  <a:lnTo>
                    <a:pt x="8396397" y="509631"/>
                  </a:lnTo>
                  <a:lnTo>
                    <a:pt x="8353820" y="459358"/>
                  </a:lnTo>
                  <a:lnTo>
                    <a:pt x="8311057" y="412083"/>
                  </a:lnTo>
                  <a:lnTo>
                    <a:pt x="8267905" y="367975"/>
                  </a:lnTo>
                  <a:lnTo>
                    <a:pt x="8224081" y="327113"/>
                  </a:lnTo>
                  <a:lnTo>
                    <a:pt x="8179214" y="289484"/>
                  </a:lnTo>
                  <a:lnTo>
                    <a:pt x="8151487" y="268346"/>
                  </a:lnTo>
                  <a:lnTo>
                    <a:pt x="8104360" y="236040"/>
                  </a:lnTo>
                  <a:lnTo>
                    <a:pt x="8054764" y="206785"/>
                  </a:lnTo>
                  <a:lnTo>
                    <a:pt x="8001955" y="180445"/>
                  </a:lnTo>
                  <a:lnTo>
                    <a:pt x="7945123" y="156781"/>
                  </a:lnTo>
                  <a:lnTo>
                    <a:pt x="7883435" y="135514"/>
                  </a:lnTo>
                  <a:lnTo>
                    <a:pt x="7816097" y="116369"/>
                  </a:lnTo>
                  <a:lnTo>
                    <a:pt x="7742426" y="99095"/>
                  </a:lnTo>
                  <a:lnTo>
                    <a:pt x="7661948" y="83482"/>
                  </a:lnTo>
                  <a:lnTo>
                    <a:pt x="7574534" y="69366"/>
                  </a:lnTo>
                  <a:lnTo>
                    <a:pt x="7480568" y="56633"/>
                  </a:lnTo>
                  <a:lnTo>
                    <a:pt x="7381129" y="45220"/>
                  </a:lnTo>
                  <a:lnTo>
                    <a:pt x="7278154" y="35107"/>
                  </a:lnTo>
                  <a:lnTo>
                    <a:pt x="7174524" y="26308"/>
                  </a:lnTo>
                  <a:lnTo>
                    <a:pt x="7073969" y="18855"/>
                  </a:lnTo>
                  <a:lnTo>
                    <a:pt x="6980756" y="12767"/>
                  </a:lnTo>
                  <a:lnTo>
                    <a:pt x="6899118" y="8032"/>
                  </a:lnTo>
                  <a:lnTo>
                    <a:pt x="6832528" y="4577"/>
                  </a:lnTo>
                  <a:lnTo>
                    <a:pt x="6782989" y="2267"/>
                  </a:lnTo>
                  <a:lnTo>
                    <a:pt x="6750558" y="900"/>
                  </a:lnTo>
                  <a:lnTo>
                    <a:pt x="6733208" y="237"/>
                  </a:lnTo>
                  <a:lnTo>
                    <a:pt x="6726996" y="21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145" y="99"/>
                  </a:lnTo>
                  <a:lnTo>
                    <a:pt x="5248779" y="804"/>
                  </a:lnTo>
                  <a:lnTo>
                    <a:pt x="5235126" y="2753"/>
                  </a:lnTo>
                  <a:lnTo>
                    <a:pt x="5210400" y="6596"/>
                  </a:lnTo>
                  <a:lnTo>
                    <a:pt x="5172902" y="12959"/>
                  </a:lnTo>
                  <a:lnTo>
                    <a:pt x="5122139" y="22395"/>
                  </a:lnTo>
                  <a:lnTo>
                    <a:pt x="5058822" y="35335"/>
                  </a:lnTo>
                  <a:lnTo>
                    <a:pt x="4984707" y="52066"/>
                  </a:lnTo>
                  <a:lnTo>
                    <a:pt x="4902295" y="72727"/>
                  </a:lnTo>
                  <a:lnTo>
                    <a:pt x="4814449" y="97339"/>
                  </a:lnTo>
                  <a:lnTo>
                    <a:pt x="4724028" y="125845"/>
                  </a:lnTo>
                  <a:lnTo>
                    <a:pt x="4633596" y="158167"/>
                  </a:lnTo>
                  <a:lnTo>
                    <a:pt x="4545237" y="194251"/>
                  </a:lnTo>
                  <a:lnTo>
                    <a:pt x="4460487" y="234108"/>
                  </a:lnTo>
                  <a:lnTo>
                    <a:pt x="4380347" y="277837"/>
                  </a:lnTo>
                  <a:lnTo>
                    <a:pt x="4305354" y="325644"/>
                  </a:lnTo>
                  <a:lnTo>
                    <a:pt x="4235671" y="377846"/>
                  </a:lnTo>
                  <a:lnTo>
                    <a:pt x="4171179" y="434870"/>
                  </a:lnTo>
                  <a:lnTo>
                    <a:pt x="4111564" y="497246"/>
                  </a:lnTo>
                  <a:lnTo>
                    <a:pt x="4056384" y="565594"/>
                  </a:lnTo>
                  <a:lnTo>
                    <a:pt x="4005121" y="640597"/>
                  </a:lnTo>
                  <a:lnTo>
                    <a:pt x="3957226" y="722970"/>
                  </a:lnTo>
                  <a:lnTo>
                    <a:pt x="3912144" y="813389"/>
                  </a:lnTo>
                  <a:lnTo>
                    <a:pt x="3869344" y="912397"/>
                  </a:lnTo>
                  <a:lnTo>
                    <a:pt x="3829811" y="1016176"/>
                  </a:lnTo>
                  <a:lnTo>
                    <a:pt x="3802919" y="1093722"/>
                  </a:lnTo>
                  <a:lnTo>
                    <a:pt x="3776550" y="1175334"/>
                  </a:lnTo>
                  <a:lnTo>
                    <a:pt x="3750601" y="1261090"/>
                  </a:lnTo>
                  <a:lnTo>
                    <a:pt x="3724985" y="1351037"/>
                  </a:lnTo>
                  <a:lnTo>
                    <a:pt x="3699626" y="1445188"/>
                  </a:lnTo>
                  <a:lnTo>
                    <a:pt x="3674462" y="1543517"/>
                  </a:lnTo>
                  <a:lnTo>
                    <a:pt x="3649437" y="1645959"/>
                  </a:lnTo>
                  <a:lnTo>
                    <a:pt x="3624506" y="1752410"/>
                  </a:lnTo>
                  <a:lnTo>
                    <a:pt x="3599634" y="1862718"/>
                  </a:lnTo>
                  <a:lnTo>
                    <a:pt x="3574790" y="1976690"/>
                  </a:lnTo>
                  <a:lnTo>
                    <a:pt x="3549953" y="2094087"/>
                  </a:lnTo>
                  <a:lnTo>
                    <a:pt x="3525106" y="2214628"/>
                  </a:lnTo>
                  <a:lnTo>
                    <a:pt x="3500239" y="2337990"/>
                  </a:lnTo>
                  <a:lnTo>
                    <a:pt x="3475346" y="2463812"/>
                  </a:lnTo>
                  <a:lnTo>
                    <a:pt x="3450425" y="2591696"/>
                  </a:lnTo>
                  <a:lnTo>
                    <a:pt x="3425480" y="2721217"/>
                  </a:lnTo>
                  <a:lnTo>
                    <a:pt x="3400515" y="2851924"/>
                  </a:lnTo>
                  <a:lnTo>
                    <a:pt x="3375538" y="2983349"/>
                  </a:lnTo>
                  <a:lnTo>
                    <a:pt x="3350556" y="3115014"/>
                  </a:lnTo>
                  <a:lnTo>
                    <a:pt x="3325579" y="3246434"/>
                  </a:lnTo>
                  <a:lnTo>
                    <a:pt x="3300614" y="3377132"/>
                  </a:lnTo>
                  <a:lnTo>
                    <a:pt x="3275669" y="3506639"/>
                  </a:lnTo>
                  <a:lnTo>
                    <a:pt x="3250749" y="3634505"/>
                  </a:lnTo>
                  <a:lnTo>
                    <a:pt x="3225856" y="3760304"/>
                  </a:lnTo>
                  <a:lnTo>
                    <a:pt x="3200989" y="3883639"/>
                  </a:lnTo>
                  <a:lnTo>
                    <a:pt x="3176142" y="4004151"/>
                  </a:lnTo>
                  <a:lnTo>
                    <a:pt x="3151305" y="4121515"/>
                  </a:lnTo>
                  <a:lnTo>
                    <a:pt x="3126461" y="4235452"/>
                  </a:lnTo>
                  <a:lnTo>
                    <a:pt x="3101588" y="4345723"/>
                  </a:lnTo>
                  <a:lnTo>
                    <a:pt x="3076657" y="4452134"/>
                  </a:lnTo>
                  <a:lnTo>
                    <a:pt x="3051631" y="4554536"/>
                  </a:lnTo>
                  <a:lnTo>
                    <a:pt x="3026465" y="4652824"/>
                  </a:lnTo>
                  <a:lnTo>
                    <a:pt x="3001104" y="4746933"/>
                  </a:lnTo>
                  <a:lnTo>
                    <a:pt x="2975485" y="4836838"/>
                  </a:lnTo>
                  <a:lnTo>
                    <a:pt x="2949533" y="4922553"/>
                  </a:lnTo>
                  <a:lnTo>
                    <a:pt x="2923159" y="5004124"/>
                  </a:lnTo>
                  <a:lnTo>
                    <a:pt x="2896531" y="5080880"/>
                  </a:lnTo>
                  <a:lnTo>
                    <a:pt x="2855475" y="5188416"/>
                  </a:lnTo>
                  <a:lnTo>
                    <a:pt x="2812601" y="5287105"/>
                  </a:lnTo>
                  <a:lnTo>
                    <a:pt x="2767426" y="5377220"/>
                  </a:lnTo>
                  <a:lnTo>
                    <a:pt x="2719418" y="5459312"/>
                  </a:lnTo>
                  <a:lnTo>
                    <a:pt x="2668023" y="5534062"/>
                  </a:lnTo>
                  <a:lnTo>
                    <a:pt x="2612689" y="5602180"/>
                  </a:lnTo>
                  <a:lnTo>
                    <a:pt x="2552904" y="5664351"/>
                  </a:lnTo>
                  <a:lnTo>
                    <a:pt x="2488228" y="5721191"/>
                  </a:lnTo>
                  <a:lnTo>
                    <a:pt x="2418352" y="5773226"/>
                  </a:lnTo>
                  <a:lnTo>
                    <a:pt x="2343167" y="5820880"/>
                  </a:lnTo>
                  <a:lnTo>
                    <a:pt x="2262848" y="5864465"/>
                  </a:lnTo>
                  <a:lnTo>
                    <a:pt x="2177946" y="5904184"/>
                  </a:lnTo>
                  <a:lnTo>
                    <a:pt x="2089481" y="5940131"/>
                  </a:lnTo>
                  <a:lnTo>
                    <a:pt x="1999009" y="5972316"/>
                  </a:lnTo>
                  <a:lnTo>
                    <a:pt x="1908635" y="6000681"/>
                  </a:lnTo>
                  <a:lnTo>
                    <a:pt x="1820935" y="6025150"/>
                  </a:lnTo>
                  <a:lnTo>
                    <a:pt x="1738776" y="6045667"/>
                  </a:lnTo>
                  <a:lnTo>
                    <a:pt x="1665014" y="6062257"/>
                  </a:lnTo>
                  <a:lnTo>
                    <a:pt x="1602128" y="6075064"/>
                  </a:lnTo>
                  <a:lnTo>
                    <a:pt x="1551842" y="6084379"/>
                  </a:lnTo>
                  <a:lnTo>
                    <a:pt x="1514825" y="6090640"/>
                  </a:lnTo>
                  <a:lnTo>
                    <a:pt x="1490539" y="6094403"/>
                  </a:lnTo>
                  <a:lnTo>
                    <a:pt x="1477242" y="6096295"/>
                  </a:lnTo>
                  <a:lnTo>
                    <a:pt x="1472114" y="6096968"/>
                  </a:lnTo>
                  <a:lnTo>
                    <a:pt x="1471387" y="6097056"/>
                  </a:lnTo>
                  <a:lnTo>
                    <a:pt x="0" y="609705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40" name="pg1940"/>
            <p:cNvSpPr/>
            <p:nvPr/>
          </p:nvSpPr>
          <p:spPr>
            <a:xfrm>
              <a:off x="4799595" y="8208104"/>
              <a:ext cx="11981298" cy="3007663"/>
            </a:xfrm>
            <a:custGeom>
              <a:avLst/>
              <a:pathLst>
                <a:path w="11981298" h="3007663">
                  <a:moveTo>
                    <a:pt x="0" y="2394688"/>
                  </a:moveTo>
                  <a:lnTo>
                    <a:pt x="1471387" y="2394688"/>
                  </a:lnTo>
                  <a:lnTo>
                    <a:pt x="1472620" y="2394703"/>
                  </a:lnTo>
                  <a:lnTo>
                    <a:pt x="1480712" y="2394813"/>
                  </a:lnTo>
                  <a:lnTo>
                    <a:pt x="1501061" y="2395115"/>
                  </a:lnTo>
                  <a:lnTo>
                    <a:pt x="1537315" y="2395709"/>
                  </a:lnTo>
                  <a:lnTo>
                    <a:pt x="1591100" y="2396686"/>
                  </a:lnTo>
                  <a:lnTo>
                    <a:pt x="1661892" y="2398120"/>
                  </a:lnTo>
                  <a:lnTo>
                    <a:pt x="1747245" y="2400057"/>
                  </a:lnTo>
                  <a:lnTo>
                    <a:pt x="1843356" y="2402520"/>
                  </a:lnTo>
                  <a:lnTo>
                    <a:pt x="1945826" y="2405509"/>
                  </a:lnTo>
                  <a:lnTo>
                    <a:pt x="2050386" y="2409015"/>
                  </a:lnTo>
                  <a:lnTo>
                    <a:pt x="2153423" y="2413026"/>
                  </a:lnTo>
                  <a:lnTo>
                    <a:pt x="2252251" y="2417541"/>
                  </a:lnTo>
                  <a:lnTo>
                    <a:pt x="2345140" y="2422570"/>
                  </a:lnTo>
                  <a:lnTo>
                    <a:pt x="2431205" y="2428144"/>
                  </a:lnTo>
                  <a:lnTo>
                    <a:pt x="2510224" y="2434314"/>
                  </a:lnTo>
                  <a:lnTo>
                    <a:pt x="2582448" y="2441148"/>
                  </a:lnTo>
                  <a:lnTo>
                    <a:pt x="2648440" y="2448733"/>
                  </a:lnTo>
                  <a:lnTo>
                    <a:pt x="2708944" y="2457170"/>
                  </a:lnTo>
                  <a:lnTo>
                    <a:pt x="2764789" y="2466569"/>
                  </a:lnTo>
                  <a:lnTo>
                    <a:pt x="2816825" y="2477035"/>
                  </a:lnTo>
                  <a:lnTo>
                    <a:pt x="2865866" y="2488652"/>
                  </a:lnTo>
                  <a:lnTo>
                    <a:pt x="2896531" y="2496850"/>
                  </a:lnTo>
                  <a:lnTo>
                    <a:pt x="2950399" y="2513047"/>
                  </a:lnTo>
                  <a:lnTo>
                    <a:pt x="3002540" y="2530946"/>
                  </a:lnTo>
                  <a:lnTo>
                    <a:pt x="3053628" y="2550571"/>
                  </a:lnTo>
                  <a:lnTo>
                    <a:pt x="3104148" y="2571883"/>
                  </a:lnTo>
                  <a:lnTo>
                    <a:pt x="3154435" y="2594770"/>
                  </a:lnTo>
                  <a:lnTo>
                    <a:pt x="3204699" y="2619050"/>
                  </a:lnTo>
                  <a:lnTo>
                    <a:pt x="3255045" y="2644467"/>
                  </a:lnTo>
                  <a:lnTo>
                    <a:pt x="3305497" y="2670702"/>
                  </a:lnTo>
                  <a:lnTo>
                    <a:pt x="3356024" y="2697388"/>
                  </a:lnTo>
                  <a:lnTo>
                    <a:pt x="3406561" y="2724131"/>
                  </a:lnTo>
                  <a:lnTo>
                    <a:pt x="3457040" y="2750533"/>
                  </a:lnTo>
                  <a:lnTo>
                    <a:pt x="3507417" y="2776216"/>
                  </a:lnTo>
                  <a:lnTo>
                    <a:pt x="3557697" y="2800846"/>
                  </a:lnTo>
                  <a:lnTo>
                    <a:pt x="3607961" y="2824149"/>
                  </a:lnTo>
                  <a:lnTo>
                    <a:pt x="3658387" y="2845920"/>
                  </a:lnTo>
                  <a:lnTo>
                    <a:pt x="3709272" y="2866029"/>
                  </a:lnTo>
                  <a:lnTo>
                    <a:pt x="3761056" y="2884417"/>
                  </a:lnTo>
                  <a:lnTo>
                    <a:pt x="3814354" y="2901089"/>
                  </a:lnTo>
                  <a:lnTo>
                    <a:pt x="3829811" y="2905500"/>
                  </a:lnTo>
                  <a:lnTo>
                    <a:pt x="3877298" y="2917887"/>
                  </a:lnTo>
                  <a:lnTo>
                    <a:pt x="3927296" y="2929095"/>
                  </a:lnTo>
                  <a:lnTo>
                    <a:pt x="3980566" y="2939178"/>
                  </a:lnTo>
                  <a:lnTo>
                    <a:pt x="4037940" y="2948229"/>
                  </a:lnTo>
                  <a:lnTo>
                    <a:pt x="4100267" y="2956357"/>
                  </a:lnTo>
                  <a:lnTo>
                    <a:pt x="4168357" y="2963669"/>
                  </a:lnTo>
                  <a:lnTo>
                    <a:pt x="4242901" y="2970262"/>
                  </a:lnTo>
                  <a:lnTo>
                    <a:pt x="4324371" y="2976216"/>
                  </a:lnTo>
                  <a:lnTo>
                    <a:pt x="4412872" y="2981596"/>
                  </a:lnTo>
                  <a:lnTo>
                    <a:pt x="4507974" y="2986443"/>
                  </a:lnTo>
                  <a:lnTo>
                    <a:pt x="4608515" y="2990781"/>
                  </a:lnTo>
                  <a:lnTo>
                    <a:pt x="4712439" y="2994617"/>
                  </a:lnTo>
                  <a:lnTo>
                    <a:pt x="4816722" y="2997944"/>
                  </a:lnTo>
                  <a:lnTo>
                    <a:pt x="4917478" y="3000751"/>
                  </a:lnTo>
                  <a:lnTo>
                    <a:pt x="5010321" y="3003029"/>
                  </a:lnTo>
                  <a:lnTo>
                    <a:pt x="5090970" y="3004787"/>
                  </a:lnTo>
                  <a:lnTo>
                    <a:pt x="5156015" y="3006054"/>
                  </a:lnTo>
                  <a:lnTo>
                    <a:pt x="5203632" y="3006889"/>
                  </a:lnTo>
                  <a:lnTo>
                    <a:pt x="5234043" y="3007370"/>
                  </a:lnTo>
                  <a:lnTo>
                    <a:pt x="5249604" y="3007593"/>
                  </a:lnTo>
                  <a:lnTo>
                    <a:pt x="5254608" y="3007659"/>
                  </a:lnTo>
                  <a:lnTo>
                    <a:pt x="5254955" y="3007663"/>
                  </a:lnTo>
                  <a:lnTo>
                    <a:pt x="6726343" y="3007663"/>
                  </a:lnTo>
                  <a:lnTo>
                    <a:pt x="6727479" y="3007594"/>
                  </a:lnTo>
                  <a:lnTo>
                    <a:pt x="6734950" y="3007102"/>
                  </a:lnTo>
                  <a:lnTo>
                    <a:pt x="6753785" y="3005744"/>
                  </a:lnTo>
                  <a:lnTo>
                    <a:pt x="6787462" y="3003070"/>
                  </a:lnTo>
                  <a:lnTo>
                    <a:pt x="6837663" y="2998663"/>
                  </a:lnTo>
                  <a:lnTo>
                    <a:pt x="6904147" y="2992186"/>
                  </a:lnTo>
                  <a:lnTo>
                    <a:pt x="6984897" y="2983403"/>
                  </a:lnTo>
                  <a:lnTo>
                    <a:pt x="7076584" y="2972198"/>
                  </a:lnTo>
                  <a:lnTo>
                    <a:pt x="7175209" y="2958550"/>
                  </a:lnTo>
                  <a:lnTo>
                    <a:pt x="7276759" y="2942496"/>
                  </a:lnTo>
                  <a:lnTo>
                    <a:pt x="7377720" y="2924091"/>
                  </a:lnTo>
                  <a:lnTo>
                    <a:pt x="7475361" y="2903359"/>
                  </a:lnTo>
                  <a:lnTo>
                    <a:pt x="7567822" y="2880272"/>
                  </a:lnTo>
                  <a:lnTo>
                    <a:pt x="7654040" y="2854722"/>
                  </a:lnTo>
                  <a:lnTo>
                    <a:pt x="7733608" y="2826517"/>
                  </a:lnTo>
                  <a:lnTo>
                    <a:pt x="7806605" y="2795379"/>
                  </a:lnTo>
                  <a:lnTo>
                    <a:pt x="7873445" y="2760949"/>
                  </a:lnTo>
                  <a:lnTo>
                    <a:pt x="7934749" y="2722796"/>
                  </a:lnTo>
                  <a:lnTo>
                    <a:pt x="7991254" y="2680443"/>
                  </a:lnTo>
                  <a:lnTo>
                    <a:pt x="8043739" y="2633398"/>
                  </a:lnTo>
                  <a:lnTo>
                    <a:pt x="8092977" y="2581218"/>
                  </a:lnTo>
                  <a:lnTo>
                    <a:pt x="8139686" y="2523611"/>
                  </a:lnTo>
                  <a:lnTo>
                    <a:pt x="8151487" y="2507748"/>
                  </a:lnTo>
                  <a:lnTo>
                    <a:pt x="8188315" y="2454790"/>
                  </a:lnTo>
                  <a:lnTo>
                    <a:pt x="8224230" y="2398023"/>
                  </a:lnTo>
                  <a:lnTo>
                    <a:pt x="8259475" y="2337370"/>
                  </a:lnTo>
                  <a:lnTo>
                    <a:pt x="8294247" y="2272813"/>
                  </a:lnTo>
                  <a:lnTo>
                    <a:pt x="8328705" y="2204398"/>
                  </a:lnTo>
                  <a:lnTo>
                    <a:pt x="8362974" y="2132246"/>
                  </a:lnTo>
                  <a:lnTo>
                    <a:pt x="8397146" y="2056552"/>
                  </a:lnTo>
                  <a:lnTo>
                    <a:pt x="8431291" y="1977587"/>
                  </a:lnTo>
                  <a:lnTo>
                    <a:pt x="8465454" y="1895702"/>
                  </a:lnTo>
                  <a:lnTo>
                    <a:pt x="8499659" y="1811317"/>
                  </a:lnTo>
                  <a:lnTo>
                    <a:pt x="8533916" y="1724921"/>
                  </a:lnTo>
                  <a:lnTo>
                    <a:pt x="8568217" y="1637055"/>
                  </a:lnTo>
                  <a:lnTo>
                    <a:pt x="8602550" y="1548301"/>
                  </a:lnTo>
                  <a:lnTo>
                    <a:pt x="8636893" y="1459268"/>
                  </a:lnTo>
                  <a:lnTo>
                    <a:pt x="8671224" y="1370572"/>
                  </a:lnTo>
                  <a:lnTo>
                    <a:pt x="8705522" y="1282818"/>
                  </a:lnTo>
                  <a:lnTo>
                    <a:pt x="8739773" y="1196587"/>
                  </a:lnTo>
                  <a:lnTo>
                    <a:pt x="8773974" y="1112415"/>
                  </a:lnTo>
                  <a:lnTo>
                    <a:pt x="8808134" y="1030784"/>
                  </a:lnTo>
                  <a:lnTo>
                    <a:pt x="8842279" y="952110"/>
                  </a:lnTo>
                  <a:lnTo>
                    <a:pt x="8876458" y="876734"/>
                  </a:lnTo>
                  <a:lnTo>
                    <a:pt x="8910739" y="804922"/>
                  </a:lnTo>
                  <a:lnTo>
                    <a:pt x="8945220" y="736862"/>
                  </a:lnTo>
                  <a:lnTo>
                    <a:pt x="8980029" y="672666"/>
                  </a:lnTo>
                  <a:lnTo>
                    <a:pt x="9015328" y="612376"/>
                  </a:lnTo>
                  <a:lnTo>
                    <a:pt x="9051316" y="555967"/>
                  </a:lnTo>
                  <a:lnTo>
                    <a:pt x="9084767" y="508088"/>
                  </a:lnTo>
                  <a:lnTo>
                    <a:pt x="9130924" y="449056"/>
                  </a:lnTo>
                  <a:lnTo>
                    <a:pt x="9179440" y="395485"/>
                  </a:lnTo>
                  <a:lnTo>
                    <a:pt x="9231008" y="347144"/>
                  </a:lnTo>
                  <a:lnTo>
                    <a:pt x="9286393" y="303619"/>
                  </a:lnTo>
                  <a:lnTo>
                    <a:pt x="9346377" y="264422"/>
                  </a:lnTo>
                  <a:lnTo>
                    <a:pt x="9411713" y="229069"/>
                  </a:lnTo>
                  <a:lnTo>
                    <a:pt x="9483060" y="197113"/>
                  </a:lnTo>
                  <a:lnTo>
                    <a:pt x="9560897" y="168176"/>
                  </a:lnTo>
                  <a:lnTo>
                    <a:pt x="9645404" y="141958"/>
                  </a:lnTo>
                  <a:lnTo>
                    <a:pt x="9736315" y="118245"/>
                  </a:lnTo>
                  <a:lnTo>
                    <a:pt x="9832755" y="96907"/>
                  </a:lnTo>
                  <a:lnTo>
                    <a:pt x="9933081" y="77897"/>
                  </a:lnTo>
                  <a:lnTo>
                    <a:pt x="10034788" y="61228"/>
                  </a:lnTo>
                  <a:lnTo>
                    <a:pt x="10134546" y="46949"/>
                  </a:lnTo>
                  <a:lnTo>
                    <a:pt x="10228431" y="35108"/>
                  </a:lnTo>
                  <a:lnTo>
                    <a:pt x="10312382" y="25703"/>
                  </a:lnTo>
                  <a:lnTo>
                    <a:pt x="10382829" y="18644"/>
                  </a:lnTo>
                  <a:lnTo>
                    <a:pt x="10437361" y="13729"/>
                  </a:lnTo>
                  <a:lnTo>
                    <a:pt x="10475247" y="10642"/>
                  </a:lnTo>
                  <a:lnTo>
                    <a:pt x="10497672" y="8984"/>
                  </a:lnTo>
                  <a:lnTo>
                    <a:pt x="10507670" y="8311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8774" y="68"/>
                  </a:lnTo>
                  <a:lnTo>
                    <a:pt x="10501303" y="560"/>
                  </a:lnTo>
                  <a:lnTo>
                    <a:pt x="10482468" y="1918"/>
                  </a:lnTo>
                  <a:lnTo>
                    <a:pt x="10448791" y="4593"/>
                  </a:lnTo>
                  <a:lnTo>
                    <a:pt x="10398590" y="8999"/>
                  </a:lnTo>
                  <a:lnTo>
                    <a:pt x="10332106" y="15477"/>
                  </a:lnTo>
                  <a:lnTo>
                    <a:pt x="10251356" y="24259"/>
                  </a:lnTo>
                  <a:lnTo>
                    <a:pt x="10159669" y="35464"/>
                  </a:lnTo>
                  <a:lnTo>
                    <a:pt x="10061044" y="49113"/>
                  </a:lnTo>
                  <a:lnTo>
                    <a:pt x="9959494" y="65166"/>
                  </a:lnTo>
                  <a:lnTo>
                    <a:pt x="9858533" y="83572"/>
                  </a:lnTo>
                  <a:lnTo>
                    <a:pt x="9760892" y="104303"/>
                  </a:lnTo>
                  <a:lnTo>
                    <a:pt x="9668431" y="127390"/>
                  </a:lnTo>
                  <a:lnTo>
                    <a:pt x="9582213" y="152940"/>
                  </a:lnTo>
                  <a:lnTo>
                    <a:pt x="9502645" y="181145"/>
                  </a:lnTo>
                  <a:lnTo>
                    <a:pt x="9429648" y="212283"/>
                  </a:lnTo>
                  <a:lnTo>
                    <a:pt x="9362808" y="246714"/>
                  </a:lnTo>
                  <a:lnTo>
                    <a:pt x="9301504" y="284866"/>
                  </a:lnTo>
                  <a:lnTo>
                    <a:pt x="9244999" y="327219"/>
                  </a:lnTo>
                  <a:lnTo>
                    <a:pt x="9192514" y="374264"/>
                  </a:lnTo>
                  <a:lnTo>
                    <a:pt x="9143276" y="426444"/>
                  </a:lnTo>
                  <a:lnTo>
                    <a:pt x="9096567" y="484051"/>
                  </a:lnTo>
                  <a:lnTo>
                    <a:pt x="9084767" y="499915"/>
                  </a:lnTo>
                  <a:lnTo>
                    <a:pt x="9047938" y="552873"/>
                  </a:lnTo>
                  <a:lnTo>
                    <a:pt x="9012023" y="609639"/>
                  </a:lnTo>
                  <a:lnTo>
                    <a:pt x="8976778" y="670292"/>
                  </a:lnTo>
                  <a:lnTo>
                    <a:pt x="8942006" y="734850"/>
                  </a:lnTo>
                  <a:lnTo>
                    <a:pt x="8907548" y="803264"/>
                  </a:lnTo>
                  <a:lnTo>
                    <a:pt x="8873280" y="875416"/>
                  </a:lnTo>
                  <a:lnTo>
                    <a:pt x="8839107" y="951111"/>
                  </a:lnTo>
                  <a:lnTo>
                    <a:pt x="8804962" y="1030075"/>
                  </a:lnTo>
                  <a:lnTo>
                    <a:pt x="8770799" y="1111961"/>
                  </a:lnTo>
                  <a:lnTo>
                    <a:pt x="8736594" y="1196345"/>
                  </a:lnTo>
                  <a:lnTo>
                    <a:pt x="8702338" y="1282741"/>
                  </a:lnTo>
                  <a:lnTo>
                    <a:pt x="8668036" y="1370607"/>
                  </a:lnTo>
                  <a:lnTo>
                    <a:pt x="8633703" y="1459361"/>
                  </a:lnTo>
                  <a:lnTo>
                    <a:pt x="8599360" y="1548394"/>
                  </a:lnTo>
                  <a:lnTo>
                    <a:pt x="8565029" y="1637091"/>
                  </a:lnTo>
                  <a:lnTo>
                    <a:pt x="8530731" y="1724844"/>
                  </a:lnTo>
                  <a:lnTo>
                    <a:pt x="8496480" y="1811076"/>
                  </a:lnTo>
                  <a:lnTo>
                    <a:pt x="8462279" y="1895247"/>
                  </a:lnTo>
                  <a:lnTo>
                    <a:pt x="8428119" y="1976878"/>
                  </a:lnTo>
                  <a:lnTo>
                    <a:pt x="8393974" y="2055553"/>
                  </a:lnTo>
                  <a:lnTo>
                    <a:pt x="8359796" y="2130929"/>
                  </a:lnTo>
                  <a:lnTo>
                    <a:pt x="8325514" y="2202740"/>
                  </a:lnTo>
                  <a:lnTo>
                    <a:pt x="8291033" y="2270800"/>
                  </a:lnTo>
                  <a:lnTo>
                    <a:pt x="8256224" y="2334996"/>
                  </a:lnTo>
                  <a:lnTo>
                    <a:pt x="8220926" y="2395286"/>
                  </a:lnTo>
                  <a:lnTo>
                    <a:pt x="8184937" y="2451695"/>
                  </a:lnTo>
                  <a:lnTo>
                    <a:pt x="8151487" y="2499575"/>
                  </a:lnTo>
                  <a:lnTo>
                    <a:pt x="8105329" y="2558607"/>
                  </a:lnTo>
                  <a:lnTo>
                    <a:pt x="8056814" y="2612178"/>
                  </a:lnTo>
                  <a:lnTo>
                    <a:pt x="8005245" y="2660518"/>
                  </a:lnTo>
                  <a:lnTo>
                    <a:pt x="7949860" y="2704044"/>
                  </a:lnTo>
                  <a:lnTo>
                    <a:pt x="7889876" y="2743240"/>
                  </a:lnTo>
                  <a:lnTo>
                    <a:pt x="7824540" y="2778594"/>
                  </a:lnTo>
                  <a:lnTo>
                    <a:pt x="7753193" y="2810549"/>
                  </a:lnTo>
                  <a:lnTo>
                    <a:pt x="7675356" y="2839486"/>
                  </a:lnTo>
                  <a:lnTo>
                    <a:pt x="7590849" y="2865704"/>
                  </a:lnTo>
                  <a:lnTo>
                    <a:pt x="7499938" y="2889417"/>
                  </a:lnTo>
                  <a:lnTo>
                    <a:pt x="7403498" y="2910755"/>
                  </a:lnTo>
                  <a:lnTo>
                    <a:pt x="7303172" y="2929766"/>
                  </a:lnTo>
                  <a:lnTo>
                    <a:pt x="7201465" y="2946435"/>
                  </a:lnTo>
                  <a:lnTo>
                    <a:pt x="7101707" y="2960713"/>
                  </a:lnTo>
                  <a:lnTo>
                    <a:pt x="7007822" y="2972554"/>
                  </a:lnTo>
                  <a:lnTo>
                    <a:pt x="6923871" y="2981959"/>
                  </a:lnTo>
                  <a:lnTo>
                    <a:pt x="6853424" y="2989018"/>
                  </a:lnTo>
                  <a:lnTo>
                    <a:pt x="6798892" y="2993934"/>
                  </a:lnTo>
                  <a:lnTo>
                    <a:pt x="6761006" y="2997020"/>
                  </a:lnTo>
                  <a:lnTo>
                    <a:pt x="6738581" y="2998678"/>
                  </a:lnTo>
                  <a:lnTo>
                    <a:pt x="6728583" y="2999351"/>
                  </a:lnTo>
                  <a:lnTo>
                    <a:pt x="6726343" y="2999490"/>
                  </a:lnTo>
                  <a:lnTo>
                    <a:pt x="5254955" y="2999490"/>
                  </a:lnTo>
                  <a:lnTo>
                    <a:pt x="5253722" y="2999475"/>
                  </a:lnTo>
                  <a:lnTo>
                    <a:pt x="5245630" y="2999365"/>
                  </a:lnTo>
                  <a:lnTo>
                    <a:pt x="5225281" y="2999063"/>
                  </a:lnTo>
                  <a:lnTo>
                    <a:pt x="5189027" y="2998469"/>
                  </a:lnTo>
                  <a:lnTo>
                    <a:pt x="5135242" y="2997492"/>
                  </a:lnTo>
                  <a:lnTo>
                    <a:pt x="5064450" y="2996058"/>
                  </a:lnTo>
                  <a:lnTo>
                    <a:pt x="4979098" y="2994121"/>
                  </a:lnTo>
                  <a:lnTo>
                    <a:pt x="4882986" y="2991658"/>
                  </a:lnTo>
                  <a:lnTo>
                    <a:pt x="4780516" y="2988669"/>
                  </a:lnTo>
                  <a:lnTo>
                    <a:pt x="4675956" y="2985163"/>
                  </a:lnTo>
                  <a:lnTo>
                    <a:pt x="4572919" y="2981151"/>
                  </a:lnTo>
                  <a:lnTo>
                    <a:pt x="4474091" y="2976637"/>
                  </a:lnTo>
                  <a:lnTo>
                    <a:pt x="4381202" y="2971608"/>
                  </a:lnTo>
                  <a:lnTo>
                    <a:pt x="4295137" y="2966033"/>
                  </a:lnTo>
                  <a:lnTo>
                    <a:pt x="4216118" y="2959864"/>
                  </a:lnTo>
                  <a:lnTo>
                    <a:pt x="4143894" y="2953030"/>
                  </a:lnTo>
                  <a:lnTo>
                    <a:pt x="4077902" y="2945445"/>
                  </a:lnTo>
                  <a:lnTo>
                    <a:pt x="4017399" y="2937008"/>
                  </a:lnTo>
                  <a:lnTo>
                    <a:pt x="3961553" y="2927609"/>
                  </a:lnTo>
                  <a:lnTo>
                    <a:pt x="3909517" y="2917143"/>
                  </a:lnTo>
                  <a:lnTo>
                    <a:pt x="3860476" y="2905526"/>
                  </a:lnTo>
                  <a:lnTo>
                    <a:pt x="3829811" y="2897327"/>
                  </a:lnTo>
                  <a:lnTo>
                    <a:pt x="3775943" y="2881131"/>
                  </a:lnTo>
                  <a:lnTo>
                    <a:pt x="3723802" y="2863232"/>
                  </a:lnTo>
                  <a:lnTo>
                    <a:pt x="3672715" y="2843606"/>
                  </a:lnTo>
                  <a:lnTo>
                    <a:pt x="3622195" y="2822295"/>
                  </a:lnTo>
                  <a:lnTo>
                    <a:pt x="3571907" y="2799408"/>
                  </a:lnTo>
                  <a:lnTo>
                    <a:pt x="3521643" y="2775128"/>
                  </a:lnTo>
                  <a:lnTo>
                    <a:pt x="3471297" y="2749711"/>
                  </a:lnTo>
                  <a:lnTo>
                    <a:pt x="3420845" y="2723476"/>
                  </a:lnTo>
                  <a:lnTo>
                    <a:pt x="3370318" y="2696790"/>
                  </a:lnTo>
                  <a:lnTo>
                    <a:pt x="3319781" y="2670047"/>
                  </a:lnTo>
                  <a:lnTo>
                    <a:pt x="3269302" y="2643645"/>
                  </a:lnTo>
                  <a:lnTo>
                    <a:pt x="3218925" y="2617962"/>
                  </a:lnTo>
                  <a:lnTo>
                    <a:pt x="3168645" y="2593332"/>
                  </a:lnTo>
                  <a:lnTo>
                    <a:pt x="3118381" y="2570029"/>
                  </a:lnTo>
                  <a:lnTo>
                    <a:pt x="3067955" y="2548257"/>
                  </a:lnTo>
                  <a:lnTo>
                    <a:pt x="3017070" y="2528149"/>
                  </a:lnTo>
                  <a:lnTo>
                    <a:pt x="2965286" y="2509761"/>
                  </a:lnTo>
                  <a:lnTo>
                    <a:pt x="2911988" y="2493089"/>
                  </a:lnTo>
                  <a:lnTo>
                    <a:pt x="2896531" y="2488677"/>
                  </a:lnTo>
                  <a:lnTo>
                    <a:pt x="2849044" y="2476291"/>
                  </a:lnTo>
                  <a:lnTo>
                    <a:pt x="2799046" y="2465083"/>
                  </a:lnTo>
                  <a:lnTo>
                    <a:pt x="2745776" y="2455000"/>
                  </a:lnTo>
                  <a:lnTo>
                    <a:pt x="2688402" y="2445949"/>
                  </a:lnTo>
                  <a:lnTo>
                    <a:pt x="2626075" y="2437821"/>
                  </a:lnTo>
                  <a:lnTo>
                    <a:pt x="2557985" y="2430509"/>
                  </a:lnTo>
                  <a:lnTo>
                    <a:pt x="2483441" y="2423916"/>
                  </a:lnTo>
                  <a:lnTo>
                    <a:pt x="2401971" y="2417962"/>
                  </a:lnTo>
                  <a:lnTo>
                    <a:pt x="2313470" y="2412582"/>
                  </a:lnTo>
                  <a:lnTo>
                    <a:pt x="2218368" y="2407735"/>
                  </a:lnTo>
                  <a:lnTo>
                    <a:pt x="2117827" y="2403396"/>
                  </a:lnTo>
                  <a:lnTo>
                    <a:pt x="2013903" y="2399561"/>
                  </a:lnTo>
                  <a:lnTo>
                    <a:pt x="1909621" y="2396233"/>
                  </a:lnTo>
                  <a:lnTo>
                    <a:pt x="1808864" y="2393427"/>
                  </a:lnTo>
                  <a:lnTo>
                    <a:pt x="1716022" y="2391149"/>
                  </a:lnTo>
                  <a:lnTo>
                    <a:pt x="1635373" y="2389391"/>
                  </a:lnTo>
                  <a:lnTo>
                    <a:pt x="1570327" y="2388124"/>
                  </a:lnTo>
                  <a:lnTo>
                    <a:pt x="1522710" y="2387289"/>
                  </a:lnTo>
                  <a:lnTo>
                    <a:pt x="1492299" y="2386808"/>
                  </a:lnTo>
                  <a:lnTo>
                    <a:pt x="1476738" y="2386585"/>
                  </a:lnTo>
                  <a:lnTo>
                    <a:pt x="1471734" y="2386519"/>
                  </a:lnTo>
                  <a:lnTo>
                    <a:pt x="1471387" y="2386515"/>
                  </a:lnTo>
                  <a:lnTo>
                    <a:pt x="0" y="2386515"/>
                  </a:lnTo>
                  <a:close/>
                </a:path>
              </a:pathLst>
            </a:custGeom>
            <a:solidFill>
              <a:srgbClr val="F3BA99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941" name="pl1941"/>
            <p:cNvSpPr/>
            <p:nvPr/>
          </p:nvSpPr>
          <p:spPr>
            <a:xfrm>
              <a:off x="4799595" y="8216277"/>
              <a:ext cx="11981298" cy="2999490"/>
            </a:xfrm>
            <a:custGeom>
              <a:avLst/>
              <a:pathLst>
                <a:path w="11981298" h="2999490">
                  <a:moveTo>
                    <a:pt x="0" y="2386515"/>
                  </a:moveTo>
                  <a:lnTo>
                    <a:pt x="1471387" y="2386515"/>
                  </a:lnTo>
                  <a:lnTo>
                    <a:pt x="1472620" y="2386530"/>
                  </a:lnTo>
                  <a:lnTo>
                    <a:pt x="1480712" y="2386640"/>
                  </a:lnTo>
                  <a:lnTo>
                    <a:pt x="1501061" y="2386942"/>
                  </a:lnTo>
                  <a:lnTo>
                    <a:pt x="1537315" y="2387536"/>
                  </a:lnTo>
                  <a:lnTo>
                    <a:pt x="1591100" y="2388513"/>
                  </a:lnTo>
                  <a:lnTo>
                    <a:pt x="1661892" y="2389947"/>
                  </a:lnTo>
                  <a:lnTo>
                    <a:pt x="1747245" y="2391884"/>
                  </a:lnTo>
                  <a:lnTo>
                    <a:pt x="1843356" y="2394347"/>
                  </a:lnTo>
                  <a:lnTo>
                    <a:pt x="1945826" y="2397336"/>
                  </a:lnTo>
                  <a:lnTo>
                    <a:pt x="2050386" y="2400842"/>
                  </a:lnTo>
                  <a:lnTo>
                    <a:pt x="2153423" y="2404853"/>
                  </a:lnTo>
                  <a:lnTo>
                    <a:pt x="2252251" y="2409368"/>
                  </a:lnTo>
                  <a:lnTo>
                    <a:pt x="2345140" y="2414397"/>
                  </a:lnTo>
                  <a:lnTo>
                    <a:pt x="2431205" y="2419971"/>
                  </a:lnTo>
                  <a:lnTo>
                    <a:pt x="2510224" y="2426141"/>
                  </a:lnTo>
                  <a:lnTo>
                    <a:pt x="2582448" y="2432975"/>
                  </a:lnTo>
                  <a:lnTo>
                    <a:pt x="2648440" y="2440560"/>
                  </a:lnTo>
                  <a:lnTo>
                    <a:pt x="2708944" y="2448997"/>
                  </a:lnTo>
                  <a:lnTo>
                    <a:pt x="2764789" y="2458396"/>
                  </a:lnTo>
                  <a:lnTo>
                    <a:pt x="2816825" y="2468862"/>
                  </a:lnTo>
                  <a:lnTo>
                    <a:pt x="2865866" y="2480479"/>
                  </a:lnTo>
                  <a:lnTo>
                    <a:pt x="2896531" y="2488677"/>
                  </a:lnTo>
                  <a:lnTo>
                    <a:pt x="2950399" y="2504874"/>
                  </a:lnTo>
                  <a:lnTo>
                    <a:pt x="3002540" y="2522773"/>
                  </a:lnTo>
                  <a:lnTo>
                    <a:pt x="3053628" y="2542398"/>
                  </a:lnTo>
                  <a:lnTo>
                    <a:pt x="3104148" y="2563710"/>
                  </a:lnTo>
                  <a:lnTo>
                    <a:pt x="3154435" y="2586597"/>
                  </a:lnTo>
                  <a:lnTo>
                    <a:pt x="3204699" y="2610877"/>
                  </a:lnTo>
                  <a:lnTo>
                    <a:pt x="3255045" y="2636294"/>
                  </a:lnTo>
                  <a:lnTo>
                    <a:pt x="3305497" y="2662529"/>
                  </a:lnTo>
                  <a:lnTo>
                    <a:pt x="3356024" y="2689215"/>
                  </a:lnTo>
                  <a:lnTo>
                    <a:pt x="3406561" y="2715958"/>
                  </a:lnTo>
                  <a:lnTo>
                    <a:pt x="3457040" y="2742360"/>
                  </a:lnTo>
                  <a:lnTo>
                    <a:pt x="3507417" y="2768043"/>
                  </a:lnTo>
                  <a:lnTo>
                    <a:pt x="3557697" y="2792673"/>
                  </a:lnTo>
                  <a:lnTo>
                    <a:pt x="3607961" y="2815976"/>
                  </a:lnTo>
                  <a:lnTo>
                    <a:pt x="3658387" y="2837747"/>
                  </a:lnTo>
                  <a:lnTo>
                    <a:pt x="3709272" y="2857856"/>
                  </a:lnTo>
                  <a:lnTo>
                    <a:pt x="3761056" y="2876244"/>
                  </a:lnTo>
                  <a:lnTo>
                    <a:pt x="3814354" y="2892916"/>
                  </a:lnTo>
                  <a:lnTo>
                    <a:pt x="3829811" y="2897327"/>
                  </a:lnTo>
                  <a:lnTo>
                    <a:pt x="3877298" y="2909714"/>
                  </a:lnTo>
                  <a:lnTo>
                    <a:pt x="3927296" y="2920922"/>
                  </a:lnTo>
                  <a:lnTo>
                    <a:pt x="3980566" y="2931005"/>
                  </a:lnTo>
                  <a:lnTo>
                    <a:pt x="4037940" y="2940056"/>
                  </a:lnTo>
                  <a:lnTo>
                    <a:pt x="4100267" y="2948184"/>
                  </a:lnTo>
                  <a:lnTo>
                    <a:pt x="4168357" y="2955496"/>
                  </a:lnTo>
                  <a:lnTo>
                    <a:pt x="4242901" y="2962089"/>
                  </a:lnTo>
                  <a:lnTo>
                    <a:pt x="4324371" y="2968043"/>
                  </a:lnTo>
                  <a:lnTo>
                    <a:pt x="4412872" y="2973423"/>
                  </a:lnTo>
                  <a:lnTo>
                    <a:pt x="4507974" y="2978270"/>
                  </a:lnTo>
                  <a:lnTo>
                    <a:pt x="4608515" y="2982608"/>
                  </a:lnTo>
                  <a:lnTo>
                    <a:pt x="4712439" y="2986444"/>
                  </a:lnTo>
                  <a:lnTo>
                    <a:pt x="4816722" y="2989771"/>
                  </a:lnTo>
                  <a:lnTo>
                    <a:pt x="4917478" y="2992578"/>
                  </a:lnTo>
                  <a:lnTo>
                    <a:pt x="5010321" y="2994856"/>
                  </a:lnTo>
                  <a:lnTo>
                    <a:pt x="5090970" y="2996614"/>
                  </a:lnTo>
                  <a:lnTo>
                    <a:pt x="5156015" y="2997881"/>
                  </a:lnTo>
                  <a:lnTo>
                    <a:pt x="5203632" y="2998716"/>
                  </a:lnTo>
                  <a:lnTo>
                    <a:pt x="5234043" y="2999197"/>
                  </a:lnTo>
                  <a:lnTo>
                    <a:pt x="5249604" y="2999420"/>
                  </a:lnTo>
                  <a:lnTo>
                    <a:pt x="5254608" y="2999486"/>
                  </a:lnTo>
                  <a:lnTo>
                    <a:pt x="5254955" y="2999490"/>
                  </a:lnTo>
                  <a:lnTo>
                    <a:pt x="6726343" y="2999490"/>
                  </a:lnTo>
                  <a:lnTo>
                    <a:pt x="6727479" y="2999421"/>
                  </a:lnTo>
                  <a:lnTo>
                    <a:pt x="6734950" y="2998929"/>
                  </a:lnTo>
                  <a:lnTo>
                    <a:pt x="6753785" y="2997571"/>
                  </a:lnTo>
                  <a:lnTo>
                    <a:pt x="6787462" y="2994897"/>
                  </a:lnTo>
                  <a:lnTo>
                    <a:pt x="6837663" y="2990490"/>
                  </a:lnTo>
                  <a:lnTo>
                    <a:pt x="6904147" y="2984013"/>
                  </a:lnTo>
                  <a:lnTo>
                    <a:pt x="6984897" y="2975230"/>
                  </a:lnTo>
                  <a:lnTo>
                    <a:pt x="7076584" y="2964025"/>
                  </a:lnTo>
                  <a:lnTo>
                    <a:pt x="7175209" y="2950377"/>
                  </a:lnTo>
                  <a:lnTo>
                    <a:pt x="7276759" y="2934323"/>
                  </a:lnTo>
                  <a:lnTo>
                    <a:pt x="7377720" y="2915918"/>
                  </a:lnTo>
                  <a:lnTo>
                    <a:pt x="7475361" y="2895186"/>
                  </a:lnTo>
                  <a:lnTo>
                    <a:pt x="7567822" y="2872099"/>
                  </a:lnTo>
                  <a:lnTo>
                    <a:pt x="7654040" y="2846549"/>
                  </a:lnTo>
                  <a:lnTo>
                    <a:pt x="7733608" y="2818344"/>
                  </a:lnTo>
                  <a:lnTo>
                    <a:pt x="7806605" y="2787206"/>
                  </a:lnTo>
                  <a:lnTo>
                    <a:pt x="7873445" y="2752776"/>
                  </a:lnTo>
                  <a:lnTo>
                    <a:pt x="7934749" y="2714623"/>
                  </a:lnTo>
                  <a:lnTo>
                    <a:pt x="7991254" y="2672270"/>
                  </a:lnTo>
                  <a:lnTo>
                    <a:pt x="8043739" y="2625225"/>
                  </a:lnTo>
                  <a:lnTo>
                    <a:pt x="8092977" y="2573045"/>
                  </a:lnTo>
                  <a:lnTo>
                    <a:pt x="8139686" y="2515438"/>
                  </a:lnTo>
                  <a:lnTo>
                    <a:pt x="8151487" y="2499575"/>
                  </a:lnTo>
                  <a:lnTo>
                    <a:pt x="8188315" y="2446617"/>
                  </a:lnTo>
                  <a:lnTo>
                    <a:pt x="8224230" y="2389850"/>
                  </a:lnTo>
                  <a:lnTo>
                    <a:pt x="8259475" y="2329197"/>
                  </a:lnTo>
                  <a:lnTo>
                    <a:pt x="8294247" y="2264640"/>
                  </a:lnTo>
                  <a:lnTo>
                    <a:pt x="8328705" y="2196225"/>
                  </a:lnTo>
                  <a:lnTo>
                    <a:pt x="8362974" y="2124073"/>
                  </a:lnTo>
                  <a:lnTo>
                    <a:pt x="8397146" y="2048379"/>
                  </a:lnTo>
                  <a:lnTo>
                    <a:pt x="8431291" y="1969414"/>
                  </a:lnTo>
                  <a:lnTo>
                    <a:pt x="8465454" y="1887529"/>
                  </a:lnTo>
                  <a:lnTo>
                    <a:pt x="8499659" y="1803144"/>
                  </a:lnTo>
                  <a:lnTo>
                    <a:pt x="8533916" y="1716748"/>
                  </a:lnTo>
                  <a:lnTo>
                    <a:pt x="8568217" y="1628882"/>
                  </a:lnTo>
                  <a:lnTo>
                    <a:pt x="8602550" y="1540128"/>
                  </a:lnTo>
                  <a:lnTo>
                    <a:pt x="8636893" y="1451095"/>
                  </a:lnTo>
                  <a:lnTo>
                    <a:pt x="8671224" y="1362399"/>
                  </a:lnTo>
                  <a:lnTo>
                    <a:pt x="8705522" y="1274645"/>
                  </a:lnTo>
                  <a:lnTo>
                    <a:pt x="8739773" y="1188414"/>
                  </a:lnTo>
                  <a:lnTo>
                    <a:pt x="8773974" y="1104242"/>
                  </a:lnTo>
                  <a:lnTo>
                    <a:pt x="8808134" y="1022611"/>
                  </a:lnTo>
                  <a:lnTo>
                    <a:pt x="8842279" y="943937"/>
                  </a:lnTo>
                  <a:lnTo>
                    <a:pt x="8876458" y="868561"/>
                  </a:lnTo>
                  <a:lnTo>
                    <a:pt x="8910739" y="796749"/>
                  </a:lnTo>
                  <a:lnTo>
                    <a:pt x="8945220" y="728689"/>
                  </a:lnTo>
                  <a:lnTo>
                    <a:pt x="8980029" y="664493"/>
                  </a:lnTo>
                  <a:lnTo>
                    <a:pt x="9015328" y="604203"/>
                  </a:lnTo>
                  <a:lnTo>
                    <a:pt x="9051316" y="547794"/>
                  </a:lnTo>
                  <a:lnTo>
                    <a:pt x="9084767" y="499915"/>
                  </a:lnTo>
                  <a:lnTo>
                    <a:pt x="9130924" y="440883"/>
                  </a:lnTo>
                  <a:lnTo>
                    <a:pt x="9179440" y="387312"/>
                  </a:lnTo>
                  <a:lnTo>
                    <a:pt x="9231008" y="338971"/>
                  </a:lnTo>
                  <a:lnTo>
                    <a:pt x="9286393" y="295446"/>
                  </a:lnTo>
                  <a:lnTo>
                    <a:pt x="9346377" y="256249"/>
                  </a:lnTo>
                  <a:lnTo>
                    <a:pt x="9411713" y="220896"/>
                  </a:lnTo>
                  <a:lnTo>
                    <a:pt x="9483060" y="188940"/>
                  </a:lnTo>
                  <a:lnTo>
                    <a:pt x="9560897" y="160003"/>
                  </a:lnTo>
                  <a:lnTo>
                    <a:pt x="9645404" y="133785"/>
                  </a:lnTo>
                  <a:lnTo>
                    <a:pt x="9736315" y="110072"/>
                  </a:lnTo>
                  <a:lnTo>
                    <a:pt x="9832755" y="88734"/>
                  </a:lnTo>
                  <a:lnTo>
                    <a:pt x="9933081" y="69724"/>
                  </a:lnTo>
                  <a:lnTo>
                    <a:pt x="10034788" y="53055"/>
                  </a:lnTo>
                  <a:lnTo>
                    <a:pt x="10134546" y="38776"/>
                  </a:lnTo>
                  <a:lnTo>
                    <a:pt x="10228431" y="26935"/>
                  </a:lnTo>
                  <a:lnTo>
                    <a:pt x="10312382" y="17530"/>
                  </a:lnTo>
                  <a:lnTo>
                    <a:pt x="10382829" y="10471"/>
                  </a:lnTo>
                  <a:lnTo>
                    <a:pt x="10437361" y="5556"/>
                  </a:lnTo>
                  <a:lnTo>
                    <a:pt x="10475247" y="2469"/>
                  </a:lnTo>
                  <a:lnTo>
                    <a:pt x="10497672" y="811"/>
                  </a:lnTo>
                  <a:lnTo>
                    <a:pt x="10507670" y="138"/>
                  </a:lnTo>
                  <a:lnTo>
                    <a:pt x="10509890" y="1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42" name="pl1942"/>
            <p:cNvSpPr/>
            <p:nvPr/>
          </p:nvSpPr>
          <p:spPr>
            <a:xfrm>
              <a:off x="4799595" y="8208104"/>
              <a:ext cx="11981298" cy="2999490"/>
            </a:xfrm>
            <a:custGeom>
              <a:avLst/>
              <a:pathLst>
                <a:path w="11981298" h="2999490">
                  <a:moveTo>
                    <a:pt x="11981298" y="0"/>
                  </a:moveTo>
                  <a:lnTo>
                    <a:pt x="10509911" y="0"/>
                  </a:lnTo>
                  <a:lnTo>
                    <a:pt x="10508774" y="68"/>
                  </a:lnTo>
                  <a:lnTo>
                    <a:pt x="10501303" y="560"/>
                  </a:lnTo>
                  <a:lnTo>
                    <a:pt x="10482468" y="1918"/>
                  </a:lnTo>
                  <a:lnTo>
                    <a:pt x="10448791" y="4593"/>
                  </a:lnTo>
                  <a:lnTo>
                    <a:pt x="10398590" y="8999"/>
                  </a:lnTo>
                  <a:lnTo>
                    <a:pt x="10332106" y="15477"/>
                  </a:lnTo>
                  <a:lnTo>
                    <a:pt x="10251356" y="24259"/>
                  </a:lnTo>
                  <a:lnTo>
                    <a:pt x="10159669" y="35464"/>
                  </a:lnTo>
                  <a:lnTo>
                    <a:pt x="10061044" y="49113"/>
                  </a:lnTo>
                  <a:lnTo>
                    <a:pt x="9959494" y="65166"/>
                  </a:lnTo>
                  <a:lnTo>
                    <a:pt x="9858533" y="83572"/>
                  </a:lnTo>
                  <a:lnTo>
                    <a:pt x="9760892" y="104303"/>
                  </a:lnTo>
                  <a:lnTo>
                    <a:pt x="9668431" y="127390"/>
                  </a:lnTo>
                  <a:lnTo>
                    <a:pt x="9582213" y="152940"/>
                  </a:lnTo>
                  <a:lnTo>
                    <a:pt x="9502645" y="181145"/>
                  </a:lnTo>
                  <a:lnTo>
                    <a:pt x="9429648" y="212283"/>
                  </a:lnTo>
                  <a:lnTo>
                    <a:pt x="9362808" y="246714"/>
                  </a:lnTo>
                  <a:lnTo>
                    <a:pt x="9301504" y="284866"/>
                  </a:lnTo>
                  <a:lnTo>
                    <a:pt x="9244999" y="327219"/>
                  </a:lnTo>
                  <a:lnTo>
                    <a:pt x="9192514" y="374264"/>
                  </a:lnTo>
                  <a:lnTo>
                    <a:pt x="9143276" y="426444"/>
                  </a:lnTo>
                  <a:lnTo>
                    <a:pt x="9096567" y="484051"/>
                  </a:lnTo>
                  <a:lnTo>
                    <a:pt x="9084767" y="499915"/>
                  </a:lnTo>
                  <a:lnTo>
                    <a:pt x="9047938" y="552873"/>
                  </a:lnTo>
                  <a:lnTo>
                    <a:pt x="9012023" y="609639"/>
                  </a:lnTo>
                  <a:lnTo>
                    <a:pt x="8976778" y="670292"/>
                  </a:lnTo>
                  <a:lnTo>
                    <a:pt x="8942006" y="734850"/>
                  </a:lnTo>
                  <a:lnTo>
                    <a:pt x="8907548" y="803264"/>
                  </a:lnTo>
                  <a:lnTo>
                    <a:pt x="8873280" y="875416"/>
                  </a:lnTo>
                  <a:lnTo>
                    <a:pt x="8839107" y="951111"/>
                  </a:lnTo>
                  <a:lnTo>
                    <a:pt x="8804962" y="1030075"/>
                  </a:lnTo>
                  <a:lnTo>
                    <a:pt x="8770799" y="1111961"/>
                  </a:lnTo>
                  <a:lnTo>
                    <a:pt x="8736594" y="1196345"/>
                  </a:lnTo>
                  <a:lnTo>
                    <a:pt x="8702338" y="1282741"/>
                  </a:lnTo>
                  <a:lnTo>
                    <a:pt x="8668036" y="1370607"/>
                  </a:lnTo>
                  <a:lnTo>
                    <a:pt x="8633703" y="1459361"/>
                  </a:lnTo>
                  <a:lnTo>
                    <a:pt x="8599360" y="1548394"/>
                  </a:lnTo>
                  <a:lnTo>
                    <a:pt x="8565029" y="1637091"/>
                  </a:lnTo>
                  <a:lnTo>
                    <a:pt x="8530731" y="1724844"/>
                  </a:lnTo>
                  <a:lnTo>
                    <a:pt x="8496480" y="1811076"/>
                  </a:lnTo>
                  <a:lnTo>
                    <a:pt x="8462279" y="1895247"/>
                  </a:lnTo>
                  <a:lnTo>
                    <a:pt x="8428119" y="1976878"/>
                  </a:lnTo>
                  <a:lnTo>
                    <a:pt x="8393974" y="2055553"/>
                  </a:lnTo>
                  <a:lnTo>
                    <a:pt x="8359796" y="2130929"/>
                  </a:lnTo>
                  <a:lnTo>
                    <a:pt x="8325514" y="2202740"/>
                  </a:lnTo>
                  <a:lnTo>
                    <a:pt x="8291033" y="2270800"/>
                  </a:lnTo>
                  <a:lnTo>
                    <a:pt x="8256224" y="2334996"/>
                  </a:lnTo>
                  <a:lnTo>
                    <a:pt x="8220926" y="2395286"/>
                  </a:lnTo>
                  <a:lnTo>
                    <a:pt x="8184937" y="2451695"/>
                  </a:lnTo>
                  <a:lnTo>
                    <a:pt x="8151487" y="2499575"/>
                  </a:lnTo>
                  <a:lnTo>
                    <a:pt x="8105329" y="2558607"/>
                  </a:lnTo>
                  <a:lnTo>
                    <a:pt x="8056814" y="2612178"/>
                  </a:lnTo>
                  <a:lnTo>
                    <a:pt x="8005245" y="2660518"/>
                  </a:lnTo>
                  <a:lnTo>
                    <a:pt x="7949860" y="2704044"/>
                  </a:lnTo>
                  <a:lnTo>
                    <a:pt x="7889876" y="2743240"/>
                  </a:lnTo>
                  <a:lnTo>
                    <a:pt x="7824540" y="2778594"/>
                  </a:lnTo>
                  <a:lnTo>
                    <a:pt x="7753193" y="2810549"/>
                  </a:lnTo>
                  <a:lnTo>
                    <a:pt x="7675356" y="2839486"/>
                  </a:lnTo>
                  <a:lnTo>
                    <a:pt x="7590849" y="2865704"/>
                  </a:lnTo>
                  <a:lnTo>
                    <a:pt x="7499938" y="2889417"/>
                  </a:lnTo>
                  <a:lnTo>
                    <a:pt x="7403498" y="2910755"/>
                  </a:lnTo>
                  <a:lnTo>
                    <a:pt x="7303172" y="2929766"/>
                  </a:lnTo>
                  <a:lnTo>
                    <a:pt x="7201465" y="2946435"/>
                  </a:lnTo>
                  <a:lnTo>
                    <a:pt x="7101707" y="2960713"/>
                  </a:lnTo>
                  <a:lnTo>
                    <a:pt x="7007822" y="2972554"/>
                  </a:lnTo>
                  <a:lnTo>
                    <a:pt x="6923871" y="2981959"/>
                  </a:lnTo>
                  <a:lnTo>
                    <a:pt x="6853424" y="2989018"/>
                  </a:lnTo>
                  <a:lnTo>
                    <a:pt x="6798892" y="2993934"/>
                  </a:lnTo>
                  <a:lnTo>
                    <a:pt x="6761006" y="2997020"/>
                  </a:lnTo>
                  <a:lnTo>
                    <a:pt x="6738581" y="2998678"/>
                  </a:lnTo>
                  <a:lnTo>
                    <a:pt x="6728583" y="2999351"/>
                  </a:lnTo>
                  <a:lnTo>
                    <a:pt x="6726363" y="2999489"/>
                  </a:lnTo>
                  <a:lnTo>
                    <a:pt x="6726343" y="2999490"/>
                  </a:lnTo>
                  <a:lnTo>
                    <a:pt x="5254955" y="2999490"/>
                  </a:lnTo>
                  <a:lnTo>
                    <a:pt x="5253722" y="2999475"/>
                  </a:lnTo>
                  <a:lnTo>
                    <a:pt x="5245630" y="2999365"/>
                  </a:lnTo>
                  <a:lnTo>
                    <a:pt x="5225281" y="2999063"/>
                  </a:lnTo>
                  <a:lnTo>
                    <a:pt x="5189027" y="2998469"/>
                  </a:lnTo>
                  <a:lnTo>
                    <a:pt x="5135242" y="2997492"/>
                  </a:lnTo>
                  <a:lnTo>
                    <a:pt x="5064450" y="2996058"/>
                  </a:lnTo>
                  <a:lnTo>
                    <a:pt x="4979098" y="2994121"/>
                  </a:lnTo>
                  <a:lnTo>
                    <a:pt x="4882986" y="2991658"/>
                  </a:lnTo>
                  <a:lnTo>
                    <a:pt x="4780516" y="2988669"/>
                  </a:lnTo>
                  <a:lnTo>
                    <a:pt x="4675956" y="2985163"/>
                  </a:lnTo>
                  <a:lnTo>
                    <a:pt x="4572919" y="2981151"/>
                  </a:lnTo>
                  <a:lnTo>
                    <a:pt x="4474091" y="2976637"/>
                  </a:lnTo>
                  <a:lnTo>
                    <a:pt x="4381202" y="2971608"/>
                  </a:lnTo>
                  <a:lnTo>
                    <a:pt x="4295137" y="2966033"/>
                  </a:lnTo>
                  <a:lnTo>
                    <a:pt x="4216118" y="2959864"/>
                  </a:lnTo>
                  <a:lnTo>
                    <a:pt x="4143894" y="2953030"/>
                  </a:lnTo>
                  <a:lnTo>
                    <a:pt x="4077902" y="2945445"/>
                  </a:lnTo>
                  <a:lnTo>
                    <a:pt x="4017399" y="2937008"/>
                  </a:lnTo>
                  <a:lnTo>
                    <a:pt x="3961553" y="2927609"/>
                  </a:lnTo>
                  <a:lnTo>
                    <a:pt x="3909517" y="2917143"/>
                  </a:lnTo>
                  <a:lnTo>
                    <a:pt x="3860476" y="2905526"/>
                  </a:lnTo>
                  <a:lnTo>
                    <a:pt x="3829811" y="2897327"/>
                  </a:lnTo>
                  <a:lnTo>
                    <a:pt x="3775943" y="2881131"/>
                  </a:lnTo>
                  <a:lnTo>
                    <a:pt x="3723802" y="2863232"/>
                  </a:lnTo>
                  <a:lnTo>
                    <a:pt x="3672715" y="2843606"/>
                  </a:lnTo>
                  <a:lnTo>
                    <a:pt x="3622195" y="2822295"/>
                  </a:lnTo>
                  <a:lnTo>
                    <a:pt x="3571907" y="2799408"/>
                  </a:lnTo>
                  <a:lnTo>
                    <a:pt x="3521643" y="2775128"/>
                  </a:lnTo>
                  <a:lnTo>
                    <a:pt x="3471297" y="2749711"/>
                  </a:lnTo>
                  <a:lnTo>
                    <a:pt x="3420845" y="2723476"/>
                  </a:lnTo>
                  <a:lnTo>
                    <a:pt x="3370318" y="2696790"/>
                  </a:lnTo>
                  <a:lnTo>
                    <a:pt x="3319781" y="2670047"/>
                  </a:lnTo>
                  <a:lnTo>
                    <a:pt x="3269302" y="2643645"/>
                  </a:lnTo>
                  <a:lnTo>
                    <a:pt x="3218925" y="2617962"/>
                  </a:lnTo>
                  <a:lnTo>
                    <a:pt x="3168645" y="2593332"/>
                  </a:lnTo>
                  <a:lnTo>
                    <a:pt x="3118381" y="2570029"/>
                  </a:lnTo>
                  <a:lnTo>
                    <a:pt x="3067955" y="2548257"/>
                  </a:lnTo>
                  <a:lnTo>
                    <a:pt x="3017070" y="2528149"/>
                  </a:lnTo>
                  <a:lnTo>
                    <a:pt x="2965286" y="2509761"/>
                  </a:lnTo>
                  <a:lnTo>
                    <a:pt x="2911988" y="2493089"/>
                  </a:lnTo>
                  <a:lnTo>
                    <a:pt x="2896531" y="2488677"/>
                  </a:lnTo>
                  <a:lnTo>
                    <a:pt x="2849044" y="2476291"/>
                  </a:lnTo>
                  <a:lnTo>
                    <a:pt x="2799046" y="2465083"/>
                  </a:lnTo>
                  <a:lnTo>
                    <a:pt x="2745776" y="2455000"/>
                  </a:lnTo>
                  <a:lnTo>
                    <a:pt x="2688402" y="2445949"/>
                  </a:lnTo>
                  <a:lnTo>
                    <a:pt x="2626075" y="2437821"/>
                  </a:lnTo>
                  <a:lnTo>
                    <a:pt x="2557985" y="2430509"/>
                  </a:lnTo>
                  <a:lnTo>
                    <a:pt x="2483441" y="2423916"/>
                  </a:lnTo>
                  <a:lnTo>
                    <a:pt x="2401971" y="2417962"/>
                  </a:lnTo>
                  <a:lnTo>
                    <a:pt x="2313470" y="2412582"/>
                  </a:lnTo>
                  <a:lnTo>
                    <a:pt x="2218368" y="2407735"/>
                  </a:lnTo>
                  <a:lnTo>
                    <a:pt x="2117827" y="2403396"/>
                  </a:lnTo>
                  <a:lnTo>
                    <a:pt x="2013903" y="2399561"/>
                  </a:lnTo>
                  <a:lnTo>
                    <a:pt x="1909621" y="2396233"/>
                  </a:lnTo>
                  <a:lnTo>
                    <a:pt x="1808864" y="2393427"/>
                  </a:lnTo>
                  <a:lnTo>
                    <a:pt x="1716022" y="2391149"/>
                  </a:lnTo>
                  <a:lnTo>
                    <a:pt x="1635373" y="2389391"/>
                  </a:lnTo>
                  <a:lnTo>
                    <a:pt x="1570327" y="2388124"/>
                  </a:lnTo>
                  <a:lnTo>
                    <a:pt x="1522710" y="2387289"/>
                  </a:lnTo>
                  <a:lnTo>
                    <a:pt x="1492299" y="2386808"/>
                  </a:lnTo>
                  <a:lnTo>
                    <a:pt x="1476738" y="2386585"/>
                  </a:lnTo>
                  <a:lnTo>
                    <a:pt x="1471734" y="2386519"/>
                  </a:lnTo>
                  <a:lnTo>
                    <a:pt x="1471387" y="2386515"/>
                  </a:lnTo>
                  <a:lnTo>
                    <a:pt x="0" y="238651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43" name="pg1943"/>
            <p:cNvSpPr/>
            <p:nvPr/>
          </p:nvSpPr>
          <p:spPr>
            <a:xfrm>
              <a:off x="4799595" y="2773060"/>
              <a:ext cx="11981298" cy="7723483"/>
            </a:xfrm>
            <a:custGeom>
              <a:avLst/>
              <a:pathLst>
                <a:path w="11981298" h="7723483">
                  <a:moveTo>
                    <a:pt x="0" y="7723483"/>
                  </a:moveTo>
                  <a:lnTo>
                    <a:pt x="1471387" y="7723483"/>
                  </a:lnTo>
                  <a:lnTo>
                    <a:pt x="1472098" y="7723373"/>
                  </a:lnTo>
                  <a:lnTo>
                    <a:pt x="1476817" y="7722592"/>
                  </a:lnTo>
                  <a:lnTo>
                    <a:pt x="1488863" y="7720437"/>
                  </a:lnTo>
                  <a:lnTo>
                    <a:pt x="1510771" y="7716187"/>
                  </a:lnTo>
                  <a:lnTo>
                    <a:pt x="1544183" y="7709137"/>
                  </a:lnTo>
                  <a:lnTo>
                    <a:pt x="1589740" y="7698658"/>
                  </a:lnTo>
                  <a:lnTo>
                    <a:pt x="1647063" y="7684233"/>
                  </a:lnTo>
                  <a:lnTo>
                    <a:pt x="1714848" y="7665499"/>
                  </a:lnTo>
                  <a:lnTo>
                    <a:pt x="1791080" y="7642251"/>
                  </a:lnTo>
                  <a:lnTo>
                    <a:pt x="1873325" y="7614422"/>
                  </a:lnTo>
                  <a:lnTo>
                    <a:pt x="1959039" y="7582049"/>
                  </a:lnTo>
                  <a:lnTo>
                    <a:pt x="2045833" y="7545213"/>
                  </a:lnTo>
                  <a:lnTo>
                    <a:pt x="2131659" y="7503996"/>
                  </a:lnTo>
                  <a:lnTo>
                    <a:pt x="2214908" y="7458428"/>
                  </a:lnTo>
                  <a:lnTo>
                    <a:pt x="2294435" y="7408460"/>
                  </a:lnTo>
                  <a:lnTo>
                    <a:pt x="2369523" y="7353940"/>
                  </a:lnTo>
                  <a:lnTo>
                    <a:pt x="2439821" y="7294599"/>
                  </a:lnTo>
                  <a:lnTo>
                    <a:pt x="2505266" y="7230052"/>
                  </a:lnTo>
                  <a:lnTo>
                    <a:pt x="2566009" y="7159796"/>
                  </a:lnTo>
                  <a:lnTo>
                    <a:pt x="2622352" y="7083225"/>
                  </a:lnTo>
                  <a:lnTo>
                    <a:pt x="2674696" y="6999636"/>
                  </a:lnTo>
                  <a:lnTo>
                    <a:pt x="2723499" y="6908266"/>
                  </a:lnTo>
                  <a:lnTo>
                    <a:pt x="2769244" y="6808324"/>
                  </a:lnTo>
                  <a:lnTo>
                    <a:pt x="2812416" y="6699061"/>
                  </a:lnTo>
                  <a:lnTo>
                    <a:pt x="2853480" y="6579870"/>
                  </a:lnTo>
                  <a:lnTo>
                    <a:pt x="2892861" y="6450434"/>
                  </a:lnTo>
                  <a:lnTo>
                    <a:pt x="2896531" y="6437598"/>
                  </a:lnTo>
                  <a:lnTo>
                    <a:pt x="2920577" y="6350194"/>
                  </a:lnTo>
                  <a:lnTo>
                    <a:pt x="2944198" y="6258695"/>
                  </a:lnTo>
                  <a:lnTo>
                    <a:pt x="2967467" y="6163026"/>
                  </a:lnTo>
                  <a:lnTo>
                    <a:pt x="2990449" y="6063138"/>
                  </a:lnTo>
                  <a:lnTo>
                    <a:pt x="3013201" y="5959006"/>
                  </a:lnTo>
                  <a:lnTo>
                    <a:pt x="3035773" y="5850637"/>
                  </a:lnTo>
                  <a:lnTo>
                    <a:pt x="3058207" y="5738068"/>
                  </a:lnTo>
                  <a:lnTo>
                    <a:pt x="3080539" y="5621367"/>
                  </a:lnTo>
                  <a:lnTo>
                    <a:pt x="3102800" y="5500640"/>
                  </a:lnTo>
                  <a:lnTo>
                    <a:pt x="3125016" y="5376024"/>
                  </a:lnTo>
                  <a:lnTo>
                    <a:pt x="3147208" y="5247694"/>
                  </a:lnTo>
                  <a:lnTo>
                    <a:pt x="3169392" y="5115860"/>
                  </a:lnTo>
                  <a:lnTo>
                    <a:pt x="3191581" y="4980766"/>
                  </a:lnTo>
                  <a:lnTo>
                    <a:pt x="3213783" y="4842693"/>
                  </a:lnTo>
                  <a:lnTo>
                    <a:pt x="3236004" y="4701951"/>
                  </a:lnTo>
                  <a:lnTo>
                    <a:pt x="3258247" y="4558881"/>
                  </a:lnTo>
                  <a:lnTo>
                    <a:pt x="3280511" y="4413850"/>
                  </a:lnTo>
                  <a:lnTo>
                    <a:pt x="3302795" y="4267249"/>
                  </a:lnTo>
                  <a:lnTo>
                    <a:pt x="3325093" y="4119486"/>
                  </a:lnTo>
                  <a:lnTo>
                    <a:pt x="3347402" y="3970983"/>
                  </a:lnTo>
                  <a:lnTo>
                    <a:pt x="3369716" y="3822173"/>
                  </a:lnTo>
                  <a:lnTo>
                    <a:pt x="3392028" y="3673491"/>
                  </a:lnTo>
                  <a:lnTo>
                    <a:pt x="3414332" y="3525370"/>
                  </a:lnTo>
                  <a:lnTo>
                    <a:pt x="3436622" y="3378238"/>
                  </a:lnTo>
                  <a:lnTo>
                    <a:pt x="3458894" y="3232510"/>
                  </a:lnTo>
                  <a:lnTo>
                    <a:pt x="3481146" y="3088583"/>
                  </a:lnTo>
                  <a:lnTo>
                    <a:pt x="3503376" y="2946836"/>
                  </a:lnTo>
                  <a:lnTo>
                    <a:pt x="3525586" y="2807620"/>
                  </a:lnTo>
                  <a:lnTo>
                    <a:pt x="3547779" y="2671259"/>
                  </a:lnTo>
                  <a:lnTo>
                    <a:pt x="3569964" y="2538046"/>
                  </a:lnTo>
                  <a:lnTo>
                    <a:pt x="3592151" y="2408240"/>
                  </a:lnTo>
                  <a:lnTo>
                    <a:pt x="3614355" y="2282066"/>
                  </a:lnTo>
                  <a:lnTo>
                    <a:pt x="3636594" y="2159712"/>
                  </a:lnTo>
                  <a:lnTo>
                    <a:pt x="3658894" y="2041332"/>
                  </a:lnTo>
                  <a:lnTo>
                    <a:pt x="3681281" y="1927045"/>
                  </a:lnTo>
                  <a:lnTo>
                    <a:pt x="3703791" y="1816934"/>
                  </a:lnTo>
                  <a:lnTo>
                    <a:pt x="3726463" y="1711048"/>
                  </a:lnTo>
                  <a:lnTo>
                    <a:pt x="3749344" y="1609406"/>
                  </a:lnTo>
                  <a:lnTo>
                    <a:pt x="3772487" y="1511998"/>
                  </a:lnTo>
                  <a:lnTo>
                    <a:pt x="3795953" y="1418783"/>
                  </a:lnTo>
                  <a:lnTo>
                    <a:pt x="3819814" y="1329697"/>
                  </a:lnTo>
                  <a:lnTo>
                    <a:pt x="3829811" y="1294058"/>
                  </a:lnTo>
                  <a:lnTo>
                    <a:pt x="3869053" y="1163647"/>
                  </a:lnTo>
                  <a:lnTo>
                    <a:pt x="3909939" y="1043489"/>
                  </a:lnTo>
                  <a:lnTo>
                    <a:pt x="3952891" y="933306"/>
                  </a:lnTo>
                  <a:lnTo>
                    <a:pt x="3998370" y="832509"/>
                  </a:lnTo>
                  <a:lnTo>
                    <a:pt x="4046862" y="740358"/>
                  </a:lnTo>
                  <a:lnTo>
                    <a:pt x="4098849" y="656063"/>
                  </a:lnTo>
                  <a:lnTo>
                    <a:pt x="4154794" y="578856"/>
                  </a:lnTo>
                  <a:lnTo>
                    <a:pt x="4215104" y="508028"/>
                  </a:lnTo>
                  <a:lnTo>
                    <a:pt x="4280092" y="442961"/>
                  </a:lnTo>
                  <a:lnTo>
                    <a:pt x="4349927" y="383144"/>
                  </a:lnTo>
                  <a:lnTo>
                    <a:pt x="4424571" y="328179"/>
                  </a:lnTo>
                  <a:lnTo>
                    <a:pt x="4503700" y="277787"/>
                  </a:lnTo>
                  <a:lnTo>
                    <a:pt x="4586638" y="231804"/>
                  </a:lnTo>
                  <a:lnTo>
                    <a:pt x="4672280" y="190173"/>
                  </a:lnTo>
                  <a:lnTo>
                    <a:pt x="4759064" y="152917"/>
                  </a:lnTo>
                  <a:lnTo>
                    <a:pt x="4844979" y="120116"/>
                  </a:lnTo>
                  <a:lnTo>
                    <a:pt x="4927663" y="91853"/>
                  </a:lnTo>
                  <a:lnTo>
                    <a:pt x="5004575" y="68170"/>
                  </a:lnTo>
                  <a:lnTo>
                    <a:pt x="5073258" y="49014"/>
                  </a:lnTo>
                  <a:lnTo>
                    <a:pt x="5131645" y="34192"/>
                  </a:lnTo>
                  <a:lnTo>
                    <a:pt x="5178353" y="23358"/>
                  </a:lnTo>
                  <a:lnTo>
                    <a:pt x="5212908" y="16008"/>
                  </a:lnTo>
                  <a:lnTo>
                    <a:pt x="5235854" y="11521"/>
                  </a:lnTo>
                  <a:lnTo>
                    <a:pt x="5248741" y="9197"/>
                  </a:lnTo>
                  <a:lnTo>
                    <a:pt x="5254025" y="8317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469" y="8245"/>
                  </a:lnTo>
                  <a:lnTo>
                    <a:pt x="6734875" y="8758"/>
                  </a:lnTo>
                  <a:lnTo>
                    <a:pt x="6753550" y="10177"/>
                  </a:lnTo>
                  <a:lnTo>
                    <a:pt x="6786954" y="12972"/>
                  </a:lnTo>
                  <a:lnTo>
                    <a:pt x="6836774" y="17576"/>
                  </a:lnTo>
                  <a:lnTo>
                    <a:pt x="6902796" y="24347"/>
                  </a:lnTo>
                  <a:lnTo>
                    <a:pt x="6983049" y="33531"/>
                  </a:lnTo>
                  <a:lnTo>
                    <a:pt x="7074253" y="45252"/>
                  </a:lnTo>
                  <a:lnTo>
                    <a:pt x="7172451" y="59534"/>
                  </a:lnTo>
                  <a:lnTo>
                    <a:pt x="7273661" y="76338"/>
                  </a:lnTo>
                  <a:lnTo>
                    <a:pt x="7374381" y="95610"/>
                  </a:lnTo>
                  <a:lnTo>
                    <a:pt x="7471878" y="117318"/>
                  </a:lnTo>
                  <a:lnTo>
                    <a:pt x="7564278" y="141494"/>
                  </a:lnTo>
                  <a:lnTo>
                    <a:pt x="7650501" y="168245"/>
                  </a:lnTo>
                  <a:lnTo>
                    <a:pt x="7730121" y="197768"/>
                  </a:lnTo>
                  <a:lnTo>
                    <a:pt x="7803197" y="230349"/>
                  </a:lnTo>
                  <a:lnTo>
                    <a:pt x="7870128" y="266361"/>
                  </a:lnTo>
                  <a:lnTo>
                    <a:pt x="7931522" y="306249"/>
                  </a:lnTo>
                  <a:lnTo>
                    <a:pt x="7988103" y="350512"/>
                  </a:lnTo>
                  <a:lnTo>
                    <a:pt x="8040645" y="399663"/>
                  </a:lnTo>
                  <a:lnTo>
                    <a:pt x="8089913" y="454171"/>
                  </a:lnTo>
                  <a:lnTo>
                    <a:pt x="8136624" y="514355"/>
                  </a:lnTo>
                  <a:lnTo>
                    <a:pt x="8151487" y="535331"/>
                  </a:lnTo>
                  <a:lnTo>
                    <a:pt x="8187525" y="589918"/>
                  </a:lnTo>
                  <a:lnTo>
                    <a:pt x="8222684" y="648347"/>
                  </a:lnTo>
                  <a:lnTo>
                    <a:pt x="8257192" y="710695"/>
                  </a:lnTo>
                  <a:lnTo>
                    <a:pt x="8291237" y="776984"/>
                  </a:lnTo>
                  <a:lnTo>
                    <a:pt x="8324970" y="847173"/>
                  </a:lnTo>
                  <a:lnTo>
                    <a:pt x="8358509" y="921150"/>
                  </a:lnTo>
                  <a:lnTo>
                    <a:pt x="8391947" y="998733"/>
                  </a:lnTo>
                  <a:lnTo>
                    <a:pt x="8425350" y="1079663"/>
                  </a:lnTo>
                  <a:lnTo>
                    <a:pt x="8458764" y="1163608"/>
                  </a:lnTo>
                  <a:lnTo>
                    <a:pt x="8492216" y="1250163"/>
                  </a:lnTo>
                  <a:lnTo>
                    <a:pt x="8525716" y="1338860"/>
                  </a:lnTo>
                  <a:lnTo>
                    <a:pt x="8559262" y="1429177"/>
                  </a:lnTo>
                  <a:lnTo>
                    <a:pt x="8592841" y="1520545"/>
                  </a:lnTo>
                  <a:lnTo>
                    <a:pt x="8626437" y="1612371"/>
                  </a:lnTo>
                  <a:lnTo>
                    <a:pt x="8660027" y="1704046"/>
                  </a:lnTo>
                  <a:lnTo>
                    <a:pt x="8693592" y="1794966"/>
                  </a:lnTo>
                  <a:lnTo>
                    <a:pt x="8727116" y="1884550"/>
                  </a:lnTo>
                  <a:lnTo>
                    <a:pt x="8760592" y="1972250"/>
                  </a:lnTo>
                  <a:lnTo>
                    <a:pt x="8794022" y="2057569"/>
                  </a:lnTo>
                  <a:lnTo>
                    <a:pt x="8827427" y="2140068"/>
                  </a:lnTo>
                  <a:lnTo>
                    <a:pt x="8860840" y="2219379"/>
                  </a:lnTo>
                  <a:lnTo>
                    <a:pt x="8894319" y="2295206"/>
                  </a:lnTo>
                  <a:lnTo>
                    <a:pt x="8927940" y="2367327"/>
                  </a:lnTo>
                  <a:lnTo>
                    <a:pt x="8961811" y="2435597"/>
                  </a:lnTo>
                  <a:lnTo>
                    <a:pt x="8996064" y="2499937"/>
                  </a:lnTo>
                  <a:lnTo>
                    <a:pt x="9030868" y="2560340"/>
                  </a:lnTo>
                  <a:lnTo>
                    <a:pt x="9066430" y="2616855"/>
                  </a:lnTo>
                  <a:lnTo>
                    <a:pt x="9084767" y="2643964"/>
                  </a:lnTo>
                  <a:lnTo>
                    <a:pt x="9130781" y="2706033"/>
                  </a:lnTo>
                  <a:lnTo>
                    <a:pt x="9179136" y="2762377"/>
                  </a:lnTo>
                  <a:lnTo>
                    <a:pt x="9230521" y="2813237"/>
                  </a:lnTo>
                  <a:lnTo>
                    <a:pt x="9285693" y="2859046"/>
                  </a:lnTo>
                  <a:lnTo>
                    <a:pt x="9345426" y="2900311"/>
                  </a:lnTo>
                  <a:lnTo>
                    <a:pt x="9410468" y="2937541"/>
                  </a:lnTo>
                  <a:lnTo>
                    <a:pt x="9481474" y="2971202"/>
                  </a:lnTo>
                  <a:lnTo>
                    <a:pt x="9558923" y="3001692"/>
                  </a:lnTo>
                  <a:lnTo>
                    <a:pt x="9643001" y="3029325"/>
                  </a:lnTo>
                  <a:lnTo>
                    <a:pt x="9733461" y="3054328"/>
                  </a:lnTo>
                  <a:lnTo>
                    <a:pt x="9829452" y="3076839"/>
                  </a:lnTo>
                  <a:lnTo>
                    <a:pt x="9929375" y="3096910"/>
                  </a:lnTo>
                  <a:lnTo>
                    <a:pt x="10030776" y="3114529"/>
                  </a:lnTo>
                  <a:lnTo>
                    <a:pt x="10130386" y="3129644"/>
                  </a:lnTo>
                  <a:lnTo>
                    <a:pt x="10224332" y="3142205"/>
                  </a:lnTo>
                  <a:lnTo>
                    <a:pt x="10308582" y="3152212"/>
                  </a:lnTo>
                  <a:lnTo>
                    <a:pt x="10379561" y="3159753"/>
                  </a:lnTo>
                  <a:lnTo>
                    <a:pt x="10434807" y="3165033"/>
                  </a:lnTo>
                  <a:lnTo>
                    <a:pt x="10473498" y="3168376"/>
                  </a:lnTo>
                  <a:lnTo>
                    <a:pt x="10496701" y="3170195"/>
                  </a:lnTo>
                  <a:lnTo>
                    <a:pt x="10507321" y="3170953"/>
                  </a:lnTo>
                  <a:lnTo>
                    <a:pt x="10509911" y="3171123"/>
                  </a:lnTo>
                  <a:lnTo>
                    <a:pt x="11981298" y="3171123"/>
                  </a:lnTo>
                  <a:lnTo>
                    <a:pt x="11981298" y="3162950"/>
                  </a:lnTo>
                  <a:lnTo>
                    <a:pt x="10509911" y="3162950"/>
                  </a:lnTo>
                  <a:lnTo>
                    <a:pt x="10508784" y="3162878"/>
                  </a:lnTo>
                  <a:lnTo>
                    <a:pt x="10501378" y="3162364"/>
                  </a:lnTo>
                  <a:lnTo>
                    <a:pt x="10482703" y="3160945"/>
                  </a:lnTo>
                  <a:lnTo>
                    <a:pt x="10449299" y="3158151"/>
                  </a:lnTo>
                  <a:lnTo>
                    <a:pt x="10399479" y="3153546"/>
                  </a:lnTo>
                  <a:lnTo>
                    <a:pt x="10333457" y="3146775"/>
                  </a:lnTo>
                  <a:lnTo>
                    <a:pt x="10253204" y="3137592"/>
                  </a:lnTo>
                  <a:lnTo>
                    <a:pt x="10162001" y="3125871"/>
                  </a:lnTo>
                  <a:lnTo>
                    <a:pt x="10063802" y="3111588"/>
                  </a:lnTo>
                  <a:lnTo>
                    <a:pt x="9962592" y="3094784"/>
                  </a:lnTo>
                  <a:lnTo>
                    <a:pt x="9861872" y="3075513"/>
                  </a:lnTo>
                  <a:lnTo>
                    <a:pt x="9764375" y="3053804"/>
                  </a:lnTo>
                  <a:lnTo>
                    <a:pt x="9671975" y="3029628"/>
                  </a:lnTo>
                  <a:lnTo>
                    <a:pt x="9585752" y="3002878"/>
                  </a:lnTo>
                  <a:lnTo>
                    <a:pt x="9506133" y="2973355"/>
                  </a:lnTo>
                  <a:lnTo>
                    <a:pt x="9433056" y="2940773"/>
                  </a:lnTo>
                  <a:lnTo>
                    <a:pt x="9366125" y="2904761"/>
                  </a:lnTo>
                  <a:lnTo>
                    <a:pt x="9304731" y="2864873"/>
                  </a:lnTo>
                  <a:lnTo>
                    <a:pt x="9248150" y="2820611"/>
                  </a:lnTo>
                  <a:lnTo>
                    <a:pt x="9195608" y="2771460"/>
                  </a:lnTo>
                  <a:lnTo>
                    <a:pt x="9146340" y="2716952"/>
                  </a:lnTo>
                  <a:lnTo>
                    <a:pt x="9099629" y="2656768"/>
                  </a:lnTo>
                  <a:lnTo>
                    <a:pt x="9084767" y="2635791"/>
                  </a:lnTo>
                  <a:lnTo>
                    <a:pt x="9048728" y="2581204"/>
                  </a:lnTo>
                  <a:lnTo>
                    <a:pt x="9013570" y="2522776"/>
                  </a:lnTo>
                  <a:lnTo>
                    <a:pt x="8979061" y="2460428"/>
                  </a:lnTo>
                  <a:lnTo>
                    <a:pt x="8945016" y="2394138"/>
                  </a:lnTo>
                  <a:lnTo>
                    <a:pt x="8911284" y="2323950"/>
                  </a:lnTo>
                  <a:lnTo>
                    <a:pt x="8877744" y="2249972"/>
                  </a:lnTo>
                  <a:lnTo>
                    <a:pt x="8844306" y="2172389"/>
                  </a:lnTo>
                  <a:lnTo>
                    <a:pt x="8810903" y="2091459"/>
                  </a:lnTo>
                  <a:lnTo>
                    <a:pt x="8777489" y="2007515"/>
                  </a:lnTo>
                  <a:lnTo>
                    <a:pt x="8744037" y="1920959"/>
                  </a:lnTo>
                  <a:lnTo>
                    <a:pt x="8710537" y="1832262"/>
                  </a:lnTo>
                  <a:lnTo>
                    <a:pt x="8676991" y="1741946"/>
                  </a:lnTo>
                  <a:lnTo>
                    <a:pt x="8643412" y="1650577"/>
                  </a:lnTo>
                  <a:lnTo>
                    <a:pt x="8609816" y="1558752"/>
                  </a:lnTo>
                  <a:lnTo>
                    <a:pt x="8576226" y="1467077"/>
                  </a:lnTo>
                  <a:lnTo>
                    <a:pt x="8542661" y="1376156"/>
                  </a:lnTo>
                  <a:lnTo>
                    <a:pt x="8509137" y="1286572"/>
                  </a:lnTo>
                  <a:lnTo>
                    <a:pt x="8475662" y="1198872"/>
                  </a:lnTo>
                  <a:lnTo>
                    <a:pt x="8442231" y="1113554"/>
                  </a:lnTo>
                  <a:lnTo>
                    <a:pt x="8408826" y="1031054"/>
                  </a:lnTo>
                  <a:lnTo>
                    <a:pt x="8375413" y="951743"/>
                  </a:lnTo>
                  <a:lnTo>
                    <a:pt x="8341935" y="875916"/>
                  </a:lnTo>
                  <a:lnTo>
                    <a:pt x="8308313" y="803795"/>
                  </a:lnTo>
                  <a:lnTo>
                    <a:pt x="8274442" y="735526"/>
                  </a:lnTo>
                  <a:lnTo>
                    <a:pt x="8240189" y="671185"/>
                  </a:lnTo>
                  <a:lnTo>
                    <a:pt x="8205385" y="610782"/>
                  </a:lnTo>
                  <a:lnTo>
                    <a:pt x="8169823" y="554267"/>
                  </a:lnTo>
                  <a:lnTo>
                    <a:pt x="8151487" y="527158"/>
                  </a:lnTo>
                  <a:lnTo>
                    <a:pt x="8105473" y="465090"/>
                  </a:lnTo>
                  <a:lnTo>
                    <a:pt x="8057117" y="408746"/>
                  </a:lnTo>
                  <a:lnTo>
                    <a:pt x="8005732" y="357886"/>
                  </a:lnTo>
                  <a:lnTo>
                    <a:pt x="7950560" y="312077"/>
                  </a:lnTo>
                  <a:lnTo>
                    <a:pt x="7890827" y="270811"/>
                  </a:lnTo>
                  <a:lnTo>
                    <a:pt x="7825786" y="233581"/>
                  </a:lnTo>
                  <a:lnTo>
                    <a:pt x="7754780" y="199920"/>
                  </a:lnTo>
                  <a:lnTo>
                    <a:pt x="7677331" y="169431"/>
                  </a:lnTo>
                  <a:lnTo>
                    <a:pt x="7593252" y="141798"/>
                  </a:lnTo>
                  <a:lnTo>
                    <a:pt x="7502793" y="116794"/>
                  </a:lnTo>
                  <a:lnTo>
                    <a:pt x="7406801" y="94284"/>
                  </a:lnTo>
                  <a:lnTo>
                    <a:pt x="7306878" y="74212"/>
                  </a:lnTo>
                  <a:lnTo>
                    <a:pt x="7205477" y="56594"/>
                  </a:lnTo>
                  <a:lnTo>
                    <a:pt x="7105867" y="41479"/>
                  </a:lnTo>
                  <a:lnTo>
                    <a:pt x="7011922" y="28917"/>
                  </a:lnTo>
                  <a:lnTo>
                    <a:pt x="6927672" y="18910"/>
                  </a:lnTo>
                  <a:lnTo>
                    <a:pt x="6856693" y="11369"/>
                  </a:lnTo>
                  <a:lnTo>
                    <a:pt x="6801447" y="6089"/>
                  </a:lnTo>
                  <a:lnTo>
                    <a:pt x="6762755" y="2746"/>
                  </a:lnTo>
                  <a:lnTo>
                    <a:pt x="6739552" y="927"/>
                  </a:lnTo>
                  <a:lnTo>
                    <a:pt x="6728932" y="169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244" y="109"/>
                  </a:lnTo>
                  <a:lnTo>
                    <a:pt x="5249525" y="890"/>
                  </a:lnTo>
                  <a:lnTo>
                    <a:pt x="5237479" y="3045"/>
                  </a:lnTo>
                  <a:lnTo>
                    <a:pt x="5215571" y="7296"/>
                  </a:lnTo>
                  <a:lnTo>
                    <a:pt x="5182160" y="14345"/>
                  </a:lnTo>
                  <a:lnTo>
                    <a:pt x="5136602" y="24825"/>
                  </a:lnTo>
                  <a:lnTo>
                    <a:pt x="5079279" y="39250"/>
                  </a:lnTo>
                  <a:lnTo>
                    <a:pt x="5011494" y="57984"/>
                  </a:lnTo>
                  <a:lnTo>
                    <a:pt x="4935263" y="81232"/>
                  </a:lnTo>
                  <a:lnTo>
                    <a:pt x="4853017" y="109060"/>
                  </a:lnTo>
                  <a:lnTo>
                    <a:pt x="4767303" y="141433"/>
                  </a:lnTo>
                  <a:lnTo>
                    <a:pt x="4680509" y="178269"/>
                  </a:lnTo>
                  <a:lnTo>
                    <a:pt x="4594684" y="219487"/>
                  </a:lnTo>
                  <a:lnTo>
                    <a:pt x="4511435" y="265055"/>
                  </a:lnTo>
                  <a:lnTo>
                    <a:pt x="4431907" y="315022"/>
                  </a:lnTo>
                  <a:lnTo>
                    <a:pt x="4356819" y="369543"/>
                  </a:lnTo>
                  <a:lnTo>
                    <a:pt x="4286521" y="428884"/>
                  </a:lnTo>
                  <a:lnTo>
                    <a:pt x="4221076" y="493431"/>
                  </a:lnTo>
                  <a:lnTo>
                    <a:pt x="4160333" y="563686"/>
                  </a:lnTo>
                  <a:lnTo>
                    <a:pt x="4103990" y="640258"/>
                  </a:lnTo>
                  <a:lnTo>
                    <a:pt x="4051646" y="723846"/>
                  </a:lnTo>
                  <a:lnTo>
                    <a:pt x="4002843" y="815216"/>
                  </a:lnTo>
                  <a:lnTo>
                    <a:pt x="3957098" y="915158"/>
                  </a:lnTo>
                  <a:lnTo>
                    <a:pt x="3913926" y="1024421"/>
                  </a:lnTo>
                  <a:lnTo>
                    <a:pt x="3872862" y="1143612"/>
                  </a:lnTo>
                  <a:lnTo>
                    <a:pt x="3833481" y="1273049"/>
                  </a:lnTo>
                  <a:lnTo>
                    <a:pt x="3829811" y="1285885"/>
                  </a:lnTo>
                  <a:lnTo>
                    <a:pt x="3805765" y="1373289"/>
                  </a:lnTo>
                  <a:lnTo>
                    <a:pt x="3782144" y="1464787"/>
                  </a:lnTo>
                  <a:lnTo>
                    <a:pt x="3758875" y="1560456"/>
                  </a:lnTo>
                  <a:lnTo>
                    <a:pt x="3735893" y="1660345"/>
                  </a:lnTo>
                  <a:lnTo>
                    <a:pt x="3713141" y="1764476"/>
                  </a:lnTo>
                  <a:lnTo>
                    <a:pt x="3690569" y="1872845"/>
                  </a:lnTo>
                  <a:lnTo>
                    <a:pt x="3668136" y="1985415"/>
                  </a:lnTo>
                  <a:lnTo>
                    <a:pt x="3645804" y="2102115"/>
                  </a:lnTo>
                  <a:lnTo>
                    <a:pt x="3623542" y="2222842"/>
                  </a:lnTo>
                  <a:lnTo>
                    <a:pt x="3601326" y="2347458"/>
                  </a:lnTo>
                  <a:lnTo>
                    <a:pt x="3579134" y="2475789"/>
                  </a:lnTo>
                  <a:lnTo>
                    <a:pt x="3556950" y="2607623"/>
                  </a:lnTo>
                  <a:lnTo>
                    <a:pt x="3534761" y="2742716"/>
                  </a:lnTo>
                  <a:lnTo>
                    <a:pt x="3512559" y="2880789"/>
                  </a:lnTo>
                  <a:lnTo>
                    <a:pt x="3490338" y="3021531"/>
                  </a:lnTo>
                  <a:lnTo>
                    <a:pt x="3468095" y="3164601"/>
                  </a:lnTo>
                  <a:lnTo>
                    <a:pt x="3445831" y="3309632"/>
                  </a:lnTo>
                  <a:lnTo>
                    <a:pt x="3423548" y="3456233"/>
                  </a:lnTo>
                  <a:lnTo>
                    <a:pt x="3401249" y="3603997"/>
                  </a:lnTo>
                  <a:lnTo>
                    <a:pt x="3378940" y="3752499"/>
                  </a:lnTo>
                  <a:lnTo>
                    <a:pt x="3356626" y="3901309"/>
                  </a:lnTo>
                  <a:lnTo>
                    <a:pt x="3334314" y="4049991"/>
                  </a:lnTo>
                  <a:lnTo>
                    <a:pt x="3312011" y="4198112"/>
                  </a:lnTo>
                  <a:lnTo>
                    <a:pt x="3289720" y="4345244"/>
                  </a:lnTo>
                  <a:lnTo>
                    <a:pt x="3267448" y="4490972"/>
                  </a:lnTo>
                  <a:lnTo>
                    <a:pt x="3245196" y="4634899"/>
                  </a:lnTo>
                  <a:lnTo>
                    <a:pt x="3222966" y="4776646"/>
                  </a:lnTo>
                  <a:lnTo>
                    <a:pt x="3200756" y="4915862"/>
                  </a:lnTo>
                  <a:lnTo>
                    <a:pt x="3178563" y="5052223"/>
                  </a:lnTo>
                  <a:lnTo>
                    <a:pt x="3156378" y="5185436"/>
                  </a:lnTo>
                  <a:lnTo>
                    <a:pt x="3134191" y="5315242"/>
                  </a:lnTo>
                  <a:lnTo>
                    <a:pt x="3111987" y="5441417"/>
                  </a:lnTo>
                  <a:lnTo>
                    <a:pt x="3089748" y="5563770"/>
                  </a:lnTo>
                  <a:lnTo>
                    <a:pt x="3067448" y="5682150"/>
                  </a:lnTo>
                  <a:lnTo>
                    <a:pt x="3045061" y="5796437"/>
                  </a:lnTo>
                  <a:lnTo>
                    <a:pt x="3022551" y="5906549"/>
                  </a:lnTo>
                  <a:lnTo>
                    <a:pt x="2999879" y="6012435"/>
                  </a:lnTo>
                  <a:lnTo>
                    <a:pt x="2976998" y="6114076"/>
                  </a:lnTo>
                  <a:lnTo>
                    <a:pt x="2953855" y="6211484"/>
                  </a:lnTo>
                  <a:lnTo>
                    <a:pt x="2930389" y="6304699"/>
                  </a:lnTo>
                  <a:lnTo>
                    <a:pt x="2906528" y="6393785"/>
                  </a:lnTo>
                  <a:lnTo>
                    <a:pt x="2896531" y="6429425"/>
                  </a:lnTo>
                  <a:lnTo>
                    <a:pt x="2857289" y="6559836"/>
                  </a:lnTo>
                  <a:lnTo>
                    <a:pt x="2816403" y="6679993"/>
                  </a:lnTo>
                  <a:lnTo>
                    <a:pt x="2773451" y="6790177"/>
                  </a:lnTo>
                  <a:lnTo>
                    <a:pt x="2727972" y="6890974"/>
                  </a:lnTo>
                  <a:lnTo>
                    <a:pt x="2679480" y="6983125"/>
                  </a:lnTo>
                  <a:lnTo>
                    <a:pt x="2627493" y="7067419"/>
                  </a:lnTo>
                  <a:lnTo>
                    <a:pt x="2571548" y="7144627"/>
                  </a:lnTo>
                  <a:lnTo>
                    <a:pt x="2511238" y="7215455"/>
                  </a:lnTo>
                  <a:lnTo>
                    <a:pt x="2446250" y="7280521"/>
                  </a:lnTo>
                  <a:lnTo>
                    <a:pt x="2376415" y="7340338"/>
                  </a:lnTo>
                  <a:lnTo>
                    <a:pt x="2301771" y="7395303"/>
                  </a:lnTo>
                  <a:lnTo>
                    <a:pt x="2222642" y="7445696"/>
                  </a:lnTo>
                  <a:lnTo>
                    <a:pt x="2139704" y="7491678"/>
                  </a:lnTo>
                  <a:lnTo>
                    <a:pt x="2054062" y="7533310"/>
                  </a:lnTo>
                  <a:lnTo>
                    <a:pt x="1967278" y="7570565"/>
                  </a:lnTo>
                  <a:lnTo>
                    <a:pt x="1881363" y="7603366"/>
                  </a:lnTo>
                  <a:lnTo>
                    <a:pt x="1798679" y="7631629"/>
                  </a:lnTo>
                  <a:lnTo>
                    <a:pt x="1721767" y="7655312"/>
                  </a:lnTo>
                  <a:lnTo>
                    <a:pt x="1653084" y="7674469"/>
                  </a:lnTo>
                  <a:lnTo>
                    <a:pt x="1594697" y="7689290"/>
                  </a:lnTo>
                  <a:lnTo>
                    <a:pt x="1547989" y="7700125"/>
                  </a:lnTo>
                  <a:lnTo>
                    <a:pt x="1513434" y="7707474"/>
                  </a:lnTo>
                  <a:lnTo>
                    <a:pt x="1490488" y="7711962"/>
                  </a:lnTo>
                  <a:lnTo>
                    <a:pt x="1477601" y="7714285"/>
                  </a:lnTo>
                  <a:lnTo>
                    <a:pt x="1472317" y="7715166"/>
                  </a:lnTo>
                  <a:lnTo>
                    <a:pt x="1471387" y="7715310"/>
                  </a:lnTo>
                  <a:lnTo>
                    <a:pt x="0" y="7715310"/>
                  </a:lnTo>
                  <a:close/>
                </a:path>
              </a:pathLst>
            </a:custGeom>
            <a:solidFill>
              <a:srgbClr val="F3BA99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944" name="pl1944"/>
            <p:cNvSpPr/>
            <p:nvPr/>
          </p:nvSpPr>
          <p:spPr>
            <a:xfrm>
              <a:off x="4799595" y="2781233"/>
              <a:ext cx="11981298" cy="7715310"/>
            </a:xfrm>
            <a:custGeom>
              <a:avLst/>
              <a:pathLst>
                <a:path w="11981298" h="7715310">
                  <a:moveTo>
                    <a:pt x="0" y="7715310"/>
                  </a:moveTo>
                  <a:lnTo>
                    <a:pt x="1471387" y="7715310"/>
                  </a:lnTo>
                  <a:lnTo>
                    <a:pt x="1472098" y="7715200"/>
                  </a:lnTo>
                  <a:lnTo>
                    <a:pt x="1476817" y="7714419"/>
                  </a:lnTo>
                  <a:lnTo>
                    <a:pt x="1488863" y="7712264"/>
                  </a:lnTo>
                  <a:lnTo>
                    <a:pt x="1510771" y="7708014"/>
                  </a:lnTo>
                  <a:lnTo>
                    <a:pt x="1544183" y="7700964"/>
                  </a:lnTo>
                  <a:lnTo>
                    <a:pt x="1589740" y="7690485"/>
                  </a:lnTo>
                  <a:lnTo>
                    <a:pt x="1647063" y="7676060"/>
                  </a:lnTo>
                  <a:lnTo>
                    <a:pt x="1714848" y="7657326"/>
                  </a:lnTo>
                  <a:lnTo>
                    <a:pt x="1791080" y="7634078"/>
                  </a:lnTo>
                  <a:lnTo>
                    <a:pt x="1873325" y="7606249"/>
                  </a:lnTo>
                  <a:lnTo>
                    <a:pt x="1959039" y="7573876"/>
                  </a:lnTo>
                  <a:lnTo>
                    <a:pt x="2045833" y="7537040"/>
                  </a:lnTo>
                  <a:lnTo>
                    <a:pt x="2131659" y="7495823"/>
                  </a:lnTo>
                  <a:lnTo>
                    <a:pt x="2214908" y="7450255"/>
                  </a:lnTo>
                  <a:lnTo>
                    <a:pt x="2294435" y="7400287"/>
                  </a:lnTo>
                  <a:lnTo>
                    <a:pt x="2369523" y="7345767"/>
                  </a:lnTo>
                  <a:lnTo>
                    <a:pt x="2439821" y="7286426"/>
                  </a:lnTo>
                  <a:lnTo>
                    <a:pt x="2505266" y="7221879"/>
                  </a:lnTo>
                  <a:lnTo>
                    <a:pt x="2566009" y="7151623"/>
                  </a:lnTo>
                  <a:lnTo>
                    <a:pt x="2622352" y="7075052"/>
                  </a:lnTo>
                  <a:lnTo>
                    <a:pt x="2674696" y="6991463"/>
                  </a:lnTo>
                  <a:lnTo>
                    <a:pt x="2723499" y="6900093"/>
                  </a:lnTo>
                  <a:lnTo>
                    <a:pt x="2769244" y="6800151"/>
                  </a:lnTo>
                  <a:lnTo>
                    <a:pt x="2812416" y="6690888"/>
                  </a:lnTo>
                  <a:lnTo>
                    <a:pt x="2853480" y="6571697"/>
                  </a:lnTo>
                  <a:lnTo>
                    <a:pt x="2892861" y="6442261"/>
                  </a:lnTo>
                  <a:lnTo>
                    <a:pt x="2896531" y="6429425"/>
                  </a:lnTo>
                  <a:lnTo>
                    <a:pt x="2920577" y="6342021"/>
                  </a:lnTo>
                  <a:lnTo>
                    <a:pt x="2944198" y="6250522"/>
                  </a:lnTo>
                  <a:lnTo>
                    <a:pt x="2967467" y="6154853"/>
                  </a:lnTo>
                  <a:lnTo>
                    <a:pt x="2990449" y="6054965"/>
                  </a:lnTo>
                  <a:lnTo>
                    <a:pt x="3013201" y="5950833"/>
                  </a:lnTo>
                  <a:lnTo>
                    <a:pt x="3035773" y="5842464"/>
                  </a:lnTo>
                  <a:lnTo>
                    <a:pt x="3058207" y="5729895"/>
                  </a:lnTo>
                  <a:lnTo>
                    <a:pt x="3080539" y="5613194"/>
                  </a:lnTo>
                  <a:lnTo>
                    <a:pt x="3102800" y="5492467"/>
                  </a:lnTo>
                  <a:lnTo>
                    <a:pt x="3125016" y="5367851"/>
                  </a:lnTo>
                  <a:lnTo>
                    <a:pt x="3147208" y="5239521"/>
                  </a:lnTo>
                  <a:lnTo>
                    <a:pt x="3169392" y="5107687"/>
                  </a:lnTo>
                  <a:lnTo>
                    <a:pt x="3191581" y="4972593"/>
                  </a:lnTo>
                  <a:lnTo>
                    <a:pt x="3213783" y="4834520"/>
                  </a:lnTo>
                  <a:lnTo>
                    <a:pt x="3236004" y="4693778"/>
                  </a:lnTo>
                  <a:lnTo>
                    <a:pt x="3258247" y="4550708"/>
                  </a:lnTo>
                  <a:lnTo>
                    <a:pt x="3280511" y="4405677"/>
                  </a:lnTo>
                  <a:lnTo>
                    <a:pt x="3302795" y="4259076"/>
                  </a:lnTo>
                  <a:lnTo>
                    <a:pt x="3325093" y="4111313"/>
                  </a:lnTo>
                  <a:lnTo>
                    <a:pt x="3347402" y="3962810"/>
                  </a:lnTo>
                  <a:lnTo>
                    <a:pt x="3369716" y="3814000"/>
                  </a:lnTo>
                  <a:lnTo>
                    <a:pt x="3392028" y="3665318"/>
                  </a:lnTo>
                  <a:lnTo>
                    <a:pt x="3414332" y="3517197"/>
                  </a:lnTo>
                  <a:lnTo>
                    <a:pt x="3436622" y="3370065"/>
                  </a:lnTo>
                  <a:lnTo>
                    <a:pt x="3458894" y="3224337"/>
                  </a:lnTo>
                  <a:lnTo>
                    <a:pt x="3481146" y="3080410"/>
                  </a:lnTo>
                  <a:lnTo>
                    <a:pt x="3503376" y="2938663"/>
                  </a:lnTo>
                  <a:lnTo>
                    <a:pt x="3525586" y="2799447"/>
                  </a:lnTo>
                  <a:lnTo>
                    <a:pt x="3547779" y="2663086"/>
                  </a:lnTo>
                  <a:lnTo>
                    <a:pt x="3569964" y="2529873"/>
                  </a:lnTo>
                  <a:lnTo>
                    <a:pt x="3592151" y="2400067"/>
                  </a:lnTo>
                  <a:lnTo>
                    <a:pt x="3614355" y="2273893"/>
                  </a:lnTo>
                  <a:lnTo>
                    <a:pt x="3636594" y="2151539"/>
                  </a:lnTo>
                  <a:lnTo>
                    <a:pt x="3658894" y="2033159"/>
                  </a:lnTo>
                  <a:lnTo>
                    <a:pt x="3681281" y="1918872"/>
                  </a:lnTo>
                  <a:lnTo>
                    <a:pt x="3703791" y="1808761"/>
                  </a:lnTo>
                  <a:lnTo>
                    <a:pt x="3726463" y="1702875"/>
                  </a:lnTo>
                  <a:lnTo>
                    <a:pt x="3749344" y="1601233"/>
                  </a:lnTo>
                  <a:lnTo>
                    <a:pt x="3772487" y="1503825"/>
                  </a:lnTo>
                  <a:lnTo>
                    <a:pt x="3795953" y="1410610"/>
                  </a:lnTo>
                  <a:lnTo>
                    <a:pt x="3819814" y="1321524"/>
                  </a:lnTo>
                  <a:lnTo>
                    <a:pt x="3829811" y="1285885"/>
                  </a:lnTo>
                  <a:lnTo>
                    <a:pt x="3869053" y="1155474"/>
                  </a:lnTo>
                  <a:lnTo>
                    <a:pt x="3909939" y="1035316"/>
                  </a:lnTo>
                  <a:lnTo>
                    <a:pt x="3952891" y="925133"/>
                  </a:lnTo>
                  <a:lnTo>
                    <a:pt x="3998370" y="824336"/>
                  </a:lnTo>
                  <a:lnTo>
                    <a:pt x="4046862" y="732185"/>
                  </a:lnTo>
                  <a:lnTo>
                    <a:pt x="4098849" y="647890"/>
                  </a:lnTo>
                  <a:lnTo>
                    <a:pt x="4154794" y="570683"/>
                  </a:lnTo>
                  <a:lnTo>
                    <a:pt x="4215104" y="499855"/>
                  </a:lnTo>
                  <a:lnTo>
                    <a:pt x="4280092" y="434788"/>
                  </a:lnTo>
                  <a:lnTo>
                    <a:pt x="4349927" y="374971"/>
                  </a:lnTo>
                  <a:lnTo>
                    <a:pt x="4424571" y="320006"/>
                  </a:lnTo>
                  <a:lnTo>
                    <a:pt x="4503700" y="269614"/>
                  </a:lnTo>
                  <a:lnTo>
                    <a:pt x="4586638" y="223631"/>
                  </a:lnTo>
                  <a:lnTo>
                    <a:pt x="4672280" y="182000"/>
                  </a:lnTo>
                  <a:lnTo>
                    <a:pt x="4759064" y="144744"/>
                  </a:lnTo>
                  <a:lnTo>
                    <a:pt x="4844979" y="111943"/>
                  </a:lnTo>
                  <a:lnTo>
                    <a:pt x="4927663" y="83680"/>
                  </a:lnTo>
                  <a:lnTo>
                    <a:pt x="5004575" y="59997"/>
                  </a:lnTo>
                  <a:lnTo>
                    <a:pt x="5073258" y="40841"/>
                  </a:lnTo>
                  <a:lnTo>
                    <a:pt x="5131645" y="26019"/>
                  </a:lnTo>
                  <a:lnTo>
                    <a:pt x="5178353" y="15185"/>
                  </a:lnTo>
                  <a:lnTo>
                    <a:pt x="5212908" y="7835"/>
                  </a:lnTo>
                  <a:lnTo>
                    <a:pt x="5235854" y="3348"/>
                  </a:lnTo>
                  <a:lnTo>
                    <a:pt x="5248741" y="1024"/>
                  </a:lnTo>
                  <a:lnTo>
                    <a:pt x="5254025" y="144"/>
                  </a:lnTo>
                  <a:lnTo>
                    <a:pt x="5254954" y="0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469" y="72"/>
                  </a:lnTo>
                  <a:lnTo>
                    <a:pt x="6734875" y="585"/>
                  </a:lnTo>
                  <a:lnTo>
                    <a:pt x="6753550" y="2004"/>
                  </a:lnTo>
                  <a:lnTo>
                    <a:pt x="6786954" y="4799"/>
                  </a:lnTo>
                  <a:lnTo>
                    <a:pt x="6836774" y="9403"/>
                  </a:lnTo>
                  <a:lnTo>
                    <a:pt x="6902796" y="16174"/>
                  </a:lnTo>
                  <a:lnTo>
                    <a:pt x="6983049" y="25358"/>
                  </a:lnTo>
                  <a:lnTo>
                    <a:pt x="7074253" y="37079"/>
                  </a:lnTo>
                  <a:lnTo>
                    <a:pt x="7172451" y="51361"/>
                  </a:lnTo>
                  <a:lnTo>
                    <a:pt x="7273661" y="68165"/>
                  </a:lnTo>
                  <a:lnTo>
                    <a:pt x="7374381" y="87437"/>
                  </a:lnTo>
                  <a:lnTo>
                    <a:pt x="7471878" y="109145"/>
                  </a:lnTo>
                  <a:lnTo>
                    <a:pt x="7564278" y="133321"/>
                  </a:lnTo>
                  <a:lnTo>
                    <a:pt x="7650501" y="160072"/>
                  </a:lnTo>
                  <a:lnTo>
                    <a:pt x="7730121" y="189595"/>
                  </a:lnTo>
                  <a:lnTo>
                    <a:pt x="7803197" y="222176"/>
                  </a:lnTo>
                  <a:lnTo>
                    <a:pt x="7870128" y="258188"/>
                  </a:lnTo>
                  <a:lnTo>
                    <a:pt x="7931522" y="298076"/>
                  </a:lnTo>
                  <a:lnTo>
                    <a:pt x="7988103" y="342339"/>
                  </a:lnTo>
                  <a:lnTo>
                    <a:pt x="8040645" y="391490"/>
                  </a:lnTo>
                  <a:lnTo>
                    <a:pt x="8089913" y="445998"/>
                  </a:lnTo>
                  <a:lnTo>
                    <a:pt x="8136624" y="506182"/>
                  </a:lnTo>
                  <a:lnTo>
                    <a:pt x="8151487" y="527158"/>
                  </a:lnTo>
                  <a:lnTo>
                    <a:pt x="8187525" y="581745"/>
                  </a:lnTo>
                  <a:lnTo>
                    <a:pt x="8222684" y="640174"/>
                  </a:lnTo>
                  <a:lnTo>
                    <a:pt x="8257192" y="702522"/>
                  </a:lnTo>
                  <a:lnTo>
                    <a:pt x="8291237" y="768811"/>
                  </a:lnTo>
                  <a:lnTo>
                    <a:pt x="8324970" y="839000"/>
                  </a:lnTo>
                  <a:lnTo>
                    <a:pt x="8358509" y="912977"/>
                  </a:lnTo>
                  <a:lnTo>
                    <a:pt x="8391947" y="990560"/>
                  </a:lnTo>
                  <a:lnTo>
                    <a:pt x="8425350" y="1071490"/>
                  </a:lnTo>
                  <a:lnTo>
                    <a:pt x="8458764" y="1155435"/>
                  </a:lnTo>
                  <a:lnTo>
                    <a:pt x="8492216" y="1241990"/>
                  </a:lnTo>
                  <a:lnTo>
                    <a:pt x="8525716" y="1330687"/>
                  </a:lnTo>
                  <a:lnTo>
                    <a:pt x="8559262" y="1421004"/>
                  </a:lnTo>
                  <a:lnTo>
                    <a:pt x="8592841" y="1512372"/>
                  </a:lnTo>
                  <a:lnTo>
                    <a:pt x="8626437" y="1604198"/>
                  </a:lnTo>
                  <a:lnTo>
                    <a:pt x="8660027" y="1695873"/>
                  </a:lnTo>
                  <a:lnTo>
                    <a:pt x="8693592" y="1786793"/>
                  </a:lnTo>
                  <a:lnTo>
                    <a:pt x="8727116" y="1876377"/>
                  </a:lnTo>
                  <a:lnTo>
                    <a:pt x="8760592" y="1964077"/>
                  </a:lnTo>
                  <a:lnTo>
                    <a:pt x="8794022" y="2049396"/>
                  </a:lnTo>
                  <a:lnTo>
                    <a:pt x="8827427" y="2131895"/>
                  </a:lnTo>
                  <a:lnTo>
                    <a:pt x="8860840" y="2211206"/>
                  </a:lnTo>
                  <a:lnTo>
                    <a:pt x="8894319" y="2287033"/>
                  </a:lnTo>
                  <a:lnTo>
                    <a:pt x="8927940" y="2359154"/>
                  </a:lnTo>
                  <a:lnTo>
                    <a:pt x="8961811" y="2427424"/>
                  </a:lnTo>
                  <a:lnTo>
                    <a:pt x="8996064" y="2491764"/>
                  </a:lnTo>
                  <a:lnTo>
                    <a:pt x="9030868" y="2552167"/>
                  </a:lnTo>
                  <a:lnTo>
                    <a:pt x="9066430" y="2608682"/>
                  </a:lnTo>
                  <a:lnTo>
                    <a:pt x="9084767" y="2635791"/>
                  </a:lnTo>
                  <a:lnTo>
                    <a:pt x="9130781" y="2697860"/>
                  </a:lnTo>
                  <a:lnTo>
                    <a:pt x="9179136" y="2754204"/>
                  </a:lnTo>
                  <a:lnTo>
                    <a:pt x="9230521" y="2805064"/>
                  </a:lnTo>
                  <a:lnTo>
                    <a:pt x="9285693" y="2850873"/>
                  </a:lnTo>
                  <a:lnTo>
                    <a:pt x="9345426" y="2892138"/>
                  </a:lnTo>
                  <a:lnTo>
                    <a:pt x="9410468" y="2929368"/>
                  </a:lnTo>
                  <a:lnTo>
                    <a:pt x="9481474" y="2963029"/>
                  </a:lnTo>
                  <a:lnTo>
                    <a:pt x="9558923" y="2993519"/>
                  </a:lnTo>
                  <a:lnTo>
                    <a:pt x="9643001" y="3021152"/>
                  </a:lnTo>
                  <a:lnTo>
                    <a:pt x="9733461" y="3046155"/>
                  </a:lnTo>
                  <a:lnTo>
                    <a:pt x="9829452" y="3068666"/>
                  </a:lnTo>
                  <a:lnTo>
                    <a:pt x="9929375" y="3088737"/>
                  </a:lnTo>
                  <a:lnTo>
                    <a:pt x="10030776" y="3106356"/>
                  </a:lnTo>
                  <a:lnTo>
                    <a:pt x="10130386" y="3121471"/>
                  </a:lnTo>
                  <a:lnTo>
                    <a:pt x="10224332" y="3134032"/>
                  </a:lnTo>
                  <a:lnTo>
                    <a:pt x="10308582" y="3144039"/>
                  </a:lnTo>
                  <a:lnTo>
                    <a:pt x="10379561" y="3151580"/>
                  </a:lnTo>
                  <a:lnTo>
                    <a:pt x="10434807" y="3156860"/>
                  </a:lnTo>
                  <a:lnTo>
                    <a:pt x="10473498" y="3160203"/>
                  </a:lnTo>
                  <a:lnTo>
                    <a:pt x="10496701" y="3162022"/>
                  </a:lnTo>
                  <a:lnTo>
                    <a:pt x="10507321" y="3162780"/>
                  </a:lnTo>
                  <a:lnTo>
                    <a:pt x="10509869" y="3162947"/>
                  </a:lnTo>
                  <a:lnTo>
                    <a:pt x="10509911" y="3162950"/>
                  </a:lnTo>
                  <a:lnTo>
                    <a:pt x="11981298" y="316295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45" name="pl1945"/>
            <p:cNvSpPr/>
            <p:nvPr/>
          </p:nvSpPr>
          <p:spPr>
            <a:xfrm>
              <a:off x="4799595" y="2773060"/>
              <a:ext cx="11981298" cy="7715310"/>
            </a:xfrm>
            <a:custGeom>
              <a:avLst/>
              <a:pathLst>
                <a:path w="11981298" h="7715310">
                  <a:moveTo>
                    <a:pt x="11981298" y="3162950"/>
                  </a:moveTo>
                  <a:lnTo>
                    <a:pt x="10509911" y="3162950"/>
                  </a:lnTo>
                  <a:lnTo>
                    <a:pt x="10508784" y="3162878"/>
                  </a:lnTo>
                  <a:lnTo>
                    <a:pt x="10501378" y="3162364"/>
                  </a:lnTo>
                  <a:lnTo>
                    <a:pt x="10482703" y="3160945"/>
                  </a:lnTo>
                  <a:lnTo>
                    <a:pt x="10449299" y="3158151"/>
                  </a:lnTo>
                  <a:lnTo>
                    <a:pt x="10399479" y="3153546"/>
                  </a:lnTo>
                  <a:lnTo>
                    <a:pt x="10333457" y="3146775"/>
                  </a:lnTo>
                  <a:lnTo>
                    <a:pt x="10253204" y="3137592"/>
                  </a:lnTo>
                  <a:lnTo>
                    <a:pt x="10162001" y="3125871"/>
                  </a:lnTo>
                  <a:lnTo>
                    <a:pt x="10063802" y="3111588"/>
                  </a:lnTo>
                  <a:lnTo>
                    <a:pt x="9962592" y="3094784"/>
                  </a:lnTo>
                  <a:lnTo>
                    <a:pt x="9861872" y="3075513"/>
                  </a:lnTo>
                  <a:lnTo>
                    <a:pt x="9764375" y="3053804"/>
                  </a:lnTo>
                  <a:lnTo>
                    <a:pt x="9671975" y="3029628"/>
                  </a:lnTo>
                  <a:lnTo>
                    <a:pt x="9585752" y="3002878"/>
                  </a:lnTo>
                  <a:lnTo>
                    <a:pt x="9506133" y="2973355"/>
                  </a:lnTo>
                  <a:lnTo>
                    <a:pt x="9433056" y="2940773"/>
                  </a:lnTo>
                  <a:lnTo>
                    <a:pt x="9366125" y="2904761"/>
                  </a:lnTo>
                  <a:lnTo>
                    <a:pt x="9304731" y="2864873"/>
                  </a:lnTo>
                  <a:lnTo>
                    <a:pt x="9248150" y="2820611"/>
                  </a:lnTo>
                  <a:lnTo>
                    <a:pt x="9195608" y="2771460"/>
                  </a:lnTo>
                  <a:lnTo>
                    <a:pt x="9146340" y="2716952"/>
                  </a:lnTo>
                  <a:lnTo>
                    <a:pt x="9099629" y="2656768"/>
                  </a:lnTo>
                  <a:lnTo>
                    <a:pt x="9084767" y="2635791"/>
                  </a:lnTo>
                  <a:lnTo>
                    <a:pt x="9048728" y="2581204"/>
                  </a:lnTo>
                  <a:lnTo>
                    <a:pt x="9013570" y="2522776"/>
                  </a:lnTo>
                  <a:lnTo>
                    <a:pt x="8979061" y="2460428"/>
                  </a:lnTo>
                  <a:lnTo>
                    <a:pt x="8945016" y="2394138"/>
                  </a:lnTo>
                  <a:lnTo>
                    <a:pt x="8911284" y="2323950"/>
                  </a:lnTo>
                  <a:lnTo>
                    <a:pt x="8877744" y="2249972"/>
                  </a:lnTo>
                  <a:lnTo>
                    <a:pt x="8844306" y="2172389"/>
                  </a:lnTo>
                  <a:lnTo>
                    <a:pt x="8810903" y="2091459"/>
                  </a:lnTo>
                  <a:lnTo>
                    <a:pt x="8777489" y="2007515"/>
                  </a:lnTo>
                  <a:lnTo>
                    <a:pt x="8744037" y="1920959"/>
                  </a:lnTo>
                  <a:lnTo>
                    <a:pt x="8710537" y="1832262"/>
                  </a:lnTo>
                  <a:lnTo>
                    <a:pt x="8676991" y="1741946"/>
                  </a:lnTo>
                  <a:lnTo>
                    <a:pt x="8643412" y="1650577"/>
                  </a:lnTo>
                  <a:lnTo>
                    <a:pt x="8609816" y="1558752"/>
                  </a:lnTo>
                  <a:lnTo>
                    <a:pt x="8576226" y="1467077"/>
                  </a:lnTo>
                  <a:lnTo>
                    <a:pt x="8542661" y="1376156"/>
                  </a:lnTo>
                  <a:lnTo>
                    <a:pt x="8509137" y="1286572"/>
                  </a:lnTo>
                  <a:lnTo>
                    <a:pt x="8475662" y="1198872"/>
                  </a:lnTo>
                  <a:lnTo>
                    <a:pt x="8442231" y="1113554"/>
                  </a:lnTo>
                  <a:lnTo>
                    <a:pt x="8408826" y="1031054"/>
                  </a:lnTo>
                  <a:lnTo>
                    <a:pt x="8375413" y="951743"/>
                  </a:lnTo>
                  <a:lnTo>
                    <a:pt x="8341935" y="875916"/>
                  </a:lnTo>
                  <a:lnTo>
                    <a:pt x="8308313" y="803795"/>
                  </a:lnTo>
                  <a:lnTo>
                    <a:pt x="8274442" y="735526"/>
                  </a:lnTo>
                  <a:lnTo>
                    <a:pt x="8240189" y="671185"/>
                  </a:lnTo>
                  <a:lnTo>
                    <a:pt x="8205385" y="610782"/>
                  </a:lnTo>
                  <a:lnTo>
                    <a:pt x="8169823" y="554267"/>
                  </a:lnTo>
                  <a:lnTo>
                    <a:pt x="8151487" y="527158"/>
                  </a:lnTo>
                  <a:lnTo>
                    <a:pt x="8105473" y="465090"/>
                  </a:lnTo>
                  <a:lnTo>
                    <a:pt x="8057117" y="408746"/>
                  </a:lnTo>
                  <a:lnTo>
                    <a:pt x="8005732" y="357886"/>
                  </a:lnTo>
                  <a:lnTo>
                    <a:pt x="7950560" y="312077"/>
                  </a:lnTo>
                  <a:lnTo>
                    <a:pt x="7890827" y="270811"/>
                  </a:lnTo>
                  <a:lnTo>
                    <a:pt x="7825786" y="233581"/>
                  </a:lnTo>
                  <a:lnTo>
                    <a:pt x="7754780" y="199920"/>
                  </a:lnTo>
                  <a:lnTo>
                    <a:pt x="7677331" y="169431"/>
                  </a:lnTo>
                  <a:lnTo>
                    <a:pt x="7593252" y="141798"/>
                  </a:lnTo>
                  <a:lnTo>
                    <a:pt x="7502793" y="116794"/>
                  </a:lnTo>
                  <a:lnTo>
                    <a:pt x="7406801" y="94284"/>
                  </a:lnTo>
                  <a:lnTo>
                    <a:pt x="7306878" y="74212"/>
                  </a:lnTo>
                  <a:lnTo>
                    <a:pt x="7205477" y="56594"/>
                  </a:lnTo>
                  <a:lnTo>
                    <a:pt x="7105867" y="41479"/>
                  </a:lnTo>
                  <a:lnTo>
                    <a:pt x="7011922" y="28917"/>
                  </a:lnTo>
                  <a:lnTo>
                    <a:pt x="6927672" y="18910"/>
                  </a:lnTo>
                  <a:lnTo>
                    <a:pt x="6856693" y="11369"/>
                  </a:lnTo>
                  <a:lnTo>
                    <a:pt x="6801447" y="6089"/>
                  </a:lnTo>
                  <a:lnTo>
                    <a:pt x="6762755" y="2746"/>
                  </a:lnTo>
                  <a:lnTo>
                    <a:pt x="6739552" y="927"/>
                  </a:lnTo>
                  <a:lnTo>
                    <a:pt x="6728932" y="169"/>
                  </a:lnTo>
                  <a:lnTo>
                    <a:pt x="6726384" y="2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244" y="109"/>
                  </a:lnTo>
                  <a:lnTo>
                    <a:pt x="5249525" y="890"/>
                  </a:lnTo>
                  <a:lnTo>
                    <a:pt x="5237479" y="3045"/>
                  </a:lnTo>
                  <a:lnTo>
                    <a:pt x="5215571" y="7296"/>
                  </a:lnTo>
                  <a:lnTo>
                    <a:pt x="5182160" y="14345"/>
                  </a:lnTo>
                  <a:lnTo>
                    <a:pt x="5136602" y="24825"/>
                  </a:lnTo>
                  <a:lnTo>
                    <a:pt x="5079279" y="39250"/>
                  </a:lnTo>
                  <a:lnTo>
                    <a:pt x="5011494" y="57984"/>
                  </a:lnTo>
                  <a:lnTo>
                    <a:pt x="4935263" y="81232"/>
                  </a:lnTo>
                  <a:lnTo>
                    <a:pt x="4853017" y="109060"/>
                  </a:lnTo>
                  <a:lnTo>
                    <a:pt x="4767303" y="141433"/>
                  </a:lnTo>
                  <a:lnTo>
                    <a:pt x="4680509" y="178269"/>
                  </a:lnTo>
                  <a:lnTo>
                    <a:pt x="4594684" y="219487"/>
                  </a:lnTo>
                  <a:lnTo>
                    <a:pt x="4511435" y="265055"/>
                  </a:lnTo>
                  <a:lnTo>
                    <a:pt x="4431907" y="315022"/>
                  </a:lnTo>
                  <a:lnTo>
                    <a:pt x="4356819" y="369543"/>
                  </a:lnTo>
                  <a:lnTo>
                    <a:pt x="4286521" y="428884"/>
                  </a:lnTo>
                  <a:lnTo>
                    <a:pt x="4221076" y="493431"/>
                  </a:lnTo>
                  <a:lnTo>
                    <a:pt x="4160333" y="563686"/>
                  </a:lnTo>
                  <a:lnTo>
                    <a:pt x="4103990" y="640258"/>
                  </a:lnTo>
                  <a:lnTo>
                    <a:pt x="4051646" y="723846"/>
                  </a:lnTo>
                  <a:lnTo>
                    <a:pt x="4002843" y="815216"/>
                  </a:lnTo>
                  <a:lnTo>
                    <a:pt x="3957098" y="915158"/>
                  </a:lnTo>
                  <a:lnTo>
                    <a:pt x="3913926" y="1024421"/>
                  </a:lnTo>
                  <a:lnTo>
                    <a:pt x="3872862" y="1143612"/>
                  </a:lnTo>
                  <a:lnTo>
                    <a:pt x="3833481" y="1273049"/>
                  </a:lnTo>
                  <a:lnTo>
                    <a:pt x="3829811" y="1285885"/>
                  </a:lnTo>
                  <a:lnTo>
                    <a:pt x="3805765" y="1373289"/>
                  </a:lnTo>
                  <a:lnTo>
                    <a:pt x="3782144" y="1464787"/>
                  </a:lnTo>
                  <a:lnTo>
                    <a:pt x="3758875" y="1560456"/>
                  </a:lnTo>
                  <a:lnTo>
                    <a:pt x="3735893" y="1660345"/>
                  </a:lnTo>
                  <a:lnTo>
                    <a:pt x="3713141" y="1764476"/>
                  </a:lnTo>
                  <a:lnTo>
                    <a:pt x="3690569" y="1872845"/>
                  </a:lnTo>
                  <a:lnTo>
                    <a:pt x="3668136" y="1985415"/>
                  </a:lnTo>
                  <a:lnTo>
                    <a:pt x="3645804" y="2102115"/>
                  </a:lnTo>
                  <a:lnTo>
                    <a:pt x="3623542" y="2222842"/>
                  </a:lnTo>
                  <a:lnTo>
                    <a:pt x="3601326" y="2347458"/>
                  </a:lnTo>
                  <a:lnTo>
                    <a:pt x="3579134" y="2475789"/>
                  </a:lnTo>
                  <a:lnTo>
                    <a:pt x="3556950" y="2607623"/>
                  </a:lnTo>
                  <a:lnTo>
                    <a:pt x="3534761" y="2742716"/>
                  </a:lnTo>
                  <a:lnTo>
                    <a:pt x="3512559" y="2880789"/>
                  </a:lnTo>
                  <a:lnTo>
                    <a:pt x="3490338" y="3021531"/>
                  </a:lnTo>
                  <a:lnTo>
                    <a:pt x="3468095" y="3164601"/>
                  </a:lnTo>
                  <a:lnTo>
                    <a:pt x="3445831" y="3309632"/>
                  </a:lnTo>
                  <a:lnTo>
                    <a:pt x="3423548" y="3456233"/>
                  </a:lnTo>
                  <a:lnTo>
                    <a:pt x="3401249" y="3603997"/>
                  </a:lnTo>
                  <a:lnTo>
                    <a:pt x="3378940" y="3752499"/>
                  </a:lnTo>
                  <a:lnTo>
                    <a:pt x="3356626" y="3901309"/>
                  </a:lnTo>
                  <a:lnTo>
                    <a:pt x="3334314" y="4049991"/>
                  </a:lnTo>
                  <a:lnTo>
                    <a:pt x="3312011" y="4198112"/>
                  </a:lnTo>
                  <a:lnTo>
                    <a:pt x="3289720" y="4345244"/>
                  </a:lnTo>
                  <a:lnTo>
                    <a:pt x="3267448" y="4490972"/>
                  </a:lnTo>
                  <a:lnTo>
                    <a:pt x="3245196" y="4634899"/>
                  </a:lnTo>
                  <a:lnTo>
                    <a:pt x="3222966" y="4776646"/>
                  </a:lnTo>
                  <a:lnTo>
                    <a:pt x="3200756" y="4915862"/>
                  </a:lnTo>
                  <a:lnTo>
                    <a:pt x="3178563" y="5052223"/>
                  </a:lnTo>
                  <a:lnTo>
                    <a:pt x="3156378" y="5185436"/>
                  </a:lnTo>
                  <a:lnTo>
                    <a:pt x="3134191" y="5315242"/>
                  </a:lnTo>
                  <a:lnTo>
                    <a:pt x="3111987" y="5441417"/>
                  </a:lnTo>
                  <a:lnTo>
                    <a:pt x="3089748" y="5563770"/>
                  </a:lnTo>
                  <a:lnTo>
                    <a:pt x="3067448" y="5682150"/>
                  </a:lnTo>
                  <a:lnTo>
                    <a:pt x="3045061" y="5796437"/>
                  </a:lnTo>
                  <a:lnTo>
                    <a:pt x="3022551" y="5906549"/>
                  </a:lnTo>
                  <a:lnTo>
                    <a:pt x="2999879" y="6012435"/>
                  </a:lnTo>
                  <a:lnTo>
                    <a:pt x="2976998" y="6114076"/>
                  </a:lnTo>
                  <a:lnTo>
                    <a:pt x="2953855" y="6211484"/>
                  </a:lnTo>
                  <a:lnTo>
                    <a:pt x="2930389" y="6304699"/>
                  </a:lnTo>
                  <a:lnTo>
                    <a:pt x="2906528" y="6393785"/>
                  </a:lnTo>
                  <a:lnTo>
                    <a:pt x="2896531" y="6429425"/>
                  </a:lnTo>
                  <a:lnTo>
                    <a:pt x="2857289" y="6559836"/>
                  </a:lnTo>
                  <a:lnTo>
                    <a:pt x="2816403" y="6679993"/>
                  </a:lnTo>
                  <a:lnTo>
                    <a:pt x="2773451" y="6790177"/>
                  </a:lnTo>
                  <a:lnTo>
                    <a:pt x="2727972" y="6890974"/>
                  </a:lnTo>
                  <a:lnTo>
                    <a:pt x="2679480" y="6983125"/>
                  </a:lnTo>
                  <a:lnTo>
                    <a:pt x="2627493" y="7067419"/>
                  </a:lnTo>
                  <a:lnTo>
                    <a:pt x="2571548" y="7144627"/>
                  </a:lnTo>
                  <a:lnTo>
                    <a:pt x="2511238" y="7215455"/>
                  </a:lnTo>
                  <a:lnTo>
                    <a:pt x="2446250" y="7280521"/>
                  </a:lnTo>
                  <a:lnTo>
                    <a:pt x="2376415" y="7340338"/>
                  </a:lnTo>
                  <a:lnTo>
                    <a:pt x="2301771" y="7395303"/>
                  </a:lnTo>
                  <a:lnTo>
                    <a:pt x="2222642" y="7445696"/>
                  </a:lnTo>
                  <a:lnTo>
                    <a:pt x="2139704" y="7491678"/>
                  </a:lnTo>
                  <a:lnTo>
                    <a:pt x="2054062" y="7533310"/>
                  </a:lnTo>
                  <a:lnTo>
                    <a:pt x="1967278" y="7570565"/>
                  </a:lnTo>
                  <a:lnTo>
                    <a:pt x="1881363" y="7603366"/>
                  </a:lnTo>
                  <a:lnTo>
                    <a:pt x="1798679" y="7631629"/>
                  </a:lnTo>
                  <a:lnTo>
                    <a:pt x="1721767" y="7655312"/>
                  </a:lnTo>
                  <a:lnTo>
                    <a:pt x="1653084" y="7674469"/>
                  </a:lnTo>
                  <a:lnTo>
                    <a:pt x="1594697" y="7689290"/>
                  </a:lnTo>
                  <a:lnTo>
                    <a:pt x="1547989" y="7700125"/>
                  </a:lnTo>
                  <a:lnTo>
                    <a:pt x="1513434" y="7707474"/>
                  </a:lnTo>
                  <a:lnTo>
                    <a:pt x="1490488" y="7711962"/>
                  </a:lnTo>
                  <a:lnTo>
                    <a:pt x="1477601" y="7714285"/>
                  </a:lnTo>
                  <a:lnTo>
                    <a:pt x="1472317" y="7715166"/>
                  </a:lnTo>
                  <a:lnTo>
                    <a:pt x="1471388" y="7715310"/>
                  </a:lnTo>
                  <a:lnTo>
                    <a:pt x="1471387" y="7715310"/>
                  </a:lnTo>
                  <a:lnTo>
                    <a:pt x="0" y="771531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46" name="pg1946"/>
            <p:cNvSpPr/>
            <p:nvPr/>
          </p:nvSpPr>
          <p:spPr>
            <a:xfrm>
              <a:off x="4799595" y="3091807"/>
              <a:ext cx="11981298" cy="7412909"/>
            </a:xfrm>
            <a:custGeom>
              <a:avLst/>
              <a:pathLst>
                <a:path w="11981298" h="7412909">
                  <a:moveTo>
                    <a:pt x="0" y="7412909"/>
                  </a:moveTo>
                  <a:lnTo>
                    <a:pt x="1471387" y="7412909"/>
                  </a:lnTo>
                  <a:lnTo>
                    <a:pt x="1472117" y="7412801"/>
                  </a:lnTo>
                  <a:lnTo>
                    <a:pt x="1476955" y="7412032"/>
                  </a:lnTo>
                  <a:lnTo>
                    <a:pt x="1489300" y="7409908"/>
                  </a:lnTo>
                  <a:lnTo>
                    <a:pt x="1511734" y="7405720"/>
                  </a:lnTo>
                  <a:lnTo>
                    <a:pt x="1545911" y="7398776"/>
                  </a:lnTo>
                  <a:lnTo>
                    <a:pt x="1592449" y="7388457"/>
                  </a:lnTo>
                  <a:lnTo>
                    <a:pt x="1650910" y="7374265"/>
                  </a:lnTo>
                  <a:lnTo>
                    <a:pt x="1719908" y="7355847"/>
                  </a:lnTo>
                  <a:lnTo>
                    <a:pt x="1797337" y="7333014"/>
                  </a:lnTo>
                  <a:lnTo>
                    <a:pt x="1880682" y="7305707"/>
                  </a:lnTo>
                  <a:lnTo>
                    <a:pt x="1967336" y="7273968"/>
                  </a:lnTo>
                  <a:lnTo>
                    <a:pt x="2054872" y="7237880"/>
                  </a:lnTo>
                  <a:lnTo>
                    <a:pt x="2141231" y="7197519"/>
                  </a:lnTo>
                  <a:lnTo>
                    <a:pt x="2224813" y="7152909"/>
                  </a:lnTo>
                  <a:lnTo>
                    <a:pt x="2304499" y="7103989"/>
                  </a:lnTo>
                  <a:lnTo>
                    <a:pt x="2379602" y="7050596"/>
                  </a:lnTo>
                  <a:lnTo>
                    <a:pt x="2449807" y="6992450"/>
                  </a:lnTo>
                  <a:lnTo>
                    <a:pt x="2515085" y="6929155"/>
                  </a:lnTo>
                  <a:lnTo>
                    <a:pt x="2575618" y="6860198"/>
                  </a:lnTo>
                  <a:lnTo>
                    <a:pt x="2631737" y="6784966"/>
                  </a:lnTo>
                  <a:lnTo>
                    <a:pt x="2683865" y="6702755"/>
                  </a:lnTo>
                  <a:lnTo>
                    <a:pt x="2732478" y="6612805"/>
                  </a:lnTo>
                  <a:lnTo>
                    <a:pt x="2778075" y="6514339"/>
                  </a:lnTo>
                  <a:lnTo>
                    <a:pt x="2821151" y="6406637"/>
                  </a:lnTo>
                  <a:lnTo>
                    <a:pt x="2862177" y="6289146"/>
                  </a:lnTo>
                  <a:lnTo>
                    <a:pt x="2896531" y="6178786"/>
                  </a:lnTo>
                  <a:lnTo>
                    <a:pt x="2921055" y="6093178"/>
                  </a:lnTo>
                  <a:lnTo>
                    <a:pt x="2945138" y="6003479"/>
                  </a:lnTo>
                  <a:lnTo>
                    <a:pt x="2968857" y="5909613"/>
                  </a:lnTo>
                  <a:lnTo>
                    <a:pt x="2992283" y="5811531"/>
                  </a:lnTo>
                  <a:lnTo>
                    <a:pt x="3015473" y="5709211"/>
                  </a:lnTo>
                  <a:lnTo>
                    <a:pt x="3038480" y="5602662"/>
                  </a:lnTo>
                  <a:lnTo>
                    <a:pt x="3061348" y="5491925"/>
                  </a:lnTo>
                  <a:lnTo>
                    <a:pt x="3084115" y="5377075"/>
                  </a:lnTo>
                  <a:lnTo>
                    <a:pt x="3106813" y="5258224"/>
                  </a:lnTo>
                  <a:lnTo>
                    <a:pt x="3129469" y="5135518"/>
                  </a:lnTo>
                  <a:lnTo>
                    <a:pt x="3152103" y="5009142"/>
                  </a:lnTo>
                  <a:lnTo>
                    <a:pt x="3174732" y="4879318"/>
                  </a:lnTo>
                  <a:lnTo>
                    <a:pt x="3197369" y="4746304"/>
                  </a:lnTo>
                  <a:lnTo>
                    <a:pt x="3220022" y="4610392"/>
                  </a:lnTo>
                  <a:lnTo>
                    <a:pt x="3242695" y="4471908"/>
                  </a:lnTo>
                  <a:lnTo>
                    <a:pt x="3265391" y="4331207"/>
                  </a:lnTo>
                  <a:lnTo>
                    <a:pt x="3288108" y="4188670"/>
                  </a:lnTo>
                  <a:lnTo>
                    <a:pt x="3310845" y="4044703"/>
                  </a:lnTo>
                  <a:lnTo>
                    <a:pt x="3333596" y="3899726"/>
                  </a:lnTo>
                  <a:lnTo>
                    <a:pt x="3356355" y="3754175"/>
                  </a:lnTo>
                  <a:lnTo>
                    <a:pt x="3379116" y="3608491"/>
                  </a:lnTo>
                  <a:lnTo>
                    <a:pt x="3401872" y="3463117"/>
                  </a:lnTo>
                  <a:lnTo>
                    <a:pt x="3424618" y="3318493"/>
                  </a:lnTo>
                  <a:lnTo>
                    <a:pt x="3447347" y="3175050"/>
                  </a:lnTo>
                  <a:lnTo>
                    <a:pt x="3470057" y="3033202"/>
                  </a:lnTo>
                  <a:lnTo>
                    <a:pt x="3492743" y="2893346"/>
                  </a:lnTo>
                  <a:lnTo>
                    <a:pt x="3515408" y="2755852"/>
                  </a:lnTo>
                  <a:lnTo>
                    <a:pt x="3538053" y="2621065"/>
                  </a:lnTo>
                  <a:lnTo>
                    <a:pt x="3560686" y="2489297"/>
                  </a:lnTo>
                  <a:lnTo>
                    <a:pt x="3583315" y="2360827"/>
                  </a:lnTo>
                  <a:lnTo>
                    <a:pt x="3605956" y="2235899"/>
                  </a:lnTo>
                  <a:lnTo>
                    <a:pt x="3628626" y="2114719"/>
                  </a:lnTo>
                  <a:lnTo>
                    <a:pt x="3651348" y="1997457"/>
                  </a:lnTo>
                  <a:lnTo>
                    <a:pt x="3674152" y="1884245"/>
                  </a:lnTo>
                  <a:lnTo>
                    <a:pt x="3697071" y="1775181"/>
                  </a:lnTo>
                  <a:lnTo>
                    <a:pt x="3720145" y="1670325"/>
                  </a:lnTo>
                  <a:lnTo>
                    <a:pt x="3743423" y="1569705"/>
                  </a:lnTo>
                  <a:lnTo>
                    <a:pt x="3766959" y="1473318"/>
                  </a:lnTo>
                  <a:lnTo>
                    <a:pt x="3790815" y="1381131"/>
                  </a:lnTo>
                  <a:lnTo>
                    <a:pt x="3815065" y="1293083"/>
                  </a:lnTo>
                  <a:lnTo>
                    <a:pt x="3829811" y="1242295"/>
                  </a:lnTo>
                  <a:lnTo>
                    <a:pt x="3869401" y="1116088"/>
                  </a:lnTo>
                  <a:lnTo>
                    <a:pt x="3910668" y="999893"/>
                  </a:lnTo>
                  <a:lnTo>
                    <a:pt x="3954044" y="893428"/>
                  </a:lnTo>
                  <a:lnTo>
                    <a:pt x="4000005" y="796112"/>
                  </a:lnTo>
                  <a:lnTo>
                    <a:pt x="4049047" y="707213"/>
                  </a:lnTo>
                  <a:lnTo>
                    <a:pt x="4101668" y="625952"/>
                  </a:lnTo>
                  <a:lnTo>
                    <a:pt x="4158339" y="551574"/>
                  </a:lnTo>
                  <a:lnTo>
                    <a:pt x="4219473" y="483386"/>
                  </a:lnTo>
                  <a:lnTo>
                    <a:pt x="4285385" y="420787"/>
                  </a:lnTo>
                  <a:lnTo>
                    <a:pt x="4356234" y="363279"/>
                  </a:lnTo>
                  <a:lnTo>
                    <a:pt x="4431959" y="310481"/>
                  </a:lnTo>
                  <a:lnTo>
                    <a:pt x="4512198" y="262129"/>
                  </a:lnTo>
                  <a:lnTo>
                    <a:pt x="4596215" y="218073"/>
                  </a:lnTo>
                  <a:lnTo>
                    <a:pt x="4682828" y="178264"/>
                  </a:lnTo>
                  <a:lnTo>
                    <a:pt x="4770375" y="142737"/>
                  </a:lnTo>
                  <a:lnTo>
                    <a:pt x="4856742" y="111570"/>
                  </a:lnTo>
                  <a:lnTo>
                    <a:pt x="4939466" y="84845"/>
                  </a:lnTo>
                  <a:lnTo>
                    <a:pt x="5015935" y="62592"/>
                  </a:lnTo>
                  <a:lnTo>
                    <a:pt x="5083669" y="44738"/>
                  </a:lnTo>
                  <a:lnTo>
                    <a:pt x="5140639" y="31072"/>
                  </a:lnTo>
                  <a:lnTo>
                    <a:pt x="5185573" y="21224"/>
                  </a:lnTo>
                  <a:lnTo>
                    <a:pt x="5218165" y="14675"/>
                  </a:lnTo>
                  <a:lnTo>
                    <a:pt x="5239172" y="10795"/>
                  </a:lnTo>
                  <a:lnTo>
                    <a:pt x="5250376" y="8888"/>
                  </a:lnTo>
                  <a:lnTo>
                    <a:pt x="5254472" y="8244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109" y="8277"/>
                  </a:lnTo>
                  <a:lnTo>
                    <a:pt x="6732188" y="9020"/>
                  </a:lnTo>
                  <a:lnTo>
                    <a:pt x="6745129" y="11072"/>
                  </a:lnTo>
                  <a:lnTo>
                    <a:pt x="6768610" y="15118"/>
                  </a:lnTo>
                  <a:lnTo>
                    <a:pt x="6804308" y="21822"/>
                  </a:lnTo>
                  <a:lnTo>
                    <a:pt x="6852786" y="31776"/>
                  </a:lnTo>
                  <a:lnTo>
                    <a:pt x="6913487" y="45448"/>
                  </a:lnTo>
                  <a:lnTo>
                    <a:pt x="6984855" y="63160"/>
                  </a:lnTo>
                  <a:lnTo>
                    <a:pt x="7064608" y="85079"/>
                  </a:lnTo>
                  <a:lnTo>
                    <a:pt x="7150067" y="111243"/>
                  </a:lnTo>
                  <a:lnTo>
                    <a:pt x="7238506" y="141604"/>
                  </a:lnTo>
                  <a:lnTo>
                    <a:pt x="7327432" y="176080"/>
                  </a:lnTo>
                  <a:lnTo>
                    <a:pt x="7414767" y="214604"/>
                  </a:lnTo>
                  <a:lnTo>
                    <a:pt x="7498938" y="257167"/>
                  </a:lnTo>
                  <a:lnTo>
                    <a:pt x="7578875" y="303849"/>
                  </a:lnTo>
                  <a:lnTo>
                    <a:pt x="7653961" y="354836"/>
                  </a:lnTo>
                  <a:lnTo>
                    <a:pt x="7723948" y="410427"/>
                  </a:lnTo>
                  <a:lnTo>
                    <a:pt x="7788876" y="471036"/>
                  </a:lnTo>
                  <a:lnTo>
                    <a:pt x="7848990" y="537187"/>
                  </a:lnTo>
                  <a:lnTo>
                    <a:pt x="7904671" y="609503"/>
                  </a:lnTo>
                  <a:lnTo>
                    <a:pt x="7956388" y="688684"/>
                  </a:lnTo>
                  <a:lnTo>
                    <a:pt x="8004651" y="775475"/>
                  </a:lnTo>
                  <a:lnTo>
                    <a:pt x="8049987" y="870617"/>
                  </a:lnTo>
                  <a:lnTo>
                    <a:pt x="8092908" y="974756"/>
                  </a:lnTo>
                  <a:lnTo>
                    <a:pt x="8133895" y="1088324"/>
                  </a:lnTo>
                  <a:lnTo>
                    <a:pt x="8151487" y="1141495"/>
                  </a:lnTo>
                  <a:lnTo>
                    <a:pt x="8177027" y="1223483"/>
                  </a:lnTo>
                  <a:lnTo>
                    <a:pt x="8202092" y="1309553"/>
                  </a:lnTo>
                  <a:lnTo>
                    <a:pt x="8226769" y="1399780"/>
                  </a:lnTo>
                  <a:lnTo>
                    <a:pt x="8251136" y="1494215"/>
                  </a:lnTo>
                  <a:lnTo>
                    <a:pt x="8275257" y="1592874"/>
                  </a:lnTo>
                  <a:lnTo>
                    <a:pt x="8299190" y="1695743"/>
                  </a:lnTo>
                  <a:lnTo>
                    <a:pt x="8322983" y="1802771"/>
                  </a:lnTo>
                  <a:lnTo>
                    <a:pt x="8346678" y="1913869"/>
                  </a:lnTo>
                  <a:lnTo>
                    <a:pt x="8370308" y="2028911"/>
                  </a:lnTo>
                  <a:lnTo>
                    <a:pt x="8393900" y="2147730"/>
                  </a:lnTo>
                  <a:lnTo>
                    <a:pt x="8417478" y="2270119"/>
                  </a:lnTo>
                  <a:lnTo>
                    <a:pt x="8441057" y="2395830"/>
                  </a:lnTo>
                  <a:lnTo>
                    <a:pt x="8464649" y="2524580"/>
                  </a:lnTo>
                  <a:lnTo>
                    <a:pt x="8488261" y="2656045"/>
                  </a:lnTo>
                  <a:lnTo>
                    <a:pt x="8511898" y="2789869"/>
                  </a:lnTo>
                  <a:lnTo>
                    <a:pt x="8535559" y="2925668"/>
                  </a:lnTo>
                  <a:lnTo>
                    <a:pt x="8559241" y="3063028"/>
                  </a:lnTo>
                  <a:lnTo>
                    <a:pt x="8582941" y="3201517"/>
                  </a:lnTo>
                  <a:lnTo>
                    <a:pt x="8606651" y="3340686"/>
                  </a:lnTo>
                  <a:lnTo>
                    <a:pt x="8630365" y="3480078"/>
                  </a:lnTo>
                  <a:lnTo>
                    <a:pt x="8654075" y="3619232"/>
                  </a:lnTo>
                  <a:lnTo>
                    <a:pt x="8677774" y="3757691"/>
                  </a:lnTo>
                  <a:lnTo>
                    <a:pt x="8701456" y="3895008"/>
                  </a:lnTo>
                  <a:lnTo>
                    <a:pt x="8725116" y="4030749"/>
                  </a:lnTo>
                  <a:lnTo>
                    <a:pt x="8748752" y="4164504"/>
                  </a:lnTo>
                  <a:lnTo>
                    <a:pt x="8772364" y="4295887"/>
                  </a:lnTo>
                  <a:lnTo>
                    <a:pt x="8795955" y="4424543"/>
                  </a:lnTo>
                  <a:lnTo>
                    <a:pt x="8819534" y="4550152"/>
                  </a:lnTo>
                  <a:lnTo>
                    <a:pt x="8843112" y="4672430"/>
                  </a:lnTo>
                  <a:lnTo>
                    <a:pt x="8866705" y="4791130"/>
                  </a:lnTo>
                  <a:lnTo>
                    <a:pt x="8890337" y="4906047"/>
                  </a:lnTo>
                  <a:lnTo>
                    <a:pt x="8914034" y="5017016"/>
                  </a:lnTo>
                  <a:lnTo>
                    <a:pt x="8937831" y="5123912"/>
                  </a:lnTo>
                  <a:lnTo>
                    <a:pt x="8961769" y="5226646"/>
                  </a:lnTo>
                  <a:lnTo>
                    <a:pt x="8985897" y="5325169"/>
                  </a:lnTo>
                  <a:lnTo>
                    <a:pt x="9010273" y="5419468"/>
                  </a:lnTo>
                  <a:lnTo>
                    <a:pt x="9034961" y="5509561"/>
                  </a:lnTo>
                  <a:lnTo>
                    <a:pt x="9060040" y="5595498"/>
                  </a:lnTo>
                  <a:lnTo>
                    <a:pt x="9084767" y="5674785"/>
                  </a:lnTo>
                  <a:lnTo>
                    <a:pt x="9125036" y="5792556"/>
                  </a:lnTo>
                  <a:lnTo>
                    <a:pt x="9167047" y="5900824"/>
                  </a:lnTo>
                  <a:lnTo>
                    <a:pt x="9211255" y="5999868"/>
                  </a:lnTo>
                  <a:lnTo>
                    <a:pt x="9258161" y="6090258"/>
                  </a:lnTo>
                  <a:lnTo>
                    <a:pt x="9308289" y="6172706"/>
                  </a:lnTo>
                  <a:lnTo>
                    <a:pt x="9362158" y="6247963"/>
                  </a:lnTo>
                  <a:lnTo>
                    <a:pt x="9420262" y="6316755"/>
                  </a:lnTo>
                  <a:lnTo>
                    <a:pt x="9483024" y="6379740"/>
                  </a:lnTo>
                  <a:lnTo>
                    <a:pt x="9550759" y="6437488"/>
                  </a:lnTo>
                  <a:lnTo>
                    <a:pt x="9623606" y="6490464"/>
                  </a:lnTo>
                  <a:lnTo>
                    <a:pt x="9701453" y="6539018"/>
                  </a:lnTo>
                  <a:lnTo>
                    <a:pt x="9783858" y="6583384"/>
                  </a:lnTo>
                  <a:lnTo>
                    <a:pt x="9869960" y="6623687"/>
                  </a:lnTo>
                  <a:lnTo>
                    <a:pt x="9958410" y="6659956"/>
                  </a:lnTo>
                  <a:lnTo>
                    <a:pt x="10047350" y="6692144"/>
                  </a:lnTo>
                  <a:lnTo>
                    <a:pt x="10134452" y="6720171"/>
                  </a:lnTo>
                  <a:lnTo>
                    <a:pt x="10217065" y="6743966"/>
                  </a:lnTo>
                  <a:lnTo>
                    <a:pt x="10292449" y="6763523"/>
                  </a:lnTo>
                  <a:lnTo>
                    <a:pt x="10358102" y="6778948"/>
                  </a:lnTo>
                  <a:lnTo>
                    <a:pt x="10412109" y="6790494"/>
                  </a:lnTo>
                  <a:lnTo>
                    <a:pt x="10453448" y="6798567"/>
                  </a:lnTo>
                  <a:lnTo>
                    <a:pt x="10482180" y="6803708"/>
                  </a:lnTo>
                  <a:lnTo>
                    <a:pt x="10499501" y="6806556"/>
                  </a:lnTo>
                  <a:lnTo>
                    <a:pt x="10507663" y="6807792"/>
                  </a:lnTo>
                  <a:lnTo>
                    <a:pt x="10509911" y="6808107"/>
                  </a:lnTo>
                  <a:lnTo>
                    <a:pt x="11981298" y="6808107"/>
                  </a:lnTo>
                  <a:lnTo>
                    <a:pt x="11981298" y="6799934"/>
                  </a:lnTo>
                  <a:lnTo>
                    <a:pt x="10509911" y="6799934"/>
                  </a:lnTo>
                  <a:lnTo>
                    <a:pt x="10509144" y="6799830"/>
                  </a:lnTo>
                  <a:lnTo>
                    <a:pt x="10504065" y="6799087"/>
                  </a:lnTo>
                  <a:lnTo>
                    <a:pt x="10491124" y="6797035"/>
                  </a:lnTo>
                  <a:lnTo>
                    <a:pt x="10467643" y="6792989"/>
                  </a:lnTo>
                  <a:lnTo>
                    <a:pt x="10431946" y="6786284"/>
                  </a:lnTo>
                  <a:lnTo>
                    <a:pt x="10383467" y="6776331"/>
                  </a:lnTo>
                  <a:lnTo>
                    <a:pt x="10322767" y="6762659"/>
                  </a:lnTo>
                  <a:lnTo>
                    <a:pt x="10251398" y="6744947"/>
                  </a:lnTo>
                  <a:lnTo>
                    <a:pt x="10171645" y="6723028"/>
                  </a:lnTo>
                  <a:lnTo>
                    <a:pt x="10086186" y="6696864"/>
                  </a:lnTo>
                  <a:lnTo>
                    <a:pt x="9997747" y="6666502"/>
                  </a:lnTo>
                  <a:lnTo>
                    <a:pt x="9908821" y="6632027"/>
                  </a:lnTo>
                  <a:lnTo>
                    <a:pt x="9821486" y="6593503"/>
                  </a:lnTo>
                  <a:lnTo>
                    <a:pt x="9737315" y="6550940"/>
                  </a:lnTo>
                  <a:lnTo>
                    <a:pt x="9657378" y="6504257"/>
                  </a:lnTo>
                  <a:lnTo>
                    <a:pt x="9582293" y="6453271"/>
                  </a:lnTo>
                  <a:lnTo>
                    <a:pt x="9512305" y="6397680"/>
                  </a:lnTo>
                  <a:lnTo>
                    <a:pt x="9447377" y="6337071"/>
                  </a:lnTo>
                  <a:lnTo>
                    <a:pt x="9387263" y="6270920"/>
                  </a:lnTo>
                  <a:lnTo>
                    <a:pt x="9331582" y="6198604"/>
                  </a:lnTo>
                  <a:lnTo>
                    <a:pt x="9279866" y="6119423"/>
                  </a:lnTo>
                  <a:lnTo>
                    <a:pt x="9231602" y="6032631"/>
                  </a:lnTo>
                  <a:lnTo>
                    <a:pt x="9186266" y="5937490"/>
                  </a:lnTo>
                  <a:lnTo>
                    <a:pt x="9143345" y="5833350"/>
                  </a:lnTo>
                  <a:lnTo>
                    <a:pt x="9102358" y="5719782"/>
                  </a:lnTo>
                  <a:lnTo>
                    <a:pt x="9084767" y="5666612"/>
                  </a:lnTo>
                  <a:lnTo>
                    <a:pt x="9059226" y="5584623"/>
                  </a:lnTo>
                  <a:lnTo>
                    <a:pt x="9034161" y="5498554"/>
                  </a:lnTo>
                  <a:lnTo>
                    <a:pt x="9009484" y="5408326"/>
                  </a:lnTo>
                  <a:lnTo>
                    <a:pt x="8985117" y="5313892"/>
                  </a:lnTo>
                  <a:lnTo>
                    <a:pt x="8960996" y="5215232"/>
                  </a:lnTo>
                  <a:lnTo>
                    <a:pt x="8937063" y="5112363"/>
                  </a:lnTo>
                  <a:lnTo>
                    <a:pt x="8913270" y="5005336"/>
                  </a:lnTo>
                  <a:lnTo>
                    <a:pt x="8889575" y="4894237"/>
                  </a:lnTo>
                  <a:lnTo>
                    <a:pt x="8865946" y="4779195"/>
                  </a:lnTo>
                  <a:lnTo>
                    <a:pt x="8842353" y="4660376"/>
                  </a:lnTo>
                  <a:lnTo>
                    <a:pt x="8818775" y="4537988"/>
                  </a:lnTo>
                  <a:lnTo>
                    <a:pt x="8795196" y="4412276"/>
                  </a:lnTo>
                  <a:lnTo>
                    <a:pt x="8771604" y="4283527"/>
                  </a:lnTo>
                  <a:lnTo>
                    <a:pt x="8747992" y="4152062"/>
                  </a:lnTo>
                  <a:lnTo>
                    <a:pt x="8724355" y="4018237"/>
                  </a:lnTo>
                  <a:lnTo>
                    <a:pt x="8700695" y="3882439"/>
                  </a:lnTo>
                  <a:lnTo>
                    <a:pt x="8677012" y="3745079"/>
                  </a:lnTo>
                  <a:lnTo>
                    <a:pt x="8653312" y="3606590"/>
                  </a:lnTo>
                  <a:lnTo>
                    <a:pt x="8629602" y="3467421"/>
                  </a:lnTo>
                  <a:lnTo>
                    <a:pt x="8605888" y="3328029"/>
                  </a:lnTo>
                  <a:lnTo>
                    <a:pt x="8582178" y="3188874"/>
                  </a:lnTo>
                  <a:lnTo>
                    <a:pt x="8558479" y="3050415"/>
                  </a:lnTo>
                  <a:lnTo>
                    <a:pt x="8534797" y="2913099"/>
                  </a:lnTo>
                  <a:lnTo>
                    <a:pt x="8511137" y="2777357"/>
                  </a:lnTo>
                  <a:lnTo>
                    <a:pt x="8487501" y="2643603"/>
                  </a:lnTo>
                  <a:lnTo>
                    <a:pt x="8463889" y="2512220"/>
                  </a:lnTo>
                  <a:lnTo>
                    <a:pt x="8440298" y="2383563"/>
                  </a:lnTo>
                  <a:lnTo>
                    <a:pt x="8416719" y="2257954"/>
                  </a:lnTo>
                  <a:lnTo>
                    <a:pt x="8393141" y="2135677"/>
                  </a:lnTo>
                  <a:lnTo>
                    <a:pt x="8369548" y="2016977"/>
                  </a:lnTo>
                  <a:lnTo>
                    <a:pt x="8345917" y="1902059"/>
                  </a:lnTo>
                  <a:lnTo>
                    <a:pt x="8322219" y="1791090"/>
                  </a:lnTo>
                  <a:lnTo>
                    <a:pt x="8298422" y="1684195"/>
                  </a:lnTo>
                  <a:lnTo>
                    <a:pt x="8274484" y="1581461"/>
                  </a:lnTo>
                  <a:lnTo>
                    <a:pt x="8250356" y="1482937"/>
                  </a:lnTo>
                  <a:lnTo>
                    <a:pt x="8225981" y="1388639"/>
                  </a:lnTo>
                  <a:lnTo>
                    <a:pt x="8201292" y="1298546"/>
                  </a:lnTo>
                  <a:lnTo>
                    <a:pt x="8176213" y="1212609"/>
                  </a:lnTo>
                  <a:lnTo>
                    <a:pt x="8151487" y="1133322"/>
                  </a:lnTo>
                  <a:lnTo>
                    <a:pt x="8111217" y="1015551"/>
                  </a:lnTo>
                  <a:lnTo>
                    <a:pt x="8069206" y="907282"/>
                  </a:lnTo>
                  <a:lnTo>
                    <a:pt x="8024998" y="808239"/>
                  </a:lnTo>
                  <a:lnTo>
                    <a:pt x="7978092" y="717848"/>
                  </a:lnTo>
                  <a:lnTo>
                    <a:pt x="7927965" y="635400"/>
                  </a:lnTo>
                  <a:lnTo>
                    <a:pt x="7874095" y="560143"/>
                  </a:lnTo>
                  <a:lnTo>
                    <a:pt x="7815992" y="491352"/>
                  </a:lnTo>
                  <a:lnTo>
                    <a:pt x="7753229" y="428367"/>
                  </a:lnTo>
                  <a:lnTo>
                    <a:pt x="7685494" y="370618"/>
                  </a:lnTo>
                  <a:lnTo>
                    <a:pt x="7612648" y="317642"/>
                  </a:lnTo>
                  <a:lnTo>
                    <a:pt x="7534800" y="269089"/>
                  </a:lnTo>
                  <a:lnTo>
                    <a:pt x="7452395" y="224723"/>
                  </a:lnTo>
                  <a:lnTo>
                    <a:pt x="7366294" y="184419"/>
                  </a:lnTo>
                  <a:lnTo>
                    <a:pt x="7277843" y="148151"/>
                  </a:lnTo>
                  <a:lnTo>
                    <a:pt x="7188904" y="115963"/>
                  </a:lnTo>
                  <a:lnTo>
                    <a:pt x="7101801" y="87936"/>
                  </a:lnTo>
                  <a:lnTo>
                    <a:pt x="7019188" y="64141"/>
                  </a:lnTo>
                  <a:lnTo>
                    <a:pt x="6943805" y="44584"/>
                  </a:lnTo>
                  <a:lnTo>
                    <a:pt x="6878152" y="29158"/>
                  </a:lnTo>
                  <a:lnTo>
                    <a:pt x="6824144" y="17612"/>
                  </a:lnTo>
                  <a:lnTo>
                    <a:pt x="6782805" y="9540"/>
                  </a:lnTo>
                  <a:lnTo>
                    <a:pt x="6754073" y="4399"/>
                  </a:lnTo>
                  <a:lnTo>
                    <a:pt x="6736752" y="1551"/>
                  </a:lnTo>
                  <a:lnTo>
                    <a:pt x="6728590" y="314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226" y="108"/>
                  </a:lnTo>
                  <a:lnTo>
                    <a:pt x="5249387" y="877"/>
                  </a:lnTo>
                  <a:lnTo>
                    <a:pt x="5237042" y="3000"/>
                  </a:lnTo>
                  <a:lnTo>
                    <a:pt x="5214608" y="7189"/>
                  </a:lnTo>
                  <a:lnTo>
                    <a:pt x="5180431" y="14133"/>
                  </a:lnTo>
                  <a:lnTo>
                    <a:pt x="5133893" y="24451"/>
                  </a:lnTo>
                  <a:lnTo>
                    <a:pt x="5075432" y="38644"/>
                  </a:lnTo>
                  <a:lnTo>
                    <a:pt x="5006434" y="57061"/>
                  </a:lnTo>
                  <a:lnTo>
                    <a:pt x="4929005" y="79895"/>
                  </a:lnTo>
                  <a:lnTo>
                    <a:pt x="4845660" y="107201"/>
                  </a:lnTo>
                  <a:lnTo>
                    <a:pt x="4759006" y="138940"/>
                  </a:lnTo>
                  <a:lnTo>
                    <a:pt x="4671470" y="175028"/>
                  </a:lnTo>
                  <a:lnTo>
                    <a:pt x="4585111" y="215389"/>
                  </a:lnTo>
                  <a:lnTo>
                    <a:pt x="4501529" y="260000"/>
                  </a:lnTo>
                  <a:lnTo>
                    <a:pt x="4421844" y="308919"/>
                  </a:lnTo>
                  <a:lnTo>
                    <a:pt x="4346740" y="362312"/>
                  </a:lnTo>
                  <a:lnTo>
                    <a:pt x="4276535" y="420458"/>
                  </a:lnTo>
                  <a:lnTo>
                    <a:pt x="4211257" y="483754"/>
                  </a:lnTo>
                  <a:lnTo>
                    <a:pt x="4150724" y="552710"/>
                  </a:lnTo>
                  <a:lnTo>
                    <a:pt x="4094605" y="627943"/>
                  </a:lnTo>
                  <a:lnTo>
                    <a:pt x="4042477" y="710153"/>
                  </a:lnTo>
                  <a:lnTo>
                    <a:pt x="3993864" y="800104"/>
                  </a:lnTo>
                  <a:lnTo>
                    <a:pt x="3948267" y="898570"/>
                  </a:lnTo>
                  <a:lnTo>
                    <a:pt x="3905191" y="1006272"/>
                  </a:lnTo>
                  <a:lnTo>
                    <a:pt x="3864165" y="1123762"/>
                  </a:lnTo>
                  <a:lnTo>
                    <a:pt x="3829811" y="1234122"/>
                  </a:lnTo>
                  <a:lnTo>
                    <a:pt x="3805287" y="1319731"/>
                  </a:lnTo>
                  <a:lnTo>
                    <a:pt x="3781204" y="1409430"/>
                  </a:lnTo>
                  <a:lnTo>
                    <a:pt x="3757485" y="1503296"/>
                  </a:lnTo>
                  <a:lnTo>
                    <a:pt x="3734060" y="1601378"/>
                  </a:lnTo>
                  <a:lnTo>
                    <a:pt x="3710869" y="1703698"/>
                  </a:lnTo>
                  <a:lnTo>
                    <a:pt x="3687862" y="1810247"/>
                  </a:lnTo>
                  <a:lnTo>
                    <a:pt x="3664994" y="1920984"/>
                  </a:lnTo>
                  <a:lnTo>
                    <a:pt x="3642227" y="2035833"/>
                  </a:lnTo>
                  <a:lnTo>
                    <a:pt x="3619529" y="2154685"/>
                  </a:lnTo>
                  <a:lnTo>
                    <a:pt x="3596873" y="2277391"/>
                  </a:lnTo>
                  <a:lnTo>
                    <a:pt x="3574239" y="2403766"/>
                  </a:lnTo>
                  <a:lnTo>
                    <a:pt x="3551610" y="2533590"/>
                  </a:lnTo>
                  <a:lnTo>
                    <a:pt x="3528973" y="2666604"/>
                  </a:lnTo>
                  <a:lnTo>
                    <a:pt x="3506320" y="2802516"/>
                  </a:lnTo>
                  <a:lnTo>
                    <a:pt x="3483647" y="2941000"/>
                  </a:lnTo>
                  <a:lnTo>
                    <a:pt x="3460951" y="3081702"/>
                  </a:lnTo>
                  <a:lnTo>
                    <a:pt x="3438234" y="3224238"/>
                  </a:lnTo>
                  <a:lnTo>
                    <a:pt x="3415497" y="3368206"/>
                  </a:lnTo>
                  <a:lnTo>
                    <a:pt x="3392747" y="3513182"/>
                  </a:lnTo>
                  <a:lnTo>
                    <a:pt x="3369987" y="3658734"/>
                  </a:lnTo>
                  <a:lnTo>
                    <a:pt x="3347226" y="3804418"/>
                  </a:lnTo>
                  <a:lnTo>
                    <a:pt x="3324470" y="3949792"/>
                  </a:lnTo>
                  <a:lnTo>
                    <a:pt x="3301724" y="4094415"/>
                  </a:lnTo>
                  <a:lnTo>
                    <a:pt x="3278995" y="4237859"/>
                  </a:lnTo>
                  <a:lnTo>
                    <a:pt x="3256286" y="4379706"/>
                  </a:lnTo>
                  <a:lnTo>
                    <a:pt x="3233599" y="4519563"/>
                  </a:lnTo>
                  <a:lnTo>
                    <a:pt x="3210934" y="4657057"/>
                  </a:lnTo>
                  <a:lnTo>
                    <a:pt x="3188289" y="4791844"/>
                  </a:lnTo>
                  <a:lnTo>
                    <a:pt x="3165656" y="4923611"/>
                  </a:lnTo>
                  <a:lnTo>
                    <a:pt x="3143027" y="5052081"/>
                  </a:lnTo>
                  <a:lnTo>
                    <a:pt x="3120386" y="5177009"/>
                  </a:lnTo>
                  <a:lnTo>
                    <a:pt x="3097716" y="5298189"/>
                  </a:lnTo>
                  <a:lnTo>
                    <a:pt x="3074994" y="5415452"/>
                  </a:lnTo>
                  <a:lnTo>
                    <a:pt x="3052190" y="5528663"/>
                  </a:lnTo>
                  <a:lnTo>
                    <a:pt x="3029271" y="5637728"/>
                  </a:lnTo>
                  <a:lnTo>
                    <a:pt x="3006197" y="5742584"/>
                  </a:lnTo>
                  <a:lnTo>
                    <a:pt x="2982919" y="5843203"/>
                  </a:lnTo>
                  <a:lnTo>
                    <a:pt x="2959383" y="5939590"/>
                  </a:lnTo>
                  <a:lnTo>
                    <a:pt x="2935527" y="6031777"/>
                  </a:lnTo>
                  <a:lnTo>
                    <a:pt x="2911277" y="6119825"/>
                  </a:lnTo>
                  <a:lnTo>
                    <a:pt x="2896531" y="6170613"/>
                  </a:lnTo>
                  <a:lnTo>
                    <a:pt x="2856941" y="6296820"/>
                  </a:lnTo>
                  <a:lnTo>
                    <a:pt x="2815674" y="6413016"/>
                  </a:lnTo>
                  <a:lnTo>
                    <a:pt x="2772298" y="6519480"/>
                  </a:lnTo>
                  <a:lnTo>
                    <a:pt x="2726337" y="6616796"/>
                  </a:lnTo>
                  <a:lnTo>
                    <a:pt x="2677295" y="6705696"/>
                  </a:lnTo>
                  <a:lnTo>
                    <a:pt x="2624674" y="6786957"/>
                  </a:lnTo>
                  <a:lnTo>
                    <a:pt x="2568003" y="6861335"/>
                  </a:lnTo>
                  <a:lnTo>
                    <a:pt x="2506869" y="6929522"/>
                  </a:lnTo>
                  <a:lnTo>
                    <a:pt x="2440957" y="6992122"/>
                  </a:lnTo>
                  <a:lnTo>
                    <a:pt x="2370108" y="7049629"/>
                  </a:lnTo>
                  <a:lnTo>
                    <a:pt x="2294383" y="7102427"/>
                  </a:lnTo>
                  <a:lnTo>
                    <a:pt x="2214144" y="7150779"/>
                  </a:lnTo>
                  <a:lnTo>
                    <a:pt x="2130127" y="7194836"/>
                  </a:lnTo>
                  <a:lnTo>
                    <a:pt x="2043514" y="7234644"/>
                  </a:lnTo>
                  <a:lnTo>
                    <a:pt x="1955967" y="7270171"/>
                  </a:lnTo>
                  <a:lnTo>
                    <a:pt x="1869600" y="7301338"/>
                  </a:lnTo>
                  <a:lnTo>
                    <a:pt x="1786876" y="7328063"/>
                  </a:lnTo>
                  <a:lnTo>
                    <a:pt x="1710407" y="7350317"/>
                  </a:lnTo>
                  <a:lnTo>
                    <a:pt x="1642673" y="7368171"/>
                  </a:lnTo>
                  <a:lnTo>
                    <a:pt x="1585703" y="7381836"/>
                  </a:lnTo>
                  <a:lnTo>
                    <a:pt x="1540769" y="7391685"/>
                  </a:lnTo>
                  <a:lnTo>
                    <a:pt x="1508177" y="7398233"/>
                  </a:lnTo>
                  <a:lnTo>
                    <a:pt x="1487170" y="7402113"/>
                  </a:lnTo>
                  <a:lnTo>
                    <a:pt x="1475966" y="7404020"/>
                  </a:lnTo>
                  <a:lnTo>
                    <a:pt x="1471870" y="7404665"/>
                  </a:lnTo>
                  <a:lnTo>
                    <a:pt x="1471387" y="7404736"/>
                  </a:lnTo>
                  <a:lnTo>
                    <a:pt x="0" y="7404736"/>
                  </a:lnTo>
                  <a:close/>
                </a:path>
              </a:pathLst>
            </a:custGeom>
            <a:solidFill>
              <a:srgbClr val="F3BA99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947" name="pl1947"/>
            <p:cNvSpPr/>
            <p:nvPr/>
          </p:nvSpPr>
          <p:spPr>
            <a:xfrm>
              <a:off x="4799595" y="3099980"/>
              <a:ext cx="11981298" cy="7404736"/>
            </a:xfrm>
            <a:custGeom>
              <a:avLst/>
              <a:pathLst>
                <a:path w="11981298" h="7404736">
                  <a:moveTo>
                    <a:pt x="0" y="7404736"/>
                  </a:moveTo>
                  <a:lnTo>
                    <a:pt x="1471387" y="7404736"/>
                  </a:lnTo>
                  <a:lnTo>
                    <a:pt x="1472117" y="7404628"/>
                  </a:lnTo>
                  <a:lnTo>
                    <a:pt x="1476955" y="7403859"/>
                  </a:lnTo>
                  <a:lnTo>
                    <a:pt x="1489300" y="7401735"/>
                  </a:lnTo>
                  <a:lnTo>
                    <a:pt x="1511734" y="7397547"/>
                  </a:lnTo>
                  <a:lnTo>
                    <a:pt x="1545911" y="7390603"/>
                  </a:lnTo>
                  <a:lnTo>
                    <a:pt x="1592449" y="7380284"/>
                  </a:lnTo>
                  <a:lnTo>
                    <a:pt x="1650910" y="7366092"/>
                  </a:lnTo>
                  <a:lnTo>
                    <a:pt x="1719908" y="7347674"/>
                  </a:lnTo>
                  <a:lnTo>
                    <a:pt x="1797337" y="7324841"/>
                  </a:lnTo>
                  <a:lnTo>
                    <a:pt x="1880682" y="7297534"/>
                  </a:lnTo>
                  <a:lnTo>
                    <a:pt x="1967336" y="7265795"/>
                  </a:lnTo>
                  <a:lnTo>
                    <a:pt x="2054872" y="7229707"/>
                  </a:lnTo>
                  <a:lnTo>
                    <a:pt x="2141231" y="7189346"/>
                  </a:lnTo>
                  <a:lnTo>
                    <a:pt x="2224813" y="7144736"/>
                  </a:lnTo>
                  <a:lnTo>
                    <a:pt x="2304499" y="7095816"/>
                  </a:lnTo>
                  <a:lnTo>
                    <a:pt x="2379602" y="7042423"/>
                  </a:lnTo>
                  <a:lnTo>
                    <a:pt x="2449807" y="6984277"/>
                  </a:lnTo>
                  <a:lnTo>
                    <a:pt x="2515085" y="6920982"/>
                  </a:lnTo>
                  <a:lnTo>
                    <a:pt x="2575618" y="6852025"/>
                  </a:lnTo>
                  <a:lnTo>
                    <a:pt x="2631737" y="6776793"/>
                  </a:lnTo>
                  <a:lnTo>
                    <a:pt x="2683865" y="6694582"/>
                  </a:lnTo>
                  <a:lnTo>
                    <a:pt x="2732478" y="6604632"/>
                  </a:lnTo>
                  <a:lnTo>
                    <a:pt x="2778075" y="6506166"/>
                  </a:lnTo>
                  <a:lnTo>
                    <a:pt x="2821151" y="6398464"/>
                  </a:lnTo>
                  <a:lnTo>
                    <a:pt x="2862177" y="6280973"/>
                  </a:lnTo>
                  <a:lnTo>
                    <a:pt x="2896531" y="6170613"/>
                  </a:lnTo>
                  <a:lnTo>
                    <a:pt x="2921055" y="6085005"/>
                  </a:lnTo>
                  <a:lnTo>
                    <a:pt x="2945138" y="5995306"/>
                  </a:lnTo>
                  <a:lnTo>
                    <a:pt x="2968857" y="5901440"/>
                  </a:lnTo>
                  <a:lnTo>
                    <a:pt x="2992283" y="5803358"/>
                  </a:lnTo>
                  <a:lnTo>
                    <a:pt x="3015473" y="5701038"/>
                  </a:lnTo>
                  <a:lnTo>
                    <a:pt x="3038480" y="5594489"/>
                  </a:lnTo>
                  <a:lnTo>
                    <a:pt x="3061348" y="5483752"/>
                  </a:lnTo>
                  <a:lnTo>
                    <a:pt x="3084115" y="5368902"/>
                  </a:lnTo>
                  <a:lnTo>
                    <a:pt x="3106813" y="5250051"/>
                  </a:lnTo>
                  <a:lnTo>
                    <a:pt x="3129469" y="5127345"/>
                  </a:lnTo>
                  <a:lnTo>
                    <a:pt x="3152103" y="5000969"/>
                  </a:lnTo>
                  <a:lnTo>
                    <a:pt x="3174732" y="4871145"/>
                  </a:lnTo>
                  <a:lnTo>
                    <a:pt x="3197369" y="4738131"/>
                  </a:lnTo>
                  <a:lnTo>
                    <a:pt x="3220022" y="4602219"/>
                  </a:lnTo>
                  <a:lnTo>
                    <a:pt x="3242695" y="4463735"/>
                  </a:lnTo>
                  <a:lnTo>
                    <a:pt x="3265391" y="4323034"/>
                  </a:lnTo>
                  <a:lnTo>
                    <a:pt x="3288108" y="4180497"/>
                  </a:lnTo>
                  <a:lnTo>
                    <a:pt x="3310845" y="4036530"/>
                  </a:lnTo>
                  <a:lnTo>
                    <a:pt x="3333596" y="3891553"/>
                  </a:lnTo>
                  <a:lnTo>
                    <a:pt x="3356355" y="3746002"/>
                  </a:lnTo>
                  <a:lnTo>
                    <a:pt x="3379116" y="3600318"/>
                  </a:lnTo>
                  <a:lnTo>
                    <a:pt x="3401872" y="3454944"/>
                  </a:lnTo>
                  <a:lnTo>
                    <a:pt x="3424618" y="3310320"/>
                  </a:lnTo>
                  <a:lnTo>
                    <a:pt x="3447347" y="3166877"/>
                  </a:lnTo>
                  <a:lnTo>
                    <a:pt x="3470057" y="3025029"/>
                  </a:lnTo>
                  <a:lnTo>
                    <a:pt x="3492743" y="2885173"/>
                  </a:lnTo>
                  <a:lnTo>
                    <a:pt x="3515408" y="2747679"/>
                  </a:lnTo>
                  <a:lnTo>
                    <a:pt x="3538053" y="2612892"/>
                  </a:lnTo>
                  <a:lnTo>
                    <a:pt x="3560686" y="2481124"/>
                  </a:lnTo>
                  <a:lnTo>
                    <a:pt x="3583315" y="2352654"/>
                  </a:lnTo>
                  <a:lnTo>
                    <a:pt x="3605956" y="2227726"/>
                  </a:lnTo>
                  <a:lnTo>
                    <a:pt x="3628626" y="2106546"/>
                  </a:lnTo>
                  <a:lnTo>
                    <a:pt x="3651348" y="1989284"/>
                  </a:lnTo>
                  <a:lnTo>
                    <a:pt x="3674152" y="1876072"/>
                  </a:lnTo>
                  <a:lnTo>
                    <a:pt x="3697071" y="1767008"/>
                  </a:lnTo>
                  <a:lnTo>
                    <a:pt x="3720145" y="1662152"/>
                  </a:lnTo>
                  <a:lnTo>
                    <a:pt x="3743423" y="1561532"/>
                  </a:lnTo>
                  <a:lnTo>
                    <a:pt x="3766959" y="1465145"/>
                  </a:lnTo>
                  <a:lnTo>
                    <a:pt x="3790815" y="1372958"/>
                  </a:lnTo>
                  <a:lnTo>
                    <a:pt x="3815065" y="1284910"/>
                  </a:lnTo>
                  <a:lnTo>
                    <a:pt x="3829811" y="1234122"/>
                  </a:lnTo>
                  <a:lnTo>
                    <a:pt x="3869401" y="1107915"/>
                  </a:lnTo>
                  <a:lnTo>
                    <a:pt x="3910668" y="991720"/>
                  </a:lnTo>
                  <a:lnTo>
                    <a:pt x="3954044" y="885255"/>
                  </a:lnTo>
                  <a:lnTo>
                    <a:pt x="4000005" y="787939"/>
                  </a:lnTo>
                  <a:lnTo>
                    <a:pt x="4049047" y="699040"/>
                  </a:lnTo>
                  <a:lnTo>
                    <a:pt x="4101668" y="617779"/>
                  </a:lnTo>
                  <a:lnTo>
                    <a:pt x="4158339" y="543401"/>
                  </a:lnTo>
                  <a:lnTo>
                    <a:pt x="4219473" y="475213"/>
                  </a:lnTo>
                  <a:lnTo>
                    <a:pt x="4285385" y="412614"/>
                  </a:lnTo>
                  <a:lnTo>
                    <a:pt x="4356234" y="355106"/>
                  </a:lnTo>
                  <a:lnTo>
                    <a:pt x="4431959" y="302308"/>
                  </a:lnTo>
                  <a:lnTo>
                    <a:pt x="4512198" y="253956"/>
                  </a:lnTo>
                  <a:lnTo>
                    <a:pt x="4596215" y="209900"/>
                  </a:lnTo>
                  <a:lnTo>
                    <a:pt x="4682828" y="170091"/>
                  </a:lnTo>
                  <a:lnTo>
                    <a:pt x="4770375" y="134564"/>
                  </a:lnTo>
                  <a:lnTo>
                    <a:pt x="4856742" y="103397"/>
                  </a:lnTo>
                  <a:lnTo>
                    <a:pt x="4939466" y="76672"/>
                  </a:lnTo>
                  <a:lnTo>
                    <a:pt x="5015935" y="54419"/>
                  </a:lnTo>
                  <a:lnTo>
                    <a:pt x="5083669" y="36565"/>
                  </a:lnTo>
                  <a:lnTo>
                    <a:pt x="5140639" y="22899"/>
                  </a:lnTo>
                  <a:lnTo>
                    <a:pt x="5185573" y="13051"/>
                  </a:lnTo>
                  <a:lnTo>
                    <a:pt x="5218165" y="6502"/>
                  </a:lnTo>
                  <a:lnTo>
                    <a:pt x="5239172" y="2622"/>
                  </a:lnTo>
                  <a:lnTo>
                    <a:pt x="5250376" y="715"/>
                  </a:lnTo>
                  <a:lnTo>
                    <a:pt x="5254472" y="71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109" y="104"/>
                  </a:lnTo>
                  <a:lnTo>
                    <a:pt x="6732188" y="847"/>
                  </a:lnTo>
                  <a:lnTo>
                    <a:pt x="6745129" y="2899"/>
                  </a:lnTo>
                  <a:lnTo>
                    <a:pt x="6768610" y="6945"/>
                  </a:lnTo>
                  <a:lnTo>
                    <a:pt x="6804308" y="13649"/>
                  </a:lnTo>
                  <a:lnTo>
                    <a:pt x="6852786" y="23603"/>
                  </a:lnTo>
                  <a:lnTo>
                    <a:pt x="6913487" y="37275"/>
                  </a:lnTo>
                  <a:lnTo>
                    <a:pt x="6984855" y="54987"/>
                  </a:lnTo>
                  <a:lnTo>
                    <a:pt x="7064608" y="76906"/>
                  </a:lnTo>
                  <a:lnTo>
                    <a:pt x="7150067" y="103070"/>
                  </a:lnTo>
                  <a:lnTo>
                    <a:pt x="7238506" y="133431"/>
                  </a:lnTo>
                  <a:lnTo>
                    <a:pt x="7327432" y="167907"/>
                  </a:lnTo>
                  <a:lnTo>
                    <a:pt x="7414767" y="206431"/>
                  </a:lnTo>
                  <a:lnTo>
                    <a:pt x="7498938" y="248994"/>
                  </a:lnTo>
                  <a:lnTo>
                    <a:pt x="7578875" y="295676"/>
                  </a:lnTo>
                  <a:lnTo>
                    <a:pt x="7653961" y="346663"/>
                  </a:lnTo>
                  <a:lnTo>
                    <a:pt x="7723948" y="402254"/>
                  </a:lnTo>
                  <a:lnTo>
                    <a:pt x="7788876" y="462863"/>
                  </a:lnTo>
                  <a:lnTo>
                    <a:pt x="7848990" y="529014"/>
                  </a:lnTo>
                  <a:lnTo>
                    <a:pt x="7904671" y="601330"/>
                  </a:lnTo>
                  <a:lnTo>
                    <a:pt x="7956388" y="680511"/>
                  </a:lnTo>
                  <a:lnTo>
                    <a:pt x="8004651" y="767302"/>
                  </a:lnTo>
                  <a:lnTo>
                    <a:pt x="8049987" y="862444"/>
                  </a:lnTo>
                  <a:lnTo>
                    <a:pt x="8092908" y="966583"/>
                  </a:lnTo>
                  <a:lnTo>
                    <a:pt x="8133895" y="1080151"/>
                  </a:lnTo>
                  <a:lnTo>
                    <a:pt x="8151487" y="1133322"/>
                  </a:lnTo>
                  <a:lnTo>
                    <a:pt x="8177027" y="1215310"/>
                  </a:lnTo>
                  <a:lnTo>
                    <a:pt x="8202092" y="1301380"/>
                  </a:lnTo>
                  <a:lnTo>
                    <a:pt x="8226769" y="1391607"/>
                  </a:lnTo>
                  <a:lnTo>
                    <a:pt x="8251136" y="1486042"/>
                  </a:lnTo>
                  <a:lnTo>
                    <a:pt x="8275257" y="1584701"/>
                  </a:lnTo>
                  <a:lnTo>
                    <a:pt x="8299190" y="1687570"/>
                  </a:lnTo>
                  <a:lnTo>
                    <a:pt x="8322983" y="1794598"/>
                  </a:lnTo>
                  <a:lnTo>
                    <a:pt x="8346678" y="1905696"/>
                  </a:lnTo>
                  <a:lnTo>
                    <a:pt x="8370308" y="2020738"/>
                  </a:lnTo>
                  <a:lnTo>
                    <a:pt x="8393900" y="2139557"/>
                  </a:lnTo>
                  <a:lnTo>
                    <a:pt x="8417478" y="2261946"/>
                  </a:lnTo>
                  <a:lnTo>
                    <a:pt x="8441057" y="2387657"/>
                  </a:lnTo>
                  <a:lnTo>
                    <a:pt x="8464649" y="2516407"/>
                  </a:lnTo>
                  <a:lnTo>
                    <a:pt x="8488261" y="2647872"/>
                  </a:lnTo>
                  <a:lnTo>
                    <a:pt x="8511898" y="2781696"/>
                  </a:lnTo>
                  <a:lnTo>
                    <a:pt x="8535559" y="2917495"/>
                  </a:lnTo>
                  <a:lnTo>
                    <a:pt x="8559241" y="3054855"/>
                  </a:lnTo>
                  <a:lnTo>
                    <a:pt x="8582941" y="3193344"/>
                  </a:lnTo>
                  <a:lnTo>
                    <a:pt x="8606651" y="3332513"/>
                  </a:lnTo>
                  <a:lnTo>
                    <a:pt x="8630365" y="3471905"/>
                  </a:lnTo>
                  <a:lnTo>
                    <a:pt x="8654075" y="3611059"/>
                  </a:lnTo>
                  <a:lnTo>
                    <a:pt x="8677774" y="3749518"/>
                  </a:lnTo>
                  <a:lnTo>
                    <a:pt x="8701456" y="3886835"/>
                  </a:lnTo>
                  <a:lnTo>
                    <a:pt x="8725116" y="4022576"/>
                  </a:lnTo>
                  <a:lnTo>
                    <a:pt x="8748752" y="4156331"/>
                  </a:lnTo>
                  <a:lnTo>
                    <a:pt x="8772364" y="4287714"/>
                  </a:lnTo>
                  <a:lnTo>
                    <a:pt x="8795955" y="4416370"/>
                  </a:lnTo>
                  <a:lnTo>
                    <a:pt x="8819534" y="4541979"/>
                  </a:lnTo>
                  <a:lnTo>
                    <a:pt x="8843112" y="4664257"/>
                  </a:lnTo>
                  <a:lnTo>
                    <a:pt x="8866705" y="4782957"/>
                  </a:lnTo>
                  <a:lnTo>
                    <a:pt x="8890337" y="4897874"/>
                  </a:lnTo>
                  <a:lnTo>
                    <a:pt x="8914034" y="5008843"/>
                  </a:lnTo>
                  <a:lnTo>
                    <a:pt x="8937831" y="5115739"/>
                  </a:lnTo>
                  <a:lnTo>
                    <a:pt x="8961769" y="5218473"/>
                  </a:lnTo>
                  <a:lnTo>
                    <a:pt x="8985897" y="5316996"/>
                  </a:lnTo>
                  <a:lnTo>
                    <a:pt x="9010273" y="5411295"/>
                  </a:lnTo>
                  <a:lnTo>
                    <a:pt x="9034961" y="5501388"/>
                  </a:lnTo>
                  <a:lnTo>
                    <a:pt x="9060040" y="5587325"/>
                  </a:lnTo>
                  <a:lnTo>
                    <a:pt x="9084767" y="5666612"/>
                  </a:lnTo>
                  <a:lnTo>
                    <a:pt x="9125036" y="5784383"/>
                  </a:lnTo>
                  <a:lnTo>
                    <a:pt x="9167047" y="5892651"/>
                  </a:lnTo>
                  <a:lnTo>
                    <a:pt x="9211255" y="5991695"/>
                  </a:lnTo>
                  <a:lnTo>
                    <a:pt x="9258161" y="6082085"/>
                  </a:lnTo>
                  <a:lnTo>
                    <a:pt x="9308289" y="6164533"/>
                  </a:lnTo>
                  <a:lnTo>
                    <a:pt x="9362158" y="6239790"/>
                  </a:lnTo>
                  <a:lnTo>
                    <a:pt x="9420262" y="6308582"/>
                  </a:lnTo>
                  <a:lnTo>
                    <a:pt x="9483024" y="6371567"/>
                  </a:lnTo>
                  <a:lnTo>
                    <a:pt x="9550759" y="6429315"/>
                  </a:lnTo>
                  <a:lnTo>
                    <a:pt x="9623606" y="6482291"/>
                  </a:lnTo>
                  <a:lnTo>
                    <a:pt x="9701453" y="6530845"/>
                  </a:lnTo>
                  <a:lnTo>
                    <a:pt x="9783858" y="6575211"/>
                  </a:lnTo>
                  <a:lnTo>
                    <a:pt x="9869960" y="6615514"/>
                  </a:lnTo>
                  <a:lnTo>
                    <a:pt x="9958410" y="6651783"/>
                  </a:lnTo>
                  <a:lnTo>
                    <a:pt x="10047350" y="6683971"/>
                  </a:lnTo>
                  <a:lnTo>
                    <a:pt x="10134452" y="6711998"/>
                  </a:lnTo>
                  <a:lnTo>
                    <a:pt x="10217065" y="6735793"/>
                  </a:lnTo>
                  <a:lnTo>
                    <a:pt x="10292449" y="6755350"/>
                  </a:lnTo>
                  <a:lnTo>
                    <a:pt x="10358102" y="6770775"/>
                  </a:lnTo>
                  <a:lnTo>
                    <a:pt x="10412109" y="6782321"/>
                  </a:lnTo>
                  <a:lnTo>
                    <a:pt x="10453448" y="6790394"/>
                  </a:lnTo>
                  <a:lnTo>
                    <a:pt x="10482180" y="6795535"/>
                  </a:lnTo>
                  <a:lnTo>
                    <a:pt x="10499501" y="6798383"/>
                  </a:lnTo>
                  <a:lnTo>
                    <a:pt x="10507663" y="6799619"/>
                  </a:lnTo>
                  <a:lnTo>
                    <a:pt x="10509843" y="6799925"/>
                  </a:lnTo>
                  <a:lnTo>
                    <a:pt x="10509911" y="6799934"/>
                  </a:lnTo>
                  <a:lnTo>
                    <a:pt x="11981298" y="679993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48" name="pl1948"/>
            <p:cNvSpPr/>
            <p:nvPr/>
          </p:nvSpPr>
          <p:spPr>
            <a:xfrm>
              <a:off x="4799595" y="3091807"/>
              <a:ext cx="11981298" cy="7404736"/>
            </a:xfrm>
            <a:custGeom>
              <a:avLst/>
              <a:pathLst>
                <a:path w="11981298" h="7404736">
                  <a:moveTo>
                    <a:pt x="11981298" y="6799934"/>
                  </a:moveTo>
                  <a:lnTo>
                    <a:pt x="10509911" y="6799934"/>
                  </a:lnTo>
                  <a:lnTo>
                    <a:pt x="10509144" y="6799830"/>
                  </a:lnTo>
                  <a:lnTo>
                    <a:pt x="10504065" y="6799087"/>
                  </a:lnTo>
                  <a:lnTo>
                    <a:pt x="10491124" y="6797035"/>
                  </a:lnTo>
                  <a:lnTo>
                    <a:pt x="10467643" y="6792989"/>
                  </a:lnTo>
                  <a:lnTo>
                    <a:pt x="10431946" y="6786284"/>
                  </a:lnTo>
                  <a:lnTo>
                    <a:pt x="10383467" y="6776331"/>
                  </a:lnTo>
                  <a:lnTo>
                    <a:pt x="10322767" y="6762659"/>
                  </a:lnTo>
                  <a:lnTo>
                    <a:pt x="10251398" y="6744947"/>
                  </a:lnTo>
                  <a:lnTo>
                    <a:pt x="10171645" y="6723028"/>
                  </a:lnTo>
                  <a:lnTo>
                    <a:pt x="10086186" y="6696864"/>
                  </a:lnTo>
                  <a:lnTo>
                    <a:pt x="9997747" y="6666502"/>
                  </a:lnTo>
                  <a:lnTo>
                    <a:pt x="9908821" y="6632027"/>
                  </a:lnTo>
                  <a:lnTo>
                    <a:pt x="9821486" y="6593503"/>
                  </a:lnTo>
                  <a:lnTo>
                    <a:pt x="9737315" y="6550940"/>
                  </a:lnTo>
                  <a:lnTo>
                    <a:pt x="9657378" y="6504257"/>
                  </a:lnTo>
                  <a:lnTo>
                    <a:pt x="9582293" y="6453271"/>
                  </a:lnTo>
                  <a:lnTo>
                    <a:pt x="9512305" y="6397680"/>
                  </a:lnTo>
                  <a:lnTo>
                    <a:pt x="9447377" y="6337071"/>
                  </a:lnTo>
                  <a:lnTo>
                    <a:pt x="9387263" y="6270920"/>
                  </a:lnTo>
                  <a:lnTo>
                    <a:pt x="9331582" y="6198604"/>
                  </a:lnTo>
                  <a:lnTo>
                    <a:pt x="9279866" y="6119423"/>
                  </a:lnTo>
                  <a:lnTo>
                    <a:pt x="9231602" y="6032631"/>
                  </a:lnTo>
                  <a:lnTo>
                    <a:pt x="9186266" y="5937490"/>
                  </a:lnTo>
                  <a:lnTo>
                    <a:pt x="9143345" y="5833350"/>
                  </a:lnTo>
                  <a:lnTo>
                    <a:pt x="9102358" y="5719782"/>
                  </a:lnTo>
                  <a:lnTo>
                    <a:pt x="9084767" y="5666612"/>
                  </a:lnTo>
                  <a:lnTo>
                    <a:pt x="9059226" y="5584623"/>
                  </a:lnTo>
                  <a:lnTo>
                    <a:pt x="9034161" y="5498554"/>
                  </a:lnTo>
                  <a:lnTo>
                    <a:pt x="9009484" y="5408326"/>
                  </a:lnTo>
                  <a:lnTo>
                    <a:pt x="8985117" y="5313892"/>
                  </a:lnTo>
                  <a:lnTo>
                    <a:pt x="8960996" y="5215232"/>
                  </a:lnTo>
                  <a:lnTo>
                    <a:pt x="8937063" y="5112363"/>
                  </a:lnTo>
                  <a:lnTo>
                    <a:pt x="8913270" y="5005336"/>
                  </a:lnTo>
                  <a:lnTo>
                    <a:pt x="8889575" y="4894237"/>
                  </a:lnTo>
                  <a:lnTo>
                    <a:pt x="8865946" y="4779195"/>
                  </a:lnTo>
                  <a:lnTo>
                    <a:pt x="8842353" y="4660376"/>
                  </a:lnTo>
                  <a:lnTo>
                    <a:pt x="8818775" y="4537988"/>
                  </a:lnTo>
                  <a:lnTo>
                    <a:pt x="8795196" y="4412276"/>
                  </a:lnTo>
                  <a:lnTo>
                    <a:pt x="8771604" y="4283527"/>
                  </a:lnTo>
                  <a:lnTo>
                    <a:pt x="8747992" y="4152062"/>
                  </a:lnTo>
                  <a:lnTo>
                    <a:pt x="8724355" y="4018237"/>
                  </a:lnTo>
                  <a:lnTo>
                    <a:pt x="8700695" y="3882439"/>
                  </a:lnTo>
                  <a:lnTo>
                    <a:pt x="8677012" y="3745079"/>
                  </a:lnTo>
                  <a:lnTo>
                    <a:pt x="8653312" y="3606590"/>
                  </a:lnTo>
                  <a:lnTo>
                    <a:pt x="8629602" y="3467421"/>
                  </a:lnTo>
                  <a:lnTo>
                    <a:pt x="8605888" y="3328029"/>
                  </a:lnTo>
                  <a:lnTo>
                    <a:pt x="8582178" y="3188874"/>
                  </a:lnTo>
                  <a:lnTo>
                    <a:pt x="8558479" y="3050415"/>
                  </a:lnTo>
                  <a:lnTo>
                    <a:pt x="8534797" y="2913099"/>
                  </a:lnTo>
                  <a:lnTo>
                    <a:pt x="8511137" y="2777357"/>
                  </a:lnTo>
                  <a:lnTo>
                    <a:pt x="8487501" y="2643603"/>
                  </a:lnTo>
                  <a:lnTo>
                    <a:pt x="8463889" y="2512220"/>
                  </a:lnTo>
                  <a:lnTo>
                    <a:pt x="8440298" y="2383563"/>
                  </a:lnTo>
                  <a:lnTo>
                    <a:pt x="8416719" y="2257954"/>
                  </a:lnTo>
                  <a:lnTo>
                    <a:pt x="8393141" y="2135677"/>
                  </a:lnTo>
                  <a:lnTo>
                    <a:pt x="8369548" y="2016977"/>
                  </a:lnTo>
                  <a:lnTo>
                    <a:pt x="8345917" y="1902059"/>
                  </a:lnTo>
                  <a:lnTo>
                    <a:pt x="8322219" y="1791090"/>
                  </a:lnTo>
                  <a:lnTo>
                    <a:pt x="8298422" y="1684195"/>
                  </a:lnTo>
                  <a:lnTo>
                    <a:pt x="8274484" y="1581461"/>
                  </a:lnTo>
                  <a:lnTo>
                    <a:pt x="8250356" y="1482937"/>
                  </a:lnTo>
                  <a:lnTo>
                    <a:pt x="8225981" y="1388639"/>
                  </a:lnTo>
                  <a:lnTo>
                    <a:pt x="8201292" y="1298546"/>
                  </a:lnTo>
                  <a:lnTo>
                    <a:pt x="8176213" y="1212609"/>
                  </a:lnTo>
                  <a:lnTo>
                    <a:pt x="8151487" y="1133322"/>
                  </a:lnTo>
                  <a:lnTo>
                    <a:pt x="8111217" y="1015551"/>
                  </a:lnTo>
                  <a:lnTo>
                    <a:pt x="8069206" y="907282"/>
                  </a:lnTo>
                  <a:lnTo>
                    <a:pt x="8024998" y="808239"/>
                  </a:lnTo>
                  <a:lnTo>
                    <a:pt x="7978092" y="717848"/>
                  </a:lnTo>
                  <a:lnTo>
                    <a:pt x="7927965" y="635400"/>
                  </a:lnTo>
                  <a:lnTo>
                    <a:pt x="7874095" y="560143"/>
                  </a:lnTo>
                  <a:lnTo>
                    <a:pt x="7815992" y="491352"/>
                  </a:lnTo>
                  <a:lnTo>
                    <a:pt x="7753229" y="428367"/>
                  </a:lnTo>
                  <a:lnTo>
                    <a:pt x="7685494" y="370618"/>
                  </a:lnTo>
                  <a:lnTo>
                    <a:pt x="7612648" y="317642"/>
                  </a:lnTo>
                  <a:lnTo>
                    <a:pt x="7534800" y="269089"/>
                  </a:lnTo>
                  <a:lnTo>
                    <a:pt x="7452395" y="224723"/>
                  </a:lnTo>
                  <a:lnTo>
                    <a:pt x="7366294" y="184419"/>
                  </a:lnTo>
                  <a:lnTo>
                    <a:pt x="7277843" y="148151"/>
                  </a:lnTo>
                  <a:lnTo>
                    <a:pt x="7188904" y="115963"/>
                  </a:lnTo>
                  <a:lnTo>
                    <a:pt x="7101801" y="87936"/>
                  </a:lnTo>
                  <a:lnTo>
                    <a:pt x="7019188" y="64141"/>
                  </a:lnTo>
                  <a:lnTo>
                    <a:pt x="6943805" y="44584"/>
                  </a:lnTo>
                  <a:lnTo>
                    <a:pt x="6878152" y="29158"/>
                  </a:lnTo>
                  <a:lnTo>
                    <a:pt x="6824144" y="17612"/>
                  </a:lnTo>
                  <a:lnTo>
                    <a:pt x="6782805" y="9540"/>
                  </a:lnTo>
                  <a:lnTo>
                    <a:pt x="6754073" y="4399"/>
                  </a:lnTo>
                  <a:lnTo>
                    <a:pt x="6736752" y="1551"/>
                  </a:lnTo>
                  <a:lnTo>
                    <a:pt x="6728590" y="314"/>
                  </a:lnTo>
                  <a:lnTo>
                    <a:pt x="6726410" y="8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226" y="108"/>
                  </a:lnTo>
                  <a:lnTo>
                    <a:pt x="5249387" y="877"/>
                  </a:lnTo>
                  <a:lnTo>
                    <a:pt x="5237042" y="3000"/>
                  </a:lnTo>
                  <a:lnTo>
                    <a:pt x="5214608" y="7189"/>
                  </a:lnTo>
                  <a:lnTo>
                    <a:pt x="5180431" y="14133"/>
                  </a:lnTo>
                  <a:lnTo>
                    <a:pt x="5133893" y="24451"/>
                  </a:lnTo>
                  <a:lnTo>
                    <a:pt x="5075432" y="38644"/>
                  </a:lnTo>
                  <a:lnTo>
                    <a:pt x="5006434" y="57061"/>
                  </a:lnTo>
                  <a:lnTo>
                    <a:pt x="4929005" y="79895"/>
                  </a:lnTo>
                  <a:lnTo>
                    <a:pt x="4845660" y="107201"/>
                  </a:lnTo>
                  <a:lnTo>
                    <a:pt x="4759006" y="138940"/>
                  </a:lnTo>
                  <a:lnTo>
                    <a:pt x="4671470" y="175028"/>
                  </a:lnTo>
                  <a:lnTo>
                    <a:pt x="4585111" y="215389"/>
                  </a:lnTo>
                  <a:lnTo>
                    <a:pt x="4501529" y="260000"/>
                  </a:lnTo>
                  <a:lnTo>
                    <a:pt x="4421844" y="308919"/>
                  </a:lnTo>
                  <a:lnTo>
                    <a:pt x="4346740" y="362312"/>
                  </a:lnTo>
                  <a:lnTo>
                    <a:pt x="4276535" y="420458"/>
                  </a:lnTo>
                  <a:lnTo>
                    <a:pt x="4211257" y="483754"/>
                  </a:lnTo>
                  <a:lnTo>
                    <a:pt x="4150724" y="552710"/>
                  </a:lnTo>
                  <a:lnTo>
                    <a:pt x="4094605" y="627943"/>
                  </a:lnTo>
                  <a:lnTo>
                    <a:pt x="4042477" y="710153"/>
                  </a:lnTo>
                  <a:lnTo>
                    <a:pt x="3993864" y="800104"/>
                  </a:lnTo>
                  <a:lnTo>
                    <a:pt x="3948267" y="898570"/>
                  </a:lnTo>
                  <a:lnTo>
                    <a:pt x="3905191" y="1006272"/>
                  </a:lnTo>
                  <a:lnTo>
                    <a:pt x="3864165" y="1123762"/>
                  </a:lnTo>
                  <a:lnTo>
                    <a:pt x="3829811" y="1234122"/>
                  </a:lnTo>
                  <a:lnTo>
                    <a:pt x="3805287" y="1319731"/>
                  </a:lnTo>
                  <a:lnTo>
                    <a:pt x="3781204" y="1409430"/>
                  </a:lnTo>
                  <a:lnTo>
                    <a:pt x="3757485" y="1503296"/>
                  </a:lnTo>
                  <a:lnTo>
                    <a:pt x="3734060" y="1601378"/>
                  </a:lnTo>
                  <a:lnTo>
                    <a:pt x="3710869" y="1703698"/>
                  </a:lnTo>
                  <a:lnTo>
                    <a:pt x="3687862" y="1810247"/>
                  </a:lnTo>
                  <a:lnTo>
                    <a:pt x="3664994" y="1920984"/>
                  </a:lnTo>
                  <a:lnTo>
                    <a:pt x="3642227" y="2035833"/>
                  </a:lnTo>
                  <a:lnTo>
                    <a:pt x="3619529" y="2154685"/>
                  </a:lnTo>
                  <a:lnTo>
                    <a:pt x="3596873" y="2277391"/>
                  </a:lnTo>
                  <a:lnTo>
                    <a:pt x="3574239" y="2403766"/>
                  </a:lnTo>
                  <a:lnTo>
                    <a:pt x="3551610" y="2533590"/>
                  </a:lnTo>
                  <a:lnTo>
                    <a:pt x="3528973" y="2666604"/>
                  </a:lnTo>
                  <a:lnTo>
                    <a:pt x="3506320" y="2802516"/>
                  </a:lnTo>
                  <a:lnTo>
                    <a:pt x="3483647" y="2941000"/>
                  </a:lnTo>
                  <a:lnTo>
                    <a:pt x="3460951" y="3081702"/>
                  </a:lnTo>
                  <a:lnTo>
                    <a:pt x="3438234" y="3224238"/>
                  </a:lnTo>
                  <a:lnTo>
                    <a:pt x="3415497" y="3368206"/>
                  </a:lnTo>
                  <a:lnTo>
                    <a:pt x="3392747" y="3513182"/>
                  </a:lnTo>
                  <a:lnTo>
                    <a:pt x="3369987" y="3658734"/>
                  </a:lnTo>
                  <a:lnTo>
                    <a:pt x="3347226" y="3804418"/>
                  </a:lnTo>
                  <a:lnTo>
                    <a:pt x="3324470" y="3949792"/>
                  </a:lnTo>
                  <a:lnTo>
                    <a:pt x="3301724" y="4094415"/>
                  </a:lnTo>
                  <a:lnTo>
                    <a:pt x="3278995" y="4237859"/>
                  </a:lnTo>
                  <a:lnTo>
                    <a:pt x="3256286" y="4379706"/>
                  </a:lnTo>
                  <a:lnTo>
                    <a:pt x="3233599" y="4519563"/>
                  </a:lnTo>
                  <a:lnTo>
                    <a:pt x="3210934" y="4657057"/>
                  </a:lnTo>
                  <a:lnTo>
                    <a:pt x="3188289" y="4791844"/>
                  </a:lnTo>
                  <a:lnTo>
                    <a:pt x="3165656" y="4923611"/>
                  </a:lnTo>
                  <a:lnTo>
                    <a:pt x="3143027" y="5052081"/>
                  </a:lnTo>
                  <a:lnTo>
                    <a:pt x="3120386" y="5177009"/>
                  </a:lnTo>
                  <a:lnTo>
                    <a:pt x="3097716" y="5298189"/>
                  </a:lnTo>
                  <a:lnTo>
                    <a:pt x="3074994" y="5415452"/>
                  </a:lnTo>
                  <a:lnTo>
                    <a:pt x="3052190" y="5528663"/>
                  </a:lnTo>
                  <a:lnTo>
                    <a:pt x="3029271" y="5637728"/>
                  </a:lnTo>
                  <a:lnTo>
                    <a:pt x="3006197" y="5742584"/>
                  </a:lnTo>
                  <a:lnTo>
                    <a:pt x="2982919" y="5843203"/>
                  </a:lnTo>
                  <a:lnTo>
                    <a:pt x="2959383" y="5939590"/>
                  </a:lnTo>
                  <a:lnTo>
                    <a:pt x="2935527" y="6031777"/>
                  </a:lnTo>
                  <a:lnTo>
                    <a:pt x="2911277" y="6119825"/>
                  </a:lnTo>
                  <a:lnTo>
                    <a:pt x="2896531" y="6170613"/>
                  </a:lnTo>
                  <a:lnTo>
                    <a:pt x="2856941" y="6296820"/>
                  </a:lnTo>
                  <a:lnTo>
                    <a:pt x="2815674" y="6413016"/>
                  </a:lnTo>
                  <a:lnTo>
                    <a:pt x="2772298" y="6519480"/>
                  </a:lnTo>
                  <a:lnTo>
                    <a:pt x="2726337" y="6616796"/>
                  </a:lnTo>
                  <a:lnTo>
                    <a:pt x="2677295" y="6705696"/>
                  </a:lnTo>
                  <a:lnTo>
                    <a:pt x="2624674" y="6786957"/>
                  </a:lnTo>
                  <a:lnTo>
                    <a:pt x="2568003" y="6861335"/>
                  </a:lnTo>
                  <a:lnTo>
                    <a:pt x="2506869" y="6929522"/>
                  </a:lnTo>
                  <a:lnTo>
                    <a:pt x="2440957" y="6992122"/>
                  </a:lnTo>
                  <a:lnTo>
                    <a:pt x="2370108" y="7049629"/>
                  </a:lnTo>
                  <a:lnTo>
                    <a:pt x="2294383" y="7102427"/>
                  </a:lnTo>
                  <a:lnTo>
                    <a:pt x="2214144" y="7150779"/>
                  </a:lnTo>
                  <a:lnTo>
                    <a:pt x="2130127" y="7194836"/>
                  </a:lnTo>
                  <a:lnTo>
                    <a:pt x="2043514" y="7234644"/>
                  </a:lnTo>
                  <a:lnTo>
                    <a:pt x="1955967" y="7270171"/>
                  </a:lnTo>
                  <a:lnTo>
                    <a:pt x="1869600" y="7301338"/>
                  </a:lnTo>
                  <a:lnTo>
                    <a:pt x="1786876" y="7328063"/>
                  </a:lnTo>
                  <a:lnTo>
                    <a:pt x="1710407" y="7350317"/>
                  </a:lnTo>
                  <a:lnTo>
                    <a:pt x="1642673" y="7368171"/>
                  </a:lnTo>
                  <a:lnTo>
                    <a:pt x="1585703" y="7381836"/>
                  </a:lnTo>
                  <a:lnTo>
                    <a:pt x="1540769" y="7391685"/>
                  </a:lnTo>
                  <a:lnTo>
                    <a:pt x="1508177" y="7398233"/>
                  </a:lnTo>
                  <a:lnTo>
                    <a:pt x="1487170" y="7402113"/>
                  </a:lnTo>
                  <a:lnTo>
                    <a:pt x="1475966" y="7404020"/>
                  </a:lnTo>
                  <a:lnTo>
                    <a:pt x="1471870" y="7404665"/>
                  </a:lnTo>
                  <a:lnTo>
                    <a:pt x="1471387" y="7404736"/>
                  </a:lnTo>
                  <a:lnTo>
                    <a:pt x="0" y="740473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49" name="pg1949"/>
            <p:cNvSpPr/>
            <p:nvPr/>
          </p:nvSpPr>
          <p:spPr>
            <a:xfrm>
              <a:off x="4799595" y="3549495"/>
              <a:ext cx="11981298" cy="6963394"/>
            </a:xfrm>
            <a:custGeom>
              <a:avLst/>
              <a:pathLst>
                <a:path w="11981298" h="6963394">
                  <a:moveTo>
                    <a:pt x="0" y="6963394"/>
                  </a:moveTo>
                  <a:lnTo>
                    <a:pt x="1471387" y="6963394"/>
                  </a:lnTo>
                  <a:lnTo>
                    <a:pt x="1472144" y="6963289"/>
                  </a:lnTo>
                  <a:lnTo>
                    <a:pt x="1477160" y="6962538"/>
                  </a:lnTo>
                  <a:lnTo>
                    <a:pt x="1489947" y="6960467"/>
                  </a:lnTo>
                  <a:lnTo>
                    <a:pt x="1513156" y="6956381"/>
                  </a:lnTo>
                  <a:lnTo>
                    <a:pt x="1548460" y="6949611"/>
                  </a:lnTo>
                  <a:lnTo>
                    <a:pt x="1596438" y="6939557"/>
                  </a:lnTo>
                  <a:lnTo>
                    <a:pt x="1656561" y="6925742"/>
                  </a:lnTo>
                  <a:lnTo>
                    <a:pt x="1727320" y="6907838"/>
                  </a:lnTo>
                  <a:lnTo>
                    <a:pt x="1806478" y="6885669"/>
                  </a:lnTo>
                  <a:lnTo>
                    <a:pt x="1891399" y="6859195"/>
                  </a:lnTo>
                  <a:lnTo>
                    <a:pt x="1979386" y="6828462"/>
                  </a:lnTo>
                  <a:lnTo>
                    <a:pt x="2067962" y="6793552"/>
                  </a:lnTo>
                  <a:lnTo>
                    <a:pt x="2155055" y="6754534"/>
                  </a:lnTo>
                  <a:lnTo>
                    <a:pt x="2239083" y="6711421"/>
                  </a:lnTo>
                  <a:lnTo>
                    <a:pt x="2318962" y="6664139"/>
                  </a:lnTo>
                  <a:lnTo>
                    <a:pt x="2394058" y="6612507"/>
                  </a:lnTo>
                  <a:lnTo>
                    <a:pt x="2464106" y="6556230"/>
                  </a:lnTo>
                  <a:lnTo>
                    <a:pt x="2529126" y="6494898"/>
                  </a:lnTo>
                  <a:lnTo>
                    <a:pt x="2589349" y="6427989"/>
                  </a:lnTo>
                  <a:lnTo>
                    <a:pt x="2645142" y="6354883"/>
                  </a:lnTo>
                  <a:lnTo>
                    <a:pt x="2696963" y="6274878"/>
                  </a:lnTo>
                  <a:lnTo>
                    <a:pt x="2745314" y="6187222"/>
                  </a:lnTo>
                  <a:lnTo>
                    <a:pt x="2790713" y="6091167"/>
                  </a:lnTo>
                  <a:lnTo>
                    <a:pt x="2833670" y="5986042"/>
                  </a:lnTo>
                  <a:lnTo>
                    <a:pt x="2874662" y="5871385"/>
                  </a:lnTo>
                  <a:lnTo>
                    <a:pt x="2896531" y="5804190"/>
                  </a:lnTo>
                  <a:lnTo>
                    <a:pt x="2921799" y="5721256"/>
                  </a:lnTo>
                  <a:lnTo>
                    <a:pt x="2946600" y="5634238"/>
                  </a:lnTo>
                  <a:lnTo>
                    <a:pt x="2971021" y="5543059"/>
                  </a:lnTo>
                  <a:lnTo>
                    <a:pt x="2995135" y="5447671"/>
                  </a:lnTo>
                  <a:lnTo>
                    <a:pt x="3019006" y="5348054"/>
                  </a:lnTo>
                  <a:lnTo>
                    <a:pt x="3042691" y="5244221"/>
                  </a:lnTo>
                  <a:lnTo>
                    <a:pt x="3066236" y="5136222"/>
                  </a:lnTo>
                  <a:lnTo>
                    <a:pt x="3089681" y="5024141"/>
                  </a:lnTo>
                  <a:lnTo>
                    <a:pt x="3113061" y="4908099"/>
                  </a:lnTo>
                  <a:lnTo>
                    <a:pt x="3136402" y="4788260"/>
                  </a:lnTo>
                  <a:lnTo>
                    <a:pt x="3159726" y="4664823"/>
                  </a:lnTo>
                  <a:lnTo>
                    <a:pt x="3183050" y="4538029"/>
                  </a:lnTo>
                  <a:lnTo>
                    <a:pt x="3206385" y="4408155"/>
                  </a:lnTo>
                  <a:lnTo>
                    <a:pt x="3229740" y="4275515"/>
                  </a:lnTo>
                  <a:lnTo>
                    <a:pt x="3253118" y="4140458"/>
                  </a:lnTo>
                  <a:lnTo>
                    <a:pt x="3276520" y="4003361"/>
                  </a:lnTo>
                  <a:lnTo>
                    <a:pt x="3299943" y="3864628"/>
                  </a:lnTo>
                  <a:lnTo>
                    <a:pt x="3323385" y="3724685"/>
                  </a:lnTo>
                  <a:lnTo>
                    <a:pt x="3346838" y="3583973"/>
                  </a:lnTo>
                  <a:lnTo>
                    <a:pt x="3370296" y="3442943"/>
                  </a:lnTo>
                  <a:lnTo>
                    <a:pt x="3393752" y="3302052"/>
                  </a:lnTo>
                  <a:lnTo>
                    <a:pt x="3417199" y="3161753"/>
                  </a:lnTo>
                  <a:lnTo>
                    <a:pt x="3440630" y="3022494"/>
                  </a:lnTo>
                  <a:lnTo>
                    <a:pt x="3464041" y="2884705"/>
                  </a:lnTo>
                  <a:lnTo>
                    <a:pt x="3487428" y="2748801"/>
                  </a:lnTo>
                  <a:lnTo>
                    <a:pt x="3510791" y="2615169"/>
                  </a:lnTo>
                  <a:lnTo>
                    <a:pt x="3534134" y="2484170"/>
                  </a:lnTo>
                  <a:lnTo>
                    <a:pt x="3557461" y="2356132"/>
                  </a:lnTo>
                  <a:lnTo>
                    <a:pt x="3580783" y="2231346"/>
                  </a:lnTo>
                  <a:lnTo>
                    <a:pt x="3604115" y="2110068"/>
                  </a:lnTo>
                  <a:lnTo>
                    <a:pt x="3627477" y="1992515"/>
                  </a:lnTo>
                  <a:lnTo>
                    <a:pt x="3650893" y="1878862"/>
                  </a:lnTo>
                  <a:lnTo>
                    <a:pt x="3674394" y="1769248"/>
                  </a:lnTo>
                  <a:lnTo>
                    <a:pt x="3698019" y="1663772"/>
                  </a:lnTo>
                  <a:lnTo>
                    <a:pt x="3721811" y="1562497"/>
                  </a:lnTo>
                  <a:lnTo>
                    <a:pt x="3745822" y="1465449"/>
                  </a:lnTo>
                  <a:lnTo>
                    <a:pt x="3770114" y="1372622"/>
                  </a:lnTo>
                  <a:lnTo>
                    <a:pt x="3794757" y="1283978"/>
                  </a:lnTo>
                  <a:lnTo>
                    <a:pt x="3819830" y="1199451"/>
                  </a:lnTo>
                  <a:lnTo>
                    <a:pt x="3829811" y="1167376"/>
                  </a:lnTo>
                  <a:lnTo>
                    <a:pt x="3869906" y="1047407"/>
                  </a:lnTo>
                  <a:lnTo>
                    <a:pt x="3911726" y="937076"/>
                  </a:lnTo>
                  <a:lnTo>
                    <a:pt x="3955720" y="836104"/>
                  </a:lnTo>
                  <a:lnTo>
                    <a:pt x="4002383" y="743917"/>
                  </a:lnTo>
                  <a:lnTo>
                    <a:pt x="4052230" y="659797"/>
                  </a:lnTo>
                  <a:lnTo>
                    <a:pt x="4105778" y="582986"/>
                  </a:lnTo>
                  <a:lnTo>
                    <a:pt x="4163512" y="512751"/>
                  </a:lnTo>
                  <a:lnTo>
                    <a:pt x="4225854" y="448422"/>
                  </a:lnTo>
                  <a:lnTo>
                    <a:pt x="4293118" y="389422"/>
                  </a:lnTo>
                  <a:lnTo>
                    <a:pt x="4365449" y="335279"/>
                  </a:lnTo>
                  <a:lnTo>
                    <a:pt x="4442750" y="285633"/>
                  </a:lnTo>
                  <a:lnTo>
                    <a:pt x="4524600" y="240242"/>
                  </a:lnTo>
                  <a:lnTo>
                    <a:pt x="4610169" y="198975"/>
                  </a:lnTo>
                  <a:lnTo>
                    <a:pt x="4698155" y="161799"/>
                  </a:lnTo>
                  <a:lnTo>
                    <a:pt x="4786750" y="128757"/>
                  </a:lnTo>
                  <a:lnTo>
                    <a:pt x="4873683" y="99930"/>
                  </a:lnTo>
                  <a:lnTo>
                    <a:pt x="4956349" y="75392"/>
                  </a:lnTo>
                  <a:lnTo>
                    <a:pt x="5032039" y="55154"/>
                  </a:lnTo>
                  <a:lnTo>
                    <a:pt x="5098254" y="39120"/>
                  </a:lnTo>
                  <a:lnTo>
                    <a:pt x="5153046" y="27047"/>
                  </a:lnTo>
                  <a:lnTo>
                    <a:pt x="5195323" y="18537"/>
                  </a:lnTo>
                  <a:lnTo>
                    <a:pt x="5225048" y="13054"/>
                  </a:lnTo>
                  <a:lnTo>
                    <a:pt x="5243300" y="9960"/>
                  </a:lnTo>
                  <a:lnTo>
                    <a:pt x="5252209" y="8568"/>
                  </a:lnTo>
                  <a:lnTo>
                    <a:pt x="5254826" y="8190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241" y="8258"/>
                  </a:lnTo>
                  <a:lnTo>
                    <a:pt x="6733176" y="8864"/>
                  </a:lnTo>
                  <a:lnTo>
                    <a:pt x="6748239" y="10540"/>
                  </a:lnTo>
                  <a:lnTo>
                    <a:pt x="6775421" y="13844"/>
                  </a:lnTo>
                  <a:lnTo>
                    <a:pt x="6816445" y="19308"/>
                  </a:lnTo>
                  <a:lnTo>
                    <a:pt x="6871642" y="27390"/>
                  </a:lnTo>
                  <a:lnTo>
                    <a:pt x="6939977" y="38440"/>
                  </a:lnTo>
                  <a:lnTo>
                    <a:pt x="7019279" y="52672"/>
                  </a:lnTo>
                  <a:lnTo>
                    <a:pt x="7106626" y="70177"/>
                  </a:lnTo>
                  <a:lnTo>
                    <a:pt x="7198803" y="90948"/>
                  </a:lnTo>
                  <a:lnTo>
                    <a:pt x="7292718" y="114925"/>
                  </a:lnTo>
                  <a:lnTo>
                    <a:pt x="7385708" y="142046"/>
                  </a:lnTo>
                  <a:lnTo>
                    <a:pt x="7475704" y="172283"/>
                  </a:lnTo>
                  <a:lnTo>
                    <a:pt x="7561271" y="205677"/>
                  </a:lnTo>
                  <a:lnTo>
                    <a:pt x="7641554" y="242357"/>
                  </a:lnTo>
                  <a:lnTo>
                    <a:pt x="7716183" y="282549"/>
                  </a:lnTo>
                  <a:lnTo>
                    <a:pt x="7785162" y="326576"/>
                  </a:lnTo>
                  <a:lnTo>
                    <a:pt x="7848759" y="374858"/>
                  </a:lnTo>
                  <a:lnTo>
                    <a:pt x="7907419" y="427900"/>
                  </a:lnTo>
                  <a:lnTo>
                    <a:pt x="7961691" y="486274"/>
                  </a:lnTo>
                  <a:lnTo>
                    <a:pt x="8012181" y="550588"/>
                  </a:lnTo>
                  <a:lnTo>
                    <a:pt x="8059504" y="621439"/>
                  </a:lnTo>
                  <a:lnTo>
                    <a:pt x="8104257" y="699328"/>
                  </a:lnTo>
                  <a:lnTo>
                    <a:pt x="8146990" y="784540"/>
                  </a:lnTo>
                  <a:lnTo>
                    <a:pt x="8151487" y="794143"/>
                  </a:lnTo>
                  <a:lnTo>
                    <a:pt x="8181772" y="862005"/>
                  </a:lnTo>
                  <a:lnTo>
                    <a:pt x="8211411" y="933877"/>
                  </a:lnTo>
                  <a:lnTo>
                    <a:pt x="8240545" y="1009840"/>
                  </a:lnTo>
                  <a:lnTo>
                    <a:pt x="8269293" y="1089933"/>
                  </a:lnTo>
                  <a:lnTo>
                    <a:pt x="8297757" y="1174151"/>
                  </a:lnTo>
                  <a:lnTo>
                    <a:pt x="8326019" y="1262443"/>
                  </a:lnTo>
                  <a:lnTo>
                    <a:pt x="8354148" y="1354704"/>
                  </a:lnTo>
                  <a:lnTo>
                    <a:pt x="8382199" y="1450776"/>
                  </a:lnTo>
                  <a:lnTo>
                    <a:pt x="8410213" y="1550446"/>
                  </a:lnTo>
                  <a:lnTo>
                    <a:pt x="8438223" y="1653446"/>
                  </a:lnTo>
                  <a:lnTo>
                    <a:pt x="8466250" y="1759453"/>
                  </a:lnTo>
                  <a:lnTo>
                    <a:pt x="8494306" y="1868095"/>
                  </a:lnTo>
                  <a:lnTo>
                    <a:pt x="8522396" y="1978951"/>
                  </a:lnTo>
                  <a:lnTo>
                    <a:pt x="8550519" y="2091561"/>
                  </a:lnTo>
                  <a:lnTo>
                    <a:pt x="8578669" y="2205434"/>
                  </a:lnTo>
                  <a:lnTo>
                    <a:pt x="8606835" y="2320053"/>
                  </a:lnTo>
                  <a:lnTo>
                    <a:pt x="8635007" y="2434886"/>
                  </a:lnTo>
                  <a:lnTo>
                    <a:pt x="8663171" y="2549399"/>
                  </a:lnTo>
                  <a:lnTo>
                    <a:pt x="8691316" y="2663062"/>
                  </a:lnTo>
                  <a:lnTo>
                    <a:pt x="8719433" y="2775363"/>
                  </a:lnTo>
                  <a:lnTo>
                    <a:pt x="8747516" y="2885815"/>
                  </a:lnTo>
                  <a:lnTo>
                    <a:pt x="8775566" y="2993965"/>
                  </a:lnTo>
                  <a:lnTo>
                    <a:pt x="8803588" y="3099404"/>
                  </a:lnTo>
                  <a:lnTo>
                    <a:pt x="8831597" y="3201767"/>
                  </a:lnTo>
                  <a:lnTo>
                    <a:pt x="8859616" y="3300743"/>
                  </a:lnTo>
                  <a:lnTo>
                    <a:pt x="8887678" y="3396074"/>
                  </a:lnTo>
                  <a:lnTo>
                    <a:pt x="8915829" y="3487558"/>
                  </a:lnTo>
                  <a:lnTo>
                    <a:pt x="8944125" y="3575049"/>
                  </a:lnTo>
                  <a:lnTo>
                    <a:pt x="8972638" y="3658451"/>
                  </a:lnTo>
                  <a:lnTo>
                    <a:pt x="9001454" y="3737724"/>
                  </a:lnTo>
                  <a:lnTo>
                    <a:pt x="9030678" y="3812870"/>
                  </a:lnTo>
                  <a:lnTo>
                    <a:pt x="9060433" y="3883939"/>
                  </a:lnTo>
                  <a:lnTo>
                    <a:pt x="9084767" y="3938023"/>
                  </a:lnTo>
                  <a:lnTo>
                    <a:pt x="9127311" y="4024025"/>
                  </a:lnTo>
                  <a:lnTo>
                    <a:pt x="9171823" y="4102693"/>
                  </a:lnTo>
                  <a:lnTo>
                    <a:pt x="9218841" y="4174280"/>
                  </a:lnTo>
                  <a:lnTo>
                    <a:pt x="9268960" y="4239269"/>
                  </a:lnTo>
                  <a:lnTo>
                    <a:pt x="9322797" y="4298253"/>
                  </a:lnTo>
                  <a:lnTo>
                    <a:pt x="9380957" y="4351840"/>
                  </a:lnTo>
                  <a:lnTo>
                    <a:pt x="9443999" y="4400609"/>
                  </a:lnTo>
                  <a:lnTo>
                    <a:pt x="9512382" y="4445071"/>
                  </a:lnTo>
                  <a:lnTo>
                    <a:pt x="9586398" y="4485658"/>
                  </a:lnTo>
                  <a:lnTo>
                    <a:pt x="9666083" y="4522703"/>
                  </a:lnTo>
                  <a:lnTo>
                    <a:pt x="9751113" y="4556443"/>
                  </a:lnTo>
                  <a:lnTo>
                    <a:pt x="9840690" y="4587016"/>
                  </a:lnTo>
                  <a:lnTo>
                    <a:pt x="9933446" y="4614472"/>
                  </a:lnTo>
                  <a:lnTo>
                    <a:pt x="10027380" y="4638791"/>
                  </a:lnTo>
                  <a:lnTo>
                    <a:pt x="10119887" y="4659910"/>
                  </a:lnTo>
                  <a:lnTo>
                    <a:pt x="10207909" y="4677767"/>
                  </a:lnTo>
                  <a:lnTo>
                    <a:pt x="10288225" y="4692349"/>
                  </a:lnTo>
                  <a:lnTo>
                    <a:pt x="10357862" y="4703734"/>
                  </a:lnTo>
                  <a:lnTo>
                    <a:pt x="10414544" y="4712121"/>
                  </a:lnTo>
                  <a:lnTo>
                    <a:pt x="10457102" y="4717846"/>
                  </a:lnTo>
                  <a:lnTo>
                    <a:pt x="10485714" y="4721357"/>
                  </a:lnTo>
                  <a:lnTo>
                    <a:pt x="10501958" y="4723182"/>
                  </a:lnTo>
                  <a:lnTo>
                    <a:pt x="10508697" y="4723877"/>
                  </a:lnTo>
                  <a:lnTo>
                    <a:pt x="10509911" y="4723993"/>
                  </a:lnTo>
                  <a:lnTo>
                    <a:pt x="11981298" y="4723993"/>
                  </a:lnTo>
                  <a:lnTo>
                    <a:pt x="11981298" y="4715820"/>
                  </a:lnTo>
                  <a:lnTo>
                    <a:pt x="10509911" y="4715820"/>
                  </a:lnTo>
                  <a:lnTo>
                    <a:pt x="10509012" y="4715734"/>
                  </a:lnTo>
                  <a:lnTo>
                    <a:pt x="10503077" y="4715128"/>
                  </a:lnTo>
                  <a:lnTo>
                    <a:pt x="10488014" y="4713452"/>
                  </a:lnTo>
                  <a:lnTo>
                    <a:pt x="10460832" y="4710148"/>
                  </a:lnTo>
                  <a:lnTo>
                    <a:pt x="10419808" y="4704685"/>
                  </a:lnTo>
                  <a:lnTo>
                    <a:pt x="10364611" y="4696602"/>
                  </a:lnTo>
                  <a:lnTo>
                    <a:pt x="10296276" y="4685552"/>
                  </a:lnTo>
                  <a:lnTo>
                    <a:pt x="10216974" y="4671320"/>
                  </a:lnTo>
                  <a:lnTo>
                    <a:pt x="10129627" y="4653815"/>
                  </a:lnTo>
                  <a:lnTo>
                    <a:pt x="10037450" y="4633044"/>
                  </a:lnTo>
                  <a:lnTo>
                    <a:pt x="9943535" y="4609067"/>
                  </a:lnTo>
                  <a:lnTo>
                    <a:pt x="9850545" y="4581946"/>
                  </a:lnTo>
                  <a:lnTo>
                    <a:pt x="9760549" y="4551709"/>
                  </a:lnTo>
                  <a:lnTo>
                    <a:pt x="9674982" y="4518315"/>
                  </a:lnTo>
                  <a:lnTo>
                    <a:pt x="9594700" y="4481635"/>
                  </a:lnTo>
                  <a:lnTo>
                    <a:pt x="9520070" y="4441443"/>
                  </a:lnTo>
                  <a:lnTo>
                    <a:pt x="9451091" y="4397416"/>
                  </a:lnTo>
                  <a:lnTo>
                    <a:pt x="9387494" y="4349134"/>
                  </a:lnTo>
                  <a:lnTo>
                    <a:pt x="9328834" y="4296092"/>
                  </a:lnTo>
                  <a:lnTo>
                    <a:pt x="9274562" y="4237718"/>
                  </a:lnTo>
                  <a:lnTo>
                    <a:pt x="9224072" y="4173404"/>
                  </a:lnTo>
                  <a:lnTo>
                    <a:pt x="9176750" y="4102553"/>
                  </a:lnTo>
                  <a:lnTo>
                    <a:pt x="9131996" y="4024664"/>
                  </a:lnTo>
                  <a:lnTo>
                    <a:pt x="9089263" y="3939452"/>
                  </a:lnTo>
                  <a:lnTo>
                    <a:pt x="9084767" y="3929850"/>
                  </a:lnTo>
                  <a:lnTo>
                    <a:pt x="9054481" y="3861987"/>
                  </a:lnTo>
                  <a:lnTo>
                    <a:pt x="9024842" y="3790115"/>
                  </a:lnTo>
                  <a:lnTo>
                    <a:pt x="8995708" y="3714152"/>
                  </a:lnTo>
                  <a:lnTo>
                    <a:pt x="8966960" y="3634059"/>
                  </a:lnTo>
                  <a:lnTo>
                    <a:pt x="8938497" y="3549841"/>
                  </a:lnTo>
                  <a:lnTo>
                    <a:pt x="8910234" y="3461549"/>
                  </a:lnTo>
                  <a:lnTo>
                    <a:pt x="8882105" y="3369288"/>
                  </a:lnTo>
                  <a:lnTo>
                    <a:pt x="8854055" y="3273216"/>
                  </a:lnTo>
                  <a:lnTo>
                    <a:pt x="8826040" y="3173546"/>
                  </a:lnTo>
                  <a:lnTo>
                    <a:pt x="8798030" y="3070546"/>
                  </a:lnTo>
                  <a:lnTo>
                    <a:pt x="8770003" y="2964539"/>
                  </a:lnTo>
                  <a:lnTo>
                    <a:pt x="8741947" y="2855897"/>
                  </a:lnTo>
                  <a:lnTo>
                    <a:pt x="8713857" y="2745041"/>
                  </a:lnTo>
                  <a:lnTo>
                    <a:pt x="8685734" y="2632431"/>
                  </a:lnTo>
                  <a:lnTo>
                    <a:pt x="8657585" y="2518558"/>
                  </a:lnTo>
                  <a:lnTo>
                    <a:pt x="8629418" y="2403939"/>
                  </a:lnTo>
                  <a:lnTo>
                    <a:pt x="8601246" y="2289106"/>
                  </a:lnTo>
                  <a:lnTo>
                    <a:pt x="8573082" y="2174593"/>
                  </a:lnTo>
                  <a:lnTo>
                    <a:pt x="8544937" y="2060930"/>
                  </a:lnTo>
                  <a:lnTo>
                    <a:pt x="8516820" y="1948629"/>
                  </a:lnTo>
                  <a:lnTo>
                    <a:pt x="8488737" y="1838177"/>
                  </a:lnTo>
                  <a:lnTo>
                    <a:pt x="8460688" y="1730027"/>
                  </a:lnTo>
                  <a:lnTo>
                    <a:pt x="8432665" y="1624588"/>
                  </a:lnTo>
                  <a:lnTo>
                    <a:pt x="8404657" y="1522225"/>
                  </a:lnTo>
                  <a:lnTo>
                    <a:pt x="8376637" y="1423249"/>
                  </a:lnTo>
                  <a:lnTo>
                    <a:pt x="8348575" y="1327918"/>
                  </a:lnTo>
                  <a:lnTo>
                    <a:pt x="8320424" y="1236434"/>
                  </a:lnTo>
                  <a:lnTo>
                    <a:pt x="8292128" y="1148943"/>
                  </a:lnTo>
                  <a:lnTo>
                    <a:pt x="8263615" y="1065541"/>
                  </a:lnTo>
                  <a:lnTo>
                    <a:pt x="8234799" y="986268"/>
                  </a:lnTo>
                  <a:lnTo>
                    <a:pt x="8205575" y="911122"/>
                  </a:lnTo>
                  <a:lnTo>
                    <a:pt x="8175820" y="840053"/>
                  </a:lnTo>
                  <a:lnTo>
                    <a:pt x="8151487" y="785970"/>
                  </a:lnTo>
                  <a:lnTo>
                    <a:pt x="8108942" y="699967"/>
                  </a:lnTo>
                  <a:lnTo>
                    <a:pt x="8064430" y="621299"/>
                  </a:lnTo>
                  <a:lnTo>
                    <a:pt x="8017412" y="549712"/>
                  </a:lnTo>
                  <a:lnTo>
                    <a:pt x="7967293" y="484723"/>
                  </a:lnTo>
                  <a:lnTo>
                    <a:pt x="7913457" y="425739"/>
                  </a:lnTo>
                  <a:lnTo>
                    <a:pt x="7855297" y="372152"/>
                  </a:lnTo>
                  <a:lnTo>
                    <a:pt x="7792254" y="323383"/>
                  </a:lnTo>
                  <a:lnTo>
                    <a:pt x="7723871" y="278921"/>
                  </a:lnTo>
                  <a:lnTo>
                    <a:pt x="7649855" y="238334"/>
                  </a:lnTo>
                  <a:lnTo>
                    <a:pt x="7570170" y="201289"/>
                  </a:lnTo>
                  <a:lnTo>
                    <a:pt x="7485141" y="167549"/>
                  </a:lnTo>
                  <a:lnTo>
                    <a:pt x="7395563" y="136976"/>
                  </a:lnTo>
                  <a:lnTo>
                    <a:pt x="7302807" y="109520"/>
                  </a:lnTo>
                  <a:lnTo>
                    <a:pt x="7208873" y="85201"/>
                  </a:lnTo>
                  <a:lnTo>
                    <a:pt x="7116367" y="64082"/>
                  </a:lnTo>
                  <a:lnTo>
                    <a:pt x="7028344" y="46225"/>
                  </a:lnTo>
                  <a:lnTo>
                    <a:pt x="6948028" y="31643"/>
                  </a:lnTo>
                  <a:lnTo>
                    <a:pt x="6878392" y="20258"/>
                  </a:lnTo>
                  <a:lnTo>
                    <a:pt x="6821709" y="11871"/>
                  </a:lnTo>
                  <a:lnTo>
                    <a:pt x="6779151" y="6146"/>
                  </a:lnTo>
                  <a:lnTo>
                    <a:pt x="6750539" y="2635"/>
                  </a:lnTo>
                  <a:lnTo>
                    <a:pt x="6734296" y="810"/>
                  </a:lnTo>
                  <a:lnTo>
                    <a:pt x="6727557" y="115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198" y="105"/>
                  </a:lnTo>
                  <a:lnTo>
                    <a:pt x="5249182" y="855"/>
                  </a:lnTo>
                  <a:lnTo>
                    <a:pt x="5236395" y="2927"/>
                  </a:lnTo>
                  <a:lnTo>
                    <a:pt x="5213186" y="7012"/>
                  </a:lnTo>
                  <a:lnTo>
                    <a:pt x="5177882" y="13783"/>
                  </a:lnTo>
                  <a:lnTo>
                    <a:pt x="5129905" y="23836"/>
                  </a:lnTo>
                  <a:lnTo>
                    <a:pt x="5069781" y="37651"/>
                  </a:lnTo>
                  <a:lnTo>
                    <a:pt x="4999022" y="55556"/>
                  </a:lnTo>
                  <a:lnTo>
                    <a:pt x="4919864" y="77724"/>
                  </a:lnTo>
                  <a:lnTo>
                    <a:pt x="4834943" y="104198"/>
                  </a:lnTo>
                  <a:lnTo>
                    <a:pt x="4746956" y="134932"/>
                  </a:lnTo>
                  <a:lnTo>
                    <a:pt x="4658380" y="169842"/>
                  </a:lnTo>
                  <a:lnTo>
                    <a:pt x="4571287" y="208859"/>
                  </a:lnTo>
                  <a:lnTo>
                    <a:pt x="4487260" y="251972"/>
                  </a:lnTo>
                  <a:lnTo>
                    <a:pt x="4407380" y="299255"/>
                  </a:lnTo>
                  <a:lnTo>
                    <a:pt x="4332284" y="350887"/>
                  </a:lnTo>
                  <a:lnTo>
                    <a:pt x="4262236" y="407164"/>
                  </a:lnTo>
                  <a:lnTo>
                    <a:pt x="4197216" y="468496"/>
                  </a:lnTo>
                  <a:lnTo>
                    <a:pt x="4136993" y="535404"/>
                  </a:lnTo>
                  <a:lnTo>
                    <a:pt x="4081200" y="608510"/>
                  </a:lnTo>
                  <a:lnTo>
                    <a:pt x="4029379" y="688515"/>
                  </a:lnTo>
                  <a:lnTo>
                    <a:pt x="3981029" y="776171"/>
                  </a:lnTo>
                  <a:lnTo>
                    <a:pt x="3935629" y="872227"/>
                  </a:lnTo>
                  <a:lnTo>
                    <a:pt x="3892672" y="977351"/>
                  </a:lnTo>
                  <a:lnTo>
                    <a:pt x="3851680" y="1092008"/>
                  </a:lnTo>
                  <a:lnTo>
                    <a:pt x="3829811" y="1159203"/>
                  </a:lnTo>
                  <a:lnTo>
                    <a:pt x="3804543" y="1242137"/>
                  </a:lnTo>
                  <a:lnTo>
                    <a:pt x="3779742" y="1329156"/>
                  </a:lnTo>
                  <a:lnTo>
                    <a:pt x="3755321" y="1420334"/>
                  </a:lnTo>
                  <a:lnTo>
                    <a:pt x="3731207" y="1515723"/>
                  </a:lnTo>
                  <a:lnTo>
                    <a:pt x="3707336" y="1615340"/>
                  </a:lnTo>
                  <a:lnTo>
                    <a:pt x="3683651" y="1719172"/>
                  </a:lnTo>
                  <a:lnTo>
                    <a:pt x="3660106" y="1827171"/>
                  </a:lnTo>
                  <a:lnTo>
                    <a:pt x="3636661" y="1939253"/>
                  </a:lnTo>
                  <a:lnTo>
                    <a:pt x="3613281" y="2055294"/>
                  </a:lnTo>
                  <a:lnTo>
                    <a:pt x="3589940" y="2175134"/>
                  </a:lnTo>
                  <a:lnTo>
                    <a:pt x="3566616" y="2298571"/>
                  </a:lnTo>
                  <a:lnTo>
                    <a:pt x="3543292" y="2425365"/>
                  </a:lnTo>
                  <a:lnTo>
                    <a:pt x="3519957" y="2555239"/>
                  </a:lnTo>
                  <a:lnTo>
                    <a:pt x="3496602" y="2687878"/>
                  </a:lnTo>
                  <a:lnTo>
                    <a:pt x="3473224" y="2822935"/>
                  </a:lnTo>
                  <a:lnTo>
                    <a:pt x="3449822" y="2960032"/>
                  </a:lnTo>
                  <a:lnTo>
                    <a:pt x="3426399" y="3098765"/>
                  </a:lnTo>
                  <a:lnTo>
                    <a:pt x="3402958" y="3238708"/>
                  </a:lnTo>
                  <a:lnTo>
                    <a:pt x="3379504" y="3379421"/>
                  </a:lnTo>
                  <a:lnTo>
                    <a:pt x="3356046" y="3520450"/>
                  </a:lnTo>
                  <a:lnTo>
                    <a:pt x="3332590" y="3661342"/>
                  </a:lnTo>
                  <a:lnTo>
                    <a:pt x="3309144" y="3801640"/>
                  </a:lnTo>
                  <a:lnTo>
                    <a:pt x="3285712" y="3940900"/>
                  </a:lnTo>
                  <a:lnTo>
                    <a:pt x="3262302" y="4078688"/>
                  </a:lnTo>
                  <a:lnTo>
                    <a:pt x="3238914" y="4214593"/>
                  </a:lnTo>
                  <a:lnTo>
                    <a:pt x="3215551" y="4348225"/>
                  </a:lnTo>
                  <a:lnTo>
                    <a:pt x="3192208" y="4479223"/>
                  </a:lnTo>
                  <a:lnTo>
                    <a:pt x="3168881" y="4607262"/>
                  </a:lnTo>
                  <a:lnTo>
                    <a:pt x="3145559" y="4732047"/>
                  </a:lnTo>
                  <a:lnTo>
                    <a:pt x="3122227" y="4853325"/>
                  </a:lnTo>
                  <a:lnTo>
                    <a:pt x="3098865" y="4970879"/>
                  </a:lnTo>
                  <a:lnTo>
                    <a:pt x="3075449" y="5084532"/>
                  </a:lnTo>
                  <a:lnTo>
                    <a:pt x="3051948" y="5194146"/>
                  </a:lnTo>
                  <a:lnTo>
                    <a:pt x="3028323" y="5299621"/>
                  </a:lnTo>
                  <a:lnTo>
                    <a:pt x="3004531" y="5400897"/>
                  </a:lnTo>
                  <a:lnTo>
                    <a:pt x="2980520" y="5497945"/>
                  </a:lnTo>
                  <a:lnTo>
                    <a:pt x="2956228" y="5590772"/>
                  </a:lnTo>
                  <a:lnTo>
                    <a:pt x="2931585" y="5679416"/>
                  </a:lnTo>
                  <a:lnTo>
                    <a:pt x="2906512" y="5763942"/>
                  </a:lnTo>
                  <a:lnTo>
                    <a:pt x="2896531" y="5796017"/>
                  </a:lnTo>
                  <a:lnTo>
                    <a:pt x="2856436" y="5915987"/>
                  </a:lnTo>
                  <a:lnTo>
                    <a:pt x="2814616" y="6026318"/>
                  </a:lnTo>
                  <a:lnTo>
                    <a:pt x="2770622" y="6127290"/>
                  </a:lnTo>
                  <a:lnTo>
                    <a:pt x="2723959" y="6219477"/>
                  </a:lnTo>
                  <a:lnTo>
                    <a:pt x="2674112" y="6303597"/>
                  </a:lnTo>
                  <a:lnTo>
                    <a:pt x="2620564" y="6380407"/>
                  </a:lnTo>
                  <a:lnTo>
                    <a:pt x="2562831" y="6450643"/>
                  </a:lnTo>
                  <a:lnTo>
                    <a:pt x="2500488" y="6514971"/>
                  </a:lnTo>
                  <a:lnTo>
                    <a:pt x="2433224" y="6573971"/>
                  </a:lnTo>
                  <a:lnTo>
                    <a:pt x="2360893" y="6628115"/>
                  </a:lnTo>
                  <a:lnTo>
                    <a:pt x="2283592" y="6677761"/>
                  </a:lnTo>
                  <a:lnTo>
                    <a:pt x="2201742" y="6723152"/>
                  </a:lnTo>
                  <a:lnTo>
                    <a:pt x="2116173" y="6764419"/>
                  </a:lnTo>
                  <a:lnTo>
                    <a:pt x="2028187" y="6801595"/>
                  </a:lnTo>
                  <a:lnTo>
                    <a:pt x="1939592" y="6834636"/>
                  </a:lnTo>
                  <a:lnTo>
                    <a:pt x="1852659" y="6863463"/>
                  </a:lnTo>
                  <a:lnTo>
                    <a:pt x="1769993" y="6888002"/>
                  </a:lnTo>
                  <a:lnTo>
                    <a:pt x="1694303" y="6908240"/>
                  </a:lnTo>
                  <a:lnTo>
                    <a:pt x="1628088" y="6924274"/>
                  </a:lnTo>
                  <a:lnTo>
                    <a:pt x="1573296" y="6936347"/>
                  </a:lnTo>
                  <a:lnTo>
                    <a:pt x="1531019" y="6944856"/>
                  </a:lnTo>
                  <a:lnTo>
                    <a:pt x="1501295" y="6950340"/>
                  </a:lnTo>
                  <a:lnTo>
                    <a:pt x="1483043" y="6953434"/>
                  </a:lnTo>
                  <a:lnTo>
                    <a:pt x="1474133" y="6954825"/>
                  </a:lnTo>
                  <a:lnTo>
                    <a:pt x="1471516" y="6955204"/>
                  </a:lnTo>
                  <a:lnTo>
                    <a:pt x="1471387" y="6955221"/>
                  </a:lnTo>
                  <a:lnTo>
                    <a:pt x="0" y="6955221"/>
                  </a:lnTo>
                  <a:close/>
                </a:path>
              </a:pathLst>
            </a:custGeom>
            <a:solidFill>
              <a:srgbClr val="F3BA99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950" name="pl1950"/>
            <p:cNvSpPr/>
            <p:nvPr/>
          </p:nvSpPr>
          <p:spPr>
            <a:xfrm>
              <a:off x="4799595" y="3557668"/>
              <a:ext cx="11981298" cy="6955221"/>
            </a:xfrm>
            <a:custGeom>
              <a:avLst/>
              <a:pathLst>
                <a:path w="11981298" h="6955221">
                  <a:moveTo>
                    <a:pt x="0" y="6955221"/>
                  </a:moveTo>
                  <a:lnTo>
                    <a:pt x="1471387" y="6955221"/>
                  </a:lnTo>
                  <a:lnTo>
                    <a:pt x="1472144" y="6955116"/>
                  </a:lnTo>
                  <a:lnTo>
                    <a:pt x="1477160" y="6954365"/>
                  </a:lnTo>
                  <a:lnTo>
                    <a:pt x="1489947" y="6952294"/>
                  </a:lnTo>
                  <a:lnTo>
                    <a:pt x="1513156" y="6948208"/>
                  </a:lnTo>
                  <a:lnTo>
                    <a:pt x="1548460" y="6941438"/>
                  </a:lnTo>
                  <a:lnTo>
                    <a:pt x="1596438" y="6931384"/>
                  </a:lnTo>
                  <a:lnTo>
                    <a:pt x="1656561" y="6917569"/>
                  </a:lnTo>
                  <a:lnTo>
                    <a:pt x="1727320" y="6899665"/>
                  </a:lnTo>
                  <a:lnTo>
                    <a:pt x="1806478" y="6877496"/>
                  </a:lnTo>
                  <a:lnTo>
                    <a:pt x="1891399" y="6851022"/>
                  </a:lnTo>
                  <a:lnTo>
                    <a:pt x="1979386" y="6820289"/>
                  </a:lnTo>
                  <a:lnTo>
                    <a:pt x="2067962" y="6785379"/>
                  </a:lnTo>
                  <a:lnTo>
                    <a:pt x="2155055" y="6746361"/>
                  </a:lnTo>
                  <a:lnTo>
                    <a:pt x="2239083" y="6703248"/>
                  </a:lnTo>
                  <a:lnTo>
                    <a:pt x="2318962" y="6655966"/>
                  </a:lnTo>
                  <a:lnTo>
                    <a:pt x="2394058" y="6604334"/>
                  </a:lnTo>
                  <a:lnTo>
                    <a:pt x="2464106" y="6548057"/>
                  </a:lnTo>
                  <a:lnTo>
                    <a:pt x="2529126" y="6486725"/>
                  </a:lnTo>
                  <a:lnTo>
                    <a:pt x="2589349" y="6419816"/>
                  </a:lnTo>
                  <a:lnTo>
                    <a:pt x="2645142" y="6346710"/>
                  </a:lnTo>
                  <a:lnTo>
                    <a:pt x="2696963" y="6266705"/>
                  </a:lnTo>
                  <a:lnTo>
                    <a:pt x="2745314" y="6179049"/>
                  </a:lnTo>
                  <a:lnTo>
                    <a:pt x="2790713" y="6082994"/>
                  </a:lnTo>
                  <a:lnTo>
                    <a:pt x="2833670" y="5977869"/>
                  </a:lnTo>
                  <a:lnTo>
                    <a:pt x="2874662" y="5863212"/>
                  </a:lnTo>
                  <a:lnTo>
                    <a:pt x="2896531" y="5796017"/>
                  </a:lnTo>
                  <a:lnTo>
                    <a:pt x="2921799" y="5713083"/>
                  </a:lnTo>
                  <a:lnTo>
                    <a:pt x="2946600" y="5626065"/>
                  </a:lnTo>
                  <a:lnTo>
                    <a:pt x="2971021" y="5534886"/>
                  </a:lnTo>
                  <a:lnTo>
                    <a:pt x="2995135" y="5439498"/>
                  </a:lnTo>
                  <a:lnTo>
                    <a:pt x="3019006" y="5339881"/>
                  </a:lnTo>
                  <a:lnTo>
                    <a:pt x="3042691" y="5236048"/>
                  </a:lnTo>
                  <a:lnTo>
                    <a:pt x="3066236" y="5128049"/>
                  </a:lnTo>
                  <a:lnTo>
                    <a:pt x="3089681" y="5015968"/>
                  </a:lnTo>
                  <a:lnTo>
                    <a:pt x="3113061" y="4899926"/>
                  </a:lnTo>
                  <a:lnTo>
                    <a:pt x="3136402" y="4780087"/>
                  </a:lnTo>
                  <a:lnTo>
                    <a:pt x="3159726" y="4656650"/>
                  </a:lnTo>
                  <a:lnTo>
                    <a:pt x="3183050" y="4529856"/>
                  </a:lnTo>
                  <a:lnTo>
                    <a:pt x="3206385" y="4399982"/>
                  </a:lnTo>
                  <a:lnTo>
                    <a:pt x="3229740" y="4267342"/>
                  </a:lnTo>
                  <a:lnTo>
                    <a:pt x="3253118" y="4132285"/>
                  </a:lnTo>
                  <a:lnTo>
                    <a:pt x="3276520" y="3995188"/>
                  </a:lnTo>
                  <a:lnTo>
                    <a:pt x="3299943" y="3856455"/>
                  </a:lnTo>
                  <a:lnTo>
                    <a:pt x="3323385" y="3716512"/>
                  </a:lnTo>
                  <a:lnTo>
                    <a:pt x="3346838" y="3575800"/>
                  </a:lnTo>
                  <a:lnTo>
                    <a:pt x="3370296" y="3434770"/>
                  </a:lnTo>
                  <a:lnTo>
                    <a:pt x="3393752" y="3293879"/>
                  </a:lnTo>
                  <a:lnTo>
                    <a:pt x="3417199" y="3153580"/>
                  </a:lnTo>
                  <a:lnTo>
                    <a:pt x="3440630" y="3014321"/>
                  </a:lnTo>
                  <a:lnTo>
                    <a:pt x="3464041" y="2876532"/>
                  </a:lnTo>
                  <a:lnTo>
                    <a:pt x="3487428" y="2740628"/>
                  </a:lnTo>
                  <a:lnTo>
                    <a:pt x="3510791" y="2606996"/>
                  </a:lnTo>
                  <a:lnTo>
                    <a:pt x="3534134" y="2475997"/>
                  </a:lnTo>
                  <a:lnTo>
                    <a:pt x="3557461" y="2347959"/>
                  </a:lnTo>
                  <a:lnTo>
                    <a:pt x="3580783" y="2223173"/>
                  </a:lnTo>
                  <a:lnTo>
                    <a:pt x="3604115" y="2101895"/>
                  </a:lnTo>
                  <a:lnTo>
                    <a:pt x="3627477" y="1984342"/>
                  </a:lnTo>
                  <a:lnTo>
                    <a:pt x="3650893" y="1870689"/>
                  </a:lnTo>
                  <a:lnTo>
                    <a:pt x="3674394" y="1761075"/>
                  </a:lnTo>
                  <a:lnTo>
                    <a:pt x="3698019" y="1655599"/>
                  </a:lnTo>
                  <a:lnTo>
                    <a:pt x="3721811" y="1554324"/>
                  </a:lnTo>
                  <a:lnTo>
                    <a:pt x="3745822" y="1457276"/>
                  </a:lnTo>
                  <a:lnTo>
                    <a:pt x="3770114" y="1364449"/>
                  </a:lnTo>
                  <a:lnTo>
                    <a:pt x="3794757" y="1275805"/>
                  </a:lnTo>
                  <a:lnTo>
                    <a:pt x="3819830" y="1191278"/>
                  </a:lnTo>
                  <a:lnTo>
                    <a:pt x="3829811" y="1159203"/>
                  </a:lnTo>
                  <a:lnTo>
                    <a:pt x="3869906" y="1039234"/>
                  </a:lnTo>
                  <a:lnTo>
                    <a:pt x="3911726" y="928903"/>
                  </a:lnTo>
                  <a:lnTo>
                    <a:pt x="3955720" y="827931"/>
                  </a:lnTo>
                  <a:lnTo>
                    <a:pt x="4002383" y="735744"/>
                  </a:lnTo>
                  <a:lnTo>
                    <a:pt x="4052230" y="651624"/>
                  </a:lnTo>
                  <a:lnTo>
                    <a:pt x="4105778" y="574813"/>
                  </a:lnTo>
                  <a:lnTo>
                    <a:pt x="4163512" y="504578"/>
                  </a:lnTo>
                  <a:lnTo>
                    <a:pt x="4225854" y="440249"/>
                  </a:lnTo>
                  <a:lnTo>
                    <a:pt x="4293118" y="381249"/>
                  </a:lnTo>
                  <a:lnTo>
                    <a:pt x="4365449" y="327106"/>
                  </a:lnTo>
                  <a:lnTo>
                    <a:pt x="4442750" y="277460"/>
                  </a:lnTo>
                  <a:lnTo>
                    <a:pt x="4524600" y="232069"/>
                  </a:lnTo>
                  <a:lnTo>
                    <a:pt x="4610169" y="190802"/>
                  </a:lnTo>
                  <a:lnTo>
                    <a:pt x="4698155" y="153626"/>
                  </a:lnTo>
                  <a:lnTo>
                    <a:pt x="4786750" y="120584"/>
                  </a:lnTo>
                  <a:lnTo>
                    <a:pt x="4873683" y="91757"/>
                  </a:lnTo>
                  <a:lnTo>
                    <a:pt x="4956349" y="67219"/>
                  </a:lnTo>
                  <a:lnTo>
                    <a:pt x="5032039" y="46981"/>
                  </a:lnTo>
                  <a:lnTo>
                    <a:pt x="5098254" y="30947"/>
                  </a:lnTo>
                  <a:lnTo>
                    <a:pt x="5153046" y="18874"/>
                  </a:lnTo>
                  <a:lnTo>
                    <a:pt x="5195323" y="10364"/>
                  </a:lnTo>
                  <a:lnTo>
                    <a:pt x="5225048" y="4881"/>
                  </a:lnTo>
                  <a:lnTo>
                    <a:pt x="5243300" y="1787"/>
                  </a:lnTo>
                  <a:lnTo>
                    <a:pt x="5252209" y="395"/>
                  </a:lnTo>
                  <a:lnTo>
                    <a:pt x="5254826" y="17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241" y="85"/>
                  </a:lnTo>
                  <a:lnTo>
                    <a:pt x="6733176" y="691"/>
                  </a:lnTo>
                  <a:lnTo>
                    <a:pt x="6748239" y="2367"/>
                  </a:lnTo>
                  <a:lnTo>
                    <a:pt x="6775421" y="5671"/>
                  </a:lnTo>
                  <a:lnTo>
                    <a:pt x="6816445" y="11135"/>
                  </a:lnTo>
                  <a:lnTo>
                    <a:pt x="6871642" y="19217"/>
                  </a:lnTo>
                  <a:lnTo>
                    <a:pt x="6939977" y="30267"/>
                  </a:lnTo>
                  <a:lnTo>
                    <a:pt x="7019279" y="44499"/>
                  </a:lnTo>
                  <a:lnTo>
                    <a:pt x="7106626" y="62004"/>
                  </a:lnTo>
                  <a:lnTo>
                    <a:pt x="7198803" y="82775"/>
                  </a:lnTo>
                  <a:lnTo>
                    <a:pt x="7292718" y="106752"/>
                  </a:lnTo>
                  <a:lnTo>
                    <a:pt x="7385708" y="133873"/>
                  </a:lnTo>
                  <a:lnTo>
                    <a:pt x="7475704" y="164110"/>
                  </a:lnTo>
                  <a:lnTo>
                    <a:pt x="7561271" y="197504"/>
                  </a:lnTo>
                  <a:lnTo>
                    <a:pt x="7641554" y="234184"/>
                  </a:lnTo>
                  <a:lnTo>
                    <a:pt x="7716183" y="274376"/>
                  </a:lnTo>
                  <a:lnTo>
                    <a:pt x="7785162" y="318403"/>
                  </a:lnTo>
                  <a:lnTo>
                    <a:pt x="7848759" y="366685"/>
                  </a:lnTo>
                  <a:lnTo>
                    <a:pt x="7907419" y="419727"/>
                  </a:lnTo>
                  <a:lnTo>
                    <a:pt x="7961691" y="478101"/>
                  </a:lnTo>
                  <a:lnTo>
                    <a:pt x="8012181" y="542415"/>
                  </a:lnTo>
                  <a:lnTo>
                    <a:pt x="8059504" y="613266"/>
                  </a:lnTo>
                  <a:lnTo>
                    <a:pt x="8104257" y="691155"/>
                  </a:lnTo>
                  <a:lnTo>
                    <a:pt x="8146990" y="776367"/>
                  </a:lnTo>
                  <a:lnTo>
                    <a:pt x="8151487" y="785970"/>
                  </a:lnTo>
                  <a:lnTo>
                    <a:pt x="8181772" y="853832"/>
                  </a:lnTo>
                  <a:lnTo>
                    <a:pt x="8211411" y="925704"/>
                  </a:lnTo>
                  <a:lnTo>
                    <a:pt x="8240545" y="1001667"/>
                  </a:lnTo>
                  <a:lnTo>
                    <a:pt x="8269293" y="1081760"/>
                  </a:lnTo>
                  <a:lnTo>
                    <a:pt x="8297757" y="1165978"/>
                  </a:lnTo>
                  <a:lnTo>
                    <a:pt x="8326019" y="1254270"/>
                  </a:lnTo>
                  <a:lnTo>
                    <a:pt x="8354148" y="1346531"/>
                  </a:lnTo>
                  <a:lnTo>
                    <a:pt x="8382199" y="1442603"/>
                  </a:lnTo>
                  <a:lnTo>
                    <a:pt x="8410213" y="1542273"/>
                  </a:lnTo>
                  <a:lnTo>
                    <a:pt x="8438223" y="1645273"/>
                  </a:lnTo>
                  <a:lnTo>
                    <a:pt x="8466250" y="1751280"/>
                  </a:lnTo>
                  <a:lnTo>
                    <a:pt x="8494306" y="1859922"/>
                  </a:lnTo>
                  <a:lnTo>
                    <a:pt x="8522396" y="1970778"/>
                  </a:lnTo>
                  <a:lnTo>
                    <a:pt x="8550519" y="2083388"/>
                  </a:lnTo>
                  <a:lnTo>
                    <a:pt x="8578669" y="2197261"/>
                  </a:lnTo>
                  <a:lnTo>
                    <a:pt x="8606835" y="2311880"/>
                  </a:lnTo>
                  <a:lnTo>
                    <a:pt x="8635007" y="2426713"/>
                  </a:lnTo>
                  <a:lnTo>
                    <a:pt x="8663171" y="2541226"/>
                  </a:lnTo>
                  <a:lnTo>
                    <a:pt x="8691316" y="2654889"/>
                  </a:lnTo>
                  <a:lnTo>
                    <a:pt x="8719433" y="2767190"/>
                  </a:lnTo>
                  <a:lnTo>
                    <a:pt x="8747516" y="2877642"/>
                  </a:lnTo>
                  <a:lnTo>
                    <a:pt x="8775566" y="2985792"/>
                  </a:lnTo>
                  <a:lnTo>
                    <a:pt x="8803588" y="3091231"/>
                  </a:lnTo>
                  <a:lnTo>
                    <a:pt x="8831597" y="3193594"/>
                  </a:lnTo>
                  <a:lnTo>
                    <a:pt x="8859616" y="3292570"/>
                  </a:lnTo>
                  <a:lnTo>
                    <a:pt x="8887678" y="3387901"/>
                  </a:lnTo>
                  <a:lnTo>
                    <a:pt x="8915829" y="3479385"/>
                  </a:lnTo>
                  <a:lnTo>
                    <a:pt x="8944125" y="3566876"/>
                  </a:lnTo>
                  <a:lnTo>
                    <a:pt x="8972638" y="3650278"/>
                  </a:lnTo>
                  <a:lnTo>
                    <a:pt x="9001454" y="3729551"/>
                  </a:lnTo>
                  <a:lnTo>
                    <a:pt x="9030678" y="3804697"/>
                  </a:lnTo>
                  <a:lnTo>
                    <a:pt x="9060433" y="3875766"/>
                  </a:lnTo>
                  <a:lnTo>
                    <a:pt x="9084767" y="3929850"/>
                  </a:lnTo>
                  <a:lnTo>
                    <a:pt x="9127311" y="4015852"/>
                  </a:lnTo>
                  <a:lnTo>
                    <a:pt x="9171823" y="4094520"/>
                  </a:lnTo>
                  <a:lnTo>
                    <a:pt x="9218841" y="4166107"/>
                  </a:lnTo>
                  <a:lnTo>
                    <a:pt x="9268960" y="4231096"/>
                  </a:lnTo>
                  <a:lnTo>
                    <a:pt x="9322797" y="4290080"/>
                  </a:lnTo>
                  <a:lnTo>
                    <a:pt x="9380957" y="4343667"/>
                  </a:lnTo>
                  <a:lnTo>
                    <a:pt x="9443999" y="4392436"/>
                  </a:lnTo>
                  <a:lnTo>
                    <a:pt x="9512382" y="4436898"/>
                  </a:lnTo>
                  <a:lnTo>
                    <a:pt x="9586398" y="4477485"/>
                  </a:lnTo>
                  <a:lnTo>
                    <a:pt x="9666083" y="4514530"/>
                  </a:lnTo>
                  <a:lnTo>
                    <a:pt x="9751113" y="4548270"/>
                  </a:lnTo>
                  <a:lnTo>
                    <a:pt x="9840690" y="4578843"/>
                  </a:lnTo>
                  <a:lnTo>
                    <a:pt x="9933446" y="4606299"/>
                  </a:lnTo>
                  <a:lnTo>
                    <a:pt x="10027380" y="4630618"/>
                  </a:lnTo>
                  <a:lnTo>
                    <a:pt x="10119887" y="4651737"/>
                  </a:lnTo>
                  <a:lnTo>
                    <a:pt x="10207909" y="4669594"/>
                  </a:lnTo>
                  <a:lnTo>
                    <a:pt x="10288225" y="4684176"/>
                  </a:lnTo>
                  <a:lnTo>
                    <a:pt x="10357862" y="4695561"/>
                  </a:lnTo>
                  <a:lnTo>
                    <a:pt x="10414544" y="4703948"/>
                  </a:lnTo>
                  <a:lnTo>
                    <a:pt x="10457102" y="4709673"/>
                  </a:lnTo>
                  <a:lnTo>
                    <a:pt x="10485714" y="4713184"/>
                  </a:lnTo>
                  <a:lnTo>
                    <a:pt x="10501958" y="4715009"/>
                  </a:lnTo>
                  <a:lnTo>
                    <a:pt x="10508697" y="4715704"/>
                  </a:lnTo>
                  <a:lnTo>
                    <a:pt x="10509909" y="4715819"/>
                  </a:lnTo>
                  <a:lnTo>
                    <a:pt x="10509911" y="4715820"/>
                  </a:lnTo>
                  <a:lnTo>
                    <a:pt x="11981298" y="471582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51" name="pl1951"/>
            <p:cNvSpPr/>
            <p:nvPr/>
          </p:nvSpPr>
          <p:spPr>
            <a:xfrm>
              <a:off x="4799595" y="3549495"/>
              <a:ext cx="11981298" cy="6955221"/>
            </a:xfrm>
            <a:custGeom>
              <a:avLst/>
              <a:pathLst>
                <a:path w="11981298" h="6955221">
                  <a:moveTo>
                    <a:pt x="11981298" y="4715820"/>
                  </a:moveTo>
                  <a:lnTo>
                    <a:pt x="10509911" y="4715820"/>
                  </a:lnTo>
                  <a:lnTo>
                    <a:pt x="10509012" y="4715734"/>
                  </a:lnTo>
                  <a:lnTo>
                    <a:pt x="10503077" y="4715128"/>
                  </a:lnTo>
                  <a:lnTo>
                    <a:pt x="10488014" y="4713452"/>
                  </a:lnTo>
                  <a:lnTo>
                    <a:pt x="10460832" y="4710148"/>
                  </a:lnTo>
                  <a:lnTo>
                    <a:pt x="10419808" y="4704685"/>
                  </a:lnTo>
                  <a:lnTo>
                    <a:pt x="10364611" y="4696602"/>
                  </a:lnTo>
                  <a:lnTo>
                    <a:pt x="10296276" y="4685552"/>
                  </a:lnTo>
                  <a:lnTo>
                    <a:pt x="10216974" y="4671320"/>
                  </a:lnTo>
                  <a:lnTo>
                    <a:pt x="10129627" y="4653815"/>
                  </a:lnTo>
                  <a:lnTo>
                    <a:pt x="10037450" y="4633044"/>
                  </a:lnTo>
                  <a:lnTo>
                    <a:pt x="9943535" y="4609067"/>
                  </a:lnTo>
                  <a:lnTo>
                    <a:pt x="9850545" y="4581946"/>
                  </a:lnTo>
                  <a:lnTo>
                    <a:pt x="9760549" y="4551709"/>
                  </a:lnTo>
                  <a:lnTo>
                    <a:pt x="9674982" y="4518315"/>
                  </a:lnTo>
                  <a:lnTo>
                    <a:pt x="9594700" y="4481635"/>
                  </a:lnTo>
                  <a:lnTo>
                    <a:pt x="9520070" y="4441443"/>
                  </a:lnTo>
                  <a:lnTo>
                    <a:pt x="9451091" y="4397416"/>
                  </a:lnTo>
                  <a:lnTo>
                    <a:pt x="9387494" y="4349134"/>
                  </a:lnTo>
                  <a:lnTo>
                    <a:pt x="9328834" y="4296092"/>
                  </a:lnTo>
                  <a:lnTo>
                    <a:pt x="9274562" y="4237718"/>
                  </a:lnTo>
                  <a:lnTo>
                    <a:pt x="9224072" y="4173404"/>
                  </a:lnTo>
                  <a:lnTo>
                    <a:pt x="9176750" y="4102553"/>
                  </a:lnTo>
                  <a:lnTo>
                    <a:pt x="9131996" y="4024664"/>
                  </a:lnTo>
                  <a:lnTo>
                    <a:pt x="9089263" y="3939452"/>
                  </a:lnTo>
                  <a:lnTo>
                    <a:pt x="9084767" y="3929850"/>
                  </a:lnTo>
                  <a:lnTo>
                    <a:pt x="9054481" y="3861987"/>
                  </a:lnTo>
                  <a:lnTo>
                    <a:pt x="9024842" y="3790115"/>
                  </a:lnTo>
                  <a:lnTo>
                    <a:pt x="8995708" y="3714152"/>
                  </a:lnTo>
                  <a:lnTo>
                    <a:pt x="8966960" y="3634059"/>
                  </a:lnTo>
                  <a:lnTo>
                    <a:pt x="8938497" y="3549841"/>
                  </a:lnTo>
                  <a:lnTo>
                    <a:pt x="8910234" y="3461549"/>
                  </a:lnTo>
                  <a:lnTo>
                    <a:pt x="8882105" y="3369288"/>
                  </a:lnTo>
                  <a:lnTo>
                    <a:pt x="8854055" y="3273216"/>
                  </a:lnTo>
                  <a:lnTo>
                    <a:pt x="8826040" y="3173546"/>
                  </a:lnTo>
                  <a:lnTo>
                    <a:pt x="8798030" y="3070546"/>
                  </a:lnTo>
                  <a:lnTo>
                    <a:pt x="8770003" y="2964539"/>
                  </a:lnTo>
                  <a:lnTo>
                    <a:pt x="8741947" y="2855897"/>
                  </a:lnTo>
                  <a:lnTo>
                    <a:pt x="8713857" y="2745041"/>
                  </a:lnTo>
                  <a:lnTo>
                    <a:pt x="8685734" y="2632431"/>
                  </a:lnTo>
                  <a:lnTo>
                    <a:pt x="8657585" y="2518558"/>
                  </a:lnTo>
                  <a:lnTo>
                    <a:pt x="8629418" y="2403939"/>
                  </a:lnTo>
                  <a:lnTo>
                    <a:pt x="8601246" y="2289106"/>
                  </a:lnTo>
                  <a:lnTo>
                    <a:pt x="8573082" y="2174593"/>
                  </a:lnTo>
                  <a:lnTo>
                    <a:pt x="8544937" y="2060930"/>
                  </a:lnTo>
                  <a:lnTo>
                    <a:pt x="8516820" y="1948629"/>
                  </a:lnTo>
                  <a:lnTo>
                    <a:pt x="8488737" y="1838177"/>
                  </a:lnTo>
                  <a:lnTo>
                    <a:pt x="8460688" y="1730027"/>
                  </a:lnTo>
                  <a:lnTo>
                    <a:pt x="8432665" y="1624588"/>
                  </a:lnTo>
                  <a:lnTo>
                    <a:pt x="8404657" y="1522225"/>
                  </a:lnTo>
                  <a:lnTo>
                    <a:pt x="8376637" y="1423249"/>
                  </a:lnTo>
                  <a:lnTo>
                    <a:pt x="8348575" y="1327918"/>
                  </a:lnTo>
                  <a:lnTo>
                    <a:pt x="8320424" y="1236434"/>
                  </a:lnTo>
                  <a:lnTo>
                    <a:pt x="8292128" y="1148943"/>
                  </a:lnTo>
                  <a:lnTo>
                    <a:pt x="8263615" y="1065541"/>
                  </a:lnTo>
                  <a:lnTo>
                    <a:pt x="8234799" y="986268"/>
                  </a:lnTo>
                  <a:lnTo>
                    <a:pt x="8205575" y="911122"/>
                  </a:lnTo>
                  <a:lnTo>
                    <a:pt x="8175820" y="840053"/>
                  </a:lnTo>
                  <a:lnTo>
                    <a:pt x="8151487" y="785970"/>
                  </a:lnTo>
                  <a:lnTo>
                    <a:pt x="8108942" y="699967"/>
                  </a:lnTo>
                  <a:lnTo>
                    <a:pt x="8064430" y="621299"/>
                  </a:lnTo>
                  <a:lnTo>
                    <a:pt x="8017412" y="549712"/>
                  </a:lnTo>
                  <a:lnTo>
                    <a:pt x="7967293" y="484723"/>
                  </a:lnTo>
                  <a:lnTo>
                    <a:pt x="7913457" y="425739"/>
                  </a:lnTo>
                  <a:lnTo>
                    <a:pt x="7855297" y="372152"/>
                  </a:lnTo>
                  <a:lnTo>
                    <a:pt x="7792254" y="323383"/>
                  </a:lnTo>
                  <a:lnTo>
                    <a:pt x="7723871" y="278921"/>
                  </a:lnTo>
                  <a:lnTo>
                    <a:pt x="7649855" y="238334"/>
                  </a:lnTo>
                  <a:lnTo>
                    <a:pt x="7570170" y="201289"/>
                  </a:lnTo>
                  <a:lnTo>
                    <a:pt x="7485141" y="167549"/>
                  </a:lnTo>
                  <a:lnTo>
                    <a:pt x="7395563" y="136976"/>
                  </a:lnTo>
                  <a:lnTo>
                    <a:pt x="7302807" y="109520"/>
                  </a:lnTo>
                  <a:lnTo>
                    <a:pt x="7208873" y="85201"/>
                  </a:lnTo>
                  <a:lnTo>
                    <a:pt x="7116367" y="64082"/>
                  </a:lnTo>
                  <a:lnTo>
                    <a:pt x="7028344" y="46225"/>
                  </a:lnTo>
                  <a:lnTo>
                    <a:pt x="6948028" y="31643"/>
                  </a:lnTo>
                  <a:lnTo>
                    <a:pt x="6878392" y="20258"/>
                  </a:lnTo>
                  <a:lnTo>
                    <a:pt x="6821709" y="11871"/>
                  </a:lnTo>
                  <a:lnTo>
                    <a:pt x="6779151" y="6146"/>
                  </a:lnTo>
                  <a:lnTo>
                    <a:pt x="6750539" y="2635"/>
                  </a:lnTo>
                  <a:lnTo>
                    <a:pt x="6734296" y="810"/>
                  </a:lnTo>
                  <a:lnTo>
                    <a:pt x="6727557" y="115"/>
                  </a:lnTo>
                  <a:lnTo>
                    <a:pt x="6726344" y="0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198" y="105"/>
                  </a:lnTo>
                  <a:lnTo>
                    <a:pt x="5249182" y="855"/>
                  </a:lnTo>
                  <a:lnTo>
                    <a:pt x="5236395" y="2927"/>
                  </a:lnTo>
                  <a:lnTo>
                    <a:pt x="5213186" y="7012"/>
                  </a:lnTo>
                  <a:lnTo>
                    <a:pt x="5177882" y="13783"/>
                  </a:lnTo>
                  <a:lnTo>
                    <a:pt x="5129905" y="23836"/>
                  </a:lnTo>
                  <a:lnTo>
                    <a:pt x="5069781" y="37651"/>
                  </a:lnTo>
                  <a:lnTo>
                    <a:pt x="4999022" y="55556"/>
                  </a:lnTo>
                  <a:lnTo>
                    <a:pt x="4919864" y="77724"/>
                  </a:lnTo>
                  <a:lnTo>
                    <a:pt x="4834943" y="104198"/>
                  </a:lnTo>
                  <a:lnTo>
                    <a:pt x="4746956" y="134932"/>
                  </a:lnTo>
                  <a:lnTo>
                    <a:pt x="4658380" y="169842"/>
                  </a:lnTo>
                  <a:lnTo>
                    <a:pt x="4571287" y="208859"/>
                  </a:lnTo>
                  <a:lnTo>
                    <a:pt x="4487260" y="251972"/>
                  </a:lnTo>
                  <a:lnTo>
                    <a:pt x="4407380" y="299255"/>
                  </a:lnTo>
                  <a:lnTo>
                    <a:pt x="4332284" y="350887"/>
                  </a:lnTo>
                  <a:lnTo>
                    <a:pt x="4262236" y="407164"/>
                  </a:lnTo>
                  <a:lnTo>
                    <a:pt x="4197216" y="468496"/>
                  </a:lnTo>
                  <a:lnTo>
                    <a:pt x="4136993" y="535404"/>
                  </a:lnTo>
                  <a:lnTo>
                    <a:pt x="4081200" y="608510"/>
                  </a:lnTo>
                  <a:lnTo>
                    <a:pt x="4029379" y="688515"/>
                  </a:lnTo>
                  <a:lnTo>
                    <a:pt x="3981029" y="776171"/>
                  </a:lnTo>
                  <a:lnTo>
                    <a:pt x="3935629" y="872227"/>
                  </a:lnTo>
                  <a:lnTo>
                    <a:pt x="3892672" y="977351"/>
                  </a:lnTo>
                  <a:lnTo>
                    <a:pt x="3851680" y="1092008"/>
                  </a:lnTo>
                  <a:lnTo>
                    <a:pt x="3829811" y="1159203"/>
                  </a:lnTo>
                  <a:lnTo>
                    <a:pt x="3804543" y="1242137"/>
                  </a:lnTo>
                  <a:lnTo>
                    <a:pt x="3779742" y="1329156"/>
                  </a:lnTo>
                  <a:lnTo>
                    <a:pt x="3755321" y="1420334"/>
                  </a:lnTo>
                  <a:lnTo>
                    <a:pt x="3731207" y="1515723"/>
                  </a:lnTo>
                  <a:lnTo>
                    <a:pt x="3707336" y="1615340"/>
                  </a:lnTo>
                  <a:lnTo>
                    <a:pt x="3683651" y="1719172"/>
                  </a:lnTo>
                  <a:lnTo>
                    <a:pt x="3660106" y="1827171"/>
                  </a:lnTo>
                  <a:lnTo>
                    <a:pt x="3636661" y="1939253"/>
                  </a:lnTo>
                  <a:lnTo>
                    <a:pt x="3613281" y="2055294"/>
                  </a:lnTo>
                  <a:lnTo>
                    <a:pt x="3589940" y="2175134"/>
                  </a:lnTo>
                  <a:lnTo>
                    <a:pt x="3566616" y="2298571"/>
                  </a:lnTo>
                  <a:lnTo>
                    <a:pt x="3543292" y="2425365"/>
                  </a:lnTo>
                  <a:lnTo>
                    <a:pt x="3519957" y="2555239"/>
                  </a:lnTo>
                  <a:lnTo>
                    <a:pt x="3496602" y="2687878"/>
                  </a:lnTo>
                  <a:lnTo>
                    <a:pt x="3473224" y="2822935"/>
                  </a:lnTo>
                  <a:lnTo>
                    <a:pt x="3449822" y="2960032"/>
                  </a:lnTo>
                  <a:lnTo>
                    <a:pt x="3426399" y="3098765"/>
                  </a:lnTo>
                  <a:lnTo>
                    <a:pt x="3402958" y="3238708"/>
                  </a:lnTo>
                  <a:lnTo>
                    <a:pt x="3379504" y="3379421"/>
                  </a:lnTo>
                  <a:lnTo>
                    <a:pt x="3356046" y="3520450"/>
                  </a:lnTo>
                  <a:lnTo>
                    <a:pt x="3332590" y="3661342"/>
                  </a:lnTo>
                  <a:lnTo>
                    <a:pt x="3309144" y="3801640"/>
                  </a:lnTo>
                  <a:lnTo>
                    <a:pt x="3285712" y="3940900"/>
                  </a:lnTo>
                  <a:lnTo>
                    <a:pt x="3262302" y="4078688"/>
                  </a:lnTo>
                  <a:lnTo>
                    <a:pt x="3238914" y="4214593"/>
                  </a:lnTo>
                  <a:lnTo>
                    <a:pt x="3215551" y="4348225"/>
                  </a:lnTo>
                  <a:lnTo>
                    <a:pt x="3192208" y="4479223"/>
                  </a:lnTo>
                  <a:lnTo>
                    <a:pt x="3168881" y="4607262"/>
                  </a:lnTo>
                  <a:lnTo>
                    <a:pt x="3145559" y="4732047"/>
                  </a:lnTo>
                  <a:lnTo>
                    <a:pt x="3122227" y="4853325"/>
                  </a:lnTo>
                  <a:lnTo>
                    <a:pt x="3098865" y="4970879"/>
                  </a:lnTo>
                  <a:lnTo>
                    <a:pt x="3075449" y="5084532"/>
                  </a:lnTo>
                  <a:lnTo>
                    <a:pt x="3051948" y="5194146"/>
                  </a:lnTo>
                  <a:lnTo>
                    <a:pt x="3028323" y="5299621"/>
                  </a:lnTo>
                  <a:lnTo>
                    <a:pt x="3004531" y="5400897"/>
                  </a:lnTo>
                  <a:lnTo>
                    <a:pt x="2980520" y="5497945"/>
                  </a:lnTo>
                  <a:lnTo>
                    <a:pt x="2956228" y="5590772"/>
                  </a:lnTo>
                  <a:lnTo>
                    <a:pt x="2931585" y="5679416"/>
                  </a:lnTo>
                  <a:lnTo>
                    <a:pt x="2906512" y="5763942"/>
                  </a:lnTo>
                  <a:lnTo>
                    <a:pt x="2896531" y="5796017"/>
                  </a:lnTo>
                  <a:lnTo>
                    <a:pt x="2856436" y="5915987"/>
                  </a:lnTo>
                  <a:lnTo>
                    <a:pt x="2814616" y="6026318"/>
                  </a:lnTo>
                  <a:lnTo>
                    <a:pt x="2770622" y="6127290"/>
                  </a:lnTo>
                  <a:lnTo>
                    <a:pt x="2723959" y="6219477"/>
                  </a:lnTo>
                  <a:lnTo>
                    <a:pt x="2674112" y="6303597"/>
                  </a:lnTo>
                  <a:lnTo>
                    <a:pt x="2620564" y="6380407"/>
                  </a:lnTo>
                  <a:lnTo>
                    <a:pt x="2562831" y="6450643"/>
                  </a:lnTo>
                  <a:lnTo>
                    <a:pt x="2500488" y="6514971"/>
                  </a:lnTo>
                  <a:lnTo>
                    <a:pt x="2433224" y="6573971"/>
                  </a:lnTo>
                  <a:lnTo>
                    <a:pt x="2360893" y="6628115"/>
                  </a:lnTo>
                  <a:lnTo>
                    <a:pt x="2283592" y="6677761"/>
                  </a:lnTo>
                  <a:lnTo>
                    <a:pt x="2201742" y="6723152"/>
                  </a:lnTo>
                  <a:lnTo>
                    <a:pt x="2116173" y="6764419"/>
                  </a:lnTo>
                  <a:lnTo>
                    <a:pt x="2028187" y="6801595"/>
                  </a:lnTo>
                  <a:lnTo>
                    <a:pt x="1939592" y="6834636"/>
                  </a:lnTo>
                  <a:lnTo>
                    <a:pt x="1852659" y="6863463"/>
                  </a:lnTo>
                  <a:lnTo>
                    <a:pt x="1769993" y="6888002"/>
                  </a:lnTo>
                  <a:lnTo>
                    <a:pt x="1694303" y="6908240"/>
                  </a:lnTo>
                  <a:lnTo>
                    <a:pt x="1628088" y="6924274"/>
                  </a:lnTo>
                  <a:lnTo>
                    <a:pt x="1573296" y="6936347"/>
                  </a:lnTo>
                  <a:lnTo>
                    <a:pt x="1531019" y="6944856"/>
                  </a:lnTo>
                  <a:lnTo>
                    <a:pt x="1501295" y="6950340"/>
                  </a:lnTo>
                  <a:lnTo>
                    <a:pt x="1483043" y="6953434"/>
                  </a:lnTo>
                  <a:lnTo>
                    <a:pt x="1474133" y="6954825"/>
                  </a:lnTo>
                  <a:lnTo>
                    <a:pt x="1471516" y="6955204"/>
                  </a:lnTo>
                  <a:lnTo>
                    <a:pt x="1471387" y="6955221"/>
                  </a:lnTo>
                  <a:lnTo>
                    <a:pt x="0" y="695522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52" name="pg1952"/>
            <p:cNvSpPr/>
            <p:nvPr/>
          </p:nvSpPr>
          <p:spPr>
            <a:xfrm>
              <a:off x="4799595" y="2822098"/>
              <a:ext cx="11981298" cy="7715310"/>
            </a:xfrm>
            <a:custGeom>
              <a:avLst/>
              <a:pathLst>
                <a:path w="11981298" h="7715310">
                  <a:moveTo>
                    <a:pt x="0" y="7715310"/>
                  </a:moveTo>
                  <a:lnTo>
                    <a:pt x="1471387" y="7715310"/>
                  </a:lnTo>
                  <a:lnTo>
                    <a:pt x="1472327" y="7715233"/>
                  </a:lnTo>
                  <a:lnTo>
                    <a:pt x="1478529" y="7714688"/>
                  </a:lnTo>
                  <a:lnTo>
                    <a:pt x="1494250" y="7713182"/>
                  </a:lnTo>
                  <a:lnTo>
                    <a:pt x="1522574" y="7710215"/>
                  </a:lnTo>
                  <a:lnTo>
                    <a:pt x="1565227" y="7705309"/>
                  </a:lnTo>
                  <a:lnTo>
                    <a:pt x="1622453" y="7698061"/>
                  </a:lnTo>
                  <a:lnTo>
                    <a:pt x="1693059" y="7688166"/>
                  </a:lnTo>
                  <a:lnTo>
                    <a:pt x="1774674" y="7675443"/>
                  </a:lnTo>
                  <a:lnTo>
                    <a:pt x="1864183" y="7659823"/>
                  </a:lnTo>
                  <a:lnTo>
                    <a:pt x="1958215" y="7641320"/>
                  </a:lnTo>
                  <a:lnTo>
                    <a:pt x="2053584" y="7619990"/>
                  </a:lnTo>
                  <a:lnTo>
                    <a:pt x="2147596" y="7595887"/>
                  </a:lnTo>
                  <a:lnTo>
                    <a:pt x="2238203" y="7569027"/>
                  </a:lnTo>
                  <a:lnTo>
                    <a:pt x="2324023" y="7539358"/>
                  </a:lnTo>
                  <a:lnTo>
                    <a:pt x="2404277" y="7506747"/>
                  </a:lnTo>
                  <a:lnTo>
                    <a:pt x="2478676" y="7470973"/>
                  </a:lnTo>
                  <a:lnTo>
                    <a:pt x="2547296" y="7431722"/>
                  </a:lnTo>
                  <a:lnTo>
                    <a:pt x="2610473" y="7388598"/>
                  </a:lnTo>
                  <a:lnTo>
                    <a:pt x="2668709" y="7341130"/>
                  </a:lnTo>
                  <a:lnTo>
                    <a:pt x="2722601" y="7288791"/>
                  </a:lnTo>
                  <a:lnTo>
                    <a:pt x="2772787" y="7231033"/>
                  </a:lnTo>
                  <a:lnTo>
                    <a:pt x="2819911" y="7167338"/>
                  </a:lnTo>
                  <a:lnTo>
                    <a:pt x="2864585" y="7097305"/>
                  </a:lnTo>
                  <a:lnTo>
                    <a:pt x="2896531" y="7041038"/>
                  </a:lnTo>
                  <a:lnTo>
                    <a:pt x="2928969" y="6978499"/>
                  </a:lnTo>
                  <a:lnTo>
                    <a:pt x="2960676" y="6912000"/>
                  </a:lnTo>
                  <a:lnTo>
                    <a:pt x="2991824" y="6841462"/>
                  </a:lnTo>
                  <a:lnTo>
                    <a:pt x="3022555" y="6766850"/>
                  </a:lnTo>
                  <a:lnTo>
                    <a:pt x="3052988" y="6688182"/>
                  </a:lnTo>
                  <a:lnTo>
                    <a:pt x="3083220" y="6605530"/>
                  </a:lnTo>
                  <a:lnTo>
                    <a:pt x="3113328" y="6519026"/>
                  </a:lnTo>
                  <a:lnTo>
                    <a:pt x="3143371" y="6428865"/>
                  </a:lnTo>
                  <a:lnTo>
                    <a:pt x="3173395" y="6335304"/>
                  </a:lnTo>
                  <a:lnTo>
                    <a:pt x="3203431" y="6238661"/>
                  </a:lnTo>
                  <a:lnTo>
                    <a:pt x="3233497" y="6139313"/>
                  </a:lnTo>
                  <a:lnTo>
                    <a:pt x="3263602" y="6037693"/>
                  </a:lnTo>
                  <a:lnTo>
                    <a:pt x="3293745" y="5934280"/>
                  </a:lnTo>
                  <a:lnTo>
                    <a:pt x="3323920" y="5829590"/>
                  </a:lnTo>
                  <a:lnTo>
                    <a:pt x="3354114" y="5724170"/>
                  </a:lnTo>
                  <a:lnTo>
                    <a:pt x="3384312" y="5618580"/>
                  </a:lnTo>
                  <a:lnTo>
                    <a:pt x="3414500" y="5513385"/>
                  </a:lnTo>
                  <a:lnTo>
                    <a:pt x="3444663" y="5409142"/>
                  </a:lnTo>
                  <a:lnTo>
                    <a:pt x="3474791" y="5306387"/>
                  </a:lnTo>
                  <a:lnTo>
                    <a:pt x="3504880" y="5205621"/>
                  </a:lnTo>
                  <a:lnTo>
                    <a:pt x="3534932" y="5107307"/>
                  </a:lnTo>
                  <a:lnTo>
                    <a:pt x="3564961" y="5011854"/>
                  </a:lnTo>
                  <a:lnTo>
                    <a:pt x="3594988" y="4919619"/>
                  </a:lnTo>
                  <a:lnTo>
                    <a:pt x="3625051" y="4830894"/>
                  </a:lnTo>
                  <a:lnTo>
                    <a:pt x="3655201" y="4745912"/>
                  </a:lnTo>
                  <a:lnTo>
                    <a:pt x="3685503" y="4664841"/>
                  </a:lnTo>
                  <a:lnTo>
                    <a:pt x="3716042" y="4587790"/>
                  </a:lnTo>
                  <a:lnTo>
                    <a:pt x="3746925" y="4514810"/>
                  </a:lnTo>
                  <a:lnTo>
                    <a:pt x="3778277" y="4445895"/>
                  </a:lnTo>
                  <a:lnTo>
                    <a:pt x="3810254" y="4380993"/>
                  </a:lnTo>
                  <a:lnTo>
                    <a:pt x="3829811" y="4343948"/>
                  </a:lnTo>
                  <a:lnTo>
                    <a:pt x="3873023" y="4269085"/>
                  </a:lnTo>
                  <a:lnTo>
                    <a:pt x="3918270" y="4200706"/>
                  </a:lnTo>
                  <a:lnTo>
                    <a:pt x="3966119" y="4138580"/>
                  </a:lnTo>
                  <a:lnTo>
                    <a:pt x="4017195" y="4082265"/>
                  </a:lnTo>
                  <a:lnTo>
                    <a:pt x="4072142" y="4031228"/>
                  </a:lnTo>
                  <a:lnTo>
                    <a:pt x="4131592" y="3984923"/>
                  </a:lnTo>
                  <a:lnTo>
                    <a:pt x="4196124" y="3942836"/>
                  </a:lnTo>
                  <a:lnTo>
                    <a:pt x="4266204" y="3904512"/>
                  </a:lnTo>
                  <a:lnTo>
                    <a:pt x="4342111" y="3869576"/>
                  </a:lnTo>
                  <a:lnTo>
                    <a:pt x="4423839" y="3837738"/>
                  </a:lnTo>
                  <a:lnTo>
                    <a:pt x="4510984" y="3808800"/>
                  </a:lnTo>
                  <a:lnTo>
                    <a:pt x="4602623" y="3782649"/>
                  </a:lnTo>
                  <a:lnTo>
                    <a:pt x="4697205" y="3759255"/>
                  </a:lnTo>
                  <a:lnTo>
                    <a:pt x="4792512" y="3738644"/>
                  </a:lnTo>
                  <a:lnTo>
                    <a:pt x="4885701" y="3720877"/>
                  </a:lnTo>
                  <a:lnTo>
                    <a:pt x="4973503" y="3706002"/>
                  </a:lnTo>
                  <a:lnTo>
                    <a:pt x="5052568" y="3694015"/>
                  </a:lnTo>
                  <a:lnTo>
                    <a:pt x="5119926" y="3684822"/>
                  </a:lnTo>
                  <a:lnTo>
                    <a:pt x="5173471" y="3678208"/>
                  </a:lnTo>
                  <a:lnTo>
                    <a:pt x="5212362" y="3673843"/>
                  </a:lnTo>
                  <a:lnTo>
                    <a:pt x="5237228" y="3671297"/>
                  </a:lnTo>
                  <a:lnTo>
                    <a:pt x="5250162" y="3670086"/>
                  </a:lnTo>
                  <a:lnTo>
                    <a:pt x="5254564" y="3669707"/>
                  </a:lnTo>
                  <a:lnTo>
                    <a:pt x="5254955" y="3669676"/>
                  </a:lnTo>
                  <a:lnTo>
                    <a:pt x="6726343" y="3669676"/>
                  </a:lnTo>
                  <a:lnTo>
                    <a:pt x="6727436" y="3669595"/>
                  </a:lnTo>
                  <a:lnTo>
                    <a:pt x="6734631" y="3669018"/>
                  </a:lnTo>
                  <a:lnTo>
                    <a:pt x="6752790" y="3667425"/>
                  </a:lnTo>
                  <a:lnTo>
                    <a:pt x="6785311" y="3664286"/>
                  </a:lnTo>
                  <a:lnTo>
                    <a:pt x="6833895" y="3659112"/>
                  </a:lnTo>
                  <a:lnTo>
                    <a:pt x="6898416" y="3651497"/>
                  </a:lnTo>
                  <a:lnTo>
                    <a:pt x="6977044" y="3641158"/>
                  </a:lnTo>
                  <a:lnTo>
                    <a:pt x="7066661" y="3627944"/>
                  </a:lnTo>
                  <a:lnTo>
                    <a:pt x="7163452" y="3611824"/>
                  </a:lnTo>
                  <a:lnTo>
                    <a:pt x="7263531" y="3592836"/>
                  </a:lnTo>
                  <a:lnTo>
                    <a:pt x="7363440" y="3571043"/>
                  </a:lnTo>
                  <a:lnTo>
                    <a:pt x="7460442" y="3546484"/>
                  </a:lnTo>
                  <a:lnTo>
                    <a:pt x="7552624" y="3519135"/>
                  </a:lnTo>
                  <a:lnTo>
                    <a:pt x="7638848" y="3488885"/>
                  </a:lnTo>
                  <a:lnTo>
                    <a:pt x="7718625" y="3455528"/>
                  </a:lnTo>
                  <a:lnTo>
                    <a:pt x="7791955" y="3418755"/>
                  </a:lnTo>
                  <a:lnTo>
                    <a:pt x="7859182" y="3378164"/>
                  </a:lnTo>
                  <a:lnTo>
                    <a:pt x="7920871" y="3333266"/>
                  </a:lnTo>
                  <a:lnTo>
                    <a:pt x="7977710" y="3283508"/>
                  </a:lnTo>
                  <a:lnTo>
                    <a:pt x="8030444" y="3228313"/>
                  </a:lnTo>
                  <a:lnTo>
                    <a:pt x="8079823" y="3167137"/>
                  </a:lnTo>
                  <a:lnTo>
                    <a:pt x="8126555" y="3099574"/>
                  </a:lnTo>
                  <a:lnTo>
                    <a:pt x="8151487" y="3059425"/>
                  </a:lnTo>
                  <a:lnTo>
                    <a:pt x="8185367" y="3000192"/>
                  </a:lnTo>
                  <a:lnTo>
                    <a:pt x="8218458" y="2937041"/>
                  </a:lnTo>
                  <a:lnTo>
                    <a:pt x="8250952" y="2869892"/>
                  </a:lnTo>
                  <a:lnTo>
                    <a:pt x="8283011" y="2798717"/>
                  </a:lnTo>
                  <a:lnTo>
                    <a:pt x="8314765" y="2723541"/>
                  </a:lnTo>
                  <a:lnTo>
                    <a:pt x="8346320" y="2644453"/>
                  </a:lnTo>
                  <a:lnTo>
                    <a:pt x="8377758" y="2561604"/>
                  </a:lnTo>
                  <a:lnTo>
                    <a:pt x="8409143" y="2475214"/>
                  </a:lnTo>
                  <a:lnTo>
                    <a:pt x="8440521" y="2385569"/>
                  </a:lnTo>
                  <a:lnTo>
                    <a:pt x="8471922" y="2293024"/>
                  </a:lnTo>
                  <a:lnTo>
                    <a:pt x="8503360" y="2197992"/>
                  </a:lnTo>
                  <a:lnTo>
                    <a:pt x="8534842" y="2100944"/>
                  </a:lnTo>
                  <a:lnTo>
                    <a:pt x="8566362" y="2002395"/>
                  </a:lnTo>
                  <a:lnTo>
                    <a:pt x="8597910" y="1902898"/>
                  </a:lnTo>
                  <a:lnTo>
                    <a:pt x="8629468" y="1803027"/>
                  </a:lnTo>
                  <a:lnTo>
                    <a:pt x="8661020" y="1703367"/>
                  </a:lnTo>
                  <a:lnTo>
                    <a:pt x="8692549" y="1604494"/>
                  </a:lnTo>
                  <a:lnTo>
                    <a:pt x="8724043" y="1506970"/>
                  </a:lnTo>
                  <a:lnTo>
                    <a:pt x="8755493" y="1411321"/>
                  </a:lnTo>
                  <a:lnTo>
                    <a:pt x="8786903" y="1318032"/>
                  </a:lnTo>
                  <a:lnTo>
                    <a:pt x="8818285" y="1227533"/>
                  </a:lnTo>
                  <a:lnTo>
                    <a:pt x="8849665" y="1140196"/>
                  </a:lnTo>
                  <a:lnTo>
                    <a:pt x="8881082" y="1056326"/>
                  </a:lnTo>
                  <a:lnTo>
                    <a:pt x="8912597" y="976161"/>
                  </a:lnTo>
                  <a:lnTo>
                    <a:pt x="8944285" y="899874"/>
                  </a:lnTo>
                  <a:lnTo>
                    <a:pt x="8976246" y="827568"/>
                  </a:lnTo>
                  <a:lnTo>
                    <a:pt x="9008603" y="759287"/>
                  </a:lnTo>
                  <a:lnTo>
                    <a:pt x="9041508" y="695018"/>
                  </a:lnTo>
                  <a:lnTo>
                    <a:pt x="9075145" y="634694"/>
                  </a:lnTo>
                  <a:lnTo>
                    <a:pt x="9084767" y="618423"/>
                  </a:lnTo>
                  <a:lnTo>
                    <a:pt x="9130311" y="547256"/>
                  </a:lnTo>
                  <a:lnTo>
                    <a:pt x="9178143" y="482585"/>
                  </a:lnTo>
                  <a:lnTo>
                    <a:pt x="9228932" y="424144"/>
                  </a:lnTo>
                  <a:lnTo>
                    <a:pt x="9283408" y="371452"/>
                  </a:lnTo>
                  <a:lnTo>
                    <a:pt x="9342326" y="323938"/>
                  </a:lnTo>
                  <a:lnTo>
                    <a:pt x="9406411" y="281031"/>
                  </a:lnTo>
                  <a:lnTo>
                    <a:pt x="9476309" y="242203"/>
                  </a:lnTo>
                  <a:lnTo>
                    <a:pt x="9552496" y="207002"/>
                  </a:lnTo>
                  <a:lnTo>
                    <a:pt x="9635182" y="175067"/>
                  </a:lnTo>
                  <a:lnTo>
                    <a:pt x="9724166" y="146133"/>
                  </a:lnTo>
                  <a:lnTo>
                    <a:pt x="9818687" y="120040"/>
                  </a:lnTo>
                  <a:lnTo>
                    <a:pt x="9917275" y="96717"/>
                  </a:lnTo>
                  <a:lnTo>
                    <a:pt x="10017646" y="76171"/>
                  </a:lnTo>
                  <a:lnTo>
                    <a:pt x="10116718" y="58458"/>
                  </a:lnTo>
                  <a:lnTo>
                    <a:pt x="10210790" y="43636"/>
                  </a:lnTo>
                  <a:lnTo>
                    <a:pt x="10295938" y="31718"/>
                  </a:lnTo>
                  <a:lnTo>
                    <a:pt x="10368578" y="22623"/>
                  </a:lnTo>
                  <a:lnTo>
                    <a:pt x="10426103" y="16142"/>
                  </a:lnTo>
                  <a:lnTo>
                    <a:pt x="10467411" y="11935"/>
                  </a:lnTo>
                  <a:lnTo>
                    <a:pt x="10493193" y="9551"/>
                  </a:lnTo>
                  <a:lnTo>
                    <a:pt x="10505936" y="8478"/>
                  </a:lnTo>
                  <a:lnTo>
                    <a:pt x="10509721" y="8186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8817" y="80"/>
                  </a:lnTo>
                  <a:lnTo>
                    <a:pt x="10501622" y="657"/>
                  </a:lnTo>
                  <a:lnTo>
                    <a:pt x="10483463" y="2251"/>
                  </a:lnTo>
                  <a:lnTo>
                    <a:pt x="10450942" y="5389"/>
                  </a:lnTo>
                  <a:lnTo>
                    <a:pt x="10402358" y="10563"/>
                  </a:lnTo>
                  <a:lnTo>
                    <a:pt x="10337837" y="18178"/>
                  </a:lnTo>
                  <a:lnTo>
                    <a:pt x="10259209" y="28518"/>
                  </a:lnTo>
                  <a:lnTo>
                    <a:pt x="10169593" y="41731"/>
                  </a:lnTo>
                  <a:lnTo>
                    <a:pt x="10072802" y="57851"/>
                  </a:lnTo>
                  <a:lnTo>
                    <a:pt x="9972722" y="76840"/>
                  </a:lnTo>
                  <a:lnTo>
                    <a:pt x="9872813" y="98632"/>
                  </a:lnTo>
                  <a:lnTo>
                    <a:pt x="9775811" y="123191"/>
                  </a:lnTo>
                  <a:lnTo>
                    <a:pt x="9683629" y="150540"/>
                  </a:lnTo>
                  <a:lnTo>
                    <a:pt x="9597405" y="180790"/>
                  </a:lnTo>
                  <a:lnTo>
                    <a:pt x="9517628" y="214147"/>
                  </a:lnTo>
                  <a:lnTo>
                    <a:pt x="9444298" y="250920"/>
                  </a:lnTo>
                  <a:lnTo>
                    <a:pt x="9377071" y="291511"/>
                  </a:lnTo>
                  <a:lnTo>
                    <a:pt x="9315382" y="336410"/>
                  </a:lnTo>
                  <a:lnTo>
                    <a:pt x="9258544" y="386167"/>
                  </a:lnTo>
                  <a:lnTo>
                    <a:pt x="9205809" y="441362"/>
                  </a:lnTo>
                  <a:lnTo>
                    <a:pt x="9156430" y="502538"/>
                  </a:lnTo>
                  <a:lnTo>
                    <a:pt x="9109698" y="570101"/>
                  </a:lnTo>
                  <a:lnTo>
                    <a:pt x="9084767" y="610250"/>
                  </a:lnTo>
                  <a:lnTo>
                    <a:pt x="9050886" y="669483"/>
                  </a:lnTo>
                  <a:lnTo>
                    <a:pt x="9017796" y="732634"/>
                  </a:lnTo>
                  <a:lnTo>
                    <a:pt x="8985301" y="799783"/>
                  </a:lnTo>
                  <a:lnTo>
                    <a:pt x="8953242" y="870958"/>
                  </a:lnTo>
                  <a:lnTo>
                    <a:pt x="8921488" y="946134"/>
                  </a:lnTo>
                  <a:lnTo>
                    <a:pt x="8889934" y="1025223"/>
                  </a:lnTo>
                  <a:lnTo>
                    <a:pt x="8858495" y="1108072"/>
                  </a:lnTo>
                  <a:lnTo>
                    <a:pt x="8827110" y="1194462"/>
                  </a:lnTo>
                  <a:lnTo>
                    <a:pt x="8795732" y="1284106"/>
                  </a:lnTo>
                  <a:lnTo>
                    <a:pt x="8764332" y="1376651"/>
                  </a:lnTo>
                  <a:lnTo>
                    <a:pt x="8732893" y="1471683"/>
                  </a:lnTo>
                  <a:lnTo>
                    <a:pt x="8701411" y="1568732"/>
                  </a:lnTo>
                  <a:lnTo>
                    <a:pt x="8669891" y="1667280"/>
                  </a:lnTo>
                  <a:lnTo>
                    <a:pt x="8638344" y="1766777"/>
                  </a:lnTo>
                  <a:lnTo>
                    <a:pt x="8606785" y="1866648"/>
                  </a:lnTo>
                  <a:lnTo>
                    <a:pt x="8575233" y="1966309"/>
                  </a:lnTo>
                  <a:lnTo>
                    <a:pt x="8543704" y="2065181"/>
                  </a:lnTo>
                  <a:lnTo>
                    <a:pt x="8512211" y="2162705"/>
                  </a:lnTo>
                  <a:lnTo>
                    <a:pt x="8480760" y="2258354"/>
                  </a:lnTo>
                  <a:lnTo>
                    <a:pt x="8449350" y="2351643"/>
                  </a:lnTo>
                  <a:lnTo>
                    <a:pt x="8417968" y="2442142"/>
                  </a:lnTo>
                  <a:lnTo>
                    <a:pt x="8386589" y="2529479"/>
                  </a:lnTo>
                  <a:lnTo>
                    <a:pt x="8355171" y="2613349"/>
                  </a:lnTo>
                  <a:lnTo>
                    <a:pt x="8323656" y="2693514"/>
                  </a:lnTo>
                  <a:lnTo>
                    <a:pt x="8291968" y="2769802"/>
                  </a:lnTo>
                  <a:lnTo>
                    <a:pt x="8260007" y="2842107"/>
                  </a:lnTo>
                  <a:lnTo>
                    <a:pt x="8227650" y="2910388"/>
                  </a:lnTo>
                  <a:lnTo>
                    <a:pt x="8194745" y="2974657"/>
                  </a:lnTo>
                  <a:lnTo>
                    <a:pt x="8161108" y="3034982"/>
                  </a:lnTo>
                  <a:lnTo>
                    <a:pt x="8151487" y="3051252"/>
                  </a:lnTo>
                  <a:lnTo>
                    <a:pt x="8105942" y="3122419"/>
                  </a:lnTo>
                  <a:lnTo>
                    <a:pt x="8058110" y="3187091"/>
                  </a:lnTo>
                  <a:lnTo>
                    <a:pt x="8007321" y="3245531"/>
                  </a:lnTo>
                  <a:lnTo>
                    <a:pt x="7952845" y="3298223"/>
                  </a:lnTo>
                  <a:lnTo>
                    <a:pt x="7893928" y="3345737"/>
                  </a:lnTo>
                  <a:lnTo>
                    <a:pt x="7829842" y="3388644"/>
                  </a:lnTo>
                  <a:lnTo>
                    <a:pt x="7759945" y="3427472"/>
                  </a:lnTo>
                  <a:lnTo>
                    <a:pt x="7683757" y="3462673"/>
                  </a:lnTo>
                  <a:lnTo>
                    <a:pt x="7601071" y="3494609"/>
                  </a:lnTo>
                  <a:lnTo>
                    <a:pt x="7512087" y="3523542"/>
                  </a:lnTo>
                  <a:lnTo>
                    <a:pt x="7417566" y="3549635"/>
                  </a:lnTo>
                  <a:lnTo>
                    <a:pt x="7318978" y="3572959"/>
                  </a:lnTo>
                  <a:lnTo>
                    <a:pt x="7218607" y="3593504"/>
                  </a:lnTo>
                  <a:lnTo>
                    <a:pt x="7119536" y="3611218"/>
                  </a:lnTo>
                  <a:lnTo>
                    <a:pt x="7025463" y="3626040"/>
                  </a:lnTo>
                  <a:lnTo>
                    <a:pt x="6940316" y="3637957"/>
                  </a:lnTo>
                  <a:lnTo>
                    <a:pt x="6867675" y="3647053"/>
                  </a:lnTo>
                  <a:lnTo>
                    <a:pt x="6810150" y="3653533"/>
                  </a:lnTo>
                  <a:lnTo>
                    <a:pt x="6768842" y="3657741"/>
                  </a:lnTo>
                  <a:lnTo>
                    <a:pt x="6743060" y="3660124"/>
                  </a:lnTo>
                  <a:lnTo>
                    <a:pt x="6730317" y="3661197"/>
                  </a:lnTo>
                  <a:lnTo>
                    <a:pt x="6726532" y="3661489"/>
                  </a:lnTo>
                  <a:lnTo>
                    <a:pt x="6726343" y="3661503"/>
                  </a:lnTo>
                  <a:lnTo>
                    <a:pt x="5254955" y="3661503"/>
                  </a:lnTo>
                  <a:lnTo>
                    <a:pt x="5254015" y="3661579"/>
                  </a:lnTo>
                  <a:lnTo>
                    <a:pt x="5247813" y="3662124"/>
                  </a:lnTo>
                  <a:lnTo>
                    <a:pt x="5232092" y="3663630"/>
                  </a:lnTo>
                  <a:lnTo>
                    <a:pt x="5203768" y="3666598"/>
                  </a:lnTo>
                  <a:lnTo>
                    <a:pt x="5161115" y="3671503"/>
                  </a:lnTo>
                  <a:lnTo>
                    <a:pt x="5103889" y="3678752"/>
                  </a:lnTo>
                  <a:lnTo>
                    <a:pt x="5033283" y="3688647"/>
                  </a:lnTo>
                  <a:lnTo>
                    <a:pt x="4951668" y="3701370"/>
                  </a:lnTo>
                  <a:lnTo>
                    <a:pt x="4862159" y="3716990"/>
                  </a:lnTo>
                  <a:lnTo>
                    <a:pt x="4768127" y="3735493"/>
                  </a:lnTo>
                  <a:lnTo>
                    <a:pt x="4672758" y="3756823"/>
                  </a:lnTo>
                  <a:lnTo>
                    <a:pt x="4578746" y="3780925"/>
                  </a:lnTo>
                  <a:lnTo>
                    <a:pt x="4488140" y="3807786"/>
                  </a:lnTo>
                  <a:lnTo>
                    <a:pt x="4402319" y="3837455"/>
                  </a:lnTo>
                  <a:lnTo>
                    <a:pt x="4322065" y="3870065"/>
                  </a:lnTo>
                  <a:lnTo>
                    <a:pt x="4247667" y="3905840"/>
                  </a:lnTo>
                  <a:lnTo>
                    <a:pt x="4179046" y="3945090"/>
                  </a:lnTo>
                  <a:lnTo>
                    <a:pt x="4115869" y="3988214"/>
                  </a:lnTo>
                  <a:lnTo>
                    <a:pt x="4057633" y="4035682"/>
                  </a:lnTo>
                  <a:lnTo>
                    <a:pt x="4003741" y="4088021"/>
                  </a:lnTo>
                  <a:lnTo>
                    <a:pt x="3953555" y="4145779"/>
                  </a:lnTo>
                  <a:lnTo>
                    <a:pt x="3906431" y="4209475"/>
                  </a:lnTo>
                  <a:lnTo>
                    <a:pt x="3861757" y="4279508"/>
                  </a:lnTo>
                  <a:lnTo>
                    <a:pt x="3829811" y="4335775"/>
                  </a:lnTo>
                  <a:lnTo>
                    <a:pt x="3797373" y="4398314"/>
                  </a:lnTo>
                  <a:lnTo>
                    <a:pt x="3765666" y="4464812"/>
                  </a:lnTo>
                  <a:lnTo>
                    <a:pt x="3734518" y="4535350"/>
                  </a:lnTo>
                  <a:lnTo>
                    <a:pt x="3703787" y="4609962"/>
                  </a:lnTo>
                  <a:lnTo>
                    <a:pt x="3673354" y="4688631"/>
                  </a:lnTo>
                  <a:lnTo>
                    <a:pt x="3643122" y="4771283"/>
                  </a:lnTo>
                  <a:lnTo>
                    <a:pt x="3613015" y="4857787"/>
                  </a:lnTo>
                  <a:lnTo>
                    <a:pt x="3582971" y="4947947"/>
                  </a:lnTo>
                  <a:lnTo>
                    <a:pt x="3552947" y="5041509"/>
                  </a:lnTo>
                  <a:lnTo>
                    <a:pt x="3522911" y="5138152"/>
                  </a:lnTo>
                  <a:lnTo>
                    <a:pt x="3492845" y="5237500"/>
                  </a:lnTo>
                  <a:lnTo>
                    <a:pt x="3462740" y="5339120"/>
                  </a:lnTo>
                  <a:lnTo>
                    <a:pt x="3432597" y="5442533"/>
                  </a:lnTo>
                  <a:lnTo>
                    <a:pt x="3402422" y="5547222"/>
                  </a:lnTo>
                  <a:lnTo>
                    <a:pt x="3372229" y="5652643"/>
                  </a:lnTo>
                  <a:lnTo>
                    <a:pt x="3342030" y="5758233"/>
                  </a:lnTo>
                  <a:lnTo>
                    <a:pt x="3311843" y="5863427"/>
                  </a:lnTo>
                  <a:lnTo>
                    <a:pt x="3281679" y="5967670"/>
                  </a:lnTo>
                  <a:lnTo>
                    <a:pt x="3251551" y="6070426"/>
                  </a:lnTo>
                  <a:lnTo>
                    <a:pt x="3221462" y="6171192"/>
                  </a:lnTo>
                  <a:lnTo>
                    <a:pt x="3191410" y="6269506"/>
                  </a:lnTo>
                  <a:lnTo>
                    <a:pt x="3161381" y="6364958"/>
                  </a:lnTo>
                  <a:lnTo>
                    <a:pt x="3131354" y="6457194"/>
                  </a:lnTo>
                  <a:lnTo>
                    <a:pt x="3101291" y="6545919"/>
                  </a:lnTo>
                  <a:lnTo>
                    <a:pt x="3071142" y="6630901"/>
                  </a:lnTo>
                  <a:lnTo>
                    <a:pt x="3040840" y="6711971"/>
                  </a:lnTo>
                  <a:lnTo>
                    <a:pt x="3010300" y="6789022"/>
                  </a:lnTo>
                  <a:lnTo>
                    <a:pt x="2979417" y="6862003"/>
                  </a:lnTo>
                  <a:lnTo>
                    <a:pt x="2948065" y="6930918"/>
                  </a:lnTo>
                  <a:lnTo>
                    <a:pt x="2916088" y="6995820"/>
                  </a:lnTo>
                  <a:lnTo>
                    <a:pt x="2896531" y="7032865"/>
                  </a:lnTo>
                  <a:lnTo>
                    <a:pt x="2853320" y="7107727"/>
                  </a:lnTo>
                  <a:lnTo>
                    <a:pt x="2808073" y="7176106"/>
                  </a:lnTo>
                  <a:lnTo>
                    <a:pt x="2760223" y="7238233"/>
                  </a:lnTo>
                  <a:lnTo>
                    <a:pt x="2709147" y="7294548"/>
                  </a:lnTo>
                  <a:lnTo>
                    <a:pt x="2654201" y="7345585"/>
                  </a:lnTo>
                  <a:lnTo>
                    <a:pt x="2594750" y="7391889"/>
                  </a:lnTo>
                  <a:lnTo>
                    <a:pt x="2530218" y="7433977"/>
                  </a:lnTo>
                  <a:lnTo>
                    <a:pt x="2460138" y="7472300"/>
                  </a:lnTo>
                  <a:lnTo>
                    <a:pt x="2384232" y="7507236"/>
                  </a:lnTo>
                  <a:lnTo>
                    <a:pt x="2302503" y="7539074"/>
                  </a:lnTo>
                  <a:lnTo>
                    <a:pt x="2215358" y="7568013"/>
                  </a:lnTo>
                  <a:lnTo>
                    <a:pt x="2123719" y="7594164"/>
                  </a:lnTo>
                  <a:lnTo>
                    <a:pt x="2029137" y="7617558"/>
                  </a:lnTo>
                  <a:lnTo>
                    <a:pt x="1933830" y="7638168"/>
                  </a:lnTo>
                  <a:lnTo>
                    <a:pt x="1840641" y="7655936"/>
                  </a:lnTo>
                  <a:lnTo>
                    <a:pt x="1752839" y="7670811"/>
                  </a:lnTo>
                  <a:lnTo>
                    <a:pt x="1673774" y="7682797"/>
                  </a:lnTo>
                  <a:lnTo>
                    <a:pt x="1606416" y="7691991"/>
                  </a:lnTo>
                  <a:lnTo>
                    <a:pt x="1552872" y="7698604"/>
                  </a:lnTo>
                  <a:lnTo>
                    <a:pt x="1513980" y="7702970"/>
                  </a:lnTo>
                  <a:lnTo>
                    <a:pt x="1489114" y="7705516"/>
                  </a:lnTo>
                  <a:lnTo>
                    <a:pt x="1476180" y="7706727"/>
                  </a:lnTo>
                  <a:lnTo>
                    <a:pt x="1471778" y="7707106"/>
                  </a:lnTo>
                  <a:lnTo>
                    <a:pt x="1471387" y="7707137"/>
                  </a:lnTo>
                  <a:lnTo>
                    <a:pt x="0" y="7707137"/>
                  </a:lnTo>
                  <a:close/>
                </a:path>
              </a:pathLst>
            </a:custGeom>
            <a:solidFill>
              <a:srgbClr val="F3BA99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953" name="pl1953"/>
            <p:cNvSpPr/>
            <p:nvPr/>
          </p:nvSpPr>
          <p:spPr>
            <a:xfrm>
              <a:off x="4799595" y="2830271"/>
              <a:ext cx="11981298" cy="7707137"/>
            </a:xfrm>
            <a:custGeom>
              <a:avLst/>
              <a:pathLst>
                <a:path w="11981298" h="7707137">
                  <a:moveTo>
                    <a:pt x="0" y="7707137"/>
                  </a:moveTo>
                  <a:lnTo>
                    <a:pt x="1471387" y="7707137"/>
                  </a:lnTo>
                  <a:lnTo>
                    <a:pt x="1472327" y="7707060"/>
                  </a:lnTo>
                  <a:lnTo>
                    <a:pt x="1478529" y="7706515"/>
                  </a:lnTo>
                  <a:lnTo>
                    <a:pt x="1494250" y="7705009"/>
                  </a:lnTo>
                  <a:lnTo>
                    <a:pt x="1522574" y="7702042"/>
                  </a:lnTo>
                  <a:lnTo>
                    <a:pt x="1565227" y="7697136"/>
                  </a:lnTo>
                  <a:lnTo>
                    <a:pt x="1622453" y="7689888"/>
                  </a:lnTo>
                  <a:lnTo>
                    <a:pt x="1693059" y="7679993"/>
                  </a:lnTo>
                  <a:lnTo>
                    <a:pt x="1774674" y="7667270"/>
                  </a:lnTo>
                  <a:lnTo>
                    <a:pt x="1864183" y="7651650"/>
                  </a:lnTo>
                  <a:lnTo>
                    <a:pt x="1958215" y="7633147"/>
                  </a:lnTo>
                  <a:lnTo>
                    <a:pt x="2053584" y="7611817"/>
                  </a:lnTo>
                  <a:lnTo>
                    <a:pt x="2147596" y="7587714"/>
                  </a:lnTo>
                  <a:lnTo>
                    <a:pt x="2238203" y="7560854"/>
                  </a:lnTo>
                  <a:lnTo>
                    <a:pt x="2324023" y="7531185"/>
                  </a:lnTo>
                  <a:lnTo>
                    <a:pt x="2404277" y="7498574"/>
                  </a:lnTo>
                  <a:lnTo>
                    <a:pt x="2478676" y="7462800"/>
                  </a:lnTo>
                  <a:lnTo>
                    <a:pt x="2547296" y="7423549"/>
                  </a:lnTo>
                  <a:lnTo>
                    <a:pt x="2610473" y="7380425"/>
                  </a:lnTo>
                  <a:lnTo>
                    <a:pt x="2668709" y="7332957"/>
                  </a:lnTo>
                  <a:lnTo>
                    <a:pt x="2722601" y="7280618"/>
                  </a:lnTo>
                  <a:lnTo>
                    <a:pt x="2772787" y="7222860"/>
                  </a:lnTo>
                  <a:lnTo>
                    <a:pt x="2819911" y="7159165"/>
                  </a:lnTo>
                  <a:lnTo>
                    <a:pt x="2864585" y="7089132"/>
                  </a:lnTo>
                  <a:lnTo>
                    <a:pt x="2896531" y="7032865"/>
                  </a:lnTo>
                  <a:lnTo>
                    <a:pt x="2928969" y="6970326"/>
                  </a:lnTo>
                  <a:lnTo>
                    <a:pt x="2960676" y="6903827"/>
                  </a:lnTo>
                  <a:lnTo>
                    <a:pt x="2991824" y="6833289"/>
                  </a:lnTo>
                  <a:lnTo>
                    <a:pt x="3022555" y="6758677"/>
                  </a:lnTo>
                  <a:lnTo>
                    <a:pt x="3052988" y="6680009"/>
                  </a:lnTo>
                  <a:lnTo>
                    <a:pt x="3083220" y="6597357"/>
                  </a:lnTo>
                  <a:lnTo>
                    <a:pt x="3113328" y="6510853"/>
                  </a:lnTo>
                  <a:lnTo>
                    <a:pt x="3143371" y="6420692"/>
                  </a:lnTo>
                  <a:lnTo>
                    <a:pt x="3173395" y="6327131"/>
                  </a:lnTo>
                  <a:lnTo>
                    <a:pt x="3203431" y="6230488"/>
                  </a:lnTo>
                  <a:lnTo>
                    <a:pt x="3233497" y="6131140"/>
                  </a:lnTo>
                  <a:lnTo>
                    <a:pt x="3263602" y="6029520"/>
                  </a:lnTo>
                  <a:lnTo>
                    <a:pt x="3293745" y="5926107"/>
                  </a:lnTo>
                  <a:lnTo>
                    <a:pt x="3323920" y="5821417"/>
                  </a:lnTo>
                  <a:lnTo>
                    <a:pt x="3354114" y="5715997"/>
                  </a:lnTo>
                  <a:lnTo>
                    <a:pt x="3384312" y="5610407"/>
                  </a:lnTo>
                  <a:lnTo>
                    <a:pt x="3414500" y="5505212"/>
                  </a:lnTo>
                  <a:lnTo>
                    <a:pt x="3444663" y="5400969"/>
                  </a:lnTo>
                  <a:lnTo>
                    <a:pt x="3474791" y="5298214"/>
                  </a:lnTo>
                  <a:lnTo>
                    <a:pt x="3504880" y="5197448"/>
                  </a:lnTo>
                  <a:lnTo>
                    <a:pt x="3534932" y="5099134"/>
                  </a:lnTo>
                  <a:lnTo>
                    <a:pt x="3564961" y="5003681"/>
                  </a:lnTo>
                  <a:lnTo>
                    <a:pt x="3594988" y="4911446"/>
                  </a:lnTo>
                  <a:lnTo>
                    <a:pt x="3625051" y="4822721"/>
                  </a:lnTo>
                  <a:lnTo>
                    <a:pt x="3655201" y="4737739"/>
                  </a:lnTo>
                  <a:lnTo>
                    <a:pt x="3685503" y="4656668"/>
                  </a:lnTo>
                  <a:lnTo>
                    <a:pt x="3716042" y="4579617"/>
                  </a:lnTo>
                  <a:lnTo>
                    <a:pt x="3746925" y="4506637"/>
                  </a:lnTo>
                  <a:lnTo>
                    <a:pt x="3778277" y="4437722"/>
                  </a:lnTo>
                  <a:lnTo>
                    <a:pt x="3810254" y="4372820"/>
                  </a:lnTo>
                  <a:lnTo>
                    <a:pt x="3829811" y="4335775"/>
                  </a:lnTo>
                  <a:lnTo>
                    <a:pt x="3873023" y="4260912"/>
                  </a:lnTo>
                  <a:lnTo>
                    <a:pt x="3918270" y="4192533"/>
                  </a:lnTo>
                  <a:lnTo>
                    <a:pt x="3966119" y="4130407"/>
                  </a:lnTo>
                  <a:lnTo>
                    <a:pt x="4017195" y="4074092"/>
                  </a:lnTo>
                  <a:lnTo>
                    <a:pt x="4072142" y="4023055"/>
                  </a:lnTo>
                  <a:lnTo>
                    <a:pt x="4131592" y="3976750"/>
                  </a:lnTo>
                  <a:lnTo>
                    <a:pt x="4196124" y="3934663"/>
                  </a:lnTo>
                  <a:lnTo>
                    <a:pt x="4266204" y="3896339"/>
                  </a:lnTo>
                  <a:lnTo>
                    <a:pt x="4342111" y="3861403"/>
                  </a:lnTo>
                  <a:lnTo>
                    <a:pt x="4423839" y="3829565"/>
                  </a:lnTo>
                  <a:lnTo>
                    <a:pt x="4510984" y="3800627"/>
                  </a:lnTo>
                  <a:lnTo>
                    <a:pt x="4602623" y="3774476"/>
                  </a:lnTo>
                  <a:lnTo>
                    <a:pt x="4697205" y="3751082"/>
                  </a:lnTo>
                  <a:lnTo>
                    <a:pt x="4792512" y="3730471"/>
                  </a:lnTo>
                  <a:lnTo>
                    <a:pt x="4885701" y="3712704"/>
                  </a:lnTo>
                  <a:lnTo>
                    <a:pt x="4973503" y="3697829"/>
                  </a:lnTo>
                  <a:lnTo>
                    <a:pt x="5052568" y="3685842"/>
                  </a:lnTo>
                  <a:lnTo>
                    <a:pt x="5119926" y="3676649"/>
                  </a:lnTo>
                  <a:lnTo>
                    <a:pt x="5173471" y="3670035"/>
                  </a:lnTo>
                  <a:lnTo>
                    <a:pt x="5212362" y="3665670"/>
                  </a:lnTo>
                  <a:lnTo>
                    <a:pt x="5237228" y="3663124"/>
                  </a:lnTo>
                  <a:lnTo>
                    <a:pt x="5250162" y="3661913"/>
                  </a:lnTo>
                  <a:lnTo>
                    <a:pt x="5254564" y="3661534"/>
                  </a:lnTo>
                  <a:lnTo>
                    <a:pt x="5254955" y="3661503"/>
                  </a:lnTo>
                  <a:lnTo>
                    <a:pt x="6726343" y="3661503"/>
                  </a:lnTo>
                  <a:lnTo>
                    <a:pt x="6727436" y="3661422"/>
                  </a:lnTo>
                  <a:lnTo>
                    <a:pt x="6734631" y="3660845"/>
                  </a:lnTo>
                  <a:lnTo>
                    <a:pt x="6752790" y="3659252"/>
                  </a:lnTo>
                  <a:lnTo>
                    <a:pt x="6785311" y="3656113"/>
                  </a:lnTo>
                  <a:lnTo>
                    <a:pt x="6833895" y="3650939"/>
                  </a:lnTo>
                  <a:lnTo>
                    <a:pt x="6898416" y="3643324"/>
                  </a:lnTo>
                  <a:lnTo>
                    <a:pt x="6977044" y="3632985"/>
                  </a:lnTo>
                  <a:lnTo>
                    <a:pt x="7066661" y="3619771"/>
                  </a:lnTo>
                  <a:lnTo>
                    <a:pt x="7163452" y="3603651"/>
                  </a:lnTo>
                  <a:lnTo>
                    <a:pt x="7263531" y="3584663"/>
                  </a:lnTo>
                  <a:lnTo>
                    <a:pt x="7363440" y="3562870"/>
                  </a:lnTo>
                  <a:lnTo>
                    <a:pt x="7460442" y="3538311"/>
                  </a:lnTo>
                  <a:lnTo>
                    <a:pt x="7552624" y="3510962"/>
                  </a:lnTo>
                  <a:lnTo>
                    <a:pt x="7638848" y="3480712"/>
                  </a:lnTo>
                  <a:lnTo>
                    <a:pt x="7718625" y="3447355"/>
                  </a:lnTo>
                  <a:lnTo>
                    <a:pt x="7791955" y="3410582"/>
                  </a:lnTo>
                  <a:lnTo>
                    <a:pt x="7859182" y="3369991"/>
                  </a:lnTo>
                  <a:lnTo>
                    <a:pt x="7920871" y="3325093"/>
                  </a:lnTo>
                  <a:lnTo>
                    <a:pt x="7977710" y="3275335"/>
                  </a:lnTo>
                  <a:lnTo>
                    <a:pt x="8030444" y="3220140"/>
                  </a:lnTo>
                  <a:lnTo>
                    <a:pt x="8079823" y="3158964"/>
                  </a:lnTo>
                  <a:lnTo>
                    <a:pt x="8126555" y="3091401"/>
                  </a:lnTo>
                  <a:lnTo>
                    <a:pt x="8151487" y="3051252"/>
                  </a:lnTo>
                  <a:lnTo>
                    <a:pt x="8185367" y="2992019"/>
                  </a:lnTo>
                  <a:lnTo>
                    <a:pt x="8218458" y="2928868"/>
                  </a:lnTo>
                  <a:lnTo>
                    <a:pt x="8250952" y="2861719"/>
                  </a:lnTo>
                  <a:lnTo>
                    <a:pt x="8283011" y="2790544"/>
                  </a:lnTo>
                  <a:lnTo>
                    <a:pt x="8314765" y="2715368"/>
                  </a:lnTo>
                  <a:lnTo>
                    <a:pt x="8346320" y="2636280"/>
                  </a:lnTo>
                  <a:lnTo>
                    <a:pt x="8377758" y="2553431"/>
                  </a:lnTo>
                  <a:lnTo>
                    <a:pt x="8409143" y="2467041"/>
                  </a:lnTo>
                  <a:lnTo>
                    <a:pt x="8440521" y="2377396"/>
                  </a:lnTo>
                  <a:lnTo>
                    <a:pt x="8471922" y="2284851"/>
                  </a:lnTo>
                  <a:lnTo>
                    <a:pt x="8503360" y="2189819"/>
                  </a:lnTo>
                  <a:lnTo>
                    <a:pt x="8534842" y="2092771"/>
                  </a:lnTo>
                  <a:lnTo>
                    <a:pt x="8566362" y="1994222"/>
                  </a:lnTo>
                  <a:lnTo>
                    <a:pt x="8597910" y="1894725"/>
                  </a:lnTo>
                  <a:lnTo>
                    <a:pt x="8629468" y="1794854"/>
                  </a:lnTo>
                  <a:lnTo>
                    <a:pt x="8661020" y="1695194"/>
                  </a:lnTo>
                  <a:lnTo>
                    <a:pt x="8692549" y="1596321"/>
                  </a:lnTo>
                  <a:lnTo>
                    <a:pt x="8724043" y="1498797"/>
                  </a:lnTo>
                  <a:lnTo>
                    <a:pt x="8755493" y="1403148"/>
                  </a:lnTo>
                  <a:lnTo>
                    <a:pt x="8786903" y="1309859"/>
                  </a:lnTo>
                  <a:lnTo>
                    <a:pt x="8818285" y="1219360"/>
                  </a:lnTo>
                  <a:lnTo>
                    <a:pt x="8849665" y="1132023"/>
                  </a:lnTo>
                  <a:lnTo>
                    <a:pt x="8881082" y="1048153"/>
                  </a:lnTo>
                  <a:lnTo>
                    <a:pt x="8912597" y="967988"/>
                  </a:lnTo>
                  <a:lnTo>
                    <a:pt x="8944285" y="891701"/>
                  </a:lnTo>
                  <a:lnTo>
                    <a:pt x="8976246" y="819395"/>
                  </a:lnTo>
                  <a:lnTo>
                    <a:pt x="9008603" y="751114"/>
                  </a:lnTo>
                  <a:lnTo>
                    <a:pt x="9041508" y="686845"/>
                  </a:lnTo>
                  <a:lnTo>
                    <a:pt x="9075145" y="626521"/>
                  </a:lnTo>
                  <a:lnTo>
                    <a:pt x="9084767" y="610250"/>
                  </a:lnTo>
                  <a:lnTo>
                    <a:pt x="9130311" y="539083"/>
                  </a:lnTo>
                  <a:lnTo>
                    <a:pt x="9178143" y="474412"/>
                  </a:lnTo>
                  <a:lnTo>
                    <a:pt x="9228932" y="415971"/>
                  </a:lnTo>
                  <a:lnTo>
                    <a:pt x="9283408" y="363279"/>
                  </a:lnTo>
                  <a:lnTo>
                    <a:pt x="9342326" y="315765"/>
                  </a:lnTo>
                  <a:lnTo>
                    <a:pt x="9406411" y="272858"/>
                  </a:lnTo>
                  <a:lnTo>
                    <a:pt x="9476309" y="234030"/>
                  </a:lnTo>
                  <a:lnTo>
                    <a:pt x="9552496" y="198829"/>
                  </a:lnTo>
                  <a:lnTo>
                    <a:pt x="9635182" y="166894"/>
                  </a:lnTo>
                  <a:lnTo>
                    <a:pt x="9724166" y="137960"/>
                  </a:lnTo>
                  <a:lnTo>
                    <a:pt x="9818687" y="111867"/>
                  </a:lnTo>
                  <a:lnTo>
                    <a:pt x="9917275" y="88544"/>
                  </a:lnTo>
                  <a:lnTo>
                    <a:pt x="10017646" y="67998"/>
                  </a:lnTo>
                  <a:lnTo>
                    <a:pt x="10116718" y="50285"/>
                  </a:lnTo>
                  <a:lnTo>
                    <a:pt x="10210790" y="35463"/>
                  </a:lnTo>
                  <a:lnTo>
                    <a:pt x="10295938" y="23545"/>
                  </a:lnTo>
                  <a:lnTo>
                    <a:pt x="10368578" y="14450"/>
                  </a:lnTo>
                  <a:lnTo>
                    <a:pt x="10426103" y="7969"/>
                  </a:lnTo>
                  <a:lnTo>
                    <a:pt x="10467411" y="3762"/>
                  </a:lnTo>
                  <a:lnTo>
                    <a:pt x="10493193" y="1378"/>
                  </a:lnTo>
                  <a:lnTo>
                    <a:pt x="10505936" y="305"/>
                  </a:lnTo>
                  <a:lnTo>
                    <a:pt x="10509721" y="13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54" name="pl1954"/>
            <p:cNvSpPr/>
            <p:nvPr/>
          </p:nvSpPr>
          <p:spPr>
            <a:xfrm>
              <a:off x="4799595" y="2822098"/>
              <a:ext cx="11981298" cy="7707137"/>
            </a:xfrm>
            <a:custGeom>
              <a:avLst/>
              <a:pathLst>
                <a:path w="11981298" h="7707137">
                  <a:moveTo>
                    <a:pt x="11981298" y="0"/>
                  </a:moveTo>
                  <a:lnTo>
                    <a:pt x="10509911" y="0"/>
                  </a:lnTo>
                  <a:lnTo>
                    <a:pt x="10508817" y="80"/>
                  </a:lnTo>
                  <a:lnTo>
                    <a:pt x="10501622" y="657"/>
                  </a:lnTo>
                  <a:lnTo>
                    <a:pt x="10483463" y="2251"/>
                  </a:lnTo>
                  <a:lnTo>
                    <a:pt x="10450942" y="5389"/>
                  </a:lnTo>
                  <a:lnTo>
                    <a:pt x="10402358" y="10563"/>
                  </a:lnTo>
                  <a:lnTo>
                    <a:pt x="10337837" y="18178"/>
                  </a:lnTo>
                  <a:lnTo>
                    <a:pt x="10259209" y="28518"/>
                  </a:lnTo>
                  <a:lnTo>
                    <a:pt x="10169593" y="41731"/>
                  </a:lnTo>
                  <a:lnTo>
                    <a:pt x="10072802" y="57851"/>
                  </a:lnTo>
                  <a:lnTo>
                    <a:pt x="9972722" y="76840"/>
                  </a:lnTo>
                  <a:lnTo>
                    <a:pt x="9872813" y="98632"/>
                  </a:lnTo>
                  <a:lnTo>
                    <a:pt x="9775811" y="123191"/>
                  </a:lnTo>
                  <a:lnTo>
                    <a:pt x="9683629" y="150540"/>
                  </a:lnTo>
                  <a:lnTo>
                    <a:pt x="9597405" y="180790"/>
                  </a:lnTo>
                  <a:lnTo>
                    <a:pt x="9517628" y="214147"/>
                  </a:lnTo>
                  <a:lnTo>
                    <a:pt x="9444298" y="250920"/>
                  </a:lnTo>
                  <a:lnTo>
                    <a:pt x="9377071" y="291511"/>
                  </a:lnTo>
                  <a:lnTo>
                    <a:pt x="9315382" y="336410"/>
                  </a:lnTo>
                  <a:lnTo>
                    <a:pt x="9258544" y="386167"/>
                  </a:lnTo>
                  <a:lnTo>
                    <a:pt x="9205809" y="441362"/>
                  </a:lnTo>
                  <a:lnTo>
                    <a:pt x="9156430" y="502538"/>
                  </a:lnTo>
                  <a:lnTo>
                    <a:pt x="9109698" y="570101"/>
                  </a:lnTo>
                  <a:lnTo>
                    <a:pt x="9084767" y="610250"/>
                  </a:lnTo>
                  <a:lnTo>
                    <a:pt x="9050886" y="669483"/>
                  </a:lnTo>
                  <a:lnTo>
                    <a:pt x="9017796" y="732634"/>
                  </a:lnTo>
                  <a:lnTo>
                    <a:pt x="8985301" y="799783"/>
                  </a:lnTo>
                  <a:lnTo>
                    <a:pt x="8953242" y="870958"/>
                  </a:lnTo>
                  <a:lnTo>
                    <a:pt x="8921488" y="946134"/>
                  </a:lnTo>
                  <a:lnTo>
                    <a:pt x="8889934" y="1025223"/>
                  </a:lnTo>
                  <a:lnTo>
                    <a:pt x="8858495" y="1108072"/>
                  </a:lnTo>
                  <a:lnTo>
                    <a:pt x="8827110" y="1194462"/>
                  </a:lnTo>
                  <a:lnTo>
                    <a:pt x="8795732" y="1284106"/>
                  </a:lnTo>
                  <a:lnTo>
                    <a:pt x="8764332" y="1376651"/>
                  </a:lnTo>
                  <a:lnTo>
                    <a:pt x="8732893" y="1471683"/>
                  </a:lnTo>
                  <a:lnTo>
                    <a:pt x="8701411" y="1568732"/>
                  </a:lnTo>
                  <a:lnTo>
                    <a:pt x="8669891" y="1667280"/>
                  </a:lnTo>
                  <a:lnTo>
                    <a:pt x="8638344" y="1766777"/>
                  </a:lnTo>
                  <a:lnTo>
                    <a:pt x="8606785" y="1866648"/>
                  </a:lnTo>
                  <a:lnTo>
                    <a:pt x="8575233" y="1966309"/>
                  </a:lnTo>
                  <a:lnTo>
                    <a:pt x="8543704" y="2065181"/>
                  </a:lnTo>
                  <a:lnTo>
                    <a:pt x="8512211" y="2162705"/>
                  </a:lnTo>
                  <a:lnTo>
                    <a:pt x="8480760" y="2258354"/>
                  </a:lnTo>
                  <a:lnTo>
                    <a:pt x="8449350" y="2351643"/>
                  </a:lnTo>
                  <a:lnTo>
                    <a:pt x="8417968" y="2442142"/>
                  </a:lnTo>
                  <a:lnTo>
                    <a:pt x="8386589" y="2529479"/>
                  </a:lnTo>
                  <a:lnTo>
                    <a:pt x="8355171" y="2613349"/>
                  </a:lnTo>
                  <a:lnTo>
                    <a:pt x="8323656" y="2693514"/>
                  </a:lnTo>
                  <a:lnTo>
                    <a:pt x="8291968" y="2769802"/>
                  </a:lnTo>
                  <a:lnTo>
                    <a:pt x="8260007" y="2842107"/>
                  </a:lnTo>
                  <a:lnTo>
                    <a:pt x="8227650" y="2910388"/>
                  </a:lnTo>
                  <a:lnTo>
                    <a:pt x="8194745" y="2974657"/>
                  </a:lnTo>
                  <a:lnTo>
                    <a:pt x="8161108" y="3034982"/>
                  </a:lnTo>
                  <a:lnTo>
                    <a:pt x="8151487" y="3051252"/>
                  </a:lnTo>
                  <a:lnTo>
                    <a:pt x="8105942" y="3122419"/>
                  </a:lnTo>
                  <a:lnTo>
                    <a:pt x="8058110" y="3187091"/>
                  </a:lnTo>
                  <a:lnTo>
                    <a:pt x="8007321" y="3245531"/>
                  </a:lnTo>
                  <a:lnTo>
                    <a:pt x="7952845" y="3298223"/>
                  </a:lnTo>
                  <a:lnTo>
                    <a:pt x="7893928" y="3345737"/>
                  </a:lnTo>
                  <a:lnTo>
                    <a:pt x="7829842" y="3388644"/>
                  </a:lnTo>
                  <a:lnTo>
                    <a:pt x="7759945" y="3427472"/>
                  </a:lnTo>
                  <a:lnTo>
                    <a:pt x="7683757" y="3462673"/>
                  </a:lnTo>
                  <a:lnTo>
                    <a:pt x="7601071" y="3494609"/>
                  </a:lnTo>
                  <a:lnTo>
                    <a:pt x="7512087" y="3523542"/>
                  </a:lnTo>
                  <a:lnTo>
                    <a:pt x="7417566" y="3549635"/>
                  </a:lnTo>
                  <a:lnTo>
                    <a:pt x="7318978" y="3572959"/>
                  </a:lnTo>
                  <a:lnTo>
                    <a:pt x="7218607" y="3593504"/>
                  </a:lnTo>
                  <a:lnTo>
                    <a:pt x="7119536" y="3611218"/>
                  </a:lnTo>
                  <a:lnTo>
                    <a:pt x="7025463" y="3626040"/>
                  </a:lnTo>
                  <a:lnTo>
                    <a:pt x="6940316" y="3637957"/>
                  </a:lnTo>
                  <a:lnTo>
                    <a:pt x="6867675" y="3647053"/>
                  </a:lnTo>
                  <a:lnTo>
                    <a:pt x="6810150" y="3653533"/>
                  </a:lnTo>
                  <a:lnTo>
                    <a:pt x="6768842" y="3657741"/>
                  </a:lnTo>
                  <a:lnTo>
                    <a:pt x="6743060" y="3660124"/>
                  </a:lnTo>
                  <a:lnTo>
                    <a:pt x="6730317" y="3661197"/>
                  </a:lnTo>
                  <a:lnTo>
                    <a:pt x="6726532" y="3661489"/>
                  </a:lnTo>
                  <a:lnTo>
                    <a:pt x="6726343" y="3661503"/>
                  </a:lnTo>
                  <a:lnTo>
                    <a:pt x="5254955" y="3661503"/>
                  </a:lnTo>
                  <a:lnTo>
                    <a:pt x="5254015" y="3661579"/>
                  </a:lnTo>
                  <a:lnTo>
                    <a:pt x="5247813" y="3662124"/>
                  </a:lnTo>
                  <a:lnTo>
                    <a:pt x="5232092" y="3663630"/>
                  </a:lnTo>
                  <a:lnTo>
                    <a:pt x="5203768" y="3666598"/>
                  </a:lnTo>
                  <a:lnTo>
                    <a:pt x="5161115" y="3671503"/>
                  </a:lnTo>
                  <a:lnTo>
                    <a:pt x="5103889" y="3678752"/>
                  </a:lnTo>
                  <a:lnTo>
                    <a:pt x="5033283" y="3688647"/>
                  </a:lnTo>
                  <a:lnTo>
                    <a:pt x="4951668" y="3701370"/>
                  </a:lnTo>
                  <a:lnTo>
                    <a:pt x="4862159" y="3716990"/>
                  </a:lnTo>
                  <a:lnTo>
                    <a:pt x="4768127" y="3735493"/>
                  </a:lnTo>
                  <a:lnTo>
                    <a:pt x="4672758" y="3756823"/>
                  </a:lnTo>
                  <a:lnTo>
                    <a:pt x="4578746" y="3780925"/>
                  </a:lnTo>
                  <a:lnTo>
                    <a:pt x="4488140" y="3807786"/>
                  </a:lnTo>
                  <a:lnTo>
                    <a:pt x="4402319" y="3837455"/>
                  </a:lnTo>
                  <a:lnTo>
                    <a:pt x="4322065" y="3870065"/>
                  </a:lnTo>
                  <a:lnTo>
                    <a:pt x="4247667" y="3905840"/>
                  </a:lnTo>
                  <a:lnTo>
                    <a:pt x="4179046" y="3945090"/>
                  </a:lnTo>
                  <a:lnTo>
                    <a:pt x="4115869" y="3988214"/>
                  </a:lnTo>
                  <a:lnTo>
                    <a:pt x="4057633" y="4035682"/>
                  </a:lnTo>
                  <a:lnTo>
                    <a:pt x="4003741" y="4088021"/>
                  </a:lnTo>
                  <a:lnTo>
                    <a:pt x="3953555" y="4145779"/>
                  </a:lnTo>
                  <a:lnTo>
                    <a:pt x="3906431" y="4209475"/>
                  </a:lnTo>
                  <a:lnTo>
                    <a:pt x="3861757" y="4279508"/>
                  </a:lnTo>
                  <a:lnTo>
                    <a:pt x="3829811" y="4335775"/>
                  </a:lnTo>
                  <a:lnTo>
                    <a:pt x="3797373" y="4398314"/>
                  </a:lnTo>
                  <a:lnTo>
                    <a:pt x="3765666" y="4464812"/>
                  </a:lnTo>
                  <a:lnTo>
                    <a:pt x="3734518" y="4535350"/>
                  </a:lnTo>
                  <a:lnTo>
                    <a:pt x="3703787" y="4609962"/>
                  </a:lnTo>
                  <a:lnTo>
                    <a:pt x="3673354" y="4688631"/>
                  </a:lnTo>
                  <a:lnTo>
                    <a:pt x="3643122" y="4771283"/>
                  </a:lnTo>
                  <a:lnTo>
                    <a:pt x="3613015" y="4857787"/>
                  </a:lnTo>
                  <a:lnTo>
                    <a:pt x="3582971" y="4947947"/>
                  </a:lnTo>
                  <a:lnTo>
                    <a:pt x="3552947" y="5041509"/>
                  </a:lnTo>
                  <a:lnTo>
                    <a:pt x="3522911" y="5138152"/>
                  </a:lnTo>
                  <a:lnTo>
                    <a:pt x="3492845" y="5237500"/>
                  </a:lnTo>
                  <a:lnTo>
                    <a:pt x="3462740" y="5339120"/>
                  </a:lnTo>
                  <a:lnTo>
                    <a:pt x="3432597" y="5442533"/>
                  </a:lnTo>
                  <a:lnTo>
                    <a:pt x="3402422" y="5547222"/>
                  </a:lnTo>
                  <a:lnTo>
                    <a:pt x="3372229" y="5652643"/>
                  </a:lnTo>
                  <a:lnTo>
                    <a:pt x="3342030" y="5758233"/>
                  </a:lnTo>
                  <a:lnTo>
                    <a:pt x="3311843" y="5863427"/>
                  </a:lnTo>
                  <a:lnTo>
                    <a:pt x="3281679" y="5967670"/>
                  </a:lnTo>
                  <a:lnTo>
                    <a:pt x="3251551" y="6070426"/>
                  </a:lnTo>
                  <a:lnTo>
                    <a:pt x="3221462" y="6171192"/>
                  </a:lnTo>
                  <a:lnTo>
                    <a:pt x="3191410" y="6269506"/>
                  </a:lnTo>
                  <a:lnTo>
                    <a:pt x="3161381" y="6364958"/>
                  </a:lnTo>
                  <a:lnTo>
                    <a:pt x="3131354" y="6457194"/>
                  </a:lnTo>
                  <a:lnTo>
                    <a:pt x="3101291" y="6545919"/>
                  </a:lnTo>
                  <a:lnTo>
                    <a:pt x="3071142" y="6630901"/>
                  </a:lnTo>
                  <a:lnTo>
                    <a:pt x="3040840" y="6711971"/>
                  </a:lnTo>
                  <a:lnTo>
                    <a:pt x="3010300" y="6789022"/>
                  </a:lnTo>
                  <a:lnTo>
                    <a:pt x="2979417" y="6862003"/>
                  </a:lnTo>
                  <a:lnTo>
                    <a:pt x="2948065" y="6930918"/>
                  </a:lnTo>
                  <a:lnTo>
                    <a:pt x="2916088" y="6995820"/>
                  </a:lnTo>
                  <a:lnTo>
                    <a:pt x="2896531" y="7032865"/>
                  </a:lnTo>
                  <a:lnTo>
                    <a:pt x="2853320" y="7107727"/>
                  </a:lnTo>
                  <a:lnTo>
                    <a:pt x="2808073" y="7176106"/>
                  </a:lnTo>
                  <a:lnTo>
                    <a:pt x="2760223" y="7238233"/>
                  </a:lnTo>
                  <a:lnTo>
                    <a:pt x="2709147" y="7294548"/>
                  </a:lnTo>
                  <a:lnTo>
                    <a:pt x="2654201" y="7345585"/>
                  </a:lnTo>
                  <a:lnTo>
                    <a:pt x="2594750" y="7391889"/>
                  </a:lnTo>
                  <a:lnTo>
                    <a:pt x="2530218" y="7433977"/>
                  </a:lnTo>
                  <a:lnTo>
                    <a:pt x="2460138" y="7472300"/>
                  </a:lnTo>
                  <a:lnTo>
                    <a:pt x="2384232" y="7507236"/>
                  </a:lnTo>
                  <a:lnTo>
                    <a:pt x="2302503" y="7539074"/>
                  </a:lnTo>
                  <a:lnTo>
                    <a:pt x="2215358" y="7568013"/>
                  </a:lnTo>
                  <a:lnTo>
                    <a:pt x="2123719" y="7594164"/>
                  </a:lnTo>
                  <a:lnTo>
                    <a:pt x="2029137" y="7617558"/>
                  </a:lnTo>
                  <a:lnTo>
                    <a:pt x="1933830" y="7638168"/>
                  </a:lnTo>
                  <a:lnTo>
                    <a:pt x="1840641" y="7655936"/>
                  </a:lnTo>
                  <a:lnTo>
                    <a:pt x="1752839" y="7670811"/>
                  </a:lnTo>
                  <a:lnTo>
                    <a:pt x="1673774" y="7682797"/>
                  </a:lnTo>
                  <a:lnTo>
                    <a:pt x="1606416" y="7691991"/>
                  </a:lnTo>
                  <a:lnTo>
                    <a:pt x="1552872" y="7698604"/>
                  </a:lnTo>
                  <a:lnTo>
                    <a:pt x="1513980" y="7702970"/>
                  </a:lnTo>
                  <a:lnTo>
                    <a:pt x="1489114" y="7705516"/>
                  </a:lnTo>
                  <a:lnTo>
                    <a:pt x="1476180" y="7706727"/>
                  </a:lnTo>
                  <a:lnTo>
                    <a:pt x="1471778" y="7707106"/>
                  </a:lnTo>
                  <a:lnTo>
                    <a:pt x="1471387" y="7707137"/>
                  </a:lnTo>
                  <a:lnTo>
                    <a:pt x="0" y="770713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55" name="pg1955"/>
            <p:cNvSpPr/>
            <p:nvPr/>
          </p:nvSpPr>
          <p:spPr>
            <a:xfrm>
              <a:off x="4799595" y="5748032"/>
              <a:ext cx="11981298" cy="4903798"/>
            </a:xfrm>
            <a:custGeom>
              <a:avLst/>
              <a:pathLst>
                <a:path w="11981298" h="4903798">
                  <a:moveTo>
                    <a:pt x="0" y="4903798"/>
                  </a:moveTo>
                  <a:lnTo>
                    <a:pt x="1471387" y="4903798"/>
                  </a:lnTo>
                  <a:lnTo>
                    <a:pt x="1472274" y="4903711"/>
                  </a:lnTo>
                  <a:lnTo>
                    <a:pt x="1478136" y="4903090"/>
                  </a:lnTo>
                  <a:lnTo>
                    <a:pt x="1493018" y="4901372"/>
                  </a:lnTo>
                  <a:lnTo>
                    <a:pt x="1519884" y="4897987"/>
                  </a:lnTo>
                  <a:lnTo>
                    <a:pt x="1560458" y="4892388"/>
                  </a:lnTo>
                  <a:lnTo>
                    <a:pt x="1615092" y="4884102"/>
                  </a:lnTo>
                  <a:lnTo>
                    <a:pt x="1682794" y="4872769"/>
                  </a:lnTo>
                  <a:lnTo>
                    <a:pt x="1761447" y="4858166"/>
                  </a:lnTo>
                  <a:lnTo>
                    <a:pt x="1848184" y="4840195"/>
                  </a:lnTo>
                  <a:lnTo>
                    <a:pt x="1939832" y="4818862"/>
                  </a:lnTo>
                  <a:lnTo>
                    <a:pt x="2033327" y="4794225"/>
                  </a:lnTo>
                  <a:lnTo>
                    <a:pt x="2126018" y="4766351"/>
                  </a:lnTo>
                  <a:lnTo>
                    <a:pt x="2215830" y="4735269"/>
                  </a:lnTo>
                  <a:lnTo>
                    <a:pt x="2301313" y="4700942"/>
                  </a:lnTo>
                  <a:lnTo>
                    <a:pt x="2381594" y="4663245"/>
                  </a:lnTo>
                  <a:lnTo>
                    <a:pt x="2456281" y="4621951"/>
                  </a:lnTo>
                  <a:lnTo>
                    <a:pt x="2525356" y="4576736"/>
                  </a:lnTo>
                  <a:lnTo>
                    <a:pt x="2589069" y="4527176"/>
                  </a:lnTo>
                  <a:lnTo>
                    <a:pt x="2647848" y="4472760"/>
                  </a:lnTo>
                  <a:lnTo>
                    <a:pt x="2702231" y="4412907"/>
                  </a:lnTo>
                  <a:lnTo>
                    <a:pt x="2752810" y="4346994"/>
                  </a:lnTo>
                  <a:lnTo>
                    <a:pt x="2800195" y="4274405"/>
                  </a:lnTo>
                  <a:lnTo>
                    <a:pt x="2844979" y="4194614"/>
                  </a:lnTo>
                  <a:lnTo>
                    <a:pt x="2887708" y="4107300"/>
                  </a:lnTo>
                  <a:lnTo>
                    <a:pt x="2896531" y="4087861"/>
                  </a:lnTo>
                  <a:lnTo>
                    <a:pt x="2926305" y="4018650"/>
                  </a:lnTo>
                  <a:lnTo>
                    <a:pt x="2955451" y="3945419"/>
                  </a:lnTo>
                  <a:lnTo>
                    <a:pt x="2984105" y="3868088"/>
                  </a:lnTo>
                  <a:lnTo>
                    <a:pt x="3012382" y="3786616"/>
                  </a:lnTo>
                  <a:lnTo>
                    <a:pt x="3040377" y="3701003"/>
                  </a:lnTo>
                  <a:lnTo>
                    <a:pt x="3068171" y="3611299"/>
                  </a:lnTo>
                  <a:lnTo>
                    <a:pt x="3095831" y="3517601"/>
                  </a:lnTo>
                  <a:lnTo>
                    <a:pt x="3123409" y="3420059"/>
                  </a:lnTo>
                  <a:lnTo>
                    <a:pt x="3150948" y="3318875"/>
                  </a:lnTo>
                  <a:lnTo>
                    <a:pt x="3178478" y="3214307"/>
                  </a:lnTo>
                  <a:lnTo>
                    <a:pt x="3206021" y="3106663"/>
                  </a:lnTo>
                  <a:lnTo>
                    <a:pt x="3233591" y="2996303"/>
                  </a:lnTo>
                  <a:lnTo>
                    <a:pt x="3261194" y="2883632"/>
                  </a:lnTo>
                  <a:lnTo>
                    <a:pt x="3288829" y="2769096"/>
                  </a:lnTo>
                  <a:lnTo>
                    <a:pt x="3316492" y="2653172"/>
                  </a:lnTo>
                  <a:lnTo>
                    <a:pt x="3344173" y="2536366"/>
                  </a:lnTo>
                  <a:lnTo>
                    <a:pt x="3371863" y="2419199"/>
                  </a:lnTo>
                  <a:lnTo>
                    <a:pt x="3399549" y="2302197"/>
                  </a:lnTo>
                  <a:lnTo>
                    <a:pt x="3427220" y="2185885"/>
                  </a:lnTo>
                  <a:lnTo>
                    <a:pt x="3454867" y="2070775"/>
                  </a:lnTo>
                  <a:lnTo>
                    <a:pt x="3482481" y="1957355"/>
                  </a:lnTo>
                  <a:lnTo>
                    <a:pt x="3510063" y="1846086"/>
                  </a:lnTo>
                  <a:lnTo>
                    <a:pt x="3537615" y="1737387"/>
                  </a:lnTo>
                  <a:lnTo>
                    <a:pt x="3565148" y="1631635"/>
                  </a:lnTo>
                  <a:lnTo>
                    <a:pt x="3592681" y="1529159"/>
                  </a:lnTo>
                  <a:lnTo>
                    <a:pt x="3620240" y="1430234"/>
                  </a:lnTo>
                  <a:lnTo>
                    <a:pt x="3647864" y="1335085"/>
                  </a:lnTo>
                  <a:lnTo>
                    <a:pt x="3675601" y="1243880"/>
                  </a:lnTo>
                  <a:lnTo>
                    <a:pt x="3703513" y="1156737"/>
                  </a:lnTo>
                  <a:lnTo>
                    <a:pt x="3731674" y="1073721"/>
                  </a:lnTo>
                  <a:lnTo>
                    <a:pt x="3760175" y="994851"/>
                  </a:lnTo>
                  <a:lnTo>
                    <a:pt x="3789124" y="920102"/>
                  </a:lnTo>
                  <a:lnTo>
                    <a:pt x="3818647" y="849406"/>
                  </a:lnTo>
                  <a:lnTo>
                    <a:pt x="3829811" y="824110"/>
                  </a:lnTo>
                  <a:lnTo>
                    <a:pt x="3872169" y="735196"/>
                  </a:lnTo>
                  <a:lnTo>
                    <a:pt x="3916475" y="653830"/>
                  </a:lnTo>
                  <a:lnTo>
                    <a:pt x="3963261" y="579758"/>
                  </a:lnTo>
                  <a:lnTo>
                    <a:pt x="4013114" y="512482"/>
                  </a:lnTo>
                  <a:lnTo>
                    <a:pt x="4066641" y="451399"/>
                  </a:lnTo>
                  <a:lnTo>
                    <a:pt x="4124443" y="395883"/>
                  </a:lnTo>
                  <a:lnTo>
                    <a:pt x="4187072" y="345341"/>
                  </a:lnTo>
                  <a:lnTo>
                    <a:pt x="4254985" y="299245"/>
                  </a:lnTo>
                  <a:lnTo>
                    <a:pt x="4328475" y="257153"/>
                  </a:lnTo>
                  <a:lnTo>
                    <a:pt x="4407591" y="218717"/>
                  </a:lnTo>
                  <a:lnTo>
                    <a:pt x="4492029" y="183691"/>
                  </a:lnTo>
                  <a:lnTo>
                    <a:pt x="4581026" y="151928"/>
                  </a:lnTo>
                  <a:lnTo>
                    <a:pt x="4673259" y="123375"/>
                  </a:lnTo>
                  <a:lnTo>
                    <a:pt x="4766787" y="98048"/>
                  </a:lnTo>
                  <a:lnTo>
                    <a:pt x="4859072" y="76010"/>
                  </a:lnTo>
                  <a:lnTo>
                    <a:pt x="4947114" y="57325"/>
                  </a:lnTo>
                  <a:lnTo>
                    <a:pt x="5027734" y="42013"/>
                  </a:lnTo>
                  <a:lnTo>
                    <a:pt x="5097961" y="30003"/>
                  </a:lnTo>
                  <a:lnTo>
                    <a:pt x="5155484" y="21098"/>
                  </a:lnTo>
                  <a:lnTo>
                    <a:pt x="5199050" y="14966"/>
                  </a:lnTo>
                  <a:lnTo>
                    <a:pt x="5228718" y="11157"/>
                  </a:lnTo>
                  <a:lnTo>
                    <a:pt x="5245927" y="9134"/>
                  </a:lnTo>
                  <a:lnTo>
                    <a:pt x="5253394" y="8328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471" y="8244"/>
                  </a:lnTo>
                  <a:lnTo>
                    <a:pt x="6734890" y="8753"/>
                  </a:lnTo>
                  <a:lnTo>
                    <a:pt x="6753597" y="10160"/>
                  </a:lnTo>
                  <a:lnTo>
                    <a:pt x="6787057" y="12931"/>
                  </a:lnTo>
                  <a:lnTo>
                    <a:pt x="6836955" y="17496"/>
                  </a:lnTo>
                  <a:lnTo>
                    <a:pt x="6903070" y="24209"/>
                  </a:lnTo>
                  <a:lnTo>
                    <a:pt x="6983424" y="33314"/>
                  </a:lnTo>
                  <a:lnTo>
                    <a:pt x="7074726" y="44932"/>
                  </a:lnTo>
                  <a:lnTo>
                    <a:pt x="7173011" y="59089"/>
                  </a:lnTo>
                  <a:lnTo>
                    <a:pt x="7274290" y="75745"/>
                  </a:lnTo>
                  <a:lnTo>
                    <a:pt x="7375059" y="94844"/>
                  </a:lnTo>
                  <a:lnTo>
                    <a:pt x="7472586" y="116359"/>
                  </a:lnTo>
                  <a:lnTo>
                    <a:pt x="7564998" y="140319"/>
                  </a:lnTo>
                  <a:lnTo>
                    <a:pt x="7651221" y="166832"/>
                  </a:lnTo>
                  <a:lnTo>
                    <a:pt x="7730830" y="196093"/>
                  </a:lnTo>
                  <a:lnTo>
                    <a:pt x="7803890" y="228389"/>
                  </a:lnTo>
                  <a:lnTo>
                    <a:pt x="7870803" y="264087"/>
                  </a:lnTo>
                  <a:lnTo>
                    <a:pt x="7932178" y="303632"/>
                  </a:lnTo>
                  <a:lnTo>
                    <a:pt x="7988744" y="347517"/>
                  </a:lnTo>
                  <a:lnTo>
                    <a:pt x="8041274" y="396252"/>
                  </a:lnTo>
                  <a:lnTo>
                    <a:pt x="8090536" y="450299"/>
                  </a:lnTo>
                  <a:lnTo>
                    <a:pt x="8137247" y="509974"/>
                  </a:lnTo>
                  <a:lnTo>
                    <a:pt x="8151487" y="529882"/>
                  </a:lnTo>
                  <a:lnTo>
                    <a:pt x="8187680" y="584148"/>
                  </a:lnTo>
                  <a:lnTo>
                    <a:pt x="8222986" y="642249"/>
                  </a:lnTo>
                  <a:lnTo>
                    <a:pt x="8257638" y="704264"/>
                  </a:lnTo>
                  <a:lnTo>
                    <a:pt x="8291826" y="770213"/>
                  </a:lnTo>
                  <a:lnTo>
                    <a:pt x="8325700" y="840053"/>
                  </a:lnTo>
                  <a:lnTo>
                    <a:pt x="8359382" y="913672"/>
                  </a:lnTo>
                  <a:lnTo>
                    <a:pt x="8392963" y="990884"/>
                  </a:lnTo>
                  <a:lnTo>
                    <a:pt x="8426512" y="1071429"/>
                  </a:lnTo>
                  <a:lnTo>
                    <a:pt x="8460072" y="1154970"/>
                  </a:lnTo>
                  <a:lnTo>
                    <a:pt x="8493671" y="1241100"/>
                  </a:lnTo>
                  <a:lnTo>
                    <a:pt x="8527319" y="1329347"/>
                  </a:lnTo>
                  <a:lnTo>
                    <a:pt x="8561012" y="1419184"/>
                  </a:lnTo>
                  <a:lnTo>
                    <a:pt x="8594739" y="1510041"/>
                  </a:lnTo>
                  <a:lnTo>
                    <a:pt x="8628481" y="1601320"/>
                  </a:lnTo>
                  <a:lnTo>
                    <a:pt x="8662216" y="1692412"/>
                  </a:lnTo>
                  <a:lnTo>
                    <a:pt x="8695924" y="1782712"/>
                  </a:lnTo>
                  <a:lnTo>
                    <a:pt x="8729591" y="1871639"/>
                  </a:lnTo>
                  <a:lnTo>
                    <a:pt x="8763208" y="1958646"/>
                  </a:lnTo>
                  <a:lnTo>
                    <a:pt x="8796781" y="2043239"/>
                  </a:lnTo>
                  <a:lnTo>
                    <a:pt x="8830330" y="2124985"/>
                  </a:lnTo>
                  <a:lnTo>
                    <a:pt x="8863892" y="2203520"/>
                  </a:lnTo>
                  <a:lnTo>
                    <a:pt x="8897525" y="2278553"/>
                  </a:lnTo>
                  <a:lnTo>
                    <a:pt x="8931313" y="2349870"/>
                  </a:lnTo>
                  <a:lnTo>
                    <a:pt x="8965363" y="2417331"/>
                  </a:lnTo>
                  <a:lnTo>
                    <a:pt x="8999815" y="2480866"/>
                  </a:lnTo>
                  <a:lnTo>
                    <a:pt x="9034844" y="2540472"/>
                  </a:lnTo>
                  <a:lnTo>
                    <a:pt x="9070664" y="2596207"/>
                  </a:lnTo>
                  <a:lnTo>
                    <a:pt x="9084767" y="2616721"/>
                  </a:lnTo>
                  <a:lnTo>
                    <a:pt x="9130810" y="2678184"/>
                  </a:lnTo>
                  <a:lnTo>
                    <a:pt x="9179197" y="2733975"/>
                  </a:lnTo>
                  <a:lnTo>
                    <a:pt x="9230620" y="2784333"/>
                  </a:lnTo>
                  <a:lnTo>
                    <a:pt x="9285835" y="2829686"/>
                  </a:lnTo>
                  <a:lnTo>
                    <a:pt x="9345619" y="2870538"/>
                  </a:lnTo>
                  <a:lnTo>
                    <a:pt x="9410720" y="2907394"/>
                  </a:lnTo>
                  <a:lnTo>
                    <a:pt x="9481796" y="2940714"/>
                  </a:lnTo>
                  <a:lnTo>
                    <a:pt x="9559323" y="2970893"/>
                  </a:lnTo>
                  <a:lnTo>
                    <a:pt x="9643489" y="2998243"/>
                  </a:lnTo>
                  <a:lnTo>
                    <a:pt x="9734040" y="3022989"/>
                  </a:lnTo>
                  <a:lnTo>
                    <a:pt x="9830123" y="3045265"/>
                  </a:lnTo>
                  <a:lnTo>
                    <a:pt x="9930127" y="3065124"/>
                  </a:lnTo>
                  <a:lnTo>
                    <a:pt x="10031591" y="3082552"/>
                  </a:lnTo>
                  <a:lnTo>
                    <a:pt x="10131231" y="3097499"/>
                  </a:lnTo>
                  <a:lnTo>
                    <a:pt x="10225165" y="3109916"/>
                  </a:lnTo>
                  <a:lnTo>
                    <a:pt x="10309356" y="3119801"/>
                  </a:lnTo>
                  <a:lnTo>
                    <a:pt x="10380228" y="3127245"/>
                  </a:lnTo>
                  <a:lnTo>
                    <a:pt x="10435329" y="3132451"/>
                  </a:lnTo>
                  <a:lnTo>
                    <a:pt x="10473857" y="3135742"/>
                  </a:lnTo>
                  <a:lnTo>
                    <a:pt x="10496902" y="3137527"/>
                  </a:lnTo>
                  <a:lnTo>
                    <a:pt x="10507394" y="3138268"/>
                  </a:lnTo>
                  <a:lnTo>
                    <a:pt x="10509911" y="3138431"/>
                  </a:lnTo>
                  <a:lnTo>
                    <a:pt x="11981298" y="3138431"/>
                  </a:lnTo>
                  <a:lnTo>
                    <a:pt x="11981298" y="3130258"/>
                  </a:lnTo>
                  <a:lnTo>
                    <a:pt x="10509911" y="3130258"/>
                  </a:lnTo>
                  <a:lnTo>
                    <a:pt x="10508782" y="3130186"/>
                  </a:lnTo>
                  <a:lnTo>
                    <a:pt x="10501363" y="3129677"/>
                  </a:lnTo>
                  <a:lnTo>
                    <a:pt x="10482656" y="3128270"/>
                  </a:lnTo>
                  <a:lnTo>
                    <a:pt x="10449196" y="3125499"/>
                  </a:lnTo>
                  <a:lnTo>
                    <a:pt x="10399299" y="3120934"/>
                  </a:lnTo>
                  <a:lnTo>
                    <a:pt x="10333183" y="3114221"/>
                  </a:lnTo>
                  <a:lnTo>
                    <a:pt x="10252829" y="3105117"/>
                  </a:lnTo>
                  <a:lnTo>
                    <a:pt x="10161528" y="3093498"/>
                  </a:lnTo>
                  <a:lnTo>
                    <a:pt x="10063243" y="3079341"/>
                  </a:lnTo>
                  <a:lnTo>
                    <a:pt x="9961963" y="3062686"/>
                  </a:lnTo>
                  <a:lnTo>
                    <a:pt x="9861194" y="3043586"/>
                  </a:lnTo>
                  <a:lnTo>
                    <a:pt x="9763668" y="3022071"/>
                  </a:lnTo>
                  <a:lnTo>
                    <a:pt x="9671255" y="2998111"/>
                  </a:lnTo>
                  <a:lnTo>
                    <a:pt x="9585033" y="2971599"/>
                  </a:lnTo>
                  <a:lnTo>
                    <a:pt x="9505424" y="2942337"/>
                  </a:lnTo>
                  <a:lnTo>
                    <a:pt x="9432363" y="2910042"/>
                  </a:lnTo>
                  <a:lnTo>
                    <a:pt x="9365450" y="2874343"/>
                  </a:lnTo>
                  <a:lnTo>
                    <a:pt x="9304075" y="2834798"/>
                  </a:lnTo>
                  <a:lnTo>
                    <a:pt x="9247509" y="2790914"/>
                  </a:lnTo>
                  <a:lnTo>
                    <a:pt x="9194979" y="2742179"/>
                  </a:lnTo>
                  <a:lnTo>
                    <a:pt x="9145717" y="2688131"/>
                  </a:lnTo>
                  <a:lnTo>
                    <a:pt x="9099007" y="2628456"/>
                  </a:lnTo>
                  <a:lnTo>
                    <a:pt x="9084767" y="2608548"/>
                  </a:lnTo>
                  <a:lnTo>
                    <a:pt x="9048574" y="2554282"/>
                  </a:lnTo>
                  <a:lnTo>
                    <a:pt x="9013267" y="2496181"/>
                  </a:lnTo>
                  <a:lnTo>
                    <a:pt x="8978615" y="2434166"/>
                  </a:lnTo>
                  <a:lnTo>
                    <a:pt x="8944428" y="2368218"/>
                  </a:lnTo>
                  <a:lnTo>
                    <a:pt x="8910553" y="2298378"/>
                  </a:lnTo>
                  <a:lnTo>
                    <a:pt x="8876871" y="2224759"/>
                  </a:lnTo>
                  <a:lnTo>
                    <a:pt x="8843290" y="2147546"/>
                  </a:lnTo>
                  <a:lnTo>
                    <a:pt x="8809742" y="2067002"/>
                  </a:lnTo>
                  <a:lnTo>
                    <a:pt x="8776181" y="1983460"/>
                  </a:lnTo>
                  <a:lnTo>
                    <a:pt x="8742582" y="1897330"/>
                  </a:lnTo>
                  <a:lnTo>
                    <a:pt x="8708935" y="1809083"/>
                  </a:lnTo>
                  <a:lnTo>
                    <a:pt x="8675241" y="1719246"/>
                  </a:lnTo>
                  <a:lnTo>
                    <a:pt x="8641514" y="1628389"/>
                  </a:lnTo>
                  <a:lnTo>
                    <a:pt x="8607772" y="1537110"/>
                  </a:lnTo>
                  <a:lnTo>
                    <a:pt x="8574037" y="1446018"/>
                  </a:lnTo>
                  <a:lnTo>
                    <a:pt x="8540329" y="1355718"/>
                  </a:lnTo>
                  <a:lnTo>
                    <a:pt x="8506662" y="1266792"/>
                  </a:lnTo>
                  <a:lnTo>
                    <a:pt x="8473045" y="1179785"/>
                  </a:lnTo>
                  <a:lnTo>
                    <a:pt x="8439472" y="1095191"/>
                  </a:lnTo>
                  <a:lnTo>
                    <a:pt x="8405923" y="1013445"/>
                  </a:lnTo>
                  <a:lnTo>
                    <a:pt x="8372361" y="934911"/>
                  </a:lnTo>
                  <a:lnTo>
                    <a:pt x="8338728" y="859877"/>
                  </a:lnTo>
                  <a:lnTo>
                    <a:pt x="8304940" y="788560"/>
                  </a:lnTo>
                  <a:lnTo>
                    <a:pt x="8270890" y="721100"/>
                  </a:lnTo>
                  <a:lnTo>
                    <a:pt x="8236438" y="657565"/>
                  </a:lnTo>
                  <a:lnTo>
                    <a:pt x="8201409" y="597958"/>
                  </a:lnTo>
                  <a:lnTo>
                    <a:pt x="8165589" y="542223"/>
                  </a:lnTo>
                  <a:lnTo>
                    <a:pt x="8151487" y="521709"/>
                  </a:lnTo>
                  <a:lnTo>
                    <a:pt x="8105443" y="460246"/>
                  </a:lnTo>
                  <a:lnTo>
                    <a:pt x="8057056" y="404455"/>
                  </a:lnTo>
                  <a:lnTo>
                    <a:pt x="8005633" y="354098"/>
                  </a:lnTo>
                  <a:lnTo>
                    <a:pt x="7950418" y="308744"/>
                  </a:lnTo>
                  <a:lnTo>
                    <a:pt x="7890634" y="267892"/>
                  </a:lnTo>
                  <a:lnTo>
                    <a:pt x="7825533" y="231037"/>
                  </a:lnTo>
                  <a:lnTo>
                    <a:pt x="7754458" y="197716"/>
                  </a:lnTo>
                  <a:lnTo>
                    <a:pt x="7676930" y="167537"/>
                  </a:lnTo>
                  <a:lnTo>
                    <a:pt x="7592765" y="140187"/>
                  </a:lnTo>
                  <a:lnTo>
                    <a:pt x="7502213" y="115441"/>
                  </a:lnTo>
                  <a:lnTo>
                    <a:pt x="7406131" y="93165"/>
                  </a:lnTo>
                  <a:lnTo>
                    <a:pt x="7306126" y="73307"/>
                  </a:lnTo>
                  <a:lnTo>
                    <a:pt x="7204662" y="55878"/>
                  </a:lnTo>
                  <a:lnTo>
                    <a:pt x="7105022" y="40931"/>
                  </a:lnTo>
                  <a:lnTo>
                    <a:pt x="7011088" y="28514"/>
                  </a:lnTo>
                  <a:lnTo>
                    <a:pt x="6926897" y="18629"/>
                  </a:lnTo>
                  <a:lnTo>
                    <a:pt x="6856026" y="11186"/>
                  </a:lnTo>
                  <a:lnTo>
                    <a:pt x="6800924" y="5979"/>
                  </a:lnTo>
                  <a:lnTo>
                    <a:pt x="6762396" y="2689"/>
                  </a:lnTo>
                  <a:lnTo>
                    <a:pt x="6739351" y="903"/>
                  </a:lnTo>
                  <a:lnTo>
                    <a:pt x="6728859" y="162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068" y="87"/>
                  </a:lnTo>
                  <a:lnTo>
                    <a:pt x="5248206" y="708"/>
                  </a:lnTo>
                  <a:lnTo>
                    <a:pt x="5233325" y="2426"/>
                  </a:lnTo>
                  <a:lnTo>
                    <a:pt x="5206458" y="5811"/>
                  </a:lnTo>
                  <a:lnTo>
                    <a:pt x="5165884" y="11410"/>
                  </a:lnTo>
                  <a:lnTo>
                    <a:pt x="5111250" y="19696"/>
                  </a:lnTo>
                  <a:lnTo>
                    <a:pt x="5043548" y="31029"/>
                  </a:lnTo>
                  <a:lnTo>
                    <a:pt x="4964895" y="45632"/>
                  </a:lnTo>
                  <a:lnTo>
                    <a:pt x="4878158" y="63603"/>
                  </a:lnTo>
                  <a:lnTo>
                    <a:pt x="4786510" y="84936"/>
                  </a:lnTo>
                  <a:lnTo>
                    <a:pt x="4693015" y="109573"/>
                  </a:lnTo>
                  <a:lnTo>
                    <a:pt x="4600324" y="137447"/>
                  </a:lnTo>
                  <a:lnTo>
                    <a:pt x="4510512" y="168529"/>
                  </a:lnTo>
                  <a:lnTo>
                    <a:pt x="4425029" y="202856"/>
                  </a:lnTo>
                  <a:lnTo>
                    <a:pt x="4344748" y="240553"/>
                  </a:lnTo>
                  <a:lnTo>
                    <a:pt x="4270061" y="281847"/>
                  </a:lnTo>
                  <a:lnTo>
                    <a:pt x="4200986" y="327062"/>
                  </a:lnTo>
                  <a:lnTo>
                    <a:pt x="4137273" y="376622"/>
                  </a:lnTo>
                  <a:lnTo>
                    <a:pt x="4078494" y="431038"/>
                  </a:lnTo>
                  <a:lnTo>
                    <a:pt x="4024111" y="490891"/>
                  </a:lnTo>
                  <a:lnTo>
                    <a:pt x="3973532" y="556804"/>
                  </a:lnTo>
                  <a:lnTo>
                    <a:pt x="3926147" y="629393"/>
                  </a:lnTo>
                  <a:lnTo>
                    <a:pt x="3881363" y="709184"/>
                  </a:lnTo>
                  <a:lnTo>
                    <a:pt x="3838634" y="796498"/>
                  </a:lnTo>
                  <a:lnTo>
                    <a:pt x="3829811" y="815937"/>
                  </a:lnTo>
                  <a:lnTo>
                    <a:pt x="3800037" y="885148"/>
                  </a:lnTo>
                  <a:lnTo>
                    <a:pt x="3770891" y="958379"/>
                  </a:lnTo>
                  <a:lnTo>
                    <a:pt x="3742237" y="1035710"/>
                  </a:lnTo>
                  <a:lnTo>
                    <a:pt x="3713961" y="1117182"/>
                  </a:lnTo>
                  <a:lnTo>
                    <a:pt x="3685965" y="1202795"/>
                  </a:lnTo>
                  <a:lnTo>
                    <a:pt x="3658171" y="1292499"/>
                  </a:lnTo>
                  <a:lnTo>
                    <a:pt x="3630511" y="1386197"/>
                  </a:lnTo>
                  <a:lnTo>
                    <a:pt x="3602933" y="1483739"/>
                  </a:lnTo>
                  <a:lnTo>
                    <a:pt x="3575394" y="1584923"/>
                  </a:lnTo>
                  <a:lnTo>
                    <a:pt x="3547864" y="1689491"/>
                  </a:lnTo>
                  <a:lnTo>
                    <a:pt x="3520321" y="1797135"/>
                  </a:lnTo>
                  <a:lnTo>
                    <a:pt x="3492751" y="1907495"/>
                  </a:lnTo>
                  <a:lnTo>
                    <a:pt x="3465148" y="2020166"/>
                  </a:lnTo>
                  <a:lnTo>
                    <a:pt x="3437513" y="2134702"/>
                  </a:lnTo>
                  <a:lnTo>
                    <a:pt x="3409850" y="2250626"/>
                  </a:lnTo>
                  <a:lnTo>
                    <a:pt x="3382169" y="2367432"/>
                  </a:lnTo>
                  <a:lnTo>
                    <a:pt x="3354479" y="2484599"/>
                  </a:lnTo>
                  <a:lnTo>
                    <a:pt x="3326793" y="2601601"/>
                  </a:lnTo>
                  <a:lnTo>
                    <a:pt x="3299122" y="2717913"/>
                  </a:lnTo>
                  <a:lnTo>
                    <a:pt x="3271476" y="2833023"/>
                  </a:lnTo>
                  <a:lnTo>
                    <a:pt x="3243861" y="2946443"/>
                  </a:lnTo>
                  <a:lnTo>
                    <a:pt x="3216279" y="3057712"/>
                  </a:lnTo>
                  <a:lnTo>
                    <a:pt x="3188727" y="3166411"/>
                  </a:lnTo>
                  <a:lnTo>
                    <a:pt x="3161194" y="3272163"/>
                  </a:lnTo>
                  <a:lnTo>
                    <a:pt x="3133662" y="3374639"/>
                  </a:lnTo>
                  <a:lnTo>
                    <a:pt x="3106102" y="3473564"/>
                  </a:lnTo>
                  <a:lnTo>
                    <a:pt x="3078478" y="3568713"/>
                  </a:lnTo>
                  <a:lnTo>
                    <a:pt x="3050741" y="3659918"/>
                  </a:lnTo>
                  <a:lnTo>
                    <a:pt x="3022829" y="3747061"/>
                  </a:lnTo>
                  <a:lnTo>
                    <a:pt x="2994668" y="3830077"/>
                  </a:lnTo>
                  <a:lnTo>
                    <a:pt x="2966167" y="3908947"/>
                  </a:lnTo>
                  <a:lnTo>
                    <a:pt x="2937218" y="3983696"/>
                  </a:lnTo>
                  <a:lnTo>
                    <a:pt x="2907695" y="4054392"/>
                  </a:lnTo>
                  <a:lnTo>
                    <a:pt x="2896531" y="4079688"/>
                  </a:lnTo>
                  <a:lnTo>
                    <a:pt x="2854173" y="4168602"/>
                  </a:lnTo>
                  <a:lnTo>
                    <a:pt x="2809867" y="4249968"/>
                  </a:lnTo>
                  <a:lnTo>
                    <a:pt x="2763081" y="4324040"/>
                  </a:lnTo>
                  <a:lnTo>
                    <a:pt x="2713228" y="4391316"/>
                  </a:lnTo>
                  <a:lnTo>
                    <a:pt x="2659701" y="4452399"/>
                  </a:lnTo>
                  <a:lnTo>
                    <a:pt x="2601899" y="4507915"/>
                  </a:lnTo>
                  <a:lnTo>
                    <a:pt x="2539270" y="4558457"/>
                  </a:lnTo>
                  <a:lnTo>
                    <a:pt x="2471358" y="4604553"/>
                  </a:lnTo>
                  <a:lnTo>
                    <a:pt x="2397867" y="4646645"/>
                  </a:lnTo>
                  <a:lnTo>
                    <a:pt x="2318751" y="4685081"/>
                  </a:lnTo>
                  <a:lnTo>
                    <a:pt x="2234313" y="4720107"/>
                  </a:lnTo>
                  <a:lnTo>
                    <a:pt x="2145316" y="4751870"/>
                  </a:lnTo>
                  <a:lnTo>
                    <a:pt x="2053083" y="4780423"/>
                  </a:lnTo>
                  <a:lnTo>
                    <a:pt x="1959555" y="4805750"/>
                  </a:lnTo>
                  <a:lnTo>
                    <a:pt x="1867270" y="4827788"/>
                  </a:lnTo>
                  <a:lnTo>
                    <a:pt x="1779228" y="4846473"/>
                  </a:lnTo>
                  <a:lnTo>
                    <a:pt x="1698608" y="4861785"/>
                  </a:lnTo>
                  <a:lnTo>
                    <a:pt x="1628381" y="4873795"/>
                  </a:lnTo>
                  <a:lnTo>
                    <a:pt x="1570858" y="4882700"/>
                  </a:lnTo>
                  <a:lnTo>
                    <a:pt x="1527292" y="4888832"/>
                  </a:lnTo>
                  <a:lnTo>
                    <a:pt x="1497624" y="4892641"/>
                  </a:lnTo>
                  <a:lnTo>
                    <a:pt x="1480415" y="4894664"/>
                  </a:lnTo>
                  <a:lnTo>
                    <a:pt x="1472948" y="4895470"/>
                  </a:lnTo>
                  <a:lnTo>
                    <a:pt x="1471387" y="4895625"/>
                  </a:lnTo>
                  <a:lnTo>
                    <a:pt x="0" y="4895625"/>
                  </a:lnTo>
                  <a:close/>
                </a:path>
              </a:pathLst>
            </a:custGeom>
            <a:solidFill>
              <a:srgbClr val="F1C40F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956" name="pl1956"/>
            <p:cNvSpPr/>
            <p:nvPr/>
          </p:nvSpPr>
          <p:spPr>
            <a:xfrm>
              <a:off x="4799595" y="5756205"/>
              <a:ext cx="11981298" cy="4895625"/>
            </a:xfrm>
            <a:custGeom>
              <a:avLst/>
              <a:pathLst>
                <a:path w="11981298" h="4895625">
                  <a:moveTo>
                    <a:pt x="0" y="4895625"/>
                  </a:moveTo>
                  <a:lnTo>
                    <a:pt x="1471387" y="4895625"/>
                  </a:lnTo>
                  <a:lnTo>
                    <a:pt x="1472274" y="4895538"/>
                  </a:lnTo>
                  <a:lnTo>
                    <a:pt x="1478136" y="4894917"/>
                  </a:lnTo>
                  <a:lnTo>
                    <a:pt x="1493018" y="4893199"/>
                  </a:lnTo>
                  <a:lnTo>
                    <a:pt x="1519884" y="4889814"/>
                  </a:lnTo>
                  <a:lnTo>
                    <a:pt x="1560458" y="4884215"/>
                  </a:lnTo>
                  <a:lnTo>
                    <a:pt x="1615092" y="4875929"/>
                  </a:lnTo>
                  <a:lnTo>
                    <a:pt x="1682794" y="4864596"/>
                  </a:lnTo>
                  <a:lnTo>
                    <a:pt x="1761447" y="4849993"/>
                  </a:lnTo>
                  <a:lnTo>
                    <a:pt x="1848184" y="4832022"/>
                  </a:lnTo>
                  <a:lnTo>
                    <a:pt x="1939832" y="4810689"/>
                  </a:lnTo>
                  <a:lnTo>
                    <a:pt x="2033327" y="4786052"/>
                  </a:lnTo>
                  <a:lnTo>
                    <a:pt x="2126018" y="4758178"/>
                  </a:lnTo>
                  <a:lnTo>
                    <a:pt x="2215830" y="4727096"/>
                  </a:lnTo>
                  <a:lnTo>
                    <a:pt x="2301313" y="4692769"/>
                  </a:lnTo>
                  <a:lnTo>
                    <a:pt x="2381594" y="4655072"/>
                  </a:lnTo>
                  <a:lnTo>
                    <a:pt x="2456281" y="4613778"/>
                  </a:lnTo>
                  <a:lnTo>
                    <a:pt x="2525356" y="4568563"/>
                  </a:lnTo>
                  <a:lnTo>
                    <a:pt x="2589069" y="4519003"/>
                  </a:lnTo>
                  <a:lnTo>
                    <a:pt x="2647848" y="4464587"/>
                  </a:lnTo>
                  <a:lnTo>
                    <a:pt x="2702231" y="4404734"/>
                  </a:lnTo>
                  <a:lnTo>
                    <a:pt x="2752810" y="4338821"/>
                  </a:lnTo>
                  <a:lnTo>
                    <a:pt x="2800195" y="4266232"/>
                  </a:lnTo>
                  <a:lnTo>
                    <a:pt x="2844979" y="4186441"/>
                  </a:lnTo>
                  <a:lnTo>
                    <a:pt x="2887708" y="4099127"/>
                  </a:lnTo>
                  <a:lnTo>
                    <a:pt x="2896531" y="4079688"/>
                  </a:lnTo>
                  <a:lnTo>
                    <a:pt x="2926305" y="4010477"/>
                  </a:lnTo>
                  <a:lnTo>
                    <a:pt x="2955451" y="3937246"/>
                  </a:lnTo>
                  <a:lnTo>
                    <a:pt x="2984105" y="3859915"/>
                  </a:lnTo>
                  <a:lnTo>
                    <a:pt x="3012382" y="3778443"/>
                  </a:lnTo>
                  <a:lnTo>
                    <a:pt x="3040377" y="3692830"/>
                  </a:lnTo>
                  <a:lnTo>
                    <a:pt x="3068171" y="3603126"/>
                  </a:lnTo>
                  <a:lnTo>
                    <a:pt x="3095831" y="3509428"/>
                  </a:lnTo>
                  <a:lnTo>
                    <a:pt x="3123409" y="3411886"/>
                  </a:lnTo>
                  <a:lnTo>
                    <a:pt x="3150948" y="3310702"/>
                  </a:lnTo>
                  <a:lnTo>
                    <a:pt x="3178478" y="3206134"/>
                  </a:lnTo>
                  <a:lnTo>
                    <a:pt x="3206021" y="3098490"/>
                  </a:lnTo>
                  <a:lnTo>
                    <a:pt x="3233591" y="2988130"/>
                  </a:lnTo>
                  <a:lnTo>
                    <a:pt x="3261194" y="2875459"/>
                  </a:lnTo>
                  <a:lnTo>
                    <a:pt x="3288829" y="2760923"/>
                  </a:lnTo>
                  <a:lnTo>
                    <a:pt x="3316492" y="2644999"/>
                  </a:lnTo>
                  <a:lnTo>
                    <a:pt x="3344173" y="2528193"/>
                  </a:lnTo>
                  <a:lnTo>
                    <a:pt x="3371863" y="2411026"/>
                  </a:lnTo>
                  <a:lnTo>
                    <a:pt x="3399549" y="2294024"/>
                  </a:lnTo>
                  <a:lnTo>
                    <a:pt x="3427220" y="2177712"/>
                  </a:lnTo>
                  <a:lnTo>
                    <a:pt x="3454867" y="2062602"/>
                  </a:lnTo>
                  <a:lnTo>
                    <a:pt x="3482481" y="1949182"/>
                  </a:lnTo>
                  <a:lnTo>
                    <a:pt x="3510063" y="1837913"/>
                  </a:lnTo>
                  <a:lnTo>
                    <a:pt x="3537615" y="1729214"/>
                  </a:lnTo>
                  <a:lnTo>
                    <a:pt x="3565148" y="1623462"/>
                  </a:lnTo>
                  <a:lnTo>
                    <a:pt x="3592681" y="1520986"/>
                  </a:lnTo>
                  <a:lnTo>
                    <a:pt x="3620240" y="1422061"/>
                  </a:lnTo>
                  <a:lnTo>
                    <a:pt x="3647864" y="1326912"/>
                  </a:lnTo>
                  <a:lnTo>
                    <a:pt x="3675601" y="1235707"/>
                  </a:lnTo>
                  <a:lnTo>
                    <a:pt x="3703513" y="1148564"/>
                  </a:lnTo>
                  <a:lnTo>
                    <a:pt x="3731674" y="1065548"/>
                  </a:lnTo>
                  <a:lnTo>
                    <a:pt x="3760175" y="986678"/>
                  </a:lnTo>
                  <a:lnTo>
                    <a:pt x="3789124" y="911929"/>
                  </a:lnTo>
                  <a:lnTo>
                    <a:pt x="3818647" y="841233"/>
                  </a:lnTo>
                  <a:lnTo>
                    <a:pt x="3829811" y="815937"/>
                  </a:lnTo>
                  <a:lnTo>
                    <a:pt x="3872169" y="727023"/>
                  </a:lnTo>
                  <a:lnTo>
                    <a:pt x="3916475" y="645657"/>
                  </a:lnTo>
                  <a:lnTo>
                    <a:pt x="3963261" y="571585"/>
                  </a:lnTo>
                  <a:lnTo>
                    <a:pt x="4013114" y="504309"/>
                  </a:lnTo>
                  <a:lnTo>
                    <a:pt x="4066641" y="443226"/>
                  </a:lnTo>
                  <a:lnTo>
                    <a:pt x="4124443" y="387710"/>
                  </a:lnTo>
                  <a:lnTo>
                    <a:pt x="4187072" y="337168"/>
                  </a:lnTo>
                  <a:lnTo>
                    <a:pt x="4254985" y="291072"/>
                  </a:lnTo>
                  <a:lnTo>
                    <a:pt x="4328475" y="248980"/>
                  </a:lnTo>
                  <a:lnTo>
                    <a:pt x="4407591" y="210544"/>
                  </a:lnTo>
                  <a:lnTo>
                    <a:pt x="4492029" y="175518"/>
                  </a:lnTo>
                  <a:lnTo>
                    <a:pt x="4581026" y="143755"/>
                  </a:lnTo>
                  <a:lnTo>
                    <a:pt x="4673259" y="115202"/>
                  </a:lnTo>
                  <a:lnTo>
                    <a:pt x="4766787" y="89875"/>
                  </a:lnTo>
                  <a:lnTo>
                    <a:pt x="4859072" y="67837"/>
                  </a:lnTo>
                  <a:lnTo>
                    <a:pt x="4947114" y="49152"/>
                  </a:lnTo>
                  <a:lnTo>
                    <a:pt x="5027734" y="33840"/>
                  </a:lnTo>
                  <a:lnTo>
                    <a:pt x="5097961" y="21830"/>
                  </a:lnTo>
                  <a:lnTo>
                    <a:pt x="5155484" y="12925"/>
                  </a:lnTo>
                  <a:lnTo>
                    <a:pt x="5199050" y="6793"/>
                  </a:lnTo>
                  <a:lnTo>
                    <a:pt x="5228718" y="2984"/>
                  </a:lnTo>
                  <a:lnTo>
                    <a:pt x="5245927" y="961"/>
                  </a:lnTo>
                  <a:lnTo>
                    <a:pt x="5253394" y="155"/>
                  </a:lnTo>
                  <a:lnTo>
                    <a:pt x="5254946" y="0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471" y="71"/>
                  </a:lnTo>
                  <a:lnTo>
                    <a:pt x="6734890" y="580"/>
                  </a:lnTo>
                  <a:lnTo>
                    <a:pt x="6753597" y="1987"/>
                  </a:lnTo>
                  <a:lnTo>
                    <a:pt x="6787057" y="4758"/>
                  </a:lnTo>
                  <a:lnTo>
                    <a:pt x="6836955" y="9323"/>
                  </a:lnTo>
                  <a:lnTo>
                    <a:pt x="6903070" y="16036"/>
                  </a:lnTo>
                  <a:lnTo>
                    <a:pt x="6983424" y="25141"/>
                  </a:lnTo>
                  <a:lnTo>
                    <a:pt x="7074726" y="36759"/>
                  </a:lnTo>
                  <a:lnTo>
                    <a:pt x="7173011" y="50916"/>
                  </a:lnTo>
                  <a:lnTo>
                    <a:pt x="7274290" y="67572"/>
                  </a:lnTo>
                  <a:lnTo>
                    <a:pt x="7375059" y="86671"/>
                  </a:lnTo>
                  <a:lnTo>
                    <a:pt x="7472586" y="108186"/>
                  </a:lnTo>
                  <a:lnTo>
                    <a:pt x="7564998" y="132146"/>
                  </a:lnTo>
                  <a:lnTo>
                    <a:pt x="7651221" y="158659"/>
                  </a:lnTo>
                  <a:lnTo>
                    <a:pt x="7730830" y="187920"/>
                  </a:lnTo>
                  <a:lnTo>
                    <a:pt x="7803890" y="220216"/>
                  </a:lnTo>
                  <a:lnTo>
                    <a:pt x="7870803" y="255914"/>
                  </a:lnTo>
                  <a:lnTo>
                    <a:pt x="7932178" y="295459"/>
                  </a:lnTo>
                  <a:lnTo>
                    <a:pt x="7988744" y="339344"/>
                  </a:lnTo>
                  <a:lnTo>
                    <a:pt x="8041274" y="388079"/>
                  </a:lnTo>
                  <a:lnTo>
                    <a:pt x="8090536" y="442126"/>
                  </a:lnTo>
                  <a:lnTo>
                    <a:pt x="8137247" y="501801"/>
                  </a:lnTo>
                  <a:lnTo>
                    <a:pt x="8151487" y="521709"/>
                  </a:lnTo>
                  <a:lnTo>
                    <a:pt x="8187680" y="575975"/>
                  </a:lnTo>
                  <a:lnTo>
                    <a:pt x="8222986" y="634076"/>
                  </a:lnTo>
                  <a:lnTo>
                    <a:pt x="8257638" y="696091"/>
                  </a:lnTo>
                  <a:lnTo>
                    <a:pt x="8291826" y="762040"/>
                  </a:lnTo>
                  <a:lnTo>
                    <a:pt x="8325700" y="831880"/>
                  </a:lnTo>
                  <a:lnTo>
                    <a:pt x="8359382" y="905499"/>
                  </a:lnTo>
                  <a:lnTo>
                    <a:pt x="8392963" y="982711"/>
                  </a:lnTo>
                  <a:lnTo>
                    <a:pt x="8426512" y="1063256"/>
                  </a:lnTo>
                  <a:lnTo>
                    <a:pt x="8460072" y="1146797"/>
                  </a:lnTo>
                  <a:lnTo>
                    <a:pt x="8493671" y="1232927"/>
                  </a:lnTo>
                  <a:lnTo>
                    <a:pt x="8527319" y="1321174"/>
                  </a:lnTo>
                  <a:lnTo>
                    <a:pt x="8561012" y="1411011"/>
                  </a:lnTo>
                  <a:lnTo>
                    <a:pt x="8594739" y="1501868"/>
                  </a:lnTo>
                  <a:lnTo>
                    <a:pt x="8628481" y="1593147"/>
                  </a:lnTo>
                  <a:lnTo>
                    <a:pt x="8662216" y="1684239"/>
                  </a:lnTo>
                  <a:lnTo>
                    <a:pt x="8695924" y="1774539"/>
                  </a:lnTo>
                  <a:lnTo>
                    <a:pt x="8729591" y="1863466"/>
                  </a:lnTo>
                  <a:lnTo>
                    <a:pt x="8763208" y="1950473"/>
                  </a:lnTo>
                  <a:lnTo>
                    <a:pt x="8796781" y="2035066"/>
                  </a:lnTo>
                  <a:lnTo>
                    <a:pt x="8830330" y="2116812"/>
                  </a:lnTo>
                  <a:lnTo>
                    <a:pt x="8863892" y="2195347"/>
                  </a:lnTo>
                  <a:lnTo>
                    <a:pt x="8897525" y="2270380"/>
                  </a:lnTo>
                  <a:lnTo>
                    <a:pt x="8931313" y="2341697"/>
                  </a:lnTo>
                  <a:lnTo>
                    <a:pt x="8965363" y="2409158"/>
                  </a:lnTo>
                  <a:lnTo>
                    <a:pt x="8999815" y="2472693"/>
                  </a:lnTo>
                  <a:lnTo>
                    <a:pt x="9034844" y="2532299"/>
                  </a:lnTo>
                  <a:lnTo>
                    <a:pt x="9070664" y="2588034"/>
                  </a:lnTo>
                  <a:lnTo>
                    <a:pt x="9084767" y="2608548"/>
                  </a:lnTo>
                  <a:lnTo>
                    <a:pt x="9130810" y="2670011"/>
                  </a:lnTo>
                  <a:lnTo>
                    <a:pt x="9179197" y="2725802"/>
                  </a:lnTo>
                  <a:lnTo>
                    <a:pt x="9230620" y="2776160"/>
                  </a:lnTo>
                  <a:lnTo>
                    <a:pt x="9285835" y="2821513"/>
                  </a:lnTo>
                  <a:lnTo>
                    <a:pt x="9345619" y="2862365"/>
                  </a:lnTo>
                  <a:lnTo>
                    <a:pt x="9410720" y="2899221"/>
                  </a:lnTo>
                  <a:lnTo>
                    <a:pt x="9481796" y="2932541"/>
                  </a:lnTo>
                  <a:lnTo>
                    <a:pt x="9559323" y="2962720"/>
                  </a:lnTo>
                  <a:lnTo>
                    <a:pt x="9643489" y="2990070"/>
                  </a:lnTo>
                  <a:lnTo>
                    <a:pt x="9734040" y="3014816"/>
                  </a:lnTo>
                  <a:lnTo>
                    <a:pt x="9830123" y="3037092"/>
                  </a:lnTo>
                  <a:lnTo>
                    <a:pt x="9930127" y="3056951"/>
                  </a:lnTo>
                  <a:lnTo>
                    <a:pt x="10031591" y="3074379"/>
                  </a:lnTo>
                  <a:lnTo>
                    <a:pt x="10131231" y="3089326"/>
                  </a:lnTo>
                  <a:lnTo>
                    <a:pt x="10225165" y="3101743"/>
                  </a:lnTo>
                  <a:lnTo>
                    <a:pt x="10309356" y="3111628"/>
                  </a:lnTo>
                  <a:lnTo>
                    <a:pt x="10380228" y="3119072"/>
                  </a:lnTo>
                  <a:lnTo>
                    <a:pt x="10435329" y="3124278"/>
                  </a:lnTo>
                  <a:lnTo>
                    <a:pt x="10473857" y="3127569"/>
                  </a:lnTo>
                  <a:lnTo>
                    <a:pt x="10496902" y="3129354"/>
                  </a:lnTo>
                  <a:lnTo>
                    <a:pt x="10507394" y="3130095"/>
                  </a:lnTo>
                  <a:lnTo>
                    <a:pt x="10509874" y="3130256"/>
                  </a:lnTo>
                  <a:lnTo>
                    <a:pt x="10509911" y="3130258"/>
                  </a:lnTo>
                  <a:lnTo>
                    <a:pt x="11981298" y="313025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57" name="pl1957"/>
            <p:cNvSpPr/>
            <p:nvPr/>
          </p:nvSpPr>
          <p:spPr>
            <a:xfrm>
              <a:off x="4799595" y="5748032"/>
              <a:ext cx="11981298" cy="4895625"/>
            </a:xfrm>
            <a:custGeom>
              <a:avLst/>
              <a:pathLst>
                <a:path w="11981298" h="4895625">
                  <a:moveTo>
                    <a:pt x="11981298" y="3130258"/>
                  </a:moveTo>
                  <a:lnTo>
                    <a:pt x="10509911" y="3130258"/>
                  </a:lnTo>
                  <a:lnTo>
                    <a:pt x="10508782" y="3130186"/>
                  </a:lnTo>
                  <a:lnTo>
                    <a:pt x="10501363" y="3129677"/>
                  </a:lnTo>
                  <a:lnTo>
                    <a:pt x="10482656" y="3128270"/>
                  </a:lnTo>
                  <a:lnTo>
                    <a:pt x="10449196" y="3125499"/>
                  </a:lnTo>
                  <a:lnTo>
                    <a:pt x="10399299" y="3120934"/>
                  </a:lnTo>
                  <a:lnTo>
                    <a:pt x="10333183" y="3114221"/>
                  </a:lnTo>
                  <a:lnTo>
                    <a:pt x="10252829" y="3105117"/>
                  </a:lnTo>
                  <a:lnTo>
                    <a:pt x="10161528" y="3093498"/>
                  </a:lnTo>
                  <a:lnTo>
                    <a:pt x="10063243" y="3079341"/>
                  </a:lnTo>
                  <a:lnTo>
                    <a:pt x="9961963" y="3062686"/>
                  </a:lnTo>
                  <a:lnTo>
                    <a:pt x="9861194" y="3043586"/>
                  </a:lnTo>
                  <a:lnTo>
                    <a:pt x="9763668" y="3022071"/>
                  </a:lnTo>
                  <a:lnTo>
                    <a:pt x="9671255" y="2998111"/>
                  </a:lnTo>
                  <a:lnTo>
                    <a:pt x="9585033" y="2971599"/>
                  </a:lnTo>
                  <a:lnTo>
                    <a:pt x="9505424" y="2942337"/>
                  </a:lnTo>
                  <a:lnTo>
                    <a:pt x="9432363" y="2910042"/>
                  </a:lnTo>
                  <a:lnTo>
                    <a:pt x="9365450" y="2874343"/>
                  </a:lnTo>
                  <a:lnTo>
                    <a:pt x="9304075" y="2834798"/>
                  </a:lnTo>
                  <a:lnTo>
                    <a:pt x="9247509" y="2790914"/>
                  </a:lnTo>
                  <a:lnTo>
                    <a:pt x="9194979" y="2742179"/>
                  </a:lnTo>
                  <a:lnTo>
                    <a:pt x="9145717" y="2688131"/>
                  </a:lnTo>
                  <a:lnTo>
                    <a:pt x="9099007" y="2628456"/>
                  </a:lnTo>
                  <a:lnTo>
                    <a:pt x="9084767" y="2608548"/>
                  </a:lnTo>
                  <a:lnTo>
                    <a:pt x="9048574" y="2554282"/>
                  </a:lnTo>
                  <a:lnTo>
                    <a:pt x="9013267" y="2496181"/>
                  </a:lnTo>
                  <a:lnTo>
                    <a:pt x="8978615" y="2434166"/>
                  </a:lnTo>
                  <a:lnTo>
                    <a:pt x="8944428" y="2368218"/>
                  </a:lnTo>
                  <a:lnTo>
                    <a:pt x="8910553" y="2298378"/>
                  </a:lnTo>
                  <a:lnTo>
                    <a:pt x="8876871" y="2224759"/>
                  </a:lnTo>
                  <a:lnTo>
                    <a:pt x="8843290" y="2147546"/>
                  </a:lnTo>
                  <a:lnTo>
                    <a:pt x="8809742" y="2067002"/>
                  </a:lnTo>
                  <a:lnTo>
                    <a:pt x="8776181" y="1983460"/>
                  </a:lnTo>
                  <a:lnTo>
                    <a:pt x="8742582" y="1897330"/>
                  </a:lnTo>
                  <a:lnTo>
                    <a:pt x="8708935" y="1809083"/>
                  </a:lnTo>
                  <a:lnTo>
                    <a:pt x="8675241" y="1719246"/>
                  </a:lnTo>
                  <a:lnTo>
                    <a:pt x="8641514" y="1628389"/>
                  </a:lnTo>
                  <a:lnTo>
                    <a:pt x="8607772" y="1537110"/>
                  </a:lnTo>
                  <a:lnTo>
                    <a:pt x="8574037" y="1446018"/>
                  </a:lnTo>
                  <a:lnTo>
                    <a:pt x="8540329" y="1355718"/>
                  </a:lnTo>
                  <a:lnTo>
                    <a:pt x="8506662" y="1266792"/>
                  </a:lnTo>
                  <a:lnTo>
                    <a:pt x="8473045" y="1179785"/>
                  </a:lnTo>
                  <a:lnTo>
                    <a:pt x="8439472" y="1095191"/>
                  </a:lnTo>
                  <a:lnTo>
                    <a:pt x="8405923" y="1013445"/>
                  </a:lnTo>
                  <a:lnTo>
                    <a:pt x="8372361" y="934911"/>
                  </a:lnTo>
                  <a:lnTo>
                    <a:pt x="8338728" y="859877"/>
                  </a:lnTo>
                  <a:lnTo>
                    <a:pt x="8304940" y="788560"/>
                  </a:lnTo>
                  <a:lnTo>
                    <a:pt x="8270890" y="721100"/>
                  </a:lnTo>
                  <a:lnTo>
                    <a:pt x="8236438" y="657565"/>
                  </a:lnTo>
                  <a:lnTo>
                    <a:pt x="8201409" y="597958"/>
                  </a:lnTo>
                  <a:lnTo>
                    <a:pt x="8165589" y="542223"/>
                  </a:lnTo>
                  <a:lnTo>
                    <a:pt x="8151487" y="521709"/>
                  </a:lnTo>
                  <a:lnTo>
                    <a:pt x="8105443" y="460246"/>
                  </a:lnTo>
                  <a:lnTo>
                    <a:pt x="8057056" y="404455"/>
                  </a:lnTo>
                  <a:lnTo>
                    <a:pt x="8005633" y="354098"/>
                  </a:lnTo>
                  <a:lnTo>
                    <a:pt x="7950418" y="308744"/>
                  </a:lnTo>
                  <a:lnTo>
                    <a:pt x="7890634" y="267892"/>
                  </a:lnTo>
                  <a:lnTo>
                    <a:pt x="7825533" y="231037"/>
                  </a:lnTo>
                  <a:lnTo>
                    <a:pt x="7754458" y="197716"/>
                  </a:lnTo>
                  <a:lnTo>
                    <a:pt x="7676930" y="167537"/>
                  </a:lnTo>
                  <a:lnTo>
                    <a:pt x="7592765" y="140187"/>
                  </a:lnTo>
                  <a:lnTo>
                    <a:pt x="7502213" y="115441"/>
                  </a:lnTo>
                  <a:lnTo>
                    <a:pt x="7406131" y="93165"/>
                  </a:lnTo>
                  <a:lnTo>
                    <a:pt x="7306126" y="73307"/>
                  </a:lnTo>
                  <a:lnTo>
                    <a:pt x="7204662" y="55878"/>
                  </a:lnTo>
                  <a:lnTo>
                    <a:pt x="7105022" y="40931"/>
                  </a:lnTo>
                  <a:lnTo>
                    <a:pt x="7011088" y="28514"/>
                  </a:lnTo>
                  <a:lnTo>
                    <a:pt x="6926897" y="18629"/>
                  </a:lnTo>
                  <a:lnTo>
                    <a:pt x="6856026" y="11186"/>
                  </a:lnTo>
                  <a:lnTo>
                    <a:pt x="6800924" y="5979"/>
                  </a:lnTo>
                  <a:lnTo>
                    <a:pt x="6762396" y="2689"/>
                  </a:lnTo>
                  <a:lnTo>
                    <a:pt x="6739351" y="903"/>
                  </a:lnTo>
                  <a:lnTo>
                    <a:pt x="6728859" y="162"/>
                  </a:lnTo>
                  <a:lnTo>
                    <a:pt x="6726379" y="2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068" y="87"/>
                  </a:lnTo>
                  <a:lnTo>
                    <a:pt x="5248206" y="708"/>
                  </a:lnTo>
                  <a:lnTo>
                    <a:pt x="5233325" y="2426"/>
                  </a:lnTo>
                  <a:lnTo>
                    <a:pt x="5206458" y="5811"/>
                  </a:lnTo>
                  <a:lnTo>
                    <a:pt x="5165884" y="11410"/>
                  </a:lnTo>
                  <a:lnTo>
                    <a:pt x="5111250" y="19696"/>
                  </a:lnTo>
                  <a:lnTo>
                    <a:pt x="5043548" y="31029"/>
                  </a:lnTo>
                  <a:lnTo>
                    <a:pt x="4964895" y="45632"/>
                  </a:lnTo>
                  <a:lnTo>
                    <a:pt x="4878158" y="63603"/>
                  </a:lnTo>
                  <a:lnTo>
                    <a:pt x="4786510" y="84936"/>
                  </a:lnTo>
                  <a:lnTo>
                    <a:pt x="4693015" y="109573"/>
                  </a:lnTo>
                  <a:lnTo>
                    <a:pt x="4600324" y="137447"/>
                  </a:lnTo>
                  <a:lnTo>
                    <a:pt x="4510512" y="168529"/>
                  </a:lnTo>
                  <a:lnTo>
                    <a:pt x="4425029" y="202856"/>
                  </a:lnTo>
                  <a:lnTo>
                    <a:pt x="4344748" y="240553"/>
                  </a:lnTo>
                  <a:lnTo>
                    <a:pt x="4270061" y="281847"/>
                  </a:lnTo>
                  <a:lnTo>
                    <a:pt x="4200986" y="327062"/>
                  </a:lnTo>
                  <a:lnTo>
                    <a:pt x="4137273" y="376622"/>
                  </a:lnTo>
                  <a:lnTo>
                    <a:pt x="4078494" y="431038"/>
                  </a:lnTo>
                  <a:lnTo>
                    <a:pt x="4024111" y="490891"/>
                  </a:lnTo>
                  <a:lnTo>
                    <a:pt x="3973532" y="556804"/>
                  </a:lnTo>
                  <a:lnTo>
                    <a:pt x="3926147" y="629393"/>
                  </a:lnTo>
                  <a:lnTo>
                    <a:pt x="3881363" y="709184"/>
                  </a:lnTo>
                  <a:lnTo>
                    <a:pt x="3838634" y="796498"/>
                  </a:lnTo>
                  <a:lnTo>
                    <a:pt x="3829811" y="815937"/>
                  </a:lnTo>
                  <a:lnTo>
                    <a:pt x="3800037" y="885148"/>
                  </a:lnTo>
                  <a:lnTo>
                    <a:pt x="3770891" y="958379"/>
                  </a:lnTo>
                  <a:lnTo>
                    <a:pt x="3742237" y="1035710"/>
                  </a:lnTo>
                  <a:lnTo>
                    <a:pt x="3713961" y="1117182"/>
                  </a:lnTo>
                  <a:lnTo>
                    <a:pt x="3685965" y="1202795"/>
                  </a:lnTo>
                  <a:lnTo>
                    <a:pt x="3658171" y="1292499"/>
                  </a:lnTo>
                  <a:lnTo>
                    <a:pt x="3630511" y="1386197"/>
                  </a:lnTo>
                  <a:lnTo>
                    <a:pt x="3602933" y="1483739"/>
                  </a:lnTo>
                  <a:lnTo>
                    <a:pt x="3575394" y="1584923"/>
                  </a:lnTo>
                  <a:lnTo>
                    <a:pt x="3547864" y="1689491"/>
                  </a:lnTo>
                  <a:lnTo>
                    <a:pt x="3520321" y="1797135"/>
                  </a:lnTo>
                  <a:lnTo>
                    <a:pt x="3492751" y="1907495"/>
                  </a:lnTo>
                  <a:lnTo>
                    <a:pt x="3465148" y="2020166"/>
                  </a:lnTo>
                  <a:lnTo>
                    <a:pt x="3437513" y="2134702"/>
                  </a:lnTo>
                  <a:lnTo>
                    <a:pt x="3409850" y="2250626"/>
                  </a:lnTo>
                  <a:lnTo>
                    <a:pt x="3382169" y="2367432"/>
                  </a:lnTo>
                  <a:lnTo>
                    <a:pt x="3354479" y="2484599"/>
                  </a:lnTo>
                  <a:lnTo>
                    <a:pt x="3326793" y="2601601"/>
                  </a:lnTo>
                  <a:lnTo>
                    <a:pt x="3299122" y="2717913"/>
                  </a:lnTo>
                  <a:lnTo>
                    <a:pt x="3271476" y="2833023"/>
                  </a:lnTo>
                  <a:lnTo>
                    <a:pt x="3243861" y="2946443"/>
                  </a:lnTo>
                  <a:lnTo>
                    <a:pt x="3216279" y="3057712"/>
                  </a:lnTo>
                  <a:lnTo>
                    <a:pt x="3188727" y="3166411"/>
                  </a:lnTo>
                  <a:lnTo>
                    <a:pt x="3161194" y="3272163"/>
                  </a:lnTo>
                  <a:lnTo>
                    <a:pt x="3133662" y="3374639"/>
                  </a:lnTo>
                  <a:lnTo>
                    <a:pt x="3106102" y="3473564"/>
                  </a:lnTo>
                  <a:lnTo>
                    <a:pt x="3078478" y="3568713"/>
                  </a:lnTo>
                  <a:lnTo>
                    <a:pt x="3050741" y="3659918"/>
                  </a:lnTo>
                  <a:lnTo>
                    <a:pt x="3022829" y="3747061"/>
                  </a:lnTo>
                  <a:lnTo>
                    <a:pt x="2994668" y="3830077"/>
                  </a:lnTo>
                  <a:lnTo>
                    <a:pt x="2966167" y="3908947"/>
                  </a:lnTo>
                  <a:lnTo>
                    <a:pt x="2937218" y="3983696"/>
                  </a:lnTo>
                  <a:lnTo>
                    <a:pt x="2907695" y="4054392"/>
                  </a:lnTo>
                  <a:lnTo>
                    <a:pt x="2896531" y="4079688"/>
                  </a:lnTo>
                  <a:lnTo>
                    <a:pt x="2854173" y="4168602"/>
                  </a:lnTo>
                  <a:lnTo>
                    <a:pt x="2809867" y="4249968"/>
                  </a:lnTo>
                  <a:lnTo>
                    <a:pt x="2763081" y="4324040"/>
                  </a:lnTo>
                  <a:lnTo>
                    <a:pt x="2713228" y="4391316"/>
                  </a:lnTo>
                  <a:lnTo>
                    <a:pt x="2659701" y="4452399"/>
                  </a:lnTo>
                  <a:lnTo>
                    <a:pt x="2601899" y="4507915"/>
                  </a:lnTo>
                  <a:lnTo>
                    <a:pt x="2539270" y="4558457"/>
                  </a:lnTo>
                  <a:lnTo>
                    <a:pt x="2471358" y="4604553"/>
                  </a:lnTo>
                  <a:lnTo>
                    <a:pt x="2397867" y="4646645"/>
                  </a:lnTo>
                  <a:lnTo>
                    <a:pt x="2318751" y="4685081"/>
                  </a:lnTo>
                  <a:lnTo>
                    <a:pt x="2234313" y="4720107"/>
                  </a:lnTo>
                  <a:lnTo>
                    <a:pt x="2145316" y="4751870"/>
                  </a:lnTo>
                  <a:lnTo>
                    <a:pt x="2053083" y="4780423"/>
                  </a:lnTo>
                  <a:lnTo>
                    <a:pt x="1959555" y="4805750"/>
                  </a:lnTo>
                  <a:lnTo>
                    <a:pt x="1867270" y="4827788"/>
                  </a:lnTo>
                  <a:lnTo>
                    <a:pt x="1779228" y="4846473"/>
                  </a:lnTo>
                  <a:lnTo>
                    <a:pt x="1698608" y="4861785"/>
                  </a:lnTo>
                  <a:lnTo>
                    <a:pt x="1628381" y="4873795"/>
                  </a:lnTo>
                  <a:lnTo>
                    <a:pt x="1570858" y="4882700"/>
                  </a:lnTo>
                  <a:lnTo>
                    <a:pt x="1527292" y="4888832"/>
                  </a:lnTo>
                  <a:lnTo>
                    <a:pt x="1497624" y="4892641"/>
                  </a:lnTo>
                  <a:lnTo>
                    <a:pt x="1480415" y="4894664"/>
                  </a:lnTo>
                  <a:lnTo>
                    <a:pt x="1472948" y="4895470"/>
                  </a:lnTo>
                  <a:lnTo>
                    <a:pt x="1471396" y="4895625"/>
                  </a:lnTo>
                  <a:lnTo>
                    <a:pt x="1471387" y="4895625"/>
                  </a:lnTo>
                  <a:lnTo>
                    <a:pt x="0" y="489562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58" name="pg1958"/>
            <p:cNvSpPr/>
            <p:nvPr/>
          </p:nvSpPr>
          <p:spPr>
            <a:xfrm>
              <a:off x="4799595" y="10578274"/>
              <a:ext cx="11981298" cy="326919"/>
            </a:xfrm>
            <a:custGeom>
              <a:avLst/>
              <a:pathLst>
                <a:path w="11981298" h="326919">
                  <a:moveTo>
                    <a:pt x="0" y="122594"/>
                  </a:moveTo>
                  <a:lnTo>
                    <a:pt x="1471387" y="122594"/>
                  </a:lnTo>
                  <a:lnTo>
                    <a:pt x="1472624" y="122600"/>
                  </a:lnTo>
                  <a:lnTo>
                    <a:pt x="1480743" y="122636"/>
                  </a:lnTo>
                  <a:lnTo>
                    <a:pt x="1501156" y="122737"/>
                  </a:lnTo>
                  <a:lnTo>
                    <a:pt x="1537520" y="122936"/>
                  </a:lnTo>
                  <a:lnTo>
                    <a:pt x="1591457" y="123263"/>
                  </a:lnTo>
                  <a:lnTo>
                    <a:pt x="1662430" y="123742"/>
                  </a:lnTo>
                  <a:lnTo>
                    <a:pt x="1747974" y="124390"/>
                  </a:lnTo>
                  <a:lnTo>
                    <a:pt x="1844268" y="125213"/>
                  </a:lnTo>
                  <a:lnTo>
                    <a:pt x="1946895" y="126213"/>
                  </a:lnTo>
                  <a:lnTo>
                    <a:pt x="2051574" y="127384"/>
                  </a:lnTo>
                  <a:lnTo>
                    <a:pt x="2154693" y="128725"/>
                  </a:lnTo>
                  <a:lnTo>
                    <a:pt x="2253564" y="130234"/>
                  </a:lnTo>
                  <a:lnTo>
                    <a:pt x="2346466" y="131915"/>
                  </a:lnTo>
                  <a:lnTo>
                    <a:pt x="2432521" y="133778"/>
                  </a:lnTo>
                  <a:lnTo>
                    <a:pt x="2511514" y="135840"/>
                  </a:lnTo>
                  <a:lnTo>
                    <a:pt x="2583705" y="138125"/>
                  </a:lnTo>
                  <a:lnTo>
                    <a:pt x="2649662" y="140661"/>
                  </a:lnTo>
                  <a:lnTo>
                    <a:pt x="2710133" y="143483"/>
                  </a:lnTo>
                  <a:lnTo>
                    <a:pt x="2765952" y="146627"/>
                  </a:lnTo>
                  <a:lnTo>
                    <a:pt x="2817973" y="150127"/>
                  </a:lnTo>
                  <a:lnTo>
                    <a:pt x="2867009" y="154013"/>
                  </a:lnTo>
                  <a:lnTo>
                    <a:pt x="2896531" y="156649"/>
                  </a:lnTo>
                  <a:lnTo>
                    <a:pt x="2952478" y="162271"/>
                  </a:lnTo>
                  <a:lnTo>
                    <a:pt x="3006590" y="168508"/>
                  </a:lnTo>
                  <a:lnTo>
                    <a:pt x="3059611" y="175365"/>
                  </a:lnTo>
                  <a:lnTo>
                    <a:pt x="3112068" y="182826"/>
                  </a:lnTo>
                  <a:lnTo>
                    <a:pt x="3164318" y="190846"/>
                  </a:lnTo>
                  <a:lnTo>
                    <a:pt x="3216571" y="199351"/>
                  </a:lnTo>
                  <a:lnTo>
                    <a:pt x="3268926" y="208240"/>
                  </a:lnTo>
                  <a:lnTo>
                    <a:pt x="3321392" y="217388"/>
                  </a:lnTo>
                  <a:lnTo>
                    <a:pt x="3373917" y="226655"/>
                  </a:lnTo>
                  <a:lnTo>
                    <a:pt x="3426427" y="235891"/>
                  </a:lnTo>
                  <a:lnTo>
                    <a:pt x="3478851" y="244950"/>
                  </a:lnTo>
                  <a:lnTo>
                    <a:pt x="3531159" y="253696"/>
                  </a:lnTo>
                  <a:lnTo>
                    <a:pt x="3583393" y="262013"/>
                  </a:lnTo>
                  <a:lnTo>
                    <a:pt x="3635694" y="269811"/>
                  </a:lnTo>
                  <a:lnTo>
                    <a:pt x="3688330" y="277029"/>
                  </a:lnTo>
                  <a:lnTo>
                    <a:pt x="3741723" y="283633"/>
                  </a:lnTo>
                  <a:lnTo>
                    <a:pt x="3796482" y="289616"/>
                  </a:lnTo>
                  <a:lnTo>
                    <a:pt x="3829811" y="292865"/>
                  </a:lnTo>
                  <a:lnTo>
                    <a:pt x="3877353" y="296999"/>
                  </a:lnTo>
                  <a:lnTo>
                    <a:pt x="3927413" y="300738"/>
                  </a:lnTo>
                  <a:lnTo>
                    <a:pt x="3980755" y="304102"/>
                  </a:lnTo>
                  <a:lnTo>
                    <a:pt x="4038212" y="307121"/>
                  </a:lnTo>
                  <a:lnTo>
                    <a:pt x="4100638" y="309832"/>
                  </a:lnTo>
                  <a:lnTo>
                    <a:pt x="4168844" y="312271"/>
                  </a:lnTo>
                  <a:lnTo>
                    <a:pt x="4243523" y="314469"/>
                  </a:lnTo>
                  <a:lnTo>
                    <a:pt x="4325146" y="316454"/>
                  </a:lnTo>
                  <a:lnTo>
                    <a:pt x="4413815" y="318248"/>
                  </a:lnTo>
                  <a:lnTo>
                    <a:pt x="4509092" y="319864"/>
                  </a:lnTo>
                  <a:lnTo>
                    <a:pt x="4609802" y="321309"/>
                  </a:lnTo>
                  <a:lnTo>
                    <a:pt x="4713870" y="322587"/>
                  </a:lnTo>
                  <a:lnTo>
                    <a:pt x="4818250" y="323695"/>
                  </a:lnTo>
                  <a:lnTo>
                    <a:pt x="4919033" y="324629"/>
                  </a:lnTo>
                  <a:lnTo>
                    <a:pt x="5011813" y="325386"/>
                  </a:lnTo>
                  <a:lnTo>
                    <a:pt x="5092303" y="325970"/>
                  </a:lnTo>
                  <a:lnTo>
                    <a:pt x="5157105" y="326390"/>
                  </a:lnTo>
                  <a:lnTo>
                    <a:pt x="5204424" y="326666"/>
                  </a:lnTo>
                  <a:lnTo>
                    <a:pt x="5234525" y="326824"/>
                  </a:lnTo>
                  <a:lnTo>
                    <a:pt x="5249816" y="326897"/>
                  </a:lnTo>
                  <a:lnTo>
                    <a:pt x="5254644" y="326918"/>
                  </a:lnTo>
                  <a:lnTo>
                    <a:pt x="5254955" y="326919"/>
                  </a:lnTo>
                  <a:lnTo>
                    <a:pt x="6726343" y="326919"/>
                  </a:lnTo>
                  <a:lnTo>
                    <a:pt x="6727579" y="326911"/>
                  </a:lnTo>
                  <a:lnTo>
                    <a:pt x="6735693" y="326854"/>
                  </a:lnTo>
                  <a:lnTo>
                    <a:pt x="6756094" y="326697"/>
                  </a:lnTo>
                  <a:lnTo>
                    <a:pt x="6792439" y="326387"/>
                  </a:lnTo>
                  <a:lnTo>
                    <a:pt x="6846348" y="325877"/>
                  </a:lnTo>
                  <a:lnTo>
                    <a:pt x="6917289" y="325130"/>
                  </a:lnTo>
                  <a:lnTo>
                    <a:pt x="7002799" y="324120"/>
                  </a:lnTo>
                  <a:lnTo>
                    <a:pt x="7099060" y="322836"/>
                  </a:lnTo>
                  <a:lnTo>
                    <a:pt x="7201658" y="321278"/>
                  </a:lnTo>
                  <a:lnTo>
                    <a:pt x="7306316" y="319451"/>
                  </a:lnTo>
                  <a:lnTo>
                    <a:pt x="7409420" y="317361"/>
                  </a:lnTo>
                  <a:lnTo>
                    <a:pt x="7508284" y="315008"/>
                  </a:lnTo>
                  <a:lnTo>
                    <a:pt x="7601184" y="312387"/>
                  </a:lnTo>
                  <a:lnTo>
                    <a:pt x="7687240" y="309482"/>
                  </a:lnTo>
                  <a:lnTo>
                    <a:pt x="7766238" y="306267"/>
                  </a:lnTo>
                  <a:lnTo>
                    <a:pt x="7838435" y="302704"/>
                  </a:lnTo>
                  <a:lnTo>
                    <a:pt x="7904398" y="298750"/>
                  </a:lnTo>
                  <a:lnTo>
                    <a:pt x="7964875" y="294351"/>
                  </a:lnTo>
                  <a:lnTo>
                    <a:pt x="8020699" y="289449"/>
                  </a:lnTo>
                  <a:lnTo>
                    <a:pt x="8072723" y="283991"/>
                  </a:lnTo>
                  <a:lnTo>
                    <a:pt x="8121759" y="277934"/>
                  </a:lnTo>
                  <a:lnTo>
                    <a:pt x="8151487" y="273795"/>
                  </a:lnTo>
                  <a:lnTo>
                    <a:pt x="8207031" y="265091"/>
                  </a:lnTo>
                  <a:lnTo>
                    <a:pt x="8260761" y="255445"/>
                  </a:lnTo>
                  <a:lnTo>
                    <a:pt x="8313407" y="244843"/>
                  </a:lnTo>
                  <a:lnTo>
                    <a:pt x="8365488" y="233313"/>
                  </a:lnTo>
                  <a:lnTo>
                    <a:pt x="8417357" y="220921"/>
                  </a:lnTo>
                  <a:lnTo>
                    <a:pt x="8469224" y="207778"/>
                  </a:lnTo>
                  <a:lnTo>
                    <a:pt x="8521189" y="194037"/>
                  </a:lnTo>
                  <a:lnTo>
                    <a:pt x="8573265" y="179886"/>
                  </a:lnTo>
                  <a:lnTo>
                    <a:pt x="8625403" y="165541"/>
                  </a:lnTo>
                  <a:lnTo>
                    <a:pt x="8677531" y="151227"/>
                  </a:lnTo>
                  <a:lnTo>
                    <a:pt x="8729578" y="137170"/>
                  </a:lnTo>
                  <a:lnTo>
                    <a:pt x="8781512" y="123579"/>
                  </a:lnTo>
                  <a:lnTo>
                    <a:pt x="8833365" y="110632"/>
                  </a:lnTo>
                  <a:lnTo>
                    <a:pt x="8885266" y="98471"/>
                  </a:lnTo>
                  <a:lnTo>
                    <a:pt x="8937463" y="87195"/>
                  </a:lnTo>
                  <a:lnTo>
                    <a:pt x="8990352" y="76859"/>
                  </a:lnTo>
                  <a:lnTo>
                    <a:pt x="9044504" y="67478"/>
                  </a:lnTo>
                  <a:lnTo>
                    <a:pt x="9084767" y="61297"/>
                  </a:lnTo>
                  <a:lnTo>
                    <a:pt x="9132299" y="54850"/>
                  </a:lnTo>
                  <a:lnTo>
                    <a:pt x="9182348" y="49017"/>
                  </a:lnTo>
                  <a:lnTo>
                    <a:pt x="9235677" y="43771"/>
                  </a:lnTo>
                  <a:lnTo>
                    <a:pt x="9293119" y="39062"/>
                  </a:lnTo>
                  <a:lnTo>
                    <a:pt x="9355527" y="34833"/>
                  </a:lnTo>
                  <a:lnTo>
                    <a:pt x="9423712" y="31029"/>
                  </a:lnTo>
                  <a:lnTo>
                    <a:pt x="9498367" y="27600"/>
                  </a:lnTo>
                  <a:lnTo>
                    <a:pt x="9579962" y="24503"/>
                  </a:lnTo>
                  <a:lnTo>
                    <a:pt x="9668601" y="21705"/>
                  </a:lnTo>
                  <a:lnTo>
                    <a:pt x="9763846" y="19185"/>
                  </a:lnTo>
                  <a:lnTo>
                    <a:pt x="9864526" y="16929"/>
                  </a:lnTo>
                  <a:lnTo>
                    <a:pt x="9968569" y="14935"/>
                  </a:lnTo>
                  <a:lnTo>
                    <a:pt x="10072931" y="13207"/>
                  </a:lnTo>
                  <a:lnTo>
                    <a:pt x="10173709" y="11750"/>
                  </a:lnTo>
                  <a:lnTo>
                    <a:pt x="10266501" y="10567"/>
                  </a:lnTo>
                  <a:lnTo>
                    <a:pt x="10347020" y="9656"/>
                  </a:lnTo>
                  <a:lnTo>
                    <a:pt x="10411866" y="9000"/>
                  </a:lnTo>
                  <a:lnTo>
                    <a:pt x="10459238" y="8570"/>
                  </a:lnTo>
                  <a:lnTo>
                    <a:pt x="10489394" y="8322"/>
                  </a:lnTo>
                  <a:lnTo>
                    <a:pt x="10504734" y="8208"/>
                  </a:lnTo>
                  <a:lnTo>
                    <a:pt x="10509594" y="8174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8674" y="7"/>
                  </a:lnTo>
                  <a:lnTo>
                    <a:pt x="10500560" y="64"/>
                  </a:lnTo>
                  <a:lnTo>
                    <a:pt x="10480159" y="222"/>
                  </a:lnTo>
                  <a:lnTo>
                    <a:pt x="10443814" y="532"/>
                  </a:lnTo>
                  <a:lnTo>
                    <a:pt x="10389905" y="1042"/>
                  </a:lnTo>
                  <a:lnTo>
                    <a:pt x="10318965" y="1789"/>
                  </a:lnTo>
                  <a:lnTo>
                    <a:pt x="10233455" y="2799"/>
                  </a:lnTo>
                  <a:lnTo>
                    <a:pt x="10137194" y="4083"/>
                  </a:lnTo>
                  <a:lnTo>
                    <a:pt x="10034595" y="5641"/>
                  </a:lnTo>
                  <a:lnTo>
                    <a:pt x="9929937" y="7468"/>
                  </a:lnTo>
                  <a:lnTo>
                    <a:pt x="9826833" y="9558"/>
                  </a:lnTo>
                  <a:lnTo>
                    <a:pt x="9727969" y="11911"/>
                  </a:lnTo>
                  <a:lnTo>
                    <a:pt x="9635070" y="14532"/>
                  </a:lnTo>
                  <a:lnTo>
                    <a:pt x="9549013" y="17437"/>
                  </a:lnTo>
                  <a:lnTo>
                    <a:pt x="9470015" y="20652"/>
                  </a:lnTo>
                  <a:lnTo>
                    <a:pt x="9397818" y="24214"/>
                  </a:lnTo>
                  <a:lnTo>
                    <a:pt x="9331855" y="28169"/>
                  </a:lnTo>
                  <a:lnTo>
                    <a:pt x="9271378" y="32568"/>
                  </a:lnTo>
                  <a:lnTo>
                    <a:pt x="9215554" y="37469"/>
                  </a:lnTo>
                  <a:lnTo>
                    <a:pt x="9163531" y="42927"/>
                  </a:lnTo>
                  <a:lnTo>
                    <a:pt x="9114494" y="48985"/>
                  </a:lnTo>
                  <a:lnTo>
                    <a:pt x="9084767" y="53124"/>
                  </a:lnTo>
                  <a:lnTo>
                    <a:pt x="9029223" y="61828"/>
                  </a:lnTo>
                  <a:lnTo>
                    <a:pt x="8975493" y="71474"/>
                  </a:lnTo>
                  <a:lnTo>
                    <a:pt x="8922847" y="82076"/>
                  </a:lnTo>
                  <a:lnTo>
                    <a:pt x="8870765" y="93606"/>
                  </a:lnTo>
                  <a:lnTo>
                    <a:pt x="8818896" y="105998"/>
                  </a:lnTo>
                  <a:lnTo>
                    <a:pt x="8767029" y="119141"/>
                  </a:lnTo>
                  <a:lnTo>
                    <a:pt x="8715064" y="132882"/>
                  </a:lnTo>
                  <a:lnTo>
                    <a:pt x="8662989" y="147032"/>
                  </a:lnTo>
                  <a:lnTo>
                    <a:pt x="8610850" y="161378"/>
                  </a:lnTo>
                  <a:lnTo>
                    <a:pt x="8558722" y="175692"/>
                  </a:lnTo>
                  <a:lnTo>
                    <a:pt x="8506675" y="189749"/>
                  </a:lnTo>
                  <a:lnTo>
                    <a:pt x="8454741" y="203340"/>
                  </a:lnTo>
                  <a:lnTo>
                    <a:pt x="8402888" y="216287"/>
                  </a:lnTo>
                  <a:lnTo>
                    <a:pt x="8350987" y="228448"/>
                  </a:lnTo>
                  <a:lnTo>
                    <a:pt x="8298790" y="239724"/>
                  </a:lnTo>
                  <a:lnTo>
                    <a:pt x="8245902" y="250060"/>
                  </a:lnTo>
                  <a:lnTo>
                    <a:pt x="8191749" y="259441"/>
                  </a:lnTo>
                  <a:lnTo>
                    <a:pt x="8151487" y="265622"/>
                  </a:lnTo>
                  <a:lnTo>
                    <a:pt x="8103954" y="272069"/>
                  </a:lnTo>
                  <a:lnTo>
                    <a:pt x="8053905" y="277902"/>
                  </a:lnTo>
                  <a:lnTo>
                    <a:pt x="8000577" y="283148"/>
                  </a:lnTo>
                  <a:lnTo>
                    <a:pt x="7943134" y="287857"/>
                  </a:lnTo>
                  <a:lnTo>
                    <a:pt x="7880726" y="292086"/>
                  </a:lnTo>
                  <a:lnTo>
                    <a:pt x="7812541" y="295890"/>
                  </a:lnTo>
                  <a:lnTo>
                    <a:pt x="7737886" y="299319"/>
                  </a:lnTo>
                  <a:lnTo>
                    <a:pt x="7656291" y="302416"/>
                  </a:lnTo>
                  <a:lnTo>
                    <a:pt x="7567652" y="305214"/>
                  </a:lnTo>
                  <a:lnTo>
                    <a:pt x="7472407" y="307734"/>
                  </a:lnTo>
                  <a:lnTo>
                    <a:pt x="7371727" y="309990"/>
                  </a:lnTo>
                  <a:lnTo>
                    <a:pt x="7267684" y="311984"/>
                  </a:lnTo>
                  <a:lnTo>
                    <a:pt x="7163322" y="313712"/>
                  </a:lnTo>
                  <a:lnTo>
                    <a:pt x="7062544" y="315169"/>
                  </a:lnTo>
                  <a:lnTo>
                    <a:pt x="6969753" y="316352"/>
                  </a:lnTo>
                  <a:lnTo>
                    <a:pt x="6889234" y="317262"/>
                  </a:lnTo>
                  <a:lnTo>
                    <a:pt x="6824388" y="317919"/>
                  </a:lnTo>
                  <a:lnTo>
                    <a:pt x="6777015" y="318349"/>
                  </a:lnTo>
                  <a:lnTo>
                    <a:pt x="6746859" y="318597"/>
                  </a:lnTo>
                  <a:lnTo>
                    <a:pt x="6731519" y="318711"/>
                  </a:lnTo>
                  <a:lnTo>
                    <a:pt x="6726660" y="318744"/>
                  </a:lnTo>
                  <a:lnTo>
                    <a:pt x="6726343" y="318746"/>
                  </a:lnTo>
                  <a:lnTo>
                    <a:pt x="5254955" y="318746"/>
                  </a:lnTo>
                  <a:lnTo>
                    <a:pt x="5253718" y="318741"/>
                  </a:lnTo>
                  <a:lnTo>
                    <a:pt x="5245599" y="318705"/>
                  </a:lnTo>
                  <a:lnTo>
                    <a:pt x="5225186" y="318604"/>
                  </a:lnTo>
                  <a:lnTo>
                    <a:pt x="5188822" y="318405"/>
                  </a:lnTo>
                  <a:lnTo>
                    <a:pt x="5134885" y="318078"/>
                  </a:lnTo>
                  <a:lnTo>
                    <a:pt x="5063912" y="317599"/>
                  </a:lnTo>
                  <a:lnTo>
                    <a:pt x="4978368" y="316951"/>
                  </a:lnTo>
                  <a:lnTo>
                    <a:pt x="4882074" y="316128"/>
                  </a:lnTo>
                  <a:lnTo>
                    <a:pt x="4779448" y="315128"/>
                  </a:lnTo>
                  <a:lnTo>
                    <a:pt x="4674768" y="313957"/>
                  </a:lnTo>
                  <a:lnTo>
                    <a:pt x="4571650" y="312616"/>
                  </a:lnTo>
                  <a:lnTo>
                    <a:pt x="4472778" y="311107"/>
                  </a:lnTo>
                  <a:lnTo>
                    <a:pt x="4379876" y="309426"/>
                  </a:lnTo>
                  <a:lnTo>
                    <a:pt x="4293821" y="307563"/>
                  </a:lnTo>
                  <a:lnTo>
                    <a:pt x="4214828" y="305501"/>
                  </a:lnTo>
                  <a:lnTo>
                    <a:pt x="4142637" y="303216"/>
                  </a:lnTo>
                  <a:lnTo>
                    <a:pt x="4076680" y="300680"/>
                  </a:lnTo>
                  <a:lnTo>
                    <a:pt x="4016209" y="297858"/>
                  </a:lnTo>
                  <a:lnTo>
                    <a:pt x="3960390" y="294714"/>
                  </a:lnTo>
                  <a:lnTo>
                    <a:pt x="3908369" y="291213"/>
                  </a:lnTo>
                  <a:lnTo>
                    <a:pt x="3859333" y="287328"/>
                  </a:lnTo>
                  <a:lnTo>
                    <a:pt x="3829811" y="284692"/>
                  </a:lnTo>
                  <a:lnTo>
                    <a:pt x="3773864" y="279070"/>
                  </a:lnTo>
                  <a:lnTo>
                    <a:pt x="3719752" y="272833"/>
                  </a:lnTo>
                  <a:lnTo>
                    <a:pt x="3666731" y="265976"/>
                  </a:lnTo>
                  <a:lnTo>
                    <a:pt x="3614274" y="258515"/>
                  </a:lnTo>
                  <a:lnTo>
                    <a:pt x="3562024" y="250495"/>
                  </a:lnTo>
                  <a:lnTo>
                    <a:pt x="3509771" y="241990"/>
                  </a:lnTo>
                  <a:lnTo>
                    <a:pt x="3457416" y="233101"/>
                  </a:lnTo>
                  <a:lnTo>
                    <a:pt x="3404950" y="223953"/>
                  </a:lnTo>
                  <a:lnTo>
                    <a:pt x="3352425" y="214686"/>
                  </a:lnTo>
                  <a:lnTo>
                    <a:pt x="3299915" y="205450"/>
                  </a:lnTo>
                  <a:lnTo>
                    <a:pt x="3247491" y="196391"/>
                  </a:lnTo>
                  <a:lnTo>
                    <a:pt x="3195183" y="187645"/>
                  </a:lnTo>
                  <a:lnTo>
                    <a:pt x="3142949" y="179328"/>
                  </a:lnTo>
                  <a:lnTo>
                    <a:pt x="3090648" y="171530"/>
                  </a:lnTo>
                  <a:lnTo>
                    <a:pt x="3038012" y="164312"/>
                  </a:lnTo>
                  <a:lnTo>
                    <a:pt x="2984619" y="157708"/>
                  </a:lnTo>
                  <a:lnTo>
                    <a:pt x="2929861" y="151725"/>
                  </a:lnTo>
                  <a:lnTo>
                    <a:pt x="2896531" y="148476"/>
                  </a:lnTo>
                  <a:lnTo>
                    <a:pt x="2848989" y="144342"/>
                  </a:lnTo>
                  <a:lnTo>
                    <a:pt x="2798929" y="140603"/>
                  </a:lnTo>
                  <a:lnTo>
                    <a:pt x="2745587" y="137239"/>
                  </a:lnTo>
                  <a:lnTo>
                    <a:pt x="2688130" y="134220"/>
                  </a:lnTo>
                  <a:lnTo>
                    <a:pt x="2625704" y="131509"/>
                  </a:lnTo>
                  <a:lnTo>
                    <a:pt x="2557498" y="129070"/>
                  </a:lnTo>
                  <a:lnTo>
                    <a:pt x="2482819" y="126872"/>
                  </a:lnTo>
                  <a:lnTo>
                    <a:pt x="2401196" y="124886"/>
                  </a:lnTo>
                  <a:lnTo>
                    <a:pt x="2312527" y="123093"/>
                  </a:lnTo>
                  <a:lnTo>
                    <a:pt x="2217250" y="121477"/>
                  </a:lnTo>
                  <a:lnTo>
                    <a:pt x="2116540" y="120032"/>
                  </a:lnTo>
                  <a:lnTo>
                    <a:pt x="2012472" y="118754"/>
                  </a:lnTo>
                  <a:lnTo>
                    <a:pt x="1908092" y="117646"/>
                  </a:lnTo>
                  <a:lnTo>
                    <a:pt x="1807309" y="116712"/>
                  </a:lnTo>
                  <a:lnTo>
                    <a:pt x="1714529" y="115955"/>
                  </a:lnTo>
                  <a:lnTo>
                    <a:pt x="1634039" y="115371"/>
                  </a:lnTo>
                  <a:lnTo>
                    <a:pt x="1569237" y="114951"/>
                  </a:lnTo>
                  <a:lnTo>
                    <a:pt x="1521918" y="114675"/>
                  </a:lnTo>
                  <a:lnTo>
                    <a:pt x="1491817" y="114517"/>
                  </a:lnTo>
                  <a:lnTo>
                    <a:pt x="1476526" y="114444"/>
                  </a:lnTo>
                  <a:lnTo>
                    <a:pt x="1471698" y="114423"/>
                  </a:lnTo>
                  <a:lnTo>
                    <a:pt x="1471387" y="114421"/>
                  </a:lnTo>
                  <a:lnTo>
                    <a:pt x="0" y="114421"/>
                  </a:lnTo>
                  <a:close/>
                </a:path>
              </a:pathLst>
            </a:custGeom>
            <a:solidFill>
              <a:srgbClr val="F1C40F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959" name="pl1959"/>
            <p:cNvSpPr/>
            <p:nvPr/>
          </p:nvSpPr>
          <p:spPr>
            <a:xfrm>
              <a:off x="4799595" y="10586447"/>
              <a:ext cx="11981298" cy="318746"/>
            </a:xfrm>
            <a:custGeom>
              <a:avLst/>
              <a:pathLst>
                <a:path w="11981298" h="318746">
                  <a:moveTo>
                    <a:pt x="0" y="114421"/>
                  </a:moveTo>
                  <a:lnTo>
                    <a:pt x="1471387" y="114421"/>
                  </a:lnTo>
                  <a:lnTo>
                    <a:pt x="1472624" y="114427"/>
                  </a:lnTo>
                  <a:lnTo>
                    <a:pt x="1480743" y="114463"/>
                  </a:lnTo>
                  <a:lnTo>
                    <a:pt x="1501156" y="114564"/>
                  </a:lnTo>
                  <a:lnTo>
                    <a:pt x="1537520" y="114763"/>
                  </a:lnTo>
                  <a:lnTo>
                    <a:pt x="1591457" y="115090"/>
                  </a:lnTo>
                  <a:lnTo>
                    <a:pt x="1662430" y="115569"/>
                  </a:lnTo>
                  <a:lnTo>
                    <a:pt x="1747974" y="116217"/>
                  </a:lnTo>
                  <a:lnTo>
                    <a:pt x="1844268" y="117040"/>
                  </a:lnTo>
                  <a:lnTo>
                    <a:pt x="1946895" y="118040"/>
                  </a:lnTo>
                  <a:lnTo>
                    <a:pt x="2051574" y="119211"/>
                  </a:lnTo>
                  <a:lnTo>
                    <a:pt x="2154693" y="120552"/>
                  </a:lnTo>
                  <a:lnTo>
                    <a:pt x="2253564" y="122061"/>
                  </a:lnTo>
                  <a:lnTo>
                    <a:pt x="2346466" y="123742"/>
                  </a:lnTo>
                  <a:lnTo>
                    <a:pt x="2432521" y="125605"/>
                  </a:lnTo>
                  <a:lnTo>
                    <a:pt x="2511514" y="127667"/>
                  </a:lnTo>
                  <a:lnTo>
                    <a:pt x="2583705" y="129952"/>
                  </a:lnTo>
                  <a:lnTo>
                    <a:pt x="2649662" y="132488"/>
                  </a:lnTo>
                  <a:lnTo>
                    <a:pt x="2710133" y="135310"/>
                  </a:lnTo>
                  <a:lnTo>
                    <a:pt x="2765952" y="138454"/>
                  </a:lnTo>
                  <a:lnTo>
                    <a:pt x="2817973" y="141954"/>
                  </a:lnTo>
                  <a:lnTo>
                    <a:pt x="2867009" y="145840"/>
                  </a:lnTo>
                  <a:lnTo>
                    <a:pt x="2896531" y="148476"/>
                  </a:lnTo>
                  <a:lnTo>
                    <a:pt x="2952478" y="154098"/>
                  </a:lnTo>
                  <a:lnTo>
                    <a:pt x="3006590" y="160335"/>
                  </a:lnTo>
                  <a:lnTo>
                    <a:pt x="3059611" y="167192"/>
                  </a:lnTo>
                  <a:lnTo>
                    <a:pt x="3112068" y="174653"/>
                  </a:lnTo>
                  <a:lnTo>
                    <a:pt x="3164318" y="182673"/>
                  </a:lnTo>
                  <a:lnTo>
                    <a:pt x="3216571" y="191178"/>
                  </a:lnTo>
                  <a:lnTo>
                    <a:pt x="3268926" y="200067"/>
                  </a:lnTo>
                  <a:lnTo>
                    <a:pt x="3321392" y="209215"/>
                  </a:lnTo>
                  <a:lnTo>
                    <a:pt x="3373917" y="218482"/>
                  </a:lnTo>
                  <a:lnTo>
                    <a:pt x="3426427" y="227718"/>
                  </a:lnTo>
                  <a:lnTo>
                    <a:pt x="3478851" y="236777"/>
                  </a:lnTo>
                  <a:lnTo>
                    <a:pt x="3531159" y="245523"/>
                  </a:lnTo>
                  <a:lnTo>
                    <a:pt x="3583393" y="253840"/>
                  </a:lnTo>
                  <a:lnTo>
                    <a:pt x="3635694" y="261638"/>
                  </a:lnTo>
                  <a:lnTo>
                    <a:pt x="3688330" y="268856"/>
                  </a:lnTo>
                  <a:lnTo>
                    <a:pt x="3741723" y="275460"/>
                  </a:lnTo>
                  <a:lnTo>
                    <a:pt x="3796482" y="281443"/>
                  </a:lnTo>
                  <a:lnTo>
                    <a:pt x="3829811" y="284692"/>
                  </a:lnTo>
                  <a:lnTo>
                    <a:pt x="3877353" y="288826"/>
                  </a:lnTo>
                  <a:lnTo>
                    <a:pt x="3927413" y="292565"/>
                  </a:lnTo>
                  <a:lnTo>
                    <a:pt x="3980755" y="295929"/>
                  </a:lnTo>
                  <a:lnTo>
                    <a:pt x="4038212" y="298948"/>
                  </a:lnTo>
                  <a:lnTo>
                    <a:pt x="4100638" y="301659"/>
                  </a:lnTo>
                  <a:lnTo>
                    <a:pt x="4168844" y="304098"/>
                  </a:lnTo>
                  <a:lnTo>
                    <a:pt x="4243523" y="306296"/>
                  </a:lnTo>
                  <a:lnTo>
                    <a:pt x="4325146" y="308281"/>
                  </a:lnTo>
                  <a:lnTo>
                    <a:pt x="4413815" y="310075"/>
                  </a:lnTo>
                  <a:lnTo>
                    <a:pt x="4509092" y="311691"/>
                  </a:lnTo>
                  <a:lnTo>
                    <a:pt x="4609802" y="313136"/>
                  </a:lnTo>
                  <a:lnTo>
                    <a:pt x="4713870" y="314414"/>
                  </a:lnTo>
                  <a:lnTo>
                    <a:pt x="4818250" y="315522"/>
                  </a:lnTo>
                  <a:lnTo>
                    <a:pt x="4919033" y="316456"/>
                  </a:lnTo>
                  <a:lnTo>
                    <a:pt x="5011813" y="317213"/>
                  </a:lnTo>
                  <a:lnTo>
                    <a:pt x="5092303" y="317797"/>
                  </a:lnTo>
                  <a:lnTo>
                    <a:pt x="5157105" y="318217"/>
                  </a:lnTo>
                  <a:lnTo>
                    <a:pt x="5204424" y="318493"/>
                  </a:lnTo>
                  <a:lnTo>
                    <a:pt x="5234525" y="318651"/>
                  </a:lnTo>
                  <a:lnTo>
                    <a:pt x="5249816" y="318724"/>
                  </a:lnTo>
                  <a:lnTo>
                    <a:pt x="5254644" y="318745"/>
                  </a:lnTo>
                  <a:lnTo>
                    <a:pt x="5254955" y="318746"/>
                  </a:lnTo>
                  <a:lnTo>
                    <a:pt x="6726343" y="318746"/>
                  </a:lnTo>
                  <a:lnTo>
                    <a:pt x="6727579" y="318738"/>
                  </a:lnTo>
                  <a:lnTo>
                    <a:pt x="6735693" y="318681"/>
                  </a:lnTo>
                  <a:lnTo>
                    <a:pt x="6756094" y="318524"/>
                  </a:lnTo>
                  <a:lnTo>
                    <a:pt x="6792439" y="318214"/>
                  </a:lnTo>
                  <a:lnTo>
                    <a:pt x="6846348" y="317704"/>
                  </a:lnTo>
                  <a:lnTo>
                    <a:pt x="6917289" y="316957"/>
                  </a:lnTo>
                  <a:lnTo>
                    <a:pt x="7002799" y="315947"/>
                  </a:lnTo>
                  <a:lnTo>
                    <a:pt x="7099060" y="314663"/>
                  </a:lnTo>
                  <a:lnTo>
                    <a:pt x="7201658" y="313105"/>
                  </a:lnTo>
                  <a:lnTo>
                    <a:pt x="7306316" y="311278"/>
                  </a:lnTo>
                  <a:lnTo>
                    <a:pt x="7409420" y="309188"/>
                  </a:lnTo>
                  <a:lnTo>
                    <a:pt x="7508284" y="306835"/>
                  </a:lnTo>
                  <a:lnTo>
                    <a:pt x="7601184" y="304214"/>
                  </a:lnTo>
                  <a:lnTo>
                    <a:pt x="7687240" y="301309"/>
                  </a:lnTo>
                  <a:lnTo>
                    <a:pt x="7766238" y="298094"/>
                  </a:lnTo>
                  <a:lnTo>
                    <a:pt x="7838435" y="294531"/>
                  </a:lnTo>
                  <a:lnTo>
                    <a:pt x="7904398" y="290577"/>
                  </a:lnTo>
                  <a:lnTo>
                    <a:pt x="7964875" y="286178"/>
                  </a:lnTo>
                  <a:lnTo>
                    <a:pt x="8020699" y="281276"/>
                  </a:lnTo>
                  <a:lnTo>
                    <a:pt x="8072723" y="275818"/>
                  </a:lnTo>
                  <a:lnTo>
                    <a:pt x="8121759" y="269761"/>
                  </a:lnTo>
                  <a:lnTo>
                    <a:pt x="8151487" y="265622"/>
                  </a:lnTo>
                  <a:lnTo>
                    <a:pt x="8207031" y="256918"/>
                  </a:lnTo>
                  <a:lnTo>
                    <a:pt x="8260761" y="247272"/>
                  </a:lnTo>
                  <a:lnTo>
                    <a:pt x="8313407" y="236670"/>
                  </a:lnTo>
                  <a:lnTo>
                    <a:pt x="8365488" y="225140"/>
                  </a:lnTo>
                  <a:lnTo>
                    <a:pt x="8417357" y="212748"/>
                  </a:lnTo>
                  <a:lnTo>
                    <a:pt x="8469224" y="199605"/>
                  </a:lnTo>
                  <a:lnTo>
                    <a:pt x="8521189" y="185864"/>
                  </a:lnTo>
                  <a:lnTo>
                    <a:pt x="8573265" y="171713"/>
                  </a:lnTo>
                  <a:lnTo>
                    <a:pt x="8625403" y="157368"/>
                  </a:lnTo>
                  <a:lnTo>
                    <a:pt x="8677531" y="143054"/>
                  </a:lnTo>
                  <a:lnTo>
                    <a:pt x="8729578" y="128997"/>
                  </a:lnTo>
                  <a:lnTo>
                    <a:pt x="8781512" y="115406"/>
                  </a:lnTo>
                  <a:lnTo>
                    <a:pt x="8833365" y="102459"/>
                  </a:lnTo>
                  <a:lnTo>
                    <a:pt x="8885266" y="90298"/>
                  </a:lnTo>
                  <a:lnTo>
                    <a:pt x="8937463" y="79022"/>
                  </a:lnTo>
                  <a:lnTo>
                    <a:pt x="8990352" y="68686"/>
                  </a:lnTo>
                  <a:lnTo>
                    <a:pt x="9044504" y="59305"/>
                  </a:lnTo>
                  <a:lnTo>
                    <a:pt x="9084767" y="53124"/>
                  </a:lnTo>
                  <a:lnTo>
                    <a:pt x="9132299" y="46677"/>
                  </a:lnTo>
                  <a:lnTo>
                    <a:pt x="9182348" y="40844"/>
                  </a:lnTo>
                  <a:lnTo>
                    <a:pt x="9235677" y="35598"/>
                  </a:lnTo>
                  <a:lnTo>
                    <a:pt x="9293119" y="30889"/>
                  </a:lnTo>
                  <a:lnTo>
                    <a:pt x="9355527" y="26660"/>
                  </a:lnTo>
                  <a:lnTo>
                    <a:pt x="9423712" y="22856"/>
                  </a:lnTo>
                  <a:lnTo>
                    <a:pt x="9498367" y="19427"/>
                  </a:lnTo>
                  <a:lnTo>
                    <a:pt x="9579962" y="16330"/>
                  </a:lnTo>
                  <a:lnTo>
                    <a:pt x="9668601" y="13532"/>
                  </a:lnTo>
                  <a:lnTo>
                    <a:pt x="9763846" y="11012"/>
                  </a:lnTo>
                  <a:lnTo>
                    <a:pt x="9864526" y="8756"/>
                  </a:lnTo>
                  <a:lnTo>
                    <a:pt x="9968569" y="6762"/>
                  </a:lnTo>
                  <a:lnTo>
                    <a:pt x="10072931" y="5034"/>
                  </a:lnTo>
                  <a:lnTo>
                    <a:pt x="10173709" y="3577"/>
                  </a:lnTo>
                  <a:lnTo>
                    <a:pt x="10266501" y="2394"/>
                  </a:lnTo>
                  <a:lnTo>
                    <a:pt x="10347020" y="1483"/>
                  </a:lnTo>
                  <a:lnTo>
                    <a:pt x="10411866" y="827"/>
                  </a:lnTo>
                  <a:lnTo>
                    <a:pt x="10459238" y="397"/>
                  </a:lnTo>
                  <a:lnTo>
                    <a:pt x="10489394" y="149"/>
                  </a:lnTo>
                  <a:lnTo>
                    <a:pt x="10504734" y="35"/>
                  </a:lnTo>
                  <a:lnTo>
                    <a:pt x="10509594" y="1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60" name="pl1960"/>
            <p:cNvSpPr/>
            <p:nvPr/>
          </p:nvSpPr>
          <p:spPr>
            <a:xfrm>
              <a:off x="4799595" y="10578274"/>
              <a:ext cx="11981298" cy="318746"/>
            </a:xfrm>
            <a:custGeom>
              <a:avLst/>
              <a:pathLst>
                <a:path w="11981298" h="318746">
                  <a:moveTo>
                    <a:pt x="11981298" y="0"/>
                  </a:moveTo>
                  <a:lnTo>
                    <a:pt x="10509911" y="0"/>
                  </a:lnTo>
                  <a:lnTo>
                    <a:pt x="10508674" y="7"/>
                  </a:lnTo>
                  <a:lnTo>
                    <a:pt x="10500560" y="64"/>
                  </a:lnTo>
                  <a:lnTo>
                    <a:pt x="10480159" y="222"/>
                  </a:lnTo>
                  <a:lnTo>
                    <a:pt x="10443814" y="532"/>
                  </a:lnTo>
                  <a:lnTo>
                    <a:pt x="10389905" y="1042"/>
                  </a:lnTo>
                  <a:lnTo>
                    <a:pt x="10318965" y="1789"/>
                  </a:lnTo>
                  <a:lnTo>
                    <a:pt x="10233455" y="2799"/>
                  </a:lnTo>
                  <a:lnTo>
                    <a:pt x="10137194" y="4083"/>
                  </a:lnTo>
                  <a:lnTo>
                    <a:pt x="10034595" y="5641"/>
                  </a:lnTo>
                  <a:lnTo>
                    <a:pt x="9929937" y="7468"/>
                  </a:lnTo>
                  <a:lnTo>
                    <a:pt x="9826833" y="9558"/>
                  </a:lnTo>
                  <a:lnTo>
                    <a:pt x="9727969" y="11911"/>
                  </a:lnTo>
                  <a:lnTo>
                    <a:pt x="9635070" y="14532"/>
                  </a:lnTo>
                  <a:lnTo>
                    <a:pt x="9549013" y="17437"/>
                  </a:lnTo>
                  <a:lnTo>
                    <a:pt x="9470015" y="20652"/>
                  </a:lnTo>
                  <a:lnTo>
                    <a:pt x="9397818" y="24214"/>
                  </a:lnTo>
                  <a:lnTo>
                    <a:pt x="9331855" y="28169"/>
                  </a:lnTo>
                  <a:lnTo>
                    <a:pt x="9271378" y="32568"/>
                  </a:lnTo>
                  <a:lnTo>
                    <a:pt x="9215554" y="37469"/>
                  </a:lnTo>
                  <a:lnTo>
                    <a:pt x="9163531" y="42927"/>
                  </a:lnTo>
                  <a:lnTo>
                    <a:pt x="9114494" y="48985"/>
                  </a:lnTo>
                  <a:lnTo>
                    <a:pt x="9084767" y="53124"/>
                  </a:lnTo>
                  <a:lnTo>
                    <a:pt x="9029223" y="61828"/>
                  </a:lnTo>
                  <a:lnTo>
                    <a:pt x="8975493" y="71474"/>
                  </a:lnTo>
                  <a:lnTo>
                    <a:pt x="8922847" y="82076"/>
                  </a:lnTo>
                  <a:lnTo>
                    <a:pt x="8870765" y="93606"/>
                  </a:lnTo>
                  <a:lnTo>
                    <a:pt x="8818896" y="105998"/>
                  </a:lnTo>
                  <a:lnTo>
                    <a:pt x="8767029" y="119141"/>
                  </a:lnTo>
                  <a:lnTo>
                    <a:pt x="8715064" y="132882"/>
                  </a:lnTo>
                  <a:lnTo>
                    <a:pt x="8662989" y="147032"/>
                  </a:lnTo>
                  <a:lnTo>
                    <a:pt x="8610850" y="161378"/>
                  </a:lnTo>
                  <a:lnTo>
                    <a:pt x="8558722" y="175692"/>
                  </a:lnTo>
                  <a:lnTo>
                    <a:pt x="8506675" y="189749"/>
                  </a:lnTo>
                  <a:lnTo>
                    <a:pt x="8454741" y="203340"/>
                  </a:lnTo>
                  <a:lnTo>
                    <a:pt x="8402888" y="216287"/>
                  </a:lnTo>
                  <a:lnTo>
                    <a:pt x="8350987" y="228448"/>
                  </a:lnTo>
                  <a:lnTo>
                    <a:pt x="8298790" y="239724"/>
                  </a:lnTo>
                  <a:lnTo>
                    <a:pt x="8245902" y="250060"/>
                  </a:lnTo>
                  <a:lnTo>
                    <a:pt x="8191749" y="259441"/>
                  </a:lnTo>
                  <a:lnTo>
                    <a:pt x="8151487" y="265622"/>
                  </a:lnTo>
                  <a:lnTo>
                    <a:pt x="8103954" y="272069"/>
                  </a:lnTo>
                  <a:lnTo>
                    <a:pt x="8053905" y="277902"/>
                  </a:lnTo>
                  <a:lnTo>
                    <a:pt x="8000577" y="283148"/>
                  </a:lnTo>
                  <a:lnTo>
                    <a:pt x="7943134" y="287857"/>
                  </a:lnTo>
                  <a:lnTo>
                    <a:pt x="7880726" y="292086"/>
                  </a:lnTo>
                  <a:lnTo>
                    <a:pt x="7812541" y="295890"/>
                  </a:lnTo>
                  <a:lnTo>
                    <a:pt x="7737886" y="299319"/>
                  </a:lnTo>
                  <a:lnTo>
                    <a:pt x="7656291" y="302416"/>
                  </a:lnTo>
                  <a:lnTo>
                    <a:pt x="7567652" y="305214"/>
                  </a:lnTo>
                  <a:lnTo>
                    <a:pt x="7472407" y="307734"/>
                  </a:lnTo>
                  <a:lnTo>
                    <a:pt x="7371727" y="309990"/>
                  </a:lnTo>
                  <a:lnTo>
                    <a:pt x="7267684" y="311984"/>
                  </a:lnTo>
                  <a:lnTo>
                    <a:pt x="7163322" y="313712"/>
                  </a:lnTo>
                  <a:lnTo>
                    <a:pt x="7062544" y="315169"/>
                  </a:lnTo>
                  <a:lnTo>
                    <a:pt x="6969753" y="316352"/>
                  </a:lnTo>
                  <a:lnTo>
                    <a:pt x="6889234" y="317262"/>
                  </a:lnTo>
                  <a:lnTo>
                    <a:pt x="6824388" y="317919"/>
                  </a:lnTo>
                  <a:lnTo>
                    <a:pt x="6777015" y="318349"/>
                  </a:lnTo>
                  <a:lnTo>
                    <a:pt x="6746859" y="318597"/>
                  </a:lnTo>
                  <a:lnTo>
                    <a:pt x="6731519" y="318711"/>
                  </a:lnTo>
                  <a:lnTo>
                    <a:pt x="6726660" y="318744"/>
                  </a:lnTo>
                  <a:lnTo>
                    <a:pt x="6726343" y="318746"/>
                  </a:lnTo>
                  <a:lnTo>
                    <a:pt x="5254955" y="318746"/>
                  </a:lnTo>
                  <a:lnTo>
                    <a:pt x="5253718" y="318741"/>
                  </a:lnTo>
                  <a:lnTo>
                    <a:pt x="5245599" y="318705"/>
                  </a:lnTo>
                  <a:lnTo>
                    <a:pt x="5225186" y="318604"/>
                  </a:lnTo>
                  <a:lnTo>
                    <a:pt x="5188822" y="318405"/>
                  </a:lnTo>
                  <a:lnTo>
                    <a:pt x="5134885" y="318078"/>
                  </a:lnTo>
                  <a:lnTo>
                    <a:pt x="5063912" y="317599"/>
                  </a:lnTo>
                  <a:lnTo>
                    <a:pt x="4978368" y="316951"/>
                  </a:lnTo>
                  <a:lnTo>
                    <a:pt x="4882074" y="316128"/>
                  </a:lnTo>
                  <a:lnTo>
                    <a:pt x="4779448" y="315128"/>
                  </a:lnTo>
                  <a:lnTo>
                    <a:pt x="4674768" y="313957"/>
                  </a:lnTo>
                  <a:lnTo>
                    <a:pt x="4571650" y="312616"/>
                  </a:lnTo>
                  <a:lnTo>
                    <a:pt x="4472778" y="311107"/>
                  </a:lnTo>
                  <a:lnTo>
                    <a:pt x="4379876" y="309426"/>
                  </a:lnTo>
                  <a:lnTo>
                    <a:pt x="4293821" y="307563"/>
                  </a:lnTo>
                  <a:lnTo>
                    <a:pt x="4214828" y="305501"/>
                  </a:lnTo>
                  <a:lnTo>
                    <a:pt x="4142637" y="303216"/>
                  </a:lnTo>
                  <a:lnTo>
                    <a:pt x="4076680" y="300680"/>
                  </a:lnTo>
                  <a:lnTo>
                    <a:pt x="4016209" y="297858"/>
                  </a:lnTo>
                  <a:lnTo>
                    <a:pt x="3960390" y="294714"/>
                  </a:lnTo>
                  <a:lnTo>
                    <a:pt x="3908369" y="291213"/>
                  </a:lnTo>
                  <a:lnTo>
                    <a:pt x="3859333" y="287328"/>
                  </a:lnTo>
                  <a:lnTo>
                    <a:pt x="3829811" y="284692"/>
                  </a:lnTo>
                  <a:lnTo>
                    <a:pt x="3773864" y="279070"/>
                  </a:lnTo>
                  <a:lnTo>
                    <a:pt x="3719752" y="272833"/>
                  </a:lnTo>
                  <a:lnTo>
                    <a:pt x="3666731" y="265976"/>
                  </a:lnTo>
                  <a:lnTo>
                    <a:pt x="3614274" y="258515"/>
                  </a:lnTo>
                  <a:lnTo>
                    <a:pt x="3562024" y="250495"/>
                  </a:lnTo>
                  <a:lnTo>
                    <a:pt x="3509771" y="241990"/>
                  </a:lnTo>
                  <a:lnTo>
                    <a:pt x="3457416" y="233101"/>
                  </a:lnTo>
                  <a:lnTo>
                    <a:pt x="3404950" y="223953"/>
                  </a:lnTo>
                  <a:lnTo>
                    <a:pt x="3352425" y="214686"/>
                  </a:lnTo>
                  <a:lnTo>
                    <a:pt x="3299915" y="205450"/>
                  </a:lnTo>
                  <a:lnTo>
                    <a:pt x="3247491" y="196391"/>
                  </a:lnTo>
                  <a:lnTo>
                    <a:pt x="3195183" y="187645"/>
                  </a:lnTo>
                  <a:lnTo>
                    <a:pt x="3142949" y="179328"/>
                  </a:lnTo>
                  <a:lnTo>
                    <a:pt x="3090648" y="171530"/>
                  </a:lnTo>
                  <a:lnTo>
                    <a:pt x="3038012" y="164312"/>
                  </a:lnTo>
                  <a:lnTo>
                    <a:pt x="2984619" y="157708"/>
                  </a:lnTo>
                  <a:lnTo>
                    <a:pt x="2929861" y="151725"/>
                  </a:lnTo>
                  <a:lnTo>
                    <a:pt x="2896531" y="148476"/>
                  </a:lnTo>
                  <a:lnTo>
                    <a:pt x="2848989" y="144342"/>
                  </a:lnTo>
                  <a:lnTo>
                    <a:pt x="2798929" y="140603"/>
                  </a:lnTo>
                  <a:lnTo>
                    <a:pt x="2745587" y="137239"/>
                  </a:lnTo>
                  <a:lnTo>
                    <a:pt x="2688130" y="134220"/>
                  </a:lnTo>
                  <a:lnTo>
                    <a:pt x="2625704" y="131509"/>
                  </a:lnTo>
                  <a:lnTo>
                    <a:pt x="2557498" y="129070"/>
                  </a:lnTo>
                  <a:lnTo>
                    <a:pt x="2482819" y="126872"/>
                  </a:lnTo>
                  <a:lnTo>
                    <a:pt x="2401196" y="124886"/>
                  </a:lnTo>
                  <a:lnTo>
                    <a:pt x="2312527" y="123093"/>
                  </a:lnTo>
                  <a:lnTo>
                    <a:pt x="2217250" y="121477"/>
                  </a:lnTo>
                  <a:lnTo>
                    <a:pt x="2116540" y="120032"/>
                  </a:lnTo>
                  <a:lnTo>
                    <a:pt x="2012472" y="118754"/>
                  </a:lnTo>
                  <a:lnTo>
                    <a:pt x="1908092" y="117646"/>
                  </a:lnTo>
                  <a:lnTo>
                    <a:pt x="1807309" y="116712"/>
                  </a:lnTo>
                  <a:lnTo>
                    <a:pt x="1714529" y="115955"/>
                  </a:lnTo>
                  <a:lnTo>
                    <a:pt x="1634039" y="115371"/>
                  </a:lnTo>
                  <a:lnTo>
                    <a:pt x="1569237" y="114951"/>
                  </a:lnTo>
                  <a:lnTo>
                    <a:pt x="1521918" y="114675"/>
                  </a:lnTo>
                  <a:lnTo>
                    <a:pt x="1491817" y="114517"/>
                  </a:lnTo>
                  <a:lnTo>
                    <a:pt x="1476526" y="114444"/>
                  </a:lnTo>
                  <a:lnTo>
                    <a:pt x="1471698" y="114423"/>
                  </a:lnTo>
                  <a:lnTo>
                    <a:pt x="1471387" y="114421"/>
                  </a:lnTo>
                  <a:lnTo>
                    <a:pt x="0" y="11442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61" name="pg1961"/>
            <p:cNvSpPr/>
            <p:nvPr/>
          </p:nvSpPr>
          <p:spPr>
            <a:xfrm>
              <a:off x="4799595" y="6132163"/>
              <a:ext cx="11981298" cy="4527841"/>
            </a:xfrm>
            <a:custGeom>
              <a:avLst/>
              <a:pathLst>
                <a:path w="11981298" h="4527841">
                  <a:moveTo>
                    <a:pt x="0" y="4527841"/>
                  </a:moveTo>
                  <a:lnTo>
                    <a:pt x="1471387" y="4527841"/>
                  </a:lnTo>
                  <a:lnTo>
                    <a:pt x="1472298" y="4527758"/>
                  </a:lnTo>
                  <a:lnTo>
                    <a:pt x="1478312" y="4527168"/>
                  </a:lnTo>
                  <a:lnTo>
                    <a:pt x="1493571" y="4525539"/>
                  </a:lnTo>
                  <a:lnTo>
                    <a:pt x="1521093" y="4522329"/>
                  </a:lnTo>
                  <a:lnTo>
                    <a:pt x="1562603" y="4517020"/>
                  </a:lnTo>
                  <a:lnTo>
                    <a:pt x="1618406" y="4509169"/>
                  </a:lnTo>
                  <a:lnTo>
                    <a:pt x="1687422" y="4498441"/>
                  </a:lnTo>
                  <a:lnTo>
                    <a:pt x="1767419" y="4484629"/>
                  </a:lnTo>
                  <a:lnTo>
                    <a:pt x="1855419" y="4467652"/>
                  </a:lnTo>
                  <a:lnTo>
                    <a:pt x="1948158" y="4447517"/>
                  </a:lnTo>
                  <a:lnTo>
                    <a:pt x="2042517" y="4424283"/>
                  </a:lnTo>
                  <a:lnTo>
                    <a:pt x="2135821" y="4398011"/>
                  </a:lnTo>
                  <a:lnTo>
                    <a:pt x="2226009" y="4368725"/>
                  </a:lnTo>
                  <a:lnTo>
                    <a:pt x="2311658" y="4336380"/>
                  </a:lnTo>
                  <a:lnTo>
                    <a:pt x="2391938" y="4300846"/>
                  </a:lnTo>
                  <a:lnTo>
                    <a:pt x="2466502" y="4261897"/>
                  </a:lnTo>
                  <a:lnTo>
                    <a:pt x="2535376" y="4219211"/>
                  </a:lnTo>
                  <a:lnTo>
                    <a:pt x="2598848" y="4172373"/>
                  </a:lnTo>
                  <a:lnTo>
                    <a:pt x="2657380" y="4120887"/>
                  </a:lnTo>
                  <a:lnTo>
                    <a:pt x="2711536" y="4064194"/>
                  </a:lnTo>
                  <a:lnTo>
                    <a:pt x="2761931" y="4001700"/>
                  </a:lnTo>
                  <a:lnTo>
                    <a:pt x="2809191" y="3932832"/>
                  </a:lnTo>
                  <a:lnTo>
                    <a:pt x="2853916" y="3857115"/>
                  </a:lnTo>
                  <a:lnTo>
                    <a:pt x="2896531" y="3774563"/>
                  </a:lnTo>
                  <a:lnTo>
                    <a:pt x="2927405" y="3708207"/>
                  </a:lnTo>
                  <a:lnTo>
                    <a:pt x="2957609" y="3637854"/>
                  </a:lnTo>
                  <a:lnTo>
                    <a:pt x="2987293" y="3563423"/>
                  </a:lnTo>
                  <a:lnTo>
                    <a:pt x="3016583" y="3484876"/>
                  </a:lnTo>
                  <a:lnTo>
                    <a:pt x="3045585" y="3402220"/>
                  </a:lnTo>
                  <a:lnTo>
                    <a:pt x="3074384" y="3315514"/>
                  </a:lnTo>
                  <a:lnTo>
                    <a:pt x="3103053" y="3224869"/>
                  </a:lnTo>
                  <a:lnTo>
                    <a:pt x="3131647" y="3130452"/>
                  </a:lnTo>
                  <a:lnTo>
                    <a:pt x="3160209" y="3032489"/>
                  </a:lnTo>
                  <a:lnTo>
                    <a:pt x="3188771" y="2931261"/>
                  </a:lnTo>
                  <a:lnTo>
                    <a:pt x="3217354" y="2827105"/>
                  </a:lnTo>
                  <a:lnTo>
                    <a:pt x="3245969" y="2720412"/>
                  </a:lnTo>
                  <a:lnTo>
                    <a:pt x="3274619" y="2611617"/>
                  </a:lnTo>
                  <a:lnTo>
                    <a:pt x="3303302" y="2501196"/>
                  </a:lnTo>
                  <a:lnTo>
                    <a:pt x="3332011" y="2389656"/>
                  </a:lnTo>
                  <a:lnTo>
                    <a:pt x="3360734" y="2277529"/>
                  </a:lnTo>
                  <a:lnTo>
                    <a:pt x="3389458" y="2165356"/>
                  </a:lnTo>
                  <a:lnTo>
                    <a:pt x="3418170" y="2053679"/>
                  </a:lnTo>
                  <a:lnTo>
                    <a:pt x="3446858" y="1943031"/>
                  </a:lnTo>
                  <a:lnTo>
                    <a:pt x="3475515" y="1833926"/>
                  </a:lnTo>
                  <a:lnTo>
                    <a:pt x="3504135" y="1726844"/>
                  </a:lnTo>
                  <a:lnTo>
                    <a:pt x="3532723" y="1622229"/>
                  </a:lnTo>
                  <a:lnTo>
                    <a:pt x="3561287" y="1520479"/>
                  </a:lnTo>
                  <a:lnTo>
                    <a:pt x="3589847" y="1421940"/>
                  </a:lnTo>
                  <a:lnTo>
                    <a:pt x="3618433" y="1326904"/>
                  </a:lnTo>
                  <a:lnTo>
                    <a:pt x="3647086" y="1235606"/>
                  </a:lnTo>
                  <a:lnTo>
                    <a:pt x="3675859" y="1148222"/>
                  </a:lnTo>
                  <a:lnTo>
                    <a:pt x="3704820" y="1064873"/>
                  </a:lnTo>
                  <a:lnTo>
                    <a:pt x="3734055" y="985627"/>
                  </a:lnTo>
                  <a:lnTo>
                    <a:pt x="3763664" y="910499"/>
                  </a:lnTo>
                  <a:lnTo>
                    <a:pt x="3793770" y="839459"/>
                  </a:lnTo>
                  <a:lnTo>
                    <a:pt x="3824518" y="772433"/>
                  </a:lnTo>
                  <a:lnTo>
                    <a:pt x="3829811" y="761451"/>
                  </a:lnTo>
                  <a:lnTo>
                    <a:pt x="3872556" y="678662"/>
                  </a:lnTo>
                  <a:lnTo>
                    <a:pt x="3917288" y="602966"/>
                  </a:lnTo>
                  <a:lnTo>
                    <a:pt x="3964556" y="534118"/>
                  </a:lnTo>
                  <a:lnTo>
                    <a:pt x="4014961" y="471642"/>
                  </a:lnTo>
                  <a:lnTo>
                    <a:pt x="4069130" y="414965"/>
                  </a:lnTo>
                  <a:lnTo>
                    <a:pt x="4127675" y="363494"/>
                  </a:lnTo>
                  <a:lnTo>
                    <a:pt x="4191163" y="316669"/>
                  </a:lnTo>
                  <a:lnTo>
                    <a:pt x="4260053" y="273995"/>
                  </a:lnTo>
                  <a:lnTo>
                    <a:pt x="4334634" y="235056"/>
                  </a:lnTo>
                  <a:lnTo>
                    <a:pt x="4414931" y="199532"/>
                  </a:lnTo>
                  <a:lnTo>
                    <a:pt x="4500596" y="167196"/>
                  </a:lnTo>
                  <a:lnTo>
                    <a:pt x="4590795" y="137919"/>
                  </a:lnTo>
                  <a:lnTo>
                    <a:pt x="4684106" y="111656"/>
                  </a:lnTo>
                  <a:lnTo>
                    <a:pt x="4778464" y="88432"/>
                  </a:lnTo>
                  <a:lnTo>
                    <a:pt x="4871194" y="68306"/>
                  </a:lnTo>
                  <a:lnTo>
                    <a:pt x="4959175" y="51338"/>
                  </a:lnTo>
                  <a:lnTo>
                    <a:pt x="5039143" y="37536"/>
                  </a:lnTo>
                  <a:lnTo>
                    <a:pt x="5108123" y="26817"/>
                  </a:lnTo>
                  <a:lnTo>
                    <a:pt x="5163884" y="18974"/>
                  </a:lnTo>
                  <a:lnTo>
                    <a:pt x="5205351" y="13672"/>
                  </a:lnTo>
                  <a:lnTo>
                    <a:pt x="5232833" y="10467"/>
                  </a:lnTo>
                  <a:lnTo>
                    <a:pt x="5248060" y="8842"/>
                  </a:lnTo>
                  <a:lnTo>
                    <a:pt x="5254052" y="8255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518" y="8227"/>
                  </a:lnTo>
                  <a:lnTo>
                    <a:pt x="6735240" y="8618"/>
                  </a:lnTo>
                  <a:lnTo>
                    <a:pt x="6754688" y="9699"/>
                  </a:lnTo>
                  <a:lnTo>
                    <a:pt x="6789411" y="11827"/>
                  </a:lnTo>
                  <a:lnTo>
                    <a:pt x="6841070" y="15329"/>
                  </a:lnTo>
                  <a:lnTo>
                    <a:pt x="6909313" y="20474"/>
                  </a:lnTo>
                  <a:lnTo>
                    <a:pt x="6991951" y="27440"/>
                  </a:lnTo>
                  <a:lnTo>
                    <a:pt x="7085465" y="36314"/>
                  </a:lnTo>
                  <a:lnTo>
                    <a:pt x="7185690" y="47107"/>
                  </a:lnTo>
                  <a:lnTo>
                    <a:pt x="7288504" y="59787"/>
                  </a:lnTo>
                  <a:lnTo>
                    <a:pt x="7390351" y="74313"/>
                  </a:lnTo>
                  <a:lnTo>
                    <a:pt x="7488511" y="90667"/>
                  </a:lnTo>
                  <a:lnTo>
                    <a:pt x="7581176" y="108881"/>
                  </a:lnTo>
                  <a:lnTo>
                    <a:pt x="7667354" y="129051"/>
                  </a:lnTo>
                  <a:lnTo>
                    <a:pt x="7746711" y="151339"/>
                  </a:lnTo>
                  <a:lnTo>
                    <a:pt x="7819398" y="175977"/>
                  </a:lnTo>
                  <a:lnTo>
                    <a:pt x="7885891" y="203262"/>
                  </a:lnTo>
                  <a:lnTo>
                    <a:pt x="7946860" y="233546"/>
                  </a:lnTo>
                  <a:lnTo>
                    <a:pt x="8003083" y="267213"/>
                  </a:lnTo>
                  <a:lnTo>
                    <a:pt x="8055369" y="304651"/>
                  </a:lnTo>
                  <a:lnTo>
                    <a:pt x="8104508" y="346193"/>
                  </a:lnTo>
                  <a:lnTo>
                    <a:pt x="8151223" y="392027"/>
                  </a:lnTo>
                  <a:lnTo>
                    <a:pt x="8151487" y="392303"/>
                  </a:lnTo>
                  <a:lnTo>
                    <a:pt x="8192231" y="437561"/>
                  </a:lnTo>
                  <a:lnTo>
                    <a:pt x="8231887" y="486421"/>
                  </a:lnTo>
                  <a:lnTo>
                    <a:pt x="8270777" y="538953"/>
                  </a:lnTo>
                  <a:lnTo>
                    <a:pt x="8309153" y="595160"/>
                  </a:lnTo>
                  <a:lnTo>
                    <a:pt x="8347214" y="654963"/>
                  </a:lnTo>
                  <a:lnTo>
                    <a:pt x="8385108" y="718200"/>
                  </a:lnTo>
                  <a:lnTo>
                    <a:pt x="8422941" y="784619"/>
                  </a:lnTo>
                  <a:lnTo>
                    <a:pt x="8460785" y="853878"/>
                  </a:lnTo>
                  <a:lnTo>
                    <a:pt x="8498677" y="925551"/>
                  </a:lnTo>
                  <a:lnTo>
                    <a:pt x="8536632" y="999135"/>
                  </a:lnTo>
                  <a:lnTo>
                    <a:pt x="8574641" y="1074062"/>
                  </a:lnTo>
                  <a:lnTo>
                    <a:pt x="8612684" y="1149720"/>
                  </a:lnTo>
                  <a:lnTo>
                    <a:pt x="8650731" y="1225470"/>
                  </a:lnTo>
                  <a:lnTo>
                    <a:pt x="8688752" y="1300671"/>
                  </a:lnTo>
                  <a:lnTo>
                    <a:pt x="8726724" y="1374699"/>
                  </a:lnTo>
                  <a:lnTo>
                    <a:pt x="8764634" y="1446973"/>
                  </a:lnTo>
                  <a:lnTo>
                    <a:pt x="8802489" y="1516971"/>
                  </a:lnTo>
                  <a:lnTo>
                    <a:pt x="8840319" y="1584241"/>
                  </a:lnTo>
                  <a:lnTo>
                    <a:pt x="8878187" y="1648418"/>
                  </a:lnTo>
                  <a:lnTo>
                    <a:pt x="8916186" y="1709224"/>
                  </a:lnTo>
                  <a:lnTo>
                    <a:pt x="8954455" y="1766471"/>
                  </a:lnTo>
                  <a:lnTo>
                    <a:pt x="8993174" y="1820057"/>
                  </a:lnTo>
                  <a:lnTo>
                    <a:pt x="9032582" y="1869963"/>
                  </a:lnTo>
                  <a:lnTo>
                    <a:pt x="9072977" y="1916241"/>
                  </a:lnTo>
                  <a:lnTo>
                    <a:pt x="9084767" y="1928827"/>
                  </a:lnTo>
                  <a:lnTo>
                    <a:pt x="9131470" y="1974686"/>
                  </a:lnTo>
                  <a:lnTo>
                    <a:pt x="9180593" y="2016252"/>
                  </a:lnTo>
                  <a:lnTo>
                    <a:pt x="9232858" y="2053713"/>
                  </a:lnTo>
                  <a:lnTo>
                    <a:pt x="9289056" y="2087400"/>
                  </a:lnTo>
                  <a:lnTo>
                    <a:pt x="9349996" y="2117702"/>
                  </a:lnTo>
                  <a:lnTo>
                    <a:pt x="9416454" y="2145004"/>
                  </a:lnTo>
                  <a:lnTo>
                    <a:pt x="9489105" y="2169657"/>
                  </a:lnTo>
                  <a:lnTo>
                    <a:pt x="9568423" y="2191957"/>
                  </a:lnTo>
                  <a:lnTo>
                    <a:pt x="9654561" y="2212138"/>
                  </a:lnTo>
                  <a:lnTo>
                    <a:pt x="9747190" y="2230364"/>
                  </a:lnTo>
                  <a:lnTo>
                    <a:pt x="9845324" y="2246729"/>
                  </a:lnTo>
                  <a:lnTo>
                    <a:pt x="9947156" y="2261265"/>
                  </a:lnTo>
                  <a:lnTo>
                    <a:pt x="10049975" y="2273956"/>
                  </a:lnTo>
                  <a:lnTo>
                    <a:pt x="10150226" y="2284760"/>
                  </a:lnTo>
                  <a:lnTo>
                    <a:pt x="10243790" y="2293645"/>
                  </a:lnTo>
                  <a:lnTo>
                    <a:pt x="10326503" y="2300622"/>
                  </a:lnTo>
                  <a:lnTo>
                    <a:pt x="10394836" y="2305776"/>
                  </a:lnTo>
                  <a:lnTo>
                    <a:pt x="10446594" y="2309288"/>
                  </a:lnTo>
                  <a:lnTo>
                    <a:pt x="10481411" y="2311422"/>
                  </a:lnTo>
                  <a:lnTo>
                    <a:pt x="10500938" y="2312508"/>
                  </a:lnTo>
                  <a:lnTo>
                    <a:pt x="10508715" y="2312902"/>
                  </a:lnTo>
                  <a:lnTo>
                    <a:pt x="10509911" y="2312958"/>
                  </a:lnTo>
                  <a:lnTo>
                    <a:pt x="11981298" y="2312958"/>
                  </a:lnTo>
                  <a:lnTo>
                    <a:pt x="11981298" y="2304785"/>
                  </a:lnTo>
                  <a:lnTo>
                    <a:pt x="10509911" y="2304785"/>
                  </a:lnTo>
                  <a:lnTo>
                    <a:pt x="10508735" y="2304730"/>
                  </a:lnTo>
                  <a:lnTo>
                    <a:pt x="10501013" y="2304339"/>
                  </a:lnTo>
                  <a:lnTo>
                    <a:pt x="10481565" y="2303258"/>
                  </a:lnTo>
                  <a:lnTo>
                    <a:pt x="10446843" y="2301131"/>
                  </a:lnTo>
                  <a:lnTo>
                    <a:pt x="10395183" y="2297628"/>
                  </a:lnTo>
                  <a:lnTo>
                    <a:pt x="10326941" y="2292483"/>
                  </a:lnTo>
                  <a:lnTo>
                    <a:pt x="10244302" y="2285518"/>
                  </a:lnTo>
                  <a:lnTo>
                    <a:pt x="10150788" y="2276644"/>
                  </a:lnTo>
                  <a:lnTo>
                    <a:pt x="10050564" y="2265850"/>
                  </a:lnTo>
                  <a:lnTo>
                    <a:pt x="9947749" y="2253170"/>
                  </a:lnTo>
                  <a:lnTo>
                    <a:pt x="9845903" y="2238645"/>
                  </a:lnTo>
                  <a:lnTo>
                    <a:pt x="9747742" y="2222291"/>
                  </a:lnTo>
                  <a:lnTo>
                    <a:pt x="9655077" y="2204076"/>
                  </a:lnTo>
                  <a:lnTo>
                    <a:pt x="9568900" y="2183907"/>
                  </a:lnTo>
                  <a:lnTo>
                    <a:pt x="9489542" y="2161619"/>
                  </a:lnTo>
                  <a:lnTo>
                    <a:pt x="9416855" y="2136981"/>
                  </a:lnTo>
                  <a:lnTo>
                    <a:pt x="9350363" y="2109695"/>
                  </a:lnTo>
                  <a:lnTo>
                    <a:pt x="9289393" y="2079412"/>
                  </a:lnTo>
                  <a:lnTo>
                    <a:pt x="9233170" y="2045744"/>
                  </a:lnTo>
                  <a:lnTo>
                    <a:pt x="9180885" y="2008307"/>
                  </a:lnTo>
                  <a:lnTo>
                    <a:pt x="9131745" y="1966765"/>
                  </a:lnTo>
                  <a:lnTo>
                    <a:pt x="9085030" y="1920931"/>
                  </a:lnTo>
                  <a:lnTo>
                    <a:pt x="9084767" y="1920654"/>
                  </a:lnTo>
                  <a:lnTo>
                    <a:pt x="9044023" y="1875396"/>
                  </a:lnTo>
                  <a:lnTo>
                    <a:pt x="9004366" y="1826537"/>
                  </a:lnTo>
                  <a:lnTo>
                    <a:pt x="8965477" y="1774004"/>
                  </a:lnTo>
                  <a:lnTo>
                    <a:pt x="8927100" y="1717798"/>
                  </a:lnTo>
                  <a:lnTo>
                    <a:pt x="8889039" y="1657995"/>
                  </a:lnTo>
                  <a:lnTo>
                    <a:pt x="8851146" y="1594758"/>
                  </a:lnTo>
                  <a:lnTo>
                    <a:pt x="8813312" y="1528339"/>
                  </a:lnTo>
                  <a:lnTo>
                    <a:pt x="8775469" y="1459080"/>
                  </a:lnTo>
                  <a:lnTo>
                    <a:pt x="8737576" y="1387406"/>
                  </a:lnTo>
                  <a:lnTo>
                    <a:pt x="8699622" y="1313822"/>
                  </a:lnTo>
                  <a:lnTo>
                    <a:pt x="8661612" y="1238895"/>
                  </a:lnTo>
                  <a:lnTo>
                    <a:pt x="8623569" y="1163237"/>
                  </a:lnTo>
                  <a:lnTo>
                    <a:pt x="8585522" y="1087487"/>
                  </a:lnTo>
                  <a:lnTo>
                    <a:pt x="8547501" y="1012287"/>
                  </a:lnTo>
                  <a:lnTo>
                    <a:pt x="8509529" y="938258"/>
                  </a:lnTo>
                  <a:lnTo>
                    <a:pt x="8471619" y="865984"/>
                  </a:lnTo>
                  <a:lnTo>
                    <a:pt x="8433764" y="795987"/>
                  </a:lnTo>
                  <a:lnTo>
                    <a:pt x="8395934" y="728717"/>
                  </a:lnTo>
                  <a:lnTo>
                    <a:pt x="8358066" y="664540"/>
                  </a:lnTo>
                  <a:lnTo>
                    <a:pt x="8320067" y="603734"/>
                  </a:lnTo>
                  <a:lnTo>
                    <a:pt x="8281798" y="546487"/>
                  </a:lnTo>
                  <a:lnTo>
                    <a:pt x="8243079" y="492900"/>
                  </a:lnTo>
                  <a:lnTo>
                    <a:pt x="8203671" y="442994"/>
                  </a:lnTo>
                  <a:lnTo>
                    <a:pt x="8163276" y="396717"/>
                  </a:lnTo>
                  <a:lnTo>
                    <a:pt x="8151487" y="384130"/>
                  </a:lnTo>
                  <a:lnTo>
                    <a:pt x="8104783" y="338272"/>
                  </a:lnTo>
                  <a:lnTo>
                    <a:pt x="8055660" y="296705"/>
                  </a:lnTo>
                  <a:lnTo>
                    <a:pt x="8003395" y="259245"/>
                  </a:lnTo>
                  <a:lnTo>
                    <a:pt x="7947197" y="225557"/>
                  </a:lnTo>
                  <a:lnTo>
                    <a:pt x="7886257" y="195255"/>
                  </a:lnTo>
                  <a:lnTo>
                    <a:pt x="7819799" y="167953"/>
                  </a:lnTo>
                  <a:lnTo>
                    <a:pt x="7747149" y="143301"/>
                  </a:lnTo>
                  <a:lnTo>
                    <a:pt x="7667831" y="121000"/>
                  </a:lnTo>
                  <a:lnTo>
                    <a:pt x="7581692" y="100819"/>
                  </a:lnTo>
                  <a:lnTo>
                    <a:pt x="7489063" y="82594"/>
                  </a:lnTo>
                  <a:lnTo>
                    <a:pt x="7390929" y="66229"/>
                  </a:lnTo>
                  <a:lnTo>
                    <a:pt x="7289098" y="51693"/>
                  </a:lnTo>
                  <a:lnTo>
                    <a:pt x="7186279" y="39002"/>
                  </a:lnTo>
                  <a:lnTo>
                    <a:pt x="7086028" y="28197"/>
                  </a:lnTo>
                  <a:lnTo>
                    <a:pt x="6992463" y="19312"/>
                  </a:lnTo>
                  <a:lnTo>
                    <a:pt x="6909751" y="12336"/>
                  </a:lnTo>
                  <a:lnTo>
                    <a:pt x="6841417" y="7181"/>
                  </a:lnTo>
                  <a:lnTo>
                    <a:pt x="6789659" y="3670"/>
                  </a:lnTo>
                  <a:lnTo>
                    <a:pt x="6754842" y="1535"/>
                  </a:lnTo>
                  <a:lnTo>
                    <a:pt x="6735315" y="449"/>
                  </a:lnTo>
                  <a:lnTo>
                    <a:pt x="6727538" y="55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044" y="82"/>
                  </a:lnTo>
                  <a:lnTo>
                    <a:pt x="5248030" y="672"/>
                  </a:lnTo>
                  <a:lnTo>
                    <a:pt x="5232771" y="2301"/>
                  </a:lnTo>
                  <a:lnTo>
                    <a:pt x="5205249" y="5511"/>
                  </a:lnTo>
                  <a:lnTo>
                    <a:pt x="5163739" y="10820"/>
                  </a:lnTo>
                  <a:lnTo>
                    <a:pt x="5107936" y="18671"/>
                  </a:lnTo>
                  <a:lnTo>
                    <a:pt x="5038920" y="29400"/>
                  </a:lnTo>
                  <a:lnTo>
                    <a:pt x="4958923" y="43211"/>
                  </a:lnTo>
                  <a:lnTo>
                    <a:pt x="4870924" y="60188"/>
                  </a:lnTo>
                  <a:lnTo>
                    <a:pt x="4778184" y="80323"/>
                  </a:lnTo>
                  <a:lnTo>
                    <a:pt x="4683825" y="103557"/>
                  </a:lnTo>
                  <a:lnTo>
                    <a:pt x="4590521" y="129829"/>
                  </a:lnTo>
                  <a:lnTo>
                    <a:pt x="4500333" y="159115"/>
                  </a:lnTo>
                  <a:lnTo>
                    <a:pt x="4414684" y="191460"/>
                  </a:lnTo>
                  <a:lnTo>
                    <a:pt x="4334404" y="226994"/>
                  </a:lnTo>
                  <a:lnTo>
                    <a:pt x="4259840" y="265943"/>
                  </a:lnTo>
                  <a:lnTo>
                    <a:pt x="4190966" y="308629"/>
                  </a:lnTo>
                  <a:lnTo>
                    <a:pt x="4127494" y="355467"/>
                  </a:lnTo>
                  <a:lnTo>
                    <a:pt x="4068962" y="406953"/>
                  </a:lnTo>
                  <a:lnTo>
                    <a:pt x="4014806" y="463646"/>
                  </a:lnTo>
                  <a:lnTo>
                    <a:pt x="3964411" y="526140"/>
                  </a:lnTo>
                  <a:lnTo>
                    <a:pt x="3917151" y="595008"/>
                  </a:lnTo>
                  <a:lnTo>
                    <a:pt x="3872426" y="670725"/>
                  </a:lnTo>
                  <a:lnTo>
                    <a:pt x="3829811" y="753278"/>
                  </a:lnTo>
                  <a:lnTo>
                    <a:pt x="3798937" y="819633"/>
                  </a:lnTo>
                  <a:lnTo>
                    <a:pt x="3768733" y="889986"/>
                  </a:lnTo>
                  <a:lnTo>
                    <a:pt x="3739049" y="964417"/>
                  </a:lnTo>
                  <a:lnTo>
                    <a:pt x="3709759" y="1042964"/>
                  </a:lnTo>
                  <a:lnTo>
                    <a:pt x="3680757" y="1125620"/>
                  </a:lnTo>
                  <a:lnTo>
                    <a:pt x="3651958" y="1212326"/>
                  </a:lnTo>
                  <a:lnTo>
                    <a:pt x="3623289" y="1302971"/>
                  </a:lnTo>
                  <a:lnTo>
                    <a:pt x="3594695" y="1397388"/>
                  </a:lnTo>
                  <a:lnTo>
                    <a:pt x="3566133" y="1495351"/>
                  </a:lnTo>
                  <a:lnTo>
                    <a:pt x="3537571" y="1596579"/>
                  </a:lnTo>
                  <a:lnTo>
                    <a:pt x="3508988" y="1700735"/>
                  </a:lnTo>
                  <a:lnTo>
                    <a:pt x="3480374" y="1807428"/>
                  </a:lnTo>
                  <a:lnTo>
                    <a:pt x="3451723" y="1916223"/>
                  </a:lnTo>
                  <a:lnTo>
                    <a:pt x="3423040" y="2026645"/>
                  </a:lnTo>
                  <a:lnTo>
                    <a:pt x="3394331" y="2138184"/>
                  </a:lnTo>
                  <a:lnTo>
                    <a:pt x="3365608" y="2250311"/>
                  </a:lnTo>
                  <a:lnTo>
                    <a:pt x="3336884" y="2362484"/>
                  </a:lnTo>
                  <a:lnTo>
                    <a:pt x="3308172" y="2474161"/>
                  </a:lnTo>
                  <a:lnTo>
                    <a:pt x="3279484" y="2584809"/>
                  </a:lnTo>
                  <a:lnTo>
                    <a:pt x="3250827" y="2693914"/>
                  </a:lnTo>
                  <a:lnTo>
                    <a:pt x="3222207" y="2800996"/>
                  </a:lnTo>
                  <a:lnTo>
                    <a:pt x="3193619" y="2905611"/>
                  </a:lnTo>
                  <a:lnTo>
                    <a:pt x="3165055" y="3007361"/>
                  </a:lnTo>
                  <a:lnTo>
                    <a:pt x="3136495" y="3105900"/>
                  </a:lnTo>
                  <a:lnTo>
                    <a:pt x="3107909" y="3200936"/>
                  </a:lnTo>
                  <a:lnTo>
                    <a:pt x="3079256" y="3292234"/>
                  </a:lnTo>
                  <a:lnTo>
                    <a:pt x="3050483" y="3379618"/>
                  </a:lnTo>
                  <a:lnTo>
                    <a:pt x="3021522" y="3462967"/>
                  </a:lnTo>
                  <a:lnTo>
                    <a:pt x="2992288" y="3542213"/>
                  </a:lnTo>
                  <a:lnTo>
                    <a:pt x="2962678" y="3617341"/>
                  </a:lnTo>
                  <a:lnTo>
                    <a:pt x="2932573" y="3688381"/>
                  </a:lnTo>
                  <a:lnTo>
                    <a:pt x="2901824" y="3755407"/>
                  </a:lnTo>
                  <a:lnTo>
                    <a:pt x="2896531" y="3766390"/>
                  </a:lnTo>
                  <a:lnTo>
                    <a:pt x="2853786" y="3849178"/>
                  </a:lnTo>
                  <a:lnTo>
                    <a:pt x="2809054" y="3924874"/>
                  </a:lnTo>
                  <a:lnTo>
                    <a:pt x="2761786" y="3993722"/>
                  </a:lnTo>
                  <a:lnTo>
                    <a:pt x="2711381" y="4056198"/>
                  </a:lnTo>
                  <a:lnTo>
                    <a:pt x="2657213" y="4112875"/>
                  </a:lnTo>
                  <a:lnTo>
                    <a:pt x="2598667" y="4164346"/>
                  </a:lnTo>
                  <a:lnTo>
                    <a:pt x="2535179" y="4211171"/>
                  </a:lnTo>
                  <a:lnTo>
                    <a:pt x="2466289" y="4253845"/>
                  </a:lnTo>
                  <a:lnTo>
                    <a:pt x="2391708" y="4292784"/>
                  </a:lnTo>
                  <a:lnTo>
                    <a:pt x="2311411" y="4328308"/>
                  </a:lnTo>
                  <a:lnTo>
                    <a:pt x="2225747" y="4360644"/>
                  </a:lnTo>
                  <a:lnTo>
                    <a:pt x="2135548" y="4389921"/>
                  </a:lnTo>
                  <a:lnTo>
                    <a:pt x="2042236" y="4416184"/>
                  </a:lnTo>
                  <a:lnTo>
                    <a:pt x="1947878" y="4439408"/>
                  </a:lnTo>
                  <a:lnTo>
                    <a:pt x="1855148" y="4459534"/>
                  </a:lnTo>
                  <a:lnTo>
                    <a:pt x="1767168" y="4476502"/>
                  </a:lnTo>
                  <a:lnTo>
                    <a:pt x="1687199" y="4490304"/>
                  </a:lnTo>
                  <a:lnTo>
                    <a:pt x="1618220" y="4501023"/>
                  </a:lnTo>
                  <a:lnTo>
                    <a:pt x="1562458" y="4508866"/>
                  </a:lnTo>
                  <a:lnTo>
                    <a:pt x="1520991" y="4514168"/>
                  </a:lnTo>
                  <a:lnTo>
                    <a:pt x="1493509" y="4517373"/>
                  </a:lnTo>
                  <a:lnTo>
                    <a:pt x="1478283" y="4518998"/>
                  </a:lnTo>
                  <a:lnTo>
                    <a:pt x="1472290" y="4519585"/>
                  </a:lnTo>
                  <a:lnTo>
                    <a:pt x="1471387" y="4519668"/>
                  </a:lnTo>
                  <a:lnTo>
                    <a:pt x="0" y="4519668"/>
                  </a:lnTo>
                  <a:close/>
                </a:path>
              </a:pathLst>
            </a:custGeom>
            <a:solidFill>
              <a:srgbClr val="F1C40F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962" name="pl1962"/>
            <p:cNvSpPr/>
            <p:nvPr/>
          </p:nvSpPr>
          <p:spPr>
            <a:xfrm>
              <a:off x="4799595" y="6140336"/>
              <a:ext cx="11981298" cy="4519668"/>
            </a:xfrm>
            <a:custGeom>
              <a:avLst/>
              <a:pathLst>
                <a:path w="11981298" h="4519668">
                  <a:moveTo>
                    <a:pt x="0" y="4519668"/>
                  </a:moveTo>
                  <a:lnTo>
                    <a:pt x="1471387" y="4519668"/>
                  </a:lnTo>
                  <a:lnTo>
                    <a:pt x="1472298" y="4519585"/>
                  </a:lnTo>
                  <a:lnTo>
                    <a:pt x="1478312" y="4518995"/>
                  </a:lnTo>
                  <a:lnTo>
                    <a:pt x="1493571" y="4517366"/>
                  </a:lnTo>
                  <a:lnTo>
                    <a:pt x="1521093" y="4514156"/>
                  </a:lnTo>
                  <a:lnTo>
                    <a:pt x="1562603" y="4508847"/>
                  </a:lnTo>
                  <a:lnTo>
                    <a:pt x="1618406" y="4500996"/>
                  </a:lnTo>
                  <a:lnTo>
                    <a:pt x="1687422" y="4490268"/>
                  </a:lnTo>
                  <a:lnTo>
                    <a:pt x="1767419" y="4476456"/>
                  </a:lnTo>
                  <a:lnTo>
                    <a:pt x="1855419" y="4459479"/>
                  </a:lnTo>
                  <a:lnTo>
                    <a:pt x="1948158" y="4439344"/>
                  </a:lnTo>
                  <a:lnTo>
                    <a:pt x="2042517" y="4416110"/>
                  </a:lnTo>
                  <a:lnTo>
                    <a:pt x="2135821" y="4389838"/>
                  </a:lnTo>
                  <a:lnTo>
                    <a:pt x="2226009" y="4360552"/>
                  </a:lnTo>
                  <a:lnTo>
                    <a:pt x="2311658" y="4328207"/>
                  </a:lnTo>
                  <a:lnTo>
                    <a:pt x="2391938" y="4292673"/>
                  </a:lnTo>
                  <a:lnTo>
                    <a:pt x="2466502" y="4253724"/>
                  </a:lnTo>
                  <a:lnTo>
                    <a:pt x="2535376" y="4211038"/>
                  </a:lnTo>
                  <a:lnTo>
                    <a:pt x="2598848" y="4164200"/>
                  </a:lnTo>
                  <a:lnTo>
                    <a:pt x="2657380" y="4112714"/>
                  </a:lnTo>
                  <a:lnTo>
                    <a:pt x="2711536" y="4056021"/>
                  </a:lnTo>
                  <a:lnTo>
                    <a:pt x="2761931" y="3993527"/>
                  </a:lnTo>
                  <a:lnTo>
                    <a:pt x="2809191" y="3924659"/>
                  </a:lnTo>
                  <a:lnTo>
                    <a:pt x="2853916" y="3848942"/>
                  </a:lnTo>
                  <a:lnTo>
                    <a:pt x="2896531" y="3766390"/>
                  </a:lnTo>
                  <a:lnTo>
                    <a:pt x="2927405" y="3700034"/>
                  </a:lnTo>
                  <a:lnTo>
                    <a:pt x="2957609" y="3629681"/>
                  </a:lnTo>
                  <a:lnTo>
                    <a:pt x="2987293" y="3555250"/>
                  </a:lnTo>
                  <a:lnTo>
                    <a:pt x="3016583" y="3476703"/>
                  </a:lnTo>
                  <a:lnTo>
                    <a:pt x="3045585" y="3394047"/>
                  </a:lnTo>
                  <a:lnTo>
                    <a:pt x="3074384" y="3307341"/>
                  </a:lnTo>
                  <a:lnTo>
                    <a:pt x="3103053" y="3216696"/>
                  </a:lnTo>
                  <a:lnTo>
                    <a:pt x="3131647" y="3122279"/>
                  </a:lnTo>
                  <a:lnTo>
                    <a:pt x="3160209" y="3024316"/>
                  </a:lnTo>
                  <a:lnTo>
                    <a:pt x="3188771" y="2923088"/>
                  </a:lnTo>
                  <a:lnTo>
                    <a:pt x="3217354" y="2818932"/>
                  </a:lnTo>
                  <a:lnTo>
                    <a:pt x="3245969" y="2712239"/>
                  </a:lnTo>
                  <a:lnTo>
                    <a:pt x="3274619" y="2603444"/>
                  </a:lnTo>
                  <a:lnTo>
                    <a:pt x="3303302" y="2493023"/>
                  </a:lnTo>
                  <a:lnTo>
                    <a:pt x="3332011" y="2381483"/>
                  </a:lnTo>
                  <a:lnTo>
                    <a:pt x="3360734" y="2269356"/>
                  </a:lnTo>
                  <a:lnTo>
                    <a:pt x="3389458" y="2157183"/>
                  </a:lnTo>
                  <a:lnTo>
                    <a:pt x="3418170" y="2045506"/>
                  </a:lnTo>
                  <a:lnTo>
                    <a:pt x="3446858" y="1934858"/>
                  </a:lnTo>
                  <a:lnTo>
                    <a:pt x="3475515" y="1825753"/>
                  </a:lnTo>
                  <a:lnTo>
                    <a:pt x="3504135" y="1718671"/>
                  </a:lnTo>
                  <a:lnTo>
                    <a:pt x="3532723" y="1614056"/>
                  </a:lnTo>
                  <a:lnTo>
                    <a:pt x="3561287" y="1512306"/>
                  </a:lnTo>
                  <a:lnTo>
                    <a:pt x="3589847" y="1413767"/>
                  </a:lnTo>
                  <a:lnTo>
                    <a:pt x="3618433" y="1318731"/>
                  </a:lnTo>
                  <a:lnTo>
                    <a:pt x="3647086" y="1227433"/>
                  </a:lnTo>
                  <a:lnTo>
                    <a:pt x="3675859" y="1140049"/>
                  </a:lnTo>
                  <a:lnTo>
                    <a:pt x="3704820" y="1056700"/>
                  </a:lnTo>
                  <a:lnTo>
                    <a:pt x="3734055" y="977454"/>
                  </a:lnTo>
                  <a:lnTo>
                    <a:pt x="3763664" y="902326"/>
                  </a:lnTo>
                  <a:lnTo>
                    <a:pt x="3793770" y="831286"/>
                  </a:lnTo>
                  <a:lnTo>
                    <a:pt x="3824518" y="764260"/>
                  </a:lnTo>
                  <a:lnTo>
                    <a:pt x="3829811" y="753278"/>
                  </a:lnTo>
                  <a:lnTo>
                    <a:pt x="3872556" y="670489"/>
                  </a:lnTo>
                  <a:lnTo>
                    <a:pt x="3917288" y="594793"/>
                  </a:lnTo>
                  <a:lnTo>
                    <a:pt x="3964556" y="525945"/>
                  </a:lnTo>
                  <a:lnTo>
                    <a:pt x="4014961" y="463469"/>
                  </a:lnTo>
                  <a:lnTo>
                    <a:pt x="4069130" y="406792"/>
                  </a:lnTo>
                  <a:lnTo>
                    <a:pt x="4127675" y="355321"/>
                  </a:lnTo>
                  <a:lnTo>
                    <a:pt x="4191163" y="308496"/>
                  </a:lnTo>
                  <a:lnTo>
                    <a:pt x="4260053" y="265822"/>
                  </a:lnTo>
                  <a:lnTo>
                    <a:pt x="4334634" y="226883"/>
                  </a:lnTo>
                  <a:lnTo>
                    <a:pt x="4414931" y="191359"/>
                  </a:lnTo>
                  <a:lnTo>
                    <a:pt x="4500596" y="159023"/>
                  </a:lnTo>
                  <a:lnTo>
                    <a:pt x="4590795" y="129746"/>
                  </a:lnTo>
                  <a:lnTo>
                    <a:pt x="4684106" y="103483"/>
                  </a:lnTo>
                  <a:lnTo>
                    <a:pt x="4778464" y="80259"/>
                  </a:lnTo>
                  <a:lnTo>
                    <a:pt x="4871194" y="60133"/>
                  </a:lnTo>
                  <a:lnTo>
                    <a:pt x="4959175" y="43165"/>
                  </a:lnTo>
                  <a:lnTo>
                    <a:pt x="5039143" y="29363"/>
                  </a:lnTo>
                  <a:lnTo>
                    <a:pt x="5108123" y="18644"/>
                  </a:lnTo>
                  <a:lnTo>
                    <a:pt x="5163884" y="10801"/>
                  </a:lnTo>
                  <a:lnTo>
                    <a:pt x="5205351" y="5499"/>
                  </a:lnTo>
                  <a:lnTo>
                    <a:pt x="5232833" y="2294"/>
                  </a:lnTo>
                  <a:lnTo>
                    <a:pt x="5248060" y="669"/>
                  </a:lnTo>
                  <a:lnTo>
                    <a:pt x="5254052" y="82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518" y="54"/>
                  </a:lnTo>
                  <a:lnTo>
                    <a:pt x="6735240" y="445"/>
                  </a:lnTo>
                  <a:lnTo>
                    <a:pt x="6754688" y="1526"/>
                  </a:lnTo>
                  <a:lnTo>
                    <a:pt x="6789411" y="3654"/>
                  </a:lnTo>
                  <a:lnTo>
                    <a:pt x="6841070" y="7156"/>
                  </a:lnTo>
                  <a:lnTo>
                    <a:pt x="6909313" y="12301"/>
                  </a:lnTo>
                  <a:lnTo>
                    <a:pt x="6991951" y="19267"/>
                  </a:lnTo>
                  <a:lnTo>
                    <a:pt x="7085465" y="28141"/>
                  </a:lnTo>
                  <a:lnTo>
                    <a:pt x="7185690" y="38934"/>
                  </a:lnTo>
                  <a:lnTo>
                    <a:pt x="7288504" y="51614"/>
                  </a:lnTo>
                  <a:lnTo>
                    <a:pt x="7390351" y="66140"/>
                  </a:lnTo>
                  <a:lnTo>
                    <a:pt x="7488511" y="82494"/>
                  </a:lnTo>
                  <a:lnTo>
                    <a:pt x="7581176" y="100708"/>
                  </a:lnTo>
                  <a:lnTo>
                    <a:pt x="7667354" y="120878"/>
                  </a:lnTo>
                  <a:lnTo>
                    <a:pt x="7746711" y="143166"/>
                  </a:lnTo>
                  <a:lnTo>
                    <a:pt x="7819398" y="167804"/>
                  </a:lnTo>
                  <a:lnTo>
                    <a:pt x="7885891" y="195089"/>
                  </a:lnTo>
                  <a:lnTo>
                    <a:pt x="7946860" y="225373"/>
                  </a:lnTo>
                  <a:lnTo>
                    <a:pt x="8003083" y="259040"/>
                  </a:lnTo>
                  <a:lnTo>
                    <a:pt x="8055369" y="296478"/>
                  </a:lnTo>
                  <a:lnTo>
                    <a:pt x="8104508" y="338020"/>
                  </a:lnTo>
                  <a:lnTo>
                    <a:pt x="8151223" y="383854"/>
                  </a:lnTo>
                  <a:lnTo>
                    <a:pt x="8151487" y="384130"/>
                  </a:lnTo>
                  <a:lnTo>
                    <a:pt x="8192231" y="429388"/>
                  </a:lnTo>
                  <a:lnTo>
                    <a:pt x="8231887" y="478248"/>
                  </a:lnTo>
                  <a:lnTo>
                    <a:pt x="8270777" y="530780"/>
                  </a:lnTo>
                  <a:lnTo>
                    <a:pt x="8309153" y="586987"/>
                  </a:lnTo>
                  <a:lnTo>
                    <a:pt x="8347214" y="646790"/>
                  </a:lnTo>
                  <a:lnTo>
                    <a:pt x="8385108" y="710027"/>
                  </a:lnTo>
                  <a:lnTo>
                    <a:pt x="8422941" y="776446"/>
                  </a:lnTo>
                  <a:lnTo>
                    <a:pt x="8460785" y="845705"/>
                  </a:lnTo>
                  <a:lnTo>
                    <a:pt x="8498677" y="917378"/>
                  </a:lnTo>
                  <a:lnTo>
                    <a:pt x="8536632" y="990962"/>
                  </a:lnTo>
                  <a:lnTo>
                    <a:pt x="8574641" y="1065889"/>
                  </a:lnTo>
                  <a:lnTo>
                    <a:pt x="8612684" y="1141547"/>
                  </a:lnTo>
                  <a:lnTo>
                    <a:pt x="8650731" y="1217297"/>
                  </a:lnTo>
                  <a:lnTo>
                    <a:pt x="8688752" y="1292498"/>
                  </a:lnTo>
                  <a:lnTo>
                    <a:pt x="8726724" y="1366526"/>
                  </a:lnTo>
                  <a:lnTo>
                    <a:pt x="8764634" y="1438800"/>
                  </a:lnTo>
                  <a:lnTo>
                    <a:pt x="8802489" y="1508798"/>
                  </a:lnTo>
                  <a:lnTo>
                    <a:pt x="8840319" y="1576068"/>
                  </a:lnTo>
                  <a:lnTo>
                    <a:pt x="8878187" y="1640245"/>
                  </a:lnTo>
                  <a:lnTo>
                    <a:pt x="8916186" y="1701051"/>
                  </a:lnTo>
                  <a:lnTo>
                    <a:pt x="8954455" y="1758298"/>
                  </a:lnTo>
                  <a:lnTo>
                    <a:pt x="8993174" y="1811884"/>
                  </a:lnTo>
                  <a:lnTo>
                    <a:pt x="9032582" y="1861790"/>
                  </a:lnTo>
                  <a:lnTo>
                    <a:pt x="9072977" y="1908068"/>
                  </a:lnTo>
                  <a:lnTo>
                    <a:pt x="9084767" y="1920654"/>
                  </a:lnTo>
                  <a:lnTo>
                    <a:pt x="9131470" y="1966513"/>
                  </a:lnTo>
                  <a:lnTo>
                    <a:pt x="9180593" y="2008079"/>
                  </a:lnTo>
                  <a:lnTo>
                    <a:pt x="9232858" y="2045540"/>
                  </a:lnTo>
                  <a:lnTo>
                    <a:pt x="9289056" y="2079227"/>
                  </a:lnTo>
                  <a:lnTo>
                    <a:pt x="9349996" y="2109529"/>
                  </a:lnTo>
                  <a:lnTo>
                    <a:pt x="9416454" y="2136831"/>
                  </a:lnTo>
                  <a:lnTo>
                    <a:pt x="9489105" y="2161484"/>
                  </a:lnTo>
                  <a:lnTo>
                    <a:pt x="9568423" y="2183784"/>
                  </a:lnTo>
                  <a:lnTo>
                    <a:pt x="9654561" y="2203965"/>
                  </a:lnTo>
                  <a:lnTo>
                    <a:pt x="9747190" y="2222191"/>
                  </a:lnTo>
                  <a:lnTo>
                    <a:pt x="9845324" y="2238556"/>
                  </a:lnTo>
                  <a:lnTo>
                    <a:pt x="9947156" y="2253092"/>
                  </a:lnTo>
                  <a:lnTo>
                    <a:pt x="10049975" y="2265783"/>
                  </a:lnTo>
                  <a:lnTo>
                    <a:pt x="10150226" y="2276587"/>
                  </a:lnTo>
                  <a:lnTo>
                    <a:pt x="10243790" y="2285472"/>
                  </a:lnTo>
                  <a:lnTo>
                    <a:pt x="10326503" y="2292449"/>
                  </a:lnTo>
                  <a:lnTo>
                    <a:pt x="10394836" y="2297603"/>
                  </a:lnTo>
                  <a:lnTo>
                    <a:pt x="10446594" y="2301115"/>
                  </a:lnTo>
                  <a:lnTo>
                    <a:pt x="10481411" y="2303249"/>
                  </a:lnTo>
                  <a:lnTo>
                    <a:pt x="10500938" y="2304335"/>
                  </a:lnTo>
                  <a:lnTo>
                    <a:pt x="10508715" y="2304729"/>
                  </a:lnTo>
                  <a:lnTo>
                    <a:pt x="10509911" y="2304785"/>
                  </a:lnTo>
                  <a:lnTo>
                    <a:pt x="10509911" y="2304785"/>
                  </a:lnTo>
                  <a:lnTo>
                    <a:pt x="11981298" y="230478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63" name="pl1963"/>
            <p:cNvSpPr/>
            <p:nvPr/>
          </p:nvSpPr>
          <p:spPr>
            <a:xfrm>
              <a:off x="4799595" y="6132163"/>
              <a:ext cx="11981298" cy="4519668"/>
            </a:xfrm>
            <a:custGeom>
              <a:avLst/>
              <a:pathLst>
                <a:path w="11981298" h="4519668">
                  <a:moveTo>
                    <a:pt x="11981298" y="2304785"/>
                  </a:moveTo>
                  <a:lnTo>
                    <a:pt x="10509911" y="2304785"/>
                  </a:lnTo>
                  <a:lnTo>
                    <a:pt x="10508735" y="2304730"/>
                  </a:lnTo>
                  <a:lnTo>
                    <a:pt x="10501013" y="2304339"/>
                  </a:lnTo>
                  <a:lnTo>
                    <a:pt x="10481565" y="2303258"/>
                  </a:lnTo>
                  <a:lnTo>
                    <a:pt x="10446843" y="2301131"/>
                  </a:lnTo>
                  <a:lnTo>
                    <a:pt x="10395183" y="2297628"/>
                  </a:lnTo>
                  <a:lnTo>
                    <a:pt x="10326941" y="2292483"/>
                  </a:lnTo>
                  <a:lnTo>
                    <a:pt x="10244302" y="2285518"/>
                  </a:lnTo>
                  <a:lnTo>
                    <a:pt x="10150788" y="2276644"/>
                  </a:lnTo>
                  <a:lnTo>
                    <a:pt x="10050564" y="2265850"/>
                  </a:lnTo>
                  <a:lnTo>
                    <a:pt x="9947749" y="2253170"/>
                  </a:lnTo>
                  <a:lnTo>
                    <a:pt x="9845903" y="2238645"/>
                  </a:lnTo>
                  <a:lnTo>
                    <a:pt x="9747742" y="2222291"/>
                  </a:lnTo>
                  <a:lnTo>
                    <a:pt x="9655077" y="2204076"/>
                  </a:lnTo>
                  <a:lnTo>
                    <a:pt x="9568900" y="2183907"/>
                  </a:lnTo>
                  <a:lnTo>
                    <a:pt x="9489542" y="2161619"/>
                  </a:lnTo>
                  <a:lnTo>
                    <a:pt x="9416855" y="2136981"/>
                  </a:lnTo>
                  <a:lnTo>
                    <a:pt x="9350363" y="2109695"/>
                  </a:lnTo>
                  <a:lnTo>
                    <a:pt x="9289393" y="2079412"/>
                  </a:lnTo>
                  <a:lnTo>
                    <a:pt x="9233170" y="2045744"/>
                  </a:lnTo>
                  <a:lnTo>
                    <a:pt x="9180885" y="2008307"/>
                  </a:lnTo>
                  <a:lnTo>
                    <a:pt x="9131745" y="1966765"/>
                  </a:lnTo>
                  <a:lnTo>
                    <a:pt x="9085030" y="1920931"/>
                  </a:lnTo>
                  <a:lnTo>
                    <a:pt x="9084767" y="1920654"/>
                  </a:lnTo>
                  <a:lnTo>
                    <a:pt x="9044023" y="1875396"/>
                  </a:lnTo>
                  <a:lnTo>
                    <a:pt x="9004366" y="1826537"/>
                  </a:lnTo>
                  <a:lnTo>
                    <a:pt x="8965477" y="1774004"/>
                  </a:lnTo>
                  <a:lnTo>
                    <a:pt x="8927100" y="1717798"/>
                  </a:lnTo>
                  <a:lnTo>
                    <a:pt x="8889039" y="1657995"/>
                  </a:lnTo>
                  <a:lnTo>
                    <a:pt x="8851146" y="1594758"/>
                  </a:lnTo>
                  <a:lnTo>
                    <a:pt x="8813312" y="1528339"/>
                  </a:lnTo>
                  <a:lnTo>
                    <a:pt x="8775469" y="1459080"/>
                  </a:lnTo>
                  <a:lnTo>
                    <a:pt x="8737576" y="1387406"/>
                  </a:lnTo>
                  <a:lnTo>
                    <a:pt x="8699622" y="1313822"/>
                  </a:lnTo>
                  <a:lnTo>
                    <a:pt x="8661612" y="1238895"/>
                  </a:lnTo>
                  <a:lnTo>
                    <a:pt x="8623569" y="1163237"/>
                  </a:lnTo>
                  <a:lnTo>
                    <a:pt x="8585522" y="1087487"/>
                  </a:lnTo>
                  <a:lnTo>
                    <a:pt x="8547501" y="1012287"/>
                  </a:lnTo>
                  <a:lnTo>
                    <a:pt x="8509529" y="938258"/>
                  </a:lnTo>
                  <a:lnTo>
                    <a:pt x="8471619" y="865984"/>
                  </a:lnTo>
                  <a:lnTo>
                    <a:pt x="8433764" y="795987"/>
                  </a:lnTo>
                  <a:lnTo>
                    <a:pt x="8395934" y="728717"/>
                  </a:lnTo>
                  <a:lnTo>
                    <a:pt x="8358066" y="664540"/>
                  </a:lnTo>
                  <a:lnTo>
                    <a:pt x="8320067" y="603734"/>
                  </a:lnTo>
                  <a:lnTo>
                    <a:pt x="8281798" y="546487"/>
                  </a:lnTo>
                  <a:lnTo>
                    <a:pt x="8243079" y="492900"/>
                  </a:lnTo>
                  <a:lnTo>
                    <a:pt x="8203671" y="442994"/>
                  </a:lnTo>
                  <a:lnTo>
                    <a:pt x="8163276" y="396717"/>
                  </a:lnTo>
                  <a:lnTo>
                    <a:pt x="8151487" y="384130"/>
                  </a:lnTo>
                  <a:lnTo>
                    <a:pt x="8104783" y="338272"/>
                  </a:lnTo>
                  <a:lnTo>
                    <a:pt x="8055660" y="296705"/>
                  </a:lnTo>
                  <a:lnTo>
                    <a:pt x="8003395" y="259245"/>
                  </a:lnTo>
                  <a:lnTo>
                    <a:pt x="7947197" y="225557"/>
                  </a:lnTo>
                  <a:lnTo>
                    <a:pt x="7886257" y="195255"/>
                  </a:lnTo>
                  <a:lnTo>
                    <a:pt x="7819799" y="167953"/>
                  </a:lnTo>
                  <a:lnTo>
                    <a:pt x="7747149" y="143301"/>
                  </a:lnTo>
                  <a:lnTo>
                    <a:pt x="7667831" y="121000"/>
                  </a:lnTo>
                  <a:lnTo>
                    <a:pt x="7581692" y="100819"/>
                  </a:lnTo>
                  <a:lnTo>
                    <a:pt x="7489063" y="82594"/>
                  </a:lnTo>
                  <a:lnTo>
                    <a:pt x="7390929" y="66229"/>
                  </a:lnTo>
                  <a:lnTo>
                    <a:pt x="7289098" y="51693"/>
                  </a:lnTo>
                  <a:lnTo>
                    <a:pt x="7186279" y="39002"/>
                  </a:lnTo>
                  <a:lnTo>
                    <a:pt x="7086028" y="28197"/>
                  </a:lnTo>
                  <a:lnTo>
                    <a:pt x="6992463" y="19312"/>
                  </a:lnTo>
                  <a:lnTo>
                    <a:pt x="6909751" y="12336"/>
                  </a:lnTo>
                  <a:lnTo>
                    <a:pt x="6841417" y="7181"/>
                  </a:lnTo>
                  <a:lnTo>
                    <a:pt x="6789659" y="3670"/>
                  </a:lnTo>
                  <a:lnTo>
                    <a:pt x="6754842" y="1535"/>
                  </a:lnTo>
                  <a:lnTo>
                    <a:pt x="6735315" y="449"/>
                  </a:lnTo>
                  <a:lnTo>
                    <a:pt x="6727538" y="55"/>
                  </a:lnTo>
                  <a:lnTo>
                    <a:pt x="6726343" y="0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044" y="82"/>
                  </a:lnTo>
                  <a:lnTo>
                    <a:pt x="5248030" y="672"/>
                  </a:lnTo>
                  <a:lnTo>
                    <a:pt x="5232771" y="2301"/>
                  </a:lnTo>
                  <a:lnTo>
                    <a:pt x="5205249" y="5511"/>
                  </a:lnTo>
                  <a:lnTo>
                    <a:pt x="5163739" y="10820"/>
                  </a:lnTo>
                  <a:lnTo>
                    <a:pt x="5107936" y="18671"/>
                  </a:lnTo>
                  <a:lnTo>
                    <a:pt x="5038920" y="29400"/>
                  </a:lnTo>
                  <a:lnTo>
                    <a:pt x="4958923" y="43211"/>
                  </a:lnTo>
                  <a:lnTo>
                    <a:pt x="4870924" y="60188"/>
                  </a:lnTo>
                  <a:lnTo>
                    <a:pt x="4778184" y="80323"/>
                  </a:lnTo>
                  <a:lnTo>
                    <a:pt x="4683825" y="103557"/>
                  </a:lnTo>
                  <a:lnTo>
                    <a:pt x="4590521" y="129829"/>
                  </a:lnTo>
                  <a:lnTo>
                    <a:pt x="4500333" y="159115"/>
                  </a:lnTo>
                  <a:lnTo>
                    <a:pt x="4414684" y="191460"/>
                  </a:lnTo>
                  <a:lnTo>
                    <a:pt x="4334404" y="226994"/>
                  </a:lnTo>
                  <a:lnTo>
                    <a:pt x="4259840" y="265943"/>
                  </a:lnTo>
                  <a:lnTo>
                    <a:pt x="4190966" y="308629"/>
                  </a:lnTo>
                  <a:lnTo>
                    <a:pt x="4127494" y="355467"/>
                  </a:lnTo>
                  <a:lnTo>
                    <a:pt x="4068962" y="406953"/>
                  </a:lnTo>
                  <a:lnTo>
                    <a:pt x="4014806" y="463646"/>
                  </a:lnTo>
                  <a:lnTo>
                    <a:pt x="3964411" y="526140"/>
                  </a:lnTo>
                  <a:lnTo>
                    <a:pt x="3917151" y="595008"/>
                  </a:lnTo>
                  <a:lnTo>
                    <a:pt x="3872426" y="670725"/>
                  </a:lnTo>
                  <a:lnTo>
                    <a:pt x="3829811" y="753278"/>
                  </a:lnTo>
                  <a:lnTo>
                    <a:pt x="3798937" y="819633"/>
                  </a:lnTo>
                  <a:lnTo>
                    <a:pt x="3768733" y="889986"/>
                  </a:lnTo>
                  <a:lnTo>
                    <a:pt x="3739049" y="964417"/>
                  </a:lnTo>
                  <a:lnTo>
                    <a:pt x="3709759" y="1042964"/>
                  </a:lnTo>
                  <a:lnTo>
                    <a:pt x="3680757" y="1125620"/>
                  </a:lnTo>
                  <a:lnTo>
                    <a:pt x="3651958" y="1212326"/>
                  </a:lnTo>
                  <a:lnTo>
                    <a:pt x="3623289" y="1302971"/>
                  </a:lnTo>
                  <a:lnTo>
                    <a:pt x="3594695" y="1397388"/>
                  </a:lnTo>
                  <a:lnTo>
                    <a:pt x="3566133" y="1495351"/>
                  </a:lnTo>
                  <a:lnTo>
                    <a:pt x="3537571" y="1596579"/>
                  </a:lnTo>
                  <a:lnTo>
                    <a:pt x="3508988" y="1700735"/>
                  </a:lnTo>
                  <a:lnTo>
                    <a:pt x="3480374" y="1807428"/>
                  </a:lnTo>
                  <a:lnTo>
                    <a:pt x="3451723" y="1916223"/>
                  </a:lnTo>
                  <a:lnTo>
                    <a:pt x="3423040" y="2026645"/>
                  </a:lnTo>
                  <a:lnTo>
                    <a:pt x="3394331" y="2138184"/>
                  </a:lnTo>
                  <a:lnTo>
                    <a:pt x="3365608" y="2250311"/>
                  </a:lnTo>
                  <a:lnTo>
                    <a:pt x="3336884" y="2362484"/>
                  </a:lnTo>
                  <a:lnTo>
                    <a:pt x="3308172" y="2474161"/>
                  </a:lnTo>
                  <a:lnTo>
                    <a:pt x="3279484" y="2584809"/>
                  </a:lnTo>
                  <a:lnTo>
                    <a:pt x="3250827" y="2693914"/>
                  </a:lnTo>
                  <a:lnTo>
                    <a:pt x="3222207" y="2800996"/>
                  </a:lnTo>
                  <a:lnTo>
                    <a:pt x="3193619" y="2905611"/>
                  </a:lnTo>
                  <a:lnTo>
                    <a:pt x="3165055" y="3007361"/>
                  </a:lnTo>
                  <a:lnTo>
                    <a:pt x="3136495" y="3105900"/>
                  </a:lnTo>
                  <a:lnTo>
                    <a:pt x="3107909" y="3200936"/>
                  </a:lnTo>
                  <a:lnTo>
                    <a:pt x="3079256" y="3292234"/>
                  </a:lnTo>
                  <a:lnTo>
                    <a:pt x="3050483" y="3379618"/>
                  </a:lnTo>
                  <a:lnTo>
                    <a:pt x="3021522" y="3462967"/>
                  </a:lnTo>
                  <a:lnTo>
                    <a:pt x="2992288" y="3542213"/>
                  </a:lnTo>
                  <a:lnTo>
                    <a:pt x="2962678" y="3617341"/>
                  </a:lnTo>
                  <a:lnTo>
                    <a:pt x="2932573" y="3688381"/>
                  </a:lnTo>
                  <a:lnTo>
                    <a:pt x="2901824" y="3755407"/>
                  </a:lnTo>
                  <a:lnTo>
                    <a:pt x="2896531" y="3766390"/>
                  </a:lnTo>
                  <a:lnTo>
                    <a:pt x="2853786" y="3849178"/>
                  </a:lnTo>
                  <a:lnTo>
                    <a:pt x="2809054" y="3924874"/>
                  </a:lnTo>
                  <a:lnTo>
                    <a:pt x="2761786" y="3993722"/>
                  </a:lnTo>
                  <a:lnTo>
                    <a:pt x="2711381" y="4056198"/>
                  </a:lnTo>
                  <a:lnTo>
                    <a:pt x="2657213" y="4112875"/>
                  </a:lnTo>
                  <a:lnTo>
                    <a:pt x="2598667" y="4164346"/>
                  </a:lnTo>
                  <a:lnTo>
                    <a:pt x="2535179" y="4211171"/>
                  </a:lnTo>
                  <a:lnTo>
                    <a:pt x="2466289" y="4253845"/>
                  </a:lnTo>
                  <a:lnTo>
                    <a:pt x="2391708" y="4292784"/>
                  </a:lnTo>
                  <a:lnTo>
                    <a:pt x="2311411" y="4328308"/>
                  </a:lnTo>
                  <a:lnTo>
                    <a:pt x="2225747" y="4360644"/>
                  </a:lnTo>
                  <a:lnTo>
                    <a:pt x="2135548" y="4389921"/>
                  </a:lnTo>
                  <a:lnTo>
                    <a:pt x="2042236" y="4416184"/>
                  </a:lnTo>
                  <a:lnTo>
                    <a:pt x="1947878" y="4439408"/>
                  </a:lnTo>
                  <a:lnTo>
                    <a:pt x="1855148" y="4459534"/>
                  </a:lnTo>
                  <a:lnTo>
                    <a:pt x="1767168" y="4476502"/>
                  </a:lnTo>
                  <a:lnTo>
                    <a:pt x="1687199" y="4490304"/>
                  </a:lnTo>
                  <a:lnTo>
                    <a:pt x="1618220" y="4501023"/>
                  </a:lnTo>
                  <a:lnTo>
                    <a:pt x="1562458" y="4508866"/>
                  </a:lnTo>
                  <a:lnTo>
                    <a:pt x="1520991" y="4514168"/>
                  </a:lnTo>
                  <a:lnTo>
                    <a:pt x="1493509" y="4517373"/>
                  </a:lnTo>
                  <a:lnTo>
                    <a:pt x="1478283" y="4518998"/>
                  </a:lnTo>
                  <a:lnTo>
                    <a:pt x="1472290" y="4519585"/>
                  </a:lnTo>
                  <a:lnTo>
                    <a:pt x="1471387" y="4519668"/>
                  </a:lnTo>
                  <a:lnTo>
                    <a:pt x="0" y="451966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64" name="pg1964"/>
            <p:cNvSpPr/>
            <p:nvPr/>
          </p:nvSpPr>
          <p:spPr>
            <a:xfrm>
              <a:off x="4799595" y="6401872"/>
              <a:ext cx="11981298" cy="4266305"/>
            </a:xfrm>
            <a:custGeom>
              <a:avLst/>
              <a:pathLst>
                <a:path w="11981298" h="4266305">
                  <a:moveTo>
                    <a:pt x="0" y="4266305"/>
                  </a:moveTo>
                  <a:lnTo>
                    <a:pt x="1471387" y="4266305"/>
                  </a:lnTo>
                  <a:lnTo>
                    <a:pt x="1472314" y="4266225"/>
                  </a:lnTo>
                  <a:lnTo>
                    <a:pt x="1478433" y="4265660"/>
                  </a:lnTo>
                  <a:lnTo>
                    <a:pt x="1493949" y="4264097"/>
                  </a:lnTo>
                  <a:lnTo>
                    <a:pt x="1521917" y="4261017"/>
                  </a:lnTo>
                  <a:lnTo>
                    <a:pt x="1564064" y="4255926"/>
                  </a:lnTo>
                  <a:lnTo>
                    <a:pt x="1620660" y="4248400"/>
                  </a:lnTo>
                  <a:lnTo>
                    <a:pt x="1690564" y="4238121"/>
                  </a:lnTo>
                  <a:lnTo>
                    <a:pt x="1771465" y="4224898"/>
                  </a:lnTo>
                  <a:lnTo>
                    <a:pt x="1860310" y="4208655"/>
                  </a:lnTo>
                  <a:lnTo>
                    <a:pt x="1953775" y="4189403"/>
                  </a:lnTo>
                  <a:lnTo>
                    <a:pt x="2048702" y="4167201"/>
                  </a:lnTo>
                  <a:lnTo>
                    <a:pt x="2142407" y="4142106"/>
                  </a:lnTo>
                  <a:lnTo>
                    <a:pt x="2232832" y="4114136"/>
                  </a:lnTo>
                  <a:lnTo>
                    <a:pt x="2318581" y="4083243"/>
                  </a:lnTo>
                  <a:lnTo>
                    <a:pt x="2398850" y="4049294"/>
                  </a:lnTo>
                  <a:lnTo>
                    <a:pt x="2473324" y="4012066"/>
                  </a:lnTo>
                  <a:lnTo>
                    <a:pt x="2542057" y="3971241"/>
                  </a:lnTo>
                  <a:lnTo>
                    <a:pt x="2605365" y="3926413"/>
                  </a:lnTo>
                  <a:lnTo>
                    <a:pt x="2663732" y="3877099"/>
                  </a:lnTo>
                  <a:lnTo>
                    <a:pt x="2717739" y="3822756"/>
                  </a:lnTo>
                  <a:lnTo>
                    <a:pt x="2768016" y="3762815"/>
                  </a:lnTo>
                  <a:lnTo>
                    <a:pt x="2815197" y="3696733"/>
                  </a:lnTo>
                  <a:lnTo>
                    <a:pt x="2859891" y="3624076"/>
                  </a:lnTo>
                  <a:lnTo>
                    <a:pt x="2896531" y="3556616"/>
                  </a:lnTo>
                  <a:lnTo>
                    <a:pt x="2928241" y="3492333"/>
                  </a:lnTo>
                  <a:lnTo>
                    <a:pt x="2959249" y="3424073"/>
                  </a:lnTo>
                  <a:lnTo>
                    <a:pt x="2989716" y="3351754"/>
                  </a:lnTo>
                  <a:lnTo>
                    <a:pt x="3019776" y="3275341"/>
                  </a:lnTo>
                  <a:lnTo>
                    <a:pt x="3049543" y="3194845"/>
                  </a:lnTo>
                  <a:lnTo>
                    <a:pt x="3079108" y="3110334"/>
                  </a:lnTo>
                  <a:lnTo>
                    <a:pt x="3108545" y="3021929"/>
                  </a:lnTo>
                  <a:lnTo>
                    <a:pt x="3137913" y="2929812"/>
                  </a:lnTo>
                  <a:lnTo>
                    <a:pt x="3167256" y="2834224"/>
                  </a:lnTo>
                  <a:lnTo>
                    <a:pt x="3196605" y="2735468"/>
                  </a:lnTo>
                  <a:lnTo>
                    <a:pt x="3225980" y="2633903"/>
                  </a:lnTo>
                  <a:lnTo>
                    <a:pt x="3255391" y="2529939"/>
                  </a:lnTo>
                  <a:lnTo>
                    <a:pt x="3284839" y="2424037"/>
                  </a:lnTo>
                  <a:lnTo>
                    <a:pt x="3314320" y="2316695"/>
                  </a:lnTo>
                  <a:lnTo>
                    <a:pt x="3343823" y="2208442"/>
                  </a:lnTo>
                  <a:lnTo>
                    <a:pt x="3373335" y="2099825"/>
                  </a:lnTo>
                  <a:lnTo>
                    <a:pt x="3402843" y="1991399"/>
                  </a:lnTo>
                  <a:lnTo>
                    <a:pt x="3432332" y="1883715"/>
                  </a:lnTo>
                  <a:lnTo>
                    <a:pt x="3461791" y="1777310"/>
                  </a:lnTo>
                  <a:lnTo>
                    <a:pt x="3491213" y="1672692"/>
                  </a:lnTo>
                  <a:lnTo>
                    <a:pt x="3520599" y="1570334"/>
                  </a:lnTo>
                  <a:lnTo>
                    <a:pt x="3549954" y="1470662"/>
                  </a:lnTo>
                  <a:lnTo>
                    <a:pt x="3579296" y="1374054"/>
                  </a:lnTo>
                  <a:lnTo>
                    <a:pt x="3608652" y="1280828"/>
                  </a:lnTo>
                  <a:lnTo>
                    <a:pt x="3638063" y="1191246"/>
                  </a:lnTo>
                  <a:lnTo>
                    <a:pt x="3667581" y="1105507"/>
                  </a:lnTo>
                  <a:lnTo>
                    <a:pt x="3697276" y="1023752"/>
                  </a:lnTo>
                  <a:lnTo>
                    <a:pt x="3727234" y="946064"/>
                  </a:lnTo>
                  <a:lnTo>
                    <a:pt x="3757561" y="872473"/>
                  </a:lnTo>
                  <a:lnTo>
                    <a:pt x="3788384" y="802956"/>
                  </a:lnTo>
                  <a:lnTo>
                    <a:pt x="3819857" y="737446"/>
                  </a:lnTo>
                  <a:lnTo>
                    <a:pt x="3829811" y="717861"/>
                  </a:lnTo>
                  <a:lnTo>
                    <a:pt x="3872817" y="639418"/>
                  </a:lnTo>
                  <a:lnTo>
                    <a:pt x="3917836" y="567736"/>
                  </a:lnTo>
                  <a:lnTo>
                    <a:pt x="3965429" y="502578"/>
                  </a:lnTo>
                  <a:lnTo>
                    <a:pt x="4016208" y="443486"/>
                  </a:lnTo>
                  <a:lnTo>
                    <a:pt x="4070811" y="389910"/>
                  </a:lnTo>
                  <a:lnTo>
                    <a:pt x="4129861" y="341280"/>
                  </a:lnTo>
                  <a:lnTo>
                    <a:pt x="4193931" y="297062"/>
                  </a:lnTo>
                  <a:lnTo>
                    <a:pt x="4263484" y="256783"/>
                  </a:lnTo>
                  <a:lnTo>
                    <a:pt x="4338805" y="220050"/>
                  </a:lnTo>
                  <a:lnTo>
                    <a:pt x="4419900" y="186557"/>
                  </a:lnTo>
                  <a:lnTo>
                    <a:pt x="4506392" y="156095"/>
                  </a:lnTo>
                  <a:lnTo>
                    <a:pt x="4597397" y="128544"/>
                  </a:lnTo>
                  <a:lnTo>
                    <a:pt x="4691422" y="103867"/>
                  </a:lnTo>
                  <a:lnTo>
                    <a:pt x="4786317" y="82090"/>
                  </a:lnTo>
                  <a:lnTo>
                    <a:pt x="4879315" y="63273"/>
                  </a:lnTo>
                  <a:lnTo>
                    <a:pt x="4967210" y="47470"/>
                  </a:lnTo>
                  <a:lnTo>
                    <a:pt x="5046690" y="34682"/>
                  </a:lnTo>
                  <a:lnTo>
                    <a:pt x="5114778" y="24818"/>
                  </a:lnTo>
                  <a:lnTo>
                    <a:pt x="5169314" y="17669"/>
                  </a:lnTo>
                  <a:lnTo>
                    <a:pt x="5209347" y="12898"/>
                  </a:lnTo>
                  <a:lnTo>
                    <a:pt x="5235364" y="10071"/>
                  </a:lnTo>
                  <a:lnTo>
                    <a:pt x="5249295" y="8686"/>
                  </a:lnTo>
                  <a:lnTo>
                    <a:pt x="5254372" y="8222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530" y="8222"/>
                  </a:lnTo>
                  <a:lnTo>
                    <a:pt x="6735329" y="8575"/>
                  </a:lnTo>
                  <a:lnTo>
                    <a:pt x="6754964" y="9551"/>
                  </a:lnTo>
                  <a:lnTo>
                    <a:pt x="6790005" y="11472"/>
                  </a:lnTo>
                  <a:lnTo>
                    <a:pt x="6842107" y="14634"/>
                  </a:lnTo>
                  <a:lnTo>
                    <a:pt x="6910883" y="19277"/>
                  </a:lnTo>
                  <a:lnTo>
                    <a:pt x="6994092" y="25561"/>
                  </a:lnTo>
                  <a:lnTo>
                    <a:pt x="7088153" y="33562"/>
                  </a:lnTo>
                  <a:lnTo>
                    <a:pt x="7188854" y="43291"/>
                  </a:lnTo>
                  <a:lnTo>
                    <a:pt x="7292043" y="54716"/>
                  </a:lnTo>
                  <a:lnTo>
                    <a:pt x="7394147" y="67800"/>
                  </a:lnTo>
                  <a:lnTo>
                    <a:pt x="7492455" y="82530"/>
                  </a:lnTo>
                  <a:lnTo>
                    <a:pt x="7585174" y="98936"/>
                  </a:lnTo>
                  <a:lnTo>
                    <a:pt x="7671333" y="117106"/>
                  </a:lnTo>
                  <a:lnTo>
                    <a:pt x="7750622" y="137191"/>
                  </a:lnTo>
                  <a:lnTo>
                    <a:pt x="7823214" y="159403"/>
                  </a:lnTo>
                  <a:lnTo>
                    <a:pt x="7889602" y="184014"/>
                  </a:lnTo>
                  <a:lnTo>
                    <a:pt x="7950472" y="211342"/>
                  </a:lnTo>
                  <a:lnTo>
                    <a:pt x="8006612" y="241736"/>
                  </a:lnTo>
                  <a:lnTo>
                    <a:pt x="8058842" y="275545"/>
                  </a:lnTo>
                  <a:lnTo>
                    <a:pt x="8107956" y="313063"/>
                  </a:lnTo>
                  <a:lnTo>
                    <a:pt x="8151487" y="351438"/>
                  </a:lnTo>
                  <a:lnTo>
                    <a:pt x="8193859" y="393591"/>
                  </a:lnTo>
                  <a:lnTo>
                    <a:pt x="8235069" y="439232"/>
                  </a:lnTo>
                  <a:lnTo>
                    <a:pt x="8275474" y="488430"/>
                  </a:lnTo>
                  <a:lnTo>
                    <a:pt x="8315351" y="541177"/>
                  </a:lnTo>
                  <a:lnTo>
                    <a:pt x="8354915" y="597384"/>
                  </a:lnTo>
                  <a:lnTo>
                    <a:pt x="8394326" y="656871"/>
                  </a:lnTo>
                  <a:lnTo>
                    <a:pt x="8433692" y="719363"/>
                  </a:lnTo>
                  <a:lnTo>
                    <a:pt x="8473085" y="784495"/>
                  </a:lnTo>
                  <a:lnTo>
                    <a:pt x="8512538" y="851811"/>
                  </a:lnTo>
                  <a:lnTo>
                    <a:pt x="8552057" y="920782"/>
                  </a:lnTo>
                  <a:lnTo>
                    <a:pt x="8591627" y="990815"/>
                  </a:lnTo>
                  <a:lnTo>
                    <a:pt x="8631221" y="1061282"/>
                  </a:lnTo>
                  <a:lnTo>
                    <a:pt x="8670802" y="1131534"/>
                  </a:lnTo>
                  <a:lnTo>
                    <a:pt x="8710341" y="1200933"/>
                  </a:lnTo>
                  <a:lnTo>
                    <a:pt x="8749817" y="1268872"/>
                  </a:lnTo>
                  <a:lnTo>
                    <a:pt x="8789228" y="1334798"/>
                  </a:lnTo>
                  <a:lnTo>
                    <a:pt x="8828598" y="1398230"/>
                  </a:lnTo>
                  <a:lnTo>
                    <a:pt x="8867983" y="1458770"/>
                  </a:lnTo>
                  <a:lnTo>
                    <a:pt x="8907480" y="1516112"/>
                  </a:lnTo>
                  <a:lnTo>
                    <a:pt x="8947230" y="1570046"/>
                  </a:lnTo>
                  <a:lnTo>
                    <a:pt x="8987428" y="1620450"/>
                  </a:lnTo>
                  <a:lnTo>
                    <a:pt x="9028330" y="1667291"/>
                  </a:lnTo>
                  <a:lnTo>
                    <a:pt x="9070263" y="1710613"/>
                  </a:lnTo>
                  <a:lnTo>
                    <a:pt x="9084767" y="1724502"/>
                  </a:lnTo>
                  <a:lnTo>
                    <a:pt x="9131634" y="1765616"/>
                  </a:lnTo>
                  <a:lnTo>
                    <a:pt x="9180941" y="1802869"/>
                  </a:lnTo>
                  <a:lnTo>
                    <a:pt x="9233417" y="1836429"/>
                  </a:lnTo>
                  <a:lnTo>
                    <a:pt x="9289860" y="1866598"/>
                  </a:lnTo>
                  <a:lnTo>
                    <a:pt x="9351090" y="1893726"/>
                  </a:lnTo>
                  <a:lnTo>
                    <a:pt x="9417889" y="1918159"/>
                  </a:lnTo>
                  <a:lnTo>
                    <a:pt x="9490935" y="1940215"/>
                  </a:lnTo>
                  <a:lnTo>
                    <a:pt x="9570702" y="1960161"/>
                  </a:lnTo>
                  <a:lnTo>
                    <a:pt x="9657335" y="1978204"/>
                  </a:lnTo>
                  <a:lnTo>
                    <a:pt x="9750483" y="1994491"/>
                  </a:lnTo>
                  <a:lnTo>
                    <a:pt x="9849125" y="2009106"/>
                  </a:lnTo>
                  <a:lnTo>
                    <a:pt x="9951403" y="2022075"/>
                  </a:lnTo>
                  <a:lnTo>
                    <a:pt x="10054542" y="2033383"/>
                  </a:lnTo>
                  <a:lnTo>
                    <a:pt x="10154920" y="2042992"/>
                  </a:lnTo>
                  <a:lnTo>
                    <a:pt x="10248358" y="2050873"/>
                  </a:lnTo>
                  <a:lnTo>
                    <a:pt x="10330665" y="2057039"/>
                  </a:lnTo>
                  <a:lnTo>
                    <a:pt x="10398333" y="2061572"/>
                  </a:lnTo>
                  <a:lnTo>
                    <a:pt x="10449235" y="2064639"/>
                  </a:lnTo>
                  <a:lnTo>
                    <a:pt x="10483126" y="2066484"/>
                  </a:lnTo>
                  <a:lnTo>
                    <a:pt x="10501799" y="2067407"/>
                  </a:lnTo>
                  <a:lnTo>
                    <a:pt x="10508951" y="2067728"/>
                  </a:lnTo>
                  <a:lnTo>
                    <a:pt x="10509911" y="2067768"/>
                  </a:lnTo>
                  <a:lnTo>
                    <a:pt x="11981298" y="2067768"/>
                  </a:lnTo>
                  <a:lnTo>
                    <a:pt x="11981298" y="2059595"/>
                  </a:lnTo>
                  <a:lnTo>
                    <a:pt x="10509911" y="2059595"/>
                  </a:lnTo>
                  <a:lnTo>
                    <a:pt x="10508723" y="2059546"/>
                  </a:lnTo>
                  <a:lnTo>
                    <a:pt x="10500924" y="2059192"/>
                  </a:lnTo>
                  <a:lnTo>
                    <a:pt x="10481289" y="2058216"/>
                  </a:lnTo>
                  <a:lnTo>
                    <a:pt x="10446248" y="2056296"/>
                  </a:lnTo>
                  <a:lnTo>
                    <a:pt x="10394146" y="2053133"/>
                  </a:lnTo>
                  <a:lnTo>
                    <a:pt x="10325370" y="2048491"/>
                  </a:lnTo>
                  <a:lnTo>
                    <a:pt x="10242162" y="2042207"/>
                  </a:lnTo>
                  <a:lnTo>
                    <a:pt x="10148100" y="2034205"/>
                  </a:lnTo>
                  <a:lnTo>
                    <a:pt x="10047399" y="2024477"/>
                  </a:lnTo>
                  <a:lnTo>
                    <a:pt x="9944211" y="2013052"/>
                  </a:lnTo>
                  <a:lnTo>
                    <a:pt x="9842106" y="1999968"/>
                  </a:lnTo>
                  <a:lnTo>
                    <a:pt x="9743798" y="1985238"/>
                  </a:lnTo>
                  <a:lnTo>
                    <a:pt x="9651079" y="1968832"/>
                  </a:lnTo>
                  <a:lnTo>
                    <a:pt x="9564921" y="1950662"/>
                  </a:lnTo>
                  <a:lnTo>
                    <a:pt x="9485631" y="1930577"/>
                  </a:lnTo>
                  <a:lnTo>
                    <a:pt x="9413039" y="1908364"/>
                  </a:lnTo>
                  <a:lnTo>
                    <a:pt x="9346652" y="1883754"/>
                  </a:lnTo>
                  <a:lnTo>
                    <a:pt x="9285781" y="1856426"/>
                  </a:lnTo>
                  <a:lnTo>
                    <a:pt x="9229641" y="1826032"/>
                  </a:lnTo>
                  <a:lnTo>
                    <a:pt x="9177411" y="1792223"/>
                  </a:lnTo>
                  <a:lnTo>
                    <a:pt x="9128297" y="1754704"/>
                  </a:lnTo>
                  <a:lnTo>
                    <a:pt x="9084767" y="1716329"/>
                  </a:lnTo>
                  <a:lnTo>
                    <a:pt x="9042394" y="1674177"/>
                  </a:lnTo>
                  <a:lnTo>
                    <a:pt x="9001184" y="1628536"/>
                  </a:lnTo>
                  <a:lnTo>
                    <a:pt x="8960780" y="1579338"/>
                  </a:lnTo>
                  <a:lnTo>
                    <a:pt x="8920902" y="1526591"/>
                  </a:lnTo>
                  <a:lnTo>
                    <a:pt x="8881338" y="1470384"/>
                  </a:lnTo>
                  <a:lnTo>
                    <a:pt x="8841928" y="1410897"/>
                  </a:lnTo>
                  <a:lnTo>
                    <a:pt x="8802561" y="1348404"/>
                  </a:lnTo>
                  <a:lnTo>
                    <a:pt x="8763168" y="1283273"/>
                  </a:lnTo>
                  <a:lnTo>
                    <a:pt x="8723716" y="1215956"/>
                  </a:lnTo>
                  <a:lnTo>
                    <a:pt x="8684196" y="1146986"/>
                  </a:lnTo>
                  <a:lnTo>
                    <a:pt x="8644626" y="1076952"/>
                  </a:lnTo>
                  <a:lnTo>
                    <a:pt x="8605033" y="1006486"/>
                  </a:lnTo>
                  <a:lnTo>
                    <a:pt x="8565451" y="936234"/>
                  </a:lnTo>
                  <a:lnTo>
                    <a:pt x="8525912" y="866835"/>
                  </a:lnTo>
                  <a:lnTo>
                    <a:pt x="8486436" y="798896"/>
                  </a:lnTo>
                  <a:lnTo>
                    <a:pt x="8447025" y="732969"/>
                  </a:lnTo>
                  <a:lnTo>
                    <a:pt x="8407656" y="669538"/>
                  </a:lnTo>
                  <a:lnTo>
                    <a:pt x="8368270" y="608998"/>
                  </a:lnTo>
                  <a:lnTo>
                    <a:pt x="8328773" y="551655"/>
                  </a:lnTo>
                  <a:lnTo>
                    <a:pt x="8289023" y="497722"/>
                  </a:lnTo>
                  <a:lnTo>
                    <a:pt x="8248825" y="447318"/>
                  </a:lnTo>
                  <a:lnTo>
                    <a:pt x="8207924" y="400476"/>
                  </a:lnTo>
                  <a:lnTo>
                    <a:pt x="8165990" y="357154"/>
                  </a:lnTo>
                  <a:lnTo>
                    <a:pt x="8151487" y="343265"/>
                  </a:lnTo>
                  <a:lnTo>
                    <a:pt x="8104619" y="302151"/>
                  </a:lnTo>
                  <a:lnTo>
                    <a:pt x="8055312" y="264898"/>
                  </a:lnTo>
                  <a:lnTo>
                    <a:pt x="8002837" y="231338"/>
                  </a:lnTo>
                  <a:lnTo>
                    <a:pt x="7946393" y="201169"/>
                  </a:lnTo>
                  <a:lnTo>
                    <a:pt x="7885163" y="174042"/>
                  </a:lnTo>
                  <a:lnTo>
                    <a:pt x="7818364" y="149608"/>
                  </a:lnTo>
                  <a:lnTo>
                    <a:pt x="7745318" y="127552"/>
                  </a:lnTo>
                  <a:lnTo>
                    <a:pt x="7665551" y="107607"/>
                  </a:lnTo>
                  <a:lnTo>
                    <a:pt x="7578918" y="89564"/>
                  </a:lnTo>
                  <a:lnTo>
                    <a:pt x="7485770" y="73276"/>
                  </a:lnTo>
                  <a:lnTo>
                    <a:pt x="7387129" y="58662"/>
                  </a:lnTo>
                  <a:lnTo>
                    <a:pt x="7284850" y="45692"/>
                  </a:lnTo>
                  <a:lnTo>
                    <a:pt x="7181711" y="34385"/>
                  </a:lnTo>
                  <a:lnTo>
                    <a:pt x="7081334" y="24776"/>
                  </a:lnTo>
                  <a:lnTo>
                    <a:pt x="6987895" y="16895"/>
                  </a:lnTo>
                  <a:lnTo>
                    <a:pt x="6905588" y="10729"/>
                  </a:lnTo>
                  <a:lnTo>
                    <a:pt x="6837921" y="6195"/>
                  </a:lnTo>
                  <a:lnTo>
                    <a:pt x="6787018" y="3128"/>
                  </a:lnTo>
                  <a:lnTo>
                    <a:pt x="6753127" y="1283"/>
                  </a:lnTo>
                  <a:lnTo>
                    <a:pt x="6734454" y="361"/>
                  </a:lnTo>
                  <a:lnTo>
                    <a:pt x="6727302" y="39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028" y="79"/>
                  </a:lnTo>
                  <a:lnTo>
                    <a:pt x="5247909" y="645"/>
                  </a:lnTo>
                  <a:lnTo>
                    <a:pt x="5232393" y="2207"/>
                  </a:lnTo>
                  <a:lnTo>
                    <a:pt x="5204425" y="5287"/>
                  </a:lnTo>
                  <a:lnTo>
                    <a:pt x="5162278" y="10378"/>
                  </a:lnTo>
                  <a:lnTo>
                    <a:pt x="5105682" y="17904"/>
                  </a:lnTo>
                  <a:lnTo>
                    <a:pt x="5035778" y="28183"/>
                  </a:lnTo>
                  <a:lnTo>
                    <a:pt x="4954877" y="41406"/>
                  </a:lnTo>
                  <a:lnTo>
                    <a:pt x="4866032" y="57650"/>
                  </a:lnTo>
                  <a:lnTo>
                    <a:pt x="4772567" y="76901"/>
                  </a:lnTo>
                  <a:lnTo>
                    <a:pt x="4677640" y="99103"/>
                  </a:lnTo>
                  <a:lnTo>
                    <a:pt x="4583936" y="124198"/>
                  </a:lnTo>
                  <a:lnTo>
                    <a:pt x="4493510" y="152168"/>
                  </a:lnTo>
                  <a:lnTo>
                    <a:pt x="4407761" y="183061"/>
                  </a:lnTo>
                  <a:lnTo>
                    <a:pt x="4327492" y="217010"/>
                  </a:lnTo>
                  <a:lnTo>
                    <a:pt x="4253018" y="254238"/>
                  </a:lnTo>
                  <a:lnTo>
                    <a:pt x="4184285" y="295063"/>
                  </a:lnTo>
                  <a:lnTo>
                    <a:pt x="4120977" y="339891"/>
                  </a:lnTo>
                  <a:lnTo>
                    <a:pt x="4062610" y="389205"/>
                  </a:lnTo>
                  <a:lnTo>
                    <a:pt x="4008603" y="443548"/>
                  </a:lnTo>
                  <a:lnTo>
                    <a:pt x="3958327" y="503489"/>
                  </a:lnTo>
                  <a:lnTo>
                    <a:pt x="3911145" y="569571"/>
                  </a:lnTo>
                  <a:lnTo>
                    <a:pt x="3866451" y="642228"/>
                  </a:lnTo>
                  <a:lnTo>
                    <a:pt x="3829811" y="709688"/>
                  </a:lnTo>
                  <a:lnTo>
                    <a:pt x="3798101" y="773971"/>
                  </a:lnTo>
                  <a:lnTo>
                    <a:pt x="3767093" y="842231"/>
                  </a:lnTo>
                  <a:lnTo>
                    <a:pt x="3736627" y="914550"/>
                  </a:lnTo>
                  <a:lnTo>
                    <a:pt x="3706566" y="990963"/>
                  </a:lnTo>
                  <a:lnTo>
                    <a:pt x="3676799" y="1071459"/>
                  </a:lnTo>
                  <a:lnTo>
                    <a:pt x="3647234" y="1155970"/>
                  </a:lnTo>
                  <a:lnTo>
                    <a:pt x="3617797" y="1244376"/>
                  </a:lnTo>
                  <a:lnTo>
                    <a:pt x="3588429" y="1336493"/>
                  </a:lnTo>
                  <a:lnTo>
                    <a:pt x="3559086" y="1432080"/>
                  </a:lnTo>
                  <a:lnTo>
                    <a:pt x="3529737" y="1530836"/>
                  </a:lnTo>
                  <a:lnTo>
                    <a:pt x="3500362" y="1632401"/>
                  </a:lnTo>
                  <a:lnTo>
                    <a:pt x="3470951" y="1736365"/>
                  </a:lnTo>
                  <a:lnTo>
                    <a:pt x="3441503" y="1842267"/>
                  </a:lnTo>
                  <a:lnTo>
                    <a:pt x="3412022" y="1949609"/>
                  </a:lnTo>
                  <a:lnTo>
                    <a:pt x="3382519" y="2057862"/>
                  </a:lnTo>
                  <a:lnTo>
                    <a:pt x="3353007" y="2166480"/>
                  </a:lnTo>
                  <a:lnTo>
                    <a:pt x="3323499" y="2274906"/>
                  </a:lnTo>
                  <a:lnTo>
                    <a:pt x="3294011" y="2382589"/>
                  </a:lnTo>
                  <a:lnTo>
                    <a:pt x="3264551" y="2488994"/>
                  </a:lnTo>
                  <a:lnTo>
                    <a:pt x="3235129" y="2593612"/>
                  </a:lnTo>
                  <a:lnTo>
                    <a:pt x="3205743" y="2695970"/>
                  </a:lnTo>
                  <a:lnTo>
                    <a:pt x="3176388" y="2795642"/>
                  </a:lnTo>
                  <a:lnTo>
                    <a:pt x="3147046" y="2892250"/>
                  </a:lnTo>
                  <a:lnTo>
                    <a:pt x="3117690" y="2985476"/>
                  </a:lnTo>
                  <a:lnTo>
                    <a:pt x="3088279" y="3075059"/>
                  </a:lnTo>
                  <a:lnTo>
                    <a:pt x="3058761" y="3160798"/>
                  </a:lnTo>
                  <a:lnTo>
                    <a:pt x="3029067" y="3242553"/>
                  </a:lnTo>
                  <a:lnTo>
                    <a:pt x="2999108" y="3320240"/>
                  </a:lnTo>
                  <a:lnTo>
                    <a:pt x="2968781" y="3393832"/>
                  </a:lnTo>
                  <a:lnTo>
                    <a:pt x="2937958" y="3463348"/>
                  </a:lnTo>
                  <a:lnTo>
                    <a:pt x="2906486" y="3528858"/>
                  </a:lnTo>
                  <a:lnTo>
                    <a:pt x="2896531" y="3548443"/>
                  </a:lnTo>
                  <a:lnTo>
                    <a:pt x="2853525" y="3626886"/>
                  </a:lnTo>
                  <a:lnTo>
                    <a:pt x="2808506" y="3698568"/>
                  </a:lnTo>
                  <a:lnTo>
                    <a:pt x="2760913" y="3763726"/>
                  </a:lnTo>
                  <a:lnTo>
                    <a:pt x="2710134" y="3822818"/>
                  </a:lnTo>
                  <a:lnTo>
                    <a:pt x="2655531" y="3876394"/>
                  </a:lnTo>
                  <a:lnTo>
                    <a:pt x="2596481" y="3925024"/>
                  </a:lnTo>
                  <a:lnTo>
                    <a:pt x="2532411" y="3969242"/>
                  </a:lnTo>
                  <a:lnTo>
                    <a:pt x="2462858" y="4009521"/>
                  </a:lnTo>
                  <a:lnTo>
                    <a:pt x="2387537" y="4046255"/>
                  </a:lnTo>
                  <a:lnTo>
                    <a:pt x="2306442" y="4079747"/>
                  </a:lnTo>
                  <a:lnTo>
                    <a:pt x="2219950" y="4110209"/>
                  </a:lnTo>
                  <a:lnTo>
                    <a:pt x="2128945" y="4137760"/>
                  </a:lnTo>
                  <a:lnTo>
                    <a:pt x="2034920" y="4162437"/>
                  </a:lnTo>
                  <a:lnTo>
                    <a:pt x="1940025" y="4184214"/>
                  </a:lnTo>
                  <a:lnTo>
                    <a:pt x="1847027" y="4203031"/>
                  </a:lnTo>
                  <a:lnTo>
                    <a:pt x="1759132" y="4218834"/>
                  </a:lnTo>
                  <a:lnTo>
                    <a:pt x="1679652" y="4231622"/>
                  </a:lnTo>
                  <a:lnTo>
                    <a:pt x="1611564" y="4241486"/>
                  </a:lnTo>
                  <a:lnTo>
                    <a:pt x="1557029" y="4248635"/>
                  </a:lnTo>
                  <a:lnTo>
                    <a:pt x="1516995" y="4253406"/>
                  </a:lnTo>
                  <a:lnTo>
                    <a:pt x="1490978" y="4256233"/>
                  </a:lnTo>
                  <a:lnTo>
                    <a:pt x="1477047" y="4257618"/>
                  </a:lnTo>
                  <a:lnTo>
                    <a:pt x="1471970" y="4258082"/>
                  </a:lnTo>
                  <a:lnTo>
                    <a:pt x="1471387" y="4258132"/>
                  </a:lnTo>
                  <a:lnTo>
                    <a:pt x="0" y="4258132"/>
                  </a:lnTo>
                  <a:close/>
                </a:path>
              </a:pathLst>
            </a:custGeom>
            <a:solidFill>
              <a:srgbClr val="F1C40F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965" name="pl1965"/>
            <p:cNvSpPr/>
            <p:nvPr/>
          </p:nvSpPr>
          <p:spPr>
            <a:xfrm>
              <a:off x="4799595" y="6410045"/>
              <a:ext cx="11981298" cy="4258132"/>
            </a:xfrm>
            <a:custGeom>
              <a:avLst/>
              <a:pathLst>
                <a:path w="11981298" h="4258132">
                  <a:moveTo>
                    <a:pt x="0" y="4258132"/>
                  </a:moveTo>
                  <a:lnTo>
                    <a:pt x="1471387" y="4258132"/>
                  </a:lnTo>
                  <a:lnTo>
                    <a:pt x="1472314" y="4258052"/>
                  </a:lnTo>
                  <a:lnTo>
                    <a:pt x="1478433" y="4257487"/>
                  </a:lnTo>
                  <a:lnTo>
                    <a:pt x="1493949" y="4255924"/>
                  </a:lnTo>
                  <a:lnTo>
                    <a:pt x="1521917" y="4252844"/>
                  </a:lnTo>
                  <a:lnTo>
                    <a:pt x="1564064" y="4247753"/>
                  </a:lnTo>
                  <a:lnTo>
                    <a:pt x="1620660" y="4240227"/>
                  </a:lnTo>
                  <a:lnTo>
                    <a:pt x="1690564" y="4229948"/>
                  </a:lnTo>
                  <a:lnTo>
                    <a:pt x="1771465" y="4216725"/>
                  </a:lnTo>
                  <a:lnTo>
                    <a:pt x="1860310" y="4200482"/>
                  </a:lnTo>
                  <a:lnTo>
                    <a:pt x="1953775" y="4181230"/>
                  </a:lnTo>
                  <a:lnTo>
                    <a:pt x="2048702" y="4159028"/>
                  </a:lnTo>
                  <a:lnTo>
                    <a:pt x="2142407" y="4133933"/>
                  </a:lnTo>
                  <a:lnTo>
                    <a:pt x="2232832" y="4105963"/>
                  </a:lnTo>
                  <a:lnTo>
                    <a:pt x="2318581" y="4075070"/>
                  </a:lnTo>
                  <a:lnTo>
                    <a:pt x="2398850" y="4041121"/>
                  </a:lnTo>
                  <a:lnTo>
                    <a:pt x="2473324" y="4003893"/>
                  </a:lnTo>
                  <a:lnTo>
                    <a:pt x="2542057" y="3963068"/>
                  </a:lnTo>
                  <a:lnTo>
                    <a:pt x="2605365" y="3918240"/>
                  </a:lnTo>
                  <a:lnTo>
                    <a:pt x="2663732" y="3868926"/>
                  </a:lnTo>
                  <a:lnTo>
                    <a:pt x="2717739" y="3814583"/>
                  </a:lnTo>
                  <a:lnTo>
                    <a:pt x="2768016" y="3754642"/>
                  </a:lnTo>
                  <a:lnTo>
                    <a:pt x="2815197" y="3688560"/>
                  </a:lnTo>
                  <a:lnTo>
                    <a:pt x="2859891" y="3615903"/>
                  </a:lnTo>
                  <a:lnTo>
                    <a:pt x="2896531" y="3548443"/>
                  </a:lnTo>
                  <a:lnTo>
                    <a:pt x="2928241" y="3484160"/>
                  </a:lnTo>
                  <a:lnTo>
                    <a:pt x="2959249" y="3415900"/>
                  </a:lnTo>
                  <a:lnTo>
                    <a:pt x="2989716" y="3343581"/>
                  </a:lnTo>
                  <a:lnTo>
                    <a:pt x="3019776" y="3267168"/>
                  </a:lnTo>
                  <a:lnTo>
                    <a:pt x="3049543" y="3186672"/>
                  </a:lnTo>
                  <a:lnTo>
                    <a:pt x="3079108" y="3102161"/>
                  </a:lnTo>
                  <a:lnTo>
                    <a:pt x="3108545" y="3013756"/>
                  </a:lnTo>
                  <a:lnTo>
                    <a:pt x="3137913" y="2921639"/>
                  </a:lnTo>
                  <a:lnTo>
                    <a:pt x="3167256" y="2826051"/>
                  </a:lnTo>
                  <a:lnTo>
                    <a:pt x="3196605" y="2727295"/>
                  </a:lnTo>
                  <a:lnTo>
                    <a:pt x="3225980" y="2625730"/>
                  </a:lnTo>
                  <a:lnTo>
                    <a:pt x="3255391" y="2521766"/>
                  </a:lnTo>
                  <a:lnTo>
                    <a:pt x="3284839" y="2415864"/>
                  </a:lnTo>
                  <a:lnTo>
                    <a:pt x="3314320" y="2308522"/>
                  </a:lnTo>
                  <a:lnTo>
                    <a:pt x="3343823" y="2200269"/>
                  </a:lnTo>
                  <a:lnTo>
                    <a:pt x="3373335" y="2091652"/>
                  </a:lnTo>
                  <a:lnTo>
                    <a:pt x="3402843" y="1983226"/>
                  </a:lnTo>
                  <a:lnTo>
                    <a:pt x="3432332" y="1875542"/>
                  </a:lnTo>
                  <a:lnTo>
                    <a:pt x="3461791" y="1769137"/>
                  </a:lnTo>
                  <a:lnTo>
                    <a:pt x="3491213" y="1664519"/>
                  </a:lnTo>
                  <a:lnTo>
                    <a:pt x="3520599" y="1562161"/>
                  </a:lnTo>
                  <a:lnTo>
                    <a:pt x="3549954" y="1462489"/>
                  </a:lnTo>
                  <a:lnTo>
                    <a:pt x="3579296" y="1365881"/>
                  </a:lnTo>
                  <a:lnTo>
                    <a:pt x="3608652" y="1272655"/>
                  </a:lnTo>
                  <a:lnTo>
                    <a:pt x="3638063" y="1183073"/>
                  </a:lnTo>
                  <a:lnTo>
                    <a:pt x="3667581" y="1097334"/>
                  </a:lnTo>
                  <a:lnTo>
                    <a:pt x="3697276" y="1015579"/>
                  </a:lnTo>
                  <a:lnTo>
                    <a:pt x="3727234" y="937891"/>
                  </a:lnTo>
                  <a:lnTo>
                    <a:pt x="3757561" y="864300"/>
                  </a:lnTo>
                  <a:lnTo>
                    <a:pt x="3788384" y="794783"/>
                  </a:lnTo>
                  <a:lnTo>
                    <a:pt x="3819857" y="729273"/>
                  </a:lnTo>
                  <a:lnTo>
                    <a:pt x="3829811" y="709688"/>
                  </a:lnTo>
                  <a:lnTo>
                    <a:pt x="3872817" y="631245"/>
                  </a:lnTo>
                  <a:lnTo>
                    <a:pt x="3917836" y="559563"/>
                  </a:lnTo>
                  <a:lnTo>
                    <a:pt x="3965429" y="494405"/>
                  </a:lnTo>
                  <a:lnTo>
                    <a:pt x="4016208" y="435313"/>
                  </a:lnTo>
                  <a:lnTo>
                    <a:pt x="4070811" y="381737"/>
                  </a:lnTo>
                  <a:lnTo>
                    <a:pt x="4129861" y="333107"/>
                  </a:lnTo>
                  <a:lnTo>
                    <a:pt x="4193931" y="288889"/>
                  </a:lnTo>
                  <a:lnTo>
                    <a:pt x="4263484" y="248610"/>
                  </a:lnTo>
                  <a:lnTo>
                    <a:pt x="4338805" y="211877"/>
                  </a:lnTo>
                  <a:lnTo>
                    <a:pt x="4419900" y="178384"/>
                  </a:lnTo>
                  <a:lnTo>
                    <a:pt x="4506392" y="147922"/>
                  </a:lnTo>
                  <a:lnTo>
                    <a:pt x="4597397" y="120371"/>
                  </a:lnTo>
                  <a:lnTo>
                    <a:pt x="4691422" y="95694"/>
                  </a:lnTo>
                  <a:lnTo>
                    <a:pt x="4786317" y="73917"/>
                  </a:lnTo>
                  <a:lnTo>
                    <a:pt x="4879315" y="55100"/>
                  </a:lnTo>
                  <a:lnTo>
                    <a:pt x="4967210" y="39297"/>
                  </a:lnTo>
                  <a:lnTo>
                    <a:pt x="5046690" y="26509"/>
                  </a:lnTo>
                  <a:lnTo>
                    <a:pt x="5114778" y="16645"/>
                  </a:lnTo>
                  <a:lnTo>
                    <a:pt x="5169314" y="9496"/>
                  </a:lnTo>
                  <a:lnTo>
                    <a:pt x="5209347" y="4725"/>
                  </a:lnTo>
                  <a:lnTo>
                    <a:pt x="5235364" y="1898"/>
                  </a:lnTo>
                  <a:lnTo>
                    <a:pt x="5249295" y="513"/>
                  </a:lnTo>
                  <a:lnTo>
                    <a:pt x="5254372" y="49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530" y="49"/>
                  </a:lnTo>
                  <a:lnTo>
                    <a:pt x="6735329" y="402"/>
                  </a:lnTo>
                  <a:lnTo>
                    <a:pt x="6754964" y="1378"/>
                  </a:lnTo>
                  <a:lnTo>
                    <a:pt x="6790005" y="3299"/>
                  </a:lnTo>
                  <a:lnTo>
                    <a:pt x="6842107" y="6461"/>
                  </a:lnTo>
                  <a:lnTo>
                    <a:pt x="6910883" y="11104"/>
                  </a:lnTo>
                  <a:lnTo>
                    <a:pt x="6994092" y="17388"/>
                  </a:lnTo>
                  <a:lnTo>
                    <a:pt x="7088153" y="25389"/>
                  </a:lnTo>
                  <a:lnTo>
                    <a:pt x="7188854" y="35118"/>
                  </a:lnTo>
                  <a:lnTo>
                    <a:pt x="7292043" y="46543"/>
                  </a:lnTo>
                  <a:lnTo>
                    <a:pt x="7394147" y="59627"/>
                  </a:lnTo>
                  <a:lnTo>
                    <a:pt x="7492455" y="74357"/>
                  </a:lnTo>
                  <a:lnTo>
                    <a:pt x="7585174" y="90763"/>
                  </a:lnTo>
                  <a:lnTo>
                    <a:pt x="7671333" y="108933"/>
                  </a:lnTo>
                  <a:lnTo>
                    <a:pt x="7750622" y="129018"/>
                  </a:lnTo>
                  <a:lnTo>
                    <a:pt x="7823214" y="151230"/>
                  </a:lnTo>
                  <a:lnTo>
                    <a:pt x="7889602" y="175841"/>
                  </a:lnTo>
                  <a:lnTo>
                    <a:pt x="7950472" y="203169"/>
                  </a:lnTo>
                  <a:lnTo>
                    <a:pt x="8006612" y="233563"/>
                  </a:lnTo>
                  <a:lnTo>
                    <a:pt x="8058842" y="267372"/>
                  </a:lnTo>
                  <a:lnTo>
                    <a:pt x="8107956" y="304890"/>
                  </a:lnTo>
                  <a:lnTo>
                    <a:pt x="8151487" y="343265"/>
                  </a:lnTo>
                  <a:lnTo>
                    <a:pt x="8193859" y="385418"/>
                  </a:lnTo>
                  <a:lnTo>
                    <a:pt x="8235069" y="431059"/>
                  </a:lnTo>
                  <a:lnTo>
                    <a:pt x="8275474" y="480257"/>
                  </a:lnTo>
                  <a:lnTo>
                    <a:pt x="8315351" y="533004"/>
                  </a:lnTo>
                  <a:lnTo>
                    <a:pt x="8354915" y="589211"/>
                  </a:lnTo>
                  <a:lnTo>
                    <a:pt x="8394326" y="648698"/>
                  </a:lnTo>
                  <a:lnTo>
                    <a:pt x="8433692" y="711190"/>
                  </a:lnTo>
                  <a:lnTo>
                    <a:pt x="8473085" y="776322"/>
                  </a:lnTo>
                  <a:lnTo>
                    <a:pt x="8512538" y="843638"/>
                  </a:lnTo>
                  <a:lnTo>
                    <a:pt x="8552057" y="912609"/>
                  </a:lnTo>
                  <a:lnTo>
                    <a:pt x="8591627" y="982642"/>
                  </a:lnTo>
                  <a:lnTo>
                    <a:pt x="8631221" y="1053109"/>
                  </a:lnTo>
                  <a:lnTo>
                    <a:pt x="8670802" y="1123361"/>
                  </a:lnTo>
                  <a:lnTo>
                    <a:pt x="8710341" y="1192760"/>
                  </a:lnTo>
                  <a:lnTo>
                    <a:pt x="8749817" y="1260699"/>
                  </a:lnTo>
                  <a:lnTo>
                    <a:pt x="8789228" y="1326625"/>
                  </a:lnTo>
                  <a:lnTo>
                    <a:pt x="8828598" y="1390057"/>
                  </a:lnTo>
                  <a:lnTo>
                    <a:pt x="8867983" y="1450597"/>
                  </a:lnTo>
                  <a:lnTo>
                    <a:pt x="8907480" y="1507939"/>
                  </a:lnTo>
                  <a:lnTo>
                    <a:pt x="8947230" y="1561873"/>
                  </a:lnTo>
                  <a:lnTo>
                    <a:pt x="8987428" y="1612277"/>
                  </a:lnTo>
                  <a:lnTo>
                    <a:pt x="9028330" y="1659118"/>
                  </a:lnTo>
                  <a:lnTo>
                    <a:pt x="9070263" y="1702440"/>
                  </a:lnTo>
                  <a:lnTo>
                    <a:pt x="9084767" y="1716329"/>
                  </a:lnTo>
                  <a:lnTo>
                    <a:pt x="9131634" y="1757443"/>
                  </a:lnTo>
                  <a:lnTo>
                    <a:pt x="9180941" y="1794696"/>
                  </a:lnTo>
                  <a:lnTo>
                    <a:pt x="9233417" y="1828256"/>
                  </a:lnTo>
                  <a:lnTo>
                    <a:pt x="9289860" y="1858425"/>
                  </a:lnTo>
                  <a:lnTo>
                    <a:pt x="9351090" y="1885553"/>
                  </a:lnTo>
                  <a:lnTo>
                    <a:pt x="9417889" y="1909986"/>
                  </a:lnTo>
                  <a:lnTo>
                    <a:pt x="9490935" y="1932042"/>
                  </a:lnTo>
                  <a:lnTo>
                    <a:pt x="9570702" y="1951988"/>
                  </a:lnTo>
                  <a:lnTo>
                    <a:pt x="9657335" y="1970031"/>
                  </a:lnTo>
                  <a:lnTo>
                    <a:pt x="9750483" y="1986318"/>
                  </a:lnTo>
                  <a:lnTo>
                    <a:pt x="9849125" y="2000933"/>
                  </a:lnTo>
                  <a:lnTo>
                    <a:pt x="9951403" y="2013902"/>
                  </a:lnTo>
                  <a:lnTo>
                    <a:pt x="10054542" y="2025210"/>
                  </a:lnTo>
                  <a:lnTo>
                    <a:pt x="10154920" y="2034819"/>
                  </a:lnTo>
                  <a:lnTo>
                    <a:pt x="10248358" y="2042700"/>
                  </a:lnTo>
                  <a:lnTo>
                    <a:pt x="10330665" y="2048866"/>
                  </a:lnTo>
                  <a:lnTo>
                    <a:pt x="10398333" y="2053399"/>
                  </a:lnTo>
                  <a:lnTo>
                    <a:pt x="10449235" y="2056466"/>
                  </a:lnTo>
                  <a:lnTo>
                    <a:pt x="10483126" y="2058311"/>
                  </a:lnTo>
                  <a:lnTo>
                    <a:pt x="10501799" y="2059234"/>
                  </a:lnTo>
                  <a:lnTo>
                    <a:pt x="10508951" y="2059555"/>
                  </a:lnTo>
                  <a:lnTo>
                    <a:pt x="10509911" y="2059595"/>
                  </a:lnTo>
                  <a:lnTo>
                    <a:pt x="11981298" y="205959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66" name="pl1966"/>
            <p:cNvSpPr/>
            <p:nvPr/>
          </p:nvSpPr>
          <p:spPr>
            <a:xfrm>
              <a:off x="4799595" y="6401872"/>
              <a:ext cx="11981298" cy="4258132"/>
            </a:xfrm>
            <a:custGeom>
              <a:avLst/>
              <a:pathLst>
                <a:path w="11981298" h="4258132">
                  <a:moveTo>
                    <a:pt x="11981298" y="2059595"/>
                  </a:moveTo>
                  <a:lnTo>
                    <a:pt x="10509911" y="2059595"/>
                  </a:lnTo>
                  <a:lnTo>
                    <a:pt x="10508723" y="2059546"/>
                  </a:lnTo>
                  <a:lnTo>
                    <a:pt x="10500924" y="2059192"/>
                  </a:lnTo>
                  <a:lnTo>
                    <a:pt x="10481289" y="2058216"/>
                  </a:lnTo>
                  <a:lnTo>
                    <a:pt x="10446248" y="2056296"/>
                  </a:lnTo>
                  <a:lnTo>
                    <a:pt x="10394146" y="2053133"/>
                  </a:lnTo>
                  <a:lnTo>
                    <a:pt x="10325370" y="2048491"/>
                  </a:lnTo>
                  <a:lnTo>
                    <a:pt x="10242162" y="2042207"/>
                  </a:lnTo>
                  <a:lnTo>
                    <a:pt x="10148100" y="2034205"/>
                  </a:lnTo>
                  <a:lnTo>
                    <a:pt x="10047399" y="2024477"/>
                  </a:lnTo>
                  <a:lnTo>
                    <a:pt x="9944211" y="2013052"/>
                  </a:lnTo>
                  <a:lnTo>
                    <a:pt x="9842106" y="1999968"/>
                  </a:lnTo>
                  <a:lnTo>
                    <a:pt x="9743798" y="1985238"/>
                  </a:lnTo>
                  <a:lnTo>
                    <a:pt x="9651079" y="1968832"/>
                  </a:lnTo>
                  <a:lnTo>
                    <a:pt x="9564921" y="1950662"/>
                  </a:lnTo>
                  <a:lnTo>
                    <a:pt x="9485631" y="1930577"/>
                  </a:lnTo>
                  <a:lnTo>
                    <a:pt x="9413039" y="1908364"/>
                  </a:lnTo>
                  <a:lnTo>
                    <a:pt x="9346652" y="1883754"/>
                  </a:lnTo>
                  <a:lnTo>
                    <a:pt x="9285781" y="1856426"/>
                  </a:lnTo>
                  <a:lnTo>
                    <a:pt x="9229641" y="1826032"/>
                  </a:lnTo>
                  <a:lnTo>
                    <a:pt x="9177411" y="1792223"/>
                  </a:lnTo>
                  <a:lnTo>
                    <a:pt x="9128297" y="1754704"/>
                  </a:lnTo>
                  <a:lnTo>
                    <a:pt x="9084767" y="1716329"/>
                  </a:lnTo>
                  <a:lnTo>
                    <a:pt x="9042394" y="1674177"/>
                  </a:lnTo>
                  <a:lnTo>
                    <a:pt x="9001184" y="1628536"/>
                  </a:lnTo>
                  <a:lnTo>
                    <a:pt x="8960780" y="1579338"/>
                  </a:lnTo>
                  <a:lnTo>
                    <a:pt x="8920902" y="1526591"/>
                  </a:lnTo>
                  <a:lnTo>
                    <a:pt x="8881338" y="1470384"/>
                  </a:lnTo>
                  <a:lnTo>
                    <a:pt x="8841928" y="1410897"/>
                  </a:lnTo>
                  <a:lnTo>
                    <a:pt x="8802561" y="1348404"/>
                  </a:lnTo>
                  <a:lnTo>
                    <a:pt x="8763168" y="1283273"/>
                  </a:lnTo>
                  <a:lnTo>
                    <a:pt x="8723716" y="1215956"/>
                  </a:lnTo>
                  <a:lnTo>
                    <a:pt x="8684196" y="1146986"/>
                  </a:lnTo>
                  <a:lnTo>
                    <a:pt x="8644626" y="1076952"/>
                  </a:lnTo>
                  <a:lnTo>
                    <a:pt x="8605033" y="1006486"/>
                  </a:lnTo>
                  <a:lnTo>
                    <a:pt x="8565451" y="936234"/>
                  </a:lnTo>
                  <a:lnTo>
                    <a:pt x="8525912" y="866835"/>
                  </a:lnTo>
                  <a:lnTo>
                    <a:pt x="8486436" y="798896"/>
                  </a:lnTo>
                  <a:lnTo>
                    <a:pt x="8447025" y="732969"/>
                  </a:lnTo>
                  <a:lnTo>
                    <a:pt x="8407656" y="669538"/>
                  </a:lnTo>
                  <a:lnTo>
                    <a:pt x="8368270" y="608998"/>
                  </a:lnTo>
                  <a:lnTo>
                    <a:pt x="8328773" y="551655"/>
                  </a:lnTo>
                  <a:lnTo>
                    <a:pt x="8289023" y="497722"/>
                  </a:lnTo>
                  <a:lnTo>
                    <a:pt x="8248825" y="447318"/>
                  </a:lnTo>
                  <a:lnTo>
                    <a:pt x="8207924" y="400476"/>
                  </a:lnTo>
                  <a:lnTo>
                    <a:pt x="8165990" y="357154"/>
                  </a:lnTo>
                  <a:lnTo>
                    <a:pt x="8151487" y="343265"/>
                  </a:lnTo>
                  <a:lnTo>
                    <a:pt x="8104619" y="302151"/>
                  </a:lnTo>
                  <a:lnTo>
                    <a:pt x="8055312" y="264898"/>
                  </a:lnTo>
                  <a:lnTo>
                    <a:pt x="8002837" y="231338"/>
                  </a:lnTo>
                  <a:lnTo>
                    <a:pt x="7946393" y="201169"/>
                  </a:lnTo>
                  <a:lnTo>
                    <a:pt x="7885163" y="174042"/>
                  </a:lnTo>
                  <a:lnTo>
                    <a:pt x="7818364" y="149608"/>
                  </a:lnTo>
                  <a:lnTo>
                    <a:pt x="7745318" y="127552"/>
                  </a:lnTo>
                  <a:lnTo>
                    <a:pt x="7665551" y="107607"/>
                  </a:lnTo>
                  <a:lnTo>
                    <a:pt x="7578918" y="89564"/>
                  </a:lnTo>
                  <a:lnTo>
                    <a:pt x="7485770" y="73276"/>
                  </a:lnTo>
                  <a:lnTo>
                    <a:pt x="7387129" y="58662"/>
                  </a:lnTo>
                  <a:lnTo>
                    <a:pt x="7284850" y="45692"/>
                  </a:lnTo>
                  <a:lnTo>
                    <a:pt x="7181711" y="34385"/>
                  </a:lnTo>
                  <a:lnTo>
                    <a:pt x="7081334" y="24776"/>
                  </a:lnTo>
                  <a:lnTo>
                    <a:pt x="6987895" y="16895"/>
                  </a:lnTo>
                  <a:lnTo>
                    <a:pt x="6905588" y="10729"/>
                  </a:lnTo>
                  <a:lnTo>
                    <a:pt x="6837921" y="6195"/>
                  </a:lnTo>
                  <a:lnTo>
                    <a:pt x="6787018" y="3128"/>
                  </a:lnTo>
                  <a:lnTo>
                    <a:pt x="6753127" y="1283"/>
                  </a:lnTo>
                  <a:lnTo>
                    <a:pt x="6734454" y="361"/>
                  </a:lnTo>
                  <a:lnTo>
                    <a:pt x="6727302" y="39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028" y="79"/>
                  </a:lnTo>
                  <a:lnTo>
                    <a:pt x="5247909" y="645"/>
                  </a:lnTo>
                  <a:lnTo>
                    <a:pt x="5232393" y="2207"/>
                  </a:lnTo>
                  <a:lnTo>
                    <a:pt x="5204425" y="5287"/>
                  </a:lnTo>
                  <a:lnTo>
                    <a:pt x="5162278" y="10378"/>
                  </a:lnTo>
                  <a:lnTo>
                    <a:pt x="5105682" y="17904"/>
                  </a:lnTo>
                  <a:lnTo>
                    <a:pt x="5035778" y="28183"/>
                  </a:lnTo>
                  <a:lnTo>
                    <a:pt x="4954877" y="41406"/>
                  </a:lnTo>
                  <a:lnTo>
                    <a:pt x="4866032" y="57650"/>
                  </a:lnTo>
                  <a:lnTo>
                    <a:pt x="4772567" y="76901"/>
                  </a:lnTo>
                  <a:lnTo>
                    <a:pt x="4677640" y="99103"/>
                  </a:lnTo>
                  <a:lnTo>
                    <a:pt x="4583936" y="124198"/>
                  </a:lnTo>
                  <a:lnTo>
                    <a:pt x="4493510" y="152168"/>
                  </a:lnTo>
                  <a:lnTo>
                    <a:pt x="4407761" y="183061"/>
                  </a:lnTo>
                  <a:lnTo>
                    <a:pt x="4327492" y="217010"/>
                  </a:lnTo>
                  <a:lnTo>
                    <a:pt x="4253018" y="254238"/>
                  </a:lnTo>
                  <a:lnTo>
                    <a:pt x="4184285" y="295063"/>
                  </a:lnTo>
                  <a:lnTo>
                    <a:pt x="4120977" y="339891"/>
                  </a:lnTo>
                  <a:lnTo>
                    <a:pt x="4062610" y="389205"/>
                  </a:lnTo>
                  <a:lnTo>
                    <a:pt x="4008603" y="443548"/>
                  </a:lnTo>
                  <a:lnTo>
                    <a:pt x="3958327" y="503489"/>
                  </a:lnTo>
                  <a:lnTo>
                    <a:pt x="3911145" y="569571"/>
                  </a:lnTo>
                  <a:lnTo>
                    <a:pt x="3866451" y="642228"/>
                  </a:lnTo>
                  <a:lnTo>
                    <a:pt x="3829811" y="709688"/>
                  </a:lnTo>
                  <a:lnTo>
                    <a:pt x="3798101" y="773971"/>
                  </a:lnTo>
                  <a:lnTo>
                    <a:pt x="3767093" y="842231"/>
                  </a:lnTo>
                  <a:lnTo>
                    <a:pt x="3736627" y="914550"/>
                  </a:lnTo>
                  <a:lnTo>
                    <a:pt x="3706566" y="990963"/>
                  </a:lnTo>
                  <a:lnTo>
                    <a:pt x="3676799" y="1071459"/>
                  </a:lnTo>
                  <a:lnTo>
                    <a:pt x="3647234" y="1155970"/>
                  </a:lnTo>
                  <a:lnTo>
                    <a:pt x="3617797" y="1244376"/>
                  </a:lnTo>
                  <a:lnTo>
                    <a:pt x="3588429" y="1336493"/>
                  </a:lnTo>
                  <a:lnTo>
                    <a:pt x="3559086" y="1432080"/>
                  </a:lnTo>
                  <a:lnTo>
                    <a:pt x="3529737" y="1530836"/>
                  </a:lnTo>
                  <a:lnTo>
                    <a:pt x="3500362" y="1632401"/>
                  </a:lnTo>
                  <a:lnTo>
                    <a:pt x="3470951" y="1736365"/>
                  </a:lnTo>
                  <a:lnTo>
                    <a:pt x="3441503" y="1842267"/>
                  </a:lnTo>
                  <a:lnTo>
                    <a:pt x="3412022" y="1949609"/>
                  </a:lnTo>
                  <a:lnTo>
                    <a:pt x="3382519" y="2057862"/>
                  </a:lnTo>
                  <a:lnTo>
                    <a:pt x="3353007" y="2166480"/>
                  </a:lnTo>
                  <a:lnTo>
                    <a:pt x="3323499" y="2274906"/>
                  </a:lnTo>
                  <a:lnTo>
                    <a:pt x="3294011" y="2382589"/>
                  </a:lnTo>
                  <a:lnTo>
                    <a:pt x="3264551" y="2488994"/>
                  </a:lnTo>
                  <a:lnTo>
                    <a:pt x="3235129" y="2593612"/>
                  </a:lnTo>
                  <a:lnTo>
                    <a:pt x="3205743" y="2695970"/>
                  </a:lnTo>
                  <a:lnTo>
                    <a:pt x="3176388" y="2795642"/>
                  </a:lnTo>
                  <a:lnTo>
                    <a:pt x="3147046" y="2892250"/>
                  </a:lnTo>
                  <a:lnTo>
                    <a:pt x="3117690" y="2985476"/>
                  </a:lnTo>
                  <a:lnTo>
                    <a:pt x="3088279" y="3075059"/>
                  </a:lnTo>
                  <a:lnTo>
                    <a:pt x="3058761" y="3160798"/>
                  </a:lnTo>
                  <a:lnTo>
                    <a:pt x="3029067" y="3242553"/>
                  </a:lnTo>
                  <a:lnTo>
                    <a:pt x="2999108" y="3320240"/>
                  </a:lnTo>
                  <a:lnTo>
                    <a:pt x="2968781" y="3393832"/>
                  </a:lnTo>
                  <a:lnTo>
                    <a:pt x="2937958" y="3463348"/>
                  </a:lnTo>
                  <a:lnTo>
                    <a:pt x="2906486" y="3528858"/>
                  </a:lnTo>
                  <a:lnTo>
                    <a:pt x="2896531" y="3548443"/>
                  </a:lnTo>
                  <a:lnTo>
                    <a:pt x="2853525" y="3626886"/>
                  </a:lnTo>
                  <a:lnTo>
                    <a:pt x="2808506" y="3698568"/>
                  </a:lnTo>
                  <a:lnTo>
                    <a:pt x="2760913" y="3763726"/>
                  </a:lnTo>
                  <a:lnTo>
                    <a:pt x="2710134" y="3822818"/>
                  </a:lnTo>
                  <a:lnTo>
                    <a:pt x="2655531" y="3876394"/>
                  </a:lnTo>
                  <a:lnTo>
                    <a:pt x="2596481" y="3925024"/>
                  </a:lnTo>
                  <a:lnTo>
                    <a:pt x="2532411" y="3969242"/>
                  </a:lnTo>
                  <a:lnTo>
                    <a:pt x="2462858" y="4009521"/>
                  </a:lnTo>
                  <a:lnTo>
                    <a:pt x="2387537" y="4046255"/>
                  </a:lnTo>
                  <a:lnTo>
                    <a:pt x="2306442" y="4079747"/>
                  </a:lnTo>
                  <a:lnTo>
                    <a:pt x="2219950" y="4110209"/>
                  </a:lnTo>
                  <a:lnTo>
                    <a:pt x="2128945" y="4137760"/>
                  </a:lnTo>
                  <a:lnTo>
                    <a:pt x="2034920" y="4162437"/>
                  </a:lnTo>
                  <a:lnTo>
                    <a:pt x="1940025" y="4184214"/>
                  </a:lnTo>
                  <a:lnTo>
                    <a:pt x="1847027" y="4203031"/>
                  </a:lnTo>
                  <a:lnTo>
                    <a:pt x="1759132" y="4218834"/>
                  </a:lnTo>
                  <a:lnTo>
                    <a:pt x="1679652" y="4231622"/>
                  </a:lnTo>
                  <a:lnTo>
                    <a:pt x="1611564" y="4241486"/>
                  </a:lnTo>
                  <a:lnTo>
                    <a:pt x="1557029" y="4248635"/>
                  </a:lnTo>
                  <a:lnTo>
                    <a:pt x="1516995" y="4253406"/>
                  </a:lnTo>
                  <a:lnTo>
                    <a:pt x="1490978" y="4256233"/>
                  </a:lnTo>
                  <a:lnTo>
                    <a:pt x="1477047" y="4257618"/>
                  </a:lnTo>
                  <a:lnTo>
                    <a:pt x="1471970" y="4258082"/>
                  </a:lnTo>
                  <a:lnTo>
                    <a:pt x="1471387" y="4258132"/>
                  </a:lnTo>
                  <a:lnTo>
                    <a:pt x="0" y="425813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67" name="pg1967"/>
            <p:cNvSpPr/>
            <p:nvPr/>
          </p:nvSpPr>
          <p:spPr>
            <a:xfrm>
              <a:off x="4799595" y="6459083"/>
              <a:ext cx="11981298" cy="4217267"/>
            </a:xfrm>
            <a:custGeom>
              <a:avLst/>
              <a:pathLst>
                <a:path w="11981298" h="4217267">
                  <a:moveTo>
                    <a:pt x="0" y="4217267"/>
                  </a:moveTo>
                  <a:lnTo>
                    <a:pt x="1471387" y="4217267"/>
                  </a:lnTo>
                  <a:lnTo>
                    <a:pt x="1472317" y="4217188"/>
                  </a:lnTo>
                  <a:lnTo>
                    <a:pt x="1478455" y="4216627"/>
                  </a:lnTo>
                  <a:lnTo>
                    <a:pt x="1494019" y="4215077"/>
                  </a:lnTo>
                  <a:lnTo>
                    <a:pt x="1522070" y="4212023"/>
                  </a:lnTo>
                  <a:lnTo>
                    <a:pt x="1564334" y="4206974"/>
                  </a:lnTo>
                  <a:lnTo>
                    <a:pt x="1621077" y="4199510"/>
                  </a:lnTo>
                  <a:lnTo>
                    <a:pt x="1691144" y="4189319"/>
                  </a:lnTo>
                  <a:lnTo>
                    <a:pt x="1772213" y="4176209"/>
                  </a:lnTo>
                  <a:lnTo>
                    <a:pt x="1861212" y="4160108"/>
                  </a:lnTo>
                  <a:lnTo>
                    <a:pt x="1954810" y="4141027"/>
                  </a:lnTo>
                  <a:lnTo>
                    <a:pt x="2049841" y="4119023"/>
                  </a:lnTo>
                  <a:lnTo>
                    <a:pt x="2143618" y="4094154"/>
                  </a:lnTo>
                  <a:lnTo>
                    <a:pt x="2234086" y="4066437"/>
                  </a:lnTo>
                  <a:lnTo>
                    <a:pt x="2319852" y="4035823"/>
                  </a:lnTo>
                  <a:lnTo>
                    <a:pt x="2400118" y="4002179"/>
                  </a:lnTo>
                  <a:lnTo>
                    <a:pt x="2474575" y="3965282"/>
                  </a:lnTo>
                  <a:lnTo>
                    <a:pt x="2543282" y="3924815"/>
                  </a:lnTo>
                  <a:lnTo>
                    <a:pt x="2606560" y="3880375"/>
                  </a:lnTo>
                  <a:lnTo>
                    <a:pt x="2664895" y="3831480"/>
                  </a:lnTo>
                  <a:lnTo>
                    <a:pt x="2718875" y="3777592"/>
                  </a:lnTo>
                  <a:lnTo>
                    <a:pt x="2769131" y="3718147"/>
                  </a:lnTo>
                  <a:lnTo>
                    <a:pt x="2816298" y="3652605"/>
                  </a:lnTo>
                  <a:lnTo>
                    <a:pt x="2860987" y="3580543"/>
                  </a:lnTo>
                  <a:lnTo>
                    <a:pt x="2896531" y="3515751"/>
                  </a:lnTo>
                  <a:lnTo>
                    <a:pt x="2928405" y="3451866"/>
                  </a:lnTo>
                  <a:lnTo>
                    <a:pt x="2959570" y="3384007"/>
                  </a:lnTo>
                  <a:lnTo>
                    <a:pt x="2990190" y="3312094"/>
                  </a:lnTo>
                  <a:lnTo>
                    <a:pt x="3020402" y="3236090"/>
                  </a:lnTo>
                  <a:lnTo>
                    <a:pt x="3050319" y="3156010"/>
                  </a:lnTo>
                  <a:lnTo>
                    <a:pt x="3080034" y="3071922"/>
                  </a:lnTo>
                  <a:lnTo>
                    <a:pt x="3109622" y="2983948"/>
                  </a:lnTo>
                  <a:lnTo>
                    <a:pt x="3139142" y="2892275"/>
                  </a:lnTo>
                  <a:lnTo>
                    <a:pt x="3168639" y="2797148"/>
                  </a:lnTo>
                  <a:lnTo>
                    <a:pt x="3198142" y="2698870"/>
                  </a:lnTo>
                  <a:lnTo>
                    <a:pt x="3227673" y="2597807"/>
                  </a:lnTo>
                  <a:lnTo>
                    <a:pt x="3257239" y="2494374"/>
                  </a:lnTo>
                  <a:lnTo>
                    <a:pt x="3286844" y="2389035"/>
                  </a:lnTo>
                  <a:lnTo>
                    <a:pt x="3316481" y="2282292"/>
                  </a:lnTo>
                  <a:lnTo>
                    <a:pt x="3346140" y="2174679"/>
                  </a:lnTo>
                  <a:lnTo>
                    <a:pt x="3375807" y="2066745"/>
                  </a:lnTo>
                  <a:lnTo>
                    <a:pt x="3405468" y="1959050"/>
                  </a:lnTo>
                  <a:lnTo>
                    <a:pt x="3435109" y="1852144"/>
                  </a:lnTo>
                  <a:lnTo>
                    <a:pt x="3464719" y="1746564"/>
                  </a:lnTo>
                  <a:lnTo>
                    <a:pt x="3494291" y="1642819"/>
                  </a:lnTo>
                  <a:lnTo>
                    <a:pt x="3523827" y="1541376"/>
                  </a:lnTo>
                  <a:lnTo>
                    <a:pt x="3553333" y="1442662"/>
                  </a:lnTo>
                  <a:lnTo>
                    <a:pt x="3582829" y="1347047"/>
                  </a:lnTo>
                  <a:lnTo>
                    <a:pt x="3612343" y="1254845"/>
                  </a:lnTo>
                  <a:lnTo>
                    <a:pt x="3641918" y="1166311"/>
                  </a:lnTo>
                  <a:lnTo>
                    <a:pt x="3671610" y="1081637"/>
                  </a:lnTo>
                  <a:lnTo>
                    <a:pt x="3701491" y="1000958"/>
                  </a:lnTo>
                  <a:lnTo>
                    <a:pt x="3731653" y="924348"/>
                  </a:lnTo>
                  <a:lnTo>
                    <a:pt x="3762204" y="851830"/>
                  </a:lnTo>
                  <a:lnTo>
                    <a:pt x="3793279" y="783374"/>
                  </a:lnTo>
                  <a:lnTo>
                    <a:pt x="3825037" y="718907"/>
                  </a:lnTo>
                  <a:lnTo>
                    <a:pt x="3829811" y="709688"/>
                  </a:lnTo>
                  <a:lnTo>
                    <a:pt x="3872865" y="632067"/>
                  </a:lnTo>
                  <a:lnTo>
                    <a:pt x="3917937" y="561144"/>
                  </a:lnTo>
                  <a:lnTo>
                    <a:pt x="3965590" y="496683"/>
                  </a:lnTo>
                  <a:lnTo>
                    <a:pt x="4016438" y="438230"/>
                  </a:lnTo>
                  <a:lnTo>
                    <a:pt x="4071121" y="385238"/>
                  </a:lnTo>
                  <a:lnTo>
                    <a:pt x="4130264" y="337144"/>
                  </a:lnTo>
                  <a:lnTo>
                    <a:pt x="4194442" y="293417"/>
                  </a:lnTo>
                  <a:lnTo>
                    <a:pt x="4264118" y="253588"/>
                  </a:lnTo>
                  <a:lnTo>
                    <a:pt x="4339575" y="217269"/>
                  </a:lnTo>
                  <a:lnTo>
                    <a:pt x="4420817" y="184158"/>
                  </a:lnTo>
                  <a:lnTo>
                    <a:pt x="4507462" y="154047"/>
                  </a:lnTo>
                  <a:lnTo>
                    <a:pt x="4598614" y="126820"/>
                  </a:lnTo>
                  <a:lnTo>
                    <a:pt x="4692770" y="102439"/>
                  </a:lnTo>
                  <a:lnTo>
                    <a:pt x="4787762" y="80932"/>
                  </a:lnTo>
                  <a:lnTo>
                    <a:pt x="4880806" y="62358"/>
                  </a:lnTo>
                  <a:lnTo>
                    <a:pt x="4968682" y="46771"/>
                  </a:lnTo>
                  <a:lnTo>
                    <a:pt x="5048067" y="34169"/>
                  </a:lnTo>
                  <a:lnTo>
                    <a:pt x="5115987" y="24463"/>
                  </a:lnTo>
                  <a:lnTo>
                    <a:pt x="5170293" y="17439"/>
                  </a:lnTo>
                  <a:lnTo>
                    <a:pt x="5210061" y="12764"/>
                  </a:lnTo>
                  <a:lnTo>
                    <a:pt x="5235809" y="10004"/>
                  </a:lnTo>
                  <a:lnTo>
                    <a:pt x="5249505" y="8660"/>
                  </a:lnTo>
                  <a:lnTo>
                    <a:pt x="5254421" y="8217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429" y="8255"/>
                  </a:lnTo>
                  <a:lnTo>
                    <a:pt x="6734581" y="8843"/>
                  </a:lnTo>
                  <a:lnTo>
                    <a:pt x="6752634" y="10469"/>
                  </a:lnTo>
                  <a:lnTo>
                    <a:pt x="6784973" y="13671"/>
                  </a:lnTo>
                  <a:lnTo>
                    <a:pt x="6833303" y="18951"/>
                  </a:lnTo>
                  <a:lnTo>
                    <a:pt x="6897513" y="26723"/>
                  </a:lnTo>
                  <a:lnTo>
                    <a:pt x="6975805" y="37278"/>
                  </a:lnTo>
                  <a:lnTo>
                    <a:pt x="7065091" y="50770"/>
                  </a:lnTo>
                  <a:lnTo>
                    <a:pt x="7161587" y="67235"/>
                  </a:lnTo>
                  <a:lnTo>
                    <a:pt x="7261429" y="86633"/>
                  </a:lnTo>
                  <a:lnTo>
                    <a:pt x="7361165" y="108900"/>
                  </a:lnTo>
                  <a:lnTo>
                    <a:pt x="7458060" y="133996"/>
                  </a:lnTo>
                  <a:lnTo>
                    <a:pt x="7550192" y="161943"/>
                  </a:lnTo>
                  <a:lnTo>
                    <a:pt x="7636413" y="192852"/>
                  </a:lnTo>
                  <a:lnTo>
                    <a:pt x="7716221" y="226930"/>
                  </a:lnTo>
                  <a:lnTo>
                    <a:pt x="7789602" y="264489"/>
                  </a:lnTo>
                  <a:lnTo>
                    <a:pt x="7856890" y="305938"/>
                  </a:lnTo>
                  <a:lnTo>
                    <a:pt x="7918640" y="351771"/>
                  </a:lnTo>
                  <a:lnTo>
                    <a:pt x="7975534" y="402550"/>
                  </a:lnTo>
                  <a:lnTo>
                    <a:pt x="8028310" y="458867"/>
                  </a:lnTo>
                  <a:lnTo>
                    <a:pt x="8077714" y="521277"/>
                  </a:lnTo>
                  <a:lnTo>
                    <a:pt x="8124453" y="590205"/>
                  </a:lnTo>
                  <a:lnTo>
                    <a:pt x="8151487" y="634769"/>
                  </a:lnTo>
                  <a:lnTo>
                    <a:pt x="8184982" y="694867"/>
                  </a:lnTo>
                  <a:lnTo>
                    <a:pt x="8217704" y="758894"/>
                  </a:lnTo>
                  <a:lnTo>
                    <a:pt x="8249839" y="826930"/>
                  </a:lnTo>
                  <a:lnTo>
                    <a:pt x="8281544" y="899007"/>
                  </a:lnTo>
                  <a:lnTo>
                    <a:pt x="8312945" y="975100"/>
                  </a:lnTo>
                  <a:lnTo>
                    <a:pt x="8344147" y="1055126"/>
                  </a:lnTo>
                  <a:lnTo>
                    <a:pt x="8375229" y="1138937"/>
                  </a:lnTo>
                  <a:lnTo>
                    <a:pt x="8406256" y="1226322"/>
                  </a:lnTo>
                  <a:lnTo>
                    <a:pt x="8437272" y="1317001"/>
                  </a:lnTo>
                  <a:lnTo>
                    <a:pt x="8468308" y="1410630"/>
                  </a:lnTo>
                  <a:lnTo>
                    <a:pt x="8499380" y="1506805"/>
                  </a:lnTo>
                  <a:lnTo>
                    <a:pt x="8530494" y="1605066"/>
                  </a:lnTo>
                  <a:lnTo>
                    <a:pt x="8561647" y="1704905"/>
                  </a:lnTo>
                  <a:lnTo>
                    <a:pt x="8592828" y="1805781"/>
                  </a:lnTo>
                  <a:lnTo>
                    <a:pt x="8624023" y="1907126"/>
                  </a:lnTo>
                  <a:lnTo>
                    <a:pt x="8655214" y="2008361"/>
                  </a:lnTo>
                  <a:lnTo>
                    <a:pt x="8686386" y="2108911"/>
                  </a:lnTo>
                  <a:lnTo>
                    <a:pt x="8717525" y="2208215"/>
                  </a:lnTo>
                  <a:lnTo>
                    <a:pt x="8748623" y="2305745"/>
                  </a:lnTo>
                  <a:lnTo>
                    <a:pt x="8779680" y="2401009"/>
                  </a:lnTo>
                  <a:lnTo>
                    <a:pt x="8810706" y="2493567"/>
                  </a:lnTo>
                  <a:lnTo>
                    <a:pt x="8841722" y="2583038"/>
                  </a:lnTo>
                  <a:lnTo>
                    <a:pt x="8872764" y="2669101"/>
                  </a:lnTo>
                  <a:lnTo>
                    <a:pt x="8903883" y="2751503"/>
                  </a:lnTo>
                  <a:lnTo>
                    <a:pt x="8935149" y="2830055"/>
                  </a:lnTo>
                  <a:lnTo>
                    <a:pt x="8966652" y="2904637"/>
                  </a:lnTo>
                  <a:lnTo>
                    <a:pt x="8998503" y="2975186"/>
                  </a:lnTo>
                  <a:lnTo>
                    <a:pt x="9030840" y="3041701"/>
                  </a:lnTo>
                  <a:lnTo>
                    <a:pt x="9063830" y="3104231"/>
                  </a:lnTo>
                  <a:lnTo>
                    <a:pt x="9084767" y="3141155"/>
                  </a:lnTo>
                  <a:lnTo>
                    <a:pt x="9130214" y="3214083"/>
                  </a:lnTo>
                  <a:lnTo>
                    <a:pt x="9177938" y="3280368"/>
                  </a:lnTo>
                  <a:lnTo>
                    <a:pt x="9228602" y="3340280"/>
                  </a:lnTo>
                  <a:lnTo>
                    <a:pt x="9282935" y="3394312"/>
                  </a:lnTo>
                  <a:lnTo>
                    <a:pt x="9341684" y="3443043"/>
                  </a:lnTo>
                  <a:lnTo>
                    <a:pt x="9405572" y="3487058"/>
                  </a:lnTo>
                  <a:lnTo>
                    <a:pt x="9475241" y="3526897"/>
                  </a:lnTo>
                  <a:lnTo>
                    <a:pt x="9551168" y="3563020"/>
                  </a:lnTo>
                  <a:lnTo>
                    <a:pt x="9633565" y="3595799"/>
                  </a:lnTo>
                  <a:lnTo>
                    <a:pt x="9722244" y="3625504"/>
                  </a:lnTo>
                  <a:lnTo>
                    <a:pt x="9816459" y="3652303"/>
                  </a:lnTo>
                  <a:lnTo>
                    <a:pt x="9914767" y="3676269"/>
                  </a:lnTo>
                  <a:lnTo>
                    <a:pt x="10014918" y="3697396"/>
                  </a:lnTo>
                  <a:lnTo>
                    <a:pt x="10113868" y="3715629"/>
                  </a:lnTo>
                  <a:lnTo>
                    <a:pt x="10207953" y="3730907"/>
                  </a:lnTo>
                  <a:lnTo>
                    <a:pt x="10293272" y="3743214"/>
                  </a:lnTo>
                  <a:lnTo>
                    <a:pt x="10366243" y="3752630"/>
                  </a:lnTo>
                  <a:lnTo>
                    <a:pt x="10424230" y="3759363"/>
                  </a:lnTo>
                  <a:lnTo>
                    <a:pt x="10466076" y="3763756"/>
                  </a:lnTo>
                  <a:lnTo>
                    <a:pt x="10492399" y="3766264"/>
                  </a:lnTo>
                  <a:lnTo>
                    <a:pt x="10505600" y="3767410"/>
                  </a:lnTo>
                  <a:lnTo>
                    <a:pt x="10509671" y="3767734"/>
                  </a:lnTo>
                  <a:lnTo>
                    <a:pt x="10509911" y="3767752"/>
                  </a:lnTo>
                  <a:lnTo>
                    <a:pt x="11981298" y="3767752"/>
                  </a:lnTo>
                  <a:lnTo>
                    <a:pt x="11981298" y="3759579"/>
                  </a:lnTo>
                  <a:lnTo>
                    <a:pt x="10509911" y="3759579"/>
                  </a:lnTo>
                  <a:lnTo>
                    <a:pt x="10508824" y="3759496"/>
                  </a:lnTo>
                  <a:lnTo>
                    <a:pt x="10501672" y="3758908"/>
                  </a:lnTo>
                  <a:lnTo>
                    <a:pt x="10483619" y="3757282"/>
                  </a:lnTo>
                  <a:lnTo>
                    <a:pt x="10451280" y="3754080"/>
                  </a:lnTo>
                  <a:lnTo>
                    <a:pt x="10402950" y="3748800"/>
                  </a:lnTo>
                  <a:lnTo>
                    <a:pt x="10338740" y="3741028"/>
                  </a:lnTo>
                  <a:lnTo>
                    <a:pt x="10260449" y="3730473"/>
                  </a:lnTo>
                  <a:lnTo>
                    <a:pt x="10171163" y="3716981"/>
                  </a:lnTo>
                  <a:lnTo>
                    <a:pt x="10074666" y="3700516"/>
                  </a:lnTo>
                  <a:lnTo>
                    <a:pt x="9974825" y="3681118"/>
                  </a:lnTo>
                  <a:lnTo>
                    <a:pt x="9875088" y="3658851"/>
                  </a:lnTo>
                  <a:lnTo>
                    <a:pt x="9778193" y="3633755"/>
                  </a:lnTo>
                  <a:lnTo>
                    <a:pt x="9686061" y="3605808"/>
                  </a:lnTo>
                  <a:lnTo>
                    <a:pt x="9599840" y="3574899"/>
                  </a:lnTo>
                  <a:lnTo>
                    <a:pt x="9520033" y="3540821"/>
                  </a:lnTo>
                  <a:lnTo>
                    <a:pt x="9446651" y="3503262"/>
                  </a:lnTo>
                  <a:lnTo>
                    <a:pt x="9379363" y="3461814"/>
                  </a:lnTo>
                  <a:lnTo>
                    <a:pt x="9317613" y="3415980"/>
                  </a:lnTo>
                  <a:lnTo>
                    <a:pt x="9260719" y="3365201"/>
                  </a:lnTo>
                  <a:lnTo>
                    <a:pt x="9207943" y="3308885"/>
                  </a:lnTo>
                  <a:lnTo>
                    <a:pt x="9158539" y="3246474"/>
                  </a:lnTo>
                  <a:lnTo>
                    <a:pt x="9111800" y="3177547"/>
                  </a:lnTo>
                  <a:lnTo>
                    <a:pt x="9084767" y="3132982"/>
                  </a:lnTo>
                  <a:lnTo>
                    <a:pt x="9051271" y="3072884"/>
                  </a:lnTo>
                  <a:lnTo>
                    <a:pt x="9018550" y="3008857"/>
                  </a:lnTo>
                  <a:lnTo>
                    <a:pt x="8986414" y="2940821"/>
                  </a:lnTo>
                  <a:lnTo>
                    <a:pt x="8954709" y="2868744"/>
                  </a:lnTo>
                  <a:lnTo>
                    <a:pt x="8923308" y="2792651"/>
                  </a:lnTo>
                  <a:lnTo>
                    <a:pt x="8892107" y="2712625"/>
                  </a:lnTo>
                  <a:lnTo>
                    <a:pt x="8861024" y="2628814"/>
                  </a:lnTo>
                  <a:lnTo>
                    <a:pt x="8829997" y="2541429"/>
                  </a:lnTo>
                  <a:lnTo>
                    <a:pt x="8798981" y="2450750"/>
                  </a:lnTo>
                  <a:lnTo>
                    <a:pt x="8767945" y="2357121"/>
                  </a:lnTo>
                  <a:lnTo>
                    <a:pt x="8736873" y="2260946"/>
                  </a:lnTo>
                  <a:lnTo>
                    <a:pt x="8705759" y="2162686"/>
                  </a:lnTo>
                  <a:lnTo>
                    <a:pt x="8674606" y="2062846"/>
                  </a:lnTo>
                  <a:lnTo>
                    <a:pt x="8643425" y="1961970"/>
                  </a:lnTo>
                  <a:lnTo>
                    <a:pt x="8612230" y="1860626"/>
                  </a:lnTo>
                  <a:lnTo>
                    <a:pt x="8581039" y="1759391"/>
                  </a:lnTo>
                  <a:lnTo>
                    <a:pt x="8549867" y="1658841"/>
                  </a:lnTo>
                  <a:lnTo>
                    <a:pt x="8518728" y="1559536"/>
                  </a:lnTo>
                  <a:lnTo>
                    <a:pt x="8487630" y="1462006"/>
                  </a:lnTo>
                  <a:lnTo>
                    <a:pt x="8456573" y="1366742"/>
                  </a:lnTo>
                  <a:lnTo>
                    <a:pt x="8425547" y="1274184"/>
                  </a:lnTo>
                  <a:lnTo>
                    <a:pt x="8394531" y="1184714"/>
                  </a:lnTo>
                  <a:lnTo>
                    <a:pt x="8363489" y="1098650"/>
                  </a:lnTo>
                  <a:lnTo>
                    <a:pt x="8332370" y="1016249"/>
                  </a:lnTo>
                  <a:lnTo>
                    <a:pt x="8301104" y="937696"/>
                  </a:lnTo>
                  <a:lnTo>
                    <a:pt x="8269601" y="863114"/>
                  </a:lnTo>
                  <a:lnTo>
                    <a:pt x="8237750" y="792565"/>
                  </a:lnTo>
                  <a:lnTo>
                    <a:pt x="8205413" y="726050"/>
                  </a:lnTo>
                  <a:lnTo>
                    <a:pt x="8172423" y="663520"/>
                  </a:lnTo>
                  <a:lnTo>
                    <a:pt x="8151487" y="626596"/>
                  </a:lnTo>
                  <a:lnTo>
                    <a:pt x="8106040" y="553668"/>
                  </a:lnTo>
                  <a:lnTo>
                    <a:pt x="8058316" y="487383"/>
                  </a:lnTo>
                  <a:lnTo>
                    <a:pt x="8007651" y="427471"/>
                  </a:lnTo>
                  <a:lnTo>
                    <a:pt x="7953318" y="373440"/>
                  </a:lnTo>
                  <a:lnTo>
                    <a:pt x="7894569" y="324708"/>
                  </a:lnTo>
                  <a:lnTo>
                    <a:pt x="7830681" y="280693"/>
                  </a:lnTo>
                  <a:lnTo>
                    <a:pt x="7761013" y="240855"/>
                  </a:lnTo>
                  <a:lnTo>
                    <a:pt x="7685085" y="204731"/>
                  </a:lnTo>
                  <a:lnTo>
                    <a:pt x="7602688" y="171952"/>
                  </a:lnTo>
                  <a:lnTo>
                    <a:pt x="7514009" y="142247"/>
                  </a:lnTo>
                  <a:lnTo>
                    <a:pt x="7419794" y="115448"/>
                  </a:lnTo>
                  <a:lnTo>
                    <a:pt x="7321486" y="91482"/>
                  </a:lnTo>
                  <a:lnTo>
                    <a:pt x="7221335" y="70355"/>
                  </a:lnTo>
                  <a:lnTo>
                    <a:pt x="7122385" y="52122"/>
                  </a:lnTo>
                  <a:lnTo>
                    <a:pt x="7028300" y="36845"/>
                  </a:lnTo>
                  <a:lnTo>
                    <a:pt x="6942981" y="24537"/>
                  </a:lnTo>
                  <a:lnTo>
                    <a:pt x="6870011" y="15121"/>
                  </a:lnTo>
                  <a:lnTo>
                    <a:pt x="6812024" y="8388"/>
                  </a:lnTo>
                  <a:lnTo>
                    <a:pt x="6770177" y="3995"/>
                  </a:lnTo>
                  <a:lnTo>
                    <a:pt x="6743855" y="1487"/>
                  </a:lnTo>
                  <a:lnTo>
                    <a:pt x="6730654" y="341"/>
                  </a:lnTo>
                  <a:lnTo>
                    <a:pt x="6726583" y="17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025" y="78"/>
                  </a:lnTo>
                  <a:lnTo>
                    <a:pt x="5247887" y="639"/>
                  </a:lnTo>
                  <a:lnTo>
                    <a:pt x="5232323" y="2189"/>
                  </a:lnTo>
                  <a:lnTo>
                    <a:pt x="5204272" y="5243"/>
                  </a:lnTo>
                  <a:lnTo>
                    <a:pt x="5162008" y="10292"/>
                  </a:lnTo>
                  <a:lnTo>
                    <a:pt x="5105265" y="17756"/>
                  </a:lnTo>
                  <a:lnTo>
                    <a:pt x="5035198" y="27947"/>
                  </a:lnTo>
                  <a:lnTo>
                    <a:pt x="4954129" y="41057"/>
                  </a:lnTo>
                  <a:lnTo>
                    <a:pt x="4865130" y="57158"/>
                  </a:lnTo>
                  <a:lnTo>
                    <a:pt x="4771532" y="76239"/>
                  </a:lnTo>
                  <a:lnTo>
                    <a:pt x="4676501" y="98243"/>
                  </a:lnTo>
                  <a:lnTo>
                    <a:pt x="4582725" y="123112"/>
                  </a:lnTo>
                  <a:lnTo>
                    <a:pt x="4492256" y="150829"/>
                  </a:lnTo>
                  <a:lnTo>
                    <a:pt x="4406490" y="181443"/>
                  </a:lnTo>
                  <a:lnTo>
                    <a:pt x="4326224" y="215087"/>
                  </a:lnTo>
                  <a:lnTo>
                    <a:pt x="4251767" y="251984"/>
                  </a:lnTo>
                  <a:lnTo>
                    <a:pt x="4183060" y="292451"/>
                  </a:lnTo>
                  <a:lnTo>
                    <a:pt x="4119783" y="336891"/>
                  </a:lnTo>
                  <a:lnTo>
                    <a:pt x="4061447" y="385786"/>
                  </a:lnTo>
                  <a:lnTo>
                    <a:pt x="4007467" y="439674"/>
                  </a:lnTo>
                  <a:lnTo>
                    <a:pt x="3957211" y="499120"/>
                  </a:lnTo>
                  <a:lnTo>
                    <a:pt x="3910044" y="564661"/>
                  </a:lnTo>
                  <a:lnTo>
                    <a:pt x="3865355" y="636724"/>
                  </a:lnTo>
                  <a:lnTo>
                    <a:pt x="3829811" y="701515"/>
                  </a:lnTo>
                  <a:lnTo>
                    <a:pt x="3797937" y="765400"/>
                  </a:lnTo>
                  <a:lnTo>
                    <a:pt x="3766772" y="833259"/>
                  </a:lnTo>
                  <a:lnTo>
                    <a:pt x="3736152" y="905172"/>
                  </a:lnTo>
                  <a:lnTo>
                    <a:pt x="3705940" y="981176"/>
                  </a:lnTo>
                  <a:lnTo>
                    <a:pt x="3676023" y="1061256"/>
                  </a:lnTo>
                  <a:lnTo>
                    <a:pt x="3646308" y="1145345"/>
                  </a:lnTo>
                  <a:lnTo>
                    <a:pt x="3616720" y="1233318"/>
                  </a:lnTo>
                  <a:lnTo>
                    <a:pt x="3587200" y="1324991"/>
                  </a:lnTo>
                  <a:lnTo>
                    <a:pt x="3557704" y="1420119"/>
                  </a:lnTo>
                  <a:lnTo>
                    <a:pt x="3528200" y="1518396"/>
                  </a:lnTo>
                  <a:lnTo>
                    <a:pt x="3498670" y="1619459"/>
                  </a:lnTo>
                  <a:lnTo>
                    <a:pt x="3469103" y="1722892"/>
                  </a:lnTo>
                  <a:lnTo>
                    <a:pt x="3439498" y="1828232"/>
                  </a:lnTo>
                  <a:lnTo>
                    <a:pt x="3409861" y="1934974"/>
                  </a:lnTo>
                  <a:lnTo>
                    <a:pt x="3380202" y="2042587"/>
                  </a:lnTo>
                  <a:lnTo>
                    <a:pt x="3350535" y="2150521"/>
                  </a:lnTo>
                  <a:lnTo>
                    <a:pt x="3320874" y="2258216"/>
                  </a:lnTo>
                  <a:lnTo>
                    <a:pt x="3291234" y="2365122"/>
                  </a:lnTo>
                  <a:lnTo>
                    <a:pt x="3261624" y="2470702"/>
                  </a:lnTo>
                  <a:lnTo>
                    <a:pt x="3232051" y="2574448"/>
                  </a:lnTo>
                  <a:lnTo>
                    <a:pt x="3202515" y="2675890"/>
                  </a:lnTo>
                  <a:lnTo>
                    <a:pt x="3173009" y="2774604"/>
                  </a:lnTo>
                  <a:lnTo>
                    <a:pt x="3143513" y="2870219"/>
                  </a:lnTo>
                  <a:lnTo>
                    <a:pt x="3113999" y="2962421"/>
                  </a:lnTo>
                  <a:lnTo>
                    <a:pt x="3084424" y="3050955"/>
                  </a:lnTo>
                  <a:lnTo>
                    <a:pt x="3054732" y="3135629"/>
                  </a:lnTo>
                  <a:lnTo>
                    <a:pt x="3024851" y="3216308"/>
                  </a:lnTo>
                  <a:lnTo>
                    <a:pt x="2994689" y="3292918"/>
                  </a:lnTo>
                  <a:lnTo>
                    <a:pt x="2964138" y="3365436"/>
                  </a:lnTo>
                  <a:lnTo>
                    <a:pt x="2933063" y="3433892"/>
                  </a:lnTo>
                  <a:lnTo>
                    <a:pt x="2901306" y="3498359"/>
                  </a:lnTo>
                  <a:lnTo>
                    <a:pt x="2896531" y="3507578"/>
                  </a:lnTo>
                  <a:lnTo>
                    <a:pt x="2853477" y="3585199"/>
                  </a:lnTo>
                  <a:lnTo>
                    <a:pt x="2808405" y="3656122"/>
                  </a:lnTo>
                  <a:lnTo>
                    <a:pt x="2760752" y="3720583"/>
                  </a:lnTo>
                  <a:lnTo>
                    <a:pt x="2709904" y="3779036"/>
                  </a:lnTo>
                  <a:lnTo>
                    <a:pt x="2655221" y="3832028"/>
                  </a:lnTo>
                  <a:lnTo>
                    <a:pt x="2596078" y="3880122"/>
                  </a:lnTo>
                  <a:lnTo>
                    <a:pt x="2531900" y="3923849"/>
                  </a:lnTo>
                  <a:lnTo>
                    <a:pt x="2462224" y="3963678"/>
                  </a:lnTo>
                  <a:lnTo>
                    <a:pt x="2386767" y="3999997"/>
                  </a:lnTo>
                  <a:lnTo>
                    <a:pt x="2305525" y="4033108"/>
                  </a:lnTo>
                  <a:lnTo>
                    <a:pt x="2218880" y="4063219"/>
                  </a:lnTo>
                  <a:lnTo>
                    <a:pt x="2127728" y="4090447"/>
                  </a:lnTo>
                  <a:lnTo>
                    <a:pt x="2033572" y="4114827"/>
                  </a:lnTo>
                  <a:lnTo>
                    <a:pt x="1938580" y="4136334"/>
                  </a:lnTo>
                  <a:lnTo>
                    <a:pt x="1845536" y="4154908"/>
                  </a:lnTo>
                  <a:lnTo>
                    <a:pt x="1757661" y="4170496"/>
                  </a:lnTo>
                  <a:lnTo>
                    <a:pt x="1678275" y="4183097"/>
                  </a:lnTo>
                  <a:lnTo>
                    <a:pt x="1610355" y="4192803"/>
                  </a:lnTo>
                  <a:lnTo>
                    <a:pt x="1556049" y="4199827"/>
                  </a:lnTo>
                  <a:lnTo>
                    <a:pt x="1516281" y="4204502"/>
                  </a:lnTo>
                  <a:lnTo>
                    <a:pt x="1490533" y="4207263"/>
                  </a:lnTo>
                  <a:lnTo>
                    <a:pt x="1476837" y="4208606"/>
                  </a:lnTo>
                  <a:lnTo>
                    <a:pt x="1471921" y="4209049"/>
                  </a:lnTo>
                  <a:lnTo>
                    <a:pt x="1471387" y="4209094"/>
                  </a:lnTo>
                  <a:lnTo>
                    <a:pt x="0" y="4209094"/>
                  </a:lnTo>
                  <a:close/>
                </a:path>
              </a:pathLst>
            </a:custGeom>
            <a:solidFill>
              <a:srgbClr val="F1C40F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968" name="pl1968"/>
            <p:cNvSpPr/>
            <p:nvPr/>
          </p:nvSpPr>
          <p:spPr>
            <a:xfrm>
              <a:off x="4799595" y="6467256"/>
              <a:ext cx="11981298" cy="4209094"/>
            </a:xfrm>
            <a:custGeom>
              <a:avLst/>
              <a:pathLst>
                <a:path w="11981298" h="4209094">
                  <a:moveTo>
                    <a:pt x="0" y="4209094"/>
                  </a:moveTo>
                  <a:lnTo>
                    <a:pt x="1471387" y="4209094"/>
                  </a:lnTo>
                  <a:lnTo>
                    <a:pt x="1472317" y="4209015"/>
                  </a:lnTo>
                  <a:lnTo>
                    <a:pt x="1478455" y="4208454"/>
                  </a:lnTo>
                  <a:lnTo>
                    <a:pt x="1494019" y="4206904"/>
                  </a:lnTo>
                  <a:lnTo>
                    <a:pt x="1522070" y="4203850"/>
                  </a:lnTo>
                  <a:lnTo>
                    <a:pt x="1564334" y="4198801"/>
                  </a:lnTo>
                  <a:lnTo>
                    <a:pt x="1621077" y="4191337"/>
                  </a:lnTo>
                  <a:lnTo>
                    <a:pt x="1691144" y="4181146"/>
                  </a:lnTo>
                  <a:lnTo>
                    <a:pt x="1772213" y="4168036"/>
                  </a:lnTo>
                  <a:lnTo>
                    <a:pt x="1861212" y="4151935"/>
                  </a:lnTo>
                  <a:lnTo>
                    <a:pt x="1954810" y="4132854"/>
                  </a:lnTo>
                  <a:lnTo>
                    <a:pt x="2049841" y="4110850"/>
                  </a:lnTo>
                  <a:lnTo>
                    <a:pt x="2143618" y="4085981"/>
                  </a:lnTo>
                  <a:lnTo>
                    <a:pt x="2234086" y="4058264"/>
                  </a:lnTo>
                  <a:lnTo>
                    <a:pt x="2319852" y="4027650"/>
                  </a:lnTo>
                  <a:lnTo>
                    <a:pt x="2400118" y="3994006"/>
                  </a:lnTo>
                  <a:lnTo>
                    <a:pt x="2474575" y="3957109"/>
                  </a:lnTo>
                  <a:lnTo>
                    <a:pt x="2543282" y="3916642"/>
                  </a:lnTo>
                  <a:lnTo>
                    <a:pt x="2606560" y="3872202"/>
                  </a:lnTo>
                  <a:lnTo>
                    <a:pt x="2664895" y="3823307"/>
                  </a:lnTo>
                  <a:lnTo>
                    <a:pt x="2718875" y="3769419"/>
                  </a:lnTo>
                  <a:lnTo>
                    <a:pt x="2769131" y="3709974"/>
                  </a:lnTo>
                  <a:lnTo>
                    <a:pt x="2816298" y="3644432"/>
                  </a:lnTo>
                  <a:lnTo>
                    <a:pt x="2860987" y="3572370"/>
                  </a:lnTo>
                  <a:lnTo>
                    <a:pt x="2896531" y="3507578"/>
                  </a:lnTo>
                  <a:lnTo>
                    <a:pt x="2928405" y="3443693"/>
                  </a:lnTo>
                  <a:lnTo>
                    <a:pt x="2959570" y="3375834"/>
                  </a:lnTo>
                  <a:lnTo>
                    <a:pt x="2990190" y="3303921"/>
                  </a:lnTo>
                  <a:lnTo>
                    <a:pt x="3020402" y="3227917"/>
                  </a:lnTo>
                  <a:lnTo>
                    <a:pt x="3050319" y="3147837"/>
                  </a:lnTo>
                  <a:lnTo>
                    <a:pt x="3080034" y="3063749"/>
                  </a:lnTo>
                  <a:lnTo>
                    <a:pt x="3109622" y="2975775"/>
                  </a:lnTo>
                  <a:lnTo>
                    <a:pt x="3139142" y="2884102"/>
                  </a:lnTo>
                  <a:lnTo>
                    <a:pt x="3168639" y="2788975"/>
                  </a:lnTo>
                  <a:lnTo>
                    <a:pt x="3198142" y="2690697"/>
                  </a:lnTo>
                  <a:lnTo>
                    <a:pt x="3227673" y="2589634"/>
                  </a:lnTo>
                  <a:lnTo>
                    <a:pt x="3257239" y="2486201"/>
                  </a:lnTo>
                  <a:lnTo>
                    <a:pt x="3286844" y="2380862"/>
                  </a:lnTo>
                  <a:lnTo>
                    <a:pt x="3316481" y="2274119"/>
                  </a:lnTo>
                  <a:lnTo>
                    <a:pt x="3346140" y="2166506"/>
                  </a:lnTo>
                  <a:lnTo>
                    <a:pt x="3375807" y="2058572"/>
                  </a:lnTo>
                  <a:lnTo>
                    <a:pt x="3405468" y="1950877"/>
                  </a:lnTo>
                  <a:lnTo>
                    <a:pt x="3435109" y="1843971"/>
                  </a:lnTo>
                  <a:lnTo>
                    <a:pt x="3464719" y="1738391"/>
                  </a:lnTo>
                  <a:lnTo>
                    <a:pt x="3494291" y="1634646"/>
                  </a:lnTo>
                  <a:lnTo>
                    <a:pt x="3523827" y="1533203"/>
                  </a:lnTo>
                  <a:lnTo>
                    <a:pt x="3553333" y="1434489"/>
                  </a:lnTo>
                  <a:lnTo>
                    <a:pt x="3582829" y="1338874"/>
                  </a:lnTo>
                  <a:lnTo>
                    <a:pt x="3612343" y="1246672"/>
                  </a:lnTo>
                  <a:lnTo>
                    <a:pt x="3641918" y="1158138"/>
                  </a:lnTo>
                  <a:lnTo>
                    <a:pt x="3671610" y="1073464"/>
                  </a:lnTo>
                  <a:lnTo>
                    <a:pt x="3701491" y="992785"/>
                  </a:lnTo>
                  <a:lnTo>
                    <a:pt x="3731653" y="916175"/>
                  </a:lnTo>
                  <a:lnTo>
                    <a:pt x="3762204" y="843657"/>
                  </a:lnTo>
                  <a:lnTo>
                    <a:pt x="3793279" y="775201"/>
                  </a:lnTo>
                  <a:lnTo>
                    <a:pt x="3825037" y="710734"/>
                  </a:lnTo>
                  <a:lnTo>
                    <a:pt x="3829811" y="701515"/>
                  </a:lnTo>
                  <a:lnTo>
                    <a:pt x="3872865" y="623894"/>
                  </a:lnTo>
                  <a:lnTo>
                    <a:pt x="3917937" y="552971"/>
                  </a:lnTo>
                  <a:lnTo>
                    <a:pt x="3965590" y="488510"/>
                  </a:lnTo>
                  <a:lnTo>
                    <a:pt x="4016438" y="430057"/>
                  </a:lnTo>
                  <a:lnTo>
                    <a:pt x="4071121" y="377065"/>
                  </a:lnTo>
                  <a:lnTo>
                    <a:pt x="4130264" y="328971"/>
                  </a:lnTo>
                  <a:lnTo>
                    <a:pt x="4194442" y="285244"/>
                  </a:lnTo>
                  <a:lnTo>
                    <a:pt x="4264118" y="245415"/>
                  </a:lnTo>
                  <a:lnTo>
                    <a:pt x="4339575" y="209096"/>
                  </a:lnTo>
                  <a:lnTo>
                    <a:pt x="4420817" y="175985"/>
                  </a:lnTo>
                  <a:lnTo>
                    <a:pt x="4507462" y="145874"/>
                  </a:lnTo>
                  <a:lnTo>
                    <a:pt x="4598614" y="118647"/>
                  </a:lnTo>
                  <a:lnTo>
                    <a:pt x="4692770" y="94266"/>
                  </a:lnTo>
                  <a:lnTo>
                    <a:pt x="4787762" y="72759"/>
                  </a:lnTo>
                  <a:lnTo>
                    <a:pt x="4880806" y="54185"/>
                  </a:lnTo>
                  <a:lnTo>
                    <a:pt x="4968682" y="38598"/>
                  </a:lnTo>
                  <a:lnTo>
                    <a:pt x="5048067" y="25996"/>
                  </a:lnTo>
                  <a:lnTo>
                    <a:pt x="5115987" y="16290"/>
                  </a:lnTo>
                  <a:lnTo>
                    <a:pt x="5170293" y="9266"/>
                  </a:lnTo>
                  <a:lnTo>
                    <a:pt x="5210061" y="4591"/>
                  </a:lnTo>
                  <a:lnTo>
                    <a:pt x="5235809" y="1831"/>
                  </a:lnTo>
                  <a:lnTo>
                    <a:pt x="5249505" y="487"/>
                  </a:lnTo>
                  <a:lnTo>
                    <a:pt x="5254421" y="44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429" y="82"/>
                  </a:lnTo>
                  <a:lnTo>
                    <a:pt x="6734581" y="670"/>
                  </a:lnTo>
                  <a:lnTo>
                    <a:pt x="6752634" y="2296"/>
                  </a:lnTo>
                  <a:lnTo>
                    <a:pt x="6784973" y="5498"/>
                  </a:lnTo>
                  <a:lnTo>
                    <a:pt x="6833303" y="10778"/>
                  </a:lnTo>
                  <a:lnTo>
                    <a:pt x="6897513" y="18550"/>
                  </a:lnTo>
                  <a:lnTo>
                    <a:pt x="6975805" y="29105"/>
                  </a:lnTo>
                  <a:lnTo>
                    <a:pt x="7065091" y="42597"/>
                  </a:lnTo>
                  <a:lnTo>
                    <a:pt x="7161587" y="59062"/>
                  </a:lnTo>
                  <a:lnTo>
                    <a:pt x="7261429" y="78460"/>
                  </a:lnTo>
                  <a:lnTo>
                    <a:pt x="7361165" y="100727"/>
                  </a:lnTo>
                  <a:lnTo>
                    <a:pt x="7458060" y="125823"/>
                  </a:lnTo>
                  <a:lnTo>
                    <a:pt x="7550192" y="153770"/>
                  </a:lnTo>
                  <a:lnTo>
                    <a:pt x="7636413" y="184679"/>
                  </a:lnTo>
                  <a:lnTo>
                    <a:pt x="7716221" y="218757"/>
                  </a:lnTo>
                  <a:lnTo>
                    <a:pt x="7789602" y="256316"/>
                  </a:lnTo>
                  <a:lnTo>
                    <a:pt x="7856890" y="297765"/>
                  </a:lnTo>
                  <a:lnTo>
                    <a:pt x="7918640" y="343598"/>
                  </a:lnTo>
                  <a:lnTo>
                    <a:pt x="7975534" y="394377"/>
                  </a:lnTo>
                  <a:lnTo>
                    <a:pt x="8028310" y="450694"/>
                  </a:lnTo>
                  <a:lnTo>
                    <a:pt x="8077714" y="513104"/>
                  </a:lnTo>
                  <a:lnTo>
                    <a:pt x="8124453" y="582032"/>
                  </a:lnTo>
                  <a:lnTo>
                    <a:pt x="8151487" y="626596"/>
                  </a:lnTo>
                  <a:lnTo>
                    <a:pt x="8184982" y="686694"/>
                  </a:lnTo>
                  <a:lnTo>
                    <a:pt x="8217704" y="750721"/>
                  </a:lnTo>
                  <a:lnTo>
                    <a:pt x="8249839" y="818757"/>
                  </a:lnTo>
                  <a:lnTo>
                    <a:pt x="8281544" y="890834"/>
                  </a:lnTo>
                  <a:lnTo>
                    <a:pt x="8312945" y="966927"/>
                  </a:lnTo>
                  <a:lnTo>
                    <a:pt x="8344147" y="1046953"/>
                  </a:lnTo>
                  <a:lnTo>
                    <a:pt x="8375229" y="1130764"/>
                  </a:lnTo>
                  <a:lnTo>
                    <a:pt x="8406256" y="1218149"/>
                  </a:lnTo>
                  <a:lnTo>
                    <a:pt x="8437272" y="1308828"/>
                  </a:lnTo>
                  <a:lnTo>
                    <a:pt x="8468308" y="1402457"/>
                  </a:lnTo>
                  <a:lnTo>
                    <a:pt x="8499380" y="1498632"/>
                  </a:lnTo>
                  <a:lnTo>
                    <a:pt x="8530494" y="1596893"/>
                  </a:lnTo>
                  <a:lnTo>
                    <a:pt x="8561647" y="1696732"/>
                  </a:lnTo>
                  <a:lnTo>
                    <a:pt x="8592828" y="1797608"/>
                  </a:lnTo>
                  <a:lnTo>
                    <a:pt x="8624023" y="1898953"/>
                  </a:lnTo>
                  <a:lnTo>
                    <a:pt x="8655214" y="2000188"/>
                  </a:lnTo>
                  <a:lnTo>
                    <a:pt x="8686386" y="2100738"/>
                  </a:lnTo>
                  <a:lnTo>
                    <a:pt x="8717525" y="2200042"/>
                  </a:lnTo>
                  <a:lnTo>
                    <a:pt x="8748623" y="2297572"/>
                  </a:lnTo>
                  <a:lnTo>
                    <a:pt x="8779680" y="2392836"/>
                  </a:lnTo>
                  <a:lnTo>
                    <a:pt x="8810706" y="2485394"/>
                  </a:lnTo>
                  <a:lnTo>
                    <a:pt x="8841722" y="2574865"/>
                  </a:lnTo>
                  <a:lnTo>
                    <a:pt x="8872764" y="2660928"/>
                  </a:lnTo>
                  <a:lnTo>
                    <a:pt x="8903883" y="2743330"/>
                  </a:lnTo>
                  <a:lnTo>
                    <a:pt x="8935149" y="2821882"/>
                  </a:lnTo>
                  <a:lnTo>
                    <a:pt x="8966652" y="2896464"/>
                  </a:lnTo>
                  <a:lnTo>
                    <a:pt x="8998503" y="2967013"/>
                  </a:lnTo>
                  <a:lnTo>
                    <a:pt x="9030840" y="3033528"/>
                  </a:lnTo>
                  <a:lnTo>
                    <a:pt x="9063830" y="3096058"/>
                  </a:lnTo>
                  <a:lnTo>
                    <a:pt x="9084767" y="3132982"/>
                  </a:lnTo>
                  <a:lnTo>
                    <a:pt x="9130214" y="3205910"/>
                  </a:lnTo>
                  <a:lnTo>
                    <a:pt x="9177938" y="3272195"/>
                  </a:lnTo>
                  <a:lnTo>
                    <a:pt x="9228602" y="3332107"/>
                  </a:lnTo>
                  <a:lnTo>
                    <a:pt x="9282935" y="3386139"/>
                  </a:lnTo>
                  <a:lnTo>
                    <a:pt x="9341684" y="3434870"/>
                  </a:lnTo>
                  <a:lnTo>
                    <a:pt x="9405572" y="3478885"/>
                  </a:lnTo>
                  <a:lnTo>
                    <a:pt x="9475241" y="3518724"/>
                  </a:lnTo>
                  <a:lnTo>
                    <a:pt x="9551168" y="3554847"/>
                  </a:lnTo>
                  <a:lnTo>
                    <a:pt x="9633565" y="3587626"/>
                  </a:lnTo>
                  <a:lnTo>
                    <a:pt x="9722244" y="3617331"/>
                  </a:lnTo>
                  <a:lnTo>
                    <a:pt x="9816459" y="3644130"/>
                  </a:lnTo>
                  <a:lnTo>
                    <a:pt x="9914767" y="3668096"/>
                  </a:lnTo>
                  <a:lnTo>
                    <a:pt x="10014918" y="3689223"/>
                  </a:lnTo>
                  <a:lnTo>
                    <a:pt x="10113868" y="3707456"/>
                  </a:lnTo>
                  <a:lnTo>
                    <a:pt x="10207953" y="3722734"/>
                  </a:lnTo>
                  <a:lnTo>
                    <a:pt x="10293272" y="3735041"/>
                  </a:lnTo>
                  <a:lnTo>
                    <a:pt x="10366243" y="3744457"/>
                  </a:lnTo>
                  <a:lnTo>
                    <a:pt x="10424230" y="3751190"/>
                  </a:lnTo>
                  <a:lnTo>
                    <a:pt x="10466076" y="3755583"/>
                  </a:lnTo>
                  <a:lnTo>
                    <a:pt x="10492399" y="3758091"/>
                  </a:lnTo>
                  <a:lnTo>
                    <a:pt x="10505600" y="3759237"/>
                  </a:lnTo>
                  <a:lnTo>
                    <a:pt x="10509671" y="3759561"/>
                  </a:lnTo>
                  <a:lnTo>
                    <a:pt x="10509911" y="3759579"/>
                  </a:lnTo>
                  <a:lnTo>
                    <a:pt x="11981298" y="375957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69" name="pl1969"/>
            <p:cNvSpPr/>
            <p:nvPr/>
          </p:nvSpPr>
          <p:spPr>
            <a:xfrm>
              <a:off x="4799595" y="6459083"/>
              <a:ext cx="11981298" cy="4209094"/>
            </a:xfrm>
            <a:custGeom>
              <a:avLst/>
              <a:pathLst>
                <a:path w="11981298" h="4209094">
                  <a:moveTo>
                    <a:pt x="11981298" y="3759579"/>
                  </a:moveTo>
                  <a:lnTo>
                    <a:pt x="10509911" y="3759579"/>
                  </a:lnTo>
                  <a:lnTo>
                    <a:pt x="10508824" y="3759496"/>
                  </a:lnTo>
                  <a:lnTo>
                    <a:pt x="10501672" y="3758908"/>
                  </a:lnTo>
                  <a:lnTo>
                    <a:pt x="10483619" y="3757282"/>
                  </a:lnTo>
                  <a:lnTo>
                    <a:pt x="10451280" y="3754080"/>
                  </a:lnTo>
                  <a:lnTo>
                    <a:pt x="10402950" y="3748800"/>
                  </a:lnTo>
                  <a:lnTo>
                    <a:pt x="10338740" y="3741028"/>
                  </a:lnTo>
                  <a:lnTo>
                    <a:pt x="10260449" y="3730473"/>
                  </a:lnTo>
                  <a:lnTo>
                    <a:pt x="10171163" y="3716981"/>
                  </a:lnTo>
                  <a:lnTo>
                    <a:pt x="10074666" y="3700516"/>
                  </a:lnTo>
                  <a:lnTo>
                    <a:pt x="9974825" y="3681118"/>
                  </a:lnTo>
                  <a:lnTo>
                    <a:pt x="9875088" y="3658851"/>
                  </a:lnTo>
                  <a:lnTo>
                    <a:pt x="9778193" y="3633755"/>
                  </a:lnTo>
                  <a:lnTo>
                    <a:pt x="9686061" y="3605808"/>
                  </a:lnTo>
                  <a:lnTo>
                    <a:pt x="9599840" y="3574899"/>
                  </a:lnTo>
                  <a:lnTo>
                    <a:pt x="9520033" y="3540821"/>
                  </a:lnTo>
                  <a:lnTo>
                    <a:pt x="9446651" y="3503262"/>
                  </a:lnTo>
                  <a:lnTo>
                    <a:pt x="9379363" y="3461814"/>
                  </a:lnTo>
                  <a:lnTo>
                    <a:pt x="9317613" y="3415980"/>
                  </a:lnTo>
                  <a:lnTo>
                    <a:pt x="9260719" y="3365201"/>
                  </a:lnTo>
                  <a:lnTo>
                    <a:pt x="9207943" y="3308885"/>
                  </a:lnTo>
                  <a:lnTo>
                    <a:pt x="9158539" y="3246474"/>
                  </a:lnTo>
                  <a:lnTo>
                    <a:pt x="9111800" y="3177547"/>
                  </a:lnTo>
                  <a:lnTo>
                    <a:pt x="9084767" y="3132982"/>
                  </a:lnTo>
                  <a:lnTo>
                    <a:pt x="9051271" y="3072884"/>
                  </a:lnTo>
                  <a:lnTo>
                    <a:pt x="9018550" y="3008857"/>
                  </a:lnTo>
                  <a:lnTo>
                    <a:pt x="8986414" y="2940821"/>
                  </a:lnTo>
                  <a:lnTo>
                    <a:pt x="8954709" y="2868744"/>
                  </a:lnTo>
                  <a:lnTo>
                    <a:pt x="8923308" y="2792651"/>
                  </a:lnTo>
                  <a:lnTo>
                    <a:pt x="8892107" y="2712625"/>
                  </a:lnTo>
                  <a:lnTo>
                    <a:pt x="8861024" y="2628814"/>
                  </a:lnTo>
                  <a:lnTo>
                    <a:pt x="8829997" y="2541429"/>
                  </a:lnTo>
                  <a:lnTo>
                    <a:pt x="8798981" y="2450750"/>
                  </a:lnTo>
                  <a:lnTo>
                    <a:pt x="8767945" y="2357121"/>
                  </a:lnTo>
                  <a:lnTo>
                    <a:pt x="8736873" y="2260946"/>
                  </a:lnTo>
                  <a:lnTo>
                    <a:pt x="8705759" y="2162686"/>
                  </a:lnTo>
                  <a:lnTo>
                    <a:pt x="8674606" y="2062846"/>
                  </a:lnTo>
                  <a:lnTo>
                    <a:pt x="8643425" y="1961970"/>
                  </a:lnTo>
                  <a:lnTo>
                    <a:pt x="8612230" y="1860626"/>
                  </a:lnTo>
                  <a:lnTo>
                    <a:pt x="8581039" y="1759391"/>
                  </a:lnTo>
                  <a:lnTo>
                    <a:pt x="8549867" y="1658841"/>
                  </a:lnTo>
                  <a:lnTo>
                    <a:pt x="8518728" y="1559536"/>
                  </a:lnTo>
                  <a:lnTo>
                    <a:pt x="8487630" y="1462006"/>
                  </a:lnTo>
                  <a:lnTo>
                    <a:pt x="8456573" y="1366742"/>
                  </a:lnTo>
                  <a:lnTo>
                    <a:pt x="8425547" y="1274184"/>
                  </a:lnTo>
                  <a:lnTo>
                    <a:pt x="8394531" y="1184714"/>
                  </a:lnTo>
                  <a:lnTo>
                    <a:pt x="8363489" y="1098650"/>
                  </a:lnTo>
                  <a:lnTo>
                    <a:pt x="8332370" y="1016249"/>
                  </a:lnTo>
                  <a:lnTo>
                    <a:pt x="8301104" y="937696"/>
                  </a:lnTo>
                  <a:lnTo>
                    <a:pt x="8269601" y="863114"/>
                  </a:lnTo>
                  <a:lnTo>
                    <a:pt x="8237750" y="792565"/>
                  </a:lnTo>
                  <a:lnTo>
                    <a:pt x="8205413" y="726050"/>
                  </a:lnTo>
                  <a:lnTo>
                    <a:pt x="8172423" y="663520"/>
                  </a:lnTo>
                  <a:lnTo>
                    <a:pt x="8151487" y="626596"/>
                  </a:lnTo>
                  <a:lnTo>
                    <a:pt x="8106040" y="553668"/>
                  </a:lnTo>
                  <a:lnTo>
                    <a:pt x="8058316" y="487383"/>
                  </a:lnTo>
                  <a:lnTo>
                    <a:pt x="8007651" y="427471"/>
                  </a:lnTo>
                  <a:lnTo>
                    <a:pt x="7953318" y="373440"/>
                  </a:lnTo>
                  <a:lnTo>
                    <a:pt x="7894569" y="324708"/>
                  </a:lnTo>
                  <a:lnTo>
                    <a:pt x="7830681" y="280693"/>
                  </a:lnTo>
                  <a:lnTo>
                    <a:pt x="7761013" y="240855"/>
                  </a:lnTo>
                  <a:lnTo>
                    <a:pt x="7685085" y="204731"/>
                  </a:lnTo>
                  <a:lnTo>
                    <a:pt x="7602688" y="171952"/>
                  </a:lnTo>
                  <a:lnTo>
                    <a:pt x="7514009" y="142247"/>
                  </a:lnTo>
                  <a:lnTo>
                    <a:pt x="7419794" y="115448"/>
                  </a:lnTo>
                  <a:lnTo>
                    <a:pt x="7321486" y="91482"/>
                  </a:lnTo>
                  <a:lnTo>
                    <a:pt x="7221335" y="70355"/>
                  </a:lnTo>
                  <a:lnTo>
                    <a:pt x="7122385" y="52122"/>
                  </a:lnTo>
                  <a:lnTo>
                    <a:pt x="7028300" y="36845"/>
                  </a:lnTo>
                  <a:lnTo>
                    <a:pt x="6942981" y="24537"/>
                  </a:lnTo>
                  <a:lnTo>
                    <a:pt x="6870011" y="15121"/>
                  </a:lnTo>
                  <a:lnTo>
                    <a:pt x="6812024" y="8388"/>
                  </a:lnTo>
                  <a:lnTo>
                    <a:pt x="6770177" y="3995"/>
                  </a:lnTo>
                  <a:lnTo>
                    <a:pt x="6743855" y="1487"/>
                  </a:lnTo>
                  <a:lnTo>
                    <a:pt x="6730654" y="341"/>
                  </a:lnTo>
                  <a:lnTo>
                    <a:pt x="6726583" y="17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025" y="78"/>
                  </a:lnTo>
                  <a:lnTo>
                    <a:pt x="5247887" y="639"/>
                  </a:lnTo>
                  <a:lnTo>
                    <a:pt x="5232323" y="2189"/>
                  </a:lnTo>
                  <a:lnTo>
                    <a:pt x="5204272" y="5243"/>
                  </a:lnTo>
                  <a:lnTo>
                    <a:pt x="5162008" y="10292"/>
                  </a:lnTo>
                  <a:lnTo>
                    <a:pt x="5105265" y="17756"/>
                  </a:lnTo>
                  <a:lnTo>
                    <a:pt x="5035198" y="27947"/>
                  </a:lnTo>
                  <a:lnTo>
                    <a:pt x="4954129" y="41057"/>
                  </a:lnTo>
                  <a:lnTo>
                    <a:pt x="4865130" y="57158"/>
                  </a:lnTo>
                  <a:lnTo>
                    <a:pt x="4771532" y="76239"/>
                  </a:lnTo>
                  <a:lnTo>
                    <a:pt x="4676501" y="98243"/>
                  </a:lnTo>
                  <a:lnTo>
                    <a:pt x="4582725" y="123112"/>
                  </a:lnTo>
                  <a:lnTo>
                    <a:pt x="4492256" y="150829"/>
                  </a:lnTo>
                  <a:lnTo>
                    <a:pt x="4406490" y="181443"/>
                  </a:lnTo>
                  <a:lnTo>
                    <a:pt x="4326224" y="215087"/>
                  </a:lnTo>
                  <a:lnTo>
                    <a:pt x="4251767" y="251984"/>
                  </a:lnTo>
                  <a:lnTo>
                    <a:pt x="4183060" y="292451"/>
                  </a:lnTo>
                  <a:lnTo>
                    <a:pt x="4119783" y="336891"/>
                  </a:lnTo>
                  <a:lnTo>
                    <a:pt x="4061447" y="385786"/>
                  </a:lnTo>
                  <a:lnTo>
                    <a:pt x="4007467" y="439674"/>
                  </a:lnTo>
                  <a:lnTo>
                    <a:pt x="3957211" y="499120"/>
                  </a:lnTo>
                  <a:lnTo>
                    <a:pt x="3910044" y="564661"/>
                  </a:lnTo>
                  <a:lnTo>
                    <a:pt x="3865355" y="636724"/>
                  </a:lnTo>
                  <a:lnTo>
                    <a:pt x="3829811" y="701515"/>
                  </a:lnTo>
                  <a:lnTo>
                    <a:pt x="3797937" y="765400"/>
                  </a:lnTo>
                  <a:lnTo>
                    <a:pt x="3766772" y="833259"/>
                  </a:lnTo>
                  <a:lnTo>
                    <a:pt x="3736152" y="905172"/>
                  </a:lnTo>
                  <a:lnTo>
                    <a:pt x="3705940" y="981176"/>
                  </a:lnTo>
                  <a:lnTo>
                    <a:pt x="3676023" y="1061256"/>
                  </a:lnTo>
                  <a:lnTo>
                    <a:pt x="3646308" y="1145345"/>
                  </a:lnTo>
                  <a:lnTo>
                    <a:pt x="3616720" y="1233318"/>
                  </a:lnTo>
                  <a:lnTo>
                    <a:pt x="3587200" y="1324991"/>
                  </a:lnTo>
                  <a:lnTo>
                    <a:pt x="3557704" y="1420119"/>
                  </a:lnTo>
                  <a:lnTo>
                    <a:pt x="3528200" y="1518396"/>
                  </a:lnTo>
                  <a:lnTo>
                    <a:pt x="3498670" y="1619459"/>
                  </a:lnTo>
                  <a:lnTo>
                    <a:pt x="3469103" y="1722892"/>
                  </a:lnTo>
                  <a:lnTo>
                    <a:pt x="3439498" y="1828232"/>
                  </a:lnTo>
                  <a:lnTo>
                    <a:pt x="3409861" y="1934974"/>
                  </a:lnTo>
                  <a:lnTo>
                    <a:pt x="3380202" y="2042587"/>
                  </a:lnTo>
                  <a:lnTo>
                    <a:pt x="3350535" y="2150521"/>
                  </a:lnTo>
                  <a:lnTo>
                    <a:pt x="3320874" y="2258216"/>
                  </a:lnTo>
                  <a:lnTo>
                    <a:pt x="3291234" y="2365122"/>
                  </a:lnTo>
                  <a:lnTo>
                    <a:pt x="3261624" y="2470702"/>
                  </a:lnTo>
                  <a:lnTo>
                    <a:pt x="3232051" y="2574448"/>
                  </a:lnTo>
                  <a:lnTo>
                    <a:pt x="3202515" y="2675890"/>
                  </a:lnTo>
                  <a:lnTo>
                    <a:pt x="3173009" y="2774604"/>
                  </a:lnTo>
                  <a:lnTo>
                    <a:pt x="3143513" y="2870219"/>
                  </a:lnTo>
                  <a:lnTo>
                    <a:pt x="3113999" y="2962421"/>
                  </a:lnTo>
                  <a:lnTo>
                    <a:pt x="3084424" y="3050955"/>
                  </a:lnTo>
                  <a:lnTo>
                    <a:pt x="3054732" y="3135629"/>
                  </a:lnTo>
                  <a:lnTo>
                    <a:pt x="3024851" y="3216308"/>
                  </a:lnTo>
                  <a:lnTo>
                    <a:pt x="2994689" y="3292918"/>
                  </a:lnTo>
                  <a:lnTo>
                    <a:pt x="2964138" y="3365436"/>
                  </a:lnTo>
                  <a:lnTo>
                    <a:pt x="2933063" y="3433892"/>
                  </a:lnTo>
                  <a:lnTo>
                    <a:pt x="2901306" y="3498359"/>
                  </a:lnTo>
                  <a:lnTo>
                    <a:pt x="2896531" y="3507578"/>
                  </a:lnTo>
                  <a:lnTo>
                    <a:pt x="2853477" y="3585199"/>
                  </a:lnTo>
                  <a:lnTo>
                    <a:pt x="2808405" y="3656122"/>
                  </a:lnTo>
                  <a:lnTo>
                    <a:pt x="2760752" y="3720583"/>
                  </a:lnTo>
                  <a:lnTo>
                    <a:pt x="2709904" y="3779036"/>
                  </a:lnTo>
                  <a:lnTo>
                    <a:pt x="2655221" y="3832028"/>
                  </a:lnTo>
                  <a:lnTo>
                    <a:pt x="2596078" y="3880122"/>
                  </a:lnTo>
                  <a:lnTo>
                    <a:pt x="2531900" y="3923849"/>
                  </a:lnTo>
                  <a:lnTo>
                    <a:pt x="2462224" y="3963678"/>
                  </a:lnTo>
                  <a:lnTo>
                    <a:pt x="2386767" y="3999997"/>
                  </a:lnTo>
                  <a:lnTo>
                    <a:pt x="2305525" y="4033108"/>
                  </a:lnTo>
                  <a:lnTo>
                    <a:pt x="2218880" y="4063219"/>
                  </a:lnTo>
                  <a:lnTo>
                    <a:pt x="2127728" y="4090447"/>
                  </a:lnTo>
                  <a:lnTo>
                    <a:pt x="2033572" y="4114827"/>
                  </a:lnTo>
                  <a:lnTo>
                    <a:pt x="1938580" y="4136334"/>
                  </a:lnTo>
                  <a:lnTo>
                    <a:pt x="1845536" y="4154908"/>
                  </a:lnTo>
                  <a:lnTo>
                    <a:pt x="1757661" y="4170496"/>
                  </a:lnTo>
                  <a:lnTo>
                    <a:pt x="1678275" y="4183097"/>
                  </a:lnTo>
                  <a:lnTo>
                    <a:pt x="1610355" y="4192803"/>
                  </a:lnTo>
                  <a:lnTo>
                    <a:pt x="1556049" y="4199827"/>
                  </a:lnTo>
                  <a:lnTo>
                    <a:pt x="1516281" y="4204502"/>
                  </a:lnTo>
                  <a:lnTo>
                    <a:pt x="1490533" y="4207263"/>
                  </a:lnTo>
                  <a:lnTo>
                    <a:pt x="1476837" y="4208606"/>
                  </a:lnTo>
                  <a:lnTo>
                    <a:pt x="1471921" y="4209049"/>
                  </a:lnTo>
                  <a:lnTo>
                    <a:pt x="1471387" y="4209094"/>
                  </a:lnTo>
                  <a:lnTo>
                    <a:pt x="0" y="420909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70" name="pg1970"/>
            <p:cNvSpPr/>
            <p:nvPr/>
          </p:nvSpPr>
          <p:spPr>
            <a:xfrm>
              <a:off x="4799595" y="5175922"/>
              <a:ext cx="11981298" cy="5467735"/>
            </a:xfrm>
            <a:custGeom>
              <a:avLst/>
              <a:pathLst>
                <a:path w="11981298" h="5467735">
                  <a:moveTo>
                    <a:pt x="0" y="5467735"/>
                  </a:moveTo>
                  <a:lnTo>
                    <a:pt x="1471387" y="5467735"/>
                  </a:lnTo>
                  <a:lnTo>
                    <a:pt x="1472238" y="5467642"/>
                  </a:lnTo>
                  <a:lnTo>
                    <a:pt x="1477867" y="5466978"/>
                  </a:lnTo>
                  <a:lnTo>
                    <a:pt x="1492174" y="5465142"/>
                  </a:lnTo>
                  <a:lnTo>
                    <a:pt x="1518040" y="5461524"/>
                  </a:lnTo>
                  <a:lnTo>
                    <a:pt x="1557179" y="5455536"/>
                  </a:lnTo>
                  <a:lnTo>
                    <a:pt x="1610012" y="5446666"/>
                  </a:lnTo>
                  <a:lnTo>
                    <a:pt x="1675681" y="5434519"/>
                  </a:lnTo>
                  <a:lnTo>
                    <a:pt x="1752241" y="5418843"/>
                  </a:lnTo>
                  <a:lnTo>
                    <a:pt x="1836994" y="5399520"/>
                  </a:lnTo>
                  <a:lnTo>
                    <a:pt x="1926910" y="5376546"/>
                  </a:lnTo>
                  <a:lnTo>
                    <a:pt x="2019018" y="5349978"/>
                  </a:lnTo>
                  <a:lnTo>
                    <a:pt x="2110702" y="5319891"/>
                  </a:lnTo>
                  <a:lnTo>
                    <a:pt x="2199880" y="5286324"/>
                  </a:lnTo>
                  <a:lnTo>
                    <a:pt x="2285059" y="5249253"/>
                  </a:lnTo>
                  <a:lnTo>
                    <a:pt x="2365303" y="5208562"/>
                  </a:lnTo>
                  <a:lnTo>
                    <a:pt x="2440153" y="5164031"/>
                  </a:lnTo>
                  <a:lnTo>
                    <a:pt x="2509523" y="5115337"/>
                  </a:lnTo>
                  <a:lnTo>
                    <a:pt x="2573603" y="5062048"/>
                  </a:lnTo>
                  <a:lnTo>
                    <a:pt x="2632769" y="5003641"/>
                  </a:lnTo>
                  <a:lnTo>
                    <a:pt x="2687514" y="4939510"/>
                  </a:lnTo>
                  <a:lnTo>
                    <a:pt x="2738397" y="4868997"/>
                  </a:lnTo>
                  <a:lnTo>
                    <a:pt x="2786001" y="4791435"/>
                  </a:lnTo>
                  <a:lnTo>
                    <a:pt x="2830904" y="4706221"/>
                  </a:lnTo>
                  <a:lnTo>
                    <a:pt x="2873645" y="4612924"/>
                  </a:lnTo>
                  <a:lnTo>
                    <a:pt x="2896531" y="4557808"/>
                  </a:lnTo>
                  <a:lnTo>
                    <a:pt x="2924847" y="4484551"/>
                  </a:lnTo>
                  <a:lnTo>
                    <a:pt x="2952589" y="4407249"/>
                  </a:lnTo>
                  <a:lnTo>
                    <a:pt x="2979875" y="4325822"/>
                  </a:lnTo>
                  <a:lnTo>
                    <a:pt x="3006806" y="4240225"/>
                  </a:lnTo>
                  <a:lnTo>
                    <a:pt x="3033467" y="4150453"/>
                  </a:lnTo>
                  <a:lnTo>
                    <a:pt x="3059930" y="4056542"/>
                  </a:lnTo>
                  <a:lnTo>
                    <a:pt x="3086255" y="3958572"/>
                  </a:lnTo>
                  <a:lnTo>
                    <a:pt x="3112492" y="3856670"/>
                  </a:lnTo>
                  <a:lnTo>
                    <a:pt x="3138678" y="3751012"/>
                  </a:lnTo>
                  <a:lnTo>
                    <a:pt x="3164846" y="3641821"/>
                  </a:lnTo>
                  <a:lnTo>
                    <a:pt x="3191017" y="3529371"/>
                  </a:lnTo>
                  <a:lnTo>
                    <a:pt x="3217206" y="3413980"/>
                  </a:lnTo>
                  <a:lnTo>
                    <a:pt x="3243422" y="3296014"/>
                  </a:lnTo>
                  <a:lnTo>
                    <a:pt x="3269668" y="3175874"/>
                  </a:lnTo>
                  <a:lnTo>
                    <a:pt x="3295943" y="3053999"/>
                  </a:lnTo>
                  <a:lnTo>
                    <a:pt x="3322241" y="2930855"/>
                  </a:lnTo>
                  <a:lnTo>
                    <a:pt x="3348555" y="2806930"/>
                  </a:lnTo>
                  <a:lnTo>
                    <a:pt x="3374874" y="2682724"/>
                  </a:lnTo>
                  <a:lnTo>
                    <a:pt x="3401188" y="2558743"/>
                  </a:lnTo>
                  <a:lnTo>
                    <a:pt x="3427488" y="2435489"/>
                  </a:lnTo>
                  <a:lnTo>
                    <a:pt x="3453766" y="2313450"/>
                  </a:lnTo>
                  <a:lnTo>
                    <a:pt x="3480016" y="2193095"/>
                  </a:lnTo>
                  <a:lnTo>
                    <a:pt x="3506235" y="2074867"/>
                  </a:lnTo>
                  <a:lnTo>
                    <a:pt x="3532427" y="1959173"/>
                  </a:lnTo>
                  <a:lnTo>
                    <a:pt x="3558599" y="1846381"/>
                  </a:lnTo>
                  <a:lnTo>
                    <a:pt x="3584766" y="1736815"/>
                  </a:lnTo>
                  <a:lnTo>
                    <a:pt x="3610950" y="1630754"/>
                  </a:lnTo>
                  <a:lnTo>
                    <a:pt x="3637179" y="1528426"/>
                  </a:lnTo>
                  <a:lnTo>
                    <a:pt x="3663492" y="1430014"/>
                  </a:lnTo>
                  <a:lnTo>
                    <a:pt x="3689937" y="1335649"/>
                  </a:lnTo>
                  <a:lnTo>
                    <a:pt x="3716572" y="1245416"/>
                  </a:lnTo>
                  <a:lnTo>
                    <a:pt x="3743470" y="1159357"/>
                  </a:lnTo>
                  <a:lnTo>
                    <a:pt x="3770712" y="1077470"/>
                  </a:lnTo>
                  <a:lnTo>
                    <a:pt x="3798398" y="999714"/>
                  </a:lnTo>
                  <a:lnTo>
                    <a:pt x="3826644" y="926014"/>
                  </a:lnTo>
                  <a:lnTo>
                    <a:pt x="3829811" y="918100"/>
                  </a:lnTo>
                  <a:lnTo>
                    <a:pt x="3871568" y="820264"/>
                  </a:lnTo>
                  <a:lnTo>
                    <a:pt x="3915212" y="730616"/>
                  </a:lnTo>
                  <a:lnTo>
                    <a:pt x="3961252" y="648890"/>
                  </a:lnTo>
                  <a:lnTo>
                    <a:pt x="4010250" y="574560"/>
                  </a:lnTo>
                  <a:lnTo>
                    <a:pt x="4062788" y="506983"/>
                  </a:lnTo>
                  <a:lnTo>
                    <a:pt x="4119443" y="445489"/>
                  </a:lnTo>
                  <a:lnTo>
                    <a:pt x="4180750" y="389440"/>
                  </a:lnTo>
                  <a:lnTo>
                    <a:pt x="4247157" y="338265"/>
                  </a:lnTo>
                  <a:lnTo>
                    <a:pt x="4318968" y="291478"/>
                  </a:lnTo>
                  <a:lnTo>
                    <a:pt x="4396259" y="248698"/>
                  </a:lnTo>
                  <a:lnTo>
                    <a:pt x="4478792" y="209645"/>
                  </a:lnTo>
                  <a:lnTo>
                    <a:pt x="4565906" y="174149"/>
                  </a:lnTo>
                  <a:lnTo>
                    <a:pt x="4656424" y="142137"/>
                  </a:lnTo>
                  <a:lnTo>
                    <a:pt x="4748589" y="113615"/>
                  </a:lnTo>
                  <a:lnTo>
                    <a:pt x="4840067" y="88644"/>
                  </a:lnTo>
                  <a:lnTo>
                    <a:pt x="4928055" y="67297"/>
                  </a:lnTo>
                  <a:lnTo>
                    <a:pt x="5009510" y="49611"/>
                  </a:lnTo>
                  <a:lnTo>
                    <a:pt x="5081499" y="35534"/>
                  </a:lnTo>
                  <a:lnTo>
                    <a:pt x="5141613" y="24893"/>
                  </a:lnTo>
                  <a:lnTo>
                    <a:pt x="5188357" y="17367"/>
                  </a:lnTo>
                  <a:lnTo>
                    <a:pt x="5221432" y="12507"/>
                  </a:lnTo>
                  <a:lnTo>
                    <a:pt x="5241845" y="9761"/>
                  </a:lnTo>
                  <a:lnTo>
                    <a:pt x="5251853" y="8525"/>
                  </a:lnTo>
                  <a:lnTo>
                    <a:pt x="5254808" y="8188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561" y="8203"/>
                  </a:lnTo>
                  <a:lnTo>
                    <a:pt x="6735561" y="8424"/>
                  </a:lnTo>
                  <a:lnTo>
                    <a:pt x="6755683" y="9032"/>
                  </a:lnTo>
                  <a:lnTo>
                    <a:pt x="6791554" y="10230"/>
                  </a:lnTo>
                  <a:lnTo>
                    <a:pt x="6844808" y="12200"/>
                  </a:lnTo>
                  <a:lnTo>
                    <a:pt x="6914965" y="15091"/>
                  </a:lnTo>
                  <a:lnTo>
                    <a:pt x="6999644" y="19000"/>
                  </a:lnTo>
                  <a:lnTo>
                    <a:pt x="7095113" y="23972"/>
                  </a:lnTo>
                  <a:lnTo>
                    <a:pt x="7197032" y="30009"/>
                  </a:lnTo>
                  <a:lnTo>
                    <a:pt x="7301166" y="37093"/>
                  </a:lnTo>
                  <a:lnTo>
                    <a:pt x="7403917" y="45201"/>
                  </a:lnTo>
                  <a:lnTo>
                    <a:pt x="7502588" y="54327"/>
                  </a:lnTo>
                  <a:lnTo>
                    <a:pt x="7595429" y="64492"/>
                  </a:lnTo>
                  <a:lnTo>
                    <a:pt x="7681527" y="75756"/>
                  </a:lnTo>
                  <a:lnTo>
                    <a:pt x="7760634" y="88217"/>
                  </a:lnTo>
                  <a:lnTo>
                    <a:pt x="7832975" y="102014"/>
                  </a:lnTo>
                  <a:lnTo>
                    <a:pt x="7899091" y="117319"/>
                  </a:lnTo>
                  <a:lnTo>
                    <a:pt x="7959708" y="134334"/>
                  </a:lnTo>
                  <a:lnTo>
                    <a:pt x="8015644" y="153279"/>
                  </a:lnTo>
                  <a:lnTo>
                    <a:pt x="8067738" y="174368"/>
                  </a:lnTo>
                  <a:lnTo>
                    <a:pt x="8116798" y="197775"/>
                  </a:lnTo>
                  <a:lnTo>
                    <a:pt x="8151487" y="216584"/>
                  </a:lnTo>
                  <a:lnTo>
                    <a:pt x="8200181" y="246246"/>
                  </a:lnTo>
                  <a:lnTo>
                    <a:pt x="8247409" y="278728"/>
                  </a:lnTo>
                  <a:lnTo>
                    <a:pt x="8293688" y="314078"/>
                  </a:lnTo>
                  <a:lnTo>
                    <a:pt x="8339404" y="352262"/>
                  </a:lnTo>
                  <a:lnTo>
                    <a:pt x="8384840" y="393151"/>
                  </a:lnTo>
                  <a:lnTo>
                    <a:pt x="8430186" y="436519"/>
                  </a:lnTo>
                  <a:lnTo>
                    <a:pt x="8475559" y="482040"/>
                  </a:lnTo>
                  <a:lnTo>
                    <a:pt x="8521013" y="529295"/>
                  </a:lnTo>
                  <a:lnTo>
                    <a:pt x="8566551" y="577781"/>
                  </a:lnTo>
                  <a:lnTo>
                    <a:pt x="8612145" y="626941"/>
                  </a:lnTo>
                  <a:lnTo>
                    <a:pt x="8657746" y="676179"/>
                  </a:lnTo>
                  <a:lnTo>
                    <a:pt x="8703303" y="724898"/>
                  </a:lnTo>
                  <a:lnTo>
                    <a:pt x="8748780" y="772527"/>
                  </a:lnTo>
                  <a:lnTo>
                    <a:pt x="8794171" y="818547"/>
                  </a:lnTo>
                  <a:lnTo>
                    <a:pt x="8839516" y="862515"/>
                  </a:lnTo>
                  <a:lnTo>
                    <a:pt x="8884913" y="904081"/>
                  </a:lnTo>
                  <a:lnTo>
                    <a:pt x="8930533" y="942990"/>
                  </a:lnTo>
                  <a:lnTo>
                    <a:pt x="8976631" y="979091"/>
                  </a:lnTo>
                  <a:lnTo>
                    <a:pt x="9023566" y="1012324"/>
                  </a:lnTo>
                  <a:lnTo>
                    <a:pt x="9071817" y="1042717"/>
                  </a:lnTo>
                  <a:lnTo>
                    <a:pt x="9084767" y="1050230"/>
                  </a:lnTo>
                  <a:lnTo>
                    <a:pt x="9132059" y="1075402"/>
                  </a:lnTo>
                  <a:lnTo>
                    <a:pt x="9181840" y="1098189"/>
                  </a:lnTo>
                  <a:lnTo>
                    <a:pt x="9234860" y="1118698"/>
                  </a:lnTo>
                  <a:lnTo>
                    <a:pt x="9291941" y="1137116"/>
                  </a:lnTo>
                  <a:lnTo>
                    <a:pt x="9353922" y="1153662"/>
                  </a:lnTo>
                  <a:lnTo>
                    <a:pt x="9421605" y="1168553"/>
                  </a:lnTo>
                  <a:lnTo>
                    <a:pt x="9495677" y="1181984"/>
                  </a:lnTo>
                  <a:lnTo>
                    <a:pt x="9576609" y="1194120"/>
                  </a:lnTo>
                  <a:lnTo>
                    <a:pt x="9664522" y="1205089"/>
                  </a:lnTo>
                  <a:lnTo>
                    <a:pt x="9759010" y="1214977"/>
                  </a:lnTo>
                  <a:lnTo>
                    <a:pt x="9858956" y="1223835"/>
                  </a:lnTo>
                  <a:lnTo>
                    <a:pt x="9962369" y="1231676"/>
                  </a:lnTo>
                  <a:lnTo>
                    <a:pt x="10066304" y="1238489"/>
                  </a:lnTo>
                  <a:lnTo>
                    <a:pt x="10166958" y="1244248"/>
                  </a:lnTo>
                  <a:lnTo>
                    <a:pt x="10260009" y="1248940"/>
                  </a:lnTo>
                  <a:lnTo>
                    <a:pt x="10341201" y="1252575"/>
                  </a:lnTo>
                  <a:lnTo>
                    <a:pt x="10407089" y="1255213"/>
                  </a:lnTo>
                  <a:lnTo>
                    <a:pt x="10455749" y="1256965"/>
                  </a:lnTo>
                  <a:lnTo>
                    <a:pt x="10487251" y="1257990"/>
                  </a:lnTo>
                  <a:lnTo>
                    <a:pt x="10503772" y="1258477"/>
                  </a:lnTo>
                  <a:lnTo>
                    <a:pt x="10509414" y="1258629"/>
                  </a:lnTo>
                  <a:lnTo>
                    <a:pt x="10509911" y="1258641"/>
                  </a:lnTo>
                  <a:lnTo>
                    <a:pt x="11981298" y="1258641"/>
                  </a:lnTo>
                  <a:lnTo>
                    <a:pt x="11981298" y="1250468"/>
                  </a:lnTo>
                  <a:lnTo>
                    <a:pt x="10509911" y="1250468"/>
                  </a:lnTo>
                  <a:lnTo>
                    <a:pt x="10508692" y="1250437"/>
                  </a:lnTo>
                  <a:lnTo>
                    <a:pt x="10500693" y="1250217"/>
                  </a:lnTo>
                  <a:lnTo>
                    <a:pt x="10480570" y="1249609"/>
                  </a:lnTo>
                  <a:lnTo>
                    <a:pt x="10444699" y="1248411"/>
                  </a:lnTo>
                  <a:lnTo>
                    <a:pt x="10391445" y="1246440"/>
                  </a:lnTo>
                  <a:lnTo>
                    <a:pt x="10321289" y="1243549"/>
                  </a:lnTo>
                  <a:lnTo>
                    <a:pt x="10236610" y="1239641"/>
                  </a:lnTo>
                  <a:lnTo>
                    <a:pt x="10141140" y="1234669"/>
                  </a:lnTo>
                  <a:lnTo>
                    <a:pt x="10039221" y="1228631"/>
                  </a:lnTo>
                  <a:lnTo>
                    <a:pt x="9935087" y="1221547"/>
                  </a:lnTo>
                  <a:lnTo>
                    <a:pt x="9832336" y="1213440"/>
                  </a:lnTo>
                  <a:lnTo>
                    <a:pt x="9733665" y="1204314"/>
                  </a:lnTo>
                  <a:lnTo>
                    <a:pt x="9640825" y="1194149"/>
                  </a:lnTo>
                  <a:lnTo>
                    <a:pt x="9554726" y="1182885"/>
                  </a:lnTo>
                  <a:lnTo>
                    <a:pt x="9475620" y="1170423"/>
                  </a:lnTo>
                  <a:lnTo>
                    <a:pt x="9403279" y="1156627"/>
                  </a:lnTo>
                  <a:lnTo>
                    <a:pt x="9337162" y="1141322"/>
                  </a:lnTo>
                  <a:lnTo>
                    <a:pt x="9276545" y="1124307"/>
                  </a:lnTo>
                  <a:lnTo>
                    <a:pt x="9220610" y="1105362"/>
                  </a:lnTo>
                  <a:lnTo>
                    <a:pt x="9168516" y="1084273"/>
                  </a:lnTo>
                  <a:lnTo>
                    <a:pt x="9119455" y="1060866"/>
                  </a:lnTo>
                  <a:lnTo>
                    <a:pt x="9084767" y="1042057"/>
                  </a:lnTo>
                  <a:lnTo>
                    <a:pt x="9036072" y="1012395"/>
                  </a:lnTo>
                  <a:lnTo>
                    <a:pt x="8988844" y="979913"/>
                  </a:lnTo>
                  <a:lnTo>
                    <a:pt x="8942566" y="944562"/>
                  </a:lnTo>
                  <a:lnTo>
                    <a:pt x="8896849" y="906379"/>
                  </a:lnTo>
                  <a:lnTo>
                    <a:pt x="8851413" y="865490"/>
                  </a:lnTo>
                  <a:lnTo>
                    <a:pt x="8806067" y="822121"/>
                  </a:lnTo>
                  <a:lnTo>
                    <a:pt x="8760694" y="776600"/>
                  </a:lnTo>
                  <a:lnTo>
                    <a:pt x="8715241" y="729346"/>
                  </a:lnTo>
                  <a:lnTo>
                    <a:pt x="8669702" y="680859"/>
                  </a:lnTo>
                  <a:lnTo>
                    <a:pt x="8624108" y="631700"/>
                  </a:lnTo>
                  <a:lnTo>
                    <a:pt x="8578507" y="582462"/>
                  </a:lnTo>
                  <a:lnTo>
                    <a:pt x="8532950" y="533743"/>
                  </a:lnTo>
                  <a:lnTo>
                    <a:pt x="8487473" y="486114"/>
                  </a:lnTo>
                  <a:lnTo>
                    <a:pt x="8442082" y="440094"/>
                  </a:lnTo>
                  <a:lnTo>
                    <a:pt x="8396737" y="396125"/>
                  </a:lnTo>
                  <a:lnTo>
                    <a:pt x="8351340" y="354560"/>
                  </a:lnTo>
                  <a:lnTo>
                    <a:pt x="8305721" y="315651"/>
                  </a:lnTo>
                  <a:lnTo>
                    <a:pt x="8259622" y="279550"/>
                  </a:lnTo>
                  <a:lnTo>
                    <a:pt x="8212688" y="246317"/>
                  </a:lnTo>
                  <a:lnTo>
                    <a:pt x="8164436" y="215924"/>
                  </a:lnTo>
                  <a:lnTo>
                    <a:pt x="8151487" y="208411"/>
                  </a:lnTo>
                  <a:lnTo>
                    <a:pt x="8104194" y="183238"/>
                  </a:lnTo>
                  <a:lnTo>
                    <a:pt x="8054414" y="160451"/>
                  </a:lnTo>
                  <a:lnTo>
                    <a:pt x="8001393" y="139943"/>
                  </a:lnTo>
                  <a:lnTo>
                    <a:pt x="7944312" y="121525"/>
                  </a:lnTo>
                  <a:lnTo>
                    <a:pt x="7882331" y="104979"/>
                  </a:lnTo>
                  <a:lnTo>
                    <a:pt x="7814648" y="90088"/>
                  </a:lnTo>
                  <a:lnTo>
                    <a:pt x="7740577" y="76656"/>
                  </a:lnTo>
                  <a:lnTo>
                    <a:pt x="7659644" y="64520"/>
                  </a:lnTo>
                  <a:lnTo>
                    <a:pt x="7571731" y="53552"/>
                  </a:lnTo>
                  <a:lnTo>
                    <a:pt x="7477243" y="43664"/>
                  </a:lnTo>
                  <a:lnTo>
                    <a:pt x="7377297" y="34806"/>
                  </a:lnTo>
                  <a:lnTo>
                    <a:pt x="7273884" y="26964"/>
                  </a:lnTo>
                  <a:lnTo>
                    <a:pt x="7169949" y="20152"/>
                  </a:lnTo>
                  <a:lnTo>
                    <a:pt x="7069295" y="14392"/>
                  </a:lnTo>
                  <a:lnTo>
                    <a:pt x="6976245" y="9701"/>
                  </a:lnTo>
                  <a:lnTo>
                    <a:pt x="6895052" y="6066"/>
                  </a:lnTo>
                  <a:lnTo>
                    <a:pt x="6829164" y="3427"/>
                  </a:lnTo>
                  <a:lnTo>
                    <a:pt x="6780504" y="1675"/>
                  </a:lnTo>
                  <a:lnTo>
                    <a:pt x="6749003" y="651"/>
                  </a:lnTo>
                  <a:lnTo>
                    <a:pt x="6732482" y="164"/>
                  </a:lnTo>
                  <a:lnTo>
                    <a:pt x="6726840" y="12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104" y="93"/>
                  </a:lnTo>
                  <a:lnTo>
                    <a:pt x="5248475" y="757"/>
                  </a:lnTo>
                  <a:lnTo>
                    <a:pt x="5234168" y="2592"/>
                  </a:lnTo>
                  <a:lnTo>
                    <a:pt x="5208302" y="6211"/>
                  </a:lnTo>
                  <a:lnTo>
                    <a:pt x="5169164" y="12199"/>
                  </a:lnTo>
                  <a:lnTo>
                    <a:pt x="5116331" y="21069"/>
                  </a:lnTo>
                  <a:lnTo>
                    <a:pt x="5050661" y="33215"/>
                  </a:lnTo>
                  <a:lnTo>
                    <a:pt x="4974102" y="48892"/>
                  </a:lnTo>
                  <a:lnTo>
                    <a:pt x="4889348" y="68215"/>
                  </a:lnTo>
                  <a:lnTo>
                    <a:pt x="4799432" y="91189"/>
                  </a:lnTo>
                  <a:lnTo>
                    <a:pt x="4707324" y="117756"/>
                  </a:lnTo>
                  <a:lnTo>
                    <a:pt x="4615640" y="147844"/>
                  </a:lnTo>
                  <a:lnTo>
                    <a:pt x="4526462" y="181411"/>
                  </a:lnTo>
                  <a:lnTo>
                    <a:pt x="4441283" y="218482"/>
                  </a:lnTo>
                  <a:lnTo>
                    <a:pt x="4361039" y="259173"/>
                  </a:lnTo>
                  <a:lnTo>
                    <a:pt x="4286189" y="303703"/>
                  </a:lnTo>
                  <a:lnTo>
                    <a:pt x="4216819" y="352398"/>
                  </a:lnTo>
                  <a:lnTo>
                    <a:pt x="4152739" y="405687"/>
                  </a:lnTo>
                  <a:lnTo>
                    <a:pt x="4093574" y="464094"/>
                  </a:lnTo>
                  <a:lnTo>
                    <a:pt x="4038828" y="528225"/>
                  </a:lnTo>
                  <a:lnTo>
                    <a:pt x="3987945" y="598738"/>
                  </a:lnTo>
                  <a:lnTo>
                    <a:pt x="3940341" y="676299"/>
                  </a:lnTo>
                  <a:lnTo>
                    <a:pt x="3895439" y="761514"/>
                  </a:lnTo>
                  <a:lnTo>
                    <a:pt x="3852697" y="854810"/>
                  </a:lnTo>
                  <a:lnTo>
                    <a:pt x="3829811" y="909927"/>
                  </a:lnTo>
                  <a:lnTo>
                    <a:pt x="3801495" y="983184"/>
                  </a:lnTo>
                  <a:lnTo>
                    <a:pt x="3773753" y="1060486"/>
                  </a:lnTo>
                  <a:lnTo>
                    <a:pt x="3746467" y="1141913"/>
                  </a:lnTo>
                  <a:lnTo>
                    <a:pt x="3719536" y="1227510"/>
                  </a:lnTo>
                  <a:lnTo>
                    <a:pt x="3692875" y="1317282"/>
                  </a:lnTo>
                  <a:lnTo>
                    <a:pt x="3666412" y="1411193"/>
                  </a:lnTo>
                  <a:lnTo>
                    <a:pt x="3640087" y="1509163"/>
                  </a:lnTo>
                  <a:lnTo>
                    <a:pt x="3613851" y="1611065"/>
                  </a:lnTo>
                  <a:lnTo>
                    <a:pt x="3587664" y="1716723"/>
                  </a:lnTo>
                  <a:lnTo>
                    <a:pt x="3561496" y="1825914"/>
                  </a:lnTo>
                  <a:lnTo>
                    <a:pt x="3535325" y="1938364"/>
                  </a:lnTo>
                  <a:lnTo>
                    <a:pt x="3509136" y="2053754"/>
                  </a:lnTo>
                  <a:lnTo>
                    <a:pt x="3482920" y="2171721"/>
                  </a:lnTo>
                  <a:lnTo>
                    <a:pt x="3456674" y="2291861"/>
                  </a:lnTo>
                  <a:lnTo>
                    <a:pt x="3430399" y="2413736"/>
                  </a:lnTo>
                  <a:lnTo>
                    <a:pt x="3404101" y="2536880"/>
                  </a:lnTo>
                  <a:lnTo>
                    <a:pt x="3377787" y="2660805"/>
                  </a:lnTo>
                  <a:lnTo>
                    <a:pt x="3351468" y="2785011"/>
                  </a:lnTo>
                  <a:lnTo>
                    <a:pt x="3325154" y="2908992"/>
                  </a:lnTo>
                  <a:lnTo>
                    <a:pt x="3298854" y="3032246"/>
                  </a:lnTo>
                  <a:lnTo>
                    <a:pt x="3272576" y="3154285"/>
                  </a:lnTo>
                  <a:lnTo>
                    <a:pt x="3246326" y="3274639"/>
                  </a:lnTo>
                  <a:lnTo>
                    <a:pt x="3220107" y="3392867"/>
                  </a:lnTo>
                  <a:lnTo>
                    <a:pt x="3193915" y="3508562"/>
                  </a:lnTo>
                  <a:lnTo>
                    <a:pt x="3167743" y="3621354"/>
                  </a:lnTo>
                  <a:lnTo>
                    <a:pt x="3141576" y="3730920"/>
                  </a:lnTo>
                  <a:lnTo>
                    <a:pt x="3115392" y="3836981"/>
                  </a:lnTo>
                  <a:lnTo>
                    <a:pt x="3089164" y="3939308"/>
                  </a:lnTo>
                  <a:lnTo>
                    <a:pt x="3062851" y="4037721"/>
                  </a:lnTo>
                  <a:lnTo>
                    <a:pt x="3036406" y="4132086"/>
                  </a:lnTo>
                  <a:lnTo>
                    <a:pt x="3009770" y="4222319"/>
                  </a:lnTo>
                  <a:lnTo>
                    <a:pt x="2982872" y="4308378"/>
                  </a:lnTo>
                  <a:lnTo>
                    <a:pt x="2955630" y="4390265"/>
                  </a:lnTo>
                  <a:lnTo>
                    <a:pt x="2927944" y="4468021"/>
                  </a:lnTo>
                  <a:lnTo>
                    <a:pt x="2899698" y="4541721"/>
                  </a:lnTo>
                  <a:lnTo>
                    <a:pt x="2896531" y="4549635"/>
                  </a:lnTo>
                  <a:lnTo>
                    <a:pt x="2854774" y="4647471"/>
                  </a:lnTo>
                  <a:lnTo>
                    <a:pt x="2811130" y="4737118"/>
                  </a:lnTo>
                  <a:lnTo>
                    <a:pt x="2765090" y="4818845"/>
                  </a:lnTo>
                  <a:lnTo>
                    <a:pt x="2716092" y="4893175"/>
                  </a:lnTo>
                  <a:lnTo>
                    <a:pt x="2663554" y="4960752"/>
                  </a:lnTo>
                  <a:lnTo>
                    <a:pt x="2606899" y="5022246"/>
                  </a:lnTo>
                  <a:lnTo>
                    <a:pt x="2545593" y="5078295"/>
                  </a:lnTo>
                  <a:lnTo>
                    <a:pt x="2479185" y="5129470"/>
                  </a:lnTo>
                  <a:lnTo>
                    <a:pt x="2407374" y="5176257"/>
                  </a:lnTo>
                  <a:lnTo>
                    <a:pt x="2330083" y="5219037"/>
                  </a:lnTo>
                  <a:lnTo>
                    <a:pt x="2247550" y="5258089"/>
                  </a:lnTo>
                  <a:lnTo>
                    <a:pt x="2160436" y="5293585"/>
                  </a:lnTo>
                  <a:lnTo>
                    <a:pt x="2069918" y="5325598"/>
                  </a:lnTo>
                  <a:lnTo>
                    <a:pt x="1977753" y="5354120"/>
                  </a:lnTo>
                  <a:lnTo>
                    <a:pt x="1886275" y="5379091"/>
                  </a:lnTo>
                  <a:lnTo>
                    <a:pt x="1798287" y="5400437"/>
                  </a:lnTo>
                  <a:lnTo>
                    <a:pt x="1716832" y="5418124"/>
                  </a:lnTo>
                  <a:lnTo>
                    <a:pt x="1644843" y="5432201"/>
                  </a:lnTo>
                  <a:lnTo>
                    <a:pt x="1584729" y="5442842"/>
                  </a:lnTo>
                  <a:lnTo>
                    <a:pt x="1537985" y="5450368"/>
                  </a:lnTo>
                  <a:lnTo>
                    <a:pt x="1504910" y="5455228"/>
                  </a:lnTo>
                  <a:lnTo>
                    <a:pt x="1484497" y="5457974"/>
                  </a:lnTo>
                  <a:lnTo>
                    <a:pt x="1474489" y="5459210"/>
                  </a:lnTo>
                  <a:lnTo>
                    <a:pt x="1471534" y="5459547"/>
                  </a:lnTo>
                  <a:lnTo>
                    <a:pt x="1471387" y="5459562"/>
                  </a:lnTo>
                  <a:lnTo>
                    <a:pt x="0" y="5459562"/>
                  </a:lnTo>
                  <a:close/>
                </a:path>
              </a:pathLst>
            </a:custGeom>
            <a:solidFill>
              <a:srgbClr val="F1C40F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971" name="pl1971"/>
            <p:cNvSpPr/>
            <p:nvPr/>
          </p:nvSpPr>
          <p:spPr>
            <a:xfrm>
              <a:off x="4799595" y="5184095"/>
              <a:ext cx="11981298" cy="5459562"/>
            </a:xfrm>
            <a:custGeom>
              <a:avLst/>
              <a:pathLst>
                <a:path w="11981298" h="5459562">
                  <a:moveTo>
                    <a:pt x="0" y="5459562"/>
                  </a:moveTo>
                  <a:lnTo>
                    <a:pt x="1471387" y="5459562"/>
                  </a:lnTo>
                  <a:lnTo>
                    <a:pt x="1472238" y="5459469"/>
                  </a:lnTo>
                  <a:lnTo>
                    <a:pt x="1477867" y="5458805"/>
                  </a:lnTo>
                  <a:lnTo>
                    <a:pt x="1492174" y="5456969"/>
                  </a:lnTo>
                  <a:lnTo>
                    <a:pt x="1518040" y="5453351"/>
                  </a:lnTo>
                  <a:lnTo>
                    <a:pt x="1557179" y="5447363"/>
                  </a:lnTo>
                  <a:lnTo>
                    <a:pt x="1610012" y="5438493"/>
                  </a:lnTo>
                  <a:lnTo>
                    <a:pt x="1675681" y="5426346"/>
                  </a:lnTo>
                  <a:lnTo>
                    <a:pt x="1752241" y="5410670"/>
                  </a:lnTo>
                  <a:lnTo>
                    <a:pt x="1836994" y="5391347"/>
                  </a:lnTo>
                  <a:lnTo>
                    <a:pt x="1926910" y="5368373"/>
                  </a:lnTo>
                  <a:lnTo>
                    <a:pt x="2019018" y="5341805"/>
                  </a:lnTo>
                  <a:lnTo>
                    <a:pt x="2110702" y="5311718"/>
                  </a:lnTo>
                  <a:lnTo>
                    <a:pt x="2199880" y="5278151"/>
                  </a:lnTo>
                  <a:lnTo>
                    <a:pt x="2285059" y="5241080"/>
                  </a:lnTo>
                  <a:lnTo>
                    <a:pt x="2365303" y="5200389"/>
                  </a:lnTo>
                  <a:lnTo>
                    <a:pt x="2440153" y="5155858"/>
                  </a:lnTo>
                  <a:lnTo>
                    <a:pt x="2509523" y="5107164"/>
                  </a:lnTo>
                  <a:lnTo>
                    <a:pt x="2573603" y="5053875"/>
                  </a:lnTo>
                  <a:lnTo>
                    <a:pt x="2632769" y="4995468"/>
                  </a:lnTo>
                  <a:lnTo>
                    <a:pt x="2687514" y="4931337"/>
                  </a:lnTo>
                  <a:lnTo>
                    <a:pt x="2738397" y="4860824"/>
                  </a:lnTo>
                  <a:lnTo>
                    <a:pt x="2786001" y="4783262"/>
                  </a:lnTo>
                  <a:lnTo>
                    <a:pt x="2830904" y="4698048"/>
                  </a:lnTo>
                  <a:lnTo>
                    <a:pt x="2873645" y="4604751"/>
                  </a:lnTo>
                  <a:lnTo>
                    <a:pt x="2896531" y="4549635"/>
                  </a:lnTo>
                  <a:lnTo>
                    <a:pt x="2924847" y="4476378"/>
                  </a:lnTo>
                  <a:lnTo>
                    <a:pt x="2952589" y="4399076"/>
                  </a:lnTo>
                  <a:lnTo>
                    <a:pt x="2979875" y="4317649"/>
                  </a:lnTo>
                  <a:lnTo>
                    <a:pt x="3006806" y="4232052"/>
                  </a:lnTo>
                  <a:lnTo>
                    <a:pt x="3033467" y="4142280"/>
                  </a:lnTo>
                  <a:lnTo>
                    <a:pt x="3059930" y="4048369"/>
                  </a:lnTo>
                  <a:lnTo>
                    <a:pt x="3086255" y="3950399"/>
                  </a:lnTo>
                  <a:lnTo>
                    <a:pt x="3112492" y="3848497"/>
                  </a:lnTo>
                  <a:lnTo>
                    <a:pt x="3138678" y="3742839"/>
                  </a:lnTo>
                  <a:lnTo>
                    <a:pt x="3164846" y="3633648"/>
                  </a:lnTo>
                  <a:lnTo>
                    <a:pt x="3191017" y="3521198"/>
                  </a:lnTo>
                  <a:lnTo>
                    <a:pt x="3217206" y="3405807"/>
                  </a:lnTo>
                  <a:lnTo>
                    <a:pt x="3243422" y="3287841"/>
                  </a:lnTo>
                  <a:lnTo>
                    <a:pt x="3269668" y="3167701"/>
                  </a:lnTo>
                  <a:lnTo>
                    <a:pt x="3295943" y="3045826"/>
                  </a:lnTo>
                  <a:lnTo>
                    <a:pt x="3322241" y="2922682"/>
                  </a:lnTo>
                  <a:lnTo>
                    <a:pt x="3348555" y="2798757"/>
                  </a:lnTo>
                  <a:lnTo>
                    <a:pt x="3374874" y="2674551"/>
                  </a:lnTo>
                  <a:lnTo>
                    <a:pt x="3401188" y="2550570"/>
                  </a:lnTo>
                  <a:lnTo>
                    <a:pt x="3427488" y="2427316"/>
                  </a:lnTo>
                  <a:lnTo>
                    <a:pt x="3453766" y="2305277"/>
                  </a:lnTo>
                  <a:lnTo>
                    <a:pt x="3480016" y="2184922"/>
                  </a:lnTo>
                  <a:lnTo>
                    <a:pt x="3506235" y="2066694"/>
                  </a:lnTo>
                  <a:lnTo>
                    <a:pt x="3532427" y="1951000"/>
                  </a:lnTo>
                  <a:lnTo>
                    <a:pt x="3558599" y="1838208"/>
                  </a:lnTo>
                  <a:lnTo>
                    <a:pt x="3584766" y="1728642"/>
                  </a:lnTo>
                  <a:lnTo>
                    <a:pt x="3610950" y="1622581"/>
                  </a:lnTo>
                  <a:lnTo>
                    <a:pt x="3637179" y="1520253"/>
                  </a:lnTo>
                  <a:lnTo>
                    <a:pt x="3663492" y="1421841"/>
                  </a:lnTo>
                  <a:lnTo>
                    <a:pt x="3689937" y="1327476"/>
                  </a:lnTo>
                  <a:lnTo>
                    <a:pt x="3716572" y="1237243"/>
                  </a:lnTo>
                  <a:lnTo>
                    <a:pt x="3743470" y="1151184"/>
                  </a:lnTo>
                  <a:lnTo>
                    <a:pt x="3770712" y="1069297"/>
                  </a:lnTo>
                  <a:lnTo>
                    <a:pt x="3798398" y="991541"/>
                  </a:lnTo>
                  <a:lnTo>
                    <a:pt x="3826644" y="917841"/>
                  </a:lnTo>
                  <a:lnTo>
                    <a:pt x="3829811" y="909927"/>
                  </a:lnTo>
                  <a:lnTo>
                    <a:pt x="3871568" y="812091"/>
                  </a:lnTo>
                  <a:lnTo>
                    <a:pt x="3915212" y="722443"/>
                  </a:lnTo>
                  <a:lnTo>
                    <a:pt x="3961252" y="640717"/>
                  </a:lnTo>
                  <a:lnTo>
                    <a:pt x="4010250" y="566387"/>
                  </a:lnTo>
                  <a:lnTo>
                    <a:pt x="4062788" y="498810"/>
                  </a:lnTo>
                  <a:lnTo>
                    <a:pt x="4119443" y="437316"/>
                  </a:lnTo>
                  <a:lnTo>
                    <a:pt x="4180750" y="381267"/>
                  </a:lnTo>
                  <a:lnTo>
                    <a:pt x="4247157" y="330092"/>
                  </a:lnTo>
                  <a:lnTo>
                    <a:pt x="4318968" y="283305"/>
                  </a:lnTo>
                  <a:lnTo>
                    <a:pt x="4396259" y="240525"/>
                  </a:lnTo>
                  <a:lnTo>
                    <a:pt x="4478792" y="201472"/>
                  </a:lnTo>
                  <a:lnTo>
                    <a:pt x="4565906" y="165976"/>
                  </a:lnTo>
                  <a:lnTo>
                    <a:pt x="4656424" y="133964"/>
                  </a:lnTo>
                  <a:lnTo>
                    <a:pt x="4748589" y="105442"/>
                  </a:lnTo>
                  <a:lnTo>
                    <a:pt x="4840067" y="80471"/>
                  </a:lnTo>
                  <a:lnTo>
                    <a:pt x="4928055" y="59124"/>
                  </a:lnTo>
                  <a:lnTo>
                    <a:pt x="5009510" y="41438"/>
                  </a:lnTo>
                  <a:lnTo>
                    <a:pt x="5081499" y="27361"/>
                  </a:lnTo>
                  <a:lnTo>
                    <a:pt x="5141613" y="16720"/>
                  </a:lnTo>
                  <a:lnTo>
                    <a:pt x="5188357" y="9194"/>
                  </a:lnTo>
                  <a:lnTo>
                    <a:pt x="5221432" y="4334"/>
                  </a:lnTo>
                  <a:lnTo>
                    <a:pt x="5241845" y="1588"/>
                  </a:lnTo>
                  <a:lnTo>
                    <a:pt x="5251853" y="352"/>
                  </a:lnTo>
                  <a:lnTo>
                    <a:pt x="5254808" y="15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561" y="30"/>
                  </a:lnTo>
                  <a:lnTo>
                    <a:pt x="6735561" y="251"/>
                  </a:lnTo>
                  <a:lnTo>
                    <a:pt x="6755683" y="859"/>
                  </a:lnTo>
                  <a:lnTo>
                    <a:pt x="6791554" y="2057"/>
                  </a:lnTo>
                  <a:lnTo>
                    <a:pt x="6844808" y="4027"/>
                  </a:lnTo>
                  <a:lnTo>
                    <a:pt x="6914965" y="6918"/>
                  </a:lnTo>
                  <a:lnTo>
                    <a:pt x="6999644" y="10827"/>
                  </a:lnTo>
                  <a:lnTo>
                    <a:pt x="7095113" y="15799"/>
                  </a:lnTo>
                  <a:lnTo>
                    <a:pt x="7197032" y="21836"/>
                  </a:lnTo>
                  <a:lnTo>
                    <a:pt x="7301166" y="28920"/>
                  </a:lnTo>
                  <a:lnTo>
                    <a:pt x="7403917" y="37028"/>
                  </a:lnTo>
                  <a:lnTo>
                    <a:pt x="7502588" y="46154"/>
                  </a:lnTo>
                  <a:lnTo>
                    <a:pt x="7595429" y="56319"/>
                  </a:lnTo>
                  <a:lnTo>
                    <a:pt x="7681527" y="67583"/>
                  </a:lnTo>
                  <a:lnTo>
                    <a:pt x="7760634" y="80044"/>
                  </a:lnTo>
                  <a:lnTo>
                    <a:pt x="7832975" y="93841"/>
                  </a:lnTo>
                  <a:lnTo>
                    <a:pt x="7899091" y="109146"/>
                  </a:lnTo>
                  <a:lnTo>
                    <a:pt x="7959708" y="126161"/>
                  </a:lnTo>
                  <a:lnTo>
                    <a:pt x="8015644" y="145106"/>
                  </a:lnTo>
                  <a:lnTo>
                    <a:pt x="8067738" y="166195"/>
                  </a:lnTo>
                  <a:lnTo>
                    <a:pt x="8116798" y="189602"/>
                  </a:lnTo>
                  <a:lnTo>
                    <a:pt x="8151487" y="208411"/>
                  </a:lnTo>
                  <a:lnTo>
                    <a:pt x="8200181" y="238073"/>
                  </a:lnTo>
                  <a:lnTo>
                    <a:pt x="8247409" y="270555"/>
                  </a:lnTo>
                  <a:lnTo>
                    <a:pt x="8293688" y="305905"/>
                  </a:lnTo>
                  <a:lnTo>
                    <a:pt x="8339404" y="344089"/>
                  </a:lnTo>
                  <a:lnTo>
                    <a:pt x="8384840" y="384978"/>
                  </a:lnTo>
                  <a:lnTo>
                    <a:pt x="8430186" y="428346"/>
                  </a:lnTo>
                  <a:lnTo>
                    <a:pt x="8475559" y="473867"/>
                  </a:lnTo>
                  <a:lnTo>
                    <a:pt x="8521013" y="521122"/>
                  </a:lnTo>
                  <a:lnTo>
                    <a:pt x="8566551" y="569608"/>
                  </a:lnTo>
                  <a:lnTo>
                    <a:pt x="8612145" y="618768"/>
                  </a:lnTo>
                  <a:lnTo>
                    <a:pt x="8657746" y="668006"/>
                  </a:lnTo>
                  <a:lnTo>
                    <a:pt x="8703303" y="716725"/>
                  </a:lnTo>
                  <a:lnTo>
                    <a:pt x="8748780" y="764354"/>
                  </a:lnTo>
                  <a:lnTo>
                    <a:pt x="8794171" y="810374"/>
                  </a:lnTo>
                  <a:lnTo>
                    <a:pt x="8839516" y="854342"/>
                  </a:lnTo>
                  <a:lnTo>
                    <a:pt x="8884913" y="895908"/>
                  </a:lnTo>
                  <a:lnTo>
                    <a:pt x="8930533" y="934817"/>
                  </a:lnTo>
                  <a:lnTo>
                    <a:pt x="8976631" y="970918"/>
                  </a:lnTo>
                  <a:lnTo>
                    <a:pt x="9023566" y="1004151"/>
                  </a:lnTo>
                  <a:lnTo>
                    <a:pt x="9071817" y="1034544"/>
                  </a:lnTo>
                  <a:lnTo>
                    <a:pt x="9084767" y="1042057"/>
                  </a:lnTo>
                  <a:lnTo>
                    <a:pt x="9132059" y="1067229"/>
                  </a:lnTo>
                  <a:lnTo>
                    <a:pt x="9181840" y="1090016"/>
                  </a:lnTo>
                  <a:lnTo>
                    <a:pt x="9234860" y="1110525"/>
                  </a:lnTo>
                  <a:lnTo>
                    <a:pt x="9291941" y="1128943"/>
                  </a:lnTo>
                  <a:lnTo>
                    <a:pt x="9353922" y="1145489"/>
                  </a:lnTo>
                  <a:lnTo>
                    <a:pt x="9421605" y="1160380"/>
                  </a:lnTo>
                  <a:lnTo>
                    <a:pt x="9495677" y="1173811"/>
                  </a:lnTo>
                  <a:lnTo>
                    <a:pt x="9576609" y="1185947"/>
                  </a:lnTo>
                  <a:lnTo>
                    <a:pt x="9664522" y="1196916"/>
                  </a:lnTo>
                  <a:lnTo>
                    <a:pt x="9759010" y="1206804"/>
                  </a:lnTo>
                  <a:lnTo>
                    <a:pt x="9858956" y="1215662"/>
                  </a:lnTo>
                  <a:lnTo>
                    <a:pt x="9962369" y="1223503"/>
                  </a:lnTo>
                  <a:lnTo>
                    <a:pt x="10066304" y="1230316"/>
                  </a:lnTo>
                  <a:lnTo>
                    <a:pt x="10166958" y="1236075"/>
                  </a:lnTo>
                  <a:lnTo>
                    <a:pt x="10260009" y="1240767"/>
                  </a:lnTo>
                  <a:lnTo>
                    <a:pt x="10341201" y="1244402"/>
                  </a:lnTo>
                  <a:lnTo>
                    <a:pt x="10407089" y="1247040"/>
                  </a:lnTo>
                  <a:lnTo>
                    <a:pt x="10455749" y="1248792"/>
                  </a:lnTo>
                  <a:lnTo>
                    <a:pt x="10487251" y="1249817"/>
                  </a:lnTo>
                  <a:lnTo>
                    <a:pt x="10503772" y="1250304"/>
                  </a:lnTo>
                  <a:lnTo>
                    <a:pt x="10509414" y="1250456"/>
                  </a:lnTo>
                  <a:lnTo>
                    <a:pt x="10509911" y="1250468"/>
                  </a:lnTo>
                  <a:lnTo>
                    <a:pt x="11981298" y="125046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72" name="pl1972"/>
            <p:cNvSpPr/>
            <p:nvPr/>
          </p:nvSpPr>
          <p:spPr>
            <a:xfrm>
              <a:off x="4799595" y="5175922"/>
              <a:ext cx="11981298" cy="5459562"/>
            </a:xfrm>
            <a:custGeom>
              <a:avLst/>
              <a:pathLst>
                <a:path w="11981298" h="5459562">
                  <a:moveTo>
                    <a:pt x="11981298" y="1250468"/>
                  </a:moveTo>
                  <a:lnTo>
                    <a:pt x="10509911" y="1250468"/>
                  </a:lnTo>
                  <a:lnTo>
                    <a:pt x="10508692" y="1250437"/>
                  </a:lnTo>
                  <a:lnTo>
                    <a:pt x="10500693" y="1250217"/>
                  </a:lnTo>
                  <a:lnTo>
                    <a:pt x="10480570" y="1249609"/>
                  </a:lnTo>
                  <a:lnTo>
                    <a:pt x="10444699" y="1248411"/>
                  </a:lnTo>
                  <a:lnTo>
                    <a:pt x="10391445" y="1246440"/>
                  </a:lnTo>
                  <a:lnTo>
                    <a:pt x="10321289" y="1243549"/>
                  </a:lnTo>
                  <a:lnTo>
                    <a:pt x="10236610" y="1239641"/>
                  </a:lnTo>
                  <a:lnTo>
                    <a:pt x="10141140" y="1234669"/>
                  </a:lnTo>
                  <a:lnTo>
                    <a:pt x="10039221" y="1228631"/>
                  </a:lnTo>
                  <a:lnTo>
                    <a:pt x="9935087" y="1221547"/>
                  </a:lnTo>
                  <a:lnTo>
                    <a:pt x="9832336" y="1213440"/>
                  </a:lnTo>
                  <a:lnTo>
                    <a:pt x="9733665" y="1204314"/>
                  </a:lnTo>
                  <a:lnTo>
                    <a:pt x="9640825" y="1194149"/>
                  </a:lnTo>
                  <a:lnTo>
                    <a:pt x="9554726" y="1182885"/>
                  </a:lnTo>
                  <a:lnTo>
                    <a:pt x="9475620" y="1170423"/>
                  </a:lnTo>
                  <a:lnTo>
                    <a:pt x="9403279" y="1156627"/>
                  </a:lnTo>
                  <a:lnTo>
                    <a:pt x="9337162" y="1141322"/>
                  </a:lnTo>
                  <a:lnTo>
                    <a:pt x="9276545" y="1124307"/>
                  </a:lnTo>
                  <a:lnTo>
                    <a:pt x="9220610" y="1105362"/>
                  </a:lnTo>
                  <a:lnTo>
                    <a:pt x="9168516" y="1084273"/>
                  </a:lnTo>
                  <a:lnTo>
                    <a:pt x="9119455" y="1060866"/>
                  </a:lnTo>
                  <a:lnTo>
                    <a:pt x="9084767" y="1042057"/>
                  </a:lnTo>
                  <a:lnTo>
                    <a:pt x="9036072" y="1012395"/>
                  </a:lnTo>
                  <a:lnTo>
                    <a:pt x="8988844" y="979913"/>
                  </a:lnTo>
                  <a:lnTo>
                    <a:pt x="8942566" y="944562"/>
                  </a:lnTo>
                  <a:lnTo>
                    <a:pt x="8896849" y="906379"/>
                  </a:lnTo>
                  <a:lnTo>
                    <a:pt x="8851413" y="865490"/>
                  </a:lnTo>
                  <a:lnTo>
                    <a:pt x="8806067" y="822121"/>
                  </a:lnTo>
                  <a:lnTo>
                    <a:pt x="8760694" y="776600"/>
                  </a:lnTo>
                  <a:lnTo>
                    <a:pt x="8715241" y="729346"/>
                  </a:lnTo>
                  <a:lnTo>
                    <a:pt x="8669702" y="680859"/>
                  </a:lnTo>
                  <a:lnTo>
                    <a:pt x="8624108" y="631700"/>
                  </a:lnTo>
                  <a:lnTo>
                    <a:pt x="8578507" y="582462"/>
                  </a:lnTo>
                  <a:lnTo>
                    <a:pt x="8532950" y="533743"/>
                  </a:lnTo>
                  <a:lnTo>
                    <a:pt x="8487473" y="486114"/>
                  </a:lnTo>
                  <a:lnTo>
                    <a:pt x="8442082" y="440094"/>
                  </a:lnTo>
                  <a:lnTo>
                    <a:pt x="8396737" y="396125"/>
                  </a:lnTo>
                  <a:lnTo>
                    <a:pt x="8351340" y="354560"/>
                  </a:lnTo>
                  <a:lnTo>
                    <a:pt x="8305721" y="315651"/>
                  </a:lnTo>
                  <a:lnTo>
                    <a:pt x="8259622" y="279550"/>
                  </a:lnTo>
                  <a:lnTo>
                    <a:pt x="8212688" y="246317"/>
                  </a:lnTo>
                  <a:lnTo>
                    <a:pt x="8164436" y="215924"/>
                  </a:lnTo>
                  <a:lnTo>
                    <a:pt x="8151487" y="208411"/>
                  </a:lnTo>
                  <a:lnTo>
                    <a:pt x="8104194" y="183238"/>
                  </a:lnTo>
                  <a:lnTo>
                    <a:pt x="8054414" y="160451"/>
                  </a:lnTo>
                  <a:lnTo>
                    <a:pt x="8001393" y="139943"/>
                  </a:lnTo>
                  <a:lnTo>
                    <a:pt x="7944312" y="121525"/>
                  </a:lnTo>
                  <a:lnTo>
                    <a:pt x="7882331" y="104979"/>
                  </a:lnTo>
                  <a:lnTo>
                    <a:pt x="7814648" y="90088"/>
                  </a:lnTo>
                  <a:lnTo>
                    <a:pt x="7740577" y="76656"/>
                  </a:lnTo>
                  <a:lnTo>
                    <a:pt x="7659644" y="64520"/>
                  </a:lnTo>
                  <a:lnTo>
                    <a:pt x="7571731" y="53552"/>
                  </a:lnTo>
                  <a:lnTo>
                    <a:pt x="7477243" y="43664"/>
                  </a:lnTo>
                  <a:lnTo>
                    <a:pt x="7377297" y="34806"/>
                  </a:lnTo>
                  <a:lnTo>
                    <a:pt x="7273884" y="26964"/>
                  </a:lnTo>
                  <a:lnTo>
                    <a:pt x="7169949" y="20152"/>
                  </a:lnTo>
                  <a:lnTo>
                    <a:pt x="7069295" y="14392"/>
                  </a:lnTo>
                  <a:lnTo>
                    <a:pt x="6976245" y="9701"/>
                  </a:lnTo>
                  <a:lnTo>
                    <a:pt x="6895052" y="6066"/>
                  </a:lnTo>
                  <a:lnTo>
                    <a:pt x="6829164" y="3427"/>
                  </a:lnTo>
                  <a:lnTo>
                    <a:pt x="6780504" y="1675"/>
                  </a:lnTo>
                  <a:lnTo>
                    <a:pt x="6749003" y="651"/>
                  </a:lnTo>
                  <a:lnTo>
                    <a:pt x="6732482" y="164"/>
                  </a:lnTo>
                  <a:lnTo>
                    <a:pt x="6726840" y="12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104" y="93"/>
                  </a:lnTo>
                  <a:lnTo>
                    <a:pt x="5248475" y="757"/>
                  </a:lnTo>
                  <a:lnTo>
                    <a:pt x="5234168" y="2592"/>
                  </a:lnTo>
                  <a:lnTo>
                    <a:pt x="5208302" y="6211"/>
                  </a:lnTo>
                  <a:lnTo>
                    <a:pt x="5169164" y="12199"/>
                  </a:lnTo>
                  <a:lnTo>
                    <a:pt x="5116331" y="21069"/>
                  </a:lnTo>
                  <a:lnTo>
                    <a:pt x="5050661" y="33215"/>
                  </a:lnTo>
                  <a:lnTo>
                    <a:pt x="4974102" y="48892"/>
                  </a:lnTo>
                  <a:lnTo>
                    <a:pt x="4889348" y="68215"/>
                  </a:lnTo>
                  <a:lnTo>
                    <a:pt x="4799432" y="91189"/>
                  </a:lnTo>
                  <a:lnTo>
                    <a:pt x="4707324" y="117756"/>
                  </a:lnTo>
                  <a:lnTo>
                    <a:pt x="4615640" y="147844"/>
                  </a:lnTo>
                  <a:lnTo>
                    <a:pt x="4526462" y="181411"/>
                  </a:lnTo>
                  <a:lnTo>
                    <a:pt x="4441283" y="218482"/>
                  </a:lnTo>
                  <a:lnTo>
                    <a:pt x="4361039" y="259173"/>
                  </a:lnTo>
                  <a:lnTo>
                    <a:pt x="4286189" y="303703"/>
                  </a:lnTo>
                  <a:lnTo>
                    <a:pt x="4216819" y="352398"/>
                  </a:lnTo>
                  <a:lnTo>
                    <a:pt x="4152739" y="405687"/>
                  </a:lnTo>
                  <a:lnTo>
                    <a:pt x="4093574" y="464094"/>
                  </a:lnTo>
                  <a:lnTo>
                    <a:pt x="4038828" y="528225"/>
                  </a:lnTo>
                  <a:lnTo>
                    <a:pt x="3987945" y="598738"/>
                  </a:lnTo>
                  <a:lnTo>
                    <a:pt x="3940341" y="676299"/>
                  </a:lnTo>
                  <a:lnTo>
                    <a:pt x="3895439" y="761514"/>
                  </a:lnTo>
                  <a:lnTo>
                    <a:pt x="3852697" y="854810"/>
                  </a:lnTo>
                  <a:lnTo>
                    <a:pt x="3829811" y="909927"/>
                  </a:lnTo>
                  <a:lnTo>
                    <a:pt x="3801495" y="983184"/>
                  </a:lnTo>
                  <a:lnTo>
                    <a:pt x="3773753" y="1060486"/>
                  </a:lnTo>
                  <a:lnTo>
                    <a:pt x="3746467" y="1141913"/>
                  </a:lnTo>
                  <a:lnTo>
                    <a:pt x="3719536" y="1227510"/>
                  </a:lnTo>
                  <a:lnTo>
                    <a:pt x="3692875" y="1317282"/>
                  </a:lnTo>
                  <a:lnTo>
                    <a:pt x="3666412" y="1411193"/>
                  </a:lnTo>
                  <a:lnTo>
                    <a:pt x="3640087" y="1509163"/>
                  </a:lnTo>
                  <a:lnTo>
                    <a:pt x="3613851" y="1611065"/>
                  </a:lnTo>
                  <a:lnTo>
                    <a:pt x="3587664" y="1716723"/>
                  </a:lnTo>
                  <a:lnTo>
                    <a:pt x="3561496" y="1825914"/>
                  </a:lnTo>
                  <a:lnTo>
                    <a:pt x="3535325" y="1938364"/>
                  </a:lnTo>
                  <a:lnTo>
                    <a:pt x="3509136" y="2053754"/>
                  </a:lnTo>
                  <a:lnTo>
                    <a:pt x="3482920" y="2171721"/>
                  </a:lnTo>
                  <a:lnTo>
                    <a:pt x="3456674" y="2291861"/>
                  </a:lnTo>
                  <a:lnTo>
                    <a:pt x="3430399" y="2413736"/>
                  </a:lnTo>
                  <a:lnTo>
                    <a:pt x="3404101" y="2536880"/>
                  </a:lnTo>
                  <a:lnTo>
                    <a:pt x="3377787" y="2660805"/>
                  </a:lnTo>
                  <a:lnTo>
                    <a:pt x="3351468" y="2785011"/>
                  </a:lnTo>
                  <a:lnTo>
                    <a:pt x="3325154" y="2908992"/>
                  </a:lnTo>
                  <a:lnTo>
                    <a:pt x="3298854" y="3032246"/>
                  </a:lnTo>
                  <a:lnTo>
                    <a:pt x="3272576" y="3154285"/>
                  </a:lnTo>
                  <a:lnTo>
                    <a:pt x="3246326" y="3274639"/>
                  </a:lnTo>
                  <a:lnTo>
                    <a:pt x="3220107" y="3392867"/>
                  </a:lnTo>
                  <a:lnTo>
                    <a:pt x="3193915" y="3508562"/>
                  </a:lnTo>
                  <a:lnTo>
                    <a:pt x="3167743" y="3621354"/>
                  </a:lnTo>
                  <a:lnTo>
                    <a:pt x="3141576" y="3730920"/>
                  </a:lnTo>
                  <a:lnTo>
                    <a:pt x="3115392" y="3836981"/>
                  </a:lnTo>
                  <a:lnTo>
                    <a:pt x="3089164" y="3939308"/>
                  </a:lnTo>
                  <a:lnTo>
                    <a:pt x="3062851" y="4037721"/>
                  </a:lnTo>
                  <a:lnTo>
                    <a:pt x="3036406" y="4132086"/>
                  </a:lnTo>
                  <a:lnTo>
                    <a:pt x="3009770" y="4222319"/>
                  </a:lnTo>
                  <a:lnTo>
                    <a:pt x="2982872" y="4308378"/>
                  </a:lnTo>
                  <a:lnTo>
                    <a:pt x="2955630" y="4390265"/>
                  </a:lnTo>
                  <a:lnTo>
                    <a:pt x="2927944" y="4468021"/>
                  </a:lnTo>
                  <a:lnTo>
                    <a:pt x="2899698" y="4541721"/>
                  </a:lnTo>
                  <a:lnTo>
                    <a:pt x="2896531" y="4549635"/>
                  </a:lnTo>
                  <a:lnTo>
                    <a:pt x="2854774" y="4647471"/>
                  </a:lnTo>
                  <a:lnTo>
                    <a:pt x="2811130" y="4737118"/>
                  </a:lnTo>
                  <a:lnTo>
                    <a:pt x="2765090" y="4818845"/>
                  </a:lnTo>
                  <a:lnTo>
                    <a:pt x="2716092" y="4893175"/>
                  </a:lnTo>
                  <a:lnTo>
                    <a:pt x="2663554" y="4960752"/>
                  </a:lnTo>
                  <a:lnTo>
                    <a:pt x="2606899" y="5022246"/>
                  </a:lnTo>
                  <a:lnTo>
                    <a:pt x="2545593" y="5078295"/>
                  </a:lnTo>
                  <a:lnTo>
                    <a:pt x="2479185" y="5129470"/>
                  </a:lnTo>
                  <a:lnTo>
                    <a:pt x="2407374" y="5176257"/>
                  </a:lnTo>
                  <a:lnTo>
                    <a:pt x="2330083" y="5219037"/>
                  </a:lnTo>
                  <a:lnTo>
                    <a:pt x="2247550" y="5258089"/>
                  </a:lnTo>
                  <a:lnTo>
                    <a:pt x="2160436" y="5293585"/>
                  </a:lnTo>
                  <a:lnTo>
                    <a:pt x="2069918" y="5325598"/>
                  </a:lnTo>
                  <a:lnTo>
                    <a:pt x="1977753" y="5354120"/>
                  </a:lnTo>
                  <a:lnTo>
                    <a:pt x="1886275" y="5379091"/>
                  </a:lnTo>
                  <a:lnTo>
                    <a:pt x="1798287" y="5400437"/>
                  </a:lnTo>
                  <a:lnTo>
                    <a:pt x="1716832" y="5418124"/>
                  </a:lnTo>
                  <a:lnTo>
                    <a:pt x="1644843" y="5432201"/>
                  </a:lnTo>
                  <a:lnTo>
                    <a:pt x="1584729" y="5442842"/>
                  </a:lnTo>
                  <a:lnTo>
                    <a:pt x="1537985" y="5450368"/>
                  </a:lnTo>
                  <a:lnTo>
                    <a:pt x="1504910" y="5455228"/>
                  </a:lnTo>
                  <a:lnTo>
                    <a:pt x="1484497" y="5457974"/>
                  </a:lnTo>
                  <a:lnTo>
                    <a:pt x="1474489" y="5459210"/>
                  </a:lnTo>
                  <a:lnTo>
                    <a:pt x="1471534" y="5459547"/>
                  </a:lnTo>
                  <a:lnTo>
                    <a:pt x="1471387" y="5459562"/>
                  </a:lnTo>
                  <a:lnTo>
                    <a:pt x="0" y="545956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73" name="pg1973"/>
            <p:cNvSpPr/>
            <p:nvPr/>
          </p:nvSpPr>
          <p:spPr>
            <a:xfrm>
              <a:off x="4799595" y="8657619"/>
              <a:ext cx="11981298" cy="2035076"/>
            </a:xfrm>
            <a:custGeom>
              <a:avLst/>
              <a:pathLst>
                <a:path w="11981298" h="2035076">
                  <a:moveTo>
                    <a:pt x="0" y="2035076"/>
                  </a:moveTo>
                  <a:lnTo>
                    <a:pt x="1471387" y="2035076"/>
                  </a:lnTo>
                  <a:lnTo>
                    <a:pt x="1472605" y="2035045"/>
                  </a:lnTo>
                  <a:lnTo>
                    <a:pt x="1480600" y="2034820"/>
                  </a:lnTo>
                  <a:lnTo>
                    <a:pt x="1500711" y="2034200"/>
                  </a:lnTo>
                  <a:lnTo>
                    <a:pt x="1536562" y="2032980"/>
                  </a:lnTo>
                  <a:lnTo>
                    <a:pt x="1589788" y="2030972"/>
                  </a:lnTo>
                  <a:lnTo>
                    <a:pt x="1659912" y="2028026"/>
                  </a:lnTo>
                  <a:lnTo>
                    <a:pt x="1744556" y="2024043"/>
                  </a:lnTo>
                  <a:lnTo>
                    <a:pt x="1839993" y="2018977"/>
                  </a:lnTo>
                  <a:lnTo>
                    <a:pt x="1941883" y="2012824"/>
                  </a:lnTo>
                  <a:lnTo>
                    <a:pt x="2045995" y="2005604"/>
                  </a:lnTo>
                  <a:lnTo>
                    <a:pt x="2148731" y="1997341"/>
                  </a:lnTo>
                  <a:lnTo>
                    <a:pt x="2247394" y="1988042"/>
                  </a:lnTo>
                  <a:lnTo>
                    <a:pt x="2340232" y="1977682"/>
                  </a:lnTo>
                  <a:lnTo>
                    <a:pt x="2426332" y="1966203"/>
                  </a:lnTo>
                  <a:lnTo>
                    <a:pt x="2505443" y="1953503"/>
                  </a:lnTo>
                  <a:lnTo>
                    <a:pt x="2577790" y="1939444"/>
                  </a:lnTo>
                  <a:lnTo>
                    <a:pt x="2643913" y="1923848"/>
                  </a:lnTo>
                  <a:lnTo>
                    <a:pt x="2704536" y="1906509"/>
                  </a:lnTo>
                  <a:lnTo>
                    <a:pt x="2760476" y="1887205"/>
                  </a:lnTo>
                  <a:lnTo>
                    <a:pt x="2812573" y="1865716"/>
                  </a:lnTo>
                  <a:lnTo>
                    <a:pt x="2861635" y="1841865"/>
                  </a:lnTo>
                  <a:lnTo>
                    <a:pt x="2896531" y="1822578"/>
                  </a:lnTo>
                  <a:lnTo>
                    <a:pt x="2945017" y="1792472"/>
                  </a:lnTo>
                  <a:lnTo>
                    <a:pt x="2992048" y="1759516"/>
                  </a:lnTo>
                  <a:lnTo>
                    <a:pt x="3038133" y="1723661"/>
                  </a:lnTo>
                  <a:lnTo>
                    <a:pt x="3083657" y="1684941"/>
                  </a:lnTo>
                  <a:lnTo>
                    <a:pt x="3128898" y="1643483"/>
                  </a:lnTo>
                  <a:lnTo>
                    <a:pt x="3174048" y="1599513"/>
                  </a:lnTo>
                  <a:lnTo>
                    <a:pt x="3219222" y="1553357"/>
                  </a:lnTo>
                  <a:lnTo>
                    <a:pt x="3264475" y="1505435"/>
                  </a:lnTo>
                  <a:lnTo>
                    <a:pt x="3309813" y="1456249"/>
                  </a:lnTo>
                  <a:lnTo>
                    <a:pt x="3355208" y="1406360"/>
                  </a:lnTo>
                  <a:lnTo>
                    <a:pt x="3400611" y="1356364"/>
                  </a:lnTo>
                  <a:lnTo>
                    <a:pt x="3445973" y="1306865"/>
                  </a:lnTo>
                  <a:lnTo>
                    <a:pt x="3491258" y="1258439"/>
                  </a:lnTo>
                  <a:lnTo>
                    <a:pt x="3536456" y="1211611"/>
                  </a:lnTo>
                  <a:lnTo>
                    <a:pt x="3581604" y="1166833"/>
                  </a:lnTo>
                  <a:lnTo>
                    <a:pt x="3626796" y="1124463"/>
                  </a:lnTo>
                  <a:lnTo>
                    <a:pt x="3672194" y="1084763"/>
                  </a:lnTo>
                  <a:lnTo>
                    <a:pt x="3718045" y="1047895"/>
                  </a:lnTo>
                  <a:lnTo>
                    <a:pt x="3764692" y="1013923"/>
                  </a:lnTo>
                  <a:lnTo>
                    <a:pt x="3812601" y="982827"/>
                  </a:lnTo>
                  <a:lnTo>
                    <a:pt x="3829811" y="972586"/>
                  </a:lnTo>
                  <a:lnTo>
                    <a:pt x="3877093" y="946925"/>
                  </a:lnTo>
                  <a:lnTo>
                    <a:pt x="3926863" y="923695"/>
                  </a:lnTo>
                  <a:lnTo>
                    <a:pt x="3979870" y="902788"/>
                  </a:lnTo>
                  <a:lnTo>
                    <a:pt x="4036936" y="884012"/>
                  </a:lnTo>
                  <a:lnTo>
                    <a:pt x="4098900" y="867143"/>
                  </a:lnTo>
                  <a:lnTo>
                    <a:pt x="4166561" y="851961"/>
                  </a:lnTo>
                  <a:lnTo>
                    <a:pt x="4240609" y="838267"/>
                  </a:lnTo>
                  <a:lnTo>
                    <a:pt x="4321514" y="825894"/>
                  </a:lnTo>
                  <a:lnTo>
                    <a:pt x="4409396" y="814711"/>
                  </a:lnTo>
                  <a:lnTo>
                    <a:pt x="4503852" y="804628"/>
                  </a:lnTo>
                  <a:lnTo>
                    <a:pt x="4603768" y="795596"/>
                  </a:lnTo>
                  <a:lnTo>
                    <a:pt x="4707155" y="787601"/>
                  </a:lnTo>
                  <a:lnTo>
                    <a:pt x="4811071" y="780653"/>
                  </a:lnTo>
                  <a:lnTo>
                    <a:pt x="4911719" y="774779"/>
                  </a:lnTo>
                  <a:lnTo>
                    <a:pt x="5004780" y="769993"/>
                  </a:lnTo>
                  <a:lnTo>
                    <a:pt x="5086000" y="766284"/>
                  </a:lnTo>
                  <a:lnTo>
                    <a:pt x="5151931" y="763591"/>
                  </a:lnTo>
                  <a:lnTo>
                    <a:pt x="5200645" y="761802"/>
                  </a:lnTo>
                  <a:lnTo>
                    <a:pt x="5232203" y="760755"/>
                  </a:lnTo>
                  <a:lnTo>
                    <a:pt x="5248773" y="760257"/>
                  </a:lnTo>
                  <a:lnTo>
                    <a:pt x="5254449" y="760101"/>
                  </a:lnTo>
                  <a:lnTo>
                    <a:pt x="5254955" y="760088"/>
                  </a:lnTo>
                  <a:lnTo>
                    <a:pt x="6726343" y="760088"/>
                  </a:lnTo>
                  <a:lnTo>
                    <a:pt x="6727573" y="760070"/>
                  </a:lnTo>
                  <a:lnTo>
                    <a:pt x="6735651" y="759936"/>
                  </a:lnTo>
                  <a:lnTo>
                    <a:pt x="6755963" y="759566"/>
                  </a:lnTo>
                  <a:lnTo>
                    <a:pt x="6792155" y="758839"/>
                  </a:lnTo>
                  <a:lnTo>
                    <a:pt x="6845854" y="757642"/>
                  </a:lnTo>
                  <a:lnTo>
                    <a:pt x="6916544" y="755887"/>
                  </a:lnTo>
                  <a:lnTo>
                    <a:pt x="7001788" y="753515"/>
                  </a:lnTo>
                  <a:lnTo>
                    <a:pt x="7097796" y="750499"/>
                  </a:lnTo>
                  <a:lnTo>
                    <a:pt x="7200178" y="746838"/>
                  </a:lnTo>
                  <a:lnTo>
                    <a:pt x="7304669" y="742544"/>
                  </a:lnTo>
                  <a:lnTo>
                    <a:pt x="7407661" y="737630"/>
                  </a:lnTo>
                  <a:lnTo>
                    <a:pt x="7506464" y="732101"/>
                  </a:lnTo>
                  <a:lnTo>
                    <a:pt x="7599346" y="725941"/>
                  </a:lnTo>
                  <a:lnTo>
                    <a:pt x="7685416" y="719113"/>
                  </a:lnTo>
                  <a:lnTo>
                    <a:pt x="7764449" y="711558"/>
                  </a:lnTo>
                  <a:lnTo>
                    <a:pt x="7836693" y="703189"/>
                  </a:lnTo>
                  <a:lnTo>
                    <a:pt x="7902705" y="693901"/>
                  </a:lnTo>
                  <a:lnTo>
                    <a:pt x="7963226" y="683570"/>
                  </a:lnTo>
                  <a:lnTo>
                    <a:pt x="8019086" y="672063"/>
                  </a:lnTo>
                  <a:lnTo>
                    <a:pt x="8071131" y="659250"/>
                  </a:lnTo>
                  <a:lnTo>
                    <a:pt x="8120175" y="645029"/>
                  </a:lnTo>
                  <a:lnTo>
                    <a:pt x="8151487" y="634769"/>
                  </a:lnTo>
                  <a:lnTo>
                    <a:pt x="8204333" y="615305"/>
                  </a:lnTo>
                  <a:lnTo>
                    <a:pt x="8255503" y="593833"/>
                  </a:lnTo>
                  <a:lnTo>
                    <a:pt x="8305640" y="570325"/>
                  </a:lnTo>
                  <a:lnTo>
                    <a:pt x="8355209" y="544822"/>
                  </a:lnTo>
                  <a:lnTo>
                    <a:pt x="8404534" y="517447"/>
                  </a:lnTo>
                  <a:lnTo>
                    <a:pt x="8453822" y="488403"/>
                  </a:lnTo>
                  <a:lnTo>
                    <a:pt x="8503182" y="457979"/>
                  </a:lnTo>
                  <a:lnTo>
                    <a:pt x="8552646" y="426535"/>
                  </a:lnTo>
                  <a:lnTo>
                    <a:pt x="8602188" y="394489"/>
                  </a:lnTo>
                  <a:lnTo>
                    <a:pt x="8651751" y="362294"/>
                  </a:lnTo>
                  <a:lnTo>
                    <a:pt x="8701271" y="330412"/>
                  </a:lnTo>
                  <a:lnTo>
                    <a:pt x="8750698" y="299287"/>
                  </a:lnTo>
                  <a:lnTo>
                    <a:pt x="8800025" y="269318"/>
                  </a:lnTo>
                  <a:lnTo>
                    <a:pt x="8849309" y="240841"/>
                  </a:lnTo>
                  <a:lnTo>
                    <a:pt x="8898692" y="214115"/>
                  </a:lnTo>
                  <a:lnTo>
                    <a:pt x="8948419" y="189314"/>
                  </a:lnTo>
                  <a:lnTo>
                    <a:pt x="8998863" y="166532"/>
                  </a:lnTo>
                  <a:lnTo>
                    <a:pt x="9050548" y="145783"/>
                  </a:lnTo>
                  <a:lnTo>
                    <a:pt x="9084767" y="133492"/>
                  </a:lnTo>
                  <a:lnTo>
                    <a:pt x="9132222" y="118307"/>
                  </a:lnTo>
                  <a:lnTo>
                    <a:pt x="9182185" y="104566"/>
                  </a:lnTo>
                  <a:lnTo>
                    <a:pt x="9235415" y="92204"/>
                  </a:lnTo>
                  <a:lnTo>
                    <a:pt x="9292742" y="81105"/>
                  </a:lnTo>
                  <a:lnTo>
                    <a:pt x="9355013" y="71138"/>
                  </a:lnTo>
                  <a:lnTo>
                    <a:pt x="9423037" y="62172"/>
                  </a:lnTo>
                  <a:lnTo>
                    <a:pt x="9497505" y="54086"/>
                  </a:lnTo>
                  <a:lnTo>
                    <a:pt x="9578888" y="46783"/>
                  </a:lnTo>
                  <a:lnTo>
                    <a:pt x="9667295" y="40184"/>
                  </a:lnTo>
                  <a:lnTo>
                    <a:pt x="9762298" y="34239"/>
                  </a:lnTo>
                  <a:lnTo>
                    <a:pt x="9862743" y="28916"/>
                  </a:lnTo>
                  <a:lnTo>
                    <a:pt x="9966586" y="24209"/>
                  </a:lnTo>
                  <a:lnTo>
                    <a:pt x="10070813" y="20125"/>
                  </a:lnTo>
                  <a:lnTo>
                    <a:pt x="10171554" y="16679"/>
                  </a:lnTo>
                  <a:lnTo>
                    <a:pt x="10264431" y="13881"/>
                  </a:lnTo>
                  <a:lnTo>
                    <a:pt x="10345169" y="11720"/>
                  </a:lnTo>
                  <a:lnTo>
                    <a:pt x="10410351" y="10160"/>
                  </a:lnTo>
                  <a:lnTo>
                    <a:pt x="10458137" y="9131"/>
                  </a:lnTo>
                  <a:lnTo>
                    <a:pt x="10488723" y="8537"/>
                  </a:lnTo>
                  <a:lnTo>
                    <a:pt x="10504438" y="8260"/>
                  </a:lnTo>
                  <a:lnTo>
                    <a:pt x="10509542" y="8178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8680" y="18"/>
                  </a:lnTo>
                  <a:lnTo>
                    <a:pt x="10500603" y="152"/>
                  </a:lnTo>
                  <a:lnTo>
                    <a:pt x="10480291" y="522"/>
                  </a:lnTo>
                  <a:lnTo>
                    <a:pt x="10444098" y="1249"/>
                  </a:lnTo>
                  <a:lnTo>
                    <a:pt x="10390399" y="2446"/>
                  </a:lnTo>
                  <a:lnTo>
                    <a:pt x="10319709" y="4201"/>
                  </a:lnTo>
                  <a:lnTo>
                    <a:pt x="10234465" y="6573"/>
                  </a:lnTo>
                  <a:lnTo>
                    <a:pt x="10138457" y="9589"/>
                  </a:lnTo>
                  <a:lnTo>
                    <a:pt x="10036075" y="13250"/>
                  </a:lnTo>
                  <a:lnTo>
                    <a:pt x="9931584" y="17544"/>
                  </a:lnTo>
                  <a:lnTo>
                    <a:pt x="9828592" y="22458"/>
                  </a:lnTo>
                  <a:lnTo>
                    <a:pt x="9729789" y="27987"/>
                  </a:lnTo>
                  <a:lnTo>
                    <a:pt x="9636908" y="34147"/>
                  </a:lnTo>
                  <a:lnTo>
                    <a:pt x="9550837" y="40975"/>
                  </a:lnTo>
                  <a:lnTo>
                    <a:pt x="9471804" y="48530"/>
                  </a:lnTo>
                  <a:lnTo>
                    <a:pt x="9399561" y="56899"/>
                  </a:lnTo>
                  <a:lnTo>
                    <a:pt x="9333549" y="66187"/>
                  </a:lnTo>
                  <a:lnTo>
                    <a:pt x="9273027" y="76518"/>
                  </a:lnTo>
                  <a:lnTo>
                    <a:pt x="9217168" y="88025"/>
                  </a:lnTo>
                  <a:lnTo>
                    <a:pt x="9165122" y="100838"/>
                  </a:lnTo>
                  <a:lnTo>
                    <a:pt x="9116078" y="115059"/>
                  </a:lnTo>
                  <a:lnTo>
                    <a:pt x="9084767" y="125319"/>
                  </a:lnTo>
                  <a:lnTo>
                    <a:pt x="9031921" y="144783"/>
                  </a:lnTo>
                  <a:lnTo>
                    <a:pt x="8980750" y="166255"/>
                  </a:lnTo>
                  <a:lnTo>
                    <a:pt x="8930613" y="189763"/>
                  </a:lnTo>
                  <a:lnTo>
                    <a:pt x="8881044" y="215266"/>
                  </a:lnTo>
                  <a:lnTo>
                    <a:pt x="8831719" y="242641"/>
                  </a:lnTo>
                  <a:lnTo>
                    <a:pt x="8782431" y="271685"/>
                  </a:lnTo>
                  <a:lnTo>
                    <a:pt x="8733071" y="302108"/>
                  </a:lnTo>
                  <a:lnTo>
                    <a:pt x="8683608" y="333552"/>
                  </a:lnTo>
                  <a:lnTo>
                    <a:pt x="8634065" y="365599"/>
                  </a:lnTo>
                  <a:lnTo>
                    <a:pt x="8584502" y="397794"/>
                  </a:lnTo>
                  <a:lnTo>
                    <a:pt x="8534982" y="429676"/>
                  </a:lnTo>
                  <a:lnTo>
                    <a:pt x="8485555" y="460801"/>
                  </a:lnTo>
                  <a:lnTo>
                    <a:pt x="8436228" y="490770"/>
                  </a:lnTo>
                  <a:lnTo>
                    <a:pt x="8386944" y="519247"/>
                  </a:lnTo>
                  <a:lnTo>
                    <a:pt x="8337562" y="545973"/>
                  </a:lnTo>
                  <a:lnTo>
                    <a:pt x="8287834" y="570774"/>
                  </a:lnTo>
                  <a:lnTo>
                    <a:pt x="8237390" y="593556"/>
                  </a:lnTo>
                  <a:lnTo>
                    <a:pt x="8185705" y="614305"/>
                  </a:lnTo>
                  <a:lnTo>
                    <a:pt x="8151487" y="626596"/>
                  </a:lnTo>
                  <a:lnTo>
                    <a:pt x="8104031" y="641781"/>
                  </a:lnTo>
                  <a:lnTo>
                    <a:pt x="8054068" y="655522"/>
                  </a:lnTo>
                  <a:lnTo>
                    <a:pt x="8000838" y="667884"/>
                  </a:lnTo>
                  <a:lnTo>
                    <a:pt x="7943511" y="678982"/>
                  </a:lnTo>
                  <a:lnTo>
                    <a:pt x="7881240" y="688949"/>
                  </a:lnTo>
                  <a:lnTo>
                    <a:pt x="7813216" y="697916"/>
                  </a:lnTo>
                  <a:lnTo>
                    <a:pt x="7738748" y="706002"/>
                  </a:lnTo>
                  <a:lnTo>
                    <a:pt x="7657365" y="713305"/>
                  </a:lnTo>
                  <a:lnTo>
                    <a:pt x="7568958" y="719903"/>
                  </a:lnTo>
                  <a:lnTo>
                    <a:pt x="7473955" y="725849"/>
                  </a:lnTo>
                  <a:lnTo>
                    <a:pt x="7373510" y="731172"/>
                  </a:lnTo>
                  <a:lnTo>
                    <a:pt x="7269668" y="735879"/>
                  </a:lnTo>
                  <a:lnTo>
                    <a:pt x="7165441" y="739963"/>
                  </a:lnTo>
                  <a:lnTo>
                    <a:pt x="7064700" y="743408"/>
                  </a:lnTo>
                  <a:lnTo>
                    <a:pt x="6971822" y="746207"/>
                  </a:lnTo>
                  <a:lnTo>
                    <a:pt x="6891084" y="748368"/>
                  </a:lnTo>
                  <a:lnTo>
                    <a:pt x="6825902" y="749928"/>
                  </a:lnTo>
                  <a:lnTo>
                    <a:pt x="6778116" y="750956"/>
                  </a:lnTo>
                  <a:lnTo>
                    <a:pt x="6747530" y="751551"/>
                  </a:lnTo>
                  <a:lnTo>
                    <a:pt x="6731815" y="751828"/>
                  </a:lnTo>
                  <a:lnTo>
                    <a:pt x="6726711" y="751910"/>
                  </a:lnTo>
                  <a:lnTo>
                    <a:pt x="6726343" y="751915"/>
                  </a:lnTo>
                  <a:lnTo>
                    <a:pt x="5254955" y="751915"/>
                  </a:lnTo>
                  <a:lnTo>
                    <a:pt x="5253737" y="751947"/>
                  </a:lnTo>
                  <a:lnTo>
                    <a:pt x="5245743" y="752171"/>
                  </a:lnTo>
                  <a:lnTo>
                    <a:pt x="5225632" y="752791"/>
                  </a:lnTo>
                  <a:lnTo>
                    <a:pt x="5189780" y="754012"/>
                  </a:lnTo>
                  <a:lnTo>
                    <a:pt x="5136554" y="756020"/>
                  </a:lnTo>
                  <a:lnTo>
                    <a:pt x="5066430" y="758966"/>
                  </a:lnTo>
                  <a:lnTo>
                    <a:pt x="4981786" y="762949"/>
                  </a:lnTo>
                  <a:lnTo>
                    <a:pt x="4886349" y="768015"/>
                  </a:lnTo>
                  <a:lnTo>
                    <a:pt x="4784459" y="774168"/>
                  </a:lnTo>
                  <a:lnTo>
                    <a:pt x="4680347" y="781387"/>
                  </a:lnTo>
                  <a:lnTo>
                    <a:pt x="4577611" y="789650"/>
                  </a:lnTo>
                  <a:lnTo>
                    <a:pt x="4478948" y="798950"/>
                  </a:lnTo>
                  <a:lnTo>
                    <a:pt x="4386110" y="809309"/>
                  </a:lnTo>
                  <a:lnTo>
                    <a:pt x="4300010" y="820789"/>
                  </a:lnTo>
                  <a:lnTo>
                    <a:pt x="4220899" y="833488"/>
                  </a:lnTo>
                  <a:lnTo>
                    <a:pt x="4148552" y="847548"/>
                  </a:lnTo>
                  <a:lnTo>
                    <a:pt x="4082430" y="863144"/>
                  </a:lnTo>
                  <a:lnTo>
                    <a:pt x="4021806" y="880482"/>
                  </a:lnTo>
                  <a:lnTo>
                    <a:pt x="3965866" y="899787"/>
                  </a:lnTo>
                  <a:lnTo>
                    <a:pt x="3913769" y="921276"/>
                  </a:lnTo>
                  <a:lnTo>
                    <a:pt x="3864708" y="945126"/>
                  </a:lnTo>
                  <a:lnTo>
                    <a:pt x="3829811" y="964413"/>
                  </a:lnTo>
                  <a:lnTo>
                    <a:pt x="3781325" y="994519"/>
                  </a:lnTo>
                  <a:lnTo>
                    <a:pt x="3734294" y="1027475"/>
                  </a:lnTo>
                  <a:lnTo>
                    <a:pt x="3688209" y="1063331"/>
                  </a:lnTo>
                  <a:lnTo>
                    <a:pt x="3642685" y="1102051"/>
                  </a:lnTo>
                  <a:lnTo>
                    <a:pt x="3597444" y="1143509"/>
                  </a:lnTo>
                  <a:lnTo>
                    <a:pt x="3552294" y="1187478"/>
                  </a:lnTo>
                  <a:lnTo>
                    <a:pt x="3507120" y="1233634"/>
                  </a:lnTo>
                  <a:lnTo>
                    <a:pt x="3461867" y="1281556"/>
                  </a:lnTo>
                  <a:lnTo>
                    <a:pt x="3416529" y="1330743"/>
                  </a:lnTo>
                  <a:lnTo>
                    <a:pt x="3371134" y="1380632"/>
                  </a:lnTo>
                  <a:lnTo>
                    <a:pt x="3325731" y="1430627"/>
                  </a:lnTo>
                  <a:lnTo>
                    <a:pt x="3280369" y="1480126"/>
                  </a:lnTo>
                  <a:lnTo>
                    <a:pt x="3235085" y="1528552"/>
                  </a:lnTo>
                  <a:lnTo>
                    <a:pt x="3189886" y="1575380"/>
                  </a:lnTo>
                  <a:lnTo>
                    <a:pt x="3144738" y="1620159"/>
                  </a:lnTo>
                  <a:lnTo>
                    <a:pt x="3099546" y="1662529"/>
                  </a:lnTo>
                  <a:lnTo>
                    <a:pt x="3054148" y="1702228"/>
                  </a:lnTo>
                  <a:lnTo>
                    <a:pt x="3008298" y="1739097"/>
                  </a:lnTo>
                  <a:lnTo>
                    <a:pt x="2961650" y="1773069"/>
                  </a:lnTo>
                  <a:lnTo>
                    <a:pt x="2913742" y="1804164"/>
                  </a:lnTo>
                  <a:lnTo>
                    <a:pt x="2896531" y="1814405"/>
                  </a:lnTo>
                  <a:lnTo>
                    <a:pt x="2849249" y="1840066"/>
                  </a:lnTo>
                  <a:lnTo>
                    <a:pt x="2799479" y="1863296"/>
                  </a:lnTo>
                  <a:lnTo>
                    <a:pt x="2746472" y="1884203"/>
                  </a:lnTo>
                  <a:lnTo>
                    <a:pt x="2689406" y="1902980"/>
                  </a:lnTo>
                  <a:lnTo>
                    <a:pt x="2627443" y="1919849"/>
                  </a:lnTo>
                  <a:lnTo>
                    <a:pt x="2559781" y="1935031"/>
                  </a:lnTo>
                  <a:lnTo>
                    <a:pt x="2485733" y="1948724"/>
                  </a:lnTo>
                  <a:lnTo>
                    <a:pt x="2404828" y="1961098"/>
                  </a:lnTo>
                  <a:lnTo>
                    <a:pt x="2316946" y="1972281"/>
                  </a:lnTo>
                  <a:lnTo>
                    <a:pt x="2222490" y="1982363"/>
                  </a:lnTo>
                  <a:lnTo>
                    <a:pt x="2122574" y="1991395"/>
                  </a:lnTo>
                  <a:lnTo>
                    <a:pt x="2019187" y="1999391"/>
                  </a:lnTo>
                  <a:lnTo>
                    <a:pt x="1915271" y="2006338"/>
                  </a:lnTo>
                  <a:lnTo>
                    <a:pt x="1814623" y="2012213"/>
                  </a:lnTo>
                  <a:lnTo>
                    <a:pt x="1721562" y="2016998"/>
                  </a:lnTo>
                  <a:lnTo>
                    <a:pt x="1640342" y="2020708"/>
                  </a:lnTo>
                  <a:lnTo>
                    <a:pt x="1574411" y="2023400"/>
                  </a:lnTo>
                  <a:lnTo>
                    <a:pt x="1525697" y="2025189"/>
                  </a:lnTo>
                  <a:lnTo>
                    <a:pt x="1494140" y="2026236"/>
                  </a:lnTo>
                  <a:lnTo>
                    <a:pt x="1477569" y="2026735"/>
                  </a:lnTo>
                  <a:lnTo>
                    <a:pt x="1471893" y="2026890"/>
                  </a:lnTo>
                  <a:lnTo>
                    <a:pt x="1471387" y="2026903"/>
                  </a:lnTo>
                  <a:lnTo>
                    <a:pt x="0" y="2026903"/>
                  </a:lnTo>
                  <a:close/>
                </a:path>
              </a:pathLst>
            </a:custGeom>
            <a:solidFill>
              <a:srgbClr val="F1C40F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974" name="pl1974"/>
            <p:cNvSpPr/>
            <p:nvPr/>
          </p:nvSpPr>
          <p:spPr>
            <a:xfrm>
              <a:off x="4799595" y="8665792"/>
              <a:ext cx="11981298" cy="2026903"/>
            </a:xfrm>
            <a:custGeom>
              <a:avLst/>
              <a:pathLst>
                <a:path w="11981298" h="2026903">
                  <a:moveTo>
                    <a:pt x="0" y="2026903"/>
                  </a:moveTo>
                  <a:lnTo>
                    <a:pt x="1471387" y="2026903"/>
                  </a:lnTo>
                  <a:lnTo>
                    <a:pt x="1472605" y="2026872"/>
                  </a:lnTo>
                  <a:lnTo>
                    <a:pt x="1480600" y="2026647"/>
                  </a:lnTo>
                  <a:lnTo>
                    <a:pt x="1500711" y="2026027"/>
                  </a:lnTo>
                  <a:lnTo>
                    <a:pt x="1536562" y="2024807"/>
                  </a:lnTo>
                  <a:lnTo>
                    <a:pt x="1589788" y="2022799"/>
                  </a:lnTo>
                  <a:lnTo>
                    <a:pt x="1659912" y="2019853"/>
                  </a:lnTo>
                  <a:lnTo>
                    <a:pt x="1744556" y="2015870"/>
                  </a:lnTo>
                  <a:lnTo>
                    <a:pt x="1839993" y="2010804"/>
                  </a:lnTo>
                  <a:lnTo>
                    <a:pt x="1941883" y="2004651"/>
                  </a:lnTo>
                  <a:lnTo>
                    <a:pt x="2045995" y="1997431"/>
                  </a:lnTo>
                  <a:lnTo>
                    <a:pt x="2148731" y="1989168"/>
                  </a:lnTo>
                  <a:lnTo>
                    <a:pt x="2247394" y="1979869"/>
                  </a:lnTo>
                  <a:lnTo>
                    <a:pt x="2340232" y="1969509"/>
                  </a:lnTo>
                  <a:lnTo>
                    <a:pt x="2426332" y="1958030"/>
                  </a:lnTo>
                  <a:lnTo>
                    <a:pt x="2505443" y="1945330"/>
                  </a:lnTo>
                  <a:lnTo>
                    <a:pt x="2577790" y="1931271"/>
                  </a:lnTo>
                  <a:lnTo>
                    <a:pt x="2643913" y="1915675"/>
                  </a:lnTo>
                  <a:lnTo>
                    <a:pt x="2704536" y="1898336"/>
                  </a:lnTo>
                  <a:lnTo>
                    <a:pt x="2760476" y="1879032"/>
                  </a:lnTo>
                  <a:lnTo>
                    <a:pt x="2812573" y="1857543"/>
                  </a:lnTo>
                  <a:lnTo>
                    <a:pt x="2861635" y="1833692"/>
                  </a:lnTo>
                  <a:lnTo>
                    <a:pt x="2896531" y="1814405"/>
                  </a:lnTo>
                  <a:lnTo>
                    <a:pt x="2945017" y="1784299"/>
                  </a:lnTo>
                  <a:lnTo>
                    <a:pt x="2992048" y="1751343"/>
                  </a:lnTo>
                  <a:lnTo>
                    <a:pt x="3038133" y="1715488"/>
                  </a:lnTo>
                  <a:lnTo>
                    <a:pt x="3083657" y="1676768"/>
                  </a:lnTo>
                  <a:lnTo>
                    <a:pt x="3128898" y="1635310"/>
                  </a:lnTo>
                  <a:lnTo>
                    <a:pt x="3174048" y="1591340"/>
                  </a:lnTo>
                  <a:lnTo>
                    <a:pt x="3219222" y="1545184"/>
                  </a:lnTo>
                  <a:lnTo>
                    <a:pt x="3264475" y="1497262"/>
                  </a:lnTo>
                  <a:lnTo>
                    <a:pt x="3309813" y="1448076"/>
                  </a:lnTo>
                  <a:lnTo>
                    <a:pt x="3355208" y="1398187"/>
                  </a:lnTo>
                  <a:lnTo>
                    <a:pt x="3400611" y="1348191"/>
                  </a:lnTo>
                  <a:lnTo>
                    <a:pt x="3445973" y="1298692"/>
                  </a:lnTo>
                  <a:lnTo>
                    <a:pt x="3491258" y="1250266"/>
                  </a:lnTo>
                  <a:lnTo>
                    <a:pt x="3536456" y="1203438"/>
                  </a:lnTo>
                  <a:lnTo>
                    <a:pt x="3581604" y="1158660"/>
                  </a:lnTo>
                  <a:lnTo>
                    <a:pt x="3626796" y="1116290"/>
                  </a:lnTo>
                  <a:lnTo>
                    <a:pt x="3672194" y="1076590"/>
                  </a:lnTo>
                  <a:lnTo>
                    <a:pt x="3718045" y="1039722"/>
                  </a:lnTo>
                  <a:lnTo>
                    <a:pt x="3764692" y="1005750"/>
                  </a:lnTo>
                  <a:lnTo>
                    <a:pt x="3812601" y="974654"/>
                  </a:lnTo>
                  <a:lnTo>
                    <a:pt x="3829811" y="964413"/>
                  </a:lnTo>
                  <a:lnTo>
                    <a:pt x="3877093" y="938752"/>
                  </a:lnTo>
                  <a:lnTo>
                    <a:pt x="3926863" y="915522"/>
                  </a:lnTo>
                  <a:lnTo>
                    <a:pt x="3979870" y="894615"/>
                  </a:lnTo>
                  <a:lnTo>
                    <a:pt x="4036936" y="875839"/>
                  </a:lnTo>
                  <a:lnTo>
                    <a:pt x="4098900" y="858970"/>
                  </a:lnTo>
                  <a:lnTo>
                    <a:pt x="4166561" y="843788"/>
                  </a:lnTo>
                  <a:lnTo>
                    <a:pt x="4240609" y="830094"/>
                  </a:lnTo>
                  <a:lnTo>
                    <a:pt x="4321514" y="817721"/>
                  </a:lnTo>
                  <a:lnTo>
                    <a:pt x="4409396" y="806538"/>
                  </a:lnTo>
                  <a:lnTo>
                    <a:pt x="4503852" y="796455"/>
                  </a:lnTo>
                  <a:lnTo>
                    <a:pt x="4603768" y="787423"/>
                  </a:lnTo>
                  <a:lnTo>
                    <a:pt x="4707155" y="779428"/>
                  </a:lnTo>
                  <a:lnTo>
                    <a:pt x="4811071" y="772480"/>
                  </a:lnTo>
                  <a:lnTo>
                    <a:pt x="4911719" y="766606"/>
                  </a:lnTo>
                  <a:lnTo>
                    <a:pt x="5004780" y="761820"/>
                  </a:lnTo>
                  <a:lnTo>
                    <a:pt x="5086000" y="758111"/>
                  </a:lnTo>
                  <a:lnTo>
                    <a:pt x="5151931" y="755418"/>
                  </a:lnTo>
                  <a:lnTo>
                    <a:pt x="5200645" y="753629"/>
                  </a:lnTo>
                  <a:lnTo>
                    <a:pt x="5232203" y="752582"/>
                  </a:lnTo>
                  <a:lnTo>
                    <a:pt x="5248773" y="752084"/>
                  </a:lnTo>
                  <a:lnTo>
                    <a:pt x="5254449" y="751928"/>
                  </a:lnTo>
                  <a:lnTo>
                    <a:pt x="5254955" y="751915"/>
                  </a:lnTo>
                  <a:lnTo>
                    <a:pt x="6726343" y="751915"/>
                  </a:lnTo>
                  <a:lnTo>
                    <a:pt x="6727573" y="751897"/>
                  </a:lnTo>
                  <a:lnTo>
                    <a:pt x="6735651" y="751763"/>
                  </a:lnTo>
                  <a:lnTo>
                    <a:pt x="6755963" y="751393"/>
                  </a:lnTo>
                  <a:lnTo>
                    <a:pt x="6792155" y="750666"/>
                  </a:lnTo>
                  <a:lnTo>
                    <a:pt x="6845854" y="749469"/>
                  </a:lnTo>
                  <a:lnTo>
                    <a:pt x="6916544" y="747714"/>
                  </a:lnTo>
                  <a:lnTo>
                    <a:pt x="7001788" y="745342"/>
                  </a:lnTo>
                  <a:lnTo>
                    <a:pt x="7097796" y="742326"/>
                  </a:lnTo>
                  <a:lnTo>
                    <a:pt x="7200178" y="738665"/>
                  </a:lnTo>
                  <a:lnTo>
                    <a:pt x="7304669" y="734371"/>
                  </a:lnTo>
                  <a:lnTo>
                    <a:pt x="7407661" y="729457"/>
                  </a:lnTo>
                  <a:lnTo>
                    <a:pt x="7506464" y="723928"/>
                  </a:lnTo>
                  <a:lnTo>
                    <a:pt x="7599346" y="717768"/>
                  </a:lnTo>
                  <a:lnTo>
                    <a:pt x="7685416" y="710940"/>
                  </a:lnTo>
                  <a:lnTo>
                    <a:pt x="7764449" y="703385"/>
                  </a:lnTo>
                  <a:lnTo>
                    <a:pt x="7836693" y="695016"/>
                  </a:lnTo>
                  <a:lnTo>
                    <a:pt x="7902705" y="685728"/>
                  </a:lnTo>
                  <a:lnTo>
                    <a:pt x="7963226" y="675397"/>
                  </a:lnTo>
                  <a:lnTo>
                    <a:pt x="8019086" y="663890"/>
                  </a:lnTo>
                  <a:lnTo>
                    <a:pt x="8071131" y="651077"/>
                  </a:lnTo>
                  <a:lnTo>
                    <a:pt x="8120175" y="636856"/>
                  </a:lnTo>
                  <a:lnTo>
                    <a:pt x="8151487" y="626596"/>
                  </a:lnTo>
                  <a:lnTo>
                    <a:pt x="8204333" y="607132"/>
                  </a:lnTo>
                  <a:lnTo>
                    <a:pt x="8255503" y="585660"/>
                  </a:lnTo>
                  <a:lnTo>
                    <a:pt x="8305640" y="562152"/>
                  </a:lnTo>
                  <a:lnTo>
                    <a:pt x="8355209" y="536649"/>
                  </a:lnTo>
                  <a:lnTo>
                    <a:pt x="8404534" y="509274"/>
                  </a:lnTo>
                  <a:lnTo>
                    <a:pt x="8453822" y="480230"/>
                  </a:lnTo>
                  <a:lnTo>
                    <a:pt x="8503182" y="449806"/>
                  </a:lnTo>
                  <a:lnTo>
                    <a:pt x="8552646" y="418362"/>
                  </a:lnTo>
                  <a:lnTo>
                    <a:pt x="8602188" y="386316"/>
                  </a:lnTo>
                  <a:lnTo>
                    <a:pt x="8651751" y="354121"/>
                  </a:lnTo>
                  <a:lnTo>
                    <a:pt x="8701271" y="322239"/>
                  </a:lnTo>
                  <a:lnTo>
                    <a:pt x="8750698" y="291114"/>
                  </a:lnTo>
                  <a:lnTo>
                    <a:pt x="8800025" y="261145"/>
                  </a:lnTo>
                  <a:lnTo>
                    <a:pt x="8849309" y="232668"/>
                  </a:lnTo>
                  <a:lnTo>
                    <a:pt x="8898692" y="205942"/>
                  </a:lnTo>
                  <a:lnTo>
                    <a:pt x="8948419" y="181141"/>
                  </a:lnTo>
                  <a:lnTo>
                    <a:pt x="8998863" y="158359"/>
                  </a:lnTo>
                  <a:lnTo>
                    <a:pt x="9050548" y="137610"/>
                  </a:lnTo>
                  <a:lnTo>
                    <a:pt x="9084767" y="125319"/>
                  </a:lnTo>
                  <a:lnTo>
                    <a:pt x="9132222" y="110134"/>
                  </a:lnTo>
                  <a:lnTo>
                    <a:pt x="9182185" y="96393"/>
                  </a:lnTo>
                  <a:lnTo>
                    <a:pt x="9235415" y="84031"/>
                  </a:lnTo>
                  <a:lnTo>
                    <a:pt x="9292742" y="72932"/>
                  </a:lnTo>
                  <a:lnTo>
                    <a:pt x="9355013" y="62965"/>
                  </a:lnTo>
                  <a:lnTo>
                    <a:pt x="9423037" y="53999"/>
                  </a:lnTo>
                  <a:lnTo>
                    <a:pt x="9497505" y="45913"/>
                  </a:lnTo>
                  <a:lnTo>
                    <a:pt x="9578888" y="38610"/>
                  </a:lnTo>
                  <a:lnTo>
                    <a:pt x="9667295" y="32011"/>
                  </a:lnTo>
                  <a:lnTo>
                    <a:pt x="9762298" y="26066"/>
                  </a:lnTo>
                  <a:lnTo>
                    <a:pt x="9862743" y="20743"/>
                  </a:lnTo>
                  <a:lnTo>
                    <a:pt x="9966586" y="16036"/>
                  </a:lnTo>
                  <a:lnTo>
                    <a:pt x="10070813" y="11952"/>
                  </a:lnTo>
                  <a:lnTo>
                    <a:pt x="10171554" y="8506"/>
                  </a:lnTo>
                  <a:lnTo>
                    <a:pt x="10264431" y="5708"/>
                  </a:lnTo>
                  <a:lnTo>
                    <a:pt x="10345169" y="3547"/>
                  </a:lnTo>
                  <a:lnTo>
                    <a:pt x="10410351" y="1987"/>
                  </a:lnTo>
                  <a:lnTo>
                    <a:pt x="10458137" y="958"/>
                  </a:lnTo>
                  <a:lnTo>
                    <a:pt x="10488723" y="364"/>
                  </a:lnTo>
                  <a:lnTo>
                    <a:pt x="10504438" y="87"/>
                  </a:lnTo>
                  <a:lnTo>
                    <a:pt x="10509542" y="5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75" name="pl1975"/>
            <p:cNvSpPr/>
            <p:nvPr/>
          </p:nvSpPr>
          <p:spPr>
            <a:xfrm>
              <a:off x="4799595" y="8657619"/>
              <a:ext cx="11981298" cy="2026903"/>
            </a:xfrm>
            <a:custGeom>
              <a:avLst/>
              <a:pathLst>
                <a:path w="11981298" h="2026903">
                  <a:moveTo>
                    <a:pt x="11981298" y="0"/>
                  </a:moveTo>
                  <a:lnTo>
                    <a:pt x="10509911" y="0"/>
                  </a:lnTo>
                  <a:lnTo>
                    <a:pt x="10508680" y="18"/>
                  </a:lnTo>
                  <a:lnTo>
                    <a:pt x="10500603" y="152"/>
                  </a:lnTo>
                  <a:lnTo>
                    <a:pt x="10480291" y="522"/>
                  </a:lnTo>
                  <a:lnTo>
                    <a:pt x="10444098" y="1249"/>
                  </a:lnTo>
                  <a:lnTo>
                    <a:pt x="10390399" y="2446"/>
                  </a:lnTo>
                  <a:lnTo>
                    <a:pt x="10319709" y="4201"/>
                  </a:lnTo>
                  <a:lnTo>
                    <a:pt x="10234465" y="6573"/>
                  </a:lnTo>
                  <a:lnTo>
                    <a:pt x="10138457" y="9589"/>
                  </a:lnTo>
                  <a:lnTo>
                    <a:pt x="10036075" y="13250"/>
                  </a:lnTo>
                  <a:lnTo>
                    <a:pt x="9931584" y="17544"/>
                  </a:lnTo>
                  <a:lnTo>
                    <a:pt x="9828592" y="22458"/>
                  </a:lnTo>
                  <a:lnTo>
                    <a:pt x="9729789" y="27987"/>
                  </a:lnTo>
                  <a:lnTo>
                    <a:pt x="9636908" y="34147"/>
                  </a:lnTo>
                  <a:lnTo>
                    <a:pt x="9550837" y="40975"/>
                  </a:lnTo>
                  <a:lnTo>
                    <a:pt x="9471804" y="48530"/>
                  </a:lnTo>
                  <a:lnTo>
                    <a:pt x="9399561" y="56899"/>
                  </a:lnTo>
                  <a:lnTo>
                    <a:pt x="9333549" y="66187"/>
                  </a:lnTo>
                  <a:lnTo>
                    <a:pt x="9273027" y="76518"/>
                  </a:lnTo>
                  <a:lnTo>
                    <a:pt x="9217168" y="88025"/>
                  </a:lnTo>
                  <a:lnTo>
                    <a:pt x="9165122" y="100838"/>
                  </a:lnTo>
                  <a:lnTo>
                    <a:pt x="9116078" y="115059"/>
                  </a:lnTo>
                  <a:lnTo>
                    <a:pt x="9084767" y="125319"/>
                  </a:lnTo>
                  <a:lnTo>
                    <a:pt x="9031921" y="144783"/>
                  </a:lnTo>
                  <a:lnTo>
                    <a:pt x="8980750" y="166255"/>
                  </a:lnTo>
                  <a:lnTo>
                    <a:pt x="8930613" y="189763"/>
                  </a:lnTo>
                  <a:lnTo>
                    <a:pt x="8881044" y="215266"/>
                  </a:lnTo>
                  <a:lnTo>
                    <a:pt x="8831719" y="242641"/>
                  </a:lnTo>
                  <a:lnTo>
                    <a:pt x="8782431" y="271685"/>
                  </a:lnTo>
                  <a:lnTo>
                    <a:pt x="8733071" y="302108"/>
                  </a:lnTo>
                  <a:lnTo>
                    <a:pt x="8683608" y="333552"/>
                  </a:lnTo>
                  <a:lnTo>
                    <a:pt x="8634065" y="365599"/>
                  </a:lnTo>
                  <a:lnTo>
                    <a:pt x="8584502" y="397794"/>
                  </a:lnTo>
                  <a:lnTo>
                    <a:pt x="8534982" y="429676"/>
                  </a:lnTo>
                  <a:lnTo>
                    <a:pt x="8485555" y="460801"/>
                  </a:lnTo>
                  <a:lnTo>
                    <a:pt x="8436228" y="490770"/>
                  </a:lnTo>
                  <a:lnTo>
                    <a:pt x="8386944" y="519247"/>
                  </a:lnTo>
                  <a:lnTo>
                    <a:pt x="8337562" y="545973"/>
                  </a:lnTo>
                  <a:lnTo>
                    <a:pt x="8287834" y="570774"/>
                  </a:lnTo>
                  <a:lnTo>
                    <a:pt x="8237390" y="593556"/>
                  </a:lnTo>
                  <a:lnTo>
                    <a:pt x="8185705" y="614305"/>
                  </a:lnTo>
                  <a:lnTo>
                    <a:pt x="8151487" y="626596"/>
                  </a:lnTo>
                  <a:lnTo>
                    <a:pt x="8104031" y="641781"/>
                  </a:lnTo>
                  <a:lnTo>
                    <a:pt x="8054068" y="655522"/>
                  </a:lnTo>
                  <a:lnTo>
                    <a:pt x="8000838" y="667884"/>
                  </a:lnTo>
                  <a:lnTo>
                    <a:pt x="7943511" y="678982"/>
                  </a:lnTo>
                  <a:lnTo>
                    <a:pt x="7881240" y="688949"/>
                  </a:lnTo>
                  <a:lnTo>
                    <a:pt x="7813216" y="697916"/>
                  </a:lnTo>
                  <a:lnTo>
                    <a:pt x="7738748" y="706002"/>
                  </a:lnTo>
                  <a:lnTo>
                    <a:pt x="7657365" y="713305"/>
                  </a:lnTo>
                  <a:lnTo>
                    <a:pt x="7568958" y="719903"/>
                  </a:lnTo>
                  <a:lnTo>
                    <a:pt x="7473955" y="725849"/>
                  </a:lnTo>
                  <a:lnTo>
                    <a:pt x="7373510" y="731172"/>
                  </a:lnTo>
                  <a:lnTo>
                    <a:pt x="7269668" y="735879"/>
                  </a:lnTo>
                  <a:lnTo>
                    <a:pt x="7165441" y="739963"/>
                  </a:lnTo>
                  <a:lnTo>
                    <a:pt x="7064700" y="743408"/>
                  </a:lnTo>
                  <a:lnTo>
                    <a:pt x="6971822" y="746207"/>
                  </a:lnTo>
                  <a:lnTo>
                    <a:pt x="6891084" y="748368"/>
                  </a:lnTo>
                  <a:lnTo>
                    <a:pt x="6825902" y="749928"/>
                  </a:lnTo>
                  <a:lnTo>
                    <a:pt x="6778116" y="750956"/>
                  </a:lnTo>
                  <a:lnTo>
                    <a:pt x="6747530" y="751551"/>
                  </a:lnTo>
                  <a:lnTo>
                    <a:pt x="6731815" y="751828"/>
                  </a:lnTo>
                  <a:lnTo>
                    <a:pt x="6726711" y="751910"/>
                  </a:lnTo>
                  <a:lnTo>
                    <a:pt x="6726343" y="751915"/>
                  </a:lnTo>
                  <a:lnTo>
                    <a:pt x="5254955" y="751915"/>
                  </a:lnTo>
                  <a:lnTo>
                    <a:pt x="5253737" y="751947"/>
                  </a:lnTo>
                  <a:lnTo>
                    <a:pt x="5245743" y="752171"/>
                  </a:lnTo>
                  <a:lnTo>
                    <a:pt x="5225632" y="752791"/>
                  </a:lnTo>
                  <a:lnTo>
                    <a:pt x="5189780" y="754012"/>
                  </a:lnTo>
                  <a:lnTo>
                    <a:pt x="5136554" y="756020"/>
                  </a:lnTo>
                  <a:lnTo>
                    <a:pt x="5066430" y="758966"/>
                  </a:lnTo>
                  <a:lnTo>
                    <a:pt x="4981786" y="762949"/>
                  </a:lnTo>
                  <a:lnTo>
                    <a:pt x="4886349" y="768015"/>
                  </a:lnTo>
                  <a:lnTo>
                    <a:pt x="4784459" y="774168"/>
                  </a:lnTo>
                  <a:lnTo>
                    <a:pt x="4680347" y="781387"/>
                  </a:lnTo>
                  <a:lnTo>
                    <a:pt x="4577611" y="789650"/>
                  </a:lnTo>
                  <a:lnTo>
                    <a:pt x="4478948" y="798950"/>
                  </a:lnTo>
                  <a:lnTo>
                    <a:pt x="4386110" y="809309"/>
                  </a:lnTo>
                  <a:lnTo>
                    <a:pt x="4300010" y="820789"/>
                  </a:lnTo>
                  <a:lnTo>
                    <a:pt x="4220899" y="833488"/>
                  </a:lnTo>
                  <a:lnTo>
                    <a:pt x="4148552" y="847548"/>
                  </a:lnTo>
                  <a:lnTo>
                    <a:pt x="4082430" y="863144"/>
                  </a:lnTo>
                  <a:lnTo>
                    <a:pt x="4021806" y="880482"/>
                  </a:lnTo>
                  <a:lnTo>
                    <a:pt x="3965866" y="899787"/>
                  </a:lnTo>
                  <a:lnTo>
                    <a:pt x="3913769" y="921276"/>
                  </a:lnTo>
                  <a:lnTo>
                    <a:pt x="3864708" y="945126"/>
                  </a:lnTo>
                  <a:lnTo>
                    <a:pt x="3829811" y="964413"/>
                  </a:lnTo>
                  <a:lnTo>
                    <a:pt x="3781325" y="994519"/>
                  </a:lnTo>
                  <a:lnTo>
                    <a:pt x="3734294" y="1027475"/>
                  </a:lnTo>
                  <a:lnTo>
                    <a:pt x="3688209" y="1063331"/>
                  </a:lnTo>
                  <a:lnTo>
                    <a:pt x="3642685" y="1102051"/>
                  </a:lnTo>
                  <a:lnTo>
                    <a:pt x="3597444" y="1143509"/>
                  </a:lnTo>
                  <a:lnTo>
                    <a:pt x="3552294" y="1187478"/>
                  </a:lnTo>
                  <a:lnTo>
                    <a:pt x="3507120" y="1233634"/>
                  </a:lnTo>
                  <a:lnTo>
                    <a:pt x="3461867" y="1281556"/>
                  </a:lnTo>
                  <a:lnTo>
                    <a:pt x="3416529" y="1330743"/>
                  </a:lnTo>
                  <a:lnTo>
                    <a:pt x="3371134" y="1380632"/>
                  </a:lnTo>
                  <a:lnTo>
                    <a:pt x="3325731" y="1430627"/>
                  </a:lnTo>
                  <a:lnTo>
                    <a:pt x="3280369" y="1480126"/>
                  </a:lnTo>
                  <a:lnTo>
                    <a:pt x="3235085" y="1528552"/>
                  </a:lnTo>
                  <a:lnTo>
                    <a:pt x="3189886" y="1575380"/>
                  </a:lnTo>
                  <a:lnTo>
                    <a:pt x="3144738" y="1620159"/>
                  </a:lnTo>
                  <a:lnTo>
                    <a:pt x="3099546" y="1662529"/>
                  </a:lnTo>
                  <a:lnTo>
                    <a:pt x="3054148" y="1702228"/>
                  </a:lnTo>
                  <a:lnTo>
                    <a:pt x="3008298" y="1739097"/>
                  </a:lnTo>
                  <a:lnTo>
                    <a:pt x="2961650" y="1773069"/>
                  </a:lnTo>
                  <a:lnTo>
                    <a:pt x="2913742" y="1804164"/>
                  </a:lnTo>
                  <a:lnTo>
                    <a:pt x="2896531" y="1814405"/>
                  </a:lnTo>
                  <a:lnTo>
                    <a:pt x="2849249" y="1840066"/>
                  </a:lnTo>
                  <a:lnTo>
                    <a:pt x="2799479" y="1863296"/>
                  </a:lnTo>
                  <a:lnTo>
                    <a:pt x="2746472" y="1884203"/>
                  </a:lnTo>
                  <a:lnTo>
                    <a:pt x="2689406" y="1902980"/>
                  </a:lnTo>
                  <a:lnTo>
                    <a:pt x="2627443" y="1919849"/>
                  </a:lnTo>
                  <a:lnTo>
                    <a:pt x="2559781" y="1935031"/>
                  </a:lnTo>
                  <a:lnTo>
                    <a:pt x="2485733" y="1948724"/>
                  </a:lnTo>
                  <a:lnTo>
                    <a:pt x="2404828" y="1961098"/>
                  </a:lnTo>
                  <a:lnTo>
                    <a:pt x="2316946" y="1972281"/>
                  </a:lnTo>
                  <a:lnTo>
                    <a:pt x="2222490" y="1982363"/>
                  </a:lnTo>
                  <a:lnTo>
                    <a:pt x="2122574" y="1991395"/>
                  </a:lnTo>
                  <a:lnTo>
                    <a:pt x="2019187" y="1999391"/>
                  </a:lnTo>
                  <a:lnTo>
                    <a:pt x="1915271" y="2006338"/>
                  </a:lnTo>
                  <a:lnTo>
                    <a:pt x="1814623" y="2012213"/>
                  </a:lnTo>
                  <a:lnTo>
                    <a:pt x="1721562" y="2016998"/>
                  </a:lnTo>
                  <a:lnTo>
                    <a:pt x="1640342" y="2020708"/>
                  </a:lnTo>
                  <a:lnTo>
                    <a:pt x="1574411" y="2023400"/>
                  </a:lnTo>
                  <a:lnTo>
                    <a:pt x="1525697" y="2025189"/>
                  </a:lnTo>
                  <a:lnTo>
                    <a:pt x="1494140" y="2026236"/>
                  </a:lnTo>
                  <a:lnTo>
                    <a:pt x="1477569" y="2026735"/>
                  </a:lnTo>
                  <a:lnTo>
                    <a:pt x="1471893" y="2026890"/>
                  </a:lnTo>
                  <a:lnTo>
                    <a:pt x="1471387" y="2026903"/>
                  </a:lnTo>
                  <a:lnTo>
                    <a:pt x="0" y="202690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76" name="pg1976"/>
            <p:cNvSpPr/>
            <p:nvPr/>
          </p:nvSpPr>
          <p:spPr>
            <a:xfrm>
              <a:off x="4799595" y="3623052"/>
              <a:ext cx="11981298" cy="7535504"/>
            </a:xfrm>
            <a:custGeom>
              <a:avLst/>
              <a:pathLst>
                <a:path w="11981298" h="7535504">
                  <a:moveTo>
                    <a:pt x="0" y="7085989"/>
                  </a:moveTo>
                  <a:lnTo>
                    <a:pt x="1471387" y="7085989"/>
                  </a:lnTo>
                  <a:lnTo>
                    <a:pt x="1472622" y="7086000"/>
                  </a:lnTo>
                  <a:lnTo>
                    <a:pt x="1480728" y="7086081"/>
                  </a:lnTo>
                  <a:lnTo>
                    <a:pt x="1501110" y="7086302"/>
                  </a:lnTo>
                  <a:lnTo>
                    <a:pt x="1537422" y="7086739"/>
                  </a:lnTo>
                  <a:lnTo>
                    <a:pt x="1591285" y="7087457"/>
                  </a:lnTo>
                  <a:lnTo>
                    <a:pt x="1662171" y="7088510"/>
                  </a:lnTo>
                  <a:lnTo>
                    <a:pt x="1747623" y="7089933"/>
                  </a:lnTo>
                  <a:lnTo>
                    <a:pt x="1843829" y="7091742"/>
                  </a:lnTo>
                  <a:lnTo>
                    <a:pt x="1946381" y="7093937"/>
                  </a:lnTo>
                  <a:lnTo>
                    <a:pt x="2051003" y="7096512"/>
                  </a:lnTo>
                  <a:lnTo>
                    <a:pt x="2154083" y="7099458"/>
                  </a:lnTo>
                  <a:lnTo>
                    <a:pt x="2252933" y="7102773"/>
                  </a:lnTo>
                  <a:lnTo>
                    <a:pt x="2345829" y="7106466"/>
                  </a:lnTo>
                  <a:lnTo>
                    <a:pt x="2431889" y="7110559"/>
                  </a:lnTo>
                  <a:lnTo>
                    <a:pt x="2510894" y="7115090"/>
                  </a:lnTo>
                  <a:lnTo>
                    <a:pt x="2583101" y="7120109"/>
                  </a:lnTo>
                  <a:lnTo>
                    <a:pt x="2649075" y="7125681"/>
                  </a:lnTo>
                  <a:lnTo>
                    <a:pt x="2709561" y="7131879"/>
                  </a:lnTo>
                  <a:lnTo>
                    <a:pt x="2765393" y="7138784"/>
                  </a:lnTo>
                  <a:lnTo>
                    <a:pt x="2817421" y="7146473"/>
                  </a:lnTo>
                  <a:lnTo>
                    <a:pt x="2866460" y="7155007"/>
                  </a:lnTo>
                  <a:lnTo>
                    <a:pt x="2896531" y="7160908"/>
                  </a:lnTo>
                  <a:lnTo>
                    <a:pt x="2951430" y="7173030"/>
                  </a:lnTo>
                  <a:lnTo>
                    <a:pt x="3004549" y="7186450"/>
                  </a:lnTo>
                  <a:lnTo>
                    <a:pt x="3056596" y="7201185"/>
                  </a:lnTo>
                  <a:lnTo>
                    <a:pt x="3108076" y="7217201"/>
                  </a:lnTo>
                  <a:lnTo>
                    <a:pt x="3159336" y="7234410"/>
                  </a:lnTo>
                  <a:lnTo>
                    <a:pt x="3210586" y="7252664"/>
                  </a:lnTo>
                  <a:lnTo>
                    <a:pt x="3261928" y="7271757"/>
                  </a:lnTo>
                  <a:lnTo>
                    <a:pt x="3313379" y="7291439"/>
                  </a:lnTo>
                  <a:lnTo>
                    <a:pt x="3364898" y="7311417"/>
                  </a:lnTo>
                  <a:lnTo>
                    <a:pt x="3416414" y="7331386"/>
                  </a:lnTo>
                  <a:lnTo>
                    <a:pt x="3467858" y="7351036"/>
                  </a:lnTo>
                  <a:lnTo>
                    <a:pt x="3519193" y="7370081"/>
                  </a:lnTo>
                  <a:lnTo>
                    <a:pt x="3570439" y="7388271"/>
                  </a:lnTo>
                  <a:lnTo>
                    <a:pt x="3621706" y="7405404"/>
                  </a:lnTo>
                  <a:lnTo>
                    <a:pt x="3673212" y="7421337"/>
                  </a:lnTo>
                  <a:lnTo>
                    <a:pt x="3725312" y="7435984"/>
                  </a:lnTo>
                  <a:lnTo>
                    <a:pt x="3778526" y="7449316"/>
                  </a:lnTo>
                  <a:lnTo>
                    <a:pt x="3829811" y="7460585"/>
                  </a:lnTo>
                  <a:lnTo>
                    <a:pt x="3877327" y="7469673"/>
                  </a:lnTo>
                  <a:lnTo>
                    <a:pt x="3927357" y="7477897"/>
                  </a:lnTo>
                  <a:lnTo>
                    <a:pt x="3980664" y="7485294"/>
                  </a:lnTo>
                  <a:lnTo>
                    <a:pt x="4038082" y="7491934"/>
                  </a:lnTo>
                  <a:lnTo>
                    <a:pt x="4100460" y="7497896"/>
                  </a:lnTo>
                  <a:lnTo>
                    <a:pt x="4168610" y="7503260"/>
                  </a:lnTo>
                  <a:lnTo>
                    <a:pt x="4243224" y="7508095"/>
                  </a:lnTo>
                  <a:lnTo>
                    <a:pt x="4324773" y="7512463"/>
                  </a:lnTo>
                  <a:lnTo>
                    <a:pt x="4413362" y="7516408"/>
                  </a:lnTo>
                  <a:lnTo>
                    <a:pt x="4508554" y="7519963"/>
                  </a:lnTo>
                  <a:lnTo>
                    <a:pt x="4609183" y="7523144"/>
                  </a:lnTo>
                  <a:lnTo>
                    <a:pt x="4713182" y="7525956"/>
                  </a:lnTo>
                  <a:lnTo>
                    <a:pt x="4817515" y="7528394"/>
                  </a:lnTo>
                  <a:lnTo>
                    <a:pt x="4918286" y="7530451"/>
                  </a:lnTo>
                  <a:lnTo>
                    <a:pt x="5011096" y="7532119"/>
                  </a:lnTo>
                  <a:lnTo>
                    <a:pt x="5091663" y="7533405"/>
                  </a:lnTo>
                  <a:lnTo>
                    <a:pt x="5156582" y="7534332"/>
                  </a:lnTo>
                  <a:lnTo>
                    <a:pt x="5204045" y="7534941"/>
                  </a:lnTo>
                  <a:lnTo>
                    <a:pt x="5234294" y="7535292"/>
                  </a:lnTo>
                  <a:lnTo>
                    <a:pt x="5249715" y="7535454"/>
                  </a:lnTo>
                  <a:lnTo>
                    <a:pt x="5254627" y="7535501"/>
                  </a:lnTo>
                  <a:lnTo>
                    <a:pt x="5254955" y="7535504"/>
                  </a:lnTo>
                  <a:lnTo>
                    <a:pt x="6726343" y="7535504"/>
                  </a:lnTo>
                  <a:lnTo>
                    <a:pt x="6727065" y="7535395"/>
                  </a:lnTo>
                  <a:lnTo>
                    <a:pt x="6731856" y="7534621"/>
                  </a:lnTo>
                  <a:lnTo>
                    <a:pt x="6744082" y="7532485"/>
                  </a:lnTo>
                  <a:lnTo>
                    <a:pt x="6766307" y="7528271"/>
                  </a:lnTo>
                  <a:lnTo>
                    <a:pt x="6800181" y="7521284"/>
                  </a:lnTo>
                  <a:lnTo>
                    <a:pt x="6846331" y="7510900"/>
                  </a:lnTo>
                  <a:lnTo>
                    <a:pt x="6904341" y="7496613"/>
                  </a:lnTo>
                  <a:lnTo>
                    <a:pt x="6972859" y="7478067"/>
                  </a:lnTo>
                  <a:lnTo>
                    <a:pt x="7049816" y="7455065"/>
                  </a:lnTo>
                  <a:lnTo>
                    <a:pt x="7132727" y="7427548"/>
                  </a:lnTo>
                  <a:lnTo>
                    <a:pt x="7219012" y="7395553"/>
                  </a:lnTo>
                  <a:lnTo>
                    <a:pt x="7306258" y="7359164"/>
                  </a:lnTo>
                  <a:lnTo>
                    <a:pt x="7392408" y="7318458"/>
                  </a:lnTo>
                  <a:lnTo>
                    <a:pt x="7475862" y="7273462"/>
                  </a:lnTo>
                  <a:lnTo>
                    <a:pt x="7555487" y="7224121"/>
                  </a:lnTo>
                  <a:lnTo>
                    <a:pt x="7630586" y="7170274"/>
                  </a:lnTo>
                  <a:lnTo>
                    <a:pt x="7700830" y="7111648"/>
                  </a:lnTo>
                  <a:lnTo>
                    <a:pt x="7766174" y="7047848"/>
                  </a:lnTo>
                  <a:lnTo>
                    <a:pt x="7826791" y="6978368"/>
                  </a:lnTo>
                  <a:lnTo>
                    <a:pt x="7882999" y="6902595"/>
                  </a:lnTo>
                  <a:lnTo>
                    <a:pt x="7935212" y="6819827"/>
                  </a:lnTo>
                  <a:lnTo>
                    <a:pt x="7983899" y="6729301"/>
                  </a:lnTo>
                  <a:lnTo>
                    <a:pt x="8029554" y="6630234"/>
                  </a:lnTo>
                  <a:lnTo>
                    <a:pt x="8072666" y="6521896"/>
                  </a:lnTo>
                  <a:lnTo>
                    <a:pt x="8113705" y="6403710"/>
                  </a:lnTo>
                  <a:lnTo>
                    <a:pt x="8151487" y="6280949"/>
                  </a:lnTo>
                  <a:lnTo>
                    <a:pt x="8175819" y="6194627"/>
                  </a:lnTo>
                  <a:lnTo>
                    <a:pt x="8199716" y="6104212"/>
                  </a:lnTo>
                  <a:lnTo>
                    <a:pt x="8223255" y="6009630"/>
                  </a:lnTo>
                  <a:lnTo>
                    <a:pt x="8246502" y="5910829"/>
                  </a:lnTo>
                  <a:lnTo>
                    <a:pt x="8269516" y="5807789"/>
                  </a:lnTo>
                  <a:lnTo>
                    <a:pt x="8292348" y="5700516"/>
                  </a:lnTo>
                  <a:lnTo>
                    <a:pt x="8315042" y="5589051"/>
                  </a:lnTo>
                  <a:lnTo>
                    <a:pt x="8337634" y="5473465"/>
                  </a:lnTo>
                  <a:lnTo>
                    <a:pt x="8360157" y="5353867"/>
                  </a:lnTo>
                  <a:lnTo>
                    <a:pt x="8382636" y="5230400"/>
                  </a:lnTo>
                  <a:lnTo>
                    <a:pt x="8405092" y="5103246"/>
                  </a:lnTo>
                  <a:lnTo>
                    <a:pt x="8427543" y="4972621"/>
                  </a:lnTo>
                  <a:lnTo>
                    <a:pt x="8449999" y="4838778"/>
                  </a:lnTo>
                  <a:lnTo>
                    <a:pt x="8472471" y="4702004"/>
                  </a:lnTo>
                  <a:lnTo>
                    <a:pt x="8494963" y="4562618"/>
                  </a:lnTo>
                  <a:lnTo>
                    <a:pt x="8517476" y="4420971"/>
                  </a:lnTo>
                  <a:lnTo>
                    <a:pt x="8540012" y="4277438"/>
                  </a:lnTo>
                  <a:lnTo>
                    <a:pt x="8562566" y="4132417"/>
                  </a:lnTo>
                  <a:lnTo>
                    <a:pt x="8585135" y="3986326"/>
                  </a:lnTo>
                  <a:lnTo>
                    <a:pt x="8607714" y="3839593"/>
                  </a:lnTo>
                  <a:lnTo>
                    <a:pt x="8630295" y="3692658"/>
                  </a:lnTo>
                  <a:lnTo>
                    <a:pt x="8652873" y="3545960"/>
                  </a:lnTo>
                  <a:lnTo>
                    <a:pt x="8675442" y="3399937"/>
                  </a:lnTo>
                  <a:lnTo>
                    <a:pt x="8697995" y="3255017"/>
                  </a:lnTo>
                  <a:lnTo>
                    <a:pt x="8720529" y="3111617"/>
                  </a:lnTo>
                  <a:lnTo>
                    <a:pt x="8743041" y="2970132"/>
                  </a:lnTo>
                  <a:lnTo>
                    <a:pt x="8765531" y="2830937"/>
                  </a:lnTo>
                  <a:lnTo>
                    <a:pt x="8788001" y="2694380"/>
                  </a:lnTo>
                  <a:lnTo>
                    <a:pt x="8810457" y="2560777"/>
                  </a:lnTo>
                  <a:lnTo>
                    <a:pt x="8832907" y="2430414"/>
                  </a:lnTo>
                  <a:lnTo>
                    <a:pt x="8855365" y="2303539"/>
                  </a:lnTo>
                  <a:lnTo>
                    <a:pt x="8877846" y="2180368"/>
                  </a:lnTo>
                  <a:lnTo>
                    <a:pt x="8900373" y="2061077"/>
                  </a:lnTo>
                  <a:lnTo>
                    <a:pt x="8922972" y="1945808"/>
                  </a:lnTo>
                  <a:lnTo>
                    <a:pt x="8945675" y="1834666"/>
                  </a:lnTo>
                  <a:lnTo>
                    <a:pt x="8968520" y="1727721"/>
                  </a:lnTo>
                  <a:lnTo>
                    <a:pt x="8991550" y="1625011"/>
                  </a:lnTo>
                  <a:lnTo>
                    <a:pt x="9014818" y="1526540"/>
                  </a:lnTo>
                  <a:lnTo>
                    <a:pt x="9038382" y="1432284"/>
                  </a:lnTo>
                  <a:lnTo>
                    <a:pt x="9062310" y="1342191"/>
                  </a:lnTo>
                  <a:lnTo>
                    <a:pt x="9084767" y="1262728"/>
                  </a:lnTo>
                  <a:lnTo>
                    <a:pt x="9124219" y="1134851"/>
                  </a:lnTo>
                  <a:lnTo>
                    <a:pt x="9165335" y="1017083"/>
                  </a:lnTo>
                  <a:lnTo>
                    <a:pt x="9208544" y="909143"/>
                  </a:lnTo>
                  <a:lnTo>
                    <a:pt x="9254314" y="810447"/>
                  </a:lnTo>
                  <a:lnTo>
                    <a:pt x="9303139" y="720259"/>
                  </a:lnTo>
                  <a:lnTo>
                    <a:pt x="9355509" y="637797"/>
                  </a:lnTo>
                  <a:lnTo>
                    <a:pt x="9411892" y="562299"/>
                  </a:lnTo>
                  <a:lnTo>
                    <a:pt x="9472700" y="493066"/>
                  </a:lnTo>
                  <a:lnTo>
                    <a:pt x="9538246" y="429491"/>
                  </a:lnTo>
                  <a:lnTo>
                    <a:pt x="9608694" y="371070"/>
                  </a:lnTo>
                  <a:lnTo>
                    <a:pt x="9683990" y="317416"/>
                  </a:lnTo>
                  <a:lnTo>
                    <a:pt x="9763791" y="268258"/>
                  </a:lnTo>
                  <a:lnTo>
                    <a:pt x="9847383" y="223441"/>
                  </a:lnTo>
                  <a:lnTo>
                    <a:pt x="9933614" y="182913"/>
                  </a:lnTo>
                  <a:lnTo>
                    <a:pt x="10020863" y="146705"/>
                  </a:lnTo>
                  <a:lnTo>
                    <a:pt x="10107058" y="114895"/>
                  </a:lnTo>
                  <a:lnTo>
                    <a:pt x="10189774" y="87565"/>
                  </a:lnTo>
                  <a:lnTo>
                    <a:pt x="10266427" y="64750"/>
                  </a:lnTo>
                  <a:lnTo>
                    <a:pt x="10334545" y="46387"/>
                  </a:lnTo>
                  <a:lnTo>
                    <a:pt x="10392084" y="32270"/>
                  </a:lnTo>
                  <a:lnTo>
                    <a:pt x="10437724" y="22038"/>
                  </a:lnTo>
                  <a:lnTo>
                    <a:pt x="10471094" y="15180"/>
                  </a:lnTo>
                  <a:lnTo>
                    <a:pt x="10492864" y="11066"/>
                  </a:lnTo>
                  <a:lnTo>
                    <a:pt x="10504724" y="9001"/>
                  </a:lnTo>
                  <a:lnTo>
                    <a:pt x="10509274" y="8268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9188" y="108"/>
                  </a:lnTo>
                  <a:lnTo>
                    <a:pt x="10504397" y="882"/>
                  </a:lnTo>
                  <a:lnTo>
                    <a:pt x="10492171" y="3018"/>
                  </a:lnTo>
                  <a:lnTo>
                    <a:pt x="10469946" y="7232"/>
                  </a:lnTo>
                  <a:lnTo>
                    <a:pt x="10436072" y="14219"/>
                  </a:lnTo>
                  <a:lnTo>
                    <a:pt x="10389923" y="24603"/>
                  </a:lnTo>
                  <a:lnTo>
                    <a:pt x="10331912" y="38891"/>
                  </a:lnTo>
                  <a:lnTo>
                    <a:pt x="10263394" y="57436"/>
                  </a:lnTo>
                  <a:lnTo>
                    <a:pt x="10186438" y="80438"/>
                  </a:lnTo>
                  <a:lnTo>
                    <a:pt x="10103526" y="107955"/>
                  </a:lnTo>
                  <a:lnTo>
                    <a:pt x="10017241" y="139950"/>
                  </a:lnTo>
                  <a:lnTo>
                    <a:pt x="9929996" y="176340"/>
                  </a:lnTo>
                  <a:lnTo>
                    <a:pt x="9843845" y="217046"/>
                  </a:lnTo>
                  <a:lnTo>
                    <a:pt x="9760392" y="262042"/>
                  </a:lnTo>
                  <a:lnTo>
                    <a:pt x="9680766" y="311383"/>
                  </a:lnTo>
                  <a:lnTo>
                    <a:pt x="9605667" y="365229"/>
                  </a:lnTo>
                  <a:lnTo>
                    <a:pt x="9535423" y="423856"/>
                  </a:lnTo>
                  <a:lnTo>
                    <a:pt x="9470079" y="487655"/>
                  </a:lnTo>
                  <a:lnTo>
                    <a:pt x="9409462" y="557135"/>
                  </a:lnTo>
                  <a:lnTo>
                    <a:pt x="9353254" y="632909"/>
                  </a:lnTo>
                  <a:lnTo>
                    <a:pt x="9301041" y="715676"/>
                  </a:lnTo>
                  <a:lnTo>
                    <a:pt x="9252354" y="806203"/>
                  </a:lnTo>
                  <a:lnTo>
                    <a:pt x="9206700" y="905269"/>
                  </a:lnTo>
                  <a:lnTo>
                    <a:pt x="9163587" y="1013607"/>
                  </a:lnTo>
                  <a:lnTo>
                    <a:pt x="9122548" y="1131793"/>
                  </a:lnTo>
                  <a:lnTo>
                    <a:pt x="9084767" y="1254555"/>
                  </a:lnTo>
                  <a:lnTo>
                    <a:pt x="9060434" y="1340877"/>
                  </a:lnTo>
                  <a:lnTo>
                    <a:pt x="9036537" y="1431291"/>
                  </a:lnTo>
                  <a:lnTo>
                    <a:pt x="9012999" y="1525874"/>
                  </a:lnTo>
                  <a:lnTo>
                    <a:pt x="8989751" y="1624674"/>
                  </a:lnTo>
                  <a:lnTo>
                    <a:pt x="8966737" y="1727714"/>
                  </a:lnTo>
                  <a:lnTo>
                    <a:pt x="8943905" y="1834987"/>
                  </a:lnTo>
                  <a:lnTo>
                    <a:pt x="8921211" y="1946453"/>
                  </a:lnTo>
                  <a:lnTo>
                    <a:pt x="8898619" y="2062039"/>
                  </a:lnTo>
                  <a:lnTo>
                    <a:pt x="8876096" y="2181637"/>
                  </a:lnTo>
                  <a:lnTo>
                    <a:pt x="8853618" y="2305103"/>
                  </a:lnTo>
                  <a:lnTo>
                    <a:pt x="8831161" y="2432257"/>
                  </a:lnTo>
                  <a:lnTo>
                    <a:pt x="8808711" y="2562882"/>
                  </a:lnTo>
                  <a:lnTo>
                    <a:pt x="8786254" y="2696725"/>
                  </a:lnTo>
                  <a:lnTo>
                    <a:pt x="8763782" y="2833500"/>
                  </a:lnTo>
                  <a:lnTo>
                    <a:pt x="8741291" y="2972885"/>
                  </a:lnTo>
                  <a:lnTo>
                    <a:pt x="8718777" y="3114532"/>
                  </a:lnTo>
                  <a:lnTo>
                    <a:pt x="8696241" y="3258066"/>
                  </a:lnTo>
                  <a:lnTo>
                    <a:pt x="8673687" y="3403086"/>
                  </a:lnTo>
                  <a:lnTo>
                    <a:pt x="8651118" y="3549178"/>
                  </a:lnTo>
                  <a:lnTo>
                    <a:pt x="8628539" y="3695910"/>
                  </a:lnTo>
                  <a:lnTo>
                    <a:pt x="8605958" y="3842845"/>
                  </a:lnTo>
                  <a:lnTo>
                    <a:pt x="8583380" y="3989543"/>
                  </a:lnTo>
                  <a:lnTo>
                    <a:pt x="8560812" y="4135567"/>
                  </a:lnTo>
                  <a:lnTo>
                    <a:pt x="8538258" y="4280486"/>
                  </a:lnTo>
                  <a:lnTo>
                    <a:pt x="8515725" y="4423887"/>
                  </a:lnTo>
                  <a:lnTo>
                    <a:pt x="8493213" y="4565372"/>
                  </a:lnTo>
                  <a:lnTo>
                    <a:pt x="8470723" y="4704566"/>
                  </a:lnTo>
                  <a:lnTo>
                    <a:pt x="8448252" y="4841124"/>
                  </a:lnTo>
                  <a:lnTo>
                    <a:pt x="8425796" y="4974726"/>
                  </a:lnTo>
                  <a:lnTo>
                    <a:pt x="8403346" y="5105090"/>
                  </a:lnTo>
                  <a:lnTo>
                    <a:pt x="8380889" y="5231965"/>
                  </a:lnTo>
                  <a:lnTo>
                    <a:pt x="8358407" y="5355136"/>
                  </a:lnTo>
                  <a:lnTo>
                    <a:pt x="8335880" y="5474427"/>
                  </a:lnTo>
                  <a:lnTo>
                    <a:pt x="8313281" y="5589696"/>
                  </a:lnTo>
                  <a:lnTo>
                    <a:pt x="8290578" y="5700837"/>
                  </a:lnTo>
                  <a:lnTo>
                    <a:pt x="8267733" y="5807782"/>
                  </a:lnTo>
                  <a:lnTo>
                    <a:pt x="8244703" y="5910492"/>
                  </a:lnTo>
                  <a:lnTo>
                    <a:pt x="8221435" y="6008963"/>
                  </a:lnTo>
                  <a:lnTo>
                    <a:pt x="8197871" y="6103220"/>
                  </a:lnTo>
                  <a:lnTo>
                    <a:pt x="8173943" y="6193313"/>
                  </a:lnTo>
                  <a:lnTo>
                    <a:pt x="8151487" y="6272776"/>
                  </a:lnTo>
                  <a:lnTo>
                    <a:pt x="8112034" y="6400652"/>
                  </a:lnTo>
                  <a:lnTo>
                    <a:pt x="8070918" y="6518421"/>
                  </a:lnTo>
                  <a:lnTo>
                    <a:pt x="8027709" y="6626360"/>
                  </a:lnTo>
                  <a:lnTo>
                    <a:pt x="7981939" y="6725056"/>
                  </a:lnTo>
                  <a:lnTo>
                    <a:pt x="7933115" y="6815244"/>
                  </a:lnTo>
                  <a:lnTo>
                    <a:pt x="7880745" y="6897707"/>
                  </a:lnTo>
                  <a:lnTo>
                    <a:pt x="7824361" y="6973205"/>
                  </a:lnTo>
                  <a:lnTo>
                    <a:pt x="7763554" y="7042437"/>
                  </a:lnTo>
                  <a:lnTo>
                    <a:pt x="7698007" y="7106012"/>
                  </a:lnTo>
                  <a:lnTo>
                    <a:pt x="7627560" y="7164433"/>
                  </a:lnTo>
                  <a:lnTo>
                    <a:pt x="7552263" y="7218088"/>
                  </a:lnTo>
                  <a:lnTo>
                    <a:pt x="7472462" y="7267246"/>
                  </a:lnTo>
                  <a:lnTo>
                    <a:pt x="7388871" y="7312062"/>
                  </a:lnTo>
                  <a:lnTo>
                    <a:pt x="7302639" y="7352590"/>
                  </a:lnTo>
                  <a:lnTo>
                    <a:pt x="7215390" y="7388799"/>
                  </a:lnTo>
                  <a:lnTo>
                    <a:pt x="7129195" y="7420609"/>
                  </a:lnTo>
                  <a:lnTo>
                    <a:pt x="7046480" y="7447939"/>
                  </a:lnTo>
                  <a:lnTo>
                    <a:pt x="6969826" y="7470753"/>
                  </a:lnTo>
                  <a:lnTo>
                    <a:pt x="6901708" y="7489117"/>
                  </a:lnTo>
                  <a:lnTo>
                    <a:pt x="6844169" y="7503234"/>
                  </a:lnTo>
                  <a:lnTo>
                    <a:pt x="6798529" y="7513465"/>
                  </a:lnTo>
                  <a:lnTo>
                    <a:pt x="6765159" y="7520324"/>
                  </a:lnTo>
                  <a:lnTo>
                    <a:pt x="6743389" y="7524437"/>
                  </a:lnTo>
                  <a:lnTo>
                    <a:pt x="6731529" y="7526503"/>
                  </a:lnTo>
                  <a:lnTo>
                    <a:pt x="6726980" y="7527235"/>
                  </a:lnTo>
                  <a:lnTo>
                    <a:pt x="6726343" y="7527331"/>
                  </a:lnTo>
                  <a:lnTo>
                    <a:pt x="5254955" y="7527331"/>
                  </a:lnTo>
                  <a:lnTo>
                    <a:pt x="5253720" y="7527320"/>
                  </a:lnTo>
                  <a:lnTo>
                    <a:pt x="5245614" y="7527239"/>
                  </a:lnTo>
                  <a:lnTo>
                    <a:pt x="5225232" y="7527018"/>
                  </a:lnTo>
                  <a:lnTo>
                    <a:pt x="5188920" y="7526581"/>
                  </a:lnTo>
                  <a:lnTo>
                    <a:pt x="5135057" y="7525863"/>
                  </a:lnTo>
                  <a:lnTo>
                    <a:pt x="5064171" y="7524810"/>
                  </a:lnTo>
                  <a:lnTo>
                    <a:pt x="4978719" y="7523387"/>
                  </a:lnTo>
                  <a:lnTo>
                    <a:pt x="4882513" y="7521578"/>
                  </a:lnTo>
                  <a:lnTo>
                    <a:pt x="4779961" y="7519383"/>
                  </a:lnTo>
                  <a:lnTo>
                    <a:pt x="4675339" y="7516808"/>
                  </a:lnTo>
                  <a:lnTo>
                    <a:pt x="4572260" y="7513862"/>
                  </a:lnTo>
                  <a:lnTo>
                    <a:pt x="4473409" y="7510547"/>
                  </a:lnTo>
                  <a:lnTo>
                    <a:pt x="4380513" y="7506854"/>
                  </a:lnTo>
                  <a:lnTo>
                    <a:pt x="4294454" y="7502761"/>
                  </a:lnTo>
                  <a:lnTo>
                    <a:pt x="4215448" y="7498230"/>
                  </a:lnTo>
                  <a:lnTo>
                    <a:pt x="4143241" y="7493211"/>
                  </a:lnTo>
                  <a:lnTo>
                    <a:pt x="4077267" y="7487639"/>
                  </a:lnTo>
                  <a:lnTo>
                    <a:pt x="4016781" y="7481441"/>
                  </a:lnTo>
                  <a:lnTo>
                    <a:pt x="3960949" y="7474536"/>
                  </a:lnTo>
                  <a:lnTo>
                    <a:pt x="3908921" y="7466847"/>
                  </a:lnTo>
                  <a:lnTo>
                    <a:pt x="3859883" y="7458313"/>
                  </a:lnTo>
                  <a:lnTo>
                    <a:pt x="3829811" y="7452412"/>
                  </a:lnTo>
                  <a:lnTo>
                    <a:pt x="3774912" y="7440290"/>
                  </a:lnTo>
                  <a:lnTo>
                    <a:pt x="3721793" y="7426870"/>
                  </a:lnTo>
                  <a:lnTo>
                    <a:pt x="3669747" y="7412135"/>
                  </a:lnTo>
                  <a:lnTo>
                    <a:pt x="3618266" y="7396119"/>
                  </a:lnTo>
                  <a:lnTo>
                    <a:pt x="3567006" y="7378910"/>
                  </a:lnTo>
                  <a:lnTo>
                    <a:pt x="3515756" y="7360656"/>
                  </a:lnTo>
                  <a:lnTo>
                    <a:pt x="3464415" y="7341563"/>
                  </a:lnTo>
                  <a:lnTo>
                    <a:pt x="3412964" y="7321881"/>
                  </a:lnTo>
                  <a:lnTo>
                    <a:pt x="3361445" y="7301903"/>
                  </a:lnTo>
                  <a:lnTo>
                    <a:pt x="3309928" y="7281934"/>
                  </a:lnTo>
                  <a:lnTo>
                    <a:pt x="3258484" y="7262284"/>
                  </a:lnTo>
                  <a:lnTo>
                    <a:pt x="3207149" y="7243239"/>
                  </a:lnTo>
                  <a:lnTo>
                    <a:pt x="3155903" y="7225049"/>
                  </a:lnTo>
                  <a:lnTo>
                    <a:pt x="3104637" y="7207916"/>
                  </a:lnTo>
                  <a:lnTo>
                    <a:pt x="3053130" y="7191983"/>
                  </a:lnTo>
                  <a:lnTo>
                    <a:pt x="3001030" y="7177336"/>
                  </a:lnTo>
                  <a:lnTo>
                    <a:pt x="2947817" y="7164004"/>
                  </a:lnTo>
                  <a:lnTo>
                    <a:pt x="2896531" y="7152735"/>
                  </a:lnTo>
                  <a:lnTo>
                    <a:pt x="2849016" y="7143647"/>
                  </a:lnTo>
                  <a:lnTo>
                    <a:pt x="2798985" y="7135423"/>
                  </a:lnTo>
                  <a:lnTo>
                    <a:pt x="2745678" y="7128026"/>
                  </a:lnTo>
                  <a:lnTo>
                    <a:pt x="2688261" y="7121386"/>
                  </a:lnTo>
                  <a:lnTo>
                    <a:pt x="2625882" y="7115424"/>
                  </a:lnTo>
                  <a:lnTo>
                    <a:pt x="2557732" y="7110060"/>
                  </a:lnTo>
                  <a:lnTo>
                    <a:pt x="2483118" y="7105225"/>
                  </a:lnTo>
                  <a:lnTo>
                    <a:pt x="2401569" y="7100857"/>
                  </a:lnTo>
                  <a:lnTo>
                    <a:pt x="2312980" y="7096912"/>
                  </a:lnTo>
                  <a:lnTo>
                    <a:pt x="2217788" y="7093357"/>
                  </a:lnTo>
                  <a:lnTo>
                    <a:pt x="2117159" y="7090176"/>
                  </a:lnTo>
                  <a:lnTo>
                    <a:pt x="2013160" y="7087364"/>
                  </a:lnTo>
                  <a:lnTo>
                    <a:pt x="1908827" y="7084926"/>
                  </a:lnTo>
                  <a:lnTo>
                    <a:pt x="1808056" y="7082869"/>
                  </a:lnTo>
                  <a:lnTo>
                    <a:pt x="1715246" y="7081201"/>
                  </a:lnTo>
                  <a:lnTo>
                    <a:pt x="1634679" y="7079915"/>
                  </a:lnTo>
                  <a:lnTo>
                    <a:pt x="1569760" y="7078988"/>
                  </a:lnTo>
                  <a:lnTo>
                    <a:pt x="1522297" y="7078379"/>
                  </a:lnTo>
                  <a:lnTo>
                    <a:pt x="1492048" y="7078028"/>
                  </a:lnTo>
                  <a:lnTo>
                    <a:pt x="1476627" y="7077866"/>
                  </a:lnTo>
                  <a:lnTo>
                    <a:pt x="1471715" y="7077819"/>
                  </a:lnTo>
                  <a:lnTo>
                    <a:pt x="1471387" y="7077816"/>
                  </a:lnTo>
                  <a:lnTo>
                    <a:pt x="0" y="7077816"/>
                  </a:lnTo>
                  <a:close/>
                </a:path>
              </a:pathLst>
            </a:custGeom>
            <a:solidFill>
              <a:srgbClr val="F1C40F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977" name="pl1977"/>
            <p:cNvSpPr/>
            <p:nvPr/>
          </p:nvSpPr>
          <p:spPr>
            <a:xfrm>
              <a:off x="4799595" y="3631225"/>
              <a:ext cx="11981298" cy="7527331"/>
            </a:xfrm>
            <a:custGeom>
              <a:avLst/>
              <a:pathLst>
                <a:path w="11981298" h="7527331">
                  <a:moveTo>
                    <a:pt x="0" y="7077816"/>
                  </a:moveTo>
                  <a:lnTo>
                    <a:pt x="1471387" y="7077816"/>
                  </a:lnTo>
                  <a:lnTo>
                    <a:pt x="1472622" y="7077827"/>
                  </a:lnTo>
                  <a:lnTo>
                    <a:pt x="1480728" y="7077908"/>
                  </a:lnTo>
                  <a:lnTo>
                    <a:pt x="1501110" y="7078129"/>
                  </a:lnTo>
                  <a:lnTo>
                    <a:pt x="1537422" y="7078566"/>
                  </a:lnTo>
                  <a:lnTo>
                    <a:pt x="1591285" y="7079284"/>
                  </a:lnTo>
                  <a:lnTo>
                    <a:pt x="1662171" y="7080337"/>
                  </a:lnTo>
                  <a:lnTo>
                    <a:pt x="1747623" y="7081760"/>
                  </a:lnTo>
                  <a:lnTo>
                    <a:pt x="1843829" y="7083569"/>
                  </a:lnTo>
                  <a:lnTo>
                    <a:pt x="1946381" y="7085764"/>
                  </a:lnTo>
                  <a:lnTo>
                    <a:pt x="2051003" y="7088339"/>
                  </a:lnTo>
                  <a:lnTo>
                    <a:pt x="2154083" y="7091285"/>
                  </a:lnTo>
                  <a:lnTo>
                    <a:pt x="2252933" y="7094600"/>
                  </a:lnTo>
                  <a:lnTo>
                    <a:pt x="2345829" y="7098293"/>
                  </a:lnTo>
                  <a:lnTo>
                    <a:pt x="2431889" y="7102386"/>
                  </a:lnTo>
                  <a:lnTo>
                    <a:pt x="2510894" y="7106917"/>
                  </a:lnTo>
                  <a:lnTo>
                    <a:pt x="2583101" y="7111936"/>
                  </a:lnTo>
                  <a:lnTo>
                    <a:pt x="2649075" y="7117508"/>
                  </a:lnTo>
                  <a:lnTo>
                    <a:pt x="2709561" y="7123706"/>
                  </a:lnTo>
                  <a:lnTo>
                    <a:pt x="2765393" y="7130611"/>
                  </a:lnTo>
                  <a:lnTo>
                    <a:pt x="2817421" y="7138300"/>
                  </a:lnTo>
                  <a:lnTo>
                    <a:pt x="2866460" y="7146834"/>
                  </a:lnTo>
                  <a:lnTo>
                    <a:pt x="2896531" y="7152735"/>
                  </a:lnTo>
                  <a:lnTo>
                    <a:pt x="2951430" y="7164857"/>
                  </a:lnTo>
                  <a:lnTo>
                    <a:pt x="3004549" y="7178277"/>
                  </a:lnTo>
                  <a:lnTo>
                    <a:pt x="3056596" y="7193012"/>
                  </a:lnTo>
                  <a:lnTo>
                    <a:pt x="3108076" y="7209028"/>
                  </a:lnTo>
                  <a:lnTo>
                    <a:pt x="3159336" y="7226237"/>
                  </a:lnTo>
                  <a:lnTo>
                    <a:pt x="3210586" y="7244491"/>
                  </a:lnTo>
                  <a:lnTo>
                    <a:pt x="3261928" y="7263584"/>
                  </a:lnTo>
                  <a:lnTo>
                    <a:pt x="3313379" y="7283266"/>
                  </a:lnTo>
                  <a:lnTo>
                    <a:pt x="3364898" y="7303244"/>
                  </a:lnTo>
                  <a:lnTo>
                    <a:pt x="3416414" y="7323213"/>
                  </a:lnTo>
                  <a:lnTo>
                    <a:pt x="3467858" y="7342863"/>
                  </a:lnTo>
                  <a:lnTo>
                    <a:pt x="3519193" y="7361908"/>
                  </a:lnTo>
                  <a:lnTo>
                    <a:pt x="3570439" y="7380098"/>
                  </a:lnTo>
                  <a:lnTo>
                    <a:pt x="3621706" y="7397231"/>
                  </a:lnTo>
                  <a:lnTo>
                    <a:pt x="3673212" y="7413164"/>
                  </a:lnTo>
                  <a:lnTo>
                    <a:pt x="3725312" y="7427811"/>
                  </a:lnTo>
                  <a:lnTo>
                    <a:pt x="3778526" y="7441143"/>
                  </a:lnTo>
                  <a:lnTo>
                    <a:pt x="3829811" y="7452412"/>
                  </a:lnTo>
                  <a:lnTo>
                    <a:pt x="3877327" y="7461500"/>
                  </a:lnTo>
                  <a:lnTo>
                    <a:pt x="3927357" y="7469724"/>
                  </a:lnTo>
                  <a:lnTo>
                    <a:pt x="3980664" y="7477121"/>
                  </a:lnTo>
                  <a:lnTo>
                    <a:pt x="4038082" y="7483761"/>
                  </a:lnTo>
                  <a:lnTo>
                    <a:pt x="4100460" y="7489723"/>
                  </a:lnTo>
                  <a:lnTo>
                    <a:pt x="4168610" y="7495087"/>
                  </a:lnTo>
                  <a:lnTo>
                    <a:pt x="4243224" y="7499922"/>
                  </a:lnTo>
                  <a:lnTo>
                    <a:pt x="4324773" y="7504290"/>
                  </a:lnTo>
                  <a:lnTo>
                    <a:pt x="4413362" y="7508235"/>
                  </a:lnTo>
                  <a:lnTo>
                    <a:pt x="4508554" y="7511790"/>
                  </a:lnTo>
                  <a:lnTo>
                    <a:pt x="4609183" y="7514971"/>
                  </a:lnTo>
                  <a:lnTo>
                    <a:pt x="4713182" y="7517783"/>
                  </a:lnTo>
                  <a:lnTo>
                    <a:pt x="4817515" y="7520221"/>
                  </a:lnTo>
                  <a:lnTo>
                    <a:pt x="4918286" y="7522278"/>
                  </a:lnTo>
                  <a:lnTo>
                    <a:pt x="5011096" y="7523946"/>
                  </a:lnTo>
                  <a:lnTo>
                    <a:pt x="5091663" y="7525232"/>
                  </a:lnTo>
                  <a:lnTo>
                    <a:pt x="5156582" y="7526159"/>
                  </a:lnTo>
                  <a:lnTo>
                    <a:pt x="5204045" y="7526768"/>
                  </a:lnTo>
                  <a:lnTo>
                    <a:pt x="5234294" y="7527119"/>
                  </a:lnTo>
                  <a:lnTo>
                    <a:pt x="5249715" y="7527281"/>
                  </a:lnTo>
                  <a:lnTo>
                    <a:pt x="5254627" y="7527328"/>
                  </a:lnTo>
                  <a:lnTo>
                    <a:pt x="5254955" y="7527331"/>
                  </a:lnTo>
                  <a:lnTo>
                    <a:pt x="6726343" y="7527331"/>
                  </a:lnTo>
                  <a:lnTo>
                    <a:pt x="6727065" y="7527222"/>
                  </a:lnTo>
                  <a:lnTo>
                    <a:pt x="6731856" y="7526448"/>
                  </a:lnTo>
                  <a:lnTo>
                    <a:pt x="6744082" y="7524312"/>
                  </a:lnTo>
                  <a:lnTo>
                    <a:pt x="6766307" y="7520098"/>
                  </a:lnTo>
                  <a:lnTo>
                    <a:pt x="6800181" y="7513111"/>
                  </a:lnTo>
                  <a:lnTo>
                    <a:pt x="6846331" y="7502727"/>
                  </a:lnTo>
                  <a:lnTo>
                    <a:pt x="6904341" y="7488440"/>
                  </a:lnTo>
                  <a:lnTo>
                    <a:pt x="6972859" y="7469894"/>
                  </a:lnTo>
                  <a:lnTo>
                    <a:pt x="7049816" y="7446892"/>
                  </a:lnTo>
                  <a:lnTo>
                    <a:pt x="7132727" y="7419375"/>
                  </a:lnTo>
                  <a:lnTo>
                    <a:pt x="7219012" y="7387380"/>
                  </a:lnTo>
                  <a:lnTo>
                    <a:pt x="7306258" y="7350991"/>
                  </a:lnTo>
                  <a:lnTo>
                    <a:pt x="7392408" y="7310285"/>
                  </a:lnTo>
                  <a:lnTo>
                    <a:pt x="7475862" y="7265289"/>
                  </a:lnTo>
                  <a:lnTo>
                    <a:pt x="7555487" y="7215948"/>
                  </a:lnTo>
                  <a:lnTo>
                    <a:pt x="7630586" y="7162101"/>
                  </a:lnTo>
                  <a:lnTo>
                    <a:pt x="7700830" y="7103475"/>
                  </a:lnTo>
                  <a:lnTo>
                    <a:pt x="7766174" y="7039675"/>
                  </a:lnTo>
                  <a:lnTo>
                    <a:pt x="7826791" y="6970195"/>
                  </a:lnTo>
                  <a:lnTo>
                    <a:pt x="7882999" y="6894422"/>
                  </a:lnTo>
                  <a:lnTo>
                    <a:pt x="7935212" y="6811654"/>
                  </a:lnTo>
                  <a:lnTo>
                    <a:pt x="7983899" y="6721128"/>
                  </a:lnTo>
                  <a:lnTo>
                    <a:pt x="8029554" y="6622061"/>
                  </a:lnTo>
                  <a:lnTo>
                    <a:pt x="8072666" y="6513723"/>
                  </a:lnTo>
                  <a:lnTo>
                    <a:pt x="8113705" y="6395537"/>
                  </a:lnTo>
                  <a:lnTo>
                    <a:pt x="8151487" y="6272776"/>
                  </a:lnTo>
                  <a:lnTo>
                    <a:pt x="8175819" y="6186454"/>
                  </a:lnTo>
                  <a:lnTo>
                    <a:pt x="8199716" y="6096039"/>
                  </a:lnTo>
                  <a:lnTo>
                    <a:pt x="8223255" y="6001457"/>
                  </a:lnTo>
                  <a:lnTo>
                    <a:pt x="8246502" y="5902656"/>
                  </a:lnTo>
                  <a:lnTo>
                    <a:pt x="8269516" y="5799616"/>
                  </a:lnTo>
                  <a:lnTo>
                    <a:pt x="8292348" y="5692343"/>
                  </a:lnTo>
                  <a:lnTo>
                    <a:pt x="8315042" y="5580878"/>
                  </a:lnTo>
                  <a:lnTo>
                    <a:pt x="8337634" y="5465292"/>
                  </a:lnTo>
                  <a:lnTo>
                    <a:pt x="8360157" y="5345694"/>
                  </a:lnTo>
                  <a:lnTo>
                    <a:pt x="8382636" y="5222227"/>
                  </a:lnTo>
                  <a:lnTo>
                    <a:pt x="8405092" y="5095073"/>
                  </a:lnTo>
                  <a:lnTo>
                    <a:pt x="8427543" y="4964448"/>
                  </a:lnTo>
                  <a:lnTo>
                    <a:pt x="8449999" y="4830605"/>
                  </a:lnTo>
                  <a:lnTo>
                    <a:pt x="8472471" y="4693831"/>
                  </a:lnTo>
                  <a:lnTo>
                    <a:pt x="8494963" y="4554445"/>
                  </a:lnTo>
                  <a:lnTo>
                    <a:pt x="8517476" y="4412798"/>
                  </a:lnTo>
                  <a:lnTo>
                    <a:pt x="8540012" y="4269265"/>
                  </a:lnTo>
                  <a:lnTo>
                    <a:pt x="8562566" y="4124244"/>
                  </a:lnTo>
                  <a:lnTo>
                    <a:pt x="8585135" y="3978153"/>
                  </a:lnTo>
                  <a:lnTo>
                    <a:pt x="8607714" y="3831420"/>
                  </a:lnTo>
                  <a:lnTo>
                    <a:pt x="8630295" y="3684485"/>
                  </a:lnTo>
                  <a:lnTo>
                    <a:pt x="8652873" y="3537787"/>
                  </a:lnTo>
                  <a:lnTo>
                    <a:pt x="8675442" y="3391764"/>
                  </a:lnTo>
                  <a:lnTo>
                    <a:pt x="8697995" y="3246844"/>
                  </a:lnTo>
                  <a:lnTo>
                    <a:pt x="8720529" y="3103444"/>
                  </a:lnTo>
                  <a:lnTo>
                    <a:pt x="8743041" y="2961959"/>
                  </a:lnTo>
                  <a:lnTo>
                    <a:pt x="8765531" y="2822764"/>
                  </a:lnTo>
                  <a:lnTo>
                    <a:pt x="8788001" y="2686207"/>
                  </a:lnTo>
                  <a:lnTo>
                    <a:pt x="8810457" y="2552604"/>
                  </a:lnTo>
                  <a:lnTo>
                    <a:pt x="8832907" y="2422241"/>
                  </a:lnTo>
                  <a:lnTo>
                    <a:pt x="8855365" y="2295366"/>
                  </a:lnTo>
                  <a:lnTo>
                    <a:pt x="8877846" y="2172195"/>
                  </a:lnTo>
                  <a:lnTo>
                    <a:pt x="8900373" y="2052904"/>
                  </a:lnTo>
                  <a:lnTo>
                    <a:pt x="8922972" y="1937635"/>
                  </a:lnTo>
                  <a:lnTo>
                    <a:pt x="8945675" y="1826493"/>
                  </a:lnTo>
                  <a:lnTo>
                    <a:pt x="8968520" y="1719548"/>
                  </a:lnTo>
                  <a:lnTo>
                    <a:pt x="8991550" y="1616838"/>
                  </a:lnTo>
                  <a:lnTo>
                    <a:pt x="9014818" y="1518367"/>
                  </a:lnTo>
                  <a:lnTo>
                    <a:pt x="9038382" y="1424111"/>
                  </a:lnTo>
                  <a:lnTo>
                    <a:pt x="9062310" y="1334018"/>
                  </a:lnTo>
                  <a:lnTo>
                    <a:pt x="9084767" y="1254555"/>
                  </a:lnTo>
                  <a:lnTo>
                    <a:pt x="9124219" y="1126678"/>
                  </a:lnTo>
                  <a:lnTo>
                    <a:pt x="9165335" y="1008910"/>
                  </a:lnTo>
                  <a:lnTo>
                    <a:pt x="9208544" y="900970"/>
                  </a:lnTo>
                  <a:lnTo>
                    <a:pt x="9254314" y="802274"/>
                  </a:lnTo>
                  <a:lnTo>
                    <a:pt x="9303139" y="712086"/>
                  </a:lnTo>
                  <a:lnTo>
                    <a:pt x="9355509" y="629624"/>
                  </a:lnTo>
                  <a:lnTo>
                    <a:pt x="9411892" y="554126"/>
                  </a:lnTo>
                  <a:lnTo>
                    <a:pt x="9472700" y="484893"/>
                  </a:lnTo>
                  <a:lnTo>
                    <a:pt x="9538246" y="421318"/>
                  </a:lnTo>
                  <a:lnTo>
                    <a:pt x="9608694" y="362897"/>
                  </a:lnTo>
                  <a:lnTo>
                    <a:pt x="9683990" y="309243"/>
                  </a:lnTo>
                  <a:lnTo>
                    <a:pt x="9763791" y="260085"/>
                  </a:lnTo>
                  <a:lnTo>
                    <a:pt x="9847383" y="215268"/>
                  </a:lnTo>
                  <a:lnTo>
                    <a:pt x="9933614" y="174740"/>
                  </a:lnTo>
                  <a:lnTo>
                    <a:pt x="10020863" y="138532"/>
                  </a:lnTo>
                  <a:lnTo>
                    <a:pt x="10107058" y="106722"/>
                  </a:lnTo>
                  <a:lnTo>
                    <a:pt x="10189774" y="79392"/>
                  </a:lnTo>
                  <a:lnTo>
                    <a:pt x="10266427" y="56577"/>
                  </a:lnTo>
                  <a:lnTo>
                    <a:pt x="10334545" y="38214"/>
                  </a:lnTo>
                  <a:lnTo>
                    <a:pt x="10392084" y="24097"/>
                  </a:lnTo>
                  <a:lnTo>
                    <a:pt x="10437724" y="13865"/>
                  </a:lnTo>
                  <a:lnTo>
                    <a:pt x="10471094" y="7007"/>
                  </a:lnTo>
                  <a:lnTo>
                    <a:pt x="10492864" y="2893"/>
                  </a:lnTo>
                  <a:lnTo>
                    <a:pt x="10504724" y="828"/>
                  </a:lnTo>
                  <a:lnTo>
                    <a:pt x="10509274" y="95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78" name="pl1978"/>
            <p:cNvSpPr/>
            <p:nvPr/>
          </p:nvSpPr>
          <p:spPr>
            <a:xfrm>
              <a:off x="4799595" y="3623052"/>
              <a:ext cx="11981298" cy="7527331"/>
            </a:xfrm>
            <a:custGeom>
              <a:avLst/>
              <a:pathLst>
                <a:path w="11981298" h="7527331">
                  <a:moveTo>
                    <a:pt x="11981298" y="0"/>
                  </a:moveTo>
                  <a:lnTo>
                    <a:pt x="10509911" y="0"/>
                  </a:lnTo>
                  <a:lnTo>
                    <a:pt x="10509188" y="108"/>
                  </a:lnTo>
                  <a:lnTo>
                    <a:pt x="10504397" y="882"/>
                  </a:lnTo>
                  <a:lnTo>
                    <a:pt x="10492171" y="3018"/>
                  </a:lnTo>
                  <a:lnTo>
                    <a:pt x="10469946" y="7232"/>
                  </a:lnTo>
                  <a:lnTo>
                    <a:pt x="10436072" y="14219"/>
                  </a:lnTo>
                  <a:lnTo>
                    <a:pt x="10389923" y="24603"/>
                  </a:lnTo>
                  <a:lnTo>
                    <a:pt x="10331912" y="38891"/>
                  </a:lnTo>
                  <a:lnTo>
                    <a:pt x="10263394" y="57436"/>
                  </a:lnTo>
                  <a:lnTo>
                    <a:pt x="10186438" y="80438"/>
                  </a:lnTo>
                  <a:lnTo>
                    <a:pt x="10103526" y="107955"/>
                  </a:lnTo>
                  <a:lnTo>
                    <a:pt x="10017241" y="139950"/>
                  </a:lnTo>
                  <a:lnTo>
                    <a:pt x="9929996" y="176340"/>
                  </a:lnTo>
                  <a:lnTo>
                    <a:pt x="9843845" y="217046"/>
                  </a:lnTo>
                  <a:lnTo>
                    <a:pt x="9760392" y="262042"/>
                  </a:lnTo>
                  <a:lnTo>
                    <a:pt x="9680766" y="311383"/>
                  </a:lnTo>
                  <a:lnTo>
                    <a:pt x="9605667" y="365229"/>
                  </a:lnTo>
                  <a:lnTo>
                    <a:pt x="9535423" y="423856"/>
                  </a:lnTo>
                  <a:lnTo>
                    <a:pt x="9470079" y="487655"/>
                  </a:lnTo>
                  <a:lnTo>
                    <a:pt x="9409462" y="557135"/>
                  </a:lnTo>
                  <a:lnTo>
                    <a:pt x="9353254" y="632909"/>
                  </a:lnTo>
                  <a:lnTo>
                    <a:pt x="9301041" y="715676"/>
                  </a:lnTo>
                  <a:lnTo>
                    <a:pt x="9252354" y="806203"/>
                  </a:lnTo>
                  <a:lnTo>
                    <a:pt x="9206700" y="905269"/>
                  </a:lnTo>
                  <a:lnTo>
                    <a:pt x="9163587" y="1013607"/>
                  </a:lnTo>
                  <a:lnTo>
                    <a:pt x="9122548" y="1131793"/>
                  </a:lnTo>
                  <a:lnTo>
                    <a:pt x="9084767" y="1254555"/>
                  </a:lnTo>
                  <a:lnTo>
                    <a:pt x="9060434" y="1340877"/>
                  </a:lnTo>
                  <a:lnTo>
                    <a:pt x="9036537" y="1431291"/>
                  </a:lnTo>
                  <a:lnTo>
                    <a:pt x="9012999" y="1525874"/>
                  </a:lnTo>
                  <a:lnTo>
                    <a:pt x="8989751" y="1624674"/>
                  </a:lnTo>
                  <a:lnTo>
                    <a:pt x="8966737" y="1727714"/>
                  </a:lnTo>
                  <a:lnTo>
                    <a:pt x="8943905" y="1834987"/>
                  </a:lnTo>
                  <a:lnTo>
                    <a:pt x="8921211" y="1946453"/>
                  </a:lnTo>
                  <a:lnTo>
                    <a:pt x="8898619" y="2062039"/>
                  </a:lnTo>
                  <a:lnTo>
                    <a:pt x="8876096" y="2181637"/>
                  </a:lnTo>
                  <a:lnTo>
                    <a:pt x="8853618" y="2305103"/>
                  </a:lnTo>
                  <a:lnTo>
                    <a:pt x="8831161" y="2432257"/>
                  </a:lnTo>
                  <a:lnTo>
                    <a:pt x="8808711" y="2562882"/>
                  </a:lnTo>
                  <a:lnTo>
                    <a:pt x="8786254" y="2696725"/>
                  </a:lnTo>
                  <a:lnTo>
                    <a:pt x="8763782" y="2833500"/>
                  </a:lnTo>
                  <a:lnTo>
                    <a:pt x="8741291" y="2972885"/>
                  </a:lnTo>
                  <a:lnTo>
                    <a:pt x="8718777" y="3114532"/>
                  </a:lnTo>
                  <a:lnTo>
                    <a:pt x="8696241" y="3258066"/>
                  </a:lnTo>
                  <a:lnTo>
                    <a:pt x="8673687" y="3403086"/>
                  </a:lnTo>
                  <a:lnTo>
                    <a:pt x="8651118" y="3549178"/>
                  </a:lnTo>
                  <a:lnTo>
                    <a:pt x="8628539" y="3695910"/>
                  </a:lnTo>
                  <a:lnTo>
                    <a:pt x="8605958" y="3842845"/>
                  </a:lnTo>
                  <a:lnTo>
                    <a:pt x="8583380" y="3989543"/>
                  </a:lnTo>
                  <a:lnTo>
                    <a:pt x="8560812" y="4135567"/>
                  </a:lnTo>
                  <a:lnTo>
                    <a:pt x="8538258" y="4280486"/>
                  </a:lnTo>
                  <a:lnTo>
                    <a:pt x="8515725" y="4423887"/>
                  </a:lnTo>
                  <a:lnTo>
                    <a:pt x="8493213" y="4565372"/>
                  </a:lnTo>
                  <a:lnTo>
                    <a:pt x="8470723" y="4704566"/>
                  </a:lnTo>
                  <a:lnTo>
                    <a:pt x="8448252" y="4841124"/>
                  </a:lnTo>
                  <a:lnTo>
                    <a:pt x="8425796" y="4974726"/>
                  </a:lnTo>
                  <a:lnTo>
                    <a:pt x="8403346" y="5105090"/>
                  </a:lnTo>
                  <a:lnTo>
                    <a:pt x="8380889" y="5231965"/>
                  </a:lnTo>
                  <a:lnTo>
                    <a:pt x="8358407" y="5355136"/>
                  </a:lnTo>
                  <a:lnTo>
                    <a:pt x="8335880" y="5474427"/>
                  </a:lnTo>
                  <a:lnTo>
                    <a:pt x="8313281" y="5589696"/>
                  </a:lnTo>
                  <a:lnTo>
                    <a:pt x="8290578" y="5700837"/>
                  </a:lnTo>
                  <a:lnTo>
                    <a:pt x="8267733" y="5807782"/>
                  </a:lnTo>
                  <a:lnTo>
                    <a:pt x="8244703" y="5910492"/>
                  </a:lnTo>
                  <a:lnTo>
                    <a:pt x="8221435" y="6008963"/>
                  </a:lnTo>
                  <a:lnTo>
                    <a:pt x="8197871" y="6103220"/>
                  </a:lnTo>
                  <a:lnTo>
                    <a:pt x="8173943" y="6193313"/>
                  </a:lnTo>
                  <a:lnTo>
                    <a:pt x="8151487" y="6272776"/>
                  </a:lnTo>
                  <a:lnTo>
                    <a:pt x="8112034" y="6400652"/>
                  </a:lnTo>
                  <a:lnTo>
                    <a:pt x="8070918" y="6518421"/>
                  </a:lnTo>
                  <a:lnTo>
                    <a:pt x="8027709" y="6626360"/>
                  </a:lnTo>
                  <a:lnTo>
                    <a:pt x="7981939" y="6725056"/>
                  </a:lnTo>
                  <a:lnTo>
                    <a:pt x="7933115" y="6815244"/>
                  </a:lnTo>
                  <a:lnTo>
                    <a:pt x="7880745" y="6897707"/>
                  </a:lnTo>
                  <a:lnTo>
                    <a:pt x="7824361" y="6973205"/>
                  </a:lnTo>
                  <a:lnTo>
                    <a:pt x="7763554" y="7042437"/>
                  </a:lnTo>
                  <a:lnTo>
                    <a:pt x="7698007" y="7106012"/>
                  </a:lnTo>
                  <a:lnTo>
                    <a:pt x="7627560" y="7164433"/>
                  </a:lnTo>
                  <a:lnTo>
                    <a:pt x="7552263" y="7218088"/>
                  </a:lnTo>
                  <a:lnTo>
                    <a:pt x="7472462" y="7267246"/>
                  </a:lnTo>
                  <a:lnTo>
                    <a:pt x="7388871" y="7312062"/>
                  </a:lnTo>
                  <a:lnTo>
                    <a:pt x="7302639" y="7352590"/>
                  </a:lnTo>
                  <a:lnTo>
                    <a:pt x="7215390" y="7388799"/>
                  </a:lnTo>
                  <a:lnTo>
                    <a:pt x="7129195" y="7420609"/>
                  </a:lnTo>
                  <a:lnTo>
                    <a:pt x="7046480" y="7447939"/>
                  </a:lnTo>
                  <a:lnTo>
                    <a:pt x="6969826" y="7470753"/>
                  </a:lnTo>
                  <a:lnTo>
                    <a:pt x="6901708" y="7489117"/>
                  </a:lnTo>
                  <a:lnTo>
                    <a:pt x="6844169" y="7503234"/>
                  </a:lnTo>
                  <a:lnTo>
                    <a:pt x="6798529" y="7513465"/>
                  </a:lnTo>
                  <a:lnTo>
                    <a:pt x="6765159" y="7520324"/>
                  </a:lnTo>
                  <a:lnTo>
                    <a:pt x="6743389" y="7524437"/>
                  </a:lnTo>
                  <a:lnTo>
                    <a:pt x="6731529" y="7526503"/>
                  </a:lnTo>
                  <a:lnTo>
                    <a:pt x="6726980" y="7527235"/>
                  </a:lnTo>
                  <a:lnTo>
                    <a:pt x="6726343" y="7527331"/>
                  </a:lnTo>
                  <a:lnTo>
                    <a:pt x="5254955" y="7527331"/>
                  </a:lnTo>
                  <a:lnTo>
                    <a:pt x="5253720" y="7527320"/>
                  </a:lnTo>
                  <a:lnTo>
                    <a:pt x="5245614" y="7527239"/>
                  </a:lnTo>
                  <a:lnTo>
                    <a:pt x="5225232" y="7527018"/>
                  </a:lnTo>
                  <a:lnTo>
                    <a:pt x="5188920" y="7526581"/>
                  </a:lnTo>
                  <a:lnTo>
                    <a:pt x="5135057" y="7525863"/>
                  </a:lnTo>
                  <a:lnTo>
                    <a:pt x="5064171" y="7524810"/>
                  </a:lnTo>
                  <a:lnTo>
                    <a:pt x="4978719" y="7523387"/>
                  </a:lnTo>
                  <a:lnTo>
                    <a:pt x="4882513" y="7521578"/>
                  </a:lnTo>
                  <a:lnTo>
                    <a:pt x="4779961" y="7519383"/>
                  </a:lnTo>
                  <a:lnTo>
                    <a:pt x="4675339" y="7516808"/>
                  </a:lnTo>
                  <a:lnTo>
                    <a:pt x="4572260" y="7513862"/>
                  </a:lnTo>
                  <a:lnTo>
                    <a:pt x="4473409" y="7510547"/>
                  </a:lnTo>
                  <a:lnTo>
                    <a:pt x="4380513" y="7506854"/>
                  </a:lnTo>
                  <a:lnTo>
                    <a:pt x="4294454" y="7502761"/>
                  </a:lnTo>
                  <a:lnTo>
                    <a:pt x="4215448" y="7498230"/>
                  </a:lnTo>
                  <a:lnTo>
                    <a:pt x="4143241" y="7493211"/>
                  </a:lnTo>
                  <a:lnTo>
                    <a:pt x="4077267" y="7487639"/>
                  </a:lnTo>
                  <a:lnTo>
                    <a:pt x="4016781" y="7481441"/>
                  </a:lnTo>
                  <a:lnTo>
                    <a:pt x="3960949" y="7474536"/>
                  </a:lnTo>
                  <a:lnTo>
                    <a:pt x="3908921" y="7466847"/>
                  </a:lnTo>
                  <a:lnTo>
                    <a:pt x="3859883" y="7458313"/>
                  </a:lnTo>
                  <a:lnTo>
                    <a:pt x="3829811" y="7452412"/>
                  </a:lnTo>
                  <a:lnTo>
                    <a:pt x="3774912" y="7440290"/>
                  </a:lnTo>
                  <a:lnTo>
                    <a:pt x="3721793" y="7426870"/>
                  </a:lnTo>
                  <a:lnTo>
                    <a:pt x="3669747" y="7412135"/>
                  </a:lnTo>
                  <a:lnTo>
                    <a:pt x="3618266" y="7396119"/>
                  </a:lnTo>
                  <a:lnTo>
                    <a:pt x="3567006" y="7378910"/>
                  </a:lnTo>
                  <a:lnTo>
                    <a:pt x="3515756" y="7360656"/>
                  </a:lnTo>
                  <a:lnTo>
                    <a:pt x="3464415" y="7341563"/>
                  </a:lnTo>
                  <a:lnTo>
                    <a:pt x="3412964" y="7321881"/>
                  </a:lnTo>
                  <a:lnTo>
                    <a:pt x="3361445" y="7301903"/>
                  </a:lnTo>
                  <a:lnTo>
                    <a:pt x="3309928" y="7281934"/>
                  </a:lnTo>
                  <a:lnTo>
                    <a:pt x="3258484" y="7262284"/>
                  </a:lnTo>
                  <a:lnTo>
                    <a:pt x="3207149" y="7243239"/>
                  </a:lnTo>
                  <a:lnTo>
                    <a:pt x="3155903" y="7225049"/>
                  </a:lnTo>
                  <a:lnTo>
                    <a:pt x="3104637" y="7207916"/>
                  </a:lnTo>
                  <a:lnTo>
                    <a:pt x="3053130" y="7191983"/>
                  </a:lnTo>
                  <a:lnTo>
                    <a:pt x="3001030" y="7177336"/>
                  </a:lnTo>
                  <a:lnTo>
                    <a:pt x="2947817" y="7164004"/>
                  </a:lnTo>
                  <a:lnTo>
                    <a:pt x="2896531" y="7152735"/>
                  </a:lnTo>
                  <a:lnTo>
                    <a:pt x="2849016" y="7143647"/>
                  </a:lnTo>
                  <a:lnTo>
                    <a:pt x="2798985" y="7135423"/>
                  </a:lnTo>
                  <a:lnTo>
                    <a:pt x="2745678" y="7128026"/>
                  </a:lnTo>
                  <a:lnTo>
                    <a:pt x="2688261" y="7121386"/>
                  </a:lnTo>
                  <a:lnTo>
                    <a:pt x="2625882" y="7115424"/>
                  </a:lnTo>
                  <a:lnTo>
                    <a:pt x="2557732" y="7110060"/>
                  </a:lnTo>
                  <a:lnTo>
                    <a:pt x="2483118" y="7105225"/>
                  </a:lnTo>
                  <a:lnTo>
                    <a:pt x="2401569" y="7100857"/>
                  </a:lnTo>
                  <a:lnTo>
                    <a:pt x="2312980" y="7096912"/>
                  </a:lnTo>
                  <a:lnTo>
                    <a:pt x="2217788" y="7093357"/>
                  </a:lnTo>
                  <a:lnTo>
                    <a:pt x="2117159" y="7090176"/>
                  </a:lnTo>
                  <a:lnTo>
                    <a:pt x="2013160" y="7087364"/>
                  </a:lnTo>
                  <a:lnTo>
                    <a:pt x="1908827" y="7084926"/>
                  </a:lnTo>
                  <a:lnTo>
                    <a:pt x="1808056" y="7082869"/>
                  </a:lnTo>
                  <a:lnTo>
                    <a:pt x="1715246" y="7081201"/>
                  </a:lnTo>
                  <a:lnTo>
                    <a:pt x="1634679" y="7079915"/>
                  </a:lnTo>
                  <a:lnTo>
                    <a:pt x="1569760" y="7078988"/>
                  </a:lnTo>
                  <a:lnTo>
                    <a:pt x="1522297" y="7078379"/>
                  </a:lnTo>
                  <a:lnTo>
                    <a:pt x="1492048" y="7078028"/>
                  </a:lnTo>
                  <a:lnTo>
                    <a:pt x="1476627" y="7077866"/>
                  </a:lnTo>
                  <a:lnTo>
                    <a:pt x="1471715" y="7077819"/>
                  </a:lnTo>
                  <a:lnTo>
                    <a:pt x="1471387" y="7077816"/>
                  </a:lnTo>
                  <a:lnTo>
                    <a:pt x="0" y="707781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79" name="pg1979"/>
            <p:cNvSpPr/>
            <p:nvPr/>
          </p:nvSpPr>
          <p:spPr>
            <a:xfrm>
              <a:off x="4799595" y="3557668"/>
              <a:ext cx="11981298" cy="7126854"/>
            </a:xfrm>
            <a:custGeom>
              <a:avLst/>
              <a:pathLst>
                <a:path w="11981298" h="7126854">
                  <a:moveTo>
                    <a:pt x="0" y="7126854"/>
                  </a:moveTo>
                  <a:lnTo>
                    <a:pt x="1471387" y="7126854"/>
                  </a:lnTo>
                  <a:lnTo>
                    <a:pt x="1472541" y="7126791"/>
                  </a:lnTo>
                  <a:lnTo>
                    <a:pt x="1480128" y="7126342"/>
                  </a:lnTo>
                  <a:lnTo>
                    <a:pt x="1499243" y="7125101"/>
                  </a:lnTo>
                  <a:lnTo>
                    <a:pt x="1533399" y="7122657"/>
                  </a:lnTo>
                  <a:lnTo>
                    <a:pt x="1584269" y="7118632"/>
                  </a:lnTo>
                  <a:lnTo>
                    <a:pt x="1651561" y="7112718"/>
                  </a:lnTo>
                  <a:lnTo>
                    <a:pt x="1733180" y="7104704"/>
                  </a:lnTo>
                  <a:lnTo>
                    <a:pt x="1825710" y="7094487"/>
                  </a:lnTo>
                  <a:lnTo>
                    <a:pt x="1925075" y="7082051"/>
                  </a:lnTo>
                  <a:lnTo>
                    <a:pt x="2027212" y="7067431"/>
                  </a:lnTo>
                  <a:lnTo>
                    <a:pt x="2128586" y="7050675"/>
                  </a:lnTo>
                  <a:lnTo>
                    <a:pt x="2226472" y="7031806"/>
                  </a:lnTo>
                  <a:lnTo>
                    <a:pt x="2319032" y="7010792"/>
                  </a:lnTo>
                  <a:lnTo>
                    <a:pt x="2405235" y="6987530"/>
                  </a:lnTo>
                  <a:lnTo>
                    <a:pt x="2484709" y="6961839"/>
                  </a:lnTo>
                  <a:lnTo>
                    <a:pt x="2557565" y="6933460"/>
                  </a:lnTo>
                  <a:lnTo>
                    <a:pt x="2624245" y="6902057"/>
                  </a:lnTo>
                  <a:lnTo>
                    <a:pt x="2685394" y="6867234"/>
                  </a:lnTo>
                  <a:lnTo>
                    <a:pt x="2741767" y="6828551"/>
                  </a:lnTo>
                  <a:lnTo>
                    <a:pt x="2794158" y="6785560"/>
                  </a:lnTo>
                  <a:lnTo>
                    <a:pt x="2843348" y="6737866"/>
                  </a:lnTo>
                  <a:lnTo>
                    <a:pt x="2890056" y="6685225"/>
                  </a:lnTo>
                  <a:lnTo>
                    <a:pt x="2896531" y="6677339"/>
                  </a:lnTo>
                  <a:lnTo>
                    <a:pt x="2934946" y="6627562"/>
                  </a:lnTo>
                  <a:lnTo>
                    <a:pt x="2972378" y="6574051"/>
                  </a:lnTo>
                  <a:lnTo>
                    <a:pt x="3009100" y="6516730"/>
                  </a:lnTo>
                  <a:lnTo>
                    <a:pt x="3045333" y="6455587"/>
                  </a:lnTo>
                  <a:lnTo>
                    <a:pt x="3081248" y="6390682"/>
                  </a:lnTo>
                  <a:lnTo>
                    <a:pt x="3116982" y="6322152"/>
                  </a:lnTo>
                  <a:lnTo>
                    <a:pt x="3152634" y="6250215"/>
                  </a:lnTo>
                  <a:lnTo>
                    <a:pt x="3188273" y="6175173"/>
                  </a:lnTo>
                  <a:lnTo>
                    <a:pt x="3223943" y="6097407"/>
                  </a:lnTo>
                  <a:lnTo>
                    <a:pt x="3259664" y="6017374"/>
                  </a:lnTo>
                  <a:lnTo>
                    <a:pt x="3295440" y="5935597"/>
                  </a:lnTo>
                  <a:lnTo>
                    <a:pt x="3331260" y="5852651"/>
                  </a:lnTo>
                  <a:lnTo>
                    <a:pt x="3367101" y="5769146"/>
                  </a:lnTo>
                  <a:lnTo>
                    <a:pt x="3402939" y="5685710"/>
                  </a:lnTo>
                  <a:lnTo>
                    <a:pt x="3438751" y="5602969"/>
                  </a:lnTo>
                  <a:lnTo>
                    <a:pt x="3474515" y="5521527"/>
                  </a:lnTo>
                  <a:lnTo>
                    <a:pt x="3510225" y="5441949"/>
                  </a:lnTo>
                  <a:lnTo>
                    <a:pt x="3545885" y="5364744"/>
                  </a:lnTo>
                  <a:lnTo>
                    <a:pt x="3581523" y="5290352"/>
                  </a:lnTo>
                  <a:lnTo>
                    <a:pt x="3617185" y="5219140"/>
                  </a:lnTo>
                  <a:lnTo>
                    <a:pt x="3652949" y="5151389"/>
                  </a:lnTo>
                  <a:lnTo>
                    <a:pt x="3688922" y="5087300"/>
                  </a:lnTo>
                  <a:lnTo>
                    <a:pt x="3725245" y="5026992"/>
                  </a:lnTo>
                  <a:lnTo>
                    <a:pt x="3762103" y="4970510"/>
                  </a:lnTo>
                  <a:lnTo>
                    <a:pt x="3799725" y="4917826"/>
                  </a:lnTo>
                  <a:lnTo>
                    <a:pt x="3829811" y="4879279"/>
                  </a:lnTo>
                  <a:lnTo>
                    <a:pt x="3876220" y="4825930"/>
                  </a:lnTo>
                  <a:lnTo>
                    <a:pt x="3925015" y="4777543"/>
                  </a:lnTo>
                  <a:lnTo>
                    <a:pt x="3976904" y="4733905"/>
                  </a:lnTo>
                  <a:lnTo>
                    <a:pt x="4032662" y="4694637"/>
                  </a:lnTo>
                  <a:lnTo>
                    <a:pt x="4093085" y="4659293"/>
                  </a:lnTo>
                  <a:lnTo>
                    <a:pt x="4158936" y="4627429"/>
                  </a:lnTo>
                  <a:lnTo>
                    <a:pt x="4230882" y="4598642"/>
                  </a:lnTo>
                  <a:lnTo>
                    <a:pt x="4309399" y="4572587"/>
                  </a:lnTo>
                  <a:lnTo>
                    <a:pt x="4394655" y="4548993"/>
                  </a:lnTo>
                  <a:lnTo>
                    <a:pt x="4486357" y="4527667"/>
                  </a:lnTo>
                  <a:lnTo>
                    <a:pt x="4583578" y="4508497"/>
                  </a:lnTo>
                  <a:lnTo>
                    <a:pt x="4684602" y="4491440"/>
                  </a:lnTo>
                  <a:lnTo>
                    <a:pt x="4786830" y="4476514"/>
                  </a:lnTo>
                  <a:lnTo>
                    <a:pt x="4886829" y="4463764"/>
                  </a:lnTo>
                  <a:lnTo>
                    <a:pt x="4980585" y="4453231"/>
                  </a:lnTo>
                  <a:lnTo>
                    <a:pt x="5063986" y="4444908"/>
                  </a:lnTo>
                  <a:lnTo>
                    <a:pt x="5133479" y="4438706"/>
                  </a:lnTo>
                  <a:lnTo>
                    <a:pt x="5186746" y="4434429"/>
                  </a:lnTo>
                  <a:lnTo>
                    <a:pt x="5223221" y="4431783"/>
                  </a:lnTo>
                  <a:lnTo>
                    <a:pt x="5244300" y="4430395"/>
                  </a:lnTo>
                  <a:lnTo>
                    <a:pt x="5253249" y="4429859"/>
                  </a:lnTo>
                  <a:lnTo>
                    <a:pt x="5254955" y="4429765"/>
                  </a:lnTo>
                  <a:lnTo>
                    <a:pt x="6726343" y="4429765"/>
                  </a:lnTo>
                  <a:lnTo>
                    <a:pt x="6727259" y="4429683"/>
                  </a:lnTo>
                  <a:lnTo>
                    <a:pt x="6733313" y="4429102"/>
                  </a:lnTo>
                  <a:lnTo>
                    <a:pt x="6748669" y="4427498"/>
                  </a:lnTo>
                  <a:lnTo>
                    <a:pt x="6776359" y="4424335"/>
                  </a:lnTo>
                  <a:lnTo>
                    <a:pt x="6818110" y="4419107"/>
                  </a:lnTo>
                  <a:lnTo>
                    <a:pt x="6874213" y="4411375"/>
                  </a:lnTo>
                  <a:lnTo>
                    <a:pt x="6943564" y="4400813"/>
                  </a:lnTo>
                  <a:lnTo>
                    <a:pt x="7023904" y="4387218"/>
                  </a:lnTo>
                  <a:lnTo>
                    <a:pt x="7112223" y="4370512"/>
                  </a:lnTo>
                  <a:lnTo>
                    <a:pt x="7205238" y="4350703"/>
                  </a:lnTo>
                  <a:lnTo>
                    <a:pt x="7299813" y="4327851"/>
                  </a:lnTo>
                  <a:lnTo>
                    <a:pt x="7393271" y="4302015"/>
                  </a:lnTo>
                  <a:lnTo>
                    <a:pt x="7483550" y="4273216"/>
                  </a:lnTo>
                  <a:lnTo>
                    <a:pt x="7569238" y="4241408"/>
                  </a:lnTo>
                  <a:lnTo>
                    <a:pt x="7649515" y="4206461"/>
                  </a:lnTo>
                  <a:lnTo>
                    <a:pt x="7724045" y="4168148"/>
                  </a:lnTo>
                  <a:lnTo>
                    <a:pt x="7792866" y="4126150"/>
                  </a:lnTo>
                  <a:lnTo>
                    <a:pt x="7856276" y="4080055"/>
                  </a:lnTo>
                  <a:lnTo>
                    <a:pt x="7914745" y="4029371"/>
                  </a:lnTo>
                  <a:lnTo>
                    <a:pt x="7968845" y="3973544"/>
                  </a:lnTo>
                  <a:lnTo>
                    <a:pt x="8019195" y="3911990"/>
                  </a:lnTo>
                  <a:lnTo>
                    <a:pt x="8066424" y="3844147"/>
                  </a:lnTo>
                  <a:lnTo>
                    <a:pt x="8111137" y="3769556"/>
                  </a:lnTo>
                  <a:lnTo>
                    <a:pt x="8151487" y="3692833"/>
                  </a:lnTo>
                  <a:lnTo>
                    <a:pt x="8182667" y="3627245"/>
                  </a:lnTo>
                  <a:lnTo>
                    <a:pt x="8213165" y="3557668"/>
                  </a:lnTo>
                  <a:lnTo>
                    <a:pt x="8243136" y="3484019"/>
                  </a:lnTo>
                  <a:lnTo>
                    <a:pt x="8272708" y="3406262"/>
                  </a:lnTo>
                  <a:lnTo>
                    <a:pt x="8301990" y="3324406"/>
                  </a:lnTo>
                  <a:lnTo>
                    <a:pt x="8331070" y="3238511"/>
                  </a:lnTo>
                  <a:lnTo>
                    <a:pt x="8360020" y="3148694"/>
                  </a:lnTo>
                  <a:lnTo>
                    <a:pt x="8388897" y="3055127"/>
                  </a:lnTo>
                  <a:lnTo>
                    <a:pt x="8417745" y="2958040"/>
                  </a:lnTo>
                  <a:lnTo>
                    <a:pt x="8446595" y="2857724"/>
                  </a:lnTo>
                  <a:lnTo>
                    <a:pt x="8475468" y="2754523"/>
                  </a:lnTo>
                  <a:lnTo>
                    <a:pt x="8504374" y="2648834"/>
                  </a:lnTo>
                  <a:lnTo>
                    <a:pt x="8533316" y="2541103"/>
                  </a:lnTo>
                  <a:lnTo>
                    <a:pt x="8562292" y="2431814"/>
                  </a:lnTo>
                  <a:lnTo>
                    <a:pt x="8591292" y="2321483"/>
                  </a:lnTo>
                  <a:lnTo>
                    <a:pt x="8620304" y="2210646"/>
                  </a:lnTo>
                  <a:lnTo>
                    <a:pt x="8649315" y="2099849"/>
                  </a:lnTo>
                  <a:lnTo>
                    <a:pt x="8678312" y="1989641"/>
                  </a:lnTo>
                  <a:lnTo>
                    <a:pt x="8707283" y="1880553"/>
                  </a:lnTo>
                  <a:lnTo>
                    <a:pt x="8736220" y="1773099"/>
                  </a:lnTo>
                  <a:lnTo>
                    <a:pt x="8765121" y="1667757"/>
                  </a:lnTo>
                  <a:lnTo>
                    <a:pt x="8793989" y="1564964"/>
                  </a:lnTo>
                  <a:lnTo>
                    <a:pt x="8822837" y="1465112"/>
                  </a:lnTo>
                  <a:lnTo>
                    <a:pt x="8851687" y="1368537"/>
                  </a:lnTo>
                  <a:lnTo>
                    <a:pt x="8880572" y="1275519"/>
                  </a:lnTo>
                  <a:lnTo>
                    <a:pt x="8909538" y="1186281"/>
                  </a:lnTo>
                  <a:lnTo>
                    <a:pt x="8938643" y="1100986"/>
                  </a:lnTo>
                  <a:lnTo>
                    <a:pt x="8967962" y="1019742"/>
                  </a:lnTo>
                  <a:lnTo>
                    <a:pt x="8997587" y="942602"/>
                  </a:lnTo>
                  <a:lnTo>
                    <a:pt x="9027628" y="869568"/>
                  </a:lnTo>
                  <a:lnTo>
                    <a:pt x="9058219" y="800596"/>
                  </a:lnTo>
                  <a:lnTo>
                    <a:pt x="9084767" y="745105"/>
                  </a:lnTo>
                  <a:lnTo>
                    <a:pt x="9127610" y="663938"/>
                  </a:lnTo>
                  <a:lnTo>
                    <a:pt x="9172451" y="589740"/>
                  </a:lnTo>
                  <a:lnTo>
                    <a:pt x="9219842" y="522270"/>
                  </a:lnTo>
                  <a:lnTo>
                    <a:pt x="9270388" y="461059"/>
                  </a:lnTo>
                  <a:lnTo>
                    <a:pt x="9324721" y="405542"/>
                  </a:lnTo>
                  <a:lnTo>
                    <a:pt x="9383457" y="355134"/>
                  </a:lnTo>
                  <a:lnTo>
                    <a:pt x="9447165" y="309285"/>
                  </a:lnTo>
                  <a:lnTo>
                    <a:pt x="9516306" y="267507"/>
                  </a:lnTo>
                  <a:lnTo>
                    <a:pt x="9591166" y="229394"/>
                  </a:lnTo>
                  <a:lnTo>
                    <a:pt x="9671765" y="194631"/>
                  </a:lnTo>
                  <a:lnTo>
                    <a:pt x="9757742" y="162998"/>
                  </a:lnTo>
                  <a:lnTo>
                    <a:pt x="9848246" y="134368"/>
                  </a:lnTo>
                  <a:lnTo>
                    <a:pt x="9941829" y="108701"/>
                  </a:lnTo>
                  <a:lnTo>
                    <a:pt x="10036393" y="86021"/>
                  </a:lnTo>
                  <a:lnTo>
                    <a:pt x="10129227" y="66388"/>
                  </a:lnTo>
                  <a:lnTo>
                    <a:pt x="10217179" y="49860"/>
                  </a:lnTo>
                  <a:lnTo>
                    <a:pt x="10296968" y="36441"/>
                  </a:lnTo>
                  <a:lnTo>
                    <a:pt x="10365615" y="26047"/>
                  </a:lnTo>
                  <a:lnTo>
                    <a:pt x="10420916" y="18468"/>
                  </a:lnTo>
                  <a:lnTo>
                    <a:pt x="10461842" y="13370"/>
                  </a:lnTo>
                  <a:lnTo>
                    <a:pt x="10488769" y="10311"/>
                  </a:lnTo>
                  <a:lnTo>
                    <a:pt x="10503501" y="8779"/>
                  </a:lnTo>
                  <a:lnTo>
                    <a:pt x="10509140" y="8241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8994" y="81"/>
                  </a:lnTo>
                  <a:lnTo>
                    <a:pt x="10502940" y="662"/>
                  </a:lnTo>
                  <a:lnTo>
                    <a:pt x="10487584" y="2266"/>
                  </a:lnTo>
                  <a:lnTo>
                    <a:pt x="10459894" y="5429"/>
                  </a:lnTo>
                  <a:lnTo>
                    <a:pt x="10418144" y="10657"/>
                  </a:lnTo>
                  <a:lnTo>
                    <a:pt x="10362041" y="18389"/>
                  </a:lnTo>
                  <a:lnTo>
                    <a:pt x="10292689" y="28951"/>
                  </a:lnTo>
                  <a:lnTo>
                    <a:pt x="10212350" y="42546"/>
                  </a:lnTo>
                  <a:lnTo>
                    <a:pt x="10124030" y="59252"/>
                  </a:lnTo>
                  <a:lnTo>
                    <a:pt x="10031015" y="79061"/>
                  </a:lnTo>
                  <a:lnTo>
                    <a:pt x="9936440" y="101913"/>
                  </a:lnTo>
                  <a:lnTo>
                    <a:pt x="9842983" y="127749"/>
                  </a:lnTo>
                  <a:lnTo>
                    <a:pt x="9752704" y="156548"/>
                  </a:lnTo>
                  <a:lnTo>
                    <a:pt x="9667015" y="188356"/>
                  </a:lnTo>
                  <a:lnTo>
                    <a:pt x="9586739" y="223303"/>
                  </a:lnTo>
                  <a:lnTo>
                    <a:pt x="9512208" y="261616"/>
                  </a:lnTo>
                  <a:lnTo>
                    <a:pt x="9443387" y="303614"/>
                  </a:lnTo>
                  <a:lnTo>
                    <a:pt x="9379977" y="349709"/>
                  </a:lnTo>
                  <a:lnTo>
                    <a:pt x="9321508" y="400394"/>
                  </a:lnTo>
                  <a:lnTo>
                    <a:pt x="9267408" y="456220"/>
                  </a:lnTo>
                  <a:lnTo>
                    <a:pt x="9217058" y="517774"/>
                  </a:lnTo>
                  <a:lnTo>
                    <a:pt x="9169829" y="585617"/>
                  </a:lnTo>
                  <a:lnTo>
                    <a:pt x="9125117" y="660208"/>
                  </a:lnTo>
                  <a:lnTo>
                    <a:pt x="9084767" y="736932"/>
                  </a:lnTo>
                  <a:lnTo>
                    <a:pt x="9053587" y="802519"/>
                  </a:lnTo>
                  <a:lnTo>
                    <a:pt x="9023088" y="872096"/>
                  </a:lnTo>
                  <a:lnTo>
                    <a:pt x="8993117" y="945745"/>
                  </a:lnTo>
                  <a:lnTo>
                    <a:pt x="8963545" y="1023502"/>
                  </a:lnTo>
                  <a:lnTo>
                    <a:pt x="8934263" y="1105358"/>
                  </a:lnTo>
                  <a:lnTo>
                    <a:pt x="8905183" y="1191253"/>
                  </a:lnTo>
                  <a:lnTo>
                    <a:pt x="8876233" y="1281070"/>
                  </a:lnTo>
                  <a:lnTo>
                    <a:pt x="8847356" y="1374637"/>
                  </a:lnTo>
                  <a:lnTo>
                    <a:pt x="8818508" y="1471724"/>
                  </a:lnTo>
                  <a:lnTo>
                    <a:pt x="8789658" y="1572040"/>
                  </a:lnTo>
                  <a:lnTo>
                    <a:pt x="8760785" y="1675242"/>
                  </a:lnTo>
                  <a:lnTo>
                    <a:pt x="8731879" y="1780930"/>
                  </a:lnTo>
                  <a:lnTo>
                    <a:pt x="8702937" y="1888661"/>
                  </a:lnTo>
                  <a:lnTo>
                    <a:pt x="8673961" y="1997950"/>
                  </a:lnTo>
                  <a:lnTo>
                    <a:pt x="8644962" y="2108281"/>
                  </a:lnTo>
                  <a:lnTo>
                    <a:pt x="8615949" y="2219118"/>
                  </a:lnTo>
                  <a:lnTo>
                    <a:pt x="8586938" y="2329915"/>
                  </a:lnTo>
                  <a:lnTo>
                    <a:pt x="8557941" y="2440124"/>
                  </a:lnTo>
                  <a:lnTo>
                    <a:pt x="8528970" y="2549211"/>
                  </a:lnTo>
                  <a:lnTo>
                    <a:pt x="8500033" y="2656665"/>
                  </a:lnTo>
                  <a:lnTo>
                    <a:pt x="8471133" y="2762007"/>
                  </a:lnTo>
                  <a:lnTo>
                    <a:pt x="8442264" y="2864800"/>
                  </a:lnTo>
                  <a:lnTo>
                    <a:pt x="8413416" y="2964652"/>
                  </a:lnTo>
                  <a:lnTo>
                    <a:pt x="8384566" y="3061228"/>
                  </a:lnTo>
                  <a:lnTo>
                    <a:pt x="8355681" y="3154245"/>
                  </a:lnTo>
                  <a:lnTo>
                    <a:pt x="8326715" y="3243484"/>
                  </a:lnTo>
                  <a:lnTo>
                    <a:pt x="8297610" y="3328778"/>
                  </a:lnTo>
                  <a:lnTo>
                    <a:pt x="8268291" y="3410022"/>
                  </a:lnTo>
                  <a:lnTo>
                    <a:pt x="8238666" y="3487162"/>
                  </a:lnTo>
                  <a:lnTo>
                    <a:pt x="8208625" y="3560196"/>
                  </a:lnTo>
                  <a:lnTo>
                    <a:pt x="8178035" y="3629168"/>
                  </a:lnTo>
                  <a:lnTo>
                    <a:pt x="8151487" y="3684660"/>
                  </a:lnTo>
                  <a:lnTo>
                    <a:pt x="8108643" y="3765826"/>
                  </a:lnTo>
                  <a:lnTo>
                    <a:pt x="8063802" y="3840024"/>
                  </a:lnTo>
                  <a:lnTo>
                    <a:pt x="8016412" y="3907494"/>
                  </a:lnTo>
                  <a:lnTo>
                    <a:pt x="7965865" y="3968705"/>
                  </a:lnTo>
                  <a:lnTo>
                    <a:pt x="7911532" y="4024223"/>
                  </a:lnTo>
                  <a:lnTo>
                    <a:pt x="7852796" y="4074630"/>
                  </a:lnTo>
                  <a:lnTo>
                    <a:pt x="7789089" y="4120480"/>
                  </a:lnTo>
                  <a:lnTo>
                    <a:pt x="7719948" y="4162257"/>
                  </a:lnTo>
                  <a:lnTo>
                    <a:pt x="7645087" y="4200370"/>
                  </a:lnTo>
                  <a:lnTo>
                    <a:pt x="7564489" y="4235133"/>
                  </a:lnTo>
                  <a:lnTo>
                    <a:pt x="7478511" y="4266766"/>
                  </a:lnTo>
                  <a:lnTo>
                    <a:pt x="7388007" y="4295396"/>
                  </a:lnTo>
                  <a:lnTo>
                    <a:pt x="7294424" y="4321063"/>
                  </a:lnTo>
                  <a:lnTo>
                    <a:pt x="7199861" y="4343743"/>
                  </a:lnTo>
                  <a:lnTo>
                    <a:pt x="7107026" y="4363376"/>
                  </a:lnTo>
                  <a:lnTo>
                    <a:pt x="7019074" y="4379905"/>
                  </a:lnTo>
                  <a:lnTo>
                    <a:pt x="6939285" y="4393323"/>
                  </a:lnTo>
                  <a:lnTo>
                    <a:pt x="6870638" y="4403717"/>
                  </a:lnTo>
                  <a:lnTo>
                    <a:pt x="6815337" y="4411296"/>
                  </a:lnTo>
                  <a:lnTo>
                    <a:pt x="6774411" y="4416394"/>
                  </a:lnTo>
                  <a:lnTo>
                    <a:pt x="6747484" y="4419453"/>
                  </a:lnTo>
                  <a:lnTo>
                    <a:pt x="6732752" y="4420985"/>
                  </a:lnTo>
                  <a:lnTo>
                    <a:pt x="6727113" y="4421523"/>
                  </a:lnTo>
                  <a:lnTo>
                    <a:pt x="6726343" y="4421592"/>
                  </a:lnTo>
                  <a:lnTo>
                    <a:pt x="5254955" y="4421592"/>
                  </a:lnTo>
                  <a:lnTo>
                    <a:pt x="5253801" y="4421655"/>
                  </a:lnTo>
                  <a:lnTo>
                    <a:pt x="5246215" y="4422104"/>
                  </a:lnTo>
                  <a:lnTo>
                    <a:pt x="5227099" y="4423345"/>
                  </a:lnTo>
                  <a:lnTo>
                    <a:pt x="5192943" y="4425789"/>
                  </a:lnTo>
                  <a:lnTo>
                    <a:pt x="5142073" y="4429813"/>
                  </a:lnTo>
                  <a:lnTo>
                    <a:pt x="5074781" y="4435728"/>
                  </a:lnTo>
                  <a:lnTo>
                    <a:pt x="4993162" y="4443741"/>
                  </a:lnTo>
                  <a:lnTo>
                    <a:pt x="4900632" y="4453958"/>
                  </a:lnTo>
                  <a:lnTo>
                    <a:pt x="4801268" y="4466395"/>
                  </a:lnTo>
                  <a:lnTo>
                    <a:pt x="4699130" y="4481015"/>
                  </a:lnTo>
                  <a:lnTo>
                    <a:pt x="4597756" y="4497771"/>
                  </a:lnTo>
                  <a:lnTo>
                    <a:pt x="4499870" y="4516640"/>
                  </a:lnTo>
                  <a:lnTo>
                    <a:pt x="4407310" y="4537654"/>
                  </a:lnTo>
                  <a:lnTo>
                    <a:pt x="4321107" y="4560916"/>
                  </a:lnTo>
                  <a:lnTo>
                    <a:pt x="4241633" y="4586606"/>
                  </a:lnTo>
                  <a:lnTo>
                    <a:pt x="4168777" y="4614986"/>
                  </a:lnTo>
                  <a:lnTo>
                    <a:pt x="4102097" y="4646388"/>
                  </a:lnTo>
                  <a:lnTo>
                    <a:pt x="4040948" y="4681211"/>
                  </a:lnTo>
                  <a:lnTo>
                    <a:pt x="3984575" y="4719894"/>
                  </a:lnTo>
                  <a:lnTo>
                    <a:pt x="3932184" y="4762885"/>
                  </a:lnTo>
                  <a:lnTo>
                    <a:pt x="3882995" y="4810579"/>
                  </a:lnTo>
                  <a:lnTo>
                    <a:pt x="3836286" y="4863221"/>
                  </a:lnTo>
                  <a:lnTo>
                    <a:pt x="3829811" y="4871106"/>
                  </a:lnTo>
                  <a:lnTo>
                    <a:pt x="3791396" y="4920883"/>
                  </a:lnTo>
                  <a:lnTo>
                    <a:pt x="3753964" y="4974395"/>
                  </a:lnTo>
                  <a:lnTo>
                    <a:pt x="3717242" y="5031716"/>
                  </a:lnTo>
                  <a:lnTo>
                    <a:pt x="3681010" y="5092859"/>
                  </a:lnTo>
                  <a:lnTo>
                    <a:pt x="3645094" y="5157764"/>
                  </a:lnTo>
                  <a:lnTo>
                    <a:pt x="3609360" y="5226294"/>
                  </a:lnTo>
                  <a:lnTo>
                    <a:pt x="3573708" y="5298231"/>
                  </a:lnTo>
                  <a:lnTo>
                    <a:pt x="3538069" y="5373273"/>
                  </a:lnTo>
                  <a:lnTo>
                    <a:pt x="3502399" y="5451039"/>
                  </a:lnTo>
                  <a:lnTo>
                    <a:pt x="3466678" y="5531072"/>
                  </a:lnTo>
                  <a:lnTo>
                    <a:pt x="3430902" y="5612848"/>
                  </a:lnTo>
                  <a:lnTo>
                    <a:pt x="3395083" y="5695794"/>
                  </a:lnTo>
                  <a:lnTo>
                    <a:pt x="3359241" y="5779300"/>
                  </a:lnTo>
                  <a:lnTo>
                    <a:pt x="3323403" y="5862736"/>
                  </a:lnTo>
                  <a:lnTo>
                    <a:pt x="3287592" y="5945477"/>
                  </a:lnTo>
                  <a:lnTo>
                    <a:pt x="3251827" y="6026918"/>
                  </a:lnTo>
                  <a:lnTo>
                    <a:pt x="3216117" y="6106497"/>
                  </a:lnTo>
                  <a:lnTo>
                    <a:pt x="3180457" y="6183702"/>
                  </a:lnTo>
                  <a:lnTo>
                    <a:pt x="3144819" y="6258093"/>
                  </a:lnTo>
                  <a:lnTo>
                    <a:pt x="3109157" y="6329306"/>
                  </a:lnTo>
                  <a:lnTo>
                    <a:pt x="3073393" y="6397057"/>
                  </a:lnTo>
                  <a:lnTo>
                    <a:pt x="3037420" y="6461146"/>
                  </a:lnTo>
                  <a:lnTo>
                    <a:pt x="3001097" y="6521453"/>
                  </a:lnTo>
                  <a:lnTo>
                    <a:pt x="2964240" y="6577936"/>
                  </a:lnTo>
                  <a:lnTo>
                    <a:pt x="2926618" y="6630620"/>
                  </a:lnTo>
                  <a:lnTo>
                    <a:pt x="2896531" y="6669166"/>
                  </a:lnTo>
                  <a:lnTo>
                    <a:pt x="2850122" y="6722515"/>
                  </a:lnTo>
                  <a:lnTo>
                    <a:pt x="2801327" y="6770903"/>
                  </a:lnTo>
                  <a:lnTo>
                    <a:pt x="2749438" y="6814540"/>
                  </a:lnTo>
                  <a:lnTo>
                    <a:pt x="2693680" y="6853809"/>
                  </a:lnTo>
                  <a:lnTo>
                    <a:pt x="2633257" y="6889153"/>
                  </a:lnTo>
                  <a:lnTo>
                    <a:pt x="2567406" y="6921016"/>
                  </a:lnTo>
                  <a:lnTo>
                    <a:pt x="2495460" y="6949804"/>
                  </a:lnTo>
                  <a:lnTo>
                    <a:pt x="2416943" y="6975859"/>
                  </a:lnTo>
                  <a:lnTo>
                    <a:pt x="2331687" y="6999453"/>
                  </a:lnTo>
                  <a:lnTo>
                    <a:pt x="2239985" y="7020779"/>
                  </a:lnTo>
                  <a:lnTo>
                    <a:pt x="2142764" y="7039949"/>
                  </a:lnTo>
                  <a:lnTo>
                    <a:pt x="2041740" y="7057005"/>
                  </a:lnTo>
                  <a:lnTo>
                    <a:pt x="1939513" y="7071932"/>
                  </a:lnTo>
                  <a:lnTo>
                    <a:pt x="1839514" y="7084682"/>
                  </a:lnTo>
                  <a:lnTo>
                    <a:pt x="1745758" y="7095215"/>
                  </a:lnTo>
                  <a:lnTo>
                    <a:pt x="1662356" y="7103538"/>
                  </a:lnTo>
                  <a:lnTo>
                    <a:pt x="1592863" y="7109740"/>
                  </a:lnTo>
                  <a:lnTo>
                    <a:pt x="1539596" y="7114017"/>
                  </a:lnTo>
                  <a:lnTo>
                    <a:pt x="1503121" y="7116663"/>
                  </a:lnTo>
                  <a:lnTo>
                    <a:pt x="1482042" y="7118050"/>
                  </a:lnTo>
                  <a:lnTo>
                    <a:pt x="1473093" y="7118587"/>
                  </a:lnTo>
                  <a:lnTo>
                    <a:pt x="1471387" y="7118681"/>
                  </a:lnTo>
                  <a:lnTo>
                    <a:pt x="0" y="7118681"/>
                  </a:lnTo>
                  <a:close/>
                </a:path>
              </a:pathLst>
            </a:custGeom>
            <a:solidFill>
              <a:srgbClr val="F1C40F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980" name="pl1980"/>
            <p:cNvSpPr/>
            <p:nvPr/>
          </p:nvSpPr>
          <p:spPr>
            <a:xfrm>
              <a:off x="4799595" y="3565841"/>
              <a:ext cx="11981298" cy="7118681"/>
            </a:xfrm>
            <a:custGeom>
              <a:avLst/>
              <a:pathLst>
                <a:path w="11981298" h="7118681">
                  <a:moveTo>
                    <a:pt x="0" y="7118681"/>
                  </a:moveTo>
                  <a:lnTo>
                    <a:pt x="1471387" y="7118681"/>
                  </a:lnTo>
                  <a:lnTo>
                    <a:pt x="1472541" y="7118618"/>
                  </a:lnTo>
                  <a:lnTo>
                    <a:pt x="1480128" y="7118169"/>
                  </a:lnTo>
                  <a:lnTo>
                    <a:pt x="1499243" y="7116928"/>
                  </a:lnTo>
                  <a:lnTo>
                    <a:pt x="1533399" y="7114484"/>
                  </a:lnTo>
                  <a:lnTo>
                    <a:pt x="1584269" y="7110459"/>
                  </a:lnTo>
                  <a:lnTo>
                    <a:pt x="1651561" y="7104545"/>
                  </a:lnTo>
                  <a:lnTo>
                    <a:pt x="1733180" y="7096532"/>
                  </a:lnTo>
                  <a:lnTo>
                    <a:pt x="1825710" y="7086314"/>
                  </a:lnTo>
                  <a:lnTo>
                    <a:pt x="1925075" y="7073878"/>
                  </a:lnTo>
                  <a:lnTo>
                    <a:pt x="2027212" y="7059258"/>
                  </a:lnTo>
                  <a:lnTo>
                    <a:pt x="2128586" y="7042502"/>
                  </a:lnTo>
                  <a:lnTo>
                    <a:pt x="2226472" y="7023633"/>
                  </a:lnTo>
                  <a:lnTo>
                    <a:pt x="2319032" y="7002619"/>
                  </a:lnTo>
                  <a:lnTo>
                    <a:pt x="2405235" y="6979357"/>
                  </a:lnTo>
                  <a:lnTo>
                    <a:pt x="2484709" y="6953666"/>
                  </a:lnTo>
                  <a:lnTo>
                    <a:pt x="2557565" y="6925287"/>
                  </a:lnTo>
                  <a:lnTo>
                    <a:pt x="2624245" y="6893884"/>
                  </a:lnTo>
                  <a:lnTo>
                    <a:pt x="2685394" y="6859061"/>
                  </a:lnTo>
                  <a:lnTo>
                    <a:pt x="2741767" y="6820378"/>
                  </a:lnTo>
                  <a:lnTo>
                    <a:pt x="2794158" y="6777387"/>
                  </a:lnTo>
                  <a:lnTo>
                    <a:pt x="2843348" y="6729693"/>
                  </a:lnTo>
                  <a:lnTo>
                    <a:pt x="2890056" y="6677052"/>
                  </a:lnTo>
                  <a:lnTo>
                    <a:pt x="2896531" y="6669166"/>
                  </a:lnTo>
                  <a:lnTo>
                    <a:pt x="2934946" y="6619389"/>
                  </a:lnTo>
                  <a:lnTo>
                    <a:pt x="2972378" y="6565878"/>
                  </a:lnTo>
                  <a:lnTo>
                    <a:pt x="3009100" y="6508557"/>
                  </a:lnTo>
                  <a:lnTo>
                    <a:pt x="3045333" y="6447414"/>
                  </a:lnTo>
                  <a:lnTo>
                    <a:pt x="3081248" y="6382509"/>
                  </a:lnTo>
                  <a:lnTo>
                    <a:pt x="3116982" y="6313979"/>
                  </a:lnTo>
                  <a:lnTo>
                    <a:pt x="3152634" y="6242042"/>
                  </a:lnTo>
                  <a:lnTo>
                    <a:pt x="3188273" y="6167000"/>
                  </a:lnTo>
                  <a:lnTo>
                    <a:pt x="3223943" y="6089234"/>
                  </a:lnTo>
                  <a:lnTo>
                    <a:pt x="3259664" y="6009201"/>
                  </a:lnTo>
                  <a:lnTo>
                    <a:pt x="3295440" y="5927424"/>
                  </a:lnTo>
                  <a:lnTo>
                    <a:pt x="3331260" y="5844478"/>
                  </a:lnTo>
                  <a:lnTo>
                    <a:pt x="3367101" y="5760973"/>
                  </a:lnTo>
                  <a:lnTo>
                    <a:pt x="3402939" y="5677537"/>
                  </a:lnTo>
                  <a:lnTo>
                    <a:pt x="3438751" y="5594796"/>
                  </a:lnTo>
                  <a:lnTo>
                    <a:pt x="3474515" y="5513354"/>
                  </a:lnTo>
                  <a:lnTo>
                    <a:pt x="3510225" y="5433776"/>
                  </a:lnTo>
                  <a:lnTo>
                    <a:pt x="3545885" y="5356571"/>
                  </a:lnTo>
                  <a:lnTo>
                    <a:pt x="3581523" y="5282179"/>
                  </a:lnTo>
                  <a:lnTo>
                    <a:pt x="3617185" y="5210967"/>
                  </a:lnTo>
                  <a:lnTo>
                    <a:pt x="3652949" y="5143216"/>
                  </a:lnTo>
                  <a:lnTo>
                    <a:pt x="3688922" y="5079127"/>
                  </a:lnTo>
                  <a:lnTo>
                    <a:pt x="3725245" y="5018819"/>
                  </a:lnTo>
                  <a:lnTo>
                    <a:pt x="3762103" y="4962337"/>
                  </a:lnTo>
                  <a:lnTo>
                    <a:pt x="3799725" y="4909653"/>
                  </a:lnTo>
                  <a:lnTo>
                    <a:pt x="3829811" y="4871106"/>
                  </a:lnTo>
                  <a:lnTo>
                    <a:pt x="3876220" y="4817757"/>
                  </a:lnTo>
                  <a:lnTo>
                    <a:pt x="3925015" y="4769370"/>
                  </a:lnTo>
                  <a:lnTo>
                    <a:pt x="3976904" y="4725732"/>
                  </a:lnTo>
                  <a:lnTo>
                    <a:pt x="4032662" y="4686464"/>
                  </a:lnTo>
                  <a:lnTo>
                    <a:pt x="4093085" y="4651120"/>
                  </a:lnTo>
                  <a:lnTo>
                    <a:pt x="4158936" y="4619256"/>
                  </a:lnTo>
                  <a:lnTo>
                    <a:pt x="4230882" y="4590469"/>
                  </a:lnTo>
                  <a:lnTo>
                    <a:pt x="4309399" y="4564414"/>
                  </a:lnTo>
                  <a:lnTo>
                    <a:pt x="4394655" y="4540820"/>
                  </a:lnTo>
                  <a:lnTo>
                    <a:pt x="4486357" y="4519494"/>
                  </a:lnTo>
                  <a:lnTo>
                    <a:pt x="4583578" y="4500324"/>
                  </a:lnTo>
                  <a:lnTo>
                    <a:pt x="4684602" y="4483267"/>
                  </a:lnTo>
                  <a:lnTo>
                    <a:pt x="4786830" y="4468341"/>
                  </a:lnTo>
                  <a:lnTo>
                    <a:pt x="4886829" y="4455591"/>
                  </a:lnTo>
                  <a:lnTo>
                    <a:pt x="4980585" y="4445058"/>
                  </a:lnTo>
                  <a:lnTo>
                    <a:pt x="5063986" y="4436735"/>
                  </a:lnTo>
                  <a:lnTo>
                    <a:pt x="5133479" y="4430533"/>
                  </a:lnTo>
                  <a:lnTo>
                    <a:pt x="5186746" y="4426256"/>
                  </a:lnTo>
                  <a:lnTo>
                    <a:pt x="5223221" y="4423610"/>
                  </a:lnTo>
                  <a:lnTo>
                    <a:pt x="5244300" y="4422222"/>
                  </a:lnTo>
                  <a:lnTo>
                    <a:pt x="5253249" y="4421686"/>
                  </a:lnTo>
                  <a:lnTo>
                    <a:pt x="5254952" y="4421592"/>
                  </a:lnTo>
                  <a:lnTo>
                    <a:pt x="5254955" y="4421592"/>
                  </a:lnTo>
                  <a:lnTo>
                    <a:pt x="6726343" y="4421592"/>
                  </a:lnTo>
                  <a:lnTo>
                    <a:pt x="6727259" y="4421510"/>
                  </a:lnTo>
                  <a:lnTo>
                    <a:pt x="6733313" y="4420929"/>
                  </a:lnTo>
                  <a:lnTo>
                    <a:pt x="6748669" y="4419325"/>
                  </a:lnTo>
                  <a:lnTo>
                    <a:pt x="6776359" y="4416162"/>
                  </a:lnTo>
                  <a:lnTo>
                    <a:pt x="6818110" y="4410934"/>
                  </a:lnTo>
                  <a:lnTo>
                    <a:pt x="6874213" y="4403202"/>
                  </a:lnTo>
                  <a:lnTo>
                    <a:pt x="6943564" y="4392640"/>
                  </a:lnTo>
                  <a:lnTo>
                    <a:pt x="7023904" y="4379045"/>
                  </a:lnTo>
                  <a:lnTo>
                    <a:pt x="7112223" y="4362339"/>
                  </a:lnTo>
                  <a:lnTo>
                    <a:pt x="7205238" y="4342530"/>
                  </a:lnTo>
                  <a:lnTo>
                    <a:pt x="7299813" y="4319678"/>
                  </a:lnTo>
                  <a:lnTo>
                    <a:pt x="7393271" y="4293842"/>
                  </a:lnTo>
                  <a:lnTo>
                    <a:pt x="7483550" y="4265043"/>
                  </a:lnTo>
                  <a:lnTo>
                    <a:pt x="7569238" y="4233235"/>
                  </a:lnTo>
                  <a:lnTo>
                    <a:pt x="7649515" y="4198288"/>
                  </a:lnTo>
                  <a:lnTo>
                    <a:pt x="7724045" y="4159975"/>
                  </a:lnTo>
                  <a:lnTo>
                    <a:pt x="7792866" y="4117977"/>
                  </a:lnTo>
                  <a:lnTo>
                    <a:pt x="7856276" y="4071882"/>
                  </a:lnTo>
                  <a:lnTo>
                    <a:pt x="7914745" y="4021198"/>
                  </a:lnTo>
                  <a:lnTo>
                    <a:pt x="7968845" y="3965371"/>
                  </a:lnTo>
                  <a:lnTo>
                    <a:pt x="8019195" y="3903817"/>
                  </a:lnTo>
                  <a:lnTo>
                    <a:pt x="8066424" y="3835974"/>
                  </a:lnTo>
                  <a:lnTo>
                    <a:pt x="8111137" y="3761383"/>
                  </a:lnTo>
                  <a:lnTo>
                    <a:pt x="8151487" y="3684660"/>
                  </a:lnTo>
                  <a:lnTo>
                    <a:pt x="8182667" y="3619072"/>
                  </a:lnTo>
                  <a:lnTo>
                    <a:pt x="8213165" y="3549495"/>
                  </a:lnTo>
                  <a:lnTo>
                    <a:pt x="8243136" y="3475846"/>
                  </a:lnTo>
                  <a:lnTo>
                    <a:pt x="8272708" y="3398089"/>
                  </a:lnTo>
                  <a:lnTo>
                    <a:pt x="8301990" y="3316233"/>
                  </a:lnTo>
                  <a:lnTo>
                    <a:pt x="8331070" y="3230338"/>
                  </a:lnTo>
                  <a:lnTo>
                    <a:pt x="8360020" y="3140521"/>
                  </a:lnTo>
                  <a:lnTo>
                    <a:pt x="8388897" y="3046954"/>
                  </a:lnTo>
                  <a:lnTo>
                    <a:pt x="8417745" y="2949867"/>
                  </a:lnTo>
                  <a:lnTo>
                    <a:pt x="8446595" y="2849551"/>
                  </a:lnTo>
                  <a:lnTo>
                    <a:pt x="8475468" y="2746350"/>
                  </a:lnTo>
                  <a:lnTo>
                    <a:pt x="8504374" y="2640661"/>
                  </a:lnTo>
                  <a:lnTo>
                    <a:pt x="8533316" y="2532930"/>
                  </a:lnTo>
                  <a:lnTo>
                    <a:pt x="8562292" y="2423641"/>
                  </a:lnTo>
                  <a:lnTo>
                    <a:pt x="8591292" y="2313310"/>
                  </a:lnTo>
                  <a:lnTo>
                    <a:pt x="8620304" y="2202473"/>
                  </a:lnTo>
                  <a:lnTo>
                    <a:pt x="8649315" y="2091676"/>
                  </a:lnTo>
                  <a:lnTo>
                    <a:pt x="8678312" y="1981468"/>
                  </a:lnTo>
                  <a:lnTo>
                    <a:pt x="8707283" y="1872380"/>
                  </a:lnTo>
                  <a:lnTo>
                    <a:pt x="8736220" y="1764926"/>
                  </a:lnTo>
                  <a:lnTo>
                    <a:pt x="8765121" y="1659584"/>
                  </a:lnTo>
                  <a:lnTo>
                    <a:pt x="8793989" y="1556791"/>
                  </a:lnTo>
                  <a:lnTo>
                    <a:pt x="8822837" y="1456939"/>
                  </a:lnTo>
                  <a:lnTo>
                    <a:pt x="8851687" y="1360364"/>
                  </a:lnTo>
                  <a:lnTo>
                    <a:pt x="8880572" y="1267346"/>
                  </a:lnTo>
                  <a:lnTo>
                    <a:pt x="8909538" y="1178108"/>
                  </a:lnTo>
                  <a:lnTo>
                    <a:pt x="8938643" y="1092813"/>
                  </a:lnTo>
                  <a:lnTo>
                    <a:pt x="8967962" y="1011569"/>
                  </a:lnTo>
                  <a:lnTo>
                    <a:pt x="8997587" y="934429"/>
                  </a:lnTo>
                  <a:lnTo>
                    <a:pt x="9027628" y="861395"/>
                  </a:lnTo>
                  <a:lnTo>
                    <a:pt x="9058219" y="792423"/>
                  </a:lnTo>
                  <a:lnTo>
                    <a:pt x="9084767" y="736932"/>
                  </a:lnTo>
                  <a:lnTo>
                    <a:pt x="9127610" y="655765"/>
                  </a:lnTo>
                  <a:lnTo>
                    <a:pt x="9172451" y="581567"/>
                  </a:lnTo>
                  <a:lnTo>
                    <a:pt x="9219842" y="514097"/>
                  </a:lnTo>
                  <a:lnTo>
                    <a:pt x="9270388" y="452886"/>
                  </a:lnTo>
                  <a:lnTo>
                    <a:pt x="9324721" y="397369"/>
                  </a:lnTo>
                  <a:lnTo>
                    <a:pt x="9383457" y="346961"/>
                  </a:lnTo>
                  <a:lnTo>
                    <a:pt x="9447165" y="301112"/>
                  </a:lnTo>
                  <a:lnTo>
                    <a:pt x="9516306" y="259334"/>
                  </a:lnTo>
                  <a:lnTo>
                    <a:pt x="9591166" y="221221"/>
                  </a:lnTo>
                  <a:lnTo>
                    <a:pt x="9671765" y="186458"/>
                  </a:lnTo>
                  <a:lnTo>
                    <a:pt x="9757742" y="154825"/>
                  </a:lnTo>
                  <a:lnTo>
                    <a:pt x="9848246" y="126195"/>
                  </a:lnTo>
                  <a:lnTo>
                    <a:pt x="9941829" y="100528"/>
                  </a:lnTo>
                  <a:lnTo>
                    <a:pt x="10036393" y="77848"/>
                  </a:lnTo>
                  <a:lnTo>
                    <a:pt x="10129227" y="58215"/>
                  </a:lnTo>
                  <a:lnTo>
                    <a:pt x="10217179" y="41687"/>
                  </a:lnTo>
                  <a:lnTo>
                    <a:pt x="10296968" y="28268"/>
                  </a:lnTo>
                  <a:lnTo>
                    <a:pt x="10365615" y="17874"/>
                  </a:lnTo>
                  <a:lnTo>
                    <a:pt x="10420916" y="10295"/>
                  </a:lnTo>
                  <a:lnTo>
                    <a:pt x="10461842" y="5197"/>
                  </a:lnTo>
                  <a:lnTo>
                    <a:pt x="10488769" y="2138"/>
                  </a:lnTo>
                  <a:lnTo>
                    <a:pt x="10503501" y="606"/>
                  </a:lnTo>
                  <a:lnTo>
                    <a:pt x="10509140" y="68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81" name="pl1981"/>
            <p:cNvSpPr/>
            <p:nvPr/>
          </p:nvSpPr>
          <p:spPr>
            <a:xfrm>
              <a:off x="4799595" y="3557668"/>
              <a:ext cx="11981298" cy="7118681"/>
            </a:xfrm>
            <a:custGeom>
              <a:avLst/>
              <a:pathLst>
                <a:path w="11981298" h="7118681">
                  <a:moveTo>
                    <a:pt x="11981298" y="0"/>
                  </a:moveTo>
                  <a:lnTo>
                    <a:pt x="10509911" y="0"/>
                  </a:lnTo>
                  <a:lnTo>
                    <a:pt x="10508994" y="81"/>
                  </a:lnTo>
                  <a:lnTo>
                    <a:pt x="10502940" y="662"/>
                  </a:lnTo>
                  <a:lnTo>
                    <a:pt x="10487584" y="2266"/>
                  </a:lnTo>
                  <a:lnTo>
                    <a:pt x="10459894" y="5429"/>
                  </a:lnTo>
                  <a:lnTo>
                    <a:pt x="10418144" y="10657"/>
                  </a:lnTo>
                  <a:lnTo>
                    <a:pt x="10362041" y="18389"/>
                  </a:lnTo>
                  <a:lnTo>
                    <a:pt x="10292689" y="28951"/>
                  </a:lnTo>
                  <a:lnTo>
                    <a:pt x="10212350" y="42546"/>
                  </a:lnTo>
                  <a:lnTo>
                    <a:pt x="10124030" y="59252"/>
                  </a:lnTo>
                  <a:lnTo>
                    <a:pt x="10031015" y="79061"/>
                  </a:lnTo>
                  <a:lnTo>
                    <a:pt x="9936440" y="101913"/>
                  </a:lnTo>
                  <a:lnTo>
                    <a:pt x="9842983" y="127749"/>
                  </a:lnTo>
                  <a:lnTo>
                    <a:pt x="9752704" y="156548"/>
                  </a:lnTo>
                  <a:lnTo>
                    <a:pt x="9667015" y="188356"/>
                  </a:lnTo>
                  <a:lnTo>
                    <a:pt x="9586739" y="223303"/>
                  </a:lnTo>
                  <a:lnTo>
                    <a:pt x="9512208" y="261616"/>
                  </a:lnTo>
                  <a:lnTo>
                    <a:pt x="9443387" y="303614"/>
                  </a:lnTo>
                  <a:lnTo>
                    <a:pt x="9379977" y="349709"/>
                  </a:lnTo>
                  <a:lnTo>
                    <a:pt x="9321508" y="400394"/>
                  </a:lnTo>
                  <a:lnTo>
                    <a:pt x="9267408" y="456220"/>
                  </a:lnTo>
                  <a:lnTo>
                    <a:pt x="9217058" y="517774"/>
                  </a:lnTo>
                  <a:lnTo>
                    <a:pt x="9169829" y="585617"/>
                  </a:lnTo>
                  <a:lnTo>
                    <a:pt x="9125117" y="660208"/>
                  </a:lnTo>
                  <a:lnTo>
                    <a:pt x="9084767" y="736932"/>
                  </a:lnTo>
                  <a:lnTo>
                    <a:pt x="9053587" y="802519"/>
                  </a:lnTo>
                  <a:lnTo>
                    <a:pt x="9023088" y="872096"/>
                  </a:lnTo>
                  <a:lnTo>
                    <a:pt x="8993117" y="945745"/>
                  </a:lnTo>
                  <a:lnTo>
                    <a:pt x="8963545" y="1023502"/>
                  </a:lnTo>
                  <a:lnTo>
                    <a:pt x="8934263" y="1105358"/>
                  </a:lnTo>
                  <a:lnTo>
                    <a:pt x="8905183" y="1191253"/>
                  </a:lnTo>
                  <a:lnTo>
                    <a:pt x="8876233" y="1281070"/>
                  </a:lnTo>
                  <a:lnTo>
                    <a:pt x="8847356" y="1374637"/>
                  </a:lnTo>
                  <a:lnTo>
                    <a:pt x="8818508" y="1471724"/>
                  </a:lnTo>
                  <a:lnTo>
                    <a:pt x="8789658" y="1572040"/>
                  </a:lnTo>
                  <a:lnTo>
                    <a:pt x="8760785" y="1675242"/>
                  </a:lnTo>
                  <a:lnTo>
                    <a:pt x="8731879" y="1780930"/>
                  </a:lnTo>
                  <a:lnTo>
                    <a:pt x="8702937" y="1888661"/>
                  </a:lnTo>
                  <a:lnTo>
                    <a:pt x="8673961" y="1997950"/>
                  </a:lnTo>
                  <a:lnTo>
                    <a:pt x="8644962" y="2108281"/>
                  </a:lnTo>
                  <a:lnTo>
                    <a:pt x="8615949" y="2219118"/>
                  </a:lnTo>
                  <a:lnTo>
                    <a:pt x="8586938" y="2329915"/>
                  </a:lnTo>
                  <a:lnTo>
                    <a:pt x="8557941" y="2440124"/>
                  </a:lnTo>
                  <a:lnTo>
                    <a:pt x="8528970" y="2549211"/>
                  </a:lnTo>
                  <a:lnTo>
                    <a:pt x="8500033" y="2656665"/>
                  </a:lnTo>
                  <a:lnTo>
                    <a:pt x="8471133" y="2762007"/>
                  </a:lnTo>
                  <a:lnTo>
                    <a:pt x="8442264" y="2864800"/>
                  </a:lnTo>
                  <a:lnTo>
                    <a:pt x="8413416" y="2964652"/>
                  </a:lnTo>
                  <a:lnTo>
                    <a:pt x="8384566" y="3061228"/>
                  </a:lnTo>
                  <a:lnTo>
                    <a:pt x="8355681" y="3154245"/>
                  </a:lnTo>
                  <a:lnTo>
                    <a:pt x="8326715" y="3243484"/>
                  </a:lnTo>
                  <a:lnTo>
                    <a:pt x="8297610" y="3328778"/>
                  </a:lnTo>
                  <a:lnTo>
                    <a:pt x="8268291" y="3410022"/>
                  </a:lnTo>
                  <a:lnTo>
                    <a:pt x="8238666" y="3487162"/>
                  </a:lnTo>
                  <a:lnTo>
                    <a:pt x="8208625" y="3560196"/>
                  </a:lnTo>
                  <a:lnTo>
                    <a:pt x="8178035" y="3629168"/>
                  </a:lnTo>
                  <a:lnTo>
                    <a:pt x="8151487" y="3684660"/>
                  </a:lnTo>
                  <a:lnTo>
                    <a:pt x="8108643" y="3765826"/>
                  </a:lnTo>
                  <a:lnTo>
                    <a:pt x="8063802" y="3840024"/>
                  </a:lnTo>
                  <a:lnTo>
                    <a:pt x="8016412" y="3907494"/>
                  </a:lnTo>
                  <a:lnTo>
                    <a:pt x="7965865" y="3968705"/>
                  </a:lnTo>
                  <a:lnTo>
                    <a:pt x="7911532" y="4024223"/>
                  </a:lnTo>
                  <a:lnTo>
                    <a:pt x="7852796" y="4074630"/>
                  </a:lnTo>
                  <a:lnTo>
                    <a:pt x="7789089" y="4120480"/>
                  </a:lnTo>
                  <a:lnTo>
                    <a:pt x="7719948" y="4162257"/>
                  </a:lnTo>
                  <a:lnTo>
                    <a:pt x="7645087" y="4200370"/>
                  </a:lnTo>
                  <a:lnTo>
                    <a:pt x="7564489" y="4235133"/>
                  </a:lnTo>
                  <a:lnTo>
                    <a:pt x="7478511" y="4266766"/>
                  </a:lnTo>
                  <a:lnTo>
                    <a:pt x="7388007" y="4295396"/>
                  </a:lnTo>
                  <a:lnTo>
                    <a:pt x="7294424" y="4321063"/>
                  </a:lnTo>
                  <a:lnTo>
                    <a:pt x="7199861" y="4343743"/>
                  </a:lnTo>
                  <a:lnTo>
                    <a:pt x="7107026" y="4363376"/>
                  </a:lnTo>
                  <a:lnTo>
                    <a:pt x="7019074" y="4379905"/>
                  </a:lnTo>
                  <a:lnTo>
                    <a:pt x="6939285" y="4393323"/>
                  </a:lnTo>
                  <a:lnTo>
                    <a:pt x="6870638" y="4403717"/>
                  </a:lnTo>
                  <a:lnTo>
                    <a:pt x="6815337" y="4411296"/>
                  </a:lnTo>
                  <a:lnTo>
                    <a:pt x="6774411" y="4416394"/>
                  </a:lnTo>
                  <a:lnTo>
                    <a:pt x="6747484" y="4419453"/>
                  </a:lnTo>
                  <a:lnTo>
                    <a:pt x="6732752" y="4420985"/>
                  </a:lnTo>
                  <a:lnTo>
                    <a:pt x="6727113" y="4421523"/>
                  </a:lnTo>
                  <a:lnTo>
                    <a:pt x="6726343" y="4421592"/>
                  </a:lnTo>
                  <a:lnTo>
                    <a:pt x="5254955" y="4421592"/>
                  </a:lnTo>
                  <a:lnTo>
                    <a:pt x="5253801" y="4421655"/>
                  </a:lnTo>
                  <a:lnTo>
                    <a:pt x="5246215" y="4422104"/>
                  </a:lnTo>
                  <a:lnTo>
                    <a:pt x="5227099" y="4423345"/>
                  </a:lnTo>
                  <a:lnTo>
                    <a:pt x="5192943" y="4425789"/>
                  </a:lnTo>
                  <a:lnTo>
                    <a:pt x="5142073" y="4429813"/>
                  </a:lnTo>
                  <a:lnTo>
                    <a:pt x="5074781" y="4435728"/>
                  </a:lnTo>
                  <a:lnTo>
                    <a:pt x="4993162" y="4443741"/>
                  </a:lnTo>
                  <a:lnTo>
                    <a:pt x="4900632" y="4453958"/>
                  </a:lnTo>
                  <a:lnTo>
                    <a:pt x="4801268" y="4466395"/>
                  </a:lnTo>
                  <a:lnTo>
                    <a:pt x="4699130" y="4481015"/>
                  </a:lnTo>
                  <a:lnTo>
                    <a:pt x="4597756" y="4497771"/>
                  </a:lnTo>
                  <a:lnTo>
                    <a:pt x="4499870" y="4516640"/>
                  </a:lnTo>
                  <a:lnTo>
                    <a:pt x="4407310" y="4537654"/>
                  </a:lnTo>
                  <a:lnTo>
                    <a:pt x="4321107" y="4560916"/>
                  </a:lnTo>
                  <a:lnTo>
                    <a:pt x="4241633" y="4586606"/>
                  </a:lnTo>
                  <a:lnTo>
                    <a:pt x="4168777" y="4614986"/>
                  </a:lnTo>
                  <a:lnTo>
                    <a:pt x="4102097" y="4646388"/>
                  </a:lnTo>
                  <a:lnTo>
                    <a:pt x="4040948" y="4681211"/>
                  </a:lnTo>
                  <a:lnTo>
                    <a:pt x="3984575" y="4719894"/>
                  </a:lnTo>
                  <a:lnTo>
                    <a:pt x="3932184" y="4762885"/>
                  </a:lnTo>
                  <a:lnTo>
                    <a:pt x="3882995" y="4810579"/>
                  </a:lnTo>
                  <a:lnTo>
                    <a:pt x="3836286" y="4863221"/>
                  </a:lnTo>
                  <a:lnTo>
                    <a:pt x="3829811" y="4871106"/>
                  </a:lnTo>
                  <a:lnTo>
                    <a:pt x="3791396" y="4920883"/>
                  </a:lnTo>
                  <a:lnTo>
                    <a:pt x="3753964" y="4974395"/>
                  </a:lnTo>
                  <a:lnTo>
                    <a:pt x="3717242" y="5031716"/>
                  </a:lnTo>
                  <a:lnTo>
                    <a:pt x="3681010" y="5092859"/>
                  </a:lnTo>
                  <a:lnTo>
                    <a:pt x="3645094" y="5157764"/>
                  </a:lnTo>
                  <a:lnTo>
                    <a:pt x="3609360" y="5226294"/>
                  </a:lnTo>
                  <a:lnTo>
                    <a:pt x="3573708" y="5298231"/>
                  </a:lnTo>
                  <a:lnTo>
                    <a:pt x="3538069" y="5373273"/>
                  </a:lnTo>
                  <a:lnTo>
                    <a:pt x="3502399" y="5451039"/>
                  </a:lnTo>
                  <a:lnTo>
                    <a:pt x="3466678" y="5531072"/>
                  </a:lnTo>
                  <a:lnTo>
                    <a:pt x="3430902" y="5612848"/>
                  </a:lnTo>
                  <a:lnTo>
                    <a:pt x="3395083" y="5695794"/>
                  </a:lnTo>
                  <a:lnTo>
                    <a:pt x="3359241" y="5779300"/>
                  </a:lnTo>
                  <a:lnTo>
                    <a:pt x="3323403" y="5862736"/>
                  </a:lnTo>
                  <a:lnTo>
                    <a:pt x="3287592" y="5945477"/>
                  </a:lnTo>
                  <a:lnTo>
                    <a:pt x="3251827" y="6026918"/>
                  </a:lnTo>
                  <a:lnTo>
                    <a:pt x="3216117" y="6106497"/>
                  </a:lnTo>
                  <a:lnTo>
                    <a:pt x="3180457" y="6183702"/>
                  </a:lnTo>
                  <a:lnTo>
                    <a:pt x="3144819" y="6258093"/>
                  </a:lnTo>
                  <a:lnTo>
                    <a:pt x="3109157" y="6329306"/>
                  </a:lnTo>
                  <a:lnTo>
                    <a:pt x="3073393" y="6397057"/>
                  </a:lnTo>
                  <a:lnTo>
                    <a:pt x="3037420" y="6461146"/>
                  </a:lnTo>
                  <a:lnTo>
                    <a:pt x="3001097" y="6521453"/>
                  </a:lnTo>
                  <a:lnTo>
                    <a:pt x="2964240" y="6577936"/>
                  </a:lnTo>
                  <a:lnTo>
                    <a:pt x="2926618" y="6630620"/>
                  </a:lnTo>
                  <a:lnTo>
                    <a:pt x="2896531" y="6669166"/>
                  </a:lnTo>
                  <a:lnTo>
                    <a:pt x="2850122" y="6722515"/>
                  </a:lnTo>
                  <a:lnTo>
                    <a:pt x="2801327" y="6770903"/>
                  </a:lnTo>
                  <a:lnTo>
                    <a:pt x="2749438" y="6814540"/>
                  </a:lnTo>
                  <a:lnTo>
                    <a:pt x="2693680" y="6853809"/>
                  </a:lnTo>
                  <a:lnTo>
                    <a:pt x="2633257" y="6889153"/>
                  </a:lnTo>
                  <a:lnTo>
                    <a:pt x="2567406" y="6921016"/>
                  </a:lnTo>
                  <a:lnTo>
                    <a:pt x="2495460" y="6949804"/>
                  </a:lnTo>
                  <a:lnTo>
                    <a:pt x="2416943" y="6975859"/>
                  </a:lnTo>
                  <a:lnTo>
                    <a:pt x="2331687" y="6999453"/>
                  </a:lnTo>
                  <a:lnTo>
                    <a:pt x="2239985" y="7020779"/>
                  </a:lnTo>
                  <a:lnTo>
                    <a:pt x="2142764" y="7039949"/>
                  </a:lnTo>
                  <a:lnTo>
                    <a:pt x="2041740" y="7057005"/>
                  </a:lnTo>
                  <a:lnTo>
                    <a:pt x="1939513" y="7071932"/>
                  </a:lnTo>
                  <a:lnTo>
                    <a:pt x="1839514" y="7084682"/>
                  </a:lnTo>
                  <a:lnTo>
                    <a:pt x="1745758" y="7095215"/>
                  </a:lnTo>
                  <a:lnTo>
                    <a:pt x="1662356" y="7103538"/>
                  </a:lnTo>
                  <a:lnTo>
                    <a:pt x="1592863" y="7109740"/>
                  </a:lnTo>
                  <a:lnTo>
                    <a:pt x="1539596" y="7114017"/>
                  </a:lnTo>
                  <a:lnTo>
                    <a:pt x="1503121" y="7116663"/>
                  </a:lnTo>
                  <a:lnTo>
                    <a:pt x="1482042" y="7118050"/>
                  </a:lnTo>
                  <a:lnTo>
                    <a:pt x="1473093" y="7118587"/>
                  </a:lnTo>
                  <a:lnTo>
                    <a:pt x="1471391" y="7118681"/>
                  </a:lnTo>
                  <a:lnTo>
                    <a:pt x="1471387" y="7118681"/>
                  </a:lnTo>
                  <a:lnTo>
                    <a:pt x="0" y="711868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82" name="pg1982"/>
            <p:cNvSpPr/>
            <p:nvPr/>
          </p:nvSpPr>
          <p:spPr>
            <a:xfrm>
              <a:off x="4799595" y="3099980"/>
              <a:ext cx="11981298" cy="7510985"/>
            </a:xfrm>
            <a:custGeom>
              <a:avLst/>
              <a:pathLst>
                <a:path w="11981298" h="7510985">
                  <a:moveTo>
                    <a:pt x="0" y="7510985"/>
                  </a:moveTo>
                  <a:lnTo>
                    <a:pt x="1471387" y="7510985"/>
                  </a:lnTo>
                  <a:lnTo>
                    <a:pt x="1472111" y="7510876"/>
                  </a:lnTo>
                  <a:lnTo>
                    <a:pt x="1476911" y="7510103"/>
                  </a:lnTo>
                  <a:lnTo>
                    <a:pt x="1489161" y="7507970"/>
                  </a:lnTo>
                  <a:lnTo>
                    <a:pt x="1511428" y="7503761"/>
                  </a:lnTo>
                  <a:lnTo>
                    <a:pt x="1545362" y="7496782"/>
                  </a:lnTo>
                  <a:lnTo>
                    <a:pt x="1591589" y="7486411"/>
                  </a:lnTo>
                  <a:lnTo>
                    <a:pt x="1649690" y="7472142"/>
                  </a:lnTo>
                  <a:lnTo>
                    <a:pt x="1718304" y="7453622"/>
                  </a:lnTo>
                  <a:lnTo>
                    <a:pt x="1795355" y="7430653"/>
                  </a:lnTo>
                  <a:lnTo>
                    <a:pt x="1878353" y="7403178"/>
                  </a:lnTo>
                  <a:lnTo>
                    <a:pt x="1964712" y="7371233"/>
                  </a:lnTo>
                  <a:lnTo>
                    <a:pt x="2052016" y="7334904"/>
                  </a:lnTo>
                  <a:lnTo>
                    <a:pt x="2138208" y="7294266"/>
                  </a:lnTo>
                  <a:lnTo>
                    <a:pt x="2221688" y="7249346"/>
                  </a:lnTo>
                  <a:lnTo>
                    <a:pt x="2301325" y="7200089"/>
                  </a:lnTo>
                  <a:lnTo>
                    <a:pt x="2376426" y="7146332"/>
                  </a:lnTo>
                  <a:lnTo>
                    <a:pt x="2446662" y="7087801"/>
                  </a:lnTo>
                  <a:lnTo>
                    <a:pt x="2511993" y="7024101"/>
                  </a:lnTo>
                  <a:lnTo>
                    <a:pt x="2572593" y="6954724"/>
                  </a:lnTo>
                  <a:lnTo>
                    <a:pt x="2628783" y="6879058"/>
                  </a:lnTo>
                  <a:lnTo>
                    <a:pt x="2680979" y="6796400"/>
                  </a:lnTo>
                  <a:lnTo>
                    <a:pt x="2729652" y="6705987"/>
                  </a:lnTo>
                  <a:lnTo>
                    <a:pt x="2775294" y="6607039"/>
                  </a:lnTo>
                  <a:lnTo>
                    <a:pt x="2818399" y="6498826"/>
                  </a:lnTo>
                  <a:lnTo>
                    <a:pt x="2859436" y="6380777"/>
                  </a:lnTo>
                  <a:lnTo>
                    <a:pt x="2896531" y="6260516"/>
                  </a:lnTo>
                  <a:lnTo>
                    <a:pt x="2920901" y="6174336"/>
                  </a:lnTo>
                  <a:lnTo>
                    <a:pt x="2944835" y="6084064"/>
                  </a:lnTo>
                  <a:lnTo>
                    <a:pt x="2968410" y="5989625"/>
                  </a:lnTo>
                  <a:lnTo>
                    <a:pt x="2991692" y="5890968"/>
                  </a:lnTo>
                  <a:lnTo>
                    <a:pt x="3014741" y="5788071"/>
                  </a:lnTo>
                  <a:lnTo>
                    <a:pt x="3037608" y="5680942"/>
                  </a:lnTo>
                  <a:lnTo>
                    <a:pt x="3060336" y="5569622"/>
                  </a:lnTo>
                  <a:lnTo>
                    <a:pt x="3082963" y="5454182"/>
                  </a:lnTo>
                  <a:lnTo>
                    <a:pt x="3105521" y="5334733"/>
                  </a:lnTo>
                  <a:lnTo>
                    <a:pt x="3128035" y="5211418"/>
                  </a:lnTo>
                  <a:lnTo>
                    <a:pt x="3150526" y="5084419"/>
                  </a:lnTo>
                  <a:lnTo>
                    <a:pt x="3173012" y="4953953"/>
                  </a:lnTo>
                  <a:lnTo>
                    <a:pt x="3195504" y="4820275"/>
                  </a:lnTo>
                  <a:lnTo>
                    <a:pt x="3218012" y="4683672"/>
                  </a:lnTo>
                  <a:lnTo>
                    <a:pt x="3240540" y="4544466"/>
                  </a:lnTo>
                  <a:lnTo>
                    <a:pt x="3263089" y="4403007"/>
                  </a:lnTo>
                  <a:lnTo>
                    <a:pt x="3285661" y="4259671"/>
                  </a:lnTo>
                  <a:lnTo>
                    <a:pt x="3308252" y="4114860"/>
                  </a:lnTo>
                  <a:lnTo>
                    <a:pt x="3330857" y="3968990"/>
                  </a:lnTo>
                  <a:lnTo>
                    <a:pt x="3353471" y="3822492"/>
                  </a:lnTo>
                  <a:lnTo>
                    <a:pt x="3376088" y="3675805"/>
                  </a:lnTo>
                  <a:lnTo>
                    <a:pt x="3398701" y="3529370"/>
                  </a:lnTo>
                  <a:lnTo>
                    <a:pt x="3421305" y="3383625"/>
                  </a:lnTo>
                  <a:lnTo>
                    <a:pt x="3443893" y="3238998"/>
                  </a:lnTo>
                  <a:lnTo>
                    <a:pt x="3466462" y="3095906"/>
                  </a:lnTo>
                  <a:lnTo>
                    <a:pt x="3489008" y="2954745"/>
                  </a:lnTo>
                  <a:lnTo>
                    <a:pt x="3511533" y="2815888"/>
                  </a:lnTo>
                  <a:lnTo>
                    <a:pt x="3534038" y="2679682"/>
                  </a:lnTo>
                  <a:lnTo>
                    <a:pt x="3556529" y="2546444"/>
                  </a:lnTo>
                  <a:lnTo>
                    <a:pt x="3579014" y="2416457"/>
                  </a:lnTo>
                  <a:lnTo>
                    <a:pt x="3601508" y="2289970"/>
                  </a:lnTo>
                  <a:lnTo>
                    <a:pt x="3624027" y="2167194"/>
                  </a:lnTo>
                  <a:lnTo>
                    <a:pt x="3646592" y="2048307"/>
                  </a:lnTo>
                  <a:lnTo>
                    <a:pt x="3669232" y="1933448"/>
                  </a:lnTo>
                  <a:lnTo>
                    <a:pt x="3691977" y="1822720"/>
                  </a:lnTo>
                  <a:lnTo>
                    <a:pt x="3714867" y="1716192"/>
                  </a:lnTo>
                  <a:lnTo>
                    <a:pt x="3737946" y="1613898"/>
                  </a:lnTo>
                  <a:lnTo>
                    <a:pt x="3761266" y="1515843"/>
                  </a:lnTo>
                  <a:lnTo>
                    <a:pt x="3784888" y="1422000"/>
                  </a:lnTo>
                  <a:lnTo>
                    <a:pt x="3808879" y="1332315"/>
                  </a:lnTo>
                  <a:lnTo>
                    <a:pt x="3829811" y="1258641"/>
                  </a:lnTo>
                  <a:lnTo>
                    <a:pt x="3869291" y="1131098"/>
                  </a:lnTo>
                  <a:lnTo>
                    <a:pt x="3910437" y="1013643"/>
                  </a:lnTo>
                  <a:lnTo>
                    <a:pt x="3953679" y="905997"/>
                  </a:lnTo>
                  <a:lnTo>
                    <a:pt x="3999488" y="807577"/>
                  </a:lnTo>
                  <a:lnTo>
                    <a:pt x="4048356" y="717646"/>
                  </a:lnTo>
                  <a:lnTo>
                    <a:pt x="4100776" y="635424"/>
                  </a:lnTo>
                  <a:lnTo>
                    <a:pt x="4157217" y="560149"/>
                  </a:lnTo>
                  <a:lnTo>
                    <a:pt x="4218090" y="491126"/>
                  </a:lnTo>
                  <a:lnTo>
                    <a:pt x="4283709" y="427745"/>
                  </a:lnTo>
                  <a:lnTo>
                    <a:pt x="4354237" y="369507"/>
                  </a:lnTo>
                  <a:lnTo>
                    <a:pt x="4429619" y="316024"/>
                  </a:lnTo>
                  <a:lnTo>
                    <a:pt x="4509507" y="267027"/>
                  </a:lnTo>
                  <a:lnTo>
                    <a:pt x="4593184" y="222362"/>
                  </a:lnTo>
                  <a:lnTo>
                    <a:pt x="4679492" y="181978"/>
                  </a:lnTo>
                  <a:lnTo>
                    <a:pt x="4766801" y="145906"/>
                  </a:lnTo>
                  <a:lnTo>
                    <a:pt x="4853031" y="114225"/>
                  </a:lnTo>
                  <a:lnTo>
                    <a:pt x="4935749" y="87016"/>
                  </a:lnTo>
                  <a:lnTo>
                    <a:pt x="5012366" y="64314"/>
                  </a:lnTo>
                  <a:lnTo>
                    <a:pt x="5080409" y="46053"/>
                  </a:lnTo>
                  <a:lnTo>
                    <a:pt x="5137835" y="32027"/>
                  </a:lnTo>
                  <a:lnTo>
                    <a:pt x="5183335" y="21872"/>
                  </a:lnTo>
                  <a:lnTo>
                    <a:pt x="5216549" y="15077"/>
                  </a:lnTo>
                  <a:lnTo>
                    <a:pt x="5238166" y="11010"/>
                  </a:lnTo>
                  <a:lnTo>
                    <a:pt x="5249894" y="8977"/>
                  </a:lnTo>
                  <a:lnTo>
                    <a:pt x="5254351" y="8263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109" y="8277"/>
                  </a:lnTo>
                  <a:lnTo>
                    <a:pt x="6732188" y="9020"/>
                  </a:lnTo>
                  <a:lnTo>
                    <a:pt x="6745129" y="11072"/>
                  </a:lnTo>
                  <a:lnTo>
                    <a:pt x="6768610" y="15118"/>
                  </a:lnTo>
                  <a:lnTo>
                    <a:pt x="6804308" y="21822"/>
                  </a:lnTo>
                  <a:lnTo>
                    <a:pt x="6852786" y="31776"/>
                  </a:lnTo>
                  <a:lnTo>
                    <a:pt x="6913487" y="45448"/>
                  </a:lnTo>
                  <a:lnTo>
                    <a:pt x="6984855" y="63160"/>
                  </a:lnTo>
                  <a:lnTo>
                    <a:pt x="7064608" y="85079"/>
                  </a:lnTo>
                  <a:lnTo>
                    <a:pt x="7150067" y="111243"/>
                  </a:lnTo>
                  <a:lnTo>
                    <a:pt x="7238506" y="141604"/>
                  </a:lnTo>
                  <a:lnTo>
                    <a:pt x="7327432" y="176080"/>
                  </a:lnTo>
                  <a:lnTo>
                    <a:pt x="7414767" y="214604"/>
                  </a:lnTo>
                  <a:lnTo>
                    <a:pt x="7498938" y="257167"/>
                  </a:lnTo>
                  <a:lnTo>
                    <a:pt x="7578875" y="303849"/>
                  </a:lnTo>
                  <a:lnTo>
                    <a:pt x="7653961" y="354836"/>
                  </a:lnTo>
                  <a:lnTo>
                    <a:pt x="7723948" y="410427"/>
                  </a:lnTo>
                  <a:lnTo>
                    <a:pt x="7788876" y="471036"/>
                  </a:lnTo>
                  <a:lnTo>
                    <a:pt x="7848990" y="537187"/>
                  </a:lnTo>
                  <a:lnTo>
                    <a:pt x="7904671" y="609503"/>
                  </a:lnTo>
                  <a:lnTo>
                    <a:pt x="7956388" y="688684"/>
                  </a:lnTo>
                  <a:lnTo>
                    <a:pt x="8004651" y="775475"/>
                  </a:lnTo>
                  <a:lnTo>
                    <a:pt x="8049987" y="870617"/>
                  </a:lnTo>
                  <a:lnTo>
                    <a:pt x="8092908" y="974756"/>
                  </a:lnTo>
                  <a:lnTo>
                    <a:pt x="8133895" y="1088324"/>
                  </a:lnTo>
                  <a:lnTo>
                    <a:pt x="8151487" y="1141495"/>
                  </a:lnTo>
                  <a:lnTo>
                    <a:pt x="8177027" y="1223483"/>
                  </a:lnTo>
                  <a:lnTo>
                    <a:pt x="8202092" y="1309553"/>
                  </a:lnTo>
                  <a:lnTo>
                    <a:pt x="8226769" y="1399780"/>
                  </a:lnTo>
                  <a:lnTo>
                    <a:pt x="8251136" y="1494215"/>
                  </a:lnTo>
                  <a:lnTo>
                    <a:pt x="8275257" y="1592874"/>
                  </a:lnTo>
                  <a:lnTo>
                    <a:pt x="8299190" y="1695743"/>
                  </a:lnTo>
                  <a:lnTo>
                    <a:pt x="8322983" y="1802771"/>
                  </a:lnTo>
                  <a:lnTo>
                    <a:pt x="8346678" y="1913869"/>
                  </a:lnTo>
                  <a:lnTo>
                    <a:pt x="8370308" y="2028911"/>
                  </a:lnTo>
                  <a:lnTo>
                    <a:pt x="8393900" y="2147730"/>
                  </a:lnTo>
                  <a:lnTo>
                    <a:pt x="8417478" y="2270119"/>
                  </a:lnTo>
                  <a:lnTo>
                    <a:pt x="8441057" y="2395830"/>
                  </a:lnTo>
                  <a:lnTo>
                    <a:pt x="8464649" y="2524580"/>
                  </a:lnTo>
                  <a:lnTo>
                    <a:pt x="8488261" y="2656045"/>
                  </a:lnTo>
                  <a:lnTo>
                    <a:pt x="8511898" y="2789869"/>
                  </a:lnTo>
                  <a:lnTo>
                    <a:pt x="8535559" y="2925668"/>
                  </a:lnTo>
                  <a:lnTo>
                    <a:pt x="8559241" y="3063028"/>
                  </a:lnTo>
                  <a:lnTo>
                    <a:pt x="8582941" y="3201517"/>
                  </a:lnTo>
                  <a:lnTo>
                    <a:pt x="8606651" y="3340686"/>
                  </a:lnTo>
                  <a:lnTo>
                    <a:pt x="8630365" y="3480078"/>
                  </a:lnTo>
                  <a:lnTo>
                    <a:pt x="8654075" y="3619232"/>
                  </a:lnTo>
                  <a:lnTo>
                    <a:pt x="8677774" y="3757691"/>
                  </a:lnTo>
                  <a:lnTo>
                    <a:pt x="8701456" y="3895008"/>
                  </a:lnTo>
                  <a:lnTo>
                    <a:pt x="8725116" y="4030749"/>
                  </a:lnTo>
                  <a:lnTo>
                    <a:pt x="8748752" y="4164504"/>
                  </a:lnTo>
                  <a:lnTo>
                    <a:pt x="8772364" y="4295887"/>
                  </a:lnTo>
                  <a:lnTo>
                    <a:pt x="8795955" y="4424543"/>
                  </a:lnTo>
                  <a:lnTo>
                    <a:pt x="8819534" y="4550152"/>
                  </a:lnTo>
                  <a:lnTo>
                    <a:pt x="8843112" y="4672430"/>
                  </a:lnTo>
                  <a:lnTo>
                    <a:pt x="8866705" y="4791130"/>
                  </a:lnTo>
                  <a:lnTo>
                    <a:pt x="8890337" y="4906047"/>
                  </a:lnTo>
                  <a:lnTo>
                    <a:pt x="8914034" y="5017016"/>
                  </a:lnTo>
                  <a:lnTo>
                    <a:pt x="8937831" y="5123912"/>
                  </a:lnTo>
                  <a:lnTo>
                    <a:pt x="8961769" y="5226646"/>
                  </a:lnTo>
                  <a:lnTo>
                    <a:pt x="8985897" y="5325169"/>
                  </a:lnTo>
                  <a:lnTo>
                    <a:pt x="9010273" y="5419468"/>
                  </a:lnTo>
                  <a:lnTo>
                    <a:pt x="9034961" y="5509561"/>
                  </a:lnTo>
                  <a:lnTo>
                    <a:pt x="9060040" y="5595498"/>
                  </a:lnTo>
                  <a:lnTo>
                    <a:pt x="9084767" y="5674785"/>
                  </a:lnTo>
                  <a:lnTo>
                    <a:pt x="9125036" y="5792556"/>
                  </a:lnTo>
                  <a:lnTo>
                    <a:pt x="9167047" y="5900824"/>
                  </a:lnTo>
                  <a:lnTo>
                    <a:pt x="9211255" y="5999868"/>
                  </a:lnTo>
                  <a:lnTo>
                    <a:pt x="9258161" y="6090258"/>
                  </a:lnTo>
                  <a:lnTo>
                    <a:pt x="9308289" y="6172706"/>
                  </a:lnTo>
                  <a:lnTo>
                    <a:pt x="9362158" y="6247963"/>
                  </a:lnTo>
                  <a:lnTo>
                    <a:pt x="9420262" y="6316755"/>
                  </a:lnTo>
                  <a:lnTo>
                    <a:pt x="9483024" y="6379740"/>
                  </a:lnTo>
                  <a:lnTo>
                    <a:pt x="9550759" y="6437488"/>
                  </a:lnTo>
                  <a:lnTo>
                    <a:pt x="9623606" y="6490464"/>
                  </a:lnTo>
                  <a:lnTo>
                    <a:pt x="9701453" y="6539018"/>
                  </a:lnTo>
                  <a:lnTo>
                    <a:pt x="9783858" y="6583384"/>
                  </a:lnTo>
                  <a:lnTo>
                    <a:pt x="9869960" y="6623687"/>
                  </a:lnTo>
                  <a:lnTo>
                    <a:pt x="9958410" y="6659956"/>
                  </a:lnTo>
                  <a:lnTo>
                    <a:pt x="10047350" y="6692144"/>
                  </a:lnTo>
                  <a:lnTo>
                    <a:pt x="10134452" y="6720171"/>
                  </a:lnTo>
                  <a:lnTo>
                    <a:pt x="10217065" y="6743966"/>
                  </a:lnTo>
                  <a:lnTo>
                    <a:pt x="10292449" y="6763523"/>
                  </a:lnTo>
                  <a:lnTo>
                    <a:pt x="10358102" y="6778948"/>
                  </a:lnTo>
                  <a:lnTo>
                    <a:pt x="10412109" y="6790494"/>
                  </a:lnTo>
                  <a:lnTo>
                    <a:pt x="10453448" y="6798567"/>
                  </a:lnTo>
                  <a:lnTo>
                    <a:pt x="10482180" y="6803708"/>
                  </a:lnTo>
                  <a:lnTo>
                    <a:pt x="10499501" y="6806556"/>
                  </a:lnTo>
                  <a:lnTo>
                    <a:pt x="10507663" y="6807792"/>
                  </a:lnTo>
                  <a:lnTo>
                    <a:pt x="10509911" y="6808107"/>
                  </a:lnTo>
                  <a:lnTo>
                    <a:pt x="11981298" y="6808107"/>
                  </a:lnTo>
                  <a:lnTo>
                    <a:pt x="11981298" y="6799934"/>
                  </a:lnTo>
                  <a:lnTo>
                    <a:pt x="10509911" y="6799934"/>
                  </a:lnTo>
                  <a:lnTo>
                    <a:pt x="10509144" y="6799830"/>
                  </a:lnTo>
                  <a:lnTo>
                    <a:pt x="10504065" y="6799087"/>
                  </a:lnTo>
                  <a:lnTo>
                    <a:pt x="10491124" y="6797035"/>
                  </a:lnTo>
                  <a:lnTo>
                    <a:pt x="10467643" y="6792989"/>
                  </a:lnTo>
                  <a:lnTo>
                    <a:pt x="10431946" y="6786284"/>
                  </a:lnTo>
                  <a:lnTo>
                    <a:pt x="10383467" y="6776331"/>
                  </a:lnTo>
                  <a:lnTo>
                    <a:pt x="10322767" y="6762659"/>
                  </a:lnTo>
                  <a:lnTo>
                    <a:pt x="10251398" y="6744947"/>
                  </a:lnTo>
                  <a:lnTo>
                    <a:pt x="10171645" y="6723028"/>
                  </a:lnTo>
                  <a:lnTo>
                    <a:pt x="10086186" y="6696864"/>
                  </a:lnTo>
                  <a:lnTo>
                    <a:pt x="9997747" y="6666502"/>
                  </a:lnTo>
                  <a:lnTo>
                    <a:pt x="9908821" y="6632027"/>
                  </a:lnTo>
                  <a:lnTo>
                    <a:pt x="9821486" y="6593503"/>
                  </a:lnTo>
                  <a:lnTo>
                    <a:pt x="9737315" y="6550940"/>
                  </a:lnTo>
                  <a:lnTo>
                    <a:pt x="9657378" y="6504257"/>
                  </a:lnTo>
                  <a:lnTo>
                    <a:pt x="9582293" y="6453271"/>
                  </a:lnTo>
                  <a:lnTo>
                    <a:pt x="9512305" y="6397680"/>
                  </a:lnTo>
                  <a:lnTo>
                    <a:pt x="9447377" y="6337071"/>
                  </a:lnTo>
                  <a:lnTo>
                    <a:pt x="9387263" y="6270920"/>
                  </a:lnTo>
                  <a:lnTo>
                    <a:pt x="9331582" y="6198604"/>
                  </a:lnTo>
                  <a:lnTo>
                    <a:pt x="9279866" y="6119423"/>
                  </a:lnTo>
                  <a:lnTo>
                    <a:pt x="9231602" y="6032631"/>
                  </a:lnTo>
                  <a:lnTo>
                    <a:pt x="9186266" y="5937490"/>
                  </a:lnTo>
                  <a:lnTo>
                    <a:pt x="9143345" y="5833350"/>
                  </a:lnTo>
                  <a:lnTo>
                    <a:pt x="9102358" y="5719782"/>
                  </a:lnTo>
                  <a:lnTo>
                    <a:pt x="9084767" y="5666612"/>
                  </a:lnTo>
                  <a:lnTo>
                    <a:pt x="9059226" y="5584623"/>
                  </a:lnTo>
                  <a:lnTo>
                    <a:pt x="9034161" y="5498554"/>
                  </a:lnTo>
                  <a:lnTo>
                    <a:pt x="9009484" y="5408326"/>
                  </a:lnTo>
                  <a:lnTo>
                    <a:pt x="8985117" y="5313892"/>
                  </a:lnTo>
                  <a:lnTo>
                    <a:pt x="8960996" y="5215232"/>
                  </a:lnTo>
                  <a:lnTo>
                    <a:pt x="8937063" y="5112363"/>
                  </a:lnTo>
                  <a:lnTo>
                    <a:pt x="8913270" y="5005336"/>
                  </a:lnTo>
                  <a:lnTo>
                    <a:pt x="8889575" y="4894237"/>
                  </a:lnTo>
                  <a:lnTo>
                    <a:pt x="8865946" y="4779195"/>
                  </a:lnTo>
                  <a:lnTo>
                    <a:pt x="8842353" y="4660376"/>
                  </a:lnTo>
                  <a:lnTo>
                    <a:pt x="8818775" y="4537988"/>
                  </a:lnTo>
                  <a:lnTo>
                    <a:pt x="8795196" y="4412276"/>
                  </a:lnTo>
                  <a:lnTo>
                    <a:pt x="8771604" y="4283527"/>
                  </a:lnTo>
                  <a:lnTo>
                    <a:pt x="8747992" y="4152062"/>
                  </a:lnTo>
                  <a:lnTo>
                    <a:pt x="8724355" y="4018237"/>
                  </a:lnTo>
                  <a:lnTo>
                    <a:pt x="8700695" y="3882439"/>
                  </a:lnTo>
                  <a:lnTo>
                    <a:pt x="8677012" y="3745079"/>
                  </a:lnTo>
                  <a:lnTo>
                    <a:pt x="8653312" y="3606590"/>
                  </a:lnTo>
                  <a:lnTo>
                    <a:pt x="8629602" y="3467421"/>
                  </a:lnTo>
                  <a:lnTo>
                    <a:pt x="8605888" y="3328029"/>
                  </a:lnTo>
                  <a:lnTo>
                    <a:pt x="8582178" y="3188874"/>
                  </a:lnTo>
                  <a:lnTo>
                    <a:pt x="8558479" y="3050415"/>
                  </a:lnTo>
                  <a:lnTo>
                    <a:pt x="8534797" y="2913099"/>
                  </a:lnTo>
                  <a:lnTo>
                    <a:pt x="8511137" y="2777357"/>
                  </a:lnTo>
                  <a:lnTo>
                    <a:pt x="8487501" y="2643603"/>
                  </a:lnTo>
                  <a:lnTo>
                    <a:pt x="8463889" y="2512220"/>
                  </a:lnTo>
                  <a:lnTo>
                    <a:pt x="8440298" y="2383563"/>
                  </a:lnTo>
                  <a:lnTo>
                    <a:pt x="8416719" y="2257954"/>
                  </a:lnTo>
                  <a:lnTo>
                    <a:pt x="8393141" y="2135677"/>
                  </a:lnTo>
                  <a:lnTo>
                    <a:pt x="8369548" y="2016977"/>
                  </a:lnTo>
                  <a:lnTo>
                    <a:pt x="8345917" y="1902059"/>
                  </a:lnTo>
                  <a:lnTo>
                    <a:pt x="8322219" y="1791090"/>
                  </a:lnTo>
                  <a:lnTo>
                    <a:pt x="8298422" y="1684195"/>
                  </a:lnTo>
                  <a:lnTo>
                    <a:pt x="8274484" y="1581461"/>
                  </a:lnTo>
                  <a:lnTo>
                    <a:pt x="8250356" y="1482937"/>
                  </a:lnTo>
                  <a:lnTo>
                    <a:pt x="8225981" y="1388639"/>
                  </a:lnTo>
                  <a:lnTo>
                    <a:pt x="8201292" y="1298546"/>
                  </a:lnTo>
                  <a:lnTo>
                    <a:pt x="8176213" y="1212609"/>
                  </a:lnTo>
                  <a:lnTo>
                    <a:pt x="8151487" y="1133322"/>
                  </a:lnTo>
                  <a:lnTo>
                    <a:pt x="8111217" y="1015551"/>
                  </a:lnTo>
                  <a:lnTo>
                    <a:pt x="8069206" y="907282"/>
                  </a:lnTo>
                  <a:lnTo>
                    <a:pt x="8024998" y="808239"/>
                  </a:lnTo>
                  <a:lnTo>
                    <a:pt x="7978092" y="717848"/>
                  </a:lnTo>
                  <a:lnTo>
                    <a:pt x="7927965" y="635400"/>
                  </a:lnTo>
                  <a:lnTo>
                    <a:pt x="7874095" y="560143"/>
                  </a:lnTo>
                  <a:lnTo>
                    <a:pt x="7815992" y="491352"/>
                  </a:lnTo>
                  <a:lnTo>
                    <a:pt x="7753229" y="428367"/>
                  </a:lnTo>
                  <a:lnTo>
                    <a:pt x="7685494" y="370618"/>
                  </a:lnTo>
                  <a:lnTo>
                    <a:pt x="7612648" y="317642"/>
                  </a:lnTo>
                  <a:lnTo>
                    <a:pt x="7534800" y="269089"/>
                  </a:lnTo>
                  <a:lnTo>
                    <a:pt x="7452395" y="224723"/>
                  </a:lnTo>
                  <a:lnTo>
                    <a:pt x="7366294" y="184419"/>
                  </a:lnTo>
                  <a:lnTo>
                    <a:pt x="7277843" y="148151"/>
                  </a:lnTo>
                  <a:lnTo>
                    <a:pt x="7188904" y="115963"/>
                  </a:lnTo>
                  <a:lnTo>
                    <a:pt x="7101801" y="87936"/>
                  </a:lnTo>
                  <a:lnTo>
                    <a:pt x="7019188" y="64141"/>
                  </a:lnTo>
                  <a:lnTo>
                    <a:pt x="6943805" y="44584"/>
                  </a:lnTo>
                  <a:lnTo>
                    <a:pt x="6878152" y="29158"/>
                  </a:lnTo>
                  <a:lnTo>
                    <a:pt x="6824144" y="17612"/>
                  </a:lnTo>
                  <a:lnTo>
                    <a:pt x="6782805" y="9540"/>
                  </a:lnTo>
                  <a:lnTo>
                    <a:pt x="6754073" y="4399"/>
                  </a:lnTo>
                  <a:lnTo>
                    <a:pt x="6736752" y="1551"/>
                  </a:lnTo>
                  <a:lnTo>
                    <a:pt x="6728590" y="314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231" y="108"/>
                  </a:lnTo>
                  <a:lnTo>
                    <a:pt x="5249431" y="881"/>
                  </a:lnTo>
                  <a:lnTo>
                    <a:pt x="5237181" y="3015"/>
                  </a:lnTo>
                  <a:lnTo>
                    <a:pt x="5214914" y="7224"/>
                  </a:lnTo>
                  <a:lnTo>
                    <a:pt x="5180980" y="14202"/>
                  </a:lnTo>
                  <a:lnTo>
                    <a:pt x="5134753" y="24573"/>
                  </a:lnTo>
                  <a:lnTo>
                    <a:pt x="5076652" y="38842"/>
                  </a:lnTo>
                  <a:lnTo>
                    <a:pt x="5008038" y="57362"/>
                  </a:lnTo>
                  <a:lnTo>
                    <a:pt x="4930987" y="80331"/>
                  </a:lnTo>
                  <a:lnTo>
                    <a:pt x="4847989" y="107807"/>
                  </a:lnTo>
                  <a:lnTo>
                    <a:pt x="4761630" y="139751"/>
                  </a:lnTo>
                  <a:lnTo>
                    <a:pt x="4674326" y="176081"/>
                  </a:lnTo>
                  <a:lnTo>
                    <a:pt x="4588134" y="216719"/>
                  </a:lnTo>
                  <a:lnTo>
                    <a:pt x="4504654" y="261638"/>
                  </a:lnTo>
                  <a:lnTo>
                    <a:pt x="4425017" y="310896"/>
                  </a:lnTo>
                  <a:lnTo>
                    <a:pt x="4349916" y="364652"/>
                  </a:lnTo>
                  <a:lnTo>
                    <a:pt x="4279680" y="423184"/>
                  </a:lnTo>
                  <a:lnTo>
                    <a:pt x="4214349" y="486884"/>
                  </a:lnTo>
                  <a:lnTo>
                    <a:pt x="4153749" y="556260"/>
                  </a:lnTo>
                  <a:lnTo>
                    <a:pt x="4097559" y="631926"/>
                  </a:lnTo>
                  <a:lnTo>
                    <a:pt x="4045363" y="714584"/>
                  </a:lnTo>
                  <a:lnTo>
                    <a:pt x="3996690" y="804997"/>
                  </a:lnTo>
                  <a:lnTo>
                    <a:pt x="3951048" y="903945"/>
                  </a:lnTo>
                  <a:lnTo>
                    <a:pt x="3907943" y="1012158"/>
                  </a:lnTo>
                  <a:lnTo>
                    <a:pt x="3866906" y="1130208"/>
                  </a:lnTo>
                  <a:lnTo>
                    <a:pt x="3829811" y="1250468"/>
                  </a:lnTo>
                  <a:lnTo>
                    <a:pt x="3805441" y="1336648"/>
                  </a:lnTo>
                  <a:lnTo>
                    <a:pt x="3781507" y="1426920"/>
                  </a:lnTo>
                  <a:lnTo>
                    <a:pt x="3757932" y="1521360"/>
                  </a:lnTo>
                  <a:lnTo>
                    <a:pt x="3734650" y="1620017"/>
                  </a:lnTo>
                  <a:lnTo>
                    <a:pt x="3711601" y="1722914"/>
                  </a:lnTo>
                  <a:lnTo>
                    <a:pt x="3688734" y="1830042"/>
                  </a:lnTo>
                  <a:lnTo>
                    <a:pt x="3666006" y="1941363"/>
                  </a:lnTo>
                  <a:lnTo>
                    <a:pt x="3643379" y="2056802"/>
                  </a:lnTo>
                  <a:lnTo>
                    <a:pt x="3620821" y="2176252"/>
                  </a:lnTo>
                  <a:lnTo>
                    <a:pt x="3598307" y="2299566"/>
                  </a:lnTo>
                  <a:lnTo>
                    <a:pt x="3575816" y="2426565"/>
                  </a:lnTo>
                  <a:lnTo>
                    <a:pt x="3553330" y="2557031"/>
                  </a:lnTo>
                  <a:lnTo>
                    <a:pt x="3530838" y="2690709"/>
                  </a:lnTo>
                  <a:lnTo>
                    <a:pt x="3508330" y="2827312"/>
                  </a:lnTo>
                  <a:lnTo>
                    <a:pt x="3485803" y="2966518"/>
                  </a:lnTo>
                  <a:lnTo>
                    <a:pt x="3463253" y="3107978"/>
                  </a:lnTo>
                  <a:lnTo>
                    <a:pt x="3440681" y="3251313"/>
                  </a:lnTo>
                  <a:lnTo>
                    <a:pt x="3418091" y="3396124"/>
                  </a:lnTo>
                  <a:lnTo>
                    <a:pt x="3395485" y="3541994"/>
                  </a:lnTo>
                  <a:lnTo>
                    <a:pt x="3372871" y="3688492"/>
                  </a:lnTo>
                  <a:lnTo>
                    <a:pt x="3350254" y="3835179"/>
                  </a:lnTo>
                  <a:lnTo>
                    <a:pt x="3327641" y="3981614"/>
                  </a:lnTo>
                  <a:lnTo>
                    <a:pt x="3305037" y="4127360"/>
                  </a:lnTo>
                  <a:lnTo>
                    <a:pt x="3282449" y="4271986"/>
                  </a:lnTo>
                  <a:lnTo>
                    <a:pt x="3259881" y="4415078"/>
                  </a:lnTo>
                  <a:lnTo>
                    <a:pt x="3237334" y="4556240"/>
                  </a:lnTo>
                  <a:lnTo>
                    <a:pt x="3214809" y="4695097"/>
                  </a:lnTo>
                  <a:lnTo>
                    <a:pt x="3192304" y="4831302"/>
                  </a:lnTo>
                  <a:lnTo>
                    <a:pt x="3169814" y="4964540"/>
                  </a:lnTo>
                  <a:lnTo>
                    <a:pt x="3147328" y="5094527"/>
                  </a:lnTo>
                  <a:lnTo>
                    <a:pt x="3124834" y="5221015"/>
                  </a:lnTo>
                  <a:lnTo>
                    <a:pt x="3102315" y="5343790"/>
                  </a:lnTo>
                  <a:lnTo>
                    <a:pt x="3079750" y="5462677"/>
                  </a:lnTo>
                  <a:lnTo>
                    <a:pt x="3057110" y="5577536"/>
                  </a:lnTo>
                  <a:lnTo>
                    <a:pt x="3034365" y="5688264"/>
                  </a:lnTo>
                  <a:lnTo>
                    <a:pt x="3011475" y="5794793"/>
                  </a:lnTo>
                  <a:lnTo>
                    <a:pt x="2988396" y="5897086"/>
                  </a:lnTo>
                  <a:lnTo>
                    <a:pt x="2965076" y="5995141"/>
                  </a:lnTo>
                  <a:lnTo>
                    <a:pt x="2941454" y="6088984"/>
                  </a:lnTo>
                  <a:lnTo>
                    <a:pt x="2917463" y="6178669"/>
                  </a:lnTo>
                  <a:lnTo>
                    <a:pt x="2896531" y="6252343"/>
                  </a:lnTo>
                  <a:lnTo>
                    <a:pt x="2857051" y="6379887"/>
                  </a:lnTo>
                  <a:lnTo>
                    <a:pt x="2815905" y="6497342"/>
                  </a:lnTo>
                  <a:lnTo>
                    <a:pt x="2772663" y="6604987"/>
                  </a:lnTo>
                  <a:lnTo>
                    <a:pt x="2726854" y="6703408"/>
                  </a:lnTo>
                  <a:lnTo>
                    <a:pt x="2677986" y="6793339"/>
                  </a:lnTo>
                  <a:lnTo>
                    <a:pt x="2625566" y="6875561"/>
                  </a:lnTo>
                  <a:lnTo>
                    <a:pt x="2569125" y="6950835"/>
                  </a:lnTo>
                  <a:lnTo>
                    <a:pt x="2508253" y="7019859"/>
                  </a:lnTo>
                  <a:lnTo>
                    <a:pt x="2442633" y="7083239"/>
                  </a:lnTo>
                  <a:lnTo>
                    <a:pt x="2372106" y="7141478"/>
                  </a:lnTo>
                  <a:lnTo>
                    <a:pt x="2296723" y="7194961"/>
                  </a:lnTo>
                  <a:lnTo>
                    <a:pt x="2216835" y="7243958"/>
                  </a:lnTo>
                  <a:lnTo>
                    <a:pt x="2133158" y="7288623"/>
                  </a:lnTo>
                  <a:lnTo>
                    <a:pt x="2046850" y="7329006"/>
                  </a:lnTo>
                  <a:lnTo>
                    <a:pt x="1959541" y="7365078"/>
                  </a:lnTo>
                  <a:lnTo>
                    <a:pt x="1873311" y="7396760"/>
                  </a:lnTo>
                  <a:lnTo>
                    <a:pt x="1790593" y="7423968"/>
                  </a:lnTo>
                  <a:lnTo>
                    <a:pt x="1713976" y="7446670"/>
                  </a:lnTo>
                  <a:lnTo>
                    <a:pt x="1645933" y="7464932"/>
                  </a:lnTo>
                  <a:lnTo>
                    <a:pt x="1588507" y="7478958"/>
                  </a:lnTo>
                  <a:lnTo>
                    <a:pt x="1543008" y="7489112"/>
                  </a:lnTo>
                  <a:lnTo>
                    <a:pt x="1509793" y="7495908"/>
                  </a:lnTo>
                  <a:lnTo>
                    <a:pt x="1488176" y="7499974"/>
                  </a:lnTo>
                  <a:lnTo>
                    <a:pt x="1476448" y="7502007"/>
                  </a:lnTo>
                  <a:lnTo>
                    <a:pt x="1471991" y="7502722"/>
                  </a:lnTo>
                  <a:lnTo>
                    <a:pt x="1471387" y="7502812"/>
                  </a:lnTo>
                  <a:lnTo>
                    <a:pt x="0" y="7502812"/>
                  </a:lnTo>
                  <a:close/>
                </a:path>
              </a:pathLst>
            </a:custGeom>
            <a:solidFill>
              <a:srgbClr val="F1C40F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983" name="pl1983"/>
            <p:cNvSpPr/>
            <p:nvPr/>
          </p:nvSpPr>
          <p:spPr>
            <a:xfrm>
              <a:off x="4799595" y="3108153"/>
              <a:ext cx="11981298" cy="7502812"/>
            </a:xfrm>
            <a:custGeom>
              <a:avLst/>
              <a:pathLst>
                <a:path w="11981298" h="7502812">
                  <a:moveTo>
                    <a:pt x="0" y="7502812"/>
                  </a:moveTo>
                  <a:lnTo>
                    <a:pt x="1471387" y="7502812"/>
                  </a:lnTo>
                  <a:lnTo>
                    <a:pt x="1472111" y="7502703"/>
                  </a:lnTo>
                  <a:lnTo>
                    <a:pt x="1476911" y="7501930"/>
                  </a:lnTo>
                  <a:lnTo>
                    <a:pt x="1489161" y="7499797"/>
                  </a:lnTo>
                  <a:lnTo>
                    <a:pt x="1511428" y="7495588"/>
                  </a:lnTo>
                  <a:lnTo>
                    <a:pt x="1545362" y="7488609"/>
                  </a:lnTo>
                  <a:lnTo>
                    <a:pt x="1591589" y="7478238"/>
                  </a:lnTo>
                  <a:lnTo>
                    <a:pt x="1649690" y="7463969"/>
                  </a:lnTo>
                  <a:lnTo>
                    <a:pt x="1718304" y="7445449"/>
                  </a:lnTo>
                  <a:lnTo>
                    <a:pt x="1795355" y="7422480"/>
                  </a:lnTo>
                  <a:lnTo>
                    <a:pt x="1878353" y="7395005"/>
                  </a:lnTo>
                  <a:lnTo>
                    <a:pt x="1964712" y="7363060"/>
                  </a:lnTo>
                  <a:lnTo>
                    <a:pt x="2052016" y="7326731"/>
                  </a:lnTo>
                  <a:lnTo>
                    <a:pt x="2138208" y="7286093"/>
                  </a:lnTo>
                  <a:lnTo>
                    <a:pt x="2221688" y="7241173"/>
                  </a:lnTo>
                  <a:lnTo>
                    <a:pt x="2301325" y="7191916"/>
                  </a:lnTo>
                  <a:lnTo>
                    <a:pt x="2376426" y="7138159"/>
                  </a:lnTo>
                  <a:lnTo>
                    <a:pt x="2446662" y="7079628"/>
                  </a:lnTo>
                  <a:lnTo>
                    <a:pt x="2511993" y="7015928"/>
                  </a:lnTo>
                  <a:lnTo>
                    <a:pt x="2572593" y="6946551"/>
                  </a:lnTo>
                  <a:lnTo>
                    <a:pt x="2628783" y="6870885"/>
                  </a:lnTo>
                  <a:lnTo>
                    <a:pt x="2680979" y="6788227"/>
                  </a:lnTo>
                  <a:lnTo>
                    <a:pt x="2729652" y="6697814"/>
                  </a:lnTo>
                  <a:lnTo>
                    <a:pt x="2775294" y="6598866"/>
                  </a:lnTo>
                  <a:lnTo>
                    <a:pt x="2818399" y="6490653"/>
                  </a:lnTo>
                  <a:lnTo>
                    <a:pt x="2859436" y="6372604"/>
                  </a:lnTo>
                  <a:lnTo>
                    <a:pt x="2896531" y="6252343"/>
                  </a:lnTo>
                  <a:lnTo>
                    <a:pt x="2920901" y="6166163"/>
                  </a:lnTo>
                  <a:lnTo>
                    <a:pt x="2944835" y="6075891"/>
                  </a:lnTo>
                  <a:lnTo>
                    <a:pt x="2968410" y="5981452"/>
                  </a:lnTo>
                  <a:lnTo>
                    <a:pt x="2991692" y="5882795"/>
                  </a:lnTo>
                  <a:lnTo>
                    <a:pt x="3014741" y="5779898"/>
                  </a:lnTo>
                  <a:lnTo>
                    <a:pt x="3037608" y="5672769"/>
                  </a:lnTo>
                  <a:lnTo>
                    <a:pt x="3060336" y="5561449"/>
                  </a:lnTo>
                  <a:lnTo>
                    <a:pt x="3082963" y="5446009"/>
                  </a:lnTo>
                  <a:lnTo>
                    <a:pt x="3105521" y="5326560"/>
                  </a:lnTo>
                  <a:lnTo>
                    <a:pt x="3128035" y="5203245"/>
                  </a:lnTo>
                  <a:lnTo>
                    <a:pt x="3150526" y="5076246"/>
                  </a:lnTo>
                  <a:lnTo>
                    <a:pt x="3173012" y="4945780"/>
                  </a:lnTo>
                  <a:lnTo>
                    <a:pt x="3195504" y="4812102"/>
                  </a:lnTo>
                  <a:lnTo>
                    <a:pt x="3218012" y="4675499"/>
                  </a:lnTo>
                  <a:lnTo>
                    <a:pt x="3240540" y="4536293"/>
                  </a:lnTo>
                  <a:lnTo>
                    <a:pt x="3263089" y="4394834"/>
                  </a:lnTo>
                  <a:lnTo>
                    <a:pt x="3285661" y="4251498"/>
                  </a:lnTo>
                  <a:lnTo>
                    <a:pt x="3308252" y="4106687"/>
                  </a:lnTo>
                  <a:lnTo>
                    <a:pt x="3330857" y="3960817"/>
                  </a:lnTo>
                  <a:lnTo>
                    <a:pt x="3353471" y="3814319"/>
                  </a:lnTo>
                  <a:lnTo>
                    <a:pt x="3376088" y="3667632"/>
                  </a:lnTo>
                  <a:lnTo>
                    <a:pt x="3398701" y="3521197"/>
                  </a:lnTo>
                  <a:lnTo>
                    <a:pt x="3421305" y="3375452"/>
                  </a:lnTo>
                  <a:lnTo>
                    <a:pt x="3443893" y="3230825"/>
                  </a:lnTo>
                  <a:lnTo>
                    <a:pt x="3466462" y="3087733"/>
                  </a:lnTo>
                  <a:lnTo>
                    <a:pt x="3489008" y="2946572"/>
                  </a:lnTo>
                  <a:lnTo>
                    <a:pt x="3511533" y="2807715"/>
                  </a:lnTo>
                  <a:lnTo>
                    <a:pt x="3534038" y="2671509"/>
                  </a:lnTo>
                  <a:lnTo>
                    <a:pt x="3556529" y="2538271"/>
                  </a:lnTo>
                  <a:lnTo>
                    <a:pt x="3579014" y="2408284"/>
                  </a:lnTo>
                  <a:lnTo>
                    <a:pt x="3601508" y="2281797"/>
                  </a:lnTo>
                  <a:lnTo>
                    <a:pt x="3624027" y="2159021"/>
                  </a:lnTo>
                  <a:lnTo>
                    <a:pt x="3646592" y="2040134"/>
                  </a:lnTo>
                  <a:lnTo>
                    <a:pt x="3669232" y="1925275"/>
                  </a:lnTo>
                  <a:lnTo>
                    <a:pt x="3691977" y="1814547"/>
                  </a:lnTo>
                  <a:lnTo>
                    <a:pt x="3714867" y="1708019"/>
                  </a:lnTo>
                  <a:lnTo>
                    <a:pt x="3737946" y="1605725"/>
                  </a:lnTo>
                  <a:lnTo>
                    <a:pt x="3761266" y="1507670"/>
                  </a:lnTo>
                  <a:lnTo>
                    <a:pt x="3784888" y="1413827"/>
                  </a:lnTo>
                  <a:lnTo>
                    <a:pt x="3808879" y="1324142"/>
                  </a:lnTo>
                  <a:lnTo>
                    <a:pt x="3829811" y="1250468"/>
                  </a:lnTo>
                  <a:lnTo>
                    <a:pt x="3869291" y="1122925"/>
                  </a:lnTo>
                  <a:lnTo>
                    <a:pt x="3910437" y="1005470"/>
                  </a:lnTo>
                  <a:lnTo>
                    <a:pt x="3953679" y="897824"/>
                  </a:lnTo>
                  <a:lnTo>
                    <a:pt x="3999488" y="799404"/>
                  </a:lnTo>
                  <a:lnTo>
                    <a:pt x="4048356" y="709473"/>
                  </a:lnTo>
                  <a:lnTo>
                    <a:pt x="4100776" y="627251"/>
                  </a:lnTo>
                  <a:lnTo>
                    <a:pt x="4157217" y="551976"/>
                  </a:lnTo>
                  <a:lnTo>
                    <a:pt x="4218090" y="482953"/>
                  </a:lnTo>
                  <a:lnTo>
                    <a:pt x="4283709" y="419572"/>
                  </a:lnTo>
                  <a:lnTo>
                    <a:pt x="4354237" y="361334"/>
                  </a:lnTo>
                  <a:lnTo>
                    <a:pt x="4429619" y="307851"/>
                  </a:lnTo>
                  <a:lnTo>
                    <a:pt x="4509507" y="258854"/>
                  </a:lnTo>
                  <a:lnTo>
                    <a:pt x="4593184" y="214189"/>
                  </a:lnTo>
                  <a:lnTo>
                    <a:pt x="4679492" y="173805"/>
                  </a:lnTo>
                  <a:lnTo>
                    <a:pt x="4766801" y="137733"/>
                  </a:lnTo>
                  <a:lnTo>
                    <a:pt x="4853031" y="106052"/>
                  </a:lnTo>
                  <a:lnTo>
                    <a:pt x="4935749" y="78843"/>
                  </a:lnTo>
                  <a:lnTo>
                    <a:pt x="5012366" y="56141"/>
                  </a:lnTo>
                  <a:lnTo>
                    <a:pt x="5080409" y="37880"/>
                  </a:lnTo>
                  <a:lnTo>
                    <a:pt x="5137835" y="23854"/>
                  </a:lnTo>
                  <a:lnTo>
                    <a:pt x="5183335" y="13699"/>
                  </a:lnTo>
                  <a:lnTo>
                    <a:pt x="5216549" y="6904"/>
                  </a:lnTo>
                  <a:lnTo>
                    <a:pt x="5238166" y="2837"/>
                  </a:lnTo>
                  <a:lnTo>
                    <a:pt x="5249894" y="804"/>
                  </a:lnTo>
                  <a:lnTo>
                    <a:pt x="5254351" y="90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109" y="104"/>
                  </a:lnTo>
                  <a:lnTo>
                    <a:pt x="6732188" y="847"/>
                  </a:lnTo>
                  <a:lnTo>
                    <a:pt x="6745129" y="2899"/>
                  </a:lnTo>
                  <a:lnTo>
                    <a:pt x="6768610" y="6945"/>
                  </a:lnTo>
                  <a:lnTo>
                    <a:pt x="6804308" y="13649"/>
                  </a:lnTo>
                  <a:lnTo>
                    <a:pt x="6852786" y="23603"/>
                  </a:lnTo>
                  <a:lnTo>
                    <a:pt x="6913487" y="37275"/>
                  </a:lnTo>
                  <a:lnTo>
                    <a:pt x="6984855" y="54987"/>
                  </a:lnTo>
                  <a:lnTo>
                    <a:pt x="7064608" y="76906"/>
                  </a:lnTo>
                  <a:lnTo>
                    <a:pt x="7150067" y="103070"/>
                  </a:lnTo>
                  <a:lnTo>
                    <a:pt x="7238506" y="133431"/>
                  </a:lnTo>
                  <a:lnTo>
                    <a:pt x="7327432" y="167907"/>
                  </a:lnTo>
                  <a:lnTo>
                    <a:pt x="7414767" y="206431"/>
                  </a:lnTo>
                  <a:lnTo>
                    <a:pt x="7498938" y="248994"/>
                  </a:lnTo>
                  <a:lnTo>
                    <a:pt x="7578875" y="295676"/>
                  </a:lnTo>
                  <a:lnTo>
                    <a:pt x="7653961" y="346663"/>
                  </a:lnTo>
                  <a:lnTo>
                    <a:pt x="7723948" y="402254"/>
                  </a:lnTo>
                  <a:lnTo>
                    <a:pt x="7788876" y="462863"/>
                  </a:lnTo>
                  <a:lnTo>
                    <a:pt x="7848990" y="529014"/>
                  </a:lnTo>
                  <a:lnTo>
                    <a:pt x="7904671" y="601330"/>
                  </a:lnTo>
                  <a:lnTo>
                    <a:pt x="7956388" y="680511"/>
                  </a:lnTo>
                  <a:lnTo>
                    <a:pt x="8004651" y="767302"/>
                  </a:lnTo>
                  <a:lnTo>
                    <a:pt x="8049987" y="862444"/>
                  </a:lnTo>
                  <a:lnTo>
                    <a:pt x="8092908" y="966583"/>
                  </a:lnTo>
                  <a:lnTo>
                    <a:pt x="8133895" y="1080151"/>
                  </a:lnTo>
                  <a:lnTo>
                    <a:pt x="8151487" y="1133322"/>
                  </a:lnTo>
                  <a:lnTo>
                    <a:pt x="8177027" y="1215310"/>
                  </a:lnTo>
                  <a:lnTo>
                    <a:pt x="8202092" y="1301380"/>
                  </a:lnTo>
                  <a:lnTo>
                    <a:pt x="8226769" y="1391607"/>
                  </a:lnTo>
                  <a:lnTo>
                    <a:pt x="8251136" y="1486042"/>
                  </a:lnTo>
                  <a:lnTo>
                    <a:pt x="8275257" y="1584701"/>
                  </a:lnTo>
                  <a:lnTo>
                    <a:pt x="8299190" y="1687570"/>
                  </a:lnTo>
                  <a:lnTo>
                    <a:pt x="8322983" y="1794598"/>
                  </a:lnTo>
                  <a:lnTo>
                    <a:pt x="8346678" y="1905696"/>
                  </a:lnTo>
                  <a:lnTo>
                    <a:pt x="8370308" y="2020738"/>
                  </a:lnTo>
                  <a:lnTo>
                    <a:pt x="8393900" y="2139557"/>
                  </a:lnTo>
                  <a:lnTo>
                    <a:pt x="8417478" y="2261946"/>
                  </a:lnTo>
                  <a:lnTo>
                    <a:pt x="8441057" y="2387657"/>
                  </a:lnTo>
                  <a:lnTo>
                    <a:pt x="8464649" y="2516407"/>
                  </a:lnTo>
                  <a:lnTo>
                    <a:pt x="8488261" y="2647872"/>
                  </a:lnTo>
                  <a:lnTo>
                    <a:pt x="8511898" y="2781696"/>
                  </a:lnTo>
                  <a:lnTo>
                    <a:pt x="8535559" y="2917495"/>
                  </a:lnTo>
                  <a:lnTo>
                    <a:pt x="8559241" y="3054855"/>
                  </a:lnTo>
                  <a:lnTo>
                    <a:pt x="8582941" y="3193344"/>
                  </a:lnTo>
                  <a:lnTo>
                    <a:pt x="8606651" y="3332513"/>
                  </a:lnTo>
                  <a:lnTo>
                    <a:pt x="8630365" y="3471905"/>
                  </a:lnTo>
                  <a:lnTo>
                    <a:pt x="8654075" y="3611059"/>
                  </a:lnTo>
                  <a:lnTo>
                    <a:pt x="8677774" y="3749518"/>
                  </a:lnTo>
                  <a:lnTo>
                    <a:pt x="8701456" y="3886835"/>
                  </a:lnTo>
                  <a:lnTo>
                    <a:pt x="8725116" y="4022576"/>
                  </a:lnTo>
                  <a:lnTo>
                    <a:pt x="8748752" y="4156331"/>
                  </a:lnTo>
                  <a:lnTo>
                    <a:pt x="8772364" y="4287714"/>
                  </a:lnTo>
                  <a:lnTo>
                    <a:pt x="8795955" y="4416370"/>
                  </a:lnTo>
                  <a:lnTo>
                    <a:pt x="8819534" y="4541979"/>
                  </a:lnTo>
                  <a:lnTo>
                    <a:pt x="8843112" y="4664257"/>
                  </a:lnTo>
                  <a:lnTo>
                    <a:pt x="8866705" y="4782957"/>
                  </a:lnTo>
                  <a:lnTo>
                    <a:pt x="8890337" y="4897874"/>
                  </a:lnTo>
                  <a:lnTo>
                    <a:pt x="8914034" y="5008843"/>
                  </a:lnTo>
                  <a:lnTo>
                    <a:pt x="8937831" y="5115739"/>
                  </a:lnTo>
                  <a:lnTo>
                    <a:pt x="8961769" y="5218473"/>
                  </a:lnTo>
                  <a:lnTo>
                    <a:pt x="8985897" y="5316996"/>
                  </a:lnTo>
                  <a:lnTo>
                    <a:pt x="9010273" y="5411295"/>
                  </a:lnTo>
                  <a:lnTo>
                    <a:pt x="9034961" y="5501388"/>
                  </a:lnTo>
                  <a:lnTo>
                    <a:pt x="9060040" y="5587325"/>
                  </a:lnTo>
                  <a:lnTo>
                    <a:pt x="9084767" y="5666612"/>
                  </a:lnTo>
                  <a:lnTo>
                    <a:pt x="9125036" y="5784383"/>
                  </a:lnTo>
                  <a:lnTo>
                    <a:pt x="9167047" y="5892651"/>
                  </a:lnTo>
                  <a:lnTo>
                    <a:pt x="9211255" y="5991695"/>
                  </a:lnTo>
                  <a:lnTo>
                    <a:pt x="9258161" y="6082085"/>
                  </a:lnTo>
                  <a:lnTo>
                    <a:pt x="9308289" y="6164533"/>
                  </a:lnTo>
                  <a:lnTo>
                    <a:pt x="9362158" y="6239790"/>
                  </a:lnTo>
                  <a:lnTo>
                    <a:pt x="9420262" y="6308582"/>
                  </a:lnTo>
                  <a:lnTo>
                    <a:pt x="9483024" y="6371567"/>
                  </a:lnTo>
                  <a:lnTo>
                    <a:pt x="9550759" y="6429315"/>
                  </a:lnTo>
                  <a:lnTo>
                    <a:pt x="9623606" y="6482291"/>
                  </a:lnTo>
                  <a:lnTo>
                    <a:pt x="9701453" y="6530845"/>
                  </a:lnTo>
                  <a:lnTo>
                    <a:pt x="9783858" y="6575211"/>
                  </a:lnTo>
                  <a:lnTo>
                    <a:pt x="9869960" y="6615514"/>
                  </a:lnTo>
                  <a:lnTo>
                    <a:pt x="9958410" y="6651783"/>
                  </a:lnTo>
                  <a:lnTo>
                    <a:pt x="10047350" y="6683971"/>
                  </a:lnTo>
                  <a:lnTo>
                    <a:pt x="10134452" y="6711998"/>
                  </a:lnTo>
                  <a:lnTo>
                    <a:pt x="10217065" y="6735793"/>
                  </a:lnTo>
                  <a:lnTo>
                    <a:pt x="10292449" y="6755350"/>
                  </a:lnTo>
                  <a:lnTo>
                    <a:pt x="10358102" y="6770775"/>
                  </a:lnTo>
                  <a:lnTo>
                    <a:pt x="10412109" y="6782321"/>
                  </a:lnTo>
                  <a:lnTo>
                    <a:pt x="10453448" y="6790394"/>
                  </a:lnTo>
                  <a:lnTo>
                    <a:pt x="10482180" y="6795535"/>
                  </a:lnTo>
                  <a:lnTo>
                    <a:pt x="10499501" y="6798383"/>
                  </a:lnTo>
                  <a:lnTo>
                    <a:pt x="10507663" y="6799619"/>
                  </a:lnTo>
                  <a:lnTo>
                    <a:pt x="10509843" y="6799925"/>
                  </a:lnTo>
                  <a:lnTo>
                    <a:pt x="10509911" y="6799934"/>
                  </a:lnTo>
                  <a:lnTo>
                    <a:pt x="11981298" y="679993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84" name="pl1984"/>
            <p:cNvSpPr/>
            <p:nvPr/>
          </p:nvSpPr>
          <p:spPr>
            <a:xfrm>
              <a:off x="4799595" y="3099980"/>
              <a:ext cx="11981298" cy="7502812"/>
            </a:xfrm>
            <a:custGeom>
              <a:avLst/>
              <a:pathLst>
                <a:path w="11981298" h="7502812">
                  <a:moveTo>
                    <a:pt x="11981298" y="6799934"/>
                  </a:moveTo>
                  <a:lnTo>
                    <a:pt x="10509911" y="6799934"/>
                  </a:lnTo>
                  <a:lnTo>
                    <a:pt x="10509144" y="6799830"/>
                  </a:lnTo>
                  <a:lnTo>
                    <a:pt x="10504065" y="6799087"/>
                  </a:lnTo>
                  <a:lnTo>
                    <a:pt x="10491124" y="6797035"/>
                  </a:lnTo>
                  <a:lnTo>
                    <a:pt x="10467643" y="6792989"/>
                  </a:lnTo>
                  <a:lnTo>
                    <a:pt x="10431946" y="6786284"/>
                  </a:lnTo>
                  <a:lnTo>
                    <a:pt x="10383467" y="6776331"/>
                  </a:lnTo>
                  <a:lnTo>
                    <a:pt x="10322767" y="6762659"/>
                  </a:lnTo>
                  <a:lnTo>
                    <a:pt x="10251398" y="6744947"/>
                  </a:lnTo>
                  <a:lnTo>
                    <a:pt x="10171645" y="6723028"/>
                  </a:lnTo>
                  <a:lnTo>
                    <a:pt x="10086186" y="6696864"/>
                  </a:lnTo>
                  <a:lnTo>
                    <a:pt x="9997747" y="6666502"/>
                  </a:lnTo>
                  <a:lnTo>
                    <a:pt x="9908821" y="6632027"/>
                  </a:lnTo>
                  <a:lnTo>
                    <a:pt x="9821486" y="6593503"/>
                  </a:lnTo>
                  <a:lnTo>
                    <a:pt x="9737315" y="6550940"/>
                  </a:lnTo>
                  <a:lnTo>
                    <a:pt x="9657378" y="6504257"/>
                  </a:lnTo>
                  <a:lnTo>
                    <a:pt x="9582293" y="6453271"/>
                  </a:lnTo>
                  <a:lnTo>
                    <a:pt x="9512305" y="6397680"/>
                  </a:lnTo>
                  <a:lnTo>
                    <a:pt x="9447377" y="6337071"/>
                  </a:lnTo>
                  <a:lnTo>
                    <a:pt x="9387263" y="6270920"/>
                  </a:lnTo>
                  <a:lnTo>
                    <a:pt x="9331582" y="6198604"/>
                  </a:lnTo>
                  <a:lnTo>
                    <a:pt x="9279866" y="6119423"/>
                  </a:lnTo>
                  <a:lnTo>
                    <a:pt x="9231602" y="6032631"/>
                  </a:lnTo>
                  <a:lnTo>
                    <a:pt x="9186266" y="5937490"/>
                  </a:lnTo>
                  <a:lnTo>
                    <a:pt x="9143345" y="5833350"/>
                  </a:lnTo>
                  <a:lnTo>
                    <a:pt x="9102358" y="5719782"/>
                  </a:lnTo>
                  <a:lnTo>
                    <a:pt x="9084767" y="5666612"/>
                  </a:lnTo>
                  <a:lnTo>
                    <a:pt x="9059226" y="5584623"/>
                  </a:lnTo>
                  <a:lnTo>
                    <a:pt x="9034161" y="5498554"/>
                  </a:lnTo>
                  <a:lnTo>
                    <a:pt x="9009484" y="5408326"/>
                  </a:lnTo>
                  <a:lnTo>
                    <a:pt x="8985117" y="5313892"/>
                  </a:lnTo>
                  <a:lnTo>
                    <a:pt x="8960996" y="5215232"/>
                  </a:lnTo>
                  <a:lnTo>
                    <a:pt x="8937063" y="5112363"/>
                  </a:lnTo>
                  <a:lnTo>
                    <a:pt x="8913270" y="5005336"/>
                  </a:lnTo>
                  <a:lnTo>
                    <a:pt x="8889575" y="4894237"/>
                  </a:lnTo>
                  <a:lnTo>
                    <a:pt x="8865946" y="4779195"/>
                  </a:lnTo>
                  <a:lnTo>
                    <a:pt x="8842353" y="4660376"/>
                  </a:lnTo>
                  <a:lnTo>
                    <a:pt x="8818775" y="4537988"/>
                  </a:lnTo>
                  <a:lnTo>
                    <a:pt x="8795196" y="4412276"/>
                  </a:lnTo>
                  <a:lnTo>
                    <a:pt x="8771604" y="4283527"/>
                  </a:lnTo>
                  <a:lnTo>
                    <a:pt x="8747992" y="4152062"/>
                  </a:lnTo>
                  <a:lnTo>
                    <a:pt x="8724355" y="4018237"/>
                  </a:lnTo>
                  <a:lnTo>
                    <a:pt x="8700695" y="3882439"/>
                  </a:lnTo>
                  <a:lnTo>
                    <a:pt x="8677012" y="3745079"/>
                  </a:lnTo>
                  <a:lnTo>
                    <a:pt x="8653312" y="3606590"/>
                  </a:lnTo>
                  <a:lnTo>
                    <a:pt x="8629602" y="3467421"/>
                  </a:lnTo>
                  <a:lnTo>
                    <a:pt x="8605888" y="3328029"/>
                  </a:lnTo>
                  <a:lnTo>
                    <a:pt x="8582178" y="3188874"/>
                  </a:lnTo>
                  <a:lnTo>
                    <a:pt x="8558479" y="3050415"/>
                  </a:lnTo>
                  <a:lnTo>
                    <a:pt x="8534797" y="2913099"/>
                  </a:lnTo>
                  <a:lnTo>
                    <a:pt x="8511137" y="2777357"/>
                  </a:lnTo>
                  <a:lnTo>
                    <a:pt x="8487501" y="2643603"/>
                  </a:lnTo>
                  <a:lnTo>
                    <a:pt x="8463889" y="2512220"/>
                  </a:lnTo>
                  <a:lnTo>
                    <a:pt x="8440298" y="2383563"/>
                  </a:lnTo>
                  <a:lnTo>
                    <a:pt x="8416719" y="2257954"/>
                  </a:lnTo>
                  <a:lnTo>
                    <a:pt x="8393141" y="2135677"/>
                  </a:lnTo>
                  <a:lnTo>
                    <a:pt x="8369548" y="2016977"/>
                  </a:lnTo>
                  <a:lnTo>
                    <a:pt x="8345917" y="1902059"/>
                  </a:lnTo>
                  <a:lnTo>
                    <a:pt x="8322219" y="1791090"/>
                  </a:lnTo>
                  <a:lnTo>
                    <a:pt x="8298422" y="1684195"/>
                  </a:lnTo>
                  <a:lnTo>
                    <a:pt x="8274484" y="1581461"/>
                  </a:lnTo>
                  <a:lnTo>
                    <a:pt x="8250356" y="1482937"/>
                  </a:lnTo>
                  <a:lnTo>
                    <a:pt x="8225981" y="1388639"/>
                  </a:lnTo>
                  <a:lnTo>
                    <a:pt x="8201292" y="1298546"/>
                  </a:lnTo>
                  <a:lnTo>
                    <a:pt x="8176213" y="1212609"/>
                  </a:lnTo>
                  <a:lnTo>
                    <a:pt x="8151487" y="1133322"/>
                  </a:lnTo>
                  <a:lnTo>
                    <a:pt x="8111217" y="1015551"/>
                  </a:lnTo>
                  <a:lnTo>
                    <a:pt x="8069206" y="907282"/>
                  </a:lnTo>
                  <a:lnTo>
                    <a:pt x="8024998" y="808239"/>
                  </a:lnTo>
                  <a:lnTo>
                    <a:pt x="7978092" y="717848"/>
                  </a:lnTo>
                  <a:lnTo>
                    <a:pt x="7927965" y="635400"/>
                  </a:lnTo>
                  <a:lnTo>
                    <a:pt x="7874095" y="560143"/>
                  </a:lnTo>
                  <a:lnTo>
                    <a:pt x="7815992" y="491352"/>
                  </a:lnTo>
                  <a:lnTo>
                    <a:pt x="7753229" y="428367"/>
                  </a:lnTo>
                  <a:lnTo>
                    <a:pt x="7685494" y="370618"/>
                  </a:lnTo>
                  <a:lnTo>
                    <a:pt x="7612648" y="317642"/>
                  </a:lnTo>
                  <a:lnTo>
                    <a:pt x="7534800" y="269089"/>
                  </a:lnTo>
                  <a:lnTo>
                    <a:pt x="7452395" y="224723"/>
                  </a:lnTo>
                  <a:lnTo>
                    <a:pt x="7366294" y="184419"/>
                  </a:lnTo>
                  <a:lnTo>
                    <a:pt x="7277843" y="148151"/>
                  </a:lnTo>
                  <a:lnTo>
                    <a:pt x="7188904" y="115963"/>
                  </a:lnTo>
                  <a:lnTo>
                    <a:pt x="7101801" y="87936"/>
                  </a:lnTo>
                  <a:lnTo>
                    <a:pt x="7019188" y="64141"/>
                  </a:lnTo>
                  <a:lnTo>
                    <a:pt x="6943805" y="44584"/>
                  </a:lnTo>
                  <a:lnTo>
                    <a:pt x="6878152" y="29158"/>
                  </a:lnTo>
                  <a:lnTo>
                    <a:pt x="6824144" y="17612"/>
                  </a:lnTo>
                  <a:lnTo>
                    <a:pt x="6782805" y="9540"/>
                  </a:lnTo>
                  <a:lnTo>
                    <a:pt x="6754073" y="4399"/>
                  </a:lnTo>
                  <a:lnTo>
                    <a:pt x="6736752" y="1551"/>
                  </a:lnTo>
                  <a:lnTo>
                    <a:pt x="6728590" y="314"/>
                  </a:lnTo>
                  <a:lnTo>
                    <a:pt x="6726410" y="8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231" y="108"/>
                  </a:lnTo>
                  <a:lnTo>
                    <a:pt x="5249431" y="881"/>
                  </a:lnTo>
                  <a:lnTo>
                    <a:pt x="5237181" y="3015"/>
                  </a:lnTo>
                  <a:lnTo>
                    <a:pt x="5214914" y="7224"/>
                  </a:lnTo>
                  <a:lnTo>
                    <a:pt x="5180980" y="14202"/>
                  </a:lnTo>
                  <a:lnTo>
                    <a:pt x="5134753" y="24573"/>
                  </a:lnTo>
                  <a:lnTo>
                    <a:pt x="5076652" y="38842"/>
                  </a:lnTo>
                  <a:lnTo>
                    <a:pt x="5008038" y="57362"/>
                  </a:lnTo>
                  <a:lnTo>
                    <a:pt x="4930987" y="80331"/>
                  </a:lnTo>
                  <a:lnTo>
                    <a:pt x="4847989" y="107807"/>
                  </a:lnTo>
                  <a:lnTo>
                    <a:pt x="4761630" y="139751"/>
                  </a:lnTo>
                  <a:lnTo>
                    <a:pt x="4674326" y="176081"/>
                  </a:lnTo>
                  <a:lnTo>
                    <a:pt x="4588134" y="216719"/>
                  </a:lnTo>
                  <a:lnTo>
                    <a:pt x="4504654" y="261638"/>
                  </a:lnTo>
                  <a:lnTo>
                    <a:pt x="4425017" y="310896"/>
                  </a:lnTo>
                  <a:lnTo>
                    <a:pt x="4349916" y="364652"/>
                  </a:lnTo>
                  <a:lnTo>
                    <a:pt x="4279680" y="423184"/>
                  </a:lnTo>
                  <a:lnTo>
                    <a:pt x="4214349" y="486884"/>
                  </a:lnTo>
                  <a:lnTo>
                    <a:pt x="4153749" y="556260"/>
                  </a:lnTo>
                  <a:lnTo>
                    <a:pt x="4097559" y="631926"/>
                  </a:lnTo>
                  <a:lnTo>
                    <a:pt x="4045363" y="714584"/>
                  </a:lnTo>
                  <a:lnTo>
                    <a:pt x="3996690" y="804997"/>
                  </a:lnTo>
                  <a:lnTo>
                    <a:pt x="3951048" y="903945"/>
                  </a:lnTo>
                  <a:lnTo>
                    <a:pt x="3907943" y="1012158"/>
                  </a:lnTo>
                  <a:lnTo>
                    <a:pt x="3866906" y="1130208"/>
                  </a:lnTo>
                  <a:lnTo>
                    <a:pt x="3829811" y="1250468"/>
                  </a:lnTo>
                  <a:lnTo>
                    <a:pt x="3805441" y="1336648"/>
                  </a:lnTo>
                  <a:lnTo>
                    <a:pt x="3781507" y="1426920"/>
                  </a:lnTo>
                  <a:lnTo>
                    <a:pt x="3757932" y="1521360"/>
                  </a:lnTo>
                  <a:lnTo>
                    <a:pt x="3734650" y="1620017"/>
                  </a:lnTo>
                  <a:lnTo>
                    <a:pt x="3711601" y="1722914"/>
                  </a:lnTo>
                  <a:lnTo>
                    <a:pt x="3688734" y="1830042"/>
                  </a:lnTo>
                  <a:lnTo>
                    <a:pt x="3666006" y="1941363"/>
                  </a:lnTo>
                  <a:lnTo>
                    <a:pt x="3643379" y="2056802"/>
                  </a:lnTo>
                  <a:lnTo>
                    <a:pt x="3620821" y="2176252"/>
                  </a:lnTo>
                  <a:lnTo>
                    <a:pt x="3598307" y="2299566"/>
                  </a:lnTo>
                  <a:lnTo>
                    <a:pt x="3575816" y="2426565"/>
                  </a:lnTo>
                  <a:lnTo>
                    <a:pt x="3553330" y="2557031"/>
                  </a:lnTo>
                  <a:lnTo>
                    <a:pt x="3530838" y="2690709"/>
                  </a:lnTo>
                  <a:lnTo>
                    <a:pt x="3508330" y="2827312"/>
                  </a:lnTo>
                  <a:lnTo>
                    <a:pt x="3485803" y="2966518"/>
                  </a:lnTo>
                  <a:lnTo>
                    <a:pt x="3463253" y="3107978"/>
                  </a:lnTo>
                  <a:lnTo>
                    <a:pt x="3440681" y="3251313"/>
                  </a:lnTo>
                  <a:lnTo>
                    <a:pt x="3418091" y="3396124"/>
                  </a:lnTo>
                  <a:lnTo>
                    <a:pt x="3395485" y="3541994"/>
                  </a:lnTo>
                  <a:lnTo>
                    <a:pt x="3372871" y="3688492"/>
                  </a:lnTo>
                  <a:lnTo>
                    <a:pt x="3350254" y="3835179"/>
                  </a:lnTo>
                  <a:lnTo>
                    <a:pt x="3327641" y="3981614"/>
                  </a:lnTo>
                  <a:lnTo>
                    <a:pt x="3305037" y="4127360"/>
                  </a:lnTo>
                  <a:lnTo>
                    <a:pt x="3282449" y="4271986"/>
                  </a:lnTo>
                  <a:lnTo>
                    <a:pt x="3259881" y="4415078"/>
                  </a:lnTo>
                  <a:lnTo>
                    <a:pt x="3237334" y="4556240"/>
                  </a:lnTo>
                  <a:lnTo>
                    <a:pt x="3214809" y="4695097"/>
                  </a:lnTo>
                  <a:lnTo>
                    <a:pt x="3192304" y="4831302"/>
                  </a:lnTo>
                  <a:lnTo>
                    <a:pt x="3169814" y="4964540"/>
                  </a:lnTo>
                  <a:lnTo>
                    <a:pt x="3147328" y="5094527"/>
                  </a:lnTo>
                  <a:lnTo>
                    <a:pt x="3124834" y="5221015"/>
                  </a:lnTo>
                  <a:lnTo>
                    <a:pt x="3102315" y="5343790"/>
                  </a:lnTo>
                  <a:lnTo>
                    <a:pt x="3079750" y="5462677"/>
                  </a:lnTo>
                  <a:lnTo>
                    <a:pt x="3057110" y="5577536"/>
                  </a:lnTo>
                  <a:lnTo>
                    <a:pt x="3034365" y="5688264"/>
                  </a:lnTo>
                  <a:lnTo>
                    <a:pt x="3011475" y="5794793"/>
                  </a:lnTo>
                  <a:lnTo>
                    <a:pt x="2988396" y="5897086"/>
                  </a:lnTo>
                  <a:lnTo>
                    <a:pt x="2965076" y="5995141"/>
                  </a:lnTo>
                  <a:lnTo>
                    <a:pt x="2941454" y="6088984"/>
                  </a:lnTo>
                  <a:lnTo>
                    <a:pt x="2917463" y="6178669"/>
                  </a:lnTo>
                  <a:lnTo>
                    <a:pt x="2896531" y="6252343"/>
                  </a:lnTo>
                  <a:lnTo>
                    <a:pt x="2857051" y="6379887"/>
                  </a:lnTo>
                  <a:lnTo>
                    <a:pt x="2815905" y="6497342"/>
                  </a:lnTo>
                  <a:lnTo>
                    <a:pt x="2772663" y="6604987"/>
                  </a:lnTo>
                  <a:lnTo>
                    <a:pt x="2726854" y="6703408"/>
                  </a:lnTo>
                  <a:lnTo>
                    <a:pt x="2677986" y="6793339"/>
                  </a:lnTo>
                  <a:lnTo>
                    <a:pt x="2625566" y="6875561"/>
                  </a:lnTo>
                  <a:lnTo>
                    <a:pt x="2569125" y="6950835"/>
                  </a:lnTo>
                  <a:lnTo>
                    <a:pt x="2508253" y="7019859"/>
                  </a:lnTo>
                  <a:lnTo>
                    <a:pt x="2442633" y="7083239"/>
                  </a:lnTo>
                  <a:lnTo>
                    <a:pt x="2372106" y="7141478"/>
                  </a:lnTo>
                  <a:lnTo>
                    <a:pt x="2296723" y="7194961"/>
                  </a:lnTo>
                  <a:lnTo>
                    <a:pt x="2216835" y="7243958"/>
                  </a:lnTo>
                  <a:lnTo>
                    <a:pt x="2133158" y="7288623"/>
                  </a:lnTo>
                  <a:lnTo>
                    <a:pt x="2046850" y="7329006"/>
                  </a:lnTo>
                  <a:lnTo>
                    <a:pt x="1959541" y="7365078"/>
                  </a:lnTo>
                  <a:lnTo>
                    <a:pt x="1873311" y="7396760"/>
                  </a:lnTo>
                  <a:lnTo>
                    <a:pt x="1790593" y="7423968"/>
                  </a:lnTo>
                  <a:lnTo>
                    <a:pt x="1713976" y="7446670"/>
                  </a:lnTo>
                  <a:lnTo>
                    <a:pt x="1645933" y="7464932"/>
                  </a:lnTo>
                  <a:lnTo>
                    <a:pt x="1588507" y="7478958"/>
                  </a:lnTo>
                  <a:lnTo>
                    <a:pt x="1543008" y="7489112"/>
                  </a:lnTo>
                  <a:lnTo>
                    <a:pt x="1509793" y="7495908"/>
                  </a:lnTo>
                  <a:lnTo>
                    <a:pt x="1488176" y="7499974"/>
                  </a:lnTo>
                  <a:lnTo>
                    <a:pt x="1476448" y="7502007"/>
                  </a:lnTo>
                  <a:lnTo>
                    <a:pt x="1471991" y="7502722"/>
                  </a:lnTo>
                  <a:lnTo>
                    <a:pt x="1471387" y="7502812"/>
                  </a:lnTo>
                  <a:lnTo>
                    <a:pt x="0" y="750281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85" name="pg1985"/>
            <p:cNvSpPr/>
            <p:nvPr/>
          </p:nvSpPr>
          <p:spPr>
            <a:xfrm>
              <a:off x="4799595" y="3149018"/>
              <a:ext cx="11981298" cy="7502812"/>
            </a:xfrm>
            <a:custGeom>
              <a:avLst/>
              <a:pathLst>
                <a:path w="11981298" h="7502812">
                  <a:moveTo>
                    <a:pt x="0" y="7470120"/>
                  </a:moveTo>
                  <a:lnTo>
                    <a:pt x="1471387" y="7470120"/>
                  </a:lnTo>
                  <a:lnTo>
                    <a:pt x="1472113" y="7470011"/>
                  </a:lnTo>
                  <a:lnTo>
                    <a:pt x="1476930" y="7469240"/>
                  </a:lnTo>
                  <a:lnTo>
                    <a:pt x="1489219" y="7467111"/>
                  </a:lnTo>
                  <a:lnTo>
                    <a:pt x="1511555" y="7462910"/>
                  </a:lnTo>
                  <a:lnTo>
                    <a:pt x="1545591" y="7455946"/>
                  </a:lnTo>
                  <a:lnTo>
                    <a:pt x="1591947" y="7445597"/>
                  </a:lnTo>
                  <a:lnTo>
                    <a:pt x="1650198" y="7431359"/>
                  </a:lnTo>
                  <a:lnTo>
                    <a:pt x="1718972" y="7412881"/>
                  </a:lnTo>
                  <a:lnTo>
                    <a:pt x="1796180" y="7389969"/>
                  </a:lnTo>
                  <a:lnTo>
                    <a:pt x="1879323" y="7362563"/>
                  </a:lnTo>
                  <a:lnTo>
                    <a:pt x="1965805" y="7330704"/>
                  </a:lnTo>
                  <a:lnTo>
                    <a:pt x="2053206" y="7294474"/>
                  </a:lnTo>
                  <a:lnTo>
                    <a:pt x="2139468" y="7253951"/>
                  </a:lnTo>
                  <a:lnTo>
                    <a:pt x="2222991" y="7209159"/>
                  </a:lnTo>
                  <a:lnTo>
                    <a:pt x="2302648" y="7160042"/>
                  </a:lnTo>
                  <a:lnTo>
                    <a:pt x="2377750" y="7106436"/>
                  </a:lnTo>
                  <a:lnTo>
                    <a:pt x="2447973" y="7048064"/>
                  </a:lnTo>
                  <a:lnTo>
                    <a:pt x="2513282" y="6984531"/>
                  </a:lnTo>
                  <a:lnTo>
                    <a:pt x="2573855" y="6915329"/>
                  </a:lnTo>
                  <a:lnTo>
                    <a:pt x="2630015" y="6839842"/>
                  </a:lnTo>
                  <a:lnTo>
                    <a:pt x="2682183" y="6757369"/>
                  </a:lnTo>
                  <a:lnTo>
                    <a:pt x="2730831" y="6667148"/>
                  </a:lnTo>
                  <a:lnTo>
                    <a:pt x="2776454" y="6568398"/>
                  </a:lnTo>
                  <a:lnTo>
                    <a:pt x="2819547" y="6460396"/>
                  </a:lnTo>
                  <a:lnTo>
                    <a:pt x="2860578" y="6342577"/>
                  </a:lnTo>
                  <a:lnTo>
                    <a:pt x="2896531" y="6226462"/>
                  </a:lnTo>
                  <a:lnTo>
                    <a:pt x="2920965" y="6140520"/>
                  </a:lnTo>
                  <a:lnTo>
                    <a:pt x="2944961" y="6050486"/>
                  </a:lnTo>
                  <a:lnTo>
                    <a:pt x="2968595" y="5956285"/>
                  </a:lnTo>
                  <a:lnTo>
                    <a:pt x="2991937" y="5857867"/>
                  </a:lnTo>
                  <a:lnTo>
                    <a:pt x="3015044" y="5755210"/>
                  </a:lnTo>
                  <a:lnTo>
                    <a:pt x="3037969" y="5648322"/>
                  </a:lnTo>
                  <a:lnTo>
                    <a:pt x="3060755" y="5537244"/>
                  </a:lnTo>
                  <a:lnTo>
                    <a:pt x="3083441" y="5422050"/>
                  </a:lnTo>
                  <a:lnTo>
                    <a:pt x="3106056" y="5302849"/>
                  </a:lnTo>
                  <a:lnTo>
                    <a:pt x="3128629" y="5179787"/>
                  </a:lnTo>
                  <a:lnTo>
                    <a:pt x="3151180" y="5053047"/>
                  </a:lnTo>
                  <a:lnTo>
                    <a:pt x="3173725" y="4922848"/>
                  </a:lnTo>
                  <a:lnTo>
                    <a:pt x="3196277" y="4789446"/>
                  </a:lnTo>
                  <a:lnTo>
                    <a:pt x="3218845" y="4653130"/>
                  </a:lnTo>
                  <a:lnTo>
                    <a:pt x="3241433" y="4514224"/>
                  </a:lnTo>
                  <a:lnTo>
                    <a:pt x="3264043" y="4373079"/>
                  </a:lnTo>
                  <a:lnTo>
                    <a:pt x="3286675" y="4230075"/>
                  </a:lnTo>
                  <a:lnTo>
                    <a:pt x="3309326" y="4085614"/>
                  </a:lnTo>
                  <a:lnTo>
                    <a:pt x="3331992" y="3940115"/>
                  </a:lnTo>
                  <a:lnTo>
                    <a:pt x="3354666" y="3794010"/>
                  </a:lnTo>
                  <a:lnTo>
                    <a:pt x="3377343" y="3647739"/>
                  </a:lnTo>
                  <a:lnTo>
                    <a:pt x="3400016" y="3501744"/>
                  </a:lnTo>
                  <a:lnTo>
                    <a:pt x="3422678" y="3356464"/>
                  </a:lnTo>
                  <a:lnTo>
                    <a:pt x="3445325" y="3212328"/>
                  </a:lnTo>
                  <a:lnTo>
                    <a:pt x="3467951" y="3069752"/>
                  </a:lnTo>
                  <a:lnTo>
                    <a:pt x="3490556" y="2929132"/>
                  </a:lnTo>
                  <a:lnTo>
                    <a:pt x="3513139" y="2790841"/>
                  </a:lnTo>
                  <a:lnTo>
                    <a:pt x="3535702" y="2655225"/>
                  </a:lnTo>
                  <a:lnTo>
                    <a:pt x="3558251" y="2522597"/>
                  </a:lnTo>
                  <a:lnTo>
                    <a:pt x="3580797" y="2393240"/>
                  </a:lnTo>
                  <a:lnTo>
                    <a:pt x="3603351" y="2267400"/>
                  </a:lnTo>
                  <a:lnTo>
                    <a:pt x="3625932" y="2145287"/>
                  </a:lnTo>
                  <a:lnTo>
                    <a:pt x="3648563" y="2027075"/>
                  </a:lnTo>
                  <a:lnTo>
                    <a:pt x="3671270" y="1912901"/>
                  </a:lnTo>
                  <a:lnTo>
                    <a:pt x="3694087" y="1802864"/>
                  </a:lnTo>
                  <a:lnTo>
                    <a:pt x="3717053" y="1697031"/>
                  </a:lnTo>
                  <a:lnTo>
                    <a:pt x="3740214" y="1595434"/>
                  </a:lnTo>
                  <a:lnTo>
                    <a:pt x="3763623" y="1498073"/>
                  </a:lnTo>
                  <a:lnTo>
                    <a:pt x="3787341" y="1404919"/>
                  </a:lnTo>
                  <a:lnTo>
                    <a:pt x="3811439" y="1315916"/>
                  </a:lnTo>
                  <a:lnTo>
                    <a:pt x="3829811" y="1251830"/>
                  </a:lnTo>
                  <a:lnTo>
                    <a:pt x="3869337" y="1124843"/>
                  </a:lnTo>
                  <a:lnTo>
                    <a:pt x="3910533" y="1007912"/>
                  </a:lnTo>
                  <a:lnTo>
                    <a:pt x="3953831" y="900758"/>
                  </a:lnTo>
                  <a:lnTo>
                    <a:pt x="3999703" y="802797"/>
                  </a:lnTo>
                  <a:lnTo>
                    <a:pt x="4048644" y="713295"/>
                  </a:lnTo>
                  <a:lnTo>
                    <a:pt x="4101148" y="631473"/>
                  </a:lnTo>
                  <a:lnTo>
                    <a:pt x="4157684" y="556572"/>
                  </a:lnTo>
                  <a:lnTo>
                    <a:pt x="4218666" y="487896"/>
                  </a:lnTo>
                  <a:lnTo>
                    <a:pt x="4284407" y="424841"/>
                  </a:lnTo>
                  <a:lnTo>
                    <a:pt x="4355068" y="366907"/>
                  </a:lnTo>
                  <a:lnTo>
                    <a:pt x="4430593" y="313709"/>
                  </a:lnTo>
                  <a:lnTo>
                    <a:pt x="4510628" y="264981"/>
                  </a:lnTo>
                  <a:lnTo>
                    <a:pt x="4594446" y="220569"/>
                  </a:lnTo>
                  <a:lnTo>
                    <a:pt x="4680881" y="180426"/>
                  </a:lnTo>
                  <a:lnTo>
                    <a:pt x="4768290" y="144581"/>
                  </a:lnTo>
                  <a:lnTo>
                    <a:pt x="4854578" y="113114"/>
                  </a:lnTo>
                  <a:lnTo>
                    <a:pt x="4937299" y="86107"/>
                  </a:lnTo>
                  <a:lnTo>
                    <a:pt x="5013856" y="63592"/>
                  </a:lnTo>
                  <a:lnTo>
                    <a:pt x="5081770" y="45501"/>
                  </a:lnTo>
                  <a:lnTo>
                    <a:pt x="5139008" y="31626"/>
                  </a:lnTo>
                  <a:lnTo>
                    <a:pt x="5184272" y="21599"/>
                  </a:lnTo>
                  <a:lnTo>
                    <a:pt x="5217227" y="14907"/>
                  </a:lnTo>
                  <a:lnTo>
                    <a:pt x="5238590" y="10919"/>
                  </a:lnTo>
                  <a:lnTo>
                    <a:pt x="5250098" y="8939"/>
                  </a:lnTo>
                  <a:lnTo>
                    <a:pt x="5254403" y="8254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067" y="8281"/>
                  </a:lnTo>
                  <a:lnTo>
                    <a:pt x="6731871" y="9054"/>
                  </a:lnTo>
                  <a:lnTo>
                    <a:pt x="6744128" y="11187"/>
                  </a:lnTo>
                  <a:lnTo>
                    <a:pt x="6766409" y="15394"/>
                  </a:lnTo>
                  <a:lnTo>
                    <a:pt x="6800363" y="22370"/>
                  </a:lnTo>
                  <a:lnTo>
                    <a:pt x="6846616" y="32736"/>
                  </a:lnTo>
                  <a:lnTo>
                    <a:pt x="6904747" y="46999"/>
                  </a:lnTo>
                  <a:lnTo>
                    <a:pt x="6973393" y="65511"/>
                  </a:lnTo>
                  <a:lnTo>
                    <a:pt x="7050475" y="88468"/>
                  </a:lnTo>
                  <a:lnTo>
                    <a:pt x="7133503" y="115930"/>
                  </a:lnTo>
                  <a:lnTo>
                    <a:pt x="7219886" y="147857"/>
                  </a:lnTo>
                  <a:lnTo>
                    <a:pt x="7307209" y="184167"/>
                  </a:lnTo>
                  <a:lnTo>
                    <a:pt x="7393416" y="224782"/>
                  </a:lnTo>
                  <a:lnTo>
                    <a:pt x="7476904" y="269676"/>
                  </a:lnTo>
                  <a:lnTo>
                    <a:pt x="7556546" y="318906"/>
                  </a:lnTo>
                  <a:lnTo>
                    <a:pt x="7631646" y="372632"/>
                  </a:lnTo>
                  <a:lnTo>
                    <a:pt x="7701880" y="431132"/>
                  </a:lnTo>
                  <a:lnTo>
                    <a:pt x="7767207" y="494798"/>
                  </a:lnTo>
                  <a:lnTo>
                    <a:pt x="7827801" y="564140"/>
                  </a:lnTo>
                  <a:lnTo>
                    <a:pt x="7883985" y="639771"/>
                  </a:lnTo>
                  <a:lnTo>
                    <a:pt x="7936176" y="722392"/>
                  </a:lnTo>
                  <a:lnTo>
                    <a:pt x="7984843" y="812767"/>
                  </a:lnTo>
                  <a:lnTo>
                    <a:pt x="8030482" y="911675"/>
                  </a:lnTo>
                  <a:lnTo>
                    <a:pt x="8073584" y="1019846"/>
                  </a:lnTo>
                  <a:lnTo>
                    <a:pt x="8114620" y="1137850"/>
                  </a:lnTo>
                  <a:lnTo>
                    <a:pt x="8151487" y="1257279"/>
                  </a:lnTo>
                  <a:lnTo>
                    <a:pt x="8175870" y="1343411"/>
                  </a:lnTo>
                  <a:lnTo>
                    <a:pt x="8199816" y="1433636"/>
                  </a:lnTo>
                  <a:lnTo>
                    <a:pt x="8223402" y="1528028"/>
                  </a:lnTo>
                  <a:lnTo>
                    <a:pt x="8246696" y="1626637"/>
                  </a:lnTo>
                  <a:lnTo>
                    <a:pt x="8269757" y="1729486"/>
                  </a:lnTo>
                  <a:lnTo>
                    <a:pt x="8292636" y="1836567"/>
                  </a:lnTo>
                  <a:lnTo>
                    <a:pt x="8315375" y="1947839"/>
                  </a:lnTo>
                  <a:lnTo>
                    <a:pt x="8338014" y="2063229"/>
                  </a:lnTo>
                  <a:lnTo>
                    <a:pt x="8360583" y="2182629"/>
                  </a:lnTo>
                  <a:lnTo>
                    <a:pt x="8383109" y="2305893"/>
                  </a:lnTo>
                  <a:lnTo>
                    <a:pt x="8405612" y="2432841"/>
                  </a:lnTo>
                  <a:lnTo>
                    <a:pt x="8428110" y="2563253"/>
                  </a:lnTo>
                  <a:lnTo>
                    <a:pt x="8450614" y="2696876"/>
                  </a:lnTo>
                  <a:lnTo>
                    <a:pt x="8473134" y="2833421"/>
                  </a:lnTo>
                  <a:lnTo>
                    <a:pt x="8495673" y="2972568"/>
                  </a:lnTo>
                  <a:lnTo>
                    <a:pt x="8518235" y="3113965"/>
                  </a:lnTo>
                  <a:lnTo>
                    <a:pt x="8540819" y="3257234"/>
                  </a:lnTo>
                  <a:lnTo>
                    <a:pt x="8563421" y="3401975"/>
                  </a:lnTo>
                  <a:lnTo>
                    <a:pt x="8586039" y="3547771"/>
                  </a:lnTo>
                  <a:lnTo>
                    <a:pt x="8608665" y="3694191"/>
                  </a:lnTo>
                  <a:lnTo>
                    <a:pt x="8631294" y="3840795"/>
                  </a:lnTo>
                  <a:lnTo>
                    <a:pt x="8653919" y="3987142"/>
                  </a:lnTo>
                  <a:lnTo>
                    <a:pt x="8676534" y="4132794"/>
                  </a:lnTo>
                  <a:lnTo>
                    <a:pt x="8699134" y="4277323"/>
                  </a:lnTo>
                  <a:lnTo>
                    <a:pt x="8721714" y="4420312"/>
                  </a:lnTo>
                  <a:lnTo>
                    <a:pt x="8744272" y="4561366"/>
                  </a:lnTo>
                  <a:lnTo>
                    <a:pt x="8766809" y="4700109"/>
                  </a:lnTo>
                  <a:lnTo>
                    <a:pt x="8789325" y="4836198"/>
                  </a:lnTo>
                  <a:lnTo>
                    <a:pt x="8811828" y="4969314"/>
                  </a:lnTo>
                  <a:lnTo>
                    <a:pt x="8834325" y="5099175"/>
                  </a:lnTo>
                  <a:lnTo>
                    <a:pt x="8856831" y="5225533"/>
                  </a:lnTo>
                  <a:lnTo>
                    <a:pt x="8879362" y="5348176"/>
                  </a:lnTo>
                  <a:lnTo>
                    <a:pt x="8901941" y="5466928"/>
                  </a:lnTo>
                  <a:lnTo>
                    <a:pt x="8924594" y="5581651"/>
                  </a:lnTo>
                  <a:lnTo>
                    <a:pt x="8947353" y="5692241"/>
                  </a:lnTo>
                  <a:lnTo>
                    <a:pt x="8970258" y="5798630"/>
                  </a:lnTo>
                  <a:lnTo>
                    <a:pt x="8993354" y="5900785"/>
                  </a:lnTo>
                  <a:lnTo>
                    <a:pt x="9016692" y="5998701"/>
                  </a:lnTo>
                  <a:lnTo>
                    <a:pt x="9040332" y="6092407"/>
                  </a:lnTo>
                  <a:lnTo>
                    <a:pt x="9064344" y="6181955"/>
                  </a:lnTo>
                  <a:lnTo>
                    <a:pt x="9084767" y="6253705"/>
                  </a:lnTo>
                  <a:lnTo>
                    <a:pt x="9124255" y="6381138"/>
                  </a:lnTo>
                  <a:lnTo>
                    <a:pt x="9165412" y="6498488"/>
                  </a:lnTo>
                  <a:lnTo>
                    <a:pt x="9208665" y="6606035"/>
                  </a:lnTo>
                  <a:lnTo>
                    <a:pt x="9254486" y="6704364"/>
                  </a:lnTo>
                  <a:lnTo>
                    <a:pt x="9303369" y="6794209"/>
                  </a:lnTo>
                  <a:lnTo>
                    <a:pt x="9355806" y="6876351"/>
                  </a:lnTo>
                  <a:lnTo>
                    <a:pt x="9412266" y="6951551"/>
                  </a:lnTo>
                  <a:lnTo>
                    <a:pt x="9473160" y="7020505"/>
                  </a:lnTo>
                  <a:lnTo>
                    <a:pt x="9538804" y="7083821"/>
                  </a:lnTo>
                  <a:lnTo>
                    <a:pt x="9609358" y="7141998"/>
                  </a:lnTo>
                  <a:lnTo>
                    <a:pt x="9684769" y="7195424"/>
                  </a:lnTo>
                  <a:lnTo>
                    <a:pt x="9764687" y="7244368"/>
                  </a:lnTo>
                  <a:lnTo>
                    <a:pt x="9848392" y="7288982"/>
                  </a:lnTo>
                  <a:lnTo>
                    <a:pt x="9934725" y="7329317"/>
                  </a:lnTo>
                  <a:lnTo>
                    <a:pt x="10022054" y="7365344"/>
                  </a:lnTo>
                  <a:lnTo>
                    <a:pt x="10108296" y="7396983"/>
                  </a:lnTo>
                  <a:lnTo>
                    <a:pt x="10191015" y="7424151"/>
                  </a:lnTo>
                  <a:lnTo>
                    <a:pt x="10267620" y="7446815"/>
                  </a:lnTo>
                  <a:lnTo>
                    <a:pt x="10335637" y="7465042"/>
                  </a:lnTo>
                  <a:lnTo>
                    <a:pt x="10393025" y="7479038"/>
                  </a:lnTo>
                  <a:lnTo>
                    <a:pt x="10438478" y="7489167"/>
                  </a:lnTo>
                  <a:lnTo>
                    <a:pt x="10471641" y="7495942"/>
                  </a:lnTo>
                  <a:lnTo>
                    <a:pt x="10493207" y="7499992"/>
                  </a:lnTo>
                  <a:lnTo>
                    <a:pt x="10504891" y="7502015"/>
                  </a:lnTo>
                  <a:lnTo>
                    <a:pt x="10509317" y="7502723"/>
                  </a:lnTo>
                  <a:lnTo>
                    <a:pt x="10509911" y="7502812"/>
                  </a:lnTo>
                  <a:lnTo>
                    <a:pt x="11981298" y="7502812"/>
                  </a:lnTo>
                  <a:lnTo>
                    <a:pt x="11981298" y="7494639"/>
                  </a:lnTo>
                  <a:lnTo>
                    <a:pt x="10509911" y="7494639"/>
                  </a:lnTo>
                  <a:lnTo>
                    <a:pt x="10509186" y="7494530"/>
                  </a:lnTo>
                  <a:lnTo>
                    <a:pt x="10504383" y="7493758"/>
                  </a:lnTo>
                  <a:lnTo>
                    <a:pt x="10492125" y="7491625"/>
                  </a:lnTo>
                  <a:lnTo>
                    <a:pt x="10469844" y="7487417"/>
                  </a:lnTo>
                  <a:lnTo>
                    <a:pt x="10435890" y="7480442"/>
                  </a:lnTo>
                  <a:lnTo>
                    <a:pt x="10389637" y="7470075"/>
                  </a:lnTo>
                  <a:lnTo>
                    <a:pt x="10331506" y="7455813"/>
                  </a:lnTo>
                  <a:lnTo>
                    <a:pt x="10262860" y="7437301"/>
                  </a:lnTo>
                  <a:lnTo>
                    <a:pt x="10185778" y="7414343"/>
                  </a:lnTo>
                  <a:lnTo>
                    <a:pt x="10102751" y="7386882"/>
                  </a:lnTo>
                  <a:lnTo>
                    <a:pt x="10016367" y="7354954"/>
                  </a:lnTo>
                  <a:lnTo>
                    <a:pt x="9929044" y="7318644"/>
                  </a:lnTo>
                  <a:lnTo>
                    <a:pt x="9842837" y="7278029"/>
                  </a:lnTo>
                  <a:lnTo>
                    <a:pt x="9759349" y="7233135"/>
                  </a:lnTo>
                  <a:lnTo>
                    <a:pt x="9679708" y="7183906"/>
                  </a:lnTo>
                  <a:lnTo>
                    <a:pt x="9604607" y="7130179"/>
                  </a:lnTo>
                  <a:lnTo>
                    <a:pt x="9534373" y="7071680"/>
                  </a:lnTo>
                  <a:lnTo>
                    <a:pt x="9469047" y="7008013"/>
                  </a:lnTo>
                  <a:lnTo>
                    <a:pt x="9408452" y="6938671"/>
                  </a:lnTo>
                  <a:lnTo>
                    <a:pt x="9352268" y="6863041"/>
                  </a:lnTo>
                  <a:lnTo>
                    <a:pt x="9300078" y="6780420"/>
                  </a:lnTo>
                  <a:lnTo>
                    <a:pt x="9251410" y="6690045"/>
                  </a:lnTo>
                  <a:lnTo>
                    <a:pt x="9205771" y="6591136"/>
                  </a:lnTo>
                  <a:lnTo>
                    <a:pt x="9162669" y="6482965"/>
                  </a:lnTo>
                  <a:lnTo>
                    <a:pt x="9121633" y="6364962"/>
                  </a:lnTo>
                  <a:lnTo>
                    <a:pt x="9084767" y="6245532"/>
                  </a:lnTo>
                  <a:lnTo>
                    <a:pt x="9060384" y="6159400"/>
                  </a:lnTo>
                  <a:lnTo>
                    <a:pt x="9036437" y="6069176"/>
                  </a:lnTo>
                  <a:lnTo>
                    <a:pt x="9012851" y="5974784"/>
                  </a:lnTo>
                  <a:lnTo>
                    <a:pt x="8989557" y="5876174"/>
                  </a:lnTo>
                  <a:lnTo>
                    <a:pt x="8966496" y="5773325"/>
                  </a:lnTo>
                  <a:lnTo>
                    <a:pt x="8943618" y="5666245"/>
                  </a:lnTo>
                  <a:lnTo>
                    <a:pt x="8920878" y="5554973"/>
                  </a:lnTo>
                  <a:lnTo>
                    <a:pt x="8898239" y="5439582"/>
                  </a:lnTo>
                  <a:lnTo>
                    <a:pt x="8875670" y="5320183"/>
                  </a:lnTo>
                  <a:lnTo>
                    <a:pt x="8853145" y="5196918"/>
                  </a:lnTo>
                  <a:lnTo>
                    <a:pt x="8830641" y="5069971"/>
                  </a:lnTo>
                  <a:lnTo>
                    <a:pt x="8808143" y="4939559"/>
                  </a:lnTo>
                  <a:lnTo>
                    <a:pt x="8785639" y="4805935"/>
                  </a:lnTo>
                  <a:lnTo>
                    <a:pt x="8763120" y="4669390"/>
                  </a:lnTo>
                  <a:lnTo>
                    <a:pt x="8740580" y="4530243"/>
                  </a:lnTo>
                  <a:lnTo>
                    <a:pt x="8718018" y="4388847"/>
                  </a:lnTo>
                  <a:lnTo>
                    <a:pt x="8695435" y="4245578"/>
                  </a:lnTo>
                  <a:lnTo>
                    <a:pt x="8672832" y="4100836"/>
                  </a:lnTo>
                  <a:lnTo>
                    <a:pt x="8650215" y="3955040"/>
                  </a:lnTo>
                  <a:lnTo>
                    <a:pt x="8627588" y="3808621"/>
                  </a:lnTo>
                  <a:lnTo>
                    <a:pt x="8604959" y="3662017"/>
                  </a:lnTo>
                  <a:lnTo>
                    <a:pt x="8582334" y="3515670"/>
                  </a:lnTo>
                  <a:lnTo>
                    <a:pt x="8559719" y="3370017"/>
                  </a:lnTo>
                  <a:lnTo>
                    <a:pt x="8537119" y="3225489"/>
                  </a:lnTo>
                  <a:lnTo>
                    <a:pt x="8514539" y="3082499"/>
                  </a:lnTo>
                  <a:lnTo>
                    <a:pt x="8491981" y="2941446"/>
                  </a:lnTo>
                  <a:lnTo>
                    <a:pt x="8469445" y="2802702"/>
                  </a:lnTo>
                  <a:lnTo>
                    <a:pt x="8446928" y="2666614"/>
                  </a:lnTo>
                  <a:lnTo>
                    <a:pt x="8424426" y="2533498"/>
                  </a:lnTo>
                  <a:lnTo>
                    <a:pt x="8401928" y="2403636"/>
                  </a:lnTo>
                  <a:lnTo>
                    <a:pt x="8379422" y="2277278"/>
                  </a:lnTo>
                  <a:lnTo>
                    <a:pt x="8356891" y="2154635"/>
                  </a:lnTo>
                  <a:lnTo>
                    <a:pt x="8334312" y="2035883"/>
                  </a:lnTo>
                  <a:lnTo>
                    <a:pt x="8311660" y="1921160"/>
                  </a:lnTo>
                  <a:lnTo>
                    <a:pt x="8288900" y="1810571"/>
                  </a:lnTo>
                  <a:lnTo>
                    <a:pt x="8265995" y="1704181"/>
                  </a:lnTo>
                  <a:lnTo>
                    <a:pt x="8242899" y="1602027"/>
                  </a:lnTo>
                  <a:lnTo>
                    <a:pt x="8219562" y="1504110"/>
                  </a:lnTo>
                  <a:lnTo>
                    <a:pt x="8195921" y="1410405"/>
                  </a:lnTo>
                  <a:lnTo>
                    <a:pt x="8171909" y="1320856"/>
                  </a:lnTo>
                  <a:lnTo>
                    <a:pt x="8151487" y="1249106"/>
                  </a:lnTo>
                  <a:lnTo>
                    <a:pt x="8111998" y="1121673"/>
                  </a:lnTo>
                  <a:lnTo>
                    <a:pt x="8070841" y="1004323"/>
                  </a:lnTo>
                  <a:lnTo>
                    <a:pt x="8027588" y="896776"/>
                  </a:lnTo>
                  <a:lnTo>
                    <a:pt x="7981767" y="798447"/>
                  </a:lnTo>
                  <a:lnTo>
                    <a:pt x="7932884" y="708602"/>
                  </a:lnTo>
                  <a:lnTo>
                    <a:pt x="7880447" y="626460"/>
                  </a:lnTo>
                  <a:lnTo>
                    <a:pt x="7823988" y="551260"/>
                  </a:lnTo>
                  <a:lnTo>
                    <a:pt x="7763093" y="482306"/>
                  </a:lnTo>
                  <a:lnTo>
                    <a:pt x="7697449" y="418991"/>
                  </a:lnTo>
                  <a:lnTo>
                    <a:pt x="7626895" y="360813"/>
                  </a:lnTo>
                  <a:lnTo>
                    <a:pt x="7551484" y="307387"/>
                  </a:lnTo>
                  <a:lnTo>
                    <a:pt x="7471566" y="258444"/>
                  </a:lnTo>
                  <a:lnTo>
                    <a:pt x="7387861" y="213830"/>
                  </a:lnTo>
                  <a:lnTo>
                    <a:pt x="7301528" y="173494"/>
                  </a:lnTo>
                  <a:lnTo>
                    <a:pt x="7214199" y="137467"/>
                  </a:lnTo>
                  <a:lnTo>
                    <a:pt x="7127958" y="105829"/>
                  </a:lnTo>
                  <a:lnTo>
                    <a:pt x="7045239" y="78661"/>
                  </a:lnTo>
                  <a:lnTo>
                    <a:pt x="6968633" y="55996"/>
                  </a:lnTo>
                  <a:lnTo>
                    <a:pt x="6900616" y="37769"/>
                  </a:lnTo>
                  <a:lnTo>
                    <a:pt x="6843228" y="23773"/>
                  </a:lnTo>
                  <a:lnTo>
                    <a:pt x="6797775" y="13644"/>
                  </a:lnTo>
                  <a:lnTo>
                    <a:pt x="6764613" y="6869"/>
                  </a:lnTo>
                  <a:lnTo>
                    <a:pt x="6743046" y="2819"/>
                  </a:lnTo>
                  <a:lnTo>
                    <a:pt x="6731363" y="797"/>
                  </a:lnTo>
                  <a:lnTo>
                    <a:pt x="6726936" y="88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229" y="108"/>
                  </a:lnTo>
                  <a:lnTo>
                    <a:pt x="5249412" y="879"/>
                  </a:lnTo>
                  <a:lnTo>
                    <a:pt x="5237123" y="3009"/>
                  </a:lnTo>
                  <a:lnTo>
                    <a:pt x="5214787" y="7209"/>
                  </a:lnTo>
                  <a:lnTo>
                    <a:pt x="5180752" y="14174"/>
                  </a:lnTo>
                  <a:lnTo>
                    <a:pt x="5134395" y="24523"/>
                  </a:lnTo>
                  <a:lnTo>
                    <a:pt x="5076144" y="38760"/>
                  </a:lnTo>
                  <a:lnTo>
                    <a:pt x="5007371" y="57238"/>
                  </a:lnTo>
                  <a:lnTo>
                    <a:pt x="4930162" y="80151"/>
                  </a:lnTo>
                  <a:lnTo>
                    <a:pt x="4847019" y="107556"/>
                  </a:lnTo>
                  <a:lnTo>
                    <a:pt x="4760537" y="139416"/>
                  </a:lnTo>
                  <a:lnTo>
                    <a:pt x="4673136" y="175645"/>
                  </a:lnTo>
                  <a:lnTo>
                    <a:pt x="4586874" y="216169"/>
                  </a:lnTo>
                  <a:lnTo>
                    <a:pt x="4503352" y="260960"/>
                  </a:lnTo>
                  <a:lnTo>
                    <a:pt x="4423694" y="310078"/>
                  </a:lnTo>
                  <a:lnTo>
                    <a:pt x="4348592" y="363684"/>
                  </a:lnTo>
                  <a:lnTo>
                    <a:pt x="4278369" y="422055"/>
                  </a:lnTo>
                  <a:lnTo>
                    <a:pt x="4213060" y="485588"/>
                  </a:lnTo>
                  <a:lnTo>
                    <a:pt x="4152487" y="554791"/>
                  </a:lnTo>
                  <a:lnTo>
                    <a:pt x="4096327" y="630277"/>
                  </a:lnTo>
                  <a:lnTo>
                    <a:pt x="4044159" y="712750"/>
                  </a:lnTo>
                  <a:lnTo>
                    <a:pt x="3995512" y="802972"/>
                  </a:lnTo>
                  <a:lnTo>
                    <a:pt x="3949888" y="901721"/>
                  </a:lnTo>
                  <a:lnTo>
                    <a:pt x="3906795" y="1009723"/>
                  </a:lnTo>
                  <a:lnTo>
                    <a:pt x="3865764" y="1127542"/>
                  </a:lnTo>
                  <a:lnTo>
                    <a:pt x="3829811" y="1243657"/>
                  </a:lnTo>
                  <a:lnTo>
                    <a:pt x="3805377" y="1329600"/>
                  </a:lnTo>
                  <a:lnTo>
                    <a:pt x="3781381" y="1419634"/>
                  </a:lnTo>
                  <a:lnTo>
                    <a:pt x="3757747" y="1513835"/>
                  </a:lnTo>
                  <a:lnTo>
                    <a:pt x="3734405" y="1612253"/>
                  </a:lnTo>
                  <a:lnTo>
                    <a:pt x="3711298" y="1714910"/>
                  </a:lnTo>
                  <a:lnTo>
                    <a:pt x="3688373" y="1821797"/>
                  </a:lnTo>
                  <a:lnTo>
                    <a:pt x="3665587" y="1932875"/>
                  </a:lnTo>
                  <a:lnTo>
                    <a:pt x="3642902" y="2048070"/>
                  </a:lnTo>
                  <a:lnTo>
                    <a:pt x="3620286" y="2167270"/>
                  </a:lnTo>
                  <a:lnTo>
                    <a:pt x="3597713" y="2290332"/>
                  </a:lnTo>
                  <a:lnTo>
                    <a:pt x="3575162" y="2417072"/>
                  </a:lnTo>
                  <a:lnTo>
                    <a:pt x="3552617" y="2547271"/>
                  </a:lnTo>
                  <a:lnTo>
                    <a:pt x="3530065" y="2680673"/>
                  </a:lnTo>
                  <a:lnTo>
                    <a:pt x="3507497" y="2816989"/>
                  </a:lnTo>
                  <a:lnTo>
                    <a:pt x="3484909" y="2955896"/>
                  </a:lnTo>
                  <a:lnTo>
                    <a:pt x="3462299" y="3097041"/>
                  </a:lnTo>
                  <a:lnTo>
                    <a:pt x="3439667" y="3240044"/>
                  </a:lnTo>
                  <a:lnTo>
                    <a:pt x="3417016" y="3384505"/>
                  </a:lnTo>
                  <a:lnTo>
                    <a:pt x="3394350" y="3530005"/>
                  </a:lnTo>
                  <a:lnTo>
                    <a:pt x="3371676" y="3676110"/>
                  </a:lnTo>
                  <a:lnTo>
                    <a:pt x="3348999" y="3822381"/>
                  </a:lnTo>
                  <a:lnTo>
                    <a:pt x="3326327" y="3968375"/>
                  </a:lnTo>
                  <a:lnTo>
                    <a:pt x="3303664" y="4113655"/>
                  </a:lnTo>
                  <a:lnTo>
                    <a:pt x="3281018" y="4257791"/>
                  </a:lnTo>
                  <a:lnTo>
                    <a:pt x="3258391" y="4400367"/>
                  </a:lnTo>
                  <a:lnTo>
                    <a:pt x="3235786" y="4540987"/>
                  </a:lnTo>
                  <a:lnTo>
                    <a:pt x="3213203" y="4679278"/>
                  </a:lnTo>
                  <a:lnTo>
                    <a:pt x="3190640" y="4814895"/>
                  </a:lnTo>
                  <a:lnTo>
                    <a:pt x="3168091" y="4947523"/>
                  </a:lnTo>
                  <a:lnTo>
                    <a:pt x="3145545" y="5076880"/>
                  </a:lnTo>
                  <a:lnTo>
                    <a:pt x="3122991" y="5202720"/>
                  </a:lnTo>
                  <a:lnTo>
                    <a:pt x="3100410" y="5324832"/>
                  </a:lnTo>
                  <a:lnTo>
                    <a:pt x="3077779" y="5443044"/>
                  </a:lnTo>
                  <a:lnTo>
                    <a:pt x="3055072" y="5557219"/>
                  </a:lnTo>
                  <a:lnTo>
                    <a:pt x="3032255" y="5667255"/>
                  </a:lnTo>
                  <a:lnTo>
                    <a:pt x="3009289" y="5773088"/>
                  </a:lnTo>
                  <a:lnTo>
                    <a:pt x="2986128" y="5874685"/>
                  </a:lnTo>
                  <a:lnTo>
                    <a:pt x="2962719" y="5972046"/>
                  </a:lnTo>
                  <a:lnTo>
                    <a:pt x="2939001" y="6065200"/>
                  </a:lnTo>
                  <a:lnTo>
                    <a:pt x="2914903" y="6154204"/>
                  </a:lnTo>
                  <a:lnTo>
                    <a:pt x="2896531" y="6218289"/>
                  </a:lnTo>
                  <a:lnTo>
                    <a:pt x="2857006" y="6345277"/>
                  </a:lnTo>
                  <a:lnTo>
                    <a:pt x="2815809" y="6462208"/>
                  </a:lnTo>
                  <a:lnTo>
                    <a:pt x="2772511" y="6569362"/>
                  </a:lnTo>
                  <a:lnTo>
                    <a:pt x="2726639" y="6667323"/>
                  </a:lnTo>
                  <a:lnTo>
                    <a:pt x="2677698" y="6756825"/>
                  </a:lnTo>
                  <a:lnTo>
                    <a:pt x="2625195" y="6838647"/>
                  </a:lnTo>
                  <a:lnTo>
                    <a:pt x="2568658" y="6913548"/>
                  </a:lnTo>
                  <a:lnTo>
                    <a:pt x="2507676" y="6982223"/>
                  </a:lnTo>
                  <a:lnTo>
                    <a:pt x="2441935" y="7045278"/>
                  </a:lnTo>
                  <a:lnTo>
                    <a:pt x="2371274" y="7103213"/>
                  </a:lnTo>
                  <a:lnTo>
                    <a:pt x="2295749" y="7156410"/>
                  </a:lnTo>
                  <a:lnTo>
                    <a:pt x="2215714" y="7205139"/>
                  </a:lnTo>
                  <a:lnTo>
                    <a:pt x="2131896" y="7249550"/>
                  </a:lnTo>
                  <a:lnTo>
                    <a:pt x="2045461" y="7289694"/>
                  </a:lnTo>
                  <a:lnTo>
                    <a:pt x="1958052" y="7325539"/>
                  </a:lnTo>
                  <a:lnTo>
                    <a:pt x="1871765" y="7357006"/>
                  </a:lnTo>
                  <a:lnTo>
                    <a:pt x="1789043" y="7384013"/>
                  </a:lnTo>
                  <a:lnTo>
                    <a:pt x="1712487" y="7406528"/>
                  </a:lnTo>
                  <a:lnTo>
                    <a:pt x="1644572" y="7424618"/>
                  </a:lnTo>
                  <a:lnTo>
                    <a:pt x="1587335" y="7438494"/>
                  </a:lnTo>
                  <a:lnTo>
                    <a:pt x="1542070" y="7448520"/>
                  </a:lnTo>
                  <a:lnTo>
                    <a:pt x="1509115" y="7455212"/>
                  </a:lnTo>
                  <a:lnTo>
                    <a:pt x="1487752" y="7459200"/>
                  </a:lnTo>
                  <a:lnTo>
                    <a:pt x="1476244" y="7461180"/>
                  </a:lnTo>
                  <a:lnTo>
                    <a:pt x="1471939" y="7461865"/>
                  </a:lnTo>
                  <a:lnTo>
                    <a:pt x="1471387" y="7461947"/>
                  </a:lnTo>
                  <a:lnTo>
                    <a:pt x="0" y="7461947"/>
                  </a:lnTo>
                  <a:close/>
                </a:path>
              </a:pathLst>
            </a:custGeom>
            <a:solidFill>
              <a:srgbClr val="F1C40F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986" name="pl1986"/>
            <p:cNvSpPr/>
            <p:nvPr/>
          </p:nvSpPr>
          <p:spPr>
            <a:xfrm>
              <a:off x="4799595" y="3157191"/>
              <a:ext cx="11981298" cy="7494639"/>
            </a:xfrm>
            <a:custGeom>
              <a:avLst/>
              <a:pathLst>
                <a:path w="11981298" h="7494639">
                  <a:moveTo>
                    <a:pt x="0" y="7461947"/>
                  </a:moveTo>
                  <a:lnTo>
                    <a:pt x="1471387" y="7461947"/>
                  </a:lnTo>
                  <a:lnTo>
                    <a:pt x="1472113" y="7461838"/>
                  </a:lnTo>
                  <a:lnTo>
                    <a:pt x="1476930" y="7461067"/>
                  </a:lnTo>
                  <a:lnTo>
                    <a:pt x="1489219" y="7458938"/>
                  </a:lnTo>
                  <a:lnTo>
                    <a:pt x="1511555" y="7454737"/>
                  </a:lnTo>
                  <a:lnTo>
                    <a:pt x="1545591" y="7447773"/>
                  </a:lnTo>
                  <a:lnTo>
                    <a:pt x="1591947" y="7437424"/>
                  </a:lnTo>
                  <a:lnTo>
                    <a:pt x="1650198" y="7423186"/>
                  </a:lnTo>
                  <a:lnTo>
                    <a:pt x="1718972" y="7404708"/>
                  </a:lnTo>
                  <a:lnTo>
                    <a:pt x="1796180" y="7381796"/>
                  </a:lnTo>
                  <a:lnTo>
                    <a:pt x="1879323" y="7354390"/>
                  </a:lnTo>
                  <a:lnTo>
                    <a:pt x="1965805" y="7322531"/>
                  </a:lnTo>
                  <a:lnTo>
                    <a:pt x="2053206" y="7286301"/>
                  </a:lnTo>
                  <a:lnTo>
                    <a:pt x="2139468" y="7245778"/>
                  </a:lnTo>
                  <a:lnTo>
                    <a:pt x="2222991" y="7200986"/>
                  </a:lnTo>
                  <a:lnTo>
                    <a:pt x="2302648" y="7151869"/>
                  </a:lnTo>
                  <a:lnTo>
                    <a:pt x="2377750" y="7098263"/>
                  </a:lnTo>
                  <a:lnTo>
                    <a:pt x="2447973" y="7039891"/>
                  </a:lnTo>
                  <a:lnTo>
                    <a:pt x="2513282" y="6976358"/>
                  </a:lnTo>
                  <a:lnTo>
                    <a:pt x="2573855" y="6907156"/>
                  </a:lnTo>
                  <a:lnTo>
                    <a:pt x="2630015" y="6831669"/>
                  </a:lnTo>
                  <a:lnTo>
                    <a:pt x="2682183" y="6749196"/>
                  </a:lnTo>
                  <a:lnTo>
                    <a:pt x="2730831" y="6658975"/>
                  </a:lnTo>
                  <a:lnTo>
                    <a:pt x="2776454" y="6560225"/>
                  </a:lnTo>
                  <a:lnTo>
                    <a:pt x="2819547" y="6452223"/>
                  </a:lnTo>
                  <a:lnTo>
                    <a:pt x="2860578" y="6334404"/>
                  </a:lnTo>
                  <a:lnTo>
                    <a:pt x="2896531" y="6218289"/>
                  </a:lnTo>
                  <a:lnTo>
                    <a:pt x="2920965" y="6132347"/>
                  </a:lnTo>
                  <a:lnTo>
                    <a:pt x="2944961" y="6042313"/>
                  </a:lnTo>
                  <a:lnTo>
                    <a:pt x="2968595" y="5948112"/>
                  </a:lnTo>
                  <a:lnTo>
                    <a:pt x="2991937" y="5849694"/>
                  </a:lnTo>
                  <a:lnTo>
                    <a:pt x="3015044" y="5747037"/>
                  </a:lnTo>
                  <a:lnTo>
                    <a:pt x="3037969" y="5640149"/>
                  </a:lnTo>
                  <a:lnTo>
                    <a:pt x="3060755" y="5529071"/>
                  </a:lnTo>
                  <a:lnTo>
                    <a:pt x="3083441" y="5413877"/>
                  </a:lnTo>
                  <a:lnTo>
                    <a:pt x="3106056" y="5294676"/>
                  </a:lnTo>
                  <a:lnTo>
                    <a:pt x="3128629" y="5171614"/>
                  </a:lnTo>
                  <a:lnTo>
                    <a:pt x="3151180" y="5044874"/>
                  </a:lnTo>
                  <a:lnTo>
                    <a:pt x="3173725" y="4914675"/>
                  </a:lnTo>
                  <a:lnTo>
                    <a:pt x="3196277" y="4781273"/>
                  </a:lnTo>
                  <a:lnTo>
                    <a:pt x="3218845" y="4644957"/>
                  </a:lnTo>
                  <a:lnTo>
                    <a:pt x="3241433" y="4506051"/>
                  </a:lnTo>
                  <a:lnTo>
                    <a:pt x="3264043" y="4364906"/>
                  </a:lnTo>
                  <a:lnTo>
                    <a:pt x="3286675" y="4221902"/>
                  </a:lnTo>
                  <a:lnTo>
                    <a:pt x="3309326" y="4077441"/>
                  </a:lnTo>
                  <a:lnTo>
                    <a:pt x="3331992" y="3931942"/>
                  </a:lnTo>
                  <a:lnTo>
                    <a:pt x="3354666" y="3785837"/>
                  </a:lnTo>
                  <a:lnTo>
                    <a:pt x="3377343" y="3639566"/>
                  </a:lnTo>
                  <a:lnTo>
                    <a:pt x="3400016" y="3493571"/>
                  </a:lnTo>
                  <a:lnTo>
                    <a:pt x="3422678" y="3348291"/>
                  </a:lnTo>
                  <a:lnTo>
                    <a:pt x="3445325" y="3204155"/>
                  </a:lnTo>
                  <a:lnTo>
                    <a:pt x="3467951" y="3061579"/>
                  </a:lnTo>
                  <a:lnTo>
                    <a:pt x="3490556" y="2920959"/>
                  </a:lnTo>
                  <a:lnTo>
                    <a:pt x="3513139" y="2782668"/>
                  </a:lnTo>
                  <a:lnTo>
                    <a:pt x="3535702" y="2647052"/>
                  </a:lnTo>
                  <a:lnTo>
                    <a:pt x="3558251" y="2514424"/>
                  </a:lnTo>
                  <a:lnTo>
                    <a:pt x="3580797" y="2385067"/>
                  </a:lnTo>
                  <a:lnTo>
                    <a:pt x="3603351" y="2259227"/>
                  </a:lnTo>
                  <a:lnTo>
                    <a:pt x="3625932" y="2137114"/>
                  </a:lnTo>
                  <a:lnTo>
                    <a:pt x="3648563" y="2018902"/>
                  </a:lnTo>
                  <a:lnTo>
                    <a:pt x="3671270" y="1904728"/>
                  </a:lnTo>
                  <a:lnTo>
                    <a:pt x="3694087" y="1794691"/>
                  </a:lnTo>
                  <a:lnTo>
                    <a:pt x="3717053" y="1688858"/>
                  </a:lnTo>
                  <a:lnTo>
                    <a:pt x="3740214" y="1587261"/>
                  </a:lnTo>
                  <a:lnTo>
                    <a:pt x="3763623" y="1489900"/>
                  </a:lnTo>
                  <a:lnTo>
                    <a:pt x="3787341" y="1396746"/>
                  </a:lnTo>
                  <a:lnTo>
                    <a:pt x="3811439" y="1307743"/>
                  </a:lnTo>
                  <a:lnTo>
                    <a:pt x="3829811" y="1243657"/>
                  </a:lnTo>
                  <a:lnTo>
                    <a:pt x="3869337" y="1116670"/>
                  </a:lnTo>
                  <a:lnTo>
                    <a:pt x="3910533" y="999739"/>
                  </a:lnTo>
                  <a:lnTo>
                    <a:pt x="3953831" y="892585"/>
                  </a:lnTo>
                  <a:lnTo>
                    <a:pt x="3999703" y="794624"/>
                  </a:lnTo>
                  <a:lnTo>
                    <a:pt x="4048644" y="705122"/>
                  </a:lnTo>
                  <a:lnTo>
                    <a:pt x="4101148" y="623300"/>
                  </a:lnTo>
                  <a:lnTo>
                    <a:pt x="4157684" y="548399"/>
                  </a:lnTo>
                  <a:lnTo>
                    <a:pt x="4218666" y="479723"/>
                  </a:lnTo>
                  <a:lnTo>
                    <a:pt x="4284407" y="416668"/>
                  </a:lnTo>
                  <a:lnTo>
                    <a:pt x="4355068" y="358734"/>
                  </a:lnTo>
                  <a:lnTo>
                    <a:pt x="4430593" y="305536"/>
                  </a:lnTo>
                  <a:lnTo>
                    <a:pt x="4510628" y="256808"/>
                  </a:lnTo>
                  <a:lnTo>
                    <a:pt x="4594446" y="212396"/>
                  </a:lnTo>
                  <a:lnTo>
                    <a:pt x="4680881" y="172253"/>
                  </a:lnTo>
                  <a:lnTo>
                    <a:pt x="4768290" y="136408"/>
                  </a:lnTo>
                  <a:lnTo>
                    <a:pt x="4854578" y="104941"/>
                  </a:lnTo>
                  <a:lnTo>
                    <a:pt x="4937299" y="77934"/>
                  </a:lnTo>
                  <a:lnTo>
                    <a:pt x="5013856" y="55419"/>
                  </a:lnTo>
                  <a:lnTo>
                    <a:pt x="5081770" y="37328"/>
                  </a:lnTo>
                  <a:lnTo>
                    <a:pt x="5139008" y="23453"/>
                  </a:lnTo>
                  <a:lnTo>
                    <a:pt x="5184272" y="13426"/>
                  </a:lnTo>
                  <a:lnTo>
                    <a:pt x="5217227" y="6734"/>
                  </a:lnTo>
                  <a:lnTo>
                    <a:pt x="5238590" y="2746"/>
                  </a:lnTo>
                  <a:lnTo>
                    <a:pt x="5250098" y="766"/>
                  </a:lnTo>
                  <a:lnTo>
                    <a:pt x="5254403" y="81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067" y="108"/>
                  </a:lnTo>
                  <a:lnTo>
                    <a:pt x="6731871" y="881"/>
                  </a:lnTo>
                  <a:lnTo>
                    <a:pt x="6744128" y="3014"/>
                  </a:lnTo>
                  <a:lnTo>
                    <a:pt x="6766409" y="7221"/>
                  </a:lnTo>
                  <a:lnTo>
                    <a:pt x="6800363" y="14197"/>
                  </a:lnTo>
                  <a:lnTo>
                    <a:pt x="6846616" y="24563"/>
                  </a:lnTo>
                  <a:lnTo>
                    <a:pt x="6904747" y="38826"/>
                  </a:lnTo>
                  <a:lnTo>
                    <a:pt x="6973393" y="57338"/>
                  </a:lnTo>
                  <a:lnTo>
                    <a:pt x="7050475" y="80295"/>
                  </a:lnTo>
                  <a:lnTo>
                    <a:pt x="7133503" y="107757"/>
                  </a:lnTo>
                  <a:lnTo>
                    <a:pt x="7219886" y="139684"/>
                  </a:lnTo>
                  <a:lnTo>
                    <a:pt x="7307209" y="175994"/>
                  </a:lnTo>
                  <a:lnTo>
                    <a:pt x="7393416" y="216609"/>
                  </a:lnTo>
                  <a:lnTo>
                    <a:pt x="7476904" y="261503"/>
                  </a:lnTo>
                  <a:lnTo>
                    <a:pt x="7556546" y="310733"/>
                  </a:lnTo>
                  <a:lnTo>
                    <a:pt x="7631646" y="364459"/>
                  </a:lnTo>
                  <a:lnTo>
                    <a:pt x="7701880" y="422959"/>
                  </a:lnTo>
                  <a:lnTo>
                    <a:pt x="7767207" y="486625"/>
                  </a:lnTo>
                  <a:lnTo>
                    <a:pt x="7827801" y="555967"/>
                  </a:lnTo>
                  <a:lnTo>
                    <a:pt x="7883985" y="631598"/>
                  </a:lnTo>
                  <a:lnTo>
                    <a:pt x="7936176" y="714219"/>
                  </a:lnTo>
                  <a:lnTo>
                    <a:pt x="7984843" y="804594"/>
                  </a:lnTo>
                  <a:lnTo>
                    <a:pt x="8030482" y="903502"/>
                  </a:lnTo>
                  <a:lnTo>
                    <a:pt x="8073584" y="1011673"/>
                  </a:lnTo>
                  <a:lnTo>
                    <a:pt x="8114620" y="1129677"/>
                  </a:lnTo>
                  <a:lnTo>
                    <a:pt x="8151487" y="1249106"/>
                  </a:lnTo>
                  <a:lnTo>
                    <a:pt x="8175870" y="1335238"/>
                  </a:lnTo>
                  <a:lnTo>
                    <a:pt x="8199816" y="1425463"/>
                  </a:lnTo>
                  <a:lnTo>
                    <a:pt x="8223402" y="1519855"/>
                  </a:lnTo>
                  <a:lnTo>
                    <a:pt x="8246696" y="1618464"/>
                  </a:lnTo>
                  <a:lnTo>
                    <a:pt x="8269757" y="1721313"/>
                  </a:lnTo>
                  <a:lnTo>
                    <a:pt x="8292636" y="1828394"/>
                  </a:lnTo>
                  <a:lnTo>
                    <a:pt x="8315375" y="1939666"/>
                  </a:lnTo>
                  <a:lnTo>
                    <a:pt x="8338014" y="2055056"/>
                  </a:lnTo>
                  <a:lnTo>
                    <a:pt x="8360583" y="2174456"/>
                  </a:lnTo>
                  <a:lnTo>
                    <a:pt x="8383109" y="2297720"/>
                  </a:lnTo>
                  <a:lnTo>
                    <a:pt x="8405612" y="2424668"/>
                  </a:lnTo>
                  <a:lnTo>
                    <a:pt x="8428110" y="2555080"/>
                  </a:lnTo>
                  <a:lnTo>
                    <a:pt x="8450614" y="2688703"/>
                  </a:lnTo>
                  <a:lnTo>
                    <a:pt x="8473134" y="2825248"/>
                  </a:lnTo>
                  <a:lnTo>
                    <a:pt x="8495673" y="2964395"/>
                  </a:lnTo>
                  <a:lnTo>
                    <a:pt x="8518235" y="3105792"/>
                  </a:lnTo>
                  <a:lnTo>
                    <a:pt x="8540819" y="3249061"/>
                  </a:lnTo>
                  <a:lnTo>
                    <a:pt x="8563421" y="3393802"/>
                  </a:lnTo>
                  <a:lnTo>
                    <a:pt x="8586039" y="3539598"/>
                  </a:lnTo>
                  <a:lnTo>
                    <a:pt x="8608665" y="3686018"/>
                  </a:lnTo>
                  <a:lnTo>
                    <a:pt x="8631294" y="3832622"/>
                  </a:lnTo>
                  <a:lnTo>
                    <a:pt x="8653919" y="3978969"/>
                  </a:lnTo>
                  <a:lnTo>
                    <a:pt x="8676534" y="4124621"/>
                  </a:lnTo>
                  <a:lnTo>
                    <a:pt x="8699134" y="4269150"/>
                  </a:lnTo>
                  <a:lnTo>
                    <a:pt x="8721714" y="4412139"/>
                  </a:lnTo>
                  <a:lnTo>
                    <a:pt x="8744272" y="4553193"/>
                  </a:lnTo>
                  <a:lnTo>
                    <a:pt x="8766809" y="4691936"/>
                  </a:lnTo>
                  <a:lnTo>
                    <a:pt x="8789325" y="4828025"/>
                  </a:lnTo>
                  <a:lnTo>
                    <a:pt x="8811828" y="4961141"/>
                  </a:lnTo>
                  <a:lnTo>
                    <a:pt x="8834325" y="5091002"/>
                  </a:lnTo>
                  <a:lnTo>
                    <a:pt x="8856831" y="5217360"/>
                  </a:lnTo>
                  <a:lnTo>
                    <a:pt x="8879362" y="5340003"/>
                  </a:lnTo>
                  <a:lnTo>
                    <a:pt x="8901941" y="5458755"/>
                  </a:lnTo>
                  <a:lnTo>
                    <a:pt x="8924594" y="5573478"/>
                  </a:lnTo>
                  <a:lnTo>
                    <a:pt x="8947353" y="5684068"/>
                  </a:lnTo>
                  <a:lnTo>
                    <a:pt x="8970258" y="5790457"/>
                  </a:lnTo>
                  <a:lnTo>
                    <a:pt x="8993354" y="5892612"/>
                  </a:lnTo>
                  <a:lnTo>
                    <a:pt x="9016692" y="5990528"/>
                  </a:lnTo>
                  <a:lnTo>
                    <a:pt x="9040332" y="6084234"/>
                  </a:lnTo>
                  <a:lnTo>
                    <a:pt x="9064344" y="6173782"/>
                  </a:lnTo>
                  <a:lnTo>
                    <a:pt x="9084767" y="6245532"/>
                  </a:lnTo>
                  <a:lnTo>
                    <a:pt x="9124255" y="6372965"/>
                  </a:lnTo>
                  <a:lnTo>
                    <a:pt x="9165412" y="6490315"/>
                  </a:lnTo>
                  <a:lnTo>
                    <a:pt x="9208665" y="6597862"/>
                  </a:lnTo>
                  <a:lnTo>
                    <a:pt x="9254486" y="6696191"/>
                  </a:lnTo>
                  <a:lnTo>
                    <a:pt x="9303369" y="6786036"/>
                  </a:lnTo>
                  <a:lnTo>
                    <a:pt x="9355806" y="6868178"/>
                  </a:lnTo>
                  <a:lnTo>
                    <a:pt x="9412266" y="6943378"/>
                  </a:lnTo>
                  <a:lnTo>
                    <a:pt x="9473160" y="7012332"/>
                  </a:lnTo>
                  <a:lnTo>
                    <a:pt x="9538804" y="7075648"/>
                  </a:lnTo>
                  <a:lnTo>
                    <a:pt x="9609358" y="7133825"/>
                  </a:lnTo>
                  <a:lnTo>
                    <a:pt x="9684769" y="7187251"/>
                  </a:lnTo>
                  <a:lnTo>
                    <a:pt x="9764687" y="7236195"/>
                  </a:lnTo>
                  <a:lnTo>
                    <a:pt x="9848392" y="7280809"/>
                  </a:lnTo>
                  <a:lnTo>
                    <a:pt x="9934725" y="7321144"/>
                  </a:lnTo>
                  <a:lnTo>
                    <a:pt x="10022054" y="7357171"/>
                  </a:lnTo>
                  <a:lnTo>
                    <a:pt x="10108296" y="7388810"/>
                  </a:lnTo>
                  <a:lnTo>
                    <a:pt x="10191015" y="7415978"/>
                  </a:lnTo>
                  <a:lnTo>
                    <a:pt x="10267620" y="7438642"/>
                  </a:lnTo>
                  <a:lnTo>
                    <a:pt x="10335637" y="7456869"/>
                  </a:lnTo>
                  <a:lnTo>
                    <a:pt x="10393025" y="7470865"/>
                  </a:lnTo>
                  <a:lnTo>
                    <a:pt x="10438478" y="7480994"/>
                  </a:lnTo>
                  <a:lnTo>
                    <a:pt x="10471641" y="7487769"/>
                  </a:lnTo>
                  <a:lnTo>
                    <a:pt x="10493207" y="7491819"/>
                  </a:lnTo>
                  <a:lnTo>
                    <a:pt x="10504891" y="7493842"/>
                  </a:lnTo>
                  <a:lnTo>
                    <a:pt x="10509317" y="7494550"/>
                  </a:lnTo>
                  <a:lnTo>
                    <a:pt x="10509911" y="7494639"/>
                  </a:lnTo>
                  <a:lnTo>
                    <a:pt x="11981298" y="749463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87" name="pl1987"/>
            <p:cNvSpPr/>
            <p:nvPr/>
          </p:nvSpPr>
          <p:spPr>
            <a:xfrm>
              <a:off x="4799595" y="3149018"/>
              <a:ext cx="11981298" cy="7494639"/>
            </a:xfrm>
            <a:custGeom>
              <a:avLst/>
              <a:pathLst>
                <a:path w="11981298" h="7494639">
                  <a:moveTo>
                    <a:pt x="11981298" y="7494639"/>
                  </a:moveTo>
                  <a:lnTo>
                    <a:pt x="10509911" y="7494639"/>
                  </a:lnTo>
                  <a:lnTo>
                    <a:pt x="10509186" y="7494530"/>
                  </a:lnTo>
                  <a:lnTo>
                    <a:pt x="10504383" y="7493758"/>
                  </a:lnTo>
                  <a:lnTo>
                    <a:pt x="10492125" y="7491625"/>
                  </a:lnTo>
                  <a:lnTo>
                    <a:pt x="10469844" y="7487417"/>
                  </a:lnTo>
                  <a:lnTo>
                    <a:pt x="10435890" y="7480442"/>
                  </a:lnTo>
                  <a:lnTo>
                    <a:pt x="10389637" y="7470075"/>
                  </a:lnTo>
                  <a:lnTo>
                    <a:pt x="10331506" y="7455813"/>
                  </a:lnTo>
                  <a:lnTo>
                    <a:pt x="10262860" y="7437301"/>
                  </a:lnTo>
                  <a:lnTo>
                    <a:pt x="10185778" y="7414343"/>
                  </a:lnTo>
                  <a:lnTo>
                    <a:pt x="10102751" y="7386882"/>
                  </a:lnTo>
                  <a:lnTo>
                    <a:pt x="10016367" y="7354954"/>
                  </a:lnTo>
                  <a:lnTo>
                    <a:pt x="9929044" y="7318644"/>
                  </a:lnTo>
                  <a:lnTo>
                    <a:pt x="9842837" y="7278029"/>
                  </a:lnTo>
                  <a:lnTo>
                    <a:pt x="9759349" y="7233135"/>
                  </a:lnTo>
                  <a:lnTo>
                    <a:pt x="9679708" y="7183906"/>
                  </a:lnTo>
                  <a:lnTo>
                    <a:pt x="9604607" y="7130179"/>
                  </a:lnTo>
                  <a:lnTo>
                    <a:pt x="9534373" y="7071680"/>
                  </a:lnTo>
                  <a:lnTo>
                    <a:pt x="9469047" y="7008013"/>
                  </a:lnTo>
                  <a:lnTo>
                    <a:pt x="9408452" y="6938671"/>
                  </a:lnTo>
                  <a:lnTo>
                    <a:pt x="9352268" y="6863041"/>
                  </a:lnTo>
                  <a:lnTo>
                    <a:pt x="9300078" y="6780420"/>
                  </a:lnTo>
                  <a:lnTo>
                    <a:pt x="9251410" y="6690045"/>
                  </a:lnTo>
                  <a:lnTo>
                    <a:pt x="9205771" y="6591136"/>
                  </a:lnTo>
                  <a:lnTo>
                    <a:pt x="9162669" y="6482965"/>
                  </a:lnTo>
                  <a:lnTo>
                    <a:pt x="9121633" y="6364962"/>
                  </a:lnTo>
                  <a:lnTo>
                    <a:pt x="9084767" y="6245532"/>
                  </a:lnTo>
                  <a:lnTo>
                    <a:pt x="9060384" y="6159400"/>
                  </a:lnTo>
                  <a:lnTo>
                    <a:pt x="9036437" y="6069176"/>
                  </a:lnTo>
                  <a:lnTo>
                    <a:pt x="9012851" y="5974784"/>
                  </a:lnTo>
                  <a:lnTo>
                    <a:pt x="8989557" y="5876174"/>
                  </a:lnTo>
                  <a:lnTo>
                    <a:pt x="8966496" y="5773325"/>
                  </a:lnTo>
                  <a:lnTo>
                    <a:pt x="8943618" y="5666245"/>
                  </a:lnTo>
                  <a:lnTo>
                    <a:pt x="8920878" y="5554973"/>
                  </a:lnTo>
                  <a:lnTo>
                    <a:pt x="8898239" y="5439582"/>
                  </a:lnTo>
                  <a:lnTo>
                    <a:pt x="8875670" y="5320183"/>
                  </a:lnTo>
                  <a:lnTo>
                    <a:pt x="8853145" y="5196918"/>
                  </a:lnTo>
                  <a:lnTo>
                    <a:pt x="8830641" y="5069971"/>
                  </a:lnTo>
                  <a:lnTo>
                    <a:pt x="8808143" y="4939559"/>
                  </a:lnTo>
                  <a:lnTo>
                    <a:pt x="8785639" y="4805935"/>
                  </a:lnTo>
                  <a:lnTo>
                    <a:pt x="8763120" y="4669390"/>
                  </a:lnTo>
                  <a:lnTo>
                    <a:pt x="8740580" y="4530243"/>
                  </a:lnTo>
                  <a:lnTo>
                    <a:pt x="8718018" y="4388847"/>
                  </a:lnTo>
                  <a:lnTo>
                    <a:pt x="8695435" y="4245578"/>
                  </a:lnTo>
                  <a:lnTo>
                    <a:pt x="8672832" y="4100836"/>
                  </a:lnTo>
                  <a:lnTo>
                    <a:pt x="8650215" y="3955040"/>
                  </a:lnTo>
                  <a:lnTo>
                    <a:pt x="8627588" y="3808621"/>
                  </a:lnTo>
                  <a:lnTo>
                    <a:pt x="8604959" y="3662017"/>
                  </a:lnTo>
                  <a:lnTo>
                    <a:pt x="8582334" y="3515670"/>
                  </a:lnTo>
                  <a:lnTo>
                    <a:pt x="8559719" y="3370017"/>
                  </a:lnTo>
                  <a:lnTo>
                    <a:pt x="8537119" y="3225489"/>
                  </a:lnTo>
                  <a:lnTo>
                    <a:pt x="8514539" y="3082499"/>
                  </a:lnTo>
                  <a:lnTo>
                    <a:pt x="8491981" y="2941446"/>
                  </a:lnTo>
                  <a:lnTo>
                    <a:pt x="8469445" y="2802702"/>
                  </a:lnTo>
                  <a:lnTo>
                    <a:pt x="8446928" y="2666614"/>
                  </a:lnTo>
                  <a:lnTo>
                    <a:pt x="8424426" y="2533498"/>
                  </a:lnTo>
                  <a:lnTo>
                    <a:pt x="8401928" y="2403636"/>
                  </a:lnTo>
                  <a:lnTo>
                    <a:pt x="8379422" y="2277278"/>
                  </a:lnTo>
                  <a:lnTo>
                    <a:pt x="8356891" y="2154635"/>
                  </a:lnTo>
                  <a:lnTo>
                    <a:pt x="8334312" y="2035883"/>
                  </a:lnTo>
                  <a:lnTo>
                    <a:pt x="8311660" y="1921160"/>
                  </a:lnTo>
                  <a:lnTo>
                    <a:pt x="8288900" y="1810571"/>
                  </a:lnTo>
                  <a:lnTo>
                    <a:pt x="8265995" y="1704181"/>
                  </a:lnTo>
                  <a:lnTo>
                    <a:pt x="8242899" y="1602027"/>
                  </a:lnTo>
                  <a:lnTo>
                    <a:pt x="8219562" y="1504110"/>
                  </a:lnTo>
                  <a:lnTo>
                    <a:pt x="8195921" y="1410405"/>
                  </a:lnTo>
                  <a:lnTo>
                    <a:pt x="8171909" y="1320856"/>
                  </a:lnTo>
                  <a:lnTo>
                    <a:pt x="8151487" y="1249106"/>
                  </a:lnTo>
                  <a:lnTo>
                    <a:pt x="8111998" y="1121673"/>
                  </a:lnTo>
                  <a:lnTo>
                    <a:pt x="8070841" y="1004323"/>
                  </a:lnTo>
                  <a:lnTo>
                    <a:pt x="8027588" y="896776"/>
                  </a:lnTo>
                  <a:lnTo>
                    <a:pt x="7981767" y="798447"/>
                  </a:lnTo>
                  <a:lnTo>
                    <a:pt x="7932884" y="708602"/>
                  </a:lnTo>
                  <a:lnTo>
                    <a:pt x="7880447" y="626460"/>
                  </a:lnTo>
                  <a:lnTo>
                    <a:pt x="7823988" y="551260"/>
                  </a:lnTo>
                  <a:lnTo>
                    <a:pt x="7763093" y="482306"/>
                  </a:lnTo>
                  <a:lnTo>
                    <a:pt x="7697449" y="418991"/>
                  </a:lnTo>
                  <a:lnTo>
                    <a:pt x="7626895" y="360813"/>
                  </a:lnTo>
                  <a:lnTo>
                    <a:pt x="7551484" y="307387"/>
                  </a:lnTo>
                  <a:lnTo>
                    <a:pt x="7471566" y="258444"/>
                  </a:lnTo>
                  <a:lnTo>
                    <a:pt x="7387861" y="213830"/>
                  </a:lnTo>
                  <a:lnTo>
                    <a:pt x="7301528" y="173494"/>
                  </a:lnTo>
                  <a:lnTo>
                    <a:pt x="7214199" y="137467"/>
                  </a:lnTo>
                  <a:lnTo>
                    <a:pt x="7127958" y="105829"/>
                  </a:lnTo>
                  <a:lnTo>
                    <a:pt x="7045239" y="78661"/>
                  </a:lnTo>
                  <a:lnTo>
                    <a:pt x="6968633" y="55996"/>
                  </a:lnTo>
                  <a:lnTo>
                    <a:pt x="6900616" y="37769"/>
                  </a:lnTo>
                  <a:lnTo>
                    <a:pt x="6843228" y="23773"/>
                  </a:lnTo>
                  <a:lnTo>
                    <a:pt x="6797775" y="13644"/>
                  </a:lnTo>
                  <a:lnTo>
                    <a:pt x="6764613" y="6869"/>
                  </a:lnTo>
                  <a:lnTo>
                    <a:pt x="6743046" y="2819"/>
                  </a:lnTo>
                  <a:lnTo>
                    <a:pt x="6731363" y="797"/>
                  </a:lnTo>
                  <a:lnTo>
                    <a:pt x="6726936" y="88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229" y="108"/>
                  </a:lnTo>
                  <a:lnTo>
                    <a:pt x="5249412" y="879"/>
                  </a:lnTo>
                  <a:lnTo>
                    <a:pt x="5237123" y="3009"/>
                  </a:lnTo>
                  <a:lnTo>
                    <a:pt x="5214787" y="7209"/>
                  </a:lnTo>
                  <a:lnTo>
                    <a:pt x="5180752" y="14174"/>
                  </a:lnTo>
                  <a:lnTo>
                    <a:pt x="5134395" y="24523"/>
                  </a:lnTo>
                  <a:lnTo>
                    <a:pt x="5076144" y="38760"/>
                  </a:lnTo>
                  <a:lnTo>
                    <a:pt x="5007371" y="57238"/>
                  </a:lnTo>
                  <a:lnTo>
                    <a:pt x="4930162" y="80151"/>
                  </a:lnTo>
                  <a:lnTo>
                    <a:pt x="4847019" y="107556"/>
                  </a:lnTo>
                  <a:lnTo>
                    <a:pt x="4760537" y="139416"/>
                  </a:lnTo>
                  <a:lnTo>
                    <a:pt x="4673136" y="175645"/>
                  </a:lnTo>
                  <a:lnTo>
                    <a:pt x="4586874" y="216169"/>
                  </a:lnTo>
                  <a:lnTo>
                    <a:pt x="4503352" y="260960"/>
                  </a:lnTo>
                  <a:lnTo>
                    <a:pt x="4423694" y="310078"/>
                  </a:lnTo>
                  <a:lnTo>
                    <a:pt x="4348592" y="363684"/>
                  </a:lnTo>
                  <a:lnTo>
                    <a:pt x="4278369" y="422055"/>
                  </a:lnTo>
                  <a:lnTo>
                    <a:pt x="4213060" y="485588"/>
                  </a:lnTo>
                  <a:lnTo>
                    <a:pt x="4152487" y="554791"/>
                  </a:lnTo>
                  <a:lnTo>
                    <a:pt x="4096327" y="630277"/>
                  </a:lnTo>
                  <a:lnTo>
                    <a:pt x="4044159" y="712750"/>
                  </a:lnTo>
                  <a:lnTo>
                    <a:pt x="3995512" y="802972"/>
                  </a:lnTo>
                  <a:lnTo>
                    <a:pt x="3949888" y="901721"/>
                  </a:lnTo>
                  <a:lnTo>
                    <a:pt x="3906795" y="1009723"/>
                  </a:lnTo>
                  <a:lnTo>
                    <a:pt x="3865764" y="1127542"/>
                  </a:lnTo>
                  <a:lnTo>
                    <a:pt x="3829811" y="1243657"/>
                  </a:lnTo>
                  <a:lnTo>
                    <a:pt x="3805377" y="1329600"/>
                  </a:lnTo>
                  <a:lnTo>
                    <a:pt x="3781381" y="1419634"/>
                  </a:lnTo>
                  <a:lnTo>
                    <a:pt x="3757747" y="1513835"/>
                  </a:lnTo>
                  <a:lnTo>
                    <a:pt x="3734405" y="1612253"/>
                  </a:lnTo>
                  <a:lnTo>
                    <a:pt x="3711298" y="1714910"/>
                  </a:lnTo>
                  <a:lnTo>
                    <a:pt x="3688373" y="1821797"/>
                  </a:lnTo>
                  <a:lnTo>
                    <a:pt x="3665587" y="1932875"/>
                  </a:lnTo>
                  <a:lnTo>
                    <a:pt x="3642902" y="2048070"/>
                  </a:lnTo>
                  <a:lnTo>
                    <a:pt x="3620286" y="2167270"/>
                  </a:lnTo>
                  <a:lnTo>
                    <a:pt x="3597713" y="2290332"/>
                  </a:lnTo>
                  <a:lnTo>
                    <a:pt x="3575162" y="2417072"/>
                  </a:lnTo>
                  <a:lnTo>
                    <a:pt x="3552617" y="2547271"/>
                  </a:lnTo>
                  <a:lnTo>
                    <a:pt x="3530065" y="2680673"/>
                  </a:lnTo>
                  <a:lnTo>
                    <a:pt x="3507497" y="2816989"/>
                  </a:lnTo>
                  <a:lnTo>
                    <a:pt x="3484909" y="2955896"/>
                  </a:lnTo>
                  <a:lnTo>
                    <a:pt x="3462299" y="3097041"/>
                  </a:lnTo>
                  <a:lnTo>
                    <a:pt x="3439667" y="3240044"/>
                  </a:lnTo>
                  <a:lnTo>
                    <a:pt x="3417016" y="3384505"/>
                  </a:lnTo>
                  <a:lnTo>
                    <a:pt x="3394350" y="3530005"/>
                  </a:lnTo>
                  <a:lnTo>
                    <a:pt x="3371676" y="3676110"/>
                  </a:lnTo>
                  <a:lnTo>
                    <a:pt x="3348999" y="3822381"/>
                  </a:lnTo>
                  <a:lnTo>
                    <a:pt x="3326327" y="3968375"/>
                  </a:lnTo>
                  <a:lnTo>
                    <a:pt x="3303664" y="4113655"/>
                  </a:lnTo>
                  <a:lnTo>
                    <a:pt x="3281018" y="4257791"/>
                  </a:lnTo>
                  <a:lnTo>
                    <a:pt x="3258391" y="4400367"/>
                  </a:lnTo>
                  <a:lnTo>
                    <a:pt x="3235786" y="4540987"/>
                  </a:lnTo>
                  <a:lnTo>
                    <a:pt x="3213203" y="4679278"/>
                  </a:lnTo>
                  <a:lnTo>
                    <a:pt x="3190640" y="4814895"/>
                  </a:lnTo>
                  <a:lnTo>
                    <a:pt x="3168091" y="4947523"/>
                  </a:lnTo>
                  <a:lnTo>
                    <a:pt x="3145545" y="5076880"/>
                  </a:lnTo>
                  <a:lnTo>
                    <a:pt x="3122991" y="5202720"/>
                  </a:lnTo>
                  <a:lnTo>
                    <a:pt x="3100410" y="5324832"/>
                  </a:lnTo>
                  <a:lnTo>
                    <a:pt x="3077779" y="5443044"/>
                  </a:lnTo>
                  <a:lnTo>
                    <a:pt x="3055072" y="5557219"/>
                  </a:lnTo>
                  <a:lnTo>
                    <a:pt x="3032255" y="5667255"/>
                  </a:lnTo>
                  <a:lnTo>
                    <a:pt x="3009289" y="5773088"/>
                  </a:lnTo>
                  <a:lnTo>
                    <a:pt x="2986128" y="5874685"/>
                  </a:lnTo>
                  <a:lnTo>
                    <a:pt x="2962719" y="5972046"/>
                  </a:lnTo>
                  <a:lnTo>
                    <a:pt x="2939001" y="6065200"/>
                  </a:lnTo>
                  <a:lnTo>
                    <a:pt x="2914903" y="6154204"/>
                  </a:lnTo>
                  <a:lnTo>
                    <a:pt x="2896531" y="6218289"/>
                  </a:lnTo>
                  <a:lnTo>
                    <a:pt x="2857006" y="6345277"/>
                  </a:lnTo>
                  <a:lnTo>
                    <a:pt x="2815809" y="6462208"/>
                  </a:lnTo>
                  <a:lnTo>
                    <a:pt x="2772511" y="6569362"/>
                  </a:lnTo>
                  <a:lnTo>
                    <a:pt x="2726639" y="6667323"/>
                  </a:lnTo>
                  <a:lnTo>
                    <a:pt x="2677698" y="6756825"/>
                  </a:lnTo>
                  <a:lnTo>
                    <a:pt x="2625195" y="6838647"/>
                  </a:lnTo>
                  <a:lnTo>
                    <a:pt x="2568658" y="6913548"/>
                  </a:lnTo>
                  <a:lnTo>
                    <a:pt x="2507676" y="6982223"/>
                  </a:lnTo>
                  <a:lnTo>
                    <a:pt x="2441935" y="7045278"/>
                  </a:lnTo>
                  <a:lnTo>
                    <a:pt x="2371274" y="7103213"/>
                  </a:lnTo>
                  <a:lnTo>
                    <a:pt x="2295749" y="7156410"/>
                  </a:lnTo>
                  <a:lnTo>
                    <a:pt x="2215714" y="7205139"/>
                  </a:lnTo>
                  <a:lnTo>
                    <a:pt x="2131896" y="7249550"/>
                  </a:lnTo>
                  <a:lnTo>
                    <a:pt x="2045461" y="7289694"/>
                  </a:lnTo>
                  <a:lnTo>
                    <a:pt x="1958052" y="7325539"/>
                  </a:lnTo>
                  <a:lnTo>
                    <a:pt x="1871765" y="7357006"/>
                  </a:lnTo>
                  <a:lnTo>
                    <a:pt x="1789043" y="7384013"/>
                  </a:lnTo>
                  <a:lnTo>
                    <a:pt x="1712487" y="7406528"/>
                  </a:lnTo>
                  <a:lnTo>
                    <a:pt x="1644572" y="7424618"/>
                  </a:lnTo>
                  <a:lnTo>
                    <a:pt x="1587335" y="7438494"/>
                  </a:lnTo>
                  <a:lnTo>
                    <a:pt x="1542070" y="7448520"/>
                  </a:lnTo>
                  <a:lnTo>
                    <a:pt x="1509115" y="7455212"/>
                  </a:lnTo>
                  <a:lnTo>
                    <a:pt x="1487752" y="7459200"/>
                  </a:lnTo>
                  <a:lnTo>
                    <a:pt x="1476244" y="7461180"/>
                  </a:lnTo>
                  <a:lnTo>
                    <a:pt x="1471939" y="7461865"/>
                  </a:lnTo>
                  <a:lnTo>
                    <a:pt x="1471387" y="7461947"/>
                  </a:lnTo>
                  <a:lnTo>
                    <a:pt x="0" y="746194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88" name="pg1988"/>
            <p:cNvSpPr/>
            <p:nvPr/>
          </p:nvSpPr>
          <p:spPr>
            <a:xfrm>
              <a:off x="4799595" y="3369689"/>
              <a:ext cx="11981298" cy="7257622"/>
            </a:xfrm>
            <a:custGeom>
              <a:avLst/>
              <a:pathLst>
                <a:path w="11981298" h="7257622">
                  <a:moveTo>
                    <a:pt x="0" y="7257622"/>
                  </a:moveTo>
                  <a:lnTo>
                    <a:pt x="1471387" y="7257622"/>
                  </a:lnTo>
                  <a:lnTo>
                    <a:pt x="1472126" y="7257515"/>
                  </a:lnTo>
                  <a:lnTo>
                    <a:pt x="1477026" y="7256752"/>
                  </a:lnTo>
                  <a:lnTo>
                    <a:pt x="1489522" y="7254645"/>
                  </a:lnTo>
                  <a:lnTo>
                    <a:pt x="1512222" y="7250491"/>
                  </a:lnTo>
                  <a:lnTo>
                    <a:pt x="1546786" y="7243604"/>
                  </a:lnTo>
                  <a:lnTo>
                    <a:pt x="1593819" y="7233373"/>
                  </a:lnTo>
                  <a:lnTo>
                    <a:pt x="1652852" y="7219304"/>
                  </a:lnTo>
                  <a:lnTo>
                    <a:pt x="1722458" y="7201057"/>
                  </a:lnTo>
                  <a:lnTo>
                    <a:pt x="1800485" y="7178444"/>
                  </a:lnTo>
                  <a:lnTo>
                    <a:pt x="1884377" y="7151415"/>
                  </a:lnTo>
                  <a:lnTo>
                    <a:pt x="1971495" y="7120011"/>
                  </a:lnTo>
                  <a:lnTo>
                    <a:pt x="2059396" y="7084317"/>
                  </a:lnTo>
                  <a:lnTo>
                    <a:pt x="2146013" y="7044406"/>
                  </a:lnTo>
                  <a:lnTo>
                    <a:pt x="2229754" y="7000298"/>
                  </a:lnTo>
                  <a:lnTo>
                    <a:pt x="2309511" y="6951927"/>
                  </a:lnTo>
                  <a:lnTo>
                    <a:pt x="2384616" y="6899125"/>
                  </a:lnTo>
                  <a:lnTo>
                    <a:pt x="2454770" y="6841605"/>
                  </a:lnTo>
                  <a:lnTo>
                    <a:pt x="2519960" y="6778967"/>
                  </a:lnTo>
                  <a:lnTo>
                    <a:pt x="2580387" y="6710694"/>
                  </a:lnTo>
                  <a:lnTo>
                    <a:pt x="2636394" y="6636171"/>
                  </a:lnTo>
                  <a:lnTo>
                    <a:pt x="2688415" y="6554693"/>
                  </a:lnTo>
                  <a:lnTo>
                    <a:pt x="2736936" y="6465502"/>
                  </a:lnTo>
                  <a:lnTo>
                    <a:pt x="2782462" y="6367830"/>
                  </a:lnTo>
                  <a:lnTo>
                    <a:pt x="2825494" y="6260974"/>
                  </a:lnTo>
                  <a:lnTo>
                    <a:pt x="2866505" y="6144411"/>
                  </a:lnTo>
                  <a:lnTo>
                    <a:pt x="2896531" y="6049380"/>
                  </a:lnTo>
                  <a:lnTo>
                    <a:pt x="2921305" y="5964685"/>
                  </a:lnTo>
                  <a:lnTo>
                    <a:pt x="2945629" y="5875902"/>
                  </a:lnTo>
                  <a:lnTo>
                    <a:pt x="2969584" y="5782953"/>
                  </a:lnTo>
                  <a:lnTo>
                    <a:pt x="2993240" y="5685791"/>
                  </a:lnTo>
                  <a:lnTo>
                    <a:pt x="3016659" y="5584393"/>
                  </a:lnTo>
                  <a:lnTo>
                    <a:pt x="3039893" y="5478771"/>
                  </a:lnTo>
                  <a:lnTo>
                    <a:pt x="3062989" y="5368968"/>
                  </a:lnTo>
                  <a:lnTo>
                    <a:pt x="3085983" y="5255062"/>
                  </a:lnTo>
                  <a:lnTo>
                    <a:pt x="3108910" y="5137168"/>
                  </a:lnTo>
                  <a:lnTo>
                    <a:pt x="3131796" y="5015438"/>
                  </a:lnTo>
                  <a:lnTo>
                    <a:pt x="3154661" y="4890063"/>
                  </a:lnTo>
                  <a:lnTo>
                    <a:pt x="3177523" y="4761269"/>
                  </a:lnTo>
                  <a:lnTo>
                    <a:pt x="3200394" y="4629321"/>
                  </a:lnTo>
                  <a:lnTo>
                    <a:pt x="3223282" y="4494519"/>
                  </a:lnTo>
                  <a:lnTo>
                    <a:pt x="3246192" y="4357197"/>
                  </a:lnTo>
                  <a:lnTo>
                    <a:pt x="3269125" y="4217716"/>
                  </a:lnTo>
                  <a:lnTo>
                    <a:pt x="3292079" y="4076466"/>
                  </a:lnTo>
                  <a:lnTo>
                    <a:pt x="3315052" y="3933859"/>
                  </a:lnTo>
                  <a:lnTo>
                    <a:pt x="3338039" y="3790323"/>
                  </a:lnTo>
                  <a:lnTo>
                    <a:pt x="3361033" y="3646299"/>
                  </a:lnTo>
                  <a:lnTo>
                    <a:pt x="3384027" y="3502232"/>
                  </a:lnTo>
                  <a:lnTo>
                    <a:pt x="3407016" y="3358572"/>
                  </a:lnTo>
                  <a:lnTo>
                    <a:pt x="3429992" y="3215759"/>
                  </a:lnTo>
                  <a:lnTo>
                    <a:pt x="3452950" y="3074225"/>
                  </a:lnTo>
                  <a:lnTo>
                    <a:pt x="3475887" y="2934385"/>
                  </a:lnTo>
                  <a:lnTo>
                    <a:pt x="3498801" y="2796633"/>
                  </a:lnTo>
                  <a:lnTo>
                    <a:pt x="3521693" y="2661336"/>
                  </a:lnTo>
                  <a:lnTo>
                    <a:pt x="3544566" y="2528834"/>
                  </a:lnTo>
                  <a:lnTo>
                    <a:pt x="3567429" y="2399433"/>
                  </a:lnTo>
                  <a:lnTo>
                    <a:pt x="3590293" y="2273403"/>
                  </a:lnTo>
                  <a:lnTo>
                    <a:pt x="3613173" y="2150979"/>
                  </a:lnTo>
                  <a:lnTo>
                    <a:pt x="3636091" y="2032360"/>
                  </a:lnTo>
                  <a:lnTo>
                    <a:pt x="3659071" y="1917702"/>
                  </a:lnTo>
                  <a:lnTo>
                    <a:pt x="3682144" y="1807129"/>
                  </a:lnTo>
                  <a:lnTo>
                    <a:pt x="3705350" y="1700725"/>
                  </a:lnTo>
                  <a:lnTo>
                    <a:pt x="3728730" y="1598540"/>
                  </a:lnTo>
                  <a:lnTo>
                    <a:pt x="3752338" y="1500591"/>
                  </a:lnTo>
                  <a:lnTo>
                    <a:pt x="3776233" y="1406862"/>
                  </a:lnTo>
                  <a:lnTo>
                    <a:pt x="3800482" y="1317308"/>
                  </a:lnTo>
                  <a:lnTo>
                    <a:pt x="3825166" y="1231860"/>
                  </a:lnTo>
                  <a:lnTo>
                    <a:pt x="3829811" y="1216414"/>
                  </a:lnTo>
                  <a:lnTo>
                    <a:pt x="3869575" y="1092341"/>
                  </a:lnTo>
                  <a:lnTo>
                    <a:pt x="3911033" y="978154"/>
                  </a:lnTo>
                  <a:lnTo>
                    <a:pt x="3954622" y="873572"/>
                  </a:lnTo>
                  <a:lnTo>
                    <a:pt x="4000825" y="778016"/>
                  </a:lnTo>
                  <a:lnTo>
                    <a:pt x="4050145" y="690757"/>
                  </a:lnTo>
                  <a:lnTo>
                    <a:pt x="4103085" y="611026"/>
                  </a:lnTo>
                  <a:lnTo>
                    <a:pt x="4160121" y="538073"/>
                  </a:lnTo>
                  <a:lnTo>
                    <a:pt x="4221671" y="471213"/>
                  </a:lnTo>
                  <a:lnTo>
                    <a:pt x="4288048" y="409853"/>
                  </a:lnTo>
                  <a:lnTo>
                    <a:pt x="4359408" y="353505"/>
                  </a:lnTo>
                  <a:lnTo>
                    <a:pt x="4435675" y="301794"/>
                  </a:lnTo>
                  <a:lnTo>
                    <a:pt x="4516471" y="254464"/>
                  </a:lnTo>
                  <a:lnTo>
                    <a:pt x="4601026" y="211371"/>
                  </a:lnTo>
                  <a:lnTo>
                    <a:pt x="4688118" y="172473"/>
                  </a:lnTo>
                  <a:lnTo>
                    <a:pt x="4776035" y="137807"/>
                  </a:lnTo>
                  <a:lnTo>
                    <a:pt x="4862609" y="107452"/>
                  </a:lnTo>
                  <a:lnTo>
                    <a:pt x="4945329" y="81488"/>
                  </a:lnTo>
                  <a:lnTo>
                    <a:pt x="5021548" y="59938"/>
                  </a:lnTo>
                  <a:lnTo>
                    <a:pt x="5088776" y="42722"/>
                  </a:lnTo>
                  <a:lnTo>
                    <a:pt x="5145010" y="29617"/>
                  </a:lnTo>
                  <a:lnTo>
                    <a:pt x="5189036" y="20244"/>
                  </a:lnTo>
                  <a:lnTo>
                    <a:pt x="5220640" y="14076"/>
                  </a:lnTo>
                  <a:lnTo>
                    <a:pt x="5240687" y="10480"/>
                  </a:lnTo>
                  <a:lnTo>
                    <a:pt x="5251078" y="8762"/>
                  </a:lnTo>
                  <a:lnTo>
                    <a:pt x="5254629" y="8219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550" y="8211"/>
                  </a:lnTo>
                  <a:lnTo>
                    <a:pt x="6735475" y="8489"/>
                  </a:lnTo>
                  <a:lnTo>
                    <a:pt x="6755416" y="9257"/>
                  </a:lnTo>
                  <a:lnTo>
                    <a:pt x="6790979" y="10769"/>
                  </a:lnTo>
                  <a:lnTo>
                    <a:pt x="6843806" y="13257"/>
                  </a:lnTo>
                  <a:lnTo>
                    <a:pt x="6913451" y="16907"/>
                  </a:lnTo>
                  <a:lnTo>
                    <a:pt x="6997586" y="21844"/>
                  </a:lnTo>
                  <a:lnTo>
                    <a:pt x="7092537" y="28127"/>
                  </a:lnTo>
                  <a:lnTo>
                    <a:pt x="7194007" y="35760"/>
                  </a:lnTo>
                  <a:lnTo>
                    <a:pt x="7297795" y="44719"/>
                  </a:lnTo>
                  <a:lnTo>
                    <a:pt x="7400310" y="54975"/>
                  </a:lnTo>
                  <a:lnTo>
                    <a:pt x="7498850" y="66519"/>
                  </a:lnTo>
                  <a:lnTo>
                    <a:pt x="7591648" y="79378"/>
                  </a:lnTo>
                  <a:lnTo>
                    <a:pt x="7677771" y="93625"/>
                  </a:lnTo>
                  <a:lnTo>
                    <a:pt x="7756947" y="109380"/>
                  </a:lnTo>
                  <a:lnTo>
                    <a:pt x="7829381" y="126817"/>
                  </a:lnTo>
                  <a:lnTo>
                    <a:pt x="7895598" y="146151"/>
                  </a:lnTo>
                  <a:lnTo>
                    <a:pt x="7956308" y="167636"/>
                  </a:lnTo>
                  <a:lnTo>
                    <a:pt x="8012318" y="191549"/>
                  </a:lnTo>
                  <a:lnTo>
                    <a:pt x="8064460" y="218160"/>
                  </a:lnTo>
                  <a:lnTo>
                    <a:pt x="8113539" y="247695"/>
                  </a:lnTo>
                  <a:lnTo>
                    <a:pt x="8151487" y="273795"/>
                  </a:lnTo>
                  <a:lnTo>
                    <a:pt x="8197340" y="309258"/>
                  </a:lnTo>
                  <a:lnTo>
                    <a:pt x="8241865" y="347896"/>
                  </a:lnTo>
                  <a:lnTo>
                    <a:pt x="8285503" y="389769"/>
                  </a:lnTo>
                  <a:lnTo>
                    <a:pt x="8328592" y="434852"/>
                  </a:lnTo>
                  <a:lnTo>
                    <a:pt x="8371381" y="483031"/>
                  </a:lnTo>
                  <a:lnTo>
                    <a:pt x="8414049" y="534095"/>
                  </a:lnTo>
                  <a:lnTo>
                    <a:pt x="8456712" y="587732"/>
                  </a:lnTo>
                  <a:lnTo>
                    <a:pt x="8499433" y="643533"/>
                  </a:lnTo>
                  <a:lnTo>
                    <a:pt x="8542232" y="701002"/>
                  </a:lnTo>
                  <a:lnTo>
                    <a:pt x="8585097" y="759575"/>
                  </a:lnTo>
                  <a:lnTo>
                    <a:pt x="8627995" y="818636"/>
                  </a:lnTo>
                  <a:lnTo>
                    <a:pt x="8670883" y="877551"/>
                  </a:lnTo>
                  <a:lnTo>
                    <a:pt x="8713721" y="935690"/>
                  </a:lnTo>
                  <a:lnTo>
                    <a:pt x="8756484" y="992458"/>
                  </a:lnTo>
                  <a:lnTo>
                    <a:pt x="8799173" y="1047320"/>
                  </a:lnTo>
                  <a:lnTo>
                    <a:pt x="8841828" y="1099818"/>
                  </a:lnTo>
                  <a:lnTo>
                    <a:pt x="8884534" y="1149588"/>
                  </a:lnTo>
                  <a:lnTo>
                    <a:pt x="8927434" y="1196363"/>
                  </a:lnTo>
                  <a:lnTo>
                    <a:pt x="8970740" y="1239977"/>
                  </a:lnTo>
                  <a:lnTo>
                    <a:pt x="9014739" y="1280360"/>
                  </a:lnTo>
                  <a:lnTo>
                    <a:pt x="9059813" y="1317525"/>
                  </a:lnTo>
                  <a:lnTo>
                    <a:pt x="9084767" y="1336285"/>
                  </a:lnTo>
                  <a:lnTo>
                    <a:pt x="9131902" y="1368268"/>
                  </a:lnTo>
                  <a:lnTo>
                    <a:pt x="9181507" y="1397231"/>
                  </a:lnTo>
                  <a:lnTo>
                    <a:pt x="9234326" y="1423307"/>
                  </a:lnTo>
                  <a:lnTo>
                    <a:pt x="9291171" y="1446733"/>
                  </a:lnTo>
                  <a:lnTo>
                    <a:pt x="9352874" y="1467786"/>
                  </a:lnTo>
                  <a:lnTo>
                    <a:pt x="9420229" y="1486738"/>
                  </a:lnTo>
                  <a:lnTo>
                    <a:pt x="9493921" y="1503838"/>
                  </a:lnTo>
                  <a:lnTo>
                    <a:pt x="9574422" y="1519293"/>
                  </a:lnTo>
                  <a:lnTo>
                    <a:pt x="9661860" y="1533266"/>
                  </a:lnTo>
                  <a:lnTo>
                    <a:pt x="9755853" y="1545869"/>
                  </a:lnTo>
                  <a:lnTo>
                    <a:pt x="9855318" y="1557166"/>
                  </a:lnTo>
                  <a:lnTo>
                    <a:pt x="9958315" y="1567176"/>
                  </a:lnTo>
                  <a:lnTo>
                    <a:pt x="10061961" y="1575883"/>
                  </a:lnTo>
                  <a:lnTo>
                    <a:pt x="10162521" y="1583260"/>
                  </a:lnTo>
                  <a:lnTo>
                    <a:pt x="10255726" y="1589283"/>
                  </a:lnTo>
                  <a:lnTo>
                    <a:pt x="10337341" y="1593968"/>
                  </a:lnTo>
                  <a:lnTo>
                    <a:pt x="10403897" y="1597384"/>
                  </a:lnTo>
                  <a:lnTo>
                    <a:pt x="10453392" y="1599669"/>
                  </a:lnTo>
                  <a:lnTo>
                    <a:pt x="10485776" y="1601019"/>
                  </a:lnTo>
                  <a:lnTo>
                    <a:pt x="10503083" y="1601674"/>
                  </a:lnTo>
                  <a:lnTo>
                    <a:pt x="10509265" y="1601887"/>
                  </a:lnTo>
                  <a:lnTo>
                    <a:pt x="10509911" y="1601907"/>
                  </a:lnTo>
                  <a:lnTo>
                    <a:pt x="11981298" y="1601907"/>
                  </a:lnTo>
                  <a:lnTo>
                    <a:pt x="11981298" y="1593734"/>
                  </a:lnTo>
                  <a:lnTo>
                    <a:pt x="10509911" y="1593734"/>
                  </a:lnTo>
                  <a:lnTo>
                    <a:pt x="10508704" y="1593695"/>
                  </a:lnTo>
                  <a:lnTo>
                    <a:pt x="10500779" y="1593417"/>
                  </a:lnTo>
                  <a:lnTo>
                    <a:pt x="10480837" y="1592649"/>
                  </a:lnTo>
                  <a:lnTo>
                    <a:pt x="10445274" y="1591138"/>
                  </a:lnTo>
                  <a:lnTo>
                    <a:pt x="10392447" y="1588650"/>
                  </a:lnTo>
                  <a:lnTo>
                    <a:pt x="10322802" y="1585000"/>
                  </a:lnTo>
                  <a:lnTo>
                    <a:pt x="10238667" y="1580062"/>
                  </a:lnTo>
                  <a:lnTo>
                    <a:pt x="10143717" y="1573780"/>
                  </a:lnTo>
                  <a:lnTo>
                    <a:pt x="10042246" y="1566147"/>
                  </a:lnTo>
                  <a:lnTo>
                    <a:pt x="9938458" y="1557188"/>
                  </a:lnTo>
                  <a:lnTo>
                    <a:pt x="9835943" y="1546931"/>
                  </a:lnTo>
                  <a:lnTo>
                    <a:pt x="9737403" y="1535387"/>
                  </a:lnTo>
                  <a:lnTo>
                    <a:pt x="9644605" y="1522528"/>
                  </a:lnTo>
                  <a:lnTo>
                    <a:pt x="9558482" y="1508282"/>
                  </a:lnTo>
                  <a:lnTo>
                    <a:pt x="9479307" y="1492526"/>
                  </a:lnTo>
                  <a:lnTo>
                    <a:pt x="9406872" y="1475090"/>
                  </a:lnTo>
                  <a:lnTo>
                    <a:pt x="9340656" y="1455756"/>
                  </a:lnTo>
                  <a:lnTo>
                    <a:pt x="9279946" y="1434271"/>
                  </a:lnTo>
                  <a:lnTo>
                    <a:pt x="9223935" y="1410358"/>
                  </a:lnTo>
                  <a:lnTo>
                    <a:pt x="9171793" y="1383746"/>
                  </a:lnTo>
                  <a:lnTo>
                    <a:pt x="9122714" y="1354212"/>
                  </a:lnTo>
                  <a:lnTo>
                    <a:pt x="9084767" y="1328112"/>
                  </a:lnTo>
                  <a:lnTo>
                    <a:pt x="9038914" y="1292649"/>
                  </a:lnTo>
                  <a:lnTo>
                    <a:pt x="8994388" y="1254010"/>
                  </a:lnTo>
                  <a:lnTo>
                    <a:pt x="8950750" y="1212138"/>
                  </a:lnTo>
                  <a:lnTo>
                    <a:pt x="8907661" y="1167055"/>
                  </a:lnTo>
                  <a:lnTo>
                    <a:pt x="8864872" y="1118876"/>
                  </a:lnTo>
                  <a:lnTo>
                    <a:pt x="8822204" y="1067812"/>
                  </a:lnTo>
                  <a:lnTo>
                    <a:pt x="8779541" y="1014175"/>
                  </a:lnTo>
                  <a:lnTo>
                    <a:pt x="8736820" y="958374"/>
                  </a:lnTo>
                  <a:lnTo>
                    <a:pt x="8694021" y="900904"/>
                  </a:lnTo>
                  <a:lnTo>
                    <a:pt x="8651156" y="842332"/>
                  </a:lnTo>
                  <a:lnTo>
                    <a:pt x="8608258" y="783271"/>
                  </a:lnTo>
                  <a:lnTo>
                    <a:pt x="8565370" y="724356"/>
                  </a:lnTo>
                  <a:lnTo>
                    <a:pt x="8522532" y="666217"/>
                  </a:lnTo>
                  <a:lnTo>
                    <a:pt x="8479769" y="609448"/>
                  </a:lnTo>
                  <a:lnTo>
                    <a:pt x="8437080" y="554587"/>
                  </a:lnTo>
                  <a:lnTo>
                    <a:pt x="8394426" y="502088"/>
                  </a:lnTo>
                  <a:lnTo>
                    <a:pt x="8351720" y="452319"/>
                  </a:lnTo>
                  <a:lnTo>
                    <a:pt x="8308819" y="405544"/>
                  </a:lnTo>
                  <a:lnTo>
                    <a:pt x="8265513" y="361929"/>
                  </a:lnTo>
                  <a:lnTo>
                    <a:pt x="8221514" y="321547"/>
                  </a:lnTo>
                  <a:lnTo>
                    <a:pt x="8176440" y="284381"/>
                  </a:lnTo>
                  <a:lnTo>
                    <a:pt x="8151487" y="265622"/>
                  </a:lnTo>
                  <a:lnTo>
                    <a:pt x="8104351" y="233638"/>
                  </a:lnTo>
                  <a:lnTo>
                    <a:pt x="8054746" y="204676"/>
                  </a:lnTo>
                  <a:lnTo>
                    <a:pt x="8001927" y="178600"/>
                  </a:lnTo>
                  <a:lnTo>
                    <a:pt x="7945082" y="155174"/>
                  </a:lnTo>
                  <a:lnTo>
                    <a:pt x="7883379" y="134121"/>
                  </a:lnTo>
                  <a:lnTo>
                    <a:pt x="7816024" y="115169"/>
                  </a:lnTo>
                  <a:lnTo>
                    <a:pt x="7742332" y="98069"/>
                  </a:lnTo>
                  <a:lnTo>
                    <a:pt x="7661831" y="82614"/>
                  </a:lnTo>
                  <a:lnTo>
                    <a:pt x="7574393" y="68641"/>
                  </a:lnTo>
                  <a:lnTo>
                    <a:pt x="7480400" y="56038"/>
                  </a:lnTo>
                  <a:lnTo>
                    <a:pt x="7380935" y="44741"/>
                  </a:lnTo>
                  <a:lnTo>
                    <a:pt x="7277939" y="34731"/>
                  </a:lnTo>
                  <a:lnTo>
                    <a:pt x="7174292" y="26023"/>
                  </a:lnTo>
                  <a:lnTo>
                    <a:pt x="7073732" y="18647"/>
                  </a:lnTo>
                  <a:lnTo>
                    <a:pt x="6980528" y="12624"/>
                  </a:lnTo>
                  <a:lnTo>
                    <a:pt x="6898912" y="7939"/>
                  </a:lnTo>
                  <a:lnTo>
                    <a:pt x="6832356" y="4523"/>
                  </a:lnTo>
                  <a:lnTo>
                    <a:pt x="6782861" y="2238"/>
                  </a:lnTo>
                  <a:lnTo>
                    <a:pt x="6750478" y="888"/>
                  </a:lnTo>
                  <a:lnTo>
                    <a:pt x="6733170" y="233"/>
                  </a:lnTo>
                  <a:lnTo>
                    <a:pt x="6726988" y="20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216" y="107"/>
                  </a:lnTo>
                  <a:lnTo>
                    <a:pt x="5249316" y="870"/>
                  </a:lnTo>
                  <a:lnTo>
                    <a:pt x="5236820" y="2976"/>
                  </a:lnTo>
                  <a:lnTo>
                    <a:pt x="5214120" y="7131"/>
                  </a:lnTo>
                  <a:lnTo>
                    <a:pt x="5179556" y="14018"/>
                  </a:lnTo>
                  <a:lnTo>
                    <a:pt x="5132523" y="24249"/>
                  </a:lnTo>
                  <a:lnTo>
                    <a:pt x="5073490" y="38317"/>
                  </a:lnTo>
                  <a:lnTo>
                    <a:pt x="5003884" y="56565"/>
                  </a:lnTo>
                  <a:lnTo>
                    <a:pt x="4925857" y="79177"/>
                  </a:lnTo>
                  <a:lnTo>
                    <a:pt x="4841965" y="106207"/>
                  </a:lnTo>
                  <a:lnTo>
                    <a:pt x="4754847" y="137610"/>
                  </a:lnTo>
                  <a:lnTo>
                    <a:pt x="4666946" y="173304"/>
                  </a:lnTo>
                  <a:lnTo>
                    <a:pt x="4580329" y="213216"/>
                  </a:lnTo>
                  <a:lnTo>
                    <a:pt x="4496588" y="257324"/>
                  </a:lnTo>
                  <a:lnTo>
                    <a:pt x="4416831" y="305694"/>
                  </a:lnTo>
                  <a:lnTo>
                    <a:pt x="4341726" y="358497"/>
                  </a:lnTo>
                  <a:lnTo>
                    <a:pt x="4271572" y="416016"/>
                  </a:lnTo>
                  <a:lnTo>
                    <a:pt x="4206382" y="478655"/>
                  </a:lnTo>
                  <a:lnTo>
                    <a:pt x="4145955" y="546927"/>
                  </a:lnTo>
                  <a:lnTo>
                    <a:pt x="4089948" y="621451"/>
                  </a:lnTo>
                  <a:lnTo>
                    <a:pt x="4037927" y="702929"/>
                  </a:lnTo>
                  <a:lnTo>
                    <a:pt x="3989406" y="792120"/>
                  </a:lnTo>
                  <a:lnTo>
                    <a:pt x="3943880" y="889792"/>
                  </a:lnTo>
                  <a:lnTo>
                    <a:pt x="3900848" y="996647"/>
                  </a:lnTo>
                  <a:lnTo>
                    <a:pt x="3859837" y="1113211"/>
                  </a:lnTo>
                  <a:lnTo>
                    <a:pt x="3829811" y="1208241"/>
                  </a:lnTo>
                  <a:lnTo>
                    <a:pt x="3805037" y="1292936"/>
                  </a:lnTo>
                  <a:lnTo>
                    <a:pt x="3780713" y="1381720"/>
                  </a:lnTo>
                  <a:lnTo>
                    <a:pt x="3756758" y="1474668"/>
                  </a:lnTo>
                  <a:lnTo>
                    <a:pt x="3733102" y="1571831"/>
                  </a:lnTo>
                  <a:lnTo>
                    <a:pt x="3709683" y="1673228"/>
                  </a:lnTo>
                  <a:lnTo>
                    <a:pt x="3686449" y="1778850"/>
                  </a:lnTo>
                  <a:lnTo>
                    <a:pt x="3663354" y="1888653"/>
                  </a:lnTo>
                  <a:lnTo>
                    <a:pt x="3640359" y="2002559"/>
                  </a:lnTo>
                  <a:lnTo>
                    <a:pt x="3617432" y="2120453"/>
                  </a:lnTo>
                  <a:lnTo>
                    <a:pt x="3594547" y="2242183"/>
                  </a:lnTo>
                  <a:lnTo>
                    <a:pt x="3571681" y="2367559"/>
                  </a:lnTo>
                  <a:lnTo>
                    <a:pt x="3548819" y="2496353"/>
                  </a:lnTo>
                  <a:lnTo>
                    <a:pt x="3525948" y="2628300"/>
                  </a:lnTo>
                  <a:lnTo>
                    <a:pt x="3503060" y="2763102"/>
                  </a:lnTo>
                  <a:lnTo>
                    <a:pt x="3480150" y="2900425"/>
                  </a:lnTo>
                  <a:lnTo>
                    <a:pt x="3457218" y="3039906"/>
                  </a:lnTo>
                  <a:lnTo>
                    <a:pt x="3434263" y="3181155"/>
                  </a:lnTo>
                  <a:lnTo>
                    <a:pt x="3411290" y="3323762"/>
                  </a:lnTo>
                  <a:lnTo>
                    <a:pt x="3388303" y="3467298"/>
                  </a:lnTo>
                  <a:lnTo>
                    <a:pt x="3365309" y="3611323"/>
                  </a:lnTo>
                  <a:lnTo>
                    <a:pt x="3342315" y="3755389"/>
                  </a:lnTo>
                  <a:lnTo>
                    <a:pt x="3319326" y="3899049"/>
                  </a:lnTo>
                  <a:lnTo>
                    <a:pt x="3296350" y="4041862"/>
                  </a:lnTo>
                  <a:lnTo>
                    <a:pt x="3273392" y="4183396"/>
                  </a:lnTo>
                  <a:lnTo>
                    <a:pt x="3250455" y="4323236"/>
                  </a:lnTo>
                  <a:lnTo>
                    <a:pt x="3227541" y="4460988"/>
                  </a:lnTo>
                  <a:lnTo>
                    <a:pt x="3204649" y="4596285"/>
                  </a:lnTo>
                  <a:lnTo>
                    <a:pt x="3181776" y="4728787"/>
                  </a:lnTo>
                  <a:lnTo>
                    <a:pt x="3158913" y="4858189"/>
                  </a:lnTo>
                  <a:lnTo>
                    <a:pt x="3136049" y="4984219"/>
                  </a:lnTo>
                  <a:lnTo>
                    <a:pt x="3113169" y="5106642"/>
                  </a:lnTo>
                  <a:lnTo>
                    <a:pt x="3090251" y="5225262"/>
                  </a:lnTo>
                  <a:lnTo>
                    <a:pt x="3067272" y="5339919"/>
                  </a:lnTo>
                  <a:lnTo>
                    <a:pt x="3044198" y="5450493"/>
                  </a:lnTo>
                  <a:lnTo>
                    <a:pt x="3020992" y="5556897"/>
                  </a:lnTo>
                  <a:lnTo>
                    <a:pt x="2997612" y="5659081"/>
                  </a:lnTo>
                  <a:lnTo>
                    <a:pt x="2974004" y="5757031"/>
                  </a:lnTo>
                  <a:lnTo>
                    <a:pt x="2950109" y="5850760"/>
                  </a:lnTo>
                  <a:lnTo>
                    <a:pt x="2925860" y="5940313"/>
                  </a:lnTo>
                  <a:lnTo>
                    <a:pt x="2901176" y="6025762"/>
                  </a:lnTo>
                  <a:lnTo>
                    <a:pt x="2896531" y="6041207"/>
                  </a:lnTo>
                  <a:lnTo>
                    <a:pt x="2856767" y="6165280"/>
                  </a:lnTo>
                  <a:lnTo>
                    <a:pt x="2815309" y="6279468"/>
                  </a:lnTo>
                  <a:lnTo>
                    <a:pt x="2771720" y="6384049"/>
                  </a:lnTo>
                  <a:lnTo>
                    <a:pt x="2725517" y="6479606"/>
                  </a:lnTo>
                  <a:lnTo>
                    <a:pt x="2676197" y="6566864"/>
                  </a:lnTo>
                  <a:lnTo>
                    <a:pt x="2623257" y="6646596"/>
                  </a:lnTo>
                  <a:lnTo>
                    <a:pt x="2566221" y="6719549"/>
                  </a:lnTo>
                  <a:lnTo>
                    <a:pt x="2504671" y="6786408"/>
                  </a:lnTo>
                  <a:lnTo>
                    <a:pt x="2438294" y="6847768"/>
                  </a:lnTo>
                  <a:lnTo>
                    <a:pt x="2366934" y="6904117"/>
                  </a:lnTo>
                  <a:lnTo>
                    <a:pt x="2290667" y="6955828"/>
                  </a:lnTo>
                  <a:lnTo>
                    <a:pt x="2209871" y="7003158"/>
                  </a:lnTo>
                  <a:lnTo>
                    <a:pt x="2125316" y="7046251"/>
                  </a:lnTo>
                  <a:lnTo>
                    <a:pt x="2038225" y="7085148"/>
                  </a:lnTo>
                  <a:lnTo>
                    <a:pt x="1950307" y="7119815"/>
                  </a:lnTo>
                  <a:lnTo>
                    <a:pt x="1863733" y="7150169"/>
                  </a:lnTo>
                  <a:lnTo>
                    <a:pt x="1781013" y="7176134"/>
                  </a:lnTo>
                  <a:lnTo>
                    <a:pt x="1704794" y="7197684"/>
                  </a:lnTo>
                  <a:lnTo>
                    <a:pt x="1637566" y="7214900"/>
                  </a:lnTo>
                  <a:lnTo>
                    <a:pt x="1581332" y="7228004"/>
                  </a:lnTo>
                  <a:lnTo>
                    <a:pt x="1537306" y="7237378"/>
                  </a:lnTo>
                  <a:lnTo>
                    <a:pt x="1505702" y="7243546"/>
                  </a:lnTo>
                  <a:lnTo>
                    <a:pt x="1485655" y="7247142"/>
                  </a:lnTo>
                  <a:lnTo>
                    <a:pt x="1475264" y="7248859"/>
                  </a:lnTo>
                  <a:lnTo>
                    <a:pt x="1471713" y="7249402"/>
                  </a:lnTo>
                  <a:lnTo>
                    <a:pt x="1471387" y="7249449"/>
                  </a:lnTo>
                  <a:lnTo>
                    <a:pt x="0" y="7249449"/>
                  </a:lnTo>
                  <a:close/>
                </a:path>
              </a:pathLst>
            </a:custGeom>
            <a:solidFill>
              <a:srgbClr val="F1C40F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989" name="pl1989"/>
            <p:cNvSpPr/>
            <p:nvPr/>
          </p:nvSpPr>
          <p:spPr>
            <a:xfrm>
              <a:off x="4799595" y="3377862"/>
              <a:ext cx="11981298" cy="7249449"/>
            </a:xfrm>
            <a:custGeom>
              <a:avLst/>
              <a:pathLst>
                <a:path w="11981298" h="7249449">
                  <a:moveTo>
                    <a:pt x="0" y="7249449"/>
                  </a:moveTo>
                  <a:lnTo>
                    <a:pt x="1471387" y="7249449"/>
                  </a:lnTo>
                  <a:lnTo>
                    <a:pt x="1472126" y="7249342"/>
                  </a:lnTo>
                  <a:lnTo>
                    <a:pt x="1477026" y="7248579"/>
                  </a:lnTo>
                  <a:lnTo>
                    <a:pt x="1489522" y="7246472"/>
                  </a:lnTo>
                  <a:lnTo>
                    <a:pt x="1512222" y="7242318"/>
                  </a:lnTo>
                  <a:lnTo>
                    <a:pt x="1546786" y="7235431"/>
                  </a:lnTo>
                  <a:lnTo>
                    <a:pt x="1593819" y="7225200"/>
                  </a:lnTo>
                  <a:lnTo>
                    <a:pt x="1652852" y="7211131"/>
                  </a:lnTo>
                  <a:lnTo>
                    <a:pt x="1722458" y="7192884"/>
                  </a:lnTo>
                  <a:lnTo>
                    <a:pt x="1800485" y="7170271"/>
                  </a:lnTo>
                  <a:lnTo>
                    <a:pt x="1884377" y="7143242"/>
                  </a:lnTo>
                  <a:lnTo>
                    <a:pt x="1971495" y="7111838"/>
                  </a:lnTo>
                  <a:lnTo>
                    <a:pt x="2059396" y="7076144"/>
                  </a:lnTo>
                  <a:lnTo>
                    <a:pt x="2146013" y="7036233"/>
                  </a:lnTo>
                  <a:lnTo>
                    <a:pt x="2229754" y="6992125"/>
                  </a:lnTo>
                  <a:lnTo>
                    <a:pt x="2309511" y="6943754"/>
                  </a:lnTo>
                  <a:lnTo>
                    <a:pt x="2384616" y="6890952"/>
                  </a:lnTo>
                  <a:lnTo>
                    <a:pt x="2454770" y="6833432"/>
                  </a:lnTo>
                  <a:lnTo>
                    <a:pt x="2519960" y="6770794"/>
                  </a:lnTo>
                  <a:lnTo>
                    <a:pt x="2580387" y="6702521"/>
                  </a:lnTo>
                  <a:lnTo>
                    <a:pt x="2636394" y="6627998"/>
                  </a:lnTo>
                  <a:lnTo>
                    <a:pt x="2688415" y="6546520"/>
                  </a:lnTo>
                  <a:lnTo>
                    <a:pt x="2736936" y="6457329"/>
                  </a:lnTo>
                  <a:lnTo>
                    <a:pt x="2782462" y="6359657"/>
                  </a:lnTo>
                  <a:lnTo>
                    <a:pt x="2825494" y="6252801"/>
                  </a:lnTo>
                  <a:lnTo>
                    <a:pt x="2866505" y="6136238"/>
                  </a:lnTo>
                  <a:lnTo>
                    <a:pt x="2896531" y="6041207"/>
                  </a:lnTo>
                  <a:lnTo>
                    <a:pt x="2921305" y="5956512"/>
                  </a:lnTo>
                  <a:lnTo>
                    <a:pt x="2945629" y="5867729"/>
                  </a:lnTo>
                  <a:lnTo>
                    <a:pt x="2969584" y="5774780"/>
                  </a:lnTo>
                  <a:lnTo>
                    <a:pt x="2993240" y="5677618"/>
                  </a:lnTo>
                  <a:lnTo>
                    <a:pt x="3016659" y="5576220"/>
                  </a:lnTo>
                  <a:lnTo>
                    <a:pt x="3039893" y="5470598"/>
                  </a:lnTo>
                  <a:lnTo>
                    <a:pt x="3062989" y="5360795"/>
                  </a:lnTo>
                  <a:lnTo>
                    <a:pt x="3085983" y="5246889"/>
                  </a:lnTo>
                  <a:lnTo>
                    <a:pt x="3108910" y="5128995"/>
                  </a:lnTo>
                  <a:lnTo>
                    <a:pt x="3131796" y="5007265"/>
                  </a:lnTo>
                  <a:lnTo>
                    <a:pt x="3154661" y="4881890"/>
                  </a:lnTo>
                  <a:lnTo>
                    <a:pt x="3177523" y="4753096"/>
                  </a:lnTo>
                  <a:lnTo>
                    <a:pt x="3200394" y="4621148"/>
                  </a:lnTo>
                  <a:lnTo>
                    <a:pt x="3223282" y="4486346"/>
                  </a:lnTo>
                  <a:lnTo>
                    <a:pt x="3246192" y="4349024"/>
                  </a:lnTo>
                  <a:lnTo>
                    <a:pt x="3269125" y="4209543"/>
                  </a:lnTo>
                  <a:lnTo>
                    <a:pt x="3292079" y="4068293"/>
                  </a:lnTo>
                  <a:lnTo>
                    <a:pt x="3315052" y="3925686"/>
                  </a:lnTo>
                  <a:lnTo>
                    <a:pt x="3338039" y="3782150"/>
                  </a:lnTo>
                  <a:lnTo>
                    <a:pt x="3361033" y="3638126"/>
                  </a:lnTo>
                  <a:lnTo>
                    <a:pt x="3384027" y="3494059"/>
                  </a:lnTo>
                  <a:lnTo>
                    <a:pt x="3407016" y="3350399"/>
                  </a:lnTo>
                  <a:lnTo>
                    <a:pt x="3429992" y="3207586"/>
                  </a:lnTo>
                  <a:lnTo>
                    <a:pt x="3452950" y="3066052"/>
                  </a:lnTo>
                  <a:lnTo>
                    <a:pt x="3475887" y="2926212"/>
                  </a:lnTo>
                  <a:lnTo>
                    <a:pt x="3498801" y="2788460"/>
                  </a:lnTo>
                  <a:lnTo>
                    <a:pt x="3521693" y="2653163"/>
                  </a:lnTo>
                  <a:lnTo>
                    <a:pt x="3544566" y="2520661"/>
                  </a:lnTo>
                  <a:lnTo>
                    <a:pt x="3567429" y="2391260"/>
                  </a:lnTo>
                  <a:lnTo>
                    <a:pt x="3590293" y="2265230"/>
                  </a:lnTo>
                  <a:lnTo>
                    <a:pt x="3613173" y="2142806"/>
                  </a:lnTo>
                  <a:lnTo>
                    <a:pt x="3636091" y="2024187"/>
                  </a:lnTo>
                  <a:lnTo>
                    <a:pt x="3659071" y="1909529"/>
                  </a:lnTo>
                  <a:lnTo>
                    <a:pt x="3682144" y="1798956"/>
                  </a:lnTo>
                  <a:lnTo>
                    <a:pt x="3705350" y="1692552"/>
                  </a:lnTo>
                  <a:lnTo>
                    <a:pt x="3728730" y="1590367"/>
                  </a:lnTo>
                  <a:lnTo>
                    <a:pt x="3752338" y="1492418"/>
                  </a:lnTo>
                  <a:lnTo>
                    <a:pt x="3776233" y="1398689"/>
                  </a:lnTo>
                  <a:lnTo>
                    <a:pt x="3800482" y="1309135"/>
                  </a:lnTo>
                  <a:lnTo>
                    <a:pt x="3825166" y="1223687"/>
                  </a:lnTo>
                  <a:lnTo>
                    <a:pt x="3829811" y="1208241"/>
                  </a:lnTo>
                  <a:lnTo>
                    <a:pt x="3869575" y="1084168"/>
                  </a:lnTo>
                  <a:lnTo>
                    <a:pt x="3911033" y="969981"/>
                  </a:lnTo>
                  <a:lnTo>
                    <a:pt x="3954622" y="865399"/>
                  </a:lnTo>
                  <a:lnTo>
                    <a:pt x="4000825" y="769843"/>
                  </a:lnTo>
                  <a:lnTo>
                    <a:pt x="4050145" y="682584"/>
                  </a:lnTo>
                  <a:lnTo>
                    <a:pt x="4103085" y="602853"/>
                  </a:lnTo>
                  <a:lnTo>
                    <a:pt x="4160121" y="529900"/>
                  </a:lnTo>
                  <a:lnTo>
                    <a:pt x="4221671" y="463040"/>
                  </a:lnTo>
                  <a:lnTo>
                    <a:pt x="4288048" y="401680"/>
                  </a:lnTo>
                  <a:lnTo>
                    <a:pt x="4359408" y="345332"/>
                  </a:lnTo>
                  <a:lnTo>
                    <a:pt x="4435675" y="293621"/>
                  </a:lnTo>
                  <a:lnTo>
                    <a:pt x="4516471" y="246291"/>
                  </a:lnTo>
                  <a:lnTo>
                    <a:pt x="4601026" y="203198"/>
                  </a:lnTo>
                  <a:lnTo>
                    <a:pt x="4688118" y="164300"/>
                  </a:lnTo>
                  <a:lnTo>
                    <a:pt x="4776035" y="129634"/>
                  </a:lnTo>
                  <a:lnTo>
                    <a:pt x="4862609" y="99279"/>
                  </a:lnTo>
                  <a:lnTo>
                    <a:pt x="4945329" y="73315"/>
                  </a:lnTo>
                  <a:lnTo>
                    <a:pt x="5021548" y="51765"/>
                  </a:lnTo>
                  <a:lnTo>
                    <a:pt x="5088776" y="34549"/>
                  </a:lnTo>
                  <a:lnTo>
                    <a:pt x="5145010" y="21444"/>
                  </a:lnTo>
                  <a:lnTo>
                    <a:pt x="5189036" y="12071"/>
                  </a:lnTo>
                  <a:lnTo>
                    <a:pt x="5220640" y="5903"/>
                  </a:lnTo>
                  <a:lnTo>
                    <a:pt x="5240687" y="2307"/>
                  </a:lnTo>
                  <a:lnTo>
                    <a:pt x="5251078" y="589"/>
                  </a:lnTo>
                  <a:lnTo>
                    <a:pt x="5254629" y="46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550" y="38"/>
                  </a:lnTo>
                  <a:lnTo>
                    <a:pt x="6735475" y="316"/>
                  </a:lnTo>
                  <a:lnTo>
                    <a:pt x="6755416" y="1084"/>
                  </a:lnTo>
                  <a:lnTo>
                    <a:pt x="6790979" y="2596"/>
                  </a:lnTo>
                  <a:lnTo>
                    <a:pt x="6843806" y="5084"/>
                  </a:lnTo>
                  <a:lnTo>
                    <a:pt x="6913451" y="8734"/>
                  </a:lnTo>
                  <a:lnTo>
                    <a:pt x="6997586" y="13671"/>
                  </a:lnTo>
                  <a:lnTo>
                    <a:pt x="7092537" y="19954"/>
                  </a:lnTo>
                  <a:lnTo>
                    <a:pt x="7194007" y="27587"/>
                  </a:lnTo>
                  <a:lnTo>
                    <a:pt x="7297795" y="36546"/>
                  </a:lnTo>
                  <a:lnTo>
                    <a:pt x="7400310" y="46802"/>
                  </a:lnTo>
                  <a:lnTo>
                    <a:pt x="7498850" y="58346"/>
                  </a:lnTo>
                  <a:lnTo>
                    <a:pt x="7591648" y="71205"/>
                  </a:lnTo>
                  <a:lnTo>
                    <a:pt x="7677771" y="85452"/>
                  </a:lnTo>
                  <a:lnTo>
                    <a:pt x="7756947" y="101207"/>
                  </a:lnTo>
                  <a:lnTo>
                    <a:pt x="7829381" y="118644"/>
                  </a:lnTo>
                  <a:lnTo>
                    <a:pt x="7895598" y="137978"/>
                  </a:lnTo>
                  <a:lnTo>
                    <a:pt x="7956308" y="159463"/>
                  </a:lnTo>
                  <a:lnTo>
                    <a:pt x="8012318" y="183376"/>
                  </a:lnTo>
                  <a:lnTo>
                    <a:pt x="8064460" y="209987"/>
                  </a:lnTo>
                  <a:lnTo>
                    <a:pt x="8113539" y="239522"/>
                  </a:lnTo>
                  <a:lnTo>
                    <a:pt x="8151487" y="265622"/>
                  </a:lnTo>
                  <a:lnTo>
                    <a:pt x="8197340" y="301085"/>
                  </a:lnTo>
                  <a:lnTo>
                    <a:pt x="8241865" y="339723"/>
                  </a:lnTo>
                  <a:lnTo>
                    <a:pt x="8285503" y="381596"/>
                  </a:lnTo>
                  <a:lnTo>
                    <a:pt x="8328592" y="426679"/>
                  </a:lnTo>
                  <a:lnTo>
                    <a:pt x="8371381" y="474858"/>
                  </a:lnTo>
                  <a:lnTo>
                    <a:pt x="8414049" y="525922"/>
                  </a:lnTo>
                  <a:lnTo>
                    <a:pt x="8456712" y="579559"/>
                  </a:lnTo>
                  <a:lnTo>
                    <a:pt x="8499433" y="635360"/>
                  </a:lnTo>
                  <a:lnTo>
                    <a:pt x="8542232" y="692829"/>
                  </a:lnTo>
                  <a:lnTo>
                    <a:pt x="8585097" y="751402"/>
                  </a:lnTo>
                  <a:lnTo>
                    <a:pt x="8627995" y="810463"/>
                  </a:lnTo>
                  <a:lnTo>
                    <a:pt x="8670883" y="869378"/>
                  </a:lnTo>
                  <a:lnTo>
                    <a:pt x="8713721" y="927517"/>
                  </a:lnTo>
                  <a:lnTo>
                    <a:pt x="8756484" y="984285"/>
                  </a:lnTo>
                  <a:lnTo>
                    <a:pt x="8799173" y="1039147"/>
                  </a:lnTo>
                  <a:lnTo>
                    <a:pt x="8841828" y="1091645"/>
                  </a:lnTo>
                  <a:lnTo>
                    <a:pt x="8884534" y="1141415"/>
                  </a:lnTo>
                  <a:lnTo>
                    <a:pt x="8927434" y="1188190"/>
                  </a:lnTo>
                  <a:lnTo>
                    <a:pt x="8970740" y="1231804"/>
                  </a:lnTo>
                  <a:lnTo>
                    <a:pt x="9014739" y="1272187"/>
                  </a:lnTo>
                  <a:lnTo>
                    <a:pt x="9059813" y="1309352"/>
                  </a:lnTo>
                  <a:lnTo>
                    <a:pt x="9084767" y="1328112"/>
                  </a:lnTo>
                  <a:lnTo>
                    <a:pt x="9131902" y="1360095"/>
                  </a:lnTo>
                  <a:lnTo>
                    <a:pt x="9181507" y="1389058"/>
                  </a:lnTo>
                  <a:lnTo>
                    <a:pt x="9234326" y="1415134"/>
                  </a:lnTo>
                  <a:lnTo>
                    <a:pt x="9291171" y="1438560"/>
                  </a:lnTo>
                  <a:lnTo>
                    <a:pt x="9352874" y="1459613"/>
                  </a:lnTo>
                  <a:lnTo>
                    <a:pt x="9420229" y="1478565"/>
                  </a:lnTo>
                  <a:lnTo>
                    <a:pt x="9493921" y="1495665"/>
                  </a:lnTo>
                  <a:lnTo>
                    <a:pt x="9574422" y="1511120"/>
                  </a:lnTo>
                  <a:lnTo>
                    <a:pt x="9661860" y="1525093"/>
                  </a:lnTo>
                  <a:lnTo>
                    <a:pt x="9755853" y="1537696"/>
                  </a:lnTo>
                  <a:lnTo>
                    <a:pt x="9855318" y="1548993"/>
                  </a:lnTo>
                  <a:lnTo>
                    <a:pt x="9958315" y="1559003"/>
                  </a:lnTo>
                  <a:lnTo>
                    <a:pt x="10061961" y="1567710"/>
                  </a:lnTo>
                  <a:lnTo>
                    <a:pt x="10162521" y="1575087"/>
                  </a:lnTo>
                  <a:lnTo>
                    <a:pt x="10255726" y="1581110"/>
                  </a:lnTo>
                  <a:lnTo>
                    <a:pt x="10337341" y="1585795"/>
                  </a:lnTo>
                  <a:lnTo>
                    <a:pt x="10403897" y="1589211"/>
                  </a:lnTo>
                  <a:lnTo>
                    <a:pt x="10453392" y="1591496"/>
                  </a:lnTo>
                  <a:lnTo>
                    <a:pt x="10485776" y="1592846"/>
                  </a:lnTo>
                  <a:lnTo>
                    <a:pt x="10503083" y="1593501"/>
                  </a:lnTo>
                  <a:lnTo>
                    <a:pt x="10509265" y="1593714"/>
                  </a:lnTo>
                  <a:lnTo>
                    <a:pt x="10509911" y="1593734"/>
                  </a:lnTo>
                  <a:lnTo>
                    <a:pt x="11981298" y="159373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90" name="pl1990"/>
            <p:cNvSpPr/>
            <p:nvPr/>
          </p:nvSpPr>
          <p:spPr>
            <a:xfrm>
              <a:off x="4799595" y="3369689"/>
              <a:ext cx="11981298" cy="7249449"/>
            </a:xfrm>
            <a:custGeom>
              <a:avLst/>
              <a:pathLst>
                <a:path w="11981298" h="7249449">
                  <a:moveTo>
                    <a:pt x="11981298" y="1593734"/>
                  </a:moveTo>
                  <a:lnTo>
                    <a:pt x="10509911" y="1593734"/>
                  </a:lnTo>
                  <a:lnTo>
                    <a:pt x="10508704" y="1593695"/>
                  </a:lnTo>
                  <a:lnTo>
                    <a:pt x="10500779" y="1593417"/>
                  </a:lnTo>
                  <a:lnTo>
                    <a:pt x="10480837" y="1592649"/>
                  </a:lnTo>
                  <a:lnTo>
                    <a:pt x="10445274" y="1591138"/>
                  </a:lnTo>
                  <a:lnTo>
                    <a:pt x="10392447" y="1588650"/>
                  </a:lnTo>
                  <a:lnTo>
                    <a:pt x="10322802" y="1585000"/>
                  </a:lnTo>
                  <a:lnTo>
                    <a:pt x="10238667" y="1580062"/>
                  </a:lnTo>
                  <a:lnTo>
                    <a:pt x="10143717" y="1573780"/>
                  </a:lnTo>
                  <a:lnTo>
                    <a:pt x="10042246" y="1566147"/>
                  </a:lnTo>
                  <a:lnTo>
                    <a:pt x="9938458" y="1557188"/>
                  </a:lnTo>
                  <a:lnTo>
                    <a:pt x="9835943" y="1546931"/>
                  </a:lnTo>
                  <a:lnTo>
                    <a:pt x="9737403" y="1535387"/>
                  </a:lnTo>
                  <a:lnTo>
                    <a:pt x="9644605" y="1522528"/>
                  </a:lnTo>
                  <a:lnTo>
                    <a:pt x="9558482" y="1508282"/>
                  </a:lnTo>
                  <a:lnTo>
                    <a:pt x="9479307" y="1492526"/>
                  </a:lnTo>
                  <a:lnTo>
                    <a:pt x="9406872" y="1475090"/>
                  </a:lnTo>
                  <a:lnTo>
                    <a:pt x="9340656" y="1455756"/>
                  </a:lnTo>
                  <a:lnTo>
                    <a:pt x="9279946" y="1434271"/>
                  </a:lnTo>
                  <a:lnTo>
                    <a:pt x="9223935" y="1410358"/>
                  </a:lnTo>
                  <a:lnTo>
                    <a:pt x="9171793" y="1383746"/>
                  </a:lnTo>
                  <a:lnTo>
                    <a:pt x="9122714" y="1354212"/>
                  </a:lnTo>
                  <a:lnTo>
                    <a:pt x="9084767" y="1328112"/>
                  </a:lnTo>
                  <a:lnTo>
                    <a:pt x="9038914" y="1292649"/>
                  </a:lnTo>
                  <a:lnTo>
                    <a:pt x="8994388" y="1254010"/>
                  </a:lnTo>
                  <a:lnTo>
                    <a:pt x="8950750" y="1212138"/>
                  </a:lnTo>
                  <a:lnTo>
                    <a:pt x="8907661" y="1167055"/>
                  </a:lnTo>
                  <a:lnTo>
                    <a:pt x="8864872" y="1118876"/>
                  </a:lnTo>
                  <a:lnTo>
                    <a:pt x="8822204" y="1067812"/>
                  </a:lnTo>
                  <a:lnTo>
                    <a:pt x="8779541" y="1014175"/>
                  </a:lnTo>
                  <a:lnTo>
                    <a:pt x="8736820" y="958374"/>
                  </a:lnTo>
                  <a:lnTo>
                    <a:pt x="8694021" y="900904"/>
                  </a:lnTo>
                  <a:lnTo>
                    <a:pt x="8651156" y="842332"/>
                  </a:lnTo>
                  <a:lnTo>
                    <a:pt x="8608258" y="783271"/>
                  </a:lnTo>
                  <a:lnTo>
                    <a:pt x="8565370" y="724356"/>
                  </a:lnTo>
                  <a:lnTo>
                    <a:pt x="8522532" y="666217"/>
                  </a:lnTo>
                  <a:lnTo>
                    <a:pt x="8479769" y="609448"/>
                  </a:lnTo>
                  <a:lnTo>
                    <a:pt x="8437080" y="554587"/>
                  </a:lnTo>
                  <a:lnTo>
                    <a:pt x="8394426" y="502088"/>
                  </a:lnTo>
                  <a:lnTo>
                    <a:pt x="8351720" y="452319"/>
                  </a:lnTo>
                  <a:lnTo>
                    <a:pt x="8308819" y="405544"/>
                  </a:lnTo>
                  <a:lnTo>
                    <a:pt x="8265513" y="361929"/>
                  </a:lnTo>
                  <a:lnTo>
                    <a:pt x="8221514" y="321547"/>
                  </a:lnTo>
                  <a:lnTo>
                    <a:pt x="8176440" y="284381"/>
                  </a:lnTo>
                  <a:lnTo>
                    <a:pt x="8151487" y="265622"/>
                  </a:lnTo>
                  <a:lnTo>
                    <a:pt x="8104351" y="233638"/>
                  </a:lnTo>
                  <a:lnTo>
                    <a:pt x="8054746" y="204676"/>
                  </a:lnTo>
                  <a:lnTo>
                    <a:pt x="8001927" y="178600"/>
                  </a:lnTo>
                  <a:lnTo>
                    <a:pt x="7945082" y="155174"/>
                  </a:lnTo>
                  <a:lnTo>
                    <a:pt x="7883379" y="134121"/>
                  </a:lnTo>
                  <a:lnTo>
                    <a:pt x="7816024" y="115169"/>
                  </a:lnTo>
                  <a:lnTo>
                    <a:pt x="7742332" y="98069"/>
                  </a:lnTo>
                  <a:lnTo>
                    <a:pt x="7661831" y="82614"/>
                  </a:lnTo>
                  <a:lnTo>
                    <a:pt x="7574393" y="68641"/>
                  </a:lnTo>
                  <a:lnTo>
                    <a:pt x="7480400" y="56038"/>
                  </a:lnTo>
                  <a:lnTo>
                    <a:pt x="7380935" y="44741"/>
                  </a:lnTo>
                  <a:lnTo>
                    <a:pt x="7277939" y="34731"/>
                  </a:lnTo>
                  <a:lnTo>
                    <a:pt x="7174292" y="26023"/>
                  </a:lnTo>
                  <a:lnTo>
                    <a:pt x="7073732" y="18647"/>
                  </a:lnTo>
                  <a:lnTo>
                    <a:pt x="6980528" y="12624"/>
                  </a:lnTo>
                  <a:lnTo>
                    <a:pt x="6898912" y="7939"/>
                  </a:lnTo>
                  <a:lnTo>
                    <a:pt x="6832356" y="4523"/>
                  </a:lnTo>
                  <a:lnTo>
                    <a:pt x="6782861" y="2238"/>
                  </a:lnTo>
                  <a:lnTo>
                    <a:pt x="6750478" y="888"/>
                  </a:lnTo>
                  <a:lnTo>
                    <a:pt x="6733170" y="233"/>
                  </a:lnTo>
                  <a:lnTo>
                    <a:pt x="6726988" y="20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216" y="107"/>
                  </a:lnTo>
                  <a:lnTo>
                    <a:pt x="5249316" y="870"/>
                  </a:lnTo>
                  <a:lnTo>
                    <a:pt x="5236820" y="2976"/>
                  </a:lnTo>
                  <a:lnTo>
                    <a:pt x="5214120" y="7131"/>
                  </a:lnTo>
                  <a:lnTo>
                    <a:pt x="5179556" y="14018"/>
                  </a:lnTo>
                  <a:lnTo>
                    <a:pt x="5132523" y="24249"/>
                  </a:lnTo>
                  <a:lnTo>
                    <a:pt x="5073490" y="38317"/>
                  </a:lnTo>
                  <a:lnTo>
                    <a:pt x="5003884" y="56565"/>
                  </a:lnTo>
                  <a:lnTo>
                    <a:pt x="4925857" y="79177"/>
                  </a:lnTo>
                  <a:lnTo>
                    <a:pt x="4841965" y="106207"/>
                  </a:lnTo>
                  <a:lnTo>
                    <a:pt x="4754847" y="137610"/>
                  </a:lnTo>
                  <a:lnTo>
                    <a:pt x="4666946" y="173304"/>
                  </a:lnTo>
                  <a:lnTo>
                    <a:pt x="4580329" y="213216"/>
                  </a:lnTo>
                  <a:lnTo>
                    <a:pt x="4496588" y="257324"/>
                  </a:lnTo>
                  <a:lnTo>
                    <a:pt x="4416831" y="305694"/>
                  </a:lnTo>
                  <a:lnTo>
                    <a:pt x="4341726" y="358497"/>
                  </a:lnTo>
                  <a:lnTo>
                    <a:pt x="4271572" y="416016"/>
                  </a:lnTo>
                  <a:lnTo>
                    <a:pt x="4206382" y="478655"/>
                  </a:lnTo>
                  <a:lnTo>
                    <a:pt x="4145955" y="546927"/>
                  </a:lnTo>
                  <a:lnTo>
                    <a:pt x="4089948" y="621451"/>
                  </a:lnTo>
                  <a:lnTo>
                    <a:pt x="4037927" y="702929"/>
                  </a:lnTo>
                  <a:lnTo>
                    <a:pt x="3989406" y="792120"/>
                  </a:lnTo>
                  <a:lnTo>
                    <a:pt x="3943880" y="889792"/>
                  </a:lnTo>
                  <a:lnTo>
                    <a:pt x="3900848" y="996647"/>
                  </a:lnTo>
                  <a:lnTo>
                    <a:pt x="3859837" y="1113211"/>
                  </a:lnTo>
                  <a:lnTo>
                    <a:pt x="3829811" y="1208241"/>
                  </a:lnTo>
                  <a:lnTo>
                    <a:pt x="3805037" y="1292936"/>
                  </a:lnTo>
                  <a:lnTo>
                    <a:pt x="3780713" y="1381720"/>
                  </a:lnTo>
                  <a:lnTo>
                    <a:pt x="3756758" y="1474668"/>
                  </a:lnTo>
                  <a:lnTo>
                    <a:pt x="3733102" y="1571831"/>
                  </a:lnTo>
                  <a:lnTo>
                    <a:pt x="3709683" y="1673228"/>
                  </a:lnTo>
                  <a:lnTo>
                    <a:pt x="3686449" y="1778850"/>
                  </a:lnTo>
                  <a:lnTo>
                    <a:pt x="3663354" y="1888653"/>
                  </a:lnTo>
                  <a:lnTo>
                    <a:pt x="3640359" y="2002559"/>
                  </a:lnTo>
                  <a:lnTo>
                    <a:pt x="3617432" y="2120453"/>
                  </a:lnTo>
                  <a:lnTo>
                    <a:pt x="3594547" y="2242183"/>
                  </a:lnTo>
                  <a:lnTo>
                    <a:pt x="3571681" y="2367559"/>
                  </a:lnTo>
                  <a:lnTo>
                    <a:pt x="3548819" y="2496353"/>
                  </a:lnTo>
                  <a:lnTo>
                    <a:pt x="3525948" y="2628300"/>
                  </a:lnTo>
                  <a:lnTo>
                    <a:pt x="3503060" y="2763102"/>
                  </a:lnTo>
                  <a:lnTo>
                    <a:pt x="3480150" y="2900425"/>
                  </a:lnTo>
                  <a:lnTo>
                    <a:pt x="3457218" y="3039906"/>
                  </a:lnTo>
                  <a:lnTo>
                    <a:pt x="3434263" y="3181155"/>
                  </a:lnTo>
                  <a:lnTo>
                    <a:pt x="3411290" y="3323762"/>
                  </a:lnTo>
                  <a:lnTo>
                    <a:pt x="3388303" y="3467298"/>
                  </a:lnTo>
                  <a:lnTo>
                    <a:pt x="3365309" y="3611323"/>
                  </a:lnTo>
                  <a:lnTo>
                    <a:pt x="3342315" y="3755389"/>
                  </a:lnTo>
                  <a:lnTo>
                    <a:pt x="3319326" y="3899049"/>
                  </a:lnTo>
                  <a:lnTo>
                    <a:pt x="3296350" y="4041862"/>
                  </a:lnTo>
                  <a:lnTo>
                    <a:pt x="3273392" y="4183396"/>
                  </a:lnTo>
                  <a:lnTo>
                    <a:pt x="3250455" y="4323236"/>
                  </a:lnTo>
                  <a:lnTo>
                    <a:pt x="3227541" y="4460988"/>
                  </a:lnTo>
                  <a:lnTo>
                    <a:pt x="3204649" y="4596285"/>
                  </a:lnTo>
                  <a:lnTo>
                    <a:pt x="3181776" y="4728787"/>
                  </a:lnTo>
                  <a:lnTo>
                    <a:pt x="3158913" y="4858189"/>
                  </a:lnTo>
                  <a:lnTo>
                    <a:pt x="3136049" y="4984219"/>
                  </a:lnTo>
                  <a:lnTo>
                    <a:pt x="3113169" y="5106642"/>
                  </a:lnTo>
                  <a:lnTo>
                    <a:pt x="3090251" y="5225262"/>
                  </a:lnTo>
                  <a:lnTo>
                    <a:pt x="3067272" y="5339919"/>
                  </a:lnTo>
                  <a:lnTo>
                    <a:pt x="3044198" y="5450493"/>
                  </a:lnTo>
                  <a:lnTo>
                    <a:pt x="3020992" y="5556897"/>
                  </a:lnTo>
                  <a:lnTo>
                    <a:pt x="2997612" y="5659081"/>
                  </a:lnTo>
                  <a:lnTo>
                    <a:pt x="2974004" y="5757031"/>
                  </a:lnTo>
                  <a:lnTo>
                    <a:pt x="2950109" y="5850760"/>
                  </a:lnTo>
                  <a:lnTo>
                    <a:pt x="2925860" y="5940313"/>
                  </a:lnTo>
                  <a:lnTo>
                    <a:pt x="2901176" y="6025762"/>
                  </a:lnTo>
                  <a:lnTo>
                    <a:pt x="2896531" y="6041207"/>
                  </a:lnTo>
                  <a:lnTo>
                    <a:pt x="2856767" y="6165280"/>
                  </a:lnTo>
                  <a:lnTo>
                    <a:pt x="2815309" y="6279468"/>
                  </a:lnTo>
                  <a:lnTo>
                    <a:pt x="2771720" y="6384049"/>
                  </a:lnTo>
                  <a:lnTo>
                    <a:pt x="2725517" y="6479606"/>
                  </a:lnTo>
                  <a:lnTo>
                    <a:pt x="2676197" y="6566864"/>
                  </a:lnTo>
                  <a:lnTo>
                    <a:pt x="2623257" y="6646596"/>
                  </a:lnTo>
                  <a:lnTo>
                    <a:pt x="2566221" y="6719549"/>
                  </a:lnTo>
                  <a:lnTo>
                    <a:pt x="2504671" y="6786408"/>
                  </a:lnTo>
                  <a:lnTo>
                    <a:pt x="2438294" y="6847768"/>
                  </a:lnTo>
                  <a:lnTo>
                    <a:pt x="2366934" y="6904117"/>
                  </a:lnTo>
                  <a:lnTo>
                    <a:pt x="2290667" y="6955828"/>
                  </a:lnTo>
                  <a:lnTo>
                    <a:pt x="2209871" y="7003158"/>
                  </a:lnTo>
                  <a:lnTo>
                    <a:pt x="2125316" y="7046251"/>
                  </a:lnTo>
                  <a:lnTo>
                    <a:pt x="2038225" y="7085148"/>
                  </a:lnTo>
                  <a:lnTo>
                    <a:pt x="1950307" y="7119815"/>
                  </a:lnTo>
                  <a:lnTo>
                    <a:pt x="1863733" y="7150169"/>
                  </a:lnTo>
                  <a:lnTo>
                    <a:pt x="1781013" y="7176134"/>
                  </a:lnTo>
                  <a:lnTo>
                    <a:pt x="1704794" y="7197684"/>
                  </a:lnTo>
                  <a:lnTo>
                    <a:pt x="1637566" y="7214900"/>
                  </a:lnTo>
                  <a:lnTo>
                    <a:pt x="1581332" y="7228004"/>
                  </a:lnTo>
                  <a:lnTo>
                    <a:pt x="1537306" y="7237378"/>
                  </a:lnTo>
                  <a:lnTo>
                    <a:pt x="1505702" y="7243546"/>
                  </a:lnTo>
                  <a:lnTo>
                    <a:pt x="1485655" y="7247142"/>
                  </a:lnTo>
                  <a:lnTo>
                    <a:pt x="1475264" y="7248859"/>
                  </a:lnTo>
                  <a:lnTo>
                    <a:pt x="1471713" y="7249402"/>
                  </a:lnTo>
                  <a:lnTo>
                    <a:pt x="1471387" y="7249449"/>
                  </a:lnTo>
                  <a:lnTo>
                    <a:pt x="0" y="724944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91" name="pg1991"/>
            <p:cNvSpPr/>
            <p:nvPr/>
          </p:nvSpPr>
          <p:spPr>
            <a:xfrm>
              <a:off x="4799595" y="3574014"/>
              <a:ext cx="11981298" cy="7061470"/>
            </a:xfrm>
            <a:custGeom>
              <a:avLst/>
              <a:pathLst>
                <a:path w="11981298" h="7061470">
                  <a:moveTo>
                    <a:pt x="0" y="7061470"/>
                  </a:moveTo>
                  <a:lnTo>
                    <a:pt x="1471387" y="7061470"/>
                  </a:lnTo>
                  <a:lnTo>
                    <a:pt x="1472138" y="7061364"/>
                  </a:lnTo>
                  <a:lnTo>
                    <a:pt x="1477115" y="7060609"/>
                  </a:lnTo>
                  <a:lnTo>
                    <a:pt x="1489804" y="7058526"/>
                  </a:lnTo>
                  <a:lnTo>
                    <a:pt x="1512843" y="7054417"/>
                  </a:lnTo>
                  <a:lnTo>
                    <a:pt x="1547900" y="7047606"/>
                  </a:lnTo>
                  <a:lnTo>
                    <a:pt x="1595561" y="7037491"/>
                  </a:lnTo>
                  <a:lnTo>
                    <a:pt x="1655321" y="7023589"/>
                  </a:lnTo>
                  <a:lnTo>
                    <a:pt x="1725696" y="7005567"/>
                  </a:lnTo>
                  <a:lnTo>
                    <a:pt x="1804477" y="6983247"/>
                  </a:lnTo>
                  <a:lnTo>
                    <a:pt x="1889056" y="6956583"/>
                  </a:lnTo>
                  <a:lnTo>
                    <a:pt x="1976755" y="6925621"/>
                  </a:lnTo>
                  <a:lnTo>
                    <a:pt x="2065108" y="6890444"/>
                  </a:lnTo>
                  <a:lnTo>
                    <a:pt x="2152045" y="6851123"/>
                  </a:lnTo>
                  <a:lnTo>
                    <a:pt x="2235979" y="6807672"/>
                  </a:lnTo>
                  <a:lnTo>
                    <a:pt x="2315820" y="6760020"/>
                  </a:lnTo>
                  <a:lnTo>
                    <a:pt x="2390920" y="6707990"/>
                  </a:lnTo>
                  <a:lnTo>
                    <a:pt x="2461004" y="6651290"/>
                  </a:lnTo>
                  <a:lnTo>
                    <a:pt x="2526082" y="6589513"/>
                  </a:lnTo>
                  <a:lnTo>
                    <a:pt x="2586373" y="6522140"/>
                  </a:lnTo>
                  <a:lnTo>
                    <a:pt x="2642238" y="6448551"/>
                  </a:lnTo>
                  <a:lnTo>
                    <a:pt x="2694125" y="6368042"/>
                  </a:lnTo>
                  <a:lnTo>
                    <a:pt x="2742531" y="6279860"/>
                  </a:lnTo>
                  <a:lnTo>
                    <a:pt x="2787972" y="6183249"/>
                  </a:lnTo>
                  <a:lnTo>
                    <a:pt x="2830953" y="6077528"/>
                  </a:lnTo>
                  <a:lnTo>
                    <a:pt x="2871950" y="5962213"/>
                  </a:lnTo>
                  <a:lnTo>
                    <a:pt x="2896531" y="5885920"/>
                  </a:lnTo>
                  <a:lnTo>
                    <a:pt x="2921631" y="5802395"/>
                  </a:lnTo>
                  <a:lnTo>
                    <a:pt x="2946270" y="5714784"/>
                  </a:lnTo>
                  <a:lnTo>
                    <a:pt x="2970533" y="5623010"/>
                  </a:lnTo>
                  <a:lnTo>
                    <a:pt x="2994491" y="5527026"/>
                  </a:lnTo>
                  <a:lnTo>
                    <a:pt x="3018209" y="5426810"/>
                  </a:lnTo>
                  <a:lnTo>
                    <a:pt x="3041740" y="5322376"/>
                  </a:lnTo>
                  <a:lnTo>
                    <a:pt x="3065132" y="5213771"/>
                  </a:lnTo>
                  <a:lnTo>
                    <a:pt x="3088425" y="5101075"/>
                  </a:lnTo>
                  <a:lnTo>
                    <a:pt x="3111651" y="4984411"/>
                  </a:lnTo>
                  <a:lnTo>
                    <a:pt x="3134837" y="4863935"/>
                  </a:lnTo>
                  <a:lnTo>
                    <a:pt x="3158005" y="4739845"/>
                  </a:lnTo>
                  <a:lnTo>
                    <a:pt x="3181172" y="4612377"/>
                  </a:lnTo>
                  <a:lnTo>
                    <a:pt x="3204349" y="4481804"/>
                  </a:lnTo>
                  <a:lnTo>
                    <a:pt x="3227545" y="4348435"/>
                  </a:lnTo>
                  <a:lnTo>
                    <a:pt x="3250764" y="4212613"/>
                  </a:lnTo>
                  <a:lnTo>
                    <a:pt x="3274006" y="4074710"/>
                  </a:lnTo>
                  <a:lnTo>
                    <a:pt x="3297270" y="3935127"/>
                  </a:lnTo>
                  <a:lnTo>
                    <a:pt x="3320553" y="3794282"/>
                  </a:lnTo>
                  <a:lnTo>
                    <a:pt x="3343847" y="3652615"/>
                  </a:lnTo>
                  <a:lnTo>
                    <a:pt x="3367148" y="3510571"/>
                  </a:lnTo>
                  <a:lnTo>
                    <a:pt x="3390447" y="3368605"/>
                  </a:lnTo>
                  <a:lnTo>
                    <a:pt x="3413738" y="3227169"/>
                  </a:lnTo>
                  <a:lnTo>
                    <a:pt x="3437015" y="3086706"/>
                  </a:lnTo>
                  <a:lnTo>
                    <a:pt x="3460272" y="2947650"/>
                  </a:lnTo>
                  <a:lnTo>
                    <a:pt x="3483506" y="2810414"/>
                  </a:lnTo>
                  <a:lnTo>
                    <a:pt x="3506717" y="2675389"/>
                  </a:lnTo>
                  <a:lnTo>
                    <a:pt x="3529906" y="2542938"/>
                  </a:lnTo>
                  <a:lnTo>
                    <a:pt x="3553079" y="2413391"/>
                  </a:lnTo>
                  <a:lnTo>
                    <a:pt x="3576245" y="2287047"/>
                  </a:lnTo>
                  <a:lnTo>
                    <a:pt x="3599417" y="2164167"/>
                  </a:lnTo>
                  <a:lnTo>
                    <a:pt x="3622614" y="2044972"/>
                  </a:lnTo>
                  <a:lnTo>
                    <a:pt x="3645859" y="1929646"/>
                  </a:lnTo>
                  <a:lnTo>
                    <a:pt x="3669181" y="1818335"/>
                  </a:lnTo>
                  <a:lnTo>
                    <a:pt x="3692616" y="1711146"/>
                  </a:lnTo>
                  <a:lnTo>
                    <a:pt x="3716206" y="1608149"/>
                  </a:lnTo>
                  <a:lnTo>
                    <a:pt x="3739999" y="1509378"/>
                  </a:lnTo>
                  <a:lnTo>
                    <a:pt x="3764054" y="1414834"/>
                  </a:lnTo>
                  <a:lnTo>
                    <a:pt x="3788436" y="1324489"/>
                  </a:lnTo>
                  <a:lnTo>
                    <a:pt x="3813223" y="1238282"/>
                  </a:lnTo>
                  <a:lnTo>
                    <a:pt x="3829811" y="1183722"/>
                  </a:lnTo>
                  <a:lnTo>
                    <a:pt x="3869796" y="1062376"/>
                  </a:lnTo>
                  <a:lnTo>
                    <a:pt x="3911495" y="950752"/>
                  </a:lnTo>
                  <a:lnTo>
                    <a:pt x="3955354" y="848571"/>
                  </a:lnTo>
                  <a:lnTo>
                    <a:pt x="4001863" y="755255"/>
                  </a:lnTo>
                  <a:lnTo>
                    <a:pt x="4051535" y="670085"/>
                  </a:lnTo>
                  <a:lnTo>
                    <a:pt x="4104879" y="592298"/>
                  </a:lnTo>
                  <a:lnTo>
                    <a:pt x="4162380" y="521154"/>
                  </a:lnTo>
                  <a:lnTo>
                    <a:pt x="4224457" y="455979"/>
                  </a:lnTo>
                  <a:lnTo>
                    <a:pt x="4291425" y="396191"/>
                  </a:lnTo>
                  <a:lnTo>
                    <a:pt x="4363432" y="341311"/>
                  </a:lnTo>
                  <a:lnTo>
                    <a:pt x="4440388" y="290976"/>
                  </a:lnTo>
                  <a:lnTo>
                    <a:pt x="4521886" y="244938"/>
                  </a:lnTo>
                  <a:lnTo>
                    <a:pt x="4607118" y="203063"/>
                  </a:lnTo>
                  <a:lnTo>
                    <a:pt x="4694808" y="165313"/>
                  </a:lnTo>
                  <a:lnTo>
                    <a:pt x="4783181" y="131731"/>
                  </a:lnTo>
                  <a:lnTo>
                    <a:pt x="4869999" y="102397"/>
                  </a:lnTo>
                  <a:lnTo>
                    <a:pt x="4952690" y="77385"/>
                  </a:lnTo>
                  <a:lnTo>
                    <a:pt x="5028564" y="56713"/>
                  </a:lnTo>
                  <a:lnTo>
                    <a:pt x="5095125" y="40289"/>
                  </a:lnTo>
                  <a:lnTo>
                    <a:pt x="5150404" y="27877"/>
                  </a:lnTo>
                  <a:lnTo>
                    <a:pt x="5193268" y="19085"/>
                  </a:lnTo>
                  <a:lnTo>
                    <a:pt x="5223620" y="13379"/>
                  </a:lnTo>
                  <a:lnTo>
                    <a:pt x="5242466" y="10122"/>
                  </a:lnTo>
                  <a:lnTo>
                    <a:pt x="5251860" y="8627"/>
                  </a:lnTo>
                  <a:lnTo>
                    <a:pt x="5254773" y="8198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213" y="8263"/>
                  </a:lnTo>
                  <a:lnTo>
                    <a:pt x="6732964" y="8906"/>
                  </a:lnTo>
                  <a:lnTo>
                    <a:pt x="6747571" y="10681"/>
                  </a:lnTo>
                  <a:lnTo>
                    <a:pt x="6773961" y="14182"/>
                  </a:lnTo>
                  <a:lnTo>
                    <a:pt x="6813852" y="19975"/>
                  </a:lnTo>
                  <a:lnTo>
                    <a:pt x="6867630" y="28550"/>
                  </a:lnTo>
                  <a:lnTo>
                    <a:pt x="6934368" y="40285"/>
                  </a:lnTo>
                  <a:lnTo>
                    <a:pt x="7012029" y="55419"/>
                  </a:lnTo>
                  <a:lnTo>
                    <a:pt x="7097830" y="74056"/>
                  </a:lnTo>
                  <a:lnTo>
                    <a:pt x="7188663" y="96198"/>
                  </a:lnTo>
                  <a:lnTo>
                    <a:pt x="7281508" y="121784"/>
                  </a:lnTo>
                  <a:lnTo>
                    <a:pt x="7373729" y="150745"/>
                  </a:lnTo>
                  <a:lnTo>
                    <a:pt x="7463249" y="183046"/>
                  </a:lnTo>
                  <a:lnTo>
                    <a:pt x="7548595" y="218719"/>
                  </a:lnTo>
                  <a:lnTo>
                    <a:pt x="7628864" y="257885"/>
                  </a:lnTo>
                  <a:lnTo>
                    <a:pt x="7703633" y="300768"/>
                  </a:lnTo>
                  <a:lnTo>
                    <a:pt x="7772851" y="347693"/>
                  </a:lnTo>
                  <a:lnTo>
                    <a:pt x="7836739" y="399088"/>
                  </a:lnTo>
                  <a:lnTo>
                    <a:pt x="7895701" y="455472"/>
                  </a:lnTo>
                  <a:lnTo>
                    <a:pt x="7950254" y="517438"/>
                  </a:lnTo>
                  <a:lnTo>
                    <a:pt x="8000974" y="585629"/>
                  </a:lnTo>
                  <a:lnTo>
                    <a:pt x="8048460" y="660683"/>
                  </a:lnTo>
                  <a:lnTo>
                    <a:pt x="8093295" y="743169"/>
                  </a:lnTo>
                  <a:lnTo>
                    <a:pt x="8136026" y="833458"/>
                  </a:lnTo>
                  <a:lnTo>
                    <a:pt x="8151487" y="869062"/>
                  </a:lnTo>
                  <a:lnTo>
                    <a:pt x="8180537" y="940240"/>
                  </a:lnTo>
                  <a:lnTo>
                    <a:pt x="8208987" y="1015452"/>
                  </a:lnTo>
                  <a:lnTo>
                    <a:pt x="8236962" y="1094777"/>
                  </a:lnTo>
                  <a:lnTo>
                    <a:pt x="8264571" y="1178258"/>
                  </a:lnTo>
                  <a:lnTo>
                    <a:pt x="8291904" y="1265897"/>
                  </a:lnTo>
                  <a:lnTo>
                    <a:pt x="8319038" y="1357653"/>
                  </a:lnTo>
                  <a:lnTo>
                    <a:pt x="8346035" y="1453436"/>
                  </a:lnTo>
                  <a:lnTo>
                    <a:pt x="8372947" y="1553108"/>
                  </a:lnTo>
                  <a:lnTo>
                    <a:pt x="8399814" y="1656480"/>
                  </a:lnTo>
                  <a:lnTo>
                    <a:pt x="8426667" y="1763311"/>
                  </a:lnTo>
                  <a:lnTo>
                    <a:pt x="8453528" y="1873311"/>
                  </a:lnTo>
                  <a:lnTo>
                    <a:pt x="8480412" y="1986140"/>
                  </a:lnTo>
                  <a:lnTo>
                    <a:pt x="8507326" y="2101414"/>
                  </a:lnTo>
                  <a:lnTo>
                    <a:pt x="8534272" y="2218707"/>
                  </a:lnTo>
                  <a:lnTo>
                    <a:pt x="8561246" y="2337562"/>
                  </a:lnTo>
                  <a:lnTo>
                    <a:pt x="8588242" y="2457491"/>
                  </a:lnTo>
                  <a:lnTo>
                    <a:pt x="8615249" y="2577991"/>
                  </a:lnTo>
                  <a:lnTo>
                    <a:pt x="8642258" y="2698546"/>
                  </a:lnTo>
                  <a:lnTo>
                    <a:pt x="8669257" y="2818639"/>
                  </a:lnTo>
                  <a:lnTo>
                    <a:pt x="8696236" y="2937765"/>
                  </a:lnTo>
                  <a:lnTo>
                    <a:pt x="8723188" y="3055430"/>
                  </a:lnTo>
                  <a:lnTo>
                    <a:pt x="8750109" y="3171171"/>
                  </a:lnTo>
                  <a:lnTo>
                    <a:pt x="8776999" y="3284555"/>
                  </a:lnTo>
                  <a:lnTo>
                    <a:pt x="8803865" y="3395187"/>
                  </a:lnTo>
                  <a:lnTo>
                    <a:pt x="8830718" y="3502720"/>
                  </a:lnTo>
                  <a:lnTo>
                    <a:pt x="8857580" y="3606851"/>
                  </a:lnTo>
                  <a:lnTo>
                    <a:pt x="8884479" y="3707329"/>
                  </a:lnTo>
                  <a:lnTo>
                    <a:pt x="8911454" y="3803953"/>
                  </a:lnTo>
                  <a:lnTo>
                    <a:pt x="8938553" y="3896576"/>
                  </a:lnTo>
                  <a:lnTo>
                    <a:pt x="8965838" y="3985097"/>
                  </a:lnTo>
                  <a:lnTo>
                    <a:pt x="8993381" y="4069466"/>
                  </a:lnTo>
                  <a:lnTo>
                    <a:pt x="9021270" y="4149674"/>
                  </a:lnTo>
                  <a:lnTo>
                    <a:pt x="9049609" y="4225757"/>
                  </a:lnTo>
                  <a:lnTo>
                    <a:pt x="9078520" y="4297786"/>
                  </a:lnTo>
                  <a:lnTo>
                    <a:pt x="9084767" y="4312618"/>
                  </a:lnTo>
                  <a:lnTo>
                    <a:pt x="9126840" y="4405839"/>
                  </a:lnTo>
                  <a:lnTo>
                    <a:pt x="9170832" y="4491199"/>
                  </a:lnTo>
                  <a:lnTo>
                    <a:pt x="9217265" y="4568960"/>
                  </a:lnTo>
                  <a:lnTo>
                    <a:pt x="9266712" y="4639631"/>
                  </a:lnTo>
                  <a:lnTo>
                    <a:pt x="9319769" y="4703838"/>
                  </a:lnTo>
                  <a:lnTo>
                    <a:pt x="9377026" y="4762226"/>
                  </a:lnTo>
                  <a:lnTo>
                    <a:pt x="9439027" y="4815412"/>
                  </a:lnTo>
                  <a:lnTo>
                    <a:pt x="9506224" y="4863945"/>
                  </a:lnTo>
                  <a:lnTo>
                    <a:pt x="9578917" y="4908288"/>
                  </a:lnTo>
                  <a:lnTo>
                    <a:pt x="9657167" y="4948806"/>
                  </a:lnTo>
                  <a:lnTo>
                    <a:pt x="9740702" y="4985759"/>
                  </a:lnTo>
                  <a:lnTo>
                    <a:pt x="9828809" y="5019307"/>
                  </a:lnTo>
                  <a:lnTo>
                    <a:pt x="9920235" y="5049512"/>
                  </a:lnTo>
                  <a:lnTo>
                    <a:pt x="10013129" y="5076361"/>
                  </a:lnTo>
                  <a:lnTo>
                    <a:pt x="10105048" y="5099792"/>
                  </a:lnTo>
                  <a:lnTo>
                    <a:pt x="10193087" y="5119738"/>
                  </a:lnTo>
                  <a:lnTo>
                    <a:pt x="10274129" y="5136169"/>
                  </a:lnTo>
                  <a:lnTo>
                    <a:pt x="10345218" y="5149148"/>
                  </a:lnTo>
                  <a:lnTo>
                    <a:pt x="10403992" y="5158863"/>
                  </a:lnTo>
                  <a:lnTo>
                    <a:pt x="10449077" y="5165638"/>
                  </a:lnTo>
                  <a:lnTo>
                    <a:pt x="10480359" y="5169929"/>
                  </a:lnTo>
                  <a:lnTo>
                    <a:pt x="10499070" y="5172278"/>
                  </a:lnTo>
                  <a:lnTo>
                    <a:pt x="10507705" y="5173273"/>
                  </a:lnTo>
                  <a:lnTo>
                    <a:pt x="10509911" y="5173507"/>
                  </a:lnTo>
                  <a:lnTo>
                    <a:pt x="11981298" y="5173507"/>
                  </a:lnTo>
                  <a:lnTo>
                    <a:pt x="11981298" y="5165334"/>
                  </a:lnTo>
                  <a:lnTo>
                    <a:pt x="10509911" y="5165334"/>
                  </a:lnTo>
                  <a:lnTo>
                    <a:pt x="10509041" y="5165244"/>
                  </a:lnTo>
                  <a:lnTo>
                    <a:pt x="10503290" y="5164601"/>
                  </a:lnTo>
                  <a:lnTo>
                    <a:pt x="10488682" y="5162825"/>
                  </a:lnTo>
                  <a:lnTo>
                    <a:pt x="10462292" y="5159325"/>
                  </a:lnTo>
                  <a:lnTo>
                    <a:pt x="10422401" y="5153532"/>
                  </a:lnTo>
                  <a:lnTo>
                    <a:pt x="10368624" y="5144957"/>
                  </a:lnTo>
                  <a:lnTo>
                    <a:pt x="10301886" y="5133222"/>
                  </a:lnTo>
                  <a:lnTo>
                    <a:pt x="10224224" y="5118088"/>
                  </a:lnTo>
                  <a:lnTo>
                    <a:pt x="10138424" y="5099451"/>
                  </a:lnTo>
                  <a:lnTo>
                    <a:pt x="10047591" y="5077309"/>
                  </a:lnTo>
                  <a:lnTo>
                    <a:pt x="9954746" y="5051723"/>
                  </a:lnTo>
                  <a:lnTo>
                    <a:pt x="9862524" y="5022762"/>
                  </a:lnTo>
                  <a:lnTo>
                    <a:pt x="9773004" y="4990461"/>
                  </a:lnTo>
                  <a:lnTo>
                    <a:pt x="9687658" y="4954788"/>
                  </a:lnTo>
                  <a:lnTo>
                    <a:pt x="9607389" y="4915622"/>
                  </a:lnTo>
                  <a:lnTo>
                    <a:pt x="9532620" y="4872739"/>
                  </a:lnTo>
                  <a:lnTo>
                    <a:pt x="9463402" y="4825814"/>
                  </a:lnTo>
                  <a:lnTo>
                    <a:pt x="9399514" y="4774419"/>
                  </a:lnTo>
                  <a:lnTo>
                    <a:pt x="9340552" y="4718035"/>
                  </a:lnTo>
                  <a:lnTo>
                    <a:pt x="9286000" y="4656069"/>
                  </a:lnTo>
                  <a:lnTo>
                    <a:pt x="9235279" y="4587878"/>
                  </a:lnTo>
                  <a:lnTo>
                    <a:pt x="9187794" y="4512824"/>
                  </a:lnTo>
                  <a:lnTo>
                    <a:pt x="9142958" y="4430338"/>
                  </a:lnTo>
                  <a:lnTo>
                    <a:pt x="9100227" y="4340049"/>
                  </a:lnTo>
                  <a:lnTo>
                    <a:pt x="9084767" y="4304445"/>
                  </a:lnTo>
                  <a:lnTo>
                    <a:pt x="9055716" y="4233267"/>
                  </a:lnTo>
                  <a:lnTo>
                    <a:pt x="9027267" y="4158055"/>
                  </a:lnTo>
                  <a:lnTo>
                    <a:pt x="8999291" y="4078730"/>
                  </a:lnTo>
                  <a:lnTo>
                    <a:pt x="8971682" y="3995249"/>
                  </a:lnTo>
                  <a:lnTo>
                    <a:pt x="8944349" y="3907610"/>
                  </a:lnTo>
                  <a:lnTo>
                    <a:pt x="8917215" y="3815854"/>
                  </a:lnTo>
                  <a:lnTo>
                    <a:pt x="8890218" y="3720071"/>
                  </a:lnTo>
                  <a:lnTo>
                    <a:pt x="8863307" y="3620399"/>
                  </a:lnTo>
                  <a:lnTo>
                    <a:pt x="8836440" y="3517027"/>
                  </a:lnTo>
                  <a:lnTo>
                    <a:pt x="8809586" y="3410196"/>
                  </a:lnTo>
                  <a:lnTo>
                    <a:pt x="8782725" y="3300196"/>
                  </a:lnTo>
                  <a:lnTo>
                    <a:pt x="8755841" y="3187367"/>
                  </a:lnTo>
                  <a:lnTo>
                    <a:pt x="8728927" y="3072093"/>
                  </a:lnTo>
                  <a:lnTo>
                    <a:pt x="8701981" y="2954800"/>
                  </a:lnTo>
                  <a:lnTo>
                    <a:pt x="8675007" y="2835945"/>
                  </a:lnTo>
                  <a:lnTo>
                    <a:pt x="8648011" y="2716016"/>
                  </a:lnTo>
                  <a:lnTo>
                    <a:pt x="8621004" y="2595516"/>
                  </a:lnTo>
                  <a:lnTo>
                    <a:pt x="8593995" y="2474961"/>
                  </a:lnTo>
                  <a:lnTo>
                    <a:pt x="8566996" y="2354867"/>
                  </a:lnTo>
                  <a:lnTo>
                    <a:pt x="8540017" y="2235742"/>
                  </a:lnTo>
                  <a:lnTo>
                    <a:pt x="8513065" y="2118077"/>
                  </a:lnTo>
                  <a:lnTo>
                    <a:pt x="8486144" y="2002336"/>
                  </a:lnTo>
                  <a:lnTo>
                    <a:pt x="8459254" y="1888952"/>
                  </a:lnTo>
                  <a:lnTo>
                    <a:pt x="8432389" y="1778320"/>
                  </a:lnTo>
                  <a:lnTo>
                    <a:pt x="8405535" y="1670787"/>
                  </a:lnTo>
                  <a:lnTo>
                    <a:pt x="8378673" y="1566656"/>
                  </a:lnTo>
                  <a:lnTo>
                    <a:pt x="8351774" y="1466178"/>
                  </a:lnTo>
                  <a:lnTo>
                    <a:pt x="8324799" y="1369553"/>
                  </a:lnTo>
                  <a:lnTo>
                    <a:pt x="8297700" y="1276931"/>
                  </a:lnTo>
                  <a:lnTo>
                    <a:pt x="8270415" y="1188409"/>
                  </a:lnTo>
                  <a:lnTo>
                    <a:pt x="8242872" y="1104041"/>
                  </a:lnTo>
                  <a:lnTo>
                    <a:pt x="8214983" y="1023833"/>
                  </a:lnTo>
                  <a:lnTo>
                    <a:pt x="8186644" y="947750"/>
                  </a:lnTo>
                  <a:lnTo>
                    <a:pt x="8157733" y="875721"/>
                  </a:lnTo>
                  <a:lnTo>
                    <a:pt x="8151487" y="860889"/>
                  </a:lnTo>
                  <a:lnTo>
                    <a:pt x="8109413" y="767668"/>
                  </a:lnTo>
                  <a:lnTo>
                    <a:pt x="8065421" y="682308"/>
                  </a:lnTo>
                  <a:lnTo>
                    <a:pt x="8018989" y="604547"/>
                  </a:lnTo>
                  <a:lnTo>
                    <a:pt x="7969541" y="533875"/>
                  </a:lnTo>
                  <a:lnTo>
                    <a:pt x="7916484" y="469669"/>
                  </a:lnTo>
                  <a:lnTo>
                    <a:pt x="7859227" y="411281"/>
                  </a:lnTo>
                  <a:lnTo>
                    <a:pt x="7797226" y="358095"/>
                  </a:lnTo>
                  <a:lnTo>
                    <a:pt x="7730029" y="309562"/>
                  </a:lnTo>
                  <a:lnTo>
                    <a:pt x="7657336" y="265219"/>
                  </a:lnTo>
                  <a:lnTo>
                    <a:pt x="7579086" y="224701"/>
                  </a:lnTo>
                  <a:lnTo>
                    <a:pt x="7495552" y="187748"/>
                  </a:lnTo>
                  <a:lnTo>
                    <a:pt x="7407445" y="154200"/>
                  </a:lnTo>
                  <a:lnTo>
                    <a:pt x="7316018" y="123995"/>
                  </a:lnTo>
                  <a:lnTo>
                    <a:pt x="7223125" y="97146"/>
                  </a:lnTo>
                  <a:lnTo>
                    <a:pt x="7131205" y="73715"/>
                  </a:lnTo>
                  <a:lnTo>
                    <a:pt x="7043166" y="53769"/>
                  </a:lnTo>
                  <a:lnTo>
                    <a:pt x="6962125" y="37338"/>
                  </a:lnTo>
                  <a:lnTo>
                    <a:pt x="6891035" y="24359"/>
                  </a:lnTo>
                  <a:lnTo>
                    <a:pt x="6832261" y="14644"/>
                  </a:lnTo>
                  <a:lnTo>
                    <a:pt x="6787176" y="7869"/>
                  </a:lnTo>
                  <a:lnTo>
                    <a:pt x="6755894" y="3578"/>
                  </a:lnTo>
                  <a:lnTo>
                    <a:pt x="6737183" y="1229"/>
                  </a:lnTo>
                  <a:lnTo>
                    <a:pt x="6728548" y="234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204" y="106"/>
                  </a:lnTo>
                  <a:lnTo>
                    <a:pt x="5249227" y="860"/>
                  </a:lnTo>
                  <a:lnTo>
                    <a:pt x="5236538" y="2944"/>
                  </a:lnTo>
                  <a:lnTo>
                    <a:pt x="5213499" y="7053"/>
                  </a:lnTo>
                  <a:lnTo>
                    <a:pt x="5178442" y="13864"/>
                  </a:lnTo>
                  <a:lnTo>
                    <a:pt x="5130781" y="23978"/>
                  </a:lnTo>
                  <a:lnTo>
                    <a:pt x="5071021" y="37880"/>
                  </a:lnTo>
                  <a:lnTo>
                    <a:pt x="5000647" y="55902"/>
                  </a:lnTo>
                  <a:lnTo>
                    <a:pt x="4921865" y="78223"/>
                  </a:lnTo>
                  <a:lnTo>
                    <a:pt x="4837286" y="104886"/>
                  </a:lnTo>
                  <a:lnTo>
                    <a:pt x="4749587" y="135848"/>
                  </a:lnTo>
                  <a:lnTo>
                    <a:pt x="4661234" y="171025"/>
                  </a:lnTo>
                  <a:lnTo>
                    <a:pt x="4574298" y="210347"/>
                  </a:lnTo>
                  <a:lnTo>
                    <a:pt x="4490363" y="253798"/>
                  </a:lnTo>
                  <a:lnTo>
                    <a:pt x="4410522" y="301450"/>
                  </a:lnTo>
                  <a:lnTo>
                    <a:pt x="4335422" y="353480"/>
                  </a:lnTo>
                  <a:lnTo>
                    <a:pt x="4265338" y="410179"/>
                  </a:lnTo>
                  <a:lnTo>
                    <a:pt x="4200260" y="471956"/>
                  </a:lnTo>
                  <a:lnTo>
                    <a:pt x="4139969" y="539329"/>
                  </a:lnTo>
                  <a:lnTo>
                    <a:pt x="4084104" y="612919"/>
                  </a:lnTo>
                  <a:lnTo>
                    <a:pt x="4032217" y="693428"/>
                  </a:lnTo>
                  <a:lnTo>
                    <a:pt x="3983811" y="781610"/>
                  </a:lnTo>
                  <a:lnTo>
                    <a:pt x="3938370" y="878221"/>
                  </a:lnTo>
                  <a:lnTo>
                    <a:pt x="3895389" y="983942"/>
                  </a:lnTo>
                  <a:lnTo>
                    <a:pt x="3854392" y="1099256"/>
                  </a:lnTo>
                  <a:lnTo>
                    <a:pt x="3829811" y="1175549"/>
                  </a:lnTo>
                  <a:lnTo>
                    <a:pt x="3804711" y="1259075"/>
                  </a:lnTo>
                  <a:lnTo>
                    <a:pt x="3780072" y="1346686"/>
                  </a:lnTo>
                  <a:lnTo>
                    <a:pt x="3755809" y="1438459"/>
                  </a:lnTo>
                  <a:lnTo>
                    <a:pt x="3731851" y="1534444"/>
                  </a:lnTo>
                  <a:lnTo>
                    <a:pt x="3708133" y="1634659"/>
                  </a:lnTo>
                  <a:lnTo>
                    <a:pt x="3684602" y="1739093"/>
                  </a:lnTo>
                  <a:lnTo>
                    <a:pt x="3661210" y="1847699"/>
                  </a:lnTo>
                  <a:lnTo>
                    <a:pt x="3637917" y="1960394"/>
                  </a:lnTo>
                  <a:lnTo>
                    <a:pt x="3614692" y="2077059"/>
                  </a:lnTo>
                  <a:lnTo>
                    <a:pt x="3591505" y="2197535"/>
                  </a:lnTo>
                  <a:lnTo>
                    <a:pt x="3568337" y="2321624"/>
                  </a:lnTo>
                  <a:lnTo>
                    <a:pt x="3545170" y="2449093"/>
                  </a:lnTo>
                  <a:lnTo>
                    <a:pt x="3521993" y="2579666"/>
                  </a:lnTo>
                  <a:lnTo>
                    <a:pt x="3498797" y="2713035"/>
                  </a:lnTo>
                  <a:lnTo>
                    <a:pt x="3475578" y="2848857"/>
                  </a:lnTo>
                  <a:lnTo>
                    <a:pt x="3452336" y="2986759"/>
                  </a:lnTo>
                  <a:lnTo>
                    <a:pt x="3429072" y="3126343"/>
                  </a:lnTo>
                  <a:lnTo>
                    <a:pt x="3405789" y="3267187"/>
                  </a:lnTo>
                  <a:lnTo>
                    <a:pt x="3382495" y="3408855"/>
                  </a:lnTo>
                  <a:lnTo>
                    <a:pt x="3359194" y="3550898"/>
                  </a:lnTo>
                  <a:lnTo>
                    <a:pt x="3335895" y="3692864"/>
                  </a:lnTo>
                  <a:lnTo>
                    <a:pt x="3312604" y="3834301"/>
                  </a:lnTo>
                  <a:lnTo>
                    <a:pt x="3289327" y="3974763"/>
                  </a:lnTo>
                  <a:lnTo>
                    <a:pt x="3266070" y="4113819"/>
                  </a:lnTo>
                  <a:lnTo>
                    <a:pt x="3242836" y="4251055"/>
                  </a:lnTo>
                  <a:lnTo>
                    <a:pt x="3219625" y="4386080"/>
                  </a:lnTo>
                  <a:lnTo>
                    <a:pt x="3196436" y="4518532"/>
                  </a:lnTo>
                  <a:lnTo>
                    <a:pt x="3173263" y="4648078"/>
                  </a:lnTo>
                  <a:lnTo>
                    <a:pt x="3150097" y="4774422"/>
                  </a:lnTo>
                  <a:lnTo>
                    <a:pt x="3126925" y="4897303"/>
                  </a:lnTo>
                  <a:lnTo>
                    <a:pt x="3103728" y="5016498"/>
                  </a:lnTo>
                  <a:lnTo>
                    <a:pt x="3080483" y="5131824"/>
                  </a:lnTo>
                  <a:lnTo>
                    <a:pt x="3057161" y="5243134"/>
                  </a:lnTo>
                  <a:lnTo>
                    <a:pt x="3033726" y="5350323"/>
                  </a:lnTo>
                  <a:lnTo>
                    <a:pt x="3010136" y="5453321"/>
                  </a:lnTo>
                  <a:lnTo>
                    <a:pt x="2986343" y="5552092"/>
                  </a:lnTo>
                  <a:lnTo>
                    <a:pt x="2962288" y="5646635"/>
                  </a:lnTo>
                  <a:lnTo>
                    <a:pt x="2937906" y="5736981"/>
                  </a:lnTo>
                  <a:lnTo>
                    <a:pt x="2913120" y="5823188"/>
                  </a:lnTo>
                  <a:lnTo>
                    <a:pt x="2896531" y="5877747"/>
                  </a:lnTo>
                  <a:lnTo>
                    <a:pt x="2856546" y="5999094"/>
                  </a:lnTo>
                  <a:lnTo>
                    <a:pt x="2814847" y="6110717"/>
                  </a:lnTo>
                  <a:lnTo>
                    <a:pt x="2770988" y="6212899"/>
                  </a:lnTo>
                  <a:lnTo>
                    <a:pt x="2724479" y="6306214"/>
                  </a:lnTo>
                  <a:lnTo>
                    <a:pt x="2674808" y="6391384"/>
                  </a:lnTo>
                  <a:lnTo>
                    <a:pt x="2621463" y="6469172"/>
                  </a:lnTo>
                  <a:lnTo>
                    <a:pt x="2563962" y="6540316"/>
                  </a:lnTo>
                  <a:lnTo>
                    <a:pt x="2501885" y="6605490"/>
                  </a:lnTo>
                  <a:lnTo>
                    <a:pt x="2434917" y="6665278"/>
                  </a:lnTo>
                  <a:lnTo>
                    <a:pt x="2362910" y="6720158"/>
                  </a:lnTo>
                  <a:lnTo>
                    <a:pt x="2285954" y="6770493"/>
                  </a:lnTo>
                  <a:lnTo>
                    <a:pt x="2204456" y="6816531"/>
                  </a:lnTo>
                  <a:lnTo>
                    <a:pt x="2119224" y="6858407"/>
                  </a:lnTo>
                  <a:lnTo>
                    <a:pt x="2031534" y="6896156"/>
                  </a:lnTo>
                  <a:lnTo>
                    <a:pt x="1943161" y="6929738"/>
                  </a:lnTo>
                  <a:lnTo>
                    <a:pt x="1856343" y="6959073"/>
                  </a:lnTo>
                  <a:lnTo>
                    <a:pt x="1773652" y="6984084"/>
                  </a:lnTo>
                  <a:lnTo>
                    <a:pt x="1697778" y="7004756"/>
                  </a:lnTo>
                  <a:lnTo>
                    <a:pt x="1631217" y="7021180"/>
                  </a:lnTo>
                  <a:lnTo>
                    <a:pt x="1575938" y="7033593"/>
                  </a:lnTo>
                  <a:lnTo>
                    <a:pt x="1533074" y="7042385"/>
                  </a:lnTo>
                  <a:lnTo>
                    <a:pt x="1502723" y="7048091"/>
                  </a:lnTo>
                  <a:lnTo>
                    <a:pt x="1483876" y="7051347"/>
                  </a:lnTo>
                  <a:lnTo>
                    <a:pt x="1474482" y="7052843"/>
                  </a:lnTo>
                  <a:lnTo>
                    <a:pt x="1471569" y="7053272"/>
                  </a:lnTo>
                  <a:lnTo>
                    <a:pt x="1471387" y="7053297"/>
                  </a:lnTo>
                  <a:lnTo>
                    <a:pt x="0" y="7053297"/>
                  </a:lnTo>
                  <a:close/>
                </a:path>
              </a:pathLst>
            </a:custGeom>
            <a:solidFill>
              <a:srgbClr val="F1C40F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992" name="pl1992"/>
            <p:cNvSpPr/>
            <p:nvPr/>
          </p:nvSpPr>
          <p:spPr>
            <a:xfrm>
              <a:off x="4799595" y="3582187"/>
              <a:ext cx="11981298" cy="7053297"/>
            </a:xfrm>
            <a:custGeom>
              <a:avLst/>
              <a:pathLst>
                <a:path w="11981298" h="7053297">
                  <a:moveTo>
                    <a:pt x="0" y="7053297"/>
                  </a:moveTo>
                  <a:lnTo>
                    <a:pt x="1471387" y="7053297"/>
                  </a:lnTo>
                  <a:lnTo>
                    <a:pt x="1472138" y="7053191"/>
                  </a:lnTo>
                  <a:lnTo>
                    <a:pt x="1477115" y="7052436"/>
                  </a:lnTo>
                  <a:lnTo>
                    <a:pt x="1489804" y="7050353"/>
                  </a:lnTo>
                  <a:lnTo>
                    <a:pt x="1512843" y="7046244"/>
                  </a:lnTo>
                  <a:lnTo>
                    <a:pt x="1547900" y="7039433"/>
                  </a:lnTo>
                  <a:lnTo>
                    <a:pt x="1595561" y="7029318"/>
                  </a:lnTo>
                  <a:lnTo>
                    <a:pt x="1655321" y="7015416"/>
                  </a:lnTo>
                  <a:lnTo>
                    <a:pt x="1725696" y="6997394"/>
                  </a:lnTo>
                  <a:lnTo>
                    <a:pt x="1804477" y="6975074"/>
                  </a:lnTo>
                  <a:lnTo>
                    <a:pt x="1889056" y="6948410"/>
                  </a:lnTo>
                  <a:lnTo>
                    <a:pt x="1976755" y="6917448"/>
                  </a:lnTo>
                  <a:lnTo>
                    <a:pt x="2065108" y="6882271"/>
                  </a:lnTo>
                  <a:lnTo>
                    <a:pt x="2152045" y="6842950"/>
                  </a:lnTo>
                  <a:lnTo>
                    <a:pt x="2235979" y="6799499"/>
                  </a:lnTo>
                  <a:lnTo>
                    <a:pt x="2315820" y="6751847"/>
                  </a:lnTo>
                  <a:lnTo>
                    <a:pt x="2390920" y="6699817"/>
                  </a:lnTo>
                  <a:lnTo>
                    <a:pt x="2461004" y="6643117"/>
                  </a:lnTo>
                  <a:lnTo>
                    <a:pt x="2526082" y="6581340"/>
                  </a:lnTo>
                  <a:lnTo>
                    <a:pt x="2586373" y="6513967"/>
                  </a:lnTo>
                  <a:lnTo>
                    <a:pt x="2642238" y="6440378"/>
                  </a:lnTo>
                  <a:lnTo>
                    <a:pt x="2694125" y="6359869"/>
                  </a:lnTo>
                  <a:lnTo>
                    <a:pt x="2742531" y="6271687"/>
                  </a:lnTo>
                  <a:lnTo>
                    <a:pt x="2787972" y="6175076"/>
                  </a:lnTo>
                  <a:lnTo>
                    <a:pt x="2830953" y="6069355"/>
                  </a:lnTo>
                  <a:lnTo>
                    <a:pt x="2871950" y="5954040"/>
                  </a:lnTo>
                  <a:lnTo>
                    <a:pt x="2896531" y="5877747"/>
                  </a:lnTo>
                  <a:lnTo>
                    <a:pt x="2921631" y="5794222"/>
                  </a:lnTo>
                  <a:lnTo>
                    <a:pt x="2946270" y="5706611"/>
                  </a:lnTo>
                  <a:lnTo>
                    <a:pt x="2970533" y="5614837"/>
                  </a:lnTo>
                  <a:lnTo>
                    <a:pt x="2994491" y="5518853"/>
                  </a:lnTo>
                  <a:lnTo>
                    <a:pt x="3018209" y="5418637"/>
                  </a:lnTo>
                  <a:lnTo>
                    <a:pt x="3041740" y="5314203"/>
                  </a:lnTo>
                  <a:lnTo>
                    <a:pt x="3065132" y="5205598"/>
                  </a:lnTo>
                  <a:lnTo>
                    <a:pt x="3088425" y="5092902"/>
                  </a:lnTo>
                  <a:lnTo>
                    <a:pt x="3111651" y="4976238"/>
                  </a:lnTo>
                  <a:lnTo>
                    <a:pt x="3134837" y="4855762"/>
                  </a:lnTo>
                  <a:lnTo>
                    <a:pt x="3158005" y="4731672"/>
                  </a:lnTo>
                  <a:lnTo>
                    <a:pt x="3181172" y="4604204"/>
                  </a:lnTo>
                  <a:lnTo>
                    <a:pt x="3204349" y="4473631"/>
                  </a:lnTo>
                  <a:lnTo>
                    <a:pt x="3227545" y="4340262"/>
                  </a:lnTo>
                  <a:lnTo>
                    <a:pt x="3250764" y="4204440"/>
                  </a:lnTo>
                  <a:lnTo>
                    <a:pt x="3274006" y="4066537"/>
                  </a:lnTo>
                  <a:lnTo>
                    <a:pt x="3297270" y="3926954"/>
                  </a:lnTo>
                  <a:lnTo>
                    <a:pt x="3320553" y="3786109"/>
                  </a:lnTo>
                  <a:lnTo>
                    <a:pt x="3343847" y="3644442"/>
                  </a:lnTo>
                  <a:lnTo>
                    <a:pt x="3367148" y="3502398"/>
                  </a:lnTo>
                  <a:lnTo>
                    <a:pt x="3390447" y="3360432"/>
                  </a:lnTo>
                  <a:lnTo>
                    <a:pt x="3413738" y="3218996"/>
                  </a:lnTo>
                  <a:lnTo>
                    <a:pt x="3437015" y="3078533"/>
                  </a:lnTo>
                  <a:lnTo>
                    <a:pt x="3460272" y="2939477"/>
                  </a:lnTo>
                  <a:lnTo>
                    <a:pt x="3483506" y="2802241"/>
                  </a:lnTo>
                  <a:lnTo>
                    <a:pt x="3506717" y="2667216"/>
                  </a:lnTo>
                  <a:lnTo>
                    <a:pt x="3529906" y="2534765"/>
                  </a:lnTo>
                  <a:lnTo>
                    <a:pt x="3553079" y="2405218"/>
                  </a:lnTo>
                  <a:lnTo>
                    <a:pt x="3576245" y="2278874"/>
                  </a:lnTo>
                  <a:lnTo>
                    <a:pt x="3599417" y="2155994"/>
                  </a:lnTo>
                  <a:lnTo>
                    <a:pt x="3622614" y="2036799"/>
                  </a:lnTo>
                  <a:lnTo>
                    <a:pt x="3645859" y="1921473"/>
                  </a:lnTo>
                  <a:lnTo>
                    <a:pt x="3669181" y="1810162"/>
                  </a:lnTo>
                  <a:lnTo>
                    <a:pt x="3692616" y="1702973"/>
                  </a:lnTo>
                  <a:lnTo>
                    <a:pt x="3716206" y="1599976"/>
                  </a:lnTo>
                  <a:lnTo>
                    <a:pt x="3739999" y="1501205"/>
                  </a:lnTo>
                  <a:lnTo>
                    <a:pt x="3764054" y="1406661"/>
                  </a:lnTo>
                  <a:lnTo>
                    <a:pt x="3788436" y="1316316"/>
                  </a:lnTo>
                  <a:lnTo>
                    <a:pt x="3813223" y="1230109"/>
                  </a:lnTo>
                  <a:lnTo>
                    <a:pt x="3829811" y="1175549"/>
                  </a:lnTo>
                  <a:lnTo>
                    <a:pt x="3869796" y="1054203"/>
                  </a:lnTo>
                  <a:lnTo>
                    <a:pt x="3911495" y="942579"/>
                  </a:lnTo>
                  <a:lnTo>
                    <a:pt x="3955354" y="840398"/>
                  </a:lnTo>
                  <a:lnTo>
                    <a:pt x="4001863" y="747082"/>
                  </a:lnTo>
                  <a:lnTo>
                    <a:pt x="4051535" y="661912"/>
                  </a:lnTo>
                  <a:lnTo>
                    <a:pt x="4104879" y="584125"/>
                  </a:lnTo>
                  <a:lnTo>
                    <a:pt x="4162380" y="512981"/>
                  </a:lnTo>
                  <a:lnTo>
                    <a:pt x="4224457" y="447806"/>
                  </a:lnTo>
                  <a:lnTo>
                    <a:pt x="4291425" y="388018"/>
                  </a:lnTo>
                  <a:lnTo>
                    <a:pt x="4363432" y="333138"/>
                  </a:lnTo>
                  <a:lnTo>
                    <a:pt x="4440388" y="282803"/>
                  </a:lnTo>
                  <a:lnTo>
                    <a:pt x="4521886" y="236765"/>
                  </a:lnTo>
                  <a:lnTo>
                    <a:pt x="4607118" y="194890"/>
                  </a:lnTo>
                  <a:lnTo>
                    <a:pt x="4694808" y="157140"/>
                  </a:lnTo>
                  <a:lnTo>
                    <a:pt x="4783181" y="123558"/>
                  </a:lnTo>
                  <a:lnTo>
                    <a:pt x="4869999" y="94224"/>
                  </a:lnTo>
                  <a:lnTo>
                    <a:pt x="4952690" y="69212"/>
                  </a:lnTo>
                  <a:lnTo>
                    <a:pt x="5028564" y="48540"/>
                  </a:lnTo>
                  <a:lnTo>
                    <a:pt x="5095125" y="32116"/>
                  </a:lnTo>
                  <a:lnTo>
                    <a:pt x="5150404" y="19704"/>
                  </a:lnTo>
                  <a:lnTo>
                    <a:pt x="5193268" y="10912"/>
                  </a:lnTo>
                  <a:lnTo>
                    <a:pt x="5223620" y="5206"/>
                  </a:lnTo>
                  <a:lnTo>
                    <a:pt x="5242466" y="1949"/>
                  </a:lnTo>
                  <a:lnTo>
                    <a:pt x="5251860" y="454"/>
                  </a:lnTo>
                  <a:lnTo>
                    <a:pt x="5254773" y="25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213" y="90"/>
                  </a:lnTo>
                  <a:lnTo>
                    <a:pt x="6732964" y="733"/>
                  </a:lnTo>
                  <a:lnTo>
                    <a:pt x="6747571" y="2508"/>
                  </a:lnTo>
                  <a:lnTo>
                    <a:pt x="6773961" y="6009"/>
                  </a:lnTo>
                  <a:lnTo>
                    <a:pt x="6813852" y="11802"/>
                  </a:lnTo>
                  <a:lnTo>
                    <a:pt x="6867630" y="20377"/>
                  </a:lnTo>
                  <a:lnTo>
                    <a:pt x="6934368" y="32112"/>
                  </a:lnTo>
                  <a:lnTo>
                    <a:pt x="7012029" y="47246"/>
                  </a:lnTo>
                  <a:lnTo>
                    <a:pt x="7097830" y="65883"/>
                  </a:lnTo>
                  <a:lnTo>
                    <a:pt x="7188663" y="88025"/>
                  </a:lnTo>
                  <a:lnTo>
                    <a:pt x="7281508" y="113611"/>
                  </a:lnTo>
                  <a:lnTo>
                    <a:pt x="7373729" y="142572"/>
                  </a:lnTo>
                  <a:lnTo>
                    <a:pt x="7463249" y="174873"/>
                  </a:lnTo>
                  <a:lnTo>
                    <a:pt x="7548595" y="210546"/>
                  </a:lnTo>
                  <a:lnTo>
                    <a:pt x="7628864" y="249712"/>
                  </a:lnTo>
                  <a:lnTo>
                    <a:pt x="7703633" y="292595"/>
                  </a:lnTo>
                  <a:lnTo>
                    <a:pt x="7772851" y="339520"/>
                  </a:lnTo>
                  <a:lnTo>
                    <a:pt x="7836739" y="390915"/>
                  </a:lnTo>
                  <a:lnTo>
                    <a:pt x="7895701" y="447299"/>
                  </a:lnTo>
                  <a:lnTo>
                    <a:pt x="7950254" y="509265"/>
                  </a:lnTo>
                  <a:lnTo>
                    <a:pt x="8000974" y="577456"/>
                  </a:lnTo>
                  <a:lnTo>
                    <a:pt x="8048460" y="652510"/>
                  </a:lnTo>
                  <a:lnTo>
                    <a:pt x="8093295" y="734996"/>
                  </a:lnTo>
                  <a:lnTo>
                    <a:pt x="8136026" y="825285"/>
                  </a:lnTo>
                  <a:lnTo>
                    <a:pt x="8151487" y="860889"/>
                  </a:lnTo>
                  <a:lnTo>
                    <a:pt x="8180537" y="932067"/>
                  </a:lnTo>
                  <a:lnTo>
                    <a:pt x="8208987" y="1007279"/>
                  </a:lnTo>
                  <a:lnTo>
                    <a:pt x="8236962" y="1086604"/>
                  </a:lnTo>
                  <a:lnTo>
                    <a:pt x="8264571" y="1170085"/>
                  </a:lnTo>
                  <a:lnTo>
                    <a:pt x="8291904" y="1257724"/>
                  </a:lnTo>
                  <a:lnTo>
                    <a:pt x="8319038" y="1349480"/>
                  </a:lnTo>
                  <a:lnTo>
                    <a:pt x="8346035" y="1445263"/>
                  </a:lnTo>
                  <a:lnTo>
                    <a:pt x="8372947" y="1544935"/>
                  </a:lnTo>
                  <a:lnTo>
                    <a:pt x="8399814" y="1648307"/>
                  </a:lnTo>
                  <a:lnTo>
                    <a:pt x="8426667" y="1755138"/>
                  </a:lnTo>
                  <a:lnTo>
                    <a:pt x="8453528" y="1865138"/>
                  </a:lnTo>
                  <a:lnTo>
                    <a:pt x="8480412" y="1977967"/>
                  </a:lnTo>
                  <a:lnTo>
                    <a:pt x="8507326" y="2093241"/>
                  </a:lnTo>
                  <a:lnTo>
                    <a:pt x="8534272" y="2210534"/>
                  </a:lnTo>
                  <a:lnTo>
                    <a:pt x="8561246" y="2329389"/>
                  </a:lnTo>
                  <a:lnTo>
                    <a:pt x="8588242" y="2449318"/>
                  </a:lnTo>
                  <a:lnTo>
                    <a:pt x="8615249" y="2569818"/>
                  </a:lnTo>
                  <a:lnTo>
                    <a:pt x="8642258" y="2690373"/>
                  </a:lnTo>
                  <a:lnTo>
                    <a:pt x="8669257" y="2810466"/>
                  </a:lnTo>
                  <a:lnTo>
                    <a:pt x="8696236" y="2929592"/>
                  </a:lnTo>
                  <a:lnTo>
                    <a:pt x="8723188" y="3047257"/>
                  </a:lnTo>
                  <a:lnTo>
                    <a:pt x="8750109" y="3162998"/>
                  </a:lnTo>
                  <a:lnTo>
                    <a:pt x="8776999" y="3276382"/>
                  </a:lnTo>
                  <a:lnTo>
                    <a:pt x="8803865" y="3387014"/>
                  </a:lnTo>
                  <a:lnTo>
                    <a:pt x="8830718" y="3494547"/>
                  </a:lnTo>
                  <a:lnTo>
                    <a:pt x="8857580" y="3598678"/>
                  </a:lnTo>
                  <a:lnTo>
                    <a:pt x="8884479" y="3699156"/>
                  </a:lnTo>
                  <a:lnTo>
                    <a:pt x="8911454" y="3795780"/>
                  </a:lnTo>
                  <a:lnTo>
                    <a:pt x="8938553" y="3888403"/>
                  </a:lnTo>
                  <a:lnTo>
                    <a:pt x="8965838" y="3976925"/>
                  </a:lnTo>
                  <a:lnTo>
                    <a:pt x="8993381" y="4061293"/>
                  </a:lnTo>
                  <a:lnTo>
                    <a:pt x="9021270" y="4141501"/>
                  </a:lnTo>
                  <a:lnTo>
                    <a:pt x="9049609" y="4217584"/>
                  </a:lnTo>
                  <a:lnTo>
                    <a:pt x="9078520" y="4289613"/>
                  </a:lnTo>
                  <a:lnTo>
                    <a:pt x="9084767" y="4304445"/>
                  </a:lnTo>
                  <a:lnTo>
                    <a:pt x="9126840" y="4397666"/>
                  </a:lnTo>
                  <a:lnTo>
                    <a:pt x="9170832" y="4483026"/>
                  </a:lnTo>
                  <a:lnTo>
                    <a:pt x="9217265" y="4560787"/>
                  </a:lnTo>
                  <a:lnTo>
                    <a:pt x="9266712" y="4631458"/>
                  </a:lnTo>
                  <a:lnTo>
                    <a:pt x="9319769" y="4695665"/>
                  </a:lnTo>
                  <a:lnTo>
                    <a:pt x="9377026" y="4754053"/>
                  </a:lnTo>
                  <a:lnTo>
                    <a:pt x="9439027" y="4807239"/>
                  </a:lnTo>
                  <a:lnTo>
                    <a:pt x="9506224" y="4855772"/>
                  </a:lnTo>
                  <a:lnTo>
                    <a:pt x="9578917" y="4900115"/>
                  </a:lnTo>
                  <a:lnTo>
                    <a:pt x="9657167" y="4940633"/>
                  </a:lnTo>
                  <a:lnTo>
                    <a:pt x="9740702" y="4977586"/>
                  </a:lnTo>
                  <a:lnTo>
                    <a:pt x="9828809" y="5011134"/>
                  </a:lnTo>
                  <a:lnTo>
                    <a:pt x="9920235" y="5041339"/>
                  </a:lnTo>
                  <a:lnTo>
                    <a:pt x="10013129" y="5068188"/>
                  </a:lnTo>
                  <a:lnTo>
                    <a:pt x="10105048" y="5091619"/>
                  </a:lnTo>
                  <a:lnTo>
                    <a:pt x="10193087" y="5111565"/>
                  </a:lnTo>
                  <a:lnTo>
                    <a:pt x="10274129" y="5127996"/>
                  </a:lnTo>
                  <a:lnTo>
                    <a:pt x="10345218" y="5140975"/>
                  </a:lnTo>
                  <a:lnTo>
                    <a:pt x="10403992" y="5150690"/>
                  </a:lnTo>
                  <a:lnTo>
                    <a:pt x="10449077" y="5157465"/>
                  </a:lnTo>
                  <a:lnTo>
                    <a:pt x="10480359" y="5161756"/>
                  </a:lnTo>
                  <a:lnTo>
                    <a:pt x="10499070" y="5164105"/>
                  </a:lnTo>
                  <a:lnTo>
                    <a:pt x="10507705" y="5165100"/>
                  </a:lnTo>
                  <a:lnTo>
                    <a:pt x="10509864" y="5165330"/>
                  </a:lnTo>
                  <a:lnTo>
                    <a:pt x="10509911" y="5165334"/>
                  </a:lnTo>
                  <a:lnTo>
                    <a:pt x="11981298" y="516533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93" name="pl1993"/>
            <p:cNvSpPr/>
            <p:nvPr/>
          </p:nvSpPr>
          <p:spPr>
            <a:xfrm>
              <a:off x="4799595" y="3574014"/>
              <a:ext cx="11981298" cy="7053297"/>
            </a:xfrm>
            <a:custGeom>
              <a:avLst/>
              <a:pathLst>
                <a:path w="11981298" h="7053297">
                  <a:moveTo>
                    <a:pt x="11981298" y="5165334"/>
                  </a:moveTo>
                  <a:lnTo>
                    <a:pt x="10509911" y="5165334"/>
                  </a:lnTo>
                  <a:lnTo>
                    <a:pt x="10509041" y="5165244"/>
                  </a:lnTo>
                  <a:lnTo>
                    <a:pt x="10503290" y="5164601"/>
                  </a:lnTo>
                  <a:lnTo>
                    <a:pt x="10488682" y="5162825"/>
                  </a:lnTo>
                  <a:lnTo>
                    <a:pt x="10462292" y="5159325"/>
                  </a:lnTo>
                  <a:lnTo>
                    <a:pt x="10422401" y="5153532"/>
                  </a:lnTo>
                  <a:lnTo>
                    <a:pt x="10368624" y="5144957"/>
                  </a:lnTo>
                  <a:lnTo>
                    <a:pt x="10301886" y="5133222"/>
                  </a:lnTo>
                  <a:lnTo>
                    <a:pt x="10224224" y="5118088"/>
                  </a:lnTo>
                  <a:lnTo>
                    <a:pt x="10138424" y="5099451"/>
                  </a:lnTo>
                  <a:lnTo>
                    <a:pt x="10047591" y="5077309"/>
                  </a:lnTo>
                  <a:lnTo>
                    <a:pt x="9954746" y="5051723"/>
                  </a:lnTo>
                  <a:lnTo>
                    <a:pt x="9862524" y="5022762"/>
                  </a:lnTo>
                  <a:lnTo>
                    <a:pt x="9773004" y="4990461"/>
                  </a:lnTo>
                  <a:lnTo>
                    <a:pt x="9687658" y="4954788"/>
                  </a:lnTo>
                  <a:lnTo>
                    <a:pt x="9607389" y="4915622"/>
                  </a:lnTo>
                  <a:lnTo>
                    <a:pt x="9532620" y="4872739"/>
                  </a:lnTo>
                  <a:lnTo>
                    <a:pt x="9463402" y="4825814"/>
                  </a:lnTo>
                  <a:lnTo>
                    <a:pt x="9399514" y="4774419"/>
                  </a:lnTo>
                  <a:lnTo>
                    <a:pt x="9340552" y="4718035"/>
                  </a:lnTo>
                  <a:lnTo>
                    <a:pt x="9286000" y="4656069"/>
                  </a:lnTo>
                  <a:lnTo>
                    <a:pt x="9235279" y="4587878"/>
                  </a:lnTo>
                  <a:lnTo>
                    <a:pt x="9187794" y="4512824"/>
                  </a:lnTo>
                  <a:lnTo>
                    <a:pt x="9142958" y="4430338"/>
                  </a:lnTo>
                  <a:lnTo>
                    <a:pt x="9100227" y="4340049"/>
                  </a:lnTo>
                  <a:lnTo>
                    <a:pt x="9084767" y="4304445"/>
                  </a:lnTo>
                  <a:lnTo>
                    <a:pt x="9055716" y="4233267"/>
                  </a:lnTo>
                  <a:lnTo>
                    <a:pt x="9027267" y="4158055"/>
                  </a:lnTo>
                  <a:lnTo>
                    <a:pt x="8999291" y="4078730"/>
                  </a:lnTo>
                  <a:lnTo>
                    <a:pt x="8971682" y="3995249"/>
                  </a:lnTo>
                  <a:lnTo>
                    <a:pt x="8944349" y="3907610"/>
                  </a:lnTo>
                  <a:lnTo>
                    <a:pt x="8917215" y="3815854"/>
                  </a:lnTo>
                  <a:lnTo>
                    <a:pt x="8890218" y="3720071"/>
                  </a:lnTo>
                  <a:lnTo>
                    <a:pt x="8863307" y="3620399"/>
                  </a:lnTo>
                  <a:lnTo>
                    <a:pt x="8836440" y="3517027"/>
                  </a:lnTo>
                  <a:lnTo>
                    <a:pt x="8809586" y="3410196"/>
                  </a:lnTo>
                  <a:lnTo>
                    <a:pt x="8782725" y="3300196"/>
                  </a:lnTo>
                  <a:lnTo>
                    <a:pt x="8755841" y="3187367"/>
                  </a:lnTo>
                  <a:lnTo>
                    <a:pt x="8728927" y="3072093"/>
                  </a:lnTo>
                  <a:lnTo>
                    <a:pt x="8701981" y="2954800"/>
                  </a:lnTo>
                  <a:lnTo>
                    <a:pt x="8675007" y="2835945"/>
                  </a:lnTo>
                  <a:lnTo>
                    <a:pt x="8648011" y="2716016"/>
                  </a:lnTo>
                  <a:lnTo>
                    <a:pt x="8621004" y="2595516"/>
                  </a:lnTo>
                  <a:lnTo>
                    <a:pt x="8593995" y="2474961"/>
                  </a:lnTo>
                  <a:lnTo>
                    <a:pt x="8566996" y="2354867"/>
                  </a:lnTo>
                  <a:lnTo>
                    <a:pt x="8540017" y="2235742"/>
                  </a:lnTo>
                  <a:lnTo>
                    <a:pt x="8513065" y="2118077"/>
                  </a:lnTo>
                  <a:lnTo>
                    <a:pt x="8486144" y="2002336"/>
                  </a:lnTo>
                  <a:lnTo>
                    <a:pt x="8459254" y="1888952"/>
                  </a:lnTo>
                  <a:lnTo>
                    <a:pt x="8432389" y="1778320"/>
                  </a:lnTo>
                  <a:lnTo>
                    <a:pt x="8405535" y="1670787"/>
                  </a:lnTo>
                  <a:lnTo>
                    <a:pt x="8378673" y="1566656"/>
                  </a:lnTo>
                  <a:lnTo>
                    <a:pt x="8351774" y="1466178"/>
                  </a:lnTo>
                  <a:lnTo>
                    <a:pt x="8324799" y="1369553"/>
                  </a:lnTo>
                  <a:lnTo>
                    <a:pt x="8297700" y="1276931"/>
                  </a:lnTo>
                  <a:lnTo>
                    <a:pt x="8270415" y="1188409"/>
                  </a:lnTo>
                  <a:lnTo>
                    <a:pt x="8242872" y="1104041"/>
                  </a:lnTo>
                  <a:lnTo>
                    <a:pt x="8214983" y="1023833"/>
                  </a:lnTo>
                  <a:lnTo>
                    <a:pt x="8186644" y="947750"/>
                  </a:lnTo>
                  <a:lnTo>
                    <a:pt x="8157733" y="875721"/>
                  </a:lnTo>
                  <a:lnTo>
                    <a:pt x="8151487" y="860889"/>
                  </a:lnTo>
                  <a:lnTo>
                    <a:pt x="8109413" y="767668"/>
                  </a:lnTo>
                  <a:lnTo>
                    <a:pt x="8065421" y="682308"/>
                  </a:lnTo>
                  <a:lnTo>
                    <a:pt x="8018989" y="604547"/>
                  </a:lnTo>
                  <a:lnTo>
                    <a:pt x="7969541" y="533875"/>
                  </a:lnTo>
                  <a:lnTo>
                    <a:pt x="7916484" y="469669"/>
                  </a:lnTo>
                  <a:lnTo>
                    <a:pt x="7859227" y="411281"/>
                  </a:lnTo>
                  <a:lnTo>
                    <a:pt x="7797226" y="358095"/>
                  </a:lnTo>
                  <a:lnTo>
                    <a:pt x="7730029" y="309562"/>
                  </a:lnTo>
                  <a:lnTo>
                    <a:pt x="7657336" y="265219"/>
                  </a:lnTo>
                  <a:lnTo>
                    <a:pt x="7579086" y="224701"/>
                  </a:lnTo>
                  <a:lnTo>
                    <a:pt x="7495552" y="187748"/>
                  </a:lnTo>
                  <a:lnTo>
                    <a:pt x="7407445" y="154200"/>
                  </a:lnTo>
                  <a:lnTo>
                    <a:pt x="7316018" y="123995"/>
                  </a:lnTo>
                  <a:lnTo>
                    <a:pt x="7223125" y="97146"/>
                  </a:lnTo>
                  <a:lnTo>
                    <a:pt x="7131205" y="73715"/>
                  </a:lnTo>
                  <a:lnTo>
                    <a:pt x="7043166" y="53769"/>
                  </a:lnTo>
                  <a:lnTo>
                    <a:pt x="6962125" y="37338"/>
                  </a:lnTo>
                  <a:lnTo>
                    <a:pt x="6891035" y="24359"/>
                  </a:lnTo>
                  <a:lnTo>
                    <a:pt x="6832261" y="14644"/>
                  </a:lnTo>
                  <a:lnTo>
                    <a:pt x="6787176" y="7869"/>
                  </a:lnTo>
                  <a:lnTo>
                    <a:pt x="6755894" y="3578"/>
                  </a:lnTo>
                  <a:lnTo>
                    <a:pt x="6737183" y="1229"/>
                  </a:lnTo>
                  <a:lnTo>
                    <a:pt x="6728548" y="234"/>
                  </a:lnTo>
                  <a:lnTo>
                    <a:pt x="6726389" y="4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204" y="106"/>
                  </a:lnTo>
                  <a:lnTo>
                    <a:pt x="5249227" y="860"/>
                  </a:lnTo>
                  <a:lnTo>
                    <a:pt x="5236538" y="2944"/>
                  </a:lnTo>
                  <a:lnTo>
                    <a:pt x="5213499" y="7053"/>
                  </a:lnTo>
                  <a:lnTo>
                    <a:pt x="5178442" y="13864"/>
                  </a:lnTo>
                  <a:lnTo>
                    <a:pt x="5130781" y="23978"/>
                  </a:lnTo>
                  <a:lnTo>
                    <a:pt x="5071021" y="37880"/>
                  </a:lnTo>
                  <a:lnTo>
                    <a:pt x="5000647" y="55902"/>
                  </a:lnTo>
                  <a:lnTo>
                    <a:pt x="4921865" y="78223"/>
                  </a:lnTo>
                  <a:lnTo>
                    <a:pt x="4837286" y="104886"/>
                  </a:lnTo>
                  <a:lnTo>
                    <a:pt x="4749587" y="135848"/>
                  </a:lnTo>
                  <a:lnTo>
                    <a:pt x="4661234" y="171025"/>
                  </a:lnTo>
                  <a:lnTo>
                    <a:pt x="4574298" y="210347"/>
                  </a:lnTo>
                  <a:lnTo>
                    <a:pt x="4490363" y="253798"/>
                  </a:lnTo>
                  <a:lnTo>
                    <a:pt x="4410522" y="301450"/>
                  </a:lnTo>
                  <a:lnTo>
                    <a:pt x="4335422" y="353480"/>
                  </a:lnTo>
                  <a:lnTo>
                    <a:pt x="4265338" y="410179"/>
                  </a:lnTo>
                  <a:lnTo>
                    <a:pt x="4200260" y="471956"/>
                  </a:lnTo>
                  <a:lnTo>
                    <a:pt x="4139969" y="539329"/>
                  </a:lnTo>
                  <a:lnTo>
                    <a:pt x="4084104" y="612919"/>
                  </a:lnTo>
                  <a:lnTo>
                    <a:pt x="4032217" y="693428"/>
                  </a:lnTo>
                  <a:lnTo>
                    <a:pt x="3983811" y="781610"/>
                  </a:lnTo>
                  <a:lnTo>
                    <a:pt x="3938370" y="878221"/>
                  </a:lnTo>
                  <a:lnTo>
                    <a:pt x="3895389" y="983942"/>
                  </a:lnTo>
                  <a:lnTo>
                    <a:pt x="3854392" y="1099256"/>
                  </a:lnTo>
                  <a:lnTo>
                    <a:pt x="3829811" y="1175549"/>
                  </a:lnTo>
                  <a:lnTo>
                    <a:pt x="3804711" y="1259075"/>
                  </a:lnTo>
                  <a:lnTo>
                    <a:pt x="3780072" y="1346686"/>
                  </a:lnTo>
                  <a:lnTo>
                    <a:pt x="3755809" y="1438459"/>
                  </a:lnTo>
                  <a:lnTo>
                    <a:pt x="3731851" y="1534444"/>
                  </a:lnTo>
                  <a:lnTo>
                    <a:pt x="3708133" y="1634659"/>
                  </a:lnTo>
                  <a:lnTo>
                    <a:pt x="3684602" y="1739093"/>
                  </a:lnTo>
                  <a:lnTo>
                    <a:pt x="3661210" y="1847699"/>
                  </a:lnTo>
                  <a:lnTo>
                    <a:pt x="3637917" y="1960394"/>
                  </a:lnTo>
                  <a:lnTo>
                    <a:pt x="3614692" y="2077059"/>
                  </a:lnTo>
                  <a:lnTo>
                    <a:pt x="3591505" y="2197535"/>
                  </a:lnTo>
                  <a:lnTo>
                    <a:pt x="3568337" y="2321624"/>
                  </a:lnTo>
                  <a:lnTo>
                    <a:pt x="3545170" y="2449093"/>
                  </a:lnTo>
                  <a:lnTo>
                    <a:pt x="3521993" y="2579666"/>
                  </a:lnTo>
                  <a:lnTo>
                    <a:pt x="3498797" y="2713035"/>
                  </a:lnTo>
                  <a:lnTo>
                    <a:pt x="3475578" y="2848857"/>
                  </a:lnTo>
                  <a:lnTo>
                    <a:pt x="3452336" y="2986759"/>
                  </a:lnTo>
                  <a:lnTo>
                    <a:pt x="3429072" y="3126343"/>
                  </a:lnTo>
                  <a:lnTo>
                    <a:pt x="3405789" y="3267187"/>
                  </a:lnTo>
                  <a:lnTo>
                    <a:pt x="3382495" y="3408855"/>
                  </a:lnTo>
                  <a:lnTo>
                    <a:pt x="3359194" y="3550898"/>
                  </a:lnTo>
                  <a:lnTo>
                    <a:pt x="3335895" y="3692864"/>
                  </a:lnTo>
                  <a:lnTo>
                    <a:pt x="3312604" y="3834301"/>
                  </a:lnTo>
                  <a:lnTo>
                    <a:pt x="3289327" y="3974763"/>
                  </a:lnTo>
                  <a:lnTo>
                    <a:pt x="3266070" y="4113819"/>
                  </a:lnTo>
                  <a:lnTo>
                    <a:pt x="3242836" y="4251055"/>
                  </a:lnTo>
                  <a:lnTo>
                    <a:pt x="3219625" y="4386080"/>
                  </a:lnTo>
                  <a:lnTo>
                    <a:pt x="3196436" y="4518532"/>
                  </a:lnTo>
                  <a:lnTo>
                    <a:pt x="3173263" y="4648078"/>
                  </a:lnTo>
                  <a:lnTo>
                    <a:pt x="3150097" y="4774422"/>
                  </a:lnTo>
                  <a:lnTo>
                    <a:pt x="3126925" y="4897303"/>
                  </a:lnTo>
                  <a:lnTo>
                    <a:pt x="3103728" y="5016498"/>
                  </a:lnTo>
                  <a:lnTo>
                    <a:pt x="3080483" y="5131824"/>
                  </a:lnTo>
                  <a:lnTo>
                    <a:pt x="3057161" y="5243134"/>
                  </a:lnTo>
                  <a:lnTo>
                    <a:pt x="3033726" y="5350323"/>
                  </a:lnTo>
                  <a:lnTo>
                    <a:pt x="3010136" y="5453321"/>
                  </a:lnTo>
                  <a:lnTo>
                    <a:pt x="2986343" y="5552092"/>
                  </a:lnTo>
                  <a:lnTo>
                    <a:pt x="2962288" y="5646635"/>
                  </a:lnTo>
                  <a:lnTo>
                    <a:pt x="2937906" y="5736981"/>
                  </a:lnTo>
                  <a:lnTo>
                    <a:pt x="2913120" y="5823188"/>
                  </a:lnTo>
                  <a:lnTo>
                    <a:pt x="2896531" y="5877747"/>
                  </a:lnTo>
                  <a:lnTo>
                    <a:pt x="2856546" y="5999094"/>
                  </a:lnTo>
                  <a:lnTo>
                    <a:pt x="2814847" y="6110717"/>
                  </a:lnTo>
                  <a:lnTo>
                    <a:pt x="2770988" y="6212899"/>
                  </a:lnTo>
                  <a:lnTo>
                    <a:pt x="2724479" y="6306214"/>
                  </a:lnTo>
                  <a:lnTo>
                    <a:pt x="2674808" y="6391384"/>
                  </a:lnTo>
                  <a:lnTo>
                    <a:pt x="2621463" y="6469172"/>
                  </a:lnTo>
                  <a:lnTo>
                    <a:pt x="2563962" y="6540316"/>
                  </a:lnTo>
                  <a:lnTo>
                    <a:pt x="2501885" y="6605490"/>
                  </a:lnTo>
                  <a:lnTo>
                    <a:pt x="2434917" y="6665278"/>
                  </a:lnTo>
                  <a:lnTo>
                    <a:pt x="2362910" y="6720158"/>
                  </a:lnTo>
                  <a:lnTo>
                    <a:pt x="2285954" y="6770493"/>
                  </a:lnTo>
                  <a:lnTo>
                    <a:pt x="2204456" y="6816531"/>
                  </a:lnTo>
                  <a:lnTo>
                    <a:pt x="2119224" y="6858407"/>
                  </a:lnTo>
                  <a:lnTo>
                    <a:pt x="2031534" y="6896156"/>
                  </a:lnTo>
                  <a:lnTo>
                    <a:pt x="1943161" y="6929738"/>
                  </a:lnTo>
                  <a:lnTo>
                    <a:pt x="1856343" y="6959073"/>
                  </a:lnTo>
                  <a:lnTo>
                    <a:pt x="1773652" y="6984084"/>
                  </a:lnTo>
                  <a:lnTo>
                    <a:pt x="1697778" y="7004756"/>
                  </a:lnTo>
                  <a:lnTo>
                    <a:pt x="1631217" y="7021180"/>
                  </a:lnTo>
                  <a:lnTo>
                    <a:pt x="1575938" y="7033593"/>
                  </a:lnTo>
                  <a:lnTo>
                    <a:pt x="1533074" y="7042385"/>
                  </a:lnTo>
                  <a:lnTo>
                    <a:pt x="1502723" y="7048091"/>
                  </a:lnTo>
                  <a:lnTo>
                    <a:pt x="1483876" y="7051347"/>
                  </a:lnTo>
                  <a:lnTo>
                    <a:pt x="1474482" y="7052843"/>
                  </a:lnTo>
                  <a:lnTo>
                    <a:pt x="1471569" y="7053272"/>
                  </a:lnTo>
                  <a:lnTo>
                    <a:pt x="1471387" y="7053297"/>
                  </a:lnTo>
                  <a:lnTo>
                    <a:pt x="0" y="705329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94" name="pg1994"/>
            <p:cNvSpPr/>
            <p:nvPr/>
          </p:nvSpPr>
          <p:spPr>
            <a:xfrm>
              <a:off x="4799595" y="5829762"/>
              <a:ext cx="11981298" cy="4903798"/>
            </a:xfrm>
            <a:custGeom>
              <a:avLst/>
              <a:pathLst>
                <a:path w="11981298" h="4903798">
                  <a:moveTo>
                    <a:pt x="0" y="4903798"/>
                  </a:moveTo>
                  <a:lnTo>
                    <a:pt x="1471387" y="4903798"/>
                  </a:lnTo>
                  <a:lnTo>
                    <a:pt x="1472274" y="4903711"/>
                  </a:lnTo>
                  <a:lnTo>
                    <a:pt x="1478136" y="4903090"/>
                  </a:lnTo>
                  <a:lnTo>
                    <a:pt x="1493018" y="4901372"/>
                  </a:lnTo>
                  <a:lnTo>
                    <a:pt x="1519884" y="4897987"/>
                  </a:lnTo>
                  <a:lnTo>
                    <a:pt x="1560458" y="4892388"/>
                  </a:lnTo>
                  <a:lnTo>
                    <a:pt x="1615092" y="4884102"/>
                  </a:lnTo>
                  <a:lnTo>
                    <a:pt x="1682794" y="4872769"/>
                  </a:lnTo>
                  <a:lnTo>
                    <a:pt x="1761447" y="4858166"/>
                  </a:lnTo>
                  <a:lnTo>
                    <a:pt x="1848184" y="4840195"/>
                  </a:lnTo>
                  <a:lnTo>
                    <a:pt x="1939832" y="4818862"/>
                  </a:lnTo>
                  <a:lnTo>
                    <a:pt x="2033327" y="4794225"/>
                  </a:lnTo>
                  <a:lnTo>
                    <a:pt x="2126018" y="4766351"/>
                  </a:lnTo>
                  <a:lnTo>
                    <a:pt x="2215830" y="4735269"/>
                  </a:lnTo>
                  <a:lnTo>
                    <a:pt x="2301313" y="4700942"/>
                  </a:lnTo>
                  <a:lnTo>
                    <a:pt x="2381594" y="4663245"/>
                  </a:lnTo>
                  <a:lnTo>
                    <a:pt x="2456281" y="4621951"/>
                  </a:lnTo>
                  <a:lnTo>
                    <a:pt x="2525356" y="4576736"/>
                  </a:lnTo>
                  <a:lnTo>
                    <a:pt x="2589069" y="4527176"/>
                  </a:lnTo>
                  <a:lnTo>
                    <a:pt x="2647848" y="4472760"/>
                  </a:lnTo>
                  <a:lnTo>
                    <a:pt x="2702231" y="4412907"/>
                  </a:lnTo>
                  <a:lnTo>
                    <a:pt x="2752810" y="4346994"/>
                  </a:lnTo>
                  <a:lnTo>
                    <a:pt x="2800195" y="4274405"/>
                  </a:lnTo>
                  <a:lnTo>
                    <a:pt x="2844979" y="4194614"/>
                  </a:lnTo>
                  <a:lnTo>
                    <a:pt x="2887708" y="4107300"/>
                  </a:lnTo>
                  <a:lnTo>
                    <a:pt x="2896531" y="4087861"/>
                  </a:lnTo>
                  <a:lnTo>
                    <a:pt x="2926305" y="4018650"/>
                  </a:lnTo>
                  <a:lnTo>
                    <a:pt x="2955451" y="3945419"/>
                  </a:lnTo>
                  <a:lnTo>
                    <a:pt x="2984105" y="3868088"/>
                  </a:lnTo>
                  <a:lnTo>
                    <a:pt x="3012382" y="3786616"/>
                  </a:lnTo>
                  <a:lnTo>
                    <a:pt x="3040377" y="3701003"/>
                  </a:lnTo>
                  <a:lnTo>
                    <a:pt x="3068171" y="3611299"/>
                  </a:lnTo>
                  <a:lnTo>
                    <a:pt x="3095831" y="3517601"/>
                  </a:lnTo>
                  <a:lnTo>
                    <a:pt x="3123409" y="3420059"/>
                  </a:lnTo>
                  <a:lnTo>
                    <a:pt x="3150948" y="3318875"/>
                  </a:lnTo>
                  <a:lnTo>
                    <a:pt x="3178478" y="3214307"/>
                  </a:lnTo>
                  <a:lnTo>
                    <a:pt x="3206021" y="3106663"/>
                  </a:lnTo>
                  <a:lnTo>
                    <a:pt x="3233591" y="2996303"/>
                  </a:lnTo>
                  <a:lnTo>
                    <a:pt x="3261194" y="2883632"/>
                  </a:lnTo>
                  <a:lnTo>
                    <a:pt x="3288829" y="2769096"/>
                  </a:lnTo>
                  <a:lnTo>
                    <a:pt x="3316492" y="2653172"/>
                  </a:lnTo>
                  <a:lnTo>
                    <a:pt x="3344173" y="2536366"/>
                  </a:lnTo>
                  <a:lnTo>
                    <a:pt x="3371863" y="2419199"/>
                  </a:lnTo>
                  <a:lnTo>
                    <a:pt x="3399549" y="2302197"/>
                  </a:lnTo>
                  <a:lnTo>
                    <a:pt x="3427220" y="2185885"/>
                  </a:lnTo>
                  <a:lnTo>
                    <a:pt x="3454867" y="2070775"/>
                  </a:lnTo>
                  <a:lnTo>
                    <a:pt x="3482481" y="1957355"/>
                  </a:lnTo>
                  <a:lnTo>
                    <a:pt x="3510063" y="1846086"/>
                  </a:lnTo>
                  <a:lnTo>
                    <a:pt x="3537615" y="1737387"/>
                  </a:lnTo>
                  <a:lnTo>
                    <a:pt x="3565148" y="1631635"/>
                  </a:lnTo>
                  <a:lnTo>
                    <a:pt x="3592681" y="1529159"/>
                  </a:lnTo>
                  <a:lnTo>
                    <a:pt x="3620240" y="1430234"/>
                  </a:lnTo>
                  <a:lnTo>
                    <a:pt x="3647864" y="1335085"/>
                  </a:lnTo>
                  <a:lnTo>
                    <a:pt x="3675601" y="1243880"/>
                  </a:lnTo>
                  <a:lnTo>
                    <a:pt x="3703513" y="1156737"/>
                  </a:lnTo>
                  <a:lnTo>
                    <a:pt x="3731674" y="1073721"/>
                  </a:lnTo>
                  <a:lnTo>
                    <a:pt x="3760175" y="994851"/>
                  </a:lnTo>
                  <a:lnTo>
                    <a:pt x="3789124" y="920102"/>
                  </a:lnTo>
                  <a:lnTo>
                    <a:pt x="3818647" y="849406"/>
                  </a:lnTo>
                  <a:lnTo>
                    <a:pt x="3829811" y="824110"/>
                  </a:lnTo>
                  <a:lnTo>
                    <a:pt x="3872169" y="735196"/>
                  </a:lnTo>
                  <a:lnTo>
                    <a:pt x="3916475" y="653830"/>
                  </a:lnTo>
                  <a:lnTo>
                    <a:pt x="3963261" y="579758"/>
                  </a:lnTo>
                  <a:lnTo>
                    <a:pt x="4013114" y="512482"/>
                  </a:lnTo>
                  <a:lnTo>
                    <a:pt x="4066641" y="451399"/>
                  </a:lnTo>
                  <a:lnTo>
                    <a:pt x="4124443" y="395883"/>
                  </a:lnTo>
                  <a:lnTo>
                    <a:pt x="4187072" y="345341"/>
                  </a:lnTo>
                  <a:lnTo>
                    <a:pt x="4254985" y="299245"/>
                  </a:lnTo>
                  <a:lnTo>
                    <a:pt x="4328475" y="257153"/>
                  </a:lnTo>
                  <a:lnTo>
                    <a:pt x="4407591" y="218717"/>
                  </a:lnTo>
                  <a:lnTo>
                    <a:pt x="4492029" y="183691"/>
                  </a:lnTo>
                  <a:lnTo>
                    <a:pt x="4581026" y="151928"/>
                  </a:lnTo>
                  <a:lnTo>
                    <a:pt x="4673259" y="123375"/>
                  </a:lnTo>
                  <a:lnTo>
                    <a:pt x="4766787" y="98048"/>
                  </a:lnTo>
                  <a:lnTo>
                    <a:pt x="4859072" y="76010"/>
                  </a:lnTo>
                  <a:lnTo>
                    <a:pt x="4947114" y="57325"/>
                  </a:lnTo>
                  <a:lnTo>
                    <a:pt x="5027734" y="42013"/>
                  </a:lnTo>
                  <a:lnTo>
                    <a:pt x="5097961" y="30003"/>
                  </a:lnTo>
                  <a:lnTo>
                    <a:pt x="5155484" y="21098"/>
                  </a:lnTo>
                  <a:lnTo>
                    <a:pt x="5199050" y="14966"/>
                  </a:lnTo>
                  <a:lnTo>
                    <a:pt x="5228718" y="11157"/>
                  </a:lnTo>
                  <a:lnTo>
                    <a:pt x="5245927" y="9134"/>
                  </a:lnTo>
                  <a:lnTo>
                    <a:pt x="5253394" y="8328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264" y="8253"/>
                  </a:lnTo>
                  <a:lnTo>
                    <a:pt x="6733347" y="8827"/>
                  </a:lnTo>
                  <a:lnTo>
                    <a:pt x="6748776" y="10413"/>
                  </a:lnTo>
                  <a:lnTo>
                    <a:pt x="6776591" y="13539"/>
                  </a:lnTo>
                  <a:lnTo>
                    <a:pt x="6818520" y="18706"/>
                  </a:lnTo>
                  <a:lnTo>
                    <a:pt x="6874847" y="26346"/>
                  </a:lnTo>
                  <a:lnTo>
                    <a:pt x="6944447" y="36782"/>
                  </a:lnTo>
                  <a:lnTo>
                    <a:pt x="7025041" y="50211"/>
                  </a:lnTo>
                  <a:lnTo>
                    <a:pt x="7113599" y="66711"/>
                  </a:lnTo>
                  <a:lnTo>
                    <a:pt x="7206818" y="86270"/>
                  </a:lnTo>
                  <a:lnTo>
                    <a:pt x="7301552" y="108832"/>
                  </a:lnTo>
                  <a:lnTo>
                    <a:pt x="7395122" y="134337"/>
                  </a:lnTo>
                  <a:lnTo>
                    <a:pt x="7485468" y="162766"/>
                  </a:lnTo>
                  <a:lnTo>
                    <a:pt x="7571184" y="194165"/>
                  </a:lnTo>
                  <a:lnTo>
                    <a:pt x="7651458" y="228666"/>
                  </a:lnTo>
                  <a:lnTo>
                    <a:pt x="7725963" y="266494"/>
                  </a:lnTo>
                  <a:lnTo>
                    <a:pt x="7794745" y="307969"/>
                  </a:lnTo>
                  <a:lnTo>
                    <a:pt x="7858108" y="353499"/>
                  </a:lnTo>
                  <a:lnTo>
                    <a:pt x="7916531" y="403572"/>
                  </a:lnTo>
                  <a:lnTo>
                    <a:pt x="7970589" y="458737"/>
                  </a:lnTo>
                  <a:lnTo>
                    <a:pt x="8020905" y="519571"/>
                  </a:lnTo>
                  <a:lnTo>
                    <a:pt x="8068112" y="586630"/>
                  </a:lnTo>
                  <a:lnTo>
                    <a:pt x="8112816" y="660360"/>
                  </a:lnTo>
                  <a:lnTo>
                    <a:pt x="8151487" y="732845"/>
                  </a:lnTo>
                  <a:lnTo>
                    <a:pt x="8182902" y="797849"/>
                  </a:lnTo>
                  <a:lnTo>
                    <a:pt x="8213627" y="866838"/>
                  </a:lnTo>
                  <a:lnTo>
                    <a:pt x="8243818" y="939892"/>
                  </a:lnTo>
                  <a:lnTo>
                    <a:pt x="8273607" y="1017049"/>
                  </a:lnTo>
                  <a:lnTo>
                    <a:pt x="8303104" y="1098297"/>
                  </a:lnTo>
                  <a:lnTo>
                    <a:pt x="8332399" y="1183574"/>
                  </a:lnTo>
                  <a:lnTo>
                    <a:pt x="8361566" y="1272761"/>
                  </a:lnTo>
                  <a:lnTo>
                    <a:pt x="8390661" y="1365681"/>
                  </a:lnTo>
                  <a:lnTo>
                    <a:pt x="8419729" y="1462099"/>
                  </a:lnTo>
                  <a:lnTo>
                    <a:pt x="8448800" y="1561720"/>
                  </a:lnTo>
                  <a:lnTo>
                    <a:pt x="8477896" y="1664193"/>
                  </a:lnTo>
                  <a:lnTo>
                    <a:pt x="8507026" y="1769113"/>
                  </a:lnTo>
                  <a:lnTo>
                    <a:pt x="8536193" y="1876029"/>
                  </a:lnTo>
                  <a:lnTo>
                    <a:pt x="8565393" y="1984451"/>
                  </a:lnTo>
                  <a:lnTo>
                    <a:pt x="8594617" y="2093858"/>
                  </a:lnTo>
                  <a:lnTo>
                    <a:pt x="8623851" y="2203708"/>
                  </a:lnTo>
                  <a:lnTo>
                    <a:pt x="8653083" y="2313449"/>
                  </a:lnTo>
                  <a:lnTo>
                    <a:pt x="8682298" y="2422534"/>
                  </a:lnTo>
                  <a:lnTo>
                    <a:pt x="8711486" y="2530427"/>
                  </a:lnTo>
                  <a:lnTo>
                    <a:pt x="8740639" y="2636618"/>
                  </a:lnTo>
                  <a:lnTo>
                    <a:pt x="8769755" y="2740631"/>
                  </a:lnTo>
                  <a:lnTo>
                    <a:pt x="8798839" y="2842032"/>
                  </a:lnTo>
                  <a:lnTo>
                    <a:pt x="8827906" y="2940438"/>
                  </a:lnTo>
                  <a:lnTo>
                    <a:pt x="8856980" y="3035518"/>
                  </a:lnTo>
                  <a:lnTo>
                    <a:pt x="8886098" y="3127001"/>
                  </a:lnTo>
                  <a:lnTo>
                    <a:pt x="8915307" y="3214674"/>
                  </a:lnTo>
                  <a:lnTo>
                    <a:pt x="8944672" y="3298385"/>
                  </a:lnTo>
                  <a:lnTo>
                    <a:pt x="8974271" y="3378035"/>
                  </a:lnTo>
                  <a:lnTo>
                    <a:pt x="9004204" y="3453584"/>
                  </a:lnTo>
                  <a:lnTo>
                    <a:pt x="9034587" y="3525040"/>
                  </a:lnTo>
                  <a:lnTo>
                    <a:pt x="9065562" y="3592456"/>
                  </a:lnTo>
                  <a:lnTo>
                    <a:pt x="9084767" y="3631535"/>
                  </a:lnTo>
                  <a:lnTo>
                    <a:pt x="9127683" y="3711480"/>
                  </a:lnTo>
                  <a:lnTo>
                    <a:pt x="9172605" y="3784548"/>
                  </a:lnTo>
                  <a:lnTo>
                    <a:pt x="9220087" y="3850980"/>
                  </a:lnTo>
                  <a:lnTo>
                    <a:pt x="9270739" y="3911239"/>
                  </a:lnTo>
                  <a:lnTo>
                    <a:pt x="9325194" y="3965884"/>
                  </a:lnTo>
                  <a:lnTo>
                    <a:pt x="9384072" y="4015493"/>
                  </a:lnTo>
                  <a:lnTo>
                    <a:pt x="9447943" y="4060609"/>
                  </a:lnTo>
                  <a:lnTo>
                    <a:pt x="9517270" y="4101713"/>
                  </a:lnTo>
                  <a:lnTo>
                    <a:pt x="9592339" y="4139205"/>
                  </a:lnTo>
                  <a:lnTo>
                    <a:pt x="9673162" y="4173397"/>
                  </a:lnTo>
                  <a:lnTo>
                    <a:pt x="9759372" y="4204503"/>
                  </a:lnTo>
                  <a:lnTo>
                    <a:pt x="9850103" y="4232647"/>
                  </a:lnTo>
                  <a:lnTo>
                    <a:pt x="9943886" y="4257868"/>
                  </a:lnTo>
                  <a:lnTo>
                    <a:pt x="10038601" y="4280142"/>
                  </a:lnTo>
                  <a:lnTo>
                    <a:pt x="10131510" y="4299406"/>
                  </a:lnTo>
                  <a:lnTo>
                    <a:pt x="10219438" y="4315607"/>
                  </a:lnTo>
                  <a:lnTo>
                    <a:pt x="10299089" y="4328740"/>
                  </a:lnTo>
                  <a:lnTo>
                    <a:pt x="10367485" y="4338894"/>
                  </a:lnTo>
                  <a:lnTo>
                    <a:pt x="10422442" y="4346278"/>
                  </a:lnTo>
                  <a:lnTo>
                    <a:pt x="10462965" y="4351227"/>
                  </a:lnTo>
                  <a:lnTo>
                    <a:pt x="10489479" y="4354180"/>
                  </a:lnTo>
                  <a:lnTo>
                    <a:pt x="10503847" y="4355645"/>
                  </a:lnTo>
                  <a:lnTo>
                    <a:pt x="10509229" y="4356148"/>
                  </a:lnTo>
                  <a:lnTo>
                    <a:pt x="10509911" y="4356208"/>
                  </a:lnTo>
                  <a:lnTo>
                    <a:pt x="11981298" y="4356208"/>
                  </a:lnTo>
                  <a:lnTo>
                    <a:pt x="11981298" y="4348035"/>
                  </a:lnTo>
                  <a:lnTo>
                    <a:pt x="10509911" y="4348035"/>
                  </a:lnTo>
                  <a:lnTo>
                    <a:pt x="10508989" y="4347954"/>
                  </a:lnTo>
                  <a:lnTo>
                    <a:pt x="10502906" y="4347380"/>
                  </a:lnTo>
                  <a:lnTo>
                    <a:pt x="10487478" y="4345794"/>
                  </a:lnTo>
                  <a:lnTo>
                    <a:pt x="10459662" y="4342668"/>
                  </a:lnTo>
                  <a:lnTo>
                    <a:pt x="10417733" y="4337501"/>
                  </a:lnTo>
                  <a:lnTo>
                    <a:pt x="10361407" y="4329861"/>
                  </a:lnTo>
                  <a:lnTo>
                    <a:pt x="10291806" y="4319425"/>
                  </a:lnTo>
                  <a:lnTo>
                    <a:pt x="10211212" y="4305996"/>
                  </a:lnTo>
                  <a:lnTo>
                    <a:pt x="10122654" y="4289497"/>
                  </a:lnTo>
                  <a:lnTo>
                    <a:pt x="10029436" y="4269937"/>
                  </a:lnTo>
                  <a:lnTo>
                    <a:pt x="9934701" y="4247375"/>
                  </a:lnTo>
                  <a:lnTo>
                    <a:pt x="9841131" y="4221870"/>
                  </a:lnTo>
                  <a:lnTo>
                    <a:pt x="9750785" y="4193441"/>
                  </a:lnTo>
                  <a:lnTo>
                    <a:pt x="9665069" y="4162042"/>
                  </a:lnTo>
                  <a:lnTo>
                    <a:pt x="9584796" y="4127541"/>
                  </a:lnTo>
                  <a:lnTo>
                    <a:pt x="9510290" y="4089713"/>
                  </a:lnTo>
                  <a:lnTo>
                    <a:pt x="9441509" y="4048238"/>
                  </a:lnTo>
                  <a:lnTo>
                    <a:pt x="9378145" y="4002709"/>
                  </a:lnTo>
                  <a:lnTo>
                    <a:pt x="9319722" y="3952635"/>
                  </a:lnTo>
                  <a:lnTo>
                    <a:pt x="9265665" y="3897470"/>
                  </a:lnTo>
                  <a:lnTo>
                    <a:pt x="9215348" y="3836636"/>
                  </a:lnTo>
                  <a:lnTo>
                    <a:pt x="9168141" y="3769577"/>
                  </a:lnTo>
                  <a:lnTo>
                    <a:pt x="9123437" y="3695847"/>
                  </a:lnTo>
                  <a:lnTo>
                    <a:pt x="9084767" y="3623362"/>
                  </a:lnTo>
                  <a:lnTo>
                    <a:pt x="9053351" y="3558358"/>
                  </a:lnTo>
                  <a:lnTo>
                    <a:pt x="9022626" y="3489370"/>
                  </a:lnTo>
                  <a:lnTo>
                    <a:pt x="8992435" y="3416315"/>
                  </a:lnTo>
                  <a:lnTo>
                    <a:pt x="8962646" y="3339158"/>
                  </a:lnTo>
                  <a:lnTo>
                    <a:pt x="8933149" y="3257910"/>
                  </a:lnTo>
                  <a:lnTo>
                    <a:pt x="8903854" y="3172633"/>
                  </a:lnTo>
                  <a:lnTo>
                    <a:pt x="8874687" y="3083446"/>
                  </a:lnTo>
                  <a:lnTo>
                    <a:pt x="8845592" y="2990526"/>
                  </a:lnTo>
                  <a:lnTo>
                    <a:pt x="8816524" y="2894108"/>
                  </a:lnTo>
                  <a:lnTo>
                    <a:pt x="8787453" y="2794487"/>
                  </a:lnTo>
                  <a:lnTo>
                    <a:pt x="8758357" y="2692015"/>
                  </a:lnTo>
                  <a:lnTo>
                    <a:pt x="8729227" y="2587095"/>
                  </a:lnTo>
                  <a:lnTo>
                    <a:pt x="8700060" y="2480178"/>
                  </a:lnTo>
                  <a:lnTo>
                    <a:pt x="8670860" y="2371756"/>
                  </a:lnTo>
                  <a:lnTo>
                    <a:pt x="8641637" y="2262349"/>
                  </a:lnTo>
                  <a:lnTo>
                    <a:pt x="8612402" y="2152499"/>
                  </a:lnTo>
                  <a:lnTo>
                    <a:pt x="8583170" y="2042758"/>
                  </a:lnTo>
                  <a:lnTo>
                    <a:pt x="8553955" y="1933673"/>
                  </a:lnTo>
                  <a:lnTo>
                    <a:pt x="8524767" y="1825780"/>
                  </a:lnTo>
                  <a:lnTo>
                    <a:pt x="8495614" y="1719589"/>
                  </a:lnTo>
                  <a:lnTo>
                    <a:pt x="8466498" y="1615576"/>
                  </a:lnTo>
                  <a:lnTo>
                    <a:pt x="8437414" y="1514175"/>
                  </a:lnTo>
                  <a:lnTo>
                    <a:pt x="8408347" y="1415769"/>
                  </a:lnTo>
                  <a:lnTo>
                    <a:pt x="8379273" y="1320689"/>
                  </a:lnTo>
                  <a:lnTo>
                    <a:pt x="8350156" y="1229206"/>
                  </a:lnTo>
                  <a:lnTo>
                    <a:pt x="8320946" y="1141533"/>
                  </a:lnTo>
                  <a:lnTo>
                    <a:pt x="8291582" y="1057822"/>
                  </a:lnTo>
                  <a:lnTo>
                    <a:pt x="8261982" y="978172"/>
                  </a:lnTo>
                  <a:lnTo>
                    <a:pt x="8232049" y="902623"/>
                  </a:lnTo>
                  <a:lnTo>
                    <a:pt x="8201666" y="831168"/>
                  </a:lnTo>
                  <a:lnTo>
                    <a:pt x="8170692" y="763751"/>
                  </a:lnTo>
                  <a:lnTo>
                    <a:pt x="8151487" y="724672"/>
                  </a:lnTo>
                  <a:lnTo>
                    <a:pt x="8108570" y="644728"/>
                  </a:lnTo>
                  <a:lnTo>
                    <a:pt x="8063648" y="571660"/>
                  </a:lnTo>
                  <a:lnTo>
                    <a:pt x="8016166" y="505227"/>
                  </a:lnTo>
                  <a:lnTo>
                    <a:pt x="7965514" y="444968"/>
                  </a:lnTo>
                  <a:lnTo>
                    <a:pt x="7911060" y="390323"/>
                  </a:lnTo>
                  <a:lnTo>
                    <a:pt x="7852181" y="340714"/>
                  </a:lnTo>
                  <a:lnTo>
                    <a:pt x="7788310" y="295598"/>
                  </a:lnTo>
                  <a:lnTo>
                    <a:pt x="7718983" y="254494"/>
                  </a:lnTo>
                  <a:lnTo>
                    <a:pt x="7643915" y="217002"/>
                  </a:lnTo>
                  <a:lnTo>
                    <a:pt x="7563091" y="182810"/>
                  </a:lnTo>
                  <a:lnTo>
                    <a:pt x="7476881" y="151704"/>
                  </a:lnTo>
                  <a:lnTo>
                    <a:pt x="7386150" y="123560"/>
                  </a:lnTo>
                  <a:lnTo>
                    <a:pt x="7292367" y="98339"/>
                  </a:lnTo>
                  <a:lnTo>
                    <a:pt x="7197653" y="76065"/>
                  </a:lnTo>
                  <a:lnTo>
                    <a:pt x="7104743" y="56801"/>
                  </a:lnTo>
                  <a:lnTo>
                    <a:pt x="7016815" y="40600"/>
                  </a:lnTo>
                  <a:lnTo>
                    <a:pt x="6937164" y="27467"/>
                  </a:lnTo>
                  <a:lnTo>
                    <a:pt x="6868768" y="17313"/>
                  </a:lnTo>
                  <a:lnTo>
                    <a:pt x="6813812" y="9929"/>
                  </a:lnTo>
                  <a:lnTo>
                    <a:pt x="6773289" y="4980"/>
                  </a:lnTo>
                  <a:lnTo>
                    <a:pt x="6746774" y="2027"/>
                  </a:lnTo>
                  <a:lnTo>
                    <a:pt x="6732406" y="563"/>
                  </a:lnTo>
                  <a:lnTo>
                    <a:pt x="6727024" y="59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068" y="87"/>
                  </a:lnTo>
                  <a:lnTo>
                    <a:pt x="5248206" y="708"/>
                  </a:lnTo>
                  <a:lnTo>
                    <a:pt x="5233325" y="2426"/>
                  </a:lnTo>
                  <a:lnTo>
                    <a:pt x="5206458" y="5811"/>
                  </a:lnTo>
                  <a:lnTo>
                    <a:pt x="5165884" y="11410"/>
                  </a:lnTo>
                  <a:lnTo>
                    <a:pt x="5111250" y="19696"/>
                  </a:lnTo>
                  <a:lnTo>
                    <a:pt x="5043548" y="31029"/>
                  </a:lnTo>
                  <a:lnTo>
                    <a:pt x="4964895" y="45632"/>
                  </a:lnTo>
                  <a:lnTo>
                    <a:pt x="4878158" y="63603"/>
                  </a:lnTo>
                  <a:lnTo>
                    <a:pt x="4786510" y="84936"/>
                  </a:lnTo>
                  <a:lnTo>
                    <a:pt x="4693015" y="109573"/>
                  </a:lnTo>
                  <a:lnTo>
                    <a:pt x="4600324" y="137447"/>
                  </a:lnTo>
                  <a:lnTo>
                    <a:pt x="4510512" y="168529"/>
                  </a:lnTo>
                  <a:lnTo>
                    <a:pt x="4425029" y="202856"/>
                  </a:lnTo>
                  <a:lnTo>
                    <a:pt x="4344748" y="240553"/>
                  </a:lnTo>
                  <a:lnTo>
                    <a:pt x="4270061" y="281847"/>
                  </a:lnTo>
                  <a:lnTo>
                    <a:pt x="4200986" y="327062"/>
                  </a:lnTo>
                  <a:lnTo>
                    <a:pt x="4137273" y="376622"/>
                  </a:lnTo>
                  <a:lnTo>
                    <a:pt x="4078494" y="431038"/>
                  </a:lnTo>
                  <a:lnTo>
                    <a:pt x="4024111" y="490891"/>
                  </a:lnTo>
                  <a:lnTo>
                    <a:pt x="3973532" y="556804"/>
                  </a:lnTo>
                  <a:lnTo>
                    <a:pt x="3926147" y="629393"/>
                  </a:lnTo>
                  <a:lnTo>
                    <a:pt x="3881363" y="709184"/>
                  </a:lnTo>
                  <a:lnTo>
                    <a:pt x="3838634" y="796498"/>
                  </a:lnTo>
                  <a:lnTo>
                    <a:pt x="3829811" y="815937"/>
                  </a:lnTo>
                  <a:lnTo>
                    <a:pt x="3800037" y="885148"/>
                  </a:lnTo>
                  <a:lnTo>
                    <a:pt x="3770891" y="958379"/>
                  </a:lnTo>
                  <a:lnTo>
                    <a:pt x="3742237" y="1035710"/>
                  </a:lnTo>
                  <a:lnTo>
                    <a:pt x="3713961" y="1117182"/>
                  </a:lnTo>
                  <a:lnTo>
                    <a:pt x="3685965" y="1202795"/>
                  </a:lnTo>
                  <a:lnTo>
                    <a:pt x="3658171" y="1292499"/>
                  </a:lnTo>
                  <a:lnTo>
                    <a:pt x="3630511" y="1386197"/>
                  </a:lnTo>
                  <a:lnTo>
                    <a:pt x="3602933" y="1483739"/>
                  </a:lnTo>
                  <a:lnTo>
                    <a:pt x="3575394" y="1584923"/>
                  </a:lnTo>
                  <a:lnTo>
                    <a:pt x="3547864" y="1689491"/>
                  </a:lnTo>
                  <a:lnTo>
                    <a:pt x="3520321" y="1797135"/>
                  </a:lnTo>
                  <a:lnTo>
                    <a:pt x="3492751" y="1907495"/>
                  </a:lnTo>
                  <a:lnTo>
                    <a:pt x="3465148" y="2020166"/>
                  </a:lnTo>
                  <a:lnTo>
                    <a:pt x="3437513" y="2134702"/>
                  </a:lnTo>
                  <a:lnTo>
                    <a:pt x="3409850" y="2250626"/>
                  </a:lnTo>
                  <a:lnTo>
                    <a:pt x="3382169" y="2367432"/>
                  </a:lnTo>
                  <a:lnTo>
                    <a:pt x="3354479" y="2484599"/>
                  </a:lnTo>
                  <a:lnTo>
                    <a:pt x="3326793" y="2601601"/>
                  </a:lnTo>
                  <a:lnTo>
                    <a:pt x="3299122" y="2717913"/>
                  </a:lnTo>
                  <a:lnTo>
                    <a:pt x="3271476" y="2833023"/>
                  </a:lnTo>
                  <a:lnTo>
                    <a:pt x="3243861" y="2946443"/>
                  </a:lnTo>
                  <a:lnTo>
                    <a:pt x="3216279" y="3057712"/>
                  </a:lnTo>
                  <a:lnTo>
                    <a:pt x="3188727" y="3166411"/>
                  </a:lnTo>
                  <a:lnTo>
                    <a:pt x="3161194" y="3272163"/>
                  </a:lnTo>
                  <a:lnTo>
                    <a:pt x="3133662" y="3374639"/>
                  </a:lnTo>
                  <a:lnTo>
                    <a:pt x="3106102" y="3473564"/>
                  </a:lnTo>
                  <a:lnTo>
                    <a:pt x="3078478" y="3568713"/>
                  </a:lnTo>
                  <a:lnTo>
                    <a:pt x="3050741" y="3659918"/>
                  </a:lnTo>
                  <a:lnTo>
                    <a:pt x="3022829" y="3747061"/>
                  </a:lnTo>
                  <a:lnTo>
                    <a:pt x="2994668" y="3830077"/>
                  </a:lnTo>
                  <a:lnTo>
                    <a:pt x="2966167" y="3908947"/>
                  </a:lnTo>
                  <a:lnTo>
                    <a:pt x="2937218" y="3983696"/>
                  </a:lnTo>
                  <a:lnTo>
                    <a:pt x="2907695" y="4054392"/>
                  </a:lnTo>
                  <a:lnTo>
                    <a:pt x="2896531" y="4079688"/>
                  </a:lnTo>
                  <a:lnTo>
                    <a:pt x="2854173" y="4168602"/>
                  </a:lnTo>
                  <a:lnTo>
                    <a:pt x="2809867" y="4249968"/>
                  </a:lnTo>
                  <a:lnTo>
                    <a:pt x="2763081" y="4324040"/>
                  </a:lnTo>
                  <a:lnTo>
                    <a:pt x="2713228" y="4391316"/>
                  </a:lnTo>
                  <a:lnTo>
                    <a:pt x="2659701" y="4452399"/>
                  </a:lnTo>
                  <a:lnTo>
                    <a:pt x="2601899" y="4507915"/>
                  </a:lnTo>
                  <a:lnTo>
                    <a:pt x="2539270" y="4558457"/>
                  </a:lnTo>
                  <a:lnTo>
                    <a:pt x="2471358" y="4604553"/>
                  </a:lnTo>
                  <a:lnTo>
                    <a:pt x="2397867" y="4646645"/>
                  </a:lnTo>
                  <a:lnTo>
                    <a:pt x="2318751" y="4685081"/>
                  </a:lnTo>
                  <a:lnTo>
                    <a:pt x="2234313" y="4720107"/>
                  </a:lnTo>
                  <a:lnTo>
                    <a:pt x="2145316" y="4751870"/>
                  </a:lnTo>
                  <a:lnTo>
                    <a:pt x="2053083" y="4780423"/>
                  </a:lnTo>
                  <a:lnTo>
                    <a:pt x="1959555" y="4805750"/>
                  </a:lnTo>
                  <a:lnTo>
                    <a:pt x="1867270" y="4827788"/>
                  </a:lnTo>
                  <a:lnTo>
                    <a:pt x="1779228" y="4846473"/>
                  </a:lnTo>
                  <a:lnTo>
                    <a:pt x="1698608" y="4861785"/>
                  </a:lnTo>
                  <a:lnTo>
                    <a:pt x="1628381" y="4873795"/>
                  </a:lnTo>
                  <a:lnTo>
                    <a:pt x="1570858" y="4882700"/>
                  </a:lnTo>
                  <a:lnTo>
                    <a:pt x="1527292" y="4888832"/>
                  </a:lnTo>
                  <a:lnTo>
                    <a:pt x="1497624" y="4892641"/>
                  </a:lnTo>
                  <a:lnTo>
                    <a:pt x="1480415" y="4894664"/>
                  </a:lnTo>
                  <a:lnTo>
                    <a:pt x="1472948" y="4895470"/>
                  </a:lnTo>
                  <a:lnTo>
                    <a:pt x="1471387" y="4895625"/>
                  </a:lnTo>
                  <a:lnTo>
                    <a:pt x="0" y="4895625"/>
                  </a:lnTo>
                  <a:close/>
                </a:path>
              </a:pathLst>
            </a:custGeom>
            <a:solidFill>
              <a:srgbClr val="DFC48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995" name="pl1995"/>
            <p:cNvSpPr/>
            <p:nvPr/>
          </p:nvSpPr>
          <p:spPr>
            <a:xfrm>
              <a:off x="4799595" y="5837935"/>
              <a:ext cx="11981298" cy="4895625"/>
            </a:xfrm>
            <a:custGeom>
              <a:avLst/>
              <a:pathLst>
                <a:path w="11981298" h="4895625">
                  <a:moveTo>
                    <a:pt x="0" y="4895625"/>
                  </a:moveTo>
                  <a:lnTo>
                    <a:pt x="1471387" y="4895625"/>
                  </a:lnTo>
                  <a:lnTo>
                    <a:pt x="1472274" y="4895538"/>
                  </a:lnTo>
                  <a:lnTo>
                    <a:pt x="1478136" y="4894917"/>
                  </a:lnTo>
                  <a:lnTo>
                    <a:pt x="1493018" y="4893199"/>
                  </a:lnTo>
                  <a:lnTo>
                    <a:pt x="1519884" y="4889814"/>
                  </a:lnTo>
                  <a:lnTo>
                    <a:pt x="1560458" y="4884215"/>
                  </a:lnTo>
                  <a:lnTo>
                    <a:pt x="1615092" y="4875929"/>
                  </a:lnTo>
                  <a:lnTo>
                    <a:pt x="1682794" y="4864596"/>
                  </a:lnTo>
                  <a:lnTo>
                    <a:pt x="1761447" y="4849993"/>
                  </a:lnTo>
                  <a:lnTo>
                    <a:pt x="1848184" y="4832022"/>
                  </a:lnTo>
                  <a:lnTo>
                    <a:pt x="1939832" y="4810689"/>
                  </a:lnTo>
                  <a:lnTo>
                    <a:pt x="2033327" y="4786052"/>
                  </a:lnTo>
                  <a:lnTo>
                    <a:pt x="2126018" y="4758178"/>
                  </a:lnTo>
                  <a:lnTo>
                    <a:pt x="2215830" y="4727096"/>
                  </a:lnTo>
                  <a:lnTo>
                    <a:pt x="2301313" y="4692769"/>
                  </a:lnTo>
                  <a:lnTo>
                    <a:pt x="2381594" y="4655072"/>
                  </a:lnTo>
                  <a:lnTo>
                    <a:pt x="2456281" y="4613778"/>
                  </a:lnTo>
                  <a:lnTo>
                    <a:pt x="2525356" y="4568563"/>
                  </a:lnTo>
                  <a:lnTo>
                    <a:pt x="2589069" y="4519003"/>
                  </a:lnTo>
                  <a:lnTo>
                    <a:pt x="2647848" y="4464587"/>
                  </a:lnTo>
                  <a:lnTo>
                    <a:pt x="2702231" y="4404734"/>
                  </a:lnTo>
                  <a:lnTo>
                    <a:pt x="2752810" y="4338821"/>
                  </a:lnTo>
                  <a:lnTo>
                    <a:pt x="2800195" y="4266232"/>
                  </a:lnTo>
                  <a:lnTo>
                    <a:pt x="2844979" y="4186441"/>
                  </a:lnTo>
                  <a:lnTo>
                    <a:pt x="2887708" y="4099127"/>
                  </a:lnTo>
                  <a:lnTo>
                    <a:pt x="2896531" y="4079688"/>
                  </a:lnTo>
                  <a:lnTo>
                    <a:pt x="2926305" y="4010477"/>
                  </a:lnTo>
                  <a:lnTo>
                    <a:pt x="2955451" y="3937246"/>
                  </a:lnTo>
                  <a:lnTo>
                    <a:pt x="2984105" y="3859915"/>
                  </a:lnTo>
                  <a:lnTo>
                    <a:pt x="3012382" y="3778443"/>
                  </a:lnTo>
                  <a:lnTo>
                    <a:pt x="3040377" y="3692830"/>
                  </a:lnTo>
                  <a:lnTo>
                    <a:pt x="3068171" y="3603126"/>
                  </a:lnTo>
                  <a:lnTo>
                    <a:pt x="3095831" y="3509428"/>
                  </a:lnTo>
                  <a:lnTo>
                    <a:pt x="3123409" y="3411886"/>
                  </a:lnTo>
                  <a:lnTo>
                    <a:pt x="3150948" y="3310702"/>
                  </a:lnTo>
                  <a:lnTo>
                    <a:pt x="3178478" y="3206134"/>
                  </a:lnTo>
                  <a:lnTo>
                    <a:pt x="3206021" y="3098490"/>
                  </a:lnTo>
                  <a:lnTo>
                    <a:pt x="3233591" y="2988130"/>
                  </a:lnTo>
                  <a:lnTo>
                    <a:pt x="3261194" y="2875459"/>
                  </a:lnTo>
                  <a:lnTo>
                    <a:pt x="3288829" y="2760923"/>
                  </a:lnTo>
                  <a:lnTo>
                    <a:pt x="3316492" y="2644999"/>
                  </a:lnTo>
                  <a:lnTo>
                    <a:pt x="3344173" y="2528193"/>
                  </a:lnTo>
                  <a:lnTo>
                    <a:pt x="3371863" y="2411026"/>
                  </a:lnTo>
                  <a:lnTo>
                    <a:pt x="3399549" y="2294024"/>
                  </a:lnTo>
                  <a:lnTo>
                    <a:pt x="3427220" y="2177712"/>
                  </a:lnTo>
                  <a:lnTo>
                    <a:pt x="3454867" y="2062602"/>
                  </a:lnTo>
                  <a:lnTo>
                    <a:pt x="3482481" y="1949182"/>
                  </a:lnTo>
                  <a:lnTo>
                    <a:pt x="3510063" y="1837913"/>
                  </a:lnTo>
                  <a:lnTo>
                    <a:pt x="3537615" y="1729214"/>
                  </a:lnTo>
                  <a:lnTo>
                    <a:pt x="3565148" y="1623462"/>
                  </a:lnTo>
                  <a:lnTo>
                    <a:pt x="3592681" y="1520986"/>
                  </a:lnTo>
                  <a:lnTo>
                    <a:pt x="3620240" y="1422061"/>
                  </a:lnTo>
                  <a:lnTo>
                    <a:pt x="3647864" y="1326912"/>
                  </a:lnTo>
                  <a:lnTo>
                    <a:pt x="3675601" y="1235707"/>
                  </a:lnTo>
                  <a:lnTo>
                    <a:pt x="3703513" y="1148564"/>
                  </a:lnTo>
                  <a:lnTo>
                    <a:pt x="3731674" y="1065548"/>
                  </a:lnTo>
                  <a:lnTo>
                    <a:pt x="3760175" y="986678"/>
                  </a:lnTo>
                  <a:lnTo>
                    <a:pt x="3789124" y="911929"/>
                  </a:lnTo>
                  <a:lnTo>
                    <a:pt x="3818647" y="841233"/>
                  </a:lnTo>
                  <a:lnTo>
                    <a:pt x="3829811" y="815937"/>
                  </a:lnTo>
                  <a:lnTo>
                    <a:pt x="3872169" y="727023"/>
                  </a:lnTo>
                  <a:lnTo>
                    <a:pt x="3916475" y="645657"/>
                  </a:lnTo>
                  <a:lnTo>
                    <a:pt x="3963261" y="571585"/>
                  </a:lnTo>
                  <a:lnTo>
                    <a:pt x="4013114" y="504309"/>
                  </a:lnTo>
                  <a:lnTo>
                    <a:pt x="4066641" y="443226"/>
                  </a:lnTo>
                  <a:lnTo>
                    <a:pt x="4124443" y="387710"/>
                  </a:lnTo>
                  <a:lnTo>
                    <a:pt x="4187072" y="337168"/>
                  </a:lnTo>
                  <a:lnTo>
                    <a:pt x="4254985" y="291072"/>
                  </a:lnTo>
                  <a:lnTo>
                    <a:pt x="4328475" y="248980"/>
                  </a:lnTo>
                  <a:lnTo>
                    <a:pt x="4407591" y="210544"/>
                  </a:lnTo>
                  <a:lnTo>
                    <a:pt x="4492029" y="175518"/>
                  </a:lnTo>
                  <a:lnTo>
                    <a:pt x="4581026" y="143755"/>
                  </a:lnTo>
                  <a:lnTo>
                    <a:pt x="4673259" y="115202"/>
                  </a:lnTo>
                  <a:lnTo>
                    <a:pt x="4766787" y="89875"/>
                  </a:lnTo>
                  <a:lnTo>
                    <a:pt x="4859072" y="67837"/>
                  </a:lnTo>
                  <a:lnTo>
                    <a:pt x="4947114" y="49152"/>
                  </a:lnTo>
                  <a:lnTo>
                    <a:pt x="5027734" y="33840"/>
                  </a:lnTo>
                  <a:lnTo>
                    <a:pt x="5097961" y="21830"/>
                  </a:lnTo>
                  <a:lnTo>
                    <a:pt x="5155484" y="12925"/>
                  </a:lnTo>
                  <a:lnTo>
                    <a:pt x="5199050" y="6793"/>
                  </a:lnTo>
                  <a:lnTo>
                    <a:pt x="5228718" y="2984"/>
                  </a:lnTo>
                  <a:lnTo>
                    <a:pt x="5245927" y="961"/>
                  </a:lnTo>
                  <a:lnTo>
                    <a:pt x="5253394" y="155"/>
                  </a:lnTo>
                  <a:lnTo>
                    <a:pt x="5254946" y="0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264" y="80"/>
                  </a:lnTo>
                  <a:lnTo>
                    <a:pt x="6733347" y="654"/>
                  </a:lnTo>
                  <a:lnTo>
                    <a:pt x="6748776" y="2240"/>
                  </a:lnTo>
                  <a:lnTo>
                    <a:pt x="6776591" y="5366"/>
                  </a:lnTo>
                  <a:lnTo>
                    <a:pt x="6818520" y="10533"/>
                  </a:lnTo>
                  <a:lnTo>
                    <a:pt x="6874847" y="18173"/>
                  </a:lnTo>
                  <a:lnTo>
                    <a:pt x="6944447" y="28609"/>
                  </a:lnTo>
                  <a:lnTo>
                    <a:pt x="7025041" y="42038"/>
                  </a:lnTo>
                  <a:lnTo>
                    <a:pt x="7113599" y="58538"/>
                  </a:lnTo>
                  <a:lnTo>
                    <a:pt x="7206818" y="78097"/>
                  </a:lnTo>
                  <a:lnTo>
                    <a:pt x="7301552" y="100659"/>
                  </a:lnTo>
                  <a:lnTo>
                    <a:pt x="7395122" y="126164"/>
                  </a:lnTo>
                  <a:lnTo>
                    <a:pt x="7485468" y="154593"/>
                  </a:lnTo>
                  <a:lnTo>
                    <a:pt x="7571184" y="185992"/>
                  </a:lnTo>
                  <a:lnTo>
                    <a:pt x="7651458" y="220493"/>
                  </a:lnTo>
                  <a:lnTo>
                    <a:pt x="7725963" y="258321"/>
                  </a:lnTo>
                  <a:lnTo>
                    <a:pt x="7794745" y="299796"/>
                  </a:lnTo>
                  <a:lnTo>
                    <a:pt x="7858108" y="345326"/>
                  </a:lnTo>
                  <a:lnTo>
                    <a:pt x="7916531" y="395399"/>
                  </a:lnTo>
                  <a:lnTo>
                    <a:pt x="7970589" y="450564"/>
                  </a:lnTo>
                  <a:lnTo>
                    <a:pt x="8020905" y="511398"/>
                  </a:lnTo>
                  <a:lnTo>
                    <a:pt x="8068112" y="578457"/>
                  </a:lnTo>
                  <a:lnTo>
                    <a:pt x="8112816" y="652187"/>
                  </a:lnTo>
                  <a:lnTo>
                    <a:pt x="8151487" y="724672"/>
                  </a:lnTo>
                  <a:lnTo>
                    <a:pt x="8182902" y="789676"/>
                  </a:lnTo>
                  <a:lnTo>
                    <a:pt x="8213627" y="858665"/>
                  </a:lnTo>
                  <a:lnTo>
                    <a:pt x="8243818" y="931719"/>
                  </a:lnTo>
                  <a:lnTo>
                    <a:pt x="8273607" y="1008876"/>
                  </a:lnTo>
                  <a:lnTo>
                    <a:pt x="8303104" y="1090124"/>
                  </a:lnTo>
                  <a:lnTo>
                    <a:pt x="8332399" y="1175401"/>
                  </a:lnTo>
                  <a:lnTo>
                    <a:pt x="8361566" y="1264588"/>
                  </a:lnTo>
                  <a:lnTo>
                    <a:pt x="8390661" y="1357508"/>
                  </a:lnTo>
                  <a:lnTo>
                    <a:pt x="8419729" y="1453926"/>
                  </a:lnTo>
                  <a:lnTo>
                    <a:pt x="8448800" y="1553547"/>
                  </a:lnTo>
                  <a:lnTo>
                    <a:pt x="8477896" y="1656020"/>
                  </a:lnTo>
                  <a:lnTo>
                    <a:pt x="8507026" y="1760940"/>
                  </a:lnTo>
                  <a:lnTo>
                    <a:pt x="8536193" y="1867856"/>
                  </a:lnTo>
                  <a:lnTo>
                    <a:pt x="8565393" y="1976278"/>
                  </a:lnTo>
                  <a:lnTo>
                    <a:pt x="8594617" y="2085685"/>
                  </a:lnTo>
                  <a:lnTo>
                    <a:pt x="8623851" y="2195535"/>
                  </a:lnTo>
                  <a:lnTo>
                    <a:pt x="8653083" y="2305276"/>
                  </a:lnTo>
                  <a:lnTo>
                    <a:pt x="8682298" y="2414361"/>
                  </a:lnTo>
                  <a:lnTo>
                    <a:pt x="8711486" y="2522254"/>
                  </a:lnTo>
                  <a:lnTo>
                    <a:pt x="8740639" y="2628445"/>
                  </a:lnTo>
                  <a:lnTo>
                    <a:pt x="8769755" y="2732458"/>
                  </a:lnTo>
                  <a:lnTo>
                    <a:pt x="8798839" y="2833859"/>
                  </a:lnTo>
                  <a:lnTo>
                    <a:pt x="8827906" y="2932265"/>
                  </a:lnTo>
                  <a:lnTo>
                    <a:pt x="8856980" y="3027345"/>
                  </a:lnTo>
                  <a:lnTo>
                    <a:pt x="8886098" y="3118828"/>
                  </a:lnTo>
                  <a:lnTo>
                    <a:pt x="8915307" y="3206501"/>
                  </a:lnTo>
                  <a:lnTo>
                    <a:pt x="8944672" y="3290212"/>
                  </a:lnTo>
                  <a:lnTo>
                    <a:pt x="8974271" y="3369862"/>
                  </a:lnTo>
                  <a:lnTo>
                    <a:pt x="9004204" y="3445411"/>
                  </a:lnTo>
                  <a:lnTo>
                    <a:pt x="9034587" y="3516867"/>
                  </a:lnTo>
                  <a:lnTo>
                    <a:pt x="9065562" y="3584283"/>
                  </a:lnTo>
                  <a:lnTo>
                    <a:pt x="9084767" y="3623362"/>
                  </a:lnTo>
                  <a:lnTo>
                    <a:pt x="9127683" y="3703307"/>
                  </a:lnTo>
                  <a:lnTo>
                    <a:pt x="9172605" y="3776375"/>
                  </a:lnTo>
                  <a:lnTo>
                    <a:pt x="9220087" y="3842807"/>
                  </a:lnTo>
                  <a:lnTo>
                    <a:pt x="9270739" y="3903066"/>
                  </a:lnTo>
                  <a:lnTo>
                    <a:pt x="9325194" y="3957711"/>
                  </a:lnTo>
                  <a:lnTo>
                    <a:pt x="9384072" y="4007320"/>
                  </a:lnTo>
                  <a:lnTo>
                    <a:pt x="9447943" y="4052436"/>
                  </a:lnTo>
                  <a:lnTo>
                    <a:pt x="9517270" y="4093540"/>
                  </a:lnTo>
                  <a:lnTo>
                    <a:pt x="9592339" y="4131032"/>
                  </a:lnTo>
                  <a:lnTo>
                    <a:pt x="9673162" y="4165224"/>
                  </a:lnTo>
                  <a:lnTo>
                    <a:pt x="9759372" y="4196330"/>
                  </a:lnTo>
                  <a:lnTo>
                    <a:pt x="9850103" y="4224474"/>
                  </a:lnTo>
                  <a:lnTo>
                    <a:pt x="9943886" y="4249695"/>
                  </a:lnTo>
                  <a:lnTo>
                    <a:pt x="10038601" y="4271969"/>
                  </a:lnTo>
                  <a:lnTo>
                    <a:pt x="10131510" y="4291233"/>
                  </a:lnTo>
                  <a:lnTo>
                    <a:pt x="10219438" y="4307434"/>
                  </a:lnTo>
                  <a:lnTo>
                    <a:pt x="10299089" y="4320567"/>
                  </a:lnTo>
                  <a:lnTo>
                    <a:pt x="10367485" y="4330721"/>
                  </a:lnTo>
                  <a:lnTo>
                    <a:pt x="10422442" y="4338105"/>
                  </a:lnTo>
                  <a:lnTo>
                    <a:pt x="10462965" y="4343054"/>
                  </a:lnTo>
                  <a:lnTo>
                    <a:pt x="10489479" y="4346007"/>
                  </a:lnTo>
                  <a:lnTo>
                    <a:pt x="10503847" y="4347472"/>
                  </a:lnTo>
                  <a:lnTo>
                    <a:pt x="10509229" y="4347975"/>
                  </a:lnTo>
                  <a:lnTo>
                    <a:pt x="10509911" y="4348035"/>
                  </a:lnTo>
                  <a:lnTo>
                    <a:pt x="11981298" y="434803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96" name="pl1996"/>
            <p:cNvSpPr/>
            <p:nvPr/>
          </p:nvSpPr>
          <p:spPr>
            <a:xfrm>
              <a:off x="4799595" y="5829762"/>
              <a:ext cx="11981298" cy="4895625"/>
            </a:xfrm>
            <a:custGeom>
              <a:avLst/>
              <a:pathLst>
                <a:path w="11981298" h="4895625">
                  <a:moveTo>
                    <a:pt x="11981298" y="4348035"/>
                  </a:moveTo>
                  <a:lnTo>
                    <a:pt x="10509911" y="4348035"/>
                  </a:lnTo>
                  <a:lnTo>
                    <a:pt x="10508989" y="4347954"/>
                  </a:lnTo>
                  <a:lnTo>
                    <a:pt x="10502906" y="4347380"/>
                  </a:lnTo>
                  <a:lnTo>
                    <a:pt x="10487478" y="4345794"/>
                  </a:lnTo>
                  <a:lnTo>
                    <a:pt x="10459662" y="4342668"/>
                  </a:lnTo>
                  <a:lnTo>
                    <a:pt x="10417733" y="4337501"/>
                  </a:lnTo>
                  <a:lnTo>
                    <a:pt x="10361407" y="4329861"/>
                  </a:lnTo>
                  <a:lnTo>
                    <a:pt x="10291806" y="4319425"/>
                  </a:lnTo>
                  <a:lnTo>
                    <a:pt x="10211212" y="4305996"/>
                  </a:lnTo>
                  <a:lnTo>
                    <a:pt x="10122654" y="4289497"/>
                  </a:lnTo>
                  <a:lnTo>
                    <a:pt x="10029436" y="4269937"/>
                  </a:lnTo>
                  <a:lnTo>
                    <a:pt x="9934701" y="4247375"/>
                  </a:lnTo>
                  <a:lnTo>
                    <a:pt x="9841131" y="4221870"/>
                  </a:lnTo>
                  <a:lnTo>
                    <a:pt x="9750785" y="4193441"/>
                  </a:lnTo>
                  <a:lnTo>
                    <a:pt x="9665069" y="4162042"/>
                  </a:lnTo>
                  <a:lnTo>
                    <a:pt x="9584796" y="4127541"/>
                  </a:lnTo>
                  <a:lnTo>
                    <a:pt x="9510290" y="4089713"/>
                  </a:lnTo>
                  <a:lnTo>
                    <a:pt x="9441509" y="4048238"/>
                  </a:lnTo>
                  <a:lnTo>
                    <a:pt x="9378145" y="4002709"/>
                  </a:lnTo>
                  <a:lnTo>
                    <a:pt x="9319722" y="3952635"/>
                  </a:lnTo>
                  <a:lnTo>
                    <a:pt x="9265665" y="3897470"/>
                  </a:lnTo>
                  <a:lnTo>
                    <a:pt x="9215348" y="3836636"/>
                  </a:lnTo>
                  <a:lnTo>
                    <a:pt x="9168141" y="3769577"/>
                  </a:lnTo>
                  <a:lnTo>
                    <a:pt x="9123437" y="3695847"/>
                  </a:lnTo>
                  <a:lnTo>
                    <a:pt x="9084767" y="3623362"/>
                  </a:lnTo>
                  <a:lnTo>
                    <a:pt x="9053351" y="3558358"/>
                  </a:lnTo>
                  <a:lnTo>
                    <a:pt x="9022626" y="3489370"/>
                  </a:lnTo>
                  <a:lnTo>
                    <a:pt x="8992435" y="3416315"/>
                  </a:lnTo>
                  <a:lnTo>
                    <a:pt x="8962646" y="3339158"/>
                  </a:lnTo>
                  <a:lnTo>
                    <a:pt x="8933149" y="3257910"/>
                  </a:lnTo>
                  <a:lnTo>
                    <a:pt x="8903854" y="3172633"/>
                  </a:lnTo>
                  <a:lnTo>
                    <a:pt x="8874687" y="3083446"/>
                  </a:lnTo>
                  <a:lnTo>
                    <a:pt x="8845592" y="2990526"/>
                  </a:lnTo>
                  <a:lnTo>
                    <a:pt x="8816524" y="2894108"/>
                  </a:lnTo>
                  <a:lnTo>
                    <a:pt x="8787453" y="2794487"/>
                  </a:lnTo>
                  <a:lnTo>
                    <a:pt x="8758357" y="2692015"/>
                  </a:lnTo>
                  <a:lnTo>
                    <a:pt x="8729227" y="2587095"/>
                  </a:lnTo>
                  <a:lnTo>
                    <a:pt x="8700060" y="2480178"/>
                  </a:lnTo>
                  <a:lnTo>
                    <a:pt x="8670860" y="2371756"/>
                  </a:lnTo>
                  <a:lnTo>
                    <a:pt x="8641637" y="2262349"/>
                  </a:lnTo>
                  <a:lnTo>
                    <a:pt x="8612402" y="2152499"/>
                  </a:lnTo>
                  <a:lnTo>
                    <a:pt x="8583170" y="2042758"/>
                  </a:lnTo>
                  <a:lnTo>
                    <a:pt x="8553955" y="1933673"/>
                  </a:lnTo>
                  <a:lnTo>
                    <a:pt x="8524767" y="1825780"/>
                  </a:lnTo>
                  <a:lnTo>
                    <a:pt x="8495614" y="1719589"/>
                  </a:lnTo>
                  <a:lnTo>
                    <a:pt x="8466498" y="1615576"/>
                  </a:lnTo>
                  <a:lnTo>
                    <a:pt x="8437414" y="1514175"/>
                  </a:lnTo>
                  <a:lnTo>
                    <a:pt x="8408347" y="1415769"/>
                  </a:lnTo>
                  <a:lnTo>
                    <a:pt x="8379273" y="1320689"/>
                  </a:lnTo>
                  <a:lnTo>
                    <a:pt x="8350156" y="1229206"/>
                  </a:lnTo>
                  <a:lnTo>
                    <a:pt x="8320946" y="1141533"/>
                  </a:lnTo>
                  <a:lnTo>
                    <a:pt x="8291582" y="1057822"/>
                  </a:lnTo>
                  <a:lnTo>
                    <a:pt x="8261982" y="978172"/>
                  </a:lnTo>
                  <a:lnTo>
                    <a:pt x="8232049" y="902623"/>
                  </a:lnTo>
                  <a:lnTo>
                    <a:pt x="8201666" y="831168"/>
                  </a:lnTo>
                  <a:lnTo>
                    <a:pt x="8170692" y="763751"/>
                  </a:lnTo>
                  <a:lnTo>
                    <a:pt x="8151487" y="724672"/>
                  </a:lnTo>
                  <a:lnTo>
                    <a:pt x="8108570" y="644728"/>
                  </a:lnTo>
                  <a:lnTo>
                    <a:pt x="8063648" y="571660"/>
                  </a:lnTo>
                  <a:lnTo>
                    <a:pt x="8016166" y="505227"/>
                  </a:lnTo>
                  <a:lnTo>
                    <a:pt x="7965514" y="444968"/>
                  </a:lnTo>
                  <a:lnTo>
                    <a:pt x="7911060" y="390323"/>
                  </a:lnTo>
                  <a:lnTo>
                    <a:pt x="7852181" y="340714"/>
                  </a:lnTo>
                  <a:lnTo>
                    <a:pt x="7788310" y="295598"/>
                  </a:lnTo>
                  <a:lnTo>
                    <a:pt x="7718983" y="254494"/>
                  </a:lnTo>
                  <a:lnTo>
                    <a:pt x="7643915" y="217002"/>
                  </a:lnTo>
                  <a:lnTo>
                    <a:pt x="7563091" y="182810"/>
                  </a:lnTo>
                  <a:lnTo>
                    <a:pt x="7476881" y="151704"/>
                  </a:lnTo>
                  <a:lnTo>
                    <a:pt x="7386150" y="123560"/>
                  </a:lnTo>
                  <a:lnTo>
                    <a:pt x="7292367" y="98339"/>
                  </a:lnTo>
                  <a:lnTo>
                    <a:pt x="7197653" y="76065"/>
                  </a:lnTo>
                  <a:lnTo>
                    <a:pt x="7104743" y="56801"/>
                  </a:lnTo>
                  <a:lnTo>
                    <a:pt x="7016815" y="40600"/>
                  </a:lnTo>
                  <a:lnTo>
                    <a:pt x="6937164" y="27467"/>
                  </a:lnTo>
                  <a:lnTo>
                    <a:pt x="6868768" y="17313"/>
                  </a:lnTo>
                  <a:lnTo>
                    <a:pt x="6813812" y="9929"/>
                  </a:lnTo>
                  <a:lnTo>
                    <a:pt x="6773289" y="4980"/>
                  </a:lnTo>
                  <a:lnTo>
                    <a:pt x="6746774" y="2027"/>
                  </a:lnTo>
                  <a:lnTo>
                    <a:pt x="6732406" y="563"/>
                  </a:lnTo>
                  <a:lnTo>
                    <a:pt x="6727024" y="59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068" y="87"/>
                  </a:lnTo>
                  <a:lnTo>
                    <a:pt x="5248206" y="708"/>
                  </a:lnTo>
                  <a:lnTo>
                    <a:pt x="5233325" y="2426"/>
                  </a:lnTo>
                  <a:lnTo>
                    <a:pt x="5206458" y="5811"/>
                  </a:lnTo>
                  <a:lnTo>
                    <a:pt x="5165884" y="11410"/>
                  </a:lnTo>
                  <a:lnTo>
                    <a:pt x="5111250" y="19696"/>
                  </a:lnTo>
                  <a:lnTo>
                    <a:pt x="5043548" y="31029"/>
                  </a:lnTo>
                  <a:lnTo>
                    <a:pt x="4964895" y="45632"/>
                  </a:lnTo>
                  <a:lnTo>
                    <a:pt x="4878158" y="63603"/>
                  </a:lnTo>
                  <a:lnTo>
                    <a:pt x="4786510" y="84936"/>
                  </a:lnTo>
                  <a:lnTo>
                    <a:pt x="4693015" y="109573"/>
                  </a:lnTo>
                  <a:lnTo>
                    <a:pt x="4600324" y="137447"/>
                  </a:lnTo>
                  <a:lnTo>
                    <a:pt x="4510512" y="168529"/>
                  </a:lnTo>
                  <a:lnTo>
                    <a:pt x="4425029" y="202856"/>
                  </a:lnTo>
                  <a:lnTo>
                    <a:pt x="4344748" y="240553"/>
                  </a:lnTo>
                  <a:lnTo>
                    <a:pt x="4270061" y="281847"/>
                  </a:lnTo>
                  <a:lnTo>
                    <a:pt x="4200986" y="327062"/>
                  </a:lnTo>
                  <a:lnTo>
                    <a:pt x="4137273" y="376622"/>
                  </a:lnTo>
                  <a:lnTo>
                    <a:pt x="4078494" y="431038"/>
                  </a:lnTo>
                  <a:lnTo>
                    <a:pt x="4024111" y="490891"/>
                  </a:lnTo>
                  <a:lnTo>
                    <a:pt x="3973532" y="556804"/>
                  </a:lnTo>
                  <a:lnTo>
                    <a:pt x="3926147" y="629393"/>
                  </a:lnTo>
                  <a:lnTo>
                    <a:pt x="3881363" y="709184"/>
                  </a:lnTo>
                  <a:lnTo>
                    <a:pt x="3838634" y="796498"/>
                  </a:lnTo>
                  <a:lnTo>
                    <a:pt x="3829811" y="815937"/>
                  </a:lnTo>
                  <a:lnTo>
                    <a:pt x="3800037" y="885148"/>
                  </a:lnTo>
                  <a:lnTo>
                    <a:pt x="3770891" y="958379"/>
                  </a:lnTo>
                  <a:lnTo>
                    <a:pt x="3742237" y="1035710"/>
                  </a:lnTo>
                  <a:lnTo>
                    <a:pt x="3713961" y="1117182"/>
                  </a:lnTo>
                  <a:lnTo>
                    <a:pt x="3685965" y="1202795"/>
                  </a:lnTo>
                  <a:lnTo>
                    <a:pt x="3658171" y="1292499"/>
                  </a:lnTo>
                  <a:lnTo>
                    <a:pt x="3630511" y="1386197"/>
                  </a:lnTo>
                  <a:lnTo>
                    <a:pt x="3602933" y="1483739"/>
                  </a:lnTo>
                  <a:lnTo>
                    <a:pt x="3575394" y="1584923"/>
                  </a:lnTo>
                  <a:lnTo>
                    <a:pt x="3547864" y="1689491"/>
                  </a:lnTo>
                  <a:lnTo>
                    <a:pt x="3520321" y="1797135"/>
                  </a:lnTo>
                  <a:lnTo>
                    <a:pt x="3492751" y="1907495"/>
                  </a:lnTo>
                  <a:lnTo>
                    <a:pt x="3465148" y="2020166"/>
                  </a:lnTo>
                  <a:lnTo>
                    <a:pt x="3437513" y="2134702"/>
                  </a:lnTo>
                  <a:lnTo>
                    <a:pt x="3409850" y="2250626"/>
                  </a:lnTo>
                  <a:lnTo>
                    <a:pt x="3382169" y="2367432"/>
                  </a:lnTo>
                  <a:lnTo>
                    <a:pt x="3354479" y="2484599"/>
                  </a:lnTo>
                  <a:lnTo>
                    <a:pt x="3326793" y="2601601"/>
                  </a:lnTo>
                  <a:lnTo>
                    <a:pt x="3299122" y="2717913"/>
                  </a:lnTo>
                  <a:lnTo>
                    <a:pt x="3271476" y="2833023"/>
                  </a:lnTo>
                  <a:lnTo>
                    <a:pt x="3243861" y="2946443"/>
                  </a:lnTo>
                  <a:lnTo>
                    <a:pt x="3216279" y="3057712"/>
                  </a:lnTo>
                  <a:lnTo>
                    <a:pt x="3188727" y="3166411"/>
                  </a:lnTo>
                  <a:lnTo>
                    <a:pt x="3161194" y="3272163"/>
                  </a:lnTo>
                  <a:lnTo>
                    <a:pt x="3133662" y="3374639"/>
                  </a:lnTo>
                  <a:lnTo>
                    <a:pt x="3106102" y="3473564"/>
                  </a:lnTo>
                  <a:lnTo>
                    <a:pt x="3078478" y="3568713"/>
                  </a:lnTo>
                  <a:lnTo>
                    <a:pt x="3050741" y="3659918"/>
                  </a:lnTo>
                  <a:lnTo>
                    <a:pt x="3022829" y="3747061"/>
                  </a:lnTo>
                  <a:lnTo>
                    <a:pt x="2994668" y="3830077"/>
                  </a:lnTo>
                  <a:lnTo>
                    <a:pt x="2966167" y="3908947"/>
                  </a:lnTo>
                  <a:lnTo>
                    <a:pt x="2937218" y="3983696"/>
                  </a:lnTo>
                  <a:lnTo>
                    <a:pt x="2907695" y="4054392"/>
                  </a:lnTo>
                  <a:lnTo>
                    <a:pt x="2896531" y="4079688"/>
                  </a:lnTo>
                  <a:lnTo>
                    <a:pt x="2854173" y="4168602"/>
                  </a:lnTo>
                  <a:lnTo>
                    <a:pt x="2809867" y="4249968"/>
                  </a:lnTo>
                  <a:lnTo>
                    <a:pt x="2763081" y="4324040"/>
                  </a:lnTo>
                  <a:lnTo>
                    <a:pt x="2713228" y="4391316"/>
                  </a:lnTo>
                  <a:lnTo>
                    <a:pt x="2659701" y="4452399"/>
                  </a:lnTo>
                  <a:lnTo>
                    <a:pt x="2601899" y="4507915"/>
                  </a:lnTo>
                  <a:lnTo>
                    <a:pt x="2539270" y="4558457"/>
                  </a:lnTo>
                  <a:lnTo>
                    <a:pt x="2471358" y="4604553"/>
                  </a:lnTo>
                  <a:lnTo>
                    <a:pt x="2397867" y="4646645"/>
                  </a:lnTo>
                  <a:lnTo>
                    <a:pt x="2318751" y="4685081"/>
                  </a:lnTo>
                  <a:lnTo>
                    <a:pt x="2234313" y="4720107"/>
                  </a:lnTo>
                  <a:lnTo>
                    <a:pt x="2145316" y="4751870"/>
                  </a:lnTo>
                  <a:lnTo>
                    <a:pt x="2053083" y="4780423"/>
                  </a:lnTo>
                  <a:lnTo>
                    <a:pt x="1959555" y="4805750"/>
                  </a:lnTo>
                  <a:lnTo>
                    <a:pt x="1867270" y="4827788"/>
                  </a:lnTo>
                  <a:lnTo>
                    <a:pt x="1779228" y="4846473"/>
                  </a:lnTo>
                  <a:lnTo>
                    <a:pt x="1698608" y="4861785"/>
                  </a:lnTo>
                  <a:lnTo>
                    <a:pt x="1628381" y="4873795"/>
                  </a:lnTo>
                  <a:lnTo>
                    <a:pt x="1570858" y="4882700"/>
                  </a:lnTo>
                  <a:lnTo>
                    <a:pt x="1527292" y="4888832"/>
                  </a:lnTo>
                  <a:lnTo>
                    <a:pt x="1497624" y="4892641"/>
                  </a:lnTo>
                  <a:lnTo>
                    <a:pt x="1480415" y="4894664"/>
                  </a:lnTo>
                  <a:lnTo>
                    <a:pt x="1472948" y="4895470"/>
                  </a:lnTo>
                  <a:lnTo>
                    <a:pt x="1471396" y="4895625"/>
                  </a:lnTo>
                  <a:lnTo>
                    <a:pt x="1471387" y="4895625"/>
                  </a:lnTo>
                  <a:lnTo>
                    <a:pt x="0" y="489562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97" name="pg1997"/>
            <p:cNvSpPr/>
            <p:nvPr/>
          </p:nvSpPr>
          <p:spPr>
            <a:xfrm>
              <a:off x="4799595" y="6213893"/>
              <a:ext cx="11981298" cy="4601398"/>
            </a:xfrm>
            <a:custGeom>
              <a:avLst/>
              <a:pathLst>
                <a:path w="11981298" h="4601398">
                  <a:moveTo>
                    <a:pt x="0" y="4601398"/>
                  </a:moveTo>
                  <a:lnTo>
                    <a:pt x="1471387" y="4601398"/>
                  </a:lnTo>
                  <a:lnTo>
                    <a:pt x="1472625" y="4601394"/>
                  </a:lnTo>
                  <a:lnTo>
                    <a:pt x="1480745" y="4601369"/>
                  </a:lnTo>
                  <a:lnTo>
                    <a:pt x="1501162" y="4601301"/>
                  </a:lnTo>
                  <a:lnTo>
                    <a:pt x="1537534" y="4601165"/>
                  </a:lnTo>
                  <a:lnTo>
                    <a:pt x="1591481" y="4600943"/>
                  </a:lnTo>
                  <a:lnTo>
                    <a:pt x="1662466" y="4600617"/>
                  </a:lnTo>
                  <a:lnTo>
                    <a:pt x="1748023" y="4600176"/>
                  </a:lnTo>
                  <a:lnTo>
                    <a:pt x="1844329" y="4599616"/>
                  </a:lnTo>
                  <a:lnTo>
                    <a:pt x="1946967" y="4598937"/>
                  </a:lnTo>
                  <a:lnTo>
                    <a:pt x="2051654" y="4598140"/>
                  </a:lnTo>
                  <a:lnTo>
                    <a:pt x="2154778" y="4597228"/>
                  </a:lnTo>
                  <a:lnTo>
                    <a:pt x="2253653" y="4596202"/>
                  </a:lnTo>
                  <a:lnTo>
                    <a:pt x="2346555" y="4595059"/>
                  </a:lnTo>
                  <a:lnTo>
                    <a:pt x="2432609" y="4593791"/>
                  </a:lnTo>
                  <a:lnTo>
                    <a:pt x="2511601" y="4592389"/>
                  </a:lnTo>
                  <a:lnTo>
                    <a:pt x="2583790" y="4590835"/>
                  </a:lnTo>
                  <a:lnTo>
                    <a:pt x="2649744" y="4589110"/>
                  </a:lnTo>
                  <a:lnTo>
                    <a:pt x="2710213" y="4587191"/>
                  </a:lnTo>
                  <a:lnTo>
                    <a:pt x="2766031" y="4585052"/>
                  </a:lnTo>
                  <a:lnTo>
                    <a:pt x="2818050" y="4582671"/>
                  </a:lnTo>
                  <a:lnTo>
                    <a:pt x="2867086" y="4580028"/>
                  </a:lnTo>
                  <a:lnTo>
                    <a:pt x="2896531" y="4578241"/>
                  </a:lnTo>
                  <a:lnTo>
                    <a:pt x="2952633" y="4574406"/>
                  </a:lnTo>
                  <a:lnTo>
                    <a:pt x="3006892" y="4570151"/>
                  </a:lnTo>
                  <a:lnTo>
                    <a:pt x="3060057" y="4565472"/>
                  </a:lnTo>
                  <a:lnTo>
                    <a:pt x="3112659" y="4560381"/>
                  </a:lnTo>
                  <a:lnTo>
                    <a:pt x="3165055" y="4554907"/>
                  </a:lnTo>
                  <a:lnTo>
                    <a:pt x="3217457" y="4549103"/>
                  </a:lnTo>
                  <a:lnTo>
                    <a:pt x="3269962" y="4543037"/>
                  </a:lnTo>
                  <a:lnTo>
                    <a:pt x="3322578" y="4536796"/>
                  </a:lnTo>
                  <a:lnTo>
                    <a:pt x="3375252" y="4530476"/>
                  </a:lnTo>
                  <a:lnTo>
                    <a:pt x="3427908" y="4524180"/>
                  </a:lnTo>
                  <a:lnTo>
                    <a:pt x="3480477" y="4518008"/>
                  </a:lnTo>
                  <a:lnTo>
                    <a:pt x="3532929" y="4512052"/>
                  </a:lnTo>
                  <a:lnTo>
                    <a:pt x="3585310" y="4506392"/>
                  </a:lnTo>
                  <a:lnTo>
                    <a:pt x="3637766" y="4501089"/>
                  </a:lnTo>
                  <a:lnTo>
                    <a:pt x="3690572" y="4496183"/>
                  </a:lnTo>
                  <a:lnTo>
                    <a:pt x="3744161" y="4491699"/>
                  </a:lnTo>
                  <a:lnTo>
                    <a:pt x="3799158" y="4487638"/>
                  </a:lnTo>
                  <a:lnTo>
                    <a:pt x="3829811" y="4485613"/>
                  </a:lnTo>
                  <a:lnTo>
                    <a:pt x="3877357" y="4482803"/>
                  </a:lnTo>
                  <a:lnTo>
                    <a:pt x="3927421" y="4480259"/>
                  </a:lnTo>
                  <a:lnTo>
                    <a:pt x="3980768" y="4477972"/>
                  </a:lnTo>
                  <a:lnTo>
                    <a:pt x="4038231" y="4475919"/>
                  </a:lnTo>
                  <a:lnTo>
                    <a:pt x="4100663" y="4474075"/>
                  </a:lnTo>
                  <a:lnTo>
                    <a:pt x="4168877" y="4472417"/>
                  </a:lnTo>
                  <a:lnTo>
                    <a:pt x="4243565" y="4470922"/>
                  </a:lnTo>
                  <a:lnTo>
                    <a:pt x="4325198" y="4469572"/>
                  </a:lnTo>
                  <a:lnTo>
                    <a:pt x="4413879" y="4468352"/>
                  </a:lnTo>
                  <a:lnTo>
                    <a:pt x="4509167" y="4467254"/>
                  </a:lnTo>
                  <a:lnTo>
                    <a:pt x="4609889" y="4466271"/>
                  </a:lnTo>
                  <a:lnTo>
                    <a:pt x="4713967" y="4465402"/>
                  </a:lnTo>
                  <a:lnTo>
                    <a:pt x="4818353" y="4464648"/>
                  </a:lnTo>
                  <a:lnTo>
                    <a:pt x="4919138" y="4464014"/>
                  </a:lnTo>
                  <a:lnTo>
                    <a:pt x="5011913" y="4463499"/>
                  </a:lnTo>
                  <a:lnTo>
                    <a:pt x="5092393" y="4463102"/>
                  </a:lnTo>
                  <a:lnTo>
                    <a:pt x="5157179" y="4462816"/>
                  </a:lnTo>
                  <a:lnTo>
                    <a:pt x="5204478" y="4462629"/>
                  </a:lnTo>
                  <a:lnTo>
                    <a:pt x="5234557" y="4462521"/>
                  </a:lnTo>
                  <a:lnTo>
                    <a:pt x="5249830" y="4462472"/>
                  </a:lnTo>
                  <a:lnTo>
                    <a:pt x="5254647" y="4462457"/>
                  </a:lnTo>
                  <a:lnTo>
                    <a:pt x="5254955" y="4462457"/>
                  </a:lnTo>
                  <a:lnTo>
                    <a:pt x="6726343" y="4462457"/>
                  </a:lnTo>
                  <a:lnTo>
                    <a:pt x="6727257" y="4462375"/>
                  </a:lnTo>
                  <a:lnTo>
                    <a:pt x="6733298" y="4461791"/>
                  </a:lnTo>
                  <a:lnTo>
                    <a:pt x="6748622" y="4460178"/>
                  </a:lnTo>
                  <a:lnTo>
                    <a:pt x="6776256" y="4457000"/>
                  </a:lnTo>
                  <a:lnTo>
                    <a:pt x="6817926" y="4451744"/>
                  </a:lnTo>
                  <a:lnTo>
                    <a:pt x="6873930" y="4443972"/>
                  </a:lnTo>
                  <a:lnTo>
                    <a:pt x="6943169" y="4433354"/>
                  </a:lnTo>
                  <a:lnTo>
                    <a:pt x="7023395" y="4419687"/>
                  </a:lnTo>
                  <a:lnTo>
                    <a:pt x="7111609" y="4402890"/>
                  </a:lnTo>
                  <a:lnTo>
                    <a:pt x="7204532" y="4382972"/>
                  </a:lnTo>
                  <a:lnTo>
                    <a:pt x="7299036" y="4359992"/>
                  </a:lnTo>
                  <a:lnTo>
                    <a:pt x="7392443" y="4334010"/>
                  </a:lnTo>
                  <a:lnTo>
                    <a:pt x="7482691" y="4305047"/>
                  </a:lnTo>
                  <a:lnTo>
                    <a:pt x="7568367" y="4273060"/>
                  </a:lnTo>
                  <a:lnTo>
                    <a:pt x="7648645" y="4237916"/>
                  </a:lnTo>
                  <a:lnTo>
                    <a:pt x="7723187" y="4199390"/>
                  </a:lnTo>
                  <a:lnTo>
                    <a:pt x="7792025" y="4157161"/>
                  </a:lnTo>
                  <a:lnTo>
                    <a:pt x="7855456" y="4110816"/>
                  </a:lnTo>
                  <a:lnTo>
                    <a:pt x="7913946" y="4059863"/>
                  </a:lnTo>
                  <a:lnTo>
                    <a:pt x="7968064" y="4003746"/>
                  </a:lnTo>
                  <a:lnTo>
                    <a:pt x="8018429" y="3941877"/>
                  </a:lnTo>
                  <a:lnTo>
                    <a:pt x="8065668" y="3873689"/>
                  </a:lnTo>
                  <a:lnTo>
                    <a:pt x="8110385" y="3798720"/>
                  </a:lnTo>
                  <a:lnTo>
                    <a:pt x="8151487" y="3720076"/>
                  </a:lnTo>
                  <a:lnTo>
                    <a:pt x="8182564" y="3654231"/>
                  </a:lnTo>
                  <a:lnTo>
                    <a:pt x="8212963" y="3584394"/>
                  </a:lnTo>
                  <a:lnTo>
                    <a:pt x="8242837" y="3510484"/>
                  </a:lnTo>
                  <a:lnTo>
                    <a:pt x="8272315" y="3432462"/>
                  </a:lnTo>
                  <a:lnTo>
                    <a:pt x="8301502" y="3350338"/>
                  </a:lnTo>
                  <a:lnTo>
                    <a:pt x="8330488" y="3264171"/>
                  </a:lnTo>
                  <a:lnTo>
                    <a:pt x="8359343" y="3174076"/>
                  </a:lnTo>
                  <a:lnTo>
                    <a:pt x="8388125" y="3080224"/>
                  </a:lnTo>
                  <a:lnTo>
                    <a:pt x="8416877" y="2982844"/>
                  </a:lnTo>
                  <a:lnTo>
                    <a:pt x="8445630" y="2882221"/>
                  </a:lnTo>
                  <a:lnTo>
                    <a:pt x="8474405" y="2778700"/>
                  </a:lnTo>
                  <a:lnTo>
                    <a:pt x="8503213" y="2672674"/>
                  </a:lnTo>
                  <a:lnTo>
                    <a:pt x="8532057" y="2564586"/>
                  </a:lnTo>
                  <a:lnTo>
                    <a:pt x="8560935" y="2454917"/>
                  </a:lnTo>
                  <a:lnTo>
                    <a:pt x="8589837" y="2344179"/>
                  </a:lnTo>
                  <a:lnTo>
                    <a:pt x="8618751" y="2232909"/>
                  </a:lnTo>
                  <a:lnTo>
                    <a:pt x="8647666" y="2121650"/>
                  </a:lnTo>
                  <a:lnTo>
                    <a:pt x="8676567" y="2010948"/>
                  </a:lnTo>
                  <a:lnTo>
                    <a:pt x="8705443" y="1901336"/>
                  </a:lnTo>
                  <a:lnTo>
                    <a:pt x="8734286" y="1793327"/>
                  </a:lnTo>
                  <a:lnTo>
                    <a:pt x="8763092" y="1687401"/>
                  </a:lnTo>
                  <a:lnTo>
                    <a:pt x="8791866" y="1583997"/>
                  </a:lnTo>
                  <a:lnTo>
                    <a:pt x="8820618" y="1483508"/>
                  </a:lnTo>
                  <a:lnTo>
                    <a:pt x="8849371" y="1386275"/>
                  </a:lnTo>
                  <a:lnTo>
                    <a:pt x="8878155" y="1292580"/>
                  </a:lnTo>
                  <a:lnTo>
                    <a:pt x="8907015" y="1202652"/>
                  </a:lnTo>
                  <a:lnTo>
                    <a:pt x="8936007" y="1116658"/>
                  </a:lnTo>
                  <a:lnTo>
                    <a:pt x="8965205" y="1034711"/>
                  </a:lnTo>
                  <a:lnTo>
                    <a:pt x="8994698" y="956867"/>
                  </a:lnTo>
                  <a:lnTo>
                    <a:pt x="9024592" y="883133"/>
                  </a:lnTo>
                  <a:lnTo>
                    <a:pt x="9055017" y="813471"/>
                  </a:lnTo>
                  <a:lnTo>
                    <a:pt x="9084767" y="750553"/>
                  </a:lnTo>
                  <a:lnTo>
                    <a:pt x="9127577" y="668845"/>
                  </a:lnTo>
                  <a:lnTo>
                    <a:pt x="9172382" y="594147"/>
                  </a:lnTo>
                  <a:lnTo>
                    <a:pt x="9219732" y="526217"/>
                  </a:lnTo>
                  <a:lnTo>
                    <a:pt x="9270232" y="464584"/>
                  </a:lnTo>
                  <a:lnTo>
                    <a:pt x="9324510" y="408679"/>
                  </a:lnTo>
                  <a:lnTo>
                    <a:pt x="9383183" y="357916"/>
                  </a:lnTo>
                  <a:lnTo>
                    <a:pt x="9446817" y="311742"/>
                  </a:lnTo>
                  <a:lnTo>
                    <a:pt x="9515875" y="269665"/>
                  </a:lnTo>
                  <a:lnTo>
                    <a:pt x="9590642" y="231277"/>
                  </a:lnTo>
                  <a:lnTo>
                    <a:pt x="9671140" y="196260"/>
                  </a:lnTo>
                  <a:lnTo>
                    <a:pt x="9757014" y="164392"/>
                  </a:lnTo>
                  <a:lnTo>
                    <a:pt x="9847417" y="135547"/>
                  </a:lnTo>
                  <a:lnTo>
                    <a:pt x="9940910" y="109682"/>
                  </a:lnTo>
                  <a:lnTo>
                    <a:pt x="10035405" y="86820"/>
                  </a:lnTo>
                  <a:lnTo>
                    <a:pt x="10128205" y="67023"/>
                  </a:lnTo>
                  <a:lnTo>
                    <a:pt x="10216168" y="50349"/>
                  </a:lnTo>
                  <a:lnTo>
                    <a:pt x="10296017" y="36803"/>
                  </a:lnTo>
                  <a:lnTo>
                    <a:pt x="10364775" y="26301"/>
                  </a:lnTo>
                  <a:lnTo>
                    <a:pt x="10420229" y="18635"/>
                  </a:lnTo>
                  <a:lnTo>
                    <a:pt x="10461336" y="13469"/>
                  </a:lnTo>
                  <a:lnTo>
                    <a:pt x="10488446" y="10362"/>
                  </a:lnTo>
                  <a:lnTo>
                    <a:pt x="10503342" y="8800"/>
                  </a:lnTo>
                  <a:lnTo>
                    <a:pt x="10509097" y="8245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8996" y="81"/>
                  </a:lnTo>
                  <a:lnTo>
                    <a:pt x="10502955" y="665"/>
                  </a:lnTo>
                  <a:lnTo>
                    <a:pt x="10487631" y="2278"/>
                  </a:lnTo>
                  <a:lnTo>
                    <a:pt x="10459997" y="5457"/>
                  </a:lnTo>
                  <a:lnTo>
                    <a:pt x="10418327" y="10712"/>
                  </a:lnTo>
                  <a:lnTo>
                    <a:pt x="10362324" y="18484"/>
                  </a:lnTo>
                  <a:lnTo>
                    <a:pt x="10293084" y="29102"/>
                  </a:lnTo>
                  <a:lnTo>
                    <a:pt x="10212858" y="42769"/>
                  </a:lnTo>
                  <a:lnTo>
                    <a:pt x="10124644" y="59566"/>
                  </a:lnTo>
                  <a:lnTo>
                    <a:pt x="10031721" y="79484"/>
                  </a:lnTo>
                  <a:lnTo>
                    <a:pt x="9937218" y="102464"/>
                  </a:lnTo>
                  <a:lnTo>
                    <a:pt x="9843811" y="128446"/>
                  </a:lnTo>
                  <a:lnTo>
                    <a:pt x="9753562" y="157409"/>
                  </a:lnTo>
                  <a:lnTo>
                    <a:pt x="9667886" y="189396"/>
                  </a:lnTo>
                  <a:lnTo>
                    <a:pt x="9587609" y="224540"/>
                  </a:lnTo>
                  <a:lnTo>
                    <a:pt x="9513067" y="263066"/>
                  </a:lnTo>
                  <a:lnTo>
                    <a:pt x="9444228" y="305295"/>
                  </a:lnTo>
                  <a:lnTo>
                    <a:pt x="9380797" y="351640"/>
                  </a:lnTo>
                  <a:lnTo>
                    <a:pt x="9322307" y="402593"/>
                  </a:lnTo>
                  <a:lnTo>
                    <a:pt x="9268189" y="458710"/>
                  </a:lnTo>
                  <a:lnTo>
                    <a:pt x="9217824" y="520579"/>
                  </a:lnTo>
                  <a:lnTo>
                    <a:pt x="9170585" y="588767"/>
                  </a:lnTo>
                  <a:lnTo>
                    <a:pt x="9125868" y="663736"/>
                  </a:lnTo>
                  <a:lnTo>
                    <a:pt x="9084767" y="742380"/>
                  </a:lnTo>
                  <a:lnTo>
                    <a:pt x="9053690" y="808225"/>
                  </a:lnTo>
                  <a:lnTo>
                    <a:pt x="9023290" y="878062"/>
                  </a:lnTo>
                  <a:lnTo>
                    <a:pt x="8993416" y="951972"/>
                  </a:lnTo>
                  <a:lnTo>
                    <a:pt x="8963938" y="1029994"/>
                  </a:lnTo>
                  <a:lnTo>
                    <a:pt x="8934751" y="1112118"/>
                  </a:lnTo>
                  <a:lnTo>
                    <a:pt x="8905765" y="1198285"/>
                  </a:lnTo>
                  <a:lnTo>
                    <a:pt x="8876910" y="1288380"/>
                  </a:lnTo>
                  <a:lnTo>
                    <a:pt x="8848128" y="1382232"/>
                  </a:lnTo>
                  <a:lnTo>
                    <a:pt x="8819376" y="1479613"/>
                  </a:lnTo>
                  <a:lnTo>
                    <a:pt x="8790623" y="1580235"/>
                  </a:lnTo>
                  <a:lnTo>
                    <a:pt x="8761848" y="1683756"/>
                  </a:lnTo>
                  <a:lnTo>
                    <a:pt x="8733040" y="1789782"/>
                  </a:lnTo>
                  <a:lnTo>
                    <a:pt x="8704196" y="1897870"/>
                  </a:lnTo>
                  <a:lnTo>
                    <a:pt x="8675319" y="2007540"/>
                  </a:lnTo>
                  <a:lnTo>
                    <a:pt x="8646417" y="2118277"/>
                  </a:lnTo>
                  <a:lnTo>
                    <a:pt x="8617502" y="2229548"/>
                  </a:lnTo>
                  <a:lnTo>
                    <a:pt x="8588587" y="2340806"/>
                  </a:lnTo>
                  <a:lnTo>
                    <a:pt x="8559686" y="2451508"/>
                  </a:lnTo>
                  <a:lnTo>
                    <a:pt x="8530810" y="2561120"/>
                  </a:lnTo>
                  <a:lnTo>
                    <a:pt x="8501968" y="2669129"/>
                  </a:lnTo>
                  <a:lnTo>
                    <a:pt x="8473161" y="2775055"/>
                  </a:lnTo>
                  <a:lnTo>
                    <a:pt x="8444387" y="2878459"/>
                  </a:lnTo>
                  <a:lnTo>
                    <a:pt x="8415635" y="2978948"/>
                  </a:lnTo>
                  <a:lnTo>
                    <a:pt x="8386882" y="3076181"/>
                  </a:lnTo>
                  <a:lnTo>
                    <a:pt x="8358098" y="3169876"/>
                  </a:lnTo>
                  <a:lnTo>
                    <a:pt x="8329239" y="3259804"/>
                  </a:lnTo>
                  <a:lnTo>
                    <a:pt x="8300246" y="3345798"/>
                  </a:lnTo>
                  <a:lnTo>
                    <a:pt x="8271048" y="3427745"/>
                  </a:lnTo>
                  <a:lnTo>
                    <a:pt x="8241556" y="3505589"/>
                  </a:lnTo>
                  <a:lnTo>
                    <a:pt x="8211661" y="3579323"/>
                  </a:lnTo>
                  <a:lnTo>
                    <a:pt x="8181236" y="3648986"/>
                  </a:lnTo>
                  <a:lnTo>
                    <a:pt x="8151487" y="3711903"/>
                  </a:lnTo>
                  <a:lnTo>
                    <a:pt x="8108676" y="3793611"/>
                  </a:lnTo>
                  <a:lnTo>
                    <a:pt x="8063871" y="3868309"/>
                  </a:lnTo>
                  <a:lnTo>
                    <a:pt x="8016521" y="3936239"/>
                  </a:lnTo>
                  <a:lnTo>
                    <a:pt x="7966022" y="3997873"/>
                  </a:lnTo>
                  <a:lnTo>
                    <a:pt x="7911744" y="4053777"/>
                  </a:lnTo>
                  <a:lnTo>
                    <a:pt x="7853071" y="4104540"/>
                  </a:lnTo>
                  <a:lnTo>
                    <a:pt x="7789436" y="4150714"/>
                  </a:lnTo>
                  <a:lnTo>
                    <a:pt x="7720379" y="4192791"/>
                  </a:lnTo>
                  <a:lnTo>
                    <a:pt x="7645611" y="4231179"/>
                  </a:lnTo>
                  <a:lnTo>
                    <a:pt x="7565113" y="4266196"/>
                  </a:lnTo>
                  <a:lnTo>
                    <a:pt x="7479239" y="4298064"/>
                  </a:lnTo>
                  <a:lnTo>
                    <a:pt x="7388836" y="4326909"/>
                  </a:lnTo>
                  <a:lnTo>
                    <a:pt x="7295344" y="4352775"/>
                  </a:lnTo>
                  <a:lnTo>
                    <a:pt x="7200848" y="4375636"/>
                  </a:lnTo>
                  <a:lnTo>
                    <a:pt x="7108048" y="4395433"/>
                  </a:lnTo>
                  <a:lnTo>
                    <a:pt x="7020086" y="4412107"/>
                  </a:lnTo>
                  <a:lnTo>
                    <a:pt x="6940236" y="4425653"/>
                  </a:lnTo>
                  <a:lnTo>
                    <a:pt x="6871479" y="4436155"/>
                  </a:lnTo>
                  <a:lnTo>
                    <a:pt x="6816024" y="4443821"/>
                  </a:lnTo>
                  <a:lnTo>
                    <a:pt x="6774918" y="4448987"/>
                  </a:lnTo>
                  <a:lnTo>
                    <a:pt x="6747807" y="4452094"/>
                  </a:lnTo>
                  <a:lnTo>
                    <a:pt x="6732911" y="4453657"/>
                  </a:lnTo>
                  <a:lnTo>
                    <a:pt x="6727156" y="4454211"/>
                  </a:lnTo>
                  <a:lnTo>
                    <a:pt x="6726343" y="4454284"/>
                  </a:lnTo>
                  <a:lnTo>
                    <a:pt x="5254955" y="4454284"/>
                  </a:lnTo>
                  <a:lnTo>
                    <a:pt x="5253718" y="4454287"/>
                  </a:lnTo>
                  <a:lnTo>
                    <a:pt x="5245597" y="4454312"/>
                  </a:lnTo>
                  <a:lnTo>
                    <a:pt x="5225180" y="4454381"/>
                  </a:lnTo>
                  <a:lnTo>
                    <a:pt x="5188808" y="4454516"/>
                  </a:lnTo>
                  <a:lnTo>
                    <a:pt x="5134861" y="4454738"/>
                  </a:lnTo>
                  <a:lnTo>
                    <a:pt x="5063876" y="4455064"/>
                  </a:lnTo>
                  <a:lnTo>
                    <a:pt x="4978319" y="4455505"/>
                  </a:lnTo>
                  <a:lnTo>
                    <a:pt x="4882013" y="4456065"/>
                  </a:lnTo>
                  <a:lnTo>
                    <a:pt x="4779376" y="4456744"/>
                  </a:lnTo>
                  <a:lnTo>
                    <a:pt x="4674688" y="4457541"/>
                  </a:lnTo>
                  <a:lnTo>
                    <a:pt x="4571564" y="4458453"/>
                  </a:lnTo>
                  <a:lnTo>
                    <a:pt x="4472689" y="4459479"/>
                  </a:lnTo>
                  <a:lnTo>
                    <a:pt x="4379787" y="4460623"/>
                  </a:lnTo>
                  <a:lnTo>
                    <a:pt x="4293733" y="4461890"/>
                  </a:lnTo>
                  <a:lnTo>
                    <a:pt x="4214741" y="4463292"/>
                  </a:lnTo>
                  <a:lnTo>
                    <a:pt x="4142552" y="4464846"/>
                  </a:lnTo>
                  <a:lnTo>
                    <a:pt x="4076598" y="4466571"/>
                  </a:lnTo>
                  <a:lnTo>
                    <a:pt x="4016129" y="4468490"/>
                  </a:lnTo>
                  <a:lnTo>
                    <a:pt x="3960311" y="4470629"/>
                  </a:lnTo>
                  <a:lnTo>
                    <a:pt x="3908292" y="4473010"/>
                  </a:lnTo>
                  <a:lnTo>
                    <a:pt x="3859256" y="4475653"/>
                  </a:lnTo>
                  <a:lnTo>
                    <a:pt x="3829811" y="4477440"/>
                  </a:lnTo>
                  <a:lnTo>
                    <a:pt x="3773709" y="4481275"/>
                  </a:lnTo>
                  <a:lnTo>
                    <a:pt x="3719450" y="4485530"/>
                  </a:lnTo>
                  <a:lnTo>
                    <a:pt x="3666285" y="4490209"/>
                  </a:lnTo>
                  <a:lnTo>
                    <a:pt x="3613683" y="4495301"/>
                  </a:lnTo>
                  <a:lnTo>
                    <a:pt x="3561287" y="4500774"/>
                  </a:lnTo>
                  <a:lnTo>
                    <a:pt x="3508885" y="4506578"/>
                  </a:lnTo>
                  <a:lnTo>
                    <a:pt x="3456380" y="4512644"/>
                  </a:lnTo>
                  <a:lnTo>
                    <a:pt x="3403764" y="4518885"/>
                  </a:lnTo>
                  <a:lnTo>
                    <a:pt x="3351090" y="4525205"/>
                  </a:lnTo>
                  <a:lnTo>
                    <a:pt x="3298434" y="4531501"/>
                  </a:lnTo>
                  <a:lnTo>
                    <a:pt x="3245865" y="4537674"/>
                  </a:lnTo>
                  <a:lnTo>
                    <a:pt x="3193413" y="4543629"/>
                  </a:lnTo>
                  <a:lnTo>
                    <a:pt x="3141032" y="4549289"/>
                  </a:lnTo>
                  <a:lnTo>
                    <a:pt x="3088576" y="4554593"/>
                  </a:lnTo>
                  <a:lnTo>
                    <a:pt x="3035770" y="4559498"/>
                  </a:lnTo>
                  <a:lnTo>
                    <a:pt x="2982181" y="4563983"/>
                  </a:lnTo>
                  <a:lnTo>
                    <a:pt x="2927185" y="4568043"/>
                  </a:lnTo>
                  <a:lnTo>
                    <a:pt x="2896531" y="4570068"/>
                  </a:lnTo>
                  <a:lnTo>
                    <a:pt x="2848985" y="4572879"/>
                  </a:lnTo>
                  <a:lnTo>
                    <a:pt x="2798921" y="4575422"/>
                  </a:lnTo>
                  <a:lnTo>
                    <a:pt x="2745574" y="4577709"/>
                  </a:lnTo>
                  <a:lnTo>
                    <a:pt x="2688111" y="4579762"/>
                  </a:lnTo>
                  <a:lnTo>
                    <a:pt x="2625679" y="4581606"/>
                  </a:lnTo>
                  <a:lnTo>
                    <a:pt x="2557465" y="4583264"/>
                  </a:lnTo>
                  <a:lnTo>
                    <a:pt x="2482777" y="4584759"/>
                  </a:lnTo>
                  <a:lnTo>
                    <a:pt x="2401144" y="4586109"/>
                  </a:lnTo>
                  <a:lnTo>
                    <a:pt x="2312463" y="4587329"/>
                  </a:lnTo>
                  <a:lnTo>
                    <a:pt x="2217175" y="4588427"/>
                  </a:lnTo>
                  <a:lnTo>
                    <a:pt x="2116453" y="4589410"/>
                  </a:lnTo>
                  <a:lnTo>
                    <a:pt x="2012375" y="4590279"/>
                  </a:lnTo>
                  <a:lnTo>
                    <a:pt x="1907989" y="4591033"/>
                  </a:lnTo>
                  <a:lnTo>
                    <a:pt x="1807204" y="4591668"/>
                  </a:lnTo>
                  <a:lnTo>
                    <a:pt x="1714429" y="4592183"/>
                  </a:lnTo>
                  <a:lnTo>
                    <a:pt x="1633949" y="4592579"/>
                  </a:lnTo>
                  <a:lnTo>
                    <a:pt x="1569163" y="4592865"/>
                  </a:lnTo>
                  <a:lnTo>
                    <a:pt x="1521865" y="4593052"/>
                  </a:lnTo>
                  <a:lnTo>
                    <a:pt x="1491785" y="4593160"/>
                  </a:lnTo>
                  <a:lnTo>
                    <a:pt x="1476512" y="4593209"/>
                  </a:lnTo>
                  <a:lnTo>
                    <a:pt x="1471695" y="4593224"/>
                  </a:lnTo>
                  <a:lnTo>
                    <a:pt x="1471387" y="4593225"/>
                  </a:lnTo>
                  <a:lnTo>
                    <a:pt x="0" y="4593225"/>
                  </a:lnTo>
                  <a:close/>
                </a:path>
              </a:pathLst>
            </a:custGeom>
            <a:solidFill>
              <a:srgbClr val="DFC48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1998" name="pl1998"/>
            <p:cNvSpPr/>
            <p:nvPr/>
          </p:nvSpPr>
          <p:spPr>
            <a:xfrm>
              <a:off x="4799595" y="6222066"/>
              <a:ext cx="11981298" cy="4593225"/>
            </a:xfrm>
            <a:custGeom>
              <a:avLst/>
              <a:pathLst>
                <a:path w="11981298" h="4593225">
                  <a:moveTo>
                    <a:pt x="0" y="4593225"/>
                  </a:moveTo>
                  <a:lnTo>
                    <a:pt x="1471387" y="4593225"/>
                  </a:lnTo>
                  <a:lnTo>
                    <a:pt x="1472625" y="4593221"/>
                  </a:lnTo>
                  <a:lnTo>
                    <a:pt x="1480745" y="4593196"/>
                  </a:lnTo>
                  <a:lnTo>
                    <a:pt x="1501162" y="4593128"/>
                  </a:lnTo>
                  <a:lnTo>
                    <a:pt x="1537534" y="4592992"/>
                  </a:lnTo>
                  <a:lnTo>
                    <a:pt x="1591481" y="4592770"/>
                  </a:lnTo>
                  <a:lnTo>
                    <a:pt x="1662466" y="4592444"/>
                  </a:lnTo>
                  <a:lnTo>
                    <a:pt x="1748023" y="4592003"/>
                  </a:lnTo>
                  <a:lnTo>
                    <a:pt x="1844329" y="4591443"/>
                  </a:lnTo>
                  <a:lnTo>
                    <a:pt x="1946967" y="4590764"/>
                  </a:lnTo>
                  <a:lnTo>
                    <a:pt x="2051654" y="4589967"/>
                  </a:lnTo>
                  <a:lnTo>
                    <a:pt x="2154778" y="4589055"/>
                  </a:lnTo>
                  <a:lnTo>
                    <a:pt x="2253653" y="4588029"/>
                  </a:lnTo>
                  <a:lnTo>
                    <a:pt x="2346555" y="4586886"/>
                  </a:lnTo>
                  <a:lnTo>
                    <a:pt x="2432609" y="4585618"/>
                  </a:lnTo>
                  <a:lnTo>
                    <a:pt x="2511601" y="4584216"/>
                  </a:lnTo>
                  <a:lnTo>
                    <a:pt x="2583790" y="4582662"/>
                  </a:lnTo>
                  <a:lnTo>
                    <a:pt x="2649744" y="4580937"/>
                  </a:lnTo>
                  <a:lnTo>
                    <a:pt x="2710213" y="4579018"/>
                  </a:lnTo>
                  <a:lnTo>
                    <a:pt x="2766031" y="4576879"/>
                  </a:lnTo>
                  <a:lnTo>
                    <a:pt x="2818050" y="4574498"/>
                  </a:lnTo>
                  <a:lnTo>
                    <a:pt x="2867086" y="4571855"/>
                  </a:lnTo>
                  <a:lnTo>
                    <a:pt x="2896531" y="4570068"/>
                  </a:lnTo>
                  <a:lnTo>
                    <a:pt x="2952633" y="4566233"/>
                  </a:lnTo>
                  <a:lnTo>
                    <a:pt x="3006892" y="4561978"/>
                  </a:lnTo>
                  <a:lnTo>
                    <a:pt x="3060057" y="4557299"/>
                  </a:lnTo>
                  <a:lnTo>
                    <a:pt x="3112659" y="4552208"/>
                  </a:lnTo>
                  <a:lnTo>
                    <a:pt x="3165055" y="4546734"/>
                  </a:lnTo>
                  <a:lnTo>
                    <a:pt x="3217457" y="4540930"/>
                  </a:lnTo>
                  <a:lnTo>
                    <a:pt x="3269962" y="4534864"/>
                  </a:lnTo>
                  <a:lnTo>
                    <a:pt x="3322578" y="4528623"/>
                  </a:lnTo>
                  <a:lnTo>
                    <a:pt x="3375252" y="4522303"/>
                  </a:lnTo>
                  <a:lnTo>
                    <a:pt x="3427908" y="4516007"/>
                  </a:lnTo>
                  <a:lnTo>
                    <a:pt x="3480477" y="4509835"/>
                  </a:lnTo>
                  <a:lnTo>
                    <a:pt x="3532929" y="4503879"/>
                  </a:lnTo>
                  <a:lnTo>
                    <a:pt x="3585310" y="4498219"/>
                  </a:lnTo>
                  <a:lnTo>
                    <a:pt x="3637766" y="4492916"/>
                  </a:lnTo>
                  <a:lnTo>
                    <a:pt x="3690572" y="4488010"/>
                  </a:lnTo>
                  <a:lnTo>
                    <a:pt x="3744161" y="4483526"/>
                  </a:lnTo>
                  <a:lnTo>
                    <a:pt x="3799158" y="4479465"/>
                  </a:lnTo>
                  <a:lnTo>
                    <a:pt x="3829811" y="4477440"/>
                  </a:lnTo>
                  <a:lnTo>
                    <a:pt x="3877357" y="4474630"/>
                  </a:lnTo>
                  <a:lnTo>
                    <a:pt x="3927421" y="4472086"/>
                  </a:lnTo>
                  <a:lnTo>
                    <a:pt x="3980768" y="4469799"/>
                  </a:lnTo>
                  <a:lnTo>
                    <a:pt x="4038231" y="4467746"/>
                  </a:lnTo>
                  <a:lnTo>
                    <a:pt x="4100663" y="4465902"/>
                  </a:lnTo>
                  <a:lnTo>
                    <a:pt x="4168877" y="4464244"/>
                  </a:lnTo>
                  <a:lnTo>
                    <a:pt x="4243565" y="4462749"/>
                  </a:lnTo>
                  <a:lnTo>
                    <a:pt x="4325198" y="4461399"/>
                  </a:lnTo>
                  <a:lnTo>
                    <a:pt x="4413879" y="4460179"/>
                  </a:lnTo>
                  <a:lnTo>
                    <a:pt x="4509167" y="4459081"/>
                  </a:lnTo>
                  <a:lnTo>
                    <a:pt x="4609889" y="4458098"/>
                  </a:lnTo>
                  <a:lnTo>
                    <a:pt x="4713967" y="4457229"/>
                  </a:lnTo>
                  <a:lnTo>
                    <a:pt x="4818353" y="4456475"/>
                  </a:lnTo>
                  <a:lnTo>
                    <a:pt x="4919138" y="4455841"/>
                  </a:lnTo>
                  <a:lnTo>
                    <a:pt x="5011913" y="4455326"/>
                  </a:lnTo>
                  <a:lnTo>
                    <a:pt x="5092393" y="4454929"/>
                  </a:lnTo>
                  <a:lnTo>
                    <a:pt x="5157179" y="4454643"/>
                  </a:lnTo>
                  <a:lnTo>
                    <a:pt x="5204478" y="4454456"/>
                  </a:lnTo>
                  <a:lnTo>
                    <a:pt x="5234557" y="4454348"/>
                  </a:lnTo>
                  <a:lnTo>
                    <a:pt x="5249830" y="4454299"/>
                  </a:lnTo>
                  <a:lnTo>
                    <a:pt x="5254647" y="4454284"/>
                  </a:lnTo>
                  <a:lnTo>
                    <a:pt x="5254955" y="4454284"/>
                  </a:lnTo>
                  <a:lnTo>
                    <a:pt x="6726343" y="4454284"/>
                  </a:lnTo>
                  <a:lnTo>
                    <a:pt x="6727257" y="4454202"/>
                  </a:lnTo>
                  <a:lnTo>
                    <a:pt x="6733298" y="4453618"/>
                  </a:lnTo>
                  <a:lnTo>
                    <a:pt x="6748622" y="4452005"/>
                  </a:lnTo>
                  <a:lnTo>
                    <a:pt x="6776256" y="4448827"/>
                  </a:lnTo>
                  <a:lnTo>
                    <a:pt x="6817926" y="4443571"/>
                  </a:lnTo>
                  <a:lnTo>
                    <a:pt x="6873930" y="4435799"/>
                  </a:lnTo>
                  <a:lnTo>
                    <a:pt x="6943169" y="4425181"/>
                  </a:lnTo>
                  <a:lnTo>
                    <a:pt x="7023395" y="4411514"/>
                  </a:lnTo>
                  <a:lnTo>
                    <a:pt x="7111609" y="4394717"/>
                  </a:lnTo>
                  <a:lnTo>
                    <a:pt x="7204532" y="4374799"/>
                  </a:lnTo>
                  <a:lnTo>
                    <a:pt x="7299036" y="4351819"/>
                  </a:lnTo>
                  <a:lnTo>
                    <a:pt x="7392443" y="4325837"/>
                  </a:lnTo>
                  <a:lnTo>
                    <a:pt x="7482691" y="4296874"/>
                  </a:lnTo>
                  <a:lnTo>
                    <a:pt x="7568367" y="4264887"/>
                  </a:lnTo>
                  <a:lnTo>
                    <a:pt x="7648645" y="4229743"/>
                  </a:lnTo>
                  <a:lnTo>
                    <a:pt x="7723187" y="4191217"/>
                  </a:lnTo>
                  <a:lnTo>
                    <a:pt x="7792025" y="4148988"/>
                  </a:lnTo>
                  <a:lnTo>
                    <a:pt x="7855456" y="4102643"/>
                  </a:lnTo>
                  <a:lnTo>
                    <a:pt x="7913946" y="4051690"/>
                  </a:lnTo>
                  <a:lnTo>
                    <a:pt x="7968064" y="3995573"/>
                  </a:lnTo>
                  <a:lnTo>
                    <a:pt x="8018429" y="3933704"/>
                  </a:lnTo>
                  <a:lnTo>
                    <a:pt x="8065668" y="3865516"/>
                  </a:lnTo>
                  <a:lnTo>
                    <a:pt x="8110385" y="3790547"/>
                  </a:lnTo>
                  <a:lnTo>
                    <a:pt x="8151487" y="3711903"/>
                  </a:lnTo>
                  <a:lnTo>
                    <a:pt x="8182564" y="3646058"/>
                  </a:lnTo>
                  <a:lnTo>
                    <a:pt x="8212963" y="3576221"/>
                  </a:lnTo>
                  <a:lnTo>
                    <a:pt x="8242837" y="3502311"/>
                  </a:lnTo>
                  <a:lnTo>
                    <a:pt x="8272315" y="3424289"/>
                  </a:lnTo>
                  <a:lnTo>
                    <a:pt x="8301502" y="3342165"/>
                  </a:lnTo>
                  <a:lnTo>
                    <a:pt x="8330488" y="3255998"/>
                  </a:lnTo>
                  <a:lnTo>
                    <a:pt x="8359343" y="3165903"/>
                  </a:lnTo>
                  <a:lnTo>
                    <a:pt x="8388125" y="3072051"/>
                  </a:lnTo>
                  <a:lnTo>
                    <a:pt x="8416877" y="2974671"/>
                  </a:lnTo>
                  <a:lnTo>
                    <a:pt x="8445630" y="2874048"/>
                  </a:lnTo>
                  <a:lnTo>
                    <a:pt x="8474405" y="2770527"/>
                  </a:lnTo>
                  <a:lnTo>
                    <a:pt x="8503213" y="2664501"/>
                  </a:lnTo>
                  <a:lnTo>
                    <a:pt x="8532057" y="2556413"/>
                  </a:lnTo>
                  <a:lnTo>
                    <a:pt x="8560935" y="2446744"/>
                  </a:lnTo>
                  <a:lnTo>
                    <a:pt x="8589837" y="2336006"/>
                  </a:lnTo>
                  <a:lnTo>
                    <a:pt x="8618751" y="2224736"/>
                  </a:lnTo>
                  <a:lnTo>
                    <a:pt x="8647666" y="2113477"/>
                  </a:lnTo>
                  <a:lnTo>
                    <a:pt x="8676567" y="2002775"/>
                  </a:lnTo>
                  <a:lnTo>
                    <a:pt x="8705443" y="1893163"/>
                  </a:lnTo>
                  <a:lnTo>
                    <a:pt x="8734286" y="1785154"/>
                  </a:lnTo>
                  <a:lnTo>
                    <a:pt x="8763092" y="1679228"/>
                  </a:lnTo>
                  <a:lnTo>
                    <a:pt x="8791866" y="1575824"/>
                  </a:lnTo>
                  <a:lnTo>
                    <a:pt x="8820618" y="1475335"/>
                  </a:lnTo>
                  <a:lnTo>
                    <a:pt x="8849371" y="1378102"/>
                  </a:lnTo>
                  <a:lnTo>
                    <a:pt x="8878155" y="1284407"/>
                  </a:lnTo>
                  <a:lnTo>
                    <a:pt x="8907015" y="1194479"/>
                  </a:lnTo>
                  <a:lnTo>
                    <a:pt x="8936007" y="1108485"/>
                  </a:lnTo>
                  <a:lnTo>
                    <a:pt x="8965205" y="1026538"/>
                  </a:lnTo>
                  <a:lnTo>
                    <a:pt x="8994698" y="948694"/>
                  </a:lnTo>
                  <a:lnTo>
                    <a:pt x="9024592" y="874960"/>
                  </a:lnTo>
                  <a:lnTo>
                    <a:pt x="9055017" y="805298"/>
                  </a:lnTo>
                  <a:lnTo>
                    <a:pt x="9084767" y="742380"/>
                  </a:lnTo>
                  <a:lnTo>
                    <a:pt x="9127577" y="660672"/>
                  </a:lnTo>
                  <a:lnTo>
                    <a:pt x="9172382" y="585974"/>
                  </a:lnTo>
                  <a:lnTo>
                    <a:pt x="9219732" y="518044"/>
                  </a:lnTo>
                  <a:lnTo>
                    <a:pt x="9270232" y="456411"/>
                  </a:lnTo>
                  <a:lnTo>
                    <a:pt x="9324510" y="400506"/>
                  </a:lnTo>
                  <a:lnTo>
                    <a:pt x="9383183" y="349743"/>
                  </a:lnTo>
                  <a:lnTo>
                    <a:pt x="9446817" y="303569"/>
                  </a:lnTo>
                  <a:lnTo>
                    <a:pt x="9515875" y="261492"/>
                  </a:lnTo>
                  <a:lnTo>
                    <a:pt x="9590642" y="223104"/>
                  </a:lnTo>
                  <a:lnTo>
                    <a:pt x="9671140" y="188087"/>
                  </a:lnTo>
                  <a:lnTo>
                    <a:pt x="9757014" y="156219"/>
                  </a:lnTo>
                  <a:lnTo>
                    <a:pt x="9847417" y="127374"/>
                  </a:lnTo>
                  <a:lnTo>
                    <a:pt x="9940910" y="101509"/>
                  </a:lnTo>
                  <a:lnTo>
                    <a:pt x="10035405" y="78647"/>
                  </a:lnTo>
                  <a:lnTo>
                    <a:pt x="10128205" y="58850"/>
                  </a:lnTo>
                  <a:lnTo>
                    <a:pt x="10216168" y="42176"/>
                  </a:lnTo>
                  <a:lnTo>
                    <a:pt x="10296017" y="28630"/>
                  </a:lnTo>
                  <a:lnTo>
                    <a:pt x="10364775" y="18128"/>
                  </a:lnTo>
                  <a:lnTo>
                    <a:pt x="10420229" y="10462"/>
                  </a:lnTo>
                  <a:lnTo>
                    <a:pt x="10461336" y="5296"/>
                  </a:lnTo>
                  <a:lnTo>
                    <a:pt x="10488446" y="2189"/>
                  </a:lnTo>
                  <a:lnTo>
                    <a:pt x="10503342" y="627"/>
                  </a:lnTo>
                  <a:lnTo>
                    <a:pt x="10509097" y="72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1999" name="pl1999"/>
            <p:cNvSpPr/>
            <p:nvPr/>
          </p:nvSpPr>
          <p:spPr>
            <a:xfrm>
              <a:off x="4799595" y="6213893"/>
              <a:ext cx="11981298" cy="4593225"/>
            </a:xfrm>
            <a:custGeom>
              <a:avLst/>
              <a:pathLst>
                <a:path w="11981298" h="4593225">
                  <a:moveTo>
                    <a:pt x="11981298" y="0"/>
                  </a:moveTo>
                  <a:lnTo>
                    <a:pt x="10509911" y="0"/>
                  </a:lnTo>
                  <a:lnTo>
                    <a:pt x="10508996" y="81"/>
                  </a:lnTo>
                  <a:lnTo>
                    <a:pt x="10502955" y="665"/>
                  </a:lnTo>
                  <a:lnTo>
                    <a:pt x="10487631" y="2278"/>
                  </a:lnTo>
                  <a:lnTo>
                    <a:pt x="10459997" y="5457"/>
                  </a:lnTo>
                  <a:lnTo>
                    <a:pt x="10418327" y="10712"/>
                  </a:lnTo>
                  <a:lnTo>
                    <a:pt x="10362324" y="18484"/>
                  </a:lnTo>
                  <a:lnTo>
                    <a:pt x="10293084" y="29102"/>
                  </a:lnTo>
                  <a:lnTo>
                    <a:pt x="10212858" y="42769"/>
                  </a:lnTo>
                  <a:lnTo>
                    <a:pt x="10124644" y="59566"/>
                  </a:lnTo>
                  <a:lnTo>
                    <a:pt x="10031721" y="79484"/>
                  </a:lnTo>
                  <a:lnTo>
                    <a:pt x="9937218" y="102464"/>
                  </a:lnTo>
                  <a:lnTo>
                    <a:pt x="9843811" y="128446"/>
                  </a:lnTo>
                  <a:lnTo>
                    <a:pt x="9753562" y="157409"/>
                  </a:lnTo>
                  <a:lnTo>
                    <a:pt x="9667886" y="189396"/>
                  </a:lnTo>
                  <a:lnTo>
                    <a:pt x="9587609" y="224540"/>
                  </a:lnTo>
                  <a:lnTo>
                    <a:pt x="9513067" y="263066"/>
                  </a:lnTo>
                  <a:lnTo>
                    <a:pt x="9444228" y="305295"/>
                  </a:lnTo>
                  <a:lnTo>
                    <a:pt x="9380797" y="351640"/>
                  </a:lnTo>
                  <a:lnTo>
                    <a:pt x="9322307" y="402593"/>
                  </a:lnTo>
                  <a:lnTo>
                    <a:pt x="9268189" y="458710"/>
                  </a:lnTo>
                  <a:lnTo>
                    <a:pt x="9217824" y="520579"/>
                  </a:lnTo>
                  <a:lnTo>
                    <a:pt x="9170585" y="588767"/>
                  </a:lnTo>
                  <a:lnTo>
                    <a:pt x="9125868" y="663736"/>
                  </a:lnTo>
                  <a:lnTo>
                    <a:pt x="9084767" y="742380"/>
                  </a:lnTo>
                  <a:lnTo>
                    <a:pt x="9053690" y="808225"/>
                  </a:lnTo>
                  <a:lnTo>
                    <a:pt x="9023290" y="878062"/>
                  </a:lnTo>
                  <a:lnTo>
                    <a:pt x="8993416" y="951972"/>
                  </a:lnTo>
                  <a:lnTo>
                    <a:pt x="8963938" y="1029994"/>
                  </a:lnTo>
                  <a:lnTo>
                    <a:pt x="8934751" y="1112118"/>
                  </a:lnTo>
                  <a:lnTo>
                    <a:pt x="8905765" y="1198285"/>
                  </a:lnTo>
                  <a:lnTo>
                    <a:pt x="8876910" y="1288380"/>
                  </a:lnTo>
                  <a:lnTo>
                    <a:pt x="8848128" y="1382232"/>
                  </a:lnTo>
                  <a:lnTo>
                    <a:pt x="8819376" y="1479613"/>
                  </a:lnTo>
                  <a:lnTo>
                    <a:pt x="8790623" y="1580235"/>
                  </a:lnTo>
                  <a:lnTo>
                    <a:pt x="8761848" y="1683756"/>
                  </a:lnTo>
                  <a:lnTo>
                    <a:pt x="8733040" y="1789782"/>
                  </a:lnTo>
                  <a:lnTo>
                    <a:pt x="8704196" y="1897870"/>
                  </a:lnTo>
                  <a:lnTo>
                    <a:pt x="8675319" y="2007540"/>
                  </a:lnTo>
                  <a:lnTo>
                    <a:pt x="8646417" y="2118277"/>
                  </a:lnTo>
                  <a:lnTo>
                    <a:pt x="8617502" y="2229548"/>
                  </a:lnTo>
                  <a:lnTo>
                    <a:pt x="8588587" y="2340806"/>
                  </a:lnTo>
                  <a:lnTo>
                    <a:pt x="8559686" y="2451508"/>
                  </a:lnTo>
                  <a:lnTo>
                    <a:pt x="8530810" y="2561120"/>
                  </a:lnTo>
                  <a:lnTo>
                    <a:pt x="8501968" y="2669129"/>
                  </a:lnTo>
                  <a:lnTo>
                    <a:pt x="8473161" y="2775055"/>
                  </a:lnTo>
                  <a:lnTo>
                    <a:pt x="8444387" y="2878459"/>
                  </a:lnTo>
                  <a:lnTo>
                    <a:pt x="8415635" y="2978948"/>
                  </a:lnTo>
                  <a:lnTo>
                    <a:pt x="8386882" y="3076181"/>
                  </a:lnTo>
                  <a:lnTo>
                    <a:pt x="8358098" y="3169876"/>
                  </a:lnTo>
                  <a:lnTo>
                    <a:pt x="8329239" y="3259804"/>
                  </a:lnTo>
                  <a:lnTo>
                    <a:pt x="8300246" y="3345798"/>
                  </a:lnTo>
                  <a:lnTo>
                    <a:pt x="8271048" y="3427745"/>
                  </a:lnTo>
                  <a:lnTo>
                    <a:pt x="8241556" y="3505589"/>
                  </a:lnTo>
                  <a:lnTo>
                    <a:pt x="8211661" y="3579323"/>
                  </a:lnTo>
                  <a:lnTo>
                    <a:pt x="8181236" y="3648986"/>
                  </a:lnTo>
                  <a:lnTo>
                    <a:pt x="8151487" y="3711903"/>
                  </a:lnTo>
                  <a:lnTo>
                    <a:pt x="8108676" y="3793611"/>
                  </a:lnTo>
                  <a:lnTo>
                    <a:pt x="8063871" y="3868309"/>
                  </a:lnTo>
                  <a:lnTo>
                    <a:pt x="8016521" y="3936239"/>
                  </a:lnTo>
                  <a:lnTo>
                    <a:pt x="7966022" y="3997873"/>
                  </a:lnTo>
                  <a:lnTo>
                    <a:pt x="7911744" y="4053777"/>
                  </a:lnTo>
                  <a:lnTo>
                    <a:pt x="7853071" y="4104540"/>
                  </a:lnTo>
                  <a:lnTo>
                    <a:pt x="7789436" y="4150714"/>
                  </a:lnTo>
                  <a:lnTo>
                    <a:pt x="7720379" y="4192791"/>
                  </a:lnTo>
                  <a:lnTo>
                    <a:pt x="7645611" y="4231179"/>
                  </a:lnTo>
                  <a:lnTo>
                    <a:pt x="7565113" y="4266196"/>
                  </a:lnTo>
                  <a:lnTo>
                    <a:pt x="7479239" y="4298064"/>
                  </a:lnTo>
                  <a:lnTo>
                    <a:pt x="7388836" y="4326909"/>
                  </a:lnTo>
                  <a:lnTo>
                    <a:pt x="7295344" y="4352775"/>
                  </a:lnTo>
                  <a:lnTo>
                    <a:pt x="7200848" y="4375636"/>
                  </a:lnTo>
                  <a:lnTo>
                    <a:pt x="7108048" y="4395433"/>
                  </a:lnTo>
                  <a:lnTo>
                    <a:pt x="7020086" y="4412107"/>
                  </a:lnTo>
                  <a:lnTo>
                    <a:pt x="6940236" y="4425653"/>
                  </a:lnTo>
                  <a:lnTo>
                    <a:pt x="6871479" y="4436155"/>
                  </a:lnTo>
                  <a:lnTo>
                    <a:pt x="6816024" y="4443821"/>
                  </a:lnTo>
                  <a:lnTo>
                    <a:pt x="6774918" y="4448987"/>
                  </a:lnTo>
                  <a:lnTo>
                    <a:pt x="6747807" y="4452094"/>
                  </a:lnTo>
                  <a:lnTo>
                    <a:pt x="6732911" y="4453657"/>
                  </a:lnTo>
                  <a:lnTo>
                    <a:pt x="6727156" y="4454211"/>
                  </a:lnTo>
                  <a:lnTo>
                    <a:pt x="6726343" y="4454284"/>
                  </a:lnTo>
                  <a:lnTo>
                    <a:pt x="5254955" y="4454284"/>
                  </a:lnTo>
                  <a:lnTo>
                    <a:pt x="5253718" y="4454287"/>
                  </a:lnTo>
                  <a:lnTo>
                    <a:pt x="5245597" y="4454312"/>
                  </a:lnTo>
                  <a:lnTo>
                    <a:pt x="5225180" y="4454381"/>
                  </a:lnTo>
                  <a:lnTo>
                    <a:pt x="5188808" y="4454516"/>
                  </a:lnTo>
                  <a:lnTo>
                    <a:pt x="5134861" y="4454738"/>
                  </a:lnTo>
                  <a:lnTo>
                    <a:pt x="5063876" y="4455064"/>
                  </a:lnTo>
                  <a:lnTo>
                    <a:pt x="4978319" y="4455505"/>
                  </a:lnTo>
                  <a:lnTo>
                    <a:pt x="4882013" y="4456065"/>
                  </a:lnTo>
                  <a:lnTo>
                    <a:pt x="4779376" y="4456744"/>
                  </a:lnTo>
                  <a:lnTo>
                    <a:pt x="4674688" y="4457541"/>
                  </a:lnTo>
                  <a:lnTo>
                    <a:pt x="4571564" y="4458453"/>
                  </a:lnTo>
                  <a:lnTo>
                    <a:pt x="4472689" y="4459479"/>
                  </a:lnTo>
                  <a:lnTo>
                    <a:pt x="4379787" y="4460623"/>
                  </a:lnTo>
                  <a:lnTo>
                    <a:pt x="4293733" y="4461890"/>
                  </a:lnTo>
                  <a:lnTo>
                    <a:pt x="4214741" y="4463292"/>
                  </a:lnTo>
                  <a:lnTo>
                    <a:pt x="4142552" y="4464846"/>
                  </a:lnTo>
                  <a:lnTo>
                    <a:pt x="4076598" y="4466571"/>
                  </a:lnTo>
                  <a:lnTo>
                    <a:pt x="4016129" y="4468490"/>
                  </a:lnTo>
                  <a:lnTo>
                    <a:pt x="3960311" y="4470629"/>
                  </a:lnTo>
                  <a:lnTo>
                    <a:pt x="3908292" y="4473010"/>
                  </a:lnTo>
                  <a:lnTo>
                    <a:pt x="3859256" y="4475653"/>
                  </a:lnTo>
                  <a:lnTo>
                    <a:pt x="3829811" y="4477440"/>
                  </a:lnTo>
                  <a:lnTo>
                    <a:pt x="3773709" y="4481275"/>
                  </a:lnTo>
                  <a:lnTo>
                    <a:pt x="3719450" y="4485530"/>
                  </a:lnTo>
                  <a:lnTo>
                    <a:pt x="3666285" y="4490209"/>
                  </a:lnTo>
                  <a:lnTo>
                    <a:pt x="3613683" y="4495301"/>
                  </a:lnTo>
                  <a:lnTo>
                    <a:pt x="3561287" y="4500774"/>
                  </a:lnTo>
                  <a:lnTo>
                    <a:pt x="3508885" y="4506578"/>
                  </a:lnTo>
                  <a:lnTo>
                    <a:pt x="3456380" y="4512644"/>
                  </a:lnTo>
                  <a:lnTo>
                    <a:pt x="3403764" y="4518885"/>
                  </a:lnTo>
                  <a:lnTo>
                    <a:pt x="3351090" y="4525205"/>
                  </a:lnTo>
                  <a:lnTo>
                    <a:pt x="3298434" y="4531501"/>
                  </a:lnTo>
                  <a:lnTo>
                    <a:pt x="3245865" y="4537674"/>
                  </a:lnTo>
                  <a:lnTo>
                    <a:pt x="3193413" y="4543629"/>
                  </a:lnTo>
                  <a:lnTo>
                    <a:pt x="3141032" y="4549289"/>
                  </a:lnTo>
                  <a:lnTo>
                    <a:pt x="3088576" y="4554593"/>
                  </a:lnTo>
                  <a:lnTo>
                    <a:pt x="3035770" y="4559498"/>
                  </a:lnTo>
                  <a:lnTo>
                    <a:pt x="2982181" y="4563983"/>
                  </a:lnTo>
                  <a:lnTo>
                    <a:pt x="2927185" y="4568043"/>
                  </a:lnTo>
                  <a:lnTo>
                    <a:pt x="2896531" y="4570068"/>
                  </a:lnTo>
                  <a:lnTo>
                    <a:pt x="2848985" y="4572879"/>
                  </a:lnTo>
                  <a:lnTo>
                    <a:pt x="2798921" y="4575422"/>
                  </a:lnTo>
                  <a:lnTo>
                    <a:pt x="2745574" y="4577709"/>
                  </a:lnTo>
                  <a:lnTo>
                    <a:pt x="2688111" y="4579762"/>
                  </a:lnTo>
                  <a:lnTo>
                    <a:pt x="2625679" y="4581606"/>
                  </a:lnTo>
                  <a:lnTo>
                    <a:pt x="2557465" y="4583264"/>
                  </a:lnTo>
                  <a:lnTo>
                    <a:pt x="2482777" y="4584759"/>
                  </a:lnTo>
                  <a:lnTo>
                    <a:pt x="2401144" y="4586109"/>
                  </a:lnTo>
                  <a:lnTo>
                    <a:pt x="2312463" y="4587329"/>
                  </a:lnTo>
                  <a:lnTo>
                    <a:pt x="2217175" y="4588427"/>
                  </a:lnTo>
                  <a:lnTo>
                    <a:pt x="2116453" y="4589410"/>
                  </a:lnTo>
                  <a:lnTo>
                    <a:pt x="2012375" y="4590279"/>
                  </a:lnTo>
                  <a:lnTo>
                    <a:pt x="1907989" y="4591033"/>
                  </a:lnTo>
                  <a:lnTo>
                    <a:pt x="1807204" y="4591668"/>
                  </a:lnTo>
                  <a:lnTo>
                    <a:pt x="1714429" y="4592183"/>
                  </a:lnTo>
                  <a:lnTo>
                    <a:pt x="1633949" y="4592579"/>
                  </a:lnTo>
                  <a:lnTo>
                    <a:pt x="1569163" y="4592865"/>
                  </a:lnTo>
                  <a:lnTo>
                    <a:pt x="1521865" y="4593052"/>
                  </a:lnTo>
                  <a:lnTo>
                    <a:pt x="1491785" y="4593160"/>
                  </a:lnTo>
                  <a:lnTo>
                    <a:pt x="1476512" y="4593209"/>
                  </a:lnTo>
                  <a:lnTo>
                    <a:pt x="1471695" y="4593224"/>
                  </a:lnTo>
                  <a:lnTo>
                    <a:pt x="1471387" y="4593225"/>
                  </a:lnTo>
                  <a:lnTo>
                    <a:pt x="0" y="459322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00" name="pg2000"/>
            <p:cNvSpPr/>
            <p:nvPr/>
          </p:nvSpPr>
          <p:spPr>
            <a:xfrm>
              <a:off x="4799595" y="6589850"/>
              <a:ext cx="11981298" cy="4151883"/>
            </a:xfrm>
            <a:custGeom>
              <a:avLst/>
              <a:pathLst>
                <a:path w="11981298" h="4151883">
                  <a:moveTo>
                    <a:pt x="0" y="4151883"/>
                  </a:moveTo>
                  <a:lnTo>
                    <a:pt x="1471387" y="4151883"/>
                  </a:lnTo>
                  <a:lnTo>
                    <a:pt x="1472468" y="4151799"/>
                  </a:lnTo>
                  <a:lnTo>
                    <a:pt x="1479579" y="4151200"/>
                  </a:lnTo>
                  <a:lnTo>
                    <a:pt x="1497534" y="4149545"/>
                  </a:lnTo>
                  <a:lnTo>
                    <a:pt x="1529705" y="4146286"/>
                  </a:lnTo>
                  <a:lnTo>
                    <a:pt x="1577798" y="4140911"/>
                  </a:lnTo>
                  <a:lnTo>
                    <a:pt x="1641720" y="4132998"/>
                  </a:lnTo>
                  <a:lnTo>
                    <a:pt x="1719698" y="4122249"/>
                  </a:lnTo>
                  <a:lnTo>
                    <a:pt x="1808676" y="4108505"/>
                  </a:lnTo>
                  <a:lnTo>
                    <a:pt x="1904898" y="4091730"/>
                  </a:lnTo>
                  <a:lnTo>
                    <a:pt x="2004516" y="4071961"/>
                  </a:lnTo>
                  <a:lnTo>
                    <a:pt x="2104091" y="4049266"/>
                  </a:lnTo>
                  <a:lnTo>
                    <a:pt x="2200885" y="4023685"/>
                  </a:lnTo>
                  <a:lnTo>
                    <a:pt x="2292970" y="3995197"/>
                  </a:lnTo>
                  <a:lnTo>
                    <a:pt x="2379188" y="3963693"/>
                  </a:lnTo>
                  <a:lnTo>
                    <a:pt x="2459022" y="3928964"/>
                  </a:lnTo>
                  <a:lnTo>
                    <a:pt x="2532451" y="3890695"/>
                  </a:lnTo>
                  <a:lnTo>
                    <a:pt x="2599796" y="3848473"/>
                  </a:lnTo>
                  <a:lnTo>
                    <a:pt x="2661603" y="3801798"/>
                  </a:lnTo>
                  <a:lnTo>
                    <a:pt x="2718548" y="3750098"/>
                  </a:lnTo>
                  <a:lnTo>
                    <a:pt x="2771364" y="3692774"/>
                  </a:lnTo>
                  <a:lnTo>
                    <a:pt x="2820792" y="3629255"/>
                  </a:lnTo>
                  <a:lnTo>
                    <a:pt x="2867538" y="3559101"/>
                  </a:lnTo>
                  <a:lnTo>
                    <a:pt x="2896531" y="3510302"/>
                  </a:lnTo>
                  <a:lnTo>
                    <a:pt x="2929684" y="3449425"/>
                  </a:lnTo>
                  <a:lnTo>
                    <a:pt x="2962077" y="3384608"/>
                  </a:lnTo>
                  <a:lnTo>
                    <a:pt x="2993893" y="3315772"/>
                  </a:lnTo>
                  <a:lnTo>
                    <a:pt x="3025282" y="3242883"/>
                  </a:lnTo>
                  <a:lnTo>
                    <a:pt x="3056370" y="3165965"/>
                  </a:lnTo>
                  <a:lnTo>
                    <a:pt x="3087257" y="3085098"/>
                  </a:lnTo>
                  <a:lnTo>
                    <a:pt x="3118024" y="3000423"/>
                  </a:lnTo>
                  <a:lnTo>
                    <a:pt x="3148732" y="2912146"/>
                  </a:lnTo>
                  <a:lnTo>
                    <a:pt x="3179426" y="2820541"/>
                  </a:lnTo>
                  <a:lnTo>
                    <a:pt x="3210138" y="2725941"/>
                  </a:lnTo>
                  <a:lnTo>
                    <a:pt x="3240884" y="2628744"/>
                  </a:lnTo>
                  <a:lnTo>
                    <a:pt x="3271671" y="2529401"/>
                  </a:lnTo>
                  <a:lnTo>
                    <a:pt x="3302497" y="2428408"/>
                  </a:lnTo>
                  <a:lnTo>
                    <a:pt x="3333352" y="2326302"/>
                  </a:lnTo>
                  <a:lnTo>
                    <a:pt x="3364223" y="2223641"/>
                  </a:lnTo>
                  <a:lnTo>
                    <a:pt x="3395093" y="2121001"/>
                  </a:lnTo>
                  <a:lnTo>
                    <a:pt x="3425947" y="2018952"/>
                  </a:lnTo>
                  <a:lnTo>
                    <a:pt x="3456770" y="1918056"/>
                  </a:lnTo>
                  <a:lnTo>
                    <a:pt x="3487554" y="1818843"/>
                  </a:lnTo>
                  <a:lnTo>
                    <a:pt x="3518298" y="1721809"/>
                  </a:lnTo>
                  <a:lnTo>
                    <a:pt x="3549007" y="1627402"/>
                  </a:lnTo>
                  <a:lnTo>
                    <a:pt x="3579702" y="1536013"/>
                  </a:lnTo>
                  <a:lnTo>
                    <a:pt x="3610412" y="1447974"/>
                  </a:lnTo>
                  <a:lnTo>
                    <a:pt x="3641185" y="1363553"/>
                  </a:lnTo>
                  <a:lnTo>
                    <a:pt x="3672083" y="1282950"/>
                  </a:lnTo>
                  <a:lnTo>
                    <a:pt x="3703188" y="1206305"/>
                  </a:lnTo>
                  <a:lnTo>
                    <a:pt x="3734602" y="1133693"/>
                  </a:lnTo>
                  <a:lnTo>
                    <a:pt x="3766452" y="1065132"/>
                  </a:lnTo>
                  <a:lnTo>
                    <a:pt x="3798890" y="1000587"/>
                  </a:lnTo>
                  <a:lnTo>
                    <a:pt x="3829811" y="943981"/>
                  </a:lnTo>
                  <a:lnTo>
                    <a:pt x="3875167" y="869448"/>
                  </a:lnTo>
                  <a:lnTo>
                    <a:pt x="3922791" y="801691"/>
                  </a:lnTo>
                  <a:lnTo>
                    <a:pt x="3973340" y="740435"/>
                  </a:lnTo>
                  <a:lnTo>
                    <a:pt x="4027539" y="685180"/>
                  </a:lnTo>
                  <a:lnTo>
                    <a:pt x="4086132" y="635336"/>
                  </a:lnTo>
                  <a:lnTo>
                    <a:pt x="4149837" y="590308"/>
                  </a:lnTo>
                  <a:lnTo>
                    <a:pt x="4219292" y="549546"/>
                  </a:lnTo>
                  <a:lnTo>
                    <a:pt x="4294978" y="512578"/>
                  </a:lnTo>
                  <a:lnTo>
                    <a:pt x="4377108" y="479026"/>
                  </a:lnTo>
                  <a:lnTo>
                    <a:pt x="4465502" y="448614"/>
                  </a:lnTo>
                  <a:lnTo>
                    <a:pt x="4559433" y="421168"/>
                  </a:lnTo>
                  <a:lnTo>
                    <a:pt x="4657479" y="396612"/>
                  </a:lnTo>
                  <a:lnTo>
                    <a:pt x="4757423" y="374951"/>
                  </a:lnTo>
                  <a:lnTo>
                    <a:pt x="4856257" y="356240"/>
                  </a:lnTo>
                  <a:lnTo>
                    <a:pt x="4950351" y="340541"/>
                  </a:lnTo>
                  <a:lnTo>
                    <a:pt x="5035823" y="327873"/>
                  </a:lnTo>
                  <a:lnTo>
                    <a:pt x="5109096" y="318158"/>
                  </a:lnTo>
                  <a:lnTo>
                    <a:pt x="5167510" y="311189"/>
                  </a:lnTo>
                  <a:lnTo>
                    <a:pt x="5209856" y="306621"/>
                  </a:lnTo>
                  <a:lnTo>
                    <a:pt x="5236683" y="303994"/>
                  </a:lnTo>
                  <a:lnTo>
                    <a:pt x="5250315" y="302778"/>
                  </a:lnTo>
                  <a:lnTo>
                    <a:pt x="5254660" y="302423"/>
                  </a:lnTo>
                  <a:lnTo>
                    <a:pt x="5254955" y="302400"/>
                  </a:lnTo>
                  <a:lnTo>
                    <a:pt x="6726343" y="302400"/>
                  </a:lnTo>
                  <a:lnTo>
                    <a:pt x="6727579" y="302393"/>
                  </a:lnTo>
                  <a:lnTo>
                    <a:pt x="6735695" y="302340"/>
                  </a:lnTo>
                  <a:lnTo>
                    <a:pt x="6756099" y="302195"/>
                  </a:lnTo>
                  <a:lnTo>
                    <a:pt x="6792448" y="301909"/>
                  </a:lnTo>
                  <a:lnTo>
                    <a:pt x="6846364" y="301438"/>
                  </a:lnTo>
                  <a:lnTo>
                    <a:pt x="6917313" y="300748"/>
                  </a:lnTo>
                  <a:lnTo>
                    <a:pt x="7002832" y="299816"/>
                  </a:lnTo>
                  <a:lnTo>
                    <a:pt x="7099101" y="298631"/>
                  </a:lnTo>
                  <a:lnTo>
                    <a:pt x="7201706" y="297193"/>
                  </a:lnTo>
                  <a:lnTo>
                    <a:pt x="7306370" y="295506"/>
                  </a:lnTo>
                  <a:lnTo>
                    <a:pt x="7409477" y="293576"/>
                  </a:lnTo>
                  <a:lnTo>
                    <a:pt x="7508343" y="291404"/>
                  </a:lnTo>
                  <a:lnTo>
                    <a:pt x="7601243" y="288984"/>
                  </a:lnTo>
                  <a:lnTo>
                    <a:pt x="7687299" y="286302"/>
                  </a:lnTo>
                  <a:lnTo>
                    <a:pt x="7766296" y="283334"/>
                  </a:lnTo>
                  <a:lnTo>
                    <a:pt x="7838492" y="280045"/>
                  </a:lnTo>
                  <a:lnTo>
                    <a:pt x="7904453" y="276395"/>
                  </a:lnTo>
                  <a:lnTo>
                    <a:pt x="7964928" y="272333"/>
                  </a:lnTo>
                  <a:lnTo>
                    <a:pt x="8020752" y="267808"/>
                  </a:lnTo>
                  <a:lnTo>
                    <a:pt x="8072774" y="262769"/>
                  </a:lnTo>
                  <a:lnTo>
                    <a:pt x="8121811" y="257176"/>
                  </a:lnTo>
                  <a:lnTo>
                    <a:pt x="8151487" y="253362"/>
                  </a:lnTo>
                  <a:lnTo>
                    <a:pt x="8207130" y="245313"/>
                  </a:lnTo>
                  <a:lnTo>
                    <a:pt x="8260955" y="236389"/>
                  </a:lnTo>
                  <a:lnTo>
                    <a:pt x="8313694" y="226581"/>
                  </a:lnTo>
                  <a:lnTo>
                    <a:pt x="8365869" y="215913"/>
                  </a:lnTo>
                  <a:lnTo>
                    <a:pt x="8417831" y="204447"/>
                  </a:lnTo>
                  <a:lnTo>
                    <a:pt x="8469794" y="192287"/>
                  </a:lnTo>
                  <a:lnTo>
                    <a:pt x="8521856" y="179574"/>
                  </a:lnTo>
                  <a:lnTo>
                    <a:pt x="8574028" y="166485"/>
                  </a:lnTo>
                  <a:lnTo>
                    <a:pt x="8626263" y="153217"/>
                  </a:lnTo>
                  <a:lnTo>
                    <a:pt x="8678485" y="139983"/>
                  </a:lnTo>
                  <a:lnTo>
                    <a:pt x="8730626" y="126990"/>
                  </a:lnTo>
                  <a:lnTo>
                    <a:pt x="8782652" y="114432"/>
                  </a:lnTo>
                  <a:lnTo>
                    <a:pt x="8834599" y="102474"/>
                  </a:lnTo>
                  <a:lnTo>
                    <a:pt x="8886599" y="91248"/>
                  </a:lnTo>
                  <a:lnTo>
                    <a:pt x="8938905" y="80842"/>
                  </a:lnTo>
                  <a:lnTo>
                    <a:pt x="8991917" y="71309"/>
                  </a:lnTo>
                  <a:lnTo>
                    <a:pt x="9046218" y="62661"/>
                  </a:lnTo>
                  <a:lnTo>
                    <a:pt x="9084767" y="57210"/>
                  </a:lnTo>
                  <a:lnTo>
                    <a:pt x="9132301" y="51259"/>
                  </a:lnTo>
                  <a:lnTo>
                    <a:pt x="9182353" y="45875"/>
                  </a:lnTo>
                  <a:lnTo>
                    <a:pt x="9235685" y="41032"/>
                  </a:lnTo>
                  <a:lnTo>
                    <a:pt x="9293131" y="36685"/>
                  </a:lnTo>
                  <a:lnTo>
                    <a:pt x="9355544" y="32781"/>
                  </a:lnTo>
                  <a:lnTo>
                    <a:pt x="9423734" y="29270"/>
                  </a:lnTo>
                  <a:lnTo>
                    <a:pt x="9498395" y="26104"/>
                  </a:lnTo>
                  <a:lnTo>
                    <a:pt x="9579997" y="23245"/>
                  </a:lnTo>
                  <a:lnTo>
                    <a:pt x="9668644" y="20663"/>
                  </a:lnTo>
                  <a:lnTo>
                    <a:pt x="9763897" y="18336"/>
                  </a:lnTo>
                  <a:lnTo>
                    <a:pt x="9864584" y="16254"/>
                  </a:lnTo>
                  <a:lnTo>
                    <a:pt x="9968633" y="14414"/>
                  </a:lnTo>
                  <a:lnTo>
                    <a:pt x="10073000" y="12818"/>
                  </a:lnTo>
                  <a:lnTo>
                    <a:pt x="10173779" y="11473"/>
                  </a:lnTo>
                  <a:lnTo>
                    <a:pt x="10266568" y="10382"/>
                  </a:lnTo>
                  <a:lnTo>
                    <a:pt x="10347080" y="9542"/>
                  </a:lnTo>
                  <a:lnTo>
                    <a:pt x="10411915" y="8936"/>
                  </a:lnTo>
                  <a:lnTo>
                    <a:pt x="10459274" y="8539"/>
                  </a:lnTo>
                  <a:lnTo>
                    <a:pt x="10489416" y="8310"/>
                  </a:lnTo>
                  <a:lnTo>
                    <a:pt x="10504744" y="8205"/>
                  </a:lnTo>
                  <a:lnTo>
                    <a:pt x="10509595" y="8174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8674" y="7"/>
                  </a:lnTo>
                  <a:lnTo>
                    <a:pt x="10500559" y="59"/>
                  </a:lnTo>
                  <a:lnTo>
                    <a:pt x="10480154" y="205"/>
                  </a:lnTo>
                  <a:lnTo>
                    <a:pt x="10443805" y="491"/>
                  </a:lnTo>
                  <a:lnTo>
                    <a:pt x="10389889" y="962"/>
                  </a:lnTo>
                  <a:lnTo>
                    <a:pt x="10318940" y="1652"/>
                  </a:lnTo>
                  <a:lnTo>
                    <a:pt x="10233422" y="2584"/>
                  </a:lnTo>
                  <a:lnTo>
                    <a:pt x="10137152" y="3769"/>
                  </a:lnTo>
                  <a:lnTo>
                    <a:pt x="10034547" y="5207"/>
                  </a:lnTo>
                  <a:lnTo>
                    <a:pt x="9929883" y="6894"/>
                  </a:lnTo>
                  <a:lnTo>
                    <a:pt x="9826776" y="8824"/>
                  </a:lnTo>
                  <a:lnTo>
                    <a:pt x="9727910" y="10996"/>
                  </a:lnTo>
                  <a:lnTo>
                    <a:pt x="9635010" y="13416"/>
                  </a:lnTo>
                  <a:lnTo>
                    <a:pt x="9548954" y="16097"/>
                  </a:lnTo>
                  <a:lnTo>
                    <a:pt x="9469957" y="19066"/>
                  </a:lnTo>
                  <a:lnTo>
                    <a:pt x="9397761" y="22355"/>
                  </a:lnTo>
                  <a:lnTo>
                    <a:pt x="9331800" y="26005"/>
                  </a:lnTo>
                  <a:lnTo>
                    <a:pt x="9271325" y="30067"/>
                  </a:lnTo>
                  <a:lnTo>
                    <a:pt x="9215502" y="34592"/>
                  </a:lnTo>
                  <a:lnTo>
                    <a:pt x="9163479" y="39631"/>
                  </a:lnTo>
                  <a:lnTo>
                    <a:pt x="9114443" y="45224"/>
                  </a:lnTo>
                  <a:lnTo>
                    <a:pt x="9084767" y="49037"/>
                  </a:lnTo>
                  <a:lnTo>
                    <a:pt x="9029123" y="57087"/>
                  </a:lnTo>
                  <a:lnTo>
                    <a:pt x="8975298" y="66011"/>
                  </a:lnTo>
                  <a:lnTo>
                    <a:pt x="8922559" y="75818"/>
                  </a:lnTo>
                  <a:lnTo>
                    <a:pt x="8870385" y="86487"/>
                  </a:lnTo>
                  <a:lnTo>
                    <a:pt x="8818422" y="97953"/>
                  </a:lnTo>
                  <a:lnTo>
                    <a:pt x="8766459" y="110113"/>
                  </a:lnTo>
                  <a:lnTo>
                    <a:pt x="8714397" y="122826"/>
                  </a:lnTo>
                  <a:lnTo>
                    <a:pt x="8662225" y="135915"/>
                  </a:lnTo>
                  <a:lnTo>
                    <a:pt x="8609991" y="149183"/>
                  </a:lnTo>
                  <a:lnTo>
                    <a:pt x="8557768" y="162417"/>
                  </a:lnTo>
                  <a:lnTo>
                    <a:pt x="8505628" y="175410"/>
                  </a:lnTo>
                  <a:lnTo>
                    <a:pt x="8453601" y="187968"/>
                  </a:lnTo>
                  <a:lnTo>
                    <a:pt x="8401654" y="199926"/>
                  </a:lnTo>
                  <a:lnTo>
                    <a:pt x="8349654" y="211152"/>
                  </a:lnTo>
                  <a:lnTo>
                    <a:pt x="8297349" y="221558"/>
                  </a:lnTo>
                  <a:lnTo>
                    <a:pt x="8244336" y="231091"/>
                  </a:lnTo>
                  <a:lnTo>
                    <a:pt x="8190035" y="239739"/>
                  </a:lnTo>
                  <a:lnTo>
                    <a:pt x="8151487" y="245189"/>
                  </a:lnTo>
                  <a:lnTo>
                    <a:pt x="8103952" y="251141"/>
                  </a:lnTo>
                  <a:lnTo>
                    <a:pt x="8053900" y="256525"/>
                  </a:lnTo>
                  <a:lnTo>
                    <a:pt x="8000568" y="261368"/>
                  </a:lnTo>
                  <a:lnTo>
                    <a:pt x="7943122" y="265715"/>
                  </a:lnTo>
                  <a:lnTo>
                    <a:pt x="7880709" y="269619"/>
                  </a:lnTo>
                  <a:lnTo>
                    <a:pt x="7812519" y="273130"/>
                  </a:lnTo>
                  <a:lnTo>
                    <a:pt x="7737858" y="276296"/>
                  </a:lnTo>
                  <a:lnTo>
                    <a:pt x="7656256" y="279155"/>
                  </a:lnTo>
                  <a:lnTo>
                    <a:pt x="7567609" y="281737"/>
                  </a:lnTo>
                  <a:lnTo>
                    <a:pt x="7472356" y="284064"/>
                  </a:lnTo>
                  <a:lnTo>
                    <a:pt x="7371669" y="286146"/>
                  </a:lnTo>
                  <a:lnTo>
                    <a:pt x="7267620" y="287986"/>
                  </a:lnTo>
                  <a:lnTo>
                    <a:pt x="7163253" y="289581"/>
                  </a:lnTo>
                  <a:lnTo>
                    <a:pt x="7062474" y="290926"/>
                  </a:lnTo>
                  <a:lnTo>
                    <a:pt x="6969685" y="292017"/>
                  </a:lnTo>
                  <a:lnTo>
                    <a:pt x="6889174" y="292858"/>
                  </a:lnTo>
                  <a:lnTo>
                    <a:pt x="6824339" y="293464"/>
                  </a:lnTo>
                  <a:lnTo>
                    <a:pt x="6776979" y="293861"/>
                  </a:lnTo>
                  <a:lnTo>
                    <a:pt x="6746837" y="294090"/>
                  </a:lnTo>
                  <a:lnTo>
                    <a:pt x="6731509" y="294195"/>
                  </a:lnTo>
                  <a:lnTo>
                    <a:pt x="6726658" y="294226"/>
                  </a:lnTo>
                  <a:lnTo>
                    <a:pt x="6726343" y="294227"/>
                  </a:lnTo>
                  <a:lnTo>
                    <a:pt x="5254955" y="294227"/>
                  </a:lnTo>
                  <a:lnTo>
                    <a:pt x="5253875" y="294311"/>
                  </a:lnTo>
                  <a:lnTo>
                    <a:pt x="5246763" y="294910"/>
                  </a:lnTo>
                  <a:lnTo>
                    <a:pt x="5228808" y="296565"/>
                  </a:lnTo>
                  <a:lnTo>
                    <a:pt x="5196637" y="299824"/>
                  </a:lnTo>
                  <a:lnTo>
                    <a:pt x="5148545" y="305199"/>
                  </a:lnTo>
                  <a:lnTo>
                    <a:pt x="5084622" y="313112"/>
                  </a:lnTo>
                  <a:lnTo>
                    <a:pt x="5006644" y="323861"/>
                  </a:lnTo>
                  <a:lnTo>
                    <a:pt x="4917666" y="337605"/>
                  </a:lnTo>
                  <a:lnTo>
                    <a:pt x="4821444" y="354380"/>
                  </a:lnTo>
                  <a:lnTo>
                    <a:pt x="4721826" y="374149"/>
                  </a:lnTo>
                  <a:lnTo>
                    <a:pt x="4622251" y="396844"/>
                  </a:lnTo>
                  <a:lnTo>
                    <a:pt x="4525457" y="422425"/>
                  </a:lnTo>
                  <a:lnTo>
                    <a:pt x="4433372" y="450913"/>
                  </a:lnTo>
                  <a:lnTo>
                    <a:pt x="4347155" y="482417"/>
                  </a:lnTo>
                  <a:lnTo>
                    <a:pt x="4267320" y="517147"/>
                  </a:lnTo>
                  <a:lnTo>
                    <a:pt x="4193891" y="555415"/>
                  </a:lnTo>
                  <a:lnTo>
                    <a:pt x="4126546" y="597637"/>
                  </a:lnTo>
                  <a:lnTo>
                    <a:pt x="4064739" y="644312"/>
                  </a:lnTo>
                  <a:lnTo>
                    <a:pt x="4007794" y="696012"/>
                  </a:lnTo>
                  <a:lnTo>
                    <a:pt x="3954978" y="753336"/>
                  </a:lnTo>
                  <a:lnTo>
                    <a:pt x="3905550" y="816855"/>
                  </a:lnTo>
                  <a:lnTo>
                    <a:pt x="3858804" y="887009"/>
                  </a:lnTo>
                  <a:lnTo>
                    <a:pt x="3829811" y="935808"/>
                  </a:lnTo>
                  <a:lnTo>
                    <a:pt x="3796658" y="996685"/>
                  </a:lnTo>
                  <a:lnTo>
                    <a:pt x="3764265" y="1061502"/>
                  </a:lnTo>
                  <a:lnTo>
                    <a:pt x="3732449" y="1130339"/>
                  </a:lnTo>
                  <a:lnTo>
                    <a:pt x="3701060" y="1203227"/>
                  </a:lnTo>
                  <a:lnTo>
                    <a:pt x="3669972" y="1280145"/>
                  </a:lnTo>
                  <a:lnTo>
                    <a:pt x="3639085" y="1361012"/>
                  </a:lnTo>
                  <a:lnTo>
                    <a:pt x="3608318" y="1445688"/>
                  </a:lnTo>
                  <a:lnTo>
                    <a:pt x="3577610" y="1533964"/>
                  </a:lnTo>
                  <a:lnTo>
                    <a:pt x="3546916" y="1625569"/>
                  </a:lnTo>
                  <a:lnTo>
                    <a:pt x="3516204" y="1720169"/>
                  </a:lnTo>
                  <a:lnTo>
                    <a:pt x="3485458" y="1817366"/>
                  </a:lnTo>
                  <a:lnTo>
                    <a:pt x="3454671" y="1916709"/>
                  </a:lnTo>
                  <a:lnTo>
                    <a:pt x="3423845" y="2017702"/>
                  </a:lnTo>
                  <a:lnTo>
                    <a:pt x="3392990" y="2119808"/>
                  </a:lnTo>
                  <a:lnTo>
                    <a:pt x="3362119" y="2222469"/>
                  </a:lnTo>
                  <a:lnTo>
                    <a:pt x="3331249" y="2325109"/>
                  </a:lnTo>
                  <a:lnTo>
                    <a:pt x="3300395" y="2427158"/>
                  </a:lnTo>
                  <a:lnTo>
                    <a:pt x="3269572" y="2528055"/>
                  </a:lnTo>
                  <a:lnTo>
                    <a:pt x="3238788" y="2627267"/>
                  </a:lnTo>
                  <a:lnTo>
                    <a:pt x="3208045" y="2724301"/>
                  </a:lnTo>
                  <a:lnTo>
                    <a:pt x="3177335" y="2818708"/>
                  </a:lnTo>
                  <a:lnTo>
                    <a:pt x="3146641" y="2910097"/>
                  </a:lnTo>
                  <a:lnTo>
                    <a:pt x="3115930" y="2998136"/>
                  </a:lnTo>
                  <a:lnTo>
                    <a:pt x="3085157" y="3082557"/>
                  </a:lnTo>
                  <a:lnTo>
                    <a:pt x="3054259" y="3163160"/>
                  </a:lnTo>
                  <a:lnTo>
                    <a:pt x="3023154" y="3239805"/>
                  </a:lnTo>
                  <a:lnTo>
                    <a:pt x="2991740" y="3312417"/>
                  </a:lnTo>
                  <a:lnTo>
                    <a:pt x="2959890" y="3380978"/>
                  </a:lnTo>
                  <a:lnTo>
                    <a:pt x="2927452" y="3445524"/>
                  </a:lnTo>
                  <a:lnTo>
                    <a:pt x="2896531" y="3502129"/>
                  </a:lnTo>
                  <a:lnTo>
                    <a:pt x="2851175" y="3576662"/>
                  </a:lnTo>
                  <a:lnTo>
                    <a:pt x="2803551" y="3644419"/>
                  </a:lnTo>
                  <a:lnTo>
                    <a:pt x="2753002" y="3705675"/>
                  </a:lnTo>
                  <a:lnTo>
                    <a:pt x="2698803" y="3760930"/>
                  </a:lnTo>
                  <a:lnTo>
                    <a:pt x="2640211" y="3810774"/>
                  </a:lnTo>
                  <a:lnTo>
                    <a:pt x="2576506" y="3855802"/>
                  </a:lnTo>
                  <a:lnTo>
                    <a:pt x="2507050" y="3896565"/>
                  </a:lnTo>
                  <a:lnTo>
                    <a:pt x="2431364" y="3933532"/>
                  </a:lnTo>
                  <a:lnTo>
                    <a:pt x="2349234" y="3967084"/>
                  </a:lnTo>
                  <a:lnTo>
                    <a:pt x="2260840" y="3997496"/>
                  </a:lnTo>
                  <a:lnTo>
                    <a:pt x="2166909" y="4024942"/>
                  </a:lnTo>
                  <a:lnTo>
                    <a:pt x="2068863" y="4049498"/>
                  </a:lnTo>
                  <a:lnTo>
                    <a:pt x="1968919" y="4071159"/>
                  </a:lnTo>
                  <a:lnTo>
                    <a:pt x="1870085" y="4089871"/>
                  </a:lnTo>
                  <a:lnTo>
                    <a:pt x="1775992" y="4105569"/>
                  </a:lnTo>
                  <a:lnTo>
                    <a:pt x="1690519" y="4118237"/>
                  </a:lnTo>
                  <a:lnTo>
                    <a:pt x="1617246" y="4127952"/>
                  </a:lnTo>
                  <a:lnTo>
                    <a:pt x="1558832" y="4134921"/>
                  </a:lnTo>
                  <a:lnTo>
                    <a:pt x="1516486" y="4139489"/>
                  </a:lnTo>
                  <a:lnTo>
                    <a:pt x="1489659" y="4142116"/>
                  </a:lnTo>
                  <a:lnTo>
                    <a:pt x="1476027" y="4143332"/>
                  </a:lnTo>
                  <a:lnTo>
                    <a:pt x="1471682" y="4143687"/>
                  </a:lnTo>
                  <a:lnTo>
                    <a:pt x="1471387" y="4143710"/>
                  </a:lnTo>
                  <a:lnTo>
                    <a:pt x="0" y="4143710"/>
                  </a:lnTo>
                  <a:close/>
                </a:path>
              </a:pathLst>
            </a:custGeom>
            <a:solidFill>
              <a:srgbClr val="DFC48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2001" name="pl2001"/>
            <p:cNvSpPr/>
            <p:nvPr/>
          </p:nvSpPr>
          <p:spPr>
            <a:xfrm>
              <a:off x="4799595" y="6598023"/>
              <a:ext cx="11981298" cy="4143710"/>
            </a:xfrm>
            <a:custGeom>
              <a:avLst/>
              <a:pathLst>
                <a:path w="11981298" h="4143710">
                  <a:moveTo>
                    <a:pt x="0" y="4143710"/>
                  </a:moveTo>
                  <a:lnTo>
                    <a:pt x="1471387" y="4143710"/>
                  </a:lnTo>
                  <a:lnTo>
                    <a:pt x="1472468" y="4143626"/>
                  </a:lnTo>
                  <a:lnTo>
                    <a:pt x="1479579" y="4143027"/>
                  </a:lnTo>
                  <a:lnTo>
                    <a:pt x="1497534" y="4141372"/>
                  </a:lnTo>
                  <a:lnTo>
                    <a:pt x="1529705" y="4138113"/>
                  </a:lnTo>
                  <a:lnTo>
                    <a:pt x="1577798" y="4132738"/>
                  </a:lnTo>
                  <a:lnTo>
                    <a:pt x="1641720" y="4124825"/>
                  </a:lnTo>
                  <a:lnTo>
                    <a:pt x="1719698" y="4114076"/>
                  </a:lnTo>
                  <a:lnTo>
                    <a:pt x="1808676" y="4100332"/>
                  </a:lnTo>
                  <a:lnTo>
                    <a:pt x="1904898" y="4083557"/>
                  </a:lnTo>
                  <a:lnTo>
                    <a:pt x="2004516" y="4063788"/>
                  </a:lnTo>
                  <a:lnTo>
                    <a:pt x="2104091" y="4041093"/>
                  </a:lnTo>
                  <a:lnTo>
                    <a:pt x="2200885" y="4015512"/>
                  </a:lnTo>
                  <a:lnTo>
                    <a:pt x="2292970" y="3987024"/>
                  </a:lnTo>
                  <a:lnTo>
                    <a:pt x="2379188" y="3955520"/>
                  </a:lnTo>
                  <a:lnTo>
                    <a:pt x="2459022" y="3920791"/>
                  </a:lnTo>
                  <a:lnTo>
                    <a:pt x="2532451" y="3882522"/>
                  </a:lnTo>
                  <a:lnTo>
                    <a:pt x="2599796" y="3840300"/>
                  </a:lnTo>
                  <a:lnTo>
                    <a:pt x="2661603" y="3793625"/>
                  </a:lnTo>
                  <a:lnTo>
                    <a:pt x="2718548" y="3741925"/>
                  </a:lnTo>
                  <a:lnTo>
                    <a:pt x="2771364" y="3684601"/>
                  </a:lnTo>
                  <a:lnTo>
                    <a:pt x="2820792" y="3621082"/>
                  </a:lnTo>
                  <a:lnTo>
                    <a:pt x="2867538" y="3550928"/>
                  </a:lnTo>
                  <a:lnTo>
                    <a:pt x="2896531" y="3502129"/>
                  </a:lnTo>
                  <a:lnTo>
                    <a:pt x="2929684" y="3441252"/>
                  </a:lnTo>
                  <a:lnTo>
                    <a:pt x="2962077" y="3376435"/>
                  </a:lnTo>
                  <a:lnTo>
                    <a:pt x="2993893" y="3307599"/>
                  </a:lnTo>
                  <a:lnTo>
                    <a:pt x="3025282" y="3234710"/>
                  </a:lnTo>
                  <a:lnTo>
                    <a:pt x="3056370" y="3157792"/>
                  </a:lnTo>
                  <a:lnTo>
                    <a:pt x="3087257" y="3076925"/>
                  </a:lnTo>
                  <a:lnTo>
                    <a:pt x="3118024" y="2992250"/>
                  </a:lnTo>
                  <a:lnTo>
                    <a:pt x="3148732" y="2903973"/>
                  </a:lnTo>
                  <a:lnTo>
                    <a:pt x="3179426" y="2812368"/>
                  </a:lnTo>
                  <a:lnTo>
                    <a:pt x="3210138" y="2717768"/>
                  </a:lnTo>
                  <a:lnTo>
                    <a:pt x="3240884" y="2620571"/>
                  </a:lnTo>
                  <a:lnTo>
                    <a:pt x="3271671" y="2521228"/>
                  </a:lnTo>
                  <a:lnTo>
                    <a:pt x="3302497" y="2420235"/>
                  </a:lnTo>
                  <a:lnTo>
                    <a:pt x="3333352" y="2318129"/>
                  </a:lnTo>
                  <a:lnTo>
                    <a:pt x="3364223" y="2215468"/>
                  </a:lnTo>
                  <a:lnTo>
                    <a:pt x="3395093" y="2112828"/>
                  </a:lnTo>
                  <a:lnTo>
                    <a:pt x="3425947" y="2010779"/>
                  </a:lnTo>
                  <a:lnTo>
                    <a:pt x="3456770" y="1909883"/>
                  </a:lnTo>
                  <a:lnTo>
                    <a:pt x="3487554" y="1810670"/>
                  </a:lnTo>
                  <a:lnTo>
                    <a:pt x="3518298" y="1713636"/>
                  </a:lnTo>
                  <a:lnTo>
                    <a:pt x="3549007" y="1619229"/>
                  </a:lnTo>
                  <a:lnTo>
                    <a:pt x="3579702" y="1527840"/>
                  </a:lnTo>
                  <a:lnTo>
                    <a:pt x="3610412" y="1439801"/>
                  </a:lnTo>
                  <a:lnTo>
                    <a:pt x="3641185" y="1355380"/>
                  </a:lnTo>
                  <a:lnTo>
                    <a:pt x="3672083" y="1274777"/>
                  </a:lnTo>
                  <a:lnTo>
                    <a:pt x="3703188" y="1198132"/>
                  </a:lnTo>
                  <a:lnTo>
                    <a:pt x="3734602" y="1125520"/>
                  </a:lnTo>
                  <a:lnTo>
                    <a:pt x="3766452" y="1056959"/>
                  </a:lnTo>
                  <a:lnTo>
                    <a:pt x="3798890" y="992414"/>
                  </a:lnTo>
                  <a:lnTo>
                    <a:pt x="3829811" y="935808"/>
                  </a:lnTo>
                  <a:lnTo>
                    <a:pt x="3875167" y="861275"/>
                  </a:lnTo>
                  <a:lnTo>
                    <a:pt x="3922791" y="793518"/>
                  </a:lnTo>
                  <a:lnTo>
                    <a:pt x="3973340" y="732262"/>
                  </a:lnTo>
                  <a:lnTo>
                    <a:pt x="4027539" y="677007"/>
                  </a:lnTo>
                  <a:lnTo>
                    <a:pt x="4086132" y="627163"/>
                  </a:lnTo>
                  <a:lnTo>
                    <a:pt x="4149837" y="582135"/>
                  </a:lnTo>
                  <a:lnTo>
                    <a:pt x="4219292" y="541373"/>
                  </a:lnTo>
                  <a:lnTo>
                    <a:pt x="4294978" y="504405"/>
                  </a:lnTo>
                  <a:lnTo>
                    <a:pt x="4377108" y="470853"/>
                  </a:lnTo>
                  <a:lnTo>
                    <a:pt x="4465502" y="440441"/>
                  </a:lnTo>
                  <a:lnTo>
                    <a:pt x="4559433" y="412995"/>
                  </a:lnTo>
                  <a:lnTo>
                    <a:pt x="4657479" y="388439"/>
                  </a:lnTo>
                  <a:lnTo>
                    <a:pt x="4757423" y="366778"/>
                  </a:lnTo>
                  <a:lnTo>
                    <a:pt x="4856257" y="348067"/>
                  </a:lnTo>
                  <a:lnTo>
                    <a:pt x="4950351" y="332368"/>
                  </a:lnTo>
                  <a:lnTo>
                    <a:pt x="5035823" y="319700"/>
                  </a:lnTo>
                  <a:lnTo>
                    <a:pt x="5109096" y="309985"/>
                  </a:lnTo>
                  <a:lnTo>
                    <a:pt x="5167510" y="303016"/>
                  </a:lnTo>
                  <a:lnTo>
                    <a:pt x="5209856" y="298448"/>
                  </a:lnTo>
                  <a:lnTo>
                    <a:pt x="5236683" y="295821"/>
                  </a:lnTo>
                  <a:lnTo>
                    <a:pt x="5250315" y="294605"/>
                  </a:lnTo>
                  <a:lnTo>
                    <a:pt x="5254660" y="294250"/>
                  </a:lnTo>
                  <a:lnTo>
                    <a:pt x="5254955" y="294227"/>
                  </a:lnTo>
                  <a:lnTo>
                    <a:pt x="6726343" y="294227"/>
                  </a:lnTo>
                  <a:lnTo>
                    <a:pt x="6727579" y="294220"/>
                  </a:lnTo>
                  <a:lnTo>
                    <a:pt x="6735695" y="294167"/>
                  </a:lnTo>
                  <a:lnTo>
                    <a:pt x="6756099" y="294022"/>
                  </a:lnTo>
                  <a:lnTo>
                    <a:pt x="6792448" y="293736"/>
                  </a:lnTo>
                  <a:lnTo>
                    <a:pt x="6846364" y="293265"/>
                  </a:lnTo>
                  <a:lnTo>
                    <a:pt x="6917313" y="292575"/>
                  </a:lnTo>
                  <a:lnTo>
                    <a:pt x="7002832" y="291643"/>
                  </a:lnTo>
                  <a:lnTo>
                    <a:pt x="7099101" y="290458"/>
                  </a:lnTo>
                  <a:lnTo>
                    <a:pt x="7201706" y="289020"/>
                  </a:lnTo>
                  <a:lnTo>
                    <a:pt x="7306370" y="287333"/>
                  </a:lnTo>
                  <a:lnTo>
                    <a:pt x="7409477" y="285403"/>
                  </a:lnTo>
                  <a:lnTo>
                    <a:pt x="7508343" y="283231"/>
                  </a:lnTo>
                  <a:lnTo>
                    <a:pt x="7601243" y="280811"/>
                  </a:lnTo>
                  <a:lnTo>
                    <a:pt x="7687299" y="278129"/>
                  </a:lnTo>
                  <a:lnTo>
                    <a:pt x="7766296" y="275161"/>
                  </a:lnTo>
                  <a:lnTo>
                    <a:pt x="7838492" y="271872"/>
                  </a:lnTo>
                  <a:lnTo>
                    <a:pt x="7904453" y="268222"/>
                  </a:lnTo>
                  <a:lnTo>
                    <a:pt x="7964928" y="264160"/>
                  </a:lnTo>
                  <a:lnTo>
                    <a:pt x="8020752" y="259635"/>
                  </a:lnTo>
                  <a:lnTo>
                    <a:pt x="8072774" y="254596"/>
                  </a:lnTo>
                  <a:lnTo>
                    <a:pt x="8121811" y="249003"/>
                  </a:lnTo>
                  <a:lnTo>
                    <a:pt x="8151487" y="245189"/>
                  </a:lnTo>
                  <a:lnTo>
                    <a:pt x="8207130" y="237140"/>
                  </a:lnTo>
                  <a:lnTo>
                    <a:pt x="8260955" y="228216"/>
                  </a:lnTo>
                  <a:lnTo>
                    <a:pt x="8313694" y="218408"/>
                  </a:lnTo>
                  <a:lnTo>
                    <a:pt x="8365869" y="207740"/>
                  </a:lnTo>
                  <a:lnTo>
                    <a:pt x="8417831" y="196274"/>
                  </a:lnTo>
                  <a:lnTo>
                    <a:pt x="8469794" y="184114"/>
                  </a:lnTo>
                  <a:lnTo>
                    <a:pt x="8521856" y="171401"/>
                  </a:lnTo>
                  <a:lnTo>
                    <a:pt x="8574028" y="158312"/>
                  </a:lnTo>
                  <a:lnTo>
                    <a:pt x="8626263" y="145044"/>
                  </a:lnTo>
                  <a:lnTo>
                    <a:pt x="8678485" y="131810"/>
                  </a:lnTo>
                  <a:lnTo>
                    <a:pt x="8730626" y="118817"/>
                  </a:lnTo>
                  <a:lnTo>
                    <a:pt x="8782652" y="106259"/>
                  </a:lnTo>
                  <a:lnTo>
                    <a:pt x="8834599" y="94301"/>
                  </a:lnTo>
                  <a:lnTo>
                    <a:pt x="8886599" y="83075"/>
                  </a:lnTo>
                  <a:lnTo>
                    <a:pt x="8938905" y="72669"/>
                  </a:lnTo>
                  <a:lnTo>
                    <a:pt x="8991917" y="63136"/>
                  </a:lnTo>
                  <a:lnTo>
                    <a:pt x="9046218" y="54488"/>
                  </a:lnTo>
                  <a:lnTo>
                    <a:pt x="9084767" y="49037"/>
                  </a:lnTo>
                  <a:lnTo>
                    <a:pt x="9132301" y="43086"/>
                  </a:lnTo>
                  <a:lnTo>
                    <a:pt x="9182353" y="37702"/>
                  </a:lnTo>
                  <a:lnTo>
                    <a:pt x="9235685" y="32859"/>
                  </a:lnTo>
                  <a:lnTo>
                    <a:pt x="9293131" y="28512"/>
                  </a:lnTo>
                  <a:lnTo>
                    <a:pt x="9355544" y="24608"/>
                  </a:lnTo>
                  <a:lnTo>
                    <a:pt x="9423734" y="21097"/>
                  </a:lnTo>
                  <a:lnTo>
                    <a:pt x="9498395" y="17931"/>
                  </a:lnTo>
                  <a:lnTo>
                    <a:pt x="9579997" y="15072"/>
                  </a:lnTo>
                  <a:lnTo>
                    <a:pt x="9668644" y="12490"/>
                  </a:lnTo>
                  <a:lnTo>
                    <a:pt x="9763897" y="10163"/>
                  </a:lnTo>
                  <a:lnTo>
                    <a:pt x="9864584" y="8081"/>
                  </a:lnTo>
                  <a:lnTo>
                    <a:pt x="9968633" y="6241"/>
                  </a:lnTo>
                  <a:lnTo>
                    <a:pt x="10073000" y="4645"/>
                  </a:lnTo>
                  <a:lnTo>
                    <a:pt x="10173779" y="3300"/>
                  </a:lnTo>
                  <a:lnTo>
                    <a:pt x="10266568" y="2209"/>
                  </a:lnTo>
                  <a:lnTo>
                    <a:pt x="10347080" y="1369"/>
                  </a:lnTo>
                  <a:lnTo>
                    <a:pt x="10411915" y="763"/>
                  </a:lnTo>
                  <a:lnTo>
                    <a:pt x="10459274" y="366"/>
                  </a:lnTo>
                  <a:lnTo>
                    <a:pt x="10489416" y="137"/>
                  </a:lnTo>
                  <a:lnTo>
                    <a:pt x="10504744" y="32"/>
                  </a:lnTo>
                  <a:lnTo>
                    <a:pt x="10509595" y="1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02" name="pl2002"/>
            <p:cNvSpPr/>
            <p:nvPr/>
          </p:nvSpPr>
          <p:spPr>
            <a:xfrm>
              <a:off x="4799595" y="6589850"/>
              <a:ext cx="11981298" cy="4143710"/>
            </a:xfrm>
            <a:custGeom>
              <a:avLst/>
              <a:pathLst>
                <a:path w="11981298" h="4143710">
                  <a:moveTo>
                    <a:pt x="11981298" y="0"/>
                  </a:moveTo>
                  <a:lnTo>
                    <a:pt x="10509911" y="0"/>
                  </a:lnTo>
                  <a:lnTo>
                    <a:pt x="10508674" y="7"/>
                  </a:lnTo>
                  <a:lnTo>
                    <a:pt x="10500559" y="59"/>
                  </a:lnTo>
                  <a:lnTo>
                    <a:pt x="10480154" y="205"/>
                  </a:lnTo>
                  <a:lnTo>
                    <a:pt x="10443805" y="491"/>
                  </a:lnTo>
                  <a:lnTo>
                    <a:pt x="10389889" y="962"/>
                  </a:lnTo>
                  <a:lnTo>
                    <a:pt x="10318940" y="1652"/>
                  </a:lnTo>
                  <a:lnTo>
                    <a:pt x="10233422" y="2584"/>
                  </a:lnTo>
                  <a:lnTo>
                    <a:pt x="10137152" y="3769"/>
                  </a:lnTo>
                  <a:lnTo>
                    <a:pt x="10034547" y="5207"/>
                  </a:lnTo>
                  <a:lnTo>
                    <a:pt x="9929883" y="6894"/>
                  </a:lnTo>
                  <a:lnTo>
                    <a:pt x="9826776" y="8824"/>
                  </a:lnTo>
                  <a:lnTo>
                    <a:pt x="9727910" y="10996"/>
                  </a:lnTo>
                  <a:lnTo>
                    <a:pt x="9635010" y="13416"/>
                  </a:lnTo>
                  <a:lnTo>
                    <a:pt x="9548954" y="16097"/>
                  </a:lnTo>
                  <a:lnTo>
                    <a:pt x="9469957" y="19066"/>
                  </a:lnTo>
                  <a:lnTo>
                    <a:pt x="9397761" y="22355"/>
                  </a:lnTo>
                  <a:lnTo>
                    <a:pt x="9331800" y="26005"/>
                  </a:lnTo>
                  <a:lnTo>
                    <a:pt x="9271325" y="30067"/>
                  </a:lnTo>
                  <a:lnTo>
                    <a:pt x="9215502" y="34592"/>
                  </a:lnTo>
                  <a:lnTo>
                    <a:pt x="9163479" y="39631"/>
                  </a:lnTo>
                  <a:lnTo>
                    <a:pt x="9114443" y="45224"/>
                  </a:lnTo>
                  <a:lnTo>
                    <a:pt x="9084767" y="49037"/>
                  </a:lnTo>
                  <a:lnTo>
                    <a:pt x="9029123" y="57087"/>
                  </a:lnTo>
                  <a:lnTo>
                    <a:pt x="8975298" y="66011"/>
                  </a:lnTo>
                  <a:lnTo>
                    <a:pt x="8922559" y="75818"/>
                  </a:lnTo>
                  <a:lnTo>
                    <a:pt x="8870385" y="86487"/>
                  </a:lnTo>
                  <a:lnTo>
                    <a:pt x="8818422" y="97953"/>
                  </a:lnTo>
                  <a:lnTo>
                    <a:pt x="8766459" y="110113"/>
                  </a:lnTo>
                  <a:lnTo>
                    <a:pt x="8714397" y="122826"/>
                  </a:lnTo>
                  <a:lnTo>
                    <a:pt x="8662225" y="135915"/>
                  </a:lnTo>
                  <a:lnTo>
                    <a:pt x="8609991" y="149183"/>
                  </a:lnTo>
                  <a:lnTo>
                    <a:pt x="8557768" y="162417"/>
                  </a:lnTo>
                  <a:lnTo>
                    <a:pt x="8505628" y="175410"/>
                  </a:lnTo>
                  <a:lnTo>
                    <a:pt x="8453601" y="187968"/>
                  </a:lnTo>
                  <a:lnTo>
                    <a:pt x="8401654" y="199926"/>
                  </a:lnTo>
                  <a:lnTo>
                    <a:pt x="8349654" y="211152"/>
                  </a:lnTo>
                  <a:lnTo>
                    <a:pt x="8297349" y="221558"/>
                  </a:lnTo>
                  <a:lnTo>
                    <a:pt x="8244336" y="231091"/>
                  </a:lnTo>
                  <a:lnTo>
                    <a:pt x="8190035" y="239739"/>
                  </a:lnTo>
                  <a:lnTo>
                    <a:pt x="8151487" y="245189"/>
                  </a:lnTo>
                  <a:lnTo>
                    <a:pt x="8103952" y="251141"/>
                  </a:lnTo>
                  <a:lnTo>
                    <a:pt x="8053900" y="256525"/>
                  </a:lnTo>
                  <a:lnTo>
                    <a:pt x="8000568" y="261368"/>
                  </a:lnTo>
                  <a:lnTo>
                    <a:pt x="7943122" y="265715"/>
                  </a:lnTo>
                  <a:lnTo>
                    <a:pt x="7880709" y="269619"/>
                  </a:lnTo>
                  <a:lnTo>
                    <a:pt x="7812519" y="273130"/>
                  </a:lnTo>
                  <a:lnTo>
                    <a:pt x="7737858" y="276296"/>
                  </a:lnTo>
                  <a:lnTo>
                    <a:pt x="7656256" y="279155"/>
                  </a:lnTo>
                  <a:lnTo>
                    <a:pt x="7567609" y="281737"/>
                  </a:lnTo>
                  <a:lnTo>
                    <a:pt x="7472356" y="284064"/>
                  </a:lnTo>
                  <a:lnTo>
                    <a:pt x="7371669" y="286146"/>
                  </a:lnTo>
                  <a:lnTo>
                    <a:pt x="7267620" y="287986"/>
                  </a:lnTo>
                  <a:lnTo>
                    <a:pt x="7163253" y="289581"/>
                  </a:lnTo>
                  <a:lnTo>
                    <a:pt x="7062474" y="290926"/>
                  </a:lnTo>
                  <a:lnTo>
                    <a:pt x="6969685" y="292017"/>
                  </a:lnTo>
                  <a:lnTo>
                    <a:pt x="6889174" y="292858"/>
                  </a:lnTo>
                  <a:lnTo>
                    <a:pt x="6824339" y="293464"/>
                  </a:lnTo>
                  <a:lnTo>
                    <a:pt x="6776979" y="293861"/>
                  </a:lnTo>
                  <a:lnTo>
                    <a:pt x="6746837" y="294090"/>
                  </a:lnTo>
                  <a:lnTo>
                    <a:pt x="6731509" y="294195"/>
                  </a:lnTo>
                  <a:lnTo>
                    <a:pt x="6726658" y="294226"/>
                  </a:lnTo>
                  <a:lnTo>
                    <a:pt x="6726343" y="294227"/>
                  </a:lnTo>
                  <a:lnTo>
                    <a:pt x="5254955" y="294227"/>
                  </a:lnTo>
                  <a:lnTo>
                    <a:pt x="5253875" y="294311"/>
                  </a:lnTo>
                  <a:lnTo>
                    <a:pt x="5246763" y="294910"/>
                  </a:lnTo>
                  <a:lnTo>
                    <a:pt x="5228808" y="296565"/>
                  </a:lnTo>
                  <a:lnTo>
                    <a:pt x="5196637" y="299824"/>
                  </a:lnTo>
                  <a:lnTo>
                    <a:pt x="5148545" y="305199"/>
                  </a:lnTo>
                  <a:lnTo>
                    <a:pt x="5084622" y="313112"/>
                  </a:lnTo>
                  <a:lnTo>
                    <a:pt x="5006644" y="323861"/>
                  </a:lnTo>
                  <a:lnTo>
                    <a:pt x="4917666" y="337605"/>
                  </a:lnTo>
                  <a:lnTo>
                    <a:pt x="4821444" y="354380"/>
                  </a:lnTo>
                  <a:lnTo>
                    <a:pt x="4721826" y="374149"/>
                  </a:lnTo>
                  <a:lnTo>
                    <a:pt x="4622251" y="396844"/>
                  </a:lnTo>
                  <a:lnTo>
                    <a:pt x="4525457" y="422425"/>
                  </a:lnTo>
                  <a:lnTo>
                    <a:pt x="4433372" y="450913"/>
                  </a:lnTo>
                  <a:lnTo>
                    <a:pt x="4347155" y="482417"/>
                  </a:lnTo>
                  <a:lnTo>
                    <a:pt x="4267320" y="517147"/>
                  </a:lnTo>
                  <a:lnTo>
                    <a:pt x="4193891" y="555415"/>
                  </a:lnTo>
                  <a:lnTo>
                    <a:pt x="4126546" y="597637"/>
                  </a:lnTo>
                  <a:lnTo>
                    <a:pt x="4064739" y="644312"/>
                  </a:lnTo>
                  <a:lnTo>
                    <a:pt x="4007794" y="696012"/>
                  </a:lnTo>
                  <a:lnTo>
                    <a:pt x="3954978" y="753336"/>
                  </a:lnTo>
                  <a:lnTo>
                    <a:pt x="3905550" y="816855"/>
                  </a:lnTo>
                  <a:lnTo>
                    <a:pt x="3858804" y="887009"/>
                  </a:lnTo>
                  <a:lnTo>
                    <a:pt x="3829811" y="935808"/>
                  </a:lnTo>
                  <a:lnTo>
                    <a:pt x="3796658" y="996685"/>
                  </a:lnTo>
                  <a:lnTo>
                    <a:pt x="3764265" y="1061502"/>
                  </a:lnTo>
                  <a:lnTo>
                    <a:pt x="3732449" y="1130339"/>
                  </a:lnTo>
                  <a:lnTo>
                    <a:pt x="3701060" y="1203227"/>
                  </a:lnTo>
                  <a:lnTo>
                    <a:pt x="3669972" y="1280145"/>
                  </a:lnTo>
                  <a:lnTo>
                    <a:pt x="3639085" y="1361012"/>
                  </a:lnTo>
                  <a:lnTo>
                    <a:pt x="3608318" y="1445688"/>
                  </a:lnTo>
                  <a:lnTo>
                    <a:pt x="3577610" y="1533964"/>
                  </a:lnTo>
                  <a:lnTo>
                    <a:pt x="3546916" y="1625569"/>
                  </a:lnTo>
                  <a:lnTo>
                    <a:pt x="3516204" y="1720169"/>
                  </a:lnTo>
                  <a:lnTo>
                    <a:pt x="3485458" y="1817366"/>
                  </a:lnTo>
                  <a:lnTo>
                    <a:pt x="3454671" y="1916709"/>
                  </a:lnTo>
                  <a:lnTo>
                    <a:pt x="3423845" y="2017702"/>
                  </a:lnTo>
                  <a:lnTo>
                    <a:pt x="3392990" y="2119808"/>
                  </a:lnTo>
                  <a:lnTo>
                    <a:pt x="3362119" y="2222469"/>
                  </a:lnTo>
                  <a:lnTo>
                    <a:pt x="3331249" y="2325109"/>
                  </a:lnTo>
                  <a:lnTo>
                    <a:pt x="3300395" y="2427158"/>
                  </a:lnTo>
                  <a:lnTo>
                    <a:pt x="3269572" y="2528055"/>
                  </a:lnTo>
                  <a:lnTo>
                    <a:pt x="3238788" y="2627267"/>
                  </a:lnTo>
                  <a:lnTo>
                    <a:pt x="3208045" y="2724301"/>
                  </a:lnTo>
                  <a:lnTo>
                    <a:pt x="3177335" y="2818708"/>
                  </a:lnTo>
                  <a:lnTo>
                    <a:pt x="3146641" y="2910097"/>
                  </a:lnTo>
                  <a:lnTo>
                    <a:pt x="3115930" y="2998136"/>
                  </a:lnTo>
                  <a:lnTo>
                    <a:pt x="3085157" y="3082557"/>
                  </a:lnTo>
                  <a:lnTo>
                    <a:pt x="3054259" y="3163160"/>
                  </a:lnTo>
                  <a:lnTo>
                    <a:pt x="3023154" y="3239805"/>
                  </a:lnTo>
                  <a:lnTo>
                    <a:pt x="2991740" y="3312417"/>
                  </a:lnTo>
                  <a:lnTo>
                    <a:pt x="2959890" y="3380978"/>
                  </a:lnTo>
                  <a:lnTo>
                    <a:pt x="2927452" y="3445524"/>
                  </a:lnTo>
                  <a:lnTo>
                    <a:pt x="2896531" y="3502129"/>
                  </a:lnTo>
                  <a:lnTo>
                    <a:pt x="2851175" y="3576662"/>
                  </a:lnTo>
                  <a:lnTo>
                    <a:pt x="2803551" y="3644419"/>
                  </a:lnTo>
                  <a:lnTo>
                    <a:pt x="2753002" y="3705675"/>
                  </a:lnTo>
                  <a:lnTo>
                    <a:pt x="2698803" y="3760930"/>
                  </a:lnTo>
                  <a:lnTo>
                    <a:pt x="2640211" y="3810774"/>
                  </a:lnTo>
                  <a:lnTo>
                    <a:pt x="2576506" y="3855802"/>
                  </a:lnTo>
                  <a:lnTo>
                    <a:pt x="2507050" y="3896565"/>
                  </a:lnTo>
                  <a:lnTo>
                    <a:pt x="2431364" y="3933532"/>
                  </a:lnTo>
                  <a:lnTo>
                    <a:pt x="2349234" y="3967084"/>
                  </a:lnTo>
                  <a:lnTo>
                    <a:pt x="2260840" y="3997496"/>
                  </a:lnTo>
                  <a:lnTo>
                    <a:pt x="2166909" y="4024942"/>
                  </a:lnTo>
                  <a:lnTo>
                    <a:pt x="2068863" y="4049498"/>
                  </a:lnTo>
                  <a:lnTo>
                    <a:pt x="1968919" y="4071159"/>
                  </a:lnTo>
                  <a:lnTo>
                    <a:pt x="1870085" y="4089871"/>
                  </a:lnTo>
                  <a:lnTo>
                    <a:pt x="1775992" y="4105569"/>
                  </a:lnTo>
                  <a:lnTo>
                    <a:pt x="1690519" y="4118237"/>
                  </a:lnTo>
                  <a:lnTo>
                    <a:pt x="1617246" y="4127952"/>
                  </a:lnTo>
                  <a:lnTo>
                    <a:pt x="1558832" y="4134921"/>
                  </a:lnTo>
                  <a:lnTo>
                    <a:pt x="1516486" y="4139489"/>
                  </a:lnTo>
                  <a:lnTo>
                    <a:pt x="1489659" y="4142116"/>
                  </a:lnTo>
                  <a:lnTo>
                    <a:pt x="1476027" y="4143332"/>
                  </a:lnTo>
                  <a:lnTo>
                    <a:pt x="1471682" y="4143687"/>
                  </a:lnTo>
                  <a:lnTo>
                    <a:pt x="1471387" y="4143710"/>
                  </a:lnTo>
                  <a:lnTo>
                    <a:pt x="0" y="414371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03" name="pg2003"/>
            <p:cNvSpPr/>
            <p:nvPr/>
          </p:nvSpPr>
          <p:spPr>
            <a:xfrm>
              <a:off x="4799595" y="7897530"/>
              <a:ext cx="11981298" cy="2852376"/>
            </a:xfrm>
            <a:custGeom>
              <a:avLst/>
              <a:pathLst>
                <a:path w="11981298" h="2852376">
                  <a:moveTo>
                    <a:pt x="0" y="2852376"/>
                  </a:moveTo>
                  <a:lnTo>
                    <a:pt x="1471387" y="2852376"/>
                  </a:lnTo>
                  <a:lnTo>
                    <a:pt x="1472533" y="2852310"/>
                  </a:lnTo>
                  <a:lnTo>
                    <a:pt x="1480064" y="2851840"/>
                  </a:lnTo>
                  <a:lnTo>
                    <a:pt x="1499045" y="2850541"/>
                  </a:lnTo>
                  <a:lnTo>
                    <a:pt x="1532973" y="2847984"/>
                  </a:lnTo>
                  <a:lnTo>
                    <a:pt x="1583524" y="2843771"/>
                  </a:lnTo>
                  <a:lnTo>
                    <a:pt x="1650430" y="2837579"/>
                  </a:lnTo>
                  <a:lnTo>
                    <a:pt x="1731635" y="2829187"/>
                  </a:lnTo>
                  <a:lnTo>
                    <a:pt x="1823763" y="2818484"/>
                  </a:lnTo>
                  <a:lnTo>
                    <a:pt x="1922776" y="2805452"/>
                  </a:lnTo>
                  <a:lnTo>
                    <a:pt x="2024635" y="2790127"/>
                  </a:lnTo>
                  <a:lnTo>
                    <a:pt x="2125813" y="2772561"/>
                  </a:lnTo>
                  <a:lnTo>
                    <a:pt x="2223584" y="2752778"/>
                  </a:lnTo>
                  <a:lnTo>
                    <a:pt x="2316098" y="2730746"/>
                  </a:lnTo>
                  <a:lnTo>
                    <a:pt x="2402309" y="2706360"/>
                  </a:lnTo>
                  <a:lnTo>
                    <a:pt x="2481828" y="2679434"/>
                  </a:lnTo>
                  <a:lnTo>
                    <a:pt x="2554751" y="2649698"/>
                  </a:lnTo>
                  <a:lnTo>
                    <a:pt x="2621508" y="2616806"/>
                  </a:lnTo>
                  <a:lnTo>
                    <a:pt x="2682731" y="2580345"/>
                  </a:lnTo>
                  <a:lnTo>
                    <a:pt x="2739166" y="2539854"/>
                  </a:lnTo>
                  <a:lnTo>
                    <a:pt x="2791602" y="2494866"/>
                  </a:lnTo>
                  <a:lnTo>
                    <a:pt x="2840813" y="2444961"/>
                  </a:lnTo>
                  <a:lnTo>
                    <a:pt x="2887522" y="2389872"/>
                  </a:lnTo>
                  <a:lnTo>
                    <a:pt x="2896531" y="2378342"/>
                  </a:lnTo>
                  <a:lnTo>
                    <a:pt x="2934153" y="2326988"/>
                  </a:lnTo>
                  <a:lnTo>
                    <a:pt x="2970827" y="2271862"/>
                  </a:lnTo>
                  <a:lnTo>
                    <a:pt x="3006811" y="2212886"/>
                  </a:lnTo>
                  <a:lnTo>
                    <a:pt x="3042314" y="2150045"/>
                  </a:lnTo>
                  <a:lnTo>
                    <a:pt x="3077501" y="2083393"/>
                  </a:lnTo>
                  <a:lnTo>
                    <a:pt x="3112501" y="2013058"/>
                  </a:lnTo>
                  <a:lnTo>
                    <a:pt x="3147413" y="1939247"/>
                  </a:lnTo>
                  <a:lnTo>
                    <a:pt x="3182305" y="1862246"/>
                  </a:lnTo>
                  <a:lnTo>
                    <a:pt x="3217221" y="1782421"/>
                  </a:lnTo>
                  <a:lnTo>
                    <a:pt x="3252184" y="1700213"/>
                  </a:lnTo>
                  <a:lnTo>
                    <a:pt x="3287200" y="1616126"/>
                  </a:lnTo>
                  <a:lnTo>
                    <a:pt x="3322261" y="1530719"/>
                  </a:lnTo>
                  <a:lnTo>
                    <a:pt x="3357349" y="1444590"/>
                  </a:lnTo>
                  <a:lnTo>
                    <a:pt x="3392441" y="1358357"/>
                  </a:lnTo>
                  <a:lnTo>
                    <a:pt x="3427513" y="1272643"/>
                  </a:lnTo>
                  <a:lnTo>
                    <a:pt x="3462546" y="1188053"/>
                  </a:lnTo>
                  <a:lnTo>
                    <a:pt x="3497527" y="1105163"/>
                  </a:lnTo>
                  <a:lnTo>
                    <a:pt x="3532457" y="1024495"/>
                  </a:lnTo>
                  <a:lnTo>
                    <a:pt x="3567352" y="946513"/>
                  </a:lnTo>
                  <a:lnTo>
                    <a:pt x="3602251" y="871608"/>
                  </a:lnTo>
                  <a:lnTo>
                    <a:pt x="3637213" y="800093"/>
                  </a:lnTo>
                  <a:lnTo>
                    <a:pt x="3672325" y="732201"/>
                  </a:lnTo>
                  <a:lnTo>
                    <a:pt x="3707707" y="668086"/>
                  </a:lnTo>
                  <a:lnTo>
                    <a:pt x="3743510" y="607826"/>
                  </a:lnTo>
                  <a:lnTo>
                    <a:pt x="3779929" y="551428"/>
                  </a:lnTo>
                  <a:lnTo>
                    <a:pt x="3817205" y="498834"/>
                  </a:lnTo>
                  <a:lnTo>
                    <a:pt x="3829811" y="482206"/>
                  </a:lnTo>
                  <a:lnTo>
                    <a:pt x="3876100" y="426082"/>
                  </a:lnTo>
                  <a:lnTo>
                    <a:pt x="3924762" y="375165"/>
                  </a:lnTo>
                  <a:lnTo>
                    <a:pt x="3976498" y="329233"/>
                  </a:lnTo>
                  <a:lnTo>
                    <a:pt x="4032078" y="287888"/>
                  </a:lnTo>
                  <a:lnTo>
                    <a:pt x="4092292" y="250666"/>
                  </a:lnTo>
                  <a:lnTo>
                    <a:pt x="4157897" y="217102"/>
                  </a:lnTo>
                  <a:lnTo>
                    <a:pt x="4229557" y="186771"/>
                  </a:lnTo>
                  <a:lnTo>
                    <a:pt x="4307750" y="159312"/>
                  </a:lnTo>
                  <a:lnTo>
                    <a:pt x="4392649" y="134441"/>
                  </a:lnTo>
                  <a:lnTo>
                    <a:pt x="4483974" y="111953"/>
                  </a:lnTo>
                  <a:lnTo>
                    <a:pt x="4580823" y="91729"/>
                  </a:lnTo>
                  <a:lnTo>
                    <a:pt x="4681515" y="73723"/>
                  </a:lnTo>
                  <a:lnTo>
                    <a:pt x="4783496" y="57951"/>
                  </a:lnTo>
                  <a:lnTo>
                    <a:pt x="4883383" y="44461"/>
                  </a:lnTo>
                  <a:lnTo>
                    <a:pt x="4977205" y="33296"/>
                  </a:lnTo>
                  <a:lnTo>
                    <a:pt x="5060873" y="24452"/>
                  </a:lnTo>
                  <a:lnTo>
                    <a:pt x="5130824" y="17838"/>
                  </a:lnTo>
                  <a:lnTo>
                    <a:pt x="5184697" y="13256"/>
                  </a:lnTo>
                  <a:lnTo>
                    <a:pt x="5221845" y="10401"/>
                  </a:lnTo>
                  <a:lnTo>
                    <a:pt x="5243563" y="8886"/>
                  </a:lnTo>
                  <a:lnTo>
                    <a:pt x="5253006" y="8286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564" y="8201"/>
                  </a:lnTo>
                  <a:lnTo>
                    <a:pt x="6735582" y="8404"/>
                  </a:lnTo>
                  <a:lnTo>
                    <a:pt x="6755749" y="8967"/>
                  </a:lnTo>
                  <a:lnTo>
                    <a:pt x="6791695" y="10073"/>
                  </a:lnTo>
                  <a:lnTo>
                    <a:pt x="6845053" y="11893"/>
                  </a:lnTo>
                  <a:lnTo>
                    <a:pt x="6915334" y="14564"/>
                  </a:lnTo>
                  <a:lnTo>
                    <a:pt x="7000146" y="18173"/>
                  </a:lnTo>
                  <a:lnTo>
                    <a:pt x="7095742" y="22764"/>
                  </a:lnTo>
                  <a:lnTo>
                    <a:pt x="7197770" y="28340"/>
                  </a:lnTo>
                  <a:lnTo>
                    <a:pt x="7301988" y="34880"/>
                  </a:lnTo>
                  <a:lnTo>
                    <a:pt x="7404796" y="42366"/>
                  </a:lnTo>
                  <a:lnTo>
                    <a:pt x="7503498" y="50791"/>
                  </a:lnTo>
                  <a:lnTo>
                    <a:pt x="7596349" y="60176"/>
                  </a:lnTo>
                  <a:lnTo>
                    <a:pt x="7682441" y="70576"/>
                  </a:lnTo>
                  <a:lnTo>
                    <a:pt x="7761530" y="82083"/>
                  </a:lnTo>
                  <a:lnTo>
                    <a:pt x="7833848" y="94823"/>
                  </a:lnTo>
                  <a:lnTo>
                    <a:pt x="7899940" y="108958"/>
                  </a:lnTo>
                  <a:lnTo>
                    <a:pt x="7960535" y="124674"/>
                  </a:lnTo>
                  <a:lnTo>
                    <a:pt x="8016452" y="142175"/>
                  </a:lnTo>
                  <a:lnTo>
                    <a:pt x="8068535" y="161657"/>
                  </a:lnTo>
                  <a:lnTo>
                    <a:pt x="8117591" y="183281"/>
                  </a:lnTo>
                  <a:lnTo>
                    <a:pt x="8151487" y="200238"/>
                  </a:lnTo>
                  <a:lnTo>
                    <a:pt x="8201016" y="228073"/>
                  </a:lnTo>
                  <a:lnTo>
                    <a:pt x="8249038" y="258601"/>
                  </a:lnTo>
                  <a:lnTo>
                    <a:pt x="8296093" y="291865"/>
                  </a:lnTo>
                  <a:lnTo>
                    <a:pt x="8342583" y="327827"/>
                  </a:lnTo>
                  <a:lnTo>
                    <a:pt x="8388799" y="366358"/>
                  </a:lnTo>
                  <a:lnTo>
                    <a:pt x="8434936" y="407230"/>
                  </a:lnTo>
                  <a:lnTo>
                    <a:pt x="8481109" y="450119"/>
                  </a:lnTo>
                  <a:lnTo>
                    <a:pt x="8527368" y="494606"/>
                  </a:lnTo>
                  <a:lnTo>
                    <a:pt x="8573712" y="540197"/>
                  </a:lnTo>
                  <a:lnTo>
                    <a:pt x="8620107" y="586342"/>
                  </a:lnTo>
                  <a:lnTo>
                    <a:pt x="8666499" y="632462"/>
                  </a:lnTo>
                  <a:lnTo>
                    <a:pt x="8712837" y="677979"/>
                  </a:lnTo>
                  <a:lnTo>
                    <a:pt x="8759088" y="722348"/>
                  </a:lnTo>
                  <a:lnTo>
                    <a:pt x="8805255" y="765080"/>
                  </a:lnTo>
                  <a:lnTo>
                    <a:pt x="8851393" y="805764"/>
                  </a:lnTo>
                  <a:lnTo>
                    <a:pt x="8897624" y="844083"/>
                  </a:lnTo>
                  <a:lnTo>
                    <a:pt x="8944149" y="879819"/>
                  </a:lnTo>
                  <a:lnTo>
                    <a:pt x="8991269" y="912849"/>
                  </a:lnTo>
                  <a:lnTo>
                    <a:pt x="9039396" y="943144"/>
                  </a:lnTo>
                  <a:lnTo>
                    <a:pt x="9084767" y="968500"/>
                  </a:lnTo>
                  <a:lnTo>
                    <a:pt x="9132097" y="991716"/>
                  </a:lnTo>
                  <a:lnTo>
                    <a:pt x="9181921" y="1012729"/>
                  </a:lnTo>
                  <a:lnTo>
                    <a:pt x="9234990" y="1031640"/>
                  </a:lnTo>
                  <a:lnTo>
                    <a:pt x="9292129" y="1048622"/>
                  </a:lnTo>
                  <a:lnTo>
                    <a:pt x="9354178" y="1063877"/>
                  </a:lnTo>
                  <a:lnTo>
                    <a:pt x="9421941" y="1077605"/>
                  </a:lnTo>
                  <a:lnTo>
                    <a:pt x="9496105" y="1089986"/>
                  </a:lnTo>
                  <a:lnTo>
                    <a:pt x="9577143" y="1101172"/>
                  </a:lnTo>
                  <a:lnTo>
                    <a:pt x="9665172" y="1111281"/>
                  </a:lnTo>
                  <a:lnTo>
                    <a:pt x="9759780" y="1120394"/>
                  </a:lnTo>
                  <a:lnTo>
                    <a:pt x="9859844" y="1128556"/>
                  </a:lnTo>
                  <a:lnTo>
                    <a:pt x="9963358" y="1135779"/>
                  </a:lnTo>
                  <a:lnTo>
                    <a:pt x="10067362" y="1142053"/>
                  </a:lnTo>
                  <a:lnTo>
                    <a:pt x="10168037" y="1147354"/>
                  </a:lnTo>
                  <a:lnTo>
                    <a:pt x="10261049" y="1151670"/>
                  </a:lnTo>
                  <a:lnTo>
                    <a:pt x="10342136" y="1155011"/>
                  </a:lnTo>
                  <a:lnTo>
                    <a:pt x="10407859" y="1157433"/>
                  </a:lnTo>
                  <a:lnTo>
                    <a:pt x="10456315" y="1159039"/>
                  </a:lnTo>
                  <a:lnTo>
                    <a:pt x="10487602" y="1159975"/>
                  </a:lnTo>
                  <a:lnTo>
                    <a:pt x="10503932" y="1160418"/>
                  </a:lnTo>
                  <a:lnTo>
                    <a:pt x="10509446" y="1160555"/>
                  </a:lnTo>
                  <a:lnTo>
                    <a:pt x="10509911" y="1160565"/>
                  </a:lnTo>
                  <a:lnTo>
                    <a:pt x="11981298" y="1160565"/>
                  </a:lnTo>
                  <a:lnTo>
                    <a:pt x="11981298" y="1152392"/>
                  </a:lnTo>
                  <a:lnTo>
                    <a:pt x="10509911" y="1152392"/>
                  </a:lnTo>
                  <a:lnTo>
                    <a:pt x="10508689" y="1152364"/>
                  </a:lnTo>
                  <a:lnTo>
                    <a:pt x="10500672" y="1152160"/>
                  </a:lnTo>
                  <a:lnTo>
                    <a:pt x="10480505" y="1151598"/>
                  </a:lnTo>
                  <a:lnTo>
                    <a:pt x="10444558" y="1150492"/>
                  </a:lnTo>
                  <a:lnTo>
                    <a:pt x="10391200" y="1148671"/>
                  </a:lnTo>
                  <a:lnTo>
                    <a:pt x="10320919" y="1146001"/>
                  </a:lnTo>
                  <a:lnTo>
                    <a:pt x="10236107" y="1142391"/>
                  </a:lnTo>
                  <a:lnTo>
                    <a:pt x="10140511" y="1137800"/>
                  </a:lnTo>
                  <a:lnTo>
                    <a:pt x="10038484" y="1132225"/>
                  </a:lnTo>
                  <a:lnTo>
                    <a:pt x="9934265" y="1125684"/>
                  </a:lnTo>
                  <a:lnTo>
                    <a:pt x="9831458" y="1118199"/>
                  </a:lnTo>
                  <a:lnTo>
                    <a:pt x="9732755" y="1109774"/>
                  </a:lnTo>
                  <a:lnTo>
                    <a:pt x="9639905" y="1100389"/>
                  </a:lnTo>
                  <a:lnTo>
                    <a:pt x="9553813" y="1089989"/>
                  </a:lnTo>
                  <a:lnTo>
                    <a:pt x="9474723" y="1078482"/>
                  </a:lnTo>
                  <a:lnTo>
                    <a:pt x="9402405" y="1065742"/>
                  </a:lnTo>
                  <a:lnTo>
                    <a:pt x="9336313" y="1051607"/>
                  </a:lnTo>
                  <a:lnTo>
                    <a:pt x="9275718" y="1035890"/>
                  </a:lnTo>
                  <a:lnTo>
                    <a:pt x="9219801" y="1018390"/>
                  </a:lnTo>
                  <a:lnTo>
                    <a:pt x="9167718" y="998907"/>
                  </a:lnTo>
                  <a:lnTo>
                    <a:pt x="9118662" y="977284"/>
                  </a:lnTo>
                  <a:lnTo>
                    <a:pt x="9084767" y="960327"/>
                  </a:lnTo>
                  <a:lnTo>
                    <a:pt x="9035237" y="932491"/>
                  </a:lnTo>
                  <a:lnTo>
                    <a:pt x="8987215" y="901964"/>
                  </a:lnTo>
                  <a:lnTo>
                    <a:pt x="8940160" y="868700"/>
                  </a:lnTo>
                  <a:lnTo>
                    <a:pt x="8893670" y="832738"/>
                  </a:lnTo>
                  <a:lnTo>
                    <a:pt x="8847454" y="794207"/>
                  </a:lnTo>
                  <a:lnTo>
                    <a:pt x="8801317" y="753334"/>
                  </a:lnTo>
                  <a:lnTo>
                    <a:pt x="8755144" y="710446"/>
                  </a:lnTo>
                  <a:lnTo>
                    <a:pt x="8708886" y="665959"/>
                  </a:lnTo>
                  <a:lnTo>
                    <a:pt x="8662541" y="620368"/>
                  </a:lnTo>
                  <a:lnTo>
                    <a:pt x="8616146" y="574223"/>
                  </a:lnTo>
                  <a:lnTo>
                    <a:pt x="8569754" y="528103"/>
                  </a:lnTo>
                  <a:lnTo>
                    <a:pt x="8523416" y="482585"/>
                  </a:lnTo>
                  <a:lnTo>
                    <a:pt x="8477165" y="438217"/>
                  </a:lnTo>
                  <a:lnTo>
                    <a:pt x="8430998" y="395485"/>
                  </a:lnTo>
                  <a:lnTo>
                    <a:pt x="8384860" y="354801"/>
                  </a:lnTo>
                  <a:lnTo>
                    <a:pt x="8338630" y="316482"/>
                  </a:lnTo>
                  <a:lnTo>
                    <a:pt x="8292104" y="280746"/>
                  </a:lnTo>
                  <a:lnTo>
                    <a:pt x="8244984" y="247716"/>
                  </a:lnTo>
                  <a:lnTo>
                    <a:pt x="8196857" y="217421"/>
                  </a:lnTo>
                  <a:lnTo>
                    <a:pt x="8151487" y="192065"/>
                  </a:lnTo>
                  <a:lnTo>
                    <a:pt x="8104156" y="168849"/>
                  </a:lnTo>
                  <a:lnTo>
                    <a:pt x="8054332" y="147835"/>
                  </a:lnTo>
                  <a:lnTo>
                    <a:pt x="8001263" y="128925"/>
                  </a:lnTo>
                  <a:lnTo>
                    <a:pt x="7944125" y="111943"/>
                  </a:lnTo>
                  <a:lnTo>
                    <a:pt x="7882075" y="96688"/>
                  </a:lnTo>
                  <a:lnTo>
                    <a:pt x="7814313" y="82960"/>
                  </a:lnTo>
                  <a:lnTo>
                    <a:pt x="7740148" y="70579"/>
                  </a:lnTo>
                  <a:lnTo>
                    <a:pt x="7659110" y="59393"/>
                  </a:lnTo>
                  <a:lnTo>
                    <a:pt x="7571081" y="49284"/>
                  </a:lnTo>
                  <a:lnTo>
                    <a:pt x="7476473" y="40171"/>
                  </a:lnTo>
                  <a:lnTo>
                    <a:pt x="7376409" y="32009"/>
                  </a:lnTo>
                  <a:lnTo>
                    <a:pt x="7272895" y="24786"/>
                  </a:lnTo>
                  <a:lnTo>
                    <a:pt x="7168891" y="18512"/>
                  </a:lnTo>
                  <a:lnTo>
                    <a:pt x="7068216" y="13210"/>
                  </a:lnTo>
                  <a:lnTo>
                    <a:pt x="6975205" y="8895"/>
                  </a:lnTo>
                  <a:lnTo>
                    <a:pt x="6894118" y="5553"/>
                  </a:lnTo>
                  <a:lnTo>
                    <a:pt x="6828394" y="3132"/>
                  </a:lnTo>
                  <a:lnTo>
                    <a:pt x="6779938" y="1526"/>
                  </a:lnTo>
                  <a:lnTo>
                    <a:pt x="6748652" y="590"/>
                  </a:lnTo>
                  <a:lnTo>
                    <a:pt x="6732321" y="147"/>
                  </a:lnTo>
                  <a:lnTo>
                    <a:pt x="6726807" y="10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809" y="65"/>
                  </a:lnTo>
                  <a:lnTo>
                    <a:pt x="5246278" y="535"/>
                  </a:lnTo>
                  <a:lnTo>
                    <a:pt x="5227297" y="1834"/>
                  </a:lnTo>
                  <a:lnTo>
                    <a:pt x="5193369" y="4392"/>
                  </a:lnTo>
                  <a:lnTo>
                    <a:pt x="5142818" y="8604"/>
                  </a:lnTo>
                  <a:lnTo>
                    <a:pt x="5075912" y="14796"/>
                  </a:lnTo>
                  <a:lnTo>
                    <a:pt x="4994707" y="23188"/>
                  </a:lnTo>
                  <a:lnTo>
                    <a:pt x="4902579" y="33891"/>
                  </a:lnTo>
                  <a:lnTo>
                    <a:pt x="4803566" y="46924"/>
                  </a:lnTo>
                  <a:lnTo>
                    <a:pt x="4701707" y="62248"/>
                  </a:lnTo>
                  <a:lnTo>
                    <a:pt x="4600529" y="79814"/>
                  </a:lnTo>
                  <a:lnTo>
                    <a:pt x="4502758" y="99598"/>
                  </a:lnTo>
                  <a:lnTo>
                    <a:pt x="4410244" y="121630"/>
                  </a:lnTo>
                  <a:lnTo>
                    <a:pt x="4324033" y="146016"/>
                  </a:lnTo>
                  <a:lnTo>
                    <a:pt x="4244514" y="172942"/>
                  </a:lnTo>
                  <a:lnTo>
                    <a:pt x="4171591" y="202677"/>
                  </a:lnTo>
                  <a:lnTo>
                    <a:pt x="4104834" y="235569"/>
                  </a:lnTo>
                  <a:lnTo>
                    <a:pt x="4043611" y="272031"/>
                  </a:lnTo>
                  <a:lnTo>
                    <a:pt x="3987176" y="312521"/>
                  </a:lnTo>
                  <a:lnTo>
                    <a:pt x="3934741" y="357510"/>
                  </a:lnTo>
                  <a:lnTo>
                    <a:pt x="3885529" y="407415"/>
                  </a:lnTo>
                  <a:lnTo>
                    <a:pt x="3838821" y="462503"/>
                  </a:lnTo>
                  <a:lnTo>
                    <a:pt x="3829811" y="474033"/>
                  </a:lnTo>
                  <a:lnTo>
                    <a:pt x="3792189" y="525387"/>
                  </a:lnTo>
                  <a:lnTo>
                    <a:pt x="3755515" y="580513"/>
                  </a:lnTo>
                  <a:lnTo>
                    <a:pt x="3719531" y="639490"/>
                  </a:lnTo>
                  <a:lnTo>
                    <a:pt x="3684028" y="702330"/>
                  </a:lnTo>
                  <a:lnTo>
                    <a:pt x="3648841" y="768982"/>
                  </a:lnTo>
                  <a:lnTo>
                    <a:pt x="3613841" y="839317"/>
                  </a:lnTo>
                  <a:lnTo>
                    <a:pt x="3578929" y="913129"/>
                  </a:lnTo>
                  <a:lnTo>
                    <a:pt x="3544037" y="990129"/>
                  </a:lnTo>
                  <a:lnTo>
                    <a:pt x="3509121" y="1069954"/>
                  </a:lnTo>
                  <a:lnTo>
                    <a:pt x="3474158" y="1152162"/>
                  </a:lnTo>
                  <a:lnTo>
                    <a:pt x="3439142" y="1236249"/>
                  </a:lnTo>
                  <a:lnTo>
                    <a:pt x="3404081" y="1321656"/>
                  </a:lnTo>
                  <a:lnTo>
                    <a:pt x="3368993" y="1407786"/>
                  </a:lnTo>
                  <a:lnTo>
                    <a:pt x="3333901" y="1494019"/>
                  </a:lnTo>
                  <a:lnTo>
                    <a:pt x="3298829" y="1579733"/>
                  </a:lnTo>
                  <a:lnTo>
                    <a:pt x="3263797" y="1664322"/>
                  </a:lnTo>
                  <a:lnTo>
                    <a:pt x="3228816" y="1747213"/>
                  </a:lnTo>
                  <a:lnTo>
                    <a:pt x="3193886" y="1827880"/>
                  </a:lnTo>
                  <a:lnTo>
                    <a:pt x="3158990" y="1905862"/>
                  </a:lnTo>
                  <a:lnTo>
                    <a:pt x="3124091" y="1980768"/>
                  </a:lnTo>
                  <a:lnTo>
                    <a:pt x="3089129" y="2052283"/>
                  </a:lnTo>
                  <a:lnTo>
                    <a:pt x="3054017" y="2120175"/>
                  </a:lnTo>
                  <a:lnTo>
                    <a:pt x="3018635" y="2184290"/>
                  </a:lnTo>
                  <a:lnTo>
                    <a:pt x="2982832" y="2244550"/>
                  </a:lnTo>
                  <a:lnTo>
                    <a:pt x="2946413" y="2300948"/>
                  </a:lnTo>
                  <a:lnTo>
                    <a:pt x="2909137" y="2353541"/>
                  </a:lnTo>
                  <a:lnTo>
                    <a:pt x="2896531" y="2370169"/>
                  </a:lnTo>
                  <a:lnTo>
                    <a:pt x="2850242" y="2426293"/>
                  </a:lnTo>
                  <a:lnTo>
                    <a:pt x="2801580" y="2477211"/>
                  </a:lnTo>
                  <a:lnTo>
                    <a:pt x="2749844" y="2523143"/>
                  </a:lnTo>
                  <a:lnTo>
                    <a:pt x="2694264" y="2564488"/>
                  </a:lnTo>
                  <a:lnTo>
                    <a:pt x="2634050" y="2601710"/>
                  </a:lnTo>
                  <a:lnTo>
                    <a:pt x="2568445" y="2635274"/>
                  </a:lnTo>
                  <a:lnTo>
                    <a:pt x="2496785" y="2665604"/>
                  </a:lnTo>
                  <a:lnTo>
                    <a:pt x="2418592" y="2693063"/>
                  </a:lnTo>
                  <a:lnTo>
                    <a:pt x="2333694" y="2717935"/>
                  </a:lnTo>
                  <a:lnTo>
                    <a:pt x="2242368" y="2740422"/>
                  </a:lnTo>
                  <a:lnTo>
                    <a:pt x="2145519" y="2760646"/>
                  </a:lnTo>
                  <a:lnTo>
                    <a:pt x="2044827" y="2778652"/>
                  </a:lnTo>
                  <a:lnTo>
                    <a:pt x="1942846" y="2794424"/>
                  </a:lnTo>
                  <a:lnTo>
                    <a:pt x="1842959" y="2807914"/>
                  </a:lnTo>
                  <a:lnTo>
                    <a:pt x="1749137" y="2819080"/>
                  </a:lnTo>
                  <a:lnTo>
                    <a:pt x="1665469" y="2827924"/>
                  </a:lnTo>
                  <a:lnTo>
                    <a:pt x="1595518" y="2834538"/>
                  </a:lnTo>
                  <a:lnTo>
                    <a:pt x="1541645" y="2839119"/>
                  </a:lnTo>
                  <a:lnTo>
                    <a:pt x="1504497" y="2841975"/>
                  </a:lnTo>
                  <a:lnTo>
                    <a:pt x="1482779" y="2843489"/>
                  </a:lnTo>
                  <a:lnTo>
                    <a:pt x="1473336" y="2844089"/>
                  </a:lnTo>
                  <a:lnTo>
                    <a:pt x="1471387" y="2844203"/>
                  </a:lnTo>
                  <a:lnTo>
                    <a:pt x="0" y="2844203"/>
                  </a:lnTo>
                  <a:close/>
                </a:path>
              </a:pathLst>
            </a:custGeom>
            <a:solidFill>
              <a:srgbClr val="DFC48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2004" name="pl2004"/>
            <p:cNvSpPr/>
            <p:nvPr/>
          </p:nvSpPr>
          <p:spPr>
            <a:xfrm>
              <a:off x="4799595" y="7905703"/>
              <a:ext cx="11981298" cy="2844203"/>
            </a:xfrm>
            <a:custGeom>
              <a:avLst/>
              <a:pathLst>
                <a:path w="11981298" h="2844203">
                  <a:moveTo>
                    <a:pt x="0" y="2844203"/>
                  </a:moveTo>
                  <a:lnTo>
                    <a:pt x="1471387" y="2844203"/>
                  </a:lnTo>
                  <a:lnTo>
                    <a:pt x="1472533" y="2844137"/>
                  </a:lnTo>
                  <a:lnTo>
                    <a:pt x="1480064" y="2843667"/>
                  </a:lnTo>
                  <a:lnTo>
                    <a:pt x="1499045" y="2842368"/>
                  </a:lnTo>
                  <a:lnTo>
                    <a:pt x="1532973" y="2839811"/>
                  </a:lnTo>
                  <a:lnTo>
                    <a:pt x="1583524" y="2835598"/>
                  </a:lnTo>
                  <a:lnTo>
                    <a:pt x="1650430" y="2829406"/>
                  </a:lnTo>
                  <a:lnTo>
                    <a:pt x="1731635" y="2821014"/>
                  </a:lnTo>
                  <a:lnTo>
                    <a:pt x="1823763" y="2810311"/>
                  </a:lnTo>
                  <a:lnTo>
                    <a:pt x="1922776" y="2797279"/>
                  </a:lnTo>
                  <a:lnTo>
                    <a:pt x="2024635" y="2781954"/>
                  </a:lnTo>
                  <a:lnTo>
                    <a:pt x="2125813" y="2764388"/>
                  </a:lnTo>
                  <a:lnTo>
                    <a:pt x="2223584" y="2744605"/>
                  </a:lnTo>
                  <a:lnTo>
                    <a:pt x="2316098" y="2722573"/>
                  </a:lnTo>
                  <a:lnTo>
                    <a:pt x="2402309" y="2698187"/>
                  </a:lnTo>
                  <a:lnTo>
                    <a:pt x="2481828" y="2671261"/>
                  </a:lnTo>
                  <a:lnTo>
                    <a:pt x="2554751" y="2641525"/>
                  </a:lnTo>
                  <a:lnTo>
                    <a:pt x="2621508" y="2608633"/>
                  </a:lnTo>
                  <a:lnTo>
                    <a:pt x="2682731" y="2572172"/>
                  </a:lnTo>
                  <a:lnTo>
                    <a:pt x="2739166" y="2531681"/>
                  </a:lnTo>
                  <a:lnTo>
                    <a:pt x="2791602" y="2486693"/>
                  </a:lnTo>
                  <a:lnTo>
                    <a:pt x="2840813" y="2436788"/>
                  </a:lnTo>
                  <a:lnTo>
                    <a:pt x="2887522" y="2381699"/>
                  </a:lnTo>
                  <a:lnTo>
                    <a:pt x="2896531" y="2370169"/>
                  </a:lnTo>
                  <a:lnTo>
                    <a:pt x="2934153" y="2318815"/>
                  </a:lnTo>
                  <a:lnTo>
                    <a:pt x="2970827" y="2263689"/>
                  </a:lnTo>
                  <a:lnTo>
                    <a:pt x="3006811" y="2204713"/>
                  </a:lnTo>
                  <a:lnTo>
                    <a:pt x="3042314" y="2141872"/>
                  </a:lnTo>
                  <a:lnTo>
                    <a:pt x="3077501" y="2075220"/>
                  </a:lnTo>
                  <a:lnTo>
                    <a:pt x="3112501" y="2004885"/>
                  </a:lnTo>
                  <a:lnTo>
                    <a:pt x="3147413" y="1931074"/>
                  </a:lnTo>
                  <a:lnTo>
                    <a:pt x="3182305" y="1854073"/>
                  </a:lnTo>
                  <a:lnTo>
                    <a:pt x="3217221" y="1774248"/>
                  </a:lnTo>
                  <a:lnTo>
                    <a:pt x="3252184" y="1692040"/>
                  </a:lnTo>
                  <a:lnTo>
                    <a:pt x="3287200" y="1607953"/>
                  </a:lnTo>
                  <a:lnTo>
                    <a:pt x="3322261" y="1522546"/>
                  </a:lnTo>
                  <a:lnTo>
                    <a:pt x="3357349" y="1436417"/>
                  </a:lnTo>
                  <a:lnTo>
                    <a:pt x="3392441" y="1350184"/>
                  </a:lnTo>
                  <a:lnTo>
                    <a:pt x="3427513" y="1264470"/>
                  </a:lnTo>
                  <a:lnTo>
                    <a:pt x="3462546" y="1179880"/>
                  </a:lnTo>
                  <a:lnTo>
                    <a:pt x="3497527" y="1096990"/>
                  </a:lnTo>
                  <a:lnTo>
                    <a:pt x="3532457" y="1016322"/>
                  </a:lnTo>
                  <a:lnTo>
                    <a:pt x="3567352" y="938340"/>
                  </a:lnTo>
                  <a:lnTo>
                    <a:pt x="3602251" y="863435"/>
                  </a:lnTo>
                  <a:lnTo>
                    <a:pt x="3637213" y="791920"/>
                  </a:lnTo>
                  <a:lnTo>
                    <a:pt x="3672325" y="724028"/>
                  </a:lnTo>
                  <a:lnTo>
                    <a:pt x="3707707" y="659913"/>
                  </a:lnTo>
                  <a:lnTo>
                    <a:pt x="3743510" y="599653"/>
                  </a:lnTo>
                  <a:lnTo>
                    <a:pt x="3779929" y="543255"/>
                  </a:lnTo>
                  <a:lnTo>
                    <a:pt x="3817205" y="490661"/>
                  </a:lnTo>
                  <a:lnTo>
                    <a:pt x="3829811" y="474033"/>
                  </a:lnTo>
                  <a:lnTo>
                    <a:pt x="3876100" y="417909"/>
                  </a:lnTo>
                  <a:lnTo>
                    <a:pt x="3924762" y="366992"/>
                  </a:lnTo>
                  <a:lnTo>
                    <a:pt x="3976498" y="321060"/>
                  </a:lnTo>
                  <a:lnTo>
                    <a:pt x="4032078" y="279715"/>
                  </a:lnTo>
                  <a:lnTo>
                    <a:pt x="4092292" y="242493"/>
                  </a:lnTo>
                  <a:lnTo>
                    <a:pt x="4157897" y="208929"/>
                  </a:lnTo>
                  <a:lnTo>
                    <a:pt x="4229557" y="178598"/>
                  </a:lnTo>
                  <a:lnTo>
                    <a:pt x="4307750" y="151139"/>
                  </a:lnTo>
                  <a:lnTo>
                    <a:pt x="4392649" y="126268"/>
                  </a:lnTo>
                  <a:lnTo>
                    <a:pt x="4483974" y="103780"/>
                  </a:lnTo>
                  <a:lnTo>
                    <a:pt x="4580823" y="83556"/>
                  </a:lnTo>
                  <a:lnTo>
                    <a:pt x="4681515" y="65550"/>
                  </a:lnTo>
                  <a:lnTo>
                    <a:pt x="4783496" y="49778"/>
                  </a:lnTo>
                  <a:lnTo>
                    <a:pt x="4883383" y="36288"/>
                  </a:lnTo>
                  <a:lnTo>
                    <a:pt x="4977205" y="25123"/>
                  </a:lnTo>
                  <a:lnTo>
                    <a:pt x="5060873" y="16279"/>
                  </a:lnTo>
                  <a:lnTo>
                    <a:pt x="5130824" y="9665"/>
                  </a:lnTo>
                  <a:lnTo>
                    <a:pt x="5184697" y="5083"/>
                  </a:lnTo>
                  <a:lnTo>
                    <a:pt x="5221845" y="2228"/>
                  </a:lnTo>
                  <a:lnTo>
                    <a:pt x="5243563" y="713"/>
                  </a:lnTo>
                  <a:lnTo>
                    <a:pt x="5253006" y="113"/>
                  </a:lnTo>
                  <a:lnTo>
                    <a:pt x="5254946" y="0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564" y="28"/>
                  </a:lnTo>
                  <a:lnTo>
                    <a:pt x="6735582" y="231"/>
                  </a:lnTo>
                  <a:lnTo>
                    <a:pt x="6755749" y="794"/>
                  </a:lnTo>
                  <a:lnTo>
                    <a:pt x="6791695" y="1900"/>
                  </a:lnTo>
                  <a:lnTo>
                    <a:pt x="6845053" y="3720"/>
                  </a:lnTo>
                  <a:lnTo>
                    <a:pt x="6915334" y="6391"/>
                  </a:lnTo>
                  <a:lnTo>
                    <a:pt x="7000146" y="10000"/>
                  </a:lnTo>
                  <a:lnTo>
                    <a:pt x="7095742" y="14591"/>
                  </a:lnTo>
                  <a:lnTo>
                    <a:pt x="7197770" y="20167"/>
                  </a:lnTo>
                  <a:lnTo>
                    <a:pt x="7301988" y="26707"/>
                  </a:lnTo>
                  <a:lnTo>
                    <a:pt x="7404796" y="34193"/>
                  </a:lnTo>
                  <a:lnTo>
                    <a:pt x="7503498" y="42618"/>
                  </a:lnTo>
                  <a:lnTo>
                    <a:pt x="7596349" y="52003"/>
                  </a:lnTo>
                  <a:lnTo>
                    <a:pt x="7682441" y="62403"/>
                  </a:lnTo>
                  <a:lnTo>
                    <a:pt x="7761530" y="73910"/>
                  </a:lnTo>
                  <a:lnTo>
                    <a:pt x="7833848" y="86650"/>
                  </a:lnTo>
                  <a:lnTo>
                    <a:pt x="7899940" y="100785"/>
                  </a:lnTo>
                  <a:lnTo>
                    <a:pt x="7960535" y="116501"/>
                  </a:lnTo>
                  <a:lnTo>
                    <a:pt x="8016452" y="134002"/>
                  </a:lnTo>
                  <a:lnTo>
                    <a:pt x="8068535" y="153484"/>
                  </a:lnTo>
                  <a:lnTo>
                    <a:pt x="8117591" y="175108"/>
                  </a:lnTo>
                  <a:lnTo>
                    <a:pt x="8151487" y="192065"/>
                  </a:lnTo>
                  <a:lnTo>
                    <a:pt x="8201016" y="219900"/>
                  </a:lnTo>
                  <a:lnTo>
                    <a:pt x="8249038" y="250428"/>
                  </a:lnTo>
                  <a:lnTo>
                    <a:pt x="8296093" y="283692"/>
                  </a:lnTo>
                  <a:lnTo>
                    <a:pt x="8342583" y="319654"/>
                  </a:lnTo>
                  <a:lnTo>
                    <a:pt x="8388799" y="358185"/>
                  </a:lnTo>
                  <a:lnTo>
                    <a:pt x="8434936" y="399057"/>
                  </a:lnTo>
                  <a:lnTo>
                    <a:pt x="8481109" y="441946"/>
                  </a:lnTo>
                  <a:lnTo>
                    <a:pt x="8527368" y="486433"/>
                  </a:lnTo>
                  <a:lnTo>
                    <a:pt x="8573712" y="532024"/>
                  </a:lnTo>
                  <a:lnTo>
                    <a:pt x="8620107" y="578169"/>
                  </a:lnTo>
                  <a:lnTo>
                    <a:pt x="8666499" y="624289"/>
                  </a:lnTo>
                  <a:lnTo>
                    <a:pt x="8712837" y="669806"/>
                  </a:lnTo>
                  <a:lnTo>
                    <a:pt x="8759088" y="714175"/>
                  </a:lnTo>
                  <a:lnTo>
                    <a:pt x="8805255" y="756907"/>
                  </a:lnTo>
                  <a:lnTo>
                    <a:pt x="8851393" y="797591"/>
                  </a:lnTo>
                  <a:lnTo>
                    <a:pt x="8897624" y="835910"/>
                  </a:lnTo>
                  <a:lnTo>
                    <a:pt x="8944149" y="871646"/>
                  </a:lnTo>
                  <a:lnTo>
                    <a:pt x="8991269" y="904676"/>
                  </a:lnTo>
                  <a:lnTo>
                    <a:pt x="9039396" y="934971"/>
                  </a:lnTo>
                  <a:lnTo>
                    <a:pt x="9084767" y="960327"/>
                  </a:lnTo>
                  <a:lnTo>
                    <a:pt x="9132097" y="983543"/>
                  </a:lnTo>
                  <a:lnTo>
                    <a:pt x="9181921" y="1004556"/>
                  </a:lnTo>
                  <a:lnTo>
                    <a:pt x="9234990" y="1023467"/>
                  </a:lnTo>
                  <a:lnTo>
                    <a:pt x="9292129" y="1040449"/>
                  </a:lnTo>
                  <a:lnTo>
                    <a:pt x="9354178" y="1055704"/>
                  </a:lnTo>
                  <a:lnTo>
                    <a:pt x="9421941" y="1069432"/>
                  </a:lnTo>
                  <a:lnTo>
                    <a:pt x="9496105" y="1081813"/>
                  </a:lnTo>
                  <a:lnTo>
                    <a:pt x="9577143" y="1092999"/>
                  </a:lnTo>
                  <a:lnTo>
                    <a:pt x="9665172" y="1103108"/>
                  </a:lnTo>
                  <a:lnTo>
                    <a:pt x="9759780" y="1112221"/>
                  </a:lnTo>
                  <a:lnTo>
                    <a:pt x="9859844" y="1120383"/>
                  </a:lnTo>
                  <a:lnTo>
                    <a:pt x="9963358" y="1127606"/>
                  </a:lnTo>
                  <a:lnTo>
                    <a:pt x="10067362" y="1133880"/>
                  </a:lnTo>
                  <a:lnTo>
                    <a:pt x="10168037" y="1139181"/>
                  </a:lnTo>
                  <a:lnTo>
                    <a:pt x="10261049" y="1143497"/>
                  </a:lnTo>
                  <a:lnTo>
                    <a:pt x="10342136" y="1146838"/>
                  </a:lnTo>
                  <a:lnTo>
                    <a:pt x="10407859" y="1149260"/>
                  </a:lnTo>
                  <a:lnTo>
                    <a:pt x="10456315" y="1150866"/>
                  </a:lnTo>
                  <a:lnTo>
                    <a:pt x="10487602" y="1151802"/>
                  </a:lnTo>
                  <a:lnTo>
                    <a:pt x="10503932" y="1152245"/>
                  </a:lnTo>
                  <a:lnTo>
                    <a:pt x="10509446" y="1152382"/>
                  </a:lnTo>
                  <a:lnTo>
                    <a:pt x="10509911" y="1152392"/>
                  </a:lnTo>
                  <a:lnTo>
                    <a:pt x="11981298" y="115239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05" name="pl2005"/>
            <p:cNvSpPr/>
            <p:nvPr/>
          </p:nvSpPr>
          <p:spPr>
            <a:xfrm>
              <a:off x="4799595" y="7897530"/>
              <a:ext cx="11981298" cy="2844203"/>
            </a:xfrm>
            <a:custGeom>
              <a:avLst/>
              <a:pathLst>
                <a:path w="11981298" h="2844203">
                  <a:moveTo>
                    <a:pt x="11981298" y="1152392"/>
                  </a:moveTo>
                  <a:lnTo>
                    <a:pt x="10509911" y="1152392"/>
                  </a:lnTo>
                  <a:lnTo>
                    <a:pt x="10508689" y="1152364"/>
                  </a:lnTo>
                  <a:lnTo>
                    <a:pt x="10500672" y="1152160"/>
                  </a:lnTo>
                  <a:lnTo>
                    <a:pt x="10480505" y="1151598"/>
                  </a:lnTo>
                  <a:lnTo>
                    <a:pt x="10444558" y="1150492"/>
                  </a:lnTo>
                  <a:lnTo>
                    <a:pt x="10391200" y="1148671"/>
                  </a:lnTo>
                  <a:lnTo>
                    <a:pt x="10320919" y="1146001"/>
                  </a:lnTo>
                  <a:lnTo>
                    <a:pt x="10236107" y="1142391"/>
                  </a:lnTo>
                  <a:lnTo>
                    <a:pt x="10140511" y="1137800"/>
                  </a:lnTo>
                  <a:lnTo>
                    <a:pt x="10038484" y="1132225"/>
                  </a:lnTo>
                  <a:lnTo>
                    <a:pt x="9934265" y="1125684"/>
                  </a:lnTo>
                  <a:lnTo>
                    <a:pt x="9831458" y="1118199"/>
                  </a:lnTo>
                  <a:lnTo>
                    <a:pt x="9732755" y="1109774"/>
                  </a:lnTo>
                  <a:lnTo>
                    <a:pt x="9639905" y="1100389"/>
                  </a:lnTo>
                  <a:lnTo>
                    <a:pt x="9553813" y="1089989"/>
                  </a:lnTo>
                  <a:lnTo>
                    <a:pt x="9474723" y="1078482"/>
                  </a:lnTo>
                  <a:lnTo>
                    <a:pt x="9402405" y="1065742"/>
                  </a:lnTo>
                  <a:lnTo>
                    <a:pt x="9336313" y="1051607"/>
                  </a:lnTo>
                  <a:lnTo>
                    <a:pt x="9275718" y="1035890"/>
                  </a:lnTo>
                  <a:lnTo>
                    <a:pt x="9219801" y="1018390"/>
                  </a:lnTo>
                  <a:lnTo>
                    <a:pt x="9167718" y="998907"/>
                  </a:lnTo>
                  <a:lnTo>
                    <a:pt x="9118662" y="977284"/>
                  </a:lnTo>
                  <a:lnTo>
                    <a:pt x="9084767" y="960327"/>
                  </a:lnTo>
                  <a:lnTo>
                    <a:pt x="9035237" y="932491"/>
                  </a:lnTo>
                  <a:lnTo>
                    <a:pt x="8987215" y="901964"/>
                  </a:lnTo>
                  <a:lnTo>
                    <a:pt x="8940160" y="868700"/>
                  </a:lnTo>
                  <a:lnTo>
                    <a:pt x="8893670" y="832738"/>
                  </a:lnTo>
                  <a:lnTo>
                    <a:pt x="8847454" y="794207"/>
                  </a:lnTo>
                  <a:lnTo>
                    <a:pt x="8801317" y="753334"/>
                  </a:lnTo>
                  <a:lnTo>
                    <a:pt x="8755144" y="710446"/>
                  </a:lnTo>
                  <a:lnTo>
                    <a:pt x="8708886" y="665959"/>
                  </a:lnTo>
                  <a:lnTo>
                    <a:pt x="8662541" y="620368"/>
                  </a:lnTo>
                  <a:lnTo>
                    <a:pt x="8616146" y="574223"/>
                  </a:lnTo>
                  <a:lnTo>
                    <a:pt x="8569754" y="528103"/>
                  </a:lnTo>
                  <a:lnTo>
                    <a:pt x="8523416" y="482585"/>
                  </a:lnTo>
                  <a:lnTo>
                    <a:pt x="8477165" y="438217"/>
                  </a:lnTo>
                  <a:lnTo>
                    <a:pt x="8430998" y="395485"/>
                  </a:lnTo>
                  <a:lnTo>
                    <a:pt x="8384860" y="354801"/>
                  </a:lnTo>
                  <a:lnTo>
                    <a:pt x="8338630" y="316482"/>
                  </a:lnTo>
                  <a:lnTo>
                    <a:pt x="8292104" y="280746"/>
                  </a:lnTo>
                  <a:lnTo>
                    <a:pt x="8244984" y="247716"/>
                  </a:lnTo>
                  <a:lnTo>
                    <a:pt x="8196857" y="217421"/>
                  </a:lnTo>
                  <a:lnTo>
                    <a:pt x="8151487" y="192065"/>
                  </a:lnTo>
                  <a:lnTo>
                    <a:pt x="8104156" y="168849"/>
                  </a:lnTo>
                  <a:lnTo>
                    <a:pt x="8054332" y="147835"/>
                  </a:lnTo>
                  <a:lnTo>
                    <a:pt x="8001263" y="128925"/>
                  </a:lnTo>
                  <a:lnTo>
                    <a:pt x="7944125" y="111943"/>
                  </a:lnTo>
                  <a:lnTo>
                    <a:pt x="7882075" y="96688"/>
                  </a:lnTo>
                  <a:lnTo>
                    <a:pt x="7814313" y="82960"/>
                  </a:lnTo>
                  <a:lnTo>
                    <a:pt x="7740148" y="70579"/>
                  </a:lnTo>
                  <a:lnTo>
                    <a:pt x="7659110" y="59393"/>
                  </a:lnTo>
                  <a:lnTo>
                    <a:pt x="7571081" y="49284"/>
                  </a:lnTo>
                  <a:lnTo>
                    <a:pt x="7476473" y="40171"/>
                  </a:lnTo>
                  <a:lnTo>
                    <a:pt x="7376409" y="32009"/>
                  </a:lnTo>
                  <a:lnTo>
                    <a:pt x="7272895" y="24786"/>
                  </a:lnTo>
                  <a:lnTo>
                    <a:pt x="7168891" y="18512"/>
                  </a:lnTo>
                  <a:lnTo>
                    <a:pt x="7068216" y="13210"/>
                  </a:lnTo>
                  <a:lnTo>
                    <a:pt x="6975205" y="8895"/>
                  </a:lnTo>
                  <a:lnTo>
                    <a:pt x="6894118" y="5553"/>
                  </a:lnTo>
                  <a:lnTo>
                    <a:pt x="6828394" y="3132"/>
                  </a:lnTo>
                  <a:lnTo>
                    <a:pt x="6779938" y="1526"/>
                  </a:lnTo>
                  <a:lnTo>
                    <a:pt x="6748652" y="590"/>
                  </a:lnTo>
                  <a:lnTo>
                    <a:pt x="6732321" y="147"/>
                  </a:lnTo>
                  <a:lnTo>
                    <a:pt x="6726807" y="10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809" y="65"/>
                  </a:lnTo>
                  <a:lnTo>
                    <a:pt x="5246278" y="535"/>
                  </a:lnTo>
                  <a:lnTo>
                    <a:pt x="5227297" y="1834"/>
                  </a:lnTo>
                  <a:lnTo>
                    <a:pt x="5193369" y="4392"/>
                  </a:lnTo>
                  <a:lnTo>
                    <a:pt x="5142818" y="8604"/>
                  </a:lnTo>
                  <a:lnTo>
                    <a:pt x="5075912" y="14796"/>
                  </a:lnTo>
                  <a:lnTo>
                    <a:pt x="4994707" y="23188"/>
                  </a:lnTo>
                  <a:lnTo>
                    <a:pt x="4902579" y="33891"/>
                  </a:lnTo>
                  <a:lnTo>
                    <a:pt x="4803566" y="46924"/>
                  </a:lnTo>
                  <a:lnTo>
                    <a:pt x="4701707" y="62248"/>
                  </a:lnTo>
                  <a:lnTo>
                    <a:pt x="4600529" y="79814"/>
                  </a:lnTo>
                  <a:lnTo>
                    <a:pt x="4502758" y="99598"/>
                  </a:lnTo>
                  <a:lnTo>
                    <a:pt x="4410244" y="121630"/>
                  </a:lnTo>
                  <a:lnTo>
                    <a:pt x="4324033" y="146016"/>
                  </a:lnTo>
                  <a:lnTo>
                    <a:pt x="4244514" y="172942"/>
                  </a:lnTo>
                  <a:lnTo>
                    <a:pt x="4171591" y="202677"/>
                  </a:lnTo>
                  <a:lnTo>
                    <a:pt x="4104834" y="235569"/>
                  </a:lnTo>
                  <a:lnTo>
                    <a:pt x="4043611" y="272031"/>
                  </a:lnTo>
                  <a:lnTo>
                    <a:pt x="3987176" y="312521"/>
                  </a:lnTo>
                  <a:lnTo>
                    <a:pt x="3934741" y="357510"/>
                  </a:lnTo>
                  <a:lnTo>
                    <a:pt x="3885529" y="407415"/>
                  </a:lnTo>
                  <a:lnTo>
                    <a:pt x="3838821" y="462503"/>
                  </a:lnTo>
                  <a:lnTo>
                    <a:pt x="3829811" y="474033"/>
                  </a:lnTo>
                  <a:lnTo>
                    <a:pt x="3792189" y="525387"/>
                  </a:lnTo>
                  <a:lnTo>
                    <a:pt x="3755515" y="580513"/>
                  </a:lnTo>
                  <a:lnTo>
                    <a:pt x="3719531" y="639490"/>
                  </a:lnTo>
                  <a:lnTo>
                    <a:pt x="3684028" y="702330"/>
                  </a:lnTo>
                  <a:lnTo>
                    <a:pt x="3648841" y="768982"/>
                  </a:lnTo>
                  <a:lnTo>
                    <a:pt x="3613841" y="839317"/>
                  </a:lnTo>
                  <a:lnTo>
                    <a:pt x="3578929" y="913129"/>
                  </a:lnTo>
                  <a:lnTo>
                    <a:pt x="3544037" y="990129"/>
                  </a:lnTo>
                  <a:lnTo>
                    <a:pt x="3509121" y="1069954"/>
                  </a:lnTo>
                  <a:lnTo>
                    <a:pt x="3474158" y="1152162"/>
                  </a:lnTo>
                  <a:lnTo>
                    <a:pt x="3439142" y="1236249"/>
                  </a:lnTo>
                  <a:lnTo>
                    <a:pt x="3404081" y="1321656"/>
                  </a:lnTo>
                  <a:lnTo>
                    <a:pt x="3368993" y="1407786"/>
                  </a:lnTo>
                  <a:lnTo>
                    <a:pt x="3333901" y="1494019"/>
                  </a:lnTo>
                  <a:lnTo>
                    <a:pt x="3298829" y="1579733"/>
                  </a:lnTo>
                  <a:lnTo>
                    <a:pt x="3263797" y="1664322"/>
                  </a:lnTo>
                  <a:lnTo>
                    <a:pt x="3228816" y="1747213"/>
                  </a:lnTo>
                  <a:lnTo>
                    <a:pt x="3193886" y="1827880"/>
                  </a:lnTo>
                  <a:lnTo>
                    <a:pt x="3158990" y="1905862"/>
                  </a:lnTo>
                  <a:lnTo>
                    <a:pt x="3124091" y="1980768"/>
                  </a:lnTo>
                  <a:lnTo>
                    <a:pt x="3089129" y="2052283"/>
                  </a:lnTo>
                  <a:lnTo>
                    <a:pt x="3054017" y="2120175"/>
                  </a:lnTo>
                  <a:lnTo>
                    <a:pt x="3018635" y="2184290"/>
                  </a:lnTo>
                  <a:lnTo>
                    <a:pt x="2982832" y="2244550"/>
                  </a:lnTo>
                  <a:lnTo>
                    <a:pt x="2946413" y="2300948"/>
                  </a:lnTo>
                  <a:lnTo>
                    <a:pt x="2909137" y="2353541"/>
                  </a:lnTo>
                  <a:lnTo>
                    <a:pt x="2896531" y="2370169"/>
                  </a:lnTo>
                  <a:lnTo>
                    <a:pt x="2850242" y="2426293"/>
                  </a:lnTo>
                  <a:lnTo>
                    <a:pt x="2801580" y="2477211"/>
                  </a:lnTo>
                  <a:lnTo>
                    <a:pt x="2749844" y="2523143"/>
                  </a:lnTo>
                  <a:lnTo>
                    <a:pt x="2694264" y="2564488"/>
                  </a:lnTo>
                  <a:lnTo>
                    <a:pt x="2634050" y="2601710"/>
                  </a:lnTo>
                  <a:lnTo>
                    <a:pt x="2568445" y="2635274"/>
                  </a:lnTo>
                  <a:lnTo>
                    <a:pt x="2496785" y="2665604"/>
                  </a:lnTo>
                  <a:lnTo>
                    <a:pt x="2418592" y="2693063"/>
                  </a:lnTo>
                  <a:lnTo>
                    <a:pt x="2333694" y="2717935"/>
                  </a:lnTo>
                  <a:lnTo>
                    <a:pt x="2242368" y="2740422"/>
                  </a:lnTo>
                  <a:lnTo>
                    <a:pt x="2145519" y="2760646"/>
                  </a:lnTo>
                  <a:lnTo>
                    <a:pt x="2044827" y="2778652"/>
                  </a:lnTo>
                  <a:lnTo>
                    <a:pt x="1942846" y="2794424"/>
                  </a:lnTo>
                  <a:lnTo>
                    <a:pt x="1842959" y="2807914"/>
                  </a:lnTo>
                  <a:lnTo>
                    <a:pt x="1749137" y="2819080"/>
                  </a:lnTo>
                  <a:lnTo>
                    <a:pt x="1665469" y="2827924"/>
                  </a:lnTo>
                  <a:lnTo>
                    <a:pt x="1595518" y="2834538"/>
                  </a:lnTo>
                  <a:lnTo>
                    <a:pt x="1541645" y="2839119"/>
                  </a:lnTo>
                  <a:lnTo>
                    <a:pt x="1504497" y="2841975"/>
                  </a:lnTo>
                  <a:lnTo>
                    <a:pt x="1482779" y="2843489"/>
                  </a:lnTo>
                  <a:lnTo>
                    <a:pt x="1473336" y="2844089"/>
                  </a:lnTo>
                  <a:lnTo>
                    <a:pt x="1471396" y="2844202"/>
                  </a:lnTo>
                  <a:lnTo>
                    <a:pt x="1471387" y="2844203"/>
                  </a:lnTo>
                  <a:lnTo>
                    <a:pt x="0" y="284420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06" name="pg2006"/>
            <p:cNvSpPr/>
            <p:nvPr/>
          </p:nvSpPr>
          <p:spPr>
            <a:xfrm>
              <a:off x="4799595" y="6197547"/>
              <a:ext cx="11981298" cy="4609571"/>
            </a:xfrm>
            <a:custGeom>
              <a:avLst/>
              <a:pathLst>
                <a:path w="11981298" h="4609571">
                  <a:moveTo>
                    <a:pt x="0" y="4609571"/>
                  </a:moveTo>
                  <a:lnTo>
                    <a:pt x="1471387" y="4609571"/>
                  </a:lnTo>
                  <a:lnTo>
                    <a:pt x="1472621" y="4609556"/>
                  </a:lnTo>
                  <a:lnTo>
                    <a:pt x="1480715" y="4609451"/>
                  </a:lnTo>
                  <a:lnTo>
                    <a:pt x="1501069" y="4609161"/>
                  </a:lnTo>
                  <a:lnTo>
                    <a:pt x="1537333" y="4608590"/>
                  </a:lnTo>
                  <a:lnTo>
                    <a:pt x="1591131" y="4607652"/>
                  </a:lnTo>
                  <a:lnTo>
                    <a:pt x="1661939" y="4606275"/>
                  </a:lnTo>
                  <a:lnTo>
                    <a:pt x="1747309" y="4604415"/>
                  </a:lnTo>
                  <a:lnTo>
                    <a:pt x="1843436" y="4602050"/>
                  </a:lnTo>
                  <a:lnTo>
                    <a:pt x="1945920" y="4599180"/>
                  </a:lnTo>
                  <a:lnTo>
                    <a:pt x="2050490" y="4595813"/>
                  </a:lnTo>
                  <a:lnTo>
                    <a:pt x="2153535" y="4591961"/>
                  </a:lnTo>
                  <a:lnTo>
                    <a:pt x="2252367" y="4587626"/>
                  </a:lnTo>
                  <a:lnTo>
                    <a:pt x="2345257" y="4582797"/>
                  </a:lnTo>
                  <a:lnTo>
                    <a:pt x="2431321" y="4577444"/>
                  </a:lnTo>
                  <a:lnTo>
                    <a:pt x="2510338" y="4571520"/>
                  </a:lnTo>
                  <a:lnTo>
                    <a:pt x="2582559" y="4564958"/>
                  </a:lnTo>
                  <a:lnTo>
                    <a:pt x="2648548" y="4557675"/>
                  </a:lnTo>
                  <a:lnTo>
                    <a:pt x="2709048" y="4549572"/>
                  </a:lnTo>
                  <a:lnTo>
                    <a:pt x="2764891" y="4540546"/>
                  </a:lnTo>
                  <a:lnTo>
                    <a:pt x="2816926" y="4530496"/>
                  </a:lnTo>
                  <a:lnTo>
                    <a:pt x="2865966" y="4519341"/>
                  </a:lnTo>
                  <a:lnTo>
                    <a:pt x="2896531" y="4511495"/>
                  </a:lnTo>
                  <a:lnTo>
                    <a:pt x="2950567" y="4495894"/>
                  </a:lnTo>
                  <a:lnTo>
                    <a:pt x="3002868" y="4478648"/>
                  </a:lnTo>
                  <a:lnTo>
                    <a:pt x="3054111" y="4459735"/>
                  </a:lnTo>
                  <a:lnTo>
                    <a:pt x="3104788" y="4439194"/>
                  </a:lnTo>
                  <a:lnTo>
                    <a:pt x="3155234" y="4417131"/>
                  </a:lnTo>
                  <a:lnTo>
                    <a:pt x="3205658" y="4393727"/>
                  </a:lnTo>
                  <a:lnTo>
                    <a:pt x="3256166" y="4369230"/>
                  </a:lnTo>
                  <a:lnTo>
                    <a:pt x="3306781" y="4343950"/>
                  </a:lnTo>
                  <a:lnTo>
                    <a:pt x="3357470" y="4318243"/>
                  </a:lnTo>
                  <a:lnTo>
                    <a:pt x="3408167" y="4292493"/>
                  </a:lnTo>
                  <a:lnTo>
                    <a:pt x="3458803" y="4267084"/>
                  </a:lnTo>
                  <a:lnTo>
                    <a:pt x="3509336" y="4242382"/>
                  </a:lnTo>
                  <a:lnTo>
                    <a:pt x="3559773" y="4218708"/>
                  </a:lnTo>
                  <a:lnTo>
                    <a:pt x="3610200" y="4196325"/>
                  </a:lnTo>
                  <a:lnTo>
                    <a:pt x="3660800" y="4175430"/>
                  </a:lnTo>
                  <a:lnTo>
                    <a:pt x="3711879" y="4156145"/>
                  </a:lnTo>
                  <a:lnTo>
                    <a:pt x="3763890" y="4138524"/>
                  </a:lnTo>
                  <a:lnTo>
                    <a:pt x="3817466" y="4122558"/>
                  </a:lnTo>
                  <a:lnTo>
                    <a:pt x="3829811" y="4119191"/>
                  </a:lnTo>
                  <a:lnTo>
                    <a:pt x="3877303" y="4107298"/>
                  </a:lnTo>
                  <a:lnTo>
                    <a:pt x="3927306" y="4096538"/>
                  </a:lnTo>
                  <a:lnTo>
                    <a:pt x="3980583" y="4086858"/>
                  </a:lnTo>
                  <a:lnTo>
                    <a:pt x="4037964" y="4078168"/>
                  </a:lnTo>
                  <a:lnTo>
                    <a:pt x="4100300" y="4070365"/>
                  </a:lnTo>
                  <a:lnTo>
                    <a:pt x="4168400" y="4063345"/>
                  </a:lnTo>
                  <a:lnTo>
                    <a:pt x="4242956" y="4057016"/>
                  </a:lnTo>
                  <a:lnTo>
                    <a:pt x="4324439" y="4051299"/>
                  </a:lnTo>
                  <a:lnTo>
                    <a:pt x="4412955" y="4046135"/>
                  </a:lnTo>
                  <a:lnTo>
                    <a:pt x="4508072" y="4041481"/>
                  </a:lnTo>
                  <a:lnTo>
                    <a:pt x="4608628" y="4037317"/>
                  </a:lnTo>
                  <a:lnTo>
                    <a:pt x="4712565" y="4033634"/>
                  </a:lnTo>
                  <a:lnTo>
                    <a:pt x="4816856" y="4030441"/>
                  </a:lnTo>
                  <a:lnTo>
                    <a:pt x="4917615" y="4027747"/>
                  </a:lnTo>
                  <a:lnTo>
                    <a:pt x="5010452" y="4025560"/>
                  </a:lnTo>
                  <a:lnTo>
                    <a:pt x="5091087" y="4023873"/>
                  </a:lnTo>
                  <a:lnTo>
                    <a:pt x="5156111" y="4022657"/>
                  </a:lnTo>
                  <a:lnTo>
                    <a:pt x="5203702" y="4021857"/>
                  </a:lnTo>
                  <a:lnTo>
                    <a:pt x="5234086" y="4021395"/>
                  </a:lnTo>
                  <a:lnTo>
                    <a:pt x="5249623" y="4021181"/>
                  </a:lnTo>
                  <a:lnTo>
                    <a:pt x="5254611" y="4021119"/>
                  </a:lnTo>
                  <a:lnTo>
                    <a:pt x="5254955" y="4021115"/>
                  </a:lnTo>
                  <a:lnTo>
                    <a:pt x="6726343" y="4021115"/>
                  </a:lnTo>
                  <a:lnTo>
                    <a:pt x="6727284" y="4021039"/>
                  </a:lnTo>
                  <a:lnTo>
                    <a:pt x="6733499" y="4020497"/>
                  </a:lnTo>
                  <a:lnTo>
                    <a:pt x="6749252" y="4019000"/>
                  </a:lnTo>
                  <a:lnTo>
                    <a:pt x="6777629" y="4016050"/>
                  </a:lnTo>
                  <a:lnTo>
                    <a:pt x="6820359" y="4011174"/>
                  </a:lnTo>
                  <a:lnTo>
                    <a:pt x="6877681" y="4003969"/>
                  </a:lnTo>
                  <a:lnTo>
                    <a:pt x="6948393" y="3994134"/>
                  </a:lnTo>
                  <a:lnTo>
                    <a:pt x="7030117" y="3981490"/>
                  </a:lnTo>
                  <a:lnTo>
                    <a:pt x="7119726" y="3965968"/>
                  </a:lnTo>
                  <a:lnTo>
                    <a:pt x="7213843" y="3947583"/>
                  </a:lnTo>
                  <a:lnTo>
                    <a:pt x="7309278" y="3926390"/>
                  </a:lnTo>
                  <a:lnTo>
                    <a:pt x="7403336" y="3902443"/>
                  </a:lnTo>
                  <a:lnTo>
                    <a:pt x="7493970" y="3875756"/>
                  </a:lnTo>
                  <a:lnTo>
                    <a:pt x="7579800" y="3846279"/>
                  </a:lnTo>
                  <a:lnTo>
                    <a:pt x="7660052" y="3813878"/>
                  </a:lnTo>
                  <a:lnTo>
                    <a:pt x="7734438" y="3778332"/>
                  </a:lnTo>
                  <a:lnTo>
                    <a:pt x="7803041" y="3739329"/>
                  </a:lnTo>
                  <a:lnTo>
                    <a:pt x="7866199" y="3696473"/>
                  </a:lnTo>
                  <a:lnTo>
                    <a:pt x="7924416" y="3649295"/>
                  </a:lnTo>
                  <a:lnTo>
                    <a:pt x="7978290" y="3597272"/>
                  </a:lnTo>
                  <a:lnTo>
                    <a:pt x="8028463" y="3539858"/>
                  </a:lnTo>
                  <a:lnTo>
                    <a:pt x="8075578" y="3476540"/>
                  </a:lnTo>
                  <a:lnTo>
                    <a:pt x="8120249" y="3406922"/>
                  </a:lnTo>
                  <a:lnTo>
                    <a:pt x="8151487" y="3352291"/>
                  </a:lnTo>
                  <a:lnTo>
                    <a:pt x="8184041" y="3290025"/>
                  </a:lnTo>
                  <a:lnTo>
                    <a:pt x="8215859" y="3223804"/>
                  </a:lnTo>
                  <a:lnTo>
                    <a:pt x="8247116" y="3153545"/>
                  </a:lnTo>
                  <a:lnTo>
                    <a:pt x="8277954" y="3079216"/>
                  </a:lnTo>
                  <a:lnTo>
                    <a:pt x="8308493" y="3000835"/>
                  </a:lnTo>
                  <a:lnTo>
                    <a:pt x="8338832" y="2918476"/>
                  </a:lnTo>
                  <a:lnTo>
                    <a:pt x="8369046" y="2832272"/>
                  </a:lnTo>
                  <a:lnTo>
                    <a:pt x="8399198" y="2742419"/>
                  </a:lnTo>
                  <a:lnTo>
                    <a:pt x="8429331" y="2649178"/>
                  </a:lnTo>
                  <a:lnTo>
                    <a:pt x="8459476" y="2552869"/>
                  </a:lnTo>
                  <a:lnTo>
                    <a:pt x="8489653" y="2453872"/>
                  </a:lnTo>
                  <a:lnTo>
                    <a:pt x="8519869" y="2352624"/>
                  </a:lnTo>
                  <a:lnTo>
                    <a:pt x="8550123" y="2249606"/>
                  </a:lnTo>
                  <a:lnTo>
                    <a:pt x="8580408" y="2145337"/>
                  </a:lnTo>
                  <a:lnTo>
                    <a:pt x="8610712" y="2040367"/>
                  </a:lnTo>
                  <a:lnTo>
                    <a:pt x="8641019" y="1935258"/>
                  </a:lnTo>
                  <a:lnTo>
                    <a:pt x="8671316" y="1830576"/>
                  </a:lnTo>
                  <a:lnTo>
                    <a:pt x="8701586" y="1726879"/>
                  </a:lnTo>
                  <a:lnTo>
                    <a:pt x="8731821" y="1624702"/>
                  </a:lnTo>
                  <a:lnTo>
                    <a:pt x="8762016" y="1524546"/>
                  </a:lnTo>
                  <a:lnTo>
                    <a:pt x="8792175" y="1426871"/>
                  </a:lnTo>
                  <a:lnTo>
                    <a:pt x="8822312" y="1332085"/>
                  </a:lnTo>
                  <a:lnTo>
                    <a:pt x="8852449" y="1240538"/>
                  </a:lnTo>
                  <a:lnTo>
                    <a:pt x="8882627" y="1152520"/>
                  </a:lnTo>
                  <a:lnTo>
                    <a:pt x="8912896" y="1068259"/>
                  </a:lnTo>
                  <a:lnTo>
                    <a:pt x="8943326" y="987919"/>
                  </a:lnTo>
                  <a:lnTo>
                    <a:pt x="8974005" y="911601"/>
                  </a:lnTo>
                  <a:lnTo>
                    <a:pt x="9005040" y="839352"/>
                  </a:lnTo>
                  <a:lnTo>
                    <a:pt x="9036563" y="771163"/>
                  </a:lnTo>
                  <a:lnTo>
                    <a:pt x="9068734" y="706974"/>
                  </a:lnTo>
                  <a:lnTo>
                    <a:pt x="9084767" y="676996"/>
                  </a:lnTo>
                  <a:lnTo>
                    <a:pt x="9128009" y="602688"/>
                  </a:lnTo>
                  <a:lnTo>
                    <a:pt x="9173291" y="534821"/>
                  </a:lnTo>
                  <a:lnTo>
                    <a:pt x="9221180" y="473163"/>
                  </a:lnTo>
                  <a:lnTo>
                    <a:pt x="9272300" y="417277"/>
                  </a:lnTo>
                  <a:lnTo>
                    <a:pt x="9327299" y="366633"/>
                  </a:lnTo>
                  <a:lnTo>
                    <a:pt x="9386810" y="320687"/>
                  </a:lnTo>
                  <a:lnTo>
                    <a:pt x="9451412" y="278929"/>
                  </a:lnTo>
                  <a:lnTo>
                    <a:pt x="9521572" y="240907"/>
                  </a:lnTo>
                  <a:lnTo>
                    <a:pt x="9597567" y="206248"/>
                  </a:lnTo>
                  <a:lnTo>
                    <a:pt x="9679392" y="174664"/>
                  </a:lnTo>
                  <a:lnTo>
                    <a:pt x="9766636" y="145960"/>
                  </a:lnTo>
                  <a:lnTo>
                    <a:pt x="9858370" y="120025"/>
                  </a:lnTo>
                  <a:lnTo>
                    <a:pt x="9953037" y="96827"/>
                  </a:lnTo>
                  <a:lnTo>
                    <a:pt x="10048404" y="76396"/>
                  </a:lnTo>
                  <a:lnTo>
                    <a:pt x="10141621" y="58789"/>
                  </a:lnTo>
                  <a:lnTo>
                    <a:pt x="10229407" y="44055"/>
                  </a:lnTo>
                  <a:lnTo>
                    <a:pt x="10308408" y="32190"/>
                  </a:lnTo>
                  <a:lnTo>
                    <a:pt x="10375652" y="23097"/>
                  </a:lnTo>
                  <a:lnTo>
                    <a:pt x="10429045" y="16564"/>
                  </a:lnTo>
                  <a:lnTo>
                    <a:pt x="10467763" y="12259"/>
                  </a:lnTo>
                  <a:lnTo>
                    <a:pt x="10492456" y="9754"/>
                  </a:lnTo>
                  <a:lnTo>
                    <a:pt x="10505241" y="8568"/>
                  </a:lnTo>
                  <a:lnTo>
                    <a:pt x="10509544" y="8202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8969" y="76"/>
                  </a:lnTo>
                  <a:lnTo>
                    <a:pt x="10502754" y="617"/>
                  </a:lnTo>
                  <a:lnTo>
                    <a:pt x="10487001" y="2114"/>
                  </a:lnTo>
                  <a:lnTo>
                    <a:pt x="10458624" y="5065"/>
                  </a:lnTo>
                  <a:lnTo>
                    <a:pt x="10415894" y="9940"/>
                  </a:lnTo>
                  <a:lnTo>
                    <a:pt x="10358572" y="17145"/>
                  </a:lnTo>
                  <a:lnTo>
                    <a:pt x="10287860" y="26980"/>
                  </a:lnTo>
                  <a:lnTo>
                    <a:pt x="10206137" y="39624"/>
                  </a:lnTo>
                  <a:lnTo>
                    <a:pt x="10116528" y="55146"/>
                  </a:lnTo>
                  <a:lnTo>
                    <a:pt x="10022410" y="73532"/>
                  </a:lnTo>
                  <a:lnTo>
                    <a:pt x="9926975" y="94725"/>
                  </a:lnTo>
                  <a:lnTo>
                    <a:pt x="9832917" y="118671"/>
                  </a:lnTo>
                  <a:lnTo>
                    <a:pt x="9742284" y="145358"/>
                  </a:lnTo>
                  <a:lnTo>
                    <a:pt x="9656453" y="174835"/>
                  </a:lnTo>
                  <a:lnTo>
                    <a:pt x="9576201" y="207236"/>
                  </a:lnTo>
                  <a:lnTo>
                    <a:pt x="9501815" y="242782"/>
                  </a:lnTo>
                  <a:lnTo>
                    <a:pt x="9433212" y="281785"/>
                  </a:lnTo>
                  <a:lnTo>
                    <a:pt x="9370054" y="324641"/>
                  </a:lnTo>
                  <a:lnTo>
                    <a:pt x="9311838" y="371819"/>
                  </a:lnTo>
                  <a:lnTo>
                    <a:pt x="9257964" y="423842"/>
                  </a:lnTo>
                  <a:lnTo>
                    <a:pt x="9207791" y="481256"/>
                  </a:lnTo>
                  <a:lnTo>
                    <a:pt x="9160675" y="544574"/>
                  </a:lnTo>
                  <a:lnTo>
                    <a:pt x="9116004" y="614192"/>
                  </a:lnTo>
                  <a:lnTo>
                    <a:pt x="9084767" y="668823"/>
                  </a:lnTo>
                  <a:lnTo>
                    <a:pt x="9052212" y="731089"/>
                  </a:lnTo>
                  <a:lnTo>
                    <a:pt x="9020394" y="797311"/>
                  </a:lnTo>
                  <a:lnTo>
                    <a:pt x="8989138" y="867569"/>
                  </a:lnTo>
                  <a:lnTo>
                    <a:pt x="8958299" y="941898"/>
                  </a:lnTo>
                  <a:lnTo>
                    <a:pt x="8927760" y="1020279"/>
                  </a:lnTo>
                  <a:lnTo>
                    <a:pt x="8897422" y="1102639"/>
                  </a:lnTo>
                  <a:lnTo>
                    <a:pt x="8867207" y="1188843"/>
                  </a:lnTo>
                  <a:lnTo>
                    <a:pt x="8837055" y="1278695"/>
                  </a:lnTo>
                  <a:lnTo>
                    <a:pt x="8806922" y="1371936"/>
                  </a:lnTo>
                  <a:lnTo>
                    <a:pt x="8776777" y="1468246"/>
                  </a:lnTo>
                  <a:lnTo>
                    <a:pt x="8746600" y="1567242"/>
                  </a:lnTo>
                  <a:lnTo>
                    <a:pt x="8716385" y="1668490"/>
                  </a:lnTo>
                  <a:lnTo>
                    <a:pt x="8686130" y="1771509"/>
                  </a:lnTo>
                  <a:lnTo>
                    <a:pt x="8655845" y="1875777"/>
                  </a:lnTo>
                  <a:lnTo>
                    <a:pt x="8625541" y="1980747"/>
                  </a:lnTo>
                  <a:lnTo>
                    <a:pt x="8595234" y="2085857"/>
                  </a:lnTo>
                  <a:lnTo>
                    <a:pt x="8564938" y="2190538"/>
                  </a:lnTo>
                  <a:lnTo>
                    <a:pt x="8534667" y="2294235"/>
                  </a:lnTo>
                  <a:lnTo>
                    <a:pt x="8504432" y="2396412"/>
                  </a:lnTo>
                  <a:lnTo>
                    <a:pt x="8474237" y="2496568"/>
                  </a:lnTo>
                  <a:lnTo>
                    <a:pt x="8444078" y="2594243"/>
                  </a:lnTo>
                  <a:lnTo>
                    <a:pt x="8413942" y="2689029"/>
                  </a:lnTo>
                  <a:lnTo>
                    <a:pt x="8383804" y="2780576"/>
                  </a:lnTo>
                  <a:lnTo>
                    <a:pt x="8353627" y="2868594"/>
                  </a:lnTo>
                  <a:lnTo>
                    <a:pt x="8323357" y="2952855"/>
                  </a:lnTo>
                  <a:lnTo>
                    <a:pt x="8292927" y="3033196"/>
                  </a:lnTo>
                  <a:lnTo>
                    <a:pt x="8262249" y="3109513"/>
                  </a:lnTo>
                  <a:lnTo>
                    <a:pt x="8231213" y="3181762"/>
                  </a:lnTo>
                  <a:lnTo>
                    <a:pt x="8199690" y="3249951"/>
                  </a:lnTo>
                  <a:lnTo>
                    <a:pt x="8167519" y="3314140"/>
                  </a:lnTo>
                  <a:lnTo>
                    <a:pt x="8151487" y="3344118"/>
                  </a:lnTo>
                  <a:lnTo>
                    <a:pt x="8108244" y="3418426"/>
                  </a:lnTo>
                  <a:lnTo>
                    <a:pt x="8062962" y="3486294"/>
                  </a:lnTo>
                  <a:lnTo>
                    <a:pt x="8015074" y="3547951"/>
                  </a:lnTo>
                  <a:lnTo>
                    <a:pt x="7963953" y="3603837"/>
                  </a:lnTo>
                  <a:lnTo>
                    <a:pt x="7908954" y="3654481"/>
                  </a:lnTo>
                  <a:lnTo>
                    <a:pt x="7849443" y="3700427"/>
                  </a:lnTo>
                  <a:lnTo>
                    <a:pt x="7784841" y="3742185"/>
                  </a:lnTo>
                  <a:lnTo>
                    <a:pt x="7714681" y="3780208"/>
                  </a:lnTo>
                  <a:lnTo>
                    <a:pt x="7638686" y="3814867"/>
                  </a:lnTo>
                  <a:lnTo>
                    <a:pt x="7556862" y="3846450"/>
                  </a:lnTo>
                  <a:lnTo>
                    <a:pt x="7469617" y="3875154"/>
                  </a:lnTo>
                  <a:lnTo>
                    <a:pt x="7377883" y="3901090"/>
                  </a:lnTo>
                  <a:lnTo>
                    <a:pt x="7283217" y="3924287"/>
                  </a:lnTo>
                  <a:lnTo>
                    <a:pt x="7187849" y="3944719"/>
                  </a:lnTo>
                  <a:lnTo>
                    <a:pt x="7094633" y="3962326"/>
                  </a:lnTo>
                  <a:lnTo>
                    <a:pt x="7006846" y="3977060"/>
                  </a:lnTo>
                  <a:lnTo>
                    <a:pt x="6927846" y="3988924"/>
                  </a:lnTo>
                  <a:lnTo>
                    <a:pt x="6860601" y="3998017"/>
                  </a:lnTo>
                  <a:lnTo>
                    <a:pt x="6807208" y="4004550"/>
                  </a:lnTo>
                  <a:lnTo>
                    <a:pt x="6768490" y="4008856"/>
                  </a:lnTo>
                  <a:lnTo>
                    <a:pt x="6743797" y="4011360"/>
                  </a:lnTo>
                  <a:lnTo>
                    <a:pt x="6731012" y="4012546"/>
                  </a:lnTo>
                  <a:lnTo>
                    <a:pt x="6726709" y="4012913"/>
                  </a:lnTo>
                  <a:lnTo>
                    <a:pt x="6726343" y="4012942"/>
                  </a:lnTo>
                  <a:lnTo>
                    <a:pt x="5254955" y="4012942"/>
                  </a:lnTo>
                  <a:lnTo>
                    <a:pt x="5253722" y="4012956"/>
                  </a:lnTo>
                  <a:lnTo>
                    <a:pt x="5245627" y="4013061"/>
                  </a:lnTo>
                  <a:lnTo>
                    <a:pt x="5225273" y="4013351"/>
                  </a:lnTo>
                  <a:lnTo>
                    <a:pt x="5189009" y="4013922"/>
                  </a:lnTo>
                  <a:lnTo>
                    <a:pt x="5135211" y="4014861"/>
                  </a:lnTo>
                  <a:lnTo>
                    <a:pt x="5064403" y="4016237"/>
                  </a:lnTo>
                  <a:lnTo>
                    <a:pt x="4979033" y="4018097"/>
                  </a:lnTo>
                  <a:lnTo>
                    <a:pt x="4882906" y="4020462"/>
                  </a:lnTo>
                  <a:lnTo>
                    <a:pt x="4780422" y="4023333"/>
                  </a:lnTo>
                  <a:lnTo>
                    <a:pt x="4675852" y="4026699"/>
                  </a:lnTo>
                  <a:lnTo>
                    <a:pt x="4572807" y="4030551"/>
                  </a:lnTo>
                  <a:lnTo>
                    <a:pt x="4473975" y="4034886"/>
                  </a:lnTo>
                  <a:lnTo>
                    <a:pt x="4381085" y="4039715"/>
                  </a:lnTo>
                  <a:lnTo>
                    <a:pt x="4295021" y="4045068"/>
                  </a:lnTo>
                  <a:lnTo>
                    <a:pt x="4216005" y="4050992"/>
                  </a:lnTo>
                  <a:lnTo>
                    <a:pt x="4143783" y="4057554"/>
                  </a:lnTo>
                  <a:lnTo>
                    <a:pt x="4077794" y="4064838"/>
                  </a:lnTo>
                  <a:lnTo>
                    <a:pt x="4017294" y="4072940"/>
                  </a:lnTo>
                  <a:lnTo>
                    <a:pt x="3961451" y="4081966"/>
                  </a:lnTo>
                  <a:lnTo>
                    <a:pt x="3909416" y="4092016"/>
                  </a:lnTo>
                  <a:lnTo>
                    <a:pt x="3860376" y="4103172"/>
                  </a:lnTo>
                  <a:lnTo>
                    <a:pt x="3829811" y="4111018"/>
                  </a:lnTo>
                  <a:lnTo>
                    <a:pt x="3775775" y="4126618"/>
                  </a:lnTo>
                  <a:lnTo>
                    <a:pt x="3723474" y="4143864"/>
                  </a:lnTo>
                  <a:lnTo>
                    <a:pt x="3672231" y="4162777"/>
                  </a:lnTo>
                  <a:lnTo>
                    <a:pt x="3621554" y="4183319"/>
                  </a:lnTo>
                  <a:lnTo>
                    <a:pt x="3571109" y="4205381"/>
                  </a:lnTo>
                  <a:lnTo>
                    <a:pt x="3520684" y="4228785"/>
                  </a:lnTo>
                  <a:lnTo>
                    <a:pt x="3470176" y="4253282"/>
                  </a:lnTo>
                  <a:lnTo>
                    <a:pt x="3419561" y="4278563"/>
                  </a:lnTo>
                  <a:lnTo>
                    <a:pt x="3368872" y="4304269"/>
                  </a:lnTo>
                  <a:lnTo>
                    <a:pt x="3318175" y="4330020"/>
                  </a:lnTo>
                  <a:lnTo>
                    <a:pt x="3267539" y="4355428"/>
                  </a:lnTo>
                  <a:lnTo>
                    <a:pt x="3217006" y="4380131"/>
                  </a:lnTo>
                  <a:lnTo>
                    <a:pt x="3166569" y="4403805"/>
                  </a:lnTo>
                  <a:lnTo>
                    <a:pt x="3116142" y="4426187"/>
                  </a:lnTo>
                  <a:lnTo>
                    <a:pt x="3065542" y="4447082"/>
                  </a:lnTo>
                  <a:lnTo>
                    <a:pt x="3014463" y="4466367"/>
                  </a:lnTo>
                  <a:lnTo>
                    <a:pt x="2962452" y="4483988"/>
                  </a:lnTo>
                  <a:lnTo>
                    <a:pt x="2908876" y="4499954"/>
                  </a:lnTo>
                  <a:lnTo>
                    <a:pt x="2896531" y="4503322"/>
                  </a:lnTo>
                  <a:lnTo>
                    <a:pt x="2849039" y="4515214"/>
                  </a:lnTo>
                  <a:lnTo>
                    <a:pt x="2799036" y="4525975"/>
                  </a:lnTo>
                  <a:lnTo>
                    <a:pt x="2745759" y="4535655"/>
                  </a:lnTo>
                  <a:lnTo>
                    <a:pt x="2688378" y="4544344"/>
                  </a:lnTo>
                  <a:lnTo>
                    <a:pt x="2626042" y="4552147"/>
                  </a:lnTo>
                  <a:lnTo>
                    <a:pt x="2557942" y="4559167"/>
                  </a:lnTo>
                  <a:lnTo>
                    <a:pt x="2483386" y="4565496"/>
                  </a:lnTo>
                  <a:lnTo>
                    <a:pt x="2401903" y="4571213"/>
                  </a:lnTo>
                  <a:lnTo>
                    <a:pt x="2313387" y="4576378"/>
                  </a:lnTo>
                  <a:lnTo>
                    <a:pt x="2218270" y="4581031"/>
                  </a:lnTo>
                  <a:lnTo>
                    <a:pt x="2117714" y="4585196"/>
                  </a:lnTo>
                  <a:lnTo>
                    <a:pt x="2013777" y="4588878"/>
                  </a:lnTo>
                  <a:lnTo>
                    <a:pt x="1909486" y="4592072"/>
                  </a:lnTo>
                  <a:lnTo>
                    <a:pt x="1808727" y="4594765"/>
                  </a:lnTo>
                  <a:lnTo>
                    <a:pt x="1715890" y="4596952"/>
                  </a:lnTo>
                  <a:lnTo>
                    <a:pt x="1635255" y="4598639"/>
                  </a:lnTo>
                  <a:lnTo>
                    <a:pt x="1570231" y="4599855"/>
                  </a:lnTo>
                  <a:lnTo>
                    <a:pt x="1522640" y="4600655"/>
                  </a:lnTo>
                  <a:lnTo>
                    <a:pt x="1492256" y="4601117"/>
                  </a:lnTo>
                  <a:lnTo>
                    <a:pt x="1476719" y="4601331"/>
                  </a:lnTo>
                  <a:lnTo>
                    <a:pt x="1471731" y="4601394"/>
                  </a:lnTo>
                  <a:lnTo>
                    <a:pt x="1471387" y="4601398"/>
                  </a:lnTo>
                  <a:lnTo>
                    <a:pt x="0" y="4601398"/>
                  </a:lnTo>
                  <a:close/>
                </a:path>
              </a:pathLst>
            </a:custGeom>
            <a:solidFill>
              <a:srgbClr val="DFC48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2007" name="pl2007"/>
            <p:cNvSpPr/>
            <p:nvPr/>
          </p:nvSpPr>
          <p:spPr>
            <a:xfrm>
              <a:off x="4799595" y="6205720"/>
              <a:ext cx="11981298" cy="4601398"/>
            </a:xfrm>
            <a:custGeom>
              <a:avLst/>
              <a:pathLst>
                <a:path w="11981298" h="4601398">
                  <a:moveTo>
                    <a:pt x="0" y="4601398"/>
                  </a:moveTo>
                  <a:lnTo>
                    <a:pt x="1471387" y="4601398"/>
                  </a:lnTo>
                  <a:lnTo>
                    <a:pt x="1472621" y="4601383"/>
                  </a:lnTo>
                  <a:lnTo>
                    <a:pt x="1480715" y="4601278"/>
                  </a:lnTo>
                  <a:lnTo>
                    <a:pt x="1501069" y="4600988"/>
                  </a:lnTo>
                  <a:lnTo>
                    <a:pt x="1537333" y="4600417"/>
                  </a:lnTo>
                  <a:lnTo>
                    <a:pt x="1591131" y="4599479"/>
                  </a:lnTo>
                  <a:lnTo>
                    <a:pt x="1661939" y="4598102"/>
                  </a:lnTo>
                  <a:lnTo>
                    <a:pt x="1747309" y="4596242"/>
                  </a:lnTo>
                  <a:lnTo>
                    <a:pt x="1843436" y="4593877"/>
                  </a:lnTo>
                  <a:lnTo>
                    <a:pt x="1945920" y="4591007"/>
                  </a:lnTo>
                  <a:lnTo>
                    <a:pt x="2050490" y="4587640"/>
                  </a:lnTo>
                  <a:lnTo>
                    <a:pt x="2153535" y="4583788"/>
                  </a:lnTo>
                  <a:lnTo>
                    <a:pt x="2252367" y="4579453"/>
                  </a:lnTo>
                  <a:lnTo>
                    <a:pt x="2345257" y="4574624"/>
                  </a:lnTo>
                  <a:lnTo>
                    <a:pt x="2431321" y="4569271"/>
                  </a:lnTo>
                  <a:lnTo>
                    <a:pt x="2510338" y="4563347"/>
                  </a:lnTo>
                  <a:lnTo>
                    <a:pt x="2582559" y="4556785"/>
                  </a:lnTo>
                  <a:lnTo>
                    <a:pt x="2648548" y="4549502"/>
                  </a:lnTo>
                  <a:lnTo>
                    <a:pt x="2709048" y="4541399"/>
                  </a:lnTo>
                  <a:lnTo>
                    <a:pt x="2764891" y="4532373"/>
                  </a:lnTo>
                  <a:lnTo>
                    <a:pt x="2816926" y="4522323"/>
                  </a:lnTo>
                  <a:lnTo>
                    <a:pt x="2865966" y="4511168"/>
                  </a:lnTo>
                  <a:lnTo>
                    <a:pt x="2896531" y="4503322"/>
                  </a:lnTo>
                  <a:lnTo>
                    <a:pt x="2950567" y="4487721"/>
                  </a:lnTo>
                  <a:lnTo>
                    <a:pt x="3002868" y="4470475"/>
                  </a:lnTo>
                  <a:lnTo>
                    <a:pt x="3054111" y="4451562"/>
                  </a:lnTo>
                  <a:lnTo>
                    <a:pt x="3104788" y="4431021"/>
                  </a:lnTo>
                  <a:lnTo>
                    <a:pt x="3155234" y="4408958"/>
                  </a:lnTo>
                  <a:lnTo>
                    <a:pt x="3205658" y="4385554"/>
                  </a:lnTo>
                  <a:lnTo>
                    <a:pt x="3256166" y="4361057"/>
                  </a:lnTo>
                  <a:lnTo>
                    <a:pt x="3306781" y="4335777"/>
                  </a:lnTo>
                  <a:lnTo>
                    <a:pt x="3357470" y="4310070"/>
                  </a:lnTo>
                  <a:lnTo>
                    <a:pt x="3408167" y="4284320"/>
                  </a:lnTo>
                  <a:lnTo>
                    <a:pt x="3458803" y="4258911"/>
                  </a:lnTo>
                  <a:lnTo>
                    <a:pt x="3509336" y="4234209"/>
                  </a:lnTo>
                  <a:lnTo>
                    <a:pt x="3559773" y="4210535"/>
                  </a:lnTo>
                  <a:lnTo>
                    <a:pt x="3610200" y="4188152"/>
                  </a:lnTo>
                  <a:lnTo>
                    <a:pt x="3660800" y="4167257"/>
                  </a:lnTo>
                  <a:lnTo>
                    <a:pt x="3711879" y="4147972"/>
                  </a:lnTo>
                  <a:lnTo>
                    <a:pt x="3763890" y="4130351"/>
                  </a:lnTo>
                  <a:lnTo>
                    <a:pt x="3817466" y="4114385"/>
                  </a:lnTo>
                  <a:lnTo>
                    <a:pt x="3829811" y="4111018"/>
                  </a:lnTo>
                  <a:lnTo>
                    <a:pt x="3877303" y="4099125"/>
                  </a:lnTo>
                  <a:lnTo>
                    <a:pt x="3927306" y="4088365"/>
                  </a:lnTo>
                  <a:lnTo>
                    <a:pt x="3980583" y="4078685"/>
                  </a:lnTo>
                  <a:lnTo>
                    <a:pt x="4037964" y="4069995"/>
                  </a:lnTo>
                  <a:lnTo>
                    <a:pt x="4100300" y="4062192"/>
                  </a:lnTo>
                  <a:lnTo>
                    <a:pt x="4168400" y="4055172"/>
                  </a:lnTo>
                  <a:lnTo>
                    <a:pt x="4242956" y="4048843"/>
                  </a:lnTo>
                  <a:lnTo>
                    <a:pt x="4324439" y="4043126"/>
                  </a:lnTo>
                  <a:lnTo>
                    <a:pt x="4412955" y="4037962"/>
                  </a:lnTo>
                  <a:lnTo>
                    <a:pt x="4508072" y="4033308"/>
                  </a:lnTo>
                  <a:lnTo>
                    <a:pt x="4608628" y="4029144"/>
                  </a:lnTo>
                  <a:lnTo>
                    <a:pt x="4712565" y="4025461"/>
                  </a:lnTo>
                  <a:lnTo>
                    <a:pt x="4816856" y="4022268"/>
                  </a:lnTo>
                  <a:lnTo>
                    <a:pt x="4917615" y="4019574"/>
                  </a:lnTo>
                  <a:lnTo>
                    <a:pt x="5010452" y="4017387"/>
                  </a:lnTo>
                  <a:lnTo>
                    <a:pt x="5091087" y="4015700"/>
                  </a:lnTo>
                  <a:lnTo>
                    <a:pt x="5156111" y="4014484"/>
                  </a:lnTo>
                  <a:lnTo>
                    <a:pt x="5203702" y="4013684"/>
                  </a:lnTo>
                  <a:lnTo>
                    <a:pt x="5234086" y="4013222"/>
                  </a:lnTo>
                  <a:lnTo>
                    <a:pt x="5249623" y="4013008"/>
                  </a:lnTo>
                  <a:lnTo>
                    <a:pt x="5254611" y="4012946"/>
                  </a:lnTo>
                  <a:lnTo>
                    <a:pt x="5254955" y="4012942"/>
                  </a:lnTo>
                  <a:lnTo>
                    <a:pt x="6726343" y="4012942"/>
                  </a:lnTo>
                  <a:lnTo>
                    <a:pt x="6727284" y="4012866"/>
                  </a:lnTo>
                  <a:lnTo>
                    <a:pt x="6733499" y="4012324"/>
                  </a:lnTo>
                  <a:lnTo>
                    <a:pt x="6749252" y="4010827"/>
                  </a:lnTo>
                  <a:lnTo>
                    <a:pt x="6777629" y="4007877"/>
                  </a:lnTo>
                  <a:lnTo>
                    <a:pt x="6820359" y="4003001"/>
                  </a:lnTo>
                  <a:lnTo>
                    <a:pt x="6877681" y="3995796"/>
                  </a:lnTo>
                  <a:lnTo>
                    <a:pt x="6948393" y="3985961"/>
                  </a:lnTo>
                  <a:lnTo>
                    <a:pt x="7030117" y="3973317"/>
                  </a:lnTo>
                  <a:lnTo>
                    <a:pt x="7119726" y="3957795"/>
                  </a:lnTo>
                  <a:lnTo>
                    <a:pt x="7213843" y="3939410"/>
                  </a:lnTo>
                  <a:lnTo>
                    <a:pt x="7309278" y="3918217"/>
                  </a:lnTo>
                  <a:lnTo>
                    <a:pt x="7403336" y="3894270"/>
                  </a:lnTo>
                  <a:lnTo>
                    <a:pt x="7493970" y="3867583"/>
                  </a:lnTo>
                  <a:lnTo>
                    <a:pt x="7579800" y="3838106"/>
                  </a:lnTo>
                  <a:lnTo>
                    <a:pt x="7660052" y="3805705"/>
                  </a:lnTo>
                  <a:lnTo>
                    <a:pt x="7734438" y="3770159"/>
                  </a:lnTo>
                  <a:lnTo>
                    <a:pt x="7803041" y="3731156"/>
                  </a:lnTo>
                  <a:lnTo>
                    <a:pt x="7866199" y="3688300"/>
                  </a:lnTo>
                  <a:lnTo>
                    <a:pt x="7924416" y="3641122"/>
                  </a:lnTo>
                  <a:lnTo>
                    <a:pt x="7978290" y="3589099"/>
                  </a:lnTo>
                  <a:lnTo>
                    <a:pt x="8028463" y="3531685"/>
                  </a:lnTo>
                  <a:lnTo>
                    <a:pt x="8075578" y="3468367"/>
                  </a:lnTo>
                  <a:lnTo>
                    <a:pt x="8120249" y="3398749"/>
                  </a:lnTo>
                  <a:lnTo>
                    <a:pt x="8151487" y="3344118"/>
                  </a:lnTo>
                  <a:lnTo>
                    <a:pt x="8184041" y="3281852"/>
                  </a:lnTo>
                  <a:lnTo>
                    <a:pt x="8215859" y="3215631"/>
                  </a:lnTo>
                  <a:lnTo>
                    <a:pt x="8247116" y="3145372"/>
                  </a:lnTo>
                  <a:lnTo>
                    <a:pt x="8277954" y="3071043"/>
                  </a:lnTo>
                  <a:lnTo>
                    <a:pt x="8308493" y="2992662"/>
                  </a:lnTo>
                  <a:lnTo>
                    <a:pt x="8338832" y="2910303"/>
                  </a:lnTo>
                  <a:lnTo>
                    <a:pt x="8369046" y="2824099"/>
                  </a:lnTo>
                  <a:lnTo>
                    <a:pt x="8399198" y="2734246"/>
                  </a:lnTo>
                  <a:lnTo>
                    <a:pt x="8429331" y="2641005"/>
                  </a:lnTo>
                  <a:lnTo>
                    <a:pt x="8459476" y="2544696"/>
                  </a:lnTo>
                  <a:lnTo>
                    <a:pt x="8489653" y="2445699"/>
                  </a:lnTo>
                  <a:lnTo>
                    <a:pt x="8519869" y="2344451"/>
                  </a:lnTo>
                  <a:lnTo>
                    <a:pt x="8550123" y="2241433"/>
                  </a:lnTo>
                  <a:lnTo>
                    <a:pt x="8580408" y="2137164"/>
                  </a:lnTo>
                  <a:lnTo>
                    <a:pt x="8610712" y="2032194"/>
                  </a:lnTo>
                  <a:lnTo>
                    <a:pt x="8641019" y="1927085"/>
                  </a:lnTo>
                  <a:lnTo>
                    <a:pt x="8671316" y="1822403"/>
                  </a:lnTo>
                  <a:lnTo>
                    <a:pt x="8701586" y="1718706"/>
                  </a:lnTo>
                  <a:lnTo>
                    <a:pt x="8731821" y="1616529"/>
                  </a:lnTo>
                  <a:lnTo>
                    <a:pt x="8762016" y="1516373"/>
                  </a:lnTo>
                  <a:lnTo>
                    <a:pt x="8792175" y="1418698"/>
                  </a:lnTo>
                  <a:lnTo>
                    <a:pt x="8822312" y="1323912"/>
                  </a:lnTo>
                  <a:lnTo>
                    <a:pt x="8852449" y="1232365"/>
                  </a:lnTo>
                  <a:lnTo>
                    <a:pt x="8882627" y="1144347"/>
                  </a:lnTo>
                  <a:lnTo>
                    <a:pt x="8912896" y="1060086"/>
                  </a:lnTo>
                  <a:lnTo>
                    <a:pt x="8943326" y="979746"/>
                  </a:lnTo>
                  <a:lnTo>
                    <a:pt x="8974005" y="903428"/>
                  </a:lnTo>
                  <a:lnTo>
                    <a:pt x="9005040" y="831179"/>
                  </a:lnTo>
                  <a:lnTo>
                    <a:pt x="9036563" y="762990"/>
                  </a:lnTo>
                  <a:lnTo>
                    <a:pt x="9068734" y="698801"/>
                  </a:lnTo>
                  <a:lnTo>
                    <a:pt x="9084767" y="668823"/>
                  </a:lnTo>
                  <a:lnTo>
                    <a:pt x="9128009" y="594515"/>
                  </a:lnTo>
                  <a:lnTo>
                    <a:pt x="9173291" y="526648"/>
                  </a:lnTo>
                  <a:lnTo>
                    <a:pt x="9221180" y="464990"/>
                  </a:lnTo>
                  <a:lnTo>
                    <a:pt x="9272300" y="409104"/>
                  </a:lnTo>
                  <a:lnTo>
                    <a:pt x="9327299" y="358460"/>
                  </a:lnTo>
                  <a:lnTo>
                    <a:pt x="9386810" y="312514"/>
                  </a:lnTo>
                  <a:lnTo>
                    <a:pt x="9451412" y="270756"/>
                  </a:lnTo>
                  <a:lnTo>
                    <a:pt x="9521572" y="232734"/>
                  </a:lnTo>
                  <a:lnTo>
                    <a:pt x="9597567" y="198075"/>
                  </a:lnTo>
                  <a:lnTo>
                    <a:pt x="9679392" y="166491"/>
                  </a:lnTo>
                  <a:lnTo>
                    <a:pt x="9766636" y="137787"/>
                  </a:lnTo>
                  <a:lnTo>
                    <a:pt x="9858370" y="111852"/>
                  </a:lnTo>
                  <a:lnTo>
                    <a:pt x="9953037" y="88654"/>
                  </a:lnTo>
                  <a:lnTo>
                    <a:pt x="10048404" y="68223"/>
                  </a:lnTo>
                  <a:lnTo>
                    <a:pt x="10141621" y="50616"/>
                  </a:lnTo>
                  <a:lnTo>
                    <a:pt x="10229407" y="35882"/>
                  </a:lnTo>
                  <a:lnTo>
                    <a:pt x="10308408" y="24017"/>
                  </a:lnTo>
                  <a:lnTo>
                    <a:pt x="10375652" y="14924"/>
                  </a:lnTo>
                  <a:lnTo>
                    <a:pt x="10429045" y="8391"/>
                  </a:lnTo>
                  <a:lnTo>
                    <a:pt x="10467763" y="4086"/>
                  </a:lnTo>
                  <a:lnTo>
                    <a:pt x="10492456" y="1581"/>
                  </a:lnTo>
                  <a:lnTo>
                    <a:pt x="10505241" y="395"/>
                  </a:lnTo>
                  <a:lnTo>
                    <a:pt x="10509544" y="29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08" name="pl2008"/>
            <p:cNvSpPr/>
            <p:nvPr/>
          </p:nvSpPr>
          <p:spPr>
            <a:xfrm>
              <a:off x="4799595" y="6197547"/>
              <a:ext cx="11981298" cy="4601398"/>
            </a:xfrm>
            <a:custGeom>
              <a:avLst/>
              <a:pathLst>
                <a:path w="11981298" h="4601398">
                  <a:moveTo>
                    <a:pt x="11981298" y="0"/>
                  </a:moveTo>
                  <a:lnTo>
                    <a:pt x="10509911" y="0"/>
                  </a:lnTo>
                  <a:lnTo>
                    <a:pt x="10508969" y="76"/>
                  </a:lnTo>
                  <a:lnTo>
                    <a:pt x="10502754" y="617"/>
                  </a:lnTo>
                  <a:lnTo>
                    <a:pt x="10487001" y="2114"/>
                  </a:lnTo>
                  <a:lnTo>
                    <a:pt x="10458624" y="5065"/>
                  </a:lnTo>
                  <a:lnTo>
                    <a:pt x="10415894" y="9940"/>
                  </a:lnTo>
                  <a:lnTo>
                    <a:pt x="10358572" y="17145"/>
                  </a:lnTo>
                  <a:lnTo>
                    <a:pt x="10287860" y="26980"/>
                  </a:lnTo>
                  <a:lnTo>
                    <a:pt x="10206137" y="39624"/>
                  </a:lnTo>
                  <a:lnTo>
                    <a:pt x="10116528" y="55146"/>
                  </a:lnTo>
                  <a:lnTo>
                    <a:pt x="10022410" y="73532"/>
                  </a:lnTo>
                  <a:lnTo>
                    <a:pt x="9926975" y="94725"/>
                  </a:lnTo>
                  <a:lnTo>
                    <a:pt x="9832917" y="118671"/>
                  </a:lnTo>
                  <a:lnTo>
                    <a:pt x="9742284" y="145358"/>
                  </a:lnTo>
                  <a:lnTo>
                    <a:pt x="9656453" y="174835"/>
                  </a:lnTo>
                  <a:lnTo>
                    <a:pt x="9576201" y="207236"/>
                  </a:lnTo>
                  <a:lnTo>
                    <a:pt x="9501815" y="242782"/>
                  </a:lnTo>
                  <a:lnTo>
                    <a:pt x="9433212" y="281785"/>
                  </a:lnTo>
                  <a:lnTo>
                    <a:pt x="9370054" y="324641"/>
                  </a:lnTo>
                  <a:lnTo>
                    <a:pt x="9311838" y="371819"/>
                  </a:lnTo>
                  <a:lnTo>
                    <a:pt x="9257964" y="423842"/>
                  </a:lnTo>
                  <a:lnTo>
                    <a:pt x="9207791" y="481256"/>
                  </a:lnTo>
                  <a:lnTo>
                    <a:pt x="9160675" y="544574"/>
                  </a:lnTo>
                  <a:lnTo>
                    <a:pt x="9116004" y="614192"/>
                  </a:lnTo>
                  <a:lnTo>
                    <a:pt x="9084767" y="668823"/>
                  </a:lnTo>
                  <a:lnTo>
                    <a:pt x="9052212" y="731089"/>
                  </a:lnTo>
                  <a:lnTo>
                    <a:pt x="9020394" y="797311"/>
                  </a:lnTo>
                  <a:lnTo>
                    <a:pt x="8989138" y="867569"/>
                  </a:lnTo>
                  <a:lnTo>
                    <a:pt x="8958299" y="941898"/>
                  </a:lnTo>
                  <a:lnTo>
                    <a:pt x="8927760" y="1020279"/>
                  </a:lnTo>
                  <a:lnTo>
                    <a:pt x="8897422" y="1102639"/>
                  </a:lnTo>
                  <a:lnTo>
                    <a:pt x="8867207" y="1188843"/>
                  </a:lnTo>
                  <a:lnTo>
                    <a:pt x="8837055" y="1278695"/>
                  </a:lnTo>
                  <a:lnTo>
                    <a:pt x="8806922" y="1371936"/>
                  </a:lnTo>
                  <a:lnTo>
                    <a:pt x="8776777" y="1468246"/>
                  </a:lnTo>
                  <a:lnTo>
                    <a:pt x="8746600" y="1567242"/>
                  </a:lnTo>
                  <a:lnTo>
                    <a:pt x="8716385" y="1668490"/>
                  </a:lnTo>
                  <a:lnTo>
                    <a:pt x="8686130" y="1771509"/>
                  </a:lnTo>
                  <a:lnTo>
                    <a:pt x="8655845" y="1875777"/>
                  </a:lnTo>
                  <a:lnTo>
                    <a:pt x="8625541" y="1980747"/>
                  </a:lnTo>
                  <a:lnTo>
                    <a:pt x="8595234" y="2085857"/>
                  </a:lnTo>
                  <a:lnTo>
                    <a:pt x="8564938" y="2190538"/>
                  </a:lnTo>
                  <a:lnTo>
                    <a:pt x="8534667" y="2294235"/>
                  </a:lnTo>
                  <a:lnTo>
                    <a:pt x="8504432" y="2396412"/>
                  </a:lnTo>
                  <a:lnTo>
                    <a:pt x="8474237" y="2496568"/>
                  </a:lnTo>
                  <a:lnTo>
                    <a:pt x="8444078" y="2594243"/>
                  </a:lnTo>
                  <a:lnTo>
                    <a:pt x="8413942" y="2689029"/>
                  </a:lnTo>
                  <a:lnTo>
                    <a:pt x="8383804" y="2780576"/>
                  </a:lnTo>
                  <a:lnTo>
                    <a:pt x="8353627" y="2868594"/>
                  </a:lnTo>
                  <a:lnTo>
                    <a:pt x="8323357" y="2952855"/>
                  </a:lnTo>
                  <a:lnTo>
                    <a:pt x="8292927" y="3033196"/>
                  </a:lnTo>
                  <a:lnTo>
                    <a:pt x="8262249" y="3109513"/>
                  </a:lnTo>
                  <a:lnTo>
                    <a:pt x="8231213" y="3181762"/>
                  </a:lnTo>
                  <a:lnTo>
                    <a:pt x="8199690" y="3249951"/>
                  </a:lnTo>
                  <a:lnTo>
                    <a:pt x="8167519" y="3314140"/>
                  </a:lnTo>
                  <a:lnTo>
                    <a:pt x="8151487" y="3344118"/>
                  </a:lnTo>
                  <a:lnTo>
                    <a:pt x="8108244" y="3418426"/>
                  </a:lnTo>
                  <a:lnTo>
                    <a:pt x="8062962" y="3486294"/>
                  </a:lnTo>
                  <a:lnTo>
                    <a:pt x="8015074" y="3547951"/>
                  </a:lnTo>
                  <a:lnTo>
                    <a:pt x="7963953" y="3603837"/>
                  </a:lnTo>
                  <a:lnTo>
                    <a:pt x="7908954" y="3654481"/>
                  </a:lnTo>
                  <a:lnTo>
                    <a:pt x="7849443" y="3700427"/>
                  </a:lnTo>
                  <a:lnTo>
                    <a:pt x="7784841" y="3742185"/>
                  </a:lnTo>
                  <a:lnTo>
                    <a:pt x="7714681" y="3780208"/>
                  </a:lnTo>
                  <a:lnTo>
                    <a:pt x="7638686" y="3814867"/>
                  </a:lnTo>
                  <a:lnTo>
                    <a:pt x="7556862" y="3846450"/>
                  </a:lnTo>
                  <a:lnTo>
                    <a:pt x="7469617" y="3875154"/>
                  </a:lnTo>
                  <a:lnTo>
                    <a:pt x="7377883" y="3901090"/>
                  </a:lnTo>
                  <a:lnTo>
                    <a:pt x="7283217" y="3924287"/>
                  </a:lnTo>
                  <a:lnTo>
                    <a:pt x="7187849" y="3944719"/>
                  </a:lnTo>
                  <a:lnTo>
                    <a:pt x="7094633" y="3962326"/>
                  </a:lnTo>
                  <a:lnTo>
                    <a:pt x="7006846" y="3977060"/>
                  </a:lnTo>
                  <a:lnTo>
                    <a:pt x="6927846" y="3988924"/>
                  </a:lnTo>
                  <a:lnTo>
                    <a:pt x="6860601" y="3998017"/>
                  </a:lnTo>
                  <a:lnTo>
                    <a:pt x="6807208" y="4004550"/>
                  </a:lnTo>
                  <a:lnTo>
                    <a:pt x="6768490" y="4008856"/>
                  </a:lnTo>
                  <a:lnTo>
                    <a:pt x="6743797" y="4011360"/>
                  </a:lnTo>
                  <a:lnTo>
                    <a:pt x="6731012" y="4012546"/>
                  </a:lnTo>
                  <a:lnTo>
                    <a:pt x="6726709" y="4012913"/>
                  </a:lnTo>
                  <a:lnTo>
                    <a:pt x="6726343" y="4012942"/>
                  </a:lnTo>
                  <a:lnTo>
                    <a:pt x="5254955" y="4012942"/>
                  </a:lnTo>
                  <a:lnTo>
                    <a:pt x="5253722" y="4012956"/>
                  </a:lnTo>
                  <a:lnTo>
                    <a:pt x="5245627" y="4013061"/>
                  </a:lnTo>
                  <a:lnTo>
                    <a:pt x="5225273" y="4013351"/>
                  </a:lnTo>
                  <a:lnTo>
                    <a:pt x="5189009" y="4013922"/>
                  </a:lnTo>
                  <a:lnTo>
                    <a:pt x="5135211" y="4014861"/>
                  </a:lnTo>
                  <a:lnTo>
                    <a:pt x="5064403" y="4016237"/>
                  </a:lnTo>
                  <a:lnTo>
                    <a:pt x="4979033" y="4018097"/>
                  </a:lnTo>
                  <a:lnTo>
                    <a:pt x="4882906" y="4020462"/>
                  </a:lnTo>
                  <a:lnTo>
                    <a:pt x="4780422" y="4023333"/>
                  </a:lnTo>
                  <a:lnTo>
                    <a:pt x="4675852" y="4026699"/>
                  </a:lnTo>
                  <a:lnTo>
                    <a:pt x="4572807" y="4030551"/>
                  </a:lnTo>
                  <a:lnTo>
                    <a:pt x="4473975" y="4034886"/>
                  </a:lnTo>
                  <a:lnTo>
                    <a:pt x="4381085" y="4039715"/>
                  </a:lnTo>
                  <a:lnTo>
                    <a:pt x="4295021" y="4045068"/>
                  </a:lnTo>
                  <a:lnTo>
                    <a:pt x="4216005" y="4050992"/>
                  </a:lnTo>
                  <a:lnTo>
                    <a:pt x="4143783" y="4057554"/>
                  </a:lnTo>
                  <a:lnTo>
                    <a:pt x="4077794" y="4064838"/>
                  </a:lnTo>
                  <a:lnTo>
                    <a:pt x="4017294" y="4072940"/>
                  </a:lnTo>
                  <a:lnTo>
                    <a:pt x="3961451" y="4081966"/>
                  </a:lnTo>
                  <a:lnTo>
                    <a:pt x="3909416" y="4092016"/>
                  </a:lnTo>
                  <a:lnTo>
                    <a:pt x="3860376" y="4103172"/>
                  </a:lnTo>
                  <a:lnTo>
                    <a:pt x="3829811" y="4111018"/>
                  </a:lnTo>
                  <a:lnTo>
                    <a:pt x="3775775" y="4126618"/>
                  </a:lnTo>
                  <a:lnTo>
                    <a:pt x="3723474" y="4143864"/>
                  </a:lnTo>
                  <a:lnTo>
                    <a:pt x="3672231" y="4162777"/>
                  </a:lnTo>
                  <a:lnTo>
                    <a:pt x="3621554" y="4183319"/>
                  </a:lnTo>
                  <a:lnTo>
                    <a:pt x="3571109" y="4205381"/>
                  </a:lnTo>
                  <a:lnTo>
                    <a:pt x="3520684" y="4228785"/>
                  </a:lnTo>
                  <a:lnTo>
                    <a:pt x="3470176" y="4253282"/>
                  </a:lnTo>
                  <a:lnTo>
                    <a:pt x="3419561" y="4278563"/>
                  </a:lnTo>
                  <a:lnTo>
                    <a:pt x="3368872" y="4304269"/>
                  </a:lnTo>
                  <a:lnTo>
                    <a:pt x="3318175" y="4330020"/>
                  </a:lnTo>
                  <a:lnTo>
                    <a:pt x="3267539" y="4355428"/>
                  </a:lnTo>
                  <a:lnTo>
                    <a:pt x="3217006" y="4380131"/>
                  </a:lnTo>
                  <a:lnTo>
                    <a:pt x="3166569" y="4403805"/>
                  </a:lnTo>
                  <a:lnTo>
                    <a:pt x="3116142" y="4426187"/>
                  </a:lnTo>
                  <a:lnTo>
                    <a:pt x="3065542" y="4447082"/>
                  </a:lnTo>
                  <a:lnTo>
                    <a:pt x="3014463" y="4466367"/>
                  </a:lnTo>
                  <a:lnTo>
                    <a:pt x="2962452" y="4483988"/>
                  </a:lnTo>
                  <a:lnTo>
                    <a:pt x="2908876" y="4499954"/>
                  </a:lnTo>
                  <a:lnTo>
                    <a:pt x="2896531" y="4503322"/>
                  </a:lnTo>
                  <a:lnTo>
                    <a:pt x="2849039" y="4515214"/>
                  </a:lnTo>
                  <a:lnTo>
                    <a:pt x="2799036" y="4525975"/>
                  </a:lnTo>
                  <a:lnTo>
                    <a:pt x="2745759" y="4535655"/>
                  </a:lnTo>
                  <a:lnTo>
                    <a:pt x="2688378" y="4544344"/>
                  </a:lnTo>
                  <a:lnTo>
                    <a:pt x="2626042" y="4552147"/>
                  </a:lnTo>
                  <a:lnTo>
                    <a:pt x="2557942" y="4559167"/>
                  </a:lnTo>
                  <a:lnTo>
                    <a:pt x="2483386" y="4565496"/>
                  </a:lnTo>
                  <a:lnTo>
                    <a:pt x="2401903" y="4571213"/>
                  </a:lnTo>
                  <a:lnTo>
                    <a:pt x="2313387" y="4576378"/>
                  </a:lnTo>
                  <a:lnTo>
                    <a:pt x="2218270" y="4581031"/>
                  </a:lnTo>
                  <a:lnTo>
                    <a:pt x="2117714" y="4585196"/>
                  </a:lnTo>
                  <a:lnTo>
                    <a:pt x="2013777" y="4588878"/>
                  </a:lnTo>
                  <a:lnTo>
                    <a:pt x="1909486" y="4592072"/>
                  </a:lnTo>
                  <a:lnTo>
                    <a:pt x="1808727" y="4594765"/>
                  </a:lnTo>
                  <a:lnTo>
                    <a:pt x="1715890" y="4596952"/>
                  </a:lnTo>
                  <a:lnTo>
                    <a:pt x="1635255" y="4598639"/>
                  </a:lnTo>
                  <a:lnTo>
                    <a:pt x="1570231" y="4599855"/>
                  </a:lnTo>
                  <a:lnTo>
                    <a:pt x="1522640" y="4600655"/>
                  </a:lnTo>
                  <a:lnTo>
                    <a:pt x="1492256" y="4601117"/>
                  </a:lnTo>
                  <a:lnTo>
                    <a:pt x="1476719" y="4601331"/>
                  </a:lnTo>
                  <a:lnTo>
                    <a:pt x="1471731" y="4601394"/>
                  </a:lnTo>
                  <a:lnTo>
                    <a:pt x="1471387" y="4601398"/>
                  </a:lnTo>
                  <a:lnTo>
                    <a:pt x="0" y="460139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09" name="pg2009"/>
            <p:cNvSpPr/>
            <p:nvPr/>
          </p:nvSpPr>
          <p:spPr>
            <a:xfrm>
              <a:off x="4799595" y="5560053"/>
              <a:ext cx="11981298" cy="5214372"/>
            </a:xfrm>
            <a:custGeom>
              <a:avLst/>
              <a:pathLst>
                <a:path w="11981298" h="5214372">
                  <a:moveTo>
                    <a:pt x="0" y="5214372"/>
                  </a:moveTo>
                  <a:lnTo>
                    <a:pt x="1471387" y="5214372"/>
                  </a:lnTo>
                  <a:lnTo>
                    <a:pt x="1472590" y="5214331"/>
                  </a:lnTo>
                  <a:lnTo>
                    <a:pt x="1480486" y="5214034"/>
                  </a:lnTo>
                  <a:lnTo>
                    <a:pt x="1500359" y="5213214"/>
                  </a:lnTo>
                  <a:lnTo>
                    <a:pt x="1535804" y="5211600"/>
                  </a:lnTo>
                  <a:lnTo>
                    <a:pt x="1588468" y="5208944"/>
                  </a:lnTo>
                  <a:lnTo>
                    <a:pt x="1657918" y="5205045"/>
                  </a:lnTo>
                  <a:lnTo>
                    <a:pt x="1741845" y="5199771"/>
                  </a:lnTo>
                  <a:lnTo>
                    <a:pt x="1836596" y="5193060"/>
                  </a:lnTo>
                  <a:lnTo>
                    <a:pt x="1937895" y="5184904"/>
                  </a:lnTo>
                  <a:lnTo>
                    <a:pt x="2041549" y="5175330"/>
                  </a:lnTo>
                  <a:lnTo>
                    <a:pt x="2143973" y="5164369"/>
                  </a:lnTo>
                  <a:lnTo>
                    <a:pt x="2242462" y="5152032"/>
                  </a:lnTo>
                  <a:lnTo>
                    <a:pt x="2335243" y="5138289"/>
                  </a:lnTo>
                  <a:lnTo>
                    <a:pt x="2421374" y="5123065"/>
                  </a:lnTo>
                  <a:lnTo>
                    <a:pt x="2500576" y="5106229"/>
                  </a:lnTo>
                  <a:lnTo>
                    <a:pt x="2573046" y="5087601"/>
                  </a:lnTo>
                  <a:lnTo>
                    <a:pt x="2639301" y="5066949"/>
                  </a:lnTo>
                  <a:lnTo>
                    <a:pt x="2700047" y="5044003"/>
                  </a:lnTo>
                  <a:lnTo>
                    <a:pt x="2756086" y="5018469"/>
                  </a:lnTo>
                  <a:lnTo>
                    <a:pt x="2808247" y="4990056"/>
                  </a:lnTo>
                  <a:lnTo>
                    <a:pt x="2857333" y="4958522"/>
                  </a:lnTo>
                  <a:lnTo>
                    <a:pt x="2896531" y="4929680"/>
                  </a:lnTo>
                  <a:lnTo>
                    <a:pt x="2941484" y="4892462"/>
                  </a:lnTo>
                  <a:lnTo>
                    <a:pt x="2985152" y="4851977"/>
                  </a:lnTo>
                  <a:lnTo>
                    <a:pt x="3027954" y="4808164"/>
                  </a:lnTo>
                  <a:lnTo>
                    <a:pt x="3070211" y="4761041"/>
                  </a:lnTo>
                  <a:lnTo>
                    <a:pt x="3112164" y="4710717"/>
                  </a:lnTo>
                  <a:lnTo>
                    <a:pt x="3153988" y="4657397"/>
                  </a:lnTo>
                  <a:lnTo>
                    <a:pt x="3195795" y="4601384"/>
                  </a:lnTo>
                  <a:lnTo>
                    <a:pt x="3237653" y="4543079"/>
                  </a:lnTo>
                  <a:lnTo>
                    <a:pt x="3279585" y="4482968"/>
                  </a:lnTo>
                  <a:lnTo>
                    <a:pt x="3321584" y="4421613"/>
                  </a:lnTo>
                  <a:lnTo>
                    <a:pt x="3363623" y="4359626"/>
                  </a:lnTo>
                  <a:lnTo>
                    <a:pt x="3405661" y="4297646"/>
                  </a:lnTo>
                  <a:lnTo>
                    <a:pt x="3447660" y="4236312"/>
                  </a:lnTo>
                  <a:lnTo>
                    <a:pt x="3489590" y="4176235"/>
                  </a:lnTo>
                  <a:lnTo>
                    <a:pt x="3531447" y="4117974"/>
                  </a:lnTo>
                  <a:lnTo>
                    <a:pt x="3573254" y="4062015"/>
                  </a:lnTo>
                  <a:lnTo>
                    <a:pt x="3615078" y="4008756"/>
                  </a:lnTo>
                  <a:lnTo>
                    <a:pt x="3657036" y="3958500"/>
                  </a:lnTo>
                  <a:lnTo>
                    <a:pt x="3699302" y="3911447"/>
                  </a:lnTo>
                  <a:lnTo>
                    <a:pt x="3742119" y="3867705"/>
                  </a:lnTo>
                  <a:lnTo>
                    <a:pt x="3785810" y="3827291"/>
                  </a:lnTo>
                  <a:lnTo>
                    <a:pt x="3829811" y="3790909"/>
                  </a:lnTo>
                  <a:lnTo>
                    <a:pt x="3876886" y="3756669"/>
                  </a:lnTo>
                  <a:lnTo>
                    <a:pt x="3926425" y="3725660"/>
                  </a:lnTo>
                  <a:lnTo>
                    <a:pt x="3979166" y="3697738"/>
                  </a:lnTo>
                  <a:lnTo>
                    <a:pt x="4035921" y="3672649"/>
                  </a:lnTo>
                  <a:lnTo>
                    <a:pt x="4097518" y="3650100"/>
                  </a:lnTo>
                  <a:lnTo>
                    <a:pt x="4164748" y="3629797"/>
                  </a:lnTo>
                  <a:lnTo>
                    <a:pt x="4238294" y="3611478"/>
                  </a:lnTo>
                  <a:lnTo>
                    <a:pt x="4318630" y="3594918"/>
                  </a:lnTo>
                  <a:lnTo>
                    <a:pt x="4405888" y="3579945"/>
                  </a:lnTo>
                  <a:lnTo>
                    <a:pt x="4499691" y="3566436"/>
                  </a:lnTo>
                  <a:lnTo>
                    <a:pt x="4598972" y="3554326"/>
                  </a:lnTo>
                  <a:lnTo>
                    <a:pt x="4701808" y="3543591"/>
                  </a:lnTo>
                  <a:lnTo>
                    <a:pt x="4805342" y="3534248"/>
                  </a:lnTo>
                  <a:lnTo>
                    <a:pt x="4905863" y="3526328"/>
                  </a:lnTo>
                  <a:lnTo>
                    <a:pt x="4999124" y="3519853"/>
                  </a:lnTo>
                  <a:lnTo>
                    <a:pt x="5080898" y="3514812"/>
                  </a:lnTo>
                  <a:lnTo>
                    <a:pt x="5147706" y="3511128"/>
                  </a:lnTo>
                  <a:lnTo>
                    <a:pt x="5197518" y="3508658"/>
                  </a:lnTo>
                  <a:lnTo>
                    <a:pt x="5230240" y="3507192"/>
                  </a:lnTo>
                  <a:lnTo>
                    <a:pt x="5247852" y="3506477"/>
                  </a:lnTo>
                  <a:lnTo>
                    <a:pt x="5254246" y="3506240"/>
                  </a:lnTo>
                  <a:lnTo>
                    <a:pt x="5254955" y="3506216"/>
                  </a:lnTo>
                  <a:lnTo>
                    <a:pt x="6726343" y="3506216"/>
                  </a:lnTo>
                  <a:lnTo>
                    <a:pt x="6727447" y="3506138"/>
                  </a:lnTo>
                  <a:lnTo>
                    <a:pt x="6734713" y="3505581"/>
                  </a:lnTo>
                  <a:lnTo>
                    <a:pt x="6753046" y="3504043"/>
                  </a:lnTo>
                  <a:lnTo>
                    <a:pt x="6785864" y="3501014"/>
                  </a:lnTo>
                  <a:lnTo>
                    <a:pt x="6834865" y="3496020"/>
                  </a:lnTo>
                  <a:lnTo>
                    <a:pt x="6899892" y="3488673"/>
                  </a:lnTo>
                  <a:lnTo>
                    <a:pt x="6979070" y="3478702"/>
                  </a:lnTo>
                  <a:lnTo>
                    <a:pt x="7069224" y="3465964"/>
                  </a:lnTo>
                  <a:lnTo>
                    <a:pt x="7166494" y="3450430"/>
                  </a:lnTo>
                  <a:lnTo>
                    <a:pt x="7266959" y="3432140"/>
                  </a:lnTo>
                  <a:lnTo>
                    <a:pt x="7367146" y="3411154"/>
                  </a:lnTo>
                  <a:lnTo>
                    <a:pt x="7464319" y="3387507"/>
                  </a:lnTo>
                  <a:lnTo>
                    <a:pt x="7556578" y="3361174"/>
                  </a:lnTo>
                  <a:lnTo>
                    <a:pt x="7642805" y="3332044"/>
                  </a:lnTo>
                  <a:lnTo>
                    <a:pt x="7722531" y="3299913"/>
                  </a:lnTo>
                  <a:lnTo>
                    <a:pt x="7795776" y="3264479"/>
                  </a:lnTo>
                  <a:lnTo>
                    <a:pt x="7862904" y="3225348"/>
                  </a:lnTo>
                  <a:lnTo>
                    <a:pt x="7924492" y="3182045"/>
                  </a:lnTo>
                  <a:lnTo>
                    <a:pt x="7981243" y="3134034"/>
                  </a:lnTo>
                  <a:lnTo>
                    <a:pt x="8033910" y="3080758"/>
                  </a:lnTo>
                  <a:lnTo>
                    <a:pt x="8083250" y="3021695"/>
                  </a:lnTo>
                  <a:lnTo>
                    <a:pt x="8129973" y="2956471"/>
                  </a:lnTo>
                  <a:lnTo>
                    <a:pt x="8151487" y="2923209"/>
                  </a:lnTo>
                  <a:lnTo>
                    <a:pt x="8186036" y="2865450"/>
                  </a:lnTo>
                  <a:lnTo>
                    <a:pt x="8219768" y="2803795"/>
                  </a:lnTo>
                  <a:lnTo>
                    <a:pt x="8252887" y="2738165"/>
                  </a:lnTo>
                  <a:lnTo>
                    <a:pt x="8285561" y="2668533"/>
                  </a:lnTo>
                  <a:lnTo>
                    <a:pt x="8317928" y="2594929"/>
                  </a:lnTo>
                  <a:lnTo>
                    <a:pt x="8350097" y="2517449"/>
                  </a:lnTo>
                  <a:lnTo>
                    <a:pt x="8382154" y="2436254"/>
                  </a:lnTo>
                  <a:lnTo>
                    <a:pt x="8414164" y="2351575"/>
                  </a:lnTo>
                  <a:lnTo>
                    <a:pt x="8446172" y="2263714"/>
                  </a:lnTo>
                  <a:lnTo>
                    <a:pt x="8478206" y="2173039"/>
                  </a:lnTo>
                  <a:lnTo>
                    <a:pt x="8510283" y="2079982"/>
                  </a:lnTo>
                  <a:lnTo>
                    <a:pt x="8542404" y="1985030"/>
                  </a:lnTo>
                  <a:lnTo>
                    <a:pt x="8574563" y="1888716"/>
                  </a:lnTo>
                  <a:lnTo>
                    <a:pt x="8606746" y="1791607"/>
                  </a:lnTo>
                  <a:lnTo>
                    <a:pt x="8638936" y="1694288"/>
                  </a:lnTo>
                  <a:lnTo>
                    <a:pt x="8671113" y="1597351"/>
                  </a:lnTo>
                  <a:lnTo>
                    <a:pt x="8703262" y="1501379"/>
                  </a:lnTo>
                  <a:lnTo>
                    <a:pt x="8735371" y="1406929"/>
                  </a:lnTo>
                  <a:lnTo>
                    <a:pt x="8767434" y="1314522"/>
                  </a:lnTo>
                  <a:lnTo>
                    <a:pt x="8799459" y="1224629"/>
                  </a:lnTo>
                  <a:lnTo>
                    <a:pt x="8831464" y="1137665"/>
                  </a:lnTo>
                  <a:lnTo>
                    <a:pt x="8863482" y="1053978"/>
                  </a:lnTo>
                  <a:lnTo>
                    <a:pt x="8895564" y="973850"/>
                  </a:lnTo>
                  <a:lnTo>
                    <a:pt x="8927781" y="897492"/>
                  </a:lnTo>
                  <a:lnTo>
                    <a:pt x="8960225" y="825045"/>
                  </a:lnTo>
                  <a:lnTo>
                    <a:pt x="8993015" y="756584"/>
                  </a:lnTo>
                  <a:lnTo>
                    <a:pt x="9026294" y="692124"/>
                  </a:lnTo>
                  <a:lnTo>
                    <a:pt x="9060243" y="631621"/>
                  </a:lnTo>
                  <a:lnTo>
                    <a:pt x="9084767" y="591180"/>
                  </a:lnTo>
                  <a:lnTo>
                    <a:pt x="9130470" y="522968"/>
                  </a:lnTo>
                  <a:lnTo>
                    <a:pt x="9178479" y="461005"/>
                  </a:lnTo>
                  <a:lnTo>
                    <a:pt x="9229469" y="405032"/>
                  </a:lnTo>
                  <a:lnTo>
                    <a:pt x="9284180" y="354583"/>
                  </a:lnTo>
                  <a:lnTo>
                    <a:pt x="9343373" y="309107"/>
                  </a:lnTo>
                  <a:lnTo>
                    <a:pt x="9407781" y="268053"/>
                  </a:lnTo>
                  <a:lnTo>
                    <a:pt x="9478053" y="230914"/>
                  </a:lnTo>
                  <a:lnTo>
                    <a:pt x="9554666" y="197253"/>
                  </a:lnTo>
                  <a:lnTo>
                    <a:pt x="9637822" y="166726"/>
                  </a:lnTo>
                  <a:lnTo>
                    <a:pt x="9727304" y="139080"/>
                  </a:lnTo>
                  <a:lnTo>
                    <a:pt x="9822324" y="114162"/>
                  </a:lnTo>
                  <a:lnTo>
                    <a:pt x="9921366" y="91908"/>
                  </a:lnTo>
                  <a:lnTo>
                    <a:pt x="10022091" y="72327"/>
                  </a:lnTo>
                  <a:lnTo>
                    <a:pt x="10121354" y="55474"/>
                  </a:lnTo>
                  <a:lnTo>
                    <a:pt x="10215395" y="41403"/>
                  </a:lnTo>
                  <a:lnTo>
                    <a:pt x="10300253" y="30124"/>
                  </a:lnTo>
                  <a:lnTo>
                    <a:pt x="10372345" y="21553"/>
                  </a:lnTo>
                  <a:lnTo>
                    <a:pt x="10429108" y="15481"/>
                  </a:lnTo>
                  <a:lnTo>
                    <a:pt x="10469534" y="11571"/>
                  </a:lnTo>
                  <a:lnTo>
                    <a:pt x="10494438" y="9386"/>
                  </a:lnTo>
                  <a:lnTo>
                    <a:pt x="10506448" y="8426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8806" y="78"/>
                  </a:lnTo>
                  <a:lnTo>
                    <a:pt x="10501540" y="634"/>
                  </a:lnTo>
                  <a:lnTo>
                    <a:pt x="10483208" y="2172"/>
                  </a:lnTo>
                  <a:lnTo>
                    <a:pt x="10450389" y="5202"/>
                  </a:lnTo>
                  <a:lnTo>
                    <a:pt x="10401388" y="10195"/>
                  </a:lnTo>
                  <a:lnTo>
                    <a:pt x="10336361" y="17542"/>
                  </a:lnTo>
                  <a:lnTo>
                    <a:pt x="10257183" y="27514"/>
                  </a:lnTo>
                  <a:lnTo>
                    <a:pt x="10167029" y="40251"/>
                  </a:lnTo>
                  <a:lnTo>
                    <a:pt x="10069760" y="55785"/>
                  </a:lnTo>
                  <a:lnTo>
                    <a:pt x="9969294" y="74075"/>
                  </a:lnTo>
                  <a:lnTo>
                    <a:pt x="9869107" y="95061"/>
                  </a:lnTo>
                  <a:lnTo>
                    <a:pt x="9771934" y="118708"/>
                  </a:lnTo>
                  <a:lnTo>
                    <a:pt x="9679675" y="145041"/>
                  </a:lnTo>
                  <a:lnTo>
                    <a:pt x="9593448" y="174171"/>
                  </a:lnTo>
                  <a:lnTo>
                    <a:pt x="9513722" y="206302"/>
                  </a:lnTo>
                  <a:lnTo>
                    <a:pt x="9440477" y="241736"/>
                  </a:lnTo>
                  <a:lnTo>
                    <a:pt x="9373349" y="280867"/>
                  </a:lnTo>
                  <a:lnTo>
                    <a:pt x="9311761" y="324170"/>
                  </a:lnTo>
                  <a:lnTo>
                    <a:pt x="9255010" y="372181"/>
                  </a:lnTo>
                  <a:lnTo>
                    <a:pt x="9202343" y="425458"/>
                  </a:lnTo>
                  <a:lnTo>
                    <a:pt x="9153004" y="484520"/>
                  </a:lnTo>
                  <a:lnTo>
                    <a:pt x="9106280" y="549744"/>
                  </a:lnTo>
                  <a:lnTo>
                    <a:pt x="9084767" y="583007"/>
                  </a:lnTo>
                  <a:lnTo>
                    <a:pt x="9050217" y="640765"/>
                  </a:lnTo>
                  <a:lnTo>
                    <a:pt x="9016485" y="702420"/>
                  </a:lnTo>
                  <a:lnTo>
                    <a:pt x="8983366" y="768050"/>
                  </a:lnTo>
                  <a:lnTo>
                    <a:pt x="8950692" y="837682"/>
                  </a:lnTo>
                  <a:lnTo>
                    <a:pt x="8918325" y="911286"/>
                  </a:lnTo>
                  <a:lnTo>
                    <a:pt x="8886156" y="988766"/>
                  </a:lnTo>
                  <a:lnTo>
                    <a:pt x="8854099" y="1069962"/>
                  </a:lnTo>
                  <a:lnTo>
                    <a:pt x="8822089" y="1154640"/>
                  </a:lnTo>
                  <a:lnTo>
                    <a:pt x="8790082" y="1242502"/>
                  </a:lnTo>
                  <a:lnTo>
                    <a:pt x="8758047" y="1333176"/>
                  </a:lnTo>
                  <a:lnTo>
                    <a:pt x="8725970" y="1426233"/>
                  </a:lnTo>
                  <a:lnTo>
                    <a:pt x="8693849" y="1521185"/>
                  </a:lnTo>
                  <a:lnTo>
                    <a:pt x="8661690" y="1617499"/>
                  </a:lnTo>
                  <a:lnTo>
                    <a:pt x="8629507" y="1714608"/>
                  </a:lnTo>
                  <a:lnTo>
                    <a:pt x="8597318" y="1811927"/>
                  </a:lnTo>
                  <a:lnTo>
                    <a:pt x="8565140" y="1908864"/>
                  </a:lnTo>
                  <a:lnTo>
                    <a:pt x="8532991" y="2004836"/>
                  </a:lnTo>
                  <a:lnTo>
                    <a:pt x="8500883" y="2099286"/>
                  </a:lnTo>
                  <a:lnTo>
                    <a:pt x="8468819" y="2191693"/>
                  </a:lnTo>
                  <a:lnTo>
                    <a:pt x="8436794" y="2281586"/>
                  </a:lnTo>
                  <a:lnTo>
                    <a:pt x="8404789" y="2368550"/>
                  </a:lnTo>
                  <a:lnTo>
                    <a:pt x="8372772" y="2452237"/>
                  </a:lnTo>
                  <a:lnTo>
                    <a:pt x="8340689" y="2532365"/>
                  </a:lnTo>
                  <a:lnTo>
                    <a:pt x="8308472" y="2608723"/>
                  </a:lnTo>
                  <a:lnTo>
                    <a:pt x="8276028" y="2681171"/>
                  </a:lnTo>
                  <a:lnTo>
                    <a:pt x="8243239" y="2749631"/>
                  </a:lnTo>
                  <a:lnTo>
                    <a:pt x="8209959" y="2814091"/>
                  </a:lnTo>
                  <a:lnTo>
                    <a:pt x="8176010" y="2874594"/>
                  </a:lnTo>
                  <a:lnTo>
                    <a:pt x="8151487" y="2915036"/>
                  </a:lnTo>
                  <a:lnTo>
                    <a:pt x="8105783" y="2983247"/>
                  </a:lnTo>
                  <a:lnTo>
                    <a:pt x="8057774" y="3045210"/>
                  </a:lnTo>
                  <a:lnTo>
                    <a:pt x="8006784" y="3101183"/>
                  </a:lnTo>
                  <a:lnTo>
                    <a:pt x="7952073" y="3151632"/>
                  </a:lnTo>
                  <a:lnTo>
                    <a:pt x="7892880" y="3197108"/>
                  </a:lnTo>
                  <a:lnTo>
                    <a:pt x="7828472" y="3238162"/>
                  </a:lnTo>
                  <a:lnTo>
                    <a:pt x="7758201" y="3275302"/>
                  </a:lnTo>
                  <a:lnTo>
                    <a:pt x="7681587" y="3308962"/>
                  </a:lnTo>
                  <a:lnTo>
                    <a:pt x="7598432" y="3339489"/>
                  </a:lnTo>
                  <a:lnTo>
                    <a:pt x="7508949" y="3367135"/>
                  </a:lnTo>
                  <a:lnTo>
                    <a:pt x="7413929" y="3392053"/>
                  </a:lnTo>
                  <a:lnTo>
                    <a:pt x="7314887" y="3414307"/>
                  </a:lnTo>
                  <a:lnTo>
                    <a:pt x="7214162" y="3433888"/>
                  </a:lnTo>
                  <a:lnTo>
                    <a:pt x="7114899" y="3450742"/>
                  </a:lnTo>
                  <a:lnTo>
                    <a:pt x="7020858" y="3464812"/>
                  </a:lnTo>
                  <a:lnTo>
                    <a:pt x="6936000" y="3476091"/>
                  </a:lnTo>
                  <a:lnTo>
                    <a:pt x="6863909" y="3484662"/>
                  </a:lnTo>
                  <a:lnTo>
                    <a:pt x="6807145" y="3490734"/>
                  </a:lnTo>
                  <a:lnTo>
                    <a:pt x="6766719" y="3494644"/>
                  </a:lnTo>
                  <a:lnTo>
                    <a:pt x="6741815" y="3496830"/>
                  </a:lnTo>
                  <a:lnTo>
                    <a:pt x="6729805" y="3497790"/>
                  </a:lnTo>
                  <a:lnTo>
                    <a:pt x="6726343" y="3498043"/>
                  </a:lnTo>
                  <a:lnTo>
                    <a:pt x="5254955" y="3498043"/>
                  </a:lnTo>
                  <a:lnTo>
                    <a:pt x="5253752" y="3498084"/>
                  </a:lnTo>
                  <a:lnTo>
                    <a:pt x="5245856" y="3498381"/>
                  </a:lnTo>
                  <a:lnTo>
                    <a:pt x="5225984" y="3499201"/>
                  </a:lnTo>
                  <a:lnTo>
                    <a:pt x="5190538" y="3500815"/>
                  </a:lnTo>
                  <a:lnTo>
                    <a:pt x="5137874" y="3503472"/>
                  </a:lnTo>
                  <a:lnTo>
                    <a:pt x="5068424" y="3507370"/>
                  </a:lnTo>
                  <a:lnTo>
                    <a:pt x="4984497" y="3512644"/>
                  </a:lnTo>
                  <a:lnTo>
                    <a:pt x="4889746" y="3519356"/>
                  </a:lnTo>
                  <a:lnTo>
                    <a:pt x="4788447" y="3527512"/>
                  </a:lnTo>
                  <a:lnTo>
                    <a:pt x="4684793" y="3537085"/>
                  </a:lnTo>
                  <a:lnTo>
                    <a:pt x="4582370" y="3548046"/>
                  </a:lnTo>
                  <a:lnTo>
                    <a:pt x="4483881" y="3560384"/>
                  </a:lnTo>
                  <a:lnTo>
                    <a:pt x="4391099" y="3574126"/>
                  </a:lnTo>
                  <a:lnTo>
                    <a:pt x="4304968" y="3589350"/>
                  </a:lnTo>
                  <a:lnTo>
                    <a:pt x="4225766" y="3606186"/>
                  </a:lnTo>
                  <a:lnTo>
                    <a:pt x="4153296" y="3624814"/>
                  </a:lnTo>
                  <a:lnTo>
                    <a:pt x="4087041" y="3645466"/>
                  </a:lnTo>
                  <a:lnTo>
                    <a:pt x="4026296" y="3668412"/>
                  </a:lnTo>
                  <a:lnTo>
                    <a:pt x="3970256" y="3693946"/>
                  </a:lnTo>
                  <a:lnTo>
                    <a:pt x="3918095" y="3722359"/>
                  </a:lnTo>
                  <a:lnTo>
                    <a:pt x="3869009" y="3753893"/>
                  </a:lnTo>
                  <a:lnTo>
                    <a:pt x="3829811" y="3782736"/>
                  </a:lnTo>
                  <a:lnTo>
                    <a:pt x="3784858" y="3819953"/>
                  </a:lnTo>
                  <a:lnTo>
                    <a:pt x="3741190" y="3860438"/>
                  </a:lnTo>
                  <a:lnTo>
                    <a:pt x="3698388" y="3904252"/>
                  </a:lnTo>
                  <a:lnTo>
                    <a:pt x="3656131" y="3951374"/>
                  </a:lnTo>
                  <a:lnTo>
                    <a:pt x="3614178" y="4001698"/>
                  </a:lnTo>
                  <a:lnTo>
                    <a:pt x="3572355" y="4055018"/>
                  </a:lnTo>
                  <a:lnTo>
                    <a:pt x="3530547" y="4111031"/>
                  </a:lnTo>
                  <a:lnTo>
                    <a:pt x="3488689" y="4169337"/>
                  </a:lnTo>
                  <a:lnTo>
                    <a:pt x="3446757" y="4229447"/>
                  </a:lnTo>
                  <a:lnTo>
                    <a:pt x="3404758" y="4290802"/>
                  </a:lnTo>
                  <a:lnTo>
                    <a:pt x="3362719" y="4352789"/>
                  </a:lnTo>
                  <a:lnTo>
                    <a:pt x="3320681" y="4414769"/>
                  </a:lnTo>
                  <a:lnTo>
                    <a:pt x="3278682" y="4476103"/>
                  </a:lnTo>
                  <a:lnTo>
                    <a:pt x="3236752" y="4536180"/>
                  </a:lnTo>
                  <a:lnTo>
                    <a:pt x="3194896" y="4594441"/>
                  </a:lnTo>
                  <a:lnTo>
                    <a:pt x="3153088" y="4650400"/>
                  </a:lnTo>
                  <a:lnTo>
                    <a:pt x="3111264" y="4703659"/>
                  </a:lnTo>
                  <a:lnTo>
                    <a:pt x="3069306" y="4753916"/>
                  </a:lnTo>
                  <a:lnTo>
                    <a:pt x="3027040" y="4800968"/>
                  </a:lnTo>
                  <a:lnTo>
                    <a:pt x="2984223" y="4844710"/>
                  </a:lnTo>
                  <a:lnTo>
                    <a:pt x="2940532" y="4885124"/>
                  </a:lnTo>
                  <a:lnTo>
                    <a:pt x="2896531" y="4921507"/>
                  </a:lnTo>
                  <a:lnTo>
                    <a:pt x="2849456" y="4955746"/>
                  </a:lnTo>
                  <a:lnTo>
                    <a:pt x="2799917" y="4986755"/>
                  </a:lnTo>
                  <a:lnTo>
                    <a:pt x="2747176" y="5014677"/>
                  </a:lnTo>
                  <a:lnTo>
                    <a:pt x="2690421" y="5039766"/>
                  </a:lnTo>
                  <a:lnTo>
                    <a:pt x="2628824" y="5062316"/>
                  </a:lnTo>
                  <a:lnTo>
                    <a:pt x="2561594" y="5082618"/>
                  </a:lnTo>
                  <a:lnTo>
                    <a:pt x="2488048" y="5100937"/>
                  </a:lnTo>
                  <a:lnTo>
                    <a:pt x="2407712" y="5117497"/>
                  </a:lnTo>
                  <a:lnTo>
                    <a:pt x="2320454" y="5132471"/>
                  </a:lnTo>
                  <a:lnTo>
                    <a:pt x="2226651" y="5145979"/>
                  </a:lnTo>
                  <a:lnTo>
                    <a:pt x="2127371" y="5158090"/>
                  </a:lnTo>
                  <a:lnTo>
                    <a:pt x="2024534" y="5168824"/>
                  </a:lnTo>
                  <a:lnTo>
                    <a:pt x="1921000" y="5178168"/>
                  </a:lnTo>
                  <a:lnTo>
                    <a:pt x="1820479" y="5186088"/>
                  </a:lnTo>
                  <a:lnTo>
                    <a:pt x="1727218" y="5192562"/>
                  </a:lnTo>
                  <a:lnTo>
                    <a:pt x="1645444" y="5197604"/>
                  </a:lnTo>
                  <a:lnTo>
                    <a:pt x="1578636" y="5201287"/>
                  </a:lnTo>
                  <a:lnTo>
                    <a:pt x="1528824" y="5203757"/>
                  </a:lnTo>
                  <a:lnTo>
                    <a:pt x="1496102" y="5205223"/>
                  </a:lnTo>
                  <a:lnTo>
                    <a:pt x="1478490" y="5205938"/>
                  </a:lnTo>
                  <a:lnTo>
                    <a:pt x="1472096" y="5206175"/>
                  </a:lnTo>
                  <a:lnTo>
                    <a:pt x="1471387" y="5206199"/>
                  </a:lnTo>
                  <a:lnTo>
                    <a:pt x="0" y="5206199"/>
                  </a:lnTo>
                  <a:close/>
                </a:path>
              </a:pathLst>
            </a:custGeom>
            <a:solidFill>
              <a:srgbClr val="DFC48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2010" name="pl2010"/>
            <p:cNvSpPr/>
            <p:nvPr/>
          </p:nvSpPr>
          <p:spPr>
            <a:xfrm>
              <a:off x="4799595" y="5568226"/>
              <a:ext cx="11981298" cy="5206199"/>
            </a:xfrm>
            <a:custGeom>
              <a:avLst/>
              <a:pathLst>
                <a:path w="11981298" h="5206199">
                  <a:moveTo>
                    <a:pt x="0" y="5206199"/>
                  </a:moveTo>
                  <a:lnTo>
                    <a:pt x="1471387" y="5206199"/>
                  </a:lnTo>
                  <a:lnTo>
                    <a:pt x="1472590" y="5206158"/>
                  </a:lnTo>
                  <a:lnTo>
                    <a:pt x="1480486" y="5205861"/>
                  </a:lnTo>
                  <a:lnTo>
                    <a:pt x="1500359" y="5205041"/>
                  </a:lnTo>
                  <a:lnTo>
                    <a:pt x="1535804" y="5203427"/>
                  </a:lnTo>
                  <a:lnTo>
                    <a:pt x="1588468" y="5200771"/>
                  </a:lnTo>
                  <a:lnTo>
                    <a:pt x="1657918" y="5196872"/>
                  </a:lnTo>
                  <a:lnTo>
                    <a:pt x="1741845" y="5191598"/>
                  </a:lnTo>
                  <a:lnTo>
                    <a:pt x="1836596" y="5184887"/>
                  </a:lnTo>
                  <a:lnTo>
                    <a:pt x="1937895" y="5176731"/>
                  </a:lnTo>
                  <a:lnTo>
                    <a:pt x="2041549" y="5167157"/>
                  </a:lnTo>
                  <a:lnTo>
                    <a:pt x="2143973" y="5156196"/>
                  </a:lnTo>
                  <a:lnTo>
                    <a:pt x="2242462" y="5143859"/>
                  </a:lnTo>
                  <a:lnTo>
                    <a:pt x="2335243" y="5130116"/>
                  </a:lnTo>
                  <a:lnTo>
                    <a:pt x="2421374" y="5114892"/>
                  </a:lnTo>
                  <a:lnTo>
                    <a:pt x="2500576" y="5098056"/>
                  </a:lnTo>
                  <a:lnTo>
                    <a:pt x="2573046" y="5079428"/>
                  </a:lnTo>
                  <a:lnTo>
                    <a:pt x="2639301" y="5058776"/>
                  </a:lnTo>
                  <a:lnTo>
                    <a:pt x="2700047" y="5035830"/>
                  </a:lnTo>
                  <a:lnTo>
                    <a:pt x="2756086" y="5010296"/>
                  </a:lnTo>
                  <a:lnTo>
                    <a:pt x="2808247" y="4981883"/>
                  </a:lnTo>
                  <a:lnTo>
                    <a:pt x="2857333" y="4950349"/>
                  </a:lnTo>
                  <a:lnTo>
                    <a:pt x="2896531" y="4921507"/>
                  </a:lnTo>
                  <a:lnTo>
                    <a:pt x="2941484" y="4884289"/>
                  </a:lnTo>
                  <a:lnTo>
                    <a:pt x="2985152" y="4843804"/>
                  </a:lnTo>
                  <a:lnTo>
                    <a:pt x="3027954" y="4799991"/>
                  </a:lnTo>
                  <a:lnTo>
                    <a:pt x="3070211" y="4752868"/>
                  </a:lnTo>
                  <a:lnTo>
                    <a:pt x="3112164" y="4702544"/>
                  </a:lnTo>
                  <a:lnTo>
                    <a:pt x="3153988" y="4649224"/>
                  </a:lnTo>
                  <a:lnTo>
                    <a:pt x="3195795" y="4593211"/>
                  </a:lnTo>
                  <a:lnTo>
                    <a:pt x="3237653" y="4534906"/>
                  </a:lnTo>
                  <a:lnTo>
                    <a:pt x="3279585" y="4474795"/>
                  </a:lnTo>
                  <a:lnTo>
                    <a:pt x="3321584" y="4413440"/>
                  </a:lnTo>
                  <a:lnTo>
                    <a:pt x="3363623" y="4351453"/>
                  </a:lnTo>
                  <a:lnTo>
                    <a:pt x="3405661" y="4289473"/>
                  </a:lnTo>
                  <a:lnTo>
                    <a:pt x="3447660" y="4228139"/>
                  </a:lnTo>
                  <a:lnTo>
                    <a:pt x="3489590" y="4168062"/>
                  </a:lnTo>
                  <a:lnTo>
                    <a:pt x="3531447" y="4109801"/>
                  </a:lnTo>
                  <a:lnTo>
                    <a:pt x="3573254" y="4053842"/>
                  </a:lnTo>
                  <a:lnTo>
                    <a:pt x="3615078" y="4000583"/>
                  </a:lnTo>
                  <a:lnTo>
                    <a:pt x="3657036" y="3950327"/>
                  </a:lnTo>
                  <a:lnTo>
                    <a:pt x="3699302" y="3903274"/>
                  </a:lnTo>
                  <a:lnTo>
                    <a:pt x="3742119" y="3859532"/>
                  </a:lnTo>
                  <a:lnTo>
                    <a:pt x="3785810" y="3819118"/>
                  </a:lnTo>
                  <a:lnTo>
                    <a:pt x="3829811" y="3782736"/>
                  </a:lnTo>
                  <a:lnTo>
                    <a:pt x="3876886" y="3748496"/>
                  </a:lnTo>
                  <a:lnTo>
                    <a:pt x="3926425" y="3717487"/>
                  </a:lnTo>
                  <a:lnTo>
                    <a:pt x="3979166" y="3689565"/>
                  </a:lnTo>
                  <a:lnTo>
                    <a:pt x="4035921" y="3664476"/>
                  </a:lnTo>
                  <a:lnTo>
                    <a:pt x="4097518" y="3641927"/>
                  </a:lnTo>
                  <a:lnTo>
                    <a:pt x="4164748" y="3621624"/>
                  </a:lnTo>
                  <a:lnTo>
                    <a:pt x="4238294" y="3603305"/>
                  </a:lnTo>
                  <a:lnTo>
                    <a:pt x="4318630" y="3586745"/>
                  </a:lnTo>
                  <a:lnTo>
                    <a:pt x="4405888" y="3571772"/>
                  </a:lnTo>
                  <a:lnTo>
                    <a:pt x="4499691" y="3558263"/>
                  </a:lnTo>
                  <a:lnTo>
                    <a:pt x="4598972" y="3546153"/>
                  </a:lnTo>
                  <a:lnTo>
                    <a:pt x="4701808" y="3535418"/>
                  </a:lnTo>
                  <a:lnTo>
                    <a:pt x="4805342" y="3526075"/>
                  </a:lnTo>
                  <a:lnTo>
                    <a:pt x="4905863" y="3518155"/>
                  </a:lnTo>
                  <a:lnTo>
                    <a:pt x="4999124" y="3511680"/>
                  </a:lnTo>
                  <a:lnTo>
                    <a:pt x="5080898" y="3506639"/>
                  </a:lnTo>
                  <a:lnTo>
                    <a:pt x="5147706" y="3502955"/>
                  </a:lnTo>
                  <a:lnTo>
                    <a:pt x="5197518" y="3500485"/>
                  </a:lnTo>
                  <a:lnTo>
                    <a:pt x="5230240" y="3499019"/>
                  </a:lnTo>
                  <a:lnTo>
                    <a:pt x="5247852" y="3498304"/>
                  </a:lnTo>
                  <a:lnTo>
                    <a:pt x="5254246" y="3498067"/>
                  </a:lnTo>
                  <a:lnTo>
                    <a:pt x="5254955" y="3498043"/>
                  </a:lnTo>
                  <a:lnTo>
                    <a:pt x="6726343" y="3498043"/>
                  </a:lnTo>
                  <a:lnTo>
                    <a:pt x="6727447" y="3497965"/>
                  </a:lnTo>
                  <a:lnTo>
                    <a:pt x="6734713" y="3497408"/>
                  </a:lnTo>
                  <a:lnTo>
                    <a:pt x="6753046" y="3495870"/>
                  </a:lnTo>
                  <a:lnTo>
                    <a:pt x="6785864" y="3492841"/>
                  </a:lnTo>
                  <a:lnTo>
                    <a:pt x="6834865" y="3487847"/>
                  </a:lnTo>
                  <a:lnTo>
                    <a:pt x="6899892" y="3480500"/>
                  </a:lnTo>
                  <a:lnTo>
                    <a:pt x="6979070" y="3470529"/>
                  </a:lnTo>
                  <a:lnTo>
                    <a:pt x="7069224" y="3457791"/>
                  </a:lnTo>
                  <a:lnTo>
                    <a:pt x="7166494" y="3442257"/>
                  </a:lnTo>
                  <a:lnTo>
                    <a:pt x="7266959" y="3423967"/>
                  </a:lnTo>
                  <a:lnTo>
                    <a:pt x="7367146" y="3402981"/>
                  </a:lnTo>
                  <a:lnTo>
                    <a:pt x="7464319" y="3379334"/>
                  </a:lnTo>
                  <a:lnTo>
                    <a:pt x="7556578" y="3353001"/>
                  </a:lnTo>
                  <a:lnTo>
                    <a:pt x="7642805" y="3323871"/>
                  </a:lnTo>
                  <a:lnTo>
                    <a:pt x="7722531" y="3291740"/>
                  </a:lnTo>
                  <a:lnTo>
                    <a:pt x="7795776" y="3256306"/>
                  </a:lnTo>
                  <a:lnTo>
                    <a:pt x="7862904" y="3217175"/>
                  </a:lnTo>
                  <a:lnTo>
                    <a:pt x="7924492" y="3173872"/>
                  </a:lnTo>
                  <a:lnTo>
                    <a:pt x="7981243" y="3125861"/>
                  </a:lnTo>
                  <a:lnTo>
                    <a:pt x="8033910" y="3072585"/>
                  </a:lnTo>
                  <a:lnTo>
                    <a:pt x="8083250" y="3013522"/>
                  </a:lnTo>
                  <a:lnTo>
                    <a:pt x="8129973" y="2948298"/>
                  </a:lnTo>
                  <a:lnTo>
                    <a:pt x="8151487" y="2915036"/>
                  </a:lnTo>
                  <a:lnTo>
                    <a:pt x="8186036" y="2857277"/>
                  </a:lnTo>
                  <a:lnTo>
                    <a:pt x="8219768" y="2795622"/>
                  </a:lnTo>
                  <a:lnTo>
                    <a:pt x="8252887" y="2729992"/>
                  </a:lnTo>
                  <a:lnTo>
                    <a:pt x="8285561" y="2660360"/>
                  </a:lnTo>
                  <a:lnTo>
                    <a:pt x="8317928" y="2586756"/>
                  </a:lnTo>
                  <a:lnTo>
                    <a:pt x="8350097" y="2509276"/>
                  </a:lnTo>
                  <a:lnTo>
                    <a:pt x="8382154" y="2428081"/>
                  </a:lnTo>
                  <a:lnTo>
                    <a:pt x="8414164" y="2343402"/>
                  </a:lnTo>
                  <a:lnTo>
                    <a:pt x="8446172" y="2255541"/>
                  </a:lnTo>
                  <a:lnTo>
                    <a:pt x="8478206" y="2164866"/>
                  </a:lnTo>
                  <a:lnTo>
                    <a:pt x="8510283" y="2071809"/>
                  </a:lnTo>
                  <a:lnTo>
                    <a:pt x="8542404" y="1976857"/>
                  </a:lnTo>
                  <a:lnTo>
                    <a:pt x="8574563" y="1880543"/>
                  </a:lnTo>
                  <a:lnTo>
                    <a:pt x="8606746" y="1783434"/>
                  </a:lnTo>
                  <a:lnTo>
                    <a:pt x="8638936" y="1686115"/>
                  </a:lnTo>
                  <a:lnTo>
                    <a:pt x="8671113" y="1589178"/>
                  </a:lnTo>
                  <a:lnTo>
                    <a:pt x="8703262" y="1493206"/>
                  </a:lnTo>
                  <a:lnTo>
                    <a:pt x="8735371" y="1398756"/>
                  </a:lnTo>
                  <a:lnTo>
                    <a:pt x="8767434" y="1306349"/>
                  </a:lnTo>
                  <a:lnTo>
                    <a:pt x="8799459" y="1216456"/>
                  </a:lnTo>
                  <a:lnTo>
                    <a:pt x="8831464" y="1129492"/>
                  </a:lnTo>
                  <a:lnTo>
                    <a:pt x="8863482" y="1045805"/>
                  </a:lnTo>
                  <a:lnTo>
                    <a:pt x="8895564" y="965677"/>
                  </a:lnTo>
                  <a:lnTo>
                    <a:pt x="8927781" y="889319"/>
                  </a:lnTo>
                  <a:lnTo>
                    <a:pt x="8960225" y="816872"/>
                  </a:lnTo>
                  <a:lnTo>
                    <a:pt x="8993015" y="748411"/>
                  </a:lnTo>
                  <a:lnTo>
                    <a:pt x="9026294" y="683951"/>
                  </a:lnTo>
                  <a:lnTo>
                    <a:pt x="9060243" y="623448"/>
                  </a:lnTo>
                  <a:lnTo>
                    <a:pt x="9084767" y="583007"/>
                  </a:lnTo>
                  <a:lnTo>
                    <a:pt x="9130470" y="514795"/>
                  </a:lnTo>
                  <a:lnTo>
                    <a:pt x="9178479" y="452832"/>
                  </a:lnTo>
                  <a:lnTo>
                    <a:pt x="9229469" y="396859"/>
                  </a:lnTo>
                  <a:lnTo>
                    <a:pt x="9284180" y="346410"/>
                  </a:lnTo>
                  <a:lnTo>
                    <a:pt x="9343373" y="300934"/>
                  </a:lnTo>
                  <a:lnTo>
                    <a:pt x="9407781" y="259880"/>
                  </a:lnTo>
                  <a:lnTo>
                    <a:pt x="9478053" y="222741"/>
                  </a:lnTo>
                  <a:lnTo>
                    <a:pt x="9554666" y="189080"/>
                  </a:lnTo>
                  <a:lnTo>
                    <a:pt x="9637822" y="158553"/>
                  </a:lnTo>
                  <a:lnTo>
                    <a:pt x="9727304" y="130907"/>
                  </a:lnTo>
                  <a:lnTo>
                    <a:pt x="9822324" y="105989"/>
                  </a:lnTo>
                  <a:lnTo>
                    <a:pt x="9921366" y="83735"/>
                  </a:lnTo>
                  <a:lnTo>
                    <a:pt x="10022091" y="64154"/>
                  </a:lnTo>
                  <a:lnTo>
                    <a:pt x="10121354" y="47301"/>
                  </a:lnTo>
                  <a:lnTo>
                    <a:pt x="10215395" y="33230"/>
                  </a:lnTo>
                  <a:lnTo>
                    <a:pt x="10300253" y="21951"/>
                  </a:lnTo>
                  <a:lnTo>
                    <a:pt x="10372345" y="13380"/>
                  </a:lnTo>
                  <a:lnTo>
                    <a:pt x="10429108" y="7308"/>
                  </a:lnTo>
                  <a:lnTo>
                    <a:pt x="10469534" y="3398"/>
                  </a:lnTo>
                  <a:lnTo>
                    <a:pt x="10494438" y="1213"/>
                  </a:lnTo>
                  <a:lnTo>
                    <a:pt x="10506448" y="253"/>
                  </a:lnTo>
                  <a:lnTo>
                    <a:pt x="10509788" y="8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11" name="pl2011"/>
            <p:cNvSpPr/>
            <p:nvPr/>
          </p:nvSpPr>
          <p:spPr>
            <a:xfrm>
              <a:off x="4799595" y="5560053"/>
              <a:ext cx="11981298" cy="5206199"/>
            </a:xfrm>
            <a:custGeom>
              <a:avLst/>
              <a:pathLst>
                <a:path w="11981298" h="5206199">
                  <a:moveTo>
                    <a:pt x="11981298" y="0"/>
                  </a:moveTo>
                  <a:lnTo>
                    <a:pt x="10509911" y="0"/>
                  </a:lnTo>
                  <a:lnTo>
                    <a:pt x="10508806" y="78"/>
                  </a:lnTo>
                  <a:lnTo>
                    <a:pt x="10501540" y="634"/>
                  </a:lnTo>
                  <a:lnTo>
                    <a:pt x="10483208" y="2172"/>
                  </a:lnTo>
                  <a:lnTo>
                    <a:pt x="10450389" y="5202"/>
                  </a:lnTo>
                  <a:lnTo>
                    <a:pt x="10401388" y="10195"/>
                  </a:lnTo>
                  <a:lnTo>
                    <a:pt x="10336361" y="17542"/>
                  </a:lnTo>
                  <a:lnTo>
                    <a:pt x="10257183" y="27514"/>
                  </a:lnTo>
                  <a:lnTo>
                    <a:pt x="10167029" y="40251"/>
                  </a:lnTo>
                  <a:lnTo>
                    <a:pt x="10069760" y="55785"/>
                  </a:lnTo>
                  <a:lnTo>
                    <a:pt x="9969294" y="74075"/>
                  </a:lnTo>
                  <a:lnTo>
                    <a:pt x="9869107" y="95061"/>
                  </a:lnTo>
                  <a:lnTo>
                    <a:pt x="9771934" y="118708"/>
                  </a:lnTo>
                  <a:lnTo>
                    <a:pt x="9679675" y="145041"/>
                  </a:lnTo>
                  <a:lnTo>
                    <a:pt x="9593448" y="174171"/>
                  </a:lnTo>
                  <a:lnTo>
                    <a:pt x="9513722" y="206302"/>
                  </a:lnTo>
                  <a:lnTo>
                    <a:pt x="9440477" y="241736"/>
                  </a:lnTo>
                  <a:lnTo>
                    <a:pt x="9373349" y="280867"/>
                  </a:lnTo>
                  <a:lnTo>
                    <a:pt x="9311761" y="324170"/>
                  </a:lnTo>
                  <a:lnTo>
                    <a:pt x="9255010" y="372181"/>
                  </a:lnTo>
                  <a:lnTo>
                    <a:pt x="9202343" y="425458"/>
                  </a:lnTo>
                  <a:lnTo>
                    <a:pt x="9153004" y="484520"/>
                  </a:lnTo>
                  <a:lnTo>
                    <a:pt x="9106280" y="549744"/>
                  </a:lnTo>
                  <a:lnTo>
                    <a:pt x="9084767" y="583007"/>
                  </a:lnTo>
                  <a:lnTo>
                    <a:pt x="9050217" y="640765"/>
                  </a:lnTo>
                  <a:lnTo>
                    <a:pt x="9016485" y="702420"/>
                  </a:lnTo>
                  <a:lnTo>
                    <a:pt x="8983366" y="768050"/>
                  </a:lnTo>
                  <a:lnTo>
                    <a:pt x="8950692" y="837682"/>
                  </a:lnTo>
                  <a:lnTo>
                    <a:pt x="8918325" y="911286"/>
                  </a:lnTo>
                  <a:lnTo>
                    <a:pt x="8886156" y="988766"/>
                  </a:lnTo>
                  <a:lnTo>
                    <a:pt x="8854099" y="1069962"/>
                  </a:lnTo>
                  <a:lnTo>
                    <a:pt x="8822089" y="1154640"/>
                  </a:lnTo>
                  <a:lnTo>
                    <a:pt x="8790082" y="1242502"/>
                  </a:lnTo>
                  <a:lnTo>
                    <a:pt x="8758047" y="1333176"/>
                  </a:lnTo>
                  <a:lnTo>
                    <a:pt x="8725970" y="1426233"/>
                  </a:lnTo>
                  <a:lnTo>
                    <a:pt x="8693849" y="1521185"/>
                  </a:lnTo>
                  <a:lnTo>
                    <a:pt x="8661690" y="1617499"/>
                  </a:lnTo>
                  <a:lnTo>
                    <a:pt x="8629507" y="1714608"/>
                  </a:lnTo>
                  <a:lnTo>
                    <a:pt x="8597318" y="1811927"/>
                  </a:lnTo>
                  <a:lnTo>
                    <a:pt x="8565140" y="1908864"/>
                  </a:lnTo>
                  <a:lnTo>
                    <a:pt x="8532991" y="2004836"/>
                  </a:lnTo>
                  <a:lnTo>
                    <a:pt x="8500883" y="2099286"/>
                  </a:lnTo>
                  <a:lnTo>
                    <a:pt x="8468819" y="2191693"/>
                  </a:lnTo>
                  <a:lnTo>
                    <a:pt x="8436794" y="2281586"/>
                  </a:lnTo>
                  <a:lnTo>
                    <a:pt x="8404789" y="2368550"/>
                  </a:lnTo>
                  <a:lnTo>
                    <a:pt x="8372772" y="2452237"/>
                  </a:lnTo>
                  <a:lnTo>
                    <a:pt x="8340689" y="2532365"/>
                  </a:lnTo>
                  <a:lnTo>
                    <a:pt x="8308472" y="2608723"/>
                  </a:lnTo>
                  <a:lnTo>
                    <a:pt x="8276028" y="2681171"/>
                  </a:lnTo>
                  <a:lnTo>
                    <a:pt x="8243239" y="2749631"/>
                  </a:lnTo>
                  <a:lnTo>
                    <a:pt x="8209959" y="2814091"/>
                  </a:lnTo>
                  <a:lnTo>
                    <a:pt x="8176010" y="2874594"/>
                  </a:lnTo>
                  <a:lnTo>
                    <a:pt x="8151487" y="2915036"/>
                  </a:lnTo>
                  <a:lnTo>
                    <a:pt x="8105783" y="2983247"/>
                  </a:lnTo>
                  <a:lnTo>
                    <a:pt x="8057774" y="3045210"/>
                  </a:lnTo>
                  <a:lnTo>
                    <a:pt x="8006784" y="3101183"/>
                  </a:lnTo>
                  <a:lnTo>
                    <a:pt x="7952073" y="3151632"/>
                  </a:lnTo>
                  <a:lnTo>
                    <a:pt x="7892880" y="3197108"/>
                  </a:lnTo>
                  <a:lnTo>
                    <a:pt x="7828472" y="3238162"/>
                  </a:lnTo>
                  <a:lnTo>
                    <a:pt x="7758201" y="3275302"/>
                  </a:lnTo>
                  <a:lnTo>
                    <a:pt x="7681587" y="3308962"/>
                  </a:lnTo>
                  <a:lnTo>
                    <a:pt x="7598432" y="3339489"/>
                  </a:lnTo>
                  <a:lnTo>
                    <a:pt x="7508949" y="3367135"/>
                  </a:lnTo>
                  <a:lnTo>
                    <a:pt x="7413929" y="3392053"/>
                  </a:lnTo>
                  <a:lnTo>
                    <a:pt x="7314887" y="3414307"/>
                  </a:lnTo>
                  <a:lnTo>
                    <a:pt x="7214162" y="3433888"/>
                  </a:lnTo>
                  <a:lnTo>
                    <a:pt x="7114899" y="3450742"/>
                  </a:lnTo>
                  <a:lnTo>
                    <a:pt x="7020858" y="3464812"/>
                  </a:lnTo>
                  <a:lnTo>
                    <a:pt x="6936000" y="3476091"/>
                  </a:lnTo>
                  <a:lnTo>
                    <a:pt x="6863909" y="3484662"/>
                  </a:lnTo>
                  <a:lnTo>
                    <a:pt x="6807145" y="3490734"/>
                  </a:lnTo>
                  <a:lnTo>
                    <a:pt x="6766719" y="3494644"/>
                  </a:lnTo>
                  <a:lnTo>
                    <a:pt x="6741815" y="3496830"/>
                  </a:lnTo>
                  <a:lnTo>
                    <a:pt x="6729805" y="3497790"/>
                  </a:lnTo>
                  <a:lnTo>
                    <a:pt x="6726465" y="3498034"/>
                  </a:lnTo>
                  <a:lnTo>
                    <a:pt x="6726343" y="3498043"/>
                  </a:lnTo>
                  <a:lnTo>
                    <a:pt x="5254955" y="3498043"/>
                  </a:lnTo>
                  <a:lnTo>
                    <a:pt x="5253752" y="3498084"/>
                  </a:lnTo>
                  <a:lnTo>
                    <a:pt x="5245856" y="3498381"/>
                  </a:lnTo>
                  <a:lnTo>
                    <a:pt x="5225984" y="3499201"/>
                  </a:lnTo>
                  <a:lnTo>
                    <a:pt x="5190538" y="3500815"/>
                  </a:lnTo>
                  <a:lnTo>
                    <a:pt x="5137874" y="3503472"/>
                  </a:lnTo>
                  <a:lnTo>
                    <a:pt x="5068424" y="3507370"/>
                  </a:lnTo>
                  <a:lnTo>
                    <a:pt x="4984497" y="3512644"/>
                  </a:lnTo>
                  <a:lnTo>
                    <a:pt x="4889746" y="3519356"/>
                  </a:lnTo>
                  <a:lnTo>
                    <a:pt x="4788447" y="3527512"/>
                  </a:lnTo>
                  <a:lnTo>
                    <a:pt x="4684793" y="3537085"/>
                  </a:lnTo>
                  <a:lnTo>
                    <a:pt x="4582370" y="3548046"/>
                  </a:lnTo>
                  <a:lnTo>
                    <a:pt x="4483881" y="3560384"/>
                  </a:lnTo>
                  <a:lnTo>
                    <a:pt x="4391099" y="3574126"/>
                  </a:lnTo>
                  <a:lnTo>
                    <a:pt x="4304968" y="3589350"/>
                  </a:lnTo>
                  <a:lnTo>
                    <a:pt x="4225766" y="3606186"/>
                  </a:lnTo>
                  <a:lnTo>
                    <a:pt x="4153296" y="3624814"/>
                  </a:lnTo>
                  <a:lnTo>
                    <a:pt x="4087041" y="3645466"/>
                  </a:lnTo>
                  <a:lnTo>
                    <a:pt x="4026296" y="3668412"/>
                  </a:lnTo>
                  <a:lnTo>
                    <a:pt x="3970256" y="3693946"/>
                  </a:lnTo>
                  <a:lnTo>
                    <a:pt x="3918095" y="3722359"/>
                  </a:lnTo>
                  <a:lnTo>
                    <a:pt x="3869009" y="3753893"/>
                  </a:lnTo>
                  <a:lnTo>
                    <a:pt x="3829811" y="3782736"/>
                  </a:lnTo>
                  <a:lnTo>
                    <a:pt x="3784858" y="3819953"/>
                  </a:lnTo>
                  <a:lnTo>
                    <a:pt x="3741190" y="3860438"/>
                  </a:lnTo>
                  <a:lnTo>
                    <a:pt x="3698388" y="3904252"/>
                  </a:lnTo>
                  <a:lnTo>
                    <a:pt x="3656131" y="3951374"/>
                  </a:lnTo>
                  <a:lnTo>
                    <a:pt x="3614178" y="4001698"/>
                  </a:lnTo>
                  <a:lnTo>
                    <a:pt x="3572355" y="4055018"/>
                  </a:lnTo>
                  <a:lnTo>
                    <a:pt x="3530547" y="4111031"/>
                  </a:lnTo>
                  <a:lnTo>
                    <a:pt x="3488689" y="4169337"/>
                  </a:lnTo>
                  <a:lnTo>
                    <a:pt x="3446757" y="4229447"/>
                  </a:lnTo>
                  <a:lnTo>
                    <a:pt x="3404758" y="4290802"/>
                  </a:lnTo>
                  <a:lnTo>
                    <a:pt x="3362719" y="4352789"/>
                  </a:lnTo>
                  <a:lnTo>
                    <a:pt x="3320681" y="4414769"/>
                  </a:lnTo>
                  <a:lnTo>
                    <a:pt x="3278682" y="4476103"/>
                  </a:lnTo>
                  <a:lnTo>
                    <a:pt x="3236752" y="4536180"/>
                  </a:lnTo>
                  <a:lnTo>
                    <a:pt x="3194896" y="4594441"/>
                  </a:lnTo>
                  <a:lnTo>
                    <a:pt x="3153088" y="4650400"/>
                  </a:lnTo>
                  <a:lnTo>
                    <a:pt x="3111264" y="4703659"/>
                  </a:lnTo>
                  <a:lnTo>
                    <a:pt x="3069306" y="4753916"/>
                  </a:lnTo>
                  <a:lnTo>
                    <a:pt x="3027040" y="4800968"/>
                  </a:lnTo>
                  <a:lnTo>
                    <a:pt x="2984223" y="4844710"/>
                  </a:lnTo>
                  <a:lnTo>
                    <a:pt x="2940532" y="4885124"/>
                  </a:lnTo>
                  <a:lnTo>
                    <a:pt x="2896531" y="4921507"/>
                  </a:lnTo>
                  <a:lnTo>
                    <a:pt x="2849456" y="4955746"/>
                  </a:lnTo>
                  <a:lnTo>
                    <a:pt x="2799917" y="4986755"/>
                  </a:lnTo>
                  <a:lnTo>
                    <a:pt x="2747176" y="5014677"/>
                  </a:lnTo>
                  <a:lnTo>
                    <a:pt x="2690421" y="5039766"/>
                  </a:lnTo>
                  <a:lnTo>
                    <a:pt x="2628824" y="5062316"/>
                  </a:lnTo>
                  <a:lnTo>
                    <a:pt x="2561594" y="5082618"/>
                  </a:lnTo>
                  <a:lnTo>
                    <a:pt x="2488048" y="5100937"/>
                  </a:lnTo>
                  <a:lnTo>
                    <a:pt x="2407712" y="5117497"/>
                  </a:lnTo>
                  <a:lnTo>
                    <a:pt x="2320454" y="5132471"/>
                  </a:lnTo>
                  <a:lnTo>
                    <a:pt x="2226651" y="5145979"/>
                  </a:lnTo>
                  <a:lnTo>
                    <a:pt x="2127371" y="5158090"/>
                  </a:lnTo>
                  <a:lnTo>
                    <a:pt x="2024534" y="5168824"/>
                  </a:lnTo>
                  <a:lnTo>
                    <a:pt x="1921000" y="5178168"/>
                  </a:lnTo>
                  <a:lnTo>
                    <a:pt x="1820479" y="5186088"/>
                  </a:lnTo>
                  <a:lnTo>
                    <a:pt x="1727218" y="5192562"/>
                  </a:lnTo>
                  <a:lnTo>
                    <a:pt x="1645444" y="5197604"/>
                  </a:lnTo>
                  <a:lnTo>
                    <a:pt x="1578636" y="5201287"/>
                  </a:lnTo>
                  <a:lnTo>
                    <a:pt x="1528824" y="5203757"/>
                  </a:lnTo>
                  <a:lnTo>
                    <a:pt x="1496102" y="5205223"/>
                  </a:lnTo>
                  <a:lnTo>
                    <a:pt x="1478490" y="5205938"/>
                  </a:lnTo>
                  <a:lnTo>
                    <a:pt x="1472096" y="5206175"/>
                  </a:lnTo>
                  <a:lnTo>
                    <a:pt x="1471387" y="5206199"/>
                  </a:lnTo>
                  <a:lnTo>
                    <a:pt x="0" y="520619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12" name="pg2012"/>
            <p:cNvSpPr/>
            <p:nvPr/>
          </p:nvSpPr>
          <p:spPr>
            <a:xfrm>
              <a:off x="4799595" y="4072567"/>
              <a:ext cx="11981298" cy="6652820"/>
            </a:xfrm>
            <a:custGeom>
              <a:avLst/>
              <a:pathLst>
                <a:path w="11981298" h="6652820">
                  <a:moveTo>
                    <a:pt x="0" y="6652820"/>
                  </a:moveTo>
                  <a:lnTo>
                    <a:pt x="1471387" y="6652820"/>
                  </a:lnTo>
                  <a:lnTo>
                    <a:pt x="1472178" y="6652718"/>
                  </a:lnTo>
                  <a:lnTo>
                    <a:pt x="1477416" y="6651995"/>
                  </a:lnTo>
                  <a:lnTo>
                    <a:pt x="1490753" y="6649999"/>
                  </a:lnTo>
                  <a:lnTo>
                    <a:pt x="1514926" y="6646060"/>
                  </a:lnTo>
                  <a:lnTo>
                    <a:pt x="1551625" y="6639537"/>
                  </a:lnTo>
                  <a:lnTo>
                    <a:pt x="1601377" y="6629860"/>
                  </a:lnTo>
                  <a:lnTo>
                    <a:pt x="1663538" y="6616578"/>
                  </a:lnTo>
                  <a:lnTo>
                    <a:pt x="1736443" y="6599392"/>
                  </a:lnTo>
                  <a:lnTo>
                    <a:pt x="1817688" y="6578148"/>
                  </a:lnTo>
                  <a:lnTo>
                    <a:pt x="1904491" y="6552819"/>
                  </a:lnTo>
                  <a:lnTo>
                    <a:pt x="1994050" y="6523458"/>
                  </a:lnTo>
                  <a:lnTo>
                    <a:pt x="2083832" y="6490145"/>
                  </a:lnTo>
                  <a:lnTo>
                    <a:pt x="2171754" y="6452941"/>
                  </a:lnTo>
                  <a:lnTo>
                    <a:pt x="2256262" y="6411843"/>
                  </a:lnTo>
                  <a:lnTo>
                    <a:pt x="2336324" y="6366760"/>
                  </a:lnTo>
                  <a:lnTo>
                    <a:pt x="2411367" y="6317494"/>
                  </a:lnTo>
                  <a:lnTo>
                    <a:pt x="2481190" y="6263736"/>
                  </a:lnTo>
                  <a:lnTo>
                    <a:pt x="2545878" y="6205063"/>
                  </a:lnTo>
                  <a:lnTo>
                    <a:pt x="2605714" y="6140946"/>
                  </a:lnTo>
                  <a:lnTo>
                    <a:pt x="2661114" y="6070762"/>
                  </a:lnTo>
                  <a:lnTo>
                    <a:pt x="2712573" y="5993819"/>
                  </a:lnTo>
                  <a:lnTo>
                    <a:pt x="2760626" y="5909386"/>
                  </a:lnTo>
                  <a:lnTo>
                    <a:pt x="2805813" y="5816758"/>
                  </a:lnTo>
                  <a:lnTo>
                    <a:pt x="2848659" y="5715341"/>
                  </a:lnTo>
                  <a:lnTo>
                    <a:pt x="2889644" y="5604797"/>
                  </a:lnTo>
                  <a:lnTo>
                    <a:pt x="2896531" y="5584882"/>
                  </a:lnTo>
                  <a:lnTo>
                    <a:pt x="2922801" y="5505339"/>
                  </a:lnTo>
                  <a:lnTo>
                    <a:pt x="2948570" y="5421723"/>
                  </a:lnTo>
                  <a:lnTo>
                    <a:pt x="2973933" y="5333955"/>
                  </a:lnTo>
                  <a:lnTo>
                    <a:pt x="2998974" y="5241989"/>
                  </a:lnTo>
                  <a:lnTo>
                    <a:pt x="3023763" y="5145809"/>
                  </a:lnTo>
                  <a:lnTo>
                    <a:pt x="3048360" y="5045436"/>
                  </a:lnTo>
                  <a:lnTo>
                    <a:pt x="3072818" y="4940927"/>
                  </a:lnTo>
                  <a:lnTo>
                    <a:pt x="3097179" y="4832381"/>
                  </a:lnTo>
                  <a:lnTo>
                    <a:pt x="3121478" y="4719936"/>
                  </a:lnTo>
                  <a:lnTo>
                    <a:pt x="3145745" y="4603773"/>
                  </a:lnTo>
                  <a:lnTo>
                    <a:pt x="3170002" y="4484118"/>
                  </a:lnTo>
                  <a:lnTo>
                    <a:pt x="3194264" y="4361234"/>
                  </a:lnTo>
                  <a:lnTo>
                    <a:pt x="3218543" y="4235427"/>
                  </a:lnTo>
                  <a:lnTo>
                    <a:pt x="3242846" y="4107041"/>
                  </a:lnTo>
                  <a:lnTo>
                    <a:pt x="3267175" y="3976454"/>
                  </a:lnTo>
                  <a:lnTo>
                    <a:pt x="3291529" y="3844073"/>
                  </a:lnTo>
                  <a:lnTo>
                    <a:pt x="3315903" y="3710332"/>
                  </a:lnTo>
                  <a:lnTo>
                    <a:pt x="3340293" y="3575682"/>
                  </a:lnTo>
                  <a:lnTo>
                    <a:pt x="3364690" y="3440590"/>
                  </a:lnTo>
                  <a:lnTo>
                    <a:pt x="3389087" y="3305528"/>
                  </a:lnTo>
                  <a:lnTo>
                    <a:pt x="3413475" y="3170966"/>
                  </a:lnTo>
                  <a:lnTo>
                    <a:pt x="3437847" y="3037370"/>
                  </a:lnTo>
                  <a:lnTo>
                    <a:pt x="3462198" y="2905189"/>
                  </a:lnTo>
                  <a:lnTo>
                    <a:pt x="3486523" y="2774854"/>
                  </a:lnTo>
                  <a:lnTo>
                    <a:pt x="3510823" y="2646770"/>
                  </a:lnTo>
                  <a:lnTo>
                    <a:pt x="3535100" y="2521309"/>
                  </a:lnTo>
                  <a:lnTo>
                    <a:pt x="3559361" y="2398811"/>
                  </a:lnTo>
                  <a:lnTo>
                    <a:pt x="3583617" y="2279577"/>
                  </a:lnTo>
                  <a:lnTo>
                    <a:pt x="3607887" y="2163866"/>
                  </a:lnTo>
                  <a:lnTo>
                    <a:pt x="3632193" y="2051898"/>
                  </a:lnTo>
                  <a:lnTo>
                    <a:pt x="3656563" y="1943847"/>
                  </a:lnTo>
                  <a:lnTo>
                    <a:pt x="3681036" y="1839849"/>
                  </a:lnTo>
                  <a:lnTo>
                    <a:pt x="3705654" y="1739995"/>
                  </a:lnTo>
                  <a:lnTo>
                    <a:pt x="3730471" y="1644339"/>
                  </a:lnTo>
                  <a:lnTo>
                    <a:pt x="3755548" y="1552898"/>
                  </a:lnTo>
                  <a:lnTo>
                    <a:pt x="3780957" y="1465651"/>
                  </a:lnTo>
                  <a:lnTo>
                    <a:pt x="3806783" y="1382546"/>
                  </a:lnTo>
                  <a:lnTo>
                    <a:pt x="3829811" y="1313128"/>
                  </a:lnTo>
                  <a:lnTo>
                    <a:pt x="3870521" y="1201011"/>
                  </a:lnTo>
                  <a:lnTo>
                    <a:pt x="3913014" y="1098040"/>
                  </a:lnTo>
                  <a:lnTo>
                    <a:pt x="3957763" y="1003938"/>
                  </a:lnTo>
                  <a:lnTo>
                    <a:pt x="4005284" y="918146"/>
                  </a:lnTo>
                  <a:lnTo>
                    <a:pt x="4056119" y="839968"/>
                  </a:lnTo>
                  <a:lnTo>
                    <a:pt x="4110806" y="768674"/>
                  </a:lnTo>
                  <a:lnTo>
                    <a:pt x="4169847" y="703561"/>
                  </a:lnTo>
                  <a:lnTo>
                    <a:pt x="4233676" y="643993"/>
                  </a:lnTo>
                  <a:lnTo>
                    <a:pt x="4302605" y="589423"/>
                  </a:lnTo>
                  <a:lnTo>
                    <a:pt x="4376756" y="539410"/>
                  </a:lnTo>
                  <a:lnTo>
                    <a:pt x="4455985" y="493626"/>
                  </a:lnTo>
                  <a:lnTo>
                    <a:pt x="4539789" y="451852"/>
                  </a:lnTo>
                  <a:lnTo>
                    <a:pt x="4627220" y="413981"/>
                  </a:lnTo>
                  <a:lnTo>
                    <a:pt x="4716816" y="379997"/>
                  </a:lnTo>
                  <a:lnTo>
                    <a:pt x="4806582" y="349952"/>
                  </a:lnTo>
                  <a:lnTo>
                    <a:pt x="4894054" y="323925"/>
                  </a:lnTo>
                  <a:lnTo>
                    <a:pt x="4976457" y="301978"/>
                  </a:lnTo>
                  <a:lnTo>
                    <a:pt x="5050981" y="284101"/>
                  </a:lnTo>
                  <a:lnTo>
                    <a:pt x="5115132" y="270165"/>
                  </a:lnTo>
                  <a:lnTo>
                    <a:pt x="5167093" y="259896"/>
                  </a:lnTo>
                  <a:lnTo>
                    <a:pt x="5206031" y="252869"/>
                  </a:lnTo>
                  <a:lnTo>
                    <a:pt x="5232268" y="248531"/>
                  </a:lnTo>
                  <a:lnTo>
                    <a:pt x="5247299" y="246248"/>
                  </a:lnTo>
                  <a:lnTo>
                    <a:pt x="5253693" y="245353"/>
                  </a:lnTo>
                  <a:lnTo>
                    <a:pt x="5254955" y="245189"/>
                  </a:lnTo>
                  <a:lnTo>
                    <a:pt x="6726343" y="245189"/>
                  </a:lnTo>
                  <a:lnTo>
                    <a:pt x="6727580" y="245184"/>
                  </a:lnTo>
                  <a:lnTo>
                    <a:pt x="6735697" y="245141"/>
                  </a:lnTo>
                  <a:lnTo>
                    <a:pt x="6756107" y="245024"/>
                  </a:lnTo>
                  <a:lnTo>
                    <a:pt x="6792467" y="244793"/>
                  </a:lnTo>
                  <a:lnTo>
                    <a:pt x="6846397" y="244414"/>
                  </a:lnTo>
                  <a:lnTo>
                    <a:pt x="6917362" y="243858"/>
                  </a:lnTo>
                  <a:lnTo>
                    <a:pt x="7002898" y="243107"/>
                  </a:lnTo>
                  <a:lnTo>
                    <a:pt x="7099184" y="242152"/>
                  </a:lnTo>
                  <a:lnTo>
                    <a:pt x="7201804" y="240993"/>
                  </a:lnTo>
                  <a:lnTo>
                    <a:pt x="7306478" y="239634"/>
                  </a:lnTo>
                  <a:lnTo>
                    <a:pt x="7409593" y="238079"/>
                  </a:lnTo>
                  <a:lnTo>
                    <a:pt x="7508463" y="236329"/>
                  </a:lnTo>
                  <a:lnTo>
                    <a:pt x="7601364" y="234379"/>
                  </a:lnTo>
                  <a:lnTo>
                    <a:pt x="7687419" y="232218"/>
                  </a:lnTo>
                  <a:lnTo>
                    <a:pt x="7766414" y="229826"/>
                  </a:lnTo>
                  <a:lnTo>
                    <a:pt x="7838606" y="227177"/>
                  </a:lnTo>
                  <a:lnTo>
                    <a:pt x="7904565" y="224235"/>
                  </a:lnTo>
                  <a:lnTo>
                    <a:pt x="7965037" y="220962"/>
                  </a:lnTo>
                  <a:lnTo>
                    <a:pt x="8020858" y="217316"/>
                  </a:lnTo>
                  <a:lnTo>
                    <a:pt x="8072879" y="213255"/>
                  </a:lnTo>
                  <a:lnTo>
                    <a:pt x="8121915" y="208749"/>
                  </a:lnTo>
                  <a:lnTo>
                    <a:pt x="8151487" y="205687"/>
                  </a:lnTo>
                  <a:lnTo>
                    <a:pt x="8207335" y="199177"/>
                  </a:lnTo>
                  <a:lnTo>
                    <a:pt x="8261354" y="191957"/>
                  </a:lnTo>
                  <a:lnTo>
                    <a:pt x="8314283" y="184020"/>
                  </a:lnTo>
                  <a:lnTo>
                    <a:pt x="8366649" y="175385"/>
                  </a:lnTo>
                  <a:lnTo>
                    <a:pt x="8418805" y="166104"/>
                  </a:lnTo>
                  <a:lnTo>
                    <a:pt x="8470964" y="156261"/>
                  </a:lnTo>
                  <a:lnTo>
                    <a:pt x="8523224" y="145973"/>
                  </a:lnTo>
                  <a:lnTo>
                    <a:pt x="8575594" y="135382"/>
                  </a:lnTo>
                  <a:lnTo>
                    <a:pt x="8628025" y="124653"/>
                  </a:lnTo>
                  <a:lnTo>
                    <a:pt x="8680441" y="113956"/>
                  </a:lnTo>
                  <a:lnTo>
                    <a:pt x="8732773" y="103462"/>
                  </a:lnTo>
                  <a:lnTo>
                    <a:pt x="8784989" y="93326"/>
                  </a:lnTo>
                  <a:lnTo>
                    <a:pt x="8837130" y="83683"/>
                  </a:lnTo>
                  <a:lnTo>
                    <a:pt x="8889333" y="74637"/>
                  </a:lnTo>
                  <a:lnTo>
                    <a:pt x="8941862" y="66262"/>
                  </a:lnTo>
                  <a:lnTo>
                    <a:pt x="8995130" y="58595"/>
                  </a:lnTo>
                  <a:lnTo>
                    <a:pt x="9049739" y="51646"/>
                  </a:lnTo>
                  <a:lnTo>
                    <a:pt x="9084767" y="47675"/>
                  </a:lnTo>
                  <a:lnTo>
                    <a:pt x="9132306" y="42881"/>
                  </a:lnTo>
                  <a:lnTo>
                    <a:pt x="9182364" y="38543"/>
                  </a:lnTo>
                  <a:lnTo>
                    <a:pt x="9235702" y="34641"/>
                  </a:lnTo>
                  <a:lnTo>
                    <a:pt x="9293156" y="31139"/>
                  </a:lnTo>
                  <a:lnTo>
                    <a:pt x="9355578" y="27995"/>
                  </a:lnTo>
                  <a:lnTo>
                    <a:pt x="9423778" y="25166"/>
                  </a:lnTo>
                  <a:lnTo>
                    <a:pt x="9498452" y="22616"/>
                  </a:lnTo>
                  <a:lnTo>
                    <a:pt x="9580068" y="20313"/>
                  </a:lnTo>
                  <a:lnTo>
                    <a:pt x="9668730" y="18232"/>
                  </a:lnTo>
                  <a:lnTo>
                    <a:pt x="9763999" y="16358"/>
                  </a:lnTo>
                  <a:lnTo>
                    <a:pt x="9864702" y="14681"/>
                  </a:lnTo>
                  <a:lnTo>
                    <a:pt x="9968764" y="13199"/>
                  </a:lnTo>
                  <a:lnTo>
                    <a:pt x="10073139" y="11914"/>
                  </a:lnTo>
                  <a:lnTo>
                    <a:pt x="10173921" y="10830"/>
                  </a:lnTo>
                  <a:lnTo>
                    <a:pt x="10266704" y="9952"/>
                  </a:lnTo>
                  <a:lnTo>
                    <a:pt x="10347201" y="9275"/>
                  </a:lnTo>
                  <a:lnTo>
                    <a:pt x="10412014" y="8787"/>
                  </a:lnTo>
                  <a:lnTo>
                    <a:pt x="10459346" y="8467"/>
                  </a:lnTo>
                  <a:lnTo>
                    <a:pt x="10489460" y="8283"/>
                  </a:lnTo>
                  <a:lnTo>
                    <a:pt x="10504763" y="8198"/>
                  </a:lnTo>
                  <a:lnTo>
                    <a:pt x="10509599" y="8174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8674" y="5"/>
                  </a:lnTo>
                  <a:lnTo>
                    <a:pt x="10500556" y="48"/>
                  </a:lnTo>
                  <a:lnTo>
                    <a:pt x="10480146" y="165"/>
                  </a:lnTo>
                  <a:lnTo>
                    <a:pt x="10443786" y="396"/>
                  </a:lnTo>
                  <a:lnTo>
                    <a:pt x="10389856" y="775"/>
                  </a:lnTo>
                  <a:lnTo>
                    <a:pt x="10318891" y="1331"/>
                  </a:lnTo>
                  <a:lnTo>
                    <a:pt x="10233355" y="2082"/>
                  </a:lnTo>
                  <a:lnTo>
                    <a:pt x="10137069" y="3037"/>
                  </a:lnTo>
                  <a:lnTo>
                    <a:pt x="10034449" y="4196"/>
                  </a:lnTo>
                  <a:lnTo>
                    <a:pt x="9929775" y="5555"/>
                  </a:lnTo>
                  <a:lnTo>
                    <a:pt x="9826660" y="7110"/>
                  </a:lnTo>
                  <a:lnTo>
                    <a:pt x="9727790" y="8860"/>
                  </a:lnTo>
                  <a:lnTo>
                    <a:pt x="9634889" y="10810"/>
                  </a:lnTo>
                  <a:lnTo>
                    <a:pt x="9548834" y="12971"/>
                  </a:lnTo>
                  <a:lnTo>
                    <a:pt x="9469839" y="15363"/>
                  </a:lnTo>
                  <a:lnTo>
                    <a:pt x="9397647" y="18012"/>
                  </a:lnTo>
                  <a:lnTo>
                    <a:pt x="9331689" y="20954"/>
                  </a:lnTo>
                  <a:lnTo>
                    <a:pt x="9271216" y="24227"/>
                  </a:lnTo>
                  <a:lnTo>
                    <a:pt x="9215396" y="27873"/>
                  </a:lnTo>
                  <a:lnTo>
                    <a:pt x="9163374" y="31934"/>
                  </a:lnTo>
                  <a:lnTo>
                    <a:pt x="9114338" y="36440"/>
                  </a:lnTo>
                  <a:lnTo>
                    <a:pt x="9084767" y="39502"/>
                  </a:lnTo>
                  <a:lnTo>
                    <a:pt x="9028918" y="46012"/>
                  </a:lnTo>
                  <a:lnTo>
                    <a:pt x="8974900" y="53232"/>
                  </a:lnTo>
                  <a:lnTo>
                    <a:pt x="8921970" y="61169"/>
                  </a:lnTo>
                  <a:lnTo>
                    <a:pt x="8869605" y="69804"/>
                  </a:lnTo>
                  <a:lnTo>
                    <a:pt x="8817448" y="79085"/>
                  </a:lnTo>
                  <a:lnTo>
                    <a:pt x="8765289" y="88928"/>
                  </a:lnTo>
                  <a:lnTo>
                    <a:pt x="8713030" y="99216"/>
                  </a:lnTo>
                  <a:lnTo>
                    <a:pt x="8660660" y="109807"/>
                  </a:lnTo>
                  <a:lnTo>
                    <a:pt x="8608228" y="120536"/>
                  </a:lnTo>
                  <a:lnTo>
                    <a:pt x="8555812" y="131233"/>
                  </a:lnTo>
                  <a:lnTo>
                    <a:pt x="8503480" y="141727"/>
                  </a:lnTo>
                  <a:lnTo>
                    <a:pt x="8451264" y="151863"/>
                  </a:lnTo>
                  <a:lnTo>
                    <a:pt x="8399123" y="161506"/>
                  </a:lnTo>
                  <a:lnTo>
                    <a:pt x="8346920" y="170552"/>
                  </a:lnTo>
                  <a:lnTo>
                    <a:pt x="8294392" y="178927"/>
                  </a:lnTo>
                  <a:lnTo>
                    <a:pt x="8241123" y="186594"/>
                  </a:lnTo>
                  <a:lnTo>
                    <a:pt x="8186514" y="193543"/>
                  </a:lnTo>
                  <a:lnTo>
                    <a:pt x="8151487" y="197514"/>
                  </a:lnTo>
                  <a:lnTo>
                    <a:pt x="8103947" y="202308"/>
                  </a:lnTo>
                  <a:lnTo>
                    <a:pt x="8053889" y="206646"/>
                  </a:lnTo>
                  <a:lnTo>
                    <a:pt x="8000551" y="210548"/>
                  </a:lnTo>
                  <a:lnTo>
                    <a:pt x="7943097" y="214050"/>
                  </a:lnTo>
                  <a:lnTo>
                    <a:pt x="7880676" y="217194"/>
                  </a:lnTo>
                  <a:lnTo>
                    <a:pt x="7812475" y="220023"/>
                  </a:lnTo>
                  <a:lnTo>
                    <a:pt x="7737801" y="222573"/>
                  </a:lnTo>
                  <a:lnTo>
                    <a:pt x="7656185" y="224876"/>
                  </a:lnTo>
                  <a:lnTo>
                    <a:pt x="7567523" y="226957"/>
                  </a:lnTo>
                  <a:lnTo>
                    <a:pt x="7472254" y="228831"/>
                  </a:lnTo>
                  <a:lnTo>
                    <a:pt x="7371552" y="230508"/>
                  </a:lnTo>
                  <a:lnTo>
                    <a:pt x="7267489" y="231990"/>
                  </a:lnTo>
                  <a:lnTo>
                    <a:pt x="7163114" y="233275"/>
                  </a:lnTo>
                  <a:lnTo>
                    <a:pt x="7062332" y="234359"/>
                  </a:lnTo>
                  <a:lnTo>
                    <a:pt x="6969549" y="235237"/>
                  </a:lnTo>
                  <a:lnTo>
                    <a:pt x="6889052" y="235914"/>
                  </a:lnTo>
                  <a:lnTo>
                    <a:pt x="6824239" y="236402"/>
                  </a:lnTo>
                  <a:lnTo>
                    <a:pt x="6776907" y="236722"/>
                  </a:lnTo>
                  <a:lnTo>
                    <a:pt x="6746793" y="236906"/>
                  </a:lnTo>
                  <a:lnTo>
                    <a:pt x="6731490" y="236991"/>
                  </a:lnTo>
                  <a:lnTo>
                    <a:pt x="6726655" y="237015"/>
                  </a:lnTo>
                  <a:lnTo>
                    <a:pt x="6726343" y="237016"/>
                  </a:lnTo>
                  <a:lnTo>
                    <a:pt x="5254955" y="237016"/>
                  </a:lnTo>
                  <a:lnTo>
                    <a:pt x="5254164" y="237118"/>
                  </a:lnTo>
                  <a:lnTo>
                    <a:pt x="5248926" y="237841"/>
                  </a:lnTo>
                  <a:lnTo>
                    <a:pt x="5235590" y="239838"/>
                  </a:lnTo>
                  <a:lnTo>
                    <a:pt x="5211416" y="243776"/>
                  </a:lnTo>
                  <a:lnTo>
                    <a:pt x="5174717" y="250299"/>
                  </a:lnTo>
                  <a:lnTo>
                    <a:pt x="5124965" y="259977"/>
                  </a:lnTo>
                  <a:lnTo>
                    <a:pt x="5062804" y="273258"/>
                  </a:lnTo>
                  <a:lnTo>
                    <a:pt x="4989899" y="290445"/>
                  </a:lnTo>
                  <a:lnTo>
                    <a:pt x="4908654" y="311689"/>
                  </a:lnTo>
                  <a:lnTo>
                    <a:pt x="4821851" y="337018"/>
                  </a:lnTo>
                  <a:lnTo>
                    <a:pt x="4732292" y="366379"/>
                  </a:lnTo>
                  <a:lnTo>
                    <a:pt x="4642510" y="399691"/>
                  </a:lnTo>
                  <a:lnTo>
                    <a:pt x="4554588" y="436895"/>
                  </a:lnTo>
                  <a:lnTo>
                    <a:pt x="4470080" y="477993"/>
                  </a:lnTo>
                  <a:lnTo>
                    <a:pt x="4390018" y="523077"/>
                  </a:lnTo>
                  <a:lnTo>
                    <a:pt x="4314975" y="572342"/>
                  </a:lnTo>
                  <a:lnTo>
                    <a:pt x="4245152" y="626101"/>
                  </a:lnTo>
                  <a:lnTo>
                    <a:pt x="4180464" y="684774"/>
                  </a:lnTo>
                  <a:lnTo>
                    <a:pt x="4120628" y="748891"/>
                  </a:lnTo>
                  <a:lnTo>
                    <a:pt x="4065228" y="819074"/>
                  </a:lnTo>
                  <a:lnTo>
                    <a:pt x="4013769" y="896018"/>
                  </a:lnTo>
                  <a:lnTo>
                    <a:pt x="3965716" y="980450"/>
                  </a:lnTo>
                  <a:lnTo>
                    <a:pt x="3920529" y="1073078"/>
                  </a:lnTo>
                  <a:lnTo>
                    <a:pt x="3877683" y="1174495"/>
                  </a:lnTo>
                  <a:lnTo>
                    <a:pt x="3836698" y="1285040"/>
                  </a:lnTo>
                  <a:lnTo>
                    <a:pt x="3829811" y="1304955"/>
                  </a:lnTo>
                  <a:lnTo>
                    <a:pt x="3803541" y="1384498"/>
                  </a:lnTo>
                  <a:lnTo>
                    <a:pt x="3777772" y="1468114"/>
                  </a:lnTo>
                  <a:lnTo>
                    <a:pt x="3752409" y="1555881"/>
                  </a:lnTo>
                  <a:lnTo>
                    <a:pt x="3727368" y="1647847"/>
                  </a:lnTo>
                  <a:lnTo>
                    <a:pt x="3702579" y="1744027"/>
                  </a:lnTo>
                  <a:lnTo>
                    <a:pt x="3677982" y="1844401"/>
                  </a:lnTo>
                  <a:lnTo>
                    <a:pt x="3653524" y="1948909"/>
                  </a:lnTo>
                  <a:lnTo>
                    <a:pt x="3629163" y="2057456"/>
                  </a:lnTo>
                  <a:lnTo>
                    <a:pt x="3604864" y="2169901"/>
                  </a:lnTo>
                  <a:lnTo>
                    <a:pt x="3580597" y="2286063"/>
                  </a:lnTo>
                  <a:lnTo>
                    <a:pt x="3556340" y="2405719"/>
                  </a:lnTo>
                  <a:lnTo>
                    <a:pt x="3532078" y="2528603"/>
                  </a:lnTo>
                  <a:lnTo>
                    <a:pt x="3507799" y="2654409"/>
                  </a:lnTo>
                  <a:lnTo>
                    <a:pt x="3483496" y="2782795"/>
                  </a:lnTo>
                  <a:lnTo>
                    <a:pt x="3459167" y="2913383"/>
                  </a:lnTo>
                  <a:lnTo>
                    <a:pt x="3434813" y="3045763"/>
                  </a:lnTo>
                  <a:lnTo>
                    <a:pt x="3410439" y="3179505"/>
                  </a:lnTo>
                  <a:lnTo>
                    <a:pt x="3386049" y="3314154"/>
                  </a:lnTo>
                  <a:lnTo>
                    <a:pt x="3361652" y="3449246"/>
                  </a:lnTo>
                  <a:lnTo>
                    <a:pt x="3337255" y="3584309"/>
                  </a:lnTo>
                  <a:lnTo>
                    <a:pt x="3312867" y="3718870"/>
                  </a:lnTo>
                  <a:lnTo>
                    <a:pt x="3288495" y="3852467"/>
                  </a:lnTo>
                  <a:lnTo>
                    <a:pt x="3264144" y="3984648"/>
                  </a:lnTo>
                  <a:lnTo>
                    <a:pt x="3239819" y="4114982"/>
                  </a:lnTo>
                  <a:lnTo>
                    <a:pt x="3215519" y="4243067"/>
                  </a:lnTo>
                  <a:lnTo>
                    <a:pt x="3191242" y="4368527"/>
                  </a:lnTo>
                  <a:lnTo>
                    <a:pt x="3166981" y="4491025"/>
                  </a:lnTo>
                  <a:lnTo>
                    <a:pt x="3142725" y="4610260"/>
                  </a:lnTo>
                  <a:lnTo>
                    <a:pt x="3118455" y="4725970"/>
                  </a:lnTo>
                  <a:lnTo>
                    <a:pt x="3094149" y="4837939"/>
                  </a:lnTo>
                  <a:lnTo>
                    <a:pt x="3069779" y="4945990"/>
                  </a:lnTo>
                  <a:lnTo>
                    <a:pt x="3045306" y="5049988"/>
                  </a:lnTo>
                  <a:lnTo>
                    <a:pt x="3020688" y="5149842"/>
                  </a:lnTo>
                  <a:lnTo>
                    <a:pt x="2995871" y="5245497"/>
                  </a:lnTo>
                  <a:lnTo>
                    <a:pt x="2970794" y="5336939"/>
                  </a:lnTo>
                  <a:lnTo>
                    <a:pt x="2945385" y="5424186"/>
                  </a:lnTo>
                  <a:lnTo>
                    <a:pt x="2919559" y="5507290"/>
                  </a:lnTo>
                  <a:lnTo>
                    <a:pt x="2896531" y="5576709"/>
                  </a:lnTo>
                  <a:lnTo>
                    <a:pt x="2855821" y="5688826"/>
                  </a:lnTo>
                  <a:lnTo>
                    <a:pt x="2813328" y="5791797"/>
                  </a:lnTo>
                  <a:lnTo>
                    <a:pt x="2768579" y="5885898"/>
                  </a:lnTo>
                  <a:lnTo>
                    <a:pt x="2721058" y="5971691"/>
                  </a:lnTo>
                  <a:lnTo>
                    <a:pt x="2670223" y="6049869"/>
                  </a:lnTo>
                  <a:lnTo>
                    <a:pt x="2615537" y="6121163"/>
                  </a:lnTo>
                  <a:lnTo>
                    <a:pt x="2556495" y="6186276"/>
                  </a:lnTo>
                  <a:lnTo>
                    <a:pt x="2492666" y="6245844"/>
                  </a:lnTo>
                  <a:lnTo>
                    <a:pt x="2423737" y="6300414"/>
                  </a:lnTo>
                  <a:lnTo>
                    <a:pt x="2349586" y="6350426"/>
                  </a:lnTo>
                  <a:lnTo>
                    <a:pt x="2270357" y="6396211"/>
                  </a:lnTo>
                  <a:lnTo>
                    <a:pt x="2186553" y="6437984"/>
                  </a:lnTo>
                  <a:lnTo>
                    <a:pt x="2099123" y="6475855"/>
                  </a:lnTo>
                  <a:lnTo>
                    <a:pt x="2009527" y="6509839"/>
                  </a:lnTo>
                  <a:lnTo>
                    <a:pt x="1919760" y="6539885"/>
                  </a:lnTo>
                  <a:lnTo>
                    <a:pt x="1832288" y="6565912"/>
                  </a:lnTo>
                  <a:lnTo>
                    <a:pt x="1749885" y="6587859"/>
                  </a:lnTo>
                  <a:lnTo>
                    <a:pt x="1675361" y="6605736"/>
                  </a:lnTo>
                  <a:lnTo>
                    <a:pt x="1611210" y="6619671"/>
                  </a:lnTo>
                  <a:lnTo>
                    <a:pt x="1559249" y="6629940"/>
                  </a:lnTo>
                  <a:lnTo>
                    <a:pt x="1520311" y="6636968"/>
                  </a:lnTo>
                  <a:lnTo>
                    <a:pt x="1494074" y="6641305"/>
                  </a:lnTo>
                  <a:lnTo>
                    <a:pt x="1479043" y="6643588"/>
                  </a:lnTo>
                  <a:lnTo>
                    <a:pt x="1472649" y="6644483"/>
                  </a:lnTo>
                  <a:lnTo>
                    <a:pt x="1471387" y="6644647"/>
                  </a:lnTo>
                  <a:lnTo>
                    <a:pt x="0" y="6644647"/>
                  </a:lnTo>
                  <a:close/>
                </a:path>
              </a:pathLst>
            </a:custGeom>
            <a:solidFill>
              <a:srgbClr val="DFC48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2013" name="pl2013"/>
            <p:cNvSpPr/>
            <p:nvPr/>
          </p:nvSpPr>
          <p:spPr>
            <a:xfrm>
              <a:off x="4799595" y="4080740"/>
              <a:ext cx="11981298" cy="6644647"/>
            </a:xfrm>
            <a:custGeom>
              <a:avLst/>
              <a:pathLst>
                <a:path w="11981298" h="6644647">
                  <a:moveTo>
                    <a:pt x="0" y="6644647"/>
                  </a:moveTo>
                  <a:lnTo>
                    <a:pt x="1471387" y="6644647"/>
                  </a:lnTo>
                  <a:lnTo>
                    <a:pt x="1472178" y="6644545"/>
                  </a:lnTo>
                  <a:lnTo>
                    <a:pt x="1477416" y="6643822"/>
                  </a:lnTo>
                  <a:lnTo>
                    <a:pt x="1490753" y="6641826"/>
                  </a:lnTo>
                  <a:lnTo>
                    <a:pt x="1514926" y="6637887"/>
                  </a:lnTo>
                  <a:lnTo>
                    <a:pt x="1551625" y="6631364"/>
                  </a:lnTo>
                  <a:lnTo>
                    <a:pt x="1601377" y="6621687"/>
                  </a:lnTo>
                  <a:lnTo>
                    <a:pt x="1663538" y="6608405"/>
                  </a:lnTo>
                  <a:lnTo>
                    <a:pt x="1736443" y="6591219"/>
                  </a:lnTo>
                  <a:lnTo>
                    <a:pt x="1817688" y="6569975"/>
                  </a:lnTo>
                  <a:lnTo>
                    <a:pt x="1904491" y="6544646"/>
                  </a:lnTo>
                  <a:lnTo>
                    <a:pt x="1994050" y="6515285"/>
                  </a:lnTo>
                  <a:lnTo>
                    <a:pt x="2083832" y="6481972"/>
                  </a:lnTo>
                  <a:lnTo>
                    <a:pt x="2171754" y="6444768"/>
                  </a:lnTo>
                  <a:lnTo>
                    <a:pt x="2256262" y="6403670"/>
                  </a:lnTo>
                  <a:lnTo>
                    <a:pt x="2336324" y="6358587"/>
                  </a:lnTo>
                  <a:lnTo>
                    <a:pt x="2411367" y="6309321"/>
                  </a:lnTo>
                  <a:lnTo>
                    <a:pt x="2481190" y="6255563"/>
                  </a:lnTo>
                  <a:lnTo>
                    <a:pt x="2545878" y="6196890"/>
                  </a:lnTo>
                  <a:lnTo>
                    <a:pt x="2605714" y="6132773"/>
                  </a:lnTo>
                  <a:lnTo>
                    <a:pt x="2661114" y="6062589"/>
                  </a:lnTo>
                  <a:lnTo>
                    <a:pt x="2712573" y="5985646"/>
                  </a:lnTo>
                  <a:lnTo>
                    <a:pt x="2760626" y="5901214"/>
                  </a:lnTo>
                  <a:lnTo>
                    <a:pt x="2805813" y="5808585"/>
                  </a:lnTo>
                  <a:lnTo>
                    <a:pt x="2848659" y="5707168"/>
                  </a:lnTo>
                  <a:lnTo>
                    <a:pt x="2889644" y="5596624"/>
                  </a:lnTo>
                  <a:lnTo>
                    <a:pt x="2896531" y="5576709"/>
                  </a:lnTo>
                  <a:lnTo>
                    <a:pt x="2922801" y="5497166"/>
                  </a:lnTo>
                  <a:lnTo>
                    <a:pt x="2948570" y="5413550"/>
                  </a:lnTo>
                  <a:lnTo>
                    <a:pt x="2973933" y="5325782"/>
                  </a:lnTo>
                  <a:lnTo>
                    <a:pt x="2998974" y="5233816"/>
                  </a:lnTo>
                  <a:lnTo>
                    <a:pt x="3023763" y="5137636"/>
                  </a:lnTo>
                  <a:lnTo>
                    <a:pt x="3048360" y="5037263"/>
                  </a:lnTo>
                  <a:lnTo>
                    <a:pt x="3072818" y="4932754"/>
                  </a:lnTo>
                  <a:lnTo>
                    <a:pt x="3097179" y="4824208"/>
                  </a:lnTo>
                  <a:lnTo>
                    <a:pt x="3121478" y="4711763"/>
                  </a:lnTo>
                  <a:lnTo>
                    <a:pt x="3145745" y="4595600"/>
                  </a:lnTo>
                  <a:lnTo>
                    <a:pt x="3170002" y="4475945"/>
                  </a:lnTo>
                  <a:lnTo>
                    <a:pt x="3194264" y="4353061"/>
                  </a:lnTo>
                  <a:lnTo>
                    <a:pt x="3218543" y="4227254"/>
                  </a:lnTo>
                  <a:lnTo>
                    <a:pt x="3242846" y="4098868"/>
                  </a:lnTo>
                  <a:lnTo>
                    <a:pt x="3267175" y="3968281"/>
                  </a:lnTo>
                  <a:lnTo>
                    <a:pt x="3291529" y="3835900"/>
                  </a:lnTo>
                  <a:lnTo>
                    <a:pt x="3315903" y="3702159"/>
                  </a:lnTo>
                  <a:lnTo>
                    <a:pt x="3340293" y="3567509"/>
                  </a:lnTo>
                  <a:lnTo>
                    <a:pt x="3364690" y="3432417"/>
                  </a:lnTo>
                  <a:lnTo>
                    <a:pt x="3389087" y="3297355"/>
                  </a:lnTo>
                  <a:lnTo>
                    <a:pt x="3413475" y="3162793"/>
                  </a:lnTo>
                  <a:lnTo>
                    <a:pt x="3437847" y="3029197"/>
                  </a:lnTo>
                  <a:lnTo>
                    <a:pt x="3462198" y="2897016"/>
                  </a:lnTo>
                  <a:lnTo>
                    <a:pt x="3486523" y="2766681"/>
                  </a:lnTo>
                  <a:lnTo>
                    <a:pt x="3510823" y="2638597"/>
                  </a:lnTo>
                  <a:lnTo>
                    <a:pt x="3535100" y="2513136"/>
                  </a:lnTo>
                  <a:lnTo>
                    <a:pt x="3559361" y="2390638"/>
                  </a:lnTo>
                  <a:lnTo>
                    <a:pt x="3583617" y="2271404"/>
                  </a:lnTo>
                  <a:lnTo>
                    <a:pt x="3607887" y="2155693"/>
                  </a:lnTo>
                  <a:lnTo>
                    <a:pt x="3632193" y="2043725"/>
                  </a:lnTo>
                  <a:lnTo>
                    <a:pt x="3656563" y="1935674"/>
                  </a:lnTo>
                  <a:lnTo>
                    <a:pt x="3681036" y="1831676"/>
                  </a:lnTo>
                  <a:lnTo>
                    <a:pt x="3705654" y="1731822"/>
                  </a:lnTo>
                  <a:lnTo>
                    <a:pt x="3730471" y="1636166"/>
                  </a:lnTo>
                  <a:lnTo>
                    <a:pt x="3755548" y="1544725"/>
                  </a:lnTo>
                  <a:lnTo>
                    <a:pt x="3780957" y="1457478"/>
                  </a:lnTo>
                  <a:lnTo>
                    <a:pt x="3806783" y="1374373"/>
                  </a:lnTo>
                  <a:lnTo>
                    <a:pt x="3829811" y="1304955"/>
                  </a:lnTo>
                  <a:lnTo>
                    <a:pt x="3870521" y="1192838"/>
                  </a:lnTo>
                  <a:lnTo>
                    <a:pt x="3913014" y="1089867"/>
                  </a:lnTo>
                  <a:lnTo>
                    <a:pt x="3957763" y="995765"/>
                  </a:lnTo>
                  <a:lnTo>
                    <a:pt x="4005284" y="909973"/>
                  </a:lnTo>
                  <a:lnTo>
                    <a:pt x="4056119" y="831795"/>
                  </a:lnTo>
                  <a:lnTo>
                    <a:pt x="4110806" y="760501"/>
                  </a:lnTo>
                  <a:lnTo>
                    <a:pt x="4169847" y="695388"/>
                  </a:lnTo>
                  <a:lnTo>
                    <a:pt x="4233676" y="635820"/>
                  </a:lnTo>
                  <a:lnTo>
                    <a:pt x="4302605" y="581250"/>
                  </a:lnTo>
                  <a:lnTo>
                    <a:pt x="4376756" y="531237"/>
                  </a:lnTo>
                  <a:lnTo>
                    <a:pt x="4455985" y="485453"/>
                  </a:lnTo>
                  <a:lnTo>
                    <a:pt x="4539789" y="443679"/>
                  </a:lnTo>
                  <a:lnTo>
                    <a:pt x="4627220" y="405808"/>
                  </a:lnTo>
                  <a:lnTo>
                    <a:pt x="4716816" y="371824"/>
                  </a:lnTo>
                  <a:lnTo>
                    <a:pt x="4806582" y="341779"/>
                  </a:lnTo>
                  <a:lnTo>
                    <a:pt x="4894054" y="315752"/>
                  </a:lnTo>
                  <a:lnTo>
                    <a:pt x="4976457" y="293805"/>
                  </a:lnTo>
                  <a:lnTo>
                    <a:pt x="5050981" y="275928"/>
                  </a:lnTo>
                  <a:lnTo>
                    <a:pt x="5115132" y="261992"/>
                  </a:lnTo>
                  <a:lnTo>
                    <a:pt x="5167093" y="251723"/>
                  </a:lnTo>
                  <a:lnTo>
                    <a:pt x="5206031" y="244696"/>
                  </a:lnTo>
                  <a:lnTo>
                    <a:pt x="5232268" y="240358"/>
                  </a:lnTo>
                  <a:lnTo>
                    <a:pt x="5247299" y="238075"/>
                  </a:lnTo>
                  <a:lnTo>
                    <a:pt x="5253693" y="237180"/>
                  </a:lnTo>
                  <a:lnTo>
                    <a:pt x="5254951" y="237017"/>
                  </a:lnTo>
                  <a:lnTo>
                    <a:pt x="5254955" y="237016"/>
                  </a:lnTo>
                  <a:lnTo>
                    <a:pt x="6726343" y="237016"/>
                  </a:lnTo>
                  <a:lnTo>
                    <a:pt x="6727580" y="237011"/>
                  </a:lnTo>
                  <a:lnTo>
                    <a:pt x="6735697" y="236968"/>
                  </a:lnTo>
                  <a:lnTo>
                    <a:pt x="6756107" y="236851"/>
                  </a:lnTo>
                  <a:lnTo>
                    <a:pt x="6792467" y="236620"/>
                  </a:lnTo>
                  <a:lnTo>
                    <a:pt x="6846397" y="236241"/>
                  </a:lnTo>
                  <a:lnTo>
                    <a:pt x="6917362" y="235685"/>
                  </a:lnTo>
                  <a:lnTo>
                    <a:pt x="7002898" y="234934"/>
                  </a:lnTo>
                  <a:lnTo>
                    <a:pt x="7099184" y="233979"/>
                  </a:lnTo>
                  <a:lnTo>
                    <a:pt x="7201804" y="232820"/>
                  </a:lnTo>
                  <a:lnTo>
                    <a:pt x="7306478" y="231461"/>
                  </a:lnTo>
                  <a:lnTo>
                    <a:pt x="7409593" y="229906"/>
                  </a:lnTo>
                  <a:lnTo>
                    <a:pt x="7508463" y="228156"/>
                  </a:lnTo>
                  <a:lnTo>
                    <a:pt x="7601364" y="226206"/>
                  </a:lnTo>
                  <a:lnTo>
                    <a:pt x="7687419" y="224045"/>
                  </a:lnTo>
                  <a:lnTo>
                    <a:pt x="7766414" y="221653"/>
                  </a:lnTo>
                  <a:lnTo>
                    <a:pt x="7838606" y="219004"/>
                  </a:lnTo>
                  <a:lnTo>
                    <a:pt x="7904565" y="216062"/>
                  </a:lnTo>
                  <a:lnTo>
                    <a:pt x="7965037" y="212789"/>
                  </a:lnTo>
                  <a:lnTo>
                    <a:pt x="8020858" y="209143"/>
                  </a:lnTo>
                  <a:lnTo>
                    <a:pt x="8072879" y="205082"/>
                  </a:lnTo>
                  <a:lnTo>
                    <a:pt x="8121915" y="200576"/>
                  </a:lnTo>
                  <a:lnTo>
                    <a:pt x="8151487" y="197514"/>
                  </a:lnTo>
                  <a:lnTo>
                    <a:pt x="8207335" y="191004"/>
                  </a:lnTo>
                  <a:lnTo>
                    <a:pt x="8261354" y="183784"/>
                  </a:lnTo>
                  <a:lnTo>
                    <a:pt x="8314283" y="175847"/>
                  </a:lnTo>
                  <a:lnTo>
                    <a:pt x="8366649" y="167212"/>
                  </a:lnTo>
                  <a:lnTo>
                    <a:pt x="8418805" y="157931"/>
                  </a:lnTo>
                  <a:lnTo>
                    <a:pt x="8470964" y="148088"/>
                  </a:lnTo>
                  <a:lnTo>
                    <a:pt x="8523224" y="137800"/>
                  </a:lnTo>
                  <a:lnTo>
                    <a:pt x="8575594" y="127209"/>
                  </a:lnTo>
                  <a:lnTo>
                    <a:pt x="8628025" y="116480"/>
                  </a:lnTo>
                  <a:lnTo>
                    <a:pt x="8680441" y="105783"/>
                  </a:lnTo>
                  <a:lnTo>
                    <a:pt x="8732773" y="95289"/>
                  </a:lnTo>
                  <a:lnTo>
                    <a:pt x="8784989" y="85153"/>
                  </a:lnTo>
                  <a:lnTo>
                    <a:pt x="8837130" y="75510"/>
                  </a:lnTo>
                  <a:lnTo>
                    <a:pt x="8889333" y="66464"/>
                  </a:lnTo>
                  <a:lnTo>
                    <a:pt x="8941862" y="58089"/>
                  </a:lnTo>
                  <a:lnTo>
                    <a:pt x="8995130" y="50422"/>
                  </a:lnTo>
                  <a:lnTo>
                    <a:pt x="9049739" y="43473"/>
                  </a:lnTo>
                  <a:lnTo>
                    <a:pt x="9084767" y="39502"/>
                  </a:lnTo>
                  <a:lnTo>
                    <a:pt x="9132306" y="34708"/>
                  </a:lnTo>
                  <a:lnTo>
                    <a:pt x="9182364" y="30370"/>
                  </a:lnTo>
                  <a:lnTo>
                    <a:pt x="9235702" y="26468"/>
                  </a:lnTo>
                  <a:lnTo>
                    <a:pt x="9293156" y="22966"/>
                  </a:lnTo>
                  <a:lnTo>
                    <a:pt x="9355578" y="19822"/>
                  </a:lnTo>
                  <a:lnTo>
                    <a:pt x="9423778" y="16993"/>
                  </a:lnTo>
                  <a:lnTo>
                    <a:pt x="9498452" y="14443"/>
                  </a:lnTo>
                  <a:lnTo>
                    <a:pt x="9580068" y="12140"/>
                  </a:lnTo>
                  <a:lnTo>
                    <a:pt x="9668730" y="10059"/>
                  </a:lnTo>
                  <a:lnTo>
                    <a:pt x="9763999" y="8185"/>
                  </a:lnTo>
                  <a:lnTo>
                    <a:pt x="9864702" y="6508"/>
                  </a:lnTo>
                  <a:lnTo>
                    <a:pt x="9968764" y="5026"/>
                  </a:lnTo>
                  <a:lnTo>
                    <a:pt x="10073139" y="3741"/>
                  </a:lnTo>
                  <a:lnTo>
                    <a:pt x="10173921" y="2657"/>
                  </a:lnTo>
                  <a:lnTo>
                    <a:pt x="10266704" y="1779"/>
                  </a:lnTo>
                  <a:lnTo>
                    <a:pt x="10347201" y="1102"/>
                  </a:lnTo>
                  <a:lnTo>
                    <a:pt x="10412014" y="614"/>
                  </a:lnTo>
                  <a:lnTo>
                    <a:pt x="10459346" y="294"/>
                  </a:lnTo>
                  <a:lnTo>
                    <a:pt x="10489460" y="110"/>
                  </a:lnTo>
                  <a:lnTo>
                    <a:pt x="10504763" y="25"/>
                  </a:lnTo>
                  <a:lnTo>
                    <a:pt x="10509599" y="1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14" name="pl2014"/>
            <p:cNvSpPr/>
            <p:nvPr/>
          </p:nvSpPr>
          <p:spPr>
            <a:xfrm>
              <a:off x="4799595" y="4072567"/>
              <a:ext cx="11981298" cy="6644647"/>
            </a:xfrm>
            <a:custGeom>
              <a:avLst/>
              <a:pathLst>
                <a:path w="11981298" h="6644647">
                  <a:moveTo>
                    <a:pt x="11981298" y="0"/>
                  </a:moveTo>
                  <a:lnTo>
                    <a:pt x="10509911" y="0"/>
                  </a:lnTo>
                  <a:lnTo>
                    <a:pt x="10508674" y="5"/>
                  </a:lnTo>
                  <a:lnTo>
                    <a:pt x="10500556" y="48"/>
                  </a:lnTo>
                  <a:lnTo>
                    <a:pt x="10480146" y="165"/>
                  </a:lnTo>
                  <a:lnTo>
                    <a:pt x="10443786" y="396"/>
                  </a:lnTo>
                  <a:lnTo>
                    <a:pt x="10389856" y="775"/>
                  </a:lnTo>
                  <a:lnTo>
                    <a:pt x="10318891" y="1331"/>
                  </a:lnTo>
                  <a:lnTo>
                    <a:pt x="10233355" y="2082"/>
                  </a:lnTo>
                  <a:lnTo>
                    <a:pt x="10137069" y="3037"/>
                  </a:lnTo>
                  <a:lnTo>
                    <a:pt x="10034449" y="4196"/>
                  </a:lnTo>
                  <a:lnTo>
                    <a:pt x="9929775" y="5555"/>
                  </a:lnTo>
                  <a:lnTo>
                    <a:pt x="9826660" y="7110"/>
                  </a:lnTo>
                  <a:lnTo>
                    <a:pt x="9727790" y="8860"/>
                  </a:lnTo>
                  <a:lnTo>
                    <a:pt x="9634889" y="10810"/>
                  </a:lnTo>
                  <a:lnTo>
                    <a:pt x="9548834" y="12971"/>
                  </a:lnTo>
                  <a:lnTo>
                    <a:pt x="9469839" y="15363"/>
                  </a:lnTo>
                  <a:lnTo>
                    <a:pt x="9397647" y="18012"/>
                  </a:lnTo>
                  <a:lnTo>
                    <a:pt x="9331689" y="20954"/>
                  </a:lnTo>
                  <a:lnTo>
                    <a:pt x="9271216" y="24227"/>
                  </a:lnTo>
                  <a:lnTo>
                    <a:pt x="9215396" y="27873"/>
                  </a:lnTo>
                  <a:lnTo>
                    <a:pt x="9163374" y="31934"/>
                  </a:lnTo>
                  <a:lnTo>
                    <a:pt x="9114338" y="36440"/>
                  </a:lnTo>
                  <a:lnTo>
                    <a:pt x="9084767" y="39502"/>
                  </a:lnTo>
                  <a:lnTo>
                    <a:pt x="9028918" y="46012"/>
                  </a:lnTo>
                  <a:lnTo>
                    <a:pt x="8974900" y="53232"/>
                  </a:lnTo>
                  <a:lnTo>
                    <a:pt x="8921970" y="61169"/>
                  </a:lnTo>
                  <a:lnTo>
                    <a:pt x="8869605" y="69804"/>
                  </a:lnTo>
                  <a:lnTo>
                    <a:pt x="8817448" y="79085"/>
                  </a:lnTo>
                  <a:lnTo>
                    <a:pt x="8765289" y="88928"/>
                  </a:lnTo>
                  <a:lnTo>
                    <a:pt x="8713030" y="99216"/>
                  </a:lnTo>
                  <a:lnTo>
                    <a:pt x="8660660" y="109807"/>
                  </a:lnTo>
                  <a:lnTo>
                    <a:pt x="8608228" y="120536"/>
                  </a:lnTo>
                  <a:lnTo>
                    <a:pt x="8555812" y="131233"/>
                  </a:lnTo>
                  <a:lnTo>
                    <a:pt x="8503480" y="141727"/>
                  </a:lnTo>
                  <a:lnTo>
                    <a:pt x="8451264" y="151863"/>
                  </a:lnTo>
                  <a:lnTo>
                    <a:pt x="8399123" y="161506"/>
                  </a:lnTo>
                  <a:lnTo>
                    <a:pt x="8346920" y="170552"/>
                  </a:lnTo>
                  <a:lnTo>
                    <a:pt x="8294392" y="178927"/>
                  </a:lnTo>
                  <a:lnTo>
                    <a:pt x="8241123" y="186594"/>
                  </a:lnTo>
                  <a:lnTo>
                    <a:pt x="8186514" y="193543"/>
                  </a:lnTo>
                  <a:lnTo>
                    <a:pt x="8151487" y="197514"/>
                  </a:lnTo>
                  <a:lnTo>
                    <a:pt x="8103947" y="202308"/>
                  </a:lnTo>
                  <a:lnTo>
                    <a:pt x="8053889" y="206646"/>
                  </a:lnTo>
                  <a:lnTo>
                    <a:pt x="8000551" y="210548"/>
                  </a:lnTo>
                  <a:lnTo>
                    <a:pt x="7943097" y="214050"/>
                  </a:lnTo>
                  <a:lnTo>
                    <a:pt x="7880676" y="217194"/>
                  </a:lnTo>
                  <a:lnTo>
                    <a:pt x="7812475" y="220023"/>
                  </a:lnTo>
                  <a:lnTo>
                    <a:pt x="7737801" y="222573"/>
                  </a:lnTo>
                  <a:lnTo>
                    <a:pt x="7656185" y="224876"/>
                  </a:lnTo>
                  <a:lnTo>
                    <a:pt x="7567523" y="226957"/>
                  </a:lnTo>
                  <a:lnTo>
                    <a:pt x="7472254" y="228831"/>
                  </a:lnTo>
                  <a:lnTo>
                    <a:pt x="7371552" y="230508"/>
                  </a:lnTo>
                  <a:lnTo>
                    <a:pt x="7267489" y="231990"/>
                  </a:lnTo>
                  <a:lnTo>
                    <a:pt x="7163114" y="233275"/>
                  </a:lnTo>
                  <a:lnTo>
                    <a:pt x="7062332" y="234359"/>
                  </a:lnTo>
                  <a:lnTo>
                    <a:pt x="6969549" y="235237"/>
                  </a:lnTo>
                  <a:lnTo>
                    <a:pt x="6889052" y="235914"/>
                  </a:lnTo>
                  <a:lnTo>
                    <a:pt x="6824239" y="236402"/>
                  </a:lnTo>
                  <a:lnTo>
                    <a:pt x="6776907" y="236722"/>
                  </a:lnTo>
                  <a:lnTo>
                    <a:pt x="6746793" y="236906"/>
                  </a:lnTo>
                  <a:lnTo>
                    <a:pt x="6731490" y="236991"/>
                  </a:lnTo>
                  <a:lnTo>
                    <a:pt x="6726655" y="237015"/>
                  </a:lnTo>
                  <a:lnTo>
                    <a:pt x="6726343" y="237016"/>
                  </a:lnTo>
                  <a:lnTo>
                    <a:pt x="5254955" y="237016"/>
                  </a:lnTo>
                  <a:lnTo>
                    <a:pt x="5254164" y="237118"/>
                  </a:lnTo>
                  <a:lnTo>
                    <a:pt x="5248926" y="237841"/>
                  </a:lnTo>
                  <a:lnTo>
                    <a:pt x="5235590" y="239838"/>
                  </a:lnTo>
                  <a:lnTo>
                    <a:pt x="5211416" y="243776"/>
                  </a:lnTo>
                  <a:lnTo>
                    <a:pt x="5174717" y="250299"/>
                  </a:lnTo>
                  <a:lnTo>
                    <a:pt x="5124965" y="259977"/>
                  </a:lnTo>
                  <a:lnTo>
                    <a:pt x="5062804" y="273258"/>
                  </a:lnTo>
                  <a:lnTo>
                    <a:pt x="4989899" y="290445"/>
                  </a:lnTo>
                  <a:lnTo>
                    <a:pt x="4908654" y="311689"/>
                  </a:lnTo>
                  <a:lnTo>
                    <a:pt x="4821851" y="337018"/>
                  </a:lnTo>
                  <a:lnTo>
                    <a:pt x="4732292" y="366379"/>
                  </a:lnTo>
                  <a:lnTo>
                    <a:pt x="4642510" y="399691"/>
                  </a:lnTo>
                  <a:lnTo>
                    <a:pt x="4554588" y="436895"/>
                  </a:lnTo>
                  <a:lnTo>
                    <a:pt x="4470080" y="477993"/>
                  </a:lnTo>
                  <a:lnTo>
                    <a:pt x="4390018" y="523077"/>
                  </a:lnTo>
                  <a:lnTo>
                    <a:pt x="4314975" y="572342"/>
                  </a:lnTo>
                  <a:lnTo>
                    <a:pt x="4245152" y="626101"/>
                  </a:lnTo>
                  <a:lnTo>
                    <a:pt x="4180464" y="684774"/>
                  </a:lnTo>
                  <a:lnTo>
                    <a:pt x="4120628" y="748891"/>
                  </a:lnTo>
                  <a:lnTo>
                    <a:pt x="4065228" y="819074"/>
                  </a:lnTo>
                  <a:lnTo>
                    <a:pt x="4013769" y="896018"/>
                  </a:lnTo>
                  <a:lnTo>
                    <a:pt x="3965716" y="980450"/>
                  </a:lnTo>
                  <a:lnTo>
                    <a:pt x="3920529" y="1073078"/>
                  </a:lnTo>
                  <a:lnTo>
                    <a:pt x="3877683" y="1174495"/>
                  </a:lnTo>
                  <a:lnTo>
                    <a:pt x="3836698" y="1285040"/>
                  </a:lnTo>
                  <a:lnTo>
                    <a:pt x="3829811" y="1304955"/>
                  </a:lnTo>
                  <a:lnTo>
                    <a:pt x="3803541" y="1384498"/>
                  </a:lnTo>
                  <a:lnTo>
                    <a:pt x="3777772" y="1468114"/>
                  </a:lnTo>
                  <a:lnTo>
                    <a:pt x="3752409" y="1555881"/>
                  </a:lnTo>
                  <a:lnTo>
                    <a:pt x="3727368" y="1647847"/>
                  </a:lnTo>
                  <a:lnTo>
                    <a:pt x="3702579" y="1744027"/>
                  </a:lnTo>
                  <a:lnTo>
                    <a:pt x="3677982" y="1844401"/>
                  </a:lnTo>
                  <a:lnTo>
                    <a:pt x="3653524" y="1948909"/>
                  </a:lnTo>
                  <a:lnTo>
                    <a:pt x="3629163" y="2057456"/>
                  </a:lnTo>
                  <a:lnTo>
                    <a:pt x="3604864" y="2169901"/>
                  </a:lnTo>
                  <a:lnTo>
                    <a:pt x="3580597" y="2286063"/>
                  </a:lnTo>
                  <a:lnTo>
                    <a:pt x="3556340" y="2405719"/>
                  </a:lnTo>
                  <a:lnTo>
                    <a:pt x="3532078" y="2528603"/>
                  </a:lnTo>
                  <a:lnTo>
                    <a:pt x="3507799" y="2654409"/>
                  </a:lnTo>
                  <a:lnTo>
                    <a:pt x="3483496" y="2782795"/>
                  </a:lnTo>
                  <a:lnTo>
                    <a:pt x="3459167" y="2913383"/>
                  </a:lnTo>
                  <a:lnTo>
                    <a:pt x="3434813" y="3045763"/>
                  </a:lnTo>
                  <a:lnTo>
                    <a:pt x="3410439" y="3179505"/>
                  </a:lnTo>
                  <a:lnTo>
                    <a:pt x="3386049" y="3314154"/>
                  </a:lnTo>
                  <a:lnTo>
                    <a:pt x="3361652" y="3449246"/>
                  </a:lnTo>
                  <a:lnTo>
                    <a:pt x="3337255" y="3584309"/>
                  </a:lnTo>
                  <a:lnTo>
                    <a:pt x="3312867" y="3718870"/>
                  </a:lnTo>
                  <a:lnTo>
                    <a:pt x="3288495" y="3852467"/>
                  </a:lnTo>
                  <a:lnTo>
                    <a:pt x="3264144" y="3984648"/>
                  </a:lnTo>
                  <a:lnTo>
                    <a:pt x="3239819" y="4114982"/>
                  </a:lnTo>
                  <a:lnTo>
                    <a:pt x="3215519" y="4243067"/>
                  </a:lnTo>
                  <a:lnTo>
                    <a:pt x="3191242" y="4368527"/>
                  </a:lnTo>
                  <a:lnTo>
                    <a:pt x="3166981" y="4491025"/>
                  </a:lnTo>
                  <a:lnTo>
                    <a:pt x="3142725" y="4610260"/>
                  </a:lnTo>
                  <a:lnTo>
                    <a:pt x="3118455" y="4725970"/>
                  </a:lnTo>
                  <a:lnTo>
                    <a:pt x="3094149" y="4837939"/>
                  </a:lnTo>
                  <a:lnTo>
                    <a:pt x="3069779" y="4945990"/>
                  </a:lnTo>
                  <a:lnTo>
                    <a:pt x="3045306" y="5049988"/>
                  </a:lnTo>
                  <a:lnTo>
                    <a:pt x="3020688" y="5149842"/>
                  </a:lnTo>
                  <a:lnTo>
                    <a:pt x="2995871" y="5245497"/>
                  </a:lnTo>
                  <a:lnTo>
                    <a:pt x="2970794" y="5336939"/>
                  </a:lnTo>
                  <a:lnTo>
                    <a:pt x="2945385" y="5424186"/>
                  </a:lnTo>
                  <a:lnTo>
                    <a:pt x="2919559" y="5507290"/>
                  </a:lnTo>
                  <a:lnTo>
                    <a:pt x="2896531" y="5576709"/>
                  </a:lnTo>
                  <a:lnTo>
                    <a:pt x="2855821" y="5688826"/>
                  </a:lnTo>
                  <a:lnTo>
                    <a:pt x="2813328" y="5791797"/>
                  </a:lnTo>
                  <a:lnTo>
                    <a:pt x="2768579" y="5885898"/>
                  </a:lnTo>
                  <a:lnTo>
                    <a:pt x="2721058" y="5971691"/>
                  </a:lnTo>
                  <a:lnTo>
                    <a:pt x="2670223" y="6049869"/>
                  </a:lnTo>
                  <a:lnTo>
                    <a:pt x="2615537" y="6121163"/>
                  </a:lnTo>
                  <a:lnTo>
                    <a:pt x="2556495" y="6186276"/>
                  </a:lnTo>
                  <a:lnTo>
                    <a:pt x="2492666" y="6245844"/>
                  </a:lnTo>
                  <a:lnTo>
                    <a:pt x="2423737" y="6300414"/>
                  </a:lnTo>
                  <a:lnTo>
                    <a:pt x="2349586" y="6350426"/>
                  </a:lnTo>
                  <a:lnTo>
                    <a:pt x="2270357" y="6396211"/>
                  </a:lnTo>
                  <a:lnTo>
                    <a:pt x="2186553" y="6437984"/>
                  </a:lnTo>
                  <a:lnTo>
                    <a:pt x="2099123" y="6475855"/>
                  </a:lnTo>
                  <a:lnTo>
                    <a:pt x="2009527" y="6509839"/>
                  </a:lnTo>
                  <a:lnTo>
                    <a:pt x="1919760" y="6539885"/>
                  </a:lnTo>
                  <a:lnTo>
                    <a:pt x="1832288" y="6565912"/>
                  </a:lnTo>
                  <a:lnTo>
                    <a:pt x="1749885" y="6587859"/>
                  </a:lnTo>
                  <a:lnTo>
                    <a:pt x="1675361" y="6605736"/>
                  </a:lnTo>
                  <a:lnTo>
                    <a:pt x="1611210" y="6619671"/>
                  </a:lnTo>
                  <a:lnTo>
                    <a:pt x="1559249" y="6629940"/>
                  </a:lnTo>
                  <a:lnTo>
                    <a:pt x="1520311" y="6636968"/>
                  </a:lnTo>
                  <a:lnTo>
                    <a:pt x="1494074" y="6641305"/>
                  </a:lnTo>
                  <a:lnTo>
                    <a:pt x="1479043" y="6643588"/>
                  </a:lnTo>
                  <a:lnTo>
                    <a:pt x="1472649" y="6644483"/>
                  </a:lnTo>
                  <a:lnTo>
                    <a:pt x="1471391" y="6644647"/>
                  </a:lnTo>
                  <a:lnTo>
                    <a:pt x="1471387" y="6644647"/>
                  </a:lnTo>
                  <a:lnTo>
                    <a:pt x="0" y="664464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15" name="pg2015"/>
            <p:cNvSpPr/>
            <p:nvPr/>
          </p:nvSpPr>
          <p:spPr>
            <a:xfrm>
              <a:off x="4799595" y="6189374"/>
              <a:ext cx="11981298" cy="4593225"/>
            </a:xfrm>
            <a:custGeom>
              <a:avLst/>
              <a:pathLst>
                <a:path w="11981298" h="4593225">
                  <a:moveTo>
                    <a:pt x="0" y="4593225"/>
                  </a:moveTo>
                  <a:lnTo>
                    <a:pt x="1471387" y="4593225"/>
                  </a:lnTo>
                  <a:lnTo>
                    <a:pt x="1472599" y="4593189"/>
                  </a:lnTo>
                  <a:lnTo>
                    <a:pt x="1480558" y="4592936"/>
                  </a:lnTo>
                  <a:lnTo>
                    <a:pt x="1500582" y="4592235"/>
                  </a:lnTo>
                  <a:lnTo>
                    <a:pt x="1536286" y="4590857"/>
                  </a:lnTo>
                  <a:lnTo>
                    <a:pt x="1589307" y="4588589"/>
                  </a:lnTo>
                  <a:lnTo>
                    <a:pt x="1659185" y="4585262"/>
                  </a:lnTo>
                  <a:lnTo>
                    <a:pt x="1743568" y="4580762"/>
                  </a:lnTo>
                  <a:lnTo>
                    <a:pt x="1838756" y="4575037"/>
                  </a:lnTo>
                  <a:lnTo>
                    <a:pt x="1940431" y="4568083"/>
                  </a:lnTo>
                  <a:lnTo>
                    <a:pt x="2044377" y="4559922"/>
                  </a:lnTo>
                  <a:lnTo>
                    <a:pt x="2147000" y="4550581"/>
                  </a:lnTo>
                  <a:lnTo>
                    <a:pt x="2245600" y="4540066"/>
                  </a:lnTo>
                  <a:lnTo>
                    <a:pt x="2338418" y="4528354"/>
                  </a:lnTo>
                  <a:lnTo>
                    <a:pt x="2424530" y="4515378"/>
                  </a:lnTo>
                  <a:lnTo>
                    <a:pt x="2503675" y="4501024"/>
                  </a:lnTo>
                  <a:lnTo>
                    <a:pt x="2576067" y="4485136"/>
                  </a:lnTo>
                  <a:lnTo>
                    <a:pt x="2642237" y="4467516"/>
                  </a:lnTo>
                  <a:lnTo>
                    <a:pt x="2702905" y="4447931"/>
                  </a:lnTo>
                  <a:lnTo>
                    <a:pt x="2758881" y="4426129"/>
                  </a:lnTo>
                  <a:lnTo>
                    <a:pt x="2811001" y="4401864"/>
                  </a:lnTo>
                  <a:lnTo>
                    <a:pt x="2860071" y="4374933"/>
                  </a:lnTo>
                  <a:lnTo>
                    <a:pt x="2896531" y="4352121"/>
                  </a:lnTo>
                  <a:lnTo>
                    <a:pt x="2943580" y="4319039"/>
                  </a:lnTo>
                  <a:lnTo>
                    <a:pt x="2989243" y="4282918"/>
                  </a:lnTo>
                  <a:lnTo>
                    <a:pt x="3033992" y="4243703"/>
                  </a:lnTo>
                  <a:lnTo>
                    <a:pt x="3078186" y="4201423"/>
                  </a:lnTo>
                  <a:lnTo>
                    <a:pt x="3122087" y="4156199"/>
                  </a:lnTo>
                  <a:lnTo>
                    <a:pt x="3165880" y="4108250"/>
                  </a:lnTo>
                  <a:lnTo>
                    <a:pt x="3209682" y="4057897"/>
                  </a:lnTo>
                  <a:lnTo>
                    <a:pt x="3253551" y="4005556"/>
                  </a:lnTo>
                  <a:lnTo>
                    <a:pt x="3297502" y="3951730"/>
                  </a:lnTo>
                  <a:lnTo>
                    <a:pt x="3341516" y="3896985"/>
                  </a:lnTo>
                  <a:lnTo>
                    <a:pt x="3385554" y="3841934"/>
                  </a:lnTo>
                  <a:lnTo>
                    <a:pt x="3429567" y="3787200"/>
                  </a:lnTo>
                  <a:lnTo>
                    <a:pt x="3473517" y="3733393"/>
                  </a:lnTo>
                  <a:lnTo>
                    <a:pt x="3517385" y="3681082"/>
                  </a:lnTo>
                  <a:lnTo>
                    <a:pt x="3561186" y="3630765"/>
                  </a:lnTo>
                  <a:lnTo>
                    <a:pt x="3604979" y="3582859"/>
                  </a:lnTo>
                  <a:lnTo>
                    <a:pt x="3648884" y="3537682"/>
                  </a:lnTo>
                  <a:lnTo>
                    <a:pt x="3693084" y="3495452"/>
                  </a:lnTo>
                  <a:lnTo>
                    <a:pt x="3737846" y="3456288"/>
                  </a:lnTo>
                  <a:lnTo>
                    <a:pt x="3783527" y="3420218"/>
                  </a:lnTo>
                  <a:lnTo>
                    <a:pt x="3829811" y="3387707"/>
                  </a:lnTo>
                  <a:lnTo>
                    <a:pt x="3877018" y="3358635"/>
                  </a:lnTo>
                  <a:lnTo>
                    <a:pt x="3926703" y="3332313"/>
                  </a:lnTo>
                  <a:lnTo>
                    <a:pt x="3979614" y="3308618"/>
                  </a:lnTo>
                  <a:lnTo>
                    <a:pt x="4036567" y="3287335"/>
                  </a:lnTo>
                  <a:lnTo>
                    <a:pt x="4098396" y="3268210"/>
                  </a:lnTo>
                  <a:lnTo>
                    <a:pt x="4165901" y="3250997"/>
                  </a:lnTo>
                  <a:lnTo>
                    <a:pt x="4239766" y="3235468"/>
                  </a:lnTo>
                  <a:lnTo>
                    <a:pt x="4320463" y="3221434"/>
                  </a:lnTo>
                  <a:lnTo>
                    <a:pt x="4408118" y="3208748"/>
                  </a:lnTo>
                  <a:lnTo>
                    <a:pt x="4502337" y="3197308"/>
                  </a:lnTo>
                  <a:lnTo>
                    <a:pt x="4602021" y="3187057"/>
                  </a:lnTo>
                  <a:lnTo>
                    <a:pt x="4705208" y="3177978"/>
                  </a:lnTo>
                  <a:lnTo>
                    <a:pt x="4808987" y="3170085"/>
                  </a:lnTo>
                  <a:lnTo>
                    <a:pt x="4909591" y="3163404"/>
                  </a:lnTo>
                  <a:lnTo>
                    <a:pt x="5002727" y="3157955"/>
                  </a:lnTo>
                  <a:lnTo>
                    <a:pt x="5084151" y="3153724"/>
                  </a:lnTo>
                  <a:lnTo>
                    <a:pt x="5150404" y="3150645"/>
                  </a:lnTo>
                  <a:lnTo>
                    <a:pt x="5199519" y="3148593"/>
                  </a:lnTo>
                  <a:lnTo>
                    <a:pt x="5231500" y="3147386"/>
                  </a:lnTo>
                  <a:lnTo>
                    <a:pt x="5248448" y="3146806"/>
                  </a:lnTo>
                  <a:lnTo>
                    <a:pt x="5254381" y="3146620"/>
                  </a:lnTo>
                  <a:lnTo>
                    <a:pt x="5254955" y="3146604"/>
                  </a:lnTo>
                  <a:lnTo>
                    <a:pt x="6726343" y="3146604"/>
                  </a:lnTo>
                  <a:lnTo>
                    <a:pt x="6727470" y="3146532"/>
                  </a:lnTo>
                  <a:lnTo>
                    <a:pt x="6734886" y="3146022"/>
                  </a:lnTo>
                  <a:lnTo>
                    <a:pt x="6753586" y="3144612"/>
                  </a:lnTo>
                  <a:lnTo>
                    <a:pt x="6787031" y="3141835"/>
                  </a:lnTo>
                  <a:lnTo>
                    <a:pt x="6836910" y="3137260"/>
                  </a:lnTo>
                  <a:lnTo>
                    <a:pt x="6903002" y="3130532"/>
                  </a:lnTo>
                  <a:lnTo>
                    <a:pt x="6983330" y="3121408"/>
                  </a:lnTo>
                  <a:lnTo>
                    <a:pt x="7074608" y="3109764"/>
                  </a:lnTo>
                  <a:lnTo>
                    <a:pt x="7172871" y="3095576"/>
                  </a:lnTo>
                  <a:lnTo>
                    <a:pt x="7274134" y="3078883"/>
                  </a:lnTo>
                  <a:lnTo>
                    <a:pt x="7374890" y="3059740"/>
                  </a:lnTo>
                  <a:lnTo>
                    <a:pt x="7472409" y="3038177"/>
                  </a:lnTo>
                  <a:lnTo>
                    <a:pt x="7564819" y="3014163"/>
                  </a:lnTo>
                  <a:lnTo>
                    <a:pt x="7651041" y="2987591"/>
                  </a:lnTo>
                  <a:lnTo>
                    <a:pt x="7730653" y="2958264"/>
                  </a:lnTo>
                  <a:lnTo>
                    <a:pt x="7803717" y="2925897"/>
                  </a:lnTo>
                  <a:lnTo>
                    <a:pt x="7870635" y="2890120"/>
                  </a:lnTo>
                  <a:lnTo>
                    <a:pt x="7932015" y="2850489"/>
                  </a:lnTo>
                  <a:lnTo>
                    <a:pt x="7988584" y="2806509"/>
                  </a:lnTo>
                  <a:lnTo>
                    <a:pt x="8041117" y="2757670"/>
                  </a:lnTo>
                  <a:lnTo>
                    <a:pt x="8090381" y="2703507"/>
                  </a:lnTo>
                  <a:lnTo>
                    <a:pt x="8137092" y="2643705"/>
                  </a:lnTo>
                  <a:lnTo>
                    <a:pt x="8151487" y="2623532"/>
                  </a:lnTo>
                  <a:lnTo>
                    <a:pt x="8187641" y="2569185"/>
                  </a:lnTo>
                  <a:lnTo>
                    <a:pt x="8222910" y="2511002"/>
                  </a:lnTo>
                  <a:lnTo>
                    <a:pt x="8257526" y="2448904"/>
                  </a:lnTo>
                  <a:lnTo>
                    <a:pt x="8291678" y="2382870"/>
                  </a:lnTo>
                  <a:lnTo>
                    <a:pt x="8325517" y="2312943"/>
                  </a:lnTo>
                  <a:lnTo>
                    <a:pt x="8359163" y="2239234"/>
                  </a:lnTo>
                  <a:lnTo>
                    <a:pt x="8392708" y="2161928"/>
                  </a:lnTo>
                  <a:lnTo>
                    <a:pt x="8426220" y="2081287"/>
                  </a:lnTo>
                  <a:lnTo>
                    <a:pt x="8459744" y="1997644"/>
                  </a:lnTo>
                  <a:lnTo>
                    <a:pt x="8493306" y="1911408"/>
                  </a:lnTo>
                  <a:lnTo>
                    <a:pt x="8526916" y="1823047"/>
                  </a:lnTo>
                  <a:lnTo>
                    <a:pt x="8560573" y="1733090"/>
                  </a:lnTo>
                  <a:lnTo>
                    <a:pt x="8594263" y="1642105"/>
                  </a:lnTo>
                  <a:lnTo>
                    <a:pt x="8627968" y="1550689"/>
                  </a:lnTo>
                  <a:lnTo>
                    <a:pt x="8661667" y="1459450"/>
                  </a:lnTo>
                  <a:lnTo>
                    <a:pt x="8695339" y="1368994"/>
                  </a:lnTo>
                  <a:lnTo>
                    <a:pt x="8728970" y="1279903"/>
                  </a:lnTo>
                  <a:lnTo>
                    <a:pt x="8762551" y="1192722"/>
                  </a:lnTo>
                  <a:lnTo>
                    <a:pt x="8796089" y="1107947"/>
                  </a:lnTo>
                  <a:lnTo>
                    <a:pt x="8829601" y="1026012"/>
                  </a:lnTo>
                  <a:lnTo>
                    <a:pt x="8863126" y="947283"/>
                  </a:lnTo>
                  <a:lnTo>
                    <a:pt x="8896720" y="872051"/>
                  </a:lnTo>
                  <a:lnTo>
                    <a:pt x="8930466" y="800532"/>
                  </a:lnTo>
                  <a:lnTo>
                    <a:pt x="8964471" y="732869"/>
                  </a:lnTo>
                  <a:lnTo>
                    <a:pt x="8998873" y="669133"/>
                  </a:lnTo>
                  <a:lnTo>
                    <a:pt x="9033845" y="609327"/>
                  </a:lnTo>
                  <a:lnTo>
                    <a:pt x="9069600" y="553397"/>
                  </a:lnTo>
                  <a:lnTo>
                    <a:pt x="9084767" y="531244"/>
                  </a:lnTo>
                  <a:lnTo>
                    <a:pt x="9130803" y="469630"/>
                  </a:lnTo>
                  <a:lnTo>
                    <a:pt x="9179182" y="413701"/>
                  </a:lnTo>
                  <a:lnTo>
                    <a:pt x="9230596" y="363217"/>
                  </a:lnTo>
                  <a:lnTo>
                    <a:pt x="9285800" y="317750"/>
                  </a:lnTo>
                  <a:lnTo>
                    <a:pt x="9345571" y="276795"/>
                  </a:lnTo>
                  <a:lnTo>
                    <a:pt x="9410657" y="239845"/>
                  </a:lnTo>
                  <a:lnTo>
                    <a:pt x="9481715" y="206440"/>
                  </a:lnTo>
                  <a:lnTo>
                    <a:pt x="9559223" y="176183"/>
                  </a:lnTo>
                  <a:lnTo>
                    <a:pt x="9643367" y="148762"/>
                  </a:lnTo>
                  <a:lnTo>
                    <a:pt x="9733895" y="123952"/>
                  </a:lnTo>
                  <a:lnTo>
                    <a:pt x="9829955" y="101618"/>
                  </a:lnTo>
                  <a:lnTo>
                    <a:pt x="9929939" y="81706"/>
                  </a:lnTo>
                  <a:lnTo>
                    <a:pt x="10031388" y="64230"/>
                  </a:lnTo>
                  <a:lnTo>
                    <a:pt x="10131021" y="49241"/>
                  </a:lnTo>
                  <a:lnTo>
                    <a:pt x="10224958" y="36788"/>
                  </a:lnTo>
                  <a:lnTo>
                    <a:pt x="10309163" y="26872"/>
                  </a:lnTo>
                  <a:lnTo>
                    <a:pt x="10380061" y="19404"/>
                  </a:lnTo>
                  <a:lnTo>
                    <a:pt x="10435199" y="14180"/>
                  </a:lnTo>
                  <a:lnTo>
                    <a:pt x="10473768" y="10876"/>
                  </a:lnTo>
                  <a:lnTo>
                    <a:pt x="10496852" y="9082"/>
                  </a:lnTo>
                  <a:lnTo>
                    <a:pt x="10507376" y="8337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8783" y="71"/>
                  </a:lnTo>
                  <a:lnTo>
                    <a:pt x="10501367" y="581"/>
                  </a:lnTo>
                  <a:lnTo>
                    <a:pt x="10482668" y="1992"/>
                  </a:lnTo>
                  <a:lnTo>
                    <a:pt x="10449222" y="4768"/>
                  </a:lnTo>
                  <a:lnTo>
                    <a:pt x="10399344" y="9343"/>
                  </a:lnTo>
                  <a:lnTo>
                    <a:pt x="10333251" y="16071"/>
                  </a:lnTo>
                  <a:lnTo>
                    <a:pt x="10252923" y="25195"/>
                  </a:lnTo>
                  <a:lnTo>
                    <a:pt x="10161646" y="36839"/>
                  </a:lnTo>
                  <a:lnTo>
                    <a:pt x="10063382" y="51027"/>
                  </a:lnTo>
                  <a:lnTo>
                    <a:pt x="9962120" y="67720"/>
                  </a:lnTo>
                  <a:lnTo>
                    <a:pt x="9861363" y="86863"/>
                  </a:lnTo>
                  <a:lnTo>
                    <a:pt x="9763844" y="108426"/>
                  </a:lnTo>
                  <a:lnTo>
                    <a:pt x="9671435" y="132440"/>
                  </a:lnTo>
                  <a:lnTo>
                    <a:pt x="9585212" y="159013"/>
                  </a:lnTo>
                  <a:lnTo>
                    <a:pt x="9505600" y="188340"/>
                  </a:lnTo>
                  <a:lnTo>
                    <a:pt x="9432536" y="220707"/>
                  </a:lnTo>
                  <a:lnTo>
                    <a:pt x="9365619" y="256484"/>
                  </a:lnTo>
                  <a:lnTo>
                    <a:pt x="9304238" y="296114"/>
                  </a:lnTo>
                  <a:lnTo>
                    <a:pt x="9247669" y="340094"/>
                  </a:lnTo>
                  <a:lnTo>
                    <a:pt x="9195136" y="388933"/>
                  </a:lnTo>
                  <a:lnTo>
                    <a:pt x="9145873" y="443096"/>
                  </a:lnTo>
                  <a:lnTo>
                    <a:pt x="9099162" y="502899"/>
                  </a:lnTo>
                  <a:lnTo>
                    <a:pt x="9084767" y="523071"/>
                  </a:lnTo>
                  <a:lnTo>
                    <a:pt x="9048612" y="577418"/>
                  </a:lnTo>
                  <a:lnTo>
                    <a:pt x="9013343" y="635601"/>
                  </a:lnTo>
                  <a:lnTo>
                    <a:pt x="8978727" y="697699"/>
                  </a:lnTo>
                  <a:lnTo>
                    <a:pt x="8944575" y="763733"/>
                  </a:lnTo>
                  <a:lnTo>
                    <a:pt x="8910736" y="833661"/>
                  </a:lnTo>
                  <a:lnTo>
                    <a:pt x="8877090" y="907370"/>
                  </a:lnTo>
                  <a:lnTo>
                    <a:pt x="8843545" y="984675"/>
                  </a:lnTo>
                  <a:lnTo>
                    <a:pt x="8810033" y="1065317"/>
                  </a:lnTo>
                  <a:lnTo>
                    <a:pt x="8776509" y="1148959"/>
                  </a:lnTo>
                  <a:lnTo>
                    <a:pt x="8742947" y="1235196"/>
                  </a:lnTo>
                  <a:lnTo>
                    <a:pt x="8709337" y="1323556"/>
                  </a:lnTo>
                  <a:lnTo>
                    <a:pt x="8675680" y="1413513"/>
                  </a:lnTo>
                  <a:lnTo>
                    <a:pt x="8641990" y="1504499"/>
                  </a:lnTo>
                  <a:lnTo>
                    <a:pt x="8608285" y="1595915"/>
                  </a:lnTo>
                  <a:lnTo>
                    <a:pt x="8574587" y="1687153"/>
                  </a:lnTo>
                  <a:lnTo>
                    <a:pt x="8540914" y="1777609"/>
                  </a:lnTo>
                  <a:lnTo>
                    <a:pt x="8507284" y="1866700"/>
                  </a:lnTo>
                  <a:lnTo>
                    <a:pt x="8473702" y="1953881"/>
                  </a:lnTo>
                  <a:lnTo>
                    <a:pt x="8440165" y="2038656"/>
                  </a:lnTo>
                  <a:lnTo>
                    <a:pt x="8406652" y="2120591"/>
                  </a:lnTo>
                  <a:lnTo>
                    <a:pt x="8373128" y="2199321"/>
                  </a:lnTo>
                  <a:lnTo>
                    <a:pt x="8339533" y="2274553"/>
                  </a:lnTo>
                  <a:lnTo>
                    <a:pt x="8305787" y="2346071"/>
                  </a:lnTo>
                  <a:lnTo>
                    <a:pt x="8271782" y="2413734"/>
                  </a:lnTo>
                  <a:lnTo>
                    <a:pt x="8237380" y="2477471"/>
                  </a:lnTo>
                  <a:lnTo>
                    <a:pt x="8202408" y="2537276"/>
                  </a:lnTo>
                  <a:lnTo>
                    <a:pt x="8166653" y="2593206"/>
                  </a:lnTo>
                  <a:lnTo>
                    <a:pt x="8151487" y="2615359"/>
                  </a:lnTo>
                  <a:lnTo>
                    <a:pt x="8105451" y="2676973"/>
                  </a:lnTo>
                  <a:lnTo>
                    <a:pt x="8057071" y="2732903"/>
                  </a:lnTo>
                  <a:lnTo>
                    <a:pt x="8005658" y="2783386"/>
                  </a:lnTo>
                  <a:lnTo>
                    <a:pt x="7950454" y="2828853"/>
                  </a:lnTo>
                  <a:lnTo>
                    <a:pt x="7890682" y="2869809"/>
                  </a:lnTo>
                  <a:lnTo>
                    <a:pt x="7825596" y="2906758"/>
                  </a:lnTo>
                  <a:lnTo>
                    <a:pt x="7754538" y="2940163"/>
                  </a:lnTo>
                  <a:lnTo>
                    <a:pt x="7677030" y="2970420"/>
                  </a:lnTo>
                  <a:lnTo>
                    <a:pt x="7592886" y="2997841"/>
                  </a:lnTo>
                  <a:lnTo>
                    <a:pt x="7502358" y="3022651"/>
                  </a:lnTo>
                  <a:lnTo>
                    <a:pt x="7406298" y="3044986"/>
                  </a:lnTo>
                  <a:lnTo>
                    <a:pt x="7306314" y="3064898"/>
                  </a:lnTo>
                  <a:lnTo>
                    <a:pt x="7204865" y="3082373"/>
                  </a:lnTo>
                  <a:lnTo>
                    <a:pt x="7105233" y="3097363"/>
                  </a:lnTo>
                  <a:lnTo>
                    <a:pt x="7011296" y="3109816"/>
                  </a:lnTo>
                  <a:lnTo>
                    <a:pt x="6927090" y="3119731"/>
                  </a:lnTo>
                  <a:lnTo>
                    <a:pt x="6856192" y="3127199"/>
                  </a:lnTo>
                  <a:lnTo>
                    <a:pt x="6801054" y="3132424"/>
                  </a:lnTo>
                  <a:lnTo>
                    <a:pt x="6762485" y="3135727"/>
                  </a:lnTo>
                  <a:lnTo>
                    <a:pt x="6739401" y="3137521"/>
                  </a:lnTo>
                  <a:lnTo>
                    <a:pt x="6728877" y="3138266"/>
                  </a:lnTo>
                  <a:lnTo>
                    <a:pt x="6726343" y="3138431"/>
                  </a:lnTo>
                  <a:lnTo>
                    <a:pt x="5254955" y="3138431"/>
                  </a:lnTo>
                  <a:lnTo>
                    <a:pt x="5253743" y="3138466"/>
                  </a:lnTo>
                  <a:lnTo>
                    <a:pt x="5245784" y="3138720"/>
                  </a:lnTo>
                  <a:lnTo>
                    <a:pt x="5225760" y="3139420"/>
                  </a:lnTo>
                  <a:lnTo>
                    <a:pt x="5190057" y="3140798"/>
                  </a:lnTo>
                  <a:lnTo>
                    <a:pt x="5137035" y="3143066"/>
                  </a:lnTo>
                  <a:lnTo>
                    <a:pt x="5067157" y="3146394"/>
                  </a:lnTo>
                  <a:lnTo>
                    <a:pt x="4982774" y="3150894"/>
                  </a:lnTo>
                  <a:lnTo>
                    <a:pt x="4887586" y="3156618"/>
                  </a:lnTo>
                  <a:lnTo>
                    <a:pt x="4785911" y="3163573"/>
                  </a:lnTo>
                  <a:lnTo>
                    <a:pt x="4681965" y="3171733"/>
                  </a:lnTo>
                  <a:lnTo>
                    <a:pt x="4579342" y="3181075"/>
                  </a:lnTo>
                  <a:lnTo>
                    <a:pt x="4480742" y="3191589"/>
                  </a:lnTo>
                  <a:lnTo>
                    <a:pt x="4387924" y="3203301"/>
                  </a:lnTo>
                  <a:lnTo>
                    <a:pt x="4301812" y="3216278"/>
                  </a:lnTo>
                  <a:lnTo>
                    <a:pt x="4222667" y="3230631"/>
                  </a:lnTo>
                  <a:lnTo>
                    <a:pt x="4150275" y="3246519"/>
                  </a:lnTo>
                  <a:lnTo>
                    <a:pt x="4084105" y="3264140"/>
                  </a:lnTo>
                  <a:lnTo>
                    <a:pt x="4023437" y="3283725"/>
                  </a:lnTo>
                  <a:lnTo>
                    <a:pt x="3967461" y="3305526"/>
                  </a:lnTo>
                  <a:lnTo>
                    <a:pt x="3915341" y="3329791"/>
                  </a:lnTo>
                  <a:lnTo>
                    <a:pt x="3866271" y="3356723"/>
                  </a:lnTo>
                  <a:lnTo>
                    <a:pt x="3829811" y="3379534"/>
                  </a:lnTo>
                  <a:lnTo>
                    <a:pt x="3782762" y="3412616"/>
                  </a:lnTo>
                  <a:lnTo>
                    <a:pt x="3737099" y="3448738"/>
                  </a:lnTo>
                  <a:lnTo>
                    <a:pt x="3692350" y="3487952"/>
                  </a:lnTo>
                  <a:lnTo>
                    <a:pt x="3648156" y="3530232"/>
                  </a:lnTo>
                  <a:lnTo>
                    <a:pt x="3604255" y="3575457"/>
                  </a:lnTo>
                  <a:lnTo>
                    <a:pt x="3560462" y="3623406"/>
                  </a:lnTo>
                  <a:lnTo>
                    <a:pt x="3516660" y="3673759"/>
                  </a:lnTo>
                  <a:lnTo>
                    <a:pt x="3472791" y="3726099"/>
                  </a:lnTo>
                  <a:lnTo>
                    <a:pt x="3428840" y="3779926"/>
                  </a:lnTo>
                  <a:lnTo>
                    <a:pt x="3384826" y="3834670"/>
                  </a:lnTo>
                  <a:lnTo>
                    <a:pt x="3340789" y="3889722"/>
                  </a:lnTo>
                  <a:lnTo>
                    <a:pt x="3296775" y="3944456"/>
                  </a:lnTo>
                  <a:lnTo>
                    <a:pt x="3252825" y="3998262"/>
                  </a:lnTo>
                  <a:lnTo>
                    <a:pt x="3208957" y="4050574"/>
                  </a:lnTo>
                  <a:lnTo>
                    <a:pt x="3165157" y="4100890"/>
                  </a:lnTo>
                  <a:lnTo>
                    <a:pt x="3121363" y="4148796"/>
                  </a:lnTo>
                  <a:lnTo>
                    <a:pt x="3077458" y="4193973"/>
                  </a:lnTo>
                  <a:lnTo>
                    <a:pt x="3033258" y="4236203"/>
                  </a:lnTo>
                  <a:lnTo>
                    <a:pt x="2988496" y="4275367"/>
                  </a:lnTo>
                  <a:lnTo>
                    <a:pt x="2942815" y="4311438"/>
                  </a:lnTo>
                  <a:lnTo>
                    <a:pt x="2896531" y="4343948"/>
                  </a:lnTo>
                  <a:lnTo>
                    <a:pt x="2849324" y="4373020"/>
                  </a:lnTo>
                  <a:lnTo>
                    <a:pt x="2799639" y="4399343"/>
                  </a:lnTo>
                  <a:lnTo>
                    <a:pt x="2746728" y="4423037"/>
                  </a:lnTo>
                  <a:lnTo>
                    <a:pt x="2689776" y="4444321"/>
                  </a:lnTo>
                  <a:lnTo>
                    <a:pt x="2627946" y="4463445"/>
                  </a:lnTo>
                  <a:lnTo>
                    <a:pt x="2560441" y="4480659"/>
                  </a:lnTo>
                  <a:lnTo>
                    <a:pt x="2486576" y="4496188"/>
                  </a:lnTo>
                  <a:lnTo>
                    <a:pt x="2405879" y="4510221"/>
                  </a:lnTo>
                  <a:lnTo>
                    <a:pt x="2318224" y="4522907"/>
                  </a:lnTo>
                  <a:lnTo>
                    <a:pt x="2224006" y="4534347"/>
                  </a:lnTo>
                  <a:lnTo>
                    <a:pt x="2124321" y="4544598"/>
                  </a:lnTo>
                  <a:lnTo>
                    <a:pt x="2021134" y="4553677"/>
                  </a:lnTo>
                  <a:lnTo>
                    <a:pt x="1917355" y="4561571"/>
                  </a:lnTo>
                  <a:lnTo>
                    <a:pt x="1816751" y="4568251"/>
                  </a:lnTo>
                  <a:lnTo>
                    <a:pt x="1723615" y="4573701"/>
                  </a:lnTo>
                  <a:lnTo>
                    <a:pt x="1642191" y="4577932"/>
                  </a:lnTo>
                  <a:lnTo>
                    <a:pt x="1575938" y="4581010"/>
                  </a:lnTo>
                  <a:lnTo>
                    <a:pt x="1526823" y="4583063"/>
                  </a:lnTo>
                  <a:lnTo>
                    <a:pt x="1494842" y="4584270"/>
                  </a:lnTo>
                  <a:lnTo>
                    <a:pt x="1477895" y="4584850"/>
                  </a:lnTo>
                  <a:lnTo>
                    <a:pt x="1471962" y="4585035"/>
                  </a:lnTo>
                  <a:lnTo>
                    <a:pt x="1471387" y="4585052"/>
                  </a:lnTo>
                  <a:lnTo>
                    <a:pt x="0" y="4585052"/>
                  </a:lnTo>
                  <a:close/>
                </a:path>
              </a:pathLst>
            </a:custGeom>
            <a:solidFill>
              <a:srgbClr val="DFC48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2016" name="pl2016"/>
            <p:cNvSpPr/>
            <p:nvPr/>
          </p:nvSpPr>
          <p:spPr>
            <a:xfrm>
              <a:off x="4799595" y="6197547"/>
              <a:ext cx="11981298" cy="4585052"/>
            </a:xfrm>
            <a:custGeom>
              <a:avLst/>
              <a:pathLst>
                <a:path w="11981298" h="4585052">
                  <a:moveTo>
                    <a:pt x="0" y="4585052"/>
                  </a:moveTo>
                  <a:lnTo>
                    <a:pt x="1471387" y="4585052"/>
                  </a:lnTo>
                  <a:lnTo>
                    <a:pt x="1472599" y="4585016"/>
                  </a:lnTo>
                  <a:lnTo>
                    <a:pt x="1480558" y="4584763"/>
                  </a:lnTo>
                  <a:lnTo>
                    <a:pt x="1500582" y="4584062"/>
                  </a:lnTo>
                  <a:lnTo>
                    <a:pt x="1536286" y="4582684"/>
                  </a:lnTo>
                  <a:lnTo>
                    <a:pt x="1589307" y="4580416"/>
                  </a:lnTo>
                  <a:lnTo>
                    <a:pt x="1659185" y="4577089"/>
                  </a:lnTo>
                  <a:lnTo>
                    <a:pt x="1743568" y="4572589"/>
                  </a:lnTo>
                  <a:lnTo>
                    <a:pt x="1838756" y="4566864"/>
                  </a:lnTo>
                  <a:lnTo>
                    <a:pt x="1940431" y="4559910"/>
                  </a:lnTo>
                  <a:lnTo>
                    <a:pt x="2044377" y="4551749"/>
                  </a:lnTo>
                  <a:lnTo>
                    <a:pt x="2147000" y="4542408"/>
                  </a:lnTo>
                  <a:lnTo>
                    <a:pt x="2245600" y="4531893"/>
                  </a:lnTo>
                  <a:lnTo>
                    <a:pt x="2338418" y="4520181"/>
                  </a:lnTo>
                  <a:lnTo>
                    <a:pt x="2424530" y="4507205"/>
                  </a:lnTo>
                  <a:lnTo>
                    <a:pt x="2503675" y="4492851"/>
                  </a:lnTo>
                  <a:lnTo>
                    <a:pt x="2576067" y="4476963"/>
                  </a:lnTo>
                  <a:lnTo>
                    <a:pt x="2642237" y="4459343"/>
                  </a:lnTo>
                  <a:lnTo>
                    <a:pt x="2702905" y="4439758"/>
                  </a:lnTo>
                  <a:lnTo>
                    <a:pt x="2758881" y="4417956"/>
                  </a:lnTo>
                  <a:lnTo>
                    <a:pt x="2811001" y="4393691"/>
                  </a:lnTo>
                  <a:lnTo>
                    <a:pt x="2860071" y="4366760"/>
                  </a:lnTo>
                  <a:lnTo>
                    <a:pt x="2896531" y="4343948"/>
                  </a:lnTo>
                  <a:lnTo>
                    <a:pt x="2943580" y="4310866"/>
                  </a:lnTo>
                  <a:lnTo>
                    <a:pt x="2989243" y="4274745"/>
                  </a:lnTo>
                  <a:lnTo>
                    <a:pt x="3033992" y="4235530"/>
                  </a:lnTo>
                  <a:lnTo>
                    <a:pt x="3078186" y="4193250"/>
                  </a:lnTo>
                  <a:lnTo>
                    <a:pt x="3122087" y="4148026"/>
                  </a:lnTo>
                  <a:lnTo>
                    <a:pt x="3165880" y="4100077"/>
                  </a:lnTo>
                  <a:lnTo>
                    <a:pt x="3209682" y="4049724"/>
                  </a:lnTo>
                  <a:lnTo>
                    <a:pt x="3253551" y="3997383"/>
                  </a:lnTo>
                  <a:lnTo>
                    <a:pt x="3297502" y="3943557"/>
                  </a:lnTo>
                  <a:lnTo>
                    <a:pt x="3341516" y="3888812"/>
                  </a:lnTo>
                  <a:lnTo>
                    <a:pt x="3385554" y="3833761"/>
                  </a:lnTo>
                  <a:lnTo>
                    <a:pt x="3429567" y="3779027"/>
                  </a:lnTo>
                  <a:lnTo>
                    <a:pt x="3473517" y="3725220"/>
                  </a:lnTo>
                  <a:lnTo>
                    <a:pt x="3517385" y="3672909"/>
                  </a:lnTo>
                  <a:lnTo>
                    <a:pt x="3561186" y="3622592"/>
                  </a:lnTo>
                  <a:lnTo>
                    <a:pt x="3604979" y="3574686"/>
                  </a:lnTo>
                  <a:lnTo>
                    <a:pt x="3648884" y="3529509"/>
                  </a:lnTo>
                  <a:lnTo>
                    <a:pt x="3693084" y="3487279"/>
                  </a:lnTo>
                  <a:lnTo>
                    <a:pt x="3737846" y="3448115"/>
                  </a:lnTo>
                  <a:lnTo>
                    <a:pt x="3783527" y="3412045"/>
                  </a:lnTo>
                  <a:lnTo>
                    <a:pt x="3829811" y="3379534"/>
                  </a:lnTo>
                  <a:lnTo>
                    <a:pt x="3877018" y="3350462"/>
                  </a:lnTo>
                  <a:lnTo>
                    <a:pt x="3926703" y="3324140"/>
                  </a:lnTo>
                  <a:lnTo>
                    <a:pt x="3979614" y="3300445"/>
                  </a:lnTo>
                  <a:lnTo>
                    <a:pt x="4036567" y="3279162"/>
                  </a:lnTo>
                  <a:lnTo>
                    <a:pt x="4098396" y="3260037"/>
                  </a:lnTo>
                  <a:lnTo>
                    <a:pt x="4165901" y="3242824"/>
                  </a:lnTo>
                  <a:lnTo>
                    <a:pt x="4239766" y="3227295"/>
                  </a:lnTo>
                  <a:lnTo>
                    <a:pt x="4320463" y="3213261"/>
                  </a:lnTo>
                  <a:lnTo>
                    <a:pt x="4408118" y="3200575"/>
                  </a:lnTo>
                  <a:lnTo>
                    <a:pt x="4502337" y="3189135"/>
                  </a:lnTo>
                  <a:lnTo>
                    <a:pt x="4602021" y="3178884"/>
                  </a:lnTo>
                  <a:lnTo>
                    <a:pt x="4705208" y="3169805"/>
                  </a:lnTo>
                  <a:lnTo>
                    <a:pt x="4808987" y="3161912"/>
                  </a:lnTo>
                  <a:lnTo>
                    <a:pt x="4909591" y="3155231"/>
                  </a:lnTo>
                  <a:lnTo>
                    <a:pt x="5002727" y="3149782"/>
                  </a:lnTo>
                  <a:lnTo>
                    <a:pt x="5084151" y="3145551"/>
                  </a:lnTo>
                  <a:lnTo>
                    <a:pt x="5150404" y="3142472"/>
                  </a:lnTo>
                  <a:lnTo>
                    <a:pt x="5199519" y="3140420"/>
                  </a:lnTo>
                  <a:lnTo>
                    <a:pt x="5231500" y="3139213"/>
                  </a:lnTo>
                  <a:lnTo>
                    <a:pt x="5248448" y="3138633"/>
                  </a:lnTo>
                  <a:lnTo>
                    <a:pt x="5254381" y="3138447"/>
                  </a:lnTo>
                  <a:lnTo>
                    <a:pt x="5254955" y="3138431"/>
                  </a:lnTo>
                  <a:lnTo>
                    <a:pt x="6726343" y="3138431"/>
                  </a:lnTo>
                  <a:lnTo>
                    <a:pt x="6727470" y="3138359"/>
                  </a:lnTo>
                  <a:lnTo>
                    <a:pt x="6734886" y="3137849"/>
                  </a:lnTo>
                  <a:lnTo>
                    <a:pt x="6753586" y="3136439"/>
                  </a:lnTo>
                  <a:lnTo>
                    <a:pt x="6787031" y="3133662"/>
                  </a:lnTo>
                  <a:lnTo>
                    <a:pt x="6836910" y="3129087"/>
                  </a:lnTo>
                  <a:lnTo>
                    <a:pt x="6903002" y="3122359"/>
                  </a:lnTo>
                  <a:lnTo>
                    <a:pt x="6983330" y="3113235"/>
                  </a:lnTo>
                  <a:lnTo>
                    <a:pt x="7074608" y="3101591"/>
                  </a:lnTo>
                  <a:lnTo>
                    <a:pt x="7172871" y="3087403"/>
                  </a:lnTo>
                  <a:lnTo>
                    <a:pt x="7274134" y="3070710"/>
                  </a:lnTo>
                  <a:lnTo>
                    <a:pt x="7374890" y="3051567"/>
                  </a:lnTo>
                  <a:lnTo>
                    <a:pt x="7472409" y="3030004"/>
                  </a:lnTo>
                  <a:lnTo>
                    <a:pt x="7564819" y="3005990"/>
                  </a:lnTo>
                  <a:lnTo>
                    <a:pt x="7651041" y="2979418"/>
                  </a:lnTo>
                  <a:lnTo>
                    <a:pt x="7730653" y="2950091"/>
                  </a:lnTo>
                  <a:lnTo>
                    <a:pt x="7803717" y="2917724"/>
                  </a:lnTo>
                  <a:lnTo>
                    <a:pt x="7870635" y="2881947"/>
                  </a:lnTo>
                  <a:lnTo>
                    <a:pt x="7932015" y="2842316"/>
                  </a:lnTo>
                  <a:lnTo>
                    <a:pt x="7988584" y="2798336"/>
                  </a:lnTo>
                  <a:lnTo>
                    <a:pt x="8041117" y="2749497"/>
                  </a:lnTo>
                  <a:lnTo>
                    <a:pt x="8090381" y="2695334"/>
                  </a:lnTo>
                  <a:lnTo>
                    <a:pt x="8137092" y="2635532"/>
                  </a:lnTo>
                  <a:lnTo>
                    <a:pt x="8151487" y="2615359"/>
                  </a:lnTo>
                  <a:lnTo>
                    <a:pt x="8187641" y="2561012"/>
                  </a:lnTo>
                  <a:lnTo>
                    <a:pt x="8222910" y="2502829"/>
                  </a:lnTo>
                  <a:lnTo>
                    <a:pt x="8257526" y="2440731"/>
                  </a:lnTo>
                  <a:lnTo>
                    <a:pt x="8291678" y="2374697"/>
                  </a:lnTo>
                  <a:lnTo>
                    <a:pt x="8325517" y="2304770"/>
                  </a:lnTo>
                  <a:lnTo>
                    <a:pt x="8359163" y="2231061"/>
                  </a:lnTo>
                  <a:lnTo>
                    <a:pt x="8392708" y="2153755"/>
                  </a:lnTo>
                  <a:lnTo>
                    <a:pt x="8426220" y="2073114"/>
                  </a:lnTo>
                  <a:lnTo>
                    <a:pt x="8459744" y="1989471"/>
                  </a:lnTo>
                  <a:lnTo>
                    <a:pt x="8493306" y="1903235"/>
                  </a:lnTo>
                  <a:lnTo>
                    <a:pt x="8526916" y="1814874"/>
                  </a:lnTo>
                  <a:lnTo>
                    <a:pt x="8560573" y="1724917"/>
                  </a:lnTo>
                  <a:lnTo>
                    <a:pt x="8594263" y="1633932"/>
                  </a:lnTo>
                  <a:lnTo>
                    <a:pt x="8627968" y="1542516"/>
                  </a:lnTo>
                  <a:lnTo>
                    <a:pt x="8661667" y="1451277"/>
                  </a:lnTo>
                  <a:lnTo>
                    <a:pt x="8695339" y="1360821"/>
                  </a:lnTo>
                  <a:lnTo>
                    <a:pt x="8728970" y="1271730"/>
                  </a:lnTo>
                  <a:lnTo>
                    <a:pt x="8762551" y="1184549"/>
                  </a:lnTo>
                  <a:lnTo>
                    <a:pt x="8796089" y="1099774"/>
                  </a:lnTo>
                  <a:lnTo>
                    <a:pt x="8829601" y="1017839"/>
                  </a:lnTo>
                  <a:lnTo>
                    <a:pt x="8863126" y="939110"/>
                  </a:lnTo>
                  <a:lnTo>
                    <a:pt x="8896720" y="863878"/>
                  </a:lnTo>
                  <a:lnTo>
                    <a:pt x="8930466" y="792359"/>
                  </a:lnTo>
                  <a:lnTo>
                    <a:pt x="8964471" y="724696"/>
                  </a:lnTo>
                  <a:lnTo>
                    <a:pt x="8998873" y="660960"/>
                  </a:lnTo>
                  <a:lnTo>
                    <a:pt x="9033845" y="601154"/>
                  </a:lnTo>
                  <a:lnTo>
                    <a:pt x="9069600" y="545224"/>
                  </a:lnTo>
                  <a:lnTo>
                    <a:pt x="9084767" y="523071"/>
                  </a:lnTo>
                  <a:lnTo>
                    <a:pt x="9130803" y="461457"/>
                  </a:lnTo>
                  <a:lnTo>
                    <a:pt x="9179182" y="405528"/>
                  </a:lnTo>
                  <a:lnTo>
                    <a:pt x="9230596" y="355044"/>
                  </a:lnTo>
                  <a:lnTo>
                    <a:pt x="9285800" y="309577"/>
                  </a:lnTo>
                  <a:lnTo>
                    <a:pt x="9345571" y="268622"/>
                  </a:lnTo>
                  <a:lnTo>
                    <a:pt x="9410657" y="231672"/>
                  </a:lnTo>
                  <a:lnTo>
                    <a:pt x="9481715" y="198267"/>
                  </a:lnTo>
                  <a:lnTo>
                    <a:pt x="9559223" y="168010"/>
                  </a:lnTo>
                  <a:lnTo>
                    <a:pt x="9643367" y="140589"/>
                  </a:lnTo>
                  <a:lnTo>
                    <a:pt x="9733895" y="115779"/>
                  </a:lnTo>
                  <a:lnTo>
                    <a:pt x="9829955" y="93445"/>
                  </a:lnTo>
                  <a:lnTo>
                    <a:pt x="9929939" y="73533"/>
                  </a:lnTo>
                  <a:lnTo>
                    <a:pt x="10031388" y="56057"/>
                  </a:lnTo>
                  <a:lnTo>
                    <a:pt x="10131021" y="41068"/>
                  </a:lnTo>
                  <a:lnTo>
                    <a:pt x="10224958" y="28615"/>
                  </a:lnTo>
                  <a:lnTo>
                    <a:pt x="10309163" y="18699"/>
                  </a:lnTo>
                  <a:lnTo>
                    <a:pt x="10380061" y="11231"/>
                  </a:lnTo>
                  <a:lnTo>
                    <a:pt x="10435199" y="6007"/>
                  </a:lnTo>
                  <a:lnTo>
                    <a:pt x="10473768" y="2703"/>
                  </a:lnTo>
                  <a:lnTo>
                    <a:pt x="10496852" y="909"/>
                  </a:lnTo>
                  <a:lnTo>
                    <a:pt x="10507376" y="164"/>
                  </a:lnTo>
                  <a:lnTo>
                    <a:pt x="10509873" y="2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17" name="pl2017"/>
            <p:cNvSpPr/>
            <p:nvPr/>
          </p:nvSpPr>
          <p:spPr>
            <a:xfrm>
              <a:off x="4799595" y="6189374"/>
              <a:ext cx="11981298" cy="4585052"/>
            </a:xfrm>
            <a:custGeom>
              <a:avLst/>
              <a:pathLst>
                <a:path w="11981298" h="4585052">
                  <a:moveTo>
                    <a:pt x="11981298" y="0"/>
                  </a:moveTo>
                  <a:lnTo>
                    <a:pt x="10509911" y="0"/>
                  </a:lnTo>
                  <a:lnTo>
                    <a:pt x="10508783" y="71"/>
                  </a:lnTo>
                  <a:lnTo>
                    <a:pt x="10501367" y="581"/>
                  </a:lnTo>
                  <a:lnTo>
                    <a:pt x="10482668" y="1992"/>
                  </a:lnTo>
                  <a:lnTo>
                    <a:pt x="10449222" y="4768"/>
                  </a:lnTo>
                  <a:lnTo>
                    <a:pt x="10399344" y="9343"/>
                  </a:lnTo>
                  <a:lnTo>
                    <a:pt x="10333251" y="16071"/>
                  </a:lnTo>
                  <a:lnTo>
                    <a:pt x="10252923" y="25195"/>
                  </a:lnTo>
                  <a:lnTo>
                    <a:pt x="10161646" y="36839"/>
                  </a:lnTo>
                  <a:lnTo>
                    <a:pt x="10063382" y="51027"/>
                  </a:lnTo>
                  <a:lnTo>
                    <a:pt x="9962120" y="67720"/>
                  </a:lnTo>
                  <a:lnTo>
                    <a:pt x="9861363" y="86863"/>
                  </a:lnTo>
                  <a:lnTo>
                    <a:pt x="9763844" y="108426"/>
                  </a:lnTo>
                  <a:lnTo>
                    <a:pt x="9671435" y="132440"/>
                  </a:lnTo>
                  <a:lnTo>
                    <a:pt x="9585212" y="159013"/>
                  </a:lnTo>
                  <a:lnTo>
                    <a:pt x="9505600" y="188340"/>
                  </a:lnTo>
                  <a:lnTo>
                    <a:pt x="9432536" y="220707"/>
                  </a:lnTo>
                  <a:lnTo>
                    <a:pt x="9365619" y="256484"/>
                  </a:lnTo>
                  <a:lnTo>
                    <a:pt x="9304238" y="296114"/>
                  </a:lnTo>
                  <a:lnTo>
                    <a:pt x="9247669" y="340094"/>
                  </a:lnTo>
                  <a:lnTo>
                    <a:pt x="9195136" y="388933"/>
                  </a:lnTo>
                  <a:lnTo>
                    <a:pt x="9145873" y="443096"/>
                  </a:lnTo>
                  <a:lnTo>
                    <a:pt x="9099162" y="502899"/>
                  </a:lnTo>
                  <a:lnTo>
                    <a:pt x="9084767" y="523071"/>
                  </a:lnTo>
                  <a:lnTo>
                    <a:pt x="9048612" y="577418"/>
                  </a:lnTo>
                  <a:lnTo>
                    <a:pt x="9013343" y="635601"/>
                  </a:lnTo>
                  <a:lnTo>
                    <a:pt x="8978727" y="697699"/>
                  </a:lnTo>
                  <a:lnTo>
                    <a:pt x="8944575" y="763733"/>
                  </a:lnTo>
                  <a:lnTo>
                    <a:pt x="8910736" y="833661"/>
                  </a:lnTo>
                  <a:lnTo>
                    <a:pt x="8877090" y="907370"/>
                  </a:lnTo>
                  <a:lnTo>
                    <a:pt x="8843545" y="984675"/>
                  </a:lnTo>
                  <a:lnTo>
                    <a:pt x="8810033" y="1065317"/>
                  </a:lnTo>
                  <a:lnTo>
                    <a:pt x="8776509" y="1148959"/>
                  </a:lnTo>
                  <a:lnTo>
                    <a:pt x="8742947" y="1235196"/>
                  </a:lnTo>
                  <a:lnTo>
                    <a:pt x="8709337" y="1323556"/>
                  </a:lnTo>
                  <a:lnTo>
                    <a:pt x="8675680" y="1413513"/>
                  </a:lnTo>
                  <a:lnTo>
                    <a:pt x="8641990" y="1504499"/>
                  </a:lnTo>
                  <a:lnTo>
                    <a:pt x="8608285" y="1595915"/>
                  </a:lnTo>
                  <a:lnTo>
                    <a:pt x="8574587" y="1687153"/>
                  </a:lnTo>
                  <a:lnTo>
                    <a:pt x="8540914" y="1777609"/>
                  </a:lnTo>
                  <a:lnTo>
                    <a:pt x="8507284" y="1866700"/>
                  </a:lnTo>
                  <a:lnTo>
                    <a:pt x="8473702" y="1953881"/>
                  </a:lnTo>
                  <a:lnTo>
                    <a:pt x="8440165" y="2038656"/>
                  </a:lnTo>
                  <a:lnTo>
                    <a:pt x="8406652" y="2120591"/>
                  </a:lnTo>
                  <a:lnTo>
                    <a:pt x="8373128" y="2199321"/>
                  </a:lnTo>
                  <a:lnTo>
                    <a:pt x="8339533" y="2274553"/>
                  </a:lnTo>
                  <a:lnTo>
                    <a:pt x="8305787" y="2346071"/>
                  </a:lnTo>
                  <a:lnTo>
                    <a:pt x="8271782" y="2413734"/>
                  </a:lnTo>
                  <a:lnTo>
                    <a:pt x="8237380" y="2477471"/>
                  </a:lnTo>
                  <a:lnTo>
                    <a:pt x="8202408" y="2537276"/>
                  </a:lnTo>
                  <a:lnTo>
                    <a:pt x="8166653" y="2593206"/>
                  </a:lnTo>
                  <a:lnTo>
                    <a:pt x="8151487" y="2615359"/>
                  </a:lnTo>
                  <a:lnTo>
                    <a:pt x="8105451" y="2676973"/>
                  </a:lnTo>
                  <a:lnTo>
                    <a:pt x="8057071" y="2732903"/>
                  </a:lnTo>
                  <a:lnTo>
                    <a:pt x="8005658" y="2783386"/>
                  </a:lnTo>
                  <a:lnTo>
                    <a:pt x="7950454" y="2828853"/>
                  </a:lnTo>
                  <a:lnTo>
                    <a:pt x="7890682" y="2869809"/>
                  </a:lnTo>
                  <a:lnTo>
                    <a:pt x="7825596" y="2906758"/>
                  </a:lnTo>
                  <a:lnTo>
                    <a:pt x="7754538" y="2940163"/>
                  </a:lnTo>
                  <a:lnTo>
                    <a:pt x="7677030" y="2970420"/>
                  </a:lnTo>
                  <a:lnTo>
                    <a:pt x="7592886" y="2997841"/>
                  </a:lnTo>
                  <a:lnTo>
                    <a:pt x="7502358" y="3022651"/>
                  </a:lnTo>
                  <a:lnTo>
                    <a:pt x="7406298" y="3044986"/>
                  </a:lnTo>
                  <a:lnTo>
                    <a:pt x="7306314" y="3064898"/>
                  </a:lnTo>
                  <a:lnTo>
                    <a:pt x="7204865" y="3082373"/>
                  </a:lnTo>
                  <a:lnTo>
                    <a:pt x="7105233" y="3097363"/>
                  </a:lnTo>
                  <a:lnTo>
                    <a:pt x="7011296" y="3109816"/>
                  </a:lnTo>
                  <a:lnTo>
                    <a:pt x="6927090" y="3119731"/>
                  </a:lnTo>
                  <a:lnTo>
                    <a:pt x="6856192" y="3127199"/>
                  </a:lnTo>
                  <a:lnTo>
                    <a:pt x="6801054" y="3132424"/>
                  </a:lnTo>
                  <a:lnTo>
                    <a:pt x="6762485" y="3135727"/>
                  </a:lnTo>
                  <a:lnTo>
                    <a:pt x="6739401" y="3137521"/>
                  </a:lnTo>
                  <a:lnTo>
                    <a:pt x="6728877" y="3138266"/>
                  </a:lnTo>
                  <a:lnTo>
                    <a:pt x="6726380" y="3138429"/>
                  </a:lnTo>
                  <a:lnTo>
                    <a:pt x="6726343" y="3138431"/>
                  </a:lnTo>
                  <a:lnTo>
                    <a:pt x="5254955" y="3138431"/>
                  </a:lnTo>
                  <a:lnTo>
                    <a:pt x="5253743" y="3138466"/>
                  </a:lnTo>
                  <a:lnTo>
                    <a:pt x="5245784" y="3138720"/>
                  </a:lnTo>
                  <a:lnTo>
                    <a:pt x="5225760" y="3139420"/>
                  </a:lnTo>
                  <a:lnTo>
                    <a:pt x="5190057" y="3140798"/>
                  </a:lnTo>
                  <a:lnTo>
                    <a:pt x="5137035" y="3143066"/>
                  </a:lnTo>
                  <a:lnTo>
                    <a:pt x="5067157" y="3146394"/>
                  </a:lnTo>
                  <a:lnTo>
                    <a:pt x="4982774" y="3150894"/>
                  </a:lnTo>
                  <a:lnTo>
                    <a:pt x="4887586" y="3156618"/>
                  </a:lnTo>
                  <a:lnTo>
                    <a:pt x="4785911" y="3163573"/>
                  </a:lnTo>
                  <a:lnTo>
                    <a:pt x="4681965" y="3171733"/>
                  </a:lnTo>
                  <a:lnTo>
                    <a:pt x="4579342" y="3181075"/>
                  </a:lnTo>
                  <a:lnTo>
                    <a:pt x="4480742" y="3191589"/>
                  </a:lnTo>
                  <a:lnTo>
                    <a:pt x="4387924" y="3203301"/>
                  </a:lnTo>
                  <a:lnTo>
                    <a:pt x="4301812" y="3216278"/>
                  </a:lnTo>
                  <a:lnTo>
                    <a:pt x="4222667" y="3230631"/>
                  </a:lnTo>
                  <a:lnTo>
                    <a:pt x="4150275" y="3246519"/>
                  </a:lnTo>
                  <a:lnTo>
                    <a:pt x="4084105" y="3264140"/>
                  </a:lnTo>
                  <a:lnTo>
                    <a:pt x="4023437" y="3283725"/>
                  </a:lnTo>
                  <a:lnTo>
                    <a:pt x="3967461" y="3305526"/>
                  </a:lnTo>
                  <a:lnTo>
                    <a:pt x="3915341" y="3329791"/>
                  </a:lnTo>
                  <a:lnTo>
                    <a:pt x="3866271" y="3356723"/>
                  </a:lnTo>
                  <a:lnTo>
                    <a:pt x="3829811" y="3379534"/>
                  </a:lnTo>
                  <a:lnTo>
                    <a:pt x="3782762" y="3412616"/>
                  </a:lnTo>
                  <a:lnTo>
                    <a:pt x="3737099" y="3448738"/>
                  </a:lnTo>
                  <a:lnTo>
                    <a:pt x="3692350" y="3487952"/>
                  </a:lnTo>
                  <a:lnTo>
                    <a:pt x="3648156" y="3530232"/>
                  </a:lnTo>
                  <a:lnTo>
                    <a:pt x="3604255" y="3575457"/>
                  </a:lnTo>
                  <a:lnTo>
                    <a:pt x="3560462" y="3623406"/>
                  </a:lnTo>
                  <a:lnTo>
                    <a:pt x="3516660" y="3673759"/>
                  </a:lnTo>
                  <a:lnTo>
                    <a:pt x="3472791" y="3726099"/>
                  </a:lnTo>
                  <a:lnTo>
                    <a:pt x="3428840" y="3779926"/>
                  </a:lnTo>
                  <a:lnTo>
                    <a:pt x="3384826" y="3834670"/>
                  </a:lnTo>
                  <a:lnTo>
                    <a:pt x="3340789" y="3889722"/>
                  </a:lnTo>
                  <a:lnTo>
                    <a:pt x="3296775" y="3944456"/>
                  </a:lnTo>
                  <a:lnTo>
                    <a:pt x="3252825" y="3998262"/>
                  </a:lnTo>
                  <a:lnTo>
                    <a:pt x="3208957" y="4050574"/>
                  </a:lnTo>
                  <a:lnTo>
                    <a:pt x="3165157" y="4100890"/>
                  </a:lnTo>
                  <a:lnTo>
                    <a:pt x="3121363" y="4148796"/>
                  </a:lnTo>
                  <a:lnTo>
                    <a:pt x="3077458" y="4193973"/>
                  </a:lnTo>
                  <a:lnTo>
                    <a:pt x="3033258" y="4236203"/>
                  </a:lnTo>
                  <a:lnTo>
                    <a:pt x="2988496" y="4275367"/>
                  </a:lnTo>
                  <a:lnTo>
                    <a:pt x="2942815" y="4311438"/>
                  </a:lnTo>
                  <a:lnTo>
                    <a:pt x="2896531" y="4343948"/>
                  </a:lnTo>
                  <a:lnTo>
                    <a:pt x="2849324" y="4373020"/>
                  </a:lnTo>
                  <a:lnTo>
                    <a:pt x="2799639" y="4399343"/>
                  </a:lnTo>
                  <a:lnTo>
                    <a:pt x="2746728" y="4423037"/>
                  </a:lnTo>
                  <a:lnTo>
                    <a:pt x="2689776" y="4444321"/>
                  </a:lnTo>
                  <a:lnTo>
                    <a:pt x="2627946" y="4463445"/>
                  </a:lnTo>
                  <a:lnTo>
                    <a:pt x="2560441" y="4480659"/>
                  </a:lnTo>
                  <a:lnTo>
                    <a:pt x="2486576" y="4496188"/>
                  </a:lnTo>
                  <a:lnTo>
                    <a:pt x="2405879" y="4510221"/>
                  </a:lnTo>
                  <a:lnTo>
                    <a:pt x="2318224" y="4522907"/>
                  </a:lnTo>
                  <a:lnTo>
                    <a:pt x="2224006" y="4534347"/>
                  </a:lnTo>
                  <a:lnTo>
                    <a:pt x="2124321" y="4544598"/>
                  </a:lnTo>
                  <a:lnTo>
                    <a:pt x="2021134" y="4553677"/>
                  </a:lnTo>
                  <a:lnTo>
                    <a:pt x="1917355" y="4561571"/>
                  </a:lnTo>
                  <a:lnTo>
                    <a:pt x="1816751" y="4568251"/>
                  </a:lnTo>
                  <a:lnTo>
                    <a:pt x="1723615" y="4573701"/>
                  </a:lnTo>
                  <a:lnTo>
                    <a:pt x="1642191" y="4577932"/>
                  </a:lnTo>
                  <a:lnTo>
                    <a:pt x="1575938" y="4581010"/>
                  </a:lnTo>
                  <a:lnTo>
                    <a:pt x="1526823" y="4583063"/>
                  </a:lnTo>
                  <a:lnTo>
                    <a:pt x="1494842" y="4584270"/>
                  </a:lnTo>
                  <a:lnTo>
                    <a:pt x="1477895" y="4584850"/>
                  </a:lnTo>
                  <a:lnTo>
                    <a:pt x="1471962" y="4585035"/>
                  </a:lnTo>
                  <a:lnTo>
                    <a:pt x="1471387" y="4585052"/>
                  </a:lnTo>
                  <a:lnTo>
                    <a:pt x="0" y="458505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18" name="pg2018"/>
            <p:cNvSpPr/>
            <p:nvPr/>
          </p:nvSpPr>
          <p:spPr>
            <a:xfrm>
              <a:off x="4799595" y="7807627"/>
              <a:ext cx="11981298" cy="2991317"/>
            </a:xfrm>
            <a:custGeom>
              <a:avLst/>
              <a:pathLst>
                <a:path w="11981298" h="2991317">
                  <a:moveTo>
                    <a:pt x="0" y="2991317"/>
                  </a:moveTo>
                  <a:lnTo>
                    <a:pt x="1471387" y="2991317"/>
                  </a:lnTo>
                  <a:lnTo>
                    <a:pt x="1472620" y="2991301"/>
                  </a:lnTo>
                  <a:lnTo>
                    <a:pt x="1480711" y="2991189"/>
                  </a:lnTo>
                  <a:lnTo>
                    <a:pt x="1501055" y="2990879"/>
                  </a:lnTo>
                  <a:lnTo>
                    <a:pt x="1537303" y="2990269"/>
                  </a:lnTo>
                  <a:lnTo>
                    <a:pt x="1591078" y="2989266"/>
                  </a:lnTo>
                  <a:lnTo>
                    <a:pt x="1661859" y="2987794"/>
                  </a:lnTo>
                  <a:lnTo>
                    <a:pt x="1747200" y="2985806"/>
                  </a:lnTo>
                  <a:lnTo>
                    <a:pt x="1843301" y="2983278"/>
                  </a:lnTo>
                  <a:lnTo>
                    <a:pt x="1945761" y="2980209"/>
                  </a:lnTo>
                  <a:lnTo>
                    <a:pt x="2050314" y="2976611"/>
                  </a:lnTo>
                  <a:lnTo>
                    <a:pt x="2153346" y="2972493"/>
                  </a:lnTo>
                  <a:lnTo>
                    <a:pt x="2252172" y="2967859"/>
                  </a:lnTo>
                  <a:lnTo>
                    <a:pt x="2345060" y="2962696"/>
                  </a:lnTo>
                  <a:lnTo>
                    <a:pt x="2431125" y="2956974"/>
                  </a:lnTo>
                  <a:lnTo>
                    <a:pt x="2510146" y="2950641"/>
                  </a:lnTo>
                  <a:lnTo>
                    <a:pt x="2582372" y="2943627"/>
                  </a:lnTo>
                  <a:lnTo>
                    <a:pt x="2648366" y="2935841"/>
                  </a:lnTo>
                  <a:lnTo>
                    <a:pt x="2708871" y="2927180"/>
                  </a:lnTo>
                  <a:lnTo>
                    <a:pt x="2764718" y="2917532"/>
                  </a:lnTo>
                  <a:lnTo>
                    <a:pt x="2816756" y="2906789"/>
                  </a:lnTo>
                  <a:lnTo>
                    <a:pt x="2865797" y="2894866"/>
                  </a:lnTo>
                  <a:lnTo>
                    <a:pt x="2896531" y="2886430"/>
                  </a:lnTo>
                  <a:lnTo>
                    <a:pt x="2950285" y="2869839"/>
                  </a:lnTo>
                  <a:lnTo>
                    <a:pt x="3002317" y="2851508"/>
                  </a:lnTo>
                  <a:lnTo>
                    <a:pt x="3053298" y="2831413"/>
                  </a:lnTo>
                  <a:lnTo>
                    <a:pt x="3103712" y="2809594"/>
                  </a:lnTo>
                  <a:lnTo>
                    <a:pt x="3153892" y="2786162"/>
                  </a:lnTo>
                  <a:lnTo>
                    <a:pt x="3204046" y="2761304"/>
                  </a:lnTo>
                  <a:lnTo>
                    <a:pt x="3254282" y="2735279"/>
                  </a:lnTo>
                  <a:lnTo>
                    <a:pt x="3304624" y="2708413"/>
                  </a:lnTo>
                  <a:lnTo>
                    <a:pt x="3355041" y="2681080"/>
                  </a:lnTo>
                  <a:lnTo>
                    <a:pt x="3405469" y="2653680"/>
                  </a:lnTo>
                  <a:lnTo>
                    <a:pt x="3455841" y="2626620"/>
                  </a:lnTo>
                  <a:lnTo>
                    <a:pt x="3506111" y="2600287"/>
                  </a:lnTo>
                  <a:lnTo>
                    <a:pt x="3556285" y="2575021"/>
                  </a:lnTo>
                  <a:lnTo>
                    <a:pt x="3606439" y="2551105"/>
                  </a:lnTo>
                  <a:lnTo>
                    <a:pt x="3656747" y="2528750"/>
                  </a:lnTo>
                  <a:lnTo>
                    <a:pt x="3707500" y="2508091"/>
                  </a:lnTo>
                  <a:lnTo>
                    <a:pt x="3759130" y="2489191"/>
                  </a:lnTo>
                  <a:lnTo>
                    <a:pt x="3812243" y="2472045"/>
                  </a:lnTo>
                  <a:lnTo>
                    <a:pt x="3829811" y="2466883"/>
                  </a:lnTo>
                  <a:lnTo>
                    <a:pt x="3877294" y="2454167"/>
                  </a:lnTo>
                  <a:lnTo>
                    <a:pt x="3927289" y="2442660"/>
                  </a:lnTo>
                  <a:lnTo>
                    <a:pt x="3980555" y="2432309"/>
                  </a:lnTo>
                  <a:lnTo>
                    <a:pt x="4037924" y="2423017"/>
                  </a:lnTo>
                  <a:lnTo>
                    <a:pt x="4100245" y="2414673"/>
                  </a:lnTo>
                  <a:lnTo>
                    <a:pt x="4168327" y="2407166"/>
                  </a:lnTo>
                  <a:lnTo>
                    <a:pt x="4242864" y="2400398"/>
                  </a:lnTo>
                  <a:lnTo>
                    <a:pt x="4324324" y="2394284"/>
                  </a:lnTo>
                  <a:lnTo>
                    <a:pt x="4412815" y="2388761"/>
                  </a:lnTo>
                  <a:lnTo>
                    <a:pt x="4507906" y="2383785"/>
                  </a:lnTo>
                  <a:lnTo>
                    <a:pt x="4608437" y="2379331"/>
                  </a:lnTo>
                  <a:lnTo>
                    <a:pt x="4712352" y="2375392"/>
                  </a:lnTo>
                  <a:lnTo>
                    <a:pt x="4816629" y="2371976"/>
                  </a:lnTo>
                  <a:lnTo>
                    <a:pt x="4917384" y="2369095"/>
                  </a:lnTo>
                  <a:lnTo>
                    <a:pt x="5010230" y="2366756"/>
                  </a:lnTo>
                  <a:lnTo>
                    <a:pt x="5090889" y="2364951"/>
                  </a:lnTo>
                  <a:lnTo>
                    <a:pt x="5155948" y="2363649"/>
                  </a:lnTo>
                  <a:lnTo>
                    <a:pt x="5203584" y="2362792"/>
                  </a:lnTo>
                  <a:lnTo>
                    <a:pt x="5234014" y="2362297"/>
                  </a:lnTo>
                  <a:lnTo>
                    <a:pt x="5249591" y="2362068"/>
                  </a:lnTo>
                  <a:lnTo>
                    <a:pt x="5254606" y="2362000"/>
                  </a:lnTo>
                  <a:lnTo>
                    <a:pt x="5254955" y="2361996"/>
                  </a:lnTo>
                  <a:lnTo>
                    <a:pt x="6726343" y="2361996"/>
                  </a:lnTo>
                  <a:lnTo>
                    <a:pt x="6727516" y="2361940"/>
                  </a:lnTo>
                  <a:lnTo>
                    <a:pt x="6735222" y="2361542"/>
                  </a:lnTo>
                  <a:lnTo>
                    <a:pt x="6754630" y="2360440"/>
                  </a:lnTo>
                  <a:lnTo>
                    <a:pt x="6789286" y="2358272"/>
                  </a:lnTo>
                  <a:lnTo>
                    <a:pt x="6840851" y="2354703"/>
                  </a:lnTo>
                  <a:lnTo>
                    <a:pt x="6908982" y="2349460"/>
                  </a:lnTo>
                  <a:lnTo>
                    <a:pt x="6991500" y="2342360"/>
                  </a:lnTo>
                  <a:lnTo>
                    <a:pt x="7084898" y="2333315"/>
                  </a:lnTo>
                  <a:lnTo>
                    <a:pt x="7185021" y="2322311"/>
                  </a:lnTo>
                  <a:lnTo>
                    <a:pt x="7287757" y="2309384"/>
                  </a:lnTo>
                  <a:lnTo>
                    <a:pt x="7389548" y="2294575"/>
                  </a:lnTo>
                  <a:lnTo>
                    <a:pt x="7487677" y="2277900"/>
                  </a:lnTo>
                  <a:lnTo>
                    <a:pt x="7580330" y="2259329"/>
                  </a:lnTo>
                  <a:lnTo>
                    <a:pt x="7666511" y="2238766"/>
                  </a:lnTo>
                  <a:lnTo>
                    <a:pt x="7745882" y="2216044"/>
                  </a:lnTo>
                  <a:lnTo>
                    <a:pt x="7818590" y="2190929"/>
                  </a:lnTo>
                  <a:lnTo>
                    <a:pt x="7885104" y="2163117"/>
                  </a:lnTo>
                  <a:lnTo>
                    <a:pt x="7946095" y="2132253"/>
                  </a:lnTo>
                  <a:lnTo>
                    <a:pt x="8002335" y="2097944"/>
                  </a:lnTo>
                  <a:lnTo>
                    <a:pt x="8054633" y="2059795"/>
                  </a:lnTo>
                  <a:lnTo>
                    <a:pt x="8103778" y="2017464"/>
                  </a:lnTo>
                  <a:lnTo>
                    <a:pt x="8150492" y="1970758"/>
                  </a:lnTo>
                  <a:lnTo>
                    <a:pt x="8151487" y="1969692"/>
                  </a:lnTo>
                  <a:lnTo>
                    <a:pt x="8191921" y="1923841"/>
                  </a:lnTo>
                  <a:lnTo>
                    <a:pt x="8231283" y="1874369"/>
                  </a:lnTo>
                  <a:lnTo>
                    <a:pt x="8269885" y="1821204"/>
                  </a:lnTo>
                  <a:lnTo>
                    <a:pt x="8307976" y="1764344"/>
                  </a:lnTo>
                  <a:lnTo>
                    <a:pt x="8345752" y="1703863"/>
                  </a:lnTo>
                  <a:lnTo>
                    <a:pt x="8383358" y="1639921"/>
                  </a:lnTo>
                  <a:lnTo>
                    <a:pt x="8420901" y="1572765"/>
                  </a:lnTo>
                  <a:lnTo>
                    <a:pt x="8458451" y="1502732"/>
                  </a:lnTo>
                  <a:lnTo>
                    <a:pt x="8496048" y="1430243"/>
                  </a:lnTo>
                  <a:lnTo>
                    <a:pt x="8533706" y="1355795"/>
                  </a:lnTo>
                  <a:lnTo>
                    <a:pt x="8571419" y="1279950"/>
                  </a:lnTo>
                  <a:lnTo>
                    <a:pt x="8609166" y="1203317"/>
                  </a:lnTo>
                  <a:lnTo>
                    <a:pt x="8646921" y="1126531"/>
                  </a:lnTo>
                  <a:lnTo>
                    <a:pt x="8684654" y="1050234"/>
                  </a:lnTo>
                  <a:lnTo>
                    <a:pt x="8722340" y="975050"/>
                  </a:lnTo>
                  <a:lnTo>
                    <a:pt x="8759965" y="901564"/>
                  </a:lnTo>
                  <a:lnTo>
                    <a:pt x="8797534" y="830308"/>
                  </a:lnTo>
                  <a:lnTo>
                    <a:pt x="8835073" y="761739"/>
                  </a:lnTo>
                  <a:lnTo>
                    <a:pt x="8872639" y="696236"/>
                  </a:lnTo>
                  <a:lnTo>
                    <a:pt x="8910318" y="634087"/>
                  </a:lnTo>
                  <a:lnTo>
                    <a:pt x="8948239" y="575493"/>
                  </a:lnTo>
                  <a:lnTo>
                    <a:pt x="8986571" y="520570"/>
                  </a:lnTo>
                  <a:lnTo>
                    <a:pt x="9025537" y="469350"/>
                  </a:lnTo>
                  <a:lnTo>
                    <a:pt x="9065419" y="421794"/>
                  </a:lnTo>
                  <a:lnTo>
                    <a:pt x="9084767" y="400476"/>
                  </a:lnTo>
                  <a:lnTo>
                    <a:pt x="9131435" y="353675"/>
                  </a:lnTo>
                  <a:lnTo>
                    <a:pt x="9180519" y="311250"/>
                  </a:lnTo>
                  <a:lnTo>
                    <a:pt x="9232740" y="273013"/>
                  </a:lnTo>
                  <a:lnTo>
                    <a:pt x="9288886" y="238624"/>
                  </a:lnTo>
                  <a:lnTo>
                    <a:pt x="9349765" y="207689"/>
                  </a:lnTo>
                  <a:lnTo>
                    <a:pt x="9416151" y="179815"/>
                  </a:lnTo>
                  <a:lnTo>
                    <a:pt x="9488718" y="154644"/>
                  </a:lnTo>
                  <a:lnTo>
                    <a:pt x="9567942" y="131874"/>
                  </a:lnTo>
                  <a:lnTo>
                    <a:pt x="9653976" y="111265"/>
                  </a:lnTo>
                  <a:lnTo>
                    <a:pt x="9746496" y="92652"/>
                  </a:lnTo>
                  <a:lnTo>
                    <a:pt x="9844522" y="75937"/>
                  </a:lnTo>
                  <a:lnTo>
                    <a:pt x="9946259" y="61087"/>
                  </a:lnTo>
                  <a:lnTo>
                    <a:pt x="10049009" y="48118"/>
                  </a:lnTo>
                  <a:lnTo>
                    <a:pt x="10149232" y="37073"/>
                  </a:lnTo>
                  <a:lnTo>
                    <a:pt x="10242821" y="27985"/>
                  </a:lnTo>
                  <a:lnTo>
                    <a:pt x="10325617" y="20843"/>
                  </a:lnTo>
                  <a:lnTo>
                    <a:pt x="10394090" y="15561"/>
                  </a:lnTo>
                  <a:lnTo>
                    <a:pt x="10446027" y="11958"/>
                  </a:lnTo>
                  <a:lnTo>
                    <a:pt x="10481041" y="9763"/>
                  </a:lnTo>
                  <a:lnTo>
                    <a:pt x="10500749" y="8642"/>
                  </a:lnTo>
                  <a:lnTo>
                    <a:pt x="10508661" y="8232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8738" y="55"/>
                  </a:lnTo>
                  <a:lnTo>
                    <a:pt x="10501031" y="454"/>
                  </a:lnTo>
                  <a:lnTo>
                    <a:pt x="10481623" y="1555"/>
                  </a:lnTo>
                  <a:lnTo>
                    <a:pt x="10446968" y="3723"/>
                  </a:lnTo>
                  <a:lnTo>
                    <a:pt x="10395402" y="7293"/>
                  </a:lnTo>
                  <a:lnTo>
                    <a:pt x="10327272" y="12536"/>
                  </a:lnTo>
                  <a:lnTo>
                    <a:pt x="10244753" y="19635"/>
                  </a:lnTo>
                  <a:lnTo>
                    <a:pt x="10151356" y="28681"/>
                  </a:lnTo>
                  <a:lnTo>
                    <a:pt x="10051232" y="39684"/>
                  </a:lnTo>
                  <a:lnTo>
                    <a:pt x="9948496" y="52611"/>
                  </a:lnTo>
                  <a:lnTo>
                    <a:pt x="9846705" y="67421"/>
                  </a:lnTo>
                  <a:lnTo>
                    <a:pt x="9748576" y="84095"/>
                  </a:lnTo>
                  <a:lnTo>
                    <a:pt x="9655923" y="102666"/>
                  </a:lnTo>
                  <a:lnTo>
                    <a:pt x="9569742" y="123230"/>
                  </a:lnTo>
                  <a:lnTo>
                    <a:pt x="9490371" y="145951"/>
                  </a:lnTo>
                  <a:lnTo>
                    <a:pt x="9417664" y="171067"/>
                  </a:lnTo>
                  <a:lnTo>
                    <a:pt x="9351149" y="198878"/>
                  </a:lnTo>
                  <a:lnTo>
                    <a:pt x="9290158" y="229742"/>
                  </a:lnTo>
                  <a:lnTo>
                    <a:pt x="9233918" y="264051"/>
                  </a:lnTo>
                  <a:lnTo>
                    <a:pt x="9181620" y="302201"/>
                  </a:lnTo>
                  <a:lnTo>
                    <a:pt x="9132476" y="344532"/>
                  </a:lnTo>
                  <a:lnTo>
                    <a:pt x="9085762" y="391238"/>
                  </a:lnTo>
                  <a:lnTo>
                    <a:pt x="9084767" y="392303"/>
                  </a:lnTo>
                  <a:lnTo>
                    <a:pt x="9044332" y="438154"/>
                  </a:lnTo>
                  <a:lnTo>
                    <a:pt x="9004971" y="487626"/>
                  </a:lnTo>
                  <a:lnTo>
                    <a:pt x="8966369" y="540791"/>
                  </a:lnTo>
                  <a:lnTo>
                    <a:pt x="8928277" y="597652"/>
                  </a:lnTo>
                  <a:lnTo>
                    <a:pt x="8890501" y="658133"/>
                  </a:lnTo>
                  <a:lnTo>
                    <a:pt x="8852895" y="722075"/>
                  </a:lnTo>
                  <a:lnTo>
                    <a:pt x="8815352" y="789231"/>
                  </a:lnTo>
                  <a:lnTo>
                    <a:pt x="8777802" y="859264"/>
                  </a:lnTo>
                  <a:lnTo>
                    <a:pt x="8740205" y="931753"/>
                  </a:lnTo>
                  <a:lnTo>
                    <a:pt x="8702547" y="1006201"/>
                  </a:lnTo>
                  <a:lnTo>
                    <a:pt x="8664835" y="1082046"/>
                  </a:lnTo>
                  <a:lnTo>
                    <a:pt x="8627087" y="1158679"/>
                  </a:lnTo>
                  <a:lnTo>
                    <a:pt x="8589332" y="1235465"/>
                  </a:lnTo>
                  <a:lnTo>
                    <a:pt x="8551599" y="1311762"/>
                  </a:lnTo>
                  <a:lnTo>
                    <a:pt x="8513914" y="1386946"/>
                  </a:lnTo>
                  <a:lnTo>
                    <a:pt x="8476288" y="1460431"/>
                  </a:lnTo>
                  <a:lnTo>
                    <a:pt x="8438719" y="1531688"/>
                  </a:lnTo>
                  <a:lnTo>
                    <a:pt x="8401180" y="1600256"/>
                  </a:lnTo>
                  <a:lnTo>
                    <a:pt x="8363614" y="1665760"/>
                  </a:lnTo>
                  <a:lnTo>
                    <a:pt x="8325935" y="1727909"/>
                  </a:lnTo>
                  <a:lnTo>
                    <a:pt x="8288014" y="1786502"/>
                  </a:lnTo>
                  <a:lnTo>
                    <a:pt x="8249682" y="1841425"/>
                  </a:lnTo>
                  <a:lnTo>
                    <a:pt x="8210716" y="1892645"/>
                  </a:lnTo>
                  <a:lnTo>
                    <a:pt x="8170835" y="1940202"/>
                  </a:lnTo>
                  <a:lnTo>
                    <a:pt x="8151487" y="1961519"/>
                  </a:lnTo>
                  <a:lnTo>
                    <a:pt x="8104818" y="2008321"/>
                  </a:lnTo>
                  <a:lnTo>
                    <a:pt x="8055734" y="2050746"/>
                  </a:lnTo>
                  <a:lnTo>
                    <a:pt x="8003513" y="2088983"/>
                  </a:lnTo>
                  <a:lnTo>
                    <a:pt x="7947367" y="2123372"/>
                  </a:lnTo>
                  <a:lnTo>
                    <a:pt x="7886488" y="2154306"/>
                  </a:lnTo>
                  <a:lnTo>
                    <a:pt x="7820102" y="2182180"/>
                  </a:lnTo>
                  <a:lnTo>
                    <a:pt x="7747535" y="2207351"/>
                  </a:lnTo>
                  <a:lnTo>
                    <a:pt x="7668312" y="2230122"/>
                  </a:lnTo>
                  <a:lnTo>
                    <a:pt x="7582278" y="2250730"/>
                  </a:lnTo>
                  <a:lnTo>
                    <a:pt x="7489758" y="2269343"/>
                  </a:lnTo>
                  <a:lnTo>
                    <a:pt x="7391732" y="2286058"/>
                  </a:lnTo>
                  <a:lnTo>
                    <a:pt x="7289995" y="2300909"/>
                  </a:lnTo>
                  <a:lnTo>
                    <a:pt x="7187244" y="2313877"/>
                  </a:lnTo>
                  <a:lnTo>
                    <a:pt x="7087021" y="2324923"/>
                  </a:lnTo>
                  <a:lnTo>
                    <a:pt x="6993432" y="2334011"/>
                  </a:lnTo>
                  <a:lnTo>
                    <a:pt x="6910636" y="2341152"/>
                  </a:lnTo>
                  <a:lnTo>
                    <a:pt x="6842163" y="2346434"/>
                  </a:lnTo>
                  <a:lnTo>
                    <a:pt x="6790226" y="2350038"/>
                  </a:lnTo>
                  <a:lnTo>
                    <a:pt x="6755213" y="2352233"/>
                  </a:lnTo>
                  <a:lnTo>
                    <a:pt x="6735504" y="2353354"/>
                  </a:lnTo>
                  <a:lnTo>
                    <a:pt x="6727592" y="2353763"/>
                  </a:lnTo>
                  <a:lnTo>
                    <a:pt x="6726343" y="2353823"/>
                  </a:lnTo>
                  <a:lnTo>
                    <a:pt x="5254955" y="2353823"/>
                  </a:lnTo>
                  <a:lnTo>
                    <a:pt x="5253722" y="2353839"/>
                  </a:lnTo>
                  <a:lnTo>
                    <a:pt x="5245632" y="2353951"/>
                  </a:lnTo>
                  <a:lnTo>
                    <a:pt x="5225287" y="2354261"/>
                  </a:lnTo>
                  <a:lnTo>
                    <a:pt x="5189039" y="2354871"/>
                  </a:lnTo>
                  <a:lnTo>
                    <a:pt x="5135264" y="2355874"/>
                  </a:lnTo>
                  <a:lnTo>
                    <a:pt x="5064483" y="2357346"/>
                  </a:lnTo>
                  <a:lnTo>
                    <a:pt x="4979142" y="2359334"/>
                  </a:lnTo>
                  <a:lnTo>
                    <a:pt x="4883042" y="2361862"/>
                  </a:lnTo>
                  <a:lnTo>
                    <a:pt x="4780581" y="2364930"/>
                  </a:lnTo>
                  <a:lnTo>
                    <a:pt x="4676028" y="2368529"/>
                  </a:lnTo>
                  <a:lnTo>
                    <a:pt x="4572996" y="2372647"/>
                  </a:lnTo>
                  <a:lnTo>
                    <a:pt x="4474170" y="2377281"/>
                  </a:lnTo>
                  <a:lnTo>
                    <a:pt x="4381282" y="2382444"/>
                  </a:lnTo>
                  <a:lnTo>
                    <a:pt x="4295217" y="2388166"/>
                  </a:lnTo>
                  <a:lnTo>
                    <a:pt x="4216196" y="2394499"/>
                  </a:lnTo>
                  <a:lnTo>
                    <a:pt x="4143970" y="2401513"/>
                  </a:lnTo>
                  <a:lnTo>
                    <a:pt x="4077976" y="2409299"/>
                  </a:lnTo>
                  <a:lnTo>
                    <a:pt x="4017471" y="2417960"/>
                  </a:lnTo>
                  <a:lnTo>
                    <a:pt x="3961624" y="2427608"/>
                  </a:lnTo>
                  <a:lnTo>
                    <a:pt x="3909587" y="2438351"/>
                  </a:lnTo>
                  <a:lnTo>
                    <a:pt x="3860546" y="2450274"/>
                  </a:lnTo>
                  <a:lnTo>
                    <a:pt x="3829811" y="2458710"/>
                  </a:lnTo>
                  <a:lnTo>
                    <a:pt x="3776057" y="2475301"/>
                  </a:lnTo>
                  <a:lnTo>
                    <a:pt x="3724025" y="2493632"/>
                  </a:lnTo>
                  <a:lnTo>
                    <a:pt x="3673044" y="2513727"/>
                  </a:lnTo>
                  <a:lnTo>
                    <a:pt x="3622630" y="2535546"/>
                  </a:lnTo>
                  <a:lnTo>
                    <a:pt x="3572450" y="2558978"/>
                  </a:lnTo>
                  <a:lnTo>
                    <a:pt x="3522296" y="2583836"/>
                  </a:lnTo>
                  <a:lnTo>
                    <a:pt x="3472060" y="2609861"/>
                  </a:lnTo>
                  <a:lnTo>
                    <a:pt x="3421718" y="2636726"/>
                  </a:lnTo>
                  <a:lnTo>
                    <a:pt x="3371301" y="2664060"/>
                  </a:lnTo>
                  <a:lnTo>
                    <a:pt x="3320873" y="2691460"/>
                  </a:lnTo>
                  <a:lnTo>
                    <a:pt x="3270501" y="2718519"/>
                  </a:lnTo>
                  <a:lnTo>
                    <a:pt x="3220231" y="2744853"/>
                  </a:lnTo>
                  <a:lnTo>
                    <a:pt x="3170058" y="2770119"/>
                  </a:lnTo>
                  <a:lnTo>
                    <a:pt x="3119903" y="2794035"/>
                  </a:lnTo>
                  <a:lnTo>
                    <a:pt x="3069595" y="2816390"/>
                  </a:lnTo>
                  <a:lnTo>
                    <a:pt x="3018842" y="2837049"/>
                  </a:lnTo>
                  <a:lnTo>
                    <a:pt x="2967212" y="2855949"/>
                  </a:lnTo>
                  <a:lnTo>
                    <a:pt x="2914100" y="2873094"/>
                  </a:lnTo>
                  <a:lnTo>
                    <a:pt x="2896531" y="2878257"/>
                  </a:lnTo>
                  <a:lnTo>
                    <a:pt x="2849048" y="2890973"/>
                  </a:lnTo>
                  <a:lnTo>
                    <a:pt x="2799053" y="2902479"/>
                  </a:lnTo>
                  <a:lnTo>
                    <a:pt x="2745787" y="2912830"/>
                  </a:lnTo>
                  <a:lnTo>
                    <a:pt x="2688418" y="2922122"/>
                  </a:lnTo>
                  <a:lnTo>
                    <a:pt x="2626097" y="2930467"/>
                  </a:lnTo>
                  <a:lnTo>
                    <a:pt x="2558015" y="2937974"/>
                  </a:lnTo>
                  <a:lnTo>
                    <a:pt x="2483478" y="2944742"/>
                  </a:lnTo>
                  <a:lnTo>
                    <a:pt x="2402018" y="2950856"/>
                  </a:lnTo>
                  <a:lnTo>
                    <a:pt x="2313527" y="2956378"/>
                  </a:lnTo>
                  <a:lnTo>
                    <a:pt x="2218436" y="2961355"/>
                  </a:lnTo>
                  <a:lnTo>
                    <a:pt x="2117905" y="2965809"/>
                  </a:lnTo>
                  <a:lnTo>
                    <a:pt x="2013990" y="2969747"/>
                  </a:lnTo>
                  <a:lnTo>
                    <a:pt x="1909713" y="2973163"/>
                  </a:lnTo>
                  <a:lnTo>
                    <a:pt x="1808958" y="2976045"/>
                  </a:lnTo>
                  <a:lnTo>
                    <a:pt x="1716112" y="2978384"/>
                  </a:lnTo>
                  <a:lnTo>
                    <a:pt x="1635454" y="2980189"/>
                  </a:lnTo>
                  <a:lnTo>
                    <a:pt x="1570394" y="2981491"/>
                  </a:lnTo>
                  <a:lnTo>
                    <a:pt x="1522758" y="2982348"/>
                  </a:lnTo>
                  <a:lnTo>
                    <a:pt x="1492329" y="2982843"/>
                  </a:lnTo>
                  <a:lnTo>
                    <a:pt x="1476751" y="2983072"/>
                  </a:lnTo>
                  <a:lnTo>
                    <a:pt x="1471736" y="2983140"/>
                  </a:lnTo>
                  <a:lnTo>
                    <a:pt x="1471387" y="2983144"/>
                  </a:lnTo>
                  <a:lnTo>
                    <a:pt x="0" y="2983144"/>
                  </a:lnTo>
                  <a:close/>
                </a:path>
              </a:pathLst>
            </a:custGeom>
            <a:solidFill>
              <a:srgbClr val="DFC48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2019" name="pl2019"/>
            <p:cNvSpPr/>
            <p:nvPr/>
          </p:nvSpPr>
          <p:spPr>
            <a:xfrm>
              <a:off x="4799595" y="7815800"/>
              <a:ext cx="11981298" cy="2983144"/>
            </a:xfrm>
            <a:custGeom>
              <a:avLst/>
              <a:pathLst>
                <a:path w="11981298" h="2983144">
                  <a:moveTo>
                    <a:pt x="0" y="2983144"/>
                  </a:moveTo>
                  <a:lnTo>
                    <a:pt x="1471387" y="2983144"/>
                  </a:lnTo>
                  <a:lnTo>
                    <a:pt x="1472620" y="2983128"/>
                  </a:lnTo>
                  <a:lnTo>
                    <a:pt x="1480711" y="2983016"/>
                  </a:lnTo>
                  <a:lnTo>
                    <a:pt x="1501055" y="2982706"/>
                  </a:lnTo>
                  <a:lnTo>
                    <a:pt x="1537303" y="2982096"/>
                  </a:lnTo>
                  <a:lnTo>
                    <a:pt x="1591078" y="2981093"/>
                  </a:lnTo>
                  <a:lnTo>
                    <a:pt x="1661859" y="2979621"/>
                  </a:lnTo>
                  <a:lnTo>
                    <a:pt x="1747200" y="2977633"/>
                  </a:lnTo>
                  <a:lnTo>
                    <a:pt x="1843301" y="2975105"/>
                  </a:lnTo>
                  <a:lnTo>
                    <a:pt x="1945761" y="2972036"/>
                  </a:lnTo>
                  <a:lnTo>
                    <a:pt x="2050314" y="2968438"/>
                  </a:lnTo>
                  <a:lnTo>
                    <a:pt x="2153346" y="2964320"/>
                  </a:lnTo>
                  <a:lnTo>
                    <a:pt x="2252172" y="2959686"/>
                  </a:lnTo>
                  <a:lnTo>
                    <a:pt x="2345060" y="2954523"/>
                  </a:lnTo>
                  <a:lnTo>
                    <a:pt x="2431125" y="2948801"/>
                  </a:lnTo>
                  <a:lnTo>
                    <a:pt x="2510146" y="2942468"/>
                  </a:lnTo>
                  <a:lnTo>
                    <a:pt x="2582372" y="2935454"/>
                  </a:lnTo>
                  <a:lnTo>
                    <a:pt x="2648366" y="2927668"/>
                  </a:lnTo>
                  <a:lnTo>
                    <a:pt x="2708871" y="2919007"/>
                  </a:lnTo>
                  <a:lnTo>
                    <a:pt x="2764718" y="2909359"/>
                  </a:lnTo>
                  <a:lnTo>
                    <a:pt x="2816756" y="2898616"/>
                  </a:lnTo>
                  <a:lnTo>
                    <a:pt x="2865797" y="2886693"/>
                  </a:lnTo>
                  <a:lnTo>
                    <a:pt x="2896531" y="2878257"/>
                  </a:lnTo>
                  <a:lnTo>
                    <a:pt x="2950285" y="2861666"/>
                  </a:lnTo>
                  <a:lnTo>
                    <a:pt x="3002317" y="2843335"/>
                  </a:lnTo>
                  <a:lnTo>
                    <a:pt x="3053298" y="2823240"/>
                  </a:lnTo>
                  <a:lnTo>
                    <a:pt x="3103712" y="2801421"/>
                  </a:lnTo>
                  <a:lnTo>
                    <a:pt x="3153892" y="2777989"/>
                  </a:lnTo>
                  <a:lnTo>
                    <a:pt x="3204046" y="2753131"/>
                  </a:lnTo>
                  <a:lnTo>
                    <a:pt x="3254282" y="2727106"/>
                  </a:lnTo>
                  <a:lnTo>
                    <a:pt x="3304624" y="2700240"/>
                  </a:lnTo>
                  <a:lnTo>
                    <a:pt x="3355041" y="2672907"/>
                  </a:lnTo>
                  <a:lnTo>
                    <a:pt x="3405469" y="2645507"/>
                  </a:lnTo>
                  <a:lnTo>
                    <a:pt x="3455841" y="2618447"/>
                  </a:lnTo>
                  <a:lnTo>
                    <a:pt x="3506111" y="2592114"/>
                  </a:lnTo>
                  <a:lnTo>
                    <a:pt x="3556285" y="2566848"/>
                  </a:lnTo>
                  <a:lnTo>
                    <a:pt x="3606439" y="2542932"/>
                  </a:lnTo>
                  <a:lnTo>
                    <a:pt x="3656747" y="2520577"/>
                  </a:lnTo>
                  <a:lnTo>
                    <a:pt x="3707500" y="2499918"/>
                  </a:lnTo>
                  <a:lnTo>
                    <a:pt x="3759130" y="2481018"/>
                  </a:lnTo>
                  <a:lnTo>
                    <a:pt x="3812243" y="2463872"/>
                  </a:lnTo>
                  <a:lnTo>
                    <a:pt x="3829811" y="2458710"/>
                  </a:lnTo>
                  <a:lnTo>
                    <a:pt x="3877294" y="2445994"/>
                  </a:lnTo>
                  <a:lnTo>
                    <a:pt x="3927289" y="2434487"/>
                  </a:lnTo>
                  <a:lnTo>
                    <a:pt x="3980555" y="2424136"/>
                  </a:lnTo>
                  <a:lnTo>
                    <a:pt x="4037924" y="2414844"/>
                  </a:lnTo>
                  <a:lnTo>
                    <a:pt x="4100245" y="2406500"/>
                  </a:lnTo>
                  <a:lnTo>
                    <a:pt x="4168327" y="2398993"/>
                  </a:lnTo>
                  <a:lnTo>
                    <a:pt x="4242864" y="2392225"/>
                  </a:lnTo>
                  <a:lnTo>
                    <a:pt x="4324324" y="2386111"/>
                  </a:lnTo>
                  <a:lnTo>
                    <a:pt x="4412815" y="2380588"/>
                  </a:lnTo>
                  <a:lnTo>
                    <a:pt x="4507906" y="2375612"/>
                  </a:lnTo>
                  <a:lnTo>
                    <a:pt x="4608437" y="2371158"/>
                  </a:lnTo>
                  <a:lnTo>
                    <a:pt x="4712352" y="2367219"/>
                  </a:lnTo>
                  <a:lnTo>
                    <a:pt x="4816629" y="2363803"/>
                  </a:lnTo>
                  <a:lnTo>
                    <a:pt x="4917384" y="2360922"/>
                  </a:lnTo>
                  <a:lnTo>
                    <a:pt x="5010230" y="2358583"/>
                  </a:lnTo>
                  <a:lnTo>
                    <a:pt x="5090889" y="2356778"/>
                  </a:lnTo>
                  <a:lnTo>
                    <a:pt x="5155948" y="2355476"/>
                  </a:lnTo>
                  <a:lnTo>
                    <a:pt x="5203584" y="2354619"/>
                  </a:lnTo>
                  <a:lnTo>
                    <a:pt x="5234014" y="2354124"/>
                  </a:lnTo>
                  <a:lnTo>
                    <a:pt x="5249591" y="2353895"/>
                  </a:lnTo>
                  <a:lnTo>
                    <a:pt x="5254606" y="2353827"/>
                  </a:lnTo>
                  <a:lnTo>
                    <a:pt x="5254955" y="2353823"/>
                  </a:lnTo>
                  <a:lnTo>
                    <a:pt x="6726343" y="2353823"/>
                  </a:lnTo>
                  <a:lnTo>
                    <a:pt x="6727516" y="2353767"/>
                  </a:lnTo>
                  <a:lnTo>
                    <a:pt x="6735222" y="2353369"/>
                  </a:lnTo>
                  <a:lnTo>
                    <a:pt x="6754630" y="2352267"/>
                  </a:lnTo>
                  <a:lnTo>
                    <a:pt x="6789286" y="2350099"/>
                  </a:lnTo>
                  <a:lnTo>
                    <a:pt x="6840851" y="2346530"/>
                  </a:lnTo>
                  <a:lnTo>
                    <a:pt x="6908982" y="2341287"/>
                  </a:lnTo>
                  <a:lnTo>
                    <a:pt x="6991500" y="2334187"/>
                  </a:lnTo>
                  <a:lnTo>
                    <a:pt x="7084898" y="2325142"/>
                  </a:lnTo>
                  <a:lnTo>
                    <a:pt x="7185021" y="2314138"/>
                  </a:lnTo>
                  <a:lnTo>
                    <a:pt x="7287757" y="2301211"/>
                  </a:lnTo>
                  <a:lnTo>
                    <a:pt x="7389548" y="2286402"/>
                  </a:lnTo>
                  <a:lnTo>
                    <a:pt x="7487677" y="2269727"/>
                  </a:lnTo>
                  <a:lnTo>
                    <a:pt x="7580330" y="2251156"/>
                  </a:lnTo>
                  <a:lnTo>
                    <a:pt x="7666511" y="2230593"/>
                  </a:lnTo>
                  <a:lnTo>
                    <a:pt x="7745882" y="2207871"/>
                  </a:lnTo>
                  <a:lnTo>
                    <a:pt x="7818590" y="2182756"/>
                  </a:lnTo>
                  <a:lnTo>
                    <a:pt x="7885104" y="2154944"/>
                  </a:lnTo>
                  <a:lnTo>
                    <a:pt x="7946095" y="2124080"/>
                  </a:lnTo>
                  <a:lnTo>
                    <a:pt x="8002335" y="2089771"/>
                  </a:lnTo>
                  <a:lnTo>
                    <a:pt x="8054633" y="2051622"/>
                  </a:lnTo>
                  <a:lnTo>
                    <a:pt x="8103778" y="2009291"/>
                  </a:lnTo>
                  <a:lnTo>
                    <a:pt x="8150492" y="1962585"/>
                  </a:lnTo>
                  <a:lnTo>
                    <a:pt x="8151487" y="1961519"/>
                  </a:lnTo>
                  <a:lnTo>
                    <a:pt x="8191921" y="1915668"/>
                  </a:lnTo>
                  <a:lnTo>
                    <a:pt x="8231283" y="1866196"/>
                  </a:lnTo>
                  <a:lnTo>
                    <a:pt x="8269885" y="1813031"/>
                  </a:lnTo>
                  <a:lnTo>
                    <a:pt x="8307976" y="1756171"/>
                  </a:lnTo>
                  <a:lnTo>
                    <a:pt x="8345752" y="1695690"/>
                  </a:lnTo>
                  <a:lnTo>
                    <a:pt x="8383358" y="1631748"/>
                  </a:lnTo>
                  <a:lnTo>
                    <a:pt x="8420901" y="1564592"/>
                  </a:lnTo>
                  <a:lnTo>
                    <a:pt x="8458451" y="1494559"/>
                  </a:lnTo>
                  <a:lnTo>
                    <a:pt x="8496048" y="1422070"/>
                  </a:lnTo>
                  <a:lnTo>
                    <a:pt x="8533706" y="1347622"/>
                  </a:lnTo>
                  <a:lnTo>
                    <a:pt x="8571419" y="1271777"/>
                  </a:lnTo>
                  <a:lnTo>
                    <a:pt x="8609166" y="1195144"/>
                  </a:lnTo>
                  <a:lnTo>
                    <a:pt x="8646921" y="1118358"/>
                  </a:lnTo>
                  <a:lnTo>
                    <a:pt x="8684654" y="1042061"/>
                  </a:lnTo>
                  <a:lnTo>
                    <a:pt x="8722340" y="966877"/>
                  </a:lnTo>
                  <a:lnTo>
                    <a:pt x="8759965" y="893391"/>
                  </a:lnTo>
                  <a:lnTo>
                    <a:pt x="8797534" y="822135"/>
                  </a:lnTo>
                  <a:lnTo>
                    <a:pt x="8835073" y="753566"/>
                  </a:lnTo>
                  <a:lnTo>
                    <a:pt x="8872639" y="688063"/>
                  </a:lnTo>
                  <a:lnTo>
                    <a:pt x="8910318" y="625914"/>
                  </a:lnTo>
                  <a:lnTo>
                    <a:pt x="8948239" y="567320"/>
                  </a:lnTo>
                  <a:lnTo>
                    <a:pt x="8986571" y="512397"/>
                  </a:lnTo>
                  <a:lnTo>
                    <a:pt x="9025537" y="461177"/>
                  </a:lnTo>
                  <a:lnTo>
                    <a:pt x="9065419" y="413621"/>
                  </a:lnTo>
                  <a:lnTo>
                    <a:pt x="9084767" y="392303"/>
                  </a:lnTo>
                  <a:lnTo>
                    <a:pt x="9131435" y="345502"/>
                  </a:lnTo>
                  <a:lnTo>
                    <a:pt x="9180519" y="303077"/>
                  </a:lnTo>
                  <a:lnTo>
                    <a:pt x="9232740" y="264840"/>
                  </a:lnTo>
                  <a:lnTo>
                    <a:pt x="9288886" y="230451"/>
                  </a:lnTo>
                  <a:lnTo>
                    <a:pt x="9349765" y="199516"/>
                  </a:lnTo>
                  <a:lnTo>
                    <a:pt x="9416151" y="171642"/>
                  </a:lnTo>
                  <a:lnTo>
                    <a:pt x="9488718" y="146471"/>
                  </a:lnTo>
                  <a:lnTo>
                    <a:pt x="9567942" y="123701"/>
                  </a:lnTo>
                  <a:lnTo>
                    <a:pt x="9653976" y="103092"/>
                  </a:lnTo>
                  <a:lnTo>
                    <a:pt x="9746496" y="84479"/>
                  </a:lnTo>
                  <a:lnTo>
                    <a:pt x="9844522" y="67764"/>
                  </a:lnTo>
                  <a:lnTo>
                    <a:pt x="9946259" y="52914"/>
                  </a:lnTo>
                  <a:lnTo>
                    <a:pt x="10049009" y="39945"/>
                  </a:lnTo>
                  <a:lnTo>
                    <a:pt x="10149232" y="28900"/>
                  </a:lnTo>
                  <a:lnTo>
                    <a:pt x="10242821" y="19812"/>
                  </a:lnTo>
                  <a:lnTo>
                    <a:pt x="10325617" y="12670"/>
                  </a:lnTo>
                  <a:lnTo>
                    <a:pt x="10394090" y="7388"/>
                  </a:lnTo>
                  <a:lnTo>
                    <a:pt x="10446027" y="3785"/>
                  </a:lnTo>
                  <a:lnTo>
                    <a:pt x="10481041" y="1590"/>
                  </a:lnTo>
                  <a:lnTo>
                    <a:pt x="10500749" y="469"/>
                  </a:lnTo>
                  <a:lnTo>
                    <a:pt x="10508661" y="59"/>
                  </a:lnTo>
                  <a:lnTo>
                    <a:pt x="10509911" y="0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20" name="pl2020"/>
            <p:cNvSpPr/>
            <p:nvPr/>
          </p:nvSpPr>
          <p:spPr>
            <a:xfrm>
              <a:off x="4799595" y="7807627"/>
              <a:ext cx="11981298" cy="2983144"/>
            </a:xfrm>
            <a:custGeom>
              <a:avLst/>
              <a:pathLst>
                <a:path w="11981298" h="2983144">
                  <a:moveTo>
                    <a:pt x="11981298" y="0"/>
                  </a:moveTo>
                  <a:lnTo>
                    <a:pt x="10509911" y="0"/>
                  </a:lnTo>
                  <a:lnTo>
                    <a:pt x="10508738" y="55"/>
                  </a:lnTo>
                  <a:lnTo>
                    <a:pt x="10501031" y="454"/>
                  </a:lnTo>
                  <a:lnTo>
                    <a:pt x="10481623" y="1555"/>
                  </a:lnTo>
                  <a:lnTo>
                    <a:pt x="10446968" y="3723"/>
                  </a:lnTo>
                  <a:lnTo>
                    <a:pt x="10395402" y="7293"/>
                  </a:lnTo>
                  <a:lnTo>
                    <a:pt x="10327272" y="12536"/>
                  </a:lnTo>
                  <a:lnTo>
                    <a:pt x="10244753" y="19635"/>
                  </a:lnTo>
                  <a:lnTo>
                    <a:pt x="10151356" y="28681"/>
                  </a:lnTo>
                  <a:lnTo>
                    <a:pt x="10051232" y="39684"/>
                  </a:lnTo>
                  <a:lnTo>
                    <a:pt x="9948496" y="52611"/>
                  </a:lnTo>
                  <a:lnTo>
                    <a:pt x="9846705" y="67421"/>
                  </a:lnTo>
                  <a:lnTo>
                    <a:pt x="9748576" y="84095"/>
                  </a:lnTo>
                  <a:lnTo>
                    <a:pt x="9655923" y="102666"/>
                  </a:lnTo>
                  <a:lnTo>
                    <a:pt x="9569742" y="123230"/>
                  </a:lnTo>
                  <a:lnTo>
                    <a:pt x="9490371" y="145951"/>
                  </a:lnTo>
                  <a:lnTo>
                    <a:pt x="9417664" y="171067"/>
                  </a:lnTo>
                  <a:lnTo>
                    <a:pt x="9351149" y="198878"/>
                  </a:lnTo>
                  <a:lnTo>
                    <a:pt x="9290158" y="229742"/>
                  </a:lnTo>
                  <a:lnTo>
                    <a:pt x="9233918" y="264051"/>
                  </a:lnTo>
                  <a:lnTo>
                    <a:pt x="9181620" y="302201"/>
                  </a:lnTo>
                  <a:lnTo>
                    <a:pt x="9132476" y="344532"/>
                  </a:lnTo>
                  <a:lnTo>
                    <a:pt x="9085762" y="391238"/>
                  </a:lnTo>
                  <a:lnTo>
                    <a:pt x="9084767" y="392303"/>
                  </a:lnTo>
                  <a:lnTo>
                    <a:pt x="9044332" y="438154"/>
                  </a:lnTo>
                  <a:lnTo>
                    <a:pt x="9004971" y="487626"/>
                  </a:lnTo>
                  <a:lnTo>
                    <a:pt x="8966369" y="540791"/>
                  </a:lnTo>
                  <a:lnTo>
                    <a:pt x="8928277" y="597652"/>
                  </a:lnTo>
                  <a:lnTo>
                    <a:pt x="8890501" y="658133"/>
                  </a:lnTo>
                  <a:lnTo>
                    <a:pt x="8852895" y="722075"/>
                  </a:lnTo>
                  <a:lnTo>
                    <a:pt x="8815352" y="789231"/>
                  </a:lnTo>
                  <a:lnTo>
                    <a:pt x="8777802" y="859264"/>
                  </a:lnTo>
                  <a:lnTo>
                    <a:pt x="8740205" y="931753"/>
                  </a:lnTo>
                  <a:lnTo>
                    <a:pt x="8702547" y="1006201"/>
                  </a:lnTo>
                  <a:lnTo>
                    <a:pt x="8664835" y="1082046"/>
                  </a:lnTo>
                  <a:lnTo>
                    <a:pt x="8627087" y="1158679"/>
                  </a:lnTo>
                  <a:lnTo>
                    <a:pt x="8589332" y="1235465"/>
                  </a:lnTo>
                  <a:lnTo>
                    <a:pt x="8551599" y="1311762"/>
                  </a:lnTo>
                  <a:lnTo>
                    <a:pt x="8513914" y="1386946"/>
                  </a:lnTo>
                  <a:lnTo>
                    <a:pt x="8476288" y="1460431"/>
                  </a:lnTo>
                  <a:lnTo>
                    <a:pt x="8438719" y="1531688"/>
                  </a:lnTo>
                  <a:lnTo>
                    <a:pt x="8401180" y="1600256"/>
                  </a:lnTo>
                  <a:lnTo>
                    <a:pt x="8363614" y="1665760"/>
                  </a:lnTo>
                  <a:lnTo>
                    <a:pt x="8325935" y="1727909"/>
                  </a:lnTo>
                  <a:lnTo>
                    <a:pt x="8288014" y="1786502"/>
                  </a:lnTo>
                  <a:lnTo>
                    <a:pt x="8249682" y="1841425"/>
                  </a:lnTo>
                  <a:lnTo>
                    <a:pt x="8210716" y="1892645"/>
                  </a:lnTo>
                  <a:lnTo>
                    <a:pt x="8170835" y="1940202"/>
                  </a:lnTo>
                  <a:lnTo>
                    <a:pt x="8151487" y="1961519"/>
                  </a:lnTo>
                  <a:lnTo>
                    <a:pt x="8104818" y="2008321"/>
                  </a:lnTo>
                  <a:lnTo>
                    <a:pt x="8055734" y="2050746"/>
                  </a:lnTo>
                  <a:lnTo>
                    <a:pt x="8003513" y="2088983"/>
                  </a:lnTo>
                  <a:lnTo>
                    <a:pt x="7947367" y="2123372"/>
                  </a:lnTo>
                  <a:lnTo>
                    <a:pt x="7886488" y="2154306"/>
                  </a:lnTo>
                  <a:lnTo>
                    <a:pt x="7820102" y="2182180"/>
                  </a:lnTo>
                  <a:lnTo>
                    <a:pt x="7747535" y="2207351"/>
                  </a:lnTo>
                  <a:lnTo>
                    <a:pt x="7668312" y="2230122"/>
                  </a:lnTo>
                  <a:lnTo>
                    <a:pt x="7582278" y="2250730"/>
                  </a:lnTo>
                  <a:lnTo>
                    <a:pt x="7489758" y="2269343"/>
                  </a:lnTo>
                  <a:lnTo>
                    <a:pt x="7391732" y="2286058"/>
                  </a:lnTo>
                  <a:lnTo>
                    <a:pt x="7289995" y="2300909"/>
                  </a:lnTo>
                  <a:lnTo>
                    <a:pt x="7187244" y="2313877"/>
                  </a:lnTo>
                  <a:lnTo>
                    <a:pt x="7087021" y="2324923"/>
                  </a:lnTo>
                  <a:lnTo>
                    <a:pt x="6993432" y="2334011"/>
                  </a:lnTo>
                  <a:lnTo>
                    <a:pt x="6910636" y="2341152"/>
                  </a:lnTo>
                  <a:lnTo>
                    <a:pt x="6842163" y="2346434"/>
                  </a:lnTo>
                  <a:lnTo>
                    <a:pt x="6790226" y="2350038"/>
                  </a:lnTo>
                  <a:lnTo>
                    <a:pt x="6755213" y="2352233"/>
                  </a:lnTo>
                  <a:lnTo>
                    <a:pt x="6735504" y="2353354"/>
                  </a:lnTo>
                  <a:lnTo>
                    <a:pt x="6727592" y="2353763"/>
                  </a:lnTo>
                  <a:lnTo>
                    <a:pt x="6726343" y="2353823"/>
                  </a:lnTo>
                  <a:lnTo>
                    <a:pt x="6726343" y="2353823"/>
                  </a:lnTo>
                  <a:lnTo>
                    <a:pt x="5254955" y="2353823"/>
                  </a:lnTo>
                  <a:lnTo>
                    <a:pt x="5253722" y="2353839"/>
                  </a:lnTo>
                  <a:lnTo>
                    <a:pt x="5245632" y="2353951"/>
                  </a:lnTo>
                  <a:lnTo>
                    <a:pt x="5225287" y="2354261"/>
                  </a:lnTo>
                  <a:lnTo>
                    <a:pt x="5189039" y="2354871"/>
                  </a:lnTo>
                  <a:lnTo>
                    <a:pt x="5135264" y="2355874"/>
                  </a:lnTo>
                  <a:lnTo>
                    <a:pt x="5064483" y="2357346"/>
                  </a:lnTo>
                  <a:lnTo>
                    <a:pt x="4979142" y="2359334"/>
                  </a:lnTo>
                  <a:lnTo>
                    <a:pt x="4883042" y="2361862"/>
                  </a:lnTo>
                  <a:lnTo>
                    <a:pt x="4780581" y="2364930"/>
                  </a:lnTo>
                  <a:lnTo>
                    <a:pt x="4676028" y="2368529"/>
                  </a:lnTo>
                  <a:lnTo>
                    <a:pt x="4572996" y="2372647"/>
                  </a:lnTo>
                  <a:lnTo>
                    <a:pt x="4474170" y="2377281"/>
                  </a:lnTo>
                  <a:lnTo>
                    <a:pt x="4381282" y="2382444"/>
                  </a:lnTo>
                  <a:lnTo>
                    <a:pt x="4295217" y="2388166"/>
                  </a:lnTo>
                  <a:lnTo>
                    <a:pt x="4216196" y="2394499"/>
                  </a:lnTo>
                  <a:lnTo>
                    <a:pt x="4143970" y="2401513"/>
                  </a:lnTo>
                  <a:lnTo>
                    <a:pt x="4077976" y="2409299"/>
                  </a:lnTo>
                  <a:lnTo>
                    <a:pt x="4017471" y="2417960"/>
                  </a:lnTo>
                  <a:lnTo>
                    <a:pt x="3961624" y="2427608"/>
                  </a:lnTo>
                  <a:lnTo>
                    <a:pt x="3909587" y="2438351"/>
                  </a:lnTo>
                  <a:lnTo>
                    <a:pt x="3860546" y="2450274"/>
                  </a:lnTo>
                  <a:lnTo>
                    <a:pt x="3829811" y="2458710"/>
                  </a:lnTo>
                  <a:lnTo>
                    <a:pt x="3776057" y="2475301"/>
                  </a:lnTo>
                  <a:lnTo>
                    <a:pt x="3724025" y="2493632"/>
                  </a:lnTo>
                  <a:lnTo>
                    <a:pt x="3673044" y="2513727"/>
                  </a:lnTo>
                  <a:lnTo>
                    <a:pt x="3622630" y="2535546"/>
                  </a:lnTo>
                  <a:lnTo>
                    <a:pt x="3572450" y="2558978"/>
                  </a:lnTo>
                  <a:lnTo>
                    <a:pt x="3522296" y="2583836"/>
                  </a:lnTo>
                  <a:lnTo>
                    <a:pt x="3472060" y="2609861"/>
                  </a:lnTo>
                  <a:lnTo>
                    <a:pt x="3421718" y="2636726"/>
                  </a:lnTo>
                  <a:lnTo>
                    <a:pt x="3371301" y="2664060"/>
                  </a:lnTo>
                  <a:lnTo>
                    <a:pt x="3320873" y="2691460"/>
                  </a:lnTo>
                  <a:lnTo>
                    <a:pt x="3270501" y="2718519"/>
                  </a:lnTo>
                  <a:lnTo>
                    <a:pt x="3220231" y="2744853"/>
                  </a:lnTo>
                  <a:lnTo>
                    <a:pt x="3170058" y="2770119"/>
                  </a:lnTo>
                  <a:lnTo>
                    <a:pt x="3119903" y="2794035"/>
                  </a:lnTo>
                  <a:lnTo>
                    <a:pt x="3069595" y="2816390"/>
                  </a:lnTo>
                  <a:lnTo>
                    <a:pt x="3018842" y="2837049"/>
                  </a:lnTo>
                  <a:lnTo>
                    <a:pt x="2967212" y="2855949"/>
                  </a:lnTo>
                  <a:lnTo>
                    <a:pt x="2914100" y="2873094"/>
                  </a:lnTo>
                  <a:lnTo>
                    <a:pt x="2896531" y="2878257"/>
                  </a:lnTo>
                  <a:lnTo>
                    <a:pt x="2849048" y="2890973"/>
                  </a:lnTo>
                  <a:lnTo>
                    <a:pt x="2799053" y="2902479"/>
                  </a:lnTo>
                  <a:lnTo>
                    <a:pt x="2745787" y="2912830"/>
                  </a:lnTo>
                  <a:lnTo>
                    <a:pt x="2688418" y="2922122"/>
                  </a:lnTo>
                  <a:lnTo>
                    <a:pt x="2626097" y="2930467"/>
                  </a:lnTo>
                  <a:lnTo>
                    <a:pt x="2558015" y="2937974"/>
                  </a:lnTo>
                  <a:lnTo>
                    <a:pt x="2483478" y="2944742"/>
                  </a:lnTo>
                  <a:lnTo>
                    <a:pt x="2402018" y="2950856"/>
                  </a:lnTo>
                  <a:lnTo>
                    <a:pt x="2313527" y="2956378"/>
                  </a:lnTo>
                  <a:lnTo>
                    <a:pt x="2218436" y="2961355"/>
                  </a:lnTo>
                  <a:lnTo>
                    <a:pt x="2117905" y="2965809"/>
                  </a:lnTo>
                  <a:lnTo>
                    <a:pt x="2013990" y="2969747"/>
                  </a:lnTo>
                  <a:lnTo>
                    <a:pt x="1909713" y="2973163"/>
                  </a:lnTo>
                  <a:lnTo>
                    <a:pt x="1808958" y="2976045"/>
                  </a:lnTo>
                  <a:lnTo>
                    <a:pt x="1716112" y="2978384"/>
                  </a:lnTo>
                  <a:lnTo>
                    <a:pt x="1635454" y="2980189"/>
                  </a:lnTo>
                  <a:lnTo>
                    <a:pt x="1570394" y="2981491"/>
                  </a:lnTo>
                  <a:lnTo>
                    <a:pt x="1522758" y="2982348"/>
                  </a:lnTo>
                  <a:lnTo>
                    <a:pt x="1492329" y="2982843"/>
                  </a:lnTo>
                  <a:lnTo>
                    <a:pt x="1476751" y="2983072"/>
                  </a:lnTo>
                  <a:lnTo>
                    <a:pt x="1471736" y="2983140"/>
                  </a:lnTo>
                  <a:lnTo>
                    <a:pt x="1471387" y="2983144"/>
                  </a:lnTo>
                  <a:lnTo>
                    <a:pt x="0" y="298314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21" name="pg2021"/>
            <p:cNvSpPr/>
            <p:nvPr/>
          </p:nvSpPr>
          <p:spPr>
            <a:xfrm>
              <a:off x="4799595" y="7047538"/>
              <a:ext cx="11981298" cy="3710541"/>
            </a:xfrm>
            <a:custGeom>
              <a:avLst/>
              <a:pathLst>
                <a:path w="11981298" h="3710541">
                  <a:moveTo>
                    <a:pt x="0" y="3710541"/>
                  </a:moveTo>
                  <a:lnTo>
                    <a:pt x="1471387" y="3710541"/>
                  </a:lnTo>
                  <a:lnTo>
                    <a:pt x="1472546" y="3710479"/>
                  </a:lnTo>
                  <a:lnTo>
                    <a:pt x="1480158" y="3710041"/>
                  </a:lnTo>
                  <a:lnTo>
                    <a:pt x="1499339" y="3708829"/>
                  </a:lnTo>
                  <a:lnTo>
                    <a:pt x="1533606" y="3706443"/>
                  </a:lnTo>
                  <a:lnTo>
                    <a:pt x="1584631" y="3702514"/>
                  </a:lnTo>
                  <a:lnTo>
                    <a:pt x="1652110" y="3696741"/>
                  </a:lnTo>
                  <a:lnTo>
                    <a:pt x="1733930" y="3688920"/>
                  </a:lnTo>
                  <a:lnTo>
                    <a:pt x="1826654" y="3678949"/>
                  </a:lnTo>
                  <a:lnTo>
                    <a:pt x="1926189" y="3666814"/>
                  </a:lnTo>
                  <a:lnTo>
                    <a:pt x="2028461" y="3652551"/>
                  </a:lnTo>
                  <a:lnTo>
                    <a:pt x="2129929" y="3636206"/>
                  </a:lnTo>
                  <a:lnTo>
                    <a:pt x="2227870" y="3617801"/>
                  </a:lnTo>
                  <a:lnTo>
                    <a:pt x="2320451" y="3597302"/>
                  </a:lnTo>
                  <a:lnTo>
                    <a:pt x="2406650" y="3574610"/>
                  </a:lnTo>
                  <a:lnTo>
                    <a:pt x="2486101" y="3549545"/>
                  </a:lnTo>
                  <a:lnTo>
                    <a:pt x="2558925" y="3521854"/>
                  </a:lnTo>
                  <a:lnTo>
                    <a:pt x="2625568" y="3491207"/>
                  </a:lnTo>
                  <a:lnTo>
                    <a:pt x="2686682" y="3457217"/>
                  </a:lnTo>
                  <a:lnTo>
                    <a:pt x="2743025" y="3419453"/>
                  </a:lnTo>
                  <a:lnTo>
                    <a:pt x="2795394" y="3377478"/>
                  </a:lnTo>
                  <a:lnTo>
                    <a:pt x="2844573" y="3330910"/>
                  </a:lnTo>
                  <a:lnTo>
                    <a:pt x="2891283" y="3279514"/>
                  </a:lnTo>
                  <a:lnTo>
                    <a:pt x="2896531" y="3273285"/>
                  </a:lnTo>
                  <a:lnTo>
                    <a:pt x="2935358" y="3224319"/>
                  </a:lnTo>
                  <a:lnTo>
                    <a:pt x="2973184" y="3171640"/>
                  </a:lnTo>
                  <a:lnTo>
                    <a:pt x="3010290" y="3115172"/>
                  </a:lnTo>
                  <a:lnTo>
                    <a:pt x="3046902" y="3054907"/>
                  </a:lnTo>
                  <a:lnTo>
                    <a:pt x="3083197" y="2990907"/>
                  </a:lnTo>
                  <a:lnTo>
                    <a:pt x="3119312" y="2923313"/>
                  </a:lnTo>
                  <a:lnTo>
                    <a:pt x="3155349" y="2852350"/>
                  </a:lnTo>
                  <a:lnTo>
                    <a:pt x="3191378" y="2778326"/>
                  </a:lnTo>
                  <a:lnTo>
                    <a:pt x="3227440" y="2701632"/>
                  </a:lnTo>
                  <a:lnTo>
                    <a:pt x="3263556" y="2622733"/>
                  </a:lnTo>
                  <a:lnTo>
                    <a:pt x="3299728" y="2542160"/>
                  </a:lnTo>
                  <a:lnTo>
                    <a:pt x="3335941" y="2460496"/>
                  </a:lnTo>
                  <a:lnTo>
                    <a:pt x="3372173" y="2378358"/>
                  </a:lnTo>
                  <a:lnTo>
                    <a:pt x="3408399" y="2296376"/>
                  </a:lnTo>
                  <a:lnTo>
                    <a:pt x="3444594" y="2215179"/>
                  </a:lnTo>
                  <a:lnTo>
                    <a:pt x="3480739" y="2135368"/>
                  </a:lnTo>
                  <a:lnTo>
                    <a:pt x="3516827" y="2057502"/>
                  </a:lnTo>
                  <a:lnTo>
                    <a:pt x="3552869" y="1982081"/>
                  </a:lnTo>
                  <a:lnTo>
                    <a:pt x="3588895" y="1909534"/>
                  </a:lnTo>
                  <a:lnTo>
                    <a:pt x="3624960" y="1840212"/>
                  </a:lnTo>
                  <a:lnTo>
                    <a:pt x="3661150" y="1774381"/>
                  </a:lnTo>
                  <a:lnTo>
                    <a:pt x="3697583" y="1712224"/>
                  </a:lnTo>
                  <a:lnTo>
                    <a:pt x="3734415" y="1653843"/>
                  </a:lnTo>
                  <a:lnTo>
                    <a:pt x="3771847" y="1599263"/>
                  </a:lnTo>
                  <a:lnTo>
                    <a:pt x="3810132" y="1548442"/>
                  </a:lnTo>
                  <a:lnTo>
                    <a:pt x="3829811" y="1524264"/>
                  </a:lnTo>
                  <a:lnTo>
                    <a:pt x="3876278" y="1472309"/>
                  </a:lnTo>
                  <a:lnTo>
                    <a:pt x="3925137" y="1425193"/>
                  </a:lnTo>
                  <a:lnTo>
                    <a:pt x="3977100" y="1382707"/>
                  </a:lnTo>
                  <a:lnTo>
                    <a:pt x="4032945" y="1344480"/>
                  </a:lnTo>
                  <a:lnTo>
                    <a:pt x="4093470" y="1310077"/>
                  </a:lnTo>
                  <a:lnTo>
                    <a:pt x="4159441" y="1279067"/>
                  </a:lnTo>
                  <a:lnTo>
                    <a:pt x="4231524" y="1251053"/>
                  </a:lnTo>
                  <a:lnTo>
                    <a:pt x="4310199" y="1225700"/>
                  </a:lnTo>
                  <a:lnTo>
                    <a:pt x="4395629" y="1202745"/>
                  </a:lnTo>
                  <a:lnTo>
                    <a:pt x="4487513" y="1182001"/>
                  </a:lnTo>
                  <a:lnTo>
                    <a:pt x="4584914" y="1163357"/>
                  </a:lnTo>
                  <a:lnTo>
                    <a:pt x="4686098" y="1146774"/>
                  </a:lnTo>
                  <a:lnTo>
                    <a:pt x="4788444" y="1132269"/>
                  </a:lnTo>
                  <a:lnTo>
                    <a:pt x="4888495" y="1119887"/>
                  </a:lnTo>
                  <a:lnTo>
                    <a:pt x="4982217" y="1109667"/>
                  </a:lnTo>
                  <a:lnTo>
                    <a:pt x="5065486" y="1101602"/>
                  </a:lnTo>
                  <a:lnTo>
                    <a:pt x="5134754" y="1095601"/>
                  </a:lnTo>
                  <a:lnTo>
                    <a:pt x="5187726" y="1091473"/>
                  </a:lnTo>
                  <a:lnTo>
                    <a:pt x="5223875" y="1088928"/>
                  </a:lnTo>
                  <a:lnTo>
                    <a:pt x="5244646" y="1087601"/>
                  </a:lnTo>
                  <a:lnTo>
                    <a:pt x="5253359" y="1087094"/>
                  </a:lnTo>
                  <a:lnTo>
                    <a:pt x="5254955" y="1087008"/>
                  </a:lnTo>
                  <a:lnTo>
                    <a:pt x="6726343" y="1087008"/>
                  </a:lnTo>
                  <a:lnTo>
                    <a:pt x="6727566" y="1086982"/>
                  </a:lnTo>
                  <a:lnTo>
                    <a:pt x="6735596" y="1086791"/>
                  </a:lnTo>
                  <a:lnTo>
                    <a:pt x="6755794" y="1086264"/>
                  </a:lnTo>
                  <a:lnTo>
                    <a:pt x="6791793" y="1085226"/>
                  </a:lnTo>
                  <a:lnTo>
                    <a:pt x="6845224" y="1083519"/>
                  </a:lnTo>
                  <a:lnTo>
                    <a:pt x="6915593" y="1081015"/>
                  </a:lnTo>
                  <a:lnTo>
                    <a:pt x="7000497" y="1077631"/>
                  </a:lnTo>
                  <a:lnTo>
                    <a:pt x="7096182" y="1073327"/>
                  </a:lnTo>
                  <a:lnTo>
                    <a:pt x="7198285" y="1068100"/>
                  </a:lnTo>
                  <a:lnTo>
                    <a:pt x="7302562" y="1061969"/>
                  </a:lnTo>
                  <a:lnTo>
                    <a:pt x="7405410" y="1054952"/>
                  </a:lnTo>
                  <a:lnTo>
                    <a:pt x="7504134" y="1047055"/>
                  </a:lnTo>
                  <a:lnTo>
                    <a:pt x="7596991" y="1038258"/>
                  </a:lnTo>
                  <a:lnTo>
                    <a:pt x="7683079" y="1028509"/>
                  </a:lnTo>
                  <a:lnTo>
                    <a:pt x="7762156" y="1017722"/>
                  </a:lnTo>
                  <a:lnTo>
                    <a:pt x="7834458" y="1005778"/>
                  </a:lnTo>
                  <a:lnTo>
                    <a:pt x="7900533" y="992525"/>
                  </a:lnTo>
                  <a:lnTo>
                    <a:pt x="7961112" y="977788"/>
                  </a:lnTo>
                  <a:lnTo>
                    <a:pt x="8017017" y="961378"/>
                  </a:lnTo>
                  <a:lnTo>
                    <a:pt x="8069091" y="943108"/>
                  </a:lnTo>
                  <a:lnTo>
                    <a:pt x="8118145" y="922830"/>
                  </a:lnTo>
                  <a:lnTo>
                    <a:pt x="8151487" y="907202"/>
                  </a:lnTo>
                  <a:lnTo>
                    <a:pt x="8201643" y="880792"/>
                  </a:lnTo>
                  <a:lnTo>
                    <a:pt x="8250261" y="851794"/>
                  </a:lnTo>
                  <a:lnTo>
                    <a:pt x="8297898" y="820169"/>
                  </a:lnTo>
                  <a:lnTo>
                    <a:pt x="8344970" y="785956"/>
                  </a:lnTo>
                  <a:lnTo>
                    <a:pt x="8391772" y="749284"/>
                  </a:lnTo>
                  <a:lnTo>
                    <a:pt x="8438503" y="710381"/>
                  </a:lnTo>
                  <a:lnTo>
                    <a:pt x="8485277" y="669570"/>
                  </a:lnTo>
                  <a:lnTo>
                    <a:pt x="8532141" y="627264"/>
                  </a:lnTo>
                  <a:lnTo>
                    <a:pt x="8579090" y="583950"/>
                  </a:lnTo>
                  <a:lnTo>
                    <a:pt x="8626085" y="540168"/>
                  </a:lnTo>
                  <a:lnTo>
                    <a:pt x="8673071" y="496481"/>
                  </a:lnTo>
                  <a:lnTo>
                    <a:pt x="8719994" y="453451"/>
                  </a:lnTo>
                  <a:lnTo>
                    <a:pt x="8766826" y="411600"/>
                  </a:lnTo>
                  <a:lnTo>
                    <a:pt x="8813577" y="371393"/>
                  </a:lnTo>
                  <a:lnTo>
                    <a:pt x="8860315" y="333214"/>
                  </a:lnTo>
                  <a:lnTo>
                    <a:pt x="8907182" y="297354"/>
                  </a:lnTo>
                  <a:lnTo>
                    <a:pt x="8954407" y="264007"/>
                  </a:lnTo>
                  <a:lnTo>
                    <a:pt x="9002323" y="233272"/>
                  </a:lnTo>
                  <a:lnTo>
                    <a:pt x="9051391" y="205159"/>
                  </a:lnTo>
                  <a:lnTo>
                    <a:pt x="9084767" y="187978"/>
                  </a:lnTo>
                  <a:lnTo>
                    <a:pt x="9132124" y="166233"/>
                  </a:lnTo>
                  <a:lnTo>
                    <a:pt x="9181977" y="146551"/>
                  </a:lnTo>
                  <a:lnTo>
                    <a:pt x="9235081" y="128841"/>
                  </a:lnTo>
                  <a:lnTo>
                    <a:pt x="9292260" y="112937"/>
                  </a:lnTo>
                  <a:lnTo>
                    <a:pt x="9354357" y="98652"/>
                  </a:lnTo>
                  <a:lnTo>
                    <a:pt x="9422175" y="85797"/>
                  </a:lnTo>
                  <a:lnTo>
                    <a:pt x="9496405" y="74204"/>
                  </a:lnTo>
                  <a:lnTo>
                    <a:pt x="9577517" y="63731"/>
                  </a:lnTo>
                  <a:lnTo>
                    <a:pt x="9665626" y="54266"/>
                  </a:lnTo>
                  <a:lnTo>
                    <a:pt x="9760319" y="45735"/>
                  </a:lnTo>
                  <a:lnTo>
                    <a:pt x="9860465" y="38095"/>
                  </a:lnTo>
                  <a:lnTo>
                    <a:pt x="9964049" y="31335"/>
                  </a:lnTo>
                  <a:lnTo>
                    <a:pt x="10068101" y="25465"/>
                  </a:lnTo>
                  <a:lnTo>
                    <a:pt x="10168791" y="20505"/>
                  </a:lnTo>
                  <a:lnTo>
                    <a:pt x="10261774" y="16470"/>
                  </a:lnTo>
                  <a:lnTo>
                    <a:pt x="10342787" y="13348"/>
                  </a:lnTo>
                  <a:lnTo>
                    <a:pt x="10408395" y="11087"/>
                  </a:lnTo>
                  <a:lnTo>
                    <a:pt x="10456708" y="9590"/>
                  </a:lnTo>
                  <a:lnTo>
                    <a:pt x="10487845" y="8719"/>
                  </a:lnTo>
                  <a:lnTo>
                    <a:pt x="10504043" y="8308"/>
                  </a:lnTo>
                  <a:lnTo>
                    <a:pt x="10509468" y="8182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8687" y="26"/>
                  </a:lnTo>
                  <a:lnTo>
                    <a:pt x="10500657" y="217"/>
                  </a:lnTo>
                  <a:lnTo>
                    <a:pt x="10480459" y="744"/>
                  </a:lnTo>
                  <a:lnTo>
                    <a:pt x="10444460" y="1782"/>
                  </a:lnTo>
                  <a:lnTo>
                    <a:pt x="10391029" y="3489"/>
                  </a:lnTo>
                  <a:lnTo>
                    <a:pt x="10320660" y="5992"/>
                  </a:lnTo>
                  <a:lnTo>
                    <a:pt x="10235756" y="9377"/>
                  </a:lnTo>
                  <a:lnTo>
                    <a:pt x="10140072" y="13681"/>
                  </a:lnTo>
                  <a:lnTo>
                    <a:pt x="10037968" y="18908"/>
                  </a:lnTo>
                  <a:lnTo>
                    <a:pt x="9933691" y="25039"/>
                  </a:lnTo>
                  <a:lnTo>
                    <a:pt x="9830844" y="32056"/>
                  </a:lnTo>
                  <a:lnTo>
                    <a:pt x="9732120" y="39953"/>
                  </a:lnTo>
                  <a:lnTo>
                    <a:pt x="9639262" y="48750"/>
                  </a:lnTo>
                  <a:lnTo>
                    <a:pt x="9553175" y="58499"/>
                  </a:lnTo>
                  <a:lnTo>
                    <a:pt x="9474097" y="69286"/>
                  </a:lnTo>
                  <a:lnTo>
                    <a:pt x="9401795" y="81230"/>
                  </a:lnTo>
                  <a:lnTo>
                    <a:pt x="9335720" y="94483"/>
                  </a:lnTo>
                  <a:lnTo>
                    <a:pt x="9275141" y="109219"/>
                  </a:lnTo>
                  <a:lnTo>
                    <a:pt x="9219236" y="125630"/>
                  </a:lnTo>
                  <a:lnTo>
                    <a:pt x="9167162" y="143900"/>
                  </a:lnTo>
                  <a:lnTo>
                    <a:pt x="9118108" y="164177"/>
                  </a:lnTo>
                  <a:lnTo>
                    <a:pt x="9084767" y="179805"/>
                  </a:lnTo>
                  <a:lnTo>
                    <a:pt x="9034610" y="206216"/>
                  </a:lnTo>
                  <a:lnTo>
                    <a:pt x="8985992" y="235213"/>
                  </a:lnTo>
                  <a:lnTo>
                    <a:pt x="8938355" y="266838"/>
                  </a:lnTo>
                  <a:lnTo>
                    <a:pt x="8891283" y="301052"/>
                  </a:lnTo>
                  <a:lnTo>
                    <a:pt x="8844481" y="337724"/>
                  </a:lnTo>
                  <a:lnTo>
                    <a:pt x="8797750" y="376627"/>
                  </a:lnTo>
                  <a:lnTo>
                    <a:pt x="8750976" y="417438"/>
                  </a:lnTo>
                  <a:lnTo>
                    <a:pt x="8704112" y="459744"/>
                  </a:lnTo>
                  <a:lnTo>
                    <a:pt x="8657163" y="503058"/>
                  </a:lnTo>
                  <a:lnTo>
                    <a:pt x="8610168" y="546840"/>
                  </a:lnTo>
                  <a:lnTo>
                    <a:pt x="8563183" y="590526"/>
                  </a:lnTo>
                  <a:lnTo>
                    <a:pt x="8516259" y="633557"/>
                  </a:lnTo>
                  <a:lnTo>
                    <a:pt x="8469427" y="675408"/>
                  </a:lnTo>
                  <a:lnTo>
                    <a:pt x="8422676" y="715615"/>
                  </a:lnTo>
                  <a:lnTo>
                    <a:pt x="8375938" y="753794"/>
                  </a:lnTo>
                  <a:lnTo>
                    <a:pt x="8329071" y="789654"/>
                  </a:lnTo>
                  <a:lnTo>
                    <a:pt x="8281846" y="823000"/>
                  </a:lnTo>
                  <a:lnTo>
                    <a:pt x="8233930" y="853736"/>
                  </a:lnTo>
                  <a:lnTo>
                    <a:pt x="8184862" y="881848"/>
                  </a:lnTo>
                  <a:lnTo>
                    <a:pt x="8151487" y="899029"/>
                  </a:lnTo>
                  <a:lnTo>
                    <a:pt x="8104129" y="920775"/>
                  </a:lnTo>
                  <a:lnTo>
                    <a:pt x="8054276" y="940456"/>
                  </a:lnTo>
                  <a:lnTo>
                    <a:pt x="8001172" y="958167"/>
                  </a:lnTo>
                  <a:lnTo>
                    <a:pt x="7943993" y="974070"/>
                  </a:lnTo>
                  <a:lnTo>
                    <a:pt x="7881897" y="988356"/>
                  </a:lnTo>
                  <a:lnTo>
                    <a:pt x="7814078" y="1001210"/>
                  </a:lnTo>
                  <a:lnTo>
                    <a:pt x="7739848" y="1012803"/>
                  </a:lnTo>
                  <a:lnTo>
                    <a:pt x="7658736" y="1023277"/>
                  </a:lnTo>
                  <a:lnTo>
                    <a:pt x="7570627" y="1032742"/>
                  </a:lnTo>
                  <a:lnTo>
                    <a:pt x="7475934" y="1041273"/>
                  </a:lnTo>
                  <a:lnTo>
                    <a:pt x="7375788" y="1048913"/>
                  </a:lnTo>
                  <a:lnTo>
                    <a:pt x="7272204" y="1055673"/>
                  </a:lnTo>
                  <a:lnTo>
                    <a:pt x="7168152" y="1061543"/>
                  </a:lnTo>
                  <a:lnTo>
                    <a:pt x="7067462" y="1066503"/>
                  </a:lnTo>
                  <a:lnTo>
                    <a:pt x="6974479" y="1070537"/>
                  </a:lnTo>
                  <a:lnTo>
                    <a:pt x="6893466" y="1073660"/>
                  </a:lnTo>
                  <a:lnTo>
                    <a:pt x="6827858" y="1075920"/>
                  </a:lnTo>
                  <a:lnTo>
                    <a:pt x="6779545" y="1077418"/>
                  </a:lnTo>
                  <a:lnTo>
                    <a:pt x="6748408" y="1078289"/>
                  </a:lnTo>
                  <a:lnTo>
                    <a:pt x="6732210" y="1078700"/>
                  </a:lnTo>
                  <a:lnTo>
                    <a:pt x="6726786" y="1078826"/>
                  </a:lnTo>
                  <a:lnTo>
                    <a:pt x="6726343" y="1078835"/>
                  </a:lnTo>
                  <a:lnTo>
                    <a:pt x="5254955" y="1078835"/>
                  </a:lnTo>
                  <a:lnTo>
                    <a:pt x="5253797" y="1078897"/>
                  </a:lnTo>
                  <a:lnTo>
                    <a:pt x="5246184" y="1079335"/>
                  </a:lnTo>
                  <a:lnTo>
                    <a:pt x="5227003" y="1080547"/>
                  </a:lnTo>
                  <a:lnTo>
                    <a:pt x="5192736" y="1082933"/>
                  </a:lnTo>
                  <a:lnTo>
                    <a:pt x="5141711" y="1086862"/>
                  </a:lnTo>
                  <a:lnTo>
                    <a:pt x="5074232" y="1092635"/>
                  </a:lnTo>
                  <a:lnTo>
                    <a:pt x="4992412" y="1100457"/>
                  </a:lnTo>
                  <a:lnTo>
                    <a:pt x="4899688" y="1110427"/>
                  </a:lnTo>
                  <a:lnTo>
                    <a:pt x="4800153" y="1122562"/>
                  </a:lnTo>
                  <a:lnTo>
                    <a:pt x="4697881" y="1136825"/>
                  </a:lnTo>
                  <a:lnTo>
                    <a:pt x="4596413" y="1153170"/>
                  </a:lnTo>
                  <a:lnTo>
                    <a:pt x="4498472" y="1171575"/>
                  </a:lnTo>
                  <a:lnTo>
                    <a:pt x="4405891" y="1192074"/>
                  </a:lnTo>
                  <a:lnTo>
                    <a:pt x="4319692" y="1214766"/>
                  </a:lnTo>
                  <a:lnTo>
                    <a:pt x="4240241" y="1239831"/>
                  </a:lnTo>
                  <a:lnTo>
                    <a:pt x="4167418" y="1267522"/>
                  </a:lnTo>
                  <a:lnTo>
                    <a:pt x="4100774" y="1298169"/>
                  </a:lnTo>
                  <a:lnTo>
                    <a:pt x="4039661" y="1332159"/>
                  </a:lnTo>
                  <a:lnTo>
                    <a:pt x="3983317" y="1369923"/>
                  </a:lnTo>
                  <a:lnTo>
                    <a:pt x="3930948" y="1411898"/>
                  </a:lnTo>
                  <a:lnTo>
                    <a:pt x="3881769" y="1458466"/>
                  </a:lnTo>
                  <a:lnTo>
                    <a:pt x="3835060" y="1509862"/>
                  </a:lnTo>
                  <a:lnTo>
                    <a:pt x="3829811" y="1516091"/>
                  </a:lnTo>
                  <a:lnTo>
                    <a:pt x="3790984" y="1565057"/>
                  </a:lnTo>
                  <a:lnTo>
                    <a:pt x="3753158" y="1617736"/>
                  </a:lnTo>
                  <a:lnTo>
                    <a:pt x="3716052" y="1674204"/>
                  </a:lnTo>
                  <a:lnTo>
                    <a:pt x="3679440" y="1734469"/>
                  </a:lnTo>
                  <a:lnTo>
                    <a:pt x="3643145" y="1798469"/>
                  </a:lnTo>
                  <a:lnTo>
                    <a:pt x="3607030" y="1866063"/>
                  </a:lnTo>
                  <a:lnTo>
                    <a:pt x="3570993" y="1937026"/>
                  </a:lnTo>
                  <a:lnTo>
                    <a:pt x="3534965" y="2011050"/>
                  </a:lnTo>
                  <a:lnTo>
                    <a:pt x="3498902" y="2087744"/>
                  </a:lnTo>
                  <a:lnTo>
                    <a:pt x="3462786" y="2166643"/>
                  </a:lnTo>
                  <a:lnTo>
                    <a:pt x="3426614" y="2247216"/>
                  </a:lnTo>
                  <a:lnTo>
                    <a:pt x="3390401" y="2328880"/>
                  </a:lnTo>
                  <a:lnTo>
                    <a:pt x="3354169" y="2411018"/>
                  </a:lnTo>
                  <a:lnTo>
                    <a:pt x="3317943" y="2493000"/>
                  </a:lnTo>
                  <a:lnTo>
                    <a:pt x="3281748" y="2574197"/>
                  </a:lnTo>
                  <a:lnTo>
                    <a:pt x="3245603" y="2654008"/>
                  </a:lnTo>
                  <a:lnTo>
                    <a:pt x="3209515" y="2731874"/>
                  </a:lnTo>
                  <a:lnTo>
                    <a:pt x="3173473" y="2807295"/>
                  </a:lnTo>
                  <a:lnTo>
                    <a:pt x="3137448" y="2879842"/>
                  </a:lnTo>
                  <a:lnTo>
                    <a:pt x="3101382" y="2949164"/>
                  </a:lnTo>
                  <a:lnTo>
                    <a:pt x="3065192" y="3014995"/>
                  </a:lnTo>
                  <a:lnTo>
                    <a:pt x="3028760" y="3077152"/>
                  </a:lnTo>
                  <a:lnTo>
                    <a:pt x="2991927" y="3135533"/>
                  </a:lnTo>
                  <a:lnTo>
                    <a:pt x="2954495" y="3190113"/>
                  </a:lnTo>
                  <a:lnTo>
                    <a:pt x="2916211" y="3240934"/>
                  </a:lnTo>
                  <a:lnTo>
                    <a:pt x="2896531" y="3265112"/>
                  </a:lnTo>
                  <a:lnTo>
                    <a:pt x="2850064" y="3317067"/>
                  </a:lnTo>
                  <a:lnTo>
                    <a:pt x="2801205" y="3364183"/>
                  </a:lnTo>
                  <a:lnTo>
                    <a:pt x="2749242" y="3406669"/>
                  </a:lnTo>
                  <a:lnTo>
                    <a:pt x="2693397" y="3444896"/>
                  </a:lnTo>
                  <a:lnTo>
                    <a:pt x="2632872" y="3479299"/>
                  </a:lnTo>
                  <a:lnTo>
                    <a:pt x="2566902" y="3510309"/>
                  </a:lnTo>
                  <a:lnTo>
                    <a:pt x="2494818" y="3538323"/>
                  </a:lnTo>
                  <a:lnTo>
                    <a:pt x="2416143" y="3563676"/>
                  </a:lnTo>
                  <a:lnTo>
                    <a:pt x="2330713" y="3586631"/>
                  </a:lnTo>
                  <a:lnTo>
                    <a:pt x="2238829" y="3607376"/>
                  </a:lnTo>
                  <a:lnTo>
                    <a:pt x="2141428" y="3626019"/>
                  </a:lnTo>
                  <a:lnTo>
                    <a:pt x="2040244" y="3642602"/>
                  </a:lnTo>
                  <a:lnTo>
                    <a:pt x="1937898" y="3657107"/>
                  </a:lnTo>
                  <a:lnTo>
                    <a:pt x="1837847" y="3669489"/>
                  </a:lnTo>
                  <a:lnTo>
                    <a:pt x="1744125" y="3679709"/>
                  </a:lnTo>
                  <a:lnTo>
                    <a:pt x="1660856" y="3687774"/>
                  </a:lnTo>
                  <a:lnTo>
                    <a:pt x="1591588" y="3693775"/>
                  </a:lnTo>
                  <a:lnTo>
                    <a:pt x="1538616" y="3697903"/>
                  </a:lnTo>
                  <a:lnTo>
                    <a:pt x="1502467" y="3700448"/>
                  </a:lnTo>
                  <a:lnTo>
                    <a:pt x="1481696" y="3701775"/>
                  </a:lnTo>
                  <a:lnTo>
                    <a:pt x="1472983" y="3702282"/>
                  </a:lnTo>
                  <a:lnTo>
                    <a:pt x="1471387" y="3702368"/>
                  </a:lnTo>
                  <a:lnTo>
                    <a:pt x="0" y="3702368"/>
                  </a:lnTo>
                  <a:close/>
                </a:path>
              </a:pathLst>
            </a:custGeom>
            <a:solidFill>
              <a:srgbClr val="DFC48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2022" name="pl2022"/>
            <p:cNvSpPr/>
            <p:nvPr/>
          </p:nvSpPr>
          <p:spPr>
            <a:xfrm>
              <a:off x="4799595" y="7055711"/>
              <a:ext cx="11981298" cy="3702368"/>
            </a:xfrm>
            <a:custGeom>
              <a:avLst/>
              <a:pathLst>
                <a:path w="11981298" h="3702368">
                  <a:moveTo>
                    <a:pt x="0" y="3702368"/>
                  </a:moveTo>
                  <a:lnTo>
                    <a:pt x="1471387" y="3702368"/>
                  </a:lnTo>
                  <a:lnTo>
                    <a:pt x="1472546" y="3702306"/>
                  </a:lnTo>
                  <a:lnTo>
                    <a:pt x="1480158" y="3701868"/>
                  </a:lnTo>
                  <a:lnTo>
                    <a:pt x="1499339" y="3700656"/>
                  </a:lnTo>
                  <a:lnTo>
                    <a:pt x="1533606" y="3698270"/>
                  </a:lnTo>
                  <a:lnTo>
                    <a:pt x="1584631" y="3694341"/>
                  </a:lnTo>
                  <a:lnTo>
                    <a:pt x="1652110" y="3688568"/>
                  </a:lnTo>
                  <a:lnTo>
                    <a:pt x="1733930" y="3680747"/>
                  </a:lnTo>
                  <a:lnTo>
                    <a:pt x="1826654" y="3670776"/>
                  </a:lnTo>
                  <a:lnTo>
                    <a:pt x="1926189" y="3658641"/>
                  </a:lnTo>
                  <a:lnTo>
                    <a:pt x="2028461" y="3644378"/>
                  </a:lnTo>
                  <a:lnTo>
                    <a:pt x="2129929" y="3628033"/>
                  </a:lnTo>
                  <a:lnTo>
                    <a:pt x="2227870" y="3609628"/>
                  </a:lnTo>
                  <a:lnTo>
                    <a:pt x="2320451" y="3589129"/>
                  </a:lnTo>
                  <a:lnTo>
                    <a:pt x="2406650" y="3566437"/>
                  </a:lnTo>
                  <a:lnTo>
                    <a:pt x="2486101" y="3541372"/>
                  </a:lnTo>
                  <a:lnTo>
                    <a:pt x="2558925" y="3513681"/>
                  </a:lnTo>
                  <a:lnTo>
                    <a:pt x="2625568" y="3483034"/>
                  </a:lnTo>
                  <a:lnTo>
                    <a:pt x="2686682" y="3449044"/>
                  </a:lnTo>
                  <a:lnTo>
                    <a:pt x="2743025" y="3411280"/>
                  </a:lnTo>
                  <a:lnTo>
                    <a:pt x="2795394" y="3369305"/>
                  </a:lnTo>
                  <a:lnTo>
                    <a:pt x="2844573" y="3322737"/>
                  </a:lnTo>
                  <a:lnTo>
                    <a:pt x="2891283" y="3271341"/>
                  </a:lnTo>
                  <a:lnTo>
                    <a:pt x="2896531" y="3265112"/>
                  </a:lnTo>
                  <a:lnTo>
                    <a:pt x="2935358" y="3216146"/>
                  </a:lnTo>
                  <a:lnTo>
                    <a:pt x="2973184" y="3163467"/>
                  </a:lnTo>
                  <a:lnTo>
                    <a:pt x="3010290" y="3106999"/>
                  </a:lnTo>
                  <a:lnTo>
                    <a:pt x="3046902" y="3046734"/>
                  </a:lnTo>
                  <a:lnTo>
                    <a:pt x="3083197" y="2982734"/>
                  </a:lnTo>
                  <a:lnTo>
                    <a:pt x="3119312" y="2915140"/>
                  </a:lnTo>
                  <a:lnTo>
                    <a:pt x="3155349" y="2844177"/>
                  </a:lnTo>
                  <a:lnTo>
                    <a:pt x="3191378" y="2770153"/>
                  </a:lnTo>
                  <a:lnTo>
                    <a:pt x="3227440" y="2693459"/>
                  </a:lnTo>
                  <a:lnTo>
                    <a:pt x="3263556" y="2614560"/>
                  </a:lnTo>
                  <a:lnTo>
                    <a:pt x="3299728" y="2533987"/>
                  </a:lnTo>
                  <a:lnTo>
                    <a:pt x="3335941" y="2452323"/>
                  </a:lnTo>
                  <a:lnTo>
                    <a:pt x="3372173" y="2370185"/>
                  </a:lnTo>
                  <a:lnTo>
                    <a:pt x="3408399" y="2288203"/>
                  </a:lnTo>
                  <a:lnTo>
                    <a:pt x="3444594" y="2207006"/>
                  </a:lnTo>
                  <a:lnTo>
                    <a:pt x="3480739" y="2127195"/>
                  </a:lnTo>
                  <a:lnTo>
                    <a:pt x="3516827" y="2049329"/>
                  </a:lnTo>
                  <a:lnTo>
                    <a:pt x="3552869" y="1973908"/>
                  </a:lnTo>
                  <a:lnTo>
                    <a:pt x="3588895" y="1901361"/>
                  </a:lnTo>
                  <a:lnTo>
                    <a:pt x="3624960" y="1832039"/>
                  </a:lnTo>
                  <a:lnTo>
                    <a:pt x="3661150" y="1766208"/>
                  </a:lnTo>
                  <a:lnTo>
                    <a:pt x="3697583" y="1704051"/>
                  </a:lnTo>
                  <a:lnTo>
                    <a:pt x="3734415" y="1645670"/>
                  </a:lnTo>
                  <a:lnTo>
                    <a:pt x="3771847" y="1591090"/>
                  </a:lnTo>
                  <a:lnTo>
                    <a:pt x="3810132" y="1540269"/>
                  </a:lnTo>
                  <a:lnTo>
                    <a:pt x="3829811" y="1516091"/>
                  </a:lnTo>
                  <a:lnTo>
                    <a:pt x="3876278" y="1464136"/>
                  </a:lnTo>
                  <a:lnTo>
                    <a:pt x="3925137" y="1417020"/>
                  </a:lnTo>
                  <a:lnTo>
                    <a:pt x="3977100" y="1374534"/>
                  </a:lnTo>
                  <a:lnTo>
                    <a:pt x="4032945" y="1336307"/>
                  </a:lnTo>
                  <a:lnTo>
                    <a:pt x="4093470" y="1301904"/>
                  </a:lnTo>
                  <a:lnTo>
                    <a:pt x="4159441" y="1270894"/>
                  </a:lnTo>
                  <a:lnTo>
                    <a:pt x="4231524" y="1242880"/>
                  </a:lnTo>
                  <a:lnTo>
                    <a:pt x="4310199" y="1217527"/>
                  </a:lnTo>
                  <a:lnTo>
                    <a:pt x="4395629" y="1194572"/>
                  </a:lnTo>
                  <a:lnTo>
                    <a:pt x="4487513" y="1173828"/>
                  </a:lnTo>
                  <a:lnTo>
                    <a:pt x="4584914" y="1155184"/>
                  </a:lnTo>
                  <a:lnTo>
                    <a:pt x="4686098" y="1138601"/>
                  </a:lnTo>
                  <a:lnTo>
                    <a:pt x="4788444" y="1124096"/>
                  </a:lnTo>
                  <a:lnTo>
                    <a:pt x="4888495" y="1111714"/>
                  </a:lnTo>
                  <a:lnTo>
                    <a:pt x="4982217" y="1101494"/>
                  </a:lnTo>
                  <a:lnTo>
                    <a:pt x="5065486" y="1093429"/>
                  </a:lnTo>
                  <a:lnTo>
                    <a:pt x="5134754" y="1087428"/>
                  </a:lnTo>
                  <a:lnTo>
                    <a:pt x="5187726" y="1083300"/>
                  </a:lnTo>
                  <a:lnTo>
                    <a:pt x="5223875" y="1080755"/>
                  </a:lnTo>
                  <a:lnTo>
                    <a:pt x="5244646" y="1079428"/>
                  </a:lnTo>
                  <a:lnTo>
                    <a:pt x="5253359" y="1078921"/>
                  </a:lnTo>
                  <a:lnTo>
                    <a:pt x="5254953" y="1078835"/>
                  </a:lnTo>
                  <a:lnTo>
                    <a:pt x="5254955" y="1078835"/>
                  </a:lnTo>
                  <a:lnTo>
                    <a:pt x="6726343" y="1078835"/>
                  </a:lnTo>
                  <a:lnTo>
                    <a:pt x="6727566" y="1078809"/>
                  </a:lnTo>
                  <a:lnTo>
                    <a:pt x="6735596" y="1078618"/>
                  </a:lnTo>
                  <a:lnTo>
                    <a:pt x="6755794" y="1078091"/>
                  </a:lnTo>
                  <a:lnTo>
                    <a:pt x="6791793" y="1077053"/>
                  </a:lnTo>
                  <a:lnTo>
                    <a:pt x="6845224" y="1075346"/>
                  </a:lnTo>
                  <a:lnTo>
                    <a:pt x="6915593" y="1072842"/>
                  </a:lnTo>
                  <a:lnTo>
                    <a:pt x="7000497" y="1069458"/>
                  </a:lnTo>
                  <a:lnTo>
                    <a:pt x="7096182" y="1065154"/>
                  </a:lnTo>
                  <a:lnTo>
                    <a:pt x="7198285" y="1059927"/>
                  </a:lnTo>
                  <a:lnTo>
                    <a:pt x="7302562" y="1053796"/>
                  </a:lnTo>
                  <a:lnTo>
                    <a:pt x="7405410" y="1046779"/>
                  </a:lnTo>
                  <a:lnTo>
                    <a:pt x="7504134" y="1038882"/>
                  </a:lnTo>
                  <a:lnTo>
                    <a:pt x="7596991" y="1030085"/>
                  </a:lnTo>
                  <a:lnTo>
                    <a:pt x="7683079" y="1020336"/>
                  </a:lnTo>
                  <a:lnTo>
                    <a:pt x="7762156" y="1009549"/>
                  </a:lnTo>
                  <a:lnTo>
                    <a:pt x="7834458" y="997605"/>
                  </a:lnTo>
                  <a:lnTo>
                    <a:pt x="7900533" y="984352"/>
                  </a:lnTo>
                  <a:lnTo>
                    <a:pt x="7961112" y="969616"/>
                  </a:lnTo>
                  <a:lnTo>
                    <a:pt x="8017017" y="953205"/>
                  </a:lnTo>
                  <a:lnTo>
                    <a:pt x="8069091" y="934935"/>
                  </a:lnTo>
                  <a:lnTo>
                    <a:pt x="8118145" y="914657"/>
                  </a:lnTo>
                  <a:lnTo>
                    <a:pt x="8151487" y="899029"/>
                  </a:lnTo>
                  <a:lnTo>
                    <a:pt x="8201643" y="872619"/>
                  </a:lnTo>
                  <a:lnTo>
                    <a:pt x="8250261" y="843621"/>
                  </a:lnTo>
                  <a:lnTo>
                    <a:pt x="8297898" y="811996"/>
                  </a:lnTo>
                  <a:lnTo>
                    <a:pt x="8344970" y="777783"/>
                  </a:lnTo>
                  <a:lnTo>
                    <a:pt x="8391772" y="741111"/>
                  </a:lnTo>
                  <a:lnTo>
                    <a:pt x="8438503" y="702208"/>
                  </a:lnTo>
                  <a:lnTo>
                    <a:pt x="8485277" y="661397"/>
                  </a:lnTo>
                  <a:lnTo>
                    <a:pt x="8532141" y="619091"/>
                  </a:lnTo>
                  <a:lnTo>
                    <a:pt x="8579090" y="575777"/>
                  </a:lnTo>
                  <a:lnTo>
                    <a:pt x="8626085" y="531995"/>
                  </a:lnTo>
                  <a:lnTo>
                    <a:pt x="8673071" y="488308"/>
                  </a:lnTo>
                  <a:lnTo>
                    <a:pt x="8719994" y="445278"/>
                  </a:lnTo>
                  <a:lnTo>
                    <a:pt x="8766826" y="403427"/>
                  </a:lnTo>
                  <a:lnTo>
                    <a:pt x="8813577" y="363220"/>
                  </a:lnTo>
                  <a:lnTo>
                    <a:pt x="8860315" y="325041"/>
                  </a:lnTo>
                  <a:lnTo>
                    <a:pt x="8907182" y="289181"/>
                  </a:lnTo>
                  <a:lnTo>
                    <a:pt x="8954407" y="255834"/>
                  </a:lnTo>
                  <a:lnTo>
                    <a:pt x="9002323" y="225099"/>
                  </a:lnTo>
                  <a:lnTo>
                    <a:pt x="9051391" y="196986"/>
                  </a:lnTo>
                  <a:lnTo>
                    <a:pt x="9084767" y="179805"/>
                  </a:lnTo>
                  <a:lnTo>
                    <a:pt x="9132124" y="158060"/>
                  </a:lnTo>
                  <a:lnTo>
                    <a:pt x="9181977" y="138378"/>
                  </a:lnTo>
                  <a:lnTo>
                    <a:pt x="9235081" y="120668"/>
                  </a:lnTo>
                  <a:lnTo>
                    <a:pt x="9292260" y="104764"/>
                  </a:lnTo>
                  <a:lnTo>
                    <a:pt x="9354357" y="90479"/>
                  </a:lnTo>
                  <a:lnTo>
                    <a:pt x="9422175" y="77625"/>
                  </a:lnTo>
                  <a:lnTo>
                    <a:pt x="9496405" y="66031"/>
                  </a:lnTo>
                  <a:lnTo>
                    <a:pt x="9577517" y="55558"/>
                  </a:lnTo>
                  <a:lnTo>
                    <a:pt x="9665626" y="46093"/>
                  </a:lnTo>
                  <a:lnTo>
                    <a:pt x="9760319" y="37562"/>
                  </a:lnTo>
                  <a:lnTo>
                    <a:pt x="9860465" y="29922"/>
                  </a:lnTo>
                  <a:lnTo>
                    <a:pt x="9964049" y="23162"/>
                  </a:lnTo>
                  <a:lnTo>
                    <a:pt x="10068101" y="17292"/>
                  </a:lnTo>
                  <a:lnTo>
                    <a:pt x="10168791" y="12332"/>
                  </a:lnTo>
                  <a:lnTo>
                    <a:pt x="10261774" y="8297"/>
                  </a:lnTo>
                  <a:lnTo>
                    <a:pt x="10342787" y="5175"/>
                  </a:lnTo>
                  <a:lnTo>
                    <a:pt x="10408395" y="2914"/>
                  </a:lnTo>
                  <a:lnTo>
                    <a:pt x="10456708" y="1417"/>
                  </a:lnTo>
                  <a:lnTo>
                    <a:pt x="10487845" y="546"/>
                  </a:lnTo>
                  <a:lnTo>
                    <a:pt x="10504043" y="135"/>
                  </a:lnTo>
                  <a:lnTo>
                    <a:pt x="10509468" y="9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23" name="pl2023"/>
            <p:cNvSpPr/>
            <p:nvPr/>
          </p:nvSpPr>
          <p:spPr>
            <a:xfrm>
              <a:off x="4799595" y="7047538"/>
              <a:ext cx="11981298" cy="3702368"/>
            </a:xfrm>
            <a:custGeom>
              <a:avLst/>
              <a:pathLst>
                <a:path w="11981298" h="3702368">
                  <a:moveTo>
                    <a:pt x="11981298" y="0"/>
                  </a:moveTo>
                  <a:lnTo>
                    <a:pt x="10509911" y="0"/>
                  </a:lnTo>
                  <a:lnTo>
                    <a:pt x="10508687" y="26"/>
                  </a:lnTo>
                  <a:lnTo>
                    <a:pt x="10500657" y="217"/>
                  </a:lnTo>
                  <a:lnTo>
                    <a:pt x="10480459" y="744"/>
                  </a:lnTo>
                  <a:lnTo>
                    <a:pt x="10444460" y="1782"/>
                  </a:lnTo>
                  <a:lnTo>
                    <a:pt x="10391029" y="3489"/>
                  </a:lnTo>
                  <a:lnTo>
                    <a:pt x="10320660" y="5992"/>
                  </a:lnTo>
                  <a:lnTo>
                    <a:pt x="10235756" y="9377"/>
                  </a:lnTo>
                  <a:lnTo>
                    <a:pt x="10140072" y="13681"/>
                  </a:lnTo>
                  <a:lnTo>
                    <a:pt x="10037968" y="18908"/>
                  </a:lnTo>
                  <a:lnTo>
                    <a:pt x="9933691" y="25039"/>
                  </a:lnTo>
                  <a:lnTo>
                    <a:pt x="9830844" y="32056"/>
                  </a:lnTo>
                  <a:lnTo>
                    <a:pt x="9732120" y="39953"/>
                  </a:lnTo>
                  <a:lnTo>
                    <a:pt x="9639262" y="48750"/>
                  </a:lnTo>
                  <a:lnTo>
                    <a:pt x="9553175" y="58499"/>
                  </a:lnTo>
                  <a:lnTo>
                    <a:pt x="9474097" y="69286"/>
                  </a:lnTo>
                  <a:lnTo>
                    <a:pt x="9401795" y="81230"/>
                  </a:lnTo>
                  <a:lnTo>
                    <a:pt x="9335720" y="94483"/>
                  </a:lnTo>
                  <a:lnTo>
                    <a:pt x="9275141" y="109219"/>
                  </a:lnTo>
                  <a:lnTo>
                    <a:pt x="9219236" y="125630"/>
                  </a:lnTo>
                  <a:lnTo>
                    <a:pt x="9167162" y="143900"/>
                  </a:lnTo>
                  <a:lnTo>
                    <a:pt x="9118108" y="164177"/>
                  </a:lnTo>
                  <a:lnTo>
                    <a:pt x="9084767" y="179805"/>
                  </a:lnTo>
                  <a:lnTo>
                    <a:pt x="9034610" y="206216"/>
                  </a:lnTo>
                  <a:lnTo>
                    <a:pt x="8985992" y="235213"/>
                  </a:lnTo>
                  <a:lnTo>
                    <a:pt x="8938355" y="266838"/>
                  </a:lnTo>
                  <a:lnTo>
                    <a:pt x="8891283" y="301052"/>
                  </a:lnTo>
                  <a:lnTo>
                    <a:pt x="8844481" y="337724"/>
                  </a:lnTo>
                  <a:lnTo>
                    <a:pt x="8797750" y="376627"/>
                  </a:lnTo>
                  <a:lnTo>
                    <a:pt x="8750976" y="417438"/>
                  </a:lnTo>
                  <a:lnTo>
                    <a:pt x="8704112" y="459744"/>
                  </a:lnTo>
                  <a:lnTo>
                    <a:pt x="8657163" y="503058"/>
                  </a:lnTo>
                  <a:lnTo>
                    <a:pt x="8610168" y="546840"/>
                  </a:lnTo>
                  <a:lnTo>
                    <a:pt x="8563183" y="590526"/>
                  </a:lnTo>
                  <a:lnTo>
                    <a:pt x="8516259" y="633557"/>
                  </a:lnTo>
                  <a:lnTo>
                    <a:pt x="8469427" y="675408"/>
                  </a:lnTo>
                  <a:lnTo>
                    <a:pt x="8422676" y="715615"/>
                  </a:lnTo>
                  <a:lnTo>
                    <a:pt x="8375938" y="753794"/>
                  </a:lnTo>
                  <a:lnTo>
                    <a:pt x="8329071" y="789654"/>
                  </a:lnTo>
                  <a:lnTo>
                    <a:pt x="8281846" y="823000"/>
                  </a:lnTo>
                  <a:lnTo>
                    <a:pt x="8233930" y="853736"/>
                  </a:lnTo>
                  <a:lnTo>
                    <a:pt x="8184862" y="881848"/>
                  </a:lnTo>
                  <a:lnTo>
                    <a:pt x="8151487" y="899029"/>
                  </a:lnTo>
                  <a:lnTo>
                    <a:pt x="8104129" y="920775"/>
                  </a:lnTo>
                  <a:lnTo>
                    <a:pt x="8054276" y="940456"/>
                  </a:lnTo>
                  <a:lnTo>
                    <a:pt x="8001172" y="958167"/>
                  </a:lnTo>
                  <a:lnTo>
                    <a:pt x="7943993" y="974070"/>
                  </a:lnTo>
                  <a:lnTo>
                    <a:pt x="7881897" y="988356"/>
                  </a:lnTo>
                  <a:lnTo>
                    <a:pt x="7814078" y="1001210"/>
                  </a:lnTo>
                  <a:lnTo>
                    <a:pt x="7739848" y="1012803"/>
                  </a:lnTo>
                  <a:lnTo>
                    <a:pt x="7658736" y="1023277"/>
                  </a:lnTo>
                  <a:lnTo>
                    <a:pt x="7570627" y="1032742"/>
                  </a:lnTo>
                  <a:lnTo>
                    <a:pt x="7475934" y="1041273"/>
                  </a:lnTo>
                  <a:lnTo>
                    <a:pt x="7375788" y="1048913"/>
                  </a:lnTo>
                  <a:lnTo>
                    <a:pt x="7272204" y="1055673"/>
                  </a:lnTo>
                  <a:lnTo>
                    <a:pt x="7168152" y="1061543"/>
                  </a:lnTo>
                  <a:lnTo>
                    <a:pt x="7067462" y="1066503"/>
                  </a:lnTo>
                  <a:lnTo>
                    <a:pt x="6974479" y="1070537"/>
                  </a:lnTo>
                  <a:lnTo>
                    <a:pt x="6893466" y="1073660"/>
                  </a:lnTo>
                  <a:lnTo>
                    <a:pt x="6827858" y="1075920"/>
                  </a:lnTo>
                  <a:lnTo>
                    <a:pt x="6779545" y="1077418"/>
                  </a:lnTo>
                  <a:lnTo>
                    <a:pt x="6748408" y="1078289"/>
                  </a:lnTo>
                  <a:lnTo>
                    <a:pt x="6732210" y="1078700"/>
                  </a:lnTo>
                  <a:lnTo>
                    <a:pt x="6726786" y="1078826"/>
                  </a:lnTo>
                  <a:lnTo>
                    <a:pt x="6726343" y="1078835"/>
                  </a:lnTo>
                  <a:lnTo>
                    <a:pt x="5254955" y="1078835"/>
                  </a:lnTo>
                  <a:lnTo>
                    <a:pt x="5253797" y="1078897"/>
                  </a:lnTo>
                  <a:lnTo>
                    <a:pt x="5246184" y="1079335"/>
                  </a:lnTo>
                  <a:lnTo>
                    <a:pt x="5227003" y="1080547"/>
                  </a:lnTo>
                  <a:lnTo>
                    <a:pt x="5192736" y="1082933"/>
                  </a:lnTo>
                  <a:lnTo>
                    <a:pt x="5141711" y="1086862"/>
                  </a:lnTo>
                  <a:lnTo>
                    <a:pt x="5074232" y="1092635"/>
                  </a:lnTo>
                  <a:lnTo>
                    <a:pt x="4992412" y="1100457"/>
                  </a:lnTo>
                  <a:lnTo>
                    <a:pt x="4899688" y="1110427"/>
                  </a:lnTo>
                  <a:lnTo>
                    <a:pt x="4800153" y="1122562"/>
                  </a:lnTo>
                  <a:lnTo>
                    <a:pt x="4697881" y="1136825"/>
                  </a:lnTo>
                  <a:lnTo>
                    <a:pt x="4596413" y="1153170"/>
                  </a:lnTo>
                  <a:lnTo>
                    <a:pt x="4498472" y="1171575"/>
                  </a:lnTo>
                  <a:lnTo>
                    <a:pt x="4405891" y="1192074"/>
                  </a:lnTo>
                  <a:lnTo>
                    <a:pt x="4319692" y="1214766"/>
                  </a:lnTo>
                  <a:lnTo>
                    <a:pt x="4240241" y="1239831"/>
                  </a:lnTo>
                  <a:lnTo>
                    <a:pt x="4167418" y="1267522"/>
                  </a:lnTo>
                  <a:lnTo>
                    <a:pt x="4100774" y="1298169"/>
                  </a:lnTo>
                  <a:lnTo>
                    <a:pt x="4039661" y="1332159"/>
                  </a:lnTo>
                  <a:lnTo>
                    <a:pt x="3983317" y="1369923"/>
                  </a:lnTo>
                  <a:lnTo>
                    <a:pt x="3930948" y="1411898"/>
                  </a:lnTo>
                  <a:lnTo>
                    <a:pt x="3881769" y="1458466"/>
                  </a:lnTo>
                  <a:lnTo>
                    <a:pt x="3835060" y="1509862"/>
                  </a:lnTo>
                  <a:lnTo>
                    <a:pt x="3829811" y="1516091"/>
                  </a:lnTo>
                  <a:lnTo>
                    <a:pt x="3790984" y="1565057"/>
                  </a:lnTo>
                  <a:lnTo>
                    <a:pt x="3753158" y="1617736"/>
                  </a:lnTo>
                  <a:lnTo>
                    <a:pt x="3716052" y="1674204"/>
                  </a:lnTo>
                  <a:lnTo>
                    <a:pt x="3679440" y="1734469"/>
                  </a:lnTo>
                  <a:lnTo>
                    <a:pt x="3643145" y="1798469"/>
                  </a:lnTo>
                  <a:lnTo>
                    <a:pt x="3607030" y="1866063"/>
                  </a:lnTo>
                  <a:lnTo>
                    <a:pt x="3570993" y="1937026"/>
                  </a:lnTo>
                  <a:lnTo>
                    <a:pt x="3534965" y="2011050"/>
                  </a:lnTo>
                  <a:lnTo>
                    <a:pt x="3498902" y="2087744"/>
                  </a:lnTo>
                  <a:lnTo>
                    <a:pt x="3462786" y="2166643"/>
                  </a:lnTo>
                  <a:lnTo>
                    <a:pt x="3426614" y="2247216"/>
                  </a:lnTo>
                  <a:lnTo>
                    <a:pt x="3390401" y="2328880"/>
                  </a:lnTo>
                  <a:lnTo>
                    <a:pt x="3354169" y="2411018"/>
                  </a:lnTo>
                  <a:lnTo>
                    <a:pt x="3317943" y="2493000"/>
                  </a:lnTo>
                  <a:lnTo>
                    <a:pt x="3281748" y="2574197"/>
                  </a:lnTo>
                  <a:lnTo>
                    <a:pt x="3245603" y="2654008"/>
                  </a:lnTo>
                  <a:lnTo>
                    <a:pt x="3209515" y="2731874"/>
                  </a:lnTo>
                  <a:lnTo>
                    <a:pt x="3173473" y="2807295"/>
                  </a:lnTo>
                  <a:lnTo>
                    <a:pt x="3137448" y="2879842"/>
                  </a:lnTo>
                  <a:lnTo>
                    <a:pt x="3101382" y="2949164"/>
                  </a:lnTo>
                  <a:lnTo>
                    <a:pt x="3065192" y="3014995"/>
                  </a:lnTo>
                  <a:lnTo>
                    <a:pt x="3028760" y="3077152"/>
                  </a:lnTo>
                  <a:lnTo>
                    <a:pt x="2991927" y="3135533"/>
                  </a:lnTo>
                  <a:lnTo>
                    <a:pt x="2954495" y="3190113"/>
                  </a:lnTo>
                  <a:lnTo>
                    <a:pt x="2916211" y="3240934"/>
                  </a:lnTo>
                  <a:lnTo>
                    <a:pt x="2896531" y="3265112"/>
                  </a:lnTo>
                  <a:lnTo>
                    <a:pt x="2850064" y="3317067"/>
                  </a:lnTo>
                  <a:lnTo>
                    <a:pt x="2801205" y="3364183"/>
                  </a:lnTo>
                  <a:lnTo>
                    <a:pt x="2749242" y="3406669"/>
                  </a:lnTo>
                  <a:lnTo>
                    <a:pt x="2693397" y="3444896"/>
                  </a:lnTo>
                  <a:lnTo>
                    <a:pt x="2632872" y="3479299"/>
                  </a:lnTo>
                  <a:lnTo>
                    <a:pt x="2566902" y="3510309"/>
                  </a:lnTo>
                  <a:lnTo>
                    <a:pt x="2494818" y="3538323"/>
                  </a:lnTo>
                  <a:lnTo>
                    <a:pt x="2416143" y="3563676"/>
                  </a:lnTo>
                  <a:lnTo>
                    <a:pt x="2330713" y="3586631"/>
                  </a:lnTo>
                  <a:lnTo>
                    <a:pt x="2238829" y="3607376"/>
                  </a:lnTo>
                  <a:lnTo>
                    <a:pt x="2141428" y="3626019"/>
                  </a:lnTo>
                  <a:lnTo>
                    <a:pt x="2040244" y="3642602"/>
                  </a:lnTo>
                  <a:lnTo>
                    <a:pt x="1937898" y="3657107"/>
                  </a:lnTo>
                  <a:lnTo>
                    <a:pt x="1837847" y="3669489"/>
                  </a:lnTo>
                  <a:lnTo>
                    <a:pt x="1744125" y="3679709"/>
                  </a:lnTo>
                  <a:lnTo>
                    <a:pt x="1660856" y="3687774"/>
                  </a:lnTo>
                  <a:lnTo>
                    <a:pt x="1591588" y="3693775"/>
                  </a:lnTo>
                  <a:lnTo>
                    <a:pt x="1538616" y="3697903"/>
                  </a:lnTo>
                  <a:lnTo>
                    <a:pt x="1502467" y="3700448"/>
                  </a:lnTo>
                  <a:lnTo>
                    <a:pt x="1481696" y="3701775"/>
                  </a:lnTo>
                  <a:lnTo>
                    <a:pt x="1472983" y="3702282"/>
                  </a:lnTo>
                  <a:lnTo>
                    <a:pt x="1471389" y="3702368"/>
                  </a:lnTo>
                  <a:lnTo>
                    <a:pt x="1471387" y="3702368"/>
                  </a:lnTo>
                  <a:lnTo>
                    <a:pt x="0" y="370236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24" name="pg2024"/>
            <p:cNvSpPr/>
            <p:nvPr/>
          </p:nvSpPr>
          <p:spPr>
            <a:xfrm>
              <a:off x="4799595" y="6769656"/>
              <a:ext cx="11981298" cy="4021115"/>
            </a:xfrm>
            <a:custGeom>
              <a:avLst/>
              <a:pathLst>
                <a:path w="11981298" h="4021115">
                  <a:moveTo>
                    <a:pt x="0" y="4021115"/>
                  </a:moveTo>
                  <a:lnTo>
                    <a:pt x="1471387" y="4021115"/>
                  </a:lnTo>
                  <a:lnTo>
                    <a:pt x="1472615" y="4021093"/>
                  </a:lnTo>
                  <a:lnTo>
                    <a:pt x="1480676" y="4020936"/>
                  </a:lnTo>
                  <a:lnTo>
                    <a:pt x="1500947" y="4020503"/>
                  </a:lnTo>
                  <a:lnTo>
                    <a:pt x="1537070" y="4019651"/>
                  </a:lnTo>
                  <a:lnTo>
                    <a:pt x="1590673" y="4018249"/>
                  </a:lnTo>
                  <a:lnTo>
                    <a:pt x="1661247" y="4016193"/>
                  </a:lnTo>
                  <a:lnTo>
                    <a:pt x="1746370" y="4013414"/>
                  </a:lnTo>
                  <a:lnTo>
                    <a:pt x="1842262" y="4009880"/>
                  </a:lnTo>
                  <a:lnTo>
                    <a:pt x="1944544" y="4005590"/>
                  </a:lnTo>
                  <a:lnTo>
                    <a:pt x="2048959" y="4000558"/>
                  </a:lnTo>
                  <a:lnTo>
                    <a:pt x="2151899" y="3994800"/>
                  </a:lnTo>
                  <a:lnTo>
                    <a:pt x="2250674" y="3988319"/>
                  </a:lnTo>
                  <a:lnTo>
                    <a:pt x="2343547" y="3981100"/>
                  </a:lnTo>
                  <a:lnTo>
                    <a:pt x="2429624" y="3973099"/>
                  </a:lnTo>
                  <a:lnTo>
                    <a:pt x="2508673" y="3964245"/>
                  </a:lnTo>
                  <a:lnTo>
                    <a:pt x="2580937" y="3954439"/>
                  </a:lnTo>
                  <a:lnTo>
                    <a:pt x="2646972" y="3943558"/>
                  </a:lnTo>
                  <a:lnTo>
                    <a:pt x="2707514" y="3931455"/>
                  </a:lnTo>
                  <a:lnTo>
                    <a:pt x="2763389" y="3917976"/>
                  </a:lnTo>
                  <a:lnTo>
                    <a:pt x="2815445" y="3902968"/>
                  </a:lnTo>
                  <a:lnTo>
                    <a:pt x="2864492" y="3886311"/>
                  </a:lnTo>
                  <a:lnTo>
                    <a:pt x="2896531" y="3874001"/>
                  </a:lnTo>
                  <a:lnTo>
                    <a:pt x="2948333" y="3851634"/>
                  </a:lnTo>
                  <a:lnTo>
                    <a:pt x="2998514" y="3827005"/>
                  </a:lnTo>
                  <a:lnTo>
                    <a:pt x="3047680" y="3800081"/>
                  </a:lnTo>
                  <a:lnTo>
                    <a:pt x="3096279" y="3770903"/>
                  </a:lnTo>
                  <a:lnTo>
                    <a:pt x="3144623" y="3739599"/>
                  </a:lnTo>
                  <a:lnTo>
                    <a:pt x="3192917" y="3706387"/>
                  </a:lnTo>
                  <a:lnTo>
                    <a:pt x="3241272" y="3671575"/>
                  </a:lnTo>
                  <a:lnTo>
                    <a:pt x="3289726" y="3635552"/>
                  </a:lnTo>
                  <a:lnTo>
                    <a:pt x="3338262" y="3598770"/>
                  </a:lnTo>
                  <a:lnTo>
                    <a:pt x="3386830" y="3561727"/>
                  </a:lnTo>
                  <a:lnTo>
                    <a:pt x="3435368" y="3524932"/>
                  </a:lnTo>
                  <a:lnTo>
                    <a:pt x="3483825" y="3488883"/>
                  </a:lnTo>
                  <a:lnTo>
                    <a:pt x="3532182" y="3454035"/>
                  </a:lnTo>
                  <a:lnTo>
                    <a:pt x="3580476" y="3420778"/>
                  </a:lnTo>
                  <a:lnTo>
                    <a:pt x="3628818" y="3389422"/>
                  </a:lnTo>
                  <a:lnTo>
                    <a:pt x="3677406" y="3360188"/>
                  </a:lnTo>
                  <a:lnTo>
                    <a:pt x="3726553" y="3333204"/>
                  </a:lnTo>
                  <a:lnTo>
                    <a:pt x="3776701" y="3308517"/>
                  </a:lnTo>
                  <a:lnTo>
                    <a:pt x="3828452" y="3286093"/>
                  </a:lnTo>
                  <a:lnTo>
                    <a:pt x="3829811" y="3285545"/>
                  </a:lnTo>
                  <a:lnTo>
                    <a:pt x="3877231" y="3267731"/>
                  </a:lnTo>
                  <a:lnTo>
                    <a:pt x="3927155" y="3251610"/>
                  </a:lnTo>
                  <a:lnTo>
                    <a:pt x="3980340" y="3237106"/>
                  </a:lnTo>
                  <a:lnTo>
                    <a:pt x="4037614" y="3224084"/>
                  </a:lnTo>
                  <a:lnTo>
                    <a:pt x="4099822" y="3212388"/>
                  </a:lnTo>
                  <a:lnTo>
                    <a:pt x="4167773" y="3201864"/>
                  </a:lnTo>
                  <a:lnTo>
                    <a:pt x="4242155" y="3192375"/>
                  </a:lnTo>
                  <a:lnTo>
                    <a:pt x="4323441" y="3183803"/>
                  </a:lnTo>
                  <a:lnTo>
                    <a:pt x="4411741" y="3176058"/>
                  </a:lnTo>
                  <a:lnTo>
                    <a:pt x="4506633" y="3169078"/>
                  </a:lnTo>
                  <a:lnTo>
                    <a:pt x="4606971" y="3162829"/>
                  </a:lnTo>
                  <a:lnTo>
                    <a:pt x="4710721" y="3157301"/>
                  </a:lnTo>
                  <a:lnTo>
                    <a:pt x="4814886" y="3152504"/>
                  </a:lnTo>
                  <a:lnTo>
                    <a:pt x="4915609" y="3148455"/>
                  </a:lnTo>
                  <a:lnTo>
                    <a:pt x="5008525" y="3145163"/>
                  </a:lnTo>
                  <a:lnTo>
                    <a:pt x="5089362" y="3142620"/>
                  </a:lnTo>
                  <a:lnTo>
                    <a:pt x="5154697" y="3140782"/>
                  </a:lnTo>
                  <a:lnTo>
                    <a:pt x="5202672" y="3139569"/>
                  </a:lnTo>
                  <a:lnTo>
                    <a:pt x="5233455" y="3138865"/>
                  </a:lnTo>
                  <a:lnTo>
                    <a:pt x="5249343" y="3138536"/>
                  </a:lnTo>
                  <a:lnTo>
                    <a:pt x="5254561" y="3138438"/>
                  </a:lnTo>
                  <a:lnTo>
                    <a:pt x="5254955" y="3138431"/>
                  </a:lnTo>
                  <a:lnTo>
                    <a:pt x="6726343" y="3138431"/>
                  </a:lnTo>
                  <a:lnTo>
                    <a:pt x="6727471" y="3138359"/>
                  </a:lnTo>
                  <a:lnTo>
                    <a:pt x="6734890" y="3137850"/>
                  </a:lnTo>
                  <a:lnTo>
                    <a:pt x="6753597" y="3136443"/>
                  </a:lnTo>
                  <a:lnTo>
                    <a:pt x="6787057" y="3133672"/>
                  </a:lnTo>
                  <a:lnTo>
                    <a:pt x="6836955" y="3129107"/>
                  </a:lnTo>
                  <a:lnTo>
                    <a:pt x="6903070" y="3122394"/>
                  </a:lnTo>
                  <a:lnTo>
                    <a:pt x="6983424" y="3113290"/>
                  </a:lnTo>
                  <a:lnTo>
                    <a:pt x="7074726" y="3101671"/>
                  </a:lnTo>
                  <a:lnTo>
                    <a:pt x="7173011" y="3087514"/>
                  </a:lnTo>
                  <a:lnTo>
                    <a:pt x="7274290" y="3070859"/>
                  </a:lnTo>
                  <a:lnTo>
                    <a:pt x="7375059" y="3051759"/>
                  </a:lnTo>
                  <a:lnTo>
                    <a:pt x="7472586" y="3030244"/>
                  </a:lnTo>
                  <a:lnTo>
                    <a:pt x="7564998" y="3006284"/>
                  </a:lnTo>
                  <a:lnTo>
                    <a:pt x="7651221" y="2979772"/>
                  </a:lnTo>
                  <a:lnTo>
                    <a:pt x="7730830" y="2950510"/>
                  </a:lnTo>
                  <a:lnTo>
                    <a:pt x="7803890" y="2918215"/>
                  </a:lnTo>
                  <a:lnTo>
                    <a:pt x="7870803" y="2882516"/>
                  </a:lnTo>
                  <a:lnTo>
                    <a:pt x="7932178" y="2842971"/>
                  </a:lnTo>
                  <a:lnTo>
                    <a:pt x="7988744" y="2799087"/>
                  </a:lnTo>
                  <a:lnTo>
                    <a:pt x="8041274" y="2750352"/>
                  </a:lnTo>
                  <a:lnTo>
                    <a:pt x="8090536" y="2696304"/>
                  </a:lnTo>
                  <a:lnTo>
                    <a:pt x="8137247" y="2636629"/>
                  </a:lnTo>
                  <a:lnTo>
                    <a:pt x="8151487" y="2616721"/>
                  </a:lnTo>
                  <a:lnTo>
                    <a:pt x="8187680" y="2562455"/>
                  </a:lnTo>
                  <a:lnTo>
                    <a:pt x="8222986" y="2504354"/>
                  </a:lnTo>
                  <a:lnTo>
                    <a:pt x="8257638" y="2442339"/>
                  </a:lnTo>
                  <a:lnTo>
                    <a:pt x="8291826" y="2376391"/>
                  </a:lnTo>
                  <a:lnTo>
                    <a:pt x="8325700" y="2306551"/>
                  </a:lnTo>
                  <a:lnTo>
                    <a:pt x="8359382" y="2232932"/>
                  </a:lnTo>
                  <a:lnTo>
                    <a:pt x="8392963" y="2155719"/>
                  </a:lnTo>
                  <a:lnTo>
                    <a:pt x="8426512" y="2075175"/>
                  </a:lnTo>
                  <a:lnTo>
                    <a:pt x="8460072" y="1991633"/>
                  </a:lnTo>
                  <a:lnTo>
                    <a:pt x="8493671" y="1905503"/>
                  </a:lnTo>
                  <a:lnTo>
                    <a:pt x="8527319" y="1817256"/>
                  </a:lnTo>
                  <a:lnTo>
                    <a:pt x="8561012" y="1727419"/>
                  </a:lnTo>
                  <a:lnTo>
                    <a:pt x="8594739" y="1636562"/>
                  </a:lnTo>
                  <a:lnTo>
                    <a:pt x="8628481" y="1545283"/>
                  </a:lnTo>
                  <a:lnTo>
                    <a:pt x="8662216" y="1454191"/>
                  </a:lnTo>
                  <a:lnTo>
                    <a:pt x="8695924" y="1363891"/>
                  </a:lnTo>
                  <a:lnTo>
                    <a:pt x="8729591" y="1274965"/>
                  </a:lnTo>
                  <a:lnTo>
                    <a:pt x="8763208" y="1187958"/>
                  </a:lnTo>
                  <a:lnTo>
                    <a:pt x="8796781" y="1103364"/>
                  </a:lnTo>
                  <a:lnTo>
                    <a:pt x="8830330" y="1021618"/>
                  </a:lnTo>
                  <a:lnTo>
                    <a:pt x="8863892" y="943084"/>
                  </a:lnTo>
                  <a:lnTo>
                    <a:pt x="8897525" y="868050"/>
                  </a:lnTo>
                  <a:lnTo>
                    <a:pt x="8931313" y="796733"/>
                  </a:lnTo>
                  <a:lnTo>
                    <a:pt x="8965363" y="729273"/>
                  </a:lnTo>
                  <a:lnTo>
                    <a:pt x="8999815" y="665738"/>
                  </a:lnTo>
                  <a:lnTo>
                    <a:pt x="9034844" y="606131"/>
                  </a:lnTo>
                  <a:lnTo>
                    <a:pt x="9070664" y="550396"/>
                  </a:lnTo>
                  <a:lnTo>
                    <a:pt x="9084767" y="529882"/>
                  </a:lnTo>
                  <a:lnTo>
                    <a:pt x="9130810" y="468419"/>
                  </a:lnTo>
                  <a:lnTo>
                    <a:pt x="9179197" y="412628"/>
                  </a:lnTo>
                  <a:lnTo>
                    <a:pt x="9230620" y="362271"/>
                  </a:lnTo>
                  <a:lnTo>
                    <a:pt x="9285835" y="316917"/>
                  </a:lnTo>
                  <a:lnTo>
                    <a:pt x="9345619" y="276065"/>
                  </a:lnTo>
                  <a:lnTo>
                    <a:pt x="9410720" y="239210"/>
                  </a:lnTo>
                  <a:lnTo>
                    <a:pt x="9481796" y="205889"/>
                  </a:lnTo>
                  <a:lnTo>
                    <a:pt x="9559323" y="175710"/>
                  </a:lnTo>
                  <a:lnTo>
                    <a:pt x="9643489" y="148360"/>
                  </a:lnTo>
                  <a:lnTo>
                    <a:pt x="9734040" y="123614"/>
                  </a:lnTo>
                  <a:lnTo>
                    <a:pt x="9830123" y="101338"/>
                  </a:lnTo>
                  <a:lnTo>
                    <a:pt x="9930127" y="81480"/>
                  </a:lnTo>
                  <a:lnTo>
                    <a:pt x="10031591" y="64051"/>
                  </a:lnTo>
                  <a:lnTo>
                    <a:pt x="10131231" y="49104"/>
                  </a:lnTo>
                  <a:lnTo>
                    <a:pt x="10225165" y="36687"/>
                  </a:lnTo>
                  <a:lnTo>
                    <a:pt x="10309356" y="26802"/>
                  </a:lnTo>
                  <a:lnTo>
                    <a:pt x="10380228" y="19359"/>
                  </a:lnTo>
                  <a:lnTo>
                    <a:pt x="10435329" y="14152"/>
                  </a:lnTo>
                  <a:lnTo>
                    <a:pt x="10473857" y="10862"/>
                  </a:lnTo>
                  <a:lnTo>
                    <a:pt x="10496902" y="9076"/>
                  </a:lnTo>
                  <a:lnTo>
                    <a:pt x="10507394" y="8335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8782" y="71"/>
                  </a:lnTo>
                  <a:lnTo>
                    <a:pt x="10501363" y="580"/>
                  </a:lnTo>
                  <a:lnTo>
                    <a:pt x="10482656" y="1987"/>
                  </a:lnTo>
                  <a:lnTo>
                    <a:pt x="10449196" y="4758"/>
                  </a:lnTo>
                  <a:lnTo>
                    <a:pt x="10399299" y="9323"/>
                  </a:lnTo>
                  <a:lnTo>
                    <a:pt x="10333183" y="16036"/>
                  </a:lnTo>
                  <a:lnTo>
                    <a:pt x="10252829" y="25141"/>
                  </a:lnTo>
                  <a:lnTo>
                    <a:pt x="10161528" y="36759"/>
                  </a:lnTo>
                  <a:lnTo>
                    <a:pt x="10063243" y="50916"/>
                  </a:lnTo>
                  <a:lnTo>
                    <a:pt x="9961963" y="67572"/>
                  </a:lnTo>
                  <a:lnTo>
                    <a:pt x="9861194" y="86671"/>
                  </a:lnTo>
                  <a:lnTo>
                    <a:pt x="9763668" y="108186"/>
                  </a:lnTo>
                  <a:lnTo>
                    <a:pt x="9671255" y="132146"/>
                  </a:lnTo>
                  <a:lnTo>
                    <a:pt x="9585033" y="158659"/>
                  </a:lnTo>
                  <a:lnTo>
                    <a:pt x="9505424" y="187920"/>
                  </a:lnTo>
                  <a:lnTo>
                    <a:pt x="9432363" y="220216"/>
                  </a:lnTo>
                  <a:lnTo>
                    <a:pt x="9365450" y="255914"/>
                  </a:lnTo>
                  <a:lnTo>
                    <a:pt x="9304075" y="295459"/>
                  </a:lnTo>
                  <a:lnTo>
                    <a:pt x="9247509" y="339344"/>
                  </a:lnTo>
                  <a:lnTo>
                    <a:pt x="9194979" y="388079"/>
                  </a:lnTo>
                  <a:lnTo>
                    <a:pt x="9145717" y="442126"/>
                  </a:lnTo>
                  <a:lnTo>
                    <a:pt x="9099007" y="501801"/>
                  </a:lnTo>
                  <a:lnTo>
                    <a:pt x="9084767" y="521709"/>
                  </a:lnTo>
                  <a:lnTo>
                    <a:pt x="9048574" y="575975"/>
                  </a:lnTo>
                  <a:lnTo>
                    <a:pt x="9013267" y="634076"/>
                  </a:lnTo>
                  <a:lnTo>
                    <a:pt x="8978615" y="696091"/>
                  </a:lnTo>
                  <a:lnTo>
                    <a:pt x="8944428" y="762040"/>
                  </a:lnTo>
                  <a:lnTo>
                    <a:pt x="8910553" y="831880"/>
                  </a:lnTo>
                  <a:lnTo>
                    <a:pt x="8876871" y="905499"/>
                  </a:lnTo>
                  <a:lnTo>
                    <a:pt x="8843290" y="982711"/>
                  </a:lnTo>
                  <a:lnTo>
                    <a:pt x="8809742" y="1063256"/>
                  </a:lnTo>
                  <a:lnTo>
                    <a:pt x="8776181" y="1146797"/>
                  </a:lnTo>
                  <a:lnTo>
                    <a:pt x="8742582" y="1232927"/>
                  </a:lnTo>
                  <a:lnTo>
                    <a:pt x="8708935" y="1321174"/>
                  </a:lnTo>
                  <a:lnTo>
                    <a:pt x="8675241" y="1411011"/>
                  </a:lnTo>
                  <a:lnTo>
                    <a:pt x="8641514" y="1501868"/>
                  </a:lnTo>
                  <a:lnTo>
                    <a:pt x="8607772" y="1593147"/>
                  </a:lnTo>
                  <a:lnTo>
                    <a:pt x="8574037" y="1684239"/>
                  </a:lnTo>
                  <a:lnTo>
                    <a:pt x="8540329" y="1774539"/>
                  </a:lnTo>
                  <a:lnTo>
                    <a:pt x="8506662" y="1863466"/>
                  </a:lnTo>
                  <a:lnTo>
                    <a:pt x="8473045" y="1950473"/>
                  </a:lnTo>
                  <a:lnTo>
                    <a:pt x="8439472" y="2035066"/>
                  </a:lnTo>
                  <a:lnTo>
                    <a:pt x="8405923" y="2116812"/>
                  </a:lnTo>
                  <a:lnTo>
                    <a:pt x="8372361" y="2195347"/>
                  </a:lnTo>
                  <a:lnTo>
                    <a:pt x="8338728" y="2270380"/>
                  </a:lnTo>
                  <a:lnTo>
                    <a:pt x="8304940" y="2341697"/>
                  </a:lnTo>
                  <a:lnTo>
                    <a:pt x="8270890" y="2409158"/>
                  </a:lnTo>
                  <a:lnTo>
                    <a:pt x="8236438" y="2472693"/>
                  </a:lnTo>
                  <a:lnTo>
                    <a:pt x="8201409" y="2532299"/>
                  </a:lnTo>
                  <a:lnTo>
                    <a:pt x="8165589" y="2588034"/>
                  </a:lnTo>
                  <a:lnTo>
                    <a:pt x="8151487" y="2608548"/>
                  </a:lnTo>
                  <a:lnTo>
                    <a:pt x="8105443" y="2670011"/>
                  </a:lnTo>
                  <a:lnTo>
                    <a:pt x="8057056" y="2725802"/>
                  </a:lnTo>
                  <a:lnTo>
                    <a:pt x="8005633" y="2776160"/>
                  </a:lnTo>
                  <a:lnTo>
                    <a:pt x="7950418" y="2821513"/>
                  </a:lnTo>
                  <a:lnTo>
                    <a:pt x="7890634" y="2862365"/>
                  </a:lnTo>
                  <a:lnTo>
                    <a:pt x="7825533" y="2899221"/>
                  </a:lnTo>
                  <a:lnTo>
                    <a:pt x="7754458" y="2932541"/>
                  </a:lnTo>
                  <a:lnTo>
                    <a:pt x="7676930" y="2962720"/>
                  </a:lnTo>
                  <a:lnTo>
                    <a:pt x="7592765" y="2990070"/>
                  </a:lnTo>
                  <a:lnTo>
                    <a:pt x="7502213" y="3014816"/>
                  </a:lnTo>
                  <a:lnTo>
                    <a:pt x="7406131" y="3037092"/>
                  </a:lnTo>
                  <a:lnTo>
                    <a:pt x="7306126" y="3056951"/>
                  </a:lnTo>
                  <a:lnTo>
                    <a:pt x="7204662" y="3074379"/>
                  </a:lnTo>
                  <a:lnTo>
                    <a:pt x="7105022" y="3089326"/>
                  </a:lnTo>
                  <a:lnTo>
                    <a:pt x="7011088" y="3101743"/>
                  </a:lnTo>
                  <a:lnTo>
                    <a:pt x="6926897" y="3111628"/>
                  </a:lnTo>
                  <a:lnTo>
                    <a:pt x="6856026" y="3119072"/>
                  </a:lnTo>
                  <a:lnTo>
                    <a:pt x="6800924" y="3124278"/>
                  </a:lnTo>
                  <a:lnTo>
                    <a:pt x="6762396" y="3127569"/>
                  </a:lnTo>
                  <a:lnTo>
                    <a:pt x="6739351" y="3129354"/>
                  </a:lnTo>
                  <a:lnTo>
                    <a:pt x="6728859" y="3130095"/>
                  </a:lnTo>
                  <a:lnTo>
                    <a:pt x="6726343" y="3130258"/>
                  </a:lnTo>
                  <a:lnTo>
                    <a:pt x="5254955" y="3130258"/>
                  </a:lnTo>
                  <a:lnTo>
                    <a:pt x="5253727" y="3130280"/>
                  </a:lnTo>
                  <a:lnTo>
                    <a:pt x="5245666" y="3130436"/>
                  </a:lnTo>
                  <a:lnTo>
                    <a:pt x="5225395" y="3130870"/>
                  </a:lnTo>
                  <a:lnTo>
                    <a:pt x="5189272" y="3131722"/>
                  </a:lnTo>
                  <a:lnTo>
                    <a:pt x="5135669" y="3133124"/>
                  </a:lnTo>
                  <a:lnTo>
                    <a:pt x="5065095" y="3135180"/>
                  </a:lnTo>
                  <a:lnTo>
                    <a:pt x="4979972" y="3137959"/>
                  </a:lnTo>
                  <a:lnTo>
                    <a:pt x="4884080" y="3141492"/>
                  </a:lnTo>
                  <a:lnTo>
                    <a:pt x="4781798" y="3145783"/>
                  </a:lnTo>
                  <a:lnTo>
                    <a:pt x="4677383" y="3150815"/>
                  </a:lnTo>
                  <a:lnTo>
                    <a:pt x="4574443" y="3156573"/>
                  </a:lnTo>
                  <a:lnTo>
                    <a:pt x="4475668" y="3163053"/>
                  </a:lnTo>
                  <a:lnTo>
                    <a:pt x="4382795" y="3170273"/>
                  </a:lnTo>
                  <a:lnTo>
                    <a:pt x="4296718" y="3178274"/>
                  </a:lnTo>
                  <a:lnTo>
                    <a:pt x="4217669" y="3187128"/>
                  </a:lnTo>
                  <a:lnTo>
                    <a:pt x="4145405" y="3196933"/>
                  </a:lnTo>
                  <a:lnTo>
                    <a:pt x="4079370" y="3207815"/>
                  </a:lnTo>
                  <a:lnTo>
                    <a:pt x="4018828" y="3219917"/>
                  </a:lnTo>
                  <a:lnTo>
                    <a:pt x="3962953" y="3233396"/>
                  </a:lnTo>
                  <a:lnTo>
                    <a:pt x="3910897" y="3248404"/>
                  </a:lnTo>
                  <a:lnTo>
                    <a:pt x="3861850" y="3265062"/>
                  </a:lnTo>
                  <a:lnTo>
                    <a:pt x="3829811" y="3277372"/>
                  </a:lnTo>
                  <a:lnTo>
                    <a:pt x="3778009" y="3299739"/>
                  </a:lnTo>
                  <a:lnTo>
                    <a:pt x="3727829" y="3324367"/>
                  </a:lnTo>
                  <a:lnTo>
                    <a:pt x="3678662" y="3351292"/>
                  </a:lnTo>
                  <a:lnTo>
                    <a:pt x="3630063" y="3380470"/>
                  </a:lnTo>
                  <a:lnTo>
                    <a:pt x="3581719" y="3411774"/>
                  </a:lnTo>
                  <a:lnTo>
                    <a:pt x="3533425" y="3444985"/>
                  </a:lnTo>
                  <a:lnTo>
                    <a:pt x="3485070" y="3479797"/>
                  </a:lnTo>
                  <a:lnTo>
                    <a:pt x="3436616" y="3515821"/>
                  </a:lnTo>
                  <a:lnTo>
                    <a:pt x="3388080" y="3552602"/>
                  </a:lnTo>
                  <a:lnTo>
                    <a:pt x="3339512" y="3589646"/>
                  </a:lnTo>
                  <a:lnTo>
                    <a:pt x="3290974" y="3626440"/>
                  </a:lnTo>
                  <a:lnTo>
                    <a:pt x="3242517" y="3662489"/>
                  </a:lnTo>
                  <a:lnTo>
                    <a:pt x="3194160" y="3697337"/>
                  </a:lnTo>
                  <a:lnTo>
                    <a:pt x="3145866" y="3730594"/>
                  </a:lnTo>
                  <a:lnTo>
                    <a:pt x="3097525" y="3761950"/>
                  </a:lnTo>
                  <a:lnTo>
                    <a:pt x="3048936" y="3791185"/>
                  </a:lnTo>
                  <a:lnTo>
                    <a:pt x="2999789" y="3818168"/>
                  </a:lnTo>
                  <a:lnTo>
                    <a:pt x="2949642" y="3842856"/>
                  </a:lnTo>
                  <a:lnTo>
                    <a:pt x="2897890" y="3865280"/>
                  </a:lnTo>
                  <a:lnTo>
                    <a:pt x="2896531" y="3865828"/>
                  </a:lnTo>
                  <a:lnTo>
                    <a:pt x="2849111" y="3883641"/>
                  </a:lnTo>
                  <a:lnTo>
                    <a:pt x="2799187" y="3899762"/>
                  </a:lnTo>
                  <a:lnTo>
                    <a:pt x="2746002" y="3914267"/>
                  </a:lnTo>
                  <a:lnTo>
                    <a:pt x="2688728" y="3927289"/>
                  </a:lnTo>
                  <a:lnTo>
                    <a:pt x="2626520" y="3938985"/>
                  </a:lnTo>
                  <a:lnTo>
                    <a:pt x="2558569" y="3949508"/>
                  </a:lnTo>
                  <a:lnTo>
                    <a:pt x="2484187" y="3958997"/>
                  </a:lnTo>
                  <a:lnTo>
                    <a:pt x="2402901" y="3967569"/>
                  </a:lnTo>
                  <a:lnTo>
                    <a:pt x="2314601" y="3975315"/>
                  </a:lnTo>
                  <a:lnTo>
                    <a:pt x="2219709" y="3982295"/>
                  </a:lnTo>
                  <a:lnTo>
                    <a:pt x="2119371" y="3988544"/>
                  </a:lnTo>
                  <a:lnTo>
                    <a:pt x="2015621" y="3994071"/>
                  </a:lnTo>
                  <a:lnTo>
                    <a:pt x="1911456" y="3998868"/>
                  </a:lnTo>
                  <a:lnTo>
                    <a:pt x="1810733" y="4002918"/>
                  </a:lnTo>
                  <a:lnTo>
                    <a:pt x="1717817" y="4006209"/>
                  </a:lnTo>
                  <a:lnTo>
                    <a:pt x="1636980" y="4008752"/>
                  </a:lnTo>
                  <a:lnTo>
                    <a:pt x="1571645" y="4010590"/>
                  </a:lnTo>
                  <a:lnTo>
                    <a:pt x="1523670" y="4011804"/>
                  </a:lnTo>
                  <a:lnTo>
                    <a:pt x="1492887" y="4012507"/>
                  </a:lnTo>
                  <a:lnTo>
                    <a:pt x="1476999" y="4012836"/>
                  </a:lnTo>
                  <a:lnTo>
                    <a:pt x="1471781" y="4012935"/>
                  </a:lnTo>
                  <a:lnTo>
                    <a:pt x="1471387" y="4012942"/>
                  </a:lnTo>
                  <a:lnTo>
                    <a:pt x="0" y="4012942"/>
                  </a:lnTo>
                  <a:close/>
                </a:path>
              </a:pathLst>
            </a:custGeom>
            <a:solidFill>
              <a:srgbClr val="DFC48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2025" name="pl2025"/>
            <p:cNvSpPr/>
            <p:nvPr/>
          </p:nvSpPr>
          <p:spPr>
            <a:xfrm>
              <a:off x="4799595" y="6777829"/>
              <a:ext cx="11981298" cy="4012942"/>
            </a:xfrm>
            <a:custGeom>
              <a:avLst/>
              <a:pathLst>
                <a:path w="11981298" h="4012942">
                  <a:moveTo>
                    <a:pt x="0" y="4012942"/>
                  </a:moveTo>
                  <a:lnTo>
                    <a:pt x="1471387" y="4012942"/>
                  </a:lnTo>
                  <a:lnTo>
                    <a:pt x="1472615" y="4012920"/>
                  </a:lnTo>
                  <a:lnTo>
                    <a:pt x="1480676" y="4012763"/>
                  </a:lnTo>
                  <a:lnTo>
                    <a:pt x="1500947" y="4012330"/>
                  </a:lnTo>
                  <a:lnTo>
                    <a:pt x="1537070" y="4011478"/>
                  </a:lnTo>
                  <a:lnTo>
                    <a:pt x="1590673" y="4010076"/>
                  </a:lnTo>
                  <a:lnTo>
                    <a:pt x="1661247" y="4008020"/>
                  </a:lnTo>
                  <a:lnTo>
                    <a:pt x="1746370" y="4005241"/>
                  </a:lnTo>
                  <a:lnTo>
                    <a:pt x="1842262" y="4001707"/>
                  </a:lnTo>
                  <a:lnTo>
                    <a:pt x="1944544" y="3997417"/>
                  </a:lnTo>
                  <a:lnTo>
                    <a:pt x="2048959" y="3992385"/>
                  </a:lnTo>
                  <a:lnTo>
                    <a:pt x="2151899" y="3986627"/>
                  </a:lnTo>
                  <a:lnTo>
                    <a:pt x="2250674" y="3980146"/>
                  </a:lnTo>
                  <a:lnTo>
                    <a:pt x="2343547" y="3972927"/>
                  </a:lnTo>
                  <a:lnTo>
                    <a:pt x="2429624" y="3964926"/>
                  </a:lnTo>
                  <a:lnTo>
                    <a:pt x="2508673" y="3956072"/>
                  </a:lnTo>
                  <a:lnTo>
                    <a:pt x="2580937" y="3946266"/>
                  </a:lnTo>
                  <a:lnTo>
                    <a:pt x="2646972" y="3935385"/>
                  </a:lnTo>
                  <a:lnTo>
                    <a:pt x="2707514" y="3923282"/>
                  </a:lnTo>
                  <a:lnTo>
                    <a:pt x="2763389" y="3909803"/>
                  </a:lnTo>
                  <a:lnTo>
                    <a:pt x="2815445" y="3894795"/>
                  </a:lnTo>
                  <a:lnTo>
                    <a:pt x="2864492" y="3878138"/>
                  </a:lnTo>
                  <a:lnTo>
                    <a:pt x="2896531" y="3865828"/>
                  </a:lnTo>
                  <a:lnTo>
                    <a:pt x="2948333" y="3843461"/>
                  </a:lnTo>
                  <a:lnTo>
                    <a:pt x="2998514" y="3818832"/>
                  </a:lnTo>
                  <a:lnTo>
                    <a:pt x="3047680" y="3791908"/>
                  </a:lnTo>
                  <a:lnTo>
                    <a:pt x="3096279" y="3762730"/>
                  </a:lnTo>
                  <a:lnTo>
                    <a:pt x="3144623" y="3731426"/>
                  </a:lnTo>
                  <a:lnTo>
                    <a:pt x="3192917" y="3698214"/>
                  </a:lnTo>
                  <a:lnTo>
                    <a:pt x="3241272" y="3663402"/>
                  </a:lnTo>
                  <a:lnTo>
                    <a:pt x="3289726" y="3627379"/>
                  </a:lnTo>
                  <a:lnTo>
                    <a:pt x="3338262" y="3590597"/>
                  </a:lnTo>
                  <a:lnTo>
                    <a:pt x="3386830" y="3553554"/>
                  </a:lnTo>
                  <a:lnTo>
                    <a:pt x="3435368" y="3516759"/>
                  </a:lnTo>
                  <a:lnTo>
                    <a:pt x="3483825" y="3480710"/>
                  </a:lnTo>
                  <a:lnTo>
                    <a:pt x="3532182" y="3445862"/>
                  </a:lnTo>
                  <a:lnTo>
                    <a:pt x="3580476" y="3412605"/>
                  </a:lnTo>
                  <a:lnTo>
                    <a:pt x="3628818" y="3381249"/>
                  </a:lnTo>
                  <a:lnTo>
                    <a:pt x="3677406" y="3352015"/>
                  </a:lnTo>
                  <a:lnTo>
                    <a:pt x="3726553" y="3325031"/>
                  </a:lnTo>
                  <a:lnTo>
                    <a:pt x="3776701" y="3300344"/>
                  </a:lnTo>
                  <a:lnTo>
                    <a:pt x="3828452" y="3277920"/>
                  </a:lnTo>
                  <a:lnTo>
                    <a:pt x="3829811" y="3277372"/>
                  </a:lnTo>
                  <a:lnTo>
                    <a:pt x="3877231" y="3259558"/>
                  </a:lnTo>
                  <a:lnTo>
                    <a:pt x="3927155" y="3243437"/>
                  </a:lnTo>
                  <a:lnTo>
                    <a:pt x="3980340" y="3228933"/>
                  </a:lnTo>
                  <a:lnTo>
                    <a:pt x="4037614" y="3215911"/>
                  </a:lnTo>
                  <a:lnTo>
                    <a:pt x="4099822" y="3204215"/>
                  </a:lnTo>
                  <a:lnTo>
                    <a:pt x="4167773" y="3193691"/>
                  </a:lnTo>
                  <a:lnTo>
                    <a:pt x="4242155" y="3184202"/>
                  </a:lnTo>
                  <a:lnTo>
                    <a:pt x="4323441" y="3175630"/>
                  </a:lnTo>
                  <a:lnTo>
                    <a:pt x="4411741" y="3167885"/>
                  </a:lnTo>
                  <a:lnTo>
                    <a:pt x="4506633" y="3160905"/>
                  </a:lnTo>
                  <a:lnTo>
                    <a:pt x="4606971" y="3154656"/>
                  </a:lnTo>
                  <a:lnTo>
                    <a:pt x="4710721" y="3149128"/>
                  </a:lnTo>
                  <a:lnTo>
                    <a:pt x="4814886" y="3144331"/>
                  </a:lnTo>
                  <a:lnTo>
                    <a:pt x="4915609" y="3140282"/>
                  </a:lnTo>
                  <a:lnTo>
                    <a:pt x="5008525" y="3136990"/>
                  </a:lnTo>
                  <a:lnTo>
                    <a:pt x="5089362" y="3134447"/>
                  </a:lnTo>
                  <a:lnTo>
                    <a:pt x="5154697" y="3132609"/>
                  </a:lnTo>
                  <a:lnTo>
                    <a:pt x="5202672" y="3131396"/>
                  </a:lnTo>
                  <a:lnTo>
                    <a:pt x="5233455" y="3130692"/>
                  </a:lnTo>
                  <a:lnTo>
                    <a:pt x="5249343" y="3130363"/>
                  </a:lnTo>
                  <a:lnTo>
                    <a:pt x="5254561" y="3130265"/>
                  </a:lnTo>
                  <a:lnTo>
                    <a:pt x="5254955" y="3130258"/>
                  </a:lnTo>
                  <a:lnTo>
                    <a:pt x="6726343" y="3130258"/>
                  </a:lnTo>
                  <a:lnTo>
                    <a:pt x="6727471" y="3130186"/>
                  </a:lnTo>
                  <a:lnTo>
                    <a:pt x="6734890" y="3129677"/>
                  </a:lnTo>
                  <a:lnTo>
                    <a:pt x="6753597" y="3128270"/>
                  </a:lnTo>
                  <a:lnTo>
                    <a:pt x="6787057" y="3125499"/>
                  </a:lnTo>
                  <a:lnTo>
                    <a:pt x="6836955" y="3120934"/>
                  </a:lnTo>
                  <a:lnTo>
                    <a:pt x="6903070" y="3114221"/>
                  </a:lnTo>
                  <a:lnTo>
                    <a:pt x="6983424" y="3105117"/>
                  </a:lnTo>
                  <a:lnTo>
                    <a:pt x="7074726" y="3093498"/>
                  </a:lnTo>
                  <a:lnTo>
                    <a:pt x="7173011" y="3079341"/>
                  </a:lnTo>
                  <a:lnTo>
                    <a:pt x="7274290" y="3062686"/>
                  </a:lnTo>
                  <a:lnTo>
                    <a:pt x="7375059" y="3043586"/>
                  </a:lnTo>
                  <a:lnTo>
                    <a:pt x="7472586" y="3022071"/>
                  </a:lnTo>
                  <a:lnTo>
                    <a:pt x="7564998" y="2998111"/>
                  </a:lnTo>
                  <a:lnTo>
                    <a:pt x="7651221" y="2971599"/>
                  </a:lnTo>
                  <a:lnTo>
                    <a:pt x="7730830" y="2942337"/>
                  </a:lnTo>
                  <a:lnTo>
                    <a:pt x="7803890" y="2910042"/>
                  </a:lnTo>
                  <a:lnTo>
                    <a:pt x="7870803" y="2874343"/>
                  </a:lnTo>
                  <a:lnTo>
                    <a:pt x="7932178" y="2834798"/>
                  </a:lnTo>
                  <a:lnTo>
                    <a:pt x="7988744" y="2790914"/>
                  </a:lnTo>
                  <a:lnTo>
                    <a:pt x="8041274" y="2742179"/>
                  </a:lnTo>
                  <a:lnTo>
                    <a:pt x="8090536" y="2688131"/>
                  </a:lnTo>
                  <a:lnTo>
                    <a:pt x="8137247" y="2628456"/>
                  </a:lnTo>
                  <a:lnTo>
                    <a:pt x="8151487" y="2608548"/>
                  </a:lnTo>
                  <a:lnTo>
                    <a:pt x="8187680" y="2554282"/>
                  </a:lnTo>
                  <a:lnTo>
                    <a:pt x="8222986" y="2496181"/>
                  </a:lnTo>
                  <a:lnTo>
                    <a:pt x="8257638" y="2434166"/>
                  </a:lnTo>
                  <a:lnTo>
                    <a:pt x="8291826" y="2368218"/>
                  </a:lnTo>
                  <a:lnTo>
                    <a:pt x="8325700" y="2298378"/>
                  </a:lnTo>
                  <a:lnTo>
                    <a:pt x="8359382" y="2224759"/>
                  </a:lnTo>
                  <a:lnTo>
                    <a:pt x="8392963" y="2147546"/>
                  </a:lnTo>
                  <a:lnTo>
                    <a:pt x="8426512" y="2067002"/>
                  </a:lnTo>
                  <a:lnTo>
                    <a:pt x="8460072" y="1983460"/>
                  </a:lnTo>
                  <a:lnTo>
                    <a:pt x="8493671" y="1897330"/>
                  </a:lnTo>
                  <a:lnTo>
                    <a:pt x="8527319" y="1809083"/>
                  </a:lnTo>
                  <a:lnTo>
                    <a:pt x="8561012" y="1719246"/>
                  </a:lnTo>
                  <a:lnTo>
                    <a:pt x="8594739" y="1628389"/>
                  </a:lnTo>
                  <a:lnTo>
                    <a:pt x="8628481" y="1537110"/>
                  </a:lnTo>
                  <a:lnTo>
                    <a:pt x="8662216" y="1446018"/>
                  </a:lnTo>
                  <a:lnTo>
                    <a:pt x="8695924" y="1355718"/>
                  </a:lnTo>
                  <a:lnTo>
                    <a:pt x="8729591" y="1266792"/>
                  </a:lnTo>
                  <a:lnTo>
                    <a:pt x="8763208" y="1179785"/>
                  </a:lnTo>
                  <a:lnTo>
                    <a:pt x="8796781" y="1095191"/>
                  </a:lnTo>
                  <a:lnTo>
                    <a:pt x="8830330" y="1013445"/>
                  </a:lnTo>
                  <a:lnTo>
                    <a:pt x="8863892" y="934911"/>
                  </a:lnTo>
                  <a:lnTo>
                    <a:pt x="8897525" y="859877"/>
                  </a:lnTo>
                  <a:lnTo>
                    <a:pt x="8931313" y="788560"/>
                  </a:lnTo>
                  <a:lnTo>
                    <a:pt x="8965363" y="721100"/>
                  </a:lnTo>
                  <a:lnTo>
                    <a:pt x="8999815" y="657565"/>
                  </a:lnTo>
                  <a:lnTo>
                    <a:pt x="9034844" y="597958"/>
                  </a:lnTo>
                  <a:lnTo>
                    <a:pt x="9070664" y="542223"/>
                  </a:lnTo>
                  <a:lnTo>
                    <a:pt x="9084767" y="521709"/>
                  </a:lnTo>
                  <a:lnTo>
                    <a:pt x="9130810" y="460246"/>
                  </a:lnTo>
                  <a:lnTo>
                    <a:pt x="9179197" y="404455"/>
                  </a:lnTo>
                  <a:lnTo>
                    <a:pt x="9230620" y="354098"/>
                  </a:lnTo>
                  <a:lnTo>
                    <a:pt x="9285835" y="308744"/>
                  </a:lnTo>
                  <a:lnTo>
                    <a:pt x="9345619" y="267892"/>
                  </a:lnTo>
                  <a:lnTo>
                    <a:pt x="9410720" y="231037"/>
                  </a:lnTo>
                  <a:lnTo>
                    <a:pt x="9481796" y="197716"/>
                  </a:lnTo>
                  <a:lnTo>
                    <a:pt x="9559323" y="167537"/>
                  </a:lnTo>
                  <a:lnTo>
                    <a:pt x="9643489" y="140187"/>
                  </a:lnTo>
                  <a:lnTo>
                    <a:pt x="9734040" y="115441"/>
                  </a:lnTo>
                  <a:lnTo>
                    <a:pt x="9830123" y="93165"/>
                  </a:lnTo>
                  <a:lnTo>
                    <a:pt x="9930127" y="73307"/>
                  </a:lnTo>
                  <a:lnTo>
                    <a:pt x="10031591" y="55878"/>
                  </a:lnTo>
                  <a:lnTo>
                    <a:pt x="10131231" y="40931"/>
                  </a:lnTo>
                  <a:lnTo>
                    <a:pt x="10225165" y="28514"/>
                  </a:lnTo>
                  <a:lnTo>
                    <a:pt x="10309356" y="18629"/>
                  </a:lnTo>
                  <a:lnTo>
                    <a:pt x="10380228" y="11186"/>
                  </a:lnTo>
                  <a:lnTo>
                    <a:pt x="10435329" y="5979"/>
                  </a:lnTo>
                  <a:lnTo>
                    <a:pt x="10473857" y="2689"/>
                  </a:lnTo>
                  <a:lnTo>
                    <a:pt x="10496902" y="903"/>
                  </a:lnTo>
                  <a:lnTo>
                    <a:pt x="10507394" y="162"/>
                  </a:lnTo>
                  <a:lnTo>
                    <a:pt x="10509874" y="2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26" name="pl2026"/>
            <p:cNvSpPr/>
            <p:nvPr/>
          </p:nvSpPr>
          <p:spPr>
            <a:xfrm>
              <a:off x="4799595" y="6769656"/>
              <a:ext cx="11981298" cy="4012942"/>
            </a:xfrm>
            <a:custGeom>
              <a:avLst/>
              <a:pathLst>
                <a:path w="11981298" h="4012942">
                  <a:moveTo>
                    <a:pt x="11981298" y="0"/>
                  </a:moveTo>
                  <a:lnTo>
                    <a:pt x="10509911" y="0"/>
                  </a:lnTo>
                  <a:lnTo>
                    <a:pt x="10508782" y="71"/>
                  </a:lnTo>
                  <a:lnTo>
                    <a:pt x="10501363" y="580"/>
                  </a:lnTo>
                  <a:lnTo>
                    <a:pt x="10482656" y="1987"/>
                  </a:lnTo>
                  <a:lnTo>
                    <a:pt x="10449196" y="4758"/>
                  </a:lnTo>
                  <a:lnTo>
                    <a:pt x="10399299" y="9323"/>
                  </a:lnTo>
                  <a:lnTo>
                    <a:pt x="10333183" y="16036"/>
                  </a:lnTo>
                  <a:lnTo>
                    <a:pt x="10252829" y="25141"/>
                  </a:lnTo>
                  <a:lnTo>
                    <a:pt x="10161528" y="36759"/>
                  </a:lnTo>
                  <a:lnTo>
                    <a:pt x="10063243" y="50916"/>
                  </a:lnTo>
                  <a:lnTo>
                    <a:pt x="9961963" y="67572"/>
                  </a:lnTo>
                  <a:lnTo>
                    <a:pt x="9861194" y="86671"/>
                  </a:lnTo>
                  <a:lnTo>
                    <a:pt x="9763668" y="108186"/>
                  </a:lnTo>
                  <a:lnTo>
                    <a:pt x="9671255" y="132146"/>
                  </a:lnTo>
                  <a:lnTo>
                    <a:pt x="9585033" y="158659"/>
                  </a:lnTo>
                  <a:lnTo>
                    <a:pt x="9505424" y="187920"/>
                  </a:lnTo>
                  <a:lnTo>
                    <a:pt x="9432363" y="220216"/>
                  </a:lnTo>
                  <a:lnTo>
                    <a:pt x="9365450" y="255914"/>
                  </a:lnTo>
                  <a:lnTo>
                    <a:pt x="9304075" y="295459"/>
                  </a:lnTo>
                  <a:lnTo>
                    <a:pt x="9247509" y="339344"/>
                  </a:lnTo>
                  <a:lnTo>
                    <a:pt x="9194979" y="388079"/>
                  </a:lnTo>
                  <a:lnTo>
                    <a:pt x="9145717" y="442126"/>
                  </a:lnTo>
                  <a:lnTo>
                    <a:pt x="9099007" y="501801"/>
                  </a:lnTo>
                  <a:lnTo>
                    <a:pt x="9084767" y="521709"/>
                  </a:lnTo>
                  <a:lnTo>
                    <a:pt x="9048574" y="575975"/>
                  </a:lnTo>
                  <a:lnTo>
                    <a:pt x="9013267" y="634076"/>
                  </a:lnTo>
                  <a:lnTo>
                    <a:pt x="8978615" y="696091"/>
                  </a:lnTo>
                  <a:lnTo>
                    <a:pt x="8944428" y="762040"/>
                  </a:lnTo>
                  <a:lnTo>
                    <a:pt x="8910553" y="831880"/>
                  </a:lnTo>
                  <a:lnTo>
                    <a:pt x="8876871" y="905499"/>
                  </a:lnTo>
                  <a:lnTo>
                    <a:pt x="8843290" y="982711"/>
                  </a:lnTo>
                  <a:lnTo>
                    <a:pt x="8809742" y="1063256"/>
                  </a:lnTo>
                  <a:lnTo>
                    <a:pt x="8776181" y="1146797"/>
                  </a:lnTo>
                  <a:lnTo>
                    <a:pt x="8742582" y="1232927"/>
                  </a:lnTo>
                  <a:lnTo>
                    <a:pt x="8708935" y="1321174"/>
                  </a:lnTo>
                  <a:lnTo>
                    <a:pt x="8675241" y="1411011"/>
                  </a:lnTo>
                  <a:lnTo>
                    <a:pt x="8641514" y="1501868"/>
                  </a:lnTo>
                  <a:lnTo>
                    <a:pt x="8607772" y="1593147"/>
                  </a:lnTo>
                  <a:lnTo>
                    <a:pt x="8574037" y="1684239"/>
                  </a:lnTo>
                  <a:lnTo>
                    <a:pt x="8540329" y="1774539"/>
                  </a:lnTo>
                  <a:lnTo>
                    <a:pt x="8506662" y="1863466"/>
                  </a:lnTo>
                  <a:lnTo>
                    <a:pt x="8473045" y="1950473"/>
                  </a:lnTo>
                  <a:lnTo>
                    <a:pt x="8439472" y="2035066"/>
                  </a:lnTo>
                  <a:lnTo>
                    <a:pt x="8405923" y="2116812"/>
                  </a:lnTo>
                  <a:lnTo>
                    <a:pt x="8372361" y="2195347"/>
                  </a:lnTo>
                  <a:lnTo>
                    <a:pt x="8338728" y="2270380"/>
                  </a:lnTo>
                  <a:lnTo>
                    <a:pt x="8304940" y="2341697"/>
                  </a:lnTo>
                  <a:lnTo>
                    <a:pt x="8270890" y="2409158"/>
                  </a:lnTo>
                  <a:lnTo>
                    <a:pt x="8236438" y="2472693"/>
                  </a:lnTo>
                  <a:lnTo>
                    <a:pt x="8201409" y="2532299"/>
                  </a:lnTo>
                  <a:lnTo>
                    <a:pt x="8165589" y="2588034"/>
                  </a:lnTo>
                  <a:lnTo>
                    <a:pt x="8151487" y="2608548"/>
                  </a:lnTo>
                  <a:lnTo>
                    <a:pt x="8105443" y="2670011"/>
                  </a:lnTo>
                  <a:lnTo>
                    <a:pt x="8057056" y="2725802"/>
                  </a:lnTo>
                  <a:lnTo>
                    <a:pt x="8005633" y="2776160"/>
                  </a:lnTo>
                  <a:lnTo>
                    <a:pt x="7950418" y="2821513"/>
                  </a:lnTo>
                  <a:lnTo>
                    <a:pt x="7890634" y="2862365"/>
                  </a:lnTo>
                  <a:lnTo>
                    <a:pt x="7825533" y="2899221"/>
                  </a:lnTo>
                  <a:lnTo>
                    <a:pt x="7754458" y="2932541"/>
                  </a:lnTo>
                  <a:lnTo>
                    <a:pt x="7676930" y="2962720"/>
                  </a:lnTo>
                  <a:lnTo>
                    <a:pt x="7592765" y="2990070"/>
                  </a:lnTo>
                  <a:lnTo>
                    <a:pt x="7502213" y="3014816"/>
                  </a:lnTo>
                  <a:lnTo>
                    <a:pt x="7406131" y="3037092"/>
                  </a:lnTo>
                  <a:lnTo>
                    <a:pt x="7306126" y="3056951"/>
                  </a:lnTo>
                  <a:lnTo>
                    <a:pt x="7204662" y="3074379"/>
                  </a:lnTo>
                  <a:lnTo>
                    <a:pt x="7105022" y="3089326"/>
                  </a:lnTo>
                  <a:lnTo>
                    <a:pt x="7011088" y="3101743"/>
                  </a:lnTo>
                  <a:lnTo>
                    <a:pt x="6926897" y="3111628"/>
                  </a:lnTo>
                  <a:lnTo>
                    <a:pt x="6856026" y="3119072"/>
                  </a:lnTo>
                  <a:lnTo>
                    <a:pt x="6800924" y="3124278"/>
                  </a:lnTo>
                  <a:lnTo>
                    <a:pt x="6762396" y="3127569"/>
                  </a:lnTo>
                  <a:lnTo>
                    <a:pt x="6739351" y="3129354"/>
                  </a:lnTo>
                  <a:lnTo>
                    <a:pt x="6728859" y="3130095"/>
                  </a:lnTo>
                  <a:lnTo>
                    <a:pt x="6726379" y="3130256"/>
                  </a:lnTo>
                  <a:lnTo>
                    <a:pt x="6726343" y="3130258"/>
                  </a:lnTo>
                  <a:lnTo>
                    <a:pt x="5254955" y="3130258"/>
                  </a:lnTo>
                  <a:lnTo>
                    <a:pt x="5253727" y="3130280"/>
                  </a:lnTo>
                  <a:lnTo>
                    <a:pt x="5245666" y="3130436"/>
                  </a:lnTo>
                  <a:lnTo>
                    <a:pt x="5225395" y="3130870"/>
                  </a:lnTo>
                  <a:lnTo>
                    <a:pt x="5189272" y="3131722"/>
                  </a:lnTo>
                  <a:lnTo>
                    <a:pt x="5135669" y="3133124"/>
                  </a:lnTo>
                  <a:lnTo>
                    <a:pt x="5065095" y="3135180"/>
                  </a:lnTo>
                  <a:lnTo>
                    <a:pt x="4979972" y="3137959"/>
                  </a:lnTo>
                  <a:lnTo>
                    <a:pt x="4884080" y="3141492"/>
                  </a:lnTo>
                  <a:lnTo>
                    <a:pt x="4781798" y="3145783"/>
                  </a:lnTo>
                  <a:lnTo>
                    <a:pt x="4677383" y="3150815"/>
                  </a:lnTo>
                  <a:lnTo>
                    <a:pt x="4574443" y="3156573"/>
                  </a:lnTo>
                  <a:lnTo>
                    <a:pt x="4475668" y="3163053"/>
                  </a:lnTo>
                  <a:lnTo>
                    <a:pt x="4382795" y="3170273"/>
                  </a:lnTo>
                  <a:lnTo>
                    <a:pt x="4296718" y="3178274"/>
                  </a:lnTo>
                  <a:lnTo>
                    <a:pt x="4217669" y="3187128"/>
                  </a:lnTo>
                  <a:lnTo>
                    <a:pt x="4145405" y="3196933"/>
                  </a:lnTo>
                  <a:lnTo>
                    <a:pt x="4079370" y="3207815"/>
                  </a:lnTo>
                  <a:lnTo>
                    <a:pt x="4018828" y="3219917"/>
                  </a:lnTo>
                  <a:lnTo>
                    <a:pt x="3962953" y="3233396"/>
                  </a:lnTo>
                  <a:lnTo>
                    <a:pt x="3910897" y="3248404"/>
                  </a:lnTo>
                  <a:lnTo>
                    <a:pt x="3861850" y="3265062"/>
                  </a:lnTo>
                  <a:lnTo>
                    <a:pt x="3829811" y="3277372"/>
                  </a:lnTo>
                  <a:lnTo>
                    <a:pt x="3778009" y="3299739"/>
                  </a:lnTo>
                  <a:lnTo>
                    <a:pt x="3727829" y="3324367"/>
                  </a:lnTo>
                  <a:lnTo>
                    <a:pt x="3678662" y="3351292"/>
                  </a:lnTo>
                  <a:lnTo>
                    <a:pt x="3630063" y="3380470"/>
                  </a:lnTo>
                  <a:lnTo>
                    <a:pt x="3581719" y="3411774"/>
                  </a:lnTo>
                  <a:lnTo>
                    <a:pt x="3533425" y="3444985"/>
                  </a:lnTo>
                  <a:lnTo>
                    <a:pt x="3485070" y="3479797"/>
                  </a:lnTo>
                  <a:lnTo>
                    <a:pt x="3436616" y="3515821"/>
                  </a:lnTo>
                  <a:lnTo>
                    <a:pt x="3388080" y="3552602"/>
                  </a:lnTo>
                  <a:lnTo>
                    <a:pt x="3339512" y="3589646"/>
                  </a:lnTo>
                  <a:lnTo>
                    <a:pt x="3290974" y="3626440"/>
                  </a:lnTo>
                  <a:lnTo>
                    <a:pt x="3242517" y="3662489"/>
                  </a:lnTo>
                  <a:lnTo>
                    <a:pt x="3194160" y="3697337"/>
                  </a:lnTo>
                  <a:lnTo>
                    <a:pt x="3145866" y="3730594"/>
                  </a:lnTo>
                  <a:lnTo>
                    <a:pt x="3097525" y="3761950"/>
                  </a:lnTo>
                  <a:lnTo>
                    <a:pt x="3048936" y="3791185"/>
                  </a:lnTo>
                  <a:lnTo>
                    <a:pt x="2999789" y="3818168"/>
                  </a:lnTo>
                  <a:lnTo>
                    <a:pt x="2949642" y="3842856"/>
                  </a:lnTo>
                  <a:lnTo>
                    <a:pt x="2897890" y="3865280"/>
                  </a:lnTo>
                  <a:lnTo>
                    <a:pt x="2896531" y="3865828"/>
                  </a:lnTo>
                  <a:lnTo>
                    <a:pt x="2849111" y="3883641"/>
                  </a:lnTo>
                  <a:lnTo>
                    <a:pt x="2799187" y="3899762"/>
                  </a:lnTo>
                  <a:lnTo>
                    <a:pt x="2746002" y="3914267"/>
                  </a:lnTo>
                  <a:lnTo>
                    <a:pt x="2688728" y="3927289"/>
                  </a:lnTo>
                  <a:lnTo>
                    <a:pt x="2626520" y="3938985"/>
                  </a:lnTo>
                  <a:lnTo>
                    <a:pt x="2558569" y="3949508"/>
                  </a:lnTo>
                  <a:lnTo>
                    <a:pt x="2484187" y="3958997"/>
                  </a:lnTo>
                  <a:lnTo>
                    <a:pt x="2402901" y="3967569"/>
                  </a:lnTo>
                  <a:lnTo>
                    <a:pt x="2314601" y="3975315"/>
                  </a:lnTo>
                  <a:lnTo>
                    <a:pt x="2219709" y="3982295"/>
                  </a:lnTo>
                  <a:lnTo>
                    <a:pt x="2119371" y="3988544"/>
                  </a:lnTo>
                  <a:lnTo>
                    <a:pt x="2015621" y="3994071"/>
                  </a:lnTo>
                  <a:lnTo>
                    <a:pt x="1911456" y="3998868"/>
                  </a:lnTo>
                  <a:lnTo>
                    <a:pt x="1810733" y="4002918"/>
                  </a:lnTo>
                  <a:lnTo>
                    <a:pt x="1717817" y="4006209"/>
                  </a:lnTo>
                  <a:lnTo>
                    <a:pt x="1636980" y="4008752"/>
                  </a:lnTo>
                  <a:lnTo>
                    <a:pt x="1571645" y="4010590"/>
                  </a:lnTo>
                  <a:lnTo>
                    <a:pt x="1523670" y="4011804"/>
                  </a:lnTo>
                  <a:lnTo>
                    <a:pt x="1492887" y="4012507"/>
                  </a:lnTo>
                  <a:lnTo>
                    <a:pt x="1476999" y="4012836"/>
                  </a:lnTo>
                  <a:lnTo>
                    <a:pt x="1471781" y="4012935"/>
                  </a:lnTo>
                  <a:lnTo>
                    <a:pt x="1471387" y="4012942"/>
                  </a:lnTo>
                  <a:lnTo>
                    <a:pt x="0" y="401294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27" name="pg2027"/>
            <p:cNvSpPr/>
            <p:nvPr/>
          </p:nvSpPr>
          <p:spPr>
            <a:xfrm>
              <a:off x="4799595" y="2625946"/>
              <a:ext cx="11981298" cy="8140306"/>
            </a:xfrm>
            <a:custGeom>
              <a:avLst/>
              <a:pathLst>
                <a:path w="11981298" h="8140306">
                  <a:moveTo>
                    <a:pt x="0" y="8140306"/>
                  </a:moveTo>
                  <a:lnTo>
                    <a:pt x="1471387" y="8140306"/>
                  </a:lnTo>
                  <a:lnTo>
                    <a:pt x="1472552" y="8140247"/>
                  </a:lnTo>
                  <a:lnTo>
                    <a:pt x="1480205" y="8139825"/>
                  </a:lnTo>
                  <a:lnTo>
                    <a:pt x="1499484" y="8138659"/>
                  </a:lnTo>
                  <a:lnTo>
                    <a:pt x="1533920" y="8136365"/>
                  </a:lnTo>
                  <a:lnTo>
                    <a:pt x="1585180" y="8132587"/>
                  </a:lnTo>
                  <a:lnTo>
                    <a:pt x="1652942" y="8127036"/>
                  </a:lnTo>
                  <a:lnTo>
                    <a:pt x="1735066" y="8119518"/>
                  </a:lnTo>
                  <a:lnTo>
                    <a:pt x="1828083" y="8109936"/>
                  </a:lnTo>
                  <a:lnTo>
                    <a:pt x="1927874" y="8098277"/>
                  </a:lnTo>
                  <a:lnTo>
                    <a:pt x="2030349" y="8084575"/>
                  </a:lnTo>
                  <a:lnTo>
                    <a:pt x="2131958" y="8068876"/>
                  </a:lnTo>
                  <a:lnTo>
                    <a:pt x="2229982" y="8051199"/>
                  </a:lnTo>
                  <a:lnTo>
                    <a:pt x="2322595" y="8031511"/>
                  </a:lnTo>
                  <a:lnTo>
                    <a:pt x="2408786" y="8009714"/>
                  </a:lnTo>
                  <a:lnTo>
                    <a:pt x="2488203" y="7985635"/>
                  </a:lnTo>
                  <a:lnTo>
                    <a:pt x="2560976" y="7959026"/>
                  </a:lnTo>
                  <a:lnTo>
                    <a:pt x="2627563" y="7929570"/>
                  </a:lnTo>
                  <a:lnTo>
                    <a:pt x="2688624" y="7896892"/>
                  </a:lnTo>
                  <a:lnTo>
                    <a:pt x="2744922" y="7860577"/>
                  </a:lnTo>
                  <a:lnTo>
                    <a:pt x="2797260" y="7820207"/>
                  </a:lnTo>
                  <a:lnTo>
                    <a:pt x="2846423" y="7775415"/>
                  </a:lnTo>
                  <a:lnTo>
                    <a:pt x="2893134" y="7725986"/>
                  </a:lnTo>
                  <a:lnTo>
                    <a:pt x="2896531" y="7722121"/>
                  </a:lnTo>
                  <a:lnTo>
                    <a:pt x="2936021" y="7674448"/>
                  </a:lnTo>
                  <a:lnTo>
                    <a:pt x="2974481" y="7623097"/>
                  </a:lnTo>
                  <a:lnTo>
                    <a:pt x="3012204" y="7567997"/>
                  </a:lnTo>
                  <a:lnTo>
                    <a:pt x="3049426" y="7509138"/>
                  </a:lnTo>
                  <a:lnTo>
                    <a:pt x="3086332" y="7446590"/>
                  </a:lnTo>
                  <a:lnTo>
                    <a:pt x="3123062" y="7380501"/>
                  </a:lnTo>
                  <a:lnTo>
                    <a:pt x="3159719" y="7311105"/>
                  </a:lnTo>
                  <a:lnTo>
                    <a:pt x="3196374" y="7238723"/>
                  </a:lnTo>
                  <a:lnTo>
                    <a:pt x="3233069" y="7163757"/>
                  </a:lnTo>
                  <a:lnTo>
                    <a:pt x="3269821" y="7086687"/>
                  </a:lnTo>
                  <a:lnTo>
                    <a:pt x="3306628" y="7008057"/>
                  </a:lnTo>
                  <a:lnTo>
                    <a:pt x="3343475" y="6928462"/>
                  </a:lnTo>
                  <a:lnTo>
                    <a:pt x="3380336" y="6848526"/>
                  </a:lnTo>
                  <a:lnTo>
                    <a:pt x="3417184" y="6768887"/>
                  </a:lnTo>
                  <a:lnTo>
                    <a:pt x="3453995" y="6690171"/>
                  </a:lnTo>
                  <a:lnTo>
                    <a:pt x="3490751" y="6612976"/>
                  </a:lnTo>
                  <a:lnTo>
                    <a:pt x="3527449" y="6537850"/>
                  </a:lnTo>
                  <a:lnTo>
                    <a:pt x="3564106" y="6465276"/>
                  </a:lnTo>
                  <a:lnTo>
                    <a:pt x="3600761" y="6395664"/>
                  </a:lnTo>
                  <a:lnTo>
                    <a:pt x="3637483" y="6329340"/>
                  </a:lnTo>
                  <a:lnTo>
                    <a:pt x="3674373" y="6266543"/>
                  </a:lnTo>
                  <a:lnTo>
                    <a:pt x="3711568" y="6207428"/>
                  </a:lnTo>
                  <a:lnTo>
                    <a:pt x="3749250" y="6152068"/>
                  </a:lnTo>
                  <a:lnTo>
                    <a:pt x="3787650" y="6100462"/>
                  </a:lnTo>
                  <a:lnTo>
                    <a:pt x="3827059" y="6052540"/>
                  </a:lnTo>
                  <a:lnTo>
                    <a:pt x="3829811" y="6049380"/>
                  </a:lnTo>
                  <a:lnTo>
                    <a:pt x="3876366" y="5999604"/>
                  </a:lnTo>
                  <a:lnTo>
                    <a:pt x="3925323" y="5954472"/>
                  </a:lnTo>
                  <a:lnTo>
                    <a:pt x="3977398" y="5913784"/>
                  </a:lnTo>
                  <a:lnTo>
                    <a:pt x="4033373" y="5877182"/>
                  </a:lnTo>
                  <a:lnTo>
                    <a:pt x="4094052" y="5844248"/>
                  </a:lnTo>
                  <a:lnTo>
                    <a:pt x="4160203" y="5814566"/>
                  </a:lnTo>
                  <a:lnTo>
                    <a:pt x="4232497" y="5787757"/>
                  </a:lnTo>
                  <a:lnTo>
                    <a:pt x="4311410" y="5763498"/>
                  </a:lnTo>
                  <a:lnTo>
                    <a:pt x="4397102" y="5741538"/>
                  </a:lnTo>
                  <a:lnTo>
                    <a:pt x="4489263" y="5721698"/>
                  </a:lnTo>
                  <a:lnTo>
                    <a:pt x="4586936" y="5703873"/>
                  </a:lnTo>
                  <a:lnTo>
                    <a:pt x="4688361" y="5688026"/>
                  </a:lnTo>
                  <a:lnTo>
                    <a:pt x="4790884" y="5674175"/>
                  </a:lnTo>
                  <a:lnTo>
                    <a:pt x="4891012" y="5662362"/>
                  </a:lnTo>
                  <a:lnTo>
                    <a:pt x="4984679" y="5652625"/>
                  </a:lnTo>
                  <a:lnTo>
                    <a:pt x="5067745" y="5644955"/>
                  </a:lnTo>
                  <a:lnTo>
                    <a:pt x="5136670" y="5639264"/>
                  </a:lnTo>
                  <a:lnTo>
                    <a:pt x="5189193" y="5635362"/>
                  </a:lnTo>
                  <a:lnTo>
                    <a:pt x="5224849" y="5632969"/>
                  </a:lnTo>
                  <a:lnTo>
                    <a:pt x="5245156" y="5631733"/>
                  </a:lnTo>
                  <a:lnTo>
                    <a:pt x="5253516" y="5631269"/>
                  </a:lnTo>
                  <a:lnTo>
                    <a:pt x="5254955" y="5631195"/>
                  </a:lnTo>
                  <a:lnTo>
                    <a:pt x="6726343" y="5631195"/>
                  </a:lnTo>
                  <a:lnTo>
                    <a:pt x="6727183" y="5631100"/>
                  </a:lnTo>
                  <a:lnTo>
                    <a:pt x="6732745" y="5630425"/>
                  </a:lnTo>
                  <a:lnTo>
                    <a:pt x="6746883" y="5628558"/>
                  </a:lnTo>
                  <a:lnTo>
                    <a:pt x="6772457" y="5624879"/>
                  </a:lnTo>
                  <a:lnTo>
                    <a:pt x="6811176" y="5618788"/>
                  </a:lnTo>
                  <a:lnTo>
                    <a:pt x="6863480" y="5609764"/>
                  </a:lnTo>
                  <a:lnTo>
                    <a:pt x="6928551" y="5597401"/>
                  </a:lnTo>
                  <a:lnTo>
                    <a:pt x="7004490" y="5581439"/>
                  </a:lnTo>
                  <a:lnTo>
                    <a:pt x="7088651" y="5561754"/>
                  </a:lnTo>
                  <a:lnTo>
                    <a:pt x="7178047" y="5538338"/>
                  </a:lnTo>
                  <a:lnTo>
                    <a:pt x="7269734" y="5511250"/>
                  </a:lnTo>
                  <a:lnTo>
                    <a:pt x="7361108" y="5480563"/>
                  </a:lnTo>
                  <a:lnTo>
                    <a:pt x="7450086" y="5446322"/>
                  </a:lnTo>
                  <a:lnTo>
                    <a:pt x="7535164" y="5408505"/>
                  </a:lnTo>
                  <a:lnTo>
                    <a:pt x="7615388" y="5367000"/>
                  </a:lnTo>
                  <a:lnTo>
                    <a:pt x="7690279" y="5321592"/>
                  </a:lnTo>
                  <a:lnTo>
                    <a:pt x="7759732" y="5271956"/>
                  </a:lnTo>
                  <a:lnTo>
                    <a:pt x="7823918" y="5217663"/>
                  </a:lnTo>
                  <a:lnTo>
                    <a:pt x="7883198" y="5158185"/>
                  </a:lnTo>
                  <a:lnTo>
                    <a:pt x="7938053" y="5092913"/>
                  </a:lnTo>
                  <a:lnTo>
                    <a:pt x="7989030" y="5021180"/>
                  </a:lnTo>
                  <a:lnTo>
                    <a:pt x="8036705" y="4942306"/>
                  </a:lnTo>
                  <a:lnTo>
                    <a:pt x="8081648" y="4855667"/>
                  </a:lnTo>
                  <a:lnTo>
                    <a:pt x="8124400" y="4760803"/>
                  </a:lnTo>
                  <a:lnTo>
                    <a:pt x="8151487" y="4694025"/>
                  </a:lnTo>
                  <a:lnTo>
                    <a:pt x="8179417" y="4619642"/>
                  </a:lnTo>
                  <a:lnTo>
                    <a:pt x="8206787" y="4541207"/>
                  </a:lnTo>
                  <a:lnTo>
                    <a:pt x="8233711" y="4458642"/>
                  </a:lnTo>
                  <a:lnTo>
                    <a:pt x="8260286" y="4371901"/>
                  </a:lnTo>
                  <a:lnTo>
                    <a:pt x="8286594" y="4280976"/>
                  </a:lnTo>
                  <a:lnTo>
                    <a:pt x="8312706" y="4185902"/>
                  </a:lnTo>
                  <a:lnTo>
                    <a:pt x="8338678" y="4086752"/>
                  </a:lnTo>
                  <a:lnTo>
                    <a:pt x="8364560" y="3983649"/>
                  </a:lnTo>
                  <a:lnTo>
                    <a:pt x="8390390" y="3876761"/>
                  </a:lnTo>
                  <a:lnTo>
                    <a:pt x="8416199" y="3766304"/>
                  </a:lnTo>
                  <a:lnTo>
                    <a:pt x="8442007" y="3652541"/>
                  </a:lnTo>
                  <a:lnTo>
                    <a:pt x="8467832" y="3535781"/>
                  </a:lnTo>
                  <a:lnTo>
                    <a:pt x="8493683" y="3416378"/>
                  </a:lnTo>
                  <a:lnTo>
                    <a:pt x="8519562" y="3294721"/>
                  </a:lnTo>
                  <a:lnTo>
                    <a:pt x="8545470" y="3171240"/>
                  </a:lnTo>
                  <a:lnTo>
                    <a:pt x="8571402" y="3046389"/>
                  </a:lnTo>
                  <a:lnTo>
                    <a:pt x="8597350" y="2920647"/>
                  </a:lnTo>
                  <a:lnTo>
                    <a:pt x="8623306" y="2794505"/>
                  </a:lnTo>
                  <a:lnTo>
                    <a:pt x="8649260" y="2668463"/>
                  </a:lnTo>
                  <a:lnTo>
                    <a:pt x="8675203" y="2543018"/>
                  </a:lnTo>
                  <a:lnTo>
                    <a:pt x="8701126" y="2418658"/>
                  </a:lnTo>
                  <a:lnTo>
                    <a:pt x="8727023" y="2295851"/>
                  </a:lnTo>
                  <a:lnTo>
                    <a:pt x="8752890" y="2175045"/>
                  </a:lnTo>
                  <a:lnTo>
                    <a:pt x="8778730" y="2056651"/>
                  </a:lnTo>
                  <a:lnTo>
                    <a:pt x="8804547" y="1941048"/>
                  </a:lnTo>
                  <a:lnTo>
                    <a:pt x="8830353" y="1828570"/>
                  </a:lnTo>
                  <a:lnTo>
                    <a:pt x="8856167" y="1719508"/>
                  </a:lnTo>
                  <a:lnTo>
                    <a:pt x="8882014" y="1614107"/>
                  </a:lnTo>
                  <a:lnTo>
                    <a:pt x="8907927" y="1512565"/>
                  </a:lnTo>
                  <a:lnTo>
                    <a:pt x="8933949" y="1415029"/>
                  </a:lnTo>
                  <a:lnTo>
                    <a:pt x="8960131" y="1321604"/>
                  </a:lnTo>
                  <a:lnTo>
                    <a:pt x="8986536" y="1232348"/>
                  </a:lnTo>
                  <a:lnTo>
                    <a:pt x="9013240" y="1147276"/>
                  </a:lnTo>
                  <a:lnTo>
                    <a:pt x="9040330" y="1066367"/>
                  </a:lnTo>
                  <a:lnTo>
                    <a:pt x="9067909" y="989560"/>
                  </a:lnTo>
                  <a:lnTo>
                    <a:pt x="9084767" y="945343"/>
                  </a:lnTo>
                  <a:lnTo>
                    <a:pt x="9126346" y="844982"/>
                  </a:lnTo>
                  <a:lnTo>
                    <a:pt x="9169794" y="752983"/>
                  </a:lnTo>
                  <a:lnTo>
                    <a:pt x="9215614" y="669079"/>
                  </a:lnTo>
                  <a:lnTo>
                    <a:pt x="9264360" y="592737"/>
                  </a:lnTo>
                  <a:lnTo>
                    <a:pt x="9316607" y="523304"/>
                  </a:lnTo>
                  <a:lnTo>
                    <a:pt x="9372924" y="460098"/>
                  </a:lnTo>
                  <a:lnTo>
                    <a:pt x="9433843" y="402469"/>
                  </a:lnTo>
                  <a:lnTo>
                    <a:pt x="9499808" y="349833"/>
                  </a:lnTo>
                  <a:lnTo>
                    <a:pt x="9571125" y="301695"/>
                  </a:lnTo>
                  <a:lnTo>
                    <a:pt x="9647879" y="257661"/>
                  </a:lnTo>
                  <a:lnTo>
                    <a:pt x="9729849" y="217444"/>
                  </a:lnTo>
                  <a:lnTo>
                    <a:pt x="9816403" y="180865"/>
                  </a:lnTo>
                  <a:lnTo>
                    <a:pt x="9906405" y="147845"/>
                  </a:lnTo>
                  <a:lnTo>
                    <a:pt x="9998150" y="118389"/>
                  </a:lnTo>
                  <a:lnTo>
                    <a:pt x="10089364" y="92555"/>
                  </a:lnTo>
                  <a:lnTo>
                    <a:pt x="10177301" y="70419"/>
                  </a:lnTo>
                  <a:lnTo>
                    <a:pt x="10258962" y="52021"/>
                  </a:lnTo>
                  <a:lnTo>
                    <a:pt x="10331431" y="37317"/>
                  </a:lnTo>
                  <a:lnTo>
                    <a:pt x="10392275" y="26140"/>
                  </a:lnTo>
                  <a:lnTo>
                    <a:pt x="10439936" y="18178"/>
                  </a:lnTo>
                  <a:lnTo>
                    <a:pt x="10474017" y="12980"/>
                  </a:lnTo>
                  <a:lnTo>
                    <a:pt x="10495402" y="9994"/>
                  </a:lnTo>
                  <a:lnTo>
                    <a:pt x="10506214" y="8608"/>
                  </a:lnTo>
                  <a:lnTo>
                    <a:pt x="10509669" y="8199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9070" y="94"/>
                  </a:lnTo>
                  <a:lnTo>
                    <a:pt x="10503508" y="770"/>
                  </a:lnTo>
                  <a:lnTo>
                    <a:pt x="10489370" y="2636"/>
                  </a:lnTo>
                  <a:lnTo>
                    <a:pt x="10463796" y="6316"/>
                  </a:lnTo>
                  <a:lnTo>
                    <a:pt x="10425077" y="12407"/>
                  </a:lnTo>
                  <a:lnTo>
                    <a:pt x="10372773" y="21431"/>
                  </a:lnTo>
                  <a:lnTo>
                    <a:pt x="10307702" y="33794"/>
                  </a:lnTo>
                  <a:lnTo>
                    <a:pt x="10231763" y="49756"/>
                  </a:lnTo>
                  <a:lnTo>
                    <a:pt x="10147602" y="69441"/>
                  </a:lnTo>
                  <a:lnTo>
                    <a:pt x="10058206" y="92857"/>
                  </a:lnTo>
                  <a:lnTo>
                    <a:pt x="9966520" y="119945"/>
                  </a:lnTo>
                  <a:lnTo>
                    <a:pt x="9875146" y="150632"/>
                  </a:lnTo>
                  <a:lnTo>
                    <a:pt x="9786167" y="184873"/>
                  </a:lnTo>
                  <a:lnTo>
                    <a:pt x="9701089" y="222690"/>
                  </a:lnTo>
                  <a:lnTo>
                    <a:pt x="9620865" y="264194"/>
                  </a:lnTo>
                  <a:lnTo>
                    <a:pt x="9545974" y="309603"/>
                  </a:lnTo>
                  <a:lnTo>
                    <a:pt x="9476521" y="359238"/>
                  </a:lnTo>
                  <a:lnTo>
                    <a:pt x="9412335" y="413532"/>
                  </a:lnTo>
                  <a:lnTo>
                    <a:pt x="9353055" y="473009"/>
                  </a:lnTo>
                  <a:lnTo>
                    <a:pt x="9298200" y="538282"/>
                  </a:lnTo>
                  <a:lnTo>
                    <a:pt x="9247223" y="610015"/>
                  </a:lnTo>
                  <a:lnTo>
                    <a:pt x="9199548" y="688889"/>
                  </a:lnTo>
                  <a:lnTo>
                    <a:pt x="9154605" y="775527"/>
                  </a:lnTo>
                  <a:lnTo>
                    <a:pt x="9111853" y="870392"/>
                  </a:lnTo>
                  <a:lnTo>
                    <a:pt x="9084767" y="937170"/>
                  </a:lnTo>
                  <a:lnTo>
                    <a:pt x="9056837" y="1011553"/>
                  </a:lnTo>
                  <a:lnTo>
                    <a:pt x="9029466" y="1089988"/>
                  </a:lnTo>
                  <a:lnTo>
                    <a:pt x="9002542" y="1172553"/>
                  </a:lnTo>
                  <a:lnTo>
                    <a:pt x="8975967" y="1259294"/>
                  </a:lnTo>
                  <a:lnTo>
                    <a:pt x="8949659" y="1350218"/>
                  </a:lnTo>
                  <a:lnTo>
                    <a:pt x="8923548" y="1445293"/>
                  </a:lnTo>
                  <a:lnTo>
                    <a:pt x="8897575" y="1544443"/>
                  </a:lnTo>
                  <a:lnTo>
                    <a:pt x="8871693" y="1647546"/>
                  </a:lnTo>
                  <a:lnTo>
                    <a:pt x="8845863" y="1754434"/>
                  </a:lnTo>
                  <a:lnTo>
                    <a:pt x="8820055" y="1864891"/>
                  </a:lnTo>
                  <a:lnTo>
                    <a:pt x="8794246" y="1978654"/>
                  </a:lnTo>
                  <a:lnTo>
                    <a:pt x="8768421" y="2095413"/>
                  </a:lnTo>
                  <a:lnTo>
                    <a:pt x="8742570" y="2214817"/>
                  </a:lnTo>
                  <a:lnTo>
                    <a:pt x="8716691" y="2336473"/>
                  </a:lnTo>
                  <a:lnTo>
                    <a:pt x="8690783" y="2459955"/>
                  </a:lnTo>
                  <a:lnTo>
                    <a:pt x="8664852" y="2584806"/>
                  </a:lnTo>
                  <a:lnTo>
                    <a:pt x="8638903" y="2710548"/>
                  </a:lnTo>
                  <a:lnTo>
                    <a:pt x="8612947" y="2836690"/>
                  </a:lnTo>
                  <a:lnTo>
                    <a:pt x="8586993" y="2962732"/>
                  </a:lnTo>
                  <a:lnTo>
                    <a:pt x="8561050" y="3088177"/>
                  </a:lnTo>
                  <a:lnTo>
                    <a:pt x="8535127" y="3212537"/>
                  </a:lnTo>
                  <a:lnTo>
                    <a:pt x="8509230" y="3335343"/>
                  </a:lnTo>
                  <a:lnTo>
                    <a:pt x="8483363" y="3456150"/>
                  </a:lnTo>
                  <a:lnTo>
                    <a:pt x="8457523" y="3574544"/>
                  </a:lnTo>
                  <a:lnTo>
                    <a:pt x="8431706" y="3690147"/>
                  </a:lnTo>
                  <a:lnTo>
                    <a:pt x="8405900" y="3802625"/>
                  </a:lnTo>
                  <a:lnTo>
                    <a:pt x="8380086" y="3911687"/>
                  </a:lnTo>
                  <a:lnTo>
                    <a:pt x="8354239" y="4017087"/>
                  </a:lnTo>
                  <a:lnTo>
                    <a:pt x="8328326" y="4118630"/>
                  </a:lnTo>
                  <a:lnTo>
                    <a:pt x="8302305" y="4216166"/>
                  </a:lnTo>
                  <a:lnTo>
                    <a:pt x="8276122" y="4309591"/>
                  </a:lnTo>
                  <a:lnTo>
                    <a:pt x="8249717" y="4398847"/>
                  </a:lnTo>
                  <a:lnTo>
                    <a:pt x="8223013" y="4483918"/>
                  </a:lnTo>
                  <a:lnTo>
                    <a:pt x="8195923" y="4564828"/>
                  </a:lnTo>
                  <a:lnTo>
                    <a:pt x="8168344" y="4641634"/>
                  </a:lnTo>
                  <a:lnTo>
                    <a:pt x="8151487" y="4685852"/>
                  </a:lnTo>
                  <a:lnTo>
                    <a:pt x="8109908" y="4786213"/>
                  </a:lnTo>
                  <a:lnTo>
                    <a:pt x="8066460" y="4878212"/>
                  </a:lnTo>
                  <a:lnTo>
                    <a:pt x="8020639" y="4962116"/>
                  </a:lnTo>
                  <a:lnTo>
                    <a:pt x="7971893" y="5038458"/>
                  </a:lnTo>
                  <a:lnTo>
                    <a:pt x="7919647" y="5107891"/>
                  </a:lnTo>
                  <a:lnTo>
                    <a:pt x="7863329" y="5171097"/>
                  </a:lnTo>
                  <a:lnTo>
                    <a:pt x="7802411" y="5228726"/>
                  </a:lnTo>
                  <a:lnTo>
                    <a:pt x="7736445" y="5281362"/>
                  </a:lnTo>
                  <a:lnTo>
                    <a:pt x="7665128" y="5329500"/>
                  </a:lnTo>
                  <a:lnTo>
                    <a:pt x="7588374" y="5373534"/>
                  </a:lnTo>
                  <a:lnTo>
                    <a:pt x="7506404" y="5413751"/>
                  </a:lnTo>
                  <a:lnTo>
                    <a:pt x="7419850" y="5450330"/>
                  </a:lnTo>
                  <a:lnTo>
                    <a:pt x="7329848" y="5483349"/>
                  </a:lnTo>
                  <a:lnTo>
                    <a:pt x="7238103" y="5512806"/>
                  </a:lnTo>
                  <a:lnTo>
                    <a:pt x="7146889" y="5538640"/>
                  </a:lnTo>
                  <a:lnTo>
                    <a:pt x="7058952" y="5560776"/>
                  </a:lnTo>
                  <a:lnTo>
                    <a:pt x="6977291" y="5579174"/>
                  </a:lnTo>
                  <a:lnTo>
                    <a:pt x="6904822" y="5593878"/>
                  </a:lnTo>
                  <a:lnTo>
                    <a:pt x="6843979" y="5605055"/>
                  </a:lnTo>
                  <a:lnTo>
                    <a:pt x="6796317" y="5613017"/>
                  </a:lnTo>
                  <a:lnTo>
                    <a:pt x="6762236" y="5618215"/>
                  </a:lnTo>
                  <a:lnTo>
                    <a:pt x="6740851" y="5621201"/>
                  </a:lnTo>
                  <a:lnTo>
                    <a:pt x="6730039" y="5622587"/>
                  </a:lnTo>
                  <a:lnTo>
                    <a:pt x="6726584" y="5622996"/>
                  </a:lnTo>
                  <a:lnTo>
                    <a:pt x="6726343" y="5623022"/>
                  </a:lnTo>
                  <a:lnTo>
                    <a:pt x="5254955" y="5623022"/>
                  </a:lnTo>
                  <a:lnTo>
                    <a:pt x="5253790" y="5623081"/>
                  </a:lnTo>
                  <a:lnTo>
                    <a:pt x="5246137" y="5623503"/>
                  </a:lnTo>
                  <a:lnTo>
                    <a:pt x="5226858" y="5624669"/>
                  </a:lnTo>
                  <a:lnTo>
                    <a:pt x="5192422" y="5626963"/>
                  </a:lnTo>
                  <a:lnTo>
                    <a:pt x="5141162" y="5630741"/>
                  </a:lnTo>
                  <a:lnTo>
                    <a:pt x="5073400" y="5636292"/>
                  </a:lnTo>
                  <a:lnTo>
                    <a:pt x="4991276" y="5643810"/>
                  </a:lnTo>
                  <a:lnTo>
                    <a:pt x="4898259" y="5653392"/>
                  </a:lnTo>
                  <a:lnTo>
                    <a:pt x="4798468" y="5665051"/>
                  </a:lnTo>
                  <a:lnTo>
                    <a:pt x="4695994" y="5678753"/>
                  </a:lnTo>
                  <a:lnTo>
                    <a:pt x="4594384" y="5694452"/>
                  </a:lnTo>
                  <a:lnTo>
                    <a:pt x="4496360" y="5712129"/>
                  </a:lnTo>
                  <a:lnTo>
                    <a:pt x="4403747" y="5731817"/>
                  </a:lnTo>
                  <a:lnTo>
                    <a:pt x="4317556" y="5753614"/>
                  </a:lnTo>
                  <a:lnTo>
                    <a:pt x="4238139" y="5777694"/>
                  </a:lnTo>
                  <a:lnTo>
                    <a:pt x="4165366" y="5804303"/>
                  </a:lnTo>
                  <a:lnTo>
                    <a:pt x="4098779" y="5833758"/>
                  </a:lnTo>
                  <a:lnTo>
                    <a:pt x="4037718" y="5866436"/>
                  </a:lnTo>
                  <a:lnTo>
                    <a:pt x="3981420" y="5902751"/>
                  </a:lnTo>
                  <a:lnTo>
                    <a:pt x="3929082" y="5943121"/>
                  </a:lnTo>
                  <a:lnTo>
                    <a:pt x="3879919" y="5987913"/>
                  </a:lnTo>
                  <a:lnTo>
                    <a:pt x="3833208" y="6037342"/>
                  </a:lnTo>
                  <a:lnTo>
                    <a:pt x="3829811" y="6041207"/>
                  </a:lnTo>
                  <a:lnTo>
                    <a:pt x="3790321" y="6088881"/>
                  </a:lnTo>
                  <a:lnTo>
                    <a:pt x="3751861" y="6140231"/>
                  </a:lnTo>
                  <a:lnTo>
                    <a:pt x="3714138" y="6195332"/>
                  </a:lnTo>
                  <a:lnTo>
                    <a:pt x="3676916" y="6254190"/>
                  </a:lnTo>
                  <a:lnTo>
                    <a:pt x="3640010" y="6316738"/>
                  </a:lnTo>
                  <a:lnTo>
                    <a:pt x="3603281" y="6382827"/>
                  </a:lnTo>
                  <a:lnTo>
                    <a:pt x="3566623" y="6452223"/>
                  </a:lnTo>
                  <a:lnTo>
                    <a:pt x="3529968" y="6524605"/>
                  </a:lnTo>
                  <a:lnTo>
                    <a:pt x="3493273" y="6599571"/>
                  </a:lnTo>
                  <a:lnTo>
                    <a:pt x="3456521" y="6676641"/>
                  </a:lnTo>
                  <a:lnTo>
                    <a:pt x="3419714" y="6755271"/>
                  </a:lnTo>
                  <a:lnTo>
                    <a:pt x="3382868" y="6834866"/>
                  </a:lnTo>
                  <a:lnTo>
                    <a:pt x="3346006" y="6914802"/>
                  </a:lnTo>
                  <a:lnTo>
                    <a:pt x="3309158" y="6994441"/>
                  </a:lnTo>
                  <a:lnTo>
                    <a:pt x="3272347" y="7073157"/>
                  </a:lnTo>
                  <a:lnTo>
                    <a:pt x="3235592" y="7150352"/>
                  </a:lnTo>
                  <a:lnTo>
                    <a:pt x="3198893" y="7225478"/>
                  </a:lnTo>
                  <a:lnTo>
                    <a:pt x="3162236" y="7298052"/>
                  </a:lnTo>
                  <a:lnTo>
                    <a:pt x="3125581" y="7367664"/>
                  </a:lnTo>
                  <a:lnTo>
                    <a:pt x="3088859" y="7433989"/>
                  </a:lnTo>
                  <a:lnTo>
                    <a:pt x="3051969" y="7496786"/>
                  </a:lnTo>
                  <a:lnTo>
                    <a:pt x="3014774" y="7555901"/>
                  </a:lnTo>
                  <a:lnTo>
                    <a:pt x="2977093" y="7611260"/>
                  </a:lnTo>
                  <a:lnTo>
                    <a:pt x="2938692" y="7662866"/>
                  </a:lnTo>
                  <a:lnTo>
                    <a:pt x="2899284" y="7710788"/>
                  </a:lnTo>
                  <a:lnTo>
                    <a:pt x="2896531" y="7713948"/>
                  </a:lnTo>
                  <a:lnTo>
                    <a:pt x="2849977" y="7763724"/>
                  </a:lnTo>
                  <a:lnTo>
                    <a:pt x="2801019" y="7808856"/>
                  </a:lnTo>
                  <a:lnTo>
                    <a:pt x="2748944" y="7849544"/>
                  </a:lnTo>
                  <a:lnTo>
                    <a:pt x="2692969" y="7886146"/>
                  </a:lnTo>
                  <a:lnTo>
                    <a:pt x="2632290" y="7919080"/>
                  </a:lnTo>
                  <a:lnTo>
                    <a:pt x="2566139" y="7948762"/>
                  </a:lnTo>
                  <a:lnTo>
                    <a:pt x="2493845" y="7975572"/>
                  </a:lnTo>
                  <a:lnTo>
                    <a:pt x="2414932" y="7999830"/>
                  </a:lnTo>
                  <a:lnTo>
                    <a:pt x="2329240" y="8021790"/>
                  </a:lnTo>
                  <a:lnTo>
                    <a:pt x="2237079" y="8041630"/>
                  </a:lnTo>
                  <a:lnTo>
                    <a:pt x="2139406" y="8059455"/>
                  </a:lnTo>
                  <a:lnTo>
                    <a:pt x="2037981" y="8075302"/>
                  </a:lnTo>
                  <a:lnTo>
                    <a:pt x="1935458" y="8089154"/>
                  </a:lnTo>
                  <a:lnTo>
                    <a:pt x="1835330" y="8100966"/>
                  </a:lnTo>
                  <a:lnTo>
                    <a:pt x="1741663" y="8110703"/>
                  </a:lnTo>
                  <a:lnTo>
                    <a:pt x="1658597" y="8118373"/>
                  </a:lnTo>
                  <a:lnTo>
                    <a:pt x="1589672" y="8124065"/>
                  </a:lnTo>
                  <a:lnTo>
                    <a:pt x="1537149" y="8127966"/>
                  </a:lnTo>
                  <a:lnTo>
                    <a:pt x="1501493" y="8130359"/>
                  </a:lnTo>
                  <a:lnTo>
                    <a:pt x="1481186" y="8131596"/>
                  </a:lnTo>
                  <a:lnTo>
                    <a:pt x="1472826" y="8132059"/>
                  </a:lnTo>
                  <a:lnTo>
                    <a:pt x="1471387" y="8132133"/>
                  </a:lnTo>
                  <a:lnTo>
                    <a:pt x="0" y="8132133"/>
                  </a:lnTo>
                  <a:close/>
                </a:path>
              </a:pathLst>
            </a:custGeom>
            <a:solidFill>
              <a:srgbClr val="DFC48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2028" name="pl2028"/>
            <p:cNvSpPr/>
            <p:nvPr/>
          </p:nvSpPr>
          <p:spPr>
            <a:xfrm>
              <a:off x="4799595" y="2634119"/>
              <a:ext cx="11981298" cy="8132133"/>
            </a:xfrm>
            <a:custGeom>
              <a:avLst/>
              <a:pathLst>
                <a:path w="11981298" h="8132133">
                  <a:moveTo>
                    <a:pt x="0" y="8132133"/>
                  </a:moveTo>
                  <a:lnTo>
                    <a:pt x="1471387" y="8132133"/>
                  </a:lnTo>
                  <a:lnTo>
                    <a:pt x="1472552" y="8132074"/>
                  </a:lnTo>
                  <a:lnTo>
                    <a:pt x="1480205" y="8131652"/>
                  </a:lnTo>
                  <a:lnTo>
                    <a:pt x="1499484" y="8130486"/>
                  </a:lnTo>
                  <a:lnTo>
                    <a:pt x="1533920" y="8128192"/>
                  </a:lnTo>
                  <a:lnTo>
                    <a:pt x="1585180" y="8124414"/>
                  </a:lnTo>
                  <a:lnTo>
                    <a:pt x="1652942" y="8118863"/>
                  </a:lnTo>
                  <a:lnTo>
                    <a:pt x="1735066" y="8111345"/>
                  </a:lnTo>
                  <a:lnTo>
                    <a:pt x="1828083" y="8101763"/>
                  </a:lnTo>
                  <a:lnTo>
                    <a:pt x="1927874" y="8090104"/>
                  </a:lnTo>
                  <a:lnTo>
                    <a:pt x="2030349" y="8076402"/>
                  </a:lnTo>
                  <a:lnTo>
                    <a:pt x="2131958" y="8060703"/>
                  </a:lnTo>
                  <a:lnTo>
                    <a:pt x="2229982" y="8043026"/>
                  </a:lnTo>
                  <a:lnTo>
                    <a:pt x="2322595" y="8023338"/>
                  </a:lnTo>
                  <a:lnTo>
                    <a:pt x="2408786" y="8001541"/>
                  </a:lnTo>
                  <a:lnTo>
                    <a:pt x="2488203" y="7977462"/>
                  </a:lnTo>
                  <a:lnTo>
                    <a:pt x="2560976" y="7950853"/>
                  </a:lnTo>
                  <a:lnTo>
                    <a:pt x="2627563" y="7921397"/>
                  </a:lnTo>
                  <a:lnTo>
                    <a:pt x="2688624" y="7888719"/>
                  </a:lnTo>
                  <a:lnTo>
                    <a:pt x="2744922" y="7852404"/>
                  </a:lnTo>
                  <a:lnTo>
                    <a:pt x="2797260" y="7812034"/>
                  </a:lnTo>
                  <a:lnTo>
                    <a:pt x="2846423" y="7767242"/>
                  </a:lnTo>
                  <a:lnTo>
                    <a:pt x="2893134" y="7717813"/>
                  </a:lnTo>
                  <a:lnTo>
                    <a:pt x="2896531" y="7713948"/>
                  </a:lnTo>
                  <a:lnTo>
                    <a:pt x="2936021" y="7666275"/>
                  </a:lnTo>
                  <a:lnTo>
                    <a:pt x="2974481" y="7614924"/>
                  </a:lnTo>
                  <a:lnTo>
                    <a:pt x="3012204" y="7559824"/>
                  </a:lnTo>
                  <a:lnTo>
                    <a:pt x="3049426" y="7500965"/>
                  </a:lnTo>
                  <a:lnTo>
                    <a:pt x="3086332" y="7438417"/>
                  </a:lnTo>
                  <a:lnTo>
                    <a:pt x="3123062" y="7372328"/>
                  </a:lnTo>
                  <a:lnTo>
                    <a:pt x="3159719" y="7302932"/>
                  </a:lnTo>
                  <a:lnTo>
                    <a:pt x="3196374" y="7230550"/>
                  </a:lnTo>
                  <a:lnTo>
                    <a:pt x="3233069" y="7155584"/>
                  </a:lnTo>
                  <a:lnTo>
                    <a:pt x="3269821" y="7078514"/>
                  </a:lnTo>
                  <a:lnTo>
                    <a:pt x="3306628" y="6999884"/>
                  </a:lnTo>
                  <a:lnTo>
                    <a:pt x="3343475" y="6920289"/>
                  </a:lnTo>
                  <a:lnTo>
                    <a:pt x="3380336" y="6840353"/>
                  </a:lnTo>
                  <a:lnTo>
                    <a:pt x="3417184" y="6760714"/>
                  </a:lnTo>
                  <a:lnTo>
                    <a:pt x="3453995" y="6681998"/>
                  </a:lnTo>
                  <a:lnTo>
                    <a:pt x="3490751" y="6604803"/>
                  </a:lnTo>
                  <a:lnTo>
                    <a:pt x="3527449" y="6529677"/>
                  </a:lnTo>
                  <a:lnTo>
                    <a:pt x="3564106" y="6457103"/>
                  </a:lnTo>
                  <a:lnTo>
                    <a:pt x="3600761" y="6387491"/>
                  </a:lnTo>
                  <a:lnTo>
                    <a:pt x="3637483" y="6321167"/>
                  </a:lnTo>
                  <a:lnTo>
                    <a:pt x="3674373" y="6258370"/>
                  </a:lnTo>
                  <a:lnTo>
                    <a:pt x="3711568" y="6199255"/>
                  </a:lnTo>
                  <a:lnTo>
                    <a:pt x="3749250" y="6143895"/>
                  </a:lnTo>
                  <a:lnTo>
                    <a:pt x="3787650" y="6092289"/>
                  </a:lnTo>
                  <a:lnTo>
                    <a:pt x="3827059" y="6044367"/>
                  </a:lnTo>
                  <a:lnTo>
                    <a:pt x="3829811" y="6041207"/>
                  </a:lnTo>
                  <a:lnTo>
                    <a:pt x="3876366" y="5991431"/>
                  </a:lnTo>
                  <a:lnTo>
                    <a:pt x="3925323" y="5946299"/>
                  </a:lnTo>
                  <a:lnTo>
                    <a:pt x="3977398" y="5905611"/>
                  </a:lnTo>
                  <a:lnTo>
                    <a:pt x="4033373" y="5869009"/>
                  </a:lnTo>
                  <a:lnTo>
                    <a:pt x="4094052" y="5836075"/>
                  </a:lnTo>
                  <a:lnTo>
                    <a:pt x="4160203" y="5806393"/>
                  </a:lnTo>
                  <a:lnTo>
                    <a:pt x="4232497" y="5779584"/>
                  </a:lnTo>
                  <a:lnTo>
                    <a:pt x="4311410" y="5755325"/>
                  </a:lnTo>
                  <a:lnTo>
                    <a:pt x="4397102" y="5733365"/>
                  </a:lnTo>
                  <a:lnTo>
                    <a:pt x="4489263" y="5713525"/>
                  </a:lnTo>
                  <a:lnTo>
                    <a:pt x="4586936" y="5695700"/>
                  </a:lnTo>
                  <a:lnTo>
                    <a:pt x="4688361" y="5679853"/>
                  </a:lnTo>
                  <a:lnTo>
                    <a:pt x="4790884" y="5666002"/>
                  </a:lnTo>
                  <a:lnTo>
                    <a:pt x="4891012" y="5654189"/>
                  </a:lnTo>
                  <a:lnTo>
                    <a:pt x="4984679" y="5644452"/>
                  </a:lnTo>
                  <a:lnTo>
                    <a:pt x="5067745" y="5636782"/>
                  </a:lnTo>
                  <a:lnTo>
                    <a:pt x="5136670" y="5631091"/>
                  </a:lnTo>
                  <a:lnTo>
                    <a:pt x="5189193" y="5627189"/>
                  </a:lnTo>
                  <a:lnTo>
                    <a:pt x="5224849" y="5624796"/>
                  </a:lnTo>
                  <a:lnTo>
                    <a:pt x="5245156" y="5623560"/>
                  </a:lnTo>
                  <a:lnTo>
                    <a:pt x="5253516" y="5623096"/>
                  </a:lnTo>
                  <a:lnTo>
                    <a:pt x="5254955" y="5623022"/>
                  </a:lnTo>
                  <a:lnTo>
                    <a:pt x="5254955" y="5623022"/>
                  </a:lnTo>
                  <a:lnTo>
                    <a:pt x="6726343" y="5623022"/>
                  </a:lnTo>
                  <a:lnTo>
                    <a:pt x="6727183" y="5622927"/>
                  </a:lnTo>
                  <a:lnTo>
                    <a:pt x="6732745" y="5622252"/>
                  </a:lnTo>
                  <a:lnTo>
                    <a:pt x="6746883" y="5620385"/>
                  </a:lnTo>
                  <a:lnTo>
                    <a:pt x="6772457" y="5616706"/>
                  </a:lnTo>
                  <a:lnTo>
                    <a:pt x="6811176" y="5610615"/>
                  </a:lnTo>
                  <a:lnTo>
                    <a:pt x="6863480" y="5601591"/>
                  </a:lnTo>
                  <a:lnTo>
                    <a:pt x="6928551" y="5589228"/>
                  </a:lnTo>
                  <a:lnTo>
                    <a:pt x="7004490" y="5573266"/>
                  </a:lnTo>
                  <a:lnTo>
                    <a:pt x="7088651" y="5553581"/>
                  </a:lnTo>
                  <a:lnTo>
                    <a:pt x="7178047" y="5530165"/>
                  </a:lnTo>
                  <a:lnTo>
                    <a:pt x="7269734" y="5503077"/>
                  </a:lnTo>
                  <a:lnTo>
                    <a:pt x="7361108" y="5472390"/>
                  </a:lnTo>
                  <a:lnTo>
                    <a:pt x="7450086" y="5438149"/>
                  </a:lnTo>
                  <a:lnTo>
                    <a:pt x="7535164" y="5400332"/>
                  </a:lnTo>
                  <a:lnTo>
                    <a:pt x="7615388" y="5358827"/>
                  </a:lnTo>
                  <a:lnTo>
                    <a:pt x="7690279" y="5313419"/>
                  </a:lnTo>
                  <a:lnTo>
                    <a:pt x="7759732" y="5263783"/>
                  </a:lnTo>
                  <a:lnTo>
                    <a:pt x="7823918" y="5209490"/>
                  </a:lnTo>
                  <a:lnTo>
                    <a:pt x="7883198" y="5150012"/>
                  </a:lnTo>
                  <a:lnTo>
                    <a:pt x="7938053" y="5084740"/>
                  </a:lnTo>
                  <a:lnTo>
                    <a:pt x="7989030" y="5013007"/>
                  </a:lnTo>
                  <a:lnTo>
                    <a:pt x="8036705" y="4934133"/>
                  </a:lnTo>
                  <a:lnTo>
                    <a:pt x="8081648" y="4847494"/>
                  </a:lnTo>
                  <a:lnTo>
                    <a:pt x="8124400" y="4752630"/>
                  </a:lnTo>
                  <a:lnTo>
                    <a:pt x="8151487" y="4685852"/>
                  </a:lnTo>
                  <a:lnTo>
                    <a:pt x="8179417" y="4611469"/>
                  </a:lnTo>
                  <a:lnTo>
                    <a:pt x="8206787" y="4533034"/>
                  </a:lnTo>
                  <a:lnTo>
                    <a:pt x="8233711" y="4450469"/>
                  </a:lnTo>
                  <a:lnTo>
                    <a:pt x="8260286" y="4363728"/>
                  </a:lnTo>
                  <a:lnTo>
                    <a:pt x="8286594" y="4272803"/>
                  </a:lnTo>
                  <a:lnTo>
                    <a:pt x="8312706" y="4177729"/>
                  </a:lnTo>
                  <a:lnTo>
                    <a:pt x="8338678" y="4078579"/>
                  </a:lnTo>
                  <a:lnTo>
                    <a:pt x="8364560" y="3975476"/>
                  </a:lnTo>
                  <a:lnTo>
                    <a:pt x="8390390" y="3868588"/>
                  </a:lnTo>
                  <a:lnTo>
                    <a:pt x="8416199" y="3758131"/>
                  </a:lnTo>
                  <a:lnTo>
                    <a:pt x="8442007" y="3644368"/>
                  </a:lnTo>
                  <a:lnTo>
                    <a:pt x="8467832" y="3527608"/>
                  </a:lnTo>
                  <a:lnTo>
                    <a:pt x="8493683" y="3408205"/>
                  </a:lnTo>
                  <a:lnTo>
                    <a:pt x="8519562" y="3286548"/>
                  </a:lnTo>
                  <a:lnTo>
                    <a:pt x="8545470" y="3163067"/>
                  </a:lnTo>
                  <a:lnTo>
                    <a:pt x="8571402" y="3038216"/>
                  </a:lnTo>
                  <a:lnTo>
                    <a:pt x="8597350" y="2912474"/>
                  </a:lnTo>
                  <a:lnTo>
                    <a:pt x="8623306" y="2786332"/>
                  </a:lnTo>
                  <a:lnTo>
                    <a:pt x="8649260" y="2660290"/>
                  </a:lnTo>
                  <a:lnTo>
                    <a:pt x="8675203" y="2534845"/>
                  </a:lnTo>
                  <a:lnTo>
                    <a:pt x="8701126" y="2410485"/>
                  </a:lnTo>
                  <a:lnTo>
                    <a:pt x="8727023" y="2287678"/>
                  </a:lnTo>
                  <a:lnTo>
                    <a:pt x="8752890" y="2166872"/>
                  </a:lnTo>
                  <a:lnTo>
                    <a:pt x="8778730" y="2048478"/>
                  </a:lnTo>
                  <a:lnTo>
                    <a:pt x="8804547" y="1932875"/>
                  </a:lnTo>
                  <a:lnTo>
                    <a:pt x="8830353" y="1820397"/>
                  </a:lnTo>
                  <a:lnTo>
                    <a:pt x="8856167" y="1711335"/>
                  </a:lnTo>
                  <a:lnTo>
                    <a:pt x="8882014" y="1605934"/>
                  </a:lnTo>
                  <a:lnTo>
                    <a:pt x="8907927" y="1504392"/>
                  </a:lnTo>
                  <a:lnTo>
                    <a:pt x="8933949" y="1406856"/>
                  </a:lnTo>
                  <a:lnTo>
                    <a:pt x="8960131" y="1313431"/>
                  </a:lnTo>
                  <a:lnTo>
                    <a:pt x="8986536" y="1224175"/>
                  </a:lnTo>
                  <a:lnTo>
                    <a:pt x="9013240" y="1139103"/>
                  </a:lnTo>
                  <a:lnTo>
                    <a:pt x="9040330" y="1058194"/>
                  </a:lnTo>
                  <a:lnTo>
                    <a:pt x="9067909" y="981388"/>
                  </a:lnTo>
                  <a:lnTo>
                    <a:pt x="9084767" y="937170"/>
                  </a:lnTo>
                  <a:lnTo>
                    <a:pt x="9126346" y="836809"/>
                  </a:lnTo>
                  <a:lnTo>
                    <a:pt x="9169794" y="744810"/>
                  </a:lnTo>
                  <a:lnTo>
                    <a:pt x="9215614" y="660906"/>
                  </a:lnTo>
                  <a:lnTo>
                    <a:pt x="9264360" y="584564"/>
                  </a:lnTo>
                  <a:lnTo>
                    <a:pt x="9316607" y="515131"/>
                  </a:lnTo>
                  <a:lnTo>
                    <a:pt x="9372924" y="451925"/>
                  </a:lnTo>
                  <a:lnTo>
                    <a:pt x="9433843" y="394296"/>
                  </a:lnTo>
                  <a:lnTo>
                    <a:pt x="9499808" y="341660"/>
                  </a:lnTo>
                  <a:lnTo>
                    <a:pt x="9571125" y="293522"/>
                  </a:lnTo>
                  <a:lnTo>
                    <a:pt x="9647879" y="249488"/>
                  </a:lnTo>
                  <a:lnTo>
                    <a:pt x="9729849" y="209271"/>
                  </a:lnTo>
                  <a:lnTo>
                    <a:pt x="9816403" y="172692"/>
                  </a:lnTo>
                  <a:lnTo>
                    <a:pt x="9906405" y="139672"/>
                  </a:lnTo>
                  <a:lnTo>
                    <a:pt x="9998150" y="110216"/>
                  </a:lnTo>
                  <a:lnTo>
                    <a:pt x="10089364" y="84382"/>
                  </a:lnTo>
                  <a:lnTo>
                    <a:pt x="10177301" y="62246"/>
                  </a:lnTo>
                  <a:lnTo>
                    <a:pt x="10258962" y="43848"/>
                  </a:lnTo>
                  <a:lnTo>
                    <a:pt x="10331431" y="29144"/>
                  </a:lnTo>
                  <a:lnTo>
                    <a:pt x="10392275" y="17967"/>
                  </a:lnTo>
                  <a:lnTo>
                    <a:pt x="10439936" y="10005"/>
                  </a:lnTo>
                  <a:lnTo>
                    <a:pt x="10474017" y="4807"/>
                  </a:lnTo>
                  <a:lnTo>
                    <a:pt x="10495402" y="1821"/>
                  </a:lnTo>
                  <a:lnTo>
                    <a:pt x="10506214" y="435"/>
                  </a:lnTo>
                  <a:lnTo>
                    <a:pt x="10509669" y="26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29" name="pl2029"/>
            <p:cNvSpPr/>
            <p:nvPr/>
          </p:nvSpPr>
          <p:spPr>
            <a:xfrm>
              <a:off x="4799595" y="2625946"/>
              <a:ext cx="11981298" cy="8132133"/>
            </a:xfrm>
            <a:custGeom>
              <a:avLst/>
              <a:pathLst>
                <a:path w="11981298" h="8132133">
                  <a:moveTo>
                    <a:pt x="11981298" y="0"/>
                  </a:moveTo>
                  <a:lnTo>
                    <a:pt x="10509911" y="0"/>
                  </a:lnTo>
                  <a:lnTo>
                    <a:pt x="10509070" y="94"/>
                  </a:lnTo>
                  <a:lnTo>
                    <a:pt x="10503508" y="770"/>
                  </a:lnTo>
                  <a:lnTo>
                    <a:pt x="10489370" y="2636"/>
                  </a:lnTo>
                  <a:lnTo>
                    <a:pt x="10463796" y="6316"/>
                  </a:lnTo>
                  <a:lnTo>
                    <a:pt x="10425077" y="12407"/>
                  </a:lnTo>
                  <a:lnTo>
                    <a:pt x="10372773" y="21431"/>
                  </a:lnTo>
                  <a:lnTo>
                    <a:pt x="10307702" y="33794"/>
                  </a:lnTo>
                  <a:lnTo>
                    <a:pt x="10231763" y="49756"/>
                  </a:lnTo>
                  <a:lnTo>
                    <a:pt x="10147602" y="69441"/>
                  </a:lnTo>
                  <a:lnTo>
                    <a:pt x="10058206" y="92857"/>
                  </a:lnTo>
                  <a:lnTo>
                    <a:pt x="9966520" y="119945"/>
                  </a:lnTo>
                  <a:lnTo>
                    <a:pt x="9875146" y="150632"/>
                  </a:lnTo>
                  <a:lnTo>
                    <a:pt x="9786167" y="184873"/>
                  </a:lnTo>
                  <a:lnTo>
                    <a:pt x="9701089" y="222690"/>
                  </a:lnTo>
                  <a:lnTo>
                    <a:pt x="9620865" y="264194"/>
                  </a:lnTo>
                  <a:lnTo>
                    <a:pt x="9545974" y="309603"/>
                  </a:lnTo>
                  <a:lnTo>
                    <a:pt x="9476521" y="359238"/>
                  </a:lnTo>
                  <a:lnTo>
                    <a:pt x="9412335" y="413532"/>
                  </a:lnTo>
                  <a:lnTo>
                    <a:pt x="9353055" y="473009"/>
                  </a:lnTo>
                  <a:lnTo>
                    <a:pt x="9298200" y="538282"/>
                  </a:lnTo>
                  <a:lnTo>
                    <a:pt x="9247223" y="610015"/>
                  </a:lnTo>
                  <a:lnTo>
                    <a:pt x="9199548" y="688889"/>
                  </a:lnTo>
                  <a:lnTo>
                    <a:pt x="9154605" y="775527"/>
                  </a:lnTo>
                  <a:lnTo>
                    <a:pt x="9111853" y="870392"/>
                  </a:lnTo>
                  <a:lnTo>
                    <a:pt x="9084767" y="937170"/>
                  </a:lnTo>
                  <a:lnTo>
                    <a:pt x="9056837" y="1011553"/>
                  </a:lnTo>
                  <a:lnTo>
                    <a:pt x="9029466" y="1089988"/>
                  </a:lnTo>
                  <a:lnTo>
                    <a:pt x="9002542" y="1172553"/>
                  </a:lnTo>
                  <a:lnTo>
                    <a:pt x="8975967" y="1259294"/>
                  </a:lnTo>
                  <a:lnTo>
                    <a:pt x="8949659" y="1350218"/>
                  </a:lnTo>
                  <a:lnTo>
                    <a:pt x="8923548" y="1445293"/>
                  </a:lnTo>
                  <a:lnTo>
                    <a:pt x="8897575" y="1544443"/>
                  </a:lnTo>
                  <a:lnTo>
                    <a:pt x="8871693" y="1647546"/>
                  </a:lnTo>
                  <a:lnTo>
                    <a:pt x="8845863" y="1754434"/>
                  </a:lnTo>
                  <a:lnTo>
                    <a:pt x="8820055" y="1864891"/>
                  </a:lnTo>
                  <a:lnTo>
                    <a:pt x="8794246" y="1978654"/>
                  </a:lnTo>
                  <a:lnTo>
                    <a:pt x="8768421" y="2095413"/>
                  </a:lnTo>
                  <a:lnTo>
                    <a:pt x="8742570" y="2214817"/>
                  </a:lnTo>
                  <a:lnTo>
                    <a:pt x="8716691" y="2336473"/>
                  </a:lnTo>
                  <a:lnTo>
                    <a:pt x="8690783" y="2459955"/>
                  </a:lnTo>
                  <a:lnTo>
                    <a:pt x="8664852" y="2584806"/>
                  </a:lnTo>
                  <a:lnTo>
                    <a:pt x="8638903" y="2710548"/>
                  </a:lnTo>
                  <a:lnTo>
                    <a:pt x="8612947" y="2836690"/>
                  </a:lnTo>
                  <a:lnTo>
                    <a:pt x="8586993" y="2962732"/>
                  </a:lnTo>
                  <a:lnTo>
                    <a:pt x="8561050" y="3088177"/>
                  </a:lnTo>
                  <a:lnTo>
                    <a:pt x="8535127" y="3212537"/>
                  </a:lnTo>
                  <a:lnTo>
                    <a:pt x="8509230" y="3335343"/>
                  </a:lnTo>
                  <a:lnTo>
                    <a:pt x="8483363" y="3456150"/>
                  </a:lnTo>
                  <a:lnTo>
                    <a:pt x="8457523" y="3574544"/>
                  </a:lnTo>
                  <a:lnTo>
                    <a:pt x="8431706" y="3690147"/>
                  </a:lnTo>
                  <a:lnTo>
                    <a:pt x="8405900" y="3802625"/>
                  </a:lnTo>
                  <a:lnTo>
                    <a:pt x="8380086" y="3911687"/>
                  </a:lnTo>
                  <a:lnTo>
                    <a:pt x="8354239" y="4017087"/>
                  </a:lnTo>
                  <a:lnTo>
                    <a:pt x="8328326" y="4118630"/>
                  </a:lnTo>
                  <a:lnTo>
                    <a:pt x="8302305" y="4216166"/>
                  </a:lnTo>
                  <a:lnTo>
                    <a:pt x="8276122" y="4309591"/>
                  </a:lnTo>
                  <a:lnTo>
                    <a:pt x="8249717" y="4398847"/>
                  </a:lnTo>
                  <a:lnTo>
                    <a:pt x="8223013" y="4483918"/>
                  </a:lnTo>
                  <a:lnTo>
                    <a:pt x="8195923" y="4564828"/>
                  </a:lnTo>
                  <a:lnTo>
                    <a:pt x="8168344" y="4641634"/>
                  </a:lnTo>
                  <a:lnTo>
                    <a:pt x="8151487" y="4685852"/>
                  </a:lnTo>
                  <a:lnTo>
                    <a:pt x="8109908" y="4786213"/>
                  </a:lnTo>
                  <a:lnTo>
                    <a:pt x="8066460" y="4878212"/>
                  </a:lnTo>
                  <a:lnTo>
                    <a:pt x="8020639" y="4962116"/>
                  </a:lnTo>
                  <a:lnTo>
                    <a:pt x="7971893" y="5038458"/>
                  </a:lnTo>
                  <a:lnTo>
                    <a:pt x="7919647" y="5107891"/>
                  </a:lnTo>
                  <a:lnTo>
                    <a:pt x="7863329" y="5171097"/>
                  </a:lnTo>
                  <a:lnTo>
                    <a:pt x="7802411" y="5228726"/>
                  </a:lnTo>
                  <a:lnTo>
                    <a:pt x="7736445" y="5281362"/>
                  </a:lnTo>
                  <a:lnTo>
                    <a:pt x="7665128" y="5329500"/>
                  </a:lnTo>
                  <a:lnTo>
                    <a:pt x="7588374" y="5373534"/>
                  </a:lnTo>
                  <a:lnTo>
                    <a:pt x="7506404" y="5413751"/>
                  </a:lnTo>
                  <a:lnTo>
                    <a:pt x="7419850" y="5450330"/>
                  </a:lnTo>
                  <a:lnTo>
                    <a:pt x="7329848" y="5483349"/>
                  </a:lnTo>
                  <a:lnTo>
                    <a:pt x="7238103" y="5512806"/>
                  </a:lnTo>
                  <a:lnTo>
                    <a:pt x="7146889" y="5538640"/>
                  </a:lnTo>
                  <a:lnTo>
                    <a:pt x="7058952" y="5560776"/>
                  </a:lnTo>
                  <a:lnTo>
                    <a:pt x="6977291" y="5579174"/>
                  </a:lnTo>
                  <a:lnTo>
                    <a:pt x="6904822" y="5593878"/>
                  </a:lnTo>
                  <a:lnTo>
                    <a:pt x="6843979" y="5605055"/>
                  </a:lnTo>
                  <a:lnTo>
                    <a:pt x="6796317" y="5613017"/>
                  </a:lnTo>
                  <a:lnTo>
                    <a:pt x="6762236" y="5618215"/>
                  </a:lnTo>
                  <a:lnTo>
                    <a:pt x="6740851" y="5621201"/>
                  </a:lnTo>
                  <a:lnTo>
                    <a:pt x="6730039" y="5622587"/>
                  </a:lnTo>
                  <a:lnTo>
                    <a:pt x="6726584" y="5622996"/>
                  </a:lnTo>
                  <a:lnTo>
                    <a:pt x="6726343" y="5623022"/>
                  </a:lnTo>
                  <a:lnTo>
                    <a:pt x="5254955" y="5623022"/>
                  </a:lnTo>
                  <a:lnTo>
                    <a:pt x="5253790" y="5623081"/>
                  </a:lnTo>
                  <a:lnTo>
                    <a:pt x="5246137" y="5623503"/>
                  </a:lnTo>
                  <a:lnTo>
                    <a:pt x="5226858" y="5624669"/>
                  </a:lnTo>
                  <a:lnTo>
                    <a:pt x="5192422" y="5626963"/>
                  </a:lnTo>
                  <a:lnTo>
                    <a:pt x="5141162" y="5630741"/>
                  </a:lnTo>
                  <a:lnTo>
                    <a:pt x="5073400" y="5636292"/>
                  </a:lnTo>
                  <a:lnTo>
                    <a:pt x="4991276" y="5643810"/>
                  </a:lnTo>
                  <a:lnTo>
                    <a:pt x="4898259" y="5653392"/>
                  </a:lnTo>
                  <a:lnTo>
                    <a:pt x="4798468" y="5665051"/>
                  </a:lnTo>
                  <a:lnTo>
                    <a:pt x="4695994" y="5678753"/>
                  </a:lnTo>
                  <a:lnTo>
                    <a:pt x="4594384" y="5694452"/>
                  </a:lnTo>
                  <a:lnTo>
                    <a:pt x="4496360" y="5712129"/>
                  </a:lnTo>
                  <a:lnTo>
                    <a:pt x="4403747" y="5731817"/>
                  </a:lnTo>
                  <a:lnTo>
                    <a:pt x="4317556" y="5753614"/>
                  </a:lnTo>
                  <a:lnTo>
                    <a:pt x="4238139" y="5777694"/>
                  </a:lnTo>
                  <a:lnTo>
                    <a:pt x="4165366" y="5804303"/>
                  </a:lnTo>
                  <a:lnTo>
                    <a:pt x="4098779" y="5833758"/>
                  </a:lnTo>
                  <a:lnTo>
                    <a:pt x="4037718" y="5866436"/>
                  </a:lnTo>
                  <a:lnTo>
                    <a:pt x="3981420" y="5902751"/>
                  </a:lnTo>
                  <a:lnTo>
                    <a:pt x="3929082" y="5943121"/>
                  </a:lnTo>
                  <a:lnTo>
                    <a:pt x="3879919" y="5987913"/>
                  </a:lnTo>
                  <a:lnTo>
                    <a:pt x="3833208" y="6037342"/>
                  </a:lnTo>
                  <a:lnTo>
                    <a:pt x="3829811" y="6041207"/>
                  </a:lnTo>
                  <a:lnTo>
                    <a:pt x="3790321" y="6088881"/>
                  </a:lnTo>
                  <a:lnTo>
                    <a:pt x="3751861" y="6140231"/>
                  </a:lnTo>
                  <a:lnTo>
                    <a:pt x="3714138" y="6195332"/>
                  </a:lnTo>
                  <a:lnTo>
                    <a:pt x="3676916" y="6254190"/>
                  </a:lnTo>
                  <a:lnTo>
                    <a:pt x="3640010" y="6316738"/>
                  </a:lnTo>
                  <a:lnTo>
                    <a:pt x="3603281" y="6382827"/>
                  </a:lnTo>
                  <a:lnTo>
                    <a:pt x="3566623" y="6452223"/>
                  </a:lnTo>
                  <a:lnTo>
                    <a:pt x="3529968" y="6524605"/>
                  </a:lnTo>
                  <a:lnTo>
                    <a:pt x="3493273" y="6599571"/>
                  </a:lnTo>
                  <a:lnTo>
                    <a:pt x="3456521" y="6676641"/>
                  </a:lnTo>
                  <a:lnTo>
                    <a:pt x="3419714" y="6755271"/>
                  </a:lnTo>
                  <a:lnTo>
                    <a:pt x="3382868" y="6834866"/>
                  </a:lnTo>
                  <a:lnTo>
                    <a:pt x="3346006" y="6914802"/>
                  </a:lnTo>
                  <a:lnTo>
                    <a:pt x="3309158" y="6994441"/>
                  </a:lnTo>
                  <a:lnTo>
                    <a:pt x="3272347" y="7073157"/>
                  </a:lnTo>
                  <a:lnTo>
                    <a:pt x="3235592" y="7150352"/>
                  </a:lnTo>
                  <a:lnTo>
                    <a:pt x="3198893" y="7225478"/>
                  </a:lnTo>
                  <a:lnTo>
                    <a:pt x="3162236" y="7298052"/>
                  </a:lnTo>
                  <a:lnTo>
                    <a:pt x="3125581" y="7367664"/>
                  </a:lnTo>
                  <a:lnTo>
                    <a:pt x="3088859" y="7433989"/>
                  </a:lnTo>
                  <a:lnTo>
                    <a:pt x="3051969" y="7496786"/>
                  </a:lnTo>
                  <a:lnTo>
                    <a:pt x="3014774" y="7555901"/>
                  </a:lnTo>
                  <a:lnTo>
                    <a:pt x="2977093" y="7611260"/>
                  </a:lnTo>
                  <a:lnTo>
                    <a:pt x="2938692" y="7662866"/>
                  </a:lnTo>
                  <a:lnTo>
                    <a:pt x="2899284" y="7710788"/>
                  </a:lnTo>
                  <a:lnTo>
                    <a:pt x="2896531" y="7713948"/>
                  </a:lnTo>
                  <a:lnTo>
                    <a:pt x="2849977" y="7763724"/>
                  </a:lnTo>
                  <a:lnTo>
                    <a:pt x="2801019" y="7808856"/>
                  </a:lnTo>
                  <a:lnTo>
                    <a:pt x="2748944" y="7849544"/>
                  </a:lnTo>
                  <a:lnTo>
                    <a:pt x="2692969" y="7886146"/>
                  </a:lnTo>
                  <a:lnTo>
                    <a:pt x="2632290" y="7919080"/>
                  </a:lnTo>
                  <a:lnTo>
                    <a:pt x="2566139" y="7948762"/>
                  </a:lnTo>
                  <a:lnTo>
                    <a:pt x="2493845" y="7975572"/>
                  </a:lnTo>
                  <a:lnTo>
                    <a:pt x="2414932" y="7999830"/>
                  </a:lnTo>
                  <a:lnTo>
                    <a:pt x="2329240" y="8021790"/>
                  </a:lnTo>
                  <a:lnTo>
                    <a:pt x="2237079" y="8041630"/>
                  </a:lnTo>
                  <a:lnTo>
                    <a:pt x="2139406" y="8059455"/>
                  </a:lnTo>
                  <a:lnTo>
                    <a:pt x="2037981" y="8075302"/>
                  </a:lnTo>
                  <a:lnTo>
                    <a:pt x="1935458" y="8089154"/>
                  </a:lnTo>
                  <a:lnTo>
                    <a:pt x="1835330" y="8100966"/>
                  </a:lnTo>
                  <a:lnTo>
                    <a:pt x="1741663" y="8110703"/>
                  </a:lnTo>
                  <a:lnTo>
                    <a:pt x="1658597" y="8118373"/>
                  </a:lnTo>
                  <a:lnTo>
                    <a:pt x="1589672" y="8124065"/>
                  </a:lnTo>
                  <a:lnTo>
                    <a:pt x="1537149" y="8127966"/>
                  </a:lnTo>
                  <a:lnTo>
                    <a:pt x="1501493" y="8130359"/>
                  </a:lnTo>
                  <a:lnTo>
                    <a:pt x="1481186" y="8131596"/>
                  </a:lnTo>
                  <a:lnTo>
                    <a:pt x="1472826" y="8132059"/>
                  </a:lnTo>
                  <a:lnTo>
                    <a:pt x="1471388" y="8132133"/>
                  </a:lnTo>
                  <a:lnTo>
                    <a:pt x="1471387" y="8132133"/>
                  </a:lnTo>
                  <a:lnTo>
                    <a:pt x="0" y="813213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30" name="pg2030"/>
            <p:cNvSpPr/>
            <p:nvPr/>
          </p:nvSpPr>
          <p:spPr>
            <a:xfrm>
              <a:off x="4799595" y="3557668"/>
              <a:ext cx="11981298" cy="7159546"/>
            </a:xfrm>
            <a:custGeom>
              <a:avLst/>
              <a:pathLst>
                <a:path w="11981298" h="7159546">
                  <a:moveTo>
                    <a:pt x="0" y="7159546"/>
                  </a:moveTo>
                  <a:lnTo>
                    <a:pt x="1471387" y="7159546"/>
                  </a:lnTo>
                  <a:lnTo>
                    <a:pt x="1472132" y="7159439"/>
                  </a:lnTo>
                  <a:lnTo>
                    <a:pt x="1477070" y="7158680"/>
                  </a:lnTo>
                  <a:lnTo>
                    <a:pt x="1489663" y="7156585"/>
                  </a:lnTo>
                  <a:lnTo>
                    <a:pt x="1512532" y="7152453"/>
                  </a:lnTo>
                  <a:lnTo>
                    <a:pt x="1547342" y="7145604"/>
                  </a:lnTo>
                  <a:lnTo>
                    <a:pt x="1594688" y="7135430"/>
                  </a:lnTo>
                  <a:lnTo>
                    <a:pt x="1654085" y="7121444"/>
                  </a:lnTo>
                  <a:lnTo>
                    <a:pt x="1724075" y="7103307"/>
                  </a:lnTo>
                  <a:lnTo>
                    <a:pt x="1802479" y="7080839"/>
                  </a:lnTo>
                  <a:lnTo>
                    <a:pt x="1886715" y="7053990"/>
                  </a:lnTo>
                  <a:lnTo>
                    <a:pt x="1974125" y="7022805"/>
                  </a:lnTo>
                  <a:lnTo>
                    <a:pt x="2062252" y="6987366"/>
                  </a:lnTo>
                  <a:lnTo>
                    <a:pt x="2149030" y="6947747"/>
                  </a:lnTo>
                  <a:lnTo>
                    <a:pt x="2232869" y="6903964"/>
                  </a:lnTo>
                  <a:lnTo>
                    <a:pt x="2312669" y="6855949"/>
                  </a:lnTo>
                  <a:lnTo>
                    <a:pt x="2387773" y="6803529"/>
                  </a:lnTo>
                  <a:lnTo>
                    <a:pt x="2457892" y="6746416"/>
                  </a:lnTo>
                  <a:lnTo>
                    <a:pt x="2523027" y="6684204"/>
                  </a:lnTo>
                  <a:lnTo>
                    <a:pt x="2583386" y="6616376"/>
                  </a:lnTo>
                  <a:lnTo>
                    <a:pt x="2639321" y="6542314"/>
                  </a:lnTo>
                  <a:lnTo>
                    <a:pt x="2691275" y="6461314"/>
                  </a:lnTo>
                  <a:lnTo>
                    <a:pt x="2739739" y="6372620"/>
                  </a:lnTo>
                  <a:lnTo>
                    <a:pt x="2785222" y="6275471"/>
                  </a:lnTo>
                  <a:lnTo>
                    <a:pt x="2828227" y="6169173"/>
                  </a:lnTo>
                  <a:lnTo>
                    <a:pt x="2869231" y="6053223"/>
                  </a:lnTo>
                  <a:lnTo>
                    <a:pt x="2896531" y="5967650"/>
                  </a:lnTo>
                  <a:lnTo>
                    <a:pt x="2921466" y="5883538"/>
                  </a:lnTo>
                  <a:lnTo>
                    <a:pt x="2945946" y="5795338"/>
                  </a:lnTo>
                  <a:lnTo>
                    <a:pt x="2970054" y="5702975"/>
                  </a:lnTo>
                  <a:lnTo>
                    <a:pt x="2993860" y="5606399"/>
                  </a:lnTo>
                  <a:lnTo>
                    <a:pt x="3017426" y="5505590"/>
                  </a:lnTo>
                  <a:lnTo>
                    <a:pt x="3040808" y="5400560"/>
                  </a:lnTo>
                  <a:lnTo>
                    <a:pt x="3064050" y="5291353"/>
                  </a:lnTo>
                  <a:lnTo>
                    <a:pt x="3087192" y="5178050"/>
                  </a:lnTo>
                  <a:lnTo>
                    <a:pt x="3110267" y="5060768"/>
                  </a:lnTo>
                  <a:lnTo>
                    <a:pt x="3133301" y="4939662"/>
                  </a:lnTo>
                  <a:lnTo>
                    <a:pt x="3156317" y="4814926"/>
                  </a:lnTo>
                  <a:lnTo>
                    <a:pt x="3179330" y="4686791"/>
                  </a:lnTo>
                  <a:lnTo>
                    <a:pt x="3202353" y="4555526"/>
                  </a:lnTo>
                  <a:lnTo>
                    <a:pt x="3225393" y="4421437"/>
                  </a:lnTo>
                  <a:lnTo>
                    <a:pt x="3248456" y="4284860"/>
                  </a:lnTo>
                  <a:lnTo>
                    <a:pt x="3271542" y="4146163"/>
                  </a:lnTo>
                  <a:lnTo>
                    <a:pt x="3294650" y="4005740"/>
                  </a:lnTo>
                  <a:lnTo>
                    <a:pt x="3317776" y="3864008"/>
                  </a:lnTo>
                  <a:lnTo>
                    <a:pt x="3340915" y="3721399"/>
                  </a:lnTo>
                  <a:lnTo>
                    <a:pt x="3364061" y="3578358"/>
                  </a:lnTo>
                  <a:lnTo>
                    <a:pt x="3387206" y="3435334"/>
                  </a:lnTo>
                  <a:lnTo>
                    <a:pt x="3410345" y="3292777"/>
                  </a:lnTo>
                  <a:lnTo>
                    <a:pt x="3433470" y="3151130"/>
                  </a:lnTo>
                  <a:lnTo>
                    <a:pt x="3456576" y="3010826"/>
                  </a:lnTo>
                  <a:lnTo>
                    <a:pt x="3479660" y="2872278"/>
                  </a:lnTo>
                  <a:lnTo>
                    <a:pt x="3502721" y="2735880"/>
                  </a:lnTo>
                  <a:lnTo>
                    <a:pt x="3525760" y="2601996"/>
                  </a:lnTo>
                  <a:lnTo>
                    <a:pt x="3548782" y="2470962"/>
                  </a:lnTo>
                  <a:lnTo>
                    <a:pt x="3571795" y="2343079"/>
                  </a:lnTo>
                  <a:lnTo>
                    <a:pt x="3594811" y="2218614"/>
                  </a:lnTo>
                  <a:lnTo>
                    <a:pt x="3617847" y="2097796"/>
                  </a:lnTo>
                  <a:lnTo>
                    <a:pt x="3640926" y="1980815"/>
                  </a:lnTo>
                  <a:lnTo>
                    <a:pt x="3664075" y="1867823"/>
                  </a:lnTo>
                  <a:lnTo>
                    <a:pt x="3687326" y="1758935"/>
                  </a:lnTo>
                  <a:lnTo>
                    <a:pt x="3710720" y="1654228"/>
                  </a:lnTo>
                  <a:lnTo>
                    <a:pt x="3734304" y="1553744"/>
                  </a:lnTo>
                  <a:lnTo>
                    <a:pt x="3758130" y="1457493"/>
                  </a:lnTo>
                  <a:lnTo>
                    <a:pt x="3782264" y="1365452"/>
                  </a:lnTo>
                  <a:lnTo>
                    <a:pt x="3806776" y="1277570"/>
                  </a:lnTo>
                  <a:lnTo>
                    <a:pt x="3829811" y="1200068"/>
                  </a:lnTo>
                  <a:lnTo>
                    <a:pt x="3869685" y="1077354"/>
                  </a:lnTo>
                  <a:lnTo>
                    <a:pt x="3911264" y="964445"/>
                  </a:lnTo>
                  <a:lnTo>
                    <a:pt x="3954988" y="861060"/>
                  </a:lnTo>
                  <a:lnTo>
                    <a:pt x="4001344" y="766622"/>
                  </a:lnTo>
                  <a:lnTo>
                    <a:pt x="4050839" y="680405"/>
                  </a:lnTo>
                  <a:lnTo>
                    <a:pt x="4103981" y="601644"/>
                  </a:lnTo>
                  <a:lnTo>
                    <a:pt x="4161250" y="529594"/>
                  </a:lnTo>
                  <a:lnTo>
                    <a:pt x="4223063" y="463576"/>
                  </a:lnTo>
                  <a:lnTo>
                    <a:pt x="4289735" y="403002"/>
                  </a:lnTo>
                  <a:lnTo>
                    <a:pt x="4361418" y="347387"/>
                  </a:lnTo>
                  <a:lnTo>
                    <a:pt x="4438029" y="296363"/>
                  </a:lnTo>
                  <a:lnTo>
                    <a:pt x="4519176" y="249679"/>
                  </a:lnTo>
                  <a:lnTo>
                    <a:pt x="4604070" y="207195"/>
                  </a:lnTo>
                  <a:lnTo>
                    <a:pt x="4691462" y="168871"/>
                  </a:lnTo>
                  <a:lnTo>
                    <a:pt x="4779609" y="134748"/>
                  </a:lnTo>
                  <a:lnTo>
                    <a:pt x="4866308" y="104904"/>
                  </a:lnTo>
                  <a:lnTo>
                    <a:pt x="4949016" y="79417"/>
                  </a:lnTo>
                  <a:lnTo>
                    <a:pt x="5025067" y="58308"/>
                  </a:lnTo>
                  <a:lnTo>
                    <a:pt x="5091965" y="41490"/>
                  </a:lnTo>
                  <a:lnTo>
                    <a:pt x="5147725" y="28734"/>
                  </a:lnTo>
                  <a:lnTo>
                    <a:pt x="5191172" y="19653"/>
                  </a:lnTo>
                  <a:lnTo>
                    <a:pt x="5222150" y="13719"/>
                  </a:lnTo>
                  <a:lnTo>
                    <a:pt x="5241595" y="10296"/>
                  </a:lnTo>
                  <a:lnTo>
                    <a:pt x="5251483" y="8691"/>
                  </a:lnTo>
                  <a:lnTo>
                    <a:pt x="5254708" y="8207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241" y="8258"/>
                  </a:lnTo>
                  <a:lnTo>
                    <a:pt x="6733176" y="8864"/>
                  </a:lnTo>
                  <a:lnTo>
                    <a:pt x="6748239" y="10540"/>
                  </a:lnTo>
                  <a:lnTo>
                    <a:pt x="6775421" y="13844"/>
                  </a:lnTo>
                  <a:lnTo>
                    <a:pt x="6816445" y="19308"/>
                  </a:lnTo>
                  <a:lnTo>
                    <a:pt x="6871642" y="27390"/>
                  </a:lnTo>
                  <a:lnTo>
                    <a:pt x="6939977" y="38440"/>
                  </a:lnTo>
                  <a:lnTo>
                    <a:pt x="7019279" y="52672"/>
                  </a:lnTo>
                  <a:lnTo>
                    <a:pt x="7106626" y="70177"/>
                  </a:lnTo>
                  <a:lnTo>
                    <a:pt x="7198803" y="90948"/>
                  </a:lnTo>
                  <a:lnTo>
                    <a:pt x="7292718" y="114925"/>
                  </a:lnTo>
                  <a:lnTo>
                    <a:pt x="7385708" y="142046"/>
                  </a:lnTo>
                  <a:lnTo>
                    <a:pt x="7475704" y="172283"/>
                  </a:lnTo>
                  <a:lnTo>
                    <a:pt x="7561271" y="205677"/>
                  </a:lnTo>
                  <a:lnTo>
                    <a:pt x="7641554" y="242357"/>
                  </a:lnTo>
                  <a:lnTo>
                    <a:pt x="7716183" y="282549"/>
                  </a:lnTo>
                  <a:lnTo>
                    <a:pt x="7785162" y="326576"/>
                  </a:lnTo>
                  <a:lnTo>
                    <a:pt x="7848759" y="374858"/>
                  </a:lnTo>
                  <a:lnTo>
                    <a:pt x="7907419" y="427900"/>
                  </a:lnTo>
                  <a:lnTo>
                    <a:pt x="7961691" y="486274"/>
                  </a:lnTo>
                  <a:lnTo>
                    <a:pt x="8012181" y="550588"/>
                  </a:lnTo>
                  <a:lnTo>
                    <a:pt x="8059504" y="621439"/>
                  </a:lnTo>
                  <a:lnTo>
                    <a:pt x="8104257" y="699328"/>
                  </a:lnTo>
                  <a:lnTo>
                    <a:pt x="8146990" y="784540"/>
                  </a:lnTo>
                  <a:lnTo>
                    <a:pt x="8151487" y="794143"/>
                  </a:lnTo>
                  <a:lnTo>
                    <a:pt x="8181772" y="862005"/>
                  </a:lnTo>
                  <a:lnTo>
                    <a:pt x="8211411" y="933877"/>
                  </a:lnTo>
                  <a:lnTo>
                    <a:pt x="8240545" y="1009840"/>
                  </a:lnTo>
                  <a:lnTo>
                    <a:pt x="8269293" y="1089933"/>
                  </a:lnTo>
                  <a:lnTo>
                    <a:pt x="8297757" y="1174151"/>
                  </a:lnTo>
                  <a:lnTo>
                    <a:pt x="8326019" y="1262443"/>
                  </a:lnTo>
                  <a:lnTo>
                    <a:pt x="8354148" y="1354704"/>
                  </a:lnTo>
                  <a:lnTo>
                    <a:pt x="8382199" y="1450776"/>
                  </a:lnTo>
                  <a:lnTo>
                    <a:pt x="8410213" y="1550446"/>
                  </a:lnTo>
                  <a:lnTo>
                    <a:pt x="8438223" y="1653446"/>
                  </a:lnTo>
                  <a:lnTo>
                    <a:pt x="8466250" y="1759453"/>
                  </a:lnTo>
                  <a:lnTo>
                    <a:pt x="8494306" y="1868095"/>
                  </a:lnTo>
                  <a:lnTo>
                    <a:pt x="8522396" y="1978951"/>
                  </a:lnTo>
                  <a:lnTo>
                    <a:pt x="8550519" y="2091561"/>
                  </a:lnTo>
                  <a:lnTo>
                    <a:pt x="8578669" y="2205434"/>
                  </a:lnTo>
                  <a:lnTo>
                    <a:pt x="8606835" y="2320053"/>
                  </a:lnTo>
                  <a:lnTo>
                    <a:pt x="8635007" y="2434886"/>
                  </a:lnTo>
                  <a:lnTo>
                    <a:pt x="8663171" y="2549399"/>
                  </a:lnTo>
                  <a:lnTo>
                    <a:pt x="8691316" y="2663062"/>
                  </a:lnTo>
                  <a:lnTo>
                    <a:pt x="8719433" y="2775363"/>
                  </a:lnTo>
                  <a:lnTo>
                    <a:pt x="8747516" y="2885815"/>
                  </a:lnTo>
                  <a:lnTo>
                    <a:pt x="8775566" y="2993965"/>
                  </a:lnTo>
                  <a:lnTo>
                    <a:pt x="8803588" y="3099404"/>
                  </a:lnTo>
                  <a:lnTo>
                    <a:pt x="8831597" y="3201767"/>
                  </a:lnTo>
                  <a:lnTo>
                    <a:pt x="8859616" y="3300743"/>
                  </a:lnTo>
                  <a:lnTo>
                    <a:pt x="8887678" y="3396074"/>
                  </a:lnTo>
                  <a:lnTo>
                    <a:pt x="8915829" y="3487558"/>
                  </a:lnTo>
                  <a:lnTo>
                    <a:pt x="8944125" y="3575049"/>
                  </a:lnTo>
                  <a:lnTo>
                    <a:pt x="8972638" y="3658451"/>
                  </a:lnTo>
                  <a:lnTo>
                    <a:pt x="9001454" y="3737724"/>
                  </a:lnTo>
                  <a:lnTo>
                    <a:pt x="9030678" y="3812870"/>
                  </a:lnTo>
                  <a:lnTo>
                    <a:pt x="9060433" y="3883939"/>
                  </a:lnTo>
                  <a:lnTo>
                    <a:pt x="9084767" y="3938023"/>
                  </a:lnTo>
                  <a:lnTo>
                    <a:pt x="9127311" y="4024025"/>
                  </a:lnTo>
                  <a:lnTo>
                    <a:pt x="9171823" y="4102693"/>
                  </a:lnTo>
                  <a:lnTo>
                    <a:pt x="9218841" y="4174280"/>
                  </a:lnTo>
                  <a:lnTo>
                    <a:pt x="9268960" y="4239269"/>
                  </a:lnTo>
                  <a:lnTo>
                    <a:pt x="9322797" y="4298253"/>
                  </a:lnTo>
                  <a:lnTo>
                    <a:pt x="9380957" y="4351840"/>
                  </a:lnTo>
                  <a:lnTo>
                    <a:pt x="9443999" y="4400609"/>
                  </a:lnTo>
                  <a:lnTo>
                    <a:pt x="9512382" y="4445071"/>
                  </a:lnTo>
                  <a:lnTo>
                    <a:pt x="9586398" y="4485658"/>
                  </a:lnTo>
                  <a:lnTo>
                    <a:pt x="9666083" y="4522703"/>
                  </a:lnTo>
                  <a:lnTo>
                    <a:pt x="9751113" y="4556443"/>
                  </a:lnTo>
                  <a:lnTo>
                    <a:pt x="9840690" y="4587016"/>
                  </a:lnTo>
                  <a:lnTo>
                    <a:pt x="9933446" y="4614472"/>
                  </a:lnTo>
                  <a:lnTo>
                    <a:pt x="10027380" y="4638791"/>
                  </a:lnTo>
                  <a:lnTo>
                    <a:pt x="10119887" y="4659910"/>
                  </a:lnTo>
                  <a:lnTo>
                    <a:pt x="10207909" y="4677767"/>
                  </a:lnTo>
                  <a:lnTo>
                    <a:pt x="10288225" y="4692349"/>
                  </a:lnTo>
                  <a:lnTo>
                    <a:pt x="10357862" y="4703734"/>
                  </a:lnTo>
                  <a:lnTo>
                    <a:pt x="10414544" y="4712121"/>
                  </a:lnTo>
                  <a:lnTo>
                    <a:pt x="10457102" y="4717846"/>
                  </a:lnTo>
                  <a:lnTo>
                    <a:pt x="10485714" y="4721357"/>
                  </a:lnTo>
                  <a:lnTo>
                    <a:pt x="10501958" y="4723182"/>
                  </a:lnTo>
                  <a:lnTo>
                    <a:pt x="10508697" y="4723877"/>
                  </a:lnTo>
                  <a:lnTo>
                    <a:pt x="10509911" y="4723993"/>
                  </a:lnTo>
                  <a:lnTo>
                    <a:pt x="11981298" y="4723993"/>
                  </a:lnTo>
                  <a:lnTo>
                    <a:pt x="11981298" y="4715820"/>
                  </a:lnTo>
                  <a:lnTo>
                    <a:pt x="10509911" y="4715820"/>
                  </a:lnTo>
                  <a:lnTo>
                    <a:pt x="10509012" y="4715734"/>
                  </a:lnTo>
                  <a:lnTo>
                    <a:pt x="10503077" y="4715128"/>
                  </a:lnTo>
                  <a:lnTo>
                    <a:pt x="10488014" y="4713452"/>
                  </a:lnTo>
                  <a:lnTo>
                    <a:pt x="10460832" y="4710148"/>
                  </a:lnTo>
                  <a:lnTo>
                    <a:pt x="10419808" y="4704685"/>
                  </a:lnTo>
                  <a:lnTo>
                    <a:pt x="10364611" y="4696602"/>
                  </a:lnTo>
                  <a:lnTo>
                    <a:pt x="10296276" y="4685552"/>
                  </a:lnTo>
                  <a:lnTo>
                    <a:pt x="10216974" y="4671320"/>
                  </a:lnTo>
                  <a:lnTo>
                    <a:pt x="10129627" y="4653815"/>
                  </a:lnTo>
                  <a:lnTo>
                    <a:pt x="10037450" y="4633044"/>
                  </a:lnTo>
                  <a:lnTo>
                    <a:pt x="9943535" y="4609067"/>
                  </a:lnTo>
                  <a:lnTo>
                    <a:pt x="9850545" y="4581946"/>
                  </a:lnTo>
                  <a:lnTo>
                    <a:pt x="9760549" y="4551709"/>
                  </a:lnTo>
                  <a:lnTo>
                    <a:pt x="9674982" y="4518315"/>
                  </a:lnTo>
                  <a:lnTo>
                    <a:pt x="9594700" y="4481635"/>
                  </a:lnTo>
                  <a:lnTo>
                    <a:pt x="9520070" y="4441443"/>
                  </a:lnTo>
                  <a:lnTo>
                    <a:pt x="9451091" y="4397416"/>
                  </a:lnTo>
                  <a:lnTo>
                    <a:pt x="9387494" y="4349134"/>
                  </a:lnTo>
                  <a:lnTo>
                    <a:pt x="9328834" y="4296092"/>
                  </a:lnTo>
                  <a:lnTo>
                    <a:pt x="9274562" y="4237718"/>
                  </a:lnTo>
                  <a:lnTo>
                    <a:pt x="9224072" y="4173404"/>
                  </a:lnTo>
                  <a:lnTo>
                    <a:pt x="9176750" y="4102553"/>
                  </a:lnTo>
                  <a:lnTo>
                    <a:pt x="9131996" y="4024664"/>
                  </a:lnTo>
                  <a:lnTo>
                    <a:pt x="9089263" y="3939452"/>
                  </a:lnTo>
                  <a:lnTo>
                    <a:pt x="9084767" y="3929850"/>
                  </a:lnTo>
                  <a:lnTo>
                    <a:pt x="9054481" y="3861987"/>
                  </a:lnTo>
                  <a:lnTo>
                    <a:pt x="9024842" y="3790115"/>
                  </a:lnTo>
                  <a:lnTo>
                    <a:pt x="8995708" y="3714152"/>
                  </a:lnTo>
                  <a:lnTo>
                    <a:pt x="8966960" y="3634059"/>
                  </a:lnTo>
                  <a:lnTo>
                    <a:pt x="8938497" y="3549841"/>
                  </a:lnTo>
                  <a:lnTo>
                    <a:pt x="8910234" y="3461549"/>
                  </a:lnTo>
                  <a:lnTo>
                    <a:pt x="8882105" y="3369288"/>
                  </a:lnTo>
                  <a:lnTo>
                    <a:pt x="8854055" y="3273216"/>
                  </a:lnTo>
                  <a:lnTo>
                    <a:pt x="8826040" y="3173546"/>
                  </a:lnTo>
                  <a:lnTo>
                    <a:pt x="8798030" y="3070546"/>
                  </a:lnTo>
                  <a:lnTo>
                    <a:pt x="8770003" y="2964539"/>
                  </a:lnTo>
                  <a:lnTo>
                    <a:pt x="8741947" y="2855897"/>
                  </a:lnTo>
                  <a:lnTo>
                    <a:pt x="8713857" y="2745041"/>
                  </a:lnTo>
                  <a:lnTo>
                    <a:pt x="8685734" y="2632431"/>
                  </a:lnTo>
                  <a:lnTo>
                    <a:pt x="8657585" y="2518558"/>
                  </a:lnTo>
                  <a:lnTo>
                    <a:pt x="8629418" y="2403939"/>
                  </a:lnTo>
                  <a:lnTo>
                    <a:pt x="8601246" y="2289106"/>
                  </a:lnTo>
                  <a:lnTo>
                    <a:pt x="8573082" y="2174593"/>
                  </a:lnTo>
                  <a:lnTo>
                    <a:pt x="8544937" y="2060930"/>
                  </a:lnTo>
                  <a:lnTo>
                    <a:pt x="8516820" y="1948629"/>
                  </a:lnTo>
                  <a:lnTo>
                    <a:pt x="8488737" y="1838177"/>
                  </a:lnTo>
                  <a:lnTo>
                    <a:pt x="8460688" y="1730027"/>
                  </a:lnTo>
                  <a:lnTo>
                    <a:pt x="8432665" y="1624588"/>
                  </a:lnTo>
                  <a:lnTo>
                    <a:pt x="8404657" y="1522225"/>
                  </a:lnTo>
                  <a:lnTo>
                    <a:pt x="8376637" y="1423249"/>
                  </a:lnTo>
                  <a:lnTo>
                    <a:pt x="8348575" y="1327918"/>
                  </a:lnTo>
                  <a:lnTo>
                    <a:pt x="8320424" y="1236434"/>
                  </a:lnTo>
                  <a:lnTo>
                    <a:pt x="8292128" y="1148943"/>
                  </a:lnTo>
                  <a:lnTo>
                    <a:pt x="8263615" y="1065541"/>
                  </a:lnTo>
                  <a:lnTo>
                    <a:pt x="8234799" y="986268"/>
                  </a:lnTo>
                  <a:lnTo>
                    <a:pt x="8205575" y="911122"/>
                  </a:lnTo>
                  <a:lnTo>
                    <a:pt x="8175820" y="840053"/>
                  </a:lnTo>
                  <a:lnTo>
                    <a:pt x="8151487" y="785970"/>
                  </a:lnTo>
                  <a:lnTo>
                    <a:pt x="8108942" y="699967"/>
                  </a:lnTo>
                  <a:lnTo>
                    <a:pt x="8064430" y="621299"/>
                  </a:lnTo>
                  <a:lnTo>
                    <a:pt x="8017412" y="549712"/>
                  </a:lnTo>
                  <a:lnTo>
                    <a:pt x="7967293" y="484723"/>
                  </a:lnTo>
                  <a:lnTo>
                    <a:pt x="7913457" y="425739"/>
                  </a:lnTo>
                  <a:lnTo>
                    <a:pt x="7855297" y="372152"/>
                  </a:lnTo>
                  <a:lnTo>
                    <a:pt x="7792254" y="323383"/>
                  </a:lnTo>
                  <a:lnTo>
                    <a:pt x="7723871" y="278921"/>
                  </a:lnTo>
                  <a:lnTo>
                    <a:pt x="7649855" y="238334"/>
                  </a:lnTo>
                  <a:lnTo>
                    <a:pt x="7570170" y="201289"/>
                  </a:lnTo>
                  <a:lnTo>
                    <a:pt x="7485141" y="167549"/>
                  </a:lnTo>
                  <a:lnTo>
                    <a:pt x="7395563" y="136976"/>
                  </a:lnTo>
                  <a:lnTo>
                    <a:pt x="7302807" y="109520"/>
                  </a:lnTo>
                  <a:lnTo>
                    <a:pt x="7208873" y="85201"/>
                  </a:lnTo>
                  <a:lnTo>
                    <a:pt x="7116367" y="64082"/>
                  </a:lnTo>
                  <a:lnTo>
                    <a:pt x="7028344" y="46225"/>
                  </a:lnTo>
                  <a:lnTo>
                    <a:pt x="6948028" y="31643"/>
                  </a:lnTo>
                  <a:lnTo>
                    <a:pt x="6878392" y="20258"/>
                  </a:lnTo>
                  <a:lnTo>
                    <a:pt x="6821709" y="11871"/>
                  </a:lnTo>
                  <a:lnTo>
                    <a:pt x="6779151" y="6146"/>
                  </a:lnTo>
                  <a:lnTo>
                    <a:pt x="6750539" y="2635"/>
                  </a:lnTo>
                  <a:lnTo>
                    <a:pt x="6734296" y="810"/>
                  </a:lnTo>
                  <a:lnTo>
                    <a:pt x="6727557" y="115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210" y="106"/>
                  </a:lnTo>
                  <a:lnTo>
                    <a:pt x="5249272" y="865"/>
                  </a:lnTo>
                  <a:lnTo>
                    <a:pt x="5236679" y="2960"/>
                  </a:lnTo>
                  <a:lnTo>
                    <a:pt x="5213810" y="7092"/>
                  </a:lnTo>
                  <a:lnTo>
                    <a:pt x="5179000" y="13942"/>
                  </a:lnTo>
                  <a:lnTo>
                    <a:pt x="5131654" y="24116"/>
                  </a:lnTo>
                  <a:lnTo>
                    <a:pt x="5072258" y="38102"/>
                  </a:lnTo>
                  <a:lnTo>
                    <a:pt x="5002267" y="56238"/>
                  </a:lnTo>
                  <a:lnTo>
                    <a:pt x="4923863" y="78707"/>
                  </a:lnTo>
                  <a:lnTo>
                    <a:pt x="4839627" y="105556"/>
                  </a:lnTo>
                  <a:lnTo>
                    <a:pt x="4752217" y="136741"/>
                  </a:lnTo>
                  <a:lnTo>
                    <a:pt x="4664090" y="172179"/>
                  </a:lnTo>
                  <a:lnTo>
                    <a:pt x="4577312" y="211799"/>
                  </a:lnTo>
                  <a:lnTo>
                    <a:pt x="4493473" y="255582"/>
                  </a:lnTo>
                  <a:lnTo>
                    <a:pt x="4413673" y="303596"/>
                  </a:lnTo>
                  <a:lnTo>
                    <a:pt x="4338569" y="356016"/>
                  </a:lnTo>
                  <a:lnTo>
                    <a:pt x="4268450" y="413130"/>
                  </a:lnTo>
                  <a:lnTo>
                    <a:pt x="4203315" y="475342"/>
                  </a:lnTo>
                  <a:lnTo>
                    <a:pt x="4142956" y="543170"/>
                  </a:lnTo>
                  <a:lnTo>
                    <a:pt x="4087021" y="617232"/>
                  </a:lnTo>
                  <a:lnTo>
                    <a:pt x="4035067" y="698232"/>
                  </a:lnTo>
                  <a:lnTo>
                    <a:pt x="3986603" y="786925"/>
                  </a:lnTo>
                  <a:lnTo>
                    <a:pt x="3941121" y="884075"/>
                  </a:lnTo>
                  <a:lnTo>
                    <a:pt x="3898115" y="990372"/>
                  </a:lnTo>
                  <a:lnTo>
                    <a:pt x="3857111" y="1106323"/>
                  </a:lnTo>
                  <a:lnTo>
                    <a:pt x="3829811" y="1191895"/>
                  </a:lnTo>
                  <a:lnTo>
                    <a:pt x="3804876" y="1276008"/>
                  </a:lnTo>
                  <a:lnTo>
                    <a:pt x="3780396" y="1364207"/>
                  </a:lnTo>
                  <a:lnTo>
                    <a:pt x="3756288" y="1456571"/>
                  </a:lnTo>
                  <a:lnTo>
                    <a:pt x="3732482" y="1553146"/>
                  </a:lnTo>
                  <a:lnTo>
                    <a:pt x="3708916" y="1653955"/>
                  </a:lnTo>
                  <a:lnTo>
                    <a:pt x="3685534" y="1758986"/>
                  </a:lnTo>
                  <a:lnTo>
                    <a:pt x="3662292" y="1868193"/>
                  </a:lnTo>
                  <a:lnTo>
                    <a:pt x="3639150" y="1981496"/>
                  </a:lnTo>
                  <a:lnTo>
                    <a:pt x="3616075" y="2098778"/>
                  </a:lnTo>
                  <a:lnTo>
                    <a:pt x="3593041" y="2219884"/>
                  </a:lnTo>
                  <a:lnTo>
                    <a:pt x="3570025" y="2344620"/>
                  </a:lnTo>
                  <a:lnTo>
                    <a:pt x="3547012" y="2472755"/>
                  </a:lnTo>
                  <a:lnTo>
                    <a:pt x="3523990" y="2604019"/>
                  </a:lnTo>
                  <a:lnTo>
                    <a:pt x="3500949" y="2738109"/>
                  </a:lnTo>
                  <a:lnTo>
                    <a:pt x="3477886" y="2874686"/>
                  </a:lnTo>
                  <a:lnTo>
                    <a:pt x="3454800" y="3013383"/>
                  </a:lnTo>
                  <a:lnTo>
                    <a:pt x="3431692" y="3153805"/>
                  </a:lnTo>
                  <a:lnTo>
                    <a:pt x="3408566" y="3295537"/>
                  </a:lnTo>
                  <a:lnTo>
                    <a:pt x="3385427" y="3438146"/>
                  </a:lnTo>
                  <a:lnTo>
                    <a:pt x="3362281" y="3581188"/>
                  </a:lnTo>
                  <a:lnTo>
                    <a:pt x="3339136" y="3724212"/>
                  </a:lnTo>
                  <a:lnTo>
                    <a:pt x="3315997" y="3866769"/>
                  </a:lnTo>
                  <a:lnTo>
                    <a:pt x="3292872" y="4008415"/>
                  </a:lnTo>
                  <a:lnTo>
                    <a:pt x="3269766" y="4148720"/>
                  </a:lnTo>
                  <a:lnTo>
                    <a:pt x="3246682" y="4287267"/>
                  </a:lnTo>
                  <a:lnTo>
                    <a:pt x="3223621" y="4423666"/>
                  </a:lnTo>
                  <a:lnTo>
                    <a:pt x="3200582" y="4557550"/>
                  </a:lnTo>
                  <a:lnTo>
                    <a:pt x="3177560" y="4688584"/>
                  </a:lnTo>
                  <a:lnTo>
                    <a:pt x="3154548" y="4816466"/>
                  </a:lnTo>
                  <a:lnTo>
                    <a:pt x="3131531" y="4940931"/>
                  </a:lnTo>
                  <a:lnTo>
                    <a:pt x="3108495" y="5061749"/>
                  </a:lnTo>
                  <a:lnTo>
                    <a:pt x="3085416" y="5178731"/>
                  </a:lnTo>
                  <a:lnTo>
                    <a:pt x="3062267" y="5291723"/>
                  </a:lnTo>
                  <a:lnTo>
                    <a:pt x="3039016" y="5400611"/>
                  </a:lnTo>
                  <a:lnTo>
                    <a:pt x="3015622" y="5505318"/>
                  </a:lnTo>
                  <a:lnTo>
                    <a:pt x="2992039" y="5605801"/>
                  </a:lnTo>
                  <a:lnTo>
                    <a:pt x="2968212" y="5702052"/>
                  </a:lnTo>
                  <a:lnTo>
                    <a:pt x="2944079" y="5794093"/>
                  </a:lnTo>
                  <a:lnTo>
                    <a:pt x="2919567" y="5881976"/>
                  </a:lnTo>
                  <a:lnTo>
                    <a:pt x="2896531" y="5959477"/>
                  </a:lnTo>
                  <a:lnTo>
                    <a:pt x="2856657" y="6082191"/>
                  </a:lnTo>
                  <a:lnTo>
                    <a:pt x="2815078" y="6195101"/>
                  </a:lnTo>
                  <a:lnTo>
                    <a:pt x="2771354" y="6298485"/>
                  </a:lnTo>
                  <a:lnTo>
                    <a:pt x="2724998" y="6392924"/>
                  </a:lnTo>
                  <a:lnTo>
                    <a:pt x="2675503" y="6479140"/>
                  </a:lnTo>
                  <a:lnTo>
                    <a:pt x="2622361" y="6557901"/>
                  </a:lnTo>
                  <a:lnTo>
                    <a:pt x="2565093" y="6629951"/>
                  </a:lnTo>
                  <a:lnTo>
                    <a:pt x="2503279" y="6695969"/>
                  </a:lnTo>
                  <a:lnTo>
                    <a:pt x="2436607" y="6756544"/>
                  </a:lnTo>
                  <a:lnTo>
                    <a:pt x="2364924" y="6812159"/>
                  </a:lnTo>
                  <a:lnTo>
                    <a:pt x="2288313" y="6863182"/>
                  </a:lnTo>
                  <a:lnTo>
                    <a:pt x="2207166" y="6909867"/>
                  </a:lnTo>
                  <a:lnTo>
                    <a:pt x="2122272" y="6952351"/>
                  </a:lnTo>
                  <a:lnTo>
                    <a:pt x="2034880" y="6990674"/>
                  </a:lnTo>
                  <a:lnTo>
                    <a:pt x="1946733" y="7024798"/>
                  </a:lnTo>
                  <a:lnTo>
                    <a:pt x="1860034" y="7054642"/>
                  </a:lnTo>
                  <a:lnTo>
                    <a:pt x="1777326" y="7080128"/>
                  </a:lnTo>
                  <a:lnTo>
                    <a:pt x="1701276" y="7101238"/>
                  </a:lnTo>
                  <a:lnTo>
                    <a:pt x="1634377" y="7118056"/>
                  </a:lnTo>
                  <a:lnTo>
                    <a:pt x="1578617" y="7130812"/>
                  </a:lnTo>
                  <a:lnTo>
                    <a:pt x="1535170" y="7139892"/>
                  </a:lnTo>
                  <a:lnTo>
                    <a:pt x="1504192" y="7145827"/>
                  </a:lnTo>
                  <a:lnTo>
                    <a:pt x="1484747" y="7149250"/>
                  </a:lnTo>
                  <a:lnTo>
                    <a:pt x="1474859" y="7150854"/>
                  </a:lnTo>
                  <a:lnTo>
                    <a:pt x="1471634" y="7151338"/>
                  </a:lnTo>
                  <a:lnTo>
                    <a:pt x="1471387" y="7151373"/>
                  </a:lnTo>
                  <a:lnTo>
                    <a:pt x="0" y="7151373"/>
                  </a:lnTo>
                  <a:close/>
                </a:path>
              </a:pathLst>
            </a:custGeom>
            <a:solidFill>
              <a:srgbClr val="DFC486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2031" name="pl2031"/>
            <p:cNvSpPr/>
            <p:nvPr/>
          </p:nvSpPr>
          <p:spPr>
            <a:xfrm>
              <a:off x="4799595" y="3565841"/>
              <a:ext cx="11981298" cy="7151373"/>
            </a:xfrm>
            <a:custGeom>
              <a:avLst/>
              <a:pathLst>
                <a:path w="11981298" h="7151373">
                  <a:moveTo>
                    <a:pt x="0" y="7151373"/>
                  </a:moveTo>
                  <a:lnTo>
                    <a:pt x="1471387" y="7151373"/>
                  </a:lnTo>
                  <a:lnTo>
                    <a:pt x="1472132" y="7151266"/>
                  </a:lnTo>
                  <a:lnTo>
                    <a:pt x="1477070" y="7150507"/>
                  </a:lnTo>
                  <a:lnTo>
                    <a:pt x="1489663" y="7148412"/>
                  </a:lnTo>
                  <a:lnTo>
                    <a:pt x="1512532" y="7144280"/>
                  </a:lnTo>
                  <a:lnTo>
                    <a:pt x="1547342" y="7137431"/>
                  </a:lnTo>
                  <a:lnTo>
                    <a:pt x="1594688" y="7127257"/>
                  </a:lnTo>
                  <a:lnTo>
                    <a:pt x="1654085" y="7113271"/>
                  </a:lnTo>
                  <a:lnTo>
                    <a:pt x="1724075" y="7095134"/>
                  </a:lnTo>
                  <a:lnTo>
                    <a:pt x="1802479" y="7072666"/>
                  </a:lnTo>
                  <a:lnTo>
                    <a:pt x="1886715" y="7045817"/>
                  </a:lnTo>
                  <a:lnTo>
                    <a:pt x="1974125" y="7014632"/>
                  </a:lnTo>
                  <a:lnTo>
                    <a:pt x="2062252" y="6979193"/>
                  </a:lnTo>
                  <a:lnTo>
                    <a:pt x="2149030" y="6939574"/>
                  </a:lnTo>
                  <a:lnTo>
                    <a:pt x="2232869" y="6895791"/>
                  </a:lnTo>
                  <a:lnTo>
                    <a:pt x="2312669" y="6847776"/>
                  </a:lnTo>
                  <a:lnTo>
                    <a:pt x="2387773" y="6795356"/>
                  </a:lnTo>
                  <a:lnTo>
                    <a:pt x="2457892" y="6738243"/>
                  </a:lnTo>
                  <a:lnTo>
                    <a:pt x="2523027" y="6676031"/>
                  </a:lnTo>
                  <a:lnTo>
                    <a:pt x="2583386" y="6608203"/>
                  </a:lnTo>
                  <a:lnTo>
                    <a:pt x="2639321" y="6534141"/>
                  </a:lnTo>
                  <a:lnTo>
                    <a:pt x="2691275" y="6453141"/>
                  </a:lnTo>
                  <a:lnTo>
                    <a:pt x="2739739" y="6364447"/>
                  </a:lnTo>
                  <a:lnTo>
                    <a:pt x="2785222" y="6267298"/>
                  </a:lnTo>
                  <a:lnTo>
                    <a:pt x="2828227" y="6161000"/>
                  </a:lnTo>
                  <a:lnTo>
                    <a:pt x="2869231" y="6045050"/>
                  </a:lnTo>
                  <a:lnTo>
                    <a:pt x="2896531" y="5959477"/>
                  </a:lnTo>
                  <a:lnTo>
                    <a:pt x="2921466" y="5875365"/>
                  </a:lnTo>
                  <a:lnTo>
                    <a:pt x="2945946" y="5787165"/>
                  </a:lnTo>
                  <a:lnTo>
                    <a:pt x="2970054" y="5694802"/>
                  </a:lnTo>
                  <a:lnTo>
                    <a:pt x="2993860" y="5598226"/>
                  </a:lnTo>
                  <a:lnTo>
                    <a:pt x="3017426" y="5497417"/>
                  </a:lnTo>
                  <a:lnTo>
                    <a:pt x="3040808" y="5392387"/>
                  </a:lnTo>
                  <a:lnTo>
                    <a:pt x="3064050" y="5283180"/>
                  </a:lnTo>
                  <a:lnTo>
                    <a:pt x="3087192" y="5169877"/>
                  </a:lnTo>
                  <a:lnTo>
                    <a:pt x="3110267" y="5052595"/>
                  </a:lnTo>
                  <a:lnTo>
                    <a:pt x="3133301" y="4931489"/>
                  </a:lnTo>
                  <a:lnTo>
                    <a:pt x="3156317" y="4806753"/>
                  </a:lnTo>
                  <a:lnTo>
                    <a:pt x="3179330" y="4678618"/>
                  </a:lnTo>
                  <a:lnTo>
                    <a:pt x="3202353" y="4547353"/>
                  </a:lnTo>
                  <a:lnTo>
                    <a:pt x="3225393" y="4413264"/>
                  </a:lnTo>
                  <a:lnTo>
                    <a:pt x="3248456" y="4276687"/>
                  </a:lnTo>
                  <a:lnTo>
                    <a:pt x="3271542" y="4137990"/>
                  </a:lnTo>
                  <a:lnTo>
                    <a:pt x="3294650" y="3997567"/>
                  </a:lnTo>
                  <a:lnTo>
                    <a:pt x="3317776" y="3855835"/>
                  </a:lnTo>
                  <a:lnTo>
                    <a:pt x="3340915" y="3713226"/>
                  </a:lnTo>
                  <a:lnTo>
                    <a:pt x="3364061" y="3570185"/>
                  </a:lnTo>
                  <a:lnTo>
                    <a:pt x="3387206" y="3427161"/>
                  </a:lnTo>
                  <a:lnTo>
                    <a:pt x="3410345" y="3284604"/>
                  </a:lnTo>
                  <a:lnTo>
                    <a:pt x="3433470" y="3142957"/>
                  </a:lnTo>
                  <a:lnTo>
                    <a:pt x="3456576" y="3002653"/>
                  </a:lnTo>
                  <a:lnTo>
                    <a:pt x="3479660" y="2864105"/>
                  </a:lnTo>
                  <a:lnTo>
                    <a:pt x="3502721" y="2727707"/>
                  </a:lnTo>
                  <a:lnTo>
                    <a:pt x="3525760" y="2593823"/>
                  </a:lnTo>
                  <a:lnTo>
                    <a:pt x="3548782" y="2462789"/>
                  </a:lnTo>
                  <a:lnTo>
                    <a:pt x="3571795" y="2334906"/>
                  </a:lnTo>
                  <a:lnTo>
                    <a:pt x="3594811" y="2210441"/>
                  </a:lnTo>
                  <a:lnTo>
                    <a:pt x="3617847" y="2089623"/>
                  </a:lnTo>
                  <a:lnTo>
                    <a:pt x="3640926" y="1972642"/>
                  </a:lnTo>
                  <a:lnTo>
                    <a:pt x="3664075" y="1859650"/>
                  </a:lnTo>
                  <a:lnTo>
                    <a:pt x="3687326" y="1750762"/>
                  </a:lnTo>
                  <a:lnTo>
                    <a:pt x="3710720" y="1646055"/>
                  </a:lnTo>
                  <a:lnTo>
                    <a:pt x="3734304" y="1545571"/>
                  </a:lnTo>
                  <a:lnTo>
                    <a:pt x="3758130" y="1449320"/>
                  </a:lnTo>
                  <a:lnTo>
                    <a:pt x="3782264" y="1357279"/>
                  </a:lnTo>
                  <a:lnTo>
                    <a:pt x="3806776" y="1269397"/>
                  </a:lnTo>
                  <a:lnTo>
                    <a:pt x="3829811" y="1191895"/>
                  </a:lnTo>
                  <a:lnTo>
                    <a:pt x="3869685" y="1069181"/>
                  </a:lnTo>
                  <a:lnTo>
                    <a:pt x="3911264" y="956272"/>
                  </a:lnTo>
                  <a:lnTo>
                    <a:pt x="3954988" y="852887"/>
                  </a:lnTo>
                  <a:lnTo>
                    <a:pt x="4001344" y="758449"/>
                  </a:lnTo>
                  <a:lnTo>
                    <a:pt x="4050839" y="672232"/>
                  </a:lnTo>
                  <a:lnTo>
                    <a:pt x="4103981" y="593471"/>
                  </a:lnTo>
                  <a:lnTo>
                    <a:pt x="4161250" y="521421"/>
                  </a:lnTo>
                  <a:lnTo>
                    <a:pt x="4223063" y="455403"/>
                  </a:lnTo>
                  <a:lnTo>
                    <a:pt x="4289735" y="394829"/>
                  </a:lnTo>
                  <a:lnTo>
                    <a:pt x="4361418" y="339214"/>
                  </a:lnTo>
                  <a:lnTo>
                    <a:pt x="4438029" y="288190"/>
                  </a:lnTo>
                  <a:lnTo>
                    <a:pt x="4519176" y="241506"/>
                  </a:lnTo>
                  <a:lnTo>
                    <a:pt x="4604070" y="199022"/>
                  </a:lnTo>
                  <a:lnTo>
                    <a:pt x="4691462" y="160698"/>
                  </a:lnTo>
                  <a:lnTo>
                    <a:pt x="4779609" y="126575"/>
                  </a:lnTo>
                  <a:lnTo>
                    <a:pt x="4866308" y="96731"/>
                  </a:lnTo>
                  <a:lnTo>
                    <a:pt x="4949016" y="71244"/>
                  </a:lnTo>
                  <a:lnTo>
                    <a:pt x="5025067" y="50135"/>
                  </a:lnTo>
                  <a:lnTo>
                    <a:pt x="5091965" y="33317"/>
                  </a:lnTo>
                  <a:lnTo>
                    <a:pt x="5147725" y="20561"/>
                  </a:lnTo>
                  <a:lnTo>
                    <a:pt x="5191172" y="11480"/>
                  </a:lnTo>
                  <a:lnTo>
                    <a:pt x="5222150" y="5546"/>
                  </a:lnTo>
                  <a:lnTo>
                    <a:pt x="5241595" y="2123"/>
                  </a:lnTo>
                  <a:lnTo>
                    <a:pt x="5251483" y="518"/>
                  </a:lnTo>
                  <a:lnTo>
                    <a:pt x="5254708" y="34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241" y="85"/>
                  </a:lnTo>
                  <a:lnTo>
                    <a:pt x="6733176" y="691"/>
                  </a:lnTo>
                  <a:lnTo>
                    <a:pt x="6748239" y="2367"/>
                  </a:lnTo>
                  <a:lnTo>
                    <a:pt x="6775421" y="5671"/>
                  </a:lnTo>
                  <a:lnTo>
                    <a:pt x="6816445" y="11135"/>
                  </a:lnTo>
                  <a:lnTo>
                    <a:pt x="6871642" y="19217"/>
                  </a:lnTo>
                  <a:lnTo>
                    <a:pt x="6939977" y="30267"/>
                  </a:lnTo>
                  <a:lnTo>
                    <a:pt x="7019279" y="44499"/>
                  </a:lnTo>
                  <a:lnTo>
                    <a:pt x="7106626" y="62004"/>
                  </a:lnTo>
                  <a:lnTo>
                    <a:pt x="7198803" y="82775"/>
                  </a:lnTo>
                  <a:lnTo>
                    <a:pt x="7292718" y="106752"/>
                  </a:lnTo>
                  <a:lnTo>
                    <a:pt x="7385708" y="133873"/>
                  </a:lnTo>
                  <a:lnTo>
                    <a:pt x="7475704" y="164110"/>
                  </a:lnTo>
                  <a:lnTo>
                    <a:pt x="7561271" y="197504"/>
                  </a:lnTo>
                  <a:lnTo>
                    <a:pt x="7641554" y="234184"/>
                  </a:lnTo>
                  <a:lnTo>
                    <a:pt x="7716183" y="274376"/>
                  </a:lnTo>
                  <a:lnTo>
                    <a:pt x="7785162" y="318403"/>
                  </a:lnTo>
                  <a:lnTo>
                    <a:pt x="7848759" y="366685"/>
                  </a:lnTo>
                  <a:lnTo>
                    <a:pt x="7907419" y="419727"/>
                  </a:lnTo>
                  <a:lnTo>
                    <a:pt x="7961691" y="478101"/>
                  </a:lnTo>
                  <a:lnTo>
                    <a:pt x="8012181" y="542415"/>
                  </a:lnTo>
                  <a:lnTo>
                    <a:pt x="8059504" y="613266"/>
                  </a:lnTo>
                  <a:lnTo>
                    <a:pt x="8104257" y="691155"/>
                  </a:lnTo>
                  <a:lnTo>
                    <a:pt x="8146990" y="776367"/>
                  </a:lnTo>
                  <a:lnTo>
                    <a:pt x="8151487" y="785970"/>
                  </a:lnTo>
                  <a:lnTo>
                    <a:pt x="8181772" y="853832"/>
                  </a:lnTo>
                  <a:lnTo>
                    <a:pt x="8211411" y="925704"/>
                  </a:lnTo>
                  <a:lnTo>
                    <a:pt x="8240545" y="1001667"/>
                  </a:lnTo>
                  <a:lnTo>
                    <a:pt x="8269293" y="1081760"/>
                  </a:lnTo>
                  <a:lnTo>
                    <a:pt x="8297757" y="1165978"/>
                  </a:lnTo>
                  <a:lnTo>
                    <a:pt x="8326019" y="1254270"/>
                  </a:lnTo>
                  <a:lnTo>
                    <a:pt x="8354148" y="1346531"/>
                  </a:lnTo>
                  <a:lnTo>
                    <a:pt x="8382199" y="1442603"/>
                  </a:lnTo>
                  <a:lnTo>
                    <a:pt x="8410213" y="1542273"/>
                  </a:lnTo>
                  <a:lnTo>
                    <a:pt x="8438223" y="1645273"/>
                  </a:lnTo>
                  <a:lnTo>
                    <a:pt x="8466250" y="1751280"/>
                  </a:lnTo>
                  <a:lnTo>
                    <a:pt x="8494306" y="1859922"/>
                  </a:lnTo>
                  <a:lnTo>
                    <a:pt x="8522396" y="1970778"/>
                  </a:lnTo>
                  <a:lnTo>
                    <a:pt x="8550519" y="2083388"/>
                  </a:lnTo>
                  <a:lnTo>
                    <a:pt x="8578669" y="2197261"/>
                  </a:lnTo>
                  <a:lnTo>
                    <a:pt x="8606835" y="2311880"/>
                  </a:lnTo>
                  <a:lnTo>
                    <a:pt x="8635007" y="2426713"/>
                  </a:lnTo>
                  <a:lnTo>
                    <a:pt x="8663171" y="2541226"/>
                  </a:lnTo>
                  <a:lnTo>
                    <a:pt x="8691316" y="2654889"/>
                  </a:lnTo>
                  <a:lnTo>
                    <a:pt x="8719433" y="2767190"/>
                  </a:lnTo>
                  <a:lnTo>
                    <a:pt x="8747516" y="2877642"/>
                  </a:lnTo>
                  <a:lnTo>
                    <a:pt x="8775566" y="2985792"/>
                  </a:lnTo>
                  <a:lnTo>
                    <a:pt x="8803588" y="3091231"/>
                  </a:lnTo>
                  <a:lnTo>
                    <a:pt x="8831597" y="3193594"/>
                  </a:lnTo>
                  <a:lnTo>
                    <a:pt x="8859616" y="3292570"/>
                  </a:lnTo>
                  <a:lnTo>
                    <a:pt x="8887678" y="3387901"/>
                  </a:lnTo>
                  <a:lnTo>
                    <a:pt x="8915829" y="3479385"/>
                  </a:lnTo>
                  <a:lnTo>
                    <a:pt x="8944125" y="3566876"/>
                  </a:lnTo>
                  <a:lnTo>
                    <a:pt x="8972638" y="3650278"/>
                  </a:lnTo>
                  <a:lnTo>
                    <a:pt x="9001454" y="3729551"/>
                  </a:lnTo>
                  <a:lnTo>
                    <a:pt x="9030678" y="3804697"/>
                  </a:lnTo>
                  <a:lnTo>
                    <a:pt x="9060433" y="3875766"/>
                  </a:lnTo>
                  <a:lnTo>
                    <a:pt x="9084767" y="3929850"/>
                  </a:lnTo>
                  <a:lnTo>
                    <a:pt x="9127311" y="4015852"/>
                  </a:lnTo>
                  <a:lnTo>
                    <a:pt x="9171823" y="4094520"/>
                  </a:lnTo>
                  <a:lnTo>
                    <a:pt x="9218841" y="4166107"/>
                  </a:lnTo>
                  <a:lnTo>
                    <a:pt x="9268960" y="4231096"/>
                  </a:lnTo>
                  <a:lnTo>
                    <a:pt x="9322797" y="4290080"/>
                  </a:lnTo>
                  <a:lnTo>
                    <a:pt x="9380957" y="4343667"/>
                  </a:lnTo>
                  <a:lnTo>
                    <a:pt x="9443999" y="4392436"/>
                  </a:lnTo>
                  <a:lnTo>
                    <a:pt x="9512382" y="4436898"/>
                  </a:lnTo>
                  <a:lnTo>
                    <a:pt x="9586398" y="4477485"/>
                  </a:lnTo>
                  <a:lnTo>
                    <a:pt x="9666083" y="4514530"/>
                  </a:lnTo>
                  <a:lnTo>
                    <a:pt x="9751113" y="4548270"/>
                  </a:lnTo>
                  <a:lnTo>
                    <a:pt x="9840690" y="4578843"/>
                  </a:lnTo>
                  <a:lnTo>
                    <a:pt x="9933446" y="4606299"/>
                  </a:lnTo>
                  <a:lnTo>
                    <a:pt x="10027380" y="4630618"/>
                  </a:lnTo>
                  <a:lnTo>
                    <a:pt x="10119887" y="4651737"/>
                  </a:lnTo>
                  <a:lnTo>
                    <a:pt x="10207909" y="4669594"/>
                  </a:lnTo>
                  <a:lnTo>
                    <a:pt x="10288225" y="4684176"/>
                  </a:lnTo>
                  <a:lnTo>
                    <a:pt x="10357862" y="4695561"/>
                  </a:lnTo>
                  <a:lnTo>
                    <a:pt x="10414544" y="4703948"/>
                  </a:lnTo>
                  <a:lnTo>
                    <a:pt x="10457102" y="4709673"/>
                  </a:lnTo>
                  <a:lnTo>
                    <a:pt x="10485714" y="4713184"/>
                  </a:lnTo>
                  <a:lnTo>
                    <a:pt x="10501958" y="4715009"/>
                  </a:lnTo>
                  <a:lnTo>
                    <a:pt x="10508697" y="4715704"/>
                  </a:lnTo>
                  <a:lnTo>
                    <a:pt x="10509909" y="4715819"/>
                  </a:lnTo>
                  <a:lnTo>
                    <a:pt x="10509911" y="4715820"/>
                  </a:lnTo>
                  <a:lnTo>
                    <a:pt x="11981298" y="471582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32" name="pl2032"/>
            <p:cNvSpPr/>
            <p:nvPr/>
          </p:nvSpPr>
          <p:spPr>
            <a:xfrm>
              <a:off x="4799595" y="3557668"/>
              <a:ext cx="11981298" cy="7151373"/>
            </a:xfrm>
            <a:custGeom>
              <a:avLst/>
              <a:pathLst>
                <a:path w="11981298" h="7151373">
                  <a:moveTo>
                    <a:pt x="11981298" y="4715820"/>
                  </a:moveTo>
                  <a:lnTo>
                    <a:pt x="10509911" y="4715820"/>
                  </a:lnTo>
                  <a:lnTo>
                    <a:pt x="10509012" y="4715734"/>
                  </a:lnTo>
                  <a:lnTo>
                    <a:pt x="10503077" y="4715128"/>
                  </a:lnTo>
                  <a:lnTo>
                    <a:pt x="10488014" y="4713452"/>
                  </a:lnTo>
                  <a:lnTo>
                    <a:pt x="10460832" y="4710148"/>
                  </a:lnTo>
                  <a:lnTo>
                    <a:pt x="10419808" y="4704685"/>
                  </a:lnTo>
                  <a:lnTo>
                    <a:pt x="10364611" y="4696602"/>
                  </a:lnTo>
                  <a:lnTo>
                    <a:pt x="10296276" y="4685552"/>
                  </a:lnTo>
                  <a:lnTo>
                    <a:pt x="10216974" y="4671320"/>
                  </a:lnTo>
                  <a:lnTo>
                    <a:pt x="10129627" y="4653815"/>
                  </a:lnTo>
                  <a:lnTo>
                    <a:pt x="10037450" y="4633044"/>
                  </a:lnTo>
                  <a:lnTo>
                    <a:pt x="9943535" y="4609067"/>
                  </a:lnTo>
                  <a:lnTo>
                    <a:pt x="9850545" y="4581946"/>
                  </a:lnTo>
                  <a:lnTo>
                    <a:pt x="9760549" y="4551709"/>
                  </a:lnTo>
                  <a:lnTo>
                    <a:pt x="9674982" y="4518315"/>
                  </a:lnTo>
                  <a:lnTo>
                    <a:pt x="9594700" y="4481635"/>
                  </a:lnTo>
                  <a:lnTo>
                    <a:pt x="9520070" y="4441443"/>
                  </a:lnTo>
                  <a:lnTo>
                    <a:pt x="9451091" y="4397416"/>
                  </a:lnTo>
                  <a:lnTo>
                    <a:pt x="9387494" y="4349134"/>
                  </a:lnTo>
                  <a:lnTo>
                    <a:pt x="9328834" y="4296092"/>
                  </a:lnTo>
                  <a:lnTo>
                    <a:pt x="9274562" y="4237718"/>
                  </a:lnTo>
                  <a:lnTo>
                    <a:pt x="9224072" y="4173404"/>
                  </a:lnTo>
                  <a:lnTo>
                    <a:pt x="9176750" y="4102553"/>
                  </a:lnTo>
                  <a:lnTo>
                    <a:pt x="9131996" y="4024664"/>
                  </a:lnTo>
                  <a:lnTo>
                    <a:pt x="9089263" y="3939452"/>
                  </a:lnTo>
                  <a:lnTo>
                    <a:pt x="9084767" y="3929850"/>
                  </a:lnTo>
                  <a:lnTo>
                    <a:pt x="9054481" y="3861987"/>
                  </a:lnTo>
                  <a:lnTo>
                    <a:pt x="9024842" y="3790115"/>
                  </a:lnTo>
                  <a:lnTo>
                    <a:pt x="8995708" y="3714152"/>
                  </a:lnTo>
                  <a:lnTo>
                    <a:pt x="8966960" y="3634059"/>
                  </a:lnTo>
                  <a:lnTo>
                    <a:pt x="8938497" y="3549841"/>
                  </a:lnTo>
                  <a:lnTo>
                    <a:pt x="8910234" y="3461549"/>
                  </a:lnTo>
                  <a:lnTo>
                    <a:pt x="8882105" y="3369288"/>
                  </a:lnTo>
                  <a:lnTo>
                    <a:pt x="8854055" y="3273216"/>
                  </a:lnTo>
                  <a:lnTo>
                    <a:pt x="8826040" y="3173546"/>
                  </a:lnTo>
                  <a:lnTo>
                    <a:pt x="8798030" y="3070546"/>
                  </a:lnTo>
                  <a:lnTo>
                    <a:pt x="8770003" y="2964539"/>
                  </a:lnTo>
                  <a:lnTo>
                    <a:pt x="8741947" y="2855897"/>
                  </a:lnTo>
                  <a:lnTo>
                    <a:pt x="8713857" y="2745041"/>
                  </a:lnTo>
                  <a:lnTo>
                    <a:pt x="8685734" y="2632431"/>
                  </a:lnTo>
                  <a:lnTo>
                    <a:pt x="8657585" y="2518558"/>
                  </a:lnTo>
                  <a:lnTo>
                    <a:pt x="8629418" y="2403939"/>
                  </a:lnTo>
                  <a:lnTo>
                    <a:pt x="8601246" y="2289106"/>
                  </a:lnTo>
                  <a:lnTo>
                    <a:pt x="8573082" y="2174593"/>
                  </a:lnTo>
                  <a:lnTo>
                    <a:pt x="8544937" y="2060930"/>
                  </a:lnTo>
                  <a:lnTo>
                    <a:pt x="8516820" y="1948629"/>
                  </a:lnTo>
                  <a:lnTo>
                    <a:pt x="8488737" y="1838177"/>
                  </a:lnTo>
                  <a:lnTo>
                    <a:pt x="8460688" y="1730027"/>
                  </a:lnTo>
                  <a:lnTo>
                    <a:pt x="8432665" y="1624588"/>
                  </a:lnTo>
                  <a:lnTo>
                    <a:pt x="8404657" y="1522225"/>
                  </a:lnTo>
                  <a:lnTo>
                    <a:pt x="8376637" y="1423249"/>
                  </a:lnTo>
                  <a:lnTo>
                    <a:pt x="8348575" y="1327918"/>
                  </a:lnTo>
                  <a:lnTo>
                    <a:pt x="8320424" y="1236434"/>
                  </a:lnTo>
                  <a:lnTo>
                    <a:pt x="8292128" y="1148943"/>
                  </a:lnTo>
                  <a:lnTo>
                    <a:pt x="8263615" y="1065541"/>
                  </a:lnTo>
                  <a:lnTo>
                    <a:pt x="8234799" y="986268"/>
                  </a:lnTo>
                  <a:lnTo>
                    <a:pt x="8205575" y="911122"/>
                  </a:lnTo>
                  <a:lnTo>
                    <a:pt x="8175820" y="840053"/>
                  </a:lnTo>
                  <a:lnTo>
                    <a:pt x="8151487" y="785970"/>
                  </a:lnTo>
                  <a:lnTo>
                    <a:pt x="8108942" y="699967"/>
                  </a:lnTo>
                  <a:lnTo>
                    <a:pt x="8064430" y="621299"/>
                  </a:lnTo>
                  <a:lnTo>
                    <a:pt x="8017412" y="549712"/>
                  </a:lnTo>
                  <a:lnTo>
                    <a:pt x="7967293" y="484723"/>
                  </a:lnTo>
                  <a:lnTo>
                    <a:pt x="7913457" y="425739"/>
                  </a:lnTo>
                  <a:lnTo>
                    <a:pt x="7855297" y="372152"/>
                  </a:lnTo>
                  <a:lnTo>
                    <a:pt x="7792254" y="323383"/>
                  </a:lnTo>
                  <a:lnTo>
                    <a:pt x="7723871" y="278921"/>
                  </a:lnTo>
                  <a:lnTo>
                    <a:pt x="7649855" y="238334"/>
                  </a:lnTo>
                  <a:lnTo>
                    <a:pt x="7570170" y="201289"/>
                  </a:lnTo>
                  <a:lnTo>
                    <a:pt x="7485141" y="167549"/>
                  </a:lnTo>
                  <a:lnTo>
                    <a:pt x="7395563" y="136976"/>
                  </a:lnTo>
                  <a:lnTo>
                    <a:pt x="7302807" y="109520"/>
                  </a:lnTo>
                  <a:lnTo>
                    <a:pt x="7208873" y="85201"/>
                  </a:lnTo>
                  <a:lnTo>
                    <a:pt x="7116367" y="64082"/>
                  </a:lnTo>
                  <a:lnTo>
                    <a:pt x="7028344" y="46225"/>
                  </a:lnTo>
                  <a:lnTo>
                    <a:pt x="6948028" y="31643"/>
                  </a:lnTo>
                  <a:lnTo>
                    <a:pt x="6878392" y="20258"/>
                  </a:lnTo>
                  <a:lnTo>
                    <a:pt x="6821709" y="11871"/>
                  </a:lnTo>
                  <a:lnTo>
                    <a:pt x="6779151" y="6146"/>
                  </a:lnTo>
                  <a:lnTo>
                    <a:pt x="6750539" y="2635"/>
                  </a:lnTo>
                  <a:lnTo>
                    <a:pt x="6734296" y="810"/>
                  </a:lnTo>
                  <a:lnTo>
                    <a:pt x="6727557" y="115"/>
                  </a:lnTo>
                  <a:lnTo>
                    <a:pt x="6726344" y="0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210" y="106"/>
                  </a:lnTo>
                  <a:lnTo>
                    <a:pt x="5249272" y="865"/>
                  </a:lnTo>
                  <a:lnTo>
                    <a:pt x="5236679" y="2960"/>
                  </a:lnTo>
                  <a:lnTo>
                    <a:pt x="5213810" y="7092"/>
                  </a:lnTo>
                  <a:lnTo>
                    <a:pt x="5179000" y="13942"/>
                  </a:lnTo>
                  <a:lnTo>
                    <a:pt x="5131654" y="24116"/>
                  </a:lnTo>
                  <a:lnTo>
                    <a:pt x="5072258" y="38102"/>
                  </a:lnTo>
                  <a:lnTo>
                    <a:pt x="5002267" y="56238"/>
                  </a:lnTo>
                  <a:lnTo>
                    <a:pt x="4923863" y="78707"/>
                  </a:lnTo>
                  <a:lnTo>
                    <a:pt x="4839627" y="105556"/>
                  </a:lnTo>
                  <a:lnTo>
                    <a:pt x="4752217" y="136741"/>
                  </a:lnTo>
                  <a:lnTo>
                    <a:pt x="4664090" y="172179"/>
                  </a:lnTo>
                  <a:lnTo>
                    <a:pt x="4577312" y="211799"/>
                  </a:lnTo>
                  <a:lnTo>
                    <a:pt x="4493473" y="255582"/>
                  </a:lnTo>
                  <a:lnTo>
                    <a:pt x="4413673" y="303596"/>
                  </a:lnTo>
                  <a:lnTo>
                    <a:pt x="4338569" y="356016"/>
                  </a:lnTo>
                  <a:lnTo>
                    <a:pt x="4268450" y="413130"/>
                  </a:lnTo>
                  <a:lnTo>
                    <a:pt x="4203315" y="475342"/>
                  </a:lnTo>
                  <a:lnTo>
                    <a:pt x="4142956" y="543170"/>
                  </a:lnTo>
                  <a:lnTo>
                    <a:pt x="4087021" y="617232"/>
                  </a:lnTo>
                  <a:lnTo>
                    <a:pt x="4035067" y="698232"/>
                  </a:lnTo>
                  <a:lnTo>
                    <a:pt x="3986603" y="786925"/>
                  </a:lnTo>
                  <a:lnTo>
                    <a:pt x="3941121" y="884075"/>
                  </a:lnTo>
                  <a:lnTo>
                    <a:pt x="3898115" y="990372"/>
                  </a:lnTo>
                  <a:lnTo>
                    <a:pt x="3857111" y="1106323"/>
                  </a:lnTo>
                  <a:lnTo>
                    <a:pt x="3829811" y="1191895"/>
                  </a:lnTo>
                  <a:lnTo>
                    <a:pt x="3804876" y="1276008"/>
                  </a:lnTo>
                  <a:lnTo>
                    <a:pt x="3780396" y="1364207"/>
                  </a:lnTo>
                  <a:lnTo>
                    <a:pt x="3756288" y="1456571"/>
                  </a:lnTo>
                  <a:lnTo>
                    <a:pt x="3732482" y="1553146"/>
                  </a:lnTo>
                  <a:lnTo>
                    <a:pt x="3708916" y="1653955"/>
                  </a:lnTo>
                  <a:lnTo>
                    <a:pt x="3685534" y="1758986"/>
                  </a:lnTo>
                  <a:lnTo>
                    <a:pt x="3662292" y="1868193"/>
                  </a:lnTo>
                  <a:lnTo>
                    <a:pt x="3639150" y="1981496"/>
                  </a:lnTo>
                  <a:lnTo>
                    <a:pt x="3616075" y="2098778"/>
                  </a:lnTo>
                  <a:lnTo>
                    <a:pt x="3593041" y="2219884"/>
                  </a:lnTo>
                  <a:lnTo>
                    <a:pt x="3570025" y="2344620"/>
                  </a:lnTo>
                  <a:lnTo>
                    <a:pt x="3547012" y="2472755"/>
                  </a:lnTo>
                  <a:lnTo>
                    <a:pt x="3523990" y="2604019"/>
                  </a:lnTo>
                  <a:lnTo>
                    <a:pt x="3500949" y="2738109"/>
                  </a:lnTo>
                  <a:lnTo>
                    <a:pt x="3477886" y="2874686"/>
                  </a:lnTo>
                  <a:lnTo>
                    <a:pt x="3454800" y="3013383"/>
                  </a:lnTo>
                  <a:lnTo>
                    <a:pt x="3431692" y="3153805"/>
                  </a:lnTo>
                  <a:lnTo>
                    <a:pt x="3408566" y="3295537"/>
                  </a:lnTo>
                  <a:lnTo>
                    <a:pt x="3385427" y="3438146"/>
                  </a:lnTo>
                  <a:lnTo>
                    <a:pt x="3362281" y="3581188"/>
                  </a:lnTo>
                  <a:lnTo>
                    <a:pt x="3339136" y="3724212"/>
                  </a:lnTo>
                  <a:lnTo>
                    <a:pt x="3315997" y="3866769"/>
                  </a:lnTo>
                  <a:lnTo>
                    <a:pt x="3292872" y="4008415"/>
                  </a:lnTo>
                  <a:lnTo>
                    <a:pt x="3269766" y="4148720"/>
                  </a:lnTo>
                  <a:lnTo>
                    <a:pt x="3246682" y="4287267"/>
                  </a:lnTo>
                  <a:lnTo>
                    <a:pt x="3223621" y="4423666"/>
                  </a:lnTo>
                  <a:lnTo>
                    <a:pt x="3200582" y="4557550"/>
                  </a:lnTo>
                  <a:lnTo>
                    <a:pt x="3177560" y="4688584"/>
                  </a:lnTo>
                  <a:lnTo>
                    <a:pt x="3154548" y="4816466"/>
                  </a:lnTo>
                  <a:lnTo>
                    <a:pt x="3131531" y="4940931"/>
                  </a:lnTo>
                  <a:lnTo>
                    <a:pt x="3108495" y="5061749"/>
                  </a:lnTo>
                  <a:lnTo>
                    <a:pt x="3085416" y="5178731"/>
                  </a:lnTo>
                  <a:lnTo>
                    <a:pt x="3062267" y="5291723"/>
                  </a:lnTo>
                  <a:lnTo>
                    <a:pt x="3039016" y="5400611"/>
                  </a:lnTo>
                  <a:lnTo>
                    <a:pt x="3015622" y="5505318"/>
                  </a:lnTo>
                  <a:lnTo>
                    <a:pt x="2992039" y="5605801"/>
                  </a:lnTo>
                  <a:lnTo>
                    <a:pt x="2968212" y="5702052"/>
                  </a:lnTo>
                  <a:lnTo>
                    <a:pt x="2944079" y="5794093"/>
                  </a:lnTo>
                  <a:lnTo>
                    <a:pt x="2919567" y="5881976"/>
                  </a:lnTo>
                  <a:lnTo>
                    <a:pt x="2896531" y="5959477"/>
                  </a:lnTo>
                  <a:lnTo>
                    <a:pt x="2856657" y="6082191"/>
                  </a:lnTo>
                  <a:lnTo>
                    <a:pt x="2815078" y="6195101"/>
                  </a:lnTo>
                  <a:lnTo>
                    <a:pt x="2771354" y="6298485"/>
                  </a:lnTo>
                  <a:lnTo>
                    <a:pt x="2724998" y="6392924"/>
                  </a:lnTo>
                  <a:lnTo>
                    <a:pt x="2675503" y="6479140"/>
                  </a:lnTo>
                  <a:lnTo>
                    <a:pt x="2622361" y="6557901"/>
                  </a:lnTo>
                  <a:lnTo>
                    <a:pt x="2565093" y="6629951"/>
                  </a:lnTo>
                  <a:lnTo>
                    <a:pt x="2503279" y="6695969"/>
                  </a:lnTo>
                  <a:lnTo>
                    <a:pt x="2436607" y="6756544"/>
                  </a:lnTo>
                  <a:lnTo>
                    <a:pt x="2364924" y="6812159"/>
                  </a:lnTo>
                  <a:lnTo>
                    <a:pt x="2288313" y="6863182"/>
                  </a:lnTo>
                  <a:lnTo>
                    <a:pt x="2207166" y="6909867"/>
                  </a:lnTo>
                  <a:lnTo>
                    <a:pt x="2122272" y="6952351"/>
                  </a:lnTo>
                  <a:lnTo>
                    <a:pt x="2034880" y="6990674"/>
                  </a:lnTo>
                  <a:lnTo>
                    <a:pt x="1946733" y="7024798"/>
                  </a:lnTo>
                  <a:lnTo>
                    <a:pt x="1860034" y="7054642"/>
                  </a:lnTo>
                  <a:lnTo>
                    <a:pt x="1777326" y="7080128"/>
                  </a:lnTo>
                  <a:lnTo>
                    <a:pt x="1701276" y="7101238"/>
                  </a:lnTo>
                  <a:lnTo>
                    <a:pt x="1634377" y="7118056"/>
                  </a:lnTo>
                  <a:lnTo>
                    <a:pt x="1578617" y="7130812"/>
                  </a:lnTo>
                  <a:lnTo>
                    <a:pt x="1535170" y="7139892"/>
                  </a:lnTo>
                  <a:lnTo>
                    <a:pt x="1504192" y="7145827"/>
                  </a:lnTo>
                  <a:lnTo>
                    <a:pt x="1484747" y="7149250"/>
                  </a:lnTo>
                  <a:lnTo>
                    <a:pt x="1474859" y="7150854"/>
                  </a:lnTo>
                  <a:lnTo>
                    <a:pt x="1471634" y="7151338"/>
                  </a:lnTo>
                  <a:lnTo>
                    <a:pt x="1471387" y="7151373"/>
                  </a:lnTo>
                  <a:lnTo>
                    <a:pt x="0" y="715137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33" name="pg2033"/>
            <p:cNvSpPr/>
            <p:nvPr/>
          </p:nvSpPr>
          <p:spPr>
            <a:xfrm>
              <a:off x="4799595" y="5028808"/>
              <a:ext cx="11981298" cy="5835520"/>
            </a:xfrm>
            <a:custGeom>
              <a:avLst/>
              <a:pathLst>
                <a:path w="11981298" h="5835520">
                  <a:moveTo>
                    <a:pt x="0" y="5835520"/>
                  </a:moveTo>
                  <a:lnTo>
                    <a:pt x="1471387" y="5835520"/>
                  </a:lnTo>
                  <a:lnTo>
                    <a:pt x="1472215" y="5835423"/>
                  </a:lnTo>
                  <a:lnTo>
                    <a:pt x="1477692" y="5834734"/>
                  </a:lnTo>
                  <a:lnTo>
                    <a:pt x="1491621" y="5832831"/>
                  </a:lnTo>
                  <a:lnTo>
                    <a:pt x="1516829" y="5829079"/>
                  </a:lnTo>
                  <a:lnTo>
                    <a:pt x="1555022" y="5822866"/>
                  </a:lnTo>
                  <a:lnTo>
                    <a:pt x="1606663" y="5813658"/>
                  </a:lnTo>
                  <a:lnTo>
                    <a:pt x="1670980" y="5801038"/>
                  </a:lnTo>
                  <a:lnTo>
                    <a:pt x="1746136" y="5784733"/>
                  </a:lnTo>
                  <a:lnTo>
                    <a:pt x="1829550" y="5764614"/>
                  </a:lnTo>
                  <a:lnTo>
                    <a:pt x="1918284" y="5740668"/>
                  </a:lnTo>
                  <a:lnTo>
                    <a:pt x="2009433" y="5712951"/>
                  </a:lnTo>
                  <a:lnTo>
                    <a:pt x="2100409" y="5681541"/>
                  </a:lnTo>
                  <a:lnTo>
                    <a:pt x="2189127" y="5646485"/>
                  </a:lnTo>
                  <a:lnTo>
                    <a:pt x="2274070" y="5607767"/>
                  </a:lnTo>
                  <a:lnTo>
                    <a:pt x="2354263" y="5565280"/>
                  </a:lnTo>
                  <a:lnTo>
                    <a:pt x="2429201" y="5518811"/>
                  </a:lnTo>
                  <a:lnTo>
                    <a:pt x="2498755" y="5468040"/>
                  </a:lnTo>
                  <a:lnTo>
                    <a:pt x="2563074" y="5412537"/>
                  </a:lnTo>
                  <a:lnTo>
                    <a:pt x="2622498" y="5351773"/>
                  </a:lnTo>
                  <a:lnTo>
                    <a:pt x="2677492" y="5285133"/>
                  </a:lnTo>
                  <a:lnTo>
                    <a:pt x="2728589" y="5211942"/>
                  </a:lnTo>
                  <a:lnTo>
                    <a:pt x="2776356" y="5131506"/>
                  </a:lnTo>
                  <a:lnTo>
                    <a:pt x="2821356" y="5043175"/>
                  </a:lnTo>
                  <a:lnTo>
                    <a:pt x="2864125" y="4946453"/>
                  </a:lnTo>
                  <a:lnTo>
                    <a:pt x="2896531" y="4864296"/>
                  </a:lnTo>
                  <a:lnTo>
                    <a:pt x="2924000" y="4788531"/>
                  </a:lnTo>
                  <a:lnTo>
                    <a:pt x="2950925" y="4708708"/>
                  </a:lnTo>
                  <a:lnTo>
                    <a:pt x="2977416" y="4624748"/>
                  </a:lnTo>
                  <a:lnTo>
                    <a:pt x="3003565" y="4536606"/>
                  </a:lnTo>
                  <a:lnTo>
                    <a:pt x="3029451" y="4444271"/>
                  </a:lnTo>
                  <a:lnTo>
                    <a:pt x="3055141" y="4347772"/>
                  </a:lnTo>
                  <a:lnTo>
                    <a:pt x="3080692" y="4247181"/>
                  </a:lnTo>
                  <a:lnTo>
                    <a:pt x="3106151" y="4142611"/>
                  </a:lnTo>
                  <a:lnTo>
                    <a:pt x="3131555" y="4034224"/>
                  </a:lnTo>
                  <a:lnTo>
                    <a:pt x="3156934" y="3922225"/>
                  </a:lnTo>
                  <a:lnTo>
                    <a:pt x="3182311" y="3806865"/>
                  </a:lnTo>
                  <a:lnTo>
                    <a:pt x="3207700" y="3688443"/>
                  </a:lnTo>
                  <a:lnTo>
                    <a:pt x="3233113" y="3567296"/>
                  </a:lnTo>
                  <a:lnTo>
                    <a:pt x="3258554" y="3443805"/>
                  </a:lnTo>
                  <a:lnTo>
                    <a:pt x="3284023" y="3318382"/>
                  </a:lnTo>
                  <a:lnTo>
                    <a:pt x="3309516" y="3191469"/>
                  </a:lnTo>
                  <a:lnTo>
                    <a:pt x="3335027" y="3063533"/>
                  </a:lnTo>
                  <a:lnTo>
                    <a:pt x="3360549" y="2935057"/>
                  </a:lnTo>
                  <a:lnTo>
                    <a:pt x="3386071" y="2806529"/>
                  </a:lnTo>
                  <a:lnTo>
                    <a:pt x="3411586" y="2678443"/>
                  </a:lnTo>
                  <a:lnTo>
                    <a:pt x="3437083" y="2551281"/>
                  </a:lnTo>
                  <a:lnTo>
                    <a:pt x="3462557" y="2425515"/>
                  </a:lnTo>
                  <a:lnTo>
                    <a:pt x="3488004" y="2301592"/>
                  </a:lnTo>
                  <a:lnTo>
                    <a:pt x="3513422" y="2179932"/>
                  </a:lnTo>
                  <a:lnTo>
                    <a:pt x="3538816" y="2060920"/>
                  </a:lnTo>
                  <a:lnTo>
                    <a:pt x="3564194" y="1944906"/>
                  </a:lnTo>
                  <a:lnTo>
                    <a:pt x="3589571" y="1832194"/>
                  </a:lnTo>
                  <a:lnTo>
                    <a:pt x="3614968" y="1723046"/>
                  </a:lnTo>
                  <a:lnTo>
                    <a:pt x="3640413" y="1617678"/>
                  </a:lnTo>
                  <a:lnTo>
                    <a:pt x="3665941" y="1516258"/>
                  </a:lnTo>
                  <a:lnTo>
                    <a:pt x="3691599" y="1418912"/>
                  </a:lnTo>
                  <a:lnTo>
                    <a:pt x="3717439" y="1325717"/>
                  </a:lnTo>
                  <a:lnTo>
                    <a:pt x="3743528" y="1236713"/>
                  </a:lnTo>
                  <a:lnTo>
                    <a:pt x="3769942" y="1151896"/>
                  </a:lnTo>
                  <a:lnTo>
                    <a:pt x="3796770" y="1071229"/>
                  </a:lnTo>
                  <a:lnTo>
                    <a:pt x="3824117" y="994638"/>
                  </a:lnTo>
                  <a:lnTo>
                    <a:pt x="3829811" y="979397"/>
                  </a:lnTo>
                  <a:lnTo>
                    <a:pt x="3871166" y="875916"/>
                  </a:lnTo>
                  <a:lnTo>
                    <a:pt x="3914367" y="781011"/>
                  </a:lnTo>
                  <a:lnTo>
                    <a:pt x="3959911" y="694411"/>
                  </a:lnTo>
                  <a:lnTo>
                    <a:pt x="4008339" y="615575"/>
                  </a:lnTo>
                  <a:lnTo>
                    <a:pt x="4060220" y="543838"/>
                  </a:lnTo>
                  <a:lnTo>
                    <a:pt x="4116115" y="478505"/>
                  </a:lnTo>
                  <a:lnTo>
                    <a:pt x="4176546" y="418911"/>
                  </a:lnTo>
                  <a:lnTo>
                    <a:pt x="4241956" y="364457"/>
                  </a:lnTo>
                  <a:lnTo>
                    <a:pt x="4312653" y="314635"/>
                  </a:lnTo>
                  <a:lnTo>
                    <a:pt x="4388733" y="269037"/>
                  </a:lnTo>
                  <a:lnTo>
                    <a:pt x="4469994" y="227367"/>
                  </a:lnTo>
                  <a:lnTo>
                    <a:pt x="4555841" y="189435"/>
                  </a:lnTo>
                  <a:lnTo>
                    <a:pt x="4645187" y="155154"/>
                  </a:lnTo>
                  <a:lnTo>
                    <a:pt x="4736393" y="124525"/>
                  </a:lnTo>
                  <a:lnTo>
                    <a:pt x="4827258" y="97605"/>
                  </a:lnTo>
                  <a:lnTo>
                    <a:pt x="4915109" y="74471"/>
                  </a:lnTo>
                  <a:lnTo>
                    <a:pt x="4997004" y="55169"/>
                  </a:lnTo>
                  <a:lnTo>
                    <a:pt x="5070048" y="39665"/>
                  </a:lnTo>
                  <a:lnTo>
                    <a:pt x="5131787" y="27799"/>
                  </a:lnTo>
                  <a:lnTo>
                    <a:pt x="5180587" y="19269"/>
                  </a:lnTo>
                  <a:lnTo>
                    <a:pt x="5215932" y="13628"/>
                  </a:lnTo>
                  <a:lnTo>
                    <a:pt x="5238554" y="10323"/>
                  </a:lnTo>
                  <a:lnTo>
                    <a:pt x="5250411" y="8731"/>
                  </a:lnTo>
                  <a:lnTo>
                    <a:pt x="5254547" y="8220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225" y="8261"/>
                  </a:lnTo>
                  <a:lnTo>
                    <a:pt x="6733057" y="8888"/>
                  </a:lnTo>
                  <a:lnTo>
                    <a:pt x="6747864" y="10622"/>
                  </a:lnTo>
                  <a:lnTo>
                    <a:pt x="6774601" y="14039"/>
                  </a:lnTo>
                  <a:lnTo>
                    <a:pt x="6814989" y="19693"/>
                  </a:lnTo>
                  <a:lnTo>
                    <a:pt x="6869391" y="28060"/>
                  </a:lnTo>
                  <a:lnTo>
                    <a:pt x="6936831" y="39504"/>
                  </a:lnTo>
                  <a:lnTo>
                    <a:pt x="7015216" y="54255"/>
                  </a:lnTo>
                  <a:lnTo>
                    <a:pt x="7101700" y="72411"/>
                  </a:lnTo>
                  <a:lnTo>
                    <a:pt x="7193128" y="93969"/>
                  </a:lnTo>
                  <a:lnTo>
                    <a:pt x="7286449" y="118870"/>
                  </a:lnTo>
                  <a:lnTo>
                    <a:pt x="7379014" y="147046"/>
                  </a:lnTo>
                  <a:lnTo>
                    <a:pt x="7468748" y="178466"/>
                  </a:lnTo>
                  <a:lnTo>
                    <a:pt x="7554196" y="213166"/>
                  </a:lnTo>
                  <a:lnTo>
                    <a:pt x="7634474" y="251271"/>
                  </a:lnTo>
                  <a:lnTo>
                    <a:pt x="7709184" y="293005"/>
                  </a:lnTo>
                  <a:lnTo>
                    <a:pt x="7778299" y="338695"/>
                  </a:lnTo>
                  <a:lnTo>
                    <a:pt x="7842059" y="388765"/>
                  </a:lnTo>
                  <a:lnTo>
                    <a:pt x="7900888" y="443729"/>
                  </a:lnTo>
                  <a:lnTo>
                    <a:pt x="7955316" y="504171"/>
                  </a:lnTo>
                  <a:lnTo>
                    <a:pt x="8005933" y="570720"/>
                  </a:lnTo>
                  <a:lnTo>
                    <a:pt x="8053345" y="643997"/>
                  </a:lnTo>
                  <a:lnTo>
                    <a:pt x="8098142" y="724541"/>
                  </a:lnTo>
                  <a:lnTo>
                    <a:pt x="8140871" y="812688"/>
                  </a:lnTo>
                  <a:lnTo>
                    <a:pt x="8151487" y="836370"/>
                  </a:lnTo>
                  <a:lnTo>
                    <a:pt x="8181058" y="906123"/>
                  </a:lnTo>
                  <a:lnTo>
                    <a:pt x="8210009" y="979901"/>
                  </a:lnTo>
                  <a:lnTo>
                    <a:pt x="8238474" y="1057783"/>
                  </a:lnTo>
                  <a:lnTo>
                    <a:pt x="8266563" y="1139810"/>
                  </a:lnTo>
                  <a:lnTo>
                    <a:pt x="8294373" y="1225982"/>
                  </a:lnTo>
                  <a:lnTo>
                    <a:pt x="8321983" y="1316254"/>
                  </a:lnTo>
                  <a:lnTo>
                    <a:pt x="8349457" y="1410528"/>
                  </a:lnTo>
                  <a:lnTo>
                    <a:pt x="8376849" y="1508660"/>
                  </a:lnTo>
                  <a:lnTo>
                    <a:pt x="8404200" y="1610450"/>
                  </a:lnTo>
                  <a:lnTo>
                    <a:pt x="8431540" y="1715646"/>
                  </a:lnTo>
                  <a:lnTo>
                    <a:pt x="8458893" y="1823944"/>
                  </a:lnTo>
                  <a:lnTo>
                    <a:pt x="8486270" y="1934989"/>
                  </a:lnTo>
                  <a:lnTo>
                    <a:pt x="8513680" y="2048384"/>
                  </a:lnTo>
                  <a:lnTo>
                    <a:pt x="8541122" y="2163687"/>
                  </a:lnTo>
                  <a:lnTo>
                    <a:pt x="8568593" y="2280427"/>
                  </a:lnTo>
                  <a:lnTo>
                    <a:pt x="8596082" y="2398102"/>
                  </a:lnTo>
                  <a:lnTo>
                    <a:pt x="8623582" y="2516198"/>
                  </a:lnTo>
                  <a:lnTo>
                    <a:pt x="8651078" y="2634190"/>
                  </a:lnTo>
                  <a:lnTo>
                    <a:pt x="8678562" y="2751555"/>
                  </a:lnTo>
                  <a:lnTo>
                    <a:pt x="8706021" y="2867783"/>
                  </a:lnTo>
                  <a:lnTo>
                    <a:pt x="8733451" y="2982385"/>
                  </a:lnTo>
                  <a:lnTo>
                    <a:pt x="8760848" y="3094898"/>
                  </a:lnTo>
                  <a:lnTo>
                    <a:pt x="8788215" y="3204898"/>
                  </a:lnTo>
                  <a:lnTo>
                    <a:pt x="8815560" y="3312005"/>
                  </a:lnTo>
                  <a:lnTo>
                    <a:pt x="8842902" y="3415883"/>
                  </a:lnTo>
                  <a:lnTo>
                    <a:pt x="8870264" y="3516249"/>
                  </a:lnTo>
                  <a:lnTo>
                    <a:pt x="8897683" y="3612872"/>
                  </a:lnTo>
                  <a:lnTo>
                    <a:pt x="8925204" y="3705573"/>
                  </a:lnTo>
                  <a:lnTo>
                    <a:pt x="8952885" y="3794227"/>
                  </a:lnTo>
                  <a:lnTo>
                    <a:pt x="8980795" y="3878757"/>
                  </a:lnTo>
                  <a:lnTo>
                    <a:pt x="9009021" y="3959138"/>
                  </a:lnTo>
                  <a:lnTo>
                    <a:pt x="9037664" y="4035384"/>
                  </a:lnTo>
                  <a:lnTo>
                    <a:pt x="9066845" y="4107553"/>
                  </a:lnTo>
                  <a:lnTo>
                    <a:pt x="9084767" y="4149158"/>
                  </a:lnTo>
                  <a:lnTo>
                    <a:pt x="9127048" y="4239254"/>
                  </a:lnTo>
                  <a:lnTo>
                    <a:pt x="9171268" y="4321716"/>
                  </a:lnTo>
                  <a:lnTo>
                    <a:pt x="9217959" y="4396799"/>
                  </a:lnTo>
                  <a:lnTo>
                    <a:pt x="9267702" y="4465005"/>
                  </a:lnTo>
                  <a:lnTo>
                    <a:pt x="9321102" y="4526943"/>
                  </a:lnTo>
                  <a:lnTo>
                    <a:pt x="9378756" y="4583244"/>
                  </a:lnTo>
                  <a:lnTo>
                    <a:pt x="9441214" y="4634509"/>
                  </a:lnTo>
                  <a:lnTo>
                    <a:pt x="9508933" y="4681271"/>
                  </a:lnTo>
                  <a:lnTo>
                    <a:pt x="9582207" y="4723979"/>
                  </a:lnTo>
                  <a:lnTo>
                    <a:pt x="9661088" y="4762983"/>
                  </a:lnTo>
                  <a:lnTo>
                    <a:pt x="9745281" y="4798535"/>
                  </a:lnTo>
                  <a:lnTo>
                    <a:pt x="9834037" y="4830784"/>
                  </a:lnTo>
                  <a:lnTo>
                    <a:pt x="9926053" y="4859787"/>
                  </a:lnTo>
                  <a:lnTo>
                    <a:pt x="10019412" y="4885528"/>
                  </a:lnTo>
                  <a:lnTo>
                    <a:pt x="10111600" y="4907945"/>
                  </a:lnTo>
                  <a:lnTo>
                    <a:pt x="10199646" y="4926971"/>
                  </a:lnTo>
                  <a:lnTo>
                    <a:pt x="10280384" y="4942585"/>
                  </a:lnTo>
                  <a:lnTo>
                    <a:pt x="10350850" y="4954856"/>
                  </a:lnTo>
                  <a:lnTo>
                    <a:pt x="10408716" y="4963978"/>
                  </a:lnTo>
                  <a:lnTo>
                    <a:pt x="10452695" y="4970281"/>
                  </a:lnTo>
                  <a:lnTo>
                    <a:pt x="10482800" y="4974218"/>
                  </a:lnTo>
                  <a:lnTo>
                    <a:pt x="10500413" y="4976326"/>
                  </a:lnTo>
                  <a:lnTo>
                    <a:pt x="10508189" y="4977181"/>
                  </a:lnTo>
                  <a:lnTo>
                    <a:pt x="10509911" y="4977355"/>
                  </a:lnTo>
                  <a:lnTo>
                    <a:pt x="11981298" y="4977355"/>
                  </a:lnTo>
                  <a:lnTo>
                    <a:pt x="11981298" y="4969182"/>
                  </a:lnTo>
                  <a:lnTo>
                    <a:pt x="10509911" y="4969182"/>
                  </a:lnTo>
                  <a:lnTo>
                    <a:pt x="10509028" y="4969094"/>
                  </a:lnTo>
                  <a:lnTo>
                    <a:pt x="10503196" y="4968467"/>
                  </a:lnTo>
                  <a:lnTo>
                    <a:pt x="10488389" y="4966733"/>
                  </a:lnTo>
                  <a:lnTo>
                    <a:pt x="10461652" y="4963316"/>
                  </a:lnTo>
                  <a:lnTo>
                    <a:pt x="10421264" y="4957662"/>
                  </a:lnTo>
                  <a:lnTo>
                    <a:pt x="10366863" y="4949295"/>
                  </a:lnTo>
                  <a:lnTo>
                    <a:pt x="10299422" y="4937851"/>
                  </a:lnTo>
                  <a:lnTo>
                    <a:pt x="10221037" y="4923100"/>
                  </a:lnTo>
                  <a:lnTo>
                    <a:pt x="10134553" y="4904944"/>
                  </a:lnTo>
                  <a:lnTo>
                    <a:pt x="10043125" y="4883386"/>
                  </a:lnTo>
                  <a:lnTo>
                    <a:pt x="9949804" y="4858485"/>
                  </a:lnTo>
                  <a:lnTo>
                    <a:pt x="9857240" y="4830309"/>
                  </a:lnTo>
                  <a:lnTo>
                    <a:pt x="9767505" y="4798889"/>
                  </a:lnTo>
                  <a:lnTo>
                    <a:pt x="9682058" y="4764189"/>
                  </a:lnTo>
                  <a:lnTo>
                    <a:pt x="9601779" y="4726084"/>
                  </a:lnTo>
                  <a:lnTo>
                    <a:pt x="9527069" y="4684350"/>
                  </a:lnTo>
                  <a:lnTo>
                    <a:pt x="9457955" y="4638660"/>
                  </a:lnTo>
                  <a:lnTo>
                    <a:pt x="9394194" y="4588590"/>
                  </a:lnTo>
                  <a:lnTo>
                    <a:pt x="9335366" y="4533626"/>
                  </a:lnTo>
                  <a:lnTo>
                    <a:pt x="9280937" y="4473184"/>
                  </a:lnTo>
                  <a:lnTo>
                    <a:pt x="9230320" y="4406635"/>
                  </a:lnTo>
                  <a:lnTo>
                    <a:pt x="9182909" y="4333358"/>
                  </a:lnTo>
                  <a:lnTo>
                    <a:pt x="9138112" y="4252814"/>
                  </a:lnTo>
                  <a:lnTo>
                    <a:pt x="9095382" y="4164667"/>
                  </a:lnTo>
                  <a:lnTo>
                    <a:pt x="9084767" y="4140985"/>
                  </a:lnTo>
                  <a:lnTo>
                    <a:pt x="9055195" y="4071232"/>
                  </a:lnTo>
                  <a:lnTo>
                    <a:pt x="9026244" y="3997454"/>
                  </a:lnTo>
                  <a:lnTo>
                    <a:pt x="8997779" y="3919572"/>
                  </a:lnTo>
                  <a:lnTo>
                    <a:pt x="8969690" y="3837545"/>
                  </a:lnTo>
                  <a:lnTo>
                    <a:pt x="8941880" y="3751373"/>
                  </a:lnTo>
                  <a:lnTo>
                    <a:pt x="8914270" y="3661101"/>
                  </a:lnTo>
                  <a:lnTo>
                    <a:pt x="8886796" y="3566827"/>
                  </a:lnTo>
                  <a:lnTo>
                    <a:pt x="8859404" y="3468695"/>
                  </a:lnTo>
                  <a:lnTo>
                    <a:pt x="8832054" y="3366905"/>
                  </a:lnTo>
                  <a:lnTo>
                    <a:pt x="8804713" y="3261709"/>
                  </a:lnTo>
                  <a:lnTo>
                    <a:pt x="8777361" y="3153411"/>
                  </a:lnTo>
                  <a:lnTo>
                    <a:pt x="8749983" y="3042366"/>
                  </a:lnTo>
                  <a:lnTo>
                    <a:pt x="8722573" y="2928971"/>
                  </a:lnTo>
                  <a:lnTo>
                    <a:pt x="8695131" y="2813668"/>
                  </a:lnTo>
                  <a:lnTo>
                    <a:pt x="8667661" y="2696928"/>
                  </a:lnTo>
                  <a:lnTo>
                    <a:pt x="8640171" y="2579253"/>
                  </a:lnTo>
                  <a:lnTo>
                    <a:pt x="8612672" y="2461157"/>
                  </a:lnTo>
                  <a:lnTo>
                    <a:pt x="8585175" y="2343165"/>
                  </a:lnTo>
                  <a:lnTo>
                    <a:pt x="8557692" y="2225800"/>
                  </a:lnTo>
                  <a:lnTo>
                    <a:pt x="8530232" y="2109572"/>
                  </a:lnTo>
                  <a:lnTo>
                    <a:pt x="8502802" y="1994970"/>
                  </a:lnTo>
                  <a:lnTo>
                    <a:pt x="8475405" y="1882457"/>
                  </a:lnTo>
                  <a:lnTo>
                    <a:pt x="8448039" y="1772457"/>
                  </a:lnTo>
                  <a:lnTo>
                    <a:pt x="8420693" y="1665350"/>
                  </a:lnTo>
                  <a:lnTo>
                    <a:pt x="8393352" y="1561472"/>
                  </a:lnTo>
                  <a:lnTo>
                    <a:pt x="8365989" y="1461106"/>
                  </a:lnTo>
                  <a:lnTo>
                    <a:pt x="8338570" y="1364483"/>
                  </a:lnTo>
                  <a:lnTo>
                    <a:pt x="8311049" y="1271782"/>
                  </a:lnTo>
                  <a:lnTo>
                    <a:pt x="8283369" y="1183128"/>
                  </a:lnTo>
                  <a:lnTo>
                    <a:pt x="8255458" y="1098598"/>
                  </a:lnTo>
                  <a:lnTo>
                    <a:pt x="8227232" y="1018217"/>
                  </a:lnTo>
                  <a:lnTo>
                    <a:pt x="8198589" y="941971"/>
                  </a:lnTo>
                  <a:lnTo>
                    <a:pt x="8169409" y="869802"/>
                  </a:lnTo>
                  <a:lnTo>
                    <a:pt x="8151487" y="828197"/>
                  </a:lnTo>
                  <a:lnTo>
                    <a:pt x="8109206" y="738101"/>
                  </a:lnTo>
                  <a:lnTo>
                    <a:pt x="8064985" y="655639"/>
                  </a:lnTo>
                  <a:lnTo>
                    <a:pt x="8018294" y="580556"/>
                  </a:lnTo>
                  <a:lnTo>
                    <a:pt x="7968552" y="512350"/>
                  </a:lnTo>
                  <a:lnTo>
                    <a:pt x="7915151" y="450412"/>
                  </a:lnTo>
                  <a:lnTo>
                    <a:pt x="7857498" y="394111"/>
                  </a:lnTo>
                  <a:lnTo>
                    <a:pt x="7795039" y="342846"/>
                  </a:lnTo>
                  <a:lnTo>
                    <a:pt x="7727321" y="296084"/>
                  </a:lnTo>
                  <a:lnTo>
                    <a:pt x="7654046" y="253376"/>
                  </a:lnTo>
                  <a:lnTo>
                    <a:pt x="7575165" y="214372"/>
                  </a:lnTo>
                  <a:lnTo>
                    <a:pt x="7490972" y="178820"/>
                  </a:lnTo>
                  <a:lnTo>
                    <a:pt x="7402216" y="146571"/>
                  </a:lnTo>
                  <a:lnTo>
                    <a:pt x="7310200" y="117567"/>
                  </a:lnTo>
                  <a:lnTo>
                    <a:pt x="7216842" y="91827"/>
                  </a:lnTo>
                  <a:lnTo>
                    <a:pt x="7124653" y="69410"/>
                  </a:lnTo>
                  <a:lnTo>
                    <a:pt x="7036608" y="50384"/>
                  </a:lnTo>
                  <a:lnTo>
                    <a:pt x="6955869" y="34770"/>
                  </a:lnTo>
                  <a:lnTo>
                    <a:pt x="6885403" y="22499"/>
                  </a:lnTo>
                  <a:lnTo>
                    <a:pt x="6827537" y="13377"/>
                  </a:lnTo>
                  <a:lnTo>
                    <a:pt x="6783558" y="7074"/>
                  </a:lnTo>
                  <a:lnTo>
                    <a:pt x="6753453" y="3137"/>
                  </a:lnTo>
                  <a:lnTo>
                    <a:pt x="6735841" y="1029"/>
                  </a:lnTo>
                  <a:lnTo>
                    <a:pt x="6728064" y="174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127" y="96"/>
                  </a:lnTo>
                  <a:lnTo>
                    <a:pt x="5248651" y="785"/>
                  </a:lnTo>
                  <a:lnTo>
                    <a:pt x="5234721" y="2689"/>
                  </a:lnTo>
                  <a:lnTo>
                    <a:pt x="5209513" y="6441"/>
                  </a:lnTo>
                  <a:lnTo>
                    <a:pt x="5171320" y="12654"/>
                  </a:lnTo>
                  <a:lnTo>
                    <a:pt x="5119679" y="21862"/>
                  </a:lnTo>
                  <a:lnTo>
                    <a:pt x="5055362" y="34482"/>
                  </a:lnTo>
                  <a:lnTo>
                    <a:pt x="4980206" y="50787"/>
                  </a:lnTo>
                  <a:lnTo>
                    <a:pt x="4896793" y="70906"/>
                  </a:lnTo>
                  <a:lnTo>
                    <a:pt x="4808058" y="94852"/>
                  </a:lnTo>
                  <a:lnTo>
                    <a:pt x="4716909" y="122569"/>
                  </a:lnTo>
                  <a:lnTo>
                    <a:pt x="4625933" y="153979"/>
                  </a:lnTo>
                  <a:lnTo>
                    <a:pt x="4537215" y="189035"/>
                  </a:lnTo>
                  <a:lnTo>
                    <a:pt x="4452272" y="227753"/>
                  </a:lnTo>
                  <a:lnTo>
                    <a:pt x="4372079" y="270240"/>
                  </a:lnTo>
                  <a:lnTo>
                    <a:pt x="4297141" y="316709"/>
                  </a:lnTo>
                  <a:lnTo>
                    <a:pt x="4227587" y="367480"/>
                  </a:lnTo>
                  <a:lnTo>
                    <a:pt x="4163268" y="422983"/>
                  </a:lnTo>
                  <a:lnTo>
                    <a:pt x="4103844" y="483747"/>
                  </a:lnTo>
                  <a:lnTo>
                    <a:pt x="4048851" y="550387"/>
                  </a:lnTo>
                  <a:lnTo>
                    <a:pt x="3997753" y="623577"/>
                  </a:lnTo>
                  <a:lnTo>
                    <a:pt x="3949986" y="704014"/>
                  </a:lnTo>
                  <a:lnTo>
                    <a:pt x="3904986" y="792345"/>
                  </a:lnTo>
                  <a:lnTo>
                    <a:pt x="3862217" y="889066"/>
                  </a:lnTo>
                  <a:lnTo>
                    <a:pt x="3829811" y="971224"/>
                  </a:lnTo>
                  <a:lnTo>
                    <a:pt x="3802343" y="1046989"/>
                  </a:lnTo>
                  <a:lnTo>
                    <a:pt x="3775417" y="1126812"/>
                  </a:lnTo>
                  <a:lnTo>
                    <a:pt x="3748926" y="1210772"/>
                  </a:lnTo>
                  <a:lnTo>
                    <a:pt x="3722777" y="1298914"/>
                  </a:lnTo>
                  <a:lnTo>
                    <a:pt x="3696891" y="1391249"/>
                  </a:lnTo>
                  <a:lnTo>
                    <a:pt x="3671201" y="1487748"/>
                  </a:lnTo>
                  <a:lnTo>
                    <a:pt x="3645650" y="1588339"/>
                  </a:lnTo>
                  <a:lnTo>
                    <a:pt x="3620191" y="1692908"/>
                  </a:lnTo>
                  <a:lnTo>
                    <a:pt x="3594787" y="1801296"/>
                  </a:lnTo>
                  <a:lnTo>
                    <a:pt x="3569408" y="1913295"/>
                  </a:lnTo>
                  <a:lnTo>
                    <a:pt x="3544032" y="2028655"/>
                  </a:lnTo>
                  <a:lnTo>
                    <a:pt x="3518642" y="2147077"/>
                  </a:lnTo>
                  <a:lnTo>
                    <a:pt x="3493229" y="2268223"/>
                  </a:lnTo>
                  <a:lnTo>
                    <a:pt x="3467788" y="2391715"/>
                  </a:lnTo>
                  <a:lnTo>
                    <a:pt x="3442319" y="2517138"/>
                  </a:lnTo>
                  <a:lnTo>
                    <a:pt x="3416826" y="2644051"/>
                  </a:lnTo>
                  <a:lnTo>
                    <a:pt x="3391315" y="2771986"/>
                  </a:lnTo>
                  <a:lnTo>
                    <a:pt x="3365793" y="2900463"/>
                  </a:lnTo>
                  <a:lnTo>
                    <a:pt x="3340271" y="3028990"/>
                  </a:lnTo>
                  <a:lnTo>
                    <a:pt x="3314757" y="3157077"/>
                  </a:lnTo>
                  <a:lnTo>
                    <a:pt x="3289259" y="3284238"/>
                  </a:lnTo>
                  <a:lnTo>
                    <a:pt x="3263785" y="3410005"/>
                  </a:lnTo>
                  <a:lnTo>
                    <a:pt x="3238338" y="3533928"/>
                  </a:lnTo>
                  <a:lnTo>
                    <a:pt x="3212920" y="3655588"/>
                  </a:lnTo>
                  <a:lnTo>
                    <a:pt x="3187526" y="3774599"/>
                  </a:lnTo>
                  <a:lnTo>
                    <a:pt x="3162148" y="3890614"/>
                  </a:lnTo>
                  <a:lnTo>
                    <a:pt x="3136771" y="4003326"/>
                  </a:lnTo>
                  <a:lnTo>
                    <a:pt x="3111374" y="4112474"/>
                  </a:lnTo>
                  <a:lnTo>
                    <a:pt x="3085930" y="4217842"/>
                  </a:lnTo>
                  <a:lnTo>
                    <a:pt x="3060401" y="4319261"/>
                  </a:lnTo>
                  <a:lnTo>
                    <a:pt x="3034743" y="4416608"/>
                  </a:lnTo>
                  <a:lnTo>
                    <a:pt x="3008903" y="4509802"/>
                  </a:lnTo>
                  <a:lnTo>
                    <a:pt x="2982814" y="4598807"/>
                  </a:lnTo>
                  <a:lnTo>
                    <a:pt x="2956400" y="4683623"/>
                  </a:lnTo>
                  <a:lnTo>
                    <a:pt x="2929572" y="4764291"/>
                  </a:lnTo>
                  <a:lnTo>
                    <a:pt x="2902225" y="4840882"/>
                  </a:lnTo>
                  <a:lnTo>
                    <a:pt x="2896531" y="4856123"/>
                  </a:lnTo>
                  <a:lnTo>
                    <a:pt x="2855176" y="4959604"/>
                  </a:lnTo>
                  <a:lnTo>
                    <a:pt x="2811975" y="5054509"/>
                  </a:lnTo>
                  <a:lnTo>
                    <a:pt x="2766432" y="5141109"/>
                  </a:lnTo>
                  <a:lnTo>
                    <a:pt x="2718003" y="5219945"/>
                  </a:lnTo>
                  <a:lnTo>
                    <a:pt x="2666122" y="5291682"/>
                  </a:lnTo>
                  <a:lnTo>
                    <a:pt x="2610228" y="5357015"/>
                  </a:lnTo>
                  <a:lnTo>
                    <a:pt x="2549797" y="5416609"/>
                  </a:lnTo>
                  <a:lnTo>
                    <a:pt x="2484386" y="5471063"/>
                  </a:lnTo>
                  <a:lnTo>
                    <a:pt x="2413689" y="5520885"/>
                  </a:lnTo>
                  <a:lnTo>
                    <a:pt x="2337609" y="5566483"/>
                  </a:lnTo>
                  <a:lnTo>
                    <a:pt x="2256348" y="5608153"/>
                  </a:lnTo>
                  <a:lnTo>
                    <a:pt x="2170501" y="5646085"/>
                  </a:lnTo>
                  <a:lnTo>
                    <a:pt x="2081155" y="5680365"/>
                  </a:lnTo>
                  <a:lnTo>
                    <a:pt x="1989949" y="5710995"/>
                  </a:lnTo>
                  <a:lnTo>
                    <a:pt x="1899084" y="5737915"/>
                  </a:lnTo>
                  <a:lnTo>
                    <a:pt x="1811233" y="5761049"/>
                  </a:lnTo>
                  <a:lnTo>
                    <a:pt x="1729338" y="5780350"/>
                  </a:lnTo>
                  <a:lnTo>
                    <a:pt x="1656294" y="5795855"/>
                  </a:lnTo>
                  <a:lnTo>
                    <a:pt x="1594555" y="5807720"/>
                  </a:lnTo>
                  <a:lnTo>
                    <a:pt x="1545755" y="5816251"/>
                  </a:lnTo>
                  <a:lnTo>
                    <a:pt x="1510410" y="5821891"/>
                  </a:lnTo>
                  <a:lnTo>
                    <a:pt x="1487788" y="5825197"/>
                  </a:lnTo>
                  <a:lnTo>
                    <a:pt x="1475931" y="5826788"/>
                  </a:lnTo>
                  <a:lnTo>
                    <a:pt x="1471795" y="5827300"/>
                  </a:lnTo>
                  <a:lnTo>
                    <a:pt x="1471387" y="5827347"/>
                  </a:lnTo>
                  <a:lnTo>
                    <a:pt x="0" y="5827347"/>
                  </a:lnTo>
                  <a:close/>
                </a:path>
              </a:pathLst>
            </a:custGeom>
            <a:solidFill>
              <a:srgbClr val="C3CD83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2034" name="pl2034"/>
            <p:cNvSpPr/>
            <p:nvPr/>
          </p:nvSpPr>
          <p:spPr>
            <a:xfrm>
              <a:off x="4799595" y="5036981"/>
              <a:ext cx="11981298" cy="5827347"/>
            </a:xfrm>
            <a:custGeom>
              <a:avLst/>
              <a:pathLst>
                <a:path w="11981298" h="5827347">
                  <a:moveTo>
                    <a:pt x="0" y="5827347"/>
                  </a:moveTo>
                  <a:lnTo>
                    <a:pt x="1471387" y="5827347"/>
                  </a:lnTo>
                  <a:lnTo>
                    <a:pt x="1472215" y="5827250"/>
                  </a:lnTo>
                  <a:lnTo>
                    <a:pt x="1477692" y="5826561"/>
                  </a:lnTo>
                  <a:lnTo>
                    <a:pt x="1491621" y="5824658"/>
                  </a:lnTo>
                  <a:lnTo>
                    <a:pt x="1516829" y="5820906"/>
                  </a:lnTo>
                  <a:lnTo>
                    <a:pt x="1555022" y="5814693"/>
                  </a:lnTo>
                  <a:lnTo>
                    <a:pt x="1606663" y="5805485"/>
                  </a:lnTo>
                  <a:lnTo>
                    <a:pt x="1670980" y="5792865"/>
                  </a:lnTo>
                  <a:lnTo>
                    <a:pt x="1746136" y="5776560"/>
                  </a:lnTo>
                  <a:lnTo>
                    <a:pt x="1829550" y="5756441"/>
                  </a:lnTo>
                  <a:lnTo>
                    <a:pt x="1918284" y="5732495"/>
                  </a:lnTo>
                  <a:lnTo>
                    <a:pt x="2009433" y="5704778"/>
                  </a:lnTo>
                  <a:lnTo>
                    <a:pt x="2100409" y="5673368"/>
                  </a:lnTo>
                  <a:lnTo>
                    <a:pt x="2189127" y="5638312"/>
                  </a:lnTo>
                  <a:lnTo>
                    <a:pt x="2274070" y="5599594"/>
                  </a:lnTo>
                  <a:lnTo>
                    <a:pt x="2354263" y="5557107"/>
                  </a:lnTo>
                  <a:lnTo>
                    <a:pt x="2429201" y="5510638"/>
                  </a:lnTo>
                  <a:lnTo>
                    <a:pt x="2498755" y="5459867"/>
                  </a:lnTo>
                  <a:lnTo>
                    <a:pt x="2563074" y="5404364"/>
                  </a:lnTo>
                  <a:lnTo>
                    <a:pt x="2622498" y="5343600"/>
                  </a:lnTo>
                  <a:lnTo>
                    <a:pt x="2677492" y="5276960"/>
                  </a:lnTo>
                  <a:lnTo>
                    <a:pt x="2728589" y="5203769"/>
                  </a:lnTo>
                  <a:lnTo>
                    <a:pt x="2776356" y="5123333"/>
                  </a:lnTo>
                  <a:lnTo>
                    <a:pt x="2821356" y="5035002"/>
                  </a:lnTo>
                  <a:lnTo>
                    <a:pt x="2864125" y="4938280"/>
                  </a:lnTo>
                  <a:lnTo>
                    <a:pt x="2896531" y="4856123"/>
                  </a:lnTo>
                  <a:lnTo>
                    <a:pt x="2924000" y="4780358"/>
                  </a:lnTo>
                  <a:lnTo>
                    <a:pt x="2950925" y="4700535"/>
                  </a:lnTo>
                  <a:lnTo>
                    <a:pt x="2977416" y="4616575"/>
                  </a:lnTo>
                  <a:lnTo>
                    <a:pt x="3003565" y="4528433"/>
                  </a:lnTo>
                  <a:lnTo>
                    <a:pt x="3029451" y="4436098"/>
                  </a:lnTo>
                  <a:lnTo>
                    <a:pt x="3055141" y="4339599"/>
                  </a:lnTo>
                  <a:lnTo>
                    <a:pt x="3080692" y="4239008"/>
                  </a:lnTo>
                  <a:lnTo>
                    <a:pt x="3106151" y="4134438"/>
                  </a:lnTo>
                  <a:lnTo>
                    <a:pt x="3131555" y="4026051"/>
                  </a:lnTo>
                  <a:lnTo>
                    <a:pt x="3156934" y="3914052"/>
                  </a:lnTo>
                  <a:lnTo>
                    <a:pt x="3182311" y="3798692"/>
                  </a:lnTo>
                  <a:lnTo>
                    <a:pt x="3207700" y="3680270"/>
                  </a:lnTo>
                  <a:lnTo>
                    <a:pt x="3233113" y="3559123"/>
                  </a:lnTo>
                  <a:lnTo>
                    <a:pt x="3258554" y="3435632"/>
                  </a:lnTo>
                  <a:lnTo>
                    <a:pt x="3284023" y="3310209"/>
                  </a:lnTo>
                  <a:lnTo>
                    <a:pt x="3309516" y="3183296"/>
                  </a:lnTo>
                  <a:lnTo>
                    <a:pt x="3335027" y="3055360"/>
                  </a:lnTo>
                  <a:lnTo>
                    <a:pt x="3360549" y="2926884"/>
                  </a:lnTo>
                  <a:lnTo>
                    <a:pt x="3386071" y="2798356"/>
                  </a:lnTo>
                  <a:lnTo>
                    <a:pt x="3411586" y="2670270"/>
                  </a:lnTo>
                  <a:lnTo>
                    <a:pt x="3437083" y="2543108"/>
                  </a:lnTo>
                  <a:lnTo>
                    <a:pt x="3462557" y="2417342"/>
                  </a:lnTo>
                  <a:lnTo>
                    <a:pt x="3488004" y="2293419"/>
                  </a:lnTo>
                  <a:lnTo>
                    <a:pt x="3513422" y="2171759"/>
                  </a:lnTo>
                  <a:lnTo>
                    <a:pt x="3538816" y="2052747"/>
                  </a:lnTo>
                  <a:lnTo>
                    <a:pt x="3564194" y="1936733"/>
                  </a:lnTo>
                  <a:lnTo>
                    <a:pt x="3589571" y="1824021"/>
                  </a:lnTo>
                  <a:lnTo>
                    <a:pt x="3614968" y="1714873"/>
                  </a:lnTo>
                  <a:lnTo>
                    <a:pt x="3640413" y="1609505"/>
                  </a:lnTo>
                  <a:lnTo>
                    <a:pt x="3665941" y="1508085"/>
                  </a:lnTo>
                  <a:lnTo>
                    <a:pt x="3691599" y="1410739"/>
                  </a:lnTo>
                  <a:lnTo>
                    <a:pt x="3717439" y="1317544"/>
                  </a:lnTo>
                  <a:lnTo>
                    <a:pt x="3743528" y="1228540"/>
                  </a:lnTo>
                  <a:lnTo>
                    <a:pt x="3769942" y="1143723"/>
                  </a:lnTo>
                  <a:lnTo>
                    <a:pt x="3796770" y="1063056"/>
                  </a:lnTo>
                  <a:lnTo>
                    <a:pt x="3824117" y="986465"/>
                  </a:lnTo>
                  <a:lnTo>
                    <a:pt x="3829811" y="971224"/>
                  </a:lnTo>
                  <a:lnTo>
                    <a:pt x="3871166" y="867743"/>
                  </a:lnTo>
                  <a:lnTo>
                    <a:pt x="3914367" y="772838"/>
                  </a:lnTo>
                  <a:lnTo>
                    <a:pt x="3959911" y="686238"/>
                  </a:lnTo>
                  <a:lnTo>
                    <a:pt x="4008339" y="607402"/>
                  </a:lnTo>
                  <a:lnTo>
                    <a:pt x="4060220" y="535665"/>
                  </a:lnTo>
                  <a:lnTo>
                    <a:pt x="4116115" y="470332"/>
                  </a:lnTo>
                  <a:lnTo>
                    <a:pt x="4176546" y="410738"/>
                  </a:lnTo>
                  <a:lnTo>
                    <a:pt x="4241956" y="356284"/>
                  </a:lnTo>
                  <a:lnTo>
                    <a:pt x="4312653" y="306462"/>
                  </a:lnTo>
                  <a:lnTo>
                    <a:pt x="4388733" y="260864"/>
                  </a:lnTo>
                  <a:lnTo>
                    <a:pt x="4469994" y="219194"/>
                  </a:lnTo>
                  <a:lnTo>
                    <a:pt x="4555841" y="181262"/>
                  </a:lnTo>
                  <a:lnTo>
                    <a:pt x="4645187" y="146981"/>
                  </a:lnTo>
                  <a:lnTo>
                    <a:pt x="4736393" y="116352"/>
                  </a:lnTo>
                  <a:lnTo>
                    <a:pt x="4827258" y="89432"/>
                  </a:lnTo>
                  <a:lnTo>
                    <a:pt x="4915109" y="66298"/>
                  </a:lnTo>
                  <a:lnTo>
                    <a:pt x="4997004" y="46996"/>
                  </a:lnTo>
                  <a:lnTo>
                    <a:pt x="5070048" y="31492"/>
                  </a:lnTo>
                  <a:lnTo>
                    <a:pt x="5131787" y="19626"/>
                  </a:lnTo>
                  <a:lnTo>
                    <a:pt x="5180587" y="11096"/>
                  </a:lnTo>
                  <a:lnTo>
                    <a:pt x="5215932" y="5456"/>
                  </a:lnTo>
                  <a:lnTo>
                    <a:pt x="5238554" y="2150"/>
                  </a:lnTo>
                  <a:lnTo>
                    <a:pt x="5250411" y="558"/>
                  </a:lnTo>
                  <a:lnTo>
                    <a:pt x="5254547" y="47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225" y="88"/>
                  </a:lnTo>
                  <a:lnTo>
                    <a:pt x="6733057" y="715"/>
                  </a:lnTo>
                  <a:lnTo>
                    <a:pt x="6747864" y="2449"/>
                  </a:lnTo>
                  <a:lnTo>
                    <a:pt x="6774601" y="5866"/>
                  </a:lnTo>
                  <a:lnTo>
                    <a:pt x="6814989" y="11520"/>
                  </a:lnTo>
                  <a:lnTo>
                    <a:pt x="6869391" y="19887"/>
                  </a:lnTo>
                  <a:lnTo>
                    <a:pt x="6936831" y="31331"/>
                  </a:lnTo>
                  <a:lnTo>
                    <a:pt x="7015216" y="46082"/>
                  </a:lnTo>
                  <a:lnTo>
                    <a:pt x="7101700" y="64238"/>
                  </a:lnTo>
                  <a:lnTo>
                    <a:pt x="7193128" y="85796"/>
                  </a:lnTo>
                  <a:lnTo>
                    <a:pt x="7286449" y="110697"/>
                  </a:lnTo>
                  <a:lnTo>
                    <a:pt x="7379014" y="138873"/>
                  </a:lnTo>
                  <a:lnTo>
                    <a:pt x="7468748" y="170293"/>
                  </a:lnTo>
                  <a:lnTo>
                    <a:pt x="7554196" y="204993"/>
                  </a:lnTo>
                  <a:lnTo>
                    <a:pt x="7634474" y="243098"/>
                  </a:lnTo>
                  <a:lnTo>
                    <a:pt x="7709184" y="284832"/>
                  </a:lnTo>
                  <a:lnTo>
                    <a:pt x="7778299" y="330522"/>
                  </a:lnTo>
                  <a:lnTo>
                    <a:pt x="7842059" y="380592"/>
                  </a:lnTo>
                  <a:lnTo>
                    <a:pt x="7900888" y="435556"/>
                  </a:lnTo>
                  <a:lnTo>
                    <a:pt x="7955316" y="495998"/>
                  </a:lnTo>
                  <a:lnTo>
                    <a:pt x="8005933" y="562547"/>
                  </a:lnTo>
                  <a:lnTo>
                    <a:pt x="8053345" y="635824"/>
                  </a:lnTo>
                  <a:lnTo>
                    <a:pt x="8098142" y="716368"/>
                  </a:lnTo>
                  <a:lnTo>
                    <a:pt x="8140871" y="804515"/>
                  </a:lnTo>
                  <a:lnTo>
                    <a:pt x="8151487" y="828197"/>
                  </a:lnTo>
                  <a:lnTo>
                    <a:pt x="8181058" y="897950"/>
                  </a:lnTo>
                  <a:lnTo>
                    <a:pt x="8210009" y="971728"/>
                  </a:lnTo>
                  <a:lnTo>
                    <a:pt x="8238474" y="1049610"/>
                  </a:lnTo>
                  <a:lnTo>
                    <a:pt x="8266563" y="1131637"/>
                  </a:lnTo>
                  <a:lnTo>
                    <a:pt x="8294373" y="1217809"/>
                  </a:lnTo>
                  <a:lnTo>
                    <a:pt x="8321983" y="1308081"/>
                  </a:lnTo>
                  <a:lnTo>
                    <a:pt x="8349457" y="1402355"/>
                  </a:lnTo>
                  <a:lnTo>
                    <a:pt x="8376849" y="1500487"/>
                  </a:lnTo>
                  <a:lnTo>
                    <a:pt x="8404200" y="1602277"/>
                  </a:lnTo>
                  <a:lnTo>
                    <a:pt x="8431540" y="1707473"/>
                  </a:lnTo>
                  <a:lnTo>
                    <a:pt x="8458893" y="1815771"/>
                  </a:lnTo>
                  <a:lnTo>
                    <a:pt x="8486270" y="1926816"/>
                  </a:lnTo>
                  <a:lnTo>
                    <a:pt x="8513680" y="2040211"/>
                  </a:lnTo>
                  <a:lnTo>
                    <a:pt x="8541122" y="2155514"/>
                  </a:lnTo>
                  <a:lnTo>
                    <a:pt x="8568593" y="2272254"/>
                  </a:lnTo>
                  <a:lnTo>
                    <a:pt x="8596082" y="2389929"/>
                  </a:lnTo>
                  <a:lnTo>
                    <a:pt x="8623582" y="2508025"/>
                  </a:lnTo>
                  <a:lnTo>
                    <a:pt x="8651078" y="2626017"/>
                  </a:lnTo>
                  <a:lnTo>
                    <a:pt x="8678562" y="2743382"/>
                  </a:lnTo>
                  <a:lnTo>
                    <a:pt x="8706021" y="2859610"/>
                  </a:lnTo>
                  <a:lnTo>
                    <a:pt x="8733451" y="2974212"/>
                  </a:lnTo>
                  <a:lnTo>
                    <a:pt x="8760848" y="3086725"/>
                  </a:lnTo>
                  <a:lnTo>
                    <a:pt x="8788215" y="3196725"/>
                  </a:lnTo>
                  <a:lnTo>
                    <a:pt x="8815560" y="3303832"/>
                  </a:lnTo>
                  <a:lnTo>
                    <a:pt x="8842902" y="3407710"/>
                  </a:lnTo>
                  <a:lnTo>
                    <a:pt x="8870264" y="3508076"/>
                  </a:lnTo>
                  <a:lnTo>
                    <a:pt x="8897683" y="3604699"/>
                  </a:lnTo>
                  <a:lnTo>
                    <a:pt x="8925204" y="3697400"/>
                  </a:lnTo>
                  <a:lnTo>
                    <a:pt x="8952885" y="3786054"/>
                  </a:lnTo>
                  <a:lnTo>
                    <a:pt x="8980795" y="3870584"/>
                  </a:lnTo>
                  <a:lnTo>
                    <a:pt x="9009021" y="3950965"/>
                  </a:lnTo>
                  <a:lnTo>
                    <a:pt x="9037664" y="4027211"/>
                  </a:lnTo>
                  <a:lnTo>
                    <a:pt x="9066845" y="4099380"/>
                  </a:lnTo>
                  <a:lnTo>
                    <a:pt x="9084767" y="4140985"/>
                  </a:lnTo>
                  <a:lnTo>
                    <a:pt x="9127048" y="4231081"/>
                  </a:lnTo>
                  <a:lnTo>
                    <a:pt x="9171268" y="4313543"/>
                  </a:lnTo>
                  <a:lnTo>
                    <a:pt x="9217959" y="4388626"/>
                  </a:lnTo>
                  <a:lnTo>
                    <a:pt x="9267702" y="4456832"/>
                  </a:lnTo>
                  <a:lnTo>
                    <a:pt x="9321102" y="4518770"/>
                  </a:lnTo>
                  <a:lnTo>
                    <a:pt x="9378756" y="4575071"/>
                  </a:lnTo>
                  <a:lnTo>
                    <a:pt x="9441214" y="4626336"/>
                  </a:lnTo>
                  <a:lnTo>
                    <a:pt x="9508933" y="4673098"/>
                  </a:lnTo>
                  <a:lnTo>
                    <a:pt x="9582207" y="4715806"/>
                  </a:lnTo>
                  <a:lnTo>
                    <a:pt x="9661088" y="4754810"/>
                  </a:lnTo>
                  <a:lnTo>
                    <a:pt x="9745281" y="4790362"/>
                  </a:lnTo>
                  <a:lnTo>
                    <a:pt x="9834037" y="4822611"/>
                  </a:lnTo>
                  <a:lnTo>
                    <a:pt x="9926053" y="4851615"/>
                  </a:lnTo>
                  <a:lnTo>
                    <a:pt x="10019412" y="4877355"/>
                  </a:lnTo>
                  <a:lnTo>
                    <a:pt x="10111600" y="4899772"/>
                  </a:lnTo>
                  <a:lnTo>
                    <a:pt x="10199646" y="4918798"/>
                  </a:lnTo>
                  <a:lnTo>
                    <a:pt x="10280384" y="4934412"/>
                  </a:lnTo>
                  <a:lnTo>
                    <a:pt x="10350850" y="4946683"/>
                  </a:lnTo>
                  <a:lnTo>
                    <a:pt x="10408716" y="4955805"/>
                  </a:lnTo>
                  <a:lnTo>
                    <a:pt x="10452695" y="4962108"/>
                  </a:lnTo>
                  <a:lnTo>
                    <a:pt x="10482800" y="4966045"/>
                  </a:lnTo>
                  <a:lnTo>
                    <a:pt x="10500413" y="4968153"/>
                  </a:lnTo>
                  <a:lnTo>
                    <a:pt x="10508189" y="4969008"/>
                  </a:lnTo>
                  <a:lnTo>
                    <a:pt x="10509895" y="4969181"/>
                  </a:lnTo>
                  <a:lnTo>
                    <a:pt x="10509911" y="4969182"/>
                  </a:lnTo>
                  <a:lnTo>
                    <a:pt x="11981298" y="496918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35" name="pl2035"/>
            <p:cNvSpPr/>
            <p:nvPr/>
          </p:nvSpPr>
          <p:spPr>
            <a:xfrm>
              <a:off x="4799595" y="5028808"/>
              <a:ext cx="11981298" cy="5827347"/>
            </a:xfrm>
            <a:custGeom>
              <a:avLst/>
              <a:pathLst>
                <a:path w="11981298" h="5827347">
                  <a:moveTo>
                    <a:pt x="11981298" y="4969182"/>
                  </a:moveTo>
                  <a:lnTo>
                    <a:pt x="10509911" y="4969182"/>
                  </a:lnTo>
                  <a:lnTo>
                    <a:pt x="10509028" y="4969094"/>
                  </a:lnTo>
                  <a:lnTo>
                    <a:pt x="10503196" y="4968467"/>
                  </a:lnTo>
                  <a:lnTo>
                    <a:pt x="10488389" y="4966733"/>
                  </a:lnTo>
                  <a:lnTo>
                    <a:pt x="10461652" y="4963316"/>
                  </a:lnTo>
                  <a:lnTo>
                    <a:pt x="10421264" y="4957662"/>
                  </a:lnTo>
                  <a:lnTo>
                    <a:pt x="10366863" y="4949295"/>
                  </a:lnTo>
                  <a:lnTo>
                    <a:pt x="10299422" y="4937851"/>
                  </a:lnTo>
                  <a:lnTo>
                    <a:pt x="10221037" y="4923100"/>
                  </a:lnTo>
                  <a:lnTo>
                    <a:pt x="10134553" y="4904944"/>
                  </a:lnTo>
                  <a:lnTo>
                    <a:pt x="10043125" y="4883386"/>
                  </a:lnTo>
                  <a:lnTo>
                    <a:pt x="9949804" y="4858485"/>
                  </a:lnTo>
                  <a:lnTo>
                    <a:pt x="9857240" y="4830309"/>
                  </a:lnTo>
                  <a:lnTo>
                    <a:pt x="9767505" y="4798889"/>
                  </a:lnTo>
                  <a:lnTo>
                    <a:pt x="9682058" y="4764189"/>
                  </a:lnTo>
                  <a:lnTo>
                    <a:pt x="9601779" y="4726084"/>
                  </a:lnTo>
                  <a:lnTo>
                    <a:pt x="9527069" y="4684350"/>
                  </a:lnTo>
                  <a:lnTo>
                    <a:pt x="9457955" y="4638660"/>
                  </a:lnTo>
                  <a:lnTo>
                    <a:pt x="9394194" y="4588590"/>
                  </a:lnTo>
                  <a:lnTo>
                    <a:pt x="9335366" y="4533626"/>
                  </a:lnTo>
                  <a:lnTo>
                    <a:pt x="9280937" y="4473184"/>
                  </a:lnTo>
                  <a:lnTo>
                    <a:pt x="9230320" y="4406635"/>
                  </a:lnTo>
                  <a:lnTo>
                    <a:pt x="9182909" y="4333358"/>
                  </a:lnTo>
                  <a:lnTo>
                    <a:pt x="9138112" y="4252814"/>
                  </a:lnTo>
                  <a:lnTo>
                    <a:pt x="9095382" y="4164667"/>
                  </a:lnTo>
                  <a:lnTo>
                    <a:pt x="9084767" y="4140985"/>
                  </a:lnTo>
                  <a:lnTo>
                    <a:pt x="9055195" y="4071232"/>
                  </a:lnTo>
                  <a:lnTo>
                    <a:pt x="9026244" y="3997454"/>
                  </a:lnTo>
                  <a:lnTo>
                    <a:pt x="8997779" y="3919572"/>
                  </a:lnTo>
                  <a:lnTo>
                    <a:pt x="8969690" y="3837545"/>
                  </a:lnTo>
                  <a:lnTo>
                    <a:pt x="8941880" y="3751373"/>
                  </a:lnTo>
                  <a:lnTo>
                    <a:pt x="8914270" y="3661101"/>
                  </a:lnTo>
                  <a:lnTo>
                    <a:pt x="8886796" y="3566827"/>
                  </a:lnTo>
                  <a:lnTo>
                    <a:pt x="8859404" y="3468695"/>
                  </a:lnTo>
                  <a:lnTo>
                    <a:pt x="8832054" y="3366905"/>
                  </a:lnTo>
                  <a:lnTo>
                    <a:pt x="8804713" y="3261709"/>
                  </a:lnTo>
                  <a:lnTo>
                    <a:pt x="8777361" y="3153411"/>
                  </a:lnTo>
                  <a:lnTo>
                    <a:pt x="8749983" y="3042366"/>
                  </a:lnTo>
                  <a:lnTo>
                    <a:pt x="8722573" y="2928971"/>
                  </a:lnTo>
                  <a:lnTo>
                    <a:pt x="8695131" y="2813668"/>
                  </a:lnTo>
                  <a:lnTo>
                    <a:pt x="8667661" y="2696928"/>
                  </a:lnTo>
                  <a:lnTo>
                    <a:pt x="8640171" y="2579253"/>
                  </a:lnTo>
                  <a:lnTo>
                    <a:pt x="8612672" y="2461157"/>
                  </a:lnTo>
                  <a:lnTo>
                    <a:pt x="8585175" y="2343165"/>
                  </a:lnTo>
                  <a:lnTo>
                    <a:pt x="8557692" y="2225800"/>
                  </a:lnTo>
                  <a:lnTo>
                    <a:pt x="8530232" y="2109572"/>
                  </a:lnTo>
                  <a:lnTo>
                    <a:pt x="8502802" y="1994970"/>
                  </a:lnTo>
                  <a:lnTo>
                    <a:pt x="8475405" y="1882457"/>
                  </a:lnTo>
                  <a:lnTo>
                    <a:pt x="8448039" y="1772457"/>
                  </a:lnTo>
                  <a:lnTo>
                    <a:pt x="8420693" y="1665350"/>
                  </a:lnTo>
                  <a:lnTo>
                    <a:pt x="8393352" y="1561472"/>
                  </a:lnTo>
                  <a:lnTo>
                    <a:pt x="8365989" y="1461106"/>
                  </a:lnTo>
                  <a:lnTo>
                    <a:pt x="8338570" y="1364483"/>
                  </a:lnTo>
                  <a:lnTo>
                    <a:pt x="8311049" y="1271782"/>
                  </a:lnTo>
                  <a:lnTo>
                    <a:pt x="8283369" y="1183128"/>
                  </a:lnTo>
                  <a:lnTo>
                    <a:pt x="8255458" y="1098598"/>
                  </a:lnTo>
                  <a:lnTo>
                    <a:pt x="8227232" y="1018217"/>
                  </a:lnTo>
                  <a:lnTo>
                    <a:pt x="8198589" y="941971"/>
                  </a:lnTo>
                  <a:lnTo>
                    <a:pt x="8169409" y="869802"/>
                  </a:lnTo>
                  <a:lnTo>
                    <a:pt x="8151487" y="828197"/>
                  </a:lnTo>
                  <a:lnTo>
                    <a:pt x="8109206" y="738101"/>
                  </a:lnTo>
                  <a:lnTo>
                    <a:pt x="8064985" y="655639"/>
                  </a:lnTo>
                  <a:lnTo>
                    <a:pt x="8018294" y="580556"/>
                  </a:lnTo>
                  <a:lnTo>
                    <a:pt x="7968552" y="512350"/>
                  </a:lnTo>
                  <a:lnTo>
                    <a:pt x="7915151" y="450412"/>
                  </a:lnTo>
                  <a:lnTo>
                    <a:pt x="7857498" y="394111"/>
                  </a:lnTo>
                  <a:lnTo>
                    <a:pt x="7795039" y="342846"/>
                  </a:lnTo>
                  <a:lnTo>
                    <a:pt x="7727321" y="296084"/>
                  </a:lnTo>
                  <a:lnTo>
                    <a:pt x="7654046" y="253376"/>
                  </a:lnTo>
                  <a:lnTo>
                    <a:pt x="7575165" y="214372"/>
                  </a:lnTo>
                  <a:lnTo>
                    <a:pt x="7490972" y="178820"/>
                  </a:lnTo>
                  <a:lnTo>
                    <a:pt x="7402216" y="146571"/>
                  </a:lnTo>
                  <a:lnTo>
                    <a:pt x="7310200" y="117567"/>
                  </a:lnTo>
                  <a:lnTo>
                    <a:pt x="7216842" y="91827"/>
                  </a:lnTo>
                  <a:lnTo>
                    <a:pt x="7124653" y="69410"/>
                  </a:lnTo>
                  <a:lnTo>
                    <a:pt x="7036608" y="50384"/>
                  </a:lnTo>
                  <a:lnTo>
                    <a:pt x="6955869" y="34770"/>
                  </a:lnTo>
                  <a:lnTo>
                    <a:pt x="6885403" y="22499"/>
                  </a:lnTo>
                  <a:lnTo>
                    <a:pt x="6827537" y="13377"/>
                  </a:lnTo>
                  <a:lnTo>
                    <a:pt x="6783558" y="7074"/>
                  </a:lnTo>
                  <a:lnTo>
                    <a:pt x="6753453" y="3137"/>
                  </a:lnTo>
                  <a:lnTo>
                    <a:pt x="6735841" y="1029"/>
                  </a:lnTo>
                  <a:lnTo>
                    <a:pt x="6728064" y="174"/>
                  </a:lnTo>
                  <a:lnTo>
                    <a:pt x="6726358" y="1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127" y="96"/>
                  </a:lnTo>
                  <a:lnTo>
                    <a:pt x="5248651" y="785"/>
                  </a:lnTo>
                  <a:lnTo>
                    <a:pt x="5234721" y="2689"/>
                  </a:lnTo>
                  <a:lnTo>
                    <a:pt x="5209513" y="6441"/>
                  </a:lnTo>
                  <a:lnTo>
                    <a:pt x="5171320" y="12654"/>
                  </a:lnTo>
                  <a:lnTo>
                    <a:pt x="5119679" y="21862"/>
                  </a:lnTo>
                  <a:lnTo>
                    <a:pt x="5055362" y="34482"/>
                  </a:lnTo>
                  <a:lnTo>
                    <a:pt x="4980206" y="50787"/>
                  </a:lnTo>
                  <a:lnTo>
                    <a:pt x="4896793" y="70906"/>
                  </a:lnTo>
                  <a:lnTo>
                    <a:pt x="4808058" y="94852"/>
                  </a:lnTo>
                  <a:lnTo>
                    <a:pt x="4716909" y="122569"/>
                  </a:lnTo>
                  <a:lnTo>
                    <a:pt x="4625933" y="153979"/>
                  </a:lnTo>
                  <a:lnTo>
                    <a:pt x="4537215" y="189035"/>
                  </a:lnTo>
                  <a:lnTo>
                    <a:pt x="4452272" y="227753"/>
                  </a:lnTo>
                  <a:lnTo>
                    <a:pt x="4372079" y="270240"/>
                  </a:lnTo>
                  <a:lnTo>
                    <a:pt x="4297141" y="316709"/>
                  </a:lnTo>
                  <a:lnTo>
                    <a:pt x="4227587" y="367480"/>
                  </a:lnTo>
                  <a:lnTo>
                    <a:pt x="4163268" y="422983"/>
                  </a:lnTo>
                  <a:lnTo>
                    <a:pt x="4103844" y="483747"/>
                  </a:lnTo>
                  <a:lnTo>
                    <a:pt x="4048851" y="550387"/>
                  </a:lnTo>
                  <a:lnTo>
                    <a:pt x="3997753" y="623577"/>
                  </a:lnTo>
                  <a:lnTo>
                    <a:pt x="3949986" y="704014"/>
                  </a:lnTo>
                  <a:lnTo>
                    <a:pt x="3904986" y="792345"/>
                  </a:lnTo>
                  <a:lnTo>
                    <a:pt x="3862217" y="889066"/>
                  </a:lnTo>
                  <a:lnTo>
                    <a:pt x="3829811" y="971224"/>
                  </a:lnTo>
                  <a:lnTo>
                    <a:pt x="3802343" y="1046989"/>
                  </a:lnTo>
                  <a:lnTo>
                    <a:pt x="3775417" y="1126812"/>
                  </a:lnTo>
                  <a:lnTo>
                    <a:pt x="3748926" y="1210772"/>
                  </a:lnTo>
                  <a:lnTo>
                    <a:pt x="3722777" y="1298914"/>
                  </a:lnTo>
                  <a:lnTo>
                    <a:pt x="3696891" y="1391249"/>
                  </a:lnTo>
                  <a:lnTo>
                    <a:pt x="3671201" y="1487748"/>
                  </a:lnTo>
                  <a:lnTo>
                    <a:pt x="3645650" y="1588339"/>
                  </a:lnTo>
                  <a:lnTo>
                    <a:pt x="3620191" y="1692908"/>
                  </a:lnTo>
                  <a:lnTo>
                    <a:pt x="3594787" y="1801296"/>
                  </a:lnTo>
                  <a:lnTo>
                    <a:pt x="3569408" y="1913295"/>
                  </a:lnTo>
                  <a:lnTo>
                    <a:pt x="3544032" y="2028655"/>
                  </a:lnTo>
                  <a:lnTo>
                    <a:pt x="3518642" y="2147077"/>
                  </a:lnTo>
                  <a:lnTo>
                    <a:pt x="3493229" y="2268223"/>
                  </a:lnTo>
                  <a:lnTo>
                    <a:pt x="3467788" y="2391715"/>
                  </a:lnTo>
                  <a:lnTo>
                    <a:pt x="3442319" y="2517138"/>
                  </a:lnTo>
                  <a:lnTo>
                    <a:pt x="3416826" y="2644051"/>
                  </a:lnTo>
                  <a:lnTo>
                    <a:pt x="3391315" y="2771986"/>
                  </a:lnTo>
                  <a:lnTo>
                    <a:pt x="3365793" y="2900463"/>
                  </a:lnTo>
                  <a:lnTo>
                    <a:pt x="3340271" y="3028990"/>
                  </a:lnTo>
                  <a:lnTo>
                    <a:pt x="3314757" y="3157077"/>
                  </a:lnTo>
                  <a:lnTo>
                    <a:pt x="3289259" y="3284238"/>
                  </a:lnTo>
                  <a:lnTo>
                    <a:pt x="3263785" y="3410005"/>
                  </a:lnTo>
                  <a:lnTo>
                    <a:pt x="3238338" y="3533928"/>
                  </a:lnTo>
                  <a:lnTo>
                    <a:pt x="3212920" y="3655588"/>
                  </a:lnTo>
                  <a:lnTo>
                    <a:pt x="3187526" y="3774599"/>
                  </a:lnTo>
                  <a:lnTo>
                    <a:pt x="3162148" y="3890614"/>
                  </a:lnTo>
                  <a:lnTo>
                    <a:pt x="3136771" y="4003326"/>
                  </a:lnTo>
                  <a:lnTo>
                    <a:pt x="3111374" y="4112474"/>
                  </a:lnTo>
                  <a:lnTo>
                    <a:pt x="3085930" y="4217842"/>
                  </a:lnTo>
                  <a:lnTo>
                    <a:pt x="3060401" y="4319261"/>
                  </a:lnTo>
                  <a:lnTo>
                    <a:pt x="3034743" y="4416608"/>
                  </a:lnTo>
                  <a:lnTo>
                    <a:pt x="3008903" y="4509802"/>
                  </a:lnTo>
                  <a:lnTo>
                    <a:pt x="2982814" y="4598807"/>
                  </a:lnTo>
                  <a:lnTo>
                    <a:pt x="2956400" y="4683623"/>
                  </a:lnTo>
                  <a:lnTo>
                    <a:pt x="2929572" y="4764291"/>
                  </a:lnTo>
                  <a:lnTo>
                    <a:pt x="2902225" y="4840882"/>
                  </a:lnTo>
                  <a:lnTo>
                    <a:pt x="2896531" y="4856123"/>
                  </a:lnTo>
                  <a:lnTo>
                    <a:pt x="2855176" y="4959604"/>
                  </a:lnTo>
                  <a:lnTo>
                    <a:pt x="2811975" y="5054509"/>
                  </a:lnTo>
                  <a:lnTo>
                    <a:pt x="2766432" y="5141109"/>
                  </a:lnTo>
                  <a:lnTo>
                    <a:pt x="2718003" y="5219945"/>
                  </a:lnTo>
                  <a:lnTo>
                    <a:pt x="2666122" y="5291682"/>
                  </a:lnTo>
                  <a:lnTo>
                    <a:pt x="2610228" y="5357015"/>
                  </a:lnTo>
                  <a:lnTo>
                    <a:pt x="2549797" y="5416609"/>
                  </a:lnTo>
                  <a:lnTo>
                    <a:pt x="2484386" y="5471063"/>
                  </a:lnTo>
                  <a:lnTo>
                    <a:pt x="2413689" y="5520885"/>
                  </a:lnTo>
                  <a:lnTo>
                    <a:pt x="2337609" y="5566483"/>
                  </a:lnTo>
                  <a:lnTo>
                    <a:pt x="2256348" y="5608153"/>
                  </a:lnTo>
                  <a:lnTo>
                    <a:pt x="2170501" y="5646085"/>
                  </a:lnTo>
                  <a:lnTo>
                    <a:pt x="2081155" y="5680365"/>
                  </a:lnTo>
                  <a:lnTo>
                    <a:pt x="1989949" y="5710995"/>
                  </a:lnTo>
                  <a:lnTo>
                    <a:pt x="1899084" y="5737915"/>
                  </a:lnTo>
                  <a:lnTo>
                    <a:pt x="1811233" y="5761049"/>
                  </a:lnTo>
                  <a:lnTo>
                    <a:pt x="1729338" y="5780350"/>
                  </a:lnTo>
                  <a:lnTo>
                    <a:pt x="1656294" y="5795855"/>
                  </a:lnTo>
                  <a:lnTo>
                    <a:pt x="1594555" y="5807720"/>
                  </a:lnTo>
                  <a:lnTo>
                    <a:pt x="1545755" y="5816251"/>
                  </a:lnTo>
                  <a:lnTo>
                    <a:pt x="1510410" y="5821891"/>
                  </a:lnTo>
                  <a:lnTo>
                    <a:pt x="1487788" y="5825197"/>
                  </a:lnTo>
                  <a:lnTo>
                    <a:pt x="1475931" y="5826788"/>
                  </a:lnTo>
                  <a:lnTo>
                    <a:pt x="1471795" y="5827300"/>
                  </a:lnTo>
                  <a:lnTo>
                    <a:pt x="1471387" y="5827347"/>
                  </a:lnTo>
                  <a:lnTo>
                    <a:pt x="0" y="582734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36" name="pg2036"/>
            <p:cNvSpPr/>
            <p:nvPr/>
          </p:nvSpPr>
          <p:spPr>
            <a:xfrm>
              <a:off x="4799595" y="9834531"/>
              <a:ext cx="11981298" cy="1201430"/>
            </a:xfrm>
            <a:custGeom>
              <a:avLst/>
              <a:pathLst>
                <a:path w="11981298" h="1201430">
                  <a:moveTo>
                    <a:pt x="0" y="1070662"/>
                  </a:moveTo>
                  <a:lnTo>
                    <a:pt x="1471387" y="1070662"/>
                  </a:lnTo>
                  <a:lnTo>
                    <a:pt x="1472625" y="1070666"/>
                  </a:lnTo>
                  <a:lnTo>
                    <a:pt x="1480745" y="1070689"/>
                  </a:lnTo>
                  <a:lnTo>
                    <a:pt x="1501163" y="1070754"/>
                  </a:lnTo>
                  <a:lnTo>
                    <a:pt x="1537536" y="1070881"/>
                  </a:lnTo>
                  <a:lnTo>
                    <a:pt x="1591483" y="1071090"/>
                  </a:lnTo>
                  <a:lnTo>
                    <a:pt x="1662469" y="1071397"/>
                  </a:lnTo>
                  <a:lnTo>
                    <a:pt x="1748028" y="1071812"/>
                  </a:lnTo>
                  <a:lnTo>
                    <a:pt x="1844335" y="1072339"/>
                  </a:lnTo>
                  <a:lnTo>
                    <a:pt x="1946974" y="1072978"/>
                  </a:lnTo>
                  <a:lnTo>
                    <a:pt x="2051662" y="1073729"/>
                  </a:lnTo>
                  <a:lnTo>
                    <a:pt x="2154787" y="1074587"/>
                  </a:lnTo>
                  <a:lnTo>
                    <a:pt x="2253661" y="1075553"/>
                  </a:lnTo>
                  <a:lnTo>
                    <a:pt x="2346564" y="1076628"/>
                  </a:lnTo>
                  <a:lnTo>
                    <a:pt x="2432618" y="1077821"/>
                  </a:lnTo>
                  <a:lnTo>
                    <a:pt x="2511610" y="1079141"/>
                  </a:lnTo>
                  <a:lnTo>
                    <a:pt x="2583798" y="1080604"/>
                  </a:lnTo>
                  <a:lnTo>
                    <a:pt x="2649752" y="1082227"/>
                  </a:lnTo>
                  <a:lnTo>
                    <a:pt x="2710221" y="1084034"/>
                  </a:lnTo>
                  <a:lnTo>
                    <a:pt x="2766039" y="1086046"/>
                  </a:lnTo>
                  <a:lnTo>
                    <a:pt x="2818058" y="1088287"/>
                  </a:lnTo>
                  <a:lnTo>
                    <a:pt x="2867093" y="1090775"/>
                  </a:lnTo>
                  <a:lnTo>
                    <a:pt x="2896531" y="1092457"/>
                  </a:lnTo>
                  <a:lnTo>
                    <a:pt x="2952648" y="1096067"/>
                  </a:lnTo>
                  <a:lnTo>
                    <a:pt x="3006922" y="1100073"/>
                  </a:lnTo>
                  <a:lnTo>
                    <a:pt x="3060101" y="1104478"/>
                  </a:lnTo>
                  <a:lnTo>
                    <a:pt x="3112718" y="1109272"/>
                  </a:lnTo>
                  <a:lnTo>
                    <a:pt x="3165128" y="1114425"/>
                  </a:lnTo>
                  <a:lnTo>
                    <a:pt x="3217545" y="1119890"/>
                  </a:lnTo>
                  <a:lnTo>
                    <a:pt x="3270065" y="1125601"/>
                  </a:lnTo>
                  <a:lnTo>
                    <a:pt x="3322695" y="1131477"/>
                  </a:lnTo>
                  <a:lnTo>
                    <a:pt x="3375384" y="1137427"/>
                  </a:lnTo>
                  <a:lnTo>
                    <a:pt x="3428055" y="1143354"/>
                  </a:lnTo>
                  <a:lnTo>
                    <a:pt x="3480638" y="1149165"/>
                  </a:lnTo>
                  <a:lnTo>
                    <a:pt x="3533104" y="1154770"/>
                  </a:lnTo>
                  <a:lnTo>
                    <a:pt x="3585500" y="1160098"/>
                  </a:lnTo>
                  <a:lnTo>
                    <a:pt x="3637971" y="1165090"/>
                  </a:lnTo>
                  <a:lnTo>
                    <a:pt x="3690794" y="1169706"/>
                  </a:lnTo>
                  <a:lnTo>
                    <a:pt x="3744403" y="1173926"/>
                  </a:lnTo>
                  <a:lnTo>
                    <a:pt x="3799423" y="1177747"/>
                  </a:lnTo>
                  <a:lnTo>
                    <a:pt x="3829811" y="1179636"/>
                  </a:lnTo>
                  <a:lnTo>
                    <a:pt x="3877357" y="1182281"/>
                  </a:lnTo>
                  <a:lnTo>
                    <a:pt x="3927422" y="1184675"/>
                  </a:lnTo>
                  <a:lnTo>
                    <a:pt x="3980769" y="1186828"/>
                  </a:lnTo>
                  <a:lnTo>
                    <a:pt x="4038233" y="1188760"/>
                  </a:lnTo>
                  <a:lnTo>
                    <a:pt x="4100666" y="1190495"/>
                  </a:lnTo>
                  <a:lnTo>
                    <a:pt x="4168880" y="1192056"/>
                  </a:lnTo>
                  <a:lnTo>
                    <a:pt x="4243569" y="1193463"/>
                  </a:lnTo>
                  <a:lnTo>
                    <a:pt x="4325203" y="1194733"/>
                  </a:lnTo>
                  <a:lnTo>
                    <a:pt x="4413885" y="1195881"/>
                  </a:lnTo>
                  <a:lnTo>
                    <a:pt x="4509175" y="1196915"/>
                  </a:lnTo>
                  <a:lnTo>
                    <a:pt x="4609897" y="1197841"/>
                  </a:lnTo>
                  <a:lnTo>
                    <a:pt x="4713976" y="1198658"/>
                  </a:lnTo>
                  <a:lnTo>
                    <a:pt x="4818363" y="1199367"/>
                  </a:lnTo>
                  <a:lnTo>
                    <a:pt x="4919148" y="1199965"/>
                  </a:lnTo>
                  <a:lnTo>
                    <a:pt x="5011923" y="1200450"/>
                  </a:lnTo>
                  <a:lnTo>
                    <a:pt x="5092402" y="1200823"/>
                  </a:lnTo>
                  <a:lnTo>
                    <a:pt x="5157186" y="1201092"/>
                  </a:lnTo>
                  <a:lnTo>
                    <a:pt x="5204483" y="1201268"/>
                  </a:lnTo>
                  <a:lnTo>
                    <a:pt x="5234560" y="1201369"/>
                  </a:lnTo>
                  <a:lnTo>
                    <a:pt x="5249832" y="1201416"/>
                  </a:lnTo>
                  <a:lnTo>
                    <a:pt x="5254647" y="1201429"/>
                  </a:lnTo>
                  <a:lnTo>
                    <a:pt x="5254955" y="1201430"/>
                  </a:lnTo>
                  <a:lnTo>
                    <a:pt x="6726343" y="1201430"/>
                  </a:lnTo>
                  <a:lnTo>
                    <a:pt x="6727563" y="1201401"/>
                  </a:lnTo>
                  <a:lnTo>
                    <a:pt x="6735573" y="1201190"/>
                  </a:lnTo>
                  <a:lnTo>
                    <a:pt x="6755722" y="1200609"/>
                  </a:lnTo>
                  <a:lnTo>
                    <a:pt x="6791638" y="1199464"/>
                  </a:lnTo>
                  <a:lnTo>
                    <a:pt x="6844953" y="1197581"/>
                  </a:lnTo>
                  <a:lnTo>
                    <a:pt x="6915184" y="1194819"/>
                  </a:lnTo>
                  <a:lnTo>
                    <a:pt x="6999941" y="1191084"/>
                  </a:lnTo>
                  <a:lnTo>
                    <a:pt x="7095486" y="1186334"/>
                  </a:lnTo>
                  <a:lnTo>
                    <a:pt x="7197469" y="1180566"/>
                  </a:lnTo>
                  <a:lnTo>
                    <a:pt x="7301653" y="1173799"/>
                  </a:lnTo>
                  <a:lnTo>
                    <a:pt x="7404438" y="1166053"/>
                  </a:lnTo>
                  <a:lnTo>
                    <a:pt x="7503127" y="1157336"/>
                  </a:lnTo>
                  <a:lnTo>
                    <a:pt x="7595974" y="1147626"/>
                  </a:lnTo>
                  <a:lnTo>
                    <a:pt x="7682069" y="1136865"/>
                  </a:lnTo>
                  <a:lnTo>
                    <a:pt x="7761165" y="1124960"/>
                  </a:lnTo>
                  <a:lnTo>
                    <a:pt x="7833493" y="1111778"/>
                  </a:lnTo>
                  <a:lnTo>
                    <a:pt x="7899594" y="1097155"/>
                  </a:lnTo>
                  <a:lnTo>
                    <a:pt x="7960198" y="1080896"/>
                  </a:lnTo>
                  <a:lnTo>
                    <a:pt x="8016123" y="1062793"/>
                  </a:lnTo>
                  <a:lnTo>
                    <a:pt x="8068210" y="1042639"/>
                  </a:lnTo>
                  <a:lnTo>
                    <a:pt x="8117268" y="1020271"/>
                  </a:lnTo>
                  <a:lnTo>
                    <a:pt x="8151487" y="1002554"/>
                  </a:lnTo>
                  <a:lnTo>
                    <a:pt x="8200668" y="973948"/>
                  </a:lnTo>
                  <a:lnTo>
                    <a:pt x="8248359" y="942594"/>
                  </a:lnTo>
                  <a:lnTo>
                    <a:pt x="8295090" y="908448"/>
                  </a:lnTo>
                  <a:lnTo>
                    <a:pt x="8341257" y="871545"/>
                  </a:lnTo>
                  <a:lnTo>
                    <a:pt x="8387147" y="832015"/>
                  </a:lnTo>
                  <a:lnTo>
                    <a:pt x="8432954" y="790085"/>
                  </a:lnTo>
                  <a:lnTo>
                    <a:pt x="8478793" y="746081"/>
                  </a:lnTo>
                  <a:lnTo>
                    <a:pt x="8524716" y="700422"/>
                  </a:lnTo>
                  <a:lnTo>
                    <a:pt x="8570724" y="653605"/>
                  </a:lnTo>
                  <a:lnTo>
                    <a:pt x="8616785" y="606185"/>
                  </a:lnTo>
                  <a:lnTo>
                    <a:pt x="8662847" y="558749"/>
                  </a:lnTo>
                  <a:lnTo>
                    <a:pt x="8708860" y="511881"/>
                  </a:lnTo>
                  <a:lnTo>
                    <a:pt x="8754788" y="466140"/>
                  </a:lnTo>
                  <a:lnTo>
                    <a:pt x="8800631" y="422028"/>
                  </a:lnTo>
                  <a:lnTo>
                    <a:pt x="8846437" y="379967"/>
                  </a:lnTo>
                  <a:lnTo>
                    <a:pt x="8892318" y="340290"/>
                  </a:lnTo>
                  <a:lnTo>
                    <a:pt x="8938462" y="303230"/>
                  </a:lnTo>
                  <a:lnTo>
                    <a:pt x="8985151" y="268921"/>
                  </a:lnTo>
                  <a:lnTo>
                    <a:pt x="9032773" y="237405"/>
                  </a:lnTo>
                  <a:lnTo>
                    <a:pt x="9081850" y="208641"/>
                  </a:lnTo>
                  <a:lnTo>
                    <a:pt x="9084767" y="207049"/>
                  </a:lnTo>
                  <a:lnTo>
                    <a:pt x="9132082" y="183017"/>
                  </a:lnTo>
                  <a:lnTo>
                    <a:pt x="9181888" y="161264"/>
                  </a:lnTo>
                  <a:lnTo>
                    <a:pt x="9234937" y="141687"/>
                  </a:lnTo>
                  <a:lnTo>
                    <a:pt x="9292052" y="124107"/>
                  </a:lnTo>
                  <a:lnTo>
                    <a:pt x="9354074" y="108314"/>
                  </a:lnTo>
                  <a:lnTo>
                    <a:pt x="9421804" y="94101"/>
                  </a:lnTo>
                  <a:lnTo>
                    <a:pt x="9495931" y="81282"/>
                  </a:lnTo>
                  <a:lnTo>
                    <a:pt x="9576926" y="69700"/>
                  </a:lnTo>
                  <a:lnTo>
                    <a:pt x="9664907" y="59233"/>
                  </a:lnTo>
                  <a:lnTo>
                    <a:pt x="9759467" y="49797"/>
                  </a:lnTo>
                  <a:lnTo>
                    <a:pt x="9859483" y="41345"/>
                  </a:lnTo>
                  <a:lnTo>
                    <a:pt x="9962956" y="33864"/>
                  </a:lnTo>
                  <a:lnTo>
                    <a:pt x="10066931" y="27367"/>
                  </a:lnTo>
                  <a:lnTo>
                    <a:pt x="10167598" y="21874"/>
                  </a:lnTo>
                  <a:lnTo>
                    <a:pt x="10260625" y="17402"/>
                  </a:lnTo>
                  <a:lnTo>
                    <a:pt x="10341755" y="13939"/>
                  </a:lnTo>
                  <a:lnTo>
                    <a:pt x="10407546" y="11427"/>
                  </a:lnTo>
                  <a:lnTo>
                    <a:pt x="10456085" y="9761"/>
                  </a:lnTo>
                  <a:lnTo>
                    <a:pt x="10487459" y="8788"/>
                  </a:lnTo>
                  <a:lnTo>
                    <a:pt x="10503867" y="8326"/>
                  </a:lnTo>
                  <a:lnTo>
                    <a:pt x="10509433" y="8184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8690" y="29"/>
                  </a:lnTo>
                  <a:lnTo>
                    <a:pt x="10500680" y="239"/>
                  </a:lnTo>
                  <a:lnTo>
                    <a:pt x="10480531" y="821"/>
                  </a:lnTo>
                  <a:lnTo>
                    <a:pt x="10444616" y="1966"/>
                  </a:lnTo>
                  <a:lnTo>
                    <a:pt x="10391300" y="3849"/>
                  </a:lnTo>
                  <a:lnTo>
                    <a:pt x="10321069" y="6611"/>
                  </a:lnTo>
                  <a:lnTo>
                    <a:pt x="10236312" y="10345"/>
                  </a:lnTo>
                  <a:lnTo>
                    <a:pt x="10140767" y="15095"/>
                  </a:lnTo>
                  <a:lnTo>
                    <a:pt x="10038784" y="20864"/>
                  </a:lnTo>
                  <a:lnTo>
                    <a:pt x="9934600" y="27631"/>
                  </a:lnTo>
                  <a:lnTo>
                    <a:pt x="9831815" y="35376"/>
                  </a:lnTo>
                  <a:lnTo>
                    <a:pt x="9733126" y="44094"/>
                  </a:lnTo>
                  <a:lnTo>
                    <a:pt x="9640279" y="53804"/>
                  </a:lnTo>
                  <a:lnTo>
                    <a:pt x="9554185" y="64565"/>
                  </a:lnTo>
                  <a:lnTo>
                    <a:pt x="9475088" y="76470"/>
                  </a:lnTo>
                  <a:lnTo>
                    <a:pt x="9402760" y="89651"/>
                  </a:lnTo>
                  <a:lnTo>
                    <a:pt x="9336659" y="104275"/>
                  </a:lnTo>
                  <a:lnTo>
                    <a:pt x="9276055" y="120533"/>
                  </a:lnTo>
                  <a:lnTo>
                    <a:pt x="9220130" y="138637"/>
                  </a:lnTo>
                  <a:lnTo>
                    <a:pt x="9168043" y="158790"/>
                  </a:lnTo>
                  <a:lnTo>
                    <a:pt x="9118985" y="181158"/>
                  </a:lnTo>
                  <a:lnTo>
                    <a:pt x="9084767" y="198876"/>
                  </a:lnTo>
                  <a:lnTo>
                    <a:pt x="9035585" y="227482"/>
                  </a:lnTo>
                  <a:lnTo>
                    <a:pt x="8987895" y="258836"/>
                  </a:lnTo>
                  <a:lnTo>
                    <a:pt x="8941164" y="292982"/>
                  </a:lnTo>
                  <a:lnTo>
                    <a:pt x="8894996" y="329885"/>
                  </a:lnTo>
                  <a:lnTo>
                    <a:pt x="8849106" y="369415"/>
                  </a:lnTo>
                  <a:lnTo>
                    <a:pt x="8803299" y="411345"/>
                  </a:lnTo>
                  <a:lnTo>
                    <a:pt x="8757460" y="455349"/>
                  </a:lnTo>
                  <a:lnTo>
                    <a:pt x="8711537" y="501008"/>
                  </a:lnTo>
                  <a:lnTo>
                    <a:pt x="8665529" y="547825"/>
                  </a:lnTo>
                  <a:lnTo>
                    <a:pt x="8619468" y="595244"/>
                  </a:lnTo>
                  <a:lnTo>
                    <a:pt x="8573406" y="642681"/>
                  </a:lnTo>
                  <a:lnTo>
                    <a:pt x="8527394" y="689548"/>
                  </a:lnTo>
                  <a:lnTo>
                    <a:pt x="8481465" y="735289"/>
                  </a:lnTo>
                  <a:lnTo>
                    <a:pt x="8435622" y="779402"/>
                  </a:lnTo>
                  <a:lnTo>
                    <a:pt x="8389816" y="821463"/>
                  </a:lnTo>
                  <a:lnTo>
                    <a:pt x="8343935" y="861140"/>
                  </a:lnTo>
                  <a:lnTo>
                    <a:pt x="8297791" y="898200"/>
                  </a:lnTo>
                  <a:lnTo>
                    <a:pt x="8251102" y="932509"/>
                  </a:lnTo>
                  <a:lnTo>
                    <a:pt x="8203481" y="964025"/>
                  </a:lnTo>
                  <a:lnTo>
                    <a:pt x="8154404" y="992788"/>
                  </a:lnTo>
                  <a:lnTo>
                    <a:pt x="8151487" y="994381"/>
                  </a:lnTo>
                  <a:lnTo>
                    <a:pt x="8104172" y="1018413"/>
                  </a:lnTo>
                  <a:lnTo>
                    <a:pt x="8054365" y="1040166"/>
                  </a:lnTo>
                  <a:lnTo>
                    <a:pt x="8001316" y="1059742"/>
                  </a:lnTo>
                  <a:lnTo>
                    <a:pt x="7944201" y="1077323"/>
                  </a:lnTo>
                  <a:lnTo>
                    <a:pt x="7882179" y="1093116"/>
                  </a:lnTo>
                  <a:lnTo>
                    <a:pt x="7814449" y="1107329"/>
                  </a:lnTo>
                  <a:lnTo>
                    <a:pt x="7740323" y="1120147"/>
                  </a:lnTo>
                  <a:lnTo>
                    <a:pt x="7659327" y="1131730"/>
                  </a:lnTo>
                  <a:lnTo>
                    <a:pt x="7571346" y="1142197"/>
                  </a:lnTo>
                  <a:lnTo>
                    <a:pt x="7476787" y="1151633"/>
                  </a:lnTo>
                  <a:lnTo>
                    <a:pt x="7376771" y="1160085"/>
                  </a:lnTo>
                  <a:lnTo>
                    <a:pt x="7273298" y="1167565"/>
                  </a:lnTo>
                  <a:lnTo>
                    <a:pt x="7169322" y="1174063"/>
                  </a:lnTo>
                  <a:lnTo>
                    <a:pt x="7068655" y="1179556"/>
                  </a:lnTo>
                  <a:lnTo>
                    <a:pt x="6975628" y="1184027"/>
                  </a:lnTo>
                  <a:lnTo>
                    <a:pt x="6894498" y="1187491"/>
                  </a:lnTo>
                  <a:lnTo>
                    <a:pt x="6828707" y="1190003"/>
                  </a:lnTo>
                  <a:lnTo>
                    <a:pt x="6780168" y="1191669"/>
                  </a:lnTo>
                  <a:lnTo>
                    <a:pt x="6748794" y="1192642"/>
                  </a:lnTo>
                  <a:lnTo>
                    <a:pt x="6732386" y="1193103"/>
                  </a:lnTo>
                  <a:lnTo>
                    <a:pt x="6726820" y="1193246"/>
                  </a:lnTo>
                  <a:lnTo>
                    <a:pt x="6726343" y="1193257"/>
                  </a:lnTo>
                  <a:lnTo>
                    <a:pt x="5254955" y="1193257"/>
                  </a:lnTo>
                  <a:lnTo>
                    <a:pt x="5253717" y="1193254"/>
                  </a:lnTo>
                  <a:lnTo>
                    <a:pt x="5245597" y="1193231"/>
                  </a:lnTo>
                  <a:lnTo>
                    <a:pt x="5225179" y="1193166"/>
                  </a:lnTo>
                  <a:lnTo>
                    <a:pt x="5188807" y="1193039"/>
                  </a:lnTo>
                  <a:lnTo>
                    <a:pt x="5134859" y="1192829"/>
                  </a:lnTo>
                  <a:lnTo>
                    <a:pt x="5063873" y="1192523"/>
                  </a:lnTo>
                  <a:lnTo>
                    <a:pt x="4978314" y="1192108"/>
                  </a:lnTo>
                  <a:lnTo>
                    <a:pt x="4882007" y="1191581"/>
                  </a:lnTo>
                  <a:lnTo>
                    <a:pt x="4779368" y="1190941"/>
                  </a:lnTo>
                  <a:lnTo>
                    <a:pt x="4674680" y="1190191"/>
                  </a:lnTo>
                  <a:lnTo>
                    <a:pt x="4571556" y="1189333"/>
                  </a:lnTo>
                  <a:lnTo>
                    <a:pt x="4472681" y="1188367"/>
                  </a:lnTo>
                  <a:lnTo>
                    <a:pt x="4379778" y="1187291"/>
                  </a:lnTo>
                  <a:lnTo>
                    <a:pt x="4293724" y="1186098"/>
                  </a:lnTo>
                  <a:lnTo>
                    <a:pt x="4214733" y="1184778"/>
                  </a:lnTo>
                  <a:lnTo>
                    <a:pt x="4142544" y="1183316"/>
                  </a:lnTo>
                  <a:lnTo>
                    <a:pt x="4076590" y="1181692"/>
                  </a:lnTo>
                  <a:lnTo>
                    <a:pt x="4016121" y="1179886"/>
                  </a:lnTo>
                  <a:lnTo>
                    <a:pt x="3960304" y="1177873"/>
                  </a:lnTo>
                  <a:lnTo>
                    <a:pt x="3908284" y="1175632"/>
                  </a:lnTo>
                  <a:lnTo>
                    <a:pt x="3859249" y="1173145"/>
                  </a:lnTo>
                  <a:lnTo>
                    <a:pt x="3829811" y="1171463"/>
                  </a:lnTo>
                  <a:lnTo>
                    <a:pt x="3773694" y="1167852"/>
                  </a:lnTo>
                  <a:lnTo>
                    <a:pt x="3719420" y="1163847"/>
                  </a:lnTo>
                  <a:lnTo>
                    <a:pt x="3666241" y="1159441"/>
                  </a:lnTo>
                  <a:lnTo>
                    <a:pt x="3613625" y="1154647"/>
                  </a:lnTo>
                  <a:lnTo>
                    <a:pt x="3561214" y="1149494"/>
                  </a:lnTo>
                  <a:lnTo>
                    <a:pt x="3508797" y="1144029"/>
                  </a:lnTo>
                  <a:lnTo>
                    <a:pt x="3456277" y="1138319"/>
                  </a:lnTo>
                  <a:lnTo>
                    <a:pt x="3403647" y="1132443"/>
                  </a:lnTo>
                  <a:lnTo>
                    <a:pt x="3350958" y="1126493"/>
                  </a:lnTo>
                  <a:lnTo>
                    <a:pt x="3298287" y="1120565"/>
                  </a:lnTo>
                  <a:lnTo>
                    <a:pt x="3245704" y="1114755"/>
                  </a:lnTo>
                  <a:lnTo>
                    <a:pt x="3193238" y="1109149"/>
                  </a:lnTo>
                  <a:lnTo>
                    <a:pt x="3140842" y="1103822"/>
                  </a:lnTo>
                  <a:lnTo>
                    <a:pt x="3088371" y="1098830"/>
                  </a:lnTo>
                  <a:lnTo>
                    <a:pt x="3035548" y="1094214"/>
                  </a:lnTo>
                  <a:lnTo>
                    <a:pt x="2981939" y="1089993"/>
                  </a:lnTo>
                  <a:lnTo>
                    <a:pt x="2926919" y="1086172"/>
                  </a:lnTo>
                  <a:lnTo>
                    <a:pt x="2896531" y="1084284"/>
                  </a:lnTo>
                  <a:lnTo>
                    <a:pt x="2848985" y="1081638"/>
                  </a:lnTo>
                  <a:lnTo>
                    <a:pt x="2798920" y="1079245"/>
                  </a:lnTo>
                  <a:lnTo>
                    <a:pt x="2745573" y="1077092"/>
                  </a:lnTo>
                  <a:lnTo>
                    <a:pt x="2688110" y="1075160"/>
                  </a:lnTo>
                  <a:lnTo>
                    <a:pt x="2625677" y="1073425"/>
                  </a:lnTo>
                  <a:lnTo>
                    <a:pt x="2557462" y="1071864"/>
                  </a:lnTo>
                  <a:lnTo>
                    <a:pt x="2482773" y="1070457"/>
                  </a:lnTo>
                  <a:lnTo>
                    <a:pt x="2401139" y="1069186"/>
                  </a:lnTo>
                  <a:lnTo>
                    <a:pt x="2312457" y="1068038"/>
                  </a:lnTo>
                  <a:lnTo>
                    <a:pt x="2217168" y="1067004"/>
                  </a:lnTo>
                  <a:lnTo>
                    <a:pt x="2116445" y="1066079"/>
                  </a:lnTo>
                  <a:lnTo>
                    <a:pt x="2012366" y="1065261"/>
                  </a:lnTo>
                  <a:lnTo>
                    <a:pt x="1907979" y="1064552"/>
                  </a:lnTo>
                  <a:lnTo>
                    <a:pt x="1807194" y="1063955"/>
                  </a:lnTo>
                  <a:lnTo>
                    <a:pt x="1714419" y="1063470"/>
                  </a:lnTo>
                  <a:lnTo>
                    <a:pt x="1633940" y="1063097"/>
                  </a:lnTo>
                  <a:lnTo>
                    <a:pt x="1569156" y="1062828"/>
                  </a:lnTo>
                  <a:lnTo>
                    <a:pt x="1521859" y="1062651"/>
                  </a:lnTo>
                  <a:lnTo>
                    <a:pt x="1491782" y="1062550"/>
                  </a:lnTo>
                  <a:lnTo>
                    <a:pt x="1476510" y="1062503"/>
                  </a:lnTo>
                  <a:lnTo>
                    <a:pt x="1471695" y="1062490"/>
                  </a:lnTo>
                  <a:lnTo>
                    <a:pt x="1471387" y="1062489"/>
                  </a:lnTo>
                  <a:lnTo>
                    <a:pt x="0" y="1062489"/>
                  </a:lnTo>
                  <a:close/>
                </a:path>
              </a:pathLst>
            </a:custGeom>
            <a:solidFill>
              <a:srgbClr val="C3CD83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2037" name="pl2037"/>
            <p:cNvSpPr/>
            <p:nvPr/>
          </p:nvSpPr>
          <p:spPr>
            <a:xfrm>
              <a:off x="4799595" y="9842704"/>
              <a:ext cx="11981298" cy="1193257"/>
            </a:xfrm>
            <a:custGeom>
              <a:avLst/>
              <a:pathLst>
                <a:path w="11981298" h="1193257">
                  <a:moveTo>
                    <a:pt x="0" y="1062489"/>
                  </a:moveTo>
                  <a:lnTo>
                    <a:pt x="1471387" y="1062489"/>
                  </a:lnTo>
                  <a:lnTo>
                    <a:pt x="1472625" y="1062493"/>
                  </a:lnTo>
                  <a:lnTo>
                    <a:pt x="1480745" y="1062516"/>
                  </a:lnTo>
                  <a:lnTo>
                    <a:pt x="1501163" y="1062581"/>
                  </a:lnTo>
                  <a:lnTo>
                    <a:pt x="1537536" y="1062708"/>
                  </a:lnTo>
                  <a:lnTo>
                    <a:pt x="1591483" y="1062917"/>
                  </a:lnTo>
                  <a:lnTo>
                    <a:pt x="1662469" y="1063224"/>
                  </a:lnTo>
                  <a:lnTo>
                    <a:pt x="1748028" y="1063639"/>
                  </a:lnTo>
                  <a:lnTo>
                    <a:pt x="1844335" y="1064166"/>
                  </a:lnTo>
                  <a:lnTo>
                    <a:pt x="1946974" y="1064805"/>
                  </a:lnTo>
                  <a:lnTo>
                    <a:pt x="2051662" y="1065556"/>
                  </a:lnTo>
                  <a:lnTo>
                    <a:pt x="2154787" y="1066414"/>
                  </a:lnTo>
                  <a:lnTo>
                    <a:pt x="2253661" y="1067380"/>
                  </a:lnTo>
                  <a:lnTo>
                    <a:pt x="2346564" y="1068455"/>
                  </a:lnTo>
                  <a:lnTo>
                    <a:pt x="2432618" y="1069648"/>
                  </a:lnTo>
                  <a:lnTo>
                    <a:pt x="2511610" y="1070968"/>
                  </a:lnTo>
                  <a:lnTo>
                    <a:pt x="2583798" y="1072431"/>
                  </a:lnTo>
                  <a:lnTo>
                    <a:pt x="2649752" y="1074054"/>
                  </a:lnTo>
                  <a:lnTo>
                    <a:pt x="2710221" y="1075861"/>
                  </a:lnTo>
                  <a:lnTo>
                    <a:pt x="2766039" y="1077873"/>
                  </a:lnTo>
                  <a:lnTo>
                    <a:pt x="2818058" y="1080114"/>
                  </a:lnTo>
                  <a:lnTo>
                    <a:pt x="2867093" y="1082602"/>
                  </a:lnTo>
                  <a:lnTo>
                    <a:pt x="2896531" y="1084284"/>
                  </a:lnTo>
                  <a:lnTo>
                    <a:pt x="2952648" y="1087894"/>
                  </a:lnTo>
                  <a:lnTo>
                    <a:pt x="3006922" y="1091900"/>
                  </a:lnTo>
                  <a:lnTo>
                    <a:pt x="3060101" y="1096305"/>
                  </a:lnTo>
                  <a:lnTo>
                    <a:pt x="3112718" y="1101099"/>
                  </a:lnTo>
                  <a:lnTo>
                    <a:pt x="3165128" y="1106252"/>
                  </a:lnTo>
                  <a:lnTo>
                    <a:pt x="3217545" y="1111717"/>
                  </a:lnTo>
                  <a:lnTo>
                    <a:pt x="3270065" y="1117428"/>
                  </a:lnTo>
                  <a:lnTo>
                    <a:pt x="3322695" y="1123304"/>
                  </a:lnTo>
                  <a:lnTo>
                    <a:pt x="3375384" y="1129254"/>
                  </a:lnTo>
                  <a:lnTo>
                    <a:pt x="3428055" y="1135181"/>
                  </a:lnTo>
                  <a:lnTo>
                    <a:pt x="3480638" y="1140992"/>
                  </a:lnTo>
                  <a:lnTo>
                    <a:pt x="3533104" y="1146597"/>
                  </a:lnTo>
                  <a:lnTo>
                    <a:pt x="3585500" y="1151925"/>
                  </a:lnTo>
                  <a:lnTo>
                    <a:pt x="3637971" y="1156917"/>
                  </a:lnTo>
                  <a:lnTo>
                    <a:pt x="3690794" y="1161533"/>
                  </a:lnTo>
                  <a:lnTo>
                    <a:pt x="3744403" y="1165753"/>
                  </a:lnTo>
                  <a:lnTo>
                    <a:pt x="3799423" y="1169574"/>
                  </a:lnTo>
                  <a:lnTo>
                    <a:pt x="3829811" y="1171463"/>
                  </a:lnTo>
                  <a:lnTo>
                    <a:pt x="3877357" y="1174108"/>
                  </a:lnTo>
                  <a:lnTo>
                    <a:pt x="3927422" y="1176502"/>
                  </a:lnTo>
                  <a:lnTo>
                    <a:pt x="3980769" y="1178655"/>
                  </a:lnTo>
                  <a:lnTo>
                    <a:pt x="4038233" y="1180587"/>
                  </a:lnTo>
                  <a:lnTo>
                    <a:pt x="4100666" y="1182322"/>
                  </a:lnTo>
                  <a:lnTo>
                    <a:pt x="4168880" y="1183883"/>
                  </a:lnTo>
                  <a:lnTo>
                    <a:pt x="4243569" y="1185290"/>
                  </a:lnTo>
                  <a:lnTo>
                    <a:pt x="4325203" y="1186560"/>
                  </a:lnTo>
                  <a:lnTo>
                    <a:pt x="4413885" y="1187708"/>
                  </a:lnTo>
                  <a:lnTo>
                    <a:pt x="4509175" y="1188742"/>
                  </a:lnTo>
                  <a:lnTo>
                    <a:pt x="4609897" y="1189668"/>
                  </a:lnTo>
                  <a:lnTo>
                    <a:pt x="4713976" y="1190485"/>
                  </a:lnTo>
                  <a:lnTo>
                    <a:pt x="4818363" y="1191194"/>
                  </a:lnTo>
                  <a:lnTo>
                    <a:pt x="4919148" y="1191792"/>
                  </a:lnTo>
                  <a:lnTo>
                    <a:pt x="5011923" y="1192277"/>
                  </a:lnTo>
                  <a:lnTo>
                    <a:pt x="5092402" y="1192650"/>
                  </a:lnTo>
                  <a:lnTo>
                    <a:pt x="5157186" y="1192919"/>
                  </a:lnTo>
                  <a:lnTo>
                    <a:pt x="5204483" y="1193095"/>
                  </a:lnTo>
                  <a:lnTo>
                    <a:pt x="5234560" y="1193196"/>
                  </a:lnTo>
                  <a:lnTo>
                    <a:pt x="5249832" y="1193243"/>
                  </a:lnTo>
                  <a:lnTo>
                    <a:pt x="5254647" y="1193256"/>
                  </a:lnTo>
                  <a:lnTo>
                    <a:pt x="5254955" y="1193257"/>
                  </a:lnTo>
                  <a:lnTo>
                    <a:pt x="6726343" y="1193257"/>
                  </a:lnTo>
                  <a:lnTo>
                    <a:pt x="6727563" y="1193228"/>
                  </a:lnTo>
                  <a:lnTo>
                    <a:pt x="6735573" y="1193017"/>
                  </a:lnTo>
                  <a:lnTo>
                    <a:pt x="6755722" y="1192436"/>
                  </a:lnTo>
                  <a:lnTo>
                    <a:pt x="6791638" y="1191291"/>
                  </a:lnTo>
                  <a:lnTo>
                    <a:pt x="6844953" y="1189408"/>
                  </a:lnTo>
                  <a:lnTo>
                    <a:pt x="6915184" y="1186646"/>
                  </a:lnTo>
                  <a:lnTo>
                    <a:pt x="6999941" y="1182911"/>
                  </a:lnTo>
                  <a:lnTo>
                    <a:pt x="7095486" y="1178161"/>
                  </a:lnTo>
                  <a:lnTo>
                    <a:pt x="7197469" y="1172393"/>
                  </a:lnTo>
                  <a:lnTo>
                    <a:pt x="7301653" y="1165626"/>
                  </a:lnTo>
                  <a:lnTo>
                    <a:pt x="7404438" y="1157880"/>
                  </a:lnTo>
                  <a:lnTo>
                    <a:pt x="7503127" y="1149163"/>
                  </a:lnTo>
                  <a:lnTo>
                    <a:pt x="7595974" y="1139453"/>
                  </a:lnTo>
                  <a:lnTo>
                    <a:pt x="7682069" y="1128692"/>
                  </a:lnTo>
                  <a:lnTo>
                    <a:pt x="7761165" y="1116787"/>
                  </a:lnTo>
                  <a:lnTo>
                    <a:pt x="7833493" y="1103605"/>
                  </a:lnTo>
                  <a:lnTo>
                    <a:pt x="7899594" y="1088982"/>
                  </a:lnTo>
                  <a:lnTo>
                    <a:pt x="7960198" y="1072723"/>
                  </a:lnTo>
                  <a:lnTo>
                    <a:pt x="8016123" y="1054620"/>
                  </a:lnTo>
                  <a:lnTo>
                    <a:pt x="8068210" y="1034466"/>
                  </a:lnTo>
                  <a:lnTo>
                    <a:pt x="8117268" y="1012098"/>
                  </a:lnTo>
                  <a:lnTo>
                    <a:pt x="8151487" y="994381"/>
                  </a:lnTo>
                  <a:lnTo>
                    <a:pt x="8200668" y="965775"/>
                  </a:lnTo>
                  <a:lnTo>
                    <a:pt x="8248359" y="934421"/>
                  </a:lnTo>
                  <a:lnTo>
                    <a:pt x="8295090" y="900275"/>
                  </a:lnTo>
                  <a:lnTo>
                    <a:pt x="8341257" y="863372"/>
                  </a:lnTo>
                  <a:lnTo>
                    <a:pt x="8387147" y="823842"/>
                  </a:lnTo>
                  <a:lnTo>
                    <a:pt x="8432954" y="781912"/>
                  </a:lnTo>
                  <a:lnTo>
                    <a:pt x="8478793" y="737908"/>
                  </a:lnTo>
                  <a:lnTo>
                    <a:pt x="8524716" y="692249"/>
                  </a:lnTo>
                  <a:lnTo>
                    <a:pt x="8570724" y="645432"/>
                  </a:lnTo>
                  <a:lnTo>
                    <a:pt x="8616785" y="598012"/>
                  </a:lnTo>
                  <a:lnTo>
                    <a:pt x="8662847" y="550576"/>
                  </a:lnTo>
                  <a:lnTo>
                    <a:pt x="8708860" y="503708"/>
                  </a:lnTo>
                  <a:lnTo>
                    <a:pt x="8754788" y="457967"/>
                  </a:lnTo>
                  <a:lnTo>
                    <a:pt x="8800631" y="413855"/>
                  </a:lnTo>
                  <a:lnTo>
                    <a:pt x="8846437" y="371794"/>
                  </a:lnTo>
                  <a:lnTo>
                    <a:pt x="8892318" y="332117"/>
                  </a:lnTo>
                  <a:lnTo>
                    <a:pt x="8938462" y="295057"/>
                  </a:lnTo>
                  <a:lnTo>
                    <a:pt x="8985151" y="260748"/>
                  </a:lnTo>
                  <a:lnTo>
                    <a:pt x="9032773" y="229232"/>
                  </a:lnTo>
                  <a:lnTo>
                    <a:pt x="9081850" y="200468"/>
                  </a:lnTo>
                  <a:lnTo>
                    <a:pt x="9084767" y="198876"/>
                  </a:lnTo>
                  <a:lnTo>
                    <a:pt x="9132082" y="174844"/>
                  </a:lnTo>
                  <a:lnTo>
                    <a:pt x="9181888" y="153091"/>
                  </a:lnTo>
                  <a:lnTo>
                    <a:pt x="9234937" y="133514"/>
                  </a:lnTo>
                  <a:lnTo>
                    <a:pt x="9292052" y="115934"/>
                  </a:lnTo>
                  <a:lnTo>
                    <a:pt x="9354074" y="100141"/>
                  </a:lnTo>
                  <a:lnTo>
                    <a:pt x="9421804" y="85928"/>
                  </a:lnTo>
                  <a:lnTo>
                    <a:pt x="9495931" y="73109"/>
                  </a:lnTo>
                  <a:lnTo>
                    <a:pt x="9576926" y="61527"/>
                  </a:lnTo>
                  <a:lnTo>
                    <a:pt x="9664907" y="51060"/>
                  </a:lnTo>
                  <a:lnTo>
                    <a:pt x="9759467" y="41624"/>
                  </a:lnTo>
                  <a:lnTo>
                    <a:pt x="9859483" y="33172"/>
                  </a:lnTo>
                  <a:lnTo>
                    <a:pt x="9962956" y="25691"/>
                  </a:lnTo>
                  <a:lnTo>
                    <a:pt x="10066931" y="19194"/>
                  </a:lnTo>
                  <a:lnTo>
                    <a:pt x="10167598" y="13701"/>
                  </a:lnTo>
                  <a:lnTo>
                    <a:pt x="10260625" y="9229"/>
                  </a:lnTo>
                  <a:lnTo>
                    <a:pt x="10341755" y="5766"/>
                  </a:lnTo>
                  <a:lnTo>
                    <a:pt x="10407546" y="3254"/>
                  </a:lnTo>
                  <a:lnTo>
                    <a:pt x="10456085" y="1588"/>
                  </a:lnTo>
                  <a:lnTo>
                    <a:pt x="10487459" y="615"/>
                  </a:lnTo>
                  <a:lnTo>
                    <a:pt x="10503867" y="153"/>
                  </a:lnTo>
                  <a:lnTo>
                    <a:pt x="10509433" y="11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38" name="pl2038"/>
            <p:cNvSpPr/>
            <p:nvPr/>
          </p:nvSpPr>
          <p:spPr>
            <a:xfrm>
              <a:off x="4799595" y="9834531"/>
              <a:ext cx="11981298" cy="1193257"/>
            </a:xfrm>
            <a:custGeom>
              <a:avLst/>
              <a:pathLst>
                <a:path w="11981298" h="1193257">
                  <a:moveTo>
                    <a:pt x="11981298" y="0"/>
                  </a:moveTo>
                  <a:lnTo>
                    <a:pt x="10509911" y="0"/>
                  </a:lnTo>
                  <a:lnTo>
                    <a:pt x="10508690" y="29"/>
                  </a:lnTo>
                  <a:lnTo>
                    <a:pt x="10500680" y="239"/>
                  </a:lnTo>
                  <a:lnTo>
                    <a:pt x="10480531" y="821"/>
                  </a:lnTo>
                  <a:lnTo>
                    <a:pt x="10444616" y="1966"/>
                  </a:lnTo>
                  <a:lnTo>
                    <a:pt x="10391300" y="3849"/>
                  </a:lnTo>
                  <a:lnTo>
                    <a:pt x="10321069" y="6611"/>
                  </a:lnTo>
                  <a:lnTo>
                    <a:pt x="10236312" y="10345"/>
                  </a:lnTo>
                  <a:lnTo>
                    <a:pt x="10140767" y="15095"/>
                  </a:lnTo>
                  <a:lnTo>
                    <a:pt x="10038784" y="20864"/>
                  </a:lnTo>
                  <a:lnTo>
                    <a:pt x="9934600" y="27631"/>
                  </a:lnTo>
                  <a:lnTo>
                    <a:pt x="9831815" y="35376"/>
                  </a:lnTo>
                  <a:lnTo>
                    <a:pt x="9733126" y="44094"/>
                  </a:lnTo>
                  <a:lnTo>
                    <a:pt x="9640279" y="53804"/>
                  </a:lnTo>
                  <a:lnTo>
                    <a:pt x="9554185" y="64565"/>
                  </a:lnTo>
                  <a:lnTo>
                    <a:pt x="9475088" y="76470"/>
                  </a:lnTo>
                  <a:lnTo>
                    <a:pt x="9402760" y="89651"/>
                  </a:lnTo>
                  <a:lnTo>
                    <a:pt x="9336659" y="104275"/>
                  </a:lnTo>
                  <a:lnTo>
                    <a:pt x="9276055" y="120533"/>
                  </a:lnTo>
                  <a:lnTo>
                    <a:pt x="9220130" y="138637"/>
                  </a:lnTo>
                  <a:lnTo>
                    <a:pt x="9168043" y="158790"/>
                  </a:lnTo>
                  <a:lnTo>
                    <a:pt x="9118985" y="181158"/>
                  </a:lnTo>
                  <a:lnTo>
                    <a:pt x="9084767" y="198876"/>
                  </a:lnTo>
                  <a:lnTo>
                    <a:pt x="9035585" y="227482"/>
                  </a:lnTo>
                  <a:lnTo>
                    <a:pt x="8987895" y="258836"/>
                  </a:lnTo>
                  <a:lnTo>
                    <a:pt x="8941164" y="292982"/>
                  </a:lnTo>
                  <a:lnTo>
                    <a:pt x="8894996" y="329885"/>
                  </a:lnTo>
                  <a:lnTo>
                    <a:pt x="8849106" y="369415"/>
                  </a:lnTo>
                  <a:lnTo>
                    <a:pt x="8803299" y="411345"/>
                  </a:lnTo>
                  <a:lnTo>
                    <a:pt x="8757460" y="455349"/>
                  </a:lnTo>
                  <a:lnTo>
                    <a:pt x="8711537" y="501008"/>
                  </a:lnTo>
                  <a:lnTo>
                    <a:pt x="8665529" y="547825"/>
                  </a:lnTo>
                  <a:lnTo>
                    <a:pt x="8619468" y="595244"/>
                  </a:lnTo>
                  <a:lnTo>
                    <a:pt x="8573406" y="642681"/>
                  </a:lnTo>
                  <a:lnTo>
                    <a:pt x="8527394" y="689548"/>
                  </a:lnTo>
                  <a:lnTo>
                    <a:pt x="8481465" y="735289"/>
                  </a:lnTo>
                  <a:lnTo>
                    <a:pt x="8435622" y="779402"/>
                  </a:lnTo>
                  <a:lnTo>
                    <a:pt x="8389816" y="821463"/>
                  </a:lnTo>
                  <a:lnTo>
                    <a:pt x="8343935" y="861140"/>
                  </a:lnTo>
                  <a:lnTo>
                    <a:pt x="8297791" y="898200"/>
                  </a:lnTo>
                  <a:lnTo>
                    <a:pt x="8251102" y="932509"/>
                  </a:lnTo>
                  <a:lnTo>
                    <a:pt x="8203481" y="964025"/>
                  </a:lnTo>
                  <a:lnTo>
                    <a:pt x="8154404" y="992788"/>
                  </a:lnTo>
                  <a:lnTo>
                    <a:pt x="8151487" y="994381"/>
                  </a:lnTo>
                  <a:lnTo>
                    <a:pt x="8104172" y="1018413"/>
                  </a:lnTo>
                  <a:lnTo>
                    <a:pt x="8054365" y="1040166"/>
                  </a:lnTo>
                  <a:lnTo>
                    <a:pt x="8001316" y="1059742"/>
                  </a:lnTo>
                  <a:lnTo>
                    <a:pt x="7944201" y="1077323"/>
                  </a:lnTo>
                  <a:lnTo>
                    <a:pt x="7882179" y="1093116"/>
                  </a:lnTo>
                  <a:lnTo>
                    <a:pt x="7814449" y="1107329"/>
                  </a:lnTo>
                  <a:lnTo>
                    <a:pt x="7740323" y="1120147"/>
                  </a:lnTo>
                  <a:lnTo>
                    <a:pt x="7659327" y="1131730"/>
                  </a:lnTo>
                  <a:lnTo>
                    <a:pt x="7571346" y="1142197"/>
                  </a:lnTo>
                  <a:lnTo>
                    <a:pt x="7476787" y="1151633"/>
                  </a:lnTo>
                  <a:lnTo>
                    <a:pt x="7376771" y="1160085"/>
                  </a:lnTo>
                  <a:lnTo>
                    <a:pt x="7273298" y="1167565"/>
                  </a:lnTo>
                  <a:lnTo>
                    <a:pt x="7169322" y="1174063"/>
                  </a:lnTo>
                  <a:lnTo>
                    <a:pt x="7068655" y="1179556"/>
                  </a:lnTo>
                  <a:lnTo>
                    <a:pt x="6975628" y="1184027"/>
                  </a:lnTo>
                  <a:lnTo>
                    <a:pt x="6894498" y="1187491"/>
                  </a:lnTo>
                  <a:lnTo>
                    <a:pt x="6828707" y="1190003"/>
                  </a:lnTo>
                  <a:lnTo>
                    <a:pt x="6780168" y="1191669"/>
                  </a:lnTo>
                  <a:lnTo>
                    <a:pt x="6748794" y="1192642"/>
                  </a:lnTo>
                  <a:lnTo>
                    <a:pt x="6732386" y="1193103"/>
                  </a:lnTo>
                  <a:lnTo>
                    <a:pt x="6726820" y="1193246"/>
                  </a:lnTo>
                  <a:lnTo>
                    <a:pt x="6726343" y="1193257"/>
                  </a:lnTo>
                  <a:lnTo>
                    <a:pt x="5254955" y="1193257"/>
                  </a:lnTo>
                  <a:lnTo>
                    <a:pt x="5253717" y="1193254"/>
                  </a:lnTo>
                  <a:lnTo>
                    <a:pt x="5245597" y="1193231"/>
                  </a:lnTo>
                  <a:lnTo>
                    <a:pt x="5225179" y="1193166"/>
                  </a:lnTo>
                  <a:lnTo>
                    <a:pt x="5188807" y="1193039"/>
                  </a:lnTo>
                  <a:lnTo>
                    <a:pt x="5134859" y="1192829"/>
                  </a:lnTo>
                  <a:lnTo>
                    <a:pt x="5063873" y="1192523"/>
                  </a:lnTo>
                  <a:lnTo>
                    <a:pt x="4978314" y="1192108"/>
                  </a:lnTo>
                  <a:lnTo>
                    <a:pt x="4882007" y="1191581"/>
                  </a:lnTo>
                  <a:lnTo>
                    <a:pt x="4779368" y="1190941"/>
                  </a:lnTo>
                  <a:lnTo>
                    <a:pt x="4674680" y="1190191"/>
                  </a:lnTo>
                  <a:lnTo>
                    <a:pt x="4571556" y="1189333"/>
                  </a:lnTo>
                  <a:lnTo>
                    <a:pt x="4472681" y="1188367"/>
                  </a:lnTo>
                  <a:lnTo>
                    <a:pt x="4379778" y="1187291"/>
                  </a:lnTo>
                  <a:lnTo>
                    <a:pt x="4293724" y="1186098"/>
                  </a:lnTo>
                  <a:lnTo>
                    <a:pt x="4214733" y="1184778"/>
                  </a:lnTo>
                  <a:lnTo>
                    <a:pt x="4142544" y="1183316"/>
                  </a:lnTo>
                  <a:lnTo>
                    <a:pt x="4076590" y="1181692"/>
                  </a:lnTo>
                  <a:lnTo>
                    <a:pt x="4016121" y="1179886"/>
                  </a:lnTo>
                  <a:lnTo>
                    <a:pt x="3960304" y="1177873"/>
                  </a:lnTo>
                  <a:lnTo>
                    <a:pt x="3908284" y="1175632"/>
                  </a:lnTo>
                  <a:lnTo>
                    <a:pt x="3859249" y="1173145"/>
                  </a:lnTo>
                  <a:lnTo>
                    <a:pt x="3829811" y="1171463"/>
                  </a:lnTo>
                  <a:lnTo>
                    <a:pt x="3773694" y="1167852"/>
                  </a:lnTo>
                  <a:lnTo>
                    <a:pt x="3719420" y="1163847"/>
                  </a:lnTo>
                  <a:lnTo>
                    <a:pt x="3666241" y="1159441"/>
                  </a:lnTo>
                  <a:lnTo>
                    <a:pt x="3613625" y="1154647"/>
                  </a:lnTo>
                  <a:lnTo>
                    <a:pt x="3561214" y="1149494"/>
                  </a:lnTo>
                  <a:lnTo>
                    <a:pt x="3508797" y="1144029"/>
                  </a:lnTo>
                  <a:lnTo>
                    <a:pt x="3456277" y="1138319"/>
                  </a:lnTo>
                  <a:lnTo>
                    <a:pt x="3403647" y="1132443"/>
                  </a:lnTo>
                  <a:lnTo>
                    <a:pt x="3350958" y="1126493"/>
                  </a:lnTo>
                  <a:lnTo>
                    <a:pt x="3298287" y="1120565"/>
                  </a:lnTo>
                  <a:lnTo>
                    <a:pt x="3245704" y="1114755"/>
                  </a:lnTo>
                  <a:lnTo>
                    <a:pt x="3193238" y="1109149"/>
                  </a:lnTo>
                  <a:lnTo>
                    <a:pt x="3140842" y="1103822"/>
                  </a:lnTo>
                  <a:lnTo>
                    <a:pt x="3088371" y="1098830"/>
                  </a:lnTo>
                  <a:lnTo>
                    <a:pt x="3035548" y="1094214"/>
                  </a:lnTo>
                  <a:lnTo>
                    <a:pt x="2981939" y="1089993"/>
                  </a:lnTo>
                  <a:lnTo>
                    <a:pt x="2926919" y="1086172"/>
                  </a:lnTo>
                  <a:lnTo>
                    <a:pt x="2896531" y="1084284"/>
                  </a:lnTo>
                  <a:lnTo>
                    <a:pt x="2848985" y="1081638"/>
                  </a:lnTo>
                  <a:lnTo>
                    <a:pt x="2798920" y="1079245"/>
                  </a:lnTo>
                  <a:lnTo>
                    <a:pt x="2745573" y="1077092"/>
                  </a:lnTo>
                  <a:lnTo>
                    <a:pt x="2688110" y="1075160"/>
                  </a:lnTo>
                  <a:lnTo>
                    <a:pt x="2625677" y="1073425"/>
                  </a:lnTo>
                  <a:lnTo>
                    <a:pt x="2557462" y="1071864"/>
                  </a:lnTo>
                  <a:lnTo>
                    <a:pt x="2482773" y="1070457"/>
                  </a:lnTo>
                  <a:lnTo>
                    <a:pt x="2401139" y="1069186"/>
                  </a:lnTo>
                  <a:lnTo>
                    <a:pt x="2312457" y="1068038"/>
                  </a:lnTo>
                  <a:lnTo>
                    <a:pt x="2217168" y="1067004"/>
                  </a:lnTo>
                  <a:lnTo>
                    <a:pt x="2116445" y="1066079"/>
                  </a:lnTo>
                  <a:lnTo>
                    <a:pt x="2012366" y="1065261"/>
                  </a:lnTo>
                  <a:lnTo>
                    <a:pt x="1907979" y="1064552"/>
                  </a:lnTo>
                  <a:lnTo>
                    <a:pt x="1807194" y="1063955"/>
                  </a:lnTo>
                  <a:lnTo>
                    <a:pt x="1714419" y="1063470"/>
                  </a:lnTo>
                  <a:lnTo>
                    <a:pt x="1633940" y="1063097"/>
                  </a:lnTo>
                  <a:lnTo>
                    <a:pt x="1569156" y="1062828"/>
                  </a:lnTo>
                  <a:lnTo>
                    <a:pt x="1521859" y="1062651"/>
                  </a:lnTo>
                  <a:lnTo>
                    <a:pt x="1491782" y="1062550"/>
                  </a:lnTo>
                  <a:lnTo>
                    <a:pt x="1476510" y="1062503"/>
                  </a:lnTo>
                  <a:lnTo>
                    <a:pt x="1471695" y="1062490"/>
                  </a:lnTo>
                  <a:lnTo>
                    <a:pt x="1471387" y="1062489"/>
                  </a:lnTo>
                  <a:lnTo>
                    <a:pt x="0" y="106248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39" name="pg2039"/>
            <p:cNvSpPr/>
            <p:nvPr/>
          </p:nvSpPr>
          <p:spPr>
            <a:xfrm>
              <a:off x="4799595" y="4170643"/>
              <a:ext cx="11981298" cy="6677339"/>
            </a:xfrm>
            <a:custGeom>
              <a:avLst/>
              <a:pathLst>
                <a:path w="11981298" h="6677339">
                  <a:moveTo>
                    <a:pt x="0" y="6677339"/>
                  </a:moveTo>
                  <a:lnTo>
                    <a:pt x="1471387" y="6677339"/>
                  </a:lnTo>
                  <a:lnTo>
                    <a:pt x="1472162" y="6677236"/>
                  </a:lnTo>
                  <a:lnTo>
                    <a:pt x="1477293" y="6676499"/>
                  </a:lnTo>
                  <a:lnTo>
                    <a:pt x="1490366" y="6674465"/>
                  </a:lnTo>
                  <a:lnTo>
                    <a:pt x="1514076" y="6670453"/>
                  </a:lnTo>
                  <a:lnTo>
                    <a:pt x="1550107" y="6663807"/>
                  </a:lnTo>
                  <a:lnTo>
                    <a:pt x="1599009" y="6653942"/>
                  </a:lnTo>
                  <a:lnTo>
                    <a:pt x="1660196" y="6640395"/>
                  </a:lnTo>
                  <a:lnTo>
                    <a:pt x="1732078" y="6622852"/>
                  </a:lnTo>
                  <a:lnTo>
                    <a:pt x="1812329" y="6601151"/>
                  </a:lnTo>
                  <a:lnTo>
                    <a:pt x="1898239" y="6575256"/>
                  </a:lnTo>
                  <a:lnTo>
                    <a:pt x="1987056" y="6545219"/>
                  </a:lnTo>
                  <a:lnTo>
                    <a:pt x="2076270" y="6511120"/>
                  </a:lnTo>
                  <a:lnTo>
                    <a:pt x="2163805" y="6473025"/>
                  </a:lnTo>
                  <a:lnTo>
                    <a:pt x="2248093" y="6430938"/>
                  </a:lnTo>
                  <a:lnTo>
                    <a:pt x="2328075" y="6384775"/>
                  </a:lnTo>
                  <a:lnTo>
                    <a:pt x="2403149" y="6334347"/>
                  </a:lnTo>
                  <a:lnTo>
                    <a:pt x="2473083" y="6279351"/>
                  </a:lnTo>
                  <a:lnTo>
                    <a:pt x="2537933" y="6219370"/>
                  </a:lnTo>
                  <a:lnTo>
                    <a:pt x="2597954" y="6153877"/>
                  </a:lnTo>
                  <a:lnTo>
                    <a:pt x="2653541" y="6082250"/>
                  </a:lnTo>
                  <a:lnTo>
                    <a:pt x="2705171" y="6003790"/>
                  </a:lnTo>
                  <a:lnTo>
                    <a:pt x="2753362" y="5917755"/>
                  </a:lnTo>
                  <a:lnTo>
                    <a:pt x="2798646" y="5823419"/>
                  </a:lnTo>
                  <a:lnTo>
                    <a:pt x="2841541" y="5720149"/>
                  </a:lnTo>
                  <a:lnTo>
                    <a:pt x="2882525" y="5607544"/>
                  </a:lnTo>
                  <a:lnTo>
                    <a:pt x="2896531" y="5565811"/>
                  </a:lnTo>
                  <a:lnTo>
                    <a:pt x="2922308" y="5484629"/>
                  </a:lnTo>
                  <a:lnTo>
                    <a:pt x="2947601" y="5399368"/>
                  </a:lnTo>
                  <a:lnTo>
                    <a:pt x="2972501" y="5309951"/>
                  </a:lnTo>
                  <a:lnTo>
                    <a:pt x="2997086" y="5216330"/>
                  </a:lnTo>
                  <a:lnTo>
                    <a:pt x="3021424" y="5118487"/>
                  </a:lnTo>
                  <a:lnTo>
                    <a:pt x="3045573" y="5016440"/>
                  </a:lnTo>
                  <a:lnTo>
                    <a:pt x="3069581" y="4910241"/>
                  </a:lnTo>
                  <a:lnTo>
                    <a:pt x="3093492" y="4799982"/>
                  </a:lnTo>
                  <a:lnTo>
                    <a:pt x="3117338" y="4685794"/>
                  </a:lnTo>
                  <a:lnTo>
                    <a:pt x="3141150" y="4567848"/>
                  </a:lnTo>
                  <a:lnTo>
                    <a:pt x="3164947" y="4446357"/>
                  </a:lnTo>
                  <a:lnTo>
                    <a:pt x="3188747" y="4321572"/>
                  </a:lnTo>
                  <a:lnTo>
                    <a:pt x="3212562" y="4193787"/>
                  </a:lnTo>
                  <a:lnTo>
                    <a:pt x="3236399" y="4063330"/>
                  </a:lnTo>
                  <a:lnTo>
                    <a:pt x="3260259" y="3930564"/>
                  </a:lnTo>
                  <a:lnTo>
                    <a:pt x="3284145" y="3795882"/>
                  </a:lnTo>
                  <a:lnTo>
                    <a:pt x="3308052" y="3659704"/>
                  </a:lnTo>
                  <a:lnTo>
                    <a:pt x="3331975" y="3522468"/>
                  </a:lnTo>
                  <a:lnTo>
                    <a:pt x="3355908" y="3384628"/>
                  </a:lnTo>
                  <a:lnTo>
                    <a:pt x="3379844" y="3246648"/>
                  </a:lnTo>
                  <a:lnTo>
                    <a:pt x="3403774" y="3108991"/>
                  </a:lnTo>
                  <a:lnTo>
                    <a:pt x="3427692" y="2972117"/>
                  </a:lnTo>
                  <a:lnTo>
                    <a:pt x="3451591" y="2836475"/>
                  </a:lnTo>
                  <a:lnTo>
                    <a:pt x="3475467" y="2702498"/>
                  </a:lnTo>
                  <a:lnTo>
                    <a:pt x="3499318" y="2570595"/>
                  </a:lnTo>
                  <a:lnTo>
                    <a:pt x="3523145" y="2441146"/>
                  </a:lnTo>
                  <a:lnTo>
                    <a:pt x="3546953" y="2314504"/>
                  </a:lnTo>
                  <a:lnTo>
                    <a:pt x="3570751" y="2190982"/>
                  </a:lnTo>
                  <a:lnTo>
                    <a:pt x="3594551" y="2070856"/>
                  </a:lnTo>
                  <a:lnTo>
                    <a:pt x="3618374" y="1954364"/>
                  </a:lnTo>
                  <a:lnTo>
                    <a:pt x="3642242" y="1841703"/>
                  </a:lnTo>
                  <a:lnTo>
                    <a:pt x="3666186" y="1733027"/>
                  </a:lnTo>
                  <a:lnTo>
                    <a:pt x="3690245" y="1628451"/>
                  </a:lnTo>
                  <a:lnTo>
                    <a:pt x="3714461" y="1528053"/>
                  </a:lnTo>
                  <a:lnTo>
                    <a:pt x="3738889" y="1431870"/>
                  </a:lnTo>
                  <a:lnTo>
                    <a:pt x="3763589" y="1339905"/>
                  </a:lnTo>
                  <a:lnTo>
                    <a:pt x="3788634" y="1252130"/>
                  </a:lnTo>
                  <a:lnTo>
                    <a:pt x="3814105" y="1168483"/>
                  </a:lnTo>
                  <a:lnTo>
                    <a:pt x="3829811" y="1119700"/>
                  </a:lnTo>
                  <a:lnTo>
                    <a:pt x="3870228" y="1003797"/>
                  </a:lnTo>
                  <a:lnTo>
                    <a:pt x="3912400" y="897281"/>
                  </a:lnTo>
                  <a:lnTo>
                    <a:pt x="3956788" y="799874"/>
                  </a:lnTo>
                  <a:lnTo>
                    <a:pt x="4003899" y="711007"/>
                  </a:lnTo>
                  <a:lnTo>
                    <a:pt x="4054262" y="629974"/>
                  </a:lnTo>
                  <a:lnTo>
                    <a:pt x="4108404" y="556032"/>
                  </a:lnTo>
                  <a:lnTo>
                    <a:pt x="4166819" y="488462"/>
                  </a:lnTo>
                  <a:lnTo>
                    <a:pt x="4229937" y="426612"/>
                  </a:lnTo>
                  <a:lnTo>
                    <a:pt x="4298069" y="369921"/>
                  </a:lnTo>
                  <a:lnTo>
                    <a:pt x="4371350" y="317931"/>
                  </a:lnTo>
                  <a:lnTo>
                    <a:pt x="4449658" y="270299"/>
                  </a:lnTo>
                  <a:lnTo>
                    <a:pt x="4532530" y="226796"/>
                  </a:lnTo>
                  <a:lnTo>
                    <a:pt x="4619077" y="187304"/>
                  </a:lnTo>
                  <a:lnTo>
                    <a:pt x="4707914" y="151798"/>
                  </a:lnTo>
                  <a:lnTo>
                    <a:pt x="4797136" y="120326"/>
                  </a:lnTo>
                  <a:lnTo>
                    <a:pt x="4884372" y="92970"/>
                  </a:lnTo>
                  <a:lnTo>
                    <a:pt x="4966927" y="69796"/>
                  </a:lnTo>
                  <a:lnTo>
                    <a:pt x="5042037" y="50805"/>
                  </a:lnTo>
                  <a:lnTo>
                    <a:pt x="5107202" y="35884"/>
                  </a:lnTo>
                  <a:lnTo>
                    <a:pt x="5160537" y="24773"/>
                  </a:lnTo>
                  <a:lnTo>
                    <a:pt x="5201080" y="17058"/>
                  </a:lnTo>
                  <a:lnTo>
                    <a:pt x="5228978" y="12194"/>
                  </a:lnTo>
                  <a:lnTo>
                    <a:pt x="5245525" y="9544"/>
                  </a:lnTo>
                  <a:lnTo>
                    <a:pt x="5253078" y="8429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121" y="8276"/>
                  </a:lnTo>
                  <a:lnTo>
                    <a:pt x="6732279" y="9009"/>
                  </a:lnTo>
                  <a:lnTo>
                    <a:pt x="6745418" y="11034"/>
                  </a:lnTo>
                  <a:lnTo>
                    <a:pt x="6769244" y="15028"/>
                  </a:lnTo>
                  <a:lnTo>
                    <a:pt x="6805441" y="21644"/>
                  </a:lnTo>
                  <a:lnTo>
                    <a:pt x="6854555" y="31464"/>
                  </a:lnTo>
                  <a:lnTo>
                    <a:pt x="6915986" y="44946"/>
                  </a:lnTo>
                  <a:lnTo>
                    <a:pt x="6988124" y="62402"/>
                  </a:lnTo>
                  <a:lnTo>
                    <a:pt x="7068624" y="83992"/>
                  </a:lnTo>
                  <a:lnTo>
                    <a:pt x="7154759" y="109749"/>
                  </a:lnTo>
                  <a:lnTo>
                    <a:pt x="7243762" y="139621"/>
                  </a:lnTo>
                  <a:lnTo>
                    <a:pt x="7333120" y="173527"/>
                  </a:lnTo>
                  <a:lnTo>
                    <a:pt x="7420753" y="211403"/>
                  </a:lnTo>
                  <a:lnTo>
                    <a:pt x="7505097" y="253248"/>
                  </a:lnTo>
                  <a:lnTo>
                    <a:pt x="7585101" y="299146"/>
                  </a:lnTo>
                  <a:lnTo>
                    <a:pt x="7660168" y="349289"/>
                  </a:lnTo>
                  <a:lnTo>
                    <a:pt x="7730075" y="403981"/>
                  </a:lnTo>
                  <a:lnTo>
                    <a:pt x="7794885" y="463642"/>
                  </a:lnTo>
                  <a:lnTo>
                    <a:pt x="7854860" y="528799"/>
                  </a:lnTo>
                  <a:lnTo>
                    <a:pt x="7910400" y="600074"/>
                  </a:lnTo>
                  <a:lnTo>
                    <a:pt x="7961986" y="678164"/>
                  </a:lnTo>
                  <a:lnTo>
                    <a:pt x="8010143" y="763809"/>
                  </a:lnTo>
                  <a:lnTo>
                    <a:pt x="8055402" y="857731"/>
                  </a:lnTo>
                  <a:lnTo>
                    <a:pt x="8098283" y="960552"/>
                  </a:lnTo>
                  <a:lnTo>
                    <a:pt x="8139267" y="1072658"/>
                  </a:lnTo>
                  <a:lnTo>
                    <a:pt x="8151487" y="1108803"/>
                  </a:lnTo>
                  <a:lnTo>
                    <a:pt x="8177384" y="1189579"/>
                  </a:lnTo>
                  <a:lnTo>
                    <a:pt x="8202794" y="1274432"/>
                  </a:lnTo>
                  <a:lnTo>
                    <a:pt x="8227808" y="1363440"/>
                  </a:lnTo>
                  <a:lnTo>
                    <a:pt x="8252504" y="1456651"/>
                  </a:lnTo>
                  <a:lnTo>
                    <a:pt x="8276952" y="1554082"/>
                  </a:lnTo>
                  <a:lnTo>
                    <a:pt x="8301211" y="1655715"/>
                  </a:lnTo>
                  <a:lnTo>
                    <a:pt x="8325329" y="1761495"/>
                  </a:lnTo>
                  <a:lnTo>
                    <a:pt x="8349350" y="1871330"/>
                  </a:lnTo>
                  <a:lnTo>
                    <a:pt x="8373308" y="1985087"/>
                  </a:lnTo>
                  <a:lnTo>
                    <a:pt x="8397230" y="2102592"/>
                  </a:lnTo>
                  <a:lnTo>
                    <a:pt x="8421140" y="2223630"/>
                  </a:lnTo>
                  <a:lnTo>
                    <a:pt x="8445054" y="2347945"/>
                  </a:lnTo>
                  <a:lnTo>
                    <a:pt x="8468982" y="2475242"/>
                  </a:lnTo>
                  <a:lnTo>
                    <a:pt x="8492932" y="2605188"/>
                  </a:lnTo>
                  <a:lnTo>
                    <a:pt x="8516908" y="2737418"/>
                  </a:lnTo>
                  <a:lnTo>
                    <a:pt x="8540908" y="2871533"/>
                  </a:lnTo>
                  <a:lnTo>
                    <a:pt x="8564929" y="3007112"/>
                  </a:lnTo>
                  <a:lnTo>
                    <a:pt x="8588967" y="3143711"/>
                  </a:lnTo>
                  <a:lnTo>
                    <a:pt x="8613014" y="3280875"/>
                  </a:lnTo>
                  <a:lnTo>
                    <a:pt x="8637062" y="3418138"/>
                  </a:lnTo>
                  <a:lnTo>
                    <a:pt x="8661105" y="3555034"/>
                  </a:lnTo>
                  <a:lnTo>
                    <a:pt x="8685134" y="3691102"/>
                  </a:lnTo>
                  <a:lnTo>
                    <a:pt x="8709144" y="3825893"/>
                  </a:lnTo>
                  <a:lnTo>
                    <a:pt x="8733130" y="3958974"/>
                  </a:lnTo>
                  <a:lnTo>
                    <a:pt x="8757091" y="4089937"/>
                  </a:lnTo>
                  <a:lnTo>
                    <a:pt x="8781028" y="4218404"/>
                  </a:lnTo>
                  <a:lnTo>
                    <a:pt x="8804947" y="4344025"/>
                  </a:lnTo>
                  <a:lnTo>
                    <a:pt x="8828856" y="4466490"/>
                  </a:lnTo>
                  <a:lnTo>
                    <a:pt x="8852771" y="4585526"/>
                  </a:lnTo>
                  <a:lnTo>
                    <a:pt x="8876711" y="4700900"/>
                  </a:lnTo>
                  <a:lnTo>
                    <a:pt x="8900701" y="4812421"/>
                  </a:lnTo>
                  <a:lnTo>
                    <a:pt x="8924773" y="4919939"/>
                  </a:lnTo>
                  <a:lnTo>
                    <a:pt x="8948966" y="5023344"/>
                  </a:lnTo>
                  <a:lnTo>
                    <a:pt x="8973327" y="5122566"/>
                  </a:lnTo>
                  <a:lnTo>
                    <a:pt x="8997910" y="5217571"/>
                  </a:lnTo>
                  <a:lnTo>
                    <a:pt x="9022780" y="5308362"/>
                  </a:lnTo>
                  <a:lnTo>
                    <a:pt x="9048011" y="5394974"/>
                  </a:lnTo>
                  <a:lnTo>
                    <a:pt x="9073689" y="5477472"/>
                  </a:lnTo>
                  <a:lnTo>
                    <a:pt x="9084767" y="5511325"/>
                  </a:lnTo>
                  <a:lnTo>
                    <a:pt x="9125257" y="5626287"/>
                  </a:lnTo>
                  <a:lnTo>
                    <a:pt x="9167509" y="5731922"/>
                  </a:lnTo>
                  <a:lnTo>
                    <a:pt x="9211987" y="5828508"/>
                  </a:lnTo>
                  <a:lnTo>
                    <a:pt x="9259201" y="5916610"/>
                  </a:lnTo>
                  <a:lnTo>
                    <a:pt x="9309682" y="5996931"/>
                  </a:lnTo>
                  <a:lnTo>
                    <a:pt x="9363960" y="6070213"/>
                  </a:lnTo>
                  <a:lnTo>
                    <a:pt x="9422531" y="6137171"/>
                  </a:lnTo>
                  <a:lnTo>
                    <a:pt x="9485827" y="6198452"/>
                  </a:lnTo>
                  <a:lnTo>
                    <a:pt x="9554158" y="6254614"/>
                  </a:lnTo>
                  <a:lnTo>
                    <a:pt x="9627656" y="6306111"/>
                  </a:lnTo>
                  <a:lnTo>
                    <a:pt x="9706194" y="6353281"/>
                  </a:lnTo>
                  <a:lnTo>
                    <a:pt x="9789300" y="6396351"/>
                  </a:lnTo>
                  <a:lnTo>
                    <a:pt x="9876069" y="6435438"/>
                  </a:lnTo>
                  <a:lnTo>
                    <a:pt x="9965098" y="6470563"/>
                  </a:lnTo>
                  <a:lnTo>
                    <a:pt x="10054459" y="6501677"/>
                  </a:lnTo>
                  <a:lnTo>
                    <a:pt x="10141757" y="6528700"/>
                  </a:lnTo>
                  <a:lnTo>
                    <a:pt x="10224278" y="6551566"/>
                  </a:lnTo>
                  <a:lnTo>
                    <a:pt x="10299247" y="6570276"/>
                  </a:lnTo>
                  <a:lnTo>
                    <a:pt x="10364163" y="6584947"/>
                  </a:lnTo>
                  <a:lnTo>
                    <a:pt x="10417158" y="6595844"/>
                  </a:lnTo>
                  <a:lnTo>
                    <a:pt x="10457302" y="6603384"/>
                  </a:lnTo>
                  <a:lnTo>
                    <a:pt x="10484783" y="6608112"/>
                  </a:lnTo>
                  <a:lnTo>
                    <a:pt x="10500947" y="6610668"/>
                  </a:lnTo>
                  <a:lnTo>
                    <a:pt x="10508202" y="6611725"/>
                  </a:lnTo>
                  <a:lnTo>
                    <a:pt x="10509911" y="6611955"/>
                  </a:lnTo>
                  <a:lnTo>
                    <a:pt x="11981298" y="6611955"/>
                  </a:lnTo>
                  <a:lnTo>
                    <a:pt x="11981298" y="6603782"/>
                  </a:lnTo>
                  <a:lnTo>
                    <a:pt x="10509911" y="6603782"/>
                  </a:lnTo>
                  <a:lnTo>
                    <a:pt x="10509132" y="6603679"/>
                  </a:lnTo>
                  <a:lnTo>
                    <a:pt x="10503974" y="6602946"/>
                  </a:lnTo>
                  <a:lnTo>
                    <a:pt x="10490836" y="6600921"/>
                  </a:lnTo>
                  <a:lnTo>
                    <a:pt x="10467010" y="6596927"/>
                  </a:lnTo>
                  <a:lnTo>
                    <a:pt x="10430812" y="6590310"/>
                  </a:lnTo>
                  <a:lnTo>
                    <a:pt x="10381698" y="6580491"/>
                  </a:lnTo>
                  <a:lnTo>
                    <a:pt x="10320267" y="6567009"/>
                  </a:lnTo>
                  <a:lnTo>
                    <a:pt x="10248130" y="6549552"/>
                  </a:lnTo>
                  <a:lnTo>
                    <a:pt x="10167629" y="6527962"/>
                  </a:lnTo>
                  <a:lnTo>
                    <a:pt x="10081495" y="6502206"/>
                  </a:lnTo>
                  <a:lnTo>
                    <a:pt x="9992491" y="6472334"/>
                  </a:lnTo>
                  <a:lnTo>
                    <a:pt x="9903133" y="6438428"/>
                  </a:lnTo>
                  <a:lnTo>
                    <a:pt x="9815500" y="6400551"/>
                  </a:lnTo>
                  <a:lnTo>
                    <a:pt x="9731156" y="6358707"/>
                  </a:lnTo>
                  <a:lnTo>
                    <a:pt x="9651153" y="6312809"/>
                  </a:lnTo>
                  <a:lnTo>
                    <a:pt x="9576086" y="6262666"/>
                  </a:lnTo>
                  <a:lnTo>
                    <a:pt x="9506178" y="6207973"/>
                  </a:lnTo>
                  <a:lnTo>
                    <a:pt x="9441369" y="6148312"/>
                  </a:lnTo>
                  <a:lnTo>
                    <a:pt x="9381394" y="6083156"/>
                  </a:lnTo>
                  <a:lnTo>
                    <a:pt x="9325853" y="6011881"/>
                  </a:lnTo>
                  <a:lnTo>
                    <a:pt x="9274267" y="5933791"/>
                  </a:lnTo>
                  <a:lnTo>
                    <a:pt x="9226111" y="5848146"/>
                  </a:lnTo>
                  <a:lnTo>
                    <a:pt x="9180851" y="5754224"/>
                  </a:lnTo>
                  <a:lnTo>
                    <a:pt x="9137970" y="5651402"/>
                  </a:lnTo>
                  <a:lnTo>
                    <a:pt x="9096986" y="5539296"/>
                  </a:lnTo>
                  <a:lnTo>
                    <a:pt x="9084767" y="5503152"/>
                  </a:lnTo>
                  <a:lnTo>
                    <a:pt x="9058869" y="5422376"/>
                  </a:lnTo>
                  <a:lnTo>
                    <a:pt x="9033459" y="5337523"/>
                  </a:lnTo>
                  <a:lnTo>
                    <a:pt x="9008446" y="5248515"/>
                  </a:lnTo>
                  <a:lnTo>
                    <a:pt x="8983749" y="5155304"/>
                  </a:lnTo>
                  <a:lnTo>
                    <a:pt x="8959301" y="5057873"/>
                  </a:lnTo>
                  <a:lnTo>
                    <a:pt x="8935042" y="4956240"/>
                  </a:lnTo>
                  <a:lnTo>
                    <a:pt x="8910924" y="4850460"/>
                  </a:lnTo>
                  <a:lnTo>
                    <a:pt x="8886903" y="4740625"/>
                  </a:lnTo>
                  <a:lnTo>
                    <a:pt x="8862946" y="4626868"/>
                  </a:lnTo>
                  <a:lnTo>
                    <a:pt x="8839023" y="4509363"/>
                  </a:lnTo>
                  <a:lnTo>
                    <a:pt x="8815113" y="4388325"/>
                  </a:lnTo>
                  <a:lnTo>
                    <a:pt x="8791200" y="4264010"/>
                  </a:lnTo>
                  <a:lnTo>
                    <a:pt x="8767271" y="4136713"/>
                  </a:lnTo>
                  <a:lnTo>
                    <a:pt x="8743321" y="4006766"/>
                  </a:lnTo>
                  <a:lnTo>
                    <a:pt x="8719345" y="3874537"/>
                  </a:lnTo>
                  <a:lnTo>
                    <a:pt x="8695345" y="3740422"/>
                  </a:lnTo>
                  <a:lnTo>
                    <a:pt x="8671324" y="3604843"/>
                  </a:lnTo>
                  <a:lnTo>
                    <a:pt x="8647286" y="3468243"/>
                  </a:lnTo>
                  <a:lnTo>
                    <a:pt x="8623239" y="3331080"/>
                  </a:lnTo>
                  <a:lnTo>
                    <a:pt x="8599191" y="3193816"/>
                  </a:lnTo>
                  <a:lnTo>
                    <a:pt x="8575148" y="3056920"/>
                  </a:lnTo>
                  <a:lnTo>
                    <a:pt x="8551119" y="2920852"/>
                  </a:lnTo>
                  <a:lnTo>
                    <a:pt x="8527110" y="2786062"/>
                  </a:lnTo>
                  <a:lnTo>
                    <a:pt x="8503123" y="2652981"/>
                  </a:lnTo>
                  <a:lnTo>
                    <a:pt x="8479163" y="2522017"/>
                  </a:lnTo>
                  <a:lnTo>
                    <a:pt x="8455225" y="2393551"/>
                  </a:lnTo>
                  <a:lnTo>
                    <a:pt x="8431307" y="2267930"/>
                  </a:lnTo>
                  <a:lnTo>
                    <a:pt x="8407397" y="2145465"/>
                  </a:lnTo>
                  <a:lnTo>
                    <a:pt x="8383482" y="2026429"/>
                  </a:lnTo>
                  <a:lnTo>
                    <a:pt x="8359542" y="1911055"/>
                  </a:lnTo>
                  <a:lnTo>
                    <a:pt x="8335552" y="1799534"/>
                  </a:lnTo>
                  <a:lnTo>
                    <a:pt x="8311480" y="1692016"/>
                  </a:lnTo>
                  <a:lnTo>
                    <a:pt x="8287287" y="1588611"/>
                  </a:lnTo>
                  <a:lnTo>
                    <a:pt x="8262926" y="1489389"/>
                  </a:lnTo>
                  <a:lnTo>
                    <a:pt x="8238343" y="1394384"/>
                  </a:lnTo>
                  <a:lnTo>
                    <a:pt x="8213473" y="1303593"/>
                  </a:lnTo>
                  <a:lnTo>
                    <a:pt x="8188242" y="1216981"/>
                  </a:lnTo>
                  <a:lnTo>
                    <a:pt x="8162564" y="1134482"/>
                  </a:lnTo>
                  <a:lnTo>
                    <a:pt x="8151487" y="1100630"/>
                  </a:lnTo>
                  <a:lnTo>
                    <a:pt x="8110997" y="985667"/>
                  </a:lnTo>
                  <a:lnTo>
                    <a:pt x="8068744" y="880032"/>
                  </a:lnTo>
                  <a:lnTo>
                    <a:pt x="8024266" y="783447"/>
                  </a:lnTo>
                  <a:lnTo>
                    <a:pt x="7977052" y="695345"/>
                  </a:lnTo>
                  <a:lnTo>
                    <a:pt x="7926571" y="615023"/>
                  </a:lnTo>
                  <a:lnTo>
                    <a:pt x="7872294" y="541741"/>
                  </a:lnTo>
                  <a:lnTo>
                    <a:pt x="7813722" y="474784"/>
                  </a:lnTo>
                  <a:lnTo>
                    <a:pt x="7750426" y="413503"/>
                  </a:lnTo>
                  <a:lnTo>
                    <a:pt x="7682095" y="357341"/>
                  </a:lnTo>
                  <a:lnTo>
                    <a:pt x="7608597" y="305844"/>
                  </a:lnTo>
                  <a:lnTo>
                    <a:pt x="7530059" y="258674"/>
                  </a:lnTo>
                  <a:lnTo>
                    <a:pt x="7446953" y="215603"/>
                  </a:lnTo>
                  <a:lnTo>
                    <a:pt x="7360184" y="176516"/>
                  </a:lnTo>
                  <a:lnTo>
                    <a:pt x="7271156" y="141392"/>
                  </a:lnTo>
                  <a:lnTo>
                    <a:pt x="7181794" y="110277"/>
                  </a:lnTo>
                  <a:lnTo>
                    <a:pt x="7094496" y="83254"/>
                  </a:lnTo>
                  <a:lnTo>
                    <a:pt x="7011975" y="60389"/>
                  </a:lnTo>
                  <a:lnTo>
                    <a:pt x="6937006" y="41679"/>
                  </a:lnTo>
                  <a:lnTo>
                    <a:pt x="6872090" y="27007"/>
                  </a:lnTo>
                  <a:lnTo>
                    <a:pt x="6819095" y="16110"/>
                  </a:lnTo>
                  <a:lnTo>
                    <a:pt x="6778952" y="8571"/>
                  </a:lnTo>
                  <a:lnTo>
                    <a:pt x="6751470" y="3842"/>
                  </a:lnTo>
                  <a:lnTo>
                    <a:pt x="6735306" y="1287"/>
                  </a:lnTo>
                  <a:lnTo>
                    <a:pt x="6728051" y="230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181" y="103"/>
                  </a:lnTo>
                  <a:lnTo>
                    <a:pt x="5249049" y="840"/>
                  </a:lnTo>
                  <a:lnTo>
                    <a:pt x="5235977" y="2874"/>
                  </a:lnTo>
                  <a:lnTo>
                    <a:pt x="5212266" y="6885"/>
                  </a:lnTo>
                  <a:lnTo>
                    <a:pt x="5176235" y="13532"/>
                  </a:lnTo>
                  <a:lnTo>
                    <a:pt x="5127333" y="23397"/>
                  </a:lnTo>
                  <a:lnTo>
                    <a:pt x="5066146" y="36944"/>
                  </a:lnTo>
                  <a:lnTo>
                    <a:pt x="4994265" y="54486"/>
                  </a:lnTo>
                  <a:lnTo>
                    <a:pt x="4914013" y="76188"/>
                  </a:lnTo>
                  <a:lnTo>
                    <a:pt x="4828103" y="102082"/>
                  </a:lnTo>
                  <a:lnTo>
                    <a:pt x="4739287" y="132120"/>
                  </a:lnTo>
                  <a:lnTo>
                    <a:pt x="4650072" y="166218"/>
                  </a:lnTo>
                  <a:lnTo>
                    <a:pt x="4562537" y="204314"/>
                  </a:lnTo>
                  <a:lnTo>
                    <a:pt x="4478250" y="246401"/>
                  </a:lnTo>
                  <a:lnTo>
                    <a:pt x="4398267" y="292564"/>
                  </a:lnTo>
                  <a:lnTo>
                    <a:pt x="4323193" y="342991"/>
                  </a:lnTo>
                  <a:lnTo>
                    <a:pt x="4253259" y="397987"/>
                  </a:lnTo>
                  <a:lnTo>
                    <a:pt x="4188409" y="457969"/>
                  </a:lnTo>
                  <a:lnTo>
                    <a:pt x="4128388" y="523462"/>
                  </a:lnTo>
                  <a:lnTo>
                    <a:pt x="4072801" y="595089"/>
                  </a:lnTo>
                  <a:lnTo>
                    <a:pt x="4021171" y="673549"/>
                  </a:lnTo>
                  <a:lnTo>
                    <a:pt x="3972980" y="759583"/>
                  </a:lnTo>
                  <a:lnTo>
                    <a:pt x="3927696" y="853920"/>
                  </a:lnTo>
                  <a:lnTo>
                    <a:pt x="3884801" y="957190"/>
                  </a:lnTo>
                  <a:lnTo>
                    <a:pt x="3843817" y="1069794"/>
                  </a:lnTo>
                  <a:lnTo>
                    <a:pt x="3829811" y="1111527"/>
                  </a:lnTo>
                  <a:lnTo>
                    <a:pt x="3804034" y="1192709"/>
                  </a:lnTo>
                  <a:lnTo>
                    <a:pt x="3778741" y="1277970"/>
                  </a:lnTo>
                  <a:lnTo>
                    <a:pt x="3753841" y="1367387"/>
                  </a:lnTo>
                  <a:lnTo>
                    <a:pt x="3729256" y="1461008"/>
                  </a:lnTo>
                  <a:lnTo>
                    <a:pt x="3704918" y="1558851"/>
                  </a:lnTo>
                  <a:lnTo>
                    <a:pt x="3680770" y="1660899"/>
                  </a:lnTo>
                  <a:lnTo>
                    <a:pt x="3656761" y="1767097"/>
                  </a:lnTo>
                  <a:lnTo>
                    <a:pt x="3632850" y="1877356"/>
                  </a:lnTo>
                  <a:lnTo>
                    <a:pt x="3609004" y="1991544"/>
                  </a:lnTo>
                  <a:lnTo>
                    <a:pt x="3585192" y="2109490"/>
                  </a:lnTo>
                  <a:lnTo>
                    <a:pt x="3561395" y="2230982"/>
                  </a:lnTo>
                  <a:lnTo>
                    <a:pt x="3537595" y="2355766"/>
                  </a:lnTo>
                  <a:lnTo>
                    <a:pt x="3513780" y="2483551"/>
                  </a:lnTo>
                  <a:lnTo>
                    <a:pt x="3489944" y="2614009"/>
                  </a:lnTo>
                  <a:lnTo>
                    <a:pt x="3466083" y="2746775"/>
                  </a:lnTo>
                  <a:lnTo>
                    <a:pt x="3442197" y="2881456"/>
                  </a:lnTo>
                  <a:lnTo>
                    <a:pt x="3418290" y="3017635"/>
                  </a:lnTo>
                  <a:lnTo>
                    <a:pt x="3394367" y="3154871"/>
                  </a:lnTo>
                  <a:lnTo>
                    <a:pt x="3370434" y="3292710"/>
                  </a:lnTo>
                  <a:lnTo>
                    <a:pt x="3346498" y="3430691"/>
                  </a:lnTo>
                  <a:lnTo>
                    <a:pt x="3322568" y="3568348"/>
                  </a:lnTo>
                  <a:lnTo>
                    <a:pt x="3298650" y="3705222"/>
                  </a:lnTo>
                  <a:lnTo>
                    <a:pt x="3274751" y="3840863"/>
                  </a:lnTo>
                  <a:lnTo>
                    <a:pt x="3250875" y="3974840"/>
                  </a:lnTo>
                  <a:lnTo>
                    <a:pt x="3227024" y="4106744"/>
                  </a:lnTo>
                  <a:lnTo>
                    <a:pt x="3203197" y="4236192"/>
                  </a:lnTo>
                  <a:lnTo>
                    <a:pt x="3179389" y="4362835"/>
                  </a:lnTo>
                  <a:lnTo>
                    <a:pt x="3155591" y="4486357"/>
                  </a:lnTo>
                  <a:lnTo>
                    <a:pt x="3131791" y="4606483"/>
                  </a:lnTo>
                  <a:lnTo>
                    <a:pt x="3107968" y="4722974"/>
                  </a:lnTo>
                  <a:lnTo>
                    <a:pt x="3084100" y="4835636"/>
                  </a:lnTo>
                  <a:lnTo>
                    <a:pt x="3060156" y="4944312"/>
                  </a:lnTo>
                  <a:lnTo>
                    <a:pt x="3036098" y="5048887"/>
                  </a:lnTo>
                  <a:lnTo>
                    <a:pt x="3011881" y="5149286"/>
                  </a:lnTo>
                  <a:lnTo>
                    <a:pt x="2987454" y="5245469"/>
                  </a:lnTo>
                  <a:lnTo>
                    <a:pt x="2962753" y="5337433"/>
                  </a:lnTo>
                  <a:lnTo>
                    <a:pt x="2937709" y="5425209"/>
                  </a:lnTo>
                  <a:lnTo>
                    <a:pt x="2912237" y="5508855"/>
                  </a:lnTo>
                  <a:lnTo>
                    <a:pt x="2896531" y="5557638"/>
                  </a:lnTo>
                  <a:lnTo>
                    <a:pt x="2856115" y="5673541"/>
                  </a:lnTo>
                  <a:lnTo>
                    <a:pt x="2813943" y="5780057"/>
                  </a:lnTo>
                  <a:lnTo>
                    <a:pt x="2769554" y="5877465"/>
                  </a:lnTo>
                  <a:lnTo>
                    <a:pt x="2722443" y="5966332"/>
                  </a:lnTo>
                  <a:lnTo>
                    <a:pt x="2672080" y="6047364"/>
                  </a:lnTo>
                  <a:lnTo>
                    <a:pt x="2617939" y="6121306"/>
                  </a:lnTo>
                  <a:lnTo>
                    <a:pt x="2559523" y="6188876"/>
                  </a:lnTo>
                  <a:lnTo>
                    <a:pt x="2496405" y="6250726"/>
                  </a:lnTo>
                  <a:lnTo>
                    <a:pt x="2428273" y="6307418"/>
                  </a:lnTo>
                  <a:lnTo>
                    <a:pt x="2354992" y="6359408"/>
                  </a:lnTo>
                  <a:lnTo>
                    <a:pt x="2276685" y="6407040"/>
                  </a:lnTo>
                  <a:lnTo>
                    <a:pt x="2193812" y="6450542"/>
                  </a:lnTo>
                  <a:lnTo>
                    <a:pt x="2107265" y="6490035"/>
                  </a:lnTo>
                  <a:lnTo>
                    <a:pt x="2018428" y="6525540"/>
                  </a:lnTo>
                  <a:lnTo>
                    <a:pt x="1929206" y="6557012"/>
                  </a:lnTo>
                  <a:lnTo>
                    <a:pt x="1841970" y="6584369"/>
                  </a:lnTo>
                  <a:lnTo>
                    <a:pt x="1759415" y="6607543"/>
                  </a:lnTo>
                  <a:lnTo>
                    <a:pt x="1684305" y="6626534"/>
                  </a:lnTo>
                  <a:lnTo>
                    <a:pt x="1619140" y="6641455"/>
                  </a:lnTo>
                  <a:lnTo>
                    <a:pt x="1565805" y="6652566"/>
                  </a:lnTo>
                  <a:lnTo>
                    <a:pt x="1525262" y="6660280"/>
                  </a:lnTo>
                  <a:lnTo>
                    <a:pt x="1497364" y="6665144"/>
                  </a:lnTo>
                  <a:lnTo>
                    <a:pt x="1480817" y="6667795"/>
                  </a:lnTo>
                  <a:lnTo>
                    <a:pt x="1473264" y="6668910"/>
                  </a:lnTo>
                  <a:lnTo>
                    <a:pt x="1471387" y="6669166"/>
                  </a:lnTo>
                  <a:lnTo>
                    <a:pt x="0" y="6669166"/>
                  </a:lnTo>
                  <a:close/>
                </a:path>
              </a:pathLst>
            </a:custGeom>
            <a:solidFill>
              <a:srgbClr val="C3CD83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2040" name="pl2040"/>
            <p:cNvSpPr/>
            <p:nvPr/>
          </p:nvSpPr>
          <p:spPr>
            <a:xfrm>
              <a:off x="4799595" y="4178816"/>
              <a:ext cx="11981298" cy="6669166"/>
            </a:xfrm>
            <a:custGeom>
              <a:avLst/>
              <a:pathLst>
                <a:path w="11981298" h="6669166">
                  <a:moveTo>
                    <a:pt x="0" y="6669166"/>
                  </a:moveTo>
                  <a:lnTo>
                    <a:pt x="1471387" y="6669166"/>
                  </a:lnTo>
                  <a:lnTo>
                    <a:pt x="1472162" y="6669063"/>
                  </a:lnTo>
                  <a:lnTo>
                    <a:pt x="1477293" y="6668326"/>
                  </a:lnTo>
                  <a:lnTo>
                    <a:pt x="1490366" y="6666292"/>
                  </a:lnTo>
                  <a:lnTo>
                    <a:pt x="1514076" y="6662280"/>
                  </a:lnTo>
                  <a:lnTo>
                    <a:pt x="1550107" y="6655634"/>
                  </a:lnTo>
                  <a:lnTo>
                    <a:pt x="1599009" y="6645769"/>
                  </a:lnTo>
                  <a:lnTo>
                    <a:pt x="1660196" y="6632222"/>
                  </a:lnTo>
                  <a:lnTo>
                    <a:pt x="1732078" y="6614679"/>
                  </a:lnTo>
                  <a:lnTo>
                    <a:pt x="1812329" y="6592978"/>
                  </a:lnTo>
                  <a:lnTo>
                    <a:pt x="1898239" y="6567083"/>
                  </a:lnTo>
                  <a:lnTo>
                    <a:pt x="1987056" y="6537046"/>
                  </a:lnTo>
                  <a:lnTo>
                    <a:pt x="2076270" y="6502947"/>
                  </a:lnTo>
                  <a:lnTo>
                    <a:pt x="2163805" y="6464852"/>
                  </a:lnTo>
                  <a:lnTo>
                    <a:pt x="2248093" y="6422765"/>
                  </a:lnTo>
                  <a:lnTo>
                    <a:pt x="2328075" y="6376602"/>
                  </a:lnTo>
                  <a:lnTo>
                    <a:pt x="2403149" y="6326174"/>
                  </a:lnTo>
                  <a:lnTo>
                    <a:pt x="2473083" y="6271178"/>
                  </a:lnTo>
                  <a:lnTo>
                    <a:pt x="2537933" y="6211197"/>
                  </a:lnTo>
                  <a:lnTo>
                    <a:pt x="2597954" y="6145704"/>
                  </a:lnTo>
                  <a:lnTo>
                    <a:pt x="2653541" y="6074077"/>
                  </a:lnTo>
                  <a:lnTo>
                    <a:pt x="2705171" y="5995617"/>
                  </a:lnTo>
                  <a:lnTo>
                    <a:pt x="2753362" y="5909582"/>
                  </a:lnTo>
                  <a:lnTo>
                    <a:pt x="2798646" y="5815246"/>
                  </a:lnTo>
                  <a:lnTo>
                    <a:pt x="2841541" y="5711976"/>
                  </a:lnTo>
                  <a:lnTo>
                    <a:pt x="2882525" y="5599371"/>
                  </a:lnTo>
                  <a:lnTo>
                    <a:pt x="2896531" y="5557638"/>
                  </a:lnTo>
                  <a:lnTo>
                    <a:pt x="2922308" y="5476456"/>
                  </a:lnTo>
                  <a:lnTo>
                    <a:pt x="2947601" y="5391195"/>
                  </a:lnTo>
                  <a:lnTo>
                    <a:pt x="2972501" y="5301778"/>
                  </a:lnTo>
                  <a:lnTo>
                    <a:pt x="2997086" y="5208157"/>
                  </a:lnTo>
                  <a:lnTo>
                    <a:pt x="3021424" y="5110314"/>
                  </a:lnTo>
                  <a:lnTo>
                    <a:pt x="3045573" y="5008267"/>
                  </a:lnTo>
                  <a:lnTo>
                    <a:pt x="3069581" y="4902068"/>
                  </a:lnTo>
                  <a:lnTo>
                    <a:pt x="3093492" y="4791809"/>
                  </a:lnTo>
                  <a:lnTo>
                    <a:pt x="3117338" y="4677621"/>
                  </a:lnTo>
                  <a:lnTo>
                    <a:pt x="3141150" y="4559675"/>
                  </a:lnTo>
                  <a:lnTo>
                    <a:pt x="3164947" y="4438184"/>
                  </a:lnTo>
                  <a:lnTo>
                    <a:pt x="3188747" y="4313399"/>
                  </a:lnTo>
                  <a:lnTo>
                    <a:pt x="3212562" y="4185614"/>
                  </a:lnTo>
                  <a:lnTo>
                    <a:pt x="3236399" y="4055157"/>
                  </a:lnTo>
                  <a:lnTo>
                    <a:pt x="3260259" y="3922391"/>
                  </a:lnTo>
                  <a:lnTo>
                    <a:pt x="3284145" y="3787709"/>
                  </a:lnTo>
                  <a:lnTo>
                    <a:pt x="3308052" y="3651531"/>
                  </a:lnTo>
                  <a:lnTo>
                    <a:pt x="3331975" y="3514295"/>
                  </a:lnTo>
                  <a:lnTo>
                    <a:pt x="3355908" y="3376455"/>
                  </a:lnTo>
                  <a:lnTo>
                    <a:pt x="3379844" y="3238475"/>
                  </a:lnTo>
                  <a:lnTo>
                    <a:pt x="3403774" y="3100818"/>
                  </a:lnTo>
                  <a:lnTo>
                    <a:pt x="3427692" y="2963944"/>
                  </a:lnTo>
                  <a:lnTo>
                    <a:pt x="3451591" y="2828302"/>
                  </a:lnTo>
                  <a:lnTo>
                    <a:pt x="3475467" y="2694325"/>
                  </a:lnTo>
                  <a:lnTo>
                    <a:pt x="3499318" y="2562422"/>
                  </a:lnTo>
                  <a:lnTo>
                    <a:pt x="3523145" y="2432973"/>
                  </a:lnTo>
                  <a:lnTo>
                    <a:pt x="3546953" y="2306331"/>
                  </a:lnTo>
                  <a:lnTo>
                    <a:pt x="3570751" y="2182809"/>
                  </a:lnTo>
                  <a:lnTo>
                    <a:pt x="3594551" y="2062683"/>
                  </a:lnTo>
                  <a:lnTo>
                    <a:pt x="3618374" y="1946191"/>
                  </a:lnTo>
                  <a:lnTo>
                    <a:pt x="3642242" y="1833530"/>
                  </a:lnTo>
                  <a:lnTo>
                    <a:pt x="3666186" y="1724854"/>
                  </a:lnTo>
                  <a:lnTo>
                    <a:pt x="3690245" y="1620278"/>
                  </a:lnTo>
                  <a:lnTo>
                    <a:pt x="3714461" y="1519880"/>
                  </a:lnTo>
                  <a:lnTo>
                    <a:pt x="3738889" y="1423697"/>
                  </a:lnTo>
                  <a:lnTo>
                    <a:pt x="3763589" y="1331732"/>
                  </a:lnTo>
                  <a:lnTo>
                    <a:pt x="3788634" y="1243957"/>
                  </a:lnTo>
                  <a:lnTo>
                    <a:pt x="3814105" y="1160310"/>
                  </a:lnTo>
                  <a:lnTo>
                    <a:pt x="3829811" y="1111527"/>
                  </a:lnTo>
                  <a:lnTo>
                    <a:pt x="3870228" y="995624"/>
                  </a:lnTo>
                  <a:lnTo>
                    <a:pt x="3912400" y="889108"/>
                  </a:lnTo>
                  <a:lnTo>
                    <a:pt x="3956788" y="791701"/>
                  </a:lnTo>
                  <a:lnTo>
                    <a:pt x="4003899" y="702834"/>
                  </a:lnTo>
                  <a:lnTo>
                    <a:pt x="4054262" y="621801"/>
                  </a:lnTo>
                  <a:lnTo>
                    <a:pt x="4108404" y="547859"/>
                  </a:lnTo>
                  <a:lnTo>
                    <a:pt x="4166819" y="480289"/>
                  </a:lnTo>
                  <a:lnTo>
                    <a:pt x="4229937" y="418439"/>
                  </a:lnTo>
                  <a:lnTo>
                    <a:pt x="4298069" y="361748"/>
                  </a:lnTo>
                  <a:lnTo>
                    <a:pt x="4371350" y="309758"/>
                  </a:lnTo>
                  <a:lnTo>
                    <a:pt x="4449658" y="262126"/>
                  </a:lnTo>
                  <a:lnTo>
                    <a:pt x="4532530" y="218623"/>
                  </a:lnTo>
                  <a:lnTo>
                    <a:pt x="4619077" y="179131"/>
                  </a:lnTo>
                  <a:lnTo>
                    <a:pt x="4707914" y="143625"/>
                  </a:lnTo>
                  <a:lnTo>
                    <a:pt x="4797136" y="112153"/>
                  </a:lnTo>
                  <a:lnTo>
                    <a:pt x="4884372" y="84797"/>
                  </a:lnTo>
                  <a:lnTo>
                    <a:pt x="4966927" y="61623"/>
                  </a:lnTo>
                  <a:lnTo>
                    <a:pt x="5042037" y="42632"/>
                  </a:lnTo>
                  <a:lnTo>
                    <a:pt x="5107202" y="27711"/>
                  </a:lnTo>
                  <a:lnTo>
                    <a:pt x="5160537" y="16600"/>
                  </a:lnTo>
                  <a:lnTo>
                    <a:pt x="5201080" y="8885"/>
                  </a:lnTo>
                  <a:lnTo>
                    <a:pt x="5228978" y="4021"/>
                  </a:lnTo>
                  <a:lnTo>
                    <a:pt x="5245525" y="1371"/>
                  </a:lnTo>
                  <a:lnTo>
                    <a:pt x="5253078" y="256"/>
                  </a:lnTo>
                  <a:lnTo>
                    <a:pt x="5254921" y="4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121" y="103"/>
                  </a:lnTo>
                  <a:lnTo>
                    <a:pt x="6732279" y="836"/>
                  </a:lnTo>
                  <a:lnTo>
                    <a:pt x="6745418" y="2861"/>
                  </a:lnTo>
                  <a:lnTo>
                    <a:pt x="6769244" y="6855"/>
                  </a:lnTo>
                  <a:lnTo>
                    <a:pt x="6805441" y="13471"/>
                  </a:lnTo>
                  <a:lnTo>
                    <a:pt x="6854555" y="23291"/>
                  </a:lnTo>
                  <a:lnTo>
                    <a:pt x="6915986" y="36773"/>
                  </a:lnTo>
                  <a:lnTo>
                    <a:pt x="6988124" y="54229"/>
                  </a:lnTo>
                  <a:lnTo>
                    <a:pt x="7068624" y="75819"/>
                  </a:lnTo>
                  <a:lnTo>
                    <a:pt x="7154759" y="101576"/>
                  </a:lnTo>
                  <a:lnTo>
                    <a:pt x="7243762" y="131448"/>
                  </a:lnTo>
                  <a:lnTo>
                    <a:pt x="7333120" y="165354"/>
                  </a:lnTo>
                  <a:lnTo>
                    <a:pt x="7420753" y="203230"/>
                  </a:lnTo>
                  <a:lnTo>
                    <a:pt x="7505097" y="245075"/>
                  </a:lnTo>
                  <a:lnTo>
                    <a:pt x="7585101" y="290973"/>
                  </a:lnTo>
                  <a:lnTo>
                    <a:pt x="7660168" y="341116"/>
                  </a:lnTo>
                  <a:lnTo>
                    <a:pt x="7730075" y="395808"/>
                  </a:lnTo>
                  <a:lnTo>
                    <a:pt x="7794885" y="455469"/>
                  </a:lnTo>
                  <a:lnTo>
                    <a:pt x="7854860" y="520626"/>
                  </a:lnTo>
                  <a:lnTo>
                    <a:pt x="7910400" y="591901"/>
                  </a:lnTo>
                  <a:lnTo>
                    <a:pt x="7961986" y="669991"/>
                  </a:lnTo>
                  <a:lnTo>
                    <a:pt x="8010143" y="755636"/>
                  </a:lnTo>
                  <a:lnTo>
                    <a:pt x="8055402" y="849558"/>
                  </a:lnTo>
                  <a:lnTo>
                    <a:pt x="8098283" y="952379"/>
                  </a:lnTo>
                  <a:lnTo>
                    <a:pt x="8139267" y="1064485"/>
                  </a:lnTo>
                  <a:lnTo>
                    <a:pt x="8151487" y="1100630"/>
                  </a:lnTo>
                  <a:lnTo>
                    <a:pt x="8177384" y="1181406"/>
                  </a:lnTo>
                  <a:lnTo>
                    <a:pt x="8202794" y="1266259"/>
                  </a:lnTo>
                  <a:lnTo>
                    <a:pt x="8227808" y="1355267"/>
                  </a:lnTo>
                  <a:lnTo>
                    <a:pt x="8252504" y="1448478"/>
                  </a:lnTo>
                  <a:lnTo>
                    <a:pt x="8276952" y="1545909"/>
                  </a:lnTo>
                  <a:lnTo>
                    <a:pt x="8301211" y="1647542"/>
                  </a:lnTo>
                  <a:lnTo>
                    <a:pt x="8325329" y="1753322"/>
                  </a:lnTo>
                  <a:lnTo>
                    <a:pt x="8349350" y="1863157"/>
                  </a:lnTo>
                  <a:lnTo>
                    <a:pt x="8373308" y="1976914"/>
                  </a:lnTo>
                  <a:lnTo>
                    <a:pt x="8397230" y="2094419"/>
                  </a:lnTo>
                  <a:lnTo>
                    <a:pt x="8421140" y="2215457"/>
                  </a:lnTo>
                  <a:lnTo>
                    <a:pt x="8445054" y="2339772"/>
                  </a:lnTo>
                  <a:lnTo>
                    <a:pt x="8468982" y="2467069"/>
                  </a:lnTo>
                  <a:lnTo>
                    <a:pt x="8492932" y="2597015"/>
                  </a:lnTo>
                  <a:lnTo>
                    <a:pt x="8516908" y="2729245"/>
                  </a:lnTo>
                  <a:lnTo>
                    <a:pt x="8540908" y="2863360"/>
                  </a:lnTo>
                  <a:lnTo>
                    <a:pt x="8564929" y="2998939"/>
                  </a:lnTo>
                  <a:lnTo>
                    <a:pt x="8588967" y="3135538"/>
                  </a:lnTo>
                  <a:lnTo>
                    <a:pt x="8613014" y="3272702"/>
                  </a:lnTo>
                  <a:lnTo>
                    <a:pt x="8637062" y="3409965"/>
                  </a:lnTo>
                  <a:lnTo>
                    <a:pt x="8661105" y="3546861"/>
                  </a:lnTo>
                  <a:lnTo>
                    <a:pt x="8685134" y="3682929"/>
                  </a:lnTo>
                  <a:lnTo>
                    <a:pt x="8709144" y="3817720"/>
                  </a:lnTo>
                  <a:lnTo>
                    <a:pt x="8733130" y="3950801"/>
                  </a:lnTo>
                  <a:lnTo>
                    <a:pt x="8757091" y="4081764"/>
                  </a:lnTo>
                  <a:lnTo>
                    <a:pt x="8781028" y="4210231"/>
                  </a:lnTo>
                  <a:lnTo>
                    <a:pt x="8804947" y="4335852"/>
                  </a:lnTo>
                  <a:lnTo>
                    <a:pt x="8828856" y="4458317"/>
                  </a:lnTo>
                  <a:lnTo>
                    <a:pt x="8852771" y="4577353"/>
                  </a:lnTo>
                  <a:lnTo>
                    <a:pt x="8876711" y="4692727"/>
                  </a:lnTo>
                  <a:lnTo>
                    <a:pt x="8900701" y="4804248"/>
                  </a:lnTo>
                  <a:lnTo>
                    <a:pt x="8924773" y="4911766"/>
                  </a:lnTo>
                  <a:lnTo>
                    <a:pt x="8948966" y="5015171"/>
                  </a:lnTo>
                  <a:lnTo>
                    <a:pt x="8973327" y="5114393"/>
                  </a:lnTo>
                  <a:lnTo>
                    <a:pt x="8997910" y="5209398"/>
                  </a:lnTo>
                  <a:lnTo>
                    <a:pt x="9022780" y="5300189"/>
                  </a:lnTo>
                  <a:lnTo>
                    <a:pt x="9048011" y="5386801"/>
                  </a:lnTo>
                  <a:lnTo>
                    <a:pt x="9073689" y="5469299"/>
                  </a:lnTo>
                  <a:lnTo>
                    <a:pt x="9084767" y="5503152"/>
                  </a:lnTo>
                  <a:lnTo>
                    <a:pt x="9125257" y="5618114"/>
                  </a:lnTo>
                  <a:lnTo>
                    <a:pt x="9167509" y="5723749"/>
                  </a:lnTo>
                  <a:lnTo>
                    <a:pt x="9211987" y="5820335"/>
                  </a:lnTo>
                  <a:lnTo>
                    <a:pt x="9259201" y="5908437"/>
                  </a:lnTo>
                  <a:lnTo>
                    <a:pt x="9309682" y="5988758"/>
                  </a:lnTo>
                  <a:lnTo>
                    <a:pt x="9363960" y="6062040"/>
                  </a:lnTo>
                  <a:lnTo>
                    <a:pt x="9422531" y="6128998"/>
                  </a:lnTo>
                  <a:lnTo>
                    <a:pt x="9485827" y="6190279"/>
                  </a:lnTo>
                  <a:lnTo>
                    <a:pt x="9554158" y="6246441"/>
                  </a:lnTo>
                  <a:lnTo>
                    <a:pt x="9627656" y="6297938"/>
                  </a:lnTo>
                  <a:lnTo>
                    <a:pt x="9706194" y="6345108"/>
                  </a:lnTo>
                  <a:lnTo>
                    <a:pt x="9789300" y="6388178"/>
                  </a:lnTo>
                  <a:lnTo>
                    <a:pt x="9876069" y="6427265"/>
                  </a:lnTo>
                  <a:lnTo>
                    <a:pt x="9965098" y="6462390"/>
                  </a:lnTo>
                  <a:lnTo>
                    <a:pt x="10054459" y="6493504"/>
                  </a:lnTo>
                  <a:lnTo>
                    <a:pt x="10141757" y="6520527"/>
                  </a:lnTo>
                  <a:lnTo>
                    <a:pt x="10224278" y="6543393"/>
                  </a:lnTo>
                  <a:lnTo>
                    <a:pt x="10299247" y="6562103"/>
                  </a:lnTo>
                  <a:lnTo>
                    <a:pt x="10364163" y="6576774"/>
                  </a:lnTo>
                  <a:lnTo>
                    <a:pt x="10417158" y="6587671"/>
                  </a:lnTo>
                  <a:lnTo>
                    <a:pt x="10457302" y="6595211"/>
                  </a:lnTo>
                  <a:lnTo>
                    <a:pt x="10484783" y="6599939"/>
                  </a:lnTo>
                  <a:lnTo>
                    <a:pt x="10500947" y="6602495"/>
                  </a:lnTo>
                  <a:lnTo>
                    <a:pt x="10508202" y="6603552"/>
                  </a:lnTo>
                  <a:lnTo>
                    <a:pt x="10509888" y="6603779"/>
                  </a:lnTo>
                  <a:lnTo>
                    <a:pt x="10509911" y="6603782"/>
                  </a:lnTo>
                  <a:lnTo>
                    <a:pt x="11981298" y="660378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41" name="pl2041"/>
            <p:cNvSpPr/>
            <p:nvPr/>
          </p:nvSpPr>
          <p:spPr>
            <a:xfrm>
              <a:off x="4799595" y="4170643"/>
              <a:ext cx="11981298" cy="6669166"/>
            </a:xfrm>
            <a:custGeom>
              <a:avLst/>
              <a:pathLst>
                <a:path w="11981298" h="6669166">
                  <a:moveTo>
                    <a:pt x="11981298" y="6603782"/>
                  </a:moveTo>
                  <a:lnTo>
                    <a:pt x="10509911" y="6603782"/>
                  </a:lnTo>
                  <a:lnTo>
                    <a:pt x="10509132" y="6603679"/>
                  </a:lnTo>
                  <a:lnTo>
                    <a:pt x="10503974" y="6602946"/>
                  </a:lnTo>
                  <a:lnTo>
                    <a:pt x="10490836" y="6600921"/>
                  </a:lnTo>
                  <a:lnTo>
                    <a:pt x="10467010" y="6596927"/>
                  </a:lnTo>
                  <a:lnTo>
                    <a:pt x="10430812" y="6590310"/>
                  </a:lnTo>
                  <a:lnTo>
                    <a:pt x="10381698" y="6580491"/>
                  </a:lnTo>
                  <a:lnTo>
                    <a:pt x="10320267" y="6567009"/>
                  </a:lnTo>
                  <a:lnTo>
                    <a:pt x="10248130" y="6549552"/>
                  </a:lnTo>
                  <a:lnTo>
                    <a:pt x="10167629" y="6527962"/>
                  </a:lnTo>
                  <a:lnTo>
                    <a:pt x="10081495" y="6502206"/>
                  </a:lnTo>
                  <a:lnTo>
                    <a:pt x="9992491" y="6472334"/>
                  </a:lnTo>
                  <a:lnTo>
                    <a:pt x="9903133" y="6438428"/>
                  </a:lnTo>
                  <a:lnTo>
                    <a:pt x="9815500" y="6400551"/>
                  </a:lnTo>
                  <a:lnTo>
                    <a:pt x="9731156" y="6358707"/>
                  </a:lnTo>
                  <a:lnTo>
                    <a:pt x="9651153" y="6312809"/>
                  </a:lnTo>
                  <a:lnTo>
                    <a:pt x="9576086" y="6262666"/>
                  </a:lnTo>
                  <a:lnTo>
                    <a:pt x="9506178" y="6207973"/>
                  </a:lnTo>
                  <a:lnTo>
                    <a:pt x="9441369" y="6148312"/>
                  </a:lnTo>
                  <a:lnTo>
                    <a:pt x="9381394" y="6083156"/>
                  </a:lnTo>
                  <a:lnTo>
                    <a:pt x="9325853" y="6011881"/>
                  </a:lnTo>
                  <a:lnTo>
                    <a:pt x="9274267" y="5933791"/>
                  </a:lnTo>
                  <a:lnTo>
                    <a:pt x="9226111" y="5848146"/>
                  </a:lnTo>
                  <a:lnTo>
                    <a:pt x="9180851" y="5754224"/>
                  </a:lnTo>
                  <a:lnTo>
                    <a:pt x="9137970" y="5651402"/>
                  </a:lnTo>
                  <a:lnTo>
                    <a:pt x="9096986" y="5539296"/>
                  </a:lnTo>
                  <a:lnTo>
                    <a:pt x="9084767" y="5503152"/>
                  </a:lnTo>
                  <a:lnTo>
                    <a:pt x="9058869" y="5422376"/>
                  </a:lnTo>
                  <a:lnTo>
                    <a:pt x="9033459" y="5337523"/>
                  </a:lnTo>
                  <a:lnTo>
                    <a:pt x="9008446" y="5248515"/>
                  </a:lnTo>
                  <a:lnTo>
                    <a:pt x="8983749" y="5155304"/>
                  </a:lnTo>
                  <a:lnTo>
                    <a:pt x="8959301" y="5057873"/>
                  </a:lnTo>
                  <a:lnTo>
                    <a:pt x="8935042" y="4956240"/>
                  </a:lnTo>
                  <a:lnTo>
                    <a:pt x="8910924" y="4850460"/>
                  </a:lnTo>
                  <a:lnTo>
                    <a:pt x="8886903" y="4740625"/>
                  </a:lnTo>
                  <a:lnTo>
                    <a:pt x="8862946" y="4626868"/>
                  </a:lnTo>
                  <a:lnTo>
                    <a:pt x="8839023" y="4509363"/>
                  </a:lnTo>
                  <a:lnTo>
                    <a:pt x="8815113" y="4388325"/>
                  </a:lnTo>
                  <a:lnTo>
                    <a:pt x="8791200" y="4264010"/>
                  </a:lnTo>
                  <a:lnTo>
                    <a:pt x="8767271" y="4136713"/>
                  </a:lnTo>
                  <a:lnTo>
                    <a:pt x="8743321" y="4006766"/>
                  </a:lnTo>
                  <a:lnTo>
                    <a:pt x="8719345" y="3874537"/>
                  </a:lnTo>
                  <a:lnTo>
                    <a:pt x="8695345" y="3740422"/>
                  </a:lnTo>
                  <a:lnTo>
                    <a:pt x="8671324" y="3604843"/>
                  </a:lnTo>
                  <a:lnTo>
                    <a:pt x="8647286" y="3468243"/>
                  </a:lnTo>
                  <a:lnTo>
                    <a:pt x="8623239" y="3331080"/>
                  </a:lnTo>
                  <a:lnTo>
                    <a:pt x="8599191" y="3193816"/>
                  </a:lnTo>
                  <a:lnTo>
                    <a:pt x="8575148" y="3056920"/>
                  </a:lnTo>
                  <a:lnTo>
                    <a:pt x="8551119" y="2920852"/>
                  </a:lnTo>
                  <a:lnTo>
                    <a:pt x="8527110" y="2786062"/>
                  </a:lnTo>
                  <a:lnTo>
                    <a:pt x="8503123" y="2652981"/>
                  </a:lnTo>
                  <a:lnTo>
                    <a:pt x="8479163" y="2522017"/>
                  </a:lnTo>
                  <a:lnTo>
                    <a:pt x="8455225" y="2393551"/>
                  </a:lnTo>
                  <a:lnTo>
                    <a:pt x="8431307" y="2267930"/>
                  </a:lnTo>
                  <a:lnTo>
                    <a:pt x="8407397" y="2145465"/>
                  </a:lnTo>
                  <a:lnTo>
                    <a:pt x="8383482" y="2026429"/>
                  </a:lnTo>
                  <a:lnTo>
                    <a:pt x="8359542" y="1911055"/>
                  </a:lnTo>
                  <a:lnTo>
                    <a:pt x="8335552" y="1799534"/>
                  </a:lnTo>
                  <a:lnTo>
                    <a:pt x="8311480" y="1692016"/>
                  </a:lnTo>
                  <a:lnTo>
                    <a:pt x="8287287" y="1588611"/>
                  </a:lnTo>
                  <a:lnTo>
                    <a:pt x="8262926" y="1489389"/>
                  </a:lnTo>
                  <a:lnTo>
                    <a:pt x="8238343" y="1394384"/>
                  </a:lnTo>
                  <a:lnTo>
                    <a:pt x="8213473" y="1303593"/>
                  </a:lnTo>
                  <a:lnTo>
                    <a:pt x="8188242" y="1216981"/>
                  </a:lnTo>
                  <a:lnTo>
                    <a:pt x="8162564" y="1134482"/>
                  </a:lnTo>
                  <a:lnTo>
                    <a:pt x="8151487" y="1100630"/>
                  </a:lnTo>
                  <a:lnTo>
                    <a:pt x="8110997" y="985667"/>
                  </a:lnTo>
                  <a:lnTo>
                    <a:pt x="8068744" y="880032"/>
                  </a:lnTo>
                  <a:lnTo>
                    <a:pt x="8024266" y="783447"/>
                  </a:lnTo>
                  <a:lnTo>
                    <a:pt x="7977052" y="695345"/>
                  </a:lnTo>
                  <a:lnTo>
                    <a:pt x="7926571" y="615023"/>
                  </a:lnTo>
                  <a:lnTo>
                    <a:pt x="7872294" y="541741"/>
                  </a:lnTo>
                  <a:lnTo>
                    <a:pt x="7813722" y="474784"/>
                  </a:lnTo>
                  <a:lnTo>
                    <a:pt x="7750426" y="413503"/>
                  </a:lnTo>
                  <a:lnTo>
                    <a:pt x="7682095" y="357341"/>
                  </a:lnTo>
                  <a:lnTo>
                    <a:pt x="7608597" y="305844"/>
                  </a:lnTo>
                  <a:lnTo>
                    <a:pt x="7530059" y="258674"/>
                  </a:lnTo>
                  <a:lnTo>
                    <a:pt x="7446953" y="215603"/>
                  </a:lnTo>
                  <a:lnTo>
                    <a:pt x="7360184" y="176516"/>
                  </a:lnTo>
                  <a:lnTo>
                    <a:pt x="7271156" y="141392"/>
                  </a:lnTo>
                  <a:lnTo>
                    <a:pt x="7181794" y="110277"/>
                  </a:lnTo>
                  <a:lnTo>
                    <a:pt x="7094496" y="83254"/>
                  </a:lnTo>
                  <a:lnTo>
                    <a:pt x="7011975" y="60389"/>
                  </a:lnTo>
                  <a:lnTo>
                    <a:pt x="6937006" y="41679"/>
                  </a:lnTo>
                  <a:lnTo>
                    <a:pt x="6872090" y="27007"/>
                  </a:lnTo>
                  <a:lnTo>
                    <a:pt x="6819095" y="16110"/>
                  </a:lnTo>
                  <a:lnTo>
                    <a:pt x="6778952" y="8571"/>
                  </a:lnTo>
                  <a:lnTo>
                    <a:pt x="6751470" y="3842"/>
                  </a:lnTo>
                  <a:lnTo>
                    <a:pt x="6735306" y="1287"/>
                  </a:lnTo>
                  <a:lnTo>
                    <a:pt x="6728051" y="230"/>
                  </a:lnTo>
                  <a:lnTo>
                    <a:pt x="6726366" y="2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181" y="103"/>
                  </a:lnTo>
                  <a:lnTo>
                    <a:pt x="5249049" y="840"/>
                  </a:lnTo>
                  <a:lnTo>
                    <a:pt x="5235977" y="2874"/>
                  </a:lnTo>
                  <a:lnTo>
                    <a:pt x="5212266" y="6885"/>
                  </a:lnTo>
                  <a:lnTo>
                    <a:pt x="5176235" y="13532"/>
                  </a:lnTo>
                  <a:lnTo>
                    <a:pt x="5127333" y="23397"/>
                  </a:lnTo>
                  <a:lnTo>
                    <a:pt x="5066146" y="36944"/>
                  </a:lnTo>
                  <a:lnTo>
                    <a:pt x="4994265" y="54486"/>
                  </a:lnTo>
                  <a:lnTo>
                    <a:pt x="4914013" y="76188"/>
                  </a:lnTo>
                  <a:lnTo>
                    <a:pt x="4828103" y="102082"/>
                  </a:lnTo>
                  <a:lnTo>
                    <a:pt x="4739287" y="132120"/>
                  </a:lnTo>
                  <a:lnTo>
                    <a:pt x="4650072" y="166218"/>
                  </a:lnTo>
                  <a:lnTo>
                    <a:pt x="4562537" y="204314"/>
                  </a:lnTo>
                  <a:lnTo>
                    <a:pt x="4478250" y="246401"/>
                  </a:lnTo>
                  <a:lnTo>
                    <a:pt x="4398267" y="292564"/>
                  </a:lnTo>
                  <a:lnTo>
                    <a:pt x="4323193" y="342991"/>
                  </a:lnTo>
                  <a:lnTo>
                    <a:pt x="4253259" y="397987"/>
                  </a:lnTo>
                  <a:lnTo>
                    <a:pt x="4188409" y="457969"/>
                  </a:lnTo>
                  <a:lnTo>
                    <a:pt x="4128388" y="523462"/>
                  </a:lnTo>
                  <a:lnTo>
                    <a:pt x="4072801" y="595089"/>
                  </a:lnTo>
                  <a:lnTo>
                    <a:pt x="4021171" y="673549"/>
                  </a:lnTo>
                  <a:lnTo>
                    <a:pt x="3972980" y="759583"/>
                  </a:lnTo>
                  <a:lnTo>
                    <a:pt x="3927696" y="853920"/>
                  </a:lnTo>
                  <a:lnTo>
                    <a:pt x="3884801" y="957190"/>
                  </a:lnTo>
                  <a:lnTo>
                    <a:pt x="3843817" y="1069794"/>
                  </a:lnTo>
                  <a:lnTo>
                    <a:pt x="3829811" y="1111527"/>
                  </a:lnTo>
                  <a:lnTo>
                    <a:pt x="3804034" y="1192709"/>
                  </a:lnTo>
                  <a:lnTo>
                    <a:pt x="3778741" y="1277970"/>
                  </a:lnTo>
                  <a:lnTo>
                    <a:pt x="3753841" y="1367387"/>
                  </a:lnTo>
                  <a:lnTo>
                    <a:pt x="3729256" y="1461008"/>
                  </a:lnTo>
                  <a:lnTo>
                    <a:pt x="3704918" y="1558851"/>
                  </a:lnTo>
                  <a:lnTo>
                    <a:pt x="3680770" y="1660899"/>
                  </a:lnTo>
                  <a:lnTo>
                    <a:pt x="3656761" y="1767097"/>
                  </a:lnTo>
                  <a:lnTo>
                    <a:pt x="3632850" y="1877356"/>
                  </a:lnTo>
                  <a:lnTo>
                    <a:pt x="3609004" y="1991544"/>
                  </a:lnTo>
                  <a:lnTo>
                    <a:pt x="3585192" y="2109490"/>
                  </a:lnTo>
                  <a:lnTo>
                    <a:pt x="3561395" y="2230982"/>
                  </a:lnTo>
                  <a:lnTo>
                    <a:pt x="3537595" y="2355766"/>
                  </a:lnTo>
                  <a:lnTo>
                    <a:pt x="3513780" y="2483551"/>
                  </a:lnTo>
                  <a:lnTo>
                    <a:pt x="3489944" y="2614009"/>
                  </a:lnTo>
                  <a:lnTo>
                    <a:pt x="3466083" y="2746775"/>
                  </a:lnTo>
                  <a:lnTo>
                    <a:pt x="3442197" y="2881456"/>
                  </a:lnTo>
                  <a:lnTo>
                    <a:pt x="3418290" y="3017635"/>
                  </a:lnTo>
                  <a:lnTo>
                    <a:pt x="3394367" y="3154871"/>
                  </a:lnTo>
                  <a:lnTo>
                    <a:pt x="3370434" y="3292710"/>
                  </a:lnTo>
                  <a:lnTo>
                    <a:pt x="3346498" y="3430691"/>
                  </a:lnTo>
                  <a:lnTo>
                    <a:pt x="3322568" y="3568348"/>
                  </a:lnTo>
                  <a:lnTo>
                    <a:pt x="3298650" y="3705222"/>
                  </a:lnTo>
                  <a:lnTo>
                    <a:pt x="3274751" y="3840863"/>
                  </a:lnTo>
                  <a:lnTo>
                    <a:pt x="3250875" y="3974840"/>
                  </a:lnTo>
                  <a:lnTo>
                    <a:pt x="3227024" y="4106744"/>
                  </a:lnTo>
                  <a:lnTo>
                    <a:pt x="3203197" y="4236192"/>
                  </a:lnTo>
                  <a:lnTo>
                    <a:pt x="3179389" y="4362835"/>
                  </a:lnTo>
                  <a:lnTo>
                    <a:pt x="3155591" y="4486357"/>
                  </a:lnTo>
                  <a:lnTo>
                    <a:pt x="3131791" y="4606483"/>
                  </a:lnTo>
                  <a:lnTo>
                    <a:pt x="3107968" y="4722974"/>
                  </a:lnTo>
                  <a:lnTo>
                    <a:pt x="3084100" y="4835636"/>
                  </a:lnTo>
                  <a:lnTo>
                    <a:pt x="3060156" y="4944312"/>
                  </a:lnTo>
                  <a:lnTo>
                    <a:pt x="3036098" y="5048887"/>
                  </a:lnTo>
                  <a:lnTo>
                    <a:pt x="3011881" y="5149286"/>
                  </a:lnTo>
                  <a:lnTo>
                    <a:pt x="2987454" y="5245469"/>
                  </a:lnTo>
                  <a:lnTo>
                    <a:pt x="2962753" y="5337433"/>
                  </a:lnTo>
                  <a:lnTo>
                    <a:pt x="2937709" y="5425209"/>
                  </a:lnTo>
                  <a:lnTo>
                    <a:pt x="2912237" y="5508855"/>
                  </a:lnTo>
                  <a:lnTo>
                    <a:pt x="2896531" y="5557638"/>
                  </a:lnTo>
                  <a:lnTo>
                    <a:pt x="2856115" y="5673541"/>
                  </a:lnTo>
                  <a:lnTo>
                    <a:pt x="2813943" y="5780057"/>
                  </a:lnTo>
                  <a:lnTo>
                    <a:pt x="2769554" y="5877465"/>
                  </a:lnTo>
                  <a:lnTo>
                    <a:pt x="2722443" y="5966332"/>
                  </a:lnTo>
                  <a:lnTo>
                    <a:pt x="2672080" y="6047364"/>
                  </a:lnTo>
                  <a:lnTo>
                    <a:pt x="2617939" y="6121306"/>
                  </a:lnTo>
                  <a:lnTo>
                    <a:pt x="2559523" y="6188876"/>
                  </a:lnTo>
                  <a:lnTo>
                    <a:pt x="2496405" y="6250726"/>
                  </a:lnTo>
                  <a:lnTo>
                    <a:pt x="2428273" y="6307418"/>
                  </a:lnTo>
                  <a:lnTo>
                    <a:pt x="2354992" y="6359408"/>
                  </a:lnTo>
                  <a:lnTo>
                    <a:pt x="2276685" y="6407040"/>
                  </a:lnTo>
                  <a:lnTo>
                    <a:pt x="2193812" y="6450542"/>
                  </a:lnTo>
                  <a:lnTo>
                    <a:pt x="2107265" y="6490035"/>
                  </a:lnTo>
                  <a:lnTo>
                    <a:pt x="2018428" y="6525540"/>
                  </a:lnTo>
                  <a:lnTo>
                    <a:pt x="1929206" y="6557012"/>
                  </a:lnTo>
                  <a:lnTo>
                    <a:pt x="1841970" y="6584369"/>
                  </a:lnTo>
                  <a:lnTo>
                    <a:pt x="1759415" y="6607543"/>
                  </a:lnTo>
                  <a:lnTo>
                    <a:pt x="1684305" y="6626534"/>
                  </a:lnTo>
                  <a:lnTo>
                    <a:pt x="1619140" y="6641455"/>
                  </a:lnTo>
                  <a:lnTo>
                    <a:pt x="1565805" y="6652566"/>
                  </a:lnTo>
                  <a:lnTo>
                    <a:pt x="1525262" y="6660280"/>
                  </a:lnTo>
                  <a:lnTo>
                    <a:pt x="1497364" y="6665144"/>
                  </a:lnTo>
                  <a:lnTo>
                    <a:pt x="1480817" y="6667795"/>
                  </a:lnTo>
                  <a:lnTo>
                    <a:pt x="1473264" y="6668910"/>
                  </a:lnTo>
                  <a:lnTo>
                    <a:pt x="1471422" y="6669162"/>
                  </a:lnTo>
                  <a:lnTo>
                    <a:pt x="1471387" y="6669166"/>
                  </a:lnTo>
                  <a:lnTo>
                    <a:pt x="0" y="666916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42" name="pg2042"/>
            <p:cNvSpPr/>
            <p:nvPr/>
          </p:nvSpPr>
          <p:spPr>
            <a:xfrm>
              <a:off x="4799595" y="7243690"/>
              <a:ext cx="11981298" cy="3653330"/>
            </a:xfrm>
            <a:custGeom>
              <a:avLst/>
              <a:pathLst>
                <a:path w="11981298" h="3653330">
                  <a:moveTo>
                    <a:pt x="0" y="3653330"/>
                  </a:moveTo>
                  <a:lnTo>
                    <a:pt x="1471387" y="3653330"/>
                  </a:lnTo>
                  <a:lnTo>
                    <a:pt x="1472619" y="3653313"/>
                  </a:lnTo>
                  <a:lnTo>
                    <a:pt x="1480707" y="3653195"/>
                  </a:lnTo>
                  <a:lnTo>
                    <a:pt x="1501043" y="3652869"/>
                  </a:lnTo>
                  <a:lnTo>
                    <a:pt x="1537277" y="3652228"/>
                  </a:lnTo>
                  <a:lnTo>
                    <a:pt x="1591034" y="3651173"/>
                  </a:lnTo>
                  <a:lnTo>
                    <a:pt x="1661792" y="3649626"/>
                  </a:lnTo>
                  <a:lnTo>
                    <a:pt x="1747108" y="3647535"/>
                  </a:lnTo>
                  <a:lnTo>
                    <a:pt x="1843186" y="3644877"/>
                  </a:lnTo>
                  <a:lnTo>
                    <a:pt x="1945627" y="3641650"/>
                  </a:lnTo>
                  <a:lnTo>
                    <a:pt x="2050164" y="3637865"/>
                  </a:lnTo>
                  <a:lnTo>
                    <a:pt x="2153186" y="3633535"/>
                  </a:lnTo>
                  <a:lnTo>
                    <a:pt x="2252006" y="3628662"/>
                  </a:lnTo>
                  <a:lnTo>
                    <a:pt x="2344893" y="3623233"/>
                  </a:lnTo>
                  <a:lnTo>
                    <a:pt x="2430960" y="3617216"/>
                  </a:lnTo>
                  <a:lnTo>
                    <a:pt x="2509983" y="3610556"/>
                  </a:lnTo>
                  <a:lnTo>
                    <a:pt x="2582214" y="3603180"/>
                  </a:lnTo>
                  <a:lnTo>
                    <a:pt x="2648212" y="3594993"/>
                  </a:lnTo>
                  <a:lnTo>
                    <a:pt x="2708722" y="3585886"/>
                  </a:lnTo>
                  <a:lnTo>
                    <a:pt x="2764571" y="3575741"/>
                  </a:lnTo>
                  <a:lnTo>
                    <a:pt x="2816611" y="3564445"/>
                  </a:lnTo>
                  <a:lnTo>
                    <a:pt x="2865653" y="3551908"/>
                  </a:lnTo>
                  <a:lnTo>
                    <a:pt x="2896531" y="3542994"/>
                  </a:lnTo>
                  <a:lnTo>
                    <a:pt x="2950051" y="3525623"/>
                  </a:lnTo>
                  <a:lnTo>
                    <a:pt x="3001862" y="3506437"/>
                  </a:lnTo>
                  <a:lnTo>
                    <a:pt x="3052625" y="3485412"/>
                  </a:lnTo>
                  <a:lnTo>
                    <a:pt x="3102821" y="3462588"/>
                  </a:lnTo>
                  <a:lnTo>
                    <a:pt x="3152781" y="3438080"/>
                  </a:lnTo>
                  <a:lnTo>
                    <a:pt x="3202712" y="3412080"/>
                  </a:lnTo>
                  <a:lnTo>
                    <a:pt x="3252722" y="3384856"/>
                  </a:lnTo>
                  <a:lnTo>
                    <a:pt x="3302838" y="3356743"/>
                  </a:lnTo>
                  <a:lnTo>
                    <a:pt x="3353030" y="3328127"/>
                  </a:lnTo>
                  <a:lnTo>
                    <a:pt x="3403235" y="3299426"/>
                  </a:lnTo>
                  <a:lnTo>
                    <a:pt x="3453388" y="3271061"/>
                  </a:lnTo>
                  <a:lnTo>
                    <a:pt x="3503441" y="3243434"/>
                  </a:lnTo>
                  <a:lnTo>
                    <a:pt x="3553396" y="3216903"/>
                  </a:lnTo>
                  <a:lnTo>
                    <a:pt x="3603326" y="3191765"/>
                  </a:lnTo>
                  <a:lnTo>
                    <a:pt x="3653394" y="3168242"/>
                  </a:lnTo>
                  <a:lnTo>
                    <a:pt x="3703879" y="3146482"/>
                  </a:lnTo>
                  <a:lnTo>
                    <a:pt x="3755198" y="3126552"/>
                  </a:lnTo>
                  <a:lnTo>
                    <a:pt x="3807935" y="3108455"/>
                  </a:lnTo>
                  <a:lnTo>
                    <a:pt x="3829811" y="3101652"/>
                  </a:lnTo>
                  <a:lnTo>
                    <a:pt x="3877287" y="3088277"/>
                  </a:lnTo>
                  <a:lnTo>
                    <a:pt x="3927274" y="3076175"/>
                  </a:lnTo>
                  <a:lnTo>
                    <a:pt x="3980531" y="3065287"/>
                  </a:lnTo>
                  <a:lnTo>
                    <a:pt x="4037889" y="3055514"/>
                  </a:lnTo>
                  <a:lnTo>
                    <a:pt x="4100198" y="3046736"/>
                  </a:lnTo>
                  <a:lnTo>
                    <a:pt x="4168266" y="3038840"/>
                  </a:lnTo>
                  <a:lnTo>
                    <a:pt x="4242785" y="3031720"/>
                  </a:lnTo>
                  <a:lnTo>
                    <a:pt x="4324226" y="3025290"/>
                  </a:lnTo>
                  <a:lnTo>
                    <a:pt x="4412696" y="3019480"/>
                  </a:lnTo>
                  <a:lnTo>
                    <a:pt x="4507765" y="3014245"/>
                  </a:lnTo>
                  <a:lnTo>
                    <a:pt x="4608275" y="3009559"/>
                  </a:lnTo>
                  <a:lnTo>
                    <a:pt x="4712172" y="3005416"/>
                  </a:lnTo>
                  <a:lnTo>
                    <a:pt x="4816436" y="3001822"/>
                  </a:lnTo>
                  <a:lnTo>
                    <a:pt x="4917188" y="2998790"/>
                  </a:lnTo>
                  <a:lnTo>
                    <a:pt x="5010042" y="2996328"/>
                  </a:lnTo>
                  <a:lnTo>
                    <a:pt x="5090720" y="2994429"/>
                  </a:lnTo>
                  <a:lnTo>
                    <a:pt x="5155811" y="2993058"/>
                  </a:lnTo>
                  <a:lnTo>
                    <a:pt x="5203484" y="2992156"/>
                  </a:lnTo>
                  <a:lnTo>
                    <a:pt x="5233952" y="2991635"/>
                  </a:lnTo>
                  <a:lnTo>
                    <a:pt x="5249564" y="2991393"/>
                  </a:lnTo>
                  <a:lnTo>
                    <a:pt x="5254601" y="2991322"/>
                  </a:lnTo>
                  <a:lnTo>
                    <a:pt x="5254955" y="2991317"/>
                  </a:lnTo>
                  <a:lnTo>
                    <a:pt x="6726343" y="2991317"/>
                  </a:lnTo>
                  <a:lnTo>
                    <a:pt x="6727480" y="2991248"/>
                  </a:lnTo>
                  <a:lnTo>
                    <a:pt x="6734958" y="2990759"/>
                  </a:lnTo>
                  <a:lnTo>
                    <a:pt x="6753808" y="2989407"/>
                  </a:lnTo>
                  <a:lnTo>
                    <a:pt x="6787512" y="2986745"/>
                  </a:lnTo>
                  <a:lnTo>
                    <a:pt x="6837751" y="2982359"/>
                  </a:lnTo>
                  <a:lnTo>
                    <a:pt x="6904279" y="2975910"/>
                  </a:lnTo>
                  <a:lnTo>
                    <a:pt x="6985078" y="2967168"/>
                  </a:lnTo>
                  <a:lnTo>
                    <a:pt x="7076813" y="2956016"/>
                  </a:lnTo>
                  <a:lnTo>
                    <a:pt x="7175479" y="2942432"/>
                  </a:lnTo>
                  <a:lnTo>
                    <a:pt x="7277063" y="2926454"/>
                  </a:lnTo>
                  <a:lnTo>
                    <a:pt x="7378047" y="2908136"/>
                  </a:lnTo>
                  <a:lnTo>
                    <a:pt x="7475702" y="2887504"/>
                  </a:lnTo>
                  <a:lnTo>
                    <a:pt x="7568169" y="2864527"/>
                  </a:lnTo>
                  <a:lnTo>
                    <a:pt x="7654386" y="2839098"/>
                  </a:lnTo>
                  <a:lnTo>
                    <a:pt x="7733948" y="2811026"/>
                  </a:lnTo>
                  <a:lnTo>
                    <a:pt x="7806938" y="2780035"/>
                  </a:lnTo>
                  <a:lnTo>
                    <a:pt x="7873769" y="2745765"/>
                  </a:lnTo>
                  <a:lnTo>
                    <a:pt x="7935064" y="2707789"/>
                  </a:lnTo>
                  <a:lnTo>
                    <a:pt x="7991562" y="2665629"/>
                  </a:lnTo>
                  <a:lnTo>
                    <a:pt x="8044041" y="2618798"/>
                  </a:lnTo>
                  <a:lnTo>
                    <a:pt x="8093277" y="2566855"/>
                  </a:lnTo>
                  <a:lnTo>
                    <a:pt x="8139985" y="2509510"/>
                  </a:lnTo>
                  <a:lnTo>
                    <a:pt x="8151487" y="2494126"/>
                  </a:lnTo>
                  <a:lnTo>
                    <a:pt x="8188397" y="2441334"/>
                  </a:lnTo>
                  <a:lnTo>
                    <a:pt x="8224390" y="2384737"/>
                  </a:lnTo>
                  <a:lnTo>
                    <a:pt x="8259711" y="2324258"/>
                  </a:lnTo>
                  <a:lnTo>
                    <a:pt x="8294558" y="2259878"/>
                  </a:lnTo>
                  <a:lnTo>
                    <a:pt x="8329091" y="2191645"/>
                  </a:lnTo>
                  <a:lnTo>
                    <a:pt x="8363434" y="2119680"/>
                  </a:lnTo>
                  <a:lnTo>
                    <a:pt x="8397682" y="2044180"/>
                  </a:lnTo>
                  <a:lnTo>
                    <a:pt x="8431904" y="1965417"/>
                  </a:lnTo>
                  <a:lnTo>
                    <a:pt x="8466144" y="1883744"/>
                  </a:lnTo>
                  <a:lnTo>
                    <a:pt x="8500428" y="1799583"/>
                  </a:lnTo>
                  <a:lnTo>
                    <a:pt x="8534762" y="1713424"/>
                  </a:lnTo>
                  <a:lnTo>
                    <a:pt x="8569142" y="1625810"/>
                  </a:lnTo>
                  <a:lnTo>
                    <a:pt x="8603552" y="1537326"/>
                  </a:lnTo>
                  <a:lnTo>
                    <a:pt x="8637972" y="1448581"/>
                  </a:lnTo>
                  <a:lnTo>
                    <a:pt x="8672379" y="1360191"/>
                  </a:lnTo>
                  <a:lnTo>
                    <a:pt x="8706752" y="1272763"/>
                  </a:lnTo>
                  <a:lnTo>
                    <a:pt x="8741079" y="1186876"/>
                  </a:lnTo>
                  <a:lnTo>
                    <a:pt x="8775355" y="1103066"/>
                  </a:lnTo>
                  <a:lnTo>
                    <a:pt x="8809590" y="1021813"/>
                  </a:lnTo>
                  <a:lnTo>
                    <a:pt x="8843812" y="943529"/>
                  </a:lnTo>
                  <a:lnTo>
                    <a:pt x="8878070" y="868554"/>
                  </a:lnTo>
                  <a:lnTo>
                    <a:pt x="8912436" y="797150"/>
                  </a:lnTo>
                  <a:lnTo>
                    <a:pt x="8947008" y="729501"/>
                  </a:lnTo>
                  <a:lnTo>
                    <a:pt x="8981916" y="665717"/>
                  </a:lnTo>
                  <a:lnTo>
                    <a:pt x="9017326" y="605835"/>
                  </a:lnTo>
                  <a:lnTo>
                    <a:pt x="9053442" y="549827"/>
                  </a:lnTo>
                  <a:lnTo>
                    <a:pt x="9084767" y="505363"/>
                  </a:lnTo>
                  <a:lnTo>
                    <a:pt x="9130939" y="446637"/>
                  </a:lnTo>
                  <a:lnTo>
                    <a:pt x="9179469" y="393344"/>
                  </a:lnTo>
                  <a:lnTo>
                    <a:pt x="9231056" y="345256"/>
                  </a:lnTo>
                  <a:lnTo>
                    <a:pt x="9286462" y="301960"/>
                  </a:lnTo>
                  <a:lnTo>
                    <a:pt x="9346470" y="262971"/>
                  </a:lnTo>
                  <a:lnTo>
                    <a:pt x="9411835" y="227805"/>
                  </a:lnTo>
                  <a:lnTo>
                    <a:pt x="9483216" y="196021"/>
                  </a:lnTo>
                  <a:lnTo>
                    <a:pt x="9561091" y="167239"/>
                  </a:lnTo>
                  <a:lnTo>
                    <a:pt x="9645639" y="141163"/>
                  </a:lnTo>
                  <a:lnTo>
                    <a:pt x="9736595" y="117578"/>
                  </a:lnTo>
                  <a:lnTo>
                    <a:pt x="9833079" y="96358"/>
                  </a:lnTo>
                  <a:lnTo>
                    <a:pt x="9933444" y="77453"/>
                  </a:lnTo>
                  <a:lnTo>
                    <a:pt x="10035180" y="60879"/>
                  </a:lnTo>
                  <a:lnTo>
                    <a:pt x="10134953" y="46684"/>
                  </a:lnTo>
                  <a:lnTo>
                    <a:pt x="10228832" y="34914"/>
                  </a:lnTo>
                  <a:lnTo>
                    <a:pt x="10312753" y="25569"/>
                  </a:lnTo>
                  <a:lnTo>
                    <a:pt x="10383147" y="18557"/>
                  </a:lnTo>
                  <a:lnTo>
                    <a:pt x="10437609" y="13677"/>
                  </a:lnTo>
                  <a:lnTo>
                    <a:pt x="10475416" y="10616"/>
                  </a:lnTo>
                  <a:lnTo>
                    <a:pt x="10497764" y="8973"/>
                  </a:lnTo>
                  <a:lnTo>
                    <a:pt x="10507703" y="8308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8773" y="68"/>
                  </a:lnTo>
                  <a:lnTo>
                    <a:pt x="10501296" y="557"/>
                  </a:lnTo>
                  <a:lnTo>
                    <a:pt x="10482445" y="1910"/>
                  </a:lnTo>
                  <a:lnTo>
                    <a:pt x="10448742" y="4572"/>
                  </a:lnTo>
                  <a:lnTo>
                    <a:pt x="10398503" y="8958"/>
                  </a:lnTo>
                  <a:lnTo>
                    <a:pt x="10331974" y="15406"/>
                  </a:lnTo>
                  <a:lnTo>
                    <a:pt x="10251175" y="24148"/>
                  </a:lnTo>
                  <a:lnTo>
                    <a:pt x="10159441" y="35301"/>
                  </a:lnTo>
                  <a:lnTo>
                    <a:pt x="10060774" y="48885"/>
                  </a:lnTo>
                  <a:lnTo>
                    <a:pt x="9959190" y="64862"/>
                  </a:lnTo>
                  <a:lnTo>
                    <a:pt x="9858206" y="83180"/>
                  </a:lnTo>
                  <a:lnTo>
                    <a:pt x="9760551" y="103812"/>
                  </a:lnTo>
                  <a:lnTo>
                    <a:pt x="9668085" y="126790"/>
                  </a:lnTo>
                  <a:lnTo>
                    <a:pt x="9581867" y="152218"/>
                  </a:lnTo>
                  <a:lnTo>
                    <a:pt x="9502305" y="180290"/>
                  </a:lnTo>
                  <a:lnTo>
                    <a:pt x="9429316" y="211282"/>
                  </a:lnTo>
                  <a:lnTo>
                    <a:pt x="9362485" y="245552"/>
                  </a:lnTo>
                  <a:lnTo>
                    <a:pt x="9301189" y="283528"/>
                  </a:lnTo>
                  <a:lnTo>
                    <a:pt x="9244692" y="325687"/>
                  </a:lnTo>
                  <a:lnTo>
                    <a:pt x="9192212" y="372518"/>
                  </a:lnTo>
                  <a:lnTo>
                    <a:pt x="9142977" y="424462"/>
                  </a:lnTo>
                  <a:lnTo>
                    <a:pt x="9096268" y="481807"/>
                  </a:lnTo>
                  <a:lnTo>
                    <a:pt x="9084767" y="497190"/>
                  </a:lnTo>
                  <a:lnTo>
                    <a:pt x="9047856" y="549982"/>
                  </a:lnTo>
                  <a:lnTo>
                    <a:pt x="9011863" y="606579"/>
                  </a:lnTo>
                  <a:lnTo>
                    <a:pt x="8976543" y="667059"/>
                  </a:lnTo>
                  <a:lnTo>
                    <a:pt x="8941695" y="731439"/>
                  </a:lnTo>
                  <a:lnTo>
                    <a:pt x="8907162" y="799671"/>
                  </a:lnTo>
                  <a:lnTo>
                    <a:pt x="8872819" y="871636"/>
                  </a:lnTo>
                  <a:lnTo>
                    <a:pt x="8838571" y="947137"/>
                  </a:lnTo>
                  <a:lnTo>
                    <a:pt x="8804349" y="1025899"/>
                  </a:lnTo>
                  <a:lnTo>
                    <a:pt x="8770109" y="1107573"/>
                  </a:lnTo>
                  <a:lnTo>
                    <a:pt x="8735826" y="1191734"/>
                  </a:lnTo>
                  <a:lnTo>
                    <a:pt x="8701491" y="1277893"/>
                  </a:lnTo>
                  <a:lnTo>
                    <a:pt x="8667112" y="1365506"/>
                  </a:lnTo>
                  <a:lnTo>
                    <a:pt x="8632701" y="1453990"/>
                  </a:lnTo>
                  <a:lnTo>
                    <a:pt x="8598281" y="1542735"/>
                  </a:lnTo>
                  <a:lnTo>
                    <a:pt x="8563874" y="1631125"/>
                  </a:lnTo>
                  <a:lnTo>
                    <a:pt x="8529501" y="1718553"/>
                  </a:lnTo>
                  <a:lnTo>
                    <a:pt x="8495174" y="1804440"/>
                  </a:lnTo>
                  <a:lnTo>
                    <a:pt x="8460899" y="1888250"/>
                  </a:lnTo>
                  <a:lnTo>
                    <a:pt x="8426663" y="1969504"/>
                  </a:lnTo>
                  <a:lnTo>
                    <a:pt x="8392441" y="2047788"/>
                  </a:lnTo>
                  <a:lnTo>
                    <a:pt x="8358183" y="2122763"/>
                  </a:lnTo>
                  <a:lnTo>
                    <a:pt x="8323818" y="2194167"/>
                  </a:lnTo>
                  <a:lnTo>
                    <a:pt x="8289246" y="2261815"/>
                  </a:lnTo>
                  <a:lnTo>
                    <a:pt x="8254337" y="2325599"/>
                  </a:lnTo>
                  <a:lnTo>
                    <a:pt x="8218927" y="2385482"/>
                  </a:lnTo>
                  <a:lnTo>
                    <a:pt x="8182811" y="2441489"/>
                  </a:lnTo>
                  <a:lnTo>
                    <a:pt x="8151487" y="2485953"/>
                  </a:lnTo>
                  <a:lnTo>
                    <a:pt x="8105315" y="2544680"/>
                  </a:lnTo>
                  <a:lnTo>
                    <a:pt x="8056784" y="2597972"/>
                  </a:lnTo>
                  <a:lnTo>
                    <a:pt x="8005197" y="2646060"/>
                  </a:lnTo>
                  <a:lnTo>
                    <a:pt x="7949791" y="2689357"/>
                  </a:lnTo>
                  <a:lnTo>
                    <a:pt x="7889783" y="2728346"/>
                  </a:lnTo>
                  <a:lnTo>
                    <a:pt x="7824418" y="2763511"/>
                  </a:lnTo>
                  <a:lnTo>
                    <a:pt x="7753038" y="2795296"/>
                  </a:lnTo>
                  <a:lnTo>
                    <a:pt x="7675163" y="2824077"/>
                  </a:lnTo>
                  <a:lnTo>
                    <a:pt x="7590614" y="2850153"/>
                  </a:lnTo>
                  <a:lnTo>
                    <a:pt x="7499658" y="2873738"/>
                  </a:lnTo>
                  <a:lnTo>
                    <a:pt x="7403174" y="2894958"/>
                  </a:lnTo>
                  <a:lnTo>
                    <a:pt x="7302809" y="2913863"/>
                  </a:lnTo>
                  <a:lnTo>
                    <a:pt x="7201073" y="2930438"/>
                  </a:lnTo>
                  <a:lnTo>
                    <a:pt x="7101301" y="2944633"/>
                  </a:lnTo>
                  <a:lnTo>
                    <a:pt x="7007422" y="2956402"/>
                  </a:lnTo>
                  <a:lnTo>
                    <a:pt x="6923501" y="2965747"/>
                  </a:lnTo>
                  <a:lnTo>
                    <a:pt x="6853106" y="2972759"/>
                  </a:lnTo>
                  <a:lnTo>
                    <a:pt x="6798644" y="2977639"/>
                  </a:lnTo>
                  <a:lnTo>
                    <a:pt x="6760838" y="2980701"/>
                  </a:lnTo>
                  <a:lnTo>
                    <a:pt x="6738489" y="2982343"/>
                  </a:lnTo>
                  <a:lnTo>
                    <a:pt x="6728550" y="2983008"/>
                  </a:lnTo>
                  <a:lnTo>
                    <a:pt x="6726343" y="2983144"/>
                  </a:lnTo>
                  <a:lnTo>
                    <a:pt x="5254955" y="2983144"/>
                  </a:lnTo>
                  <a:lnTo>
                    <a:pt x="5253723" y="2983160"/>
                  </a:lnTo>
                  <a:lnTo>
                    <a:pt x="5245635" y="2983278"/>
                  </a:lnTo>
                  <a:lnTo>
                    <a:pt x="5225299" y="2983604"/>
                  </a:lnTo>
                  <a:lnTo>
                    <a:pt x="5189065" y="2984246"/>
                  </a:lnTo>
                  <a:lnTo>
                    <a:pt x="5135309" y="2985301"/>
                  </a:lnTo>
                  <a:lnTo>
                    <a:pt x="5064550" y="2986848"/>
                  </a:lnTo>
                  <a:lnTo>
                    <a:pt x="4979234" y="2988939"/>
                  </a:lnTo>
                  <a:lnTo>
                    <a:pt x="4883156" y="2991597"/>
                  </a:lnTo>
                  <a:lnTo>
                    <a:pt x="4780715" y="2994824"/>
                  </a:lnTo>
                  <a:lnTo>
                    <a:pt x="4676178" y="2998608"/>
                  </a:lnTo>
                  <a:lnTo>
                    <a:pt x="4573156" y="3002939"/>
                  </a:lnTo>
                  <a:lnTo>
                    <a:pt x="4474336" y="3007812"/>
                  </a:lnTo>
                  <a:lnTo>
                    <a:pt x="4381449" y="3013241"/>
                  </a:lnTo>
                  <a:lnTo>
                    <a:pt x="4295383" y="3019258"/>
                  </a:lnTo>
                  <a:lnTo>
                    <a:pt x="4216359" y="3025917"/>
                  </a:lnTo>
                  <a:lnTo>
                    <a:pt x="4144128" y="3033294"/>
                  </a:lnTo>
                  <a:lnTo>
                    <a:pt x="4078130" y="3041481"/>
                  </a:lnTo>
                  <a:lnTo>
                    <a:pt x="4017621" y="3050588"/>
                  </a:lnTo>
                  <a:lnTo>
                    <a:pt x="3961771" y="3060732"/>
                  </a:lnTo>
                  <a:lnTo>
                    <a:pt x="3909731" y="3072028"/>
                  </a:lnTo>
                  <a:lnTo>
                    <a:pt x="3860690" y="3084566"/>
                  </a:lnTo>
                  <a:lnTo>
                    <a:pt x="3829811" y="3093479"/>
                  </a:lnTo>
                  <a:lnTo>
                    <a:pt x="3776291" y="3110851"/>
                  </a:lnTo>
                  <a:lnTo>
                    <a:pt x="3724480" y="3130036"/>
                  </a:lnTo>
                  <a:lnTo>
                    <a:pt x="3673717" y="3151061"/>
                  </a:lnTo>
                  <a:lnTo>
                    <a:pt x="3623521" y="3173885"/>
                  </a:lnTo>
                  <a:lnTo>
                    <a:pt x="3573561" y="3198394"/>
                  </a:lnTo>
                  <a:lnTo>
                    <a:pt x="3523630" y="3224394"/>
                  </a:lnTo>
                  <a:lnTo>
                    <a:pt x="3473620" y="3251618"/>
                  </a:lnTo>
                  <a:lnTo>
                    <a:pt x="3423504" y="3279731"/>
                  </a:lnTo>
                  <a:lnTo>
                    <a:pt x="3373312" y="3308347"/>
                  </a:lnTo>
                  <a:lnTo>
                    <a:pt x="3323107" y="3337048"/>
                  </a:lnTo>
                  <a:lnTo>
                    <a:pt x="3272954" y="3365413"/>
                  </a:lnTo>
                  <a:lnTo>
                    <a:pt x="3222901" y="3393040"/>
                  </a:lnTo>
                  <a:lnTo>
                    <a:pt x="3172946" y="3419571"/>
                  </a:lnTo>
                  <a:lnTo>
                    <a:pt x="3123016" y="3444709"/>
                  </a:lnTo>
                  <a:lnTo>
                    <a:pt x="3072948" y="3468231"/>
                  </a:lnTo>
                  <a:lnTo>
                    <a:pt x="3022463" y="3489992"/>
                  </a:lnTo>
                  <a:lnTo>
                    <a:pt x="2971144" y="3509921"/>
                  </a:lnTo>
                  <a:lnTo>
                    <a:pt x="2918407" y="3528019"/>
                  </a:lnTo>
                  <a:lnTo>
                    <a:pt x="2896531" y="3534821"/>
                  </a:lnTo>
                  <a:lnTo>
                    <a:pt x="2849055" y="3548196"/>
                  </a:lnTo>
                  <a:lnTo>
                    <a:pt x="2799068" y="3560299"/>
                  </a:lnTo>
                  <a:lnTo>
                    <a:pt x="2745811" y="3571186"/>
                  </a:lnTo>
                  <a:lnTo>
                    <a:pt x="2688453" y="3580960"/>
                  </a:lnTo>
                  <a:lnTo>
                    <a:pt x="2626144" y="3589737"/>
                  </a:lnTo>
                  <a:lnTo>
                    <a:pt x="2558076" y="3597633"/>
                  </a:lnTo>
                  <a:lnTo>
                    <a:pt x="2483557" y="3604753"/>
                  </a:lnTo>
                  <a:lnTo>
                    <a:pt x="2402116" y="3611184"/>
                  </a:lnTo>
                  <a:lnTo>
                    <a:pt x="2313646" y="3616994"/>
                  </a:lnTo>
                  <a:lnTo>
                    <a:pt x="2218577" y="3622229"/>
                  </a:lnTo>
                  <a:lnTo>
                    <a:pt x="2118067" y="3626914"/>
                  </a:lnTo>
                  <a:lnTo>
                    <a:pt x="2014170" y="3631058"/>
                  </a:lnTo>
                  <a:lnTo>
                    <a:pt x="1909906" y="3634652"/>
                  </a:lnTo>
                  <a:lnTo>
                    <a:pt x="1809154" y="3637684"/>
                  </a:lnTo>
                  <a:lnTo>
                    <a:pt x="1716300" y="3640145"/>
                  </a:lnTo>
                  <a:lnTo>
                    <a:pt x="1635622" y="3642045"/>
                  </a:lnTo>
                  <a:lnTo>
                    <a:pt x="1570532" y="3643415"/>
                  </a:lnTo>
                  <a:lnTo>
                    <a:pt x="1522858" y="3644318"/>
                  </a:lnTo>
                  <a:lnTo>
                    <a:pt x="1492390" y="3644839"/>
                  </a:lnTo>
                  <a:lnTo>
                    <a:pt x="1476778" y="3645081"/>
                  </a:lnTo>
                  <a:lnTo>
                    <a:pt x="1471741" y="3645152"/>
                  </a:lnTo>
                  <a:lnTo>
                    <a:pt x="1471387" y="3645157"/>
                  </a:lnTo>
                  <a:lnTo>
                    <a:pt x="0" y="3645157"/>
                  </a:lnTo>
                  <a:close/>
                </a:path>
              </a:pathLst>
            </a:custGeom>
            <a:solidFill>
              <a:srgbClr val="C3CD83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2043" name="pl2043"/>
            <p:cNvSpPr/>
            <p:nvPr/>
          </p:nvSpPr>
          <p:spPr>
            <a:xfrm>
              <a:off x="4799595" y="7251863"/>
              <a:ext cx="11981298" cy="3645157"/>
            </a:xfrm>
            <a:custGeom>
              <a:avLst/>
              <a:pathLst>
                <a:path w="11981298" h="3645157">
                  <a:moveTo>
                    <a:pt x="0" y="3645157"/>
                  </a:moveTo>
                  <a:lnTo>
                    <a:pt x="1471387" y="3645157"/>
                  </a:lnTo>
                  <a:lnTo>
                    <a:pt x="1472619" y="3645140"/>
                  </a:lnTo>
                  <a:lnTo>
                    <a:pt x="1480707" y="3645022"/>
                  </a:lnTo>
                  <a:lnTo>
                    <a:pt x="1501043" y="3644696"/>
                  </a:lnTo>
                  <a:lnTo>
                    <a:pt x="1537277" y="3644055"/>
                  </a:lnTo>
                  <a:lnTo>
                    <a:pt x="1591034" y="3643000"/>
                  </a:lnTo>
                  <a:lnTo>
                    <a:pt x="1661792" y="3641453"/>
                  </a:lnTo>
                  <a:lnTo>
                    <a:pt x="1747108" y="3639362"/>
                  </a:lnTo>
                  <a:lnTo>
                    <a:pt x="1843186" y="3636704"/>
                  </a:lnTo>
                  <a:lnTo>
                    <a:pt x="1945627" y="3633477"/>
                  </a:lnTo>
                  <a:lnTo>
                    <a:pt x="2050164" y="3629692"/>
                  </a:lnTo>
                  <a:lnTo>
                    <a:pt x="2153186" y="3625362"/>
                  </a:lnTo>
                  <a:lnTo>
                    <a:pt x="2252006" y="3620489"/>
                  </a:lnTo>
                  <a:lnTo>
                    <a:pt x="2344893" y="3615060"/>
                  </a:lnTo>
                  <a:lnTo>
                    <a:pt x="2430960" y="3609043"/>
                  </a:lnTo>
                  <a:lnTo>
                    <a:pt x="2509983" y="3602383"/>
                  </a:lnTo>
                  <a:lnTo>
                    <a:pt x="2582214" y="3595007"/>
                  </a:lnTo>
                  <a:lnTo>
                    <a:pt x="2648212" y="3586820"/>
                  </a:lnTo>
                  <a:lnTo>
                    <a:pt x="2708722" y="3577713"/>
                  </a:lnTo>
                  <a:lnTo>
                    <a:pt x="2764571" y="3567568"/>
                  </a:lnTo>
                  <a:lnTo>
                    <a:pt x="2816611" y="3556272"/>
                  </a:lnTo>
                  <a:lnTo>
                    <a:pt x="2865653" y="3543735"/>
                  </a:lnTo>
                  <a:lnTo>
                    <a:pt x="2896531" y="3534821"/>
                  </a:lnTo>
                  <a:lnTo>
                    <a:pt x="2950051" y="3517450"/>
                  </a:lnTo>
                  <a:lnTo>
                    <a:pt x="3001862" y="3498264"/>
                  </a:lnTo>
                  <a:lnTo>
                    <a:pt x="3052625" y="3477239"/>
                  </a:lnTo>
                  <a:lnTo>
                    <a:pt x="3102821" y="3454415"/>
                  </a:lnTo>
                  <a:lnTo>
                    <a:pt x="3152781" y="3429907"/>
                  </a:lnTo>
                  <a:lnTo>
                    <a:pt x="3202712" y="3403907"/>
                  </a:lnTo>
                  <a:lnTo>
                    <a:pt x="3252722" y="3376683"/>
                  </a:lnTo>
                  <a:lnTo>
                    <a:pt x="3302838" y="3348570"/>
                  </a:lnTo>
                  <a:lnTo>
                    <a:pt x="3353030" y="3319954"/>
                  </a:lnTo>
                  <a:lnTo>
                    <a:pt x="3403235" y="3291253"/>
                  </a:lnTo>
                  <a:lnTo>
                    <a:pt x="3453388" y="3262888"/>
                  </a:lnTo>
                  <a:lnTo>
                    <a:pt x="3503441" y="3235261"/>
                  </a:lnTo>
                  <a:lnTo>
                    <a:pt x="3553396" y="3208730"/>
                  </a:lnTo>
                  <a:lnTo>
                    <a:pt x="3603326" y="3183592"/>
                  </a:lnTo>
                  <a:lnTo>
                    <a:pt x="3653394" y="3160069"/>
                  </a:lnTo>
                  <a:lnTo>
                    <a:pt x="3703879" y="3138309"/>
                  </a:lnTo>
                  <a:lnTo>
                    <a:pt x="3755198" y="3118379"/>
                  </a:lnTo>
                  <a:lnTo>
                    <a:pt x="3807935" y="3100282"/>
                  </a:lnTo>
                  <a:lnTo>
                    <a:pt x="3829811" y="3093479"/>
                  </a:lnTo>
                  <a:lnTo>
                    <a:pt x="3877287" y="3080104"/>
                  </a:lnTo>
                  <a:lnTo>
                    <a:pt x="3927274" y="3068002"/>
                  </a:lnTo>
                  <a:lnTo>
                    <a:pt x="3980531" y="3057114"/>
                  </a:lnTo>
                  <a:lnTo>
                    <a:pt x="4037889" y="3047341"/>
                  </a:lnTo>
                  <a:lnTo>
                    <a:pt x="4100198" y="3038563"/>
                  </a:lnTo>
                  <a:lnTo>
                    <a:pt x="4168266" y="3030667"/>
                  </a:lnTo>
                  <a:lnTo>
                    <a:pt x="4242785" y="3023547"/>
                  </a:lnTo>
                  <a:lnTo>
                    <a:pt x="4324226" y="3017117"/>
                  </a:lnTo>
                  <a:lnTo>
                    <a:pt x="4412696" y="3011307"/>
                  </a:lnTo>
                  <a:lnTo>
                    <a:pt x="4507765" y="3006072"/>
                  </a:lnTo>
                  <a:lnTo>
                    <a:pt x="4608275" y="3001386"/>
                  </a:lnTo>
                  <a:lnTo>
                    <a:pt x="4712172" y="2997243"/>
                  </a:lnTo>
                  <a:lnTo>
                    <a:pt x="4816436" y="2993649"/>
                  </a:lnTo>
                  <a:lnTo>
                    <a:pt x="4917188" y="2990617"/>
                  </a:lnTo>
                  <a:lnTo>
                    <a:pt x="5010042" y="2988155"/>
                  </a:lnTo>
                  <a:lnTo>
                    <a:pt x="5090720" y="2986256"/>
                  </a:lnTo>
                  <a:lnTo>
                    <a:pt x="5155811" y="2984885"/>
                  </a:lnTo>
                  <a:lnTo>
                    <a:pt x="5203484" y="2983983"/>
                  </a:lnTo>
                  <a:lnTo>
                    <a:pt x="5233952" y="2983462"/>
                  </a:lnTo>
                  <a:lnTo>
                    <a:pt x="5249564" y="2983220"/>
                  </a:lnTo>
                  <a:lnTo>
                    <a:pt x="5254601" y="2983149"/>
                  </a:lnTo>
                  <a:lnTo>
                    <a:pt x="5254955" y="2983144"/>
                  </a:lnTo>
                  <a:lnTo>
                    <a:pt x="6726343" y="2983144"/>
                  </a:lnTo>
                  <a:lnTo>
                    <a:pt x="6727480" y="2983075"/>
                  </a:lnTo>
                  <a:lnTo>
                    <a:pt x="6734958" y="2982586"/>
                  </a:lnTo>
                  <a:lnTo>
                    <a:pt x="6753808" y="2981234"/>
                  </a:lnTo>
                  <a:lnTo>
                    <a:pt x="6787512" y="2978572"/>
                  </a:lnTo>
                  <a:lnTo>
                    <a:pt x="6837751" y="2974186"/>
                  </a:lnTo>
                  <a:lnTo>
                    <a:pt x="6904279" y="2967737"/>
                  </a:lnTo>
                  <a:lnTo>
                    <a:pt x="6985078" y="2958995"/>
                  </a:lnTo>
                  <a:lnTo>
                    <a:pt x="7076813" y="2947843"/>
                  </a:lnTo>
                  <a:lnTo>
                    <a:pt x="7175479" y="2934259"/>
                  </a:lnTo>
                  <a:lnTo>
                    <a:pt x="7277063" y="2918281"/>
                  </a:lnTo>
                  <a:lnTo>
                    <a:pt x="7378047" y="2899963"/>
                  </a:lnTo>
                  <a:lnTo>
                    <a:pt x="7475702" y="2879331"/>
                  </a:lnTo>
                  <a:lnTo>
                    <a:pt x="7568169" y="2856354"/>
                  </a:lnTo>
                  <a:lnTo>
                    <a:pt x="7654386" y="2830925"/>
                  </a:lnTo>
                  <a:lnTo>
                    <a:pt x="7733948" y="2802853"/>
                  </a:lnTo>
                  <a:lnTo>
                    <a:pt x="7806938" y="2771862"/>
                  </a:lnTo>
                  <a:lnTo>
                    <a:pt x="7873769" y="2737592"/>
                  </a:lnTo>
                  <a:lnTo>
                    <a:pt x="7935064" y="2699616"/>
                  </a:lnTo>
                  <a:lnTo>
                    <a:pt x="7991562" y="2657456"/>
                  </a:lnTo>
                  <a:lnTo>
                    <a:pt x="8044041" y="2610625"/>
                  </a:lnTo>
                  <a:lnTo>
                    <a:pt x="8093277" y="2558682"/>
                  </a:lnTo>
                  <a:lnTo>
                    <a:pt x="8139985" y="2501337"/>
                  </a:lnTo>
                  <a:lnTo>
                    <a:pt x="8151487" y="2485953"/>
                  </a:lnTo>
                  <a:lnTo>
                    <a:pt x="8188397" y="2433161"/>
                  </a:lnTo>
                  <a:lnTo>
                    <a:pt x="8224390" y="2376564"/>
                  </a:lnTo>
                  <a:lnTo>
                    <a:pt x="8259711" y="2316085"/>
                  </a:lnTo>
                  <a:lnTo>
                    <a:pt x="8294558" y="2251705"/>
                  </a:lnTo>
                  <a:lnTo>
                    <a:pt x="8329091" y="2183472"/>
                  </a:lnTo>
                  <a:lnTo>
                    <a:pt x="8363434" y="2111507"/>
                  </a:lnTo>
                  <a:lnTo>
                    <a:pt x="8397682" y="2036007"/>
                  </a:lnTo>
                  <a:lnTo>
                    <a:pt x="8431904" y="1957244"/>
                  </a:lnTo>
                  <a:lnTo>
                    <a:pt x="8466144" y="1875571"/>
                  </a:lnTo>
                  <a:lnTo>
                    <a:pt x="8500428" y="1791410"/>
                  </a:lnTo>
                  <a:lnTo>
                    <a:pt x="8534762" y="1705251"/>
                  </a:lnTo>
                  <a:lnTo>
                    <a:pt x="8569142" y="1617637"/>
                  </a:lnTo>
                  <a:lnTo>
                    <a:pt x="8603552" y="1529153"/>
                  </a:lnTo>
                  <a:lnTo>
                    <a:pt x="8637972" y="1440408"/>
                  </a:lnTo>
                  <a:lnTo>
                    <a:pt x="8672379" y="1352018"/>
                  </a:lnTo>
                  <a:lnTo>
                    <a:pt x="8706752" y="1264590"/>
                  </a:lnTo>
                  <a:lnTo>
                    <a:pt x="8741079" y="1178703"/>
                  </a:lnTo>
                  <a:lnTo>
                    <a:pt x="8775355" y="1094893"/>
                  </a:lnTo>
                  <a:lnTo>
                    <a:pt x="8809590" y="1013640"/>
                  </a:lnTo>
                  <a:lnTo>
                    <a:pt x="8843812" y="935356"/>
                  </a:lnTo>
                  <a:lnTo>
                    <a:pt x="8878070" y="860381"/>
                  </a:lnTo>
                  <a:lnTo>
                    <a:pt x="8912436" y="788977"/>
                  </a:lnTo>
                  <a:lnTo>
                    <a:pt x="8947008" y="721328"/>
                  </a:lnTo>
                  <a:lnTo>
                    <a:pt x="8981916" y="657544"/>
                  </a:lnTo>
                  <a:lnTo>
                    <a:pt x="9017326" y="597662"/>
                  </a:lnTo>
                  <a:lnTo>
                    <a:pt x="9053442" y="541654"/>
                  </a:lnTo>
                  <a:lnTo>
                    <a:pt x="9084767" y="497190"/>
                  </a:lnTo>
                  <a:lnTo>
                    <a:pt x="9130939" y="438464"/>
                  </a:lnTo>
                  <a:lnTo>
                    <a:pt x="9179469" y="385171"/>
                  </a:lnTo>
                  <a:lnTo>
                    <a:pt x="9231056" y="337083"/>
                  </a:lnTo>
                  <a:lnTo>
                    <a:pt x="9286462" y="293787"/>
                  </a:lnTo>
                  <a:lnTo>
                    <a:pt x="9346470" y="254798"/>
                  </a:lnTo>
                  <a:lnTo>
                    <a:pt x="9411835" y="219632"/>
                  </a:lnTo>
                  <a:lnTo>
                    <a:pt x="9483216" y="187848"/>
                  </a:lnTo>
                  <a:lnTo>
                    <a:pt x="9561091" y="159066"/>
                  </a:lnTo>
                  <a:lnTo>
                    <a:pt x="9645639" y="132990"/>
                  </a:lnTo>
                  <a:lnTo>
                    <a:pt x="9736595" y="109405"/>
                  </a:lnTo>
                  <a:lnTo>
                    <a:pt x="9833079" y="88185"/>
                  </a:lnTo>
                  <a:lnTo>
                    <a:pt x="9933444" y="69280"/>
                  </a:lnTo>
                  <a:lnTo>
                    <a:pt x="10035180" y="52706"/>
                  </a:lnTo>
                  <a:lnTo>
                    <a:pt x="10134953" y="38511"/>
                  </a:lnTo>
                  <a:lnTo>
                    <a:pt x="10228832" y="26741"/>
                  </a:lnTo>
                  <a:lnTo>
                    <a:pt x="10312753" y="17396"/>
                  </a:lnTo>
                  <a:lnTo>
                    <a:pt x="10383147" y="10384"/>
                  </a:lnTo>
                  <a:lnTo>
                    <a:pt x="10437609" y="5504"/>
                  </a:lnTo>
                  <a:lnTo>
                    <a:pt x="10475416" y="2443"/>
                  </a:lnTo>
                  <a:lnTo>
                    <a:pt x="10497764" y="800"/>
                  </a:lnTo>
                  <a:lnTo>
                    <a:pt x="10507703" y="135"/>
                  </a:lnTo>
                  <a:lnTo>
                    <a:pt x="10509891" y="1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44" name="pl2044"/>
            <p:cNvSpPr/>
            <p:nvPr/>
          </p:nvSpPr>
          <p:spPr>
            <a:xfrm>
              <a:off x="4799595" y="7243690"/>
              <a:ext cx="11981298" cy="3645157"/>
            </a:xfrm>
            <a:custGeom>
              <a:avLst/>
              <a:pathLst>
                <a:path w="11981298" h="3645157">
                  <a:moveTo>
                    <a:pt x="11981298" y="0"/>
                  </a:moveTo>
                  <a:lnTo>
                    <a:pt x="10509911" y="0"/>
                  </a:lnTo>
                  <a:lnTo>
                    <a:pt x="10508773" y="68"/>
                  </a:lnTo>
                  <a:lnTo>
                    <a:pt x="10501296" y="557"/>
                  </a:lnTo>
                  <a:lnTo>
                    <a:pt x="10482445" y="1910"/>
                  </a:lnTo>
                  <a:lnTo>
                    <a:pt x="10448742" y="4572"/>
                  </a:lnTo>
                  <a:lnTo>
                    <a:pt x="10398503" y="8958"/>
                  </a:lnTo>
                  <a:lnTo>
                    <a:pt x="10331974" y="15406"/>
                  </a:lnTo>
                  <a:lnTo>
                    <a:pt x="10251175" y="24148"/>
                  </a:lnTo>
                  <a:lnTo>
                    <a:pt x="10159441" y="35301"/>
                  </a:lnTo>
                  <a:lnTo>
                    <a:pt x="10060774" y="48885"/>
                  </a:lnTo>
                  <a:lnTo>
                    <a:pt x="9959190" y="64862"/>
                  </a:lnTo>
                  <a:lnTo>
                    <a:pt x="9858206" y="83180"/>
                  </a:lnTo>
                  <a:lnTo>
                    <a:pt x="9760551" y="103812"/>
                  </a:lnTo>
                  <a:lnTo>
                    <a:pt x="9668085" y="126790"/>
                  </a:lnTo>
                  <a:lnTo>
                    <a:pt x="9581867" y="152218"/>
                  </a:lnTo>
                  <a:lnTo>
                    <a:pt x="9502305" y="180290"/>
                  </a:lnTo>
                  <a:lnTo>
                    <a:pt x="9429316" y="211282"/>
                  </a:lnTo>
                  <a:lnTo>
                    <a:pt x="9362485" y="245552"/>
                  </a:lnTo>
                  <a:lnTo>
                    <a:pt x="9301189" y="283528"/>
                  </a:lnTo>
                  <a:lnTo>
                    <a:pt x="9244692" y="325687"/>
                  </a:lnTo>
                  <a:lnTo>
                    <a:pt x="9192212" y="372518"/>
                  </a:lnTo>
                  <a:lnTo>
                    <a:pt x="9142977" y="424462"/>
                  </a:lnTo>
                  <a:lnTo>
                    <a:pt x="9096268" y="481807"/>
                  </a:lnTo>
                  <a:lnTo>
                    <a:pt x="9084767" y="497190"/>
                  </a:lnTo>
                  <a:lnTo>
                    <a:pt x="9047856" y="549982"/>
                  </a:lnTo>
                  <a:lnTo>
                    <a:pt x="9011863" y="606579"/>
                  </a:lnTo>
                  <a:lnTo>
                    <a:pt x="8976543" y="667059"/>
                  </a:lnTo>
                  <a:lnTo>
                    <a:pt x="8941695" y="731439"/>
                  </a:lnTo>
                  <a:lnTo>
                    <a:pt x="8907162" y="799671"/>
                  </a:lnTo>
                  <a:lnTo>
                    <a:pt x="8872819" y="871636"/>
                  </a:lnTo>
                  <a:lnTo>
                    <a:pt x="8838571" y="947137"/>
                  </a:lnTo>
                  <a:lnTo>
                    <a:pt x="8804349" y="1025899"/>
                  </a:lnTo>
                  <a:lnTo>
                    <a:pt x="8770109" y="1107573"/>
                  </a:lnTo>
                  <a:lnTo>
                    <a:pt x="8735826" y="1191734"/>
                  </a:lnTo>
                  <a:lnTo>
                    <a:pt x="8701491" y="1277893"/>
                  </a:lnTo>
                  <a:lnTo>
                    <a:pt x="8667112" y="1365506"/>
                  </a:lnTo>
                  <a:lnTo>
                    <a:pt x="8632701" y="1453990"/>
                  </a:lnTo>
                  <a:lnTo>
                    <a:pt x="8598281" y="1542735"/>
                  </a:lnTo>
                  <a:lnTo>
                    <a:pt x="8563874" y="1631125"/>
                  </a:lnTo>
                  <a:lnTo>
                    <a:pt x="8529501" y="1718553"/>
                  </a:lnTo>
                  <a:lnTo>
                    <a:pt x="8495174" y="1804440"/>
                  </a:lnTo>
                  <a:lnTo>
                    <a:pt x="8460899" y="1888250"/>
                  </a:lnTo>
                  <a:lnTo>
                    <a:pt x="8426663" y="1969504"/>
                  </a:lnTo>
                  <a:lnTo>
                    <a:pt x="8392441" y="2047788"/>
                  </a:lnTo>
                  <a:lnTo>
                    <a:pt x="8358183" y="2122763"/>
                  </a:lnTo>
                  <a:lnTo>
                    <a:pt x="8323818" y="2194167"/>
                  </a:lnTo>
                  <a:lnTo>
                    <a:pt x="8289246" y="2261815"/>
                  </a:lnTo>
                  <a:lnTo>
                    <a:pt x="8254337" y="2325599"/>
                  </a:lnTo>
                  <a:lnTo>
                    <a:pt x="8218927" y="2385482"/>
                  </a:lnTo>
                  <a:lnTo>
                    <a:pt x="8182811" y="2441489"/>
                  </a:lnTo>
                  <a:lnTo>
                    <a:pt x="8151487" y="2485953"/>
                  </a:lnTo>
                  <a:lnTo>
                    <a:pt x="8105315" y="2544680"/>
                  </a:lnTo>
                  <a:lnTo>
                    <a:pt x="8056784" y="2597972"/>
                  </a:lnTo>
                  <a:lnTo>
                    <a:pt x="8005197" y="2646060"/>
                  </a:lnTo>
                  <a:lnTo>
                    <a:pt x="7949791" y="2689357"/>
                  </a:lnTo>
                  <a:lnTo>
                    <a:pt x="7889783" y="2728346"/>
                  </a:lnTo>
                  <a:lnTo>
                    <a:pt x="7824418" y="2763511"/>
                  </a:lnTo>
                  <a:lnTo>
                    <a:pt x="7753038" y="2795296"/>
                  </a:lnTo>
                  <a:lnTo>
                    <a:pt x="7675163" y="2824077"/>
                  </a:lnTo>
                  <a:lnTo>
                    <a:pt x="7590614" y="2850153"/>
                  </a:lnTo>
                  <a:lnTo>
                    <a:pt x="7499658" y="2873738"/>
                  </a:lnTo>
                  <a:lnTo>
                    <a:pt x="7403174" y="2894958"/>
                  </a:lnTo>
                  <a:lnTo>
                    <a:pt x="7302809" y="2913863"/>
                  </a:lnTo>
                  <a:lnTo>
                    <a:pt x="7201073" y="2930438"/>
                  </a:lnTo>
                  <a:lnTo>
                    <a:pt x="7101301" y="2944633"/>
                  </a:lnTo>
                  <a:lnTo>
                    <a:pt x="7007422" y="2956402"/>
                  </a:lnTo>
                  <a:lnTo>
                    <a:pt x="6923501" y="2965747"/>
                  </a:lnTo>
                  <a:lnTo>
                    <a:pt x="6853106" y="2972759"/>
                  </a:lnTo>
                  <a:lnTo>
                    <a:pt x="6798644" y="2977639"/>
                  </a:lnTo>
                  <a:lnTo>
                    <a:pt x="6760838" y="2980701"/>
                  </a:lnTo>
                  <a:lnTo>
                    <a:pt x="6738489" y="2982343"/>
                  </a:lnTo>
                  <a:lnTo>
                    <a:pt x="6728550" y="2983008"/>
                  </a:lnTo>
                  <a:lnTo>
                    <a:pt x="6726362" y="2983143"/>
                  </a:lnTo>
                  <a:lnTo>
                    <a:pt x="6726343" y="2983144"/>
                  </a:lnTo>
                  <a:lnTo>
                    <a:pt x="5254955" y="2983144"/>
                  </a:lnTo>
                  <a:lnTo>
                    <a:pt x="5253723" y="2983160"/>
                  </a:lnTo>
                  <a:lnTo>
                    <a:pt x="5245635" y="2983278"/>
                  </a:lnTo>
                  <a:lnTo>
                    <a:pt x="5225299" y="2983604"/>
                  </a:lnTo>
                  <a:lnTo>
                    <a:pt x="5189065" y="2984246"/>
                  </a:lnTo>
                  <a:lnTo>
                    <a:pt x="5135309" y="2985301"/>
                  </a:lnTo>
                  <a:lnTo>
                    <a:pt x="5064550" y="2986848"/>
                  </a:lnTo>
                  <a:lnTo>
                    <a:pt x="4979234" y="2988939"/>
                  </a:lnTo>
                  <a:lnTo>
                    <a:pt x="4883156" y="2991597"/>
                  </a:lnTo>
                  <a:lnTo>
                    <a:pt x="4780715" y="2994824"/>
                  </a:lnTo>
                  <a:lnTo>
                    <a:pt x="4676178" y="2998608"/>
                  </a:lnTo>
                  <a:lnTo>
                    <a:pt x="4573156" y="3002939"/>
                  </a:lnTo>
                  <a:lnTo>
                    <a:pt x="4474336" y="3007812"/>
                  </a:lnTo>
                  <a:lnTo>
                    <a:pt x="4381449" y="3013241"/>
                  </a:lnTo>
                  <a:lnTo>
                    <a:pt x="4295383" y="3019258"/>
                  </a:lnTo>
                  <a:lnTo>
                    <a:pt x="4216359" y="3025917"/>
                  </a:lnTo>
                  <a:lnTo>
                    <a:pt x="4144128" y="3033294"/>
                  </a:lnTo>
                  <a:lnTo>
                    <a:pt x="4078130" y="3041481"/>
                  </a:lnTo>
                  <a:lnTo>
                    <a:pt x="4017621" y="3050588"/>
                  </a:lnTo>
                  <a:lnTo>
                    <a:pt x="3961771" y="3060732"/>
                  </a:lnTo>
                  <a:lnTo>
                    <a:pt x="3909731" y="3072028"/>
                  </a:lnTo>
                  <a:lnTo>
                    <a:pt x="3860690" y="3084566"/>
                  </a:lnTo>
                  <a:lnTo>
                    <a:pt x="3829811" y="3093479"/>
                  </a:lnTo>
                  <a:lnTo>
                    <a:pt x="3776291" y="3110851"/>
                  </a:lnTo>
                  <a:lnTo>
                    <a:pt x="3724480" y="3130036"/>
                  </a:lnTo>
                  <a:lnTo>
                    <a:pt x="3673717" y="3151061"/>
                  </a:lnTo>
                  <a:lnTo>
                    <a:pt x="3623521" y="3173885"/>
                  </a:lnTo>
                  <a:lnTo>
                    <a:pt x="3573561" y="3198394"/>
                  </a:lnTo>
                  <a:lnTo>
                    <a:pt x="3523630" y="3224394"/>
                  </a:lnTo>
                  <a:lnTo>
                    <a:pt x="3473620" y="3251618"/>
                  </a:lnTo>
                  <a:lnTo>
                    <a:pt x="3423504" y="3279731"/>
                  </a:lnTo>
                  <a:lnTo>
                    <a:pt x="3373312" y="3308347"/>
                  </a:lnTo>
                  <a:lnTo>
                    <a:pt x="3323107" y="3337048"/>
                  </a:lnTo>
                  <a:lnTo>
                    <a:pt x="3272954" y="3365413"/>
                  </a:lnTo>
                  <a:lnTo>
                    <a:pt x="3222901" y="3393040"/>
                  </a:lnTo>
                  <a:lnTo>
                    <a:pt x="3172946" y="3419571"/>
                  </a:lnTo>
                  <a:lnTo>
                    <a:pt x="3123016" y="3444709"/>
                  </a:lnTo>
                  <a:lnTo>
                    <a:pt x="3072948" y="3468231"/>
                  </a:lnTo>
                  <a:lnTo>
                    <a:pt x="3022463" y="3489992"/>
                  </a:lnTo>
                  <a:lnTo>
                    <a:pt x="2971144" y="3509921"/>
                  </a:lnTo>
                  <a:lnTo>
                    <a:pt x="2918407" y="3528019"/>
                  </a:lnTo>
                  <a:lnTo>
                    <a:pt x="2896531" y="3534821"/>
                  </a:lnTo>
                  <a:lnTo>
                    <a:pt x="2849055" y="3548196"/>
                  </a:lnTo>
                  <a:lnTo>
                    <a:pt x="2799068" y="3560299"/>
                  </a:lnTo>
                  <a:lnTo>
                    <a:pt x="2745811" y="3571186"/>
                  </a:lnTo>
                  <a:lnTo>
                    <a:pt x="2688453" y="3580960"/>
                  </a:lnTo>
                  <a:lnTo>
                    <a:pt x="2626144" y="3589737"/>
                  </a:lnTo>
                  <a:lnTo>
                    <a:pt x="2558076" y="3597633"/>
                  </a:lnTo>
                  <a:lnTo>
                    <a:pt x="2483557" y="3604753"/>
                  </a:lnTo>
                  <a:lnTo>
                    <a:pt x="2402116" y="3611184"/>
                  </a:lnTo>
                  <a:lnTo>
                    <a:pt x="2313646" y="3616994"/>
                  </a:lnTo>
                  <a:lnTo>
                    <a:pt x="2218577" y="3622229"/>
                  </a:lnTo>
                  <a:lnTo>
                    <a:pt x="2118067" y="3626914"/>
                  </a:lnTo>
                  <a:lnTo>
                    <a:pt x="2014170" y="3631058"/>
                  </a:lnTo>
                  <a:lnTo>
                    <a:pt x="1909906" y="3634652"/>
                  </a:lnTo>
                  <a:lnTo>
                    <a:pt x="1809154" y="3637684"/>
                  </a:lnTo>
                  <a:lnTo>
                    <a:pt x="1716300" y="3640145"/>
                  </a:lnTo>
                  <a:lnTo>
                    <a:pt x="1635622" y="3642045"/>
                  </a:lnTo>
                  <a:lnTo>
                    <a:pt x="1570532" y="3643415"/>
                  </a:lnTo>
                  <a:lnTo>
                    <a:pt x="1522858" y="3644318"/>
                  </a:lnTo>
                  <a:lnTo>
                    <a:pt x="1492390" y="3644839"/>
                  </a:lnTo>
                  <a:lnTo>
                    <a:pt x="1476778" y="3645081"/>
                  </a:lnTo>
                  <a:lnTo>
                    <a:pt x="1471741" y="3645152"/>
                  </a:lnTo>
                  <a:lnTo>
                    <a:pt x="1471387" y="3645157"/>
                  </a:lnTo>
                  <a:lnTo>
                    <a:pt x="0" y="364515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45" name="pg2045"/>
            <p:cNvSpPr/>
            <p:nvPr/>
          </p:nvSpPr>
          <p:spPr>
            <a:xfrm>
              <a:off x="4799595" y="9254248"/>
              <a:ext cx="11981298" cy="1626426"/>
            </a:xfrm>
            <a:custGeom>
              <a:avLst/>
              <a:pathLst>
                <a:path w="11981298" h="1626426">
                  <a:moveTo>
                    <a:pt x="0" y="1626426"/>
                  </a:moveTo>
                  <a:lnTo>
                    <a:pt x="1471387" y="1626426"/>
                  </a:lnTo>
                  <a:lnTo>
                    <a:pt x="1472593" y="1626387"/>
                  </a:lnTo>
                  <a:lnTo>
                    <a:pt x="1480512" y="1626105"/>
                  </a:lnTo>
                  <a:lnTo>
                    <a:pt x="1500439" y="1625325"/>
                  </a:lnTo>
                  <a:lnTo>
                    <a:pt x="1535978" y="1623792"/>
                  </a:lnTo>
                  <a:lnTo>
                    <a:pt x="1588770" y="1621268"/>
                  </a:lnTo>
                  <a:lnTo>
                    <a:pt x="1658375" y="1617564"/>
                  </a:lnTo>
                  <a:lnTo>
                    <a:pt x="1742467" y="1612554"/>
                  </a:lnTo>
                  <a:lnTo>
                    <a:pt x="1837375" y="1606179"/>
                  </a:lnTo>
                  <a:lnTo>
                    <a:pt x="1938810" y="1598434"/>
                  </a:lnTo>
                  <a:lnTo>
                    <a:pt x="2042570" y="1589343"/>
                  </a:lnTo>
                  <a:lnTo>
                    <a:pt x="2145066" y="1578935"/>
                  </a:lnTo>
                  <a:lnTo>
                    <a:pt x="2243595" y="1567220"/>
                  </a:lnTo>
                  <a:lnTo>
                    <a:pt x="2336390" y="1554171"/>
                  </a:lnTo>
                  <a:lnTo>
                    <a:pt x="2422514" y="1539715"/>
                  </a:lnTo>
                  <a:lnTo>
                    <a:pt x="2501695" y="1523727"/>
                  </a:lnTo>
                  <a:lnTo>
                    <a:pt x="2574137" y="1506034"/>
                  </a:lnTo>
                  <a:lnTo>
                    <a:pt x="2640362" y="1486416"/>
                  </a:lnTo>
                  <a:lnTo>
                    <a:pt x="2701079" y="1464617"/>
                  </a:lnTo>
                  <a:lnTo>
                    <a:pt x="2757096" y="1440355"/>
                  </a:lnTo>
                  <a:lnTo>
                    <a:pt x="2809242" y="1413356"/>
                  </a:lnTo>
                  <a:lnTo>
                    <a:pt x="2858322" y="1383391"/>
                  </a:lnTo>
                  <a:lnTo>
                    <a:pt x="2896531" y="1356717"/>
                  </a:lnTo>
                  <a:lnTo>
                    <a:pt x="2942189" y="1320872"/>
                  </a:lnTo>
                  <a:lnTo>
                    <a:pt x="2986528" y="1281830"/>
                  </a:lnTo>
                  <a:lnTo>
                    <a:pt x="3029985" y="1239532"/>
                  </a:lnTo>
                  <a:lnTo>
                    <a:pt x="3072893" y="1194003"/>
                  </a:lnTo>
                  <a:lnTo>
                    <a:pt x="3115501" y="1145353"/>
                  </a:lnTo>
                  <a:lnTo>
                    <a:pt x="3157986" y="1093794"/>
                  </a:lnTo>
                  <a:lnTo>
                    <a:pt x="3200463" y="1039635"/>
                  </a:lnTo>
                  <a:lnTo>
                    <a:pt x="3242997" y="983285"/>
                  </a:lnTo>
                  <a:lnTo>
                    <a:pt x="3285608" y="925236"/>
                  </a:lnTo>
                  <a:lnTo>
                    <a:pt x="3328285" y="866053"/>
                  </a:lnTo>
                  <a:lnTo>
                    <a:pt x="3370997" y="806351"/>
                  </a:lnTo>
                  <a:lnTo>
                    <a:pt x="3413701" y="746766"/>
                  </a:lnTo>
                  <a:lnTo>
                    <a:pt x="3456357" y="687929"/>
                  </a:lnTo>
                  <a:lnTo>
                    <a:pt x="3498939" y="630440"/>
                  </a:lnTo>
                  <a:lnTo>
                    <a:pt x="3541448" y="574840"/>
                  </a:lnTo>
                  <a:lnTo>
                    <a:pt x="3583918" y="521592"/>
                  </a:lnTo>
                  <a:lnTo>
                    <a:pt x="3626431" y="471068"/>
                  </a:lnTo>
                  <a:lnTo>
                    <a:pt x="3669125" y="423542"/>
                  </a:lnTo>
                  <a:lnTo>
                    <a:pt x="3712201" y="379189"/>
                  </a:lnTo>
                  <a:lnTo>
                    <a:pt x="3755938" y="338087"/>
                  </a:lnTo>
                  <a:lnTo>
                    <a:pt x="3800704" y="300226"/>
                  </a:lnTo>
                  <a:lnTo>
                    <a:pt x="3829811" y="277881"/>
                  </a:lnTo>
                  <a:lnTo>
                    <a:pt x="3876934" y="245414"/>
                  </a:lnTo>
                  <a:lnTo>
                    <a:pt x="3926525" y="216012"/>
                  </a:lnTo>
                  <a:lnTo>
                    <a:pt x="3979328" y="189540"/>
                  </a:lnTo>
                  <a:lnTo>
                    <a:pt x="4036154" y="165757"/>
                  </a:lnTo>
                  <a:lnTo>
                    <a:pt x="4097835" y="144384"/>
                  </a:lnTo>
                  <a:lnTo>
                    <a:pt x="4165164" y="125142"/>
                  </a:lnTo>
                  <a:lnTo>
                    <a:pt x="4238825" y="107781"/>
                  </a:lnTo>
                  <a:lnTo>
                    <a:pt x="4319292" y="92089"/>
                  </a:lnTo>
                  <a:lnTo>
                    <a:pt x="4406692" y="77901"/>
                  </a:lnTo>
                  <a:lnTo>
                    <a:pt x="4500645" y="65104"/>
                  </a:lnTo>
                  <a:lnTo>
                    <a:pt x="4600072" y="53633"/>
                  </a:lnTo>
                  <a:lnTo>
                    <a:pt x="4703035" y="43468"/>
                  </a:lnTo>
                  <a:lnTo>
                    <a:pt x="4806658" y="34624"/>
                  </a:lnTo>
                  <a:lnTo>
                    <a:pt x="4907210" y="27132"/>
                  </a:lnTo>
                  <a:lnTo>
                    <a:pt x="5000426" y="21012"/>
                  </a:lnTo>
                  <a:lnTo>
                    <a:pt x="5082075" y="16251"/>
                  </a:lnTo>
                  <a:lnTo>
                    <a:pt x="5148684" y="12778"/>
                  </a:lnTo>
                  <a:lnTo>
                    <a:pt x="5198245" y="10454"/>
                  </a:lnTo>
                  <a:lnTo>
                    <a:pt x="5230700" y="9079"/>
                  </a:lnTo>
                  <a:lnTo>
                    <a:pt x="5248071" y="8412"/>
                  </a:lnTo>
                  <a:lnTo>
                    <a:pt x="5254297" y="8194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563" y="8202"/>
                  </a:lnTo>
                  <a:lnTo>
                    <a:pt x="6735573" y="8412"/>
                  </a:lnTo>
                  <a:lnTo>
                    <a:pt x="6755722" y="8994"/>
                  </a:lnTo>
                  <a:lnTo>
                    <a:pt x="6791638" y="10139"/>
                  </a:lnTo>
                  <a:lnTo>
                    <a:pt x="6844953" y="12022"/>
                  </a:lnTo>
                  <a:lnTo>
                    <a:pt x="6915184" y="14784"/>
                  </a:lnTo>
                  <a:lnTo>
                    <a:pt x="6999941" y="18518"/>
                  </a:lnTo>
                  <a:lnTo>
                    <a:pt x="7095486" y="23268"/>
                  </a:lnTo>
                  <a:lnTo>
                    <a:pt x="7197469" y="29037"/>
                  </a:lnTo>
                  <a:lnTo>
                    <a:pt x="7301653" y="35804"/>
                  </a:lnTo>
                  <a:lnTo>
                    <a:pt x="7404438" y="43549"/>
                  </a:lnTo>
                  <a:lnTo>
                    <a:pt x="7503127" y="52267"/>
                  </a:lnTo>
                  <a:lnTo>
                    <a:pt x="7595974" y="61977"/>
                  </a:lnTo>
                  <a:lnTo>
                    <a:pt x="7682069" y="72738"/>
                  </a:lnTo>
                  <a:lnTo>
                    <a:pt x="7761165" y="84643"/>
                  </a:lnTo>
                  <a:lnTo>
                    <a:pt x="7833493" y="97824"/>
                  </a:lnTo>
                  <a:lnTo>
                    <a:pt x="7899594" y="112448"/>
                  </a:lnTo>
                  <a:lnTo>
                    <a:pt x="7960198" y="128706"/>
                  </a:lnTo>
                  <a:lnTo>
                    <a:pt x="8016123" y="146810"/>
                  </a:lnTo>
                  <a:lnTo>
                    <a:pt x="8068210" y="166963"/>
                  </a:lnTo>
                  <a:lnTo>
                    <a:pt x="8117268" y="189331"/>
                  </a:lnTo>
                  <a:lnTo>
                    <a:pt x="8151487" y="207049"/>
                  </a:lnTo>
                  <a:lnTo>
                    <a:pt x="8200668" y="235655"/>
                  </a:lnTo>
                  <a:lnTo>
                    <a:pt x="8248359" y="267009"/>
                  </a:lnTo>
                  <a:lnTo>
                    <a:pt x="8295090" y="301155"/>
                  </a:lnTo>
                  <a:lnTo>
                    <a:pt x="8341257" y="338058"/>
                  </a:lnTo>
                  <a:lnTo>
                    <a:pt x="8387147" y="377588"/>
                  </a:lnTo>
                  <a:lnTo>
                    <a:pt x="8432954" y="419518"/>
                  </a:lnTo>
                  <a:lnTo>
                    <a:pt x="8478793" y="463522"/>
                  </a:lnTo>
                  <a:lnTo>
                    <a:pt x="8524716" y="509181"/>
                  </a:lnTo>
                  <a:lnTo>
                    <a:pt x="8570724" y="555998"/>
                  </a:lnTo>
                  <a:lnTo>
                    <a:pt x="8616785" y="603417"/>
                  </a:lnTo>
                  <a:lnTo>
                    <a:pt x="8662847" y="650854"/>
                  </a:lnTo>
                  <a:lnTo>
                    <a:pt x="8708860" y="697721"/>
                  </a:lnTo>
                  <a:lnTo>
                    <a:pt x="8754788" y="743462"/>
                  </a:lnTo>
                  <a:lnTo>
                    <a:pt x="8800631" y="787575"/>
                  </a:lnTo>
                  <a:lnTo>
                    <a:pt x="8846437" y="829636"/>
                  </a:lnTo>
                  <a:lnTo>
                    <a:pt x="8892318" y="869313"/>
                  </a:lnTo>
                  <a:lnTo>
                    <a:pt x="8938462" y="906373"/>
                  </a:lnTo>
                  <a:lnTo>
                    <a:pt x="8985151" y="940682"/>
                  </a:lnTo>
                  <a:lnTo>
                    <a:pt x="9032773" y="972198"/>
                  </a:lnTo>
                  <a:lnTo>
                    <a:pt x="9081850" y="1000961"/>
                  </a:lnTo>
                  <a:lnTo>
                    <a:pt x="9084767" y="1002554"/>
                  </a:lnTo>
                  <a:lnTo>
                    <a:pt x="9132082" y="1026586"/>
                  </a:lnTo>
                  <a:lnTo>
                    <a:pt x="9181888" y="1048339"/>
                  </a:lnTo>
                  <a:lnTo>
                    <a:pt x="9234937" y="1067915"/>
                  </a:lnTo>
                  <a:lnTo>
                    <a:pt x="9292052" y="1085496"/>
                  </a:lnTo>
                  <a:lnTo>
                    <a:pt x="9354074" y="1101289"/>
                  </a:lnTo>
                  <a:lnTo>
                    <a:pt x="9421804" y="1115502"/>
                  </a:lnTo>
                  <a:lnTo>
                    <a:pt x="9495931" y="1128320"/>
                  </a:lnTo>
                  <a:lnTo>
                    <a:pt x="9576926" y="1139903"/>
                  </a:lnTo>
                  <a:lnTo>
                    <a:pt x="9664907" y="1150370"/>
                  </a:lnTo>
                  <a:lnTo>
                    <a:pt x="9759467" y="1159806"/>
                  </a:lnTo>
                  <a:lnTo>
                    <a:pt x="9859483" y="1168258"/>
                  </a:lnTo>
                  <a:lnTo>
                    <a:pt x="9962956" y="1175738"/>
                  </a:lnTo>
                  <a:lnTo>
                    <a:pt x="10066931" y="1182236"/>
                  </a:lnTo>
                  <a:lnTo>
                    <a:pt x="10167598" y="1187729"/>
                  </a:lnTo>
                  <a:lnTo>
                    <a:pt x="10260625" y="1192200"/>
                  </a:lnTo>
                  <a:lnTo>
                    <a:pt x="10341755" y="1195664"/>
                  </a:lnTo>
                  <a:lnTo>
                    <a:pt x="10407546" y="1198176"/>
                  </a:lnTo>
                  <a:lnTo>
                    <a:pt x="10456085" y="1199842"/>
                  </a:lnTo>
                  <a:lnTo>
                    <a:pt x="10487459" y="1200815"/>
                  </a:lnTo>
                  <a:lnTo>
                    <a:pt x="10503867" y="1201276"/>
                  </a:lnTo>
                  <a:lnTo>
                    <a:pt x="10509433" y="1201419"/>
                  </a:lnTo>
                  <a:lnTo>
                    <a:pt x="10509911" y="1201430"/>
                  </a:lnTo>
                  <a:lnTo>
                    <a:pt x="11981298" y="1201430"/>
                  </a:lnTo>
                  <a:lnTo>
                    <a:pt x="11981298" y="1193257"/>
                  </a:lnTo>
                  <a:lnTo>
                    <a:pt x="10509911" y="1193257"/>
                  </a:lnTo>
                  <a:lnTo>
                    <a:pt x="10508690" y="1193228"/>
                  </a:lnTo>
                  <a:lnTo>
                    <a:pt x="10500680" y="1193017"/>
                  </a:lnTo>
                  <a:lnTo>
                    <a:pt x="10480531" y="1192436"/>
                  </a:lnTo>
                  <a:lnTo>
                    <a:pt x="10444616" y="1191291"/>
                  </a:lnTo>
                  <a:lnTo>
                    <a:pt x="10391300" y="1189408"/>
                  </a:lnTo>
                  <a:lnTo>
                    <a:pt x="10321069" y="1186646"/>
                  </a:lnTo>
                  <a:lnTo>
                    <a:pt x="10236312" y="1182911"/>
                  </a:lnTo>
                  <a:lnTo>
                    <a:pt x="10140767" y="1178161"/>
                  </a:lnTo>
                  <a:lnTo>
                    <a:pt x="10038784" y="1172393"/>
                  </a:lnTo>
                  <a:lnTo>
                    <a:pt x="9934600" y="1165626"/>
                  </a:lnTo>
                  <a:lnTo>
                    <a:pt x="9831815" y="1157880"/>
                  </a:lnTo>
                  <a:lnTo>
                    <a:pt x="9733126" y="1149163"/>
                  </a:lnTo>
                  <a:lnTo>
                    <a:pt x="9640279" y="1139453"/>
                  </a:lnTo>
                  <a:lnTo>
                    <a:pt x="9554185" y="1128692"/>
                  </a:lnTo>
                  <a:lnTo>
                    <a:pt x="9475088" y="1116787"/>
                  </a:lnTo>
                  <a:lnTo>
                    <a:pt x="9402760" y="1103605"/>
                  </a:lnTo>
                  <a:lnTo>
                    <a:pt x="9336659" y="1088982"/>
                  </a:lnTo>
                  <a:lnTo>
                    <a:pt x="9276055" y="1072723"/>
                  </a:lnTo>
                  <a:lnTo>
                    <a:pt x="9220130" y="1054620"/>
                  </a:lnTo>
                  <a:lnTo>
                    <a:pt x="9168043" y="1034466"/>
                  </a:lnTo>
                  <a:lnTo>
                    <a:pt x="9118985" y="1012098"/>
                  </a:lnTo>
                  <a:lnTo>
                    <a:pt x="9084767" y="994381"/>
                  </a:lnTo>
                  <a:lnTo>
                    <a:pt x="9035585" y="965775"/>
                  </a:lnTo>
                  <a:lnTo>
                    <a:pt x="8987895" y="934421"/>
                  </a:lnTo>
                  <a:lnTo>
                    <a:pt x="8941164" y="900275"/>
                  </a:lnTo>
                  <a:lnTo>
                    <a:pt x="8894996" y="863372"/>
                  </a:lnTo>
                  <a:lnTo>
                    <a:pt x="8849106" y="823842"/>
                  </a:lnTo>
                  <a:lnTo>
                    <a:pt x="8803299" y="781912"/>
                  </a:lnTo>
                  <a:lnTo>
                    <a:pt x="8757460" y="737908"/>
                  </a:lnTo>
                  <a:lnTo>
                    <a:pt x="8711537" y="692249"/>
                  </a:lnTo>
                  <a:lnTo>
                    <a:pt x="8665529" y="645432"/>
                  </a:lnTo>
                  <a:lnTo>
                    <a:pt x="8619468" y="598012"/>
                  </a:lnTo>
                  <a:lnTo>
                    <a:pt x="8573406" y="550576"/>
                  </a:lnTo>
                  <a:lnTo>
                    <a:pt x="8527394" y="503708"/>
                  </a:lnTo>
                  <a:lnTo>
                    <a:pt x="8481465" y="457967"/>
                  </a:lnTo>
                  <a:lnTo>
                    <a:pt x="8435622" y="413855"/>
                  </a:lnTo>
                  <a:lnTo>
                    <a:pt x="8389816" y="371794"/>
                  </a:lnTo>
                  <a:lnTo>
                    <a:pt x="8343935" y="332117"/>
                  </a:lnTo>
                  <a:lnTo>
                    <a:pt x="8297791" y="295057"/>
                  </a:lnTo>
                  <a:lnTo>
                    <a:pt x="8251102" y="260748"/>
                  </a:lnTo>
                  <a:lnTo>
                    <a:pt x="8203481" y="229232"/>
                  </a:lnTo>
                  <a:lnTo>
                    <a:pt x="8154404" y="200468"/>
                  </a:lnTo>
                  <a:lnTo>
                    <a:pt x="8151487" y="198876"/>
                  </a:lnTo>
                  <a:lnTo>
                    <a:pt x="8104172" y="174844"/>
                  </a:lnTo>
                  <a:lnTo>
                    <a:pt x="8054365" y="153091"/>
                  </a:lnTo>
                  <a:lnTo>
                    <a:pt x="8001316" y="133514"/>
                  </a:lnTo>
                  <a:lnTo>
                    <a:pt x="7944201" y="115934"/>
                  </a:lnTo>
                  <a:lnTo>
                    <a:pt x="7882179" y="100141"/>
                  </a:lnTo>
                  <a:lnTo>
                    <a:pt x="7814449" y="85928"/>
                  </a:lnTo>
                  <a:lnTo>
                    <a:pt x="7740323" y="73109"/>
                  </a:lnTo>
                  <a:lnTo>
                    <a:pt x="7659327" y="61527"/>
                  </a:lnTo>
                  <a:lnTo>
                    <a:pt x="7571346" y="51060"/>
                  </a:lnTo>
                  <a:lnTo>
                    <a:pt x="7476787" y="41624"/>
                  </a:lnTo>
                  <a:lnTo>
                    <a:pt x="7376771" y="33172"/>
                  </a:lnTo>
                  <a:lnTo>
                    <a:pt x="7273298" y="25691"/>
                  </a:lnTo>
                  <a:lnTo>
                    <a:pt x="7169322" y="19194"/>
                  </a:lnTo>
                  <a:lnTo>
                    <a:pt x="7068655" y="13701"/>
                  </a:lnTo>
                  <a:lnTo>
                    <a:pt x="6975628" y="9229"/>
                  </a:lnTo>
                  <a:lnTo>
                    <a:pt x="6894498" y="5766"/>
                  </a:lnTo>
                  <a:lnTo>
                    <a:pt x="6828707" y="3254"/>
                  </a:lnTo>
                  <a:lnTo>
                    <a:pt x="6780168" y="1588"/>
                  </a:lnTo>
                  <a:lnTo>
                    <a:pt x="6748794" y="615"/>
                  </a:lnTo>
                  <a:lnTo>
                    <a:pt x="6732386" y="153"/>
                  </a:lnTo>
                  <a:lnTo>
                    <a:pt x="6726820" y="11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749" y="39"/>
                  </a:lnTo>
                  <a:lnTo>
                    <a:pt x="5245830" y="321"/>
                  </a:lnTo>
                  <a:lnTo>
                    <a:pt x="5225903" y="1100"/>
                  </a:lnTo>
                  <a:lnTo>
                    <a:pt x="5190364" y="2634"/>
                  </a:lnTo>
                  <a:lnTo>
                    <a:pt x="5137572" y="5158"/>
                  </a:lnTo>
                  <a:lnTo>
                    <a:pt x="5067967" y="8862"/>
                  </a:lnTo>
                  <a:lnTo>
                    <a:pt x="4983875" y="13871"/>
                  </a:lnTo>
                  <a:lnTo>
                    <a:pt x="4888967" y="20246"/>
                  </a:lnTo>
                  <a:lnTo>
                    <a:pt x="4787532" y="27992"/>
                  </a:lnTo>
                  <a:lnTo>
                    <a:pt x="4683772" y="37083"/>
                  </a:lnTo>
                  <a:lnTo>
                    <a:pt x="4581277" y="47491"/>
                  </a:lnTo>
                  <a:lnTo>
                    <a:pt x="4482747" y="59205"/>
                  </a:lnTo>
                  <a:lnTo>
                    <a:pt x="4389952" y="72254"/>
                  </a:lnTo>
                  <a:lnTo>
                    <a:pt x="4303828" y="86711"/>
                  </a:lnTo>
                  <a:lnTo>
                    <a:pt x="4224647" y="102699"/>
                  </a:lnTo>
                  <a:lnTo>
                    <a:pt x="4152205" y="120392"/>
                  </a:lnTo>
                  <a:lnTo>
                    <a:pt x="4085980" y="140009"/>
                  </a:lnTo>
                  <a:lnTo>
                    <a:pt x="4025263" y="161809"/>
                  </a:lnTo>
                  <a:lnTo>
                    <a:pt x="3969246" y="186070"/>
                  </a:lnTo>
                  <a:lnTo>
                    <a:pt x="3917100" y="213070"/>
                  </a:lnTo>
                  <a:lnTo>
                    <a:pt x="3868020" y="243035"/>
                  </a:lnTo>
                  <a:lnTo>
                    <a:pt x="3829811" y="269708"/>
                  </a:lnTo>
                  <a:lnTo>
                    <a:pt x="3784153" y="305554"/>
                  </a:lnTo>
                  <a:lnTo>
                    <a:pt x="3739814" y="344596"/>
                  </a:lnTo>
                  <a:lnTo>
                    <a:pt x="3696357" y="386893"/>
                  </a:lnTo>
                  <a:lnTo>
                    <a:pt x="3653449" y="432423"/>
                  </a:lnTo>
                  <a:lnTo>
                    <a:pt x="3610841" y="481073"/>
                  </a:lnTo>
                  <a:lnTo>
                    <a:pt x="3568356" y="532632"/>
                  </a:lnTo>
                  <a:lnTo>
                    <a:pt x="3525879" y="586790"/>
                  </a:lnTo>
                  <a:lnTo>
                    <a:pt x="3483345" y="643141"/>
                  </a:lnTo>
                  <a:lnTo>
                    <a:pt x="3440734" y="701190"/>
                  </a:lnTo>
                  <a:lnTo>
                    <a:pt x="3398057" y="760373"/>
                  </a:lnTo>
                  <a:lnTo>
                    <a:pt x="3355345" y="820075"/>
                  </a:lnTo>
                  <a:lnTo>
                    <a:pt x="3312641" y="879660"/>
                  </a:lnTo>
                  <a:lnTo>
                    <a:pt x="3269985" y="938496"/>
                  </a:lnTo>
                  <a:lnTo>
                    <a:pt x="3227403" y="995985"/>
                  </a:lnTo>
                  <a:lnTo>
                    <a:pt x="3184894" y="1051586"/>
                  </a:lnTo>
                  <a:lnTo>
                    <a:pt x="3142424" y="1104834"/>
                  </a:lnTo>
                  <a:lnTo>
                    <a:pt x="3099911" y="1155358"/>
                  </a:lnTo>
                  <a:lnTo>
                    <a:pt x="3057217" y="1202883"/>
                  </a:lnTo>
                  <a:lnTo>
                    <a:pt x="3014141" y="1247237"/>
                  </a:lnTo>
                  <a:lnTo>
                    <a:pt x="2970404" y="1288339"/>
                  </a:lnTo>
                  <a:lnTo>
                    <a:pt x="2925638" y="1326199"/>
                  </a:lnTo>
                  <a:lnTo>
                    <a:pt x="2896531" y="1348544"/>
                  </a:lnTo>
                  <a:lnTo>
                    <a:pt x="2849408" y="1381012"/>
                  </a:lnTo>
                  <a:lnTo>
                    <a:pt x="2799817" y="1410414"/>
                  </a:lnTo>
                  <a:lnTo>
                    <a:pt x="2747014" y="1436885"/>
                  </a:lnTo>
                  <a:lnTo>
                    <a:pt x="2690188" y="1460668"/>
                  </a:lnTo>
                  <a:lnTo>
                    <a:pt x="2628507" y="1482042"/>
                  </a:lnTo>
                  <a:lnTo>
                    <a:pt x="2561178" y="1501284"/>
                  </a:lnTo>
                  <a:lnTo>
                    <a:pt x="2487517" y="1518645"/>
                  </a:lnTo>
                  <a:lnTo>
                    <a:pt x="2407051" y="1534337"/>
                  </a:lnTo>
                  <a:lnTo>
                    <a:pt x="2319650" y="1548524"/>
                  </a:lnTo>
                  <a:lnTo>
                    <a:pt x="2225697" y="1561321"/>
                  </a:lnTo>
                  <a:lnTo>
                    <a:pt x="2126270" y="1572793"/>
                  </a:lnTo>
                  <a:lnTo>
                    <a:pt x="2023307" y="1582958"/>
                  </a:lnTo>
                  <a:lnTo>
                    <a:pt x="1919684" y="1591801"/>
                  </a:lnTo>
                  <a:lnTo>
                    <a:pt x="1819132" y="1599294"/>
                  </a:lnTo>
                  <a:lnTo>
                    <a:pt x="1725916" y="1605414"/>
                  </a:lnTo>
                  <a:lnTo>
                    <a:pt x="1644267" y="1610175"/>
                  </a:lnTo>
                  <a:lnTo>
                    <a:pt x="1577658" y="1613648"/>
                  </a:lnTo>
                  <a:lnTo>
                    <a:pt x="1528097" y="1615972"/>
                  </a:lnTo>
                  <a:lnTo>
                    <a:pt x="1495642" y="1617347"/>
                  </a:lnTo>
                  <a:lnTo>
                    <a:pt x="1478271" y="1618014"/>
                  </a:lnTo>
                  <a:lnTo>
                    <a:pt x="1472045" y="1618232"/>
                  </a:lnTo>
                  <a:lnTo>
                    <a:pt x="1471387" y="1618253"/>
                  </a:lnTo>
                  <a:lnTo>
                    <a:pt x="0" y="1618253"/>
                  </a:lnTo>
                  <a:close/>
                </a:path>
              </a:pathLst>
            </a:custGeom>
            <a:solidFill>
              <a:srgbClr val="C3CD83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2046" name="pl2046"/>
            <p:cNvSpPr/>
            <p:nvPr/>
          </p:nvSpPr>
          <p:spPr>
            <a:xfrm>
              <a:off x="4799595" y="9262421"/>
              <a:ext cx="11981298" cy="1618253"/>
            </a:xfrm>
            <a:custGeom>
              <a:avLst/>
              <a:pathLst>
                <a:path w="11981298" h="1618253">
                  <a:moveTo>
                    <a:pt x="0" y="1618253"/>
                  </a:moveTo>
                  <a:lnTo>
                    <a:pt x="1471387" y="1618253"/>
                  </a:lnTo>
                  <a:lnTo>
                    <a:pt x="1472593" y="1618214"/>
                  </a:lnTo>
                  <a:lnTo>
                    <a:pt x="1480512" y="1617932"/>
                  </a:lnTo>
                  <a:lnTo>
                    <a:pt x="1500439" y="1617152"/>
                  </a:lnTo>
                  <a:lnTo>
                    <a:pt x="1535978" y="1615619"/>
                  </a:lnTo>
                  <a:lnTo>
                    <a:pt x="1588770" y="1613095"/>
                  </a:lnTo>
                  <a:lnTo>
                    <a:pt x="1658375" y="1609391"/>
                  </a:lnTo>
                  <a:lnTo>
                    <a:pt x="1742467" y="1604381"/>
                  </a:lnTo>
                  <a:lnTo>
                    <a:pt x="1837375" y="1598006"/>
                  </a:lnTo>
                  <a:lnTo>
                    <a:pt x="1938810" y="1590261"/>
                  </a:lnTo>
                  <a:lnTo>
                    <a:pt x="2042570" y="1581170"/>
                  </a:lnTo>
                  <a:lnTo>
                    <a:pt x="2145066" y="1570762"/>
                  </a:lnTo>
                  <a:lnTo>
                    <a:pt x="2243595" y="1559047"/>
                  </a:lnTo>
                  <a:lnTo>
                    <a:pt x="2336390" y="1545998"/>
                  </a:lnTo>
                  <a:lnTo>
                    <a:pt x="2422514" y="1531542"/>
                  </a:lnTo>
                  <a:lnTo>
                    <a:pt x="2501695" y="1515554"/>
                  </a:lnTo>
                  <a:lnTo>
                    <a:pt x="2574137" y="1497861"/>
                  </a:lnTo>
                  <a:lnTo>
                    <a:pt x="2640362" y="1478243"/>
                  </a:lnTo>
                  <a:lnTo>
                    <a:pt x="2701079" y="1456444"/>
                  </a:lnTo>
                  <a:lnTo>
                    <a:pt x="2757096" y="1432182"/>
                  </a:lnTo>
                  <a:lnTo>
                    <a:pt x="2809242" y="1405183"/>
                  </a:lnTo>
                  <a:lnTo>
                    <a:pt x="2858322" y="1375218"/>
                  </a:lnTo>
                  <a:lnTo>
                    <a:pt x="2896531" y="1348544"/>
                  </a:lnTo>
                  <a:lnTo>
                    <a:pt x="2942189" y="1312699"/>
                  </a:lnTo>
                  <a:lnTo>
                    <a:pt x="2986528" y="1273657"/>
                  </a:lnTo>
                  <a:lnTo>
                    <a:pt x="3029985" y="1231359"/>
                  </a:lnTo>
                  <a:lnTo>
                    <a:pt x="3072893" y="1185830"/>
                  </a:lnTo>
                  <a:lnTo>
                    <a:pt x="3115501" y="1137180"/>
                  </a:lnTo>
                  <a:lnTo>
                    <a:pt x="3157986" y="1085621"/>
                  </a:lnTo>
                  <a:lnTo>
                    <a:pt x="3200463" y="1031462"/>
                  </a:lnTo>
                  <a:lnTo>
                    <a:pt x="3242997" y="975112"/>
                  </a:lnTo>
                  <a:lnTo>
                    <a:pt x="3285608" y="917063"/>
                  </a:lnTo>
                  <a:lnTo>
                    <a:pt x="3328285" y="857880"/>
                  </a:lnTo>
                  <a:lnTo>
                    <a:pt x="3370997" y="798178"/>
                  </a:lnTo>
                  <a:lnTo>
                    <a:pt x="3413701" y="738593"/>
                  </a:lnTo>
                  <a:lnTo>
                    <a:pt x="3456357" y="679756"/>
                  </a:lnTo>
                  <a:lnTo>
                    <a:pt x="3498939" y="622267"/>
                  </a:lnTo>
                  <a:lnTo>
                    <a:pt x="3541448" y="566667"/>
                  </a:lnTo>
                  <a:lnTo>
                    <a:pt x="3583918" y="513419"/>
                  </a:lnTo>
                  <a:lnTo>
                    <a:pt x="3626431" y="462895"/>
                  </a:lnTo>
                  <a:lnTo>
                    <a:pt x="3669125" y="415369"/>
                  </a:lnTo>
                  <a:lnTo>
                    <a:pt x="3712201" y="371016"/>
                  </a:lnTo>
                  <a:lnTo>
                    <a:pt x="3755938" y="329914"/>
                  </a:lnTo>
                  <a:lnTo>
                    <a:pt x="3800704" y="292053"/>
                  </a:lnTo>
                  <a:lnTo>
                    <a:pt x="3829811" y="269708"/>
                  </a:lnTo>
                  <a:lnTo>
                    <a:pt x="3876934" y="237241"/>
                  </a:lnTo>
                  <a:lnTo>
                    <a:pt x="3926525" y="207839"/>
                  </a:lnTo>
                  <a:lnTo>
                    <a:pt x="3979328" y="181367"/>
                  </a:lnTo>
                  <a:lnTo>
                    <a:pt x="4036154" y="157584"/>
                  </a:lnTo>
                  <a:lnTo>
                    <a:pt x="4097835" y="136211"/>
                  </a:lnTo>
                  <a:lnTo>
                    <a:pt x="4165164" y="116969"/>
                  </a:lnTo>
                  <a:lnTo>
                    <a:pt x="4238825" y="99608"/>
                  </a:lnTo>
                  <a:lnTo>
                    <a:pt x="4319292" y="83916"/>
                  </a:lnTo>
                  <a:lnTo>
                    <a:pt x="4406692" y="69728"/>
                  </a:lnTo>
                  <a:lnTo>
                    <a:pt x="4500645" y="56931"/>
                  </a:lnTo>
                  <a:lnTo>
                    <a:pt x="4600072" y="45460"/>
                  </a:lnTo>
                  <a:lnTo>
                    <a:pt x="4703035" y="35295"/>
                  </a:lnTo>
                  <a:lnTo>
                    <a:pt x="4806658" y="26451"/>
                  </a:lnTo>
                  <a:lnTo>
                    <a:pt x="4907210" y="18959"/>
                  </a:lnTo>
                  <a:lnTo>
                    <a:pt x="5000426" y="12839"/>
                  </a:lnTo>
                  <a:lnTo>
                    <a:pt x="5082075" y="8078"/>
                  </a:lnTo>
                  <a:lnTo>
                    <a:pt x="5148684" y="4605"/>
                  </a:lnTo>
                  <a:lnTo>
                    <a:pt x="5198245" y="2281"/>
                  </a:lnTo>
                  <a:lnTo>
                    <a:pt x="5230700" y="906"/>
                  </a:lnTo>
                  <a:lnTo>
                    <a:pt x="5248071" y="239"/>
                  </a:lnTo>
                  <a:lnTo>
                    <a:pt x="5254297" y="21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563" y="29"/>
                  </a:lnTo>
                  <a:lnTo>
                    <a:pt x="6735573" y="239"/>
                  </a:lnTo>
                  <a:lnTo>
                    <a:pt x="6755722" y="821"/>
                  </a:lnTo>
                  <a:lnTo>
                    <a:pt x="6791638" y="1966"/>
                  </a:lnTo>
                  <a:lnTo>
                    <a:pt x="6844953" y="3849"/>
                  </a:lnTo>
                  <a:lnTo>
                    <a:pt x="6915184" y="6611"/>
                  </a:lnTo>
                  <a:lnTo>
                    <a:pt x="6999941" y="10345"/>
                  </a:lnTo>
                  <a:lnTo>
                    <a:pt x="7095486" y="15095"/>
                  </a:lnTo>
                  <a:lnTo>
                    <a:pt x="7197469" y="20864"/>
                  </a:lnTo>
                  <a:lnTo>
                    <a:pt x="7301653" y="27631"/>
                  </a:lnTo>
                  <a:lnTo>
                    <a:pt x="7404438" y="35376"/>
                  </a:lnTo>
                  <a:lnTo>
                    <a:pt x="7503127" y="44094"/>
                  </a:lnTo>
                  <a:lnTo>
                    <a:pt x="7595974" y="53804"/>
                  </a:lnTo>
                  <a:lnTo>
                    <a:pt x="7682069" y="64565"/>
                  </a:lnTo>
                  <a:lnTo>
                    <a:pt x="7761165" y="76470"/>
                  </a:lnTo>
                  <a:lnTo>
                    <a:pt x="7833493" y="89651"/>
                  </a:lnTo>
                  <a:lnTo>
                    <a:pt x="7899594" y="104275"/>
                  </a:lnTo>
                  <a:lnTo>
                    <a:pt x="7960198" y="120533"/>
                  </a:lnTo>
                  <a:lnTo>
                    <a:pt x="8016123" y="138637"/>
                  </a:lnTo>
                  <a:lnTo>
                    <a:pt x="8068210" y="158790"/>
                  </a:lnTo>
                  <a:lnTo>
                    <a:pt x="8117268" y="181158"/>
                  </a:lnTo>
                  <a:lnTo>
                    <a:pt x="8151487" y="198876"/>
                  </a:lnTo>
                  <a:lnTo>
                    <a:pt x="8200668" y="227482"/>
                  </a:lnTo>
                  <a:lnTo>
                    <a:pt x="8248359" y="258836"/>
                  </a:lnTo>
                  <a:lnTo>
                    <a:pt x="8295090" y="292982"/>
                  </a:lnTo>
                  <a:lnTo>
                    <a:pt x="8341257" y="329885"/>
                  </a:lnTo>
                  <a:lnTo>
                    <a:pt x="8387147" y="369415"/>
                  </a:lnTo>
                  <a:lnTo>
                    <a:pt x="8432954" y="411345"/>
                  </a:lnTo>
                  <a:lnTo>
                    <a:pt x="8478793" y="455349"/>
                  </a:lnTo>
                  <a:lnTo>
                    <a:pt x="8524716" y="501008"/>
                  </a:lnTo>
                  <a:lnTo>
                    <a:pt x="8570724" y="547825"/>
                  </a:lnTo>
                  <a:lnTo>
                    <a:pt x="8616785" y="595244"/>
                  </a:lnTo>
                  <a:lnTo>
                    <a:pt x="8662847" y="642681"/>
                  </a:lnTo>
                  <a:lnTo>
                    <a:pt x="8708860" y="689548"/>
                  </a:lnTo>
                  <a:lnTo>
                    <a:pt x="8754788" y="735289"/>
                  </a:lnTo>
                  <a:lnTo>
                    <a:pt x="8800631" y="779402"/>
                  </a:lnTo>
                  <a:lnTo>
                    <a:pt x="8846437" y="821463"/>
                  </a:lnTo>
                  <a:lnTo>
                    <a:pt x="8892318" y="861140"/>
                  </a:lnTo>
                  <a:lnTo>
                    <a:pt x="8938462" y="898200"/>
                  </a:lnTo>
                  <a:lnTo>
                    <a:pt x="8985151" y="932509"/>
                  </a:lnTo>
                  <a:lnTo>
                    <a:pt x="9032773" y="964025"/>
                  </a:lnTo>
                  <a:lnTo>
                    <a:pt x="9081850" y="992788"/>
                  </a:lnTo>
                  <a:lnTo>
                    <a:pt x="9084767" y="994381"/>
                  </a:lnTo>
                  <a:lnTo>
                    <a:pt x="9132082" y="1018413"/>
                  </a:lnTo>
                  <a:lnTo>
                    <a:pt x="9181888" y="1040166"/>
                  </a:lnTo>
                  <a:lnTo>
                    <a:pt x="9234937" y="1059742"/>
                  </a:lnTo>
                  <a:lnTo>
                    <a:pt x="9292052" y="1077323"/>
                  </a:lnTo>
                  <a:lnTo>
                    <a:pt x="9354074" y="1093116"/>
                  </a:lnTo>
                  <a:lnTo>
                    <a:pt x="9421804" y="1107329"/>
                  </a:lnTo>
                  <a:lnTo>
                    <a:pt x="9495931" y="1120147"/>
                  </a:lnTo>
                  <a:lnTo>
                    <a:pt x="9576926" y="1131730"/>
                  </a:lnTo>
                  <a:lnTo>
                    <a:pt x="9664907" y="1142197"/>
                  </a:lnTo>
                  <a:lnTo>
                    <a:pt x="9759467" y="1151633"/>
                  </a:lnTo>
                  <a:lnTo>
                    <a:pt x="9859483" y="1160085"/>
                  </a:lnTo>
                  <a:lnTo>
                    <a:pt x="9962956" y="1167565"/>
                  </a:lnTo>
                  <a:lnTo>
                    <a:pt x="10066931" y="1174063"/>
                  </a:lnTo>
                  <a:lnTo>
                    <a:pt x="10167598" y="1179556"/>
                  </a:lnTo>
                  <a:lnTo>
                    <a:pt x="10260625" y="1184027"/>
                  </a:lnTo>
                  <a:lnTo>
                    <a:pt x="10341755" y="1187491"/>
                  </a:lnTo>
                  <a:lnTo>
                    <a:pt x="10407546" y="1190003"/>
                  </a:lnTo>
                  <a:lnTo>
                    <a:pt x="10456085" y="1191669"/>
                  </a:lnTo>
                  <a:lnTo>
                    <a:pt x="10487459" y="1192642"/>
                  </a:lnTo>
                  <a:lnTo>
                    <a:pt x="10503867" y="1193103"/>
                  </a:lnTo>
                  <a:lnTo>
                    <a:pt x="10509433" y="1193246"/>
                  </a:lnTo>
                  <a:lnTo>
                    <a:pt x="10509911" y="1193257"/>
                  </a:lnTo>
                  <a:lnTo>
                    <a:pt x="11981298" y="119325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47" name="pl2047"/>
            <p:cNvSpPr/>
            <p:nvPr/>
          </p:nvSpPr>
          <p:spPr>
            <a:xfrm>
              <a:off x="4799595" y="9254248"/>
              <a:ext cx="11981298" cy="1618253"/>
            </a:xfrm>
            <a:custGeom>
              <a:avLst/>
              <a:pathLst>
                <a:path w="11981298" h="1618253">
                  <a:moveTo>
                    <a:pt x="11981298" y="1193257"/>
                  </a:moveTo>
                  <a:lnTo>
                    <a:pt x="10509911" y="1193257"/>
                  </a:lnTo>
                  <a:lnTo>
                    <a:pt x="10508690" y="1193228"/>
                  </a:lnTo>
                  <a:lnTo>
                    <a:pt x="10500680" y="1193017"/>
                  </a:lnTo>
                  <a:lnTo>
                    <a:pt x="10480531" y="1192436"/>
                  </a:lnTo>
                  <a:lnTo>
                    <a:pt x="10444616" y="1191291"/>
                  </a:lnTo>
                  <a:lnTo>
                    <a:pt x="10391300" y="1189408"/>
                  </a:lnTo>
                  <a:lnTo>
                    <a:pt x="10321069" y="1186646"/>
                  </a:lnTo>
                  <a:lnTo>
                    <a:pt x="10236312" y="1182911"/>
                  </a:lnTo>
                  <a:lnTo>
                    <a:pt x="10140767" y="1178161"/>
                  </a:lnTo>
                  <a:lnTo>
                    <a:pt x="10038784" y="1172393"/>
                  </a:lnTo>
                  <a:lnTo>
                    <a:pt x="9934600" y="1165626"/>
                  </a:lnTo>
                  <a:lnTo>
                    <a:pt x="9831815" y="1157880"/>
                  </a:lnTo>
                  <a:lnTo>
                    <a:pt x="9733126" y="1149163"/>
                  </a:lnTo>
                  <a:lnTo>
                    <a:pt x="9640279" y="1139453"/>
                  </a:lnTo>
                  <a:lnTo>
                    <a:pt x="9554185" y="1128692"/>
                  </a:lnTo>
                  <a:lnTo>
                    <a:pt x="9475088" y="1116787"/>
                  </a:lnTo>
                  <a:lnTo>
                    <a:pt x="9402760" y="1103605"/>
                  </a:lnTo>
                  <a:lnTo>
                    <a:pt x="9336659" y="1088982"/>
                  </a:lnTo>
                  <a:lnTo>
                    <a:pt x="9276055" y="1072723"/>
                  </a:lnTo>
                  <a:lnTo>
                    <a:pt x="9220130" y="1054620"/>
                  </a:lnTo>
                  <a:lnTo>
                    <a:pt x="9168043" y="1034466"/>
                  </a:lnTo>
                  <a:lnTo>
                    <a:pt x="9118985" y="1012098"/>
                  </a:lnTo>
                  <a:lnTo>
                    <a:pt x="9084767" y="994381"/>
                  </a:lnTo>
                  <a:lnTo>
                    <a:pt x="9035585" y="965775"/>
                  </a:lnTo>
                  <a:lnTo>
                    <a:pt x="8987895" y="934421"/>
                  </a:lnTo>
                  <a:lnTo>
                    <a:pt x="8941164" y="900275"/>
                  </a:lnTo>
                  <a:lnTo>
                    <a:pt x="8894996" y="863372"/>
                  </a:lnTo>
                  <a:lnTo>
                    <a:pt x="8849106" y="823842"/>
                  </a:lnTo>
                  <a:lnTo>
                    <a:pt x="8803299" y="781912"/>
                  </a:lnTo>
                  <a:lnTo>
                    <a:pt x="8757460" y="737908"/>
                  </a:lnTo>
                  <a:lnTo>
                    <a:pt x="8711537" y="692249"/>
                  </a:lnTo>
                  <a:lnTo>
                    <a:pt x="8665529" y="645432"/>
                  </a:lnTo>
                  <a:lnTo>
                    <a:pt x="8619468" y="598012"/>
                  </a:lnTo>
                  <a:lnTo>
                    <a:pt x="8573406" y="550576"/>
                  </a:lnTo>
                  <a:lnTo>
                    <a:pt x="8527394" y="503708"/>
                  </a:lnTo>
                  <a:lnTo>
                    <a:pt x="8481465" y="457967"/>
                  </a:lnTo>
                  <a:lnTo>
                    <a:pt x="8435622" y="413855"/>
                  </a:lnTo>
                  <a:lnTo>
                    <a:pt x="8389816" y="371794"/>
                  </a:lnTo>
                  <a:lnTo>
                    <a:pt x="8343935" y="332117"/>
                  </a:lnTo>
                  <a:lnTo>
                    <a:pt x="8297791" y="295057"/>
                  </a:lnTo>
                  <a:lnTo>
                    <a:pt x="8251102" y="260748"/>
                  </a:lnTo>
                  <a:lnTo>
                    <a:pt x="8203481" y="229232"/>
                  </a:lnTo>
                  <a:lnTo>
                    <a:pt x="8154404" y="200468"/>
                  </a:lnTo>
                  <a:lnTo>
                    <a:pt x="8151487" y="198876"/>
                  </a:lnTo>
                  <a:lnTo>
                    <a:pt x="8104172" y="174844"/>
                  </a:lnTo>
                  <a:lnTo>
                    <a:pt x="8054365" y="153091"/>
                  </a:lnTo>
                  <a:lnTo>
                    <a:pt x="8001316" y="133514"/>
                  </a:lnTo>
                  <a:lnTo>
                    <a:pt x="7944201" y="115934"/>
                  </a:lnTo>
                  <a:lnTo>
                    <a:pt x="7882179" y="100141"/>
                  </a:lnTo>
                  <a:lnTo>
                    <a:pt x="7814449" y="85928"/>
                  </a:lnTo>
                  <a:lnTo>
                    <a:pt x="7740323" y="73109"/>
                  </a:lnTo>
                  <a:lnTo>
                    <a:pt x="7659327" y="61527"/>
                  </a:lnTo>
                  <a:lnTo>
                    <a:pt x="7571346" y="51060"/>
                  </a:lnTo>
                  <a:lnTo>
                    <a:pt x="7476787" y="41624"/>
                  </a:lnTo>
                  <a:lnTo>
                    <a:pt x="7376771" y="33172"/>
                  </a:lnTo>
                  <a:lnTo>
                    <a:pt x="7273298" y="25691"/>
                  </a:lnTo>
                  <a:lnTo>
                    <a:pt x="7169322" y="19194"/>
                  </a:lnTo>
                  <a:lnTo>
                    <a:pt x="7068655" y="13701"/>
                  </a:lnTo>
                  <a:lnTo>
                    <a:pt x="6975628" y="9229"/>
                  </a:lnTo>
                  <a:lnTo>
                    <a:pt x="6894498" y="5766"/>
                  </a:lnTo>
                  <a:lnTo>
                    <a:pt x="6828707" y="3254"/>
                  </a:lnTo>
                  <a:lnTo>
                    <a:pt x="6780168" y="1588"/>
                  </a:lnTo>
                  <a:lnTo>
                    <a:pt x="6748794" y="615"/>
                  </a:lnTo>
                  <a:lnTo>
                    <a:pt x="6732386" y="153"/>
                  </a:lnTo>
                  <a:lnTo>
                    <a:pt x="6726820" y="11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749" y="39"/>
                  </a:lnTo>
                  <a:lnTo>
                    <a:pt x="5245830" y="321"/>
                  </a:lnTo>
                  <a:lnTo>
                    <a:pt x="5225903" y="1100"/>
                  </a:lnTo>
                  <a:lnTo>
                    <a:pt x="5190364" y="2634"/>
                  </a:lnTo>
                  <a:lnTo>
                    <a:pt x="5137572" y="5158"/>
                  </a:lnTo>
                  <a:lnTo>
                    <a:pt x="5067967" y="8862"/>
                  </a:lnTo>
                  <a:lnTo>
                    <a:pt x="4983875" y="13871"/>
                  </a:lnTo>
                  <a:lnTo>
                    <a:pt x="4888967" y="20246"/>
                  </a:lnTo>
                  <a:lnTo>
                    <a:pt x="4787532" y="27992"/>
                  </a:lnTo>
                  <a:lnTo>
                    <a:pt x="4683772" y="37083"/>
                  </a:lnTo>
                  <a:lnTo>
                    <a:pt x="4581277" y="47491"/>
                  </a:lnTo>
                  <a:lnTo>
                    <a:pt x="4482747" y="59205"/>
                  </a:lnTo>
                  <a:lnTo>
                    <a:pt x="4389952" y="72254"/>
                  </a:lnTo>
                  <a:lnTo>
                    <a:pt x="4303828" y="86711"/>
                  </a:lnTo>
                  <a:lnTo>
                    <a:pt x="4224647" y="102699"/>
                  </a:lnTo>
                  <a:lnTo>
                    <a:pt x="4152205" y="120392"/>
                  </a:lnTo>
                  <a:lnTo>
                    <a:pt x="4085980" y="140009"/>
                  </a:lnTo>
                  <a:lnTo>
                    <a:pt x="4025263" y="161809"/>
                  </a:lnTo>
                  <a:lnTo>
                    <a:pt x="3969246" y="186070"/>
                  </a:lnTo>
                  <a:lnTo>
                    <a:pt x="3917100" y="213070"/>
                  </a:lnTo>
                  <a:lnTo>
                    <a:pt x="3868020" y="243035"/>
                  </a:lnTo>
                  <a:lnTo>
                    <a:pt x="3829811" y="269708"/>
                  </a:lnTo>
                  <a:lnTo>
                    <a:pt x="3784153" y="305554"/>
                  </a:lnTo>
                  <a:lnTo>
                    <a:pt x="3739814" y="344596"/>
                  </a:lnTo>
                  <a:lnTo>
                    <a:pt x="3696357" y="386893"/>
                  </a:lnTo>
                  <a:lnTo>
                    <a:pt x="3653449" y="432423"/>
                  </a:lnTo>
                  <a:lnTo>
                    <a:pt x="3610841" y="481073"/>
                  </a:lnTo>
                  <a:lnTo>
                    <a:pt x="3568356" y="532632"/>
                  </a:lnTo>
                  <a:lnTo>
                    <a:pt x="3525879" y="586790"/>
                  </a:lnTo>
                  <a:lnTo>
                    <a:pt x="3483345" y="643141"/>
                  </a:lnTo>
                  <a:lnTo>
                    <a:pt x="3440734" y="701190"/>
                  </a:lnTo>
                  <a:lnTo>
                    <a:pt x="3398057" y="760373"/>
                  </a:lnTo>
                  <a:lnTo>
                    <a:pt x="3355345" y="820075"/>
                  </a:lnTo>
                  <a:lnTo>
                    <a:pt x="3312641" y="879660"/>
                  </a:lnTo>
                  <a:lnTo>
                    <a:pt x="3269985" y="938496"/>
                  </a:lnTo>
                  <a:lnTo>
                    <a:pt x="3227403" y="995985"/>
                  </a:lnTo>
                  <a:lnTo>
                    <a:pt x="3184894" y="1051586"/>
                  </a:lnTo>
                  <a:lnTo>
                    <a:pt x="3142424" y="1104834"/>
                  </a:lnTo>
                  <a:lnTo>
                    <a:pt x="3099911" y="1155358"/>
                  </a:lnTo>
                  <a:lnTo>
                    <a:pt x="3057217" y="1202883"/>
                  </a:lnTo>
                  <a:lnTo>
                    <a:pt x="3014141" y="1247237"/>
                  </a:lnTo>
                  <a:lnTo>
                    <a:pt x="2970404" y="1288339"/>
                  </a:lnTo>
                  <a:lnTo>
                    <a:pt x="2925638" y="1326199"/>
                  </a:lnTo>
                  <a:lnTo>
                    <a:pt x="2896531" y="1348544"/>
                  </a:lnTo>
                  <a:lnTo>
                    <a:pt x="2849408" y="1381012"/>
                  </a:lnTo>
                  <a:lnTo>
                    <a:pt x="2799817" y="1410414"/>
                  </a:lnTo>
                  <a:lnTo>
                    <a:pt x="2747014" y="1436885"/>
                  </a:lnTo>
                  <a:lnTo>
                    <a:pt x="2690188" y="1460668"/>
                  </a:lnTo>
                  <a:lnTo>
                    <a:pt x="2628507" y="1482042"/>
                  </a:lnTo>
                  <a:lnTo>
                    <a:pt x="2561178" y="1501284"/>
                  </a:lnTo>
                  <a:lnTo>
                    <a:pt x="2487517" y="1518645"/>
                  </a:lnTo>
                  <a:lnTo>
                    <a:pt x="2407051" y="1534337"/>
                  </a:lnTo>
                  <a:lnTo>
                    <a:pt x="2319650" y="1548524"/>
                  </a:lnTo>
                  <a:lnTo>
                    <a:pt x="2225697" y="1561321"/>
                  </a:lnTo>
                  <a:lnTo>
                    <a:pt x="2126270" y="1572793"/>
                  </a:lnTo>
                  <a:lnTo>
                    <a:pt x="2023307" y="1582958"/>
                  </a:lnTo>
                  <a:lnTo>
                    <a:pt x="1919684" y="1591801"/>
                  </a:lnTo>
                  <a:lnTo>
                    <a:pt x="1819132" y="1599294"/>
                  </a:lnTo>
                  <a:lnTo>
                    <a:pt x="1725916" y="1605414"/>
                  </a:lnTo>
                  <a:lnTo>
                    <a:pt x="1644267" y="1610175"/>
                  </a:lnTo>
                  <a:lnTo>
                    <a:pt x="1577658" y="1613648"/>
                  </a:lnTo>
                  <a:lnTo>
                    <a:pt x="1528097" y="1615972"/>
                  </a:lnTo>
                  <a:lnTo>
                    <a:pt x="1495642" y="1617347"/>
                  </a:lnTo>
                  <a:lnTo>
                    <a:pt x="1478271" y="1618014"/>
                  </a:lnTo>
                  <a:lnTo>
                    <a:pt x="1472045" y="1618232"/>
                  </a:lnTo>
                  <a:lnTo>
                    <a:pt x="1471387" y="1618253"/>
                  </a:lnTo>
                  <a:lnTo>
                    <a:pt x="0" y="161825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48" name="pg2048"/>
            <p:cNvSpPr/>
            <p:nvPr/>
          </p:nvSpPr>
          <p:spPr>
            <a:xfrm>
              <a:off x="4799595" y="4603812"/>
              <a:ext cx="11981298" cy="6252343"/>
            </a:xfrm>
            <a:custGeom>
              <a:avLst/>
              <a:pathLst>
                <a:path w="11981298" h="6252343">
                  <a:moveTo>
                    <a:pt x="0" y="6252343"/>
                  </a:moveTo>
                  <a:lnTo>
                    <a:pt x="1471387" y="6252343"/>
                  </a:lnTo>
                  <a:lnTo>
                    <a:pt x="1472188" y="6252243"/>
                  </a:lnTo>
                  <a:lnTo>
                    <a:pt x="1477493" y="6251529"/>
                  </a:lnTo>
                  <a:lnTo>
                    <a:pt x="1490996" y="6249557"/>
                  </a:lnTo>
                  <a:lnTo>
                    <a:pt x="1515460" y="6245668"/>
                  </a:lnTo>
                  <a:lnTo>
                    <a:pt x="1552579" y="6239227"/>
                  </a:lnTo>
                  <a:lnTo>
                    <a:pt x="1602863" y="6229674"/>
                  </a:lnTo>
                  <a:lnTo>
                    <a:pt x="1665633" y="6216568"/>
                  </a:lnTo>
                  <a:lnTo>
                    <a:pt x="1739176" y="6199617"/>
                  </a:lnTo>
                  <a:lnTo>
                    <a:pt x="1821037" y="6178674"/>
                  </a:lnTo>
                  <a:lnTo>
                    <a:pt x="1908391" y="6153717"/>
                  </a:lnTo>
                  <a:lnTo>
                    <a:pt x="1998407" y="6124798"/>
                  </a:lnTo>
                  <a:lnTo>
                    <a:pt x="2088534" y="6092000"/>
                  </a:lnTo>
                  <a:lnTo>
                    <a:pt x="2176689" y="6055376"/>
                  </a:lnTo>
                  <a:lnTo>
                    <a:pt x="2261328" y="6014923"/>
                  </a:lnTo>
                  <a:lnTo>
                    <a:pt x="2341433" y="5970542"/>
                  </a:lnTo>
                  <a:lnTo>
                    <a:pt x="2416451" y="5922033"/>
                  </a:lnTo>
                  <a:lnTo>
                    <a:pt x="2486201" y="5869082"/>
                  </a:lnTo>
                  <a:lnTo>
                    <a:pt x="2550787" y="5811263"/>
                  </a:lnTo>
                  <a:lnTo>
                    <a:pt x="2610506" y="5748048"/>
                  </a:lnTo>
                  <a:lnTo>
                    <a:pt x="2665790" y="5678814"/>
                  </a:lnTo>
                  <a:lnTo>
                    <a:pt x="2717145" y="5602872"/>
                  </a:lnTo>
                  <a:lnTo>
                    <a:pt x="2765114" y="5519501"/>
                  </a:lnTo>
                  <a:lnTo>
                    <a:pt x="2810244" y="5428011"/>
                  </a:lnTo>
                  <a:lnTo>
                    <a:pt x="2853064" y="5327833"/>
                  </a:lnTo>
                  <a:lnTo>
                    <a:pt x="2894055" y="5218669"/>
                  </a:lnTo>
                  <a:lnTo>
                    <a:pt x="2896531" y="5211648"/>
                  </a:lnTo>
                  <a:lnTo>
                    <a:pt x="2923123" y="5133149"/>
                  </a:lnTo>
                  <a:lnTo>
                    <a:pt x="2949203" y="5050580"/>
                  </a:lnTo>
                  <a:lnTo>
                    <a:pt x="2974870" y="4963864"/>
                  </a:lnTo>
                  <a:lnTo>
                    <a:pt x="3000208" y="4872953"/>
                  </a:lnTo>
                  <a:lnTo>
                    <a:pt x="3025292" y="4777834"/>
                  </a:lnTo>
                  <a:lnTo>
                    <a:pt x="3050183" y="4678528"/>
                  </a:lnTo>
                  <a:lnTo>
                    <a:pt x="3074935" y="4575099"/>
                  </a:lnTo>
                  <a:lnTo>
                    <a:pt x="3099590" y="4467646"/>
                  </a:lnTo>
                  <a:lnTo>
                    <a:pt x="3124186" y="4356317"/>
                  </a:lnTo>
                  <a:lnTo>
                    <a:pt x="3148752" y="4241297"/>
                  </a:lnTo>
                  <a:lnTo>
                    <a:pt x="3173309" y="4122819"/>
                  </a:lnTo>
                  <a:lnTo>
                    <a:pt x="3197874" y="4001155"/>
                  </a:lnTo>
                  <a:lnTo>
                    <a:pt x="3222457" y="3876622"/>
                  </a:lnTo>
                  <a:lnTo>
                    <a:pt x="3247066" y="3749571"/>
                  </a:lnTo>
                  <a:lnTo>
                    <a:pt x="3271701" y="3620390"/>
                  </a:lnTo>
                  <a:lnTo>
                    <a:pt x="3296361" y="3489496"/>
                  </a:lnTo>
                  <a:lnTo>
                    <a:pt x="3321041" y="3357332"/>
                  </a:lnTo>
                  <a:lnTo>
                    <a:pt x="3345735" y="3224357"/>
                  </a:lnTo>
                  <a:lnTo>
                    <a:pt x="3370435" y="3091046"/>
                  </a:lnTo>
                  <a:lnTo>
                    <a:pt x="3395133" y="2957875"/>
                  </a:lnTo>
                  <a:lnTo>
                    <a:pt x="3419820" y="2825320"/>
                  </a:lnTo>
                  <a:lnTo>
                    <a:pt x="3444489" y="2693849"/>
                  </a:lnTo>
                  <a:lnTo>
                    <a:pt x="3469134" y="2563910"/>
                  </a:lnTo>
                  <a:lnTo>
                    <a:pt x="3493754" y="2435933"/>
                  </a:lnTo>
                  <a:lnTo>
                    <a:pt x="3518347" y="2310318"/>
                  </a:lnTo>
                  <a:lnTo>
                    <a:pt x="3542919" y="2187432"/>
                  </a:lnTo>
                  <a:lnTo>
                    <a:pt x="3567477" y="2067607"/>
                  </a:lnTo>
                  <a:lnTo>
                    <a:pt x="3592037" y="1951132"/>
                  </a:lnTo>
                  <a:lnTo>
                    <a:pt x="3616617" y="1838258"/>
                  </a:lnTo>
                  <a:lnTo>
                    <a:pt x="3641244" y="1729189"/>
                  </a:lnTo>
                  <a:lnTo>
                    <a:pt x="3665951" y="1624088"/>
                  </a:lnTo>
                  <a:lnTo>
                    <a:pt x="3690779" y="1523074"/>
                  </a:lnTo>
                  <a:lnTo>
                    <a:pt x="3715776" y="1426226"/>
                  </a:lnTo>
                  <a:lnTo>
                    <a:pt x="3741002" y="1333581"/>
                  </a:lnTo>
                  <a:lnTo>
                    <a:pt x="3766524" y="1245141"/>
                  </a:lnTo>
                  <a:lnTo>
                    <a:pt x="3792423" y="1160873"/>
                  </a:lnTo>
                  <a:lnTo>
                    <a:pt x="3818791" y="1080709"/>
                  </a:lnTo>
                  <a:lnTo>
                    <a:pt x="3829811" y="1048868"/>
                  </a:lnTo>
                  <a:lnTo>
                    <a:pt x="3870703" y="939150"/>
                  </a:lnTo>
                  <a:lnTo>
                    <a:pt x="3913397" y="838423"/>
                  </a:lnTo>
                  <a:lnTo>
                    <a:pt x="3958370" y="746411"/>
                  </a:lnTo>
                  <a:lnTo>
                    <a:pt x="4006148" y="662560"/>
                  </a:lnTo>
                  <a:lnTo>
                    <a:pt x="4057279" y="586181"/>
                  </a:lnTo>
                  <a:lnTo>
                    <a:pt x="4112305" y="516554"/>
                  </a:lnTo>
                  <a:lnTo>
                    <a:pt x="4171738" y="452986"/>
                  </a:lnTo>
                  <a:lnTo>
                    <a:pt x="4236013" y="394852"/>
                  </a:lnTo>
                  <a:lnTo>
                    <a:pt x="4305440" y="341614"/>
                  </a:lnTo>
                  <a:lnTo>
                    <a:pt x="4380136" y="292841"/>
                  </a:lnTo>
                  <a:lnTo>
                    <a:pt x="4459939" y="248213"/>
                  </a:lnTo>
                  <a:lnTo>
                    <a:pt x="4544322" y="207521"/>
                  </a:lnTo>
                  <a:lnTo>
                    <a:pt x="4632300" y="170663"/>
                  </a:lnTo>
                  <a:lnTo>
                    <a:pt x="4722360" y="137627"/>
                  </a:lnTo>
                  <a:lnTo>
                    <a:pt x="4812452" y="108468"/>
                  </a:lnTo>
                  <a:lnTo>
                    <a:pt x="4900051" y="83264"/>
                  </a:lnTo>
                  <a:lnTo>
                    <a:pt x="4982334" y="62073"/>
                  </a:lnTo>
                  <a:lnTo>
                    <a:pt x="5056466" y="44879"/>
                  </a:lnTo>
                  <a:lnTo>
                    <a:pt x="5119959" y="31543"/>
                  </a:lnTo>
                  <a:lnTo>
                    <a:pt x="5171043" y="21782"/>
                  </a:lnTo>
                  <a:lnTo>
                    <a:pt x="5208972" y="15165"/>
                  </a:lnTo>
                  <a:lnTo>
                    <a:pt x="5234178" y="11137"/>
                  </a:lnTo>
                  <a:lnTo>
                    <a:pt x="5248287" y="9065"/>
                  </a:lnTo>
                  <a:lnTo>
                    <a:pt x="5253999" y="8293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432" y="8254"/>
                  </a:lnTo>
                  <a:lnTo>
                    <a:pt x="6734598" y="8839"/>
                  </a:lnTo>
                  <a:lnTo>
                    <a:pt x="6752686" y="10454"/>
                  </a:lnTo>
                  <a:lnTo>
                    <a:pt x="6785086" y="13635"/>
                  </a:lnTo>
                  <a:lnTo>
                    <a:pt x="6833501" y="18880"/>
                  </a:lnTo>
                  <a:lnTo>
                    <a:pt x="6897815" y="26600"/>
                  </a:lnTo>
                  <a:lnTo>
                    <a:pt x="6976220" y="37084"/>
                  </a:lnTo>
                  <a:lnTo>
                    <a:pt x="7065617" y="50483"/>
                  </a:lnTo>
                  <a:lnTo>
                    <a:pt x="7162212" y="66834"/>
                  </a:lnTo>
                  <a:lnTo>
                    <a:pt x="7262133" y="86096"/>
                  </a:lnTo>
                  <a:lnTo>
                    <a:pt x="7361928" y="108206"/>
                  </a:lnTo>
                  <a:lnTo>
                    <a:pt x="7458858" y="133123"/>
                  </a:lnTo>
                  <a:lnTo>
                    <a:pt x="7551008" y="160872"/>
                  </a:lnTo>
                  <a:lnTo>
                    <a:pt x="7637230" y="191562"/>
                  </a:lnTo>
                  <a:lnTo>
                    <a:pt x="7717027" y="225402"/>
                  </a:lnTo>
                  <a:lnTo>
                    <a:pt x="7790391" y="262700"/>
                  </a:lnTo>
                  <a:lnTo>
                    <a:pt x="7857659" y="303864"/>
                  </a:lnTo>
                  <a:lnTo>
                    <a:pt x="7919389" y="349388"/>
                  </a:lnTo>
                  <a:lnTo>
                    <a:pt x="7976264" y="399829"/>
                  </a:lnTo>
                  <a:lnTo>
                    <a:pt x="8029026" y="455774"/>
                  </a:lnTo>
                  <a:lnTo>
                    <a:pt x="8078421" y="517775"/>
                  </a:lnTo>
                  <a:lnTo>
                    <a:pt x="8125158" y="586251"/>
                  </a:lnTo>
                  <a:lnTo>
                    <a:pt x="8151487" y="629320"/>
                  </a:lnTo>
                  <a:lnTo>
                    <a:pt x="8185109" y="689132"/>
                  </a:lnTo>
                  <a:lnTo>
                    <a:pt x="8217952" y="752868"/>
                  </a:lnTo>
                  <a:lnTo>
                    <a:pt x="8250206" y="820611"/>
                  </a:lnTo>
                  <a:lnTo>
                    <a:pt x="8282028" y="892389"/>
                  </a:lnTo>
                  <a:lnTo>
                    <a:pt x="8313546" y="968178"/>
                  </a:lnTo>
                  <a:lnTo>
                    <a:pt x="8344863" y="1047894"/>
                  </a:lnTo>
                  <a:lnTo>
                    <a:pt x="8376063" y="1131387"/>
                  </a:lnTo>
                  <a:lnTo>
                    <a:pt x="8407209" y="1218443"/>
                  </a:lnTo>
                  <a:lnTo>
                    <a:pt x="8438344" y="1308779"/>
                  </a:lnTo>
                  <a:lnTo>
                    <a:pt x="8469500" y="1402050"/>
                  </a:lnTo>
                  <a:lnTo>
                    <a:pt x="8500693" y="1497848"/>
                  </a:lnTo>
                  <a:lnTo>
                    <a:pt x="8531928" y="1595708"/>
                  </a:lnTo>
                  <a:lnTo>
                    <a:pt x="8563202" y="1695121"/>
                  </a:lnTo>
                  <a:lnTo>
                    <a:pt x="8594504" y="1795542"/>
                  </a:lnTo>
                  <a:lnTo>
                    <a:pt x="8625819" y="1896399"/>
                  </a:lnTo>
                  <a:lnTo>
                    <a:pt x="8657129" y="1997115"/>
                  </a:lnTo>
                  <a:lnTo>
                    <a:pt x="8688419" y="2097110"/>
                  </a:lnTo>
                  <a:lnTo>
                    <a:pt x="8719675" y="2195827"/>
                  </a:lnTo>
                  <a:lnTo>
                    <a:pt x="8750890" y="2292735"/>
                  </a:lnTo>
                  <a:lnTo>
                    <a:pt x="8782063" y="2387345"/>
                  </a:lnTo>
                  <a:lnTo>
                    <a:pt x="8813206" y="2479222"/>
                  </a:lnTo>
                  <a:lnTo>
                    <a:pt x="8844342" y="2567986"/>
                  </a:lnTo>
                  <a:lnTo>
                    <a:pt x="8875507" y="2653323"/>
                  </a:lnTo>
                  <a:lnTo>
                    <a:pt x="8906756" y="2734983"/>
                  </a:lnTo>
                  <a:lnTo>
                    <a:pt x="8938160" y="2812784"/>
                  </a:lnTo>
                  <a:lnTo>
                    <a:pt x="8969813" y="2886610"/>
                  </a:lnTo>
                  <a:lnTo>
                    <a:pt x="9001829" y="2956405"/>
                  </a:lnTo>
                  <a:lnTo>
                    <a:pt x="9034351" y="3022172"/>
                  </a:lnTo>
                  <a:lnTo>
                    <a:pt x="9067551" y="3083968"/>
                  </a:lnTo>
                  <a:lnTo>
                    <a:pt x="9084767" y="3113912"/>
                  </a:lnTo>
                  <a:lnTo>
                    <a:pt x="9130246" y="3186254"/>
                  </a:lnTo>
                  <a:lnTo>
                    <a:pt x="9178007" y="3252002"/>
                  </a:lnTo>
                  <a:lnTo>
                    <a:pt x="9228713" y="3311424"/>
                  </a:lnTo>
                  <a:lnTo>
                    <a:pt x="9283094" y="3365010"/>
                  </a:lnTo>
                  <a:lnTo>
                    <a:pt x="9341899" y="3413336"/>
                  </a:lnTo>
                  <a:lnTo>
                    <a:pt x="9405853" y="3456982"/>
                  </a:lnTo>
                  <a:lnTo>
                    <a:pt x="9475598" y="3496484"/>
                  </a:lnTo>
                  <a:lnTo>
                    <a:pt x="9551613" y="3532300"/>
                  </a:lnTo>
                  <a:lnTo>
                    <a:pt x="9634107" y="3564798"/>
                  </a:lnTo>
                  <a:lnTo>
                    <a:pt x="9722888" y="3594246"/>
                  </a:lnTo>
                  <a:lnTo>
                    <a:pt x="9817206" y="3620810"/>
                  </a:lnTo>
                  <a:lnTo>
                    <a:pt x="9915607" y="3644561"/>
                  </a:lnTo>
                  <a:lnTo>
                    <a:pt x="10015832" y="3665494"/>
                  </a:lnTo>
                  <a:lnTo>
                    <a:pt x="10114823" y="3683553"/>
                  </a:lnTo>
                  <a:lnTo>
                    <a:pt x="10208905" y="3698679"/>
                  </a:lnTo>
                  <a:lnTo>
                    <a:pt x="10294167" y="3710856"/>
                  </a:lnTo>
                  <a:lnTo>
                    <a:pt x="10367027" y="3720164"/>
                  </a:lnTo>
                  <a:lnTo>
                    <a:pt x="10424860" y="3726813"/>
                  </a:lnTo>
                  <a:lnTo>
                    <a:pt x="10466526" y="3731143"/>
                  </a:lnTo>
                  <a:lnTo>
                    <a:pt x="10492667" y="3733609"/>
                  </a:lnTo>
                  <a:lnTo>
                    <a:pt x="10505714" y="3734731"/>
                  </a:lnTo>
                  <a:lnTo>
                    <a:pt x="10509688" y="3735043"/>
                  </a:lnTo>
                  <a:lnTo>
                    <a:pt x="10509911" y="3735060"/>
                  </a:lnTo>
                  <a:lnTo>
                    <a:pt x="11981298" y="3735060"/>
                  </a:lnTo>
                  <a:lnTo>
                    <a:pt x="11981298" y="3726887"/>
                  </a:lnTo>
                  <a:lnTo>
                    <a:pt x="10509911" y="3726887"/>
                  </a:lnTo>
                  <a:lnTo>
                    <a:pt x="10508822" y="3726805"/>
                  </a:lnTo>
                  <a:lnTo>
                    <a:pt x="10501656" y="3726220"/>
                  </a:lnTo>
                  <a:lnTo>
                    <a:pt x="10483567" y="3724605"/>
                  </a:lnTo>
                  <a:lnTo>
                    <a:pt x="10451167" y="3721424"/>
                  </a:lnTo>
                  <a:lnTo>
                    <a:pt x="10402752" y="3716180"/>
                  </a:lnTo>
                  <a:lnTo>
                    <a:pt x="10338438" y="3708459"/>
                  </a:lnTo>
                  <a:lnTo>
                    <a:pt x="10260033" y="3697976"/>
                  </a:lnTo>
                  <a:lnTo>
                    <a:pt x="10170637" y="3684576"/>
                  </a:lnTo>
                  <a:lnTo>
                    <a:pt x="10074042" y="3668225"/>
                  </a:lnTo>
                  <a:lnTo>
                    <a:pt x="9974120" y="3648963"/>
                  </a:lnTo>
                  <a:lnTo>
                    <a:pt x="9874326" y="3626854"/>
                  </a:lnTo>
                  <a:lnTo>
                    <a:pt x="9777395" y="3601936"/>
                  </a:lnTo>
                  <a:lnTo>
                    <a:pt x="9685246" y="3574187"/>
                  </a:lnTo>
                  <a:lnTo>
                    <a:pt x="9599023" y="3543497"/>
                  </a:lnTo>
                  <a:lnTo>
                    <a:pt x="9519226" y="3509658"/>
                  </a:lnTo>
                  <a:lnTo>
                    <a:pt x="9445862" y="3472359"/>
                  </a:lnTo>
                  <a:lnTo>
                    <a:pt x="9378594" y="3431195"/>
                  </a:lnTo>
                  <a:lnTo>
                    <a:pt x="9316865" y="3385671"/>
                  </a:lnTo>
                  <a:lnTo>
                    <a:pt x="9259990" y="3335230"/>
                  </a:lnTo>
                  <a:lnTo>
                    <a:pt x="9207227" y="3279286"/>
                  </a:lnTo>
                  <a:lnTo>
                    <a:pt x="9157832" y="3217284"/>
                  </a:lnTo>
                  <a:lnTo>
                    <a:pt x="9111095" y="3148808"/>
                  </a:lnTo>
                  <a:lnTo>
                    <a:pt x="9084767" y="3105739"/>
                  </a:lnTo>
                  <a:lnTo>
                    <a:pt x="9051144" y="3045928"/>
                  </a:lnTo>
                  <a:lnTo>
                    <a:pt x="9018301" y="2982191"/>
                  </a:lnTo>
                  <a:lnTo>
                    <a:pt x="8986047" y="2914448"/>
                  </a:lnTo>
                  <a:lnTo>
                    <a:pt x="8954225" y="2842670"/>
                  </a:lnTo>
                  <a:lnTo>
                    <a:pt x="8922708" y="2766881"/>
                  </a:lnTo>
                  <a:lnTo>
                    <a:pt x="8891390" y="2687165"/>
                  </a:lnTo>
                  <a:lnTo>
                    <a:pt x="8860190" y="2603672"/>
                  </a:lnTo>
                  <a:lnTo>
                    <a:pt x="8829045" y="2516617"/>
                  </a:lnTo>
                  <a:lnTo>
                    <a:pt x="8797909" y="2426280"/>
                  </a:lnTo>
                  <a:lnTo>
                    <a:pt x="8766753" y="2333009"/>
                  </a:lnTo>
                  <a:lnTo>
                    <a:pt x="8735560" y="2237212"/>
                  </a:lnTo>
                  <a:lnTo>
                    <a:pt x="8704325" y="2139351"/>
                  </a:lnTo>
                  <a:lnTo>
                    <a:pt x="8673051" y="2039938"/>
                  </a:lnTo>
                  <a:lnTo>
                    <a:pt x="8641749" y="1939518"/>
                  </a:lnTo>
                  <a:lnTo>
                    <a:pt x="8610434" y="1838660"/>
                  </a:lnTo>
                  <a:lnTo>
                    <a:pt x="8579124" y="1737945"/>
                  </a:lnTo>
                  <a:lnTo>
                    <a:pt x="8547834" y="1637949"/>
                  </a:lnTo>
                  <a:lnTo>
                    <a:pt x="8516578" y="1539232"/>
                  </a:lnTo>
                  <a:lnTo>
                    <a:pt x="8485364" y="1442325"/>
                  </a:lnTo>
                  <a:lnTo>
                    <a:pt x="8454190" y="1347714"/>
                  </a:lnTo>
                  <a:lnTo>
                    <a:pt x="8423047" y="1255837"/>
                  </a:lnTo>
                  <a:lnTo>
                    <a:pt x="8391912" y="1167073"/>
                  </a:lnTo>
                  <a:lnTo>
                    <a:pt x="8360746" y="1081736"/>
                  </a:lnTo>
                  <a:lnTo>
                    <a:pt x="8329497" y="1000076"/>
                  </a:lnTo>
                  <a:lnTo>
                    <a:pt x="8298093" y="922275"/>
                  </a:lnTo>
                  <a:lnTo>
                    <a:pt x="8266440" y="848450"/>
                  </a:lnTo>
                  <a:lnTo>
                    <a:pt x="8234424" y="778654"/>
                  </a:lnTo>
                  <a:lnTo>
                    <a:pt x="8201902" y="712887"/>
                  </a:lnTo>
                  <a:lnTo>
                    <a:pt x="8168702" y="651091"/>
                  </a:lnTo>
                  <a:lnTo>
                    <a:pt x="8151487" y="621147"/>
                  </a:lnTo>
                  <a:lnTo>
                    <a:pt x="8106007" y="548805"/>
                  </a:lnTo>
                  <a:lnTo>
                    <a:pt x="8058247" y="483057"/>
                  </a:lnTo>
                  <a:lnTo>
                    <a:pt x="8007540" y="423635"/>
                  </a:lnTo>
                  <a:lnTo>
                    <a:pt x="7953160" y="370049"/>
                  </a:lnTo>
                  <a:lnTo>
                    <a:pt x="7894354" y="321724"/>
                  </a:lnTo>
                  <a:lnTo>
                    <a:pt x="7830400" y="278077"/>
                  </a:lnTo>
                  <a:lnTo>
                    <a:pt x="7760655" y="238575"/>
                  </a:lnTo>
                  <a:lnTo>
                    <a:pt x="7684640" y="202759"/>
                  </a:lnTo>
                  <a:lnTo>
                    <a:pt x="7602146" y="170261"/>
                  </a:lnTo>
                  <a:lnTo>
                    <a:pt x="7513366" y="140814"/>
                  </a:lnTo>
                  <a:lnTo>
                    <a:pt x="7419047" y="114250"/>
                  </a:lnTo>
                  <a:lnTo>
                    <a:pt x="7320646" y="90498"/>
                  </a:lnTo>
                  <a:lnTo>
                    <a:pt x="7220421" y="69565"/>
                  </a:lnTo>
                  <a:lnTo>
                    <a:pt x="7121430" y="51506"/>
                  </a:lnTo>
                  <a:lnTo>
                    <a:pt x="7027349" y="36380"/>
                  </a:lnTo>
                  <a:lnTo>
                    <a:pt x="6942087" y="24203"/>
                  </a:lnTo>
                  <a:lnTo>
                    <a:pt x="6869226" y="14895"/>
                  </a:lnTo>
                  <a:lnTo>
                    <a:pt x="6811393" y="8247"/>
                  </a:lnTo>
                  <a:lnTo>
                    <a:pt x="6769727" y="3916"/>
                  </a:lnTo>
                  <a:lnTo>
                    <a:pt x="6743586" y="1450"/>
                  </a:lnTo>
                  <a:lnTo>
                    <a:pt x="6730539" y="329"/>
                  </a:lnTo>
                  <a:lnTo>
                    <a:pt x="6726565" y="16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154" y="100"/>
                  </a:lnTo>
                  <a:lnTo>
                    <a:pt x="5248849" y="814"/>
                  </a:lnTo>
                  <a:lnTo>
                    <a:pt x="5235346" y="2786"/>
                  </a:lnTo>
                  <a:lnTo>
                    <a:pt x="5210882" y="6675"/>
                  </a:lnTo>
                  <a:lnTo>
                    <a:pt x="5173763" y="13116"/>
                  </a:lnTo>
                  <a:lnTo>
                    <a:pt x="5123479" y="22669"/>
                  </a:lnTo>
                  <a:lnTo>
                    <a:pt x="5060709" y="35774"/>
                  </a:lnTo>
                  <a:lnTo>
                    <a:pt x="4987166" y="52726"/>
                  </a:lnTo>
                  <a:lnTo>
                    <a:pt x="4905305" y="73669"/>
                  </a:lnTo>
                  <a:lnTo>
                    <a:pt x="4817951" y="98626"/>
                  </a:lnTo>
                  <a:lnTo>
                    <a:pt x="4727935" y="127544"/>
                  </a:lnTo>
                  <a:lnTo>
                    <a:pt x="4637808" y="160343"/>
                  </a:lnTo>
                  <a:lnTo>
                    <a:pt x="4549653" y="196966"/>
                  </a:lnTo>
                  <a:lnTo>
                    <a:pt x="4465015" y="237420"/>
                  </a:lnTo>
                  <a:lnTo>
                    <a:pt x="4384909" y="281801"/>
                  </a:lnTo>
                  <a:lnTo>
                    <a:pt x="4309892" y="330310"/>
                  </a:lnTo>
                  <a:lnTo>
                    <a:pt x="4240141" y="383261"/>
                  </a:lnTo>
                  <a:lnTo>
                    <a:pt x="4175555" y="441079"/>
                  </a:lnTo>
                  <a:lnTo>
                    <a:pt x="4115836" y="504295"/>
                  </a:lnTo>
                  <a:lnTo>
                    <a:pt x="4060552" y="573529"/>
                  </a:lnTo>
                  <a:lnTo>
                    <a:pt x="4009197" y="649471"/>
                  </a:lnTo>
                  <a:lnTo>
                    <a:pt x="3961228" y="732841"/>
                  </a:lnTo>
                  <a:lnTo>
                    <a:pt x="3916098" y="824332"/>
                  </a:lnTo>
                  <a:lnTo>
                    <a:pt x="3873278" y="924510"/>
                  </a:lnTo>
                  <a:lnTo>
                    <a:pt x="3832287" y="1033674"/>
                  </a:lnTo>
                  <a:lnTo>
                    <a:pt x="3829811" y="1040695"/>
                  </a:lnTo>
                  <a:lnTo>
                    <a:pt x="3803219" y="1119194"/>
                  </a:lnTo>
                  <a:lnTo>
                    <a:pt x="3777139" y="1201762"/>
                  </a:lnTo>
                  <a:lnTo>
                    <a:pt x="3751472" y="1288478"/>
                  </a:lnTo>
                  <a:lnTo>
                    <a:pt x="3726134" y="1379389"/>
                  </a:lnTo>
                  <a:lnTo>
                    <a:pt x="3701050" y="1474509"/>
                  </a:lnTo>
                  <a:lnTo>
                    <a:pt x="3676159" y="1573814"/>
                  </a:lnTo>
                  <a:lnTo>
                    <a:pt x="3651407" y="1677244"/>
                  </a:lnTo>
                  <a:lnTo>
                    <a:pt x="3626752" y="1784696"/>
                  </a:lnTo>
                  <a:lnTo>
                    <a:pt x="3602156" y="1896026"/>
                  </a:lnTo>
                  <a:lnTo>
                    <a:pt x="3577590" y="2011046"/>
                  </a:lnTo>
                  <a:lnTo>
                    <a:pt x="3553033" y="2129524"/>
                  </a:lnTo>
                  <a:lnTo>
                    <a:pt x="3528468" y="2251187"/>
                  </a:lnTo>
                  <a:lnTo>
                    <a:pt x="3503885" y="2375721"/>
                  </a:lnTo>
                  <a:lnTo>
                    <a:pt x="3479276" y="2502772"/>
                  </a:lnTo>
                  <a:lnTo>
                    <a:pt x="3454641" y="2631953"/>
                  </a:lnTo>
                  <a:lnTo>
                    <a:pt x="3429981" y="2762847"/>
                  </a:lnTo>
                  <a:lnTo>
                    <a:pt x="3405301" y="2895011"/>
                  </a:lnTo>
                  <a:lnTo>
                    <a:pt x="3380607" y="3027985"/>
                  </a:lnTo>
                  <a:lnTo>
                    <a:pt x="3355907" y="3161297"/>
                  </a:lnTo>
                  <a:lnTo>
                    <a:pt x="3331209" y="3294468"/>
                  </a:lnTo>
                  <a:lnTo>
                    <a:pt x="3306522" y="3427022"/>
                  </a:lnTo>
                  <a:lnTo>
                    <a:pt x="3281853" y="3558494"/>
                  </a:lnTo>
                  <a:lnTo>
                    <a:pt x="3257208" y="3688433"/>
                  </a:lnTo>
                  <a:lnTo>
                    <a:pt x="3232589" y="3816410"/>
                  </a:lnTo>
                  <a:lnTo>
                    <a:pt x="3207995" y="3942025"/>
                  </a:lnTo>
                  <a:lnTo>
                    <a:pt x="3183423" y="4064910"/>
                  </a:lnTo>
                  <a:lnTo>
                    <a:pt x="3158865" y="4184736"/>
                  </a:lnTo>
                  <a:lnTo>
                    <a:pt x="3134305" y="4301210"/>
                  </a:lnTo>
                  <a:lnTo>
                    <a:pt x="3109725" y="4414085"/>
                  </a:lnTo>
                  <a:lnTo>
                    <a:pt x="3085098" y="4523154"/>
                  </a:lnTo>
                  <a:lnTo>
                    <a:pt x="3060391" y="4628255"/>
                  </a:lnTo>
                  <a:lnTo>
                    <a:pt x="3035563" y="4729269"/>
                  </a:lnTo>
                  <a:lnTo>
                    <a:pt x="3010566" y="4826117"/>
                  </a:lnTo>
                  <a:lnTo>
                    <a:pt x="2985340" y="4918762"/>
                  </a:lnTo>
                  <a:lnTo>
                    <a:pt x="2959818" y="5007201"/>
                  </a:lnTo>
                  <a:lnTo>
                    <a:pt x="2933919" y="5091470"/>
                  </a:lnTo>
                  <a:lnTo>
                    <a:pt x="2907551" y="5171634"/>
                  </a:lnTo>
                  <a:lnTo>
                    <a:pt x="2896531" y="5203475"/>
                  </a:lnTo>
                  <a:lnTo>
                    <a:pt x="2855639" y="5313193"/>
                  </a:lnTo>
                  <a:lnTo>
                    <a:pt x="2812945" y="5413920"/>
                  </a:lnTo>
                  <a:lnTo>
                    <a:pt x="2767972" y="5505931"/>
                  </a:lnTo>
                  <a:lnTo>
                    <a:pt x="2720194" y="5589783"/>
                  </a:lnTo>
                  <a:lnTo>
                    <a:pt x="2669064" y="5666162"/>
                  </a:lnTo>
                  <a:lnTo>
                    <a:pt x="2614037" y="5735789"/>
                  </a:lnTo>
                  <a:lnTo>
                    <a:pt x="2554604" y="5799356"/>
                  </a:lnTo>
                  <a:lnTo>
                    <a:pt x="2490329" y="5857491"/>
                  </a:lnTo>
                  <a:lnTo>
                    <a:pt x="2420902" y="5910729"/>
                  </a:lnTo>
                  <a:lnTo>
                    <a:pt x="2346206" y="5959502"/>
                  </a:lnTo>
                  <a:lnTo>
                    <a:pt x="2266403" y="6004130"/>
                  </a:lnTo>
                  <a:lnTo>
                    <a:pt x="2182020" y="6044822"/>
                  </a:lnTo>
                  <a:lnTo>
                    <a:pt x="2094042" y="6081680"/>
                  </a:lnTo>
                  <a:lnTo>
                    <a:pt x="2003982" y="6114716"/>
                  </a:lnTo>
                  <a:lnTo>
                    <a:pt x="1913890" y="6143875"/>
                  </a:lnTo>
                  <a:lnTo>
                    <a:pt x="1826291" y="6169079"/>
                  </a:lnTo>
                  <a:lnTo>
                    <a:pt x="1744008" y="6190269"/>
                  </a:lnTo>
                  <a:lnTo>
                    <a:pt x="1669876" y="6207464"/>
                  </a:lnTo>
                  <a:lnTo>
                    <a:pt x="1606383" y="6220800"/>
                  </a:lnTo>
                  <a:lnTo>
                    <a:pt x="1555299" y="6230560"/>
                  </a:lnTo>
                  <a:lnTo>
                    <a:pt x="1517370" y="6237178"/>
                  </a:lnTo>
                  <a:lnTo>
                    <a:pt x="1492164" y="6241206"/>
                  </a:lnTo>
                  <a:lnTo>
                    <a:pt x="1478055" y="6243277"/>
                  </a:lnTo>
                  <a:lnTo>
                    <a:pt x="1472343" y="6244050"/>
                  </a:lnTo>
                  <a:lnTo>
                    <a:pt x="1471387" y="6244170"/>
                  </a:lnTo>
                  <a:lnTo>
                    <a:pt x="0" y="6244170"/>
                  </a:lnTo>
                  <a:close/>
                </a:path>
              </a:pathLst>
            </a:custGeom>
            <a:solidFill>
              <a:srgbClr val="C3CD83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2049" name="pl2049"/>
            <p:cNvSpPr/>
            <p:nvPr/>
          </p:nvSpPr>
          <p:spPr>
            <a:xfrm>
              <a:off x="4799595" y="4611985"/>
              <a:ext cx="11981298" cy="6244170"/>
            </a:xfrm>
            <a:custGeom>
              <a:avLst/>
              <a:pathLst>
                <a:path w="11981298" h="6244170">
                  <a:moveTo>
                    <a:pt x="0" y="6244170"/>
                  </a:moveTo>
                  <a:lnTo>
                    <a:pt x="1471387" y="6244170"/>
                  </a:lnTo>
                  <a:lnTo>
                    <a:pt x="1472188" y="6244070"/>
                  </a:lnTo>
                  <a:lnTo>
                    <a:pt x="1477493" y="6243356"/>
                  </a:lnTo>
                  <a:lnTo>
                    <a:pt x="1490996" y="6241384"/>
                  </a:lnTo>
                  <a:lnTo>
                    <a:pt x="1515460" y="6237495"/>
                  </a:lnTo>
                  <a:lnTo>
                    <a:pt x="1552579" y="6231054"/>
                  </a:lnTo>
                  <a:lnTo>
                    <a:pt x="1602863" y="6221501"/>
                  </a:lnTo>
                  <a:lnTo>
                    <a:pt x="1665633" y="6208395"/>
                  </a:lnTo>
                  <a:lnTo>
                    <a:pt x="1739176" y="6191444"/>
                  </a:lnTo>
                  <a:lnTo>
                    <a:pt x="1821037" y="6170501"/>
                  </a:lnTo>
                  <a:lnTo>
                    <a:pt x="1908391" y="6145544"/>
                  </a:lnTo>
                  <a:lnTo>
                    <a:pt x="1998407" y="6116625"/>
                  </a:lnTo>
                  <a:lnTo>
                    <a:pt x="2088534" y="6083827"/>
                  </a:lnTo>
                  <a:lnTo>
                    <a:pt x="2176689" y="6047203"/>
                  </a:lnTo>
                  <a:lnTo>
                    <a:pt x="2261328" y="6006750"/>
                  </a:lnTo>
                  <a:lnTo>
                    <a:pt x="2341433" y="5962369"/>
                  </a:lnTo>
                  <a:lnTo>
                    <a:pt x="2416451" y="5913860"/>
                  </a:lnTo>
                  <a:lnTo>
                    <a:pt x="2486201" y="5860909"/>
                  </a:lnTo>
                  <a:lnTo>
                    <a:pt x="2550787" y="5803090"/>
                  </a:lnTo>
                  <a:lnTo>
                    <a:pt x="2610506" y="5739875"/>
                  </a:lnTo>
                  <a:lnTo>
                    <a:pt x="2665790" y="5670641"/>
                  </a:lnTo>
                  <a:lnTo>
                    <a:pt x="2717145" y="5594699"/>
                  </a:lnTo>
                  <a:lnTo>
                    <a:pt x="2765114" y="5511328"/>
                  </a:lnTo>
                  <a:lnTo>
                    <a:pt x="2810244" y="5419838"/>
                  </a:lnTo>
                  <a:lnTo>
                    <a:pt x="2853064" y="5319660"/>
                  </a:lnTo>
                  <a:lnTo>
                    <a:pt x="2894055" y="5210496"/>
                  </a:lnTo>
                  <a:lnTo>
                    <a:pt x="2896531" y="5203475"/>
                  </a:lnTo>
                  <a:lnTo>
                    <a:pt x="2923123" y="5124976"/>
                  </a:lnTo>
                  <a:lnTo>
                    <a:pt x="2949203" y="5042407"/>
                  </a:lnTo>
                  <a:lnTo>
                    <a:pt x="2974870" y="4955691"/>
                  </a:lnTo>
                  <a:lnTo>
                    <a:pt x="3000208" y="4864780"/>
                  </a:lnTo>
                  <a:lnTo>
                    <a:pt x="3025292" y="4769661"/>
                  </a:lnTo>
                  <a:lnTo>
                    <a:pt x="3050183" y="4670355"/>
                  </a:lnTo>
                  <a:lnTo>
                    <a:pt x="3074935" y="4566926"/>
                  </a:lnTo>
                  <a:lnTo>
                    <a:pt x="3099590" y="4459473"/>
                  </a:lnTo>
                  <a:lnTo>
                    <a:pt x="3124186" y="4348144"/>
                  </a:lnTo>
                  <a:lnTo>
                    <a:pt x="3148752" y="4233124"/>
                  </a:lnTo>
                  <a:lnTo>
                    <a:pt x="3173309" y="4114646"/>
                  </a:lnTo>
                  <a:lnTo>
                    <a:pt x="3197874" y="3992982"/>
                  </a:lnTo>
                  <a:lnTo>
                    <a:pt x="3222457" y="3868449"/>
                  </a:lnTo>
                  <a:lnTo>
                    <a:pt x="3247066" y="3741398"/>
                  </a:lnTo>
                  <a:lnTo>
                    <a:pt x="3271701" y="3612217"/>
                  </a:lnTo>
                  <a:lnTo>
                    <a:pt x="3296361" y="3481323"/>
                  </a:lnTo>
                  <a:lnTo>
                    <a:pt x="3321041" y="3349159"/>
                  </a:lnTo>
                  <a:lnTo>
                    <a:pt x="3345735" y="3216184"/>
                  </a:lnTo>
                  <a:lnTo>
                    <a:pt x="3370435" y="3082873"/>
                  </a:lnTo>
                  <a:lnTo>
                    <a:pt x="3395133" y="2949702"/>
                  </a:lnTo>
                  <a:lnTo>
                    <a:pt x="3419820" y="2817147"/>
                  </a:lnTo>
                  <a:lnTo>
                    <a:pt x="3444489" y="2685676"/>
                  </a:lnTo>
                  <a:lnTo>
                    <a:pt x="3469134" y="2555737"/>
                  </a:lnTo>
                  <a:lnTo>
                    <a:pt x="3493754" y="2427760"/>
                  </a:lnTo>
                  <a:lnTo>
                    <a:pt x="3518347" y="2302145"/>
                  </a:lnTo>
                  <a:lnTo>
                    <a:pt x="3542919" y="2179259"/>
                  </a:lnTo>
                  <a:lnTo>
                    <a:pt x="3567477" y="2059434"/>
                  </a:lnTo>
                  <a:lnTo>
                    <a:pt x="3592037" y="1942959"/>
                  </a:lnTo>
                  <a:lnTo>
                    <a:pt x="3616617" y="1830085"/>
                  </a:lnTo>
                  <a:lnTo>
                    <a:pt x="3641244" y="1721016"/>
                  </a:lnTo>
                  <a:lnTo>
                    <a:pt x="3665951" y="1615915"/>
                  </a:lnTo>
                  <a:lnTo>
                    <a:pt x="3690779" y="1514901"/>
                  </a:lnTo>
                  <a:lnTo>
                    <a:pt x="3715776" y="1418053"/>
                  </a:lnTo>
                  <a:lnTo>
                    <a:pt x="3741002" y="1325408"/>
                  </a:lnTo>
                  <a:lnTo>
                    <a:pt x="3766524" y="1236968"/>
                  </a:lnTo>
                  <a:lnTo>
                    <a:pt x="3792423" y="1152700"/>
                  </a:lnTo>
                  <a:lnTo>
                    <a:pt x="3818791" y="1072536"/>
                  </a:lnTo>
                  <a:lnTo>
                    <a:pt x="3829811" y="1040695"/>
                  </a:lnTo>
                  <a:lnTo>
                    <a:pt x="3870703" y="930977"/>
                  </a:lnTo>
                  <a:lnTo>
                    <a:pt x="3913397" y="830250"/>
                  </a:lnTo>
                  <a:lnTo>
                    <a:pt x="3958370" y="738238"/>
                  </a:lnTo>
                  <a:lnTo>
                    <a:pt x="4006148" y="654387"/>
                  </a:lnTo>
                  <a:lnTo>
                    <a:pt x="4057279" y="578008"/>
                  </a:lnTo>
                  <a:lnTo>
                    <a:pt x="4112305" y="508381"/>
                  </a:lnTo>
                  <a:lnTo>
                    <a:pt x="4171738" y="444813"/>
                  </a:lnTo>
                  <a:lnTo>
                    <a:pt x="4236013" y="386679"/>
                  </a:lnTo>
                  <a:lnTo>
                    <a:pt x="4305440" y="333441"/>
                  </a:lnTo>
                  <a:lnTo>
                    <a:pt x="4380136" y="284668"/>
                  </a:lnTo>
                  <a:lnTo>
                    <a:pt x="4459939" y="240040"/>
                  </a:lnTo>
                  <a:lnTo>
                    <a:pt x="4544322" y="199348"/>
                  </a:lnTo>
                  <a:lnTo>
                    <a:pt x="4632300" y="162490"/>
                  </a:lnTo>
                  <a:lnTo>
                    <a:pt x="4722360" y="129454"/>
                  </a:lnTo>
                  <a:lnTo>
                    <a:pt x="4812452" y="100295"/>
                  </a:lnTo>
                  <a:lnTo>
                    <a:pt x="4900051" y="75091"/>
                  </a:lnTo>
                  <a:lnTo>
                    <a:pt x="4982334" y="53900"/>
                  </a:lnTo>
                  <a:lnTo>
                    <a:pt x="5056466" y="36706"/>
                  </a:lnTo>
                  <a:lnTo>
                    <a:pt x="5119959" y="23370"/>
                  </a:lnTo>
                  <a:lnTo>
                    <a:pt x="5171043" y="13609"/>
                  </a:lnTo>
                  <a:lnTo>
                    <a:pt x="5208972" y="6992"/>
                  </a:lnTo>
                  <a:lnTo>
                    <a:pt x="5234178" y="2964"/>
                  </a:lnTo>
                  <a:lnTo>
                    <a:pt x="5248287" y="892"/>
                  </a:lnTo>
                  <a:lnTo>
                    <a:pt x="5253999" y="120"/>
                  </a:lnTo>
                  <a:lnTo>
                    <a:pt x="5254955" y="0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432" y="81"/>
                  </a:lnTo>
                  <a:lnTo>
                    <a:pt x="6734598" y="666"/>
                  </a:lnTo>
                  <a:lnTo>
                    <a:pt x="6752686" y="2281"/>
                  </a:lnTo>
                  <a:lnTo>
                    <a:pt x="6785086" y="5462"/>
                  </a:lnTo>
                  <a:lnTo>
                    <a:pt x="6833501" y="10707"/>
                  </a:lnTo>
                  <a:lnTo>
                    <a:pt x="6897815" y="18427"/>
                  </a:lnTo>
                  <a:lnTo>
                    <a:pt x="6976220" y="28911"/>
                  </a:lnTo>
                  <a:lnTo>
                    <a:pt x="7065617" y="42310"/>
                  </a:lnTo>
                  <a:lnTo>
                    <a:pt x="7162212" y="58661"/>
                  </a:lnTo>
                  <a:lnTo>
                    <a:pt x="7262133" y="77923"/>
                  </a:lnTo>
                  <a:lnTo>
                    <a:pt x="7361928" y="100033"/>
                  </a:lnTo>
                  <a:lnTo>
                    <a:pt x="7458858" y="124950"/>
                  </a:lnTo>
                  <a:lnTo>
                    <a:pt x="7551008" y="152699"/>
                  </a:lnTo>
                  <a:lnTo>
                    <a:pt x="7637230" y="183389"/>
                  </a:lnTo>
                  <a:lnTo>
                    <a:pt x="7717027" y="217229"/>
                  </a:lnTo>
                  <a:lnTo>
                    <a:pt x="7790391" y="254527"/>
                  </a:lnTo>
                  <a:lnTo>
                    <a:pt x="7857659" y="295691"/>
                  </a:lnTo>
                  <a:lnTo>
                    <a:pt x="7919389" y="341215"/>
                  </a:lnTo>
                  <a:lnTo>
                    <a:pt x="7976264" y="391656"/>
                  </a:lnTo>
                  <a:lnTo>
                    <a:pt x="8029026" y="447601"/>
                  </a:lnTo>
                  <a:lnTo>
                    <a:pt x="8078421" y="509602"/>
                  </a:lnTo>
                  <a:lnTo>
                    <a:pt x="8125158" y="578078"/>
                  </a:lnTo>
                  <a:lnTo>
                    <a:pt x="8151487" y="621147"/>
                  </a:lnTo>
                  <a:lnTo>
                    <a:pt x="8185109" y="680959"/>
                  </a:lnTo>
                  <a:lnTo>
                    <a:pt x="8217952" y="744695"/>
                  </a:lnTo>
                  <a:lnTo>
                    <a:pt x="8250206" y="812438"/>
                  </a:lnTo>
                  <a:lnTo>
                    <a:pt x="8282028" y="884216"/>
                  </a:lnTo>
                  <a:lnTo>
                    <a:pt x="8313546" y="960005"/>
                  </a:lnTo>
                  <a:lnTo>
                    <a:pt x="8344863" y="1039721"/>
                  </a:lnTo>
                  <a:lnTo>
                    <a:pt x="8376063" y="1123214"/>
                  </a:lnTo>
                  <a:lnTo>
                    <a:pt x="8407209" y="1210270"/>
                  </a:lnTo>
                  <a:lnTo>
                    <a:pt x="8438344" y="1300606"/>
                  </a:lnTo>
                  <a:lnTo>
                    <a:pt x="8469500" y="1393877"/>
                  </a:lnTo>
                  <a:lnTo>
                    <a:pt x="8500693" y="1489675"/>
                  </a:lnTo>
                  <a:lnTo>
                    <a:pt x="8531928" y="1587535"/>
                  </a:lnTo>
                  <a:lnTo>
                    <a:pt x="8563202" y="1686948"/>
                  </a:lnTo>
                  <a:lnTo>
                    <a:pt x="8594504" y="1787369"/>
                  </a:lnTo>
                  <a:lnTo>
                    <a:pt x="8625819" y="1888226"/>
                  </a:lnTo>
                  <a:lnTo>
                    <a:pt x="8657129" y="1988942"/>
                  </a:lnTo>
                  <a:lnTo>
                    <a:pt x="8688419" y="2088937"/>
                  </a:lnTo>
                  <a:lnTo>
                    <a:pt x="8719675" y="2187654"/>
                  </a:lnTo>
                  <a:lnTo>
                    <a:pt x="8750890" y="2284562"/>
                  </a:lnTo>
                  <a:lnTo>
                    <a:pt x="8782063" y="2379172"/>
                  </a:lnTo>
                  <a:lnTo>
                    <a:pt x="8813206" y="2471049"/>
                  </a:lnTo>
                  <a:lnTo>
                    <a:pt x="8844342" y="2559813"/>
                  </a:lnTo>
                  <a:lnTo>
                    <a:pt x="8875507" y="2645150"/>
                  </a:lnTo>
                  <a:lnTo>
                    <a:pt x="8906756" y="2726810"/>
                  </a:lnTo>
                  <a:lnTo>
                    <a:pt x="8938160" y="2804611"/>
                  </a:lnTo>
                  <a:lnTo>
                    <a:pt x="8969813" y="2878437"/>
                  </a:lnTo>
                  <a:lnTo>
                    <a:pt x="9001829" y="2948232"/>
                  </a:lnTo>
                  <a:lnTo>
                    <a:pt x="9034351" y="3013999"/>
                  </a:lnTo>
                  <a:lnTo>
                    <a:pt x="9067551" y="3075795"/>
                  </a:lnTo>
                  <a:lnTo>
                    <a:pt x="9084767" y="3105739"/>
                  </a:lnTo>
                  <a:lnTo>
                    <a:pt x="9130246" y="3178081"/>
                  </a:lnTo>
                  <a:lnTo>
                    <a:pt x="9178007" y="3243829"/>
                  </a:lnTo>
                  <a:lnTo>
                    <a:pt x="9228713" y="3303251"/>
                  </a:lnTo>
                  <a:lnTo>
                    <a:pt x="9283094" y="3356837"/>
                  </a:lnTo>
                  <a:lnTo>
                    <a:pt x="9341899" y="3405163"/>
                  </a:lnTo>
                  <a:lnTo>
                    <a:pt x="9405853" y="3448809"/>
                  </a:lnTo>
                  <a:lnTo>
                    <a:pt x="9475598" y="3488311"/>
                  </a:lnTo>
                  <a:lnTo>
                    <a:pt x="9551613" y="3524127"/>
                  </a:lnTo>
                  <a:lnTo>
                    <a:pt x="9634107" y="3556625"/>
                  </a:lnTo>
                  <a:lnTo>
                    <a:pt x="9722888" y="3586073"/>
                  </a:lnTo>
                  <a:lnTo>
                    <a:pt x="9817206" y="3612637"/>
                  </a:lnTo>
                  <a:lnTo>
                    <a:pt x="9915607" y="3636388"/>
                  </a:lnTo>
                  <a:lnTo>
                    <a:pt x="10015832" y="3657321"/>
                  </a:lnTo>
                  <a:lnTo>
                    <a:pt x="10114823" y="3675380"/>
                  </a:lnTo>
                  <a:lnTo>
                    <a:pt x="10208905" y="3690506"/>
                  </a:lnTo>
                  <a:lnTo>
                    <a:pt x="10294167" y="3702683"/>
                  </a:lnTo>
                  <a:lnTo>
                    <a:pt x="10367027" y="3711991"/>
                  </a:lnTo>
                  <a:lnTo>
                    <a:pt x="10424860" y="3718640"/>
                  </a:lnTo>
                  <a:lnTo>
                    <a:pt x="10466526" y="3722970"/>
                  </a:lnTo>
                  <a:lnTo>
                    <a:pt x="10492667" y="3725436"/>
                  </a:lnTo>
                  <a:lnTo>
                    <a:pt x="10505714" y="3726558"/>
                  </a:lnTo>
                  <a:lnTo>
                    <a:pt x="10509688" y="3726870"/>
                  </a:lnTo>
                  <a:lnTo>
                    <a:pt x="10509911" y="3726887"/>
                  </a:lnTo>
                  <a:lnTo>
                    <a:pt x="11981298" y="372688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50" name="pl2050"/>
            <p:cNvSpPr/>
            <p:nvPr/>
          </p:nvSpPr>
          <p:spPr>
            <a:xfrm>
              <a:off x="4799595" y="4603812"/>
              <a:ext cx="11981298" cy="6244170"/>
            </a:xfrm>
            <a:custGeom>
              <a:avLst/>
              <a:pathLst>
                <a:path w="11981298" h="6244170">
                  <a:moveTo>
                    <a:pt x="11981298" y="3726887"/>
                  </a:moveTo>
                  <a:lnTo>
                    <a:pt x="10509911" y="3726887"/>
                  </a:lnTo>
                  <a:lnTo>
                    <a:pt x="10508822" y="3726805"/>
                  </a:lnTo>
                  <a:lnTo>
                    <a:pt x="10501656" y="3726220"/>
                  </a:lnTo>
                  <a:lnTo>
                    <a:pt x="10483567" y="3724605"/>
                  </a:lnTo>
                  <a:lnTo>
                    <a:pt x="10451167" y="3721424"/>
                  </a:lnTo>
                  <a:lnTo>
                    <a:pt x="10402752" y="3716180"/>
                  </a:lnTo>
                  <a:lnTo>
                    <a:pt x="10338438" y="3708459"/>
                  </a:lnTo>
                  <a:lnTo>
                    <a:pt x="10260033" y="3697976"/>
                  </a:lnTo>
                  <a:lnTo>
                    <a:pt x="10170637" y="3684576"/>
                  </a:lnTo>
                  <a:lnTo>
                    <a:pt x="10074042" y="3668225"/>
                  </a:lnTo>
                  <a:lnTo>
                    <a:pt x="9974120" y="3648963"/>
                  </a:lnTo>
                  <a:lnTo>
                    <a:pt x="9874326" y="3626854"/>
                  </a:lnTo>
                  <a:lnTo>
                    <a:pt x="9777395" y="3601936"/>
                  </a:lnTo>
                  <a:lnTo>
                    <a:pt x="9685246" y="3574187"/>
                  </a:lnTo>
                  <a:lnTo>
                    <a:pt x="9599023" y="3543497"/>
                  </a:lnTo>
                  <a:lnTo>
                    <a:pt x="9519226" y="3509658"/>
                  </a:lnTo>
                  <a:lnTo>
                    <a:pt x="9445862" y="3472359"/>
                  </a:lnTo>
                  <a:lnTo>
                    <a:pt x="9378594" y="3431195"/>
                  </a:lnTo>
                  <a:lnTo>
                    <a:pt x="9316865" y="3385671"/>
                  </a:lnTo>
                  <a:lnTo>
                    <a:pt x="9259990" y="3335230"/>
                  </a:lnTo>
                  <a:lnTo>
                    <a:pt x="9207227" y="3279286"/>
                  </a:lnTo>
                  <a:lnTo>
                    <a:pt x="9157832" y="3217284"/>
                  </a:lnTo>
                  <a:lnTo>
                    <a:pt x="9111095" y="3148808"/>
                  </a:lnTo>
                  <a:lnTo>
                    <a:pt x="9084767" y="3105739"/>
                  </a:lnTo>
                  <a:lnTo>
                    <a:pt x="9051144" y="3045928"/>
                  </a:lnTo>
                  <a:lnTo>
                    <a:pt x="9018301" y="2982191"/>
                  </a:lnTo>
                  <a:lnTo>
                    <a:pt x="8986047" y="2914448"/>
                  </a:lnTo>
                  <a:lnTo>
                    <a:pt x="8954225" y="2842670"/>
                  </a:lnTo>
                  <a:lnTo>
                    <a:pt x="8922708" y="2766881"/>
                  </a:lnTo>
                  <a:lnTo>
                    <a:pt x="8891390" y="2687165"/>
                  </a:lnTo>
                  <a:lnTo>
                    <a:pt x="8860190" y="2603672"/>
                  </a:lnTo>
                  <a:lnTo>
                    <a:pt x="8829045" y="2516617"/>
                  </a:lnTo>
                  <a:lnTo>
                    <a:pt x="8797909" y="2426280"/>
                  </a:lnTo>
                  <a:lnTo>
                    <a:pt x="8766753" y="2333009"/>
                  </a:lnTo>
                  <a:lnTo>
                    <a:pt x="8735560" y="2237212"/>
                  </a:lnTo>
                  <a:lnTo>
                    <a:pt x="8704325" y="2139351"/>
                  </a:lnTo>
                  <a:lnTo>
                    <a:pt x="8673051" y="2039938"/>
                  </a:lnTo>
                  <a:lnTo>
                    <a:pt x="8641749" y="1939518"/>
                  </a:lnTo>
                  <a:lnTo>
                    <a:pt x="8610434" y="1838660"/>
                  </a:lnTo>
                  <a:lnTo>
                    <a:pt x="8579124" y="1737945"/>
                  </a:lnTo>
                  <a:lnTo>
                    <a:pt x="8547834" y="1637949"/>
                  </a:lnTo>
                  <a:lnTo>
                    <a:pt x="8516578" y="1539232"/>
                  </a:lnTo>
                  <a:lnTo>
                    <a:pt x="8485364" y="1442325"/>
                  </a:lnTo>
                  <a:lnTo>
                    <a:pt x="8454190" y="1347714"/>
                  </a:lnTo>
                  <a:lnTo>
                    <a:pt x="8423047" y="1255837"/>
                  </a:lnTo>
                  <a:lnTo>
                    <a:pt x="8391912" y="1167073"/>
                  </a:lnTo>
                  <a:lnTo>
                    <a:pt x="8360746" y="1081736"/>
                  </a:lnTo>
                  <a:lnTo>
                    <a:pt x="8329497" y="1000076"/>
                  </a:lnTo>
                  <a:lnTo>
                    <a:pt x="8298093" y="922275"/>
                  </a:lnTo>
                  <a:lnTo>
                    <a:pt x="8266440" y="848450"/>
                  </a:lnTo>
                  <a:lnTo>
                    <a:pt x="8234424" y="778654"/>
                  </a:lnTo>
                  <a:lnTo>
                    <a:pt x="8201902" y="712887"/>
                  </a:lnTo>
                  <a:lnTo>
                    <a:pt x="8168702" y="651091"/>
                  </a:lnTo>
                  <a:lnTo>
                    <a:pt x="8151487" y="621147"/>
                  </a:lnTo>
                  <a:lnTo>
                    <a:pt x="8106007" y="548805"/>
                  </a:lnTo>
                  <a:lnTo>
                    <a:pt x="8058247" y="483057"/>
                  </a:lnTo>
                  <a:lnTo>
                    <a:pt x="8007540" y="423635"/>
                  </a:lnTo>
                  <a:lnTo>
                    <a:pt x="7953160" y="370049"/>
                  </a:lnTo>
                  <a:lnTo>
                    <a:pt x="7894354" y="321724"/>
                  </a:lnTo>
                  <a:lnTo>
                    <a:pt x="7830400" y="278077"/>
                  </a:lnTo>
                  <a:lnTo>
                    <a:pt x="7760655" y="238575"/>
                  </a:lnTo>
                  <a:lnTo>
                    <a:pt x="7684640" y="202759"/>
                  </a:lnTo>
                  <a:lnTo>
                    <a:pt x="7602146" y="170261"/>
                  </a:lnTo>
                  <a:lnTo>
                    <a:pt x="7513366" y="140814"/>
                  </a:lnTo>
                  <a:lnTo>
                    <a:pt x="7419047" y="114250"/>
                  </a:lnTo>
                  <a:lnTo>
                    <a:pt x="7320646" y="90498"/>
                  </a:lnTo>
                  <a:lnTo>
                    <a:pt x="7220421" y="69565"/>
                  </a:lnTo>
                  <a:lnTo>
                    <a:pt x="7121430" y="51506"/>
                  </a:lnTo>
                  <a:lnTo>
                    <a:pt x="7027349" y="36380"/>
                  </a:lnTo>
                  <a:lnTo>
                    <a:pt x="6942087" y="24203"/>
                  </a:lnTo>
                  <a:lnTo>
                    <a:pt x="6869226" y="14895"/>
                  </a:lnTo>
                  <a:lnTo>
                    <a:pt x="6811393" y="8247"/>
                  </a:lnTo>
                  <a:lnTo>
                    <a:pt x="6769727" y="3916"/>
                  </a:lnTo>
                  <a:lnTo>
                    <a:pt x="6743586" y="1450"/>
                  </a:lnTo>
                  <a:lnTo>
                    <a:pt x="6730539" y="329"/>
                  </a:lnTo>
                  <a:lnTo>
                    <a:pt x="6726565" y="16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154" y="100"/>
                  </a:lnTo>
                  <a:lnTo>
                    <a:pt x="5248849" y="814"/>
                  </a:lnTo>
                  <a:lnTo>
                    <a:pt x="5235346" y="2786"/>
                  </a:lnTo>
                  <a:lnTo>
                    <a:pt x="5210882" y="6675"/>
                  </a:lnTo>
                  <a:lnTo>
                    <a:pt x="5173763" y="13116"/>
                  </a:lnTo>
                  <a:lnTo>
                    <a:pt x="5123479" y="22669"/>
                  </a:lnTo>
                  <a:lnTo>
                    <a:pt x="5060709" y="35774"/>
                  </a:lnTo>
                  <a:lnTo>
                    <a:pt x="4987166" y="52726"/>
                  </a:lnTo>
                  <a:lnTo>
                    <a:pt x="4905305" y="73669"/>
                  </a:lnTo>
                  <a:lnTo>
                    <a:pt x="4817951" y="98626"/>
                  </a:lnTo>
                  <a:lnTo>
                    <a:pt x="4727935" y="127544"/>
                  </a:lnTo>
                  <a:lnTo>
                    <a:pt x="4637808" y="160343"/>
                  </a:lnTo>
                  <a:lnTo>
                    <a:pt x="4549653" y="196966"/>
                  </a:lnTo>
                  <a:lnTo>
                    <a:pt x="4465015" y="237420"/>
                  </a:lnTo>
                  <a:lnTo>
                    <a:pt x="4384909" y="281801"/>
                  </a:lnTo>
                  <a:lnTo>
                    <a:pt x="4309892" y="330310"/>
                  </a:lnTo>
                  <a:lnTo>
                    <a:pt x="4240141" y="383261"/>
                  </a:lnTo>
                  <a:lnTo>
                    <a:pt x="4175555" y="441079"/>
                  </a:lnTo>
                  <a:lnTo>
                    <a:pt x="4115836" y="504295"/>
                  </a:lnTo>
                  <a:lnTo>
                    <a:pt x="4060552" y="573529"/>
                  </a:lnTo>
                  <a:lnTo>
                    <a:pt x="4009197" y="649471"/>
                  </a:lnTo>
                  <a:lnTo>
                    <a:pt x="3961228" y="732841"/>
                  </a:lnTo>
                  <a:lnTo>
                    <a:pt x="3916098" y="824332"/>
                  </a:lnTo>
                  <a:lnTo>
                    <a:pt x="3873278" y="924510"/>
                  </a:lnTo>
                  <a:lnTo>
                    <a:pt x="3832287" y="1033674"/>
                  </a:lnTo>
                  <a:lnTo>
                    <a:pt x="3829811" y="1040695"/>
                  </a:lnTo>
                  <a:lnTo>
                    <a:pt x="3803219" y="1119194"/>
                  </a:lnTo>
                  <a:lnTo>
                    <a:pt x="3777139" y="1201762"/>
                  </a:lnTo>
                  <a:lnTo>
                    <a:pt x="3751472" y="1288478"/>
                  </a:lnTo>
                  <a:lnTo>
                    <a:pt x="3726134" y="1379389"/>
                  </a:lnTo>
                  <a:lnTo>
                    <a:pt x="3701050" y="1474509"/>
                  </a:lnTo>
                  <a:lnTo>
                    <a:pt x="3676159" y="1573814"/>
                  </a:lnTo>
                  <a:lnTo>
                    <a:pt x="3651407" y="1677244"/>
                  </a:lnTo>
                  <a:lnTo>
                    <a:pt x="3626752" y="1784696"/>
                  </a:lnTo>
                  <a:lnTo>
                    <a:pt x="3602156" y="1896026"/>
                  </a:lnTo>
                  <a:lnTo>
                    <a:pt x="3577590" y="2011046"/>
                  </a:lnTo>
                  <a:lnTo>
                    <a:pt x="3553033" y="2129524"/>
                  </a:lnTo>
                  <a:lnTo>
                    <a:pt x="3528468" y="2251187"/>
                  </a:lnTo>
                  <a:lnTo>
                    <a:pt x="3503885" y="2375721"/>
                  </a:lnTo>
                  <a:lnTo>
                    <a:pt x="3479276" y="2502772"/>
                  </a:lnTo>
                  <a:lnTo>
                    <a:pt x="3454641" y="2631953"/>
                  </a:lnTo>
                  <a:lnTo>
                    <a:pt x="3429981" y="2762847"/>
                  </a:lnTo>
                  <a:lnTo>
                    <a:pt x="3405301" y="2895011"/>
                  </a:lnTo>
                  <a:lnTo>
                    <a:pt x="3380607" y="3027985"/>
                  </a:lnTo>
                  <a:lnTo>
                    <a:pt x="3355907" y="3161297"/>
                  </a:lnTo>
                  <a:lnTo>
                    <a:pt x="3331209" y="3294468"/>
                  </a:lnTo>
                  <a:lnTo>
                    <a:pt x="3306522" y="3427022"/>
                  </a:lnTo>
                  <a:lnTo>
                    <a:pt x="3281853" y="3558494"/>
                  </a:lnTo>
                  <a:lnTo>
                    <a:pt x="3257208" y="3688433"/>
                  </a:lnTo>
                  <a:lnTo>
                    <a:pt x="3232589" y="3816410"/>
                  </a:lnTo>
                  <a:lnTo>
                    <a:pt x="3207995" y="3942025"/>
                  </a:lnTo>
                  <a:lnTo>
                    <a:pt x="3183423" y="4064910"/>
                  </a:lnTo>
                  <a:lnTo>
                    <a:pt x="3158865" y="4184736"/>
                  </a:lnTo>
                  <a:lnTo>
                    <a:pt x="3134305" y="4301210"/>
                  </a:lnTo>
                  <a:lnTo>
                    <a:pt x="3109725" y="4414085"/>
                  </a:lnTo>
                  <a:lnTo>
                    <a:pt x="3085098" y="4523154"/>
                  </a:lnTo>
                  <a:lnTo>
                    <a:pt x="3060391" y="4628255"/>
                  </a:lnTo>
                  <a:lnTo>
                    <a:pt x="3035563" y="4729269"/>
                  </a:lnTo>
                  <a:lnTo>
                    <a:pt x="3010566" y="4826117"/>
                  </a:lnTo>
                  <a:lnTo>
                    <a:pt x="2985340" y="4918762"/>
                  </a:lnTo>
                  <a:lnTo>
                    <a:pt x="2959818" y="5007201"/>
                  </a:lnTo>
                  <a:lnTo>
                    <a:pt x="2933919" y="5091470"/>
                  </a:lnTo>
                  <a:lnTo>
                    <a:pt x="2907551" y="5171634"/>
                  </a:lnTo>
                  <a:lnTo>
                    <a:pt x="2896531" y="5203475"/>
                  </a:lnTo>
                  <a:lnTo>
                    <a:pt x="2855639" y="5313193"/>
                  </a:lnTo>
                  <a:lnTo>
                    <a:pt x="2812945" y="5413920"/>
                  </a:lnTo>
                  <a:lnTo>
                    <a:pt x="2767972" y="5505931"/>
                  </a:lnTo>
                  <a:lnTo>
                    <a:pt x="2720194" y="5589783"/>
                  </a:lnTo>
                  <a:lnTo>
                    <a:pt x="2669064" y="5666162"/>
                  </a:lnTo>
                  <a:lnTo>
                    <a:pt x="2614037" y="5735789"/>
                  </a:lnTo>
                  <a:lnTo>
                    <a:pt x="2554604" y="5799356"/>
                  </a:lnTo>
                  <a:lnTo>
                    <a:pt x="2490329" y="5857491"/>
                  </a:lnTo>
                  <a:lnTo>
                    <a:pt x="2420902" y="5910729"/>
                  </a:lnTo>
                  <a:lnTo>
                    <a:pt x="2346206" y="5959502"/>
                  </a:lnTo>
                  <a:lnTo>
                    <a:pt x="2266403" y="6004130"/>
                  </a:lnTo>
                  <a:lnTo>
                    <a:pt x="2182020" y="6044822"/>
                  </a:lnTo>
                  <a:lnTo>
                    <a:pt x="2094042" y="6081680"/>
                  </a:lnTo>
                  <a:lnTo>
                    <a:pt x="2003982" y="6114716"/>
                  </a:lnTo>
                  <a:lnTo>
                    <a:pt x="1913890" y="6143875"/>
                  </a:lnTo>
                  <a:lnTo>
                    <a:pt x="1826291" y="6169079"/>
                  </a:lnTo>
                  <a:lnTo>
                    <a:pt x="1744008" y="6190269"/>
                  </a:lnTo>
                  <a:lnTo>
                    <a:pt x="1669876" y="6207464"/>
                  </a:lnTo>
                  <a:lnTo>
                    <a:pt x="1606383" y="6220800"/>
                  </a:lnTo>
                  <a:lnTo>
                    <a:pt x="1555299" y="6230560"/>
                  </a:lnTo>
                  <a:lnTo>
                    <a:pt x="1517370" y="6237178"/>
                  </a:lnTo>
                  <a:lnTo>
                    <a:pt x="1492164" y="6241206"/>
                  </a:lnTo>
                  <a:lnTo>
                    <a:pt x="1478055" y="6243277"/>
                  </a:lnTo>
                  <a:lnTo>
                    <a:pt x="1472343" y="6244050"/>
                  </a:lnTo>
                  <a:lnTo>
                    <a:pt x="1471387" y="6244170"/>
                  </a:lnTo>
                  <a:lnTo>
                    <a:pt x="1471387" y="6244170"/>
                  </a:lnTo>
                  <a:lnTo>
                    <a:pt x="0" y="624417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51" name="pg2051"/>
            <p:cNvSpPr/>
            <p:nvPr/>
          </p:nvSpPr>
          <p:spPr>
            <a:xfrm>
              <a:off x="4799595" y="7055711"/>
              <a:ext cx="11981298" cy="3816790"/>
            </a:xfrm>
            <a:custGeom>
              <a:avLst/>
              <a:pathLst>
                <a:path w="11981298" h="3816790">
                  <a:moveTo>
                    <a:pt x="0" y="3816790"/>
                  </a:moveTo>
                  <a:lnTo>
                    <a:pt x="1471387" y="3816790"/>
                  </a:lnTo>
                  <a:lnTo>
                    <a:pt x="1472540" y="3816726"/>
                  </a:lnTo>
                  <a:lnTo>
                    <a:pt x="1480114" y="3816272"/>
                  </a:lnTo>
                  <a:lnTo>
                    <a:pt x="1499200" y="3815018"/>
                  </a:lnTo>
                  <a:lnTo>
                    <a:pt x="1533306" y="3812549"/>
                  </a:lnTo>
                  <a:lnTo>
                    <a:pt x="1584106" y="3808482"/>
                  </a:lnTo>
                  <a:lnTo>
                    <a:pt x="1651313" y="3802506"/>
                  </a:lnTo>
                  <a:lnTo>
                    <a:pt x="1732842" y="3794407"/>
                  </a:lnTo>
                  <a:lnTo>
                    <a:pt x="1825284" y="3784081"/>
                  </a:lnTo>
                  <a:lnTo>
                    <a:pt x="1924572" y="3771511"/>
                  </a:lnTo>
                  <a:lnTo>
                    <a:pt x="2026649" y="3756733"/>
                  </a:lnTo>
                  <a:lnTo>
                    <a:pt x="2127980" y="3739797"/>
                  </a:lnTo>
                  <a:lnTo>
                    <a:pt x="2225841" y="3720723"/>
                  </a:lnTo>
                  <a:lnTo>
                    <a:pt x="2318391" y="3699481"/>
                  </a:lnTo>
                  <a:lnTo>
                    <a:pt x="2404596" y="3675968"/>
                  </a:lnTo>
                  <a:lnTo>
                    <a:pt x="2484079" y="3650000"/>
                  </a:lnTo>
                  <a:lnTo>
                    <a:pt x="2556950" y="3621317"/>
                  </a:lnTo>
                  <a:lnTo>
                    <a:pt x="2623647" y="3589581"/>
                  </a:lnTo>
                  <a:lnTo>
                    <a:pt x="2684813" y="3554391"/>
                  </a:lnTo>
                  <a:lnTo>
                    <a:pt x="2741199" y="3515303"/>
                  </a:lnTo>
                  <a:lnTo>
                    <a:pt x="2793600" y="3471864"/>
                  </a:lnTo>
                  <a:lnTo>
                    <a:pt x="2842794" y="3423674"/>
                  </a:lnTo>
                  <a:lnTo>
                    <a:pt x="2889502" y="3370483"/>
                  </a:lnTo>
                  <a:lnTo>
                    <a:pt x="2896531" y="3361826"/>
                  </a:lnTo>
                  <a:lnTo>
                    <a:pt x="2934766" y="3311694"/>
                  </a:lnTo>
                  <a:lnTo>
                    <a:pt x="2972026" y="3257818"/>
                  </a:lnTo>
                  <a:lnTo>
                    <a:pt x="3008581" y="3200123"/>
                  </a:lnTo>
                  <a:lnTo>
                    <a:pt x="3044648" y="3138596"/>
                  </a:lnTo>
                  <a:lnTo>
                    <a:pt x="3080399" y="3073296"/>
                  </a:lnTo>
                  <a:lnTo>
                    <a:pt x="3115966" y="3004358"/>
                  </a:lnTo>
                  <a:lnTo>
                    <a:pt x="3151450" y="2931996"/>
                  </a:lnTo>
                  <a:lnTo>
                    <a:pt x="3186919" y="2856510"/>
                  </a:lnTo>
                  <a:lnTo>
                    <a:pt x="3222418" y="2778277"/>
                  </a:lnTo>
                  <a:lnTo>
                    <a:pt x="3257968" y="2697751"/>
                  </a:lnTo>
                  <a:lnTo>
                    <a:pt x="3293571" y="2615449"/>
                  </a:lnTo>
                  <a:lnTo>
                    <a:pt x="3329219" y="2531945"/>
                  </a:lnTo>
                  <a:lnTo>
                    <a:pt x="3364889" y="2447844"/>
                  </a:lnTo>
                  <a:lnTo>
                    <a:pt x="3400559" y="2363774"/>
                  </a:lnTo>
                  <a:lnTo>
                    <a:pt x="3436202" y="2280359"/>
                  </a:lnTo>
                  <a:lnTo>
                    <a:pt x="3471801" y="2198205"/>
                  </a:lnTo>
                  <a:lnTo>
                    <a:pt x="3507345" y="2117878"/>
                  </a:lnTo>
                  <a:lnTo>
                    <a:pt x="3542840" y="2039891"/>
                  </a:lnTo>
                  <a:lnTo>
                    <a:pt x="3578309" y="1964690"/>
                  </a:lnTo>
                  <a:lnTo>
                    <a:pt x="3613797" y="1892647"/>
                  </a:lnTo>
                  <a:lnTo>
                    <a:pt x="3649377" y="1824051"/>
                  </a:lnTo>
                  <a:lnTo>
                    <a:pt x="3685152" y="1759109"/>
                  </a:lnTo>
                  <a:lnTo>
                    <a:pt x="3721257" y="1697950"/>
                  </a:lnTo>
                  <a:lnTo>
                    <a:pt x="3757870" y="1640625"/>
                  </a:lnTo>
                  <a:lnTo>
                    <a:pt x="3795211" y="1587114"/>
                  </a:lnTo>
                  <a:lnTo>
                    <a:pt x="3829811" y="1541972"/>
                  </a:lnTo>
                  <a:lnTo>
                    <a:pt x="3876194" y="1488004"/>
                  </a:lnTo>
                  <a:lnTo>
                    <a:pt x="3924959" y="1439053"/>
                  </a:lnTo>
                  <a:lnTo>
                    <a:pt x="3976815" y="1394905"/>
                  </a:lnTo>
                  <a:lnTo>
                    <a:pt x="4032534" y="1355174"/>
                  </a:lnTo>
                  <a:lnTo>
                    <a:pt x="4092912" y="1319412"/>
                  </a:lnTo>
                  <a:lnTo>
                    <a:pt x="4158709" y="1287170"/>
                  </a:lnTo>
                  <a:lnTo>
                    <a:pt x="4230592" y="1258040"/>
                  </a:lnTo>
                  <a:lnTo>
                    <a:pt x="4309038" y="1231672"/>
                  </a:lnTo>
                  <a:lnTo>
                    <a:pt x="4394216" y="1207794"/>
                  </a:lnTo>
                  <a:lnTo>
                    <a:pt x="4485835" y="1186210"/>
                  </a:lnTo>
                  <a:lnTo>
                    <a:pt x="4582975" y="1166806"/>
                  </a:lnTo>
                  <a:lnTo>
                    <a:pt x="4683927" y="1149539"/>
                  </a:lnTo>
                  <a:lnTo>
                    <a:pt x="4786101" y="1134425"/>
                  </a:lnTo>
                  <a:lnTo>
                    <a:pt x="4886076" y="1121511"/>
                  </a:lnTo>
                  <a:lnTo>
                    <a:pt x="4979847" y="1110838"/>
                  </a:lnTo>
                  <a:lnTo>
                    <a:pt x="5063307" y="1102400"/>
                  </a:lnTo>
                  <a:lnTo>
                    <a:pt x="5132901" y="1096107"/>
                  </a:lnTo>
                  <a:lnTo>
                    <a:pt x="5186301" y="1091764"/>
                  </a:lnTo>
                  <a:lnTo>
                    <a:pt x="5222923" y="1089072"/>
                  </a:lnTo>
                  <a:lnTo>
                    <a:pt x="5244142" y="1087657"/>
                  </a:lnTo>
                  <a:lnTo>
                    <a:pt x="5253197" y="1087106"/>
                  </a:lnTo>
                  <a:lnTo>
                    <a:pt x="5254955" y="1087008"/>
                  </a:lnTo>
                  <a:lnTo>
                    <a:pt x="6726343" y="1087008"/>
                  </a:lnTo>
                  <a:lnTo>
                    <a:pt x="6727566" y="1086982"/>
                  </a:lnTo>
                  <a:lnTo>
                    <a:pt x="6735596" y="1086791"/>
                  </a:lnTo>
                  <a:lnTo>
                    <a:pt x="6755794" y="1086264"/>
                  </a:lnTo>
                  <a:lnTo>
                    <a:pt x="6791793" y="1085226"/>
                  </a:lnTo>
                  <a:lnTo>
                    <a:pt x="6845224" y="1083519"/>
                  </a:lnTo>
                  <a:lnTo>
                    <a:pt x="6915593" y="1081015"/>
                  </a:lnTo>
                  <a:lnTo>
                    <a:pt x="7000497" y="1077631"/>
                  </a:lnTo>
                  <a:lnTo>
                    <a:pt x="7096182" y="1073327"/>
                  </a:lnTo>
                  <a:lnTo>
                    <a:pt x="7198285" y="1068100"/>
                  </a:lnTo>
                  <a:lnTo>
                    <a:pt x="7302562" y="1061969"/>
                  </a:lnTo>
                  <a:lnTo>
                    <a:pt x="7405410" y="1054952"/>
                  </a:lnTo>
                  <a:lnTo>
                    <a:pt x="7504134" y="1047055"/>
                  </a:lnTo>
                  <a:lnTo>
                    <a:pt x="7596991" y="1038258"/>
                  </a:lnTo>
                  <a:lnTo>
                    <a:pt x="7683079" y="1028509"/>
                  </a:lnTo>
                  <a:lnTo>
                    <a:pt x="7762156" y="1017722"/>
                  </a:lnTo>
                  <a:lnTo>
                    <a:pt x="7834458" y="1005778"/>
                  </a:lnTo>
                  <a:lnTo>
                    <a:pt x="7900533" y="992525"/>
                  </a:lnTo>
                  <a:lnTo>
                    <a:pt x="7961112" y="977788"/>
                  </a:lnTo>
                  <a:lnTo>
                    <a:pt x="8017017" y="961378"/>
                  </a:lnTo>
                  <a:lnTo>
                    <a:pt x="8069091" y="943108"/>
                  </a:lnTo>
                  <a:lnTo>
                    <a:pt x="8118145" y="922830"/>
                  </a:lnTo>
                  <a:lnTo>
                    <a:pt x="8151487" y="907202"/>
                  </a:lnTo>
                  <a:lnTo>
                    <a:pt x="8201643" y="880792"/>
                  </a:lnTo>
                  <a:lnTo>
                    <a:pt x="8250261" y="851794"/>
                  </a:lnTo>
                  <a:lnTo>
                    <a:pt x="8297898" y="820169"/>
                  </a:lnTo>
                  <a:lnTo>
                    <a:pt x="8344970" y="785956"/>
                  </a:lnTo>
                  <a:lnTo>
                    <a:pt x="8391772" y="749284"/>
                  </a:lnTo>
                  <a:lnTo>
                    <a:pt x="8438503" y="710381"/>
                  </a:lnTo>
                  <a:lnTo>
                    <a:pt x="8485277" y="669570"/>
                  </a:lnTo>
                  <a:lnTo>
                    <a:pt x="8532141" y="627264"/>
                  </a:lnTo>
                  <a:lnTo>
                    <a:pt x="8579090" y="583950"/>
                  </a:lnTo>
                  <a:lnTo>
                    <a:pt x="8626085" y="540168"/>
                  </a:lnTo>
                  <a:lnTo>
                    <a:pt x="8673071" y="496481"/>
                  </a:lnTo>
                  <a:lnTo>
                    <a:pt x="8719994" y="453451"/>
                  </a:lnTo>
                  <a:lnTo>
                    <a:pt x="8766826" y="411600"/>
                  </a:lnTo>
                  <a:lnTo>
                    <a:pt x="8813577" y="371393"/>
                  </a:lnTo>
                  <a:lnTo>
                    <a:pt x="8860315" y="333214"/>
                  </a:lnTo>
                  <a:lnTo>
                    <a:pt x="8907182" y="297354"/>
                  </a:lnTo>
                  <a:lnTo>
                    <a:pt x="8954407" y="264007"/>
                  </a:lnTo>
                  <a:lnTo>
                    <a:pt x="9002323" y="233272"/>
                  </a:lnTo>
                  <a:lnTo>
                    <a:pt x="9051391" y="205159"/>
                  </a:lnTo>
                  <a:lnTo>
                    <a:pt x="9084767" y="187978"/>
                  </a:lnTo>
                  <a:lnTo>
                    <a:pt x="9132124" y="166233"/>
                  </a:lnTo>
                  <a:lnTo>
                    <a:pt x="9181977" y="146551"/>
                  </a:lnTo>
                  <a:lnTo>
                    <a:pt x="9235081" y="128841"/>
                  </a:lnTo>
                  <a:lnTo>
                    <a:pt x="9292260" y="112937"/>
                  </a:lnTo>
                  <a:lnTo>
                    <a:pt x="9354357" y="98652"/>
                  </a:lnTo>
                  <a:lnTo>
                    <a:pt x="9422175" y="85797"/>
                  </a:lnTo>
                  <a:lnTo>
                    <a:pt x="9496405" y="74204"/>
                  </a:lnTo>
                  <a:lnTo>
                    <a:pt x="9577517" y="63731"/>
                  </a:lnTo>
                  <a:lnTo>
                    <a:pt x="9665626" y="54266"/>
                  </a:lnTo>
                  <a:lnTo>
                    <a:pt x="9760319" y="45735"/>
                  </a:lnTo>
                  <a:lnTo>
                    <a:pt x="9860465" y="38095"/>
                  </a:lnTo>
                  <a:lnTo>
                    <a:pt x="9964049" y="31335"/>
                  </a:lnTo>
                  <a:lnTo>
                    <a:pt x="10068101" y="25465"/>
                  </a:lnTo>
                  <a:lnTo>
                    <a:pt x="10168791" y="20505"/>
                  </a:lnTo>
                  <a:lnTo>
                    <a:pt x="10261774" y="16470"/>
                  </a:lnTo>
                  <a:lnTo>
                    <a:pt x="10342787" y="13348"/>
                  </a:lnTo>
                  <a:lnTo>
                    <a:pt x="10408395" y="11087"/>
                  </a:lnTo>
                  <a:lnTo>
                    <a:pt x="10456708" y="9590"/>
                  </a:lnTo>
                  <a:lnTo>
                    <a:pt x="10487845" y="8719"/>
                  </a:lnTo>
                  <a:lnTo>
                    <a:pt x="10504043" y="8308"/>
                  </a:lnTo>
                  <a:lnTo>
                    <a:pt x="10509468" y="8182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8687" y="26"/>
                  </a:lnTo>
                  <a:lnTo>
                    <a:pt x="10500657" y="217"/>
                  </a:lnTo>
                  <a:lnTo>
                    <a:pt x="10480459" y="744"/>
                  </a:lnTo>
                  <a:lnTo>
                    <a:pt x="10444460" y="1782"/>
                  </a:lnTo>
                  <a:lnTo>
                    <a:pt x="10391029" y="3489"/>
                  </a:lnTo>
                  <a:lnTo>
                    <a:pt x="10320660" y="5992"/>
                  </a:lnTo>
                  <a:lnTo>
                    <a:pt x="10235756" y="9377"/>
                  </a:lnTo>
                  <a:lnTo>
                    <a:pt x="10140072" y="13681"/>
                  </a:lnTo>
                  <a:lnTo>
                    <a:pt x="10037968" y="18908"/>
                  </a:lnTo>
                  <a:lnTo>
                    <a:pt x="9933691" y="25039"/>
                  </a:lnTo>
                  <a:lnTo>
                    <a:pt x="9830844" y="32056"/>
                  </a:lnTo>
                  <a:lnTo>
                    <a:pt x="9732120" y="39953"/>
                  </a:lnTo>
                  <a:lnTo>
                    <a:pt x="9639262" y="48750"/>
                  </a:lnTo>
                  <a:lnTo>
                    <a:pt x="9553175" y="58499"/>
                  </a:lnTo>
                  <a:lnTo>
                    <a:pt x="9474097" y="69286"/>
                  </a:lnTo>
                  <a:lnTo>
                    <a:pt x="9401795" y="81230"/>
                  </a:lnTo>
                  <a:lnTo>
                    <a:pt x="9335720" y="94483"/>
                  </a:lnTo>
                  <a:lnTo>
                    <a:pt x="9275141" y="109219"/>
                  </a:lnTo>
                  <a:lnTo>
                    <a:pt x="9219236" y="125630"/>
                  </a:lnTo>
                  <a:lnTo>
                    <a:pt x="9167162" y="143900"/>
                  </a:lnTo>
                  <a:lnTo>
                    <a:pt x="9118108" y="164177"/>
                  </a:lnTo>
                  <a:lnTo>
                    <a:pt x="9084767" y="179805"/>
                  </a:lnTo>
                  <a:lnTo>
                    <a:pt x="9034610" y="206216"/>
                  </a:lnTo>
                  <a:lnTo>
                    <a:pt x="8985992" y="235213"/>
                  </a:lnTo>
                  <a:lnTo>
                    <a:pt x="8938355" y="266838"/>
                  </a:lnTo>
                  <a:lnTo>
                    <a:pt x="8891283" y="301052"/>
                  </a:lnTo>
                  <a:lnTo>
                    <a:pt x="8844481" y="337724"/>
                  </a:lnTo>
                  <a:lnTo>
                    <a:pt x="8797750" y="376627"/>
                  </a:lnTo>
                  <a:lnTo>
                    <a:pt x="8750976" y="417438"/>
                  </a:lnTo>
                  <a:lnTo>
                    <a:pt x="8704112" y="459744"/>
                  </a:lnTo>
                  <a:lnTo>
                    <a:pt x="8657163" y="503058"/>
                  </a:lnTo>
                  <a:lnTo>
                    <a:pt x="8610168" y="546840"/>
                  </a:lnTo>
                  <a:lnTo>
                    <a:pt x="8563183" y="590526"/>
                  </a:lnTo>
                  <a:lnTo>
                    <a:pt x="8516259" y="633557"/>
                  </a:lnTo>
                  <a:lnTo>
                    <a:pt x="8469427" y="675408"/>
                  </a:lnTo>
                  <a:lnTo>
                    <a:pt x="8422676" y="715615"/>
                  </a:lnTo>
                  <a:lnTo>
                    <a:pt x="8375938" y="753794"/>
                  </a:lnTo>
                  <a:lnTo>
                    <a:pt x="8329071" y="789654"/>
                  </a:lnTo>
                  <a:lnTo>
                    <a:pt x="8281846" y="823000"/>
                  </a:lnTo>
                  <a:lnTo>
                    <a:pt x="8233930" y="853736"/>
                  </a:lnTo>
                  <a:lnTo>
                    <a:pt x="8184862" y="881848"/>
                  </a:lnTo>
                  <a:lnTo>
                    <a:pt x="8151487" y="899029"/>
                  </a:lnTo>
                  <a:lnTo>
                    <a:pt x="8104129" y="920775"/>
                  </a:lnTo>
                  <a:lnTo>
                    <a:pt x="8054276" y="940456"/>
                  </a:lnTo>
                  <a:lnTo>
                    <a:pt x="8001172" y="958167"/>
                  </a:lnTo>
                  <a:lnTo>
                    <a:pt x="7943993" y="974070"/>
                  </a:lnTo>
                  <a:lnTo>
                    <a:pt x="7881897" y="988356"/>
                  </a:lnTo>
                  <a:lnTo>
                    <a:pt x="7814078" y="1001210"/>
                  </a:lnTo>
                  <a:lnTo>
                    <a:pt x="7739848" y="1012803"/>
                  </a:lnTo>
                  <a:lnTo>
                    <a:pt x="7658736" y="1023277"/>
                  </a:lnTo>
                  <a:lnTo>
                    <a:pt x="7570627" y="1032742"/>
                  </a:lnTo>
                  <a:lnTo>
                    <a:pt x="7475934" y="1041273"/>
                  </a:lnTo>
                  <a:lnTo>
                    <a:pt x="7375788" y="1048913"/>
                  </a:lnTo>
                  <a:lnTo>
                    <a:pt x="7272204" y="1055673"/>
                  </a:lnTo>
                  <a:lnTo>
                    <a:pt x="7168152" y="1061543"/>
                  </a:lnTo>
                  <a:lnTo>
                    <a:pt x="7067462" y="1066503"/>
                  </a:lnTo>
                  <a:lnTo>
                    <a:pt x="6974479" y="1070537"/>
                  </a:lnTo>
                  <a:lnTo>
                    <a:pt x="6893466" y="1073660"/>
                  </a:lnTo>
                  <a:lnTo>
                    <a:pt x="6827858" y="1075920"/>
                  </a:lnTo>
                  <a:lnTo>
                    <a:pt x="6779545" y="1077418"/>
                  </a:lnTo>
                  <a:lnTo>
                    <a:pt x="6748408" y="1078289"/>
                  </a:lnTo>
                  <a:lnTo>
                    <a:pt x="6732210" y="1078700"/>
                  </a:lnTo>
                  <a:lnTo>
                    <a:pt x="6726786" y="1078826"/>
                  </a:lnTo>
                  <a:lnTo>
                    <a:pt x="6726343" y="1078835"/>
                  </a:lnTo>
                  <a:lnTo>
                    <a:pt x="5254955" y="1078835"/>
                  </a:lnTo>
                  <a:lnTo>
                    <a:pt x="5253803" y="1078899"/>
                  </a:lnTo>
                  <a:lnTo>
                    <a:pt x="5246228" y="1079353"/>
                  </a:lnTo>
                  <a:lnTo>
                    <a:pt x="5227143" y="1080607"/>
                  </a:lnTo>
                  <a:lnTo>
                    <a:pt x="5193037" y="1083076"/>
                  </a:lnTo>
                  <a:lnTo>
                    <a:pt x="5142236" y="1087143"/>
                  </a:lnTo>
                  <a:lnTo>
                    <a:pt x="5075029" y="1093119"/>
                  </a:lnTo>
                  <a:lnTo>
                    <a:pt x="4993500" y="1101218"/>
                  </a:lnTo>
                  <a:lnTo>
                    <a:pt x="4901058" y="1111544"/>
                  </a:lnTo>
                  <a:lnTo>
                    <a:pt x="4801770" y="1124114"/>
                  </a:lnTo>
                  <a:lnTo>
                    <a:pt x="4699694" y="1138892"/>
                  </a:lnTo>
                  <a:lnTo>
                    <a:pt x="4598362" y="1155828"/>
                  </a:lnTo>
                  <a:lnTo>
                    <a:pt x="4500501" y="1174902"/>
                  </a:lnTo>
                  <a:lnTo>
                    <a:pt x="4407951" y="1196144"/>
                  </a:lnTo>
                  <a:lnTo>
                    <a:pt x="4321746" y="1219657"/>
                  </a:lnTo>
                  <a:lnTo>
                    <a:pt x="4242263" y="1245625"/>
                  </a:lnTo>
                  <a:lnTo>
                    <a:pt x="4169392" y="1274308"/>
                  </a:lnTo>
                  <a:lnTo>
                    <a:pt x="4102695" y="1306044"/>
                  </a:lnTo>
                  <a:lnTo>
                    <a:pt x="4041529" y="1341234"/>
                  </a:lnTo>
                  <a:lnTo>
                    <a:pt x="3985143" y="1380322"/>
                  </a:lnTo>
                  <a:lnTo>
                    <a:pt x="3932742" y="1423761"/>
                  </a:lnTo>
                  <a:lnTo>
                    <a:pt x="3883548" y="1471951"/>
                  </a:lnTo>
                  <a:lnTo>
                    <a:pt x="3836840" y="1525142"/>
                  </a:lnTo>
                  <a:lnTo>
                    <a:pt x="3829811" y="1533799"/>
                  </a:lnTo>
                  <a:lnTo>
                    <a:pt x="3791576" y="1583931"/>
                  </a:lnTo>
                  <a:lnTo>
                    <a:pt x="3754316" y="1637807"/>
                  </a:lnTo>
                  <a:lnTo>
                    <a:pt x="3717761" y="1695502"/>
                  </a:lnTo>
                  <a:lnTo>
                    <a:pt x="3681694" y="1757029"/>
                  </a:lnTo>
                  <a:lnTo>
                    <a:pt x="3645943" y="1822329"/>
                  </a:lnTo>
                  <a:lnTo>
                    <a:pt x="3610376" y="1891267"/>
                  </a:lnTo>
                  <a:lnTo>
                    <a:pt x="3574892" y="1963629"/>
                  </a:lnTo>
                  <a:lnTo>
                    <a:pt x="3539423" y="2039115"/>
                  </a:lnTo>
                  <a:lnTo>
                    <a:pt x="3503924" y="2117348"/>
                  </a:lnTo>
                  <a:lnTo>
                    <a:pt x="3468374" y="2197874"/>
                  </a:lnTo>
                  <a:lnTo>
                    <a:pt x="3432771" y="2280176"/>
                  </a:lnTo>
                  <a:lnTo>
                    <a:pt x="3397124" y="2363680"/>
                  </a:lnTo>
                  <a:lnTo>
                    <a:pt x="3361453" y="2447781"/>
                  </a:lnTo>
                  <a:lnTo>
                    <a:pt x="3325784" y="2531851"/>
                  </a:lnTo>
                  <a:lnTo>
                    <a:pt x="3290140" y="2615266"/>
                  </a:lnTo>
                  <a:lnTo>
                    <a:pt x="3254541" y="2697420"/>
                  </a:lnTo>
                  <a:lnTo>
                    <a:pt x="3218997" y="2777747"/>
                  </a:lnTo>
                  <a:lnTo>
                    <a:pt x="3183502" y="2855734"/>
                  </a:lnTo>
                  <a:lnTo>
                    <a:pt x="3148033" y="2930935"/>
                  </a:lnTo>
                  <a:lnTo>
                    <a:pt x="3112545" y="3002978"/>
                  </a:lnTo>
                  <a:lnTo>
                    <a:pt x="3076965" y="3071574"/>
                  </a:lnTo>
                  <a:lnTo>
                    <a:pt x="3041190" y="3136516"/>
                  </a:lnTo>
                  <a:lnTo>
                    <a:pt x="3005085" y="3197675"/>
                  </a:lnTo>
                  <a:lnTo>
                    <a:pt x="2968472" y="3255000"/>
                  </a:lnTo>
                  <a:lnTo>
                    <a:pt x="2931131" y="3308511"/>
                  </a:lnTo>
                  <a:lnTo>
                    <a:pt x="2896531" y="3353653"/>
                  </a:lnTo>
                  <a:lnTo>
                    <a:pt x="2850148" y="3407621"/>
                  </a:lnTo>
                  <a:lnTo>
                    <a:pt x="2801383" y="3456572"/>
                  </a:lnTo>
                  <a:lnTo>
                    <a:pt x="2749527" y="3500720"/>
                  </a:lnTo>
                  <a:lnTo>
                    <a:pt x="2693808" y="3540451"/>
                  </a:lnTo>
                  <a:lnTo>
                    <a:pt x="2633431" y="3576213"/>
                  </a:lnTo>
                  <a:lnTo>
                    <a:pt x="2567633" y="3608455"/>
                  </a:lnTo>
                  <a:lnTo>
                    <a:pt x="2495750" y="3637585"/>
                  </a:lnTo>
                  <a:lnTo>
                    <a:pt x="2417304" y="3663953"/>
                  </a:lnTo>
                  <a:lnTo>
                    <a:pt x="2332126" y="3687831"/>
                  </a:lnTo>
                  <a:lnTo>
                    <a:pt x="2240507" y="3709415"/>
                  </a:lnTo>
                  <a:lnTo>
                    <a:pt x="2143367" y="3728819"/>
                  </a:lnTo>
                  <a:lnTo>
                    <a:pt x="2042416" y="3746086"/>
                  </a:lnTo>
                  <a:lnTo>
                    <a:pt x="1940241" y="3761200"/>
                  </a:lnTo>
                  <a:lnTo>
                    <a:pt x="1840266" y="3774114"/>
                  </a:lnTo>
                  <a:lnTo>
                    <a:pt x="1746495" y="3784787"/>
                  </a:lnTo>
                  <a:lnTo>
                    <a:pt x="1663035" y="3793225"/>
                  </a:lnTo>
                  <a:lnTo>
                    <a:pt x="1593441" y="3799518"/>
                  </a:lnTo>
                  <a:lnTo>
                    <a:pt x="1540041" y="3803861"/>
                  </a:lnTo>
                  <a:lnTo>
                    <a:pt x="1503419" y="3806553"/>
                  </a:lnTo>
                  <a:lnTo>
                    <a:pt x="1482200" y="3807968"/>
                  </a:lnTo>
                  <a:lnTo>
                    <a:pt x="1473145" y="3808519"/>
                  </a:lnTo>
                  <a:lnTo>
                    <a:pt x="1471387" y="3808617"/>
                  </a:lnTo>
                  <a:lnTo>
                    <a:pt x="0" y="3808617"/>
                  </a:lnTo>
                  <a:close/>
                </a:path>
              </a:pathLst>
            </a:custGeom>
            <a:solidFill>
              <a:srgbClr val="C3CD83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2052" name="pl2052"/>
            <p:cNvSpPr/>
            <p:nvPr/>
          </p:nvSpPr>
          <p:spPr>
            <a:xfrm>
              <a:off x="4799595" y="7063884"/>
              <a:ext cx="11981298" cy="3808617"/>
            </a:xfrm>
            <a:custGeom>
              <a:avLst/>
              <a:pathLst>
                <a:path w="11981298" h="3808617">
                  <a:moveTo>
                    <a:pt x="0" y="3808617"/>
                  </a:moveTo>
                  <a:lnTo>
                    <a:pt x="1471387" y="3808617"/>
                  </a:lnTo>
                  <a:lnTo>
                    <a:pt x="1472540" y="3808553"/>
                  </a:lnTo>
                  <a:lnTo>
                    <a:pt x="1480114" y="3808099"/>
                  </a:lnTo>
                  <a:lnTo>
                    <a:pt x="1499200" y="3806845"/>
                  </a:lnTo>
                  <a:lnTo>
                    <a:pt x="1533306" y="3804376"/>
                  </a:lnTo>
                  <a:lnTo>
                    <a:pt x="1584106" y="3800309"/>
                  </a:lnTo>
                  <a:lnTo>
                    <a:pt x="1651313" y="3794333"/>
                  </a:lnTo>
                  <a:lnTo>
                    <a:pt x="1732842" y="3786234"/>
                  </a:lnTo>
                  <a:lnTo>
                    <a:pt x="1825284" y="3775908"/>
                  </a:lnTo>
                  <a:lnTo>
                    <a:pt x="1924572" y="3763338"/>
                  </a:lnTo>
                  <a:lnTo>
                    <a:pt x="2026649" y="3748560"/>
                  </a:lnTo>
                  <a:lnTo>
                    <a:pt x="2127980" y="3731624"/>
                  </a:lnTo>
                  <a:lnTo>
                    <a:pt x="2225841" y="3712550"/>
                  </a:lnTo>
                  <a:lnTo>
                    <a:pt x="2318391" y="3691308"/>
                  </a:lnTo>
                  <a:lnTo>
                    <a:pt x="2404596" y="3667795"/>
                  </a:lnTo>
                  <a:lnTo>
                    <a:pt x="2484079" y="3641827"/>
                  </a:lnTo>
                  <a:lnTo>
                    <a:pt x="2556950" y="3613144"/>
                  </a:lnTo>
                  <a:lnTo>
                    <a:pt x="2623647" y="3581408"/>
                  </a:lnTo>
                  <a:lnTo>
                    <a:pt x="2684813" y="3546218"/>
                  </a:lnTo>
                  <a:lnTo>
                    <a:pt x="2741199" y="3507130"/>
                  </a:lnTo>
                  <a:lnTo>
                    <a:pt x="2793600" y="3463691"/>
                  </a:lnTo>
                  <a:lnTo>
                    <a:pt x="2842794" y="3415501"/>
                  </a:lnTo>
                  <a:lnTo>
                    <a:pt x="2889502" y="3362310"/>
                  </a:lnTo>
                  <a:lnTo>
                    <a:pt x="2896531" y="3353653"/>
                  </a:lnTo>
                  <a:lnTo>
                    <a:pt x="2934766" y="3303521"/>
                  </a:lnTo>
                  <a:lnTo>
                    <a:pt x="2972026" y="3249645"/>
                  </a:lnTo>
                  <a:lnTo>
                    <a:pt x="3008581" y="3191950"/>
                  </a:lnTo>
                  <a:lnTo>
                    <a:pt x="3044648" y="3130423"/>
                  </a:lnTo>
                  <a:lnTo>
                    <a:pt x="3080399" y="3065123"/>
                  </a:lnTo>
                  <a:lnTo>
                    <a:pt x="3115966" y="2996185"/>
                  </a:lnTo>
                  <a:lnTo>
                    <a:pt x="3151450" y="2923823"/>
                  </a:lnTo>
                  <a:lnTo>
                    <a:pt x="3186919" y="2848337"/>
                  </a:lnTo>
                  <a:lnTo>
                    <a:pt x="3222418" y="2770104"/>
                  </a:lnTo>
                  <a:lnTo>
                    <a:pt x="3257968" y="2689578"/>
                  </a:lnTo>
                  <a:lnTo>
                    <a:pt x="3293571" y="2607276"/>
                  </a:lnTo>
                  <a:lnTo>
                    <a:pt x="3329219" y="2523772"/>
                  </a:lnTo>
                  <a:lnTo>
                    <a:pt x="3364889" y="2439671"/>
                  </a:lnTo>
                  <a:lnTo>
                    <a:pt x="3400559" y="2355601"/>
                  </a:lnTo>
                  <a:lnTo>
                    <a:pt x="3436202" y="2272186"/>
                  </a:lnTo>
                  <a:lnTo>
                    <a:pt x="3471801" y="2190032"/>
                  </a:lnTo>
                  <a:lnTo>
                    <a:pt x="3507345" y="2109705"/>
                  </a:lnTo>
                  <a:lnTo>
                    <a:pt x="3542840" y="2031718"/>
                  </a:lnTo>
                  <a:lnTo>
                    <a:pt x="3578309" y="1956517"/>
                  </a:lnTo>
                  <a:lnTo>
                    <a:pt x="3613797" y="1884474"/>
                  </a:lnTo>
                  <a:lnTo>
                    <a:pt x="3649377" y="1815878"/>
                  </a:lnTo>
                  <a:lnTo>
                    <a:pt x="3685152" y="1750936"/>
                  </a:lnTo>
                  <a:lnTo>
                    <a:pt x="3721257" y="1689777"/>
                  </a:lnTo>
                  <a:lnTo>
                    <a:pt x="3757870" y="1632452"/>
                  </a:lnTo>
                  <a:lnTo>
                    <a:pt x="3795211" y="1578941"/>
                  </a:lnTo>
                  <a:lnTo>
                    <a:pt x="3829811" y="1533799"/>
                  </a:lnTo>
                  <a:lnTo>
                    <a:pt x="3876194" y="1479831"/>
                  </a:lnTo>
                  <a:lnTo>
                    <a:pt x="3924959" y="1430880"/>
                  </a:lnTo>
                  <a:lnTo>
                    <a:pt x="3976815" y="1386732"/>
                  </a:lnTo>
                  <a:lnTo>
                    <a:pt x="4032534" y="1347001"/>
                  </a:lnTo>
                  <a:lnTo>
                    <a:pt x="4092912" y="1311239"/>
                  </a:lnTo>
                  <a:lnTo>
                    <a:pt x="4158709" y="1278997"/>
                  </a:lnTo>
                  <a:lnTo>
                    <a:pt x="4230592" y="1249867"/>
                  </a:lnTo>
                  <a:lnTo>
                    <a:pt x="4309038" y="1223499"/>
                  </a:lnTo>
                  <a:lnTo>
                    <a:pt x="4394216" y="1199621"/>
                  </a:lnTo>
                  <a:lnTo>
                    <a:pt x="4485835" y="1178037"/>
                  </a:lnTo>
                  <a:lnTo>
                    <a:pt x="4582975" y="1158633"/>
                  </a:lnTo>
                  <a:lnTo>
                    <a:pt x="4683927" y="1141366"/>
                  </a:lnTo>
                  <a:lnTo>
                    <a:pt x="4786101" y="1126252"/>
                  </a:lnTo>
                  <a:lnTo>
                    <a:pt x="4886076" y="1113338"/>
                  </a:lnTo>
                  <a:lnTo>
                    <a:pt x="4979847" y="1102665"/>
                  </a:lnTo>
                  <a:lnTo>
                    <a:pt x="5063307" y="1094227"/>
                  </a:lnTo>
                  <a:lnTo>
                    <a:pt x="5132901" y="1087934"/>
                  </a:lnTo>
                  <a:lnTo>
                    <a:pt x="5186301" y="1083591"/>
                  </a:lnTo>
                  <a:lnTo>
                    <a:pt x="5222923" y="1080899"/>
                  </a:lnTo>
                  <a:lnTo>
                    <a:pt x="5244142" y="1079484"/>
                  </a:lnTo>
                  <a:lnTo>
                    <a:pt x="5253197" y="1078933"/>
                  </a:lnTo>
                  <a:lnTo>
                    <a:pt x="5254951" y="1078836"/>
                  </a:lnTo>
                  <a:lnTo>
                    <a:pt x="5254955" y="1078835"/>
                  </a:lnTo>
                  <a:lnTo>
                    <a:pt x="6726343" y="1078835"/>
                  </a:lnTo>
                  <a:lnTo>
                    <a:pt x="6727566" y="1078809"/>
                  </a:lnTo>
                  <a:lnTo>
                    <a:pt x="6735596" y="1078618"/>
                  </a:lnTo>
                  <a:lnTo>
                    <a:pt x="6755794" y="1078091"/>
                  </a:lnTo>
                  <a:lnTo>
                    <a:pt x="6791793" y="1077053"/>
                  </a:lnTo>
                  <a:lnTo>
                    <a:pt x="6845224" y="1075346"/>
                  </a:lnTo>
                  <a:lnTo>
                    <a:pt x="6915593" y="1072842"/>
                  </a:lnTo>
                  <a:lnTo>
                    <a:pt x="7000497" y="1069458"/>
                  </a:lnTo>
                  <a:lnTo>
                    <a:pt x="7096182" y="1065154"/>
                  </a:lnTo>
                  <a:lnTo>
                    <a:pt x="7198285" y="1059927"/>
                  </a:lnTo>
                  <a:lnTo>
                    <a:pt x="7302562" y="1053796"/>
                  </a:lnTo>
                  <a:lnTo>
                    <a:pt x="7405410" y="1046779"/>
                  </a:lnTo>
                  <a:lnTo>
                    <a:pt x="7504134" y="1038882"/>
                  </a:lnTo>
                  <a:lnTo>
                    <a:pt x="7596991" y="1030085"/>
                  </a:lnTo>
                  <a:lnTo>
                    <a:pt x="7683079" y="1020336"/>
                  </a:lnTo>
                  <a:lnTo>
                    <a:pt x="7762156" y="1009549"/>
                  </a:lnTo>
                  <a:lnTo>
                    <a:pt x="7834458" y="997605"/>
                  </a:lnTo>
                  <a:lnTo>
                    <a:pt x="7900533" y="984352"/>
                  </a:lnTo>
                  <a:lnTo>
                    <a:pt x="7961112" y="969616"/>
                  </a:lnTo>
                  <a:lnTo>
                    <a:pt x="8017017" y="953205"/>
                  </a:lnTo>
                  <a:lnTo>
                    <a:pt x="8069091" y="934935"/>
                  </a:lnTo>
                  <a:lnTo>
                    <a:pt x="8118145" y="914657"/>
                  </a:lnTo>
                  <a:lnTo>
                    <a:pt x="8151487" y="899029"/>
                  </a:lnTo>
                  <a:lnTo>
                    <a:pt x="8201643" y="872619"/>
                  </a:lnTo>
                  <a:lnTo>
                    <a:pt x="8250261" y="843621"/>
                  </a:lnTo>
                  <a:lnTo>
                    <a:pt x="8297898" y="811996"/>
                  </a:lnTo>
                  <a:lnTo>
                    <a:pt x="8344970" y="777783"/>
                  </a:lnTo>
                  <a:lnTo>
                    <a:pt x="8391772" y="741111"/>
                  </a:lnTo>
                  <a:lnTo>
                    <a:pt x="8438503" y="702208"/>
                  </a:lnTo>
                  <a:lnTo>
                    <a:pt x="8485277" y="661397"/>
                  </a:lnTo>
                  <a:lnTo>
                    <a:pt x="8532141" y="619091"/>
                  </a:lnTo>
                  <a:lnTo>
                    <a:pt x="8579090" y="575777"/>
                  </a:lnTo>
                  <a:lnTo>
                    <a:pt x="8626085" y="531995"/>
                  </a:lnTo>
                  <a:lnTo>
                    <a:pt x="8673071" y="488308"/>
                  </a:lnTo>
                  <a:lnTo>
                    <a:pt x="8719994" y="445278"/>
                  </a:lnTo>
                  <a:lnTo>
                    <a:pt x="8766826" y="403427"/>
                  </a:lnTo>
                  <a:lnTo>
                    <a:pt x="8813577" y="363220"/>
                  </a:lnTo>
                  <a:lnTo>
                    <a:pt x="8860315" y="325041"/>
                  </a:lnTo>
                  <a:lnTo>
                    <a:pt x="8907182" y="289181"/>
                  </a:lnTo>
                  <a:lnTo>
                    <a:pt x="8954407" y="255834"/>
                  </a:lnTo>
                  <a:lnTo>
                    <a:pt x="9002323" y="225099"/>
                  </a:lnTo>
                  <a:lnTo>
                    <a:pt x="9051391" y="196986"/>
                  </a:lnTo>
                  <a:lnTo>
                    <a:pt x="9084767" y="179805"/>
                  </a:lnTo>
                  <a:lnTo>
                    <a:pt x="9132124" y="158060"/>
                  </a:lnTo>
                  <a:lnTo>
                    <a:pt x="9181977" y="138378"/>
                  </a:lnTo>
                  <a:lnTo>
                    <a:pt x="9235081" y="120668"/>
                  </a:lnTo>
                  <a:lnTo>
                    <a:pt x="9292260" y="104764"/>
                  </a:lnTo>
                  <a:lnTo>
                    <a:pt x="9354357" y="90479"/>
                  </a:lnTo>
                  <a:lnTo>
                    <a:pt x="9422175" y="77625"/>
                  </a:lnTo>
                  <a:lnTo>
                    <a:pt x="9496405" y="66031"/>
                  </a:lnTo>
                  <a:lnTo>
                    <a:pt x="9577517" y="55558"/>
                  </a:lnTo>
                  <a:lnTo>
                    <a:pt x="9665626" y="46093"/>
                  </a:lnTo>
                  <a:lnTo>
                    <a:pt x="9760319" y="37562"/>
                  </a:lnTo>
                  <a:lnTo>
                    <a:pt x="9860465" y="29922"/>
                  </a:lnTo>
                  <a:lnTo>
                    <a:pt x="9964049" y="23162"/>
                  </a:lnTo>
                  <a:lnTo>
                    <a:pt x="10068101" y="17292"/>
                  </a:lnTo>
                  <a:lnTo>
                    <a:pt x="10168791" y="12332"/>
                  </a:lnTo>
                  <a:lnTo>
                    <a:pt x="10261774" y="8297"/>
                  </a:lnTo>
                  <a:lnTo>
                    <a:pt x="10342787" y="5175"/>
                  </a:lnTo>
                  <a:lnTo>
                    <a:pt x="10408395" y="2914"/>
                  </a:lnTo>
                  <a:lnTo>
                    <a:pt x="10456708" y="1417"/>
                  </a:lnTo>
                  <a:lnTo>
                    <a:pt x="10487845" y="546"/>
                  </a:lnTo>
                  <a:lnTo>
                    <a:pt x="10504043" y="135"/>
                  </a:lnTo>
                  <a:lnTo>
                    <a:pt x="10509468" y="9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53" name="pl2053"/>
            <p:cNvSpPr/>
            <p:nvPr/>
          </p:nvSpPr>
          <p:spPr>
            <a:xfrm>
              <a:off x="4799595" y="7055711"/>
              <a:ext cx="11981298" cy="3808617"/>
            </a:xfrm>
            <a:custGeom>
              <a:avLst/>
              <a:pathLst>
                <a:path w="11981298" h="3808617">
                  <a:moveTo>
                    <a:pt x="11981298" y="0"/>
                  </a:moveTo>
                  <a:lnTo>
                    <a:pt x="10509911" y="0"/>
                  </a:lnTo>
                  <a:lnTo>
                    <a:pt x="10508687" y="26"/>
                  </a:lnTo>
                  <a:lnTo>
                    <a:pt x="10500657" y="217"/>
                  </a:lnTo>
                  <a:lnTo>
                    <a:pt x="10480459" y="744"/>
                  </a:lnTo>
                  <a:lnTo>
                    <a:pt x="10444460" y="1782"/>
                  </a:lnTo>
                  <a:lnTo>
                    <a:pt x="10391029" y="3489"/>
                  </a:lnTo>
                  <a:lnTo>
                    <a:pt x="10320660" y="5992"/>
                  </a:lnTo>
                  <a:lnTo>
                    <a:pt x="10235756" y="9377"/>
                  </a:lnTo>
                  <a:lnTo>
                    <a:pt x="10140072" y="13681"/>
                  </a:lnTo>
                  <a:lnTo>
                    <a:pt x="10037968" y="18908"/>
                  </a:lnTo>
                  <a:lnTo>
                    <a:pt x="9933691" y="25039"/>
                  </a:lnTo>
                  <a:lnTo>
                    <a:pt x="9830844" y="32056"/>
                  </a:lnTo>
                  <a:lnTo>
                    <a:pt x="9732120" y="39953"/>
                  </a:lnTo>
                  <a:lnTo>
                    <a:pt x="9639262" y="48750"/>
                  </a:lnTo>
                  <a:lnTo>
                    <a:pt x="9553175" y="58499"/>
                  </a:lnTo>
                  <a:lnTo>
                    <a:pt x="9474097" y="69286"/>
                  </a:lnTo>
                  <a:lnTo>
                    <a:pt x="9401795" y="81230"/>
                  </a:lnTo>
                  <a:lnTo>
                    <a:pt x="9335720" y="94483"/>
                  </a:lnTo>
                  <a:lnTo>
                    <a:pt x="9275141" y="109219"/>
                  </a:lnTo>
                  <a:lnTo>
                    <a:pt x="9219236" y="125630"/>
                  </a:lnTo>
                  <a:lnTo>
                    <a:pt x="9167162" y="143900"/>
                  </a:lnTo>
                  <a:lnTo>
                    <a:pt x="9118108" y="164177"/>
                  </a:lnTo>
                  <a:lnTo>
                    <a:pt x="9084767" y="179805"/>
                  </a:lnTo>
                  <a:lnTo>
                    <a:pt x="9034610" y="206216"/>
                  </a:lnTo>
                  <a:lnTo>
                    <a:pt x="8985992" y="235213"/>
                  </a:lnTo>
                  <a:lnTo>
                    <a:pt x="8938355" y="266838"/>
                  </a:lnTo>
                  <a:lnTo>
                    <a:pt x="8891283" y="301052"/>
                  </a:lnTo>
                  <a:lnTo>
                    <a:pt x="8844481" y="337724"/>
                  </a:lnTo>
                  <a:lnTo>
                    <a:pt x="8797750" y="376627"/>
                  </a:lnTo>
                  <a:lnTo>
                    <a:pt x="8750976" y="417438"/>
                  </a:lnTo>
                  <a:lnTo>
                    <a:pt x="8704112" y="459744"/>
                  </a:lnTo>
                  <a:lnTo>
                    <a:pt x="8657163" y="503058"/>
                  </a:lnTo>
                  <a:lnTo>
                    <a:pt x="8610168" y="546840"/>
                  </a:lnTo>
                  <a:lnTo>
                    <a:pt x="8563183" y="590526"/>
                  </a:lnTo>
                  <a:lnTo>
                    <a:pt x="8516259" y="633557"/>
                  </a:lnTo>
                  <a:lnTo>
                    <a:pt x="8469427" y="675408"/>
                  </a:lnTo>
                  <a:lnTo>
                    <a:pt x="8422676" y="715615"/>
                  </a:lnTo>
                  <a:lnTo>
                    <a:pt x="8375938" y="753794"/>
                  </a:lnTo>
                  <a:lnTo>
                    <a:pt x="8329071" y="789654"/>
                  </a:lnTo>
                  <a:lnTo>
                    <a:pt x="8281846" y="823000"/>
                  </a:lnTo>
                  <a:lnTo>
                    <a:pt x="8233930" y="853736"/>
                  </a:lnTo>
                  <a:lnTo>
                    <a:pt x="8184862" y="881848"/>
                  </a:lnTo>
                  <a:lnTo>
                    <a:pt x="8151487" y="899029"/>
                  </a:lnTo>
                  <a:lnTo>
                    <a:pt x="8104129" y="920775"/>
                  </a:lnTo>
                  <a:lnTo>
                    <a:pt x="8054276" y="940456"/>
                  </a:lnTo>
                  <a:lnTo>
                    <a:pt x="8001172" y="958167"/>
                  </a:lnTo>
                  <a:lnTo>
                    <a:pt x="7943993" y="974070"/>
                  </a:lnTo>
                  <a:lnTo>
                    <a:pt x="7881897" y="988356"/>
                  </a:lnTo>
                  <a:lnTo>
                    <a:pt x="7814078" y="1001210"/>
                  </a:lnTo>
                  <a:lnTo>
                    <a:pt x="7739848" y="1012803"/>
                  </a:lnTo>
                  <a:lnTo>
                    <a:pt x="7658736" y="1023277"/>
                  </a:lnTo>
                  <a:lnTo>
                    <a:pt x="7570627" y="1032742"/>
                  </a:lnTo>
                  <a:lnTo>
                    <a:pt x="7475934" y="1041273"/>
                  </a:lnTo>
                  <a:lnTo>
                    <a:pt x="7375788" y="1048913"/>
                  </a:lnTo>
                  <a:lnTo>
                    <a:pt x="7272204" y="1055673"/>
                  </a:lnTo>
                  <a:lnTo>
                    <a:pt x="7168152" y="1061543"/>
                  </a:lnTo>
                  <a:lnTo>
                    <a:pt x="7067462" y="1066503"/>
                  </a:lnTo>
                  <a:lnTo>
                    <a:pt x="6974479" y="1070537"/>
                  </a:lnTo>
                  <a:lnTo>
                    <a:pt x="6893466" y="1073660"/>
                  </a:lnTo>
                  <a:lnTo>
                    <a:pt x="6827858" y="1075920"/>
                  </a:lnTo>
                  <a:lnTo>
                    <a:pt x="6779545" y="1077418"/>
                  </a:lnTo>
                  <a:lnTo>
                    <a:pt x="6748408" y="1078289"/>
                  </a:lnTo>
                  <a:lnTo>
                    <a:pt x="6732210" y="1078700"/>
                  </a:lnTo>
                  <a:lnTo>
                    <a:pt x="6726786" y="1078826"/>
                  </a:lnTo>
                  <a:lnTo>
                    <a:pt x="6726343" y="1078835"/>
                  </a:lnTo>
                  <a:lnTo>
                    <a:pt x="5254955" y="1078835"/>
                  </a:lnTo>
                  <a:lnTo>
                    <a:pt x="5253803" y="1078899"/>
                  </a:lnTo>
                  <a:lnTo>
                    <a:pt x="5246228" y="1079353"/>
                  </a:lnTo>
                  <a:lnTo>
                    <a:pt x="5227143" y="1080607"/>
                  </a:lnTo>
                  <a:lnTo>
                    <a:pt x="5193037" y="1083076"/>
                  </a:lnTo>
                  <a:lnTo>
                    <a:pt x="5142236" y="1087143"/>
                  </a:lnTo>
                  <a:lnTo>
                    <a:pt x="5075029" y="1093119"/>
                  </a:lnTo>
                  <a:lnTo>
                    <a:pt x="4993500" y="1101218"/>
                  </a:lnTo>
                  <a:lnTo>
                    <a:pt x="4901058" y="1111544"/>
                  </a:lnTo>
                  <a:lnTo>
                    <a:pt x="4801770" y="1124114"/>
                  </a:lnTo>
                  <a:lnTo>
                    <a:pt x="4699694" y="1138892"/>
                  </a:lnTo>
                  <a:lnTo>
                    <a:pt x="4598362" y="1155828"/>
                  </a:lnTo>
                  <a:lnTo>
                    <a:pt x="4500501" y="1174902"/>
                  </a:lnTo>
                  <a:lnTo>
                    <a:pt x="4407951" y="1196144"/>
                  </a:lnTo>
                  <a:lnTo>
                    <a:pt x="4321746" y="1219657"/>
                  </a:lnTo>
                  <a:lnTo>
                    <a:pt x="4242263" y="1245625"/>
                  </a:lnTo>
                  <a:lnTo>
                    <a:pt x="4169392" y="1274308"/>
                  </a:lnTo>
                  <a:lnTo>
                    <a:pt x="4102695" y="1306044"/>
                  </a:lnTo>
                  <a:lnTo>
                    <a:pt x="4041529" y="1341234"/>
                  </a:lnTo>
                  <a:lnTo>
                    <a:pt x="3985143" y="1380322"/>
                  </a:lnTo>
                  <a:lnTo>
                    <a:pt x="3932742" y="1423761"/>
                  </a:lnTo>
                  <a:lnTo>
                    <a:pt x="3883548" y="1471951"/>
                  </a:lnTo>
                  <a:lnTo>
                    <a:pt x="3836840" y="1525142"/>
                  </a:lnTo>
                  <a:lnTo>
                    <a:pt x="3829811" y="1533799"/>
                  </a:lnTo>
                  <a:lnTo>
                    <a:pt x="3791576" y="1583931"/>
                  </a:lnTo>
                  <a:lnTo>
                    <a:pt x="3754316" y="1637807"/>
                  </a:lnTo>
                  <a:lnTo>
                    <a:pt x="3717761" y="1695502"/>
                  </a:lnTo>
                  <a:lnTo>
                    <a:pt x="3681694" y="1757029"/>
                  </a:lnTo>
                  <a:lnTo>
                    <a:pt x="3645943" y="1822329"/>
                  </a:lnTo>
                  <a:lnTo>
                    <a:pt x="3610376" y="1891267"/>
                  </a:lnTo>
                  <a:lnTo>
                    <a:pt x="3574892" y="1963629"/>
                  </a:lnTo>
                  <a:lnTo>
                    <a:pt x="3539423" y="2039115"/>
                  </a:lnTo>
                  <a:lnTo>
                    <a:pt x="3503924" y="2117348"/>
                  </a:lnTo>
                  <a:lnTo>
                    <a:pt x="3468374" y="2197874"/>
                  </a:lnTo>
                  <a:lnTo>
                    <a:pt x="3432771" y="2280176"/>
                  </a:lnTo>
                  <a:lnTo>
                    <a:pt x="3397124" y="2363680"/>
                  </a:lnTo>
                  <a:lnTo>
                    <a:pt x="3361453" y="2447781"/>
                  </a:lnTo>
                  <a:lnTo>
                    <a:pt x="3325784" y="2531851"/>
                  </a:lnTo>
                  <a:lnTo>
                    <a:pt x="3290140" y="2615266"/>
                  </a:lnTo>
                  <a:lnTo>
                    <a:pt x="3254541" y="2697420"/>
                  </a:lnTo>
                  <a:lnTo>
                    <a:pt x="3218997" y="2777747"/>
                  </a:lnTo>
                  <a:lnTo>
                    <a:pt x="3183502" y="2855734"/>
                  </a:lnTo>
                  <a:lnTo>
                    <a:pt x="3148033" y="2930935"/>
                  </a:lnTo>
                  <a:lnTo>
                    <a:pt x="3112545" y="3002978"/>
                  </a:lnTo>
                  <a:lnTo>
                    <a:pt x="3076965" y="3071574"/>
                  </a:lnTo>
                  <a:lnTo>
                    <a:pt x="3041190" y="3136516"/>
                  </a:lnTo>
                  <a:lnTo>
                    <a:pt x="3005085" y="3197675"/>
                  </a:lnTo>
                  <a:lnTo>
                    <a:pt x="2968472" y="3255000"/>
                  </a:lnTo>
                  <a:lnTo>
                    <a:pt x="2931131" y="3308511"/>
                  </a:lnTo>
                  <a:lnTo>
                    <a:pt x="2896531" y="3353653"/>
                  </a:lnTo>
                  <a:lnTo>
                    <a:pt x="2850148" y="3407621"/>
                  </a:lnTo>
                  <a:lnTo>
                    <a:pt x="2801383" y="3456572"/>
                  </a:lnTo>
                  <a:lnTo>
                    <a:pt x="2749527" y="3500720"/>
                  </a:lnTo>
                  <a:lnTo>
                    <a:pt x="2693808" y="3540451"/>
                  </a:lnTo>
                  <a:lnTo>
                    <a:pt x="2633431" y="3576213"/>
                  </a:lnTo>
                  <a:lnTo>
                    <a:pt x="2567633" y="3608455"/>
                  </a:lnTo>
                  <a:lnTo>
                    <a:pt x="2495750" y="3637585"/>
                  </a:lnTo>
                  <a:lnTo>
                    <a:pt x="2417304" y="3663953"/>
                  </a:lnTo>
                  <a:lnTo>
                    <a:pt x="2332126" y="3687831"/>
                  </a:lnTo>
                  <a:lnTo>
                    <a:pt x="2240507" y="3709415"/>
                  </a:lnTo>
                  <a:lnTo>
                    <a:pt x="2143367" y="3728819"/>
                  </a:lnTo>
                  <a:lnTo>
                    <a:pt x="2042416" y="3746086"/>
                  </a:lnTo>
                  <a:lnTo>
                    <a:pt x="1940241" y="3761200"/>
                  </a:lnTo>
                  <a:lnTo>
                    <a:pt x="1840266" y="3774114"/>
                  </a:lnTo>
                  <a:lnTo>
                    <a:pt x="1746495" y="3784787"/>
                  </a:lnTo>
                  <a:lnTo>
                    <a:pt x="1663035" y="3793225"/>
                  </a:lnTo>
                  <a:lnTo>
                    <a:pt x="1593441" y="3799518"/>
                  </a:lnTo>
                  <a:lnTo>
                    <a:pt x="1540041" y="3803861"/>
                  </a:lnTo>
                  <a:lnTo>
                    <a:pt x="1503419" y="3806553"/>
                  </a:lnTo>
                  <a:lnTo>
                    <a:pt x="1482200" y="3807968"/>
                  </a:lnTo>
                  <a:lnTo>
                    <a:pt x="1473145" y="3808519"/>
                  </a:lnTo>
                  <a:lnTo>
                    <a:pt x="1471392" y="3808616"/>
                  </a:lnTo>
                  <a:lnTo>
                    <a:pt x="1471387" y="3808617"/>
                  </a:lnTo>
                  <a:lnTo>
                    <a:pt x="0" y="380861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54" name="pg2054"/>
            <p:cNvSpPr/>
            <p:nvPr/>
          </p:nvSpPr>
          <p:spPr>
            <a:xfrm>
              <a:off x="4799595" y="2707676"/>
              <a:ext cx="11981298" cy="8181171"/>
            </a:xfrm>
            <a:custGeom>
              <a:avLst/>
              <a:pathLst>
                <a:path w="11981298" h="8181171">
                  <a:moveTo>
                    <a:pt x="0" y="8181171"/>
                  </a:moveTo>
                  <a:lnTo>
                    <a:pt x="1471387" y="8181171"/>
                  </a:lnTo>
                  <a:lnTo>
                    <a:pt x="1472610" y="8181144"/>
                  </a:lnTo>
                  <a:lnTo>
                    <a:pt x="1480638" y="8180950"/>
                  </a:lnTo>
                  <a:lnTo>
                    <a:pt x="1500829" y="8180415"/>
                  </a:lnTo>
                  <a:lnTo>
                    <a:pt x="1536817" y="8179362"/>
                  </a:lnTo>
                  <a:lnTo>
                    <a:pt x="1590232" y="8177630"/>
                  </a:lnTo>
                  <a:lnTo>
                    <a:pt x="1660581" y="8175089"/>
                  </a:lnTo>
                  <a:lnTo>
                    <a:pt x="1745466" y="8171655"/>
                  </a:lnTo>
                  <a:lnTo>
                    <a:pt x="1841131" y="8167287"/>
                  </a:lnTo>
                  <a:lnTo>
                    <a:pt x="1943218" y="8161982"/>
                  </a:lnTo>
                  <a:lnTo>
                    <a:pt x="2047482" y="8155760"/>
                  </a:lnTo>
                  <a:lnTo>
                    <a:pt x="2150321" y="8148639"/>
                  </a:lnTo>
                  <a:lnTo>
                    <a:pt x="2249040" y="8140624"/>
                  </a:lnTo>
                  <a:lnTo>
                    <a:pt x="2341896" y="8131696"/>
                  </a:lnTo>
                  <a:lnTo>
                    <a:pt x="2427985" y="8121802"/>
                  </a:lnTo>
                  <a:lnTo>
                    <a:pt x="2507065" y="8110855"/>
                  </a:lnTo>
                  <a:lnTo>
                    <a:pt x="2579371" y="8098734"/>
                  </a:lnTo>
                  <a:lnTo>
                    <a:pt x="2645449" y="8085285"/>
                  </a:lnTo>
                  <a:lnTo>
                    <a:pt x="2706031" y="8070330"/>
                  </a:lnTo>
                  <a:lnTo>
                    <a:pt x="2761939" y="8053677"/>
                  </a:lnTo>
                  <a:lnTo>
                    <a:pt x="2814015" y="8035137"/>
                  </a:lnTo>
                  <a:lnTo>
                    <a:pt x="2863069" y="8014560"/>
                  </a:lnTo>
                  <a:lnTo>
                    <a:pt x="2896531" y="7998641"/>
                  </a:lnTo>
                  <a:lnTo>
                    <a:pt x="2946549" y="7971909"/>
                  </a:lnTo>
                  <a:lnTo>
                    <a:pt x="2995034" y="7942567"/>
                  </a:lnTo>
                  <a:lnTo>
                    <a:pt x="3042542" y="7910572"/>
                  </a:lnTo>
                  <a:lnTo>
                    <a:pt x="3089484" y="7875964"/>
                  </a:lnTo>
                  <a:lnTo>
                    <a:pt x="3136157" y="7838872"/>
                  </a:lnTo>
                  <a:lnTo>
                    <a:pt x="3182756" y="7799523"/>
                  </a:lnTo>
                  <a:lnTo>
                    <a:pt x="3229396" y="7758243"/>
                  </a:lnTo>
                  <a:lnTo>
                    <a:pt x="3276126" y="7715444"/>
                  </a:lnTo>
                  <a:lnTo>
                    <a:pt x="3322941" y="7671616"/>
                  </a:lnTo>
                  <a:lnTo>
                    <a:pt x="3369803" y="7627301"/>
                  </a:lnTo>
                  <a:lnTo>
                    <a:pt x="3416656" y="7583067"/>
                  </a:lnTo>
                  <a:lnTo>
                    <a:pt x="3463450" y="7539477"/>
                  </a:lnTo>
                  <a:lnTo>
                    <a:pt x="3510153" y="7497062"/>
                  </a:lnTo>
                  <a:lnTo>
                    <a:pt x="3556774" y="7456290"/>
                  </a:lnTo>
                  <a:lnTo>
                    <a:pt x="3603379" y="7417551"/>
                  </a:lnTo>
                  <a:lnTo>
                    <a:pt x="3650103" y="7381143"/>
                  </a:lnTo>
                  <a:lnTo>
                    <a:pt x="3697171" y="7347265"/>
                  </a:lnTo>
                  <a:lnTo>
                    <a:pt x="3744908" y="7316021"/>
                  </a:lnTo>
                  <a:lnTo>
                    <a:pt x="3793764" y="7287425"/>
                  </a:lnTo>
                  <a:lnTo>
                    <a:pt x="3829811" y="7268519"/>
                  </a:lnTo>
                  <a:lnTo>
                    <a:pt x="3877162" y="7246447"/>
                  </a:lnTo>
                  <a:lnTo>
                    <a:pt x="3927010" y="7226469"/>
                  </a:lnTo>
                  <a:lnTo>
                    <a:pt x="3980106" y="7208492"/>
                  </a:lnTo>
                  <a:lnTo>
                    <a:pt x="4037276" y="7192349"/>
                  </a:lnTo>
                  <a:lnTo>
                    <a:pt x="4099362" y="7177848"/>
                  </a:lnTo>
                  <a:lnTo>
                    <a:pt x="4167169" y="7164799"/>
                  </a:lnTo>
                  <a:lnTo>
                    <a:pt x="4241384" y="7153031"/>
                  </a:lnTo>
                  <a:lnTo>
                    <a:pt x="4322480" y="7142399"/>
                  </a:lnTo>
                  <a:lnTo>
                    <a:pt x="4410572" y="7132791"/>
                  </a:lnTo>
                  <a:lnTo>
                    <a:pt x="4505247" y="7124130"/>
                  </a:lnTo>
                  <a:lnTo>
                    <a:pt x="4605375" y="7116375"/>
                  </a:lnTo>
                  <a:lnTo>
                    <a:pt x="4708944" y="7109511"/>
                  </a:lnTo>
                  <a:lnTo>
                    <a:pt x="4812985" y="7103552"/>
                  </a:lnTo>
                  <a:lnTo>
                    <a:pt x="4913672" y="7098516"/>
                  </a:lnTo>
                  <a:lnTo>
                    <a:pt x="5006662" y="7094419"/>
                  </a:lnTo>
                  <a:lnTo>
                    <a:pt x="5087691" y="7091248"/>
                  </a:lnTo>
                  <a:lnTo>
                    <a:pt x="5153324" y="7088952"/>
                  </a:lnTo>
                  <a:lnTo>
                    <a:pt x="5201668" y="7087431"/>
                  </a:lnTo>
                  <a:lnTo>
                    <a:pt x="5232837" y="7086545"/>
                  </a:lnTo>
                  <a:lnTo>
                    <a:pt x="5249063" y="7086127"/>
                  </a:lnTo>
                  <a:lnTo>
                    <a:pt x="5254507" y="7085999"/>
                  </a:lnTo>
                  <a:lnTo>
                    <a:pt x="5254955" y="7085989"/>
                  </a:lnTo>
                  <a:lnTo>
                    <a:pt x="6726343" y="7085989"/>
                  </a:lnTo>
                  <a:lnTo>
                    <a:pt x="6727092" y="7085883"/>
                  </a:lnTo>
                  <a:lnTo>
                    <a:pt x="6732059" y="7085127"/>
                  </a:lnTo>
                  <a:lnTo>
                    <a:pt x="6744725" y="7083041"/>
                  </a:lnTo>
                  <a:lnTo>
                    <a:pt x="6767721" y="7078926"/>
                  </a:lnTo>
                  <a:lnTo>
                    <a:pt x="6802716" y="7072105"/>
                  </a:lnTo>
                  <a:lnTo>
                    <a:pt x="6850298" y="7061976"/>
                  </a:lnTo>
                  <a:lnTo>
                    <a:pt x="6909967" y="7048052"/>
                  </a:lnTo>
                  <a:lnTo>
                    <a:pt x="6980246" y="7030001"/>
                  </a:lnTo>
                  <a:lnTo>
                    <a:pt x="7058933" y="7007644"/>
                  </a:lnTo>
                  <a:lnTo>
                    <a:pt x="7143426" y="6980933"/>
                  </a:lnTo>
                  <a:lnTo>
                    <a:pt x="7231053" y="6949915"/>
                  </a:lnTo>
                  <a:lnTo>
                    <a:pt x="7319350" y="6914672"/>
                  </a:lnTo>
                  <a:lnTo>
                    <a:pt x="7406247" y="6875276"/>
                  </a:lnTo>
                  <a:lnTo>
                    <a:pt x="7490158" y="6831741"/>
                  </a:lnTo>
                  <a:lnTo>
                    <a:pt x="7569988" y="6783997"/>
                  </a:lnTo>
                  <a:lnTo>
                    <a:pt x="7645090" y="6731869"/>
                  </a:lnTo>
                  <a:lnTo>
                    <a:pt x="7715183" y="6675065"/>
                  </a:lnTo>
                  <a:lnTo>
                    <a:pt x="7780275" y="6613179"/>
                  </a:lnTo>
                  <a:lnTo>
                    <a:pt x="7840583" y="6545691"/>
                  </a:lnTo>
                  <a:lnTo>
                    <a:pt x="7896465" y="6471983"/>
                  </a:lnTo>
                  <a:lnTo>
                    <a:pt x="7948369" y="6391350"/>
                  </a:lnTo>
                  <a:lnTo>
                    <a:pt x="7996790" y="6303039"/>
                  </a:lnTo>
                  <a:lnTo>
                    <a:pt x="8042241" y="6206291"/>
                  </a:lnTo>
                  <a:lnTo>
                    <a:pt x="8085228" y="6100424"/>
                  </a:lnTo>
                  <a:lnTo>
                    <a:pt x="8126226" y="5984949"/>
                  </a:lnTo>
                  <a:lnTo>
                    <a:pt x="8151487" y="5906353"/>
                  </a:lnTo>
                  <a:lnTo>
                    <a:pt x="8176545" y="5822680"/>
                  </a:lnTo>
                  <a:lnTo>
                    <a:pt x="8201144" y="5734921"/>
                  </a:lnTo>
                  <a:lnTo>
                    <a:pt x="8225368" y="5643000"/>
                  </a:lnTo>
                  <a:lnTo>
                    <a:pt x="8249288" y="5546867"/>
                  </a:lnTo>
                  <a:lnTo>
                    <a:pt x="8272967" y="5446503"/>
                  </a:lnTo>
                  <a:lnTo>
                    <a:pt x="8296461" y="5341920"/>
                  </a:lnTo>
                  <a:lnTo>
                    <a:pt x="8319816" y="5233163"/>
                  </a:lnTo>
                  <a:lnTo>
                    <a:pt x="8343070" y="5120315"/>
                  </a:lnTo>
                  <a:lnTo>
                    <a:pt x="8366258" y="5003496"/>
                  </a:lnTo>
                  <a:lnTo>
                    <a:pt x="8389406" y="4882862"/>
                  </a:lnTo>
                  <a:lnTo>
                    <a:pt x="8412535" y="4758610"/>
                  </a:lnTo>
                  <a:lnTo>
                    <a:pt x="8435663" y="4630974"/>
                  </a:lnTo>
                  <a:lnTo>
                    <a:pt x="8458802" y="4500228"/>
                  </a:lnTo>
                  <a:lnTo>
                    <a:pt x="8481959" y="4366678"/>
                  </a:lnTo>
                  <a:lnTo>
                    <a:pt x="8505138" y="4230666"/>
                  </a:lnTo>
                  <a:lnTo>
                    <a:pt x="8528341" y="4092564"/>
                  </a:lnTo>
                  <a:lnTo>
                    <a:pt x="8551566" y="3952769"/>
                  </a:lnTo>
                  <a:lnTo>
                    <a:pt x="8574809" y="3811702"/>
                  </a:lnTo>
                  <a:lnTo>
                    <a:pt x="8598065" y="3669798"/>
                  </a:lnTo>
                  <a:lnTo>
                    <a:pt x="8621326" y="3527503"/>
                  </a:lnTo>
                  <a:lnTo>
                    <a:pt x="8644587" y="3385271"/>
                  </a:lnTo>
                  <a:lnTo>
                    <a:pt x="8667839" y="3243553"/>
                  </a:lnTo>
                  <a:lnTo>
                    <a:pt x="8691078" y="3102793"/>
                  </a:lnTo>
                  <a:lnTo>
                    <a:pt x="8714297" y="2963423"/>
                  </a:lnTo>
                  <a:lnTo>
                    <a:pt x="8737494" y="2825857"/>
                  </a:lnTo>
                  <a:lnTo>
                    <a:pt x="8760667" y="2690487"/>
                  </a:lnTo>
                  <a:lnTo>
                    <a:pt x="8783818" y="2557675"/>
                  </a:lnTo>
                  <a:lnTo>
                    <a:pt x="8806952" y="2427755"/>
                  </a:lnTo>
                  <a:lnTo>
                    <a:pt x="8830080" y="2301025"/>
                  </a:lnTo>
                  <a:lnTo>
                    <a:pt x="8853212" y="2177746"/>
                  </a:lnTo>
                  <a:lnTo>
                    <a:pt x="8876369" y="2058144"/>
                  </a:lnTo>
                  <a:lnTo>
                    <a:pt x="8899572" y="1942403"/>
                  </a:lnTo>
                  <a:lnTo>
                    <a:pt x="8922850" y="1830670"/>
                  </a:lnTo>
                  <a:lnTo>
                    <a:pt x="8946239" y="1723055"/>
                  </a:lnTo>
                  <a:lnTo>
                    <a:pt x="8969779" y="1619629"/>
                  </a:lnTo>
                  <a:lnTo>
                    <a:pt x="8993519" y="1520429"/>
                  </a:lnTo>
                  <a:lnTo>
                    <a:pt x="9017516" y="1425458"/>
                  </a:lnTo>
                  <a:lnTo>
                    <a:pt x="9041835" y="1334687"/>
                  </a:lnTo>
                  <a:lnTo>
                    <a:pt x="9066552" y="1248061"/>
                  </a:lnTo>
                  <a:lnTo>
                    <a:pt x="9084767" y="1187809"/>
                  </a:lnTo>
                  <a:lnTo>
                    <a:pt x="9124724" y="1066120"/>
                  </a:lnTo>
                  <a:lnTo>
                    <a:pt x="9166393" y="954174"/>
                  </a:lnTo>
                  <a:lnTo>
                    <a:pt x="9210218" y="851691"/>
                  </a:lnTo>
                  <a:lnTo>
                    <a:pt x="9256689" y="758094"/>
                  </a:lnTo>
                  <a:lnTo>
                    <a:pt x="9306316" y="672662"/>
                  </a:lnTo>
                  <a:lnTo>
                    <a:pt x="9359610" y="594631"/>
                  </a:lnTo>
                  <a:lnTo>
                    <a:pt x="9417053" y="523260"/>
                  </a:lnTo>
                  <a:lnTo>
                    <a:pt x="9479064" y="457875"/>
                  </a:lnTo>
                  <a:lnTo>
                    <a:pt x="9545958" y="397890"/>
                  </a:lnTo>
                  <a:lnTo>
                    <a:pt x="9617884" y="342826"/>
                  </a:lnTo>
                  <a:lnTo>
                    <a:pt x="9694753" y="292319"/>
                  </a:lnTo>
                  <a:lnTo>
                    <a:pt x="9776164" y="246119"/>
                  </a:lnTo>
                  <a:lnTo>
                    <a:pt x="9861312" y="204092"/>
                  </a:lnTo>
                  <a:lnTo>
                    <a:pt x="9948927" y="166199"/>
                  </a:lnTo>
                  <a:lnTo>
                    <a:pt x="10037244" y="132481"/>
                  </a:lnTo>
                  <a:lnTo>
                    <a:pt x="10124033" y="103020"/>
                  </a:lnTo>
                  <a:lnTo>
                    <a:pt x="10206728" y="77890"/>
                  </a:lnTo>
                  <a:lnTo>
                    <a:pt x="10282647" y="57109"/>
                  </a:lnTo>
                  <a:lnTo>
                    <a:pt x="10349293" y="40586"/>
                  </a:lnTo>
                  <a:lnTo>
                    <a:pt x="10404693" y="28089"/>
                  </a:lnTo>
                  <a:lnTo>
                    <a:pt x="10447704" y="19225"/>
                  </a:lnTo>
                  <a:lnTo>
                    <a:pt x="10478212" y="13462"/>
                  </a:lnTo>
                  <a:lnTo>
                    <a:pt x="10497207" y="10165"/>
                  </a:lnTo>
                  <a:lnTo>
                    <a:pt x="10506724" y="8642"/>
                  </a:lnTo>
                  <a:lnTo>
                    <a:pt x="10509714" y="8200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9161" y="106"/>
                  </a:lnTo>
                  <a:lnTo>
                    <a:pt x="10504194" y="861"/>
                  </a:lnTo>
                  <a:lnTo>
                    <a:pt x="10491529" y="2948"/>
                  </a:lnTo>
                  <a:lnTo>
                    <a:pt x="10468532" y="7063"/>
                  </a:lnTo>
                  <a:lnTo>
                    <a:pt x="10433538" y="13883"/>
                  </a:lnTo>
                  <a:lnTo>
                    <a:pt x="10385955" y="24013"/>
                  </a:lnTo>
                  <a:lnTo>
                    <a:pt x="10326286" y="37936"/>
                  </a:lnTo>
                  <a:lnTo>
                    <a:pt x="10256008" y="55987"/>
                  </a:lnTo>
                  <a:lnTo>
                    <a:pt x="10177320" y="78345"/>
                  </a:lnTo>
                  <a:lnTo>
                    <a:pt x="10092827" y="105055"/>
                  </a:lnTo>
                  <a:lnTo>
                    <a:pt x="10005200" y="136074"/>
                  </a:lnTo>
                  <a:lnTo>
                    <a:pt x="9916903" y="171316"/>
                  </a:lnTo>
                  <a:lnTo>
                    <a:pt x="9830006" y="210713"/>
                  </a:lnTo>
                  <a:lnTo>
                    <a:pt x="9746096" y="254248"/>
                  </a:lnTo>
                  <a:lnTo>
                    <a:pt x="9666265" y="301991"/>
                  </a:lnTo>
                  <a:lnTo>
                    <a:pt x="9591164" y="354119"/>
                  </a:lnTo>
                  <a:lnTo>
                    <a:pt x="9521070" y="410923"/>
                  </a:lnTo>
                  <a:lnTo>
                    <a:pt x="9455978" y="472809"/>
                  </a:lnTo>
                  <a:lnTo>
                    <a:pt x="9395670" y="540297"/>
                  </a:lnTo>
                  <a:lnTo>
                    <a:pt x="9339788" y="614006"/>
                  </a:lnTo>
                  <a:lnTo>
                    <a:pt x="9287884" y="694639"/>
                  </a:lnTo>
                  <a:lnTo>
                    <a:pt x="9239463" y="782950"/>
                  </a:lnTo>
                  <a:lnTo>
                    <a:pt x="9194012" y="879697"/>
                  </a:lnTo>
                  <a:lnTo>
                    <a:pt x="9151025" y="985564"/>
                  </a:lnTo>
                  <a:lnTo>
                    <a:pt x="9110027" y="1101040"/>
                  </a:lnTo>
                  <a:lnTo>
                    <a:pt x="9084767" y="1179636"/>
                  </a:lnTo>
                  <a:lnTo>
                    <a:pt x="9059708" y="1263308"/>
                  </a:lnTo>
                  <a:lnTo>
                    <a:pt x="9035109" y="1351067"/>
                  </a:lnTo>
                  <a:lnTo>
                    <a:pt x="9010886" y="1442988"/>
                  </a:lnTo>
                  <a:lnTo>
                    <a:pt x="8986966" y="1539121"/>
                  </a:lnTo>
                  <a:lnTo>
                    <a:pt x="8963286" y="1639486"/>
                  </a:lnTo>
                  <a:lnTo>
                    <a:pt x="8939792" y="1744069"/>
                  </a:lnTo>
                  <a:lnTo>
                    <a:pt x="8916438" y="1852826"/>
                  </a:lnTo>
                  <a:lnTo>
                    <a:pt x="8893183" y="1965673"/>
                  </a:lnTo>
                  <a:lnTo>
                    <a:pt x="8869996" y="2082493"/>
                  </a:lnTo>
                  <a:lnTo>
                    <a:pt x="8846848" y="2203127"/>
                  </a:lnTo>
                  <a:lnTo>
                    <a:pt x="8823718" y="2327379"/>
                  </a:lnTo>
                  <a:lnTo>
                    <a:pt x="8800590" y="2455014"/>
                  </a:lnTo>
                  <a:lnTo>
                    <a:pt x="8777451" y="2585761"/>
                  </a:lnTo>
                  <a:lnTo>
                    <a:pt x="8754294" y="2719311"/>
                  </a:lnTo>
                  <a:lnTo>
                    <a:pt x="8731115" y="2855323"/>
                  </a:lnTo>
                  <a:lnTo>
                    <a:pt x="8707912" y="2993425"/>
                  </a:lnTo>
                  <a:lnTo>
                    <a:pt x="8684687" y="3133219"/>
                  </a:lnTo>
                  <a:lnTo>
                    <a:pt x="8661444" y="3274287"/>
                  </a:lnTo>
                  <a:lnTo>
                    <a:pt x="8638189" y="3416191"/>
                  </a:lnTo>
                  <a:lnTo>
                    <a:pt x="8614927" y="3558485"/>
                  </a:lnTo>
                  <a:lnTo>
                    <a:pt x="8591667" y="3700717"/>
                  </a:lnTo>
                  <a:lnTo>
                    <a:pt x="8568414" y="3842436"/>
                  </a:lnTo>
                  <a:lnTo>
                    <a:pt x="8545175" y="3983196"/>
                  </a:lnTo>
                  <a:lnTo>
                    <a:pt x="8521956" y="4122566"/>
                  </a:lnTo>
                  <a:lnTo>
                    <a:pt x="8498760" y="4260131"/>
                  </a:lnTo>
                  <a:lnTo>
                    <a:pt x="8475587" y="4395502"/>
                  </a:lnTo>
                  <a:lnTo>
                    <a:pt x="8452435" y="4528313"/>
                  </a:lnTo>
                  <a:lnTo>
                    <a:pt x="8429301" y="4658233"/>
                  </a:lnTo>
                  <a:lnTo>
                    <a:pt x="8406174" y="4784964"/>
                  </a:lnTo>
                  <a:lnTo>
                    <a:pt x="8383041" y="4908242"/>
                  </a:lnTo>
                  <a:lnTo>
                    <a:pt x="8359884" y="5027845"/>
                  </a:lnTo>
                  <a:lnTo>
                    <a:pt x="8336681" y="5143586"/>
                  </a:lnTo>
                  <a:lnTo>
                    <a:pt x="8313403" y="5255319"/>
                  </a:lnTo>
                  <a:lnTo>
                    <a:pt x="8290014" y="5362934"/>
                  </a:lnTo>
                  <a:lnTo>
                    <a:pt x="8266474" y="5466360"/>
                  </a:lnTo>
                  <a:lnTo>
                    <a:pt x="8242734" y="5565560"/>
                  </a:lnTo>
                  <a:lnTo>
                    <a:pt x="8218737" y="5660531"/>
                  </a:lnTo>
                  <a:lnTo>
                    <a:pt x="8194418" y="5751301"/>
                  </a:lnTo>
                  <a:lnTo>
                    <a:pt x="8169702" y="5837927"/>
                  </a:lnTo>
                  <a:lnTo>
                    <a:pt x="8151487" y="5898180"/>
                  </a:lnTo>
                  <a:lnTo>
                    <a:pt x="8111529" y="6019869"/>
                  </a:lnTo>
                  <a:lnTo>
                    <a:pt x="8069861" y="6131815"/>
                  </a:lnTo>
                  <a:lnTo>
                    <a:pt x="8026035" y="6234298"/>
                  </a:lnTo>
                  <a:lnTo>
                    <a:pt x="7979564" y="6327894"/>
                  </a:lnTo>
                  <a:lnTo>
                    <a:pt x="7929937" y="6413326"/>
                  </a:lnTo>
                  <a:lnTo>
                    <a:pt x="7876643" y="6491358"/>
                  </a:lnTo>
                  <a:lnTo>
                    <a:pt x="7819201" y="6562728"/>
                  </a:lnTo>
                  <a:lnTo>
                    <a:pt x="7757189" y="6628114"/>
                  </a:lnTo>
                  <a:lnTo>
                    <a:pt x="7690295" y="6688099"/>
                  </a:lnTo>
                  <a:lnTo>
                    <a:pt x="7618370" y="6743162"/>
                  </a:lnTo>
                  <a:lnTo>
                    <a:pt x="7541500" y="6793670"/>
                  </a:lnTo>
                  <a:lnTo>
                    <a:pt x="7460089" y="6839869"/>
                  </a:lnTo>
                  <a:lnTo>
                    <a:pt x="7374942" y="6881897"/>
                  </a:lnTo>
                  <a:lnTo>
                    <a:pt x="7287326" y="6919790"/>
                  </a:lnTo>
                  <a:lnTo>
                    <a:pt x="7199010" y="6953507"/>
                  </a:lnTo>
                  <a:lnTo>
                    <a:pt x="7112220" y="6982969"/>
                  </a:lnTo>
                  <a:lnTo>
                    <a:pt x="7029525" y="7008099"/>
                  </a:lnTo>
                  <a:lnTo>
                    <a:pt x="6953606" y="7028880"/>
                  </a:lnTo>
                  <a:lnTo>
                    <a:pt x="6886960" y="7045402"/>
                  </a:lnTo>
                  <a:lnTo>
                    <a:pt x="6831560" y="7057900"/>
                  </a:lnTo>
                  <a:lnTo>
                    <a:pt x="6788550" y="7066764"/>
                  </a:lnTo>
                  <a:lnTo>
                    <a:pt x="6758042" y="7072526"/>
                  </a:lnTo>
                  <a:lnTo>
                    <a:pt x="6739046" y="7075824"/>
                  </a:lnTo>
                  <a:lnTo>
                    <a:pt x="6729530" y="7077346"/>
                  </a:lnTo>
                  <a:lnTo>
                    <a:pt x="6726539" y="7077789"/>
                  </a:lnTo>
                  <a:lnTo>
                    <a:pt x="6726343" y="7077816"/>
                  </a:lnTo>
                  <a:lnTo>
                    <a:pt x="5254955" y="7077816"/>
                  </a:lnTo>
                  <a:lnTo>
                    <a:pt x="5253732" y="7077843"/>
                  </a:lnTo>
                  <a:lnTo>
                    <a:pt x="5245704" y="7078037"/>
                  </a:lnTo>
                  <a:lnTo>
                    <a:pt x="5225513" y="7078572"/>
                  </a:lnTo>
                  <a:lnTo>
                    <a:pt x="5189526" y="7079625"/>
                  </a:lnTo>
                  <a:lnTo>
                    <a:pt x="5136111" y="7081357"/>
                  </a:lnTo>
                  <a:lnTo>
                    <a:pt x="5065761" y="7083898"/>
                  </a:lnTo>
                  <a:lnTo>
                    <a:pt x="4980877" y="7087332"/>
                  </a:lnTo>
                  <a:lnTo>
                    <a:pt x="4885211" y="7091700"/>
                  </a:lnTo>
                  <a:lnTo>
                    <a:pt x="4783124" y="7097004"/>
                  </a:lnTo>
                  <a:lnTo>
                    <a:pt x="4678860" y="7103227"/>
                  </a:lnTo>
                  <a:lnTo>
                    <a:pt x="4576021" y="7110348"/>
                  </a:lnTo>
                  <a:lnTo>
                    <a:pt x="4477302" y="7118363"/>
                  </a:lnTo>
                  <a:lnTo>
                    <a:pt x="4384446" y="7127291"/>
                  </a:lnTo>
                  <a:lnTo>
                    <a:pt x="4298357" y="7137184"/>
                  </a:lnTo>
                  <a:lnTo>
                    <a:pt x="4219277" y="7148131"/>
                  </a:lnTo>
                  <a:lnTo>
                    <a:pt x="4146972" y="7160253"/>
                  </a:lnTo>
                  <a:lnTo>
                    <a:pt x="4080893" y="7173702"/>
                  </a:lnTo>
                  <a:lnTo>
                    <a:pt x="4020311" y="7188657"/>
                  </a:lnTo>
                  <a:lnTo>
                    <a:pt x="3964403" y="7205310"/>
                  </a:lnTo>
                  <a:lnTo>
                    <a:pt x="3912327" y="7223850"/>
                  </a:lnTo>
                  <a:lnTo>
                    <a:pt x="3863273" y="7244427"/>
                  </a:lnTo>
                  <a:lnTo>
                    <a:pt x="3829811" y="7260346"/>
                  </a:lnTo>
                  <a:lnTo>
                    <a:pt x="3779793" y="7287078"/>
                  </a:lnTo>
                  <a:lnTo>
                    <a:pt x="3731308" y="7316420"/>
                  </a:lnTo>
                  <a:lnTo>
                    <a:pt x="3683800" y="7348415"/>
                  </a:lnTo>
                  <a:lnTo>
                    <a:pt x="3636858" y="7383023"/>
                  </a:lnTo>
                  <a:lnTo>
                    <a:pt x="3590185" y="7420115"/>
                  </a:lnTo>
                  <a:lnTo>
                    <a:pt x="3543587" y="7459463"/>
                  </a:lnTo>
                  <a:lnTo>
                    <a:pt x="3496946" y="7500744"/>
                  </a:lnTo>
                  <a:lnTo>
                    <a:pt x="3450216" y="7543543"/>
                  </a:lnTo>
                  <a:lnTo>
                    <a:pt x="3403401" y="7587371"/>
                  </a:lnTo>
                  <a:lnTo>
                    <a:pt x="3356540" y="7631685"/>
                  </a:lnTo>
                  <a:lnTo>
                    <a:pt x="3309686" y="7675920"/>
                  </a:lnTo>
                  <a:lnTo>
                    <a:pt x="3262892" y="7719510"/>
                  </a:lnTo>
                  <a:lnTo>
                    <a:pt x="3216189" y="7761925"/>
                  </a:lnTo>
                  <a:lnTo>
                    <a:pt x="3169568" y="7802697"/>
                  </a:lnTo>
                  <a:lnTo>
                    <a:pt x="3122963" y="7841436"/>
                  </a:lnTo>
                  <a:lnTo>
                    <a:pt x="3076239" y="7877844"/>
                  </a:lnTo>
                  <a:lnTo>
                    <a:pt x="3029171" y="7911722"/>
                  </a:lnTo>
                  <a:lnTo>
                    <a:pt x="2981434" y="7942966"/>
                  </a:lnTo>
                  <a:lnTo>
                    <a:pt x="2932578" y="7971562"/>
                  </a:lnTo>
                  <a:lnTo>
                    <a:pt x="2896531" y="7990468"/>
                  </a:lnTo>
                  <a:lnTo>
                    <a:pt x="2849180" y="8012540"/>
                  </a:lnTo>
                  <a:lnTo>
                    <a:pt x="2799333" y="8032518"/>
                  </a:lnTo>
                  <a:lnTo>
                    <a:pt x="2746236" y="8050495"/>
                  </a:lnTo>
                  <a:lnTo>
                    <a:pt x="2689066" y="8066638"/>
                  </a:lnTo>
                  <a:lnTo>
                    <a:pt x="2626980" y="8081139"/>
                  </a:lnTo>
                  <a:lnTo>
                    <a:pt x="2559173" y="8094188"/>
                  </a:lnTo>
                  <a:lnTo>
                    <a:pt x="2484958" y="8105956"/>
                  </a:lnTo>
                  <a:lnTo>
                    <a:pt x="2403862" y="8116588"/>
                  </a:lnTo>
                  <a:lnTo>
                    <a:pt x="2315770" y="8126196"/>
                  </a:lnTo>
                  <a:lnTo>
                    <a:pt x="2221095" y="8134856"/>
                  </a:lnTo>
                  <a:lnTo>
                    <a:pt x="2120967" y="8142612"/>
                  </a:lnTo>
                  <a:lnTo>
                    <a:pt x="2017398" y="8149476"/>
                  </a:lnTo>
                  <a:lnTo>
                    <a:pt x="1913357" y="8155435"/>
                  </a:lnTo>
                  <a:lnTo>
                    <a:pt x="1812670" y="8160471"/>
                  </a:lnTo>
                  <a:lnTo>
                    <a:pt x="1719680" y="8164568"/>
                  </a:lnTo>
                  <a:lnTo>
                    <a:pt x="1638652" y="8167738"/>
                  </a:lnTo>
                  <a:lnTo>
                    <a:pt x="1573018" y="8170035"/>
                  </a:lnTo>
                  <a:lnTo>
                    <a:pt x="1524675" y="8171556"/>
                  </a:lnTo>
                  <a:lnTo>
                    <a:pt x="1493506" y="8172442"/>
                  </a:lnTo>
                  <a:lnTo>
                    <a:pt x="1477279" y="8172860"/>
                  </a:lnTo>
                  <a:lnTo>
                    <a:pt x="1471835" y="8172988"/>
                  </a:lnTo>
                  <a:lnTo>
                    <a:pt x="1471387" y="8172998"/>
                  </a:lnTo>
                  <a:lnTo>
                    <a:pt x="0" y="8172998"/>
                  </a:lnTo>
                  <a:close/>
                </a:path>
              </a:pathLst>
            </a:custGeom>
            <a:solidFill>
              <a:srgbClr val="C3CD83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2055" name="pl2055"/>
            <p:cNvSpPr/>
            <p:nvPr/>
          </p:nvSpPr>
          <p:spPr>
            <a:xfrm>
              <a:off x="4799595" y="2715849"/>
              <a:ext cx="11981298" cy="8172998"/>
            </a:xfrm>
            <a:custGeom>
              <a:avLst/>
              <a:pathLst>
                <a:path w="11981298" h="8172998">
                  <a:moveTo>
                    <a:pt x="0" y="8172998"/>
                  </a:moveTo>
                  <a:lnTo>
                    <a:pt x="1471387" y="8172998"/>
                  </a:lnTo>
                  <a:lnTo>
                    <a:pt x="1472610" y="8172971"/>
                  </a:lnTo>
                  <a:lnTo>
                    <a:pt x="1480638" y="8172777"/>
                  </a:lnTo>
                  <a:lnTo>
                    <a:pt x="1500829" y="8172242"/>
                  </a:lnTo>
                  <a:lnTo>
                    <a:pt x="1536817" y="8171189"/>
                  </a:lnTo>
                  <a:lnTo>
                    <a:pt x="1590232" y="8169457"/>
                  </a:lnTo>
                  <a:lnTo>
                    <a:pt x="1660581" y="8166916"/>
                  </a:lnTo>
                  <a:lnTo>
                    <a:pt x="1745466" y="8163482"/>
                  </a:lnTo>
                  <a:lnTo>
                    <a:pt x="1841131" y="8159114"/>
                  </a:lnTo>
                  <a:lnTo>
                    <a:pt x="1943218" y="8153809"/>
                  </a:lnTo>
                  <a:lnTo>
                    <a:pt x="2047482" y="8147587"/>
                  </a:lnTo>
                  <a:lnTo>
                    <a:pt x="2150321" y="8140466"/>
                  </a:lnTo>
                  <a:lnTo>
                    <a:pt x="2249040" y="8132451"/>
                  </a:lnTo>
                  <a:lnTo>
                    <a:pt x="2341896" y="8123523"/>
                  </a:lnTo>
                  <a:lnTo>
                    <a:pt x="2427985" y="8113629"/>
                  </a:lnTo>
                  <a:lnTo>
                    <a:pt x="2507065" y="8102682"/>
                  </a:lnTo>
                  <a:lnTo>
                    <a:pt x="2579371" y="8090561"/>
                  </a:lnTo>
                  <a:lnTo>
                    <a:pt x="2645449" y="8077112"/>
                  </a:lnTo>
                  <a:lnTo>
                    <a:pt x="2706031" y="8062157"/>
                  </a:lnTo>
                  <a:lnTo>
                    <a:pt x="2761939" y="8045504"/>
                  </a:lnTo>
                  <a:lnTo>
                    <a:pt x="2814015" y="8026964"/>
                  </a:lnTo>
                  <a:lnTo>
                    <a:pt x="2863069" y="8006387"/>
                  </a:lnTo>
                  <a:lnTo>
                    <a:pt x="2896531" y="7990468"/>
                  </a:lnTo>
                  <a:lnTo>
                    <a:pt x="2946549" y="7963736"/>
                  </a:lnTo>
                  <a:lnTo>
                    <a:pt x="2995034" y="7934394"/>
                  </a:lnTo>
                  <a:lnTo>
                    <a:pt x="3042542" y="7902399"/>
                  </a:lnTo>
                  <a:lnTo>
                    <a:pt x="3089484" y="7867791"/>
                  </a:lnTo>
                  <a:lnTo>
                    <a:pt x="3136157" y="7830699"/>
                  </a:lnTo>
                  <a:lnTo>
                    <a:pt x="3182756" y="7791350"/>
                  </a:lnTo>
                  <a:lnTo>
                    <a:pt x="3229396" y="7750070"/>
                  </a:lnTo>
                  <a:lnTo>
                    <a:pt x="3276126" y="7707271"/>
                  </a:lnTo>
                  <a:lnTo>
                    <a:pt x="3322941" y="7663443"/>
                  </a:lnTo>
                  <a:lnTo>
                    <a:pt x="3369803" y="7619128"/>
                  </a:lnTo>
                  <a:lnTo>
                    <a:pt x="3416656" y="7574894"/>
                  </a:lnTo>
                  <a:lnTo>
                    <a:pt x="3463450" y="7531304"/>
                  </a:lnTo>
                  <a:lnTo>
                    <a:pt x="3510153" y="7488889"/>
                  </a:lnTo>
                  <a:lnTo>
                    <a:pt x="3556774" y="7448117"/>
                  </a:lnTo>
                  <a:lnTo>
                    <a:pt x="3603379" y="7409378"/>
                  </a:lnTo>
                  <a:lnTo>
                    <a:pt x="3650103" y="7372970"/>
                  </a:lnTo>
                  <a:lnTo>
                    <a:pt x="3697171" y="7339092"/>
                  </a:lnTo>
                  <a:lnTo>
                    <a:pt x="3744908" y="7307848"/>
                  </a:lnTo>
                  <a:lnTo>
                    <a:pt x="3793764" y="7279252"/>
                  </a:lnTo>
                  <a:lnTo>
                    <a:pt x="3829811" y="7260346"/>
                  </a:lnTo>
                  <a:lnTo>
                    <a:pt x="3877162" y="7238274"/>
                  </a:lnTo>
                  <a:lnTo>
                    <a:pt x="3927010" y="7218296"/>
                  </a:lnTo>
                  <a:lnTo>
                    <a:pt x="3980106" y="7200319"/>
                  </a:lnTo>
                  <a:lnTo>
                    <a:pt x="4037276" y="7184176"/>
                  </a:lnTo>
                  <a:lnTo>
                    <a:pt x="4099362" y="7169675"/>
                  </a:lnTo>
                  <a:lnTo>
                    <a:pt x="4167169" y="7156626"/>
                  </a:lnTo>
                  <a:lnTo>
                    <a:pt x="4241384" y="7144858"/>
                  </a:lnTo>
                  <a:lnTo>
                    <a:pt x="4322480" y="7134226"/>
                  </a:lnTo>
                  <a:lnTo>
                    <a:pt x="4410572" y="7124618"/>
                  </a:lnTo>
                  <a:lnTo>
                    <a:pt x="4505247" y="7115957"/>
                  </a:lnTo>
                  <a:lnTo>
                    <a:pt x="4605375" y="7108202"/>
                  </a:lnTo>
                  <a:lnTo>
                    <a:pt x="4708944" y="7101338"/>
                  </a:lnTo>
                  <a:lnTo>
                    <a:pt x="4812985" y="7095379"/>
                  </a:lnTo>
                  <a:lnTo>
                    <a:pt x="4913672" y="7090343"/>
                  </a:lnTo>
                  <a:lnTo>
                    <a:pt x="5006662" y="7086246"/>
                  </a:lnTo>
                  <a:lnTo>
                    <a:pt x="5087691" y="7083075"/>
                  </a:lnTo>
                  <a:lnTo>
                    <a:pt x="5153324" y="7080779"/>
                  </a:lnTo>
                  <a:lnTo>
                    <a:pt x="5201668" y="7079258"/>
                  </a:lnTo>
                  <a:lnTo>
                    <a:pt x="5232837" y="7078372"/>
                  </a:lnTo>
                  <a:lnTo>
                    <a:pt x="5249063" y="7077954"/>
                  </a:lnTo>
                  <a:lnTo>
                    <a:pt x="5254507" y="7077826"/>
                  </a:lnTo>
                  <a:lnTo>
                    <a:pt x="5254955" y="7077816"/>
                  </a:lnTo>
                  <a:lnTo>
                    <a:pt x="6726343" y="7077816"/>
                  </a:lnTo>
                  <a:lnTo>
                    <a:pt x="6727092" y="7077710"/>
                  </a:lnTo>
                  <a:lnTo>
                    <a:pt x="6732059" y="7076954"/>
                  </a:lnTo>
                  <a:lnTo>
                    <a:pt x="6744725" y="7074868"/>
                  </a:lnTo>
                  <a:lnTo>
                    <a:pt x="6767721" y="7070753"/>
                  </a:lnTo>
                  <a:lnTo>
                    <a:pt x="6802716" y="7063932"/>
                  </a:lnTo>
                  <a:lnTo>
                    <a:pt x="6850298" y="7053803"/>
                  </a:lnTo>
                  <a:lnTo>
                    <a:pt x="6909967" y="7039879"/>
                  </a:lnTo>
                  <a:lnTo>
                    <a:pt x="6980246" y="7021828"/>
                  </a:lnTo>
                  <a:lnTo>
                    <a:pt x="7058933" y="6999471"/>
                  </a:lnTo>
                  <a:lnTo>
                    <a:pt x="7143426" y="6972760"/>
                  </a:lnTo>
                  <a:lnTo>
                    <a:pt x="7231053" y="6941742"/>
                  </a:lnTo>
                  <a:lnTo>
                    <a:pt x="7319350" y="6906499"/>
                  </a:lnTo>
                  <a:lnTo>
                    <a:pt x="7406247" y="6867103"/>
                  </a:lnTo>
                  <a:lnTo>
                    <a:pt x="7490158" y="6823568"/>
                  </a:lnTo>
                  <a:lnTo>
                    <a:pt x="7569988" y="6775824"/>
                  </a:lnTo>
                  <a:lnTo>
                    <a:pt x="7645090" y="6723696"/>
                  </a:lnTo>
                  <a:lnTo>
                    <a:pt x="7715183" y="6666892"/>
                  </a:lnTo>
                  <a:lnTo>
                    <a:pt x="7780275" y="6605006"/>
                  </a:lnTo>
                  <a:lnTo>
                    <a:pt x="7840583" y="6537518"/>
                  </a:lnTo>
                  <a:lnTo>
                    <a:pt x="7896465" y="6463810"/>
                  </a:lnTo>
                  <a:lnTo>
                    <a:pt x="7948369" y="6383177"/>
                  </a:lnTo>
                  <a:lnTo>
                    <a:pt x="7996790" y="6294866"/>
                  </a:lnTo>
                  <a:lnTo>
                    <a:pt x="8042241" y="6198118"/>
                  </a:lnTo>
                  <a:lnTo>
                    <a:pt x="8085228" y="6092251"/>
                  </a:lnTo>
                  <a:lnTo>
                    <a:pt x="8126226" y="5976776"/>
                  </a:lnTo>
                  <a:lnTo>
                    <a:pt x="8151487" y="5898180"/>
                  </a:lnTo>
                  <a:lnTo>
                    <a:pt x="8176545" y="5814507"/>
                  </a:lnTo>
                  <a:lnTo>
                    <a:pt x="8201144" y="5726748"/>
                  </a:lnTo>
                  <a:lnTo>
                    <a:pt x="8225368" y="5634827"/>
                  </a:lnTo>
                  <a:lnTo>
                    <a:pt x="8249288" y="5538694"/>
                  </a:lnTo>
                  <a:lnTo>
                    <a:pt x="8272967" y="5438330"/>
                  </a:lnTo>
                  <a:lnTo>
                    <a:pt x="8296461" y="5333747"/>
                  </a:lnTo>
                  <a:lnTo>
                    <a:pt x="8319816" y="5224990"/>
                  </a:lnTo>
                  <a:lnTo>
                    <a:pt x="8343070" y="5112142"/>
                  </a:lnTo>
                  <a:lnTo>
                    <a:pt x="8366258" y="4995323"/>
                  </a:lnTo>
                  <a:lnTo>
                    <a:pt x="8389406" y="4874689"/>
                  </a:lnTo>
                  <a:lnTo>
                    <a:pt x="8412535" y="4750437"/>
                  </a:lnTo>
                  <a:lnTo>
                    <a:pt x="8435663" y="4622801"/>
                  </a:lnTo>
                  <a:lnTo>
                    <a:pt x="8458802" y="4492055"/>
                  </a:lnTo>
                  <a:lnTo>
                    <a:pt x="8481959" y="4358505"/>
                  </a:lnTo>
                  <a:lnTo>
                    <a:pt x="8505138" y="4222493"/>
                  </a:lnTo>
                  <a:lnTo>
                    <a:pt x="8528341" y="4084391"/>
                  </a:lnTo>
                  <a:lnTo>
                    <a:pt x="8551566" y="3944596"/>
                  </a:lnTo>
                  <a:lnTo>
                    <a:pt x="8574809" y="3803529"/>
                  </a:lnTo>
                  <a:lnTo>
                    <a:pt x="8598065" y="3661625"/>
                  </a:lnTo>
                  <a:lnTo>
                    <a:pt x="8621326" y="3519330"/>
                  </a:lnTo>
                  <a:lnTo>
                    <a:pt x="8644587" y="3377098"/>
                  </a:lnTo>
                  <a:lnTo>
                    <a:pt x="8667839" y="3235380"/>
                  </a:lnTo>
                  <a:lnTo>
                    <a:pt x="8691078" y="3094620"/>
                  </a:lnTo>
                  <a:lnTo>
                    <a:pt x="8714297" y="2955250"/>
                  </a:lnTo>
                  <a:lnTo>
                    <a:pt x="8737494" y="2817684"/>
                  </a:lnTo>
                  <a:lnTo>
                    <a:pt x="8760667" y="2682314"/>
                  </a:lnTo>
                  <a:lnTo>
                    <a:pt x="8783818" y="2549502"/>
                  </a:lnTo>
                  <a:lnTo>
                    <a:pt x="8806952" y="2419582"/>
                  </a:lnTo>
                  <a:lnTo>
                    <a:pt x="8830080" y="2292852"/>
                  </a:lnTo>
                  <a:lnTo>
                    <a:pt x="8853212" y="2169573"/>
                  </a:lnTo>
                  <a:lnTo>
                    <a:pt x="8876369" y="2049971"/>
                  </a:lnTo>
                  <a:lnTo>
                    <a:pt x="8899572" y="1934230"/>
                  </a:lnTo>
                  <a:lnTo>
                    <a:pt x="8922850" y="1822497"/>
                  </a:lnTo>
                  <a:lnTo>
                    <a:pt x="8946239" y="1714882"/>
                  </a:lnTo>
                  <a:lnTo>
                    <a:pt x="8969779" y="1611456"/>
                  </a:lnTo>
                  <a:lnTo>
                    <a:pt x="8993519" y="1512256"/>
                  </a:lnTo>
                  <a:lnTo>
                    <a:pt x="9017516" y="1417285"/>
                  </a:lnTo>
                  <a:lnTo>
                    <a:pt x="9041835" y="1326514"/>
                  </a:lnTo>
                  <a:lnTo>
                    <a:pt x="9066552" y="1239888"/>
                  </a:lnTo>
                  <a:lnTo>
                    <a:pt x="9084767" y="1179636"/>
                  </a:lnTo>
                  <a:lnTo>
                    <a:pt x="9124724" y="1057947"/>
                  </a:lnTo>
                  <a:lnTo>
                    <a:pt x="9166393" y="946001"/>
                  </a:lnTo>
                  <a:lnTo>
                    <a:pt x="9210218" y="843518"/>
                  </a:lnTo>
                  <a:lnTo>
                    <a:pt x="9256689" y="749921"/>
                  </a:lnTo>
                  <a:lnTo>
                    <a:pt x="9306316" y="664489"/>
                  </a:lnTo>
                  <a:lnTo>
                    <a:pt x="9359610" y="586458"/>
                  </a:lnTo>
                  <a:lnTo>
                    <a:pt x="9417053" y="515087"/>
                  </a:lnTo>
                  <a:lnTo>
                    <a:pt x="9479064" y="449702"/>
                  </a:lnTo>
                  <a:lnTo>
                    <a:pt x="9545958" y="389717"/>
                  </a:lnTo>
                  <a:lnTo>
                    <a:pt x="9617884" y="334653"/>
                  </a:lnTo>
                  <a:lnTo>
                    <a:pt x="9694753" y="284146"/>
                  </a:lnTo>
                  <a:lnTo>
                    <a:pt x="9776164" y="237946"/>
                  </a:lnTo>
                  <a:lnTo>
                    <a:pt x="9861312" y="195919"/>
                  </a:lnTo>
                  <a:lnTo>
                    <a:pt x="9948927" y="158026"/>
                  </a:lnTo>
                  <a:lnTo>
                    <a:pt x="10037244" y="124308"/>
                  </a:lnTo>
                  <a:lnTo>
                    <a:pt x="10124033" y="94847"/>
                  </a:lnTo>
                  <a:lnTo>
                    <a:pt x="10206728" y="69717"/>
                  </a:lnTo>
                  <a:lnTo>
                    <a:pt x="10282647" y="48936"/>
                  </a:lnTo>
                  <a:lnTo>
                    <a:pt x="10349293" y="32413"/>
                  </a:lnTo>
                  <a:lnTo>
                    <a:pt x="10404693" y="19916"/>
                  </a:lnTo>
                  <a:lnTo>
                    <a:pt x="10447704" y="11052"/>
                  </a:lnTo>
                  <a:lnTo>
                    <a:pt x="10478212" y="5289"/>
                  </a:lnTo>
                  <a:lnTo>
                    <a:pt x="10497207" y="1992"/>
                  </a:lnTo>
                  <a:lnTo>
                    <a:pt x="10506724" y="469"/>
                  </a:lnTo>
                  <a:lnTo>
                    <a:pt x="10509714" y="27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56" name="pl2056"/>
            <p:cNvSpPr/>
            <p:nvPr/>
          </p:nvSpPr>
          <p:spPr>
            <a:xfrm>
              <a:off x="4799595" y="2707676"/>
              <a:ext cx="11981298" cy="8172998"/>
            </a:xfrm>
            <a:custGeom>
              <a:avLst/>
              <a:pathLst>
                <a:path w="11981298" h="8172998">
                  <a:moveTo>
                    <a:pt x="11981298" y="0"/>
                  </a:moveTo>
                  <a:lnTo>
                    <a:pt x="10509911" y="0"/>
                  </a:lnTo>
                  <a:lnTo>
                    <a:pt x="10509161" y="106"/>
                  </a:lnTo>
                  <a:lnTo>
                    <a:pt x="10504194" y="861"/>
                  </a:lnTo>
                  <a:lnTo>
                    <a:pt x="10491529" y="2948"/>
                  </a:lnTo>
                  <a:lnTo>
                    <a:pt x="10468532" y="7063"/>
                  </a:lnTo>
                  <a:lnTo>
                    <a:pt x="10433538" y="13883"/>
                  </a:lnTo>
                  <a:lnTo>
                    <a:pt x="10385955" y="24013"/>
                  </a:lnTo>
                  <a:lnTo>
                    <a:pt x="10326286" y="37936"/>
                  </a:lnTo>
                  <a:lnTo>
                    <a:pt x="10256008" y="55987"/>
                  </a:lnTo>
                  <a:lnTo>
                    <a:pt x="10177320" y="78345"/>
                  </a:lnTo>
                  <a:lnTo>
                    <a:pt x="10092827" y="105055"/>
                  </a:lnTo>
                  <a:lnTo>
                    <a:pt x="10005200" y="136074"/>
                  </a:lnTo>
                  <a:lnTo>
                    <a:pt x="9916903" y="171316"/>
                  </a:lnTo>
                  <a:lnTo>
                    <a:pt x="9830006" y="210713"/>
                  </a:lnTo>
                  <a:lnTo>
                    <a:pt x="9746096" y="254248"/>
                  </a:lnTo>
                  <a:lnTo>
                    <a:pt x="9666265" y="301991"/>
                  </a:lnTo>
                  <a:lnTo>
                    <a:pt x="9591164" y="354119"/>
                  </a:lnTo>
                  <a:lnTo>
                    <a:pt x="9521070" y="410923"/>
                  </a:lnTo>
                  <a:lnTo>
                    <a:pt x="9455978" y="472809"/>
                  </a:lnTo>
                  <a:lnTo>
                    <a:pt x="9395670" y="540297"/>
                  </a:lnTo>
                  <a:lnTo>
                    <a:pt x="9339788" y="614006"/>
                  </a:lnTo>
                  <a:lnTo>
                    <a:pt x="9287884" y="694639"/>
                  </a:lnTo>
                  <a:lnTo>
                    <a:pt x="9239463" y="782950"/>
                  </a:lnTo>
                  <a:lnTo>
                    <a:pt x="9194012" y="879697"/>
                  </a:lnTo>
                  <a:lnTo>
                    <a:pt x="9151025" y="985564"/>
                  </a:lnTo>
                  <a:lnTo>
                    <a:pt x="9110027" y="1101040"/>
                  </a:lnTo>
                  <a:lnTo>
                    <a:pt x="9084767" y="1179636"/>
                  </a:lnTo>
                  <a:lnTo>
                    <a:pt x="9059708" y="1263308"/>
                  </a:lnTo>
                  <a:lnTo>
                    <a:pt x="9035109" y="1351067"/>
                  </a:lnTo>
                  <a:lnTo>
                    <a:pt x="9010886" y="1442988"/>
                  </a:lnTo>
                  <a:lnTo>
                    <a:pt x="8986966" y="1539121"/>
                  </a:lnTo>
                  <a:lnTo>
                    <a:pt x="8963286" y="1639486"/>
                  </a:lnTo>
                  <a:lnTo>
                    <a:pt x="8939792" y="1744069"/>
                  </a:lnTo>
                  <a:lnTo>
                    <a:pt x="8916438" y="1852826"/>
                  </a:lnTo>
                  <a:lnTo>
                    <a:pt x="8893183" y="1965673"/>
                  </a:lnTo>
                  <a:lnTo>
                    <a:pt x="8869996" y="2082493"/>
                  </a:lnTo>
                  <a:lnTo>
                    <a:pt x="8846848" y="2203127"/>
                  </a:lnTo>
                  <a:lnTo>
                    <a:pt x="8823718" y="2327379"/>
                  </a:lnTo>
                  <a:lnTo>
                    <a:pt x="8800590" y="2455014"/>
                  </a:lnTo>
                  <a:lnTo>
                    <a:pt x="8777451" y="2585761"/>
                  </a:lnTo>
                  <a:lnTo>
                    <a:pt x="8754294" y="2719311"/>
                  </a:lnTo>
                  <a:lnTo>
                    <a:pt x="8731115" y="2855323"/>
                  </a:lnTo>
                  <a:lnTo>
                    <a:pt x="8707912" y="2993425"/>
                  </a:lnTo>
                  <a:lnTo>
                    <a:pt x="8684687" y="3133219"/>
                  </a:lnTo>
                  <a:lnTo>
                    <a:pt x="8661444" y="3274287"/>
                  </a:lnTo>
                  <a:lnTo>
                    <a:pt x="8638189" y="3416191"/>
                  </a:lnTo>
                  <a:lnTo>
                    <a:pt x="8614927" y="3558485"/>
                  </a:lnTo>
                  <a:lnTo>
                    <a:pt x="8591667" y="3700717"/>
                  </a:lnTo>
                  <a:lnTo>
                    <a:pt x="8568414" y="3842436"/>
                  </a:lnTo>
                  <a:lnTo>
                    <a:pt x="8545175" y="3983196"/>
                  </a:lnTo>
                  <a:lnTo>
                    <a:pt x="8521956" y="4122566"/>
                  </a:lnTo>
                  <a:lnTo>
                    <a:pt x="8498760" y="4260131"/>
                  </a:lnTo>
                  <a:lnTo>
                    <a:pt x="8475587" y="4395502"/>
                  </a:lnTo>
                  <a:lnTo>
                    <a:pt x="8452435" y="4528313"/>
                  </a:lnTo>
                  <a:lnTo>
                    <a:pt x="8429301" y="4658233"/>
                  </a:lnTo>
                  <a:lnTo>
                    <a:pt x="8406174" y="4784964"/>
                  </a:lnTo>
                  <a:lnTo>
                    <a:pt x="8383041" y="4908242"/>
                  </a:lnTo>
                  <a:lnTo>
                    <a:pt x="8359884" y="5027845"/>
                  </a:lnTo>
                  <a:lnTo>
                    <a:pt x="8336681" y="5143586"/>
                  </a:lnTo>
                  <a:lnTo>
                    <a:pt x="8313403" y="5255319"/>
                  </a:lnTo>
                  <a:lnTo>
                    <a:pt x="8290014" y="5362934"/>
                  </a:lnTo>
                  <a:lnTo>
                    <a:pt x="8266474" y="5466360"/>
                  </a:lnTo>
                  <a:lnTo>
                    <a:pt x="8242734" y="5565560"/>
                  </a:lnTo>
                  <a:lnTo>
                    <a:pt x="8218737" y="5660531"/>
                  </a:lnTo>
                  <a:lnTo>
                    <a:pt x="8194418" y="5751301"/>
                  </a:lnTo>
                  <a:lnTo>
                    <a:pt x="8169702" y="5837927"/>
                  </a:lnTo>
                  <a:lnTo>
                    <a:pt x="8151487" y="5898180"/>
                  </a:lnTo>
                  <a:lnTo>
                    <a:pt x="8111529" y="6019869"/>
                  </a:lnTo>
                  <a:lnTo>
                    <a:pt x="8069861" y="6131815"/>
                  </a:lnTo>
                  <a:lnTo>
                    <a:pt x="8026035" y="6234298"/>
                  </a:lnTo>
                  <a:lnTo>
                    <a:pt x="7979564" y="6327894"/>
                  </a:lnTo>
                  <a:lnTo>
                    <a:pt x="7929937" y="6413326"/>
                  </a:lnTo>
                  <a:lnTo>
                    <a:pt x="7876643" y="6491358"/>
                  </a:lnTo>
                  <a:lnTo>
                    <a:pt x="7819201" y="6562728"/>
                  </a:lnTo>
                  <a:lnTo>
                    <a:pt x="7757189" y="6628114"/>
                  </a:lnTo>
                  <a:lnTo>
                    <a:pt x="7690295" y="6688099"/>
                  </a:lnTo>
                  <a:lnTo>
                    <a:pt x="7618370" y="6743162"/>
                  </a:lnTo>
                  <a:lnTo>
                    <a:pt x="7541500" y="6793670"/>
                  </a:lnTo>
                  <a:lnTo>
                    <a:pt x="7460089" y="6839869"/>
                  </a:lnTo>
                  <a:lnTo>
                    <a:pt x="7374942" y="6881897"/>
                  </a:lnTo>
                  <a:lnTo>
                    <a:pt x="7287326" y="6919790"/>
                  </a:lnTo>
                  <a:lnTo>
                    <a:pt x="7199010" y="6953507"/>
                  </a:lnTo>
                  <a:lnTo>
                    <a:pt x="7112220" y="6982969"/>
                  </a:lnTo>
                  <a:lnTo>
                    <a:pt x="7029525" y="7008099"/>
                  </a:lnTo>
                  <a:lnTo>
                    <a:pt x="6953606" y="7028880"/>
                  </a:lnTo>
                  <a:lnTo>
                    <a:pt x="6886960" y="7045402"/>
                  </a:lnTo>
                  <a:lnTo>
                    <a:pt x="6831560" y="7057900"/>
                  </a:lnTo>
                  <a:lnTo>
                    <a:pt x="6788550" y="7066764"/>
                  </a:lnTo>
                  <a:lnTo>
                    <a:pt x="6758042" y="7072526"/>
                  </a:lnTo>
                  <a:lnTo>
                    <a:pt x="6739046" y="7075824"/>
                  </a:lnTo>
                  <a:lnTo>
                    <a:pt x="6729530" y="7077346"/>
                  </a:lnTo>
                  <a:lnTo>
                    <a:pt x="6726539" y="7077789"/>
                  </a:lnTo>
                  <a:lnTo>
                    <a:pt x="6726343" y="7077816"/>
                  </a:lnTo>
                  <a:lnTo>
                    <a:pt x="5254955" y="7077816"/>
                  </a:lnTo>
                  <a:lnTo>
                    <a:pt x="5253732" y="7077843"/>
                  </a:lnTo>
                  <a:lnTo>
                    <a:pt x="5245704" y="7078037"/>
                  </a:lnTo>
                  <a:lnTo>
                    <a:pt x="5225513" y="7078572"/>
                  </a:lnTo>
                  <a:lnTo>
                    <a:pt x="5189526" y="7079625"/>
                  </a:lnTo>
                  <a:lnTo>
                    <a:pt x="5136111" y="7081357"/>
                  </a:lnTo>
                  <a:lnTo>
                    <a:pt x="5065761" y="7083898"/>
                  </a:lnTo>
                  <a:lnTo>
                    <a:pt x="4980877" y="7087332"/>
                  </a:lnTo>
                  <a:lnTo>
                    <a:pt x="4885211" y="7091700"/>
                  </a:lnTo>
                  <a:lnTo>
                    <a:pt x="4783124" y="7097004"/>
                  </a:lnTo>
                  <a:lnTo>
                    <a:pt x="4678860" y="7103227"/>
                  </a:lnTo>
                  <a:lnTo>
                    <a:pt x="4576021" y="7110348"/>
                  </a:lnTo>
                  <a:lnTo>
                    <a:pt x="4477302" y="7118363"/>
                  </a:lnTo>
                  <a:lnTo>
                    <a:pt x="4384446" y="7127291"/>
                  </a:lnTo>
                  <a:lnTo>
                    <a:pt x="4298357" y="7137184"/>
                  </a:lnTo>
                  <a:lnTo>
                    <a:pt x="4219277" y="7148131"/>
                  </a:lnTo>
                  <a:lnTo>
                    <a:pt x="4146972" y="7160253"/>
                  </a:lnTo>
                  <a:lnTo>
                    <a:pt x="4080893" y="7173702"/>
                  </a:lnTo>
                  <a:lnTo>
                    <a:pt x="4020311" y="7188657"/>
                  </a:lnTo>
                  <a:lnTo>
                    <a:pt x="3964403" y="7205310"/>
                  </a:lnTo>
                  <a:lnTo>
                    <a:pt x="3912327" y="7223850"/>
                  </a:lnTo>
                  <a:lnTo>
                    <a:pt x="3863273" y="7244427"/>
                  </a:lnTo>
                  <a:lnTo>
                    <a:pt x="3829811" y="7260346"/>
                  </a:lnTo>
                  <a:lnTo>
                    <a:pt x="3779793" y="7287078"/>
                  </a:lnTo>
                  <a:lnTo>
                    <a:pt x="3731308" y="7316420"/>
                  </a:lnTo>
                  <a:lnTo>
                    <a:pt x="3683800" y="7348415"/>
                  </a:lnTo>
                  <a:lnTo>
                    <a:pt x="3636858" y="7383023"/>
                  </a:lnTo>
                  <a:lnTo>
                    <a:pt x="3590185" y="7420115"/>
                  </a:lnTo>
                  <a:lnTo>
                    <a:pt x="3543587" y="7459463"/>
                  </a:lnTo>
                  <a:lnTo>
                    <a:pt x="3496946" y="7500744"/>
                  </a:lnTo>
                  <a:lnTo>
                    <a:pt x="3450216" y="7543543"/>
                  </a:lnTo>
                  <a:lnTo>
                    <a:pt x="3403401" y="7587371"/>
                  </a:lnTo>
                  <a:lnTo>
                    <a:pt x="3356540" y="7631685"/>
                  </a:lnTo>
                  <a:lnTo>
                    <a:pt x="3309686" y="7675920"/>
                  </a:lnTo>
                  <a:lnTo>
                    <a:pt x="3262892" y="7719510"/>
                  </a:lnTo>
                  <a:lnTo>
                    <a:pt x="3216189" y="7761925"/>
                  </a:lnTo>
                  <a:lnTo>
                    <a:pt x="3169568" y="7802697"/>
                  </a:lnTo>
                  <a:lnTo>
                    <a:pt x="3122963" y="7841436"/>
                  </a:lnTo>
                  <a:lnTo>
                    <a:pt x="3076239" y="7877844"/>
                  </a:lnTo>
                  <a:lnTo>
                    <a:pt x="3029171" y="7911722"/>
                  </a:lnTo>
                  <a:lnTo>
                    <a:pt x="2981434" y="7942966"/>
                  </a:lnTo>
                  <a:lnTo>
                    <a:pt x="2932578" y="7971562"/>
                  </a:lnTo>
                  <a:lnTo>
                    <a:pt x="2896531" y="7990468"/>
                  </a:lnTo>
                  <a:lnTo>
                    <a:pt x="2849180" y="8012540"/>
                  </a:lnTo>
                  <a:lnTo>
                    <a:pt x="2799333" y="8032518"/>
                  </a:lnTo>
                  <a:lnTo>
                    <a:pt x="2746236" y="8050495"/>
                  </a:lnTo>
                  <a:lnTo>
                    <a:pt x="2689066" y="8066638"/>
                  </a:lnTo>
                  <a:lnTo>
                    <a:pt x="2626980" y="8081139"/>
                  </a:lnTo>
                  <a:lnTo>
                    <a:pt x="2559173" y="8094188"/>
                  </a:lnTo>
                  <a:lnTo>
                    <a:pt x="2484958" y="8105956"/>
                  </a:lnTo>
                  <a:lnTo>
                    <a:pt x="2403862" y="8116588"/>
                  </a:lnTo>
                  <a:lnTo>
                    <a:pt x="2315770" y="8126196"/>
                  </a:lnTo>
                  <a:lnTo>
                    <a:pt x="2221095" y="8134856"/>
                  </a:lnTo>
                  <a:lnTo>
                    <a:pt x="2120967" y="8142612"/>
                  </a:lnTo>
                  <a:lnTo>
                    <a:pt x="2017398" y="8149476"/>
                  </a:lnTo>
                  <a:lnTo>
                    <a:pt x="1913357" y="8155435"/>
                  </a:lnTo>
                  <a:lnTo>
                    <a:pt x="1812670" y="8160471"/>
                  </a:lnTo>
                  <a:lnTo>
                    <a:pt x="1719680" y="8164568"/>
                  </a:lnTo>
                  <a:lnTo>
                    <a:pt x="1638652" y="8167738"/>
                  </a:lnTo>
                  <a:lnTo>
                    <a:pt x="1573018" y="8170035"/>
                  </a:lnTo>
                  <a:lnTo>
                    <a:pt x="1524675" y="8171556"/>
                  </a:lnTo>
                  <a:lnTo>
                    <a:pt x="1493506" y="8172442"/>
                  </a:lnTo>
                  <a:lnTo>
                    <a:pt x="1477279" y="8172860"/>
                  </a:lnTo>
                  <a:lnTo>
                    <a:pt x="1471835" y="8172988"/>
                  </a:lnTo>
                  <a:lnTo>
                    <a:pt x="1471387" y="8172998"/>
                  </a:lnTo>
                  <a:lnTo>
                    <a:pt x="0" y="817299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57" name="pg2057"/>
            <p:cNvSpPr/>
            <p:nvPr/>
          </p:nvSpPr>
          <p:spPr>
            <a:xfrm>
              <a:off x="4799595" y="3010077"/>
              <a:ext cx="11981298" cy="7813386"/>
            </a:xfrm>
            <a:custGeom>
              <a:avLst/>
              <a:pathLst>
                <a:path w="11981298" h="7813386">
                  <a:moveTo>
                    <a:pt x="0" y="7813386"/>
                  </a:moveTo>
                  <a:lnTo>
                    <a:pt x="1471387" y="7813386"/>
                  </a:lnTo>
                  <a:lnTo>
                    <a:pt x="1472093" y="7813276"/>
                  </a:lnTo>
                  <a:lnTo>
                    <a:pt x="1476777" y="7812492"/>
                  </a:lnTo>
                  <a:lnTo>
                    <a:pt x="1488738" y="7810328"/>
                  </a:lnTo>
                  <a:lnTo>
                    <a:pt x="1510495" y="7806061"/>
                  </a:lnTo>
                  <a:lnTo>
                    <a:pt x="1543688" y="7798983"/>
                  </a:lnTo>
                  <a:lnTo>
                    <a:pt x="1588963" y="7788460"/>
                  </a:lnTo>
                  <a:lnTo>
                    <a:pt x="1645960" y="7773972"/>
                  </a:lnTo>
                  <a:lnTo>
                    <a:pt x="1713395" y="7755152"/>
                  </a:lnTo>
                  <a:lnTo>
                    <a:pt x="1789280" y="7731790"/>
                  </a:lnTo>
                  <a:lnTo>
                    <a:pt x="1871205" y="7703819"/>
                  </a:lnTo>
                  <a:lnTo>
                    <a:pt x="1956645" y="7671270"/>
                  </a:lnTo>
                  <a:lnTo>
                    <a:pt x="2043221" y="7634228"/>
                  </a:lnTo>
                  <a:lnTo>
                    <a:pt x="2128888" y="7592773"/>
                  </a:lnTo>
                  <a:lnTo>
                    <a:pt x="2212037" y="7546939"/>
                  </a:lnTo>
                  <a:lnTo>
                    <a:pt x="2291514" y="7496680"/>
                  </a:lnTo>
                  <a:lnTo>
                    <a:pt x="2366595" y="7441846"/>
                  </a:lnTo>
                  <a:lnTo>
                    <a:pt x="2436918" y="7382173"/>
                  </a:lnTo>
                  <a:lnTo>
                    <a:pt x="2502409" y="7317279"/>
                  </a:lnTo>
                  <a:lnTo>
                    <a:pt x="2563211" y="7246664"/>
                  </a:lnTo>
                  <a:lnTo>
                    <a:pt x="2619619" y="7169723"/>
                  </a:lnTo>
                  <a:lnTo>
                    <a:pt x="2672027" y="7085757"/>
                  </a:lnTo>
                  <a:lnTo>
                    <a:pt x="2720886" y="6993999"/>
                  </a:lnTo>
                  <a:lnTo>
                    <a:pt x="2766675" y="6893656"/>
                  </a:lnTo>
                  <a:lnTo>
                    <a:pt x="2809876" y="6783973"/>
                  </a:lnTo>
                  <a:lnTo>
                    <a:pt x="2850954" y="6664326"/>
                  </a:lnTo>
                  <a:lnTo>
                    <a:pt x="2890332" y="6534374"/>
                  </a:lnTo>
                  <a:lnTo>
                    <a:pt x="2896531" y="6512517"/>
                  </a:lnTo>
                  <a:lnTo>
                    <a:pt x="2920444" y="6424601"/>
                  </a:lnTo>
                  <a:lnTo>
                    <a:pt x="2943936" y="6332588"/>
                  </a:lnTo>
                  <a:lnTo>
                    <a:pt x="2967079" y="6236405"/>
                  </a:lnTo>
                  <a:lnTo>
                    <a:pt x="2989938" y="6136002"/>
                  </a:lnTo>
                  <a:lnTo>
                    <a:pt x="3012568" y="6031353"/>
                  </a:lnTo>
                  <a:lnTo>
                    <a:pt x="3035018" y="5922466"/>
                  </a:lnTo>
                  <a:lnTo>
                    <a:pt x="3057330" y="5809374"/>
                  </a:lnTo>
                  <a:lnTo>
                    <a:pt x="3079541" y="5692147"/>
                  </a:lnTo>
                  <a:lnTo>
                    <a:pt x="3101680" y="5570886"/>
                  </a:lnTo>
                  <a:lnTo>
                    <a:pt x="3123774" y="5445727"/>
                  </a:lnTo>
                  <a:lnTo>
                    <a:pt x="3145842" y="5316841"/>
                  </a:lnTo>
                  <a:lnTo>
                    <a:pt x="3167903" y="5184437"/>
                  </a:lnTo>
                  <a:lnTo>
                    <a:pt x="3189967" y="5048754"/>
                  </a:lnTo>
                  <a:lnTo>
                    <a:pt x="3212043" y="4910069"/>
                  </a:lnTo>
                  <a:lnTo>
                    <a:pt x="3234139" y="4768689"/>
                  </a:lnTo>
                  <a:lnTo>
                    <a:pt x="3256255" y="4624950"/>
                  </a:lnTo>
                  <a:lnTo>
                    <a:pt x="3278393" y="4479216"/>
                  </a:lnTo>
                  <a:lnTo>
                    <a:pt x="3300550" y="4331873"/>
                  </a:lnTo>
                  <a:lnTo>
                    <a:pt x="3322723" y="4183325"/>
                  </a:lnTo>
                  <a:lnTo>
                    <a:pt x="3344906" y="4033993"/>
                  </a:lnTo>
                  <a:lnTo>
                    <a:pt x="3367095" y="3884304"/>
                  </a:lnTo>
                  <a:lnTo>
                    <a:pt x="3389282" y="3734692"/>
                  </a:lnTo>
                  <a:lnTo>
                    <a:pt x="3411462" y="3585588"/>
                  </a:lnTo>
                  <a:lnTo>
                    <a:pt x="3433630" y="3437419"/>
                  </a:lnTo>
                  <a:lnTo>
                    <a:pt x="3455781" y="3290600"/>
                  </a:lnTo>
                  <a:lnTo>
                    <a:pt x="3477911" y="3145528"/>
                  </a:lnTo>
                  <a:lnTo>
                    <a:pt x="3500020" y="3002583"/>
                  </a:lnTo>
                  <a:lnTo>
                    <a:pt x="3522108" y="2862119"/>
                  </a:lnTo>
                  <a:lnTo>
                    <a:pt x="3544179" y="2724462"/>
                  </a:lnTo>
                  <a:lnTo>
                    <a:pt x="3566241" y="2589909"/>
                  </a:lnTo>
                  <a:lnTo>
                    <a:pt x="3588302" y="2458723"/>
                  </a:lnTo>
                  <a:lnTo>
                    <a:pt x="3610378" y="2331134"/>
                  </a:lnTo>
                  <a:lnTo>
                    <a:pt x="3632485" y="2207336"/>
                  </a:lnTo>
                  <a:lnTo>
                    <a:pt x="3654646" y="2087487"/>
                  </a:lnTo>
                  <a:lnTo>
                    <a:pt x="3676889" y="1971713"/>
                  </a:lnTo>
                  <a:lnTo>
                    <a:pt x="3699246" y="1860102"/>
                  </a:lnTo>
                  <a:lnTo>
                    <a:pt x="3721755" y="1752711"/>
                  </a:lnTo>
                  <a:lnTo>
                    <a:pt x="3744460" y="1649565"/>
                  </a:lnTo>
                  <a:lnTo>
                    <a:pt x="3767412" y="1550658"/>
                  </a:lnTo>
                  <a:lnTo>
                    <a:pt x="3790671" y="1455957"/>
                  </a:lnTo>
                  <a:lnTo>
                    <a:pt x="3814302" y="1365403"/>
                  </a:lnTo>
                  <a:lnTo>
                    <a:pt x="3829811" y="1309041"/>
                  </a:lnTo>
                  <a:lnTo>
                    <a:pt x="3868952" y="1177430"/>
                  </a:lnTo>
                  <a:lnTo>
                    <a:pt x="3909729" y="1056139"/>
                  </a:lnTo>
                  <a:lnTo>
                    <a:pt x="3952558" y="944890"/>
                  </a:lnTo>
                  <a:lnTo>
                    <a:pt x="3997899" y="843094"/>
                  </a:lnTo>
                  <a:lnTo>
                    <a:pt x="4046232" y="750010"/>
                  </a:lnTo>
                  <a:lnTo>
                    <a:pt x="4098037" y="664843"/>
                  </a:lnTo>
                  <a:lnTo>
                    <a:pt x="4153773" y="586822"/>
                  </a:lnTo>
                  <a:lnTo>
                    <a:pt x="4213846" y="515233"/>
                  </a:lnTo>
                  <a:lnTo>
                    <a:pt x="4278569" y="449456"/>
                  </a:lnTo>
                  <a:lnTo>
                    <a:pt x="4348113" y="388973"/>
                  </a:lnTo>
                  <a:lnTo>
                    <a:pt x="4422445" y="333382"/>
                  </a:lnTo>
                  <a:lnTo>
                    <a:pt x="4501254" y="282400"/>
                  </a:lnTo>
                  <a:lnTo>
                    <a:pt x="4583879" y="235860"/>
                  </a:lnTo>
                  <a:lnTo>
                    <a:pt x="4669237" y="193700"/>
                  </a:lnTo>
                  <a:lnTo>
                    <a:pt x="4755794" y="155944"/>
                  </a:lnTo>
                  <a:lnTo>
                    <a:pt x="4841571" y="122666"/>
                  </a:lnTo>
                  <a:lnTo>
                    <a:pt x="4924231" y="93955"/>
                  </a:lnTo>
                  <a:lnTo>
                    <a:pt x="5001256" y="69854"/>
                  </a:lnTo>
                  <a:lnTo>
                    <a:pt x="5070199" y="50313"/>
                  </a:lnTo>
                  <a:lnTo>
                    <a:pt x="5128981" y="35149"/>
                  </a:lnTo>
                  <a:lnTo>
                    <a:pt x="5176192" y="24020"/>
                  </a:lnTo>
                  <a:lnTo>
                    <a:pt x="5211310" y="16428"/>
                  </a:lnTo>
                  <a:lnTo>
                    <a:pt x="5234821" y="11755"/>
                  </a:lnTo>
                  <a:lnTo>
                    <a:pt x="5248208" y="9303"/>
                  </a:lnTo>
                  <a:lnTo>
                    <a:pt x="5253859" y="8345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209" y="8263"/>
                  </a:lnTo>
                  <a:lnTo>
                    <a:pt x="6732936" y="8911"/>
                  </a:lnTo>
                  <a:lnTo>
                    <a:pt x="6747485" y="10698"/>
                  </a:lnTo>
                  <a:lnTo>
                    <a:pt x="6773774" y="14223"/>
                  </a:lnTo>
                  <a:lnTo>
                    <a:pt x="6813519" y="20054"/>
                  </a:lnTo>
                  <a:lnTo>
                    <a:pt x="6867114" y="28689"/>
                  </a:lnTo>
                  <a:lnTo>
                    <a:pt x="6933645" y="40506"/>
                  </a:lnTo>
                  <a:lnTo>
                    <a:pt x="7011094" y="55748"/>
                  </a:lnTo>
                  <a:lnTo>
                    <a:pt x="7096693" y="74522"/>
                  </a:lnTo>
                  <a:lnTo>
                    <a:pt x="7187350" y="96829"/>
                  </a:lnTo>
                  <a:lnTo>
                    <a:pt x="7280053" y="122611"/>
                  </a:lnTo>
                  <a:lnTo>
                    <a:pt x="7372173" y="151796"/>
                  </a:lnTo>
                  <a:lnTo>
                    <a:pt x="7461628" y="184348"/>
                  </a:lnTo>
                  <a:lnTo>
                    <a:pt x="7546943" y="220299"/>
                  </a:lnTo>
                  <a:lnTo>
                    <a:pt x="7627208" y="259768"/>
                  </a:lnTo>
                  <a:lnTo>
                    <a:pt x="7701993" y="302978"/>
                  </a:lnTo>
                  <a:lnTo>
                    <a:pt x="7771241" y="350255"/>
                  </a:lnTo>
                  <a:lnTo>
                    <a:pt x="7835167" y="402027"/>
                  </a:lnTo>
                  <a:lnTo>
                    <a:pt x="7894168" y="458814"/>
                  </a:lnTo>
                  <a:lnTo>
                    <a:pt x="7948757" y="521213"/>
                  </a:lnTo>
                  <a:lnTo>
                    <a:pt x="7999509" y="589868"/>
                  </a:lnTo>
                  <a:lnTo>
                    <a:pt x="8047017" y="665425"/>
                  </a:lnTo>
                  <a:lnTo>
                    <a:pt x="8091865" y="748457"/>
                  </a:lnTo>
                  <a:lnTo>
                    <a:pt x="8134597" y="839350"/>
                  </a:lnTo>
                  <a:lnTo>
                    <a:pt x="8151487" y="878597"/>
                  </a:lnTo>
                  <a:lnTo>
                    <a:pt x="8180390" y="950185"/>
                  </a:lnTo>
                  <a:lnTo>
                    <a:pt x="8208698" y="1025809"/>
                  </a:lnTo>
                  <a:lnTo>
                    <a:pt x="8236535" y="1105548"/>
                  </a:lnTo>
                  <a:lnTo>
                    <a:pt x="8264009" y="1189447"/>
                  </a:lnTo>
                  <a:lnTo>
                    <a:pt x="8291207" y="1277507"/>
                  </a:lnTo>
                  <a:lnTo>
                    <a:pt x="8318206" y="1369688"/>
                  </a:lnTo>
                  <a:lnTo>
                    <a:pt x="8345069" y="1465903"/>
                  </a:lnTo>
                  <a:lnTo>
                    <a:pt x="8371845" y="1566016"/>
                  </a:lnTo>
                  <a:lnTo>
                    <a:pt x="8398576" y="1669840"/>
                  </a:lnTo>
                  <a:lnTo>
                    <a:pt x="8425292" y="1777139"/>
                  </a:lnTo>
                  <a:lnTo>
                    <a:pt x="8452015" y="1887624"/>
                  </a:lnTo>
                  <a:lnTo>
                    <a:pt x="8478759" y="2000962"/>
                  </a:lnTo>
                  <a:lnTo>
                    <a:pt x="8505534" y="2116770"/>
                  </a:lnTo>
                  <a:lnTo>
                    <a:pt x="8532339" y="2234630"/>
                  </a:lnTo>
                  <a:lnTo>
                    <a:pt x="8559173" y="2354085"/>
                  </a:lnTo>
                  <a:lnTo>
                    <a:pt x="8586029" y="2474655"/>
                  </a:lnTo>
                  <a:lnTo>
                    <a:pt x="8612898" y="2595837"/>
                  </a:lnTo>
                  <a:lnTo>
                    <a:pt x="8639768" y="2717119"/>
                  </a:lnTo>
                  <a:lnTo>
                    <a:pt x="8666630" y="2837988"/>
                  </a:lnTo>
                  <a:lnTo>
                    <a:pt x="8693474" y="2957935"/>
                  </a:lnTo>
                  <a:lnTo>
                    <a:pt x="8720291" y="3076472"/>
                  </a:lnTo>
                  <a:lnTo>
                    <a:pt x="8747078" y="3193131"/>
                  </a:lnTo>
                  <a:lnTo>
                    <a:pt x="8773833" y="3307477"/>
                  </a:lnTo>
                  <a:lnTo>
                    <a:pt x="8800564" y="3419115"/>
                  </a:lnTo>
                  <a:lnTo>
                    <a:pt x="8827280" y="3527691"/>
                  </a:lnTo>
                  <a:lnTo>
                    <a:pt x="8854002" y="3632899"/>
                  </a:lnTo>
                  <a:lnTo>
                    <a:pt x="8880756" y="3734481"/>
                  </a:lnTo>
                  <a:lnTo>
                    <a:pt x="8907579" y="3832232"/>
                  </a:lnTo>
                  <a:lnTo>
                    <a:pt x="8934519" y="3925996"/>
                  </a:lnTo>
                  <a:lnTo>
                    <a:pt x="8961631" y="4015667"/>
                  </a:lnTo>
                  <a:lnTo>
                    <a:pt x="8988988" y="4101187"/>
                  </a:lnTo>
                  <a:lnTo>
                    <a:pt x="9016672" y="4182542"/>
                  </a:lnTo>
                  <a:lnTo>
                    <a:pt x="9044783" y="4259760"/>
                  </a:lnTo>
                  <a:lnTo>
                    <a:pt x="9073439" y="4332907"/>
                  </a:lnTo>
                  <a:lnTo>
                    <a:pt x="9084767" y="4360294"/>
                  </a:lnTo>
                  <a:lnTo>
                    <a:pt x="9126779" y="4454419"/>
                  </a:lnTo>
                  <a:lnTo>
                    <a:pt x="9170704" y="4540619"/>
                  </a:lnTo>
                  <a:lnTo>
                    <a:pt x="9217061" y="4619155"/>
                  </a:lnTo>
                  <a:lnTo>
                    <a:pt x="9266421" y="4690542"/>
                  </a:lnTo>
                  <a:lnTo>
                    <a:pt x="9319378" y="4755406"/>
                  </a:lnTo>
                  <a:lnTo>
                    <a:pt x="9376518" y="4814401"/>
                  </a:lnTo>
                  <a:lnTo>
                    <a:pt x="9438385" y="4868146"/>
                  </a:lnTo>
                  <a:lnTo>
                    <a:pt x="9505429" y="4917194"/>
                  </a:lnTo>
                  <a:lnTo>
                    <a:pt x="9577951" y="4962013"/>
                  </a:lnTo>
                  <a:lnTo>
                    <a:pt x="9656016" y="5002971"/>
                  </a:lnTo>
                  <a:lnTo>
                    <a:pt x="9739357" y="5040333"/>
                  </a:lnTo>
                  <a:lnTo>
                    <a:pt x="9827272" y="5074259"/>
                  </a:lnTo>
                  <a:lnTo>
                    <a:pt x="9918525" y="5104815"/>
                  </a:lnTo>
                  <a:lnTo>
                    <a:pt x="10011279" y="5131989"/>
                  </a:lnTo>
                  <a:lnTo>
                    <a:pt x="10103116" y="5155718"/>
                  </a:lnTo>
                  <a:lnTo>
                    <a:pt x="10191149" y="5175934"/>
                  </a:lnTo>
                  <a:lnTo>
                    <a:pt x="10272275" y="5192606"/>
                  </a:lnTo>
                  <a:lnTo>
                    <a:pt x="10343543" y="5205796"/>
                  </a:lnTo>
                  <a:lnTo>
                    <a:pt x="10402580" y="5215687"/>
                  </a:lnTo>
                  <a:lnTo>
                    <a:pt x="10447988" y="5222605"/>
                  </a:lnTo>
                  <a:lnTo>
                    <a:pt x="10479616" y="5227002"/>
                  </a:lnTo>
                  <a:lnTo>
                    <a:pt x="10498653" y="5229424"/>
                  </a:lnTo>
                  <a:lnTo>
                    <a:pt x="10507547" y="5230464"/>
                  </a:lnTo>
                  <a:lnTo>
                    <a:pt x="10509911" y="5230718"/>
                  </a:lnTo>
                  <a:lnTo>
                    <a:pt x="11981298" y="5230718"/>
                  </a:lnTo>
                  <a:lnTo>
                    <a:pt x="11981298" y="5222545"/>
                  </a:lnTo>
                  <a:lnTo>
                    <a:pt x="10509911" y="5222545"/>
                  </a:lnTo>
                  <a:lnTo>
                    <a:pt x="10509044" y="5222454"/>
                  </a:lnTo>
                  <a:lnTo>
                    <a:pt x="10503317" y="5221807"/>
                  </a:lnTo>
                  <a:lnTo>
                    <a:pt x="10488768" y="5220020"/>
                  </a:lnTo>
                  <a:lnTo>
                    <a:pt x="10462480" y="5216495"/>
                  </a:lnTo>
                  <a:lnTo>
                    <a:pt x="10422734" y="5210664"/>
                  </a:lnTo>
                  <a:lnTo>
                    <a:pt x="10369140" y="5202029"/>
                  </a:lnTo>
                  <a:lnTo>
                    <a:pt x="10302608" y="5190212"/>
                  </a:lnTo>
                  <a:lnTo>
                    <a:pt x="10225159" y="5174970"/>
                  </a:lnTo>
                  <a:lnTo>
                    <a:pt x="10139561" y="5156196"/>
                  </a:lnTo>
                  <a:lnTo>
                    <a:pt x="10048904" y="5133888"/>
                  </a:lnTo>
                  <a:lnTo>
                    <a:pt x="9956200" y="5108107"/>
                  </a:lnTo>
                  <a:lnTo>
                    <a:pt x="9864081" y="5078922"/>
                  </a:lnTo>
                  <a:lnTo>
                    <a:pt x="9774626" y="5046370"/>
                  </a:lnTo>
                  <a:lnTo>
                    <a:pt x="9689310" y="5010419"/>
                  </a:lnTo>
                  <a:lnTo>
                    <a:pt x="9609045" y="4970950"/>
                  </a:lnTo>
                  <a:lnTo>
                    <a:pt x="9534260" y="4927740"/>
                  </a:lnTo>
                  <a:lnTo>
                    <a:pt x="9465012" y="4880463"/>
                  </a:lnTo>
                  <a:lnTo>
                    <a:pt x="9401087" y="4828691"/>
                  </a:lnTo>
                  <a:lnTo>
                    <a:pt x="9342085" y="4771904"/>
                  </a:lnTo>
                  <a:lnTo>
                    <a:pt x="9287496" y="4709505"/>
                  </a:lnTo>
                  <a:lnTo>
                    <a:pt x="9236744" y="4640850"/>
                  </a:lnTo>
                  <a:lnTo>
                    <a:pt x="9189236" y="4565293"/>
                  </a:lnTo>
                  <a:lnTo>
                    <a:pt x="9144389" y="4482261"/>
                  </a:lnTo>
                  <a:lnTo>
                    <a:pt x="9101656" y="4391368"/>
                  </a:lnTo>
                  <a:lnTo>
                    <a:pt x="9084767" y="4352121"/>
                  </a:lnTo>
                  <a:lnTo>
                    <a:pt x="9055864" y="4280533"/>
                  </a:lnTo>
                  <a:lnTo>
                    <a:pt x="9027555" y="4204909"/>
                  </a:lnTo>
                  <a:lnTo>
                    <a:pt x="8999718" y="4125170"/>
                  </a:lnTo>
                  <a:lnTo>
                    <a:pt x="8972245" y="4041271"/>
                  </a:lnTo>
                  <a:lnTo>
                    <a:pt x="8945046" y="3953211"/>
                  </a:lnTo>
                  <a:lnTo>
                    <a:pt x="8918047" y="3861030"/>
                  </a:lnTo>
                  <a:lnTo>
                    <a:pt x="8891184" y="3764815"/>
                  </a:lnTo>
                  <a:lnTo>
                    <a:pt x="8864408" y="3664702"/>
                  </a:lnTo>
                  <a:lnTo>
                    <a:pt x="8837677" y="3560878"/>
                  </a:lnTo>
                  <a:lnTo>
                    <a:pt x="8810962" y="3453579"/>
                  </a:lnTo>
                  <a:lnTo>
                    <a:pt x="8784239" y="3343094"/>
                  </a:lnTo>
                  <a:lnTo>
                    <a:pt x="8757494" y="3229756"/>
                  </a:lnTo>
                  <a:lnTo>
                    <a:pt x="8730720" y="3113948"/>
                  </a:lnTo>
                  <a:lnTo>
                    <a:pt x="8703914" y="2996088"/>
                  </a:lnTo>
                  <a:lnTo>
                    <a:pt x="8677080" y="2876632"/>
                  </a:lnTo>
                  <a:lnTo>
                    <a:pt x="8650224" y="2756063"/>
                  </a:lnTo>
                  <a:lnTo>
                    <a:pt x="8623356" y="2634881"/>
                  </a:lnTo>
                  <a:lnTo>
                    <a:pt x="8596485" y="2513599"/>
                  </a:lnTo>
                  <a:lnTo>
                    <a:pt x="8569623" y="2392730"/>
                  </a:lnTo>
                  <a:lnTo>
                    <a:pt x="8542779" y="2272783"/>
                  </a:lnTo>
                  <a:lnTo>
                    <a:pt x="8515962" y="2154246"/>
                  </a:lnTo>
                  <a:lnTo>
                    <a:pt x="8489176" y="2037587"/>
                  </a:lnTo>
                  <a:lnTo>
                    <a:pt x="8462420" y="1923241"/>
                  </a:lnTo>
                  <a:lnTo>
                    <a:pt x="8435690" y="1811603"/>
                  </a:lnTo>
                  <a:lnTo>
                    <a:pt x="8408973" y="1703027"/>
                  </a:lnTo>
                  <a:lnTo>
                    <a:pt x="8382252" y="1597819"/>
                  </a:lnTo>
                  <a:lnTo>
                    <a:pt x="8355497" y="1496237"/>
                  </a:lnTo>
                  <a:lnTo>
                    <a:pt x="8328674" y="1398486"/>
                  </a:lnTo>
                  <a:lnTo>
                    <a:pt x="8301735" y="1304722"/>
                  </a:lnTo>
                  <a:lnTo>
                    <a:pt x="8274622" y="1215051"/>
                  </a:lnTo>
                  <a:lnTo>
                    <a:pt x="8247265" y="1129531"/>
                  </a:lnTo>
                  <a:lnTo>
                    <a:pt x="8219581" y="1048176"/>
                  </a:lnTo>
                  <a:lnTo>
                    <a:pt x="8191470" y="970958"/>
                  </a:lnTo>
                  <a:lnTo>
                    <a:pt x="8162815" y="897811"/>
                  </a:lnTo>
                  <a:lnTo>
                    <a:pt x="8151487" y="870424"/>
                  </a:lnTo>
                  <a:lnTo>
                    <a:pt x="8109474" y="776299"/>
                  </a:lnTo>
                  <a:lnTo>
                    <a:pt x="8065550" y="690099"/>
                  </a:lnTo>
                  <a:lnTo>
                    <a:pt x="8019193" y="611563"/>
                  </a:lnTo>
                  <a:lnTo>
                    <a:pt x="7969832" y="540176"/>
                  </a:lnTo>
                  <a:lnTo>
                    <a:pt x="7916875" y="475311"/>
                  </a:lnTo>
                  <a:lnTo>
                    <a:pt x="7859735" y="416317"/>
                  </a:lnTo>
                  <a:lnTo>
                    <a:pt x="7797869" y="362572"/>
                  </a:lnTo>
                  <a:lnTo>
                    <a:pt x="7730824" y="313524"/>
                  </a:lnTo>
                  <a:lnTo>
                    <a:pt x="7658302" y="268705"/>
                  </a:lnTo>
                  <a:lnTo>
                    <a:pt x="7580238" y="227747"/>
                  </a:lnTo>
                  <a:lnTo>
                    <a:pt x="7496896" y="190385"/>
                  </a:lnTo>
                  <a:lnTo>
                    <a:pt x="7408981" y="156459"/>
                  </a:lnTo>
                  <a:lnTo>
                    <a:pt x="7317729" y="125903"/>
                  </a:lnTo>
                  <a:lnTo>
                    <a:pt x="7224974" y="98729"/>
                  </a:lnTo>
                  <a:lnTo>
                    <a:pt x="7133137" y="75000"/>
                  </a:lnTo>
                  <a:lnTo>
                    <a:pt x="7045104" y="54784"/>
                  </a:lnTo>
                  <a:lnTo>
                    <a:pt x="6963978" y="38112"/>
                  </a:lnTo>
                  <a:lnTo>
                    <a:pt x="6892710" y="24922"/>
                  </a:lnTo>
                  <a:lnTo>
                    <a:pt x="6833673" y="15031"/>
                  </a:lnTo>
                  <a:lnTo>
                    <a:pt x="6788265" y="8113"/>
                  </a:lnTo>
                  <a:lnTo>
                    <a:pt x="6756637" y="3716"/>
                  </a:lnTo>
                  <a:lnTo>
                    <a:pt x="6737600" y="1293"/>
                  </a:lnTo>
                  <a:lnTo>
                    <a:pt x="6728706" y="254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249" y="110"/>
                  </a:lnTo>
                  <a:lnTo>
                    <a:pt x="5249565" y="894"/>
                  </a:lnTo>
                  <a:lnTo>
                    <a:pt x="5237604" y="3057"/>
                  </a:lnTo>
                  <a:lnTo>
                    <a:pt x="5215847" y="7325"/>
                  </a:lnTo>
                  <a:lnTo>
                    <a:pt x="5182654" y="14402"/>
                  </a:lnTo>
                  <a:lnTo>
                    <a:pt x="5137379" y="24926"/>
                  </a:lnTo>
                  <a:lnTo>
                    <a:pt x="5080383" y="39414"/>
                  </a:lnTo>
                  <a:lnTo>
                    <a:pt x="5012948" y="58234"/>
                  </a:lnTo>
                  <a:lnTo>
                    <a:pt x="4937063" y="81595"/>
                  </a:lnTo>
                  <a:lnTo>
                    <a:pt x="4855137" y="109567"/>
                  </a:lnTo>
                  <a:lnTo>
                    <a:pt x="4769697" y="142115"/>
                  </a:lnTo>
                  <a:lnTo>
                    <a:pt x="4683121" y="179157"/>
                  </a:lnTo>
                  <a:lnTo>
                    <a:pt x="4597454" y="220613"/>
                  </a:lnTo>
                  <a:lnTo>
                    <a:pt x="4514306" y="266447"/>
                  </a:lnTo>
                  <a:lnTo>
                    <a:pt x="4434828" y="316706"/>
                  </a:lnTo>
                  <a:lnTo>
                    <a:pt x="4359747" y="371539"/>
                  </a:lnTo>
                  <a:lnTo>
                    <a:pt x="4289424" y="431212"/>
                  </a:lnTo>
                  <a:lnTo>
                    <a:pt x="4223933" y="496106"/>
                  </a:lnTo>
                  <a:lnTo>
                    <a:pt x="4163131" y="566721"/>
                  </a:lnTo>
                  <a:lnTo>
                    <a:pt x="4106723" y="643662"/>
                  </a:lnTo>
                  <a:lnTo>
                    <a:pt x="4054315" y="727629"/>
                  </a:lnTo>
                  <a:lnTo>
                    <a:pt x="4005456" y="819387"/>
                  </a:lnTo>
                  <a:lnTo>
                    <a:pt x="3959667" y="919729"/>
                  </a:lnTo>
                  <a:lnTo>
                    <a:pt x="3916466" y="1029412"/>
                  </a:lnTo>
                  <a:lnTo>
                    <a:pt x="3875388" y="1149059"/>
                  </a:lnTo>
                  <a:lnTo>
                    <a:pt x="3836010" y="1279012"/>
                  </a:lnTo>
                  <a:lnTo>
                    <a:pt x="3829811" y="1300868"/>
                  </a:lnTo>
                  <a:lnTo>
                    <a:pt x="3805898" y="1388785"/>
                  </a:lnTo>
                  <a:lnTo>
                    <a:pt x="3782406" y="1480797"/>
                  </a:lnTo>
                  <a:lnTo>
                    <a:pt x="3759263" y="1576980"/>
                  </a:lnTo>
                  <a:lnTo>
                    <a:pt x="3736405" y="1677384"/>
                  </a:lnTo>
                  <a:lnTo>
                    <a:pt x="3713774" y="1782032"/>
                  </a:lnTo>
                  <a:lnTo>
                    <a:pt x="3691324" y="1890920"/>
                  </a:lnTo>
                  <a:lnTo>
                    <a:pt x="3669012" y="2004011"/>
                  </a:lnTo>
                  <a:lnTo>
                    <a:pt x="3646801" y="2121238"/>
                  </a:lnTo>
                  <a:lnTo>
                    <a:pt x="3624662" y="2242500"/>
                  </a:lnTo>
                  <a:lnTo>
                    <a:pt x="3602568" y="2367659"/>
                  </a:lnTo>
                  <a:lnTo>
                    <a:pt x="3580500" y="2496544"/>
                  </a:lnTo>
                  <a:lnTo>
                    <a:pt x="3558440" y="2628949"/>
                  </a:lnTo>
                  <a:lnTo>
                    <a:pt x="3536376" y="2764631"/>
                  </a:lnTo>
                  <a:lnTo>
                    <a:pt x="3514299" y="2903316"/>
                  </a:lnTo>
                  <a:lnTo>
                    <a:pt x="3492203" y="3044696"/>
                  </a:lnTo>
                  <a:lnTo>
                    <a:pt x="3470087" y="3188435"/>
                  </a:lnTo>
                  <a:lnTo>
                    <a:pt x="3447949" y="3334169"/>
                  </a:lnTo>
                  <a:lnTo>
                    <a:pt x="3425792" y="3481513"/>
                  </a:lnTo>
                  <a:lnTo>
                    <a:pt x="3403620" y="3630060"/>
                  </a:lnTo>
                  <a:lnTo>
                    <a:pt x="3381436" y="3779393"/>
                  </a:lnTo>
                  <a:lnTo>
                    <a:pt x="3359248" y="3929081"/>
                  </a:lnTo>
                  <a:lnTo>
                    <a:pt x="3337060" y="4078694"/>
                  </a:lnTo>
                  <a:lnTo>
                    <a:pt x="3314880" y="4227797"/>
                  </a:lnTo>
                  <a:lnTo>
                    <a:pt x="3292712" y="4375966"/>
                  </a:lnTo>
                  <a:lnTo>
                    <a:pt x="3270562" y="4522786"/>
                  </a:lnTo>
                  <a:lnTo>
                    <a:pt x="3248431" y="4667857"/>
                  </a:lnTo>
                  <a:lnTo>
                    <a:pt x="3226323" y="4810802"/>
                  </a:lnTo>
                  <a:lnTo>
                    <a:pt x="3204234" y="4951266"/>
                  </a:lnTo>
                  <a:lnTo>
                    <a:pt x="3182163" y="5088923"/>
                  </a:lnTo>
                  <a:lnTo>
                    <a:pt x="3160101" y="5223476"/>
                  </a:lnTo>
                  <a:lnTo>
                    <a:pt x="3138040" y="5354662"/>
                  </a:lnTo>
                  <a:lnTo>
                    <a:pt x="3115964" y="5482251"/>
                  </a:lnTo>
                  <a:lnTo>
                    <a:pt x="3093857" y="5606050"/>
                  </a:lnTo>
                  <a:lnTo>
                    <a:pt x="3071696" y="5725898"/>
                  </a:lnTo>
                  <a:lnTo>
                    <a:pt x="3049453" y="5841673"/>
                  </a:lnTo>
                  <a:lnTo>
                    <a:pt x="3027096" y="5953283"/>
                  </a:lnTo>
                  <a:lnTo>
                    <a:pt x="3004587" y="6060674"/>
                  </a:lnTo>
                  <a:lnTo>
                    <a:pt x="2981882" y="6163821"/>
                  </a:lnTo>
                  <a:lnTo>
                    <a:pt x="2958930" y="6262728"/>
                  </a:lnTo>
                  <a:lnTo>
                    <a:pt x="2935671" y="6357428"/>
                  </a:lnTo>
                  <a:lnTo>
                    <a:pt x="2912040" y="6447982"/>
                  </a:lnTo>
                  <a:lnTo>
                    <a:pt x="2896531" y="6504344"/>
                  </a:lnTo>
                  <a:lnTo>
                    <a:pt x="2857390" y="6635956"/>
                  </a:lnTo>
                  <a:lnTo>
                    <a:pt x="2816613" y="6757247"/>
                  </a:lnTo>
                  <a:lnTo>
                    <a:pt x="2773784" y="6868496"/>
                  </a:lnTo>
                  <a:lnTo>
                    <a:pt x="2728443" y="6970291"/>
                  </a:lnTo>
                  <a:lnTo>
                    <a:pt x="2680110" y="7063376"/>
                  </a:lnTo>
                  <a:lnTo>
                    <a:pt x="2628305" y="7148542"/>
                  </a:lnTo>
                  <a:lnTo>
                    <a:pt x="2572569" y="7226564"/>
                  </a:lnTo>
                  <a:lnTo>
                    <a:pt x="2512496" y="7298152"/>
                  </a:lnTo>
                  <a:lnTo>
                    <a:pt x="2447773" y="7363929"/>
                  </a:lnTo>
                  <a:lnTo>
                    <a:pt x="2378229" y="7424413"/>
                  </a:lnTo>
                  <a:lnTo>
                    <a:pt x="2303897" y="7480004"/>
                  </a:lnTo>
                  <a:lnTo>
                    <a:pt x="2225088" y="7530986"/>
                  </a:lnTo>
                  <a:lnTo>
                    <a:pt x="2142464" y="7577525"/>
                  </a:lnTo>
                  <a:lnTo>
                    <a:pt x="2057105" y="7619685"/>
                  </a:lnTo>
                  <a:lnTo>
                    <a:pt x="1970548" y="7657442"/>
                  </a:lnTo>
                  <a:lnTo>
                    <a:pt x="1884771" y="7690719"/>
                  </a:lnTo>
                  <a:lnTo>
                    <a:pt x="1802111" y="7719430"/>
                  </a:lnTo>
                  <a:lnTo>
                    <a:pt x="1725086" y="7743532"/>
                  </a:lnTo>
                  <a:lnTo>
                    <a:pt x="1656143" y="7763072"/>
                  </a:lnTo>
                  <a:lnTo>
                    <a:pt x="1597361" y="7778236"/>
                  </a:lnTo>
                  <a:lnTo>
                    <a:pt x="1550150" y="7789366"/>
                  </a:lnTo>
                  <a:lnTo>
                    <a:pt x="1515032" y="7796957"/>
                  </a:lnTo>
                  <a:lnTo>
                    <a:pt x="1491521" y="7801630"/>
                  </a:lnTo>
                  <a:lnTo>
                    <a:pt x="1478134" y="7804083"/>
                  </a:lnTo>
                  <a:lnTo>
                    <a:pt x="1472483" y="7805040"/>
                  </a:lnTo>
                  <a:lnTo>
                    <a:pt x="1471387" y="7805213"/>
                  </a:lnTo>
                  <a:lnTo>
                    <a:pt x="0" y="7805213"/>
                  </a:lnTo>
                  <a:close/>
                </a:path>
              </a:pathLst>
            </a:custGeom>
            <a:solidFill>
              <a:srgbClr val="C3CD83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2058" name="pl2058"/>
            <p:cNvSpPr/>
            <p:nvPr/>
          </p:nvSpPr>
          <p:spPr>
            <a:xfrm>
              <a:off x="4799595" y="3018250"/>
              <a:ext cx="11981298" cy="7805213"/>
            </a:xfrm>
            <a:custGeom>
              <a:avLst/>
              <a:pathLst>
                <a:path w="11981298" h="7805213">
                  <a:moveTo>
                    <a:pt x="0" y="7805213"/>
                  </a:moveTo>
                  <a:lnTo>
                    <a:pt x="1471387" y="7805213"/>
                  </a:lnTo>
                  <a:lnTo>
                    <a:pt x="1472093" y="7805103"/>
                  </a:lnTo>
                  <a:lnTo>
                    <a:pt x="1476777" y="7804319"/>
                  </a:lnTo>
                  <a:lnTo>
                    <a:pt x="1488738" y="7802155"/>
                  </a:lnTo>
                  <a:lnTo>
                    <a:pt x="1510495" y="7797888"/>
                  </a:lnTo>
                  <a:lnTo>
                    <a:pt x="1543688" y="7790810"/>
                  </a:lnTo>
                  <a:lnTo>
                    <a:pt x="1588963" y="7780287"/>
                  </a:lnTo>
                  <a:lnTo>
                    <a:pt x="1645960" y="7765799"/>
                  </a:lnTo>
                  <a:lnTo>
                    <a:pt x="1713395" y="7746979"/>
                  </a:lnTo>
                  <a:lnTo>
                    <a:pt x="1789280" y="7723617"/>
                  </a:lnTo>
                  <a:lnTo>
                    <a:pt x="1871205" y="7695646"/>
                  </a:lnTo>
                  <a:lnTo>
                    <a:pt x="1956645" y="7663097"/>
                  </a:lnTo>
                  <a:lnTo>
                    <a:pt x="2043221" y="7626055"/>
                  </a:lnTo>
                  <a:lnTo>
                    <a:pt x="2128888" y="7584600"/>
                  </a:lnTo>
                  <a:lnTo>
                    <a:pt x="2212037" y="7538766"/>
                  </a:lnTo>
                  <a:lnTo>
                    <a:pt x="2291514" y="7488507"/>
                  </a:lnTo>
                  <a:lnTo>
                    <a:pt x="2366595" y="7433673"/>
                  </a:lnTo>
                  <a:lnTo>
                    <a:pt x="2436918" y="7374000"/>
                  </a:lnTo>
                  <a:lnTo>
                    <a:pt x="2502409" y="7309106"/>
                  </a:lnTo>
                  <a:lnTo>
                    <a:pt x="2563211" y="7238491"/>
                  </a:lnTo>
                  <a:lnTo>
                    <a:pt x="2619619" y="7161550"/>
                  </a:lnTo>
                  <a:lnTo>
                    <a:pt x="2672027" y="7077584"/>
                  </a:lnTo>
                  <a:lnTo>
                    <a:pt x="2720886" y="6985826"/>
                  </a:lnTo>
                  <a:lnTo>
                    <a:pt x="2766675" y="6885483"/>
                  </a:lnTo>
                  <a:lnTo>
                    <a:pt x="2809876" y="6775800"/>
                  </a:lnTo>
                  <a:lnTo>
                    <a:pt x="2850954" y="6656153"/>
                  </a:lnTo>
                  <a:lnTo>
                    <a:pt x="2890332" y="6526201"/>
                  </a:lnTo>
                  <a:lnTo>
                    <a:pt x="2896531" y="6504344"/>
                  </a:lnTo>
                  <a:lnTo>
                    <a:pt x="2920444" y="6416428"/>
                  </a:lnTo>
                  <a:lnTo>
                    <a:pt x="2943936" y="6324415"/>
                  </a:lnTo>
                  <a:lnTo>
                    <a:pt x="2967079" y="6228232"/>
                  </a:lnTo>
                  <a:lnTo>
                    <a:pt x="2989938" y="6127829"/>
                  </a:lnTo>
                  <a:lnTo>
                    <a:pt x="3012568" y="6023180"/>
                  </a:lnTo>
                  <a:lnTo>
                    <a:pt x="3035018" y="5914293"/>
                  </a:lnTo>
                  <a:lnTo>
                    <a:pt x="3057330" y="5801201"/>
                  </a:lnTo>
                  <a:lnTo>
                    <a:pt x="3079541" y="5683974"/>
                  </a:lnTo>
                  <a:lnTo>
                    <a:pt x="3101680" y="5562713"/>
                  </a:lnTo>
                  <a:lnTo>
                    <a:pt x="3123774" y="5437554"/>
                  </a:lnTo>
                  <a:lnTo>
                    <a:pt x="3145842" y="5308668"/>
                  </a:lnTo>
                  <a:lnTo>
                    <a:pt x="3167903" y="5176264"/>
                  </a:lnTo>
                  <a:lnTo>
                    <a:pt x="3189967" y="5040581"/>
                  </a:lnTo>
                  <a:lnTo>
                    <a:pt x="3212043" y="4901896"/>
                  </a:lnTo>
                  <a:lnTo>
                    <a:pt x="3234139" y="4760516"/>
                  </a:lnTo>
                  <a:lnTo>
                    <a:pt x="3256255" y="4616777"/>
                  </a:lnTo>
                  <a:lnTo>
                    <a:pt x="3278393" y="4471043"/>
                  </a:lnTo>
                  <a:lnTo>
                    <a:pt x="3300550" y="4323700"/>
                  </a:lnTo>
                  <a:lnTo>
                    <a:pt x="3322723" y="4175152"/>
                  </a:lnTo>
                  <a:lnTo>
                    <a:pt x="3344906" y="4025820"/>
                  </a:lnTo>
                  <a:lnTo>
                    <a:pt x="3367095" y="3876131"/>
                  </a:lnTo>
                  <a:lnTo>
                    <a:pt x="3389282" y="3726519"/>
                  </a:lnTo>
                  <a:lnTo>
                    <a:pt x="3411462" y="3577415"/>
                  </a:lnTo>
                  <a:lnTo>
                    <a:pt x="3433630" y="3429246"/>
                  </a:lnTo>
                  <a:lnTo>
                    <a:pt x="3455781" y="3282427"/>
                  </a:lnTo>
                  <a:lnTo>
                    <a:pt x="3477911" y="3137355"/>
                  </a:lnTo>
                  <a:lnTo>
                    <a:pt x="3500020" y="2994410"/>
                  </a:lnTo>
                  <a:lnTo>
                    <a:pt x="3522108" y="2853946"/>
                  </a:lnTo>
                  <a:lnTo>
                    <a:pt x="3544179" y="2716289"/>
                  </a:lnTo>
                  <a:lnTo>
                    <a:pt x="3566241" y="2581736"/>
                  </a:lnTo>
                  <a:lnTo>
                    <a:pt x="3588302" y="2450550"/>
                  </a:lnTo>
                  <a:lnTo>
                    <a:pt x="3610378" y="2322961"/>
                  </a:lnTo>
                  <a:lnTo>
                    <a:pt x="3632485" y="2199163"/>
                  </a:lnTo>
                  <a:lnTo>
                    <a:pt x="3654646" y="2079314"/>
                  </a:lnTo>
                  <a:lnTo>
                    <a:pt x="3676889" y="1963540"/>
                  </a:lnTo>
                  <a:lnTo>
                    <a:pt x="3699246" y="1851929"/>
                  </a:lnTo>
                  <a:lnTo>
                    <a:pt x="3721755" y="1744538"/>
                  </a:lnTo>
                  <a:lnTo>
                    <a:pt x="3744460" y="1641392"/>
                  </a:lnTo>
                  <a:lnTo>
                    <a:pt x="3767412" y="1542485"/>
                  </a:lnTo>
                  <a:lnTo>
                    <a:pt x="3790671" y="1447784"/>
                  </a:lnTo>
                  <a:lnTo>
                    <a:pt x="3814302" y="1357230"/>
                  </a:lnTo>
                  <a:lnTo>
                    <a:pt x="3829811" y="1300868"/>
                  </a:lnTo>
                  <a:lnTo>
                    <a:pt x="3868952" y="1169257"/>
                  </a:lnTo>
                  <a:lnTo>
                    <a:pt x="3909729" y="1047966"/>
                  </a:lnTo>
                  <a:lnTo>
                    <a:pt x="3952558" y="936717"/>
                  </a:lnTo>
                  <a:lnTo>
                    <a:pt x="3997899" y="834921"/>
                  </a:lnTo>
                  <a:lnTo>
                    <a:pt x="4046232" y="741837"/>
                  </a:lnTo>
                  <a:lnTo>
                    <a:pt x="4098037" y="656670"/>
                  </a:lnTo>
                  <a:lnTo>
                    <a:pt x="4153773" y="578649"/>
                  </a:lnTo>
                  <a:lnTo>
                    <a:pt x="4213846" y="507060"/>
                  </a:lnTo>
                  <a:lnTo>
                    <a:pt x="4278569" y="441283"/>
                  </a:lnTo>
                  <a:lnTo>
                    <a:pt x="4348113" y="380800"/>
                  </a:lnTo>
                  <a:lnTo>
                    <a:pt x="4422445" y="325209"/>
                  </a:lnTo>
                  <a:lnTo>
                    <a:pt x="4501254" y="274227"/>
                  </a:lnTo>
                  <a:lnTo>
                    <a:pt x="4583879" y="227687"/>
                  </a:lnTo>
                  <a:lnTo>
                    <a:pt x="4669237" y="185527"/>
                  </a:lnTo>
                  <a:lnTo>
                    <a:pt x="4755794" y="147771"/>
                  </a:lnTo>
                  <a:lnTo>
                    <a:pt x="4841571" y="114493"/>
                  </a:lnTo>
                  <a:lnTo>
                    <a:pt x="4924231" y="85782"/>
                  </a:lnTo>
                  <a:lnTo>
                    <a:pt x="5001256" y="61681"/>
                  </a:lnTo>
                  <a:lnTo>
                    <a:pt x="5070199" y="42140"/>
                  </a:lnTo>
                  <a:lnTo>
                    <a:pt x="5128981" y="26976"/>
                  </a:lnTo>
                  <a:lnTo>
                    <a:pt x="5176192" y="15847"/>
                  </a:lnTo>
                  <a:lnTo>
                    <a:pt x="5211310" y="8255"/>
                  </a:lnTo>
                  <a:lnTo>
                    <a:pt x="5234821" y="3582"/>
                  </a:lnTo>
                  <a:lnTo>
                    <a:pt x="5248208" y="1130"/>
                  </a:lnTo>
                  <a:lnTo>
                    <a:pt x="5253859" y="172"/>
                  </a:lnTo>
                  <a:lnTo>
                    <a:pt x="5254952" y="0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209" y="90"/>
                  </a:lnTo>
                  <a:lnTo>
                    <a:pt x="6732936" y="738"/>
                  </a:lnTo>
                  <a:lnTo>
                    <a:pt x="6747485" y="2525"/>
                  </a:lnTo>
                  <a:lnTo>
                    <a:pt x="6773774" y="6050"/>
                  </a:lnTo>
                  <a:lnTo>
                    <a:pt x="6813519" y="11881"/>
                  </a:lnTo>
                  <a:lnTo>
                    <a:pt x="6867114" y="20516"/>
                  </a:lnTo>
                  <a:lnTo>
                    <a:pt x="6933645" y="32333"/>
                  </a:lnTo>
                  <a:lnTo>
                    <a:pt x="7011094" y="47575"/>
                  </a:lnTo>
                  <a:lnTo>
                    <a:pt x="7096693" y="66349"/>
                  </a:lnTo>
                  <a:lnTo>
                    <a:pt x="7187350" y="88656"/>
                  </a:lnTo>
                  <a:lnTo>
                    <a:pt x="7280053" y="114438"/>
                  </a:lnTo>
                  <a:lnTo>
                    <a:pt x="7372173" y="143623"/>
                  </a:lnTo>
                  <a:lnTo>
                    <a:pt x="7461628" y="176175"/>
                  </a:lnTo>
                  <a:lnTo>
                    <a:pt x="7546943" y="212126"/>
                  </a:lnTo>
                  <a:lnTo>
                    <a:pt x="7627208" y="251595"/>
                  </a:lnTo>
                  <a:lnTo>
                    <a:pt x="7701993" y="294805"/>
                  </a:lnTo>
                  <a:lnTo>
                    <a:pt x="7771241" y="342082"/>
                  </a:lnTo>
                  <a:lnTo>
                    <a:pt x="7835167" y="393854"/>
                  </a:lnTo>
                  <a:lnTo>
                    <a:pt x="7894168" y="450641"/>
                  </a:lnTo>
                  <a:lnTo>
                    <a:pt x="7948757" y="513040"/>
                  </a:lnTo>
                  <a:lnTo>
                    <a:pt x="7999509" y="581695"/>
                  </a:lnTo>
                  <a:lnTo>
                    <a:pt x="8047017" y="657252"/>
                  </a:lnTo>
                  <a:lnTo>
                    <a:pt x="8091865" y="740284"/>
                  </a:lnTo>
                  <a:lnTo>
                    <a:pt x="8134597" y="831177"/>
                  </a:lnTo>
                  <a:lnTo>
                    <a:pt x="8151487" y="870424"/>
                  </a:lnTo>
                  <a:lnTo>
                    <a:pt x="8180390" y="942012"/>
                  </a:lnTo>
                  <a:lnTo>
                    <a:pt x="8208698" y="1017636"/>
                  </a:lnTo>
                  <a:lnTo>
                    <a:pt x="8236535" y="1097375"/>
                  </a:lnTo>
                  <a:lnTo>
                    <a:pt x="8264009" y="1181274"/>
                  </a:lnTo>
                  <a:lnTo>
                    <a:pt x="8291207" y="1269334"/>
                  </a:lnTo>
                  <a:lnTo>
                    <a:pt x="8318206" y="1361515"/>
                  </a:lnTo>
                  <a:lnTo>
                    <a:pt x="8345069" y="1457730"/>
                  </a:lnTo>
                  <a:lnTo>
                    <a:pt x="8371845" y="1557843"/>
                  </a:lnTo>
                  <a:lnTo>
                    <a:pt x="8398576" y="1661667"/>
                  </a:lnTo>
                  <a:lnTo>
                    <a:pt x="8425292" y="1768966"/>
                  </a:lnTo>
                  <a:lnTo>
                    <a:pt x="8452015" y="1879451"/>
                  </a:lnTo>
                  <a:lnTo>
                    <a:pt x="8478759" y="1992789"/>
                  </a:lnTo>
                  <a:lnTo>
                    <a:pt x="8505534" y="2108597"/>
                  </a:lnTo>
                  <a:lnTo>
                    <a:pt x="8532339" y="2226457"/>
                  </a:lnTo>
                  <a:lnTo>
                    <a:pt x="8559173" y="2345912"/>
                  </a:lnTo>
                  <a:lnTo>
                    <a:pt x="8586029" y="2466482"/>
                  </a:lnTo>
                  <a:lnTo>
                    <a:pt x="8612898" y="2587664"/>
                  </a:lnTo>
                  <a:lnTo>
                    <a:pt x="8639768" y="2708946"/>
                  </a:lnTo>
                  <a:lnTo>
                    <a:pt x="8666630" y="2829815"/>
                  </a:lnTo>
                  <a:lnTo>
                    <a:pt x="8693474" y="2949762"/>
                  </a:lnTo>
                  <a:lnTo>
                    <a:pt x="8720291" y="3068299"/>
                  </a:lnTo>
                  <a:lnTo>
                    <a:pt x="8747078" y="3184958"/>
                  </a:lnTo>
                  <a:lnTo>
                    <a:pt x="8773833" y="3299304"/>
                  </a:lnTo>
                  <a:lnTo>
                    <a:pt x="8800564" y="3410942"/>
                  </a:lnTo>
                  <a:lnTo>
                    <a:pt x="8827280" y="3519518"/>
                  </a:lnTo>
                  <a:lnTo>
                    <a:pt x="8854002" y="3624726"/>
                  </a:lnTo>
                  <a:lnTo>
                    <a:pt x="8880756" y="3726308"/>
                  </a:lnTo>
                  <a:lnTo>
                    <a:pt x="8907579" y="3824059"/>
                  </a:lnTo>
                  <a:lnTo>
                    <a:pt x="8934519" y="3917823"/>
                  </a:lnTo>
                  <a:lnTo>
                    <a:pt x="8961631" y="4007494"/>
                  </a:lnTo>
                  <a:lnTo>
                    <a:pt x="8988988" y="4093014"/>
                  </a:lnTo>
                  <a:lnTo>
                    <a:pt x="9016672" y="4174369"/>
                  </a:lnTo>
                  <a:lnTo>
                    <a:pt x="9044783" y="4251587"/>
                  </a:lnTo>
                  <a:lnTo>
                    <a:pt x="9073439" y="4324734"/>
                  </a:lnTo>
                  <a:lnTo>
                    <a:pt x="9084767" y="4352121"/>
                  </a:lnTo>
                  <a:lnTo>
                    <a:pt x="9126779" y="4446246"/>
                  </a:lnTo>
                  <a:lnTo>
                    <a:pt x="9170704" y="4532446"/>
                  </a:lnTo>
                  <a:lnTo>
                    <a:pt x="9217061" y="4610982"/>
                  </a:lnTo>
                  <a:lnTo>
                    <a:pt x="9266421" y="4682369"/>
                  </a:lnTo>
                  <a:lnTo>
                    <a:pt x="9319378" y="4747233"/>
                  </a:lnTo>
                  <a:lnTo>
                    <a:pt x="9376518" y="4806228"/>
                  </a:lnTo>
                  <a:lnTo>
                    <a:pt x="9438385" y="4859973"/>
                  </a:lnTo>
                  <a:lnTo>
                    <a:pt x="9505429" y="4909021"/>
                  </a:lnTo>
                  <a:lnTo>
                    <a:pt x="9577951" y="4953840"/>
                  </a:lnTo>
                  <a:lnTo>
                    <a:pt x="9656016" y="4994798"/>
                  </a:lnTo>
                  <a:lnTo>
                    <a:pt x="9739357" y="5032160"/>
                  </a:lnTo>
                  <a:lnTo>
                    <a:pt x="9827272" y="5066086"/>
                  </a:lnTo>
                  <a:lnTo>
                    <a:pt x="9918525" y="5096642"/>
                  </a:lnTo>
                  <a:lnTo>
                    <a:pt x="10011279" y="5123816"/>
                  </a:lnTo>
                  <a:lnTo>
                    <a:pt x="10103116" y="5147545"/>
                  </a:lnTo>
                  <a:lnTo>
                    <a:pt x="10191149" y="5167761"/>
                  </a:lnTo>
                  <a:lnTo>
                    <a:pt x="10272275" y="5184433"/>
                  </a:lnTo>
                  <a:lnTo>
                    <a:pt x="10343543" y="5197623"/>
                  </a:lnTo>
                  <a:lnTo>
                    <a:pt x="10402580" y="5207514"/>
                  </a:lnTo>
                  <a:lnTo>
                    <a:pt x="10447988" y="5214432"/>
                  </a:lnTo>
                  <a:lnTo>
                    <a:pt x="10479616" y="5218829"/>
                  </a:lnTo>
                  <a:lnTo>
                    <a:pt x="10498653" y="5221251"/>
                  </a:lnTo>
                  <a:lnTo>
                    <a:pt x="10507547" y="5222291"/>
                  </a:lnTo>
                  <a:lnTo>
                    <a:pt x="10509851" y="5222539"/>
                  </a:lnTo>
                  <a:lnTo>
                    <a:pt x="10509911" y="5222545"/>
                  </a:lnTo>
                  <a:lnTo>
                    <a:pt x="11981298" y="522254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59" name="pl2059"/>
            <p:cNvSpPr/>
            <p:nvPr/>
          </p:nvSpPr>
          <p:spPr>
            <a:xfrm>
              <a:off x="4799595" y="3010077"/>
              <a:ext cx="11981298" cy="7805213"/>
            </a:xfrm>
            <a:custGeom>
              <a:avLst/>
              <a:pathLst>
                <a:path w="11981298" h="7805213">
                  <a:moveTo>
                    <a:pt x="11981298" y="5222545"/>
                  </a:moveTo>
                  <a:lnTo>
                    <a:pt x="10509911" y="5222545"/>
                  </a:lnTo>
                  <a:lnTo>
                    <a:pt x="10509044" y="5222454"/>
                  </a:lnTo>
                  <a:lnTo>
                    <a:pt x="10503317" y="5221807"/>
                  </a:lnTo>
                  <a:lnTo>
                    <a:pt x="10488768" y="5220020"/>
                  </a:lnTo>
                  <a:lnTo>
                    <a:pt x="10462480" y="5216495"/>
                  </a:lnTo>
                  <a:lnTo>
                    <a:pt x="10422734" y="5210664"/>
                  </a:lnTo>
                  <a:lnTo>
                    <a:pt x="10369140" y="5202029"/>
                  </a:lnTo>
                  <a:lnTo>
                    <a:pt x="10302608" y="5190212"/>
                  </a:lnTo>
                  <a:lnTo>
                    <a:pt x="10225159" y="5174970"/>
                  </a:lnTo>
                  <a:lnTo>
                    <a:pt x="10139561" y="5156196"/>
                  </a:lnTo>
                  <a:lnTo>
                    <a:pt x="10048904" y="5133888"/>
                  </a:lnTo>
                  <a:lnTo>
                    <a:pt x="9956200" y="5108107"/>
                  </a:lnTo>
                  <a:lnTo>
                    <a:pt x="9864081" y="5078922"/>
                  </a:lnTo>
                  <a:lnTo>
                    <a:pt x="9774626" y="5046370"/>
                  </a:lnTo>
                  <a:lnTo>
                    <a:pt x="9689310" y="5010419"/>
                  </a:lnTo>
                  <a:lnTo>
                    <a:pt x="9609045" y="4970950"/>
                  </a:lnTo>
                  <a:lnTo>
                    <a:pt x="9534260" y="4927740"/>
                  </a:lnTo>
                  <a:lnTo>
                    <a:pt x="9465012" y="4880463"/>
                  </a:lnTo>
                  <a:lnTo>
                    <a:pt x="9401087" y="4828691"/>
                  </a:lnTo>
                  <a:lnTo>
                    <a:pt x="9342085" y="4771904"/>
                  </a:lnTo>
                  <a:lnTo>
                    <a:pt x="9287496" y="4709505"/>
                  </a:lnTo>
                  <a:lnTo>
                    <a:pt x="9236744" y="4640850"/>
                  </a:lnTo>
                  <a:lnTo>
                    <a:pt x="9189236" y="4565293"/>
                  </a:lnTo>
                  <a:lnTo>
                    <a:pt x="9144389" y="4482261"/>
                  </a:lnTo>
                  <a:lnTo>
                    <a:pt x="9101656" y="4391368"/>
                  </a:lnTo>
                  <a:lnTo>
                    <a:pt x="9084767" y="4352121"/>
                  </a:lnTo>
                  <a:lnTo>
                    <a:pt x="9055864" y="4280533"/>
                  </a:lnTo>
                  <a:lnTo>
                    <a:pt x="9027555" y="4204909"/>
                  </a:lnTo>
                  <a:lnTo>
                    <a:pt x="8999718" y="4125170"/>
                  </a:lnTo>
                  <a:lnTo>
                    <a:pt x="8972245" y="4041271"/>
                  </a:lnTo>
                  <a:lnTo>
                    <a:pt x="8945046" y="3953211"/>
                  </a:lnTo>
                  <a:lnTo>
                    <a:pt x="8918047" y="3861030"/>
                  </a:lnTo>
                  <a:lnTo>
                    <a:pt x="8891184" y="3764815"/>
                  </a:lnTo>
                  <a:lnTo>
                    <a:pt x="8864408" y="3664702"/>
                  </a:lnTo>
                  <a:lnTo>
                    <a:pt x="8837677" y="3560878"/>
                  </a:lnTo>
                  <a:lnTo>
                    <a:pt x="8810962" y="3453579"/>
                  </a:lnTo>
                  <a:lnTo>
                    <a:pt x="8784239" y="3343094"/>
                  </a:lnTo>
                  <a:lnTo>
                    <a:pt x="8757494" y="3229756"/>
                  </a:lnTo>
                  <a:lnTo>
                    <a:pt x="8730720" y="3113948"/>
                  </a:lnTo>
                  <a:lnTo>
                    <a:pt x="8703914" y="2996088"/>
                  </a:lnTo>
                  <a:lnTo>
                    <a:pt x="8677080" y="2876632"/>
                  </a:lnTo>
                  <a:lnTo>
                    <a:pt x="8650224" y="2756063"/>
                  </a:lnTo>
                  <a:lnTo>
                    <a:pt x="8623356" y="2634881"/>
                  </a:lnTo>
                  <a:lnTo>
                    <a:pt x="8596485" y="2513599"/>
                  </a:lnTo>
                  <a:lnTo>
                    <a:pt x="8569623" y="2392730"/>
                  </a:lnTo>
                  <a:lnTo>
                    <a:pt x="8542779" y="2272783"/>
                  </a:lnTo>
                  <a:lnTo>
                    <a:pt x="8515962" y="2154246"/>
                  </a:lnTo>
                  <a:lnTo>
                    <a:pt x="8489176" y="2037587"/>
                  </a:lnTo>
                  <a:lnTo>
                    <a:pt x="8462420" y="1923241"/>
                  </a:lnTo>
                  <a:lnTo>
                    <a:pt x="8435690" y="1811603"/>
                  </a:lnTo>
                  <a:lnTo>
                    <a:pt x="8408973" y="1703027"/>
                  </a:lnTo>
                  <a:lnTo>
                    <a:pt x="8382252" y="1597819"/>
                  </a:lnTo>
                  <a:lnTo>
                    <a:pt x="8355497" y="1496237"/>
                  </a:lnTo>
                  <a:lnTo>
                    <a:pt x="8328674" y="1398486"/>
                  </a:lnTo>
                  <a:lnTo>
                    <a:pt x="8301735" y="1304722"/>
                  </a:lnTo>
                  <a:lnTo>
                    <a:pt x="8274622" y="1215051"/>
                  </a:lnTo>
                  <a:lnTo>
                    <a:pt x="8247265" y="1129531"/>
                  </a:lnTo>
                  <a:lnTo>
                    <a:pt x="8219581" y="1048176"/>
                  </a:lnTo>
                  <a:lnTo>
                    <a:pt x="8191470" y="970958"/>
                  </a:lnTo>
                  <a:lnTo>
                    <a:pt x="8162815" y="897811"/>
                  </a:lnTo>
                  <a:lnTo>
                    <a:pt x="8151487" y="870424"/>
                  </a:lnTo>
                  <a:lnTo>
                    <a:pt x="8109474" y="776299"/>
                  </a:lnTo>
                  <a:lnTo>
                    <a:pt x="8065550" y="690099"/>
                  </a:lnTo>
                  <a:lnTo>
                    <a:pt x="8019193" y="611563"/>
                  </a:lnTo>
                  <a:lnTo>
                    <a:pt x="7969832" y="540176"/>
                  </a:lnTo>
                  <a:lnTo>
                    <a:pt x="7916875" y="475311"/>
                  </a:lnTo>
                  <a:lnTo>
                    <a:pt x="7859735" y="416317"/>
                  </a:lnTo>
                  <a:lnTo>
                    <a:pt x="7797869" y="362572"/>
                  </a:lnTo>
                  <a:lnTo>
                    <a:pt x="7730824" y="313524"/>
                  </a:lnTo>
                  <a:lnTo>
                    <a:pt x="7658302" y="268705"/>
                  </a:lnTo>
                  <a:lnTo>
                    <a:pt x="7580238" y="227747"/>
                  </a:lnTo>
                  <a:lnTo>
                    <a:pt x="7496896" y="190385"/>
                  </a:lnTo>
                  <a:lnTo>
                    <a:pt x="7408981" y="156459"/>
                  </a:lnTo>
                  <a:lnTo>
                    <a:pt x="7317729" y="125903"/>
                  </a:lnTo>
                  <a:lnTo>
                    <a:pt x="7224974" y="98729"/>
                  </a:lnTo>
                  <a:lnTo>
                    <a:pt x="7133137" y="75000"/>
                  </a:lnTo>
                  <a:lnTo>
                    <a:pt x="7045104" y="54784"/>
                  </a:lnTo>
                  <a:lnTo>
                    <a:pt x="6963978" y="38112"/>
                  </a:lnTo>
                  <a:lnTo>
                    <a:pt x="6892710" y="24922"/>
                  </a:lnTo>
                  <a:lnTo>
                    <a:pt x="6833673" y="15031"/>
                  </a:lnTo>
                  <a:lnTo>
                    <a:pt x="6788265" y="8113"/>
                  </a:lnTo>
                  <a:lnTo>
                    <a:pt x="6756637" y="3716"/>
                  </a:lnTo>
                  <a:lnTo>
                    <a:pt x="6737600" y="1293"/>
                  </a:lnTo>
                  <a:lnTo>
                    <a:pt x="6728706" y="254"/>
                  </a:lnTo>
                  <a:lnTo>
                    <a:pt x="6726403" y="6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249" y="110"/>
                  </a:lnTo>
                  <a:lnTo>
                    <a:pt x="5249565" y="894"/>
                  </a:lnTo>
                  <a:lnTo>
                    <a:pt x="5237604" y="3057"/>
                  </a:lnTo>
                  <a:lnTo>
                    <a:pt x="5215847" y="7325"/>
                  </a:lnTo>
                  <a:lnTo>
                    <a:pt x="5182654" y="14402"/>
                  </a:lnTo>
                  <a:lnTo>
                    <a:pt x="5137379" y="24926"/>
                  </a:lnTo>
                  <a:lnTo>
                    <a:pt x="5080383" y="39414"/>
                  </a:lnTo>
                  <a:lnTo>
                    <a:pt x="5012948" y="58234"/>
                  </a:lnTo>
                  <a:lnTo>
                    <a:pt x="4937063" y="81595"/>
                  </a:lnTo>
                  <a:lnTo>
                    <a:pt x="4855137" y="109567"/>
                  </a:lnTo>
                  <a:lnTo>
                    <a:pt x="4769697" y="142115"/>
                  </a:lnTo>
                  <a:lnTo>
                    <a:pt x="4683121" y="179157"/>
                  </a:lnTo>
                  <a:lnTo>
                    <a:pt x="4597454" y="220613"/>
                  </a:lnTo>
                  <a:lnTo>
                    <a:pt x="4514306" y="266447"/>
                  </a:lnTo>
                  <a:lnTo>
                    <a:pt x="4434828" y="316706"/>
                  </a:lnTo>
                  <a:lnTo>
                    <a:pt x="4359747" y="371539"/>
                  </a:lnTo>
                  <a:lnTo>
                    <a:pt x="4289424" y="431212"/>
                  </a:lnTo>
                  <a:lnTo>
                    <a:pt x="4223933" y="496106"/>
                  </a:lnTo>
                  <a:lnTo>
                    <a:pt x="4163131" y="566721"/>
                  </a:lnTo>
                  <a:lnTo>
                    <a:pt x="4106723" y="643662"/>
                  </a:lnTo>
                  <a:lnTo>
                    <a:pt x="4054315" y="727629"/>
                  </a:lnTo>
                  <a:lnTo>
                    <a:pt x="4005456" y="819387"/>
                  </a:lnTo>
                  <a:lnTo>
                    <a:pt x="3959667" y="919729"/>
                  </a:lnTo>
                  <a:lnTo>
                    <a:pt x="3916466" y="1029412"/>
                  </a:lnTo>
                  <a:lnTo>
                    <a:pt x="3875388" y="1149059"/>
                  </a:lnTo>
                  <a:lnTo>
                    <a:pt x="3836010" y="1279012"/>
                  </a:lnTo>
                  <a:lnTo>
                    <a:pt x="3829811" y="1300868"/>
                  </a:lnTo>
                  <a:lnTo>
                    <a:pt x="3805898" y="1388785"/>
                  </a:lnTo>
                  <a:lnTo>
                    <a:pt x="3782406" y="1480797"/>
                  </a:lnTo>
                  <a:lnTo>
                    <a:pt x="3759263" y="1576980"/>
                  </a:lnTo>
                  <a:lnTo>
                    <a:pt x="3736405" y="1677384"/>
                  </a:lnTo>
                  <a:lnTo>
                    <a:pt x="3713774" y="1782032"/>
                  </a:lnTo>
                  <a:lnTo>
                    <a:pt x="3691324" y="1890920"/>
                  </a:lnTo>
                  <a:lnTo>
                    <a:pt x="3669012" y="2004011"/>
                  </a:lnTo>
                  <a:lnTo>
                    <a:pt x="3646801" y="2121238"/>
                  </a:lnTo>
                  <a:lnTo>
                    <a:pt x="3624662" y="2242500"/>
                  </a:lnTo>
                  <a:lnTo>
                    <a:pt x="3602568" y="2367659"/>
                  </a:lnTo>
                  <a:lnTo>
                    <a:pt x="3580500" y="2496544"/>
                  </a:lnTo>
                  <a:lnTo>
                    <a:pt x="3558440" y="2628949"/>
                  </a:lnTo>
                  <a:lnTo>
                    <a:pt x="3536376" y="2764631"/>
                  </a:lnTo>
                  <a:lnTo>
                    <a:pt x="3514299" y="2903316"/>
                  </a:lnTo>
                  <a:lnTo>
                    <a:pt x="3492203" y="3044696"/>
                  </a:lnTo>
                  <a:lnTo>
                    <a:pt x="3470087" y="3188435"/>
                  </a:lnTo>
                  <a:lnTo>
                    <a:pt x="3447949" y="3334169"/>
                  </a:lnTo>
                  <a:lnTo>
                    <a:pt x="3425792" y="3481513"/>
                  </a:lnTo>
                  <a:lnTo>
                    <a:pt x="3403620" y="3630060"/>
                  </a:lnTo>
                  <a:lnTo>
                    <a:pt x="3381436" y="3779393"/>
                  </a:lnTo>
                  <a:lnTo>
                    <a:pt x="3359248" y="3929081"/>
                  </a:lnTo>
                  <a:lnTo>
                    <a:pt x="3337060" y="4078694"/>
                  </a:lnTo>
                  <a:lnTo>
                    <a:pt x="3314880" y="4227797"/>
                  </a:lnTo>
                  <a:lnTo>
                    <a:pt x="3292712" y="4375966"/>
                  </a:lnTo>
                  <a:lnTo>
                    <a:pt x="3270562" y="4522786"/>
                  </a:lnTo>
                  <a:lnTo>
                    <a:pt x="3248431" y="4667857"/>
                  </a:lnTo>
                  <a:lnTo>
                    <a:pt x="3226323" y="4810802"/>
                  </a:lnTo>
                  <a:lnTo>
                    <a:pt x="3204234" y="4951266"/>
                  </a:lnTo>
                  <a:lnTo>
                    <a:pt x="3182163" y="5088923"/>
                  </a:lnTo>
                  <a:lnTo>
                    <a:pt x="3160101" y="5223476"/>
                  </a:lnTo>
                  <a:lnTo>
                    <a:pt x="3138040" y="5354662"/>
                  </a:lnTo>
                  <a:lnTo>
                    <a:pt x="3115964" y="5482251"/>
                  </a:lnTo>
                  <a:lnTo>
                    <a:pt x="3093857" y="5606050"/>
                  </a:lnTo>
                  <a:lnTo>
                    <a:pt x="3071696" y="5725898"/>
                  </a:lnTo>
                  <a:lnTo>
                    <a:pt x="3049453" y="5841673"/>
                  </a:lnTo>
                  <a:lnTo>
                    <a:pt x="3027096" y="5953283"/>
                  </a:lnTo>
                  <a:lnTo>
                    <a:pt x="3004587" y="6060674"/>
                  </a:lnTo>
                  <a:lnTo>
                    <a:pt x="2981882" y="6163821"/>
                  </a:lnTo>
                  <a:lnTo>
                    <a:pt x="2958930" y="6262728"/>
                  </a:lnTo>
                  <a:lnTo>
                    <a:pt x="2935671" y="6357428"/>
                  </a:lnTo>
                  <a:lnTo>
                    <a:pt x="2912040" y="6447982"/>
                  </a:lnTo>
                  <a:lnTo>
                    <a:pt x="2896531" y="6504344"/>
                  </a:lnTo>
                  <a:lnTo>
                    <a:pt x="2857390" y="6635956"/>
                  </a:lnTo>
                  <a:lnTo>
                    <a:pt x="2816613" y="6757247"/>
                  </a:lnTo>
                  <a:lnTo>
                    <a:pt x="2773784" y="6868496"/>
                  </a:lnTo>
                  <a:lnTo>
                    <a:pt x="2728443" y="6970291"/>
                  </a:lnTo>
                  <a:lnTo>
                    <a:pt x="2680110" y="7063376"/>
                  </a:lnTo>
                  <a:lnTo>
                    <a:pt x="2628305" y="7148542"/>
                  </a:lnTo>
                  <a:lnTo>
                    <a:pt x="2572569" y="7226564"/>
                  </a:lnTo>
                  <a:lnTo>
                    <a:pt x="2512496" y="7298152"/>
                  </a:lnTo>
                  <a:lnTo>
                    <a:pt x="2447773" y="7363929"/>
                  </a:lnTo>
                  <a:lnTo>
                    <a:pt x="2378229" y="7424413"/>
                  </a:lnTo>
                  <a:lnTo>
                    <a:pt x="2303897" y="7480004"/>
                  </a:lnTo>
                  <a:lnTo>
                    <a:pt x="2225088" y="7530986"/>
                  </a:lnTo>
                  <a:lnTo>
                    <a:pt x="2142464" y="7577525"/>
                  </a:lnTo>
                  <a:lnTo>
                    <a:pt x="2057105" y="7619685"/>
                  </a:lnTo>
                  <a:lnTo>
                    <a:pt x="1970548" y="7657442"/>
                  </a:lnTo>
                  <a:lnTo>
                    <a:pt x="1884771" y="7690719"/>
                  </a:lnTo>
                  <a:lnTo>
                    <a:pt x="1802111" y="7719430"/>
                  </a:lnTo>
                  <a:lnTo>
                    <a:pt x="1725086" y="7743532"/>
                  </a:lnTo>
                  <a:lnTo>
                    <a:pt x="1656143" y="7763072"/>
                  </a:lnTo>
                  <a:lnTo>
                    <a:pt x="1597361" y="7778236"/>
                  </a:lnTo>
                  <a:lnTo>
                    <a:pt x="1550150" y="7789366"/>
                  </a:lnTo>
                  <a:lnTo>
                    <a:pt x="1515032" y="7796957"/>
                  </a:lnTo>
                  <a:lnTo>
                    <a:pt x="1491521" y="7801630"/>
                  </a:lnTo>
                  <a:lnTo>
                    <a:pt x="1478134" y="7804083"/>
                  </a:lnTo>
                  <a:lnTo>
                    <a:pt x="1472483" y="7805040"/>
                  </a:lnTo>
                  <a:lnTo>
                    <a:pt x="1471390" y="7805212"/>
                  </a:lnTo>
                  <a:lnTo>
                    <a:pt x="1471387" y="7805213"/>
                  </a:lnTo>
                  <a:lnTo>
                    <a:pt x="0" y="780521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60" name="pg2060"/>
            <p:cNvSpPr/>
            <p:nvPr/>
          </p:nvSpPr>
          <p:spPr>
            <a:xfrm>
              <a:off x="4799595" y="3287959"/>
              <a:ext cx="11981298" cy="7543677"/>
            </a:xfrm>
            <a:custGeom>
              <a:avLst/>
              <a:pathLst>
                <a:path w="11981298" h="7543677">
                  <a:moveTo>
                    <a:pt x="0" y="7543677"/>
                  </a:moveTo>
                  <a:lnTo>
                    <a:pt x="1471387" y="7543677"/>
                  </a:lnTo>
                  <a:lnTo>
                    <a:pt x="1472109" y="7543568"/>
                  </a:lnTo>
                  <a:lnTo>
                    <a:pt x="1476897" y="7542794"/>
                  </a:lnTo>
                  <a:lnTo>
                    <a:pt x="1489115" y="7540657"/>
                  </a:lnTo>
                  <a:lnTo>
                    <a:pt x="1511326" y="7536441"/>
                  </a:lnTo>
                  <a:lnTo>
                    <a:pt x="1545180" y="7529452"/>
                  </a:lnTo>
                  <a:lnTo>
                    <a:pt x="1591304" y="7519063"/>
                  </a:lnTo>
                  <a:lnTo>
                    <a:pt x="1649284" y="7504770"/>
                  </a:lnTo>
                  <a:lnTo>
                    <a:pt x="1717770" y="7486216"/>
                  </a:lnTo>
                  <a:lnTo>
                    <a:pt x="1794695" y="7463203"/>
                  </a:lnTo>
                  <a:lnTo>
                    <a:pt x="1877578" y="7435672"/>
                  </a:lnTo>
                  <a:lnTo>
                    <a:pt x="1963838" y="7403660"/>
                  </a:lnTo>
                  <a:lnTo>
                    <a:pt x="2051064" y="7367251"/>
                  </a:lnTo>
                  <a:lnTo>
                    <a:pt x="2137201" y="7326522"/>
                  </a:lnTo>
                  <a:lnTo>
                    <a:pt x="2220645" y="7281501"/>
                  </a:lnTo>
                  <a:lnTo>
                    <a:pt x="2300267" y="7232132"/>
                  </a:lnTo>
                  <a:lnTo>
                    <a:pt x="2375366" y="7178256"/>
                  </a:lnTo>
                  <a:lnTo>
                    <a:pt x="2445612" y="7119598"/>
                  </a:lnTo>
                  <a:lnTo>
                    <a:pt x="2510961" y="7055765"/>
                  </a:lnTo>
                  <a:lnTo>
                    <a:pt x="2571583" y="6986250"/>
                  </a:lnTo>
                  <a:lnTo>
                    <a:pt x="2627796" y="6910442"/>
                  </a:lnTo>
                  <a:lnTo>
                    <a:pt x="2680015" y="6827637"/>
                  </a:lnTo>
                  <a:lnTo>
                    <a:pt x="2728708" y="6737073"/>
                  </a:lnTo>
                  <a:lnTo>
                    <a:pt x="2774366" y="6637968"/>
                  </a:lnTo>
                  <a:lnTo>
                    <a:pt x="2817481" y="6529588"/>
                  </a:lnTo>
                  <a:lnTo>
                    <a:pt x="2858521" y="6411357"/>
                  </a:lnTo>
                  <a:lnTo>
                    <a:pt x="2896531" y="6287760"/>
                  </a:lnTo>
                  <a:lnTo>
                    <a:pt x="2920851" y="6201390"/>
                  </a:lnTo>
                  <a:lnTo>
                    <a:pt x="2944736" y="6110928"/>
                  </a:lnTo>
                  <a:lnTo>
                    <a:pt x="2968262" y="6016298"/>
                  </a:lnTo>
                  <a:lnTo>
                    <a:pt x="2991498" y="5917450"/>
                  </a:lnTo>
                  <a:lnTo>
                    <a:pt x="3014500" y="5814362"/>
                  </a:lnTo>
                  <a:lnTo>
                    <a:pt x="3037321" y="5707041"/>
                  </a:lnTo>
                  <a:lnTo>
                    <a:pt x="3060003" y="5595527"/>
                  </a:lnTo>
                  <a:lnTo>
                    <a:pt x="3082584" y="5479893"/>
                  </a:lnTo>
                  <a:lnTo>
                    <a:pt x="3105095" y="5360245"/>
                  </a:lnTo>
                  <a:lnTo>
                    <a:pt x="3127562" y="5236728"/>
                  </a:lnTo>
                  <a:lnTo>
                    <a:pt x="3150007" y="5109523"/>
                  </a:lnTo>
                  <a:lnTo>
                    <a:pt x="3172446" y="4978845"/>
                  </a:lnTo>
                  <a:lnTo>
                    <a:pt x="3194891" y="4844947"/>
                  </a:lnTo>
                  <a:lnTo>
                    <a:pt x="3217350" y="4708115"/>
                  </a:lnTo>
                  <a:lnTo>
                    <a:pt x="3239830" y="4568670"/>
                  </a:lnTo>
                  <a:lnTo>
                    <a:pt x="3262332" y="4426960"/>
                  </a:lnTo>
                  <a:lnTo>
                    <a:pt x="3284855" y="4283361"/>
                  </a:lnTo>
                  <a:lnTo>
                    <a:pt x="3307398" y="4138271"/>
                  </a:lnTo>
                  <a:lnTo>
                    <a:pt x="3329955" y="3992106"/>
                  </a:lnTo>
                  <a:lnTo>
                    <a:pt x="3352522" y="3845296"/>
                  </a:lnTo>
                  <a:lnTo>
                    <a:pt x="3375091" y="3698278"/>
                  </a:lnTo>
                  <a:lnTo>
                    <a:pt x="3397657" y="3551493"/>
                  </a:lnTo>
                  <a:lnTo>
                    <a:pt x="3420214" y="3405377"/>
                  </a:lnTo>
                  <a:lnTo>
                    <a:pt x="3442756" y="3260360"/>
                  </a:lnTo>
                  <a:lnTo>
                    <a:pt x="3465278" y="3116856"/>
                  </a:lnTo>
                  <a:lnTo>
                    <a:pt x="3487778" y="2975264"/>
                  </a:lnTo>
                  <a:lnTo>
                    <a:pt x="3510257" y="2835957"/>
                  </a:lnTo>
                  <a:lnTo>
                    <a:pt x="3532716" y="2699283"/>
                  </a:lnTo>
                  <a:lnTo>
                    <a:pt x="3555160" y="2565559"/>
                  </a:lnTo>
                  <a:lnTo>
                    <a:pt x="3577598" y="2435070"/>
                  </a:lnTo>
                  <a:lnTo>
                    <a:pt x="3600044" y="2308067"/>
                  </a:lnTo>
                  <a:lnTo>
                    <a:pt x="3622513" y="2184763"/>
                  </a:lnTo>
                  <a:lnTo>
                    <a:pt x="3645027" y="2065338"/>
                  </a:lnTo>
                  <a:lnTo>
                    <a:pt x="3667613" y="1949933"/>
                  </a:lnTo>
                  <a:lnTo>
                    <a:pt x="3690302" y="1838653"/>
                  </a:lnTo>
                  <a:lnTo>
                    <a:pt x="3713132" y="1731570"/>
                  </a:lnTo>
                  <a:lnTo>
                    <a:pt x="3736146" y="1628721"/>
                  </a:lnTo>
                  <a:lnTo>
                    <a:pt x="3759396" y="1530111"/>
                  </a:lnTo>
                  <a:lnTo>
                    <a:pt x="3782941" y="1435718"/>
                  </a:lnTo>
                  <a:lnTo>
                    <a:pt x="3806848" y="1345488"/>
                  </a:lnTo>
                  <a:lnTo>
                    <a:pt x="3829811" y="1264090"/>
                  </a:lnTo>
                  <a:lnTo>
                    <a:pt x="3869254" y="1136103"/>
                  </a:lnTo>
                  <a:lnTo>
                    <a:pt x="3910361" y="1018230"/>
                  </a:lnTo>
                  <a:lnTo>
                    <a:pt x="3953558" y="910192"/>
                  </a:lnTo>
                  <a:lnTo>
                    <a:pt x="3999316" y="811404"/>
                  </a:lnTo>
                  <a:lnTo>
                    <a:pt x="4048125" y="721131"/>
                  </a:lnTo>
                  <a:lnTo>
                    <a:pt x="4100479" y="638588"/>
                  </a:lnTo>
                  <a:lnTo>
                    <a:pt x="4156843" y="563016"/>
                  </a:lnTo>
                  <a:lnTo>
                    <a:pt x="4217629" y="493714"/>
                  </a:lnTo>
                  <a:lnTo>
                    <a:pt x="4283151" y="430074"/>
                  </a:lnTo>
                  <a:lnTo>
                    <a:pt x="4353572" y="371592"/>
                  </a:lnTo>
                  <a:lnTo>
                    <a:pt x="4428840" y="317881"/>
                  </a:lnTo>
                  <a:lnTo>
                    <a:pt x="4508612" y="268669"/>
                  </a:lnTo>
                  <a:lnTo>
                    <a:pt x="4592175" y="223801"/>
                  </a:lnTo>
                  <a:lnTo>
                    <a:pt x="4678381" y="183226"/>
                  </a:lnTo>
                  <a:lnTo>
                    <a:pt x="4765610" y="146972"/>
                  </a:lnTo>
                  <a:lnTo>
                    <a:pt x="4851793" y="115118"/>
                  </a:lnTo>
                  <a:lnTo>
                    <a:pt x="4934508" y="87748"/>
                  </a:lnTo>
                  <a:lnTo>
                    <a:pt x="5011173" y="64896"/>
                  </a:lnTo>
                  <a:lnTo>
                    <a:pt x="5079316" y="46498"/>
                  </a:lnTo>
                  <a:lnTo>
                    <a:pt x="5136893" y="32351"/>
                  </a:lnTo>
                  <a:lnTo>
                    <a:pt x="5182580" y="22094"/>
                  </a:lnTo>
                  <a:lnTo>
                    <a:pt x="5216001" y="15214"/>
                  </a:lnTo>
                  <a:lnTo>
                    <a:pt x="5237822" y="11085"/>
                  </a:lnTo>
                  <a:lnTo>
                    <a:pt x="5249726" y="9009"/>
                  </a:lnTo>
                  <a:lnTo>
                    <a:pt x="5254307" y="8270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565" y="8200"/>
                  </a:lnTo>
                  <a:lnTo>
                    <a:pt x="6735592" y="8395"/>
                  </a:lnTo>
                  <a:lnTo>
                    <a:pt x="6755779" y="8934"/>
                  </a:lnTo>
                  <a:lnTo>
                    <a:pt x="6791761" y="9994"/>
                  </a:lnTo>
                  <a:lnTo>
                    <a:pt x="6845168" y="11739"/>
                  </a:lnTo>
                  <a:lnTo>
                    <a:pt x="6915509" y="14298"/>
                  </a:lnTo>
                  <a:lnTo>
                    <a:pt x="7000383" y="17758"/>
                  </a:lnTo>
                  <a:lnTo>
                    <a:pt x="7096038" y="22158"/>
                  </a:lnTo>
                  <a:lnTo>
                    <a:pt x="7198117" y="27501"/>
                  </a:lnTo>
                  <a:lnTo>
                    <a:pt x="7302375" y="33769"/>
                  </a:lnTo>
                  <a:lnTo>
                    <a:pt x="7405209" y="40942"/>
                  </a:lnTo>
                  <a:lnTo>
                    <a:pt x="7503926" y="49015"/>
                  </a:lnTo>
                  <a:lnTo>
                    <a:pt x="7596781" y="58009"/>
                  </a:lnTo>
                  <a:lnTo>
                    <a:pt x="7682870" y="67975"/>
                  </a:lnTo>
                  <a:lnTo>
                    <a:pt x="7761952" y="79002"/>
                  </a:lnTo>
                  <a:lnTo>
                    <a:pt x="7834259" y="91212"/>
                  </a:lnTo>
                  <a:lnTo>
                    <a:pt x="7900340" y="104759"/>
                  </a:lnTo>
                  <a:lnTo>
                    <a:pt x="7960924" y="119823"/>
                  </a:lnTo>
                  <a:lnTo>
                    <a:pt x="8016833" y="136598"/>
                  </a:lnTo>
                  <a:lnTo>
                    <a:pt x="8068910" y="155272"/>
                  </a:lnTo>
                  <a:lnTo>
                    <a:pt x="8117964" y="175999"/>
                  </a:lnTo>
                  <a:lnTo>
                    <a:pt x="8151487" y="192065"/>
                  </a:lnTo>
                  <a:lnTo>
                    <a:pt x="8201435" y="218956"/>
                  </a:lnTo>
                  <a:lnTo>
                    <a:pt x="8249854" y="248470"/>
                  </a:lnTo>
                  <a:lnTo>
                    <a:pt x="8297297" y="280648"/>
                  </a:lnTo>
                  <a:lnTo>
                    <a:pt x="8344175" y="315453"/>
                  </a:lnTo>
                  <a:lnTo>
                    <a:pt x="8390782" y="352753"/>
                  </a:lnTo>
                  <a:lnTo>
                    <a:pt x="8437315" y="392322"/>
                  </a:lnTo>
                  <a:lnTo>
                    <a:pt x="8483889" y="433836"/>
                  </a:lnTo>
                  <a:lnTo>
                    <a:pt x="8530551" y="476879"/>
                  </a:lnTo>
                  <a:lnTo>
                    <a:pt x="8577299" y="520962"/>
                  </a:lnTo>
                  <a:lnTo>
                    <a:pt x="8624094" y="565542"/>
                  </a:lnTo>
                  <a:lnTo>
                    <a:pt x="8670882" y="610049"/>
                  </a:lnTo>
                  <a:lnTo>
                    <a:pt x="8717611" y="653916"/>
                  </a:lnTo>
                  <a:lnTo>
                    <a:pt x="8764249" y="696614"/>
                  </a:lnTo>
                  <a:lnTo>
                    <a:pt x="8810805" y="737667"/>
                  </a:lnTo>
                  <a:lnTo>
                    <a:pt x="8857343" y="776685"/>
                  </a:lnTo>
                  <a:lnTo>
                    <a:pt x="8903997" y="813367"/>
                  </a:lnTo>
                  <a:lnTo>
                    <a:pt x="8950987" y="847510"/>
                  </a:lnTo>
                  <a:lnTo>
                    <a:pt x="8998635" y="879009"/>
                  </a:lnTo>
                  <a:lnTo>
                    <a:pt x="9047385" y="907847"/>
                  </a:lnTo>
                  <a:lnTo>
                    <a:pt x="9084767" y="927635"/>
                  </a:lnTo>
                  <a:lnTo>
                    <a:pt x="9132115" y="949871"/>
                  </a:lnTo>
                  <a:lnTo>
                    <a:pt x="9181959" y="969996"/>
                  </a:lnTo>
                  <a:lnTo>
                    <a:pt x="9235052" y="988107"/>
                  </a:lnTo>
                  <a:lnTo>
                    <a:pt x="9292217" y="1004370"/>
                  </a:lnTo>
                  <a:lnTo>
                    <a:pt x="9354298" y="1018979"/>
                  </a:lnTo>
                  <a:lnTo>
                    <a:pt x="9422099" y="1032125"/>
                  </a:lnTo>
                  <a:lnTo>
                    <a:pt x="9496307" y="1043980"/>
                  </a:lnTo>
                  <a:lnTo>
                    <a:pt x="9577395" y="1054692"/>
                  </a:lnTo>
                  <a:lnTo>
                    <a:pt x="9665478" y="1064371"/>
                  </a:lnTo>
                  <a:lnTo>
                    <a:pt x="9760143" y="1073096"/>
                  </a:lnTo>
                  <a:lnTo>
                    <a:pt x="9860262" y="1080910"/>
                  </a:lnTo>
                  <a:lnTo>
                    <a:pt x="9963824" y="1087825"/>
                  </a:lnTo>
                  <a:lnTo>
                    <a:pt x="10067860" y="1093829"/>
                  </a:lnTo>
                  <a:lnTo>
                    <a:pt x="10168545" y="1098903"/>
                  </a:lnTo>
                  <a:lnTo>
                    <a:pt x="10261538" y="1103031"/>
                  </a:lnTo>
                  <a:lnTo>
                    <a:pt x="10342575" y="1106226"/>
                  </a:lnTo>
                  <a:lnTo>
                    <a:pt x="10408221" y="1108540"/>
                  </a:lnTo>
                  <a:lnTo>
                    <a:pt x="10456580" y="1110074"/>
                  </a:lnTo>
                  <a:lnTo>
                    <a:pt x="10487766" y="1110967"/>
                  </a:lnTo>
                  <a:lnTo>
                    <a:pt x="10504007" y="1111388"/>
                  </a:lnTo>
                  <a:lnTo>
                    <a:pt x="10509461" y="1111517"/>
                  </a:lnTo>
                  <a:lnTo>
                    <a:pt x="10509911" y="1111527"/>
                  </a:lnTo>
                  <a:lnTo>
                    <a:pt x="11981298" y="1111527"/>
                  </a:lnTo>
                  <a:lnTo>
                    <a:pt x="11981298" y="1103354"/>
                  </a:lnTo>
                  <a:lnTo>
                    <a:pt x="10509911" y="1103354"/>
                  </a:lnTo>
                  <a:lnTo>
                    <a:pt x="10508688" y="1103327"/>
                  </a:lnTo>
                  <a:lnTo>
                    <a:pt x="10500662" y="1103132"/>
                  </a:lnTo>
                  <a:lnTo>
                    <a:pt x="10480474" y="1102593"/>
                  </a:lnTo>
                  <a:lnTo>
                    <a:pt x="10444492" y="1101533"/>
                  </a:lnTo>
                  <a:lnTo>
                    <a:pt x="10391085" y="1099788"/>
                  </a:lnTo>
                  <a:lnTo>
                    <a:pt x="10320745" y="1097229"/>
                  </a:lnTo>
                  <a:lnTo>
                    <a:pt x="10235871" y="1093769"/>
                  </a:lnTo>
                  <a:lnTo>
                    <a:pt x="10140215" y="1089369"/>
                  </a:lnTo>
                  <a:lnTo>
                    <a:pt x="10038136" y="1084026"/>
                  </a:lnTo>
                  <a:lnTo>
                    <a:pt x="9933878" y="1077758"/>
                  </a:lnTo>
                  <a:lnTo>
                    <a:pt x="9831044" y="1070585"/>
                  </a:lnTo>
                  <a:lnTo>
                    <a:pt x="9732327" y="1062511"/>
                  </a:lnTo>
                  <a:lnTo>
                    <a:pt x="9639472" y="1053518"/>
                  </a:lnTo>
                  <a:lnTo>
                    <a:pt x="9553383" y="1043552"/>
                  </a:lnTo>
                  <a:lnTo>
                    <a:pt x="9474301" y="1032525"/>
                  </a:lnTo>
                  <a:lnTo>
                    <a:pt x="9401994" y="1020315"/>
                  </a:lnTo>
                  <a:lnTo>
                    <a:pt x="9335914" y="1006767"/>
                  </a:lnTo>
                  <a:lnTo>
                    <a:pt x="9275330" y="991704"/>
                  </a:lnTo>
                  <a:lnTo>
                    <a:pt x="9219420" y="974929"/>
                  </a:lnTo>
                  <a:lnTo>
                    <a:pt x="9167343" y="956254"/>
                  </a:lnTo>
                  <a:lnTo>
                    <a:pt x="9118289" y="935527"/>
                  </a:lnTo>
                  <a:lnTo>
                    <a:pt x="9084767" y="919462"/>
                  </a:lnTo>
                  <a:lnTo>
                    <a:pt x="9034819" y="892571"/>
                  </a:lnTo>
                  <a:lnTo>
                    <a:pt x="8986400" y="863057"/>
                  </a:lnTo>
                  <a:lnTo>
                    <a:pt x="8938956" y="830879"/>
                  </a:lnTo>
                  <a:lnTo>
                    <a:pt x="8892078" y="796074"/>
                  </a:lnTo>
                  <a:lnTo>
                    <a:pt x="8845471" y="758774"/>
                  </a:lnTo>
                  <a:lnTo>
                    <a:pt x="8798938" y="719205"/>
                  </a:lnTo>
                  <a:lnTo>
                    <a:pt x="8752365" y="677691"/>
                  </a:lnTo>
                  <a:lnTo>
                    <a:pt x="8705702" y="634648"/>
                  </a:lnTo>
                  <a:lnTo>
                    <a:pt x="8658954" y="590565"/>
                  </a:lnTo>
                  <a:lnTo>
                    <a:pt x="8612159" y="545985"/>
                  </a:lnTo>
                  <a:lnTo>
                    <a:pt x="8565371" y="501478"/>
                  </a:lnTo>
                  <a:lnTo>
                    <a:pt x="8518643" y="457610"/>
                  </a:lnTo>
                  <a:lnTo>
                    <a:pt x="8472004" y="414913"/>
                  </a:lnTo>
                  <a:lnTo>
                    <a:pt x="8425448" y="373860"/>
                  </a:lnTo>
                  <a:lnTo>
                    <a:pt x="8378910" y="334842"/>
                  </a:lnTo>
                  <a:lnTo>
                    <a:pt x="8332256" y="298160"/>
                  </a:lnTo>
                  <a:lnTo>
                    <a:pt x="8285266" y="264017"/>
                  </a:lnTo>
                  <a:lnTo>
                    <a:pt x="8237618" y="232518"/>
                  </a:lnTo>
                  <a:lnTo>
                    <a:pt x="8188868" y="203680"/>
                  </a:lnTo>
                  <a:lnTo>
                    <a:pt x="8151487" y="183892"/>
                  </a:lnTo>
                  <a:lnTo>
                    <a:pt x="8104138" y="161656"/>
                  </a:lnTo>
                  <a:lnTo>
                    <a:pt x="8054294" y="141530"/>
                  </a:lnTo>
                  <a:lnTo>
                    <a:pt x="8001202" y="123419"/>
                  </a:lnTo>
                  <a:lnTo>
                    <a:pt x="7944036" y="107156"/>
                  </a:lnTo>
                  <a:lnTo>
                    <a:pt x="7881955" y="92548"/>
                  </a:lnTo>
                  <a:lnTo>
                    <a:pt x="7814155" y="79402"/>
                  </a:lnTo>
                  <a:lnTo>
                    <a:pt x="7739946" y="67546"/>
                  </a:lnTo>
                  <a:lnTo>
                    <a:pt x="7658858" y="56835"/>
                  </a:lnTo>
                  <a:lnTo>
                    <a:pt x="7570775" y="47156"/>
                  </a:lnTo>
                  <a:lnTo>
                    <a:pt x="7476110" y="38431"/>
                  </a:lnTo>
                  <a:lnTo>
                    <a:pt x="7375991" y="30617"/>
                  </a:lnTo>
                  <a:lnTo>
                    <a:pt x="7272430" y="23702"/>
                  </a:lnTo>
                  <a:lnTo>
                    <a:pt x="7168393" y="17697"/>
                  </a:lnTo>
                  <a:lnTo>
                    <a:pt x="7067708" y="12624"/>
                  </a:lnTo>
                  <a:lnTo>
                    <a:pt x="6974716" y="8496"/>
                  </a:lnTo>
                  <a:lnTo>
                    <a:pt x="6893679" y="5301"/>
                  </a:lnTo>
                  <a:lnTo>
                    <a:pt x="6828033" y="2986"/>
                  </a:lnTo>
                  <a:lnTo>
                    <a:pt x="6779673" y="1453"/>
                  </a:lnTo>
                  <a:lnTo>
                    <a:pt x="6748488" y="560"/>
                  </a:lnTo>
                  <a:lnTo>
                    <a:pt x="6732246" y="138"/>
                  </a:lnTo>
                  <a:lnTo>
                    <a:pt x="6726793" y="9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233" y="108"/>
                  </a:lnTo>
                  <a:lnTo>
                    <a:pt x="5249445" y="883"/>
                  </a:lnTo>
                  <a:lnTo>
                    <a:pt x="5237227" y="3020"/>
                  </a:lnTo>
                  <a:lnTo>
                    <a:pt x="5215016" y="7235"/>
                  </a:lnTo>
                  <a:lnTo>
                    <a:pt x="5181162" y="14225"/>
                  </a:lnTo>
                  <a:lnTo>
                    <a:pt x="5135039" y="24613"/>
                  </a:lnTo>
                  <a:lnTo>
                    <a:pt x="5077058" y="38907"/>
                  </a:lnTo>
                  <a:lnTo>
                    <a:pt x="5008572" y="57461"/>
                  </a:lnTo>
                  <a:lnTo>
                    <a:pt x="4931647" y="80474"/>
                  </a:lnTo>
                  <a:lnTo>
                    <a:pt x="4848764" y="108005"/>
                  </a:lnTo>
                  <a:lnTo>
                    <a:pt x="4762504" y="140016"/>
                  </a:lnTo>
                  <a:lnTo>
                    <a:pt x="4675278" y="176426"/>
                  </a:lnTo>
                  <a:lnTo>
                    <a:pt x="4589141" y="217154"/>
                  </a:lnTo>
                  <a:lnTo>
                    <a:pt x="4505697" y="262175"/>
                  </a:lnTo>
                  <a:lnTo>
                    <a:pt x="4426076" y="311544"/>
                  </a:lnTo>
                  <a:lnTo>
                    <a:pt x="4350976" y="365421"/>
                  </a:lnTo>
                  <a:lnTo>
                    <a:pt x="4280730" y="424079"/>
                  </a:lnTo>
                  <a:lnTo>
                    <a:pt x="4215382" y="487912"/>
                  </a:lnTo>
                  <a:lnTo>
                    <a:pt x="4154759" y="557426"/>
                  </a:lnTo>
                  <a:lnTo>
                    <a:pt x="4098546" y="633235"/>
                  </a:lnTo>
                  <a:lnTo>
                    <a:pt x="4046327" y="716039"/>
                  </a:lnTo>
                  <a:lnTo>
                    <a:pt x="3997634" y="806603"/>
                  </a:lnTo>
                  <a:lnTo>
                    <a:pt x="3951976" y="905709"/>
                  </a:lnTo>
                  <a:lnTo>
                    <a:pt x="3908862" y="1014088"/>
                  </a:lnTo>
                  <a:lnTo>
                    <a:pt x="3867821" y="1132319"/>
                  </a:lnTo>
                  <a:lnTo>
                    <a:pt x="3829811" y="1255917"/>
                  </a:lnTo>
                  <a:lnTo>
                    <a:pt x="3805491" y="1342286"/>
                  </a:lnTo>
                  <a:lnTo>
                    <a:pt x="3781607" y="1432748"/>
                  </a:lnTo>
                  <a:lnTo>
                    <a:pt x="3758080" y="1527378"/>
                  </a:lnTo>
                  <a:lnTo>
                    <a:pt x="3734844" y="1626226"/>
                  </a:lnTo>
                  <a:lnTo>
                    <a:pt x="3711842" y="1729314"/>
                  </a:lnTo>
                  <a:lnTo>
                    <a:pt x="3689021" y="1836635"/>
                  </a:lnTo>
                  <a:lnTo>
                    <a:pt x="3666339" y="1948149"/>
                  </a:lnTo>
                  <a:lnTo>
                    <a:pt x="3643758" y="2063784"/>
                  </a:lnTo>
                  <a:lnTo>
                    <a:pt x="3621247" y="2183431"/>
                  </a:lnTo>
                  <a:lnTo>
                    <a:pt x="3598780" y="2306948"/>
                  </a:lnTo>
                  <a:lnTo>
                    <a:pt x="3576335" y="2434154"/>
                  </a:lnTo>
                  <a:lnTo>
                    <a:pt x="3553896" y="2564832"/>
                  </a:lnTo>
                  <a:lnTo>
                    <a:pt x="3531452" y="2698730"/>
                  </a:lnTo>
                  <a:lnTo>
                    <a:pt x="3508992" y="2835561"/>
                  </a:lnTo>
                  <a:lnTo>
                    <a:pt x="3486512" y="2975006"/>
                  </a:lnTo>
                  <a:lnTo>
                    <a:pt x="3464010" y="3116716"/>
                  </a:lnTo>
                  <a:lnTo>
                    <a:pt x="3441487" y="3260315"/>
                  </a:lnTo>
                  <a:lnTo>
                    <a:pt x="3418944" y="3405406"/>
                  </a:lnTo>
                  <a:lnTo>
                    <a:pt x="3396387" y="3551571"/>
                  </a:lnTo>
                  <a:lnTo>
                    <a:pt x="3373820" y="3698381"/>
                  </a:lnTo>
                  <a:lnTo>
                    <a:pt x="3351251" y="3845399"/>
                  </a:lnTo>
                  <a:lnTo>
                    <a:pt x="3328685" y="3992184"/>
                  </a:lnTo>
                  <a:lnTo>
                    <a:pt x="3306128" y="4138300"/>
                  </a:lnTo>
                  <a:lnTo>
                    <a:pt x="3283587" y="4283317"/>
                  </a:lnTo>
                  <a:lnTo>
                    <a:pt x="3261064" y="4426820"/>
                  </a:lnTo>
                  <a:lnTo>
                    <a:pt x="3238564" y="4568412"/>
                  </a:lnTo>
                  <a:lnTo>
                    <a:pt x="3216085" y="4707719"/>
                  </a:lnTo>
                  <a:lnTo>
                    <a:pt x="3193627" y="4844394"/>
                  </a:lnTo>
                  <a:lnTo>
                    <a:pt x="3171182" y="4978118"/>
                  </a:lnTo>
                  <a:lnTo>
                    <a:pt x="3148744" y="5108606"/>
                  </a:lnTo>
                  <a:lnTo>
                    <a:pt x="3126298" y="5235610"/>
                  </a:lnTo>
                  <a:lnTo>
                    <a:pt x="3103829" y="5358913"/>
                  </a:lnTo>
                  <a:lnTo>
                    <a:pt x="3081315" y="5478338"/>
                  </a:lnTo>
                  <a:lnTo>
                    <a:pt x="3058729" y="5593743"/>
                  </a:lnTo>
                  <a:lnTo>
                    <a:pt x="3036040" y="5705023"/>
                  </a:lnTo>
                  <a:lnTo>
                    <a:pt x="3013211" y="5812106"/>
                  </a:lnTo>
                  <a:lnTo>
                    <a:pt x="2990196" y="5914955"/>
                  </a:lnTo>
                  <a:lnTo>
                    <a:pt x="2966946" y="6013565"/>
                  </a:lnTo>
                  <a:lnTo>
                    <a:pt x="2943401" y="6107959"/>
                  </a:lnTo>
                  <a:lnTo>
                    <a:pt x="2919494" y="6198188"/>
                  </a:lnTo>
                  <a:lnTo>
                    <a:pt x="2896531" y="6279587"/>
                  </a:lnTo>
                  <a:lnTo>
                    <a:pt x="2857088" y="6407574"/>
                  </a:lnTo>
                  <a:lnTo>
                    <a:pt x="2815981" y="6525447"/>
                  </a:lnTo>
                  <a:lnTo>
                    <a:pt x="2772784" y="6633484"/>
                  </a:lnTo>
                  <a:lnTo>
                    <a:pt x="2727026" y="6732272"/>
                  </a:lnTo>
                  <a:lnTo>
                    <a:pt x="2678217" y="6822546"/>
                  </a:lnTo>
                  <a:lnTo>
                    <a:pt x="2625863" y="6905088"/>
                  </a:lnTo>
                  <a:lnTo>
                    <a:pt x="2569499" y="6980661"/>
                  </a:lnTo>
                  <a:lnTo>
                    <a:pt x="2508713" y="7049962"/>
                  </a:lnTo>
                  <a:lnTo>
                    <a:pt x="2443191" y="7113603"/>
                  </a:lnTo>
                  <a:lnTo>
                    <a:pt x="2372770" y="7172084"/>
                  </a:lnTo>
                  <a:lnTo>
                    <a:pt x="2297502" y="7225796"/>
                  </a:lnTo>
                  <a:lnTo>
                    <a:pt x="2217730" y="7275008"/>
                  </a:lnTo>
                  <a:lnTo>
                    <a:pt x="2134167" y="7319875"/>
                  </a:lnTo>
                  <a:lnTo>
                    <a:pt x="2047961" y="7360451"/>
                  </a:lnTo>
                  <a:lnTo>
                    <a:pt x="1960732" y="7396705"/>
                  </a:lnTo>
                  <a:lnTo>
                    <a:pt x="1874549" y="7428558"/>
                  </a:lnTo>
                  <a:lnTo>
                    <a:pt x="1791834" y="7455928"/>
                  </a:lnTo>
                  <a:lnTo>
                    <a:pt x="1715169" y="7478780"/>
                  </a:lnTo>
                  <a:lnTo>
                    <a:pt x="1647026" y="7497178"/>
                  </a:lnTo>
                  <a:lnTo>
                    <a:pt x="1589450" y="7511325"/>
                  </a:lnTo>
                  <a:lnTo>
                    <a:pt x="1543762" y="7521583"/>
                  </a:lnTo>
                  <a:lnTo>
                    <a:pt x="1510341" y="7528462"/>
                  </a:lnTo>
                  <a:lnTo>
                    <a:pt x="1488520" y="7532591"/>
                  </a:lnTo>
                  <a:lnTo>
                    <a:pt x="1476616" y="7534668"/>
                  </a:lnTo>
                  <a:lnTo>
                    <a:pt x="1472035" y="7535406"/>
                  </a:lnTo>
                  <a:lnTo>
                    <a:pt x="1471387" y="7535504"/>
                  </a:lnTo>
                  <a:lnTo>
                    <a:pt x="0" y="7535504"/>
                  </a:lnTo>
                  <a:close/>
                </a:path>
              </a:pathLst>
            </a:custGeom>
            <a:solidFill>
              <a:srgbClr val="C3CD83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2061" name="pl2061"/>
            <p:cNvSpPr/>
            <p:nvPr/>
          </p:nvSpPr>
          <p:spPr>
            <a:xfrm>
              <a:off x="4799595" y="3296132"/>
              <a:ext cx="11981298" cy="7535504"/>
            </a:xfrm>
            <a:custGeom>
              <a:avLst/>
              <a:pathLst>
                <a:path w="11981298" h="7535504">
                  <a:moveTo>
                    <a:pt x="0" y="7535504"/>
                  </a:moveTo>
                  <a:lnTo>
                    <a:pt x="1471387" y="7535504"/>
                  </a:lnTo>
                  <a:lnTo>
                    <a:pt x="1472109" y="7535395"/>
                  </a:lnTo>
                  <a:lnTo>
                    <a:pt x="1476897" y="7534621"/>
                  </a:lnTo>
                  <a:lnTo>
                    <a:pt x="1489115" y="7532484"/>
                  </a:lnTo>
                  <a:lnTo>
                    <a:pt x="1511326" y="7528268"/>
                  </a:lnTo>
                  <a:lnTo>
                    <a:pt x="1545180" y="7521279"/>
                  </a:lnTo>
                  <a:lnTo>
                    <a:pt x="1591304" y="7510890"/>
                  </a:lnTo>
                  <a:lnTo>
                    <a:pt x="1649284" y="7496597"/>
                  </a:lnTo>
                  <a:lnTo>
                    <a:pt x="1717770" y="7478043"/>
                  </a:lnTo>
                  <a:lnTo>
                    <a:pt x="1794695" y="7455030"/>
                  </a:lnTo>
                  <a:lnTo>
                    <a:pt x="1877578" y="7427499"/>
                  </a:lnTo>
                  <a:lnTo>
                    <a:pt x="1963838" y="7395487"/>
                  </a:lnTo>
                  <a:lnTo>
                    <a:pt x="2051064" y="7359078"/>
                  </a:lnTo>
                  <a:lnTo>
                    <a:pt x="2137201" y="7318349"/>
                  </a:lnTo>
                  <a:lnTo>
                    <a:pt x="2220645" y="7273328"/>
                  </a:lnTo>
                  <a:lnTo>
                    <a:pt x="2300267" y="7223959"/>
                  </a:lnTo>
                  <a:lnTo>
                    <a:pt x="2375366" y="7170083"/>
                  </a:lnTo>
                  <a:lnTo>
                    <a:pt x="2445612" y="7111425"/>
                  </a:lnTo>
                  <a:lnTo>
                    <a:pt x="2510961" y="7047592"/>
                  </a:lnTo>
                  <a:lnTo>
                    <a:pt x="2571583" y="6978077"/>
                  </a:lnTo>
                  <a:lnTo>
                    <a:pt x="2627796" y="6902269"/>
                  </a:lnTo>
                  <a:lnTo>
                    <a:pt x="2680015" y="6819464"/>
                  </a:lnTo>
                  <a:lnTo>
                    <a:pt x="2728708" y="6728900"/>
                  </a:lnTo>
                  <a:lnTo>
                    <a:pt x="2774366" y="6629795"/>
                  </a:lnTo>
                  <a:lnTo>
                    <a:pt x="2817481" y="6521415"/>
                  </a:lnTo>
                  <a:lnTo>
                    <a:pt x="2858521" y="6403184"/>
                  </a:lnTo>
                  <a:lnTo>
                    <a:pt x="2896531" y="6279587"/>
                  </a:lnTo>
                  <a:lnTo>
                    <a:pt x="2920851" y="6193217"/>
                  </a:lnTo>
                  <a:lnTo>
                    <a:pt x="2944736" y="6102755"/>
                  </a:lnTo>
                  <a:lnTo>
                    <a:pt x="2968262" y="6008125"/>
                  </a:lnTo>
                  <a:lnTo>
                    <a:pt x="2991498" y="5909277"/>
                  </a:lnTo>
                  <a:lnTo>
                    <a:pt x="3014500" y="5806189"/>
                  </a:lnTo>
                  <a:lnTo>
                    <a:pt x="3037321" y="5698868"/>
                  </a:lnTo>
                  <a:lnTo>
                    <a:pt x="3060003" y="5587354"/>
                  </a:lnTo>
                  <a:lnTo>
                    <a:pt x="3082584" y="5471720"/>
                  </a:lnTo>
                  <a:lnTo>
                    <a:pt x="3105095" y="5352072"/>
                  </a:lnTo>
                  <a:lnTo>
                    <a:pt x="3127562" y="5228555"/>
                  </a:lnTo>
                  <a:lnTo>
                    <a:pt x="3150007" y="5101350"/>
                  </a:lnTo>
                  <a:lnTo>
                    <a:pt x="3172446" y="4970672"/>
                  </a:lnTo>
                  <a:lnTo>
                    <a:pt x="3194891" y="4836774"/>
                  </a:lnTo>
                  <a:lnTo>
                    <a:pt x="3217350" y="4699942"/>
                  </a:lnTo>
                  <a:lnTo>
                    <a:pt x="3239830" y="4560497"/>
                  </a:lnTo>
                  <a:lnTo>
                    <a:pt x="3262332" y="4418787"/>
                  </a:lnTo>
                  <a:lnTo>
                    <a:pt x="3284855" y="4275188"/>
                  </a:lnTo>
                  <a:lnTo>
                    <a:pt x="3307398" y="4130098"/>
                  </a:lnTo>
                  <a:lnTo>
                    <a:pt x="3329955" y="3983933"/>
                  </a:lnTo>
                  <a:lnTo>
                    <a:pt x="3352522" y="3837123"/>
                  </a:lnTo>
                  <a:lnTo>
                    <a:pt x="3375091" y="3690105"/>
                  </a:lnTo>
                  <a:lnTo>
                    <a:pt x="3397657" y="3543320"/>
                  </a:lnTo>
                  <a:lnTo>
                    <a:pt x="3420214" y="3397204"/>
                  </a:lnTo>
                  <a:lnTo>
                    <a:pt x="3442756" y="3252187"/>
                  </a:lnTo>
                  <a:lnTo>
                    <a:pt x="3465278" y="3108683"/>
                  </a:lnTo>
                  <a:lnTo>
                    <a:pt x="3487778" y="2967091"/>
                  </a:lnTo>
                  <a:lnTo>
                    <a:pt x="3510257" y="2827784"/>
                  </a:lnTo>
                  <a:lnTo>
                    <a:pt x="3532716" y="2691110"/>
                  </a:lnTo>
                  <a:lnTo>
                    <a:pt x="3555160" y="2557386"/>
                  </a:lnTo>
                  <a:lnTo>
                    <a:pt x="3577598" y="2426897"/>
                  </a:lnTo>
                  <a:lnTo>
                    <a:pt x="3600044" y="2299894"/>
                  </a:lnTo>
                  <a:lnTo>
                    <a:pt x="3622513" y="2176590"/>
                  </a:lnTo>
                  <a:lnTo>
                    <a:pt x="3645027" y="2057165"/>
                  </a:lnTo>
                  <a:lnTo>
                    <a:pt x="3667613" y="1941760"/>
                  </a:lnTo>
                  <a:lnTo>
                    <a:pt x="3690302" y="1830480"/>
                  </a:lnTo>
                  <a:lnTo>
                    <a:pt x="3713132" y="1723397"/>
                  </a:lnTo>
                  <a:lnTo>
                    <a:pt x="3736146" y="1620548"/>
                  </a:lnTo>
                  <a:lnTo>
                    <a:pt x="3759396" y="1521938"/>
                  </a:lnTo>
                  <a:lnTo>
                    <a:pt x="3782941" y="1427545"/>
                  </a:lnTo>
                  <a:lnTo>
                    <a:pt x="3806848" y="1337315"/>
                  </a:lnTo>
                  <a:lnTo>
                    <a:pt x="3829811" y="1255917"/>
                  </a:lnTo>
                  <a:lnTo>
                    <a:pt x="3869254" y="1127930"/>
                  </a:lnTo>
                  <a:lnTo>
                    <a:pt x="3910361" y="1010057"/>
                  </a:lnTo>
                  <a:lnTo>
                    <a:pt x="3953558" y="902019"/>
                  </a:lnTo>
                  <a:lnTo>
                    <a:pt x="3999316" y="803231"/>
                  </a:lnTo>
                  <a:lnTo>
                    <a:pt x="4048125" y="712958"/>
                  </a:lnTo>
                  <a:lnTo>
                    <a:pt x="4100479" y="630415"/>
                  </a:lnTo>
                  <a:lnTo>
                    <a:pt x="4156843" y="554843"/>
                  </a:lnTo>
                  <a:lnTo>
                    <a:pt x="4217629" y="485541"/>
                  </a:lnTo>
                  <a:lnTo>
                    <a:pt x="4283151" y="421901"/>
                  </a:lnTo>
                  <a:lnTo>
                    <a:pt x="4353572" y="363419"/>
                  </a:lnTo>
                  <a:lnTo>
                    <a:pt x="4428840" y="309708"/>
                  </a:lnTo>
                  <a:lnTo>
                    <a:pt x="4508612" y="260496"/>
                  </a:lnTo>
                  <a:lnTo>
                    <a:pt x="4592175" y="215628"/>
                  </a:lnTo>
                  <a:lnTo>
                    <a:pt x="4678381" y="175053"/>
                  </a:lnTo>
                  <a:lnTo>
                    <a:pt x="4765610" y="138799"/>
                  </a:lnTo>
                  <a:lnTo>
                    <a:pt x="4851793" y="106945"/>
                  </a:lnTo>
                  <a:lnTo>
                    <a:pt x="4934508" y="79575"/>
                  </a:lnTo>
                  <a:lnTo>
                    <a:pt x="5011173" y="56723"/>
                  </a:lnTo>
                  <a:lnTo>
                    <a:pt x="5079316" y="38325"/>
                  </a:lnTo>
                  <a:lnTo>
                    <a:pt x="5136893" y="24178"/>
                  </a:lnTo>
                  <a:lnTo>
                    <a:pt x="5182580" y="13921"/>
                  </a:lnTo>
                  <a:lnTo>
                    <a:pt x="5216001" y="7041"/>
                  </a:lnTo>
                  <a:lnTo>
                    <a:pt x="5237822" y="2912"/>
                  </a:lnTo>
                  <a:lnTo>
                    <a:pt x="5249726" y="836"/>
                  </a:lnTo>
                  <a:lnTo>
                    <a:pt x="5254307" y="97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565" y="27"/>
                  </a:lnTo>
                  <a:lnTo>
                    <a:pt x="6735592" y="222"/>
                  </a:lnTo>
                  <a:lnTo>
                    <a:pt x="6755779" y="761"/>
                  </a:lnTo>
                  <a:lnTo>
                    <a:pt x="6791761" y="1821"/>
                  </a:lnTo>
                  <a:lnTo>
                    <a:pt x="6845168" y="3566"/>
                  </a:lnTo>
                  <a:lnTo>
                    <a:pt x="6915509" y="6125"/>
                  </a:lnTo>
                  <a:lnTo>
                    <a:pt x="7000383" y="9585"/>
                  </a:lnTo>
                  <a:lnTo>
                    <a:pt x="7096038" y="13985"/>
                  </a:lnTo>
                  <a:lnTo>
                    <a:pt x="7198117" y="19328"/>
                  </a:lnTo>
                  <a:lnTo>
                    <a:pt x="7302375" y="25596"/>
                  </a:lnTo>
                  <a:lnTo>
                    <a:pt x="7405209" y="32769"/>
                  </a:lnTo>
                  <a:lnTo>
                    <a:pt x="7503926" y="40842"/>
                  </a:lnTo>
                  <a:lnTo>
                    <a:pt x="7596781" y="49836"/>
                  </a:lnTo>
                  <a:lnTo>
                    <a:pt x="7682870" y="59802"/>
                  </a:lnTo>
                  <a:lnTo>
                    <a:pt x="7761952" y="70829"/>
                  </a:lnTo>
                  <a:lnTo>
                    <a:pt x="7834259" y="83039"/>
                  </a:lnTo>
                  <a:lnTo>
                    <a:pt x="7900340" y="96586"/>
                  </a:lnTo>
                  <a:lnTo>
                    <a:pt x="7960924" y="111650"/>
                  </a:lnTo>
                  <a:lnTo>
                    <a:pt x="8016833" y="128425"/>
                  </a:lnTo>
                  <a:lnTo>
                    <a:pt x="8068910" y="147099"/>
                  </a:lnTo>
                  <a:lnTo>
                    <a:pt x="8117964" y="167826"/>
                  </a:lnTo>
                  <a:lnTo>
                    <a:pt x="8151487" y="183892"/>
                  </a:lnTo>
                  <a:lnTo>
                    <a:pt x="8201435" y="210783"/>
                  </a:lnTo>
                  <a:lnTo>
                    <a:pt x="8249854" y="240297"/>
                  </a:lnTo>
                  <a:lnTo>
                    <a:pt x="8297297" y="272475"/>
                  </a:lnTo>
                  <a:lnTo>
                    <a:pt x="8344175" y="307280"/>
                  </a:lnTo>
                  <a:lnTo>
                    <a:pt x="8390782" y="344580"/>
                  </a:lnTo>
                  <a:lnTo>
                    <a:pt x="8437315" y="384149"/>
                  </a:lnTo>
                  <a:lnTo>
                    <a:pt x="8483889" y="425663"/>
                  </a:lnTo>
                  <a:lnTo>
                    <a:pt x="8530551" y="468706"/>
                  </a:lnTo>
                  <a:lnTo>
                    <a:pt x="8577299" y="512789"/>
                  </a:lnTo>
                  <a:lnTo>
                    <a:pt x="8624094" y="557369"/>
                  </a:lnTo>
                  <a:lnTo>
                    <a:pt x="8670882" y="601876"/>
                  </a:lnTo>
                  <a:lnTo>
                    <a:pt x="8717611" y="645743"/>
                  </a:lnTo>
                  <a:lnTo>
                    <a:pt x="8764249" y="688441"/>
                  </a:lnTo>
                  <a:lnTo>
                    <a:pt x="8810805" y="729494"/>
                  </a:lnTo>
                  <a:lnTo>
                    <a:pt x="8857343" y="768512"/>
                  </a:lnTo>
                  <a:lnTo>
                    <a:pt x="8903997" y="805194"/>
                  </a:lnTo>
                  <a:lnTo>
                    <a:pt x="8950987" y="839337"/>
                  </a:lnTo>
                  <a:lnTo>
                    <a:pt x="8998635" y="870836"/>
                  </a:lnTo>
                  <a:lnTo>
                    <a:pt x="9047385" y="899674"/>
                  </a:lnTo>
                  <a:lnTo>
                    <a:pt x="9084767" y="919462"/>
                  </a:lnTo>
                  <a:lnTo>
                    <a:pt x="9132115" y="941698"/>
                  </a:lnTo>
                  <a:lnTo>
                    <a:pt x="9181959" y="961823"/>
                  </a:lnTo>
                  <a:lnTo>
                    <a:pt x="9235052" y="979934"/>
                  </a:lnTo>
                  <a:lnTo>
                    <a:pt x="9292217" y="996197"/>
                  </a:lnTo>
                  <a:lnTo>
                    <a:pt x="9354298" y="1010806"/>
                  </a:lnTo>
                  <a:lnTo>
                    <a:pt x="9422099" y="1023952"/>
                  </a:lnTo>
                  <a:lnTo>
                    <a:pt x="9496307" y="1035807"/>
                  </a:lnTo>
                  <a:lnTo>
                    <a:pt x="9577395" y="1046519"/>
                  </a:lnTo>
                  <a:lnTo>
                    <a:pt x="9665478" y="1056198"/>
                  </a:lnTo>
                  <a:lnTo>
                    <a:pt x="9760143" y="1064923"/>
                  </a:lnTo>
                  <a:lnTo>
                    <a:pt x="9860262" y="1072737"/>
                  </a:lnTo>
                  <a:lnTo>
                    <a:pt x="9963824" y="1079652"/>
                  </a:lnTo>
                  <a:lnTo>
                    <a:pt x="10067860" y="1085656"/>
                  </a:lnTo>
                  <a:lnTo>
                    <a:pt x="10168545" y="1090730"/>
                  </a:lnTo>
                  <a:lnTo>
                    <a:pt x="10261538" y="1094858"/>
                  </a:lnTo>
                  <a:lnTo>
                    <a:pt x="10342575" y="1098053"/>
                  </a:lnTo>
                  <a:lnTo>
                    <a:pt x="10408221" y="1100367"/>
                  </a:lnTo>
                  <a:lnTo>
                    <a:pt x="10456580" y="1101901"/>
                  </a:lnTo>
                  <a:lnTo>
                    <a:pt x="10487766" y="1102794"/>
                  </a:lnTo>
                  <a:lnTo>
                    <a:pt x="10504007" y="1103215"/>
                  </a:lnTo>
                  <a:lnTo>
                    <a:pt x="10509461" y="1103344"/>
                  </a:lnTo>
                  <a:lnTo>
                    <a:pt x="10509911" y="1103354"/>
                  </a:lnTo>
                  <a:lnTo>
                    <a:pt x="11981298" y="110335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62" name="pl2062"/>
            <p:cNvSpPr/>
            <p:nvPr/>
          </p:nvSpPr>
          <p:spPr>
            <a:xfrm>
              <a:off x="4799595" y="3287959"/>
              <a:ext cx="11981298" cy="7535504"/>
            </a:xfrm>
            <a:custGeom>
              <a:avLst/>
              <a:pathLst>
                <a:path w="11981298" h="7535504">
                  <a:moveTo>
                    <a:pt x="11981298" y="1103354"/>
                  </a:moveTo>
                  <a:lnTo>
                    <a:pt x="10509911" y="1103354"/>
                  </a:lnTo>
                  <a:lnTo>
                    <a:pt x="10508688" y="1103327"/>
                  </a:lnTo>
                  <a:lnTo>
                    <a:pt x="10500662" y="1103132"/>
                  </a:lnTo>
                  <a:lnTo>
                    <a:pt x="10480474" y="1102593"/>
                  </a:lnTo>
                  <a:lnTo>
                    <a:pt x="10444492" y="1101533"/>
                  </a:lnTo>
                  <a:lnTo>
                    <a:pt x="10391085" y="1099788"/>
                  </a:lnTo>
                  <a:lnTo>
                    <a:pt x="10320745" y="1097229"/>
                  </a:lnTo>
                  <a:lnTo>
                    <a:pt x="10235871" y="1093769"/>
                  </a:lnTo>
                  <a:lnTo>
                    <a:pt x="10140215" y="1089369"/>
                  </a:lnTo>
                  <a:lnTo>
                    <a:pt x="10038136" y="1084026"/>
                  </a:lnTo>
                  <a:lnTo>
                    <a:pt x="9933878" y="1077758"/>
                  </a:lnTo>
                  <a:lnTo>
                    <a:pt x="9831044" y="1070585"/>
                  </a:lnTo>
                  <a:lnTo>
                    <a:pt x="9732327" y="1062511"/>
                  </a:lnTo>
                  <a:lnTo>
                    <a:pt x="9639472" y="1053518"/>
                  </a:lnTo>
                  <a:lnTo>
                    <a:pt x="9553383" y="1043552"/>
                  </a:lnTo>
                  <a:lnTo>
                    <a:pt x="9474301" y="1032525"/>
                  </a:lnTo>
                  <a:lnTo>
                    <a:pt x="9401994" y="1020315"/>
                  </a:lnTo>
                  <a:lnTo>
                    <a:pt x="9335914" y="1006767"/>
                  </a:lnTo>
                  <a:lnTo>
                    <a:pt x="9275330" y="991704"/>
                  </a:lnTo>
                  <a:lnTo>
                    <a:pt x="9219420" y="974929"/>
                  </a:lnTo>
                  <a:lnTo>
                    <a:pt x="9167343" y="956254"/>
                  </a:lnTo>
                  <a:lnTo>
                    <a:pt x="9118289" y="935527"/>
                  </a:lnTo>
                  <a:lnTo>
                    <a:pt x="9084767" y="919462"/>
                  </a:lnTo>
                  <a:lnTo>
                    <a:pt x="9034819" y="892571"/>
                  </a:lnTo>
                  <a:lnTo>
                    <a:pt x="8986400" y="863057"/>
                  </a:lnTo>
                  <a:lnTo>
                    <a:pt x="8938956" y="830879"/>
                  </a:lnTo>
                  <a:lnTo>
                    <a:pt x="8892078" y="796074"/>
                  </a:lnTo>
                  <a:lnTo>
                    <a:pt x="8845471" y="758774"/>
                  </a:lnTo>
                  <a:lnTo>
                    <a:pt x="8798938" y="719205"/>
                  </a:lnTo>
                  <a:lnTo>
                    <a:pt x="8752365" y="677691"/>
                  </a:lnTo>
                  <a:lnTo>
                    <a:pt x="8705702" y="634648"/>
                  </a:lnTo>
                  <a:lnTo>
                    <a:pt x="8658954" y="590565"/>
                  </a:lnTo>
                  <a:lnTo>
                    <a:pt x="8612159" y="545985"/>
                  </a:lnTo>
                  <a:lnTo>
                    <a:pt x="8565371" y="501478"/>
                  </a:lnTo>
                  <a:lnTo>
                    <a:pt x="8518643" y="457610"/>
                  </a:lnTo>
                  <a:lnTo>
                    <a:pt x="8472004" y="414913"/>
                  </a:lnTo>
                  <a:lnTo>
                    <a:pt x="8425448" y="373860"/>
                  </a:lnTo>
                  <a:lnTo>
                    <a:pt x="8378910" y="334842"/>
                  </a:lnTo>
                  <a:lnTo>
                    <a:pt x="8332256" y="298160"/>
                  </a:lnTo>
                  <a:lnTo>
                    <a:pt x="8285266" y="264017"/>
                  </a:lnTo>
                  <a:lnTo>
                    <a:pt x="8237618" y="232518"/>
                  </a:lnTo>
                  <a:lnTo>
                    <a:pt x="8188868" y="203680"/>
                  </a:lnTo>
                  <a:lnTo>
                    <a:pt x="8151487" y="183892"/>
                  </a:lnTo>
                  <a:lnTo>
                    <a:pt x="8104138" y="161656"/>
                  </a:lnTo>
                  <a:lnTo>
                    <a:pt x="8054294" y="141530"/>
                  </a:lnTo>
                  <a:lnTo>
                    <a:pt x="8001202" y="123419"/>
                  </a:lnTo>
                  <a:lnTo>
                    <a:pt x="7944036" y="107156"/>
                  </a:lnTo>
                  <a:lnTo>
                    <a:pt x="7881955" y="92548"/>
                  </a:lnTo>
                  <a:lnTo>
                    <a:pt x="7814155" y="79402"/>
                  </a:lnTo>
                  <a:lnTo>
                    <a:pt x="7739946" y="67546"/>
                  </a:lnTo>
                  <a:lnTo>
                    <a:pt x="7658858" y="56835"/>
                  </a:lnTo>
                  <a:lnTo>
                    <a:pt x="7570775" y="47156"/>
                  </a:lnTo>
                  <a:lnTo>
                    <a:pt x="7476110" y="38431"/>
                  </a:lnTo>
                  <a:lnTo>
                    <a:pt x="7375991" y="30617"/>
                  </a:lnTo>
                  <a:lnTo>
                    <a:pt x="7272430" y="23702"/>
                  </a:lnTo>
                  <a:lnTo>
                    <a:pt x="7168393" y="17697"/>
                  </a:lnTo>
                  <a:lnTo>
                    <a:pt x="7067708" y="12624"/>
                  </a:lnTo>
                  <a:lnTo>
                    <a:pt x="6974716" y="8496"/>
                  </a:lnTo>
                  <a:lnTo>
                    <a:pt x="6893679" y="5301"/>
                  </a:lnTo>
                  <a:lnTo>
                    <a:pt x="6828033" y="2986"/>
                  </a:lnTo>
                  <a:lnTo>
                    <a:pt x="6779673" y="1453"/>
                  </a:lnTo>
                  <a:lnTo>
                    <a:pt x="6748488" y="560"/>
                  </a:lnTo>
                  <a:lnTo>
                    <a:pt x="6732246" y="138"/>
                  </a:lnTo>
                  <a:lnTo>
                    <a:pt x="6726793" y="9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233" y="108"/>
                  </a:lnTo>
                  <a:lnTo>
                    <a:pt x="5249445" y="883"/>
                  </a:lnTo>
                  <a:lnTo>
                    <a:pt x="5237227" y="3020"/>
                  </a:lnTo>
                  <a:lnTo>
                    <a:pt x="5215016" y="7235"/>
                  </a:lnTo>
                  <a:lnTo>
                    <a:pt x="5181162" y="14225"/>
                  </a:lnTo>
                  <a:lnTo>
                    <a:pt x="5135039" y="24613"/>
                  </a:lnTo>
                  <a:lnTo>
                    <a:pt x="5077058" y="38907"/>
                  </a:lnTo>
                  <a:lnTo>
                    <a:pt x="5008572" y="57461"/>
                  </a:lnTo>
                  <a:lnTo>
                    <a:pt x="4931647" y="80474"/>
                  </a:lnTo>
                  <a:lnTo>
                    <a:pt x="4848764" y="108005"/>
                  </a:lnTo>
                  <a:lnTo>
                    <a:pt x="4762504" y="140016"/>
                  </a:lnTo>
                  <a:lnTo>
                    <a:pt x="4675278" y="176426"/>
                  </a:lnTo>
                  <a:lnTo>
                    <a:pt x="4589141" y="217154"/>
                  </a:lnTo>
                  <a:lnTo>
                    <a:pt x="4505697" y="262175"/>
                  </a:lnTo>
                  <a:lnTo>
                    <a:pt x="4426076" y="311544"/>
                  </a:lnTo>
                  <a:lnTo>
                    <a:pt x="4350976" y="365421"/>
                  </a:lnTo>
                  <a:lnTo>
                    <a:pt x="4280730" y="424079"/>
                  </a:lnTo>
                  <a:lnTo>
                    <a:pt x="4215382" y="487912"/>
                  </a:lnTo>
                  <a:lnTo>
                    <a:pt x="4154759" y="557426"/>
                  </a:lnTo>
                  <a:lnTo>
                    <a:pt x="4098546" y="633235"/>
                  </a:lnTo>
                  <a:lnTo>
                    <a:pt x="4046327" y="716039"/>
                  </a:lnTo>
                  <a:lnTo>
                    <a:pt x="3997634" y="806603"/>
                  </a:lnTo>
                  <a:lnTo>
                    <a:pt x="3951976" y="905709"/>
                  </a:lnTo>
                  <a:lnTo>
                    <a:pt x="3908862" y="1014088"/>
                  </a:lnTo>
                  <a:lnTo>
                    <a:pt x="3867821" y="1132319"/>
                  </a:lnTo>
                  <a:lnTo>
                    <a:pt x="3829811" y="1255917"/>
                  </a:lnTo>
                  <a:lnTo>
                    <a:pt x="3805491" y="1342286"/>
                  </a:lnTo>
                  <a:lnTo>
                    <a:pt x="3781607" y="1432748"/>
                  </a:lnTo>
                  <a:lnTo>
                    <a:pt x="3758080" y="1527378"/>
                  </a:lnTo>
                  <a:lnTo>
                    <a:pt x="3734844" y="1626226"/>
                  </a:lnTo>
                  <a:lnTo>
                    <a:pt x="3711842" y="1729314"/>
                  </a:lnTo>
                  <a:lnTo>
                    <a:pt x="3689021" y="1836635"/>
                  </a:lnTo>
                  <a:lnTo>
                    <a:pt x="3666339" y="1948149"/>
                  </a:lnTo>
                  <a:lnTo>
                    <a:pt x="3643758" y="2063784"/>
                  </a:lnTo>
                  <a:lnTo>
                    <a:pt x="3621247" y="2183431"/>
                  </a:lnTo>
                  <a:lnTo>
                    <a:pt x="3598780" y="2306948"/>
                  </a:lnTo>
                  <a:lnTo>
                    <a:pt x="3576335" y="2434154"/>
                  </a:lnTo>
                  <a:lnTo>
                    <a:pt x="3553896" y="2564832"/>
                  </a:lnTo>
                  <a:lnTo>
                    <a:pt x="3531452" y="2698730"/>
                  </a:lnTo>
                  <a:lnTo>
                    <a:pt x="3508992" y="2835561"/>
                  </a:lnTo>
                  <a:lnTo>
                    <a:pt x="3486512" y="2975006"/>
                  </a:lnTo>
                  <a:lnTo>
                    <a:pt x="3464010" y="3116716"/>
                  </a:lnTo>
                  <a:lnTo>
                    <a:pt x="3441487" y="3260315"/>
                  </a:lnTo>
                  <a:lnTo>
                    <a:pt x="3418944" y="3405406"/>
                  </a:lnTo>
                  <a:lnTo>
                    <a:pt x="3396387" y="3551571"/>
                  </a:lnTo>
                  <a:lnTo>
                    <a:pt x="3373820" y="3698381"/>
                  </a:lnTo>
                  <a:lnTo>
                    <a:pt x="3351251" y="3845399"/>
                  </a:lnTo>
                  <a:lnTo>
                    <a:pt x="3328685" y="3992184"/>
                  </a:lnTo>
                  <a:lnTo>
                    <a:pt x="3306128" y="4138300"/>
                  </a:lnTo>
                  <a:lnTo>
                    <a:pt x="3283587" y="4283317"/>
                  </a:lnTo>
                  <a:lnTo>
                    <a:pt x="3261064" y="4426820"/>
                  </a:lnTo>
                  <a:lnTo>
                    <a:pt x="3238564" y="4568412"/>
                  </a:lnTo>
                  <a:lnTo>
                    <a:pt x="3216085" y="4707719"/>
                  </a:lnTo>
                  <a:lnTo>
                    <a:pt x="3193627" y="4844394"/>
                  </a:lnTo>
                  <a:lnTo>
                    <a:pt x="3171182" y="4978118"/>
                  </a:lnTo>
                  <a:lnTo>
                    <a:pt x="3148744" y="5108606"/>
                  </a:lnTo>
                  <a:lnTo>
                    <a:pt x="3126298" y="5235610"/>
                  </a:lnTo>
                  <a:lnTo>
                    <a:pt x="3103829" y="5358913"/>
                  </a:lnTo>
                  <a:lnTo>
                    <a:pt x="3081315" y="5478338"/>
                  </a:lnTo>
                  <a:lnTo>
                    <a:pt x="3058729" y="5593743"/>
                  </a:lnTo>
                  <a:lnTo>
                    <a:pt x="3036040" y="5705023"/>
                  </a:lnTo>
                  <a:lnTo>
                    <a:pt x="3013211" y="5812106"/>
                  </a:lnTo>
                  <a:lnTo>
                    <a:pt x="2990196" y="5914955"/>
                  </a:lnTo>
                  <a:lnTo>
                    <a:pt x="2966946" y="6013565"/>
                  </a:lnTo>
                  <a:lnTo>
                    <a:pt x="2943401" y="6107959"/>
                  </a:lnTo>
                  <a:lnTo>
                    <a:pt x="2919494" y="6198188"/>
                  </a:lnTo>
                  <a:lnTo>
                    <a:pt x="2896531" y="6279587"/>
                  </a:lnTo>
                  <a:lnTo>
                    <a:pt x="2857088" y="6407574"/>
                  </a:lnTo>
                  <a:lnTo>
                    <a:pt x="2815981" y="6525447"/>
                  </a:lnTo>
                  <a:lnTo>
                    <a:pt x="2772784" y="6633484"/>
                  </a:lnTo>
                  <a:lnTo>
                    <a:pt x="2727026" y="6732272"/>
                  </a:lnTo>
                  <a:lnTo>
                    <a:pt x="2678217" y="6822546"/>
                  </a:lnTo>
                  <a:lnTo>
                    <a:pt x="2625863" y="6905088"/>
                  </a:lnTo>
                  <a:lnTo>
                    <a:pt x="2569499" y="6980661"/>
                  </a:lnTo>
                  <a:lnTo>
                    <a:pt x="2508713" y="7049962"/>
                  </a:lnTo>
                  <a:lnTo>
                    <a:pt x="2443191" y="7113603"/>
                  </a:lnTo>
                  <a:lnTo>
                    <a:pt x="2372770" y="7172084"/>
                  </a:lnTo>
                  <a:lnTo>
                    <a:pt x="2297502" y="7225796"/>
                  </a:lnTo>
                  <a:lnTo>
                    <a:pt x="2217730" y="7275008"/>
                  </a:lnTo>
                  <a:lnTo>
                    <a:pt x="2134167" y="7319875"/>
                  </a:lnTo>
                  <a:lnTo>
                    <a:pt x="2047961" y="7360451"/>
                  </a:lnTo>
                  <a:lnTo>
                    <a:pt x="1960732" y="7396705"/>
                  </a:lnTo>
                  <a:lnTo>
                    <a:pt x="1874549" y="7428558"/>
                  </a:lnTo>
                  <a:lnTo>
                    <a:pt x="1791834" y="7455928"/>
                  </a:lnTo>
                  <a:lnTo>
                    <a:pt x="1715169" y="7478780"/>
                  </a:lnTo>
                  <a:lnTo>
                    <a:pt x="1647026" y="7497178"/>
                  </a:lnTo>
                  <a:lnTo>
                    <a:pt x="1589450" y="7511325"/>
                  </a:lnTo>
                  <a:lnTo>
                    <a:pt x="1543762" y="7521583"/>
                  </a:lnTo>
                  <a:lnTo>
                    <a:pt x="1510341" y="7528462"/>
                  </a:lnTo>
                  <a:lnTo>
                    <a:pt x="1488520" y="7532591"/>
                  </a:lnTo>
                  <a:lnTo>
                    <a:pt x="1476616" y="7534668"/>
                  </a:lnTo>
                  <a:lnTo>
                    <a:pt x="1472035" y="7535406"/>
                  </a:lnTo>
                  <a:lnTo>
                    <a:pt x="1471387" y="7535504"/>
                  </a:lnTo>
                  <a:lnTo>
                    <a:pt x="0" y="753550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63" name="pg2063"/>
            <p:cNvSpPr/>
            <p:nvPr/>
          </p:nvSpPr>
          <p:spPr>
            <a:xfrm>
              <a:off x="4799595" y="3386035"/>
              <a:ext cx="11981298" cy="7453774"/>
            </a:xfrm>
            <a:custGeom>
              <a:avLst/>
              <a:pathLst>
                <a:path w="11981298" h="7453774">
                  <a:moveTo>
                    <a:pt x="0" y="7453774"/>
                  </a:moveTo>
                  <a:lnTo>
                    <a:pt x="1471387" y="7453774"/>
                  </a:lnTo>
                  <a:lnTo>
                    <a:pt x="1472114" y="7453666"/>
                  </a:lnTo>
                  <a:lnTo>
                    <a:pt x="1476937" y="7452895"/>
                  </a:lnTo>
                  <a:lnTo>
                    <a:pt x="1489242" y="7450767"/>
                  </a:lnTo>
                  <a:lnTo>
                    <a:pt x="1511606" y="7446570"/>
                  </a:lnTo>
                  <a:lnTo>
                    <a:pt x="1545682" y="7439612"/>
                  </a:lnTo>
                  <a:lnTo>
                    <a:pt x="1592091" y="7429271"/>
                  </a:lnTo>
                  <a:lnTo>
                    <a:pt x="1650401" y="7415046"/>
                  </a:lnTo>
                  <a:lnTo>
                    <a:pt x="1719239" y="7396586"/>
                  </a:lnTo>
                  <a:lnTo>
                    <a:pt x="1796510" y="7373695"/>
                  </a:lnTo>
                  <a:lnTo>
                    <a:pt x="1879711" y="7346318"/>
                  </a:lnTo>
                  <a:lnTo>
                    <a:pt x="1966242" y="7314493"/>
                  </a:lnTo>
                  <a:lnTo>
                    <a:pt x="2053682" y="7278303"/>
                  </a:lnTo>
                  <a:lnTo>
                    <a:pt x="2139971" y="7237826"/>
                  </a:lnTo>
                  <a:lnTo>
                    <a:pt x="2223511" y="7193086"/>
                  </a:lnTo>
                  <a:lnTo>
                    <a:pt x="2303177" y="7144025"/>
                  </a:lnTo>
                  <a:lnTo>
                    <a:pt x="2378280" y="7090480"/>
                  </a:lnTo>
                  <a:lnTo>
                    <a:pt x="2448498" y="7032172"/>
                  </a:lnTo>
                  <a:lnTo>
                    <a:pt x="2513798" y="6968707"/>
                  </a:lnTo>
                  <a:lnTo>
                    <a:pt x="2574359" y="6899574"/>
                  </a:lnTo>
                  <a:lnTo>
                    <a:pt x="2630507" y="6824160"/>
                  </a:lnTo>
                  <a:lnTo>
                    <a:pt x="2682664" y="6741762"/>
                  </a:lnTo>
                  <a:lnTo>
                    <a:pt x="2731302" y="6651617"/>
                  </a:lnTo>
                  <a:lnTo>
                    <a:pt x="2776918" y="6552948"/>
                  </a:lnTo>
                  <a:lnTo>
                    <a:pt x="2820005" y="6445031"/>
                  </a:lnTo>
                  <a:lnTo>
                    <a:pt x="2861035" y="6327305"/>
                  </a:lnTo>
                  <a:lnTo>
                    <a:pt x="2896531" y="6212840"/>
                  </a:lnTo>
                  <a:lnTo>
                    <a:pt x="2920991" y="6126993"/>
                  </a:lnTo>
                  <a:lnTo>
                    <a:pt x="2945011" y="6037055"/>
                  </a:lnTo>
                  <a:lnTo>
                    <a:pt x="2968670" y="5942950"/>
                  </a:lnTo>
                  <a:lnTo>
                    <a:pt x="2992035" y="5844627"/>
                  </a:lnTo>
                  <a:lnTo>
                    <a:pt x="3015166" y="5742067"/>
                  </a:lnTo>
                  <a:lnTo>
                    <a:pt x="3038115" y="5635275"/>
                  </a:lnTo>
                  <a:lnTo>
                    <a:pt x="3060924" y="5524295"/>
                  </a:lnTo>
                  <a:lnTo>
                    <a:pt x="3083633" y="5409199"/>
                  </a:lnTo>
                  <a:lnTo>
                    <a:pt x="3106272" y="5290098"/>
                  </a:lnTo>
                  <a:lnTo>
                    <a:pt x="3128868" y="5167137"/>
                  </a:lnTo>
                  <a:lnTo>
                    <a:pt x="3151443" y="5040501"/>
                  </a:lnTo>
                  <a:lnTo>
                    <a:pt x="3174012" y="4910409"/>
                  </a:lnTo>
                  <a:lnTo>
                    <a:pt x="3196588" y="4777117"/>
                  </a:lnTo>
                  <a:lnTo>
                    <a:pt x="3219180" y="4640917"/>
                  </a:lnTo>
                  <a:lnTo>
                    <a:pt x="3241792" y="4502131"/>
                  </a:lnTo>
                  <a:lnTo>
                    <a:pt x="3264427" y="4361112"/>
                  </a:lnTo>
                  <a:lnTo>
                    <a:pt x="3287083" y="4218242"/>
                  </a:lnTo>
                  <a:lnTo>
                    <a:pt x="3309758" y="4073921"/>
                  </a:lnTo>
                  <a:lnTo>
                    <a:pt x="3332448" y="3928571"/>
                  </a:lnTo>
                  <a:lnTo>
                    <a:pt x="3355147" y="3782623"/>
                  </a:lnTo>
                  <a:lnTo>
                    <a:pt x="3377847" y="3636520"/>
                  </a:lnTo>
                  <a:lnTo>
                    <a:pt x="3400544" y="3490702"/>
                  </a:lnTo>
                  <a:lnTo>
                    <a:pt x="3423230" y="3345609"/>
                  </a:lnTo>
                  <a:lnTo>
                    <a:pt x="3445900" y="3201670"/>
                  </a:lnTo>
                  <a:lnTo>
                    <a:pt x="3468551" y="3059302"/>
                  </a:lnTo>
                  <a:lnTo>
                    <a:pt x="3491179" y="2918899"/>
                  </a:lnTo>
                  <a:lnTo>
                    <a:pt x="3513785" y="2780835"/>
                  </a:lnTo>
                  <a:lnTo>
                    <a:pt x="3536371" y="2645455"/>
                  </a:lnTo>
                  <a:lnTo>
                    <a:pt x="3558944" y="2513072"/>
                  </a:lnTo>
                  <a:lnTo>
                    <a:pt x="3581513" y="2383968"/>
                  </a:lnTo>
                  <a:lnTo>
                    <a:pt x="3604092" y="2258388"/>
                  </a:lnTo>
                  <a:lnTo>
                    <a:pt x="3626699" y="2136541"/>
                  </a:lnTo>
                  <a:lnTo>
                    <a:pt x="3649355" y="2018600"/>
                  </a:lnTo>
                  <a:lnTo>
                    <a:pt x="3672090" y="1904700"/>
                  </a:lnTo>
                  <a:lnTo>
                    <a:pt x="3694936" y="1794941"/>
                  </a:lnTo>
                  <a:lnTo>
                    <a:pt x="3717933" y="1689387"/>
                  </a:lnTo>
                  <a:lnTo>
                    <a:pt x="3741127" y="1588069"/>
                  </a:lnTo>
                  <a:lnTo>
                    <a:pt x="3764572" y="1490986"/>
                  </a:lnTo>
                  <a:lnTo>
                    <a:pt x="3788329" y="1398108"/>
                  </a:lnTo>
                  <a:lnTo>
                    <a:pt x="3812470" y="1309377"/>
                  </a:lnTo>
                  <a:lnTo>
                    <a:pt x="3829811" y="1249106"/>
                  </a:lnTo>
                  <a:lnTo>
                    <a:pt x="3869355" y="1122341"/>
                  </a:lnTo>
                  <a:lnTo>
                    <a:pt x="3910572" y="1005620"/>
                  </a:lnTo>
                  <a:lnTo>
                    <a:pt x="3953892" y="898663"/>
                  </a:lnTo>
                  <a:lnTo>
                    <a:pt x="3999789" y="800886"/>
                  </a:lnTo>
                  <a:lnTo>
                    <a:pt x="4048759" y="711556"/>
                  </a:lnTo>
                  <a:lnTo>
                    <a:pt x="4101296" y="629894"/>
                  </a:lnTo>
                  <a:lnTo>
                    <a:pt x="4157871" y="555142"/>
                  </a:lnTo>
                  <a:lnTo>
                    <a:pt x="4218896" y="486606"/>
                  </a:lnTo>
                  <a:lnTo>
                    <a:pt x="4284686" y="423681"/>
                  </a:lnTo>
                  <a:lnTo>
                    <a:pt x="4355401" y="365869"/>
                  </a:lnTo>
                  <a:lnTo>
                    <a:pt x="4430983" y="312785"/>
                  </a:lnTo>
                  <a:lnTo>
                    <a:pt x="4511076" y="264165"/>
                  </a:lnTo>
                  <a:lnTo>
                    <a:pt x="4594952" y="219855"/>
                  </a:lnTo>
                  <a:lnTo>
                    <a:pt x="4681437" y="179807"/>
                  </a:lnTo>
                  <a:lnTo>
                    <a:pt x="4768886" y="144052"/>
                  </a:lnTo>
                  <a:lnTo>
                    <a:pt x="4855196" y="112671"/>
                  </a:lnTo>
                  <a:lnTo>
                    <a:pt x="4937919" y="85745"/>
                  </a:lnTo>
                  <a:lnTo>
                    <a:pt x="5014450" y="63305"/>
                  </a:lnTo>
                  <a:lnTo>
                    <a:pt x="5082314" y="45282"/>
                  </a:lnTo>
                  <a:lnTo>
                    <a:pt x="5139475" y="31466"/>
                  </a:lnTo>
                  <a:lnTo>
                    <a:pt x="5184645" y="21491"/>
                  </a:lnTo>
                  <a:lnTo>
                    <a:pt x="5217496" y="14840"/>
                  </a:lnTo>
                  <a:lnTo>
                    <a:pt x="5238757" y="10884"/>
                  </a:lnTo>
                  <a:lnTo>
                    <a:pt x="5250179" y="8925"/>
                  </a:lnTo>
                  <a:lnTo>
                    <a:pt x="5254424" y="8251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537" y="8219"/>
                  </a:lnTo>
                  <a:lnTo>
                    <a:pt x="6735379" y="8548"/>
                  </a:lnTo>
                  <a:lnTo>
                    <a:pt x="6755117" y="9460"/>
                  </a:lnTo>
                  <a:lnTo>
                    <a:pt x="6790336" y="11254"/>
                  </a:lnTo>
                  <a:lnTo>
                    <a:pt x="6842684" y="14207"/>
                  </a:lnTo>
                  <a:lnTo>
                    <a:pt x="6911755" y="18541"/>
                  </a:lnTo>
                  <a:lnTo>
                    <a:pt x="6995279" y="24407"/>
                  </a:lnTo>
                  <a:lnTo>
                    <a:pt x="7089643" y="31874"/>
                  </a:lnTo>
                  <a:lnTo>
                    <a:pt x="7190607" y="40950"/>
                  </a:lnTo>
                  <a:lnTo>
                    <a:pt x="7294000" y="51607"/>
                  </a:lnTo>
                  <a:lnTo>
                    <a:pt x="7396245" y="63811"/>
                  </a:lnTo>
                  <a:lnTo>
                    <a:pt x="7494634" y="77548"/>
                  </a:lnTo>
                  <a:lnTo>
                    <a:pt x="7587380" y="92849"/>
                  </a:lnTo>
                  <a:lnTo>
                    <a:pt x="7673528" y="109797"/>
                  </a:lnTo>
                  <a:lnTo>
                    <a:pt x="7752779" y="128534"/>
                  </a:lnTo>
                  <a:lnTo>
                    <a:pt x="7825318" y="149261"/>
                  </a:lnTo>
                  <a:lnTo>
                    <a:pt x="7891647" y="172231"/>
                  </a:lnTo>
                  <a:lnTo>
                    <a:pt x="7952463" y="197745"/>
                  </a:lnTo>
                  <a:lnTo>
                    <a:pt x="8008558" y="226128"/>
                  </a:lnTo>
                  <a:lnTo>
                    <a:pt x="8060758" y="257704"/>
                  </a:lnTo>
                  <a:lnTo>
                    <a:pt x="8109859" y="292748"/>
                  </a:lnTo>
                  <a:lnTo>
                    <a:pt x="8151487" y="326919"/>
                  </a:lnTo>
                  <a:lnTo>
                    <a:pt x="8194904" y="367083"/>
                  </a:lnTo>
                  <a:lnTo>
                    <a:pt x="8237110" y="410652"/>
                  </a:lnTo>
                  <a:lnTo>
                    <a:pt x="8278486" y="457692"/>
                  </a:lnTo>
                  <a:lnTo>
                    <a:pt x="8319326" y="508192"/>
                  </a:lnTo>
                  <a:lnTo>
                    <a:pt x="8359857" y="562053"/>
                  </a:lnTo>
                  <a:lnTo>
                    <a:pt x="8400243" y="619086"/>
                  </a:lnTo>
                  <a:lnTo>
                    <a:pt x="8440596" y="679003"/>
                  </a:lnTo>
                  <a:lnTo>
                    <a:pt x="8480986" y="741422"/>
                  </a:lnTo>
                  <a:lnTo>
                    <a:pt x="8521442" y="805874"/>
                  </a:lnTo>
                  <a:lnTo>
                    <a:pt x="8561965" y="871815"/>
                  </a:lnTo>
                  <a:lnTo>
                    <a:pt x="8602536" y="938641"/>
                  </a:lnTo>
                  <a:lnTo>
                    <a:pt x="8643121" y="1005717"/>
                  </a:lnTo>
                  <a:lnTo>
                    <a:pt x="8683684" y="1072394"/>
                  </a:lnTo>
                  <a:lnTo>
                    <a:pt x="8724193" y="1138041"/>
                  </a:lnTo>
                  <a:lnTo>
                    <a:pt x="8764632" y="1202069"/>
                  </a:lnTo>
                  <a:lnTo>
                    <a:pt x="8805009" y="1263947"/>
                  </a:lnTo>
                  <a:lnTo>
                    <a:pt x="8845363" y="1323226"/>
                  </a:lnTo>
                  <a:lnTo>
                    <a:pt x="8885770" y="1379545"/>
                  </a:lnTo>
                  <a:lnTo>
                    <a:pt x="8926356" y="1432641"/>
                  </a:lnTo>
                  <a:lnTo>
                    <a:pt x="8967298" y="1482345"/>
                  </a:lnTo>
                  <a:lnTo>
                    <a:pt x="9008837" y="1528579"/>
                  </a:lnTo>
                  <a:lnTo>
                    <a:pt x="9051287" y="1571350"/>
                  </a:lnTo>
                  <a:lnTo>
                    <a:pt x="9084767" y="1601907"/>
                  </a:lnTo>
                  <a:lnTo>
                    <a:pt x="9131725" y="1640154"/>
                  </a:lnTo>
                  <a:lnTo>
                    <a:pt x="9181134" y="1674801"/>
                  </a:lnTo>
                  <a:lnTo>
                    <a:pt x="9233726" y="1706008"/>
                  </a:lnTo>
                  <a:lnTo>
                    <a:pt x="9290306" y="1734055"/>
                  </a:lnTo>
                  <a:lnTo>
                    <a:pt x="9351697" y="1759270"/>
                  </a:lnTo>
                  <a:lnTo>
                    <a:pt x="9418685" y="1781977"/>
                  </a:lnTo>
                  <a:lnTo>
                    <a:pt x="9491950" y="1802471"/>
                  </a:lnTo>
                  <a:lnTo>
                    <a:pt x="9571966" y="1821000"/>
                  </a:lnTo>
                  <a:lnTo>
                    <a:pt x="9658873" y="1837759"/>
                  </a:lnTo>
                  <a:lnTo>
                    <a:pt x="9752308" y="1852883"/>
                  </a:lnTo>
                  <a:lnTo>
                    <a:pt x="9851230" y="1866449"/>
                  </a:lnTo>
                  <a:lnTo>
                    <a:pt x="9953754" y="1878481"/>
                  </a:lnTo>
                  <a:lnTo>
                    <a:pt x="10057068" y="1888964"/>
                  </a:lnTo>
                  <a:lnTo>
                    <a:pt x="10157511" y="1897863"/>
                  </a:lnTo>
                  <a:lnTo>
                    <a:pt x="10250874" y="1905151"/>
                  </a:lnTo>
                  <a:lnTo>
                    <a:pt x="10332950" y="1910841"/>
                  </a:lnTo>
                  <a:lnTo>
                    <a:pt x="10400243" y="1915013"/>
                  </a:lnTo>
                  <a:lnTo>
                    <a:pt x="10450669" y="1917825"/>
                  </a:lnTo>
                  <a:lnTo>
                    <a:pt x="10484047" y="1919506"/>
                  </a:lnTo>
                  <a:lnTo>
                    <a:pt x="10502252" y="1920338"/>
                  </a:lnTo>
                  <a:lnTo>
                    <a:pt x="10509067" y="1920622"/>
                  </a:lnTo>
                  <a:lnTo>
                    <a:pt x="10509911" y="1920654"/>
                  </a:lnTo>
                  <a:lnTo>
                    <a:pt x="11981298" y="1920654"/>
                  </a:lnTo>
                  <a:lnTo>
                    <a:pt x="11981298" y="1912481"/>
                  </a:lnTo>
                  <a:lnTo>
                    <a:pt x="10509911" y="1912481"/>
                  </a:lnTo>
                  <a:lnTo>
                    <a:pt x="10508717" y="1912435"/>
                  </a:lnTo>
                  <a:lnTo>
                    <a:pt x="10500875" y="1912105"/>
                  </a:lnTo>
                  <a:lnTo>
                    <a:pt x="10481136" y="1911194"/>
                  </a:lnTo>
                  <a:lnTo>
                    <a:pt x="10445918" y="1909400"/>
                  </a:lnTo>
                  <a:lnTo>
                    <a:pt x="10393569" y="1906447"/>
                  </a:lnTo>
                  <a:lnTo>
                    <a:pt x="10324498" y="1902112"/>
                  </a:lnTo>
                  <a:lnTo>
                    <a:pt x="10240974" y="1896247"/>
                  </a:lnTo>
                  <a:lnTo>
                    <a:pt x="10146610" y="1888780"/>
                  </a:lnTo>
                  <a:lnTo>
                    <a:pt x="10045646" y="1879703"/>
                  </a:lnTo>
                  <a:lnTo>
                    <a:pt x="9942253" y="1869046"/>
                  </a:lnTo>
                  <a:lnTo>
                    <a:pt x="9840008" y="1856843"/>
                  </a:lnTo>
                  <a:lnTo>
                    <a:pt x="9741620" y="1843106"/>
                  </a:lnTo>
                  <a:lnTo>
                    <a:pt x="9648873" y="1827805"/>
                  </a:lnTo>
                  <a:lnTo>
                    <a:pt x="9562725" y="1810857"/>
                  </a:lnTo>
                  <a:lnTo>
                    <a:pt x="9483474" y="1792120"/>
                  </a:lnTo>
                  <a:lnTo>
                    <a:pt x="9410935" y="1771393"/>
                  </a:lnTo>
                  <a:lnTo>
                    <a:pt x="9344606" y="1748422"/>
                  </a:lnTo>
                  <a:lnTo>
                    <a:pt x="9283791" y="1722909"/>
                  </a:lnTo>
                  <a:lnTo>
                    <a:pt x="9227695" y="1694526"/>
                  </a:lnTo>
                  <a:lnTo>
                    <a:pt x="9175496" y="1662949"/>
                  </a:lnTo>
                  <a:lnTo>
                    <a:pt x="9126394" y="1627906"/>
                  </a:lnTo>
                  <a:lnTo>
                    <a:pt x="9084767" y="1593734"/>
                  </a:lnTo>
                  <a:lnTo>
                    <a:pt x="9041349" y="1553571"/>
                  </a:lnTo>
                  <a:lnTo>
                    <a:pt x="8999143" y="1510002"/>
                  </a:lnTo>
                  <a:lnTo>
                    <a:pt x="8957768" y="1462961"/>
                  </a:lnTo>
                  <a:lnTo>
                    <a:pt x="8916927" y="1412462"/>
                  </a:lnTo>
                  <a:lnTo>
                    <a:pt x="8876396" y="1358600"/>
                  </a:lnTo>
                  <a:lnTo>
                    <a:pt x="8836010" y="1301568"/>
                  </a:lnTo>
                  <a:lnTo>
                    <a:pt x="8795657" y="1241651"/>
                  </a:lnTo>
                  <a:lnTo>
                    <a:pt x="8755268" y="1179232"/>
                  </a:lnTo>
                  <a:lnTo>
                    <a:pt x="8714812" y="1114779"/>
                  </a:lnTo>
                  <a:lnTo>
                    <a:pt x="8674288" y="1048839"/>
                  </a:lnTo>
                  <a:lnTo>
                    <a:pt x="8633717" y="982012"/>
                  </a:lnTo>
                  <a:lnTo>
                    <a:pt x="8593132" y="914937"/>
                  </a:lnTo>
                  <a:lnTo>
                    <a:pt x="8552569" y="848260"/>
                  </a:lnTo>
                  <a:lnTo>
                    <a:pt x="8512060" y="782612"/>
                  </a:lnTo>
                  <a:lnTo>
                    <a:pt x="8471621" y="718585"/>
                  </a:lnTo>
                  <a:lnTo>
                    <a:pt x="8431244" y="656707"/>
                  </a:lnTo>
                  <a:lnTo>
                    <a:pt x="8390890" y="597428"/>
                  </a:lnTo>
                  <a:lnTo>
                    <a:pt x="8350483" y="541108"/>
                  </a:lnTo>
                  <a:lnTo>
                    <a:pt x="8309897" y="488012"/>
                  </a:lnTo>
                  <a:lnTo>
                    <a:pt x="8268955" y="438309"/>
                  </a:lnTo>
                  <a:lnTo>
                    <a:pt x="8227416" y="392075"/>
                  </a:lnTo>
                  <a:lnTo>
                    <a:pt x="8184967" y="349303"/>
                  </a:lnTo>
                  <a:lnTo>
                    <a:pt x="8151487" y="318746"/>
                  </a:lnTo>
                  <a:lnTo>
                    <a:pt x="8104528" y="280500"/>
                  </a:lnTo>
                  <a:lnTo>
                    <a:pt x="8055120" y="245852"/>
                  </a:lnTo>
                  <a:lnTo>
                    <a:pt x="8002527" y="214646"/>
                  </a:lnTo>
                  <a:lnTo>
                    <a:pt x="7945947" y="186599"/>
                  </a:lnTo>
                  <a:lnTo>
                    <a:pt x="7884557" y="161384"/>
                  </a:lnTo>
                  <a:lnTo>
                    <a:pt x="7817569" y="138677"/>
                  </a:lnTo>
                  <a:lnTo>
                    <a:pt x="7744304" y="118183"/>
                  </a:lnTo>
                  <a:lnTo>
                    <a:pt x="7664287" y="99654"/>
                  </a:lnTo>
                  <a:lnTo>
                    <a:pt x="7577381" y="82895"/>
                  </a:lnTo>
                  <a:lnTo>
                    <a:pt x="7483945" y="67771"/>
                  </a:lnTo>
                  <a:lnTo>
                    <a:pt x="7385023" y="54205"/>
                  </a:lnTo>
                  <a:lnTo>
                    <a:pt x="7282499" y="42172"/>
                  </a:lnTo>
                  <a:lnTo>
                    <a:pt x="7179185" y="31689"/>
                  </a:lnTo>
                  <a:lnTo>
                    <a:pt x="7078743" y="22791"/>
                  </a:lnTo>
                  <a:lnTo>
                    <a:pt x="6985380" y="15503"/>
                  </a:lnTo>
                  <a:lnTo>
                    <a:pt x="6903303" y="9813"/>
                  </a:lnTo>
                  <a:lnTo>
                    <a:pt x="6836010" y="5641"/>
                  </a:lnTo>
                  <a:lnTo>
                    <a:pt x="6785585" y="2829"/>
                  </a:lnTo>
                  <a:lnTo>
                    <a:pt x="6752207" y="1147"/>
                  </a:lnTo>
                  <a:lnTo>
                    <a:pt x="6734001" y="316"/>
                  </a:lnTo>
                  <a:lnTo>
                    <a:pt x="6727186" y="32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228" y="108"/>
                  </a:lnTo>
                  <a:lnTo>
                    <a:pt x="5249405" y="879"/>
                  </a:lnTo>
                  <a:lnTo>
                    <a:pt x="5237100" y="3006"/>
                  </a:lnTo>
                  <a:lnTo>
                    <a:pt x="5214736" y="7204"/>
                  </a:lnTo>
                  <a:lnTo>
                    <a:pt x="5180660" y="14162"/>
                  </a:lnTo>
                  <a:lnTo>
                    <a:pt x="5134252" y="24502"/>
                  </a:lnTo>
                  <a:lnTo>
                    <a:pt x="5075941" y="38727"/>
                  </a:lnTo>
                  <a:lnTo>
                    <a:pt x="5007103" y="57188"/>
                  </a:lnTo>
                  <a:lnTo>
                    <a:pt x="4929832" y="80078"/>
                  </a:lnTo>
                  <a:lnTo>
                    <a:pt x="4846631" y="107456"/>
                  </a:lnTo>
                  <a:lnTo>
                    <a:pt x="4760100" y="139281"/>
                  </a:lnTo>
                  <a:lnTo>
                    <a:pt x="4672660" y="175470"/>
                  </a:lnTo>
                  <a:lnTo>
                    <a:pt x="4586371" y="215947"/>
                  </a:lnTo>
                  <a:lnTo>
                    <a:pt x="4502831" y="260687"/>
                  </a:lnTo>
                  <a:lnTo>
                    <a:pt x="4423165" y="309748"/>
                  </a:lnTo>
                  <a:lnTo>
                    <a:pt x="4348063" y="363294"/>
                  </a:lnTo>
                  <a:lnTo>
                    <a:pt x="4277845" y="421601"/>
                  </a:lnTo>
                  <a:lnTo>
                    <a:pt x="4212545" y="485066"/>
                  </a:lnTo>
                  <a:lnTo>
                    <a:pt x="4151983" y="554199"/>
                  </a:lnTo>
                  <a:lnTo>
                    <a:pt x="4095835" y="629613"/>
                  </a:lnTo>
                  <a:lnTo>
                    <a:pt x="4043678" y="712012"/>
                  </a:lnTo>
                  <a:lnTo>
                    <a:pt x="3995040" y="802156"/>
                  </a:lnTo>
                  <a:lnTo>
                    <a:pt x="3949425" y="900825"/>
                  </a:lnTo>
                  <a:lnTo>
                    <a:pt x="3906337" y="1008742"/>
                  </a:lnTo>
                  <a:lnTo>
                    <a:pt x="3865307" y="1126468"/>
                  </a:lnTo>
                  <a:lnTo>
                    <a:pt x="3829811" y="1240933"/>
                  </a:lnTo>
                  <a:lnTo>
                    <a:pt x="3805351" y="1326780"/>
                  </a:lnTo>
                  <a:lnTo>
                    <a:pt x="3781331" y="1416718"/>
                  </a:lnTo>
                  <a:lnTo>
                    <a:pt x="3757672" y="1510824"/>
                  </a:lnTo>
                  <a:lnTo>
                    <a:pt x="3734307" y="1609146"/>
                  </a:lnTo>
                  <a:lnTo>
                    <a:pt x="3711176" y="1711707"/>
                  </a:lnTo>
                  <a:lnTo>
                    <a:pt x="3688228" y="1818498"/>
                  </a:lnTo>
                  <a:lnTo>
                    <a:pt x="3665418" y="1929479"/>
                  </a:lnTo>
                  <a:lnTo>
                    <a:pt x="3642710" y="2044575"/>
                  </a:lnTo>
                  <a:lnTo>
                    <a:pt x="3620070" y="2163676"/>
                  </a:lnTo>
                  <a:lnTo>
                    <a:pt x="3597474" y="2286636"/>
                  </a:lnTo>
                  <a:lnTo>
                    <a:pt x="3574900" y="2413272"/>
                  </a:lnTo>
                  <a:lnTo>
                    <a:pt x="3552330" y="2543364"/>
                  </a:lnTo>
                  <a:lnTo>
                    <a:pt x="3529754" y="2676656"/>
                  </a:lnTo>
                  <a:lnTo>
                    <a:pt x="3507162" y="2812857"/>
                  </a:lnTo>
                  <a:lnTo>
                    <a:pt x="3484550" y="2951643"/>
                  </a:lnTo>
                  <a:lnTo>
                    <a:pt x="3461915" y="3092661"/>
                  </a:lnTo>
                  <a:lnTo>
                    <a:pt x="3439259" y="3235532"/>
                  </a:lnTo>
                  <a:lnTo>
                    <a:pt x="3416584" y="3379852"/>
                  </a:lnTo>
                  <a:lnTo>
                    <a:pt x="3393894" y="3525203"/>
                  </a:lnTo>
                  <a:lnTo>
                    <a:pt x="3371195" y="3671150"/>
                  </a:lnTo>
                  <a:lnTo>
                    <a:pt x="3348495" y="3817254"/>
                  </a:lnTo>
                  <a:lnTo>
                    <a:pt x="3325798" y="3963072"/>
                  </a:lnTo>
                  <a:lnTo>
                    <a:pt x="3303112" y="4108165"/>
                  </a:lnTo>
                  <a:lnTo>
                    <a:pt x="3280442" y="4252103"/>
                  </a:lnTo>
                  <a:lnTo>
                    <a:pt x="3257792" y="4394472"/>
                  </a:lnTo>
                  <a:lnTo>
                    <a:pt x="3235164" y="4534874"/>
                  </a:lnTo>
                  <a:lnTo>
                    <a:pt x="3212558" y="4672938"/>
                  </a:lnTo>
                  <a:lnTo>
                    <a:pt x="3189971" y="4808319"/>
                  </a:lnTo>
                  <a:lnTo>
                    <a:pt x="3167398" y="4940701"/>
                  </a:lnTo>
                  <a:lnTo>
                    <a:pt x="3144829" y="5069805"/>
                  </a:lnTo>
                  <a:lnTo>
                    <a:pt x="3122250" y="5195385"/>
                  </a:lnTo>
                  <a:lnTo>
                    <a:pt x="3099643" y="5317232"/>
                  </a:lnTo>
                  <a:lnTo>
                    <a:pt x="3076987" y="5435173"/>
                  </a:lnTo>
                  <a:lnTo>
                    <a:pt x="3054252" y="5549073"/>
                  </a:lnTo>
                  <a:lnTo>
                    <a:pt x="3031406" y="5658832"/>
                  </a:lnTo>
                  <a:lnTo>
                    <a:pt x="3008409" y="5764387"/>
                  </a:lnTo>
                  <a:lnTo>
                    <a:pt x="2985215" y="5865705"/>
                  </a:lnTo>
                  <a:lnTo>
                    <a:pt x="2961770" y="5962788"/>
                  </a:lnTo>
                  <a:lnTo>
                    <a:pt x="2938013" y="6055666"/>
                  </a:lnTo>
                  <a:lnTo>
                    <a:pt x="2913873" y="6144396"/>
                  </a:lnTo>
                  <a:lnTo>
                    <a:pt x="2896531" y="6204667"/>
                  </a:lnTo>
                  <a:lnTo>
                    <a:pt x="2856987" y="6331432"/>
                  </a:lnTo>
                  <a:lnTo>
                    <a:pt x="2815770" y="6448154"/>
                  </a:lnTo>
                  <a:lnTo>
                    <a:pt x="2772450" y="6555111"/>
                  </a:lnTo>
                  <a:lnTo>
                    <a:pt x="2726553" y="6652888"/>
                  </a:lnTo>
                  <a:lnTo>
                    <a:pt x="2677583" y="6742217"/>
                  </a:lnTo>
                  <a:lnTo>
                    <a:pt x="2625046" y="6823879"/>
                  </a:lnTo>
                  <a:lnTo>
                    <a:pt x="2568471" y="6898631"/>
                  </a:lnTo>
                  <a:lnTo>
                    <a:pt x="2507446" y="6967167"/>
                  </a:lnTo>
                  <a:lnTo>
                    <a:pt x="2441656" y="7030092"/>
                  </a:lnTo>
                  <a:lnTo>
                    <a:pt x="2370941" y="7087905"/>
                  </a:lnTo>
                  <a:lnTo>
                    <a:pt x="2295359" y="7140988"/>
                  </a:lnTo>
                  <a:lnTo>
                    <a:pt x="2215266" y="7189609"/>
                  </a:lnTo>
                  <a:lnTo>
                    <a:pt x="2131391" y="7233919"/>
                  </a:lnTo>
                  <a:lnTo>
                    <a:pt x="2044905" y="7273967"/>
                  </a:lnTo>
                  <a:lnTo>
                    <a:pt x="1957456" y="7309721"/>
                  </a:lnTo>
                  <a:lnTo>
                    <a:pt x="1871146" y="7341102"/>
                  </a:lnTo>
                  <a:lnTo>
                    <a:pt x="1788424" y="7368029"/>
                  </a:lnTo>
                  <a:lnTo>
                    <a:pt x="1711892" y="7390469"/>
                  </a:lnTo>
                  <a:lnTo>
                    <a:pt x="1644028" y="7408492"/>
                  </a:lnTo>
                  <a:lnTo>
                    <a:pt x="1586867" y="7422307"/>
                  </a:lnTo>
                  <a:lnTo>
                    <a:pt x="1541697" y="7432282"/>
                  </a:lnTo>
                  <a:lnTo>
                    <a:pt x="1508846" y="7438933"/>
                  </a:lnTo>
                  <a:lnTo>
                    <a:pt x="1487585" y="7442890"/>
                  </a:lnTo>
                  <a:lnTo>
                    <a:pt x="1476163" y="7444849"/>
                  </a:lnTo>
                  <a:lnTo>
                    <a:pt x="1471919" y="7445522"/>
                  </a:lnTo>
                  <a:lnTo>
                    <a:pt x="1471387" y="7445601"/>
                  </a:lnTo>
                  <a:lnTo>
                    <a:pt x="0" y="7445601"/>
                  </a:lnTo>
                  <a:close/>
                </a:path>
              </a:pathLst>
            </a:custGeom>
            <a:solidFill>
              <a:srgbClr val="C3CD83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2064" name="pl2064"/>
            <p:cNvSpPr/>
            <p:nvPr/>
          </p:nvSpPr>
          <p:spPr>
            <a:xfrm>
              <a:off x="4799595" y="3394208"/>
              <a:ext cx="11981298" cy="7445601"/>
            </a:xfrm>
            <a:custGeom>
              <a:avLst/>
              <a:pathLst>
                <a:path w="11981298" h="7445601">
                  <a:moveTo>
                    <a:pt x="0" y="7445601"/>
                  </a:moveTo>
                  <a:lnTo>
                    <a:pt x="1471387" y="7445601"/>
                  </a:lnTo>
                  <a:lnTo>
                    <a:pt x="1472114" y="7445493"/>
                  </a:lnTo>
                  <a:lnTo>
                    <a:pt x="1476937" y="7444722"/>
                  </a:lnTo>
                  <a:lnTo>
                    <a:pt x="1489242" y="7442594"/>
                  </a:lnTo>
                  <a:lnTo>
                    <a:pt x="1511606" y="7438397"/>
                  </a:lnTo>
                  <a:lnTo>
                    <a:pt x="1545682" y="7431439"/>
                  </a:lnTo>
                  <a:lnTo>
                    <a:pt x="1592091" y="7421098"/>
                  </a:lnTo>
                  <a:lnTo>
                    <a:pt x="1650401" y="7406873"/>
                  </a:lnTo>
                  <a:lnTo>
                    <a:pt x="1719239" y="7388413"/>
                  </a:lnTo>
                  <a:lnTo>
                    <a:pt x="1796510" y="7365522"/>
                  </a:lnTo>
                  <a:lnTo>
                    <a:pt x="1879711" y="7338145"/>
                  </a:lnTo>
                  <a:lnTo>
                    <a:pt x="1966242" y="7306320"/>
                  </a:lnTo>
                  <a:lnTo>
                    <a:pt x="2053682" y="7270130"/>
                  </a:lnTo>
                  <a:lnTo>
                    <a:pt x="2139971" y="7229653"/>
                  </a:lnTo>
                  <a:lnTo>
                    <a:pt x="2223511" y="7184913"/>
                  </a:lnTo>
                  <a:lnTo>
                    <a:pt x="2303177" y="7135852"/>
                  </a:lnTo>
                  <a:lnTo>
                    <a:pt x="2378280" y="7082307"/>
                  </a:lnTo>
                  <a:lnTo>
                    <a:pt x="2448498" y="7023999"/>
                  </a:lnTo>
                  <a:lnTo>
                    <a:pt x="2513798" y="6960534"/>
                  </a:lnTo>
                  <a:lnTo>
                    <a:pt x="2574359" y="6891402"/>
                  </a:lnTo>
                  <a:lnTo>
                    <a:pt x="2630507" y="6815987"/>
                  </a:lnTo>
                  <a:lnTo>
                    <a:pt x="2682664" y="6733589"/>
                  </a:lnTo>
                  <a:lnTo>
                    <a:pt x="2731302" y="6643444"/>
                  </a:lnTo>
                  <a:lnTo>
                    <a:pt x="2776918" y="6544775"/>
                  </a:lnTo>
                  <a:lnTo>
                    <a:pt x="2820005" y="6436858"/>
                  </a:lnTo>
                  <a:lnTo>
                    <a:pt x="2861035" y="6319132"/>
                  </a:lnTo>
                  <a:lnTo>
                    <a:pt x="2896531" y="6204667"/>
                  </a:lnTo>
                  <a:lnTo>
                    <a:pt x="2920991" y="6118820"/>
                  </a:lnTo>
                  <a:lnTo>
                    <a:pt x="2945011" y="6028882"/>
                  </a:lnTo>
                  <a:lnTo>
                    <a:pt x="2968670" y="5934777"/>
                  </a:lnTo>
                  <a:lnTo>
                    <a:pt x="2992035" y="5836454"/>
                  </a:lnTo>
                  <a:lnTo>
                    <a:pt x="3015166" y="5733894"/>
                  </a:lnTo>
                  <a:lnTo>
                    <a:pt x="3038115" y="5627102"/>
                  </a:lnTo>
                  <a:lnTo>
                    <a:pt x="3060924" y="5516122"/>
                  </a:lnTo>
                  <a:lnTo>
                    <a:pt x="3083633" y="5401026"/>
                  </a:lnTo>
                  <a:lnTo>
                    <a:pt x="3106272" y="5281925"/>
                  </a:lnTo>
                  <a:lnTo>
                    <a:pt x="3128868" y="5158964"/>
                  </a:lnTo>
                  <a:lnTo>
                    <a:pt x="3151443" y="5032328"/>
                  </a:lnTo>
                  <a:lnTo>
                    <a:pt x="3174012" y="4902236"/>
                  </a:lnTo>
                  <a:lnTo>
                    <a:pt x="3196588" y="4768944"/>
                  </a:lnTo>
                  <a:lnTo>
                    <a:pt x="3219180" y="4632744"/>
                  </a:lnTo>
                  <a:lnTo>
                    <a:pt x="3241792" y="4493958"/>
                  </a:lnTo>
                  <a:lnTo>
                    <a:pt x="3264427" y="4352939"/>
                  </a:lnTo>
                  <a:lnTo>
                    <a:pt x="3287083" y="4210069"/>
                  </a:lnTo>
                  <a:lnTo>
                    <a:pt x="3309758" y="4065748"/>
                  </a:lnTo>
                  <a:lnTo>
                    <a:pt x="3332448" y="3920398"/>
                  </a:lnTo>
                  <a:lnTo>
                    <a:pt x="3355147" y="3774450"/>
                  </a:lnTo>
                  <a:lnTo>
                    <a:pt x="3377847" y="3628347"/>
                  </a:lnTo>
                  <a:lnTo>
                    <a:pt x="3400544" y="3482529"/>
                  </a:lnTo>
                  <a:lnTo>
                    <a:pt x="3423230" y="3337436"/>
                  </a:lnTo>
                  <a:lnTo>
                    <a:pt x="3445900" y="3193497"/>
                  </a:lnTo>
                  <a:lnTo>
                    <a:pt x="3468551" y="3051129"/>
                  </a:lnTo>
                  <a:lnTo>
                    <a:pt x="3491179" y="2910726"/>
                  </a:lnTo>
                  <a:lnTo>
                    <a:pt x="3513785" y="2772662"/>
                  </a:lnTo>
                  <a:lnTo>
                    <a:pt x="3536371" y="2637282"/>
                  </a:lnTo>
                  <a:lnTo>
                    <a:pt x="3558944" y="2504899"/>
                  </a:lnTo>
                  <a:lnTo>
                    <a:pt x="3581513" y="2375795"/>
                  </a:lnTo>
                  <a:lnTo>
                    <a:pt x="3604092" y="2250215"/>
                  </a:lnTo>
                  <a:lnTo>
                    <a:pt x="3626699" y="2128368"/>
                  </a:lnTo>
                  <a:lnTo>
                    <a:pt x="3649355" y="2010427"/>
                  </a:lnTo>
                  <a:lnTo>
                    <a:pt x="3672090" y="1896527"/>
                  </a:lnTo>
                  <a:lnTo>
                    <a:pt x="3694936" y="1786768"/>
                  </a:lnTo>
                  <a:lnTo>
                    <a:pt x="3717933" y="1681214"/>
                  </a:lnTo>
                  <a:lnTo>
                    <a:pt x="3741127" y="1579896"/>
                  </a:lnTo>
                  <a:lnTo>
                    <a:pt x="3764572" y="1482813"/>
                  </a:lnTo>
                  <a:lnTo>
                    <a:pt x="3788329" y="1389935"/>
                  </a:lnTo>
                  <a:lnTo>
                    <a:pt x="3812470" y="1301204"/>
                  </a:lnTo>
                  <a:lnTo>
                    <a:pt x="3829811" y="1240933"/>
                  </a:lnTo>
                  <a:lnTo>
                    <a:pt x="3869355" y="1114168"/>
                  </a:lnTo>
                  <a:lnTo>
                    <a:pt x="3910572" y="997447"/>
                  </a:lnTo>
                  <a:lnTo>
                    <a:pt x="3953892" y="890490"/>
                  </a:lnTo>
                  <a:lnTo>
                    <a:pt x="3999789" y="792713"/>
                  </a:lnTo>
                  <a:lnTo>
                    <a:pt x="4048759" y="703383"/>
                  </a:lnTo>
                  <a:lnTo>
                    <a:pt x="4101296" y="621721"/>
                  </a:lnTo>
                  <a:lnTo>
                    <a:pt x="4157871" y="546969"/>
                  </a:lnTo>
                  <a:lnTo>
                    <a:pt x="4218896" y="478433"/>
                  </a:lnTo>
                  <a:lnTo>
                    <a:pt x="4284686" y="415508"/>
                  </a:lnTo>
                  <a:lnTo>
                    <a:pt x="4355401" y="357696"/>
                  </a:lnTo>
                  <a:lnTo>
                    <a:pt x="4430983" y="304612"/>
                  </a:lnTo>
                  <a:lnTo>
                    <a:pt x="4511076" y="255992"/>
                  </a:lnTo>
                  <a:lnTo>
                    <a:pt x="4594952" y="211682"/>
                  </a:lnTo>
                  <a:lnTo>
                    <a:pt x="4681437" y="171634"/>
                  </a:lnTo>
                  <a:lnTo>
                    <a:pt x="4768886" y="135879"/>
                  </a:lnTo>
                  <a:lnTo>
                    <a:pt x="4855196" y="104498"/>
                  </a:lnTo>
                  <a:lnTo>
                    <a:pt x="4937919" y="77572"/>
                  </a:lnTo>
                  <a:lnTo>
                    <a:pt x="5014450" y="55132"/>
                  </a:lnTo>
                  <a:lnTo>
                    <a:pt x="5082314" y="37109"/>
                  </a:lnTo>
                  <a:lnTo>
                    <a:pt x="5139475" y="23293"/>
                  </a:lnTo>
                  <a:lnTo>
                    <a:pt x="5184645" y="13318"/>
                  </a:lnTo>
                  <a:lnTo>
                    <a:pt x="5217496" y="6667"/>
                  </a:lnTo>
                  <a:lnTo>
                    <a:pt x="5238757" y="2711"/>
                  </a:lnTo>
                  <a:lnTo>
                    <a:pt x="5250179" y="752"/>
                  </a:lnTo>
                  <a:lnTo>
                    <a:pt x="5254424" y="78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537" y="46"/>
                  </a:lnTo>
                  <a:lnTo>
                    <a:pt x="6735379" y="375"/>
                  </a:lnTo>
                  <a:lnTo>
                    <a:pt x="6755117" y="1287"/>
                  </a:lnTo>
                  <a:lnTo>
                    <a:pt x="6790336" y="3081"/>
                  </a:lnTo>
                  <a:lnTo>
                    <a:pt x="6842684" y="6034"/>
                  </a:lnTo>
                  <a:lnTo>
                    <a:pt x="6911755" y="10368"/>
                  </a:lnTo>
                  <a:lnTo>
                    <a:pt x="6995279" y="16234"/>
                  </a:lnTo>
                  <a:lnTo>
                    <a:pt x="7089643" y="23701"/>
                  </a:lnTo>
                  <a:lnTo>
                    <a:pt x="7190607" y="32777"/>
                  </a:lnTo>
                  <a:lnTo>
                    <a:pt x="7294000" y="43434"/>
                  </a:lnTo>
                  <a:lnTo>
                    <a:pt x="7396245" y="55638"/>
                  </a:lnTo>
                  <a:lnTo>
                    <a:pt x="7494634" y="69375"/>
                  </a:lnTo>
                  <a:lnTo>
                    <a:pt x="7587380" y="84676"/>
                  </a:lnTo>
                  <a:lnTo>
                    <a:pt x="7673528" y="101624"/>
                  </a:lnTo>
                  <a:lnTo>
                    <a:pt x="7752779" y="120361"/>
                  </a:lnTo>
                  <a:lnTo>
                    <a:pt x="7825318" y="141088"/>
                  </a:lnTo>
                  <a:lnTo>
                    <a:pt x="7891647" y="164058"/>
                  </a:lnTo>
                  <a:lnTo>
                    <a:pt x="7952463" y="189572"/>
                  </a:lnTo>
                  <a:lnTo>
                    <a:pt x="8008558" y="217955"/>
                  </a:lnTo>
                  <a:lnTo>
                    <a:pt x="8060758" y="249531"/>
                  </a:lnTo>
                  <a:lnTo>
                    <a:pt x="8109859" y="284575"/>
                  </a:lnTo>
                  <a:lnTo>
                    <a:pt x="8151487" y="318746"/>
                  </a:lnTo>
                  <a:lnTo>
                    <a:pt x="8194904" y="358910"/>
                  </a:lnTo>
                  <a:lnTo>
                    <a:pt x="8237110" y="402479"/>
                  </a:lnTo>
                  <a:lnTo>
                    <a:pt x="8278486" y="449519"/>
                  </a:lnTo>
                  <a:lnTo>
                    <a:pt x="8319326" y="500019"/>
                  </a:lnTo>
                  <a:lnTo>
                    <a:pt x="8359857" y="553880"/>
                  </a:lnTo>
                  <a:lnTo>
                    <a:pt x="8400243" y="610913"/>
                  </a:lnTo>
                  <a:lnTo>
                    <a:pt x="8440596" y="670830"/>
                  </a:lnTo>
                  <a:lnTo>
                    <a:pt x="8480986" y="733249"/>
                  </a:lnTo>
                  <a:lnTo>
                    <a:pt x="8521442" y="797701"/>
                  </a:lnTo>
                  <a:lnTo>
                    <a:pt x="8561965" y="863642"/>
                  </a:lnTo>
                  <a:lnTo>
                    <a:pt x="8602536" y="930468"/>
                  </a:lnTo>
                  <a:lnTo>
                    <a:pt x="8643121" y="997544"/>
                  </a:lnTo>
                  <a:lnTo>
                    <a:pt x="8683684" y="1064221"/>
                  </a:lnTo>
                  <a:lnTo>
                    <a:pt x="8724193" y="1129868"/>
                  </a:lnTo>
                  <a:lnTo>
                    <a:pt x="8764632" y="1193896"/>
                  </a:lnTo>
                  <a:lnTo>
                    <a:pt x="8805009" y="1255774"/>
                  </a:lnTo>
                  <a:lnTo>
                    <a:pt x="8845363" y="1315053"/>
                  </a:lnTo>
                  <a:lnTo>
                    <a:pt x="8885770" y="1371372"/>
                  </a:lnTo>
                  <a:lnTo>
                    <a:pt x="8926356" y="1424468"/>
                  </a:lnTo>
                  <a:lnTo>
                    <a:pt x="8967298" y="1474172"/>
                  </a:lnTo>
                  <a:lnTo>
                    <a:pt x="9008837" y="1520406"/>
                  </a:lnTo>
                  <a:lnTo>
                    <a:pt x="9051287" y="1563177"/>
                  </a:lnTo>
                  <a:lnTo>
                    <a:pt x="9084767" y="1593734"/>
                  </a:lnTo>
                  <a:lnTo>
                    <a:pt x="9131725" y="1631981"/>
                  </a:lnTo>
                  <a:lnTo>
                    <a:pt x="9181134" y="1666628"/>
                  </a:lnTo>
                  <a:lnTo>
                    <a:pt x="9233726" y="1697835"/>
                  </a:lnTo>
                  <a:lnTo>
                    <a:pt x="9290306" y="1725882"/>
                  </a:lnTo>
                  <a:lnTo>
                    <a:pt x="9351697" y="1751097"/>
                  </a:lnTo>
                  <a:lnTo>
                    <a:pt x="9418685" y="1773804"/>
                  </a:lnTo>
                  <a:lnTo>
                    <a:pt x="9491950" y="1794298"/>
                  </a:lnTo>
                  <a:lnTo>
                    <a:pt x="9571966" y="1812827"/>
                  </a:lnTo>
                  <a:lnTo>
                    <a:pt x="9658873" y="1829586"/>
                  </a:lnTo>
                  <a:lnTo>
                    <a:pt x="9752308" y="1844710"/>
                  </a:lnTo>
                  <a:lnTo>
                    <a:pt x="9851230" y="1858276"/>
                  </a:lnTo>
                  <a:lnTo>
                    <a:pt x="9953754" y="1870308"/>
                  </a:lnTo>
                  <a:lnTo>
                    <a:pt x="10057068" y="1880791"/>
                  </a:lnTo>
                  <a:lnTo>
                    <a:pt x="10157511" y="1889690"/>
                  </a:lnTo>
                  <a:lnTo>
                    <a:pt x="10250874" y="1896978"/>
                  </a:lnTo>
                  <a:lnTo>
                    <a:pt x="10332950" y="1902668"/>
                  </a:lnTo>
                  <a:lnTo>
                    <a:pt x="10400243" y="1906840"/>
                  </a:lnTo>
                  <a:lnTo>
                    <a:pt x="10450669" y="1909652"/>
                  </a:lnTo>
                  <a:lnTo>
                    <a:pt x="10484047" y="1911333"/>
                  </a:lnTo>
                  <a:lnTo>
                    <a:pt x="10502252" y="1912165"/>
                  </a:lnTo>
                  <a:lnTo>
                    <a:pt x="10509067" y="1912449"/>
                  </a:lnTo>
                  <a:lnTo>
                    <a:pt x="10509911" y="1912481"/>
                  </a:lnTo>
                  <a:lnTo>
                    <a:pt x="11981298" y="191248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65" name="pl2065"/>
            <p:cNvSpPr/>
            <p:nvPr/>
          </p:nvSpPr>
          <p:spPr>
            <a:xfrm>
              <a:off x="4799595" y="3386035"/>
              <a:ext cx="11981298" cy="7445601"/>
            </a:xfrm>
            <a:custGeom>
              <a:avLst/>
              <a:pathLst>
                <a:path w="11981298" h="7445601">
                  <a:moveTo>
                    <a:pt x="11981298" y="1912481"/>
                  </a:moveTo>
                  <a:lnTo>
                    <a:pt x="10509911" y="1912481"/>
                  </a:lnTo>
                  <a:lnTo>
                    <a:pt x="10508717" y="1912435"/>
                  </a:lnTo>
                  <a:lnTo>
                    <a:pt x="10500875" y="1912105"/>
                  </a:lnTo>
                  <a:lnTo>
                    <a:pt x="10481136" y="1911194"/>
                  </a:lnTo>
                  <a:lnTo>
                    <a:pt x="10445918" y="1909400"/>
                  </a:lnTo>
                  <a:lnTo>
                    <a:pt x="10393569" y="1906447"/>
                  </a:lnTo>
                  <a:lnTo>
                    <a:pt x="10324498" y="1902112"/>
                  </a:lnTo>
                  <a:lnTo>
                    <a:pt x="10240974" y="1896247"/>
                  </a:lnTo>
                  <a:lnTo>
                    <a:pt x="10146610" y="1888780"/>
                  </a:lnTo>
                  <a:lnTo>
                    <a:pt x="10045646" y="1879703"/>
                  </a:lnTo>
                  <a:lnTo>
                    <a:pt x="9942253" y="1869046"/>
                  </a:lnTo>
                  <a:lnTo>
                    <a:pt x="9840008" y="1856843"/>
                  </a:lnTo>
                  <a:lnTo>
                    <a:pt x="9741620" y="1843106"/>
                  </a:lnTo>
                  <a:lnTo>
                    <a:pt x="9648873" y="1827805"/>
                  </a:lnTo>
                  <a:lnTo>
                    <a:pt x="9562725" y="1810857"/>
                  </a:lnTo>
                  <a:lnTo>
                    <a:pt x="9483474" y="1792120"/>
                  </a:lnTo>
                  <a:lnTo>
                    <a:pt x="9410935" y="1771393"/>
                  </a:lnTo>
                  <a:lnTo>
                    <a:pt x="9344606" y="1748422"/>
                  </a:lnTo>
                  <a:lnTo>
                    <a:pt x="9283791" y="1722909"/>
                  </a:lnTo>
                  <a:lnTo>
                    <a:pt x="9227695" y="1694526"/>
                  </a:lnTo>
                  <a:lnTo>
                    <a:pt x="9175496" y="1662949"/>
                  </a:lnTo>
                  <a:lnTo>
                    <a:pt x="9126394" y="1627906"/>
                  </a:lnTo>
                  <a:lnTo>
                    <a:pt x="9084767" y="1593734"/>
                  </a:lnTo>
                  <a:lnTo>
                    <a:pt x="9041349" y="1553571"/>
                  </a:lnTo>
                  <a:lnTo>
                    <a:pt x="8999143" y="1510002"/>
                  </a:lnTo>
                  <a:lnTo>
                    <a:pt x="8957768" y="1462961"/>
                  </a:lnTo>
                  <a:lnTo>
                    <a:pt x="8916927" y="1412462"/>
                  </a:lnTo>
                  <a:lnTo>
                    <a:pt x="8876396" y="1358600"/>
                  </a:lnTo>
                  <a:lnTo>
                    <a:pt x="8836010" y="1301568"/>
                  </a:lnTo>
                  <a:lnTo>
                    <a:pt x="8795657" y="1241651"/>
                  </a:lnTo>
                  <a:lnTo>
                    <a:pt x="8755268" y="1179232"/>
                  </a:lnTo>
                  <a:lnTo>
                    <a:pt x="8714812" y="1114779"/>
                  </a:lnTo>
                  <a:lnTo>
                    <a:pt x="8674288" y="1048839"/>
                  </a:lnTo>
                  <a:lnTo>
                    <a:pt x="8633717" y="982012"/>
                  </a:lnTo>
                  <a:lnTo>
                    <a:pt x="8593132" y="914937"/>
                  </a:lnTo>
                  <a:lnTo>
                    <a:pt x="8552569" y="848260"/>
                  </a:lnTo>
                  <a:lnTo>
                    <a:pt x="8512060" y="782612"/>
                  </a:lnTo>
                  <a:lnTo>
                    <a:pt x="8471621" y="718585"/>
                  </a:lnTo>
                  <a:lnTo>
                    <a:pt x="8431244" y="656707"/>
                  </a:lnTo>
                  <a:lnTo>
                    <a:pt x="8390890" y="597428"/>
                  </a:lnTo>
                  <a:lnTo>
                    <a:pt x="8350483" y="541108"/>
                  </a:lnTo>
                  <a:lnTo>
                    <a:pt x="8309897" y="488012"/>
                  </a:lnTo>
                  <a:lnTo>
                    <a:pt x="8268955" y="438309"/>
                  </a:lnTo>
                  <a:lnTo>
                    <a:pt x="8227416" y="392075"/>
                  </a:lnTo>
                  <a:lnTo>
                    <a:pt x="8184967" y="349303"/>
                  </a:lnTo>
                  <a:lnTo>
                    <a:pt x="8151487" y="318746"/>
                  </a:lnTo>
                  <a:lnTo>
                    <a:pt x="8104528" y="280500"/>
                  </a:lnTo>
                  <a:lnTo>
                    <a:pt x="8055120" y="245852"/>
                  </a:lnTo>
                  <a:lnTo>
                    <a:pt x="8002527" y="214646"/>
                  </a:lnTo>
                  <a:lnTo>
                    <a:pt x="7945947" y="186599"/>
                  </a:lnTo>
                  <a:lnTo>
                    <a:pt x="7884557" y="161384"/>
                  </a:lnTo>
                  <a:lnTo>
                    <a:pt x="7817569" y="138677"/>
                  </a:lnTo>
                  <a:lnTo>
                    <a:pt x="7744304" y="118183"/>
                  </a:lnTo>
                  <a:lnTo>
                    <a:pt x="7664287" y="99654"/>
                  </a:lnTo>
                  <a:lnTo>
                    <a:pt x="7577381" y="82895"/>
                  </a:lnTo>
                  <a:lnTo>
                    <a:pt x="7483945" y="67771"/>
                  </a:lnTo>
                  <a:lnTo>
                    <a:pt x="7385023" y="54205"/>
                  </a:lnTo>
                  <a:lnTo>
                    <a:pt x="7282499" y="42172"/>
                  </a:lnTo>
                  <a:lnTo>
                    <a:pt x="7179185" y="31689"/>
                  </a:lnTo>
                  <a:lnTo>
                    <a:pt x="7078743" y="22791"/>
                  </a:lnTo>
                  <a:lnTo>
                    <a:pt x="6985380" y="15503"/>
                  </a:lnTo>
                  <a:lnTo>
                    <a:pt x="6903303" y="9813"/>
                  </a:lnTo>
                  <a:lnTo>
                    <a:pt x="6836010" y="5641"/>
                  </a:lnTo>
                  <a:lnTo>
                    <a:pt x="6785585" y="2829"/>
                  </a:lnTo>
                  <a:lnTo>
                    <a:pt x="6752207" y="1147"/>
                  </a:lnTo>
                  <a:lnTo>
                    <a:pt x="6734001" y="316"/>
                  </a:lnTo>
                  <a:lnTo>
                    <a:pt x="6727186" y="32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228" y="108"/>
                  </a:lnTo>
                  <a:lnTo>
                    <a:pt x="5249405" y="879"/>
                  </a:lnTo>
                  <a:lnTo>
                    <a:pt x="5237100" y="3006"/>
                  </a:lnTo>
                  <a:lnTo>
                    <a:pt x="5214736" y="7204"/>
                  </a:lnTo>
                  <a:lnTo>
                    <a:pt x="5180660" y="14162"/>
                  </a:lnTo>
                  <a:lnTo>
                    <a:pt x="5134252" y="24502"/>
                  </a:lnTo>
                  <a:lnTo>
                    <a:pt x="5075941" y="38727"/>
                  </a:lnTo>
                  <a:lnTo>
                    <a:pt x="5007103" y="57188"/>
                  </a:lnTo>
                  <a:lnTo>
                    <a:pt x="4929832" y="80078"/>
                  </a:lnTo>
                  <a:lnTo>
                    <a:pt x="4846631" y="107456"/>
                  </a:lnTo>
                  <a:lnTo>
                    <a:pt x="4760100" y="139281"/>
                  </a:lnTo>
                  <a:lnTo>
                    <a:pt x="4672660" y="175470"/>
                  </a:lnTo>
                  <a:lnTo>
                    <a:pt x="4586371" y="215947"/>
                  </a:lnTo>
                  <a:lnTo>
                    <a:pt x="4502831" y="260687"/>
                  </a:lnTo>
                  <a:lnTo>
                    <a:pt x="4423165" y="309748"/>
                  </a:lnTo>
                  <a:lnTo>
                    <a:pt x="4348063" y="363294"/>
                  </a:lnTo>
                  <a:lnTo>
                    <a:pt x="4277845" y="421601"/>
                  </a:lnTo>
                  <a:lnTo>
                    <a:pt x="4212545" y="485066"/>
                  </a:lnTo>
                  <a:lnTo>
                    <a:pt x="4151983" y="554199"/>
                  </a:lnTo>
                  <a:lnTo>
                    <a:pt x="4095835" y="629613"/>
                  </a:lnTo>
                  <a:lnTo>
                    <a:pt x="4043678" y="712012"/>
                  </a:lnTo>
                  <a:lnTo>
                    <a:pt x="3995040" y="802156"/>
                  </a:lnTo>
                  <a:lnTo>
                    <a:pt x="3949425" y="900825"/>
                  </a:lnTo>
                  <a:lnTo>
                    <a:pt x="3906337" y="1008742"/>
                  </a:lnTo>
                  <a:lnTo>
                    <a:pt x="3865307" y="1126468"/>
                  </a:lnTo>
                  <a:lnTo>
                    <a:pt x="3829811" y="1240933"/>
                  </a:lnTo>
                  <a:lnTo>
                    <a:pt x="3805351" y="1326780"/>
                  </a:lnTo>
                  <a:lnTo>
                    <a:pt x="3781331" y="1416718"/>
                  </a:lnTo>
                  <a:lnTo>
                    <a:pt x="3757672" y="1510824"/>
                  </a:lnTo>
                  <a:lnTo>
                    <a:pt x="3734307" y="1609146"/>
                  </a:lnTo>
                  <a:lnTo>
                    <a:pt x="3711176" y="1711707"/>
                  </a:lnTo>
                  <a:lnTo>
                    <a:pt x="3688228" y="1818498"/>
                  </a:lnTo>
                  <a:lnTo>
                    <a:pt x="3665418" y="1929479"/>
                  </a:lnTo>
                  <a:lnTo>
                    <a:pt x="3642710" y="2044575"/>
                  </a:lnTo>
                  <a:lnTo>
                    <a:pt x="3620070" y="2163676"/>
                  </a:lnTo>
                  <a:lnTo>
                    <a:pt x="3597474" y="2286636"/>
                  </a:lnTo>
                  <a:lnTo>
                    <a:pt x="3574900" y="2413272"/>
                  </a:lnTo>
                  <a:lnTo>
                    <a:pt x="3552330" y="2543364"/>
                  </a:lnTo>
                  <a:lnTo>
                    <a:pt x="3529754" y="2676656"/>
                  </a:lnTo>
                  <a:lnTo>
                    <a:pt x="3507162" y="2812857"/>
                  </a:lnTo>
                  <a:lnTo>
                    <a:pt x="3484550" y="2951643"/>
                  </a:lnTo>
                  <a:lnTo>
                    <a:pt x="3461915" y="3092661"/>
                  </a:lnTo>
                  <a:lnTo>
                    <a:pt x="3439259" y="3235532"/>
                  </a:lnTo>
                  <a:lnTo>
                    <a:pt x="3416584" y="3379852"/>
                  </a:lnTo>
                  <a:lnTo>
                    <a:pt x="3393894" y="3525203"/>
                  </a:lnTo>
                  <a:lnTo>
                    <a:pt x="3371195" y="3671150"/>
                  </a:lnTo>
                  <a:lnTo>
                    <a:pt x="3348495" y="3817254"/>
                  </a:lnTo>
                  <a:lnTo>
                    <a:pt x="3325798" y="3963072"/>
                  </a:lnTo>
                  <a:lnTo>
                    <a:pt x="3303112" y="4108165"/>
                  </a:lnTo>
                  <a:lnTo>
                    <a:pt x="3280442" y="4252103"/>
                  </a:lnTo>
                  <a:lnTo>
                    <a:pt x="3257792" y="4394472"/>
                  </a:lnTo>
                  <a:lnTo>
                    <a:pt x="3235164" y="4534874"/>
                  </a:lnTo>
                  <a:lnTo>
                    <a:pt x="3212558" y="4672938"/>
                  </a:lnTo>
                  <a:lnTo>
                    <a:pt x="3189971" y="4808319"/>
                  </a:lnTo>
                  <a:lnTo>
                    <a:pt x="3167398" y="4940701"/>
                  </a:lnTo>
                  <a:lnTo>
                    <a:pt x="3144829" y="5069805"/>
                  </a:lnTo>
                  <a:lnTo>
                    <a:pt x="3122250" y="5195385"/>
                  </a:lnTo>
                  <a:lnTo>
                    <a:pt x="3099643" y="5317232"/>
                  </a:lnTo>
                  <a:lnTo>
                    <a:pt x="3076987" y="5435173"/>
                  </a:lnTo>
                  <a:lnTo>
                    <a:pt x="3054252" y="5549073"/>
                  </a:lnTo>
                  <a:lnTo>
                    <a:pt x="3031406" y="5658832"/>
                  </a:lnTo>
                  <a:lnTo>
                    <a:pt x="3008409" y="5764387"/>
                  </a:lnTo>
                  <a:lnTo>
                    <a:pt x="2985215" y="5865705"/>
                  </a:lnTo>
                  <a:lnTo>
                    <a:pt x="2961770" y="5962788"/>
                  </a:lnTo>
                  <a:lnTo>
                    <a:pt x="2938013" y="6055666"/>
                  </a:lnTo>
                  <a:lnTo>
                    <a:pt x="2913873" y="6144396"/>
                  </a:lnTo>
                  <a:lnTo>
                    <a:pt x="2896531" y="6204667"/>
                  </a:lnTo>
                  <a:lnTo>
                    <a:pt x="2856987" y="6331432"/>
                  </a:lnTo>
                  <a:lnTo>
                    <a:pt x="2815770" y="6448154"/>
                  </a:lnTo>
                  <a:lnTo>
                    <a:pt x="2772450" y="6555111"/>
                  </a:lnTo>
                  <a:lnTo>
                    <a:pt x="2726553" y="6652888"/>
                  </a:lnTo>
                  <a:lnTo>
                    <a:pt x="2677583" y="6742217"/>
                  </a:lnTo>
                  <a:lnTo>
                    <a:pt x="2625046" y="6823879"/>
                  </a:lnTo>
                  <a:lnTo>
                    <a:pt x="2568471" y="6898631"/>
                  </a:lnTo>
                  <a:lnTo>
                    <a:pt x="2507446" y="6967167"/>
                  </a:lnTo>
                  <a:lnTo>
                    <a:pt x="2441656" y="7030092"/>
                  </a:lnTo>
                  <a:lnTo>
                    <a:pt x="2370941" y="7087905"/>
                  </a:lnTo>
                  <a:lnTo>
                    <a:pt x="2295359" y="7140988"/>
                  </a:lnTo>
                  <a:lnTo>
                    <a:pt x="2215266" y="7189609"/>
                  </a:lnTo>
                  <a:lnTo>
                    <a:pt x="2131391" y="7233919"/>
                  </a:lnTo>
                  <a:lnTo>
                    <a:pt x="2044905" y="7273967"/>
                  </a:lnTo>
                  <a:lnTo>
                    <a:pt x="1957456" y="7309721"/>
                  </a:lnTo>
                  <a:lnTo>
                    <a:pt x="1871146" y="7341102"/>
                  </a:lnTo>
                  <a:lnTo>
                    <a:pt x="1788424" y="7368029"/>
                  </a:lnTo>
                  <a:lnTo>
                    <a:pt x="1711892" y="7390469"/>
                  </a:lnTo>
                  <a:lnTo>
                    <a:pt x="1644028" y="7408492"/>
                  </a:lnTo>
                  <a:lnTo>
                    <a:pt x="1586867" y="7422307"/>
                  </a:lnTo>
                  <a:lnTo>
                    <a:pt x="1541697" y="7432282"/>
                  </a:lnTo>
                  <a:lnTo>
                    <a:pt x="1508846" y="7438933"/>
                  </a:lnTo>
                  <a:lnTo>
                    <a:pt x="1487585" y="7442890"/>
                  </a:lnTo>
                  <a:lnTo>
                    <a:pt x="1476163" y="7444849"/>
                  </a:lnTo>
                  <a:lnTo>
                    <a:pt x="1471919" y="7445522"/>
                  </a:lnTo>
                  <a:lnTo>
                    <a:pt x="1471387" y="7445601"/>
                  </a:lnTo>
                  <a:lnTo>
                    <a:pt x="0" y="744560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66" name="pg2066"/>
            <p:cNvSpPr/>
            <p:nvPr/>
          </p:nvSpPr>
          <p:spPr>
            <a:xfrm>
              <a:off x="4799595" y="4791791"/>
              <a:ext cx="11981298" cy="6146094"/>
            </a:xfrm>
            <a:custGeom>
              <a:avLst/>
              <a:pathLst>
                <a:path w="11981298" h="6146094">
                  <a:moveTo>
                    <a:pt x="0" y="6146094"/>
                  </a:moveTo>
                  <a:lnTo>
                    <a:pt x="1471387" y="6146094"/>
                  </a:lnTo>
                  <a:lnTo>
                    <a:pt x="1472195" y="6145995"/>
                  </a:lnTo>
                  <a:lnTo>
                    <a:pt x="1477544" y="6145287"/>
                  </a:lnTo>
                  <a:lnTo>
                    <a:pt x="1491155" y="6143331"/>
                  </a:lnTo>
                  <a:lnTo>
                    <a:pt x="1515808" y="6139476"/>
                  </a:lnTo>
                  <a:lnTo>
                    <a:pt x="1553201" y="6133090"/>
                  </a:lnTo>
                  <a:lnTo>
                    <a:pt x="1603831" y="6123622"/>
                  </a:lnTo>
                  <a:lnTo>
                    <a:pt x="1666996" y="6110635"/>
                  </a:lnTo>
                  <a:lnTo>
                    <a:pt x="1740952" y="6093842"/>
                  </a:lnTo>
                  <a:lnTo>
                    <a:pt x="1823212" y="6073101"/>
                  </a:lnTo>
                  <a:lnTo>
                    <a:pt x="1910922" y="6048393"/>
                  </a:lnTo>
                  <a:lnTo>
                    <a:pt x="2001230" y="6019771"/>
                  </a:lnTo>
                  <a:lnTo>
                    <a:pt x="2091578" y="5987315"/>
                  </a:lnTo>
                  <a:lnTo>
                    <a:pt x="2179881" y="5951079"/>
                  </a:lnTo>
                  <a:lnTo>
                    <a:pt x="2264601" y="5911055"/>
                  </a:lnTo>
                  <a:lnTo>
                    <a:pt x="2344731" y="5867143"/>
                  </a:lnTo>
                  <a:lnTo>
                    <a:pt x="2419731" y="5819139"/>
                  </a:lnTo>
                  <a:lnTo>
                    <a:pt x="2489433" y="5766727"/>
                  </a:lnTo>
                  <a:lnTo>
                    <a:pt x="2553951" y="5709479"/>
                  </a:lnTo>
                  <a:lnTo>
                    <a:pt x="2613595" y="5646867"/>
                  </a:lnTo>
                  <a:lnTo>
                    <a:pt x="2668805" y="5578271"/>
                  </a:lnTo>
                  <a:lnTo>
                    <a:pt x="2720093" y="5503003"/>
                  </a:lnTo>
                  <a:lnTo>
                    <a:pt x="2768008" y="5420349"/>
                  </a:lnTo>
                  <a:lnTo>
                    <a:pt x="2813104" y="5329628"/>
                  </a:lnTo>
                  <a:lnTo>
                    <a:pt x="2855908" y="5230289"/>
                  </a:lnTo>
                  <a:lnTo>
                    <a:pt x="2896531" y="5123107"/>
                  </a:lnTo>
                  <a:lnTo>
                    <a:pt x="2923339" y="5045295"/>
                  </a:lnTo>
                  <a:lnTo>
                    <a:pt x="2949627" y="4963416"/>
                  </a:lnTo>
                  <a:lnTo>
                    <a:pt x="2975496" y="4877392"/>
                  </a:lnTo>
                  <a:lnTo>
                    <a:pt x="3001035" y="4787176"/>
                  </a:lnTo>
                  <a:lnTo>
                    <a:pt x="3026316" y="4692755"/>
                  </a:lnTo>
                  <a:lnTo>
                    <a:pt x="3051404" y="4594153"/>
                  </a:lnTo>
                  <a:lnTo>
                    <a:pt x="3076352" y="4491434"/>
                  </a:lnTo>
                  <a:lnTo>
                    <a:pt x="3101205" y="4384704"/>
                  </a:lnTo>
                  <a:lnTo>
                    <a:pt x="3125999" y="4274110"/>
                  </a:lnTo>
                  <a:lnTo>
                    <a:pt x="3150765" y="4159845"/>
                  </a:lnTo>
                  <a:lnTo>
                    <a:pt x="3175523" y="4042146"/>
                  </a:lnTo>
                  <a:lnTo>
                    <a:pt x="3200291" y="3921291"/>
                  </a:lnTo>
                  <a:lnTo>
                    <a:pt x="3225078" y="3797601"/>
                  </a:lnTo>
                  <a:lnTo>
                    <a:pt x="3249891" y="3671435"/>
                  </a:lnTo>
                  <a:lnTo>
                    <a:pt x="3274732" y="3543187"/>
                  </a:lnTo>
                  <a:lnTo>
                    <a:pt x="3299596" y="3413282"/>
                  </a:lnTo>
                  <a:lnTo>
                    <a:pt x="3324481" y="3282166"/>
                  </a:lnTo>
                  <a:lnTo>
                    <a:pt x="3349379" y="3150306"/>
                  </a:lnTo>
                  <a:lnTo>
                    <a:pt x="3374282" y="3018180"/>
                  </a:lnTo>
                  <a:lnTo>
                    <a:pt x="3399181" y="2886269"/>
                  </a:lnTo>
                  <a:lnTo>
                    <a:pt x="3424068" y="2755050"/>
                  </a:lnTo>
                  <a:lnTo>
                    <a:pt x="3448935" y="2624992"/>
                  </a:lnTo>
                  <a:lnTo>
                    <a:pt x="3473778" y="2496545"/>
                  </a:lnTo>
                  <a:lnTo>
                    <a:pt x="3498594" y="2370136"/>
                  </a:lnTo>
                  <a:lnTo>
                    <a:pt x="3523384" y="2246162"/>
                  </a:lnTo>
                  <a:lnTo>
                    <a:pt x="3548153" y="2124985"/>
                  </a:lnTo>
                  <a:lnTo>
                    <a:pt x="3572912" y="2006932"/>
                  </a:lnTo>
                  <a:lnTo>
                    <a:pt x="3597676" y="1892285"/>
                  </a:lnTo>
                  <a:lnTo>
                    <a:pt x="3622466" y="1781286"/>
                  </a:lnTo>
                  <a:lnTo>
                    <a:pt x="3647311" y="1674132"/>
                  </a:lnTo>
                  <a:lnTo>
                    <a:pt x="3672247" y="1570976"/>
                  </a:lnTo>
                  <a:lnTo>
                    <a:pt x="3697317" y="1471927"/>
                  </a:lnTo>
                  <a:lnTo>
                    <a:pt x="3722575" y="1377054"/>
                  </a:lnTo>
                  <a:lnTo>
                    <a:pt x="3748082" y="1286385"/>
                  </a:lnTo>
                  <a:lnTo>
                    <a:pt x="3773912" y="1199911"/>
                  </a:lnTo>
                  <a:lnTo>
                    <a:pt x="3800151" y="1117589"/>
                  </a:lnTo>
                  <a:lnTo>
                    <a:pt x="3826897" y="1039344"/>
                  </a:lnTo>
                  <a:lnTo>
                    <a:pt x="3829811" y="1031159"/>
                  </a:lnTo>
                  <a:lnTo>
                    <a:pt x="3870822" y="923015"/>
                  </a:lnTo>
                  <a:lnTo>
                    <a:pt x="3913646" y="823759"/>
                  </a:lnTo>
                  <a:lnTo>
                    <a:pt x="3958764" y="733115"/>
                  </a:lnTo>
                  <a:lnTo>
                    <a:pt x="4006709" y="650533"/>
                  </a:lnTo>
                  <a:lnTo>
                    <a:pt x="4058031" y="575330"/>
                  </a:lnTo>
                  <a:lnTo>
                    <a:pt x="4113279" y="506792"/>
                  </a:lnTo>
                  <a:lnTo>
                    <a:pt x="4172966" y="444233"/>
                  </a:lnTo>
                  <a:lnTo>
                    <a:pt x="4237531" y="387032"/>
                  </a:lnTo>
                  <a:lnTo>
                    <a:pt x="4307282" y="334663"/>
                  </a:lnTo>
                  <a:lnTo>
                    <a:pt x="4382331" y="286698"/>
                  </a:lnTo>
                  <a:lnTo>
                    <a:pt x="4462507" y="242823"/>
                  </a:lnTo>
                  <a:lnTo>
                    <a:pt x="4547266" y="202834"/>
                  </a:lnTo>
                  <a:lnTo>
                    <a:pt x="4635596" y="166633"/>
                  </a:lnTo>
                  <a:lnTo>
                    <a:pt x="4725953" y="134213"/>
                  </a:lnTo>
                  <a:lnTo>
                    <a:pt x="4816250" y="105627"/>
                  </a:lnTo>
                  <a:lnTo>
                    <a:pt x="4903923" y="80955"/>
                  </a:lnTo>
                  <a:lnTo>
                    <a:pt x="4986119" y="60251"/>
                  </a:lnTo>
                  <a:lnTo>
                    <a:pt x="5059985" y="43494"/>
                  </a:lnTo>
                  <a:lnTo>
                    <a:pt x="5123041" y="30542"/>
                  </a:lnTo>
                  <a:lnTo>
                    <a:pt x="5173549" y="21104"/>
                  </a:lnTo>
                  <a:lnTo>
                    <a:pt x="5210820" y="14745"/>
                  </a:lnTo>
                  <a:lnTo>
                    <a:pt x="5235361" y="10909"/>
                  </a:lnTo>
                  <a:lnTo>
                    <a:pt x="5248881" y="8969"/>
                  </a:lnTo>
                  <a:lnTo>
                    <a:pt x="5254169" y="8269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549" y="8212"/>
                  </a:lnTo>
                  <a:lnTo>
                    <a:pt x="6735468" y="8494"/>
                  </a:lnTo>
                  <a:lnTo>
                    <a:pt x="6755395" y="9273"/>
                  </a:lnTo>
                  <a:lnTo>
                    <a:pt x="6790933" y="10807"/>
                  </a:lnTo>
                  <a:lnTo>
                    <a:pt x="6843726" y="13331"/>
                  </a:lnTo>
                  <a:lnTo>
                    <a:pt x="6913330" y="17035"/>
                  </a:lnTo>
                  <a:lnTo>
                    <a:pt x="6997422" y="22044"/>
                  </a:lnTo>
                  <a:lnTo>
                    <a:pt x="7092331" y="28419"/>
                  </a:lnTo>
                  <a:lnTo>
                    <a:pt x="7193766" y="36165"/>
                  </a:lnTo>
                  <a:lnTo>
                    <a:pt x="7297525" y="45256"/>
                  </a:lnTo>
                  <a:lnTo>
                    <a:pt x="7400021" y="55664"/>
                  </a:lnTo>
                  <a:lnTo>
                    <a:pt x="7498551" y="67378"/>
                  </a:lnTo>
                  <a:lnTo>
                    <a:pt x="7591345" y="80427"/>
                  </a:lnTo>
                  <a:lnTo>
                    <a:pt x="7677470" y="94884"/>
                  </a:lnTo>
                  <a:lnTo>
                    <a:pt x="7756651" y="110872"/>
                  </a:lnTo>
                  <a:lnTo>
                    <a:pt x="7829093" y="128565"/>
                  </a:lnTo>
                  <a:lnTo>
                    <a:pt x="7895317" y="148182"/>
                  </a:lnTo>
                  <a:lnTo>
                    <a:pt x="7956035" y="169982"/>
                  </a:lnTo>
                  <a:lnTo>
                    <a:pt x="8012051" y="194243"/>
                  </a:lnTo>
                  <a:lnTo>
                    <a:pt x="8064198" y="221243"/>
                  </a:lnTo>
                  <a:lnTo>
                    <a:pt x="8113278" y="251208"/>
                  </a:lnTo>
                  <a:lnTo>
                    <a:pt x="8151487" y="277881"/>
                  </a:lnTo>
                  <a:lnTo>
                    <a:pt x="8197144" y="313727"/>
                  </a:lnTo>
                  <a:lnTo>
                    <a:pt x="8241484" y="352769"/>
                  </a:lnTo>
                  <a:lnTo>
                    <a:pt x="8284941" y="395066"/>
                  </a:lnTo>
                  <a:lnTo>
                    <a:pt x="8327849" y="440596"/>
                  </a:lnTo>
                  <a:lnTo>
                    <a:pt x="8370457" y="489246"/>
                  </a:lnTo>
                  <a:lnTo>
                    <a:pt x="8412942" y="540805"/>
                  </a:lnTo>
                  <a:lnTo>
                    <a:pt x="8455419" y="594963"/>
                  </a:lnTo>
                  <a:lnTo>
                    <a:pt x="8497952" y="651314"/>
                  </a:lnTo>
                  <a:lnTo>
                    <a:pt x="8540563" y="709363"/>
                  </a:lnTo>
                  <a:lnTo>
                    <a:pt x="8583241" y="768546"/>
                  </a:lnTo>
                  <a:lnTo>
                    <a:pt x="8625953" y="828248"/>
                  </a:lnTo>
                  <a:lnTo>
                    <a:pt x="8668657" y="887833"/>
                  </a:lnTo>
                  <a:lnTo>
                    <a:pt x="8711313" y="946669"/>
                  </a:lnTo>
                  <a:lnTo>
                    <a:pt x="8753895" y="1004158"/>
                  </a:lnTo>
                  <a:lnTo>
                    <a:pt x="8796403" y="1059759"/>
                  </a:lnTo>
                  <a:lnTo>
                    <a:pt x="8838873" y="1113007"/>
                  </a:lnTo>
                  <a:lnTo>
                    <a:pt x="8881387" y="1163531"/>
                  </a:lnTo>
                  <a:lnTo>
                    <a:pt x="8924081" y="1211056"/>
                  </a:lnTo>
                  <a:lnTo>
                    <a:pt x="8967157" y="1255410"/>
                  </a:lnTo>
                  <a:lnTo>
                    <a:pt x="9010894" y="1296512"/>
                  </a:lnTo>
                  <a:lnTo>
                    <a:pt x="9055660" y="1334372"/>
                  </a:lnTo>
                  <a:lnTo>
                    <a:pt x="9084767" y="1356717"/>
                  </a:lnTo>
                  <a:lnTo>
                    <a:pt x="9131889" y="1389185"/>
                  </a:lnTo>
                  <a:lnTo>
                    <a:pt x="9181481" y="1418587"/>
                  </a:lnTo>
                  <a:lnTo>
                    <a:pt x="9234283" y="1445058"/>
                  </a:lnTo>
                  <a:lnTo>
                    <a:pt x="9291110" y="1468841"/>
                  </a:lnTo>
                  <a:lnTo>
                    <a:pt x="9352790" y="1490215"/>
                  </a:lnTo>
                  <a:lnTo>
                    <a:pt x="9420119" y="1509457"/>
                  </a:lnTo>
                  <a:lnTo>
                    <a:pt x="9493781" y="1526818"/>
                  </a:lnTo>
                  <a:lnTo>
                    <a:pt x="9574247" y="1542510"/>
                  </a:lnTo>
                  <a:lnTo>
                    <a:pt x="9661648" y="1556697"/>
                  </a:lnTo>
                  <a:lnTo>
                    <a:pt x="9755601" y="1569494"/>
                  </a:lnTo>
                  <a:lnTo>
                    <a:pt x="9855027" y="1580966"/>
                  </a:lnTo>
                  <a:lnTo>
                    <a:pt x="9957990" y="1591131"/>
                  </a:lnTo>
                  <a:lnTo>
                    <a:pt x="10061613" y="1599974"/>
                  </a:lnTo>
                  <a:lnTo>
                    <a:pt x="10162165" y="1607467"/>
                  </a:lnTo>
                  <a:lnTo>
                    <a:pt x="10255382" y="1613587"/>
                  </a:lnTo>
                  <a:lnTo>
                    <a:pt x="10337031" y="1618348"/>
                  </a:lnTo>
                  <a:lnTo>
                    <a:pt x="10403639" y="1621821"/>
                  </a:lnTo>
                  <a:lnTo>
                    <a:pt x="10453201" y="1624145"/>
                  </a:lnTo>
                  <a:lnTo>
                    <a:pt x="10485655" y="1625520"/>
                  </a:lnTo>
                  <a:lnTo>
                    <a:pt x="10503026" y="1626187"/>
                  </a:lnTo>
                  <a:lnTo>
                    <a:pt x="10509252" y="1626405"/>
                  </a:lnTo>
                  <a:lnTo>
                    <a:pt x="10509911" y="1626426"/>
                  </a:lnTo>
                  <a:lnTo>
                    <a:pt x="11981298" y="1626426"/>
                  </a:lnTo>
                  <a:lnTo>
                    <a:pt x="11981298" y="1618253"/>
                  </a:lnTo>
                  <a:lnTo>
                    <a:pt x="10509911" y="1618253"/>
                  </a:lnTo>
                  <a:lnTo>
                    <a:pt x="10508704" y="1618214"/>
                  </a:lnTo>
                  <a:lnTo>
                    <a:pt x="10500785" y="1617932"/>
                  </a:lnTo>
                  <a:lnTo>
                    <a:pt x="10480859" y="1617152"/>
                  </a:lnTo>
                  <a:lnTo>
                    <a:pt x="10445320" y="1615619"/>
                  </a:lnTo>
                  <a:lnTo>
                    <a:pt x="10392527" y="1613095"/>
                  </a:lnTo>
                  <a:lnTo>
                    <a:pt x="10322923" y="1609391"/>
                  </a:lnTo>
                  <a:lnTo>
                    <a:pt x="10238831" y="1604381"/>
                  </a:lnTo>
                  <a:lnTo>
                    <a:pt x="10143923" y="1598006"/>
                  </a:lnTo>
                  <a:lnTo>
                    <a:pt x="10042488" y="1590261"/>
                  </a:lnTo>
                  <a:lnTo>
                    <a:pt x="9938728" y="1581170"/>
                  </a:lnTo>
                  <a:lnTo>
                    <a:pt x="9836232" y="1570762"/>
                  </a:lnTo>
                  <a:lnTo>
                    <a:pt x="9737703" y="1559047"/>
                  </a:lnTo>
                  <a:lnTo>
                    <a:pt x="9644908" y="1545998"/>
                  </a:lnTo>
                  <a:lnTo>
                    <a:pt x="9558783" y="1531542"/>
                  </a:lnTo>
                  <a:lnTo>
                    <a:pt x="9479602" y="1515554"/>
                  </a:lnTo>
                  <a:lnTo>
                    <a:pt x="9407160" y="1497861"/>
                  </a:lnTo>
                  <a:lnTo>
                    <a:pt x="9340936" y="1478243"/>
                  </a:lnTo>
                  <a:lnTo>
                    <a:pt x="9280218" y="1456444"/>
                  </a:lnTo>
                  <a:lnTo>
                    <a:pt x="9224202" y="1432182"/>
                  </a:lnTo>
                  <a:lnTo>
                    <a:pt x="9172055" y="1405183"/>
                  </a:lnTo>
                  <a:lnTo>
                    <a:pt x="9122975" y="1375218"/>
                  </a:lnTo>
                  <a:lnTo>
                    <a:pt x="9084767" y="1348544"/>
                  </a:lnTo>
                  <a:lnTo>
                    <a:pt x="9039109" y="1312699"/>
                  </a:lnTo>
                  <a:lnTo>
                    <a:pt x="8994769" y="1273657"/>
                  </a:lnTo>
                  <a:lnTo>
                    <a:pt x="8951312" y="1231359"/>
                  </a:lnTo>
                  <a:lnTo>
                    <a:pt x="8908404" y="1185830"/>
                  </a:lnTo>
                  <a:lnTo>
                    <a:pt x="8865796" y="1137180"/>
                  </a:lnTo>
                  <a:lnTo>
                    <a:pt x="8823311" y="1085621"/>
                  </a:lnTo>
                  <a:lnTo>
                    <a:pt x="8780834" y="1031462"/>
                  </a:lnTo>
                  <a:lnTo>
                    <a:pt x="8738301" y="975112"/>
                  </a:lnTo>
                  <a:lnTo>
                    <a:pt x="8695690" y="917063"/>
                  </a:lnTo>
                  <a:lnTo>
                    <a:pt x="8653012" y="857880"/>
                  </a:lnTo>
                  <a:lnTo>
                    <a:pt x="8610300" y="798178"/>
                  </a:lnTo>
                  <a:lnTo>
                    <a:pt x="8567597" y="738593"/>
                  </a:lnTo>
                  <a:lnTo>
                    <a:pt x="8524941" y="679756"/>
                  </a:lnTo>
                  <a:lnTo>
                    <a:pt x="8482358" y="622267"/>
                  </a:lnTo>
                  <a:lnTo>
                    <a:pt x="8439850" y="566667"/>
                  </a:lnTo>
                  <a:lnTo>
                    <a:pt x="8397380" y="513419"/>
                  </a:lnTo>
                  <a:lnTo>
                    <a:pt x="8354866" y="462895"/>
                  </a:lnTo>
                  <a:lnTo>
                    <a:pt x="8312173" y="415369"/>
                  </a:lnTo>
                  <a:lnTo>
                    <a:pt x="8269096" y="371016"/>
                  </a:lnTo>
                  <a:lnTo>
                    <a:pt x="8225360" y="329914"/>
                  </a:lnTo>
                  <a:lnTo>
                    <a:pt x="8180594" y="292053"/>
                  </a:lnTo>
                  <a:lnTo>
                    <a:pt x="8151487" y="269708"/>
                  </a:lnTo>
                  <a:lnTo>
                    <a:pt x="8104364" y="237241"/>
                  </a:lnTo>
                  <a:lnTo>
                    <a:pt x="8054772" y="207839"/>
                  </a:lnTo>
                  <a:lnTo>
                    <a:pt x="8001970" y="181367"/>
                  </a:lnTo>
                  <a:lnTo>
                    <a:pt x="7945144" y="157584"/>
                  </a:lnTo>
                  <a:lnTo>
                    <a:pt x="7883463" y="136211"/>
                  </a:lnTo>
                  <a:lnTo>
                    <a:pt x="7816134" y="116969"/>
                  </a:lnTo>
                  <a:lnTo>
                    <a:pt x="7742473" y="99608"/>
                  </a:lnTo>
                  <a:lnTo>
                    <a:pt x="7662006" y="83916"/>
                  </a:lnTo>
                  <a:lnTo>
                    <a:pt x="7574605" y="69728"/>
                  </a:lnTo>
                  <a:lnTo>
                    <a:pt x="7480653" y="56931"/>
                  </a:lnTo>
                  <a:lnTo>
                    <a:pt x="7381226" y="45460"/>
                  </a:lnTo>
                  <a:lnTo>
                    <a:pt x="7278263" y="35295"/>
                  </a:lnTo>
                  <a:lnTo>
                    <a:pt x="7174640" y="26451"/>
                  </a:lnTo>
                  <a:lnTo>
                    <a:pt x="7074088" y="18959"/>
                  </a:lnTo>
                  <a:lnTo>
                    <a:pt x="6980871" y="12839"/>
                  </a:lnTo>
                  <a:lnTo>
                    <a:pt x="6899222" y="8078"/>
                  </a:lnTo>
                  <a:lnTo>
                    <a:pt x="6832614" y="4605"/>
                  </a:lnTo>
                  <a:lnTo>
                    <a:pt x="6783053" y="2281"/>
                  </a:lnTo>
                  <a:lnTo>
                    <a:pt x="6750598" y="906"/>
                  </a:lnTo>
                  <a:lnTo>
                    <a:pt x="6733227" y="239"/>
                  </a:lnTo>
                  <a:lnTo>
                    <a:pt x="6727001" y="21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147" y="99"/>
                  </a:lnTo>
                  <a:lnTo>
                    <a:pt x="5248799" y="807"/>
                  </a:lnTo>
                  <a:lnTo>
                    <a:pt x="5235187" y="2762"/>
                  </a:lnTo>
                  <a:lnTo>
                    <a:pt x="5210534" y="6618"/>
                  </a:lnTo>
                  <a:lnTo>
                    <a:pt x="5173141" y="13003"/>
                  </a:lnTo>
                  <a:lnTo>
                    <a:pt x="5122511" y="22472"/>
                  </a:lnTo>
                  <a:lnTo>
                    <a:pt x="5059346" y="35459"/>
                  </a:lnTo>
                  <a:lnTo>
                    <a:pt x="4985390" y="52252"/>
                  </a:lnTo>
                  <a:lnTo>
                    <a:pt x="4903131" y="72993"/>
                  </a:lnTo>
                  <a:lnTo>
                    <a:pt x="4815420" y="97701"/>
                  </a:lnTo>
                  <a:lnTo>
                    <a:pt x="4725112" y="126323"/>
                  </a:lnTo>
                  <a:lnTo>
                    <a:pt x="4634764" y="158779"/>
                  </a:lnTo>
                  <a:lnTo>
                    <a:pt x="4546461" y="195014"/>
                  </a:lnTo>
                  <a:lnTo>
                    <a:pt x="4461741" y="235038"/>
                  </a:lnTo>
                  <a:lnTo>
                    <a:pt x="4381611" y="278950"/>
                  </a:lnTo>
                  <a:lnTo>
                    <a:pt x="4306611" y="326955"/>
                  </a:lnTo>
                  <a:lnTo>
                    <a:pt x="4236909" y="379367"/>
                  </a:lnTo>
                  <a:lnTo>
                    <a:pt x="4172391" y="436614"/>
                  </a:lnTo>
                  <a:lnTo>
                    <a:pt x="4112747" y="499226"/>
                  </a:lnTo>
                  <a:lnTo>
                    <a:pt x="4057537" y="567823"/>
                  </a:lnTo>
                  <a:lnTo>
                    <a:pt x="4006249" y="643091"/>
                  </a:lnTo>
                  <a:lnTo>
                    <a:pt x="3958334" y="725745"/>
                  </a:lnTo>
                  <a:lnTo>
                    <a:pt x="3913239" y="816466"/>
                  </a:lnTo>
                  <a:lnTo>
                    <a:pt x="3870434" y="915804"/>
                  </a:lnTo>
                  <a:lnTo>
                    <a:pt x="3829811" y="1022986"/>
                  </a:lnTo>
                  <a:lnTo>
                    <a:pt x="3803004" y="1100799"/>
                  </a:lnTo>
                  <a:lnTo>
                    <a:pt x="3776715" y="1182678"/>
                  </a:lnTo>
                  <a:lnTo>
                    <a:pt x="3750846" y="1268702"/>
                  </a:lnTo>
                  <a:lnTo>
                    <a:pt x="3725308" y="1358918"/>
                  </a:lnTo>
                  <a:lnTo>
                    <a:pt x="3700026" y="1453339"/>
                  </a:lnTo>
                  <a:lnTo>
                    <a:pt x="3674939" y="1551941"/>
                  </a:lnTo>
                  <a:lnTo>
                    <a:pt x="3649991" y="1654660"/>
                  </a:lnTo>
                  <a:lnTo>
                    <a:pt x="3625138" y="1761390"/>
                  </a:lnTo>
                  <a:lnTo>
                    <a:pt x="3600343" y="1871984"/>
                  </a:lnTo>
                  <a:lnTo>
                    <a:pt x="3575577" y="1986248"/>
                  </a:lnTo>
                  <a:lnTo>
                    <a:pt x="3550819" y="2103948"/>
                  </a:lnTo>
                  <a:lnTo>
                    <a:pt x="3526051" y="2224803"/>
                  </a:lnTo>
                  <a:lnTo>
                    <a:pt x="3501264" y="2348493"/>
                  </a:lnTo>
                  <a:lnTo>
                    <a:pt x="3476451" y="2474659"/>
                  </a:lnTo>
                  <a:lnTo>
                    <a:pt x="3451611" y="2602906"/>
                  </a:lnTo>
                  <a:lnTo>
                    <a:pt x="3426746" y="2732812"/>
                  </a:lnTo>
                  <a:lnTo>
                    <a:pt x="3401861" y="2863928"/>
                  </a:lnTo>
                  <a:lnTo>
                    <a:pt x="3376963" y="2995788"/>
                  </a:lnTo>
                  <a:lnTo>
                    <a:pt x="3352060" y="3127914"/>
                  </a:lnTo>
                  <a:lnTo>
                    <a:pt x="3327161" y="3259825"/>
                  </a:lnTo>
                  <a:lnTo>
                    <a:pt x="3302275" y="3391044"/>
                  </a:lnTo>
                  <a:lnTo>
                    <a:pt x="3277407" y="3521101"/>
                  </a:lnTo>
                  <a:lnTo>
                    <a:pt x="3252564" y="3649548"/>
                  </a:lnTo>
                  <a:lnTo>
                    <a:pt x="3227748" y="3775958"/>
                  </a:lnTo>
                  <a:lnTo>
                    <a:pt x="3202958" y="3899932"/>
                  </a:lnTo>
                  <a:lnTo>
                    <a:pt x="3178189" y="4021109"/>
                  </a:lnTo>
                  <a:lnTo>
                    <a:pt x="3153430" y="4139162"/>
                  </a:lnTo>
                  <a:lnTo>
                    <a:pt x="3128666" y="4253809"/>
                  </a:lnTo>
                  <a:lnTo>
                    <a:pt x="3103876" y="4364808"/>
                  </a:lnTo>
                  <a:lnTo>
                    <a:pt x="3079031" y="4471962"/>
                  </a:lnTo>
                  <a:lnTo>
                    <a:pt x="3054095" y="4575118"/>
                  </a:lnTo>
                  <a:lnTo>
                    <a:pt x="3029025" y="4674167"/>
                  </a:lnTo>
                  <a:lnTo>
                    <a:pt x="3003767" y="4769040"/>
                  </a:lnTo>
                  <a:lnTo>
                    <a:pt x="2978260" y="4859709"/>
                  </a:lnTo>
                  <a:lnTo>
                    <a:pt x="2952430" y="4946182"/>
                  </a:lnTo>
                  <a:lnTo>
                    <a:pt x="2926192" y="5028504"/>
                  </a:lnTo>
                  <a:lnTo>
                    <a:pt x="2899445" y="5106750"/>
                  </a:lnTo>
                  <a:lnTo>
                    <a:pt x="2896531" y="5114934"/>
                  </a:lnTo>
                  <a:lnTo>
                    <a:pt x="2855520" y="5223079"/>
                  </a:lnTo>
                  <a:lnTo>
                    <a:pt x="2812697" y="5322335"/>
                  </a:lnTo>
                  <a:lnTo>
                    <a:pt x="2767578" y="5412979"/>
                  </a:lnTo>
                  <a:lnTo>
                    <a:pt x="2719633" y="5495561"/>
                  </a:lnTo>
                  <a:lnTo>
                    <a:pt x="2668311" y="5570764"/>
                  </a:lnTo>
                  <a:lnTo>
                    <a:pt x="2613063" y="5639302"/>
                  </a:lnTo>
                  <a:lnTo>
                    <a:pt x="2553376" y="5701861"/>
                  </a:lnTo>
                  <a:lnTo>
                    <a:pt x="2488811" y="5759061"/>
                  </a:lnTo>
                  <a:lnTo>
                    <a:pt x="2419060" y="5811431"/>
                  </a:lnTo>
                  <a:lnTo>
                    <a:pt x="2344011" y="5859396"/>
                  </a:lnTo>
                  <a:lnTo>
                    <a:pt x="2263835" y="5903271"/>
                  </a:lnTo>
                  <a:lnTo>
                    <a:pt x="2179077" y="5943260"/>
                  </a:lnTo>
                  <a:lnTo>
                    <a:pt x="2090747" y="5979460"/>
                  </a:lnTo>
                  <a:lnTo>
                    <a:pt x="2000389" y="6011881"/>
                  </a:lnTo>
                  <a:lnTo>
                    <a:pt x="1910092" y="6040467"/>
                  </a:lnTo>
                  <a:lnTo>
                    <a:pt x="1822419" y="6065139"/>
                  </a:lnTo>
                  <a:lnTo>
                    <a:pt x="1740223" y="6085842"/>
                  </a:lnTo>
                  <a:lnTo>
                    <a:pt x="1666357" y="6102599"/>
                  </a:lnTo>
                  <a:lnTo>
                    <a:pt x="1603302" y="6115552"/>
                  </a:lnTo>
                  <a:lnTo>
                    <a:pt x="1552793" y="6124990"/>
                  </a:lnTo>
                  <a:lnTo>
                    <a:pt x="1515523" y="6131349"/>
                  </a:lnTo>
                  <a:lnTo>
                    <a:pt x="1490981" y="6135184"/>
                  </a:lnTo>
                  <a:lnTo>
                    <a:pt x="1477461" y="6137125"/>
                  </a:lnTo>
                  <a:lnTo>
                    <a:pt x="1472173" y="6137824"/>
                  </a:lnTo>
                  <a:lnTo>
                    <a:pt x="1471387" y="6137921"/>
                  </a:lnTo>
                  <a:lnTo>
                    <a:pt x="0" y="6137921"/>
                  </a:lnTo>
                  <a:close/>
                </a:path>
              </a:pathLst>
            </a:custGeom>
            <a:solidFill>
              <a:srgbClr val="A1D492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2067" name="pl2067"/>
            <p:cNvSpPr/>
            <p:nvPr/>
          </p:nvSpPr>
          <p:spPr>
            <a:xfrm>
              <a:off x="4799595" y="4799964"/>
              <a:ext cx="11981298" cy="6137921"/>
            </a:xfrm>
            <a:custGeom>
              <a:avLst/>
              <a:pathLst>
                <a:path w="11981298" h="6137921">
                  <a:moveTo>
                    <a:pt x="0" y="6137921"/>
                  </a:moveTo>
                  <a:lnTo>
                    <a:pt x="1471387" y="6137921"/>
                  </a:lnTo>
                  <a:lnTo>
                    <a:pt x="1472195" y="6137822"/>
                  </a:lnTo>
                  <a:lnTo>
                    <a:pt x="1477544" y="6137114"/>
                  </a:lnTo>
                  <a:lnTo>
                    <a:pt x="1491155" y="6135158"/>
                  </a:lnTo>
                  <a:lnTo>
                    <a:pt x="1515808" y="6131303"/>
                  </a:lnTo>
                  <a:lnTo>
                    <a:pt x="1553201" y="6124917"/>
                  </a:lnTo>
                  <a:lnTo>
                    <a:pt x="1603831" y="6115449"/>
                  </a:lnTo>
                  <a:lnTo>
                    <a:pt x="1666996" y="6102462"/>
                  </a:lnTo>
                  <a:lnTo>
                    <a:pt x="1740952" y="6085669"/>
                  </a:lnTo>
                  <a:lnTo>
                    <a:pt x="1823212" y="6064928"/>
                  </a:lnTo>
                  <a:lnTo>
                    <a:pt x="1910922" y="6040220"/>
                  </a:lnTo>
                  <a:lnTo>
                    <a:pt x="2001230" y="6011598"/>
                  </a:lnTo>
                  <a:lnTo>
                    <a:pt x="2091578" y="5979142"/>
                  </a:lnTo>
                  <a:lnTo>
                    <a:pt x="2179881" y="5942906"/>
                  </a:lnTo>
                  <a:lnTo>
                    <a:pt x="2264601" y="5902882"/>
                  </a:lnTo>
                  <a:lnTo>
                    <a:pt x="2344731" y="5858970"/>
                  </a:lnTo>
                  <a:lnTo>
                    <a:pt x="2419731" y="5810966"/>
                  </a:lnTo>
                  <a:lnTo>
                    <a:pt x="2489433" y="5758554"/>
                  </a:lnTo>
                  <a:lnTo>
                    <a:pt x="2553951" y="5701306"/>
                  </a:lnTo>
                  <a:lnTo>
                    <a:pt x="2613595" y="5638694"/>
                  </a:lnTo>
                  <a:lnTo>
                    <a:pt x="2668805" y="5570098"/>
                  </a:lnTo>
                  <a:lnTo>
                    <a:pt x="2720093" y="5494830"/>
                  </a:lnTo>
                  <a:lnTo>
                    <a:pt x="2768008" y="5412176"/>
                  </a:lnTo>
                  <a:lnTo>
                    <a:pt x="2813104" y="5321455"/>
                  </a:lnTo>
                  <a:lnTo>
                    <a:pt x="2855908" y="5222116"/>
                  </a:lnTo>
                  <a:lnTo>
                    <a:pt x="2896531" y="5114934"/>
                  </a:lnTo>
                  <a:lnTo>
                    <a:pt x="2923339" y="5037122"/>
                  </a:lnTo>
                  <a:lnTo>
                    <a:pt x="2949627" y="4955243"/>
                  </a:lnTo>
                  <a:lnTo>
                    <a:pt x="2975496" y="4869219"/>
                  </a:lnTo>
                  <a:lnTo>
                    <a:pt x="3001035" y="4779003"/>
                  </a:lnTo>
                  <a:lnTo>
                    <a:pt x="3026316" y="4684582"/>
                  </a:lnTo>
                  <a:lnTo>
                    <a:pt x="3051404" y="4585980"/>
                  </a:lnTo>
                  <a:lnTo>
                    <a:pt x="3076352" y="4483261"/>
                  </a:lnTo>
                  <a:lnTo>
                    <a:pt x="3101205" y="4376531"/>
                  </a:lnTo>
                  <a:lnTo>
                    <a:pt x="3125999" y="4265937"/>
                  </a:lnTo>
                  <a:lnTo>
                    <a:pt x="3150765" y="4151672"/>
                  </a:lnTo>
                  <a:lnTo>
                    <a:pt x="3175523" y="4033973"/>
                  </a:lnTo>
                  <a:lnTo>
                    <a:pt x="3200291" y="3913118"/>
                  </a:lnTo>
                  <a:lnTo>
                    <a:pt x="3225078" y="3789428"/>
                  </a:lnTo>
                  <a:lnTo>
                    <a:pt x="3249891" y="3663262"/>
                  </a:lnTo>
                  <a:lnTo>
                    <a:pt x="3274732" y="3535014"/>
                  </a:lnTo>
                  <a:lnTo>
                    <a:pt x="3299596" y="3405109"/>
                  </a:lnTo>
                  <a:lnTo>
                    <a:pt x="3324481" y="3273993"/>
                  </a:lnTo>
                  <a:lnTo>
                    <a:pt x="3349379" y="3142133"/>
                  </a:lnTo>
                  <a:lnTo>
                    <a:pt x="3374282" y="3010007"/>
                  </a:lnTo>
                  <a:lnTo>
                    <a:pt x="3399181" y="2878096"/>
                  </a:lnTo>
                  <a:lnTo>
                    <a:pt x="3424068" y="2746877"/>
                  </a:lnTo>
                  <a:lnTo>
                    <a:pt x="3448935" y="2616819"/>
                  </a:lnTo>
                  <a:lnTo>
                    <a:pt x="3473778" y="2488372"/>
                  </a:lnTo>
                  <a:lnTo>
                    <a:pt x="3498594" y="2361963"/>
                  </a:lnTo>
                  <a:lnTo>
                    <a:pt x="3523384" y="2237989"/>
                  </a:lnTo>
                  <a:lnTo>
                    <a:pt x="3548153" y="2116812"/>
                  </a:lnTo>
                  <a:lnTo>
                    <a:pt x="3572912" y="1998759"/>
                  </a:lnTo>
                  <a:lnTo>
                    <a:pt x="3597676" y="1884112"/>
                  </a:lnTo>
                  <a:lnTo>
                    <a:pt x="3622466" y="1773113"/>
                  </a:lnTo>
                  <a:lnTo>
                    <a:pt x="3647311" y="1665959"/>
                  </a:lnTo>
                  <a:lnTo>
                    <a:pt x="3672247" y="1562803"/>
                  </a:lnTo>
                  <a:lnTo>
                    <a:pt x="3697317" y="1463754"/>
                  </a:lnTo>
                  <a:lnTo>
                    <a:pt x="3722575" y="1368881"/>
                  </a:lnTo>
                  <a:lnTo>
                    <a:pt x="3748082" y="1278212"/>
                  </a:lnTo>
                  <a:lnTo>
                    <a:pt x="3773912" y="1191738"/>
                  </a:lnTo>
                  <a:lnTo>
                    <a:pt x="3800151" y="1109416"/>
                  </a:lnTo>
                  <a:lnTo>
                    <a:pt x="3826897" y="1031171"/>
                  </a:lnTo>
                  <a:lnTo>
                    <a:pt x="3829811" y="1022986"/>
                  </a:lnTo>
                  <a:lnTo>
                    <a:pt x="3870822" y="914842"/>
                  </a:lnTo>
                  <a:lnTo>
                    <a:pt x="3913646" y="815586"/>
                  </a:lnTo>
                  <a:lnTo>
                    <a:pt x="3958764" y="724942"/>
                  </a:lnTo>
                  <a:lnTo>
                    <a:pt x="4006709" y="642360"/>
                  </a:lnTo>
                  <a:lnTo>
                    <a:pt x="4058031" y="567157"/>
                  </a:lnTo>
                  <a:lnTo>
                    <a:pt x="4113279" y="498619"/>
                  </a:lnTo>
                  <a:lnTo>
                    <a:pt x="4172966" y="436060"/>
                  </a:lnTo>
                  <a:lnTo>
                    <a:pt x="4237531" y="378859"/>
                  </a:lnTo>
                  <a:lnTo>
                    <a:pt x="4307282" y="326490"/>
                  </a:lnTo>
                  <a:lnTo>
                    <a:pt x="4382331" y="278525"/>
                  </a:lnTo>
                  <a:lnTo>
                    <a:pt x="4462507" y="234650"/>
                  </a:lnTo>
                  <a:lnTo>
                    <a:pt x="4547266" y="194661"/>
                  </a:lnTo>
                  <a:lnTo>
                    <a:pt x="4635596" y="158460"/>
                  </a:lnTo>
                  <a:lnTo>
                    <a:pt x="4725953" y="126040"/>
                  </a:lnTo>
                  <a:lnTo>
                    <a:pt x="4816250" y="97454"/>
                  </a:lnTo>
                  <a:lnTo>
                    <a:pt x="4903923" y="72782"/>
                  </a:lnTo>
                  <a:lnTo>
                    <a:pt x="4986119" y="52078"/>
                  </a:lnTo>
                  <a:lnTo>
                    <a:pt x="5059985" y="35321"/>
                  </a:lnTo>
                  <a:lnTo>
                    <a:pt x="5123041" y="22369"/>
                  </a:lnTo>
                  <a:lnTo>
                    <a:pt x="5173549" y="12931"/>
                  </a:lnTo>
                  <a:lnTo>
                    <a:pt x="5210820" y="6572"/>
                  </a:lnTo>
                  <a:lnTo>
                    <a:pt x="5235361" y="2736"/>
                  </a:lnTo>
                  <a:lnTo>
                    <a:pt x="5248881" y="796"/>
                  </a:lnTo>
                  <a:lnTo>
                    <a:pt x="5254169" y="96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549" y="39"/>
                  </a:lnTo>
                  <a:lnTo>
                    <a:pt x="6735468" y="321"/>
                  </a:lnTo>
                  <a:lnTo>
                    <a:pt x="6755395" y="1100"/>
                  </a:lnTo>
                  <a:lnTo>
                    <a:pt x="6790933" y="2634"/>
                  </a:lnTo>
                  <a:lnTo>
                    <a:pt x="6843726" y="5158"/>
                  </a:lnTo>
                  <a:lnTo>
                    <a:pt x="6913330" y="8862"/>
                  </a:lnTo>
                  <a:lnTo>
                    <a:pt x="6997422" y="13871"/>
                  </a:lnTo>
                  <a:lnTo>
                    <a:pt x="7092331" y="20246"/>
                  </a:lnTo>
                  <a:lnTo>
                    <a:pt x="7193766" y="27992"/>
                  </a:lnTo>
                  <a:lnTo>
                    <a:pt x="7297525" y="37083"/>
                  </a:lnTo>
                  <a:lnTo>
                    <a:pt x="7400021" y="47491"/>
                  </a:lnTo>
                  <a:lnTo>
                    <a:pt x="7498551" y="59205"/>
                  </a:lnTo>
                  <a:lnTo>
                    <a:pt x="7591345" y="72254"/>
                  </a:lnTo>
                  <a:lnTo>
                    <a:pt x="7677470" y="86711"/>
                  </a:lnTo>
                  <a:lnTo>
                    <a:pt x="7756651" y="102699"/>
                  </a:lnTo>
                  <a:lnTo>
                    <a:pt x="7829093" y="120392"/>
                  </a:lnTo>
                  <a:lnTo>
                    <a:pt x="7895317" y="140009"/>
                  </a:lnTo>
                  <a:lnTo>
                    <a:pt x="7956035" y="161809"/>
                  </a:lnTo>
                  <a:lnTo>
                    <a:pt x="8012051" y="186070"/>
                  </a:lnTo>
                  <a:lnTo>
                    <a:pt x="8064198" y="213070"/>
                  </a:lnTo>
                  <a:lnTo>
                    <a:pt x="8113278" y="243035"/>
                  </a:lnTo>
                  <a:lnTo>
                    <a:pt x="8151487" y="269708"/>
                  </a:lnTo>
                  <a:lnTo>
                    <a:pt x="8197144" y="305554"/>
                  </a:lnTo>
                  <a:lnTo>
                    <a:pt x="8241484" y="344596"/>
                  </a:lnTo>
                  <a:lnTo>
                    <a:pt x="8284941" y="386893"/>
                  </a:lnTo>
                  <a:lnTo>
                    <a:pt x="8327849" y="432423"/>
                  </a:lnTo>
                  <a:lnTo>
                    <a:pt x="8370457" y="481073"/>
                  </a:lnTo>
                  <a:lnTo>
                    <a:pt x="8412942" y="532632"/>
                  </a:lnTo>
                  <a:lnTo>
                    <a:pt x="8455419" y="586790"/>
                  </a:lnTo>
                  <a:lnTo>
                    <a:pt x="8497952" y="643141"/>
                  </a:lnTo>
                  <a:lnTo>
                    <a:pt x="8540563" y="701190"/>
                  </a:lnTo>
                  <a:lnTo>
                    <a:pt x="8583241" y="760373"/>
                  </a:lnTo>
                  <a:lnTo>
                    <a:pt x="8625953" y="820075"/>
                  </a:lnTo>
                  <a:lnTo>
                    <a:pt x="8668657" y="879660"/>
                  </a:lnTo>
                  <a:lnTo>
                    <a:pt x="8711313" y="938496"/>
                  </a:lnTo>
                  <a:lnTo>
                    <a:pt x="8753895" y="995985"/>
                  </a:lnTo>
                  <a:lnTo>
                    <a:pt x="8796403" y="1051586"/>
                  </a:lnTo>
                  <a:lnTo>
                    <a:pt x="8838873" y="1104834"/>
                  </a:lnTo>
                  <a:lnTo>
                    <a:pt x="8881387" y="1155358"/>
                  </a:lnTo>
                  <a:lnTo>
                    <a:pt x="8924081" y="1202883"/>
                  </a:lnTo>
                  <a:lnTo>
                    <a:pt x="8967157" y="1247237"/>
                  </a:lnTo>
                  <a:lnTo>
                    <a:pt x="9010894" y="1288339"/>
                  </a:lnTo>
                  <a:lnTo>
                    <a:pt x="9055660" y="1326199"/>
                  </a:lnTo>
                  <a:lnTo>
                    <a:pt x="9084767" y="1348544"/>
                  </a:lnTo>
                  <a:lnTo>
                    <a:pt x="9131889" y="1381012"/>
                  </a:lnTo>
                  <a:lnTo>
                    <a:pt x="9181481" y="1410414"/>
                  </a:lnTo>
                  <a:lnTo>
                    <a:pt x="9234283" y="1436885"/>
                  </a:lnTo>
                  <a:lnTo>
                    <a:pt x="9291110" y="1460668"/>
                  </a:lnTo>
                  <a:lnTo>
                    <a:pt x="9352790" y="1482042"/>
                  </a:lnTo>
                  <a:lnTo>
                    <a:pt x="9420119" y="1501284"/>
                  </a:lnTo>
                  <a:lnTo>
                    <a:pt x="9493781" y="1518645"/>
                  </a:lnTo>
                  <a:lnTo>
                    <a:pt x="9574247" y="1534337"/>
                  </a:lnTo>
                  <a:lnTo>
                    <a:pt x="9661648" y="1548524"/>
                  </a:lnTo>
                  <a:lnTo>
                    <a:pt x="9755601" y="1561321"/>
                  </a:lnTo>
                  <a:lnTo>
                    <a:pt x="9855027" y="1572793"/>
                  </a:lnTo>
                  <a:lnTo>
                    <a:pt x="9957990" y="1582958"/>
                  </a:lnTo>
                  <a:lnTo>
                    <a:pt x="10061613" y="1591801"/>
                  </a:lnTo>
                  <a:lnTo>
                    <a:pt x="10162165" y="1599294"/>
                  </a:lnTo>
                  <a:lnTo>
                    <a:pt x="10255382" y="1605414"/>
                  </a:lnTo>
                  <a:lnTo>
                    <a:pt x="10337031" y="1610175"/>
                  </a:lnTo>
                  <a:lnTo>
                    <a:pt x="10403639" y="1613648"/>
                  </a:lnTo>
                  <a:lnTo>
                    <a:pt x="10453201" y="1615972"/>
                  </a:lnTo>
                  <a:lnTo>
                    <a:pt x="10485655" y="1617347"/>
                  </a:lnTo>
                  <a:lnTo>
                    <a:pt x="10503026" y="1618014"/>
                  </a:lnTo>
                  <a:lnTo>
                    <a:pt x="10509252" y="1618232"/>
                  </a:lnTo>
                  <a:lnTo>
                    <a:pt x="10509911" y="1618253"/>
                  </a:lnTo>
                  <a:lnTo>
                    <a:pt x="11981298" y="161825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68" name="pl2068"/>
            <p:cNvSpPr/>
            <p:nvPr/>
          </p:nvSpPr>
          <p:spPr>
            <a:xfrm>
              <a:off x="4799595" y="4791791"/>
              <a:ext cx="11981298" cy="6137921"/>
            </a:xfrm>
            <a:custGeom>
              <a:avLst/>
              <a:pathLst>
                <a:path w="11981298" h="6137921">
                  <a:moveTo>
                    <a:pt x="11981298" y="1618253"/>
                  </a:moveTo>
                  <a:lnTo>
                    <a:pt x="10509911" y="1618253"/>
                  </a:lnTo>
                  <a:lnTo>
                    <a:pt x="10508704" y="1618214"/>
                  </a:lnTo>
                  <a:lnTo>
                    <a:pt x="10500785" y="1617932"/>
                  </a:lnTo>
                  <a:lnTo>
                    <a:pt x="10480859" y="1617152"/>
                  </a:lnTo>
                  <a:lnTo>
                    <a:pt x="10445320" y="1615619"/>
                  </a:lnTo>
                  <a:lnTo>
                    <a:pt x="10392527" y="1613095"/>
                  </a:lnTo>
                  <a:lnTo>
                    <a:pt x="10322923" y="1609391"/>
                  </a:lnTo>
                  <a:lnTo>
                    <a:pt x="10238831" y="1604381"/>
                  </a:lnTo>
                  <a:lnTo>
                    <a:pt x="10143923" y="1598006"/>
                  </a:lnTo>
                  <a:lnTo>
                    <a:pt x="10042488" y="1590261"/>
                  </a:lnTo>
                  <a:lnTo>
                    <a:pt x="9938728" y="1581170"/>
                  </a:lnTo>
                  <a:lnTo>
                    <a:pt x="9836232" y="1570762"/>
                  </a:lnTo>
                  <a:lnTo>
                    <a:pt x="9737703" y="1559047"/>
                  </a:lnTo>
                  <a:lnTo>
                    <a:pt x="9644908" y="1545998"/>
                  </a:lnTo>
                  <a:lnTo>
                    <a:pt x="9558783" y="1531542"/>
                  </a:lnTo>
                  <a:lnTo>
                    <a:pt x="9479602" y="1515554"/>
                  </a:lnTo>
                  <a:lnTo>
                    <a:pt x="9407160" y="1497861"/>
                  </a:lnTo>
                  <a:lnTo>
                    <a:pt x="9340936" y="1478243"/>
                  </a:lnTo>
                  <a:lnTo>
                    <a:pt x="9280218" y="1456444"/>
                  </a:lnTo>
                  <a:lnTo>
                    <a:pt x="9224202" y="1432182"/>
                  </a:lnTo>
                  <a:lnTo>
                    <a:pt x="9172055" y="1405183"/>
                  </a:lnTo>
                  <a:lnTo>
                    <a:pt x="9122975" y="1375218"/>
                  </a:lnTo>
                  <a:lnTo>
                    <a:pt x="9084767" y="1348544"/>
                  </a:lnTo>
                  <a:lnTo>
                    <a:pt x="9039109" y="1312699"/>
                  </a:lnTo>
                  <a:lnTo>
                    <a:pt x="8994769" y="1273657"/>
                  </a:lnTo>
                  <a:lnTo>
                    <a:pt x="8951312" y="1231359"/>
                  </a:lnTo>
                  <a:lnTo>
                    <a:pt x="8908404" y="1185830"/>
                  </a:lnTo>
                  <a:lnTo>
                    <a:pt x="8865796" y="1137180"/>
                  </a:lnTo>
                  <a:lnTo>
                    <a:pt x="8823311" y="1085621"/>
                  </a:lnTo>
                  <a:lnTo>
                    <a:pt x="8780834" y="1031462"/>
                  </a:lnTo>
                  <a:lnTo>
                    <a:pt x="8738301" y="975112"/>
                  </a:lnTo>
                  <a:lnTo>
                    <a:pt x="8695690" y="917063"/>
                  </a:lnTo>
                  <a:lnTo>
                    <a:pt x="8653012" y="857880"/>
                  </a:lnTo>
                  <a:lnTo>
                    <a:pt x="8610300" y="798178"/>
                  </a:lnTo>
                  <a:lnTo>
                    <a:pt x="8567597" y="738593"/>
                  </a:lnTo>
                  <a:lnTo>
                    <a:pt x="8524941" y="679756"/>
                  </a:lnTo>
                  <a:lnTo>
                    <a:pt x="8482358" y="622267"/>
                  </a:lnTo>
                  <a:lnTo>
                    <a:pt x="8439850" y="566667"/>
                  </a:lnTo>
                  <a:lnTo>
                    <a:pt x="8397380" y="513419"/>
                  </a:lnTo>
                  <a:lnTo>
                    <a:pt x="8354866" y="462895"/>
                  </a:lnTo>
                  <a:lnTo>
                    <a:pt x="8312173" y="415369"/>
                  </a:lnTo>
                  <a:lnTo>
                    <a:pt x="8269096" y="371016"/>
                  </a:lnTo>
                  <a:lnTo>
                    <a:pt x="8225360" y="329914"/>
                  </a:lnTo>
                  <a:lnTo>
                    <a:pt x="8180594" y="292053"/>
                  </a:lnTo>
                  <a:lnTo>
                    <a:pt x="8151487" y="269708"/>
                  </a:lnTo>
                  <a:lnTo>
                    <a:pt x="8104364" y="237241"/>
                  </a:lnTo>
                  <a:lnTo>
                    <a:pt x="8054772" y="207839"/>
                  </a:lnTo>
                  <a:lnTo>
                    <a:pt x="8001970" y="181367"/>
                  </a:lnTo>
                  <a:lnTo>
                    <a:pt x="7945144" y="157584"/>
                  </a:lnTo>
                  <a:lnTo>
                    <a:pt x="7883463" y="136211"/>
                  </a:lnTo>
                  <a:lnTo>
                    <a:pt x="7816134" y="116969"/>
                  </a:lnTo>
                  <a:lnTo>
                    <a:pt x="7742473" y="99608"/>
                  </a:lnTo>
                  <a:lnTo>
                    <a:pt x="7662006" y="83916"/>
                  </a:lnTo>
                  <a:lnTo>
                    <a:pt x="7574605" y="69728"/>
                  </a:lnTo>
                  <a:lnTo>
                    <a:pt x="7480653" y="56931"/>
                  </a:lnTo>
                  <a:lnTo>
                    <a:pt x="7381226" y="45460"/>
                  </a:lnTo>
                  <a:lnTo>
                    <a:pt x="7278263" y="35295"/>
                  </a:lnTo>
                  <a:lnTo>
                    <a:pt x="7174640" y="26451"/>
                  </a:lnTo>
                  <a:lnTo>
                    <a:pt x="7074088" y="18959"/>
                  </a:lnTo>
                  <a:lnTo>
                    <a:pt x="6980871" y="12839"/>
                  </a:lnTo>
                  <a:lnTo>
                    <a:pt x="6899222" y="8078"/>
                  </a:lnTo>
                  <a:lnTo>
                    <a:pt x="6832614" y="4605"/>
                  </a:lnTo>
                  <a:lnTo>
                    <a:pt x="6783053" y="2281"/>
                  </a:lnTo>
                  <a:lnTo>
                    <a:pt x="6750598" y="906"/>
                  </a:lnTo>
                  <a:lnTo>
                    <a:pt x="6733227" y="239"/>
                  </a:lnTo>
                  <a:lnTo>
                    <a:pt x="6727001" y="21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147" y="99"/>
                  </a:lnTo>
                  <a:lnTo>
                    <a:pt x="5248799" y="807"/>
                  </a:lnTo>
                  <a:lnTo>
                    <a:pt x="5235187" y="2762"/>
                  </a:lnTo>
                  <a:lnTo>
                    <a:pt x="5210534" y="6618"/>
                  </a:lnTo>
                  <a:lnTo>
                    <a:pt x="5173141" y="13003"/>
                  </a:lnTo>
                  <a:lnTo>
                    <a:pt x="5122511" y="22472"/>
                  </a:lnTo>
                  <a:lnTo>
                    <a:pt x="5059346" y="35459"/>
                  </a:lnTo>
                  <a:lnTo>
                    <a:pt x="4985390" y="52252"/>
                  </a:lnTo>
                  <a:lnTo>
                    <a:pt x="4903131" y="72993"/>
                  </a:lnTo>
                  <a:lnTo>
                    <a:pt x="4815420" y="97701"/>
                  </a:lnTo>
                  <a:lnTo>
                    <a:pt x="4725112" y="126323"/>
                  </a:lnTo>
                  <a:lnTo>
                    <a:pt x="4634764" y="158779"/>
                  </a:lnTo>
                  <a:lnTo>
                    <a:pt x="4546461" y="195014"/>
                  </a:lnTo>
                  <a:lnTo>
                    <a:pt x="4461741" y="235038"/>
                  </a:lnTo>
                  <a:lnTo>
                    <a:pt x="4381611" y="278950"/>
                  </a:lnTo>
                  <a:lnTo>
                    <a:pt x="4306611" y="326955"/>
                  </a:lnTo>
                  <a:lnTo>
                    <a:pt x="4236909" y="379367"/>
                  </a:lnTo>
                  <a:lnTo>
                    <a:pt x="4172391" y="436614"/>
                  </a:lnTo>
                  <a:lnTo>
                    <a:pt x="4112747" y="499226"/>
                  </a:lnTo>
                  <a:lnTo>
                    <a:pt x="4057537" y="567823"/>
                  </a:lnTo>
                  <a:lnTo>
                    <a:pt x="4006249" y="643091"/>
                  </a:lnTo>
                  <a:lnTo>
                    <a:pt x="3958334" y="725745"/>
                  </a:lnTo>
                  <a:lnTo>
                    <a:pt x="3913239" y="816466"/>
                  </a:lnTo>
                  <a:lnTo>
                    <a:pt x="3870434" y="915804"/>
                  </a:lnTo>
                  <a:lnTo>
                    <a:pt x="3829811" y="1022986"/>
                  </a:lnTo>
                  <a:lnTo>
                    <a:pt x="3803004" y="1100799"/>
                  </a:lnTo>
                  <a:lnTo>
                    <a:pt x="3776715" y="1182678"/>
                  </a:lnTo>
                  <a:lnTo>
                    <a:pt x="3750846" y="1268702"/>
                  </a:lnTo>
                  <a:lnTo>
                    <a:pt x="3725308" y="1358918"/>
                  </a:lnTo>
                  <a:lnTo>
                    <a:pt x="3700026" y="1453339"/>
                  </a:lnTo>
                  <a:lnTo>
                    <a:pt x="3674939" y="1551941"/>
                  </a:lnTo>
                  <a:lnTo>
                    <a:pt x="3649991" y="1654660"/>
                  </a:lnTo>
                  <a:lnTo>
                    <a:pt x="3625138" y="1761390"/>
                  </a:lnTo>
                  <a:lnTo>
                    <a:pt x="3600343" y="1871984"/>
                  </a:lnTo>
                  <a:lnTo>
                    <a:pt x="3575577" y="1986248"/>
                  </a:lnTo>
                  <a:lnTo>
                    <a:pt x="3550819" y="2103948"/>
                  </a:lnTo>
                  <a:lnTo>
                    <a:pt x="3526051" y="2224803"/>
                  </a:lnTo>
                  <a:lnTo>
                    <a:pt x="3501264" y="2348493"/>
                  </a:lnTo>
                  <a:lnTo>
                    <a:pt x="3476451" y="2474659"/>
                  </a:lnTo>
                  <a:lnTo>
                    <a:pt x="3451611" y="2602906"/>
                  </a:lnTo>
                  <a:lnTo>
                    <a:pt x="3426746" y="2732812"/>
                  </a:lnTo>
                  <a:lnTo>
                    <a:pt x="3401861" y="2863928"/>
                  </a:lnTo>
                  <a:lnTo>
                    <a:pt x="3376963" y="2995788"/>
                  </a:lnTo>
                  <a:lnTo>
                    <a:pt x="3352060" y="3127914"/>
                  </a:lnTo>
                  <a:lnTo>
                    <a:pt x="3327161" y="3259825"/>
                  </a:lnTo>
                  <a:lnTo>
                    <a:pt x="3302275" y="3391044"/>
                  </a:lnTo>
                  <a:lnTo>
                    <a:pt x="3277407" y="3521101"/>
                  </a:lnTo>
                  <a:lnTo>
                    <a:pt x="3252564" y="3649548"/>
                  </a:lnTo>
                  <a:lnTo>
                    <a:pt x="3227748" y="3775958"/>
                  </a:lnTo>
                  <a:lnTo>
                    <a:pt x="3202958" y="3899932"/>
                  </a:lnTo>
                  <a:lnTo>
                    <a:pt x="3178189" y="4021109"/>
                  </a:lnTo>
                  <a:lnTo>
                    <a:pt x="3153430" y="4139162"/>
                  </a:lnTo>
                  <a:lnTo>
                    <a:pt x="3128666" y="4253809"/>
                  </a:lnTo>
                  <a:lnTo>
                    <a:pt x="3103876" y="4364808"/>
                  </a:lnTo>
                  <a:lnTo>
                    <a:pt x="3079031" y="4471962"/>
                  </a:lnTo>
                  <a:lnTo>
                    <a:pt x="3054095" y="4575118"/>
                  </a:lnTo>
                  <a:lnTo>
                    <a:pt x="3029025" y="4674167"/>
                  </a:lnTo>
                  <a:lnTo>
                    <a:pt x="3003767" y="4769040"/>
                  </a:lnTo>
                  <a:lnTo>
                    <a:pt x="2978260" y="4859709"/>
                  </a:lnTo>
                  <a:lnTo>
                    <a:pt x="2952430" y="4946182"/>
                  </a:lnTo>
                  <a:lnTo>
                    <a:pt x="2926192" y="5028504"/>
                  </a:lnTo>
                  <a:lnTo>
                    <a:pt x="2899445" y="5106750"/>
                  </a:lnTo>
                  <a:lnTo>
                    <a:pt x="2896531" y="5114934"/>
                  </a:lnTo>
                  <a:lnTo>
                    <a:pt x="2855520" y="5223079"/>
                  </a:lnTo>
                  <a:lnTo>
                    <a:pt x="2812697" y="5322335"/>
                  </a:lnTo>
                  <a:lnTo>
                    <a:pt x="2767578" y="5412979"/>
                  </a:lnTo>
                  <a:lnTo>
                    <a:pt x="2719633" y="5495561"/>
                  </a:lnTo>
                  <a:lnTo>
                    <a:pt x="2668311" y="5570764"/>
                  </a:lnTo>
                  <a:lnTo>
                    <a:pt x="2613063" y="5639302"/>
                  </a:lnTo>
                  <a:lnTo>
                    <a:pt x="2553376" y="5701861"/>
                  </a:lnTo>
                  <a:lnTo>
                    <a:pt x="2488811" y="5759061"/>
                  </a:lnTo>
                  <a:lnTo>
                    <a:pt x="2419060" y="5811431"/>
                  </a:lnTo>
                  <a:lnTo>
                    <a:pt x="2344011" y="5859396"/>
                  </a:lnTo>
                  <a:lnTo>
                    <a:pt x="2263835" y="5903271"/>
                  </a:lnTo>
                  <a:lnTo>
                    <a:pt x="2179077" y="5943260"/>
                  </a:lnTo>
                  <a:lnTo>
                    <a:pt x="2090747" y="5979460"/>
                  </a:lnTo>
                  <a:lnTo>
                    <a:pt x="2000389" y="6011881"/>
                  </a:lnTo>
                  <a:lnTo>
                    <a:pt x="1910092" y="6040467"/>
                  </a:lnTo>
                  <a:lnTo>
                    <a:pt x="1822419" y="6065139"/>
                  </a:lnTo>
                  <a:lnTo>
                    <a:pt x="1740223" y="6085842"/>
                  </a:lnTo>
                  <a:lnTo>
                    <a:pt x="1666357" y="6102599"/>
                  </a:lnTo>
                  <a:lnTo>
                    <a:pt x="1603302" y="6115552"/>
                  </a:lnTo>
                  <a:lnTo>
                    <a:pt x="1552793" y="6124990"/>
                  </a:lnTo>
                  <a:lnTo>
                    <a:pt x="1515523" y="6131349"/>
                  </a:lnTo>
                  <a:lnTo>
                    <a:pt x="1490981" y="6135184"/>
                  </a:lnTo>
                  <a:lnTo>
                    <a:pt x="1477461" y="6137125"/>
                  </a:lnTo>
                  <a:lnTo>
                    <a:pt x="1472173" y="6137824"/>
                  </a:lnTo>
                  <a:lnTo>
                    <a:pt x="1471387" y="6137921"/>
                  </a:lnTo>
                  <a:lnTo>
                    <a:pt x="0" y="613792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69" name="pg2069"/>
            <p:cNvSpPr/>
            <p:nvPr/>
          </p:nvSpPr>
          <p:spPr>
            <a:xfrm>
              <a:off x="4799595" y="5600918"/>
              <a:ext cx="11981298" cy="5394178"/>
            </a:xfrm>
            <a:custGeom>
              <a:avLst/>
              <a:pathLst>
                <a:path w="11981298" h="5394178">
                  <a:moveTo>
                    <a:pt x="0" y="5394178"/>
                  </a:moveTo>
                  <a:lnTo>
                    <a:pt x="1471387" y="5394178"/>
                  </a:lnTo>
                  <a:lnTo>
                    <a:pt x="1472625" y="5394175"/>
                  </a:lnTo>
                  <a:lnTo>
                    <a:pt x="1480745" y="5394152"/>
                  </a:lnTo>
                  <a:lnTo>
                    <a:pt x="1501163" y="5394087"/>
                  </a:lnTo>
                  <a:lnTo>
                    <a:pt x="1537536" y="5393960"/>
                  </a:lnTo>
                  <a:lnTo>
                    <a:pt x="1591483" y="5393751"/>
                  </a:lnTo>
                  <a:lnTo>
                    <a:pt x="1662469" y="5393444"/>
                  </a:lnTo>
                  <a:lnTo>
                    <a:pt x="1748028" y="5393029"/>
                  </a:lnTo>
                  <a:lnTo>
                    <a:pt x="1844335" y="5392502"/>
                  </a:lnTo>
                  <a:lnTo>
                    <a:pt x="1946974" y="5391862"/>
                  </a:lnTo>
                  <a:lnTo>
                    <a:pt x="2051662" y="5391112"/>
                  </a:lnTo>
                  <a:lnTo>
                    <a:pt x="2154787" y="5390254"/>
                  </a:lnTo>
                  <a:lnTo>
                    <a:pt x="2253661" y="5389288"/>
                  </a:lnTo>
                  <a:lnTo>
                    <a:pt x="2346564" y="5388212"/>
                  </a:lnTo>
                  <a:lnTo>
                    <a:pt x="2432618" y="5387020"/>
                  </a:lnTo>
                  <a:lnTo>
                    <a:pt x="2511610" y="5385699"/>
                  </a:lnTo>
                  <a:lnTo>
                    <a:pt x="2583798" y="5384237"/>
                  </a:lnTo>
                  <a:lnTo>
                    <a:pt x="2649752" y="5382613"/>
                  </a:lnTo>
                  <a:lnTo>
                    <a:pt x="2710221" y="5380807"/>
                  </a:lnTo>
                  <a:lnTo>
                    <a:pt x="2766039" y="5378794"/>
                  </a:lnTo>
                  <a:lnTo>
                    <a:pt x="2818058" y="5376553"/>
                  </a:lnTo>
                  <a:lnTo>
                    <a:pt x="2867093" y="5374066"/>
                  </a:lnTo>
                  <a:lnTo>
                    <a:pt x="2896531" y="5372384"/>
                  </a:lnTo>
                  <a:lnTo>
                    <a:pt x="2952648" y="5368773"/>
                  </a:lnTo>
                  <a:lnTo>
                    <a:pt x="3006922" y="5364768"/>
                  </a:lnTo>
                  <a:lnTo>
                    <a:pt x="3060101" y="5360362"/>
                  </a:lnTo>
                  <a:lnTo>
                    <a:pt x="3112718" y="5355569"/>
                  </a:lnTo>
                  <a:lnTo>
                    <a:pt x="3165128" y="5350415"/>
                  </a:lnTo>
                  <a:lnTo>
                    <a:pt x="3217545" y="5344950"/>
                  </a:lnTo>
                  <a:lnTo>
                    <a:pt x="3270065" y="5339240"/>
                  </a:lnTo>
                  <a:lnTo>
                    <a:pt x="3322695" y="5333364"/>
                  </a:lnTo>
                  <a:lnTo>
                    <a:pt x="3375384" y="5327414"/>
                  </a:lnTo>
                  <a:lnTo>
                    <a:pt x="3428055" y="5321486"/>
                  </a:lnTo>
                  <a:lnTo>
                    <a:pt x="3480638" y="5315676"/>
                  </a:lnTo>
                  <a:lnTo>
                    <a:pt x="3533104" y="5310070"/>
                  </a:lnTo>
                  <a:lnTo>
                    <a:pt x="3585500" y="5304743"/>
                  </a:lnTo>
                  <a:lnTo>
                    <a:pt x="3637971" y="5299751"/>
                  </a:lnTo>
                  <a:lnTo>
                    <a:pt x="3690794" y="5295135"/>
                  </a:lnTo>
                  <a:lnTo>
                    <a:pt x="3744403" y="5290914"/>
                  </a:lnTo>
                  <a:lnTo>
                    <a:pt x="3799423" y="5287094"/>
                  </a:lnTo>
                  <a:lnTo>
                    <a:pt x="3829811" y="5285205"/>
                  </a:lnTo>
                  <a:lnTo>
                    <a:pt x="3877357" y="5282560"/>
                  </a:lnTo>
                  <a:lnTo>
                    <a:pt x="3927422" y="5280166"/>
                  </a:lnTo>
                  <a:lnTo>
                    <a:pt x="3980769" y="5278013"/>
                  </a:lnTo>
                  <a:lnTo>
                    <a:pt x="4038233" y="5276081"/>
                  </a:lnTo>
                  <a:lnTo>
                    <a:pt x="4100666" y="5274346"/>
                  </a:lnTo>
                  <a:lnTo>
                    <a:pt x="4168880" y="5272785"/>
                  </a:lnTo>
                  <a:lnTo>
                    <a:pt x="4243569" y="5271378"/>
                  </a:lnTo>
                  <a:lnTo>
                    <a:pt x="4325203" y="5270107"/>
                  </a:lnTo>
                  <a:lnTo>
                    <a:pt x="4413885" y="5268959"/>
                  </a:lnTo>
                  <a:lnTo>
                    <a:pt x="4509175" y="5267925"/>
                  </a:lnTo>
                  <a:lnTo>
                    <a:pt x="4609897" y="5267000"/>
                  </a:lnTo>
                  <a:lnTo>
                    <a:pt x="4713976" y="5266182"/>
                  </a:lnTo>
                  <a:lnTo>
                    <a:pt x="4818363" y="5265473"/>
                  </a:lnTo>
                  <a:lnTo>
                    <a:pt x="4919148" y="5264876"/>
                  </a:lnTo>
                  <a:lnTo>
                    <a:pt x="5011923" y="5264391"/>
                  </a:lnTo>
                  <a:lnTo>
                    <a:pt x="5092402" y="5264018"/>
                  </a:lnTo>
                  <a:lnTo>
                    <a:pt x="5157186" y="5263749"/>
                  </a:lnTo>
                  <a:lnTo>
                    <a:pt x="5204483" y="5263573"/>
                  </a:lnTo>
                  <a:lnTo>
                    <a:pt x="5234560" y="5263471"/>
                  </a:lnTo>
                  <a:lnTo>
                    <a:pt x="5249832" y="5263425"/>
                  </a:lnTo>
                  <a:lnTo>
                    <a:pt x="5254647" y="5263411"/>
                  </a:lnTo>
                  <a:lnTo>
                    <a:pt x="5254955" y="5263410"/>
                  </a:lnTo>
                  <a:lnTo>
                    <a:pt x="6726343" y="5263410"/>
                  </a:lnTo>
                  <a:lnTo>
                    <a:pt x="6727207" y="5263319"/>
                  </a:lnTo>
                  <a:lnTo>
                    <a:pt x="6732921" y="5262669"/>
                  </a:lnTo>
                  <a:lnTo>
                    <a:pt x="6747436" y="5260875"/>
                  </a:lnTo>
                  <a:lnTo>
                    <a:pt x="6773667" y="5257337"/>
                  </a:lnTo>
                  <a:lnTo>
                    <a:pt x="6813328" y="5251484"/>
                  </a:lnTo>
                  <a:lnTo>
                    <a:pt x="6866818" y="5242816"/>
                  </a:lnTo>
                  <a:lnTo>
                    <a:pt x="6933232" y="5230952"/>
                  </a:lnTo>
                  <a:lnTo>
                    <a:pt x="7010559" y="5215648"/>
                  </a:lnTo>
                  <a:lnTo>
                    <a:pt x="7096041" y="5196797"/>
                  </a:lnTo>
                  <a:lnTo>
                    <a:pt x="7186597" y="5174396"/>
                  </a:lnTo>
                  <a:lnTo>
                    <a:pt x="7279220" y="5148504"/>
                  </a:lnTo>
                  <a:lnTo>
                    <a:pt x="7371280" y="5119192"/>
                  </a:lnTo>
                  <a:lnTo>
                    <a:pt x="7460698" y="5086497"/>
                  </a:lnTo>
                  <a:lnTo>
                    <a:pt x="7545995" y="5050390"/>
                  </a:lnTo>
                  <a:lnTo>
                    <a:pt x="7626258" y="5010749"/>
                  </a:lnTo>
                  <a:lnTo>
                    <a:pt x="7701053" y="4967353"/>
                  </a:lnTo>
                  <a:lnTo>
                    <a:pt x="7770317" y="4919877"/>
                  </a:lnTo>
                  <a:lnTo>
                    <a:pt x="7834264" y="4867892"/>
                  </a:lnTo>
                  <a:lnTo>
                    <a:pt x="7893288" y="4810876"/>
                  </a:lnTo>
                  <a:lnTo>
                    <a:pt x="7947899" y="4748233"/>
                  </a:lnTo>
                  <a:lnTo>
                    <a:pt x="7998668" y="4679315"/>
                  </a:lnTo>
                  <a:lnTo>
                    <a:pt x="8046189" y="4603474"/>
                  </a:lnTo>
                  <a:lnTo>
                    <a:pt x="8091044" y="4520132"/>
                  </a:lnTo>
                  <a:lnTo>
                    <a:pt x="8133777" y="4428898"/>
                  </a:lnTo>
                  <a:lnTo>
                    <a:pt x="8151487" y="4387537"/>
                  </a:lnTo>
                  <a:lnTo>
                    <a:pt x="8180307" y="4315717"/>
                  </a:lnTo>
                  <a:lnTo>
                    <a:pt x="8208535" y="4239858"/>
                  </a:lnTo>
                  <a:lnTo>
                    <a:pt x="8236294" y="4159883"/>
                  </a:lnTo>
                  <a:lnTo>
                    <a:pt x="8263691" y="4075748"/>
                  </a:lnTo>
                  <a:lnTo>
                    <a:pt x="8290813" y="3987449"/>
                  </a:lnTo>
                  <a:lnTo>
                    <a:pt x="8317737" y="3895026"/>
                  </a:lnTo>
                  <a:lnTo>
                    <a:pt x="8344523" y="3798566"/>
                  </a:lnTo>
                  <a:lnTo>
                    <a:pt x="8371223" y="3698202"/>
                  </a:lnTo>
                  <a:lnTo>
                    <a:pt x="8397877" y="3594121"/>
                  </a:lnTo>
                  <a:lnTo>
                    <a:pt x="8424515" y="3486557"/>
                  </a:lnTo>
                  <a:lnTo>
                    <a:pt x="8451160" y="3375796"/>
                  </a:lnTo>
                  <a:lnTo>
                    <a:pt x="8477826" y="3262171"/>
                  </a:lnTo>
                  <a:lnTo>
                    <a:pt x="8504521" y="3146059"/>
                  </a:lnTo>
                  <a:lnTo>
                    <a:pt x="8531247" y="3027879"/>
                  </a:lnTo>
                  <a:lnTo>
                    <a:pt x="8558002" y="2908083"/>
                  </a:lnTo>
                  <a:lnTo>
                    <a:pt x="8584779" y="2787151"/>
                  </a:lnTo>
                  <a:lnTo>
                    <a:pt x="8611569" y="2665582"/>
                  </a:lnTo>
                  <a:lnTo>
                    <a:pt x="8638362" y="2543888"/>
                  </a:lnTo>
                  <a:lnTo>
                    <a:pt x="8665147" y="2422582"/>
                  </a:lnTo>
                  <a:lnTo>
                    <a:pt x="8691913" y="2302168"/>
                  </a:lnTo>
                  <a:lnTo>
                    <a:pt x="8718654" y="2183139"/>
                  </a:lnTo>
                  <a:lnTo>
                    <a:pt x="8745365" y="2065960"/>
                  </a:lnTo>
                  <a:lnTo>
                    <a:pt x="8772045" y="1951068"/>
                  </a:lnTo>
                  <a:lnTo>
                    <a:pt x="8798699" y="1838860"/>
                  </a:lnTo>
                  <a:lnTo>
                    <a:pt x="8825338" y="1729692"/>
                  </a:lnTo>
                  <a:lnTo>
                    <a:pt x="8851981" y="1623874"/>
                  </a:lnTo>
                  <a:lnTo>
                    <a:pt x="8878653" y="1521665"/>
                  </a:lnTo>
                  <a:lnTo>
                    <a:pt x="8905392" y="1423274"/>
                  </a:lnTo>
                  <a:lnTo>
                    <a:pt x="8932241" y="1328861"/>
                  </a:lnTo>
                  <a:lnTo>
                    <a:pt x="8959257" y="1238536"/>
                  </a:lnTo>
                  <a:lnTo>
                    <a:pt x="8986510" y="1152360"/>
                  </a:lnTo>
                  <a:lnTo>
                    <a:pt x="9014079" y="1070352"/>
                  </a:lnTo>
                  <a:lnTo>
                    <a:pt x="9042064" y="992487"/>
                  </a:lnTo>
                  <a:lnTo>
                    <a:pt x="9070578" y="918702"/>
                  </a:lnTo>
                  <a:lnTo>
                    <a:pt x="9084767" y="884045"/>
                  </a:lnTo>
                  <a:lnTo>
                    <a:pt x="9126744" y="789405"/>
                  </a:lnTo>
                  <a:lnTo>
                    <a:pt x="9170630" y="702727"/>
                  </a:lnTo>
                  <a:lnTo>
                    <a:pt x="9216944" y="623749"/>
                  </a:lnTo>
                  <a:lnTo>
                    <a:pt x="9266254" y="551954"/>
                  </a:lnTo>
                  <a:lnTo>
                    <a:pt x="9319154" y="486714"/>
                  </a:lnTo>
                  <a:lnTo>
                    <a:pt x="9376227" y="427373"/>
                  </a:lnTo>
                  <a:lnTo>
                    <a:pt x="9438017" y="373310"/>
                  </a:lnTo>
                  <a:lnTo>
                    <a:pt x="9504974" y="323968"/>
                  </a:lnTo>
                  <a:lnTo>
                    <a:pt x="9577398" y="278877"/>
                  </a:lnTo>
                  <a:lnTo>
                    <a:pt x="9655356" y="237667"/>
                  </a:lnTo>
                  <a:lnTo>
                    <a:pt x="9738587" y="200072"/>
                  </a:lnTo>
                  <a:lnTo>
                    <a:pt x="9826392" y="165929"/>
                  </a:lnTo>
                  <a:lnTo>
                    <a:pt x="9917544" y="135172"/>
                  </a:lnTo>
                  <a:lnTo>
                    <a:pt x="10010219" y="107813"/>
                  </a:lnTo>
                  <a:lnTo>
                    <a:pt x="10102008" y="83914"/>
                  </a:lnTo>
                  <a:lnTo>
                    <a:pt x="10190037" y="63543"/>
                  </a:lnTo>
                  <a:lnTo>
                    <a:pt x="10271211" y="46732"/>
                  </a:lnTo>
                  <a:lnTo>
                    <a:pt x="10342580" y="33421"/>
                  </a:lnTo>
                  <a:lnTo>
                    <a:pt x="10401766" y="23429"/>
                  </a:lnTo>
                  <a:lnTo>
                    <a:pt x="10447358" y="16429"/>
                  </a:lnTo>
                  <a:lnTo>
                    <a:pt x="10479186" y="11970"/>
                  </a:lnTo>
                  <a:lnTo>
                    <a:pt x="10498410" y="9504"/>
                  </a:lnTo>
                  <a:lnTo>
                    <a:pt x="10507453" y="8439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9046" y="91"/>
                  </a:lnTo>
                  <a:lnTo>
                    <a:pt x="10503333" y="740"/>
                  </a:lnTo>
                  <a:lnTo>
                    <a:pt x="10488817" y="2535"/>
                  </a:lnTo>
                  <a:lnTo>
                    <a:pt x="10462587" y="6073"/>
                  </a:lnTo>
                  <a:lnTo>
                    <a:pt x="10422925" y="11926"/>
                  </a:lnTo>
                  <a:lnTo>
                    <a:pt x="10369435" y="20594"/>
                  </a:lnTo>
                  <a:lnTo>
                    <a:pt x="10303022" y="32458"/>
                  </a:lnTo>
                  <a:lnTo>
                    <a:pt x="10225695" y="47762"/>
                  </a:lnTo>
                  <a:lnTo>
                    <a:pt x="10140212" y="66613"/>
                  </a:lnTo>
                  <a:lnTo>
                    <a:pt x="10049656" y="89014"/>
                  </a:lnTo>
                  <a:lnTo>
                    <a:pt x="9957033" y="114906"/>
                  </a:lnTo>
                  <a:lnTo>
                    <a:pt x="9864973" y="144218"/>
                  </a:lnTo>
                  <a:lnTo>
                    <a:pt x="9775555" y="176913"/>
                  </a:lnTo>
                  <a:lnTo>
                    <a:pt x="9690258" y="213020"/>
                  </a:lnTo>
                  <a:lnTo>
                    <a:pt x="9609995" y="252661"/>
                  </a:lnTo>
                  <a:lnTo>
                    <a:pt x="9535201" y="296057"/>
                  </a:lnTo>
                  <a:lnTo>
                    <a:pt x="9465936" y="343533"/>
                  </a:lnTo>
                  <a:lnTo>
                    <a:pt x="9401989" y="395518"/>
                  </a:lnTo>
                  <a:lnTo>
                    <a:pt x="9342966" y="452534"/>
                  </a:lnTo>
                  <a:lnTo>
                    <a:pt x="9288355" y="515177"/>
                  </a:lnTo>
                  <a:lnTo>
                    <a:pt x="9237585" y="584095"/>
                  </a:lnTo>
                  <a:lnTo>
                    <a:pt x="9190065" y="659936"/>
                  </a:lnTo>
                  <a:lnTo>
                    <a:pt x="9145210" y="743277"/>
                  </a:lnTo>
                  <a:lnTo>
                    <a:pt x="9102477" y="834511"/>
                  </a:lnTo>
                  <a:lnTo>
                    <a:pt x="9084767" y="875872"/>
                  </a:lnTo>
                  <a:lnTo>
                    <a:pt x="9055947" y="947693"/>
                  </a:lnTo>
                  <a:lnTo>
                    <a:pt x="9027719" y="1023551"/>
                  </a:lnTo>
                  <a:lnTo>
                    <a:pt x="8999959" y="1103527"/>
                  </a:lnTo>
                  <a:lnTo>
                    <a:pt x="8972562" y="1187662"/>
                  </a:lnTo>
                  <a:lnTo>
                    <a:pt x="8945440" y="1275961"/>
                  </a:lnTo>
                  <a:lnTo>
                    <a:pt x="8918517" y="1368384"/>
                  </a:lnTo>
                  <a:lnTo>
                    <a:pt x="8891730" y="1464844"/>
                  </a:lnTo>
                  <a:lnTo>
                    <a:pt x="8865030" y="1565208"/>
                  </a:lnTo>
                  <a:lnTo>
                    <a:pt x="8838377" y="1669289"/>
                  </a:lnTo>
                  <a:lnTo>
                    <a:pt x="8811739" y="1776852"/>
                  </a:lnTo>
                  <a:lnTo>
                    <a:pt x="8785094" y="1887614"/>
                  </a:lnTo>
                  <a:lnTo>
                    <a:pt x="8758428" y="2001239"/>
                  </a:lnTo>
                  <a:lnTo>
                    <a:pt x="8731732" y="2117351"/>
                  </a:lnTo>
                  <a:lnTo>
                    <a:pt x="8705006" y="2235531"/>
                  </a:lnTo>
                  <a:lnTo>
                    <a:pt x="8678251" y="2355327"/>
                  </a:lnTo>
                  <a:lnTo>
                    <a:pt x="8651474" y="2476259"/>
                  </a:lnTo>
                  <a:lnTo>
                    <a:pt x="8624684" y="2597828"/>
                  </a:lnTo>
                  <a:lnTo>
                    <a:pt x="8597891" y="2719522"/>
                  </a:lnTo>
                  <a:lnTo>
                    <a:pt x="8571107" y="2840828"/>
                  </a:lnTo>
                  <a:lnTo>
                    <a:pt x="8544340" y="2961242"/>
                  </a:lnTo>
                  <a:lnTo>
                    <a:pt x="8517599" y="3080271"/>
                  </a:lnTo>
                  <a:lnTo>
                    <a:pt x="8490888" y="3197450"/>
                  </a:lnTo>
                  <a:lnTo>
                    <a:pt x="8464209" y="3312342"/>
                  </a:lnTo>
                  <a:lnTo>
                    <a:pt x="8437555" y="3424550"/>
                  </a:lnTo>
                  <a:lnTo>
                    <a:pt x="8410915" y="3533718"/>
                  </a:lnTo>
                  <a:lnTo>
                    <a:pt x="8384273" y="3639536"/>
                  </a:lnTo>
                  <a:lnTo>
                    <a:pt x="8357600" y="3741745"/>
                  </a:lnTo>
                  <a:lnTo>
                    <a:pt x="8330862" y="3840136"/>
                  </a:lnTo>
                  <a:lnTo>
                    <a:pt x="8304012" y="3934549"/>
                  </a:lnTo>
                  <a:lnTo>
                    <a:pt x="8276996" y="4024874"/>
                  </a:lnTo>
                  <a:lnTo>
                    <a:pt x="8249744" y="4111050"/>
                  </a:lnTo>
                  <a:lnTo>
                    <a:pt x="8222174" y="4193058"/>
                  </a:lnTo>
                  <a:lnTo>
                    <a:pt x="8194189" y="4270923"/>
                  </a:lnTo>
                  <a:lnTo>
                    <a:pt x="8165676" y="4344708"/>
                  </a:lnTo>
                  <a:lnTo>
                    <a:pt x="8151487" y="4379364"/>
                  </a:lnTo>
                  <a:lnTo>
                    <a:pt x="8109509" y="4474004"/>
                  </a:lnTo>
                  <a:lnTo>
                    <a:pt x="8065623" y="4560683"/>
                  </a:lnTo>
                  <a:lnTo>
                    <a:pt x="8019310" y="4639661"/>
                  </a:lnTo>
                  <a:lnTo>
                    <a:pt x="7969999" y="4711456"/>
                  </a:lnTo>
                  <a:lnTo>
                    <a:pt x="7917100" y="4776696"/>
                  </a:lnTo>
                  <a:lnTo>
                    <a:pt x="7860026" y="4836037"/>
                  </a:lnTo>
                  <a:lnTo>
                    <a:pt x="7798237" y="4890100"/>
                  </a:lnTo>
                  <a:lnTo>
                    <a:pt x="7731280" y="4939442"/>
                  </a:lnTo>
                  <a:lnTo>
                    <a:pt x="7658855" y="4984533"/>
                  </a:lnTo>
                  <a:lnTo>
                    <a:pt x="7580897" y="5025743"/>
                  </a:lnTo>
                  <a:lnTo>
                    <a:pt x="7497666" y="5063338"/>
                  </a:lnTo>
                  <a:lnTo>
                    <a:pt x="7409861" y="5097481"/>
                  </a:lnTo>
                  <a:lnTo>
                    <a:pt x="7318709" y="5128238"/>
                  </a:lnTo>
                  <a:lnTo>
                    <a:pt x="7226034" y="5155597"/>
                  </a:lnTo>
                  <a:lnTo>
                    <a:pt x="7134245" y="5179496"/>
                  </a:lnTo>
                  <a:lnTo>
                    <a:pt x="7046216" y="5199867"/>
                  </a:lnTo>
                  <a:lnTo>
                    <a:pt x="6965043" y="5216678"/>
                  </a:lnTo>
                  <a:lnTo>
                    <a:pt x="6893674" y="5229988"/>
                  </a:lnTo>
                  <a:lnTo>
                    <a:pt x="6834487" y="5239981"/>
                  </a:lnTo>
                  <a:lnTo>
                    <a:pt x="6788895" y="5246981"/>
                  </a:lnTo>
                  <a:lnTo>
                    <a:pt x="6757068" y="5251440"/>
                  </a:lnTo>
                  <a:lnTo>
                    <a:pt x="6737844" y="5253906"/>
                  </a:lnTo>
                  <a:lnTo>
                    <a:pt x="6728800" y="5254971"/>
                  </a:lnTo>
                  <a:lnTo>
                    <a:pt x="6726343" y="5255237"/>
                  </a:lnTo>
                  <a:lnTo>
                    <a:pt x="5254955" y="5255237"/>
                  </a:lnTo>
                  <a:lnTo>
                    <a:pt x="5253717" y="5255241"/>
                  </a:lnTo>
                  <a:lnTo>
                    <a:pt x="5245597" y="5255264"/>
                  </a:lnTo>
                  <a:lnTo>
                    <a:pt x="5225179" y="5255329"/>
                  </a:lnTo>
                  <a:lnTo>
                    <a:pt x="5188807" y="5255456"/>
                  </a:lnTo>
                  <a:lnTo>
                    <a:pt x="5134859" y="5255665"/>
                  </a:lnTo>
                  <a:lnTo>
                    <a:pt x="5063873" y="5255972"/>
                  </a:lnTo>
                  <a:lnTo>
                    <a:pt x="4978314" y="5256387"/>
                  </a:lnTo>
                  <a:lnTo>
                    <a:pt x="4882007" y="5256914"/>
                  </a:lnTo>
                  <a:lnTo>
                    <a:pt x="4779368" y="5257554"/>
                  </a:lnTo>
                  <a:lnTo>
                    <a:pt x="4674680" y="5258304"/>
                  </a:lnTo>
                  <a:lnTo>
                    <a:pt x="4571556" y="5259162"/>
                  </a:lnTo>
                  <a:lnTo>
                    <a:pt x="4472681" y="5260128"/>
                  </a:lnTo>
                  <a:lnTo>
                    <a:pt x="4379778" y="5261204"/>
                  </a:lnTo>
                  <a:lnTo>
                    <a:pt x="4293724" y="5262396"/>
                  </a:lnTo>
                  <a:lnTo>
                    <a:pt x="4214733" y="5263716"/>
                  </a:lnTo>
                  <a:lnTo>
                    <a:pt x="4142544" y="5265179"/>
                  </a:lnTo>
                  <a:lnTo>
                    <a:pt x="4076590" y="5266802"/>
                  </a:lnTo>
                  <a:lnTo>
                    <a:pt x="4016121" y="5268609"/>
                  </a:lnTo>
                  <a:lnTo>
                    <a:pt x="3960304" y="5270621"/>
                  </a:lnTo>
                  <a:lnTo>
                    <a:pt x="3908284" y="5272863"/>
                  </a:lnTo>
                  <a:lnTo>
                    <a:pt x="3859249" y="5275350"/>
                  </a:lnTo>
                  <a:lnTo>
                    <a:pt x="3829811" y="5277032"/>
                  </a:lnTo>
                  <a:lnTo>
                    <a:pt x="3773694" y="5280642"/>
                  </a:lnTo>
                  <a:lnTo>
                    <a:pt x="3719420" y="5284648"/>
                  </a:lnTo>
                  <a:lnTo>
                    <a:pt x="3666241" y="5289053"/>
                  </a:lnTo>
                  <a:lnTo>
                    <a:pt x="3613625" y="5293847"/>
                  </a:lnTo>
                  <a:lnTo>
                    <a:pt x="3561214" y="5299001"/>
                  </a:lnTo>
                  <a:lnTo>
                    <a:pt x="3508797" y="5304465"/>
                  </a:lnTo>
                  <a:lnTo>
                    <a:pt x="3456277" y="5310176"/>
                  </a:lnTo>
                  <a:lnTo>
                    <a:pt x="3403647" y="5316052"/>
                  </a:lnTo>
                  <a:lnTo>
                    <a:pt x="3350958" y="5322002"/>
                  </a:lnTo>
                  <a:lnTo>
                    <a:pt x="3298287" y="5327929"/>
                  </a:lnTo>
                  <a:lnTo>
                    <a:pt x="3245704" y="5333740"/>
                  </a:lnTo>
                  <a:lnTo>
                    <a:pt x="3193238" y="5339346"/>
                  </a:lnTo>
                  <a:lnTo>
                    <a:pt x="3140842" y="5344673"/>
                  </a:lnTo>
                  <a:lnTo>
                    <a:pt x="3088371" y="5349665"/>
                  </a:lnTo>
                  <a:lnTo>
                    <a:pt x="3035548" y="5354281"/>
                  </a:lnTo>
                  <a:lnTo>
                    <a:pt x="2981939" y="5358501"/>
                  </a:lnTo>
                  <a:lnTo>
                    <a:pt x="2926919" y="5362322"/>
                  </a:lnTo>
                  <a:lnTo>
                    <a:pt x="2896531" y="5364211"/>
                  </a:lnTo>
                  <a:lnTo>
                    <a:pt x="2848985" y="5366856"/>
                  </a:lnTo>
                  <a:lnTo>
                    <a:pt x="2798920" y="5369250"/>
                  </a:lnTo>
                  <a:lnTo>
                    <a:pt x="2745573" y="5371403"/>
                  </a:lnTo>
                  <a:lnTo>
                    <a:pt x="2688110" y="5373335"/>
                  </a:lnTo>
                  <a:lnTo>
                    <a:pt x="2625677" y="5375070"/>
                  </a:lnTo>
                  <a:lnTo>
                    <a:pt x="2557462" y="5376631"/>
                  </a:lnTo>
                  <a:lnTo>
                    <a:pt x="2482773" y="5378038"/>
                  </a:lnTo>
                  <a:lnTo>
                    <a:pt x="2401139" y="5379309"/>
                  </a:lnTo>
                  <a:lnTo>
                    <a:pt x="2312457" y="5380456"/>
                  </a:lnTo>
                  <a:lnTo>
                    <a:pt x="2217168" y="5381490"/>
                  </a:lnTo>
                  <a:lnTo>
                    <a:pt x="2116445" y="5382416"/>
                  </a:lnTo>
                  <a:lnTo>
                    <a:pt x="2012366" y="5383234"/>
                  </a:lnTo>
                  <a:lnTo>
                    <a:pt x="1907979" y="5383943"/>
                  </a:lnTo>
                  <a:lnTo>
                    <a:pt x="1807194" y="5384540"/>
                  </a:lnTo>
                  <a:lnTo>
                    <a:pt x="1714419" y="5385025"/>
                  </a:lnTo>
                  <a:lnTo>
                    <a:pt x="1633940" y="5385398"/>
                  </a:lnTo>
                  <a:lnTo>
                    <a:pt x="1569156" y="5385667"/>
                  </a:lnTo>
                  <a:lnTo>
                    <a:pt x="1521859" y="5385843"/>
                  </a:lnTo>
                  <a:lnTo>
                    <a:pt x="1491782" y="5385945"/>
                  </a:lnTo>
                  <a:lnTo>
                    <a:pt x="1476510" y="5385991"/>
                  </a:lnTo>
                  <a:lnTo>
                    <a:pt x="1471695" y="5386005"/>
                  </a:lnTo>
                  <a:lnTo>
                    <a:pt x="1471387" y="5386005"/>
                  </a:lnTo>
                  <a:lnTo>
                    <a:pt x="0" y="5386005"/>
                  </a:lnTo>
                  <a:close/>
                </a:path>
              </a:pathLst>
            </a:custGeom>
            <a:solidFill>
              <a:srgbClr val="A1D492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2070" name="pl2070"/>
            <p:cNvSpPr/>
            <p:nvPr/>
          </p:nvSpPr>
          <p:spPr>
            <a:xfrm>
              <a:off x="4799595" y="5609091"/>
              <a:ext cx="11981298" cy="5386005"/>
            </a:xfrm>
            <a:custGeom>
              <a:avLst/>
              <a:pathLst>
                <a:path w="11981298" h="5386005">
                  <a:moveTo>
                    <a:pt x="0" y="5386005"/>
                  </a:moveTo>
                  <a:lnTo>
                    <a:pt x="1471387" y="5386005"/>
                  </a:lnTo>
                  <a:lnTo>
                    <a:pt x="1472625" y="5386002"/>
                  </a:lnTo>
                  <a:lnTo>
                    <a:pt x="1480745" y="5385979"/>
                  </a:lnTo>
                  <a:lnTo>
                    <a:pt x="1501163" y="5385914"/>
                  </a:lnTo>
                  <a:lnTo>
                    <a:pt x="1537536" y="5385787"/>
                  </a:lnTo>
                  <a:lnTo>
                    <a:pt x="1591483" y="5385578"/>
                  </a:lnTo>
                  <a:lnTo>
                    <a:pt x="1662469" y="5385271"/>
                  </a:lnTo>
                  <a:lnTo>
                    <a:pt x="1748028" y="5384856"/>
                  </a:lnTo>
                  <a:lnTo>
                    <a:pt x="1844335" y="5384329"/>
                  </a:lnTo>
                  <a:lnTo>
                    <a:pt x="1946974" y="5383689"/>
                  </a:lnTo>
                  <a:lnTo>
                    <a:pt x="2051662" y="5382939"/>
                  </a:lnTo>
                  <a:lnTo>
                    <a:pt x="2154787" y="5382081"/>
                  </a:lnTo>
                  <a:lnTo>
                    <a:pt x="2253661" y="5381115"/>
                  </a:lnTo>
                  <a:lnTo>
                    <a:pt x="2346564" y="5380039"/>
                  </a:lnTo>
                  <a:lnTo>
                    <a:pt x="2432618" y="5378847"/>
                  </a:lnTo>
                  <a:lnTo>
                    <a:pt x="2511610" y="5377526"/>
                  </a:lnTo>
                  <a:lnTo>
                    <a:pt x="2583798" y="5376064"/>
                  </a:lnTo>
                  <a:lnTo>
                    <a:pt x="2649752" y="5374440"/>
                  </a:lnTo>
                  <a:lnTo>
                    <a:pt x="2710221" y="5372634"/>
                  </a:lnTo>
                  <a:lnTo>
                    <a:pt x="2766039" y="5370621"/>
                  </a:lnTo>
                  <a:lnTo>
                    <a:pt x="2818058" y="5368380"/>
                  </a:lnTo>
                  <a:lnTo>
                    <a:pt x="2867093" y="5365893"/>
                  </a:lnTo>
                  <a:lnTo>
                    <a:pt x="2896531" y="5364211"/>
                  </a:lnTo>
                  <a:lnTo>
                    <a:pt x="2952648" y="5360600"/>
                  </a:lnTo>
                  <a:lnTo>
                    <a:pt x="3006922" y="5356595"/>
                  </a:lnTo>
                  <a:lnTo>
                    <a:pt x="3060101" y="5352189"/>
                  </a:lnTo>
                  <a:lnTo>
                    <a:pt x="3112718" y="5347396"/>
                  </a:lnTo>
                  <a:lnTo>
                    <a:pt x="3165128" y="5342242"/>
                  </a:lnTo>
                  <a:lnTo>
                    <a:pt x="3217545" y="5336777"/>
                  </a:lnTo>
                  <a:lnTo>
                    <a:pt x="3270065" y="5331067"/>
                  </a:lnTo>
                  <a:lnTo>
                    <a:pt x="3322695" y="5325191"/>
                  </a:lnTo>
                  <a:lnTo>
                    <a:pt x="3375384" y="5319241"/>
                  </a:lnTo>
                  <a:lnTo>
                    <a:pt x="3428055" y="5313313"/>
                  </a:lnTo>
                  <a:lnTo>
                    <a:pt x="3480638" y="5307503"/>
                  </a:lnTo>
                  <a:lnTo>
                    <a:pt x="3533104" y="5301897"/>
                  </a:lnTo>
                  <a:lnTo>
                    <a:pt x="3585500" y="5296570"/>
                  </a:lnTo>
                  <a:lnTo>
                    <a:pt x="3637971" y="5291578"/>
                  </a:lnTo>
                  <a:lnTo>
                    <a:pt x="3690794" y="5286962"/>
                  </a:lnTo>
                  <a:lnTo>
                    <a:pt x="3744403" y="5282741"/>
                  </a:lnTo>
                  <a:lnTo>
                    <a:pt x="3799423" y="5278921"/>
                  </a:lnTo>
                  <a:lnTo>
                    <a:pt x="3829811" y="5277032"/>
                  </a:lnTo>
                  <a:lnTo>
                    <a:pt x="3877357" y="5274387"/>
                  </a:lnTo>
                  <a:lnTo>
                    <a:pt x="3927422" y="5271993"/>
                  </a:lnTo>
                  <a:lnTo>
                    <a:pt x="3980769" y="5269840"/>
                  </a:lnTo>
                  <a:lnTo>
                    <a:pt x="4038233" y="5267908"/>
                  </a:lnTo>
                  <a:lnTo>
                    <a:pt x="4100666" y="5266173"/>
                  </a:lnTo>
                  <a:lnTo>
                    <a:pt x="4168880" y="5264612"/>
                  </a:lnTo>
                  <a:lnTo>
                    <a:pt x="4243569" y="5263205"/>
                  </a:lnTo>
                  <a:lnTo>
                    <a:pt x="4325203" y="5261934"/>
                  </a:lnTo>
                  <a:lnTo>
                    <a:pt x="4413885" y="5260786"/>
                  </a:lnTo>
                  <a:lnTo>
                    <a:pt x="4509175" y="5259752"/>
                  </a:lnTo>
                  <a:lnTo>
                    <a:pt x="4609897" y="5258827"/>
                  </a:lnTo>
                  <a:lnTo>
                    <a:pt x="4713976" y="5258009"/>
                  </a:lnTo>
                  <a:lnTo>
                    <a:pt x="4818363" y="5257300"/>
                  </a:lnTo>
                  <a:lnTo>
                    <a:pt x="4919148" y="5256703"/>
                  </a:lnTo>
                  <a:lnTo>
                    <a:pt x="5011923" y="5256218"/>
                  </a:lnTo>
                  <a:lnTo>
                    <a:pt x="5092402" y="5255845"/>
                  </a:lnTo>
                  <a:lnTo>
                    <a:pt x="5157186" y="5255576"/>
                  </a:lnTo>
                  <a:lnTo>
                    <a:pt x="5204483" y="5255400"/>
                  </a:lnTo>
                  <a:lnTo>
                    <a:pt x="5234560" y="5255298"/>
                  </a:lnTo>
                  <a:lnTo>
                    <a:pt x="5249832" y="5255252"/>
                  </a:lnTo>
                  <a:lnTo>
                    <a:pt x="5254647" y="5255238"/>
                  </a:lnTo>
                  <a:lnTo>
                    <a:pt x="5254955" y="5255237"/>
                  </a:lnTo>
                  <a:lnTo>
                    <a:pt x="6726343" y="5255237"/>
                  </a:lnTo>
                  <a:lnTo>
                    <a:pt x="6727207" y="5255146"/>
                  </a:lnTo>
                  <a:lnTo>
                    <a:pt x="6732921" y="5254496"/>
                  </a:lnTo>
                  <a:lnTo>
                    <a:pt x="6747436" y="5252702"/>
                  </a:lnTo>
                  <a:lnTo>
                    <a:pt x="6773667" y="5249164"/>
                  </a:lnTo>
                  <a:lnTo>
                    <a:pt x="6813328" y="5243311"/>
                  </a:lnTo>
                  <a:lnTo>
                    <a:pt x="6866818" y="5234643"/>
                  </a:lnTo>
                  <a:lnTo>
                    <a:pt x="6933232" y="5222779"/>
                  </a:lnTo>
                  <a:lnTo>
                    <a:pt x="7010559" y="5207475"/>
                  </a:lnTo>
                  <a:lnTo>
                    <a:pt x="7096041" y="5188624"/>
                  </a:lnTo>
                  <a:lnTo>
                    <a:pt x="7186597" y="5166223"/>
                  </a:lnTo>
                  <a:lnTo>
                    <a:pt x="7279220" y="5140331"/>
                  </a:lnTo>
                  <a:lnTo>
                    <a:pt x="7371280" y="5111019"/>
                  </a:lnTo>
                  <a:lnTo>
                    <a:pt x="7460698" y="5078324"/>
                  </a:lnTo>
                  <a:lnTo>
                    <a:pt x="7545995" y="5042217"/>
                  </a:lnTo>
                  <a:lnTo>
                    <a:pt x="7626258" y="5002576"/>
                  </a:lnTo>
                  <a:lnTo>
                    <a:pt x="7701053" y="4959180"/>
                  </a:lnTo>
                  <a:lnTo>
                    <a:pt x="7770317" y="4911704"/>
                  </a:lnTo>
                  <a:lnTo>
                    <a:pt x="7834264" y="4859719"/>
                  </a:lnTo>
                  <a:lnTo>
                    <a:pt x="7893288" y="4802703"/>
                  </a:lnTo>
                  <a:lnTo>
                    <a:pt x="7947899" y="4740060"/>
                  </a:lnTo>
                  <a:lnTo>
                    <a:pt x="7998668" y="4671142"/>
                  </a:lnTo>
                  <a:lnTo>
                    <a:pt x="8046189" y="4595301"/>
                  </a:lnTo>
                  <a:lnTo>
                    <a:pt x="8091044" y="4511959"/>
                  </a:lnTo>
                  <a:lnTo>
                    <a:pt x="8133777" y="4420725"/>
                  </a:lnTo>
                  <a:lnTo>
                    <a:pt x="8151487" y="4379364"/>
                  </a:lnTo>
                  <a:lnTo>
                    <a:pt x="8180307" y="4307544"/>
                  </a:lnTo>
                  <a:lnTo>
                    <a:pt x="8208535" y="4231685"/>
                  </a:lnTo>
                  <a:lnTo>
                    <a:pt x="8236294" y="4151710"/>
                  </a:lnTo>
                  <a:lnTo>
                    <a:pt x="8263691" y="4067575"/>
                  </a:lnTo>
                  <a:lnTo>
                    <a:pt x="8290813" y="3979276"/>
                  </a:lnTo>
                  <a:lnTo>
                    <a:pt x="8317737" y="3886853"/>
                  </a:lnTo>
                  <a:lnTo>
                    <a:pt x="8344523" y="3790393"/>
                  </a:lnTo>
                  <a:lnTo>
                    <a:pt x="8371223" y="3690029"/>
                  </a:lnTo>
                  <a:lnTo>
                    <a:pt x="8397877" y="3585948"/>
                  </a:lnTo>
                  <a:lnTo>
                    <a:pt x="8424515" y="3478384"/>
                  </a:lnTo>
                  <a:lnTo>
                    <a:pt x="8451160" y="3367623"/>
                  </a:lnTo>
                  <a:lnTo>
                    <a:pt x="8477826" y="3253998"/>
                  </a:lnTo>
                  <a:lnTo>
                    <a:pt x="8504521" y="3137886"/>
                  </a:lnTo>
                  <a:lnTo>
                    <a:pt x="8531247" y="3019706"/>
                  </a:lnTo>
                  <a:lnTo>
                    <a:pt x="8558002" y="2899910"/>
                  </a:lnTo>
                  <a:lnTo>
                    <a:pt x="8584779" y="2778978"/>
                  </a:lnTo>
                  <a:lnTo>
                    <a:pt x="8611569" y="2657409"/>
                  </a:lnTo>
                  <a:lnTo>
                    <a:pt x="8638362" y="2535715"/>
                  </a:lnTo>
                  <a:lnTo>
                    <a:pt x="8665147" y="2414409"/>
                  </a:lnTo>
                  <a:lnTo>
                    <a:pt x="8691913" y="2293995"/>
                  </a:lnTo>
                  <a:lnTo>
                    <a:pt x="8718654" y="2174966"/>
                  </a:lnTo>
                  <a:lnTo>
                    <a:pt x="8745365" y="2057787"/>
                  </a:lnTo>
                  <a:lnTo>
                    <a:pt x="8772045" y="1942895"/>
                  </a:lnTo>
                  <a:lnTo>
                    <a:pt x="8798699" y="1830687"/>
                  </a:lnTo>
                  <a:lnTo>
                    <a:pt x="8825338" y="1721519"/>
                  </a:lnTo>
                  <a:lnTo>
                    <a:pt x="8851981" y="1615701"/>
                  </a:lnTo>
                  <a:lnTo>
                    <a:pt x="8878653" y="1513492"/>
                  </a:lnTo>
                  <a:lnTo>
                    <a:pt x="8905392" y="1415101"/>
                  </a:lnTo>
                  <a:lnTo>
                    <a:pt x="8932241" y="1320688"/>
                  </a:lnTo>
                  <a:lnTo>
                    <a:pt x="8959257" y="1230363"/>
                  </a:lnTo>
                  <a:lnTo>
                    <a:pt x="8986510" y="1144187"/>
                  </a:lnTo>
                  <a:lnTo>
                    <a:pt x="9014079" y="1062179"/>
                  </a:lnTo>
                  <a:lnTo>
                    <a:pt x="9042064" y="984314"/>
                  </a:lnTo>
                  <a:lnTo>
                    <a:pt x="9070578" y="910529"/>
                  </a:lnTo>
                  <a:lnTo>
                    <a:pt x="9084767" y="875872"/>
                  </a:lnTo>
                  <a:lnTo>
                    <a:pt x="9126744" y="781232"/>
                  </a:lnTo>
                  <a:lnTo>
                    <a:pt x="9170630" y="694554"/>
                  </a:lnTo>
                  <a:lnTo>
                    <a:pt x="9216944" y="615576"/>
                  </a:lnTo>
                  <a:lnTo>
                    <a:pt x="9266254" y="543781"/>
                  </a:lnTo>
                  <a:lnTo>
                    <a:pt x="9319154" y="478541"/>
                  </a:lnTo>
                  <a:lnTo>
                    <a:pt x="9376227" y="419200"/>
                  </a:lnTo>
                  <a:lnTo>
                    <a:pt x="9438017" y="365137"/>
                  </a:lnTo>
                  <a:lnTo>
                    <a:pt x="9504974" y="315795"/>
                  </a:lnTo>
                  <a:lnTo>
                    <a:pt x="9577398" y="270704"/>
                  </a:lnTo>
                  <a:lnTo>
                    <a:pt x="9655356" y="229494"/>
                  </a:lnTo>
                  <a:lnTo>
                    <a:pt x="9738587" y="191899"/>
                  </a:lnTo>
                  <a:lnTo>
                    <a:pt x="9826392" y="157756"/>
                  </a:lnTo>
                  <a:lnTo>
                    <a:pt x="9917544" y="126999"/>
                  </a:lnTo>
                  <a:lnTo>
                    <a:pt x="10010219" y="99640"/>
                  </a:lnTo>
                  <a:lnTo>
                    <a:pt x="10102008" y="75741"/>
                  </a:lnTo>
                  <a:lnTo>
                    <a:pt x="10190037" y="55370"/>
                  </a:lnTo>
                  <a:lnTo>
                    <a:pt x="10271211" y="38559"/>
                  </a:lnTo>
                  <a:lnTo>
                    <a:pt x="10342580" y="25248"/>
                  </a:lnTo>
                  <a:lnTo>
                    <a:pt x="10401766" y="15256"/>
                  </a:lnTo>
                  <a:lnTo>
                    <a:pt x="10447358" y="8256"/>
                  </a:lnTo>
                  <a:lnTo>
                    <a:pt x="10479186" y="3797"/>
                  </a:lnTo>
                  <a:lnTo>
                    <a:pt x="10498410" y="1331"/>
                  </a:lnTo>
                  <a:lnTo>
                    <a:pt x="10507453" y="266"/>
                  </a:lnTo>
                  <a:lnTo>
                    <a:pt x="10509841" y="7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71" name="pl2071"/>
            <p:cNvSpPr/>
            <p:nvPr/>
          </p:nvSpPr>
          <p:spPr>
            <a:xfrm>
              <a:off x="4799595" y="5600918"/>
              <a:ext cx="11981298" cy="5386005"/>
            </a:xfrm>
            <a:custGeom>
              <a:avLst/>
              <a:pathLst>
                <a:path w="11981298" h="5386005">
                  <a:moveTo>
                    <a:pt x="11981298" y="0"/>
                  </a:moveTo>
                  <a:lnTo>
                    <a:pt x="10509911" y="0"/>
                  </a:lnTo>
                  <a:lnTo>
                    <a:pt x="10509046" y="91"/>
                  </a:lnTo>
                  <a:lnTo>
                    <a:pt x="10503333" y="740"/>
                  </a:lnTo>
                  <a:lnTo>
                    <a:pt x="10488817" y="2535"/>
                  </a:lnTo>
                  <a:lnTo>
                    <a:pt x="10462587" y="6073"/>
                  </a:lnTo>
                  <a:lnTo>
                    <a:pt x="10422925" y="11926"/>
                  </a:lnTo>
                  <a:lnTo>
                    <a:pt x="10369435" y="20594"/>
                  </a:lnTo>
                  <a:lnTo>
                    <a:pt x="10303022" y="32458"/>
                  </a:lnTo>
                  <a:lnTo>
                    <a:pt x="10225695" y="47762"/>
                  </a:lnTo>
                  <a:lnTo>
                    <a:pt x="10140212" y="66613"/>
                  </a:lnTo>
                  <a:lnTo>
                    <a:pt x="10049656" y="89014"/>
                  </a:lnTo>
                  <a:lnTo>
                    <a:pt x="9957033" y="114906"/>
                  </a:lnTo>
                  <a:lnTo>
                    <a:pt x="9864973" y="144218"/>
                  </a:lnTo>
                  <a:lnTo>
                    <a:pt x="9775555" y="176913"/>
                  </a:lnTo>
                  <a:lnTo>
                    <a:pt x="9690258" y="213020"/>
                  </a:lnTo>
                  <a:lnTo>
                    <a:pt x="9609995" y="252661"/>
                  </a:lnTo>
                  <a:lnTo>
                    <a:pt x="9535201" y="296057"/>
                  </a:lnTo>
                  <a:lnTo>
                    <a:pt x="9465936" y="343533"/>
                  </a:lnTo>
                  <a:lnTo>
                    <a:pt x="9401989" y="395518"/>
                  </a:lnTo>
                  <a:lnTo>
                    <a:pt x="9342966" y="452534"/>
                  </a:lnTo>
                  <a:lnTo>
                    <a:pt x="9288355" y="515177"/>
                  </a:lnTo>
                  <a:lnTo>
                    <a:pt x="9237585" y="584095"/>
                  </a:lnTo>
                  <a:lnTo>
                    <a:pt x="9190065" y="659936"/>
                  </a:lnTo>
                  <a:lnTo>
                    <a:pt x="9145210" y="743277"/>
                  </a:lnTo>
                  <a:lnTo>
                    <a:pt x="9102477" y="834511"/>
                  </a:lnTo>
                  <a:lnTo>
                    <a:pt x="9084767" y="875872"/>
                  </a:lnTo>
                  <a:lnTo>
                    <a:pt x="9055947" y="947693"/>
                  </a:lnTo>
                  <a:lnTo>
                    <a:pt x="9027719" y="1023551"/>
                  </a:lnTo>
                  <a:lnTo>
                    <a:pt x="8999959" y="1103527"/>
                  </a:lnTo>
                  <a:lnTo>
                    <a:pt x="8972562" y="1187662"/>
                  </a:lnTo>
                  <a:lnTo>
                    <a:pt x="8945440" y="1275961"/>
                  </a:lnTo>
                  <a:lnTo>
                    <a:pt x="8918517" y="1368384"/>
                  </a:lnTo>
                  <a:lnTo>
                    <a:pt x="8891730" y="1464844"/>
                  </a:lnTo>
                  <a:lnTo>
                    <a:pt x="8865030" y="1565208"/>
                  </a:lnTo>
                  <a:lnTo>
                    <a:pt x="8838377" y="1669289"/>
                  </a:lnTo>
                  <a:lnTo>
                    <a:pt x="8811739" y="1776852"/>
                  </a:lnTo>
                  <a:lnTo>
                    <a:pt x="8785094" y="1887614"/>
                  </a:lnTo>
                  <a:lnTo>
                    <a:pt x="8758428" y="2001239"/>
                  </a:lnTo>
                  <a:lnTo>
                    <a:pt x="8731732" y="2117351"/>
                  </a:lnTo>
                  <a:lnTo>
                    <a:pt x="8705006" y="2235531"/>
                  </a:lnTo>
                  <a:lnTo>
                    <a:pt x="8678251" y="2355327"/>
                  </a:lnTo>
                  <a:lnTo>
                    <a:pt x="8651474" y="2476259"/>
                  </a:lnTo>
                  <a:lnTo>
                    <a:pt x="8624684" y="2597828"/>
                  </a:lnTo>
                  <a:lnTo>
                    <a:pt x="8597891" y="2719522"/>
                  </a:lnTo>
                  <a:lnTo>
                    <a:pt x="8571107" y="2840828"/>
                  </a:lnTo>
                  <a:lnTo>
                    <a:pt x="8544340" y="2961242"/>
                  </a:lnTo>
                  <a:lnTo>
                    <a:pt x="8517599" y="3080271"/>
                  </a:lnTo>
                  <a:lnTo>
                    <a:pt x="8490888" y="3197450"/>
                  </a:lnTo>
                  <a:lnTo>
                    <a:pt x="8464209" y="3312342"/>
                  </a:lnTo>
                  <a:lnTo>
                    <a:pt x="8437555" y="3424550"/>
                  </a:lnTo>
                  <a:lnTo>
                    <a:pt x="8410915" y="3533718"/>
                  </a:lnTo>
                  <a:lnTo>
                    <a:pt x="8384273" y="3639536"/>
                  </a:lnTo>
                  <a:lnTo>
                    <a:pt x="8357600" y="3741745"/>
                  </a:lnTo>
                  <a:lnTo>
                    <a:pt x="8330862" y="3840136"/>
                  </a:lnTo>
                  <a:lnTo>
                    <a:pt x="8304012" y="3934549"/>
                  </a:lnTo>
                  <a:lnTo>
                    <a:pt x="8276996" y="4024874"/>
                  </a:lnTo>
                  <a:lnTo>
                    <a:pt x="8249744" y="4111050"/>
                  </a:lnTo>
                  <a:lnTo>
                    <a:pt x="8222174" y="4193058"/>
                  </a:lnTo>
                  <a:lnTo>
                    <a:pt x="8194189" y="4270923"/>
                  </a:lnTo>
                  <a:lnTo>
                    <a:pt x="8165676" y="4344708"/>
                  </a:lnTo>
                  <a:lnTo>
                    <a:pt x="8151487" y="4379364"/>
                  </a:lnTo>
                  <a:lnTo>
                    <a:pt x="8109509" y="4474004"/>
                  </a:lnTo>
                  <a:lnTo>
                    <a:pt x="8065623" y="4560683"/>
                  </a:lnTo>
                  <a:lnTo>
                    <a:pt x="8019310" y="4639661"/>
                  </a:lnTo>
                  <a:lnTo>
                    <a:pt x="7969999" y="4711456"/>
                  </a:lnTo>
                  <a:lnTo>
                    <a:pt x="7917100" y="4776696"/>
                  </a:lnTo>
                  <a:lnTo>
                    <a:pt x="7860026" y="4836037"/>
                  </a:lnTo>
                  <a:lnTo>
                    <a:pt x="7798237" y="4890100"/>
                  </a:lnTo>
                  <a:lnTo>
                    <a:pt x="7731280" y="4939442"/>
                  </a:lnTo>
                  <a:lnTo>
                    <a:pt x="7658855" y="4984533"/>
                  </a:lnTo>
                  <a:lnTo>
                    <a:pt x="7580897" y="5025743"/>
                  </a:lnTo>
                  <a:lnTo>
                    <a:pt x="7497666" y="5063338"/>
                  </a:lnTo>
                  <a:lnTo>
                    <a:pt x="7409861" y="5097481"/>
                  </a:lnTo>
                  <a:lnTo>
                    <a:pt x="7318709" y="5128238"/>
                  </a:lnTo>
                  <a:lnTo>
                    <a:pt x="7226034" y="5155597"/>
                  </a:lnTo>
                  <a:lnTo>
                    <a:pt x="7134245" y="5179496"/>
                  </a:lnTo>
                  <a:lnTo>
                    <a:pt x="7046216" y="5199867"/>
                  </a:lnTo>
                  <a:lnTo>
                    <a:pt x="6965043" y="5216678"/>
                  </a:lnTo>
                  <a:lnTo>
                    <a:pt x="6893674" y="5229988"/>
                  </a:lnTo>
                  <a:lnTo>
                    <a:pt x="6834487" y="5239981"/>
                  </a:lnTo>
                  <a:lnTo>
                    <a:pt x="6788895" y="5246981"/>
                  </a:lnTo>
                  <a:lnTo>
                    <a:pt x="6757068" y="5251440"/>
                  </a:lnTo>
                  <a:lnTo>
                    <a:pt x="6737844" y="5253906"/>
                  </a:lnTo>
                  <a:lnTo>
                    <a:pt x="6728800" y="5254971"/>
                  </a:lnTo>
                  <a:lnTo>
                    <a:pt x="6726412" y="5255230"/>
                  </a:lnTo>
                  <a:lnTo>
                    <a:pt x="6726343" y="5255237"/>
                  </a:lnTo>
                  <a:lnTo>
                    <a:pt x="5254955" y="5255237"/>
                  </a:lnTo>
                  <a:lnTo>
                    <a:pt x="5253717" y="5255241"/>
                  </a:lnTo>
                  <a:lnTo>
                    <a:pt x="5245597" y="5255264"/>
                  </a:lnTo>
                  <a:lnTo>
                    <a:pt x="5225179" y="5255329"/>
                  </a:lnTo>
                  <a:lnTo>
                    <a:pt x="5188807" y="5255456"/>
                  </a:lnTo>
                  <a:lnTo>
                    <a:pt x="5134859" y="5255665"/>
                  </a:lnTo>
                  <a:lnTo>
                    <a:pt x="5063873" y="5255972"/>
                  </a:lnTo>
                  <a:lnTo>
                    <a:pt x="4978314" y="5256387"/>
                  </a:lnTo>
                  <a:lnTo>
                    <a:pt x="4882007" y="5256914"/>
                  </a:lnTo>
                  <a:lnTo>
                    <a:pt x="4779368" y="5257554"/>
                  </a:lnTo>
                  <a:lnTo>
                    <a:pt x="4674680" y="5258304"/>
                  </a:lnTo>
                  <a:lnTo>
                    <a:pt x="4571556" y="5259162"/>
                  </a:lnTo>
                  <a:lnTo>
                    <a:pt x="4472681" y="5260128"/>
                  </a:lnTo>
                  <a:lnTo>
                    <a:pt x="4379778" y="5261204"/>
                  </a:lnTo>
                  <a:lnTo>
                    <a:pt x="4293724" y="5262396"/>
                  </a:lnTo>
                  <a:lnTo>
                    <a:pt x="4214733" y="5263716"/>
                  </a:lnTo>
                  <a:lnTo>
                    <a:pt x="4142544" y="5265179"/>
                  </a:lnTo>
                  <a:lnTo>
                    <a:pt x="4076590" y="5266802"/>
                  </a:lnTo>
                  <a:lnTo>
                    <a:pt x="4016121" y="5268609"/>
                  </a:lnTo>
                  <a:lnTo>
                    <a:pt x="3960304" y="5270621"/>
                  </a:lnTo>
                  <a:lnTo>
                    <a:pt x="3908284" y="5272863"/>
                  </a:lnTo>
                  <a:lnTo>
                    <a:pt x="3859249" y="5275350"/>
                  </a:lnTo>
                  <a:lnTo>
                    <a:pt x="3829811" y="5277032"/>
                  </a:lnTo>
                  <a:lnTo>
                    <a:pt x="3773694" y="5280642"/>
                  </a:lnTo>
                  <a:lnTo>
                    <a:pt x="3719420" y="5284648"/>
                  </a:lnTo>
                  <a:lnTo>
                    <a:pt x="3666241" y="5289053"/>
                  </a:lnTo>
                  <a:lnTo>
                    <a:pt x="3613625" y="5293847"/>
                  </a:lnTo>
                  <a:lnTo>
                    <a:pt x="3561214" y="5299001"/>
                  </a:lnTo>
                  <a:lnTo>
                    <a:pt x="3508797" y="5304465"/>
                  </a:lnTo>
                  <a:lnTo>
                    <a:pt x="3456277" y="5310176"/>
                  </a:lnTo>
                  <a:lnTo>
                    <a:pt x="3403647" y="5316052"/>
                  </a:lnTo>
                  <a:lnTo>
                    <a:pt x="3350958" y="5322002"/>
                  </a:lnTo>
                  <a:lnTo>
                    <a:pt x="3298287" y="5327929"/>
                  </a:lnTo>
                  <a:lnTo>
                    <a:pt x="3245704" y="5333740"/>
                  </a:lnTo>
                  <a:lnTo>
                    <a:pt x="3193238" y="5339346"/>
                  </a:lnTo>
                  <a:lnTo>
                    <a:pt x="3140842" y="5344673"/>
                  </a:lnTo>
                  <a:lnTo>
                    <a:pt x="3088371" y="5349665"/>
                  </a:lnTo>
                  <a:lnTo>
                    <a:pt x="3035548" y="5354281"/>
                  </a:lnTo>
                  <a:lnTo>
                    <a:pt x="2981939" y="5358501"/>
                  </a:lnTo>
                  <a:lnTo>
                    <a:pt x="2926919" y="5362322"/>
                  </a:lnTo>
                  <a:lnTo>
                    <a:pt x="2896531" y="5364211"/>
                  </a:lnTo>
                  <a:lnTo>
                    <a:pt x="2848985" y="5366856"/>
                  </a:lnTo>
                  <a:lnTo>
                    <a:pt x="2798920" y="5369250"/>
                  </a:lnTo>
                  <a:lnTo>
                    <a:pt x="2745573" y="5371403"/>
                  </a:lnTo>
                  <a:lnTo>
                    <a:pt x="2688110" y="5373335"/>
                  </a:lnTo>
                  <a:lnTo>
                    <a:pt x="2625677" y="5375070"/>
                  </a:lnTo>
                  <a:lnTo>
                    <a:pt x="2557462" y="5376631"/>
                  </a:lnTo>
                  <a:lnTo>
                    <a:pt x="2482773" y="5378038"/>
                  </a:lnTo>
                  <a:lnTo>
                    <a:pt x="2401139" y="5379309"/>
                  </a:lnTo>
                  <a:lnTo>
                    <a:pt x="2312457" y="5380456"/>
                  </a:lnTo>
                  <a:lnTo>
                    <a:pt x="2217168" y="5381490"/>
                  </a:lnTo>
                  <a:lnTo>
                    <a:pt x="2116445" y="5382416"/>
                  </a:lnTo>
                  <a:lnTo>
                    <a:pt x="2012366" y="5383234"/>
                  </a:lnTo>
                  <a:lnTo>
                    <a:pt x="1907979" y="5383943"/>
                  </a:lnTo>
                  <a:lnTo>
                    <a:pt x="1807194" y="5384540"/>
                  </a:lnTo>
                  <a:lnTo>
                    <a:pt x="1714419" y="5385025"/>
                  </a:lnTo>
                  <a:lnTo>
                    <a:pt x="1633940" y="5385398"/>
                  </a:lnTo>
                  <a:lnTo>
                    <a:pt x="1569156" y="5385667"/>
                  </a:lnTo>
                  <a:lnTo>
                    <a:pt x="1521859" y="5385843"/>
                  </a:lnTo>
                  <a:lnTo>
                    <a:pt x="1491782" y="5385945"/>
                  </a:lnTo>
                  <a:lnTo>
                    <a:pt x="1476510" y="5385991"/>
                  </a:lnTo>
                  <a:lnTo>
                    <a:pt x="1471695" y="5386005"/>
                  </a:lnTo>
                  <a:lnTo>
                    <a:pt x="1471387" y="5386005"/>
                  </a:lnTo>
                  <a:lnTo>
                    <a:pt x="0" y="538600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72" name="pg2072"/>
            <p:cNvSpPr/>
            <p:nvPr/>
          </p:nvSpPr>
          <p:spPr>
            <a:xfrm>
              <a:off x="4799595" y="3091807"/>
              <a:ext cx="11981298" cy="7854251"/>
            </a:xfrm>
            <a:custGeom>
              <a:avLst/>
              <a:pathLst>
                <a:path w="11981298" h="7854251">
                  <a:moveTo>
                    <a:pt x="0" y="7854251"/>
                  </a:moveTo>
                  <a:lnTo>
                    <a:pt x="1471387" y="7854251"/>
                  </a:lnTo>
                  <a:lnTo>
                    <a:pt x="1472270" y="7854163"/>
                  </a:lnTo>
                  <a:lnTo>
                    <a:pt x="1478105" y="7853536"/>
                  </a:lnTo>
                  <a:lnTo>
                    <a:pt x="1492920" y="7851804"/>
                  </a:lnTo>
                  <a:lnTo>
                    <a:pt x="1519672" y="7848390"/>
                  </a:lnTo>
                  <a:lnTo>
                    <a:pt x="1560081" y="7842743"/>
                  </a:lnTo>
                  <a:lnTo>
                    <a:pt x="1614508" y="7834385"/>
                  </a:lnTo>
                  <a:lnTo>
                    <a:pt x="1681978" y="7822952"/>
                  </a:lnTo>
                  <a:lnTo>
                    <a:pt x="1760393" y="7808218"/>
                  </a:lnTo>
                  <a:lnTo>
                    <a:pt x="1846905" y="7790082"/>
                  </a:lnTo>
                  <a:lnTo>
                    <a:pt x="1938358" y="7768549"/>
                  </a:lnTo>
                  <a:lnTo>
                    <a:pt x="2031698" y="7743678"/>
                  </a:lnTo>
                  <a:lnTo>
                    <a:pt x="2124277" y="7715535"/>
                  </a:lnTo>
                  <a:lnTo>
                    <a:pt x="2214020" y="7684152"/>
                  </a:lnTo>
                  <a:lnTo>
                    <a:pt x="2299471" y="7649493"/>
                  </a:lnTo>
                  <a:lnTo>
                    <a:pt x="2379750" y="7611433"/>
                  </a:lnTo>
                  <a:lnTo>
                    <a:pt x="2454458" y="7569748"/>
                  </a:lnTo>
                  <a:lnTo>
                    <a:pt x="2523568" y="7524110"/>
                  </a:lnTo>
                  <a:lnTo>
                    <a:pt x="2587323" y="7474097"/>
                  </a:lnTo>
                  <a:lnTo>
                    <a:pt x="2646146" y="7419194"/>
                  </a:lnTo>
                  <a:lnTo>
                    <a:pt x="2700569" y="7358816"/>
                  </a:lnTo>
                  <a:lnTo>
                    <a:pt x="2751182" y="7292338"/>
                  </a:lnTo>
                  <a:lnTo>
                    <a:pt x="2798590" y="7219136"/>
                  </a:lnTo>
                  <a:lnTo>
                    <a:pt x="2843386" y="7138675"/>
                  </a:lnTo>
                  <a:lnTo>
                    <a:pt x="2886115" y="7050620"/>
                  </a:lnTo>
                  <a:lnTo>
                    <a:pt x="2896531" y="7027416"/>
                  </a:lnTo>
                  <a:lnTo>
                    <a:pt x="2926125" y="6957722"/>
                  </a:lnTo>
                  <a:lnTo>
                    <a:pt x="2955098" y="6884005"/>
                  </a:lnTo>
                  <a:lnTo>
                    <a:pt x="2983583" y="6806184"/>
                  </a:lnTo>
                  <a:lnTo>
                    <a:pt x="3011693" y="6724219"/>
                  </a:lnTo>
                  <a:lnTo>
                    <a:pt x="3039524" y="6638108"/>
                  </a:lnTo>
                  <a:lnTo>
                    <a:pt x="3067153" y="6547900"/>
                  </a:lnTo>
                  <a:lnTo>
                    <a:pt x="3094648" y="6453689"/>
                  </a:lnTo>
                  <a:lnTo>
                    <a:pt x="3122060" y="6355622"/>
                  </a:lnTo>
                  <a:lnTo>
                    <a:pt x="3149432" y="6253899"/>
                  </a:lnTo>
                  <a:lnTo>
                    <a:pt x="3176793" y="6148772"/>
                  </a:lnTo>
                  <a:lnTo>
                    <a:pt x="3204167" y="6040547"/>
                  </a:lnTo>
                  <a:lnTo>
                    <a:pt x="3231566" y="5929577"/>
                  </a:lnTo>
                  <a:lnTo>
                    <a:pt x="3258997" y="5816263"/>
                  </a:lnTo>
                  <a:lnTo>
                    <a:pt x="3286460" y="5701044"/>
                  </a:lnTo>
                  <a:lnTo>
                    <a:pt x="3313951" y="5584394"/>
                  </a:lnTo>
                  <a:lnTo>
                    <a:pt x="3341462" y="5466814"/>
                  </a:lnTo>
                  <a:lnTo>
                    <a:pt x="3368983" y="5348821"/>
                  </a:lnTo>
                  <a:lnTo>
                    <a:pt x="3396500" y="5230939"/>
                  </a:lnTo>
                  <a:lnTo>
                    <a:pt x="3424004" y="5113689"/>
                  </a:lnTo>
                  <a:lnTo>
                    <a:pt x="3451485" y="4997585"/>
                  </a:lnTo>
                  <a:lnTo>
                    <a:pt x="3478935" y="4883114"/>
                  </a:lnTo>
                  <a:lnTo>
                    <a:pt x="3506352" y="4770738"/>
                  </a:lnTo>
                  <a:lnTo>
                    <a:pt x="3533739" y="4660881"/>
                  </a:lnTo>
                  <a:lnTo>
                    <a:pt x="3561105" y="4553924"/>
                  </a:lnTo>
                  <a:lnTo>
                    <a:pt x="3588468" y="4450201"/>
                  </a:lnTo>
                  <a:lnTo>
                    <a:pt x="3615852" y="4349994"/>
                  </a:lnTo>
                  <a:lnTo>
                    <a:pt x="3643293" y="4253535"/>
                  </a:lnTo>
                  <a:lnTo>
                    <a:pt x="3670838" y="4160999"/>
                  </a:lnTo>
                  <a:lnTo>
                    <a:pt x="3698544" y="4072512"/>
                  </a:lnTo>
                  <a:lnTo>
                    <a:pt x="3726482" y="3988149"/>
                  </a:lnTo>
                  <a:lnTo>
                    <a:pt x="3754738" y="3907937"/>
                  </a:lnTo>
                  <a:lnTo>
                    <a:pt x="3783414" y="3831857"/>
                  </a:lnTo>
                  <a:lnTo>
                    <a:pt x="3812632" y="3759851"/>
                  </a:lnTo>
                  <a:lnTo>
                    <a:pt x="3829811" y="3720076"/>
                  </a:lnTo>
                  <a:lnTo>
                    <a:pt x="3872101" y="3630111"/>
                  </a:lnTo>
                  <a:lnTo>
                    <a:pt x="3916331" y="3547771"/>
                  </a:lnTo>
                  <a:lnTo>
                    <a:pt x="3963032" y="3472800"/>
                  </a:lnTo>
                  <a:lnTo>
                    <a:pt x="4012787" y="3404697"/>
                  </a:lnTo>
                  <a:lnTo>
                    <a:pt x="4066201" y="3342854"/>
                  </a:lnTo>
                  <a:lnTo>
                    <a:pt x="4123872" y="3286640"/>
                  </a:lnTo>
                  <a:lnTo>
                    <a:pt x="4186349" y="3235455"/>
                  </a:lnTo>
                  <a:lnTo>
                    <a:pt x="4254089" y="3188767"/>
                  </a:lnTo>
                  <a:lnTo>
                    <a:pt x="4327388" y="3146128"/>
                  </a:lnTo>
                  <a:lnTo>
                    <a:pt x="4406295" y="3107187"/>
                  </a:lnTo>
                  <a:lnTo>
                    <a:pt x="4490515" y="3071693"/>
                  </a:lnTo>
                  <a:lnTo>
                    <a:pt x="4579298" y="3039498"/>
                  </a:lnTo>
                  <a:lnTo>
                    <a:pt x="4671338" y="3010545"/>
                  </a:lnTo>
                  <a:lnTo>
                    <a:pt x="4764716" y="2984850"/>
                  </a:lnTo>
                  <a:lnTo>
                    <a:pt x="4856915" y="2962476"/>
                  </a:lnTo>
                  <a:lnTo>
                    <a:pt x="4944960" y="2943488"/>
                  </a:lnTo>
                  <a:lnTo>
                    <a:pt x="5025686" y="2927907"/>
                  </a:lnTo>
                  <a:lnTo>
                    <a:pt x="5096125" y="2915665"/>
                  </a:lnTo>
                  <a:lnTo>
                    <a:pt x="5153953" y="2906568"/>
                  </a:lnTo>
                  <a:lnTo>
                    <a:pt x="5197887" y="2900284"/>
                  </a:lnTo>
                  <a:lnTo>
                    <a:pt x="5227943" y="2896361"/>
                  </a:lnTo>
                  <a:lnTo>
                    <a:pt x="5245510" y="2894263"/>
                  </a:lnTo>
                  <a:lnTo>
                    <a:pt x="5253252" y="2893414"/>
                  </a:lnTo>
                  <a:lnTo>
                    <a:pt x="5254955" y="2893241"/>
                  </a:lnTo>
                  <a:lnTo>
                    <a:pt x="6726343" y="2893241"/>
                  </a:lnTo>
                  <a:lnTo>
                    <a:pt x="6727486" y="2893174"/>
                  </a:lnTo>
                  <a:lnTo>
                    <a:pt x="6735002" y="2892699"/>
                  </a:lnTo>
                  <a:lnTo>
                    <a:pt x="6753945" y="2891384"/>
                  </a:lnTo>
                  <a:lnTo>
                    <a:pt x="6787807" y="2888795"/>
                  </a:lnTo>
                  <a:lnTo>
                    <a:pt x="6838267" y="2884531"/>
                  </a:lnTo>
                  <a:lnTo>
                    <a:pt x="6905064" y="2878263"/>
                  </a:lnTo>
                  <a:lnTo>
                    <a:pt x="6986151" y="2869768"/>
                  </a:lnTo>
                  <a:lnTo>
                    <a:pt x="7078165" y="2858932"/>
                  </a:lnTo>
                  <a:lnTo>
                    <a:pt x="7177077" y="2845736"/>
                  </a:lnTo>
                  <a:lnTo>
                    <a:pt x="7278857" y="2830218"/>
                  </a:lnTo>
                  <a:lnTo>
                    <a:pt x="7379979" y="2812429"/>
                  </a:lnTo>
                  <a:lnTo>
                    <a:pt x="7477716" y="2792395"/>
                  </a:lnTo>
                  <a:lnTo>
                    <a:pt x="7570216" y="2770083"/>
                  </a:lnTo>
                  <a:lnTo>
                    <a:pt x="7656429" y="2745388"/>
                  </a:lnTo>
                  <a:lnTo>
                    <a:pt x="7735961" y="2718123"/>
                  </a:lnTo>
                  <a:lnTo>
                    <a:pt x="7808904" y="2688016"/>
                  </a:lnTo>
                  <a:lnTo>
                    <a:pt x="7875682" y="2654716"/>
                  </a:lnTo>
                  <a:lnTo>
                    <a:pt x="7936926" y="2617805"/>
                  </a:lnTo>
                  <a:lnTo>
                    <a:pt x="7993379" y="2576820"/>
                  </a:lnTo>
                  <a:lnTo>
                    <a:pt x="8045827" y="2531285"/>
                  </a:lnTo>
                  <a:lnTo>
                    <a:pt x="8095046" y="2480776"/>
                  </a:lnTo>
                  <a:lnTo>
                    <a:pt x="8141754" y="2425018"/>
                  </a:lnTo>
                  <a:lnTo>
                    <a:pt x="8151487" y="2412396"/>
                  </a:lnTo>
                  <a:lnTo>
                    <a:pt x="8188896" y="2360615"/>
                  </a:lnTo>
                  <a:lnTo>
                    <a:pt x="8225366" y="2305050"/>
                  </a:lnTo>
                  <a:lnTo>
                    <a:pt x="8261152" y="2245626"/>
                  </a:lnTo>
                  <a:lnTo>
                    <a:pt x="8296458" y="2182327"/>
                  </a:lnTo>
                  <a:lnTo>
                    <a:pt x="8331449" y="2115203"/>
                  </a:lnTo>
                  <a:lnTo>
                    <a:pt x="8366253" y="2044382"/>
                  </a:lnTo>
                  <a:lnTo>
                    <a:pt x="8400966" y="1970066"/>
                  </a:lnTo>
                  <a:lnTo>
                    <a:pt x="8435658" y="1892538"/>
                  </a:lnTo>
                  <a:lnTo>
                    <a:pt x="8470371" y="1812161"/>
                  </a:lnTo>
                  <a:lnTo>
                    <a:pt x="8505131" y="1729368"/>
                  </a:lnTo>
                  <a:lnTo>
                    <a:pt x="8539943" y="1644661"/>
                  </a:lnTo>
                  <a:lnTo>
                    <a:pt x="8574800" y="1558594"/>
                  </a:lnTo>
                  <a:lnTo>
                    <a:pt x="8609685" y="1471760"/>
                  </a:lnTo>
                  <a:lnTo>
                    <a:pt x="8644576" y="1384776"/>
                  </a:lnTo>
                  <a:lnTo>
                    <a:pt x="8679450" y="1298261"/>
                  </a:lnTo>
                  <a:lnTo>
                    <a:pt x="8714285" y="1212824"/>
                  </a:lnTo>
                  <a:lnTo>
                    <a:pt x="8749070" y="1129039"/>
                  </a:lnTo>
                  <a:lnTo>
                    <a:pt x="8783804" y="1047435"/>
                  </a:lnTo>
                  <a:lnTo>
                    <a:pt x="8818502" y="968479"/>
                  </a:lnTo>
                  <a:lnTo>
                    <a:pt x="8853198" y="892568"/>
                  </a:lnTo>
                  <a:lnTo>
                    <a:pt x="8887947" y="820026"/>
                  </a:lnTo>
                  <a:lnTo>
                    <a:pt x="8922834" y="751093"/>
                  </a:lnTo>
                  <a:lnTo>
                    <a:pt x="8957970" y="685932"/>
                  </a:lnTo>
                  <a:lnTo>
                    <a:pt x="8993501" y="624631"/>
                  </a:lnTo>
                  <a:lnTo>
                    <a:pt x="9029611" y="567205"/>
                  </a:lnTo>
                  <a:lnTo>
                    <a:pt x="9066531" y="513606"/>
                  </a:lnTo>
                  <a:lnTo>
                    <a:pt x="9084767" y="489017"/>
                  </a:lnTo>
                  <a:lnTo>
                    <a:pt x="9131022" y="432126"/>
                  </a:lnTo>
                  <a:lnTo>
                    <a:pt x="9179645" y="380508"/>
                  </a:lnTo>
                  <a:lnTo>
                    <a:pt x="9231338" y="333941"/>
                  </a:lnTo>
                  <a:lnTo>
                    <a:pt x="9286868" y="292021"/>
                  </a:lnTo>
                  <a:lnTo>
                    <a:pt x="9347022" y="254279"/>
                  </a:lnTo>
                  <a:lnTo>
                    <a:pt x="9412557" y="220243"/>
                  </a:lnTo>
                  <a:lnTo>
                    <a:pt x="9484136" y="189484"/>
                  </a:lnTo>
                  <a:lnTo>
                    <a:pt x="9562236" y="161637"/>
                  </a:lnTo>
                  <a:lnTo>
                    <a:pt x="9647033" y="136411"/>
                  </a:lnTo>
                  <a:lnTo>
                    <a:pt x="9738251" y="113600"/>
                  </a:lnTo>
                  <a:lnTo>
                    <a:pt x="9834994" y="93083"/>
                  </a:lnTo>
                  <a:lnTo>
                    <a:pt x="9935591" y="74813"/>
                  </a:lnTo>
                  <a:lnTo>
                    <a:pt x="10037502" y="58806"/>
                  </a:lnTo>
                  <a:lnTo>
                    <a:pt x="10137356" y="45109"/>
                  </a:lnTo>
                  <a:lnTo>
                    <a:pt x="10231195" y="33766"/>
                  </a:lnTo>
                  <a:lnTo>
                    <a:pt x="10314937" y="24776"/>
                  </a:lnTo>
                  <a:lnTo>
                    <a:pt x="10385018" y="18046"/>
                  </a:lnTo>
                  <a:lnTo>
                    <a:pt x="10439062" y="13377"/>
                  </a:lnTo>
                  <a:lnTo>
                    <a:pt x="10476402" y="10462"/>
                  </a:lnTo>
                  <a:lnTo>
                    <a:pt x="10498303" y="8911"/>
                  </a:lnTo>
                  <a:lnTo>
                    <a:pt x="10507889" y="8292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8767" y="66"/>
                  </a:lnTo>
                  <a:lnTo>
                    <a:pt x="10501252" y="542"/>
                  </a:lnTo>
                  <a:lnTo>
                    <a:pt x="10482308" y="1857"/>
                  </a:lnTo>
                  <a:lnTo>
                    <a:pt x="10448446" y="4445"/>
                  </a:lnTo>
                  <a:lnTo>
                    <a:pt x="10397986" y="8709"/>
                  </a:lnTo>
                  <a:lnTo>
                    <a:pt x="10331189" y="14977"/>
                  </a:lnTo>
                  <a:lnTo>
                    <a:pt x="10250102" y="23473"/>
                  </a:lnTo>
                  <a:lnTo>
                    <a:pt x="10158088" y="34309"/>
                  </a:lnTo>
                  <a:lnTo>
                    <a:pt x="10059176" y="47505"/>
                  </a:lnTo>
                  <a:lnTo>
                    <a:pt x="9957397" y="63022"/>
                  </a:lnTo>
                  <a:lnTo>
                    <a:pt x="9856275" y="80811"/>
                  </a:lnTo>
                  <a:lnTo>
                    <a:pt x="9758537" y="100846"/>
                  </a:lnTo>
                  <a:lnTo>
                    <a:pt x="9666037" y="123157"/>
                  </a:lnTo>
                  <a:lnTo>
                    <a:pt x="9579824" y="147852"/>
                  </a:lnTo>
                  <a:lnTo>
                    <a:pt x="9500292" y="175117"/>
                  </a:lnTo>
                  <a:lnTo>
                    <a:pt x="9427350" y="205224"/>
                  </a:lnTo>
                  <a:lnTo>
                    <a:pt x="9360572" y="238525"/>
                  </a:lnTo>
                  <a:lnTo>
                    <a:pt x="9299327" y="275435"/>
                  </a:lnTo>
                  <a:lnTo>
                    <a:pt x="9242874" y="316420"/>
                  </a:lnTo>
                  <a:lnTo>
                    <a:pt x="9190426" y="361955"/>
                  </a:lnTo>
                  <a:lnTo>
                    <a:pt x="9141207" y="412465"/>
                  </a:lnTo>
                  <a:lnTo>
                    <a:pt x="9094499" y="468223"/>
                  </a:lnTo>
                  <a:lnTo>
                    <a:pt x="9084767" y="480844"/>
                  </a:lnTo>
                  <a:lnTo>
                    <a:pt x="9047357" y="532626"/>
                  </a:lnTo>
                  <a:lnTo>
                    <a:pt x="9010887" y="588190"/>
                  </a:lnTo>
                  <a:lnTo>
                    <a:pt x="8975102" y="647614"/>
                  </a:lnTo>
                  <a:lnTo>
                    <a:pt x="8939795" y="710914"/>
                  </a:lnTo>
                  <a:lnTo>
                    <a:pt x="8904804" y="778037"/>
                  </a:lnTo>
                  <a:lnTo>
                    <a:pt x="8870000" y="848859"/>
                  </a:lnTo>
                  <a:lnTo>
                    <a:pt x="8835287" y="923175"/>
                  </a:lnTo>
                  <a:lnTo>
                    <a:pt x="8800596" y="1000702"/>
                  </a:lnTo>
                  <a:lnTo>
                    <a:pt x="8765882" y="1081080"/>
                  </a:lnTo>
                  <a:lnTo>
                    <a:pt x="8731122" y="1163872"/>
                  </a:lnTo>
                  <a:lnTo>
                    <a:pt x="8696310" y="1248579"/>
                  </a:lnTo>
                  <a:lnTo>
                    <a:pt x="8661453" y="1334646"/>
                  </a:lnTo>
                  <a:lnTo>
                    <a:pt x="8626568" y="1421480"/>
                  </a:lnTo>
                  <a:lnTo>
                    <a:pt x="8591677" y="1508465"/>
                  </a:lnTo>
                  <a:lnTo>
                    <a:pt x="8556804" y="1594979"/>
                  </a:lnTo>
                  <a:lnTo>
                    <a:pt x="8521968" y="1680416"/>
                  </a:lnTo>
                  <a:lnTo>
                    <a:pt x="8487183" y="1764201"/>
                  </a:lnTo>
                  <a:lnTo>
                    <a:pt x="8452449" y="1845806"/>
                  </a:lnTo>
                  <a:lnTo>
                    <a:pt x="8417751" y="1924762"/>
                  </a:lnTo>
                  <a:lnTo>
                    <a:pt x="8383056" y="2000672"/>
                  </a:lnTo>
                  <a:lnTo>
                    <a:pt x="8348306" y="2073215"/>
                  </a:lnTo>
                  <a:lnTo>
                    <a:pt x="8313419" y="2142148"/>
                  </a:lnTo>
                  <a:lnTo>
                    <a:pt x="8278283" y="2207309"/>
                  </a:lnTo>
                  <a:lnTo>
                    <a:pt x="8242752" y="2268610"/>
                  </a:lnTo>
                  <a:lnTo>
                    <a:pt x="8206642" y="2326036"/>
                  </a:lnTo>
                  <a:lnTo>
                    <a:pt x="8169722" y="2379634"/>
                  </a:lnTo>
                  <a:lnTo>
                    <a:pt x="8151487" y="2404223"/>
                  </a:lnTo>
                  <a:lnTo>
                    <a:pt x="8105231" y="2461115"/>
                  </a:lnTo>
                  <a:lnTo>
                    <a:pt x="8056608" y="2512732"/>
                  </a:lnTo>
                  <a:lnTo>
                    <a:pt x="8004915" y="2559300"/>
                  </a:lnTo>
                  <a:lnTo>
                    <a:pt x="7949386" y="2601219"/>
                  </a:lnTo>
                  <a:lnTo>
                    <a:pt x="7889232" y="2638962"/>
                  </a:lnTo>
                  <a:lnTo>
                    <a:pt x="7823696" y="2672997"/>
                  </a:lnTo>
                  <a:lnTo>
                    <a:pt x="7752117" y="2703756"/>
                  </a:lnTo>
                  <a:lnTo>
                    <a:pt x="7674017" y="2731604"/>
                  </a:lnTo>
                  <a:lnTo>
                    <a:pt x="7589220" y="2756830"/>
                  </a:lnTo>
                  <a:lnTo>
                    <a:pt x="7498002" y="2779640"/>
                  </a:lnTo>
                  <a:lnTo>
                    <a:pt x="7401259" y="2800157"/>
                  </a:lnTo>
                  <a:lnTo>
                    <a:pt x="7300662" y="2818427"/>
                  </a:lnTo>
                  <a:lnTo>
                    <a:pt x="7198751" y="2834435"/>
                  </a:lnTo>
                  <a:lnTo>
                    <a:pt x="7098897" y="2848132"/>
                  </a:lnTo>
                  <a:lnTo>
                    <a:pt x="7005058" y="2859474"/>
                  </a:lnTo>
                  <a:lnTo>
                    <a:pt x="6921316" y="2868465"/>
                  </a:lnTo>
                  <a:lnTo>
                    <a:pt x="6851235" y="2875195"/>
                  </a:lnTo>
                  <a:lnTo>
                    <a:pt x="6797191" y="2879863"/>
                  </a:lnTo>
                  <a:lnTo>
                    <a:pt x="6759851" y="2882778"/>
                  </a:lnTo>
                  <a:lnTo>
                    <a:pt x="6737951" y="2884330"/>
                  </a:lnTo>
                  <a:lnTo>
                    <a:pt x="6728365" y="2884948"/>
                  </a:lnTo>
                  <a:lnTo>
                    <a:pt x="6726343" y="2885068"/>
                  </a:lnTo>
                  <a:lnTo>
                    <a:pt x="5254955" y="2885068"/>
                  </a:lnTo>
                  <a:lnTo>
                    <a:pt x="5254072" y="2885156"/>
                  </a:lnTo>
                  <a:lnTo>
                    <a:pt x="5248237" y="2885783"/>
                  </a:lnTo>
                  <a:lnTo>
                    <a:pt x="5233422" y="2887515"/>
                  </a:lnTo>
                  <a:lnTo>
                    <a:pt x="5206670" y="2890929"/>
                  </a:lnTo>
                  <a:lnTo>
                    <a:pt x="5166261" y="2896576"/>
                  </a:lnTo>
                  <a:lnTo>
                    <a:pt x="5111834" y="2904934"/>
                  </a:lnTo>
                  <a:lnTo>
                    <a:pt x="5044364" y="2916366"/>
                  </a:lnTo>
                  <a:lnTo>
                    <a:pt x="4965949" y="2931101"/>
                  </a:lnTo>
                  <a:lnTo>
                    <a:pt x="4879437" y="2949237"/>
                  </a:lnTo>
                  <a:lnTo>
                    <a:pt x="4787984" y="2970770"/>
                  </a:lnTo>
                  <a:lnTo>
                    <a:pt x="4694644" y="2995641"/>
                  </a:lnTo>
                  <a:lnTo>
                    <a:pt x="4602066" y="3023784"/>
                  </a:lnTo>
                  <a:lnTo>
                    <a:pt x="4512322" y="3055167"/>
                  </a:lnTo>
                  <a:lnTo>
                    <a:pt x="4426871" y="3089825"/>
                  </a:lnTo>
                  <a:lnTo>
                    <a:pt x="4346592" y="3127885"/>
                  </a:lnTo>
                  <a:lnTo>
                    <a:pt x="4271885" y="3169571"/>
                  </a:lnTo>
                  <a:lnTo>
                    <a:pt x="4202775" y="3215208"/>
                  </a:lnTo>
                  <a:lnTo>
                    <a:pt x="4139019" y="3265222"/>
                  </a:lnTo>
                  <a:lnTo>
                    <a:pt x="4080196" y="3320125"/>
                  </a:lnTo>
                  <a:lnTo>
                    <a:pt x="4025773" y="3380503"/>
                  </a:lnTo>
                  <a:lnTo>
                    <a:pt x="3975160" y="3446981"/>
                  </a:lnTo>
                  <a:lnTo>
                    <a:pt x="3927752" y="3520183"/>
                  </a:lnTo>
                  <a:lnTo>
                    <a:pt x="3882956" y="3600644"/>
                  </a:lnTo>
                  <a:lnTo>
                    <a:pt x="3840227" y="3688699"/>
                  </a:lnTo>
                  <a:lnTo>
                    <a:pt x="3829811" y="3711903"/>
                  </a:lnTo>
                  <a:lnTo>
                    <a:pt x="3800217" y="3781597"/>
                  </a:lnTo>
                  <a:lnTo>
                    <a:pt x="3771244" y="3855314"/>
                  </a:lnTo>
                  <a:lnTo>
                    <a:pt x="3742759" y="3933134"/>
                  </a:lnTo>
                  <a:lnTo>
                    <a:pt x="3714649" y="4015100"/>
                  </a:lnTo>
                  <a:lnTo>
                    <a:pt x="3686819" y="4101211"/>
                  </a:lnTo>
                  <a:lnTo>
                    <a:pt x="3659189" y="4191419"/>
                  </a:lnTo>
                  <a:lnTo>
                    <a:pt x="3631694" y="4285630"/>
                  </a:lnTo>
                  <a:lnTo>
                    <a:pt x="3604282" y="4383697"/>
                  </a:lnTo>
                  <a:lnTo>
                    <a:pt x="3576910" y="4485420"/>
                  </a:lnTo>
                  <a:lnTo>
                    <a:pt x="3549549" y="4590546"/>
                  </a:lnTo>
                  <a:lnTo>
                    <a:pt x="3522176" y="4698772"/>
                  </a:lnTo>
                  <a:lnTo>
                    <a:pt x="3494776" y="4809742"/>
                  </a:lnTo>
                  <a:lnTo>
                    <a:pt x="3467345" y="4923056"/>
                  </a:lnTo>
                  <a:lnTo>
                    <a:pt x="3439882" y="5038275"/>
                  </a:lnTo>
                  <a:lnTo>
                    <a:pt x="3412391" y="5154925"/>
                  </a:lnTo>
                  <a:lnTo>
                    <a:pt x="3384880" y="5272504"/>
                  </a:lnTo>
                  <a:lnTo>
                    <a:pt x="3357359" y="5390498"/>
                  </a:lnTo>
                  <a:lnTo>
                    <a:pt x="3329842" y="5508380"/>
                  </a:lnTo>
                  <a:lnTo>
                    <a:pt x="3302338" y="5625629"/>
                  </a:lnTo>
                  <a:lnTo>
                    <a:pt x="3274858" y="5741734"/>
                  </a:lnTo>
                  <a:lnTo>
                    <a:pt x="3247408" y="5856205"/>
                  </a:lnTo>
                  <a:lnTo>
                    <a:pt x="3219990" y="5968581"/>
                  </a:lnTo>
                  <a:lnTo>
                    <a:pt x="3192603" y="6078438"/>
                  </a:lnTo>
                  <a:lnTo>
                    <a:pt x="3165237" y="6185395"/>
                  </a:lnTo>
                  <a:lnTo>
                    <a:pt x="3137875" y="6289118"/>
                  </a:lnTo>
                  <a:lnTo>
                    <a:pt x="3110490" y="6389325"/>
                  </a:lnTo>
                  <a:lnTo>
                    <a:pt x="3083049" y="6485784"/>
                  </a:lnTo>
                  <a:lnTo>
                    <a:pt x="3055504" y="6578320"/>
                  </a:lnTo>
                  <a:lnTo>
                    <a:pt x="3027798" y="6666806"/>
                  </a:lnTo>
                  <a:lnTo>
                    <a:pt x="2999860" y="6751169"/>
                  </a:lnTo>
                  <a:lnTo>
                    <a:pt x="2971604" y="6831382"/>
                  </a:lnTo>
                  <a:lnTo>
                    <a:pt x="2942928" y="6907462"/>
                  </a:lnTo>
                  <a:lnTo>
                    <a:pt x="2913711" y="6979468"/>
                  </a:lnTo>
                  <a:lnTo>
                    <a:pt x="2896531" y="7019243"/>
                  </a:lnTo>
                  <a:lnTo>
                    <a:pt x="2854241" y="7109208"/>
                  </a:lnTo>
                  <a:lnTo>
                    <a:pt x="2810011" y="7191548"/>
                  </a:lnTo>
                  <a:lnTo>
                    <a:pt x="2763310" y="7266519"/>
                  </a:lnTo>
                  <a:lnTo>
                    <a:pt x="2713555" y="7334622"/>
                  </a:lnTo>
                  <a:lnTo>
                    <a:pt x="2660141" y="7396465"/>
                  </a:lnTo>
                  <a:lnTo>
                    <a:pt x="2602470" y="7452679"/>
                  </a:lnTo>
                  <a:lnTo>
                    <a:pt x="2539993" y="7503864"/>
                  </a:lnTo>
                  <a:lnTo>
                    <a:pt x="2472253" y="7550552"/>
                  </a:lnTo>
                  <a:lnTo>
                    <a:pt x="2398955" y="7593191"/>
                  </a:lnTo>
                  <a:lnTo>
                    <a:pt x="2320047" y="7632132"/>
                  </a:lnTo>
                  <a:lnTo>
                    <a:pt x="2235827" y="7667626"/>
                  </a:lnTo>
                  <a:lnTo>
                    <a:pt x="2147044" y="7699821"/>
                  </a:lnTo>
                  <a:lnTo>
                    <a:pt x="2055004" y="7728774"/>
                  </a:lnTo>
                  <a:lnTo>
                    <a:pt x="1961626" y="7754469"/>
                  </a:lnTo>
                  <a:lnTo>
                    <a:pt x="1869427" y="7776843"/>
                  </a:lnTo>
                  <a:lnTo>
                    <a:pt x="1781382" y="7795831"/>
                  </a:lnTo>
                  <a:lnTo>
                    <a:pt x="1700656" y="7811412"/>
                  </a:lnTo>
                  <a:lnTo>
                    <a:pt x="1630217" y="7823653"/>
                  </a:lnTo>
                  <a:lnTo>
                    <a:pt x="1572389" y="7832751"/>
                  </a:lnTo>
                  <a:lnTo>
                    <a:pt x="1528455" y="7839035"/>
                  </a:lnTo>
                  <a:lnTo>
                    <a:pt x="1498399" y="7842958"/>
                  </a:lnTo>
                  <a:lnTo>
                    <a:pt x="1480832" y="7845056"/>
                  </a:lnTo>
                  <a:lnTo>
                    <a:pt x="1473090" y="7845905"/>
                  </a:lnTo>
                  <a:lnTo>
                    <a:pt x="1471387" y="7846078"/>
                  </a:lnTo>
                  <a:lnTo>
                    <a:pt x="0" y="7846078"/>
                  </a:lnTo>
                  <a:close/>
                </a:path>
              </a:pathLst>
            </a:custGeom>
            <a:solidFill>
              <a:srgbClr val="A1D492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2073" name="pl2073"/>
            <p:cNvSpPr/>
            <p:nvPr/>
          </p:nvSpPr>
          <p:spPr>
            <a:xfrm>
              <a:off x="4799595" y="3099980"/>
              <a:ext cx="11981298" cy="7846078"/>
            </a:xfrm>
            <a:custGeom>
              <a:avLst/>
              <a:pathLst>
                <a:path w="11981298" h="7846078">
                  <a:moveTo>
                    <a:pt x="0" y="7846078"/>
                  </a:moveTo>
                  <a:lnTo>
                    <a:pt x="1471387" y="7846078"/>
                  </a:lnTo>
                  <a:lnTo>
                    <a:pt x="1472270" y="7845990"/>
                  </a:lnTo>
                  <a:lnTo>
                    <a:pt x="1478105" y="7845363"/>
                  </a:lnTo>
                  <a:lnTo>
                    <a:pt x="1492920" y="7843631"/>
                  </a:lnTo>
                  <a:lnTo>
                    <a:pt x="1519672" y="7840217"/>
                  </a:lnTo>
                  <a:lnTo>
                    <a:pt x="1560081" y="7834570"/>
                  </a:lnTo>
                  <a:lnTo>
                    <a:pt x="1614508" y="7826212"/>
                  </a:lnTo>
                  <a:lnTo>
                    <a:pt x="1681978" y="7814779"/>
                  </a:lnTo>
                  <a:lnTo>
                    <a:pt x="1760393" y="7800045"/>
                  </a:lnTo>
                  <a:lnTo>
                    <a:pt x="1846905" y="7781909"/>
                  </a:lnTo>
                  <a:lnTo>
                    <a:pt x="1938358" y="7760376"/>
                  </a:lnTo>
                  <a:lnTo>
                    <a:pt x="2031698" y="7735505"/>
                  </a:lnTo>
                  <a:lnTo>
                    <a:pt x="2124277" y="7707362"/>
                  </a:lnTo>
                  <a:lnTo>
                    <a:pt x="2214020" y="7675979"/>
                  </a:lnTo>
                  <a:lnTo>
                    <a:pt x="2299471" y="7641320"/>
                  </a:lnTo>
                  <a:lnTo>
                    <a:pt x="2379750" y="7603260"/>
                  </a:lnTo>
                  <a:lnTo>
                    <a:pt x="2454458" y="7561575"/>
                  </a:lnTo>
                  <a:lnTo>
                    <a:pt x="2523568" y="7515937"/>
                  </a:lnTo>
                  <a:lnTo>
                    <a:pt x="2587323" y="7465924"/>
                  </a:lnTo>
                  <a:lnTo>
                    <a:pt x="2646146" y="7411021"/>
                  </a:lnTo>
                  <a:lnTo>
                    <a:pt x="2700569" y="7350643"/>
                  </a:lnTo>
                  <a:lnTo>
                    <a:pt x="2751182" y="7284165"/>
                  </a:lnTo>
                  <a:lnTo>
                    <a:pt x="2798590" y="7210963"/>
                  </a:lnTo>
                  <a:lnTo>
                    <a:pt x="2843386" y="7130502"/>
                  </a:lnTo>
                  <a:lnTo>
                    <a:pt x="2886115" y="7042447"/>
                  </a:lnTo>
                  <a:lnTo>
                    <a:pt x="2896531" y="7019243"/>
                  </a:lnTo>
                  <a:lnTo>
                    <a:pt x="2926125" y="6949549"/>
                  </a:lnTo>
                  <a:lnTo>
                    <a:pt x="2955098" y="6875832"/>
                  </a:lnTo>
                  <a:lnTo>
                    <a:pt x="2983583" y="6798011"/>
                  </a:lnTo>
                  <a:lnTo>
                    <a:pt x="3011693" y="6716046"/>
                  </a:lnTo>
                  <a:lnTo>
                    <a:pt x="3039524" y="6629935"/>
                  </a:lnTo>
                  <a:lnTo>
                    <a:pt x="3067153" y="6539727"/>
                  </a:lnTo>
                  <a:lnTo>
                    <a:pt x="3094648" y="6445516"/>
                  </a:lnTo>
                  <a:lnTo>
                    <a:pt x="3122060" y="6347449"/>
                  </a:lnTo>
                  <a:lnTo>
                    <a:pt x="3149432" y="6245726"/>
                  </a:lnTo>
                  <a:lnTo>
                    <a:pt x="3176793" y="6140599"/>
                  </a:lnTo>
                  <a:lnTo>
                    <a:pt x="3204167" y="6032374"/>
                  </a:lnTo>
                  <a:lnTo>
                    <a:pt x="3231566" y="5921404"/>
                  </a:lnTo>
                  <a:lnTo>
                    <a:pt x="3258997" y="5808090"/>
                  </a:lnTo>
                  <a:lnTo>
                    <a:pt x="3286460" y="5692871"/>
                  </a:lnTo>
                  <a:lnTo>
                    <a:pt x="3313951" y="5576221"/>
                  </a:lnTo>
                  <a:lnTo>
                    <a:pt x="3341462" y="5458641"/>
                  </a:lnTo>
                  <a:lnTo>
                    <a:pt x="3368983" y="5340648"/>
                  </a:lnTo>
                  <a:lnTo>
                    <a:pt x="3396500" y="5222766"/>
                  </a:lnTo>
                  <a:lnTo>
                    <a:pt x="3424004" y="5105516"/>
                  </a:lnTo>
                  <a:lnTo>
                    <a:pt x="3451485" y="4989412"/>
                  </a:lnTo>
                  <a:lnTo>
                    <a:pt x="3478935" y="4874941"/>
                  </a:lnTo>
                  <a:lnTo>
                    <a:pt x="3506352" y="4762565"/>
                  </a:lnTo>
                  <a:lnTo>
                    <a:pt x="3533739" y="4652708"/>
                  </a:lnTo>
                  <a:lnTo>
                    <a:pt x="3561105" y="4545751"/>
                  </a:lnTo>
                  <a:lnTo>
                    <a:pt x="3588468" y="4442028"/>
                  </a:lnTo>
                  <a:lnTo>
                    <a:pt x="3615852" y="4341821"/>
                  </a:lnTo>
                  <a:lnTo>
                    <a:pt x="3643293" y="4245362"/>
                  </a:lnTo>
                  <a:lnTo>
                    <a:pt x="3670838" y="4152826"/>
                  </a:lnTo>
                  <a:lnTo>
                    <a:pt x="3698544" y="4064339"/>
                  </a:lnTo>
                  <a:lnTo>
                    <a:pt x="3726482" y="3979976"/>
                  </a:lnTo>
                  <a:lnTo>
                    <a:pt x="3754738" y="3899764"/>
                  </a:lnTo>
                  <a:lnTo>
                    <a:pt x="3783414" y="3823684"/>
                  </a:lnTo>
                  <a:lnTo>
                    <a:pt x="3812632" y="3751678"/>
                  </a:lnTo>
                  <a:lnTo>
                    <a:pt x="3829811" y="3711903"/>
                  </a:lnTo>
                  <a:lnTo>
                    <a:pt x="3872101" y="3621938"/>
                  </a:lnTo>
                  <a:lnTo>
                    <a:pt x="3916331" y="3539598"/>
                  </a:lnTo>
                  <a:lnTo>
                    <a:pt x="3963032" y="3464627"/>
                  </a:lnTo>
                  <a:lnTo>
                    <a:pt x="4012787" y="3396524"/>
                  </a:lnTo>
                  <a:lnTo>
                    <a:pt x="4066201" y="3334681"/>
                  </a:lnTo>
                  <a:lnTo>
                    <a:pt x="4123872" y="3278467"/>
                  </a:lnTo>
                  <a:lnTo>
                    <a:pt x="4186349" y="3227282"/>
                  </a:lnTo>
                  <a:lnTo>
                    <a:pt x="4254089" y="3180594"/>
                  </a:lnTo>
                  <a:lnTo>
                    <a:pt x="4327388" y="3137955"/>
                  </a:lnTo>
                  <a:lnTo>
                    <a:pt x="4406295" y="3099014"/>
                  </a:lnTo>
                  <a:lnTo>
                    <a:pt x="4490515" y="3063520"/>
                  </a:lnTo>
                  <a:lnTo>
                    <a:pt x="4579298" y="3031325"/>
                  </a:lnTo>
                  <a:lnTo>
                    <a:pt x="4671338" y="3002372"/>
                  </a:lnTo>
                  <a:lnTo>
                    <a:pt x="4764716" y="2976677"/>
                  </a:lnTo>
                  <a:lnTo>
                    <a:pt x="4856915" y="2954303"/>
                  </a:lnTo>
                  <a:lnTo>
                    <a:pt x="4944960" y="2935315"/>
                  </a:lnTo>
                  <a:lnTo>
                    <a:pt x="5025686" y="2919734"/>
                  </a:lnTo>
                  <a:lnTo>
                    <a:pt x="5096125" y="2907492"/>
                  </a:lnTo>
                  <a:lnTo>
                    <a:pt x="5153953" y="2898395"/>
                  </a:lnTo>
                  <a:lnTo>
                    <a:pt x="5197887" y="2892111"/>
                  </a:lnTo>
                  <a:lnTo>
                    <a:pt x="5227943" y="2888188"/>
                  </a:lnTo>
                  <a:lnTo>
                    <a:pt x="5245510" y="2886090"/>
                  </a:lnTo>
                  <a:lnTo>
                    <a:pt x="5253252" y="2885241"/>
                  </a:lnTo>
                  <a:lnTo>
                    <a:pt x="5254941" y="2885069"/>
                  </a:lnTo>
                  <a:lnTo>
                    <a:pt x="5254955" y="2885068"/>
                  </a:lnTo>
                  <a:lnTo>
                    <a:pt x="6726343" y="2885068"/>
                  </a:lnTo>
                  <a:lnTo>
                    <a:pt x="6727486" y="2885001"/>
                  </a:lnTo>
                  <a:lnTo>
                    <a:pt x="6735002" y="2884526"/>
                  </a:lnTo>
                  <a:lnTo>
                    <a:pt x="6753945" y="2883211"/>
                  </a:lnTo>
                  <a:lnTo>
                    <a:pt x="6787807" y="2880622"/>
                  </a:lnTo>
                  <a:lnTo>
                    <a:pt x="6838267" y="2876358"/>
                  </a:lnTo>
                  <a:lnTo>
                    <a:pt x="6905064" y="2870090"/>
                  </a:lnTo>
                  <a:lnTo>
                    <a:pt x="6986151" y="2861595"/>
                  </a:lnTo>
                  <a:lnTo>
                    <a:pt x="7078165" y="2850759"/>
                  </a:lnTo>
                  <a:lnTo>
                    <a:pt x="7177077" y="2837563"/>
                  </a:lnTo>
                  <a:lnTo>
                    <a:pt x="7278857" y="2822045"/>
                  </a:lnTo>
                  <a:lnTo>
                    <a:pt x="7379979" y="2804256"/>
                  </a:lnTo>
                  <a:lnTo>
                    <a:pt x="7477716" y="2784222"/>
                  </a:lnTo>
                  <a:lnTo>
                    <a:pt x="7570216" y="2761910"/>
                  </a:lnTo>
                  <a:lnTo>
                    <a:pt x="7656429" y="2737215"/>
                  </a:lnTo>
                  <a:lnTo>
                    <a:pt x="7735961" y="2709950"/>
                  </a:lnTo>
                  <a:lnTo>
                    <a:pt x="7808904" y="2679843"/>
                  </a:lnTo>
                  <a:lnTo>
                    <a:pt x="7875682" y="2646543"/>
                  </a:lnTo>
                  <a:lnTo>
                    <a:pt x="7936926" y="2609632"/>
                  </a:lnTo>
                  <a:lnTo>
                    <a:pt x="7993379" y="2568647"/>
                  </a:lnTo>
                  <a:lnTo>
                    <a:pt x="8045827" y="2523112"/>
                  </a:lnTo>
                  <a:lnTo>
                    <a:pt x="8095046" y="2472603"/>
                  </a:lnTo>
                  <a:lnTo>
                    <a:pt x="8141754" y="2416845"/>
                  </a:lnTo>
                  <a:lnTo>
                    <a:pt x="8151487" y="2404223"/>
                  </a:lnTo>
                  <a:lnTo>
                    <a:pt x="8188896" y="2352442"/>
                  </a:lnTo>
                  <a:lnTo>
                    <a:pt x="8225366" y="2296877"/>
                  </a:lnTo>
                  <a:lnTo>
                    <a:pt x="8261152" y="2237453"/>
                  </a:lnTo>
                  <a:lnTo>
                    <a:pt x="8296458" y="2174154"/>
                  </a:lnTo>
                  <a:lnTo>
                    <a:pt x="8331449" y="2107030"/>
                  </a:lnTo>
                  <a:lnTo>
                    <a:pt x="8366253" y="2036209"/>
                  </a:lnTo>
                  <a:lnTo>
                    <a:pt x="8400966" y="1961893"/>
                  </a:lnTo>
                  <a:lnTo>
                    <a:pt x="8435658" y="1884365"/>
                  </a:lnTo>
                  <a:lnTo>
                    <a:pt x="8470371" y="1803988"/>
                  </a:lnTo>
                  <a:lnTo>
                    <a:pt x="8505131" y="1721195"/>
                  </a:lnTo>
                  <a:lnTo>
                    <a:pt x="8539943" y="1636488"/>
                  </a:lnTo>
                  <a:lnTo>
                    <a:pt x="8574800" y="1550421"/>
                  </a:lnTo>
                  <a:lnTo>
                    <a:pt x="8609685" y="1463587"/>
                  </a:lnTo>
                  <a:lnTo>
                    <a:pt x="8644576" y="1376603"/>
                  </a:lnTo>
                  <a:lnTo>
                    <a:pt x="8679450" y="1290088"/>
                  </a:lnTo>
                  <a:lnTo>
                    <a:pt x="8714285" y="1204651"/>
                  </a:lnTo>
                  <a:lnTo>
                    <a:pt x="8749070" y="1120866"/>
                  </a:lnTo>
                  <a:lnTo>
                    <a:pt x="8783804" y="1039262"/>
                  </a:lnTo>
                  <a:lnTo>
                    <a:pt x="8818502" y="960306"/>
                  </a:lnTo>
                  <a:lnTo>
                    <a:pt x="8853198" y="884395"/>
                  </a:lnTo>
                  <a:lnTo>
                    <a:pt x="8887947" y="811853"/>
                  </a:lnTo>
                  <a:lnTo>
                    <a:pt x="8922834" y="742920"/>
                  </a:lnTo>
                  <a:lnTo>
                    <a:pt x="8957970" y="677759"/>
                  </a:lnTo>
                  <a:lnTo>
                    <a:pt x="8993501" y="616458"/>
                  </a:lnTo>
                  <a:lnTo>
                    <a:pt x="9029611" y="559032"/>
                  </a:lnTo>
                  <a:lnTo>
                    <a:pt x="9066531" y="505433"/>
                  </a:lnTo>
                  <a:lnTo>
                    <a:pt x="9084767" y="480844"/>
                  </a:lnTo>
                  <a:lnTo>
                    <a:pt x="9131022" y="423953"/>
                  </a:lnTo>
                  <a:lnTo>
                    <a:pt x="9179645" y="372335"/>
                  </a:lnTo>
                  <a:lnTo>
                    <a:pt x="9231338" y="325768"/>
                  </a:lnTo>
                  <a:lnTo>
                    <a:pt x="9286868" y="283848"/>
                  </a:lnTo>
                  <a:lnTo>
                    <a:pt x="9347022" y="246106"/>
                  </a:lnTo>
                  <a:lnTo>
                    <a:pt x="9412557" y="212070"/>
                  </a:lnTo>
                  <a:lnTo>
                    <a:pt x="9484136" y="181311"/>
                  </a:lnTo>
                  <a:lnTo>
                    <a:pt x="9562236" y="153464"/>
                  </a:lnTo>
                  <a:lnTo>
                    <a:pt x="9647033" y="128238"/>
                  </a:lnTo>
                  <a:lnTo>
                    <a:pt x="9738251" y="105427"/>
                  </a:lnTo>
                  <a:lnTo>
                    <a:pt x="9834994" y="84910"/>
                  </a:lnTo>
                  <a:lnTo>
                    <a:pt x="9935591" y="66640"/>
                  </a:lnTo>
                  <a:lnTo>
                    <a:pt x="10037502" y="50633"/>
                  </a:lnTo>
                  <a:lnTo>
                    <a:pt x="10137356" y="36936"/>
                  </a:lnTo>
                  <a:lnTo>
                    <a:pt x="10231195" y="25593"/>
                  </a:lnTo>
                  <a:lnTo>
                    <a:pt x="10314937" y="16603"/>
                  </a:lnTo>
                  <a:lnTo>
                    <a:pt x="10385018" y="9873"/>
                  </a:lnTo>
                  <a:lnTo>
                    <a:pt x="10439062" y="5204"/>
                  </a:lnTo>
                  <a:lnTo>
                    <a:pt x="10476402" y="2289"/>
                  </a:lnTo>
                  <a:lnTo>
                    <a:pt x="10498303" y="738"/>
                  </a:lnTo>
                  <a:lnTo>
                    <a:pt x="10507889" y="119"/>
                  </a:lnTo>
                  <a:lnTo>
                    <a:pt x="10509899" y="0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74" name="pl2074"/>
            <p:cNvSpPr/>
            <p:nvPr/>
          </p:nvSpPr>
          <p:spPr>
            <a:xfrm>
              <a:off x="4799595" y="3091807"/>
              <a:ext cx="11981298" cy="7846078"/>
            </a:xfrm>
            <a:custGeom>
              <a:avLst/>
              <a:pathLst>
                <a:path w="11981298" h="7846078">
                  <a:moveTo>
                    <a:pt x="11981298" y="0"/>
                  </a:moveTo>
                  <a:lnTo>
                    <a:pt x="10509911" y="0"/>
                  </a:lnTo>
                  <a:lnTo>
                    <a:pt x="10508767" y="66"/>
                  </a:lnTo>
                  <a:lnTo>
                    <a:pt x="10501252" y="542"/>
                  </a:lnTo>
                  <a:lnTo>
                    <a:pt x="10482308" y="1857"/>
                  </a:lnTo>
                  <a:lnTo>
                    <a:pt x="10448446" y="4445"/>
                  </a:lnTo>
                  <a:lnTo>
                    <a:pt x="10397986" y="8709"/>
                  </a:lnTo>
                  <a:lnTo>
                    <a:pt x="10331189" y="14977"/>
                  </a:lnTo>
                  <a:lnTo>
                    <a:pt x="10250102" y="23473"/>
                  </a:lnTo>
                  <a:lnTo>
                    <a:pt x="10158088" y="34309"/>
                  </a:lnTo>
                  <a:lnTo>
                    <a:pt x="10059176" y="47505"/>
                  </a:lnTo>
                  <a:lnTo>
                    <a:pt x="9957397" y="63022"/>
                  </a:lnTo>
                  <a:lnTo>
                    <a:pt x="9856275" y="80811"/>
                  </a:lnTo>
                  <a:lnTo>
                    <a:pt x="9758537" y="100846"/>
                  </a:lnTo>
                  <a:lnTo>
                    <a:pt x="9666037" y="123157"/>
                  </a:lnTo>
                  <a:lnTo>
                    <a:pt x="9579824" y="147852"/>
                  </a:lnTo>
                  <a:lnTo>
                    <a:pt x="9500292" y="175117"/>
                  </a:lnTo>
                  <a:lnTo>
                    <a:pt x="9427350" y="205224"/>
                  </a:lnTo>
                  <a:lnTo>
                    <a:pt x="9360572" y="238525"/>
                  </a:lnTo>
                  <a:lnTo>
                    <a:pt x="9299327" y="275435"/>
                  </a:lnTo>
                  <a:lnTo>
                    <a:pt x="9242874" y="316420"/>
                  </a:lnTo>
                  <a:lnTo>
                    <a:pt x="9190426" y="361955"/>
                  </a:lnTo>
                  <a:lnTo>
                    <a:pt x="9141207" y="412465"/>
                  </a:lnTo>
                  <a:lnTo>
                    <a:pt x="9094499" y="468223"/>
                  </a:lnTo>
                  <a:lnTo>
                    <a:pt x="9084767" y="480844"/>
                  </a:lnTo>
                  <a:lnTo>
                    <a:pt x="9047357" y="532626"/>
                  </a:lnTo>
                  <a:lnTo>
                    <a:pt x="9010887" y="588190"/>
                  </a:lnTo>
                  <a:lnTo>
                    <a:pt x="8975102" y="647614"/>
                  </a:lnTo>
                  <a:lnTo>
                    <a:pt x="8939795" y="710914"/>
                  </a:lnTo>
                  <a:lnTo>
                    <a:pt x="8904804" y="778037"/>
                  </a:lnTo>
                  <a:lnTo>
                    <a:pt x="8870000" y="848859"/>
                  </a:lnTo>
                  <a:lnTo>
                    <a:pt x="8835287" y="923175"/>
                  </a:lnTo>
                  <a:lnTo>
                    <a:pt x="8800596" y="1000702"/>
                  </a:lnTo>
                  <a:lnTo>
                    <a:pt x="8765882" y="1081080"/>
                  </a:lnTo>
                  <a:lnTo>
                    <a:pt x="8731122" y="1163872"/>
                  </a:lnTo>
                  <a:lnTo>
                    <a:pt x="8696310" y="1248579"/>
                  </a:lnTo>
                  <a:lnTo>
                    <a:pt x="8661453" y="1334646"/>
                  </a:lnTo>
                  <a:lnTo>
                    <a:pt x="8626568" y="1421480"/>
                  </a:lnTo>
                  <a:lnTo>
                    <a:pt x="8591677" y="1508465"/>
                  </a:lnTo>
                  <a:lnTo>
                    <a:pt x="8556804" y="1594979"/>
                  </a:lnTo>
                  <a:lnTo>
                    <a:pt x="8521968" y="1680416"/>
                  </a:lnTo>
                  <a:lnTo>
                    <a:pt x="8487183" y="1764201"/>
                  </a:lnTo>
                  <a:lnTo>
                    <a:pt x="8452449" y="1845806"/>
                  </a:lnTo>
                  <a:lnTo>
                    <a:pt x="8417751" y="1924762"/>
                  </a:lnTo>
                  <a:lnTo>
                    <a:pt x="8383056" y="2000672"/>
                  </a:lnTo>
                  <a:lnTo>
                    <a:pt x="8348306" y="2073215"/>
                  </a:lnTo>
                  <a:lnTo>
                    <a:pt x="8313419" y="2142148"/>
                  </a:lnTo>
                  <a:lnTo>
                    <a:pt x="8278283" y="2207309"/>
                  </a:lnTo>
                  <a:lnTo>
                    <a:pt x="8242752" y="2268610"/>
                  </a:lnTo>
                  <a:lnTo>
                    <a:pt x="8206642" y="2326036"/>
                  </a:lnTo>
                  <a:lnTo>
                    <a:pt x="8169722" y="2379634"/>
                  </a:lnTo>
                  <a:lnTo>
                    <a:pt x="8151487" y="2404223"/>
                  </a:lnTo>
                  <a:lnTo>
                    <a:pt x="8105231" y="2461115"/>
                  </a:lnTo>
                  <a:lnTo>
                    <a:pt x="8056608" y="2512732"/>
                  </a:lnTo>
                  <a:lnTo>
                    <a:pt x="8004915" y="2559300"/>
                  </a:lnTo>
                  <a:lnTo>
                    <a:pt x="7949386" y="2601219"/>
                  </a:lnTo>
                  <a:lnTo>
                    <a:pt x="7889232" y="2638962"/>
                  </a:lnTo>
                  <a:lnTo>
                    <a:pt x="7823696" y="2672997"/>
                  </a:lnTo>
                  <a:lnTo>
                    <a:pt x="7752117" y="2703756"/>
                  </a:lnTo>
                  <a:lnTo>
                    <a:pt x="7674017" y="2731604"/>
                  </a:lnTo>
                  <a:lnTo>
                    <a:pt x="7589220" y="2756830"/>
                  </a:lnTo>
                  <a:lnTo>
                    <a:pt x="7498002" y="2779640"/>
                  </a:lnTo>
                  <a:lnTo>
                    <a:pt x="7401259" y="2800157"/>
                  </a:lnTo>
                  <a:lnTo>
                    <a:pt x="7300662" y="2818427"/>
                  </a:lnTo>
                  <a:lnTo>
                    <a:pt x="7198751" y="2834435"/>
                  </a:lnTo>
                  <a:lnTo>
                    <a:pt x="7098897" y="2848132"/>
                  </a:lnTo>
                  <a:lnTo>
                    <a:pt x="7005058" y="2859474"/>
                  </a:lnTo>
                  <a:lnTo>
                    <a:pt x="6921316" y="2868465"/>
                  </a:lnTo>
                  <a:lnTo>
                    <a:pt x="6851235" y="2875195"/>
                  </a:lnTo>
                  <a:lnTo>
                    <a:pt x="6797191" y="2879863"/>
                  </a:lnTo>
                  <a:lnTo>
                    <a:pt x="6759851" y="2882778"/>
                  </a:lnTo>
                  <a:lnTo>
                    <a:pt x="6737951" y="2884330"/>
                  </a:lnTo>
                  <a:lnTo>
                    <a:pt x="6728365" y="2884948"/>
                  </a:lnTo>
                  <a:lnTo>
                    <a:pt x="6726354" y="2885067"/>
                  </a:lnTo>
                  <a:lnTo>
                    <a:pt x="6726343" y="2885068"/>
                  </a:lnTo>
                  <a:lnTo>
                    <a:pt x="5254955" y="2885068"/>
                  </a:lnTo>
                  <a:lnTo>
                    <a:pt x="5254072" y="2885156"/>
                  </a:lnTo>
                  <a:lnTo>
                    <a:pt x="5248237" y="2885783"/>
                  </a:lnTo>
                  <a:lnTo>
                    <a:pt x="5233422" y="2887515"/>
                  </a:lnTo>
                  <a:lnTo>
                    <a:pt x="5206670" y="2890929"/>
                  </a:lnTo>
                  <a:lnTo>
                    <a:pt x="5166261" y="2896576"/>
                  </a:lnTo>
                  <a:lnTo>
                    <a:pt x="5111834" y="2904934"/>
                  </a:lnTo>
                  <a:lnTo>
                    <a:pt x="5044364" y="2916366"/>
                  </a:lnTo>
                  <a:lnTo>
                    <a:pt x="4965949" y="2931101"/>
                  </a:lnTo>
                  <a:lnTo>
                    <a:pt x="4879437" y="2949237"/>
                  </a:lnTo>
                  <a:lnTo>
                    <a:pt x="4787984" y="2970770"/>
                  </a:lnTo>
                  <a:lnTo>
                    <a:pt x="4694644" y="2995641"/>
                  </a:lnTo>
                  <a:lnTo>
                    <a:pt x="4602066" y="3023784"/>
                  </a:lnTo>
                  <a:lnTo>
                    <a:pt x="4512322" y="3055167"/>
                  </a:lnTo>
                  <a:lnTo>
                    <a:pt x="4426871" y="3089825"/>
                  </a:lnTo>
                  <a:lnTo>
                    <a:pt x="4346592" y="3127885"/>
                  </a:lnTo>
                  <a:lnTo>
                    <a:pt x="4271885" y="3169571"/>
                  </a:lnTo>
                  <a:lnTo>
                    <a:pt x="4202775" y="3215208"/>
                  </a:lnTo>
                  <a:lnTo>
                    <a:pt x="4139019" y="3265222"/>
                  </a:lnTo>
                  <a:lnTo>
                    <a:pt x="4080196" y="3320125"/>
                  </a:lnTo>
                  <a:lnTo>
                    <a:pt x="4025773" y="3380503"/>
                  </a:lnTo>
                  <a:lnTo>
                    <a:pt x="3975160" y="3446981"/>
                  </a:lnTo>
                  <a:lnTo>
                    <a:pt x="3927752" y="3520183"/>
                  </a:lnTo>
                  <a:lnTo>
                    <a:pt x="3882956" y="3600644"/>
                  </a:lnTo>
                  <a:lnTo>
                    <a:pt x="3840227" y="3688699"/>
                  </a:lnTo>
                  <a:lnTo>
                    <a:pt x="3829811" y="3711903"/>
                  </a:lnTo>
                  <a:lnTo>
                    <a:pt x="3800217" y="3781597"/>
                  </a:lnTo>
                  <a:lnTo>
                    <a:pt x="3771244" y="3855314"/>
                  </a:lnTo>
                  <a:lnTo>
                    <a:pt x="3742759" y="3933134"/>
                  </a:lnTo>
                  <a:lnTo>
                    <a:pt x="3714649" y="4015100"/>
                  </a:lnTo>
                  <a:lnTo>
                    <a:pt x="3686819" y="4101211"/>
                  </a:lnTo>
                  <a:lnTo>
                    <a:pt x="3659189" y="4191419"/>
                  </a:lnTo>
                  <a:lnTo>
                    <a:pt x="3631694" y="4285630"/>
                  </a:lnTo>
                  <a:lnTo>
                    <a:pt x="3604282" y="4383697"/>
                  </a:lnTo>
                  <a:lnTo>
                    <a:pt x="3576910" y="4485420"/>
                  </a:lnTo>
                  <a:lnTo>
                    <a:pt x="3549549" y="4590546"/>
                  </a:lnTo>
                  <a:lnTo>
                    <a:pt x="3522176" y="4698772"/>
                  </a:lnTo>
                  <a:lnTo>
                    <a:pt x="3494776" y="4809742"/>
                  </a:lnTo>
                  <a:lnTo>
                    <a:pt x="3467345" y="4923056"/>
                  </a:lnTo>
                  <a:lnTo>
                    <a:pt x="3439882" y="5038275"/>
                  </a:lnTo>
                  <a:lnTo>
                    <a:pt x="3412391" y="5154925"/>
                  </a:lnTo>
                  <a:lnTo>
                    <a:pt x="3384880" y="5272504"/>
                  </a:lnTo>
                  <a:lnTo>
                    <a:pt x="3357359" y="5390498"/>
                  </a:lnTo>
                  <a:lnTo>
                    <a:pt x="3329842" y="5508380"/>
                  </a:lnTo>
                  <a:lnTo>
                    <a:pt x="3302338" y="5625629"/>
                  </a:lnTo>
                  <a:lnTo>
                    <a:pt x="3274858" y="5741734"/>
                  </a:lnTo>
                  <a:lnTo>
                    <a:pt x="3247408" y="5856205"/>
                  </a:lnTo>
                  <a:lnTo>
                    <a:pt x="3219990" y="5968581"/>
                  </a:lnTo>
                  <a:lnTo>
                    <a:pt x="3192603" y="6078438"/>
                  </a:lnTo>
                  <a:lnTo>
                    <a:pt x="3165237" y="6185395"/>
                  </a:lnTo>
                  <a:lnTo>
                    <a:pt x="3137875" y="6289118"/>
                  </a:lnTo>
                  <a:lnTo>
                    <a:pt x="3110490" y="6389325"/>
                  </a:lnTo>
                  <a:lnTo>
                    <a:pt x="3083049" y="6485784"/>
                  </a:lnTo>
                  <a:lnTo>
                    <a:pt x="3055504" y="6578320"/>
                  </a:lnTo>
                  <a:lnTo>
                    <a:pt x="3027798" y="6666806"/>
                  </a:lnTo>
                  <a:lnTo>
                    <a:pt x="2999860" y="6751169"/>
                  </a:lnTo>
                  <a:lnTo>
                    <a:pt x="2971604" y="6831382"/>
                  </a:lnTo>
                  <a:lnTo>
                    <a:pt x="2942928" y="6907462"/>
                  </a:lnTo>
                  <a:lnTo>
                    <a:pt x="2913711" y="6979468"/>
                  </a:lnTo>
                  <a:lnTo>
                    <a:pt x="2896531" y="7019243"/>
                  </a:lnTo>
                  <a:lnTo>
                    <a:pt x="2854241" y="7109208"/>
                  </a:lnTo>
                  <a:lnTo>
                    <a:pt x="2810011" y="7191548"/>
                  </a:lnTo>
                  <a:lnTo>
                    <a:pt x="2763310" y="7266519"/>
                  </a:lnTo>
                  <a:lnTo>
                    <a:pt x="2713555" y="7334622"/>
                  </a:lnTo>
                  <a:lnTo>
                    <a:pt x="2660141" y="7396465"/>
                  </a:lnTo>
                  <a:lnTo>
                    <a:pt x="2602470" y="7452679"/>
                  </a:lnTo>
                  <a:lnTo>
                    <a:pt x="2539993" y="7503864"/>
                  </a:lnTo>
                  <a:lnTo>
                    <a:pt x="2472253" y="7550552"/>
                  </a:lnTo>
                  <a:lnTo>
                    <a:pt x="2398955" y="7593191"/>
                  </a:lnTo>
                  <a:lnTo>
                    <a:pt x="2320047" y="7632132"/>
                  </a:lnTo>
                  <a:lnTo>
                    <a:pt x="2235827" y="7667626"/>
                  </a:lnTo>
                  <a:lnTo>
                    <a:pt x="2147044" y="7699821"/>
                  </a:lnTo>
                  <a:lnTo>
                    <a:pt x="2055004" y="7728774"/>
                  </a:lnTo>
                  <a:lnTo>
                    <a:pt x="1961626" y="7754469"/>
                  </a:lnTo>
                  <a:lnTo>
                    <a:pt x="1869427" y="7776843"/>
                  </a:lnTo>
                  <a:lnTo>
                    <a:pt x="1781382" y="7795831"/>
                  </a:lnTo>
                  <a:lnTo>
                    <a:pt x="1700656" y="7811412"/>
                  </a:lnTo>
                  <a:lnTo>
                    <a:pt x="1630217" y="7823653"/>
                  </a:lnTo>
                  <a:lnTo>
                    <a:pt x="1572389" y="7832751"/>
                  </a:lnTo>
                  <a:lnTo>
                    <a:pt x="1528455" y="7839035"/>
                  </a:lnTo>
                  <a:lnTo>
                    <a:pt x="1498399" y="7842958"/>
                  </a:lnTo>
                  <a:lnTo>
                    <a:pt x="1480832" y="7845056"/>
                  </a:lnTo>
                  <a:lnTo>
                    <a:pt x="1473090" y="7845905"/>
                  </a:lnTo>
                  <a:lnTo>
                    <a:pt x="1471401" y="7846077"/>
                  </a:lnTo>
                  <a:lnTo>
                    <a:pt x="1471387" y="7846078"/>
                  </a:lnTo>
                  <a:lnTo>
                    <a:pt x="0" y="784607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75" name="pg2075"/>
            <p:cNvSpPr/>
            <p:nvPr/>
          </p:nvSpPr>
          <p:spPr>
            <a:xfrm>
              <a:off x="4799595" y="3688436"/>
              <a:ext cx="11981298" cy="7265795"/>
            </a:xfrm>
            <a:custGeom>
              <a:avLst/>
              <a:pathLst>
                <a:path w="11981298" h="7265795">
                  <a:moveTo>
                    <a:pt x="0" y="7265795"/>
                  </a:moveTo>
                  <a:lnTo>
                    <a:pt x="1471387" y="7265795"/>
                  </a:lnTo>
                  <a:lnTo>
                    <a:pt x="1472272" y="7265707"/>
                  </a:lnTo>
                  <a:lnTo>
                    <a:pt x="1478117" y="7265082"/>
                  </a:lnTo>
                  <a:lnTo>
                    <a:pt x="1492957" y="7263356"/>
                  </a:lnTo>
                  <a:lnTo>
                    <a:pt x="1519752" y="7259953"/>
                  </a:lnTo>
                  <a:lnTo>
                    <a:pt x="1560223" y="7254323"/>
                  </a:lnTo>
                  <a:lnTo>
                    <a:pt x="1614727" y="7245992"/>
                  </a:lnTo>
                  <a:lnTo>
                    <a:pt x="1682284" y="7234597"/>
                  </a:lnTo>
                  <a:lnTo>
                    <a:pt x="1760789" y="7219911"/>
                  </a:lnTo>
                  <a:lnTo>
                    <a:pt x="1847385" y="7201837"/>
                  </a:lnTo>
                  <a:lnTo>
                    <a:pt x="1938911" y="7180379"/>
                  </a:lnTo>
                  <a:lnTo>
                    <a:pt x="2032310" y="7155595"/>
                  </a:lnTo>
                  <a:lnTo>
                    <a:pt x="2124931" y="7127553"/>
                  </a:lnTo>
                  <a:lnTo>
                    <a:pt x="2214700" y="7096282"/>
                  </a:lnTo>
                  <a:lnTo>
                    <a:pt x="2300163" y="7061748"/>
                  </a:lnTo>
                  <a:lnTo>
                    <a:pt x="2380443" y="7023823"/>
                  </a:lnTo>
                  <a:lnTo>
                    <a:pt x="2455143" y="6982284"/>
                  </a:lnTo>
                  <a:lnTo>
                    <a:pt x="2524240" y="6936804"/>
                  </a:lnTo>
                  <a:lnTo>
                    <a:pt x="2587979" y="6886960"/>
                  </a:lnTo>
                  <a:lnTo>
                    <a:pt x="2646786" y="6832239"/>
                  </a:lnTo>
                  <a:lnTo>
                    <a:pt x="2701194" y="6772057"/>
                  </a:lnTo>
                  <a:lnTo>
                    <a:pt x="2751794" y="6705790"/>
                  </a:lnTo>
                  <a:lnTo>
                    <a:pt x="2799194" y="6632817"/>
                  </a:lnTo>
                  <a:lnTo>
                    <a:pt x="2843985" y="6552606"/>
                  </a:lnTo>
                  <a:lnTo>
                    <a:pt x="2886714" y="6464827"/>
                  </a:lnTo>
                  <a:lnTo>
                    <a:pt x="2896531" y="6443047"/>
                  </a:lnTo>
                  <a:lnTo>
                    <a:pt x="2926192" y="6373533"/>
                  </a:lnTo>
                  <a:lnTo>
                    <a:pt x="2955230" y="6299998"/>
                  </a:lnTo>
                  <a:lnTo>
                    <a:pt x="2983778" y="6222361"/>
                  </a:lnTo>
                  <a:lnTo>
                    <a:pt x="3011950" y="6140579"/>
                  </a:lnTo>
                  <a:lnTo>
                    <a:pt x="3039842" y="6054655"/>
                  </a:lnTo>
                  <a:lnTo>
                    <a:pt x="3067533" y="5964635"/>
                  </a:lnTo>
                  <a:lnTo>
                    <a:pt x="3095089" y="5870616"/>
                  </a:lnTo>
                  <a:lnTo>
                    <a:pt x="3122563" y="5772745"/>
                  </a:lnTo>
                  <a:lnTo>
                    <a:pt x="3149997" y="5671224"/>
                  </a:lnTo>
                  <a:lnTo>
                    <a:pt x="3177422" y="5566306"/>
                  </a:lnTo>
                  <a:lnTo>
                    <a:pt x="3204858" y="5458298"/>
                  </a:lnTo>
                  <a:lnTo>
                    <a:pt x="3232321" y="5347556"/>
                  </a:lnTo>
                  <a:lnTo>
                    <a:pt x="3259816" y="5234482"/>
                  </a:lnTo>
                  <a:lnTo>
                    <a:pt x="3287344" y="5119517"/>
                  </a:lnTo>
                  <a:lnTo>
                    <a:pt x="3314899" y="5003139"/>
                  </a:lnTo>
                  <a:lnTo>
                    <a:pt x="3342474" y="4885848"/>
                  </a:lnTo>
                  <a:lnTo>
                    <a:pt x="3370057" y="4768163"/>
                  </a:lnTo>
                  <a:lnTo>
                    <a:pt x="3397638" y="4650609"/>
                  </a:lnTo>
                  <a:lnTo>
                    <a:pt x="3425204" y="4533710"/>
                  </a:lnTo>
                  <a:lnTo>
                    <a:pt x="3452746" y="4417977"/>
                  </a:lnTo>
                  <a:lnTo>
                    <a:pt x="3480258" y="4303899"/>
                  </a:lnTo>
                  <a:lnTo>
                    <a:pt x="3507736" y="4191936"/>
                  </a:lnTo>
                  <a:lnTo>
                    <a:pt x="3535185" y="4082511"/>
                  </a:lnTo>
                  <a:lnTo>
                    <a:pt x="3562613" y="3976005"/>
                  </a:lnTo>
                  <a:lnTo>
                    <a:pt x="3590039" y="3872747"/>
                  </a:lnTo>
                  <a:lnTo>
                    <a:pt x="3617488" y="3773020"/>
                  </a:lnTo>
                  <a:lnTo>
                    <a:pt x="3644998" y="3677050"/>
                  </a:lnTo>
                  <a:lnTo>
                    <a:pt x="3672614" y="3585013"/>
                  </a:lnTo>
                  <a:lnTo>
                    <a:pt x="3700396" y="3497029"/>
                  </a:lnTo>
                  <a:lnTo>
                    <a:pt x="3728417" y="3413170"/>
                  </a:lnTo>
                  <a:lnTo>
                    <a:pt x="3756764" y="3333460"/>
                  </a:lnTo>
                  <a:lnTo>
                    <a:pt x="3785541" y="3257879"/>
                  </a:lnTo>
                  <a:lnTo>
                    <a:pt x="3814872" y="3186364"/>
                  </a:lnTo>
                  <a:lnTo>
                    <a:pt x="3829811" y="3152053"/>
                  </a:lnTo>
                  <a:lnTo>
                    <a:pt x="3872126" y="3062481"/>
                  </a:lnTo>
                  <a:lnTo>
                    <a:pt x="3916385" y="2980506"/>
                  </a:lnTo>
                  <a:lnTo>
                    <a:pt x="3963118" y="2905872"/>
                  </a:lnTo>
                  <a:lnTo>
                    <a:pt x="4012910" y="2838079"/>
                  </a:lnTo>
                  <a:lnTo>
                    <a:pt x="4066367" y="2776520"/>
                  </a:lnTo>
                  <a:lnTo>
                    <a:pt x="4124086" y="2720568"/>
                  </a:lnTo>
                  <a:lnTo>
                    <a:pt x="4186620" y="2669624"/>
                  </a:lnTo>
                  <a:lnTo>
                    <a:pt x="4254425" y="2623158"/>
                  </a:lnTo>
                  <a:lnTo>
                    <a:pt x="4327796" y="2580724"/>
                  </a:lnTo>
                  <a:lnTo>
                    <a:pt x="4406781" y="2541972"/>
                  </a:lnTo>
                  <a:lnTo>
                    <a:pt x="4491084" y="2506654"/>
                  </a:lnTo>
                  <a:lnTo>
                    <a:pt x="4579947" y="2474621"/>
                  </a:lnTo>
                  <a:lnTo>
                    <a:pt x="4672060" y="2445818"/>
                  </a:lnTo>
                  <a:lnTo>
                    <a:pt x="4765494" y="2420261"/>
                  </a:lnTo>
                  <a:lnTo>
                    <a:pt x="4857725" y="2398013"/>
                  </a:lnTo>
                  <a:lnTo>
                    <a:pt x="4945770" y="2379139"/>
                  </a:lnTo>
                  <a:lnTo>
                    <a:pt x="5026456" y="2363659"/>
                  </a:lnTo>
                  <a:lnTo>
                    <a:pt x="5096816" y="2351504"/>
                  </a:lnTo>
                  <a:lnTo>
                    <a:pt x="5154530" y="2342479"/>
                  </a:lnTo>
                  <a:lnTo>
                    <a:pt x="5198325" y="2336253"/>
                  </a:lnTo>
                  <a:lnTo>
                    <a:pt x="5228236" y="2332373"/>
                  </a:lnTo>
                  <a:lnTo>
                    <a:pt x="5245668" y="2330303"/>
                  </a:lnTo>
                  <a:lnTo>
                    <a:pt x="5253306" y="2329470"/>
                  </a:lnTo>
                  <a:lnTo>
                    <a:pt x="5254955" y="2329304"/>
                  </a:lnTo>
                  <a:lnTo>
                    <a:pt x="6726343" y="2329304"/>
                  </a:lnTo>
                  <a:lnTo>
                    <a:pt x="6727517" y="2329249"/>
                  </a:lnTo>
                  <a:lnTo>
                    <a:pt x="6735234" y="2328855"/>
                  </a:lnTo>
                  <a:lnTo>
                    <a:pt x="6754669" y="2327768"/>
                  </a:lnTo>
                  <a:lnTo>
                    <a:pt x="6789369" y="2325627"/>
                  </a:lnTo>
                  <a:lnTo>
                    <a:pt x="6840997" y="2322101"/>
                  </a:lnTo>
                  <a:lnTo>
                    <a:pt x="6909203" y="2316924"/>
                  </a:lnTo>
                  <a:lnTo>
                    <a:pt x="6991802" y="2309914"/>
                  </a:lnTo>
                  <a:lnTo>
                    <a:pt x="7085277" y="2300983"/>
                  </a:lnTo>
                  <a:lnTo>
                    <a:pt x="7185468" y="2290119"/>
                  </a:lnTo>
                  <a:lnTo>
                    <a:pt x="7288257" y="2277356"/>
                  </a:lnTo>
                  <a:lnTo>
                    <a:pt x="7390085" y="2262736"/>
                  </a:lnTo>
                  <a:lnTo>
                    <a:pt x="7488235" y="2246275"/>
                  </a:lnTo>
                  <a:lnTo>
                    <a:pt x="7580896" y="2227941"/>
                  </a:lnTo>
                  <a:lnTo>
                    <a:pt x="7667074" y="2207640"/>
                  </a:lnTo>
                  <a:lnTo>
                    <a:pt x="7746436" y="2185208"/>
                  </a:lnTo>
                  <a:lnTo>
                    <a:pt x="7819130" y="2160410"/>
                  </a:lnTo>
                  <a:lnTo>
                    <a:pt x="7885630" y="2132949"/>
                  </a:lnTo>
                  <a:lnTo>
                    <a:pt x="7946607" y="2102471"/>
                  </a:lnTo>
                  <a:lnTo>
                    <a:pt x="8002835" y="2068590"/>
                  </a:lnTo>
                  <a:lnTo>
                    <a:pt x="8055125" y="2030914"/>
                  </a:lnTo>
                  <a:lnTo>
                    <a:pt x="8104266" y="1989109"/>
                  </a:lnTo>
                  <a:lnTo>
                    <a:pt x="8150981" y="1942983"/>
                  </a:lnTo>
                  <a:lnTo>
                    <a:pt x="8151487" y="1942449"/>
                  </a:lnTo>
                  <a:lnTo>
                    <a:pt x="8192127" y="1896992"/>
                  </a:lnTo>
                  <a:lnTo>
                    <a:pt x="8231684" y="1847928"/>
                  </a:lnTo>
                  <a:lnTo>
                    <a:pt x="8270478" y="1795183"/>
                  </a:lnTo>
                  <a:lnTo>
                    <a:pt x="8308759" y="1738757"/>
                  </a:lnTo>
                  <a:lnTo>
                    <a:pt x="8346724" y="1678727"/>
                  </a:lnTo>
                  <a:lnTo>
                    <a:pt x="8384521" y="1615253"/>
                  </a:lnTo>
                  <a:lnTo>
                    <a:pt x="8422257" y="1548587"/>
                  </a:lnTo>
                  <a:lnTo>
                    <a:pt x="8460002" y="1479068"/>
                  </a:lnTo>
                  <a:lnTo>
                    <a:pt x="8497796" y="1407121"/>
                  </a:lnTo>
                  <a:lnTo>
                    <a:pt x="8535651" y="1333247"/>
                  </a:lnTo>
                  <a:lnTo>
                    <a:pt x="8573561" y="1258012"/>
                  </a:lnTo>
                  <a:lnTo>
                    <a:pt x="8611504" y="1182026"/>
                  </a:lnTo>
                  <a:lnTo>
                    <a:pt x="8649454" y="1105929"/>
                  </a:lnTo>
                  <a:lnTo>
                    <a:pt x="8687378" y="1030361"/>
                  </a:lnTo>
                  <a:lnTo>
                    <a:pt x="8725254" y="955945"/>
                  </a:lnTo>
                  <a:lnTo>
                    <a:pt x="8763069" y="883265"/>
                  </a:lnTo>
                  <a:lnTo>
                    <a:pt x="8800827" y="812846"/>
                  </a:lnTo>
                  <a:lnTo>
                    <a:pt x="8838560" y="745141"/>
                  </a:lnTo>
                  <a:lnTo>
                    <a:pt x="8876326" y="680520"/>
                  </a:lnTo>
                  <a:lnTo>
                    <a:pt x="8914218" y="619265"/>
                  </a:lnTo>
                  <a:lnTo>
                    <a:pt x="8952369" y="561569"/>
                  </a:lnTo>
                  <a:lnTo>
                    <a:pt x="8990958" y="507536"/>
                  </a:lnTo>
                  <a:lnTo>
                    <a:pt x="9030216" y="457192"/>
                  </a:lnTo>
                  <a:lnTo>
                    <a:pt x="9070438" y="410488"/>
                  </a:lnTo>
                  <a:lnTo>
                    <a:pt x="9084767" y="395028"/>
                  </a:lnTo>
                  <a:lnTo>
                    <a:pt x="9131458" y="348855"/>
                  </a:lnTo>
                  <a:lnTo>
                    <a:pt x="9180569" y="307002"/>
                  </a:lnTo>
                  <a:lnTo>
                    <a:pt x="9232819" y="269282"/>
                  </a:lnTo>
                  <a:lnTo>
                    <a:pt x="9289000" y="235361"/>
                  </a:lnTo>
                  <a:lnTo>
                    <a:pt x="9349919" y="204848"/>
                  </a:lnTo>
                  <a:lnTo>
                    <a:pt x="9416354" y="177355"/>
                  </a:lnTo>
                  <a:lnTo>
                    <a:pt x="9488976" y="152530"/>
                  </a:lnTo>
                  <a:lnTo>
                    <a:pt x="9568263" y="130072"/>
                  </a:lnTo>
                  <a:lnTo>
                    <a:pt x="9654367" y="109749"/>
                  </a:lnTo>
                  <a:lnTo>
                    <a:pt x="9746960" y="91394"/>
                  </a:lnTo>
                  <a:lnTo>
                    <a:pt x="9845058" y="74913"/>
                  </a:lnTo>
                  <a:lnTo>
                    <a:pt x="9946858" y="60272"/>
                  </a:lnTo>
                  <a:lnTo>
                    <a:pt x="10049655" y="47489"/>
                  </a:lnTo>
                  <a:lnTo>
                    <a:pt x="10149896" y="36604"/>
                  </a:lnTo>
                  <a:lnTo>
                    <a:pt x="10243469" y="27651"/>
                  </a:lnTo>
                  <a:lnTo>
                    <a:pt x="10326209" y="20620"/>
                  </a:lnTo>
                  <a:lnTo>
                    <a:pt x="10394589" y="15423"/>
                  </a:lnTo>
                  <a:lnTo>
                    <a:pt x="10446406" y="11881"/>
                  </a:lnTo>
                  <a:lnTo>
                    <a:pt x="10481289" y="9726"/>
                  </a:lnTo>
                  <a:lnTo>
                    <a:pt x="10500876" y="8629"/>
                  </a:lnTo>
                  <a:lnTo>
                    <a:pt x="10508697" y="8230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8736" y="55"/>
                  </a:lnTo>
                  <a:lnTo>
                    <a:pt x="10501019" y="448"/>
                  </a:lnTo>
                  <a:lnTo>
                    <a:pt x="10481584" y="1536"/>
                  </a:lnTo>
                  <a:lnTo>
                    <a:pt x="10446884" y="3677"/>
                  </a:lnTo>
                  <a:lnTo>
                    <a:pt x="10395256" y="7202"/>
                  </a:lnTo>
                  <a:lnTo>
                    <a:pt x="10327050" y="12379"/>
                  </a:lnTo>
                  <a:lnTo>
                    <a:pt x="10244452" y="19390"/>
                  </a:lnTo>
                  <a:lnTo>
                    <a:pt x="10150976" y="28321"/>
                  </a:lnTo>
                  <a:lnTo>
                    <a:pt x="10050785" y="39185"/>
                  </a:lnTo>
                  <a:lnTo>
                    <a:pt x="9947997" y="51947"/>
                  </a:lnTo>
                  <a:lnTo>
                    <a:pt x="9846169" y="66568"/>
                  </a:lnTo>
                  <a:lnTo>
                    <a:pt x="9748018" y="83029"/>
                  </a:lnTo>
                  <a:lnTo>
                    <a:pt x="9655357" y="101362"/>
                  </a:lnTo>
                  <a:lnTo>
                    <a:pt x="9569179" y="121663"/>
                  </a:lnTo>
                  <a:lnTo>
                    <a:pt x="9489817" y="144096"/>
                  </a:lnTo>
                  <a:lnTo>
                    <a:pt x="9417123" y="168893"/>
                  </a:lnTo>
                  <a:lnTo>
                    <a:pt x="9350623" y="196355"/>
                  </a:lnTo>
                  <a:lnTo>
                    <a:pt x="9289646" y="226832"/>
                  </a:lnTo>
                  <a:lnTo>
                    <a:pt x="9233418" y="260714"/>
                  </a:lnTo>
                  <a:lnTo>
                    <a:pt x="9181128" y="298389"/>
                  </a:lnTo>
                  <a:lnTo>
                    <a:pt x="9131987" y="340195"/>
                  </a:lnTo>
                  <a:lnTo>
                    <a:pt x="9085273" y="386320"/>
                  </a:lnTo>
                  <a:lnTo>
                    <a:pt x="9084767" y="386855"/>
                  </a:lnTo>
                  <a:lnTo>
                    <a:pt x="9044126" y="432311"/>
                  </a:lnTo>
                  <a:lnTo>
                    <a:pt x="9004569" y="481376"/>
                  </a:lnTo>
                  <a:lnTo>
                    <a:pt x="8965776" y="534120"/>
                  </a:lnTo>
                  <a:lnTo>
                    <a:pt x="8927495" y="590546"/>
                  </a:lnTo>
                  <a:lnTo>
                    <a:pt x="8889530" y="650577"/>
                  </a:lnTo>
                  <a:lnTo>
                    <a:pt x="8851732" y="714050"/>
                  </a:lnTo>
                  <a:lnTo>
                    <a:pt x="8813996" y="780716"/>
                  </a:lnTo>
                  <a:lnTo>
                    <a:pt x="8776251" y="850235"/>
                  </a:lnTo>
                  <a:lnTo>
                    <a:pt x="8738458" y="922183"/>
                  </a:lnTo>
                  <a:lnTo>
                    <a:pt x="8700603" y="996057"/>
                  </a:lnTo>
                  <a:lnTo>
                    <a:pt x="8662693" y="1071292"/>
                  </a:lnTo>
                  <a:lnTo>
                    <a:pt x="8624749" y="1147277"/>
                  </a:lnTo>
                  <a:lnTo>
                    <a:pt x="8586800" y="1223375"/>
                  </a:lnTo>
                  <a:lnTo>
                    <a:pt x="8548875" y="1298943"/>
                  </a:lnTo>
                  <a:lnTo>
                    <a:pt x="8510999" y="1373359"/>
                  </a:lnTo>
                  <a:lnTo>
                    <a:pt x="8473185" y="1446039"/>
                  </a:lnTo>
                  <a:lnTo>
                    <a:pt x="8435426" y="1516458"/>
                  </a:lnTo>
                  <a:lnTo>
                    <a:pt x="8397693" y="1584162"/>
                  </a:lnTo>
                  <a:lnTo>
                    <a:pt x="8359927" y="1648783"/>
                  </a:lnTo>
                  <a:lnTo>
                    <a:pt x="8322035" y="1710038"/>
                  </a:lnTo>
                  <a:lnTo>
                    <a:pt x="8283884" y="1767735"/>
                  </a:lnTo>
                  <a:lnTo>
                    <a:pt x="8245295" y="1821768"/>
                  </a:lnTo>
                  <a:lnTo>
                    <a:pt x="8206037" y="1872112"/>
                  </a:lnTo>
                  <a:lnTo>
                    <a:pt x="8165815" y="1918815"/>
                  </a:lnTo>
                  <a:lnTo>
                    <a:pt x="8151487" y="1934276"/>
                  </a:lnTo>
                  <a:lnTo>
                    <a:pt x="8104795" y="1980449"/>
                  </a:lnTo>
                  <a:lnTo>
                    <a:pt x="8055685" y="2022302"/>
                  </a:lnTo>
                  <a:lnTo>
                    <a:pt x="8003434" y="2060021"/>
                  </a:lnTo>
                  <a:lnTo>
                    <a:pt x="7947254" y="2093943"/>
                  </a:lnTo>
                  <a:lnTo>
                    <a:pt x="7886334" y="2124456"/>
                  </a:lnTo>
                  <a:lnTo>
                    <a:pt x="7819899" y="2151948"/>
                  </a:lnTo>
                  <a:lnTo>
                    <a:pt x="7747277" y="2176774"/>
                  </a:lnTo>
                  <a:lnTo>
                    <a:pt x="7667990" y="2199231"/>
                  </a:lnTo>
                  <a:lnTo>
                    <a:pt x="7581886" y="2219555"/>
                  </a:lnTo>
                  <a:lnTo>
                    <a:pt x="7489293" y="2237909"/>
                  </a:lnTo>
                  <a:lnTo>
                    <a:pt x="7391195" y="2254391"/>
                  </a:lnTo>
                  <a:lnTo>
                    <a:pt x="7289395" y="2269032"/>
                  </a:lnTo>
                  <a:lnTo>
                    <a:pt x="7186599" y="2281815"/>
                  </a:lnTo>
                  <a:lnTo>
                    <a:pt x="7086357" y="2292700"/>
                  </a:lnTo>
                  <a:lnTo>
                    <a:pt x="6992784" y="2301652"/>
                  </a:lnTo>
                  <a:lnTo>
                    <a:pt x="6910044" y="2308684"/>
                  </a:lnTo>
                  <a:lnTo>
                    <a:pt x="6841664" y="2313881"/>
                  </a:lnTo>
                  <a:lnTo>
                    <a:pt x="6789847" y="2317423"/>
                  </a:lnTo>
                  <a:lnTo>
                    <a:pt x="6754964" y="2319577"/>
                  </a:lnTo>
                  <a:lnTo>
                    <a:pt x="6735377" y="2320675"/>
                  </a:lnTo>
                  <a:lnTo>
                    <a:pt x="6727556" y="2321074"/>
                  </a:lnTo>
                  <a:lnTo>
                    <a:pt x="6726343" y="2321131"/>
                  </a:lnTo>
                  <a:lnTo>
                    <a:pt x="5254955" y="2321131"/>
                  </a:lnTo>
                  <a:lnTo>
                    <a:pt x="5254071" y="2321219"/>
                  </a:lnTo>
                  <a:lnTo>
                    <a:pt x="5248225" y="2321844"/>
                  </a:lnTo>
                  <a:lnTo>
                    <a:pt x="5233385" y="2323570"/>
                  </a:lnTo>
                  <a:lnTo>
                    <a:pt x="5206590" y="2326973"/>
                  </a:lnTo>
                  <a:lnTo>
                    <a:pt x="5166120" y="2332603"/>
                  </a:lnTo>
                  <a:lnTo>
                    <a:pt x="5111615" y="2340934"/>
                  </a:lnTo>
                  <a:lnTo>
                    <a:pt x="5044058" y="2352329"/>
                  </a:lnTo>
                  <a:lnTo>
                    <a:pt x="4965553" y="2367015"/>
                  </a:lnTo>
                  <a:lnTo>
                    <a:pt x="4878957" y="2385089"/>
                  </a:lnTo>
                  <a:lnTo>
                    <a:pt x="4787431" y="2406547"/>
                  </a:lnTo>
                  <a:lnTo>
                    <a:pt x="4694032" y="2431331"/>
                  </a:lnTo>
                  <a:lnTo>
                    <a:pt x="4601411" y="2459373"/>
                  </a:lnTo>
                  <a:lnTo>
                    <a:pt x="4511642" y="2490644"/>
                  </a:lnTo>
                  <a:lnTo>
                    <a:pt x="4426179" y="2525178"/>
                  </a:lnTo>
                  <a:lnTo>
                    <a:pt x="4345899" y="2563103"/>
                  </a:lnTo>
                  <a:lnTo>
                    <a:pt x="4271199" y="2604642"/>
                  </a:lnTo>
                  <a:lnTo>
                    <a:pt x="4202102" y="2650122"/>
                  </a:lnTo>
                  <a:lnTo>
                    <a:pt x="4138363" y="2699966"/>
                  </a:lnTo>
                  <a:lnTo>
                    <a:pt x="4079556" y="2754687"/>
                  </a:lnTo>
                  <a:lnTo>
                    <a:pt x="4025148" y="2814869"/>
                  </a:lnTo>
                  <a:lnTo>
                    <a:pt x="3974548" y="2881136"/>
                  </a:lnTo>
                  <a:lnTo>
                    <a:pt x="3927149" y="2954109"/>
                  </a:lnTo>
                  <a:lnTo>
                    <a:pt x="3882357" y="3034320"/>
                  </a:lnTo>
                  <a:lnTo>
                    <a:pt x="3839628" y="3122099"/>
                  </a:lnTo>
                  <a:lnTo>
                    <a:pt x="3829811" y="3143880"/>
                  </a:lnTo>
                  <a:lnTo>
                    <a:pt x="3800150" y="3213393"/>
                  </a:lnTo>
                  <a:lnTo>
                    <a:pt x="3771113" y="3286928"/>
                  </a:lnTo>
                  <a:lnTo>
                    <a:pt x="3742564" y="3364565"/>
                  </a:lnTo>
                  <a:lnTo>
                    <a:pt x="3714392" y="3446347"/>
                  </a:lnTo>
                  <a:lnTo>
                    <a:pt x="3686500" y="3532271"/>
                  </a:lnTo>
                  <a:lnTo>
                    <a:pt x="3658809" y="3622291"/>
                  </a:lnTo>
                  <a:lnTo>
                    <a:pt x="3631253" y="3716310"/>
                  </a:lnTo>
                  <a:lnTo>
                    <a:pt x="3603779" y="3814181"/>
                  </a:lnTo>
                  <a:lnTo>
                    <a:pt x="3576345" y="3915702"/>
                  </a:lnTo>
                  <a:lnTo>
                    <a:pt x="3548921" y="4020620"/>
                  </a:lnTo>
                  <a:lnTo>
                    <a:pt x="3521484" y="4128628"/>
                  </a:lnTo>
                  <a:lnTo>
                    <a:pt x="3494021" y="4239370"/>
                  </a:lnTo>
                  <a:lnTo>
                    <a:pt x="3466526" y="4352444"/>
                  </a:lnTo>
                  <a:lnTo>
                    <a:pt x="3438999" y="4467409"/>
                  </a:lnTo>
                  <a:lnTo>
                    <a:pt x="3411443" y="4583787"/>
                  </a:lnTo>
                  <a:lnTo>
                    <a:pt x="3383869" y="4701078"/>
                  </a:lnTo>
                  <a:lnTo>
                    <a:pt x="3356285" y="4818763"/>
                  </a:lnTo>
                  <a:lnTo>
                    <a:pt x="3328705" y="4936317"/>
                  </a:lnTo>
                  <a:lnTo>
                    <a:pt x="3301138" y="5053216"/>
                  </a:lnTo>
                  <a:lnTo>
                    <a:pt x="3273596" y="5168949"/>
                  </a:lnTo>
                  <a:lnTo>
                    <a:pt x="3246085" y="5283027"/>
                  </a:lnTo>
                  <a:lnTo>
                    <a:pt x="3218606" y="5394990"/>
                  </a:lnTo>
                  <a:lnTo>
                    <a:pt x="3191157" y="5504415"/>
                  </a:lnTo>
                  <a:lnTo>
                    <a:pt x="3163729" y="5610921"/>
                  </a:lnTo>
                  <a:lnTo>
                    <a:pt x="3136303" y="5714179"/>
                  </a:lnTo>
                  <a:lnTo>
                    <a:pt x="3108854" y="5813906"/>
                  </a:lnTo>
                  <a:lnTo>
                    <a:pt x="3081345" y="5909876"/>
                  </a:lnTo>
                  <a:lnTo>
                    <a:pt x="3053728" y="6001913"/>
                  </a:lnTo>
                  <a:lnTo>
                    <a:pt x="3025946" y="6089897"/>
                  </a:lnTo>
                  <a:lnTo>
                    <a:pt x="2997925" y="6173756"/>
                  </a:lnTo>
                  <a:lnTo>
                    <a:pt x="2969578" y="6253466"/>
                  </a:lnTo>
                  <a:lnTo>
                    <a:pt x="2940801" y="6329048"/>
                  </a:lnTo>
                  <a:lnTo>
                    <a:pt x="2911470" y="6400562"/>
                  </a:lnTo>
                  <a:lnTo>
                    <a:pt x="2896531" y="6434874"/>
                  </a:lnTo>
                  <a:lnTo>
                    <a:pt x="2854216" y="6524445"/>
                  </a:lnTo>
                  <a:lnTo>
                    <a:pt x="2809957" y="6606420"/>
                  </a:lnTo>
                  <a:lnTo>
                    <a:pt x="2763224" y="6681054"/>
                  </a:lnTo>
                  <a:lnTo>
                    <a:pt x="2713432" y="6748847"/>
                  </a:lnTo>
                  <a:lnTo>
                    <a:pt x="2659975" y="6810406"/>
                  </a:lnTo>
                  <a:lnTo>
                    <a:pt x="2602256" y="6866358"/>
                  </a:lnTo>
                  <a:lnTo>
                    <a:pt x="2539722" y="6917302"/>
                  </a:lnTo>
                  <a:lnTo>
                    <a:pt x="2471917" y="6963768"/>
                  </a:lnTo>
                  <a:lnTo>
                    <a:pt x="2398546" y="7006202"/>
                  </a:lnTo>
                  <a:lnTo>
                    <a:pt x="2319561" y="7044954"/>
                  </a:lnTo>
                  <a:lnTo>
                    <a:pt x="2235259" y="7080272"/>
                  </a:lnTo>
                  <a:lnTo>
                    <a:pt x="2146395" y="7112305"/>
                  </a:lnTo>
                  <a:lnTo>
                    <a:pt x="2054282" y="7141109"/>
                  </a:lnTo>
                  <a:lnTo>
                    <a:pt x="1960848" y="7166665"/>
                  </a:lnTo>
                  <a:lnTo>
                    <a:pt x="1868617" y="7188913"/>
                  </a:lnTo>
                  <a:lnTo>
                    <a:pt x="1780572" y="7207787"/>
                  </a:lnTo>
                  <a:lnTo>
                    <a:pt x="1699886" y="7223267"/>
                  </a:lnTo>
                  <a:lnTo>
                    <a:pt x="1629526" y="7235422"/>
                  </a:lnTo>
                  <a:lnTo>
                    <a:pt x="1571812" y="7244447"/>
                  </a:lnTo>
                  <a:lnTo>
                    <a:pt x="1528017" y="7250673"/>
                  </a:lnTo>
                  <a:lnTo>
                    <a:pt x="1498106" y="7254553"/>
                  </a:lnTo>
                  <a:lnTo>
                    <a:pt x="1480674" y="7256623"/>
                  </a:lnTo>
                  <a:lnTo>
                    <a:pt x="1473036" y="7257456"/>
                  </a:lnTo>
                  <a:lnTo>
                    <a:pt x="1471387" y="7257622"/>
                  </a:lnTo>
                  <a:lnTo>
                    <a:pt x="0" y="7257622"/>
                  </a:lnTo>
                  <a:close/>
                </a:path>
              </a:pathLst>
            </a:custGeom>
            <a:solidFill>
              <a:srgbClr val="A1D492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2076" name="pl2076"/>
            <p:cNvSpPr/>
            <p:nvPr/>
          </p:nvSpPr>
          <p:spPr>
            <a:xfrm>
              <a:off x="4799595" y="3696609"/>
              <a:ext cx="11981298" cy="7257622"/>
            </a:xfrm>
            <a:custGeom>
              <a:avLst/>
              <a:pathLst>
                <a:path w="11981298" h="7257622">
                  <a:moveTo>
                    <a:pt x="0" y="7257622"/>
                  </a:moveTo>
                  <a:lnTo>
                    <a:pt x="1471387" y="7257622"/>
                  </a:lnTo>
                  <a:lnTo>
                    <a:pt x="1472272" y="7257534"/>
                  </a:lnTo>
                  <a:lnTo>
                    <a:pt x="1478117" y="7256909"/>
                  </a:lnTo>
                  <a:lnTo>
                    <a:pt x="1492957" y="7255183"/>
                  </a:lnTo>
                  <a:lnTo>
                    <a:pt x="1519752" y="7251780"/>
                  </a:lnTo>
                  <a:lnTo>
                    <a:pt x="1560223" y="7246150"/>
                  </a:lnTo>
                  <a:lnTo>
                    <a:pt x="1614727" y="7237819"/>
                  </a:lnTo>
                  <a:lnTo>
                    <a:pt x="1682284" y="7226424"/>
                  </a:lnTo>
                  <a:lnTo>
                    <a:pt x="1760789" y="7211738"/>
                  </a:lnTo>
                  <a:lnTo>
                    <a:pt x="1847385" y="7193664"/>
                  </a:lnTo>
                  <a:lnTo>
                    <a:pt x="1938911" y="7172206"/>
                  </a:lnTo>
                  <a:lnTo>
                    <a:pt x="2032310" y="7147422"/>
                  </a:lnTo>
                  <a:lnTo>
                    <a:pt x="2124931" y="7119380"/>
                  </a:lnTo>
                  <a:lnTo>
                    <a:pt x="2214700" y="7088109"/>
                  </a:lnTo>
                  <a:lnTo>
                    <a:pt x="2300163" y="7053575"/>
                  </a:lnTo>
                  <a:lnTo>
                    <a:pt x="2380443" y="7015650"/>
                  </a:lnTo>
                  <a:lnTo>
                    <a:pt x="2455143" y="6974111"/>
                  </a:lnTo>
                  <a:lnTo>
                    <a:pt x="2524240" y="6928632"/>
                  </a:lnTo>
                  <a:lnTo>
                    <a:pt x="2587979" y="6878787"/>
                  </a:lnTo>
                  <a:lnTo>
                    <a:pt x="2646786" y="6824066"/>
                  </a:lnTo>
                  <a:lnTo>
                    <a:pt x="2701194" y="6763884"/>
                  </a:lnTo>
                  <a:lnTo>
                    <a:pt x="2751794" y="6697617"/>
                  </a:lnTo>
                  <a:lnTo>
                    <a:pt x="2799194" y="6624644"/>
                  </a:lnTo>
                  <a:lnTo>
                    <a:pt x="2843985" y="6544433"/>
                  </a:lnTo>
                  <a:lnTo>
                    <a:pt x="2886714" y="6456654"/>
                  </a:lnTo>
                  <a:lnTo>
                    <a:pt x="2896531" y="6434874"/>
                  </a:lnTo>
                  <a:lnTo>
                    <a:pt x="2926192" y="6365360"/>
                  </a:lnTo>
                  <a:lnTo>
                    <a:pt x="2955230" y="6291825"/>
                  </a:lnTo>
                  <a:lnTo>
                    <a:pt x="2983778" y="6214188"/>
                  </a:lnTo>
                  <a:lnTo>
                    <a:pt x="3011950" y="6132406"/>
                  </a:lnTo>
                  <a:lnTo>
                    <a:pt x="3039842" y="6046482"/>
                  </a:lnTo>
                  <a:lnTo>
                    <a:pt x="3067533" y="5956462"/>
                  </a:lnTo>
                  <a:lnTo>
                    <a:pt x="3095089" y="5862443"/>
                  </a:lnTo>
                  <a:lnTo>
                    <a:pt x="3122563" y="5764572"/>
                  </a:lnTo>
                  <a:lnTo>
                    <a:pt x="3149997" y="5663051"/>
                  </a:lnTo>
                  <a:lnTo>
                    <a:pt x="3177422" y="5558133"/>
                  </a:lnTo>
                  <a:lnTo>
                    <a:pt x="3204858" y="5450125"/>
                  </a:lnTo>
                  <a:lnTo>
                    <a:pt x="3232321" y="5339383"/>
                  </a:lnTo>
                  <a:lnTo>
                    <a:pt x="3259816" y="5226309"/>
                  </a:lnTo>
                  <a:lnTo>
                    <a:pt x="3287344" y="5111344"/>
                  </a:lnTo>
                  <a:lnTo>
                    <a:pt x="3314899" y="4994966"/>
                  </a:lnTo>
                  <a:lnTo>
                    <a:pt x="3342474" y="4877675"/>
                  </a:lnTo>
                  <a:lnTo>
                    <a:pt x="3370057" y="4759990"/>
                  </a:lnTo>
                  <a:lnTo>
                    <a:pt x="3397638" y="4642436"/>
                  </a:lnTo>
                  <a:lnTo>
                    <a:pt x="3425204" y="4525537"/>
                  </a:lnTo>
                  <a:lnTo>
                    <a:pt x="3452746" y="4409804"/>
                  </a:lnTo>
                  <a:lnTo>
                    <a:pt x="3480258" y="4295726"/>
                  </a:lnTo>
                  <a:lnTo>
                    <a:pt x="3507736" y="4183763"/>
                  </a:lnTo>
                  <a:lnTo>
                    <a:pt x="3535185" y="4074338"/>
                  </a:lnTo>
                  <a:lnTo>
                    <a:pt x="3562613" y="3967832"/>
                  </a:lnTo>
                  <a:lnTo>
                    <a:pt x="3590039" y="3864574"/>
                  </a:lnTo>
                  <a:lnTo>
                    <a:pt x="3617488" y="3764847"/>
                  </a:lnTo>
                  <a:lnTo>
                    <a:pt x="3644998" y="3668878"/>
                  </a:lnTo>
                  <a:lnTo>
                    <a:pt x="3672614" y="3576840"/>
                  </a:lnTo>
                  <a:lnTo>
                    <a:pt x="3700396" y="3488856"/>
                  </a:lnTo>
                  <a:lnTo>
                    <a:pt x="3728417" y="3404997"/>
                  </a:lnTo>
                  <a:lnTo>
                    <a:pt x="3756764" y="3325287"/>
                  </a:lnTo>
                  <a:lnTo>
                    <a:pt x="3785541" y="3249706"/>
                  </a:lnTo>
                  <a:lnTo>
                    <a:pt x="3814872" y="3178191"/>
                  </a:lnTo>
                  <a:lnTo>
                    <a:pt x="3829811" y="3143880"/>
                  </a:lnTo>
                  <a:lnTo>
                    <a:pt x="3872126" y="3054308"/>
                  </a:lnTo>
                  <a:lnTo>
                    <a:pt x="3916385" y="2972333"/>
                  </a:lnTo>
                  <a:lnTo>
                    <a:pt x="3963118" y="2897699"/>
                  </a:lnTo>
                  <a:lnTo>
                    <a:pt x="4012910" y="2829906"/>
                  </a:lnTo>
                  <a:lnTo>
                    <a:pt x="4066367" y="2768347"/>
                  </a:lnTo>
                  <a:lnTo>
                    <a:pt x="4124086" y="2712395"/>
                  </a:lnTo>
                  <a:lnTo>
                    <a:pt x="4186620" y="2661451"/>
                  </a:lnTo>
                  <a:lnTo>
                    <a:pt x="4254425" y="2614985"/>
                  </a:lnTo>
                  <a:lnTo>
                    <a:pt x="4327796" y="2572551"/>
                  </a:lnTo>
                  <a:lnTo>
                    <a:pt x="4406781" y="2533799"/>
                  </a:lnTo>
                  <a:lnTo>
                    <a:pt x="4491084" y="2498481"/>
                  </a:lnTo>
                  <a:lnTo>
                    <a:pt x="4579947" y="2466448"/>
                  </a:lnTo>
                  <a:lnTo>
                    <a:pt x="4672060" y="2437645"/>
                  </a:lnTo>
                  <a:lnTo>
                    <a:pt x="4765494" y="2412088"/>
                  </a:lnTo>
                  <a:lnTo>
                    <a:pt x="4857725" y="2389840"/>
                  </a:lnTo>
                  <a:lnTo>
                    <a:pt x="4945770" y="2370966"/>
                  </a:lnTo>
                  <a:lnTo>
                    <a:pt x="5026456" y="2355486"/>
                  </a:lnTo>
                  <a:lnTo>
                    <a:pt x="5096816" y="2343331"/>
                  </a:lnTo>
                  <a:lnTo>
                    <a:pt x="5154530" y="2334306"/>
                  </a:lnTo>
                  <a:lnTo>
                    <a:pt x="5198325" y="2328080"/>
                  </a:lnTo>
                  <a:lnTo>
                    <a:pt x="5228236" y="2324200"/>
                  </a:lnTo>
                  <a:lnTo>
                    <a:pt x="5245668" y="2322130"/>
                  </a:lnTo>
                  <a:lnTo>
                    <a:pt x="5253306" y="2321297"/>
                  </a:lnTo>
                  <a:lnTo>
                    <a:pt x="5254943" y="2321132"/>
                  </a:lnTo>
                  <a:lnTo>
                    <a:pt x="5254955" y="2321131"/>
                  </a:lnTo>
                  <a:lnTo>
                    <a:pt x="6726343" y="2321131"/>
                  </a:lnTo>
                  <a:lnTo>
                    <a:pt x="6727517" y="2321076"/>
                  </a:lnTo>
                  <a:lnTo>
                    <a:pt x="6735234" y="2320682"/>
                  </a:lnTo>
                  <a:lnTo>
                    <a:pt x="6754669" y="2319595"/>
                  </a:lnTo>
                  <a:lnTo>
                    <a:pt x="6789369" y="2317454"/>
                  </a:lnTo>
                  <a:lnTo>
                    <a:pt x="6840997" y="2313928"/>
                  </a:lnTo>
                  <a:lnTo>
                    <a:pt x="6909203" y="2308751"/>
                  </a:lnTo>
                  <a:lnTo>
                    <a:pt x="6991802" y="2301741"/>
                  </a:lnTo>
                  <a:lnTo>
                    <a:pt x="7085277" y="2292810"/>
                  </a:lnTo>
                  <a:lnTo>
                    <a:pt x="7185468" y="2281946"/>
                  </a:lnTo>
                  <a:lnTo>
                    <a:pt x="7288257" y="2269183"/>
                  </a:lnTo>
                  <a:lnTo>
                    <a:pt x="7390085" y="2254563"/>
                  </a:lnTo>
                  <a:lnTo>
                    <a:pt x="7488235" y="2238102"/>
                  </a:lnTo>
                  <a:lnTo>
                    <a:pt x="7580896" y="2219768"/>
                  </a:lnTo>
                  <a:lnTo>
                    <a:pt x="7667074" y="2199467"/>
                  </a:lnTo>
                  <a:lnTo>
                    <a:pt x="7746436" y="2177035"/>
                  </a:lnTo>
                  <a:lnTo>
                    <a:pt x="7819130" y="2152237"/>
                  </a:lnTo>
                  <a:lnTo>
                    <a:pt x="7885630" y="2124776"/>
                  </a:lnTo>
                  <a:lnTo>
                    <a:pt x="7946607" y="2094298"/>
                  </a:lnTo>
                  <a:lnTo>
                    <a:pt x="8002835" y="2060417"/>
                  </a:lnTo>
                  <a:lnTo>
                    <a:pt x="8055125" y="2022741"/>
                  </a:lnTo>
                  <a:lnTo>
                    <a:pt x="8104266" y="1980936"/>
                  </a:lnTo>
                  <a:lnTo>
                    <a:pt x="8150981" y="1934810"/>
                  </a:lnTo>
                  <a:lnTo>
                    <a:pt x="8151487" y="1934276"/>
                  </a:lnTo>
                  <a:lnTo>
                    <a:pt x="8192127" y="1888819"/>
                  </a:lnTo>
                  <a:lnTo>
                    <a:pt x="8231684" y="1839755"/>
                  </a:lnTo>
                  <a:lnTo>
                    <a:pt x="8270478" y="1787010"/>
                  </a:lnTo>
                  <a:lnTo>
                    <a:pt x="8308759" y="1730584"/>
                  </a:lnTo>
                  <a:lnTo>
                    <a:pt x="8346724" y="1670554"/>
                  </a:lnTo>
                  <a:lnTo>
                    <a:pt x="8384521" y="1607080"/>
                  </a:lnTo>
                  <a:lnTo>
                    <a:pt x="8422257" y="1540414"/>
                  </a:lnTo>
                  <a:lnTo>
                    <a:pt x="8460002" y="1470895"/>
                  </a:lnTo>
                  <a:lnTo>
                    <a:pt x="8497796" y="1398948"/>
                  </a:lnTo>
                  <a:lnTo>
                    <a:pt x="8535651" y="1325074"/>
                  </a:lnTo>
                  <a:lnTo>
                    <a:pt x="8573561" y="1249839"/>
                  </a:lnTo>
                  <a:lnTo>
                    <a:pt x="8611504" y="1173853"/>
                  </a:lnTo>
                  <a:lnTo>
                    <a:pt x="8649454" y="1097756"/>
                  </a:lnTo>
                  <a:lnTo>
                    <a:pt x="8687378" y="1022188"/>
                  </a:lnTo>
                  <a:lnTo>
                    <a:pt x="8725254" y="947772"/>
                  </a:lnTo>
                  <a:lnTo>
                    <a:pt x="8763069" y="875092"/>
                  </a:lnTo>
                  <a:lnTo>
                    <a:pt x="8800827" y="804673"/>
                  </a:lnTo>
                  <a:lnTo>
                    <a:pt x="8838560" y="736968"/>
                  </a:lnTo>
                  <a:lnTo>
                    <a:pt x="8876326" y="672347"/>
                  </a:lnTo>
                  <a:lnTo>
                    <a:pt x="8914218" y="611092"/>
                  </a:lnTo>
                  <a:lnTo>
                    <a:pt x="8952369" y="553396"/>
                  </a:lnTo>
                  <a:lnTo>
                    <a:pt x="8990958" y="499363"/>
                  </a:lnTo>
                  <a:lnTo>
                    <a:pt x="9030216" y="449019"/>
                  </a:lnTo>
                  <a:lnTo>
                    <a:pt x="9070438" y="402315"/>
                  </a:lnTo>
                  <a:lnTo>
                    <a:pt x="9084767" y="386855"/>
                  </a:lnTo>
                  <a:lnTo>
                    <a:pt x="9131458" y="340682"/>
                  </a:lnTo>
                  <a:lnTo>
                    <a:pt x="9180569" y="298829"/>
                  </a:lnTo>
                  <a:lnTo>
                    <a:pt x="9232819" y="261109"/>
                  </a:lnTo>
                  <a:lnTo>
                    <a:pt x="9289000" y="227188"/>
                  </a:lnTo>
                  <a:lnTo>
                    <a:pt x="9349919" y="196675"/>
                  </a:lnTo>
                  <a:lnTo>
                    <a:pt x="9416354" y="169182"/>
                  </a:lnTo>
                  <a:lnTo>
                    <a:pt x="9488976" y="144357"/>
                  </a:lnTo>
                  <a:lnTo>
                    <a:pt x="9568263" y="121899"/>
                  </a:lnTo>
                  <a:lnTo>
                    <a:pt x="9654367" y="101576"/>
                  </a:lnTo>
                  <a:lnTo>
                    <a:pt x="9746960" y="83221"/>
                  </a:lnTo>
                  <a:lnTo>
                    <a:pt x="9845058" y="66740"/>
                  </a:lnTo>
                  <a:lnTo>
                    <a:pt x="9946858" y="52099"/>
                  </a:lnTo>
                  <a:lnTo>
                    <a:pt x="10049655" y="39316"/>
                  </a:lnTo>
                  <a:lnTo>
                    <a:pt x="10149896" y="28431"/>
                  </a:lnTo>
                  <a:lnTo>
                    <a:pt x="10243469" y="19478"/>
                  </a:lnTo>
                  <a:lnTo>
                    <a:pt x="10326209" y="12447"/>
                  </a:lnTo>
                  <a:lnTo>
                    <a:pt x="10394589" y="7250"/>
                  </a:lnTo>
                  <a:lnTo>
                    <a:pt x="10446406" y="3708"/>
                  </a:lnTo>
                  <a:lnTo>
                    <a:pt x="10481289" y="1553"/>
                  </a:lnTo>
                  <a:lnTo>
                    <a:pt x="10500876" y="456"/>
                  </a:lnTo>
                  <a:lnTo>
                    <a:pt x="10508697" y="57"/>
                  </a:lnTo>
                  <a:lnTo>
                    <a:pt x="10509911" y="0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77" name="pl2077"/>
            <p:cNvSpPr/>
            <p:nvPr/>
          </p:nvSpPr>
          <p:spPr>
            <a:xfrm>
              <a:off x="4799595" y="3688436"/>
              <a:ext cx="11981298" cy="7257622"/>
            </a:xfrm>
            <a:custGeom>
              <a:avLst/>
              <a:pathLst>
                <a:path w="11981298" h="7257622">
                  <a:moveTo>
                    <a:pt x="11981298" y="0"/>
                  </a:moveTo>
                  <a:lnTo>
                    <a:pt x="10509911" y="0"/>
                  </a:lnTo>
                  <a:lnTo>
                    <a:pt x="10508736" y="55"/>
                  </a:lnTo>
                  <a:lnTo>
                    <a:pt x="10501019" y="448"/>
                  </a:lnTo>
                  <a:lnTo>
                    <a:pt x="10481584" y="1536"/>
                  </a:lnTo>
                  <a:lnTo>
                    <a:pt x="10446884" y="3677"/>
                  </a:lnTo>
                  <a:lnTo>
                    <a:pt x="10395256" y="7202"/>
                  </a:lnTo>
                  <a:lnTo>
                    <a:pt x="10327050" y="12379"/>
                  </a:lnTo>
                  <a:lnTo>
                    <a:pt x="10244452" y="19390"/>
                  </a:lnTo>
                  <a:lnTo>
                    <a:pt x="10150976" y="28321"/>
                  </a:lnTo>
                  <a:lnTo>
                    <a:pt x="10050785" y="39185"/>
                  </a:lnTo>
                  <a:lnTo>
                    <a:pt x="9947997" y="51947"/>
                  </a:lnTo>
                  <a:lnTo>
                    <a:pt x="9846169" y="66568"/>
                  </a:lnTo>
                  <a:lnTo>
                    <a:pt x="9748018" y="83029"/>
                  </a:lnTo>
                  <a:lnTo>
                    <a:pt x="9655357" y="101362"/>
                  </a:lnTo>
                  <a:lnTo>
                    <a:pt x="9569179" y="121663"/>
                  </a:lnTo>
                  <a:lnTo>
                    <a:pt x="9489817" y="144096"/>
                  </a:lnTo>
                  <a:lnTo>
                    <a:pt x="9417123" y="168893"/>
                  </a:lnTo>
                  <a:lnTo>
                    <a:pt x="9350623" y="196355"/>
                  </a:lnTo>
                  <a:lnTo>
                    <a:pt x="9289646" y="226832"/>
                  </a:lnTo>
                  <a:lnTo>
                    <a:pt x="9233418" y="260714"/>
                  </a:lnTo>
                  <a:lnTo>
                    <a:pt x="9181128" y="298389"/>
                  </a:lnTo>
                  <a:lnTo>
                    <a:pt x="9131987" y="340195"/>
                  </a:lnTo>
                  <a:lnTo>
                    <a:pt x="9085273" y="386320"/>
                  </a:lnTo>
                  <a:lnTo>
                    <a:pt x="9084767" y="386855"/>
                  </a:lnTo>
                  <a:lnTo>
                    <a:pt x="9044126" y="432311"/>
                  </a:lnTo>
                  <a:lnTo>
                    <a:pt x="9004569" y="481376"/>
                  </a:lnTo>
                  <a:lnTo>
                    <a:pt x="8965776" y="534120"/>
                  </a:lnTo>
                  <a:lnTo>
                    <a:pt x="8927495" y="590546"/>
                  </a:lnTo>
                  <a:lnTo>
                    <a:pt x="8889530" y="650577"/>
                  </a:lnTo>
                  <a:lnTo>
                    <a:pt x="8851732" y="714050"/>
                  </a:lnTo>
                  <a:lnTo>
                    <a:pt x="8813996" y="780716"/>
                  </a:lnTo>
                  <a:lnTo>
                    <a:pt x="8776251" y="850235"/>
                  </a:lnTo>
                  <a:lnTo>
                    <a:pt x="8738458" y="922183"/>
                  </a:lnTo>
                  <a:lnTo>
                    <a:pt x="8700603" y="996057"/>
                  </a:lnTo>
                  <a:lnTo>
                    <a:pt x="8662693" y="1071292"/>
                  </a:lnTo>
                  <a:lnTo>
                    <a:pt x="8624749" y="1147277"/>
                  </a:lnTo>
                  <a:lnTo>
                    <a:pt x="8586800" y="1223375"/>
                  </a:lnTo>
                  <a:lnTo>
                    <a:pt x="8548875" y="1298943"/>
                  </a:lnTo>
                  <a:lnTo>
                    <a:pt x="8510999" y="1373359"/>
                  </a:lnTo>
                  <a:lnTo>
                    <a:pt x="8473185" y="1446039"/>
                  </a:lnTo>
                  <a:lnTo>
                    <a:pt x="8435426" y="1516458"/>
                  </a:lnTo>
                  <a:lnTo>
                    <a:pt x="8397693" y="1584162"/>
                  </a:lnTo>
                  <a:lnTo>
                    <a:pt x="8359927" y="1648783"/>
                  </a:lnTo>
                  <a:lnTo>
                    <a:pt x="8322035" y="1710038"/>
                  </a:lnTo>
                  <a:lnTo>
                    <a:pt x="8283884" y="1767735"/>
                  </a:lnTo>
                  <a:lnTo>
                    <a:pt x="8245295" y="1821768"/>
                  </a:lnTo>
                  <a:lnTo>
                    <a:pt x="8206037" y="1872112"/>
                  </a:lnTo>
                  <a:lnTo>
                    <a:pt x="8165815" y="1918815"/>
                  </a:lnTo>
                  <a:lnTo>
                    <a:pt x="8151487" y="1934276"/>
                  </a:lnTo>
                  <a:lnTo>
                    <a:pt x="8104795" y="1980449"/>
                  </a:lnTo>
                  <a:lnTo>
                    <a:pt x="8055685" y="2022302"/>
                  </a:lnTo>
                  <a:lnTo>
                    <a:pt x="8003434" y="2060021"/>
                  </a:lnTo>
                  <a:lnTo>
                    <a:pt x="7947254" y="2093943"/>
                  </a:lnTo>
                  <a:lnTo>
                    <a:pt x="7886334" y="2124456"/>
                  </a:lnTo>
                  <a:lnTo>
                    <a:pt x="7819899" y="2151948"/>
                  </a:lnTo>
                  <a:lnTo>
                    <a:pt x="7747277" y="2176774"/>
                  </a:lnTo>
                  <a:lnTo>
                    <a:pt x="7667990" y="2199231"/>
                  </a:lnTo>
                  <a:lnTo>
                    <a:pt x="7581886" y="2219555"/>
                  </a:lnTo>
                  <a:lnTo>
                    <a:pt x="7489293" y="2237909"/>
                  </a:lnTo>
                  <a:lnTo>
                    <a:pt x="7391195" y="2254391"/>
                  </a:lnTo>
                  <a:lnTo>
                    <a:pt x="7289395" y="2269032"/>
                  </a:lnTo>
                  <a:lnTo>
                    <a:pt x="7186599" y="2281815"/>
                  </a:lnTo>
                  <a:lnTo>
                    <a:pt x="7086357" y="2292700"/>
                  </a:lnTo>
                  <a:lnTo>
                    <a:pt x="6992784" y="2301652"/>
                  </a:lnTo>
                  <a:lnTo>
                    <a:pt x="6910044" y="2308684"/>
                  </a:lnTo>
                  <a:lnTo>
                    <a:pt x="6841664" y="2313881"/>
                  </a:lnTo>
                  <a:lnTo>
                    <a:pt x="6789847" y="2317423"/>
                  </a:lnTo>
                  <a:lnTo>
                    <a:pt x="6754964" y="2319577"/>
                  </a:lnTo>
                  <a:lnTo>
                    <a:pt x="6735377" y="2320675"/>
                  </a:lnTo>
                  <a:lnTo>
                    <a:pt x="6727556" y="2321074"/>
                  </a:lnTo>
                  <a:lnTo>
                    <a:pt x="6726343" y="2321131"/>
                  </a:lnTo>
                  <a:lnTo>
                    <a:pt x="6726343" y="2321131"/>
                  </a:lnTo>
                  <a:lnTo>
                    <a:pt x="5254955" y="2321131"/>
                  </a:lnTo>
                  <a:lnTo>
                    <a:pt x="5254071" y="2321219"/>
                  </a:lnTo>
                  <a:lnTo>
                    <a:pt x="5248225" y="2321844"/>
                  </a:lnTo>
                  <a:lnTo>
                    <a:pt x="5233385" y="2323570"/>
                  </a:lnTo>
                  <a:lnTo>
                    <a:pt x="5206590" y="2326973"/>
                  </a:lnTo>
                  <a:lnTo>
                    <a:pt x="5166120" y="2332603"/>
                  </a:lnTo>
                  <a:lnTo>
                    <a:pt x="5111615" y="2340934"/>
                  </a:lnTo>
                  <a:lnTo>
                    <a:pt x="5044058" y="2352329"/>
                  </a:lnTo>
                  <a:lnTo>
                    <a:pt x="4965553" y="2367015"/>
                  </a:lnTo>
                  <a:lnTo>
                    <a:pt x="4878957" y="2385089"/>
                  </a:lnTo>
                  <a:lnTo>
                    <a:pt x="4787431" y="2406547"/>
                  </a:lnTo>
                  <a:lnTo>
                    <a:pt x="4694032" y="2431331"/>
                  </a:lnTo>
                  <a:lnTo>
                    <a:pt x="4601411" y="2459373"/>
                  </a:lnTo>
                  <a:lnTo>
                    <a:pt x="4511642" y="2490644"/>
                  </a:lnTo>
                  <a:lnTo>
                    <a:pt x="4426179" y="2525178"/>
                  </a:lnTo>
                  <a:lnTo>
                    <a:pt x="4345899" y="2563103"/>
                  </a:lnTo>
                  <a:lnTo>
                    <a:pt x="4271199" y="2604642"/>
                  </a:lnTo>
                  <a:lnTo>
                    <a:pt x="4202102" y="2650122"/>
                  </a:lnTo>
                  <a:lnTo>
                    <a:pt x="4138363" y="2699966"/>
                  </a:lnTo>
                  <a:lnTo>
                    <a:pt x="4079556" y="2754687"/>
                  </a:lnTo>
                  <a:lnTo>
                    <a:pt x="4025148" y="2814869"/>
                  </a:lnTo>
                  <a:lnTo>
                    <a:pt x="3974548" y="2881136"/>
                  </a:lnTo>
                  <a:lnTo>
                    <a:pt x="3927149" y="2954109"/>
                  </a:lnTo>
                  <a:lnTo>
                    <a:pt x="3882357" y="3034320"/>
                  </a:lnTo>
                  <a:lnTo>
                    <a:pt x="3839628" y="3122099"/>
                  </a:lnTo>
                  <a:lnTo>
                    <a:pt x="3829811" y="3143880"/>
                  </a:lnTo>
                  <a:lnTo>
                    <a:pt x="3800150" y="3213393"/>
                  </a:lnTo>
                  <a:lnTo>
                    <a:pt x="3771113" y="3286928"/>
                  </a:lnTo>
                  <a:lnTo>
                    <a:pt x="3742564" y="3364565"/>
                  </a:lnTo>
                  <a:lnTo>
                    <a:pt x="3714392" y="3446347"/>
                  </a:lnTo>
                  <a:lnTo>
                    <a:pt x="3686500" y="3532271"/>
                  </a:lnTo>
                  <a:lnTo>
                    <a:pt x="3658809" y="3622291"/>
                  </a:lnTo>
                  <a:lnTo>
                    <a:pt x="3631253" y="3716310"/>
                  </a:lnTo>
                  <a:lnTo>
                    <a:pt x="3603779" y="3814181"/>
                  </a:lnTo>
                  <a:lnTo>
                    <a:pt x="3576345" y="3915702"/>
                  </a:lnTo>
                  <a:lnTo>
                    <a:pt x="3548921" y="4020620"/>
                  </a:lnTo>
                  <a:lnTo>
                    <a:pt x="3521484" y="4128628"/>
                  </a:lnTo>
                  <a:lnTo>
                    <a:pt x="3494021" y="4239370"/>
                  </a:lnTo>
                  <a:lnTo>
                    <a:pt x="3466526" y="4352444"/>
                  </a:lnTo>
                  <a:lnTo>
                    <a:pt x="3438999" y="4467409"/>
                  </a:lnTo>
                  <a:lnTo>
                    <a:pt x="3411443" y="4583787"/>
                  </a:lnTo>
                  <a:lnTo>
                    <a:pt x="3383869" y="4701078"/>
                  </a:lnTo>
                  <a:lnTo>
                    <a:pt x="3356285" y="4818763"/>
                  </a:lnTo>
                  <a:lnTo>
                    <a:pt x="3328705" y="4936317"/>
                  </a:lnTo>
                  <a:lnTo>
                    <a:pt x="3301138" y="5053216"/>
                  </a:lnTo>
                  <a:lnTo>
                    <a:pt x="3273596" y="5168949"/>
                  </a:lnTo>
                  <a:lnTo>
                    <a:pt x="3246085" y="5283027"/>
                  </a:lnTo>
                  <a:lnTo>
                    <a:pt x="3218606" y="5394990"/>
                  </a:lnTo>
                  <a:lnTo>
                    <a:pt x="3191157" y="5504415"/>
                  </a:lnTo>
                  <a:lnTo>
                    <a:pt x="3163729" y="5610921"/>
                  </a:lnTo>
                  <a:lnTo>
                    <a:pt x="3136303" y="5714179"/>
                  </a:lnTo>
                  <a:lnTo>
                    <a:pt x="3108854" y="5813906"/>
                  </a:lnTo>
                  <a:lnTo>
                    <a:pt x="3081345" y="5909876"/>
                  </a:lnTo>
                  <a:lnTo>
                    <a:pt x="3053728" y="6001913"/>
                  </a:lnTo>
                  <a:lnTo>
                    <a:pt x="3025946" y="6089897"/>
                  </a:lnTo>
                  <a:lnTo>
                    <a:pt x="2997925" y="6173756"/>
                  </a:lnTo>
                  <a:lnTo>
                    <a:pt x="2969578" y="6253466"/>
                  </a:lnTo>
                  <a:lnTo>
                    <a:pt x="2940801" y="6329048"/>
                  </a:lnTo>
                  <a:lnTo>
                    <a:pt x="2911470" y="6400562"/>
                  </a:lnTo>
                  <a:lnTo>
                    <a:pt x="2896531" y="6434874"/>
                  </a:lnTo>
                  <a:lnTo>
                    <a:pt x="2854216" y="6524445"/>
                  </a:lnTo>
                  <a:lnTo>
                    <a:pt x="2809957" y="6606420"/>
                  </a:lnTo>
                  <a:lnTo>
                    <a:pt x="2763224" y="6681054"/>
                  </a:lnTo>
                  <a:lnTo>
                    <a:pt x="2713432" y="6748847"/>
                  </a:lnTo>
                  <a:lnTo>
                    <a:pt x="2659975" y="6810406"/>
                  </a:lnTo>
                  <a:lnTo>
                    <a:pt x="2602256" y="6866358"/>
                  </a:lnTo>
                  <a:lnTo>
                    <a:pt x="2539722" y="6917302"/>
                  </a:lnTo>
                  <a:lnTo>
                    <a:pt x="2471917" y="6963768"/>
                  </a:lnTo>
                  <a:lnTo>
                    <a:pt x="2398546" y="7006202"/>
                  </a:lnTo>
                  <a:lnTo>
                    <a:pt x="2319561" y="7044954"/>
                  </a:lnTo>
                  <a:lnTo>
                    <a:pt x="2235259" y="7080272"/>
                  </a:lnTo>
                  <a:lnTo>
                    <a:pt x="2146395" y="7112305"/>
                  </a:lnTo>
                  <a:lnTo>
                    <a:pt x="2054282" y="7141109"/>
                  </a:lnTo>
                  <a:lnTo>
                    <a:pt x="1960848" y="7166665"/>
                  </a:lnTo>
                  <a:lnTo>
                    <a:pt x="1868617" y="7188913"/>
                  </a:lnTo>
                  <a:lnTo>
                    <a:pt x="1780572" y="7207787"/>
                  </a:lnTo>
                  <a:lnTo>
                    <a:pt x="1699886" y="7223267"/>
                  </a:lnTo>
                  <a:lnTo>
                    <a:pt x="1629526" y="7235422"/>
                  </a:lnTo>
                  <a:lnTo>
                    <a:pt x="1571812" y="7244447"/>
                  </a:lnTo>
                  <a:lnTo>
                    <a:pt x="1528017" y="7250673"/>
                  </a:lnTo>
                  <a:lnTo>
                    <a:pt x="1498106" y="7254553"/>
                  </a:lnTo>
                  <a:lnTo>
                    <a:pt x="1480674" y="7256623"/>
                  </a:lnTo>
                  <a:lnTo>
                    <a:pt x="1473036" y="7257456"/>
                  </a:lnTo>
                  <a:lnTo>
                    <a:pt x="1471399" y="7257621"/>
                  </a:lnTo>
                  <a:lnTo>
                    <a:pt x="1471387" y="7257622"/>
                  </a:lnTo>
                  <a:lnTo>
                    <a:pt x="0" y="725762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78" name="pg2078"/>
            <p:cNvSpPr/>
            <p:nvPr/>
          </p:nvSpPr>
          <p:spPr>
            <a:xfrm>
              <a:off x="4799595" y="3892761"/>
              <a:ext cx="11981298" cy="7036951"/>
            </a:xfrm>
            <a:custGeom>
              <a:avLst/>
              <a:pathLst>
                <a:path w="11981298" h="7036951">
                  <a:moveTo>
                    <a:pt x="0" y="7036951"/>
                  </a:moveTo>
                  <a:lnTo>
                    <a:pt x="1471387" y="7036951"/>
                  </a:lnTo>
                  <a:lnTo>
                    <a:pt x="1472139" y="7036845"/>
                  </a:lnTo>
                  <a:lnTo>
                    <a:pt x="1477126" y="7036092"/>
                  </a:lnTo>
                  <a:lnTo>
                    <a:pt x="1489840" y="7034011"/>
                  </a:lnTo>
                  <a:lnTo>
                    <a:pt x="1512922" y="7029908"/>
                  </a:lnTo>
                  <a:lnTo>
                    <a:pt x="1548040" y="7023107"/>
                  </a:lnTo>
                  <a:lnTo>
                    <a:pt x="1595780" y="7013007"/>
                  </a:lnTo>
                  <a:lnTo>
                    <a:pt x="1655630" y="6999127"/>
                  </a:lnTo>
                  <a:lnTo>
                    <a:pt x="1726101" y="6981134"/>
                  </a:lnTo>
                  <a:lnTo>
                    <a:pt x="1804977" y="6958851"/>
                  </a:lnTo>
                  <a:lnTo>
                    <a:pt x="1889641" y="6932235"/>
                  </a:lnTo>
                  <a:lnTo>
                    <a:pt x="1977413" y="6901329"/>
                  </a:lnTo>
                  <a:lnTo>
                    <a:pt x="2065822" y="6866218"/>
                  </a:lnTo>
                  <a:lnTo>
                    <a:pt x="2152797" y="6826972"/>
                  </a:lnTo>
                  <a:lnTo>
                    <a:pt x="2236756" y="6783605"/>
                  </a:lnTo>
                  <a:lnTo>
                    <a:pt x="2316606" y="6736045"/>
                  </a:lnTo>
                  <a:lnTo>
                    <a:pt x="2391706" y="6684113"/>
                  </a:lnTo>
                  <a:lnTo>
                    <a:pt x="2461781" y="6627519"/>
                  </a:lnTo>
                  <a:lnTo>
                    <a:pt x="2526845" y="6565853"/>
                  </a:lnTo>
                  <a:lnTo>
                    <a:pt x="2587118" y="6498595"/>
                  </a:lnTo>
                  <a:lnTo>
                    <a:pt x="2642965" y="6425125"/>
                  </a:lnTo>
                  <a:lnTo>
                    <a:pt x="2694835" y="6344741"/>
                  </a:lnTo>
                  <a:lnTo>
                    <a:pt x="2743228" y="6256689"/>
                  </a:lnTo>
                  <a:lnTo>
                    <a:pt x="2788658" y="6160215"/>
                  </a:lnTo>
                  <a:lnTo>
                    <a:pt x="2831633" y="6054642"/>
                  </a:lnTo>
                  <a:lnTo>
                    <a:pt x="2872629" y="5939489"/>
                  </a:lnTo>
                  <a:lnTo>
                    <a:pt x="2896531" y="5865488"/>
                  </a:lnTo>
                  <a:lnTo>
                    <a:pt x="2921673" y="5782110"/>
                  </a:lnTo>
                  <a:lnTo>
                    <a:pt x="2946352" y="5694646"/>
                  </a:lnTo>
                  <a:lnTo>
                    <a:pt x="2970654" y="5603021"/>
                  </a:lnTo>
                  <a:lnTo>
                    <a:pt x="2994651" y="5507185"/>
                  </a:lnTo>
                  <a:lnTo>
                    <a:pt x="3018407" y="5407119"/>
                  </a:lnTo>
                  <a:lnTo>
                    <a:pt x="3041976" y="5302835"/>
                  </a:lnTo>
                  <a:lnTo>
                    <a:pt x="3065406" y="5194380"/>
                  </a:lnTo>
                  <a:lnTo>
                    <a:pt x="3088737" y="5081838"/>
                  </a:lnTo>
                  <a:lnTo>
                    <a:pt x="3112001" y="4965329"/>
                  </a:lnTo>
                  <a:lnTo>
                    <a:pt x="3135225" y="4845011"/>
                  </a:lnTo>
                  <a:lnTo>
                    <a:pt x="3158432" y="4721084"/>
                  </a:lnTo>
                  <a:lnTo>
                    <a:pt x="3181638" y="4593784"/>
                  </a:lnTo>
                  <a:lnTo>
                    <a:pt x="3204854" y="4463384"/>
                  </a:lnTo>
                  <a:lnTo>
                    <a:pt x="3228090" y="4330197"/>
                  </a:lnTo>
                  <a:lnTo>
                    <a:pt x="3251348" y="4194565"/>
                  </a:lnTo>
                  <a:lnTo>
                    <a:pt x="3274630" y="4056863"/>
                  </a:lnTo>
                  <a:lnTo>
                    <a:pt x="3297934" y="3917491"/>
                  </a:lnTo>
                  <a:lnTo>
                    <a:pt x="3321255" y="3776871"/>
                  </a:lnTo>
                  <a:lnTo>
                    <a:pt x="3344589" y="3635441"/>
                  </a:lnTo>
                  <a:lnTo>
                    <a:pt x="3367929" y="3493649"/>
                  </a:lnTo>
                  <a:lnTo>
                    <a:pt x="3391267" y="3351950"/>
                  </a:lnTo>
                  <a:lnTo>
                    <a:pt x="3414597" y="3210797"/>
                  </a:lnTo>
                  <a:lnTo>
                    <a:pt x="3437912" y="3070633"/>
                  </a:lnTo>
                  <a:lnTo>
                    <a:pt x="3461207" y="2931892"/>
                  </a:lnTo>
                  <a:lnTo>
                    <a:pt x="3484480" y="2794987"/>
                  </a:lnTo>
                  <a:lnTo>
                    <a:pt x="3507728" y="2660309"/>
                  </a:lnTo>
                  <a:lnTo>
                    <a:pt x="3530955" y="2528218"/>
                  </a:lnTo>
                  <a:lnTo>
                    <a:pt x="3554166" y="2399047"/>
                  </a:lnTo>
                  <a:lnTo>
                    <a:pt x="3577371" y="2273091"/>
                  </a:lnTo>
                  <a:lnTo>
                    <a:pt x="3600583" y="2150609"/>
                  </a:lnTo>
                  <a:lnTo>
                    <a:pt x="3623820" y="2031822"/>
                  </a:lnTo>
                  <a:lnTo>
                    <a:pt x="3647108" y="1916914"/>
                  </a:lnTo>
                  <a:lnTo>
                    <a:pt x="3670474" y="1806025"/>
                  </a:lnTo>
                  <a:lnTo>
                    <a:pt x="3693956" y="1699263"/>
                  </a:lnTo>
                  <a:lnTo>
                    <a:pt x="3717596" y="1596695"/>
                  </a:lnTo>
                  <a:lnTo>
                    <a:pt x="3741443" y="1498354"/>
                  </a:lnTo>
                  <a:lnTo>
                    <a:pt x="3765556" y="1404239"/>
                  </a:lnTo>
                  <a:lnTo>
                    <a:pt x="3790002" y="1314318"/>
                  </a:lnTo>
                  <a:lnTo>
                    <a:pt x="3814859" y="1228531"/>
                  </a:lnTo>
                  <a:lnTo>
                    <a:pt x="3829811" y="1179636"/>
                  </a:lnTo>
                  <a:lnTo>
                    <a:pt x="3869823" y="1058633"/>
                  </a:lnTo>
                  <a:lnTo>
                    <a:pt x="3911553" y="947331"/>
                  </a:lnTo>
                  <a:lnTo>
                    <a:pt x="3955445" y="845452"/>
                  </a:lnTo>
                  <a:lnTo>
                    <a:pt x="4001993" y="752418"/>
                  </a:lnTo>
                  <a:lnTo>
                    <a:pt x="4051709" y="667510"/>
                  </a:lnTo>
                  <a:lnTo>
                    <a:pt x="4105104" y="589966"/>
                  </a:lnTo>
                  <a:lnTo>
                    <a:pt x="4162663" y="519049"/>
                  </a:lnTo>
                  <a:lnTo>
                    <a:pt x="4224806" y="454086"/>
                  </a:lnTo>
                  <a:lnTo>
                    <a:pt x="4291848" y="394495"/>
                  </a:lnTo>
                  <a:lnTo>
                    <a:pt x="4363936" y="339799"/>
                  </a:lnTo>
                  <a:lnTo>
                    <a:pt x="4440978" y="289636"/>
                  </a:lnTo>
                  <a:lnTo>
                    <a:pt x="4522564" y="243760"/>
                  </a:lnTo>
                  <a:lnTo>
                    <a:pt x="4607881" y="202036"/>
                  </a:lnTo>
                  <a:lnTo>
                    <a:pt x="4695645" y="164431"/>
                  </a:lnTo>
                  <a:lnTo>
                    <a:pt x="4784073" y="130984"/>
                  </a:lnTo>
                  <a:lnTo>
                    <a:pt x="4870921" y="101776"/>
                  </a:lnTo>
                  <a:lnTo>
                    <a:pt x="4953606" y="76883"/>
                  </a:lnTo>
                  <a:lnTo>
                    <a:pt x="5029435" y="56320"/>
                  </a:lnTo>
                  <a:lnTo>
                    <a:pt x="5095910" y="39994"/>
                  </a:lnTo>
                  <a:lnTo>
                    <a:pt x="5151068" y="27667"/>
                  </a:lnTo>
                  <a:lnTo>
                    <a:pt x="5193786" y="18946"/>
                  </a:lnTo>
                  <a:lnTo>
                    <a:pt x="5223980" y="13296"/>
                  </a:lnTo>
                  <a:lnTo>
                    <a:pt x="5242678" y="10081"/>
                  </a:lnTo>
                  <a:lnTo>
                    <a:pt x="5251949" y="8612"/>
                  </a:lnTo>
                  <a:lnTo>
                    <a:pt x="5254788" y="8195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481" y="8241"/>
                  </a:lnTo>
                  <a:lnTo>
                    <a:pt x="6734965" y="8728"/>
                  </a:lnTo>
                  <a:lnTo>
                    <a:pt x="6753831" y="10074"/>
                  </a:lnTo>
                  <a:lnTo>
                    <a:pt x="6787561" y="12724"/>
                  </a:lnTo>
                  <a:lnTo>
                    <a:pt x="6837838" y="17090"/>
                  </a:lnTo>
                  <a:lnTo>
                    <a:pt x="6904411" y="23508"/>
                  </a:lnTo>
                  <a:lnTo>
                    <a:pt x="6985259" y="32209"/>
                  </a:lnTo>
                  <a:lnTo>
                    <a:pt x="7077040" y="43309"/>
                  </a:lnTo>
                  <a:lnTo>
                    <a:pt x="7175748" y="56829"/>
                  </a:lnTo>
                  <a:lnTo>
                    <a:pt x="7277365" y="72730"/>
                  </a:lnTo>
                  <a:lnTo>
                    <a:pt x="7378372" y="90961"/>
                  </a:lnTo>
                  <a:lnTo>
                    <a:pt x="7476041" y="111494"/>
                  </a:lnTo>
                  <a:lnTo>
                    <a:pt x="7568514" y="134361"/>
                  </a:lnTo>
                  <a:lnTo>
                    <a:pt x="7654730" y="159668"/>
                  </a:lnTo>
                  <a:lnTo>
                    <a:pt x="7734288" y="187606"/>
                  </a:lnTo>
                  <a:lnTo>
                    <a:pt x="7807269" y="218451"/>
                  </a:lnTo>
                  <a:lnTo>
                    <a:pt x="7874091" y="252560"/>
                  </a:lnTo>
                  <a:lnTo>
                    <a:pt x="7935378" y="290360"/>
                  </a:lnTo>
                  <a:lnTo>
                    <a:pt x="7991868" y="332324"/>
                  </a:lnTo>
                  <a:lnTo>
                    <a:pt x="8044342" y="378941"/>
                  </a:lnTo>
                  <a:lnTo>
                    <a:pt x="8093575" y="430647"/>
                  </a:lnTo>
                  <a:lnTo>
                    <a:pt x="8140283" y="487730"/>
                  </a:lnTo>
                  <a:lnTo>
                    <a:pt x="8151487" y="502639"/>
                  </a:lnTo>
                  <a:lnTo>
                    <a:pt x="8188479" y="555264"/>
                  </a:lnTo>
                  <a:lnTo>
                    <a:pt x="8224550" y="611691"/>
                  </a:lnTo>
                  <a:lnTo>
                    <a:pt x="8259947" y="671996"/>
                  </a:lnTo>
                  <a:lnTo>
                    <a:pt x="8294870" y="736198"/>
                  </a:lnTo>
                  <a:lnTo>
                    <a:pt x="8329478" y="804248"/>
                  </a:lnTo>
                  <a:lnTo>
                    <a:pt x="8363897" y="876024"/>
                  </a:lnTo>
                  <a:lnTo>
                    <a:pt x="8398222" y="951330"/>
                  </a:lnTo>
                  <a:lnTo>
                    <a:pt x="8432521" y="1029890"/>
                  </a:lnTo>
                  <a:lnTo>
                    <a:pt x="8466839" y="1111350"/>
                  </a:lnTo>
                  <a:lnTo>
                    <a:pt x="8501200" y="1195286"/>
                  </a:lnTo>
                  <a:lnTo>
                    <a:pt x="8535613" y="1281206"/>
                  </a:lnTo>
                  <a:lnTo>
                    <a:pt x="8570071" y="1368566"/>
                  </a:lnTo>
                  <a:lnTo>
                    <a:pt x="8604559" y="1456779"/>
                  </a:lnTo>
                  <a:lnTo>
                    <a:pt x="8639057" y="1545235"/>
                  </a:lnTo>
                  <a:lnTo>
                    <a:pt x="8673540" y="1633316"/>
                  </a:lnTo>
                  <a:lnTo>
                    <a:pt x="8707990" y="1720417"/>
                  </a:lnTo>
                  <a:lnTo>
                    <a:pt x="8742392" y="1805958"/>
                  </a:lnTo>
                  <a:lnTo>
                    <a:pt x="8776743" y="1889404"/>
                  </a:lnTo>
                  <a:lnTo>
                    <a:pt x="8811054" y="1970279"/>
                  </a:lnTo>
                  <a:lnTo>
                    <a:pt x="8845354" y="2048171"/>
                  </a:lnTo>
                  <a:lnTo>
                    <a:pt x="8879692" y="2122744"/>
                  </a:lnTo>
                  <a:lnTo>
                    <a:pt x="8914142" y="2193739"/>
                  </a:lnTo>
                  <a:lnTo>
                    <a:pt x="8948806" y="2260975"/>
                  </a:lnTo>
                  <a:lnTo>
                    <a:pt x="8983815" y="2324347"/>
                  </a:lnTo>
                  <a:lnTo>
                    <a:pt x="9019338" y="2383821"/>
                  </a:lnTo>
                  <a:lnTo>
                    <a:pt x="9055584" y="2439428"/>
                  </a:lnTo>
                  <a:lnTo>
                    <a:pt x="9084767" y="2480504"/>
                  </a:lnTo>
                  <a:lnTo>
                    <a:pt x="9130953" y="2538926"/>
                  </a:lnTo>
                  <a:lnTo>
                    <a:pt x="9179499" y="2591940"/>
                  </a:lnTo>
                  <a:lnTo>
                    <a:pt x="9231103" y="2639775"/>
                  </a:lnTo>
                  <a:lnTo>
                    <a:pt x="9286530" y="2682842"/>
                  </a:lnTo>
                  <a:lnTo>
                    <a:pt x="9346563" y="2721623"/>
                  </a:lnTo>
                  <a:lnTo>
                    <a:pt x="9411956" y="2756601"/>
                  </a:lnTo>
                  <a:lnTo>
                    <a:pt x="9483370" y="2788215"/>
                  </a:lnTo>
                  <a:lnTo>
                    <a:pt x="9561283" y="2816840"/>
                  </a:lnTo>
                  <a:lnTo>
                    <a:pt x="9645874" y="2842775"/>
                  </a:lnTo>
                  <a:lnTo>
                    <a:pt x="9736874" y="2866231"/>
                  </a:lnTo>
                  <a:lnTo>
                    <a:pt x="9833401" y="2887334"/>
                  </a:lnTo>
                  <a:lnTo>
                    <a:pt x="9933805" y="2906132"/>
                  </a:lnTo>
                  <a:lnTo>
                    <a:pt x="10035571" y="2922612"/>
                  </a:lnTo>
                  <a:lnTo>
                    <a:pt x="10135357" y="2936724"/>
                  </a:lnTo>
                  <a:lnTo>
                    <a:pt x="10229230" y="2948422"/>
                  </a:lnTo>
                  <a:lnTo>
                    <a:pt x="10313121" y="2957708"/>
                  </a:lnTo>
                  <a:lnTo>
                    <a:pt x="10383463" y="2964673"/>
                  </a:lnTo>
                  <a:lnTo>
                    <a:pt x="10437855" y="2969517"/>
                  </a:lnTo>
                  <a:lnTo>
                    <a:pt x="10475583" y="2972554"/>
                  </a:lnTo>
                  <a:lnTo>
                    <a:pt x="10497856" y="2974181"/>
                  </a:lnTo>
                  <a:lnTo>
                    <a:pt x="10507735" y="2974838"/>
                  </a:lnTo>
                  <a:lnTo>
                    <a:pt x="10509911" y="2974971"/>
                  </a:lnTo>
                  <a:lnTo>
                    <a:pt x="11981298" y="2974971"/>
                  </a:lnTo>
                  <a:lnTo>
                    <a:pt x="11981298" y="2966798"/>
                  </a:lnTo>
                  <a:lnTo>
                    <a:pt x="10509911" y="2966798"/>
                  </a:lnTo>
                  <a:lnTo>
                    <a:pt x="10508772" y="2966730"/>
                  </a:lnTo>
                  <a:lnTo>
                    <a:pt x="10501288" y="2966243"/>
                  </a:lnTo>
                  <a:lnTo>
                    <a:pt x="10482422" y="2964897"/>
                  </a:lnTo>
                  <a:lnTo>
                    <a:pt x="10448692" y="2962247"/>
                  </a:lnTo>
                  <a:lnTo>
                    <a:pt x="10398416" y="2957881"/>
                  </a:lnTo>
                  <a:lnTo>
                    <a:pt x="10331842" y="2951462"/>
                  </a:lnTo>
                  <a:lnTo>
                    <a:pt x="10250995" y="2942761"/>
                  </a:lnTo>
                  <a:lnTo>
                    <a:pt x="10159213" y="2931661"/>
                  </a:lnTo>
                  <a:lnTo>
                    <a:pt x="10060505" y="2918141"/>
                  </a:lnTo>
                  <a:lnTo>
                    <a:pt x="9958888" y="2902240"/>
                  </a:lnTo>
                  <a:lnTo>
                    <a:pt x="9857881" y="2884010"/>
                  </a:lnTo>
                  <a:lnTo>
                    <a:pt x="9760212" y="2863477"/>
                  </a:lnTo>
                  <a:lnTo>
                    <a:pt x="9667740" y="2840610"/>
                  </a:lnTo>
                  <a:lnTo>
                    <a:pt x="9581523" y="2815303"/>
                  </a:lnTo>
                  <a:lnTo>
                    <a:pt x="9501966" y="2787365"/>
                  </a:lnTo>
                  <a:lnTo>
                    <a:pt x="9428984" y="2756520"/>
                  </a:lnTo>
                  <a:lnTo>
                    <a:pt x="9362162" y="2722410"/>
                  </a:lnTo>
                  <a:lnTo>
                    <a:pt x="9300875" y="2684611"/>
                  </a:lnTo>
                  <a:lnTo>
                    <a:pt x="9244385" y="2642646"/>
                  </a:lnTo>
                  <a:lnTo>
                    <a:pt x="9191911" y="2596029"/>
                  </a:lnTo>
                  <a:lnTo>
                    <a:pt x="9142679" y="2544323"/>
                  </a:lnTo>
                  <a:lnTo>
                    <a:pt x="9095970" y="2487240"/>
                  </a:lnTo>
                  <a:lnTo>
                    <a:pt x="9084767" y="2472331"/>
                  </a:lnTo>
                  <a:lnTo>
                    <a:pt x="9047774" y="2419706"/>
                  </a:lnTo>
                  <a:lnTo>
                    <a:pt x="9011703" y="2363280"/>
                  </a:lnTo>
                  <a:lnTo>
                    <a:pt x="8976306" y="2302974"/>
                  </a:lnTo>
                  <a:lnTo>
                    <a:pt x="8941383" y="2238772"/>
                  </a:lnTo>
                  <a:lnTo>
                    <a:pt x="8906775" y="2170723"/>
                  </a:lnTo>
                  <a:lnTo>
                    <a:pt x="8872356" y="2098946"/>
                  </a:lnTo>
                  <a:lnTo>
                    <a:pt x="8838031" y="2023640"/>
                  </a:lnTo>
                  <a:lnTo>
                    <a:pt x="8803732" y="1945081"/>
                  </a:lnTo>
                  <a:lnTo>
                    <a:pt x="8769415" y="1863620"/>
                  </a:lnTo>
                  <a:lnTo>
                    <a:pt x="8735053" y="1779684"/>
                  </a:lnTo>
                  <a:lnTo>
                    <a:pt x="8700640" y="1693764"/>
                  </a:lnTo>
                  <a:lnTo>
                    <a:pt x="8666182" y="1606404"/>
                  </a:lnTo>
                  <a:lnTo>
                    <a:pt x="8631694" y="1518191"/>
                  </a:lnTo>
                  <a:lnTo>
                    <a:pt x="8597196" y="1429736"/>
                  </a:lnTo>
                  <a:lnTo>
                    <a:pt x="8562713" y="1341654"/>
                  </a:lnTo>
                  <a:lnTo>
                    <a:pt x="8528263" y="1254554"/>
                  </a:lnTo>
                  <a:lnTo>
                    <a:pt x="8493861" y="1169013"/>
                  </a:lnTo>
                  <a:lnTo>
                    <a:pt x="8459510" y="1085566"/>
                  </a:lnTo>
                  <a:lnTo>
                    <a:pt x="8425199" y="1004692"/>
                  </a:lnTo>
                  <a:lnTo>
                    <a:pt x="8390900" y="926800"/>
                  </a:lnTo>
                  <a:lnTo>
                    <a:pt x="8356561" y="852227"/>
                  </a:lnTo>
                  <a:lnTo>
                    <a:pt x="8322111" y="781232"/>
                  </a:lnTo>
                  <a:lnTo>
                    <a:pt x="8287447" y="713995"/>
                  </a:lnTo>
                  <a:lnTo>
                    <a:pt x="8252438" y="650623"/>
                  </a:lnTo>
                  <a:lnTo>
                    <a:pt x="8216915" y="591150"/>
                  </a:lnTo>
                  <a:lnTo>
                    <a:pt x="8180670" y="535543"/>
                  </a:lnTo>
                  <a:lnTo>
                    <a:pt x="8151487" y="494466"/>
                  </a:lnTo>
                  <a:lnTo>
                    <a:pt x="8105301" y="436044"/>
                  </a:lnTo>
                  <a:lnTo>
                    <a:pt x="8056754" y="383031"/>
                  </a:lnTo>
                  <a:lnTo>
                    <a:pt x="8005150" y="335196"/>
                  </a:lnTo>
                  <a:lnTo>
                    <a:pt x="7949723" y="292129"/>
                  </a:lnTo>
                  <a:lnTo>
                    <a:pt x="7889690" y="253347"/>
                  </a:lnTo>
                  <a:lnTo>
                    <a:pt x="7824297" y="218370"/>
                  </a:lnTo>
                  <a:lnTo>
                    <a:pt x="7752883" y="186756"/>
                  </a:lnTo>
                  <a:lnTo>
                    <a:pt x="7674970" y="158130"/>
                  </a:lnTo>
                  <a:lnTo>
                    <a:pt x="7590379" y="132195"/>
                  </a:lnTo>
                  <a:lnTo>
                    <a:pt x="7499379" y="108740"/>
                  </a:lnTo>
                  <a:lnTo>
                    <a:pt x="7402852" y="87637"/>
                  </a:lnTo>
                  <a:lnTo>
                    <a:pt x="7302448" y="68838"/>
                  </a:lnTo>
                  <a:lnTo>
                    <a:pt x="7200682" y="52358"/>
                  </a:lnTo>
                  <a:lnTo>
                    <a:pt x="7100896" y="38246"/>
                  </a:lnTo>
                  <a:lnTo>
                    <a:pt x="7007023" y="26548"/>
                  </a:lnTo>
                  <a:lnTo>
                    <a:pt x="6923132" y="17262"/>
                  </a:lnTo>
                  <a:lnTo>
                    <a:pt x="6852790" y="10298"/>
                  </a:lnTo>
                  <a:lnTo>
                    <a:pt x="6798399" y="5453"/>
                  </a:lnTo>
                  <a:lnTo>
                    <a:pt x="6760670" y="2416"/>
                  </a:lnTo>
                  <a:lnTo>
                    <a:pt x="6738397" y="790"/>
                  </a:lnTo>
                  <a:lnTo>
                    <a:pt x="6728518" y="132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203" y="105"/>
                  </a:lnTo>
                  <a:lnTo>
                    <a:pt x="5249216" y="859"/>
                  </a:lnTo>
                  <a:lnTo>
                    <a:pt x="5236502" y="2939"/>
                  </a:lnTo>
                  <a:lnTo>
                    <a:pt x="5213421" y="7043"/>
                  </a:lnTo>
                  <a:lnTo>
                    <a:pt x="5178302" y="13844"/>
                  </a:lnTo>
                  <a:lnTo>
                    <a:pt x="5130562" y="23943"/>
                  </a:lnTo>
                  <a:lnTo>
                    <a:pt x="5070712" y="37824"/>
                  </a:lnTo>
                  <a:lnTo>
                    <a:pt x="5000241" y="55817"/>
                  </a:lnTo>
                  <a:lnTo>
                    <a:pt x="4921365" y="78099"/>
                  </a:lnTo>
                  <a:lnTo>
                    <a:pt x="4836701" y="104716"/>
                  </a:lnTo>
                  <a:lnTo>
                    <a:pt x="4748929" y="135621"/>
                  </a:lnTo>
                  <a:lnTo>
                    <a:pt x="4660520" y="170732"/>
                  </a:lnTo>
                  <a:lnTo>
                    <a:pt x="4573545" y="209978"/>
                  </a:lnTo>
                  <a:lnTo>
                    <a:pt x="4489587" y="253345"/>
                  </a:lnTo>
                  <a:lnTo>
                    <a:pt x="4409736" y="300906"/>
                  </a:lnTo>
                  <a:lnTo>
                    <a:pt x="4334637" y="352837"/>
                  </a:lnTo>
                  <a:lnTo>
                    <a:pt x="4264561" y="409432"/>
                  </a:lnTo>
                  <a:lnTo>
                    <a:pt x="4199498" y="471098"/>
                  </a:lnTo>
                  <a:lnTo>
                    <a:pt x="4139224" y="538356"/>
                  </a:lnTo>
                  <a:lnTo>
                    <a:pt x="4083377" y="611826"/>
                  </a:lnTo>
                  <a:lnTo>
                    <a:pt x="4031507" y="692210"/>
                  </a:lnTo>
                  <a:lnTo>
                    <a:pt x="3983114" y="780262"/>
                  </a:lnTo>
                  <a:lnTo>
                    <a:pt x="3937684" y="876736"/>
                  </a:lnTo>
                  <a:lnTo>
                    <a:pt x="3894709" y="982309"/>
                  </a:lnTo>
                  <a:lnTo>
                    <a:pt x="3853714" y="1097462"/>
                  </a:lnTo>
                  <a:lnTo>
                    <a:pt x="3829811" y="1171463"/>
                  </a:lnTo>
                  <a:lnTo>
                    <a:pt x="3804669" y="1254841"/>
                  </a:lnTo>
                  <a:lnTo>
                    <a:pt x="3779990" y="1342304"/>
                  </a:lnTo>
                  <a:lnTo>
                    <a:pt x="3755688" y="1433929"/>
                  </a:lnTo>
                  <a:lnTo>
                    <a:pt x="3731691" y="1529765"/>
                  </a:lnTo>
                  <a:lnTo>
                    <a:pt x="3707935" y="1629832"/>
                  </a:lnTo>
                  <a:lnTo>
                    <a:pt x="3684366" y="1734116"/>
                  </a:lnTo>
                  <a:lnTo>
                    <a:pt x="3660936" y="1842570"/>
                  </a:lnTo>
                  <a:lnTo>
                    <a:pt x="3637605" y="1955113"/>
                  </a:lnTo>
                  <a:lnTo>
                    <a:pt x="3614342" y="2071622"/>
                  </a:lnTo>
                  <a:lnTo>
                    <a:pt x="3591117" y="2191939"/>
                  </a:lnTo>
                  <a:lnTo>
                    <a:pt x="3567910" y="2315867"/>
                  </a:lnTo>
                  <a:lnTo>
                    <a:pt x="3544704" y="2443167"/>
                  </a:lnTo>
                  <a:lnTo>
                    <a:pt x="3521488" y="2573566"/>
                  </a:lnTo>
                  <a:lnTo>
                    <a:pt x="3498252" y="2706754"/>
                  </a:lnTo>
                  <a:lnTo>
                    <a:pt x="3474994" y="2842385"/>
                  </a:lnTo>
                  <a:lnTo>
                    <a:pt x="3451712" y="2980087"/>
                  </a:lnTo>
                  <a:lnTo>
                    <a:pt x="3428408" y="3119460"/>
                  </a:lnTo>
                  <a:lnTo>
                    <a:pt x="3405087" y="3260080"/>
                  </a:lnTo>
                  <a:lnTo>
                    <a:pt x="3381753" y="3401510"/>
                  </a:lnTo>
                  <a:lnTo>
                    <a:pt x="3358413" y="3543301"/>
                  </a:lnTo>
                  <a:lnTo>
                    <a:pt x="3335075" y="3685000"/>
                  </a:lnTo>
                  <a:lnTo>
                    <a:pt x="3311745" y="3826154"/>
                  </a:lnTo>
                  <a:lnTo>
                    <a:pt x="3288430" y="3966317"/>
                  </a:lnTo>
                  <a:lnTo>
                    <a:pt x="3265135" y="4105058"/>
                  </a:lnTo>
                  <a:lnTo>
                    <a:pt x="3241862" y="4241963"/>
                  </a:lnTo>
                  <a:lnTo>
                    <a:pt x="3218614" y="4376642"/>
                  </a:lnTo>
                  <a:lnTo>
                    <a:pt x="3195387" y="4508732"/>
                  </a:lnTo>
                  <a:lnTo>
                    <a:pt x="3172176" y="4637904"/>
                  </a:lnTo>
                  <a:lnTo>
                    <a:pt x="3148971" y="4763860"/>
                  </a:lnTo>
                  <a:lnTo>
                    <a:pt x="3125759" y="4886342"/>
                  </a:lnTo>
                  <a:lnTo>
                    <a:pt x="3102522" y="5005128"/>
                  </a:lnTo>
                  <a:lnTo>
                    <a:pt x="3079234" y="5120037"/>
                  </a:lnTo>
                  <a:lnTo>
                    <a:pt x="3055868" y="5230925"/>
                  </a:lnTo>
                  <a:lnTo>
                    <a:pt x="3032386" y="5337687"/>
                  </a:lnTo>
                  <a:lnTo>
                    <a:pt x="3008746" y="5440255"/>
                  </a:lnTo>
                  <a:lnTo>
                    <a:pt x="2984899" y="5538596"/>
                  </a:lnTo>
                  <a:lnTo>
                    <a:pt x="2960786" y="5632711"/>
                  </a:lnTo>
                  <a:lnTo>
                    <a:pt x="2936340" y="5722632"/>
                  </a:lnTo>
                  <a:lnTo>
                    <a:pt x="2911483" y="5808419"/>
                  </a:lnTo>
                  <a:lnTo>
                    <a:pt x="2896531" y="5857315"/>
                  </a:lnTo>
                  <a:lnTo>
                    <a:pt x="2856519" y="5978318"/>
                  </a:lnTo>
                  <a:lnTo>
                    <a:pt x="2814789" y="6089619"/>
                  </a:lnTo>
                  <a:lnTo>
                    <a:pt x="2770897" y="6191499"/>
                  </a:lnTo>
                  <a:lnTo>
                    <a:pt x="2724349" y="6284533"/>
                  </a:lnTo>
                  <a:lnTo>
                    <a:pt x="2674634" y="6369440"/>
                  </a:lnTo>
                  <a:lnTo>
                    <a:pt x="2621238" y="6446984"/>
                  </a:lnTo>
                  <a:lnTo>
                    <a:pt x="2563680" y="6517901"/>
                  </a:lnTo>
                  <a:lnTo>
                    <a:pt x="2501536" y="6582864"/>
                  </a:lnTo>
                  <a:lnTo>
                    <a:pt x="2434494" y="6642456"/>
                  </a:lnTo>
                  <a:lnTo>
                    <a:pt x="2362406" y="6697151"/>
                  </a:lnTo>
                  <a:lnTo>
                    <a:pt x="2285364" y="6747314"/>
                  </a:lnTo>
                  <a:lnTo>
                    <a:pt x="2203778" y="6793191"/>
                  </a:lnTo>
                  <a:lnTo>
                    <a:pt x="2118461" y="6834914"/>
                  </a:lnTo>
                  <a:lnTo>
                    <a:pt x="2030697" y="6872520"/>
                  </a:lnTo>
                  <a:lnTo>
                    <a:pt x="1942269" y="6905967"/>
                  </a:lnTo>
                  <a:lnTo>
                    <a:pt x="1855421" y="6935174"/>
                  </a:lnTo>
                  <a:lnTo>
                    <a:pt x="1772736" y="6960067"/>
                  </a:lnTo>
                  <a:lnTo>
                    <a:pt x="1696907" y="6980630"/>
                  </a:lnTo>
                  <a:lnTo>
                    <a:pt x="1630432" y="6996957"/>
                  </a:lnTo>
                  <a:lnTo>
                    <a:pt x="1575274" y="7009284"/>
                  </a:lnTo>
                  <a:lnTo>
                    <a:pt x="1532556" y="7018005"/>
                  </a:lnTo>
                  <a:lnTo>
                    <a:pt x="1502362" y="7023655"/>
                  </a:lnTo>
                  <a:lnTo>
                    <a:pt x="1483664" y="7026870"/>
                  </a:lnTo>
                  <a:lnTo>
                    <a:pt x="1474393" y="7028339"/>
                  </a:lnTo>
                  <a:lnTo>
                    <a:pt x="1471554" y="7028755"/>
                  </a:lnTo>
                  <a:lnTo>
                    <a:pt x="1471387" y="7028778"/>
                  </a:lnTo>
                  <a:lnTo>
                    <a:pt x="0" y="7028778"/>
                  </a:lnTo>
                  <a:close/>
                </a:path>
              </a:pathLst>
            </a:custGeom>
            <a:solidFill>
              <a:srgbClr val="A1D492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2079" name="pl2079"/>
            <p:cNvSpPr/>
            <p:nvPr/>
          </p:nvSpPr>
          <p:spPr>
            <a:xfrm>
              <a:off x="4799595" y="3900934"/>
              <a:ext cx="11981298" cy="7028778"/>
            </a:xfrm>
            <a:custGeom>
              <a:avLst/>
              <a:pathLst>
                <a:path w="11981298" h="7028778">
                  <a:moveTo>
                    <a:pt x="0" y="7028778"/>
                  </a:moveTo>
                  <a:lnTo>
                    <a:pt x="1471387" y="7028778"/>
                  </a:lnTo>
                  <a:lnTo>
                    <a:pt x="1472139" y="7028672"/>
                  </a:lnTo>
                  <a:lnTo>
                    <a:pt x="1477126" y="7027919"/>
                  </a:lnTo>
                  <a:lnTo>
                    <a:pt x="1489840" y="7025838"/>
                  </a:lnTo>
                  <a:lnTo>
                    <a:pt x="1512922" y="7021735"/>
                  </a:lnTo>
                  <a:lnTo>
                    <a:pt x="1548040" y="7014934"/>
                  </a:lnTo>
                  <a:lnTo>
                    <a:pt x="1595780" y="7004834"/>
                  </a:lnTo>
                  <a:lnTo>
                    <a:pt x="1655630" y="6990954"/>
                  </a:lnTo>
                  <a:lnTo>
                    <a:pt x="1726101" y="6972961"/>
                  </a:lnTo>
                  <a:lnTo>
                    <a:pt x="1804977" y="6950678"/>
                  </a:lnTo>
                  <a:lnTo>
                    <a:pt x="1889641" y="6924062"/>
                  </a:lnTo>
                  <a:lnTo>
                    <a:pt x="1977413" y="6893156"/>
                  </a:lnTo>
                  <a:lnTo>
                    <a:pt x="2065822" y="6858045"/>
                  </a:lnTo>
                  <a:lnTo>
                    <a:pt x="2152797" y="6818799"/>
                  </a:lnTo>
                  <a:lnTo>
                    <a:pt x="2236756" y="6775432"/>
                  </a:lnTo>
                  <a:lnTo>
                    <a:pt x="2316606" y="6727872"/>
                  </a:lnTo>
                  <a:lnTo>
                    <a:pt x="2391706" y="6675940"/>
                  </a:lnTo>
                  <a:lnTo>
                    <a:pt x="2461781" y="6619346"/>
                  </a:lnTo>
                  <a:lnTo>
                    <a:pt x="2526845" y="6557680"/>
                  </a:lnTo>
                  <a:lnTo>
                    <a:pt x="2587118" y="6490422"/>
                  </a:lnTo>
                  <a:lnTo>
                    <a:pt x="2642965" y="6416952"/>
                  </a:lnTo>
                  <a:lnTo>
                    <a:pt x="2694835" y="6336568"/>
                  </a:lnTo>
                  <a:lnTo>
                    <a:pt x="2743228" y="6248516"/>
                  </a:lnTo>
                  <a:lnTo>
                    <a:pt x="2788658" y="6152042"/>
                  </a:lnTo>
                  <a:lnTo>
                    <a:pt x="2831633" y="6046469"/>
                  </a:lnTo>
                  <a:lnTo>
                    <a:pt x="2872629" y="5931316"/>
                  </a:lnTo>
                  <a:lnTo>
                    <a:pt x="2896531" y="5857315"/>
                  </a:lnTo>
                  <a:lnTo>
                    <a:pt x="2921673" y="5773937"/>
                  </a:lnTo>
                  <a:lnTo>
                    <a:pt x="2946352" y="5686473"/>
                  </a:lnTo>
                  <a:lnTo>
                    <a:pt x="2970654" y="5594848"/>
                  </a:lnTo>
                  <a:lnTo>
                    <a:pt x="2994651" y="5499012"/>
                  </a:lnTo>
                  <a:lnTo>
                    <a:pt x="3018407" y="5398946"/>
                  </a:lnTo>
                  <a:lnTo>
                    <a:pt x="3041976" y="5294662"/>
                  </a:lnTo>
                  <a:lnTo>
                    <a:pt x="3065406" y="5186207"/>
                  </a:lnTo>
                  <a:lnTo>
                    <a:pt x="3088737" y="5073665"/>
                  </a:lnTo>
                  <a:lnTo>
                    <a:pt x="3112001" y="4957156"/>
                  </a:lnTo>
                  <a:lnTo>
                    <a:pt x="3135225" y="4836838"/>
                  </a:lnTo>
                  <a:lnTo>
                    <a:pt x="3158432" y="4712911"/>
                  </a:lnTo>
                  <a:lnTo>
                    <a:pt x="3181638" y="4585611"/>
                  </a:lnTo>
                  <a:lnTo>
                    <a:pt x="3204854" y="4455211"/>
                  </a:lnTo>
                  <a:lnTo>
                    <a:pt x="3228090" y="4322024"/>
                  </a:lnTo>
                  <a:lnTo>
                    <a:pt x="3251348" y="4186392"/>
                  </a:lnTo>
                  <a:lnTo>
                    <a:pt x="3274630" y="4048690"/>
                  </a:lnTo>
                  <a:lnTo>
                    <a:pt x="3297934" y="3909318"/>
                  </a:lnTo>
                  <a:lnTo>
                    <a:pt x="3321255" y="3768698"/>
                  </a:lnTo>
                  <a:lnTo>
                    <a:pt x="3344589" y="3627268"/>
                  </a:lnTo>
                  <a:lnTo>
                    <a:pt x="3367929" y="3485476"/>
                  </a:lnTo>
                  <a:lnTo>
                    <a:pt x="3391267" y="3343777"/>
                  </a:lnTo>
                  <a:lnTo>
                    <a:pt x="3414597" y="3202624"/>
                  </a:lnTo>
                  <a:lnTo>
                    <a:pt x="3437912" y="3062460"/>
                  </a:lnTo>
                  <a:lnTo>
                    <a:pt x="3461207" y="2923719"/>
                  </a:lnTo>
                  <a:lnTo>
                    <a:pt x="3484480" y="2786814"/>
                  </a:lnTo>
                  <a:lnTo>
                    <a:pt x="3507728" y="2652136"/>
                  </a:lnTo>
                  <a:lnTo>
                    <a:pt x="3530955" y="2520045"/>
                  </a:lnTo>
                  <a:lnTo>
                    <a:pt x="3554166" y="2390874"/>
                  </a:lnTo>
                  <a:lnTo>
                    <a:pt x="3577371" y="2264918"/>
                  </a:lnTo>
                  <a:lnTo>
                    <a:pt x="3600583" y="2142436"/>
                  </a:lnTo>
                  <a:lnTo>
                    <a:pt x="3623820" y="2023649"/>
                  </a:lnTo>
                  <a:lnTo>
                    <a:pt x="3647108" y="1908741"/>
                  </a:lnTo>
                  <a:lnTo>
                    <a:pt x="3670474" y="1797852"/>
                  </a:lnTo>
                  <a:lnTo>
                    <a:pt x="3693956" y="1691090"/>
                  </a:lnTo>
                  <a:lnTo>
                    <a:pt x="3717596" y="1588522"/>
                  </a:lnTo>
                  <a:lnTo>
                    <a:pt x="3741443" y="1490181"/>
                  </a:lnTo>
                  <a:lnTo>
                    <a:pt x="3765556" y="1396066"/>
                  </a:lnTo>
                  <a:lnTo>
                    <a:pt x="3790002" y="1306145"/>
                  </a:lnTo>
                  <a:lnTo>
                    <a:pt x="3814859" y="1220358"/>
                  </a:lnTo>
                  <a:lnTo>
                    <a:pt x="3829811" y="1171463"/>
                  </a:lnTo>
                  <a:lnTo>
                    <a:pt x="3869823" y="1050460"/>
                  </a:lnTo>
                  <a:lnTo>
                    <a:pt x="3911553" y="939158"/>
                  </a:lnTo>
                  <a:lnTo>
                    <a:pt x="3955445" y="837279"/>
                  </a:lnTo>
                  <a:lnTo>
                    <a:pt x="4001993" y="744245"/>
                  </a:lnTo>
                  <a:lnTo>
                    <a:pt x="4051709" y="659337"/>
                  </a:lnTo>
                  <a:lnTo>
                    <a:pt x="4105104" y="581793"/>
                  </a:lnTo>
                  <a:lnTo>
                    <a:pt x="4162663" y="510876"/>
                  </a:lnTo>
                  <a:lnTo>
                    <a:pt x="4224806" y="445913"/>
                  </a:lnTo>
                  <a:lnTo>
                    <a:pt x="4291848" y="386322"/>
                  </a:lnTo>
                  <a:lnTo>
                    <a:pt x="4363936" y="331626"/>
                  </a:lnTo>
                  <a:lnTo>
                    <a:pt x="4440978" y="281463"/>
                  </a:lnTo>
                  <a:lnTo>
                    <a:pt x="4522564" y="235587"/>
                  </a:lnTo>
                  <a:lnTo>
                    <a:pt x="4607881" y="193863"/>
                  </a:lnTo>
                  <a:lnTo>
                    <a:pt x="4695645" y="156258"/>
                  </a:lnTo>
                  <a:lnTo>
                    <a:pt x="4784073" y="122811"/>
                  </a:lnTo>
                  <a:lnTo>
                    <a:pt x="4870921" y="93603"/>
                  </a:lnTo>
                  <a:lnTo>
                    <a:pt x="4953606" y="68710"/>
                  </a:lnTo>
                  <a:lnTo>
                    <a:pt x="5029435" y="48147"/>
                  </a:lnTo>
                  <a:lnTo>
                    <a:pt x="5095910" y="31821"/>
                  </a:lnTo>
                  <a:lnTo>
                    <a:pt x="5151068" y="19494"/>
                  </a:lnTo>
                  <a:lnTo>
                    <a:pt x="5193786" y="10773"/>
                  </a:lnTo>
                  <a:lnTo>
                    <a:pt x="5223980" y="5123"/>
                  </a:lnTo>
                  <a:lnTo>
                    <a:pt x="5242678" y="1908"/>
                  </a:lnTo>
                  <a:lnTo>
                    <a:pt x="5251949" y="439"/>
                  </a:lnTo>
                  <a:lnTo>
                    <a:pt x="5254788" y="22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481" y="68"/>
                  </a:lnTo>
                  <a:lnTo>
                    <a:pt x="6734965" y="555"/>
                  </a:lnTo>
                  <a:lnTo>
                    <a:pt x="6753831" y="1901"/>
                  </a:lnTo>
                  <a:lnTo>
                    <a:pt x="6787561" y="4551"/>
                  </a:lnTo>
                  <a:lnTo>
                    <a:pt x="6837838" y="8917"/>
                  </a:lnTo>
                  <a:lnTo>
                    <a:pt x="6904411" y="15335"/>
                  </a:lnTo>
                  <a:lnTo>
                    <a:pt x="6985259" y="24036"/>
                  </a:lnTo>
                  <a:lnTo>
                    <a:pt x="7077040" y="35136"/>
                  </a:lnTo>
                  <a:lnTo>
                    <a:pt x="7175748" y="48656"/>
                  </a:lnTo>
                  <a:lnTo>
                    <a:pt x="7277365" y="64557"/>
                  </a:lnTo>
                  <a:lnTo>
                    <a:pt x="7378372" y="82788"/>
                  </a:lnTo>
                  <a:lnTo>
                    <a:pt x="7476041" y="103321"/>
                  </a:lnTo>
                  <a:lnTo>
                    <a:pt x="7568514" y="126188"/>
                  </a:lnTo>
                  <a:lnTo>
                    <a:pt x="7654730" y="151495"/>
                  </a:lnTo>
                  <a:lnTo>
                    <a:pt x="7734288" y="179433"/>
                  </a:lnTo>
                  <a:lnTo>
                    <a:pt x="7807269" y="210278"/>
                  </a:lnTo>
                  <a:lnTo>
                    <a:pt x="7874091" y="244387"/>
                  </a:lnTo>
                  <a:lnTo>
                    <a:pt x="7935378" y="282187"/>
                  </a:lnTo>
                  <a:lnTo>
                    <a:pt x="7991868" y="324151"/>
                  </a:lnTo>
                  <a:lnTo>
                    <a:pt x="8044342" y="370768"/>
                  </a:lnTo>
                  <a:lnTo>
                    <a:pt x="8093575" y="422474"/>
                  </a:lnTo>
                  <a:lnTo>
                    <a:pt x="8140283" y="479557"/>
                  </a:lnTo>
                  <a:lnTo>
                    <a:pt x="8151487" y="494466"/>
                  </a:lnTo>
                  <a:lnTo>
                    <a:pt x="8188479" y="547091"/>
                  </a:lnTo>
                  <a:lnTo>
                    <a:pt x="8224550" y="603518"/>
                  </a:lnTo>
                  <a:lnTo>
                    <a:pt x="8259947" y="663823"/>
                  </a:lnTo>
                  <a:lnTo>
                    <a:pt x="8294870" y="728025"/>
                  </a:lnTo>
                  <a:lnTo>
                    <a:pt x="8329478" y="796075"/>
                  </a:lnTo>
                  <a:lnTo>
                    <a:pt x="8363897" y="867851"/>
                  </a:lnTo>
                  <a:lnTo>
                    <a:pt x="8398222" y="943157"/>
                  </a:lnTo>
                  <a:lnTo>
                    <a:pt x="8432521" y="1021717"/>
                  </a:lnTo>
                  <a:lnTo>
                    <a:pt x="8466839" y="1103177"/>
                  </a:lnTo>
                  <a:lnTo>
                    <a:pt x="8501200" y="1187113"/>
                  </a:lnTo>
                  <a:lnTo>
                    <a:pt x="8535613" y="1273033"/>
                  </a:lnTo>
                  <a:lnTo>
                    <a:pt x="8570071" y="1360393"/>
                  </a:lnTo>
                  <a:lnTo>
                    <a:pt x="8604559" y="1448606"/>
                  </a:lnTo>
                  <a:lnTo>
                    <a:pt x="8639057" y="1537062"/>
                  </a:lnTo>
                  <a:lnTo>
                    <a:pt x="8673540" y="1625143"/>
                  </a:lnTo>
                  <a:lnTo>
                    <a:pt x="8707990" y="1712244"/>
                  </a:lnTo>
                  <a:lnTo>
                    <a:pt x="8742392" y="1797785"/>
                  </a:lnTo>
                  <a:lnTo>
                    <a:pt x="8776743" y="1881231"/>
                  </a:lnTo>
                  <a:lnTo>
                    <a:pt x="8811054" y="1962106"/>
                  </a:lnTo>
                  <a:lnTo>
                    <a:pt x="8845354" y="2039998"/>
                  </a:lnTo>
                  <a:lnTo>
                    <a:pt x="8879692" y="2114571"/>
                  </a:lnTo>
                  <a:lnTo>
                    <a:pt x="8914142" y="2185566"/>
                  </a:lnTo>
                  <a:lnTo>
                    <a:pt x="8948806" y="2252802"/>
                  </a:lnTo>
                  <a:lnTo>
                    <a:pt x="8983815" y="2316174"/>
                  </a:lnTo>
                  <a:lnTo>
                    <a:pt x="9019338" y="2375648"/>
                  </a:lnTo>
                  <a:lnTo>
                    <a:pt x="9055584" y="2431255"/>
                  </a:lnTo>
                  <a:lnTo>
                    <a:pt x="9084767" y="2472331"/>
                  </a:lnTo>
                  <a:lnTo>
                    <a:pt x="9130953" y="2530753"/>
                  </a:lnTo>
                  <a:lnTo>
                    <a:pt x="9179499" y="2583767"/>
                  </a:lnTo>
                  <a:lnTo>
                    <a:pt x="9231103" y="2631602"/>
                  </a:lnTo>
                  <a:lnTo>
                    <a:pt x="9286530" y="2674669"/>
                  </a:lnTo>
                  <a:lnTo>
                    <a:pt x="9346563" y="2713450"/>
                  </a:lnTo>
                  <a:lnTo>
                    <a:pt x="9411956" y="2748428"/>
                  </a:lnTo>
                  <a:lnTo>
                    <a:pt x="9483370" y="2780042"/>
                  </a:lnTo>
                  <a:lnTo>
                    <a:pt x="9561283" y="2808667"/>
                  </a:lnTo>
                  <a:lnTo>
                    <a:pt x="9645874" y="2834602"/>
                  </a:lnTo>
                  <a:lnTo>
                    <a:pt x="9736874" y="2858058"/>
                  </a:lnTo>
                  <a:lnTo>
                    <a:pt x="9833401" y="2879161"/>
                  </a:lnTo>
                  <a:lnTo>
                    <a:pt x="9933805" y="2897959"/>
                  </a:lnTo>
                  <a:lnTo>
                    <a:pt x="10035571" y="2914439"/>
                  </a:lnTo>
                  <a:lnTo>
                    <a:pt x="10135357" y="2928551"/>
                  </a:lnTo>
                  <a:lnTo>
                    <a:pt x="10229230" y="2940249"/>
                  </a:lnTo>
                  <a:lnTo>
                    <a:pt x="10313121" y="2949535"/>
                  </a:lnTo>
                  <a:lnTo>
                    <a:pt x="10383463" y="2956500"/>
                  </a:lnTo>
                  <a:lnTo>
                    <a:pt x="10437855" y="2961344"/>
                  </a:lnTo>
                  <a:lnTo>
                    <a:pt x="10475583" y="2964381"/>
                  </a:lnTo>
                  <a:lnTo>
                    <a:pt x="10497856" y="2966008"/>
                  </a:lnTo>
                  <a:lnTo>
                    <a:pt x="10507735" y="2966665"/>
                  </a:lnTo>
                  <a:lnTo>
                    <a:pt x="10509893" y="2966797"/>
                  </a:lnTo>
                  <a:lnTo>
                    <a:pt x="10509911" y="2966798"/>
                  </a:lnTo>
                  <a:lnTo>
                    <a:pt x="11981298" y="296679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80" name="pl2080"/>
            <p:cNvSpPr/>
            <p:nvPr/>
          </p:nvSpPr>
          <p:spPr>
            <a:xfrm>
              <a:off x="4799595" y="3892761"/>
              <a:ext cx="11981298" cy="7028778"/>
            </a:xfrm>
            <a:custGeom>
              <a:avLst/>
              <a:pathLst>
                <a:path w="11981298" h="7028778">
                  <a:moveTo>
                    <a:pt x="11981298" y="2966798"/>
                  </a:moveTo>
                  <a:lnTo>
                    <a:pt x="10509911" y="2966798"/>
                  </a:lnTo>
                  <a:lnTo>
                    <a:pt x="10508772" y="2966730"/>
                  </a:lnTo>
                  <a:lnTo>
                    <a:pt x="10501288" y="2966243"/>
                  </a:lnTo>
                  <a:lnTo>
                    <a:pt x="10482422" y="2964897"/>
                  </a:lnTo>
                  <a:lnTo>
                    <a:pt x="10448692" y="2962247"/>
                  </a:lnTo>
                  <a:lnTo>
                    <a:pt x="10398416" y="2957881"/>
                  </a:lnTo>
                  <a:lnTo>
                    <a:pt x="10331842" y="2951462"/>
                  </a:lnTo>
                  <a:lnTo>
                    <a:pt x="10250995" y="2942761"/>
                  </a:lnTo>
                  <a:lnTo>
                    <a:pt x="10159213" y="2931661"/>
                  </a:lnTo>
                  <a:lnTo>
                    <a:pt x="10060505" y="2918141"/>
                  </a:lnTo>
                  <a:lnTo>
                    <a:pt x="9958888" y="2902240"/>
                  </a:lnTo>
                  <a:lnTo>
                    <a:pt x="9857881" y="2884010"/>
                  </a:lnTo>
                  <a:lnTo>
                    <a:pt x="9760212" y="2863477"/>
                  </a:lnTo>
                  <a:lnTo>
                    <a:pt x="9667740" y="2840610"/>
                  </a:lnTo>
                  <a:lnTo>
                    <a:pt x="9581523" y="2815303"/>
                  </a:lnTo>
                  <a:lnTo>
                    <a:pt x="9501966" y="2787365"/>
                  </a:lnTo>
                  <a:lnTo>
                    <a:pt x="9428984" y="2756520"/>
                  </a:lnTo>
                  <a:lnTo>
                    <a:pt x="9362162" y="2722410"/>
                  </a:lnTo>
                  <a:lnTo>
                    <a:pt x="9300875" y="2684611"/>
                  </a:lnTo>
                  <a:lnTo>
                    <a:pt x="9244385" y="2642646"/>
                  </a:lnTo>
                  <a:lnTo>
                    <a:pt x="9191911" y="2596029"/>
                  </a:lnTo>
                  <a:lnTo>
                    <a:pt x="9142679" y="2544323"/>
                  </a:lnTo>
                  <a:lnTo>
                    <a:pt x="9095970" y="2487240"/>
                  </a:lnTo>
                  <a:lnTo>
                    <a:pt x="9084767" y="2472331"/>
                  </a:lnTo>
                  <a:lnTo>
                    <a:pt x="9047774" y="2419706"/>
                  </a:lnTo>
                  <a:lnTo>
                    <a:pt x="9011703" y="2363280"/>
                  </a:lnTo>
                  <a:lnTo>
                    <a:pt x="8976306" y="2302974"/>
                  </a:lnTo>
                  <a:lnTo>
                    <a:pt x="8941383" y="2238772"/>
                  </a:lnTo>
                  <a:lnTo>
                    <a:pt x="8906775" y="2170723"/>
                  </a:lnTo>
                  <a:lnTo>
                    <a:pt x="8872356" y="2098946"/>
                  </a:lnTo>
                  <a:lnTo>
                    <a:pt x="8838031" y="2023640"/>
                  </a:lnTo>
                  <a:lnTo>
                    <a:pt x="8803732" y="1945081"/>
                  </a:lnTo>
                  <a:lnTo>
                    <a:pt x="8769415" y="1863620"/>
                  </a:lnTo>
                  <a:lnTo>
                    <a:pt x="8735053" y="1779684"/>
                  </a:lnTo>
                  <a:lnTo>
                    <a:pt x="8700640" y="1693764"/>
                  </a:lnTo>
                  <a:lnTo>
                    <a:pt x="8666182" y="1606404"/>
                  </a:lnTo>
                  <a:lnTo>
                    <a:pt x="8631694" y="1518191"/>
                  </a:lnTo>
                  <a:lnTo>
                    <a:pt x="8597196" y="1429736"/>
                  </a:lnTo>
                  <a:lnTo>
                    <a:pt x="8562713" y="1341654"/>
                  </a:lnTo>
                  <a:lnTo>
                    <a:pt x="8528263" y="1254554"/>
                  </a:lnTo>
                  <a:lnTo>
                    <a:pt x="8493861" y="1169013"/>
                  </a:lnTo>
                  <a:lnTo>
                    <a:pt x="8459510" y="1085566"/>
                  </a:lnTo>
                  <a:lnTo>
                    <a:pt x="8425199" y="1004692"/>
                  </a:lnTo>
                  <a:lnTo>
                    <a:pt x="8390900" y="926800"/>
                  </a:lnTo>
                  <a:lnTo>
                    <a:pt x="8356561" y="852227"/>
                  </a:lnTo>
                  <a:lnTo>
                    <a:pt x="8322111" y="781232"/>
                  </a:lnTo>
                  <a:lnTo>
                    <a:pt x="8287447" y="713995"/>
                  </a:lnTo>
                  <a:lnTo>
                    <a:pt x="8252438" y="650623"/>
                  </a:lnTo>
                  <a:lnTo>
                    <a:pt x="8216915" y="591150"/>
                  </a:lnTo>
                  <a:lnTo>
                    <a:pt x="8180670" y="535543"/>
                  </a:lnTo>
                  <a:lnTo>
                    <a:pt x="8151487" y="494466"/>
                  </a:lnTo>
                  <a:lnTo>
                    <a:pt x="8105301" y="436044"/>
                  </a:lnTo>
                  <a:lnTo>
                    <a:pt x="8056754" y="383031"/>
                  </a:lnTo>
                  <a:lnTo>
                    <a:pt x="8005150" y="335196"/>
                  </a:lnTo>
                  <a:lnTo>
                    <a:pt x="7949723" y="292129"/>
                  </a:lnTo>
                  <a:lnTo>
                    <a:pt x="7889690" y="253347"/>
                  </a:lnTo>
                  <a:lnTo>
                    <a:pt x="7824297" y="218370"/>
                  </a:lnTo>
                  <a:lnTo>
                    <a:pt x="7752883" y="186756"/>
                  </a:lnTo>
                  <a:lnTo>
                    <a:pt x="7674970" y="158130"/>
                  </a:lnTo>
                  <a:lnTo>
                    <a:pt x="7590379" y="132195"/>
                  </a:lnTo>
                  <a:lnTo>
                    <a:pt x="7499379" y="108740"/>
                  </a:lnTo>
                  <a:lnTo>
                    <a:pt x="7402852" y="87637"/>
                  </a:lnTo>
                  <a:lnTo>
                    <a:pt x="7302448" y="68838"/>
                  </a:lnTo>
                  <a:lnTo>
                    <a:pt x="7200682" y="52358"/>
                  </a:lnTo>
                  <a:lnTo>
                    <a:pt x="7100896" y="38246"/>
                  </a:lnTo>
                  <a:lnTo>
                    <a:pt x="7007023" y="26548"/>
                  </a:lnTo>
                  <a:lnTo>
                    <a:pt x="6923132" y="17262"/>
                  </a:lnTo>
                  <a:lnTo>
                    <a:pt x="6852790" y="10298"/>
                  </a:lnTo>
                  <a:lnTo>
                    <a:pt x="6798399" y="5453"/>
                  </a:lnTo>
                  <a:lnTo>
                    <a:pt x="6760670" y="2416"/>
                  </a:lnTo>
                  <a:lnTo>
                    <a:pt x="6738397" y="790"/>
                  </a:lnTo>
                  <a:lnTo>
                    <a:pt x="6728518" y="132"/>
                  </a:lnTo>
                  <a:lnTo>
                    <a:pt x="6726360" y="1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203" y="105"/>
                  </a:lnTo>
                  <a:lnTo>
                    <a:pt x="5249216" y="859"/>
                  </a:lnTo>
                  <a:lnTo>
                    <a:pt x="5236502" y="2939"/>
                  </a:lnTo>
                  <a:lnTo>
                    <a:pt x="5213421" y="7043"/>
                  </a:lnTo>
                  <a:lnTo>
                    <a:pt x="5178302" y="13844"/>
                  </a:lnTo>
                  <a:lnTo>
                    <a:pt x="5130562" y="23943"/>
                  </a:lnTo>
                  <a:lnTo>
                    <a:pt x="5070712" y="37824"/>
                  </a:lnTo>
                  <a:lnTo>
                    <a:pt x="5000241" y="55817"/>
                  </a:lnTo>
                  <a:lnTo>
                    <a:pt x="4921365" y="78099"/>
                  </a:lnTo>
                  <a:lnTo>
                    <a:pt x="4836701" y="104716"/>
                  </a:lnTo>
                  <a:lnTo>
                    <a:pt x="4748929" y="135621"/>
                  </a:lnTo>
                  <a:lnTo>
                    <a:pt x="4660520" y="170732"/>
                  </a:lnTo>
                  <a:lnTo>
                    <a:pt x="4573545" y="209978"/>
                  </a:lnTo>
                  <a:lnTo>
                    <a:pt x="4489587" y="253345"/>
                  </a:lnTo>
                  <a:lnTo>
                    <a:pt x="4409736" y="300906"/>
                  </a:lnTo>
                  <a:lnTo>
                    <a:pt x="4334637" y="352837"/>
                  </a:lnTo>
                  <a:lnTo>
                    <a:pt x="4264561" y="409432"/>
                  </a:lnTo>
                  <a:lnTo>
                    <a:pt x="4199498" y="471098"/>
                  </a:lnTo>
                  <a:lnTo>
                    <a:pt x="4139224" y="538356"/>
                  </a:lnTo>
                  <a:lnTo>
                    <a:pt x="4083377" y="611826"/>
                  </a:lnTo>
                  <a:lnTo>
                    <a:pt x="4031507" y="692210"/>
                  </a:lnTo>
                  <a:lnTo>
                    <a:pt x="3983114" y="780262"/>
                  </a:lnTo>
                  <a:lnTo>
                    <a:pt x="3937684" y="876736"/>
                  </a:lnTo>
                  <a:lnTo>
                    <a:pt x="3894709" y="982309"/>
                  </a:lnTo>
                  <a:lnTo>
                    <a:pt x="3853714" y="1097462"/>
                  </a:lnTo>
                  <a:lnTo>
                    <a:pt x="3829811" y="1171463"/>
                  </a:lnTo>
                  <a:lnTo>
                    <a:pt x="3804669" y="1254841"/>
                  </a:lnTo>
                  <a:lnTo>
                    <a:pt x="3779990" y="1342304"/>
                  </a:lnTo>
                  <a:lnTo>
                    <a:pt x="3755688" y="1433929"/>
                  </a:lnTo>
                  <a:lnTo>
                    <a:pt x="3731691" y="1529765"/>
                  </a:lnTo>
                  <a:lnTo>
                    <a:pt x="3707935" y="1629832"/>
                  </a:lnTo>
                  <a:lnTo>
                    <a:pt x="3684366" y="1734116"/>
                  </a:lnTo>
                  <a:lnTo>
                    <a:pt x="3660936" y="1842570"/>
                  </a:lnTo>
                  <a:lnTo>
                    <a:pt x="3637605" y="1955113"/>
                  </a:lnTo>
                  <a:lnTo>
                    <a:pt x="3614342" y="2071622"/>
                  </a:lnTo>
                  <a:lnTo>
                    <a:pt x="3591117" y="2191939"/>
                  </a:lnTo>
                  <a:lnTo>
                    <a:pt x="3567910" y="2315867"/>
                  </a:lnTo>
                  <a:lnTo>
                    <a:pt x="3544704" y="2443167"/>
                  </a:lnTo>
                  <a:lnTo>
                    <a:pt x="3521488" y="2573566"/>
                  </a:lnTo>
                  <a:lnTo>
                    <a:pt x="3498252" y="2706754"/>
                  </a:lnTo>
                  <a:lnTo>
                    <a:pt x="3474994" y="2842385"/>
                  </a:lnTo>
                  <a:lnTo>
                    <a:pt x="3451712" y="2980087"/>
                  </a:lnTo>
                  <a:lnTo>
                    <a:pt x="3428408" y="3119460"/>
                  </a:lnTo>
                  <a:lnTo>
                    <a:pt x="3405087" y="3260080"/>
                  </a:lnTo>
                  <a:lnTo>
                    <a:pt x="3381753" y="3401510"/>
                  </a:lnTo>
                  <a:lnTo>
                    <a:pt x="3358413" y="3543301"/>
                  </a:lnTo>
                  <a:lnTo>
                    <a:pt x="3335075" y="3685000"/>
                  </a:lnTo>
                  <a:lnTo>
                    <a:pt x="3311745" y="3826154"/>
                  </a:lnTo>
                  <a:lnTo>
                    <a:pt x="3288430" y="3966317"/>
                  </a:lnTo>
                  <a:lnTo>
                    <a:pt x="3265135" y="4105058"/>
                  </a:lnTo>
                  <a:lnTo>
                    <a:pt x="3241862" y="4241963"/>
                  </a:lnTo>
                  <a:lnTo>
                    <a:pt x="3218614" y="4376642"/>
                  </a:lnTo>
                  <a:lnTo>
                    <a:pt x="3195387" y="4508732"/>
                  </a:lnTo>
                  <a:lnTo>
                    <a:pt x="3172176" y="4637904"/>
                  </a:lnTo>
                  <a:lnTo>
                    <a:pt x="3148971" y="4763860"/>
                  </a:lnTo>
                  <a:lnTo>
                    <a:pt x="3125759" y="4886342"/>
                  </a:lnTo>
                  <a:lnTo>
                    <a:pt x="3102522" y="5005128"/>
                  </a:lnTo>
                  <a:lnTo>
                    <a:pt x="3079234" y="5120037"/>
                  </a:lnTo>
                  <a:lnTo>
                    <a:pt x="3055868" y="5230925"/>
                  </a:lnTo>
                  <a:lnTo>
                    <a:pt x="3032386" y="5337687"/>
                  </a:lnTo>
                  <a:lnTo>
                    <a:pt x="3008746" y="5440255"/>
                  </a:lnTo>
                  <a:lnTo>
                    <a:pt x="2984899" y="5538596"/>
                  </a:lnTo>
                  <a:lnTo>
                    <a:pt x="2960786" y="5632711"/>
                  </a:lnTo>
                  <a:lnTo>
                    <a:pt x="2936340" y="5722632"/>
                  </a:lnTo>
                  <a:lnTo>
                    <a:pt x="2911483" y="5808419"/>
                  </a:lnTo>
                  <a:lnTo>
                    <a:pt x="2896531" y="5857315"/>
                  </a:lnTo>
                  <a:lnTo>
                    <a:pt x="2856519" y="5978318"/>
                  </a:lnTo>
                  <a:lnTo>
                    <a:pt x="2814789" y="6089619"/>
                  </a:lnTo>
                  <a:lnTo>
                    <a:pt x="2770897" y="6191499"/>
                  </a:lnTo>
                  <a:lnTo>
                    <a:pt x="2724349" y="6284533"/>
                  </a:lnTo>
                  <a:lnTo>
                    <a:pt x="2674634" y="6369440"/>
                  </a:lnTo>
                  <a:lnTo>
                    <a:pt x="2621238" y="6446984"/>
                  </a:lnTo>
                  <a:lnTo>
                    <a:pt x="2563680" y="6517901"/>
                  </a:lnTo>
                  <a:lnTo>
                    <a:pt x="2501536" y="6582864"/>
                  </a:lnTo>
                  <a:lnTo>
                    <a:pt x="2434494" y="6642456"/>
                  </a:lnTo>
                  <a:lnTo>
                    <a:pt x="2362406" y="6697151"/>
                  </a:lnTo>
                  <a:lnTo>
                    <a:pt x="2285364" y="6747314"/>
                  </a:lnTo>
                  <a:lnTo>
                    <a:pt x="2203778" y="6793191"/>
                  </a:lnTo>
                  <a:lnTo>
                    <a:pt x="2118461" y="6834914"/>
                  </a:lnTo>
                  <a:lnTo>
                    <a:pt x="2030697" y="6872520"/>
                  </a:lnTo>
                  <a:lnTo>
                    <a:pt x="1942269" y="6905967"/>
                  </a:lnTo>
                  <a:lnTo>
                    <a:pt x="1855421" y="6935174"/>
                  </a:lnTo>
                  <a:lnTo>
                    <a:pt x="1772736" y="6960067"/>
                  </a:lnTo>
                  <a:lnTo>
                    <a:pt x="1696907" y="6980630"/>
                  </a:lnTo>
                  <a:lnTo>
                    <a:pt x="1630432" y="6996957"/>
                  </a:lnTo>
                  <a:lnTo>
                    <a:pt x="1575274" y="7009284"/>
                  </a:lnTo>
                  <a:lnTo>
                    <a:pt x="1532556" y="7018005"/>
                  </a:lnTo>
                  <a:lnTo>
                    <a:pt x="1502362" y="7023655"/>
                  </a:lnTo>
                  <a:lnTo>
                    <a:pt x="1483664" y="7026870"/>
                  </a:lnTo>
                  <a:lnTo>
                    <a:pt x="1474393" y="7028339"/>
                  </a:lnTo>
                  <a:lnTo>
                    <a:pt x="1471554" y="7028755"/>
                  </a:lnTo>
                  <a:lnTo>
                    <a:pt x="1471387" y="7028778"/>
                  </a:lnTo>
                  <a:lnTo>
                    <a:pt x="0" y="702877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81" name="pg2081"/>
            <p:cNvSpPr/>
            <p:nvPr/>
          </p:nvSpPr>
          <p:spPr>
            <a:xfrm>
              <a:off x="4799595" y="5870627"/>
              <a:ext cx="11981298" cy="5108123"/>
            </a:xfrm>
            <a:custGeom>
              <a:avLst/>
              <a:pathLst>
                <a:path w="11981298" h="5108123">
                  <a:moveTo>
                    <a:pt x="0" y="5108123"/>
                  </a:moveTo>
                  <a:lnTo>
                    <a:pt x="1471387" y="5108123"/>
                  </a:lnTo>
                  <a:lnTo>
                    <a:pt x="1472583" y="5108078"/>
                  </a:lnTo>
                  <a:lnTo>
                    <a:pt x="1480434" y="5107753"/>
                  </a:lnTo>
                  <a:lnTo>
                    <a:pt x="1500194" y="5106856"/>
                  </a:lnTo>
                  <a:lnTo>
                    <a:pt x="1535451" y="5105091"/>
                  </a:lnTo>
                  <a:lnTo>
                    <a:pt x="1587851" y="5102185"/>
                  </a:lnTo>
                  <a:lnTo>
                    <a:pt x="1656986" y="5097920"/>
                  </a:lnTo>
                  <a:lnTo>
                    <a:pt x="1740577" y="5092148"/>
                  </a:lnTo>
                  <a:lnTo>
                    <a:pt x="1835006" y="5084801"/>
                  </a:lnTo>
                  <a:lnTo>
                    <a:pt x="1936025" y="5075870"/>
                  </a:lnTo>
                  <a:lnTo>
                    <a:pt x="2039462" y="5065386"/>
                  </a:lnTo>
                  <a:lnTo>
                    <a:pt x="2141737" y="5053380"/>
                  </a:lnTo>
                  <a:lnTo>
                    <a:pt x="2240143" y="5039865"/>
                  </a:lnTo>
                  <a:lnTo>
                    <a:pt x="2332895" y="5024812"/>
                  </a:lnTo>
                  <a:lnTo>
                    <a:pt x="2419040" y="5008137"/>
                  </a:lnTo>
                  <a:lnTo>
                    <a:pt x="2498283" y="4989702"/>
                  </a:lnTo>
                  <a:lnTo>
                    <a:pt x="2570810" y="4969308"/>
                  </a:lnTo>
                  <a:lnTo>
                    <a:pt x="2637127" y="4946706"/>
                  </a:lnTo>
                  <a:lnTo>
                    <a:pt x="2697931" y="4921599"/>
                  </a:lnTo>
                  <a:lnTo>
                    <a:pt x="2754017" y="4893668"/>
                  </a:lnTo>
                  <a:lnTo>
                    <a:pt x="2806210" y="4862593"/>
                  </a:lnTo>
                  <a:lnTo>
                    <a:pt x="2855309" y="4828106"/>
                  </a:lnTo>
                  <a:lnTo>
                    <a:pt x="2896531" y="4794825"/>
                  </a:lnTo>
                  <a:lnTo>
                    <a:pt x="2940188" y="4755118"/>
                  </a:lnTo>
                  <a:lnTo>
                    <a:pt x="2982622" y="4712026"/>
                  </a:lnTo>
                  <a:lnTo>
                    <a:pt x="3024219" y="4665483"/>
                  </a:lnTo>
                  <a:lnTo>
                    <a:pt x="3065280" y="4615502"/>
                  </a:lnTo>
                  <a:lnTo>
                    <a:pt x="3106033" y="4562184"/>
                  </a:lnTo>
                  <a:lnTo>
                    <a:pt x="3146642" y="4505720"/>
                  </a:lnTo>
                  <a:lnTo>
                    <a:pt x="3187222" y="4446401"/>
                  </a:lnTo>
                  <a:lnTo>
                    <a:pt x="3227839" y="4384612"/>
                  </a:lnTo>
                  <a:lnTo>
                    <a:pt x="3268525" y="4320824"/>
                  </a:lnTo>
                  <a:lnTo>
                    <a:pt x="3309279" y="4255586"/>
                  </a:lnTo>
                  <a:lnTo>
                    <a:pt x="3350078" y="4189503"/>
                  </a:lnTo>
                  <a:lnTo>
                    <a:pt x="3390890" y="4123212"/>
                  </a:lnTo>
                  <a:lnTo>
                    <a:pt x="3431677" y="4057359"/>
                  </a:lnTo>
                  <a:lnTo>
                    <a:pt x="3472408" y="3992574"/>
                  </a:lnTo>
                  <a:lnTo>
                    <a:pt x="3513068" y="3929444"/>
                  </a:lnTo>
                  <a:lnTo>
                    <a:pt x="3553666" y="3868489"/>
                  </a:lnTo>
                  <a:lnTo>
                    <a:pt x="3594247" y="3810155"/>
                  </a:lnTo>
                  <a:lnTo>
                    <a:pt x="3634892" y="3754790"/>
                  </a:lnTo>
                  <a:lnTo>
                    <a:pt x="3675733" y="3702651"/>
                  </a:lnTo>
                  <a:lnTo>
                    <a:pt x="3716956" y="3653896"/>
                  </a:lnTo>
                  <a:lnTo>
                    <a:pt x="3758815" y="3608592"/>
                  </a:lnTo>
                  <a:lnTo>
                    <a:pt x="3801638" y="3566724"/>
                  </a:lnTo>
                  <a:lnTo>
                    <a:pt x="3829811" y="3541632"/>
                  </a:lnTo>
                  <a:lnTo>
                    <a:pt x="3876789" y="3504025"/>
                  </a:lnTo>
                  <a:lnTo>
                    <a:pt x="3926219" y="3469958"/>
                  </a:lnTo>
                  <a:lnTo>
                    <a:pt x="3978836" y="3439276"/>
                  </a:lnTo>
                  <a:lnTo>
                    <a:pt x="4035446" y="3411701"/>
                  </a:lnTo>
                  <a:lnTo>
                    <a:pt x="4096871" y="3386912"/>
                  </a:lnTo>
                  <a:lnTo>
                    <a:pt x="4163899" y="3364589"/>
                  </a:lnTo>
                  <a:lnTo>
                    <a:pt x="4237211" y="3344443"/>
                  </a:lnTo>
                  <a:lnTo>
                    <a:pt x="4317281" y="3326228"/>
                  </a:lnTo>
                  <a:lnTo>
                    <a:pt x="4404246" y="3309755"/>
                  </a:lnTo>
                  <a:lnTo>
                    <a:pt x="4497742" y="3294890"/>
                  </a:lnTo>
                  <a:lnTo>
                    <a:pt x="4596724" y="3281556"/>
                  </a:lnTo>
                  <a:lnTo>
                    <a:pt x="4699300" y="3269732"/>
                  </a:lnTo>
                  <a:lnTo>
                    <a:pt x="4802651" y="3259432"/>
                  </a:lnTo>
                  <a:lnTo>
                    <a:pt x="4903107" y="3250690"/>
                  </a:lnTo>
                  <a:lnTo>
                    <a:pt x="4996454" y="3243534"/>
                  </a:lnTo>
                  <a:lnTo>
                    <a:pt x="5078480" y="3237948"/>
                  </a:lnTo>
                  <a:lnTo>
                    <a:pt x="5145693" y="3233855"/>
                  </a:lnTo>
                  <a:lnTo>
                    <a:pt x="5196016" y="3231099"/>
                  </a:lnTo>
                  <a:lnTo>
                    <a:pt x="5229285" y="3229453"/>
                  </a:lnTo>
                  <a:lnTo>
                    <a:pt x="5247391" y="3228641"/>
                  </a:lnTo>
                  <a:lnTo>
                    <a:pt x="5254135" y="3228365"/>
                  </a:lnTo>
                  <a:lnTo>
                    <a:pt x="5254955" y="3228334"/>
                  </a:lnTo>
                  <a:lnTo>
                    <a:pt x="6726343" y="3228334"/>
                  </a:lnTo>
                  <a:lnTo>
                    <a:pt x="6727465" y="3228261"/>
                  </a:lnTo>
                  <a:lnTo>
                    <a:pt x="6734848" y="3227740"/>
                  </a:lnTo>
                  <a:lnTo>
                    <a:pt x="6753466" y="3226300"/>
                  </a:lnTo>
                  <a:lnTo>
                    <a:pt x="6786772" y="3223464"/>
                  </a:lnTo>
                  <a:lnTo>
                    <a:pt x="6836456" y="3218792"/>
                  </a:lnTo>
                  <a:lnTo>
                    <a:pt x="6902313" y="3211920"/>
                  </a:lnTo>
                  <a:lnTo>
                    <a:pt x="6982387" y="3202598"/>
                  </a:lnTo>
                  <a:lnTo>
                    <a:pt x="7073417" y="3190700"/>
                  </a:lnTo>
                  <a:lnTo>
                    <a:pt x="7171462" y="3176199"/>
                  </a:lnTo>
                  <a:lnTo>
                    <a:pt x="7272550" y="3159136"/>
                  </a:lnTo>
                  <a:lnTo>
                    <a:pt x="7373182" y="3139566"/>
                  </a:lnTo>
                  <a:lnTo>
                    <a:pt x="7470626" y="3117520"/>
                  </a:lnTo>
                  <a:lnTo>
                    <a:pt x="7563004" y="3092969"/>
                  </a:lnTo>
                  <a:lnTo>
                    <a:pt x="7649228" y="3065804"/>
                  </a:lnTo>
                  <a:lnTo>
                    <a:pt x="7728866" y="3035828"/>
                  </a:lnTo>
                  <a:lnTo>
                    <a:pt x="7801971" y="3002749"/>
                  </a:lnTo>
                  <a:lnTo>
                    <a:pt x="7868935" y="2966193"/>
                  </a:lnTo>
                  <a:lnTo>
                    <a:pt x="7930361" y="2925708"/>
                  </a:lnTo>
                  <a:lnTo>
                    <a:pt x="7986970" y="2880789"/>
                  </a:lnTo>
                  <a:lnTo>
                    <a:pt x="8039532" y="2830915"/>
                  </a:lnTo>
                  <a:lnTo>
                    <a:pt x="8088811" y="2775609"/>
                  </a:lnTo>
                  <a:lnTo>
                    <a:pt x="8135524" y="2714541"/>
                  </a:lnTo>
                  <a:lnTo>
                    <a:pt x="8151487" y="2691640"/>
                  </a:lnTo>
                  <a:lnTo>
                    <a:pt x="8187259" y="2636496"/>
                  </a:lnTo>
                  <a:lnTo>
                    <a:pt x="8222162" y="2577500"/>
                  </a:lnTo>
                  <a:lnTo>
                    <a:pt x="8256422" y="2514574"/>
                  </a:lnTo>
                  <a:lnTo>
                    <a:pt x="8290222" y="2447696"/>
                  </a:lnTo>
                  <a:lnTo>
                    <a:pt x="8323711" y="2376904"/>
                  </a:lnTo>
                  <a:lnTo>
                    <a:pt x="8357005" y="2302307"/>
                  </a:lnTo>
                  <a:lnTo>
                    <a:pt x="8390196" y="2224084"/>
                  </a:lnTo>
                  <a:lnTo>
                    <a:pt x="8423349" y="2142488"/>
                  </a:lnTo>
                  <a:lnTo>
                    <a:pt x="8456511" y="2057848"/>
                  </a:lnTo>
                  <a:lnTo>
                    <a:pt x="8489710" y="1970559"/>
                  </a:lnTo>
                  <a:lnTo>
                    <a:pt x="8522955" y="1881085"/>
                  </a:lnTo>
                  <a:lnTo>
                    <a:pt x="8556246" y="1789942"/>
                  </a:lnTo>
                  <a:lnTo>
                    <a:pt x="8589571" y="1697692"/>
                  </a:lnTo>
                  <a:lnTo>
                    <a:pt x="8622915" y="1604924"/>
                  </a:lnTo>
                  <a:lnTo>
                    <a:pt x="8656255" y="1512243"/>
                  </a:lnTo>
                  <a:lnTo>
                    <a:pt x="8689572" y="1420251"/>
                  </a:lnTo>
                  <a:lnTo>
                    <a:pt x="8722851" y="1329532"/>
                  </a:lnTo>
                  <a:lnTo>
                    <a:pt x="8756082" y="1240635"/>
                  </a:lnTo>
                  <a:lnTo>
                    <a:pt x="8789268" y="1154062"/>
                  </a:lnTo>
                  <a:lnTo>
                    <a:pt x="8822424" y="1070258"/>
                  </a:lnTo>
                  <a:lnTo>
                    <a:pt x="8855583" y="989601"/>
                  </a:lnTo>
                  <a:lnTo>
                    <a:pt x="8888796" y="912397"/>
                  </a:lnTo>
                  <a:lnTo>
                    <a:pt x="8922135" y="838877"/>
                  </a:lnTo>
                  <a:lnTo>
                    <a:pt x="8955700" y="769201"/>
                  </a:lnTo>
                  <a:lnTo>
                    <a:pt x="8989615" y="703456"/>
                  </a:lnTo>
                  <a:lnTo>
                    <a:pt x="9024039" y="641664"/>
                  </a:lnTo>
                  <a:lnTo>
                    <a:pt x="9059167" y="583784"/>
                  </a:lnTo>
                  <a:lnTo>
                    <a:pt x="9084767" y="544866"/>
                  </a:lnTo>
                  <a:lnTo>
                    <a:pt x="9130729" y="481741"/>
                  </a:lnTo>
                  <a:lnTo>
                    <a:pt x="9179027" y="424431"/>
                  </a:lnTo>
                  <a:lnTo>
                    <a:pt x="9230347" y="372693"/>
                  </a:lnTo>
                  <a:lnTo>
                    <a:pt x="9285442" y="326088"/>
                  </a:lnTo>
                  <a:lnTo>
                    <a:pt x="9345085" y="284101"/>
                  </a:lnTo>
                  <a:lnTo>
                    <a:pt x="9410021" y="246216"/>
                  </a:lnTo>
                  <a:lnTo>
                    <a:pt x="9480905" y="211959"/>
                  </a:lnTo>
                  <a:lnTo>
                    <a:pt x="9558215" y="180927"/>
                  </a:lnTo>
                  <a:lnTo>
                    <a:pt x="9642140" y="152799"/>
                  </a:lnTo>
                  <a:lnTo>
                    <a:pt x="9732438" y="127344"/>
                  </a:lnTo>
                  <a:lnTo>
                    <a:pt x="9828268" y="104423"/>
                  </a:lnTo>
                  <a:lnTo>
                    <a:pt x="9928045" y="83980"/>
                  </a:lnTo>
                  <a:lnTo>
                    <a:pt x="10029337" y="66028"/>
                  </a:lnTo>
                  <a:lnTo>
                    <a:pt x="10128891" y="50619"/>
                  </a:lnTo>
                  <a:lnTo>
                    <a:pt x="10222856" y="37802"/>
                  </a:lnTo>
                  <a:lnTo>
                    <a:pt x="10307210" y="27582"/>
                  </a:lnTo>
                  <a:lnTo>
                    <a:pt x="10378377" y="19869"/>
                  </a:lnTo>
                  <a:lnTo>
                    <a:pt x="10433878" y="14458"/>
                  </a:lnTo>
                  <a:lnTo>
                    <a:pt x="10472858" y="11022"/>
                  </a:lnTo>
                  <a:lnTo>
                    <a:pt x="10496341" y="9144"/>
                  </a:lnTo>
                  <a:lnTo>
                    <a:pt x="10507187" y="8354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8788" y="73"/>
                  </a:lnTo>
                  <a:lnTo>
                    <a:pt x="10501405" y="594"/>
                  </a:lnTo>
                  <a:lnTo>
                    <a:pt x="10482788" y="2034"/>
                  </a:lnTo>
                  <a:lnTo>
                    <a:pt x="10449481" y="4869"/>
                  </a:lnTo>
                  <a:lnTo>
                    <a:pt x="10399797" y="9542"/>
                  </a:lnTo>
                  <a:lnTo>
                    <a:pt x="10333940" y="16414"/>
                  </a:lnTo>
                  <a:lnTo>
                    <a:pt x="10253866" y="25735"/>
                  </a:lnTo>
                  <a:lnTo>
                    <a:pt x="10162836" y="37633"/>
                  </a:lnTo>
                  <a:lnTo>
                    <a:pt x="10064791" y="52134"/>
                  </a:lnTo>
                  <a:lnTo>
                    <a:pt x="9963703" y="69197"/>
                  </a:lnTo>
                  <a:lnTo>
                    <a:pt x="9863071" y="88767"/>
                  </a:lnTo>
                  <a:lnTo>
                    <a:pt x="9765627" y="110813"/>
                  </a:lnTo>
                  <a:lnTo>
                    <a:pt x="9673250" y="135364"/>
                  </a:lnTo>
                  <a:lnTo>
                    <a:pt x="9587025" y="162529"/>
                  </a:lnTo>
                  <a:lnTo>
                    <a:pt x="9507387" y="192506"/>
                  </a:lnTo>
                  <a:lnTo>
                    <a:pt x="9434282" y="225584"/>
                  </a:lnTo>
                  <a:lnTo>
                    <a:pt x="9367319" y="262141"/>
                  </a:lnTo>
                  <a:lnTo>
                    <a:pt x="9305893" y="302626"/>
                  </a:lnTo>
                  <a:lnTo>
                    <a:pt x="9249283" y="347544"/>
                  </a:lnTo>
                  <a:lnTo>
                    <a:pt x="9196722" y="397418"/>
                  </a:lnTo>
                  <a:lnTo>
                    <a:pt x="9147442" y="452724"/>
                  </a:lnTo>
                  <a:lnTo>
                    <a:pt x="9100729" y="513792"/>
                  </a:lnTo>
                  <a:lnTo>
                    <a:pt x="9084767" y="536693"/>
                  </a:lnTo>
                  <a:lnTo>
                    <a:pt x="9048994" y="591837"/>
                  </a:lnTo>
                  <a:lnTo>
                    <a:pt x="9014091" y="650833"/>
                  </a:lnTo>
                  <a:lnTo>
                    <a:pt x="8979831" y="713759"/>
                  </a:lnTo>
                  <a:lnTo>
                    <a:pt x="8946031" y="780638"/>
                  </a:lnTo>
                  <a:lnTo>
                    <a:pt x="8912542" y="851430"/>
                  </a:lnTo>
                  <a:lnTo>
                    <a:pt x="8879248" y="926027"/>
                  </a:lnTo>
                  <a:lnTo>
                    <a:pt x="8846058" y="1004250"/>
                  </a:lnTo>
                  <a:lnTo>
                    <a:pt x="8812904" y="1085845"/>
                  </a:lnTo>
                  <a:lnTo>
                    <a:pt x="8779742" y="1170486"/>
                  </a:lnTo>
                  <a:lnTo>
                    <a:pt x="8746544" y="1257774"/>
                  </a:lnTo>
                  <a:lnTo>
                    <a:pt x="8713299" y="1347248"/>
                  </a:lnTo>
                  <a:lnTo>
                    <a:pt x="8680008" y="1438391"/>
                  </a:lnTo>
                  <a:lnTo>
                    <a:pt x="8646682" y="1530642"/>
                  </a:lnTo>
                  <a:lnTo>
                    <a:pt x="8613339" y="1623409"/>
                  </a:lnTo>
                  <a:lnTo>
                    <a:pt x="8579998" y="1716090"/>
                  </a:lnTo>
                  <a:lnTo>
                    <a:pt x="8546681" y="1808082"/>
                  </a:lnTo>
                  <a:lnTo>
                    <a:pt x="8513402" y="1898802"/>
                  </a:lnTo>
                  <a:lnTo>
                    <a:pt x="8480171" y="1987699"/>
                  </a:lnTo>
                  <a:lnTo>
                    <a:pt x="8446985" y="2074271"/>
                  </a:lnTo>
                  <a:lnTo>
                    <a:pt x="8413829" y="2158075"/>
                  </a:lnTo>
                  <a:lnTo>
                    <a:pt x="8380670" y="2238732"/>
                  </a:lnTo>
                  <a:lnTo>
                    <a:pt x="8347458" y="2315937"/>
                  </a:lnTo>
                  <a:lnTo>
                    <a:pt x="8314118" y="2389456"/>
                  </a:lnTo>
                  <a:lnTo>
                    <a:pt x="8280554" y="2459132"/>
                  </a:lnTo>
                  <a:lnTo>
                    <a:pt x="8246638" y="2524877"/>
                  </a:lnTo>
                  <a:lnTo>
                    <a:pt x="8212214" y="2586670"/>
                  </a:lnTo>
                  <a:lnTo>
                    <a:pt x="8177086" y="2644549"/>
                  </a:lnTo>
                  <a:lnTo>
                    <a:pt x="8151487" y="2683467"/>
                  </a:lnTo>
                  <a:lnTo>
                    <a:pt x="8105524" y="2746592"/>
                  </a:lnTo>
                  <a:lnTo>
                    <a:pt x="8057226" y="2803902"/>
                  </a:lnTo>
                  <a:lnTo>
                    <a:pt x="8005907" y="2855640"/>
                  </a:lnTo>
                  <a:lnTo>
                    <a:pt x="7950812" y="2902245"/>
                  </a:lnTo>
                  <a:lnTo>
                    <a:pt x="7891168" y="2944232"/>
                  </a:lnTo>
                  <a:lnTo>
                    <a:pt x="7826232" y="2982117"/>
                  </a:lnTo>
                  <a:lnTo>
                    <a:pt x="7755348" y="3016374"/>
                  </a:lnTo>
                  <a:lnTo>
                    <a:pt x="7678038" y="3047406"/>
                  </a:lnTo>
                  <a:lnTo>
                    <a:pt x="7594113" y="3075534"/>
                  </a:lnTo>
                  <a:lnTo>
                    <a:pt x="7503816" y="3100989"/>
                  </a:lnTo>
                  <a:lnTo>
                    <a:pt x="7407985" y="3123910"/>
                  </a:lnTo>
                  <a:lnTo>
                    <a:pt x="7308208" y="3144353"/>
                  </a:lnTo>
                  <a:lnTo>
                    <a:pt x="7206917" y="3162305"/>
                  </a:lnTo>
                  <a:lnTo>
                    <a:pt x="7107362" y="3177715"/>
                  </a:lnTo>
                  <a:lnTo>
                    <a:pt x="7013398" y="3190531"/>
                  </a:lnTo>
                  <a:lnTo>
                    <a:pt x="6929043" y="3200752"/>
                  </a:lnTo>
                  <a:lnTo>
                    <a:pt x="6857876" y="3208464"/>
                  </a:lnTo>
                  <a:lnTo>
                    <a:pt x="6802376" y="3213876"/>
                  </a:lnTo>
                  <a:lnTo>
                    <a:pt x="6763396" y="3217311"/>
                  </a:lnTo>
                  <a:lnTo>
                    <a:pt x="6739912" y="3219189"/>
                  </a:lnTo>
                  <a:lnTo>
                    <a:pt x="6729066" y="3219979"/>
                  </a:lnTo>
                  <a:lnTo>
                    <a:pt x="6726343" y="3220161"/>
                  </a:lnTo>
                  <a:lnTo>
                    <a:pt x="5254955" y="3220161"/>
                  </a:lnTo>
                  <a:lnTo>
                    <a:pt x="5253760" y="3220206"/>
                  </a:lnTo>
                  <a:lnTo>
                    <a:pt x="5245909" y="3220531"/>
                  </a:lnTo>
                  <a:lnTo>
                    <a:pt x="5226148" y="3221428"/>
                  </a:lnTo>
                  <a:lnTo>
                    <a:pt x="5190891" y="3223193"/>
                  </a:lnTo>
                  <a:lnTo>
                    <a:pt x="5138491" y="3226099"/>
                  </a:lnTo>
                  <a:lnTo>
                    <a:pt x="5069356" y="3230365"/>
                  </a:lnTo>
                  <a:lnTo>
                    <a:pt x="4985765" y="3236136"/>
                  </a:lnTo>
                  <a:lnTo>
                    <a:pt x="4891337" y="3243483"/>
                  </a:lnTo>
                  <a:lnTo>
                    <a:pt x="4790317" y="3252414"/>
                  </a:lnTo>
                  <a:lnTo>
                    <a:pt x="4686880" y="3262899"/>
                  </a:lnTo>
                  <a:lnTo>
                    <a:pt x="4584605" y="3274904"/>
                  </a:lnTo>
                  <a:lnTo>
                    <a:pt x="4486200" y="3288419"/>
                  </a:lnTo>
                  <a:lnTo>
                    <a:pt x="4393447" y="3303473"/>
                  </a:lnTo>
                  <a:lnTo>
                    <a:pt x="4307302" y="3320147"/>
                  </a:lnTo>
                  <a:lnTo>
                    <a:pt x="4228059" y="3338582"/>
                  </a:lnTo>
                  <a:lnTo>
                    <a:pt x="4155532" y="3358976"/>
                  </a:lnTo>
                  <a:lnTo>
                    <a:pt x="4089215" y="3381579"/>
                  </a:lnTo>
                  <a:lnTo>
                    <a:pt x="4028411" y="3406685"/>
                  </a:lnTo>
                  <a:lnTo>
                    <a:pt x="3972325" y="3434616"/>
                  </a:lnTo>
                  <a:lnTo>
                    <a:pt x="3920132" y="3465692"/>
                  </a:lnTo>
                  <a:lnTo>
                    <a:pt x="3871033" y="3500179"/>
                  </a:lnTo>
                  <a:lnTo>
                    <a:pt x="3829811" y="3533459"/>
                  </a:lnTo>
                  <a:lnTo>
                    <a:pt x="3786154" y="3573166"/>
                  </a:lnTo>
                  <a:lnTo>
                    <a:pt x="3743721" y="3616259"/>
                  </a:lnTo>
                  <a:lnTo>
                    <a:pt x="3702123" y="3662802"/>
                  </a:lnTo>
                  <a:lnTo>
                    <a:pt x="3661062" y="3712782"/>
                  </a:lnTo>
                  <a:lnTo>
                    <a:pt x="3620309" y="3766101"/>
                  </a:lnTo>
                  <a:lnTo>
                    <a:pt x="3579700" y="3822564"/>
                  </a:lnTo>
                  <a:lnTo>
                    <a:pt x="3539120" y="3881883"/>
                  </a:lnTo>
                  <a:lnTo>
                    <a:pt x="3498503" y="3943673"/>
                  </a:lnTo>
                  <a:lnTo>
                    <a:pt x="3457817" y="4007460"/>
                  </a:lnTo>
                  <a:lnTo>
                    <a:pt x="3417064" y="4072698"/>
                  </a:lnTo>
                  <a:lnTo>
                    <a:pt x="3376264" y="4138781"/>
                  </a:lnTo>
                  <a:lnTo>
                    <a:pt x="3335452" y="4205073"/>
                  </a:lnTo>
                  <a:lnTo>
                    <a:pt x="3294665" y="4270925"/>
                  </a:lnTo>
                  <a:lnTo>
                    <a:pt x="3253934" y="4335710"/>
                  </a:lnTo>
                  <a:lnTo>
                    <a:pt x="3213275" y="4398841"/>
                  </a:lnTo>
                  <a:lnTo>
                    <a:pt x="3172676" y="4459795"/>
                  </a:lnTo>
                  <a:lnTo>
                    <a:pt x="3132095" y="4518130"/>
                  </a:lnTo>
                  <a:lnTo>
                    <a:pt x="3091450" y="4573494"/>
                  </a:lnTo>
                  <a:lnTo>
                    <a:pt x="3050610" y="4625634"/>
                  </a:lnTo>
                  <a:lnTo>
                    <a:pt x="3009386" y="4674389"/>
                  </a:lnTo>
                  <a:lnTo>
                    <a:pt x="2967527" y="4719692"/>
                  </a:lnTo>
                  <a:lnTo>
                    <a:pt x="2924704" y="4761561"/>
                  </a:lnTo>
                  <a:lnTo>
                    <a:pt x="2896531" y="4786652"/>
                  </a:lnTo>
                  <a:lnTo>
                    <a:pt x="2849553" y="4824259"/>
                  </a:lnTo>
                  <a:lnTo>
                    <a:pt x="2800123" y="4858326"/>
                  </a:lnTo>
                  <a:lnTo>
                    <a:pt x="2747506" y="4889009"/>
                  </a:lnTo>
                  <a:lnTo>
                    <a:pt x="2690896" y="4916583"/>
                  </a:lnTo>
                  <a:lnTo>
                    <a:pt x="2629472" y="4941372"/>
                  </a:lnTo>
                  <a:lnTo>
                    <a:pt x="2562443" y="4963695"/>
                  </a:lnTo>
                  <a:lnTo>
                    <a:pt x="2489131" y="4983841"/>
                  </a:lnTo>
                  <a:lnTo>
                    <a:pt x="2409062" y="5002056"/>
                  </a:lnTo>
                  <a:lnTo>
                    <a:pt x="2322097" y="5018529"/>
                  </a:lnTo>
                  <a:lnTo>
                    <a:pt x="2228600" y="5033395"/>
                  </a:lnTo>
                  <a:lnTo>
                    <a:pt x="2129618" y="5046728"/>
                  </a:lnTo>
                  <a:lnTo>
                    <a:pt x="2027042" y="5058552"/>
                  </a:lnTo>
                  <a:lnTo>
                    <a:pt x="1923691" y="5068852"/>
                  </a:lnTo>
                  <a:lnTo>
                    <a:pt x="1823235" y="5077594"/>
                  </a:lnTo>
                  <a:lnTo>
                    <a:pt x="1729888" y="5084751"/>
                  </a:lnTo>
                  <a:lnTo>
                    <a:pt x="1647862" y="5090336"/>
                  </a:lnTo>
                  <a:lnTo>
                    <a:pt x="1580650" y="5094429"/>
                  </a:lnTo>
                  <a:lnTo>
                    <a:pt x="1530326" y="5097185"/>
                  </a:lnTo>
                  <a:lnTo>
                    <a:pt x="1497057" y="5098831"/>
                  </a:lnTo>
                  <a:lnTo>
                    <a:pt x="1478951" y="5099644"/>
                  </a:lnTo>
                  <a:lnTo>
                    <a:pt x="1472207" y="5099920"/>
                  </a:lnTo>
                  <a:lnTo>
                    <a:pt x="1471387" y="5099950"/>
                  </a:lnTo>
                  <a:lnTo>
                    <a:pt x="0" y="5099950"/>
                  </a:lnTo>
                  <a:close/>
                </a:path>
              </a:pathLst>
            </a:custGeom>
            <a:solidFill>
              <a:srgbClr val="A1D492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2082" name="pl2082"/>
            <p:cNvSpPr/>
            <p:nvPr/>
          </p:nvSpPr>
          <p:spPr>
            <a:xfrm>
              <a:off x="4799595" y="5878800"/>
              <a:ext cx="11981298" cy="5099950"/>
            </a:xfrm>
            <a:custGeom>
              <a:avLst/>
              <a:pathLst>
                <a:path w="11981298" h="5099950">
                  <a:moveTo>
                    <a:pt x="0" y="5099950"/>
                  </a:moveTo>
                  <a:lnTo>
                    <a:pt x="1471387" y="5099950"/>
                  </a:lnTo>
                  <a:lnTo>
                    <a:pt x="1472583" y="5099905"/>
                  </a:lnTo>
                  <a:lnTo>
                    <a:pt x="1480434" y="5099580"/>
                  </a:lnTo>
                  <a:lnTo>
                    <a:pt x="1500194" y="5098683"/>
                  </a:lnTo>
                  <a:lnTo>
                    <a:pt x="1535451" y="5096918"/>
                  </a:lnTo>
                  <a:lnTo>
                    <a:pt x="1587851" y="5094012"/>
                  </a:lnTo>
                  <a:lnTo>
                    <a:pt x="1656986" y="5089747"/>
                  </a:lnTo>
                  <a:lnTo>
                    <a:pt x="1740577" y="5083975"/>
                  </a:lnTo>
                  <a:lnTo>
                    <a:pt x="1835006" y="5076628"/>
                  </a:lnTo>
                  <a:lnTo>
                    <a:pt x="1936025" y="5067697"/>
                  </a:lnTo>
                  <a:lnTo>
                    <a:pt x="2039462" y="5057213"/>
                  </a:lnTo>
                  <a:lnTo>
                    <a:pt x="2141737" y="5045207"/>
                  </a:lnTo>
                  <a:lnTo>
                    <a:pt x="2240143" y="5031692"/>
                  </a:lnTo>
                  <a:lnTo>
                    <a:pt x="2332895" y="5016639"/>
                  </a:lnTo>
                  <a:lnTo>
                    <a:pt x="2419040" y="4999964"/>
                  </a:lnTo>
                  <a:lnTo>
                    <a:pt x="2498283" y="4981529"/>
                  </a:lnTo>
                  <a:lnTo>
                    <a:pt x="2570810" y="4961135"/>
                  </a:lnTo>
                  <a:lnTo>
                    <a:pt x="2637127" y="4938533"/>
                  </a:lnTo>
                  <a:lnTo>
                    <a:pt x="2697931" y="4913426"/>
                  </a:lnTo>
                  <a:lnTo>
                    <a:pt x="2754017" y="4885495"/>
                  </a:lnTo>
                  <a:lnTo>
                    <a:pt x="2806210" y="4854420"/>
                  </a:lnTo>
                  <a:lnTo>
                    <a:pt x="2855309" y="4819933"/>
                  </a:lnTo>
                  <a:lnTo>
                    <a:pt x="2896531" y="4786652"/>
                  </a:lnTo>
                  <a:lnTo>
                    <a:pt x="2940188" y="4746945"/>
                  </a:lnTo>
                  <a:lnTo>
                    <a:pt x="2982622" y="4703853"/>
                  </a:lnTo>
                  <a:lnTo>
                    <a:pt x="3024219" y="4657310"/>
                  </a:lnTo>
                  <a:lnTo>
                    <a:pt x="3065280" y="4607329"/>
                  </a:lnTo>
                  <a:lnTo>
                    <a:pt x="3106033" y="4554011"/>
                  </a:lnTo>
                  <a:lnTo>
                    <a:pt x="3146642" y="4497547"/>
                  </a:lnTo>
                  <a:lnTo>
                    <a:pt x="3187222" y="4438228"/>
                  </a:lnTo>
                  <a:lnTo>
                    <a:pt x="3227839" y="4376439"/>
                  </a:lnTo>
                  <a:lnTo>
                    <a:pt x="3268525" y="4312651"/>
                  </a:lnTo>
                  <a:lnTo>
                    <a:pt x="3309279" y="4247413"/>
                  </a:lnTo>
                  <a:lnTo>
                    <a:pt x="3350078" y="4181330"/>
                  </a:lnTo>
                  <a:lnTo>
                    <a:pt x="3390890" y="4115039"/>
                  </a:lnTo>
                  <a:lnTo>
                    <a:pt x="3431677" y="4049186"/>
                  </a:lnTo>
                  <a:lnTo>
                    <a:pt x="3472408" y="3984401"/>
                  </a:lnTo>
                  <a:lnTo>
                    <a:pt x="3513068" y="3921271"/>
                  </a:lnTo>
                  <a:lnTo>
                    <a:pt x="3553666" y="3860316"/>
                  </a:lnTo>
                  <a:lnTo>
                    <a:pt x="3594247" y="3801982"/>
                  </a:lnTo>
                  <a:lnTo>
                    <a:pt x="3634892" y="3746617"/>
                  </a:lnTo>
                  <a:lnTo>
                    <a:pt x="3675733" y="3694478"/>
                  </a:lnTo>
                  <a:lnTo>
                    <a:pt x="3716956" y="3645723"/>
                  </a:lnTo>
                  <a:lnTo>
                    <a:pt x="3758815" y="3600419"/>
                  </a:lnTo>
                  <a:lnTo>
                    <a:pt x="3801638" y="3558551"/>
                  </a:lnTo>
                  <a:lnTo>
                    <a:pt x="3829811" y="3533459"/>
                  </a:lnTo>
                  <a:lnTo>
                    <a:pt x="3876789" y="3495852"/>
                  </a:lnTo>
                  <a:lnTo>
                    <a:pt x="3926219" y="3461785"/>
                  </a:lnTo>
                  <a:lnTo>
                    <a:pt x="3978836" y="3431103"/>
                  </a:lnTo>
                  <a:lnTo>
                    <a:pt x="4035446" y="3403528"/>
                  </a:lnTo>
                  <a:lnTo>
                    <a:pt x="4096871" y="3378739"/>
                  </a:lnTo>
                  <a:lnTo>
                    <a:pt x="4163899" y="3356416"/>
                  </a:lnTo>
                  <a:lnTo>
                    <a:pt x="4237211" y="3336270"/>
                  </a:lnTo>
                  <a:lnTo>
                    <a:pt x="4317281" y="3318055"/>
                  </a:lnTo>
                  <a:lnTo>
                    <a:pt x="4404246" y="3301582"/>
                  </a:lnTo>
                  <a:lnTo>
                    <a:pt x="4497742" y="3286717"/>
                  </a:lnTo>
                  <a:lnTo>
                    <a:pt x="4596724" y="3273383"/>
                  </a:lnTo>
                  <a:lnTo>
                    <a:pt x="4699300" y="3261559"/>
                  </a:lnTo>
                  <a:lnTo>
                    <a:pt x="4802651" y="3251259"/>
                  </a:lnTo>
                  <a:lnTo>
                    <a:pt x="4903107" y="3242517"/>
                  </a:lnTo>
                  <a:lnTo>
                    <a:pt x="4996454" y="3235361"/>
                  </a:lnTo>
                  <a:lnTo>
                    <a:pt x="5078480" y="3229775"/>
                  </a:lnTo>
                  <a:lnTo>
                    <a:pt x="5145693" y="3225682"/>
                  </a:lnTo>
                  <a:lnTo>
                    <a:pt x="5196016" y="3222926"/>
                  </a:lnTo>
                  <a:lnTo>
                    <a:pt x="5229285" y="3221280"/>
                  </a:lnTo>
                  <a:lnTo>
                    <a:pt x="5247391" y="3220468"/>
                  </a:lnTo>
                  <a:lnTo>
                    <a:pt x="5254135" y="3220192"/>
                  </a:lnTo>
                  <a:lnTo>
                    <a:pt x="5254955" y="3220161"/>
                  </a:lnTo>
                  <a:lnTo>
                    <a:pt x="6726343" y="3220161"/>
                  </a:lnTo>
                  <a:lnTo>
                    <a:pt x="6727465" y="3220088"/>
                  </a:lnTo>
                  <a:lnTo>
                    <a:pt x="6734848" y="3219567"/>
                  </a:lnTo>
                  <a:lnTo>
                    <a:pt x="6753466" y="3218127"/>
                  </a:lnTo>
                  <a:lnTo>
                    <a:pt x="6786772" y="3215291"/>
                  </a:lnTo>
                  <a:lnTo>
                    <a:pt x="6836456" y="3210619"/>
                  </a:lnTo>
                  <a:lnTo>
                    <a:pt x="6902313" y="3203747"/>
                  </a:lnTo>
                  <a:lnTo>
                    <a:pt x="6982387" y="3194425"/>
                  </a:lnTo>
                  <a:lnTo>
                    <a:pt x="7073417" y="3182527"/>
                  </a:lnTo>
                  <a:lnTo>
                    <a:pt x="7171462" y="3168026"/>
                  </a:lnTo>
                  <a:lnTo>
                    <a:pt x="7272550" y="3150963"/>
                  </a:lnTo>
                  <a:lnTo>
                    <a:pt x="7373182" y="3131393"/>
                  </a:lnTo>
                  <a:lnTo>
                    <a:pt x="7470626" y="3109347"/>
                  </a:lnTo>
                  <a:lnTo>
                    <a:pt x="7563004" y="3084796"/>
                  </a:lnTo>
                  <a:lnTo>
                    <a:pt x="7649228" y="3057631"/>
                  </a:lnTo>
                  <a:lnTo>
                    <a:pt x="7728866" y="3027655"/>
                  </a:lnTo>
                  <a:lnTo>
                    <a:pt x="7801971" y="2994576"/>
                  </a:lnTo>
                  <a:lnTo>
                    <a:pt x="7868935" y="2958020"/>
                  </a:lnTo>
                  <a:lnTo>
                    <a:pt x="7930361" y="2917535"/>
                  </a:lnTo>
                  <a:lnTo>
                    <a:pt x="7986970" y="2872616"/>
                  </a:lnTo>
                  <a:lnTo>
                    <a:pt x="8039532" y="2822742"/>
                  </a:lnTo>
                  <a:lnTo>
                    <a:pt x="8088811" y="2767436"/>
                  </a:lnTo>
                  <a:lnTo>
                    <a:pt x="8135524" y="2706368"/>
                  </a:lnTo>
                  <a:lnTo>
                    <a:pt x="8151487" y="2683467"/>
                  </a:lnTo>
                  <a:lnTo>
                    <a:pt x="8187259" y="2628323"/>
                  </a:lnTo>
                  <a:lnTo>
                    <a:pt x="8222162" y="2569327"/>
                  </a:lnTo>
                  <a:lnTo>
                    <a:pt x="8256422" y="2506401"/>
                  </a:lnTo>
                  <a:lnTo>
                    <a:pt x="8290222" y="2439523"/>
                  </a:lnTo>
                  <a:lnTo>
                    <a:pt x="8323711" y="2368731"/>
                  </a:lnTo>
                  <a:lnTo>
                    <a:pt x="8357005" y="2294134"/>
                  </a:lnTo>
                  <a:lnTo>
                    <a:pt x="8390196" y="2215911"/>
                  </a:lnTo>
                  <a:lnTo>
                    <a:pt x="8423349" y="2134315"/>
                  </a:lnTo>
                  <a:lnTo>
                    <a:pt x="8456511" y="2049675"/>
                  </a:lnTo>
                  <a:lnTo>
                    <a:pt x="8489710" y="1962386"/>
                  </a:lnTo>
                  <a:lnTo>
                    <a:pt x="8522955" y="1872912"/>
                  </a:lnTo>
                  <a:lnTo>
                    <a:pt x="8556246" y="1781769"/>
                  </a:lnTo>
                  <a:lnTo>
                    <a:pt x="8589571" y="1689519"/>
                  </a:lnTo>
                  <a:lnTo>
                    <a:pt x="8622915" y="1596751"/>
                  </a:lnTo>
                  <a:lnTo>
                    <a:pt x="8656255" y="1504070"/>
                  </a:lnTo>
                  <a:lnTo>
                    <a:pt x="8689572" y="1412078"/>
                  </a:lnTo>
                  <a:lnTo>
                    <a:pt x="8722851" y="1321359"/>
                  </a:lnTo>
                  <a:lnTo>
                    <a:pt x="8756082" y="1232462"/>
                  </a:lnTo>
                  <a:lnTo>
                    <a:pt x="8789268" y="1145889"/>
                  </a:lnTo>
                  <a:lnTo>
                    <a:pt x="8822424" y="1062085"/>
                  </a:lnTo>
                  <a:lnTo>
                    <a:pt x="8855583" y="981428"/>
                  </a:lnTo>
                  <a:lnTo>
                    <a:pt x="8888796" y="904224"/>
                  </a:lnTo>
                  <a:lnTo>
                    <a:pt x="8922135" y="830704"/>
                  </a:lnTo>
                  <a:lnTo>
                    <a:pt x="8955700" y="761028"/>
                  </a:lnTo>
                  <a:lnTo>
                    <a:pt x="8989615" y="695283"/>
                  </a:lnTo>
                  <a:lnTo>
                    <a:pt x="9024039" y="633491"/>
                  </a:lnTo>
                  <a:lnTo>
                    <a:pt x="9059167" y="575611"/>
                  </a:lnTo>
                  <a:lnTo>
                    <a:pt x="9084767" y="536693"/>
                  </a:lnTo>
                  <a:lnTo>
                    <a:pt x="9130729" y="473568"/>
                  </a:lnTo>
                  <a:lnTo>
                    <a:pt x="9179027" y="416258"/>
                  </a:lnTo>
                  <a:lnTo>
                    <a:pt x="9230347" y="364520"/>
                  </a:lnTo>
                  <a:lnTo>
                    <a:pt x="9285442" y="317915"/>
                  </a:lnTo>
                  <a:lnTo>
                    <a:pt x="9345085" y="275928"/>
                  </a:lnTo>
                  <a:lnTo>
                    <a:pt x="9410021" y="238043"/>
                  </a:lnTo>
                  <a:lnTo>
                    <a:pt x="9480905" y="203786"/>
                  </a:lnTo>
                  <a:lnTo>
                    <a:pt x="9558215" y="172754"/>
                  </a:lnTo>
                  <a:lnTo>
                    <a:pt x="9642140" y="144626"/>
                  </a:lnTo>
                  <a:lnTo>
                    <a:pt x="9732438" y="119171"/>
                  </a:lnTo>
                  <a:lnTo>
                    <a:pt x="9828268" y="96250"/>
                  </a:lnTo>
                  <a:lnTo>
                    <a:pt x="9928045" y="75807"/>
                  </a:lnTo>
                  <a:lnTo>
                    <a:pt x="10029337" y="57855"/>
                  </a:lnTo>
                  <a:lnTo>
                    <a:pt x="10128891" y="42446"/>
                  </a:lnTo>
                  <a:lnTo>
                    <a:pt x="10222856" y="29629"/>
                  </a:lnTo>
                  <a:lnTo>
                    <a:pt x="10307210" y="19409"/>
                  </a:lnTo>
                  <a:lnTo>
                    <a:pt x="10378377" y="11696"/>
                  </a:lnTo>
                  <a:lnTo>
                    <a:pt x="10433878" y="6285"/>
                  </a:lnTo>
                  <a:lnTo>
                    <a:pt x="10472858" y="2849"/>
                  </a:lnTo>
                  <a:lnTo>
                    <a:pt x="10496341" y="971"/>
                  </a:lnTo>
                  <a:lnTo>
                    <a:pt x="10507187" y="181"/>
                  </a:lnTo>
                  <a:lnTo>
                    <a:pt x="10509860" y="3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83" name="pl2083"/>
            <p:cNvSpPr/>
            <p:nvPr/>
          </p:nvSpPr>
          <p:spPr>
            <a:xfrm>
              <a:off x="4799595" y="5870627"/>
              <a:ext cx="11981298" cy="5099950"/>
            </a:xfrm>
            <a:custGeom>
              <a:avLst/>
              <a:pathLst>
                <a:path w="11981298" h="5099950">
                  <a:moveTo>
                    <a:pt x="11981298" y="0"/>
                  </a:moveTo>
                  <a:lnTo>
                    <a:pt x="10509911" y="0"/>
                  </a:lnTo>
                  <a:lnTo>
                    <a:pt x="10508788" y="73"/>
                  </a:lnTo>
                  <a:lnTo>
                    <a:pt x="10501405" y="594"/>
                  </a:lnTo>
                  <a:lnTo>
                    <a:pt x="10482788" y="2034"/>
                  </a:lnTo>
                  <a:lnTo>
                    <a:pt x="10449481" y="4869"/>
                  </a:lnTo>
                  <a:lnTo>
                    <a:pt x="10399797" y="9542"/>
                  </a:lnTo>
                  <a:lnTo>
                    <a:pt x="10333940" y="16414"/>
                  </a:lnTo>
                  <a:lnTo>
                    <a:pt x="10253866" y="25735"/>
                  </a:lnTo>
                  <a:lnTo>
                    <a:pt x="10162836" y="37633"/>
                  </a:lnTo>
                  <a:lnTo>
                    <a:pt x="10064791" y="52134"/>
                  </a:lnTo>
                  <a:lnTo>
                    <a:pt x="9963703" y="69197"/>
                  </a:lnTo>
                  <a:lnTo>
                    <a:pt x="9863071" y="88767"/>
                  </a:lnTo>
                  <a:lnTo>
                    <a:pt x="9765627" y="110813"/>
                  </a:lnTo>
                  <a:lnTo>
                    <a:pt x="9673250" y="135364"/>
                  </a:lnTo>
                  <a:lnTo>
                    <a:pt x="9587025" y="162529"/>
                  </a:lnTo>
                  <a:lnTo>
                    <a:pt x="9507387" y="192506"/>
                  </a:lnTo>
                  <a:lnTo>
                    <a:pt x="9434282" y="225584"/>
                  </a:lnTo>
                  <a:lnTo>
                    <a:pt x="9367319" y="262141"/>
                  </a:lnTo>
                  <a:lnTo>
                    <a:pt x="9305893" y="302626"/>
                  </a:lnTo>
                  <a:lnTo>
                    <a:pt x="9249283" y="347544"/>
                  </a:lnTo>
                  <a:lnTo>
                    <a:pt x="9196722" y="397418"/>
                  </a:lnTo>
                  <a:lnTo>
                    <a:pt x="9147442" y="452724"/>
                  </a:lnTo>
                  <a:lnTo>
                    <a:pt x="9100729" y="513792"/>
                  </a:lnTo>
                  <a:lnTo>
                    <a:pt x="9084767" y="536693"/>
                  </a:lnTo>
                  <a:lnTo>
                    <a:pt x="9048994" y="591837"/>
                  </a:lnTo>
                  <a:lnTo>
                    <a:pt x="9014091" y="650833"/>
                  </a:lnTo>
                  <a:lnTo>
                    <a:pt x="8979831" y="713759"/>
                  </a:lnTo>
                  <a:lnTo>
                    <a:pt x="8946031" y="780638"/>
                  </a:lnTo>
                  <a:lnTo>
                    <a:pt x="8912542" y="851430"/>
                  </a:lnTo>
                  <a:lnTo>
                    <a:pt x="8879248" y="926027"/>
                  </a:lnTo>
                  <a:lnTo>
                    <a:pt x="8846058" y="1004250"/>
                  </a:lnTo>
                  <a:lnTo>
                    <a:pt x="8812904" y="1085845"/>
                  </a:lnTo>
                  <a:lnTo>
                    <a:pt x="8779742" y="1170486"/>
                  </a:lnTo>
                  <a:lnTo>
                    <a:pt x="8746544" y="1257774"/>
                  </a:lnTo>
                  <a:lnTo>
                    <a:pt x="8713299" y="1347248"/>
                  </a:lnTo>
                  <a:lnTo>
                    <a:pt x="8680008" y="1438391"/>
                  </a:lnTo>
                  <a:lnTo>
                    <a:pt x="8646682" y="1530642"/>
                  </a:lnTo>
                  <a:lnTo>
                    <a:pt x="8613339" y="1623409"/>
                  </a:lnTo>
                  <a:lnTo>
                    <a:pt x="8579998" y="1716090"/>
                  </a:lnTo>
                  <a:lnTo>
                    <a:pt x="8546681" y="1808082"/>
                  </a:lnTo>
                  <a:lnTo>
                    <a:pt x="8513402" y="1898802"/>
                  </a:lnTo>
                  <a:lnTo>
                    <a:pt x="8480171" y="1987699"/>
                  </a:lnTo>
                  <a:lnTo>
                    <a:pt x="8446985" y="2074271"/>
                  </a:lnTo>
                  <a:lnTo>
                    <a:pt x="8413829" y="2158075"/>
                  </a:lnTo>
                  <a:lnTo>
                    <a:pt x="8380670" y="2238732"/>
                  </a:lnTo>
                  <a:lnTo>
                    <a:pt x="8347458" y="2315937"/>
                  </a:lnTo>
                  <a:lnTo>
                    <a:pt x="8314118" y="2389456"/>
                  </a:lnTo>
                  <a:lnTo>
                    <a:pt x="8280554" y="2459132"/>
                  </a:lnTo>
                  <a:lnTo>
                    <a:pt x="8246638" y="2524877"/>
                  </a:lnTo>
                  <a:lnTo>
                    <a:pt x="8212214" y="2586670"/>
                  </a:lnTo>
                  <a:lnTo>
                    <a:pt x="8177086" y="2644549"/>
                  </a:lnTo>
                  <a:lnTo>
                    <a:pt x="8151487" y="2683467"/>
                  </a:lnTo>
                  <a:lnTo>
                    <a:pt x="8105524" y="2746592"/>
                  </a:lnTo>
                  <a:lnTo>
                    <a:pt x="8057226" y="2803902"/>
                  </a:lnTo>
                  <a:lnTo>
                    <a:pt x="8005907" y="2855640"/>
                  </a:lnTo>
                  <a:lnTo>
                    <a:pt x="7950812" y="2902245"/>
                  </a:lnTo>
                  <a:lnTo>
                    <a:pt x="7891168" y="2944232"/>
                  </a:lnTo>
                  <a:lnTo>
                    <a:pt x="7826232" y="2982117"/>
                  </a:lnTo>
                  <a:lnTo>
                    <a:pt x="7755348" y="3016374"/>
                  </a:lnTo>
                  <a:lnTo>
                    <a:pt x="7678038" y="3047406"/>
                  </a:lnTo>
                  <a:lnTo>
                    <a:pt x="7594113" y="3075534"/>
                  </a:lnTo>
                  <a:lnTo>
                    <a:pt x="7503816" y="3100989"/>
                  </a:lnTo>
                  <a:lnTo>
                    <a:pt x="7407985" y="3123910"/>
                  </a:lnTo>
                  <a:lnTo>
                    <a:pt x="7308208" y="3144353"/>
                  </a:lnTo>
                  <a:lnTo>
                    <a:pt x="7206917" y="3162305"/>
                  </a:lnTo>
                  <a:lnTo>
                    <a:pt x="7107362" y="3177715"/>
                  </a:lnTo>
                  <a:lnTo>
                    <a:pt x="7013398" y="3190531"/>
                  </a:lnTo>
                  <a:lnTo>
                    <a:pt x="6929043" y="3200752"/>
                  </a:lnTo>
                  <a:lnTo>
                    <a:pt x="6857876" y="3208464"/>
                  </a:lnTo>
                  <a:lnTo>
                    <a:pt x="6802376" y="3213876"/>
                  </a:lnTo>
                  <a:lnTo>
                    <a:pt x="6763396" y="3217311"/>
                  </a:lnTo>
                  <a:lnTo>
                    <a:pt x="6739912" y="3219189"/>
                  </a:lnTo>
                  <a:lnTo>
                    <a:pt x="6729066" y="3219979"/>
                  </a:lnTo>
                  <a:lnTo>
                    <a:pt x="6726393" y="3220158"/>
                  </a:lnTo>
                  <a:lnTo>
                    <a:pt x="6726343" y="3220161"/>
                  </a:lnTo>
                  <a:lnTo>
                    <a:pt x="5254955" y="3220161"/>
                  </a:lnTo>
                  <a:lnTo>
                    <a:pt x="5253760" y="3220206"/>
                  </a:lnTo>
                  <a:lnTo>
                    <a:pt x="5245909" y="3220531"/>
                  </a:lnTo>
                  <a:lnTo>
                    <a:pt x="5226148" y="3221428"/>
                  </a:lnTo>
                  <a:lnTo>
                    <a:pt x="5190891" y="3223193"/>
                  </a:lnTo>
                  <a:lnTo>
                    <a:pt x="5138491" y="3226099"/>
                  </a:lnTo>
                  <a:lnTo>
                    <a:pt x="5069356" y="3230365"/>
                  </a:lnTo>
                  <a:lnTo>
                    <a:pt x="4985765" y="3236136"/>
                  </a:lnTo>
                  <a:lnTo>
                    <a:pt x="4891337" y="3243483"/>
                  </a:lnTo>
                  <a:lnTo>
                    <a:pt x="4790317" y="3252414"/>
                  </a:lnTo>
                  <a:lnTo>
                    <a:pt x="4686880" y="3262899"/>
                  </a:lnTo>
                  <a:lnTo>
                    <a:pt x="4584605" y="3274904"/>
                  </a:lnTo>
                  <a:lnTo>
                    <a:pt x="4486200" y="3288419"/>
                  </a:lnTo>
                  <a:lnTo>
                    <a:pt x="4393447" y="3303473"/>
                  </a:lnTo>
                  <a:lnTo>
                    <a:pt x="4307302" y="3320147"/>
                  </a:lnTo>
                  <a:lnTo>
                    <a:pt x="4228059" y="3338582"/>
                  </a:lnTo>
                  <a:lnTo>
                    <a:pt x="4155532" y="3358976"/>
                  </a:lnTo>
                  <a:lnTo>
                    <a:pt x="4089215" y="3381579"/>
                  </a:lnTo>
                  <a:lnTo>
                    <a:pt x="4028411" y="3406685"/>
                  </a:lnTo>
                  <a:lnTo>
                    <a:pt x="3972325" y="3434616"/>
                  </a:lnTo>
                  <a:lnTo>
                    <a:pt x="3920132" y="3465692"/>
                  </a:lnTo>
                  <a:lnTo>
                    <a:pt x="3871033" y="3500179"/>
                  </a:lnTo>
                  <a:lnTo>
                    <a:pt x="3829811" y="3533459"/>
                  </a:lnTo>
                  <a:lnTo>
                    <a:pt x="3786154" y="3573166"/>
                  </a:lnTo>
                  <a:lnTo>
                    <a:pt x="3743721" y="3616259"/>
                  </a:lnTo>
                  <a:lnTo>
                    <a:pt x="3702123" y="3662802"/>
                  </a:lnTo>
                  <a:lnTo>
                    <a:pt x="3661062" y="3712782"/>
                  </a:lnTo>
                  <a:lnTo>
                    <a:pt x="3620309" y="3766101"/>
                  </a:lnTo>
                  <a:lnTo>
                    <a:pt x="3579700" y="3822564"/>
                  </a:lnTo>
                  <a:lnTo>
                    <a:pt x="3539120" y="3881883"/>
                  </a:lnTo>
                  <a:lnTo>
                    <a:pt x="3498503" y="3943673"/>
                  </a:lnTo>
                  <a:lnTo>
                    <a:pt x="3457817" y="4007460"/>
                  </a:lnTo>
                  <a:lnTo>
                    <a:pt x="3417064" y="4072698"/>
                  </a:lnTo>
                  <a:lnTo>
                    <a:pt x="3376264" y="4138781"/>
                  </a:lnTo>
                  <a:lnTo>
                    <a:pt x="3335452" y="4205073"/>
                  </a:lnTo>
                  <a:lnTo>
                    <a:pt x="3294665" y="4270925"/>
                  </a:lnTo>
                  <a:lnTo>
                    <a:pt x="3253934" y="4335710"/>
                  </a:lnTo>
                  <a:lnTo>
                    <a:pt x="3213275" y="4398841"/>
                  </a:lnTo>
                  <a:lnTo>
                    <a:pt x="3172676" y="4459795"/>
                  </a:lnTo>
                  <a:lnTo>
                    <a:pt x="3132095" y="4518130"/>
                  </a:lnTo>
                  <a:lnTo>
                    <a:pt x="3091450" y="4573494"/>
                  </a:lnTo>
                  <a:lnTo>
                    <a:pt x="3050610" y="4625634"/>
                  </a:lnTo>
                  <a:lnTo>
                    <a:pt x="3009386" y="4674389"/>
                  </a:lnTo>
                  <a:lnTo>
                    <a:pt x="2967527" y="4719692"/>
                  </a:lnTo>
                  <a:lnTo>
                    <a:pt x="2924704" y="4761561"/>
                  </a:lnTo>
                  <a:lnTo>
                    <a:pt x="2896531" y="4786652"/>
                  </a:lnTo>
                  <a:lnTo>
                    <a:pt x="2849553" y="4824259"/>
                  </a:lnTo>
                  <a:lnTo>
                    <a:pt x="2800123" y="4858326"/>
                  </a:lnTo>
                  <a:lnTo>
                    <a:pt x="2747506" y="4889009"/>
                  </a:lnTo>
                  <a:lnTo>
                    <a:pt x="2690896" y="4916583"/>
                  </a:lnTo>
                  <a:lnTo>
                    <a:pt x="2629472" y="4941372"/>
                  </a:lnTo>
                  <a:lnTo>
                    <a:pt x="2562443" y="4963695"/>
                  </a:lnTo>
                  <a:lnTo>
                    <a:pt x="2489131" y="4983841"/>
                  </a:lnTo>
                  <a:lnTo>
                    <a:pt x="2409062" y="5002056"/>
                  </a:lnTo>
                  <a:lnTo>
                    <a:pt x="2322097" y="5018529"/>
                  </a:lnTo>
                  <a:lnTo>
                    <a:pt x="2228600" y="5033395"/>
                  </a:lnTo>
                  <a:lnTo>
                    <a:pt x="2129618" y="5046728"/>
                  </a:lnTo>
                  <a:lnTo>
                    <a:pt x="2027042" y="5058552"/>
                  </a:lnTo>
                  <a:lnTo>
                    <a:pt x="1923691" y="5068852"/>
                  </a:lnTo>
                  <a:lnTo>
                    <a:pt x="1823235" y="5077594"/>
                  </a:lnTo>
                  <a:lnTo>
                    <a:pt x="1729888" y="5084751"/>
                  </a:lnTo>
                  <a:lnTo>
                    <a:pt x="1647862" y="5090336"/>
                  </a:lnTo>
                  <a:lnTo>
                    <a:pt x="1580650" y="5094429"/>
                  </a:lnTo>
                  <a:lnTo>
                    <a:pt x="1530326" y="5097185"/>
                  </a:lnTo>
                  <a:lnTo>
                    <a:pt x="1497057" y="5098831"/>
                  </a:lnTo>
                  <a:lnTo>
                    <a:pt x="1478951" y="5099644"/>
                  </a:lnTo>
                  <a:lnTo>
                    <a:pt x="1472207" y="5099920"/>
                  </a:lnTo>
                  <a:lnTo>
                    <a:pt x="1471387" y="5099950"/>
                  </a:lnTo>
                  <a:lnTo>
                    <a:pt x="0" y="509995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84" name="pg2084"/>
            <p:cNvSpPr/>
            <p:nvPr/>
          </p:nvSpPr>
          <p:spPr>
            <a:xfrm>
              <a:off x="4799595" y="6745137"/>
              <a:ext cx="11981298" cy="4241786"/>
            </a:xfrm>
            <a:custGeom>
              <a:avLst/>
              <a:pathLst>
                <a:path w="11981298" h="4241786">
                  <a:moveTo>
                    <a:pt x="0" y="4241786"/>
                  </a:moveTo>
                  <a:lnTo>
                    <a:pt x="1471387" y="4241786"/>
                  </a:lnTo>
                  <a:lnTo>
                    <a:pt x="1472593" y="4241746"/>
                  </a:lnTo>
                  <a:lnTo>
                    <a:pt x="1480510" y="4241463"/>
                  </a:lnTo>
                  <a:lnTo>
                    <a:pt x="1500432" y="4240680"/>
                  </a:lnTo>
                  <a:lnTo>
                    <a:pt x="1535962" y="4239139"/>
                  </a:lnTo>
                  <a:lnTo>
                    <a:pt x="1588743" y="4236603"/>
                  </a:lnTo>
                  <a:lnTo>
                    <a:pt x="1658334" y="4232881"/>
                  </a:lnTo>
                  <a:lnTo>
                    <a:pt x="1742411" y="4227847"/>
                  </a:lnTo>
                  <a:lnTo>
                    <a:pt x="1837306" y="4221442"/>
                  </a:lnTo>
                  <a:lnTo>
                    <a:pt x="1938729" y="4213659"/>
                  </a:lnTo>
                  <a:lnTo>
                    <a:pt x="2042479" y="4204523"/>
                  </a:lnTo>
                  <a:lnTo>
                    <a:pt x="2144968" y="4194065"/>
                  </a:lnTo>
                  <a:lnTo>
                    <a:pt x="2243494" y="4182294"/>
                  </a:lnTo>
                  <a:lnTo>
                    <a:pt x="2336288" y="4169182"/>
                  </a:lnTo>
                  <a:lnTo>
                    <a:pt x="2422413" y="4154655"/>
                  </a:lnTo>
                  <a:lnTo>
                    <a:pt x="2501596" y="4138590"/>
                  </a:lnTo>
                  <a:lnTo>
                    <a:pt x="2574041" y="4120812"/>
                  </a:lnTo>
                  <a:lnTo>
                    <a:pt x="2640268" y="4101100"/>
                  </a:lnTo>
                  <a:lnTo>
                    <a:pt x="2700988" y="4079196"/>
                  </a:lnTo>
                  <a:lnTo>
                    <a:pt x="2757006" y="4054818"/>
                  </a:lnTo>
                  <a:lnTo>
                    <a:pt x="2809154" y="4027689"/>
                  </a:lnTo>
                  <a:lnTo>
                    <a:pt x="2858234" y="3997581"/>
                  </a:lnTo>
                  <a:lnTo>
                    <a:pt x="2896531" y="3970715"/>
                  </a:lnTo>
                  <a:lnTo>
                    <a:pt x="2942124" y="3934742"/>
                  </a:lnTo>
                  <a:lnTo>
                    <a:pt x="2986402" y="3895567"/>
                  </a:lnTo>
                  <a:lnTo>
                    <a:pt x="3029799" y="3853129"/>
                  </a:lnTo>
                  <a:lnTo>
                    <a:pt x="3072647" y="3807451"/>
                  </a:lnTo>
                  <a:lnTo>
                    <a:pt x="3115195" y="3758646"/>
                  </a:lnTo>
                  <a:lnTo>
                    <a:pt x="3157619" y="3706923"/>
                  </a:lnTo>
                  <a:lnTo>
                    <a:pt x="3200034" y="3652593"/>
                  </a:lnTo>
                  <a:lnTo>
                    <a:pt x="3242506" y="3596060"/>
                  </a:lnTo>
                  <a:lnTo>
                    <a:pt x="3285054" y="3537820"/>
                  </a:lnTo>
                  <a:lnTo>
                    <a:pt x="3327669" y="3478436"/>
                  </a:lnTo>
                  <a:lnTo>
                    <a:pt x="3370319" y="3418522"/>
                  </a:lnTo>
                  <a:lnTo>
                    <a:pt x="3412962" y="3358715"/>
                  </a:lnTo>
                  <a:lnTo>
                    <a:pt x="3455558" y="3299648"/>
                  </a:lnTo>
                  <a:lnTo>
                    <a:pt x="3498080" y="3241920"/>
                  </a:lnTo>
                  <a:lnTo>
                    <a:pt x="3540528" y="3186074"/>
                  </a:lnTo>
                  <a:lnTo>
                    <a:pt x="3582937" y="3132577"/>
                  </a:lnTo>
                  <a:lnTo>
                    <a:pt x="3625387" y="3081803"/>
                  </a:lnTo>
                  <a:lnTo>
                    <a:pt x="3668013" y="3034027"/>
                  </a:lnTo>
                  <a:lnTo>
                    <a:pt x="3711013" y="2989428"/>
                  </a:lnTo>
                  <a:lnTo>
                    <a:pt x="3754664" y="2948085"/>
                  </a:lnTo>
                  <a:lnTo>
                    <a:pt x="3799328" y="2909994"/>
                  </a:lnTo>
                  <a:lnTo>
                    <a:pt x="3829811" y="2886430"/>
                  </a:lnTo>
                  <a:lnTo>
                    <a:pt x="3876930" y="2853801"/>
                  </a:lnTo>
                  <a:lnTo>
                    <a:pt x="3926516" y="2824253"/>
                  </a:lnTo>
                  <a:lnTo>
                    <a:pt x="3979314" y="2797649"/>
                  </a:lnTo>
                  <a:lnTo>
                    <a:pt x="4036133" y="2773748"/>
                  </a:lnTo>
                  <a:lnTo>
                    <a:pt x="4097807" y="2752267"/>
                  </a:lnTo>
                  <a:lnTo>
                    <a:pt x="4165127" y="2732929"/>
                  </a:lnTo>
                  <a:lnTo>
                    <a:pt x="4238778" y="2715480"/>
                  </a:lnTo>
                  <a:lnTo>
                    <a:pt x="4319233" y="2699710"/>
                  </a:lnTo>
                  <a:lnTo>
                    <a:pt x="4406621" y="2685451"/>
                  </a:lnTo>
                  <a:lnTo>
                    <a:pt x="4500560" y="2672589"/>
                  </a:lnTo>
                  <a:lnTo>
                    <a:pt x="4599974" y="2661059"/>
                  </a:lnTo>
                  <a:lnTo>
                    <a:pt x="4702926" y="2650843"/>
                  </a:lnTo>
                  <a:lnTo>
                    <a:pt x="4806541" y="2641954"/>
                  </a:lnTo>
                  <a:lnTo>
                    <a:pt x="4907090" y="2634422"/>
                  </a:lnTo>
                  <a:lnTo>
                    <a:pt x="5000311" y="2628270"/>
                  </a:lnTo>
                  <a:lnTo>
                    <a:pt x="5081971" y="2623484"/>
                  </a:lnTo>
                  <a:lnTo>
                    <a:pt x="5148597" y="2619992"/>
                  </a:lnTo>
                  <a:lnTo>
                    <a:pt x="5198181" y="2617655"/>
                  </a:lnTo>
                  <a:lnTo>
                    <a:pt x="5230659" y="2616272"/>
                  </a:lnTo>
                  <a:lnTo>
                    <a:pt x="5248052" y="2615600"/>
                  </a:lnTo>
                  <a:lnTo>
                    <a:pt x="5254292" y="2615381"/>
                  </a:lnTo>
                  <a:lnTo>
                    <a:pt x="5254955" y="2615359"/>
                  </a:lnTo>
                  <a:lnTo>
                    <a:pt x="6726343" y="2615359"/>
                  </a:lnTo>
                  <a:lnTo>
                    <a:pt x="6727502" y="2615298"/>
                  </a:lnTo>
                  <a:lnTo>
                    <a:pt x="6735121" y="2614862"/>
                  </a:lnTo>
                  <a:lnTo>
                    <a:pt x="6754316" y="2613656"/>
                  </a:lnTo>
                  <a:lnTo>
                    <a:pt x="6788607" y="2611284"/>
                  </a:lnTo>
                  <a:lnTo>
                    <a:pt x="6839667" y="2607376"/>
                  </a:lnTo>
                  <a:lnTo>
                    <a:pt x="6907186" y="2601634"/>
                  </a:lnTo>
                  <a:lnTo>
                    <a:pt x="6989050" y="2593856"/>
                  </a:lnTo>
                  <a:lnTo>
                    <a:pt x="7081817" y="2583941"/>
                  </a:lnTo>
                  <a:lnTo>
                    <a:pt x="7181389" y="2571874"/>
                  </a:lnTo>
                  <a:lnTo>
                    <a:pt x="7283690" y="2557690"/>
                  </a:lnTo>
                  <a:lnTo>
                    <a:pt x="7385179" y="2541437"/>
                  </a:lnTo>
                  <a:lnTo>
                    <a:pt x="7483132" y="2523135"/>
                  </a:lnTo>
                  <a:lnTo>
                    <a:pt x="7575718" y="2502752"/>
                  </a:lnTo>
                  <a:lnTo>
                    <a:pt x="7661916" y="2480186"/>
                  </a:lnTo>
                  <a:lnTo>
                    <a:pt x="7741362" y="2455262"/>
                  </a:lnTo>
                  <a:lnTo>
                    <a:pt x="7814178" y="2427724"/>
                  </a:lnTo>
                  <a:lnTo>
                    <a:pt x="7880813" y="2397246"/>
                  </a:lnTo>
                  <a:lnTo>
                    <a:pt x="7941919" y="2363442"/>
                  </a:lnTo>
                  <a:lnTo>
                    <a:pt x="7998256" y="2325883"/>
                  </a:lnTo>
                  <a:lnTo>
                    <a:pt x="8050621" y="2284136"/>
                  </a:lnTo>
                  <a:lnTo>
                    <a:pt x="8099797" y="2237820"/>
                  </a:lnTo>
                  <a:lnTo>
                    <a:pt x="8146507" y="2186703"/>
                  </a:lnTo>
                  <a:lnTo>
                    <a:pt x="8151487" y="2180828"/>
                  </a:lnTo>
                  <a:lnTo>
                    <a:pt x="8190407" y="2132044"/>
                  </a:lnTo>
                  <a:lnTo>
                    <a:pt x="8228322" y="2079552"/>
                  </a:lnTo>
                  <a:lnTo>
                    <a:pt x="8265515" y="2023277"/>
                  </a:lnTo>
                  <a:lnTo>
                    <a:pt x="8302212" y="1963209"/>
                  </a:lnTo>
                  <a:lnTo>
                    <a:pt x="8338593" y="1899413"/>
                  </a:lnTo>
                  <a:lnTo>
                    <a:pt x="8374794" y="1832030"/>
                  </a:lnTo>
                  <a:lnTo>
                    <a:pt x="8410918" y="1761287"/>
                  </a:lnTo>
                  <a:lnTo>
                    <a:pt x="8447034" y="1687494"/>
                  </a:lnTo>
                  <a:lnTo>
                    <a:pt x="8483185" y="1611042"/>
                  </a:lnTo>
                  <a:lnTo>
                    <a:pt x="8519391" y="1532399"/>
                  </a:lnTo>
                  <a:lnTo>
                    <a:pt x="8555652" y="1452098"/>
                  </a:lnTo>
                  <a:lnTo>
                    <a:pt x="8591954" y="1370724"/>
                  </a:lnTo>
                  <a:lnTo>
                    <a:pt x="8628274" y="1288895"/>
                  </a:lnTo>
                  <a:lnTo>
                    <a:pt x="8664588" y="1207242"/>
                  </a:lnTo>
                  <a:lnTo>
                    <a:pt x="8700869" y="1126393"/>
                  </a:lnTo>
                  <a:lnTo>
                    <a:pt x="8737100" y="1046950"/>
                  </a:lnTo>
                  <a:lnTo>
                    <a:pt x="8773274" y="969470"/>
                  </a:lnTo>
                  <a:lnTo>
                    <a:pt x="8809402" y="894450"/>
                  </a:lnTo>
                  <a:lnTo>
                    <a:pt x="8845515" y="822318"/>
                  </a:lnTo>
                  <a:lnTo>
                    <a:pt x="8881672" y="753419"/>
                  </a:lnTo>
                  <a:lnTo>
                    <a:pt x="8917959" y="688018"/>
                  </a:lnTo>
                  <a:lnTo>
                    <a:pt x="8954497" y="626293"/>
                  </a:lnTo>
                  <a:lnTo>
                    <a:pt x="8991446" y="568342"/>
                  </a:lnTo>
                  <a:lnTo>
                    <a:pt x="9029011" y="514186"/>
                  </a:lnTo>
                  <a:lnTo>
                    <a:pt x="9067449" y="463779"/>
                  </a:lnTo>
                  <a:lnTo>
                    <a:pt x="9084767" y="442704"/>
                  </a:lnTo>
                  <a:lnTo>
                    <a:pt x="9131246" y="391060"/>
                  </a:lnTo>
                  <a:lnTo>
                    <a:pt x="9180120" y="344226"/>
                  </a:lnTo>
                  <a:lnTo>
                    <a:pt x="9232099" y="301997"/>
                  </a:lnTo>
                  <a:lnTo>
                    <a:pt x="9287963" y="264001"/>
                  </a:lnTo>
                  <a:lnTo>
                    <a:pt x="9348510" y="229808"/>
                  </a:lnTo>
                  <a:lnTo>
                    <a:pt x="9414507" y="198987"/>
                  </a:lnTo>
                  <a:lnTo>
                    <a:pt x="9486621" y="171145"/>
                  </a:lnTo>
                  <a:lnTo>
                    <a:pt x="9565330" y="145949"/>
                  </a:lnTo>
                  <a:lnTo>
                    <a:pt x="9650798" y="123136"/>
                  </a:lnTo>
                  <a:lnTo>
                    <a:pt x="9742722" y="102521"/>
                  </a:lnTo>
                  <a:lnTo>
                    <a:pt x="9840163" y="83994"/>
                  </a:lnTo>
                  <a:lnTo>
                    <a:pt x="9941382" y="67517"/>
                  </a:lnTo>
                  <a:lnTo>
                    <a:pt x="10043754" y="53105"/>
                  </a:lnTo>
                  <a:lnTo>
                    <a:pt x="10143816" y="40804"/>
                  </a:lnTo>
                  <a:lnTo>
                    <a:pt x="10237530" y="30654"/>
                  </a:lnTo>
                  <a:lnTo>
                    <a:pt x="10320770" y="22645"/>
                  </a:lnTo>
                  <a:lnTo>
                    <a:pt x="10389989" y="16689"/>
                  </a:lnTo>
                  <a:lnTo>
                    <a:pt x="10442896" y="12594"/>
                  </a:lnTo>
                  <a:lnTo>
                    <a:pt x="10478973" y="10070"/>
                  </a:lnTo>
                  <a:lnTo>
                    <a:pt x="10499677" y="8757"/>
                  </a:lnTo>
                  <a:lnTo>
                    <a:pt x="10508338" y="8256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8751" y="61"/>
                  </a:lnTo>
                  <a:lnTo>
                    <a:pt x="10501132" y="497"/>
                  </a:lnTo>
                  <a:lnTo>
                    <a:pt x="10481938" y="1702"/>
                  </a:lnTo>
                  <a:lnTo>
                    <a:pt x="10447646" y="4075"/>
                  </a:lnTo>
                  <a:lnTo>
                    <a:pt x="10396587" y="7983"/>
                  </a:lnTo>
                  <a:lnTo>
                    <a:pt x="10329067" y="13724"/>
                  </a:lnTo>
                  <a:lnTo>
                    <a:pt x="10247203" y="21503"/>
                  </a:lnTo>
                  <a:lnTo>
                    <a:pt x="10154437" y="31418"/>
                  </a:lnTo>
                  <a:lnTo>
                    <a:pt x="10054865" y="43485"/>
                  </a:lnTo>
                  <a:lnTo>
                    <a:pt x="9952563" y="57668"/>
                  </a:lnTo>
                  <a:lnTo>
                    <a:pt x="9851075" y="73921"/>
                  </a:lnTo>
                  <a:lnTo>
                    <a:pt x="9753121" y="92224"/>
                  </a:lnTo>
                  <a:lnTo>
                    <a:pt x="9660535" y="112607"/>
                  </a:lnTo>
                  <a:lnTo>
                    <a:pt x="9574337" y="135172"/>
                  </a:lnTo>
                  <a:lnTo>
                    <a:pt x="9494891" y="160097"/>
                  </a:lnTo>
                  <a:lnTo>
                    <a:pt x="9422075" y="187635"/>
                  </a:lnTo>
                  <a:lnTo>
                    <a:pt x="9355440" y="218112"/>
                  </a:lnTo>
                  <a:lnTo>
                    <a:pt x="9294334" y="251916"/>
                  </a:lnTo>
                  <a:lnTo>
                    <a:pt x="9237998" y="289475"/>
                  </a:lnTo>
                  <a:lnTo>
                    <a:pt x="9185633" y="331222"/>
                  </a:lnTo>
                  <a:lnTo>
                    <a:pt x="9136456" y="377539"/>
                  </a:lnTo>
                  <a:lnTo>
                    <a:pt x="9089746" y="428655"/>
                  </a:lnTo>
                  <a:lnTo>
                    <a:pt x="9084767" y="434531"/>
                  </a:lnTo>
                  <a:lnTo>
                    <a:pt x="9045846" y="483315"/>
                  </a:lnTo>
                  <a:lnTo>
                    <a:pt x="9007931" y="535807"/>
                  </a:lnTo>
                  <a:lnTo>
                    <a:pt x="8970739" y="592082"/>
                  </a:lnTo>
                  <a:lnTo>
                    <a:pt x="8934041" y="652149"/>
                  </a:lnTo>
                  <a:lnTo>
                    <a:pt x="8897661" y="715945"/>
                  </a:lnTo>
                  <a:lnTo>
                    <a:pt x="8861459" y="783328"/>
                  </a:lnTo>
                  <a:lnTo>
                    <a:pt x="8825335" y="854071"/>
                  </a:lnTo>
                  <a:lnTo>
                    <a:pt x="8789219" y="927865"/>
                  </a:lnTo>
                  <a:lnTo>
                    <a:pt x="8753068" y="1004317"/>
                  </a:lnTo>
                  <a:lnTo>
                    <a:pt x="8716862" y="1082960"/>
                  </a:lnTo>
                  <a:lnTo>
                    <a:pt x="8680602" y="1163260"/>
                  </a:lnTo>
                  <a:lnTo>
                    <a:pt x="8644300" y="1244634"/>
                  </a:lnTo>
                  <a:lnTo>
                    <a:pt x="8607979" y="1326464"/>
                  </a:lnTo>
                  <a:lnTo>
                    <a:pt x="8571665" y="1408117"/>
                  </a:lnTo>
                  <a:lnTo>
                    <a:pt x="8535384" y="1488965"/>
                  </a:lnTo>
                  <a:lnTo>
                    <a:pt x="8499153" y="1568409"/>
                  </a:lnTo>
                  <a:lnTo>
                    <a:pt x="8462979" y="1645889"/>
                  </a:lnTo>
                  <a:lnTo>
                    <a:pt x="8426852" y="1720909"/>
                  </a:lnTo>
                  <a:lnTo>
                    <a:pt x="8390738" y="1793041"/>
                  </a:lnTo>
                  <a:lnTo>
                    <a:pt x="8354581" y="1861939"/>
                  </a:lnTo>
                  <a:lnTo>
                    <a:pt x="8318294" y="1927340"/>
                  </a:lnTo>
                  <a:lnTo>
                    <a:pt x="8281756" y="1989065"/>
                  </a:lnTo>
                  <a:lnTo>
                    <a:pt x="8244807" y="2047017"/>
                  </a:lnTo>
                  <a:lnTo>
                    <a:pt x="8207242" y="2101173"/>
                  </a:lnTo>
                  <a:lnTo>
                    <a:pt x="8168804" y="2151580"/>
                  </a:lnTo>
                  <a:lnTo>
                    <a:pt x="8151487" y="2172655"/>
                  </a:lnTo>
                  <a:lnTo>
                    <a:pt x="8105007" y="2224299"/>
                  </a:lnTo>
                  <a:lnTo>
                    <a:pt x="8056133" y="2271132"/>
                  </a:lnTo>
                  <a:lnTo>
                    <a:pt x="8004154" y="2313362"/>
                  </a:lnTo>
                  <a:lnTo>
                    <a:pt x="7948290" y="2351357"/>
                  </a:lnTo>
                  <a:lnTo>
                    <a:pt x="7887743" y="2385550"/>
                  </a:lnTo>
                  <a:lnTo>
                    <a:pt x="7821747" y="2416371"/>
                  </a:lnTo>
                  <a:lnTo>
                    <a:pt x="7749632" y="2444213"/>
                  </a:lnTo>
                  <a:lnTo>
                    <a:pt x="7670923" y="2469410"/>
                  </a:lnTo>
                  <a:lnTo>
                    <a:pt x="7585455" y="2492223"/>
                  </a:lnTo>
                  <a:lnTo>
                    <a:pt x="7493531" y="2512838"/>
                  </a:lnTo>
                  <a:lnTo>
                    <a:pt x="7396090" y="2531365"/>
                  </a:lnTo>
                  <a:lnTo>
                    <a:pt x="7294871" y="2547842"/>
                  </a:lnTo>
                  <a:lnTo>
                    <a:pt x="7192500" y="2562253"/>
                  </a:lnTo>
                  <a:lnTo>
                    <a:pt x="7092437" y="2574554"/>
                  </a:lnTo>
                  <a:lnTo>
                    <a:pt x="6998723" y="2584705"/>
                  </a:lnTo>
                  <a:lnTo>
                    <a:pt x="6915483" y="2592713"/>
                  </a:lnTo>
                  <a:lnTo>
                    <a:pt x="6846265" y="2598669"/>
                  </a:lnTo>
                  <a:lnTo>
                    <a:pt x="6793357" y="2602765"/>
                  </a:lnTo>
                  <a:lnTo>
                    <a:pt x="6757280" y="2605288"/>
                  </a:lnTo>
                  <a:lnTo>
                    <a:pt x="6736576" y="2606602"/>
                  </a:lnTo>
                  <a:lnTo>
                    <a:pt x="6727915" y="2607102"/>
                  </a:lnTo>
                  <a:lnTo>
                    <a:pt x="6726343" y="2607186"/>
                  </a:lnTo>
                  <a:lnTo>
                    <a:pt x="5254955" y="2607186"/>
                  </a:lnTo>
                  <a:lnTo>
                    <a:pt x="5253749" y="2607226"/>
                  </a:lnTo>
                  <a:lnTo>
                    <a:pt x="5245832" y="2607509"/>
                  </a:lnTo>
                  <a:lnTo>
                    <a:pt x="5225910" y="2608292"/>
                  </a:lnTo>
                  <a:lnTo>
                    <a:pt x="5190380" y="2609833"/>
                  </a:lnTo>
                  <a:lnTo>
                    <a:pt x="5137599" y="2612369"/>
                  </a:lnTo>
                  <a:lnTo>
                    <a:pt x="5068008" y="2616090"/>
                  </a:lnTo>
                  <a:lnTo>
                    <a:pt x="4983931" y="2621124"/>
                  </a:lnTo>
                  <a:lnTo>
                    <a:pt x="4889036" y="2627530"/>
                  </a:lnTo>
                  <a:lnTo>
                    <a:pt x="4787613" y="2635313"/>
                  </a:lnTo>
                  <a:lnTo>
                    <a:pt x="4683863" y="2644448"/>
                  </a:lnTo>
                  <a:lnTo>
                    <a:pt x="4581374" y="2654906"/>
                  </a:lnTo>
                  <a:lnTo>
                    <a:pt x="4482848" y="2666678"/>
                  </a:lnTo>
                  <a:lnTo>
                    <a:pt x="4390054" y="2679790"/>
                  </a:lnTo>
                  <a:lnTo>
                    <a:pt x="4303929" y="2694317"/>
                  </a:lnTo>
                  <a:lnTo>
                    <a:pt x="4224746" y="2710382"/>
                  </a:lnTo>
                  <a:lnTo>
                    <a:pt x="4152302" y="2728160"/>
                  </a:lnTo>
                  <a:lnTo>
                    <a:pt x="4086074" y="2747872"/>
                  </a:lnTo>
                  <a:lnTo>
                    <a:pt x="4025354" y="2769776"/>
                  </a:lnTo>
                  <a:lnTo>
                    <a:pt x="3969336" y="2794154"/>
                  </a:lnTo>
                  <a:lnTo>
                    <a:pt x="3917188" y="2821282"/>
                  </a:lnTo>
                  <a:lnTo>
                    <a:pt x="3868108" y="2851391"/>
                  </a:lnTo>
                  <a:lnTo>
                    <a:pt x="3829811" y="2878257"/>
                  </a:lnTo>
                  <a:lnTo>
                    <a:pt x="3784218" y="2914229"/>
                  </a:lnTo>
                  <a:lnTo>
                    <a:pt x="3739940" y="2953405"/>
                  </a:lnTo>
                  <a:lnTo>
                    <a:pt x="3696544" y="2995843"/>
                  </a:lnTo>
                  <a:lnTo>
                    <a:pt x="3653695" y="3041520"/>
                  </a:lnTo>
                  <a:lnTo>
                    <a:pt x="3611147" y="3090325"/>
                  </a:lnTo>
                  <a:lnTo>
                    <a:pt x="3568723" y="3142048"/>
                  </a:lnTo>
                  <a:lnTo>
                    <a:pt x="3526308" y="3196379"/>
                  </a:lnTo>
                  <a:lnTo>
                    <a:pt x="3483837" y="3252911"/>
                  </a:lnTo>
                  <a:lnTo>
                    <a:pt x="3441288" y="3311152"/>
                  </a:lnTo>
                  <a:lnTo>
                    <a:pt x="3398673" y="3370536"/>
                  </a:lnTo>
                  <a:lnTo>
                    <a:pt x="3356023" y="3430450"/>
                  </a:lnTo>
                  <a:lnTo>
                    <a:pt x="3313380" y="3490257"/>
                  </a:lnTo>
                  <a:lnTo>
                    <a:pt x="3270784" y="3549324"/>
                  </a:lnTo>
                  <a:lnTo>
                    <a:pt x="3228262" y="3607052"/>
                  </a:lnTo>
                  <a:lnTo>
                    <a:pt x="3185814" y="3662897"/>
                  </a:lnTo>
                  <a:lnTo>
                    <a:pt x="3143405" y="3716394"/>
                  </a:lnTo>
                  <a:lnTo>
                    <a:pt x="3100955" y="3767169"/>
                  </a:lnTo>
                  <a:lnTo>
                    <a:pt x="3058330" y="3814944"/>
                  </a:lnTo>
                  <a:lnTo>
                    <a:pt x="3015329" y="3859544"/>
                  </a:lnTo>
                  <a:lnTo>
                    <a:pt x="2971678" y="3900886"/>
                  </a:lnTo>
                  <a:lnTo>
                    <a:pt x="2927014" y="3938978"/>
                  </a:lnTo>
                  <a:lnTo>
                    <a:pt x="2896531" y="3962542"/>
                  </a:lnTo>
                  <a:lnTo>
                    <a:pt x="2849413" y="3995170"/>
                  </a:lnTo>
                  <a:lnTo>
                    <a:pt x="2799826" y="4024718"/>
                  </a:lnTo>
                  <a:lnTo>
                    <a:pt x="2747029" y="4051322"/>
                  </a:lnTo>
                  <a:lnTo>
                    <a:pt x="2690209" y="4075224"/>
                  </a:lnTo>
                  <a:lnTo>
                    <a:pt x="2628536" y="4096705"/>
                  </a:lnTo>
                  <a:lnTo>
                    <a:pt x="2561215" y="4116043"/>
                  </a:lnTo>
                  <a:lnTo>
                    <a:pt x="2487564" y="4133491"/>
                  </a:lnTo>
                  <a:lnTo>
                    <a:pt x="2407109" y="4149262"/>
                  </a:lnTo>
                  <a:lnTo>
                    <a:pt x="2319721" y="4163521"/>
                  </a:lnTo>
                  <a:lnTo>
                    <a:pt x="2225782" y="4176383"/>
                  </a:lnTo>
                  <a:lnTo>
                    <a:pt x="2126368" y="4187912"/>
                  </a:lnTo>
                  <a:lnTo>
                    <a:pt x="2023416" y="4198129"/>
                  </a:lnTo>
                  <a:lnTo>
                    <a:pt x="1919801" y="4207018"/>
                  </a:lnTo>
                  <a:lnTo>
                    <a:pt x="1819252" y="4214549"/>
                  </a:lnTo>
                  <a:lnTo>
                    <a:pt x="1726031" y="4220701"/>
                  </a:lnTo>
                  <a:lnTo>
                    <a:pt x="1644371" y="4225487"/>
                  </a:lnTo>
                  <a:lnTo>
                    <a:pt x="1577745" y="4228980"/>
                  </a:lnTo>
                  <a:lnTo>
                    <a:pt x="1528161" y="4231317"/>
                  </a:lnTo>
                  <a:lnTo>
                    <a:pt x="1495683" y="4232700"/>
                  </a:lnTo>
                  <a:lnTo>
                    <a:pt x="1478291" y="4233371"/>
                  </a:lnTo>
                  <a:lnTo>
                    <a:pt x="1472050" y="4233591"/>
                  </a:lnTo>
                  <a:lnTo>
                    <a:pt x="1471387" y="4233613"/>
                  </a:lnTo>
                  <a:lnTo>
                    <a:pt x="0" y="4233613"/>
                  </a:lnTo>
                  <a:close/>
                </a:path>
              </a:pathLst>
            </a:custGeom>
            <a:solidFill>
              <a:srgbClr val="A1D492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2085" name="pl2085"/>
            <p:cNvSpPr/>
            <p:nvPr/>
          </p:nvSpPr>
          <p:spPr>
            <a:xfrm>
              <a:off x="4799595" y="6753310"/>
              <a:ext cx="11981298" cy="4233613"/>
            </a:xfrm>
            <a:custGeom>
              <a:avLst/>
              <a:pathLst>
                <a:path w="11981298" h="4233613">
                  <a:moveTo>
                    <a:pt x="0" y="4233613"/>
                  </a:moveTo>
                  <a:lnTo>
                    <a:pt x="1471387" y="4233613"/>
                  </a:lnTo>
                  <a:lnTo>
                    <a:pt x="1472593" y="4233573"/>
                  </a:lnTo>
                  <a:lnTo>
                    <a:pt x="1480510" y="4233290"/>
                  </a:lnTo>
                  <a:lnTo>
                    <a:pt x="1500432" y="4232507"/>
                  </a:lnTo>
                  <a:lnTo>
                    <a:pt x="1535962" y="4230966"/>
                  </a:lnTo>
                  <a:lnTo>
                    <a:pt x="1588743" y="4228430"/>
                  </a:lnTo>
                  <a:lnTo>
                    <a:pt x="1658334" y="4224708"/>
                  </a:lnTo>
                  <a:lnTo>
                    <a:pt x="1742411" y="4219674"/>
                  </a:lnTo>
                  <a:lnTo>
                    <a:pt x="1837306" y="4213269"/>
                  </a:lnTo>
                  <a:lnTo>
                    <a:pt x="1938729" y="4205486"/>
                  </a:lnTo>
                  <a:lnTo>
                    <a:pt x="2042479" y="4196350"/>
                  </a:lnTo>
                  <a:lnTo>
                    <a:pt x="2144968" y="4185892"/>
                  </a:lnTo>
                  <a:lnTo>
                    <a:pt x="2243494" y="4174121"/>
                  </a:lnTo>
                  <a:lnTo>
                    <a:pt x="2336288" y="4161009"/>
                  </a:lnTo>
                  <a:lnTo>
                    <a:pt x="2422413" y="4146482"/>
                  </a:lnTo>
                  <a:lnTo>
                    <a:pt x="2501596" y="4130417"/>
                  </a:lnTo>
                  <a:lnTo>
                    <a:pt x="2574041" y="4112639"/>
                  </a:lnTo>
                  <a:lnTo>
                    <a:pt x="2640268" y="4092927"/>
                  </a:lnTo>
                  <a:lnTo>
                    <a:pt x="2700988" y="4071023"/>
                  </a:lnTo>
                  <a:lnTo>
                    <a:pt x="2757006" y="4046645"/>
                  </a:lnTo>
                  <a:lnTo>
                    <a:pt x="2809154" y="4019516"/>
                  </a:lnTo>
                  <a:lnTo>
                    <a:pt x="2858234" y="3989408"/>
                  </a:lnTo>
                  <a:lnTo>
                    <a:pt x="2896531" y="3962542"/>
                  </a:lnTo>
                  <a:lnTo>
                    <a:pt x="2942124" y="3926569"/>
                  </a:lnTo>
                  <a:lnTo>
                    <a:pt x="2986402" y="3887394"/>
                  </a:lnTo>
                  <a:lnTo>
                    <a:pt x="3029799" y="3844956"/>
                  </a:lnTo>
                  <a:lnTo>
                    <a:pt x="3072647" y="3799278"/>
                  </a:lnTo>
                  <a:lnTo>
                    <a:pt x="3115195" y="3750473"/>
                  </a:lnTo>
                  <a:lnTo>
                    <a:pt x="3157619" y="3698750"/>
                  </a:lnTo>
                  <a:lnTo>
                    <a:pt x="3200034" y="3644420"/>
                  </a:lnTo>
                  <a:lnTo>
                    <a:pt x="3242506" y="3587887"/>
                  </a:lnTo>
                  <a:lnTo>
                    <a:pt x="3285054" y="3529647"/>
                  </a:lnTo>
                  <a:lnTo>
                    <a:pt x="3327669" y="3470263"/>
                  </a:lnTo>
                  <a:lnTo>
                    <a:pt x="3370319" y="3410349"/>
                  </a:lnTo>
                  <a:lnTo>
                    <a:pt x="3412962" y="3350542"/>
                  </a:lnTo>
                  <a:lnTo>
                    <a:pt x="3455558" y="3291475"/>
                  </a:lnTo>
                  <a:lnTo>
                    <a:pt x="3498080" y="3233747"/>
                  </a:lnTo>
                  <a:lnTo>
                    <a:pt x="3540528" y="3177901"/>
                  </a:lnTo>
                  <a:lnTo>
                    <a:pt x="3582937" y="3124404"/>
                  </a:lnTo>
                  <a:lnTo>
                    <a:pt x="3625387" y="3073630"/>
                  </a:lnTo>
                  <a:lnTo>
                    <a:pt x="3668013" y="3025854"/>
                  </a:lnTo>
                  <a:lnTo>
                    <a:pt x="3711013" y="2981255"/>
                  </a:lnTo>
                  <a:lnTo>
                    <a:pt x="3754664" y="2939912"/>
                  </a:lnTo>
                  <a:lnTo>
                    <a:pt x="3799328" y="2901821"/>
                  </a:lnTo>
                  <a:lnTo>
                    <a:pt x="3829811" y="2878257"/>
                  </a:lnTo>
                  <a:lnTo>
                    <a:pt x="3876930" y="2845628"/>
                  </a:lnTo>
                  <a:lnTo>
                    <a:pt x="3926516" y="2816080"/>
                  </a:lnTo>
                  <a:lnTo>
                    <a:pt x="3979314" y="2789476"/>
                  </a:lnTo>
                  <a:lnTo>
                    <a:pt x="4036133" y="2765575"/>
                  </a:lnTo>
                  <a:lnTo>
                    <a:pt x="4097807" y="2744094"/>
                  </a:lnTo>
                  <a:lnTo>
                    <a:pt x="4165127" y="2724756"/>
                  </a:lnTo>
                  <a:lnTo>
                    <a:pt x="4238778" y="2707307"/>
                  </a:lnTo>
                  <a:lnTo>
                    <a:pt x="4319233" y="2691537"/>
                  </a:lnTo>
                  <a:lnTo>
                    <a:pt x="4406621" y="2677278"/>
                  </a:lnTo>
                  <a:lnTo>
                    <a:pt x="4500560" y="2664416"/>
                  </a:lnTo>
                  <a:lnTo>
                    <a:pt x="4599974" y="2652886"/>
                  </a:lnTo>
                  <a:lnTo>
                    <a:pt x="4702926" y="2642670"/>
                  </a:lnTo>
                  <a:lnTo>
                    <a:pt x="4806541" y="2633781"/>
                  </a:lnTo>
                  <a:lnTo>
                    <a:pt x="4907090" y="2626249"/>
                  </a:lnTo>
                  <a:lnTo>
                    <a:pt x="5000311" y="2620097"/>
                  </a:lnTo>
                  <a:lnTo>
                    <a:pt x="5081971" y="2615311"/>
                  </a:lnTo>
                  <a:lnTo>
                    <a:pt x="5148597" y="2611819"/>
                  </a:lnTo>
                  <a:lnTo>
                    <a:pt x="5198181" y="2609482"/>
                  </a:lnTo>
                  <a:lnTo>
                    <a:pt x="5230659" y="2608099"/>
                  </a:lnTo>
                  <a:lnTo>
                    <a:pt x="5248052" y="2607427"/>
                  </a:lnTo>
                  <a:lnTo>
                    <a:pt x="5254292" y="2607208"/>
                  </a:lnTo>
                  <a:lnTo>
                    <a:pt x="5254955" y="2607186"/>
                  </a:lnTo>
                  <a:lnTo>
                    <a:pt x="6726343" y="2607186"/>
                  </a:lnTo>
                  <a:lnTo>
                    <a:pt x="6727502" y="2607125"/>
                  </a:lnTo>
                  <a:lnTo>
                    <a:pt x="6735121" y="2606689"/>
                  </a:lnTo>
                  <a:lnTo>
                    <a:pt x="6754316" y="2605483"/>
                  </a:lnTo>
                  <a:lnTo>
                    <a:pt x="6788607" y="2603111"/>
                  </a:lnTo>
                  <a:lnTo>
                    <a:pt x="6839667" y="2599203"/>
                  </a:lnTo>
                  <a:lnTo>
                    <a:pt x="6907186" y="2593461"/>
                  </a:lnTo>
                  <a:lnTo>
                    <a:pt x="6989050" y="2585683"/>
                  </a:lnTo>
                  <a:lnTo>
                    <a:pt x="7081817" y="2575768"/>
                  </a:lnTo>
                  <a:lnTo>
                    <a:pt x="7181389" y="2563701"/>
                  </a:lnTo>
                  <a:lnTo>
                    <a:pt x="7283690" y="2549517"/>
                  </a:lnTo>
                  <a:lnTo>
                    <a:pt x="7385179" y="2533264"/>
                  </a:lnTo>
                  <a:lnTo>
                    <a:pt x="7483132" y="2514962"/>
                  </a:lnTo>
                  <a:lnTo>
                    <a:pt x="7575718" y="2494579"/>
                  </a:lnTo>
                  <a:lnTo>
                    <a:pt x="7661916" y="2472013"/>
                  </a:lnTo>
                  <a:lnTo>
                    <a:pt x="7741362" y="2447089"/>
                  </a:lnTo>
                  <a:lnTo>
                    <a:pt x="7814178" y="2419551"/>
                  </a:lnTo>
                  <a:lnTo>
                    <a:pt x="7880813" y="2389073"/>
                  </a:lnTo>
                  <a:lnTo>
                    <a:pt x="7941919" y="2355269"/>
                  </a:lnTo>
                  <a:lnTo>
                    <a:pt x="7998256" y="2317710"/>
                  </a:lnTo>
                  <a:lnTo>
                    <a:pt x="8050621" y="2275963"/>
                  </a:lnTo>
                  <a:lnTo>
                    <a:pt x="8099797" y="2229647"/>
                  </a:lnTo>
                  <a:lnTo>
                    <a:pt x="8146507" y="2178530"/>
                  </a:lnTo>
                  <a:lnTo>
                    <a:pt x="8151487" y="2172655"/>
                  </a:lnTo>
                  <a:lnTo>
                    <a:pt x="8190407" y="2123871"/>
                  </a:lnTo>
                  <a:lnTo>
                    <a:pt x="8228322" y="2071379"/>
                  </a:lnTo>
                  <a:lnTo>
                    <a:pt x="8265515" y="2015104"/>
                  </a:lnTo>
                  <a:lnTo>
                    <a:pt x="8302212" y="1955036"/>
                  </a:lnTo>
                  <a:lnTo>
                    <a:pt x="8338593" y="1891240"/>
                  </a:lnTo>
                  <a:lnTo>
                    <a:pt x="8374794" y="1823857"/>
                  </a:lnTo>
                  <a:lnTo>
                    <a:pt x="8410918" y="1753114"/>
                  </a:lnTo>
                  <a:lnTo>
                    <a:pt x="8447034" y="1679321"/>
                  </a:lnTo>
                  <a:lnTo>
                    <a:pt x="8483185" y="1602869"/>
                  </a:lnTo>
                  <a:lnTo>
                    <a:pt x="8519391" y="1524226"/>
                  </a:lnTo>
                  <a:lnTo>
                    <a:pt x="8555652" y="1443925"/>
                  </a:lnTo>
                  <a:lnTo>
                    <a:pt x="8591954" y="1362551"/>
                  </a:lnTo>
                  <a:lnTo>
                    <a:pt x="8628274" y="1280722"/>
                  </a:lnTo>
                  <a:lnTo>
                    <a:pt x="8664588" y="1199069"/>
                  </a:lnTo>
                  <a:lnTo>
                    <a:pt x="8700869" y="1118220"/>
                  </a:lnTo>
                  <a:lnTo>
                    <a:pt x="8737100" y="1038777"/>
                  </a:lnTo>
                  <a:lnTo>
                    <a:pt x="8773274" y="961297"/>
                  </a:lnTo>
                  <a:lnTo>
                    <a:pt x="8809402" y="886277"/>
                  </a:lnTo>
                  <a:lnTo>
                    <a:pt x="8845515" y="814145"/>
                  </a:lnTo>
                  <a:lnTo>
                    <a:pt x="8881672" y="745246"/>
                  </a:lnTo>
                  <a:lnTo>
                    <a:pt x="8917959" y="679845"/>
                  </a:lnTo>
                  <a:lnTo>
                    <a:pt x="8954497" y="618120"/>
                  </a:lnTo>
                  <a:lnTo>
                    <a:pt x="8991446" y="560169"/>
                  </a:lnTo>
                  <a:lnTo>
                    <a:pt x="9029011" y="506013"/>
                  </a:lnTo>
                  <a:lnTo>
                    <a:pt x="9067449" y="455606"/>
                  </a:lnTo>
                  <a:lnTo>
                    <a:pt x="9084767" y="434531"/>
                  </a:lnTo>
                  <a:lnTo>
                    <a:pt x="9131246" y="382887"/>
                  </a:lnTo>
                  <a:lnTo>
                    <a:pt x="9180120" y="336053"/>
                  </a:lnTo>
                  <a:lnTo>
                    <a:pt x="9232099" y="293824"/>
                  </a:lnTo>
                  <a:lnTo>
                    <a:pt x="9287963" y="255828"/>
                  </a:lnTo>
                  <a:lnTo>
                    <a:pt x="9348510" y="221635"/>
                  </a:lnTo>
                  <a:lnTo>
                    <a:pt x="9414507" y="190814"/>
                  </a:lnTo>
                  <a:lnTo>
                    <a:pt x="9486621" y="162972"/>
                  </a:lnTo>
                  <a:lnTo>
                    <a:pt x="9565330" y="137776"/>
                  </a:lnTo>
                  <a:lnTo>
                    <a:pt x="9650798" y="114963"/>
                  </a:lnTo>
                  <a:lnTo>
                    <a:pt x="9742722" y="94348"/>
                  </a:lnTo>
                  <a:lnTo>
                    <a:pt x="9840163" y="75821"/>
                  </a:lnTo>
                  <a:lnTo>
                    <a:pt x="9941382" y="59344"/>
                  </a:lnTo>
                  <a:lnTo>
                    <a:pt x="10043754" y="44932"/>
                  </a:lnTo>
                  <a:lnTo>
                    <a:pt x="10143816" y="32631"/>
                  </a:lnTo>
                  <a:lnTo>
                    <a:pt x="10237530" y="22481"/>
                  </a:lnTo>
                  <a:lnTo>
                    <a:pt x="10320770" y="14472"/>
                  </a:lnTo>
                  <a:lnTo>
                    <a:pt x="10389989" y="8516"/>
                  </a:lnTo>
                  <a:lnTo>
                    <a:pt x="10442896" y="4421"/>
                  </a:lnTo>
                  <a:lnTo>
                    <a:pt x="10478973" y="1897"/>
                  </a:lnTo>
                  <a:lnTo>
                    <a:pt x="10499677" y="584"/>
                  </a:lnTo>
                  <a:lnTo>
                    <a:pt x="10508338" y="83"/>
                  </a:lnTo>
                  <a:lnTo>
                    <a:pt x="10509909" y="0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86" name="pl2086"/>
            <p:cNvSpPr/>
            <p:nvPr/>
          </p:nvSpPr>
          <p:spPr>
            <a:xfrm>
              <a:off x="4799595" y="6745137"/>
              <a:ext cx="11981298" cy="4233613"/>
            </a:xfrm>
            <a:custGeom>
              <a:avLst/>
              <a:pathLst>
                <a:path w="11981298" h="4233613">
                  <a:moveTo>
                    <a:pt x="11981298" y="0"/>
                  </a:moveTo>
                  <a:lnTo>
                    <a:pt x="10509911" y="0"/>
                  </a:lnTo>
                  <a:lnTo>
                    <a:pt x="10508751" y="61"/>
                  </a:lnTo>
                  <a:lnTo>
                    <a:pt x="10501132" y="497"/>
                  </a:lnTo>
                  <a:lnTo>
                    <a:pt x="10481938" y="1702"/>
                  </a:lnTo>
                  <a:lnTo>
                    <a:pt x="10447646" y="4075"/>
                  </a:lnTo>
                  <a:lnTo>
                    <a:pt x="10396587" y="7983"/>
                  </a:lnTo>
                  <a:lnTo>
                    <a:pt x="10329067" y="13724"/>
                  </a:lnTo>
                  <a:lnTo>
                    <a:pt x="10247203" y="21503"/>
                  </a:lnTo>
                  <a:lnTo>
                    <a:pt x="10154437" y="31418"/>
                  </a:lnTo>
                  <a:lnTo>
                    <a:pt x="10054865" y="43485"/>
                  </a:lnTo>
                  <a:lnTo>
                    <a:pt x="9952563" y="57668"/>
                  </a:lnTo>
                  <a:lnTo>
                    <a:pt x="9851075" y="73921"/>
                  </a:lnTo>
                  <a:lnTo>
                    <a:pt x="9753121" y="92224"/>
                  </a:lnTo>
                  <a:lnTo>
                    <a:pt x="9660535" y="112607"/>
                  </a:lnTo>
                  <a:lnTo>
                    <a:pt x="9574337" y="135172"/>
                  </a:lnTo>
                  <a:lnTo>
                    <a:pt x="9494891" y="160097"/>
                  </a:lnTo>
                  <a:lnTo>
                    <a:pt x="9422075" y="187635"/>
                  </a:lnTo>
                  <a:lnTo>
                    <a:pt x="9355440" y="218112"/>
                  </a:lnTo>
                  <a:lnTo>
                    <a:pt x="9294334" y="251916"/>
                  </a:lnTo>
                  <a:lnTo>
                    <a:pt x="9237998" y="289475"/>
                  </a:lnTo>
                  <a:lnTo>
                    <a:pt x="9185633" y="331222"/>
                  </a:lnTo>
                  <a:lnTo>
                    <a:pt x="9136456" y="377539"/>
                  </a:lnTo>
                  <a:lnTo>
                    <a:pt x="9089746" y="428655"/>
                  </a:lnTo>
                  <a:lnTo>
                    <a:pt x="9084767" y="434531"/>
                  </a:lnTo>
                  <a:lnTo>
                    <a:pt x="9045846" y="483315"/>
                  </a:lnTo>
                  <a:lnTo>
                    <a:pt x="9007931" y="535807"/>
                  </a:lnTo>
                  <a:lnTo>
                    <a:pt x="8970739" y="592082"/>
                  </a:lnTo>
                  <a:lnTo>
                    <a:pt x="8934041" y="652149"/>
                  </a:lnTo>
                  <a:lnTo>
                    <a:pt x="8897661" y="715945"/>
                  </a:lnTo>
                  <a:lnTo>
                    <a:pt x="8861459" y="783328"/>
                  </a:lnTo>
                  <a:lnTo>
                    <a:pt x="8825335" y="854071"/>
                  </a:lnTo>
                  <a:lnTo>
                    <a:pt x="8789219" y="927865"/>
                  </a:lnTo>
                  <a:lnTo>
                    <a:pt x="8753068" y="1004317"/>
                  </a:lnTo>
                  <a:lnTo>
                    <a:pt x="8716862" y="1082960"/>
                  </a:lnTo>
                  <a:lnTo>
                    <a:pt x="8680602" y="1163260"/>
                  </a:lnTo>
                  <a:lnTo>
                    <a:pt x="8644300" y="1244634"/>
                  </a:lnTo>
                  <a:lnTo>
                    <a:pt x="8607979" y="1326464"/>
                  </a:lnTo>
                  <a:lnTo>
                    <a:pt x="8571665" y="1408117"/>
                  </a:lnTo>
                  <a:lnTo>
                    <a:pt x="8535384" y="1488965"/>
                  </a:lnTo>
                  <a:lnTo>
                    <a:pt x="8499153" y="1568409"/>
                  </a:lnTo>
                  <a:lnTo>
                    <a:pt x="8462979" y="1645889"/>
                  </a:lnTo>
                  <a:lnTo>
                    <a:pt x="8426852" y="1720909"/>
                  </a:lnTo>
                  <a:lnTo>
                    <a:pt x="8390738" y="1793041"/>
                  </a:lnTo>
                  <a:lnTo>
                    <a:pt x="8354581" y="1861939"/>
                  </a:lnTo>
                  <a:lnTo>
                    <a:pt x="8318294" y="1927340"/>
                  </a:lnTo>
                  <a:lnTo>
                    <a:pt x="8281756" y="1989065"/>
                  </a:lnTo>
                  <a:lnTo>
                    <a:pt x="8244807" y="2047017"/>
                  </a:lnTo>
                  <a:lnTo>
                    <a:pt x="8207242" y="2101173"/>
                  </a:lnTo>
                  <a:lnTo>
                    <a:pt x="8168804" y="2151580"/>
                  </a:lnTo>
                  <a:lnTo>
                    <a:pt x="8151487" y="2172655"/>
                  </a:lnTo>
                  <a:lnTo>
                    <a:pt x="8105007" y="2224299"/>
                  </a:lnTo>
                  <a:lnTo>
                    <a:pt x="8056133" y="2271132"/>
                  </a:lnTo>
                  <a:lnTo>
                    <a:pt x="8004154" y="2313362"/>
                  </a:lnTo>
                  <a:lnTo>
                    <a:pt x="7948290" y="2351357"/>
                  </a:lnTo>
                  <a:lnTo>
                    <a:pt x="7887743" y="2385550"/>
                  </a:lnTo>
                  <a:lnTo>
                    <a:pt x="7821747" y="2416371"/>
                  </a:lnTo>
                  <a:lnTo>
                    <a:pt x="7749632" y="2444213"/>
                  </a:lnTo>
                  <a:lnTo>
                    <a:pt x="7670923" y="2469410"/>
                  </a:lnTo>
                  <a:lnTo>
                    <a:pt x="7585455" y="2492223"/>
                  </a:lnTo>
                  <a:lnTo>
                    <a:pt x="7493531" y="2512838"/>
                  </a:lnTo>
                  <a:lnTo>
                    <a:pt x="7396090" y="2531365"/>
                  </a:lnTo>
                  <a:lnTo>
                    <a:pt x="7294871" y="2547842"/>
                  </a:lnTo>
                  <a:lnTo>
                    <a:pt x="7192500" y="2562253"/>
                  </a:lnTo>
                  <a:lnTo>
                    <a:pt x="7092437" y="2574554"/>
                  </a:lnTo>
                  <a:lnTo>
                    <a:pt x="6998723" y="2584705"/>
                  </a:lnTo>
                  <a:lnTo>
                    <a:pt x="6915483" y="2592713"/>
                  </a:lnTo>
                  <a:lnTo>
                    <a:pt x="6846265" y="2598669"/>
                  </a:lnTo>
                  <a:lnTo>
                    <a:pt x="6793357" y="2602765"/>
                  </a:lnTo>
                  <a:lnTo>
                    <a:pt x="6757280" y="2605288"/>
                  </a:lnTo>
                  <a:lnTo>
                    <a:pt x="6736576" y="2606602"/>
                  </a:lnTo>
                  <a:lnTo>
                    <a:pt x="6727915" y="2607102"/>
                  </a:lnTo>
                  <a:lnTo>
                    <a:pt x="6726344" y="2607186"/>
                  </a:lnTo>
                  <a:lnTo>
                    <a:pt x="6726343" y="2607186"/>
                  </a:lnTo>
                  <a:lnTo>
                    <a:pt x="5254955" y="2607186"/>
                  </a:lnTo>
                  <a:lnTo>
                    <a:pt x="5253749" y="2607226"/>
                  </a:lnTo>
                  <a:lnTo>
                    <a:pt x="5245832" y="2607509"/>
                  </a:lnTo>
                  <a:lnTo>
                    <a:pt x="5225910" y="2608292"/>
                  </a:lnTo>
                  <a:lnTo>
                    <a:pt x="5190380" y="2609833"/>
                  </a:lnTo>
                  <a:lnTo>
                    <a:pt x="5137599" y="2612369"/>
                  </a:lnTo>
                  <a:lnTo>
                    <a:pt x="5068008" y="2616090"/>
                  </a:lnTo>
                  <a:lnTo>
                    <a:pt x="4983931" y="2621124"/>
                  </a:lnTo>
                  <a:lnTo>
                    <a:pt x="4889036" y="2627530"/>
                  </a:lnTo>
                  <a:lnTo>
                    <a:pt x="4787613" y="2635313"/>
                  </a:lnTo>
                  <a:lnTo>
                    <a:pt x="4683863" y="2644448"/>
                  </a:lnTo>
                  <a:lnTo>
                    <a:pt x="4581374" y="2654906"/>
                  </a:lnTo>
                  <a:lnTo>
                    <a:pt x="4482848" y="2666678"/>
                  </a:lnTo>
                  <a:lnTo>
                    <a:pt x="4390054" y="2679790"/>
                  </a:lnTo>
                  <a:lnTo>
                    <a:pt x="4303929" y="2694317"/>
                  </a:lnTo>
                  <a:lnTo>
                    <a:pt x="4224746" y="2710382"/>
                  </a:lnTo>
                  <a:lnTo>
                    <a:pt x="4152302" y="2728160"/>
                  </a:lnTo>
                  <a:lnTo>
                    <a:pt x="4086074" y="2747872"/>
                  </a:lnTo>
                  <a:lnTo>
                    <a:pt x="4025354" y="2769776"/>
                  </a:lnTo>
                  <a:lnTo>
                    <a:pt x="3969336" y="2794154"/>
                  </a:lnTo>
                  <a:lnTo>
                    <a:pt x="3917188" y="2821282"/>
                  </a:lnTo>
                  <a:lnTo>
                    <a:pt x="3868108" y="2851391"/>
                  </a:lnTo>
                  <a:lnTo>
                    <a:pt x="3829811" y="2878257"/>
                  </a:lnTo>
                  <a:lnTo>
                    <a:pt x="3784218" y="2914229"/>
                  </a:lnTo>
                  <a:lnTo>
                    <a:pt x="3739940" y="2953405"/>
                  </a:lnTo>
                  <a:lnTo>
                    <a:pt x="3696544" y="2995843"/>
                  </a:lnTo>
                  <a:lnTo>
                    <a:pt x="3653695" y="3041520"/>
                  </a:lnTo>
                  <a:lnTo>
                    <a:pt x="3611147" y="3090325"/>
                  </a:lnTo>
                  <a:lnTo>
                    <a:pt x="3568723" y="3142048"/>
                  </a:lnTo>
                  <a:lnTo>
                    <a:pt x="3526308" y="3196379"/>
                  </a:lnTo>
                  <a:lnTo>
                    <a:pt x="3483837" y="3252911"/>
                  </a:lnTo>
                  <a:lnTo>
                    <a:pt x="3441288" y="3311152"/>
                  </a:lnTo>
                  <a:lnTo>
                    <a:pt x="3398673" y="3370536"/>
                  </a:lnTo>
                  <a:lnTo>
                    <a:pt x="3356023" y="3430450"/>
                  </a:lnTo>
                  <a:lnTo>
                    <a:pt x="3313380" y="3490257"/>
                  </a:lnTo>
                  <a:lnTo>
                    <a:pt x="3270784" y="3549324"/>
                  </a:lnTo>
                  <a:lnTo>
                    <a:pt x="3228262" y="3607052"/>
                  </a:lnTo>
                  <a:lnTo>
                    <a:pt x="3185814" y="3662897"/>
                  </a:lnTo>
                  <a:lnTo>
                    <a:pt x="3143405" y="3716394"/>
                  </a:lnTo>
                  <a:lnTo>
                    <a:pt x="3100955" y="3767169"/>
                  </a:lnTo>
                  <a:lnTo>
                    <a:pt x="3058330" y="3814944"/>
                  </a:lnTo>
                  <a:lnTo>
                    <a:pt x="3015329" y="3859544"/>
                  </a:lnTo>
                  <a:lnTo>
                    <a:pt x="2971678" y="3900886"/>
                  </a:lnTo>
                  <a:lnTo>
                    <a:pt x="2927014" y="3938978"/>
                  </a:lnTo>
                  <a:lnTo>
                    <a:pt x="2896531" y="3962542"/>
                  </a:lnTo>
                  <a:lnTo>
                    <a:pt x="2849413" y="3995170"/>
                  </a:lnTo>
                  <a:lnTo>
                    <a:pt x="2799826" y="4024718"/>
                  </a:lnTo>
                  <a:lnTo>
                    <a:pt x="2747029" y="4051322"/>
                  </a:lnTo>
                  <a:lnTo>
                    <a:pt x="2690209" y="4075224"/>
                  </a:lnTo>
                  <a:lnTo>
                    <a:pt x="2628536" y="4096705"/>
                  </a:lnTo>
                  <a:lnTo>
                    <a:pt x="2561215" y="4116043"/>
                  </a:lnTo>
                  <a:lnTo>
                    <a:pt x="2487564" y="4133491"/>
                  </a:lnTo>
                  <a:lnTo>
                    <a:pt x="2407109" y="4149262"/>
                  </a:lnTo>
                  <a:lnTo>
                    <a:pt x="2319721" y="4163521"/>
                  </a:lnTo>
                  <a:lnTo>
                    <a:pt x="2225782" y="4176383"/>
                  </a:lnTo>
                  <a:lnTo>
                    <a:pt x="2126368" y="4187912"/>
                  </a:lnTo>
                  <a:lnTo>
                    <a:pt x="2023416" y="4198129"/>
                  </a:lnTo>
                  <a:lnTo>
                    <a:pt x="1919801" y="4207018"/>
                  </a:lnTo>
                  <a:lnTo>
                    <a:pt x="1819252" y="4214549"/>
                  </a:lnTo>
                  <a:lnTo>
                    <a:pt x="1726031" y="4220701"/>
                  </a:lnTo>
                  <a:lnTo>
                    <a:pt x="1644371" y="4225487"/>
                  </a:lnTo>
                  <a:lnTo>
                    <a:pt x="1577745" y="4228980"/>
                  </a:lnTo>
                  <a:lnTo>
                    <a:pt x="1528161" y="4231317"/>
                  </a:lnTo>
                  <a:lnTo>
                    <a:pt x="1495683" y="4232700"/>
                  </a:lnTo>
                  <a:lnTo>
                    <a:pt x="1478291" y="4233371"/>
                  </a:lnTo>
                  <a:lnTo>
                    <a:pt x="1472050" y="4233591"/>
                  </a:lnTo>
                  <a:lnTo>
                    <a:pt x="1471387" y="4233613"/>
                  </a:lnTo>
                  <a:lnTo>
                    <a:pt x="0" y="423361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87" name="pg2087"/>
            <p:cNvSpPr/>
            <p:nvPr/>
          </p:nvSpPr>
          <p:spPr>
            <a:xfrm>
              <a:off x="4799595" y="8183585"/>
              <a:ext cx="11981298" cy="2786992"/>
            </a:xfrm>
            <a:custGeom>
              <a:avLst/>
              <a:pathLst>
                <a:path w="11981298" h="2786992">
                  <a:moveTo>
                    <a:pt x="0" y="2786992"/>
                  </a:moveTo>
                  <a:lnTo>
                    <a:pt x="1471387" y="2786992"/>
                  </a:lnTo>
                  <a:lnTo>
                    <a:pt x="1472537" y="2786927"/>
                  </a:lnTo>
                  <a:lnTo>
                    <a:pt x="1480093" y="2786467"/>
                  </a:lnTo>
                  <a:lnTo>
                    <a:pt x="1499134" y="2785193"/>
                  </a:lnTo>
                  <a:lnTo>
                    <a:pt x="1533164" y="2782686"/>
                  </a:lnTo>
                  <a:lnTo>
                    <a:pt x="1583858" y="2778556"/>
                  </a:lnTo>
                  <a:lnTo>
                    <a:pt x="1650938" y="2772487"/>
                  </a:lnTo>
                  <a:lnTo>
                    <a:pt x="1732329" y="2764262"/>
                  </a:lnTo>
                  <a:lnTo>
                    <a:pt x="1824638" y="2753774"/>
                  </a:lnTo>
                  <a:lnTo>
                    <a:pt x="1923809" y="2741005"/>
                  </a:lnTo>
                  <a:lnTo>
                    <a:pt x="2025793" y="2725992"/>
                  </a:lnTo>
                  <a:lnTo>
                    <a:pt x="2127060" y="2708784"/>
                  </a:lnTo>
                  <a:lnTo>
                    <a:pt x="2224883" y="2689405"/>
                  </a:lnTo>
                  <a:lnTo>
                    <a:pt x="2317417" y="2667823"/>
                  </a:lnTo>
                  <a:lnTo>
                    <a:pt x="2403625" y="2643934"/>
                  </a:lnTo>
                  <a:lnTo>
                    <a:pt x="2483124" y="2617555"/>
                  </a:lnTo>
                  <a:lnTo>
                    <a:pt x="2556017" y="2588419"/>
                  </a:lnTo>
                  <a:lnTo>
                    <a:pt x="2622739" y="2556185"/>
                  </a:lnTo>
                  <a:lnTo>
                    <a:pt x="2683929" y="2520447"/>
                  </a:lnTo>
                  <a:lnTo>
                    <a:pt x="2740337" y="2480755"/>
                  </a:lnTo>
                  <a:lnTo>
                    <a:pt x="2792752" y="2436648"/>
                  </a:lnTo>
                  <a:lnTo>
                    <a:pt x="2841953" y="2387719"/>
                  </a:lnTo>
                  <a:lnTo>
                    <a:pt x="2888661" y="2333711"/>
                  </a:lnTo>
                  <a:lnTo>
                    <a:pt x="2896531" y="2323855"/>
                  </a:lnTo>
                  <a:lnTo>
                    <a:pt x="2934501" y="2273195"/>
                  </a:lnTo>
                  <a:lnTo>
                    <a:pt x="2971507" y="2218779"/>
                  </a:lnTo>
                  <a:lnTo>
                    <a:pt x="3007814" y="2160530"/>
                  </a:lnTo>
                  <a:lnTo>
                    <a:pt x="3043636" y="2098435"/>
                  </a:lnTo>
                  <a:lnTo>
                    <a:pt x="3079142" y="2032549"/>
                  </a:lnTo>
                  <a:lnTo>
                    <a:pt x="3114464" y="1963006"/>
                  </a:lnTo>
                  <a:lnTo>
                    <a:pt x="3149700" y="1890016"/>
                  </a:lnTo>
                  <a:lnTo>
                    <a:pt x="3184918" y="1813874"/>
                  </a:lnTo>
                  <a:lnTo>
                    <a:pt x="3220164" y="1734951"/>
                  </a:lnTo>
                  <a:lnTo>
                    <a:pt x="3255460" y="1653695"/>
                  </a:lnTo>
                  <a:lnTo>
                    <a:pt x="3290809" y="1570619"/>
                  </a:lnTo>
                  <a:lnTo>
                    <a:pt x="3326202" y="1486289"/>
                  </a:lnTo>
                  <a:lnTo>
                    <a:pt x="3361620" y="1401309"/>
                  </a:lnTo>
                  <a:lnTo>
                    <a:pt x="3397039" y="1316301"/>
                  </a:lnTo>
                  <a:lnTo>
                    <a:pt x="3432435" y="1231890"/>
                  </a:lnTo>
                  <a:lnTo>
                    <a:pt x="3467788" y="1148681"/>
                  </a:lnTo>
                  <a:lnTo>
                    <a:pt x="3503089" y="1067244"/>
                  </a:lnTo>
                  <a:lnTo>
                    <a:pt x="3538338" y="988098"/>
                  </a:lnTo>
                  <a:lnTo>
                    <a:pt x="3573558" y="911696"/>
                  </a:lnTo>
                  <a:lnTo>
                    <a:pt x="3608790" y="838417"/>
                  </a:lnTo>
                  <a:lnTo>
                    <a:pt x="3644101" y="768562"/>
                  </a:lnTo>
                  <a:lnTo>
                    <a:pt x="3679586" y="702350"/>
                  </a:lnTo>
                  <a:lnTo>
                    <a:pt x="3715374" y="639920"/>
                  </a:lnTo>
                  <a:lnTo>
                    <a:pt x="3751631" y="581333"/>
                  </a:lnTo>
                  <a:lnTo>
                    <a:pt x="3788566" y="526583"/>
                  </a:lnTo>
                  <a:lnTo>
                    <a:pt x="3826439" y="475599"/>
                  </a:lnTo>
                  <a:lnTo>
                    <a:pt x="3829811" y="471309"/>
                  </a:lnTo>
                  <a:lnTo>
                    <a:pt x="3876154" y="416416"/>
                  </a:lnTo>
                  <a:lnTo>
                    <a:pt x="3924875" y="366621"/>
                  </a:lnTo>
                  <a:lnTo>
                    <a:pt x="3976680" y="321707"/>
                  </a:lnTo>
                  <a:lnTo>
                    <a:pt x="4032341" y="281284"/>
                  </a:lnTo>
                  <a:lnTo>
                    <a:pt x="4092648" y="244895"/>
                  </a:lnTo>
                  <a:lnTo>
                    <a:pt x="4158364" y="212087"/>
                  </a:lnTo>
                  <a:lnTo>
                    <a:pt x="4230152" y="182441"/>
                  </a:lnTo>
                  <a:lnTo>
                    <a:pt x="4308491" y="155606"/>
                  </a:lnTo>
                  <a:lnTo>
                    <a:pt x="4393550" y="131302"/>
                  </a:lnTo>
                  <a:lnTo>
                    <a:pt x="4485044" y="109331"/>
                  </a:lnTo>
                  <a:lnTo>
                    <a:pt x="4582061" y="89575"/>
                  </a:lnTo>
                  <a:lnTo>
                    <a:pt x="4682902" y="71992"/>
                  </a:lnTo>
                  <a:lnTo>
                    <a:pt x="4784995" y="56596"/>
                  </a:lnTo>
                  <a:lnTo>
                    <a:pt x="4884933" y="43436"/>
                  </a:lnTo>
                  <a:lnTo>
                    <a:pt x="4978726" y="32552"/>
                  </a:lnTo>
                  <a:lnTo>
                    <a:pt x="5062275" y="23941"/>
                  </a:lnTo>
                  <a:lnTo>
                    <a:pt x="5132021" y="17511"/>
                  </a:lnTo>
                  <a:lnTo>
                    <a:pt x="5185622" y="13066"/>
                  </a:lnTo>
                  <a:lnTo>
                    <a:pt x="5222468" y="10305"/>
                  </a:lnTo>
                  <a:lnTo>
                    <a:pt x="5243898" y="8848"/>
                  </a:lnTo>
                  <a:lnTo>
                    <a:pt x="5253118" y="8277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571" y="8194"/>
                  </a:lnTo>
                  <a:lnTo>
                    <a:pt x="6735631" y="8351"/>
                  </a:lnTo>
                  <a:lnTo>
                    <a:pt x="6755902" y="8784"/>
                  </a:lnTo>
                  <a:lnTo>
                    <a:pt x="6792026" y="9636"/>
                  </a:lnTo>
                  <a:lnTo>
                    <a:pt x="6845628" y="11038"/>
                  </a:lnTo>
                  <a:lnTo>
                    <a:pt x="6916203" y="13094"/>
                  </a:lnTo>
                  <a:lnTo>
                    <a:pt x="7001325" y="15874"/>
                  </a:lnTo>
                  <a:lnTo>
                    <a:pt x="7097217" y="19407"/>
                  </a:lnTo>
                  <a:lnTo>
                    <a:pt x="7199500" y="23697"/>
                  </a:lnTo>
                  <a:lnTo>
                    <a:pt x="7303914" y="28729"/>
                  </a:lnTo>
                  <a:lnTo>
                    <a:pt x="7406855" y="34488"/>
                  </a:lnTo>
                  <a:lnTo>
                    <a:pt x="7505630" y="40968"/>
                  </a:lnTo>
                  <a:lnTo>
                    <a:pt x="7598503" y="48187"/>
                  </a:lnTo>
                  <a:lnTo>
                    <a:pt x="7684579" y="56188"/>
                  </a:lnTo>
                  <a:lnTo>
                    <a:pt x="7763628" y="65042"/>
                  </a:lnTo>
                  <a:lnTo>
                    <a:pt x="7835893" y="74848"/>
                  </a:lnTo>
                  <a:lnTo>
                    <a:pt x="7901927" y="85729"/>
                  </a:lnTo>
                  <a:lnTo>
                    <a:pt x="7962469" y="97832"/>
                  </a:lnTo>
                  <a:lnTo>
                    <a:pt x="8018345" y="111311"/>
                  </a:lnTo>
                  <a:lnTo>
                    <a:pt x="8070401" y="126319"/>
                  </a:lnTo>
                  <a:lnTo>
                    <a:pt x="8119448" y="142976"/>
                  </a:lnTo>
                  <a:lnTo>
                    <a:pt x="8151487" y="155286"/>
                  </a:lnTo>
                  <a:lnTo>
                    <a:pt x="8203289" y="177653"/>
                  </a:lnTo>
                  <a:lnTo>
                    <a:pt x="8253469" y="202282"/>
                  </a:lnTo>
                  <a:lnTo>
                    <a:pt x="8302636" y="229206"/>
                  </a:lnTo>
                  <a:lnTo>
                    <a:pt x="8351234" y="258384"/>
                  </a:lnTo>
                  <a:lnTo>
                    <a:pt x="8399579" y="289688"/>
                  </a:lnTo>
                  <a:lnTo>
                    <a:pt x="8447873" y="322900"/>
                  </a:lnTo>
                  <a:lnTo>
                    <a:pt x="8496228" y="357712"/>
                  </a:lnTo>
                  <a:lnTo>
                    <a:pt x="8544682" y="393735"/>
                  </a:lnTo>
                  <a:lnTo>
                    <a:pt x="8593218" y="430517"/>
                  </a:lnTo>
                  <a:lnTo>
                    <a:pt x="8641786" y="467560"/>
                  </a:lnTo>
                  <a:lnTo>
                    <a:pt x="8690324" y="504355"/>
                  </a:lnTo>
                  <a:lnTo>
                    <a:pt x="8738780" y="540404"/>
                  </a:lnTo>
                  <a:lnTo>
                    <a:pt x="8787137" y="575252"/>
                  </a:lnTo>
                  <a:lnTo>
                    <a:pt x="8835432" y="608509"/>
                  </a:lnTo>
                  <a:lnTo>
                    <a:pt x="8883773" y="639865"/>
                  </a:lnTo>
                  <a:lnTo>
                    <a:pt x="8932362" y="669100"/>
                  </a:lnTo>
                  <a:lnTo>
                    <a:pt x="8981509" y="696083"/>
                  </a:lnTo>
                  <a:lnTo>
                    <a:pt x="9031656" y="720771"/>
                  </a:lnTo>
                  <a:lnTo>
                    <a:pt x="9083408" y="743195"/>
                  </a:lnTo>
                  <a:lnTo>
                    <a:pt x="9084767" y="743742"/>
                  </a:lnTo>
                  <a:lnTo>
                    <a:pt x="9132187" y="761556"/>
                  </a:lnTo>
                  <a:lnTo>
                    <a:pt x="9182111" y="777677"/>
                  </a:lnTo>
                  <a:lnTo>
                    <a:pt x="9235296" y="792181"/>
                  </a:lnTo>
                  <a:lnTo>
                    <a:pt x="9292569" y="805204"/>
                  </a:lnTo>
                  <a:lnTo>
                    <a:pt x="9354778" y="816900"/>
                  </a:lnTo>
                  <a:lnTo>
                    <a:pt x="9422728" y="827423"/>
                  </a:lnTo>
                  <a:lnTo>
                    <a:pt x="9497111" y="836912"/>
                  </a:lnTo>
                  <a:lnTo>
                    <a:pt x="9578397" y="845484"/>
                  </a:lnTo>
                  <a:lnTo>
                    <a:pt x="9666697" y="853229"/>
                  </a:lnTo>
                  <a:lnTo>
                    <a:pt x="9761589" y="860209"/>
                  </a:lnTo>
                  <a:lnTo>
                    <a:pt x="9861927" y="866458"/>
                  </a:lnTo>
                  <a:lnTo>
                    <a:pt x="9965677" y="871986"/>
                  </a:lnTo>
                  <a:lnTo>
                    <a:pt x="10069841" y="876783"/>
                  </a:lnTo>
                  <a:lnTo>
                    <a:pt x="10170565" y="880833"/>
                  </a:lnTo>
                  <a:lnTo>
                    <a:pt x="10263480" y="884124"/>
                  </a:lnTo>
                  <a:lnTo>
                    <a:pt x="10344317" y="886667"/>
                  </a:lnTo>
                  <a:lnTo>
                    <a:pt x="10409653" y="888505"/>
                  </a:lnTo>
                  <a:lnTo>
                    <a:pt x="10457628" y="889718"/>
                  </a:lnTo>
                  <a:lnTo>
                    <a:pt x="10488411" y="890422"/>
                  </a:lnTo>
                  <a:lnTo>
                    <a:pt x="10504298" y="890751"/>
                  </a:lnTo>
                  <a:lnTo>
                    <a:pt x="10509516" y="890849"/>
                  </a:lnTo>
                  <a:lnTo>
                    <a:pt x="10509911" y="890856"/>
                  </a:lnTo>
                  <a:lnTo>
                    <a:pt x="11981298" y="890856"/>
                  </a:lnTo>
                  <a:lnTo>
                    <a:pt x="11981298" y="882683"/>
                  </a:lnTo>
                  <a:lnTo>
                    <a:pt x="10509911" y="882683"/>
                  </a:lnTo>
                  <a:lnTo>
                    <a:pt x="10508682" y="882661"/>
                  </a:lnTo>
                  <a:lnTo>
                    <a:pt x="10500622" y="882505"/>
                  </a:lnTo>
                  <a:lnTo>
                    <a:pt x="10480351" y="882072"/>
                  </a:lnTo>
                  <a:lnTo>
                    <a:pt x="10444228" y="881219"/>
                  </a:lnTo>
                  <a:lnTo>
                    <a:pt x="10390625" y="879817"/>
                  </a:lnTo>
                  <a:lnTo>
                    <a:pt x="10320050" y="877761"/>
                  </a:lnTo>
                  <a:lnTo>
                    <a:pt x="10234928" y="874982"/>
                  </a:lnTo>
                  <a:lnTo>
                    <a:pt x="10139036" y="871449"/>
                  </a:lnTo>
                  <a:lnTo>
                    <a:pt x="10036754" y="867159"/>
                  </a:lnTo>
                  <a:lnTo>
                    <a:pt x="9932339" y="862127"/>
                  </a:lnTo>
                  <a:lnTo>
                    <a:pt x="9829399" y="856368"/>
                  </a:lnTo>
                  <a:lnTo>
                    <a:pt x="9730624" y="849888"/>
                  </a:lnTo>
                  <a:lnTo>
                    <a:pt x="9637751" y="842669"/>
                  </a:lnTo>
                  <a:lnTo>
                    <a:pt x="9551674" y="834667"/>
                  </a:lnTo>
                  <a:lnTo>
                    <a:pt x="9472625" y="825814"/>
                  </a:lnTo>
                  <a:lnTo>
                    <a:pt x="9400360" y="816008"/>
                  </a:lnTo>
                  <a:lnTo>
                    <a:pt x="9334326" y="805126"/>
                  </a:lnTo>
                  <a:lnTo>
                    <a:pt x="9273784" y="793024"/>
                  </a:lnTo>
                  <a:lnTo>
                    <a:pt x="9217908" y="779545"/>
                  </a:lnTo>
                  <a:lnTo>
                    <a:pt x="9165852" y="764537"/>
                  </a:lnTo>
                  <a:lnTo>
                    <a:pt x="9116805" y="747880"/>
                  </a:lnTo>
                  <a:lnTo>
                    <a:pt x="9084767" y="735569"/>
                  </a:lnTo>
                  <a:lnTo>
                    <a:pt x="9032964" y="713202"/>
                  </a:lnTo>
                  <a:lnTo>
                    <a:pt x="8982784" y="688574"/>
                  </a:lnTo>
                  <a:lnTo>
                    <a:pt x="8933618" y="661649"/>
                  </a:lnTo>
                  <a:lnTo>
                    <a:pt x="8885019" y="632471"/>
                  </a:lnTo>
                  <a:lnTo>
                    <a:pt x="8836674" y="601168"/>
                  </a:lnTo>
                  <a:lnTo>
                    <a:pt x="8788380" y="567956"/>
                  </a:lnTo>
                  <a:lnTo>
                    <a:pt x="8740025" y="533144"/>
                  </a:lnTo>
                  <a:lnTo>
                    <a:pt x="8691572" y="497121"/>
                  </a:lnTo>
                  <a:lnTo>
                    <a:pt x="8643035" y="460339"/>
                  </a:lnTo>
                  <a:lnTo>
                    <a:pt x="8594467" y="423296"/>
                  </a:lnTo>
                  <a:lnTo>
                    <a:pt x="8545929" y="386501"/>
                  </a:lnTo>
                  <a:lnTo>
                    <a:pt x="8497473" y="350452"/>
                  </a:lnTo>
                  <a:lnTo>
                    <a:pt x="8449116" y="315604"/>
                  </a:lnTo>
                  <a:lnTo>
                    <a:pt x="8400821" y="282347"/>
                  </a:lnTo>
                  <a:lnTo>
                    <a:pt x="8352480" y="250991"/>
                  </a:lnTo>
                  <a:lnTo>
                    <a:pt x="8303891" y="221756"/>
                  </a:lnTo>
                  <a:lnTo>
                    <a:pt x="8254744" y="194773"/>
                  </a:lnTo>
                  <a:lnTo>
                    <a:pt x="8204597" y="170085"/>
                  </a:lnTo>
                  <a:lnTo>
                    <a:pt x="8152846" y="147661"/>
                  </a:lnTo>
                  <a:lnTo>
                    <a:pt x="8151487" y="147113"/>
                  </a:lnTo>
                  <a:lnTo>
                    <a:pt x="8104066" y="129300"/>
                  </a:lnTo>
                  <a:lnTo>
                    <a:pt x="8054142" y="113179"/>
                  </a:lnTo>
                  <a:lnTo>
                    <a:pt x="8000958" y="98675"/>
                  </a:lnTo>
                  <a:lnTo>
                    <a:pt x="7943684" y="85652"/>
                  </a:lnTo>
                  <a:lnTo>
                    <a:pt x="7881475" y="73956"/>
                  </a:lnTo>
                  <a:lnTo>
                    <a:pt x="7813525" y="63433"/>
                  </a:lnTo>
                  <a:lnTo>
                    <a:pt x="7739142" y="53944"/>
                  </a:lnTo>
                  <a:lnTo>
                    <a:pt x="7657856" y="45372"/>
                  </a:lnTo>
                  <a:lnTo>
                    <a:pt x="7569556" y="37627"/>
                  </a:lnTo>
                  <a:lnTo>
                    <a:pt x="7474665" y="30647"/>
                  </a:lnTo>
                  <a:lnTo>
                    <a:pt x="7374326" y="24397"/>
                  </a:lnTo>
                  <a:lnTo>
                    <a:pt x="7270577" y="18870"/>
                  </a:lnTo>
                  <a:lnTo>
                    <a:pt x="7166412" y="14073"/>
                  </a:lnTo>
                  <a:lnTo>
                    <a:pt x="7065689" y="10023"/>
                  </a:lnTo>
                  <a:lnTo>
                    <a:pt x="6972773" y="6732"/>
                  </a:lnTo>
                  <a:lnTo>
                    <a:pt x="6891936" y="4189"/>
                  </a:lnTo>
                  <a:lnTo>
                    <a:pt x="6826601" y="2351"/>
                  </a:lnTo>
                  <a:lnTo>
                    <a:pt x="6778625" y="1137"/>
                  </a:lnTo>
                  <a:lnTo>
                    <a:pt x="6747842" y="434"/>
                  </a:lnTo>
                  <a:lnTo>
                    <a:pt x="6731955" y="105"/>
                  </a:lnTo>
                  <a:lnTo>
                    <a:pt x="6726737" y="6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805" y="64"/>
                  </a:lnTo>
                  <a:lnTo>
                    <a:pt x="5246250" y="525"/>
                  </a:lnTo>
                  <a:lnTo>
                    <a:pt x="5227208" y="1798"/>
                  </a:lnTo>
                  <a:lnTo>
                    <a:pt x="5193178" y="4306"/>
                  </a:lnTo>
                  <a:lnTo>
                    <a:pt x="5142484" y="8435"/>
                  </a:lnTo>
                  <a:lnTo>
                    <a:pt x="5075404" y="14504"/>
                  </a:lnTo>
                  <a:lnTo>
                    <a:pt x="4994013" y="22729"/>
                  </a:lnTo>
                  <a:lnTo>
                    <a:pt x="4901704" y="33217"/>
                  </a:lnTo>
                  <a:lnTo>
                    <a:pt x="4802533" y="45987"/>
                  </a:lnTo>
                  <a:lnTo>
                    <a:pt x="4700549" y="61000"/>
                  </a:lnTo>
                  <a:lnTo>
                    <a:pt x="4599282" y="78207"/>
                  </a:lnTo>
                  <a:lnTo>
                    <a:pt x="4501459" y="97586"/>
                  </a:lnTo>
                  <a:lnTo>
                    <a:pt x="4408925" y="119168"/>
                  </a:lnTo>
                  <a:lnTo>
                    <a:pt x="4322717" y="143057"/>
                  </a:lnTo>
                  <a:lnTo>
                    <a:pt x="4243218" y="169437"/>
                  </a:lnTo>
                  <a:lnTo>
                    <a:pt x="4170325" y="198573"/>
                  </a:lnTo>
                  <a:lnTo>
                    <a:pt x="4103603" y="230807"/>
                  </a:lnTo>
                  <a:lnTo>
                    <a:pt x="4042413" y="266544"/>
                  </a:lnTo>
                  <a:lnTo>
                    <a:pt x="3986006" y="306237"/>
                  </a:lnTo>
                  <a:lnTo>
                    <a:pt x="3933590" y="350343"/>
                  </a:lnTo>
                  <a:lnTo>
                    <a:pt x="3884389" y="399272"/>
                  </a:lnTo>
                  <a:lnTo>
                    <a:pt x="3837681" y="453281"/>
                  </a:lnTo>
                  <a:lnTo>
                    <a:pt x="3829811" y="463136"/>
                  </a:lnTo>
                  <a:lnTo>
                    <a:pt x="3791842" y="513796"/>
                  </a:lnTo>
                  <a:lnTo>
                    <a:pt x="3754836" y="568212"/>
                  </a:lnTo>
                  <a:lnTo>
                    <a:pt x="3718528" y="626461"/>
                  </a:lnTo>
                  <a:lnTo>
                    <a:pt x="3682706" y="688557"/>
                  </a:lnTo>
                  <a:lnTo>
                    <a:pt x="3647200" y="754442"/>
                  </a:lnTo>
                  <a:lnTo>
                    <a:pt x="3611878" y="823985"/>
                  </a:lnTo>
                  <a:lnTo>
                    <a:pt x="3576643" y="896975"/>
                  </a:lnTo>
                  <a:lnTo>
                    <a:pt x="3541424" y="973118"/>
                  </a:lnTo>
                  <a:lnTo>
                    <a:pt x="3506178" y="1052041"/>
                  </a:lnTo>
                  <a:lnTo>
                    <a:pt x="3470882" y="1133297"/>
                  </a:lnTo>
                  <a:lnTo>
                    <a:pt x="3435533" y="1216372"/>
                  </a:lnTo>
                  <a:lnTo>
                    <a:pt x="3400140" y="1300702"/>
                  </a:lnTo>
                  <a:lnTo>
                    <a:pt x="3364722" y="1385683"/>
                  </a:lnTo>
                  <a:lnTo>
                    <a:pt x="3329303" y="1470690"/>
                  </a:lnTo>
                  <a:lnTo>
                    <a:pt x="3293907" y="1555102"/>
                  </a:lnTo>
                  <a:lnTo>
                    <a:pt x="3258554" y="1638311"/>
                  </a:lnTo>
                  <a:lnTo>
                    <a:pt x="3223254" y="1719747"/>
                  </a:lnTo>
                  <a:lnTo>
                    <a:pt x="3188004" y="1798893"/>
                  </a:lnTo>
                  <a:lnTo>
                    <a:pt x="3152784" y="1875296"/>
                  </a:lnTo>
                  <a:lnTo>
                    <a:pt x="3117552" y="1948574"/>
                  </a:lnTo>
                  <a:lnTo>
                    <a:pt x="3082242" y="2018429"/>
                  </a:lnTo>
                  <a:lnTo>
                    <a:pt x="3046756" y="2084641"/>
                  </a:lnTo>
                  <a:lnTo>
                    <a:pt x="3010968" y="2147072"/>
                  </a:lnTo>
                  <a:lnTo>
                    <a:pt x="2974711" y="2205658"/>
                  </a:lnTo>
                  <a:lnTo>
                    <a:pt x="2937776" y="2260408"/>
                  </a:lnTo>
                  <a:lnTo>
                    <a:pt x="2899903" y="2311393"/>
                  </a:lnTo>
                  <a:lnTo>
                    <a:pt x="2896531" y="2315682"/>
                  </a:lnTo>
                  <a:lnTo>
                    <a:pt x="2850188" y="2370576"/>
                  </a:lnTo>
                  <a:lnTo>
                    <a:pt x="2801467" y="2420371"/>
                  </a:lnTo>
                  <a:lnTo>
                    <a:pt x="2749662" y="2465284"/>
                  </a:lnTo>
                  <a:lnTo>
                    <a:pt x="2694001" y="2505708"/>
                  </a:lnTo>
                  <a:lnTo>
                    <a:pt x="2633694" y="2542096"/>
                  </a:lnTo>
                  <a:lnTo>
                    <a:pt x="2567978" y="2574905"/>
                  </a:lnTo>
                  <a:lnTo>
                    <a:pt x="2496190" y="2604550"/>
                  </a:lnTo>
                  <a:lnTo>
                    <a:pt x="2417852" y="2631385"/>
                  </a:lnTo>
                  <a:lnTo>
                    <a:pt x="2332792" y="2655689"/>
                  </a:lnTo>
                  <a:lnTo>
                    <a:pt x="2241298" y="2677660"/>
                  </a:lnTo>
                  <a:lnTo>
                    <a:pt x="2144281" y="2697416"/>
                  </a:lnTo>
                  <a:lnTo>
                    <a:pt x="2043440" y="2715000"/>
                  </a:lnTo>
                  <a:lnTo>
                    <a:pt x="1941347" y="2730395"/>
                  </a:lnTo>
                  <a:lnTo>
                    <a:pt x="1841409" y="2743556"/>
                  </a:lnTo>
                  <a:lnTo>
                    <a:pt x="1747616" y="2754439"/>
                  </a:lnTo>
                  <a:lnTo>
                    <a:pt x="1664067" y="2763050"/>
                  </a:lnTo>
                  <a:lnTo>
                    <a:pt x="1594321" y="2769480"/>
                  </a:lnTo>
                  <a:lnTo>
                    <a:pt x="1540720" y="2773925"/>
                  </a:lnTo>
                  <a:lnTo>
                    <a:pt x="1503874" y="2776686"/>
                  </a:lnTo>
                  <a:lnTo>
                    <a:pt x="1482444" y="2778143"/>
                  </a:lnTo>
                  <a:lnTo>
                    <a:pt x="1473224" y="2778714"/>
                  </a:lnTo>
                  <a:lnTo>
                    <a:pt x="1471387" y="2778819"/>
                  </a:lnTo>
                  <a:lnTo>
                    <a:pt x="0" y="2778819"/>
                  </a:lnTo>
                  <a:close/>
                </a:path>
              </a:pathLst>
            </a:custGeom>
            <a:solidFill>
              <a:srgbClr val="A1D492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2088" name="pl2088"/>
            <p:cNvSpPr/>
            <p:nvPr/>
          </p:nvSpPr>
          <p:spPr>
            <a:xfrm>
              <a:off x="4799595" y="8191758"/>
              <a:ext cx="11981298" cy="2778819"/>
            </a:xfrm>
            <a:custGeom>
              <a:avLst/>
              <a:pathLst>
                <a:path w="11981298" h="2778819">
                  <a:moveTo>
                    <a:pt x="0" y="2778819"/>
                  </a:moveTo>
                  <a:lnTo>
                    <a:pt x="1471387" y="2778819"/>
                  </a:lnTo>
                  <a:lnTo>
                    <a:pt x="1472537" y="2778754"/>
                  </a:lnTo>
                  <a:lnTo>
                    <a:pt x="1480093" y="2778294"/>
                  </a:lnTo>
                  <a:lnTo>
                    <a:pt x="1499134" y="2777020"/>
                  </a:lnTo>
                  <a:lnTo>
                    <a:pt x="1533164" y="2774513"/>
                  </a:lnTo>
                  <a:lnTo>
                    <a:pt x="1583858" y="2770383"/>
                  </a:lnTo>
                  <a:lnTo>
                    <a:pt x="1650938" y="2764314"/>
                  </a:lnTo>
                  <a:lnTo>
                    <a:pt x="1732329" y="2756089"/>
                  </a:lnTo>
                  <a:lnTo>
                    <a:pt x="1824638" y="2745601"/>
                  </a:lnTo>
                  <a:lnTo>
                    <a:pt x="1923809" y="2732832"/>
                  </a:lnTo>
                  <a:lnTo>
                    <a:pt x="2025793" y="2717819"/>
                  </a:lnTo>
                  <a:lnTo>
                    <a:pt x="2127060" y="2700611"/>
                  </a:lnTo>
                  <a:lnTo>
                    <a:pt x="2224883" y="2681232"/>
                  </a:lnTo>
                  <a:lnTo>
                    <a:pt x="2317417" y="2659650"/>
                  </a:lnTo>
                  <a:lnTo>
                    <a:pt x="2403625" y="2635761"/>
                  </a:lnTo>
                  <a:lnTo>
                    <a:pt x="2483124" y="2609382"/>
                  </a:lnTo>
                  <a:lnTo>
                    <a:pt x="2556017" y="2580246"/>
                  </a:lnTo>
                  <a:lnTo>
                    <a:pt x="2622739" y="2548012"/>
                  </a:lnTo>
                  <a:lnTo>
                    <a:pt x="2683929" y="2512274"/>
                  </a:lnTo>
                  <a:lnTo>
                    <a:pt x="2740337" y="2472582"/>
                  </a:lnTo>
                  <a:lnTo>
                    <a:pt x="2792752" y="2428475"/>
                  </a:lnTo>
                  <a:lnTo>
                    <a:pt x="2841953" y="2379546"/>
                  </a:lnTo>
                  <a:lnTo>
                    <a:pt x="2888661" y="2325538"/>
                  </a:lnTo>
                  <a:lnTo>
                    <a:pt x="2896531" y="2315682"/>
                  </a:lnTo>
                  <a:lnTo>
                    <a:pt x="2934501" y="2265022"/>
                  </a:lnTo>
                  <a:lnTo>
                    <a:pt x="2971507" y="2210606"/>
                  </a:lnTo>
                  <a:lnTo>
                    <a:pt x="3007814" y="2152357"/>
                  </a:lnTo>
                  <a:lnTo>
                    <a:pt x="3043636" y="2090262"/>
                  </a:lnTo>
                  <a:lnTo>
                    <a:pt x="3079142" y="2024376"/>
                  </a:lnTo>
                  <a:lnTo>
                    <a:pt x="3114464" y="1954833"/>
                  </a:lnTo>
                  <a:lnTo>
                    <a:pt x="3149700" y="1881843"/>
                  </a:lnTo>
                  <a:lnTo>
                    <a:pt x="3184918" y="1805701"/>
                  </a:lnTo>
                  <a:lnTo>
                    <a:pt x="3220164" y="1726778"/>
                  </a:lnTo>
                  <a:lnTo>
                    <a:pt x="3255460" y="1645522"/>
                  </a:lnTo>
                  <a:lnTo>
                    <a:pt x="3290809" y="1562446"/>
                  </a:lnTo>
                  <a:lnTo>
                    <a:pt x="3326202" y="1478116"/>
                  </a:lnTo>
                  <a:lnTo>
                    <a:pt x="3361620" y="1393136"/>
                  </a:lnTo>
                  <a:lnTo>
                    <a:pt x="3397039" y="1308128"/>
                  </a:lnTo>
                  <a:lnTo>
                    <a:pt x="3432435" y="1223717"/>
                  </a:lnTo>
                  <a:lnTo>
                    <a:pt x="3467788" y="1140508"/>
                  </a:lnTo>
                  <a:lnTo>
                    <a:pt x="3503089" y="1059071"/>
                  </a:lnTo>
                  <a:lnTo>
                    <a:pt x="3538338" y="979925"/>
                  </a:lnTo>
                  <a:lnTo>
                    <a:pt x="3573558" y="903523"/>
                  </a:lnTo>
                  <a:lnTo>
                    <a:pt x="3608790" y="830244"/>
                  </a:lnTo>
                  <a:lnTo>
                    <a:pt x="3644101" y="760389"/>
                  </a:lnTo>
                  <a:lnTo>
                    <a:pt x="3679586" y="694177"/>
                  </a:lnTo>
                  <a:lnTo>
                    <a:pt x="3715374" y="631747"/>
                  </a:lnTo>
                  <a:lnTo>
                    <a:pt x="3751631" y="573160"/>
                  </a:lnTo>
                  <a:lnTo>
                    <a:pt x="3788566" y="518410"/>
                  </a:lnTo>
                  <a:lnTo>
                    <a:pt x="3826439" y="467426"/>
                  </a:lnTo>
                  <a:lnTo>
                    <a:pt x="3829811" y="463136"/>
                  </a:lnTo>
                  <a:lnTo>
                    <a:pt x="3876154" y="408243"/>
                  </a:lnTo>
                  <a:lnTo>
                    <a:pt x="3924875" y="358448"/>
                  </a:lnTo>
                  <a:lnTo>
                    <a:pt x="3976680" y="313534"/>
                  </a:lnTo>
                  <a:lnTo>
                    <a:pt x="4032341" y="273111"/>
                  </a:lnTo>
                  <a:lnTo>
                    <a:pt x="4092648" y="236722"/>
                  </a:lnTo>
                  <a:lnTo>
                    <a:pt x="4158364" y="203914"/>
                  </a:lnTo>
                  <a:lnTo>
                    <a:pt x="4230152" y="174268"/>
                  </a:lnTo>
                  <a:lnTo>
                    <a:pt x="4308491" y="147433"/>
                  </a:lnTo>
                  <a:lnTo>
                    <a:pt x="4393550" y="123129"/>
                  </a:lnTo>
                  <a:lnTo>
                    <a:pt x="4485044" y="101158"/>
                  </a:lnTo>
                  <a:lnTo>
                    <a:pt x="4582061" y="81402"/>
                  </a:lnTo>
                  <a:lnTo>
                    <a:pt x="4682902" y="63819"/>
                  </a:lnTo>
                  <a:lnTo>
                    <a:pt x="4784995" y="48423"/>
                  </a:lnTo>
                  <a:lnTo>
                    <a:pt x="4884933" y="35263"/>
                  </a:lnTo>
                  <a:lnTo>
                    <a:pt x="4978726" y="24379"/>
                  </a:lnTo>
                  <a:lnTo>
                    <a:pt x="5062275" y="15768"/>
                  </a:lnTo>
                  <a:lnTo>
                    <a:pt x="5132021" y="9338"/>
                  </a:lnTo>
                  <a:lnTo>
                    <a:pt x="5185622" y="4893"/>
                  </a:lnTo>
                  <a:lnTo>
                    <a:pt x="5222468" y="2132"/>
                  </a:lnTo>
                  <a:lnTo>
                    <a:pt x="5243898" y="675"/>
                  </a:lnTo>
                  <a:lnTo>
                    <a:pt x="5253118" y="104"/>
                  </a:lnTo>
                  <a:lnTo>
                    <a:pt x="5254949" y="0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571" y="21"/>
                  </a:lnTo>
                  <a:lnTo>
                    <a:pt x="6735631" y="178"/>
                  </a:lnTo>
                  <a:lnTo>
                    <a:pt x="6755902" y="611"/>
                  </a:lnTo>
                  <a:lnTo>
                    <a:pt x="6792026" y="1463"/>
                  </a:lnTo>
                  <a:lnTo>
                    <a:pt x="6845628" y="2865"/>
                  </a:lnTo>
                  <a:lnTo>
                    <a:pt x="6916203" y="4921"/>
                  </a:lnTo>
                  <a:lnTo>
                    <a:pt x="7001325" y="7701"/>
                  </a:lnTo>
                  <a:lnTo>
                    <a:pt x="7097217" y="11234"/>
                  </a:lnTo>
                  <a:lnTo>
                    <a:pt x="7199500" y="15524"/>
                  </a:lnTo>
                  <a:lnTo>
                    <a:pt x="7303914" y="20556"/>
                  </a:lnTo>
                  <a:lnTo>
                    <a:pt x="7406855" y="26315"/>
                  </a:lnTo>
                  <a:lnTo>
                    <a:pt x="7505630" y="32795"/>
                  </a:lnTo>
                  <a:lnTo>
                    <a:pt x="7598503" y="40014"/>
                  </a:lnTo>
                  <a:lnTo>
                    <a:pt x="7684579" y="48015"/>
                  </a:lnTo>
                  <a:lnTo>
                    <a:pt x="7763628" y="56869"/>
                  </a:lnTo>
                  <a:lnTo>
                    <a:pt x="7835893" y="66675"/>
                  </a:lnTo>
                  <a:lnTo>
                    <a:pt x="7901927" y="77556"/>
                  </a:lnTo>
                  <a:lnTo>
                    <a:pt x="7962469" y="89659"/>
                  </a:lnTo>
                  <a:lnTo>
                    <a:pt x="8018345" y="103138"/>
                  </a:lnTo>
                  <a:lnTo>
                    <a:pt x="8070401" y="118146"/>
                  </a:lnTo>
                  <a:lnTo>
                    <a:pt x="8119448" y="134803"/>
                  </a:lnTo>
                  <a:lnTo>
                    <a:pt x="8151487" y="147113"/>
                  </a:lnTo>
                  <a:lnTo>
                    <a:pt x="8203289" y="169480"/>
                  </a:lnTo>
                  <a:lnTo>
                    <a:pt x="8253469" y="194109"/>
                  </a:lnTo>
                  <a:lnTo>
                    <a:pt x="8302636" y="221033"/>
                  </a:lnTo>
                  <a:lnTo>
                    <a:pt x="8351234" y="250211"/>
                  </a:lnTo>
                  <a:lnTo>
                    <a:pt x="8399579" y="281515"/>
                  </a:lnTo>
                  <a:lnTo>
                    <a:pt x="8447873" y="314727"/>
                  </a:lnTo>
                  <a:lnTo>
                    <a:pt x="8496228" y="349539"/>
                  </a:lnTo>
                  <a:lnTo>
                    <a:pt x="8544682" y="385562"/>
                  </a:lnTo>
                  <a:lnTo>
                    <a:pt x="8593218" y="422344"/>
                  </a:lnTo>
                  <a:lnTo>
                    <a:pt x="8641786" y="459387"/>
                  </a:lnTo>
                  <a:lnTo>
                    <a:pt x="8690324" y="496182"/>
                  </a:lnTo>
                  <a:lnTo>
                    <a:pt x="8738780" y="532231"/>
                  </a:lnTo>
                  <a:lnTo>
                    <a:pt x="8787137" y="567079"/>
                  </a:lnTo>
                  <a:lnTo>
                    <a:pt x="8835432" y="600336"/>
                  </a:lnTo>
                  <a:lnTo>
                    <a:pt x="8883773" y="631692"/>
                  </a:lnTo>
                  <a:lnTo>
                    <a:pt x="8932362" y="660927"/>
                  </a:lnTo>
                  <a:lnTo>
                    <a:pt x="8981509" y="687910"/>
                  </a:lnTo>
                  <a:lnTo>
                    <a:pt x="9031656" y="712598"/>
                  </a:lnTo>
                  <a:lnTo>
                    <a:pt x="9083408" y="735022"/>
                  </a:lnTo>
                  <a:lnTo>
                    <a:pt x="9084767" y="735569"/>
                  </a:lnTo>
                  <a:lnTo>
                    <a:pt x="9132187" y="753383"/>
                  </a:lnTo>
                  <a:lnTo>
                    <a:pt x="9182111" y="769504"/>
                  </a:lnTo>
                  <a:lnTo>
                    <a:pt x="9235296" y="784008"/>
                  </a:lnTo>
                  <a:lnTo>
                    <a:pt x="9292569" y="797031"/>
                  </a:lnTo>
                  <a:lnTo>
                    <a:pt x="9354778" y="808727"/>
                  </a:lnTo>
                  <a:lnTo>
                    <a:pt x="9422728" y="819250"/>
                  </a:lnTo>
                  <a:lnTo>
                    <a:pt x="9497111" y="828739"/>
                  </a:lnTo>
                  <a:lnTo>
                    <a:pt x="9578397" y="837311"/>
                  </a:lnTo>
                  <a:lnTo>
                    <a:pt x="9666697" y="845056"/>
                  </a:lnTo>
                  <a:lnTo>
                    <a:pt x="9761589" y="852036"/>
                  </a:lnTo>
                  <a:lnTo>
                    <a:pt x="9861927" y="858285"/>
                  </a:lnTo>
                  <a:lnTo>
                    <a:pt x="9965677" y="863813"/>
                  </a:lnTo>
                  <a:lnTo>
                    <a:pt x="10069841" y="868610"/>
                  </a:lnTo>
                  <a:lnTo>
                    <a:pt x="10170565" y="872660"/>
                  </a:lnTo>
                  <a:lnTo>
                    <a:pt x="10263480" y="875951"/>
                  </a:lnTo>
                  <a:lnTo>
                    <a:pt x="10344317" y="878494"/>
                  </a:lnTo>
                  <a:lnTo>
                    <a:pt x="10409653" y="880332"/>
                  </a:lnTo>
                  <a:lnTo>
                    <a:pt x="10457628" y="881545"/>
                  </a:lnTo>
                  <a:lnTo>
                    <a:pt x="10488411" y="882249"/>
                  </a:lnTo>
                  <a:lnTo>
                    <a:pt x="10504298" y="882578"/>
                  </a:lnTo>
                  <a:lnTo>
                    <a:pt x="10509516" y="882676"/>
                  </a:lnTo>
                  <a:lnTo>
                    <a:pt x="10509911" y="882683"/>
                  </a:lnTo>
                  <a:lnTo>
                    <a:pt x="11981298" y="88268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89" name="pl2089"/>
            <p:cNvSpPr/>
            <p:nvPr/>
          </p:nvSpPr>
          <p:spPr>
            <a:xfrm>
              <a:off x="4799595" y="8183585"/>
              <a:ext cx="11981298" cy="2778819"/>
            </a:xfrm>
            <a:custGeom>
              <a:avLst/>
              <a:pathLst>
                <a:path w="11981298" h="2778819">
                  <a:moveTo>
                    <a:pt x="11981298" y="882683"/>
                  </a:moveTo>
                  <a:lnTo>
                    <a:pt x="10509911" y="882683"/>
                  </a:lnTo>
                  <a:lnTo>
                    <a:pt x="10508682" y="882661"/>
                  </a:lnTo>
                  <a:lnTo>
                    <a:pt x="10500622" y="882505"/>
                  </a:lnTo>
                  <a:lnTo>
                    <a:pt x="10480351" y="882072"/>
                  </a:lnTo>
                  <a:lnTo>
                    <a:pt x="10444228" y="881219"/>
                  </a:lnTo>
                  <a:lnTo>
                    <a:pt x="10390625" y="879817"/>
                  </a:lnTo>
                  <a:lnTo>
                    <a:pt x="10320050" y="877761"/>
                  </a:lnTo>
                  <a:lnTo>
                    <a:pt x="10234928" y="874982"/>
                  </a:lnTo>
                  <a:lnTo>
                    <a:pt x="10139036" y="871449"/>
                  </a:lnTo>
                  <a:lnTo>
                    <a:pt x="10036754" y="867159"/>
                  </a:lnTo>
                  <a:lnTo>
                    <a:pt x="9932339" y="862127"/>
                  </a:lnTo>
                  <a:lnTo>
                    <a:pt x="9829399" y="856368"/>
                  </a:lnTo>
                  <a:lnTo>
                    <a:pt x="9730624" y="849888"/>
                  </a:lnTo>
                  <a:lnTo>
                    <a:pt x="9637751" y="842669"/>
                  </a:lnTo>
                  <a:lnTo>
                    <a:pt x="9551674" y="834667"/>
                  </a:lnTo>
                  <a:lnTo>
                    <a:pt x="9472625" y="825814"/>
                  </a:lnTo>
                  <a:lnTo>
                    <a:pt x="9400360" y="816008"/>
                  </a:lnTo>
                  <a:lnTo>
                    <a:pt x="9334326" y="805126"/>
                  </a:lnTo>
                  <a:lnTo>
                    <a:pt x="9273784" y="793024"/>
                  </a:lnTo>
                  <a:lnTo>
                    <a:pt x="9217908" y="779545"/>
                  </a:lnTo>
                  <a:lnTo>
                    <a:pt x="9165852" y="764537"/>
                  </a:lnTo>
                  <a:lnTo>
                    <a:pt x="9116805" y="747880"/>
                  </a:lnTo>
                  <a:lnTo>
                    <a:pt x="9084767" y="735569"/>
                  </a:lnTo>
                  <a:lnTo>
                    <a:pt x="9032964" y="713202"/>
                  </a:lnTo>
                  <a:lnTo>
                    <a:pt x="8982784" y="688574"/>
                  </a:lnTo>
                  <a:lnTo>
                    <a:pt x="8933618" y="661649"/>
                  </a:lnTo>
                  <a:lnTo>
                    <a:pt x="8885019" y="632471"/>
                  </a:lnTo>
                  <a:lnTo>
                    <a:pt x="8836674" y="601168"/>
                  </a:lnTo>
                  <a:lnTo>
                    <a:pt x="8788380" y="567956"/>
                  </a:lnTo>
                  <a:lnTo>
                    <a:pt x="8740025" y="533144"/>
                  </a:lnTo>
                  <a:lnTo>
                    <a:pt x="8691572" y="497121"/>
                  </a:lnTo>
                  <a:lnTo>
                    <a:pt x="8643035" y="460339"/>
                  </a:lnTo>
                  <a:lnTo>
                    <a:pt x="8594467" y="423296"/>
                  </a:lnTo>
                  <a:lnTo>
                    <a:pt x="8545929" y="386501"/>
                  </a:lnTo>
                  <a:lnTo>
                    <a:pt x="8497473" y="350452"/>
                  </a:lnTo>
                  <a:lnTo>
                    <a:pt x="8449116" y="315604"/>
                  </a:lnTo>
                  <a:lnTo>
                    <a:pt x="8400821" y="282347"/>
                  </a:lnTo>
                  <a:lnTo>
                    <a:pt x="8352480" y="250991"/>
                  </a:lnTo>
                  <a:lnTo>
                    <a:pt x="8303891" y="221756"/>
                  </a:lnTo>
                  <a:lnTo>
                    <a:pt x="8254744" y="194773"/>
                  </a:lnTo>
                  <a:lnTo>
                    <a:pt x="8204597" y="170085"/>
                  </a:lnTo>
                  <a:lnTo>
                    <a:pt x="8152846" y="147661"/>
                  </a:lnTo>
                  <a:lnTo>
                    <a:pt x="8151487" y="147113"/>
                  </a:lnTo>
                  <a:lnTo>
                    <a:pt x="8104066" y="129300"/>
                  </a:lnTo>
                  <a:lnTo>
                    <a:pt x="8054142" y="113179"/>
                  </a:lnTo>
                  <a:lnTo>
                    <a:pt x="8000958" y="98675"/>
                  </a:lnTo>
                  <a:lnTo>
                    <a:pt x="7943684" y="85652"/>
                  </a:lnTo>
                  <a:lnTo>
                    <a:pt x="7881475" y="73956"/>
                  </a:lnTo>
                  <a:lnTo>
                    <a:pt x="7813525" y="63433"/>
                  </a:lnTo>
                  <a:lnTo>
                    <a:pt x="7739142" y="53944"/>
                  </a:lnTo>
                  <a:lnTo>
                    <a:pt x="7657856" y="45372"/>
                  </a:lnTo>
                  <a:lnTo>
                    <a:pt x="7569556" y="37627"/>
                  </a:lnTo>
                  <a:lnTo>
                    <a:pt x="7474665" y="30647"/>
                  </a:lnTo>
                  <a:lnTo>
                    <a:pt x="7374326" y="24397"/>
                  </a:lnTo>
                  <a:lnTo>
                    <a:pt x="7270577" y="18870"/>
                  </a:lnTo>
                  <a:lnTo>
                    <a:pt x="7166412" y="14073"/>
                  </a:lnTo>
                  <a:lnTo>
                    <a:pt x="7065689" y="10023"/>
                  </a:lnTo>
                  <a:lnTo>
                    <a:pt x="6972773" y="6732"/>
                  </a:lnTo>
                  <a:lnTo>
                    <a:pt x="6891936" y="4189"/>
                  </a:lnTo>
                  <a:lnTo>
                    <a:pt x="6826601" y="2351"/>
                  </a:lnTo>
                  <a:lnTo>
                    <a:pt x="6778625" y="1137"/>
                  </a:lnTo>
                  <a:lnTo>
                    <a:pt x="6747842" y="434"/>
                  </a:lnTo>
                  <a:lnTo>
                    <a:pt x="6731955" y="105"/>
                  </a:lnTo>
                  <a:lnTo>
                    <a:pt x="6726737" y="6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805" y="64"/>
                  </a:lnTo>
                  <a:lnTo>
                    <a:pt x="5246250" y="525"/>
                  </a:lnTo>
                  <a:lnTo>
                    <a:pt x="5227208" y="1798"/>
                  </a:lnTo>
                  <a:lnTo>
                    <a:pt x="5193178" y="4306"/>
                  </a:lnTo>
                  <a:lnTo>
                    <a:pt x="5142484" y="8435"/>
                  </a:lnTo>
                  <a:lnTo>
                    <a:pt x="5075404" y="14504"/>
                  </a:lnTo>
                  <a:lnTo>
                    <a:pt x="4994013" y="22729"/>
                  </a:lnTo>
                  <a:lnTo>
                    <a:pt x="4901704" y="33217"/>
                  </a:lnTo>
                  <a:lnTo>
                    <a:pt x="4802533" y="45987"/>
                  </a:lnTo>
                  <a:lnTo>
                    <a:pt x="4700549" y="61000"/>
                  </a:lnTo>
                  <a:lnTo>
                    <a:pt x="4599282" y="78207"/>
                  </a:lnTo>
                  <a:lnTo>
                    <a:pt x="4501459" y="97586"/>
                  </a:lnTo>
                  <a:lnTo>
                    <a:pt x="4408925" y="119168"/>
                  </a:lnTo>
                  <a:lnTo>
                    <a:pt x="4322717" y="143057"/>
                  </a:lnTo>
                  <a:lnTo>
                    <a:pt x="4243218" y="169437"/>
                  </a:lnTo>
                  <a:lnTo>
                    <a:pt x="4170325" y="198573"/>
                  </a:lnTo>
                  <a:lnTo>
                    <a:pt x="4103603" y="230807"/>
                  </a:lnTo>
                  <a:lnTo>
                    <a:pt x="4042413" y="266544"/>
                  </a:lnTo>
                  <a:lnTo>
                    <a:pt x="3986006" y="306237"/>
                  </a:lnTo>
                  <a:lnTo>
                    <a:pt x="3933590" y="350343"/>
                  </a:lnTo>
                  <a:lnTo>
                    <a:pt x="3884389" y="399272"/>
                  </a:lnTo>
                  <a:lnTo>
                    <a:pt x="3837681" y="453281"/>
                  </a:lnTo>
                  <a:lnTo>
                    <a:pt x="3829811" y="463136"/>
                  </a:lnTo>
                  <a:lnTo>
                    <a:pt x="3791842" y="513796"/>
                  </a:lnTo>
                  <a:lnTo>
                    <a:pt x="3754836" y="568212"/>
                  </a:lnTo>
                  <a:lnTo>
                    <a:pt x="3718528" y="626461"/>
                  </a:lnTo>
                  <a:lnTo>
                    <a:pt x="3682706" y="688557"/>
                  </a:lnTo>
                  <a:lnTo>
                    <a:pt x="3647200" y="754442"/>
                  </a:lnTo>
                  <a:lnTo>
                    <a:pt x="3611878" y="823985"/>
                  </a:lnTo>
                  <a:lnTo>
                    <a:pt x="3576643" y="896975"/>
                  </a:lnTo>
                  <a:lnTo>
                    <a:pt x="3541424" y="973118"/>
                  </a:lnTo>
                  <a:lnTo>
                    <a:pt x="3506178" y="1052041"/>
                  </a:lnTo>
                  <a:lnTo>
                    <a:pt x="3470882" y="1133297"/>
                  </a:lnTo>
                  <a:lnTo>
                    <a:pt x="3435533" y="1216372"/>
                  </a:lnTo>
                  <a:lnTo>
                    <a:pt x="3400140" y="1300702"/>
                  </a:lnTo>
                  <a:lnTo>
                    <a:pt x="3364722" y="1385683"/>
                  </a:lnTo>
                  <a:lnTo>
                    <a:pt x="3329303" y="1470690"/>
                  </a:lnTo>
                  <a:lnTo>
                    <a:pt x="3293907" y="1555102"/>
                  </a:lnTo>
                  <a:lnTo>
                    <a:pt x="3258554" y="1638311"/>
                  </a:lnTo>
                  <a:lnTo>
                    <a:pt x="3223254" y="1719747"/>
                  </a:lnTo>
                  <a:lnTo>
                    <a:pt x="3188004" y="1798893"/>
                  </a:lnTo>
                  <a:lnTo>
                    <a:pt x="3152784" y="1875296"/>
                  </a:lnTo>
                  <a:lnTo>
                    <a:pt x="3117552" y="1948574"/>
                  </a:lnTo>
                  <a:lnTo>
                    <a:pt x="3082242" y="2018429"/>
                  </a:lnTo>
                  <a:lnTo>
                    <a:pt x="3046756" y="2084641"/>
                  </a:lnTo>
                  <a:lnTo>
                    <a:pt x="3010968" y="2147072"/>
                  </a:lnTo>
                  <a:lnTo>
                    <a:pt x="2974711" y="2205658"/>
                  </a:lnTo>
                  <a:lnTo>
                    <a:pt x="2937776" y="2260408"/>
                  </a:lnTo>
                  <a:lnTo>
                    <a:pt x="2899903" y="2311393"/>
                  </a:lnTo>
                  <a:lnTo>
                    <a:pt x="2896531" y="2315682"/>
                  </a:lnTo>
                  <a:lnTo>
                    <a:pt x="2850188" y="2370576"/>
                  </a:lnTo>
                  <a:lnTo>
                    <a:pt x="2801467" y="2420371"/>
                  </a:lnTo>
                  <a:lnTo>
                    <a:pt x="2749662" y="2465284"/>
                  </a:lnTo>
                  <a:lnTo>
                    <a:pt x="2694001" y="2505708"/>
                  </a:lnTo>
                  <a:lnTo>
                    <a:pt x="2633694" y="2542096"/>
                  </a:lnTo>
                  <a:lnTo>
                    <a:pt x="2567978" y="2574905"/>
                  </a:lnTo>
                  <a:lnTo>
                    <a:pt x="2496190" y="2604550"/>
                  </a:lnTo>
                  <a:lnTo>
                    <a:pt x="2417852" y="2631385"/>
                  </a:lnTo>
                  <a:lnTo>
                    <a:pt x="2332792" y="2655689"/>
                  </a:lnTo>
                  <a:lnTo>
                    <a:pt x="2241298" y="2677660"/>
                  </a:lnTo>
                  <a:lnTo>
                    <a:pt x="2144281" y="2697416"/>
                  </a:lnTo>
                  <a:lnTo>
                    <a:pt x="2043440" y="2715000"/>
                  </a:lnTo>
                  <a:lnTo>
                    <a:pt x="1941347" y="2730395"/>
                  </a:lnTo>
                  <a:lnTo>
                    <a:pt x="1841409" y="2743556"/>
                  </a:lnTo>
                  <a:lnTo>
                    <a:pt x="1747616" y="2754439"/>
                  </a:lnTo>
                  <a:lnTo>
                    <a:pt x="1664067" y="2763050"/>
                  </a:lnTo>
                  <a:lnTo>
                    <a:pt x="1594321" y="2769480"/>
                  </a:lnTo>
                  <a:lnTo>
                    <a:pt x="1540720" y="2773925"/>
                  </a:lnTo>
                  <a:lnTo>
                    <a:pt x="1503874" y="2776686"/>
                  </a:lnTo>
                  <a:lnTo>
                    <a:pt x="1482444" y="2778143"/>
                  </a:lnTo>
                  <a:lnTo>
                    <a:pt x="1473224" y="2778714"/>
                  </a:lnTo>
                  <a:lnTo>
                    <a:pt x="1471393" y="2778819"/>
                  </a:lnTo>
                  <a:lnTo>
                    <a:pt x="1471387" y="2778819"/>
                  </a:lnTo>
                  <a:lnTo>
                    <a:pt x="0" y="277881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90" name="pg2090"/>
            <p:cNvSpPr/>
            <p:nvPr/>
          </p:nvSpPr>
          <p:spPr>
            <a:xfrm>
              <a:off x="4799595" y="2952866"/>
              <a:ext cx="11981298" cy="7960500"/>
            </a:xfrm>
            <a:custGeom>
              <a:avLst/>
              <a:pathLst>
                <a:path w="11981298" h="7960500">
                  <a:moveTo>
                    <a:pt x="0" y="7960500"/>
                  </a:moveTo>
                  <a:lnTo>
                    <a:pt x="1471387" y="7960500"/>
                  </a:lnTo>
                  <a:lnTo>
                    <a:pt x="1472084" y="7960389"/>
                  </a:lnTo>
                  <a:lnTo>
                    <a:pt x="1476713" y="7959600"/>
                  </a:lnTo>
                  <a:lnTo>
                    <a:pt x="1488535" y="7957424"/>
                  </a:lnTo>
                  <a:lnTo>
                    <a:pt x="1510048" y="7953129"/>
                  </a:lnTo>
                  <a:lnTo>
                    <a:pt x="1542884" y="7946007"/>
                  </a:lnTo>
                  <a:lnTo>
                    <a:pt x="1587701" y="7935415"/>
                  </a:lnTo>
                  <a:lnTo>
                    <a:pt x="1644164" y="7920828"/>
                  </a:lnTo>
                  <a:lnTo>
                    <a:pt x="1711028" y="7901872"/>
                  </a:lnTo>
                  <a:lnTo>
                    <a:pt x="1786346" y="7878331"/>
                  </a:lnTo>
                  <a:lnTo>
                    <a:pt x="1867748" y="7850133"/>
                  </a:lnTo>
                  <a:lnTo>
                    <a:pt x="1952736" y="7817306"/>
                  </a:lnTo>
                  <a:lnTo>
                    <a:pt x="2038952" y="7779935"/>
                  </a:lnTo>
                  <a:lnTo>
                    <a:pt x="2124357" y="7738101"/>
                  </a:lnTo>
                  <a:lnTo>
                    <a:pt x="2207337" y="7691842"/>
                  </a:lnTo>
                  <a:lnTo>
                    <a:pt x="2286731" y="7641118"/>
                  </a:lnTo>
                  <a:lnTo>
                    <a:pt x="2361796" y="7585783"/>
                  </a:lnTo>
                  <a:lnTo>
                    <a:pt x="2432157" y="7525580"/>
                  </a:lnTo>
                  <a:lnTo>
                    <a:pt x="2497722" y="7460132"/>
                  </a:lnTo>
                  <a:lnTo>
                    <a:pt x="2558621" y="7388945"/>
                  </a:lnTo>
                  <a:lnTo>
                    <a:pt x="2615134" y="7311416"/>
                  </a:lnTo>
                  <a:lnTo>
                    <a:pt x="2667645" y="7226850"/>
                  </a:lnTo>
                  <a:lnTo>
                    <a:pt x="2716596" y="7134480"/>
                  </a:lnTo>
                  <a:lnTo>
                    <a:pt x="2762460" y="7033507"/>
                  </a:lnTo>
                  <a:lnTo>
                    <a:pt x="2805712" y="6923163"/>
                  </a:lnTo>
                  <a:lnTo>
                    <a:pt x="2846813" y="6802804"/>
                  </a:lnTo>
                  <a:lnTo>
                    <a:pt x="2886189" y="6672048"/>
                  </a:lnTo>
                  <a:lnTo>
                    <a:pt x="2896531" y="6635112"/>
                  </a:lnTo>
                  <a:lnTo>
                    <a:pt x="2920231" y="6546364"/>
                  </a:lnTo>
                  <a:lnTo>
                    <a:pt x="2943516" y="6453519"/>
                  </a:lnTo>
                  <a:lnTo>
                    <a:pt x="2966457" y="6356501"/>
                  </a:lnTo>
                  <a:lnTo>
                    <a:pt x="2989118" y="6255262"/>
                  </a:lnTo>
                  <a:lnTo>
                    <a:pt x="3011552" y="6149776"/>
                  </a:lnTo>
                  <a:lnTo>
                    <a:pt x="3033808" y="6040047"/>
                  </a:lnTo>
                  <a:lnTo>
                    <a:pt x="3055926" y="5926109"/>
                  </a:lnTo>
                  <a:lnTo>
                    <a:pt x="3077943" y="5808027"/>
                  </a:lnTo>
                  <a:lnTo>
                    <a:pt x="3099887" y="5685901"/>
                  </a:lnTo>
                  <a:lnTo>
                    <a:pt x="3121785" y="5559862"/>
                  </a:lnTo>
                  <a:lnTo>
                    <a:pt x="3143656" y="5430078"/>
                  </a:lnTo>
                  <a:lnTo>
                    <a:pt x="3165517" y="5296751"/>
                  </a:lnTo>
                  <a:lnTo>
                    <a:pt x="3187382" y="5160115"/>
                  </a:lnTo>
                  <a:lnTo>
                    <a:pt x="3209258" y="5020442"/>
                  </a:lnTo>
                  <a:lnTo>
                    <a:pt x="3231151" y="4878031"/>
                  </a:lnTo>
                  <a:lnTo>
                    <a:pt x="3253066" y="4733214"/>
                  </a:lnTo>
                  <a:lnTo>
                    <a:pt x="3275001" y="4586346"/>
                  </a:lnTo>
                  <a:lnTo>
                    <a:pt x="3296955" y="4437807"/>
                  </a:lnTo>
                  <a:lnTo>
                    <a:pt x="3318926" y="4287996"/>
                  </a:lnTo>
                  <a:lnTo>
                    <a:pt x="3340908" y="4137328"/>
                  </a:lnTo>
                  <a:lnTo>
                    <a:pt x="3362896" y="3986225"/>
                  </a:lnTo>
                  <a:lnTo>
                    <a:pt x="3384885" y="3835117"/>
                  </a:lnTo>
                  <a:lnTo>
                    <a:pt x="3406867" y="3684432"/>
                  </a:lnTo>
                  <a:lnTo>
                    <a:pt x="3428838" y="3534595"/>
                  </a:lnTo>
                  <a:lnTo>
                    <a:pt x="3450793" y="3386020"/>
                  </a:lnTo>
                  <a:lnTo>
                    <a:pt x="3472729" y="3239105"/>
                  </a:lnTo>
                  <a:lnTo>
                    <a:pt x="3494643" y="3094232"/>
                  </a:lnTo>
                  <a:lnTo>
                    <a:pt x="3516537" y="2951757"/>
                  </a:lnTo>
                  <a:lnTo>
                    <a:pt x="3538414" y="2812011"/>
                  </a:lnTo>
                  <a:lnTo>
                    <a:pt x="3560278" y="2675297"/>
                  </a:lnTo>
                  <a:lnTo>
                    <a:pt x="3582140" y="2541884"/>
                  </a:lnTo>
                  <a:lnTo>
                    <a:pt x="3604011" y="2412008"/>
                  </a:lnTo>
                  <a:lnTo>
                    <a:pt x="3625908" y="2285874"/>
                  </a:lnTo>
                  <a:lnTo>
                    <a:pt x="3647850" y="2163648"/>
                  </a:lnTo>
                  <a:lnTo>
                    <a:pt x="3669865" y="2045464"/>
                  </a:lnTo>
                  <a:lnTo>
                    <a:pt x="3691980" y="1931422"/>
                  </a:lnTo>
                  <a:lnTo>
                    <a:pt x="3714232" y="1821587"/>
                  </a:lnTo>
                  <a:lnTo>
                    <a:pt x="3736661" y="1715995"/>
                  </a:lnTo>
                  <a:lnTo>
                    <a:pt x="3759315" y="1614649"/>
                  </a:lnTo>
                  <a:lnTo>
                    <a:pt x="3782249" y="1517527"/>
                  </a:lnTo>
                  <a:lnTo>
                    <a:pt x="3805525" y="1424578"/>
                  </a:lnTo>
                  <a:lnTo>
                    <a:pt x="3829213" y="1335729"/>
                  </a:lnTo>
                  <a:lnTo>
                    <a:pt x="3829811" y="1333560"/>
                  </a:lnTo>
                  <a:lnTo>
                    <a:pt x="3868788" y="1199998"/>
                  </a:lnTo>
                  <a:lnTo>
                    <a:pt x="3909386" y="1076866"/>
                  </a:lnTo>
                  <a:lnTo>
                    <a:pt x="3952015" y="963884"/>
                  </a:lnTo>
                  <a:lnTo>
                    <a:pt x="3997130" y="860464"/>
                  </a:lnTo>
                  <a:lnTo>
                    <a:pt x="4045204" y="765859"/>
                  </a:lnTo>
                  <a:lnTo>
                    <a:pt x="4096713" y="679272"/>
                  </a:lnTo>
                  <a:lnTo>
                    <a:pt x="4152109" y="599923"/>
                  </a:lnTo>
                  <a:lnTo>
                    <a:pt x="4211796" y="527094"/>
                  </a:lnTo>
                  <a:lnTo>
                    <a:pt x="4276087" y="460156"/>
                  </a:lnTo>
                  <a:lnTo>
                    <a:pt x="4345156" y="398585"/>
                  </a:lnTo>
                  <a:lnTo>
                    <a:pt x="4418980" y="341972"/>
                  </a:lnTo>
                  <a:lnTo>
                    <a:pt x="4497266" y="290026"/>
                  </a:lnTo>
                  <a:lnTo>
                    <a:pt x="4579378" y="242575"/>
                  </a:lnTo>
                  <a:lnTo>
                    <a:pt x="4664271" y="199550"/>
                  </a:lnTo>
                  <a:lnTo>
                    <a:pt x="4750452" y="160972"/>
                  </a:lnTo>
                  <a:lnTo>
                    <a:pt x="4835993" y="126914"/>
                  </a:lnTo>
                  <a:lnTo>
                    <a:pt x="4918603" y="97465"/>
                  </a:lnTo>
                  <a:lnTo>
                    <a:pt x="4995800" y="72674"/>
                  </a:lnTo>
                  <a:lnTo>
                    <a:pt x="5065152" y="52500"/>
                  </a:lnTo>
                  <a:lnTo>
                    <a:pt x="5124567" y="36768"/>
                  </a:lnTo>
                  <a:lnTo>
                    <a:pt x="5172589" y="25148"/>
                  </a:lnTo>
                  <a:lnTo>
                    <a:pt x="5208624" y="17152"/>
                  </a:lnTo>
                  <a:lnTo>
                    <a:pt x="5233060" y="12165"/>
                  </a:lnTo>
                  <a:lnTo>
                    <a:pt x="5247276" y="9491"/>
                  </a:lnTo>
                  <a:lnTo>
                    <a:pt x="5253548" y="8400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260" y="8254"/>
                  </a:lnTo>
                  <a:lnTo>
                    <a:pt x="6733321" y="8833"/>
                  </a:lnTo>
                  <a:lnTo>
                    <a:pt x="6748693" y="10433"/>
                  </a:lnTo>
                  <a:lnTo>
                    <a:pt x="6776411" y="13588"/>
                  </a:lnTo>
                  <a:lnTo>
                    <a:pt x="6818201" y="18803"/>
                  </a:lnTo>
                  <a:lnTo>
                    <a:pt x="6874354" y="26514"/>
                  </a:lnTo>
                  <a:lnTo>
                    <a:pt x="6943761" y="37049"/>
                  </a:lnTo>
                  <a:lnTo>
                    <a:pt x="7024157" y="50606"/>
                  </a:lnTo>
                  <a:lnTo>
                    <a:pt x="7112530" y="67267"/>
                  </a:lnTo>
                  <a:lnTo>
                    <a:pt x="7205590" y="87021"/>
                  </a:lnTo>
                  <a:lnTo>
                    <a:pt x="7300201" y="109809"/>
                  </a:lnTo>
                  <a:lnTo>
                    <a:pt x="7393683" y="135572"/>
                  </a:lnTo>
                  <a:lnTo>
                    <a:pt x="7483977" y="164289"/>
                  </a:lnTo>
                  <a:lnTo>
                    <a:pt x="7569672" y="196006"/>
                  </a:lnTo>
                  <a:lnTo>
                    <a:pt x="7649948" y="230855"/>
                  </a:lnTo>
                  <a:lnTo>
                    <a:pt x="7724473" y="269060"/>
                  </a:lnTo>
                  <a:lnTo>
                    <a:pt x="7793285" y="310943"/>
                  </a:lnTo>
                  <a:lnTo>
                    <a:pt x="7856685" y="356913"/>
                  </a:lnTo>
                  <a:lnTo>
                    <a:pt x="7915144" y="407462"/>
                  </a:lnTo>
                  <a:lnTo>
                    <a:pt x="7969234" y="463143"/>
                  </a:lnTo>
                  <a:lnTo>
                    <a:pt x="8019577" y="524537"/>
                  </a:lnTo>
                  <a:lnTo>
                    <a:pt x="8066801" y="592207"/>
                  </a:lnTo>
                  <a:lnTo>
                    <a:pt x="8111511" y="666608"/>
                  </a:lnTo>
                  <a:lnTo>
                    <a:pt x="8151487" y="742380"/>
                  </a:lnTo>
                  <a:lnTo>
                    <a:pt x="8182719" y="807838"/>
                  </a:lnTo>
                  <a:lnTo>
                    <a:pt x="8213267" y="877285"/>
                  </a:lnTo>
                  <a:lnTo>
                    <a:pt x="8243286" y="950802"/>
                  </a:lnTo>
                  <a:lnTo>
                    <a:pt x="8272906" y="1028427"/>
                  </a:lnTo>
                  <a:lnTo>
                    <a:pt x="8302236" y="1110149"/>
                  </a:lnTo>
                  <a:lnTo>
                    <a:pt x="8331363" y="1195907"/>
                  </a:lnTo>
                  <a:lnTo>
                    <a:pt x="8360361" y="1285585"/>
                  </a:lnTo>
                  <a:lnTo>
                    <a:pt x="8389286" y="1379009"/>
                  </a:lnTo>
                  <a:lnTo>
                    <a:pt x="8418182" y="1475948"/>
                  </a:lnTo>
                  <a:lnTo>
                    <a:pt x="8447081" y="1576110"/>
                  </a:lnTo>
                  <a:lnTo>
                    <a:pt x="8476003" y="1679151"/>
                  </a:lnTo>
                  <a:lnTo>
                    <a:pt x="8504958" y="1784669"/>
                  </a:lnTo>
                  <a:lnTo>
                    <a:pt x="8533950" y="1892221"/>
                  </a:lnTo>
                  <a:lnTo>
                    <a:pt x="8562975" y="2001318"/>
                  </a:lnTo>
                  <a:lnTo>
                    <a:pt x="8592024" y="2111446"/>
                  </a:lnTo>
                  <a:lnTo>
                    <a:pt x="8621086" y="2222065"/>
                  </a:lnTo>
                  <a:lnTo>
                    <a:pt x="8650145" y="2332628"/>
                  </a:lnTo>
                  <a:lnTo>
                    <a:pt x="8679191" y="2442589"/>
                  </a:lnTo>
                  <a:lnTo>
                    <a:pt x="8708209" y="2551413"/>
                  </a:lnTo>
                  <a:lnTo>
                    <a:pt x="8737194" y="2658588"/>
                  </a:lnTo>
                  <a:lnTo>
                    <a:pt x="8766142" y="2763637"/>
                  </a:lnTo>
                  <a:lnTo>
                    <a:pt x="8795058" y="2866122"/>
                  </a:lnTo>
                  <a:lnTo>
                    <a:pt x="8823954" y="2965655"/>
                  </a:lnTo>
                  <a:lnTo>
                    <a:pt x="8852854" y="3061899"/>
                  </a:lnTo>
                  <a:lnTo>
                    <a:pt x="8881790" y="3154578"/>
                  </a:lnTo>
                  <a:lnTo>
                    <a:pt x="8910809" y="3243470"/>
                  </a:lnTo>
                  <a:lnTo>
                    <a:pt x="8939971" y="3328413"/>
                  </a:lnTo>
                  <a:lnTo>
                    <a:pt x="8969352" y="3409304"/>
                  </a:lnTo>
                  <a:lnTo>
                    <a:pt x="8999044" y="3486091"/>
                  </a:lnTo>
                  <a:lnTo>
                    <a:pt x="9029159" y="3558775"/>
                  </a:lnTo>
                  <a:lnTo>
                    <a:pt x="9059833" y="3627402"/>
                  </a:lnTo>
                  <a:lnTo>
                    <a:pt x="9084767" y="3679211"/>
                  </a:lnTo>
                  <a:lnTo>
                    <a:pt x="9127626" y="3760107"/>
                  </a:lnTo>
                  <a:lnTo>
                    <a:pt x="9172485" y="3834053"/>
                  </a:lnTo>
                  <a:lnTo>
                    <a:pt x="9219896" y="3901293"/>
                  </a:lnTo>
                  <a:lnTo>
                    <a:pt x="9270467" y="3962293"/>
                  </a:lnTo>
                  <a:lnTo>
                    <a:pt x="9324826" y="4017617"/>
                  </a:lnTo>
                  <a:lnTo>
                    <a:pt x="9383594" y="4067847"/>
                  </a:lnTo>
                  <a:lnTo>
                    <a:pt x="9447338" y="4113534"/>
                  </a:lnTo>
                  <a:lnTo>
                    <a:pt x="9516521" y="4155162"/>
                  </a:lnTo>
                  <a:lnTo>
                    <a:pt x="9591427" y="4193137"/>
                  </a:lnTo>
                  <a:lnTo>
                    <a:pt x="9672076" y="4227773"/>
                  </a:lnTo>
                  <a:lnTo>
                    <a:pt x="9758105" y="4259289"/>
                  </a:lnTo>
                  <a:lnTo>
                    <a:pt x="9848660" y="4287811"/>
                  </a:lnTo>
                  <a:lnTo>
                    <a:pt x="9942288" y="4313379"/>
                  </a:lnTo>
                  <a:lnTo>
                    <a:pt x="10036885" y="4335968"/>
                  </a:lnTo>
                  <a:lnTo>
                    <a:pt x="10129736" y="4355519"/>
                  </a:lnTo>
                  <a:lnTo>
                    <a:pt x="10217683" y="4371975"/>
                  </a:lnTo>
                  <a:lnTo>
                    <a:pt x="10297442" y="4385329"/>
                  </a:lnTo>
                  <a:lnTo>
                    <a:pt x="10366033" y="4395670"/>
                  </a:lnTo>
                  <a:lnTo>
                    <a:pt x="10421257" y="4403205"/>
                  </a:lnTo>
                  <a:lnTo>
                    <a:pt x="10462094" y="4408270"/>
                  </a:lnTo>
                  <a:lnTo>
                    <a:pt x="10488929" y="4411305"/>
                  </a:lnTo>
                  <a:lnTo>
                    <a:pt x="10503579" y="4412822"/>
                  </a:lnTo>
                  <a:lnTo>
                    <a:pt x="10509160" y="4413352"/>
                  </a:lnTo>
                  <a:lnTo>
                    <a:pt x="10509911" y="4413419"/>
                  </a:lnTo>
                  <a:lnTo>
                    <a:pt x="11981298" y="4413419"/>
                  </a:lnTo>
                  <a:lnTo>
                    <a:pt x="11981298" y="4405246"/>
                  </a:lnTo>
                  <a:lnTo>
                    <a:pt x="10509911" y="4405246"/>
                  </a:lnTo>
                  <a:lnTo>
                    <a:pt x="10508993" y="4405164"/>
                  </a:lnTo>
                  <a:lnTo>
                    <a:pt x="10502932" y="4404585"/>
                  </a:lnTo>
                  <a:lnTo>
                    <a:pt x="10487560" y="4402985"/>
                  </a:lnTo>
                  <a:lnTo>
                    <a:pt x="10459842" y="4399830"/>
                  </a:lnTo>
                  <a:lnTo>
                    <a:pt x="10418052" y="4394615"/>
                  </a:lnTo>
                  <a:lnTo>
                    <a:pt x="10361899" y="4386904"/>
                  </a:lnTo>
                  <a:lnTo>
                    <a:pt x="10292493" y="4376369"/>
                  </a:lnTo>
                  <a:lnTo>
                    <a:pt x="10212096" y="4362812"/>
                  </a:lnTo>
                  <a:lnTo>
                    <a:pt x="10123723" y="4346151"/>
                  </a:lnTo>
                  <a:lnTo>
                    <a:pt x="10030663" y="4326397"/>
                  </a:lnTo>
                  <a:lnTo>
                    <a:pt x="9936052" y="4303609"/>
                  </a:lnTo>
                  <a:lnTo>
                    <a:pt x="9842570" y="4277846"/>
                  </a:lnTo>
                  <a:lnTo>
                    <a:pt x="9752276" y="4249129"/>
                  </a:lnTo>
                  <a:lnTo>
                    <a:pt x="9666581" y="4217412"/>
                  </a:lnTo>
                  <a:lnTo>
                    <a:pt x="9586305" y="4182563"/>
                  </a:lnTo>
                  <a:lnTo>
                    <a:pt x="9511780" y="4144358"/>
                  </a:lnTo>
                  <a:lnTo>
                    <a:pt x="9442968" y="4102475"/>
                  </a:lnTo>
                  <a:lnTo>
                    <a:pt x="9379568" y="4056505"/>
                  </a:lnTo>
                  <a:lnTo>
                    <a:pt x="9321109" y="4005956"/>
                  </a:lnTo>
                  <a:lnTo>
                    <a:pt x="9267019" y="3950275"/>
                  </a:lnTo>
                  <a:lnTo>
                    <a:pt x="9216677" y="3888881"/>
                  </a:lnTo>
                  <a:lnTo>
                    <a:pt x="9169453" y="3821211"/>
                  </a:lnTo>
                  <a:lnTo>
                    <a:pt x="9124742" y="3746810"/>
                  </a:lnTo>
                  <a:lnTo>
                    <a:pt x="9084767" y="3671038"/>
                  </a:lnTo>
                  <a:lnTo>
                    <a:pt x="9053535" y="3605580"/>
                  </a:lnTo>
                  <a:lnTo>
                    <a:pt x="9022986" y="3536133"/>
                  </a:lnTo>
                  <a:lnTo>
                    <a:pt x="8992967" y="3462616"/>
                  </a:lnTo>
                  <a:lnTo>
                    <a:pt x="8963347" y="3384991"/>
                  </a:lnTo>
                  <a:lnTo>
                    <a:pt x="8934018" y="3303269"/>
                  </a:lnTo>
                  <a:lnTo>
                    <a:pt x="8904890" y="3217511"/>
                  </a:lnTo>
                  <a:lnTo>
                    <a:pt x="8875893" y="3127833"/>
                  </a:lnTo>
                  <a:lnTo>
                    <a:pt x="8846967" y="3034409"/>
                  </a:lnTo>
                  <a:lnTo>
                    <a:pt x="8818071" y="2937470"/>
                  </a:lnTo>
                  <a:lnTo>
                    <a:pt x="8789172" y="2837308"/>
                  </a:lnTo>
                  <a:lnTo>
                    <a:pt x="8760250" y="2734267"/>
                  </a:lnTo>
                  <a:lnTo>
                    <a:pt x="8731295" y="2628749"/>
                  </a:lnTo>
                  <a:lnTo>
                    <a:pt x="8702303" y="2521198"/>
                  </a:lnTo>
                  <a:lnTo>
                    <a:pt x="8673278" y="2412100"/>
                  </a:lnTo>
                  <a:lnTo>
                    <a:pt x="8644229" y="2301973"/>
                  </a:lnTo>
                  <a:lnTo>
                    <a:pt x="8615168" y="2191353"/>
                  </a:lnTo>
                  <a:lnTo>
                    <a:pt x="8586108" y="2080790"/>
                  </a:lnTo>
                  <a:lnTo>
                    <a:pt x="8557063" y="1970829"/>
                  </a:lnTo>
                  <a:lnTo>
                    <a:pt x="8528044" y="1862005"/>
                  </a:lnTo>
                  <a:lnTo>
                    <a:pt x="8499059" y="1754830"/>
                  </a:lnTo>
                  <a:lnTo>
                    <a:pt x="8470111" y="1649781"/>
                  </a:lnTo>
                  <a:lnTo>
                    <a:pt x="8441195" y="1547296"/>
                  </a:lnTo>
                  <a:lnTo>
                    <a:pt x="8412299" y="1447763"/>
                  </a:lnTo>
                  <a:lnTo>
                    <a:pt x="8383400" y="1351519"/>
                  </a:lnTo>
                  <a:lnTo>
                    <a:pt x="8354463" y="1258840"/>
                  </a:lnTo>
                  <a:lnTo>
                    <a:pt x="8325444" y="1169948"/>
                  </a:lnTo>
                  <a:lnTo>
                    <a:pt x="8296282" y="1085005"/>
                  </a:lnTo>
                  <a:lnTo>
                    <a:pt x="8266902" y="1004114"/>
                  </a:lnTo>
                  <a:lnTo>
                    <a:pt x="8237210" y="927327"/>
                  </a:lnTo>
                  <a:lnTo>
                    <a:pt x="8207094" y="854643"/>
                  </a:lnTo>
                  <a:lnTo>
                    <a:pt x="8176420" y="786016"/>
                  </a:lnTo>
                  <a:lnTo>
                    <a:pt x="8151487" y="734207"/>
                  </a:lnTo>
                  <a:lnTo>
                    <a:pt x="8108627" y="653312"/>
                  </a:lnTo>
                  <a:lnTo>
                    <a:pt x="8063768" y="579365"/>
                  </a:lnTo>
                  <a:lnTo>
                    <a:pt x="8016357" y="512125"/>
                  </a:lnTo>
                  <a:lnTo>
                    <a:pt x="7965787" y="451125"/>
                  </a:lnTo>
                  <a:lnTo>
                    <a:pt x="7911427" y="395801"/>
                  </a:lnTo>
                  <a:lnTo>
                    <a:pt x="7852659" y="345571"/>
                  </a:lnTo>
                  <a:lnTo>
                    <a:pt x="7788915" y="299885"/>
                  </a:lnTo>
                  <a:lnTo>
                    <a:pt x="7719733" y="258256"/>
                  </a:lnTo>
                  <a:lnTo>
                    <a:pt x="7644826" y="220281"/>
                  </a:lnTo>
                  <a:lnTo>
                    <a:pt x="7564177" y="185645"/>
                  </a:lnTo>
                  <a:lnTo>
                    <a:pt x="7478148" y="154129"/>
                  </a:lnTo>
                  <a:lnTo>
                    <a:pt x="7387593" y="125607"/>
                  </a:lnTo>
                  <a:lnTo>
                    <a:pt x="7293966" y="100039"/>
                  </a:lnTo>
                  <a:lnTo>
                    <a:pt x="7199368" y="77450"/>
                  </a:lnTo>
                  <a:lnTo>
                    <a:pt x="7106517" y="57899"/>
                  </a:lnTo>
                  <a:lnTo>
                    <a:pt x="7018570" y="41443"/>
                  </a:lnTo>
                  <a:lnTo>
                    <a:pt x="6938812" y="28089"/>
                  </a:lnTo>
                  <a:lnTo>
                    <a:pt x="6870220" y="17748"/>
                  </a:lnTo>
                  <a:lnTo>
                    <a:pt x="6814996" y="10213"/>
                  </a:lnTo>
                  <a:lnTo>
                    <a:pt x="6774159" y="5148"/>
                  </a:lnTo>
                  <a:lnTo>
                    <a:pt x="6747325" y="2113"/>
                  </a:lnTo>
                  <a:lnTo>
                    <a:pt x="6732674" y="596"/>
                  </a:lnTo>
                  <a:lnTo>
                    <a:pt x="6727093" y="66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258" y="110"/>
                  </a:lnTo>
                  <a:lnTo>
                    <a:pt x="5249629" y="899"/>
                  </a:lnTo>
                  <a:lnTo>
                    <a:pt x="5237807" y="3076"/>
                  </a:lnTo>
                  <a:lnTo>
                    <a:pt x="5216294" y="7370"/>
                  </a:lnTo>
                  <a:lnTo>
                    <a:pt x="5183459" y="14492"/>
                  </a:lnTo>
                  <a:lnTo>
                    <a:pt x="5138641" y="25084"/>
                  </a:lnTo>
                  <a:lnTo>
                    <a:pt x="5082178" y="39671"/>
                  </a:lnTo>
                  <a:lnTo>
                    <a:pt x="5015314" y="58627"/>
                  </a:lnTo>
                  <a:lnTo>
                    <a:pt x="4939996" y="82168"/>
                  </a:lnTo>
                  <a:lnTo>
                    <a:pt x="4858595" y="110367"/>
                  </a:lnTo>
                  <a:lnTo>
                    <a:pt x="4773606" y="143193"/>
                  </a:lnTo>
                  <a:lnTo>
                    <a:pt x="4687390" y="180565"/>
                  </a:lnTo>
                  <a:lnTo>
                    <a:pt x="4601985" y="222399"/>
                  </a:lnTo>
                  <a:lnTo>
                    <a:pt x="4519005" y="268657"/>
                  </a:lnTo>
                  <a:lnTo>
                    <a:pt x="4439611" y="319382"/>
                  </a:lnTo>
                  <a:lnTo>
                    <a:pt x="4364546" y="374716"/>
                  </a:lnTo>
                  <a:lnTo>
                    <a:pt x="4294185" y="434919"/>
                  </a:lnTo>
                  <a:lnTo>
                    <a:pt x="4228620" y="500367"/>
                  </a:lnTo>
                  <a:lnTo>
                    <a:pt x="4167721" y="571554"/>
                  </a:lnTo>
                  <a:lnTo>
                    <a:pt x="4111208" y="649083"/>
                  </a:lnTo>
                  <a:lnTo>
                    <a:pt x="4058697" y="733649"/>
                  </a:lnTo>
                  <a:lnTo>
                    <a:pt x="4009746" y="826020"/>
                  </a:lnTo>
                  <a:lnTo>
                    <a:pt x="3963882" y="926993"/>
                  </a:lnTo>
                  <a:lnTo>
                    <a:pt x="3920630" y="1037336"/>
                  </a:lnTo>
                  <a:lnTo>
                    <a:pt x="3879529" y="1157695"/>
                  </a:lnTo>
                  <a:lnTo>
                    <a:pt x="3840153" y="1288452"/>
                  </a:lnTo>
                  <a:lnTo>
                    <a:pt x="3829811" y="1325387"/>
                  </a:lnTo>
                  <a:lnTo>
                    <a:pt x="3806111" y="1414135"/>
                  </a:lnTo>
                  <a:lnTo>
                    <a:pt x="3782826" y="1506981"/>
                  </a:lnTo>
                  <a:lnTo>
                    <a:pt x="3759885" y="1603998"/>
                  </a:lnTo>
                  <a:lnTo>
                    <a:pt x="3737224" y="1705238"/>
                  </a:lnTo>
                  <a:lnTo>
                    <a:pt x="3714790" y="1810724"/>
                  </a:lnTo>
                  <a:lnTo>
                    <a:pt x="3692534" y="1920453"/>
                  </a:lnTo>
                  <a:lnTo>
                    <a:pt x="3670416" y="2034391"/>
                  </a:lnTo>
                  <a:lnTo>
                    <a:pt x="3648400" y="2152472"/>
                  </a:lnTo>
                  <a:lnTo>
                    <a:pt x="3626455" y="2274598"/>
                  </a:lnTo>
                  <a:lnTo>
                    <a:pt x="3604558" y="2400637"/>
                  </a:lnTo>
                  <a:lnTo>
                    <a:pt x="3582686" y="2530421"/>
                  </a:lnTo>
                  <a:lnTo>
                    <a:pt x="3560825" y="2663749"/>
                  </a:lnTo>
                  <a:lnTo>
                    <a:pt x="3538960" y="2800384"/>
                  </a:lnTo>
                  <a:lnTo>
                    <a:pt x="3517084" y="2940057"/>
                  </a:lnTo>
                  <a:lnTo>
                    <a:pt x="3495191" y="3082468"/>
                  </a:lnTo>
                  <a:lnTo>
                    <a:pt x="3473276" y="3227286"/>
                  </a:lnTo>
                  <a:lnTo>
                    <a:pt x="3451341" y="3374154"/>
                  </a:lnTo>
                  <a:lnTo>
                    <a:pt x="3429387" y="3522693"/>
                  </a:lnTo>
                  <a:lnTo>
                    <a:pt x="3407416" y="3672503"/>
                  </a:lnTo>
                  <a:lnTo>
                    <a:pt x="3385434" y="3823172"/>
                  </a:lnTo>
                  <a:lnTo>
                    <a:pt x="3363446" y="3974274"/>
                  </a:lnTo>
                  <a:lnTo>
                    <a:pt x="3341458" y="4125383"/>
                  </a:lnTo>
                  <a:lnTo>
                    <a:pt x="3319475" y="4276067"/>
                  </a:lnTo>
                  <a:lnTo>
                    <a:pt x="3297504" y="4425904"/>
                  </a:lnTo>
                  <a:lnTo>
                    <a:pt x="3275549" y="4574480"/>
                  </a:lnTo>
                  <a:lnTo>
                    <a:pt x="3253613" y="4721394"/>
                  </a:lnTo>
                  <a:lnTo>
                    <a:pt x="3231699" y="4866268"/>
                  </a:lnTo>
                  <a:lnTo>
                    <a:pt x="3209805" y="5008742"/>
                  </a:lnTo>
                  <a:lnTo>
                    <a:pt x="3187928" y="5148488"/>
                  </a:lnTo>
                  <a:lnTo>
                    <a:pt x="3166064" y="5285202"/>
                  </a:lnTo>
                  <a:lnTo>
                    <a:pt x="3144202" y="5418616"/>
                  </a:lnTo>
                  <a:lnTo>
                    <a:pt x="3122331" y="5548491"/>
                  </a:lnTo>
                  <a:lnTo>
                    <a:pt x="3100435" y="5674626"/>
                  </a:lnTo>
                  <a:lnTo>
                    <a:pt x="3078492" y="5796851"/>
                  </a:lnTo>
                  <a:lnTo>
                    <a:pt x="3056478" y="5915035"/>
                  </a:lnTo>
                  <a:lnTo>
                    <a:pt x="3034362" y="6029077"/>
                  </a:lnTo>
                  <a:lnTo>
                    <a:pt x="3012110" y="6138912"/>
                  </a:lnTo>
                  <a:lnTo>
                    <a:pt x="2989681" y="6244505"/>
                  </a:lnTo>
                  <a:lnTo>
                    <a:pt x="2967027" y="6345850"/>
                  </a:lnTo>
                  <a:lnTo>
                    <a:pt x="2944093" y="6442972"/>
                  </a:lnTo>
                  <a:lnTo>
                    <a:pt x="2920817" y="6535921"/>
                  </a:lnTo>
                  <a:lnTo>
                    <a:pt x="2897129" y="6624770"/>
                  </a:lnTo>
                  <a:lnTo>
                    <a:pt x="2896531" y="6626939"/>
                  </a:lnTo>
                  <a:lnTo>
                    <a:pt x="2857554" y="6760501"/>
                  </a:lnTo>
                  <a:lnTo>
                    <a:pt x="2816957" y="6883634"/>
                  </a:lnTo>
                  <a:lnTo>
                    <a:pt x="2774327" y="6996615"/>
                  </a:lnTo>
                  <a:lnTo>
                    <a:pt x="2729212" y="7100035"/>
                  </a:lnTo>
                  <a:lnTo>
                    <a:pt x="2681138" y="7194640"/>
                  </a:lnTo>
                  <a:lnTo>
                    <a:pt x="2629630" y="7281228"/>
                  </a:lnTo>
                  <a:lnTo>
                    <a:pt x="2574233" y="7360576"/>
                  </a:lnTo>
                  <a:lnTo>
                    <a:pt x="2514546" y="7433405"/>
                  </a:lnTo>
                  <a:lnTo>
                    <a:pt x="2450256" y="7500343"/>
                  </a:lnTo>
                  <a:lnTo>
                    <a:pt x="2381186" y="7561915"/>
                  </a:lnTo>
                  <a:lnTo>
                    <a:pt x="2307362" y="7618528"/>
                  </a:lnTo>
                  <a:lnTo>
                    <a:pt x="2229076" y="7670473"/>
                  </a:lnTo>
                  <a:lnTo>
                    <a:pt x="2146964" y="7717925"/>
                  </a:lnTo>
                  <a:lnTo>
                    <a:pt x="2062071" y="7760949"/>
                  </a:lnTo>
                  <a:lnTo>
                    <a:pt x="1975890" y="7799528"/>
                  </a:lnTo>
                  <a:lnTo>
                    <a:pt x="1890350" y="7833585"/>
                  </a:lnTo>
                  <a:lnTo>
                    <a:pt x="1807740" y="7863034"/>
                  </a:lnTo>
                  <a:lnTo>
                    <a:pt x="1730542" y="7887825"/>
                  </a:lnTo>
                  <a:lnTo>
                    <a:pt x="1661191" y="7908000"/>
                  </a:lnTo>
                  <a:lnTo>
                    <a:pt x="1601775" y="7923731"/>
                  </a:lnTo>
                  <a:lnTo>
                    <a:pt x="1553753" y="7935352"/>
                  </a:lnTo>
                  <a:lnTo>
                    <a:pt x="1517719" y="7943348"/>
                  </a:lnTo>
                  <a:lnTo>
                    <a:pt x="1493282" y="7948334"/>
                  </a:lnTo>
                  <a:lnTo>
                    <a:pt x="1479066" y="7951009"/>
                  </a:lnTo>
                  <a:lnTo>
                    <a:pt x="1472794" y="7952099"/>
                  </a:lnTo>
                  <a:lnTo>
                    <a:pt x="1471387" y="7952327"/>
                  </a:lnTo>
                  <a:lnTo>
                    <a:pt x="0" y="7952327"/>
                  </a:lnTo>
                  <a:close/>
                </a:path>
              </a:pathLst>
            </a:custGeom>
            <a:solidFill>
              <a:srgbClr val="A1D492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2091" name="pl2091"/>
            <p:cNvSpPr/>
            <p:nvPr/>
          </p:nvSpPr>
          <p:spPr>
            <a:xfrm>
              <a:off x="4799595" y="2961039"/>
              <a:ext cx="11981298" cy="7952327"/>
            </a:xfrm>
            <a:custGeom>
              <a:avLst/>
              <a:pathLst>
                <a:path w="11981298" h="7952327">
                  <a:moveTo>
                    <a:pt x="0" y="7952327"/>
                  </a:moveTo>
                  <a:lnTo>
                    <a:pt x="1471387" y="7952327"/>
                  </a:lnTo>
                  <a:lnTo>
                    <a:pt x="1472084" y="7952216"/>
                  </a:lnTo>
                  <a:lnTo>
                    <a:pt x="1476713" y="7951427"/>
                  </a:lnTo>
                  <a:lnTo>
                    <a:pt x="1488535" y="7949251"/>
                  </a:lnTo>
                  <a:lnTo>
                    <a:pt x="1510048" y="7944956"/>
                  </a:lnTo>
                  <a:lnTo>
                    <a:pt x="1542884" y="7937834"/>
                  </a:lnTo>
                  <a:lnTo>
                    <a:pt x="1587701" y="7927242"/>
                  </a:lnTo>
                  <a:lnTo>
                    <a:pt x="1644164" y="7912655"/>
                  </a:lnTo>
                  <a:lnTo>
                    <a:pt x="1711028" y="7893699"/>
                  </a:lnTo>
                  <a:lnTo>
                    <a:pt x="1786346" y="7870158"/>
                  </a:lnTo>
                  <a:lnTo>
                    <a:pt x="1867748" y="7841960"/>
                  </a:lnTo>
                  <a:lnTo>
                    <a:pt x="1952736" y="7809133"/>
                  </a:lnTo>
                  <a:lnTo>
                    <a:pt x="2038952" y="7771762"/>
                  </a:lnTo>
                  <a:lnTo>
                    <a:pt x="2124357" y="7729928"/>
                  </a:lnTo>
                  <a:lnTo>
                    <a:pt x="2207337" y="7683669"/>
                  </a:lnTo>
                  <a:lnTo>
                    <a:pt x="2286731" y="7632945"/>
                  </a:lnTo>
                  <a:lnTo>
                    <a:pt x="2361796" y="7577610"/>
                  </a:lnTo>
                  <a:lnTo>
                    <a:pt x="2432157" y="7517407"/>
                  </a:lnTo>
                  <a:lnTo>
                    <a:pt x="2497722" y="7451959"/>
                  </a:lnTo>
                  <a:lnTo>
                    <a:pt x="2558621" y="7380772"/>
                  </a:lnTo>
                  <a:lnTo>
                    <a:pt x="2615134" y="7303243"/>
                  </a:lnTo>
                  <a:lnTo>
                    <a:pt x="2667645" y="7218677"/>
                  </a:lnTo>
                  <a:lnTo>
                    <a:pt x="2716596" y="7126307"/>
                  </a:lnTo>
                  <a:lnTo>
                    <a:pt x="2762460" y="7025334"/>
                  </a:lnTo>
                  <a:lnTo>
                    <a:pt x="2805712" y="6914990"/>
                  </a:lnTo>
                  <a:lnTo>
                    <a:pt x="2846813" y="6794631"/>
                  </a:lnTo>
                  <a:lnTo>
                    <a:pt x="2886189" y="6663875"/>
                  </a:lnTo>
                  <a:lnTo>
                    <a:pt x="2896531" y="6626939"/>
                  </a:lnTo>
                  <a:lnTo>
                    <a:pt x="2920231" y="6538191"/>
                  </a:lnTo>
                  <a:lnTo>
                    <a:pt x="2943516" y="6445346"/>
                  </a:lnTo>
                  <a:lnTo>
                    <a:pt x="2966457" y="6348328"/>
                  </a:lnTo>
                  <a:lnTo>
                    <a:pt x="2989118" y="6247089"/>
                  </a:lnTo>
                  <a:lnTo>
                    <a:pt x="3011552" y="6141603"/>
                  </a:lnTo>
                  <a:lnTo>
                    <a:pt x="3033808" y="6031874"/>
                  </a:lnTo>
                  <a:lnTo>
                    <a:pt x="3055926" y="5917936"/>
                  </a:lnTo>
                  <a:lnTo>
                    <a:pt x="3077943" y="5799854"/>
                  </a:lnTo>
                  <a:lnTo>
                    <a:pt x="3099887" y="5677728"/>
                  </a:lnTo>
                  <a:lnTo>
                    <a:pt x="3121785" y="5551689"/>
                  </a:lnTo>
                  <a:lnTo>
                    <a:pt x="3143656" y="5421905"/>
                  </a:lnTo>
                  <a:lnTo>
                    <a:pt x="3165517" y="5288578"/>
                  </a:lnTo>
                  <a:lnTo>
                    <a:pt x="3187382" y="5151942"/>
                  </a:lnTo>
                  <a:lnTo>
                    <a:pt x="3209258" y="5012269"/>
                  </a:lnTo>
                  <a:lnTo>
                    <a:pt x="3231151" y="4869858"/>
                  </a:lnTo>
                  <a:lnTo>
                    <a:pt x="3253066" y="4725041"/>
                  </a:lnTo>
                  <a:lnTo>
                    <a:pt x="3275001" y="4578173"/>
                  </a:lnTo>
                  <a:lnTo>
                    <a:pt x="3296955" y="4429634"/>
                  </a:lnTo>
                  <a:lnTo>
                    <a:pt x="3318926" y="4279823"/>
                  </a:lnTo>
                  <a:lnTo>
                    <a:pt x="3340908" y="4129155"/>
                  </a:lnTo>
                  <a:lnTo>
                    <a:pt x="3362896" y="3978052"/>
                  </a:lnTo>
                  <a:lnTo>
                    <a:pt x="3384885" y="3826944"/>
                  </a:lnTo>
                  <a:lnTo>
                    <a:pt x="3406867" y="3676259"/>
                  </a:lnTo>
                  <a:lnTo>
                    <a:pt x="3428838" y="3526422"/>
                  </a:lnTo>
                  <a:lnTo>
                    <a:pt x="3450793" y="3377847"/>
                  </a:lnTo>
                  <a:lnTo>
                    <a:pt x="3472729" y="3230932"/>
                  </a:lnTo>
                  <a:lnTo>
                    <a:pt x="3494643" y="3086059"/>
                  </a:lnTo>
                  <a:lnTo>
                    <a:pt x="3516537" y="2943584"/>
                  </a:lnTo>
                  <a:lnTo>
                    <a:pt x="3538414" y="2803838"/>
                  </a:lnTo>
                  <a:lnTo>
                    <a:pt x="3560278" y="2667124"/>
                  </a:lnTo>
                  <a:lnTo>
                    <a:pt x="3582140" y="2533711"/>
                  </a:lnTo>
                  <a:lnTo>
                    <a:pt x="3604011" y="2403835"/>
                  </a:lnTo>
                  <a:lnTo>
                    <a:pt x="3625908" y="2277701"/>
                  </a:lnTo>
                  <a:lnTo>
                    <a:pt x="3647850" y="2155475"/>
                  </a:lnTo>
                  <a:lnTo>
                    <a:pt x="3669865" y="2037291"/>
                  </a:lnTo>
                  <a:lnTo>
                    <a:pt x="3691980" y="1923249"/>
                  </a:lnTo>
                  <a:lnTo>
                    <a:pt x="3714232" y="1813414"/>
                  </a:lnTo>
                  <a:lnTo>
                    <a:pt x="3736661" y="1707822"/>
                  </a:lnTo>
                  <a:lnTo>
                    <a:pt x="3759315" y="1606476"/>
                  </a:lnTo>
                  <a:lnTo>
                    <a:pt x="3782249" y="1509354"/>
                  </a:lnTo>
                  <a:lnTo>
                    <a:pt x="3805525" y="1416405"/>
                  </a:lnTo>
                  <a:lnTo>
                    <a:pt x="3829213" y="1327556"/>
                  </a:lnTo>
                  <a:lnTo>
                    <a:pt x="3829811" y="1325387"/>
                  </a:lnTo>
                  <a:lnTo>
                    <a:pt x="3868788" y="1191825"/>
                  </a:lnTo>
                  <a:lnTo>
                    <a:pt x="3909386" y="1068693"/>
                  </a:lnTo>
                  <a:lnTo>
                    <a:pt x="3952015" y="955711"/>
                  </a:lnTo>
                  <a:lnTo>
                    <a:pt x="3997130" y="852291"/>
                  </a:lnTo>
                  <a:lnTo>
                    <a:pt x="4045204" y="757686"/>
                  </a:lnTo>
                  <a:lnTo>
                    <a:pt x="4096713" y="671099"/>
                  </a:lnTo>
                  <a:lnTo>
                    <a:pt x="4152109" y="591750"/>
                  </a:lnTo>
                  <a:lnTo>
                    <a:pt x="4211796" y="518921"/>
                  </a:lnTo>
                  <a:lnTo>
                    <a:pt x="4276087" y="451983"/>
                  </a:lnTo>
                  <a:lnTo>
                    <a:pt x="4345156" y="390412"/>
                  </a:lnTo>
                  <a:lnTo>
                    <a:pt x="4418980" y="333799"/>
                  </a:lnTo>
                  <a:lnTo>
                    <a:pt x="4497266" y="281853"/>
                  </a:lnTo>
                  <a:lnTo>
                    <a:pt x="4579378" y="234402"/>
                  </a:lnTo>
                  <a:lnTo>
                    <a:pt x="4664271" y="191377"/>
                  </a:lnTo>
                  <a:lnTo>
                    <a:pt x="4750452" y="152799"/>
                  </a:lnTo>
                  <a:lnTo>
                    <a:pt x="4835993" y="118741"/>
                  </a:lnTo>
                  <a:lnTo>
                    <a:pt x="4918603" y="89292"/>
                  </a:lnTo>
                  <a:lnTo>
                    <a:pt x="4995800" y="64501"/>
                  </a:lnTo>
                  <a:lnTo>
                    <a:pt x="5065152" y="44327"/>
                  </a:lnTo>
                  <a:lnTo>
                    <a:pt x="5124567" y="28595"/>
                  </a:lnTo>
                  <a:lnTo>
                    <a:pt x="5172589" y="16975"/>
                  </a:lnTo>
                  <a:lnTo>
                    <a:pt x="5208624" y="8979"/>
                  </a:lnTo>
                  <a:lnTo>
                    <a:pt x="5233060" y="3992"/>
                  </a:lnTo>
                  <a:lnTo>
                    <a:pt x="5247276" y="1318"/>
                  </a:lnTo>
                  <a:lnTo>
                    <a:pt x="5253548" y="227"/>
                  </a:lnTo>
                  <a:lnTo>
                    <a:pt x="5254941" y="2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260" y="81"/>
                  </a:lnTo>
                  <a:lnTo>
                    <a:pt x="6733321" y="660"/>
                  </a:lnTo>
                  <a:lnTo>
                    <a:pt x="6748693" y="2260"/>
                  </a:lnTo>
                  <a:lnTo>
                    <a:pt x="6776411" y="5415"/>
                  </a:lnTo>
                  <a:lnTo>
                    <a:pt x="6818201" y="10630"/>
                  </a:lnTo>
                  <a:lnTo>
                    <a:pt x="6874354" y="18341"/>
                  </a:lnTo>
                  <a:lnTo>
                    <a:pt x="6943761" y="28876"/>
                  </a:lnTo>
                  <a:lnTo>
                    <a:pt x="7024157" y="42433"/>
                  </a:lnTo>
                  <a:lnTo>
                    <a:pt x="7112530" y="59094"/>
                  </a:lnTo>
                  <a:lnTo>
                    <a:pt x="7205590" y="78848"/>
                  </a:lnTo>
                  <a:lnTo>
                    <a:pt x="7300201" y="101636"/>
                  </a:lnTo>
                  <a:lnTo>
                    <a:pt x="7393683" y="127399"/>
                  </a:lnTo>
                  <a:lnTo>
                    <a:pt x="7483977" y="156116"/>
                  </a:lnTo>
                  <a:lnTo>
                    <a:pt x="7569672" y="187833"/>
                  </a:lnTo>
                  <a:lnTo>
                    <a:pt x="7649948" y="222682"/>
                  </a:lnTo>
                  <a:lnTo>
                    <a:pt x="7724473" y="260887"/>
                  </a:lnTo>
                  <a:lnTo>
                    <a:pt x="7793285" y="302770"/>
                  </a:lnTo>
                  <a:lnTo>
                    <a:pt x="7856685" y="348740"/>
                  </a:lnTo>
                  <a:lnTo>
                    <a:pt x="7915144" y="399289"/>
                  </a:lnTo>
                  <a:lnTo>
                    <a:pt x="7969234" y="454970"/>
                  </a:lnTo>
                  <a:lnTo>
                    <a:pt x="8019577" y="516364"/>
                  </a:lnTo>
                  <a:lnTo>
                    <a:pt x="8066801" y="584034"/>
                  </a:lnTo>
                  <a:lnTo>
                    <a:pt x="8111511" y="658435"/>
                  </a:lnTo>
                  <a:lnTo>
                    <a:pt x="8151487" y="734207"/>
                  </a:lnTo>
                  <a:lnTo>
                    <a:pt x="8182719" y="799665"/>
                  </a:lnTo>
                  <a:lnTo>
                    <a:pt x="8213267" y="869112"/>
                  </a:lnTo>
                  <a:lnTo>
                    <a:pt x="8243286" y="942629"/>
                  </a:lnTo>
                  <a:lnTo>
                    <a:pt x="8272906" y="1020254"/>
                  </a:lnTo>
                  <a:lnTo>
                    <a:pt x="8302236" y="1101976"/>
                  </a:lnTo>
                  <a:lnTo>
                    <a:pt x="8331363" y="1187734"/>
                  </a:lnTo>
                  <a:lnTo>
                    <a:pt x="8360361" y="1277412"/>
                  </a:lnTo>
                  <a:lnTo>
                    <a:pt x="8389286" y="1370836"/>
                  </a:lnTo>
                  <a:lnTo>
                    <a:pt x="8418182" y="1467775"/>
                  </a:lnTo>
                  <a:lnTo>
                    <a:pt x="8447081" y="1567937"/>
                  </a:lnTo>
                  <a:lnTo>
                    <a:pt x="8476003" y="1670978"/>
                  </a:lnTo>
                  <a:lnTo>
                    <a:pt x="8504958" y="1776496"/>
                  </a:lnTo>
                  <a:lnTo>
                    <a:pt x="8533950" y="1884048"/>
                  </a:lnTo>
                  <a:lnTo>
                    <a:pt x="8562975" y="1993145"/>
                  </a:lnTo>
                  <a:lnTo>
                    <a:pt x="8592024" y="2103273"/>
                  </a:lnTo>
                  <a:lnTo>
                    <a:pt x="8621086" y="2213892"/>
                  </a:lnTo>
                  <a:lnTo>
                    <a:pt x="8650145" y="2324455"/>
                  </a:lnTo>
                  <a:lnTo>
                    <a:pt x="8679191" y="2434416"/>
                  </a:lnTo>
                  <a:lnTo>
                    <a:pt x="8708209" y="2543240"/>
                  </a:lnTo>
                  <a:lnTo>
                    <a:pt x="8737194" y="2650415"/>
                  </a:lnTo>
                  <a:lnTo>
                    <a:pt x="8766142" y="2755464"/>
                  </a:lnTo>
                  <a:lnTo>
                    <a:pt x="8795058" y="2857949"/>
                  </a:lnTo>
                  <a:lnTo>
                    <a:pt x="8823954" y="2957482"/>
                  </a:lnTo>
                  <a:lnTo>
                    <a:pt x="8852854" y="3053726"/>
                  </a:lnTo>
                  <a:lnTo>
                    <a:pt x="8881790" y="3146405"/>
                  </a:lnTo>
                  <a:lnTo>
                    <a:pt x="8910809" y="3235297"/>
                  </a:lnTo>
                  <a:lnTo>
                    <a:pt x="8939971" y="3320240"/>
                  </a:lnTo>
                  <a:lnTo>
                    <a:pt x="8969352" y="3401131"/>
                  </a:lnTo>
                  <a:lnTo>
                    <a:pt x="8999044" y="3477918"/>
                  </a:lnTo>
                  <a:lnTo>
                    <a:pt x="9029159" y="3550602"/>
                  </a:lnTo>
                  <a:lnTo>
                    <a:pt x="9059833" y="3619229"/>
                  </a:lnTo>
                  <a:lnTo>
                    <a:pt x="9084767" y="3671038"/>
                  </a:lnTo>
                  <a:lnTo>
                    <a:pt x="9127626" y="3751934"/>
                  </a:lnTo>
                  <a:lnTo>
                    <a:pt x="9172485" y="3825880"/>
                  </a:lnTo>
                  <a:lnTo>
                    <a:pt x="9219896" y="3893120"/>
                  </a:lnTo>
                  <a:lnTo>
                    <a:pt x="9270467" y="3954120"/>
                  </a:lnTo>
                  <a:lnTo>
                    <a:pt x="9324826" y="4009444"/>
                  </a:lnTo>
                  <a:lnTo>
                    <a:pt x="9383594" y="4059674"/>
                  </a:lnTo>
                  <a:lnTo>
                    <a:pt x="9447338" y="4105361"/>
                  </a:lnTo>
                  <a:lnTo>
                    <a:pt x="9516521" y="4146989"/>
                  </a:lnTo>
                  <a:lnTo>
                    <a:pt x="9591427" y="4184964"/>
                  </a:lnTo>
                  <a:lnTo>
                    <a:pt x="9672076" y="4219600"/>
                  </a:lnTo>
                  <a:lnTo>
                    <a:pt x="9758105" y="4251116"/>
                  </a:lnTo>
                  <a:lnTo>
                    <a:pt x="9848660" y="4279638"/>
                  </a:lnTo>
                  <a:lnTo>
                    <a:pt x="9942288" y="4305206"/>
                  </a:lnTo>
                  <a:lnTo>
                    <a:pt x="10036885" y="4327795"/>
                  </a:lnTo>
                  <a:lnTo>
                    <a:pt x="10129736" y="4347346"/>
                  </a:lnTo>
                  <a:lnTo>
                    <a:pt x="10217683" y="4363802"/>
                  </a:lnTo>
                  <a:lnTo>
                    <a:pt x="10297442" y="4377156"/>
                  </a:lnTo>
                  <a:lnTo>
                    <a:pt x="10366033" y="4387497"/>
                  </a:lnTo>
                  <a:lnTo>
                    <a:pt x="10421257" y="4395032"/>
                  </a:lnTo>
                  <a:lnTo>
                    <a:pt x="10462094" y="4400097"/>
                  </a:lnTo>
                  <a:lnTo>
                    <a:pt x="10488929" y="4403132"/>
                  </a:lnTo>
                  <a:lnTo>
                    <a:pt x="10503579" y="4404649"/>
                  </a:lnTo>
                  <a:lnTo>
                    <a:pt x="10509160" y="4405179"/>
                  </a:lnTo>
                  <a:lnTo>
                    <a:pt x="10509911" y="4405246"/>
                  </a:lnTo>
                  <a:lnTo>
                    <a:pt x="11981298" y="440524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92" name="pl2092"/>
            <p:cNvSpPr/>
            <p:nvPr/>
          </p:nvSpPr>
          <p:spPr>
            <a:xfrm>
              <a:off x="4799595" y="2952866"/>
              <a:ext cx="11981298" cy="7952327"/>
            </a:xfrm>
            <a:custGeom>
              <a:avLst/>
              <a:pathLst>
                <a:path w="11981298" h="7952327">
                  <a:moveTo>
                    <a:pt x="11981298" y="4405246"/>
                  </a:moveTo>
                  <a:lnTo>
                    <a:pt x="10509911" y="4405246"/>
                  </a:lnTo>
                  <a:lnTo>
                    <a:pt x="10508993" y="4405164"/>
                  </a:lnTo>
                  <a:lnTo>
                    <a:pt x="10502932" y="4404585"/>
                  </a:lnTo>
                  <a:lnTo>
                    <a:pt x="10487560" y="4402985"/>
                  </a:lnTo>
                  <a:lnTo>
                    <a:pt x="10459842" y="4399830"/>
                  </a:lnTo>
                  <a:lnTo>
                    <a:pt x="10418052" y="4394615"/>
                  </a:lnTo>
                  <a:lnTo>
                    <a:pt x="10361899" y="4386904"/>
                  </a:lnTo>
                  <a:lnTo>
                    <a:pt x="10292493" y="4376369"/>
                  </a:lnTo>
                  <a:lnTo>
                    <a:pt x="10212096" y="4362812"/>
                  </a:lnTo>
                  <a:lnTo>
                    <a:pt x="10123723" y="4346151"/>
                  </a:lnTo>
                  <a:lnTo>
                    <a:pt x="10030663" y="4326397"/>
                  </a:lnTo>
                  <a:lnTo>
                    <a:pt x="9936052" y="4303609"/>
                  </a:lnTo>
                  <a:lnTo>
                    <a:pt x="9842570" y="4277846"/>
                  </a:lnTo>
                  <a:lnTo>
                    <a:pt x="9752276" y="4249129"/>
                  </a:lnTo>
                  <a:lnTo>
                    <a:pt x="9666581" y="4217412"/>
                  </a:lnTo>
                  <a:lnTo>
                    <a:pt x="9586305" y="4182563"/>
                  </a:lnTo>
                  <a:lnTo>
                    <a:pt x="9511780" y="4144358"/>
                  </a:lnTo>
                  <a:lnTo>
                    <a:pt x="9442968" y="4102475"/>
                  </a:lnTo>
                  <a:lnTo>
                    <a:pt x="9379568" y="4056505"/>
                  </a:lnTo>
                  <a:lnTo>
                    <a:pt x="9321109" y="4005956"/>
                  </a:lnTo>
                  <a:lnTo>
                    <a:pt x="9267019" y="3950275"/>
                  </a:lnTo>
                  <a:lnTo>
                    <a:pt x="9216677" y="3888881"/>
                  </a:lnTo>
                  <a:lnTo>
                    <a:pt x="9169453" y="3821211"/>
                  </a:lnTo>
                  <a:lnTo>
                    <a:pt x="9124742" y="3746810"/>
                  </a:lnTo>
                  <a:lnTo>
                    <a:pt x="9084767" y="3671038"/>
                  </a:lnTo>
                  <a:lnTo>
                    <a:pt x="9053535" y="3605580"/>
                  </a:lnTo>
                  <a:lnTo>
                    <a:pt x="9022986" y="3536133"/>
                  </a:lnTo>
                  <a:lnTo>
                    <a:pt x="8992967" y="3462616"/>
                  </a:lnTo>
                  <a:lnTo>
                    <a:pt x="8963347" y="3384991"/>
                  </a:lnTo>
                  <a:lnTo>
                    <a:pt x="8934018" y="3303269"/>
                  </a:lnTo>
                  <a:lnTo>
                    <a:pt x="8904890" y="3217511"/>
                  </a:lnTo>
                  <a:lnTo>
                    <a:pt x="8875893" y="3127833"/>
                  </a:lnTo>
                  <a:lnTo>
                    <a:pt x="8846967" y="3034409"/>
                  </a:lnTo>
                  <a:lnTo>
                    <a:pt x="8818071" y="2937470"/>
                  </a:lnTo>
                  <a:lnTo>
                    <a:pt x="8789172" y="2837308"/>
                  </a:lnTo>
                  <a:lnTo>
                    <a:pt x="8760250" y="2734267"/>
                  </a:lnTo>
                  <a:lnTo>
                    <a:pt x="8731295" y="2628749"/>
                  </a:lnTo>
                  <a:lnTo>
                    <a:pt x="8702303" y="2521198"/>
                  </a:lnTo>
                  <a:lnTo>
                    <a:pt x="8673278" y="2412100"/>
                  </a:lnTo>
                  <a:lnTo>
                    <a:pt x="8644229" y="2301973"/>
                  </a:lnTo>
                  <a:lnTo>
                    <a:pt x="8615168" y="2191353"/>
                  </a:lnTo>
                  <a:lnTo>
                    <a:pt x="8586108" y="2080790"/>
                  </a:lnTo>
                  <a:lnTo>
                    <a:pt x="8557063" y="1970829"/>
                  </a:lnTo>
                  <a:lnTo>
                    <a:pt x="8528044" y="1862005"/>
                  </a:lnTo>
                  <a:lnTo>
                    <a:pt x="8499059" y="1754830"/>
                  </a:lnTo>
                  <a:lnTo>
                    <a:pt x="8470111" y="1649781"/>
                  </a:lnTo>
                  <a:lnTo>
                    <a:pt x="8441195" y="1547296"/>
                  </a:lnTo>
                  <a:lnTo>
                    <a:pt x="8412299" y="1447763"/>
                  </a:lnTo>
                  <a:lnTo>
                    <a:pt x="8383400" y="1351519"/>
                  </a:lnTo>
                  <a:lnTo>
                    <a:pt x="8354463" y="1258840"/>
                  </a:lnTo>
                  <a:lnTo>
                    <a:pt x="8325444" y="1169948"/>
                  </a:lnTo>
                  <a:lnTo>
                    <a:pt x="8296282" y="1085005"/>
                  </a:lnTo>
                  <a:lnTo>
                    <a:pt x="8266902" y="1004114"/>
                  </a:lnTo>
                  <a:lnTo>
                    <a:pt x="8237210" y="927327"/>
                  </a:lnTo>
                  <a:lnTo>
                    <a:pt x="8207094" y="854643"/>
                  </a:lnTo>
                  <a:lnTo>
                    <a:pt x="8176420" y="786016"/>
                  </a:lnTo>
                  <a:lnTo>
                    <a:pt x="8151487" y="734207"/>
                  </a:lnTo>
                  <a:lnTo>
                    <a:pt x="8108627" y="653312"/>
                  </a:lnTo>
                  <a:lnTo>
                    <a:pt x="8063768" y="579365"/>
                  </a:lnTo>
                  <a:lnTo>
                    <a:pt x="8016357" y="512125"/>
                  </a:lnTo>
                  <a:lnTo>
                    <a:pt x="7965787" y="451125"/>
                  </a:lnTo>
                  <a:lnTo>
                    <a:pt x="7911427" y="395801"/>
                  </a:lnTo>
                  <a:lnTo>
                    <a:pt x="7852659" y="345571"/>
                  </a:lnTo>
                  <a:lnTo>
                    <a:pt x="7788915" y="299885"/>
                  </a:lnTo>
                  <a:lnTo>
                    <a:pt x="7719733" y="258256"/>
                  </a:lnTo>
                  <a:lnTo>
                    <a:pt x="7644826" y="220281"/>
                  </a:lnTo>
                  <a:lnTo>
                    <a:pt x="7564177" y="185645"/>
                  </a:lnTo>
                  <a:lnTo>
                    <a:pt x="7478148" y="154129"/>
                  </a:lnTo>
                  <a:lnTo>
                    <a:pt x="7387593" y="125607"/>
                  </a:lnTo>
                  <a:lnTo>
                    <a:pt x="7293966" y="100039"/>
                  </a:lnTo>
                  <a:lnTo>
                    <a:pt x="7199368" y="77450"/>
                  </a:lnTo>
                  <a:lnTo>
                    <a:pt x="7106517" y="57899"/>
                  </a:lnTo>
                  <a:lnTo>
                    <a:pt x="7018570" y="41443"/>
                  </a:lnTo>
                  <a:lnTo>
                    <a:pt x="6938812" y="28089"/>
                  </a:lnTo>
                  <a:lnTo>
                    <a:pt x="6870220" y="17748"/>
                  </a:lnTo>
                  <a:lnTo>
                    <a:pt x="6814996" y="10213"/>
                  </a:lnTo>
                  <a:lnTo>
                    <a:pt x="6774159" y="5148"/>
                  </a:lnTo>
                  <a:lnTo>
                    <a:pt x="6747325" y="2113"/>
                  </a:lnTo>
                  <a:lnTo>
                    <a:pt x="6732674" y="596"/>
                  </a:lnTo>
                  <a:lnTo>
                    <a:pt x="6727093" y="66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258" y="110"/>
                  </a:lnTo>
                  <a:lnTo>
                    <a:pt x="5249629" y="899"/>
                  </a:lnTo>
                  <a:lnTo>
                    <a:pt x="5237807" y="3076"/>
                  </a:lnTo>
                  <a:lnTo>
                    <a:pt x="5216294" y="7370"/>
                  </a:lnTo>
                  <a:lnTo>
                    <a:pt x="5183459" y="14492"/>
                  </a:lnTo>
                  <a:lnTo>
                    <a:pt x="5138641" y="25084"/>
                  </a:lnTo>
                  <a:lnTo>
                    <a:pt x="5082178" y="39671"/>
                  </a:lnTo>
                  <a:lnTo>
                    <a:pt x="5015314" y="58627"/>
                  </a:lnTo>
                  <a:lnTo>
                    <a:pt x="4939996" y="82168"/>
                  </a:lnTo>
                  <a:lnTo>
                    <a:pt x="4858595" y="110367"/>
                  </a:lnTo>
                  <a:lnTo>
                    <a:pt x="4773606" y="143193"/>
                  </a:lnTo>
                  <a:lnTo>
                    <a:pt x="4687390" y="180565"/>
                  </a:lnTo>
                  <a:lnTo>
                    <a:pt x="4601985" y="222399"/>
                  </a:lnTo>
                  <a:lnTo>
                    <a:pt x="4519005" y="268657"/>
                  </a:lnTo>
                  <a:lnTo>
                    <a:pt x="4439611" y="319382"/>
                  </a:lnTo>
                  <a:lnTo>
                    <a:pt x="4364546" y="374716"/>
                  </a:lnTo>
                  <a:lnTo>
                    <a:pt x="4294185" y="434919"/>
                  </a:lnTo>
                  <a:lnTo>
                    <a:pt x="4228620" y="500367"/>
                  </a:lnTo>
                  <a:lnTo>
                    <a:pt x="4167721" y="571554"/>
                  </a:lnTo>
                  <a:lnTo>
                    <a:pt x="4111208" y="649083"/>
                  </a:lnTo>
                  <a:lnTo>
                    <a:pt x="4058697" y="733649"/>
                  </a:lnTo>
                  <a:lnTo>
                    <a:pt x="4009746" y="826020"/>
                  </a:lnTo>
                  <a:lnTo>
                    <a:pt x="3963882" y="926993"/>
                  </a:lnTo>
                  <a:lnTo>
                    <a:pt x="3920630" y="1037336"/>
                  </a:lnTo>
                  <a:lnTo>
                    <a:pt x="3879529" y="1157695"/>
                  </a:lnTo>
                  <a:lnTo>
                    <a:pt x="3840153" y="1288452"/>
                  </a:lnTo>
                  <a:lnTo>
                    <a:pt x="3829811" y="1325387"/>
                  </a:lnTo>
                  <a:lnTo>
                    <a:pt x="3806111" y="1414135"/>
                  </a:lnTo>
                  <a:lnTo>
                    <a:pt x="3782826" y="1506981"/>
                  </a:lnTo>
                  <a:lnTo>
                    <a:pt x="3759885" y="1603998"/>
                  </a:lnTo>
                  <a:lnTo>
                    <a:pt x="3737224" y="1705238"/>
                  </a:lnTo>
                  <a:lnTo>
                    <a:pt x="3714790" y="1810724"/>
                  </a:lnTo>
                  <a:lnTo>
                    <a:pt x="3692534" y="1920453"/>
                  </a:lnTo>
                  <a:lnTo>
                    <a:pt x="3670416" y="2034391"/>
                  </a:lnTo>
                  <a:lnTo>
                    <a:pt x="3648400" y="2152472"/>
                  </a:lnTo>
                  <a:lnTo>
                    <a:pt x="3626455" y="2274598"/>
                  </a:lnTo>
                  <a:lnTo>
                    <a:pt x="3604558" y="2400637"/>
                  </a:lnTo>
                  <a:lnTo>
                    <a:pt x="3582686" y="2530421"/>
                  </a:lnTo>
                  <a:lnTo>
                    <a:pt x="3560825" y="2663749"/>
                  </a:lnTo>
                  <a:lnTo>
                    <a:pt x="3538960" y="2800384"/>
                  </a:lnTo>
                  <a:lnTo>
                    <a:pt x="3517084" y="2940057"/>
                  </a:lnTo>
                  <a:lnTo>
                    <a:pt x="3495191" y="3082468"/>
                  </a:lnTo>
                  <a:lnTo>
                    <a:pt x="3473276" y="3227286"/>
                  </a:lnTo>
                  <a:lnTo>
                    <a:pt x="3451341" y="3374154"/>
                  </a:lnTo>
                  <a:lnTo>
                    <a:pt x="3429387" y="3522693"/>
                  </a:lnTo>
                  <a:lnTo>
                    <a:pt x="3407416" y="3672503"/>
                  </a:lnTo>
                  <a:lnTo>
                    <a:pt x="3385434" y="3823172"/>
                  </a:lnTo>
                  <a:lnTo>
                    <a:pt x="3363446" y="3974274"/>
                  </a:lnTo>
                  <a:lnTo>
                    <a:pt x="3341458" y="4125383"/>
                  </a:lnTo>
                  <a:lnTo>
                    <a:pt x="3319475" y="4276067"/>
                  </a:lnTo>
                  <a:lnTo>
                    <a:pt x="3297504" y="4425904"/>
                  </a:lnTo>
                  <a:lnTo>
                    <a:pt x="3275549" y="4574480"/>
                  </a:lnTo>
                  <a:lnTo>
                    <a:pt x="3253613" y="4721394"/>
                  </a:lnTo>
                  <a:lnTo>
                    <a:pt x="3231699" y="4866268"/>
                  </a:lnTo>
                  <a:lnTo>
                    <a:pt x="3209805" y="5008742"/>
                  </a:lnTo>
                  <a:lnTo>
                    <a:pt x="3187928" y="5148488"/>
                  </a:lnTo>
                  <a:lnTo>
                    <a:pt x="3166064" y="5285202"/>
                  </a:lnTo>
                  <a:lnTo>
                    <a:pt x="3144202" y="5418616"/>
                  </a:lnTo>
                  <a:lnTo>
                    <a:pt x="3122331" y="5548491"/>
                  </a:lnTo>
                  <a:lnTo>
                    <a:pt x="3100435" y="5674626"/>
                  </a:lnTo>
                  <a:lnTo>
                    <a:pt x="3078492" y="5796851"/>
                  </a:lnTo>
                  <a:lnTo>
                    <a:pt x="3056478" y="5915035"/>
                  </a:lnTo>
                  <a:lnTo>
                    <a:pt x="3034362" y="6029077"/>
                  </a:lnTo>
                  <a:lnTo>
                    <a:pt x="3012110" y="6138912"/>
                  </a:lnTo>
                  <a:lnTo>
                    <a:pt x="2989681" y="6244505"/>
                  </a:lnTo>
                  <a:lnTo>
                    <a:pt x="2967027" y="6345850"/>
                  </a:lnTo>
                  <a:lnTo>
                    <a:pt x="2944093" y="6442972"/>
                  </a:lnTo>
                  <a:lnTo>
                    <a:pt x="2920817" y="6535921"/>
                  </a:lnTo>
                  <a:lnTo>
                    <a:pt x="2897129" y="6624770"/>
                  </a:lnTo>
                  <a:lnTo>
                    <a:pt x="2896531" y="6626939"/>
                  </a:lnTo>
                  <a:lnTo>
                    <a:pt x="2857554" y="6760501"/>
                  </a:lnTo>
                  <a:lnTo>
                    <a:pt x="2816957" y="6883634"/>
                  </a:lnTo>
                  <a:lnTo>
                    <a:pt x="2774327" y="6996615"/>
                  </a:lnTo>
                  <a:lnTo>
                    <a:pt x="2729212" y="7100035"/>
                  </a:lnTo>
                  <a:lnTo>
                    <a:pt x="2681138" y="7194640"/>
                  </a:lnTo>
                  <a:lnTo>
                    <a:pt x="2629630" y="7281228"/>
                  </a:lnTo>
                  <a:lnTo>
                    <a:pt x="2574233" y="7360576"/>
                  </a:lnTo>
                  <a:lnTo>
                    <a:pt x="2514546" y="7433405"/>
                  </a:lnTo>
                  <a:lnTo>
                    <a:pt x="2450256" y="7500343"/>
                  </a:lnTo>
                  <a:lnTo>
                    <a:pt x="2381186" y="7561915"/>
                  </a:lnTo>
                  <a:lnTo>
                    <a:pt x="2307362" y="7618528"/>
                  </a:lnTo>
                  <a:lnTo>
                    <a:pt x="2229076" y="7670473"/>
                  </a:lnTo>
                  <a:lnTo>
                    <a:pt x="2146964" y="7717925"/>
                  </a:lnTo>
                  <a:lnTo>
                    <a:pt x="2062071" y="7760949"/>
                  </a:lnTo>
                  <a:lnTo>
                    <a:pt x="1975890" y="7799528"/>
                  </a:lnTo>
                  <a:lnTo>
                    <a:pt x="1890350" y="7833585"/>
                  </a:lnTo>
                  <a:lnTo>
                    <a:pt x="1807740" y="7863034"/>
                  </a:lnTo>
                  <a:lnTo>
                    <a:pt x="1730542" y="7887825"/>
                  </a:lnTo>
                  <a:lnTo>
                    <a:pt x="1661191" y="7908000"/>
                  </a:lnTo>
                  <a:lnTo>
                    <a:pt x="1601775" y="7923731"/>
                  </a:lnTo>
                  <a:lnTo>
                    <a:pt x="1553753" y="7935352"/>
                  </a:lnTo>
                  <a:lnTo>
                    <a:pt x="1517719" y="7943348"/>
                  </a:lnTo>
                  <a:lnTo>
                    <a:pt x="1493282" y="7948334"/>
                  </a:lnTo>
                  <a:lnTo>
                    <a:pt x="1479066" y="7951009"/>
                  </a:lnTo>
                  <a:lnTo>
                    <a:pt x="1472794" y="7952099"/>
                  </a:lnTo>
                  <a:lnTo>
                    <a:pt x="1471401" y="7952325"/>
                  </a:lnTo>
                  <a:lnTo>
                    <a:pt x="1471387" y="7952327"/>
                  </a:lnTo>
                  <a:lnTo>
                    <a:pt x="0" y="795232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93" name="pg2093"/>
            <p:cNvSpPr/>
            <p:nvPr/>
          </p:nvSpPr>
          <p:spPr>
            <a:xfrm>
              <a:off x="4799595" y="3418727"/>
              <a:ext cx="11981298" cy="7502812"/>
            </a:xfrm>
            <a:custGeom>
              <a:avLst/>
              <a:pathLst>
                <a:path w="11981298" h="7502812">
                  <a:moveTo>
                    <a:pt x="0" y="7502812"/>
                  </a:moveTo>
                  <a:lnTo>
                    <a:pt x="1471387" y="7502812"/>
                  </a:lnTo>
                  <a:lnTo>
                    <a:pt x="1472111" y="7502703"/>
                  </a:lnTo>
                  <a:lnTo>
                    <a:pt x="1476915" y="7501931"/>
                  </a:lnTo>
                  <a:lnTo>
                    <a:pt x="1489173" y="7499798"/>
                  </a:lnTo>
                  <a:lnTo>
                    <a:pt x="1511453" y="7495590"/>
                  </a:lnTo>
                  <a:lnTo>
                    <a:pt x="1545408" y="7488615"/>
                  </a:lnTo>
                  <a:lnTo>
                    <a:pt x="1591661" y="7478248"/>
                  </a:lnTo>
                  <a:lnTo>
                    <a:pt x="1649792" y="7463986"/>
                  </a:lnTo>
                  <a:lnTo>
                    <a:pt x="1718437" y="7445474"/>
                  </a:lnTo>
                  <a:lnTo>
                    <a:pt x="1795520" y="7422516"/>
                  </a:lnTo>
                  <a:lnTo>
                    <a:pt x="1878547" y="7395055"/>
                  </a:lnTo>
                  <a:lnTo>
                    <a:pt x="1964931" y="7363127"/>
                  </a:lnTo>
                  <a:lnTo>
                    <a:pt x="2052254" y="7326817"/>
                  </a:lnTo>
                  <a:lnTo>
                    <a:pt x="2138460" y="7286202"/>
                  </a:lnTo>
                  <a:lnTo>
                    <a:pt x="2221948" y="7241308"/>
                  </a:lnTo>
                  <a:lnTo>
                    <a:pt x="2301590" y="7192079"/>
                  </a:lnTo>
                  <a:lnTo>
                    <a:pt x="2376691" y="7138352"/>
                  </a:lnTo>
                  <a:lnTo>
                    <a:pt x="2446924" y="7079853"/>
                  </a:lnTo>
                  <a:lnTo>
                    <a:pt x="2512251" y="7016186"/>
                  </a:lnTo>
                  <a:lnTo>
                    <a:pt x="2572846" y="6946844"/>
                  </a:lnTo>
                  <a:lnTo>
                    <a:pt x="2629030" y="6871214"/>
                  </a:lnTo>
                  <a:lnTo>
                    <a:pt x="2681220" y="6788593"/>
                  </a:lnTo>
                  <a:lnTo>
                    <a:pt x="2729888" y="6698218"/>
                  </a:lnTo>
                  <a:lnTo>
                    <a:pt x="2775526" y="6599309"/>
                  </a:lnTo>
                  <a:lnTo>
                    <a:pt x="2818629" y="6491138"/>
                  </a:lnTo>
                  <a:lnTo>
                    <a:pt x="2859664" y="6373135"/>
                  </a:lnTo>
                  <a:lnTo>
                    <a:pt x="2896531" y="6253705"/>
                  </a:lnTo>
                  <a:lnTo>
                    <a:pt x="2920914" y="6167573"/>
                  </a:lnTo>
                  <a:lnTo>
                    <a:pt x="2944860" y="6077349"/>
                  </a:lnTo>
                  <a:lnTo>
                    <a:pt x="2968447" y="5982957"/>
                  </a:lnTo>
                  <a:lnTo>
                    <a:pt x="2991741" y="5884347"/>
                  </a:lnTo>
                  <a:lnTo>
                    <a:pt x="3014802" y="5781498"/>
                  </a:lnTo>
                  <a:lnTo>
                    <a:pt x="3037680" y="5674418"/>
                  </a:lnTo>
                  <a:lnTo>
                    <a:pt x="3060420" y="5563146"/>
                  </a:lnTo>
                  <a:lnTo>
                    <a:pt x="3083058" y="5447755"/>
                  </a:lnTo>
                  <a:lnTo>
                    <a:pt x="3105627" y="5328356"/>
                  </a:lnTo>
                  <a:lnTo>
                    <a:pt x="3128153" y="5205091"/>
                  </a:lnTo>
                  <a:lnTo>
                    <a:pt x="3150657" y="5078144"/>
                  </a:lnTo>
                  <a:lnTo>
                    <a:pt x="3173154" y="4947732"/>
                  </a:lnTo>
                  <a:lnTo>
                    <a:pt x="3195659" y="4814108"/>
                  </a:lnTo>
                  <a:lnTo>
                    <a:pt x="3218178" y="4677563"/>
                  </a:lnTo>
                  <a:lnTo>
                    <a:pt x="3240718" y="4538416"/>
                  </a:lnTo>
                  <a:lnTo>
                    <a:pt x="3263280" y="4397020"/>
                  </a:lnTo>
                  <a:lnTo>
                    <a:pt x="3285863" y="4253751"/>
                  </a:lnTo>
                  <a:lnTo>
                    <a:pt x="3308466" y="4109009"/>
                  </a:lnTo>
                  <a:lnTo>
                    <a:pt x="3331083" y="3963213"/>
                  </a:lnTo>
                  <a:lnTo>
                    <a:pt x="3353709" y="3816794"/>
                  </a:lnTo>
                  <a:lnTo>
                    <a:pt x="3376338" y="3670190"/>
                  </a:lnTo>
                  <a:lnTo>
                    <a:pt x="3398963" y="3523843"/>
                  </a:lnTo>
                  <a:lnTo>
                    <a:pt x="3421579" y="3378190"/>
                  </a:lnTo>
                  <a:lnTo>
                    <a:pt x="3444178" y="3233661"/>
                  </a:lnTo>
                  <a:lnTo>
                    <a:pt x="3466759" y="3090672"/>
                  </a:lnTo>
                  <a:lnTo>
                    <a:pt x="3489317" y="2949619"/>
                  </a:lnTo>
                  <a:lnTo>
                    <a:pt x="3511853" y="2810875"/>
                  </a:lnTo>
                  <a:lnTo>
                    <a:pt x="3534370" y="2674787"/>
                  </a:lnTo>
                  <a:lnTo>
                    <a:pt x="3556872" y="2541671"/>
                  </a:lnTo>
                  <a:lnTo>
                    <a:pt x="3579370" y="2411809"/>
                  </a:lnTo>
                  <a:lnTo>
                    <a:pt x="3601876" y="2285451"/>
                  </a:lnTo>
                  <a:lnTo>
                    <a:pt x="3624407" y="2162808"/>
                  </a:lnTo>
                  <a:lnTo>
                    <a:pt x="3646985" y="2044056"/>
                  </a:lnTo>
                  <a:lnTo>
                    <a:pt x="3669638" y="1929333"/>
                  </a:lnTo>
                  <a:lnTo>
                    <a:pt x="3692398" y="1818744"/>
                  </a:lnTo>
                  <a:lnTo>
                    <a:pt x="3715303" y="1712354"/>
                  </a:lnTo>
                  <a:lnTo>
                    <a:pt x="3738398" y="1610200"/>
                  </a:lnTo>
                  <a:lnTo>
                    <a:pt x="3761736" y="1512283"/>
                  </a:lnTo>
                  <a:lnTo>
                    <a:pt x="3785377" y="1418578"/>
                  </a:lnTo>
                  <a:lnTo>
                    <a:pt x="3809389" y="1329029"/>
                  </a:lnTo>
                  <a:lnTo>
                    <a:pt x="3829811" y="1257279"/>
                  </a:lnTo>
                  <a:lnTo>
                    <a:pt x="3869300" y="1129846"/>
                  </a:lnTo>
                  <a:lnTo>
                    <a:pt x="3910457" y="1012496"/>
                  </a:lnTo>
                  <a:lnTo>
                    <a:pt x="3953710" y="904949"/>
                  </a:lnTo>
                  <a:lnTo>
                    <a:pt x="3999531" y="806620"/>
                  </a:lnTo>
                  <a:lnTo>
                    <a:pt x="4048413" y="716775"/>
                  </a:lnTo>
                  <a:lnTo>
                    <a:pt x="4100850" y="634633"/>
                  </a:lnTo>
                  <a:lnTo>
                    <a:pt x="4157310" y="559433"/>
                  </a:lnTo>
                  <a:lnTo>
                    <a:pt x="4218205" y="490479"/>
                  </a:lnTo>
                  <a:lnTo>
                    <a:pt x="4283848" y="427164"/>
                  </a:lnTo>
                  <a:lnTo>
                    <a:pt x="4354403" y="368986"/>
                  </a:lnTo>
                  <a:lnTo>
                    <a:pt x="4429813" y="315560"/>
                  </a:lnTo>
                  <a:lnTo>
                    <a:pt x="4509731" y="266617"/>
                  </a:lnTo>
                  <a:lnTo>
                    <a:pt x="4593436" y="222003"/>
                  </a:lnTo>
                  <a:lnTo>
                    <a:pt x="4679770" y="181667"/>
                  </a:lnTo>
                  <a:lnTo>
                    <a:pt x="4767099" y="145640"/>
                  </a:lnTo>
                  <a:lnTo>
                    <a:pt x="4853340" y="114002"/>
                  </a:lnTo>
                  <a:lnTo>
                    <a:pt x="4936059" y="86834"/>
                  </a:lnTo>
                  <a:lnTo>
                    <a:pt x="5012664" y="64169"/>
                  </a:lnTo>
                  <a:lnTo>
                    <a:pt x="5080682" y="45942"/>
                  </a:lnTo>
                  <a:lnTo>
                    <a:pt x="5138070" y="31946"/>
                  </a:lnTo>
                  <a:lnTo>
                    <a:pt x="5183523" y="21817"/>
                  </a:lnTo>
                  <a:lnTo>
                    <a:pt x="5216685" y="15042"/>
                  </a:lnTo>
                  <a:lnTo>
                    <a:pt x="5238251" y="10992"/>
                  </a:lnTo>
                  <a:lnTo>
                    <a:pt x="5249935" y="8970"/>
                  </a:lnTo>
                  <a:lnTo>
                    <a:pt x="5254362" y="8261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506" y="8232"/>
                  </a:lnTo>
                  <a:lnTo>
                    <a:pt x="6735151" y="8657"/>
                  </a:lnTo>
                  <a:lnTo>
                    <a:pt x="6754409" y="9833"/>
                  </a:lnTo>
                  <a:lnTo>
                    <a:pt x="6788809" y="12147"/>
                  </a:lnTo>
                  <a:lnTo>
                    <a:pt x="6840020" y="15958"/>
                  </a:lnTo>
                  <a:lnTo>
                    <a:pt x="6907722" y="21557"/>
                  </a:lnTo>
                  <a:lnTo>
                    <a:pt x="6989781" y="29140"/>
                  </a:lnTo>
                  <a:lnTo>
                    <a:pt x="7082736" y="38806"/>
                  </a:lnTo>
                  <a:lnTo>
                    <a:pt x="7182474" y="50567"/>
                  </a:lnTo>
                  <a:lnTo>
                    <a:pt x="7284905" y="64390"/>
                  </a:lnTo>
                  <a:lnTo>
                    <a:pt x="7386485" y="80228"/>
                  </a:lnTo>
                  <a:lnTo>
                    <a:pt x="7484491" y="98062"/>
                  </a:lnTo>
                  <a:lnTo>
                    <a:pt x="7577098" y="117925"/>
                  </a:lnTo>
                  <a:lnTo>
                    <a:pt x="7663291" y="139915"/>
                  </a:lnTo>
                  <a:lnTo>
                    <a:pt x="7742715" y="164206"/>
                  </a:lnTo>
                  <a:lnTo>
                    <a:pt x="7815499" y="191049"/>
                  </a:lnTo>
                  <a:lnTo>
                    <a:pt x="7882098" y="220761"/>
                  </a:lnTo>
                  <a:lnTo>
                    <a:pt x="7943169" y="253722"/>
                  </a:lnTo>
                  <a:lnTo>
                    <a:pt x="7999477" y="290349"/>
                  </a:lnTo>
                  <a:lnTo>
                    <a:pt x="8051821" y="331066"/>
                  </a:lnTo>
                  <a:lnTo>
                    <a:pt x="8100988" y="376241"/>
                  </a:lnTo>
                  <a:lnTo>
                    <a:pt x="8147699" y="426094"/>
                  </a:lnTo>
                  <a:lnTo>
                    <a:pt x="8151487" y="430444"/>
                  </a:lnTo>
                  <a:lnTo>
                    <a:pt x="8190833" y="478398"/>
                  </a:lnTo>
                  <a:lnTo>
                    <a:pt x="8229154" y="530037"/>
                  </a:lnTo>
                  <a:lnTo>
                    <a:pt x="8266743" y="585434"/>
                  </a:lnTo>
                  <a:lnTo>
                    <a:pt x="8303832" y="644599"/>
                  </a:lnTo>
                  <a:lnTo>
                    <a:pt x="8340605" y="707463"/>
                  </a:lnTo>
                  <a:lnTo>
                    <a:pt x="8377201" y="773879"/>
                  </a:lnTo>
                  <a:lnTo>
                    <a:pt x="8413723" y="843617"/>
                  </a:lnTo>
                  <a:lnTo>
                    <a:pt x="8450242" y="916357"/>
                  </a:lnTo>
                  <a:lnTo>
                    <a:pt x="8486799" y="991700"/>
                  </a:lnTo>
                  <a:lnTo>
                    <a:pt x="8523412" y="1069168"/>
                  </a:lnTo>
                  <a:lnTo>
                    <a:pt x="8560081" y="1148222"/>
                  </a:lnTo>
                  <a:lnTo>
                    <a:pt x="8596789" y="1228269"/>
                  </a:lnTo>
                  <a:lnTo>
                    <a:pt x="8633514" y="1308685"/>
                  </a:lnTo>
                  <a:lnTo>
                    <a:pt x="8670227" y="1388834"/>
                  </a:lnTo>
                  <a:lnTo>
                    <a:pt x="8706903" y="1468090"/>
                  </a:lnTo>
                  <a:lnTo>
                    <a:pt x="8743526" y="1545854"/>
                  </a:lnTo>
                  <a:lnTo>
                    <a:pt x="8780092" y="1621575"/>
                  </a:lnTo>
                  <a:lnTo>
                    <a:pt x="8816614" y="1694766"/>
                  </a:lnTo>
                  <a:lnTo>
                    <a:pt x="8853132" y="1765014"/>
                  </a:lnTo>
                  <a:lnTo>
                    <a:pt x="8889710" y="1831986"/>
                  </a:lnTo>
                  <a:lnTo>
                    <a:pt x="8926446" y="1895438"/>
                  </a:lnTo>
                  <a:lnTo>
                    <a:pt x="8963472" y="1955209"/>
                  </a:lnTo>
                  <a:lnTo>
                    <a:pt x="9000966" y="2011218"/>
                  </a:lnTo>
                  <a:lnTo>
                    <a:pt x="9039150" y="2063463"/>
                  </a:lnTo>
                  <a:lnTo>
                    <a:pt x="9078308" y="2112006"/>
                  </a:lnTo>
                  <a:lnTo>
                    <a:pt x="9084767" y="2119530"/>
                  </a:lnTo>
                  <a:lnTo>
                    <a:pt x="9131303" y="2169774"/>
                  </a:lnTo>
                  <a:lnTo>
                    <a:pt x="9180239" y="2215332"/>
                  </a:lnTo>
                  <a:lnTo>
                    <a:pt x="9232291" y="2256406"/>
                  </a:lnTo>
                  <a:lnTo>
                    <a:pt x="9288239" y="2293357"/>
                  </a:lnTo>
                  <a:lnTo>
                    <a:pt x="9348885" y="2326606"/>
                  </a:lnTo>
                  <a:lnTo>
                    <a:pt x="9414998" y="2356573"/>
                  </a:lnTo>
                  <a:lnTo>
                    <a:pt x="9487247" y="2383641"/>
                  </a:lnTo>
                  <a:lnTo>
                    <a:pt x="9566109" y="2408134"/>
                  </a:lnTo>
                  <a:lnTo>
                    <a:pt x="9651746" y="2430307"/>
                  </a:lnTo>
                  <a:lnTo>
                    <a:pt x="9743849" y="2450341"/>
                  </a:lnTo>
                  <a:lnTo>
                    <a:pt x="9841464" y="2468342"/>
                  </a:lnTo>
                  <a:lnTo>
                    <a:pt x="9942839" y="2484346"/>
                  </a:lnTo>
                  <a:lnTo>
                    <a:pt x="10045324" y="2498337"/>
                  </a:lnTo>
                  <a:lnTo>
                    <a:pt x="10145436" y="2510272"/>
                  </a:lnTo>
                  <a:lnTo>
                    <a:pt x="10239115" y="2520112"/>
                  </a:lnTo>
                  <a:lnTo>
                    <a:pt x="10322224" y="2527866"/>
                  </a:lnTo>
                  <a:lnTo>
                    <a:pt x="10391222" y="2533623"/>
                  </a:lnTo>
                  <a:lnTo>
                    <a:pt x="10443841" y="2537572"/>
                  </a:lnTo>
                  <a:lnTo>
                    <a:pt x="10479600" y="2539998"/>
                  </a:lnTo>
                  <a:lnTo>
                    <a:pt x="10500005" y="2541253"/>
                  </a:lnTo>
                  <a:lnTo>
                    <a:pt x="10508439" y="2541726"/>
                  </a:lnTo>
                  <a:lnTo>
                    <a:pt x="10509911" y="2541802"/>
                  </a:lnTo>
                  <a:lnTo>
                    <a:pt x="11981298" y="2541802"/>
                  </a:lnTo>
                  <a:lnTo>
                    <a:pt x="11981298" y="2533629"/>
                  </a:lnTo>
                  <a:lnTo>
                    <a:pt x="10509911" y="2533629"/>
                  </a:lnTo>
                  <a:lnTo>
                    <a:pt x="10508747" y="2533569"/>
                  </a:lnTo>
                  <a:lnTo>
                    <a:pt x="10501102" y="2533144"/>
                  </a:lnTo>
                  <a:lnTo>
                    <a:pt x="10481844" y="2531968"/>
                  </a:lnTo>
                  <a:lnTo>
                    <a:pt x="10447444" y="2529654"/>
                  </a:lnTo>
                  <a:lnTo>
                    <a:pt x="10396233" y="2525844"/>
                  </a:lnTo>
                  <a:lnTo>
                    <a:pt x="10328532" y="2520245"/>
                  </a:lnTo>
                  <a:lnTo>
                    <a:pt x="10246472" y="2512661"/>
                  </a:lnTo>
                  <a:lnTo>
                    <a:pt x="10153517" y="2502996"/>
                  </a:lnTo>
                  <a:lnTo>
                    <a:pt x="10053780" y="2491234"/>
                  </a:lnTo>
                  <a:lnTo>
                    <a:pt x="9951348" y="2477412"/>
                  </a:lnTo>
                  <a:lnTo>
                    <a:pt x="9849768" y="2461573"/>
                  </a:lnTo>
                  <a:lnTo>
                    <a:pt x="9751762" y="2443739"/>
                  </a:lnTo>
                  <a:lnTo>
                    <a:pt x="9659156" y="2423877"/>
                  </a:lnTo>
                  <a:lnTo>
                    <a:pt x="9572962" y="2401887"/>
                  </a:lnTo>
                  <a:lnTo>
                    <a:pt x="9493538" y="2377595"/>
                  </a:lnTo>
                  <a:lnTo>
                    <a:pt x="9420755" y="2350753"/>
                  </a:lnTo>
                  <a:lnTo>
                    <a:pt x="9354155" y="2321041"/>
                  </a:lnTo>
                  <a:lnTo>
                    <a:pt x="9293084" y="2288080"/>
                  </a:lnTo>
                  <a:lnTo>
                    <a:pt x="9236776" y="2251452"/>
                  </a:lnTo>
                  <a:lnTo>
                    <a:pt x="9184432" y="2210736"/>
                  </a:lnTo>
                  <a:lnTo>
                    <a:pt x="9135265" y="2165561"/>
                  </a:lnTo>
                  <a:lnTo>
                    <a:pt x="9088554" y="2115707"/>
                  </a:lnTo>
                  <a:lnTo>
                    <a:pt x="9084767" y="2111357"/>
                  </a:lnTo>
                  <a:lnTo>
                    <a:pt x="9045421" y="2063404"/>
                  </a:lnTo>
                  <a:lnTo>
                    <a:pt x="9007099" y="2011765"/>
                  </a:lnTo>
                  <a:lnTo>
                    <a:pt x="8969510" y="1956367"/>
                  </a:lnTo>
                  <a:lnTo>
                    <a:pt x="8932421" y="1897203"/>
                  </a:lnTo>
                  <a:lnTo>
                    <a:pt x="8895649" y="1834339"/>
                  </a:lnTo>
                  <a:lnTo>
                    <a:pt x="8859053" y="1767922"/>
                  </a:lnTo>
                  <a:lnTo>
                    <a:pt x="8822530" y="1698185"/>
                  </a:lnTo>
                  <a:lnTo>
                    <a:pt x="8786012" y="1625445"/>
                  </a:lnTo>
                  <a:lnTo>
                    <a:pt x="8749455" y="1550102"/>
                  </a:lnTo>
                  <a:lnTo>
                    <a:pt x="8712841" y="1472633"/>
                  </a:lnTo>
                  <a:lnTo>
                    <a:pt x="8676173" y="1393579"/>
                  </a:lnTo>
                  <a:lnTo>
                    <a:pt x="8639464" y="1313533"/>
                  </a:lnTo>
                  <a:lnTo>
                    <a:pt x="8602739" y="1233117"/>
                  </a:lnTo>
                  <a:lnTo>
                    <a:pt x="8566026" y="1152968"/>
                  </a:lnTo>
                  <a:lnTo>
                    <a:pt x="8529350" y="1073712"/>
                  </a:lnTo>
                  <a:lnTo>
                    <a:pt x="8492727" y="995948"/>
                  </a:lnTo>
                  <a:lnTo>
                    <a:pt x="8456162" y="920226"/>
                  </a:lnTo>
                  <a:lnTo>
                    <a:pt x="8419639" y="847035"/>
                  </a:lnTo>
                  <a:lnTo>
                    <a:pt x="8383121" y="776788"/>
                  </a:lnTo>
                  <a:lnTo>
                    <a:pt x="8346543" y="709815"/>
                  </a:lnTo>
                  <a:lnTo>
                    <a:pt x="8309808" y="646363"/>
                  </a:lnTo>
                  <a:lnTo>
                    <a:pt x="8272781" y="586593"/>
                  </a:lnTo>
                  <a:lnTo>
                    <a:pt x="8235288" y="530583"/>
                  </a:lnTo>
                  <a:lnTo>
                    <a:pt x="8197103" y="478339"/>
                  </a:lnTo>
                  <a:lnTo>
                    <a:pt x="8157945" y="429796"/>
                  </a:lnTo>
                  <a:lnTo>
                    <a:pt x="8151487" y="422271"/>
                  </a:lnTo>
                  <a:lnTo>
                    <a:pt x="8104951" y="372027"/>
                  </a:lnTo>
                  <a:lnTo>
                    <a:pt x="8056014" y="326469"/>
                  </a:lnTo>
                  <a:lnTo>
                    <a:pt x="8003963" y="285395"/>
                  </a:lnTo>
                  <a:lnTo>
                    <a:pt x="7948015" y="248444"/>
                  </a:lnTo>
                  <a:lnTo>
                    <a:pt x="7887369" y="215195"/>
                  </a:lnTo>
                  <a:lnTo>
                    <a:pt x="7821256" y="185228"/>
                  </a:lnTo>
                  <a:lnTo>
                    <a:pt x="7749006" y="158161"/>
                  </a:lnTo>
                  <a:lnTo>
                    <a:pt x="7670144" y="133668"/>
                  </a:lnTo>
                  <a:lnTo>
                    <a:pt x="7584507" y="111495"/>
                  </a:lnTo>
                  <a:lnTo>
                    <a:pt x="7492404" y="91460"/>
                  </a:lnTo>
                  <a:lnTo>
                    <a:pt x="7394789" y="73460"/>
                  </a:lnTo>
                  <a:lnTo>
                    <a:pt x="7293415" y="57456"/>
                  </a:lnTo>
                  <a:lnTo>
                    <a:pt x="7190929" y="43464"/>
                  </a:lnTo>
                  <a:lnTo>
                    <a:pt x="7090817" y="31530"/>
                  </a:lnTo>
                  <a:lnTo>
                    <a:pt x="6997138" y="21690"/>
                  </a:lnTo>
                  <a:lnTo>
                    <a:pt x="6914029" y="13936"/>
                  </a:lnTo>
                  <a:lnTo>
                    <a:pt x="6845031" y="8178"/>
                  </a:lnTo>
                  <a:lnTo>
                    <a:pt x="6792413" y="4229"/>
                  </a:lnTo>
                  <a:lnTo>
                    <a:pt x="6756653" y="1804"/>
                  </a:lnTo>
                  <a:lnTo>
                    <a:pt x="6736248" y="548"/>
                  </a:lnTo>
                  <a:lnTo>
                    <a:pt x="6727814" y="75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231" y="108"/>
                  </a:lnTo>
                  <a:lnTo>
                    <a:pt x="5249427" y="881"/>
                  </a:lnTo>
                  <a:lnTo>
                    <a:pt x="5237169" y="3014"/>
                  </a:lnTo>
                  <a:lnTo>
                    <a:pt x="5214889" y="7221"/>
                  </a:lnTo>
                  <a:lnTo>
                    <a:pt x="5180934" y="14197"/>
                  </a:lnTo>
                  <a:lnTo>
                    <a:pt x="5134681" y="24563"/>
                  </a:lnTo>
                  <a:lnTo>
                    <a:pt x="5076551" y="38826"/>
                  </a:lnTo>
                  <a:lnTo>
                    <a:pt x="5007905" y="57338"/>
                  </a:lnTo>
                  <a:lnTo>
                    <a:pt x="4930822" y="80295"/>
                  </a:lnTo>
                  <a:lnTo>
                    <a:pt x="4847795" y="107757"/>
                  </a:lnTo>
                  <a:lnTo>
                    <a:pt x="4761411" y="139684"/>
                  </a:lnTo>
                  <a:lnTo>
                    <a:pt x="4674088" y="175994"/>
                  </a:lnTo>
                  <a:lnTo>
                    <a:pt x="4587882" y="216609"/>
                  </a:lnTo>
                  <a:lnTo>
                    <a:pt x="4504394" y="261503"/>
                  </a:lnTo>
                  <a:lnTo>
                    <a:pt x="4424752" y="310733"/>
                  </a:lnTo>
                  <a:lnTo>
                    <a:pt x="4349651" y="364459"/>
                  </a:lnTo>
                  <a:lnTo>
                    <a:pt x="4279418" y="422959"/>
                  </a:lnTo>
                  <a:lnTo>
                    <a:pt x="4214091" y="486625"/>
                  </a:lnTo>
                  <a:lnTo>
                    <a:pt x="4153497" y="555967"/>
                  </a:lnTo>
                  <a:lnTo>
                    <a:pt x="4097312" y="631598"/>
                  </a:lnTo>
                  <a:lnTo>
                    <a:pt x="4045122" y="714219"/>
                  </a:lnTo>
                  <a:lnTo>
                    <a:pt x="3996454" y="804594"/>
                  </a:lnTo>
                  <a:lnTo>
                    <a:pt x="3950816" y="903502"/>
                  </a:lnTo>
                  <a:lnTo>
                    <a:pt x="3907713" y="1011673"/>
                  </a:lnTo>
                  <a:lnTo>
                    <a:pt x="3866678" y="1129677"/>
                  </a:lnTo>
                  <a:lnTo>
                    <a:pt x="3829811" y="1249106"/>
                  </a:lnTo>
                  <a:lnTo>
                    <a:pt x="3805428" y="1335238"/>
                  </a:lnTo>
                  <a:lnTo>
                    <a:pt x="3781482" y="1425463"/>
                  </a:lnTo>
                  <a:lnTo>
                    <a:pt x="3757895" y="1519855"/>
                  </a:lnTo>
                  <a:lnTo>
                    <a:pt x="3734601" y="1618464"/>
                  </a:lnTo>
                  <a:lnTo>
                    <a:pt x="3711540" y="1721313"/>
                  </a:lnTo>
                  <a:lnTo>
                    <a:pt x="3688662" y="1828394"/>
                  </a:lnTo>
                  <a:lnTo>
                    <a:pt x="3665922" y="1939666"/>
                  </a:lnTo>
                  <a:lnTo>
                    <a:pt x="3643284" y="2055056"/>
                  </a:lnTo>
                  <a:lnTo>
                    <a:pt x="3620715" y="2174456"/>
                  </a:lnTo>
                  <a:lnTo>
                    <a:pt x="3598189" y="2297720"/>
                  </a:lnTo>
                  <a:lnTo>
                    <a:pt x="3575686" y="2424668"/>
                  </a:lnTo>
                  <a:lnTo>
                    <a:pt x="3553188" y="2555080"/>
                  </a:lnTo>
                  <a:lnTo>
                    <a:pt x="3530684" y="2688703"/>
                  </a:lnTo>
                  <a:lnTo>
                    <a:pt x="3508164" y="2825248"/>
                  </a:lnTo>
                  <a:lnTo>
                    <a:pt x="3485624" y="2964395"/>
                  </a:lnTo>
                  <a:lnTo>
                    <a:pt x="3463063" y="3105792"/>
                  </a:lnTo>
                  <a:lnTo>
                    <a:pt x="3440479" y="3249061"/>
                  </a:lnTo>
                  <a:lnTo>
                    <a:pt x="3417876" y="3393802"/>
                  </a:lnTo>
                  <a:lnTo>
                    <a:pt x="3395259" y="3539598"/>
                  </a:lnTo>
                  <a:lnTo>
                    <a:pt x="3372633" y="3686018"/>
                  </a:lnTo>
                  <a:lnTo>
                    <a:pt x="3350004" y="3832622"/>
                  </a:lnTo>
                  <a:lnTo>
                    <a:pt x="3327379" y="3978969"/>
                  </a:lnTo>
                  <a:lnTo>
                    <a:pt x="3304763" y="4124621"/>
                  </a:lnTo>
                  <a:lnTo>
                    <a:pt x="3282164" y="4269150"/>
                  </a:lnTo>
                  <a:lnTo>
                    <a:pt x="3259583" y="4412139"/>
                  </a:lnTo>
                  <a:lnTo>
                    <a:pt x="3237025" y="4553193"/>
                  </a:lnTo>
                  <a:lnTo>
                    <a:pt x="3214489" y="4691936"/>
                  </a:lnTo>
                  <a:lnTo>
                    <a:pt x="3191973" y="4828025"/>
                  </a:lnTo>
                  <a:lnTo>
                    <a:pt x="3169470" y="4961141"/>
                  </a:lnTo>
                  <a:lnTo>
                    <a:pt x="3146972" y="5091002"/>
                  </a:lnTo>
                  <a:lnTo>
                    <a:pt x="3124467" y="5217360"/>
                  </a:lnTo>
                  <a:lnTo>
                    <a:pt x="3101935" y="5340003"/>
                  </a:lnTo>
                  <a:lnTo>
                    <a:pt x="3079357" y="5458755"/>
                  </a:lnTo>
                  <a:lnTo>
                    <a:pt x="3056704" y="5573478"/>
                  </a:lnTo>
                  <a:lnTo>
                    <a:pt x="3033944" y="5684068"/>
                  </a:lnTo>
                  <a:lnTo>
                    <a:pt x="3011039" y="5790457"/>
                  </a:lnTo>
                  <a:lnTo>
                    <a:pt x="2987944" y="5892612"/>
                  </a:lnTo>
                  <a:lnTo>
                    <a:pt x="2964606" y="5990528"/>
                  </a:lnTo>
                  <a:lnTo>
                    <a:pt x="2940966" y="6084234"/>
                  </a:lnTo>
                  <a:lnTo>
                    <a:pt x="2916953" y="6173782"/>
                  </a:lnTo>
                  <a:lnTo>
                    <a:pt x="2896531" y="6245532"/>
                  </a:lnTo>
                  <a:lnTo>
                    <a:pt x="2857042" y="6372965"/>
                  </a:lnTo>
                  <a:lnTo>
                    <a:pt x="2815886" y="6490315"/>
                  </a:lnTo>
                  <a:lnTo>
                    <a:pt x="2772632" y="6597862"/>
                  </a:lnTo>
                  <a:lnTo>
                    <a:pt x="2726811" y="6696191"/>
                  </a:lnTo>
                  <a:lnTo>
                    <a:pt x="2677929" y="6786036"/>
                  </a:lnTo>
                  <a:lnTo>
                    <a:pt x="2625492" y="6868178"/>
                  </a:lnTo>
                  <a:lnTo>
                    <a:pt x="2569032" y="6943378"/>
                  </a:lnTo>
                  <a:lnTo>
                    <a:pt x="2508137" y="7012332"/>
                  </a:lnTo>
                  <a:lnTo>
                    <a:pt x="2442494" y="7075648"/>
                  </a:lnTo>
                  <a:lnTo>
                    <a:pt x="2371939" y="7133825"/>
                  </a:lnTo>
                  <a:lnTo>
                    <a:pt x="2296529" y="7187251"/>
                  </a:lnTo>
                  <a:lnTo>
                    <a:pt x="2216611" y="7236195"/>
                  </a:lnTo>
                  <a:lnTo>
                    <a:pt x="2132906" y="7280809"/>
                  </a:lnTo>
                  <a:lnTo>
                    <a:pt x="2046573" y="7321144"/>
                  </a:lnTo>
                  <a:lnTo>
                    <a:pt x="1959243" y="7357171"/>
                  </a:lnTo>
                  <a:lnTo>
                    <a:pt x="1873002" y="7388810"/>
                  </a:lnTo>
                  <a:lnTo>
                    <a:pt x="1790283" y="7415978"/>
                  </a:lnTo>
                  <a:lnTo>
                    <a:pt x="1713678" y="7438642"/>
                  </a:lnTo>
                  <a:lnTo>
                    <a:pt x="1645661" y="7456869"/>
                  </a:lnTo>
                  <a:lnTo>
                    <a:pt x="1588272" y="7470865"/>
                  </a:lnTo>
                  <a:lnTo>
                    <a:pt x="1542820" y="7480994"/>
                  </a:lnTo>
                  <a:lnTo>
                    <a:pt x="1509657" y="7487769"/>
                  </a:lnTo>
                  <a:lnTo>
                    <a:pt x="1488091" y="7491819"/>
                  </a:lnTo>
                  <a:lnTo>
                    <a:pt x="1476407" y="7493842"/>
                  </a:lnTo>
                  <a:lnTo>
                    <a:pt x="1471980" y="7494550"/>
                  </a:lnTo>
                  <a:lnTo>
                    <a:pt x="1471387" y="7494639"/>
                  </a:lnTo>
                  <a:lnTo>
                    <a:pt x="0" y="7494639"/>
                  </a:lnTo>
                  <a:close/>
                </a:path>
              </a:pathLst>
            </a:custGeom>
            <a:solidFill>
              <a:srgbClr val="A1D492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2094" name="pl2094"/>
            <p:cNvSpPr/>
            <p:nvPr/>
          </p:nvSpPr>
          <p:spPr>
            <a:xfrm>
              <a:off x="4799595" y="3426900"/>
              <a:ext cx="11981298" cy="7494639"/>
            </a:xfrm>
            <a:custGeom>
              <a:avLst/>
              <a:pathLst>
                <a:path w="11981298" h="7494639">
                  <a:moveTo>
                    <a:pt x="0" y="7494639"/>
                  </a:moveTo>
                  <a:lnTo>
                    <a:pt x="1471387" y="7494639"/>
                  </a:lnTo>
                  <a:lnTo>
                    <a:pt x="1472111" y="7494530"/>
                  </a:lnTo>
                  <a:lnTo>
                    <a:pt x="1476915" y="7493758"/>
                  </a:lnTo>
                  <a:lnTo>
                    <a:pt x="1489173" y="7491625"/>
                  </a:lnTo>
                  <a:lnTo>
                    <a:pt x="1511453" y="7487417"/>
                  </a:lnTo>
                  <a:lnTo>
                    <a:pt x="1545408" y="7480442"/>
                  </a:lnTo>
                  <a:lnTo>
                    <a:pt x="1591661" y="7470075"/>
                  </a:lnTo>
                  <a:lnTo>
                    <a:pt x="1649792" y="7455813"/>
                  </a:lnTo>
                  <a:lnTo>
                    <a:pt x="1718437" y="7437301"/>
                  </a:lnTo>
                  <a:lnTo>
                    <a:pt x="1795520" y="7414343"/>
                  </a:lnTo>
                  <a:lnTo>
                    <a:pt x="1878547" y="7386882"/>
                  </a:lnTo>
                  <a:lnTo>
                    <a:pt x="1964931" y="7354954"/>
                  </a:lnTo>
                  <a:lnTo>
                    <a:pt x="2052254" y="7318644"/>
                  </a:lnTo>
                  <a:lnTo>
                    <a:pt x="2138460" y="7278029"/>
                  </a:lnTo>
                  <a:lnTo>
                    <a:pt x="2221948" y="7233135"/>
                  </a:lnTo>
                  <a:lnTo>
                    <a:pt x="2301590" y="7183906"/>
                  </a:lnTo>
                  <a:lnTo>
                    <a:pt x="2376691" y="7130179"/>
                  </a:lnTo>
                  <a:lnTo>
                    <a:pt x="2446924" y="7071680"/>
                  </a:lnTo>
                  <a:lnTo>
                    <a:pt x="2512251" y="7008013"/>
                  </a:lnTo>
                  <a:lnTo>
                    <a:pt x="2572846" y="6938671"/>
                  </a:lnTo>
                  <a:lnTo>
                    <a:pt x="2629030" y="6863041"/>
                  </a:lnTo>
                  <a:lnTo>
                    <a:pt x="2681220" y="6780420"/>
                  </a:lnTo>
                  <a:lnTo>
                    <a:pt x="2729888" y="6690045"/>
                  </a:lnTo>
                  <a:lnTo>
                    <a:pt x="2775526" y="6591136"/>
                  </a:lnTo>
                  <a:lnTo>
                    <a:pt x="2818629" y="6482965"/>
                  </a:lnTo>
                  <a:lnTo>
                    <a:pt x="2859664" y="6364962"/>
                  </a:lnTo>
                  <a:lnTo>
                    <a:pt x="2896531" y="6245532"/>
                  </a:lnTo>
                  <a:lnTo>
                    <a:pt x="2920914" y="6159400"/>
                  </a:lnTo>
                  <a:lnTo>
                    <a:pt x="2944860" y="6069176"/>
                  </a:lnTo>
                  <a:lnTo>
                    <a:pt x="2968447" y="5974784"/>
                  </a:lnTo>
                  <a:lnTo>
                    <a:pt x="2991741" y="5876174"/>
                  </a:lnTo>
                  <a:lnTo>
                    <a:pt x="3014802" y="5773325"/>
                  </a:lnTo>
                  <a:lnTo>
                    <a:pt x="3037680" y="5666245"/>
                  </a:lnTo>
                  <a:lnTo>
                    <a:pt x="3060420" y="5554973"/>
                  </a:lnTo>
                  <a:lnTo>
                    <a:pt x="3083058" y="5439582"/>
                  </a:lnTo>
                  <a:lnTo>
                    <a:pt x="3105627" y="5320183"/>
                  </a:lnTo>
                  <a:lnTo>
                    <a:pt x="3128153" y="5196918"/>
                  </a:lnTo>
                  <a:lnTo>
                    <a:pt x="3150657" y="5069971"/>
                  </a:lnTo>
                  <a:lnTo>
                    <a:pt x="3173154" y="4939559"/>
                  </a:lnTo>
                  <a:lnTo>
                    <a:pt x="3195659" y="4805935"/>
                  </a:lnTo>
                  <a:lnTo>
                    <a:pt x="3218178" y="4669390"/>
                  </a:lnTo>
                  <a:lnTo>
                    <a:pt x="3240718" y="4530243"/>
                  </a:lnTo>
                  <a:lnTo>
                    <a:pt x="3263280" y="4388847"/>
                  </a:lnTo>
                  <a:lnTo>
                    <a:pt x="3285863" y="4245578"/>
                  </a:lnTo>
                  <a:lnTo>
                    <a:pt x="3308466" y="4100836"/>
                  </a:lnTo>
                  <a:lnTo>
                    <a:pt x="3331083" y="3955040"/>
                  </a:lnTo>
                  <a:lnTo>
                    <a:pt x="3353709" y="3808621"/>
                  </a:lnTo>
                  <a:lnTo>
                    <a:pt x="3376338" y="3662017"/>
                  </a:lnTo>
                  <a:lnTo>
                    <a:pt x="3398963" y="3515670"/>
                  </a:lnTo>
                  <a:lnTo>
                    <a:pt x="3421579" y="3370017"/>
                  </a:lnTo>
                  <a:lnTo>
                    <a:pt x="3444178" y="3225489"/>
                  </a:lnTo>
                  <a:lnTo>
                    <a:pt x="3466759" y="3082499"/>
                  </a:lnTo>
                  <a:lnTo>
                    <a:pt x="3489317" y="2941446"/>
                  </a:lnTo>
                  <a:lnTo>
                    <a:pt x="3511853" y="2802702"/>
                  </a:lnTo>
                  <a:lnTo>
                    <a:pt x="3534370" y="2666614"/>
                  </a:lnTo>
                  <a:lnTo>
                    <a:pt x="3556872" y="2533498"/>
                  </a:lnTo>
                  <a:lnTo>
                    <a:pt x="3579370" y="2403636"/>
                  </a:lnTo>
                  <a:lnTo>
                    <a:pt x="3601876" y="2277278"/>
                  </a:lnTo>
                  <a:lnTo>
                    <a:pt x="3624407" y="2154635"/>
                  </a:lnTo>
                  <a:lnTo>
                    <a:pt x="3646985" y="2035883"/>
                  </a:lnTo>
                  <a:lnTo>
                    <a:pt x="3669638" y="1921160"/>
                  </a:lnTo>
                  <a:lnTo>
                    <a:pt x="3692398" y="1810571"/>
                  </a:lnTo>
                  <a:lnTo>
                    <a:pt x="3715303" y="1704181"/>
                  </a:lnTo>
                  <a:lnTo>
                    <a:pt x="3738398" y="1602027"/>
                  </a:lnTo>
                  <a:lnTo>
                    <a:pt x="3761736" y="1504110"/>
                  </a:lnTo>
                  <a:lnTo>
                    <a:pt x="3785377" y="1410405"/>
                  </a:lnTo>
                  <a:lnTo>
                    <a:pt x="3809389" y="1320856"/>
                  </a:lnTo>
                  <a:lnTo>
                    <a:pt x="3829811" y="1249106"/>
                  </a:lnTo>
                  <a:lnTo>
                    <a:pt x="3869300" y="1121673"/>
                  </a:lnTo>
                  <a:lnTo>
                    <a:pt x="3910457" y="1004323"/>
                  </a:lnTo>
                  <a:lnTo>
                    <a:pt x="3953710" y="896776"/>
                  </a:lnTo>
                  <a:lnTo>
                    <a:pt x="3999531" y="798447"/>
                  </a:lnTo>
                  <a:lnTo>
                    <a:pt x="4048413" y="708602"/>
                  </a:lnTo>
                  <a:lnTo>
                    <a:pt x="4100850" y="626460"/>
                  </a:lnTo>
                  <a:lnTo>
                    <a:pt x="4157310" y="551260"/>
                  </a:lnTo>
                  <a:lnTo>
                    <a:pt x="4218205" y="482306"/>
                  </a:lnTo>
                  <a:lnTo>
                    <a:pt x="4283848" y="418991"/>
                  </a:lnTo>
                  <a:lnTo>
                    <a:pt x="4354403" y="360813"/>
                  </a:lnTo>
                  <a:lnTo>
                    <a:pt x="4429813" y="307387"/>
                  </a:lnTo>
                  <a:lnTo>
                    <a:pt x="4509731" y="258444"/>
                  </a:lnTo>
                  <a:lnTo>
                    <a:pt x="4593436" y="213830"/>
                  </a:lnTo>
                  <a:lnTo>
                    <a:pt x="4679770" y="173494"/>
                  </a:lnTo>
                  <a:lnTo>
                    <a:pt x="4767099" y="137467"/>
                  </a:lnTo>
                  <a:lnTo>
                    <a:pt x="4853340" y="105829"/>
                  </a:lnTo>
                  <a:lnTo>
                    <a:pt x="4936059" y="78661"/>
                  </a:lnTo>
                  <a:lnTo>
                    <a:pt x="5012664" y="55996"/>
                  </a:lnTo>
                  <a:lnTo>
                    <a:pt x="5080682" y="37769"/>
                  </a:lnTo>
                  <a:lnTo>
                    <a:pt x="5138070" y="23773"/>
                  </a:lnTo>
                  <a:lnTo>
                    <a:pt x="5183523" y="13644"/>
                  </a:lnTo>
                  <a:lnTo>
                    <a:pt x="5216685" y="6869"/>
                  </a:lnTo>
                  <a:lnTo>
                    <a:pt x="5238251" y="2819"/>
                  </a:lnTo>
                  <a:lnTo>
                    <a:pt x="5249935" y="797"/>
                  </a:lnTo>
                  <a:lnTo>
                    <a:pt x="5254362" y="88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506" y="59"/>
                  </a:lnTo>
                  <a:lnTo>
                    <a:pt x="6735151" y="484"/>
                  </a:lnTo>
                  <a:lnTo>
                    <a:pt x="6754409" y="1660"/>
                  </a:lnTo>
                  <a:lnTo>
                    <a:pt x="6788809" y="3974"/>
                  </a:lnTo>
                  <a:lnTo>
                    <a:pt x="6840020" y="7785"/>
                  </a:lnTo>
                  <a:lnTo>
                    <a:pt x="6907722" y="13384"/>
                  </a:lnTo>
                  <a:lnTo>
                    <a:pt x="6989781" y="20967"/>
                  </a:lnTo>
                  <a:lnTo>
                    <a:pt x="7082736" y="30633"/>
                  </a:lnTo>
                  <a:lnTo>
                    <a:pt x="7182474" y="42394"/>
                  </a:lnTo>
                  <a:lnTo>
                    <a:pt x="7284905" y="56217"/>
                  </a:lnTo>
                  <a:lnTo>
                    <a:pt x="7386485" y="72055"/>
                  </a:lnTo>
                  <a:lnTo>
                    <a:pt x="7484491" y="89889"/>
                  </a:lnTo>
                  <a:lnTo>
                    <a:pt x="7577098" y="109752"/>
                  </a:lnTo>
                  <a:lnTo>
                    <a:pt x="7663291" y="131742"/>
                  </a:lnTo>
                  <a:lnTo>
                    <a:pt x="7742715" y="156033"/>
                  </a:lnTo>
                  <a:lnTo>
                    <a:pt x="7815499" y="182876"/>
                  </a:lnTo>
                  <a:lnTo>
                    <a:pt x="7882098" y="212588"/>
                  </a:lnTo>
                  <a:lnTo>
                    <a:pt x="7943169" y="245549"/>
                  </a:lnTo>
                  <a:lnTo>
                    <a:pt x="7999477" y="282176"/>
                  </a:lnTo>
                  <a:lnTo>
                    <a:pt x="8051821" y="322893"/>
                  </a:lnTo>
                  <a:lnTo>
                    <a:pt x="8100988" y="368068"/>
                  </a:lnTo>
                  <a:lnTo>
                    <a:pt x="8147699" y="417921"/>
                  </a:lnTo>
                  <a:lnTo>
                    <a:pt x="8151487" y="422271"/>
                  </a:lnTo>
                  <a:lnTo>
                    <a:pt x="8190833" y="470225"/>
                  </a:lnTo>
                  <a:lnTo>
                    <a:pt x="8229154" y="521864"/>
                  </a:lnTo>
                  <a:lnTo>
                    <a:pt x="8266743" y="577261"/>
                  </a:lnTo>
                  <a:lnTo>
                    <a:pt x="8303832" y="636426"/>
                  </a:lnTo>
                  <a:lnTo>
                    <a:pt x="8340605" y="699290"/>
                  </a:lnTo>
                  <a:lnTo>
                    <a:pt x="8377201" y="765706"/>
                  </a:lnTo>
                  <a:lnTo>
                    <a:pt x="8413723" y="835444"/>
                  </a:lnTo>
                  <a:lnTo>
                    <a:pt x="8450242" y="908184"/>
                  </a:lnTo>
                  <a:lnTo>
                    <a:pt x="8486799" y="983527"/>
                  </a:lnTo>
                  <a:lnTo>
                    <a:pt x="8523412" y="1060995"/>
                  </a:lnTo>
                  <a:lnTo>
                    <a:pt x="8560081" y="1140049"/>
                  </a:lnTo>
                  <a:lnTo>
                    <a:pt x="8596789" y="1220096"/>
                  </a:lnTo>
                  <a:lnTo>
                    <a:pt x="8633514" y="1300512"/>
                  </a:lnTo>
                  <a:lnTo>
                    <a:pt x="8670227" y="1380661"/>
                  </a:lnTo>
                  <a:lnTo>
                    <a:pt x="8706903" y="1459917"/>
                  </a:lnTo>
                  <a:lnTo>
                    <a:pt x="8743526" y="1537681"/>
                  </a:lnTo>
                  <a:lnTo>
                    <a:pt x="8780092" y="1613402"/>
                  </a:lnTo>
                  <a:lnTo>
                    <a:pt x="8816614" y="1686593"/>
                  </a:lnTo>
                  <a:lnTo>
                    <a:pt x="8853132" y="1756841"/>
                  </a:lnTo>
                  <a:lnTo>
                    <a:pt x="8889710" y="1823813"/>
                  </a:lnTo>
                  <a:lnTo>
                    <a:pt x="8926446" y="1887265"/>
                  </a:lnTo>
                  <a:lnTo>
                    <a:pt x="8963472" y="1947036"/>
                  </a:lnTo>
                  <a:lnTo>
                    <a:pt x="9000966" y="2003045"/>
                  </a:lnTo>
                  <a:lnTo>
                    <a:pt x="9039150" y="2055290"/>
                  </a:lnTo>
                  <a:lnTo>
                    <a:pt x="9078308" y="2103833"/>
                  </a:lnTo>
                  <a:lnTo>
                    <a:pt x="9084767" y="2111357"/>
                  </a:lnTo>
                  <a:lnTo>
                    <a:pt x="9131303" y="2161601"/>
                  </a:lnTo>
                  <a:lnTo>
                    <a:pt x="9180239" y="2207159"/>
                  </a:lnTo>
                  <a:lnTo>
                    <a:pt x="9232291" y="2248233"/>
                  </a:lnTo>
                  <a:lnTo>
                    <a:pt x="9288239" y="2285184"/>
                  </a:lnTo>
                  <a:lnTo>
                    <a:pt x="9348885" y="2318433"/>
                  </a:lnTo>
                  <a:lnTo>
                    <a:pt x="9414998" y="2348400"/>
                  </a:lnTo>
                  <a:lnTo>
                    <a:pt x="9487247" y="2375468"/>
                  </a:lnTo>
                  <a:lnTo>
                    <a:pt x="9566109" y="2399961"/>
                  </a:lnTo>
                  <a:lnTo>
                    <a:pt x="9651746" y="2422134"/>
                  </a:lnTo>
                  <a:lnTo>
                    <a:pt x="9743849" y="2442168"/>
                  </a:lnTo>
                  <a:lnTo>
                    <a:pt x="9841464" y="2460169"/>
                  </a:lnTo>
                  <a:lnTo>
                    <a:pt x="9942839" y="2476173"/>
                  </a:lnTo>
                  <a:lnTo>
                    <a:pt x="10045324" y="2490164"/>
                  </a:lnTo>
                  <a:lnTo>
                    <a:pt x="10145436" y="2502099"/>
                  </a:lnTo>
                  <a:lnTo>
                    <a:pt x="10239115" y="2511939"/>
                  </a:lnTo>
                  <a:lnTo>
                    <a:pt x="10322224" y="2519693"/>
                  </a:lnTo>
                  <a:lnTo>
                    <a:pt x="10391222" y="2525450"/>
                  </a:lnTo>
                  <a:lnTo>
                    <a:pt x="10443841" y="2529399"/>
                  </a:lnTo>
                  <a:lnTo>
                    <a:pt x="10479600" y="2531825"/>
                  </a:lnTo>
                  <a:lnTo>
                    <a:pt x="10500005" y="2533080"/>
                  </a:lnTo>
                  <a:lnTo>
                    <a:pt x="10508439" y="2533553"/>
                  </a:lnTo>
                  <a:lnTo>
                    <a:pt x="10509910" y="2533629"/>
                  </a:lnTo>
                  <a:lnTo>
                    <a:pt x="10509911" y="2533629"/>
                  </a:lnTo>
                  <a:lnTo>
                    <a:pt x="11981298" y="253362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95" name="pl2095"/>
            <p:cNvSpPr/>
            <p:nvPr/>
          </p:nvSpPr>
          <p:spPr>
            <a:xfrm>
              <a:off x="4799595" y="3418727"/>
              <a:ext cx="11981298" cy="7494639"/>
            </a:xfrm>
            <a:custGeom>
              <a:avLst/>
              <a:pathLst>
                <a:path w="11981298" h="7494639">
                  <a:moveTo>
                    <a:pt x="11981298" y="2533629"/>
                  </a:moveTo>
                  <a:lnTo>
                    <a:pt x="10509911" y="2533629"/>
                  </a:lnTo>
                  <a:lnTo>
                    <a:pt x="10508747" y="2533569"/>
                  </a:lnTo>
                  <a:lnTo>
                    <a:pt x="10501102" y="2533144"/>
                  </a:lnTo>
                  <a:lnTo>
                    <a:pt x="10481844" y="2531968"/>
                  </a:lnTo>
                  <a:lnTo>
                    <a:pt x="10447444" y="2529654"/>
                  </a:lnTo>
                  <a:lnTo>
                    <a:pt x="10396233" y="2525844"/>
                  </a:lnTo>
                  <a:lnTo>
                    <a:pt x="10328532" y="2520245"/>
                  </a:lnTo>
                  <a:lnTo>
                    <a:pt x="10246472" y="2512661"/>
                  </a:lnTo>
                  <a:lnTo>
                    <a:pt x="10153517" y="2502996"/>
                  </a:lnTo>
                  <a:lnTo>
                    <a:pt x="10053780" y="2491234"/>
                  </a:lnTo>
                  <a:lnTo>
                    <a:pt x="9951348" y="2477412"/>
                  </a:lnTo>
                  <a:lnTo>
                    <a:pt x="9849768" y="2461573"/>
                  </a:lnTo>
                  <a:lnTo>
                    <a:pt x="9751762" y="2443739"/>
                  </a:lnTo>
                  <a:lnTo>
                    <a:pt x="9659156" y="2423877"/>
                  </a:lnTo>
                  <a:lnTo>
                    <a:pt x="9572962" y="2401887"/>
                  </a:lnTo>
                  <a:lnTo>
                    <a:pt x="9493538" y="2377595"/>
                  </a:lnTo>
                  <a:lnTo>
                    <a:pt x="9420755" y="2350753"/>
                  </a:lnTo>
                  <a:lnTo>
                    <a:pt x="9354155" y="2321041"/>
                  </a:lnTo>
                  <a:lnTo>
                    <a:pt x="9293084" y="2288080"/>
                  </a:lnTo>
                  <a:lnTo>
                    <a:pt x="9236776" y="2251452"/>
                  </a:lnTo>
                  <a:lnTo>
                    <a:pt x="9184432" y="2210736"/>
                  </a:lnTo>
                  <a:lnTo>
                    <a:pt x="9135265" y="2165561"/>
                  </a:lnTo>
                  <a:lnTo>
                    <a:pt x="9088554" y="2115707"/>
                  </a:lnTo>
                  <a:lnTo>
                    <a:pt x="9084767" y="2111357"/>
                  </a:lnTo>
                  <a:lnTo>
                    <a:pt x="9045421" y="2063404"/>
                  </a:lnTo>
                  <a:lnTo>
                    <a:pt x="9007099" y="2011765"/>
                  </a:lnTo>
                  <a:lnTo>
                    <a:pt x="8969510" y="1956367"/>
                  </a:lnTo>
                  <a:lnTo>
                    <a:pt x="8932421" y="1897203"/>
                  </a:lnTo>
                  <a:lnTo>
                    <a:pt x="8895649" y="1834339"/>
                  </a:lnTo>
                  <a:lnTo>
                    <a:pt x="8859053" y="1767922"/>
                  </a:lnTo>
                  <a:lnTo>
                    <a:pt x="8822530" y="1698185"/>
                  </a:lnTo>
                  <a:lnTo>
                    <a:pt x="8786012" y="1625445"/>
                  </a:lnTo>
                  <a:lnTo>
                    <a:pt x="8749455" y="1550102"/>
                  </a:lnTo>
                  <a:lnTo>
                    <a:pt x="8712841" y="1472633"/>
                  </a:lnTo>
                  <a:lnTo>
                    <a:pt x="8676173" y="1393579"/>
                  </a:lnTo>
                  <a:lnTo>
                    <a:pt x="8639464" y="1313533"/>
                  </a:lnTo>
                  <a:lnTo>
                    <a:pt x="8602739" y="1233117"/>
                  </a:lnTo>
                  <a:lnTo>
                    <a:pt x="8566026" y="1152968"/>
                  </a:lnTo>
                  <a:lnTo>
                    <a:pt x="8529350" y="1073712"/>
                  </a:lnTo>
                  <a:lnTo>
                    <a:pt x="8492727" y="995948"/>
                  </a:lnTo>
                  <a:lnTo>
                    <a:pt x="8456162" y="920226"/>
                  </a:lnTo>
                  <a:lnTo>
                    <a:pt x="8419639" y="847035"/>
                  </a:lnTo>
                  <a:lnTo>
                    <a:pt x="8383121" y="776788"/>
                  </a:lnTo>
                  <a:lnTo>
                    <a:pt x="8346543" y="709815"/>
                  </a:lnTo>
                  <a:lnTo>
                    <a:pt x="8309808" y="646363"/>
                  </a:lnTo>
                  <a:lnTo>
                    <a:pt x="8272781" y="586593"/>
                  </a:lnTo>
                  <a:lnTo>
                    <a:pt x="8235288" y="530583"/>
                  </a:lnTo>
                  <a:lnTo>
                    <a:pt x="8197103" y="478339"/>
                  </a:lnTo>
                  <a:lnTo>
                    <a:pt x="8157945" y="429796"/>
                  </a:lnTo>
                  <a:lnTo>
                    <a:pt x="8151487" y="422271"/>
                  </a:lnTo>
                  <a:lnTo>
                    <a:pt x="8104951" y="372027"/>
                  </a:lnTo>
                  <a:lnTo>
                    <a:pt x="8056014" y="326469"/>
                  </a:lnTo>
                  <a:lnTo>
                    <a:pt x="8003963" y="285395"/>
                  </a:lnTo>
                  <a:lnTo>
                    <a:pt x="7948015" y="248444"/>
                  </a:lnTo>
                  <a:lnTo>
                    <a:pt x="7887369" y="215195"/>
                  </a:lnTo>
                  <a:lnTo>
                    <a:pt x="7821256" y="185228"/>
                  </a:lnTo>
                  <a:lnTo>
                    <a:pt x="7749006" y="158161"/>
                  </a:lnTo>
                  <a:lnTo>
                    <a:pt x="7670144" y="133668"/>
                  </a:lnTo>
                  <a:lnTo>
                    <a:pt x="7584507" y="111495"/>
                  </a:lnTo>
                  <a:lnTo>
                    <a:pt x="7492404" y="91460"/>
                  </a:lnTo>
                  <a:lnTo>
                    <a:pt x="7394789" y="73460"/>
                  </a:lnTo>
                  <a:lnTo>
                    <a:pt x="7293415" y="57456"/>
                  </a:lnTo>
                  <a:lnTo>
                    <a:pt x="7190929" y="43464"/>
                  </a:lnTo>
                  <a:lnTo>
                    <a:pt x="7090817" y="31530"/>
                  </a:lnTo>
                  <a:lnTo>
                    <a:pt x="6997138" y="21690"/>
                  </a:lnTo>
                  <a:lnTo>
                    <a:pt x="6914029" y="13936"/>
                  </a:lnTo>
                  <a:lnTo>
                    <a:pt x="6845031" y="8178"/>
                  </a:lnTo>
                  <a:lnTo>
                    <a:pt x="6792413" y="4229"/>
                  </a:lnTo>
                  <a:lnTo>
                    <a:pt x="6756653" y="1804"/>
                  </a:lnTo>
                  <a:lnTo>
                    <a:pt x="6736248" y="548"/>
                  </a:lnTo>
                  <a:lnTo>
                    <a:pt x="6727814" y="75"/>
                  </a:lnTo>
                  <a:lnTo>
                    <a:pt x="6726343" y="0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231" y="108"/>
                  </a:lnTo>
                  <a:lnTo>
                    <a:pt x="5249427" y="881"/>
                  </a:lnTo>
                  <a:lnTo>
                    <a:pt x="5237169" y="3014"/>
                  </a:lnTo>
                  <a:lnTo>
                    <a:pt x="5214889" y="7221"/>
                  </a:lnTo>
                  <a:lnTo>
                    <a:pt x="5180934" y="14197"/>
                  </a:lnTo>
                  <a:lnTo>
                    <a:pt x="5134681" y="24563"/>
                  </a:lnTo>
                  <a:lnTo>
                    <a:pt x="5076551" y="38826"/>
                  </a:lnTo>
                  <a:lnTo>
                    <a:pt x="5007905" y="57338"/>
                  </a:lnTo>
                  <a:lnTo>
                    <a:pt x="4930822" y="80295"/>
                  </a:lnTo>
                  <a:lnTo>
                    <a:pt x="4847795" y="107757"/>
                  </a:lnTo>
                  <a:lnTo>
                    <a:pt x="4761411" y="139684"/>
                  </a:lnTo>
                  <a:lnTo>
                    <a:pt x="4674088" y="175994"/>
                  </a:lnTo>
                  <a:lnTo>
                    <a:pt x="4587882" y="216609"/>
                  </a:lnTo>
                  <a:lnTo>
                    <a:pt x="4504394" y="261503"/>
                  </a:lnTo>
                  <a:lnTo>
                    <a:pt x="4424752" y="310733"/>
                  </a:lnTo>
                  <a:lnTo>
                    <a:pt x="4349651" y="364459"/>
                  </a:lnTo>
                  <a:lnTo>
                    <a:pt x="4279418" y="422959"/>
                  </a:lnTo>
                  <a:lnTo>
                    <a:pt x="4214091" y="486625"/>
                  </a:lnTo>
                  <a:lnTo>
                    <a:pt x="4153497" y="555967"/>
                  </a:lnTo>
                  <a:lnTo>
                    <a:pt x="4097312" y="631598"/>
                  </a:lnTo>
                  <a:lnTo>
                    <a:pt x="4045122" y="714219"/>
                  </a:lnTo>
                  <a:lnTo>
                    <a:pt x="3996454" y="804594"/>
                  </a:lnTo>
                  <a:lnTo>
                    <a:pt x="3950816" y="903502"/>
                  </a:lnTo>
                  <a:lnTo>
                    <a:pt x="3907713" y="1011673"/>
                  </a:lnTo>
                  <a:lnTo>
                    <a:pt x="3866678" y="1129677"/>
                  </a:lnTo>
                  <a:lnTo>
                    <a:pt x="3829811" y="1249106"/>
                  </a:lnTo>
                  <a:lnTo>
                    <a:pt x="3805428" y="1335238"/>
                  </a:lnTo>
                  <a:lnTo>
                    <a:pt x="3781482" y="1425463"/>
                  </a:lnTo>
                  <a:lnTo>
                    <a:pt x="3757895" y="1519855"/>
                  </a:lnTo>
                  <a:lnTo>
                    <a:pt x="3734601" y="1618464"/>
                  </a:lnTo>
                  <a:lnTo>
                    <a:pt x="3711540" y="1721313"/>
                  </a:lnTo>
                  <a:lnTo>
                    <a:pt x="3688662" y="1828394"/>
                  </a:lnTo>
                  <a:lnTo>
                    <a:pt x="3665922" y="1939666"/>
                  </a:lnTo>
                  <a:lnTo>
                    <a:pt x="3643284" y="2055056"/>
                  </a:lnTo>
                  <a:lnTo>
                    <a:pt x="3620715" y="2174456"/>
                  </a:lnTo>
                  <a:lnTo>
                    <a:pt x="3598189" y="2297720"/>
                  </a:lnTo>
                  <a:lnTo>
                    <a:pt x="3575686" y="2424668"/>
                  </a:lnTo>
                  <a:lnTo>
                    <a:pt x="3553188" y="2555080"/>
                  </a:lnTo>
                  <a:lnTo>
                    <a:pt x="3530684" y="2688703"/>
                  </a:lnTo>
                  <a:lnTo>
                    <a:pt x="3508164" y="2825248"/>
                  </a:lnTo>
                  <a:lnTo>
                    <a:pt x="3485624" y="2964395"/>
                  </a:lnTo>
                  <a:lnTo>
                    <a:pt x="3463063" y="3105792"/>
                  </a:lnTo>
                  <a:lnTo>
                    <a:pt x="3440479" y="3249061"/>
                  </a:lnTo>
                  <a:lnTo>
                    <a:pt x="3417876" y="3393802"/>
                  </a:lnTo>
                  <a:lnTo>
                    <a:pt x="3395259" y="3539598"/>
                  </a:lnTo>
                  <a:lnTo>
                    <a:pt x="3372633" y="3686018"/>
                  </a:lnTo>
                  <a:lnTo>
                    <a:pt x="3350004" y="3832622"/>
                  </a:lnTo>
                  <a:lnTo>
                    <a:pt x="3327379" y="3978969"/>
                  </a:lnTo>
                  <a:lnTo>
                    <a:pt x="3304763" y="4124621"/>
                  </a:lnTo>
                  <a:lnTo>
                    <a:pt x="3282164" y="4269150"/>
                  </a:lnTo>
                  <a:lnTo>
                    <a:pt x="3259583" y="4412139"/>
                  </a:lnTo>
                  <a:lnTo>
                    <a:pt x="3237025" y="4553193"/>
                  </a:lnTo>
                  <a:lnTo>
                    <a:pt x="3214489" y="4691936"/>
                  </a:lnTo>
                  <a:lnTo>
                    <a:pt x="3191973" y="4828025"/>
                  </a:lnTo>
                  <a:lnTo>
                    <a:pt x="3169470" y="4961141"/>
                  </a:lnTo>
                  <a:lnTo>
                    <a:pt x="3146972" y="5091002"/>
                  </a:lnTo>
                  <a:lnTo>
                    <a:pt x="3124467" y="5217360"/>
                  </a:lnTo>
                  <a:lnTo>
                    <a:pt x="3101935" y="5340003"/>
                  </a:lnTo>
                  <a:lnTo>
                    <a:pt x="3079357" y="5458755"/>
                  </a:lnTo>
                  <a:lnTo>
                    <a:pt x="3056704" y="5573478"/>
                  </a:lnTo>
                  <a:lnTo>
                    <a:pt x="3033944" y="5684068"/>
                  </a:lnTo>
                  <a:lnTo>
                    <a:pt x="3011039" y="5790457"/>
                  </a:lnTo>
                  <a:lnTo>
                    <a:pt x="2987944" y="5892612"/>
                  </a:lnTo>
                  <a:lnTo>
                    <a:pt x="2964606" y="5990528"/>
                  </a:lnTo>
                  <a:lnTo>
                    <a:pt x="2940966" y="6084234"/>
                  </a:lnTo>
                  <a:lnTo>
                    <a:pt x="2916953" y="6173782"/>
                  </a:lnTo>
                  <a:lnTo>
                    <a:pt x="2896531" y="6245532"/>
                  </a:lnTo>
                  <a:lnTo>
                    <a:pt x="2857042" y="6372965"/>
                  </a:lnTo>
                  <a:lnTo>
                    <a:pt x="2815886" y="6490315"/>
                  </a:lnTo>
                  <a:lnTo>
                    <a:pt x="2772632" y="6597862"/>
                  </a:lnTo>
                  <a:lnTo>
                    <a:pt x="2726811" y="6696191"/>
                  </a:lnTo>
                  <a:lnTo>
                    <a:pt x="2677929" y="6786036"/>
                  </a:lnTo>
                  <a:lnTo>
                    <a:pt x="2625492" y="6868178"/>
                  </a:lnTo>
                  <a:lnTo>
                    <a:pt x="2569032" y="6943378"/>
                  </a:lnTo>
                  <a:lnTo>
                    <a:pt x="2508137" y="7012332"/>
                  </a:lnTo>
                  <a:lnTo>
                    <a:pt x="2442494" y="7075648"/>
                  </a:lnTo>
                  <a:lnTo>
                    <a:pt x="2371939" y="7133825"/>
                  </a:lnTo>
                  <a:lnTo>
                    <a:pt x="2296529" y="7187251"/>
                  </a:lnTo>
                  <a:lnTo>
                    <a:pt x="2216611" y="7236195"/>
                  </a:lnTo>
                  <a:lnTo>
                    <a:pt x="2132906" y="7280809"/>
                  </a:lnTo>
                  <a:lnTo>
                    <a:pt x="2046573" y="7321144"/>
                  </a:lnTo>
                  <a:lnTo>
                    <a:pt x="1959243" y="7357171"/>
                  </a:lnTo>
                  <a:lnTo>
                    <a:pt x="1873002" y="7388810"/>
                  </a:lnTo>
                  <a:lnTo>
                    <a:pt x="1790283" y="7415978"/>
                  </a:lnTo>
                  <a:lnTo>
                    <a:pt x="1713678" y="7438642"/>
                  </a:lnTo>
                  <a:lnTo>
                    <a:pt x="1645661" y="7456869"/>
                  </a:lnTo>
                  <a:lnTo>
                    <a:pt x="1588272" y="7470865"/>
                  </a:lnTo>
                  <a:lnTo>
                    <a:pt x="1542820" y="7480994"/>
                  </a:lnTo>
                  <a:lnTo>
                    <a:pt x="1509657" y="7487769"/>
                  </a:lnTo>
                  <a:lnTo>
                    <a:pt x="1488091" y="7491819"/>
                  </a:lnTo>
                  <a:lnTo>
                    <a:pt x="1476407" y="7493842"/>
                  </a:lnTo>
                  <a:lnTo>
                    <a:pt x="1471980" y="7494550"/>
                  </a:lnTo>
                  <a:lnTo>
                    <a:pt x="1471387" y="7494639"/>
                  </a:lnTo>
                  <a:lnTo>
                    <a:pt x="0" y="749463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96" name="pg2096"/>
            <p:cNvSpPr/>
            <p:nvPr/>
          </p:nvSpPr>
          <p:spPr>
            <a:xfrm>
              <a:off x="4799595" y="6589850"/>
              <a:ext cx="11981298" cy="4372554"/>
            </a:xfrm>
            <a:custGeom>
              <a:avLst/>
              <a:pathLst>
                <a:path w="11981298" h="4372554">
                  <a:moveTo>
                    <a:pt x="0" y="4372554"/>
                  </a:moveTo>
                  <a:lnTo>
                    <a:pt x="1471387" y="4372554"/>
                  </a:lnTo>
                  <a:lnTo>
                    <a:pt x="1472307" y="4372473"/>
                  </a:lnTo>
                  <a:lnTo>
                    <a:pt x="1478384" y="4371897"/>
                  </a:lnTo>
                  <a:lnTo>
                    <a:pt x="1493796" y="4370307"/>
                  </a:lnTo>
                  <a:lnTo>
                    <a:pt x="1521584" y="4367173"/>
                  </a:lnTo>
                  <a:lnTo>
                    <a:pt x="1563474" y="4361992"/>
                  </a:lnTo>
                  <a:lnTo>
                    <a:pt x="1619750" y="4354332"/>
                  </a:lnTo>
                  <a:lnTo>
                    <a:pt x="1689296" y="4343868"/>
                  </a:lnTo>
                  <a:lnTo>
                    <a:pt x="1769834" y="4330402"/>
                  </a:lnTo>
                  <a:lnTo>
                    <a:pt x="1858339" y="4313856"/>
                  </a:lnTo>
                  <a:lnTo>
                    <a:pt x="1951512" y="4294241"/>
                  </a:lnTo>
                  <a:lnTo>
                    <a:pt x="2046212" y="4271614"/>
                  </a:lnTo>
                  <a:lnTo>
                    <a:pt x="2139756" y="4246035"/>
                  </a:lnTo>
                  <a:lnTo>
                    <a:pt x="2230088" y="4217523"/>
                  </a:lnTo>
                  <a:lnTo>
                    <a:pt x="2315798" y="4186033"/>
                  </a:lnTo>
                  <a:lnTo>
                    <a:pt x="2396072" y="4151432"/>
                  </a:lnTo>
                  <a:lnTo>
                    <a:pt x="2470583" y="4113496"/>
                  </a:lnTo>
                  <a:lnTo>
                    <a:pt x="2539373" y="4071905"/>
                  </a:lnTo>
                  <a:lnTo>
                    <a:pt x="2602747" y="4026249"/>
                  </a:lnTo>
                  <a:lnTo>
                    <a:pt x="2661180" y="3976039"/>
                  </a:lnTo>
                  <a:lnTo>
                    <a:pt x="2715247" y="3920726"/>
                  </a:lnTo>
                  <a:lnTo>
                    <a:pt x="2765571" y="3859731"/>
                  </a:lnTo>
                  <a:lnTo>
                    <a:pt x="2812783" y="3792496"/>
                  </a:lnTo>
                  <a:lnTo>
                    <a:pt x="2857489" y="3718574"/>
                  </a:lnTo>
                  <a:lnTo>
                    <a:pt x="2896531" y="3645157"/>
                  </a:lnTo>
                  <a:lnTo>
                    <a:pt x="2927894" y="3580023"/>
                  </a:lnTo>
                  <a:lnTo>
                    <a:pt x="2958568" y="3510903"/>
                  </a:lnTo>
                  <a:lnTo>
                    <a:pt x="2988710" y="3437716"/>
                  </a:lnTo>
                  <a:lnTo>
                    <a:pt x="3018450" y="3360425"/>
                  </a:lnTo>
                  <a:lnTo>
                    <a:pt x="3047899" y="3279041"/>
                  </a:lnTo>
                  <a:lnTo>
                    <a:pt x="3077146" y="3193626"/>
                  </a:lnTo>
                  <a:lnTo>
                    <a:pt x="3106264" y="3104298"/>
                  </a:lnTo>
                  <a:lnTo>
                    <a:pt x="3135310" y="3011233"/>
                  </a:lnTo>
                  <a:lnTo>
                    <a:pt x="3164329" y="2914666"/>
                  </a:lnTo>
                  <a:lnTo>
                    <a:pt x="3193351" y="2814890"/>
                  </a:lnTo>
                  <a:lnTo>
                    <a:pt x="3222396" y="2712254"/>
                  </a:lnTo>
                  <a:lnTo>
                    <a:pt x="3251476" y="2607162"/>
                  </a:lnTo>
                  <a:lnTo>
                    <a:pt x="3280593" y="2500064"/>
                  </a:lnTo>
                  <a:lnTo>
                    <a:pt x="3309743" y="2391447"/>
                  </a:lnTo>
                  <a:lnTo>
                    <a:pt x="3338916" y="2281834"/>
                  </a:lnTo>
                  <a:lnTo>
                    <a:pt x="3368101" y="2171763"/>
                  </a:lnTo>
                  <a:lnTo>
                    <a:pt x="3397283" y="2061786"/>
                  </a:lnTo>
                  <a:lnTo>
                    <a:pt x="3426450" y="1952449"/>
                  </a:lnTo>
                  <a:lnTo>
                    <a:pt x="3455589" y="1844289"/>
                  </a:lnTo>
                  <a:lnTo>
                    <a:pt x="3484693" y="1737815"/>
                  </a:lnTo>
                  <a:lnTo>
                    <a:pt x="3513761" y="1633505"/>
                  </a:lnTo>
                  <a:lnTo>
                    <a:pt x="3542797" y="1531793"/>
                  </a:lnTo>
                  <a:lnTo>
                    <a:pt x="3571815" y="1433064"/>
                  </a:lnTo>
                  <a:lnTo>
                    <a:pt x="3600839" y="1337650"/>
                  </a:lnTo>
                  <a:lnTo>
                    <a:pt x="3629904" y="1245825"/>
                  </a:lnTo>
                  <a:lnTo>
                    <a:pt x="3659058" y="1157802"/>
                  </a:lnTo>
                  <a:lnTo>
                    <a:pt x="3688364" y="1073738"/>
                  </a:lnTo>
                  <a:lnTo>
                    <a:pt x="3717901" y="993732"/>
                  </a:lnTo>
                  <a:lnTo>
                    <a:pt x="3747764" y="917829"/>
                  </a:lnTo>
                  <a:lnTo>
                    <a:pt x="3778069" y="846023"/>
                  </a:lnTo>
                  <a:lnTo>
                    <a:pt x="3808957" y="778260"/>
                  </a:lnTo>
                  <a:lnTo>
                    <a:pt x="3829811" y="735569"/>
                  </a:lnTo>
                  <a:lnTo>
                    <a:pt x="3872712" y="655353"/>
                  </a:lnTo>
                  <a:lnTo>
                    <a:pt x="3917615" y="582033"/>
                  </a:lnTo>
                  <a:lnTo>
                    <a:pt x="3965077" y="515370"/>
                  </a:lnTo>
                  <a:lnTo>
                    <a:pt x="4015706" y="454899"/>
                  </a:lnTo>
                  <a:lnTo>
                    <a:pt x="4070133" y="400060"/>
                  </a:lnTo>
                  <a:lnTo>
                    <a:pt x="4128980" y="350273"/>
                  </a:lnTo>
                  <a:lnTo>
                    <a:pt x="4192815" y="304995"/>
                  </a:lnTo>
                  <a:lnTo>
                    <a:pt x="4262101" y="263741"/>
                  </a:lnTo>
                  <a:lnTo>
                    <a:pt x="4337123" y="226110"/>
                  </a:lnTo>
                  <a:lnTo>
                    <a:pt x="4417897" y="191792"/>
                  </a:lnTo>
                  <a:lnTo>
                    <a:pt x="4504055" y="160568"/>
                  </a:lnTo>
                  <a:lnTo>
                    <a:pt x="4594736" y="132316"/>
                  </a:lnTo>
                  <a:lnTo>
                    <a:pt x="4688475" y="106996"/>
                  </a:lnTo>
                  <a:lnTo>
                    <a:pt x="4783156" y="84633"/>
                  </a:lnTo>
                  <a:lnTo>
                    <a:pt x="4876049" y="65286"/>
                  </a:lnTo>
                  <a:lnTo>
                    <a:pt x="4963983" y="49013"/>
                  </a:lnTo>
                  <a:lnTo>
                    <a:pt x="5043665" y="35816"/>
                  </a:lnTo>
                  <a:lnTo>
                    <a:pt x="5112116" y="25609"/>
                  </a:lnTo>
                  <a:lnTo>
                    <a:pt x="5167149" y="18183"/>
                  </a:lnTo>
                  <a:lnTo>
                    <a:pt x="5207762" y="13201"/>
                  </a:lnTo>
                  <a:lnTo>
                    <a:pt x="5234368" y="10224"/>
                  </a:lnTo>
                  <a:lnTo>
                    <a:pt x="5248816" y="8745"/>
                  </a:lnTo>
                  <a:lnTo>
                    <a:pt x="5254254" y="8234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579" y="8182"/>
                  </a:lnTo>
                  <a:lnTo>
                    <a:pt x="6735690" y="8247"/>
                  </a:lnTo>
                  <a:lnTo>
                    <a:pt x="6756085" y="8429"/>
                  </a:lnTo>
                  <a:lnTo>
                    <a:pt x="6792418" y="8787"/>
                  </a:lnTo>
                  <a:lnTo>
                    <a:pt x="6846312" y="9374"/>
                  </a:lnTo>
                  <a:lnTo>
                    <a:pt x="6917234" y="10237"/>
                  </a:lnTo>
                  <a:lnTo>
                    <a:pt x="7002725" y="11401"/>
                  </a:lnTo>
                  <a:lnTo>
                    <a:pt x="7098968" y="12882"/>
                  </a:lnTo>
                  <a:lnTo>
                    <a:pt x="7201550" y="14679"/>
                  </a:lnTo>
                  <a:lnTo>
                    <a:pt x="7306196" y="16787"/>
                  </a:lnTo>
                  <a:lnTo>
                    <a:pt x="7409292" y="19199"/>
                  </a:lnTo>
                  <a:lnTo>
                    <a:pt x="7508152" y="21912"/>
                  </a:lnTo>
                  <a:lnTo>
                    <a:pt x="7601050" y="24936"/>
                  </a:lnTo>
                  <a:lnTo>
                    <a:pt x="7687107" y="28287"/>
                  </a:lnTo>
                  <a:lnTo>
                    <a:pt x="7766108" y="31996"/>
                  </a:lnTo>
                  <a:lnTo>
                    <a:pt x="7838308" y="36105"/>
                  </a:lnTo>
                  <a:lnTo>
                    <a:pt x="7904275" y="40666"/>
                  </a:lnTo>
                  <a:lnTo>
                    <a:pt x="7964755" y="45741"/>
                  </a:lnTo>
                  <a:lnTo>
                    <a:pt x="8020582" y="51394"/>
                  </a:lnTo>
                  <a:lnTo>
                    <a:pt x="8072607" y="57690"/>
                  </a:lnTo>
                  <a:lnTo>
                    <a:pt x="8121644" y="64677"/>
                  </a:lnTo>
                  <a:lnTo>
                    <a:pt x="8151487" y="69470"/>
                  </a:lnTo>
                  <a:lnTo>
                    <a:pt x="8206810" y="79470"/>
                  </a:lnTo>
                  <a:lnTo>
                    <a:pt x="8260332" y="90549"/>
                  </a:lnTo>
                  <a:lnTo>
                    <a:pt x="8312773" y="102721"/>
                  </a:lnTo>
                  <a:lnTo>
                    <a:pt x="8364649" y="115957"/>
                  </a:lnTo>
                  <a:lnTo>
                    <a:pt x="8416309" y="130181"/>
                  </a:lnTo>
                  <a:lnTo>
                    <a:pt x="8467965" y="145267"/>
                  </a:lnTo>
                  <a:lnTo>
                    <a:pt x="8519717" y="161042"/>
                  </a:lnTo>
                  <a:lnTo>
                    <a:pt x="8571579" y="177293"/>
                  </a:lnTo>
                  <a:lnTo>
                    <a:pt x="8623506" y="193775"/>
                  </a:lnTo>
                  <a:lnTo>
                    <a:pt x="8675425" y="210231"/>
                  </a:lnTo>
                  <a:lnTo>
                    <a:pt x="8727267" y="226402"/>
                  </a:lnTo>
                  <a:lnTo>
                    <a:pt x="8778995" y="242051"/>
                  </a:lnTo>
                  <a:lnTo>
                    <a:pt x="8830641" y="256971"/>
                  </a:lnTo>
                  <a:lnTo>
                    <a:pt x="8882324" y="270999"/>
                  </a:lnTo>
                  <a:lnTo>
                    <a:pt x="8934284" y="284019"/>
                  </a:lnTo>
                  <a:lnTo>
                    <a:pt x="8986900" y="295966"/>
                  </a:lnTo>
                  <a:lnTo>
                    <a:pt x="9040728" y="306819"/>
                  </a:lnTo>
                  <a:lnTo>
                    <a:pt x="9084767" y="314660"/>
                  </a:lnTo>
                  <a:lnTo>
                    <a:pt x="9132293" y="322098"/>
                  </a:lnTo>
                  <a:lnTo>
                    <a:pt x="9182336" y="328827"/>
                  </a:lnTo>
                  <a:lnTo>
                    <a:pt x="9235658" y="334880"/>
                  </a:lnTo>
                  <a:lnTo>
                    <a:pt x="9293092" y="340314"/>
                  </a:lnTo>
                  <a:lnTo>
                    <a:pt x="9355490" y="345193"/>
                  </a:lnTo>
                  <a:lnTo>
                    <a:pt x="9423663" y="349581"/>
                  </a:lnTo>
                  <a:lnTo>
                    <a:pt x="9498304" y="353538"/>
                  </a:lnTo>
                  <a:lnTo>
                    <a:pt x="9579884" y="357112"/>
                  </a:lnTo>
                  <a:lnTo>
                    <a:pt x="9668506" y="360340"/>
                  </a:lnTo>
                  <a:lnTo>
                    <a:pt x="9763734" y="363248"/>
                  </a:lnTo>
                  <a:lnTo>
                    <a:pt x="9864396" y="365851"/>
                  </a:lnTo>
                  <a:lnTo>
                    <a:pt x="9968424" y="368151"/>
                  </a:lnTo>
                  <a:lnTo>
                    <a:pt x="10072777" y="370146"/>
                  </a:lnTo>
                  <a:lnTo>
                    <a:pt x="10173552" y="371828"/>
                  </a:lnTo>
                  <a:lnTo>
                    <a:pt x="10266350" y="373192"/>
                  </a:lnTo>
                  <a:lnTo>
                    <a:pt x="10346885" y="374244"/>
                  </a:lnTo>
                  <a:lnTo>
                    <a:pt x="10411756" y="375001"/>
                  </a:lnTo>
                  <a:lnTo>
                    <a:pt x="10459159" y="375499"/>
                  </a:lnTo>
                  <a:lnTo>
                    <a:pt x="10489346" y="375785"/>
                  </a:lnTo>
                  <a:lnTo>
                    <a:pt x="10504713" y="375917"/>
                  </a:lnTo>
                  <a:lnTo>
                    <a:pt x="10509590" y="375955"/>
                  </a:lnTo>
                  <a:lnTo>
                    <a:pt x="10509911" y="375957"/>
                  </a:lnTo>
                  <a:lnTo>
                    <a:pt x="11981298" y="375957"/>
                  </a:lnTo>
                  <a:lnTo>
                    <a:pt x="11981298" y="367784"/>
                  </a:lnTo>
                  <a:lnTo>
                    <a:pt x="10509911" y="367784"/>
                  </a:lnTo>
                  <a:lnTo>
                    <a:pt x="10508675" y="367775"/>
                  </a:lnTo>
                  <a:lnTo>
                    <a:pt x="10500563" y="367709"/>
                  </a:lnTo>
                  <a:lnTo>
                    <a:pt x="10480168" y="367528"/>
                  </a:lnTo>
                  <a:lnTo>
                    <a:pt x="10443835" y="367170"/>
                  </a:lnTo>
                  <a:lnTo>
                    <a:pt x="10389941" y="366582"/>
                  </a:lnTo>
                  <a:lnTo>
                    <a:pt x="10319019" y="365720"/>
                  </a:lnTo>
                  <a:lnTo>
                    <a:pt x="10233528" y="364555"/>
                  </a:lnTo>
                  <a:lnTo>
                    <a:pt x="10137286" y="363075"/>
                  </a:lnTo>
                  <a:lnTo>
                    <a:pt x="10034703" y="361277"/>
                  </a:lnTo>
                  <a:lnTo>
                    <a:pt x="9930057" y="359170"/>
                  </a:lnTo>
                  <a:lnTo>
                    <a:pt x="9826961" y="356758"/>
                  </a:lnTo>
                  <a:lnTo>
                    <a:pt x="9728102" y="354045"/>
                  </a:lnTo>
                  <a:lnTo>
                    <a:pt x="9635203" y="351021"/>
                  </a:lnTo>
                  <a:lnTo>
                    <a:pt x="9549146" y="347670"/>
                  </a:lnTo>
                  <a:lnTo>
                    <a:pt x="9470145" y="343961"/>
                  </a:lnTo>
                  <a:lnTo>
                    <a:pt x="9397945" y="339852"/>
                  </a:lnTo>
                  <a:lnTo>
                    <a:pt x="9331978" y="335291"/>
                  </a:lnTo>
                  <a:lnTo>
                    <a:pt x="9271498" y="330216"/>
                  </a:lnTo>
                  <a:lnTo>
                    <a:pt x="9215672" y="324563"/>
                  </a:lnTo>
                  <a:lnTo>
                    <a:pt x="9163647" y="318267"/>
                  </a:lnTo>
                  <a:lnTo>
                    <a:pt x="9114609" y="311280"/>
                  </a:lnTo>
                  <a:lnTo>
                    <a:pt x="9084767" y="306487"/>
                  </a:lnTo>
                  <a:lnTo>
                    <a:pt x="9029443" y="296487"/>
                  </a:lnTo>
                  <a:lnTo>
                    <a:pt x="8975922" y="285408"/>
                  </a:lnTo>
                  <a:lnTo>
                    <a:pt x="8923481" y="273236"/>
                  </a:lnTo>
                  <a:lnTo>
                    <a:pt x="8871604" y="260000"/>
                  </a:lnTo>
                  <a:lnTo>
                    <a:pt x="8819944" y="245776"/>
                  </a:lnTo>
                  <a:lnTo>
                    <a:pt x="8768288" y="230690"/>
                  </a:lnTo>
                  <a:lnTo>
                    <a:pt x="8716536" y="214915"/>
                  </a:lnTo>
                  <a:lnTo>
                    <a:pt x="8664674" y="198664"/>
                  </a:lnTo>
                  <a:lnTo>
                    <a:pt x="8612747" y="182181"/>
                  </a:lnTo>
                  <a:lnTo>
                    <a:pt x="8560828" y="165726"/>
                  </a:lnTo>
                  <a:lnTo>
                    <a:pt x="8508986" y="149555"/>
                  </a:lnTo>
                  <a:lnTo>
                    <a:pt x="8457258" y="133906"/>
                  </a:lnTo>
                  <a:lnTo>
                    <a:pt x="8405612" y="118985"/>
                  </a:lnTo>
                  <a:lnTo>
                    <a:pt x="8353929" y="104958"/>
                  </a:lnTo>
                  <a:lnTo>
                    <a:pt x="8301969" y="91937"/>
                  </a:lnTo>
                  <a:lnTo>
                    <a:pt x="8249353" y="79991"/>
                  </a:lnTo>
                  <a:lnTo>
                    <a:pt x="8195525" y="69138"/>
                  </a:lnTo>
                  <a:lnTo>
                    <a:pt x="8151487" y="61297"/>
                  </a:lnTo>
                  <a:lnTo>
                    <a:pt x="8103960" y="53859"/>
                  </a:lnTo>
                  <a:lnTo>
                    <a:pt x="8053917" y="47130"/>
                  </a:lnTo>
                  <a:lnTo>
                    <a:pt x="8000596" y="41077"/>
                  </a:lnTo>
                  <a:lnTo>
                    <a:pt x="7943162" y="35643"/>
                  </a:lnTo>
                  <a:lnTo>
                    <a:pt x="7880764" y="30764"/>
                  </a:lnTo>
                  <a:lnTo>
                    <a:pt x="7812591" y="26376"/>
                  </a:lnTo>
                  <a:lnTo>
                    <a:pt x="7737949" y="22419"/>
                  </a:lnTo>
                  <a:lnTo>
                    <a:pt x="7656369" y="18845"/>
                  </a:lnTo>
                  <a:lnTo>
                    <a:pt x="7567747" y="15617"/>
                  </a:lnTo>
                  <a:lnTo>
                    <a:pt x="7472520" y="12709"/>
                  </a:lnTo>
                  <a:lnTo>
                    <a:pt x="7371857" y="10106"/>
                  </a:lnTo>
                  <a:lnTo>
                    <a:pt x="7267829" y="7806"/>
                  </a:lnTo>
                  <a:lnTo>
                    <a:pt x="7163476" y="5811"/>
                  </a:lnTo>
                  <a:lnTo>
                    <a:pt x="7062701" y="4129"/>
                  </a:lnTo>
                  <a:lnTo>
                    <a:pt x="6969903" y="2765"/>
                  </a:lnTo>
                  <a:lnTo>
                    <a:pt x="6889368" y="1713"/>
                  </a:lnTo>
                  <a:lnTo>
                    <a:pt x="6824498" y="956"/>
                  </a:lnTo>
                  <a:lnTo>
                    <a:pt x="6777095" y="458"/>
                  </a:lnTo>
                  <a:lnTo>
                    <a:pt x="6746907" y="172"/>
                  </a:lnTo>
                  <a:lnTo>
                    <a:pt x="6731540" y="40"/>
                  </a:lnTo>
                  <a:lnTo>
                    <a:pt x="6726663" y="2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035" y="80"/>
                  </a:lnTo>
                  <a:lnTo>
                    <a:pt x="5247958" y="656"/>
                  </a:lnTo>
                  <a:lnTo>
                    <a:pt x="5232546" y="2246"/>
                  </a:lnTo>
                  <a:lnTo>
                    <a:pt x="5204758" y="5380"/>
                  </a:lnTo>
                  <a:lnTo>
                    <a:pt x="5162868" y="10561"/>
                  </a:lnTo>
                  <a:lnTo>
                    <a:pt x="5106592" y="18221"/>
                  </a:lnTo>
                  <a:lnTo>
                    <a:pt x="5037046" y="28685"/>
                  </a:lnTo>
                  <a:lnTo>
                    <a:pt x="4956508" y="42151"/>
                  </a:lnTo>
                  <a:lnTo>
                    <a:pt x="4868004" y="58697"/>
                  </a:lnTo>
                  <a:lnTo>
                    <a:pt x="4774830" y="78313"/>
                  </a:lnTo>
                  <a:lnTo>
                    <a:pt x="4680130" y="100939"/>
                  </a:lnTo>
                  <a:lnTo>
                    <a:pt x="4586586" y="126518"/>
                  </a:lnTo>
                  <a:lnTo>
                    <a:pt x="4496254" y="155030"/>
                  </a:lnTo>
                  <a:lnTo>
                    <a:pt x="4410544" y="186520"/>
                  </a:lnTo>
                  <a:lnTo>
                    <a:pt x="4330270" y="221121"/>
                  </a:lnTo>
                  <a:lnTo>
                    <a:pt x="4255759" y="259057"/>
                  </a:lnTo>
                  <a:lnTo>
                    <a:pt x="4186969" y="300648"/>
                  </a:lnTo>
                  <a:lnTo>
                    <a:pt x="4123595" y="346305"/>
                  </a:lnTo>
                  <a:lnTo>
                    <a:pt x="4065162" y="396514"/>
                  </a:lnTo>
                  <a:lnTo>
                    <a:pt x="4011095" y="451827"/>
                  </a:lnTo>
                  <a:lnTo>
                    <a:pt x="3960771" y="512823"/>
                  </a:lnTo>
                  <a:lnTo>
                    <a:pt x="3913559" y="580057"/>
                  </a:lnTo>
                  <a:lnTo>
                    <a:pt x="3868853" y="653979"/>
                  </a:lnTo>
                  <a:lnTo>
                    <a:pt x="3829811" y="727396"/>
                  </a:lnTo>
                  <a:lnTo>
                    <a:pt x="3798448" y="792530"/>
                  </a:lnTo>
                  <a:lnTo>
                    <a:pt x="3767774" y="861650"/>
                  </a:lnTo>
                  <a:lnTo>
                    <a:pt x="3737633" y="934837"/>
                  </a:lnTo>
                  <a:lnTo>
                    <a:pt x="3707892" y="1012128"/>
                  </a:lnTo>
                  <a:lnTo>
                    <a:pt x="3678443" y="1093512"/>
                  </a:lnTo>
                  <a:lnTo>
                    <a:pt x="3649196" y="1178927"/>
                  </a:lnTo>
                  <a:lnTo>
                    <a:pt x="3620078" y="1268255"/>
                  </a:lnTo>
                  <a:lnTo>
                    <a:pt x="3591032" y="1361320"/>
                  </a:lnTo>
                  <a:lnTo>
                    <a:pt x="3562013" y="1457887"/>
                  </a:lnTo>
                  <a:lnTo>
                    <a:pt x="3532991" y="1557663"/>
                  </a:lnTo>
                  <a:lnTo>
                    <a:pt x="3503946" y="1660299"/>
                  </a:lnTo>
                  <a:lnTo>
                    <a:pt x="3474866" y="1765391"/>
                  </a:lnTo>
                  <a:lnTo>
                    <a:pt x="3445749" y="1872489"/>
                  </a:lnTo>
                  <a:lnTo>
                    <a:pt x="3416599" y="1981106"/>
                  </a:lnTo>
                  <a:lnTo>
                    <a:pt x="3387426" y="2090719"/>
                  </a:lnTo>
                  <a:lnTo>
                    <a:pt x="3358241" y="2200790"/>
                  </a:lnTo>
                  <a:lnTo>
                    <a:pt x="3329059" y="2310767"/>
                  </a:lnTo>
                  <a:lnTo>
                    <a:pt x="3299893" y="2420104"/>
                  </a:lnTo>
                  <a:lnTo>
                    <a:pt x="3270753" y="2528264"/>
                  </a:lnTo>
                  <a:lnTo>
                    <a:pt x="3241649" y="2634738"/>
                  </a:lnTo>
                  <a:lnTo>
                    <a:pt x="3212581" y="2739048"/>
                  </a:lnTo>
                  <a:lnTo>
                    <a:pt x="3183545" y="2840760"/>
                  </a:lnTo>
                  <a:lnTo>
                    <a:pt x="3154527" y="2939489"/>
                  </a:lnTo>
                  <a:lnTo>
                    <a:pt x="3125503" y="3034903"/>
                  </a:lnTo>
                  <a:lnTo>
                    <a:pt x="3096438" y="3126729"/>
                  </a:lnTo>
                  <a:lnTo>
                    <a:pt x="3067284" y="3214751"/>
                  </a:lnTo>
                  <a:lnTo>
                    <a:pt x="3037978" y="3298815"/>
                  </a:lnTo>
                  <a:lnTo>
                    <a:pt x="3008441" y="3378821"/>
                  </a:lnTo>
                  <a:lnTo>
                    <a:pt x="2978578" y="3454724"/>
                  </a:lnTo>
                  <a:lnTo>
                    <a:pt x="2948273" y="3526531"/>
                  </a:lnTo>
                  <a:lnTo>
                    <a:pt x="2917385" y="3594293"/>
                  </a:lnTo>
                  <a:lnTo>
                    <a:pt x="2896531" y="3636984"/>
                  </a:lnTo>
                  <a:lnTo>
                    <a:pt x="2853630" y="3717200"/>
                  </a:lnTo>
                  <a:lnTo>
                    <a:pt x="2808727" y="3790520"/>
                  </a:lnTo>
                  <a:lnTo>
                    <a:pt x="2761265" y="3857183"/>
                  </a:lnTo>
                  <a:lnTo>
                    <a:pt x="2710636" y="3917654"/>
                  </a:lnTo>
                  <a:lnTo>
                    <a:pt x="2656209" y="3972493"/>
                  </a:lnTo>
                  <a:lnTo>
                    <a:pt x="2597362" y="4022280"/>
                  </a:lnTo>
                  <a:lnTo>
                    <a:pt x="2533527" y="4067558"/>
                  </a:lnTo>
                  <a:lnTo>
                    <a:pt x="2464241" y="4108812"/>
                  </a:lnTo>
                  <a:lnTo>
                    <a:pt x="2389219" y="4146443"/>
                  </a:lnTo>
                  <a:lnTo>
                    <a:pt x="2308446" y="4180761"/>
                  </a:lnTo>
                  <a:lnTo>
                    <a:pt x="2222287" y="4211985"/>
                  </a:lnTo>
                  <a:lnTo>
                    <a:pt x="2131606" y="4240237"/>
                  </a:lnTo>
                  <a:lnTo>
                    <a:pt x="2037867" y="4265557"/>
                  </a:lnTo>
                  <a:lnTo>
                    <a:pt x="1943186" y="4287920"/>
                  </a:lnTo>
                  <a:lnTo>
                    <a:pt x="1850293" y="4307267"/>
                  </a:lnTo>
                  <a:lnTo>
                    <a:pt x="1762359" y="4323540"/>
                  </a:lnTo>
                  <a:lnTo>
                    <a:pt x="1682678" y="4336737"/>
                  </a:lnTo>
                  <a:lnTo>
                    <a:pt x="1614226" y="4346944"/>
                  </a:lnTo>
                  <a:lnTo>
                    <a:pt x="1559193" y="4354371"/>
                  </a:lnTo>
                  <a:lnTo>
                    <a:pt x="1518580" y="4359352"/>
                  </a:lnTo>
                  <a:lnTo>
                    <a:pt x="1491974" y="4362329"/>
                  </a:lnTo>
                  <a:lnTo>
                    <a:pt x="1477526" y="4363808"/>
                  </a:lnTo>
                  <a:lnTo>
                    <a:pt x="1472088" y="4364319"/>
                  </a:lnTo>
                  <a:lnTo>
                    <a:pt x="1471387" y="4364381"/>
                  </a:lnTo>
                  <a:lnTo>
                    <a:pt x="0" y="4364381"/>
                  </a:lnTo>
                  <a:close/>
                </a:path>
              </a:pathLst>
            </a:custGeom>
            <a:solidFill>
              <a:srgbClr val="A1D492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2097" name="pl2097"/>
            <p:cNvSpPr/>
            <p:nvPr/>
          </p:nvSpPr>
          <p:spPr>
            <a:xfrm>
              <a:off x="4799595" y="6598023"/>
              <a:ext cx="11981298" cy="4364381"/>
            </a:xfrm>
            <a:custGeom>
              <a:avLst/>
              <a:pathLst>
                <a:path w="11981298" h="4364381">
                  <a:moveTo>
                    <a:pt x="0" y="4364381"/>
                  </a:moveTo>
                  <a:lnTo>
                    <a:pt x="1471387" y="4364381"/>
                  </a:lnTo>
                  <a:lnTo>
                    <a:pt x="1472307" y="4364300"/>
                  </a:lnTo>
                  <a:lnTo>
                    <a:pt x="1478384" y="4363724"/>
                  </a:lnTo>
                  <a:lnTo>
                    <a:pt x="1493796" y="4362134"/>
                  </a:lnTo>
                  <a:lnTo>
                    <a:pt x="1521584" y="4359000"/>
                  </a:lnTo>
                  <a:lnTo>
                    <a:pt x="1563474" y="4353819"/>
                  </a:lnTo>
                  <a:lnTo>
                    <a:pt x="1619750" y="4346159"/>
                  </a:lnTo>
                  <a:lnTo>
                    <a:pt x="1689296" y="4335695"/>
                  </a:lnTo>
                  <a:lnTo>
                    <a:pt x="1769834" y="4322229"/>
                  </a:lnTo>
                  <a:lnTo>
                    <a:pt x="1858339" y="4305683"/>
                  </a:lnTo>
                  <a:lnTo>
                    <a:pt x="1951512" y="4286068"/>
                  </a:lnTo>
                  <a:lnTo>
                    <a:pt x="2046212" y="4263441"/>
                  </a:lnTo>
                  <a:lnTo>
                    <a:pt x="2139756" y="4237862"/>
                  </a:lnTo>
                  <a:lnTo>
                    <a:pt x="2230088" y="4209350"/>
                  </a:lnTo>
                  <a:lnTo>
                    <a:pt x="2315798" y="4177860"/>
                  </a:lnTo>
                  <a:lnTo>
                    <a:pt x="2396072" y="4143259"/>
                  </a:lnTo>
                  <a:lnTo>
                    <a:pt x="2470583" y="4105323"/>
                  </a:lnTo>
                  <a:lnTo>
                    <a:pt x="2539373" y="4063732"/>
                  </a:lnTo>
                  <a:lnTo>
                    <a:pt x="2602747" y="4018076"/>
                  </a:lnTo>
                  <a:lnTo>
                    <a:pt x="2661180" y="3967866"/>
                  </a:lnTo>
                  <a:lnTo>
                    <a:pt x="2715247" y="3912553"/>
                  </a:lnTo>
                  <a:lnTo>
                    <a:pt x="2765571" y="3851558"/>
                  </a:lnTo>
                  <a:lnTo>
                    <a:pt x="2812783" y="3784323"/>
                  </a:lnTo>
                  <a:lnTo>
                    <a:pt x="2857489" y="3710401"/>
                  </a:lnTo>
                  <a:lnTo>
                    <a:pt x="2896531" y="3636984"/>
                  </a:lnTo>
                  <a:lnTo>
                    <a:pt x="2927894" y="3571850"/>
                  </a:lnTo>
                  <a:lnTo>
                    <a:pt x="2958568" y="3502730"/>
                  </a:lnTo>
                  <a:lnTo>
                    <a:pt x="2988710" y="3429543"/>
                  </a:lnTo>
                  <a:lnTo>
                    <a:pt x="3018450" y="3352252"/>
                  </a:lnTo>
                  <a:lnTo>
                    <a:pt x="3047899" y="3270868"/>
                  </a:lnTo>
                  <a:lnTo>
                    <a:pt x="3077146" y="3185453"/>
                  </a:lnTo>
                  <a:lnTo>
                    <a:pt x="3106264" y="3096125"/>
                  </a:lnTo>
                  <a:lnTo>
                    <a:pt x="3135310" y="3003060"/>
                  </a:lnTo>
                  <a:lnTo>
                    <a:pt x="3164329" y="2906493"/>
                  </a:lnTo>
                  <a:lnTo>
                    <a:pt x="3193351" y="2806717"/>
                  </a:lnTo>
                  <a:lnTo>
                    <a:pt x="3222396" y="2704081"/>
                  </a:lnTo>
                  <a:lnTo>
                    <a:pt x="3251476" y="2598989"/>
                  </a:lnTo>
                  <a:lnTo>
                    <a:pt x="3280593" y="2491891"/>
                  </a:lnTo>
                  <a:lnTo>
                    <a:pt x="3309743" y="2383274"/>
                  </a:lnTo>
                  <a:lnTo>
                    <a:pt x="3338916" y="2273661"/>
                  </a:lnTo>
                  <a:lnTo>
                    <a:pt x="3368101" y="2163590"/>
                  </a:lnTo>
                  <a:lnTo>
                    <a:pt x="3397283" y="2053613"/>
                  </a:lnTo>
                  <a:lnTo>
                    <a:pt x="3426450" y="1944276"/>
                  </a:lnTo>
                  <a:lnTo>
                    <a:pt x="3455589" y="1836116"/>
                  </a:lnTo>
                  <a:lnTo>
                    <a:pt x="3484693" y="1729642"/>
                  </a:lnTo>
                  <a:lnTo>
                    <a:pt x="3513761" y="1625332"/>
                  </a:lnTo>
                  <a:lnTo>
                    <a:pt x="3542797" y="1523620"/>
                  </a:lnTo>
                  <a:lnTo>
                    <a:pt x="3571815" y="1424891"/>
                  </a:lnTo>
                  <a:lnTo>
                    <a:pt x="3600839" y="1329477"/>
                  </a:lnTo>
                  <a:lnTo>
                    <a:pt x="3629904" y="1237652"/>
                  </a:lnTo>
                  <a:lnTo>
                    <a:pt x="3659058" y="1149629"/>
                  </a:lnTo>
                  <a:lnTo>
                    <a:pt x="3688364" y="1065565"/>
                  </a:lnTo>
                  <a:lnTo>
                    <a:pt x="3717901" y="985559"/>
                  </a:lnTo>
                  <a:lnTo>
                    <a:pt x="3747764" y="909656"/>
                  </a:lnTo>
                  <a:lnTo>
                    <a:pt x="3778069" y="837850"/>
                  </a:lnTo>
                  <a:lnTo>
                    <a:pt x="3808957" y="770087"/>
                  </a:lnTo>
                  <a:lnTo>
                    <a:pt x="3829811" y="727396"/>
                  </a:lnTo>
                  <a:lnTo>
                    <a:pt x="3872712" y="647180"/>
                  </a:lnTo>
                  <a:lnTo>
                    <a:pt x="3917615" y="573860"/>
                  </a:lnTo>
                  <a:lnTo>
                    <a:pt x="3965077" y="507197"/>
                  </a:lnTo>
                  <a:lnTo>
                    <a:pt x="4015706" y="446726"/>
                  </a:lnTo>
                  <a:lnTo>
                    <a:pt x="4070133" y="391887"/>
                  </a:lnTo>
                  <a:lnTo>
                    <a:pt x="4128980" y="342100"/>
                  </a:lnTo>
                  <a:lnTo>
                    <a:pt x="4192815" y="296822"/>
                  </a:lnTo>
                  <a:lnTo>
                    <a:pt x="4262101" y="255568"/>
                  </a:lnTo>
                  <a:lnTo>
                    <a:pt x="4337123" y="217937"/>
                  </a:lnTo>
                  <a:lnTo>
                    <a:pt x="4417897" y="183619"/>
                  </a:lnTo>
                  <a:lnTo>
                    <a:pt x="4504055" y="152395"/>
                  </a:lnTo>
                  <a:lnTo>
                    <a:pt x="4594736" y="124143"/>
                  </a:lnTo>
                  <a:lnTo>
                    <a:pt x="4688475" y="98823"/>
                  </a:lnTo>
                  <a:lnTo>
                    <a:pt x="4783156" y="76460"/>
                  </a:lnTo>
                  <a:lnTo>
                    <a:pt x="4876049" y="57113"/>
                  </a:lnTo>
                  <a:lnTo>
                    <a:pt x="4963983" y="40840"/>
                  </a:lnTo>
                  <a:lnTo>
                    <a:pt x="5043665" y="27643"/>
                  </a:lnTo>
                  <a:lnTo>
                    <a:pt x="5112116" y="17436"/>
                  </a:lnTo>
                  <a:lnTo>
                    <a:pt x="5167149" y="10010"/>
                  </a:lnTo>
                  <a:lnTo>
                    <a:pt x="5207762" y="5028"/>
                  </a:lnTo>
                  <a:lnTo>
                    <a:pt x="5234368" y="2051"/>
                  </a:lnTo>
                  <a:lnTo>
                    <a:pt x="5248816" y="572"/>
                  </a:lnTo>
                  <a:lnTo>
                    <a:pt x="5254254" y="61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579" y="9"/>
                  </a:lnTo>
                  <a:lnTo>
                    <a:pt x="6735690" y="74"/>
                  </a:lnTo>
                  <a:lnTo>
                    <a:pt x="6756085" y="256"/>
                  </a:lnTo>
                  <a:lnTo>
                    <a:pt x="6792418" y="614"/>
                  </a:lnTo>
                  <a:lnTo>
                    <a:pt x="6846312" y="1201"/>
                  </a:lnTo>
                  <a:lnTo>
                    <a:pt x="6917234" y="2064"/>
                  </a:lnTo>
                  <a:lnTo>
                    <a:pt x="7002725" y="3228"/>
                  </a:lnTo>
                  <a:lnTo>
                    <a:pt x="7098968" y="4709"/>
                  </a:lnTo>
                  <a:lnTo>
                    <a:pt x="7201550" y="6506"/>
                  </a:lnTo>
                  <a:lnTo>
                    <a:pt x="7306196" y="8614"/>
                  </a:lnTo>
                  <a:lnTo>
                    <a:pt x="7409292" y="11026"/>
                  </a:lnTo>
                  <a:lnTo>
                    <a:pt x="7508152" y="13739"/>
                  </a:lnTo>
                  <a:lnTo>
                    <a:pt x="7601050" y="16763"/>
                  </a:lnTo>
                  <a:lnTo>
                    <a:pt x="7687107" y="20114"/>
                  </a:lnTo>
                  <a:lnTo>
                    <a:pt x="7766108" y="23823"/>
                  </a:lnTo>
                  <a:lnTo>
                    <a:pt x="7838308" y="27932"/>
                  </a:lnTo>
                  <a:lnTo>
                    <a:pt x="7904275" y="32493"/>
                  </a:lnTo>
                  <a:lnTo>
                    <a:pt x="7964755" y="37568"/>
                  </a:lnTo>
                  <a:lnTo>
                    <a:pt x="8020582" y="43221"/>
                  </a:lnTo>
                  <a:lnTo>
                    <a:pt x="8072607" y="49517"/>
                  </a:lnTo>
                  <a:lnTo>
                    <a:pt x="8121644" y="56504"/>
                  </a:lnTo>
                  <a:lnTo>
                    <a:pt x="8151487" y="61297"/>
                  </a:lnTo>
                  <a:lnTo>
                    <a:pt x="8206810" y="71297"/>
                  </a:lnTo>
                  <a:lnTo>
                    <a:pt x="8260332" y="82376"/>
                  </a:lnTo>
                  <a:lnTo>
                    <a:pt x="8312773" y="94548"/>
                  </a:lnTo>
                  <a:lnTo>
                    <a:pt x="8364649" y="107784"/>
                  </a:lnTo>
                  <a:lnTo>
                    <a:pt x="8416309" y="122008"/>
                  </a:lnTo>
                  <a:lnTo>
                    <a:pt x="8467965" y="137094"/>
                  </a:lnTo>
                  <a:lnTo>
                    <a:pt x="8519717" y="152869"/>
                  </a:lnTo>
                  <a:lnTo>
                    <a:pt x="8571579" y="169120"/>
                  </a:lnTo>
                  <a:lnTo>
                    <a:pt x="8623506" y="185602"/>
                  </a:lnTo>
                  <a:lnTo>
                    <a:pt x="8675425" y="202058"/>
                  </a:lnTo>
                  <a:lnTo>
                    <a:pt x="8727267" y="218229"/>
                  </a:lnTo>
                  <a:lnTo>
                    <a:pt x="8778995" y="233878"/>
                  </a:lnTo>
                  <a:lnTo>
                    <a:pt x="8830641" y="248798"/>
                  </a:lnTo>
                  <a:lnTo>
                    <a:pt x="8882324" y="262826"/>
                  </a:lnTo>
                  <a:lnTo>
                    <a:pt x="8934284" y="275846"/>
                  </a:lnTo>
                  <a:lnTo>
                    <a:pt x="8986900" y="287793"/>
                  </a:lnTo>
                  <a:lnTo>
                    <a:pt x="9040728" y="298646"/>
                  </a:lnTo>
                  <a:lnTo>
                    <a:pt x="9084767" y="306487"/>
                  </a:lnTo>
                  <a:lnTo>
                    <a:pt x="9132293" y="313925"/>
                  </a:lnTo>
                  <a:lnTo>
                    <a:pt x="9182336" y="320654"/>
                  </a:lnTo>
                  <a:lnTo>
                    <a:pt x="9235658" y="326707"/>
                  </a:lnTo>
                  <a:lnTo>
                    <a:pt x="9293092" y="332141"/>
                  </a:lnTo>
                  <a:lnTo>
                    <a:pt x="9355490" y="337020"/>
                  </a:lnTo>
                  <a:lnTo>
                    <a:pt x="9423663" y="341408"/>
                  </a:lnTo>
                  <a:lnTo>
                    <a:pt x="9498304" y="345365"/>
                  </a:lnTo>
                  <a:lnTo>
                    <a:pt x="9579884" y="348939"/>
                  </a:lnTo>
                  <a:lnTo>
                    <a:pt x="9668506" y="352167"/>
                  </a:lnTo>
                  <a:lnTo>
                    <a:pt x="9763734" y="355075"/>
                  </a:lnTo>
                  <a:lnTo>
                    <a:pt x="9864396" y="357678"/>
                  </a:lnTo>
                  <a:lnTo>
                    <a:pt x="9968424" y="359978"/>
                  </a:lnTo>
                  <a:lnTo>
                    <a:pt x="10072777" y="361973"/>
                  </a:lnTo>
                  <a:lnTo>
                    <a:pt x="10173552" y="363655"/>
                  </a:lnTo>
                  <a:lnTo>
                    <a:pt x="10266350" y="365019"/>
                  </a:lnTo>
                  <a:lnTo>
                    <a:pt x="10346885" y="366071"/>
                  </a:lnTo>
                  <a:lnTo>
                    <a:pt x="10411756" y="366828"/>
                  </a:lnTo>
                  <a:lnTo>
                    <a:pt x="10459159" y="367326"/>
                  </a:lnTo>
                  <a:lnTo>
                    <a:pt x="10489346" y="367612"/>
                  </a:lnTo>
                  <a:lnTo>
                    <a:pt x="10504713" y="367744"/>
                  </a:lnTo>
                  <a:lnTo>
                    <a:pt x="10509590" y="367782"/>
                  </a:lnTo>
                  <a:lnTo>
                    <a:pt x="10509911" y="367784"/>
                  </a:lnTo>
                  <a:lnTo>
                    <a:pt x="11981298" y="36778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98" name="pl2098"/>
            <p:cNvSpPr/>
            <p:nvPr/>
          </p:nvSpPr>
          <p:spPr>
            <a:xfrm>
              <a:off x="4799595" y="6589850"/>
              <a:ext cx="11981298" cy="4364381"/>
            </a:xfrm>
            <a:custGeom>
              <a:avLst/>
              <a:pathLst>
                <a:path w="11981298" h="4364381">
                  <a:moveTo>
                    <a:pt x="11981298" y="367784"/>
                  </a:moveTo>
                  <a:lnTo>
                    <a:pt x="10509911" y="367784"/>
                  </a:lnTo>
                  <a:lnTo>
                    <a:pt x="10508675" y="367775"/>
                  </a:lnTo>
                  <a:lnTo>
                    <a:pt x="10500563" y="367709"/>
                  </a:lnTo>
                  <a:lnTo>
                    <a:pt x="10480168" y="367528"/>
                  </a:lnTo>
                  <a:lnTo>
                    <a:pt x="10443835" y="367170"/>
                  </a:lnTo>
                  <a:lnTo>
                    <a:pt x="10389941" y="366582"/>
                  </a:lnTo>
                  <a:lnTo>
                    <a:pt x="10319019" y="365720"/>
                  </a:lnTo>
                  <a:lnTo>
                    <a:pt x="10233528" y="364555"/>
                  </a:lnTo>
                  <a:lnTo>
                    <a:pt x="10137286" y="363075"/>
                  </a:lnTo>
                  <a:lnTo>
                    <a:pt x="10034703" y="361277"/>
                  </a:lnTo>
                  <a:lnTo>
                    <a:pt x="9930057" y="359170"/>
                  </a:lnTo>
                  <a:lnTo>
                    <a:pt x="9826961" y="356758"/>
                  </a:lnTo>
                  <a:lnTo>
                    <a:pt x="9728102" y="354045"/>
                  </a:lnTo>
                  <a:lnTo>
                    <a:pt x="9635203" y="351021"/>
                  </a:lnTo>
                  <a:lnTo>
                    <a:pt x="9549146" y="347670"/>
                  </a:lnTo>
                  <a:lnTo>
                    <a:pt x="9470145" y="343961"/>
                  </a:lnTo>
                  <a:lnTo>
                    <a:pt x="9397945" y="339852"/>
                  </a:lnTo>
                  <a:lnTo>
                    <a:pt x="9331978" y="335291"/>
                  </a:lnTo>
                  <a:lnTo>
                    <a:pt x="9271498" y="330216"/>
                  </a:lnTo>
                  <a:lnTo>
                    <a:pt x="9215672" y="324563"/>
                  </a:lnTo>
                  <a:lnTo>
                    <a:pt x="9163647" y="318267"/>
                  </a:lnTo>
                  <a:lnTo>
                    <a:pt x="9114609" y="311280"/>
                  </a:lnTo>
                  <a:lnTo>
                    <a:pt x="9084767" y="306487"/>
                  </a:lnTo>
                  <a:lnTo>
                    <a:pt x="9029443" y="296487"/>
                  </a:lnTo>
                  <a:lnTo>
                    <a:pt x="8975922" y="285408"/>
                  </a:lnTo>
                  <a:lnTo>
                    <a:pt x="8923481" y="273236"/>
                  </a:lnTo>
                  <a:lnTo>
                    <a:pt x="8871604" y="260000"/>
                  </a:lnTo>
                  <a:lnTo>
                    <a:pt x="8819944" y="245776"/>
                  </a:lnTo>
                  <a:lnTo>
                    <a:pt x="8768288" y="230690"/>
                  </a:lnTo>
                  <a:lnTo>
                    <a:pt x="8716536" y="214915"/>
                  </a:lnTo>
                  <a:lnTo>
                    <a:pt x="8664674" y="198664"/>
                  </a:lnTo>
                  <a:lnTo>
                    <a:pt x="8612747" y="182181"/>
                  </a:lnTo>
                  <a:lnTo>
                    <a:pt x="8560828" y="165726"/>
                  </a:lnTo>
                  <a:lnTo>
                    <a:pt x="8508986" y="149555"/>
                  </a:lnTo>
                  <a:lnTo>
                    <a:pt x="8457258" y="133906"/>
                  </a:lnTo>
                  <a:lnTo>
                    <a:pt x="8405612" y="118985"/>
                  </a:lnTo>
                  <a:lnTo>
                    <a:pt x="8353929" y="104958"/>
                  </a:lnTo>
                  <a:lnTo>
                    <a:pt x="8301969" y="91937"/>
                  </a:lnTo>
                  <a:lnTo>
                    <a:pt x="8249353" y="79991"/>
                  </a:lnTo>
                  <a:lnTo>
                    <a:pt x="8195525" y="69138"/>
                  </a:lnTo>
                  <a:lnTo>
                    <a:pt x="8151487" y="61297"/>
                  </a:lnTo>
                  <a:lnTo>
                    <a:pt x="8103960" y="53859"/>
                  </a:lnTo>
                  <a:lnTo>
                    <a:pt x="8053917" y="47130"/>
                  </a:lnTo>
                  <a:lnTo>
                    <a:pt x="8000596" y="41077"/>
                  </a:lnTo>
                  <a:lnTo>
                    <a:pt x="7943162" y="35643"/>
                  </a:lnTo>
                  <a:lnTo>
                    <a:pt x="7880764" y="30764"/>
                  </a:lnTo>
                  <a:lnTo>
                    <a:pt x="7812591" y="26376"/>
                  </a:lnTo>
                  <a:lnTo>
                    <a:pt x="7737949" y="22419"/>
                  </a:lnTo>
                  <a:lnTo>
                    <a:pt x="7656369" y="18845"/>
                  </a:lnTo>
                  <a:lnTo>
                    <a:pt x="7567747" y="15617"/>
                  </a:lnTo>
                  <a:lnTo>
                    <a:pt x="7472520" y="12709"/>
                  </a:lnTo>
                  <a:lnTo>
                    <a:pt x="7371857" y="10106"/>
                  </a:lnTo>
                  <a:lnTo>
                    <a:pt x="7267829" y="7806"/>
                  </a:lnTo>
                  <a:lnTo>
                    <a:pt x="7163476" y="5811"/>
                  </a:lnTo>
                  <a:lnTo>
                    <a:pt x="7062701" y="4129"/>
                  </a:lnTo>
                  <a:lnTo>
                    <a:pt x="6969903" y="2765"/>
                  </a:lnTo>
                  <a:lnTo>
                    <a:pt x="6889368" y="1713"/>
                  </a:lnTo>
                  <a:lnTo>
                    <a:pt x="6824498" y="956"/>
                  </a:lnTo>
                  <a:lnTo>
                    <a:pt x="6777095" y="458"/>
                  </a:lnTo>
                  <a:lnTo>
                    <a:pt x="6746907" y="172"/>
                  </a:lnTo>
                  <a:lnTo>
                    <a:pt x="6731540" y="40"/>
                  </a:lnTo>
                  <a:lnTo>
                    <a:pt x="6726663" y="2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035" y="80"/>
                  </a:lnTo>
                  <a:lnTo>
                    <a:pt x="5247958" y="656"/>
                  </a:lnTo>
                  <a:lnTo>
                    <a:pt x="5232546" y="2246"/>
                  </a:lnTo>
                  <a:lnTo>
                    <a:pt x="5204758" y="5380"/>
                  </a:lnTo>
                  <a:lnTo>
                    <a:pt x="5162868" y="10561"/>
                  </a:lnTo>
                  <a:lnTo>
                    <a:pt x="5106592" y="18221"/>
                  </a:lnTo>
                  <a:lnTo>
                    <a:pt x="5037046" y="28685"/>
                  </a:lnTo>
                  <a:lnTo>
                    <a:pt x="4956508" y="42151"/>
                  </a:lnTo>
                  <a:lnTo>
                    <a:pt x="4868004" y="58697"/>
                  </a:lnTo>
                  <a:lnTo>
                    <a:pt x="4774830" y="78313"/>
                  </a:lnTo>
                  <a:lnTo>
                    <a:pt x="4680130" y="100939"/>
                  </a:lnTo>
                  <a:lnTo>
                    <a:pt x="4586586" y="126518"/>
                  </a:lnTo>
                  <a:lnTo>
                    <a:pt x="4496254" y="155030"/>
                  </a:lnTo>
                  <a:lnTo>
                    <a:pt x="4410544" y="186520"/>
                  </a:lnTo>
                  <a:lnTo>
                    <a:pt x="4330270" y="221121"/>
                  </a:lnTo>
                  <a:lnTo>
                    <a:pt x="4255759" y="259057"/>
                  </a:lnTo>
                  <a:lnTo>
                    <a:pt x="4186969" y="300648"/>
                  </a:lnTo>
                  <a:lnTo>
                    <a:pt x="4123595" y="346305"/>
                  </a:lnTo>
                  <a:lnTo>
                    <a:pt x="4065162" y="396514"/>
                  </a:lnTo>
                  <a:lnTo>
                    <a:pt x="4011095" y="451827"/>
                  </a:lnTo>
                  <a:lnTo>
                    <a:pt x="3960771" y="512823"/>
                  </a:lnTo>
                  <a:lnTo>
                    <a:pt x="3913559" y="580057"/>
                  </a:lnTo>
                  <a:lnTo>
                    <a:pt x="3868853" y="653979"/>
                  </a:lnTo>
                  <a:lnTo>
                    <a:pt x="3829811" y="727396"/>
                  </a:lnTo>
                  <a:lnTo>
                    <a:pt x="3798448" y="792530"/>
                  </a:lnTo>
                  <a:lnTo>
                    <a:pt x="3767774" y="861650"/>
                  </a:lnTo>
                  <a:lnTo>
                    <a:pt x="3737633" y="934837"/>
                  </a:lnTo>
                  <a:lnTo>
                    <a:pt x="3707892" y="1012128"/>
                  </a:lnTo>
                  <a:lnTo>
                    <a:pt x="3678443" y="1093512"/>
                  </a:lnTo>
                  <a:lnTo>
                    <a:pt x="3649196" y="1178927"/>
                  </a:lnTo>
                  <a:lnTo>
                    <a:pt x="3620078" y="1268255"/>
                  </a:lnTo>
                  <a:lnTo>
                    <a:pt x="3591032" y="1361320"/>
                  </a:lnTo>
                  <a:lnTo>
                    <a:pt x="3562013" y="1457887"/>
                  </a:lnTo>
                  <a:lnTo>
                    <a:pt x="3532991" y="1557663"/>
                  </a:lnTo>
                  <a:lnTo>
                    <a:pt x="3503946" y="1660299"/>
                  </a:lnTo>
                  <a:lnTo>
                    <a:pt x="3474866" y="1765391"/>
                  </a:lnTo>
                  <a:lnTo>
                    <a:pt x="3445749" y="1872489"/>
                  </a:lnTo>
                  <a:lnTo>
                    <a:pt x="3416599" y="1981106"/>
                  </a:lnTo>
                  <a:lnTo>
                    <a:pt x="3387426" y="2090719"/>
                  </a:lnTo>
                  <a:lnTo>
                    <a:pt x="3358241" y="2200790"/>
                  </a:lnTo>
                  <a:lnTo>
                    <a:pt x="3329059" y="2310767"/>
                  </a:lnTo>
                  <a:lnTo>
                    <a:pt x="3299893" y="2420104"/>
                  </a:lnTo>
                  <a:lnTo>
                    <a:pt x="3270753" y="2528264"/>
                  </a:lnTo>
                  <a:lnTo>
                    <a:pt x="3241649" y="2634738"/>
                  </a:lnTo>
                  <a:lnTo>
                    <a:pt x="3212581" y="2739048"/>
                  </a:lnTo>
                  <a:lnTo>
                    <a:pt x="3183545" y="2840760"/>
                  </a:lnTo>
                  <a:lnTo>
                    <a:pt x="3154527" y="2939489"/>
                  </a:lnTo>
                  <a:lnTo>
                    <a:pt x="3125503" y="3034903"/>
                  </a:lnTo>
                  <a:lnTo>
                    <a:pt x="3096438" y="3126729"/>
                  </a:lnTo>
                  <a:lnTo>
                    <a:pt x="3067284" y="3214751"/>
                  </a:lnTo>
                  <a:lnTo>
                    <a:pt x="3037978" y="3298815"/>
                  </a:lnTo>
                  <a:lnTo>
                    <a:pt x="3008441" y="3378821"/>
                  </a:lnTo>
                  <a:lnTo>
                    <a:pt x="2978578" y="3454724"/>
                  </a:lnTo>
                  <a:lnTo>
                    <a:pt x="2948273" y="3526531"/>
                  </a:lnTo>
                  <a:lnTo>
                    <a:pt x="2917385" y="3594293"/>
                  </a:lnTo>
                  <a:lnTo>
                    <a:pt x="2896531" y="3636984"/>
                  </a:lnTo>
                  <a:lnTo>
                    <a:pt x="2853630" y="3717200"/>
                  </a:lnTo>
                  <a:lnTo>
                    <a:pt x="2808727" y="3790520"/>
                  </a:lnTo>
                  <a:lnTo>
                    <a:pt x="2761265" y="3857183"/>
                  </a:lnTo>
                  <a:lnTo>
                    <a:pt x="2710636" y="3917654"/>
                  </a:lnTo>
                  <a:lnTo>
                    <a:pt x="2656209" y="3972493"/>
                  </a:lnTo>
                  <a:lnTo>
                    <a:pt x="2597362" y="4022280"/>
                  </a:lnTo>
                  <a:lnTo>
                    <a:pt x="2533527" y="4067558"/>
                  </a:lnTo>
                  <a:lnTo>
                    <a:pt x="2464241" y="4108812"/>
                  </a:lnTo>
                  <a:lnTo>
                    <a:pt x="2389219" y="4146443"/>
                  </a:lnTo>
                  <a:lnTo>
                    <a:pt x="2308446" y="4180761"/>
                  </a:lnTo>
                  <a:lnTo>
                    <a:pt x="2222287" y="4211985"/>
                  </a:lnTo>
                  <a:lnTo>
                    <a:pt x="2131606" y="4240237"/>
                  </a:lnTo>
                  <a:lnTo>
                    <a:pt x="2037867" y="4265557"/>
                  </a:lnTo>
                  <a:lnTo>
                    <a:pt x="1943186" y="4287920"/>
                  </a:lnTo>
                  <a:lnTo>
                    <a:pt x="1850293" y="4307267"/>
                  </a:lnTo>
                  <a:lnTo>
                    <a:pt x="1762359" y="4323540"/>
                  </a:lnTo>
                  <a:lnTo>
                    <a:pt x="1682678" y="4336737"/>
                  </a:lnTo>
                  <a:lnTo>
                    <a:pt x="1614226" y="4346944"/>
                  </a:lnTo>
                  <a:lnTo>
                    <a:pt x="1559193" y="4354371"/>
                  </a:lnTo>
                  <a:lnTo>
                    <a:pt x="1518580" y="4359352"/>
                  </a:lnTo>
                  <a:lnTo>
                    <a:pt x="1491974" y="4362329"/>
                  </a:lnTo>
                  <a:lnTo>
                    <a:pt x="1477526" y="4363808"/>
                  </a:lnTo>
                  <a:lnTo>
                    <a:pt x="1472088" y="4364319"/>
                  </a:lnTo>
                  <a:lnTo>
                    <a:pt x="1471387" y="4364381"/>
                  </a:lnTo>
                  <a:lnTo>
                    <a:pt x="0" y="436438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099" name="pg2099"/>
            <p:cNvSpPr/>
            <p:nvPr/>
          </p:nvSpPr>
          <p:spPr>
            <a:xfrm>
              <a:off x="4799595" y="5731686"/>
              <a:ext cx="11981298" cy="5296102"/>
            </a:xfrm>
            <a:custGeom>
              <a:avLst/>
              <a:pathLst>
                <a:path w="11981298" h="5296102">
                  <a:moveTo>
                    <a:pt x="0" y="5296102"/>
                  </a:moveTo>
                  <a:lnTo>
                    <a:pt x="1471387" y="5296102"/>
                  </a:lnTo>
                  <a:lnTo>
                    <a:pt x="1472249" y="5296011"/>
                  </a:lnTo>
                  <a:lnTo>
                    <a:pt x="1477949" y="5295359"/>
                  </a:lnTo>
                  <a:lnTo>
                    <a:pt x="1492432" y="5293558"/>
                  </a:lnTo>
                  <a:lnTo>
                    <a:pt x="1518604" y="5290007"/>
                  </a:lnTo>
                  <a:lnTo>
                    <a:pt x="1558182" y="5284131"/>
                  </a:lnTo>
                  <a:lnTo>
                    <a:pt x="1611567" y="5275430"/>
                  </a:lnTo>
                  <a:lnTo>
                    <a:pt x="1677862" y="5263520"/>
                  </a:lnTo>
                  <a:lnTo>
                    <a:pt x="1755067" y="5248156"/>
                  </a:lnTo>
                  <a:lnTo>
                    <a:pt x="1840434" y="5229228"/>
                  </a:lnTo>
                  <a:lnTo>
                    <a:pt x="1930888" y="5206733"/>
                  </a:lnTo>
                  <a:lnTo>
                    <a:pt x="2023429" y="5180731"/>
                  </a:lnTo>
                  <a:lnTo>
                    <a:pt x="2115430" y="5151293"/>
                  </a:lnTo>
                  <a:lnTo>
                    <a:pt x="2204810" y="5118457"/>
                  </a:lnTo>
                  <a:lnTo>
                    <a:pt x="2290089" y="5082193"/>
                  </a:lnTo>
                  <a:lnTo>
                    <a:pt x="2370350" y="5042381"/>
                  </a:lnTo>
                  <a:lnTo>
                    <a:pt x="2445153" y="4998801"/>
                  </a:lnTo>
                  <a:lnTo>
                    <a:pt x="2514435" y="4951127"/>
                  </a:lnTo>
                  <a:lnTo>
                    <a:pt x="2578403" y="4898929"/>
                  </a:lnTo>
                  <a:lnTo>
                    <a:pt x="2637449" y="4841687"/>
                  </a:lnTo>
                  <a:lnTo>
                    <a:pt x="2692081" y="4778801"/>
                  </a:lnTo>
                  <a:lnTo>
                    <a:pt x="2742869" y="4709623"/>
                  </a:lnTo>
                  <a:lnTo>
                    <a:pt x="2790403" y="4633501"/>
                  </a:lnTo>
                  <a:lnTo>
                    <a:pt x="2835265" y="4549852"/>
                  </a:lnTo>
                  <a:lnTo>
                    <a:pt x="2877999" y="4458280"/>
                  </a:lnTo>
                  <a:lnTo>
                    <a:pt x="2896531" y="4414781"/>
                  </a:lnTo>
                  <a:lnTo>
                    <a:pt x="2925269" y="4342728"/>
                  </a:lnTo>
                  <a:lnTo>
                    <a:pt x="2953417" y="4266636"/>
                  </a:lnTo>
                  <a:lnTo>
                    <a:pt x="2981100" y="4186427"/>
                  </a:lnTo>
                  <a:lnTo>
                    <a:pt x="3008420" y="4102055"/>
                  </a:lnTo>
                  <a:lnTo>
                    <a:pt x="3035467" y="4013518"/>
                  </a:lnTo>
                  <a:lnTo>
                    <a:pt x="3062315" y="3920854"/>
                  </a:lnTo>
                  <a:lnTo>
                    <a:pt x="3089026" y="3824150"/>
                  </a:lnTo>
                  <a:lnTo>
                    <a:pt x="3115650" y="3723537"/>
                  </a:lnTo>
                  <a:lnTo>
                    <a:pt x="3142227" y="3619201"/>
                  </a:lnTo>
                  <a:lnTo>
                    <a:pt x="3168789" y="3511373"/>
                  </a:lnTo>
                  <a:lnTo>
                    <a:pt x="3195356" y="3400338"/>
                  </a:lnTo>
                  <a:lnTo>
                    <a:pt x="3221944" y="3286426"/>
                  </a:lnTo>
                  <a:lnTo>
                    <a:pt x="3248561" y="3170013"/>
                  </a:lnTo>
                  <a:lnTo>
                    <a:pt x="3275209" y="3051514"/>
                  </a:lnTo>
                  <a:lnTo>
                    <a:pt x="3301885" y="2931380"/>
                  </a:lnTo>
                  <a:lnTo>
                    <a:pt x="3328584" y="2810088"/>
                  </a:lnTo>
                  <a:lnTo>
                    <a:pt x="3355296" y="2688136"/>
                  </a:lnTo>
                  <a:lnTo>
                    <a:pt x="3382012" y="2566033"/>
                  </a:lnTo>
                  <a:lnTo>
                    <a:pt x="3408720" y="2444290"/>
                  </a:lnTo>
                  <a:lnTo>
                    <a:pt x="3435410" y="2323414"/>
                  </a:lnTo>
                  <a:lnTo>
                    <a:pt x="3462075" y="2203895"/>
                  </a:lnTo>
                  <a:lnTo>
                    <a:pt x="3488711" y="2086200"/>
                  </a:lnTo>
                  <a:lnTo>
                    <a:pt x="3515315" y="1970765"/>
                  </a:lnTo>
                  <a:lnTo>
                    <a:pt x="3541893" y="1857991"/>
                  </a:lnTo>
                  <a:lnTo>
                    <a:pt x="3568456" y="1748235"/>
                  </a:lnTo>
                  <a:lnTo>
                    <a:pt x="3595021" y="1641809"/>
                  </a:lnTo>
                  <a:lnTo>
                    <a:pt x="3621613" y="1538976"/>
                  </a:lnTo>
                  <a:lnTo>
                    <a:pt x="3648267" y="1439948"/>
                  </a:lnTo>
                  <a:lnTo>
                    <a:pt x="3675028" y="1344889"/>
                  </a:lnTo>
                  <a:lnTo>
                    <a:pt x="3701949" y="1253911"/>
                  </a:lnTo>
                  <a:lnTo>
                    <a:pt x="3729099" y="1167082"/>
                  </a:lnTo>
                  <a:lnTo>
                    <a:pt x="3756556" y="1084421"/>
                  </a:lnTo>
                  <a:lnTo>
                    <a:pt x="3784417" y="1005909"/>
                  </a:lnTo>
                  <a:lnTo>
                    <a:pt x="3812791" y="931487"/>
                  </a:lnTo>
                  <a:lnTo>
                    <a:pt x="3829811" y="889494"/>
                  </a:lnTo>
                  <a:lnTo>
                    <a:pt x="3871753" y="794340"/>
                  </a:lnTo>
                  <a:lnTo>
                    <a:pt x="3915601" y="707184"/>
                  </a:lnTo>
                  <a:lnTo>
                    <a:pt x="3961871" y="627764"/>
                  </a:lnTo>
                  <a:lnTo>
                    <a:pt x="4011132" y="555562"/>
                  </a:lnTo>
                  <a:lnTo>
                    <a:pt x="4063973" y="489947"/>
                  </a:lnTo>
                  <a:lnTo>
                    <a:pt x="4120980" y="430261"/>
                  </a:lnTo>
                  <a:lnTo>
                    <a:pt x="4182693" y="375879"/>
                  </a:lnTo>
                  <a:lnTo>
                    <a:pt x="4249562" y="326243"/>
                  </a:lnTo>
                  <a:lnTo>
                    <a:pt x="4321888" y="280880"/>
                  </a:lnTo>
                  <a:lnTo>
                    <a:pt x="4399740" y="239419"/>
                  </a:lnTo>
                  <a:lnTo>
                    <a:pt x="4482860" y="201591"/>
                  </a:lnTo>
                  <a:lnTo>
                    <a:pt x="4570556" y="167231"/>
                  </a:lnTo>
                  <a:lnTo>
                    <a:pt x="4661607" y="136274"/>
                  </a:lnTo>
                  <a:lnTo>
                    <a:pt x="4754201" y="108729"/>
                  </a:lnTo>
                  <a:lnTo>
                    <a:pt x="4845942" y="84659"/>
                  </a:lnTo>
                  <a:lnTo>
                    <a:pt x="4933966" y="64133"/>
                  </a:lnTo>
                  <a:lnTo>
                    <a:pt x="5015186" y="47183"/>
                  </a:lnTo>
                  <a:lnTo>
                    <a:pt x="5086656" y="33751"/>
                  </a:lnTo>
                  <a:lnTo>
                    <a:pt x="5145992" y="23656"/>
                  </a:lnTo>
                  <a:lnTo>
                    <a:pt x="5191769" y="16574"/>
                  </a:lnTo>
                  <a:lnTo>
                    <a:pt x="5223795" y="12052"/>
                  </a:lnTo>
                  <a:lnTo>
                    <a:pt x="5243207" y="9543"/>
                  </a:lnTo>
                  <a:lnTo>
                    <a:pt x="5252402" y="8452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498" y="8235"/>
                  </a:lnTo>
                  <a:lnTo>
                    <a:pt x="6735093" y="8681"/>
                  </a:lnTo>
                  <a:lnTo>
                    <a:pt x="6754231" y="9912"/>
                  </a:lnTo>
                  <a:lnTo>
                    <a:pt x="6788424" y="12336"/>
                  </a:lnTo>
                  <a:lnTo>
                    <a:pt x="6839346" y="16329"/>
                  </a:lnTo>
                  <a:lnTo>
                    <a:pt x="6906701" y="22197"/>
                  </a:lnTo>
                  <a:lnTo>
                    <a:pt x="6988387" y="30147"/>
                  </a:lnTo>
                  <a:lnTo>
                    <a:pt x="7080982" y="40282"/>
                  </a:lnTo>
                  <a:lnTo>
                    <a:pt x="7180404" y="52618"/>
                  </a:lnTo>
                  <a:lnTo>
                    <a:pt x="7282587" y="67120"/>
                  </a:lnTo>
                  <a:lnTo>
                    <a:pt x="7383993" y="83739"/>
                  </a:lnTo>
                  <a:lnTo>
                    <a:pt x="7481897" y="102454"/>
                  </a:lnTo>
                  <a:lnTo>
                    <a:pt x="7574464" y="123296"/>
                  </a:lnTo>
                  <a:lnTo>
                    <a:pt x="7660666" y="146369"/>
                  </a:lnTo>
                  <a:lnTo>
                    <a:pt x="7740132" y="171852"/>
                  </a:lnTo>
                  <a:lnTo>
                    <a:pt x="7812977" y="200002"/>
                  </a:lnTo>
                  <a:lnTo>
                    <a:pt x="7879645" y="231154"/>
                  </a:lnTo>
                  <a:lnTo>
                    <a:pt x="7940782" y="265700"/>
                  </a:lnTo>
                  <a:lnTo>
                    <a:pt x="7997145" y="304078"/>
                  </a:lnTo>
                  <a:lnTo>
                    <a:pt x="8049529" y="346732"/>
                  </a:lnTo>
                  <a:lnTo>
                    <a:pt x="8098715" y="394052"/>
                  </a:lnTo>
                  <a:lnTo>
                    <a:pt x="8145424" y="446280"/>
                  </a:lnTo>
                  <a:lnTo>
                    <a:pt x="8151487" y="453601"/>
                  </a:lnTo>
                  <a:lnTo>
                    <a:pt x="8190038" y="503109"/>
                  </a:lnTo>
                  <a:lnTo>
                    <a:pt x="8227600" y="556345"/>
                  </a:lnTo>
                  <a:lnTo>
                    <a:pt x="8264449" y="613384"/>
                  </a:lnTo>
                  <a:lnTo>
                    <a:pt x="8300807" y="674236"/>
                  </a:lnTo>
                  <a:lnTo>
                    <a:pt x="8336848" y="738842"/>
                  </a:lnTo>
                  <a:lnTo>
                    <a:pt x="8372708" y="807063"/>
                  </a:lnTo>
                  <a:lnTo>
                    <a:pt x="8408487" y="878678"/>
                  </a:lnTo>
                  <a:lnTo>
                    <a:pt x="8444254" y="953384"/>
                  </a:lnTo>
                  <a:lnTo>
                    <a:pt x="8480054" y="1030796"/>
                  </a:lnTo>
                  <a:lnTo>
                    <a:pt x="8515906" y="1110454"/>
                  </a:lnTo>
                  <a:lnTo>
                    <a:pt x="8551812" y="1191833"/>
                  </a:lnTo>
                  <a:lnTo>
                    <a:pt x="8587762" y="1274356"/>
                  </a:lnTo>
                  <a:lnTo>
                    <a:pt x="8623732" y="1357410"/>
                  </a:lnTo>
                  <a:lnTo>
                    <a:pt x="8659699" y="1440365"/>
                  </a:lnTo>
                  <a:lnTo>
                    <a:pt x="8695637" y="1522596"/>
                  </a:lnTo>
                  <a:lnTo>
                    <a:pt x="8731527" y="1603498"/>
                  </a:lnTo>
                  <a:lnTo>
                    <a:pt x="8767362" y="1682510"/>
                  </a:lnTo>
                  <a:lnTo>
                    <a:pt x="8803148" y="1759125"/>
                  </a:lnTo>
                  <a:lnTo>
                    <a:pt x="8838914" y="1832905"/>
                  </a:lnTo>
                  <a:lnTo>
                    <a:pt x="8874709" y="1903491"/>
                  </a:lnTo>
                  <a:lnTo>
                    <a:pt x="8910613" y="1970604"/>
                  </a:lnTo>
                  <a:lnTo>
                    <a:pt x="8946737" y="2034051"/>
                  </a:lnTo>
                  <a:lnTo>
                    <a:pt x="8983226" y="2093718"/>
                  </a:lnTo>
                  <a:lnTo>
                    <a:pt x="9020272" y="2149567"/>
                  </a:lnTo>
                  <a:lnTo>
                    <a:pt x="9058110" y="2201631"/>
                  </a:lnTo>
                  <a:lnTo>
                    <a:pt x="9084767" y="2235315"/>
                  </a:lnTo>
                  <a:lnTo>
                    <a:pt x="9131195" y="2288199"/>
                  </a:lnTo>
                  <a:lnTo>
                    <a:pt x="9180011" y="2336164"/>
                  </a:lnTo>
                  <a:lnTo>
                    <a:pt x="9231925" y="2379418"/>
                  </a:lnTo>
                  <a:lnTo>
                    <a:pt x="9287713" y="2418339"/>
                  </a:lnTo>
                  <a:lnTo>
                    <a:pt x="9348170" y="2453370"/>
                  </a:lnTo>
                  <a:lnTo>
                    <a:pt x="9414061" y="2484949"/>
                  </a:lnTo>
                  <a:lnTo>
                    <a:pt x="9486053" y="2513478"/>
                  </a:lnTo>
                  <a:lnTo>
                    <a:pt x="9564623" y="2539300"/>
                  </a:lnTo>
                  <a:lnTo>
                    <a:pt x="9649937" y="2562681"/>
                  </a:lnTo>
                  <a:lnTo>
                    <a:pt x="9741701" y="2583813"/>
                  </a:lnTo>
                  <a:lnTo>
                    <a:pt x="9838982" y="2602808"/>
                  </a:lnTo>
                  <a:lnTo>
                    <a:pt x="9940060" y="2619706"/>
                  </a:lnTo>
                  <a:lnTo>
                    <a:pt x="10042327" y="2634492"/>
                  </a:lnTo>
                  <a:lnTo>
                    <a:pt x="10142344" y="2647119"/>
                  </a:lnTo>
                  <a:lnTo>
                    <a:pt x="10236089" y="2657547"/>
                  </a:lnTo>
                  <a:lnTo>
                    <a:pt x="10319446" y="2665784"/>
                  </a:lnTo>
                  <a:lnTo>
                    <a:pt x="10388863" y="2671919"/>
                  </a:lnTo>
                  <a:lnTo>
                    <a:pt x="10442032" y="2676146"/>
                  </a:lnTo>
                  <a:lnTo>
                    <a:pt x="10478397" y="2678758"/>
                  </a:lnTo>
                  <a:lnTo>
                    <a:pt x="10499373" y="2680125"/>
                  </a:lnTo>
                  <a:lnTo>
                    <a:pt x="10508242" y="2680652"/>
                  </a:lnTo>
                  <a:lnTo>
                    <a:pt x="10509911" y="2680743"/>
                  </a:lnTo>
                  <a:lnTo>
                    <a:pt x="11981298" y="2680743"/>
                  </a:lnTo>
                  <a:lnTo>
                    <a:pt x="11981298" y="2672570"/>
                  </a:lnTo>
                  <a:lnTo>
                    <a:pt x="10509911" y="2672570"/>
                  </a:lnTo>
                  <a:lnTo>
                    <a:pt x="10508755" y="2672507"/>
                  </a:lnTo>
                  <a:lnTo>
                    <a:pt x="10501160" y="2672062"/>
                  </a:lnTo>
                  <a:lnTo>
                    <a:pt x="10482023" y="2670830"/>
                  </a:lnTo>
                  <a:lnTo>
                    <a:pt x="10447829" y="2668406"/>
                  </a:lnTo>
                  <a:lnTo>
                    <a:pt x="10396907" y="2664413"/>
                  </a:lnTo>
                  <a:lnTo>
                    <a:pt x="10329553" y="2658546"/>
                  </a:lnTo>
                  <a:lnTo>
                    <a:pt x="10247866" y="2650596"/>
                  </a:lnTo>
                  <a:lnTo>
                    <a:pt x="10155271" y="2640461"/>
                  </a:lnTo>
                  <a:lnTo>
                    <a:pt x="10055849" y="2628124"/>
                  </a:lnTo>
                  <a:lnTo>
                    <a:pt x="9953666" y="2613623"/>
                  </a:lnTo>
                  <a:lnTo>
                    <a:pt x="9852261" y="2597004"/>
                  </a:lnTo>
                  <a:lnTo>
                    <a:pt x="9754356" y="2578289"/>
                  </a:lnTo>
                  <a:lnTo>
                    <a:pt x="9661789" y="2557446"/>
                  </a:lnTo>
                  <a:lnTo>
                    <a:pt x="9575587" y="2534374"/>
                  </a:lnTo>
                  <a:lnTo>
                    <a:pt x="9496121" y="2508891"/>
                  </a:lnTo>
                  <a:lnTo>
                    <a:pt x="9423276" y="2480740"/>
                  </a:lnTo>
                  <a:lnTo>
                    <a:pt x="9356608" y="2449589"/>
                  </a:lnTo>
                  <a:lnTo>
                    <a:pt x="9295471" y="2415042"/>
                  </a:lnTo>
                  <a:lnTo>
                    <a:pt x="9239108" y="2376664"/>
                  </a:lnTo>
                  <a:lnTo>
                    <a:pt x="9186724" y="2334011"/>
                  </a:lnTo>
                  <a:lnTo>
                    <a:pt x="9137538" y="2286690"/>
                  </a:lnTo>
                  <a:lnTo>
                    <a:pt x="9090830" y="2234463"/>
                  </a:lnTo>
                  <a:lnTo>
                    <a:pt x="9084767" y="2227142"/>
                  </a:lnTo>
                  <a:lnTo>
                    <a:pt x="9046215" y="2177633"/>
                  </a:lnTo>
                  <a:lnTo>
                    <a:pt x="9008653" y="2124397"/>
                  </a:lnTo>
                  <a:lnTo>
                    <a:pt x="8971804" y="2067358"/>
                  </a:lnTo>
                  <a:lnTo>
                    <a:pt x="8935447" y="2006506"/>
                  </a:lnTo>
                  <a:lnTo>
                    <a:pt x="8899405" y="1941900"/>
                  </a:lnTo>
                  <a:lnTo>
                    <a:pt x="8863546" y="1873680"/>
                  </a:lnTo>
                  <a:lnTo>
                    <a:pt x="8827767" y="1802065"/>
                  </a:lnTo>
                  <a:lnTo>
                    <a:pt x="8791999" y="1727359"/>
                  </a:lnTo>
                  <a:lnTo>
                    <a:pt x="8756199" y="1649947"/>
                  </a:lnTo>
                  <a:lnTo>
                    <a:pt x="8720347" y="1570288"/>
                  </a:lnTo>
                  <a:lnTo>
                    <a:pt x="8684441" y="1488909"/>
                  </a:lnTo>
                  <a:lnTo>
                    <a:pt x="8648492" y="1406387"/>
                  </a:lnTo>
                  <a:lnTo>
                    <a:pt x="8612521" y="1323333"/>
                  </a:lnTo>
                  <a:lnTo>
                    <a:pt x="8576554" y="1240377"/>
                  </a:lnTo>
                  <a:lnTo>
                    <a:pt x="8540616" y="1158147"/>
                  </a:lnTo>
                  <a:lnTo>
                    <a:pt x="8504726" y="1077244"/>
                  </a:lnTo>
                  <a:lnTo>
                    <a:pt x="8468891" y="998232"/>
                  </a:lnTo>
                  <a:lnTo>
                    <a:pt x="8433105" y="921618"/>
                  </a:lnTo>
                  <a:lnTo>
                    <a:pt x="8397339" y="847838"/>
                  </a:lnTo>
                  <a:lnTo>
                    <a:pt x="8361544" y="777252"/>
                  </a:lnTo>
                  <a:lnTo>
                    <a:pt x="8325640" y="710138"/>
                  </a:lnTo>
                  <a:lnTo>
                    <a:pt x="8289517" y="646691"/>
                  </a:lnTo>
                  <a:lnTo>
                    <a:pt x="8253027" y="587024"/>
                  </a:lnTo>
                  <a:lnTo>
                    <a:pt x="8215982" y="531175"/>
                  </a:lnTo>
                  <a:lnTo>
                    <a:pt x="8178144" y="479112"/>
                  </a:lnTo>
                  <a:lnTo>
                    <a:pt x="8151487" y="445428"/>
                  </a:lnTo>
                  <a:lnTo>
                    <a:pt x="8105058" y="392543"/>
                  </a:lnTo>
                  <a:lnTo>
                    <a:pt x="8056242" y="344579"/>
                  </a:lnTo>
                  <a:lnTo>
                    <a:pt x="8004328" y="301325"/>
                  </a:lnTo>
                  <a:lnTo>
                    <a:pt x="7948541" y="262403"/>
                  </a:lnTo>
                  <a:lnTo>
                    <a:pt x="7888083" y="227373"/>
                  </a:lnTo>
                  <a:lnTo>
                    <a:pt x="7822192" y="195794"/>
                  </a:lnTo>
                  <a:lnTo>
                    <a:pt x="7750200" y="167264"/>
                  </a:lnTo>
                  <a:lnTo>
                    <a:pt x="7671630" y="141443"/>
                  </a:lnTo>
                  <a:lnTo>
                    <a:pt x="7586316" y="118062"/>
                  </a:lnTo>
                  <a:lnTo>
                    <a:pt x="7494553" y="96930"/>
                  </a:lnTo>
                  <a:lnTo>
                    <a:pt x="7397271" y="77935"/>
                  </a:lnTo>
                  <a:lnTo>
                    <a:pt x="7296194" y="61037"/>
                  </a:lnTo>
                  <a:lnTo>
                    <a:pt x="7193926" y="46251"/>
                  </a:lnTo>
                  <a:lnTo>
                    <a:pt x="7093909" y="33624"/>
                  </a:lnTo>
                  <a:lnTo>
                    <a:pt x="7000165" y="23195"/>
                  </a:lnTo>
                  <a:lnTo>
                    <a:pt x="6916807" y="14958"/>
                  </a:lnTo>
                  <a:lnTo>
                    <a:pt x="6847390" y="8823"/>
                  </a:lnTo>
                  <a:lnTo>
                    <a:pt x="6794222" y="4597"/>
                  </a:lnTo>
                  <a:lnTo>
                    <a:pt x="6757856" y="1984"/>
                  </a:lnTo>
                  <a:lnTo>
                    <a:pt x="6736880" y="617"/>
                  </a:lnTo>
                  <a:lnTo>
                    <a:pt x="6728012" y="91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093" y="91"/>
                  </a:lnTo>
                  <a:lnTo>
                    <a:pt x="5248393" y="743"/>
                  </a:lnTo>
                  <a:lnTo>
                    <a:pt x="5233911" y="2544"/>
                  </a:lnTo>
                  <a:lnTo>
                    <a:pt x="5207738" y="6095"/>
                  </a:lnTo>
                  <a:lnTo>
                    <a:pt x="5168160" y="11971"/>
                  </a:lnTo>
                  <a:lnTo>
                    <a:pt x="5114775" y="20672"/>
                  </a:lnTo>
                  <a:lnTo>
                    <a:pt x="5048480" y="32582"/>
                  </a:lnTo>
                  <a:lnTo>
                    <a:pt x="4971275" y="47946"/>
                  </a:lnTo>
                  <a:lnTo>
                    <a:pt x="4885908" y="66874"/>
                  </a:lnTo>
                  <a:lnTo>
                    <a:pt x="4795454" y="89369"/>
                  </a:lnTo>
                  <a:lnTo>
                    <a:pt x="4702913" y="115371"/>
                  </a:lnTo>
                  <a:lnTo>
                    <a:pt x="4610912" y="144809"/>
                  </a:lnTo>
                  <a:lnTo>
                    <a:pt x="4521532" y="177645"/>
                  </a:lnTo>
                  <a:lnTo>
                    <a:pt x="4436253" y="213909"/>
                  </a:lnTo>
                  <a:lnTo>
                    <a:pt x="4355992" y="253721"/>
                  </a:lnTo>
                  <a:lnTo>
                    <a:pt x="4281189" y="297301"/>
                  </a:lnTo>
                  <a:lnTo>
                    <a:pt x="4211907" y="344975"/>
                  </a:lnTo>
                  <a:lnTo>
                    <a:pt x="4147939" y="397173"/>
                  </a:lnTo>
                  <a:lnTo>
                    <a:pt x="4088893" y="454415"/>
                  </a:lnTo>
                  <a:lnTo>
                    <a:pt x="4034261" y="517301"/>
                  </a:lnTo>
                  <a:lnTo>
                    <a:pt x="3983473" y="586479"/>
                  </a:lnTo>
                  <a:lnTo>
                    <a:pt x="3935940" y="662601"/>
                  </a:lnTo>
                  <a:lnTo>
                    <a:pt x="3891077" y="746250"/>
                  </a:lnTo>
                  <a:lnTo>
                    <a:pt x="3848343" y="837822"/>
                  </a:lnTo>
                  <a:lnTo>
                    <a:pt x="3829811" y="881321"/>
                  </a:lnTo>
                  <a:lnTo>
                    <a:pt x="3801074" y="953374"/>
                  </a:lnTo>
                  <a:lnTo>
                    <a:pt x="3772925" y="1029465"/>
                  </a:lnTo>
                  <a:lnTo>
                    <a:pt x="3745243" y="1109675"/>
                  </a:lnTo>
                  <a:lnTo>
                    <a:pt x="3717922" y="1194047"/>
                  </a:lnTo>
                  <a:lnTo>
                    <a:pt x="3690875" y="1282584"/>
                  </a:lnTo>
                  <a:lnTo>
                    <a:pt x="3664027" y="1375248"/>
                  </a:lnTo>
                  <a:lnTo>
                    <a:pt x="3637316" y="1471952"/>
                  </a:lnTo>
                  <a:lnTo>
                    <a:pt x="3610692" y="1572565"/>
                  </a:lnTo>
                  <a:lnTo>
                    <a:pt x="3584115" y="1676901"/>
                  </a:lnTo>
                  <a:lnTo>
                    <a:pt x="3557553" y="1784729"/>
                  </a:lnTo>
                  <a:lnTo>
                    <a:pt x="3530986" y="1895764"/>
                  </a:lnTo>
                  <a:lnTo>
                    <a:pt x="3504398" y="2009676"/>
                  </a:lnTo>
                  <a:lnTo>
                    <a:pt x="3477781" y="2126089"/>
                  </a:lnTo>
                  <a:lnTo>
                    <a:pt x="3451133" y="2244588"/>
                  </a:lnTo>
                  <a:lnTo>
                    <a:pt x="3424457" y="2364722"/>
                  </a:lnTo>
                  <a:lnTo>
                    <a:pt x="3397758" y="2486014"/>
                  </a:lnTo>
                  <a:lnTo>
                    <a:pt x="3371046" y="2607966"/>
                  </a:lnTo>
                  <a:lnTo>
                    <a:pt x="3344330" y="2730069"/>
                  </a:lnTo>
                  <a:lnTo>
                    <a:pt x="3317623" y="2851812"/>
                  </a:lnTo>
                  <a:lnTo>
                    <a:pt x="3290932" y="2972688"/>
                  </a:lnTo>
                  <a:lnTo>
                    <a:pt x="3264267" y="3092207"/>
                  </a:lnTo>
                  <a:lnTo>
                    <a:pt x="3237631" y="3209902"/>
                  </a:lnTo>
                  <a:lnTo>
                    <a:pt x="3211027" y="3325337"/>
                  </a:lnTo>
                  <a:lnTo>
                    <a:pt x="3184449" y="3438111"/>
                  </a:lnTo>
                  <a:lnTo>
                    <a:pt x="3157886" y="3547867"/>
                  </a:lnTo>
                  <a:lnTo>
                    <a:pt x="3131321" y="3654293"/>
                  </a:lnTo>
                  <a:lnTo>
                    <a:pt x="3104729" y="3757126"/>
                  </a:lnTo>
                  <a:lnTo>
                    <a:pt x="3078075" y="3856154"/>
                  </a:lnTo>
                  <a:lnTo>
                    <a:pt x="3051314" y="3951213"/>
                  </a:lnTo>
                  <a:lnTo>
                    <a:pt x="3024393" y="4042191"/>
                  </a:lnTo>
                  <a:lnTo>
                    <a:pt x="2997243" y="4129020"/>
                  </a:lnTo>
                  <a:lnTo>
                    <a:pt x="2969786" y="4211681"/>
                  </a:lnTo>
                  <a:lnTo>
                    <a:pt x="2941926" y="4290192"/>
                  </a:lnTo>
                  <a:lnTo>
                    <a:pt x="2913551" y="4364614"/>
                  </a:lnTo>
                  <a:lnTo>
                    <a:pt x="2896531" y="4406608"/>
                  </a:lnTo>
                  <a:lnTo>
                    <a:pt x="2854589" y="4501762"/>
                  </a:lnTo>
                  <a:lnTo>
                    <a:pt x="2810741" y="4588918"/>
                  </a:lnTo>
                  <a:lnTo>
                    <a:pt x="2764471" y="4668338"/>
                  </a:lnTo>
                  <a:lnTo>
                    <a:pt x="2715211" y="4740540"/>
                  </a:lnTo>
                  <a:lnTo>
                    <a:pt x="2662369" y="4806155"/>
                  </a:lnTo>
                  <a:lnTo>
                    <a:pt x="2605362" y="4865841"/>
                  </a:lnTo>
                  <a:lnTo>
                    <a:pt x="2543649" y="4920223"/>
                  </a:lnTo>
                  <a:lnTo>
                    <a:pt x="2476780" y="4969859"/>
                  </a:lnTo>
                  <a:lnTo>
                    <a:pt x="2404454" y="5015221"/>
                  </a:lnTo>
                  <a:lnTo>
                    <a:pt x="2326602" y="5056683"/>
                  </a:lnTo>
                  <a:lnTo>
                    <a:pt x="2243482" y="5094511"/>
                  </a:lnTo>
                  <a:lnTo>
                    <a:pt x="2155787" y="5128871"/>
                  </a:lnTo>
                  <a:lnTo>
                    <a:pt x="2064735" y="5159828"/>
                  </a:lnTo>
                  <a:lnTo>
                    <a:pt x="1972141" y="5187373"/>
                  </a:lnTo>
                  <a:lnTo>
                    <a:pt x="1880400" y="5211443"/>
                  </a:lnTo>
                  <a:lnTo>
                    <a:pt x="1792376" y="5231969"/>
                  </a:lnTo>
                  <a:lnTo>
                    <a:pt x="1711156" y="5248919"/>
                  </a:lnTo>
                  <a:lnTo>
                    <a:pt x="1639686" y="5262351"/>
                  </a:lnTo>
                  <a:lnTo>
                    <a:pt x="1580350" y="5272446"/>
                  </a:lnTo>
                  <a:lnTo>
                    <a:pt x="1534574" y="5279528"/>
                  </a:lnTo>
                  <a:lnTo>
                    <a:pt x="1502548" y="5284050"/>
                  </a:lnTo>
                  <a:lnTo>
                    <a:pt x="1483135" y="5286559"/>
                  </a:lnTo>
                  <a:lnTo>
                    <a:pt x="1473940" y="5287650"/>
                  </a:lnTo>
                  <a:lnTo>
                    <a:pt x="1471387" y="5287929"/>
                  </a:lnTo>
                  <a:lnTo>
                    <a:pt x="0" y="5287929"/>
                  </a:lnTo>
                  <a:close/>
                </a:path>
              </a:pathLst>
            </a:custGeom>
            <a:solidFill>
              <a:srgbClr val="7DD8AC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2100" name="pl2100"/>
            <p:cNvSpPr/>
            <p:nvPr/>
          </p:nvSpPr>
          <p:spPr>
            <a:xfrm>
              <a:off x="4799595" y="5739859"/>
              <a:ext cx="11981298" cy="5287929"/>
            </a:xfrm>
            <a:custGeom>
              <a:avLst/>
              <a:pathLst>
                <a:path w="11981298" h="5287929">
                  <a:moveTo>
                    <a:pt x="0" y="5287929"/>
                  </a:moveTo>
                  <a:lnTo>
                    <a:pt x="1471387" y="5287929"/>
                  </a:lnTo>
                  <a:lnTo>
                    <a:pt x="1472249" y="5287838"/>
                  </a:lnTo>
                  <a:lnTo>
                    <a:pt x="1477949" y="5287186"/>
                  </a:lnTo>
                  <a:lnTo>
                    <a:pt x="1492432" y="5285385"/>
                  </a:lnTo>
                  <a:lnTo>
                    <a:pt x="1518604" y="5281834"/>
                  </a:lnTo>
                  <a:lnTo>
                    <a:pt x="1558182" y="5275958"/>
                  </a:lnTo>
                  <a:lnTo>
                    <a:pt x="1611567" y="5267257"/>
                  </a:lnTo>
                  <a:lnTo>
                    <a:pt x="1677862" y="5255347"/>
                  </a:lnTo>
                  <a:lnTo>
                    <a:pt x="1755067" y="5239983"/>
                  </a:lnTo>
                  <a:lnTo>
                    <a:pt x="1840434" y="5221055"/>
                  </a:lnTo>
                  <a:lnTo>
                    <a:pt x="1930888" y="5198560"/>
                  </a:lnTo>
                  <a:lnTo>
                    <a:pt x="2023429" y="5172558"/>
                  </a:lnTo>
                  <a:lnTo>
                    <a:pt x="2115430" y="5143120"/>
                  </a:lnTo>
                  <a:lnTo>
                    <a:pt x="2204810" y="5110284"/>
                  </a:lnTo>
                  <a:lnTo>
                    <a:pt x="2290089" y="5074020"/>
                  </a:lnTo>
                  <a:lnTo>
                    <a:pt x="2370350" y="5034208"/>
                  </a:lnTo>
                  <a:lnTo>
                    <a:pt x="2445153" y="4990628"/>
                  </a:lnTo>
                  <a:lnTo>
                    <a:pt x="2514435" y="4942954"/>
                  </a:lnTo>
                  <a:lnTo>
                    <a:pt x="2578403" y="4890756"/>
                  </a:lnTo>
                  <a:lnTo>
                    <a:pt x="2637449" y="4833514"/>
                  </a:lnTo>
                  <a:lnTo>
                    <a:pt x="2692081" y="4770628"/>
                  </a:lnTo>
                  <a:lnTo>
                    <a:pt x="2742869" y="4701450"/>
                  </a:lnTo>
                  <a:lnTo>
                    <a:pt x="2790403" y="4625328"/>
                  </a:lnTo>
                  <a:lnTo>
                    <a:pt x="2835265" y="4541679"/>
                  </a:lnTo>
                  <a:lnTo>
                    <a:pt x="2877999" y="4450107"/>
                  </a:lnTo>
                  <a:lnTo>
                    <a:pt x="2896531" y="4406608"/>
                  </a:lnTo>
                  <a:lnTo>
                    <a:pt x="2925269" y="4334555"/>
                  </a:lnTo>
                  <a:lnTo>
                    <a:pt x="2953417" y="4258463"/>
                  </a:lnTo>
                  <a:lnTo>
                    <a:pt x="2981100" y="4178254"/>
                  </a:lnTo>
                  <a:lnTo>
                    <a:pt x="3008420" y="4093882"/>
                  </a:lnTo>
                  <a:lnTo>
                    <a:pt x="3035467" y="4005345"/>
                  </a:lnTo>
                  <a:lnTo>
                    <a:pt x="3062315" y="3912681"/>
                  </a:lnTo>
                  <a:lnTo>
                    <a:pt x="3089026" y="3815977"/>
                  </a:lnTo>
                  <a:lnTo>
                    <a:pt x="3115650" y="3715364"/>
                  </a:lnTo>
                  <a:lnTo>
                    <a:pt x="3142227" y="3611028"/>
                  </a:lnTo>
                  <a:lnTo>
                    <a:pt x="3168789" y="3503200"/>
                  </a:lnTo>
                  <a:lnTo>
                    <a:pt x="3195356" y="3392165"/>
                  </a:lnTo>
                  <a:lnTo>
                    <a:pt x="3221944" y="3278253"/>
                  </a:lnTo>
                  <a:lnTo>
                    <a:pt x="3248561" y="3161840"/>
                  </a:lnTo>
                  <a:lnTo>
                    <a:pt x="3275209" y="3043341"/>
                  </a:lnTo>
                  <a:lnTo>
                    <a:pt x="3301885" y="2923207"/>
                  </a:lnTo>
                  <a:lnTo>
                    <a:pt x="3328584" y="2801915"/>
                  </a:lnTo>
                  <a:lnTo>
                    <a:pt x="3355296" y="2679963"/>
                  </a:lnTo>
                  <a:lnTo>
                    <a:pt x="3382012" y="2557860"/>
                  </a:lnTo>
                  <a:lnTo>
                    <a:pt x="3408720" y="2436117"/>
                  </a:lnTo>
                  <a:lnTo>
                    <a:pt x="3435410" y="2315241"/>
                  </a:lnTo>
                  <a:lnTo>
                    <a:pt x="3462075" y="2195722"/>
                  </a:lnTo>
                  <a:lnTo>
                    <a:pt x="3488711" y="2078027"/>
                  </a:lnTo>
                  <a:lnTo>
                    <a:pt x="3515315" y="1962592"/>
                  </a:lnTo>
                  <a:lnTo>
                    <a:pt x="3541893" y="1849818"/>
                  </a:lnTo>
                  <a:lnTo>
                    <a:pt x="3568456" y="1740062"/>
                  </a:lnTo>
                  <a:lnTo>
                    <a:pt x="3595021" y="1633636"/>
                  </a:lnTo>
                  <a:lnTo>
                    <a:pt x="3621613" y="1530803"/>
                  </a:lnTo>
                  <a:lnTo>
                    <a:pt x="3648267" y="1431775"/>
                  </a:lnTo>
                  <a:lnTo>
                    <a:pt x="3675028" y="1336716"/>
                  </a:lnTo>
                  <a:lnTo>
                    <a:pt x="3701949" y="1245738"/>
                  </a:lnTo>
                  <a:lnTo>
                    <a:pt x="3729099" y="1158909"/>
                  </a:lnTo>
                  <a:lnTo>
                    <a:pt x="3756556" y="1076248"/>
                  </a:lnTo>
                  <a:lnTo>
                    <a:pt x="3784417" y="997736"/>
                  </a:lnTo>
                  <a:lnTo>
                    <a:pt x="3812791" y="923314"/>
                  </a:lnTo>
                  <a:lnTo>
                    <a:pt x="3829811" y="881321"/>
                  </a:lnTo>
                  <a:lnTo>
                    <a:pt x="3871753" y="786167"/>
                  </a:lnTo>
                  <a:lnTo>
                    <a:pt x="3915601" y="699011"/>
                  </a:lnTo>
                  <a:lnTo>
                    <a:pt x="3961871" y="619591"/>
                  </a:lnTo>
                  <a:lnTo>
                    <a:pt x="4011132" y="547389"/>
                  </a:lnTo>
                  <a:lnTo>
                    <a:pt x="4063973" y="481774"/>
                  </a:lnTo>
                  <a:lnTo>
                    <a:pt x="4120980" y="422088"/>
                  </a:lnTo>
                  <a:lnTo>
                    <a:pt x="4182693" y="367706"/>
                  </a:lnTo>
                  <a:lnTo>
                    <a:pt x="4249562" y="318070"/>
                  </a:lnTo>
                  <a:lnTo>
                    <a:pt x="4321888" y="272707"/>
                  </a:lnTo>
                  <a:lnTo>
                    <a:pt x="4399740" y="231246"/>
                  </a:lnTo>
                  <a:lnTo>
                    <a:pt x="4482860" y="193418"/>
                  </a:lnTo>
                  <a:lnTo>
                    <a:pt x="4570556" y="159058"/>
                  </a:lnTo>
                  <a:lnTo>
                    <a:pt x="4661607" y="128101"/>
                  </a:lnTo>
                  <a:lnTo>
                    <a:pt x="4754201" y="100556"/>
                  </a:lnTo>
                  <a:lnTo>
                    <a:pt x="4845942" y="76486"/>
                  </a:lnTo>
                  <a:lnTo>
                    <a:pt x="4933966" y="55960"/>
                  </a:lnTo>
                  <a:lnTo>
                    <a:pt x="5015186" y="39010"/>
                  </a:lnTo>
                  <a:lnTo>
                    <a:pt x="5086656" y="25578"/>
                  </a:lnTo>
                  <a:lnTo>
                    <a:pt x="5145992" y="15483"/>
                  </a:lnTo>
                  <a:lnTo>
                    <a:pt x="5191769" y="8401"/>
                  </a:lnTo>
                  <a:lnTo>
                    <a:pt x="5223795" y="3879"/>
                  </a:lnTo>
                  <a:lnTo>
                    <a:pt x="5243207" y="1370"/>
                  </a:lnTo>
                  <a:lnTo>
                    <a:pt x="5252402" y="279"/>
                  </a:lnTo>
                  <a:lnTo>
                    <a:pt x="5254876" y="8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498" y="62"/>
                  </a:lnTo>
                  <a:lnTo>
                    <a:pt x="6735093" y="508"/>
                  </a:lnTo>
                  <a:lnTo>
                    <a:pt x="6754231" y="1739"/>
                  </a:lnTo>
                  <a:lnTo>
                    <a:pt x="6788424" y="4163"/>
                  </a:lnTo>
                  <a:lnTo>
                    <a:pt x="6839346" y="8156"/>
                  </a:lnTo>
                  <a:lnTo>
                    <a:pt x="6906701" y="14024"/>
                  </a:lnTo>
                  <a:lnTo>
                    <a:pt x="6988387" y="21974"/>
                  </a:lnTo>
                  <a:lnTo>
                    <a:pt x="7080982" y="32109"/>
                  </a:lnTo>
                  <a:lnTo>
                    <a:pt x="7180404" y="44445"/>
                  </a:lnTo>
                  <a:lnTo>
                    <a:pt x="7282587" y="58947"/>
                  </a:lnTo>
                  <a:lnTo>
                    <a:pt x="7383993" y="75566"/>
                  </a:lnTo>
                  <a:lnTo>
                    <a:pt x="7481897" y="94281"/>
                  </a:lnTo>
                  <a:lnTo>
                    <a:pt x="7574464" y="115123"/>
                  </a:lnTo>
                  <a:lnTo>
                    <a:pt x="7660666" y="138196"/>
                  </a:lnTo>
                  <a:lnTo>
                    <a:pt x="7740132" y="163679"/>
                  </a:lnTo>
                  <a:lnTo>
                    <a:pt x="7812977" y="191829"/>
                  </a:lnTo>
                  <a:lnTo>
                    <a:pt x="7879645" y="222981"/>
                  </a:lnTo>
                  <a:lnTo>
                    <a:pt x="7940782" y="257527"/>
                  </a:lnTo>
                  <a:lnTo>
                    <a:pt x="7997145" y="295905"/>
                  </a:lnTo>
                  <a:lnTo>
                    <a:pt x="8049529" y="338559"/>
                  </a:lnTo>
                  <a:lnTo>
                    <a:pt x="8098715" y="385879"/>
                  </a:lnTo>
                  <a:lnTo>
                    <a:pt x="8145424" y="438107"/>
                  </a:lnTo>
                  <a:lnTo>
                    <a:pt x="8151487" y="445428"/>
                  </a:lnTo>
                  <a:lnTo>
                    <a:pt x="8190038" y="494936"/>
                  </a:lnTo>
                  <a:lnTo>
                    <a:pt x="8227600" y="548172"/>
                  </a:lnTo>
                  <a:lnTo>
                    <a:pt x="8264449" y="605211"/>
                  </a:lnTo>
                  <a:lnTo>
                    <a:pt x="8300807" y="666063"/>
                  </a:lnTo>
                  <a:lnTo>
                    <a:pt x="8336848" y="730669"/>
                  </a:lnTo>
                  <a:lnTo>
                    <a:pt x="8372708" y="798890"/>
                  </a:lnTo>
                  <a:lnTo>
                    <a:pt x="8408487" y="870505"/>
                  </a:lnTo>
                  <a:lnTo>
                    <a:pt x="8444254" y="945211"/>
                  </a:lnTo>
                  <a:lnTo>
                    <a:pt x="8480054" y="1022623"/>
                  </a:lnTo>
                  <a:lnTo>
                    <a:pt x="8515906" y="1102281"/>
                  </a:lnTo>
                  <a:lnTo>
                    <a:pt x="8551812" y="1183660"/>
                  </a:lnTo>
                  <a:lnTo>
                    <a:pt x="8587762" y="1266183"/>
                  </a:lnTo>
                  <a:lnTo>
                    <a:pt x="8623732" y="1349237"/>
                  </a:lnTo>
                  <a:lnTo>
                    <a:pt x="8659699" y="1432192"/>
                  </a:lnTo>
                  <a:lnTo>
                    <a:pt x="8695637" y="1514423"/>
                  </a:lnTo>
                  <a:lnTo>
                    <a:pt x="8731527" y="1595325"/>
                  </a:lnTo>
                  <a:lnTo>
                    <a:pt x="8767362" y="1674337"/>
                  </a:lnTo>
                  <a:lnTo>
                    <a:pt x="8803148" y="1750952"/>
                  </a:lnTo>
                  <a:lnTo>
                    <a:pt x="8838914" y="1824732"/>
                  </a:lnTo>
                  <a:lnTo>
                    <a:pt x="8874709" y="1895318"/>
                  </a:lnTo>
                  <a:lnTo>
                    <a:pt x="8910613" y="1962431"/>
                  </a:lnTo>
                  <a:lnTo>
                    <a:pt x="8946737" y="2025878"/>
                  </a:lnTo>
                  <a:lnTo>
                    <a:pt x="8983226" y="2085545"/>
                  </a:lnTo>
                  <a:lnTo>
                    <a:pt x="9020272" y="2141394"/>
                  </a:lnTo>
                  <a:lnTo>
                    <a:pt x="9058110" y="2193458"/>
                  </a:lnTo>
                  <a:lnTo>
                    <a:pt x="9084767" y="2227142"/>
                  </a:lnTo>
                  <a:lnTo>
                    <a:pt x="9131195" y="2280026"/>
                  </a:lnTo>
                  <a:lnTo>
                    <a:pt x="9180011" y="2327991"/>
                  </a:lnTo>
                  <a:lnTo>
                    <a:pt x="9231925" y="2371245"/>
                  </a:lnTo>
                  <a:lnTo>
                    <a:pt x="9287713" y="2410166"/>
                  </a:lnTo>
                  <a:lnTo>
                    <a:pt x="9348170" y="2445197"/>
                  </a:lnTo>
                  <a:lnTo>
                    <a:pt x="9414061" y="2476776"/>
                  </a:lnTo>
                  <a:lnTo>
                    <a:pt x="9486053" y="2505305"/>
                  </a:lnTo>
                  <a:lnTo>
                    <a:pt x="9564623" y="2531127"/>
                  </a:lnTo>
                  <a:lnTo>
                    <a:pt x="9649937" y="2554508"/>
                  </a:lnTo>
                  <a:lnTo>
                    <a:pt x="9741701" y="2575640"/>
                  </a:lnTo>
                  <a:lnTo>
                    <a:pt x="9838982" y="2594635"/>
                  </a:lnTo>
                  <a:lnTo>
                    <a:pt x="9940060" y="2611533"/>
                  </a:lnTo>
                  <a:lnTo>
                    <a:pt x="10042327" y="2626319"/>
                  </a:lnTo>
                  <a:lnTo>
                    <a:pt x="10142344" y="2638946"/>
                  </a:lnTo>
                  <a:lnTo>
                    <a:pt x="10236089" y="2649374"/>
                  </a:lnTo>
                  <a:lnTo>
                    <a:pt x="10319446" y="2657611"/>
                  </a:lnTo>
                  <a:lnTo>
                    <a:pt x="10388863" y="2663746"/>
                  </a:lnTo>
                  <a:lnTo>
                    <a:pt x="10442032" y="2667973"/>
                  </a:lnTo>
                  <a:lnTo>
                    <a:pt x="10478397" y="2670585"/>
                  </a:lnTo>
                  <a:lnTo>
                    <a:pt x="10499373" y="2671952"/>
                  </a:lnTo>
                  <a:lnTo>
                    <a:pt x="10508242" y="2672479"/>
                  </a:lnTo>
                  <a:lnTo>
                    <a:pt x="10509908" y="2672570"/>
                  </a:lnTo>
                  <a:lnTo>
                    <a:pt x="10509911" y="2672570"/>
                  </a:lnTo>
                  <a:lnTo>
                    <a:pt x="11981298" y="267257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01" name="pl2101"/>
            <p:cNvSpPr/>
            <p:nvPr/>
          </p:nvSpPr>
          <p:spPr>
            <a:xfrm>
              <a:off x="4799595" y="5731686"/>
              <a:ext cx="11981298" cy="5287929"/>
            </a:xfrm>
            <a:custGeom>
              <a:avLst/>
              <a:pathLst>
                <a:path w="11981298" h="5287929">
                  <a:moveTo>
                    <a:pt x="11981298" y="2672570"/>
                  </a:moveTo>
                  <a:lnTo>
                    <a:pt x="10509911" y="2672570"/>
                  </a:lnTo>
                  <a:lnTo>
                    <a:pt x="10508755" y="2672507"/>
                  </a:lnTo>
                  <a:lnTo>
                    <a:pt x="10501160" y="2672062"/>
                  </a:lnTo>
                  <a:lnTo>
                    <a:pt x="10482023" y="2670830"/>
                  </a:lnTo>
                  <a:lnTo>
                    <a:pt x="10447829" y="2668406"/>
                  </a:lnTo>
                  <a:lnTo>
                    <a:pt x="10396907" y="2664413"/>
                  </a:lnTo>
                  <a:lnTo>
                    <a:pt x="10329553" y="2658546"/>
                  </a:lnTo>
                  <a:lnTo>
                    <a:pt x="10247866" y="2650596"/>
                  </a:lnTo>
                  <a:lnTo>
                    <a:pt x="10155271" y="2640461"/>
                  </a:lnTo>
                  <a:lnTo>
                    <a:pt x="10055849" y="2628124"/>
                  </a:lnTo>
                  <a:lnTo>
                    <a:pt x="9953666" y="2613623"/>
                  </a:lnTo>
                  <a:lnTo>
                    <a:pt x="9852261" y="2597004"/>
                  </a:lnTo>
                  <a:lnTo>
                    <a:pt x="9754356" y="2578289"/>
                  </a:lnTo>
                  <a:lnTo>
                    <a:pt x="9661789" y="2557446"/>
                  </a:lnTo>
                  <a:lnTo>
                    <a:pt x="9575587" y="2534374"/>
                  </a:lnTo>
                  <a:lnTo>
                    <a:pt x="9496121" y="2508891"/>
                  </a:lnTo>
                  <a:lnTo>
                    <a:pt x="9423276" y="2480740"/>
                  </a:lnTo>
                  <a:lnTo>
                    <a:pt x="9356608" y="2449589"/>
                  </a:lnTo>
                  <a:lnTo>
                    <a:pt x="9295471" y="2415042"/>
                  </a:lnTo>
                  <a:lnTo>
                    <a:pt x="9239108" y="2376664"/>
                  </a:lnTo>
                  <a:lnTo>
                    <a:pt x="9186724" y="2334011"/>
                  </a:lnTo>
                  <a:lnTo>
                    <a:pt x="9137538" y="2286690"/>
                  </a:lnTo>
                  <a:lnTo>
                    <a:pt x="9090830" y="2234463"/>
                  </a:lnTo>
                  <a:lnTo>
                    <a:pt x="9084767" y="2227142"/>
                  </a:lnTo>
                  <a:lnTo>
                    <a:pt x="9046215" y="2177633"/>
                  </a:lnTo>
                  <a:lnTo>
                    <a:pt x="9008653" y="2124397"/>
                  </a:lnTo>
                  <a:lnTo>
                    <a:pt x="8971804" y="2067358"/>
                  </a:lnTo>
                  <a:lnTo>
                    <a:pt x="8935447" y="2006506"/>
                  </a:lnTo>
                  <a:lnTo>
                    <a:pt x="8899405" y="1941900"/>
                  </a:lnTo>
                  <a:lnTo>
                    <a:pt x="8863546" y="1873680"/>
                  </a:lnTo>
                  <a:lnTo>
                    <a:pt x="8827767" y="1802065"/>
                  </a:lnTo>
                  <a:lnTo>
                    <a:pt x="8791999" y="1727359"/>
                  </a:lnTo>
                  <a:lnTo>
                    <a:pt x="8756199" y="1649947"/>
                  </a:lnTo>
                  <a:lnTo>
                    <a:pt x="8720347" y="1570288"/>
                  </a:lnTo>
                  <a:lnTo>
                    <a:pt x="8684441" y="1488909"/>
                  </a:lnTo>
                  <a:lnTo>
                    <a:pt x="8648492" y="1406387"/>
                  </a:lnTo>
                  <a:lnTo>
                    <a:pt x="8612521" y="1323333"/>
                  </a:lnTo>
                  <a:lnTo>
                    <a:pt x="8576554" y="1240377"/>
                  </a:lnTo>
                  <a:lnTo>
                    <a:pt x="8540616" y="1158147"/>
                  </a:lnTo>
                  <a:lnTo>
                    <a:pt x="8504726" y="1077244"/>
                  </a:lnTo>
                  <a:lnTo>
                    <a:pt x="8468891" y="998232"/>
                  </a:lnTo>
                  <a:lnTo>
                    <a:pt x="8433105" y="921618"/>
                  </a:lnTo>
                  <a:lnTo>
                    <a:pt x="8397339" y="847838"/>
                  </a:lnTo>
                  <a:lnTo>
                    <a:pt x="8361544" y="777252"/>
                  </a:lnTo>
                  <a:lnTo>
                    <a:pt x="8325640" y="710138"/>
                  </a:lnTo>
                  <a:lnTo>
                    <a:pt x="8289517" y="646691"/>
                  </a:lnTo>
                  <a:lnTo>
                    <a:pt x="8253027" y="587024"/>
                  </a:lnTo>
                  <a:lnTo>
                    <a:pt x="8215982" y="531175"/>
                  </a:lnTo>
                  <a:lnTo>
                    <a:pt x="8178144" y="479112"/>
                  </a:lnTo>
                  <a:lnTo>
                    <a:pt x="8151487" y="445428"/>
                  </a:lnTo>
                  <a:lnTo>
                    <a:pt x="8105058" y="392543"/>
                  </a:lnTo>
                  <a:lnTo>
                    <a:pt x="8056242" y="344579"/>
                  </a:lnTo>
                  <a:lnTo>
                    <a:pt x="8004328" y="301325"/>
                  </a:lnTo>
                  <a:lnTo>
                    <a:pt x="7948541" y="262403"/>
                  </a:lnTo>
                  <a:lnTo>
                    <a:pt x="7888083" y="227373"/>
                  </a:lnTo>
                  <a:lnTo>
                    <a:pt x="7822192" y="195794"/>
                  </a:lnTo>
                  <a:lnTo>
                    <a:pt x="7750200" y="167264"/>
                  </a:lnTo>
                  <a:lnTo>
                    <a:pt x="7671630" y="141443"/>
                  </a:lnTo>
                  <a:lnTo>
                    <a:pt x="7586316" y="118062"/>
                  </a:lnTo>
                  <a:lnTo>
                    <a:pt x="7494553" y="96930"/>
                  </a:lnTo>
                  <a:lnTo>
                    <a:pt x="7397271" y="77935"/>
                  </a:lnTo>
                  <a:lnTo>
                    <a:pt x="7296194" y="61037"/>
                  </a:lnTo>
                  <a:lnTo>
                    <a:pt x="7193926" y="46251"/>
                  </a:lnTo>
                  <a:lnTo>
                    <a:pt x="7093909" y="33624"/>
                  </a:lnTo>
                  <a:lnTo>
                    <a:pt x="7000165" y="23195"/>
                  </a:lnTo>
                  <a:lnTo>
                    <a:pt x="6916807" y="14958"/>
                  </a:lnTo>
                  <a:lnTo>
                    <a:pt x="6847390" y="8823"/>
                  </a:lnTo>
                  <a:lnTo>
                    <a:pt x="6794222" y="4597"/>
                  </a:lnTo>
                  <a:lnTo>
                    <a:pt x="6757856" y="1984"/>
                  </a:lnTo>
                  <a:lnTo>
                    <a:pt x="6736880" y="617"/>
                  </a:lnTo>
                  <a:lnTo>
                    <a:pt x="6728012" y="91"/>
                  </a:lnTo>
                  <a:lnTo>
                    <a:pt x="6726345" y="0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093" y="91"/>
                  </a:lnTo>
                  <a:lnTo>
                    <a:pt x="5248393" y="743"/>
                  </a:lnTo>
                  <a:lnTo>
                    <a:pt x="5233911" y="2544"/>
                  </a:lnTo>
                  <a:lnTo>
                    <a:pt x="5207738" y="6095"/>
                  </a:lnTo>
                  <a:lnTo>
                    <a:pt x="5168160" y="11971"/>
                  </a:lnTo>
                  <a:lnTo>
                    <a:pt x="5114775" y="20672"/>
                  </a:lnTo>
                  <a:lnTo>
                    <a:pt x="5048480" y="32582"/>
                  </a:lnTo>
                  <a:lnTo>
                    <a:pt x="4971275" y="47946"/>
                  </a:lnTo>
                  <a:lnTo>
                    <a:pt x="4885908" y="66874"/>
                  </a:lnTo>
                  <a:lnTo>
                    <a:pt x="4795454" y="89369"/>
                  </a:lnTo>
                  <a:lnTo>
                    <a:pt x="4702913" y="115371"/>
                  </a:lnTo>
                  <a:lnTo>
                    <a:pt x="4610912" y="144809"/>
                  </a:lnTo>
                  <a:lnTo>
                    <a:pt x="4521532" y="177645"/>
                  </a:lnTo>
                  <a:lnTo>
                    <a:pt x="4436253" y="213909"/>
                  </a:lnTo>
                  <a:lnTo>
                    <a:pt x="4355992" y="253721"/>
                  </a:lnTo>
                  <a:lnTo>
                    <a:pt x="4281189" y="297301"/>
                  </a:lnTo>
                  <a:lnTo>
                    <a:pt x="4211907" y="344975"/>
                  </a:lnTo>
                  <a:lnTo>
                    <a:pt x="4147939" y="397173"/>
                  </a:lnTo>
                  <a:lnTo>
                    <a:pt x="4088893" y="454415"/>
                  </a:lnTo>
                  <a:lnTo>
                    <a:pt x="4034261" y="517301"/>
                  </a:lnTo>
                  <a:lnTo>
                    <a:pt x="3983473" y="586479"/>
                  </a:lnTo>
                  <a:lnTo>
                    <a:pt x="3935940" y="662601"/>
                  </a:lnTo>
                  <a:lnTo>
                    <a:pt x="3891077" y="746250"/>
                  </a:lnTo>
                  <a:lnTo>
                    <a:pt x="3848343" y="837822"/>
                  </a:lnTo>
                  <a:lnTo>
                    <a:pt x="3829811" y="881321"/>
                  </a:lnTo>
                  <a:lnTo>
                    <a:pt x="3801074" y="953374"/>
                  </a:lnTo>
                  <a:lnTo>
                    <a:pt x="3772925" y="1029465"/>
                  </a:lnTo>
                  <a:lnTo>
                    <a:pt x="3745243" y="1109675"/>
                  </a:lnTo>
                  <a:lnTo>
                    <a:pt x="3717922" y="1194047"/>
                  </a:lnTo>
                  <a:lnTo>
                    <a:pt x="3690875" y="1282584"/>
                  </a:lnTo>
                  <a:lnTo>
                    <a:pt x="3664027" y="1375248"/>
                  </a:lnTo>
                  <a:lnTo>
                    <a:pt x="3637316" y="1471952"/>
                  </a:lnTo>
                  <a:lnTo>
                    <a:pt x="3610692" y="1572565"/>
                  </a:lnTo>
                  <a:lnTo>
                    <a:pt x="3584115" y="1676901"/>
                  </a:lnTo>
                  <a:lnTo>
                    <a:pt x="3557553" y="1784729"/>
                  </a:lnTo>
                  <a:lnTo>
                    <a:pt x="3530986" y="1895764"/>
                  </a:lnTo>
                  <a:lnTo>
                    <a:pt x="3504398" y="2009676"/>
                  </a:lnTo>
                  <a:lnTo>
                    <a:pt x="3477781" y="2126089"/>
                  </a:lnTo>
                  <a:lnTo>
                    <a:pt x="3451133" y="2244588"/>
                  </a:lnTo>
                  <a:lnTo>
                    <a:pt x="3424457" y="2364722"/>
                  </a:lnTo>
                  <a:lnTo>
                    <a:pt x="3397758" y="2486014"/>
                  </a:lnTo>
                  <a:lnTo>
                    <a:pt x="3371046" y="2607966"/>
                  </a:lnTo>
                  <a:lnTo>
                    <a:pt x="3344330" y="2730069"/>
                  </a:lnTo>
                  <a:lnTo>
                    <a:pt x="3317623" y="2851812"/>
                  </a:lnTo>
                  <a:lnTo>
                    <a:pt x="3290932" y="2972688"/>
                  </a:lnTo>
                  <a:lnTo>
                    <a:pt x="3264267" y="3092207"/>
                  </a:lnTo>
                  <a:lnTo>
                    <a:pt x="3237631" y="3209902"/>
                  </a:lnTo>
                  <a:lnTo>
                    <a:pt x="3211027" y="3325337"/>
                  </a:lnTo>
                  <a:lnTo>
                    <a:pt x="3184449" y="3438111"/>
                  </a:lnTo>
                  <a:lnTo>
                    <a:pt x="3157886" y="3547867"/>
                  </a:lnTo>
                  <a:lnTo>
                    <a:pt x="3131321" y="3654293"/>
                  </a:lnTo>
                  <a:lnTo>
                    <a:pt x="3104729" y="3757126"/>
                  </a:lnTo>
                  <a:lnTo>
                    <a:pt x="3078075" y="3856154"/>
                  </a:lnTo>
                  <a:lnTo>
                    <a:pt x="3051314" y="3951213"/>
                  </a:lnTo>
                  <a:lnTo>
                    <a:pt x="3024393" y="4042191"/>
                  </a:lnTo>
                  <a:lnTo>
                    <a:pt x="2997243" y="4129020"/>
                  </a:lnTo>
                  <a:lnTo>
                    <a:pt x="2969786" y="4211681"/>
                  </a:lnTo>
                  <a:lnTo>
                    <a:pt x="2941926" y="4290192"/>
                  </a:lnTo>
                  <a:lnTo>
                    <a:pt x="2913551" y="4364614"/>
                  </a:lnTo>
                  <a:lnTo>
                    <a:pt x="2896531" y="4406608"/>
                  </a:lnTo>
                  <a:lnTo>
                    <a:pt x="2854589" y="4501762"/>
                  </a:lnTo>
                  <a:lnTo>
                    <a:pt x="2810741" y="4588918"/>
                  </a:lnTo>
                  <a:lnTo>
                    <a:pt x="2764471" y="4668338"/>
                  </a:lnTo>
                  <a:lnTo>
                    <a:pt x="2715211" y="4740540"/>
                  </a:lnTo>
                  <a:lnTo>
                    <a:pt x="2662369" y="4806155"/>
                  </a:lnTo>
                  <a:lnTo>
                    <a:pt x="2605362" y="4865841"/>
                  </a:lnTo>
                  <a:lnTo>
                    <a:pt x="2543649" y="4920223"/>
                  </a:lnTo>
                  <a:lnTo>
                    <a:pt x="2476780" y="4969859"/>
                  </a:lnTo>
                  <a:lnTo>
                    <a:pt x="2404454" y="5015221"/>
                  </a:lnTo>
                  <a:lnTo>
                    <a:pt x="2326602" y="5056683"/>
                  </a:lnTo>
                  <a:lnTo>
                    <a:pt x="2243482" y="5094511"/>
                  </a:lnTo>
                  <a:lnTo>
                    <a:pt x="2155787" y="5128871"/>
                  </a:lnTo>
                  <a:lnTo>
                    <a:pt x="2064735" y="5159828"/>
                  </a:lnTo>
                  <a:lnTo>
                    <a:pt x="1972141" y="5187373"/>
                  </a:lnTo>
                  <a:lnTo>
                    <a:pt x="1880400" y="5211443"/>
                  </a:lnTo>
                  <a:lnTo>
                    <a:pt x="1792376" y="5231969"/>
                  </a:lnTo>
                  <a:lnTo>
                    <a:pt x="1711156" y="5248919"/>
                  </a:lnTo>
                  <a:lnTo>
                    <a:pt x="1639686" y="5262351"/>
                  </a:lnTo>
                  <a:lnTo>
                    <a:pt x="1580350" y="5272446"/>
                  </a:lnTo>
                  <a:lnTo>
                    <a:pt x="1534574" y="5279528"/>
                  </a:lnTo>
                  <a:lnTo>
                    <a:pt x="1502548" y="5284050"/>
                  </a:lnTo>
                  <a:lnTo>
                    <a:pt x="1483135" y="5286559"/>
                  </a:lnTo>
                  <a:lnTo>
                    <a:pt x="1473940" y="5287650"/>
                  </a:lnTo>
                  <a:lnTo>
                    <a:pt x="1471466" y="5287921"/>
                  </a:lnTo>
                  <a:lnTo>
                    <a:pt x="1471387" y="5287929"/>
                  </a:lnTo>
                  <a:lnTo>
                    <a:pt x="0" y="528792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02" name="pg2102"/>
            <p:cNvSpPr/>
            <p:nvPr/>
          </p:nvSpPr>
          <p:spPr>
            <a:xfrm>
              <a:off x="4799595" y="3843723"/>
              <a:ext cx="11981298" cy="7175892"/>
            </a:xfrm>
            <a:custGeom>
              <a:avLst/>
              <a:pathLst>
                <a:path w="11981298" h="7175892">
                  <a:moveTo>
                    <a:pt x="0" y="7175892"/>
                  </a:moveTo>
                  <a:lnTo>
                    <a:pt x="1471387" y="7175892"/>
                  </a:lnTo>
                  <a:lnTo>
                    <a:pt x="1472211" y="7175795"/>
                  </a:lnTo>
                  <a:lnTo>
                    <a:pt x="1477660" y="7175101"/>
                  </a:lnTo>
                  <a:lnTo>
                    <a:pt x="1491522" y="7173187"/>
                  </a:lnTo>
                  <a:lnTo>
                    <a:pt x="1516614" y="7169412"/>
                  </a:lnTo>
                  <a:lnTo>
                    <a:pt x="1554638" y="7163162"/>
                  </a:lnTo>
                  <a:lnTo>
                    <a:pt x="1606066" y="7153897"/>
                  </a:lnTo>
                  <a:lnTo>
                    <a:pt x="1670142" y="7141197"/>
                  </a:lnTo>
                  <a:lnTo>
                    <a:pt x="1745046" y="7124786"/>
                  </a:lnTo>
                  <a:lnTo>
                    <a:pt x="1828218" y="7104532"/>
                  </a:lnTo>
                  <a:lnTo>
                    <a:pt x="1916739" y="7080421"/>
                  </a:lnTo>
                  <a:lnTo>
                    <a:pt x="2007713" y="7052509"/>
                  </a:lnTo>
                  <a:lnTo>
                    <a:pt x="2098559" y="7020873"/>
                  </a:lnTo>
                  <a:lnTo>
                    <a:pt x="2187192" y="6985564"/>
                  </a:lnTo>
                  <a:lnTo>
                    <a:pt x="2272090" y="6946564"/>
                  </a:lnTo>
                  <a:lnTo>
                    <a:pt x="2352271" y="6903770"/>
                  </a:lnTo>
                  <a:lnTo>
                    <a:pt x="2427223" y="6856971"/>
                  </a:lnTo>
                  <a:lnTo>
                    <a:pt x="2496809" y="6805845"/>
                  </a:lnTo>
                  <a:lnTo>
                    <a:pt x="2561170" y="6749966"/>
                  </a:lnTo>
                  <a:lnTo>
                    <a:pt x="2620640" y="6688802"/>
                  </a:lnTo>
                  <a:lnTo>
                    <a:pt x="2675679" y="6621739"/>
                  </a:lnTo>
                  <a:lnTo>
                    <a:pt x="2726816" y="6548097"/>
                  </a:lnTo>
                  <a:lnTo>
                    <a:pt x="2774614" y="6467178"/>
                  </a:lnTo>
                  <a:lnTo>
                    <a:pt x="2819633" y="6378326"/>
                  </a:lnTo>
                  <a:lnTo>
                    <a:pt x="2862408" y="6281033"/>
                  </a:lnTo>
                  <a:lnTo>
                    <a:pt x="2896531" y="6193770"/>
                  </a:lnTo>
                  <a:lnTo>
                    <a:pt x="2923856" y="6117569"/>
                  </a:lnTo>
                  <a:lnTo>
                    <a:pt x="2950644" y="6037308"/>
                  </a:lnTo>
                  <a:lnTo>
                    <a:pt x="2977001" y="5952908"/>
                  </a:lnTo>
                  <a:lnTo>
                    <a:pt x="3003017" y="5864324"/>
                  </a:lnTo>
                  <a:lnTo>
                    <a:pt x="3028772" y="5771544"/>
                  </a:lnTo>
                  <a:lnTo>
                    <a:pt x="3054332" y="5674597"/>
                  </a:lnTo>
                  <a:lnTo>
                    <a:pt x="3079753" y="5573551"/>
                  </a:lnTo>
                  <a:lnTo>
                    <a:pt x="3105080" y="5468520"/>
                  </a:lnTo>
                  <a:lnTo>
                    <a:pt x="3130352" y="5359661"/>
                  </a:lnTo>
                  <a:lnTo>
                    <a:pt x="3155598" y="5247177"/>
                  </a:lnTo>
                  <a:lnTo>
                    <a:pt x="3180841" y="5131317"/>
                  </a:lnTo>
                  <a:lnTo>
                    <a:pt x="3206096" y="5012373"/>
                  </a:lnTo>
                  <a:lnTo>
                    <a:pt x="3231374" y="4890681"/>
                  </a:lnTo>
                  <a:lnTo>
                    <a:pt x="3256678" y="4766616"/>
                  </a:lnTo>
                  <a:lnTo>
                    <a:pt x="3282011" y="4640585"/>
                  </a:lnTo>
                  <a:lnTo>
                    <a:pt x="3307368" y="4513029"/>
                  </a:lnTo>
                  <a:lnTo>
                    <a:pt x="3332744" y="4384409"/>
                  </a:lnTo>
                  <a:lnTo>
                    <a:pt x="3358131" y="4255204"/>
                  </a:lnTo>
                  <a:lnTo>
                    <a:pt x="3383519" y="4125902"/>
                  </a:lnTo>
                  <a:lnTo>
                    <a:pt x="3408900" y="3996991"/>
                  </a:lnTo>
                  <a:lnTo>
                    <a:pt x="3434266" y="3868957"/>
                  </a:lnTo>
                  <a:lnTo>
                    <a:pt x="3459609" y="3742266"/>
                  </a:lnTo>
                  <a:lnTo>
                    <a:pt x="3484925" y="3617370"/>
                  </a:lnTo>
                  <a:lnTo>
                    <a:pt x="3510213" y="3494689"/>
                  </a:lnTo>
                  <a:lnTo>
                    <a:pt x="3535476" y="3374611"/>
                  </a:lnTo>
                  <a:lnTo>
                    <a:pt x="3560722" y="3257489"/>
                  </a:lnTo>
                  <a:lnTo>
                    <a:pt x="3585964" y="3143632"/>
                  </a:lnTo>
                  <a:lnTo>
                    <a:pt x="3611223" y="3033307"/>
                  </a:lnTo>
                  <a:lnTo>
                    <a:pt x="3636524" y="2926735"/>
                  </a:lnTo>
                  <a:lnTo>
                    <a:pt x="3661903" y="2824091"/>
                  </a:lnTo>
                  <a:lnTo>
                    <a:pt x="3687401" y="2725506"/>
                  </a:lnTo>
                  <a:lnTo>
                    <a:pt x="3713071" y="2631066"/>
                  </a:lnTo>
                  <a:lnTo>
                    <a:pt x="3738975" y="2540815"/>
                  </a:lnTo>
                  <a:lnTo>
                    <a:pt x="3765187" y="2454757"/>
                  </a:lnTo>
                  <a:lnTo>
                    <a:pt x="3791791" y="2372860"/>
                  </a:lnTo>
                  <a:lnTo>
                    <a:pt x="3818890" y="2295059"/>
                  </a:lnTo>
                  <a:lnTo>
                    <a:pt x="3829811" y="2265282"/>
                  </a:lnTo>
                  <a:lnTo>
                    <a:pt x="3871094" y="2160811"/>
                  </a:lnTo>
                  <a:lnTo>
                    <a:pt x="3914216" y="2064984"/>
                  </a:lnTo>
                  <a:lnTo>
                    <a:pt x="3959670" y="1977527"/>
                  </a:lnTo>
                  <a:lnTo>
                    <a:pt x="4007997" y="1897898"/>
                  </a:lnTo>
                  <a:lnTo>
                    <a:pt x="4059761" y="1825427"/>
                  </a:lnTo>
                  <a:lnTo>
                    <a:pt x="4115519" y="1759417"/>
                  </a:lnTo>
                  <a:lnTo>
                    <a:pt x="4175794" y="1699196"/>
                  </a:lnTo>
                  <a:lnTo>
                    <a:pt x="4241027" y="1644163"/>
                  </a:lnTo>
                  <a:lnTo>
                    <a:pt x="4311525" y="1593803"/>
                  </a:lnTo>
                  <a:lnTo>
                    <a:pt x="4387388" y="1547706"/>
                  </a:lnTo>
                  <a:lnTo>
                    <a:pt x="4468421" y="1505571"/>
                  </a:lnTo>
                  <a:lnTo>
                    <a:pt x="4554040" y="1467206"/>
                  </a:lnTo>
                  <a:lnTo>
                    <a:pt x="4643174" y="1432522"/>
                  </a:lnTo>
                  <a:lnTo>
                    <a:pt x="4734204" y="1401516"/>
                  </a:lnTo>
                  <a:lnTo>
                    <a:pt x="4824954" y="1374247"/>
                  </a:lnTo>
                  <a:lnTo>
                    <a:pt x="4912772" y="1350791"/>
                  </a:lnTo>
                  <a:lnTo>
                    <a:pt x="4994736" y="1331197"/>
                  </a:lnTo>
                  <a:lnTo>
                    <a:pt x="5067958" y="1315432"/>
                  </a:lnTo>
                  <a:lnTo>
                    <a:pt x="5129979" y="1303342"/>
                  </a:lnTo>
                  <a:lnTo>
                    <a:pt x="5179142" y="1294625"/>
                  </a:lnTo>
                  <a:lnTo>
                    <a:pt x="5214892" y="1288838"/>
                  </a:lnTo>
                  <a:lnTo>
                    <a:pt x="5237914" y="1285425"/>
                  </a:lnTo>
                  <a:lnTo>
                    <a:pt x="5250114" y="1283764"/>
                  </a:lnTo>
                  <a:lnTo>
                    <a:pt x="5254481" y="1283216"/>
                  </a:lnTo>
                  <a:lnTo>
                    <a:pt x="5254955" y="1283160"/>
                  </a:lnTo>
                  <a:lnTo>
                    <a:pt x="6726343" y="1283160"/>
                  </a:lnTo>
                  <a:lnTo>
                    <a:pt x="6727561" y="1283129"/>
                  </a:lnTo>
                  <a:lnTo>
                    <a:pt x="6735555" y="1282904"/>
                  </a:lnTo>
                  <a:lnTo>
                    <a:pt x="6755666" y="1282284"/>
                  </a:lnTo>
                  <a:lnTo>
                    <a:pt x="6791517" y="1281064"/>
                  </a:lnTo>
                  <a:lnTo>
                    <a:pt x="6844744" y="1279056"/>
                  </a:lnTo>
                  <a:lnTo>
                    <a:pt x="6914868" y="1276110"/>
                  </a:lnTo>
                  <a:lnTo>
                    <a:pt x="6999512" y="1272127"/>
                  </a:lnTo>
                  <a:lnTo>
                    <a:pt x="7094948" y="1267061"/>
                  </a:lnTo>
                  <a:lnTo>
                    <a:pt x="7196838" y="1260908"/>
                  </a:lnTo>
                  <a:lnTo>
                    <a:pt x="7300951" y="1253688"/>
                  </a:lnTo>
                  <a:lnTo>
                    <a:pt x="7403687" y="1245425"/>
                  </a:lnTo>
                  <a:lnTo>
                    <a:pt x="7502349" y="1236126"/>
                  </a:lnTo>
                  <a:lnTo>
                    <a:pt x="7595187" y="1225766"/>
                  </a:lnTo>
                  <a:lnTo>
                    <a:pt x="7681287" y="1214287"/>
                  </a:lnTo>
                  <a:lnTo>
                    <a:pt x="7760398" y="1201587"/>
                  </a:lnTo>
                  <a:lnTo>
                    <a:pt x="7832746" y="1187528"/>
                  </a:lnTo>
                  <a:lnTo>
                    <a:pt x="7898868" y="1171932"/>
                  </a:lnTo>
                  <a:lnTo>
                    <a:pt x="7959491" y="1154593"/>
                  </a:lnTo>
                  <a:lnTo>
                    <a:pt x="8015432" y="1135289"/>
                  </a:lnTo>
                  <a:lnTo>
                    <a:pt x="8067529" y="1113800"/>
                  </a:lnTo>
                  <a:lnTo>
                    <a:pt x="8116590" y="1089949"/>
                  </a:lnTo>
                  <a:lnTo>
                    <a:pt x="8151487" y="1070662"/>
                  </a:lnTo>
                  <a:lnTo>
                    <a:pt x="8199973" y="1040556"/>
                  </a:lnTo>
                  <a:lnTo>
                    <a:pt x="8247003" y="1007600"/>
                  </a:lnTo>
                  <a:lnTo>
                    <a:pt x="8293089" y="971745"/>
                  </a:lnTo>
                  <a:lnTo>
                    <a:pt x="8338613" y="933025"/>
                  </a:lnTo>
                  <a:lnTo>
                    <a:pt x="8383854" y="891567"/>
                  </a:lnTo>
                  <a:lnTo>
                    <a:pt x="8429004" y="847597"/>
                  </a:lnTo>
                  <a:lnTo>
                    <a:pt x="8474178" y="801441"/>
                  </a:lnTo>
                  <a:lnTo>
                    <a:pt x="8519431" y="753519"/>
                  </a:lnTo>
                  <a:lnTo>
                    <a:pt x="8564769" y="704333"/>
                  </a:lnTo>
                  <a:lnTo>
                    <a:pt x="8610163" y="654444"/>
                  </a:lnTo>
                  <a:lnTo>
                    <a:pt x="8655567" y="604449"/>
                  </a:lnTo>
                  <a:lnTo>
                    <a:pt x="8700929" y="554949"/>
                  </a:lnTo>
                  <a:lnTo>
                    <a:pt x="8746213" y="506523"/>
                  </a:lnTo>
                  <a:lnTo>
                    <a:pt x="8791412" y="459696"/>
                  </a:lnTo>
                  <a:lnTo>
                    <a:pt x="8836560" y="414917"/>
                  </a:lnTo>
                  <a:lnTo>
                    <a:pt x="8881752" y="372547"/>
                  </a:lnTo>
                  <a:lnTo>
                    <a:pt x="8927150" y="332847"/>
                  </a:lnTo>
                  <a:lnTo>
                    <a:pt x="8973000" y="295979"/>
                  </a:lnTo>
                  <a:lnTo>
                    <a:pt x="9019648" y="262007"/>
                  </a:lnTo>
                  <a:lnTo>
                    <a:pt x="9067556" y="230912"/>
                  </a:lnTo>
                  <a:lnTo>
                    <a:pt x="9084767" y="220670"/>
                  </a:lnTo>
                  <a:lnTo>
                    <a:pt x="9132049" y="195009"/>
                  </a:lnTo>
                  <a:lnTo>
                    <a:pt x="9181818" y="171780"/>
                  </a:lnTo>
                  <a:lnTo>
                    <a:pt x="9234826" y="150873"/>
                  </a:lnTo>
                  <a:lnTo>
                    <a:pt x="9291892" y="132096"/>
                  </a:lnTo>
                  <a:lnTo>
                    <a:pt x="9353855" y="115227"/>
                  </a:lnTo>
                  <a:lnTo>
                    <a:pt x="9421517" y="100045"/>
                  </a:lnTo>
                  <a:lnTo>
                    <a:pt x="9495564" y="86351"/>
                  </a:lnTo>
                  <a:lnTo>
                    <a:pt x="9576469" y="73978"/>
                  </a:lnTo>
                  <a:lnTo>
                    <a:pt x="9664352" y="62795"/>
                  </a:lnTo>
                  <a:lnTo>
                    <a:pt x="9758808" y="52713"/>
                  </a:lnTo>
                  <a:lnTo>
                    <a:pt x="9858724" y="43681"/>
                  </a:lnTo>
                  <a:lnTo>
                    <a:pt x="9962110" y="35685"/>
                  </a:lnTo>
                  <a:lnTo>
                    <a:pt x="10066027" y="28738"/>
                  </a:lnTo>
                  <a:lnTo>
                    <a:pt x="10166675" y="22863"/>
                  </a:lnTo>
                  <a:lnTo>
                    <a:pt x="10259736" y="18077"/>
                  </a:lnTo>
                  <a:lnTo>
                    <a:pt x="10340955" y="14368"/>
                  </a:lnTo>
                  <a:lnTo>
                    <a:pt x="10406886" y="11675"/>
                  </a:lnTo>
                  <a:lnTo>
                    <a:pt x="10455600" y="9886"/>
                  </a:lnTo>
                  <a:lnTo>
                    <a:pt x="10487158" y="8839"/>
                  </a:lnTo>
                  <a:lnTo>
                    <a:pt x="10503729" y="8341"/>
                  </a:lnTo>
                  <a:lnTo>
                    <a:pt x="10509405" y="8185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8693" y="31"/>
                  </a:lnTo>
                  <a:lnTo>
                    <a:pt x="10500698" y="255"/>
                  </a:lnTo>
                  <a:lnTo>
                    <a:pt x="10480587" y="876"/>
                  </a:lnTo>
                  <a:lnTo>
                    <a:pt x="10444736" y="2096"/>
                  </a:lnTo>
                  <a:lnTo>
                    <a:pt x="10391510" y="4104"/>
                  </a:lnTo>
                  <a:lnTo>
                    <a:pt x="10321386" y="7050"/>
                  </a:lnTo>
                  <a:lnTo>
                    <a:pt x="10236741" y="11033"/>
                  </a:lnTo>
                  <a:lnTo>
                    <a:pt x="10141305" y="16099"/>
                  </a:lnTo>
                  <a:lnTo>
                    <a:pt x="10039415" y="22252"/>
                  </a:lnTo>
                  <a:lnTo>
                    <a:pt x="9935302" y="29471"/>
                  </a:lnTo>
                  <a:lnTo>
                    <a:pt x="9832567" y="37734"/>
                  </a:lnTo>
                  <a:lnTo>
                    <a:pt x="9733904" y="47034"/>
                  </a:lnTo>
                  <a:lnTo>
                    <a:pt x="9641066" y="57394"/>
                  </a:lnTo>
                  <a:lnTo>
                    <a:pt x="9554966" y="68873"/>
                  </a:lnTo>
                  <a:lnTo>
                    <a:pt x="9475855" y="81572"/>
                  </a:lnTo>
                  <a:lnTo>
                    <a:pt x="9403508" y="95632"/>
                  </a:lnTo>
                  <a:lnTo>
                    <a:pt x="9337385" y="111228"/>
                  </a:lnTo>
                  <a:lnTo>
                    <a:pt x="9276762" y="128566"/>
                  </a:lnTo>
                  <a:lnTo>
                    <a:pt x="9220822" y="147871"/>
                  </a:lnTo>
                  <a:lnTo>
                    <a:pt x="9168725" y="169360"/>
                  </a:lnTo>
                  <a:lnTo>
                    <a:pt x="9119663" y="193210"/>
                  </a:lnTo>
                  <a:lnTo>
                    <a:pt x="9084767" y="212497"/>
                  </a:lnTo>
                  <a:lnTo>
                    <a:pt x="9036280" y="242603"/>
                  </a:lnTo>
                  <a:lnTo>
                    <a:pt x="8989250" y="275560"/>
                  </a:lnTo>
                  <a:lnTo>
                    <a:pt x="8943165" y="311415"/>
                  </a:lnTo>
                  <a:lnTo>
                    <a:pt x="8897641" y="350135"/>
                  </a:lnTo>
                  <a:lnTo>
                    <a:pt x="8852399" y="391593"/>
                  </a:lnTo>
                  <a:lnTo>
                    <a:pt x="8807250" y="435563"/>
                  </a:lnTo>
                  <a:lnTo>
                    <a:pt x="8762075" y="481719"/>
                  </a:lnTo>
                  <a:lnTo>
                    <a:pt x="8716822" y="529640"/>
                  </a:lnTo>
                  <a:lnTo>
                    <a:pt x="8671484" y="578827"/>
                  </a:lnTo>
                  <a:lnTo>
                    <a:pt x="8626090" y="628716"/>
                  </a:lnTo>
                  <a:lnTo>
                    <a:pt x="8580687" y="678711"/>
                  </a:lnTo>
                  <a:lnTo>
                    <a:pt x="8535324" y="728211"/>
                  </a:lnTo>
                  <a:lnTo>
                    <a:pt x="8490040" y="776637"/>
                  </a:lnTo>
                  <a:lnTo>
                    <a:pt x="8444842" y="823464"/>
                  </a:lnTo>
                  <a:lnTo>
                    <a:pt x="8399693" y="868243"/>
                  </a:lnTo>
                  <a:lnTo>
                    <a:pt x="8354502" y="910613"/>
                  </a:lnTo>
                  <a:lnTo>
                    <a:pt x="8309104" y="950313"/>
                  </a:lnTo>
                  <a:lnTo>
                    <a:pt x="8263253" y="987181"/>
                  </a:lnTo>
                  <a:lnTo>
                    <a:pt x="8216605" y="1021153"/>
                  </a:lnTo>
                  <a:lnTo>
                    <a:pt x="8168697" y="1052248"/>
                  </a:lnTo>
                  <a:lnTo>
                    <a:pt x="8151487" y="1062489"/>
                  </a:lnTo>
                  <a:lnTo>
                    <a:pt x="8104204" y="1088150"/>
                  </a:lnTo>
                  <a:lnTo>
                    <a:pt x="8054435" y="1111380"/>
                  </a:lnTo>
                  <a:lnTo>
                    <a:pt x="8001427" y="1132287"/>
                  </a:lnTo>
                  <a:lnTo>
                    <a:pt x="7944362" y="1151064"/>
                  </a:lnTo>
                  <a:lnTo>
                    <a:pt x="7882398" y="1167933"/>
                  </a:lnTo>
                  <a:lnTo>
                    <a:pt x="7814736" y="1183115"/>
                  </a:lnTo>
                  <a:lnTo>
                    <a:pt x="7740689" y="1196808"/>
                  </a:lnTo>
                  <a:lnTo>
                    <a:pt x="7659784" y="1209182"/>
                  </a:lnTo>
                  <a:lnTo>
                    <a:pt x="7571901" y="1220365"/>
                  </a:lnTo>
                  <a:lnTo>
                    <a:pt x="7477445" y="1230447"/>
                  </a:lnTo>
                  <a:lnTo>
                    <a:pt x="7377529" y="1239479"/>
                  </a:lnTo>
                  <a:lnTo>
                    <a:pt x="7274143" y="1247475"/>
                  </a:lnTo>
                  <a:lnTo>
                    <a:pt x="7170227" y="1254422"/>
                  </a:lnTo>
                  <a:lnTo>
                    <a:pt x="7069579" y="1260297"/>
                  </a:lnTo>
                  <a:lnTo>
                    <a:pt x="6976518" y="1265082"/>
                  </a:lnTo>
                  <a:lnTo>
                    <a:pt x="6895298" y="1268792"/>
                  </a:lnTo>
                  <a:lnTo>
                    <a:pt x="6829367" y="1271484"/>
                  </a:lnTo>
                  <a:lnTo>
                    <a:pt x="6780653" y="1273273"/>
                  </a:lnTo>
                  <a:lnTo>
                    <a:pt x="6749095" y="1274320"/>
                  </a:lnTo>
                  <a:lnTo>
                    <a:pt x="6732524" y="1274819"/>
                  </a:lnTo>
                  <a:lnTo>
                    <a:pt x="6726848" y="1274974"/>
                  </a:lnTo>
                  <a:lnTo>
                    <a:pt x="6726343" y="1274987"/>
                  </a:lnTo>
                  <a:lnTo>
                    <a:pt x="5254955" y="1274987"/>
                  </a:lnTo>
                  <a:lnTo>
                    <a:pt x="5254132" y="1275085"/>
                  </a:lnTo>
                  <a:lnTo>
                    <a:pt x="5248682" y="1275778"/>
                  </a:lnTo>
                  <a:lnTo>
                    <a:pt x="5234820" y="1277692"/>
                  </a:lnTo>
                  <a:lnTo>
                    <a:pt x="5209728" y="1281468"/>
                  </a:lnTo>
                  <a:lnTo>
                    <a:pt x="5171704" y="1287718"/>
                  </a:lnTo>
                  <a:lnTo>
                    <a:pt x="5120276" y="1296983"/>
                  </a:lnTo>
                  <a:lnTo>
                    <a:pt x="5056201" y="1309683"/>
                  </a:lnTo>
                  <a:lnTo>
                    <a:pt x="4981296" y="1326093"/>
                  </a:lnTo>
                  <a:lnTo>
                    <a:pt x="4898124" y="1346347"/>
                  </a:lnTo>
                  <a:lnTo>
                    <a:pt x="4809603" y="1370458"/>
                  </a:lnTo>
                  <a:lnTo>
                    <a:pt x="4718629" y="1398370"/>
                  </a:lnTo>
                  <a:lnTo>
                    <a:pt x="4627783" y="1430006"/>
                  </a:lnTo>
                  <a:lnTo>
                    <a:pt x="4539150" y="1465316"/>
                  </a:lnTo>
                  <a:lnTo>
                    <a:pt x="4454252" y="1504315"/>
                  </a:lnTo>
                  <a:lnTo>
                    <a:pt x="4374071" y="1547109"/>
                  </a:lnTo>
                  <a:lnTo>
                    <a:pt x="4299119" y="1593909"/>
                  </a:lnTo>
                  <a:lnTo>
                    <a:pt x="4229533" y="1645034"/>
                  </a:lnTo>
                  <a:lnTo>
                    <a:pt x="4165172" y="1700913"/>
                  </a:lnTo>
                  <a:lnTo>
                    <a:pt x="4105702" y="1762077"/>
                  </a:lnTo>
                  <a:lnTo>
                    <a:pt x="4050663" y="1829140"/>
                  </a:lnTo>
                  <a:lnTo>
                    <a:pt x="3999526" y="1902782"/>
                  </a:lnTo>
                  <a:lnTo>
                    <a:pt x="3951729" y="1983701"/>
                  </a:lnTo>
                  <a:lnTo>
                    <a:pt x="3906709" y="2072553"/>
                  </a:lnTo>
                  <a:lnTo>
                    <a:pt x="3863934" y="2169846"/>
                  </a:lnTo>
                  <a:lnTo>
                    <a:pt x="3829811" y="2257109"/>
                  </a:lnTo>
                  <a:lnTo>
                    <a:pt x="3802486" y="2333310"/>
                  </a:lnTo>
                  <a:lnTo>
                    <a:pt x="3775698" y="2413571"/>
                  </a:lnTo>
                  <a:lnTo>
                    <a:pt x="3749342" y="2497971"/>
                  </a:lnTo>
                  <a:lnTo>
                    <a:pt x="3723325" y="2586555"/>
                  </a:lnTo>
                  <a:lnTo>
                    <a:pt x="3697570" y="2679335"/>
                  </a:lnTo>
                  <a:lnTo>
                    <a:pt x="3672010" y="2776283"/>
                  </a:lnTo>
                  <a:lnTo>
                    <a:pt x="3646589" y="2877328"/>
                  </a:lnTo>
                  <a:lnTo>
                    <a:pt x="3621262" y="2982359"/>
                  </a:lnTo>
                  <a:lnTo>
                    <a:pt x="3595990" y="3091218"/>
                  </a:lnTo>
                  <a:lnTo>
                    <a:pt x="3570744" y="3203702"/>
                  </a:lnTo>
                  <a:lnTo>
                    <a:pt x="3545501" y="3319562"/>
                  </a:lnTo>
                  <a:lnTo>
                    <a:pt x="3520246" y="3438506"/>
                  </a:lnTo>
                  <a:lnTo>
                    <a:pt x="3494969" y="3560198"/>
                  </a:lnTo>
                  <a:lnTo>
                    <a:pt x="3469664" y="3684264"/>
                  </a:lnTo>
                  <a:lnTo>
                    <a:pt x="3444331" y="3810294"/>
                  </a:lnTo>
                  <a:lnTo>
                    <a:pt x="3418974" y="3937850"/>
                  </a:lnTo>
                  <a:lnTo>
                    <a:pt x="3393598" y="4066470"/>
                  </a:lnTo>
                  <a:lnTo>
                    <a:pt x="3368212" y="4195675"/>
                  </a:lnTo>
                  <a:lnTo>
                    <a:pt x="3342823" y="4324978"/>
                  </a:lnTo>
                  <a:lnTo>
                    <a:pt x="3317442" y="4453888"/>
                  </a:lnTo>
                  <a:lnTo>
                    <a:pt x="3292076" y="4581923"/>
                  </a:lnTo>
                  <a:lnTo>
                    <a:pt x="3266734" y="4708613"/>
                  </a:lnTo>
                  <a:lnTo>
                    <a:pt x="3241418" y="4833509"/>
                  </a:lnTo>
                  <a:lnTo>
                    <a:pt x="3216130" y="4956191"/>
                  </a:lnTo>
                  <a:lnTo>
                    <a:pt x="3190866" y="5076268"/>
                  </a:lnTo>
                  <a:lnTo>
                    <a:pt x="3165620" y="5193390"/>
                  </a:lnTo>
                  <a:lnTo>
                    <a:pt x="3140378" y="5307247"/>
                  </a:lnTo>
                  <a:lnTo>
                    <a:pt x="3115119" y="5417572"/>
                  </a:lnTo>
                  <a:lnTo>
                    <a:pt x="3089818" y="5524144"/>
                  </a:lnTo>
                  <a:lnTo>
                    <a:pt x="3064440" y="5626788"/>
                  </a:lnTo>
                  <a:lnTo>
                    <a:pt x="3038941" y="5725373"/>
                  </a:lnTo>
                  <a:lnTo>
                    <a:pt x="3013271" y="5819814"/>
                  </a:lnTo>
                  <a:lnTo>
                    <a:pt x="2987367" y="5910065"/>
                  </a:lnTo>
                  <a:lnTo>
                    <a:pt x="2961155" y="5996122"/>
                  </a:lnTo>
                  <a:lnTo>
                    <a:pt x="2934551" y="6078019"/>
                  </a:lnTo>
                  <a:lnTo>
                    <a:pt x="2907453" y="6155821"/>
                  </a:lnTo>
                  <a:lnTo>
                    <a:pt x="2896531" y="6185597"/>
                  </a:lnTo>
                  <a:lnTo>
                    <a:pt x="2855248" y="6290068"/>
                  </a:lnTo>
                  <a:lnTo>
                    <a:pt x="2812126" y="6385896"/>
                  </a:lnTo>
                  <a:lnTo>
                    <a:pt x="2766672" y="6473353"/>
                  </a:lnTo>
                  <a:lnTo>
                    <a:pt x="2718345" y="6552982"/>
                  </a:lnTo>
                  <a:lnTo>
                    <a:pt x="2666581" y="6625452"/>
                  </a:lnTo>
                  <a:lnTo>
                    <a:pt x="2610823" y="6691462"/>
                  </a:lnTo>
                  <a:lnTo>
                    <a:pt x="2550548" y="6751683"/>
                  </a:lnTo>
                  <a:lnTo>
                    <a:pt x="2485315" y="6806717"/>
                  </a:lnTo>
                  <a:lnTo>
                    <a:pt x="2414817" y="6857076"/>
                  </a:lnTo>
                  <a:lnTo>
                    <a:pt x="2338954" y="6903173"/>
                  </a:lnTo>
                  <a:lnTo>
                    <a:pt x="2257921" y="6945308"/>
                  </a:lnTo>
                  <a:lnTo>
                    <a:pt x="2172302" y="6983673"/>
                  </a:lnTo>
                  <a:lnTo>
                    <a:pt x="2083168" y="7018358"/>
                  </a:lnTo>
                  <a:lnTo>
                    <a:pt x="1992138" y="7049363"/>
                  </a:lnTo>
                  <a:lnTo>
                    <a:pt x="1901388" y="7076632"/>
                  </a:lnTo>
                  <a:lnTo>
                    <a:pt x="1813570" y="7100088"/>
                  </a:lnTo>
                  <a:lnTo>
                    <a:pt x="1731607" y="7119682"/>
                  </a:lnTo>
                  <a:lnTo>
                    <a:pt x="1658384" y="7135447"/>
                  </a:lnTo>
                  <a:lnTo>
                    <a:pt x="1596363" y="7147537"/>
                  </a:lnTo>
                  <a:lnTo>
                    <a:pt x="1547201" y="7156254"/>
                  </a:lnTo>
                  <a:lnTo>
                    <a:pt x="1511451" y="7162042"/>
                  </a:lnTo>
                  <a:lnTo>
                    <a:pt x="1488428" y="7165455"/>
                  </a:lnTo>
                  <a:lnTo>
                    <a:pt x="1476229" y="7167115"/>
                  </a:lnTo>
                  <a:lnTo>
                    <a:pt x="1471861" y="7167664"/>
                  </a:lnTo>
                  <a:lnTo>
                    <a:pt x="1471387" y="7167719"/>
                  </a:lnTo>
                  <a:lnTo>
                    <a:pt x="0" y="7167719"/>
                  </a:lnTo>
                  <a:close/>
                </a:path>
              </a:pathLst>
            </a:custGeom>
            <a:solidFill>
              <a:srgbClr val="7DD8AC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2103" name="pl2103"/>
            <p:cNvSpPr/>
            <p:nvPr/>
          </p:nvSpPr>
          <p:spPr>
            <a:xfrm>
              <a:off x="4799595" y="3851896"/>
              <a:ext cx="11981298" cy="7167719"/>
            </a:xfrm>
            <a:custGeom>
              <a:avLst/>
              <a:pathLst>
                <a:path w="11981298" h="7167719">
                  <a:moveTo>
                    <a:pt x="0" y="7167719"/>
                  </a:moveTo>
                  <a:lnTo>
                    <a:pt x="1471387" y="7167719"/>
                  </a:lnTo>
                  <a:lnTo>
                    <a:pt x="1472211" y="7167622"/>
                  </a:lnTo>
                  <a:lnTo>
                    <a:pt x="1477660" y="7166928"/>
                  </a:lnTo>
                  <a:lnTo>
                    <a:pt x="1491522" y="7165014"/>
                  </a:lnTo>
                  <a:lnTo>
                    <a:pt x="1516614" y="7161239"/>
                  </a:lnTo>
                  <a:lnTo>
                    <a:pt x="1554638" y="7154989"/>
                  </a:lnTo>
                  <a:lnTo>
                    <a:pt x="1606066" y="7145724"/>
                  </a:lnTo>
                  <a:lnTo>
                    <a:pt x="1670142" y="7133024"/>
                  </a:lnTo>
                  <a:lnTo>
                    <a:pt x="1745046" y="7116613"/>
                  </a:lnTo>
                  <a:lnTo>
                    <a:pt x="1828218" y="7096359"/>
                  </a:lnTo>
                  <a:lnTo>
                    <a:pt x="1916739" y="7072248"/>
                  </a:lnTo>
                  <a:lnTo>
                    <a:pt x="2007713" y="7044336"/>
                  </a:lnTo>
                  <a:lnTo>
                    <a:pt x="2098559" y="7012700"/>
                  </a:lnTo>
                  <a:lnTo>
                    <a:pt x="2187192" y="6977391"/>
                  </a:lnTo>
                  <a:lnTo>
                    <a:pt x="2272090" y="6938391"/>
                  </a:lnTo>
                  <a:lnTo>
                    <a:pt x="2352271" y="6895597"/>
                  </a:lnTo>
                  <a:lnTo>
                    <a:pt x="2427223" y="6848798"/>
                  </a:lnTo>
                  <a:lnTo>
                    <a:pt x="2496809" y="6797672"/>
                  </a:lnTo>
                  <a:lnTo>
                    <a:pt x="2561170" y="6741793"/>
                  </a:lnTo>
                  <a:lnTo>
                    <a:pt x="2620640" y="6680629"/>
                  </a:lnTo>
                  <a:lnTo>
                    <a:pt x="2675679" y="6613566"/>
                  </a:lnTo>
                  <a:lnTo>
                    <a:pt x="2726816" y="6539924"/>
                  </a:lnTo>
                  <a:lnTo>
                    <a:pt x="2774614" y="6459005"/>
                  </a:lnTo>
                  <a:lnTo>
                    <a:pt x="2819633" y="6370153"/>
                  </a:lnTo>
                  <a:lnTo>
                    <a:pt x="2862408" y="6272860"/>
                  </a:lnTo>
                  <a:lnTo>
                    <a:pt x="2896531" y="6185597"/>
                  </a:lnTo>
                  <a:lnTo>
                    <a:pt x="2923856" y="6109396"/>
                  </a:lnTo>
                  <a:lnTo>
                    <a:pt x="2950644" y="6029135"/>
                  </a:lnTo>
                  <a:lnTo>
                    <a:pt x="2977001" y="5944735"/>
                  </a:lnTo>
                  <a:lnTo>
                    <a:pt x="3003017" y="5856151"/>
                  </a:lnTo>
                  <a:lnTo>
                    <a:pt x="3028772" y="5763371"/>
                  </a:lnTo>
                  <a:lnTo>
                    <a:pt x="3054332" y="5666424"/>
                  </a:lnTo>
                  <a:lnTo>
                    <a:pt x="3079753" y="5565378"/>
                  </a:lnTo>
                  <a:lnTo>
                    <a:pt x="3105080" y="5460347"/>
                  </a:lnTo>
                  <a:lnTo>
                    <a:pt x="3130352" y="5351488"/>
                  </a:lnTo>
                  <a:lnTo>
                    <a:pt x="3155598" y="5239004"/>
                  </a:lnTo>
                  <a:lnTo>
                    <a:pt x="3180841" y="5123144"/>
                  </a:lnTo>
                  <a:lnTo>
                    <a:pt x="3206096" y="5004200"/>
                  </a:lnTo>
                  <a:lnTo>
                    <a:pt x="3231374" y="4882508"/>
                  </a:lnTo>
                  <a:lnTo>
                    <a:pt x="3256678" y="4758443"/>
                  </a:lnTo>
                  <a:lnTo>
                    <a:pt x="3282011" y="4632412"/>
                  </a:lnTo>
                  <a:lnTo>
                    <a:pt x="3307368" y="4504856"/>
                  </a:lnTo>
                  <a:lnTo>
                    <a:pt x="3332744" y="4376236"/>
                  </a:lnTo>
                  <a:lnTo>
                    <a:pt x="3358131" y="4247031"/>
                  </a:lnTo>
                  <a:lnTo>
                    <a:pt x="3383519" y="4117729"/>
                  </a:lnTo>
                  <a:lnTo>
                    <a:pt x="3408900" y="3988818"/>
                  </a:lnTo>
                  <a:lnTo>
                    <a:pt x="3434266" y="3860784"/>
                  </a:lnTo>
                  <a:lnTo>
                    <a:pt x="3459609" y="3734093"/>
                  </a:lnTo>
                  <a:lnTo>
                    <a:pt x="3484925" y="3609197"/>
                  </a:lnTo>
                  <a:lnTo>
                    <a:pt x="3510213" y="3486516"/>
                  </a:lnTo>
                  <a:lnTo>
                    <a:pt x="3535476" y="3366438"/>
                  </a:lnTo>
                  <a:lnTo>
                    <a:pt x="3560722" y="3249316"/>
                  </a:lnTo>
                  <a:lnTo>
                    <a:pt x="3585964" y="3135459"/>
                  </a:lnTo>
                  <a:lnTo>
                    <a:pt x="3611223" y="3025134"/>
                  </a:lnTo>
                  <a:lnTo>
                    <a:pt x="3636524" y="2918562"/>
                  </a:lnTo>
                  <a:lnTo>
                    <a:pt x="3661903" y="2815918"/>
                  </a:lnTo>
                  <a:lnTo>
                    <a:pt x="3687401" y="2717333"/>
                  </a:lnTo>
                  <a:lnTo>
                    <a:pt x="3713071" y="2622893"/>
                  </a:lnTo>
                  <a:lnTo>
                    <a:pt x="3738975" y="2532642"/>
                  </a:lnTo>
                  <a:lnTo>
                    <a:pt x="3765187" y="2446584"/>
                  </a:lnTo>
                  <a:lnTo>
                    <a:pt x="3791791" y="2364687"/>
                  </a:lnTo>
                  <a:lnTo>
                    <a:pt x="3818890" y="2286886"/>
                  </a:lnTo>
                  <a:lnTo>
                    <a:pt x="3829811" y="2257109"/>
                  </a:lnTo>
                  <a:lnTo>
                    <a:pt x="3871094" y="2152638"/>
                  </a:lnTo>
                  <a:lnTo>
                    <a:pt x="3914216" y="2056811"/>
                  </a:lnTo>
                  <a:lnTo>
                    <a:pt x="3959670" y="1969354"/>
                  </a:lnTo>
                  <a:lnTo>
                    <a:pt x="4007997" y="1889725"/>
                  </a:lnTo>
                  <a:lnTo>
                    <a:pt x="4059761" y="1817254"/>
                  </a:lnTo>
                  <a:lnTo>
                    <a:pt x="4115519" y="1751244"/>
                  </a:lnTo>
                  <a:lnTo>
                    <a:pt x="4175794" y="1691023"/>
                  </a:lnTo>
                  <a:lnTo>
                    <a:pt x="4241027" y="1635990"/>
                  </a:lnTo>
                  <a:lnTo>
                    <a:pt x="4311525" y="1585630"/>
                  </a:lnTo>
                  <a:lnTo>
                    <a:pt x="4387388" y="1539533"/>
                  </a:lnTo>
                  <a:lnTo>
                    <a:pt x="4468421" y="1497398"/>
                  </a:lnTo>
                  <a:lnTo>
                    <a:pt x="4554040" y="1459033"/>
                  </a:lnTo>
                  <a:lnTo>
                    <a:pt x="4643174" y="1424349"/>
                  </a:lnTo>
                  <a:lnTo>
                    <a:pt x="4734204" y="1393343"/>
                  </a:lnTo>
                  <a:lnTo>
                    <a:pt x="4824954" y="1366074"/>
                  </a:lnTo>
                  <a:lnTo>
                    <a:pt x="4912772" y="1342618"/>
                  </a:lnTo>
                  <a:lnTo>
                    <a:pt x="4994736" y="1323024"/>
                  </a:lnTo>
                  <a:lnTo>
                    <a:pt x="5067958" y="1307259"/>
                  </a:lnTo>
                  <a:lnTo>
                    <a:pt x="5129979" y="1295169"/>
                  </a:lnTo>
                  <a:lnTo>
                    <a:pt x="5179142" y="1286452"/>
                  </a:lnTo>
                  <a:lnTo>
                    <a:pt x="5214892" y="1280665"/>
                  </a:lnTo>
                  <a:lnTo>
                    <a:pt x="5237914" y="1277252"/>
                  </a:lnTo>
                  <a:lnTo>
                    <a:pt x="5250114" y="1275591"/>
                  </a:lnTo>
                  <a:lnTo>
                    <a:pt x="5254481" y="1275043"/>
                  </a:lnTo>
                  <a:lnTo>
                    <a:pt x="5254955" y="1274987"/>
                  </a:lnTo>
                  <a:lnTo>
                    <a:pt x="6726343" y="1274987"/>
                  </a:lnTo>
                  <a:lnTo>
                    <a:pt x="6727561" y="1274956"/>
                  </a:lnTo>
                  <a:lnTo>
                    <a:pt x="6735555" y="1274731"/>
                  </a:lnTo>
                  <a:lnTo>
                    <a:pt x="6755666" y="1274111"/>
                  </a:lnTo>
                  <a:lnTo>
                    <a:pt x="6791517" y="1272891"/>
                  </a:lnTo>
                  <a:lnTo>
                    <a:pt x="6844744" y="1270883"/>
                  </a:lnTo>
                  <a:lnTo>
                    <a:pt x="6914868" y="1267937"/>
                  </a:lnTo>
                  <a:lnTo>
                    <a:pt x="6999512" y="1263954"/>
                  </a:lnTo>
                  <a:lnTo>
                    <a:pt x="7094948" y="1258888"/>
                  </a:lnTo>
                  <a:lnTo>
                    <a:pt x="7196838" y="1252735"/>
                  </a:lnTo>
                  <a:lnTo>
                    <a:pt x="7300951" y="1245515"/>
                  </a:lnTo>
                  <a:lnTo>
                    <a:pt x="7403687" y="1237252"/>
                  </a:lnTo>
                  <a:lnTo>
                    <a:pt x="7502349" y="1227953"/>
                  </a:lnTo>
                  <a:lnTo>
                    <a:pt x="7595187" y="1217593"/>
                  </a:lnTo>
                  <a:lnTo>
                    <a:pt x="7681287" y="1206114"/>
                  </a:lnTo>
                  <a:lnTo>
                    <a:pt x="7760398" y="1193414"/>
                  </a:lnTo>
                  <a:lnTo>
                    <a:pt x="7832746" y="1179355"/>
                  </a:lnTo>
                  <a:lnTo>
                    <a:pt x="7898868" y="1163759"/>
                  </a:lnTo>
                  <a:lnTo>
                    <a:pt x="7959491" y="1146420"/>
                  </a:lnTo>
                  <a:lnTo>
                    <a:pt x="8015432" y="1127116"/>
                  </a:lnTo>
                  <a:lnTo>
                    <a:pt x="8067529" y="1105627"/>
                  </a:lnTo>
                  <a:lnTo>
                    <a:pt x="8116590" y="1081776"/>
                  </a:lnTo>
                  <a:lnTo>
                    <a:pt x="8151487" y="1062489"/>
                  </a:lnTo>
                  <a:lnTo>
                    <a:pt x="8199973" y="1032383"/>
                  </a:lnTo>
                  <a:lnTo>
                    <a:pt x="8247003" y="999427"/>
                  </a:lnTo>
                  <a:lnTo>
                    <a:pt x="8293089" y="963572"/>
                  </a:lnTo>
                  <a:lnTo>
                    <a:pt x="8338613" y="924852"/>
                  </a:lnTo>
                  <a:lnTo>
                    <a:pt x="8383854" y="883394"/>
                  </a:lnTo>
                  <a:lnTo>
                    <a:pt x="8429004" y="839424"/>
                  </a:lnTo>
                  <a:lnTo>
                    <a:pt x="8474178" y="793268"/>
                  </a:lnTo>
                  <a:lnTo>
                    <a:pt x="8519431" y="745346"/>
                  </a:lnTo>
                  <a:lnTo>
                    <a:pt x="8564769" y="696160"/>
                  </a:lnTo>
                  <a:lnTo>
                    <a:pt x="8610163" y="646271"/>
                  </a:lnTo>
                  <a:lnTo>
                    <a:pt x="8655567" y="596276"/>
                  </a:lnTo>
                  <a:lnTo>
                    <a:pt x="8700929" y="546776"/>
                  </a:lnTo>
                  <a:lnTo>
                    <a:pt x="8746213" y="498350"/>
                  </a:lnTo>
                  <a:lnTo>
                    <a:pt x="8791412" y="451523"/>
                  </a:lnTo>
                  <a:lnTo>
                    <a:pt x="8836560" y="406744"/>
                  </a:lnTo>
                  <a:lnTo>
                    <a:pt x="8881752" y="364374"/>
                  </a:lnTo>
                  <a:lnTo>
                    <a:pt x="8927150" y="324674"/>
                  </a:lnTo>
                  <a:lnTo>
                    <a:pt x="8973000" y="287806"/>
                  </a:lnTo>
                  <a:lnTo>
                    <a:pt x="9019648" y="253834"/>
                  </a:lnTo>
                  <a:lnTo>
                    <a:pt x="9067556" y="222739"/>
                  </a:lnTo>
                  <a:lnTo>
                    <a:pt x="9084767" y="212497"/>
                  </a:lnTo>
                  <a:lnTo>
                    <a:pt x="9132049" y="186836"/>
                  </a:lnTo>
                  <a:lnTo>
                    <a:pt x="9181818" y="163607"/>
                  </a:lnTo>
                  <a:lnTo>
                    <a:pt x="9234826" y="142700"/>
                  </a:lnTo>
                  <a:lnTo>
                    <a:pt x="9291892" y="123923"/>
                  </a:lnTo>
                  <a:lnTo>
                    <a:pt x="9353855" y="107054"/>
                  </a:lnTo>
                  <a:lnTo>
                    <a:pt x="9421517" y="91872"/>
                  </a:lnTo>
                  <a:lnTo>
                    <a:pt x="9495564" y="78178"/>
                  </a:lnTo>
                  <a:lnTo>
                    <a:pt x="9576469" y="65805"/>
                  </a:lnTo>
                  <a:lnTo>
                    <a:pt x="9664352" y="54622"/>
                  </a:lnTo>
                  <a:lnTo>
                    <a:pt x="9758808" y="44540"/>
                  </a:lnTo>
                  <a:lnTo>
                    <a:pt x="9858724" y="35508"/>
                  </a:lnTo>
                  <a:lnTo>
                    <a:pt x="9962110" y="27512"/>
                  </a:lnTo>
                  <a:lnTo>
                    <a:pt x="10066027" y="20565"/>
                  </a:lnTo>
                  <a:lnTo>
                    <a:pt x="10166675" y="14690"/>
                  </a:lnTo>
                  <a:lnTo>
                    <a:pt x="10259736" y="9904"/>
                  </a:lnTo>
                  <a:lnTo>
                    <a:pt x="10340955" y="6195"/>
                  </a:lnTo>
                  <a:lnTo>
                    <a:pt x="10406886" y="3502"/>
                  </a:lnTo>
                  <a:lnTo>
                    <a:pt x="10455600" y="1713"/>
                  </a:lnTo>
                  <a:lnTo>
                    <a:pt x="10487158" y="666"/>
                  </a:lnTo>
                  <a:lnTo>
                    <a:pt x="10503729" y="168"/>
                  </a:lnTo>
                  <a:lnTo>
                    <a:pt x="10509405" y="12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04" name="pl2104"/>
            <p:cNvSpPr/>
            <p:nvPr/>
          </p:nvSpPr>
          <p:spPr>
            <a:xfrm>
              <a:off x="4799595" y="3843723"/>
              <a:ext cx="11981298" cy="7167719"/>
            </a:xfrm>
            <a:custGeom>
              <a:avLst/>
              <a:pathLst>
                <a:path w="11981298" h="7167719">
                  <a:moveTo>
                    <a:pt x="11981298" y="0"/>
                  </a:moveTo>
                  <a:lnTo>
                    <a:pt x="10509911" y="0"/>
                  </a:lnTo>
                  <a:lnTo>
                    <a:pt x="10508693" y="31"/>
                  </a:lnTo>
                  <a:lnTo>
                    <a:pt x="10500698" y="255"/>
                  </a:lnTo>
                  <a:lnTo>
                    <a:pt x="10480587" y="876"/>
                  </a:lnTo>
                  <a:lnTo>
                    <a:pt x="10444736" y="2096"/>
                  </a:lnTo>
                  <a:lnTo>
                    <a:pt x="10391510" y="4104"/>
                  </a:lnTo>
                  <a:lnTo>
                    <a:pt x="10321386" y="7050"/>
                  </a:lnTo>
                  <a:lnTo>
                    <a:pt x="10236741" y="11033"/>
                  </a:lnTo>
                  <a:lnTo>
                    <a:pt x="10141305" y="16099"/>
                  </a:lnTo>
                  <a:lnTo>
                    <a:pt x="10039415" y="22252"/>
                  </a:lnTo>
                  <a:lnTo>
                    <a:pt x="9935302" y="29471"/>
                  </a:lnTo>
                  <a:lnTo>
                    <a:pt x="9832567" y="37734"/>
                  </a:lnTo>
                  <a:lnTo>
                    <a:pt x="9733904" y="47034"/>
                  </a:lnTo>
                  <a:lnTo>
                    <a:pt x="9641066" y="57394"/>
                  </a:lnTo>
                  <a:lnTo>
                    <a:pt x="9554966" y="68873"/>
                  </a:lnTo>
                  <a:lnTo>
                    <a:pt x="9475855" y="81572"/>
                  </a:lnTo>
                  <a:lnTo>
                    <a:pt x="9403508" y="95632"/>
                  </a:lnTo>
                  <a:lnTo>
                    <a:pt x="9337385" y="111228"/>
                  </a:lnTo>
                  <a:lnTo>
                    <a:pt x="9276762" y="128566"/>
                  </a:lnTo>
                  <a:lnTo>
                    <a:pt x="9220822" y="147871"/>
                  </a:lnTo>
                  <a:lnTo>
                    <a:pt x="9168725" y="169360"/>
                  </a:lnTo>
                  <a:lnTo>
                    <a:pt x="9119663" y="193210"/>
                  </a:lnTo>
                  <a:lnTo>
                    <a:pt x="9084767" y="212497"/>
                  </a:lnTo>
                  <a:lnTo>
                    <a:pt x="9036280" y="242603"/>
                  </a:lnTo>
                  <a:lnTo>
                    <a:pt x="8989250" y="275560"/>
                  </a:lnTo>
                  <a:lnTo>
                    <a:pt x="8943165" y="311415"/>
                  </a:lnTo>
                  <a:lnTo>
                    <a:pt x="8897641" y="350135"/>
                  </a:lnTo>
                  <a:lnTo>
                    <a:pt x="8852399" y="391593"/>
                  </a:lnTo>
                  <a:lnTo>
                    <a:pt x="8807250" y="435563"/>
                  </a:lnTo>
                  <a:lnTo>
                    <a:pt x="8762075" y="481719"/>
                  </a:lnTo>
                  <a:lnTo>
                    <a:pt x="8716822" y="529640"/>
                  </a:lnTo>
                  <a:lnTo>
                    <a:pt x="8671484" y="578827"/>
                  </a:lnTo>
                  <a:lnTo>
                    <a:pt x="8626090" y="628716"/>
                  </a:lnTo>
                  <a:lnTo>
                    <a:pt x="8580687" y="678711"/>
                  </a:lnTo>
                  <a:lnTo>
                    <a:pt x="8535324" y="728211"/>
                  </a:lnTo>
                  <a:lnTo>
                    <a:pt x="8490040" y="776637"/>
                  </a:lnTo>
                  <a:lnTo>
                    <a:pt x="8444842" y="823464"/>
                  </a:lnTo>
                  <a:lnTo>
                    <a:pt x="8399693" y="868243"/>
                  </a:lnTo>
                  <a:lnTo>
                    <a:pt x="8354502" y="910613"/>
                  </a:lnTo>
                  <a:lnTo>
                    <a:pt x="8309104" y="950313"/>
                  </a:lnTo>
                  <a:lnTo>
                    <a:pt x="8263253" y="987181"/>
                  </a:lnTo>
                  <a:lnTo>
                    <a:pt x="8216605" y="1021153"/>
                  </a:lnTo>
                  <a:lnTo>
                    <a:pt x="8168697" y="1052248"/>
                  </a:lnTo>
                  <a:lnTo>
                    <a:pt x="8151487" y="1062489"/>
                  </a:lnTo>
                  <a:lnTo>
                    <a:pt x="8104204" y="1088150"/>
                  </a:lnTo>
                  <a:lnTo>
                    <a:pt x="8054435" y="1111380"/>
                  </a:lnTo>
                  <a:lnTo>
                    <a:pt x="8001427" y="1132287"/>
                  </a:lnTo>
                  <a:lnTo>
                    <a:pt x="7944362" y="1151064"/>
                  </a:lnTo>
                  <a:lnTo>
                    <a:pt x="7882398" y="1167933"/>
                  </a:lnTo>
                  <a:lnTo>
                    <a:pt x="7814736" y="1183115"/>
                  </a:lnTo>
                  <a:lnTo>
                    <a:pt x="7740689" y="1196808"/>
                  </a:lnTo>
                  <a:lnTo>
                    <a:pt x="7659784" y="1209182"/>
                  </a:lnTo>
                  <a:lnTo>
                    <a:pt x="7571901" y="1220365"/>
                  </a:lnTo>
                  <a:lnTo>
                    <a:pt x="7477445" y="1230447"/>
                  </a:lnTo>
                  <a:lnTo>
                    <a:pt x="7377529" y="1239479"/>
                  </a:lnTo>
                  <a:lnTo>
                    <a:pt x="7274143" y="1247475"/>
                  </a:lnTo>
                  <a:lnTo>
                    <a:pt x="7170227" y="1254422"/>
                  </a:lnTo>
                  <a:lnTo>
                    <a:pt x="7069579" y="1260297"/>
                  </a:lnTo>
                  <a:lnTo>
                    <a:pt x="6976518" y="1265082"/>
                  </a:lnTo>
                  <a:lnTo>
                    <a:pt x="6895298" y="1268792"/>
                  </a:lnTo>
                  <a:lnTo>
                    <a:pt x="6829367" y="1271484"/>
                  </a:lnTo>
                  <a:lnTo>
                    <a:pt x="6780653" y="1273273"/>
                  </a:lnTo>
                  <a:lnTo>
                    <a:pt x="6749095" y="1274320"/>
                  </a:lnTo>
                  <a:lnTo>
                    <a:pt x="6732524" y="1274819"/>
                  </a:lnTo>
                  <a:lnTo>
                    <a:pt x="6726848" y="1274974"/>
                  </a:lnTo>
                  <a:lnTo>
                    <a:pt x="6726343" y="1274987"/>
                  </a:lnTo>
                  <a:lnTo>
                    <a:pt x="5254955" y="1274987"/>
                  </a:lnTo>
                  <a:lnTo>
                    <a:pt x="5254132" y="1275085"/>
                  </a:lnTo>
                  <a:lnTo>
                    <a:pt x="5248682" y="1275778"/>
                  </a:lnTo>
                  <a:lnTo>
                    <a:pt x="5234820" y="1277692"/>
                  </a:lnTo>
                  <a:lnTo>
                    <a:pt x="5209728" y="1281468"/>
                  </a:lnTo>
                  <a:lnTo>
                    <a:pt x="5171704" y="1287718"/>
                  </a:lnTo>
                  <a:lnTo>
                    <a:pt x="5120276" y="1296983"/>
                  </a:lnTo>
                  <a:lnTo>
                    <a:pt x="5056201" y="1309683"/>
                  </a:lnTo>
                  <a:lnTo>
                    <a:pt x="4981296" y="1326093"/>
                  </a:lnTo>
                  <a:lnTo>
                    <a:pt x="4898124" y="1346347"/>
                  </a:lnTo>
                  <a:lnTo>
                    <a:pt x="4809603" y="1370458"/>
                  </a:lnTo>
                  <a:lnTo>
                    <a:pt x="4718629" y="1398370"/>
                  </a:lnTo>
                  <a:lnTo>
                    <a:pt x="4627783" y="1430006"/>
                  </a:lnTo>
                  <a:lnTo>
                    <a:pt x="4539150" y="1465316"/>
                  </a:lnTo>
                  <a:lnTo>
                    <a:pt x="4454252" y="1504315"/>
                  </a:lnTo>
                  <a:lnTo>
                    <a:pt x="4374071" y="1547109"/>
                  </a:lnTo>
                  <a:lnTo>
                    <a:pt x="4299119" y="1593909"/>
                  </a:lnTo>
                  <a:lnTo>
                    <a:pt x="4229533" y="1645034"/>
                  </a:lnTo>
                  <a:lnTo>
                    <a:pt x="4165172" y="1700913"/>
                  </a:lnTo>
                  <a:lnTo>
                    <a:pt x="4105702" y="1762077"/>
                  </a:lnTo>
                  <a:lnTo>
                    <a:pt x="4050663" y="1829140"/>
                  </a:lnTo>
                  <a:lnTo>
                    <a:pt x="3999526" y="1902782"/>
                  </a:lnTo>
                  <a:lnTo>
                    <a:pt x="3951729" y="1983701"/>
                  </a:lnTo>
                  <a:lnTo>
                    <a:pt x="3906709" y="2072553"/>
                  </a:lnTo>
                  <a:lnTo>
                    <a:pt x="3863934" y="2169846"/>
                  </a:lnTo>
                  <a:lnTo>
                    <a:pt x="3829811" y="2257109"/>
                  </a:lnTo>
                  <a:lnTo>
                    <a:pt x="3802486" y="2333310"/>
                  </a:lnTo>
                  <a:lnTo>
                    <a:pt x="3775698" y="2413571"/>
                  </a:lnTo>
                  <a:lnTo>
                    <a:pt x="3749342" y="2497971"/>
                  </a:lnTo>
                  <a:lnTo>
                    <a:pt x="3723325" y="2586555"/>
                  </a:lnTo>
                  <a:lnTo>
                    <a:pt x="3697570" y="2679335"/>
                  </a:lnTo>
                  <a:lnTo>
                    <a:pt x="3672010" y="2776283"/>
                  </a:lnTo>
                  <a:lnTo>
                    <a:pt x="3646589" y="2877328"/>
                  </a:lnTo>
                  <a:lnTo>
                    <a:pt x="3621262" y="2982359"/>
                  </a:lnTo>
                  <a:lnTo>
                    <a:pt x="3595990" y="3091218"/>
                  </a:lnTo>
                  <a:lnTo>
                    <a:pt x="3570744" y="3203702"/>
                  </a:lnTo>
                  <a:lnTo>
                    <a:pt x="3545501" y="3319562"/>
                  </a:lnTo>
                  <a:lnTo>
                    <a:pt x="3520246" y="3438506"/>
                  </a:lnTo>
                  <a:lnTo>
                    <a:pt x="3494969" y="3560198"/>
                  </a:lnTo>
                  <a:lnTo>
                    <a:pt x="3469664" y="3684264"/>
                  </a:lnTo>
                  <a:lnTo>
                    <a:pt x="3444331" y="3810294"/>
                  </a:lnTo>
                  <a:lnTo>
                    <a:pt x="3418974" y="3937850"/>
                  </a:lnTo>
                  <a:lnTo>
                    <a:pt x="3393598" y="4066470"/>
                  </a:lnTo>
                  <a:lnTo>
                    <a:pt x="3368212" y="4195675"/>
                  </a:lnTo>
                  <a:lnTo>
                    <a:pt x="3342823" y="4324978"/>
                  </a:lnTo>
                  <a:lnTo>
                    <a:pt x="3317442" y="4453888"/>
                  </a:lnTo>
                  <a:lnTo>
                    <a:pt x="3292076" y="4581923"/>
                  </a:lnTo>
                  <a:lnTo>
                    <a:pt x="3266734" y="4708613"/>
                  </a:lnTo>
                  <a:lnTo>
                    <a:pt x="3241418" y="4833509"/>
                  </a:lnTo>
                  <a:lnTo>
                    <a:pt x="3216130" y="4956191"/>
                  </a:lnTo>
                  <a:lnTo>
                    <a:pt x="3190866" y="5076268"/>
                  </a:lnTo>
                  <a:lnTo>
                    <a:pt x="3165620" y="5193390"/>
                  </a:lnTo>
                  <a:lnTo>
                    <a:pt x="3140378" y="5307247"/>
                  </a:lnTo>
                  <a:lnTo>
                    <a:pt x="3115119" y="5417572"/>
                  </a:lnTo>
                  <a:lnTo>
                    <a:pt x="3089818" y="5524144"/>
                  </a:lnTo>
                  <a:lnTo>
                    <a:pt x="3064440" y="5626788"/>
                  </a:lnTo>
                  <a:lnTo>
                    <a:pt x="3038941" y="5725373"/>
                  </a:lnTo>
                  <a:lnTo>
                    <a:pt x="3013271" y="5819814"/>
                  </a:lnTo>
                  <a:lnTo>
                    <a:pt x="2987367" y="5910065"/>
                  </a:lnTo>
                  <a:lnTo>
                    <a:pt x="2961155" y="5996122"/>
                  </a:lnTo>
                  <a:lnTo>
                    <a:pt x="2934551" y="6078019"/>
                  </a:lnTo>
                  <a:lnTo>
                    <a:pt x="2907453" y="6155821"/>
                  </a:lnTo>
                  <a:lnTo>
                    <a:pt x="2896531" y="6185597"/>
                  </a:lnTo>
                  <a:lnTo>
                    <a:pt x="2855248" y="6290068"/>
                  </a:lnTo>
                  <a:lnTo>
                    <a:pt x="2812126" y="6385896"/>
                  </a:lnTo>
                  <a:lnTo>
                    <a:pt x="2766672" y="6473353"/>
                  </a:lnTo>
                  <a:lnTo>
                    <a:pt x="2718345" y="6552982"/>
                  </a:lnTo>
                  <a:lnTo>
                    <a:pt x="2666581" y="6625452"/>
                  </a:lnTo>
                  <a:lnTo>
                    <a:pt x="2610823" y="6691462"/>
                  </a:lnTo>
                  <a:lnTo>
                    <a:pt x="2550548" y="6751683"/>
                  </a:lnTo>
                  <a:lnTo>
                    <a:pt x="2485315" y="6806717"/>
                  </a:lnTo>
                  <a:lnTo>
                    <a:pt x="2414817" y="6857076"/>
                  </a:lnTo>
                  <a:lnTo>
                    <a:pt x="2338954" y="6903173"/>
                  </a:lnTo>
                  <a:lnTo>
                    <a:pt x="2257921" y="6945308"/>
                  </a:lnTo>
                  <a:lnTo>
                    <a:pt x="2172302" y="6983673"/>
                  </a:lnTo>
                  <a:lnTo>
                    <a:pt x="2083168" y="7018358"/>
                  </a:lnTo>
                  <a:lnTo>
                    <a:pt x="1992138" y="7049363"/>
                  </a:lnTo>
                  <a:lnTo>
                    <a:pt x="1901388" y="7076632"/>
                  </a:lnTo>
                  <a:lnTo>
                    <a:pt x="1813570" y="7100088"/>
                  </a:lnTo>
                  <a:lnTo>
                    <a:pt x="1731607" y="7119682"/>
                  </a:lnTo>
                  <a:lnTo>
                    <a:pt x="1658384" y="7135447"/>
                  </a:lnTo>
                  <a:lnTo>
                    <a:pt x="1596363" y="7147537"/>
                  </a:lnTo>
                  <a:lnTo>
                    <a:pt x="1547201" y="7156254"/>
                  </a:lnTo>
                  <a:lnTo>
                    <a:pt x="1511451" y="7162042"/>
                  </a:lnTo>
                  <a:lnTo>
                    <a:pt x="1488428" y="7165455"/>
                  </a:lnTo>
                  <a:lnTo>
                    <a:pt x="1476229" y="7167115"/>
                  </a:lnTo>
                  <a:lnTo>
                    <a:pt x="1471861" y="7167664"/>
                  </a:lnTo>
                  <a:lnTo>
                    <a:pt x="1471387" y="7167719"/>
                  </a:lnTo>
                  <a:lnTo>
                    <a:pt x="0" y="716771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05" name="pg2105"/>
            <p:cNvSpPr/>
            <p:nvPr/>
          </p:nvSpPr>
          <p:spPr>
            <a:xfrm>
              <a:off x="4799595" y="4881694"/>
              <a:ext cx="11981298" cy="6186959"/>
            </a:xfrm>
            <a:custGeom>
              <a:avLst/>
              <a:pathLst>
                <a:path w="11981298" h="6186959">
                  <a:moveTo>
                    <a:pt x="0" y="6186959"/>
                  </a:moveTo>
                  <a:lnTo>
                    <a:pt x="1471387" y="6186959"/>
                  </a:lnTo>
                  <a:lnTo>
                    <a:pt x="1472600" y="6186924"/>
                  </a:lnTo>
                  <a:lnTo>
                    <a:pt x="1480564" y="6186675"/>
                  </a:lnTo>
                  <a:lnTo>
                    <a:pt x="1500601" y="6185986"/>
                  </a:lnTo>
                  <a:lnTo>
                    <a:pt x="1536327" y="6184630"/>
                  </a:lnTo>
                  <a:lnTo>
                    <a:pt x="1589379" y="6182399"/>
                  </a:lnTo>
                  <a:lnTo>
                    <a:pt x="1659294" y="6179126"/>
                  </a:lnTo>
                  <a:lnTo>
                    <a:pt x="1743717" y="6174700"/>
                  </a:lnTo>
                  <a:lnTo>
                    <a:pt x="1838941" y="6169068"/>
                  </a:lnTo>
                  <a:lnTo>
                    <a:pt x="1940649" y="6162228"/>
                  </a:lnTo>
                  <a:lnTo>
                    <a:pt x="2044620" y="6154201"/>
                  </a:lnTo>
                  <a:lnTo>
                    <a:pt x="2147260" y="6145013"/>
                  </a:lnTo>
                  <a:lnTo>
                    <a:pt x="2245870" y="6134671"/>
                  </a:lnTo>
                  <a:lnTo>
                    <a:pt x="2338691" y="6123152"/>
                  </a:lnTo>
                  <a:lnTo>
                    <a:pt x="2424801" y="6110388"/>
                  </a:lnTo>
                  <a:lnTo>
                    <a:pt x="2503940" y="6096269"/>
                  </a:lnTo>
                  <a:lnTo>
                    <a:pt x="2576326" y="6080641"/>
                  </a:lnTo>
                  <a:lnTo>
                    <a:pt x="2642489" y="6063309"/>
                  </a:lnTo>
                  <a:lnTo>
                    <a:pt x="2703150" y="6044043"/>
                  </a:lnTo>
                  <a:lnTo>
                    <a:pt x="2759121" y="6022596"/>
                  </a:lnTo>
                  <a:lnTo>
                    <a:pt x="2811237" y="5998724"/>
                  </a:lnTo>
                  <a:lnTo>
                    <a:pt x="2860306" y="5972230"/>
                  </a:lnTo>
                  <a:lnTo>
                    <a:pt x="2896531" y="5949942"/>
                  </a:lnTo>
                  <a:lnTo>
                    <a:pt x="2943783" y="5917272"/>
                  </a:lnTo>
                  <a:lnTo>
                    <a:pt x="2989639" y="5881587"/>
                  </a:lnTo>
                  <a:lnTo>
                    <a:pt x="3034577" y="5842834"/>
                  </a:lnTo>
                  <a:lnTo>
                    <a:pt x="3078958" y="5801043"/>
                  </a:lnTo>
                  <a:lnTo>
                    <a:pt x="3123048" y="5756334"/>
                  </a:lnTo>
                  <a:lnTo>
                    <a:pt x="3167033" y="5708930"/>
                  </a:lnTo>
                  <a:lnTo>
                    <a:pt x="3211028" y="5659152"/>
                  </a:lnTo>
                  <a:lnTo>
                    <a:pt x="3255092" y="5607416"/>
                  </a:lnTo>
                  <a:lnTo>
                    <a:pt x="3299239" y="5554226"/>
                  </a:lnTo>
                  <a:lnTo>
                    <a:pt x="3343448" y="5500149"/>
                  </a:lnTo>
                  <a:lnTo>
                    <a:pt x="3387678" y="5445794"/>
                  </a:lnTo>
                  <a:lnTo>
                    <a:pt x="3431883" y="5391784"/>
                  </a:lnTo>
                  <a:lnTo>
                    <a:pt x="3476021" y="5338724"/>
                  </a:lnTo>
                  <a:lnTo>
                    <a:pt x="3520077" y="5287178"/>
                  </a:lnTo>
                  <a:lnTo>
                    <a:pt x="3564067" y="5237637"/>
                  </a:lnTo>
                  <a:lnTo>
                    <a:pt x="3608056" y="5190511"/>
                  </a:lnTo>
                  <a:lnTo>
                    <a:pt x="3652167" y="5146109"/>
                  </a:lnTo>
                  <a:lnTo>
                    <a:pt x="3696594" y="5104643"/>
                  </a:lnTo>
                  <a:lnTo>
                    <a:pt x="3741612" y="5066222"/>
                  </a:lnTo>
                  <a:lnTo>
                    <a:pt x="3787594" y="5030867"/>
                  </a:lnTo>
                  <a:lnTo>
                    <a:pt x="3829811" y="5001874"/>
                  </a:lnTo>
                  <a:lnTo>
                    <a:pt x="3877029" y="4973289"/>
                  </a:lnTo>
                  <a:lnTo>
                    <a:pt x="3926727" y="4947407"/>
                  </a:lnTo>
                  <a:lnTo>
                    <a:pt x="3979652" y="4924111"/>
                  </a:lnTo>
                  <a:lnTo>
                    <a:pt x="4036622" y="4903185"/>
                  </a:lnTo>
                  <a:lnTo>
                    <a:pt x="4098472" y="4884382"/>
                  </a:lnTo>
                  <a:lnTo>
                    <a:pt x="4166000" y="4867458"/>
                  </a:lnTo>
                  <a:lnTo>
                    <a:pt x="4239892" y="4852191"/>
                  </a:lnTo>
                  <a:lnTo>
                    <a:pt x="4320621" y="4838395"/>
                  </a:lnTo>
                  <a:lnTo>
                    <a:pt x="4408310" y="4825924"/>
                  </a:lnTo>
                  <a:lnTo>
                    <a:pt x="4502564" y="4814678"/>
                  </a:lnTo>
                  <a:lnTo>
                    <a:pt x="4602284" y="4804601"/>
                  </a:lnTo>
                  <a:lnTo>
                    <a:pt x="4705500" y="4795677"/>
                  </a:lnTo>
                  <a:lnTo>
                    <a:pt x="4809300" y="4787919"/>
                  </a:lnTo>
                  <a:lnTo>
                    <a:pt x="4909911" y="4781353"/>
                  </a:lnTo>
                  <a:lnTo>
                    <a:pt x="5003036" y="4776000"/>
                  </a:lnTo>
                  <a:lnTo>
                    <a:pt x="5084429" y="4771843"/>
                  </a:lnTo>
                  <a:lnTo>
                    <a:pt x="5150634" y="4768820"/>
                  </a:lnTo>
                  <a:lnTo>
                    <a:pt x="5199689" y="4766806"/>
                  </a:lnTo>
                  <a:lnTo>
                    <a:pt x="5231606" y="4765622"/>
                  </a:lnTo>
                  <a:lnTo>
                    <a:pt x="5248497" y="4765054"/>
                  </a:lnTo>
                  <a:lnTo>
                    <a:pt x="5254391" y="4764873"/>
                  </a:lnTo>
                  <a:lnTo>
                    <a:pt x="5254955" y="4764858"/>
                  </a:lnTo>
                  <a:lnTo>
                    <a:pt x="6726343" y="4764858"/>
                  </a:lnTo>
                  <a:lnTo>
                    <a:pt x="6727238" y="4764772"/>
                  </a:lnTo>
                  <a:lnTo>
                    <a:pt x="6733157" y="4764162"/>
                  </a:lnTo>
                  <a:lnTo>
                    <a:pt x="6748179" y="4762476"/>
                  </a:lnTo>
                  <a:lnTo>
                    <a:pt x="6775289" y="4759154"/>
                  </a:lnTo>
                  <a:lnTo>
                    <a:pt x="6816211" y="4753659"/>
                  </a:lnTo>
                  <a:lnTo>
                    <a:pt x="6871281" y="4745529"/>
                  </a:lnTo>
                  <a:lnTo>
                    <a:pt x="6939473" y="4734414"/>
                  </a:lnTo>
                  <a:lnTo>
                    <a:pt x="7018628" y="4720096"/>
                  </a:lnTo>
                  <a:lnTo>
                    <a:pt x="7105838" y="4702484"/>
                  </a:lnTo>
                  <a:lnTo>
                    <a:pt x="7197896" y="4681584"/>
                  </a:lnTo>
                  <a:lnTo>
                    <a:pt x="7291716" y="4657455"/>
                  </a:lnTo>
                  <a:lnTo>
                    <a:pt x="7384639" y="4630160"/>
                  </a:lnTo>
                  <a:lnTo>
                    <a:pt x="7474594" y="4599729"/>
                  </a:lnTo>
                  <a:lnTo>
                    <a:pt x="7560143" y="4566120"/>
                  </a:lnTo>
                  <a:lnTo>
                    <a:pt x="7640425" y="4529206"/>
                  </a:lnTo>
                  <a:lnTo>
                    <a:pt x="7715068" y="4488762"/>
                  </a:lnTo>
                  <a:lnTo>
                    <a:pt x="7784069" y="4444461"/>
                  </a:lnTo>
                  <a:lnTo>
                    <a:pt x="7847692" y="4395885"/>
                  </a:lnTo>
                  <a:lnTo>
                    <a:pt x="7906379" y="4342526"/>
                  </a:lnTo>
                  <a:lnTo>
                    <a:pt x="7960676" y="4283811"/>
                  </a:lnTo>
                  <a:lnTo>
                    <a:pt x="8011186" y="4219127"/>
                  </a:lnTo>
                  <a:lnTo>
                    <a:pt x="8058522" y="4147875"/>
                  </a:lnTo>
                  <a:lnTo>
                    <a:pt x="8103283" y="4069546"/>
                  </a:lnTo>
                  <a:lnTo>
                    <a:pt x="8146014" y="3983848"/>
                  </a:lnTo>
                  <a:lnTo>
                    <a:pt x="8151487" y="3972077"/>
                  </a:lnTo>
                  <a:lnTo>
                    <a:pt x="8181654" y="3903905"/>
                  </a:lnTo>
                  <a:lnTo>
                    <a:pt x="8211179" y="3831721"/>
                  </a:lnTo>
                  <a:lnTo>
                    <a:pt x="8240201" y="3755445"/>
                  </a:lnTo>
                  <a:lnTo>
                    <a:pt x="8268840" y="3675035"/>
                  </a:lnTo>
                  <a:lnTo>
                    <a:pt x="8297195" y="3590497"/>
                  </a:lnTo>
                  <a:lnTo>
                    <a:pt x="8325349" y="3501881"/>
                  </a:lnTo>
                  <a:lnTo>
                    <a:pt x="8353370" y="3409290"/>
                  </a:lnTo>
                  <a:lnTo>
                    <a:pt x="8381311" y="3312879"/>
                  </a:lnTo>
                  <a:lnTo>
                    <a:pt x="8409215" y="3212861"/>
                  </a:lnTo>
                  <a:lnTo>
                    <a:pt x="8437114" y="3109501"/>
                  </a:lnTo>
                  <a:lnTo>
                    <a:pt x="8465029" y="3003117"/>
                  </a:lnTo>
                  <a:lnTo>
                    <a:pt x="8492972" y="2894079"/>
                  </a:lnTo>
                  <a:lnTo>
                    <a:pt x="8520949" y="2782805"/>
                  </a:lnTo>
                  <a:lnTo>
                    <a:pt x="8548959" y="2669750"/>
                  </a:lnTo>
                  <a:lnTo>
                    <a:pt x="8576996" y="2555403"/>
                  </a:lnTo>
                  <a:lnTo>
                    <a:pt x="8605051" y="2440280"/>
                  </a:lnTo>
                  <a:lnTo>
                    <a:pt x="8633111" y="2324908"/>
                  </a:lnTo>
                  <a:lnTo>
                    <a:pt x="8661164" y="2209821"/>
                  </a:lnTo>
                  <a:lnTo>
                    <a:pt x="8689200" y="2095546"/>
                  </a:lnTo>
                  <a:lnTo>
                    <a:pt x="8717208" y="1982597"/>
                  </a:lnTo>
                  <a:lnTo>
                    <a:pt x="8745182" y="1871460"/>
                  </a:lnTo>
                  <a:lnTo>
                    <a:pt x="8773124" y="1762591"/>
                  </a:lnTo>
                  <a:lnTo>
                    <a:pt x="8801037" y="1656401"/>
                  </a:lnTo>
                  <a:lnTo>
                    <a:pt x="8828935" y="1553258"/>
                  </a:lnTo>
                  <a:lnTo>
                    <a:pt x="8856841" y="1453478"/>
                  </a:lnTo>
                  <a:lnTo>
                    <a:pt x="8884786" y="1357321"/>
                  </a:lnTo>
                  <a:lnTo>
                    <a:pt x="8912814" y="1264996"/>
                  </a:lnTo>
                  <a:lnTo>
                    <a:pt x="8940979" y="1176655"/>
                  </a:lnTo>
                  <a:lnTo>
                    <a:pt x="8969350" y="1092396"/>
                  </a:lnTo>
                  <a:lnTo>
                    <a:pt x="8998012" y="1012268"/>
                  </a:lnTo>
                  <a:lnTo>
                    <a:pt x="9027065" y="936271"/>
                  </a:lnTo>
                  <a:lnTo>
                    <a:pt x="9056629" y="864363"/>
                  </a:lnTo>
                  <a:lnTo>
                    <a:pt x="9084767" y="800953"/>
                  </a:lnTo>
                  <a:lnTo>
                    <a:pt x="9127269" y="714287"/>
                  </a:lnTo>
                  <a:lnTo>
                    <a:pt x="9171734" y="635002"/>
                  </a:lnTo>
                  <a:lnTo>
                    <a:pt x="9218700" y="562849"/>
                  </a:lnTo>
                  <a:lnTo>
                    <a:pt x="9268759" y="497338"/>
                  </a:lnTo>
                  <a:lnTo>
                    <a:pt x="9322525" y="437877"/>
                  </a:lnTo>
                  <a:lnTo>
                    <a:pt x="9380604" y="383850"/>
                  </a:lnTo>
                  <a:lnTo>
                    <a:pt x="9443553" y="334678"/>
                  </a:lnTo>
                  <a:lnTo>
                    <a:pt x="9511830" y="289843"/>
                  </a:lnTo>
                  <a:lnTo>
                    <a:pt x="9585727" y="248914"/>
                  </a:lnTo>
                  <a:lnTo>
                    <a:pt x="9665283" y="211553"/>
                  </a:lnTo>
                  <a:lnTo>
                    <a:pt x="9750179" y="177520"/>
                  </a:lnTo>
                  <a:lnTo>
                    <a:pt x="9839626" y="146677"/>
                  </a:lnTo>
                  <a:lnTo>
                    <a:pt x="9932264" y="118971"/>
                  </a:lnTo>
                  <a:lnTo>
                    <a:pt x="10026107" y="94424"/>
                  </a:lnTo>
                  <a:lnTo>
                    <a:pt x="10118565" y="73097"/>
                  </a:lnTo>
                  <a:lnTo>
                    <a:pt x="10206593" y="55053"/>
                  </a:lnTo>
                  <a:lnTo>
                    <a:pt x="10286980" y="40306"/>
                  </a:lnTo>
                  <a:lnTo>
                    <a:pt x="10356751" y="28781"/>
                  </a:lnTo>
                  <a:lnTo>
                    <a:pt x="10413625" y="20277"/>
                  </a:lnTo>
                  <a:lnTo>
                    <a:pt x="10456411" y="14462"/>
                  </a:lnTo>
                  <a:lnTo>
                    <a:pt x="10485262" y="10884"/>
                  </a:lnTo>
                  <a:lnTo>
                    <a:pt x="10501722" y="9016"/>
                  </a:lnTo>
                  <a:lnTo>
                    <a:pt x="10508623" y="8297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9015" y="85"/>
                  </a:lnTo>
                  <a:lnTo>
                    <a:pt x="10503096" y="695"/>
                  </a:lnTo>
                  <a:lnTo>
                    <a:pt x="10488074" y="2381"/>
                  </a:lnTo>
                  <a:lnTo>
                    <a:pt x="10460964" y="5703"/>
                  </a:lnTo>
                  <a:lnTo>
                    <a:pt x="10420042" y="11198"/>
                  </a:lnTo>
                  <a:lnTo>
                    <a:pt x="10364972" y="19328"/>
                  </a:lnTo>
                  <a:lnTo>
                    <a:pt x="10296780" y="30443"/>
                  </a:lnTo>
                  <a:lnTo>
                    <a:pt x="10217625" y="44761"/>
                  </a:lnTo>
                  <a:lnTo>
                    <a:pt x="10130415" y="62373"/>
                  </a:lnTo>
                  <a:lnTo>
                    <a:pt x="10038357" y="83273"/>
                  </a:lnTo>
                  <a:lnTo>
                    <a:pt x="9944537" y="107402"/>
                  </a:lnTo>
                  <a:lnTo>
                    <a:pt x="9851614" y="134697"/>
                  </a:lnTo>
                  <a:lnTo>
                    <a:pt x="9761659" y="165128"/>
                  </a:lnTo>
                  <a:lnTo>
                    <a:pt x="9676111" y="198737"/>
                  </a:lnTo>
                  <a:lnTo>
                    <a:pt x="9595828" y="235651"/>
                  </a:lnTo>
                  <a:lnTo>
                    <a:pt x="9521185" y="276095"/>
                  </a:lnTo>
                  <a:lnTo>
                    <a:pt x="9452184" y="320396"/>
                  </a:lnTo>
                  <a:lnTo>
                    <a:pt x="9388561" y="368972"/>
                  </a:lnTo>
                  <a:lnTo>
                    <a:pt x="9329874" y="422331"/>
                  </a:lnTo>
                  <a:lnTo>
                    <a:pt x="9275577" y="481046"/>
                  </a:lnTo>
                  <a:lnTo>
                    <a:pt x="9225068" y="545730"/>
                  </a:lnTo>
                  <a:lnTo>
                    <a:pt x="9177731" y="616982"/>
                  </a:lnTo>
                  <a:lnTo>
                    <a:pt x="9132971" y="695311"/>
                  </a:lnTo>
                  <a:lnTo>
                    <a:pt x="9090239" y="781009"/>
                  </a:lnTo>
                  <a:lnTo>
                    <a:pt x="9084767" y="792780"/>
                  </a:lnTo>
                  <a:lnTo>
                    <a:pt x="9054599" y="860952"/>
                  </a:lnTo>
                  <a:lnTo>
                    <a:pt x="9025075" y="933136"/>
                  </a:lnTo>
                  <a:lnTo>
                    <a:pt x="8996052" y="1009412"/>
                  </a:lnTo>
                  <a:lnTo>
                    <a:pt x="8967413" y="1089822"/>
                  </a:lnTo>
                  <a:lnTo>
                    <a:pt x="8939058" y="1174360"/>
                  </a:lnTo>
                  <a:lnTo>
                    <a:pt x="8910904" y="1262976"/>
                  </a:lnTo>
                  <a:lnTo>
                    <a:pt x="8882884" y="1355568"/>
                  </a:lnTo>
                  <a:lnTo>
                    <a:pt x="8854942" y="1451978"/>
                  </a:lnTo>
                  <a:lnTo>
                    <a:pt x="8827038" y="1551996"/>
                  </a:lnTo>
                  <a:lnTo>
                    <a:pt x="8799139" y="1655356"/>
                  </a:lnTo>
                  <a:lnTo>
                    <a:pt x="8771225" y="1761741"/>
                  </a:lnTo>
                  <a:lnTo>
                    <a:pt x="8743281" y="1870778"/>
                  </a:lnTo>
                  <a:lnTo>
                    <a:pt x="8715304" y="1982052"/>
                  </a:lnTo>
                  <a:lnTo>
                    <a:pt x="8687294" y="2095107"/>
                  </a:lnTo>
                  <a:lnTo>
                    <a:pt x="8659257" y="2209454"/>
                  </a:lnTo>
                  <a:lnTo>
                    <a:pt x="8631203" y="2324577"/>
                  </a:lnTo>
                  <a:lnTo>
                    <a:pt x="8603143" y="2439949"/>
                  </a:lnTo>
                  <a:lnTo>
                    <a:pt x="8575089" y="2555036"/>
                  </a:lnTo>
                  <a:lnTo>
                    <a:pt x="8547054" y="2669311"/>
                  </a:lnTo>
                  <a:lnTo>
                    <a:pt x="8519046" y="2782260"/>
                  </a:lnTo>
                  <a:lnTo>
                    <a:pt x="8491071" y="2893397"/>
                  </a:lnTo>
                  <a:lnTo>
                    <a:pt x="8463130" y="3002266"/>
                  </a:lnTo>
                  <a:lnTo>
                    <a:pt x="8435217" y="3108456"/>
                  </a:lnTo>
                  <a:lnTo>
                    <a:pt x="8407318" y="3211599"/>
                  </a:lnTo>
                  <a:lnTo>
                    <a:pt x="8379412" y="3311379"/>
                  </a:lnTo>
                  <a:lnTo>
                    <a:pt x="8351467" y="3407536"/>
                  </a:lnTo>
                  <a:lnTo>
                    <a:pt x="8323440" y="3499861"/>
                  </a:lnTo>
                  <a:lnTo>
                    <a:pt x="8295274" y="3588202"/>
                  </a:lnTo>
                  <a:lnTo>
                    <a:pt x="8266903" y="3672461"/>
                  </a:lnTo>
                  <a:lnTo>
                    <a:pt x="8238241" y="3752589"/>
                  </a:lnTo>
                  <a:lnTo>
                    <a:pt x="8209188" y="3828586"/>
                  </a:lnTo>
                  <a:lnTo>
                    <a:pt x="8179625" y="3900494"/>
                  </a:lnTo>
                  <a:lnTo>
                    <a:pt x="8151487" y="3963904"/>
                  </a:lnTo>
                  <a:lnTo>
                    <a:pt x="8108984" y="4050570"/>
                  </a:lnTo>
                  <a:lnTo>
                    <a:pt x="8064519" y="4129855"/>
                  </a:lnTo>
                  <a:lnTo>
                    <a:pt x="8017553" y="4202008"/>
                  </a:lnTo>
                  <a:lnTo>
                    <a:pt x="7967494" y="4267519"/>
                  </a:lnTo>
                  <a:lnTo>
                    <a:pt x="7913728" y="4326981"/>
                  </a:lnTo>
                  <a:lnTo>
                    <a:pt x="7855649" y="4381007"/>
                  </a:lnTo>
                  <a:lnTo>
                    <a:pt x="7792700" y="4430179"/>
                  </a:lnTo>
                  <a:lnTo>
                    <a:pt x="7724423" y="4475014"/>
                  </a:lnTo>
                  <a:lnTo>
                    <a:pt x="7650526" y="4515943"/>
                  </a:lnTo>
                  <a:lnTo>
                    <a:pt x="7570970" y="4553304"/>
                  </a:lnTo>
                  <a:lnTo>
                    <a:pt x="7486074" y="4587337"/>
                  </a:lnTo>
                  <a:lnTo>
                    <a:pt x="7396627" y="4618180"/>
                  </a:lnTo>
                  <a:lnTo>
                    <a:pt x="7303989" y="4645886"/>
                  </a:lnTo>
                  <a:lnTo>
                    <a:pt x="7210146" y="4670433"/>
                  </a:lnTo>
                  <a:lnTo>
                    <a:pt x="7117689" y="4691760"/>
                  </a:lnTo>
                  <a:lnTo>
                    <a:pt x="7029660" y="4709805"/>
                  </a:lnTo>
                  <a:lnTo>
                    <a:pt x="6949274" y="4724551"/>
                  </a:lnTo>
                  <a:lnTo>
                    <a:pt x="6879502" y="4736076"/>
                  </a:lnTo>
                  <a:lnTo>
                    <a:pt x="6822628" y="4744580"/>
                  </a:lnTo>
                  <a:lnTo>
                    <a:pt x="6779842" y="4750395"/>
                  </a:lnTo>
                  <a:lnTo>
                    <a:pt x="6750991" y="4753973"/>
                  </a:lnTo>
                  <a:lnTo>
                    <a:pt x="6734531" y="4755841"/>
                  </a:lnTo>
                  <a:lnTo>
                    <a:pt x="6727630" y="4756560"/>
                  </a:lnTo>
                  <a:lnTo>
                    <a:pt x="6726343" y="4756685"/>
                  </a:lnTo>
                  <a:lnTo>
                    <a:pt x="5254955" y="4756685"/>
                  </a:lnTo>
                  <a:lnTo>
                    <a:pt x="5253742" y="4756719"/>
                  </a:lnTo>
                  <a:lnTo>
                    <a:pt x="5245778" y="4756969"/>
                  </a:lnTo>
                  <a:lnTo>
                    <a:pt x="5225741" y="4757658"/>
                  </a:lnTo>
                  <a:lnTo>
                    <a:pt x="5190015" y="4759014"/>
                  </a:lnTo>
                  <a:lnTo>
                    <a:pt x="5136963" y="4761244"/>
                  </a:lnTo>
                  <a:lnTo>
                    <a:pt x="5067048" y="4764518"/>
                  </a:lnTo>
                  <a:lnTo>
                    <a:pt x="4982625" y="4768944"/>
                  </a:lnTo>
                  <a:lnTo>
                    <a:pt x="4887401" y="4774575"/>
                  </a:lnTo>
                  <a:lnTo>
                    <a:pt x="4785693" y="4781416"/>
                  </a:lnTo>
                  <a:lnTo>
                    <a:pt x="4681722" y="4789443"/>
                  </a:lnTo>
                  <a:lnTo>
                    <a:pt x="4579082" y="4798631"/>
                  </a:lnTo>
                  <a:lnTo>
                    <a:pt x="4480472" y="4808972"/>
                  </a:lnTo>
                  <a:lnTo>
                    <a:pt x="4387651" y="4820492"/>
                  </a:lnTo>
                  <a:lnTo>
                    <a:pt x="4301541" y="4833256"/>
                  </a:lnTo>
                  <a:lnTo>
                    <a:pt x="4222402" y="4847374"/>
                  </a:lnTo>
                  <a:lnTo>
                    <a:pt x="4150016" y="4863002"/>
                  </a:lnTo>
                  <a:lnTo>
                    <a:pt x="4083853" y="4880335"/>
                  </a:lnTo>
                  <a:lnTo>
                    <a:pt x="4023192" y="4899601"/>
                  </a:lnTo>
                  <a:lnTo>
                    <a:pt x="3967221" y="4921048"/>
                  </a:lnTo>
                  <a:lnTo>
                    <a:pt x="3915105" y="4944919"/>
                  </a:lnTo>
                  <a:lnTo>
                    <a:pt x="3866036" y="4971413"/>
                  </a:lnTo>
                  <a:lnTo>
                    <a:pt x="3829811" y="4993701"/>
                  </a:lnTo>
                  <a:lnTo>
                    <a:pt x="3782559" y="5026372"/>
                  </a:lnTo>
                  <a:lnTo>
                    <a:pt x="3736703" y="5062057"/>
                  </a:lnTo>
                  <a:lnTo>
                    <a:pt x="3691765" y="5100810"/>
                  </a:lnTo>
                  <a:lnTo>
                    <a:pt x="3647384" y="5142601"/>
                  </a:lnTo>
                  <a:lnTo>
                    <a:pt x="3603294" y="5187309"/>
                  </a:lnTo>
                  <a:lnTo>
                    <a:pt x="3559309" y="5234714"/>
                  </a:lnTo>
                  <a:lnTo>
                    <a:pt x="3515315" y="5284492"/>
                  </a:lnTo>
                  <a:lnTo>
                    <a:pt x="3471250" y="5336228"/>
                  </a:lnTo>
                  <a:lnTo>
                    <a:pt x="3427103" y="5389418"/>
                  </a:lnTo>
                  <a:lnTo>
                    <a:pt x="3382894" y="5443495"/>
                  </a:lnTo>
                  <a:lnTo>
                    <a:pt x="3338664" y="5497850"/>
                  </a:lnTo>
                  <a:lnTo>
                    <a:pt x="3294460" y="5551860"/>
                  </a:lnTo>
                  <a:lnTo>
                    <a:pt x="3250321" y="5604919"/>
                  </a:lnTo>
                  <a:lnTo>
                    <a:pt x="3206266" y="5656466"/>
                  </a:lnTo>
                  <a:lnTo>
                    <a:pt x="3162276" y="5706006"/>
                  </a:lnTo>
                  <a:lnTo>
                    <a:pt x="3118286" y="5753133"/>
                  </a:lnTo>
                  <a:lnTo>
                    <a:pt x="3074175" y="5797534"/>
                  </a:lnTo>
                  <a:lnTo>
                    <a:pt x="3029748" y="5839001"/>
                  </a:lnTo>
                  <a:lnTo>
                    <a:pt x="2984730" y="5877422"/>
                  </a:lnTo>
                  <a:lnTo>
                    <a:pt x="2938748" y="5912777"/>
                  </a:lnTo>
                  <a:lnTo>
                    <a:pt x="2896531" y="5941769"/>
                  </a:lnTo>
                  <a:lnTo>
                    <a:pt x="2849313" y="5970355"/>
                  </a:lnTo>
                  <a:lnTo>
                    <a:pt x="2799615" y="5996236"/>
                  </a:lnTo>
                  <a:lnTo>
                    <a:pt x="2746690" y="6019533"/>
                  </a:lnTo>
                  <a:lnTo>
                    <a:pt x="2689720" y="6040459"/>
                  </a:lnTo>
                  <a:lnTo>
                    <a:pt x="2627870" y="6059262"/>
                  </a:lnTo>
                  <a:lnTo>
                    <a:pt x="2560342" y="6076185"/>
                  </a:lnTo>
                  <a:lnTo>
                    <a:pt x="2486450" y="6091452"/>
                  </a:lnTo>
                  <a:lnTo>
                    <a:pt x="2405721" y="6105249"/>
                  </a:lnTo>
                  <a:lnTo>
                    <a:pt x="2318032" y="6117720"/>
                  </a:lnTo>
                  <a:lnTo>
                    <a:pt x="2223778" y="6128966"/>
                  </a:lnTo>
                  <a:lnTo>
                    <a:pt x="2124059" y="6139043"/>
                  </a:lnTo>
                  <a:lnTo>
                    <a:pt x="2020842" y="6147967"/>
                  </a:lnTo>
                  <a:lnTo>
                    <a:pt x="1917042" y="6155725"/>
                  </a:lnTo>
                  <a:lnTo>
                    <a:pt x="1816432" y="6162290"/>
                  </a:lnTo>
                  <a:lnTo>
                    <a:pt x="1723307" y="6167644"/>
                  </a:lnTo>
                  <a:lnTo>
                    <a:pt x="1641913" y="6171800"/>
                  </a:lnTo>
                  <a:lnTo>
                    <a:pt x="1575708" y="6174823"/>
                  </a:lnTo>
                  <a:lnTo>
                    <a:pt x="1526654" y="6176838"/>
                  </a:lnTo>
                  <a:lnTo>
                    <a:pt x="1494736" y="6178021"/>
                  </a:lnTo>
                  <a:lnTo>
                    <a:pt x="1477845" y="6178590"/>
                  </a:lnTo>
                  <a:lnTo>
                    <a:pt x="1471951" y="6178770"/>
                  </a:lnTo>
                  <a:lnTo>
                    <a:pt x="1471387" y="6178786"/>
                  </a:lnTo>
                  <a:lnTo>
                    <a:pt x="0" y="6178786"/>
                  </a:lnTo>
                  <a:close/>
                </a:path>
              </a:pathLst>
            </a:custGeom>
            <a:solidFill>
              <a:srgbClr val="7DD8AC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2106" name="pl2106"/>
            <p:cNvSpPr/>
            <p:nvPr/>
          </p:nvSpPr>
          <p:spPr>
            <a:xfrm>
              <a:off x="4799595" y="4889867"/>
              <a:ext cx="11981298" cy="6178786"/>
            </a:xfrm>
            <a:custGeom>
              <a:avLst/>
              <a:pathLst>
                <a:path w="11981298" h="6178786">
                  <a:moveTo>
                    <a:pt x="0" y="6178786"/>
                  </a:moveTo>
                  <a:lnTo>
                    <a:pt x="1471387" y="6178786"/>
                  </a:lnTo>
                  <a:lnTo>
                    <a:pt x="1472600" y="6178751"/>
                  </a:lnTo>
                  <a:lnTo>
                    <a:pt x="1480564" y="6178502"/>
                  </a:lnTo>
                  <a:lnTo>
                    <a:pt x="1500601" y="6177813"/>
                  </a:lnTo>
                  <a:lnTo>
                    <a:pt x="1536327" y="6176457"/>
                  </a:lnTo>
                  <a:lnTo>
                    <a:pt x="1589379" y="6174226"/>
                  </a:lnTo>
                  <a:lnTo>
                    <a:pt x="1659294" y="6170953"/>
                  </a:lnTo>
                  <a:lnTo>
                    <a:pt x="1743717" y="6166527"/>
                  </a:lnTo>
                  <a:lnTo>
                    <a:pt x="1838941" y="6160895"/>
                  </a:lnTo>
                  <a:lnTo>
                    <a:pt x="1940649" y="6154055"/>
                  </a:lnTo>
                  <a:lnTo>
                    <a:pt x="2044620" y="6146028"/>
                  </a:lnTo>
                  <a:lnTo>
                    <a:pt x="2147260" y="6136840"/>
                  </a:lnTo>
                  <a:lnTo>
                    <a:pt x="2245870" y="6126498"/>
                  </a:lnTo>
                  <a:lnTo>
                    <a:pt x="2338691" y="6114979"/>
                  </a:lnTo>
                  <a:lnTo>
                    <a:pt x="2424801" y="6102215"/>
                  </a:lnTo>
                  <a:lnTo>
                    <a:pt x="2503940" y="6088096"/>
                  </a:lnTo>
                  <a:lnTo>
                    <a:pt x="2576326" y="6072468"/>
                  </a:lnTo>
                  <a:lnTo>
                    <a:pt x="2642489" y="6055136"/>
                  </a:lnTo>
                  <a:lnTo>
                    <a:pt x="2703150" y="6035870"/>
                  </a:lnTo>
                  <a:lnTo>
                    <a:pt x="2759121" y="6014423"/>
                  </a:lnTo>
                  <a:lnTo>
                    <a:pt x="2811237" y="5990551"/>
                  </a:lnTo>
                  <a:lnTo>
                    <a:pt x="2860306" y="5964057"/>
                  </a:lnTo>
                  <a:lnTo>
                    <a:pt x="2896531" y="5941769"/>
                  </a:lnTo>
                  <a:lnTo>
                    <a:pt x="2943783" y="5909099"/>
                  </a:lnTo>
                  <a:lnTo>
                    <a:pt x="2989639" y="5873414"/>
                  </a:lnTo>
                  <a:lnTo>
                    <a:pt x="3034577" y="5834661"/>
                  </a:lnTo>
                  <a:lnTo>
                    <a:pt x="3078958" y="5792870"/>
                  </a:lnTo>
                  <a:lnTo>
                    <a:pt x="3123048" y="5748161"/>
                  </a:lnTo>
                  <a:lnTo>
                    <a:pt x="3167033" y="5700757"/>
                  </a:lnTo>
                  <a:lnTo>
                    <a:pt x="3211028" y="5650979"/>
                  </a:lnTo>
                  <a:lnTo>
                    <a:pt x="3255092" y="5599243"/>
                  </a:lnTo>
                  <a:lnTo>
                    <a:pt x="3299239" y="5546053"/>
                  </a:lnTo>
                  <a:lnTo>
                    <a:pt x="3343448" y="5491976"/>
                  </a:lnTo>
                  <a:lnTo>
                    <a:pt x="3387678" y="5437621"/>
                  </a:lnTo>
                  <a:lnTo>
                    <a:pt x="3431883" y="5383611"/>
                  </a:lnTo>
                  <a:lnTo>
                    <a:pt x="3476021" y="5330551"/>
                  </a:lnTo>
                  <a:lnTo>
                    <a:pt x="3520077" y="5279005"/>
                  </a:lnTo>
                  <a:lnTo>
                    <a:pt x="3564067" y="5229464"/>
                  </a:lnTo>
                  <a:lnTo>
                    <a:pt x="3608056" y="5182338"/>
                  </a:lnTo>
                  <a:lnTo>
                    <a:pt x="3652167" y="5137936"/>
                  </a:lnTo>
                  <a:lnTo>
                    <a:pt x="3696594" y="5096470"/>
                  </a:lnTo>
                  <a:lnTo>
                    <a:pt x="3741612" y="5058049"/>
                  </a:lnTo>
                  <a:lnTo>
                    <a:pt x="3787594" y="5022694"/>
                  </a:lnTo>
                  <a:lnTo>
                    <a:pt x="3829811" y="4993701"/>
                  </a:lnTo>
                  <a:lnTo>
                    <a:pt x="3877029" y="4965116"/>
                  </a:lnTo>
                  <a:lnTo>
                    <a:pt x="3926727" y="4939234"/>
                  </a:lnTo>
                  <a:lnTo>
                    <a:pt x="3979652" y="4915938"/>
                  </a:lnTo>
                  <a:lnTo>
                    <a:pt x="4036622" y="4895012"/>
                  </a:lnTo>
                  <a:lnTo>
                    <a:pt x="4098472" y="4876209"/>
                  </a:lnTo>
                  <a:lnTo>
                    <a:pt x="4166000" y="4859285"/>
                  </a:lnTo>
                  <a:lnTo>
                    <a:pt x="4239892" y="4844018"/>
                  </a:lnTo>
                  <a:lnTo>
                    <a:pt x="4320621" y="4830222"/>
                  </a:lnTo>
                  <a:lnTo>
                    <a:pt x="4408310" y="4817751"/>
                  </a:lnTo>
                  <a:lnTo>
                    <a:pt x="4502564" y="4806505"/>
                  </a:lnTo>
                  <a:lnTo>
                    <a:pt x="4602284" y="4796428"/>
                  </a:lnTo>
                  <a:lnTo>
                    <a:pt x="4705500" y="4787504"/>
                  </a:lnTo>
                  <a:lnTo>
                    <a:pt x="4809300" y="4779746"/>
                  </a:lnTo>
                  <a:lnTo>
                    <a:pt x="4909911" y="4773180"/>
                  </a:lnTo>
                  <a:lnTo>
                    <a:pt x="5003036" y="4767827"/>
                  </a:lnTo>
                  <a:lnTo>
                    <a:pt x="5084429" y="4763670"/>
                  </a:lnTo>
                  <a:lnTo>
                    <a:pt x="5150634" y="4760647"/>
                  </a:lnTo>
                  <a:lnTo>
                    <a:pt x="5199689" y="4758633"/>
                  </a:lnTo>
                  <a:lnTo>
                    <a:pt x="5231606" y="4757449"/>
                  </a:lnTo>
                  <a:lnTo>
                    <a:pt x="5248497" y="4756881"/>
                  </a:lnTo>
                  <a:lnTo>
                    <a:pt x="5254391" y="4756700"/>
                  </a:lnTo>
                  <a:lnTo>
                    <a:pt x="5254955" y="4756685"/>
                  </a:lnTo>
                  <a:lnTo>
                    <a:pt x="6726343" y="4756685"/>
                  </a:lnTo>
                  <a:lnTo>
                    <a:pt x="6727238" y="4756599"/>
                  </a:lnTo>
                  <a:lnTo>
                    <a:pt x="6733157" y="4755989"/>
                  </a:lnTo>
                  <a:lnTo>
                    <a:pt x="6748179" y="4754303"/>
                  </a:lnTo>
                  <a:lnTo>
                    <a:pt x="6775289" y="4750981"/>
                  </a:lnTo>
                  <a:lnTo>
                    <a:pt x="6816211" y="4745486"/>
                  </a:lnTo>
                  <a:lnTo>
                    <a:pt x="6871281" y="4737356"/>
                  </a:lnTo>
                  <a:lnTo>
                    <a:pt x="6939473" y="4726241"/>
                  </a:lnTo>
                  <a:lnTo>
                    <a:pt x="7018628" y="4711923"/>
                  </a:lnTo>
                  <a:lnTo>
                    <a:pt x="7105838" y="4694311"/>
                  </a:lnTo>
                  <a:lnTo>
                    <a:pt x="7197896" y="4673411"/>
                  </a:lnTo>
                  <a:lnTo>
                    <a:pt x="7291716" y="4649282"/>
                  </a:lnTo>
                  <a:lnTo>
                    <a:pt x="7384639" y="4621987"/>
                  </a:lnTo>
                  <a:lnTo>
                    <a:pt x="7474594" y="4591556"/>
                  </a:lnTo>
                  <a:lnTo>
                    <a:pt x="7560143" y="4557947"/>
                  </a:lnTo>
                  <a:lnTo>
                    <a:pt x="7640425" y="4521033"/>
                  </a:lnTo>
                  <a:lnTo>
                    <a:pt x="7715068" y="4480589"/>
                  </a:lnTo>
                  <a:lnTo>
                    <a:pt x="7784069" y="4436288"/>
                  </a:lnTo>
                  <a:lnTo>
                    <a:pt x="7847692" y="4387712"/>
                  </a:lnTo>
                  <a:lnTo>
                    <a:pt x="7906379" y="4334353"/>
                  </a:lnTo>
                  <a:lnTo>
                    <a:pt x="7960676" y="4275638"/>
                  </a:lnTo>
                  <a:lnTo>
                    <a:pt x="8011186" y="4210954"/>
                  </a:lnTo>
                  <a:lnTo>
                    <a:pt x="8058522" y="4139702"/>
                  </a:lnTo>
                  <a:lnTo>
                    <a:pt x="8103283" y="4061373"/>
                  </a:lnTo>
                  <a:lnTo>
                    <a:pt x="8146014" y="3975675"/>
                  </a:lnTo>
                  <a:lnTo>
                    <a:pt x="8151487" y="3963904"/>
                  </a:lnTo>
                  <a:lnTo>
                    <a:pt x="8181654" y="3895732"/>
                  </a:lnTo>
                  <a:lnTo>
                    <a:pt x="8211179" y="3823548"/>
                  </a:lnTo>
                  <a:lnTo>
                    <a:pt x="8240201" y="3747272"/>
                  </a:lnTo>
                  <a:lnTo>
                    <a:pt x="8268840" y="3666862"/>
                  </a:lnTo>
                  <a:lnTo>
                    <a:pt x="8297195" y="3582324"/>
                  </a:lnTo>
                  <a:lnTo>
                    <a:pt x="8325349" y="3493708"/>
                  </a:lnTo>
                  <a:lnTo>
                    <a:pt x="8353370" y="3401117"/>
                  </a:lnTo>
                  <a:lnTo>
                    <a:pt x="8381311" y="3304706"/>
                  </a:lnTo>
                  <a:lnTo>
                    <a:pt x="8409215" y="3204688"/>
                  </a:lnTo>
                  <a:lnTo>
                    <a:pt x="8437114" y="3101328"/>
                  </a:lnTo>
                  <a:lnTo>
                    <a:pt x="8465029" y="2994944"/>
                  </a:lnTo>
                  <a:lnTo>
                    <a:pt x="8492972" y="2885906"/>
                  </a:lnTo>
                  <a:lnTo>
                    <a:pt x="8520949" y="2774632"/>
                  </a:lnTo>
                  <a:lnTo>
                    <a:pt x="8548959" y="2661577"/>
                  </a:lnTo>
                  <a:lnTo>
                    <a:pt x="8576996" y="2547230"/>
                  </a:lnTo>
                  <a:lnTo>
                    <a:pt x="8605051" y="2432107"/>
                  </a:lnTo>
                  <a:lnTo>
                    <a:pt x="8633111" y="2316735"/>
                  </a:lnTo>
                  <a:lnTo>
                    <a:pt x="8661164" y="2201648"/>
                  </a:lnTo>
                  <a:lnTo>
                    <a:pt x="8689200" y="2087373"/>
                  </a:lnTo>
                  <a:lnTo>
                    <a:pt x="8717208" y="1974424"/>
                  </a:lnTo>
                  <a:lnTo>
                    <a:pt x="8745182" y="1863287"/>
                  </a:lnTo>
                  <a:lnTo>
                    <a:pt x="8773124" y="1754418"/>
                  </a:lnTo>
                  <a:lnTo>
                    <a:pt x="8801037" y="1648228"/>
                  </a:lnTo>
                  <a:lnTo>
                    <a:pt x="8828935" y="1545085"/>
                  </a:lnTo>
                  <a:lnTo>
                    <a:pt x="8856841" y="1445305"/>
                  </a:lnTo>
                  <a:lnTo>
                    <a:pt x="8884786" y="1349148"/>
                  </a:lnTo>
                  <a:lnTo>
                    <a:pt x="8912814" y="1256823"/>
                  </a:lnTo>
                  <a:lnTo>
                    <a:pt x="8940979" y="1168482"/>
                  </a:lnTo>
                  <a:lnTo>
                    <a:pt x="8969350" y="1084223"/>
                  </a:lnTo>
                  <a:lnTo>
                    <a:pt x="8998012" y="1004095"/>
                  </a:lnTo>
                  <a:lnTo>
                    <a:pt x="9027065" y="928098"/>
                  </a:lnTo>
                  <a:lnTo>
                    <a:pt x="9056629" y="856190"/>
                  </a:lnTo>
                  <a:lnTo>
                    <a:pt x="9084767" y="792780"/>
                  </a:lnTo>
                  <a:lnTo>
                    <a:pt x="9127269" y="706114"/>
                  </a:lnTo>
                  <a:lnTo>
                    <a:pt x="9171734" y="626829"/>
                  </a:lnTo>
                  <a:lnTo>
                    <a:pt x="9218700" y="554676"/>
                  </a:lnTo>
                  <a:lnTo>
                    <a:pt x="9268759" y="489165"/>
                  </a:lnTo>
                  <a:lnTo>
                    <a:pt x="9322525" y="429704"/>
                  </a:lnTo>
                  <a:lnTo>
                    <a:pt x="9380604" y="375677"/>
                  </a:lnTo>
                  <a:lnTo>
                    <a:pt x="9443553" y="326505"/>
                  </a:lnTo>
                  <a:lnTo>
                    <a:pt x="9511830" y="281670"/>
                  </a:lnTo>
                  <a:lnTo>
                    <a:pt x="9585727" y="240741"/>
                  </a:lnTo>
                  <a:lnTo>
                    <a:pt x="9665283" y="203380"/>
                  </a:lnTo>
                  <a:lnTo>
                    <a:pt x="9750179" y="169347"/>
                  </a:lnTo>
                  <a:lnTo>
                    <a:pt x="9839626" y="138504"/>
                  </a:lnTo>
                  <a:lnTo>
                    <a:pt x="9932264" y="110798"/>
                  </a:lnTo>
                  <a:lnTo>
                    <a:pt x="10026107" y="86251"/>
                  </a:lnTo>
                  <a:lnTo>
                    <a:pt x="10118565" y="64924"/>
                  </a:lnTo>
                  <a:lnTo>
                    <a:pt x="10206593" y="46880"/>
                  </a:lnTo>
                  <a:lnTo>
                    <a:pt x="10286980" y="32133"/>
                  </a:lnTo>
                  <a:lnTo>
                    <a:pt x="10356751" y="20608"/>
                  </a:lnTo>
                  <a:lnTo>
                    <a:pt x="10413625" y="12104"/>
                  </a:lnTo>
                  <a:lnTo>
                    <a:pt x="10456411" y="6289"/>
                  </a:lnTo>
                  <a:lnTo>
                    <a:pt x="10485262" y="2711"/>
                  </a:lnTo>
                  <a:lnTo>
                    <a:pt x="10501722" y="843"/>
                  </a:lnTo>
                  <a:lnTo>
                    <a:pt x="10508623" y="124"/>
                  </a:lnTo>
                  <a:lnTo>
                    <a:pt x="10509909" y="0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07" name="pl2107"/>
            <p:cNvSpPr/>
            <p:nvPr/>
          </p:nvSpPr>
          <p:spPr>
            <a:xfrm>
              <a:off x="4799595" y="4881694"/>
              <a:ext cx="11981298" cy="6178786"/>
            </a:xfrm>
            <a:custGeom>
              <a:avLst/>
              <a:pathLst>
                <a:path w="11981298" h="6178786">
                  <a:moveTo>
                    <a:pt x="11981298" y="0"/>
                  </a:moveTo>
                  <a:lnTo>
                    <a:pt x="10509911" y="0"/>
                  </a:lnTo>
                  <a:lnTo>
                    <a:pt x="10509015" y="85"/>
                  </a:lnTo>
                  <a:lnTo>
                    <a:pt x="10503096" y="695"/>
                  </a:lnTo>
                  <a:lnTo>
                    <a:pt x="10488074" y="2381"/>
                  </a:lnTo>
                  <a:lnTo>
                    <a:pt x="10460964" y="5703"/>
                  </a:lnTo>
                  <a:lnTo>
                    <a:pt x="10420042" y="11198"/>
                  </a:lnTo>
                  <a:lnTo>
                    <a:pt x="10364972" y="19328"/>
                  </a:lnTo>
                  <a:lnTo>
                    <a:pt x="10296780" y="30443"/>
                  </a:lnTo>
                  <a:lnTo>
                    <a:pt x="10217625" y="44761"/>
                  </a:lnTo>
                  <a:lnTo>
                    <a:pt x="10130415" y="62373"/>
                  </a:lnTo>
                  <a:lnTo>
                    <a:pt x="10038357" y="83273"/>
                  </a:lnTo>
                  <a:lnTo>
                    <a:pt x="9944537" y="107402"/>
                  </a:lnTo>
                  <a:lnTo>
                    <a:pt x="9851614" y="134697"/>
                  </a:lnTo>
                  <a:lnTo>
                    <a:pt x="9761659" y="165128"/>
                  </a:lnTo>
                  <a:lnTo>
                    <a:pt x="9676111" y="198737"/>
                  </a:lnTo>
                  <a:lnTo>
                    <a:pt x="9595828" y="235651"/>
                  </a:lnTo>
                  <a:lnTo>
                    <a:pt x="9521185" y="276095"/>
                  </a:lnTo>
                  <a:lnTo>
                    <a:pt x="9452184" y="320396"/>
                  </a:lnTo>
                  <a:lnTo>
                    <a:pt x="9388561" y="368972"/>
                  </a:lnTo>
                  <a:lnTo>
                    <a:pt x="9329874" y="422331"/>
                  </a:lnTo>
                  <a:lnTo>
                    <a:pt x="9275577" y="481046"/>
                  </a:lnTo>
                  <a:lnTo>
                    <a:pt x="9225068" y="545730"/>
                  </a:lnTo>
                  <a:lnTo>
                    <a:pt x="9177731" y="616982"/>
                  </a:lnTo>
                  <a:lnTo>
                    <a:pt x="9132971" y="695311"/>
                  </a:lnTo>
                  <a:lnTo>
                    <a:pt x="9090239" y="781009"/>
                  </a:lnTo>
                  <a:lnTo>
                    <a:pt x="9084767" y="792780"/>
                  </a:lnTo>
                  <a:lnTo>
                    <a:pt x="9054599" y="860952"/>
                  </a:lnTo>
                  <a:lnTo>
                    <a:pt x="9025075" y="933136"/>
                  </a:lnTo>
                  <a:lnTo>
                    <a:pt x="8996052" y="1009412"/>
                  </a:lnTo>
                  <a:lnTo>
                    <a:pt x="8967413" y="1089822"/>
                  </a:lnTo>
                  <a:lnTo>
                    <a:pt x="8939058" y="1174360"/>
                  </a:lnTo>
                  <a:lnTo>
                    <a:pt x="8910904" y="1262976"/>
                  </a:lnTo>
                  <a:lnTo>
                    <a:pt x="8882884" y="1355568"/>
                  </a:lnTo>
                  <a:lnTo>
                    <a:pt x="8854942" y="1451978"/>
                  </a:lnTo>
                  <a:lnTo>
                    <a:pt x="8827038" y="1551996"/>
                  </a:lnTo>
                  <a:lnTo>
                    <a:pt x="8799139" y="1655356"/>
                  </a:lnTo>
                  <a:lnTo>
                    <a:pt x="8771225" y="1761741"/>
                  </a:lnTo>
                  <a:lnTo>
                    <a:pt x="8743281" y="1870778"/>
                  </a:lnTo>
                  <a:lnTo>
                    <a:pt x="8715304" y="1982052"/>
                  </a:lnTo>
                  <a:lnTo>
                    <a:pt x="8687294" y="2095107"/>
                  </a:lnTo>
                  <a:lnTo>
                    <a:pt x="8659257" y="2209454"/>
                  </a:lnTo>
                  <a:lnTo>
                    <a:pt x="8631203" y="2324577"/>
                  </a:lnTo>
                  <a:lnTo>
                    <a:pt x="8603143" y="2439949"/>
                  </a:lnTo>
                  <a:lnTo>
                    <a:pt x="8575089" y="2555036"/>
                  </a:lnTo>
                  <a:lnTo>
                    <a:pt x="8547054" y="2669311"/>
                  </a:lnTo>
                  <a:lnTo>
                    <a:pt x="8519046" y="2782260"/>
                  </a:lnTo>
                  <a:lnTo>
                    <a:pt x="8491071" y="2893397"/>
                  </a:lnTo>
                  <a:lnTo>
                    <a:pt x="8463130" y="3002266"/>
                  </a:lnTo>
                  <a:lnTo>
                    <a:pt x="8435217" y="3108456"/>
                  </a:lnTo>
                  <a:lnTo>
                    <a:pt x="8407318" y="3211599"/>
                  </a:lnTo>
                  <a:lnTo>
                    <a:pt x="8379412" y="3311379"/>
                  </a:lnTo>
                  <a:lnTo>
                    <a:pt x="8351467" y="3407536"/>
                  </a:lnTo>
                  <a:lnTo>
                    <a:pt x="8323440" y="3499861"/>
                  </a:lnTo>
                  <a:lnTo>
                    <a:pt x="8295274" y="3588202"/>
                  </a:lnTo>
                  <a:lnTo>
                    <a:pt x="8266903" y="3672461"/>
                  </a:lnTo>
                  <a:lnTo>
                    <a:pt x="8238241" y="3752589"/>
                  </a:lnTo>
                  <a:lnTo>
                    <a:pt x="8209188" y="3828586"/>
                  </a:lnTo>
                  <a:lnTo>
                    <a:pt x="8179625" y="3900494"/>
                  </a:lnTo>
                  <a:lnTo>
                    <a:pt x="8151487" y="3963904"/>
                  </a:lnTo>
                  <a:lnTo>
                    <a:pt x="8108984" y="4050570"/>
                  </a:lnTo>
                  <a:lnTo>
                    <a:pt x="8064519" y="4129855"/>
                  </a:lnTo>
                  <a:lnTo>
                    <a:pt x="8017553" y="4202008"/>
                  </a:lnTo>
                  <a:lnTo>
                    <a:pt x="7967494" y="4267519"/>
                  </a:lnTo>
                  <a:lnTo>
                    <a:pt x="7913728" y="4326981"/>
                  </a:lnTo>
                  <a:lnTo>
                    <a:pt x="7855649" y="4381007"/>
                  </a:lnTo>
                  <a:lnTo>
                    <a:pt x="7792700" y="4430179"/>
                  </a:lnTo>
                  <a:lnTo>
                    <a:pt x="7724423" y="4475014"/>
                  </a:lnTo>
                  <a:lnTo>
                    <a:pt x="7650526" y="4515943"/>
                  </a:lnTo>
                  <a:lnTo>
                    <a:pt x="7570970" y="4553304"/>
                  </a:lnTo>
                  <a:lnTo>
                    <a:pt x="7486074" y="4587337"/>
                  </a:lnTo>
                  <a:lnTo>
                    <a:pt x="7396627" y="4618180"/>
                  </a:lnTo>
                  <a:lnTo>
                    <a:pt x="7303989" y="4645886"/>
                  </a:lnTo>
                  <a:lnTo>
                    <a:pt x="7210146" y="4670433"/>
                  </a:lnTo>
                  <a:lnTo>
                    <a:pt x="7117689" y="4691760"/>
                  </a:lnTo>
                  <a:lnTo>
                    <a:pt x="7029660" y="4709805"/>
                  </a:lnTo>
                  <a:lnTo>
                    <a:pt x="6949274" y="4724551"/>
                  </a:lnTo>
                  <a:lnTo>
                    <a:pt x="6879502" y="4736076"/>
                  </a:lnTo>
                  <a:lnTo>
                    <a:pt x="6822628" y="4744580"/>
                  </a:lnTo>
                  <a:lnTo>
                    <a:pt x="6779842" y="4750395"/>
                  </a:lnTo>
                  <a:lnTo>
                    <a:pt x="6750991" y="4753973"/>
                  </a:lnTo>
                  <a:lnTo>
                    <a:pt x="6734531" y="4755841"/>
                  </a:lnTo>
                  <a:lnTo>
                    <a:pt x="6727630" y="4756560"/>
                  </a:lnTo>
                  <a:lnTo>
                    <a:pt x="6726345" y="4756684"/>
                  </a:lnTo>
                  <a:lnTo>
                    <a:pt x="6726343" y="4756685"/>
                  </a:lnTo>
                  <a:lnTo>
                    <a:pt x="5254955" y="4756685"/>
                  </a:lnTo>
                  <a:lnTo>
                    <a:pt x="5253742" y="4756719"/>
                  </a:lnTo>
                  <a:lnTo>
                    <a:pt x="5245778" y="4756969"/>
                  </a:lnTo>
                  <a:lnTo>
                    <a:pt x="5225741" y="4757658"/>
                  </a:lnTo>
                  <a:lnTo>
                    <a:pt x="5190015" y="4759014"/>
                  </a:lnTo>
                  <a:lnTo>
                    <a:pt x="5136963" y="4761244"/>
                  </a:lnTo>
                  <a:lnTo>
                    <a:pt x="5067048" y="4764518"/>
                  </a:lnTo>
                  <a:lnTo>
                    <a:pt x="4982625" y="4768944"/>
                  </a:lnTo>
                  <a:lnTo>
                    <a:pt x="4887401" y="4774575"/>
                  </a:lnTo>
                  <a:lnTo>
                    <a:pt x="4785693" y="4781416"/>
                  </a:lnTo>
                  <a:lnTo>
                    <a:pt x="4681722" y="4789443"/>
                  </a:lnTo>
                  <a:lnTo>
                    <a:pt x="4579082" y="4798631"/>
                  </a:lnTo>
                  <a:lnTo>
                    <a:pt x="4480472" y="4808972"/>
                  </a:lnTo>
                  <a:lnTo>
                    <a:pt x="4387651" y="4820492"/>
                  </a:lnTo>
                  <a:lnTo>
                    <a:pt x="4301541" y="4833256"/>
                  </a:lnTo>
                  <a:lnTo>
                    <a:pt x="4222402" y="4847374"/>
                  </a:lnTo>
                  <a:lnTo>
                    <a:pt x="4150016" y="4863002"/>
                  </a:lnTo>
                  <a:lnTo>
                    <a:pt x="4083853" y="4880335"/>
                  </a:lnTo>
                  <a:lnTo>
                    <a:pt x="4023192" y="4899601"/>
                  </a:lnTo>
                  <a:lnTo>
                    <a:pt x="3967221" y="4921048"/>
                  </a:lnTo>
                  <a:lnTo>
                    <a:pt x="3915105" y="4944919"/>
                  </a:lnTo>
                  <a:lnTo>
                    <a:pt x="3866036" y="4971413"/>
                  </a:lnTo>
                  <a:lnTo>
                    <a:pt x="3829811" y="4993701"/>
                  </a:lnTo>
                  <a:lnTo>
                    <a:pt x="3782559" y="5026372"/>
                  </a:lnTo>
                  <a:lnTo>
                    <a:pt x="3736703" y="5062057"/>
                  </a:lnTo>
                  <a:lnTo>
                    <a:pt x="3691765" y="5100810"/>
                  </a:lnTo>
                  <a:lnTo>
                    <a:pt x="3647384" y="5142601"/>
                  </a:lnTo>
                  <a:lnTo>
                    <a:pt x="3603294" y="5187309"/>
                  </a:lnTo>
                  <a:lnTo>
                    <a:pt x="3559309" y="5234714"/>
                  </a:lnTo>
                  <a:lnTo>
                    <a:pt x="3515315" y="5284492"/>
                  </a:lnTo>
                  <a:lnTo>
                    <a:pt x="3471250" y="5336228"/>
                  </a:lnTo>
                  <a:lnTo>
                    <a:pt x="3427103" y="5389418"/>
                  </a:lnTo>
                  <a:lnTo>
                    <a:pt x="3382894" y="5443495"/>
                  </a:lnTo>
                  <a:lnTo>
                    <a:pt x="3338664" y="5497850"/>
                  </a:lnTo>
                  <a:lnTo>
                    <a:pt x="3294460" y="5551860"/>
                  </a:lnTo>
                  <a:lnTo>
                    <a:pt x="3250321" y="5604919"/>
                  </a:lnTo>
                  <a:lnTo>
                    <a:pt x="3206266" y="5656466"/>
                  </a:lnTo>
                  <a:lnTo>
                    <a:pt x="3162276" y="5706006"/>
                  </a:lnTo>
                  <a:lnTo>
                    <a:pt x="3118286" y="5753133"/>
                  </a:lnTo>
                  <a:lnTo>
                    <a:pt x="3074175" y="5797534"/>
                  </a:lnTo>
                  <a:lnTo>
                    <a:pt x="3029748" y="5839001"/>
                  </a:lnTo>
                  <a:lnTo>
                    <a:pt x="2984730" y="5877422"/>
                  </a:lnTo>
                  <a:lnTo>
                    <a:pt x="2938748" y="5912777"/>
                  </a:lnTo>
                  <a:lnTo>
                    <a:pt x="2896531" y="5941769"/>
                  </a:lnTo>
                  <a:lnTo>
                    <a:pt x="2849313" y="5970355"/>
                  </a:lnTo>
                  <a:lnTo>
                    <a:pt x="2799615" y="5996236"/>
                  </a:lnTo>
                  <a:lnTo>
                    <a:pt x="2746690" y="6019533"/>
                  </a:lnTo>
                  <a:lnTo>
                    <a:pt x="2689720" y="6040459"/>
                  </a:lnTo>
                  <a:lnTo>
                    <a:pt x="2627870" y="6059262"/>
                  </a:lnTo>
                  <a:lnTo>
                    <a:pt x="2560342" y="6076185"/>
                  </a:lnTo>
                  <a:lnTo>
                    <a:pt x="2486450" y="6091452"/>
                  </a:lnTo>
                  <a:lnTo>
                    <a:pt x="2405721" y="6105249"/>
                  </a:lnTo>
                  <a:lnTo>
                    <a:pt x="2318032" y="6117720"/>
                  </a:lnTo>
                  <a:lnTo>
                    <a:pt x="2223778" y="6128966"/>
                  </a:lnTo>
                  <a:lnTo>
                    <a:pt x="2124059" y="6139043"/>
                  </a:lnTo>
                  <a:lnTo>
                    <a:pt x="2020842" y="6147967"/>
                  </a:lnTo>
                  <a:lnTo>
                    <a:pt x="1917042" y="6155725"/>
                  </a:lnTo>
                  <a:lnTo>
                    <a:pt x="1816432" y="6162290"/>
                  </a:lnTo>
                  <a:lnTo>
                    <a:pt x="1723307" y="6167644"/>
                  </a:lnTo>
                  <a:lnTo>
                    <a:pt x="1641913" y="6171800"/>
                  </a:lnTo>
                  <a:lnTo>
                    <a:pt x="1575708" y="6174823"/>
                  </a:lnTo>
                  <a:lnTo>
                    <a:pt x="1526654" y="6176838"/>
                  </a:lnTo>
                  <a:lnTo>
                    <a:pt x="1494736" y="6178021"/>
                  </a:lnTo>
                  <a:lnTo>
                    <a:pt x="1477845" y="6178590"/>
                  </a:lnTo>
                  <a:lnTo>
                    <a:pt x="1471951" y="6178770"/>
                  </a:lnTo>
                  <a:lnTo>
                    <a:pt x="1471387" y="6178786"/>
                  </a:lnTo>
                  <a:lnTo>
                    <a:pt x="0" y="617878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08" name="pg2108"/>
            <p:cNvSpPr/>
            <p:nvPr/>
          </p:nvSpPr>
          <p:spPr>
            <a:xfrm>
              <a:off x="4799595" y="7905703"/>
              <a:ext cx="11981298" cy="3138431"/>
            </a:xfrm>
            <a:custGeom>
              <a:avLst/>
              <a:pathLst>
                <a:path w="11981298" h="3138431">
                  <a:moveTo>
                    <a:pt x="0" y="3138431"/>
                  </a:moveTo>
                  <a:lnTo>
                    <a:pt x="1471387" y="3138431"/>
                  </a:lnTo>
                  <a:lnTo>
                    <a:pt x="1472515" y="3138359"/>
                  </a:lnTo>
                  <a:lnTo>
                    <a:pt x="1479935" y="3137850"/>
                  </a:lnTo>
                  <a:lnTo>
                    <a:pt x="1498642" y="3136443"/>
                  </a:lnTo>
                  <a:lnTo>
                    <a:pt x="1532101" y="3133672"/>
                  </a:lnTo>
                  <a:lnTo>
                    <a:pt x="1581999" y="3129107"/>
                  </a:lnTo>
                  <a:lnTo>
                    <a:pt x="1648115" y="3122394"/>
                  </a:lnTo>
                  <a:lnTo>
                    <a:pt x="1728468" y="3113290"/>
                  </a:lnTo>
                  <a:lnTo>
                    <a:pt x="1819770" y="3101671"/>
                  </a:lnTo>
                  <a:lnTo>
                    <a:pt x="1918055" y="3087514"/>
                  </a:lnTo>
                  <a:lnTo>
                    <a:pt x="2019335" y="3070859"/>
                  </a:lnTo>
                  <a:lnTo>
                    <a:pt x="2120104" y="3051759"/>
                  </a:lnTo>
                  <a:lnTo>
                    <a:pt x="2217630" y="3030244"/>
                  </a:lnTo>
                  <a:lnTo>
                    <a:pt x="2310043" y="3006284"/>
                  </a:lnTo>
                  <a:lnTo>
                    <a:pt x="2396265" y="2979772"/>
                  </a:lnTo>
                  <a:lnTo>
                    <a:pt x="2475874" y="2950510"/>
                  </a:lnTo>
                  <a:lnTo>
                    <a:pt x="2548935" y="2918215"/>
                  </a:lnTo>
                  <a:lnTo>
                    <a:pt x="2615847" y="2882516"/>
                  </a:lnTo>
                  <a:lnTo>
                    <a:pt x="2677223" y="2842971"/>
                  </a:lnTo>
                  <a:lnTo>
                    <a:pt x="2733789" y="2799087"/>
                  </a:lnTo>
                  <a:lnTo>
                    <a:pt x="2786318" y="2750352"/>
                  </a:lnTo>
                  <a:lnTo>
                    <a:pt x="2835580" y="2696304"/>
                  </a:lnTo>
                  <a:lnTo>
                    <a:pt x="2882291" y="2636629"/>
                  </a:lnTo>
                  <a:lnTo>
                    <a:pt x="2896531" y="2616721"/>
                  </a:lnTo>
                  <a:lnTo>
                    <a:pt x="2932724" y="2562455"/>
                  </a:lnTo>
                  <a:lnTo>
                    <a:pt x="2968031" y="2504354"/>
                  </a:lnTo>
                  <a:lnTo>
                    <a:pt x="3002683" y="2442339"/>
                  </a:lnTo>
                  <a:lnTo>
                    <a:pt x="3036870" y="2376391"/>
                  </a:lnTo>
                  <a:lnTo>
                    <a:pt x="3070745" y="2306551"/>
                  </a:lnTo>
                  <a:lnTo>
                    <a:pt x="3104426" y="2232932"/>
                  </a:lnTo>
                  <a:lnTo>
                    <a:pt x="3138008" y="2155719"/>
                  </a:lnTo>
                  <a:lnTo>
                    <a:pt x="3171556" y="2075175"/>
                  </a:lnTo>
                  <a:lnTo>
                    <a:pt x="3205117" y="1991633"/>
                  </a:lnTo>
                  <a:lnTo>
                    <a:pt x="3238715" y="1905503"/>
                  </a:lnTo>
                  <a:lnTo>
                    <a:pt x="3272363" y="1817256"/>
                  </a:lnTo>
                  <a:lnTo>
                    <a:pt x="3306057" y="1727419"/>
                  </a:lnTo>
                  <a:lnTo>
                    <a:pt x="3339784" y="1636562"/>
                  </a:lnTo>
                  <a:lnTo>
                    <a:pt x="3373525" y="1545283"/>
                  </a:lnTo>
                  <a:lnTo>
                    <a:pt x="3407261" y="1454191"/>
                  </a:lnTo>
                  <a:lnTo>
                    <a:pt x="3440969" y="1363891"/>
                  </a:lnTo>
                  <a:lnTo>
                    <a:pt x="3474635" y="1274965"/>
                  </a:lnTo>
                  <a:lnTo>
                    <a:pt x="3508253" y="1187958"/>
                  </a:lnTo>
                  <a:lnTo>
                    <a:pt x="3541826" y="1103364"/>
                  </a:lnTo>
                  <a:lnTo>
                    <a:pt x="3575374" y="1021618"/>
                  </a:lnTo>
                  <a:lnTo>
                    <a:pt x="3608936" y="943084"/>
                  </a:lnTo>
                  <a:lnTo>
                    <a:pt x="3642570" y="868050"/>
                  </a:lnTo>
                  <a:lnTo>
                    <a:pt x="3676357" y="796733"/>
                  </a:lnTo>
                  <a:lnTo>
                    <a:pt x="3710408" y="729273"/>
                  </a:lnTo>
                  <a:lnTo>
                    <a:pt x="3744860" y="665738"/>
                  </a:lnTo>
                  <a:lnTo>
                    <a:pt x="3779889" y="606131"/>
                  </a:lnTo>
                  <a:lnTo>
                    <a:pt x="3815709" y="550396"/>
                  </a:lnTo>
                  <a:lnTo>
                    <a:pt x="3829811" y="529882"/>
                  </a:lnTo>
                  <a:lnTo>
                    <a:pt x="3875854" y="468419"/>
                  </a:lnTo>
                  <a:lnTo>
                    <a:pt x="3924242" y="412628"/>
                  </a:lnTo>
                  <a:lnTo>
                    <a:pt x="3975665" y="362271"/>
                  </a:lnTo>
                  <a:lnTo>
                    <a:pt x="4030879" y="316917"/>
                  </a:lnTo>
                  <a:lnTo>
                    <a:pt x="4090663" y="276065"/>
                  </a:lnTo>
                  <a:lnTo>
                    <a:pt x="4155765" y="239210"/>
                  </a:lnTo>
                  <a:lnTo>
                    <a:pt x="4226840" y="205889"/>
                  </a:lnTo>
                  <a:lnTo>
                    <a:pt x="4304368" y="175710"/>
                  </a:lnTo>
                  <a:lnTo>
                    <a:pt x="4388533" y="148360"/>
                  </a:lnTo>
                  <a:lnTo>
                    <a:pt x="4479084" y="123614"/>
                  </a:lnTo>
                  <a:lnTo>
                    <a:pt x="4575167" y="101338"/>
                  </a:lnTo>
                  <a:lnTo>
                    <a:pt x="4675171" y="81480"/>
                  </a:lnTo>
                  <a:lnTo>
                    <a:pt x="4776635" y="64051"/>
                  </a:lnTo>
                  <a:lnTo>
                    <a:pt x="4876276" y="49104"/>
                  </a:lnTo>
                  <a:lnTo>
                    <a:pt x="4970210" y="36687"/>
                  </a:lnTo>
                  <a:lnTo>
                    <a:pt x="5054400" y="26802"/>
                  </a:lnTo>
                  <a:lnTo>
                    <a:pt x="5125272" y="19359"/>
                  </a:lnTo>
                  <a:lnTo>
                    <a:pt x="5180374" y="14152"/>
                  </a:lnTo>
                  <a:lnTo>
                    <a:pt x="5218902" y="10862"/>
                  </a:lnTo>
                  <a:lnTo>
                    <a:pt x="5241946" y="9076"/>
                  </a:lnTo>
                  <a:lnTo>
                    <a:pt x="5252439" y="8335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545" y="8214"/>
                  </a:lnTo>
                  <a:lnTo>
                    <a:pt x="6735439" y="8512"/>
                  </a:lnTo>
                  <a:lnTo>
                    <a:pt x="6755307" y="9336"/>
                  </a:lnTo>
                  <a:lnTo>
                    <a:pt x="6790744" y="10957"/>
                  </a:lnTo>
                  <a:lnTo>
                    <a:pt x="6843395" y="13626"/>
                  </a:lnTo>
                  <a:lnTo>
                    <a:pt x="6912831" y="17542"/>
                  </a:lnTo>
                  <a:lnTo>
                    <a:pt x="6996743" y="22840"/>
                  </a:lnTo>
                  <a:lnTo>
                    <a:pt x="7091479" y="29582"/>
                  </a:lnTo>
                  <a:lnTo>
                    <a:pt x="7192765" y="37775"/>
                  </a:lnTo>
                  <a:lnTo>
                    <a:pt x="7296409" y="47392"/>
                  </a:lnTo>
                  <a:lnTo>
                    <a:pt x="7398826" y="58403"/>
                  </a:lnTo>
                  <a:lnTo>
                    <a:pt x="7497311" y="70797"/>
                  </a:lnTo>
                  <a:lnTo>
                    <a:pt x="7590091" y="84603"/>
                  </a:lnTo>
                  <a:lnTo>
                    <a:pt x="7676223" y="99896"/>
                  </a:lnTo>
                  <a:lnTo>
                    <a:pt x="7755427" y="116808"/>
                  </a:lnTo>
                  <a:lnTo>
                    <a:pt x="7827900" y="135521"/>
                  </a:lnTo>
                  <a:lnTo>
                    <a:pt x="7894157" y="156267"/>
                  </a:lnTo>
                  <a:lnTo>
                    <a:pt x="7954906" y="179316"/>
                  </a:lnTo>
                  <a:lnTo>
                    <a:pt x="8010947" y="204966"/>
                  </a:lnTo>
                  <a:lnTo>
                    <a:pt x="8063110" y="233507"/>
                  </a:lnTo>
                  <a:lnTo>
                    <a:pt x="8112197" y="265183"/>
                  </a:lnTo>
                  <a:lnTo>
                    <a:pt x="8151487" y="294227"/>
                  </a:lnTo>
                  <a:lnTo>
                    <a:pt x="8196376" y="331567"/>
                  </a:lnTo>
                  <a:lnTo>
                    <a:pt x="8239984" y="372181"/>
                  </a:lnTo>
                  <a:lnTo>
                    <a:pt x="8282727" y="416129"/>
                  </a:lnTo>
                  <a:lnTo>
                    <a:pt x="8324926" y="463393"/>
                  </a:lnTo>
                  <a:lnTo>
                    <a:pt x="8366821" y="513865"/>
                  </a:lnTo>
                  <a:lnTo>
                    <a:pt x="8408585" y="567342"/>
                  </a:lnTo>
                  <a:lnTo>
                    <a:pt x="8450332" y="623519"/>
                  </a:lnTo>
                  <a:lnTo>
                    <a:pt x="8492129" y="681997"/>
                  </a:lnTo>
                  <a:lnTo>
                    <a:pt x="8534000" y="742290"/>
                  </a:lnTo>
                  <a:lnTo>
                    <a:pt x="8575939" y="803837"/>
                  </a:lnTo>
                  <a:lnTo>
                    <a:pt x="8617918" y="866027"/>
                  </a:lnTo>
                  <a:lnTo>
                    <a:pt x="8659896" y="928220"/>
                  </a:lnTo>
                  <a:lnTo>
                    <a:pt x="8701836" y="989777"/>
                  </a:lnTo>
                  <a:lnTo>
                    <a:pt x="8743708" y="1050085"/>
                  </a:lnTo>
                  <a:lnTo>
                    <a:pt x="8785505" y="1108585"/>
                  </a:lnTo>
                  <a:lnTo>
                    <a:pt x="8827253" y="1164787"/>
                  </a:lnTo>
                  <a:lnTo>
                    <a:pt x="8869016" y="1218291"/>
                  </a:lnTo>
                  <a:lnTo>
                    <a:pt x="8910909" y="1268795"/>
                  </a:lnTo>
                  <a:lnTo>
                    <a:pt x="8953104" y="1316092"/>
                  </a:lnTo>
                  <a:lnTo>
                    <a:pt x="8995840" y="1360073"/>
                  </a:lnTo>
                  <a:lnTo>
                    <a:pt x="9039438" y="1400720"/>
                  </a:lnTo>
                  <a:lnTo>
                    <a:pt x="9084312" y="1438091"/>
                  </a:lnTo>
                  <a:lnTo>
                    <a:pt x="9084767" y="1438447"/>
                  </a:lnTo>
                  <a:lnTo>
                    <a:pt x="9131837" y="1472847"/>
                  </a:lnTo>
                  <a:lnTo>
                    <a:pt x="9181371" y="1504002"/>
                  </a:lnTo>
                  <a:lnTo>
                    <a:pt x="9234107" y="1532056"/>
                  </a:lnTo>
                  <a:lnTo>
                    <a:pt x="9290855" y="1557264"/>
                  </a:lnTo>
                  <a:lnTo>
                    <a:pt x="9352444" y="1579920"/>
                  </a:lnTo>
                  <a:lnTo>
                    <a:pt x="9419665" y="1600319"/>
                  </a:lnTo>
                  <a:lnTo>
                    <a:pt x="9493200" y="1618725"/>
                  </a:lnTo>
                  <a:lnTo>
                    <a:pt x="9573524" y="1635364"/>
                  </a:lnTo>
                  <a:lnTo>
                    <a:pt x="9660768" y="1650409"/>
                  </a:lnTo>
                  <a:lnTo>
                    <a:pt x="9754557" y="1663981"/>
                  </a:lnTo>
                  <a:lnTo>
                    <a:pt x="9853824" y="1676151"/>
                  </a:lnTo>
                  <a:lnTo>
                    <a:pt x="9956649" y="1686937"/>
                  </a:lnTo>
                  <a:lnTo>
                    <a:pt x="10060175" y="1696326"/>
                  </a:lnTo>
                  <a:lnTo>
                    <a:pt x="10160693" y="1704285"/>
                  </a:lnTo>
                  <a:lnTo>
                    <a:pt x="10253958" y="1710791"/>
                  </a:lnTo>
                  <a:lnTo>
                    <a:pt x="10335743" y="1715859"/>
                  </a:lnTo>
                  <a:lnTo>
                    <a:pt x="10402570" y="1719562"/>
                  </a:lnTo>
                  <a:lnTo>
                    <a:pt x="10452406" y="1722045"/>
                  </a:lnTo>
                  <a:lnTo>
                    <a:pt x="10485153" y="1723519"/>
                  </a:lnTo>
                  <a:lnTo>
                    <a:pt x="10502787" y="1724239"/>
                  </a:lnTo>
                  <a:lnTo>
                    <a:pt x="10509197" y="1724478"/>
                  </a:lnTo>
                  <a:lnTo>
                    <a:pt x="10509911" y="1724502"/>
                  </a:lnTo>
                  <a:lnTo>
                    <a:pt x="11981298" y="1724502"/>
                  </a:lnTo>
                  <a:lnTo>
                    <a:pt x="11981298" y="1716329"/>
                  </a:lnTo>
                  <a:lnTo>
                    <a:pt x="10509911" y="1716329"/>
                  </a:lnTo>
                  <a:lnTo>
                    <a:pt x="10508708" y="1716287"/>
                  </a:lnTo>
                  <a:lnTo>
                    <a:pt x="10500814" y="1715989"/>
                  </a:lnTo>
                  <a:lnTo>
                    <a:pt x="10480947" y="1715165"/>
                  </a:lnTo>
                  <a:lnTo>
                    <a:pt x="10445510" y="1713544"/>
                  </a:lnTo>
                  <a:lnTo>
                    <a:pt x="10392858" y="1710876"/>
                  </a:lnTo>
                  <a:lnTo>
                    <a:pt x="10323422" y="1706960"/>
                  </a:lnTo>
                  <a:lnTo>
                    <a:pt x="10239510" y="1701662"/>
                  </a:lnTo>
                  <a:lnTo>
                    <a:pt x="10144774" y="1694920"/>
                  </a:lnTo>
                  <a:lnTo>
                    <a:pt x="10043488" y="1686727"/>
                  </a:lnTo>
                  <a:lnTo>
                    <a:pt x="9939844" y="1677109"/>
                  </a:lnTo>
                  <a:lnTo>
                    <a:pt x="9837427" y="1666099"/>
                  </a:lnTo>
                  <a:lnTo>
                    <a:pt x="9738942" y="1653704"/>
                  </a:lnTo>
                  <a:lnTo>
                    <a:pt x="9646162" y="1639899"/>
                  </a:lnTo>
                  <a:lnTo>
                    <a:pt x="9560030" y="1624605"/>
                  </a:lnTo>
                  <a:lnTo>
                    <a:pt x="9480826" y="1607693"/>
                  </a:lnTo>
                  <a:lnTo>
                    <a:pt x="9408354" y="1588980"/>
                  </a:lnTo>
                  <a:lnTo>
                    <a:pt x="9342096" y="1568235"/>
                  </a:lnTo>
                  <a:lnTo>
                    <a:pt x="9281348" y="1545185"/>
                  </a:lnTo>
                  <a:lnTo>
                    <a:pt x="9225306" y="1519536"/>
                  </a:lnTo>
                  <a:lnTo>
                    <a:pt x="9173143" y="1490995"/>
                  </a:lnTo>
                  <a:lnTo>
                    <a:pt x="9124057" y="1459319"/>
                  </a:lnTo>
                  <a:lnTo>
                    <a:pt x="9084767" y="1430274"/>
                  </a:lnTo>
                  <a:lnTo>
                    <a:pt x="9039877" y="1392935"/>
                  </a:lnTo>
                  <a:lnTo>
                    <a:pt x="8996269" y="1352321"/>
                  </a:lnTo>
                  <a:lnTo>
                    <a:pt x="8953526" y="1308373"/>
                  </a:lnTo>
                  <a:lnTo>
                    <a:pt x="8911327" y="1261108"/>
                  </a:lnTo>
                  <a:lnTo>
                    <a:pt x="8869432" y="1210636"/>
                  </a:lnTo>
                  <a:lnTo>
                    <a:pt x="8827669" y="1157160"/>
                  </a:lnTo>
                  <a:lnTo>
                    <a:pt x="8785921" y="1100983"/>
                  </a:lnTo>
                  <a:lnTo>
                    <a:pt x="8744124" y="1042505"/>
                  </a:lnTo>
                  <a:lnTo>
                    <a:pt x="8702253" y="982212"/>
                  </a:lnTo>
                  <a:lnTo>
                    <a:pt x="8660314" y="920664"/>
                  </a:lnTo>
                  <a:lnTo>
                    <a:pt x="8618336" y="858474"/>
                  </a:lnTo>
                  <a:lnTo>
                    <a:pt x="8576357" y="796281"/>
                  </a:lnTo>
                  <a:lnTo>
                    <a:pt x="8534418" y="734724"/>
                  </a:lnTo>
                  <a:lnTo>
                    <a:pt x="8492546" y="674416"/>
                  </a:lnTo>
                  <a:lnTo>
                    <a:pt x="8450748" y="615917"/>
                  </a:lnTo>
                  <a:lnTo>
                    <a:pt x="8409000" y="559715"/>
                  </a:lnTo>
                  <a:lnTo>
                    <a:pt x="8367237" y="506210"/>
                  </a:lnTo>
                  <a:lnTo>
                    <a:pt x="8325344" y="455707"/>
                  </a:lnTo>
                  <a:lnTo>
                    <a:pt x="8283150" y="408410"/>
                  </a:lnTo>
                  <a:lnTo>
                    <a:pt x="8240413" y="364429"/>
                  </a:lnTo>
                  <a:lnTo>
                    <a:pt x="8196816" y="323782"/>
                  </a:lnTo>
                  <a:lnTo>
                    <a:pt x="8151941" y="286410"/>
                  </a:lnTo>
                  <a:lnTo>
                    <a:pt x="8151487" y="286054"/>
                  </a:lnTo>
                  <a:lnTo>
                    <a:pt x="8104416" y="251654"/>
                  </a:lnTo>
                  <a:lnTo>
                    <a:pt x="8054882" y="220499"/>
                  </a:lnTo>
                  <a:lnTo>
                    <a:pt x="8002146" y="192445"/>
                  </a:lnTo>
                  <a:lnTo>
                    <a:pt x="7945398" y="167238"/>
                  </a:lnTo>
                  <a:lnTo>
                    <a:pt x="7883809" y="144582"/>
                  </a:lnTo>
                  <a:lnTo>
                    <a:pt x="7816588" y="124183"/>
                  </a:lnTo>
                  <a:lnTo>
                    <a:pt x="7743053" y="105777"/>
                  </a:lnTo>
                  <a:lnTo>
                    <a:pt x="7662729" y="89138"/>
                  </a:lnTo>
                  <a:lnTo>
                    <a:pt x="7575485" y="74093"/>
                  </a:lnTo>
                  <a:lnTo>
                    <a:pt x="7481696" y="60520"/>
                  </a:lnTo>
                  <a:lnTo>
                    <a:pt x="7382429" y="48351"/>
                  </a:lnTo>
                  <a:lnTo>
                    <a:pt x="7279604" y="37565"/>
                  </a:lnTo>
                  <a:lnTo>
                    <a:pt x="7176079" y="28176"/>
                  </a:lnTo>
                  <a:lnTo>
                    <a:pt x="7075560" y="20217"/>
                  </a:lnTo>
                  <a:lnTo>
                    <a:pt x="6982296" y="13710"/>
                  </a:lnTo>
                  <a:lnTo>
                    <a:pt x="6900510" y="8643"/>
                  </a:lnTo>
                  <a:lnTo>
                    <a:pt x="6833683" y="4940"/>
                  </a:lnTo>
                  <a:lnTo>
                    <a:pt x="6783847" y="2457"/>
                  </a:lnTo>
                  <a:lnTo>
                    <a:pt x="6751100" y="982"/>
                  </a:lnTo>
                  <a:lnTo>
                    <a:pt x="6733466" y="263"/>
                  </a:lnTo>
                  <a:lnTo>
                    <a:pt x="6727056" y="24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827" y="71"/>
                  </a:lnTo>
                  <a:lnTo>
                    <a:pt x="5246408" y="580"/>
                  </a:lnTo>
                  <a:lnTo>
                    <a:pt x="5227700" y="1987"/>
                  </a:lnTo>
                  <a:lnTo>
                    <a:pt x="5194241" y="4758"/>
                  </a:lnTo>
                  <a:lnTo>
                    <a:pt x="5144343" y="9323"/>
                  </a:lnTo>
                  <a:lnTo>
                    <a:pt x="5078228" y="16036"/>
                  </a:lnTo>
                  <a:lnTo>
                    <a:pt x="4997874" y="25141"/>
                  </a:lnTo>
                  <a:lnTo>
                    <a:pt x="4906572" y="36759"/>
                  </a:lnTo>
                  <a:lnTo>
                    <a:pt x="4808287" y="50916"/>
                  </a:lnTo>
                  <a:lnTo>
                    <a:pt x="4707007" y="67572"/>
                  </a:lnTo>
                  <a:lnTo>
                    <a:pt x="4606239" y="86671"/>
                  </a:lnTo>
                  <a:lnTo>
                    <a:pt x="4508712" y="108186"/>
                  </a:lnTo>
                  <a:lnTo>
                    <a:pt x="4416300" y="132146"/>
                  </a:lnTo>
                  <a:lnTo>
                    <a:pt x="4330077" y="158659"/>
                  </a:lnTo>
                  <a:lnTo>
                    <a:pt x="4250468" y="187920"/>
                  </a:lnTo>
                  <a:lnTo>
                    <a:pt x="4177407" y="220216"/>
                  </a:lnTo>
                  <a:lnTo>
                    <a:pt x="4110495" y="255914"/>
                  </a:lnTo>
                  <a:lnTo>
                    <a:pt x="4049119" y="295459"/>
                  </a:lnTo>
                  <a:lnTo>
                    <a:pt x="3992554" y="339344"/>
                  </a:lnTo>
                  <a:lnTo>
                    <a:pt x="3940024" y="388079"/>
                  </a:lnTo>
                  <a:lnTo>
                    <a:pt x="3890762" y="442126"/>
                  </a:lnTo>
                  <a:lnTo>
                    <a:pt x="3844051" y="501801"/>
                  </a:lnTo>
                  <a:lnTo>
                    <a:pt x="3829811" y="521709"/>
                  </a:lnTo>
                  <a:lnTo>
                    <a:pt x="3793618" y="575975"/>
                  </a:lnTo>
                  <a:lnTo>
                    <a:pt x="3758312" y="634076"/>
                  </a:lnTo>
                  <a:lnTo>
                    <a:pt x="3723659" y="696091"/>
                  </a:lnTo>
                  <a:lnTo>
                    <a:pt x="3689472" y="762040"/>
                  </a:lnTo>
                  <a:lnTo>
                    <a:pt x="3655598" y="831880"/>
                  </a:lnTo>
                  <a:lnTo>
                    <a:pt x="3621916" y="905499"/>
                  </a:lnTo>
                  <a:lnTo>
                    <a:pt x="3588334" y="982711"/>
                  </a:lnTo>
                  <a:lnTo>
                    <a:pt x="3554786" y="1063256"/>
                  </a:lnTo>
                  <a:lnTo>
                    <a:pt x="3521226" y="1146797"/>
                  </a:lnTo>
                  <a:lnTo>
                    <a:pt x="3487627" y="1232927"/>
                  </a:lnTo>
                  <a:lnTo>
                    <a:pt x="3453979" y="1321174"/>
                  </a:lnTo>
                  <a:lnTo>
                    <a:pt x="3420285" y="1411011"/>
                  </a:lnTo>
                  <a:lnTo>
                    <a:pt x="3386558" y="1501868"/>
                  </a:lnTo>
                  <a:lnTo>
                    <a:pt x="3352817" y="1593147"/>
                  </a:lnTo>
                  <a:lnTo>
                    <a:pt x="3319082" y="1684239"/>
                  </a:lnTo>
                  <a:lnTo>
                    <a:pt x="3285373" y="1774539"/>
                  </a:lnTo>
                  <a:lnTo>
                    <a:pt x="3251707" y="1863466"/>
                  </a:lnTo>
                  <a:lnTo>
                    <a:pt x="3218089" y="1950473"/>
                  </a:lnTo>
                  <a:lnTo>
                    <a:pt x="3184516" y="2035066"/>
                  </a:lnTo>
                  <a:lnTo>
                    <a:pt x="3150968" y="2116812"/>
                  </a:lnTo>
                  <a:lnTo>
                    <a:pt x="3117406" y="2195347"/>
                  </a:lnTo>
                  <a:lnTo>
                    <a:pt x="3083772" y="2270380"/>
                  </a:lnTo>
                  <a:lnTo>
                    <a:pt x="3049985" y="2341697"/>
                  </a:lnTo>
                  <a:lnTo>
                    <a:pt x="3015935" y="2409158"/>
                  </a:lnTo>
                  <a:lnTo>
                    <a:pt x="2981482" y="2472693"/>
                  </a:lnTo>
                  <a:lnTo>
                    <a:pt x="2946453" y="2532299"/>
                  </a:lnTo>
                  <a:lnTo>
                    <a:pt x="2910633" y="2588034"/>
                  </a:lnTo>
                  <a:lnTo>
                    <a:pt x="2896531" y="2608548"/>
                  </a:lnTo>
                  <a:lnTo>
                    <a:pt x="2850488" y="2670011"/>
                  </a:lnTo>
                  <a:lnTo>
                    <a:pt x="2802100" y="2725802"/>
                  </a:lnTo>
                  <a:lnTo>
                    <a:pt x="2750677" y="2776160"/>
                  </a:lnTo>
                  <a:lnTo>
                    <a:pt x="2695463" y="2821513"/>
                  </a:lnTo>
                  <a:lnTo>
                    <a:pt x="2635679" y="2862365"/>
                  </a:lnTo>
                  <a:lnTo>
                    <a:pt x="2570577" y="2899221"/>
                  </a:lnTo>
                  <a:lnTo>
                    <a:pt x="2499502" y="2932541"/>
                  </a:lnTo>
                  <a:lnTo>
                    <a:pt x="2421975" y="2962720"/>
                  </a:lnTo>
                  <a:lnTo>
                    <a:pt x="2337809" y="2990070"/>
                  </a:lnTo>
                  <a:lnTo>
                    <a:pt x="2247258" y="3014816"/>
                  </a:lnTo>
                  <a:lnTo>
                    <a:pt x="2151175" y="3037092"/>
                  </a:lnTo>
                  <a:lnTo>
                    <a:pt x="2051171" y="3056951"/>
                  </a:lnTo>
                  <a:lnTo>
                    <a:pt x="1949707" y="3074379"/>
                  </a:lnTo>
                  <a:lnTo>
                    <a:pt x="1850066" y="3089326"/>
                  </a:lnTo>
                  <a:lnTo>
                    <a:pt x="1756132" y="3101743"/>
                  </a:lnTo>
                  <a:lnTo>
                    <a:pt x="1671942" y="3111628"/>
                  </a:lnTo>
                  <a:lnTo>
                    <a:pt x="1601070" y="3119072"/>
                  </a:lnTo>
                  <a:lnTo>
                    <a:pt x="1545968" y="3124278"/>
                  </a:lnTo>
                  <a:lnTo>
                    <a:pt x="1507440" y="3127569"/>
                  </a:lnTo>
                  <a:lnTo>
                    <a:pt x="1484396" y="3129354"/>
                  </a:lnTo>
                  <a:lnTo>
                    <a:pt x="1473903" y="3130095"/>
                  </a:lnTo>
                  <a:lnTo>
                    <a:pt x="1471387" y="3130258"/>
                  </a:lnTo>
                  <a:lnTo>
                    <a:pt x="0" y="3130258"/>
                  </a:lnTo>
                  <a:close/>
                </a:path>
              </a:pathLst>
            </a:custGeom>
            <a:solidFill>
              <a:srgbClr val="7DD8AC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2109" name="pl2109"/>
            <p:cNvSpPr/>
            <p:nvPr/>
          </p:nvSpPr>
          <p:spPr>
            <a:xfrm>
              <a:off x="4799595" y="7913876"/>
              <a:ext cx="11981298" cy="3130258"/>
            </a:xfrm>
            <a:custGeom>
              <a:avLst/>
              <a:pathLst>
                <a:path w="11981298" h="3130258">
                  <a:moveTo>
                    <a:pt x="0" y="3130258"/>
                  </a:moveTo>
                  <a:lnTo>
                    <a:pt x="1471387" y="3130258"/>
                  </a:lnTo>
                  <a:lnTo>
                    <a:pt x="1472515" y="3130186"/>
                  </a:lnTo>
                  <a:lnTo>
                    <a:pt x="1479935" y="3129677"/>
                  </a:lnTo>
                  <a:lnTo>
                    <a:pt x="1498642" y="3128270"/>
                  </a:lnTo>
                  <a:lnTo>
                    <a:pt x="1532101" y="3125499"/>
                  </a:lnTo>
                  <a:lnTo>
                    <a:pt x="1581999" y="3120934"/>
                  </a:lnTo>
                  <a:lnTo>
                    <a:pt x="1648115" y="3114221"/>
                  </a:lnTo>
                  <a:lnTo>
                    <a:pt x="1728468" y="3105117"/>
                  </a:lnTo>
                  <a:lnTo>
                    <a:pt x="1819770" y="3093498"/>
                  </a:lnTo>
                  <a:lnTo>
                    <a:pt x="1918055" y="3079341"/>
                  </a:lnTo>
                  <a:lnTo>
                    <a:pt x="2019335" y="3062686"/>
                  </a:lnTo>
                  <a:lnTo>
                    <a:pt x="2120104" y="3043586"/>
                  </a:lnTo>
                  <a:lnTo>
                    <a:pt x="2217630" y="3022071"/>
                  </a:lnTo>
                  <a:lnTo>
                    <a:pt x="2310043" y="2998111"/>
                  </a:lnTo>
                  <a:lnTo>
                    <a:pt x="2396265" y="2971599"/>
                  </a:lnTo>
                  <a:lnTo>
                    <a:pt x="2475874" y="2942337"/>
                  </a:lnTo>
                  <a:lnTo>
                    <a:pt x="2548935" y="2910042"/>
                  </a:lnTo>
                  <a:lnTo>
                    <a:pt x="2615847" y="2874343"/>
                  </a:lnTo>
                  <a:lnTo>
                    <a:pt x="2677223" y="2834798"/>
                  </a:lnTo>
                  <a:lnTo>
                    <a:pt x="2733789" y="2790914"/>
                  </a:lnTo>
                  <a:lnTo>
                    <a:pt x="2786318" y="2742179"/>
                  </a:lnTo>
                  <a:lnTo>
                    <a:pt x="2835580" y="2688131"/>
                  </a:lnTo>
                  <a:lnTo>
                    <a:pt x="2882291" y="2628456"/>
                  </a:lnTo>
                  <a:lnTo>
                    <a:pt x="2896531" y="2608548"/>
                  </a:lnTo>
                  <a:lnTo>
                    <a:pt x="2932724" y="2554282"/>
                  </a:lnTo>
                  <a:lnTo>
                    <a:pt x="2968031" y="2496181"/>
                  </a:lnTo>
                  <a:lnTo>
                    <a:pt x="3002683" y="2434166"/>
                  </a:lnTo>
                  <a:lnTo>
                    <a:pt x="3036870" y="2368218"/>
                  </a:lnTo>
                  <a:lnTo>
                    <a:pt x="3070745" y="2298378"/>
                  </a:lnTo>
                  <a:lnTo>
                    <a:pt x="3104426" y="2224759"/>
                  </a:lnTo>
                  <a:lnTo>
                    <a:pt x="3138008" y="2147546"/>
                  </a:lnTo>
                  <a:lnTo>
                    <a:pt x="3171556" y="2067002"/>
                  </a:lnTo>
                  <a:lnTo>
                    <a:pt x="3205117" y="1983460"/>
                  </a:lnTo>
                  <a:lnTo>
                    <a:pt x="3238715" y="1897330"/>
                  </a:lnTo>
                  <a:lnTo>
                    <a:pt x="3272363" y="1809083"/>
                  </a:lnTo>
                  <a:lnTo>
                    <a:pt x="3306057" y="1719246"/>
                  </a:lnTo>
                  <a:lnTo>
                    <a:pt x="3339784" y="1628389"/>
                  </a:lnTo>
                  <a:lnTo>
                    <a:pt x="3373525" y="1537110"/>
                  </a:lnTo>
                  <a:lnTo>
                    <a:pt x="3407261" y="1446018"/>
                  </a:lnTo>
                  <a:lnTo>
                    <a:pt x="3440969" y="1355718"/>
                  </a:lnTo>
                  <a:lnTo>
                    <a:pt x="3474635" y="1266792"/>
                  </a:lnTo>
                  <a:lnTo>
                    <a:pt x="3508253" y="1179785"/>
                  </a:lnTo>
                  <a:lnTo>
                    <a:pt x="3541826" y="1095191"/>
                  </a:lnTo>
                  <a:lnTo>
                    <a:pt x="3575374" y="1013445"/>
                  </a:lnTo>
                  <a:lnTo>
                    <a:pt x="3608936" y="934911"/>
                  </a:lnTo>
                  <a:lnTo>
                    <a:pt x="3642570" y="859877"/>
                  </a:lnTo>
                  <a:lnTo>
                    <a:pt x="3676357" y="788560"/>
                  </a:lnTo>
                  <a:lnTo>
                    <a:pt x="3710408" y="721100"/>
                  </a:lnTo>
                  <a:lnTo>
                    <a:pt x="3744860" y="657565"/>
                  </a:lnTo>
                  <a:lnTo>
                    <a:pt x="3779889" y="597958"/>
                  </a:lnTo>
                  <a:lnTo>
                    <a:pt x="3815709" y="542223"/>
                  </a:lnTo>
                  <a:lnTo>
                    <a:pt x="3829811" y="521709"/>
                  </a:lnTo>
                  <a:lnTo>
                    <a:pt x="3875854" y="460246"/>
                  </a:lnTo>
                  <a:lnTo>
                    <a:pt x="3924242" y="404455"/>
                  </a:lnTo>
                  <a:lnTo>
                    <a:pt x="3975665" y="354098"/>
                  </a:lnTo>
                  <a:lnTo>
                    <a:pt x="4030879" y="308744"/>
                  </a:lnTo>
                  <a:lnTo>
                    <a:pt x="4090663" y="267892"/>
                  </a:lnTo>
                  <a:lnTo>
                    <a:pt x="4155765" y="231037"/>
                  </a:lnTo>
                  <a:lnTo>
                    <a:pt x="4226840" y="197716"/>
                  </a:lnTo>
                  <a:lnTo>
                    <a:pt x="4304368" y="167537"/>
                  </a:lnTo>
                  <a:lnTo>
                    <a:pt x="4388533" y="140187"/>
                  </a:lnTo>
                  <a:lnTo>
                    <a:pt x="4479084" y="115441"/>
                  </a:lnTo>
                  <a:lnTo>
                    <a:pt x="4575167" y="93165"/>
                  </a:lnTo>
                  <a:lnTo>
                    <a:pt x="4675171" y="73307"/>
                  </a:lnTo>
                  <a:lnTo>
                    <a:pt x="4776635" y="55878"/>
                  </a:lnTo>
                  <a:lnTo>
                    <a:pt x="4876276" y="40931"/>
                  </a:lnTo>
                  <a:lnTo>
                    <a:pt x="4970210" y="28514"/>
                  </a:lnTo>
                  <a:lnTo>
                    <a:pt x="5054400" y="18629"/>
                  </a:lnTo>
                  <a:lnTo>
                    <a:pt x="5125272" y="11186"/>
                  </a:lnTo>
                  <a:lnTo>
                    <a:pt x="5180374" y="5979"/>
                  </a:lnTo>
                  <a:lnTo>
                    <a:pt x="5218902" y="2689"/>
                  </a:lnTo>
                  <a:lnTo>
                    <a:pt x="5241946" y="903"/>
                  </a:lnTo>
                  <a:lnTo>
                    <a:pt x="5252439" y="162"/>
                  </a:lnTo>
                  <a:lnTo>
                    <a:pt x="5254919" y="2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545" y="41"/>
                  </a:lnTo>
                  <a:lnTo>
                    <a:pt x="6735439" y="339"/>
                  </a:lnTo>
                  <a:lnTo>
                    <a:pt x="6755307" y="1163"/>
                  </a:lnTo>
                  <a:lnTo>
                    <a:pt x="6790744" y="2784"/>
                  </a:lnTo>
                  <a:lnTo>
                    <a:pt x="6843395" y="5453"/>
                  </a:lnTo>
                  <a:lnTo>
                    <a:pt x="6912831" y="9369"/>
                  </a:lnTo>
                  <a:lnTo>
                    <a:pt x="6996743" y="14667"/>
                  </a:lnTo>
                  <a:lnTo>
                    <a:pt x="7091479" y="21409"/>
                  </a:lnTo>
                  <a:lnTo>
                    <a:pt x="7192765" y="29602"/>
                  </a:lnTo>
                  <a:lnTo>
                    <a:pt x="7296409" y="39219"/>
                  </a:lnTo>
                  <a:lnTo>
                    <a:pt x="7398826" y="50230"/>
                  </a:lnTo>
                  <a:lnTo>
                    <a:pt x="7497311" y="62624"/>
                  </a:lnTo>
                  <a:lnTo>
                    <a:pt x="7590091" y="76430"/>
                  </a:lnTo>
                  <a:lnTo>
                    <a:pt x="7676223" y="91723"/>
                  </a:lnTo>
                  <a:lnTo>
                    <a:pt x="7755427" y="108635"/>
                  </a:lnTo>
                  <a:lnTo>
                    <a:pt x="7827900" y="127348"/>
                  </a:lnTo>
                  <a:lnTo>
                    <a:pt x="7894157" y="148094"/>
                  </a:lnTo>
                  <a:lnTo>
                    <a:pt x="7954906" y="171143"/>
                  </a:lnTo>
                  <a:lnTo>
                    <a:pt x="8010947" y="196793"/>
                  </a:lnTo>
                  <a:lnTo>
                    <a:pt x="8063110" y="225334"/>
                  </a:lnTo>
                  <a:lnTo>
                    <a:pt x="8112197" y="257010"/>
                  </a:lnTo>
                  <a:lnTo>
                    <a:pt x="8151487" y="286054"/>
                  </a:lnTo>
                  <a:lnTo>
                    <a:pt x="8196376" y="323394"/>
                  </a:lnTo>
                  <a:lnTo>
                    <a:pt x="8239984" y="364008"/>
                  </a:lnTo>
                  <a:lnTo>
                    <a:pt x="8282727" y="407956"/>
                  </a:lnTo>
                  <a:lnTo>
                    <a:pt x="8324926" y="455220"/>
                  </a:lnTo>
                  <a:lnTo>
                    <a:pt x="8366821" y="505692"/>
                  </a:lnTo>
                  <a:lnTo>
                    <a:pt x="8408585" y="559169"/>
                  </a:lnTo>
                  <a:lnTo>
                    <a:pt x="8450332" y="615346"/>
                  </a:lnTo>
                  <a:lnTo>
                    <a:pt x="8492129" y="673824"/>
                  </a:lnTo>
                  <a:lnTo>
                    <a:pt x="8534000" y="734117"/>
                  </a:lnTo>
                  <a:lnTo>
                    <a:pt x="8575939" y="795664"/>
                  </a:lnTo>
                  <a:lnTo>
                    <a:pt x="8617918" y="857854"/>
                  </a:lnTo>
                  <a:lnTo>
                    <a:pt x="8659896" y="920047"/>
                  </a:lnTo>
                  <a:lnTo>
                    <a:pt x="8701836" y="981604"/>
                  </a:lnTo>
                  <a:lnTo>
                    <a:pt x="8743708" y="1041912"/>
                  </a:lnTo>
                  <a:lnTo>
                    <a:pt x="8785505" y="1100412"/>
                  </a:lnTo>
                  <a:lnTo>
                    <a:pt x="8827253" y="1156614"/>
                  </a:lnTo>
                  <a:lnTo>
                    <a:pt x="8869016" y="1210118"/>
                  </a:lnTo>
                  <a:lnTo>
                    <a:pt x="8910909" y="1260622"/>
                  </a:lnTo>
                  <a:lnTo>
                    <a:pt x="8953104" y="1307919"/>
                  </a:lnTo>
                  <a:lnTo>
                    <a:pt x="8995840" y="1351900"/>
                  </a:lnTo>
                  <a:lnTo>
                    <a:pt x="9039438" y="1392547"/>
                  </a:lnTo>
                  <a:lnTo>
                    <a:pt x="9084312" y="1429918"/>
                  </a:lnTo>
                  <a:lnTo>
                    <a:pt x="9084767" y="1430274"/>
                  </a:lnTo>
                  <a:lnTo>
                    <a:pt x="9131837" y="1464674"/>
                  </a:lnTo>
                  <a:lnTo>
                    <a:pt x="9181371" y="1495829"/>
                  </a:lnTo>
                  <a:lnTo>
                    <a:pt x="9234107" y="1523883"/>
                  </a:lnTo>
                  <a:lnTo>
                    <a:pt x="9290855" y="1549091"/>
                  </a:lnTo>
                  <a:lnTo>
                    <a:pt x="9352444" y="1571747"/>
                  </a:lnTo>
                  <a:lnTo>
                    <a:pt x="9419665" y="1592146"/>
                  </a:lnTo>
                  <a:lnTo>
                    <a:pt x="9493200" y="1610552"/>
                  </a:lnTo>
                  <a:lnTo>
                    <a:pt x="9573524" y="1627191"/>
                  </a:lnTo>
                  <a:lnTo>
                    <a:pt x="9660768" y="1642236"/>
                  </a:lnTo>
                  <a:lnTo>
                    <a:pt x="9754557" y="1655808"/>
                  </a:lnTo>
                  <a:lnTo>
                    <a:pt x="9853824" y="1667978"/>
                  </a:lnTo>
                  <a:lnTo>
                    <a:pt x="9956649" y="1678764"/>
                  </a:lnTo>
                  <a:lnTo>
                    <a:pt x="10060175" y="1688153"/>
                  </a:lnTo>
                  <a:lnTo>
                    <a:pt x="10160693" y="1696112"/>
                  </a:lnTo>
                  <a:lnTo>
                    <a:pt x="10253958" y="1702618"/>
                  </a:lnTo>
                  <a:lnTo>
                    <a:pt x="10335743" y="1707686"/>
                  </a:lnTo>
                  <a:lnTo>
                    <a:pt x="10402570" y="1711389"/>
                  </a:lnTo>
                  <a:lnTo>
                    <a:pt x="10452406" y="1713872"/>
                  </a:lnTo>
                  <a:lnTo>
                    <a:pt x="10485153" y="1715346"/>
                  </a:lnTo>
                  <a:lnTo>
                    <a:pt x="10502787" y="1716066"/>
                  </a:lnTo>
                  <a:lnTo>
                    <a:pt x="10509197" y="1716305"/>
                  </a:lnTo>
                  <a:lnTo>
                    <a:pt x="10509911" y="1716329"/>
                  </a:lnTo>
                  <a:lnTo>
                    <a:pt x="11981298" y="171632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10" name="pl2110"/>
            <p:cNvSpPr/>
            <p:nvPr/>
          </p:nvSpPr>
          <p:spPr>
            <a:xfrm>
              <a:off x="4799595" y="7905703"/>
              <a:ext cx="11981298" cy="3130258"/>
            </a:xfrm>
            <a:custGeom>
              <a:avLst/>
              <a:pathLst>
                <a:path w="11981298" h="3130258">
                  <a:moveTo>
                    <a:pt x="11981298" y="1716329"/>
                  </a:moveTo>
                  <a:lnTo>
                    <a:pt x="10509911" y="1716329"/>
                  </a:lnTo>
                  <a:lnTo>
                    <a:pt x="10508708" y="1716287"/>
                  </a:lnTo>
                  <a:lnTo>
                    <a:pt x="10500814" y="1715989"/>
                  </a:lnTo>
                  <a:lnTo>
                    <a:pt x="10480947" y="1715165"/>
                  </a:lnTo>
                  <a:lnTo>
                    <a:pt x="10445510" y="1713544"/>
                  </a:lnTo>
                  <a:lnTo>
                    <a:pt x="10392858" y="1710876"/>
                  </a:lnTo>
                  <a:lnTo>
                    <a:pt x="10323422" y="1706960"/>
                  </a:lnTo>
                  <a:lnTo>
                    <a:pt x="10239510" y="1701662"/>
                  </a:lnTo>
                  <a:lnTo>
                    <a:pt x="10144774" y="1694920"/>
                  </a:lnTo>
                  <a:lnTo>
                    <a:pt x="10043488" y="1686727"/>
                  </a:lnTo>
                  <a:lnTo>
                    <a:pt x="9939844" y="1677109"/>
                  </a:lnTo>
                  <a:lnTo>
                    <a:pt x="9837427" y="1666099"/>
                  </a:lnTo>
                  <a:lnTo>
                    <a:pt x="9738942" y="1653704"/>
                  </a:lnTo>
                  <a:lnTo>
                    <a:pt x="9646162" y="1639899"/>
                  </a:lnTo>
                  <a:lnTo>
                    <a:pt x="9560030" y="1624605"/>
                  </a:lnTo>
                  <a:lnTo>
                    <a:pt x="9480826" y="1607693"/>
                  </a:lnTo>
                  <a:lnTo>
                    <a:pt x="9408354" y="1588980"/>
                  </a:lnTo>
                  <a:lnTo>
                    <a:pt x="9342096" y="1568235"/>
                  </a:lnTo>
                  <a:lnTo>
                    <a:pt x="9281348" y="1545185"/>
                  </a:lnTo>
                  <a:lnTo>
                    <a:pt x="9225306" y="1519536"/>
                  </a:lnTo>
                  <a:lnTo>
                    <a:pt x="9173143" y="1490995"/>
                  </a:lnTo>
                  <a:lnTo>
                    <a:pt x="9124057" y="1459319"/>
                  </a:lnTo>
                  <a:lnTo>
                    <a:pt x="9084767" y="1430274"/>
                  </a:lnTo>
                  <a:lnTo>
                    <a:pt x="9039877" y="1392935"/>
                  </a:lnTo>
                  <a:lnTo>
                    <a:pt x="8996269" y="1352321"/>
                  </a:lnTo>
                  <a:lnTo>
                    <a:pt x="8953526" y="1308373"/>
                  </a:lnTo>
                  <a:lnTo>
                    <a:pt x="8911327" y="1261108"/>
                  </a:lnTo>
                  <a:lnTo>
                    <a:pt x="8869432" y="1210636"/>
                  </a:lnTo>
                  <a:lnTo>
                    <a:pt x="8827669" y="1157160"/>
                  </a:lnTo>
                  <a:lnTo>
                    <a:pt x="8785921" y="1100983"/>
                  </a:lnTo>
                  <a:lnTo>
                    <a:pt x="8744124" y="1042505"/>
                  </a:lnTo>
                  <a:lnTo>
                    <a:pt x="8702253" y="982212"/>
                  </a:lnTo>
                  <a:lnTo>
                    <a:pt x="8660314" y="920664"/>
                  </a:lnTo>
                  <a:lnTo>
                    <a:pt x="8618336" y="858474"/>
                  </a:lnTo>
                  <a:lnTo>
                    <a:pt x="8576357" y="796281"/>
                  </a:lnTo>
                  <a:lnTo>
                    <a:pt x="8534418" y="734724"/>
                  </a:lnTo>
                  <a:lnTo>
                    <a:pt x="8492546" y="674416"/>
                  </a:lnTo>
                  <a:lnTo>
                    <a:pt x="8450748" y="615917"/>
                  </a:lnTo>
                  <a:lnTo>
                    <a:pt x="8409000" y="559715"/>
                  </a:lnTo>
                  <a:lnTo>
                    <a:pt x="8367237" y="506210"/>
                  </a:lnTo>
                  <a:lnTo>
                    <a:pt x="8325344" y="455707"/>
                  </a:lnTo>
                  <a:lnTo>
                    <a:pt x="8283150" y="408410"/>
                  </a:lnTo>
                  <a:lnTo>
                    <a:pt x="8240413" y="364429"/>
                  </a:lnTo>
                  <a:lnTo>
                    <a:pt x="8196816" y="323782"/>
                  </a:lnTo>
                  <a:lnTo>
                    <a:pt x="8151941" y="286410"/>
                  </a:lnTo>
                  <a:lnTo>
                    <a:pt x="8151487" y="286054"/>
                  </a:lnTo>
                  <a:lnTo>
                    <a:pt x="8104416" y="251654"/>
                  </a:lnTo>
                  <a:lnTo>
                    <a:pt x="8054882" y="220499"/>
                  </a:lnTo>
                  <a:lnTo>
                    <a:pt x="8002146" y="192445"/>
                  </a:lnTo>
                  <a:lnTo>
                    <a:pt x="7945398" y="167238"/>
                  </a:lnTo>
                  <a:lnTo>
                    <a:pt x="7883809" y="144582"/>
                  </a:lnTo>
                  <a:lnTo>
                    <a:pt x="7816588" y="124183"/>
                  </a:lnTo>
                  <a:lnTo>
                    <a:pt x="7743053" y="105777"/>
                  </a:lnTo>
                  <a:lnTo>
                    <a:pt x="7662729" y="89138"/>
                  </a:lnTo>
                  <a:lnTo>
                    <a:pt x="7575485" y="74093"/>
                  </a:lnTo>
                  <a:lnTo>
                    <a:pt x="7481696" y="60520"/>
                  </a:lnTo>
                  <a:lnTo>
                    <a:pt x="7382429" y="48351"/>
                  </a:lnTo>
                  <a:lnTo>
                    <a:pt x="7279604" y="37565"/>
                  </a:lnTo>
                  <a:lnTo>
                    <a:pt x="7176079" y="28176"/>
                  </a:lnTo>
                  <a:lnTo>
                    <a:pt x="7075560" y="20217"/>
                  </a:lnTo>
                  <a:lnTo>
                    <a:pt x="6982296" y="13710"/>
                  </a:lnTo>
                  <a:lnTo>
                    <a:pt x="6900510" y="8643"/>
                  </a:lnTo>
                  <a:lnTo>
                    <a:pt x="6833683" y="4940"/>
                  </a:lnTo>
                  <a:lnTo>
                    <a:pt x="6783847" y="2457"/>
                  </a:lnTo>
                  <a:lnTo>
                    <a:pt x="6751100" y="982"/>
                  </a:lnTo>
                  <a:lnTo>
                    <a:pt x="6733466" y="263"/>
                  </a:lnTo>
                  <a:lnTo>
                    <a:pt x="6727056" y="24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827" y="71"/>
                  </a:lnTo>
                  <a:lnTo>
                    <a:pt x="5246408" y="580"/>
                  </a:lnTo>
                  <a:lnTo>
                    <a:pt x="5227700" y="1987"/>
                  </a:lnTo>
                  <a:lnTo>
                    <a:pt x="5194241" y="4758"/>
                  </a:lnTo>
                  <a:lnTo>
                    <a:pt x="5144343" y="9323"/>
                  </a:lnTo>
                  <a:lnTo>
                    <a:pt x="5078228" y="16036"/>
                  </a:lnTo>
                  <a:lnTo>
                    <a:pt x="4997874" y="25141"/>
                  </a:lnTo>
                  <a:lnTo>
                    <a:pt x="4906572" y="36759"/>
                  </a:lnTo>
                  <a:lnTo>
                    <a:pt x="4808287" y="50916"/>
                  </a:lnTo>
                  <a:lnTo>
                    <a:pt x="4707007" y="67572"/>
                  </a:lnTo>
                  <a:lnTo>
                    <a:pt x="4606239" y="86671"/>
                  </a:lnTo>
                  <a:lnTo>
                    <a:pt x="4508712" y="108186"/>
                  </a:lnTo>
                  <a:lnTo>
                    <a:pt x="4416300" y="132146"/>
                  </a:lnTo>
                  <a:lnTo>
                    <a:pt x="4330077" y="158659"/>
                  </a:lnTo>
                  <a:lnTo>
                    <a:pt x="4250468" y="187920"/>
                  </a:lnTo>
                  <a:lnTo>
                    <a:pt x="4177407" y="220216"/>
                  </a:lnTo>
                  <a:lnTo>
                    <a:pt x="4110495" y="255914"/>
                  </a:lnTo>
                  <a:lnTo>
                    <a:pt x="4049119" y="295459"/>
                  </a:lnTo>
                  <a:lnTo>
                    <a:pt x="3992554" y="339344"/>
                  </a:lnTo>
                  <a:lnTo>
                    <a:pt x="3940024" y="388079"/>
                  </a:lnTo>
                  <a:lnTo>
                    <a:pt x="3890762" y="442126"/>
                  </a:lnTo>
                  <a:lnTo>
                    <a:pt x="3844051" y="501801"/>
                  </a:lnTo>
                  <a:lnTo>
                    <a:pt x="3829811" y="521709"/>
                  </a:lnTo>
                  <a:lnTo>
                    <a:pt x="3793618" y="575975"/>
                  </a:lnTo>
                  <a:lnTo>
                    <a:pt x="3758312" y="634076"/>
                  </a:lnTo>
                  <a:lnTo>
                    <a:pt x="3723659" y="696091"/>
                  </a:lnTo>
                  <a:lnTo>
                    <a:pt x="3689472" y="762040"/>
                  </a:lnTo>
                  <a:lnTo>
                    <a:pt x="3655598" y="831880"/>
                  </a:lnTo>
                  <a:lnTo>
                    <a:pt x="3621916" y="905499"/>
                  </a:lnTo>
                  <a:lnTo>
                    <a:pt x="3588334" y="982711"/>
                  </a:lnTo>
                  <a:lnTo>
                    <a:pt x="3554786" y="1063256"/>
                  </a:lnTo>
                  <a:lnTo>
                    <a:pt x="3521226" y="1146797"/>
                  </a:lnTo>
                  <a:lnTo>
                    <a:pt x="3487627" y="1232927"/>
                  </a:lnTo>
                  <a:lnTo>
                    <a:pt x="3453979" y="1321174"/>
                  </a:lnTo>
                  <a:lnTo>
                    <a:pt x="3420285" y="1411011"/>
                  </a:lnTo>
                  <a:lnTo>
                    <a:pt x="3386558" y="1501868"/>
                  </a:lnTo>
                  <a:lnTo>
                    <a:pt x="3352817" y="1593147"/>
                  </a:lnTo>
                  <a:lnTo>
                    <a:pt x="3319082" y="1684239"/>
                  </a:lnTo>
                  <a:lnTo>
                    <a:pt x="3285373" y="1774539"/>
                  </a:lnTo>
                  <a:lnTo>
                    <a:pt x="3251707" y="1863466"/>
                  </a:lnTo>
                  <a:lnTo>
                    <a:pt x="3218089" y="1950473"/>
                  </a:lnTo>
                  <a:lnTo>
                    <a:pt x="3184516" y="2035066"/>
                  </a:lnTo>
                  <a:lnTo>
                    <a:pt x="3150968" y="2116812"/>
                  </a:lnTo>
                  <a:lnTo>
                    <a:pt x="3117406" y="2195347"/>
                  </a:lnTo>
                  <a:lnTo>
                    <a:pt x="3083772" y="2270380"/>
                  </a:lnTo>
                  <a:lnTo>
                    <a:pt x="3049985" y="2341697"/>
                  </a:lnTo>
                  <a:lnTo>
                    <a:pt x="3015935" y="2409158"/>
                  </a:lnTo>
                  <a:lnTo>
                    <a:pt x="2981482" y="2472693"/>
                  </a:lnTo>
                  <a:lnTo>
                    <a:pt x="2946453" y="2532299"/>
                  </a:lnTo>
                  <a:lnTo>
                    <a:pt x="2910633" y="2588034"/>
                  </a:lnTo>
                  <a:lnTo>
                    <a:pt x="2896531" y="2608548"/>
                  </a:lnTo>
                  <a:lnTo>
                    <a:pt x="2850488" y="2670011"/>
                  </a:lnTo>
                  <a:lnTo>
                    <a:pt x="2802100" y="2725802"/>
                  </a:lnTo>
                  <a:lnTo>
                    <a:pt x="2750677" y="2776160"/>
                  </a:lnTo>
                  <a:lnTo>
                    <a:pt x="2695463" y="2821513"/>
                  </a:lnTo>
                  <a:lnTo>
                    <a:pt x="2635679" y="2862365"/>
                  </a:lnTo>
                  <a:lnTo>
                    <a:pt x="2570577" y="2899221"/>
                  </a:lnTo>
                  <a:lnTo>
                    <a:pt x="2499502" y="2932541"/>
                  </a:lnTo>
                  <a:lnTo>
                    <a:pt x="2421975" y="2962720"/>
                  </a:lnTo>
                  <a:lnTo>
                    <a:pt x="2337809" y="2990070"/>
                  </a:lnTo>
                  <a:lnTo>
                    <a:pt x="2247258" y="3014816"/>
                  </a:lnTo>
                  <a:lnTo>
                    <a:pt x="2151175" y="3037092"/>
                  </a:lnTo>
                  <a:lnTo>
                    <a:pt x="2051171" y="3056951"/>
                  </a:lnTo>
                  <a:lnTo>
                    <a:pt x="1949707" y="3074379"/>
                  </a:lnTo>
                  <a:lnTo>
                    <a:pt x="1850066" y="3089326"/>
                  </a:lnTo>
                  <a:lnTo>
                    <a:pt x="1756132" y="3101743"/>
                  </a:lnTo>
                  <a:lnTo>
                    <a:pt x="1671942" y="3111628"/>
                  </a:lnTo>
                  <a:lnTo>
                    <a:pt x="1601070" y="3119072"/>
                  </a:lnTo>
                  <a:lnTo>
                    <a:pt x="1545968" y="3124278"/>
                  </a:lnTo>
                  <a:lnTo>
                    <a:pt x="1507440" y="3127569"/>
                  </a:lnTo>
                  <a:lnTo>
                    <a:pt x="1484396" y="3129354"/>
                  </a:lnTo>
                  <a:lnTo>
                    <a:pt x="1473903" y="3130095"/>
                  </a:lnTo>
                  <a:lnTo>
                    <a:pt x="1471423" y="3130256"/>
                  </a:lnTo>
                  <a:lnTo>
                    <a:pt x="1471387" y="3130258"/>
                  </a:lnTo>
                  <a:lnTo>
                    <a:pt x="0" y="313025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11" name="pg2111"/>
            <p:cNvSpPr/>
            <p:nvPr/>
          </p:nvSpPr>
          <p:spPr>
            <a:xfrm>
              <a:off x="4799595" y="4497563"/>
              <a:ext cx="11981298" cy="6513879"/>
            </a:xfrm>
            <a:custGeom>
              <a:avLst/>
              <a:pathLst>
                <a:path w="11981298" h="6513879">
                  <a:moveTo>
                    <a:pt x="0" y="6513879"/>
                  </a:moveTo>
                  <a:lnTo>
                    <a:pt x="1471387" y="6513879"/>
                  </a:lnTo>
                  <a:lnTo>
                    <a:pt x="1472172" y="6513777"/>
                  </a:lnTo>
                  <a:lnTo>
                    <a:pt x="1477370" y="6513048"/>
                  </a:lnTo>
                  <a:lnTo>
                    <a:pt x="1490607" y="6511037"/>
                  </a:lnTo>
                  <a:lnTo>
                    <a:pt x="1514607" y="6507071"/>
                  </a:lnTo>
                  <a:lnTo>
                    <a:pt x="1551055" y="6500500"/>
                  </a:lnTo>
                  <a:lnTo>
                    <a:pt x="1600487" y="6490751"/>
                  </a:lnTo>
                  <a:lnTo>
                    <a:pt x="1662283" y="6477368"/>
                  </a:lnTo>
                  <a:lnTo>
                    <a:pt x="1734805" y="6460044"/>
                  </a:lnTo>
                  <a:lnTo>
                    <a:pt x="1815678" y="6438625"/>
                  </a:lnTo>
                  <a:lnTo>
                    <a:pt x="1902148" y="6413080"/>
                  </a:lnTo>
                  <a:lnTo>
                    <a:pt x="1991430" y="6383461"/>
                  </a:lnTo>
                  <a:lnTo>
                    <a:pt x="2081001" y="6349849"/>
                  </a:lnTo>
                  <a:lnTo>
                    <a:pt x="2168780" y="6312305"/>
                  </a:lnTo>
                  <a:lnTo>
                    <a:pt x="2253207" y="6270830"/>
                  </a:lnTo>
                  <a:lnTo>
                    <a:pt x="2333241" y="6225336"/>
                  </a:lnTo>
                  <a:lnTo>
                    <a:pt x="2408296" y="6175627"/>
                  </a:lnTo>
                  <a:lnTo>
                    <a:pt x="2478163" y="6121397"/>
                  </a:lnTo>
                  <a:lnTo>
                    <a:pt x="2542911" y="6062225"/>
                  </a:lnTo>
                  <a:lnTo>
                    <a:pt x="2602817" y="5997583"/>
                  </a:lnTo>
                  <a:lnTo>
                    <a:pt x="2658287" y="5926847"/>
                  </a:lnTo>
                  <a:lnTo>
                    <a:pt x="2709809" y="5849323"/>
                  </a:lnTo>
                  <a:lnTo>
                    <a:pt x="2757913" y="5764276"/>
                  </a:lnTo>
                  <a:lnTo>
                    <a:pt x="2803136" y="5670991"/>
                  </a:lnTo>
                  <a:lnTo>
                    <a:pt x="2845999" y="5568861"/>
                  </a:lnTo>
                  <a:lnTo>
                    <a:pt x="2886983" y="5457523"/>
                  </a:lnTo>
                  <a:lnTo>
                    <a:pt x="2896531" y="5429595"/>
                  </a:lnTo>
                  <a:lnTo>
                    <a:pt x="2922613" y="5349433"/>
                  </a:lnTo>
                  <a:lnTo>
                    <a:pt x="2948200" y="5265195"/>
                  </a:lnTo>
                  <a:lnTo>
                    <a:pt x="2973387" y="5176805"/>
                  </a:lnTo>
                  <a:lnTo>
                    <a:pt x="2998254" y="5084214"/>
                  </a:lnTo>
                  <a:lnTo>
                    <a:pt x="3022871" y="4987405"/>
                  </a:lnTo>
                  <a:lnTo>
                    <a:pt x="3047297" y="4886399"/>
                  </a:lnTo>
                  <a:lnTo>
                    <a:pt x="3071583" y="4781252"/>
                  </a:lnTo>
                  <a:lnTo>
                    <a:pt x="3095772" y="4672058"/>
                  </a:lnTo>
                  <a:lnTo>
                    <a:pt x="3119899" y="4558953"/>
                  </a:lnTo>
                  <a:lnTo>
                    <a:pt x="3143992" y="4442116"/>
                  </a:lnTo>
                  <a:lnTo>
                    <a:pt x="3168073" y="4321765"/>
                  </a:lnTo>
                  <a:lnTo>
                    <a:pt x="3192159" y="4198161"/>
                  </a:lnTo>
                  <a:lnTo>
                    <a:pt x="3216261" y="4071604"/>
                  </a:lnTo>
                  <a:lnTo>
                    <a:pt x="3240386" y="3942433"/>
                  </a:lnTo>
                  <a:lnTo>
                    <a:pt x="3264536" y="3811018"/>
                  </a:lnTo>
                  <a:lnTo>
                    <a:pt x="3288711" y="3677764"/>
                  </a:lnTo>
                  <a:lnTo>
                    <a:pt x="3312907" y="3543096"/>
                  </a:lnTo>
                  <a:lnTo>
                    <a:pt x="3337119" y="3407464"/>
                  </a:lnTo>
                  <a:lnTo>
                    <a:pt x="3361339" y="3271327"/>
                  </a:lnTo>
                  <a:lnTo>
                    <a:pt x="3385560" y="3135155"/>
                  </a:lnTo>
                  <a:lnTo>
                    <a:pt x="3409774" y="2999417"/>
                  </a:lnTo>
                  <a:lnTo>
                    <a:pt x="3433973" y="2864574"/>
                  </a:lnTo>
                  <a:lnTo>
                    <a:pt x="3458151" y="2731078"/>
                  </a:lnTo>
                  <a:lnTo>
                    <a:pt x="3482305" y="2599359"/>
                  </a:lnTo>
                  <a:lnTo>
                    <a:pt x="3506434" y="2469823"/>
                  </a:lnTo>
                  <a:lnTo>
                    <a:pt x="3530539" y="2342849"/>
                  </a:lnTo>
                  <a:lnTo>
                    <a:pt x="3554627" y="2218778"/>
                  </a:lnTo>
                  <a:lnTo>
                    <a:pt x="3578708" y="2097917"/>
                  </a:lnTo>
                  <a:lnTo>
                    <a:pt x="3602798" y="1980534"/>
                  </a:lnTo>
                  <a:lnTo>
                    <a:pt x="3626918" y="1866852"/>
                  </a:lnTo>
                  <a:lnTo>
                    <a:pt x="3651095" y="1757057"/>
                  </a:lnTo>
                  <a:lnTo>
                    <a:pt x="3675364" y="1651290"/>
                  </a:lnTo>
                  <a:lnTo>
                    <a:pt x="3699766" y="1549653"/>
                  </a:lnTo>
                  <a:lnTo>
                    <a:pt x="3724351" y="1452208"/>
                  </a:lnTo>
                  <a:lnTo>
                    <a:pt x="3749176" y="1358979"/>
                  </a:lnTo>
                  <a:lnTo>
                    <a:pt x="3774309" y="1269956"/>
                  </a:lnTo>
                  <a:lnTo>
                    <a:pt x="3799830" y="1185095"/>
                  </a:lnTo>
                  <a:lnTo>
                    <a:pt x="3825831" y="1104322"/>
                  </a:lnTo>
                  <a:lnTo>
                    <a:pt x="3829811" y="1092457"/>
                  </a:lnTo>
                  <a:lnTo>
                    <a:pt x="3870411" y="978912"/>
                  </a:lnTo>
                  <a:lnTo>
                    <a:pt x="3912784" y="874606"/>
                  </a:lnTo>
                  <a:lnTo>
                    <a:pt x="3957397" y="779259"/>
                  </a:lnTo>
                  <a:lnTo>
                    <a:pt x="4004765" y="692309"/>
                  </a:lnTo>
                  <a:lnTo>
                    <a:pt x="4055423" y="613057"/>
                  </a:lnTo>
                  <a:lnTo>
                    <a:pt x="4109905" y="540767"/>
                  </a:lnTo>
                  <a:lnTo>
                    <a:pt x="4168711" y="474731"/>
                  </a:lnTo>
                  <a:lnTo>
                    <a:pt x="4232274" y="414305"/>
                  </a:lnTo>
                  <a:lnTo>
                    <a:pt x="4300904" y="358938"/>
                  </a:lnTo>
                  <a:lnTo>
                    <a:pt x="4374728" y="308183"/>
                  </a:lnTo>
                  <a:lnTo>
                    <a:pt x="4453612" y="261705"/>
                  </a:lnTo>
                  <a:lnTo>
                    <a:pt x="4537067" y="219283"/>
                  </a:lnTo>
                  <a:lnTo>
                    <a:pt x="4624168" y="180805"/>
                  </a:lnTo>
                  <a:lnTo>
                    <a:pt x="4713481" y="146251"/>
                  </a:lnTo>
                  <a:lnTo>
                    <a:pt x="4803047" y="115671"/>
                  </a:lnTo>
                  <a:lnTo>
                    <a:pt x="4890435" y="89147"/>
                  </a:lnTo>
                  <a:lnTo>
                    <a:pt x="4972900" y="66743"/>
                  </a:lnTo>
                  <a:lnTo>
                    <a:pt x="5047651" y="48451"/>
                  </a:lnTo>
                  <a:lnTo>
                    <a:pt x="5112187" y="34150"/>
                  </a:lnTo>
                  <a:lnTo>
                    <a:pt x="5164668" y="23569"/>
                  </a:lnTo>
                  <a:lnTo>
                    <a:pt x="5204210" y="16289"/>
                  </a:lnTo>
                  <a:lnTo>
                    <a:pt x="5231068" y="11758"/>
                  </a:lnTo>
                  <a:lnTo>
                    <a:pt x="5246662" y="9341"/>
                  </a:lnTo>
                  <a:lnTo>
                    <a:pt x="5253481" y="8368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513" y="8229"/>
                  </a:lnTo>
                  <a:lnTo>
                    <a:pt x="6735206" y="8634"/>
                  </a:lnTo>
                  <a:lnTo>
                    <a:pt x="6754581" y="9752"/>
                  </a:lnTo>
                  <a:lnTo>
                    <a:pt x="6789180" y="11954"/>
                  </a:lnTo>
                  <a:lnTo>
                    <a:pt x="6840666" y="15579"/>
                  </a:lnTo>
                  <a:lnTo>
                    <a:pt x="6908701" y="20903"/>
                  </a:lnTo>
                  <a:lnTo>
                    <a:pt x="6991118" y="28114"/>
                  </a:lnTo>
                  <a:lnTo>
                    <a:pt x="7084417" y="37302"/>
                  </a:lnTo>
                  <a:lnTo>
                    <a:pt x="7184455" y="48479"/>
                  </a:lnTo>
                  <a:lnTo>
                    <a:pt x="7287124" y="61611"/>
                  </a:lnTo>
                  <a:lnTo>
                    <a:pt x="7388868" y="76656"/>
                  </a:lnTo>
                  <a:lnTo>
                    <a:pt x="7486970" y="93596"/>
                  </a:lnTo>
                  <a:lnTo>
                    <a:pt x="7579613" y="112463"/>
                  </a:lnTo>
                  <a:lnTo>
                    <a:pt x="7665797" y="133353"/>
                  </a:lnTo>
                  <a:lnTo>
                    <a:pt x="7745180" y="156434"/>
                  </a:lnTo>
                  <a:lnTo>
                    <a:pt x="7817905" y="181945"/>
                  </a:lnTo>
                  <a:lnTo>
                    <a:pt x="7884438" y="210192"/>
                  </a:lnTo>
                  <a:lnTo>
                    <a:pt x="7945447" y="241537"/>
                  </a:lnTo>
                  <a:lnTo>
                    <a:pt x="8001702" y="276378"/>
                  </a:lnTo>
                  <a:lnTo>
                    <a:pt x="8054010" y="315117"/>
                  </a:lnTo>
                  <a:lnTo>
                    <a:pt x="8103159" y="358101"/>
                  </a:lnTo>
                  <a:lnTo>
                    <a:pt x="8149872" y="405530"/>
                  </a:lnTo>
                  <a:lnTo>
                    <a:pt x="8151487" y="407287"/>
                  </a:lnTo>
                  <a:lnTo>
                    <a:pt x="8191668" y="453626"/>
                  </a:lnTo>
                  <a:lnTo>
                    <a:pt x="8230787" y="503601"/>
                  </a:lnTo>
                  <a:lnTo>
                    <a:pt x="8269153" y="557285"/>
                  </a:lnTo>
                  <a:lnTo>
                    <a:pt x="8307011" y="614681"/>
                  </a:lnTo>
                  <a:lnTo>
                    <a:pt x="8344553" y="675718"/>
                  </a:lnTo>
                  <a:lnTo>
                    <a:pt x="8381924" y="740237"/>
                  </a:lnTo>
                  <a:lnTo>
                    <a:pt x="8419229" y="807996"/>
                  </a:lnTo>
                  <a:lnTo>
                    <a:pt x="8456538" y="878662"/>
                  </a:lnTo>
                  <a:lnTo>
                    <a:pt x="8493893" y="951818"/>
                  </a:lnTo>
                  <a:lnTo>
                    <a:pt x="8531307" y="1026973"/>
                  </a:lnTo>
                  <a:lnTo>
                    <a:pt x="8568777" y="1103568"/>
                  </a:lnTo>
                  <a:lnTo>
                    <a:pt x="8606282" y="1180999"/>
                  </a:lnTo>
                  <a:lnTo>
                    <a:pt x="8643798" y="1258632"/>
                  </a:lnTo>
                  <a:lnTo>
                    <a:pt x="8681293" y="1335828"/>
                  </a:lnTo>
                  <a:lnTo>
                    <a:pt x="8718744" y="1411960"/>
                  </a:lnTo>
                  <a:lnTo>
                    <a:pt x="8756136" y="1486440"/>
                  </a:lnTo>
                  <a:lnTo>
                    <a:pt x="8793471" y="1558732"/>
                  </a:lnTo>
                  <a:lnTo>
                    <a:pt x="8830772" y="1628370"/>
                  </a:lnTo>
                  <a:lnTo>
                    <a:pt x="8868092" y="1694969"/>
                  </a:lnTo>
                  <a:lnTo>
                    <a:pt x="8905511" y="1758228"/>
                  </a:lnTo>
                  <a:lnTo>
                    <a:pt x="8943150" y="1817937"/>
                  </a:lnTo>
                  <a:lnTo>
                    <a:pt x="8981171" y="1873970"/>
                  </a:lnTo>
                  <a:lnTo>
                    <a:pt x="9019783" y="1926282"/>
                  </a:lnTo>
                  <a:lnTo>
                    <a:pt x="9059253" y="1974905"/>
                  </a:lnTo>
                  <a:lnTo>
                    <a:pt x="9084767" y="2003746"/>
                  </a:lnTo>
                  <a:lnTo>
                    <a:pt x="9131406" y="2051333"/>
                  </a:lnTo>
                  <a:lnTo>
                    <a:pt x="9180457" y="2094471"/>
                  </a:lnTo>
                  <a:lnTo>
                    <a:pt x="9232640" y="2133355"/>
                  </a:lnTo>
                  <a:lnTo>
                    <a:pt x="9288742" y="2168327"/>
                  </a:lnTo>
                  <a:lnTo>
                    <a:pt x="9349569" y="2199789"/>
                  </a:lnTo>
                  <a:lnTo>
                    <a:pt x="9415895" y="2228139"/>
                  </a:lnTo>
                  <a:lnTo>
                    <a:pt x="9488391" y="2253741"/>
                  </a:lnTo>
                  <a:lnTo>
                    <a:pt x="9567535" y="2276904"/>
                  </a:lnTo>
                  <a:lnTo>
                    <a:pt x="9653480" y="2297868"/>
                  </a:lnTo>
                  <a:lnTo>
                    <a:pt x="9745908" y="2316804"/>
                  </a:lnTo>
                  <a:lnTo>
                    <a:pt x="9843843" y="2333811"/>
                  </a:lnTo>
                  <a:lnTo>
                    <a:pt x="9945499" y="2348923"/>
                  </a:lnTo>
                  <a:lnTo>
                    <a:pt x="10048191" y="2362124"/>
                  </a:lnTo>
                  <a:lnTo>
                    <a:pt x="10148390" y="2373371"/>
                  </a:lnTo>
                  <a:lnTo>
                    <a:pt x="10242000" y="2382629"/>
                  </a:lnTo>
                  <a:lnTo>
                    <a:pt x="10324867" y="2389908"/>
                  </a:lnTo>
                  <a:lnTo>
                    <a:pt x="10393457" y="2395297"/>
                  </a:lnTo>
                  <a:lnTo>
                    <a:pt x="10445546" y="2398978"/>
                  </a:lnTo>
                  <a:lnTo>
                    <a:pt x="10480725" y="2401224"/>
                  </a:lnTo>
                  <a:lnTo>
                    <a:pt x="10500587" y="2402374"/>
                  </a:lnTo>
                  <a:lnTo>
                    <a:pt x="10508614" y="2402798"/>
                  </a:lnTo>
                  <a:lnTo>
                    <a:pt x="10509911" y="2402861"/>
                  </a:lnTo>
                  <a:lnTo>
                    <a:pt x="11981298" y="2402861"/>
                  </a:lnTo>
                  <a:lnTo>
                    <a:pt x="11981298" y="2394688"/>
                  </a:lnTo>
                  <a:lnTo>
                    <a:pt x="10509911" y="2394688"/>
                  </a:lnTo>
                  <a:lnTo>
                    <a:pt x="10508740" y="2394631"/>
                  </a:lnTo>
                  <a:lnTo>
                    <a:pt x="10501047" y="2394227"/>
                  </a:lnTo>
                  <a:lnTo>
                    <a:pt x="10481672" y="2393108"/>
                  </a:lnTo>
                  <a:lnTo>
                    <a:pt x="10447074" y="2390907"/>
                  </a:lnTo>
                  <a:lnTo>
                    <a:pt x="10395587" y="2387282"/>
                  </a:lnTo>
                  <a:lnTo>
                    <a:pt x="10327552" y="2381957"/>
                  </a:lnTo>
                  <a:lnTo>
                    <a:pt x="10245135" y="2374746"/>
                  </a:lnTo>
                  <a:lnTo>
                    <a:pt x="10151836" y="2365559"/>
                  </a:lnTo>
                  <a:lnTo>
                    <a:pt x="10051798" y="2354382"/>
                  </a:lnTo>
                  <a:lnTo>
                    <a:pt x="9949129" y="2341250"/>
                  </a:lnTo>
                  <a:lnTo>
                    <a:pt x="9847385" y="2326205"/>
                  </a:lnTo>
                  <a:lnTo>
                    <a:pt x="9749283" y="2309265"/>
                  </a:lnTo>
                  <a:lnTo>
                    <a:pt x="9656640" y="2290398"/>
                  </a:lnTo>
                  <a:lnTo>
                    <a:pt x="9570456" y="2269508"/>
                  </a:lnTo>
                  <a:lnTo>
                    <a:pt x="9491073" y="2246427"/>
                  </a:lnTo>
                  <a:lnTo>
                    <a:pt x="9418349" y="2220916"/>
                  </a:lnTo>
                  <a:lnTo>
                    <a:pt x="9351815" y="2192668"/>
                  </a:lnTo>
                  <a:lnTo>
                    <a:pt x="9290807" y="2161323"/>
                  </a:lnTo>
                  <a:lnTo>
                    <a:pt x="9234552" y="2126482"/>
                  </a:lnTo>
                  <a:lnTo>
                    <a:pt x="9182244" y="2087743"/>
                  </a:lnTo>
                  <a:lnTo>
                    <a:pt x="9133094" y="2044760"/>
                  </a:lnTo>
                  <a:lnTo>
                    <a:pt x="9086381" y="1997331"/>
                  </a:lnTo>
                  <a:lnTo>
                    <a:pt x="9084767" y="1995573"/>
                  </a:lnTo>
                  <a:lnTo>
                    <a:pt x="9044585" y="1949235"/>
                  </a:lnTo>
                  <a:lnTo>
                    <a:pt x="9005466" y="1899260"/>
                  </a:lnTo>
                  <a:lnTo>
                    <a:pt x="8967100" y="1845576"/>
                  </a:lnTo>
                  <a:lnTo>
                    <a:pt x="8929242" y="1788179"/>
                  </a:lnTo>
                  <a:lnTo>
                    <a:pt x="8891700" y="1727143"/>
                  </a:lnTo>
                  <a:lnTo>
                    <a:pt x="8854330" y="1662623"/>
                  </a:lnTo>
                  <a:lnTo>
                    <a:pt x="8817025" y="1594865"/>
                  </a:lnTo>
                  <a:lnTo>
                    <a:pt x="8779715" y="1524199"/>
                  </a:lnTo>
                  <a:lnTo>
                    <a:pt x="8742361" y="1451042"/>
                  </a:lnTo>
                  <a:lnTo>
                    <a:pt x="8704946" y="1375888"/>
                  </a:lnTo>
                  <a:lnTo>
                    <a:pt x="8667477" y="1299293"/>
                  </a:lnTo>
                  <a:lnTo>
                    <a:pt x="8629971" y="1221862"/>
                  </a:lnTo>
                  <a:lnTo>
                    <a:pt x="8592456" y="1144228"/>
                  </a:lnTo>
                  <a:lnTo>
                    <a:pt x="8554960" y="1067033"/>
                  </a:lnTo>
                  <a:lnTo>
                    <a:pt x="8517509" y="990900"/>
                  </a:lnTo>
                  <a:lnTo>
                    <a:pt x="8480118" y="916421"/>
                  </a:lnTo>
                  <a:lnTo>
                    <a:pt x="8442783" y="844128"/>
                  </a:lnTo>
                  <a:lnTo>
                    <a:pt x="8405481" y="774490"/>
                  </a:lnTo>
                  <a:lnTo>
                    <a:pt x="8368162" y="707891"/>
                  </a:lnTo>
                  <a:lnTo>
                    <a:pt x="8330742" y="644632"/>
                  </a:lnTo>
                  <a:lnTo>
                    <a:pt x="8293103" y="584923"/>
                  </a:lnTo>
                  <a:lnTo>
                    <a:pt x="8255082" y="528891"/>
                  </a:lnTo>
                  <a:lnTo>
                    <a:pt x="8216471" y="476578"/>
                  </a:lnTo>
                  <a:lnTo>
                    <a:pt x="8177000" y="427955"/>
                  </a:lnTo>
                  <a:lnTo>
                    <a:pt x="8151487" y="399114"/>
                  </a:lnTo>
                  <a:lnTo>
                    <a:pt x="8104848" y="351528"/>
                  </a:lnTo>
                  <a:lnTo>
                    <a:pt x="8055796" y="308389"/>
                  </a:lnTo>
                  <a:lnTo>
                    <a:pt x="8003613" y="269506"/>
                  </a:lnTo>
                  <a:lnTo>
                    <a:pt x="7947511" y="234534"/>
                  </a:lnTo>
                  <a:lnTo>
                    <a:pt x="7886684" y="203072"/>
                  </a:lnTo>
                  <a:lnTo>
                    <a:pt x="7820358" y="174722"/>
                  </a:lnTo>
                  <a:lnTo>
                    <a:pt x="7747862" y="149119"/>
                  </a:lnTo>
                  <a:lnTo>
                    <a:pt x="7668719" y="125957"/>
                  </a:lnTo>
                  <a:lnTo>
                    <a:pt x="7582773" y="104993"/>
                  </a:lnTo>
                  <a:lnTo>
                    <a:pt x="7490346" y="86056"/>
                  </a:lnTo>
                  <a:lnTo>
                    <a:pt x="7392411" y="69049"/>
                  </a:lnTo>
                  <a:lnTo>
                    <a:pt x="7290754" y="53937"/>
                  </a:lnTo>
                  <a:lnTo>
                    <a:pt x="7188062" y="40737"/>
                  </a:lnTo>
                  <a:lnTo>
                    <a:pt x="7087863" y="29490"/>
                  </a:lnTo>
                  <a:lnTo>
                    <a:pt x="6994253" y="20232"/>
                  </a:lnTo>
                  <a:lnTo>
                    <a:pt x="6911387" y="12952"/>
                  </a:lnTo>
                  <a:lnTo>
                    <a:pt x="6842797" y="7564"/>
                  </a:lnTo>
                  <a:lnTo>
                    <a:pt x="6790708" y="3883"/>
                  </a:lnTo>
                  <a:lnTo>
                    <a:pt x="6755529" y="1637"/>
                  </a:lnTo>
                  <a:lnTo>
                    <a:pt x="6735666" y="486"/>
                  </a:lnTo>
                  <a:lnTo>
                    <a:pt x="6727640" y="63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170" y="102"/>
                  </a:lnTo>
                  <a:lnTo>
                    <a:pt x="5248972" y="830"/>
                  </a:lnTo>
                  <a:lnTo>
                    <a:pt x="5235735" y="2841"/>
                  </a:lnTo>
                  <a:lnTo>
                    <a:pt x="5211736" y="6808"/>
                  </a:lnTo>
                  <a:lnTo>
                    <a:pt x="5175287" y="13378"/>
                  </a:lnTo>
                  <a:lnTo>
                    <a:pt x="5125855" y="23128"/>
                  </a:lnTo>
                  <a:lnTo>
                    <a:pt x="5064059" y="36511"/>
                  </a:lnTo>
                  <a:lnTo>
                    <a:pt x="4991537" y="53834"/>
                  </a:lnTo>
                  <a:lnTo>
                    <a:pt x="4910664" y="75253"/>
                  </a:lnTo>
                  <a:lnTo>
                    <a:pt x="4824194" y="100798"/>
                  </a:lnTo>
                  <a:lnTo>
                    <a:pt x="4734912" y="130418"/>
                  </a:lnTo>
                  <a:lnTo>
                    <a:pt x="4645341" y="164030"/>
                  </a:lnTo>
                  <a:lnTo>
                    <a:pt x="4557562" y="201574"/>
                  </a:lnTo>
                  <a:lnTo>
                    <a:pt x="4473135" y="243048"/>
                  </a:lnTo>
                  <a:lnTo>
                    <a:pt x="4393101" y="288543"/>
                  </a:lnTo>
                  <a:lnTo>
                    <a:pt x="4318046" y="338251"/>
                  </a:lnTo>
                  <a:lnTo>
                    <a:pt x="4248180" y="392481"/>
                  </a:lnTo>
                  <a:lnTo>
                    <a:pt x="4183431" y="451654"/>
                  </a:lnTo>
                  <a:lnTo>
                    <a:pt x="4123525" y="516296"/>
                  </a:lnTo>
                  <a:lnTo>
                    <a:pt x="4068055" y="587032"/>
                  </a:lnTo>
                  <a:lnTo>
                    <a:pt x="4016533" y="664556"/>
                  </a:lnTo>
                  <a:lnTo>
                    <a:pt x="3968429" y="749603"/>
                  </a:lnTo>
                  <a:lnTo>
                    <a:pt x="3923206" y="842887"/>
                  </a:lnTo>
                  <a:lnTo>
                    <a:pt x="3880343" y="945018"/>
                  </a:lnTo>
                  <a:lnTo>
                    <a:pt x="3839359" y="1056355"/>
                  </a:lnTo>
                  <a:lnTo>
                    <a:pt x="3829811" y="1084284"/>
                  </a:lnTo>
                  <a:lnTo>
                    <a:pt x="3803729" y="1164446"/>
                  </a:lnTo>
                  <a:lnTo>
                    <a:pt x="3778142" y="1248683"/>
                  </a:lnTo>
                  <a:lnTo>
                    <a:pt x="3752955" y="1337074"/>
                  </a:lnTo>
                  <a:lnTo>
                    <a:pt x="3728088" y="1429665"/>
                  </a:lnTo>
                  <a:lnTo>
                    <a:pt x="3703471" y="1526473"/>
                  </a:lnTo>
                  <a:lnTo>
                    <a:pt x="3679045" y="1627479"/>
                  </a:lnTo>
                  <a:lnTo>
                    <a:pt x="3654759" y="1732627"/>
                  </a:lnTo>
                  <a:lnTo>
                    <a:pt x="3630570" y="1841821"/>
                  </a:lnTo>
                  <a:lnTo>
                    <a:pt x="3606443" y="1954926"/>
                  </a:lnTo>
                  <a:lnTo>
                    <a:pt x="3582350" y="2071763"/>
                  </a:lnTo>
                  <a:lnTo>
                    <a:pt x="3558269" y="2192114"/>
                  </a:lnTo>
                  <a:lnTo>
                    <a:pt x="3534183" y="2315718"/>
                  </a:lnTo>
                  <a:lnTo>
                    <a:pt x="3510081" y="2442274"/>
                  </a:lnTo>
                  <a:lnTo>
                    <a:pt x="3485956" y="2571446"/>
                  </a:lnTo>
                  <a:lnTo>
                    <a:pt x="3461806" y="2702860"/>
                  </a:lnTo>
                  <a:lnTo>
                    <a:pt x="3437631" y="2836115"/>
                  </a:lnTo>
                  <a:lnTo>
                    <a:pt x="3413435" y="2970782"/>
                  </a:lnTo>
                  <a:lnTo>
                    <a:pt x="3389223" y="3106415"/>
                  </a:lnTo>
                  <a:lnTo>
                    <a:pt x="3365003" y="3242551"/>
                  </a:lnTo>
                  <a:lnTo>
                    <a:pt x="3340782" y="3378723"/>
                  </a:lnTo>
                  <a:lnTo>
                    <a:pt x="3316568" y="3514462"/>
                  </a:lnTo>
                  <a:lnTo>
                    <a:pt x="3292369" y="3649304"/>
                  </a:lnTo>
                  <a:lnTo>
                    <a:pt x="3268191" y="3782801"/>
                  </a:lnTo>
                  <a:lnTo>
                    <a:pt x="3244037" y="3914520"/>
                  </a:lnTo>
                  <a:lnTo>
                    <a:pt x="3219908" y="4044055"/>
                  </a:lnTo>
                  <a:lnTo>
                    <a:pt x="3195803" y="4171030"/>
                  </a:lnTo>
                  <a:lnTo>
                    <a:pt x="3171715" y="4295101"/>
                  </a:lnTo>
                  <a:lnTo>
                    <a:pt x="3147634" y="4415961"/>
                  </a:lnTo>
                  <a:lnTo>
                    <a:pt x="3123544" y="4533345"/>
                  </a:lnTo>
                  <a:lnTo>
                    <a:pt x="3099424" y="4647026"/>
                  </a:lnTo>
                  <a:lnTo>
                    <a:pt x="3075247" y="4756822"/>
                  </a:lnTo>
                  <a:lnTo>
                    <a:pt x="3050978" y="4862588"/>
                  </a:lnTo>
                  <a:lnTo>
                    <a:pt x="3026576" y="4964225"/>
                  </a:lnTo>
                  <a:lnTo>
                    <a:pt x="3001991" y="5061671"/>
                  </a:lnTo>
                  <a:lnTo>
                    <a:pt x="2977167" y="5154899"/>
                  </a:lnTo>
                  <a:lnTo>
                    <a:pt x="2952033" y="5243923"/>
                  </a:lnTo>
                  <a:lnTo>
                    <a:pt x="2926512" y="5328784"/>
                  </a:lnTo>
                  <a:lnTo>
                    <a:pt x="2900511" y="5409556"/>
                  </a:lnTo>
                  <a:lnTo>
                    <a:pt x="2896531" y="5421422"/>
                  </a:lnTo>
                  <a:lnTo>
                    <a:pt x="2855931" y="5534966"/>
                  </a:lnTo>
                  <a:lnTo>
                    <a:pt x="2813558" y="5639273"/>
                  </a:lnTo>
                  <a:lnTo>
                    <a:pt x="2768945" y="5734620"/>
                  </a:lnTo>
                  <a:lnTo>
                    <a:pt x="2721577" y="5821569"/>
                  </a:lnTo>
                  <a:lnTo>
                    <a:pt x="2670919" y="5900821"/>
                  </a:lnTo>
                  <a:lnTo>
                    <a:pt x="2616437" y="5973111"/>
                  </a:lnTo>
                  <a:lnTo>
                    <a:pt x="2557631" y="6039148"/>
                  </a:lnTo>
                  <a:lnTo>
                    <a:pt x="2494068" y="6099573"/>
                  </a:lnTo>
                  <a:lnTo>
                    <a:pt x="2425439" y="6154940"/>
                  </a:lnTo>
                  <a:lnTo>
                    <a:pt x="2351614" y="6205695"/>
                  </a:lnTo>
                  <a:lnTo>
                    <a:pt x="2272731" y="6252173"/>
                  </a:lnTo>
                  <a:lnTo>
                    <a:pt x="2189275" y="6294595"/>
                  </a:lnTo>
                  <a:lnTo>
                    <a:pt x="2102175" y="6333074"/>
                  </a:lnTo>
                  <a:lnTo>
                    <a:pt x="2012861" y="6367628"/>
                  </a:lnTo>
                  <a:lnTo>
                    <a:pt x="1923295" y="6398207"/>
                  </a:lnTo>
                  <a:lnTo>
                    <a:pt x="1835907" y="6424731"/>
                  </a:lnTo>
                  <a:lnTo>
                    <a:pt x="1753442" y="6447136"/>
                  </a:lnTo>
                  <a:lnTo>
                    <a:pt x="1678691" y="6465428"/>
                  </a:lnTo>
                  <a:lnTo>
                    <a:pt x="1614155" y="6479729"/>
                  </a:lnTo>
                  <a:lnTo>
                    <a:pt x="1561674" y="6490309"/>
                  </a:lnTo>
                  <a:lnTo>
                    <a:pt x="1522132" y="6497590"/>
                  </a:lnTo>
                  <a:lnTo>
                    <a:pt x="1495274" y="6502121"/>
                  </a:lnTo>
                  <a:lnTo>
                    <a:pt x="1479680" y="6504537"/>
                  </a:lnTo>
                  <a:lnTo>
                    <a:pt x="1472861" y="6505511"/>
                  </a:lnTo>
                  <a:lnTo>
                    <a:pt x="1471387" y="6505706"/>
                  </a:lnTo>
                  <a:lnTo>
                    <a:pt x="0" y="6505706"/>
                  </a:lnTo>
                  <a:close/>
                </a:path>
              </a:pathLst>
            </a:custGeom>
            <a:solidFill>
              <a:srgbClr val="7DD8AC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2112" name="pl2112"/>
            <p:cNvSpPr/>
            <p:nvPr/>
          </p:nvSpPr>
          <p:spPr>
            <a:xfrm>
              <a:off x="4799595" y="4505736"/>
              <a:ext cx="11981298" cy="6505706"/>
            </a:xfrm>
            <a:custGeom>
              <a:avLst/>
              <a:pathLst>
                <a:path w="11981298" h="6505706">
                  <a:moveTo>
                    <a:pt x="0" y="6505706"/>
                  </a:moveTo>
                  <a:lnTo>
                    <a:pt x="1471387" y="6505706"/>
                  </a:lnTo>
                  <a:lnTo>
                    <a:pt x="1472172" y="6505604"/>
                  </a:lnTo>
                  <a:lnTo>
                    <a:pt x="1477370" y="6504875"/>
                  </a:lnTo>
                  <a:lnTo>
                    <a:pt x="1490607" y="6502864"/>
                  </a:lnTo>
                  <a:lnTo>
                    <a:pt x="1514607" y="6498898"/>
                  </a:lnTo>
                  <a:lnTo>
                    <a:pt x="1551055" y="6492327"/>
                  </a:lnTo>
                  <a:lnTo>
                    <a:pt x="1600487" y="6482578"/>
                  </a:lnTo>
                  <a:lnTo>
                    <a:pt x="1662283" y="6469195"/>
                  </a:lnTo>
                  <a:lnTo>
                    <a:pt x="1734805" y="6451871"/>
                  </a:lnTo>
                  <a:lnTo>
                    <a:pt x="1815678" y="6430452"/>
                  </a:lnTo>
                  <a:lnTo>
                    <a:pt x="1902148" y="6404907"/>
                  </a:lnTo>
                  <a:lnTo>
                    <a:pt x="1991430" y="6375288"/>
                  </a:lnTo>
                  <a:lnTo>
                    <a:pt x="2081001" y="6341676"/>
                  </a:lnTo>
                  <a:lnTo>
                    <a:pt x="2168780" y="6304132"/>
                  </a:lnTo>
                  <a:lnTo>
                    <a:pt x="2253207" y="6262657"/>
                  </a:lnTo>
                  <a:lnTo>
                    <a:pt x="2333241" y="6217163"/>
                  </a:lnTo>
                  <a:lnTo>
                    <a:pt x="2408296" y="6167454"/>
                  </a:lnTo>
                  <a:lnTo>
                    <a:pt x="2478163" y="6113224"/>
                  </a:lnTo>
                  <a:lnTo>
                    <a:pt x="2542911" y="6054052"/>
                  </a:lnTo>
                  <a:lnTo>
                    <a:pt x="2602817" y="5989410"/>
                  </a:lnTo>
                  <a:lnTo>
                    <a:pt x="2658287" y="5918674"/>
                  </a:lnTo>
                  <a:lnTo>
                    <a:pt x="2709809" y="5841150"/>
                  </a:lnTo>
                  <a:lnTo>
                    <a:pt x="2757913" y="5756103"/>
                  </a:lnTo>
                  <a:lnTo>
                    <a:pt x="2803136" y="5662818"/>
                  </a:lnTo>
                  <a:lnTo>
                    <a:pt x="2845999" y="5560688"/>
                  </a:lnTo>
                  <a:lnTo>
                    <a:pt x="2886983" y="5449350"/>
                  </a:lnTo>
                  <a:lnTo>
                    <a:pt x="2896531" y="5421422"/>
                  </a:lnTo>
                  <a:lnTo>
                    <a:pt x="2922613" y="5341260"/>
                  </a:lnTo>
                  <a:lnTo>
                    <a:pt x="2948200" y="5257022"/>
                  </a:lnTo>
                  <a:lnTo>
                    <a:pt x="2973387" y="5168632"/>
                  </a:lnTo>
                  <a:lnTo>
                    <a:pt x="2998254" y="5076041"/>
                  </a:lnTo>
                  <a:lnTo>
                    <a:pt x="3022871" y="4979232"/>
                  </a:lnTo>
                  <a:lnTo>
                    <a:pt x="3047297" y="4878226"/>
                  </a:lnTo>
                  <a:lnTo>
                    <a:pt x="3071583" y="4773079"/>
                  </a:lnTo>
                  <a:lnTo>
                    <a:pt x="3095772" y="4663885"/>
                  </a:lnTo>
                  <a:lnTo>
                    <a:pt x="3119899" y="4550780"/>
                  </a:lnTo>
                  <a:lnTo>
                    <a:pt x="3143992" y="4433943"/>
                  </a:lnTo>
                  <a:lnTo>
                    <a:pt x="3168073" y="4313592"/>
                  </a:lnTo>
                  <a:lnTo>
                    <a:pt x="3192159" y="4189988"/>
                  </a:lnTo>
                  <a:lnTo>
                    <a:pt x="3216261" y="4063431"/>
                  </a:lnTo>
                  <a:lnTo>
                    <a:pt x="3240386" y="3934260"/>
                  </a:lnTo>
                  <a:lnTo>
                    <a:pt x="3264536" y="3802845"/>
                  </a:lnTo>
                  <a:lnTo>
                    <a:pt x="3288711" y="3669591"/>
                  </a:lnTo>
                  <a:lnTo>
                    <a:pt x="3312907" y="3534923"/>
                  </a:lnTo>
                  <a:lnTo>
                    <a:pt x="3337119" y="3399291"/>
                  </a:lnTo>
                  <a:lnTo>
                    <a:pt x="3361339" y="3263154"/>
                  </a:lnTo>
                  <a:lnTo>
                    <a:pt x="3385560" y="3126982"/>
                  </a:lnTo>
                  <a:lnTo>
                    <a:pt x="3409774" y="2991244"/>
                  </a:lnTo>
                  <a:lnTo>
                    <a:pt x="3433973" y="2856401"/>
                  </a:lnTo>
                  <a:lnTo>
                    <a:pt x="3458151" y="2722905"/>
                  </a:lnTo>
                  <a:lnTo>
                    <a:pt x="3482305" y="2591186"/>
                  </a:lnTo>
                  <a:lnTo>
                    <a:pt x="3506434" y="2461650"/>
                  </a:lnTo>
                  <a:lnTo>
                    <a:pt x="3530539" y="2334676"/>
                  </a:lnTo>
                  <a:lnTo>
                    <a:pt x="3554627" y="2210605"/>
                  </a:lnTo>
                  <a:lnTo>
                    <a:pt x="3578708" y="2089744"/>
                  </a:lnTo>
                  <a:lnTo>
                    <a:pt x="3602798" y="1972361"/>
                  </a:lnTo>
                  <a:lnTo>
                    <a:pt x="3626918" y="1858679"/>
                  </a:lnTo>
                  <a:lnTo>
                    <a:pt x="3651095" y="1748884"/>
                  </a:lnTo>
                  <a:lnTo>
                    <a:pt x="3675364" y="1643117"/>
                  </a:lnTo>
                  <a:lnTo>
                    <a:pt x="3699766" y="1541480"/>
                  </a:lnTo>
                  <a:lnTo>
                    <a:pt x="3724351" y="1444035"/>
                  </a:lnTo>
                  <a:lnTo>
                    <a:pt x="3749176" y="1350806"/>
                  </a:lnTo>
                  <a:lnTo>
                    <a:pt x="3774309" y="1261783"/>
                  </a:lnTo>
                  <a:lnTo>
                    <a:pt x="3799830" y="1176922"/>
                  </a:lnTo>
                  <a:lnTo>
                    <a:pt x="3825831" y="1096149"/>
                  </a:lnTo>
                  <a:lnTo>
                    <a:pt x="3829811" y="1084284"/>
                  </a:lnTo>
                  <a:lnTo>
                    <a:pt x="3870411" y="970739"/>
                  </a:lnTo>
                  <a:lnTo>
                    <a:pt x="3912784" y="866433"/>
                  </a:lnTo>
                  <a:lnTo>
                    <a:pt x="3957397" y="771086"/>
                  </a:lnTo>
                  <a:lnTo>
                    <a:pt x="4004765" y="684136"/>
                  </a:lnTo>
                  <a:lnTo>
                    <a:pt x="4055423" y="604884"/>
                  </a:lnTo>
                  <a:lnTo>
                    <a:pt x="4109905" y="532594"/>
                  </a:lnTo>
                  <a:lnTo>
                    <a:pt x="4168711" y="466558"/>
                  </a:lnTo>
                  <a:lnTo>
                    <a:pt x="4232274" y="406132"/>
                  </a:lnTo>
                  <a:lnTo>
                    <a:pt x="4300904" y="350765"/>
                  </a:lnTo>
                  <a:lnTo>
                    <a:pt x="4374728" y="300010"/>
                  </a:lnTo>
                  <a:lnTo>
                    <a:pt x="4453612" y="253532"/>
                  </a:lnTo>
                  <a:lnTo>
                    <a:pt x="4537067" y="211110"/>
                  </a:lnTo>
                  <a:lnTo>
                    <a:pt x="4624168" y="172632"/>
                  </a:lnTo>
                  <a:lnTo>
                    <a:pt x="4713481" y="138078"/>
                  </a:lnTo>
                  <a:lnTo>
                    <a:pt x="4803047" y="107498"/>
                  </a:lnTo>
                  <a:lnTo>
                    <a:pt x="4890435" y="80974"/>
                  </a:lnTo>
                  <a:lnTo>
                    <a:pt x="4972900" y="58570"/>
                  </a:lnTo>
                  <a:lnTo>
                    <a:pt x="5047651" y="40278"/>
                  </a:lnTo>
                  <a:lnTo>
                    <a:pt x="5112187" y="25977"/>
                  </a:lnTo>
                  <a:lnTo>
                    <a:pt x="5164668" y="15396"/>
                  </a:lnTo>
                  <a:lnTo>
                    <a:pt x="5204210" y="8116"/>
                  </a:lnTo>
                  <a:lnTo>
                    <a:pt x="5231068" y="3585"/>
                  </a:lnTo>
                  <a:lnTo>
                    <a:pt x="5246662" y="1168"/>
                  </a:lnTo>
                  <a:lnTo>
                    <a:pt x="5253481" y="195"/>
                  </a:lnTo>
                  <a:lnTo>
                    <a:pt x="5254944" y="1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513" y="56"/>
                  </a:lnTo>
                  <a:lnTo>
                    <a:pt x="6735206" y="461"/>
                  </a:lnTo>
                  <a:lnTo>
                    <a:pt x="6754581" y="1579"/>
                  </a:lnTo>
                  <a:lnTo>
                    <a:pt x="6789180" y="3781"/>
                  </a:lnTo>
                  <a:lnTo>
                    <a:pt x="6840666" y="7406"/>
                  </a:lnTo>
                  <a:lnTo>
                    <a:pt x="6908701" y="12730"/>
                  </a:lnTo>
                  <a:lnTo>
                    <a:pt x="6991118" y="19941"/>
                  </a:lnTo>
                  <a:lnTo>
                    <a:pt x="7084417" y="29129"/>
                  </a:lnTo>
                  <a:lnTo>
                    <a:pt x="7184455" y="40306"/>
                  </a:lnTo>
                  <a:lnTo>
                    <a:pt x="7287124" y="53438"/>
                  </a:lnTo>
                  <a:lnTo>
                    <a:pt x="7388868" y="68483"/>
                  </a:lnTo>
                  <a:lnTo>
                    <a:pt x="7486970" y="85423"/>
                  </a:lnTo>
                  <a:lnTo>
                    <a:pt x="7579613" y="104290"/>
                  </a:lnTo>
                  <a:lnTo>
                    <a:pt x="7665797" y="125180"/>
                  </a:lnTo>
                  <a:lnTo>
                    <a:pt x="7745180" y="148261"/>
                  </a:lnTo>
                  <a:lnTo>
                    <a:pt x="7817905" y="173772"/>
                  </a:lnTo>
                  <a:lnTo>
                    <a:pt x="7884438" y="202019"/>
                  </a:lnTo>
                  <a:lnTo>
                    <a:pt x="7945447" y="233364"/>
                  </a:lnTo>
                  <a:lnTo>
                    <a:pt x="8001702" y="268205"/>
                  </a:lnTo>
                  <a:lnTo>
                    <a:pt x="8054010" y="306944"/>
                  </a:lnTo>
                  <a:lnTo>
                    <a:pt x="8103159" y="349928"/>
                  </a:lnTo>
                  <a:lnTo>
                    <a:pt x="8149872" y="397357"/>
                  </a:lnTo>
                  <a:lnTo>
                    <a:pt x="8151487" y="399114"/>
                  </a:lnTo>
                  <a:lnTo>
                    <a:pt x="8191668" y="445453"/>
                  </a:lnTo>
                  <a:lnTo>
                    <a:pt x="8230787" y="495428"/>
                  </a:lnTo>
                  <a:lnTo>
                    <a:pt x="8269153" y="549112"/>
                  </a:lnTo>
                  <a:lnTo>
                    <a:pt x="8307011" y="606508"/>
                  </a:lnTo>
                  <a:lnTo>
                    <a:pt x="8344553" y="667545"/>
                  </a:lnTo>
                  <a:lnTo>
                    <a:pt x="8381924" y="732064"/>
                  </a:lnTo>
                  <a:lnTo>
                    <a:pt x="8419229" y="799823"/>
                  </a:lnTo>
                  <a:lnTo>
                    <a:pt x="8456538" y="870489"/>
                  </a:lnTo>
                  <a:lnTo>
                    <a:pt x="8493893" y="943645"/>
                  </a:lnTo>
                  <a:lnTo>
                    <a:pt x="8531307" y="1018800"/>
                  </a:lnTo>
                  <a:lnTo>
                    <a:pt x="8568777" y="1095395"/>
                  </a:lnTo>
                  <a:lnTo>
                    <a:pt x="8606282" y="1172826"/>
                  </a:lnTo>
                  <a:lnTo>
                    <a:pt x="8643798" y="1250459"/>
                  </a:lnTo>
                  <a:lnTo>
                    <a:pt x="8681293" y="1327655"/>
                  </a:lnTo>
                  <a:lnTo>
                    <a:pt x="8718744" y="1403787"/>
                  </a:lnTo>
                  <a:lnTo>
                    <a:pt x="8756136" y="1478267"/>
                  </a:lnTo>
                  <a:lnTo>
                    <a:pt x="8793471" y="1550559"/>
                  </a:lnTo>
                  <a:lnTo>
                    <a:pt x="8830772" y="1620197"/>
                  </a:lnTo>
                  <a:lnTo>
                    <a:pt x="8868092" y="1686796"/>
                  </a:lnTo>
                  <a:lnTo>
                    <a:pt x="8905511" y="1750055"/>
                  </a:lnTo>
                  <a:lnTo>
                    <a:pt x="8943150" y="1809764"/>
                  </a:lnTo>
                  <a:lnTo>
                    <a:pt x="8981171" y="1865797"/>
                  </a:lnTo>
                  <a:lnTo>
                    <a:pt x="9019783" y="1918109"/>
                  </a:lnTo>
                  <a:lnTo>
                    <a:pt x="9059253" y="1966732"/>
                  </a:lnTo>
                  <a:lnTo>
                    <a:pt x="9084767" y="1995573"/>
                  </a:lnTo>
                  <a:lnTo>
                    <a:pt x="9131406" y="2043160"/>
                  </a:lnTo>
                  <a:lnTo>
                    <a:pt x="9180457" y="2086298"/>
                  </a:lnTo>
                  <a:lnTo>
                    <a:pt x="9232640" y="2125182"/>
                  </a:lnTo>
                  <a:lnTo>
                    <a:pt x="9288742" y="2160154"/>
                  </a:lnTo>
                  <a:lnTo>
                    <a:pt x="9349569" y="2191616"/>
                  </a:lnTo>
                  <a:lnTo>
                    <a:pt x="9415895" y="2219966"/>
                  </a:lnTo>
                  <a:lnTo>
                    <a:pt x="9488391" y="2245568"/>
                  </a:lnTo>
                  <a:lnTo>
                    <a:pt x="9567535" y="2268731"/>
                  </a:lnTo>
                  <a:lnTo>
                    <a:pt x="9653480" y="2289695"/>
                  </a:lnTo>
                  <a:lnTo>
                    <a:pt x="9745908" y="2308631"/>
                  </a:lnTo>
                  <a:lnTo>
                    <a:pt x="9843843" y="2325638"/>
                  </a:lnTo>
                  <a:lnTo>
                    <a:pt x="9945499" y="2340750"/>
                  </a:lnTo>
                  <a:lnTo>
                    <a:pt x="10048191" y="2353951"/>
                  </a:lnTo>
                  <a:lnTo>
                    <a:pt x="10148390" y="2365198"/>
                  </a:lnTo>
                  <a:lnTo>
                    <a:pt x="10242000" y="2374456"/>
                  </a:lnTo>
                  <a:lnTo>
                    <a:pt x="10324867" y="2381735"/>
                  </a:lnTo>
                  <a:lnTo>
                    <a:pt x="10393457" y="2387124"/>
                  </a:lnTo>
                  <a:lnTo>
                    <a:pt x="10445546" y="2390805"/>
                  </a:lnTo>
                  <a:lnTo>
                    <a:pt x="10480725" y="2393051"/>
                  </a:lnTo>
                  <a:lnTo>
                    <a:pt x="10500587" y="2394201"/>
                  </a:lnTo>
                  <a:lnTo>
                    <a:pt x="10508614" y="2394625"/>
                  </a:lnTo>
                  <a:lnTo>
                    <a:pt x="10509911" y="2394688"/>
                  </a:lnTo>
                  <a:lnTo>
                    <a:pt x="10509911" y="2394688"/>
                  </a:lnTo>
                  <a:lnTo>
                    <a:pt x="11981298" y="239468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13" name="pl2113"/>
            <p:cNvSpPr/>
            <p:nvPr/>
          </p:nvSpPr>
          <p:spPr>
            <a:xfrm>
              <a:off x="4799595" y="4497563"/>
              <a:ext cx="11981298" cy="6505706"/>
            </a:xfrm>
            <a:custGeom>
              <a:avLst/>
              <a:pathLst>
                <a:path w="11981298" h="6505706">
                  <a:moveTo>
                    <a:pt x="11981298" y="2394688"/>
                  </a:moveTo>
                  <a:lnTo>
                    <a:pt x="10509911" y="2394688"/>
                  </a:lnTo>
                  <a:lnTo>
                    <a:pt x="10508740" y="2394631"/>
                  </a:lnTo>
                  <a:lnTo>
                    <a:pt x="10501047" y="2394227"/>
                  </a:lnTo>
                  <a:lnTo>
                    <a:pt x="10481672" y="2393108"/>
                  </a:lnTo>
                  <a:lnTo>
                    <a:pt x="10447074" y="2390907"/>
                  </a:lnTo>
                  <a:lnTo>
                    <a:pt x="10395587" y="2387282"/>
                  </a:lnTo>
                  <a:lnTo>
                    <a:pt x="10327552" y="2381957"/>
                  </a:lnTo>
                  <a:lnTo>
                    <a:pt x="10245135" y="2374746"/>
                  </a:lnTo>
                  <a:lnTo>
                    <a:pt x="10151836" y="2365559"/>
                  </a:lnTo>
                  <a:lnTo>
                    <a:pt x="10051798" y="2354382"/>
                  </a:lnTo>
                  <a:lnTo>
                    <a:pt x="9949129" y="2341250"/>
                  </a:lnTo>
                  <a:lnTo>
                    <a:pt x="9847385" y="2326205"/>
                  </a:lnTo>
                  <a:lnTo>
                    <a:pt x="9749283" y="2309265"/>
                  </a:lnTo>
                  <a:lnTo>
                    <a:pt x="9656640" y="2290398"/>
                  </a:lnTo>
                  <a:lnTo>
                    <a:pt x="9570456" y="2269508"/>
                  </a:lnTo>
                  <a:lnTo>
                    <a:pt x="9491073" y="2246427"/>
                  </a:lnTo>
                  <a:lnTo>
                    <a:pt x="9418349" y="2220916"/>
                  </a:lnTo>
                  <a:lnTo>
                    <a:pt x="9351815" y="2192668"/>
                  </a:lnTo>
                  <a:lnTo>
                    <a:pt x="9290807" y="2161323"/>
                  </a:lnTo>
                  <a:lnTo>
                    <a:pt x="9234552" y="2126482"/>
                  </a:lnTo>
                  <a:lnTo>
                    <a:pt x="9182244" y="2087743"/>
                  </a:lnTo>
                  <a:lnTo>
                    <a:pt x="9133094" y="2044760"/>
                  </a:lnTo>
                  <a:lnTo>
                    <a:pt x="9086381" y="1997331"/>
                  </a:lnTo>
                  <a:lnTo>
                    <a:pt x="9084767" y="1995573"/>
                  </a:lnTo>
                  <a:lnTo>
                    <a:pt x="9044585" y="1949235"/>
                  </a:lnTo>
                  <a:lnTo>
                    <a:pt x="9005466" y="1899260"/>
                  </a:lnTo>
                  <a:lnTo>
                    <a:pt x="8967100" y="1845576"/>
                  </a:lnTo>
                  <a:lnTo>
                    <a:pt x="8929242" y="1788179"/>
                  </a:lnTo>
                  <a:lnTo>
                    <a:pt x="8891700" y="1727143"/>
                  </a:lnTo>
                  <a:lnTo>
                    <a:pt x="8854330" y="1662623"/>
                  </a:lnTo>
                  <a:lnTo>
                    <a:pt x="8817025" y="1594865"/>
                  </a:lnTo>
                  <a:lnTo>
                    <a:pt x="8779715" y="1524199"/>
                  </a:lnTo>
                  <a:lnTo>
                    <a:pt x="8742361" y="1451042"/>
                  </a:lnTo>
                  <a:lnTo>
                    <a:pt x="8704946" y="1375888"/>
                  </a:lnTo>
                  <a:lnTo>
                    <a:pt x="8667477" y="1299293"/>
                  </a:lnTo>
                  <a:lnTo>
                    <a:pt x="8629971" y="1221862"/>
                  </a:lnTo>
                  <a:lnTo>
                    <a:pt x="8592456" y="1144228"/>
                  </a:lnTo>
                  <a:lnTo>
                    <a:pt x="8554960" y="1067033"/>
                  </a:lnTo>
                  <a:lnTo>
                    <a:pt x="8517509" y="990900"/>
                  </a:lnTo>
                  <a:lnTo>
                    <a:pt x="8480118" y="916421"/>
                  </a:lnTo>
                  <a:lnTo>
                    <a:pt x="8442783" y="844128"/>
                  </a:lnTo>
                  <a:lnTo>
                    <a:pt x="8405481" y="774490"/>
                  </a:lnTo>
                  <a:lnTo>
                    <a:pt x="8368162" y="707891"/>
                  </a:lnTo>
                  <a:lnTo>
                    <a:pt x="8330742" y="644632"/>
                  </a:lnTo>
                  <a:lnTo>
                    <a:pt x="8293103" y="584923"/>
                  </a:lnTo>
                  <a:lnTo>
                    <a:pt x="8255082" y="528891"/>
                  </a:lnTo>
                  <a:lnTo>
                    <a:pt x="8216471" y="476578"/>
                  </a:lnTo>
                  <a:lnTo>
                    <a:pt x="8177000" y="427955"/>
                  </a:lnTo>
                  <a:lnTo>
                    <a:pt x="8151487" y="399114"/>
                  </a:lnTo>
                  <a:lnTo>
                    <a:pt x="8104848" y="351528"/>
                  </a:lnTo>
                  <a:lnTo>
                    <a:pt x="8055796" y="308389"/>
                  </a:lnTo>
                  <a:lnTo>
                    <a:pt x="8003613" y="269506"/>
                  </a:lnTo>
                  <a:lnTo>
                    <a:pt x="7947511" y="234534"/>
                  </a:lnTo>
                  <a:lnTo>
                    <a:pt x="7886684" y="203072"/>
                  </a:lnTo>
                  <a:lnTo>
                    <a:pt x="7820358" y="174722"/>
                  </a:lnTo>
                  <a:lnTo>
                    <a:pt x="7747862" y="149119"/>
                  </a:lnTo>
                  <a:lnTo>
                    <a:pt x="7668719" y="125957"/>
                  </a:lnTo>
                  <a:lnTo>
                    <a:pt x="7582773" y="104993"/>
                  </a:lnTo>
                  <a:lnTo>
                    <a:pt x="7490346" y="86056"/>
                  </a:lnTo>
                  <a:lnTo>
                    <a:pt x="7392411" y="69049"/>
                  </a:lnTo>
                  <a:lnTo>
                    <a:pt x="7290754" y="53937"/>
                  </a:lnTo>
                  <a:lnTo>
                    <a:pt x="7188062" y="40737"/>
                  </a:lnTo>
                  <a:lnTo>
                    <a:pt x="7087863" y="29490"/>
                  </a:lnTo>
                  <a:lnTo>
                    <a:pt x="6994253" y="20232"/>
                  </a:lnTo>
                  <a:lnTo>
                    <a:pt x="6911387" y="12952"/>
                  </a:lnTo>
                  <a:lnTo>
                    <a:pt x="6842797" y="7564"/>
                  </a:lnTo>
                  <a:lnTo>
                    <a:pt x="6790708" y="3883"/>
                  </a:lnTo>
                  <a:lnTo>
                    <a:pt x="6755529" y="1637"/>
                  </a:lnTo>
                  <a:lnTo>
                    <a:pt x="6735666" y="486"/>
                  </a:lnTo>
                  <a:lnTo>
                    <a:pt x="6727640" y="63"/>
                  </a:lnTo>
                  <a:lnTo>
                    <a:pt x="6726343" y="0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170" y="102"/>
                  </a:lnTo>
                  <a:lnTo>
                    <a:pt x="5248972" y="830"/>
                  </a:lnTo>
                  <a:lnTo>
                    <a:pt x="5235735" y="2841"/>
                  </a:lnTo>
                  <a:lnTo>
                    <a:pt x="5211736" y="6808"/>
                  </a:lnTo>
                  <a:lnTo>
                    <a:pt x="5175287" y="13378"/>
                  </a:lnTo>
                  <a:lnTo>
                    <a:pt x="5125855" y="23128"/>
                  </a:lnTo>
                  <a:lnTo>
                    <a:pt x="5064059" y="36511"/>
                  </a:lnTo>
                  <a:lnTo>
                    <a:pt x="4991537" y="53834"/>
                  </a:lnTo>
                  <a:lnTo>
                    <a:pt x="4910664" y="75253"/>
                  </a:lnTo>
                  <a:lnTo>
                    <a:pt x="4824194" y="100798"/>
                  </a:lnTo>
                  <a:lnTo>
                    <a:pt x="4734912" y="130418"/>
                  </a:lnTo>
                  <a:lnTo>
                    <a:pt x="4645341" y="164030"/>
                  </a:lnTo>
                  <a:lnTo>
                    <a:pt x="4557562" y="201574"/>
                  </a:lnTo>
                  <a:lnTo>
                    <a:pt x="4473135" y="243048"/>
                  </a:lnTo>
                  <a:lnTo>
                    <a:pt x="4393101" y="288543"/>
                  </a:lnTo>
                  <a:lnTo>
                    <a:pt x="4318046" y="338251"/>
                  </a:lnTo>
                  <a:lnTo>
                    <a:pt x="4248180" y="392481"/>
                  </a:lnTo>
                  <a:lnTo>
                    <a:pt x="4183431" y="451654"/>
                  </a:lnTo>
                  <a:lnTo>
                    <a:pt x="4123525" y="516296"/>
                  </a:lnTo>
                  <a:lnTo>
                    <a:pt x="4068055" y="587032"/>
                  </a:lnTo>
                  <a:lnTo>
                    <a:pt x="4016533" y="664556"/>
                  </a:lnTo>
                  <a:lnTo>
                    <a:pt x="3968429" y="749603"/>
                  </a:lnTo>
                  <a:lnTo>
                    <a:pt x="3923206" y="842887"/>
                  </a:lnTo>
                  <a:lnTo>
                    <a:pt x="3880343" y="945018"/>
                  </a:lnTo>
                  <a:lnTo>
                    <a:pt x="3839359" y="1056355"/>
                  </a:lnTo>
                  <a:lnTo>
                    <a:pt x="3829811" y="1084284"/>
                  </a:lnTo>
                  <a:lnTo>
                    <a:pt x="3803729" y="1164446"/>
                  </a:lnTo>
                  <a:lnTo>
                    <a:pt x="3778142" y="1248683"/>
                  </a:lnTo>
                  <a:lnTo>
                    <a:pt x="3752955" y="1337074"/>
                  </a:lnTo>
                  <a:lnTo>
                    <a:pt x="3728088" y="1429665"/>
                  </a:lnTo>
                  <a:lnTo>
                    <a:pt x="3703471" y="1526473"/>
                  </a:lnTo>
                  <a:lnTo>
                    <a:pt x="3679045" y="1627479"/>
                  </a:lnTo>
                  <a:lnTo>
                    <a:pt x="3654759" y="1732627"/>
                  </a:lnTo>
                  <a:lnTo>
                    <a:pt x="3630570" y="1841821"/>
                  </a:lnTo>
                  <a:lnTo>
                    <a:pt x="3606443" y="1954926"/>
                  </a:lnTo>
                  <a:lnTo>
                    <a:pt x="3582350" y="2071763"/>
                  </a:lnTo>
                  <a:lnTo>
                    <a:pt x="3558269" y="2192114"/>
                  </a:lnTo>
                  <a:lnTo>
                    <a:pt x="3534183" y="2315718"/>
                  </a:lnTo>
                  <a:lnTo>
                    <a:pt x="3510081" y="2442274"/>
                  </a:lnTo>
                  <a:lnTo>
                    <a:pt x="3485956" y="2571446"/>
                  </a:lnTo>
                  <a:lnTo>
                    <a:pt x="3461806" y="2702860"/>
                  </a:lnTo>
                  <a:lnTo>
                    <a:pt x="3437631" y="2836115"/>
                  </a:lnTo>
                  <a:lnTo>
                    <a:pt x="3413435" y="2970782"/>
                  </a:lnTo>
                  <a:lnTo>
                    <a:pt x="3389223" y="3106415"/>
                  </a:lnTo>
                  <a:lnTo>
                    <a:pt x="3365003" y="3242551"/>
                  </a:lnTo>
                  <a:lnTo>
                    <a:pt x="3340782" y="3378723"/>
                  </a:lnTo>
                  <a:lnTo>
                    <a:pt x="3316568" y="3514462"/>
                  </a:lnTo>
                  <a:lnTo>
                    <a:pt x="3292369" y="3649304"/>
                  </a:lnTo>
                  <a:lnTo>
                    <a:pt x="3268191" y="3782801"/>
                  </a:lnTo>
                  <a:lnTo>
                    <a:pt x="3244037" y="3914520"/>
                  </a:lnTo>
                  <a:lnTo>
                    <a:pt x="3219908" y="4044055"/>
                  </a:lnTo>
                  <a:lnTo>
                    <a:pt x="3195803" y="4171030"/>
                  </a:lnTo>
                  <a:lnTo>
                    <a:pt x="3171715" y="4295101"/>
                  </a:lnTo>
                  <a:lnTo>
                    <a:pt x="3147634" y="4415961"/>
                  </a:lnTo>
                  <a:lnTo>
                    <a:pt x="3123544" y="4533345"/>
                  </a:lnTo>
                  <a:lnTo>
                    <a:pt x="3099424" y="4647026"/>
                  </a:lnTo>
                  <a:lnTo>
                    <a:pt x="3075247" y="4756822"/>
                  </a:lnTo>
                  <a:lnTo>
                    <a:pt x="3050978" y="4862588"/>
                  </a:lnTo>
                  <a:lnTo>
                    <a:pt x="3026576" y="4964225"/>
                  </a:lnTo>
                  <a:lnTo>
                    <a:pt x="3001991" y="5061671"/>
                  </a:lnTo>
                  <a:lnTo>
                    <a:pt x="2977167" y="5154899"/>
                  </a:lnTo>
                  <a:lnTo>
                    <a:pt x="2952033" y="5243923"/>
                  </a:lnTo>
                  <a:lnTo>
                    <a:pt x="2926512" y="5328784"/>
                  </a:lnTo>
                  <a:lnTo>
                    <a:pt x="2900511" y="5409556"/>
                  </a:lnTo>
                  <a:lnTo>
                    <a:pt x="2896531" y="5421422"/>
                  </a:lnTo>
                  <a:lnTo>
                    <a:pt x="2855931" y="5534966"/>
                  </a:lnTo>
                  <a:lnTo>
                    <a:pt x="2813558" y="5639273"/>
                  </a:lnTo>
                  <a:lnTo>
                    <a:pt x="2768945" y="5734620"/>
                  </a:lnTo>
                  <a:lnTo>
                    <a:pt x="2721577" y="5821569"/>
                  </a:lnTo>
                  <a:lnTo>
                    <a:pt x="2670919" y="5900821"/>
                  </a:lnTo>
                  <a:lnTo>
                    <a:pt x="2616437" y="5973111"/>
                  </a:lnTo>
                  <a:lnTo>
                    <a:pt x="2557631" y="6039148"/>
                  </a:lnTo>
                  <a:lnTo>
                    <a:pt x="2494068" y="6099573"/>
                  </a:lnTo>
                  <a:lnTo>
                    <a:pt x="2425439" y="6154940"/>
                  </a:lnTo>
                  <a:lnTo>
                    <a:pt x="2351614" y="6205695"/>
                  </a:lnTo>
                  <a:lnTo>
                    <a:pt x="2272731" y="6252173"/>
                  </a:lnTo>
                  <a:lnTo>
                    <a:pt x="2189275" y="6294595"/>
                  </a:lnTo>
                  <a:lnTo>
                    <a:pt x="2102175" y="6333074"/>
                  </a:lnTo>
                  <a:lnTo>
                    <a:pt x="2012861" y="6367628"/>
                  </a:lnTo>
                  <a:lnTo>
                    <a:pt x="1923295" y="6398207"/>
                  </a:lnTo>
                  <a:lnTo>
                    <a:pt x="1835907" y="6424731"/>
                  </a:lnTo>
                  <a:lnTo>
                    <a:pt x="1753442" y="6447136"/>
                  </a:lnTo>
                  <a:lnTo>
                    <a:pt x="1678691" y="6465428"/>
                  </a:lnTo>
                  <a:lnTo>
                    <a:pt x="1614155" y="6479729"/>
                  </a:lnTo>
                  <a:lnTo>
                    <a:pt x="1561674" y="6490309"/>
                  </a:lnTo>
                  <a:lnTo>
                    <a:pt x="1522132" y="6497590"/>
                  </a:lnTo>
                  <a:lnTo>
                    <a:pt x="1495274" y="6502121"/>
                  </a:lnTo>
                  <a:lnTo>
                    <a:pt x="1479680" y="6504537"/>
                  </a:lnTo>
                  <a:lnTo>
                    <a:pt x="1472861" y="6505511"/>
                  </a:lnTo>
                  <a:lnTo>
                    <a:pt x="1471398" y="6505705"/>
                  </a:lnTo>
                  <a:lnTo>
                    <a:pt x="1471387" y="6505706"/>
                  </a:lnTo>
                  <a:lnTo>
                    <a:pt x="0" y="650570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14" name="pg2114"/>
            <p:cNvSpPr/>
            <p:nvPr/>
          </p:nvSpPr>
          <p:spPr>
            <a:xfrm>
              <a:off x="4799595" y="3165364"/>
              <a:ext cx="11981298" cy="7886943"/>
            </a:xfrm>
            <a:custGeom>
              <a:avLst/>
              <a:pathLst>
                <a:path w="11981298" h="7886943">
                  <a:moveTo>
                    <a:pt x="0" y="7886943"/>
                  </a:moveTo>
                  <a:lnTo>
                    <a:pt x="1471387" y="7886943"/>
                  </a:lnTo>
                  <a:lnTo>
                    <a:pt x="1472518" y="7886872"/>
                  </a:lnTo>
                  <a:lnTo>
                    <a:pt x="1479954" y="7886369"/>
                  </a:lnTo>
                  <a:lnTo>
                    <a:pt x="1498701" y="7884976"/>
                  </a:lnTo>
                  <a:lnTo>
                    <a:pt x="1532229" y="7882236"/>
                  </a:lnTo>
                  <a:lnTo>
                    <a:pt x="1582223" y="7877720"/>
                  </a:lnTo>
                  <a:lnTo>
                    <a:pt x="1648454" y="7871079"/>
                  </a:lnTo>
                  <a:lnTo>
                    <a:pt x="1728933" y="7862075"/>
                  </a:lnTo>
                  <a:lnTo>
                    <a:pt x="1820357" y="7850585"/>
                  </a:lnTo>
                  <a:lnTo>
                    <a:pt x="1918749" y="7836586"/>
                  </a:lnTo>
                  <a:lnTo>
                    <a:pt x="2020115" y="7820117"/>
                  </a:lnTo>
                  <a:lnTo>
                    <a:pt x="2120944" y="7801233"/>
                  </a:lnTo>
                  <a:lnTo>
                    <a:pt x="2218507" y="7779962"/>
                  </a:lnTo>
                  <a:lnTo>
                    <a:pt x="2310935" y="7756273"/>
                  </a:lnTo>
                  <a:lnTo>
                    <a:pt x="2397156" y="7730059"/>
                  </a:lnTo>
                  <a:lnTo>
                    <a:pt x="2476752" y="7701126"/>
                  </a:lnTo>
                  <a:lnTo>
                    <a:pt x="2549793" y="7669190"/>
                  </a:lnTo>
                  <a:lnTo>
                    <a:pt x="2616682" y="7633885"/>
                  </a:lnTo>
                  <a:lnTo>
                    <a:pt x="2678036" y="7594772"/>
                  </a:lnTo>
                  <a:lnTo>
                    <a:pt x="2734582" y="7551363"/>
                  </a:lnTo>
                  <a:lnTo>
                    <a:pt x="2787098" y="7503152"/>
                  </a:lnTo>
                  <a:lnTo>
                    <a:pt x="2836352" y="7449683"/>
                  </a:lnTo>
                  <a:lnTo>
                    <a:pt x="2883062" y="7390649"/>
                  </a:lnTo>
                  <a:lnTo>
                    <a:pt x="2896531" y="7372044"/>
                  </a:lnTo>
                  <a:lnTo>
                    <a:pt x="2932920" y="7318183"/>
                  </a:lnTo>
                  <a:lnTo>
                    <a:pt x="2968413" y="7260494"/>
                  </a:lnTo>
                  <a:lnTo>
                    <a:pt x="3003248" y="7198901"/>
                  </a:lnTo>
                  <a:lnTo>
                    <a:pt x="3037615" y="7133382"/>
                  </a:lnTo>
                  <a:lnTo>
                    <a:pt x="3071669" y="7063982"/>
                  </a:lnTo>
                  <a:lnTo>
                    <a:pt x="3105531" y="6990815"/>
                  </a:lnTo>
                  <a:lnTo>
                    <a:pt x="3139295" y="6914071"/>
                  </a:lnTo>
                  <a:lnTo>
                    <a:pt x="3173026" y="6834013"/>
                  </a:lnTo>
                  <a:lnTo>
                    <a:pt x="3206772" y="6750982"/>
                  </a:lnTo>
                  <a:lnTo>
                    <a:pt x="3240557" y="6665389"/>
                  </a:lnTo>
                  <a:lnTo>
                    <a:pt x="3274392" y="6577712"/>
                  </a:lnTo>
                  <a:lnTo>
                    <a:pt x="3308273" y="6488481"/>
                  </a:lnTo>
                  <a:lnTo>
                    <a:pt x="3342186" y="6398272"/>
                  </a:lnTo>
                  <a:lnTo>
                    <a:pt x="3376113" y="6307684"/>
                  </a:lnTo>
                  <a:lnTo>
                    <a:pt x="3410032" y="6217330"/>
                  </a:lnTo>
                  <a:lnTo>
                    <a:pt x="3443922" y="6127814"/>
                  </a:lnTo>
                  <a:lnTo>
                    <a:pt x="3477768" y="6039719"/>
                  </a:lnTo>
                  <a:lnTo>
                    <a:pt x="3511565" y="5953587"/>
                  </a:lnTo>
                  <a:lnTo>
                    <a:pt x="3545318" y="5869909"/>
                  </a:lnTo>
                  <a:lnTo>
                    <a:pt x="3579050" y="5789112"/>
                  </a:lnTo>
                  <a:lnTo>
                    <a:pt x="3612801" y="5711556"/>
                  </a:lnTo>
                  <a:lnTo>
                    <a:pt x="3646632" y="5637521"/>
                  </a:lnTo>
                  <a:lnTo>
                    <a:pt x="3680631" y="5567215"/>
                  </a:lnTo>
                  <a:lnTo>
                    <a:pt x="3714911" y="5500770"/>
                  </a:lnTo>
                  <a:lnTo>
                    <a:pt x="3749619" y="5438245"/>
                  </a:lnTo>
                  <a:lnTo>
                    <a:pt x="3784937" y="5379636"/>
                  </a:lnTo>
                  <a:lnTo>
                    <a:pt x="3821089" y="5324877"/>
                  </a:lnTo>
                  <a:lnTo>
                    <a:pt x="3829811" y="5312448"/>
                  </a:lnTo>
                  <a:lnTo>
                    <a:pt x="3875890" y="5251744"/>
                  </a:lnTo>
                  <a:lnTo>
                    <a:pt x="3924318" y="5196645"/>
                  </a:lnTo>
                  <a:lnTo>
                    <a:pt x="3975787" y="5146916"/>
                  </a:lnTo>
                  <a:lnTo>
                    <a:pt x="4031056" y="5102134"/>
                  </a:lnTo>
                  <a:lnTo>
                    <a:pt x="4090903" y="5061798"/>
                  </a:lnTo>
                  <a:lnTo>
                    <a:pt x="4156078" y="5025411"/>
                  </a:lnTo>
                  <a:lnTo>
                    <a:pt x="4227239" y="4992517"/>
                  </a:lnTo>
                  <a:lnTo>
                    <a:pt x="4304864" y="4962726"/>
                  </a:lnTo>
                  <a:lnTo>
                    <a:pt x="4389138" y="4935729"/>
                  </a:lnTo>
                  <a:lnTo>
                    <a:pt x="4479802" y="4911306"/>
                  </a:lnTo>
                  <a:lnTo>
                    <a:pt x="4575998" y="4889324"/>
                  </a:lnTo>
                  <a:lnTo>
                    <a:pt x="4676104" y="4869730"/>
                  </a:lnTo>
                  <a:lnTo>
                    <a:pt x="4777645" y="4852539"/>
                  </a:lnTo>
                  <a:lnTo>
                    <a:pt x="4877323" y="4837802"/>
                  </a:lnTo>
                  <a:lnTo>
                    <a:pt x="4971243" y="4825566"/>
                  </a:lnTo>
                  <a:lnTo>
                    <a:pt x="5055358" y="4815831"/>
                  </a:lnTo>
                  <a:lnTo>
                    <a:pt x="5126097" y="4808509"/>
                  </a:lnTo>
                  <a:lnTo>
                    <a:pt x="5181019" y="4803394"/>
                  </a:lnTo>
                  <a:lnTo>
                    <a:pt x="5219344" y="4800168"/>
                  </a:lnTo>
                  <a:lnTo>
                    <a:pt x="5242193" y="4798423"/>
                  </a:lnTo>
                  <a:lnTo>
                    <a:pt x="5252528" y="4797704"/>
                  </a:lnTo>
                  <a:lnTo>
                    <a:pt x="5254955" y="4797550"/>
                  </a:lnTo>
                  <a:lnTo>
                    <a:pt x="6726343" y="4797550"/>
                  </a:lnTo>
                  <a:lnTo>
                    <a:pt x="6727236" y="4797463"/>
                  </a:lnTo>
                  <a:lnTo>
                    <a:pt x="6733142" y="4796851"/>
                  </a:lnTo>
                  <a:lnTo>
                    <a:pt x="6748131" y="4795158"/>
                  </a:lnTo>
                  <a:lnTo>
                    <a:pt x="6775184" y="4791820"/>
                  </a:lnTo>
                  <a:lnTo>
                    <a:pt x="6816024" y="4786300"/>
                  </a:lnTo>
                  <a:lnTo>
                    <a:pt x="6870991" y="4778133"/>
                  </a:lnTo>
                  <a:lnTo>
                    <a:pt x="6939069" y="4766967"/>
                  </a:lnTo>
                  <a:lnTo>
                    <a:pt x="7018107" y="4752581"/>
                  </a:lnTo>
                  <a:lnTo>
                    <a:pt x="7105205" y="4734883"/>
                  </a:lnTo>
                  <a:lnTo>
                    <a:pt x="7197168" y="4713880"/>
                  </a:lnTo>
                  <a:lnTo>
                    <a:pt x="7290912" y="4689630"/>
                  </a:lnTo>
                  <a:lnTo>
                    <a:pt x="7383781" y="4662198"/>
                  </a:lnTo>
                  <a:lnTo>
                    <a:pt x="7473703" y="4631613"/>
                  </a:lnTo>
                  <a:lnTo>
                    <a:pt x="7559236" y="4597834"/>
                  </a:lnTo>
                  <a:lnTo>
                    <a:pt x="7639519" y="4560733"/>
                  </a:lnTo>
                  <a:lnTo>
                    <a:pt x="7714172" y="4520087"/>
                  </a:lnTo>
                  <a:lnTo>
                    <a:pt x="7783190" y="4475570"/>
                  </a:lnTo>
                  <a:lnTo>
                    <a:pt x="7846835" y="4426759"/>
                  </a:lnTo>
                  <a:lnTo>
                    <a:pt x="7905543" y="4373149"/>
                  </a:lnTo>
                  <a:lnTo>
                    <a:pt x="7959860" y="4314163"/>
                  </a:lnTo>
                  <a:lnTo>
                    <a:pt x="8010386" y="4249187"/>
                  </a:lnTo>
                  <a:lnTo>
                    <a:pt x="8057734" y="4177616"/>
                  </a:lnTo>
                  <a:lnTo>
                    <a:pt x="8102499" y="4098938"/>
                  </a:lnTo>
                  <a:lnTo>
                    <a:pt x="8145230" y="4012855"/>
                  </a:lnTo>
                  <a:lnTo>
                    <a:pt x="8151487" y="3999320"/>
                  </a:lnTo>
                  <a:lnTo>
                    <a:pt x="8181560" y="3930902"/>
                  </a:lnTo>
                  <a:lnTo>
                    <a:pt x="8210994" y="3858470"/>
                  </a:lnTo>
                  <a:lnTo>
                    <a:pt x="8239929" y="3781944"/>
                  </a:lnTo>
                  <a:lnTo>
                    <a:pt x="8268482" y="3701283"/>
                  </a:lnTo>
                  <a:lnTo>
                    <a:pt x="8296751" y="3616489"/>
                  </a:lnTo>
                  <a:lnTo>
                    <a:pt x="8324819" y="3527615"/>
                  </a:lnTo>
                  <a:lnTo>
                    <a:pt x="8352753" y="3434762"/>
                  </a:lnTo>
                  <a:lnTo>
                    <a:pt x="8380608" y="3338083"/>
                  </a:lnTo>
                  <a:lnTo>
                    <a:pt x="8408425" y="3237788"/>
                  </a:lnTo>
                  <a:lnTo>
                    <a:pt x="8436236" y="3134140"/>
                  </a:lnTo>
                  <a:lnTo>
                    <a:pt x="8464062" y="3027457"/>
                  </a:lnTo>
                  <a:lnTo>
                    <a:pt x="8491916" y="2918105"/>
                  </a:lnTo>
                  <a:lnTo>
                    <a:pt x="8519803" y="2806498"/>
                  </a:lnTo>
                  <a:lnTo>
                    <a:pt x="8547724" y="2693091"/>
                  </a:lnTo>
                  <a:lnTo>
                    <a:pt x="8575672" y="2578369"/>
                  </a:lnTo>
                  <a:lnTo>
                    <a:pt x="8603637" y="2462845"/>
                  </a:lnTo>
                  <a:lnTo>
                    <a:pt x="8631609" y="2347045"/>
                  </a:lnTo>
                  <a:lnTo>
                    <a:pt x="8659575" y="2231502"/>
                  </a:lnTo>
                  <a:lnTo>
                    <a:pt x="8687523" y="2116743"/>
                  </a:lnTo>
                  <a:lnTo>
                    <a:pt x="8715445" y="2003279"/>
                  </a:lnTo>
                  <a:lnTo>
                    <a:pt x="8743334" y="1891599"/>
                  </a:lnTo>
                  <a:lnTo>
                    <a:pt x="8771189" y="1782159"/>
                  </a:lnTo>
                  <a:lnTo>
                    <a:pt x="8799016" y="1675373"/>
                  </a:lnTo>
                  <a:lnTo>
                    <a:pt x="8826827" y="1571610"/>
                  </a:lnTo>
                  <a:lnTo>
                    <a:pt x="8854643" y="1471190"/>
                  </a:lnTo>
                  <a:lnTo>
                    <a:pt x="8882496" y="1374377"/>
                  </a:lnTo>
                  <a:lnTo>
                    <a:pt x="8910427" y="1281382"/>
                  </a:lnTo>
                  <a:lnTo>
                    <a:pt x="8938489" y="1192363"/>
                  </a:lnTo>
                  <a:lnTo>
                    <a:pt x="8966749" y="1107421"/>
                  </a:lnTo>
                  <a:lnTo>
                    <a:pt x="8995290" y="1026611"/>
                  </a:lnTo>
                  <a:lnTo>
                    <a:pt x="9024209" y="949936"/>
                  </a:lnTo>
                  <a:lnTo>
                    <a:pt x="9053623" y="877358"/>
                  </a:lnTo>
                  <a:lnTo>
                    <a:pt x="9083671" y="808797"/>
                  </a:lnTo>
                  <a:lnTo>
                    <a:pt x="9084767" y="806402"/>
                  </a:lnTo>
                  <a:lnTo>
                    <a:pt x="9127235" y="719205"/>
                  </a:lnTo>
                  <a:lnTo>
                    <a:pt x="9171663" y="639429"/>
                  </a:lnTo>
                  <a:lnTo>
                    <a:pt x="9218587" y="566823"/>
                  </a:lnTo>
                  <a:lnTo>
                    <a:pt x="9268597" y="500896"/>
                  </a:lnTo>
                  <a:lnTo>
                    <a:pt x="9322308" y="441052"/>
                  </a:lnTo>
                  <a:lnTo>
                    <a:pt x="9380322" y="386675"/>
                  </a:lnTo>
                  <a:lnTo>
                    <a:pt x="9443195" y="337180"/>
                  </a:lnTo>
                  <a:lnTo>
                    <a:pt x="9511387" y="292048"/>
                  </a:lnTo>
                  <a:lnTo>
                    <a:pt x="9585189" y="250845"/>
                  </a:lnTo>
                  <a:lnTo>
                    <a:pt x="9664642" y="213230"/>
                  </a:lnTo>
                  <a:lnTo>
                    <a:pt x="9749430" y="178964"/>
                  </a:lnTo>
                  <a:lnTo>
                    <a:pt x="9838772" y="147905"/>
                  </a:lnTo>
                  <a:lnTo>
                    <a:pt x="9931315" y="120000"/>
                  </a:lnTo>
                  <a:lnTo>
                    <a:pt x="10025085" y="95270"/>
                  </a:lnTo>
                  <a:lnTo>
                    <a:pt x="10117503" y="73776"/>
                  </a:lnTo>
                  <a:lnTo>
                    <a:pt x="10205535" y="55581"/>
                  </a:lnTo>
                  <a:lnTo>
                    <a:pt x="10285978" y="40702"/>
                  </a:lnTo>
                  <a:lnTo>
                    <a:pt x="10355857" y="29064"/>
                  </a:lnTo>
                  <a:lnTo>
                    <a:pt x="10412884" y="20467"/>
                  </a:lnTo>
                  <a:lnTo>
                    <a:pt x="10455854" y="14577"/>
                  </a:lnTo>
                  <a:lnTo>
                    <a:pt x="10484895" y="10946"/>
                  </a:lnTo>
                  <a:lnTo>
                    <a:pt x="10501530" y="9043"/>
                  </a:lnTo>
                  <a:lnTo>
                    <a:pt x="10508562" y="8304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9017" y="86"/>
                  </a:lnTo>
                  <a:lnTo>
                    <a:pt x="10503111" y="698"/>
                  </a:lnTo>
                  <a:lnTo>
                    <a:pt x="10488123" y="2391"/>
                  </a:lnTo>
                  <a:lnTo>
                    <a:pt x="10461069" y="5729"/>
                  </a:lnTo>
                  <a:lnTo>
                    <a:pt x="10420229" y="11249"/>
                  </a:lnTo>
                  <a:lnTo>
                    <a:pt x="10365262" y="19416"/>
                  </a:lnTo>
                  <a:lnTo>
                    <a:pt x="10297185" y="30582"/>
                  </a:lnTo>
                  <a:lnTo>
                    <a:pt x="10218147" y="44968"/>
                  </a:lnTo>
                  <a:lnTo>
                    <a:pt x="10131048" y="62666"/>
                  </a:lnTo>
                  <a:lnTo>
                    <a:pt x="10039086" y="83669"/>
                  </a:lnTo>
                  <a:lnTo>
                    <a:pt x="9945341" y="107919"/>
                  </a:lnTo>
                  <a:lnTo>
                    <a:pt x="9852472" y="135351"/>
                  </a:lnTo>
                  <a:lnTo>
                    <a:pt x="9762550" y="165936"/>
                  </a:lnTo>
                  <a:lnTo>
                    <a:pt x="9677017" y="199715"/>
                  </a:lnTo>
                  <a:lnTo>
                    <a:pt x="9596735" y="236816"/>
                  </a:lnTo>
                  <a:lnTo>
                    <a:pt x="9522081" y="277462"/>
                  </a:lnTo>
                  <a:lnTo>
                    <a:pt x="9453063" y="321979"/>
                  </a:lnTo>
                  <a:lnTo>
                    <a:pt x="9389418" y="370790"/>
                  </a:lnTo>
                  <a:lnTo>
                    <a:pt x="9330710" y="424400"/>
                  </a:lnTo>
                  <a:lnTo>
                    <a:pt x="9276393" y="483386"/>
                  </a:lnTo>
                  <a:lnTo>
                    <a:pt x="9225867" y="548362"/>
                  </a:lnTo>
                  <a:lnTo>
                    <a:pt x="9178520" y="619933"/>
                  </a:lnTo>
                  <a:lnTo>
                    <a:pt x="9133754" y="698611"/>
                  </a:lnTo>
                  <a:lnTo>
                    <a:pt x="9091023" y="784694"/>
                  </a:lnTo>
                  <a:lnTo>
                    <a:pt x="9084767" y="798229"/>
                  </a:lnTo>
                  <a:lnTo>
                    <a:pt x="9054693" y="866647"/>
                  </a:lnTo>
                  <a:lnTo>
                    <a:pt x="9025259" y="939079"/>
                  </a:lnTo>
                  <a:lnTo>
                    <a:pt x="8996324" y="1015605"/>
                  </a:lnTo>
                  <a:lnTo>
                    <a:pt x="8967772" y="1096266"/>
                  </a:lnTo>
                  <a:lnTo>
                    <a:pt x="8939503" y="1181060"/>
                  </a:lnTo>
                  <a:lnTo>
                    <a:pt x="8911434" y="1269934"/>
                  </a:lnTo>
                  <a:lnTo>
                    <a:pt x="8883500" y="1362787"/>
                  </a:lnTo>
                  <a:lnTo>
                    <a:pt x="8855646" y="1459466"/>
                  </a:lnTo>
                  <a:lnTo>
                    <a:pt x="8827828" y="1559761"/>
                  </a:lnTo>
                  <a:lnTo>
                    <a:pt x="8800018" y="1663409"/>
                  </a:lnTo>
                  <a:lnTo>
                    <a:pt x="8772192" y="1770092"/>
                  </a:lnTo>
                  <a:lnTo>
                    <a:pt x="8744338" y="1879444"/>
                  </a:lnTo>
                  <a:lnTo>
                    <a:pt x="8716450" y="1991051"/>
                  </a:lnTo>
                  <a:lnTo>
                    <a:pt x="8688529" y="2104458"/>
                  </a:lnTo>
                  <a:lnTo>
                    <a:pt x="8660582" y="2219180"/>
                  </a:lnTo>
                  <a:lnTo>
                    <a:pt x="8632616" y="2334704"/>
                  </a:lnTo>
                  <a:lnTo>
                    <a:pt x="8604644" y="2450504"/>
                  </a:lnTo>
                  <a:lnTo>
                    <a:pt x="8576678" y="2566047"/>
                  </a:lnTo>
                  <a:lnTo>
                    <a:pt x="8548730" y="2680806"/>
                  </a:lnTo>
                  <a:lnTo>
                    <a:pt x="8520808" y="2794270"/>
                  </a:lnTo>
                  <a:lnTo>
                    <a:pt x="8492919" y="2905950"/>
                  </a:lnTo>
                  <a:lnTo>
                    <a:pt x="8465064" y="3015390"/>
                  </a:lnTo>
                  <a:lnTo>
                    <a:pt x="8437237" y="3122176"/>
                  </a:lnTo>
                  <a:lnTo>
                    <a:pt x="8409426" y="3225939"/>
                  </a:lnTo>
                  <a:lnTo>
                    <a:pt x="8381610" y="3326359"/>
                  </a:lnTo>
                  <a:lnTo>
                    <a:pt x="8353757" y="3423172"/>
                  </a:lnTo>
                  <a:lnTo>
                    <a:pt x="8325827" y="3516167"/>
                  </a:lnTo>
                  <a:lnTo>
                    <a:pt x="8297765" y="3605186"/>
                  </a:lnTo>
                  <a:lnTo>
                    <a:pt x="8269504" y="3690128"/>
                  </a:lnTo>
                  <a:lnTo>
                    <a:pt x="8240963" y="3770938"/>
                  </a:lnTo>
                  <a:lnTo>
                    <a:pt x="8212044" y="3847613"/>
                  </a:lnTo>
                  <a:lnTo>
                    <a:pt x="8182630" y="3920191"/>
                  </a:lnTo>
                  <a:lnTo>
                    <a:pt x="8152582" y="3988752"/>
                  </a:lnTo>
                  <a:lnTo>
                    <a:pt x="8151487" y="3991147"/>
                  </a:lnTo>
                  <a:lnTo>
                    <a:pt x="8109018" y="4078344"/>
                  </a:lnTo>
                  <a:lnTo>
                    <a:pt x="8064590" y="4158120"/>
                  </a:lnTo>
                  <a:lnTo>
                    <a:pt x="8017666" y="4230726"/>
                  </a:lnTo>
                  <a:lnTo>
                    <a:pt x="7967656" y="4296653"/>
                  </a:lnTo>
                  <a:lnTo>
                    <a:pt x="7913945" y="4356497"/>
                  </a:lnTo>
                  <a:lnTo>
                    <a:pt x="7855932" y="4410874"/>
                  </a:lnTo>
                  <a:lnTo>
                    <a:pt x="7793058" y="4460369"/>
                  </a:lnTo>
                  <a:lnTo>
                    <a:pt x="7724866" y="4505501"/>
                  </a:lnTo>
                  <a:lnTo>
                    <a:pt x="7651064" y="4546704"/>
                  </a:lnTo>
                  <a:lnTo>
                    <a:pt x="7571612" y="4584319"/>
                  </a:lnTo>
                  <a:lnTo>
                    <a:pt x="7486823" y="4618585"/>
                  </a:lnTo>
                  <a:lnTo>
                    <a:pt x="7397482" y="4649644"/>
                  </a:lnTo>
                  <a:lnTo>
                    <a:pt x="7304938" y="4677549"/>
                  </a:lnTo>
                  <a:lnTo>
                    <a:pt x="7211168" y="4702279"/>
                  </a:lnTo>
                  <a:lnTo>
                    <a:pt x="7118751" y="4723773"/>
                  </a:lnTo>
                  <a:lnTo>
                    <a:pt x="7030718" y="4741968"/>
                  </a:lnTo>
                  <a:lnTo>
                    <a:pt x="6950275" y="4756847"/>
                  </a:lnTo>
                  <a:lnTo>
                    <a:pt x="6880396" y="4768485"/>
                  </a:lnTo>
                  <a:lnTo>
                    <a:pt x="6823369" y="4777082"/>
                  </a:lnTo>
                  <a:lnTo>
                    <a:pt x="6780400" y="4782972"/>
                  </a:lnTo>
                  <a:lnTo>
                    <a:pt x="6751358" y="4786603"/>
                  </a:lnTo>
                  <a:lnTo>
                    <a:pt x="6734723" y="4788506"/>
                  </a:lnTo>
                  <a:lnTo>
                    <a:pt x="6727691" y="4789245"/>
                  </a:lnTo>
                  <a:lnTo>
                    <a:pt x="6726343" y="4789377"/>
                  </a:lnTo>
                  <a:lnTo>
                    <a:pt x="5254955" y="4789377"/>
                  </a:lnTo>
                  <a:lnTo>
                    <a:pt x="5253824" y="4789447"/>
                  </a:lnTo>
                  <a:lnTo>
                    <a:pt x="5246389" y="4789951"/>
                  </a:lnTo>
                  <a:lnTo>
                    <a:pt x="5227641" y="4791343"/>
                  </a:lnTo>
                  <a:lnTo>
                    <a:pt x="5194113" y="4794084"/>
                  </a:lnTo>
                  <a:lnTo>
                    <a:pt x="5144120" y="4798600"/>
                  </a:lnTo>
                  <a:lnTo>
                    <a:pt x="5077888" y="4805240"/>
                  </a:lnTo>
                  <a:lnTo>
                    <a:pt x="4997409" y="4814244"/>
                  </a:lnTo>
                  <a:lnTo>
                    <a:pt x="4905986" y="4825735"/>
                  </a:lnTo>
                  <a:lnTo>
                    <a:pt x="4807593" y="4839733"/>
                  </a:lnTo>
                  <a:lnTo>
                    <a:pt x="4706228" y="4856202"/>
                  </a:lnTo>
                  <a:lnTo>
                    <a:pt x="4605398" y="4875086"/>
                  </a:lnTo>
                  <a:lnTo>
                    <a:pt x="4507835" y="4896358"/>
                  </a:lnTo>
                  <a:lnTo>
                    <a:pt x="4415407" y="4920046"/>
                  </a:lnTo>
                  <a:lnTo>
                    <a:pt x="4329186" y="4946260"/>
                  </a:lnTo>
                  <a:lnTo>
                    <a:pt x="4249590" y="4975193"/>
                  </a:lnTo>
                  <a:lnTo>
                    <a:pt x="4176549" y="5007129"/>
                  </a:lnTo>
                  <a:lnTo>
                    <a:pt x="4109660" y="5042434"/>
                  </a:lnTo>
                  <a:lnTo>
                    <a:pt x="4048307" y="5081547"/>
                  </a:lnTo>
                  <a:lnTo>
                    <a:pt x="3991760" y="5124957"/>
                  </a:lnTo>
                  <a:lnTo>
                    <a:pt x="3939244" y="5173168"/>
                  </a:lnTo>
                  <a:lnTo>
                    <a:pt x="3889990" y="5226637"/>
                  </a:lnTo>
                  <a:lnTo>
                    <a:pt x="3843280" y="5285671"/>
                  </a:lnTo>
                  <a:lnTo>
                    <a:pt x="3829811" y="5304275"/>
                  </a:lnTo>
                  <a:lnTo>
                    <a:pt x="3793422" y="5358137"/>
                  </a:lnTo>
                  <a:lnTo>
                    <a:pt x="3757929" y="5415825"/>
                  </a:lnTo>
                  <a:lnTo>
                    <a:pt x="3723094" y="5477419"/>
                  </a:lnTo>
                  <a:lnTo>
                    <a:pt x="3688727" y="5542938"/>
                  </a:lnTo>
                  <a:lnTo>
                    <a:pt x="3654673" y="5612338"/>
                  </a:lnTo>
                  <a:lnTo>
                    <a:pt x="3620811" y="5685504"/>
                  </a:lnTo>
                  <a:lnTo>
                    <a:pt x="3587048" y="5762249"/>
                  </a:lnTo>
                  <a:lnTo>
                    <a:pt x="3553316" y="5842306"/>
                  </a:lnTo>
                  <a:lnTo>
                    <a:pt x="3519570" y="5925338"/>
                  </a:lnTo>
                  <a:lnTo>
                    <a:pt x="3485785" y="6010930"/>
                  </a:lnTo>
                  <a:lnTo>
                    <a:pt x="3451950" y="6098608"/>
                  </a:lnTo>
                  <a:lnTo>
                    <a:pt x="3418069" y="6187838"/>
                  </a:lnTo>
                  <a:lnTo>
                    <a:pt x="3384156" y="6278047"/>
                  </a:lnTo>
                  <a:lnTo>
                    <a:pt x="3350229" y="6368635"/>
                  </a:lnTo>
                  <a:lnTo>
                    <a:pt x="3316310" y="6458989"/>
                  </a:lnTo>
                  <a:lnTo>
                    <a:pt x="3282420" y="6548505"/>
                  </a:lnTo>
                  <a:lnTo>
                    <a:pt x="3248574" y="6636600"/>
                  </a:lnTo>
                  <a:lnTo>
                    <a:pt x="3214777" y="6722733"/>
                  </a:lnTo>
                  <a:lnTo>
                    <a:pt x="3181024" y="6806411"/>
                  </a:lnTo>
                  <a:lnTo>
                    <a:pt x="3147292" y="6887207"/>
                  </a:lnTo>
                  <a:lnTo>
                    <a:pt x="3113542" y="6964764"/>
                  </a:lnTo>
                  <a:lnTo>
                    <a:pt x="3079710" y="7038798"/>
                  </a:lnTo>
                  <a:lnTo>
                    <a:pt x="3045712" y="7109104"/>
                  </a:lnTo>
                  <a:lnTo>
                    <a:pt x="3011431" y="7175550"/>
                  </a:lnTo>
                  <a:lnTo>
                    <a:pt x="2976723" y="7238074"/>
                  </a:lnTo>
                  <a:lnTo>
                    <a:pt x="2941405" y="7296684"/>
                  </a:lnTo>
                  <a:lnTo>
                    <a:pt x="2905253" y="7351442"/>
                  </a:lnTo>
                  <a:lnTo>
                    <a:pt x="2896531" y="7363871"/>
                  </a:lnTo>
                  <a:lnTo>
                    <a:pt x="2850452" y="7424576"/>
                  </a:lnTo>
                  <a:lnTo>
                    <a:pt x="2802024" y="7479675"/>
                  </a:lnTo>
                  <a:lnTo>
                    <a:pt x="2750555" y="7529403"/>
                  </a:lnTo>
                  <a:lnTo>
                    <a:pt x="2695287" y="7574186"/>
                  </a:lnTo>
                  <a:lnTo>
                    <a:pt x="2635440" y="7614521"/>
                  </a:lnTo>
                  <a:lnTo>
                    <a:pt x="2570264" y="7650908"/>
                  </a:lnTo>
                  <a:lnTo>
                    <a:pt x="2499103" y="7683802"/>
                  </a:lnTo>
                  <a:lnTo>
                    <a:pt x="2421478" y="7713593"/>
                  </a:lnTo>
                  <a:lnTo>
                    <a:pt x="2337205" y="7740590"/>
                  </a:lnTo>
                  <a:lnTo>
                    <a:pt x="2246540" y="7765013"/>
                  </a:lnTo>
                  <a:lnTo>
                    <a:pt x="2150344" y="7786996"/>
                  </a:lnTo>
                  <a:lnTo>
                    <a:pt x="2050238" y="7806589"/>
                  </a:lnTo>
                  <a:lnTo>
                    <a:pt x="1948697" y="7823780"/>
                  </a:lnTo>
                  <a:lnTo>
                    <a:pt x="1849019" y="7838518"/>
                  </a:lnTo>
                  <a:lnTo>
                    <a:pt x="1755100" y="7850754"/>
                  </a:lnTo>
                  <a:lnTo>
                    <a:pt x="1670984" y="7860488"/>
                  </a:lnTo>
                  <a:lnTo>
                    <a:pt x="1600246" y="7867811"/>
                  </a:lnTo>
                  <a:lnTo>
                    <a:pt x="1545323" y="7872925"/>
                  </a:lnTo>
                  <a:lnTo>
                    <a:pt x="1506998" y="7876151"/>
                  </a:lnTo>
                  <a:lnTo>
                    <a:pt x="1484149" y="7877896"/>
                  </a:lnTo>
                  <a:lnTo>
                    <a:pt x="1473814" y="7878615"/>
                  </a:lnTo>
                  <a:lnTo>
                    <a:pt x="1471387" y="7878770"/>
                  </a:lnTo>
                  <a:lnTo>
                    <a:pt x="0" y="7878770"/>
                  </a:lnTo>
                  <a:close/>
                </a:path>
              </a:pathLst>
            </a:custGeom>
            <a:solidFill>
              <a:srgbClr val="7DD8AC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2115" name="pl2115"/>
            <p:cNvSpPr/>
            <p:nvPr/>
          </p:nvSpPr>
          <p:spPr>
            <a:xfrm>
              <a:off x="4799595" y="3173537"/>
              <a:ext cx="11981298" cy="7878770"/>
            </a:xfrm>
            <a:custGeom>
              <a:avLst/>
              <a:pathLst>
                <a:path w="11981298" h="7878770">
                  <a:moveTo>
                    <a:pt x="0" y="7878770"/>
                  </a:moveTo>
                  <a:lnTo>
                    <a:pt x="1471387" y="7878770"/>
                  </a:lnTo>
                  <a:lnTo>
                    <a:pt x="1472518" y="7878699"/>
                  </a:lnTo>
                  <a:lnTo>
                    <a:pt x="1479954" y="7878196"/>
                  </a:lnTo>
                  <a:lnTo>
                    <a:pt x="1498701" y="7876803"/>
                  </a:lnTo>
                  <a:lnTo>
                    <a:pt x="1532229" y="7874063"/>
                  </a:lnTo>
                  <a:lnTo>
                    <a:pt x="1582223" y="7869547"/>
                  </a:lnTo>
                  <a:lnTo>
                    <a:pt x="1648454" y="7862906"/>
                  </a:lnTo>
                  <a:lnTo>
                    <a:pt x="1728933" y="7853902"/>
                  </a:lnTo>
                  <a:lnTo>
                    <a:pt x="1820357" y="7842412"/>
                  </a:lnTo>
                  <a:lnTo>
                    <a:pt x="1918749" y="7828413"/>
                  </a:lnTo>
                  <a:lnTo>
                    <a:pt x="2020115" y="7811944"/>
                  </a:lnTo>
                  <a:lnTo>
                    <a:pt x="2120944" y="7793060"/>
                  </a:lnTo>
                  <a:lnTo>
                    <a:pt x="2218507" y="7771789"/>
                  </a:lnTo>
                  <a:lnTo>
                    <a:pt x="2310935" y="7748100"/>
                  </a:lnTo>
                  <a:lnTo>
                    <a:pt x="2397156" y="7721886"/>
                  </a:lnTo>
                  <a:lnTo>
                    <a:pt x="2476752" y="7692953"/>
                  </a:lnTo>
                  <a:lnTo>
                    <a:pt x="2549793" y="7661017"/>
                  </a:lnTo>
                  <a:lnTo>
                    <a:pt x="2616682" y="7625712"/>
                  </a:lnTo>
                  <a:lnTo>
                    <a:pt x="2678036" y="7586599"/>
                  </a:lnTo>
                  <a:lnTo>
                    <a:pt x="2734582" y="7543190"/>
                  </a:lnTo>
                  <a:lnTo>
                    <a:pt x="2787098" y="7494979"/>
                  </a:lnTo>
                  <a:lnTo>
                    <a:pt x="2836352" y="7441510"/>
                  </a:lnTo>
                  <a:lnTo>
                    <a:pt x="2883062" y="7382476"/>
                  </a:lnTo>
                  <a:lnTo>
                    <a:pt x="2896531" y="7363871"/>
                  </a:lnTo>
                  <a:lnTo>
                    <a:pt x="2932920" y="7310010"/>
                  </a:lnTo>
                  <a:lnTo>
                    <a:pt x="2968413" y="7252321"/>
                  </a:lnTo>
                  <a:lnTo>
                    <a:pt x="3003248" y="7190728"/>
                  </a:lnTo>
                  <a:lnTo>
                    <a:pt x="3037615" y="7125209"/>
                  </a:lnTo>
                  <a:lnTo>
                    <a:pt x="3071669" y="7055809"/>
                  </a:lnTo>
                  <a:lnTo>
                    <a:pt x="3105531" y="6982642"/>
                  </a:lnTo>
                  <a:lnTo>
                    <a:pt x="3139295" y="6905898"/>
                  </a:lnTo>
                  <a:lnTo>
                    <a:pt x="3173026" y="6825840"/>
                  </a:lnTo>
                  <a:lnTo>
                    <a:pt x="3206772" y="6742809"/>
                  </a:lnTo>
                  <a:lnTo>
                    <a:pt x="3240557" y="6657216"/>
                  </a:lnTo>
                  <a:lnTo>
                    <a:pt x="3274392" y="6569539"/>
                  </a:lnTo>
                  <a:lnTo>
                    <a:pt x="3308273" y="6480308"/>
                  </a:lnTo>
                  <a:lnTo>
                    <a:pt x="3342186" y="6390099"/>
                  </a:lnTo>
                  <a:lnTo>
                    <a:pt x="3376113" y="6299511"/>
                  </a:lnTo>
                  <a:lnTo>
                    <a:pt x="3410032" y="6209157"/>
                  </a:lnTo>
                  <a:lnTo>
                    <a:pt x="3443922" y="6119641"/>
                  </a:lnTo>
                  <a:lnTo>
                    <a:pt x="3477768" y="6031546"/>
                  </a:lnTo>
                  <a:lnTo>
                    <a:pt x="3511565" y="5945414"/>
                  </a:lnTo>
                  <a:lnTo>
                    <a:pt x="3545318" y="5861736"/>
                  </a:lnTo>
                  <a:lnTo>
                    <a:pt x="3579050" y="5780939"/>
                  </a:lnTo>
                  <a:lnTo>
                    <a:pt x="3612801" y="5703383"/>
                  </a:lnTo>
                  <a:lnTo>
                    <a:pt x="3646632" y="5629348"/>
                  </a:lnTo>
                  <a:lnTo>
                    <a:pt x="3680631" y="5559042"/>
                  </a:lnTo>
                  <a:lnTo>
                    <a:pt x="3714911" y="5492597"/>
                  </a:lnTo>
                  <a:lnTo>
                    <a:pt x="3749619" y="5430072"/>
                  </a:lnTo>
                  <a:lnTo>
                    <a:pt x="3784937" y="5371463"/>
                  </a:lnTo>
                  <a:lnTo>
                    <a:pt x="3821089" y="5316704"/>
                  </a:lnTo>
                  <a:lnTo>
                    <a:pt x="3829811" y="5304275"/>
                  </a:lnTo>
                  <a:lnTo>
                    <a:pt x="3875890" y="5243571"/>
                  </a:lnTo>
                  <a:lnTo>
                    <a:pt x="3924318" y="5188472"/>
                  </a:lnTo>
                  <a:lnTo>
                    <a:pt x="3975787" y="5138743"/>
                  </a:lnTo>
                  <a:lnTo>
                    <a:pt x="4031056" y="5093961"/>
                  </a:lnTo>
                  <a:lnTo>
                    <a:pt x="4090903" y="5053625"/>
                  </a:lnTo>
                  <a:lnTo>
                    <a:pt x="4156078" y="5017238"/>
                  </a:lnTo>
                  <a:lnTo>
                    <a:pt x="4227239" y="4984344"/>
                  </a:lnTo>
                  <a:lnTo>
                    <a:pt x="4304864" y="4954553"/>
                  </a:lnTo>
                  <a:lnTo>
                    <a:pt x="4389138" y="4927556"/>
                  </a:lnTo>
                  <a:lnTo>
                    <a:pt x="4479802" y="4903133"/>
                  </a:lnTo>
                  <a:lnTo>
                    <a:pt x="4575998" y="4881151"/>
                  </a:lnTo>
                  <a:lnTo>
                    <a:pt x="4676104" y="4861557"/>
                  </a:lnTo>
                  <a:lnTo>
                    <a:pt x="4777645" y="4844366"/>
                  </a:lnTo>
                  <a:lnTo>
                    <a:pt x="4877323" y="4829629"/>
                  </a:lnTo>
                  <a:lnTo>
                    <a:pt x="4971243" y="4817393"/>
                  </a:lnTo>
                  <a:lnTo>
                    <a:pt x="5055358" y="4807658"/>
                  </a:lnTo>
                  <a:lnTo>
                    <a:pt x="5126097" y="4800336"/>
                  </a:lnTo>
                  <a:lnTo>
                    <a:pt x="5181019" y="4795221"/>
                  </a:lnTo>
                  <a:lnTo>
                    <a:pt x="5219344" y="4791995"/>
                  </a:lnTo>
                  <a:lnTo>
                    <a:pt x="5242193" y="4790250"/>
                  </a:lnTo>
                  <a:lnTo>
                    <a:pt x="5252528" y="4789531"/>
                  </a:lnTo>
                  <a:lnTo>
                    <a:pt x="5254924" y="4789378"/>
                  </a:lnTo>
                  <a:lnTo>
                    <a:pt x="5254955" y="4789377"/>
                  </a:lnTo>
                  <a:lnTo>
                    <a:pt x="6726343" y="4789377"/>
                  </a:lnTo>
                  <a:lnTo>
                    <a:pt x="6727236" y="4789290"/>
                  </a:lnTo>
                  <a:lnTo>
                    <a:pt x="6733142" y="4788678"/>
                  </a:lnTo>
                  <a:lnTo>
                    <a:pt x="6748131" y="4786985"/>
                  </a:lnTo>
                  <a:lnTo>
                    <a:pt x="6775184" y="4783647"/>
                  </a:lnTo>
                  <a:lnTo>
                    <a:pt x="6816024" y="4778127"/>
                  </a:lnTo>
                  <a:lnTo>
                    <a:pt x="6870991" y="4769960"/>
                  </a:lnTo>
                  <a:lnTo>
                    <a:pt x="6939069" y="4758794"/>
                  </a:lnTo>
                  <a:lnTo>
                    <a:pt x="7018107" y="4744408"/>
                  </a:lnTo>
                  <a:lnTo>
                    <a:pt x="7105205" y="4726710"/>
                  </a:lnTo>
                  <a:lnTo>
                    <a:pt x="7197168" y="4705707"/>
                  </a:lnTo>
                  <a:lnTo>
                    <a:pt x="7290912" y="4681457"/>
                  </a:lnTo>
                  <a:lnTo>
                    <a:pt x="7383781" y="4654025"/>
                  </a:lnTo>
                  <a:lnTo>
                    <a:pt x="7473703" y="4623440"/>
                  </a:lnTo>
                  <a:lnTo>
                    <a:pt x="7559236" y="4589661"/>
                  </a:lnTo>
                  <a:lnTo>
                    <a:pt x="7639519" y="4552560"/>
                  </a:lnTo>
                  <a:lnTo>
                    <a:pt x="7714172" y="4511914"/>
                  </a:lnTo>
                  <a:lnTo>
                    <a:pt x="7783190" y="4467397"/>
                  </a:lnTo>
                  <a:lnTo>
                    <a:pt x="7846835" y="4418586"/>
                  </a:lnTo>
                  <a:lnTo>
                    <a:pt x="7905543" y="4364976"/>
                  </a:lnTo>
                  <a:lnTo>
                    <a:pt x="7959860" y="4305990"/>
                  </a:lnTo>
                  <a:lnTo>
                    <a:pt x="8010386" y="4241014"/>
                  </a:lnTo>
                  <a:lnTo>
                    <a:pt x="8057734" y="4169443"/>
                  </a:lnTo>
                  <a:lnTo>
                    <a:pt x="8102499" y="4090765"/>
                  </a:lnTo>
                  <a:lnTo>
                    <a:pt x="8145230" y="4004682"/>
                  </a:lnTo>
                  <a:lnTo>
                    <a:pt x="8151487" y="3991147"/>
                  </a:lnTo>
                  <a:lnTo>
                    <a:pt x="8181560" y="3922729"/>
                  </a:lnTo>
                  <a:lnTo>
                    <a:pt x="8210994" y="3850297"/>
                  </a:lnTo>
                  <a:lnTo>
                    <a:pt x="8239929" y="3773771"/>
                  </a:lnTo>
                  <a:lnTo>
                    <a:pt x="8268482" y="3693110"/>
                  </a:lnTo>
                  <a:lnTo>
                    <a:pt x="8296751" y="3608316"/>
                  </a:lnTo>
                  <a:lnTo>
                    <a:pt x="8324819" y="3519442"/>
                  </a:lnTo>
                  <a:lnTo>
                    <a:pt x="8352753" y="3426589"/>
                  </a:lnTo>
                  <a:lnTo>
                    <a:pt x="8380608" y="3329910"/>
                  </a:lnTo>
                  <a:lnTo>
                    <a:pt x="8408425" y="3229615"/>
                  </a:lnTo>
                  <a:lnTo>
                    <a:pt x="8436236" y="3125967"/>
                  </a:lnTo>
                  <a:lnTo>
                    <a:pt x="8464062" y="3019284"/>
                  </a:lnTo>
                  <a:lnTo>
                    <a:pt x="8491916" y="2909932"/>
                  </a:lnTo>
                  <a:lnTo>
                    <a:pt x="8519803" y="2798325"/>
                  </a:lnTo>
                  <a:lnTo>
                    <a:pt x="8547724" y="2684918"/>
                  </a:lnTo>
                  <a:lnTo>
                    <a:pt x="8575672" y="2570196"/>
                  </a:lnTo>
                  <a:lnTo>
                    <a:pt x="8603637" y="2454672"/>
                  </a:lnTo>
                  <a:lnTo>
                    <a:pt x="8631609" y="2338872"/>
                  </a:lnTo>
                  <a:lnTo>
                    <a:pt x="8659575" y="2223329"/>
                  </a:lnTo>
                  <a:lnTo>
                    <a:pt x="8687523" y="2108570"/>
                  </a:lnTo>
                  <a:lnTo>
                    <a:pt x="8715445" y="1995106"/>
                  </a:lnTo>
                  <a:lnTo>
                    <a:pt x="8743334" y="1883426"/>
                  </a:lnTo>
                  <a:lnTo>
                    <a:pt x="8771189" y="1773986"/>
                  </a:lnTo>
                  <a:lnTo>
                    <a:pt x="8799016" y="1667200"/>
                  </a:lnTo>
                  <a:lnTo>
                    <a:pt x="8826827" y="1563437"/>
                  </a:lnTo>
                  <a:lnTo>
                    <a:pt x="8854643" y="1463017"/>
                  </a:lnTo>
                  <a:lnTo>
                    <a:pt x="8882496" y="1366204"/>
                  </a:lnTo>
                  <a:lnTo>
                    <a:pt x="8910427" y="1273209"/>
                  </a:lnTo>
                  <a:lnTo>
                    <a:pt x="8938489" y="1184190"/>
                  </a:lnTo>
                  <a:lnTo>
                    <a:pt x="8966749" y="1099248"/>
                  </a:lnTo>
                  <a:lnTo>
                    <a:pt x="8995290" y="1018438"/>
                  </a:lnTo>
                  <a:lnTo>
                    <a:pt x="9024209" y="941763"/>
                  </a:lnTo>
                  <a:lnTo>
                    <a:pt x="9053623" y="869185"/>
                  </a:lnTo>
                  <a:lnTo>
                    <a:pt x="9083671" y="800624"/>
                  </a:lnTo>
                  <a:lnTo>
                    <a:pt x="9084767" y="798229"/>
                  </a:lnTo>
                  <a:lnTo>
                    <a:pt x="9127235" y="711032"/>
                  </a:lnTo>
                  <a:lnTo>
                    <a:pt x="9171663" y="631256"/>
                  </a:lnTo>
                  <a:lnTo>
                    <a:pt x="9218587" y="558650"/>
                  </a:lnTo>
                  <a:lnTo>
                    <a:pt x="9268597" y="492723"/>
                  </a:lnTo>
                  <a:lnTo>
                    <a:pt x="9322308" y="432879"/>
                  </a:lnTo>
                  <a:lnTo>
                    <a:pt x="9380322" y="378502"/>
                  </a:lnTo>
                  <a:lnTo>
                    <a:pt x="9443195" y="329007"/>
                  </a:lnTo>
                  <a:lnTo>
                    <a:pt x="9511387" y="283875"/>
                  </a:lnTo>
                  <a:lnTo>
                    <a:pt x="9585189" y="242672"/>
                  </a:lnTo>
                  <a:lnTo>
                    <a:pt x="9664642" y="205057"/>
                  </a:lnTo>
                  <a:lnTo>
                    <a:pt x="9749430" y="170791"/>
                  </a:lnTo>
                  <a:lnTo>
                    <a:pt x="9838772" y="139732"/>
                  </a:lnTo>
                  <a:lnTo>
                    <a:pt x="9931315" y="111827"/>
                  </a:lnTo>
                  <a:lnTo>
                    <a:pt x="10025085" y="87097"/>
                  </a:lnTo>
                  <a:lnTo>
                    <a:pt x="10117503" y="65603"/>
                  </a:lnTo>
                  <a:lnTo>
                    <a:pt x="10205535" y="47408"/>
                  </a:lnTo>
                  <a:lnTo>
                    <a:pt x="10285978" y="32529"/>
                  </a:lnTo>
                  <a:lnTo>
                    <a:pt x="10355857" y="20891"/>
                  </a:lnTo>
                  <a:lnTo>
                    <a:pt x="10412884" y="12294"/>
                  </a:lnTo>
                  <a:lnTo>
                    <a:pt x="10455854" y="6404"/>
                  </a:lnTo>
                  <a:lnTo>
                    <a:pt x="10484895" y="2773"/>
                  </a:lnTo>
                  <a:lnTo>
                    <a:pt x="10501530" y="870"/>
                  </a:lnTo>
                  <a:lnTo>
                    <a:pt x="10508562" y="131"/>
                  </a:lnTo>
                  <a:lnTo>
                    <a:pt x="10509907" y="0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16" name="pl2116"/>
            <p:cNvSpPr/>
            <p:nvPr/>
          </p:nvSpPr>
          <p:spPr>
            <a:xfrm>
              <a:off x="4799595" y="3165364"/>
              <a:ext cx="11981298" cy="7878770"/>
            </a:xfrm>
            <a:custGeom>
              <a:avLst/>
              <a:pathLst>
                <a:path w="11981298" h="7878770">
                  <a:moveTo>
                    <a:pt x="11981298" y="0"/>
                  </a:moveTo>
                  <a:lnTo>
                    <a:pt x="10509911" y="0"/>
                  </a:lnTo>
                  <a:lnTo>
                    <a:pt x="10509017" y="86"/>
                  </a:lnTo>
                  <a:lnTo>
                    <a:pt x="10503111" y="698"/>
                  </a:lnTo>
                  <a:lnTo>
                    <a:pt x="10488123" y="2391"/>
                  </a:lnTo>
                  <a:lnTo>
                    <a:pt x="10461069" y="5729"/>
                  </a:lnTo>
                  <a:lnTo>
                    <a:pt x="10420229" y="11249"/>
                  </a:lnTo>
                  <a:lnTo>
                    <a:pt x="10365262" y="19416"/>
                  </a:lnTo>
                  <a:lnTo>
                    <a:pt x="10297185" y="30582"/>
                  </a:lnTo>
                  <a:lnTo>
                    <a:pt x="10218147" y="44968"/>
                  </a:lnTo>
                  <a:lnTo>
                    <a:pt x="10131048" y="62666"/>
                  </a:lnTo>
                  <a:lnTo>
                    <a:pt x="10039086" y="83669"/>
                  </a:lnTo>
                  <a:lnTo>
                    <a:pt x="9945341" y="107919"/>
                  </a:lnTo>
                  <a:lnTo>
                    <a:pt x="9852472" y="135351"/>
                  </a:lnTo>
                  <a:lnTo>
                    <a:pt x="9762550" y="165936"/>
                  </a:lnTo>
                  <a:lnTo>
                    <a:pt x="9677017" y="199715"/>
                  </a:lnTo>
                  <a:lnTo>
                    <a:pt x="9596735" y="236816"/>
                  </a:lnTo>
                  <a:lnTo>
                    <a:pt x="9522081" y="277462"/>
                  </a:lnTo>
                  <a:lnTo>
                    <a:pt x="9453063" y="321979"/>
                  </a:lnTo>
                  <a:lnTo>
                    <a:pt x="9389418" y="370790"/>
                  </a:lnTo>
                  <a:lnTo>
                    <a:pt x="9330710" y="424400"/>
                  </a:lnTo>
                  <a:lnTo>
                    <a:pt x="9276393" y="483386"/>
                  </a:lnTo>
                  <a:lnTo>
                    <a:pt x="9225867" y="548362"/>
                  </a:lnTo>
                  <a:lnTo>
                    <a:pt x="9178520" y="619933"/>
                  </a:lnTo>
                  <a:lnTo>
                    <a:pt x="9133754" y="698611"/>
                  </a:lnTo>
                  <a:lnTo>
                    <a:pt x="9091023" y="784694"/>
                  </a:lnTo>
                  <a:lnTo>
                    <a:pt x="9084767" y="798229"/>
                  </a:lnTo>
                  <a:lnTo>
                    <a:pt x="9054693" y="866647"/>
                  </a:lnTo>
                  <a:lnTo>
                    <a:pt x="9025259" y="939079"/>
                  </a:lnTo>
                  <a:lnTo>
                    <a:pt x="8996324" y="1015605"/>
                  </a:lnTo>
                  <a:lnTo>
                    <a:pt x="8967772" y="1096266"/>
                  </a:lnTo>
                  <a:lnTo>
                    <a:pt x="8939503" y="1181060"/>
                  </a:lnTo>
                  <a:lnTo>
                    <a:pt x="8911434" y="1269934"/>
                  </a:lnTo>
                  <a:lnTo>
                    <a:pt x="8883500" y="1362787"/>
                  </a:lnTo>
                  <a:lnTo>
                    <a:pt x="8855646" y="1459466"/>
                  </a:lnTo>
                  <a:lnTo>
                    <a:pt x="8827828" y="1559761"/>
                  </a:lnTo>
                  <a:lnTo>
                    <a:pt x="8800018" y="1663409"/>
                  </a:lnTo>
                  <a:lnTo>
                    <a:pt x="8772192" y="1770092"/>
                  </a:lnTo>
                  <a:lnTo>
                    <a:pt x="8744338" y="1879444"/>
                  </a:lnTo>
                  <a:lnTo>
                    <a:pt x="8716450" y="1991051"/>
                  </a:lnTo>
                  <a:lnTo>
                    <a:pt x="8688529" y="2104458"/>
                  </a:lnTo>
                  <a:lnTo>
                    <a:pt x="8660582" y="2219180"/>
                  </a:lnTo>
                  <a:lnTo>
                    <a:pt x="8632616" y="2334704"/>
                  </a:lnTo>
                  <a:lnTo>
                    <a:pt x="8604644" y="2450504"/>
                  </a:lnTo>
                  <a:lnTo>
                    <a:pt x="8576678" y="2566047"/>
                  </a:lnTo>
                  <a:lnTo>
                    <a:pt x="8548730" y="2680806"/>
                  </a:lnTo>
                  <a:lnTo>
                    <a:pt x="8520808" y="2794270"/>
                  </a:lnTo>
                  <a:lnTo>
                    <a:pt x="8492919" y="2905950"/>
                  </a:lnTo>
                  <a:lnTo>
                    <a:pt x="8465064" y="3015390"/>
                  </a:lnTo>
                  <a:lnTo>
                    <a:pt x="8437237" y="3122176"/>
                  </a:lnTo>
                  <a:lnTo>
                    <a:pt x="8409426" y="3225939"/>
                  </a:lnTo>
                  <a:lnTo>
                    <a:pt x="8381610" y="3326359"/>
                  </a:lnTo>
                  <a:lnTo>
                    <a:pt x="8353757" y="3423172"/>
                  </a:lnTo>
                  <a:lnTo>
                    <a:pt x="8325827" y="3516167"/>
                  </a:lnTo>
                  <a:lnTo>
                    <a:pt x="8297765" y="3605186"/>
                  </a:lnTo>
                  <a:lnTo>
                    <a:pt x="8269504" y="3690128"/>
                  </a:lnTo>
                  <a:lnTo>
                    <a:pt x="8240963" y="3770938"/>
                  </a:lnTo>
                  <a:lnTo>
                    <a:pt x="8212044" y="3847613"/>
                  </a:lnTo>
                  <a:lnTo>
                    <a:pt x="8182630" y="3920191"/>
                  </a:lnTo>
                  <a:lnTo>
                    <a:pt x="8152582" y="3988752"/>
                  </a:lnTo>
                  <a:lnTo>
                    <a:pt x="8151487" y="3991147"/>
                  </a:lnTo>
                  <a:lnTo>
                    <a:pt x="8109018" y="4078344"/>
                  </a:lnTo>
                  <a:lnTo>
                    <a:pt x="8064590" y="4158120"/>
                  </a:lnTo>
                  <a:lnTo>
                    <a:pt x="8017666" y="4230726"/>
                  </a:lnTo>
                  <a:lnTo>
                    <a:pt x="7967656" y="4296653"/>
                  </a:lnTo>
                  <a:lnTo>
                    <a:pt x="7913945" y="4356497"/>
                  </a:lnTo>
                  <a:lnTo>
                    <a:pt x="7855932" y="4410874"/>
                  </a:lnTo>
                  <a:lnTo>
                    <a:pt x="7793058" y="4460369"/>
                  </a:lnTo>
                  <a:lnTo>
                    <a:pt x="7724866" y="4505501"/>
                  </a:lnTo>
                  <a:lnTo>
                    <a:pt x="7651064" y="4546704"/>
                  </a:lnTo>
                  <a:lnTo>
                    <a:pt x="7571612" y="4584319"/>
                  </a:lnTo>
                  <a:lnTo>
                    <a:pt x="7486823" y="4618585"/>
                  </a:lnTo>
                  <a:lnTo>
                    <a:pt x="7397482" y="4649644"/>
                  </a:lnTo>
                  <a:lnTo>
                    <a:pt x="7304938" y="4677549"/>
                  </a:lnTo>
                  <a:lnTo>
                    <a:pt x="7211168" y="4702279"/>
                  </a:lnTo>
                  <a:lnTo>
                    <a:pt x="7118751" y="4723773"/>
                  </a:lnTo>
                  <a:lnTo>
                    <a:pt x="7030718" y="4741968"/>
                  </a:lnTo>
                  <a:lnTo>
                    <a:pt x="6950275" y="4756847"/>
                  </a:lnTo>
                  <a:lnTo>
                    <a:pt x="6880396" y="4768485"/>
                  </a:lnTo>
                  <a:lnTo>
                    <a:pt x="6823369" y="4777082"/>
                  </a:lnTo>
                  <a:lnTo>
                    <a:pt x="6780400" y="4782972"/>
                  </a:lnTo>
                  <a:lnTo>
                    <a:pt x="6751358" y="4786603"/>
                  </a:lnTo>
                  <a:lnTo>
                    <a:pt x="6734723" y="4788506"/>
                  </a:lnTo>
                  <a:lnTo>
                    <a:pt x="6727691" y="4789245"/>
                  </a:lnTo>
                  <a:lnTo>
                    <a:pt x="6726346" y="4789376"/>
                  </a:lnTo>
                  <a:lnTo>
                    <a:pt x="6726343" y="4789377"/>
                  </a:lnTo>
                  <a:lnTo>
                    <a:pt x="5254955" y="4789377"/>
                  </a:lnTo>
                  <a:lnTo>
                    <a:pt x="5253824" y="4789447"/>
                  </a:lnTo>
                  <a:lnTo>
                    <a:pt x="5246389" y="4789951"/>
                  </a:lnTo>
                  <a:lnTo>
                    <a:pt x="5227641" y="4791343"/>
                  </a:lnTo>
                  <a:lnTo>
                    <a:pt x="5194113" y="4794084"/>
                  </a:lnTo>
                  <a:lnTo>
                    <a:pt x="5144120" y="4798600"/>
                  </a:lnTo>
                  <a:lnTo>
                    <a:pt x="5077888" y="4805240"/>
                  </a:lnTo>
                  <a:lnTo>
                    <a:pt x="4997409" y="4814244"/>
                  </a:lnTo>
                  <a:lnTo>
                    <a:pt x="4905986" y="4825735"/>
                  </a:lnTo>
                  <a:lnTo>
                    <a:pt x="4807593" y="4839733"/>
                  </a:lnTo>
                  <a:lnTo>
                    <a:pt x="4706228" y="4856202"/>
                  </a:lnTo>
                  <a:lnTo>
                    <a:pt x="4605398" y="4875086"/>
                  </a:lnTo>
                  <a:lnTo>
                    <a:pt x="4507835" y="4896358"/>
                  </a:lnTo>
                  <a:lnTo>
                    <a:pt x="4415407" y="4920046"/>
                  </a:lnTo>
                  <a:lnTo>
                    <a:pt x="4329186" y="4946260"/>
                  </a:lnTo>
                  <a:lnTo>
                    <a:pt x="4249590" y="4975193"/>
                  </a:lnTo>
                  <a:lnTo>
                    <a:pt x="4176549" y="5007129"/>
                  </a:lnTo>
                  <a:lnTo>
                    <a:pt x="4109660" y="5042434"/>
                  </a:lnTo>
                  <a:lnTo>
                    <a:pt x="4048307" y="5081547"/>
                  </a:lnTo>
                  <a:lnTo>
                    <a:pt x="3991760" y="5124957"/>
                  </a:lnTo>
                  <a:lnTo>
                    <a:pt x="3939244" y="5173168"/>
                  </a:lnTo>
                  <a:lnTo>
                    <a:pt x="3889990" y="5226637"/>
                  </a:lnTo>
                  <a:lnTo>
                    <a:pt x="3843280" y="5285671"/>
                  </a:lnTo>
                  <a:lnTo>
                    <a:pt x="3829811" y="5304275"/>
                  </a:lnTo>
                  <a:lnTo>
                    <a:pt x="3793422" y="5358137"/>
                  </a:lnTo>
                  <a:lnTo>
                    <a:pt x="3757929" y="5415825"/>
                  </a:lnTo>
                  <a:lnTo>
                    <a:pt x="3723094" y="5477419"/>
                  </a:lnTo>
                  <a:lnTo>
                    <a:pt x="3688727" y="5542938"/>
                  </a:lnTo>
                  <a:lnTo>
                    <a:pt x="3654673" y="5612338"/>
                  </a:lnTo>
                  <a:lnTo>
                    <a:pt x="3620811" y="5685504"/>
                  </a:lnTo>
                  <a:lnTo>
                    <a:pt x="3587048" y="5762249"/>
                  </a:lnTo>
                  <a:lnTo>
                    <a:pt x="3553316" y="5842306"/>
                  </a:lnTo>
                  <a:lnTo>
                    <a:pt x="3519570" y="5925338"/>
                  </a:lnTo>
                  <a:lnTo>
                    <a:pt x="3485785" y="6010930"/>
                  </a:lnTo>
                  <a:lnTo>
                    <a:pt x="3451950" y="6098608"/>
                  </a:lnTo>
                  <a:lnTo>
                    <a:pt x="3418069" y="6187838"/>
                  </a:lnTo>
                  <a:lnTo>
                    <a:pt x="3384156" y="6278047"/>
                  </a:lnTo>
                  <a:lnTo>
                    <a:pt x="3350229" y="6368635"/>
                  </a:lnTo>
                  <a:lnTo>
                    <a:pt x="3316310" y="6458989"/>
                  </a:lnTo>
                  <a:lnTo>
                    <a:pt x="3282420" y="6548505"/>
                  </a:lnTo>
                  <a:lnTo>
                    <a:pt x="3248574" y="6636600"/>
                  </a:lnTo>
                  <a:lnTo>
                    <a:pt x="3214777" y="6722733"/>
                  </a:lnTo>
                  <a:lnTo>
                    <a:pt x="3181024" y="6806411"/>
                  </a:lnTo>
                  <a:lnTo>
                    <a:pt x="3147292" y="6887207"/>
                  </a:lnTo>
                  <a:lnTo>
                    <a:pt x="3113542" y="6964764"/>
                  </a:lnTo>
                  <a:lnTo>
                    <a:pt x="3079710" y="7038798"/>
                  </a:lnTo>
                  <a:lnTo>
                    <a:pt x="3045712" y="7109104"/>
                  </a:lnTo>
                  <a:lnTo>
                    <a:pt x="3011431" y="7175550"/>
                  </a:lnTo>
                  <a:lnTo>
                    <a:pt x="2976723" y="7238074"/>
                  </a:lnTo>
                  <a:lnTo>
                    <a:pt x="2941405" y="7296684"/>
                  </a:lnTo>
                  <a:lnTo>
                    <a:pt x="2905253" y="7351442"/>
                  </a:lnTo>
                  <a:lnTo>
                    <a:pt x="2896531" y="7363871"/>
                  </a:lnTo>
                  <a:lnTo>
                    <a:pt x="2850452" y="7424576"/>
                  </a:lnTo>
                  <a:lnTo>
                    <a:pt x="2802024" y="7479675"/>
                  </a:lnTo>
                  <a:lnTo>
                    <a:pt x="2750555" y="7529403"/>
                  </a:lnTo>
                  <a:lnTo>
                    <a:pt x="2695287" y="7574186"/>
                  </a:lnTo>
                  <a:lnTo>
                    <a:pt x="2635440" y="7614521"/>
                  </a:lnTo>
                  <a:lnTo>
                    <a:pt x="2570264" y="7650908"/>
                  </a:lnTo>
                  <a:lnTo>
                    <a:pt x="2499103" y="7683802"/>
                  </a:lnTo>
                  <a:lnTo>
                    <a:pt x="2421478" y="7713593"/>
                  </a:lnTo>
                  <a:lnTo>
                    <a:pt x="2337205" y="7740590"/>
                  </a:lnTo>
                  <a:lnTo>
                    <a:pt x="2246540" y="7765013"/>
                  </a:lnTo>
                  <a:lnTo>
                    <a:pt x="2150344" y="7786996"/>
                  </a:lnTo>
                  <a:lnTo>
                    <a:pt x="2050238" y="7806589"/>
                  </a:lnTo>
                  <a:lnTo>
                    <a:pt x="1948697" y="7823780"/>
                  </a:lnTo>
                  <a:lnTo>
                    <a:pt x="1849019" y="7838518"/>
                  </a:lnTo>
                  <a:lnTo>
                    <a:pt x="1755100" y="7850754"/>
                  </a:lnTo>
                  <a:lnTo>
                    <a:pt x="1670984" y="7860488"/>
                  </a:lnTo>
                  <a:lnTo>
                    <a:pt x="1600246" y="7867811"/>
                  </a:lnTo>
                  <a:lnTo>
                    <a:pt x="1545323" y="7872925"/>
                  </a:lnTo>
                  <a:lnTo>
                    <a:pt x="1506998" y="7876151"/>
                  </a:lnTo>
                  <a:lnTo>
                    <a:pt x="1484149" y="7877896"/>
                  </a:lnTo>
                  <a:lnTo>
                    <a:pt x="1473814" y="7878615"/>
                  </a:lnTo>
                  <a:lnTo>
                    <a:pt x="1471418" y="7878768"/>
                  </a:lnTo>
                  <a:lnTo>
                    <a:pt x="1471387" y="7878770"/>
                  </a:lnTo>
                  <a:lnTo>
                    <a:pt x="0" y="787877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17" name="pg2117"/>
            <p:cNvSpPr/>
            <p:nvPr/>
          </p:nvSpPr>
          <p:spPr>
            <a:xfrm>
              <a:off x="4799595" y="8510505"/>
              <a:ext cx="11981298" cy="2566321"/>
            </a:xfrm>
            <a:custGeom>
              <a:avLst/>
              <a:pathLst>
                <a:path w="11981298" h="2566321">
                  <a:moveTo>
                    <a:pt x="0" y="2549975"/>
                  </a:moveTo>
                  <a:lnTo>
                    <a:pt x="1471387" y="2549975"/>
                  </a:lnTo>
                  <a:lnTo>
                    <a:pt x="1472550" y="2549915"/>
                  </a:lnTo>
                  <a:lnTo>
                    <a:pt x="1480192" y="2549489"/>
                  </a:lnTo>
                  <a:lnTo>
                    <a:pt x="1499443" y="2548310"/>
                  </a:lnTo>
                  <a:lnTo>
                    <a:pt x="1533832" y="2545989"/>
                  </a:lnTo>
                  <a:lnTo>
                    <a:pt x="1585025" y="2542167"/>
                  </a:lnTo>
                  <a:lnTo>
                    <a:pt x="1652707" y="2536553"/>
                  </a:lnTo>
                  <a:lnTo>
                    <a:pt x="1734745" y="2528947"/>
                  </a:lnTo>
                  <a:lnTo>
                    <a:pt x="1827680" y="2519254"/>
                  </a:lnTo>
                  <a:lnTo>
                    <a:pt x="1927399" y="2507458"/>
                  </a:lnTo>
                  <a:lnTo>
                    <a:pt x="2029816" y="2493596"/>
                  </a:lnTo>
                  <a:lnTo>
                    <a:pt x="2131386" y="2477711"/>
                  </a:lnTo>
                  <a:lnTo>
                    <a:pt x="2229386" y="2459825"/>
                  </a:lnTo>
                  <a:lnTo>
                    <a:pt x="2321990" y="2439904"/>
                  </a:lnTo>
                  <a:lnTo>
                    <a:pt x="2408184" y="2417850"/>
                  </a:lnTo>
                  <a:lnTo>
                    <a:pt x="2487611" y="2393488"/>
                  </a:lnTo>
                  <a:lnTo>
                    <a:pt x="2560398" y="2366568"/>
                  </a:lnTo>
                  <a:lnTo>
                    <a:pt x="2627001" y="2336770"/>
                  </a:lnTo>
                  <a:lnTo>
                    <a:pt x="2688076" y="2303715"/>
                  </a:lnTo>
                  <a:lnTo>
                    <a:pt x="2744387" y="2266984"/>
                  </a:lnTo>
                  <a:lnTo>
                    <a:pt x="2796734" y="2226152"/>
                  </a:lnTo>
                  <a:lnTo>
                    <a:pt x="2845902" y="2180850"/>
                  </a:lnTo>
                  <a:lnTo>
                    <a:pt x="2892612" y="2130855"/>
                  </a:lnTo>
                  <a:lnTo>
                    <a:pt x="2896531" y="2126341"/>
                  </a:lnTo>
                  <a:lnTo>
                    <a:pt x="2935829" y="2078294"/>
                  </a:lnTo>
                  <a:lnTo>
                    <a:pt x="2974105" y="2026560"/>
                  </a:lnTo>
                  <a:lnTo>
                    <a:pt x="3011649" y="1971064"/>
                  </a:lnTo>
                  <a:lnTo>
                    <a:pt x="3048694" y="1911798"/>
                  </a:lnTo>
                  <a:lnTo>
                    <a:pt x="3085423" y="1848829"/>
                  </a:lnTo>
                  <a:lnTo>
                    <a:pt x="3121975" y="1782304"/>
                  </a:lnTo>
                  <a:lnTo>
                    <a:pt x="3158452" y="1712454"/>
                  </a:lnTo>
                  <a:lnTo>
                    <a:pt x="3194925" y="1639595"/>
                  </a:lnTo>
                  <a:lnTo>
                    <a:pt x="3231437" y="1564127"/>
                  </a:lnTo>
                  <a:lnTo>
                    <a:pt x="3268004" y="1486526"/>
                  </a:lnTo>
                  <a:lnTo>
                    <a:pt x="3304627" y="1407332"/>
                  </a:lnTo>
                  <a:lnTo>
                    <a:pt x="3341290" y="1327136"/>
                  </a:lnTo>
                  <a:lnTo>
                    <a:pt x="3377969" y="1246561"/>
                  </a:lnTo>
                  <a:lnTo>
                    <a:pt x="3414637" y="1166243"/>
                  </a:lnTo>
                  <a:lnTo>
                    <a:pt x="3451269" y="1086808"/>
                  </a:lnTo>
                  <a:lnTo>
                    <a:pt x="3487848" y="1008856"/>
                  </a:lnTo>
                  <a:lnTo>
                    <a:pt x="3524370" y="932937"/>
                  </a:lnTo>
                  <a:lnTo>
                    <a:pt x="3560848" y="859541"/>
                  </a:lnTo>
                  <a:lnTo>
                    <a:pt x="3597320" y="789082"/>
                  </a:lnTo>
                  <a:lnTo>
                    <a:pt x="3633851" y="721894"/>
                  </a:lnTo>
                  <a:lnTo>
                    <a:pt x="3670535" y="658224"/>
                  </a:lnTo>
                  <a:lnTo>
                    <a:pt x="3707506" y="598236"/>
                  </a:lnTo>
                  <a:lnTo>
                    <a:pt x="3744938" y="542010"/>
                  </a:lnTo>
                  <a:lnTo>
                    <a:pt x="3783052" y="489553"/>
                  </a:lnTo>
                  <a:lnTo>
                    <a:pt x="3822127" y="440803"/>
                  </a:lnTo>
                  <a:lnTo>
                    <a:pt x="3829811" y="431806"/>
                  </a:lnTo>
                  <a:lnTo>
                    <a:pt x="3876341" y="381407"/>
                  </a:lnTo>
                  <a:lnTo>
                    <a:pt x="3925271" y="335707"/>
                  </a:lnTo>
                  <a:lnTo>
                    <a:pt x="3977314" y="294504"/>
                  </a:lnTo>
                  <a:lnTo>
                    <a:pt x="4033253" y="257437"/>
                  </a:lnTo>
                  <a:lnTo>
                    <a:pt x="4093888" y="224083"/>
                  </a:lnTo>
                  <a:lnTo>
                    <a:pt x="4159988" y="194021"/>
                  </a:lnTo>
                  <a:lnTo>
                    <a:pt x="4232223" y="166867"/>
                  </a:lnTo>
                  <a:lnTo>
                    <a:pt x="4311068" y="142296"/>
                  </a:lnTo>
                  <a:lnTo>
                    <a:pt x="4396686" y="120052"/>
                  </a:lnTo>
                  <a:lnTo>
                    <a:pt x="4488769" y="99953"/>
                  </a:lnTo>
                  <a:lnTo>
                    <a:pt x="4586366" y="81894"/>
                  </a:lnTo>
                  <a:lnTo>
                    <a:pt x="4687723" y="65838"/>
                  </a:lnTo>
                  <a:lnTo>
                    <a:pt x="4790196" y="51800"/>
                  </a:lnTo>
                  <a:lnTo>
                    <a:pt x="4890303" y="39824"/>
                  </a:lnTo>
                  <a:lnTo>
                    <a:pt x="4983985" y="29950"/>
                  </a:lnTo>
                  <a:lnTo>
                    <a:pt x="5067109" y="22168"/>
                  </a:lnTo>
                  <a:lnTo>
                    <a:pt x="5136131" y="16388"/>
                  </a:lnTo>
                  <a:lnTo>
                    <a:pt x="5188781" y="12423"/>
                  </a:lnTo>
                  <a:lnTo>
                    <a:pt x="5224576" y="9987"/>
                  </a:lnTo>
                  <a:lnTo>
                    <a:pt x="5245014" y="8725"/>
                  </a:lnTo>
                  <a:lnTo>
                    <a:pt x="5253473" y="8249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505" y="8233"/>
                  </a:lnTo>
                  <a:lnTo>
                    <a:pt x="6735141" y="8662"/>
                  </a:lnTo>
                  <a:lnTo>
                    <a:pt x="6754378" y="9847"/>
                  </a:lnTo>
                  <a:lnTo>
                    <a:pt x="6788743" y="12181"/>
                  </a:lnTo>
                  <a:lnTo>
                    <a:pt x="6839903" y="16024"/>
                  </a:lnTo>
                  <a:lnTo>
                    <a:pt x="6907544" y="21671"/>
                  </a:lnTo>
                  <a:lnTo>
                    <a:pt x="6989539" y="29319"/>
                  </a:lnTo>
                  <a:lnTo>
                    <a:pt x="7082432" y="39068"/>
                  </a:lnTo>
                  <a:lnTo>
                    <a:pt x="7182115" y="50932"/>
                  </a:lnTo>
                  <a:lnTo>
                    <a:pt x="7284503" y="64875"/>
                  </a:lnTo>
                  <a:lnTo>
                    <a:pt x="7386053" y="80852"/>
                  </a:lnTo>
                  <a:lnTo>
                    <a:pt x="7484042" y="98843"/>
                  </a:lnTo>
                  <a:lnTo>
                    <a:pt x="7576641" y="118879"/>
                  </a:lnTo>
                  <a:lnTo>
                    <a:pt x="7662836" y="141061"/>
                  </a:lnTo>
                  <a:lnTo>
                    <a:pt x="7742268" y="165565"/>
                  </a:lnTo>
                  <a:lnTo>
                    <a:pt x="7815062" y="192640"/>
                  </a:lnTo>
                  <a:lnTo>
                    <a:pt x="7881673" y="222608"/>
                  </a:lnTo>
                  <a:lnTo>
                    <a:pt x="7942756" y="255851"/>
                  </a:lnTo>
                  <a:lnTo>
                    <a:pt x="7999073" y="292790"/>
                  </a:lnTo>
                  <a:lnTo>
                    <a:pt x="8051424" y="333851"/>
                  </a:lnTo>
                  <a:lnTo>
                    <a:pt x="8100594" y="379408"/>
                  </a:lnTo>
                  <a:lnTo>
                    <a:pt x="8147305" y="429684"/>
                  </a:lnTo>
                  <a:lnTo>
                    <a:pt x="8151487" y="434531"/>
                  </a:lnTo>
                  <a:lnTo>
                    <a:pt x="8190689" y="482763"/>
                  </a:lnTo>
                  <a:lnTo>
                    <a:pt x="8228874" y="534688"/>
                  </a:lnTo>
                  <a:lnTo>
                    <a:pt x="8266330" y="590381"/>
                  </a:lnTo>
                  <a:lnTo>
                    <a:pt x="8303287" y="649848"/>
                  </a:lnTo>
                  <a:lnTo>
                    <a:pt x="8339928" y="713026"/>
                  </a:lnTo>
                  <a:lnTo>
                    <a:pt x="8376391" y="779767"/>
                  </a:lnTo>
                  <a:lnTo>
                    <a:pt x="8412780" y="849843"/>
                  </a:lnTo>
                  <a:lnTo>
                    <a:pt x="8449163" y="922937"/>
                  </a:lnTo>
                  <a:lnTo>
                    <a:pt x="8485584" y="998653"/>
                  </a:lnTo>
                  <a:lnTo>
                    <a:pt x="8522060" y="1076517"/>
                  </a:lnTo>
                  <a:lnTo>
                    <a:pt x="8558591" y="1155991"/>
                  </a:lnTo>
                  <a:lnTo>
                    <a:pt x="8595163" y="1236484"/>
                  </a:lnTo>
                  <a:lnTo>
                    <a:pt x="8631752" y="1317376"/>
                  </a:lnTo>
                  <a:lnTo>
                    <a:pt x="8668331" y="1398031"/>
                  </a:lnTo>
                  <a:lnTo>
                    <a:pt x="8704874" y="1477822"/>
                  </a:lnTo>
                  <a:lnTo>
                    <a:pt x="8741365" y="1556150"/>
                  </a:lnTo>
                  <a:lnTo>
                    <a:pt x="8777799" y="1632462"/>
                  </a:lnTo>
                  <a:lnTo>
                    <a:pt x="8814189" y="1706267"/>
                  </a:lnTo>
                  <a:lnTo>
                    <a:pt x="8850570" y="1777146"/>
                  </a:lnTo>
                  <a:lnTo>
                    <a:pt x="8887006" y="1844764"/>
                  </a:lnTo>
                  <a:lnTo>
                    <a:pt x="8923590" y="1908868"/>
                  </a:lnTo>
                  <a:lnTo>
                    <a:pt x="8960451" y="1969292"/>
                  </a:lnTo>
                  <a:lnTo>
                    <a:pt x="8997760" y="2025950"/>
                  </a:lnTo>
                  <a:lnTo>
                    <a:pt x="9035733" y="2078832"/>
                  </a:lnTo>
                  <a:lnTo>
                    <a:pt x="9074645" y="2127997"/>
                  </a:lnTo>
                  <a:lnTo>
                    <a:pt x="9084767" y="2139963"/>
                  </a:lnTo>
                  <a:lnTo>
                    <a:pt x="9131284" y="2190674"/>
                  </a:lnTo>
                  <a:lnTo>
                    <a:pt x="9180200" y="2236658"/>
                  </a:lnTo>
                  <a:lnTo>
                    <a:pt x="9232227" y="2278117"/>
                  </a:lnTo>
                  <a:lnTo>
                    <a:pt x="9288147" y="2315416"/>
                  </a:lnTo>
                  <a:lnTo>
                    <a:pt x="9348761" y="2348980"/>
                  </a:lnTo>
                  <a:lnTo>
                    <a:pt x="9414835" y="2379232"/>
                  </a:lnTo>
                  <a:lnTo>
                    <a:pt x="9487040" y="2406558"/>
                  </a:lnTo>
                  <a:lnTo>
                    <a:pt x="9565852" y="2431285"/>
                  </a:lnTo>
                  <a:lnTo>
                    <a:pt x="9651433" y="2453672"/>
                  </a:lnTo>
                  <a:lnTo>
                    <a:pt x="9743476" y="2473900"/>
                  </a:lnTo>
                  <a:lnTo>
                    <a:pt x="9841034" y="2492076"/>
                  </a:lnTo>
                  <a:lnTo>
                    <a:pt x="9942357" y="2508237"/>
                  </a:lnTo>
                  <a:lnTo>
                    <a:pt x="10044805" y="2522369"/>
                  </a:lnTo>
                  <a:lnTo>
                    <a:pt x="10144900" y="2534425"/>
                  </a:lnTo>
                  <a:lnTo>
                    <a:pt x="10238591" y="2544368"/>
                  </a:lnTo>
                  <a:lnTo>
                    <a:pt x="10321744" y="2552207"/>
                  </a:lnTo>
                  <a:lnTo>
                    <a:pt x="10390815" y="2558031"/>
                  </a:lnTo>
                  <a:lnTo>
                    <a:pt x="10443529" y="2562028"/>
                  </a:lnTo>
                  <a:lnTo>
                    <a:pt x="10479394" y="2564486"/>
                  </a:lnTo>
                  <a:lnTo>
                    <a:pt x="10499897" y="2565761"/>
                  </a:lnTo>
                  <a:lnTo>
                    <a:pt x="10508406" y="2566243"/>
                  </a:lnTo>
                  <a:lnTo>
                    <a:pt x="10509911" y="2566321"/>
                  </a:lnTo>
                  <a:lnTo>
                    <a:pt x="11981298" y="2566321"/>
                  </a:lnTo>
                  <a:lnTo>
                    <a:pt x="11981298" y="2558148"/>
                  </a:lnTo>
                  <a:lnTo>
                    <a:pt x="10509911" y="2558148"/>
                  </a:lnTo>
                  <a:lnTo>
                    <a:pt x="10508749" y="2558088"/>
                  </a:lnTo>
                  <a:lnTo>
                    <a:pt x="10501112" y="2557659"/>
                  </a:lnTo>
                  <a:lnTo>
                    <a:pt x="10481875" y="2556473"/>
                  </a:lnTo>
                  <a:lnTo>
                    <a:pt x="10447511" y="2554140"/>
                  </a:lnTo>
                  <a:lnTo>
                    <a:pt x="10396350" y="2550296"/>
                  </a:lnTo>
                  <a:lnTo>
                    <a:pt x="10328709" y="2544650"/>
                  </a:lnTo>
                  <a:lnTo>
                    <a:pt x="10246714" y="2537001"/>
                  </a:lnTo>
                  <a:lnTo>
                    <a:pt x="10153821" y="2527252"/>
                  </a:lnTo>
                  <a:lnTo>
                    <a:pt x="10054139" y="2515388"/>
                  </a:lnTo>
                  <a:lnTo>
                    <a:pt x="9951750" y="2501445"/>
                  </a:lnTo>
                  <a:lnTo>
                    <a:pt x="9850200" y="2485468"/>
                  </a:lnTo>
                  <a:lnTo>
                    <a:pt x="9752211" y="2467478"/>
                  </a:lnTo>
                  <a:lnTo>
                    <a:pt x="9659612" y="2447441"/>
                  </a:lnTo>
                  <a:lnTo>
                    <a:pt x="9573417" y="2425259"/>
                  </a:lnTo>
                  <a:lnTo>
                    <a:pt x="9493986" y="2400756"/>
                  </a:lnTo>
                  <a:lnTo>
                    <a:pt x="9421191" y="2373681"/>
                  </a:lnTo>
                  <a:lnTo>
                    <a:pt x="9354580" y="2343713"/>
                  </a:lnTo>
                  <a:lnTo>
                    <a:pt x="9293497" y="2310470"/>
                  </a:lnTo>
                  <a:lnTo>
                    <a:pt x="9237180" y="2273531"/>
                  </a:lnTo>
                  <a:lnTo>
                    <a:pt x="9184829" y="2232469"/>
                  </a:lnTo>
                  <a:lnTo>
                    <a:pt x="9135659" y="2186913"/>
                  </a:lnTo>
                  <a:lnTo>
                    <a:pt x="9088949" y="2136636"/>
                  </a:lnTo>
                  <a:lnTo>
                    <a:pt x="9084767" y="2131790"/>
                  </a:lnTo>
                  <a:lnTo>
                    <a:pt x="9045564" y="2083558"/>
                  </a:lnTo>
                  <a:lnTo>
                    <a:pt x="9007379" y="2031632"/>
                  </a:lnTo>
                  <a:lnTo>
                    <a:pt x="8969923" y="1975940"/>
                  </a:lnTo>
                  <a:lnTo>
                    <a:pt x="8932966" y="1916472"/>
                  </a:lnTo>
                  <a:lnTo>
                    <a:pt x="8896325" y="1853295"/>
                  </a:lnTo>
                  <a:lnTo>
                    <a:pt x="8859862" y="1786553"/>
                  </a:lnTo>
                  <a:lnTo>
                    <a:pt x="8823474" y="1716478"/>
                  </a:lnTo>
                  <a:lnTo>
                    <a:pt x="8787090" y="1643383"/>
                  </a:lnTo>
                  <a:lnTo>
                    <a:pt x="8750670" y="1567667"/>
                  </a:lnTo>
                  <a:lnTo>
                    <a:pt x="8714194" y="1489803"/>
                  </a:lnTo>
                  <a:lnTo>
                    <a:pt x="8677662" y="1410330"/>
                  </a:lnTo>
                  <a:lnTo>
                    <a:pt x="8641090" y="1329836"/>
                  </a:lnTo>
                  <a:lnTo>
                    <a:pt x="8604501" y="1248945"/>
                  </a:lnTo>
                  <a:lnTo>
                    <a:pt x="8567923" y="1168290"/>
                  </a:lnTo>
                  <a:lnTo>
                    <a:pt x="8531379" y="1088499"/>
                  </a:lnTo>
                  <a:lnTo>
                    <a:pt x="8494888" y="1010170"/>
                  </a:lnTo>
                  <a:lnTo>
                    <a:pt x="8458454" y="933858"/>
                  </a:lnTo>
                  <a:lnTo>
                    <a:pt x="8422064" y="860054"/>
                  </a:lnTo>
                  <a:lnTo>
                    <a:pt x="8385683" y="789174"/>
                  </a:lnTo>
                  <a:lnTo>
                    <a:pt x="8349247" y="721556"/>
                  </a:lnTo>
                  <a:lnTo>
                    <a:pt x="8312663" y="657452"/>
                  </a:lnTo>
                  <a:lnTo>
                    <a:pt x="8275802" y="597028"/>
                  </a:lnTo>
                  <a:lnTo>
                    <a:pt x="8238493" y="540370"/>
                  </a:lnTo>
                  <a:lnTo>
                    <a:pt x="8200520" y="487488"/>
                  </a:lnTo>
                  <a:lnTo>
                    <a:pt x="8161608" y="438324"/>
                  </a:lnTo>
                  <a:lnTo>
                    <a:pt x="8151487" y="426358"/>
                  </a:lnTo>
                  <a:lnTo>
                    <a:pt x="8104969" y="375647"/>
                  </a:lnTo>
                  <a:lnTo>
                    <a:pt x="8056054" y="329663"/>
                  </a:lnTo>
                  <a:lnTo>
                    <a:pt x="8004026" y="288204"/>
                  </a:lnTo>
                  <a:lnTo>
                    <a:pt x="7948106" y="250904"/>
                  </a:lnTo>
                  <a:lnTo>
                    <a:pt x="7887493" y="217340"/>
                  </a:lnTo>
                  <a:lnTo>
                    <a:pt x="7821418" y="187088"/>
                  </a:lnTo>
                  <a:lnTo>
                    <a:pt x="7749213" y="159763"/>
                  </a:lnTo>
                  <a:lnTo>
                    <a:pt x="7670402" y="135035"/>
                  </a:lnTo>
                  <a:lnTo>
                    <a:pt x="7584821" y="112649"/>
                  </a:lnTo>
                  <a:lnTo>
                    <a:pt x="7492777" y="92421"/>
                  </a:lnTo>
                  <a:lnTo>
                    <a:pt x="7395219" y="74245"/>
                  </a:lnTo>
                  <a:lnTo>
                    <a:pt x="7293897" y="58083"/>
                  </a:lnTo>
                  <a:lnTo>
                    <a:pt x="7191448" y="43952"/>
                  </a:lnTo>
                  <a:lnTo>
                    <a:pt x="7091353" y="31895"/>
                  </a:lnTo>
                  <a:lnTo>
                    <a:pt x="6997662" y="21952"/>
                  </a:lnTo>
                  <a:lnTo>
                    <a:pt x="6914509" y="14113"/>
                  </a:lnTo>
                  <a:lnTo>
                    <a:pt x="6845439" y="8290"/>
                  </a:lnTo>
                  <a:lnTo>
                    <a:pt x="6792724" y="4292"/>
                  </a:lnTo>
                  <a:lnTo>
                    <a:pt x="6756860" y="1834"/>
                  </a:lnTo>
                  <a:lnTo>
                    <a:pt x="6736356" y="560"/>
                  </a:lnTo>
                  <a:lnTo>
                    <a:pt x="6727847" y="78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792" y="59"/>
                  </a:lnTo>
                  <a:lnTo>
                    <a:pt x="5246150" y="486"/>
                  </a:lnTo>
                  <a:lnTo>
                    <a:pt x="5226899" y="1665"/>
                  </a:lnTo>
                  <a:lnTo>
                    <a:pt x="5192510" y="3985"/>
                  </a:lnTo>
                  <a:lnTo>
                    <a:pt x="5141317" y="7807"/>
                  </a:lnTo>
                  <a:lnTo>
                    <a:pt x="5073635" y="13422"/>
                  </a:lnTo>
                  <a:lnTo>
                    <a:pt x="4991597" y="21027"/>
                  </a:lnTo>
                  <a:lnTo>
                    <a:pt x="4898663" y="30720"/>
                  </a:lnTo>
                  <a:lnTo>
                    <a:pt x="4798943" y="42516"/>
                  </a:lnTo>
                  <a:lnTo>
                    <a:pt x="4696526" y="56379"/>
                  </a:lnTo>
                  <a:lnTo>
                    <a:pt x="4594957" y="72263"/>
                  </a:lnTo>
                  <a:lnTo>
                    <a:pt x="4496956" y="90150"/>
                  </a:lnTo>
                  <a:lnTo>
                    <a:pt x="4404352" y="110070"/>
                  </a:lnTo>
                  <a:lnTo>
                    <a:pt x="4318158" y="132124"/>
                  </a:lnTo>
                  <a:lnTo>
                    <a:pt x="4238731" y="156486"/>
                  </a:lnTo>
                  <a:lnTo>
                    <a:pt x="4165944" y="183406"/>
                  </a:lnTo>
                  <a:lnTo>
                    <a:pt x="4099341" y="213204"/>
                  </a:lnTo>
                  <a:lnTo>
                    <a:pt x="4038266" y="246259"/>
                  </a:lnTo>
                  <a:lnTo>
                    <a:pt x="3981955" y="282990"/>
                  </a:lnTo>
                  <a:lnTo>
                    <a:pt x="3929608" y="323822"/>
                  </a:lnTo>
                  <a:lnTo>
                    <a:pt x="3880440" y="369125"/>
                  </a:lnTo>
                  <a:lnTo>
                    <a:pt x="3833730" y="419119"/>
                  </a:lnTo>
                  <a:lnTo>
                    <a:pt x="3829811" y="423633"/>
                  </a:lnTo>
                  <a:lnTo>
                    <a:pt x="3790513" y="471680"/>
                  </a:lnTo>
                  <a:lnTo>
                    <a:pt x="3752237" y="523414"/>
                  </a:lnTo>
                  <a:lnTo>
                    <a:pt x="3714693" y="578911"/>
                  </a:lnTo>
                  <a:lnTo>
                    <a:pt x="3677648" y="638176"/>
                  </a:lnTo>
                  <a:lnTo>
                    <a:pt x="3640919" y="701145"/>
                  </a:lnTo>
                  <a:lnTo>
                    <a:pt x="3604368" y="767671"/>
                  </a:lnTo>
                  <a:lnTo>
                    <a:pt x="3567890" y="837521"/>
                  </a:lnTo>
                  <a:lnTo>
                    <a:pt x="3531417" y="910380"/>
                  </a:lnTo>
                  <a:lnTo>
                    <a:pt x="3494905" y="985847"/>
                  </a:lnTo>
                  <a:lnTo>
                    <a:pt x="3458338" y="1063448"/>
                  </a:lnTo>
                  <a:lnTo>
                    <a:pt x="3421715" y="1142642"/>
                  </a:lnTo>
                  <a:lnTo>
                    <a:pt x="3385052" y="1222838"/>
                  </a:lnTo>
                  <a:lnTo>
                    <a:pt x="3348373" y="1303413"/>
                  </a:lnTo>
                  <a:lnTo>
                    <a:pt x="3311705" y="1383732"/>
                  </a:lnTo>
                  <a:lnTo>
                    <a:pt x="3275073" y="1463166"/>
                  </a:lnTo>
                  <a:lnTo>
                    <a:pt x="3238494" y="1541119"/>
                  </a:lnTo>
                  <a:lnTo>
                    <a:pt x="3201972" y="1617038"/>
                  </a:lnTo>
                  <a:lnTo>
                    <a:pt x="3165494" y="1690434"/>
                  </a:lnTo>
                  <a:lnTo>
                    <a:pt x="3129022" y="1760892"/>
                  </a:lnTo>
                  <a:lnTo>
                    <a:pt x="3092492" y="1828080"/>
                  </a:lnTo>
                  <a:lnTo>
                    <a:pt x="3055807" y="1891750"/>
                  </a:lnTo>
                  <a:lnTo>
                    <a:pt x="3018836" y="1951739"/>
                  </a:lnTo>
                  <a:lnTo>
                    <a:pt x="2981404" y="2007964"/>
                  </a:lnTo>
                  <a:lnTo>
                    <a:pt x="2943290" y="2060421"/>
                  </a:lnTo>
                  <a:lnTo>
                    <a:pt x="2904216" y="2109172"/>
                  </a:lnTo>
                  <a:lnTo>
                    <a:pt x="2896531" y="2118168"/>
                  </a:lnTo>
                  <a:lnTo>
                    <a:pt x="2850001" y="2168568"/>
                  </a:lnTo>
                  <a:lnTo>
                    <a:pt x="2801072" y="2214268"/>
                  </a:lnTo>
                  <a:lnTo>
                    <a:pt x="2749028" y="2255470"/>
                  </a:lnTo>
                  <a:lnTo>
                    <a:pt x="2693089" y="2292537"/>
                  </a:lnTo>
                  <a:lnTo>
                    <a:pt x="2632454" y="2325891"/>
                  </a:lnTo>
                  <a:lnTo>
                    <a:pt x="2566354" y="2355953"/>
                  </a:lnTo>
                  <a:lnTo>
                    <a:pt x="2494120" y="2383107"/>
                  </a:lnTo>
                  <a:lnTo>
                    <a:pt x="2415274" y="2407678"/>
                  </a:lnTo>
                  <a:lnTo>
                    <a:pt x="2329656" y="2429922"/>
                  </a:lnTo>
                  <a:lnTo>
                    <a:pt x="2237573" y="2450021"/>
                  </a:lnTo>
                  <a:lnTo>
                    <a:pt x="2139976" y="2468080"/>
                  </a:lnTo>
                  <a:lnTo>
                    <a:pt x="2038619" y="2484137"/>
                  </a:lnTo>
                  <a:lnTo>
                    <a:pt x="1936146" y="2498175"/>
                  </a:lnTo>
                  <a:lnTo>
                    <a:pt x="1836040" y="2510150"/>
                  </a:lnTo>
                  <a:lnTo>
                    <a:pt x="1742357" y="2520024"/>
                  </a:lnTo>
                  <a:lnTo>
                    <a:pt x="1659233" y="2527807"/>
                  </a:lnTo>
                  <a:lnTo>
                    <a:pt x="1590211" y="2533586"/>
                  </a:lnTo>
                  <a:lnTo>
                    <a:pt x="1537561" y="2537551"/>
                  </a:lnTo>
                  <a:lnTo>
                    <a:pt x="1501766" y="2539988"/>
                  </a:lnTo>
                  <a:lnTo>
                    <a:pt x="1481328" y="2541250"/>
                  </a:lnTo>
                  <a:lnTo>
                    <a:pt x="1472869" y="2541725"/>
                  </a:lnTo>
                  <a:lnTo>
                    <a:pt x="1471387" y="2541802"/>
                  </a:lnTo>
                  <a:lnTo>
                    <a:pt x="0" y="2541802"/>
                  </a:lnTo>
                  <a:close/>
                </a:path>
              </a:pathLst>
            </a:custGeom>
            <a:solidFill>
              <a:srgbClr val="7DD8AC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2118" name="pl2118"/>
            <p:cNvSpPr/>
            <p:nvPr/>
          </p:nvSpPr>
          <p:spPr>
            <a:xfrm>
              <a:off x="4799595" y="8518678"/>
              <a:ext cx="11981298" cy="2558148"/>
            </a:xfrm>
            <a:custGeom>
              <a:avLst/>
              <a:pathLst>
                <a:path w="11981298" h="2558148">
                  <a:moveTo>
                    <a:pt x="0" y="2541802"/>
                  </a:moveTo>
                  <a:lnTo>
                    <a:pt x="1471387" y="2541802"/>
                  </a:lnTo>
                  <a:lnTo>
                    <a:pt x="1472550" y="2541742"/>
                  </a:lnTo>
                  <a:lnTo>
                    <a:pt x="1480192" y="2541316"/>
                  </a:lnTo>
                  <a:lnTo>
                    <a:pt x="1499443" y="2540137"/>
                  </a:lnTo>
                  <a:lnTo>
                    <a:pt x="1533832" y="2537816"/>
                  </a:lnTo>
                  <a:lnTo>
                    <a:pt x="1585025" y="2533994"/>
                  </a:lnTo>
                  <a:lnTo>
                    <a:pt x="1652707" y="2528380"/>
                  </a:lnTo>
                  <a:lnTo>
                    <a:pt x="1734745" y="2520774"/>
                  </a:lnTo>
                  <a:lnTo>
                    <a:pt x="1827680" y="2511081"/>
                  </a:lnTo>
                  <a:lnTo>
                    <a:pt x="1927399" y="2499285"/>
                  </a:lnTo>
                  <a:lnTo>
                    <a:pt x="2029816" y="2485423"/>
                  </a:lnTo>
                  <a:lnTo>
                    <a:pt x="2131386" y="2469538"/>
                  </a:lnTo>
                  <a:lnTo>
                    <a:pt x="2229386" y="2451652"/>
                  </a:lnTo>
                  <a:lnTo>
                    <a:pt x="2321990" y="2431731"/>
                  </a:lnTo>
                  <a:lnTo>
                    <a:pt x="2408184" y="2409677"/>
                  </a:lnTo>
                  <a:lnTo>
                    <a:pt x="2487611" y="2385315"/>
                  </a:lnTo>
                  <a:lnTo>
                    <a:pt x="2560398" y="2358395"/>
                  </a:lnTo>
                  <a:lnTo>
                    <a:pt x="2627001" y="2328597"/>
                  </a:lnTo>
                  <a:lnTo>
                    <a:pt x="2688076" y="2295542"/>
                  </a:lnTo>
                  <a:lnTo>
                    <a:pt x="2744387" y="2258811"/>
                  </a:lnTo>
                  <a:lnTo>
                    <a:pt x="2796734" y="2217979"/>
                  </a:lnTo>
                  <a:lnTo>
                    <a:pt x="2845902" y="2172677"/>
                  </a:lnTo>
                  <a:lnTo>
                    <a:pt x="2892612" y="2122682"/>
                  </a:lnTo>
                  <a:lnTo>
                    <a:pt x="2896531" y="2118168"/>
                  </a:lnTo>
                  <a:lnTo>
                    <a:pt x="2935829" y="2070121"/>
                  </a:lnTo>
                  <a:lnTo>
                    <a:pt x="2974105" y="2018387"/>
                  </a:lnTo>
                  <a:lnTo>
                    <a:pt x="3011649" y="1962891"/>
                  </a:lnTo>
                  <a:lnTo>
                    <a:pt x="3048694" y="1903625"/>
                  </a:lnTo>
                  <a:lnTo>
                    <a:pt x="3085423" y="1840656"/>
                  </a:lnTo>
                  <a:lnTo>
                    <a:pt x="3121975" y="1774131"/>
                  </a:lnTo>
                  <a:lnTo>
                    <a:pt x="3158452" y="1704281"/>
                  </a:lnTo>
                  <a:lnTo>
                    <a:pt x="3194925" y="1631422"/>
                  </a:lnTo>
                  <a:lnTo>
                    <a:pt x="3231437" y="1555954"/>
                  </a:lnTo>
                  <a:lnTo>
                    <a:pt x="3268004" y="1478353"/>
                  </a:lnTo>
                  <a:lnTo>
                    <a:pt x="3304627" y="1399159"/>
                  </a:lnTo>
                  <a:lnTo>
                    <a:pt x="3341290" y="1318963"/>
                  </a:lnTo>
                  <a:lnTo>
                    <a:pt x="3377969" y="1238388"/>
                  </a:lnTo>
                  <a:lnTo>
                    <a:pt x="3414637" y="1158070"/>
                  </a:lnTo>
                  <a:lnTo>
                    <a:pt x="3451269" y="1078635"/>
                  </a:lnTo>
                  <a:lnTo>
                    <a:pt x="3487848" y="1000683"/>
                  </a:lnTo>
                  <a:lnTo>
                    <a:pt x="3524370" y="924764"/>
                  </a:lnTo>
                  <a:lnTo>
                    <a:pt x="3560848" y="851368"/>
                  </a:lnTo>
                  <a:lnTo>
                    <a:pt x="3597320" y="780909"/>
                  </a:lnTo>
                  <a:lnTo>
                    <a:pt x="3633851" y="713721"/>
                  </a:lnTo>
                  <a:lnTo>
                    <a:pt x="3670535" y="650051"/>
                  </a:lnTo>
                  <a:lnTo>
                    <a:pt x="3707506" y="590063"/>
                  </a:lnTo>
                  <a:lnTo>
                    <a:pt x="3744938" y="533837"/>
                  </a:lnTo>
                  <a:lnTo>
                    <a:pt x="3783052" y="481380"/>
                  </a:lnTo>
                  <a:lnTo>
                    <a:pt x="3822127" y="432630"/>
                  </a:lnTo>
                  <a:lnTo>
                    <a:pt x="3829811" y="423633"/>
                  </a:lnTo>
                  <a:lnTo>
                    <a:pt x="3876341" y="373234"/>
                  </a:lnTo>
                  <a:lnTo>
                    <a:pt x="3925271" y="327534"/>
                  </a:lnTo>
                  <a:lnTo>
                    <a:pt x="3977314" y="286331"/>
                  </a:lnTo>
                  <a:lnTo>
                    <a:pt x="4033253" y="249264"/>
                  </a:lnTo>
                  <a:lnTo>
                    <a:pt x="4093888" y="215910"/>
                  </a:lnTo>
                  <a:lnTo>
                    <a:pt x="4159988" y="185848"/>
                  </a:lnTo>
                  <a:lnTo>
                    <a:pt x="4232223" y="158694"/>
                  </a:lnTo>
                  <a:lnTo>
                    <a:pt x="4311068" y="134123"/>
                  </a:lnTo>
                  <a:lnTo>
                    <a:pt x="4396686" y="111879"/>
                  </a:lnTo>
                  <a:lnTo>
                    <a:pt x="4488769" y="91780"/>
                  </a:lnTo>
                  <a:lnTo>
                    <a:pt x="4586366" y="73721"/>
                  </a:lnTo>
                  <a:lnTo>
                    <a:pt x="4687723" y="57665"/>
                  </a:lnTo>
                  <a:lnTo>
                    <a:pt x="4790196" y="43627"/>
                  </a:lnTo>
                  <a:lnTo>
                    <a:pt x="4890303" y="31651"/>
                  </a:lnTo>
                  <a:lnTo>
                    <a:pt x="4983985" y="21777"/>
                  </a:lnTo>
                  <a:lnTo>
                    <a:pt x="5067109" y="13995"/>
                  </a:lnTo>
                  <a:lnTo>
                    <a:pt x="5136131" y="8215"/>
                  </a:lnTo>
                  <a:lnTo>
                    <a:pt x="5188781" y="4250"/>
                  </a:lnTo>
                  <a:lnTo>
                    <a:pt x="5224576" y="1814"/>
                  </a:lnTo>
                  <a:lnTo>
                    <a:pt x="5245014" y="552"/>
                  </a:lnTo>
                  <a:lnTo>
                    <a:pt x="5253473" y="76"/>
                  </a:lnTo>
                  <a:lnTo>
                    <a:pt x="5254954" y="0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505" y="60"/>
                  </a:lnTo>
                  <a:lnTo>
                    <a:pt x="6735141" y="489"/>
                  </a:lnTo>
                  <a:lnTo>
                    <a:pt x="6754378" y="1674"/>
                  </a:lnTo>
                  <a:lnTo>
                    <a:pt x="6788743" y="4008"/>
                  </a:lnTo>
                  <a:lnTo>
                    <a:pt x="6839903" y="7851"/>
                  </a:lnTo>
                  <a:lnTo>
                    <a:pt x="6907544" y="13498"/>
                  </a:lnTo>
                  <a:lnTo>
                    <a:pt x="6989539" y="21146"/>
                  </a:lnTo>
                  <a:lnTo>
                    <a:pt x="7082432" y="30895"/>
                  </a:lnTo>
                  <a:lnTo>
                    <a:pt x="7182115" y="42759"/>
                  </a:lnTo>
                  <a:lnTo>
                    <a:pt x="7284503" y="56702"/>
                  </a:lnTo>
                  <a:lnTo>
                    <a:pt x="7386053" y="72679"/>
                  </a:lnTo>
                  <a:lnTo>
                    <a:pt x="7484042" y="90670"/>
                  </a:lnTo>
                  <a:lnTo>
                    <a:pt x="7576641" y="110706"/>
                  </a:lnTo>
                  <a:lnTo>
                    <a:pt x="7662836" y="132888"/>
                  </a:lnTo>
                  <a:lnTo>
                    <a:pt x="7742268" y="157392"/>
                  </a:lnTo>
                  <a:lnTo>
                    <a:pt x="7815062" y="184467"/>
                  </a:lnTo>
                  <a:lnTo>
                    <a:pt x="7881673" y="214435"/>
                  </a:lnTo>
                  <a:lnTo>
                    <a:pt x="7942756" y="247678"/>
                  </a:lnTo>
                  <a:lnTo>
                    <a:pt x="7999073" y="284617"/>
                  </a:lnTo>
                  <a:lnTo>
                    <a:pt x="8051424" y="325678"/>
                  </a:lnTo>
                  <a:lnTo>
                    <a:pt x="8100594" y="371235"/>
                  </a:lnTo>
                  <a:lnTo>
                    <a:pt x="8147305" y="421511"/>
                  </a:lnTo>
                  <a:lnTo>
                    <a:pt x="8151487" y="426358"/>
                  </a:lnTo>
                  <a:lnTo>
                    <a:pt x="8190689" y="474590"/>
                  </a:lnTo>
                  <a:lnTo>
                    <a:pt x="8228874" y="526515"/>
                  </a:lnTo>
                  <a:lnTo>
                    <a:pt x="8266330" y="582208"/>
                  </a:lnTo>
                  <a:lnTo>
                    <a:pt x="8303287" y="641675"/>
                  </a:lnTo>
                  <a:lnTo>
                    <a:pt x="8339928" y="704853"/>
                  </a:lnTo>
                  <a:lnTo>
                    <a:pt x="8376391" y="771594"/>
                  </a:lnTo>
                  <a:lnTo>
                    <a:pt x="8412780" y="841670"/>
                  </a:lnTo>
                  <a:lnTo>
                    <a:pt x="8449163" y="914764"/>
                  </a:lnTo>
                  <a:lnTo>
                    <a:pt x="8485584" y="990480"/>
                  </a:lnTo>
                  <a:lnTo>
                    <a:pt x="8522060" y="1068344"/>
                  </a:lnTo>
                  <a:lnTo>
                    <a:pt x="8558591" y="1147818"/>
                  </a:lnTo>
                  <a:lnTo>
                    <a:pt x="8595163" y="1228311"/>
                  </a:lnTo>
                  <a:lnTo>
                    <a:pt x="8631752" y="1309203"/>
                  </a:lnTo>
                  <a:lnTo>
                    <a:pt x="8668331" y="1389858"/>
                  </a:lnTo>
                  <a:lnTo>
                    <a:pt x="8704874" y="1469649"/>
                  </a:lnTo>
                  <a:lnTo>
                    <a:pt x="8741365" y="1547977"/>
                  </a:lnTo>
                  <a:lnTo>
                    <a:pt x="8777799" y="1624289"/>
                  </a:lnTo>
                  <a:lnTo>
                    <a:pt x="8814189" y="1698094"/>
                  </a:lnTo>
                  <a:lnTo>
                    <a:pt x="8850570" y="1768973"/>
                  </a:lnTo>
                  <a:lnTo>
                    <a:pt x="8887006" y="1836591"/>
                  </a:lnTo>
                  <a:lnTo>
                    <a:pt x="8923590" y="1900695"/>
                  </a:lnTo>
                  <a:lnTo>
                    <a:pt x="8960451" y="1961119"/>
                  </a:lnTo>
                  <a:lnTo>
                    <a:pt x="8997760" y="2017777"/>
                  </a:lnTo>
                  <a:lnTo>
                    <a:pt x="9035733" y="2070659"/>
                  </a:lnTo>
                  <a:lnTo>
                    <a:pt x="9074645" y="2119824"/>
                  </a:lnTo>
                  <a:lnTo>
                    <a:pt x="9084767" y="2131790"/>
                  </a:lnTo>
                  <a:lnTo>
                    <a:pt x="9131284" y="2182501"/>
                  </a:lnTo>
                  <a:lnTo>
                    <a:pt x="9180200" y="2228485"/>
                  </a:lnTo>
                  <a:lnTo>
                    <a:pt x="9232227" y="2269944"/>
                  </a:lnTo>
                  <a:lnTo>
                    <a:pt x="9288147" y="2307243"/>
                  </a:lnTo>
                  <a:lnTo>
                    <a:pt x="9348761" y="2340807"/>
                  </a:lnTo>
                  <a:lnTo>
                    <a:pt x="9414835" y="2371059"/>
                  </a:lnTo>
                  <a:lnTo>
                    <a:pt x="9487040" y="2398385"/>
                  </a:lnTo>
                  <a:lnTo>
                    <a:pt x="9565852" y="2423112"/>
                  </a:lnTo>
                  <a:lnTo>
                    <a:pt x="9651433" y="2445499"/>
                  </a:lnTo>
                  <a:lnTo>
                    <a:pt x="9743476" y="2465727"/>
                  </a:lnTo>
                  <a:lnTo>
                    <a:pt x="9841034" y="2483903"/>
                  </a:lnTo>
                  <a:lnTo>
                    <a:pt x="9942357" y="2500064"/>
                  </a:lnTo>
                  <a:lnTo>
                    <a:pt x="10044805" y="2514196"/>
                  </a:lnTo>
                  <a:lnTo>
                    <a:pt x="10144900" y="2526252"/>
                  </a:lnTo>
                  <a:lnTo>
                    <a:pt x="10238591" y="2536195"/>
                  </a:lnTo>
                  <a:lnTo>
                    <a:pt x="10321744" y="2544034"/>
                  </a:lnTo>
                  <a:lnTo>
                    <a:pt x="10390815" y="2549858"/>
                  </a:lnTo>
                  <a:lnTo>
                    <a:pt x="10443529" y="2553855"/>
                  </a:lnTo>
                  <a:lnTo>
                    <a:pt x="10479394" y="2556313"/>
                  </a:lnTo>
                  <a:lnTo>
                    <a:pt x="10499897" y="2557588"/>
                  </a:lnTo>
                  <a:lnTo>
                    <a:pt x="10508406" y="2558070"/>
                  </a:lnTo>
                  <a:lnTo>
                    <a:pt x="10509910" y="2558148"/>
                  </a:lnTo>
                  <a:lnTo>
                    <a:pt x="10509911" y="2558148"/>
                  </a:lnTo>
                  <a:lnTo>
                    <a:pt x="11981298" y="255814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19" name="pl2119"/>
            <p:cNvSpPr/>
            <p:nvPr/>
          </p:nvSpPr>
          <p:spPr>
            <a:xfrm>
              <a:off x="4799595" y="8510505"/>
              <a:ext cx="11981298" cy="2558148"/>
            </a:xfrm>
            <a:custGeom>
              <a:avLst/>
              <a:pathLst>
                <a:path w="11981298" h="2558148">
                  <a:moveTo>
                    <a:pt x="11981298" y="2558148"/>
                  </a:moveTo>
                  <a:lnTo>
                    <a:pt x="10509911" y="2558148"/>
                  </a:lnTo>
                  <a:lnTo>
                    <a:pt x="10508749" y="2558088"/>
                  </a:lnTo>
                  <a:lnTo>
                    <a:pt x="10501112" y="2557659"/>
                  </a:lnTo>
                  <a:lnTo>
                    <a:pt x="10481875" y="2556473"/>
                  </a:lnTo>
                  <a:lnTo>
                    <a:pt x="10447511" y="2554140"/>
                  </a:lnTo>
                  <a:lnTo>
                    <a:pt x="10396350" y="2550296"/>
                  </a:lnTo>
                  <a:lnTo>
                    <a:pt x="10328709" y="2544650"/>
                  </a:lnTo>
                  <a:lnTo>
                    <a:pt x="10246714" y="2537001"/>
                  </a:lnTo>
                  <a:lnTo>
                    <a:pt x="10153821" y="2527252"/>
                  </a:lnTo>
                  <a:lnTo>
                    <a:pt x="10054139" y="2515388"/>
                  </a:lnTo>
                  <a:lnTo>
                    <a:pt x="9951750" y="2501445"/>
                  </a:lnTo>
                  <a:lnTo>
                    <a:pt x="9850200" y="2485468"/>
                  </a:lnTo>
                  <a:lnTo>
                    <a:pt x="9752211" y="2467478"/>
                  </a:lnTo>
                  <a:lnTo>
                    <a:pt x="9659612" y="2447441"/>
                  </a:lnTo>
                  <a:lnTo>
                    <a:pt x="9573417" y="2425259"/>
                  </a:lnTo>
                  <a:lnTo>
                    <a:pt x="9493986" y="2400756"/>
                  </a:lnTo>
                  <a:lnTo>
                    <a:pt x="9421191" y="2373681"/>
                  </a:lnTo>
                  <a:lnTo>
                    <a:pt x="9354580" y="2343713"/>
                  </a:lnTo>
                  <a:lnTo>
                    <a:pt x="9293497" y="2310470"/>
                  </a:lnTo>
                  <a:lnTo>
                    <a:pt x="9237180" y="2273531"/>
                  </a:lnTo>
                  <a:lnTo>
                    <a:pt x="9184829" y="2232469"/>
                  </a:lnTo>
                  <a:lnTo>
                    <a:pt x="9135659" y="2186913"/>
                  </a:lnTo>
                  <a:lnTo>
                    <a:pt x="9088949" y="2136636"/>
                  </a:lnTo>
                  <a:lnTo>
                    <a:pt x="9084767" y="2131790"/>
                  </a:lnTo>
                  <a:lnTo>
                    <a:pt x="9045564" y="2083558"/>
                  </a:lnTo>
                  <a:lnTo>
                    <a:pt x="9007379" y="2031632"/>
                  </a:lnTo>
                  <a:lnTo>
                    <a:pt x="8969923" y="1975940"/>
                  </a:lnTo>
                  <a:lnTo>
                    <a:pt x="8932966" y="1916472"/>
                  </a:lnTo>
                  <a:lnTo>
                    <a:pt x="8896325" y="1853295"/>
                  </a:lnTo>
                  <a:lnTo>
                    <a:pt x="8859862" y="1786553"/>
                  </a:lnTo>
                  <a:lnTo>
                    <a:pt x="8823474" y="1716478"/>
                  </a:lnTo>
                  <a:lnTo>
                    <a:pt x="8787090" y="1643383"/>
                  </a:lnTo>
                  <a:lnTo>
                    <a:pt x="8750670" y="1567667"/>
                  </a:lnTo>
                  <a:lnTo>
                    <a:pt x="8714194" y="1489803"/>
                  </a:lnTo>
                  <a:lnTo>
                    <a:pt x="8677662" y="1410330"/>
                  </a:lnTo>
                  <a:lnTo>
                    <a:pt x="8641090" y="1329836"/>
                  </a:lnTo>
                  <a:lnTo>
                    <a:pt x="8604501" y="1248945"/>
                  </a:lnTo>
                  <a:lnTo>
                    <a:pt x="8567923" y="1168290"/>
                  </a:lnTo>
                  <a:lnTo>
                    <a:pt x="8531379" y="1088499"/>
                  </a:lnTo>
                  <a:lnTo>
                    <a:pt x="8494888" y="1010170"/>
                  </a:lnTo>
                  <a:lnTo>
                    <a:pt x="8458454" y="933858"/>
                  </a:lnTo>
                  <a:lnTo>
                    <a:pt x="8422064" y="860054"/>
                  </a:lnTo>
                  <a:lnTo>
                    <a:pt x="8385683" y="789174"/>
                  </a:lnTo>
                  <a:lnTo>
                    <a:pt x="8349247" y="721556"/>
                  </a:lnTo>
                  <a:lnTo>
                    <a:pt x="8312663" y="657452"/>
                  </a:lnTo>
                  <a:lnTo>
                    <a:pt x="8275802" y="597028"/>
                  </a:lnTo>
                  <a:lnTo>
                    <a:pt x="8238493" y="540370"/>
                  </a:lnTo>
                  <a:lnTo>
                    <a:pt x="8200520" y="487488"/>
                  </a:lnTo>
                  <a:lnTo>
                    <a:pt x="8161608" y="438324"/>
                  </a:lnTo>
                  <a:lnTo>
                    <a:pt x="8151487" y="426358"/>
                  </a:lnTo>
                  <a:lnTo>
                    <a:pt x="8104969" y="375647"/>
                  </a:lnTo>
                  <a:lnTo>
                    <a:pt x="8056054" y="329663"/>
                  </a:lnTo>
                  <a:lnTo>
                    <a:pt x="8004026" y="288204"/>
                  </a:lnTo>
                  <a:lnTo>
                    <a:pt x="7948106" y="250904"/>
                  </a:lnTo>
                  <a:lnTo>
                    <a:pt x="7887493" y="217340"/>
                  </a:lnTo>
                  <a:lnTo>
                    <a:pt x="7821418" y="187088"/>
                  </a:lnTo>
                  <a:lnTo>
                    <a:pt x="7749213" y="159763"/>
                  </a:lnTo>
                  <a:lnTo>
                    <a:pt x="7670402" y="135035"/>
                  </a:lnTo>
                  <a:lnTo>
                    <a:pt x="7584821" y="112649"/>
                  </a:lnTo>
                  <a:lnTo>
                    <a:pt x="7492777" y="92421"/>
                  </a:lnTo>
                  <a:lnTo>
                    <a:pt x="7395219" y="74245"/>
                  </a:lnTo>
                  <a:lnTo>
                    <a:pt x="7293897" y="58083"/>
                  </a:lnTo>
                  <a:lnTo>
                    <a:pt x="7191448" y="43952"/>
                  </a:lnTo>
                  <a:lnTo>
                    <a:pt x="7091353" y="31895"/>
                  </a:lnTo>
                  <a:lnTo>
                    <a:pt x="6997662" y="21952"/>
                  </a:lnTo>
                  <a:lnTo>
                    <a:pt x="6914509" y="14113"/>
                  </a:lnTo>
                  <a:lnTo>
                    <a:pt x="6845439" y="8290"/>
                  </a:lnTo>
                  <a:lnTo>
                    <a:pt x="6792724" y="4292"/>
                  </a:lnTo>
                  <a:lnTo>
                    <a:pt x="6756860" y="1834"/>
                  </a:lnTo>
                  <a:lnTo>
                    <a:pt x="6736356" y="560"/>
                  </a:lnTo>
                  <a:lnTo>
                    <a:pt x="6727847" y="78"/>
                  </a:lnTo>
                  <a:lnTo>
                    <a:pt x="6726344" y="0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3792" y="59"/>
                  </a:lnTo>
                  <a:lnTo>
                    <a:pt x="5246150" y="486"/>
                  </a:lnTo>
                  <a:lnTo>
                    <a:pt x="5226899" y="1665"/>
                  </a:lnTo>
                  <a:lnTo>
                    <a:pt x="5192510" y="3985"/>
                  </a:lnTo>
                  <a:lnTo>
                    <a:pt x="5141317" y="7807"/>
                  </a:lnTo>
                  <a:lnTo>
                    <a:pt x="5073635" y="13422"/>
                  </a:lnTo>
                  <a:lnTo>
                    <a:pt x="4991597" y="21027"/>
                  </a:lnTo>
                  <a:lnTo>
                    <a:pt x="4898663" y="30720"/>
                  </a:lnTo>
                  <a:lnTo>
                    <a:pt x="4798943" y="42516"/>
                  </a:lnTo>
                  <a:lnTo>
                    <a:pt x="4696526" y="56379"/>
                  </a:lnTo>
                  <a:lnTo>
                    <a:pt x="4594957" y="72263"/>
                  </a:lnTo>
                  <a:lnTo>
                    <a:pt x="4496956" y="90150"/>
                  </a:lnTo>
                  <a:lnTo>
                    <a:pt x="4404352" y="110070"/>
                  </a:lnTo>
                  <a:lnTo>
                    <a:pt x="4318158" y="132124"/>
                  </a:lnTo>
                  <a:lnTo>
                    <a:pt x="4238731" y="156486"/>
                  </a:lnTo>
                  <a:lnTo>
                    <a:pt x="4165944" y="183406"/>
                  </a:lnTo>
                  <a:lnTo>
                    <a:pt x="4099341" y="213204"/>
                  </a:lnTo>
                  <a:lnTo>
                    <a:pt x="4038266" y="246259"/>
                  </a:lnTo>
                  <a:lnTo>
                    <a:pt x="3981955" y="282990"/>
                  </a:lnTo>
                  <a:lnTo>
                    <a:pt x="3929608" y="323822"/>
                  </a:lnTo>
                  <a:lnTo>
                    <a:pt x="3880440" y="369125"/>
                  </a:lnTo>
                  <a:lnTo>
                    <a:pt x="3833730" y="419119"/>
                  </a:lnTo>
                  <a:lnTo>
                    <a:pt x="3829811" y="423633"/>
                  </a:lnTo>
                  <a:lnTo>
                    <a:pt x="3790513" y="471680"/>
                  </a:lnTo>
                  <a:lnTo>
                    <a:pt x="3752237" y="523414"/>
                  </a:lnTo>
                  <a:lnTo>
                    <a:pt x="3714693" y="578911"/>
                  </a:lnTo>
                  <a:lnTo>
                    <a:pt x="3677648" y="638176"/>
                  </a:lnTo>
                  <a:lnTo>
                    <a:pt x="3640919" y="701145"/>
                  </a:lnTo>
                  <a:lnTo>
                    <a:pt x="3604368" y="767671"/>
                  </a:lnTo>
                  <a:lnTo>
                    <a:pt x="3567890" y="837521"/>
                  </a:lnTo>
                  <a:lnTo>
                    <a:pt x="3531417" y="910380"/>
                  </a:lnTo>
                  <a:lnTo>
                    <a:pt x="3494905" y="985847"/>
                  </a:lnTo>
                  <a:lnTo>
                    <a:pt x="3458338" y="1063448"/>
                  </a:lnTo>
                  <a:lnTo>
                    <a:pt x="3421715" y="1142642"/>
                  </a:lnTo>
                  <a:lnTo>
                    <a:pt x="3385052" y="1222838"/>
                  </a:lnTo>
                  <a:lnTo>
                    <a:pt x="3348373" y="1303413"/>
                  </a:lnTo>
                  <a:lnTo>
                    <a:pt x="3311705" y="1383732"/>
                  </a:lnTo>
                  <a:lnTo>
                    <a:pt x="3275073" y="1463166"/>
                  </a:lnTo>
                  <a:lnTo>
                    <a:pt x="3238494" y="1541119"/>
                  </a:lnTo>
                  <a:lnTo>
                    <a:pt x="3201972" y="1617038"/>
                  </a:lnTo>
                  <a:lnTo>
                    <a:pt x="3165494" y="1690434"/>
                  </a:lnTo>
                  <a:lnTo>
                    <a:pt x="3129022" y="1760892"/>
                  </a:lnTo>
                  <a:lnTo>
                    <a:pt x="3092492" y="1828080"/>
                  </a:lnTo>
                  <a:lnTo>
                    <a:pt x="3055807" y="1891750"/>
                  </a:lnTo>
                  <a:lnTo>
                    <a:pt x="3018836" y="1951739"/>
                  </a:lnTo>
                  <a:lnTo>
                    <a:pt x="2981404" y="2007964"/>
                  </a:lnTo>
                  <a:lnTo>
                    <a:pt x="2943290" y="2060421"/>
                  </a:lnTo>
                  <a:lnTo>
                    <a:pt x="2904216" y="2109172"/>
                  </a:lnTo>
                  <a:lnTo>
                    <a:pt x="2896531" y="2118168"/>
                  </a:lnTo>
                  <a:lnTo>
                    <a:pt x="2850001" y="2168568"/>
                  </a:lnTo>
                  <a:lnTo>
                    <a:pt x="2801072" y="2214268"/>
                  </a:lnTo>
                  <a:lnTo>
                    <a:pt x="2749028" y="2255470"/>
                  </a:lnTo>
                  <a:lnTo>
                    <a:pt x="2693089" y="2292537"/>
                  </a:lnTo>
                  <a:lnTo>
                    <a:pt x="2632454" y="2325891"/>
                  </a:lnTo>
                  <a:lnTo>
                    <a:pt x="2566354" y="2355953"/>
                  </a:lnTo>
                  <a:lnTo>
                    <a:pt x="2494120" y="2383107"/>
                  </a:lnTo>
                  <a:lnTo>
                    <a:pt x="2415274" y="2407678"/>
                  </a:lnTo>
                  <a:lnTo>
                    <a:pt x="2329656" y="2429922"/>
                  </a:lnTo>
                  <a:lnTo>
                    <a:pt x="2237573" y="2450021"/>
                  </a:lnTo>
                  <a:lnTo>
                    <a:pt x="2139976" y="2468080"/>
                  </a:lnTo>
                  <a:lnTo>
                    <a:pt x="2038619" y="2484137"/>
                  </a:lnTo>
                  <a:lnTo>
                    <a:pt x="1936146" y="2498175"/>
                  </a:lnTo>
                  <a:lnTo>
                    <a:pt x="1836040" y="2510150"/>
                  </a:lnTo>
                  <a:lnTo>
                    <a:pt x="1742357" y="2520024"/>
                  </a:lnTo>
                  <a:lnTo>
                    <a:pt x="1659233" y="2527807"/>
                  </a:lnTo>
                  <a:lnTo>
                    <a:pt x="1590211" y="2533586"/>
                  </a:lnTo>
                  <a:lnTo>
                    <a:pt x="1537561" y="2537551"/>
                  </a:lnTo>
                  <a:lnTo>
                    <a:pt x="1501766" y="2539988"/>
                  </a:lnTo>
                  <a:lnTo>
                    <a:pt x="1481328" y="2541250"/>
                  </a:lnTo>
                  <a:lnTo>
                    <a:pt x="1472869" y="2541725"/>
                  </a:lnTo>
                  <a:lnTo>
                    <a:pt x="1471388" y="2541802"/>
                  </a:lnTo>
                  <a:lnTo>
                    <a:pt x="1471387" y="2541802"/>
                  </a:lnTo>
                  <a:lnTo>
                    <a:pt x="0" y="254180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20" name="pg2120"/>
            <p:cNvSpPr/>
            <p:nvPr/>
          </p:nvSpPr>
          <p:spPr>
            <a:xfrm>
              <a:off x="4799595" y="3598533"/>
              <a:ext cx="11981298" cy="7404736"/>
            </a:xfrm>
            <a:custGeom>
              <a:avLst/>
              <a:pathLst>
                <a:path w="11981298" h="7404736">
                  <a:moveTo>
                    <a:pt x="0" y="7404736"/>
                  </a:moveTo>
                  <a:lnTo>
                    <a:pt x="1471387" y="7404736"/>
                  </a:lnTo>
                  <a:lnTo>
                    <a:pt x="1472117" y="7404628"/>
                  </a:lnTo>
                  <a:lnTo>
                    <a:pt x="1476959" y="7403859"/>
                  </a:lnTo>
                  <a:lnTo>
                    <a:pt x="1489312" y="7401736"/>
                  </a:lnTo>
                  <a:lnTo>
                    <a:pt x="1511760" y="7397550"/>
                  </a:lnTo>
                  <a:lnTo>
                    <a:pt x="1545957" y="7390609"/>
                  </a:lnTo>
                  <a:lnTo>
                    <a:pt x="1592521" y="7380295"/>
                  </a:lnTo>
                  <a:lnTo>
                    <a:pt x="1651012" y="7366108"/>
                  </a:lnTo>
                  <a:lnTo>
                    <a:pt x="1720042" y="7347700"/>
                  </a:lnTo>
                  <a:lnTo>
                    <a:pt x="1797502" y="7324877"/>
                  </a:lnTo>
                  <a:lnTo>
                    <a:pt x="1880876" y="7297586"/>
                  </a:lnTo>
                  <a:lnTo>
                    <a:pt x="1967555" y="7265864"/>
                  </a:lnTo>
                  <a:lnTo>
                    <a:pt x="2055110" y="7229796"/>
                  </a:lnTo>
                  <a:lnTo>
                    <a:pt x="2141482" y="7189459"/>
                  </a:lnTo>
                  <a:lnTo>
                    <a:pt x="2225074" y="7144874"/>
                  </a:lnTo>
                  <a:lnTo>
                    <a:pt x="2304763" y="7095983"/>
                  </a:lnTo>
                  <a:lnTo>
                    <a:pt x="2379866" y="7042621"/>
                  </a:lnTo>
                  <a:lnTo>
                    <a:pt x="2450069" y="6984507"/>
                  </a:lnTo>
                  <a:lnTo>
                    <a:pt x="2515342" y="6921246"/>
                  </a:lnTo>
                  <a:lnTo>
                    <a:pt x="2575870" y="6852325"/>
                  </a:lnTo>
                  <a:lnTo>
                    <a:pt x="2631983" y="6777129"/>
                  </a:lnTo>
                  <a:lnTo>
                    <a:pt x="2684105" y="6694956"/>
                  </a:lnTo>
                  <a:lnTo>
                    <a:pt x="2732714" y="6605045"/>
                  </a:lnTo>
                  <a:lnTo>
                    <a:pt x="2778307" y="6506619"/>
                  </a:lnTo>
                  <a:lnTo>
                    <a:pt x="2821380" y="6398961"/>
                  </a:lnTo>
                  <a:lnTo>
                    <a:pt x="2862405" y="6281518"/>
                  </a:lnTo>
                  <a:lnTo>
                    <a:pt x="2896531" y="6171975"/>
                  </a:lnTo>
                  <a:lnTo>
                    <a:pt x="2921068" y="6086415"/>
                  </a:lnTo>
                  <a:lnTo>
                    <a:pt x="2945163" y="5996763"/>
                  </a:lnTo>
                  <a:lnTo>
                    <a:pt x="2968895" y="5902946"/>
                  </a:lnTo>
                  <a:lnTo>
                    <a:pt x="2992332" y="5804912"/>
                  </a:lnTo>
                  <a:lnTo>
                    <a:pt x="3015534" y="5702640"/>
                  </a:lnTo>
                  <a:lnTo>
                    <a:pt x="3038553" y="5596140"/>
                  </a:lnTo>
                  <a:lnTo>
                    <a:pt x="3061433" y="5485451"/>
                  </a:lnTo>
                  <a:lnTo>
                    <a:pt x="3084212" y="5370651"/>
                  </a:lnTo>
                  <a:lnTo>
                    <a:pt x="3106922" y="5251850"/>
                  </a:lnTo>
                  <a:lnTo>
                    <a:pt x="3129590" y="5129195"/>
                  </a:lnTo>
                  <a:lnTo>
                    <a:pt x="3152236" y="5002872"/>
                  </a:lnTo>
                  <a:lnTo>
                    <a:pt x="3174877" y="4873102"/>
                  </a:lnTo>
                  <a:lnTo>
                    <a:pt x="3197526" y="4740143"/>
                  </a:lnTo>
                  <a:lnTo>
                    <a:pt x="3220191" y="4604289"/>
                  </a:lnTo>
                  <a:lnTo>
                    <a:pt x="3242876" y="4465865"/>
                  </a:lnTo>
                  <a:lnTo>
                    <a:pt x="3265585" y="4325228"/>
                  </a:lnTo>
                  <a:lnTo>
                    <a:pt x="3288314" y="4182758"/>
                  </a:lnTo>
                  <a:lnTo>
                    <a:pt x="3311063" y="4038862"/>
                  </a:lnTo>
                  <a:lnTo>
                    <a:pt x="3333826" y="3893960"/>
                  </a:lnTo>
                  <a:lnTo>
                    <a:pt x="3356597" y="3748488"/>
                  </a:lnTo>
                  <a:lnTo>
                    <a:pt x="3379371" y="3602888"/>
                  </a:lnTo>
                  <a:lnTo>
                    <a:pt x="3402139" y="3457603"/>
                  </a:lnTo>
                  <a:lnTo>
                    <a:pt x="3424897" y="3313074"/>
                  </a:lnTo>
                  <a:lnTo>
                    <a:pt x="3447638" y="3169730"/>
                  </a:lnTo>
                  <a:lnTo>
                    <a:pt x="3470359" y="3027987"/>
                  </a:lnTo>
                  <a:lnTo>
                    <a:pt x="3493058" y="2888240"/>
                  </a:lnTo>
                  <a:lnTo>
                    <a:pt x="3515734" y="2750861"/>
                  </a:lnTo>
                  <a:lnTo>
                    <a:pt x="3538391" y="2616193"/>
                  </a:lnTo>
                  <a:lnTo>
                    <a:pt x="3561036" y="2484548"/>
                  </a:lnTo>
                  <a:lnTo>
                    <a:pt x="3583677" y="2356206"/>
                  </a:lnTo>
                  <a:lnTo>
                    <a:pt x="3606330" y="2231408"/>
                  </a:lnTo>
                  <a:lnTo>
                    <a:pt x="3629013" y="2110362"/>
                  </a:lnTo>
                  <a:lnTo>
                    <a:pt x="3651749" y="1993236"/>
                  </a:lnTo>
                  <a:lnTo>
                    <a:pt x="3674566" y="1880162"/>
                  </a:lnTo>
                  <a:lnTo>
                    <a:pt x="3697500" y="1771237"/>
                  </a:lnTo>
                  <a:lnTo>
                    <a:pt x="3720590" y="1666521"/>
                  </a:lnTo>
                  <a:lnTo>
                    <a:pt x="3743885" y="1566041"/>
                  </a:lnTo>
                  <a:lnTo>
                    <a:pt x="3767439" y="1469794"/>
                  </a:lnTo>
                  <a:lnTo>
                    <a:pt x="3791315" y="1377745"/>
                  </a:lnTo>
                  <a:lnTo>
                    <a:pt x="3815587" y="1289833"/>
                  </a:lnTo>
                  <a:lnTo>
                    <a:pt x="3829811" y="1240933"/>
                  </a:lnTo>
                  <a:lnTo>
                    <a:pt x="3869410" y="1114838"/>
                  </a:lnTo>
                  <a:lnTo>
                    <a:pt x="3910687" y="998747"/>
                  </a:lnTo>
                  <a:lnTo>
                    <a:pt x="3954074" y="892382"/>
                  </a:lnTo>
                  <a:lnTo>
                    <a:pt x="4000048" y="795158"/>
                  </a:lnTo>
                  <a:lnTo>
                    <a:pt x="4049105" y="706345"/>
                  </a:lnTo>
                  <a:lnTo>
                    <a:pt x="4101743" y="625164"/>
                  </a:lnTo>
                  <a:lnTo>
                    <a:pt x="4158433" y="550861"/>
                  </a:lnTo>
                  <a:lnTo>
                    <a:pt x="4219589" y="482743"/>
                  </a:lnTo>
                  <a:lnTo>
                    <a:pt x="4285525" y="420209"/>
                  </a:lnTo>
                  <a:lnTo>
                    <a:pt x="4356401" y="362762"/>
                  </a:lnTo>
                  <a:lnTo>
                    <a:pt x="4432154" y="310021"/>
                  </a:lnTo>
                  <a:lnTo>
                    <a:pt x="4512423" y="261723"/>
                  </a:lnTo>
                  <a:lnTo>
                    <a:pt x="4596468" y="217717"/>
                  </a:lnTo>
                  <a:lnTo>
                    <a:pt x="4683106" y="177957"/>
                  </a:lnTo>
                  <a:lnTo>
                    <a:pt x="4770673" y="142475"/>
                  </a:lnTo>
                  <a:lnTo>
                    <a:pt x="4857051" y="111351"/>
                  </a:lnTo>
                  <a:lnTo>
                    <a:pt x="4939775" y="84666"/>
                  </a:lnTo>
                  <a:lnTo>
                    <a:pt x="5016232" y="62450"/>
                  </a:lnTo>
                  <a:lnTo>
                    <a:pt x="5083939" y="44630"/>
                  </a:lnTo>
                  <a:lnTo>
                    <a:pt x="5140872" y="30994"/>
                  </a:lnTo>
                  <a:lnTo>
                    <a:pt x="5185758" y="21171"/>
                  </a:lnTo>
                  <a:lnTo>
                    <a:pt x="5218298" y="14643"/>
                  </a:lnTo>
                  <a:lnTo>
                    <a:pt x="5239254" y="10778"/>
                  </a:lnTo>
                  <a:lnTo>
                    <a:pt x="5250415" y="8881"/>
                  </a:lnTo>
                  <a:lnTo>
                    <a:pt x="5254481" y="8242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182" y="8268"/>
                  </a:lnTo>
                  <a:lnTo>
                    <a:pt x="6732733" y="8945"/>
                  </a:lnTo>
                  <a:lnTo>
                    <a:pt x="6746847" y="10816"/>
                  </a:lnTo>
                  <a:lnTo>
                    <a:pt x="6772377" y="14504"/>
                  </a:lnTo>
                  <a:lnTo>
                    <a:pt x="6811032" y="20610"/>
                  </a:lnTo>
                  <a:lnTo>
                    <a:pt x="6863257" y="29657"/>
                  </a:lnTo>
                  <a:lnTo>
                    <a:pt x="6928238" y="42051"/>
                  </a:lnTo>
                  <a:lnTo>
                    <a:pt x="7004083" y="58056"/>
                  </a:lnTo>
                  <a:lnTo>
                    <a:pt x="7088155" y="77794"/>
                  </a:lnTo>
                  <a:lnTo>
                    <a:pt x="7177472" y="101274"/>
                  </a:lnTo>
                  <a:lnTo>
                    <a:pt x="7269095" y="128440"/>
                  </a:lnTo>
                  <a:lnTo>
                    <a:pt x="7360422" y="159215"/>
                  </a:lnTo>
                  <a:lnTo>
                    <a:pt x="7449369" y="193555"/>
                  </a:lnTo>
                  <a:lnTo>
                    <a:pt x="7534431" y="231482"/>
                  </a:lnTo>
                  <a:lnTo>
                    <a:pt x="7614652" y="273106"/>
                  </a:lnTo>
                  <a:lnTo>
                    <a:pt x="7689549" y="318644"/>
                  </a:lnTo>
                  <a:lnTo>
                    <a:pt x="7759015" y="368418"/>
                  </a:lnTo>
                  <a:lnTo>
                    <a:pt x="7823217" y="422859"/>
                  </a:lnTo>
                  <a:lnTo>
                    <a:pt x="7882514" y="482495"/>
                  </a:lnTo>
                  <a:lnTo>
                    <a:pt x="7937385" y="547935"/>
                  </a:lnTo>
                  <a:lnTo>
                    <a:pt x="7988376" y="619847"/>
                  </a:lnTo>
                  <a:lnTo>
                    <a:pt x="8036062" y="698912"/>
                  </a:lnTo>
                  <a:lnTo>
                    <a:pt x="8081012" y="785759"/>
                  </a:lnTo>
                  <a:lnTo>
                    <a:pt x="8123766" y="880852"/>
                  </a:lnTo>
                  <a:lnTo>
                    <a:pt x="8151487" y="949429"/>
                  </a:lnTo>
                  <a:lnTo>
                    <a:pt x="8179360" y="1023980"/>
                  </a:lnTo>
                  <a:lnTo>
                    <a:pt x="8206676" y="1102583"/>
                  </a:lnTo>
                  <a:lnTo>
                    <a:pt x="8233547" y="1185317"/>
                  </a:lnTo>
                  <a:lnTo>
                    <a:pt x="8260070" y="1272228"/>
                  </a:lnTo>
                  <a:lnTo>
                    <a:pt x="8286326" y="1363323"/>
                  </a:lnTo>
                  <a:lnTo>
                    <a:pt x="8312386" y="1458571"/>
                  </a:lnTo>
                  <a:lnTo>
                    <a:pt x="8338307" y="1557895"/>
                  </a:lnTo>
                  <a:lnTo>
                    <a:pt x="8364137" y="1661176"/>
                  </a:lnTo>
                  <a:lnTo>
                    <a:pt x="8389915" y="1768246"/>
                  </a:lnTo>
                  <a:lnTo>
                    <a:pt x="8415670" y="1878891"/>
                  </a:lnTo>
                  <a:lnTo>
                    <a:pt x="8441426" y="1992848"/>
                  </a:lnTo>
                  <a:lnTo>
                    <a:pt x="8467198" y="2109810"/>
                  </a:lnTo>
                  <a:lnTo>
                    <a:pt x="8492995" y="2229426"/>
                  </a:lnTo>
                  <a:lnTo>
                    <a:pt x="8518820" y="2351305"/>
                  </a:lnTo>
                  <a:lnTo>
                    <a:pt x="8544674" y="2475023"/>
                  </a:lnTo>
                  <a:lnTo>
                    <a:pt x="8570552" y="2600126"/>
                  </a:lnTo>
                  <a:lnTo>
                    <a:pt x="8596447" y="2726136"/>
                  </a:lnTo>
                  <a:lnTo>
                    <a:pt x="8622350" y="2852563"/>
                  </a:lnTo>
                  <a:lnTo>
                    <a:pt x="8648251" y="2978908"/>
                  </a:lnTo>
                  <a:lnTo>
                    <a:pt x="8674141" y="3104676"/>
                  </a:lnTo>
                  <a:lnTo>
                    <a:pt x="8700012" y="3229378"/>
                  </a:lnTo>
                  <a:lnTo>
                    <a:pt x="8725857" y="3352546"/>
                  </a:lnTo>
                  <a:lnTo>
                    <a:pt x="8751673" y="3473732"/>
                  </a:lnTo>
                  <a:lnTo>
                    <a:pt x="8777461" y="3592524"/>
                  </a:lnTo>
                  <a:lnTo>
                    <a:pt x="8803226" y="3708543"/>
                  </a:lnTo>
                  <a:lnTo>
                    <a:pt x="8828980" y="3821451"/>
                  </a:lnTo>
                  <a:lnTo>
                    <a:pt x="8854740" y="3930957"/>
                  </a:lnTo>
                  <a:lnTo>
                    <a:pt x="8880531" y="4036813"/>
                  </a:lnTo>
                  <a:lnTo>
                    <a:pt x="8906386" y="4138819"/>
                  </a:lnTo>
                  <a:lnTo>
                    <a:pt x="8932347" y="4236826"/>
                  </a:lnTo>
                  <a:lnTo>
                    <a:pt x="8958463" y="4330725"/>
                  </a:lnTo>
                  <a:lnTo>
                    <a:pt x="8984799" y="4420458"/>
                  </a:lnTo>
                  <a:lnTo>
                    <a:pt x="9011425" y="4506004"/>
                  </a:lnTo>
                  <a:lnTo>
                    <a:pt x="9038430" y="4587384"/>
                  </a:lnTo>
                  <a:lnTo>
                    <a:pt x="9065915" y="4664656"/>
                  </a:lnTo>
                  <a:lnTo>
                    <a:pt x="9084767" y="4714457"/>
                  </a:lnTo>
                  <a:lnTo>
                    <a:pt x="9126319" y="4815195"/>
                  </a:lnTo>
                  <a:lnTo>
                    <a:pt x="9169737" y="4907544"/>
                  </a:lnTo>
                  <a:lnTo>
                    <a:pt x="9215525" y="4991774"/>
                  </a:lnTo>
                  <a:lnTo>
                    <a:pt x="9264232" y="5068416"/>
                  </a:lnTo>
                  <a:lnTo>
                    <a:pt x="9316435" y="5138127"/>
                  </a:lnTo>
                  <a:lnTo>
                    <a:pt x="9372702" y="5201589"/>
                  </a:lnTo>
                  <a:lnTo>
                    <a:pt x="9433562" y="5259454"/>
                  </a:lnTo>
                  <a:lnTo>
                    <a:pt x="9499461" y="5312309"/>
                  </a:lnTo>
                  <a:lnTo>
                    <a:pt x="9570704" y="5360649"/>
                  </a:lnTo>
                  <a:lnTo>
                    <a:pt x="9647378" y="5404871"/>
                  </a:lnTo>
                  <a:lnTo>
                    <a:pt x="9729263" y="5445262"/>
                  </a:lnTo>
                  <a:lnTo>
                    <a:pt x="9815732" y="5482004"/>
                  </a:lnTo>
                  <a:lnTo>
                    <a:pt x="9905656" y="5515175"/>
                  </a:lnTo>
                  <a:lnTo>
                    <a:pt x="9997337" y="5544771"/>
                  </a:lnTo>
                  <a:lnTo>
                    <a:pt x="10088511" y="5570735"/>
                  </a:lnTo>
                  <a:lnTo>
                    <a:pt x="10176439" y="5592990"/>
                  </a:lnTo>
                  <a:lnTo>
                    <a:pt x="10258129" y="5611496"/>
                  </a:lnTo>
                  <a:lnTo>
                    <a:pt x="10330668" y="5626295"/>
                  </a:lnTo>
                  <a:lnTo>
                    <a:pt x="10391620" y="5637553"/>
                  </a:lnTo>
                  <a:lnTo>
                    <a:pt x="10439419" y="5645583"/>
                  </a:lnTo>
                  <a:lnTo>
                    <a:pt x="10473651" y="5650832"/>
                  </a:lnTo>
                  <a:lnTo>
                    <a:pt x="10495184" y="5653856"/>
                  </a:lnTo>
                  <a:lnTo>
                    <a:pt x="10506119" y="5655265"/>
                  </a:lnTo>
                  <a:lnTo>
                    <a:pt x="10509652" y="5655686"/>
                  </a:lnTo>
                  <a:lnTo>
                    <a:pt x="10509911" y="5655714"/>
                  </a:lnTo>
                  <a:lnTo>
                    <a:pt x="11981298" y="5655714"/>
                  </a:lnTo>
                  <a:lnTo>
                    <a:pt x="11981298" y="5647541"/>
                  </a:lnTo>
                  <a:lnTo>
                    <a:pt x="10509911" y="5647541"/>
                  </a:lnTo>
                  <a:lnTo>
                    <a:pt x="10509071" y="5647446"/>
                  </a:lnTo>
                  <a:lnTo>
                    <a:pt x="10503520" y="5646769"/>
                  </a:lnTo>
                  <a:lnTo>
                    <a:pt x="10489407" y="5644898"/>
                  </a:lnTo>
                  <a:lnTo>
                    <a:pt x="10463877" y="5641209"/>
                  </a:lnTo>
                  <a:lnTo>
                    <a:pt x="10425221" y="5635104"/>
                  </a:lnTo>
                  <a:lnTo>
                    <a:pt x="10372996" y="5626057"/>
                  </a:lnTo>
                  <a:lnTo>
                    <a:pt x="10308016" y="5613663"/>
                  </a:lnTo>
                  <a:lnTo>
                    <a:pt x="10232170" y="5597658"/>
                  </a:lnTo>
                  <a:lnTo>
                    <a:pt x="10148098" y="5577920"/>
                  </a:lnTo>
                  <a:lnTo>
                    <a:pt x="10058781" y="5554440"/>
                  </a:lnTo>
                  <a:lnTo>
                    <a:pt x="9967159" y="5527274"/>
                  </a:lnTo>
                  <a:lnTo>
                    <a:pt x="9875832" y="5496499"/>
                  </a:lnTo>
                  <a:lnTo>
                    <a:pt x="9786884" y="5462159"/>
                  </a:lnTo>
                  <a:lnTo>
                    <a:pt x="9701822" y="5424232"/>
                  </a:lnTo>
                  <a:lnTo>
                    <a:pt x="9621601" y="5382608"/>
                  </a:lnTo>
                  <a:lnTo>
                    <a:pt x="9546704" y="5337070"/>
                  </a:lnTo>
                  <a:lnTo>
                    <a:pt x="9477239" y="5287295"/>
                  </a:lnTo>
                  <a:lnTo>
                    <a:pt x="9413036" y="5232854"/>
                  </a:lnTo>
                  <a:lnTo>
                    <a:pt x="9353739" y="5173219"/>
                  </a:lnTo>
                  <a:lnTo>
                    <a:pt x="9298868" y="5107779"/>
                  </a:lnTo>
                  <a:lnTo>
                    <a:pt x="9247877" y="5035867"/>
                  </a:lnTo>
                  <a:lnTo>
                    <a:pt x="9200191" y="4956801"/>
                  </a:lnTo>
                  <a:lnTo>
                    <a:pt x="9155241" y="4869955"/>
                  </a:lnTo>
                  <a:lnTo>
                    <a:pt x="9112488" y="4774862"/>
                  </a:lnTo>
                  <a:lnTo>
                    <a:pt x="9084767" y="4706284"/>
                  </a:lnTo>
                  <a:lnTo>
                    <a:pt x="9056893" y="4631734"/>
                  </a:lnTo>
                  <a:lnTo>
                    <a:pt x="9029577" y="4553131"/>
                  </a:lnTo>
                  <a:lnTo>
                    <a:pt x="9002706" y="4470397"/>
                  </a:lnTo>
                  <a:lnTo>
                    <a:pt x="8976183" y="4383486"/>
                  </a:lnTo>
                  <a:lnTo>
                    <a:pt x="8949927" y="4292391"/>
                  </a:lnTo>
                  <a:lnTo>
                    <a:pt x="8923867" y="4197143"/>
                  </a:lnTo>
                  <a:lnTo>
                    <a:pt x="8897946" y="4097819"/>
                  </a:lnTo>
                  <a:lnTo>
                    <a:pt x="8872116" y="3994538"/>
                  </a:lnTo>
                  <a:lnTo>
                    <a:pt x="8846339" y="3887468"/>
                  </a:lnTo>
                  <a:lnTo>
                    <a:pt x="8820583" y="3776823"/>
                  </a:lnTo>
                  <a:lnTo>
                    <a:pt x="8794827" y="3662866"/>
                  </a:lnTo>
                  <a:lnTo>
                    <a:pt x="8769055" y="3545904"/>
                  </a:lnTo>
                  <a:lnTo>
                    <a:pt x="8743259" y="3426288"/>
                  </a:lnTo>
                  <a:lnTo>
                    <a:pt x="8717433" y="3304408"/>
                  </a:lnTo>
                  <a:lnTo>
                    <a:pt x="8691579" y="3180690"/>
                  </a:lnTo>
                  <a:lnTo>
                    <a:pt x="8665701" y="3055588"/>
                  </a:lnTo>
                  <a:lnTo>
                    <a:pt x="8639806" y="2929578"/>
                  </a:lnTo>
                  <a:lnTo>
                    <a:pt x="8613903" y="2803151"/>
                  </a:lnTo>
                  <a:lnTo>
                    <a:pt x="8588002" y="2676806"/>
                  </a:lnTo>
                  <a:lnTo>
                    <a:pt x="8562112" y="2551038"/>
                  </a:lnTo>
                  <a:lnTo>
                    <a:pt x="8536241" y="2426336"/>
                  </a:lnTo>
                  <a:lnTo>
                    <a:pt x="8510396" y="2303168"/>
                  </a:lnTo>
                  <a:lnTo>
                    <a:pt x="8484580" y="2181981"/>
                  </a:lnTo>
                  <a:lnTo>
                    <a:pt x="8458792" y="2063190"/>
                  </a:lnTo>
                  <a:lnTo>
                    <a:pt x="8433027" y="1947171"/>
                  </a:lnTo>
                  <a:lnTo>
                    <a:pt x="8407273" y="1834263"/>
                  </a:lnTo>
                  <a:lnTo>
                    <a:pt x="8381513" y="1724757"/>
                  </a:lnTo>
                  <a:lnTo>
                    <a:pt x="8355722" y="1618901"/>
                  </a:lnTo>
                  <a:lnTo>
                    <a:pt x="8329867" y="1516894"/>
                  </a:lnTo>
                  <a:lnTo>
                    <a:pt x="8303907" y="1418888"/>
                  </a:lnTo>
                  <a:lnTo>
                    <a:pt x="8277790" y="1324988"/>
                  </a:lnTo>
                  <a:lnTo>
                    <a:pt x="8251455" y="1235256"/>
                  </a:lnTo>
                  <a:lnTo>
                    <a:pt x="8224828" y="1149710"/>
                  </a:lnTo>
                  <a:lnTo>
                    <a:pt x="8197823" y="1068330"/>
                  </a:lnTo>
                  <a:lnTo>
                    <a:pt x="8170339" y="991058"/>
                  </a:lnTo>
                  <a:lnTo>
                    <a:pt x="8151487" y="941256"/>
                  </a:lnTo>
                  <a:lnTo>
                    <a:pt x="8109934" y="840519"/>
                  </a:lnTo>
                  <a:lnTo>
                    <a:pt x="8066516" y="748170"/>
                  </a:lnTo>
                  <a:lnTo>
                    <a:pt x="8020729" y="663940"/>
                  </a:lnTo>
                  <a:lnTo>
                    <a:pt x="7972021" y="587298"/>
                  </a:lnTo>
                  <a:lnTo>
                    <a:pt x="7919818" y="517587"/>
                  </a:lnTo>
                  <a:lnTo>
                    <a:pt x="7863551" y="454125"/>
                  </a:lnTo>
                  <a:lnTo>
                    <a:pt x="7802691" y="396260"/>
                  </a:lnTo>
                  <a:lnTo>
                    <a:pt x="7736792" y="343405"/>
                  </a:lnTo>
                  <a:lnTo>
                    <a:pt x="7665549" y="295065"/>
                  </a:lnTo>
                  <a:lnTo>
                    <a:pt x="7588876" y="250843"/>
                  </a:lnTo>
                  <a:lnTo>
                    <a:pt x="7506990" y="210451"/>
                  </a:lnTo>
                  <a:lnTo>
                    <a:pt x="7420521" y="173710"/>
                  </a:lnTo>
                  <a:lnTo>
                    <a:pt x="7330597" y="140539"/>
                  </a:lnTo>
                  <a:lnTo>
                    <a:pt x="7238916" y="110942"/>
                  </a:lnTo>
                  <a:lnTo>
                    <a:pt x="7147743" y="84979"/>
                  </a:lnTo>
                  <a:lnTo>
                    <a:pt x="7059815" y="62724"/>
                  </a:lnTo>
                  <a:lnTo>
                    <a:pt x="6978124" y="44218"/>
                  </a:lnTo>
                  <a:lnTo>
                    <a:pt x="6905585" y="29419"/>
                  </a:lnTo>
                  <a:lnTo>
                    <a:pt x="6844633" y="18160"/>
                  </a:lnTo>
                  <a:lnTo>
                    <a:pt x="6796834" y="10131"/>
                  </a:lnTo>
                  <a:lnTo>
                    <a:pt x="6762602" y="4882"/>
                  </a:lnTo>
                  <a:lnTo>
                    <a:pt x="6741069" y="1858"/>
                  </a:lnTo>
                  <a:lnTo>
                    <a:pt x="6730134" y="448"/>
                  </a:lnTo>
                  <a:lnTo>
                    <a:pt x="6726601" y="28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225" y="108"/>
                  </a:lnTo>
                  <a:lnTo>
                    <a:pt x="5249383" y="877"/>
                  </a:lnTo>
                  <a:lnTo>
                    <a:pt x="5237030" y="2999"/>
                  </a:lnTo>
                  <a:lnTo>
                    <a:pt x="5214583" y="7186"/>
                  </a:lnTo>
                  <a:lnTo>
                    <a:pt x="5180385" y="14127"/>
                  </a:lnTo>
                  <a:lnTo>
                    <a:pt x="5133821" y="24441"/>
                  </a:lnTo>
                  <a:lnTo>
                    <a:pt x="5075330" y="38627"/>
                  </a:lnTo>
                  <a:lnTo>
                    <a:pt x="5006300" y="57036"/>
                  </a:lnTo>
                  <a:lnTo>
                    <a:pt x="4928840" y="79858"/>
                  </a:lnTo>
                  <a:lnTo>
                    <a:pt x="4845466" y="107150"/>
                  </a:lnTo>
                  <a:lnTo>
                    <a:pt x="4758787" y="138872"/>
                  </a:lnTo>
                  <a:lnTo>
                    <a:pt x="4671232" y="174939"/>
                  </a:lnTo>
                  <a:lnTo>
                    <a:pt x="4584860" y="215277"/>
                  </a:lnTo>
                  <a:lnTo>
                    <a:pt x="4501269" y="259861"/>
                  </a:lnTo>
                  <a:lnTo>
                    <a:pt x="4421579" y="308752"/>
                  </a:lnTo>
                  <a:lnTo>
                    <a:pt x="4346476" y="362115"/>
                  </a:lnTo>
                  <a:lnTo>
                    <a:pt x="4276273" y="420228"/>
                  </a:lnTo>
                  <a:lnTo>
                    <a:pt x="4211000" y="483490"/>
                  </a:lnTo>
                  <a:lnTo>
                    <a:pt x="4150472" y="552411"/>
                  </a:lnTo>
                  <a:lnTo>
                    <a:pt x="4094359" y="627607"/>
                  </a:lnTo>
                  <a:lnTo>
                    <a:pt x="4042237" y="709779"/>
                  </a:lnTo>
                  <a:lnTo>
                    <a:pt x="3993628" y="799691"/>
                  </a:lnTo>
                  <a:lnTo>
                    <a:pt x="3948035" y="898116"/>
                  </a:lnTo>
                  <a:lnTo>
                    <a:pt x="3904962" y="1005774"/>
                  </a:lnTo>
                  <a:lnTo>
                    <a:pt x="3863937" y="1123217"/>
                  </a:lnTo>
                  <a:lnTo>
                    <a:pt x="3829811" y="1232760"/>
                  </a:lnTo>
                  <a:lnTo>
                    <a:pt x="3805274" y="1318321"/>
                  </a:lnTo>
                  <a:lnTo>
                    <a:pt x="3781179" y="1407972"/>
                  </a:lnTo>
                  <a:lnTo>
                    <a:pt x="3757447" y="1501790"/>
                  </a:lnTo>
                  <a:lnTo>
                    <a:pt x="3734010" y="1599824"/>
                  </a:lnTo>
                  <a:lnTo>
                    <a:pt x="3710808" y="1702095"/>
                  </a:lnTo>
                  <a:lnTo>
                    <a:pt x="3687789" y="1808596"/>
                  </a:lnTo>
                  <a:lnTo>
                    <a:pt x="3664909" y="1919284"/>
                  </a:lnTo>
                  <a:lnTo>
                    <a:pt x="3642130" y="2034084"/>
                  </a:lnTo>
                  <a:lnTo>
                    <a:pt x="3619420" y="2152886"/>
                  </a:lnTo>
                  <a:lnTo>
                    <a:pt x="3596752" y="2275541"/>
                  </a:lnTo>
                  <a:lnTo>
                    <a:pt x="3574106" y="2401864"/>
                  </a:lnTo>
                  <a:lnTo>
                    <a:pt x="3551465" y="2531634"/>
                  </a:lnTo>
                  <a:lnTo>
                    <a:pt x="3528816" y="2664592"/>
                  </a:lnTo>
                  <a:lnTo>
                    <a:pt x="3506151" y="2800446"/>
                  </a:lnTo>
                  <a:lnTo>
                    <a:pt x="3483466" y="2938870"/>
                  </a:lnTo>
                  <a:lnTo>
                    <a:pt x="3460758" y="3079508"/>
                  </a:lnTo>
                  <a:lnTo>
                    <a:pt x="3438028" y="3221977"/>
                  </a:lnTo>
                  <a:lnTo>
                    <a:pt x="3415279" y="3365874"/>
                  </a:lnTo>
                  <a:lnTo>
                    <a:pt x="3392516" y="3510776"/>
                  </a:lnTo>
                  <a:lnTo>
                    <a:pt x="3369745" y="3656247"/>
                  </a:lnTo>
                  <a:lnTo>
                    <a:pt x="3346971" y="3801847"/>
                  </a:lnTo>
                  <a:lnTo>
                    <a:pt x="3324203" y="3947132"/>
                  </a:lnTo>
                  <a:lnTo>
                    <a:pt x="3301445" y="4091661"/>
                  </a:lnTo>
                  <a:lnTo>
                    <a:pt x="3278704" y="4235005"/>
                  </a:lnTo>
                  <a:lnTo>
                    <a:pt x="3255983" y="4376749"/>
                  </a:lnTo>
                  <a:lnTo>
                    <a:pt x="3233285" y="4516496"/>
                  </a:lnTo>
                  <a:lnTo>
                    <a:pt x="3210608" y="4653875"/>
                  </a:lnTo>
                  <a:lnTo>
                    <a:pt x="3187951" y="4788543"/>
                  </a:lnTo>
                  <a:lnTo>
                    <a:pt x="3165306" y="4920187"/>
                  </a:lnTo>
                  <a:lnTo>
                    <a:pt x="3142665" y="5048530"/>
                  </a:lnTo>
                  <a:lnTo>
                    <a:pt x="3120012" y="5173327"/>
                  </a:lnTo>
                  <a:lnTo>
                    <a:pt x="3097329" y="5294374"/>
                  </a:lnTo>
                  <a:lnTo>
                    <a:pt x="3074593" y="5411500"/>
                  </a:lnTo>
                  <a:lnTo>
                    <a:pt x="3051776" y="5524573"/>
                  </a:lnTo>
                  <a:lnTo>
                    <a:pt x="3028842" y="5633498"/>
                  </a:lnTo>
                  <a:lnTo>
                    <a:pt x="3005752" y="5738215"/>
                  </a:lnTo>
                  <a:lnTo>
                    <a:pt x="2982457" y="5838694"/>
                  </a:lnTo>
                  <a:lnTo>
                    <a:pt x="2958903" y="5934942"/>
                  </a:lnTo>
                  <a:lnTo>
                    <a:pt x="2935027" y="6026991"/>
                  </a:lnTo>
                  <a:lnTo>
                    <a:pt x="2910755" y="6114902"/>
                  </a:lnTo>
                  <a:lnTo>
                    <a:pt x="2896531" y="6163802"/>
                  </a:lnTo>
                  <a:lnTo>
                    <a:pt x="2856932" y="6289898"/>
                  </a:lnTo>
                  <a:lnTo>
                    <a:pt x="2815655" y="6405988"/>
                  </a:lnTo>
                  <a:lnTo>
                    <a:pt x="2772268" y="6512354"/>
                  </a:lnTo>
                  <a:lnTo>
                    <a:pt x="2726294" y="6609577"/>
                  </a:lnTo>
                  <a:lnTo>
                    <a:pt x="2677237" y="6698391"/>
                  </a:lnTo>
                  <a:lnTo>
                    <a:pt x="2624599" y="6779571"/>
                  </a:lnTo>
                  <a:lnTo>
                    <a:pt x="2567909" y="6853874"/>
                  </a:lnTo>
                  <a:lnTo>
                    <a:pt x="2506753" y="6921992"/>
                  </a:lnTo>
                  <a:lnTo>
                    <a:pt x="2440817" y="6984527"/>
                  </a:lnTo>
                  <a:lnTo>
                    <a:pt x="2369941" y="7041973"/>
                  </a:lnTo>
                  <a:lnTo>
                    <a:pt x="2294188" y="7094714"/>
                  </a:lnTo>
                  <a:lnTo>
                    <a:pt x="2213919" y="7143013"/>
                  </a:lnTo>
                  <a:lnTo>
                    <a:pt x="2129874" y="7187018"/>
                  </a:lnTo>
                  <a:lnTo>
                    <a:pt x="2043236" y="7226779"/>
                  </a:lnTo>
                  <a:lnTo>
                    <a:pt x="1955669" y="7262260"/>
                  </a:lnTo>
                  <a:lnTo>
                    <a:pt x="1869291" y="7293384"/>
                  </a:lnTo>
                  <a:lnTo>
                    <a:pt x="1786567" y="7320069"/>
                  </a:lnTo>
                  <a:lnTo>
                    <a:pt x="1710110" y="7342286"/>
                  </a:lnTo>
                  <a:lnTo>
                    <a:pt x="1642403" y="7360106"/>
                  </a:lnTo>
                  <a:lnTo>
                    <a:pt x="1585470" y="7373742"/>
                  </a:lnTo>
                  <a:lnTo>
                    <a:pt x="1540585" y="7383565"/>
                  </a:lnTo>
                  <a:lnTo>
                    <a:pt x="1508044" y="7390093"/>
                  </a:lnTo>
                  <a:lnTo>
                    <a:pt x="1487088" y="7393957"/>
                  </a:lnTo>
                  <a:lnTo>
                    <a:pt x="1475927" y="7395854"/>
                  </a:lnTo>
                  <a:lnTo>
                    <a:pt x="1471861" y="7396493"/>
                  </a:lnTo>
                  <a:lnTo>
                    <a:pt x="1471387" y="7396563"/>
                  </a:lnTo>
                  <a:lnTo>
                    <a:pt x="0" y="7396563"/>
                  </a:lnTo>
                  <a:close/>
                </a:path>
              </a:pathLst>
            </a:custGeom>
            <a:solidFill>
              <a:srgbClr val="7DD8AC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2121" name="pl2121"/>
            <p:cNvSpPr/>
            <p:nvPr/>
          </p:nvSpPr>
          <p:spPr>
            <a:xfrm>
              <a:off x="4799595" y="3606706"/>
              <a:ext cx="11981298" cy="7396563"/>
            </a:xfrm>
            <a:custGeom>
              <a:avLst/>
              <a:pathLst>
                <a:path w="11981298" h="7396563">
                  <a:moveTo>
                    <a:pt x="0" y="7396563"/>
                  </a:moveTo>
                  <a:lnTo>
                    <a:pt x="1471387" y="7396563"/>
                  </a:lnTo>
                  <a:lnTo>
                    <a:pt x="1472117" y="7396455"/>
                  </a:lnTo>
                  <a:lnTo>
                    <a:pt x="1476959" y="7395686"/>
                  </a:lnTo>
                  <a:lnTo>
                    <a:pt x="1489312" y="7393563"/>
                  </a:lnTo>
                  <a:lnTo>
                    <a:pt x="1511760" y="7389377"/>
                  </a:lnTo>
                  <a:lnTo>
                    <a:pt x="1545957" y="7382436"/>
                  </a:lnTo>
                  <a:lnTo>
                    <a:pt x="1592521" y="7372122"/>
                  </a:lnTo>
                  <a:lnTo>
                    <a:pt x="1651012" y="7357935"/>
                  </a:lnTo>
                  <a:lnTo>
                    <a:pt x="1720042" y="7339527"/>
                  </a:lnTo>
                  <a:lnTo>
                    <a:pt x="1797502" y="7316704"/>
                  </a:lnTo>
                  <a:lnTo>
                    <a:pt x="1880876" y="7289413"/>
                  </a:lnTo>
                  <a:lnTo>
                    <a:pt x="1967555" y="7257691"/>
                  </a:lnTo>
                  <a:lnTo>
                    <a:pt x="2055110" y="7221623"/>
                  </a:lnTo>
                  <a:lnTo>
                    <a:pt x="2141482" y="7181286"/>
                  </a:lnTo>
                  <a:lnTo>
                    <a:pt x="2225074" y="7136701"/>
                  </a:lnTo>
                  <a:lnTo>
                    <a:pt x="2304763" y="7087810"/>
                  </a:lnTo>
                  <a:lnTo>
                    <a:pt x="2379866" y="7034448"/>
                  </a:lnTo>
                  <a:lnTo>
                    <a:pt x="2450069" y="6976334"/>
                  </a:lnTo>
                  <a:lnTo>
                    <a:pt x="2515342" y="6913073"/>
                  </a:lnTo>
                  <a:lnTo>
                    <a:pt x="2575870" y="6844152"/>
                  </a:lnTo>
                  <a:lnTo>
                    <a:pt x="2631983" y="6768956"/>
                  </a:lnTo>
                  <a:lnTo>
                    <a:pt x="2684105" y="6686783"/>
                  </a:lnTo>
                  <a:lnTo>
                    <a:pt x="2732714" y="6596872"/>
                  </a:lnTo>
                  <a:lnTo>
                    <a:pt x="2778307" y="6498446"/>
                  </a:lnTo>
                  <a:lnTo>
                    <a:pt x="2821380" y="6390788"/>
                  </a:lnTo>
                  <a:lnTo>
                    <a:pt x="2862405" y="6273345"/>
                  </a:lnTo>
                  <a:lnTo>
                    <a:pt x="2896531" y="6163802"/>
                  </a:lnTo>
                  <a:lnTo>
                    <a:pt x="2921068" y="6078242"/>
                  </a:lnTo>
                  <a:lnTo>
                    <a:pt x="2945163" y="5988590"/>
                  </a:lnTo>
                  <a:lnTo>
                    <a:pt x="2968895" y="5894773"/>
                  </a:lnTo>
                  <a:lnTo>
                    <a:pt x="2992332" y="5796739"/>
                  </a:lnTo>
                  <a:lnTo>
                    <a:pt x="3015534" y="5694467"/>
                  </a:lnTo>
                  <a:lnTo>
                    <a:pt x="3038553" y="5587967"/>
                  </a:lnTo>
                  <a:lnTo>
                    <a:pt x="3061433" y="5477278"/>
                  </a:lnTo>
                  <a:lnTo>
                    <a:pt x="3084212" y="5362478"/>
                  </a:lnTo>
                  <a:lnTo>
                    <a:pt x="3106922" y="5243677"/>
                  </a:lnTo>
                  <a:lnTo>
                    <a:pt x="3129590" y="5121022"/>
                  </a:lnTo>
                  <a:lnTo>
                    <a:pt x="3152236" y="4994699"/>
                  </a:lnTo>
                  <a:lnTo>
                    <a:pt x="3174877" y="4864929"/>
                  </a:lnTo>
                  <a:lnTo>
                    <a:pt x="3197526" y="4731970"/>
                  </a:lnTo>
                  <a:lnTo>
                    <a:pt x="3220191" y="4596116"/>
                  </a:lnTo>
                  <a:lnTo>
                    <a:pt x="3242876" y="4457692"/>
                  </a:lnTo>
                  <a:lnTo>
                    <a:pt x="3265585" y="4317055"/>
                  </a:lnTo>
                  <a:lnTo>
                    <a:pt x="3288314" y="4174585"/>
                  </a:lnTo>
                  <a:lnTo>
                    <a:pt x="3311063" y="4030689"/>
                  </a:lnTo>
                  <a:lnTo>
                    <a:pt x="3333826" y="3885787"/>
                  </a:lnTo>
                  <a:lnTo>
                    <a:pt x="3356597" y="3740315"/>
                  </a:lnTo>
                  <a:lnTo>
                    <a:pt x="3379371" y="3594715"/>
                  </a:lnTo>
                  <a:lnTo>
                    <a:pt x="3402139" y="3449430"/>
                  </a:lnTo>
                  <a:lnTo>
                    <a:pt x="3424897" y="3304901"/>
                  </a:lnTo>
                  <a:lnTo>
                    <a:pt x="3447638" y="3161557"/>
                  </a:lnTo>
                  <a:lnTo>
                    <a:pt x="3470359" y="3019814"/>
                  </a:lnTo>
                  <a:lnTo>
                    <a:pt x="3493058" y="2880067"/>
                  </a:lnTo>
                  <a:lnTo>
                    <a:pt x="3515734" y="2742688"/>
                  </a:lnTo>
                  <a:lnTo>
                    <a:pt x="3538391" y="2608020"/>
                  </a:lnTo>
                  <a:lnTo>
                    <a:pt x="3561036" y="2476375"/>
                  </a:lnTo>
                  <a:lnTo>
                    <a:pt x="3583677" y="2348033"/>
                  </a:lnTo>
                  <a:lnTo>
                    <a:pt x="3606330" y="2223235"/>
                  </a:lnTo>
                  <a:lnTo>
                    <a:pt x="3629013" y="2102189"/>
                  </a:lnTo>
                  <a:lnTo>
                    <a:pt x="3651749" y="1985063"/>
                  </a:lnTo>
                  <a:lnTo>
                    <a:pt x="3674566" y="1871989"/>
                  </a:lnTo>
                  <a:lnTo>
                    <a:pt x="3697500" y="1763064"/>
                  </a:lnTo>
                  <a:lnTo>
                    <a:pt x="3720590" y="1658348"/>
                  </a:lnTo>
                  <a:lnTo>
                    <a:pt x="3743885" y="1557868"/>
                  </a:lnTo>
                  <a:lnTo>
                    <a:pt x="3767439" y="1461621"/>
                  </a:lnTo>
                  <a:lnTo>
                    <a:pt x="3791315" y="1369572"/>
                  </a:lnTo>
                  <a:lnTo>
                    <a:pt x="3815587" y="1281660"/>
                  </a:lnTo>
                  <a:lnTo>
                    <a:pt x="3829811" y="1232760"/>
                  </a:lnTo>
                  <a:lnTo>
                    <a:pt x="3869410" y="1106665"/>
                  </a:lnTo>
                  <a:lnTo>
                    <a:pt x="3910687" y="990574"/>
                  </a:lnTo>
                  <a:lnTo>
                    <a:pt x="3954074" y="884209"/>
                  </a:lnTo>
                  <a:lnTo>
                    <a:pt x="4000048" y="786985"/>
                  </a:lnTo>
                  <a:lnTo>
                    <a:pt x="4049105" y="698172"/>
                  </a:lnTo>
                  <a:lnTo>
                    <a:pt x="4101743" y="616991"/>
                  </a:lnTo>
                  <a:lnTo>
                    <a:pt x="4158433" y="542688"/>
                  </a:lnTo>
                  <a:lnTo>
                    <a:pt x="4219589" y="474570"/>
                  </a:lnTo>
                  <a:lnTo>
                    <a:pt x="4285525" y="412036"/>
                  </a:lnTo>
                  <a:lnTo>
                    <a:pt x="4356401" y="354589"/>
                  </a:lnTo>
                  <a:lnTo>
                    <a:pt x="4432154" y="301848"/>
                  </a:lnTo>
                  <a:lnTo>
                    <a:pt x="4512423" y="253550"/>
                  </a:lnTo>
                  <a:lnTo>
                    <a:pt x="4596468" y="209544"/>
                  </a:lnTo>
                  <a:lnTo>
                    <a:pt x="4683106" y="169784"/>
                  </a:lnTo>
                  <a:lnTo>
                    <a:pt x="4770673" y="134302"/>
                  </a:lnTo>
                  <a:lnTo>
                    <a:pt x="4857051" y="103178"/>
                  </a:lnTo>
                  <a:lnTo>
                    <a:pt x="4939775" y="76493"/>
                  </a:lnTo>
                  <a:lnTo>
                    <a:pt x="5016232" y="54277"/>
                  </a:lnTo>
                  <a:lnTo>
                    <a:pt x="5083939" y="36457"/>
                  </a:lnTo>
                  <a:lnTo>
                    <a:pt x="5140872" y="22821"/>
                  </a:lnTo>
                  <a:lnTo>
                    <a:pt x="5185758" y="12998"/>
                  </a:lnTo>
                  <a:lnTo>
                    <a:pt x="5218298" y="6470"/>
                  </a:lnTo>
                  <a:lnTo>
                    <a:pt x="5239254" y="2605"/>
                  </a:lnTo>
                  <a:lnTo>
                    <a:pt x="5250415" y="708"/>
                  </a:lnTo>
                  <a:lnTo>
                    <a:pt x="5254481" y="69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182" y="95"/>
                  </a:lnTo>
                  <a:lnTo>
                    <a:pt x="6732733" y="772"/>
                  </a:lnTo>
                  <a:lnTo>
                    <a:pt x="6746847" y="2643"/>
                  </a:lnTo>
                  <a:lnTo>
                    <a:pt x="6772377" y="6332"/>
                  </a:lnTo>
                  <a:lnTo>
                    <a:pt x="6811032" y="12437"/>
                  </a:lnTo>
                  <a:lnTo>
                    <a:pt x="6863257" y="21484"/>
                  </a:lnTo>
                  <a:lnTo>
                    <a:pt x="6928238" y="33878"/>
                  </a:lnTo>
                  <a:lnTo>
                    <a:pt x="7004083" y="49883"/>
                  </a:lnTo>
                  <a:lnTo>
                    <a:pt x="7088155" y="69621"/>
                  </a:lnTo>
                  <a:lnTo>
                    <a:pt x="7177472" y="93101"/>
                  </a:lnTo>
                  <a:lnTo>
                    <a:pt x="7269095" y="120267"/>
                  </a:lnTo>
                  <a:lnTo>
                    <a:pt x="7360422" y="151042"/>
                  </a:lnTo>
                  <a:lnTo>
                    <a:pt x="7449369" y="185382"/>
                  </a:lnTo>
                  <a:lnTo>
                    <a:pt x="7534431" y="223309"/>
                  </a:lnTo>
                  <a:lnTo>
                    <a:pt x="7614652" y="264933"/>
                  </a:lnTo>
                  <a:lnTo>
                    <a:pt x="7689549" y="310471"/>
                  </a:lnTo>
                  <a:lnTo>
                    <a:pt x="7759015" y="360245"/>
                  </a:lnTo>
                  <a:lnTo>
                    <a:pt x="7823217" y="414686"/>
                  </a:lnTo>
                  <a:lnTo>
                    <a:pt x="7882514" y="474322"/>
                  </a:lnTo>
                  <a:lnTo>
                    <a:pt x="7937385" y="539762"/>
                  </a:lnTo>
                  <a:lnTo>
                    <a:pt x="7988376" y="611674"/>
                  </a:lnTo>
                  <a:lnTo>
                    <a:pt x="8036062" y="690739"/>
                  </a:lnTo>
                  <a:lnTo>
                    <a:pt x="8081012" y="777586"/>
                  </a:lnTo>
                  <a:lnTo>
                    <a:pt x="8123766" y="872679"/>
                  </a:lnTo>
                  <a:lnTo>
                    <a:pt x="8151487" y="941256"/>
                  </a:lnTo>
                  <a:lnTo>
                    <a:pt x="8179360" y="1015807"/>
                  </a:lnTo>
                  <a:lnTo>
                    <a:pt x="8206676" y="1094410"/>
                  </a:lnTo>
                  <a:lnTo>
                    <a:pt x="8233547" y="1177144"/>
                  </a:lnTo>
                  <a:lnTo>
                    <a:pt x="8260070" y="1264055"/>
                  </a:lnTo>
                  <a:lnTo>
                    <a:pt x="8286326" y="1355150"/>
                  </a:lnTo>
                  <a:lnTo>
                    <a:pt x="8312386" y="1450398"/>
                  </a:lnTo>
                  <a:lnTo>
                    <a:pt x="8338307" y="1549722"/>
                  </a:lnTo>
                  <a:lnTo>
                    <a:pt x="8364137" y="1653003"/>
                  </a:lnTo>
                  <a:lnTo>
                    <a:pt x="8389915" y="1760073"/>
                  </a:lnTo>
                  <a:lnTo>
                    <a:pt x="8415670" y="1870718"/>
                  </a:lnTo>
                  <a:lnTo>
                    <a:pt x="8441426" y="1984675"/>
                  </a:lnTo>
                  <a:lnTo>
                    <a:pt x="8467198" y="2101637"/>
                  </a:lnTo>
                  <a:lnTo>
                    <a:pt x="8492995" y="2221253"/>
                  </a:lnTo>
                  <a:lnTo>
                    <a:pt x="8518820" y="2343132"/>
                  </a:lnTo>
                  <a:lnTo>
                    <a:pt x="8544674" y="2466850"/>
                  </a:lnTo>
                  <a:lnTo>
                    <a:pt x="8570552" y="2591953"/>
                  </a:lnTo>
                  <a:lnTo>
                    <a:pt x="8596447" y="2717963"/>
                  </a:lnTo>
                  <a:lnTo>
                    <a:pt x="8622350" y="2844390"/>
                  </a:lnTo>
                  <a:lnTo>
                    <a:pt x="8648251" y="2970735"/>
                  </a:lnTo>
                  <a:lnTo>
                    <a:pt x="8674141" y="3096503"/>
                  </a:lnTo>
                  <a:lnTo>
                    <a:pt x="8700012" y="3221205"/>
                  </a:lnTo>
                  <a:lnTo>
                    <a:pt x="8725857" y="3344373"/>
                  </a:lnTo>
                  <a:lnTo>
                    <a:pt x="8751673" y="3465559"/>
                  </a:lnTo>
                  <a:lnTo>
                    <a:pt x="8777461" y="3584351"/>
                  </a:lnTo>
                  <a:lnTo>
                    <a:pt x="8803226" y="3700370"/>
                  </a:lnTo>
                  <a:lnTo>
                    <a:pt x="8828980" y="3813278"/>
                  </a:lnTo>
                  <a:lnTo>
                    <a:pt x="8854740" y="3922784"/>
                  </a:lnTo>
                  <a:lnTo>
                    <a:pt x="8880531" y="4028640"/>
                  </a:lnTo>
                  <a:lnTo>
                    <a:pt x="8906386" y="4130646"/>
                  </a:lnTo>
                  <a:lnTo>
                    <a:pt x="8932347" y="4228653"/>
                  </a:lnTo>
                  <a:lnTo>
                    <a:pt x="8958463" y="4322552"/>
                  </a:lnTo>
                  <a:lnTo>
                    <a:pt x="8984799" y="4412285"/>
                  </a:lnTo>
                  <a:lnTo>
                    <a:pt x="9011425" y="4497831"/>
                  </a:lnTo>
                  <a:lnTo>
                    <a:pt x="9038430" y="4579211"/>
                  </a:lnTo>
                  <a:lnTo>
                    <a:pt x="9065915" y="4656483"/>
                  </a:lnTo>
                  <a:lnTo>
                    <a:pt x="9084767" y="4706284"/>
                  </a:lnTo>
                  <a:lnTo>
                    <a:pt x="9126319" y="4807022"/>
                  </a:lnTo>
                  <a:lnTo>
                    <a:pt x="9169737" y="4899371"/>
                  </a:lnTo>
                  <a:lnTo>
                    <a:pt x="9215525" y="4983601"/>
                  </a:lnTo>
                  <a:lnTo>
                    <a:pt x="9264232" y="5060243"/>
                  </a:lnTo>
                  <a:lnTo>
                    <a:pt x="9316435" y="5129954"/>
                  </a:lnTo>
                  <a:lnTo>
                    <a:pt x="9372702" y="5193416"/>
                  </a:lnTo>
                  <a:lnTo>
                    <a:pt x="9433562" y="5251281"/>
                  </a:lnTo>
                  <a:lnTo>
                    <a:pt x="9499461" y="5304136"/>
                  </a:lnTo>
                  <a:lnTo>
                    <a:pt x="9570704" y="5352476"/>
                  </a:lnTo>
                  <a:lnTo>
                    <a:pt x="9647378" y="5396698"/>
                  </a:lnTo>
                  <a:lnTo>
                    <a:pt x="9729263" y="5437089"/>
                  </a:lnTo>
                  <a:lnTo>
                    <a:pt x="9815732" y="5473831"/>
                  </a:lnTo>
                  <a:lnTo>
                    <a:pt x="9905656" y="5507002"/>
                  </a:lnTo>
                  <a:lnTo>
                    <a:pt x="9997337" y="5536598"/>
                  </a:lnTo>
                  <a:lnTo>
                    <a:pt x="10088511" y="5562562"/>
                  </a:lnTo>
                  <a:lnTo>
                    <a:pt x="10176439" y="5584817"/>
                  </a:lnTo>
                  <a:lnTo>
                    <a:pt x="10258129" y="5603323"/>
                  </a:lnTo>
                  <a:lnTo>
                    <a:pt x="10330668" y="5618122"/>
                  </a:lnTo>
                  <a:lnTo>
                    <a:pt x="10391620" y="5629380"/>
                  </a:lnTo>
                  <a:lnTo>
                    <a:pt x="10439419" y="5637410"/>
                  </a:lnTo>
                  <a:lnTo>
                    <a:pt x="10473651" y="5642659"/>
                  </a:lnTo>
                  <a:lnTo>
                    <a:pt x="10495184" y="5645683"/>
                  </a:lnTo>
                  <a:lnTo>
                    <a:pt x="10506119" y="5647092"/>
                  </a:lnTo>
                  <a:lnTo>
                    <a:pt x="10509652" y="5647513"/>
                  </a:lnTo>
                  <a:lnTo>
                    <a:pt x="10509911" y="5647541"/>
                  </a:lnTo>
                  <a:lnTo>
                    <a:pt x="11981298" y="564754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22" name="pl2122"/>
            <p:cNvSpPr/>
            <p:nvPr/>
          </p:nvSpPr>
          <p:spPr>
            <a:xfrm>
              <a:off x="4799595" y="3598533"/>
              <a:ext cx="11981298" cy="7396563"/>
            </a:xfrm>
            <a:custGeom>
              <a:avLst/>
              <a:pathLst>
                <a:path w="11981298" h="7396563">
                  <a:moveTo>
                    <a:pt x="11981298" y="5647541"/>
                  </a:moveTo>
                  <a:lnTo>
                    <a:pt x="10509911" y="5647541"/>
                  </a:lnTo>
                  <a:lnTo>
                    <a:pt x="10509071" y="5647446"/>
                  </a:lnTo>
                  <a:lnTo>
                    <a:pt x="10503520" y="5646769"/>
                  </a:lnTo>
                  <a:lnTo>
                    <a:pt x="10489407" y="5644898"/>
                  </a:lnTo>
                  <a:lnTo>
                    <a:pt x="10463877" y="5641209"/>
                  </a:lnTo>
                  <a:lnTo>
                    <a:pt x="10425221" y="5635104"/>
                  </a:lnTo>
                  <a:lnTo>
                    <a:pt x="10372996" y="5626057"/>
                  </a:lnTo>
                  <a:lnTo>
                    <a:pt x="10308016" y="5613663"/>
                  </a:lnTo>
                  <a:lnTo>
                    <a:pt x="10232170" y="5597658"/>
                  </a:lnTo>
                  <a:lnTo>
                    <a:pt x="10148098" y="5577920"/>
                  </a:lnTo>
                  <a:lnTo>
                    <a:pt x="10058781" y="5554440"/>
                  </a:lnTo>
                  <a:lnTo>
                    <a:pt x="9967159" y="5527274"/>
                  </a:lnTo>
                  <a:lnTo>
                    <a:pt x="9875832" y="5496499"/>
                  </a:lnTo>
                  <a:lnTo>
                    <a:pt x="9786884" y="5462159"/>
                  </a:lnTo>
                  <a:lnTo>
                    <a:pt x="9701822" y="5424232"/>
                  </a:lnTo>
                  <a:lnTo>
                    <a:pt x="9621601" y="5382608"/>
                  </a:lnTo>
                  <a:lnTo>
                    <a:pt x="9546704" y="5337070"/>
                  </a:lnTo>
                  <a:lnTo>
                    <a:pt x="9477239" y="5287295"/>
                  </a:lnTo>
                  <a:lnTo>
                    <a:pt x="9413036" y="5232854"/>
                  </a:lnTo>
                  <a:lnTo>
                    <a:pt x="9353739" y="5173219"/>
                  </a:lnTo>
                  <a:lnTo>
                    <a:pt x="9298868" y="5107779"/>
                  </a:lnTo>
                  <a:lnTo>
                    <a:pt x="9247877" y="5035867"/>
                  </a:lnTo>
                  <a:lnTo>
                    <a:pt x="9200191" y="4956801"/>
                  </a:lnTo>
                  <a:lnTo>
                    <a:pt x="9155241" y="4869955"/>
                  </a:lnTo>
                  <a:lnTo>
                    <a:pt x="9112488" y="4774862"/>
                  </a:lnTo>
                  <a:lnTo>
                    <a:pt x="9084767" y="4706284"/>
                  </a:lnTo>
                  <a:lnTo>
                    <a:pt x="9056893" y="4631734"/>
                  </a:lnTo>
                  <a:lnTo>
                    <a:pt x="9029577" y="4553131"/>
                  </a:lnTo>
                  <a:lnTo>
                    <a:pt x="9002706" y="4470397"/>
                  </a:lnTo>
                  <a:lnTo>
                    <a:pt x="8976183" y="4383486"/>
                  </a:lnTo>
                  <a:lnTo>
                    <a:pt x="8949927" y="4292391"/>
                  </a:lnTo>
                  <a:lnTo>
                    <a:pt x="8923867" y="4197143"/>
                  </a:lnTo>
                  <a:lnTo>
                    <a:pt x="8897946" y="4097819"/>
                  </a:lnTo>
                  <a:lnTo>
                    <a:pt x="8872116" y="3994538"/>
                  </a:lnTo>
                  <a:lnTo>
                    <a:pt x="8846339" y="3887468"/>
                  </a:lnTo>
                  <a:lnTo>
                    <a:pt x="8820583" y="3776823"/>
                  </a:lnTo>
                  <a:lnTo>
                    <a:pt x="8794827" y="3662866"/>
                  </a:lnTo>
                  <a:lnTo>
                    <a:pt x="8769055" y="3545904"/>
                  </a:lnTo>
                  <a:lnTo>
                    <a:pt x="8743259" y="3426288"/>
                  </a:lnTo>
                  <a:lnTo>
                    <a:pt x="8717433" y="3304408"/>
                  </a:lnTo>
                  <a:lnTo>
                    <a:pt x="8691579" y="3180690"/>
                  </a:lnTo>
                  <a:lnTo>
                    <a:pt x="8665701" y="3055588"/>
                  </a:lnTo>
                  <a:lnTo>
                    <a:pt x="8639806" y="2929578"/>
                  </a:lnTo>
                  <a:lnTo>
                    <a:pt x="8613903" y="2803151"/>
                  </a:lnTo>
                  <a:lnTo>
                    <a:pt x="8588002" y="2676806"/>
                  </a:lnTo>
                  <a:lnTo>
                    <a:pt x="8562112" y="2551038"/>
                  </a:lnTo>
                  <a:lnTo>
                    <a:pt x="8536241" y="2426336"/>
                  </a:lnTo>
                  <a:lnTo>
                    <a:pt x="8510396" y="2303168"/>
                  </a:lnTo>
                  <a:lnTo>
                    <a:pt x="8484580" y="2181981"/>
                  </a:lnTo>
                  <a:lnTo>
                    <a:pt x="8458792" y="2063190"/>
                  </a:lnTo>
                  <a:lnTo>
                    <a:pt x="8433027" y="1947171"/>
                  </a:lnTo>
                  <a:lnTo>
                    <a:pt x="8407273" y="1834263"/>
                  </a:lnTo>
                  <a:lnTo>
                    <a:pt x="8381513" y="1724757"/>
                  </a:lnTo>
                  <a:lnTo>
                    <a:pt x="8355722" y="1618901"/>
                  </a:lnTo>
                  <a:lnTo>
                    <a:pt x="8329867" y="1516894"/>
                  </a:lnTo>
                  <a:lnTo>
                    <a:pt x="8303907" y="1418888"/>
                  </a:lnTo>
                  <a:lnTo>
                    <a:pt x="8277790" y="1324988"/>
                  </a:lnTo>
                  <a:lnTo>
                    <a:pt x="8251455" y="1235256"/>
                  </a:lnTo>
                  <a:lnTo>
                    <a:pt x="8224828" y="1149710"/>
                  </a:lnTo>
                  <a:lnTo>
                    <a:pt x="8197823" y="1068330"/>
                  </a:lnTo>
                  <a:lnTo>
                    <a:pt x="8170339" y="991058"/>
                  </a:lnTo>
                  <a:lnTo>
                    <a:pt x="8151487" y="941256"/>
                  </a:lnTo>
                  <a:lnTo>
                    <a:pt x="8109934" y="840519"/>
                  </a:lnTo>
                  <a:lnTo>
                    <a:pt x="8066516" y="748170"/>
                  </a:lnTo>
                  <a:lnTo>
                    <a:pt x="8020729" y="663940"/>
                  </a:lnTo>
                  <a:lnTo>
                    <a:pt x="7972021" y="587298"/>
                  </a:lnTo>
                  <a:lnTo>
                    <a:pt x="7919818" y="517587"/>
                  </a:lnTo>
                  <a:lnTo>
                    <a:pt x="7863551" y="454125"/>
                  </a:lnTo>
                  <a:lnTo>
                    <a:pt x="7802691" y="396260"/>
                  </a:lnTo>
                  <a:lnTo>
                    <a:pt x="7736792" y="343405"/>
                  </a:lnTo>
                  <a:lnTo>
                    <a:pt x="7665549" y="295065"/>
                  </a:lnTo>
                  <a:lnTo>
                    <a:pt x="7588876" y="250843"/>
                  </a:lnTo>
                  <a:lnTo>
                    <a:pt x="7506990" y="210451"/>
                  </a:lnTo>
                  <a:lnTo>
                    <a:pt x="7420521" y="173710"/>
                  </a:lnTo>
                  <a:lnTo>
                    <a:pt x="7330597" y="140539"/>
                  </a:lnTo>
                  <a:lnTo>
                    <a:pt x="7238916" y="110942"/>
                  </a:lnTo>
                  <a:lnTo>
                    <a:pt x="7147743" y="84979"/>
                  </a:lnTo>
                  <a:lnTo>
                    <a:pt x="7059815" y="62724"/>
                  </a:lnTo>
                  <a:lnTo>
                    <a:pt x="6978124" y="44218"/>
                  </a:lnTo>
                  <a:lnTo>
                    <a:pt x="6905585" y="29419"/>
                  </a:lnTo>
                  <a:lnTo>
                    <a:pt x="6844633" y="18160"/>
                  </a:lnTo>
                  <a:lnTo>
                    <a:pt x="6796834" y="10131"/>
                  </a:lnTo>
                  <a:lnTo>
                    <a:pt x="6762602" y="4882"/>
                  </a:lnTo>
                  <a:lnTo>
                    <a:pt x="6741069" y="1858"/>
                  </a:lnTo>
                  <a:lnTo>
                    <a:pt x="6730134" y="448"/>
                  </a:lnTo>
                  <a:lnTo>
                    <a:pt x="6726601" y="28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225" y="108"/>
                  </a:lnTo>
                  <a:lnTo>
                    <a:pt x="5249383" y="877"/>
                  </a:lnTo>
                  <a:lnTo>
                    <a:pt x="5237030" y="2999"/>
                  </a:lnTo>
                  <a:lnTo>
                    <a:pt x="5214583" y="7186"/>
                  </a:lnTo>
                  <a:lnTo>
                    <a:pt x="5180385" y="14127"/>
                  </a:lnTo>
                  <a:lnTo>
                    <a:pt x="5133821" y="24441"/>
                  </a:lnTo>
                  <a:lnTo>
                    <a:pt x="5075330" y="38627"/>
                  </a:lnTo>
                  <a:lnTo>
                    <a:pt x="5006300" y="57036"/>
                  </a:lnTo>
                  <a:lnTo>
                    <a:pt x="4928840" y="79858"/>
                  </a:lnTo>
                  <a:lnTo>
                    <a:pt x="4845466" y="107150"/>
                  </a:lnTo>
                  <a:lnTo>
                    <a:pt x="4758787" y="138872"/>
                  </a:lnTo>
                  <a:lnTo>
                    <a:pt x="4671232" y="174939"/>
                  </a:lnTo>
                  <a:lnTo>
                    <a:pt x="4584860" y="215277"/>
                  </a:lnTo>
                  <a:lnTo>
                    <a:pt x="4501269" y="259861"/>
                  </a:lnTo>
                  <a:lnTo>
                    <a:pt x="4421579" y="308752"/>
                  </a:lnTo>
                  <a:lnTo>
                    <a:pt x="4346476" y="362115"/>
                  </a:lnTo>
                  <a:lnTo>
                    <a:pt x="4276273" y="420228"/>
                  </a:lnTo>
                  <a:lnTo>
                    <a:pt x="4211000" y="483490"/>
                  </a:lnTo>
                  <a:lnTo>
                    <a:pt x="4150472" y="552411"/>
                  </a:lnTo>
                  <a:lnTo>
                    <a:pt x="4094359" y="627607"/>
                  </a:lnTo>
                  <a:lnTo>
                    <a:pt x="4042237" y="709779"/>
                  </a:lnTo>
                  <a:lnTo>
                    <a:pt x="3993628" y="799691"/>
                  </a:lnTo>
                  <a:lnTo>
                    <a:pt x="3948035" y="898116"/>
                  </a:lnTo>
                  <a:lnTo>
                    <a:pt x="3904962" y="1005774"/>
                  </a:lnTo>
                  <a:lnTo>
                    <a:pt x="3863937" y="1123217"/>
                  </a:lnTo>
                  <a:lnTo>
                    <a:pt x="3829811" y="1232760"/>
                  </a:lnTo>
                  <a:lnTo>
                    <a:pt x="3805274" y="1318321"/>
                  </a:lnTo>
                  <a:lnTo>
                    <a:pt x="3781179" y="1407972"/>
                  </a:lnTo>
                  <a:lnTo>
                    <a:pt x="3757447" y="1501790"/>
                  </a:lnTo>
                  <a:lnTo>
                    <a:pt x="3734010" y="1599824"/>
                  </a:lnTo>
                  <a:lnTo>
                    <a:pt x="3710808" y="1702095"/>
                  </a:lnTo>
                  <a:lnTo>
                    <a:pt x="3687789" y="1808596"/>
                  </a:lnTo>
                  <a:lnTo>
                    <a:pt x="3664909" y="1919284"/>
                  </a:lnTo>
                  <a:lnTo>
                    <a:pt x="3642130" y="2034084"/>
                  </a:lnTo>
                  <a:lnTo>
                    <a:pt x="3619420" y="2152886"/>
                  </a:lnTo>
                  <a:lnTo>
                    <a:pt x="3596752" y="2275541"/>
                  </a:lnTo>
                  <a:lnTo>
                    <a:pt x="3574106" y="2401864"/>
                  </a:lnTo>
                  <a:lnTo>
                    <a:pt x="3551465" y="2531634"/>
                  </a:lnTo>
                  <a:lnTo>
                    <a:pt x="3528816" y="2664592"/>
                  </a:lnTo>
                  <a:lnTo>
                    <a:pt x="3506151" y="2800446"/>
                  </a:lnTo>
                  <a:lnTo>
                    <a:pt x="3483466" y="2938870"/>
                  </a:lnTo>
                  <a:lnTo>
                    <a:pt x="3460758" y="3079508"/>
                  </a:lnTo>
                  <a:lnTo>
                    <a:pt x="3438028" y="3221977"/>
                  </a:lnTo>
                  <a:lnTo>
                    <a:pt x="3415279" y="3365874"/>
                  </a:lnTo>
                  <a:lnTo>
                    <a:pt x="3392516" y="3510776"/>
                  </a:lnTo>
                  <a:lnTo>
                    <a:pt x="3369745" y="3656247"/>
                  </a:lnTo>
                  <a:lnTo>
                    <a:pt x="3346971" y="3801847"/>
                  </a:lnTo>
                  <a:lnTo>
                    <a:pt x="3324203" y="3947132"/>
                  </a:lnTo>
                  <a:lnTo>
                    <a:pt x="3301445" y="4091661"/>
                  </a:lnTo>
                  <a:lnTo>
                    <a:pt x="3278704" y="4235005"/>
                  </a:lnTo>
                  <a:lnTo>
                    <a:pt x="3255983" y="4376749"/>
                  </a:lnTo>
                  <a:lnTo>
                    <a:pt x="3233285" y="4516496"/>
                  </a:lnTo>
                  <a:lnTo>
                    <a:pt x="3210608" y="4653875"/>
                  </a:lnTo>
                  <a:lnTo>
                    <a:pt x="3187951" y="4788543"/>
                  </a:lnTo>
                  <a:lnTo>
                    <a:pt x="3165306" y="4920187"/>
                  </a:lnTo>
                  <a:lnTo>
                    <a:pt x="3142665" y="5048530"/>
                  </a:lnTo>
                  <a:lnTo>
                    <a:pt x="3120012" y="5173327"/>
                  </a:lnTo>
                  <a:lnTo>
                    <a:pt x="3097329" y="5294374"/>
                  </a:lnTo>
                  <a:lnTo>
                    <a:pt x="3074593" y="5411500"/>
                  </a:lnTo>
                  <a:lnTo>
                    <a:pt x="3051776" y="5524573"/>
                  </a:lnTo>
                  <a:lnTo>
                    <a:pt x="3028842" y="5633498"/>
                  </a:lnTo>
                  <a:lnTo>
                    <a:pt x="3005752" y="5738215"/>
                  </a:lnTo>
                  <a:lnTo>
                    <a:pt x="2982457" y="5838694"/>
                  </a:lnTo>
                  <a:lnTo>
                    <a:pt x="2958903" y="5934942"/>
                  </a:lnTo>
                  <a:lnTo>
                    <a:pt x="2935027" y="6026991"/>
                  </a:lnTo>
                  <a:lnTo>
                    <a:pt x="2910755" y="6114902"/>
                  </a:lnTo>
                  <a:lnTo>
                    <a:pt x="2896531" y="6163802"/>
                  </a:lnTo>
                  <a:lnTo>
                    <a:pt x="2856932" y="6289898"/>
                  </a:lnTo>
                  <a:lnTo>
                    <a:pt x="2815655" y="6405988"/>
                  </a:lnTo>
                  <a:lnTo>
                    <a:pt x="2772268" y="6512354"/>
                  </a:lnTo>
                  <a:lnTo>
                    <a:pt x="2726294" y="6609577"/>
                  </a:lnTo>
                  <a:lnTo>
                    <a:pt x="2677237" y="6698391"/>
                  </a:lnTo>
                  <a:lnTo>
                    <a:pt x="2624599" y="6779571"/>
                  </a:lnTo>
                  <a:lnTo>
                    <a:pt x="2567909" y="6853874"/>
                  </a:lnTo>
                  <a:lnTo>
                    <a:pt x="2506753" y="6921992"/>
                  </a:lnTo>
                  <a:lnTo>
                    <a:pt x="2440817" y="6984527"/>
                  </a:lnTo>
                  <a:lnTo>
                    <a:pt x="2369941" y="7041973"/>
                  </a:lnTo>
                  <a:lnTo>
                    <a:pt x="2294188" y="7094714"/>
                  </a:lnTo>
                  <a:lnTo>
                    <a:pt x="2213919" y="7143013"/>
                  </a:lnTo>
                  <a:lnTo>
                    <a:pt x="2129874" y="7187018"/>
                  </a:lnTo>
                  <a:lnTo>
                    <a:pt x="2043236" y="7226779"/>
                  </a:lnTo>
                  <a:lnTo>
                    <a:pt x="1955669" y="7262260"/>
                  </a:lnTo>
                  <a:lnTo>
                    <a:pt x="1869291" y="7293384"/>
                  </a:lnTo>
                  <a:lnTo>
                    <a:pt x="1786567" y="7320069"/>
                  </a:lnTo>
                  <a:lnTo>
                    <a:pt x="1710110" y="7342286"/>
                  </a:lnTo>
                  <a:lnTo>
                    <a:pt x="1642403" y="7360106"/>
                  </a:lnTo>
                  <a:lnTo>
                    <a:pt x="1585470" y="7373742"/>
                  </a:lnTo>
                  <a:lnTo>
                    <a:pt x="1540585" y="7383565"/>
                  </a:lnTo>
                  <a:lnTo>
                    <a:pt x="1508044" y="7390093"/>
                  </a:lnTo>
                  <a:lnTo>
                    <a:pt x="1487088" y="7393957"/>
                  </a:lnTo>
                  <a:lnTo>
                    <a:pt x="1475927" y="7395854"/>
                  </a:lnTo>
                  <a:lnTo>
                    <a:pt x="1471861" y="7396493"/>
                  </a:lnTo>
                  <a:lnTo>
                    <a:pt x="1471387" y="7396563"/>
                  </a:lnTo>
                  <a:lnTo>
                    <a:pt x="0" y="739656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23" name="pg2123"/>
            <p:cNvSpPr/>
            <p:nvPr/>
          </p:nvSpPr>
          <p:spPr>
            <a:xfrm>
              <a:off x="4799595" y="6786002"/>
              <a:ext cx="11981298" cy="4249959"/>
            </a:xfrm>
            <a:custGeom>
              <a:avLst/>
              <a:pathLst>
                <a:path w="11981298" h="4249959">
                  <a:moveTo>
                    <a:pt x="0" y="4249959"/>
                  </a:moveTo>
                  <a:lnTo>
                    <a:pt x="1471387" y="4249959"/>
                  </a:lnTo>
                  <a:lnTo>
                    <a:pt x="1472315" y="4249879"/>
                  </a:lnTo>
                  <a:lnTo>
                    <a:pt x="1478440" y="4249315"/>
                  </a:lnTo>
                  <a:lnTo>
                    <a:pt x="1493972" y="4247757"/>
                  </a:lnTo>
                  <a:lnTo>
                    <a:pt x="1521968" y="4244686"/>
                  </a:lnTo>
                  <a:lnTo>
                    <a:pt x="1564154" y="4239608"/>
                  </a:lnTo>
                  <a:lnTo>
                    <a:pt x="1620800" y="4232103"/>
                  </a:lnTo>
                  <a:lnTo>
                    <a:pt x="1690758" y="4221854"/>
                  </a:lnTo>
                  <a:lnTo>
                    <a:pt x="1771715" y="4208668"/>
                  </a:lnTo>
                  <a:lnTo>
                    <a:pt x="1860611" y="4192472"/>
                  </a:lnTo>
                  <a:lnTo>
                    <a:pt x="1954121" y="4173277"/>
                  </a:lnTo>
                  <a:lnTo>
                    <a:pt x="2049082" y="4151141"/>
                  </a:lnTo>
                  <a:lnTo>
                    <a:pt x="2142811" y="4126121"/>
                  </a:lnTo>
                  <a:lnTo>
                    <a:pt x="2233251" y="4098235"/>
                  </a:lnTo>
                  <a:lnTo>
                    <a:pt x="2319006" y="4067435"/>
                  </a:lnTo>
                  <a:lnTo>
                    <a:pt x="2399274" y="4033588"/>
                  </a:lnTo>
                  <a:lnTo>
                    <a:pt x="2473742" y="3996469"/>
                  </a:lnTo>
                  <a:lnTo>
                    <a:pt x="2542467" y="3955763"/>
                  </a:lnTo>
                  <a:lnTo>
                    <a:pt x="2605764" y="3911064"/>
                  </a:lnTo>
                  <a:lnTo>
                    <a:pt x="2664121" y="3861889"/>
                  </a:lnTo>
                  <a:lnTo>
                    <a:pt x="2718119" y="3807698"/>
                  </a:lnTo>
                  <a:lnTo>
                    <a:pt x="2768388" y="3747922"/>
                  </a:lnTo>
                  <a:lnTo>
                    <a:pt x="2815565" y="3682019"/>
                  </a:lnTo>
                  <a:lnTo>
                    <a:pt x="2860257" y="3609559"/>
                  </a:lnTo>
                  <a:lnTo>
                    <a:pt x="2896531" y="3542994"/>
                  </a:lnTo>
                  <a:lnTo>
                    <a:pt x="2928296" y="3478844"/>
                  </a:lnTo>
                  <a:lnTo>
                    <a:pt x="2959355" y="3410717"/>
                  </a:lnTo>
                  <a:lnTo>
                    <a:pt x="2989873" y="3338533"/>
                  </a:lnTo>
                  <a:lnTo>
                    <a:pt x="3019984" y="3262256"/>
                  </a:lnTo>
                  <a:lnTo>
                    <a:pt x="3049800" y="3181899"/>
                  </a:lnTo>
                  <a:lnTo>
                    <a:pt x="3079415" y="3097527"/>
                  </a:lnTo>
                  <a:lnTo>
                    <a:pt x="3108902" y="3009266"/>
                  </a:lnTo>
                  <a:lnTo>
                    <a:pt x="3138321" y="2917296"/>
                  </a:lnTo>
                  <a:lnTo>
                    <a:pt x="3167715" y="2821862"/>
                  </a:lnTo>
                  <a:lnTo>
                    <a:pt x="3197115" y="2723265"/>
                  </a:lnTo>
                  <a:lnTo>
                    <a:pt x="3226542" y="2621866"/>
                  </a:lnTo>
                  <a:lnTo>
                    <a:pt x="3256004" y="2518079"/>
                  </a:lnTo>
                  <a:lnTo>
                    <a:pt x="3285504" y="2412363"/>
                  </a:lnTo>
                  <a:lnTo>
                    <a:pt x="3315037" y="2305221"/>
                  </a:lnTo>
                  <a:lnTo>
                    <a:pt x="3344591" y="2197180"/>
                  </a:lnTo>
                  <a:lnTo>
                    <a:pt x="3374155" y="2088789"/>
                  </a:lnTo>
                  <a:lnTo>
                    <a:pt x="3403714" y="1980606"/>
                  </a:lnTo>
                  <a:lnTo>
                    <a:pt x="3433253" y="1873181"/>
                  </a:lnTo>
                  <a:lnTo>
                    <a:pt x="3462762" y="1767050"/>
                  </a:lnTo>
                  <a:lnTo>
                    <a:pt x="3492234" y="1662721"/>
                  </a:lnTo>
                  <a:lnTo>
                    <a:pt x="3521669" y="1560667"/>
                  </a:lnTo>
                  <a:lnTo>
                    <a:pt x="3551075" y="1461314"/>
                  </a:lnTo>
                  <a:lnTo>
                    <a:pt x="3580468" y="1365035"/>
                  </a:lnTo>
                  <a:lnTo>
                    <a:pt x="3609877" y="1272150"/>
                  </a:lnTo>
                  <a:lnTo>
                    <a:pt x="3639341" y="1182916"/>
                  </a:lnTo>
                  <a:lnTo>
                    <a:pt x="3668917" y="1097531"/>
                  </a:lnTo>
                  <a:lnTo>
                    <a:pt x="3698673" y="1016134"/>
                  </a:lnTo>
                  <a:lnTo>
                    <a:pt x="3728699" y="938805"/>
                  </a:lnTo>
                  <a:lnTo>
                    <a:pt x="3759100" y="865571"/>
                  </a:lnTo>
                  <a:lnTo>
                    <a:pt x="3790006" y="796408"/>
                  </a:lnTo>
                  <a:lnTo>
                    <a:pt x="3821572" y="731246"/>
                  </a:lnTo>
                  <a:lnTo>
                    <a:pt x="3829811" y="715137"/>
                  </a:lnTo>
                  <a:lnTo>
                    <a:pt x="3872833" y="636968"/>
                  </a:lnTo>
                  <a:lnTo>
                    <a:pt x="3917870" y="565538"/>
                  </a:lnTo>
                  <a:lnTo>
                    <a:pt x="3965483" y="500612"/>
                  </a:lnTo>
                  <a:lnTo>
                    <a:pt x="4016285" y="441733"/>
                  </a:lnTo>
                  <a:lnTo>
                    <a:pt x="4070914" y="388352"/>
                  </a:lnTo>
                  <a:lnTo>
                    <a:pt x="4129996" y="339900"/>
                  </a:lnTo>
                  <a:lnTo>
                    <a:pt x="4194101" y="295846"/>
                  </a:lnTo>
                  <a:lnTo>
                    <a:pt x="4263696" y="255717"/>
                  </a:lnTo>
                  <a:lnTo>
                    <a:pt x="4339062" y="219122"/>
                  </a:lnTo>
                  <a:lnTo>
                    <a:pt x="4420206" y="185756"/>
                  </a:lnTo>
                  <a:lnTo>
                    <a:pt x="4506749" y="155411"/>
                  </a:lnTo>
                  <a:lnTo>
                    <a:pt x="4597803" y="127968"/>
                  </a:lnTo>
                  <a:lnTo>
                    <a:pt x="4691873" y="103390"/>
                  </a:lnTo>
                  <a:lnTo>
                    <a:pt x="4786800" y="81703"/>
                  </a:lnTo>
                  <a:lnTo>
                    <a:pt x="4879813" y="62967"/>
                  </a:lnTo>
                  <a:lnTo>
                    <a:pt x="4967702" y="47236"/>
                  </a:lnTo>
                  <a:lnTo>
                    <a:pt x="5047150" y="34510"/>
                  </a:lnTo>
                  <a:lnTo>
                    <a:pt x="5115183" y="24699"/>
                  </a:lnTo>
                  <a:lnTo>
                    <a:pt x="5169641" y="17592"/>
                  </a:lnTo>
                  <a:lnTo>
                    <a:pt x="5209586" y="12853"/>
                  </a:lnTo>
                  <a:lnTo>
                    <a:pt x="5235513" y="10048"/>
                  </a:lnTo>
                  <a:lnTo>
                    <a:pt x="5249366" y="8677"/>
                  </a:lnTo>
                  <a:lnTo>
                    <a:pt x="5254389" y="8220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273" y="8251"/>
                  </a:lnTo>
                  <a:lnTo>
                    <a:pt x="6733415" y="8811"/>
                  </a:lnTo>
                  <a:lnTo>
                    <a:pt x="6748986" y="10359"/>
                  </a:lnTo>
                  <a:lnTo>
                    <a:pt x="6777051" y="13409"/>
                  </a:lnTo>
                  <a:lnTo>
                    <a:pt x="6819335" y="18451"/>
                  </a:lnTo>
                  <a:lnTo>
                    <a:pt x="6876102" y="25904"/>
                  </a:lnTo>
                  <a:lnTo>
                    <a:pt x="6946196" y="36081"/>
                  </a:lnTo>
                  <a:lnTo>
                    <a:pt x="7027292" y="49171"/>
                  </a:lnTo>
                  <a:lnTo>
                    <a:pt x="7116318" y="65249"/>
                  </a:lnTo>
                  <a:lnTo>
                    <a:pt x="7209937" y="84302"/>
                  </a:lnTo>
                  <a:lnTo>
                    <a:pt x="7304985" y="106272"/>
                  </a:lnTo>
                  <a:lnTo>
                    <a:pt x="7398774" y="131103"/>
                  </a:lnTo>
                  <a:lnTo>
                    <a:pt x="7489250" y="158778"/>
                  </a:lnTo>
                  <a:lnTo>
                    <a:pt x="7575019" y="189345"/>
                  </a:lnTo>
                  <a:lnTo>
                    <a:pt x="7655284" y="222938"/>
                  </a:lnTo>
                  <a:lnTo>
                    <a:pt x="7729738" y="259780"/>
                  </a:lnTo>
                  <a:lnTo>
                    <a:pt x="7798441" y="300186"/>
                  </a:lnTo>
                  <a:lnTo>
                    <a:pt x="7861713" y="344562"/>
                  </a:lnTo>
                  <a:lnTo>
                    <a:pt x="7920044" y="393386"/>
                  </a:lnTo>
                  <a:lnTo>
                    <a:pt x="7974019" y="447198"/>
                  </a:lnTo>
                  <a:lnTo>
                    <a:pt x="8024271" y="506561"/>
                  </a:lnTo>
                  <a:lnTo>
                    <a:pt x="8071437" y="572011"/>
                  </a:lnTo>
                  <a:lnTo>
                    <a:pt x="8116125" y="643974"/>
                  </a:lnTo>
                  <a:lnTo>
                    <a:pt x="8151487" y="708326"/>
                  </a:lnTo>
                  <a:lnTo>
                    <a:pt x="8183388" y="772145"/>
                  </a:lnTo>
                  <a:lnTo>
                    <a:pt x="8214580" y="839936"/>
                  </a:lnTo>
                  <a:lnTo>
                    <a:pt x="8245226" y="911782"/>
                  </a:lnTo>
                  <a:lnTo>
                    <a:pt x="8275463" y="987716"/>
                  </a:lnTo>
                  <a:lnTo>
                    <a:pt x="8305405" y="1067727"/>
                  </a:lnTo>
                  <a:lnTo>
                    <a:pt x="8335145" y="1151745"/>
                  </a:lnTo>
                  <a:lnTo>
                    <a:pt x="8364759" y="1239645"/>
                  </a:lnTo>
                  <a:lnTo>
                    <a:pt x="8394304" y="1331244"/>
                  </a:lnTo>
                  <a:lnTo>
                    <a:pt x="8423826" y="1426295"/>
                  </a:lnTo>
                  <a:lnTo>
                    <a:pt x="8453356" y="1524492"/>
                  </a:lnTo>
                  <a:lnTo>
                    <a:pt x="8482913" y="1625471"/>
                  </a:lnTo>
                  <a:lnTo>
                    <a:pt x="8512506" y="1728815"/>
                  </a:lnTo>
                  <a:lnTo>
                    <a:pt x="8542137" y="1834060"/>
                  </a:lnTo>
                  <a:lnTo>
                    <a:pt x="8571800" y="1940702"/>
                  </a:lnTo>
                  <a:lnTo>
                    <a:pt x="8601485" y="2048207"/>
                  </a:lnTo>
                  <a:lnTo>
                    <a:pt x="8631178" y="2156026"/>
                  </a:lnTo>
                  <a:lnTo>
                    <a:pt x="8660864" y="2263599"/>
                  </a:lnTo>
                  <a:lnTo>
                    <a:pt x="8690531" y="2370374"/>
                  </a:lnTo>
                  <a:lnTo>
                    <a:pt x="8720166" y="2475815"/>
                  </a:lnTo>
                  <a:lnTo>
                    <a:pt x="8749764" y="2579415"/>
                  </a:lnTo>
                  <a:lnTo>
                    <a:pt x="8779325" y="2680703"/>
                  </a:lnTo>
                  <a:lnTo>
                    <a:pt x="8808857" y="2779257"/>
                  </a:lnTo>
                  <a:lnTo>
                    <a:pt x="8838378" y="2874706"/>
                  </a:lnTo>
                  <a:lnTo>
                    <a:pt x="8867919" y="2966736"/>
                  </a:lnTo>
                  <a:lnTo>
                    <a:pt x="8897522" y="3055095"/>
                  </a:lnTo>
                  <a:lnTo>
                    <a:pt x="8927243" y="3139590"/>
                  </a:lnTo>
                  <a:lnTo>
                    <a:pt x="8957156" y="3220090"/>
                  </a:lnTo>
                  <a:lnTo>
                    <a:pt x="8987352" y="3296519"/>
                  </a:lnTo>
                  <a:lnTo>
                    <a:pt x="9017941" y="3368858"/>
                  </a:lnTo>
                  <a:lnTo>
                    <a:pt x="9049059" y="3437137"/>
                  </a:lnTo>
                  <a:lnTo>
                    <a:pt x="9080865" y="3501430"/>
                  </a:lnTo>
                  <a:lnTo>
                    <a:pt x="9084767" y="3508940"/>
                  </a:lnTo>
                  <a:lnTo>
                    <a:pt x="9127828" y="3586424"/>
                  </a:lnTo>
                  <a:lnTo>
                    <a:pt x="9172910" y="3657220"/>
                  </a:lnTo>
                  <a:lnTo>
                    <a:pt x="9220572" y="3721565"/>
                  </a:lnTo>
                  <a:lnTo>
                    <a:pt x="9271432" y="3779912"/>
                  </a:lnTo>
                  <a:lnTo>
                    <a:pt x="9326128" y="3832806"/>
                  </a:lnTo>
                  <a:lnTo>
                    <a:pt x="9385287" y="3880811"/>
                  </a:lnTo>
                  <a:lnTo>
                    <a:pt x="9449482" y="3924456"/>
                  </a:lnTo>
                  <a:lnTo>
                    <a:pt x="9519179" y="3964210"/>
                  </a:lnTo>
                  <a:lnTo>
                    <a:pt x="9594658" y="4000460"/>
                  </a:lnTo>
                  <a:lnTo>
                    <a:pt x="9675925" y="4033507"/>
                  </a:lnTo>
                  <a:lnTo>
                    <a:pt x="9762595" y="4063559"/>
                  </a:lnTo>
                  <a:lnTo>
                    <a:pt x="9853772" y="4090733"/>
                  </a:lnTo>
                  <a:lnTo>
                    <a:pt x="9947950" y="4115064"/>
                  </a:lnTo>
                  <a:lnTo>
                    <a:pt x="10042958" y="4136526"/>
                  </a:lnTo>
                  <a:lnTo>
                    <a:pt x="10136009" y="4155059"/>
                  </a:lnTo>
                  <a:lnTo>
                    <a:pt x="10223881" y="4170611"/>
                  </a:lnTo>
                  <a:lnTo>
                    <a:pt x="10303251" y="4183181"/>
                  </a:lnTo>
                  <a:lnTo>
                    <a:pt x="10371143" y="4192862"/>
                  </a:lnTo>
                  <a:lnTo>
                    <a:pt x="10425411" y="4199865"/>
                  </a:lnTo>
                  <a:lnTo>
                    <a:pt x="10465134" y="4204524"/>
                  </a:lnTo>
                  <a:lnTo>
                    <a:pt x="10490838" y="4207274"/>
                  </a:lnTo>
                  <a:lnTo>
                    <a:pt x="10504495" y="4208610"/>
                  </a:lnTo>
                  <a:lnTo>
                    <a:pt x="10509385" y="4209050"/>
                  </a:lnTo>
                  <a:lnTo>
                    <a:pt x="10509911" y="4209094"/>
                  </a:lnTo>
                  <a:lnTo>
                    <a:pt x="11981298" y="4209094"/>
                  </a:lnTo>
                  <a:lnTo>
                    <a:pt x="11981298" y="4200921"/>
                  </a:lnTo>
                  <a:lnTo>
                    <a:pt x="10509911" y="4200921"/>
                  </a:lnTo>
                  <a:lnTo>
                    <a:pt x="10508980" y="4200842"/>
                  </a:lnTo>
                  <a:lnTo>
                    <a:pt x="10502839" y="4200282"/>
                  </a:lnTo>
                  <a:lnTo>
                    <a:pt x="10487267" y="4198734"/>
                  </a:lnTo>
                  <a:lnTo>
                    <a:pt x="10459203" y="4195684"/>
                  </a:lnTo>
                  <a:lnTo>
                    <a:pt x="10416919" y="4190642"/>
                  </a:lnTo>
                  <a:lnTo>
                    <a:pt x="10360151" y="4183189"/>
                  </a:lnTo>
                  <a:lnTo>
                    <a:pt x="10290057" y="4173013"/>
                  </a:lnTo>
                  <a:lnTo>
                    <a:pt x="10208961" y="4159922"/>
                  </a:lnTo>
                  <a:lnTo>
                    <a:pt x="10119935" y="4143844"/>
                  </a:lnTo>
                  <a:lnTo>
                    <a:pt x="10026316" y="4124792"/>
                  </a:lnTo>
                  <a:lnTo>
                    <a:pt x="9931268" y="4102821"/>
                  </a:lnTo>
                  <a:lnTo>
                    <a:pt x="9837479" y="4077990"/>
                  </a:lnTo>
                  <a:lnTo>
                    <a:pt x="9747003" y="4050315"/>
                  </a:lnTo>
                  <a:lnTo>
                    <a:pt x="9661234" y="4019748"/>
                  </a:lnTo>
                  <a:lnTo>
                    <a:pt x="9580969" y="3986155"/>
                  </a:lnTo>
                  <a:lnTo>
                    <a:pt x="9506515" y="3949314"/>
                  </a:lnTo>
                  <a:lnTo>
                    <a:pt x="9437813" y="3908907"/>
                  </a:lnTo>
                  <a:lnTo>
                    <a:pt x="9374540" y="3864531"/>
                  </a:lnTo>
                  <a:lnTo>
                    <a:pt x="9316209" y="3815707"/>
                  </a:lnTo>
                  <a:lnTo>
                    <a:pt x="9262234" y="3761895"/>
                  </a:lnTo>
                  <a:lnTo>
                    <a:pt x="9211982" y="3702532"/>
                  </a:lnTo>
                  <a:lnTo>
                    <a:pt x="9164816" y="3637082"/>
                  </a:lnTo>
                  <a:lnTo>
                    <a:pt x="9120129" y="3565119"/>
                  </a:lnTo>
                  <a:lnTo>
                    <a:pt x="9084767" y="3500767"/>
                  </a:lnTo>
                  <a:lnTo>
                    <a:pt x="9052865" y="3436949"/>
                  </a:lnTo>
                  <a:lnTo>
                    <a:pt x="9021673" y="3369157"/>
                  </a:lnTo>
                  <a:lnTo>
                    <a:pt x="8991028" y="3297311"/>
                  </a:lnTo>
                  <a:lnTo>
                    <a:pt x="8960790" y="3221377"/>
                  </a:lnTo>
                  <a:lnTo>
                    <a:pt x="8930848" y="3141366"/>
                  </a:lnTo>
                  <a:lnTo>
                    <a:pt x="8901108" y="3057348"/>
                  </a:lnTo>
                  <a:lnTo>
                    <a:pt x="8871495" y="2969448"/>
                  </a:lnTo>
                  <a:lnTo>
                    <a:pt x="8841949" y="2877849"/>
                  </a:lnTo>
                  <a:lnTo>
                    <a:pt x="8812427" y="2782798"/>
                  </a:lnTo>
                  <a:lnTo>
                    <a:pt x="8782897" y="2684601"/>
                  </a:lnTo>
                  <a:lnTo>
                    <a:pt x="8753341" y="2583622"/>
                  </a:lnTo>
                  <a:lnTo>
                    <a:pt x="8723747" y="2480278"/>
                  </a:lnTo>
                  <a:lnTo>
                    <a:pt x="8694116" y="2375033"/>
                  </a:lnTo>
                  <a:lnTo>
                    <a:pt x="8664453" y="2268392"/>
                  </a:lnTo>
                  <a:lnTo>
                    <a:pt x="8634768" y="2160886"/>
                  </a:lnTo>
                  <a:lnTo>
                    <a:pt x="8605075" y="2053067"/>
                  </a:lnTo>
                  <a:lnTo>
                    <a:pt x="8575389" y="1945494"/>
                  </a:lnTo>
                  <a:lnTo>
                    <a:pt x="8545722" y="1838719"/>
                  </a:lnTo>
                  <a:lnTo>
                    <a:pt x="8516087" y="1733278"/>
                  </a:lnTo>
                  <a:lnTo>
                    <a:pt x="8486489" y="1629678"/>
                  </a:lnTo>
                  <a:lnTo>
                    <a:pt x="8456928" y="1528390"/>
                  </a:lnTo>
                  <a:lnTo>
                    <a:pt x="8427396" y="1429836"/>
                  </a:lnTo>
                  <a:lnTo>
                    <a:pt x="8397875" y="1334387"/>
                  </a:lnTo>
                  <a:lnTo>
                    <a:pt x="8368334" y="1242357"/>
                  </a:lnTo>
                  <a:lnTo>
                    <a:pt x="8338732" y="1153998"/>
                  </a:lnTo>
                  <a:lnTo>
                    <a:pt x="8309010" y="1069503"/>
                  </a:lnTo>
                  <a:lnTo>
                    <a:pt x="8279097" y="989003"/>
                  </a:lnTo>
                  <a:lnTo>
                    <a:pt x="8248901" y="912574"/>
                  </a:lnTo>
                  <a:lnTo>
                    <a:pt x="8218312" y="840235"/>
                  </a:lnTo>
                  <a:lnTo>
                    <a:pt x="8187194" y="771956"/>
                  </a:lnTo>
                  <a:lnTo>
                    <a:pt x="8155388" y="707663"/>
                  </a:lnTo>
                  <a:lnTo>
                    <a:pt x="8151487" y="700153"/>
                  </a:lnTo>
                  <a:lnTo>
                    <a:pt x="8108425" y="622670"/>
                  </a:lnTo>
                  <a:lnTo>
                    <a:pt x="8063344" y="551873"/>
                  </a:lnTo>
                  <a:lnTo>
                    <a:pt x="8015681" y="487528"/>
                  </a:lnTo>
                  <a:lnTo>
                    <a:pt x="7964821" y="429182"/>
                  </a:lnTo>
                  <a:lnTo>
                    <a:pt x="7910125" y="376287"/>
                  </a:lnTo>
                  <a:lnTo>
                    <a:pt x="7850966" y="328282"/>
                  </a:lnTo>
                  <a:lnTo>
                    <a:pt x="7786771" y="284637"/>
                  </a:lnTo>
                  <a:lnTo>
                    <a:pt x="7717075" y="244884"/>
                  </a:lnTo>
                  <a:lnTo>
                    <a:pt x="7641595" y="208633"/>
                  </a:lnTo>
                  <a:lnTo>
                    <a:pt x="7560328" y="175586"/>
                  </a:lnTo>
                  <a:lnTo>
                    <a:pt x="7473658" y="145534"/>
                  </a:lnTo>
                  <a:lnTo>
                    <a:pt x="7382481" y="118360"/>
                  </a:lnTo>
                  <a:lnTo>
                    <a:pt x="7288303" y="94029"/>
                  </a:lnTo>
                  <a:lnTo>
                    <a:pt x="7193295" y="72567"/>
                  </a:lnTo>
                  <a:lnTo>
                    <a:pt x="7100244" y="54034"/>
                  </a:lnTo>
                  <a:lnTo>
                    <a:pt x="7012372" y="38482"/>
                  </a:lnTo>
                  <a:lnTo>
                    <a:pt x="6933002" y="25912"/>
                  </a:lnTo>
                  <a:lnTo>
                    <a:pt x="6865110" y="16231"/>
                  </a:lnTo>
                  <a:lnTo>
                    <a:pt x="6810842" y="9228"/>
                  </a:lnTo>
                  <a:lnTo>
                    <a:pt x="6771119" y="4569"/>
                  </a:lnTo>
                  <a:lnTo>
                    <a:pt x="6745415" y="1820"/>
                  </a:lnTo>
                  <a:lnTo>
                    <a:pt x="6731758" y="483"/>
                  </a:lnTo>
                  <a:lnTo>
                    <a:pt x="6726868" y="43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027" y="79"/>
                  </a:lnTo>
                  <a:lnTo>
                    <a:pt x="5247902" y="643"/>
                  </a:lnTo>
                  <a:lnTo>
                    <a:pt x="5232370" y="2201"/>
                  </a:lnTo>
                  <a:lnTo>
                    <a:pt x="5204374" y="5273"/>
                  </a:lnTo>
                  <a:lnTo>
                    <a:pt x="5162188" y="10350"/>
                  </a:lnTo>
                  <a:lnTo>
                    <a:pt x="5105542" y="17855"/>
                  </a:lnTo>
                  <a:lnTo>
                    <a:pt x="5035585" y="28105"/>
                  </a:lnTo>
                  <a:lnTo>
                    <a:pt x="4954627" y="41290"/>
                  </a:lnTo>
                  <a:lnTo>
                    <a:pt x="4865731" y="57486"/>
                  </a:lnTo>
                  <a:lnTo>
                    <a:pt x="4772222" y="76681"/>
                  </a:lnTo>
                  <a:lnTo>
                    <a:pt x="4677260" y="98817"/>
                  </a:lnTo>
                  <a:lnTo>
                    <a:pt x="4583531" y="123837"/>
                  </a:lnTo>
                  <a:lnTo>
                    <a:pt x="4493091" y="151723"/>
                  </a:lnTo>
                  <a:lnTo>
                    <a:pt x="4407336" y="182523"/>
                  </a:lnTo>
                  <a:lnTo>
                    <a:pt x="4327068" y="216371"/>
                  </a:lnTo>
                  <a:lnTo>
                    <a:pt x="4252600" y="253489"/>
                  </a:lnTo>
                  <a:lnTo>
                    <a:pt x="4183875" y="294195"/>
                  </a:lnTo>
                  <a:lnTo>
                    <a:pt x="4120578" y="338894"/>
                  </a:lnTo>
                  <a:lnTo>
                    <a:pt x="4062222" y="388069"/>
                  </a:lnTo>
                  <a:lnTo>
                    <a:pt x="4008224" y="442260"/>
                  </a:lnTo>
                  <a:lnTo>
                    <a:pt x="3957954" y="502037"/>
                  </a:lnTo>
                  <a:lnTo>
                    <a:pt x="3910777" y="567939"/>
                  </a:lnTo>
                  <a:lnTo>
                    <a:pt x="3866085" y="640399"/>
                  </a:lnTo>
                  <a:lnTo>
                    <a:pt x="3829811" y="706964"/>
                  </a:lnTo>
                  <a:lnTo>
                    <a:pt x="3798047" y="771114"/>
                  </a:lnTo>
                  <a:lnTo>
                    <a:pt x="3766987" y="839241"/>
                  </a:lnTo>
                  <a:lnTo>
                    <a:pt x="3736469" y="911425"/>
                  </a:lnTo>
                  <a:lnTo>
                    <a:pt x="3706358" y="987702"/>
                  </a:lnTo>
                  <a:lnTo>
                    <a:pt x="3676542" y="1068060"/>
                  </a:lnTo>
                  <a:lnTo>
                    <a:pt x="3646927" y="1152431"/>
                  </a:lnTo>
                  <a:lnTo>
                    <a:pt x="3617440" y="1240692"/>
                  </a:lnTo>
                  <a:lnTo>
                    <a:pt x="3588021" y="1332662"/>
                  </a:lnTo>
                  <a:lnTo>
                    <a:pt x="3558627" y="1428096"/>
                  </a:lnTo>
                  <a:lnTo>
                    <a:pt x="3529227" y="1526693"/>
                  </a:lnTo>
                  <a:lnTo>
                    <a:pt x="3499801" y="1628092"/>
                  </a:lnTo>
                  <a:lnTo>
                    <a:pt x="3470338" y="1731880"/>
                  </a:lnTo>
                  <a:lnTo>
                    <a:pt x="3440838" y="1837595"/>
                  </a:lnTo>
                  <a:lnTo>
                    <a:pt x="3411305" y="1944738"/>
                  </a:lnTo>
                  <a:lnTo>
                    <a:pt x="3381751" y="2052778"/>
                  </a:lnTo>
                  <a:lnTo>
                    <a:pt x="3352187" y="2161169"/>
                  </a:lnTo>
                  <a:lnTo>
                    <a:pt x="3322629" y="2269352"/>
                  </a:lnTo>
                  <a:lnTo>
                    <a:pt x="3293089" y="2376777"/>
                  </a:lnTo>
                  <a:lnTo>
                    <a:pt x="3263580" y="2482909"/>
                  </a:lnTo>
                  <a:lnTo>
                    <a:pt x="3234108" y="2587237"/>
                  </a:lnTo>
                  <a:lnTo>
                    <a:pt x="3204673" y="2689291"/>
                  </a:lnTo>
                  <a:lnTo>
                    <a:pt x="3175267" y="2788644"/>
                  </a:lnTo>
                  <a:lnTo>
                    <a:pt x="3145874" y="2884923"/>
                  </a:lnTo>
                  <a:lnTo>
                    <a:pt x="3116466" y="2977808"/>
                  </a:lnTo>
                  <a:lnTo>
                    <a:pt x="3087001" y="3067042"/>
                  </a:lnTo>
                  <a:lnTo>
                    <a:pt x="3057425" y="3152427"/>
                  </a:lnTo>
                  <a:lnTo>
                    <a:pt x="3027669" y="3233824"/>
                  </a:lnTo>
                  <a:lnTo>
                    <a:pt x="2997643" y="3311153"/>
                  </a:lnTo>
                  <a:lnTo>
                    <a:pt x="2967242" y="3384387"/>
                  </a:lnTo>
                  <a:lnTo>
                    <a:pt x="2936336" y="3453550"/>
                  </a:lnTo>
                  <a:lnTo>
                    <a:pt x="2904770" y="3518713"/>
                  </a:lnTo>
                  <a:lnTo>
                    <a:pt x="2896531" y="3534821"/>
                  </a:lnTo>
                  <a:lnTo>
                    <a:pt x="2853509" y="3612991"/>
                  </a:lnTo>
                  <a:lnTo>
                    <a:pt x="2808472" y="3684420"/>
                  </a:lnTo>
                  <a:lnTo>
                    <a:pt x="2760859" y="3749346"/>
                  </a:lnTo>
                  <a:lnTo>
                    <a:pt x="2710057" y="3808225"/>
                  </a:lnTo>
                  <a:lnTo>
                    <a:pt x="2655428" y="3861607"/>
                  </a:lnTo>
                  <a:lnTo>
                    <a:pt x="2596346" y="3910058"/>
                  </a:lnTo>
                  <a:lnTo>
                    <a:pt x="2532241" y="3954112"/>
                  </a:lnTo>
                  <a:lnTo>
                    <a:pt x="2462646" y="3994241"/>
                  </a:lnTo>
                  <a:lnTo>
                    <a:pt x="2387280" y="4030837"/>
                  </a:lnTo>
                  <a:lnTo>
                    <a:pt x="2306136" y="4064202"/>
                  </a:lnTo>
                  <a:lnTo>
                    <a:pt x="2219593" y="4094547"/>
                  </a:lnTo>
                  <a:lnTo>
                    <a:pt x="2128539" y="4121990"/>
                  </a:lnTo>
                  <a:lnTo>
                    <a:pt x="2034470" y="4146568"/>
                  </a:lnTo>
                  <a:lnTo>
                    <a:pt x="1939542" y="4168255"/>
                  </a:lnTo>
                  <a:lnTo>
                    <a:pt x="1846529" y="4186991"/>
                  </a:lnTo>
                  <a:lnTo>
                    <a:pt x="1758640" y="4202722"/>
                  </a:lnTo>
                  <a:lnTo>
                    <a:pt x="1679192" y="4215448"/>
                  </a:lnTo>
                  <a:lnTo>
                    <a:pt x="1611159" y="4225259"/>
                  </a:lnTo>
                  <a:lnTo>
                    <a:pt x="1556701" y="4232367"/>
                  </a:lnTo>
                  <a:lnTo>
                    <a:pt x="1516756" y="4237105"/>
                  </a:lnTo>
                  <a:lnTo>
                    <a:pt x="1490829" y="4239910"/>
                  </a:lnTo>
                  <a:lnTo>
                    <a:pt x="1476976" y="4241281"/>
                  </a:lnTo>
                  <a:lnTo>
                    <a:pt x="1471953" y="4241738"/>
                  </a:lnTo>
                  <a:lnTo>
                    <a:pt x="1471387" y="4241786"/>
                  </a:lnTo>
                  <a:lnTo>
                    <a:pt x="0" y="4241786"/>
                  </a:lnTo>
                  <a:close/>
                </a:path>
              </a:pathLst>
            </a:custGeom>
            <a:solidFill>
              <a:srgbClr val="7DD8AC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2124" name="pl2124"/>
            <p:cNvSpPr/>
            <p:nvPr/>
          </p:nvSpPr>
          <p:spPr>
            <a:xfrm>
              <a:off x="4799595" y="6794175"/>
              <a:ext cx="11981298" cy="4241786"/>
            </a:xfrm>
            <a:custGeom>
              <a:avLst/>
              <a:pathLst>
                <a:path w="11981298" h="4241786">
                  <a:moveTo>
                    <a:pt x="0" y="4241786"/>
                  </a:moveTo>
                  <a:lnTo>
                    <a:pt x="1471387" y="4241786"/>
                  </a:lnTo>
                  <a:lnTo>
                    <a:pt x="1472315" y="4241706"/>
                  </a:lnTo>
                  <a:lnTo>
                    <a:pt x="1478440" y="4241142"/>
                  </a:lnTo>
                  <a:lnTo>
                    <a:pt x="1493972" y="4239584"/>
                  </a:lnTo>
                  <a:lnTo>
                    <a:pt x="1521968" y="4236513"/>
                  </a:lnTo>
                  <a:lnTo>
                    <a:pt x="1564154" y="4231435"/>
                  </a:lnTo>
                  <a:lnTo>
                    <a:pt x="1620800" y="4223930"/>
                  </a:lnTo>
                  <a:lnTo>
                    <a:pt x="1690758" y="4213681"/>
                  </a:lnTo>
                  <a:lnTo>
                    <a:pt x="1771715" y="4200495"/>
                  </a:lnTo>
                  <a:lnTo>
                    <a:pt x="1860611" y="4184299"/>
                  </a:lnTo>
                  <a:lnTo>
                    <a:pt x="1954121" y="4165104"/>
                  </a:lnTo>
                  <a:lnTo>
                    <a:pt x="2049082" y="4142968"/>
                  </a:lnTo>
                  <a:lnTo>
                    <a:pt x="2142811" y="4117948"/>
                  </a:lnTo>
                  <a:lnTo>
                    <a:pt x="2233251" y="4090062"/>
                  </a:lnTo>
                  <a:lnTo>
                    <a:pt x="2319006" y="4059262"/>
                  </a:lnTo>
                  <a:lnTo>
                    <a:pt x="2399274" y="4025415"/>
                  </a:lnTo>
                  <a:lnTo>
                    <a:pt x="2473742" y="3988296"/>
                  </a:lnTo>
                  <a:lnTo>
                    <a:pt x="2542467" y="3947590"/>
                  </a:lnTo>
                  <a:lnTo>
                    <a:pt x="2605764" y="3902891"/>
                  </a:lnTo>
                  <a:lnTo>
                    <a:pt x="2664121" y="3853716"/>
                  </a:lnTo>
                  <a:lnTo>
                    <a:pt x="2718119" y="3799525"/>
                  </a:lnTo>
                  <a:lnTo>
                    <a:pt x="2768388" y="3739749"/>
                  </a:lnTo>
                  <a:lnTo>
                    <a:pt x="2815565" y="3673846"/>
                  </a:lnTo>
                  <a:lnTo>
                    <a:pt x="2860257" y="3601386"/>
                  </a:lnTo>
                  <a:lnTo>
                    <a:pt x="2896531" y="3534821"/>
                  </a:lnTo>
                  <a:lnTo>
                    <a:pt x="2928296" y="3470671"/>
                  </a:lnTo>
                  <a:lnTo>
                    <a:pt x="2959355" y="3402544"/>
                  </a:lnTo>
                  <a:lnTo>
                    <a:pt x="2989873" y="3330360"/>
                  </a:lnTo>
                  <a:lnTo>
                    <a:pt x="3019984" y="3254083"/>
                  </a:lnTo>
                  <a:lnTo>
                    <a:pt x="3049800" y="3173726"/>
                  </a:lnTo>
                  <a:lnTo>
                    <a:pt x="3079415" y="3089354"/>
                  </a:lnTo>
                  <a:lnTo>
                    <a:pt x="3108902" y="3001093"/>
                  </a:lnTo>
                  <a:lnTo>
                    <a:pt x="3138321" y="2909123"/>
                  </a:lnTo>
                  <a:lnTo>
                    <a:pt x="3167715" y="2813689"/>
                  </a:lnTo>
                  <a:lnTo>
                    <a:pt x="3197115" y="2715092"/>
                  </a:lnTo>
                  <a:lnTo>
                    <a:pt x="3226542" y="2613693"/>
                  </a:lnTo>
                  <a:lnTo>
                    <a:pt x="3256004" y="2509906"/>
                  </a:lnTo>
                  <a:lnTo>
                    <a:pt x="3285504" y="2404190"/>
                  </a:lnTo>
                  <a:lnTo>
                    <a:pt x="3315037" y="2297048"/>
                  </a:lnTo>
                  <a:lnTo>
                    <a:pt x="3344591" y="2189007"/>
                  </a:lnTo>
                  <a:lnTo>
                    <a:pt x="3374155" y="2080616"/>
                  </a:lnTo>
                  <a:lnTo>
                    <a:pt x="3403714" y="1972433"/>
                  </a:lnTo>
                  <a:lnTo>
                    <a:pt x="3433253" y="1865008"/>
                  </a:lnTo>
                  <a:lnTo>
                    <a:pt x="3462762" y="1758877"/>
                  </a:lnTo>
                  <a:lnTo>
                    <a:pt x="3492234" y="1654548"/>
                  </a:lnTo>
                  <a:lnTo>
                    <a:pt x="3521669" y="1552494"/>
                  </a:lnTo>
                  <a:lnTo>
                    <a:pt x="3551075" y="1453141"/>
                  </a:lnTo>
                  <a:lnTo>
                    <a:pt x="3580468" y="1356862"/>
                  </a:lnTo>
                  <a:lnTo>
                    <a:pt x="3609877" y="1263977"/>
                  </a:lnTo>
                  <a:lnTo>
                    <a:pt x="3639341" y="1174743"/>
                  </a:lnTo>
                  <a:lnTo>
                    <a:pt x="3668917" y="1089358"/>
                  </a:lnTo>
                  <a:lnTo>
                    <a:pt x="3698673" y="1007961"/>
                  </a:lnTo>
                  <a:lnTo>
                    <a:pt x="3728699" y="930632"/>
                  </a:lnTo>
                  <a:lnTo>
                    <a:pt x="3759100" y="857398"/>
                  </a:lnTo>
                  <a:lnTo>
                    <a:pt x="3790006" y="788235"/>
                  </a:lnTo>
                  <a:lnTo>
                    <a:pt x="3821572" y="723073"/>
                  </a:lnTo>
                  <a:lnTo>
                    <a:pt x="3829811" y="706964"/>
                  </a:lnTo>
                  <a:lnTo>
                    <a:pt x="3872833" y="628795"/>
                  </a:lnTo>
                  <a:lnTo>
                    <a:pt x="3917870" y="557365"/>
                  </a:lnTo>
                  <a:lnTo>
                    <a:pt x="3965483" y="492439"/>
                  </a:lnTo>
                  <a:lnTo>
                    <a:pt x="4016285" y="433560"/>
                  </a:lnTo>
                  <a:lnTo>
                    <a:pt x="4070914" y="380179"/>
                  </a:lnTo>
                  <a:lnTo>
                    <a:pt x="4129996" y="331727"/>
                  </a:lnTo>
                  <a:lnTo>
                    <a:pt x="4194101" y="287673"/>
                  </a:lnTo>
                  <a:lnTo>
                    <a:pt x="4263696" y="247544"/>
                  </a:lnTo>
                  <a:lnTo>
                    <a:pt x="4339062" y="210949"/>
                  </a:lnTo>
                  <a:lnTo>
                    <a:pt x="4420206" y="177583"/>
                  </a:lnTo>
                  <a:lnTo>
                    <a:pt x="4506749" y="147238"/>
                  </a:lnTo>
                  <a:lnTo>
                    <a:pt x="4597803" y="119795"/>
                  </a:lnTo>
                  <a:lnTo>
                    <a:pt x="4691873" y="95217"/>
                  </a:lnTo>
                  <a:lnTo>
                    <a:pt x="4786800" y="73530"/>
                  </a:lnTo>
                  <a:lnTo>
                    <a:pt x="4879813" y="54794"/>
                  </a:lnTo>
                  <a:lnTo>
                    <a:pt x="4967702" y="39063"/>
                  </a:lnTo>
                  <a:lnTo>
                    <a:pt x="5047150" y="26337"/>
                  </a:lnTo>
                  <a:lnTo>
                    <a:pt x="5115183" y="16526"/>
                  </a:lnTo>
                  <a:lnTo>
                    <a:pt x="5169641" y="9419"/>
                  </a:lnTo>
                  <a:lnTo>
                    <a:pt x="5209586" y="4680"/>
                  </a:lnTo>
                  <a:lnTo>
                    <a:pt x="5235513" y="1875"/>
                  </a:lnTo>
                  <a:lnTo>
                    <a:pt x="5249366" y="504"/>
                  </a:lnTo>
                  <a:lnTo>
                    <a:pt x="5254389" y="47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273" y="78"/>
                  </a:lnTo>
                  <a:lnTo>
                    <a:pt x="6733415" y="638"/>
                  </a:lnTo>
                  <a:lnTo>
                    <a:pt x="6748986" y="2186"/>
                  </a:lnTo>
                  <a:lnTo>
                    <a:pt x="6777051" y="5236"/>
                  </a:lnTo>
                  <a:lnTo>
                    <a:pt x="6819335" y="10278"/>
                  </a:lnTo>
                  <a:lnTo>
                    <a:pt x="6876102" y="17731"/>
                  </a:lnTo>
                  <a:lnTo>
                    <a:pt x="6946196" y="27908"/>
                  </a:lnTo>
                  <a:lnTo>
                    <a:pt x="7027292" y="40998"/>
                  </a:lnTo>
                  <a:lnTo>
                    <a:pt x="7116318" y="57076"/>
                  </a:lnTo>
                  <a:lnTo>
                    <a:pt x="7209937" y="76129"/>
                  </a:lnTo>
                  <a:lnTo>
                    <a:pt x="7304985" y="98099"/>
                  </a:lnTo>
                  <a:lnTo>
                    <a:pt x="7398774" y="122930"/>
                  </a:lnTo>
                  <a:lnTo>
                    <a:pt x="7489250" y="150605"/>
                  </a:lnTo>
                  <a:lnTo>
                    <a:pt x="7575019" y="181172"/>
                  </a:lnTo>
                  <a:lnTo>
                    <a:pt x="7655284" y="214765"/>
                  </a:lnTo>
                  <a:lnTo>
                    <a:pt x="7729738" y="251607"/>
                  </a:lnTo>
                  <a:lnTo>
                    <a:pt x="7798441" y="292013"/>
                  </a:lnTo>
                  <a:lnTo>
                    <a:pt x="7861713" y="336389"/>
                  </a:lnTo>
                  <a:lnTo>
                    <a:pt x="7920044" y="385213"/>
                  </a:lnTo>
                  <a:lnTo>
                    <a:pt x="7974019" y="439025"/>
                  </a:lnTo>
                  <a:lnTo>
                    <a:pt x="8024271" y="498388"/>
                  </a:lnTo>
                  <a:lnTo>
                    <a:pt x="8071437" y="563838"/>
                  </a:lnTo>
                  <a:lnTo>
                    <a:pt x="8116125" y="635801"/>
                  </a:lnTo>
                  <a:lnTo>
                    <a:pt x="8151487" y="700153"/>
                  </a:lnTo>
                  <a:lnTo>
                    <a:pt x="8183388" y="763972"/>
                  </a:lnTo>
                  <a:lnTo>
                    <a:pt x="8214580" y="831763"/>
                  </a:lnTo>
                  <a:lnTo>
                    <a:pt x="8245226" y="903609"/>
                  </a:lnTo>
                  <a:lnTo>
                    <a:pt x="8275463" y="979543"/>
                  </a:lnTo>
                  <a:lnTo>
                    <a:pt x="8305405" y="1059554"/>
                  </a:lnTo>
                  <a:lnTo>
                    <a:pt x="8335145" y="1143572"/>
                  </a:lnTo>
                  <a:lnTo>
                    <a:pt x="8364759" y="1231472"/>
                  </a:lnTo>
                  <a:lnTo>
                    <a:pt x="8394304" y="1323071"/>
                  </a:lnTo>
                  <a:lnTo>
                    <a:pt x="8423826" y="1418122"/>
                  </a:lnTo>
                  <a:lnTo>
                    <a:pt x="8453356" y="1516319"/>
                  </a:lnTo>
                  <a:lnTo>
                    <a:pt x="8482913" y="1617298"/>
                  </a:lnTo>
                  <a:lnTo>
                    <a:pt x="8512506" y="1720642"/>
                  </a:lnTo>
                  <a:lnTo>
                    <a:pt x="8542137" y="1825887"/>
                  </a:lnTo>
                  <a:lnTo>
                    <a:pt x="8571800" y="1932529"/>
                  </a:lnTo>
                  <a:lnTo>
                    <a:pt x="8601485" y="2040034"/>
                  </a:lnTo>
                  <a:lnTo>
                    <a:pt x="8631178" y="2147853"/>
                  </a:lnTo>
                  <a:lnTo>
                    <a:pt x="8660864" y="2255426"/>
                  </a:lnTo>
                  <a:lnTo>
                    <a:pt x="8690531" y="2362201"/>
                  </a:lnTo>
                  <a:lnTo>
                    <a:pt x="8720166" y="2467642"/>
                  </a:lnTo>
                  <a:lnTo>
                    <a:pt x="8749764" y="2571242"/>
                  </a:lnTo>
                  <a:lnTo>
                    <a:pt x="8779325" y="2672530"/>
                  </a:lnTo>
                  <a:lnTo>
                    <a:pt x="8808857" y="2771084"/>
                  </a:lnTo>
                  <a:lnTo>
                    <a:pt x="8838378" y="2866533"/>
                  </a:lnTo>
                  <a:lnTo>
                    <a:pt x="8867919" y="2958563"/>
                  </a:lnTo>
                  <a:lnTo>
                    <a:pt x="8897522" y="3046922"/>
                  </a:lnTo>
                  <a:lnTo>
                    <a:pt x="8927243" y="3131417"/>
                  </a:lnTo>
                  <a:lnTo>
                    <a:pt x="8957156" y="3211917"/>
                  </a:lnTo>
                  <a:lnTo>
                    <a:pt x="8987352" y="3288346"/>
                  </a:lnTo>
                  <a:lnTo>
                    <a:pt x="9017941" y="3360685"/>
                  </a:lnTo>
                  <a:lnTo>
                    <a:pt x="9049059" y="3428964"/>
                  </a:lnTo>
                  <a:lnTo>
                    <a:pt x="9080865" y="3493257"/>
                  </a:lnTo>
                  <a:lnTo>
                    <a:pt x="9084767" y="3500767"/>
                  </a:lnTo>
                  <a:lnTo>
                    <a:pt x="9127828" y="3578251"/>
                  </a:lnTo>
                  <a:lnTo>
                    <a:pt x="9172910" y="3649047"/>
                  </a:lnTo>
                  <a:lnTo>
                    <a:pt x="9220572" y="3713392"/>
                  </a:lnTo>
                  <a:lnTo>
                    <a:pt x="9271432" y="3771739"/>
                  </a:lnTo>
                  <a:lnTo>
                    <a:pt x="9326128" y="3824633"/>
                  </a:lnTo>
                  <a:lnTo>
                    <a:pt x="9385287" y="3872638"/>
                  </a:lnTo>
                  <a:lnTo>
                    <a:pt x="9449482" y="3916283"/>
                  </a:lnTo>
                  <a:lnTo>
                    <a:pt x="9519179" y="3956037"/>
                  </a:lnTo>
                  <a:lnTo>
                    <a:pt x="9594658" y="3992287"/>
                  </a:lnTo>
                  <a:lnTo>
                    <a:pt x="9675925" y="4025334"/>
                  </a:lnTo>
                  <a:lnTo>
                    <a:pt x="9762595" y="4055386"/>
                  </a:lnTo>
                  <a:lnTo>
                    <a:pt x="9853772" y="4082560"/>
                  </a:lnTo>
                  <a:lnTo>
                    <a:pt x="9947950" y="4106891"/>
                  </a:lnTo>
                  <a:lnTo>
                    <a:pt x="10042958" y="4128353"/>
                  </a:lnTo>
                  <a:lnTo>
                    <a:pt x="10136009" y="4146886"/>
                  </a:lnTo>
                  <a:lnTo>
                    <a:pt x="10223881" y="4162438"/>
                  </a:lnTo>
                  <a:lnTo>
                    <a:pt x="10303251" y="4175008"/>
                  </a:lnTo>
                  <a:lnTo>
                    <a:pt x="10371143" y="4184689"/>
                  </a:lnTo>
                  <a:lnTo>
                    <a:pt x="10425411" y="4191692"/>
                  </a:lnTo>
                  <a:lnTo>
                    <a:pt x="10465134" y="4196351"/>
                  </a:lnTo>
                  <a:lnTo>
                    <a:pt x="10490838" y="4199101"/>
                  </a:lnTo>
                  <a:lnTo>
                    <a:pt x="10504495" y="4200437"/>
                  </a:lnTo>
                  <a:lnTo>
                    <a:pt x="10509385" y="4200877"/>
                  </a:lnTo>
                  <a:lnTo>
                    <a:pt x="10509911" y="4200921"/>
                  </a:lnTo>
                  <a:lnTo>
                    <a:pt x="11981298" y="420092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25" name="pl2125"/>
            <p:cNvSpPr/>
            <p:nvPr/>
          </p:nvSpPr>
          <p:spPr>
            <a:xfrm>
              <a:off x="4799595" y="6786002"/>
              <a:ext cx="11981298" cy="4241786"/>
            </a:xfrm>
            <a:custGeom>
              <a:avLst/>
              <a:pathLst>
                <a:path w="11981298" h="4241786">
                  <a:moveTo>
                    <a:pt x="11981298" y="4200921"/>
                  </a:moveTo>
                  <a:lnTo>
                    <a:pt x="10509911" y="4200921"/>
                  </a:lnTo>
                  <a:lnTo>
                    <a:pt x="10508980" y="4200842"/>
                  </a:lnTo>
                  <a:lnTo>
                    <a:pt x="10502839" y="4200282"/>
                  </a:lnTo>
                  <a:lnTo>
                    <a:pt x="10487267" y="4198734"/>
                  </a:lnTo>
                  <a:lnTo>
                    <a:pt x="10459203" y="4195684"/>
                  </a:lnTo>
                  <a:lnTo>
                    <a:pt x="10416919" y="4190642"/>
                  </a:lnTo>
                  <a:lnTo>
                    <a:pt x="10360151" y="4183189"/>
                  </a:lnTo>
                  <a:lnTo>
                    <a:pt x="10290057" y="4173013"/>
                  </a:lnTo>
                  <a:lnTo>
                    <a:pt x="10208961" y="4159922"/>
                  </a:lnTo>
                  <a:lnTo>
                    <a:pt x="10119935" y="4143844"/>
                  </a:lnTo>
                  <a:lnTo>
                    <a:pt x="10026316" y="4124792"/>
                  </a:lnTo>
                  <a:lnTo>
                    <a:pt x="9931268" y="4102821"/>
                  </a:lnTo>
                  <a:lnTo>
                    <a:pt x="9837479" y="4077990"/>
                  </a:lnTo>
                  <a:lnTo>
                    <a:pt x="9747003" y="4050315"/>
                  </a:lnTo>
                  <a:lnTo>
                    <a:pt x="9661234" y="4019748"/>
                  </a:lnTo>
                  <a:lnTo>
                    <a:pt x="9580969" y="3986155"/>
                  </a:lnTo>
                  <a:lnTo>
                    <a:pt x="9506515" y="3949314"/>
                  </a:lnTo>
                  <a:lnTo>
                    <a:pt x="9437813" y="3908907"/>
                  </a:lnTo>
                  <a:lnTo>
                    <a:pt x="9374540" y="3864531"/>
                  </a:lnTo>
                  <a:lnTo>
                    <a:pt x="9316209" y="3815707"/>
                  </a:lnTo>
                  <a:lnTo>
                    <a:pt x="9262234" y="3761895"/>
                  </a:lnTo>
                  <a:lnTo>
                    <a:pt x="9211982" y="3702532"/>
                  </a:lnTo>
                  <a:lnTo>
                    <a:pt x="9164816" y="3637082"/>
                  </a:lnTo>
                  <a:lnTo>
                    <a:pt x="9120129" y="3565119"/>
                  </a:lnTo>
                  <a:lnTo>
                    <a:pt x="9084767" y="3500767"/>
                  </a:lnTo>
                  <a:lnTo>
                    <a:pt x="9052865" y="3436949"/>
                  </a:lnTo>
                  <a:lnTo>
                    <a:pt x="9021673" y="3369157"/>
                  </a:lnTo>
                  <a:lnTo>
                    <a:pt x="8991028" y="3297311"/>
                  </a:lnTo>
                  <a:lnTo>
                    <a:pt x="8960790" y="3221377"/>
                  </a:lnTo>
                  <a:lnTo>
                    <a:pt x="8930848" y="3141366"/>
                  </a:lnTo>
                  <a:lnTo>
                    <a:pt x="8901108" y="3057348"/>
                  </a:lnTo>
                  <a:lnTo>
                    <a:pt x="8871495" y="2969448"/>
                  </a:lnTo>
                  <a:lnTo>
                    <a:pt x="8841949" y="2877849"/>
                  </a:lnTo>
                  <a:lnTo>
                    <a:pt x="8812427" y="2782798"/>
                  </a:lnTo>
                  <a:lnTo>
                    <a:pt x="8782897" y="2684601"/>
                  </a:lnTo>
                  <a:lnTo>
                    <a:pt x="8753341" y="2583622"/>
                  </a:lnTo>
                  <a:lnTo>
                    <a:pt x="8723747" y="2480278"/>
                  </a:lnTo>
                  <a:lnTo>
                    <a:pt x="8694116" y="2375033"/>
                  </a:lnTo>
                  <a:lnTo>
                    <a:pt x="8664453" y="2268392"/>
                  </a:lnTo>
                  <a:lnTo>
                    <a:pt x="8634768" y="2160886"/>
                  </a:lnTo>
                  <a:lnTo>
                    <a:pt x="8605075" y="2053067"/>
                  </a:lnTo>
                  <a:lnTo>
                    <a:pt x="8575389" y="1945494"/>
                  </a:lnTo>
                  <a:lnTo>
                    <a:pt x="8545722" y="1838719"/>
                  </a:lnTo>
                  <a:lnTo>
                    <a:pt x="8516087" y="1733278"/>
                  </a:lnTo>
                  <a:lnTo>
                    <a:pt x="8486489" y="1629678"/>
                  </a:lnTo>
                  <a:lnTo>
                    <a:pt x="8456928" y="1528390"/>
                  </a:lnTo>
                  <a:lnTo>
                    <a:pt x="8427396" y="1429836"/>
                  </a:lnTo>
                  <a:lnTo>
                    <a:pt x="8397875" y="1334387"/>
                  </a:lnTo>
                  <a:lnTo>
                    <a:pt x="8368334" y="1242357"/>
                  </a:lnTo>
                  <a:lnTo>
                    <a:pt x="8338732" y="1153998"/>
                  </a:lnTo>
                  <a:lnTo>
                    <a:pt x="8309010" y="1069503"/>
                  </a:lnTo>
                  <a:lnTo>
                    <a:pt x="8279097" y="989003"/>
                  </a:lnTo>
                  <a:lnTo>
                    <a:pt x="8248901" y="912574"/>
                  </a:lnTo>
                  <a:lnTo>
                    <a:pt x="8218312" y="840235"/>
                  </a:lnTo>
                  <a:lnTo>
                    <a:pt x="8187194" y="771956"/>
                  </a:lnTo>
                  <a:lnTo>
                    <a:pt x="8155388" y="707663"/>
                  </a:lnTo>
                  <a:lnTo>
                    <a:pt x="8151487" y="700153"/>
                  </a:lnTo>
                  <a:lnTo>
                    <a:pt x="8108425" y="622670"/>
                  </a:lnTo>
                  <a:lnTo>
                    <a:pt x="8063344" y="551873"/>
                  </a:lnTo>
                  <a:lnTo>
                    <a:pt x="8015681" y="487528"/>
                  </a:lnTo>
                  <a:lnTo>
                    <a:pt x="7964821" y="429182"/>
                  </a:lnTo>
                  <a:lnTo>
                    <a:pt x="7910125" y="376287"/>
                  </a:lnTo>
                  <a:lnTo>
                    <a:pt x="7850966" y="328282"/>
                  </a:lnTo>
                  <a:lnTo>
                    <a:pt x="7786771" y="284637"/>
                  </a:lnTo>
                  <a:lnTo>
                    <a:pt x="7717075" y="244884"/>
                  </a:lnTo>
                  <a:lnTo>
                    <a:pt x="7641595" y="208633"/>
                  </a:lnTo>
                  <a:lnTo>
                    <a:pt x="7560328" y="175586"/>
                  </a:lnTo>
                  <a:lnTo>
                    <a:pt x="7473658" y="145534"/>
                  </a:lnTo>
                  <a:lnTo>
                    <a:pt x="7382481" y="118360"/>
                  </a:lnTo>
                  <a:lnTo>
                    <a:pt x="7288303" y="94029"/>
                  </a:lnTo>
                  <a:lnTo>
                    <a:pt x="7193295" y="72567"/>
                  </a:lnTo>
                  <a:lnTo>
                    <a:pt x="7100244" y="54034"/>
                  </a:lnTo>
                  <a:lnTo>
                    <a:pt x="7012372" y="38482"/>
                  </a:lnTo>
                  <a:lnTo>
                    <a:pt x="6933002" y="25912"/>
                  </a:lnTo>
                  <a:lnTo>
                    <a:pt x="6865110" y="16231"/>
                  </a:lnTo>
                  <a:lnTo>
                    <a:pt x="6810842" y="9228"/>
                  </a:lnTo>
                  <a:lnTo>
                    <a:pt x="6771119" y="4569"/>
                  </a:lnTo>
                  <a:lnTo>
                    <a:pt x="6745415" y="1820"/>
                  </a:lnTo>
                  <a:lnTo>
                    <a:pt x="6731758" y="483"/>
                  </a:lnTo>
                  <a:lnTo>
                    <a:pt x="6726868" y="43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027" y="79"/>
                  </a:lnTo>
                  <a:lnTo>
                    <a:pt x="5247902" y="643"/>
                  </a:lnTo>
                  <a:lnTo>
                    <a:pt x="5232370" y="2201"/>
                  </a:lnTo>
                  <a:lnTo>
                    <a:pt x="5204374" y="5273"/>
                  </a:lnTo>
                  <a:lnTo>
                    <a:pt x="5162188" y="10350"/>
                  </a:lnTo>
                  <a:lnTo>
                    <a:pt x="5105542" y="17855"/>
                  </a:lnTo>
                  <a:lnTo>
                    <a:pt x="5035585" y="28105"/>
                  </a:lnTo>
                  <a:lnTo>
                    <a:pt x="4954627" y="41290"/>
                  </a:lnTo>
                  <a:lnTo>
                    <a:pt x="4865731" y="57486"/>
                  </a:lnTo>
                  <a:lnTo>
                    <a:pt x="4772222" y="76681"/>
                  </a:lnTo>
                  <a:lnTo>
                    <a:pt x="4677260" y="98817"/>
                  </a:lnTo>
                  <a:lnTo>
                    <a:pt x="4583531" y="123837"/>
                  </a:lnTo>
                  <a:lnTo>
                    <a:pt x="4493091" y="151723"/>
                  </a:lnTo>
                  <a:lnTo>
                    <a:pt x="4407336" y="182523"/>
                  </a:lnTo>
                  <a:lnTo>
                    <a:pt x="4327068" y="216371"/>
                  </a:lnTo>
                  <a:lnTo>
                    <a:pt x="4252600" y="253489"/>
                  </a:lnTo>
                  <a:lnTo>
                    <a:pt x="4183875" y="294195"/>
                  </a:lnTo>
                  <a:lnTo>
                    <a:pt x="4120578" y="338894"/>
                  </a:lnTo>
                  <a:lnTo>
                    <a:pt x="4062222" y="388069"/>
                  </a:lnTo>
                  <a:lnTo>
                    <a:pt x="4008224" y="442260"/>
                  </a:lnTo>
                  <a:lnTo>
                    <a:pt x="3957954" y="502037"/>
                  </a:lnTo>
                  <a:lnTo>
                    <a:pt x="3910777" y="567939"/>
                  </a:lnTo>
                  <a:lnTo>
                    <a:pt x="3866085" y="640399"/>
                  </a:lnTo>
                  <a:lnTo>
                    <a:pt x="3829811" y="706964"/>
                  </a:lnTo>
                  <a:lnTo>
                    <a:pt x="3798047" y="771114"/>
                  </a:lnTo>
                  <a:lnTo>
                    <a:pt x="3766987" y="839241"/>
                  </a:lnTo>
                  <a:lnTo>
                    <a:pt x="3736469" y="911425"/>
                  </a:lnTo>
                  <a:lnTo>
                    <a:pt x="3706358" y="987702"/>
                  </a:lnTo>
                  <a:lnTo>
                    <a:pt x="3676542" y="1068060"/>
                  </a:lnTo>
                  <a:lnTo>
                    <a:pt x="3646927" y="1152431"/>
                  </a:lnTo>
                  <a:lnTo>
                    <a:pt x="3617440" y="1240692"/>
                  </a:lnTo>
                  <a:lnTo>
                    <a:pt x="3588021" y="1332662"/>
                  </a:lnTo>
                  <a:lnTo>
                    <a:pt x="3558627" y="1428096"/>
                  </a:lnTo>
                  <a:lnTo>
                    <a:pt x="3529227" y="1526693"/>
                  </a:lnTo>
                  <a:lnTo>
                    <a:pt x="3499801" y="1628092"/>
                  </a:lnTo>
                  <a:lnTo>
                    <a:pt x="3470338" y="1731880"/>
                  </a:lnTo>
                  <a:lnTo>
                    <a:pt x="3440838" y="1837595"/>
                  </a:lnTo>
                  <a:lnTo>
                    <a:pt x="3411305" y="1944738"/>
                  </a:lnTo>
                  <a:lnTo>
                    <a:pt x="3381751" y="2052778"/>
                  </a:lnTo>
                  <a:lnTo>
                    <a:pt x="3352187" y="2161169"/>
                  </a:lnTo>
                  <a:lnTo>
                    <a:pt x="3322629" y="2269352"/>
                  </a:lnTo>
                  <a:lnTo>
                    <a:pt x="3293089" y="2376777"/>
                  </a:lnTo>
                  <a:lnTo>
                    <a:pt x="3263580" y="2482909"/>
                  </a:lnTo>
                  <a:lnTo>
                    <a:pt x="3234108" y="2587237"/>
                  </a:lnTo>
                  <a:lnTo>
                    <a:pt x="3204673" y="2689291"/>
                  </a:lnTo>
                  <a:lnTo>
                    <a:pt x="3175267" y="2788644"/>
                  </a:lnTo>
                  <a:lnTo>
                    <a:pt x="3145874" y="2884923"/>
                  </a:lnTo>
                  <a:lnTo>
                    <a:pt x="3116466" y="2977808"/>
                  </a:lnTo>
                  <a:lnTo>
                    <a:pt x="3087001" y="3067042"/>
                  </a:lnTo>
                  <a:lnTo>
                    <a:pt x="3057425" y="3152427"/>
                  </a:lnTo>
                  <a:lnTo>
                    <a:pt x="3027669" y="3233824"/>
                  </a:lnTo>
                  <a:lnTo>
                    <a:pt x="2997643" y="3311153"/>
                  </a:lnTo>
                  <a:lnTo>
                    <a:pt x="2967242" y="3384387"/>
                  </a:lnTo>
                  <a:lnTo>
                    <a:pt x="2936336" y="3453550"/>
                  </a:lnTo>
                  <a:lnTo>
                    <a:pt x="2904770" y="3518713"/>
                  </a:lnTo>
                  <a:lnTo>
                    <a:pt x="2896531" y="3534821"/>
                  </a:lnTo>
                  <a:lnTo>
                    <a:pt x="2853509" y="3612991"/>
                  </a:lnTo>
                  <a:lnTo>
                    <a:pt x="2808472" y="3684420"/>
                  </a:lnTo>
                  <a:lnTo>
                    <a:pt x="2760859" y="3749346"/>
                  </a:lnTo>
                  <a:lnTo>
                    <a:pt x="2710057" y="3808225"/>
                  </a:lnTo>
                  <a:lnTo>
                    <a:pt x="2655428" y="3861607"/>
                  </a:lnTo>
                  <a:lnTo>
                    <a:pt x="2596346" y="3910058"/>
                  </a:lnTo>
                  <a:lnTo>
                    <a:pt x="2532241" y="3954112"/>
                  </a:lnTo>
                  <a:lnTo>
                    <a:pt x="2462646" y="3994241"/>
                  </a:lnTo>
                  <a:lnTo>
                    <a:pt x="2387280" y="4030837"/>
                  </a:lnTo>
                  <a:lnTo>
                    <a:pt x="2306136" y="4064202"/>
                  </a:lnTo>
                  <a:lnTo>
                    <a:pt x="2219593" y="4094547"/>
                  </a:lnTo>
                  <a:lnTo>
                    <a:pt x="2128539" y="4121990"/>
                  </a:lnTo>
                  <a:lnTo>
                    <a:pt x="2034470" y="4146568"/>
                  </a:lnTo>
                  <a:lnTo>
                    <a:pt x="1939542" y="4168255"/>
                  </a:lnTo>
                  <a:lnTo>
                    <a:pt x="1846529" y="4186991"/>
                  </a:lnTo>
                  <a:lnTo>
                    <a:pt x="1758640" y="4202722"/>
                  </a:lnTo>
                  <a:lnTo>
                    <a:pt x="1679192" y="4215448"/>
                  </a:lnTo>
                  <a:lnTo>
                    <a:pt x="1611159" y="4225259"/>
                  </a:lnTo>
                  <a:lnTo>
                    <a:pt x="1556701" y="4232367"/>
                  </a:lnTo>
                  <a:lnTo>
                    <a:pt x="1516756" y="4237105"/>
                  </a:lnTo>
                  <a:lnTo>
                    <a:pt x="1490829" y="4239910"/>
                  </a:lnTo>
                  <a:lnTo>
                    <a:pt x="1476976" y="4241281"/>
                  </a:lnTo>
                  <a:lnTo>
                    <a:pt x="1471953" y="4241738"/>
                  </a:lnTo>
                  <a:lnTo>
                    <a:pt x="1471387" y="4241786"/>
                  </a:lnTo>
                  <a:lnTo>
                    <a:pt x="0" y="424178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26" name="pg2126"/>
            <p:cNvSpPr/>
            <p:nvPr/>
          </p:nvSpPr>
          <p:spPr>
            <a:xfrm>
              <a:off x="4799595" y="4742753"/>
              <a:ext cx="11981298" cy="6342246"/>
            </a:xfrm>
            <a:custGeom>
              <a:avLst/>
              <a:pathLst>
                <a:path w="11981298" h="6342246">
                  <a:moveTo>
                    <a:pt x="0" y="6342246"/>
                  </a:moveTo>
                  <a:lnTo>
                    <a:pt x="1471387" y="6342246"/>
                  </a:lnTo>
                  <a:lnTo>
                    <a:pt x="1472236" y="6342152"/>
                  </a:lnTo>
                  <a:lnTo>
                    <a:pt x="1477848" y="6341485"/>
                  </a:lnTo>
                  <a:lnTo>
                    <a:pt x="1492112" y="6339642"/>
                  </a:lnTo>
                  <a:lnTo>
                    <a:pt x="1517905" y="6336008"/>
                  </a:lnTo>
                  <a:lnTo>
                    <a:pt x="1556939" y="6329994"/>
                  </a:lnTo>
                  <a:lnTo>
                    <a:pt x="1609640" y="6321085"/>
                  </a:lnTo>
                  <a:lnTo>
                    <a:pt x="1675160" y="6308883"/>
                  </a:lnTo>
                  <a:lnTo>
                    <a:pt x="1751565" y="6293134"/>
                  </a:lnTo>
                  <a:lnTo>
                    <a:pt x="1836171" y="6273720"/>
                  </a:lnTo>
                  <a:lnTo>
                    <a:pt x="1925958" y="6250634"/>
                  </a:lnTo>
                  <a:lnTo>
                    <a:pt x="2017961" y="6223934"/>
                  </a:lnTo>
                  <a:lnTo>
                    <a:pt x="2109568" y="6193695"/>
                  </a:lnTo>
                  <a:lnTo>
                    <a:pt x="2198697" y="6159958"/>
                  </a:lnTo>
                  <a:lnTo>
                    <a:pt x="2283852" y="6122699"/>
                  </a:lnTo>
                  <a:lnTo>
                    <a:pt x="2364091" y="6081802"/>
                  </a:lnTo>
                  <a:lnTo>
                    <a:pt x="2438952" y="6037049"/>
                  </a:lnTo>
                  <a:lnTo>
                    <a:pt x="2508343" y="5988117"/>
                  </a:lnTo>
                  <a:lnTo>
                    <a:pt x="2572449" y="5934574"/>
                  </a:lnTo>
                  <a:lnTo>
                    <a:pt x="2631643" y="5875895"/>
                  </a:lnTo>
                  <a:lnTo>
                    <a:pt x="2686415" y="5811475"/>
                  </a:lnTo>
                  <a:lnTo>
                    <a:pt x="2737322" y="5740652"/>
                  </a:lnTo>
                  <a:lnTo>
                    <a:pt x="2784944" y="5662758"/>
                  </a:lnTo>
                  <a:lnTo>
                    <a:pt x="2829856" y="5577181"/>
                  </a:lnTo>
                  <a:lnTo>
                    <a:pt x="2872600" y="5483486"/>
                  </a:lnTo>
                  <a:lnTo>
                    <a:pt x="2896531" y="5425508"/>
                  </a:lnTo>
                  <a:lnTo>
                    <a:pt x="2924749" y="5351968"/>
                  </a:lnTo>
                  <a:lnTo>
                    <a:pt x="2952397" y="5274380"/>
                  </a:lnTo>
                  <a:lnTo>
                    <a:pt x="2979591" y="5192667"/>
                  </a:lnTo>
                  <a:lnTo>
                    <a:pt x="3006432" y="5106782"/>
                  </a:lnTo>
                  <a:lnTo>
                    <a:pt x="3033003" y="5016720"/>
                  </a:lnTo>
                  <a:lnTo>
                    <a:pt x="3059377" y="4922516"/>
                  </a:lnTo>
                  <a:lnTo>
                    <a:pt x="3085613" y="4824249"/>
                  </a:lnTo>
                  <a:lnTo>
                    <a:pt x="3111759" y="4722044"/>
                  </a:lnTo>
                  <a:lnTo>
                    <a:pt x="3137855" y="4616076"/>
                  </a:lnTo>
                  <a:lnTo>
                    <a:pt x="3163932" y="4506566"/>
                  </a:lnTo>
                  <a:lnTo>
                    <a:pt x="3190011" y="4393784"/>
                  </a:lnTo>
                  <a:lnTo>
                    <a:pt x="3216107" y="4278048"/>
                  </a:lnTo>
                  <a:lnTo>
                    <a:pt x="3242231" y="4159718"/>
                  </a:lnTo>
                  <a:lnTo>
                    <a:pt x="3268384" y="4039195"/>
                  </a:lnTo>
                  <a:lnTo>
                    <a:pt x="3294566" y="3916914"/>
                  </a:lnTo>
                  <a:lnTo>
                    <a:pt x="3320771" y="3793338"/>
                  </a:lnTo>
                  <a:lnTo>
                    <a:pt x="3346991" y="3668953"/>
                  </a:lnTo>
                  <a:lnTo>
                    <a:pt x="3373219" y="3544258"/>
                  </a:lnTo>
                  <a:lnTo>
                    <a:pt x="3399442" y="3419755"/>
                  </a:lnTo>
                  <a:lnTo>
                    <a:pt x="3425651" y="3295946"/>
                  </a:lnTo>
                  <a:lnTo>
                    <a:pt x="3451839" y="3173320"/>
                  </a:lnTo>
                  <a:lnTo>
                    <a:pt x="3477999" y="3052346"/>
                  </a:lnTo>
                  <a:lnTo>
                    <a:pt x="3504129" y="2933466"/>
                  </a:lnTo>
                  <a:lnTo>
                    <a:pt x="3530232" y="2817089"/>
                  </a:lnTo>
                  <a:lnTo>
                    <a:pt x="3556314" y="2703587"/>
                  </a:lnTo>
                  <a:lnTo>
                    <a:pt x="3582389" y="2593286"/>
                  </a:lnTo>
                  <a:lnTo>
                    <a:pt x="3608478" y="2486468"/>
                  </a:lnTo>
                  <a:lnTo>
                    <a:pt x="3634609" y="2383366"/>
                  </a:lnTo>
                  <a:lnTo>
                    <a:pt x="3660820" y="2284165"/>
                  </a:lnTo>
                  <a:lnTo>
                    <a:pt x="3687157" y="2189002"/>
                  </a:lnTo>
                  <a:lnTo>
                    <a:pt x="3713676" y="2097967"/>
                  </a:lnTo>
                  <a:lnTo>
                    <a:pt x="3740447" y="2011105"/>
                  </a:lnTo>
                  <a:lnTo>
                    <a:pt x="3767550" y="1928418"/>
                  </a:lnTo>
                  <a:lnTo>
                    <a:pt x="3795082" y="1849872"/>
                  </a:lnTo>
                  <a:lnTo>
                    <a:pt x="3823155" y="1775394"/>
                  </a:lnTo>
                  <a:lnTo>
                    <a:pt x="3829811" y="1758556"/>
                  </a:lnTo>
                  <a:lnTo>
                    <a:pt x="3871524" y="1660087"/>
                  </a:lnTo>
                  <a:lnTo>
                    <a:pt x="3915119" y="1569849"/>
                  </a:lnTo>
                  <a:lnTo>
                    <a:pt x="3961104" y="1487577"/>
                  </a:lnTo>
                  <a:lnTo>
                    <a:pt x="4010039" y="1412742"/>
                  </a:lnTo>
                  <a:lnTo>
                    <a:pt x="4062505" y="1344700"/>
                  </a:lnTo>
                  <a:lnTo>
                    <a:pt x="4119075" y="1282777"/>
                  </a:lnTo>
                  <a:lnTo>
                    <a:pt x="4180285" y="1226333"/>
                  </a:lnTo>
                  <a:lnTo>
                    <a:pt x="4246582" y="1174792"/>
                  </a:lnTo>
                  <a:lnTo>
                    <a:pt x="4318270" y="1127667"/>
                  </a:lnTo>
                  <a:lnTo>
                    <a:pt x="4395427" y="1084573"/>
                  </a:lnTo>
                  <a:lnTo>
                    <a:pt x="4477820" y="1045229"/>
                  </a:lnTo>
                  <a:lnTo>
                    <a:pt x="4564794" y="1009463"/>
                  </a:lnTo>
                  <a:lnTo>
                    <a:pt x="4655184" y="977198"/>
                  </a:lnTo>
                  <a:lnTo>
                    <a:pt x="4747245" y="948443"/>
                  </a:lnTo>
                  <a:lnTo>
                    <a:pt x="4838658" y="923257"/>
                  </a:lnTo>
                  <a:lnTo>
                    <a:pt x="4926635" y="901714"/>
                  </a:lnTo>
                  <a:lnTo>
                    <a:pt x="5008143" y="883850"/>
                  </a:lnTo>
                  <a:lnTo>
                    <a:pt x="5080253" y="869618"/>
                  </a:lnTo>
                  <a:lnTo>
                    <a:pt x="5140551" y="858844"/>
                  </a:lnTo>
                  <a:lnTo>
                    <a:pt x="5187524" y="851211"/>
                  </a:lnTo>
                  <a:lnTo>
                    <a:pt x="5220850" y="846268"/>
                  </a:lnTo>
                  <a:lnTo>
                    <a:pt x="5241505" y="843463"/>
                  </a:lnTo>
                  <a:lnTo>
                    <a:pt x="5251711" y="842190"/>
                  </a:lnTo>
                  <a:lnTo>
                    <a:pt x="5254787" y="841836"/>
                  </a:lnTo>
                  <a:lnTo>
                    <a:pt x="5254955" y="841818"/>
                  </a:lnTo>
                  <a:lnTo>
                    <a:pt x="6726343" y="841818"/>
                  </a:lnTo>
                  <a:lnTo>
                    <a:pt x="6727572" y="841798"/>
                  </a:lnTo>
                  <a:lnTo>
                    <a:pt x="6735639" y="841649"/>
                  </a:lnTo>
                  <a:lnTo>
                    <a:pt x="6755926" y="841240"/>
                  </a:lnTo>
                  <a:lnTo>
                    <a:pt x="6792077" y="840435"/>
                  </a:lnTo>
                  <a:lnTo>
                    <a:pt x="6845717" y="839109"/>
                  </a:lnTo>
                  <a:lnTo>
                    <a:pt x="6916337" y="837166"/>
                  </a:lnTo>
                  <a:lnTo>
                    <a:pt x="7001507" y="834539"/>
                  </a:lnTo>
                  <a:lnTo>
                    <a:pt x="7097445" y="831199"/>
                  </a:lnTo>
                  <a:lnTo>
                    <a:pt x="7199766" y="827145"/>
                  </a:lnTo>
                  <a:lnTo>
                    <a:pt x="7304211" y="822389"/>
                  </a:lnTo>
                  <a:lnTo>
                    <a:pt x="7407172" y="816947"/>
                  </a:lnTo>
                  <a:lnTo>
                    <a:pt x="7505958" y="810823"/>
                  </a:lnTo>
                  <a:lnTo>
                    <a:pt x="7598834" y="804000"/>
                  </a:lnTo>
                  <a:lnTo>
                    <a:pt x="7684909" y="796438"/>
                  </a:lnTo>
                  <a:lnTo>
                    <a:pt x="7763951" y="788070"/>
                  </a:lnTo>
                  <a:lnTo>
                    <a:pt x="7836208" y="778803"/>
                  </a:lnTo>
                  <a:lnTo>
                    <a:pt x="7902233" y="768518"/>
                  </a:lnTo>
                  <a:lnTo>
                    <a:pt x="7962767" y="757078"/>
                  </a:lnTo>
                  <a:lnTo>
                    <a:pt x="8018636" y="744337"/>
                  </a:lnTo>
                  <a:lnTo>
                    <a:pt x="8070688" y="730150"/>
                  </a:lnTo>
                  <a:lnTo>
                    <a:pt x="8119734" y="714405"/>
                  </a:lnTo>
                  <a:lnTo>
                    <a:pt x="8151487" y="702877"/>
                  </a:lnTo>
                  <a:lnTo>
                    <a:pt x="8203687" y="681579"/>
                  </a:lnTo>
                  <a:lnTo>
                    <a:pt x="8254246" y="658111"/>
                  </a:lnTo>
                  <a:lnTo>
                    <a:pt x="8303783" y="632441"/>
                  </a:lnTo>
                  <a:lnTo>
                    <a:pt x="8352752" y="604610"/>
                  </a:lnTo>
                  <a:lnTo>
                    <a:pt x="8401470" y="574746"/>
                  </a:lnTo>
                  <a:lnTo>
                    <a:pt x="8450144" y="543062"/>
                  </a:lnTo>
                  <a:lnTo>
                    <a:pt x="8498882" y="509858"/>
                  </a:lnTo>
                  <a:lnTo>
                    <a:pt x="8547721" y="475515"/>
                  </a:lnTo>
                  <a:lnTo>
                    <a:pt x="8596642" y="440474"/>
                  </a:lnTo>
                  <a:lnTo>
                    <a:pt x="8645590" y="405215"/>
                  </a:lnTo>
                  <a:lnTo>
                    <a:pt x="8694503" y="370234"/>
                  </a:lnTo>
                  <a:lnTo>
                    <a:pt x="8743330" y="336007"/>
                  </a:lnTo>
                  <a:lnTo>
                    <a:pt x="8792057" y="302970"/>
                  </a:lnTo>
                  <a:lnTo>
                    <a:pt x="8840728" y="271494"/>
                  </a:lnTo>
                  <a:lnTo>
                    <a:pt x="8889465" y="241869"/>
                  </a:lnTo>
                  <a:lnTo>
                    <a:pt x="8938483" y="214297"/>
                  </a:lnTo>
                  <a:lnTo>
                    <a:pt x="8988118" y="188895"/>
                  </a:lnTo>
                  <a:lnTo>
                    <a:pt x="9038840" y="165695"/>
                  </a:lnTo>
                  <a:lnTo>
                    <a:pt x="9084767" y="147113"/>
                  </a:lnTo>
                  <a:lnTo>
                    <a:pt x="9132201" y="130285"/>
                  </a:lnTo>
                  <a:lnTo>
                    <a:pt x="9182140" y="115056"/>
                  </a:lnTo>
                  <a:lnTo>
                    <a:pt x="9235343" y="101355"/>
                  </a:lnTo>
                  <a:lnTo>
                    <a:pt x="9292637" y="89053"/>
                  </a:lnTo>
                  <a:lnTo>
                    <a:pt x="9354870" y="78006"/>
                  </a:lnTo>
                  <a:lnTo>
                    <a:pt x="9422850" y="68066"/>
                  </a:lnTo>
                  <a:lnTo>
                    <a:pt x="9497266" y="59103"/>
                  </a:lnTo>
                  <a:lnTo>
                    <a:pt x="9578590" y="51006"/>
                  </a:lnTo>
                  <a:lnTo>
                    <a:pt x="9666932" y="43691"/>
                  </a:lnTo>
                  <a:lnTo>
                    <a:pt x="9761868" y="37099"/>
                  </a:lnTo>
                  <a:lnTo>
                    <a:pt x="9862248" y="31198"/>
                  </a:lnTo>
                  <a:lnTo>
                    <a:pt x="9966034" y="25978"/>
                  </a:lnTo>
                  <a:lnTo>
                    <a:pt x="10070223" y="21448"/>
                  </a:lnTo>
                  <a:lnTo>
                    <a:pt x="10170954" y="17625"/>
                  </a:lnTo>
                  <a:lnTo>
                    <a:pt x="10263855" y="14519"/>
                  </a:lnTo>
                  <a:lnTo>
                    <a:pt x="10344653" y="12120"/>
                  </a:lnTo>
                  <a:lnTo>
                    <a:pt x="10409928" y="10386"/>
                  </a:lnTo>
                  <a:lnTo>
                    <a:pt x="10457828" y="9243"/>
                  </a:lnTo>
                  <a:lnTo>
                    <a:pt x="10488534" y="8580"/>
                  </a:lnTo>
                  <a:lnTo>
                    <a:pt x="10504353" y="8271"/>
                  </a:lnTo>
                  <a:lnTo>
                    <a:pt x="10509526" y="8179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8681" y="20"/>
                  </a:lnTo>
                  <a:lnTo>
                    <a:pt x="10500614" y="168"/>
                  </a:lnTo>
                  <a:lnTo>
                    <a:pt x="10480327" y="578"/>
                  </a:lnTo>
                  <a:lnTo>
                    <a:pt x="10444177" y="1383"/>
                  </a:lnTo>
                  <a:lnTo>
                    <a:pt x="10390536" y="2708"/>
                  </a:lnTo>
                  <a:lnTo>
                    <a:pt x="10319916" y="4652"/>
                  </a:lnTo>
                  <a:lnTo>
                    <a:pt x="10234746" y="7279"/>
                  </a:lnTo>
                  <a:lnTo>
                    <a:pt x="10138808" y="10618"/>
                  </a:lnTo>
                  <a:lnTo>
                    <a:pt x="10036487" y="14673"/>
                  </a:lnTo>
                  <a:lnTo>
                    <a:pt x="9932042" y="19429"/>
                  </a:lnTo>
                  <a:lnTo>
                    <a:pt x="9829081" y="24871"/>
                  </a:lnTo>
                  <a:lnTo>
                    <a:pt x="9730295" y="30995"/>
                  </a:lnTo>
                  <a:lnTo>
                    <a:pt x="9637419" y="37818"/>
                  </a:lnTo>
                  <a:lnTo>
                    <a:pt x="9551345" y="45380"/>
                  </a:lnTo>
                  <a:lnTo>
                    <a:pt x="9472302" y="53747"/>
                  </a:lnTo>
                  <a:lnTo>
                    <a:pt x="9400046" y="63015"/>
                  </a:lnTo>
                  <a:lnTo>
                    <a:pt x="9334020" y="73300"/>
                  </a:lnTo>
                  <a:lnTo>
                    <a:pt x="9273486" y="84740"/>
                  </a:lnTo>
                  <a:lnTo>
                    <a:pt x="9217617" y="97481"/>
                  </a:lnTo>
                  <a:lnTo>
                    <a:pt x="9165565" y="111667"/>
                  </a:lnTo>
                  <a:lnTo>
                    <a:pt x="9116519" y="127413"/>
                  </a:lnTo>
                  <a:lnTo>
                    <a:pt x="9084767" y="138940"/>
                  </a:lnTo>
                  <a:lnTo>
                    <a:pt x="9032566" y="160239"/>
                  </a:lnTo>
                  <a:lnTo>
                    <a:pt x="8982007" y="183707"/>
                  </a:lnTo>
                  <a:lnTo>
                    <a:pt x="8932471" y="209377"/>
                  </a:lnTo>
                  <a:lnTo>
                    <a:pt x="8883502" y="237208"/>
                  </a:lnTo>
                  <a:lnTo>
                    <a:pt x="8834783" y="267072"/>
                  </a:lnTo>
                  <a:lnTo>
                    <a:pt x="8786110" y="298756"/>
                  </a:lnTo>
                  <a:lnTo>
                    <a:pt x="8737371" y="331959"/>
                  </a:lnTo>
                  <a:lnTo>
                    <a:pt x="8688532" y="366303"/>
                  </a:lnTo>
                  <a:lnTo>
                    <a:pt x="8639612" y="401344"/>
                  </a:lnTo>
                  <a:lnTo>
                    <a:pt x="8590663" y="436603"/>
                  </a:lnTo>
                  <a:lnTo>
                    <a:pt x="8541750" y="471584"/>
                  </a:lnTo>
                  <a:lnTo>
                    <a:pt x="8492923" y="505811"/>
                  </a:lnTo>
                  <a:lnTo>
                    <a:pt x="8444196" y="538847"/>
                  </a:lnTo>
                  <a:lnTo>
                    <a:pt x="8395525" y="570324"/>
                  </a:lnTo>
                  <a:lnTo>
                    <a:pt x="8346789" y="599949"/>
                  </a:lnTo>
                  <a:lnTo>
                    <a:pt x="8297770" y="627521"/>
                  </a:lnTo>
                  <a:lnTo>
                    <a:pt x="8248135" y="652923"/>
                  </a:lnTo>
                  <a:lnTo>
                    <a:pt x="8197413" y="676123"/>
                  </a:lnTo>
                  <a:lnTo>
                    <a:pt x="8151487" y="694704"/>
                  </a:lnTo>
                  <a:lnTo>
                    <a:pt x="8104053" y="711533"/>
                  </a:lnTo>
                  <a:lnTo>
                    <a:pt x="8054113" y="726762"/>
                  </a:lnTo>
                  <a:lnTo>
                    <a:pt x="8000911" y="740463"/>
                  </a:lnTo>
                  <a:lnTo>
                    <a:pt x="7943616" y="752764"/>
                  </a:lnTo>
                  <a:lnTo>
                    <a:pt x="7881383" y="763812"/>
                  </a:lnTo>
                  <a:lnTo>
                    <a:pt x="7813403" y="773752"/>
                  </a:lnTo>
                  <a:lnTo>
                    <a:pt x="7738987" y="782715"/>
                  </a:lnTo>
                  <a:lnTo>
                    <a:pt x="7657663" y="790811"/>
                  </a:lnTo>
                  <a:lnTo>
                    <a:pt x="7569321" y="798126"/>
                  </a:lnTo>
                  <a:lnTo>
                    <a:pt x="7474386" y="804719"/>
                  </a:lnTo>
                  <a:lnTo>
                    <a:pt x="7374005" y="810620"/>
                  </a:lnTo>
                  <a:lnTo>
                    <a:pt x="7270219" y="815840"/>
                  </a:lnTo>
                  <a:lnTo>
                    <a:pt x="7166030" y="820369"/>
                  </a:lnTo>
                  <a:lnTo>
                    <a:pt x="7065300" y="824192"/>
                  </a:lnTo>
                  <a:lnTo>
                    <a:pt x="6972399" y="827299"/>
                  </a:lnTo>
                  <a:lnTo>
                    <a:pt x="6891601" y="829698"/>
                  </a:lnTo>
                  <a:lnTo>
                    <a:pt x="6826326" y="831431"/>
                  </a:lnTo>
                  <a:lnTo>
                    <a:pt x="6778425" y="832575"/>
                  </a:lnTo>
                  <a:lnTo>
                    <a:pt x="6747719" y="833237"/>
                  </a:lnTo>
                  <a:lnTo>
                    <a:pt x="6731900" y="833547"/>
                  </a:lnTo>
                  <a:lnTo>
                    <a:pt x="6726727" y="833639"/>
                  </a:lnTo>
                  <a:lnTo>
                    <a:pt x="6726343" y="833645"/>
                  </a:lnTo>
                  <a:lnTo>
                    <a:pt x="5254955" y="833645"/>
                  </a:lnTo>
                  <a:lnTo>
                    <a:pt x="5254106" y="833739"/>
                  </a:lnTo>
                  <a:lnTo>
                    <a:pt x="5248494" y="834406"/>
                  </a:lnTo>
                  <a:lnTo>
                    <a:pt x="5234230" y="836249"/>
                  </a:lnTo>
                  <a:lnTo>
                    <a:pt x="5208437" y="839883"/>
                  </a:lnTo>
                  <a:lnTo>
                    <a:pt x="5169403" y="845898"/>
                  </a:lnTo>
                  <a:lnTo>
                    <a:pt x="5116702" y="854807"/>
                  </a:lnTo>
                  <a:lnTo>
                    <a:pt x="5051182" y="867008"/>
                  </a:lnTo>
                  <a:lnTo>
                    <a:pt x="4974777" y="882757"/>
                  </a:lnTo>
                  <a:lnTo>
                    <a:pt x="4890171" y="902172"/>
                  </a:lnTo>
                  <a:lnTo>
                    <a:pt x="4800384" y="925258"/>
                  </a:lnTo>
                  <a:lnTo>
                    <a:pt x="4708381" y="951957"/>
                  </a:lnTo>
                  <a:lnTo>
                    <a:pt x="4616774" y="982196"/>
                  </a:lnTo>
                  <a:lnTo>
                    <a:pt x="4527645" y="1015933"/>
                  </a:lnTo>
                  <a:lnTo>
                    <a:pt x="4442491" y="1053193"/>
                  </a:lnTo>
                  <a:lnTo>
                    <a:pt x="4362251" y="1094090"/>
                  </a:lnTo>
                  <a:lnTo>
                    <a:pt x="4287390" y="1138842"/>
                  </a:lnTo>
                  <a:lnTo>
                    <a:pt x="4217999" y="1187775"/>
                  </a:lnTo>
                  <a:lnTo>
                    <a:pt x="4153893" y="1241318"/>
                  </a:lnTo>
                  <a:lnTo>
                    <a:pt x="4094699" y="1299996"/>
                  </a:lnTo>
                  <a:lnTo>
                    <a:pt x="4039927" y="1364417"/>
                  </a:lnTo>
                  <a:lnTo>
                    <a:pt x="3989020" y="1435239"/>
                  </a:lnTo>
                  <a:lnTo>
                    <a:pt x="3941398" y="1513134"/>
                  </a:lnTo>
                  <a:lnTo>
                    <a:pt x="3896486" y="1598710"/>
                  </a:lnTo>
                  <a:lnTo>
                    <a:pt x="3853742" y="1692406"/>
                  </a:lnTo>
                  <a:lnTo>
                    <a:pt x="3829811" y="1750383"/>
                  </a:lnTo>
                  <a:lnTo>
                    <a:pt x="3801593" y="1823924"/>
                  </a:lnTo>
                  <a:lnTo>
                    <a:pt x="3773945" y="1901511"/>
                  </a:lnTo>
                  <a:lnTo>
                    <a:pt x="3746751" y="1983225"/>
                  </a:lnTo>
                  <a:lnTo>
                    <a:pt x="3719910" y="2069109"/>
                  </a:lnTo>
                  <a:lnTo>
                    <a:pt x="3693339" y="2159171"/>
                  </a:lnTo>
                  <a:lnTo>
                    <a:pt x="3666965" y="2253376"/>
                  </a:lnTo>
                  <a:lnTo>
                    <a:pt x="3640729" y="2351643"/>
                  </a:lnTo>
                  <a:lnTo>
                    <a:pt x="3614583" y="2453847"/>
                  </a:lnTo>
                  <a:lnTo>
                    <a:pt x="3588487" y="2559816"/>
                  </a:lnTo>
                  <a:lnTo>
                    <a:pt x="3562410" y="2669326"/>
                  </a:lnTo>
                  <a:lnTo>
                    <a:pt x="3536332" y="2782107"/>
                  </a:lnTo>
                  <a:lnTo>
                    <a:pt x="3510235" y="2897844"/>
                  </a:lnTo>
                  <a:lnTo>
                    <a:pt x="3484111" y="3016173"/>
                  </a:lnTo>
                  <a:lnTo>
                    <a:pt x="3457958" y="3136697"/>
                  </a:lnTo>
                  <a:lnTo>
                    <a:pt x="3431777" y="3258978"/>
                  </a:lnTo>
                  <a:lnTo>
                    <a:pt x="3405571" y="3382553"/>
                  </a:lnTo>
                  <a:lnTo>
                    <a:pt x="3379351" y="3506938"/>
                  </a:lnTo>
                  <a:lnTo>
                    <a:pt x="3353124" y="3631634"/>
                  </a:lnTo>
                  <a:lnTo>
                    <a:pt x="3326900" y="3756136"/>
                  </a:lnTo>
                  <a:lnTo>
                    <a:pt x="3300691" y="3879945"/>
                  </a:lnTo>
                  <a:lnTo>
                    <a:pt x="3274503" y="4002571"/>
                  </a:lnTo>
                  <a:lnTo>
                    <a:pt x="3248343" y="4123546"/>
                  </a:lnTo>
                  <a:lnTo>
                    <a:pt x="3222213" y="4242426"/>
                  </a:lnTo>
                  <a:lnTo>
                    <a:pt x="3196110" y="4358802"/>
                  </a:lnTo>
                  <a:lnTo>
                    <a:pt x="3170028" y="4472305"/>
                  </a:lnTo>
                  <a:lnTo>
                    <a:pt x="3143953" y="4582605"/>
                  </a:lnTo>
                  <a:lnTo>
                    <a:pt x="3117864" y="4689424"/>
                  </a:lnTo>
                  <a:lnTo>
                    <a:pt x="3091733" y="4792526"/>
                  </a:lnTo>
                  <a:lnTo>
                    <a:pt x="3065522" y="4891727"/>
                  </a:lnTo>
                  <a:lnTo>
                    <a:pt x="3039185" y="4986890"/>
                  </a:lnTo>
                  <a:lnTo>
                    <a:pt x="3012666" y="5077925"/>
                  </a:lnTo>
                  <a:lnTo>
                    <a:pt x="2985895" y="5164787"/>
                  </a:lnTo>
                  <a:lnTo>
                    <a:pt x="2958792" y="5247473"/>
                  </a:lnTo>
                  <a:lnTo>
                    <a:pt x="2931260" y="5326020"/>
                  </a:lnTo>
                  <a:lnTo>
                    <a:pt x="2903187" y="5400497"/>
                  </a:lnTo>
                  <a:lnTo>
                    <a:pt x="2896531" y="5417335"/>
                  </a:lnTo>
                  <a:lnTo>
                    <a:pt x="2854818" y="5515805"/>
                  </a:lnTo>
                  <a:lnTo>
                    <a:pt x="2811223" y="5606042"/>
                  </a:lnTo>
                  <a:lnTo>
                    <a:pt x="2765238" y="5688315"/>
                  </a:lnTo>
                  <a:lnTo>
                    <a:pt x="2716303" y="5763149"/>
                  </a:lnTo>
                  <a:lnTo>
                    <a:pt x="2663838" y="5831192"/>
                  </a:lnTo>
                  <a:lnTo>
                    <a:pt x="2607267" y="5893114"/>
                  </a:lnTo>
                  <a:lnTo>
                    <a:pt x="2546057" y="5949559"/>
                  </a:lnTo>
                  <a:lnTo>
                    <a:pt x="2479760" y="6001100"/>
                  </a:lnTo>
                  <a:lnTo>
                    <a:pt x="2408073" y="6048224"/>
                  </a:lnTo>
                  <a:lnTo>
                    <a:pt x="2330915" y="6091319"/>
                  </a:lnTo>
                  <a:lnTo>
                    <a:pt x="2248522" y="6130662"/>
                  </a:lnTo>
                  <a:lnTo>
                    <a:pt x="2161548" y="6166429"/>
                  </a:lnTo>
                  <a:lnTo>
                    <a:pt x="2071158" y="6198693"/>
                  </a:lnTo>
                  <a:lnTo>
                    <a:pt x="1979097" y="6227449"/>
                  </a:lnTo>
                  <a:lnTo>
                    <a:pt x="1887684" y="6252635"/>
                  </a:lnTo>
                  <a:lnTo>
                    <a:pt x="1799707" y="6274178"/>
                  </a:lnTo>
                  <a:lnTo>
                    <a:pt x="1718199" y="6292041"/>
                  </a:lnTo>
                  <a:lnTo>
                    <a:pt x="1646089" y="6306273"/>
                  </a:lnTo>
                  <a:lnTo>
                    <a:pt x="1585791" y="6317048"/>
                  </a:lnTo>
                  <a:lnTo>
                    <a:pt x="1538818" y="6324681"/>
                  </a:lnTo>
                  <a:lnTo>
                    <a:pt x="1505492" y="6329624"/>
                  </a:lnTo>
                  <a:lnTo>
                    <a:pt x="1484837" y="6332429"/>
                  </a:lnTo>
                  <a:lnTo>
                    <a:pt x="1474631" y="6333701"/>
                  </a:lnTo>
                  <a:lnTo>
                    <a:pt x="1471555" y="6334055"/>
                  </a:lnTo>
                  <a:lnTo>
                    <a:pt x="1471387" y="6334073"/>
                  </a:lnTo>
                  <a:lnTo>
                    <a:pt x="0" y="6334073"/>
                  </a:lnTo>
                  <a:close/>
                </a:path>
              </a:pathLst>
            </a:custGeom>
            <a:solidFill>
              <a:srgbClr val="63D9C8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2127" name="pl2127"/>
            <p:cNvSpPr/>
            <p:nvPr/>
          </p:nvSpPr>
          <p:spPr>
            <a:xfrm>
              <a:off x="4799595" y="4750926"/>
              <a:ext cx="11981298" cy="6334073"/>
            </a:xfrm>
            <a:custGeom>
              <a:avLst/>
              <a:pathLst>
                <a:path w="11981298" h="6334073">
                  <a:moveTo>
                    <a:pt x="0" y="6334073"/>
                  </a:moveTo>
                  <a:lnTo>
                    <a:pt x="1471387" y="6334073"/>
                  </a:lnTo>
                  <a:lnTo>
                    <a:pt x="1472236" y="6333979"/>
                  </a:lnTo>
                  <a:lnTo>
                    <a:pt x="1477848" y="6333312"/>
                  </a:lnTo>
                  <a:lnTo>
                    <a:pt x="1492112" y="6331469"/>
                  </a:lnTo>
                  <a:lnTo>
                    <a:pt x="1517905" y="6327835"/>
                  </a:lnTo>
                  <a:lnTo>
                    <a:pt x="1556939" y="6321821"/>
                  </a:lnTo>
                  <a:lnTo>
                    <a:pt x="1609640" y="6312912"/>
                  </a:lnTo>
                  <a:lnTo>
                    <a:pt x="1675160" y="6300710"/>
                  </a:lnTo>
                  <a:lnTo>
                    <a:pt x="1751565" y="6284961"/>
                  </a:lnTo>
                  <a:lnTo>
                    <a:pt x="1836171" y="6265547"/>
                  </a:lnTo>
                  <a:lnTo>
                    <a:pt x="1925958" y="6242461"/>
                  </a:lnTo>
                  <a:lnTo>
                    <a:pt x="2017961" y="6215761"/>
                  </a:lnTo>
                  <a:lnTo>
                    <a:pt x="2109568" y="6185522"/>
                  </a:lnTo>
                  <a:lnTo>
                    <a:pt x="2198697" y="6151785"/>
                  </a:lnTo>
                  <a:lnTo>
                    <a:pt x="2283852" y="6114526"/>
                  </a:lnTo>
                  <a:lnTo>
                    <a:pt x="2364091" y="6073629"/>
                  </a:lnTo>
                  <a:lnTo>
                    <a:pt x="2438952" y="6028876"/>
                  </a:lnTo>
                  <a:lnTo>
                    <a:pt x="2508343" y="5979944"/>
                  </a:lnTo>
                  <a:lnTo>
                    <a:pt x="2572449" y="5926401"/>
                  </a:lnTo>
                  <a:lnTo>
                    <a:pt x="2631643" y="5867722"/>
                  </a:lnTo>
                  <a:lnTo>
                    <a:pt x="2686415" y="5803302"/>
                  </a:lnTo>
                  <a:lnTo>
                    <a:pt x="2737322" y="5732479"/>
                  </a:lnTo>
                  <a:lnTo>
                    <a:pt x="2784944" y="5654585"/>
                  </a:lnTo>
                  <a:lnTo>
                    <a:pt x="2829856" y="5569008"/>
                  </a:lnTo>
                  <a:lnTo>
                    <a:pt x="2872600" y="5475313"/>
                  </a:lnTo>
                  <a:lnTo>
                    <a:pt x="2896531" y="5417335"/>
                  </a:lnTo>
                  <a:lnTo>
                    <a:pt x="2924749" y="5343795"/>
                  </a:lnTo>
                  <a:lnTo>
                    <a:pt x="2952397" y="5266207"/>
                  </a:lnTo>
                  <a:lnTo>
                    <a:pt x="2979591" y="5184494"/>
                  </a:lnTo>
                  <a:lnTo>
                    <a:pt x="3006432" y="5098609"/>
                  </a:lnTo>
                  <a:lnTo>
                    <a:pt x="3033003" y="5008547"/>
                  </a:lnTo>
                  <a:lnTo>
                    <a:pt x="3059377" y="4914343"/>
                  </a:lnTo>
                  <a:lnTo>
                    <a:pt x="3085613" y="4816076"/>
                  </a:lnTo>
                  <a:lnTo>
                    <a:pt x="3111759" y="4713871"/>
                  </a:lnTo>
                  <a:lnTo>
                    <a:pt x="3137855" y="4607903"/>
                  </a:lnTo>
                  <a:lnTo>
                    <a:pt x="3163932" y="4498393"/>
                  </a:lnTo>
                  <a:lnTo>
                    <a:pt x="3190011" y="4385611"/>
                  </a:lnTo>
                  <a:lnTo>
                    <a:pt x="3216107" y="4269875"/>
                  </a:lnTo>
                  <a:lnTo>
                    <a:pt x="3242231" y="4151545"/>
                  </a:lnTo>
                  <a:lnTo>
                    <a:pt x="3268384" y="4031022"/>
                  </a:lnTo>
                  <a:lnTo>
                    <a:pt x="3294566" y="3908741"/>
                  </a:lnTo>
                  <a:lnTo>
                    <a:pt x="3320771" y="3785165"/>
                  </a:lnTo>
                  <a:lnTo>
                    <a:pt x="3346991" y="3660780"/>
                  </a:lnTo>
                  <a:lnTo>
                    <a:pt x="3373219" y="3536085"/>
                  </a:lnTo>
                  <a:lnTo>
                    <a:pt x="3399442" y="3411582"/>
                  </a:lnTo>
                  <a:lnTo>
                    <a:pt x="3425651" y="3287773"/>
                  </a:lnTo>
                  <a:lnTo>
                    <a:pt x="3451839" y="3165147"/>
                  </a:lnTo>
                  <a:lnTo>
                    <a:pt x="3477999" y="3044173"/>
                  </a:lnTo>
                  <a:lnTo>
                    <a:pt x="3504129" y="2925293"/>
                  </a:lnTo>
                  <a:lnTo>
                    <a:pt x="3530232" y="2808916"/>
                  </a:lnTo>
                  <a:lnTo>
                    <a:pt x="3556314" y="2695414"/>
                  </a:lnTo>
                  <a:lnTo>
                    <a:pt x="3582389" y="2585113"/>
                  </a:lnTo>
                  <a:lnTo>
                    <a:pt x="3608478" y="2478295"/>
                  </a:lnTo>
                  <a:lnTo>
                    <a:pt x="3634609" y="2375193"/>
                  </a:lnTo>
                  <a:lnTo>
                    <a:pt x="3660820" y="2275992"/>
                  </a:lnTo>
                  <a:lnTo>
                    <a:pt x="3687157" y="2180829"/>
                  </a:lnTo>
                  <a:lnTo>
                    <a:pt x="3713676" y="2089794"/>
                  </a:lnTo>
                  <a:lnTo>
                    <a:pt x="3740447" y="2002932"/>
                  </a:lnTo>
                  <a:lnTo>
                    <a:pt x="3767550" y="1920245"/>
                  </a:lnTo>
                  <a:lnTo>
                    <a:pt x="3795082" y="1841699"/>
                  </a:lnTo>
                  <a:lnTo>
                    <a:pt x="3823155" y="1767221"/>
                  </a:lnTo>
                  <a:lnTo>
                    <a:pt x="3829811" y="1750383"/>
                  </a:lnTo>
                  <a:lnTo>
                    <a:pt x="3871524" y="1651914"/>
                  </a:lnTo>
                  <a:lnTo>
                    <a:pt x="3915119" y="1561676"/>
                  </a:lnTo>
                  <a:lnTo>
                    <a:pt x="3961104" y="1479404"/>
                  </a:lnTo>
                  <a:lnTo>
                    <a:pt x="4010039" y="1404569"/>
                  </a:lnTo>
                  <a:lnTo>
                    <a:pt x="4062505" y="1336527"/>
                  </a:lnTo>
                  <a:lnTo>
                    <a:pt x="4119075" y="1274604"/>
                  </a:lnTo>
                  <a:lnTo>
                    <a:pt x="4180285" y="1218160"/>
                  </a:lnTo>
                  <a:lnTo>
                    <a:pt x="4246582" y="1166619"/>
                  </a:lnTo>
                  <a:lnTo>
                    <a:pt x="4318270" y="1119494"/>
                  </a:lnTo>
                  <a:lnTo>
                    <a:pt x="4395427" y="1076400"/>
                  </a:lnTo>
                  <a:lnTo>
                    <a:pt x="4477820" y="1037056"/>
                  </a:lnTo>
                  <a:lnTo>
                    <a:pt x="4564794" y="1001290"/>
                  </a:lnTo>
                  <a:lnTo>
                    <a:pt x="4655184" y="969025"/>
                  </a:lnTo>
                  <a:lnTo>
                    <a:pt x="4747245" y="940270"/>
                  </a:lnTo>
                  <a:lnTo>
                    <a:pt x="4838658" y="915084"/>
                  </a:lnTo>
                  <a:lnTo>
                    <a:pt x="4926635" y="893541"/>
                  </a:lnTo>
                  <a:lnTo>
                    <a:pt x="5008143" y="875677"/>
                  </a:lnTo>
                  <a:lnTo>
                    <a:pt x="5080253" y="861445"/>
                  </a:lnTo>
                  <a:lnTo>
                    <a:pt x="5140551" y="850671"/>
                  </a:lnTo>
                  <a:lnTo>
                    <a:pt x="5187524" y="843038"/>
                  </a:lnTo>
                  <a:lnTo>
                    <a:pt x="5220850" y="838095"/>
                  </a:lnTo>
                  <a:lnTo>
                    <a:pt x="5241505" y="835290"/>
                  </a:lnTo>
                  <a:lnTo>
                    <a:pt x="5251711" y="834017"/>
                  </a:lnTo>
                  <a:lnTo>
                    <a:pt x="5254787" y="833663"/>
                  </a:lnTo>
                  <a:lnTo>
                    <a:pt x="5254955" y="833645"/>
                  </a:lnTo>
                  <a:lnTo>
                    <a:pt x="6726343" y="833645"/>
                  </a:lnTo>
                  <a:lnTo>
                    <a:pt x="6727572" y="833625"/>
                  </a:lnTo>
                  <a:lnTo>
                    <a:pt x="6735639" y="833476"/>
                  </a:lnTo>
                  <a:lnTo>
                    <a:pt x="6755926" y="833067"/>
                  </a:lnTo>
                  <a:lnTo>
                    <a:pt x="6792077" y="832262"/>
                  </a:lnTo>
                  <a:lnTo>
                    <a:pt x="6845717" y="830936"/>
                  </a:lnTo>
                  <a:lnTo>
                    <a:pt x="6916337" y="828993"/>
                  </a:lnTo>
                  <a:lnTo>
                    <a:pt x="7001507" y="826366"/>
                  </a:lnTo>
                  <a:lnTo>
                    <a:pt x="7097445" y="823026"/>
                  </a:lnTo>
                  <a:lnTo>
                    <a:pt x="7199766" y="818972"/>
                  </a:lnTo>
                  <a:lnTo>
                    <a:pt x="7304211" y="814216"/>
                  </a:lnTo>
                  <a:lnTo>
                    <a:pt x="7407172" y="808774"/>
                  </a:lnTo>
                  <a:lnTo>
                    <a:pt x="7505958" y="802650"/>
                  </a:lnTo>
                  <a:lnTo>
                    <a:pt x="7598834" y="795827"/>
                  </a:lnTo>
                  <a:lnTo>
                    <a:pt x="7684909" y="788265"/>
                  </a:lnTo>
                  <a:lnTo>
                    <a:pt x="7763951" y="779897"/>
                  </a:lnTo>
                  <a:lnTo>
                    <a:pt x="7836208" y="770630"/>
                  </a:lnTo>
                  <a:lnTo>
                    <a:pt x="7902233" y="760345"/>
                  </a:lnTo>
                  <a:lnTo>
                    <a:pt x="7962767" y="748905"/>
                  </a:lnTo>
                  <a:lnTo>
                    <a:pt x="8018636" y="736164"/>
                  </a:lnTo>
                  <a:lnTo>
                    <a:pt x="8070688" y="721977"/>
                  </a:lnTo>
                  <a:lnTo>
                    <a:pt x="8119734" y="706232"/>
                  </a:lnTo>
                  <a:lnTo>
                    <a:pt x="8151487" y="694704"/>
                  </a:lnTo>
                  <a:lnTo>
                    <a:pt x="8203687" y="673406"/>
                  </a:lnTo>
                  <a:lnTo>
                    <a:pt x="8254246" y="649938"/>
                  </a:lnTo>
                  <a:lnTo>
                    <a:pt x="8303783" y="624268"/>
                  </a:lnTo>
                  <a:lnTo>
                    <a:pt x="8352752" y="596437"/>
                  </a:lnTo>
                  <a:lnTo>
                    <a:pt x="8401470" y="566573"/>
                  </a:lnTo>
                  <a:lnTo>
                    <a:pt x="8450144" y="534889"/>
                  </a:lnTo>
                  <a:lnTo>
                    <a:pt x="8498882" y="501685"/>
                  </a:lnTo>
                  <a:lnTo>
                    <a:pt x="8547721" y="467342"/>
                  </a:lnTo>
                  <a:lnTo>
                    <a:pt x="8596642" y="432301"/>
                  </a:lnTo>
                  <a:lnTo>
                    <a:pt x="8645590" y="397042"/>
                  </a:lnTo>
                  <a:lnTo>
                    <a:pt x="8694503" y="362061"/>
                  </a:lnTo>
                  <a:lnTo>
                    <a:pt x="8743330" y="327834"/>
                  </a:lnTo>
                  <a:lnTo>
                    <a:pt x="8792057" y="294797"/>
                  </a:lnTo>
                  <a:lnTo>
                    <a:pt x="8840728" y="263321"/>
                  </a:lnTo>
                  <a:lnTo>
                    <a:pt x="8889465" y="233696"/>
                  </a:lnTo>
                  <a:lnTo>
                    <a:pt x="8938483" y="206124"/>
                  </a:lnTo>
                  <a:lnTo>
                    <a:pt x="8988118" y="180722"/>
                  </a:lnTo>
                  <a:lnTo>
                    <a:pt x="9038840" y="157522"/>
                  </a:lnTo>
                  <a:lnTo>
                    <a:pt x="9084767" y="138940"/>
                  </a:lnTo>
                  <a:lnTo>
                    <a:pt x="9132201" y="122112"/>
                  </a:lnTo>
                  <a:lnTo>
                    <a:pt x="9182140" y="106883"/>
                  </a:lnTo>
                  <a:lnTo>
                    <a:pt x="9235343" y="93182"/>
                  </a:lnTo>
                  <a:lnTo>
                    <a:pt x="9292637" y="80880"/>
                  </a:lnTo>
                  <a:lnTo>
                    <a:pt x="9354870" y="69833"/>
                  </a:lnTo>
                  <a:lnTo>
                    <a:pt x="9422850" y="59893"/>
                  </a:lnTo>
                  <a:lnTo>
                    <a:pt x="9497266" y="50930"/>
                  </a:lnTo>
                  <a:lnTo>
                    <a:pt x="9578590" y="42833"/>
                  </a:lnTo>
                  <a:lnTo>
                    <a:pt x="9666932" y="35518"/>
                  </a:lnTo>
                  <a:lnTo>
                    <a:pt x="9761868" y="28926"/>
                  </a:lnTo>
                  <a:lnTo>
                    <a:pt x="9862248" y="23025"/>
                  </a:lnTo>
                  <a:lnTo>
                    <a:pt x="9966034" y="17805"/>
                  </a:lnTo>
                  <a:lnTo>
                    <a:pt x="10070223" y="13275"/>
                  </a:lnTo>
                  <a:lnTo>
                    <a:pt x="10170954" y="9452"/>
                  </a:lnTo>
                  <a:lnTo>
                    <a:pt x="10263855" y="6346"/>
                  </a:lnTo>
                  <a:lnTo>
                    <a:pt x="10344653" y="3947"/>
                  </a:lnTo>
                  <a:lnTo>
                    <a:pt x="10409928" y="2213"/>
                  </a:lnTo>
                  <a:lnTo>
                    <a:pt x="10457828" y="1070"/>
                  </a:lnTo>
                  <a:lnTo>
                    <a:pt x="10488534" y="407"/>
                  </a:lnTo>
                  <a:lnTo>
                    <a:pt x="10504353" y="98"/>
                  </a:lnTo>
                  <a:lnTo>
                    <a:pt x="10509526" y="6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28" name="pl2128"/>
            <p:cNvSpPr/>
            <p:nvPr/>
          </p:nvSpPr>
          <p:spPr>
            <a:xfrm>
              <a:off x="4799595" y="4742753"/>
              <a:ext cx="11981298" cy="6334073"/>
            </a:xfrm>
            <a:custGeom>
              <a:avLst/>
              <a:pathLst>
                <a:path w="11981298" h="6334073">
                  <a:moveTo>
                    <a:pt x="11981298" y="0"/>
                  </a:moveTo>
                  <a:lnTo>
                    <a:pt x="10509911" y="0"/>
                  </a:lnTo>
                  <a:lnTo>
                    <a:pt x="10508681" y="20"/>
                  </a:lnTo>
                  <a:lnTo>
                    <a:pt x="10500614" y="168"/>
                  </a:lnTo>
                  <a:lnTo>
                    <a:pt x="10480327" y="578"/>
                  </a:lnTo>
                  <a:lnTo>
                    <a:pt x="10444177" y="1383"/>
                  </a:lnTo>
                  <a:lnTo>
                    <a:pt x="10390536" y="2708"/>
                  </a:lnTo>
                  <a:lnTo>
                    <a:pt x="10319916" y="4652"/>
                  </a:lnTo>
                  <a:lnTo>
                    <a:pt x="10234746" y="7279"/>
                  </a:lnTo>
                  <a:lnTo>
                    <a:pt x="10138808" y="10618"/>
                  </a:lnTo>
                  <a:lnTo>
                    <a:pt x="10036487" y="14673"/>
                  </a:lnTo>
                  <a:lnTo>
                    <a:pt x="9932042" y="19429"/>
                  </a:lnTo>
                  <a:lnTo>
                    <a:pt x="9829081" y="24871"/>
                  </a:lnTo>
                  <a:lnTo>
                    <a:pt x="9730295" y="30995"/>
                  </a:lnTo>
                  <a:lnTo>
                    <a:pt x="9637419" y="37818"/>
                  </a:lnTo>
                  <a:lnTo>
                    <a:pt x="9551345" y="45380"/>
                  </a:lnTo>
                  <a:lnTo>
                    <a:pt x="9472302" y="53747"/>
                  </a:lnTo>
                  <a:lnTo>
                    <a:pt x="9400046" y="63015"/>
                  </a:lnTo>
                  <a:lnTo>
                    <a:pt x="9334020" y="73300"/>
                  </a:lnTo>
                  <a:lnTo>
                    <a:pt x="9273486" y="84740"/>
                  </a:lnTo>
                  <a:lnTo>
                    <a:pt x="9217617" y="97481"/>
                  </a:lnTo>
                  <a:lnTo>
                    <a:pt x="9165565" y="111667"/>
                  </a:lnTo>
                  <a:lnTo>
                    <a:pt x="9116519" y="127413"/>
                  </a:lnTo>
                  <a:lnTo>
                    <a:pt x="9084767" y="138940"/>
                  </a:lnTo>
                  <a:lnTo>
                    <a:pt x="9032566" y="160239"/>
                  </a:lnTo>
                  <a:lnTo>
                    <a:pt x="8982007" y="183707"/>
                  </a:lnTo>
                  <a:lnTo>
                    <a:pt x="8932471" y="209377"/>
                  </a:lnTo>
                  <a:lnTo>
                    <a:pt x="8883502" y="237208"/>
                  </a:lnTo>
                  <a:lnTo>
                    <a:pt x="8834783" y="267072"/>
                  </a:lnTo>
                  <a:lnTo>
                    <a:pt x="8786110" y="298756"/>
                  </a:lnTo>
                  <a:lnTo>
                    <a:pt x="8737371" y="331959"/>
                  </a:lnTo>
                  <a:lnTo>
                    <a:pt x="8688532" y="366303"/>
                  </a:lnTo>
                  <a:lnTo>
                    <a:pt x="8639612" y="401344"/>
                  </a:lnTo>
                  <a:lnTo>
                    <a:pt x="8590663" y="436603"/>
                  </a:lnTo>
                  <a:lnTo>
                    <a:pt x="8541750" y="471584"/>
                  </a:lnTo>
                  <a:lnTo>
                    <a:pt x="8492923" y="505811"/>
                  </a:lnTo>
                  <a:lnTo>
                    <a:pt x="8444196" y="538847"/>
                  </a:lnTo>
                  <a:lnTo>
                    <a:pt x="8395525" y="570324"/>
                  </a:lnTo>
                  <a:lnTo>
                    <a:pt x="8346789" y="599949"/>
                  </a:lnTo>
                  <a:lnTo>
                    <a:pt x="8297770" y="627521"/>
                  </a:lnTo>
                  <a:lnTo>
                    <a:pt x="8248135" y="652923"/>
                  </a:lnTo>
                  <a:lnTo>
                    <a:pt x="8197413" y="676123"/>
                  </a:lnTo>
                  <a:lnTo>
                    <a:pt x="8151487" y="694704"/>
                  </a:lnTo>
                  <a:lnTo>
                    <a:pt x="8104053" y="711533"/>
                  </a:lnTo>
                  <a:lnTo>
                    <a:pt x="8054113" y="726762"/>
                  </a:lnTo>
                  <a:lnTo>
                    <a:pt x="8000911" y="740463"/>
                  </a:lnTo>
                  <a:lnTo>
                    <a:pt x="7943616" y="752764"/>
                  </a:lnTo>
                  <a:lnTo>
                    <a:pt x="7881383" y="763812"/>
                  </a:lnTo>
                  <a:lnTo>
                    <a:pt x="7813403" y="773752"/>
                  </a:lnTo>
                  <a:lnTo>
                    <a:pt x="7738987" y="782715"/>
                  </a:lnTo>
                  <a:lnTo>
                    <a:pt x="7657663" y="790811"/>
                  </a:lnTo>
                  <a:lnTo>
                    <a:pt x="7569321" y="798126"/>
                  </a:lnTo>
                  <a:lnTo>
                    <a:pt x="7474386" y="804719"/>
                  </a:lnTo>
                  <a:lnTo>
                    <a:pt x="7374005" y="810620"/>
                  </a:lnTo>
                  <a:lnTo>
                    <a:pt x="7270219" y="815840"/>
                  </a:lnTo>
                  <a:lnTo>
                    <a:pt x="7166030" y="820369"/>
                  </a:lnTo>
                  <a:lnTo>
                    <a:pt x="7065300" y="824192"/>
                  </a:lnTo>
                  <a:lnTo>
                    <a:pt x="6972399" y="827299"/>
                  </a:lnTo>
                  <a:lnTo>
                    <a:pt x="6891601" y="829698"/>
                  </a:lnTo>
                  <a:lnTo>
                    <a:pt x="6826326" y="831431"/>
                  </a:lnTo>
                  <a:lnTo>
                    <a:pt x="6778425" y="832575"/>
                  </a:lnTo>
                  <a:lnTo>
                    <a:pt x="6747719" y="833237"/>
                  </a:lnTo>
                  <a:lnTo>
                    <a:pt x="6731900" y="833547"/>
                  </a:lnTo>
                  <a:lnTo>
                    <a:pt x="6726727" y="833639"/>
                  </a:lnTo>
                  <a:lnTo>
                    <a:pt x="6726343" y="833645"/>
                  </a:lnTo>
                  <a:lnTo>
                    <a:pt x="5254955" y="833645"/>
                  </a:lnTo>
                  <a:lnTo>
                    <a:pt x="5254106" y="833739"/>
                  </a:lnTo>
                  <a:lnTo>
                    <a:pt x="5248494" y="834406"/>
                  </a:lnTo>
                  <a:lnTo>
                    <a:pt x="5234230" y="836249"/>
                  </a:lnTo>
                  <a:lnTo>
                    <a:pt x="5208437" y="839883"/>
                  </a:lnTo>
                  <a:lnTo>
                    <a:pt x="5169403" y="845898"/>
                  </a:lnTo>
                  <a:lnTo>
                    <a:pt x="5116702" y="854807"/>
                  </a:lnTo>
                  <a:lnTo>
                    <a:pt x="5051182" y="867008"/>
                  </a:lnTo>
                  <a:lnTo>
                    <a:pt x="4974777" y="882757"/>
                  </a:lnTo>
                  <a:lnTo>
                    <a:pt x="4890171" y="902172"/>
                  </a:lnTo>
                  <a:lnTo>
                    <a:pt x="4800384" y="925258"/>
                  </a:lnTo>
                  <a:lnTo>
                    <a:pt x="4708381" y="951957"/>
                  </a:lnTo>
                  <a:lnTo>
                    <a:pt x="4616774" y="982196"/>
                  </a:lnTo>
                  <a:lnTo>
                    <a:pt x="4527645" y="1015933"/>
                  </a:lnTo>
                  <a:lnTo>
                    <a:pt x="4442491" y="1053193"/>
                  </a:lnTo>
                  <a:lnTo>
                    <a:pt x="4362251" y="1094090"/>
                  </a:lnTo>
                  <a:lnTo>
                    <a:pt x="4287390" y="1138842"/>
                  </a:lnTo>
                  <a:lnTo>
                    <a:pt x="4217999" y="1187775"/>
                  </a:lnTo>
                  <a:lnTo>
                    <a:pt x="4153893" y="1241318"/>
                  </a:lnTo>
                  <a:lnTo>
                    <a:pt x="4094699" y="1299996"/>
                  </a:lnTo>
                  <a:lnTo>
                    <a:pt x="4039927" y="1364417"/>
                  </a:lnTo>
                  <a:lnTo>
                    <a:pt x="3989020" y="1435239"/>
                  </a:lnTo>
                  <a:lnTo>
                    <a:pt x="3941398" y="1513134"/>
                  </a:lnTo>
                  <a:lnTo>
                    <a:pt x="3896486" y="1598710"/>
                  </a:lnTo>
                  <a:lnTo>
                    <a:pt x="3853742" y="1692406"/>
                  </a:lnTo>
                  <a:lnTo>
                    <a:pt x="3829811" y="1750383"/>
                  </a:lnTo>
                  <a:lnTo>
                    <a:pt x="3801593" y="1823924"/>
                  </a:lnTo>
                  <a:lnTo>
                    <a:pt x="3773945" y="1901511"/>
                  </a:lnTo>
                  <a:lnTo>
                    <a:pt x="3746751" y="1983225"/>
                  </a:lnTo>
                  <a:lnTo>
                    <a:pt x="3719910" y="2069109"/>
                  </a:lnTo>
                  <a:lnTo>
                    <a:pt x="3693339" y="2159171"/>
                  </a:lnTo>
                  <a:lnTo>
                    <a:pt x="3666965" y="2253376"/>
                  </a:lnTo>
                  <a:lnTo>
                    <a:pt x="3640729" y="2351643"/>
                  </a:lnTo>
                  <a:lnTo>
                    <a:pt x="3614583" y="2453847"/>
                  </a:lnTo>
                  <a:lnTo>
                    <a:pt x="3588487" y="2559816"/>
                  </a:lnTo>
                  <a:lnTo>
                    <a:pt x="3562410" y="2669326"/>
                  </a:lnTo>
                  <a:lnTo>
                    <a:pt x="3536332" y="2782107"/>
                  </a:lnTo>
                  <a:lnTo>
                    <a:pt x="3510235" y="2897844"/>
                  </a:lnTo>
                  <a:lnTo>
                    <a:pt x="3484111" y="3016173"/>
                  </a:lnTo>
                  <a:lnTo>
                    <a:pt x="3457958" y="3136697"/>
                  </a:lnTo>
                  <a:lnTo>
                    <a:pt x="3431777" y="3258978"/>
                  </a:lnTo>
                  <a:lnTo>
                    <a:pt x="3405571" y="3382553"/>
                  </a:lnTo>
                  <a:lnTo>
                    <a:pt x="3379351" y="3506938"/>
                  </a:lnTo>
                  <a:lnTo>
                    <a:pt x="3353124" y="3631634"/>
                  </a:lnTo>
                  <a:lnTo>
                    <a:pt x="3326900" y="3756136"/>
                  </a:lnTo>
                  <a:lnTo>
                    <a:pt x="3300691" y="3879945"/>
                  </a:lnTo>
                  <a:lnTo>
                    <a:pt x="3274503" y="4002571"/>
                  </a:lnTo>
                  <a:lnTo>
                    <a:pt x="3248343" y="4123546"/>
                  </a:lnTo>
                  <a:lnTo>
                    <a:pt x="3222213" y="4242426"/>
                  </a:lnTo>
                  <a:lnTo>
                    <a:pt x="3196110" y="4358802"/>
                  </a:lnTo>
                  <a:lnTo>
                    <a:pt x="3170028" y="4472305"/>
                  </a:lnTo>
                  <a:lnTo>
                    <a:pt x="3143953" y="4582605"/>
                  </a:lnTo>
                  <a:lnTo>
                    <a:pt x="3117864" y="4689424"/>
                  </a:lnTo>
                  <a:lnTo>
                    <a:pt x="3091733" y="4792526"/>
                  </a:lnTo>
                  <a:lnTo>
                    <a:pt x="3065522" y="4891727"/>
                  </a:lnTo>
                  <a:lnTo>
                    <a:pt x="3039185" y="4986890"/>
                  </a:lnTo>
                  <a:lnTo>
                    <a:pt x="3012666" y="5077925"/>
                  </a:lnTo>
                  <a:lnTo>
                    <a:pt x="2985895" y="5164787"/>
                  </a:lnTo>
                  <a:lnTo>
                    <a:pt x="2958792" y="5247473"/>
                  </a:lnTo>
                  <a:lnTo>
                    <a:pt x="2931260" y="5326020"/>
                  </a:lnTo>
                  <a:lnTo>
                    <a:pt x="2903187" y="5400497"/>
                  </a:lnTo>
                  <a:lnTo>
                    <a:pt x="2896531" y="5417335"/>
                  </a:lnTo>
                  <a:lnTo>
                    <a:pt x="2854818" y="5515805"/>
                  </a:lnTo>
                  <a:lnTo>
                    <a:pt x="2811223" y="5606042"/>
                  </a:lnTo>
                  <a:lnTo>
                    <a:pt x="2765238" y="5688315"/>
                  </a:lnTo>
                  <a:lnTo>
                    <a:pt x="2716303" y="5763149"/>
                  </a:lnTo>
                  <a:lnTo>
                    <a:pt x="2663838" y="5831192"/>
                  </a:lnTo>
                  <a:lnTo>
                    <a:pt x="2607267" y="5893114"/>
                  </a:lnTo>
                  <a:lnTo>
                    <a:pt x="2546057" y="5949559"/>
                  </a:lnTo>
                  <a:lnTo>
                    <a:pt x="2479760" y="6001100"/>
                  </a:lnTo>
                  <a:lnTo>
                    <a:pt x="2408073" y="6048224"/>
                  </a:lnTo>
                  <a:lnTo>
                    <a:pt x="2330915" y="6091319"/>
                  </a:lnTo>
                  <a:lnTo>
                    <a:pt x="2248522" y="6130662"/>
                  </a:lnTo>
                  <a:lnTo>
                    <a:pt x="2161548" y="6166429"/>
                  </a:lnTo>
                  <a:lnTo>
                    <a:pt x="2071158" y="6198693"/>
                  </a:lnTo>
                  <a:lnTo>
                    <a:pt x="1979097" y="6227449"/>
                  </a:lnTo>
                  <a:lnTo>
                    <a:pt x="1887684" y="6252635"/>
                  </a:lnTo>
                  <a:lnTo>
                    <a:pt x="1799707" y="6274178"/>
                  </a:lnTo>
                  <a:lnTo>
                    <a:pt x="1718199" y="6292041"/>
                  </a:lnTo>
                  <a:lnTo>
                    <a:pt x="1646089" y="6306273"/>
                  </a:lnTo>
                  <a:lnTo>
                    <a:pt x="1585791" y="6317048"/>
                  </a:lnTo>
                  <a:lnTo>
                    <a:pt x="1538818" y="6324681"/>
                  </a:lnTo>
                  <a:lnTo>
                    <a:pt x="1505492" y="6329624"/>
                  </a:lnTo>
                  <a:lnTo>
                    <a:pt x="1484837" y="6332429"/>
                  </a:lnTo>
                  <a:lnTo>
                    <a:pt x="1474631" y="6333701"/>
                  </a:lnTo>
                  <a:lnTo>
                    <a:pt x="1471555" y="6334055"/>
                  </a:lnTo>
                  <a:lnTo>
                    <a:pt x="1471387" y="6334073"/>
                  </a:lnTo>
                  <a:lnTo>
                    <a:pt x="0" y="633407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29" name="pg2129"/>
            <p:cNvSpPr/>
            <p:nvPr/>
          </p:nvSpPr>
          <p:spPr>
            <a:xfrm>
              <a:off x="4799595" y="2985558"/>
              <a:ext cx="11981298" cy="8140306"/>
            </a:xfrm>
            <a:custGeom>
              <a:avLst/>
              <a:pathLst>
                <a:path w="11981298" h="8140306">
                  <a:moveTo>
                    <a:pt x="0" y="8140306"/>
                  </a:moveTo>
                  <a:lnTo>
                    <a:pt x="1471387" y="8140306"/>
                  </a:lnTo>
                  <a:lnTo>
                    <a:pt x="1472623" y="8140296"/>
                  </a:lnTo>
                  <a:lnTo>
                    <a:pt x="1480732" y="8140224"/>
                  </a:lnTo>
                  <a:lnTo>
                    <a:pt x="1501122" y="8140027"/>
                  </a:lnTo>
                  <a:lnTo>
                    <a:pt x="1537447" y="8139637"/>
                  </a:lnTo>
                  <a:lnTo>
                    <a:pt x="1591330" y="8138997"/>
                  </a:lnTo>
                  <a:lnTo>
                    <a:pt x="1662238" y="8138059"/>
                  </a:lnTo>
                  <a:lnTo>
                    <a:pt x="1747714" y="8136791"/>
                  </a:lnTo>
                  <a:lnTo>
                    <a:pt x="1843943" y="8135179"/>
                  </a:lnTo>
                  <a:lnTo>
                    <a:pt x="1946514" y="8133222"/>
                  </a:lnTo>
                  <a:lnTo>
                    <a:pt x="2051151" y="8130928"/>
                  </a:lnTo>
                  <a:lnTo>
                    <a:pt x="2154241" y="8128302"/>
                  </a:lnTo>
                  <a:lnTo>
                    <a:pt x="2253097" y="8125348"/>
                  </a:lnTo>
                  <a:lnTo>
                    <a:pt x="2345994" y="8122056"/>
                  </a:lnTo>
                  <a:lnTo>
                    <a:pt x="2432053" y="8118408"/>
                  </a:lnTo>
                  <a:lnTo>
                    <a:pt x="2511055" y="8114370"/>
                  </a:lnTo>
                  <a:lnTo>
                    <a:pt x="2583258" y="8109897"/>
                  </a:lnTo>
                  <a:lnTo>
                    <a:pt x="2649228" y="8104931"/>
                  </a:lnTo>
                  <a:lnTo>
                    <a:pt x="2709710" y="8099407"/>
                  </a:lnTo>
                  <a:lnTo>
                    <a:pt x="2765538" y="8093253"/>
                  </a:lnTo>
                  <a:lnTo>
                    <a:pt x="2817565" y="8086400"/>
                  </a:lnTo>
                  <a:lnTo>
                    <a:pt x="2866602" y="8078793"/>
                  </a:lnTo>
                  <a:lnTo>
                    <a:pt x="2896531" y="8073560"/>
                  </a:lnTo>
                  <a:lnTo>
                    <a:pt x="2951693" y="8062705"/>
                  </a:lnTo>
                  <a:lnTo>
                    <a:pt x="3005061" y="8050682"/>
                  </a:lnTo>
                  <a:lnTo>
                    <a:pt x="3057352" y="8037476"/>
                  </a:lnTo>
                  <a:lnTo>
                    <a:pt x="3109078" y="8023118"/>
                  </a:lnTo>
                  <a:lnTo>
                    <a:pt x="3160586" y="8007690"/>
                  </a:lnTo>
                  <a:lnTo>
                    <a:pt x="3212087" y="7991326"/>
                  </a:lnTo>
                  <a:lnTo>
                    <a:pt x="3263683" y="7974211"/>
                  </a:lnTo>
                  <a:lnTo>
                    <a:pt x="3315389" y="7956577"/>
                  </a:lnTo>
                  <a:lnTo>
                    <a:pt x="3367160" y="7938686"/>
                  </a:lnTo>
                  <a:lnTo>
                    <a:pt x="3418926" y="7920817"/>
                  </a:lnTo>
                  <a:lnTo>
                    <a:pt x="3470617" y="7903246"/>
                  </a:lnTo>
                  <a:lnTo>
                    <a:pt x="3522195" y="7886234"/>
                  </a:lnTo>
                  <a:lnTo>
                    <a:pt x="3573689" y="7870003"/>
                  </a:lnTo>
                  <a:lnTo>
                    <a:pt x="3625213" y="7854732"/>
                  </a:lnTo>
                  <a:lnTo>
                    <a:pt x="3676999" y="7840547"/>
                  </a:lnTo>
                  <a:lnTo>
                    <a:pt x="3729418" y="7827523"/>
                  </a:lnTo>
                  <a:lnTo>
                    <a:pt x="3783010" y="7815682"/>
                  </a:lnTo>
                  <a:lnTo>
                    <a:pt x="3829811" y="7806575"/>
                  </a:lnTo>
                  <a:lnTo>
                    <a:pt x="3877333" y="7798477"/>
                  </a:lnTo>
                  <a:lnTo>
                    <a:pt x="3927372" y="7791150"/>
                  </a:lnTo>
                  <a:lnTo>
                    <a:pt x="3980688" y="7784559"/>
                  </a:lnTo>
                  <a:lnTo>
                    <a:pt x="4038116" y="7778643"/>
                  </a:lnTo>
                  <a:lnTo>
                    <a:pt x="4100506" y="7773330"/>
                  </a:lnTo>
                  <a:lnTo>
                    <a:pt x="4168670" y="7768552"/>
                  </a:lnTo>
                  <a:lnTo>
                    <a:pt x="4243302" y="7764243"/>
                  </a:lnTo>
                  <a:lnTo>
                    <a:pt x="4324870" y="7760352"/>
                  </a:lnTo>
                  <a:lnTo>
                    <a:pt x="4413480" y="7756837"/>
                  </a:lnTo>
                  <a:lnTo>
                    <a:pt x="4508694" y="7753671"/>
                  </a:lnTo>
                  <a:lnTo>
                    <a:pt x="4609344" y="7750837"/>
                  </a:lnTo>
                  <a:lnTo>
                    <a:pt x="4713361" y="7748331"/>
                  </a:lnTo>
                  <a:lnTo>
                    <a:pt x="4817706" y="7746159"/>
                  </a:lnTo>
                  <a:lnTo>
                    <a:pt x="4918480" y="7744328"/>
                  </a:lnTo>
                  <a:lnTo>
                    <a:pt x="5011282" y="7742842"/>
                  </a:lnTo>
                  <a:lnTo>
                    <a:pt x="5091829" y="7741696"/>
                  </a:lnTo>
                  <a:lnTo>
                    <a:pt x="5156718" y="7740871"/>
                  </a:lnTo>
                  <a:lnTo>
                    <a:pt x="5204143" y="7740329"/>
                  </a:lnTo>
                  <a:lnTo>
                    <a:pt x="5234354" y="7740017"/>
                  </a:lnTo>
                  <a:lnTo>
                    <a:pt x="5249742" y="7739873"/>
                  </a:lnTo>
                  <a:lnTo>
                    <a:pt x="5254632" y="7739831"/>
                  </a:lnTo>
                  <a:lnTo>
                    <a:pt x="5254955" y="7739829"/>
                  </a:lnTo>
                  <a:lnTo>
                    <a:pt x="6726343" y="7739829"/>
                  </a:lnTo>
                  <a:lnTo>
                    <a:pt x="6727053" y="7739719"/>
                  </a:lnTo>
                  <a:lnTo>
                    <a:pt x="6731765" y="7738938"/>
                  </a:lnTo>
                  <a:lnTo>
                    <a:pt x="6743795" y="7736781"/>
                  </a:lnTo>
                  <a:lnTo>
                    <a:pt x="6765676" y="7732527"/>
                  </a:lnTo>
                  <a:lnTo>
                    <a:pt x="6799048" y="7725473"/>
                  </a:lnTo>
                  <a:lnTo>
                    <a:pt x="6844554" y="7714985"/>
                  </a:lnTo>
                  <a:lnTo>
                    <a:pt x="6901818" y="7700548"/>
                  </a:lnTo>
                  <a:lnTo>
                    <a:pt x="6969539" y="7681799"/>
                  </a:lnTo>
                  <a:lnTo>
                    <a:pt x="7045707" y="7658530"/>
                  </a:lnTo>
                  <a:lnTo>
                    <a:pt x="7127894" y="7630675"/>
                  </a:lnTo>
                  <a:lnTo>
                    <a:pt x="7213559" y="7598270"/>
                  </a:lnTo>
                  <a:lnTo>
                    <a:pt x="7300314" y="7561396"/>
                  </a:lnTo>
                  <a:lnTo>
                    <a:pt x="7386110" y="7520135"/>
                  </a:lnTo>
                  <a:lnTo>
                    <a:pt x="7469341" y="7474518"/>
                  </a:lnTo>
                  <a:lnTo>
                    <a:pt x="7548859" y="7424497"/>
                  </a:lnTo>
                  <a:lnTo>
                    <a:pt x="7623947" y="7369919"/>
                  </a:lnTo>
                  <a:lnTo>
                    <a:pt x="7694249" y="7310518"/>
                  </a:lnTo>
                  <a:lnTo>
                    <a:pt x="7759702" y="7245907"/>
                  </a:lnTo>
                  <a:lnTo>
                    <a:pt x="7820456" y="7175586"/>
                  </a:lnTo>
                  <a:lnTo>
                    <a:pt x="7876811" y="7098946"/>
                  </a:lnTo>
                  <a:lnTo>
                    <a:pt x="7929167" y="7015289"/>
                  </a:lnTo>
                  <a:lnTo>
                    <a:pt x="7977980" y="6923847"/>
                  </a:lnTo>
                  <a:lnTo>
                    <a:pt x="8023733" y="6823831"/>
                  </a:lnTo>
                  <a:lnTo>
                    <a:pt x="8066910" y="6714491"/>
                  </a:lnTo>
                  <a:lnTo>
                    <a:pt x="8107976" y="6595216"/>
                  </a:lnTo>
                  <a:lnTo>
                    <a:pt x="8147357" y="6465684"/>
                  </a:lnTo>
                  <a:lnTo>
                    <a:pt x="8151487" y="6451220"/>
                  </a:lnTo>
                  <a:lnTo>
                    <a:pt x="8175509" y="6363722"/>
                  </a:lnTo>
                  <a:lnTo>
                    <a:pt x="8199106" y="6272130"/>
                  </a:lnTo>
                  <a:lnTo>
                    <a:pt x="8222351" y="6176367"/>
                  </a:lnTo>
                  <a:lnTo>
                    <a:pt x="8245311" y="6076385"/>
                  </a:lnTo>
                  <a:lnTo>
                    <a:pt x="8268041" y="5972159"/>
                  </a:lnTo>
                  <a:lnTo>
                    <a:pt x="8290590" y="5863695"/>
                  </a:lnTo>
                  <a:lnTo>
                    <a:pt x="8313002" y="5751031"/>
                  </a:lnTo>
                  <a:lnTo>
                    <a:pt x="8335311" y="5634234"/>
                  </a:lnTo>
                  <a:lnTo>
                    <a:pt x="8357550" y="5513410"/>
                  </a:lnTo>
                  <a:lnTo>
                    <a:pt x="8379744" y="5388695"/>
                  </a:lnTo>
                  <a:lnTo>
                    <a:pt x="8401913" y="5260263"/>
                  </a:lnTo>
                  <a:lnTo>
                    <a:pt x="8424075" y="5128325"/>
                  </a:lnTo>
                  <a:lnTo>
                    <a:pt x="8446241" y="4993124"/>
                  </a:lnTo>
                  <a:lnTo>
                    <a:pt x="8468420" y="4854939"/>
                  </a:lnTo>
                  <a:lnTo>
                    <a:pt x="8490618" y="4714080"/>
                  </a:lnTo>
                  <a:lnTo>
                    <a:pt x="8512838" y="4570888"/>
                  </a:lnTo>
                  <a:lnTo>
                    <a:pt x="8535079" y="4425729"/>
                  </a:lnTo>
                  <a:lnTo>
                    <a:pt x="8557339" y="4278992"/>
                  </a:lnTo>
                  <a:lnTo>
                    <a:pt x="8579615" y="4131086"/>
                  </a:lnTo>
                  <a:lnTo>
                    <a:pt x="8601901" y="3982432"/>
                  </a:lnTo>
                  <a:lnTo>
                    <a:pt x="8624192" y="3833461"/>
                  </a:lnTo>
                  <a:lnTo>
                    <a:pt x="8646481" y="3684609"/>
                  </a:lnTo>
                  <a:lnTo>
                    <a:pt x="8668762" y="3536308"/>
                  </a:lnTo>
                  <a:lnTo>
                    <a:pt x="8691030" y="3388987"/>
                  </a:lnTo>
                  <a:lnTo>
                    <a:pt x="8713280" y="3243059"/>
                  </a:lnTo>
                  <a:lnTo>
                    <a:pt x="8735509" y="3098923"/>
                  </a:lnTo>
                  <a:lnTo>
                    <a:pt x="8757717" y="2956957"/>
                  </a:lnTo>
                  <a:lnTo>
                    <a:pt x="8779905" y="2817513"/>
                  </a:lnTo>
                  <a:lnTo>
                    <a:pt x="8802076" y="2680916"/>
                  </a:lnTo>
                  <a:lnTo>
                    <a:pt x="8824238" y="2547458"/>
                  </a:lnTo>
                  <a:lnTo>
                    <a:pt x="8846402" y="2417400"/>
                  </a:lnTo>
                  <a:lnTo>
                    <a:pt x="8868582" y="2290967"/>
                  </a:lnTo>
                  <a:lnTo>
                    <a:pt x="8890798" y="2168349"/>
                  </a:lnTo>
                  <a:lnTo>
                    <a:pt x="8913072" y="2049702"/>
                  </a:lnTo>
                  <a:lnTo>
                    <a:pt x="8935433" y="1935143"/>
                  </a:lnTo>
                  <a:lnTo>
                    <a:pt x="8957914" y="1824759"/>
                  </a:lnTo>
                  <a:lnTo>
                    <a:pt x="8980556" y="1718599"/>
                  </a:lnTo>
                  <a:lnTo>
                    <a:pt x="9003404" y="1616683"/>
                  </a:lnTo>
                  <a:lnTo>
                    <a:pt x="9026512" y="1519002"/>
                  </a:lnTo>
                  <a:lnTo>
                    <a:pt x="9049941" y="1425516"/>
                  </a:lnTo>
                  <a:lnTo>
                    <a:pt x="9073759" y="1336163"/>
                  </a:lnTo>
                  <a:lnTo>
                    <a:pt x="9084767" y="1296782"/>
                  </a:lnTo>
                  <a:lnTo>
                    <a:pt x="9123990" y="1166152"/>
                  </a:lnTo>
                  <a:lnTo>
                    <a:pt x="9164857" y="1045788"/>
                  </a:lnTo>
                  <a:lnTo>
                    <a:pt x="9207786" y="935411"/>
                  </a:lnTo>
                  <a:lnTo>
                    <a:pt x="9253240" y="834432"/>
                  </a:lnTo>
                  <a:lnTo>
                    <a:pt x="9301703" y="742111"/>
                  </a:lnTo>
                  <a:lnTo>
                    <a:pt x="9353657" y="657657"/>
                  </a:lnTo>
                  <a:lnTo>
                    <a:pt x="9409564" y="580302"/>
                  </a:lnTo>
                  <a:lnTo>
                    <a:pt x="9469830" y="509335"/>
                  </a:lnTo>
                  <a:lnTo>
                    <a:pt x="9534770" y="444140"/>
                  </a:lnTo>
                  <a:lnTo>
                    <a:pt x="9604553" y="384201"/>
                  </a:lnTo>
                  <a:lnTo>
                    <a:pt x="9679139" y="329122"/>
                  </a:lnTo>
                  <a:lnTo>
                    <a:pt x="9758211" y="278623"/>
                  </a:lnTo>
                  <a:lnTo>
                    <a:pt x="9841091" y="232539"/>
                  </a:lnTo>
                  <a:lnTo>
                    <a:pt x="9926682" y="190811"/>
                  </a:lnTo>
                  <a:lnTo>
                    <a:pt x="10013425" y="153465"/>
                  </a:lnTo>
                  <a:lnTo>
                    <a:pt x="10099315" y="120577"/>
                  </a:lnTo>
                  <a:lnTo>
                    <a:pt x="10181995" y="92233"/>
                  </a:lnTo>
                  <a:lnTo>
                    <a:pt x="10258928" y="68474"/>
                  </a:lnTo>
                  <a:lnTo>
                    <a:pt x="10327659" y="49248"/>
                  </a:lnTo>
                  <a:lnTo>
                    <a:pt x="10386118" y="34365"/>
                  </a:lnTo>
                  <a:lnTo>
                    <a:pt x="10432918" y="23476"/>
                  </a:lnTo>
                  <a:lnTo>
                    <a:pt x="10467575" y="16083"/>
                  </a:lnTo>
                  <a:lnTo>
                    <a:pt x="10490624" y="11562"/>
                  </a:lnTo>
                  <a:lnTo>
                    <a:pt x="10503602" y="9216"/>
                  </a:lnTo>
                  <a:lnTo>
                    <a:pt x="10508952" y="8322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9200" y="109"/>
                  </a:lnTo>
                  <a:lnTo>
                    <a:pt x="10504488" y="891"/>
                  </a:lnTo>
                  <a:lnTo>
                    <a:pt x="10492458" y="3047"/>
                  </a:lnTo>
                  <a:lnTo>
                    <a:pt x="10470577" y="7301"/>
                  </a:lnTo>
                  <a:lnTo>
                    <a:pt x="10437205" y="14356"/>
                  </a:lnTo>
                  <a:lnTo>
                    <a:pt x="10391699" y="24843"/>
                  </a:lnTo>
                  <a:lnTo>
                    <a:pt x="10334435" y="39280"/>
                  </a:lnTo>
                  <a:lnTo>
                    <a:pt x="10266714" y="58030"/>
                  </a:lnTo>
                  <a:lnTo>
                    <a:pt x="10190546" y="81299"/>
                  </a:lnTo>
                  <a:lnTo>
                    <a:pt x="10108359" y="109153"/>
                  </a:lnTo>
                  <a:lnTo>
                    <a:pt x="10022694" y="141559"/>
                  </a:lnTo>
                  <a:lnTo>
                    <a:pt x="9935940" y="178432"/>
                  </a:lnTo>
                  <a:lnTo>
                    <a:pt x="9850143" y="219693"/>
                  </a:lnTo>
                  <a:lnTo>
                    <a:pt x="9766912" y="265310"/>
                  </a:lnTo>
                  <a:lnTo>
                    <a:pt x="9687394" y="315331"/>
                  </a:lnTo>
                  <a:lnTo>
                    <a:pt x="9612306" y="369909"/>
                  </a:lnTo>
                  <a:lnTo>
                    <a:pt x="9542004" y="429311"/>
                  </a:lnTo>
                  <a:lnTo>
                    <a:pt x="9476551" y="493921"/>
                  </a:lnTo>
                  <a:lnTo>
                    <a:pt x="9415797" y="564242"/>
                  </a:lnTo>
                  <a:lnTo>
                    <a:pt x="9359442" y="640882"/>
                  </a:lnTo>
                  <a:lnTo>
                    <a:pt x="9307086" y="724540"/>
                  </a:lnTo>
                  <a:lnTo>
                    <a:pt x="9258273" y="815981"/>
                  </a:lnTo>
                  <a:lnTo>
                    <a:pt x="9212520" y="915997"/>
                  </a:lnTo>
                  <a:lnTo>
                    <a:pt x="9169343" y="1025337"/>
                  </a:lnTo>
                  <a:lnTo>
                    <a:pt x="9128277" y="1144612"/>
                  </a:lnTo>
                  <a:lnTo>
                    <a:pt x="9088896" y="1274144"/>
                  </a:lnTo>
                  <a:lnTo>
                    <a:pt x="9084767" y="1288609"/>
                  </a:lnTo>
                  <a:lnTo>
                    <a:pt x="9060745" y="1376106"/>
                  </a:lnTo>
                  <a:lnTo>
                    <a:pt x="9037148" y="1467699"/>
                  </a:lnTo>
                  <a:lnTo>
                    <a:pt x="9013902" y="1563461"/>
                  </a:lnTo>
                  <a:lnTo>
                    <a:pt x="8990942" y="1663444"/>
                  </a:lnTo>
                  <a:lnTo>
                    <a:pt x="8968212" y="1767670"/>
                  </a:lnTo>
                  <a:lnTo>
                    <a:pt x="8945663" y="1876133"/>
                  </a:lnTo>
                  <a:lnTo>
                    <a:pt x="8923252" y="1988798"/>
                  </a:lnTo>
                  <a:lnTo>
                    <a:pt x="8900942" y="2105594"/>
                  </a:lnTo>
                  <a:lnTo>
                    <a:pt x="8878703" y="2226419"/>
                  </a:lnTo>
                  <a:lnTo>
                    <a:pt x="8856509" y="2351134"/>
                  </a:lnTo>
                  <a:lnTo>
                    <a:pt x="8834340" y="2479565"/>
                  </a:lnTo>
                  <a:lnTo>
                    <a:pt x="8812178" y="2611504"/>
                  </a:lnTo>
                  <a:lnTo>
                    <a:pt x="8790012" y="2746704"/>
                  </a:lnTo>
                  <a:lnTo>
                    <a:pt x="8767833" y="2884889"/>
                  </a:lnTo>
                  <a:lnTo>
                    <a:pt x="8745635" y="3025748"/>
                  </a:lnTo>
                  <a:lnTo>
                    <a:pt x="8723415" y="3168940"/>
                  </a:lnTo>
                  <a:lnTo>
                    <a:pt x="8701174" y="3314099"/>
                  </a:lnTo>
                  <a:lnTo>
                    <a:pt x="8678914" y="3460836"/>
                  </a:lnTo>
                  <a:lnTo>
                    <a:pt x="8656638" y="3608743"/>
                  </a:lnTo>
                  <a:lnTo>
                    <a:pt x="8634352" y="3757397"/>
                  </a:lnTo>
                  <a:lnTo>
                    <a:pt x="8612061" y="3906368"/>
                  </a:lnTo>
                  <a:lnTo>
                    <a:pt x="8589773" y="4055220"/>
                  </a:lnTo>
                  <a:lnTo>
                    <a:pt x="8567491" y="4203520"/>
                  </a:lnTo>
                  <a:lnTo>
                    <a:pt x="8545223" y="4350842"/>
                  </a:lnTo>
                  <a:lnTo>
                    <a:pt x="8522973" y="4496770"/>
                  </a:lnTo>
                  <a:lnTo>
                    <a:pt x="8500744" y="4640905"/>
                  </a:lnTo>
                  <a:lnTo>
                    <a:pt x="8478536" y="4782871"/>
                  </a:lnTo>
                  <a:lnTo>
                    <a:pt x="8456349" y="4922315"/>
                  </a:lnTo>
                  <a:lnTo>
                    <a:pt x="8434177" y="5058913"/>
                  </a:lnTo>
                  <a:lnTo>
                    <a:pt x="8412015" y="5192371"/>
                  </a:lnTo>
                  <a:lnTo>
                    <a:pt x="8389851" y="5322429"/>
                  </a:lnTo>
                  <a:lnTo>
                    <a:pt x="8367671" y="5448862"/>
                  </a:lnTo>
                  <a:lnTo>
                    <a:pt x="8345456" y="5571479"/>
                  </a:lnTo>
                  <a:lnTo>
                    <a:pt x="8323182" y="5690126"/>
                  </a:lnTo>
                  <a:lnTo>
                    <a:pt x="8300821" y="5804685"/>
                  </a:lnTo>
                  <a:lnTo>
                    <a:pt x="8278339" y="5915070"/>
                  </a:lnTo>
                  <a:lnTo>
                    <a:pt x="8255697" y="6021230"/>
                  </a:lnTo>
                  <a:lnTo>
                    <a:pt x="8232849" y="6123145"/>
                  </a:lnTo>
                  <a:lnTo>
                    <a:pt x="8209741" y="6220827"/>
                  </a:lnTo>
                  <a:lnTo>
                    <a:pt x="8186313" y="6314312"/>
                  </a:lnTo>
                  <a:lnTo>
                    <a:pt x="8162494" y="6403665"/>
                  </a:lnTo>
                  <a:lnTo>
                    <a:pt x="8151487" y="6443047"/>
                  </a:lnTo>
                  <a:lnTo>
                    <a:pt x="8112263" y="6573676"/>
                  </a:lnTo>
                  <a:lnTo>
                    <a:pt x="8071397" y="6694040"/>
                  </a:lnTo>
                  <a:lnTo>
                    <a:pt x="8028467" y="6804418"/>
                  </a:lnTo>
                  <a:lnTo>
                    <a:pt x="7983013" y="6905397"/>
                  </a:lnTo>
                  <a:lnTo>
                    <a:pt x="7934551" y="6997718"/>
                  </a:lnTo>
                  <a:lnTo>
                    <a:pt x="7882596" y="7082171"/>
                  </a:lnTo>
                  <a:lnTo>
                    <a:pt x="7826689" y="7159527"/>
                  </a:lnTo>
                  <a:lnTo>
                    <a:pt x="7766423" y="7230493"/>
                  </a:lnTo>
                  <a:lnTo>
                    <a:pt x="7701483" y="7295689"/>
                  </a:lnTo>
                  <a:lnTo>
                    <a:pt x="7631700" y="7355627"/>
                  </a:lnTo>
                  <a:lnTo>
                    <a:pt x="7557114" y="7410706"/>
                  </a:lnTo>
                  <a:lnTo>
                    <a:pt x="7478042" y="7461206"/>
                  </a:lnTo>
                  <a:lnTo>
                    <a:pt x="7395162" y="7507290"/>
                  </a:lnTo>
                  <a:lnTo>
                    <a:pt x="7309571" y="7549017"/>
                  </a:lnTo>
                  <a:lnTo>
                    <a:pt x="7222829" y="7586363"/>
                  </a:lnTo>
                  <a:lnTo>
                    <a:pt x="7136938" y="7619251"/>
                  </a:lnTo>
                  <a:lnTo>
                    <a:pt x="7054258" y="7647596"/>
                  </a:lnTo>
                  <a:lnTo>
                    <a:pt x="6977325" y="7671354"/>
                  </a:lnTo>
                  <a:lnTo>
                    <a:pt x="6908594" y="7690580"/>
                  </a:lnTo>
                  <a:lnTo>
                    <a:pt x="6850135" y="7705464"/>
                  </a:lnTo>
                  <a:lnTo>
                    <a:pt x="6803335" y="7716352"/>
                  </a:lnTo>
                  <a:lnTo>
                    <a:pt x="6768678" y="7723745"/>
                  </a:lnTo>
                  <a:lnTo>
                    <a:pt x="6745629" y="7728266"/>
                  </a:lnTo>
                  <a:lnTo>
                    <a:pt x="6732651" y="7730612"/>
                  </a:lnTo>
                  <a:lnTo>
                    <a:pt x="6727301" y="7731507"/>
                  </a:lnTo>
                  <a:lnTo>
                    <a:pt x="6726343" y="7731656"/>
                  </a:lnTo>
                  <a:lnTo>
                    <a:pt x="5254955" y="7731656"/>
                  </a:lnTo>
                  <a:lnTo>
                    <a:pt x="5253719" y="7731666"/>
                  </a:lnTo>
                  <a:lnTo>
                    <a:pt x="5245610" y="7731737"/>
                  </a:lnTo>
                  <a:lnTo>
                    <a:pt x="5225220" y="7731935"/>
                  </a:lnTo>
                  <a:lnTo>
                    <a:pt x="5188895" y="7732324"/>
                  </a:lnTo>
                  <a:lnTo>
                    <a:pt x="5135012" y="7732964"/>
                  </a:lnTo>
                  <a:lnTo>
                    <a:pt x="5064104" y="7733903"/>
                  </a:lnTo>
                  <a:lnTo>
                    <a:pt x="4978628" y="7735171"/>
                  </a:lnTo>
                  <a:lnTo>
                    <a:pt x="4882399" y="7736783"/>
                  </a:lnTo>
                  <a:lnTo>
                    <a:pt x="4779828" y="7738740"/>
                  </a:lnTo>
                  <a:lnTo>
                    <a:pt x="4675191" y="7741034"/>
                  </a:lnTo>
                  <a:lnTo>
                    <a:pt x="4572101" y="7743660"/>
                  </a:lnTo>
                  <a:lnTo>
                    <a:pt x="4473245" y="7746614"/>
                  </a:lnTo>
                  <a:lnTo>
                    <a:pt x="4380348" y="7749905"/>
                  </a:lnTo>
                  <a:lnTo>
                    <a:pt x="4294289" y="7753554"/>
                  </a:lnTo>
                  <a:lnTo>
                    <a:pt x="4215287" y="7757591"/>
                  </a:lnTo>
                  <a:lnTo>
                    <a:pt x="4143084" y="7762065"/>
                  </a:lnTo>
                  <a:lnTo>
                    <a:pt x="4077115" y="7767030"/>
                  </a:lnTo>
                  <a:lnTo>
                    <a:pt x="4016632" y="7772555"/>
                  </a:lnTo>
                  <a:lnTo>
                    <a:pt x="3960804" y="7778709"/>
                  </a:lnTo>
                  <a:lnTo>
                    <a:pt x="3908777" y="7785562"/>
                  </a:lnTo>
                  <a:lnTo>
                    <a:pt x="3859740" y="7793169"/>
                  </a:lnTo>
                  <a:lnTo>
                    <a:pt x="3829811" y="7798402"/>
                  </a:lnTo>
                  <a:lnTo>
                    <a:pt x="3774649" y="7809257"/>
                  </a:lnTo>
                  <a:lnTo>
                    <a:pt x="3721281" y="7821280"/>
                  </a:lnTo>
                  <a:lnTo>
                    <a:pt x="3668990" y="7834485"/>
                  </a:lnTo>
                  <a:lnTo>
                    <a:pt x="3617264" y="7848843"/>
                  </a:lnTo>
                  <a:lnTo>
                    <a:pt x="3565757" y="7864272"/>
                  </a:lnTo>
                  <a:lnTo>
                    <a:pt x="3514255" y="7880636"/>
                  </a:lnTo>
                  <a:lnTo>
                    <a:pt x="3462659" y="7897750"/>
                  </a:lnTo>
                  <a:lnTo>
                    <a:pt x="3410954" y="7915384"/>
                  </a:lnTo>
                  <a:lnTo>
                    <a:pt x="3359182" y="7933276"/>
                  </a:lnTo>
                  <a:lnTo>
                    <a:pt x="3307416" y="7951145"/>
                  </a:lnTo>
                  <a:lnTo>
                    <a:pt x="3255726" y="7968715"/>
                  </a:lnTo>
                  <a:lnTo>
                    <a:pt x="3204147" y="7985728"/>
                  </a:lnTo>
                  <a:lnTo>
                    <a:pt x="3152654" y="8001959"/>
                  </a:lnTo>
                  <a:lnTo>
                    <a:pt x="3101129" y="8017230"/>
                  </a:lnTo>
                  <a:lnTo>
                    <a:pt x="3049343" y="8031415"/>
                  </a:lnTo>
                  <a:lnTo>
                    <a:pt x="2996924" y="8044439"/>
                  </a:lnTo>
                  <a:lnTo>
                    <a:pt x="2943332" y="8056280"/>
                  </a:lnTo>
                  <a:lnTo>
                    <a:pt x="2896531" y="8065387"/>
                  </a:lnTo>
                  <a:lnTo>
                    <a:pt x="2849009" y="8073485"/>
                  </a:lnTo>
                  <a:lnTo>
                    <a:pt x="2798970" y="8080812"/>
                  </a:lnTo>
                  <a:lnTo>
                    <a:pt x="2745654" y="8087403"/>
                  </a:lnTo>
                  <a:lnTo>
                    <a:pt x="2688227" y="8093319"/>
                  </a:lnTo>
                  <a:lnTo>
                    <a:pt x="2625836" y="8098631"/>
                  </a:lnTo>
                  <a:lnTo>
                    <a:pt x="2557672" y="8103410"/>
                  </a:lnTo>
                  <a:lnTo>
                    <a:pt x="2483040" y="8107718"/>
                  </a:lnTo>
                  <a:lnTo>
                    <a:pt x="2401472" y="8111609"/>
                  </a:lnTo>
                  <a:lnTo>
                    <a:pt x="2312863" y="8115124"/>
                  </a:lnTo>
                  <a:lnTo>
                    <a:pt x="2217648" y="8118291"/>
                  </a:lnTo>
                  <a:lnTo>
                    <a:pt x="2116998" y="8121125"/>
                  </a:lnTo>
                  <a:lnTo>
                    <a:pt x="2012981" y="8123630"/>
                  </a:lnTo>
                  <a:lnTo>
                    <a:pt x="1908636" y="8125803"/>
                  </a:lnTo>
                  <a:lnTo>
                    <a:pt x="1807862" y="8127634"/>
                  </a:lnTo>
                  <a:lnTo>
                    <a:pt x="1715060" y="8129120"/>
                  </a:lnTo>
                  <a:lnTo>
                    <a:pt x="1634513" y="8130265"/>
                  </a:lnTo>
                  <a:lnTo>
                    <a:pt x="1569624" y="8131090"/>
                  </a:lnTo>
                  <a:lnTo>
                    <a:pt x="1522199" y="8131632"/>
                  </a:lnTo>
                  <a:lnTo>
                    <a:pt x="1491988" y="8131944"/>
                  </a:lnTo>
                  <a:lnTo>
                    <a:pt x="1476601" y="8132089"/>
                  </a:lnTo>
                  <a:lnTo>
                    <a:pt x="1471710" y="8132130"/>
                  </a:lnTo>
                  <a:lnTo>
                    <a:pt x="1471387" y="8132133"/>
                  </a:lnTo>
                  <a:lnTo>
                    <a:pt x="0" y="8132133"/>
                  </a:lnTo>
                  <a:close/>
                </a:path>
              </a:pathLst>
            </a:custGeom>
            <a:solidFill>
              <a:srgbClr val="63D9C8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2130" name="pl2130"/>
            <p:cNvSpPr/>
            <p:nvPr/>
          </p:nvSpPr>
          <p:spPr>
            <a:xfrm>
              <a:off x="4799595" y="2993731"/>
              <a:ext cx="11981298" cy="8132133"/>
            </a:xfrm>
            <a:custGeom>
              <a:avLst/>
              <a:pathLst>
                <a:path w="11981298" h="8132133">
                  <a:moveTo>
                    <a:pt x="0" y="8132133"/>
                  </a:moveTo>
                  <a:lnTo>
                    <a:pt x="1471387" y="8132133"/>
                  </a:lnTo>
                  <a:lnTo>
                    <a:pt x="1472623" y="8132123"/>
                  </a:lnTo>
                  <a:lnTo>
                    <a:pt x="1480732" y="8132051"/>
                  </a:lnTo>
                  <a:lnTo>
                    <a:pt x="1501122" y="8131854"/>
                  </a:lnTo>
                  <a:lnTo>
                    <a:pt x="1537447" y="8131464"/>
                  </a:lnTo>
                  <a:lnTo>
                    <a:pt x="1591330" y="8130824"/>
                  </a:lnTo>
                  <a:lnTo>
                    <a:pt x="1662238" y="8129886"/>
                  </a:lnTo>
                  <a:lnTo>
                    <a:pt x="1747714" y="8128618"/>
                  </a:lnTo>
                  <a:lnTo>
                    <a:pt x="1843943" y="8127006"/>
                  </a:lnTo>
                  <a:lnTo>
                    <a:pt x="1946514" y="8125049"/>
                  </a:lnTo>
                  <a:lnTo>
                    <a:pt x="2051151" y="8122755"/>
                  </a:lnTo>
                  <a:lnTo>
                    <a:pt x="2154241" y="8120129"/>
                  </a:lnTo>
                  <a:lnTo>
                    <a:pt x="2253097" y="8117175"/>
                  </a:lnTo>
                  <a:lnTo>
                    <a:pt x="2345994" y="8113883"/>
                  </a:lnTo>
                  <a:lnTo>
                    <a:pt x="2432053" y="8110235"/>
                  </a:lnTo>
                  <a:lnTo>
                    <a:pt x="2511055" y="8106197"/>
                  </a:lnTo>
                  <a:lnTo>
                    <a:pt x="2583258" y="8101724"/>
                  </a:lnTo>
                  <a:lnTo>
                    <a:pt x="2649228" y="8096758"/>
                  </a:lnTo>
                  <a:lnTo>
                    <a:pt x="2709710" y="8091234"/>
                  </a:lnTo>
                  <a:lnTo>
                    <a:pt x="2765538" y="8085080"/>
                  </a:lnTo>
                  <a:lnTo>
                    <a:pt x="2817565" y="8078227"/>
                  </a:lnTo>
                  <a:lnTo>
                    <a:pt x="2866602" y="8070620"/>
                  </a:lnTo>
                  <a:lnTo>
                    <a:pt x="2896531" y="8065387"/>
                  </a:lnTo>
                  <a:lnTo>
                    <a:pt x="2951693" y="8054532"/>
                  </a:lnTo>
                  <a:lnTo>
                    <a:pt x="3005061" y="8042509"/>
                  </a:lnTo>
                  <a:lnTo>
                    <a:pt x="3057352" y="8029303"/>
                  </a:lnTo>
                  <a:lnTo>
                    <a:pt x="3109078" y="8014945"/>
                  </a:lnTo>
                  <a:lnTo>
                    <a:pt x="3160586" y="7999517"/>
                  </a:lnTo>
                  <a:lnTo>
                    <a:pt x="3212087" y="7983153"/>
                  </a:lnTo>
                  <a:lnTo>
                    <a:pt x="3263683" y="7966038"/>
                  </a:lnTo>
                  <a:lnTo>
                    <a:pt x="3315389" y="7948404"/>
                  </a:lnTo>
                  <a:lnTo>
                    <a:pt x="3367160" y="7930513"/>
                  </a:lnTo>
                  <a:lnTo>
                    <a:pt x="3418926" y="7912644"/>
                  </a:lnTo>
                  <a:lnTo>
                    <a:pt x="3470617" y="7895073"/>
                  </a:lnTo>
                  <a:lnTo>
                    <a:pt x="3522195" y="7878061"/>
                  </a:lnTo>
                  <a:lnTo>
                    <a:pt x="3573689" y="7861830"/>
                  </a:lnTo>
                  <a:lnTo>
                    <a:pt x="3625213" y="7846559"/>
                  </a:lnTo>
                  <a:lnTo>
                    <a:pt x="3676999" y="7832374"/>
                  </a:lnTo>
                  <a:lnTo>
                    <a:pt x="3729418" y="7819350"/>
                  </a:lnTo>
                  <a:lnTo>
                    <a:pt x="3783010" y="7807509"/>
                  </a:lnTo>
                  <a:lnTo>
                    <a:pt x="3829811" y="7798402"/>
                  </a:lnTo>
                  <a:lnTo>
                    <a:pt x="3877333" y="7790304"/>
                  </a:lnTo>
                  <a:lnTo>
                    <a:pt x="3927372" y="7782977"/>
                  </a:lnTo>
                  <a:lnTo>
                    <a:pt x="3980688" y="7776386"/>
                  </a:lnTo>
                  <a:lnTo>
                    <a:pt x="4038116" y="7770470"/>
                  </a:lnTo>
                  <a:lnTo>
                    <a:pt x="4100506" y="7765157"/>
                  </a:lnTo>
                  <a:lnTo>
                    <a:pt x="4168670" y="7760379"/>
                  </a:lnTo>
                  <a:lnTo>
                    <a:pt x="4243302" y="7756070"/>
                  </a:lnTo>
                  <a:lnTo>
                    <a:pt x="4324870" y="7752179"/>
                  </a:lnTo>
                  <a:lnTo>
                    <a:pt x="4413480" y="7748664"/>
                  </a:lnTo>
                  <a:lnTo>
                    <a:pt x="4508694" y="7745498"/>
                  </a:lnTo>
                  <a:lnTo>
                    <a:pt x="4609344" y="7742664"/>
                  </a:lnTo>
                  <a:lnTo>
                    <a:pt x="4713361" y="7740158"/>
                  </a:lnTo>
                  <a:lnTo>
                    <a:pt x="4817706" y="7737986"/>
                  </a:lnTo>
                  <a:lnTo>
                    <a:pt x="4918480" y="7736155"/>
                  </a:lnTo>
                  <a:lnTo>
                    <a:pt x="5011282" y="7734669"/>
                  </a:lnTo>
                  <a:lnTo>
                    <a:pt x="5091829" y="7733523"/>
                  </a:lnTo>
                  <a:lnTo>
                    <a:pt x="5156718" y="7732698"/>
                  </a:lnTo>
                  <a:lnTo>
                    <a:pt x="5204143" y="7732156"/>
                  </a:lnTo>
                  <a:lnTo>
                    <a:pt x="5234354" y="7731844"/>
                  </a:lnTo>
                  <a:lnTo>
                    <a:pt x="5249742" y="7731700"/>
                  </a:lnTo>
                  <a:lnTo>
                    <a:pt x="5254632" y="7731658"/>
                  </a:lnTo>
                  <a:lnTo>
                    <a:pt x="5254955" y="7731656"/>
                  </a:lnTo>
                  <a:lnTo>
                    <a:pt x="6726343" y="7731656"/>
                  </a:lnTo>
                  <a:lnTo>
                    <a:pt x="6727053" y="7731546"/>
                  </a:lnTo>
                  <a:lnTo>
                    <a:pt x="6731765" y="7730765"/>
                  </a:lnTo>
                  <a:lnTo>
                    <a:pt x="6743795" y="7728608"/>
                  </a:lnTo>
                  <a:lnTo>
                    <a:pt x="6765676" y="7724354"/>
                  </a:lnTo>
                  <a:lnTo>
                    <a:pt x="6799048" y="7717300"/>
                  </a:lnTo>
                  <a:lnTo>
                    <a:pt x="6844554" y="7706812"/>
                  </a:lnTo>
                  <a:lnTo>
                    <a:pt x="6901818" y="7692375"/>
                  </a:lnTo>
                  <a:lnTo>
                    <a:pt x="6969539" y="7673626"/>
                  </a:lnTo>
                  <a:lnTo>
                    <a:pt x="7045707" y="7650357"/>
                  </a:lnTo>
                  <a:lnTo>
                    <a:pt x="7127894" y="7622502"/>
                  </a:lnTo>
                  <a:lnTo>
                    <a:pt x="7213559" y="7590097"/>
                  </a:lnTo>
                  <a:lnTo>
                    <a:pt x="7300314" y="7553223"/>
                  </a:lnTo>
                  <a:lnTo>
                    <a:pt x="7386110" y="7511962"/>
                  </a:lnTo>
                  <a:lnTo>
                    <a:pt x="7469341" y="7466345"/>
                  </a:lnTo>
                  <a:lnTo>
                    <a:pt x="7548859" y="7416324"/>
                  </a:lnTo>
                  <a:lnTo>
                    <a:pt x="7623947" y="7361746"/>
                  </a:lnTo>
                  <a:lnTo>
                    <a:pt x="7694249" y="7302345"/>
                  </a:lnTo>
                  <a:lnTo>
                    <a:pt x="7759702" y="7237734"/>
                  </a:lnTo>
                  <a:lnTo>
                    <a:pt x="7820456" y="7167413"/>
                  </a:lnTo>
                  <a:lnTo>
                    <a:pt x="7876811" y="7090773"/>
                  </a:lnTo>
                  <a:lnTo>
                    <a:pt x="7929167" y="7007116"/>
                  </a:lnTo>
                  <a:lnTo>
                    <a:pt x="7977980" y="6915674"/>
                  </a:lnTo>
                  <a:lnTo>
                    <a:pt x="8023733" y="6815658"/>
                  </a:lnTo>
                  <a:lnTo>
                    <a:pt x="8066910" y="6706318"/>
                  </a:lnTo>
                  <a:lnTo>
                    <a:pt x="8107976" y="6587043"/>
                  </a:lnTo>
                  <a:lnTo>
                    <a:pt x="8147357" y="6457511"/>
                  </a:lnTo>
                  <a:lnTo>
                    <a:pt x="8151487" y="6443047"/>
                  </a:lnTo>
                  <a:lnTo>
                    <a:pt x="8175509" y="6355549"/>
                  </a:lnTo>
                  <a:lnTo>
                    <a:pt x="8199106" y="6263957"/>
                  </a:lnTo>
                  <a:lnTo>
                    <a:pt x="8222351" y="6168194"/>
                  </a:lnTo>
                  <a:lnTo>
                    <a:pt x="8245311" y="6068212"/>
                  </a:lnTo>
                  <a:lnTo>
                    <a:pt x="8268041" y="5963986"/>
                  </a:lnTo>
                  <a:lnTo>
                    <a:pt x="8290590" y="5855522"/>
                  </a:lnTo>
                  <a:lnTo>
                    <a:pt x="8313002" y="5742858"/>
                  </a:lnTo>
                  <a:lnTo>
                    <a:pt x="8335311" y="5626061"/>
                  </a:lnTo>
                  <a:lnTo>
                    <a:pt x="8357550" y="5505237"/>
                  </a:lnTo>
                  <a:lnTo>
                    <a:pt x="8379744" y="5380522"/>
                  </a:lnTo>
                  <a:lnTo>
                    <a:pt x="8401913" y="5252090"/>
                  </a:lnTo>
                  <a:lnTo>
                    <a:pt x="8424075" y="5120152"/>
                  </a:lnTo>
                  <a:lnTo>
                    <a:pt x="8446241" y="4984951"/>
                  </a:lnTo>
                  <a:lnTo>
                    <a:pt x="8468420" y="4846766"/>
                  </a:lnTo>
                  <a:lnTo>
                    <a:pt x="8490618" y="4705907"/>
                  </a:lnTo>
                  <a:lnTo>
                    <a:pt x="8512838" y="4562715"/>
                  </a:lnTo>
                  <a:lnTo>
                    <a:pt x="8535079" y="4417556"/>
                  </a:lnTo>
                  <a:lnTo>
                    <a:pt x="8557339" y="4270819"/>
                  </a:lnTo>
                  <a:lnTo>
                    <a:pt x="8579615" y="4122913"/>
                  </a:lnTo>
                  <a:lnTo>
                    <a:pt x="8601901" y="3974259"/>
                  </a:lnTo>
                  <a:lnTo>
                    <a:pt x="8624192" y="3825288"/>
                  </a:lnTo>
                  <a:lnTo>
                    <a:pt x="8646481" y="3676436"/>
                  </a:lnTo>
                  <a:lnTo>
                    <a:pt x="8668762" y="3528135"/>
                  </a:lnTo>
                  <a:lnTo>
                    <a:pt x="8691030" y="3380814"/>
                  </a:lnTo>
                  <a:lnTo>
                    <a:pt x="8713280" y="3234886"/>
                  </a:lnTo>
                  <a:lnTo>
                    <a:pt x="8735509" y="3090750"/>
                  </a:lnTo>
                  <a:lnTo>
                    <a:pt x="8757717" y="2948784"/>
                  </a:lnTo>
                  <a:lnTo>
                    <a:pt x="8779905" y="2809340"/>
                  </a:lnTo>
                  <a:lnTo>
                    <a:pt x="8802076" y="2672743"/>
                  </a:lnTo>
                  <a:lnTo>
                    <a:pt x="8824238" y="2539285"/>
                  </a:lnTo>
                  <a:lnTo>
                    <a:pt x="8846402" y="2409227"/>
                  </a:lnTo>
                  <a:lnTo>
                    <a:pt x="8868582" y="2282794"/>
                  </a:lnTo>
                  <a:lnTo>
                    <a:pt x="8890798" y="2160176"/>
                  </a:lnTo>
                  <a:lnTo>
                    <a:pt x="8913072" y="2041529"/>
                  </a:lnTo>
                  <a:lnTo>
                    <a:pt x="8935433" y="1926970"/>
                  </a:lnTo>
                  <a:lnTo>
                    <a:pt x="8957914" y="1816586"/>
                  </a:lnTo>
                  <a:lnTo>
                    <a:pt x="8980556" y="1710426"/>
                  </a:lnTo>
                  <a:lnTo>
                    <a:pt x="9003404" y="1608510"/>
                  </a:lnTo>
                  <a:lnTo>
                    <a:pt x="9026512" y="1510829"/>
                  </a:lnTo>
                  <a:lnTo>
                    <a:pt x="9049941" y="1417343"/>
                  </a:lnTo>
                  <a:lnTo>
                    <a:pt x="9073759" y="1327990"/>
                  </a:lnTo>
                  <a:lnTo>
                    <a:pt x="9084767" y="1288609"/>
                  </a:lnTo>
                  <a:lnTo>
                    <a:pt x="9123990" y="1157979"/>
                  </a:lnTo>
                  <a:lnTo>
                    <a:pt x="9164857" y="1037615"/>
                  </a:lnTo>
                  <a:lnTo>
                    <a:pt x="9207786" y="927238"/>
                  </a:lnTo>
                  <a:lnTo>
                    <a:pt x="9253240" y="826259"/>
                  </a:lnTo>
                  <a:lnTo>
                    <a:pt x="9301703" y="733938"/>
                  </a:lnTo>
                  <a:lnTo>
                    <a:pt x="9353657" y="649484"/>
                  </a:lnTo>
                  <a:lnTo>
                    <a:pt x="9409564" y="572129"/>
                  </a:lnTo>
                  <a:lnTo>
                    <a:pt x="9469830" y="501162"/>
                  </a:lnTo>
                  <a:lnTo>
                    <a:pt x="9534770" y="435967"/>
                  </a:lnTo>
                  <a:lnTo>
                    <a:pt x="9604553" y="376028"/>
                  </a:lnTo>
                  <a:lnTo>
                    <a:pt x="9679139" y="320949"/>
                  </a:lnTo>
                  <a:lnTo>
                    <a:pt x="9758211" y="270450"/>
                  </a:lnTo>
                  <a:lnTo>
                    <a:pt x="9841091" y="224366"/>
                  </a:lnTo>
                  <a:lnTo>
                    <a:pt x="9926682" y="182638"/>
                  </a:lnTo>
                  <a:lnTo>
                    <a:pt x="10013425" y="145292"/>
                  </a:lnTo>
                  <a:lnTo>
                    <a:pt x="10099315" y="112404"/>
                  </a:lnTo>
                  <a:lnTo>
                    <a:pt x="10181995" y="84060"/>
                  </a:lnTo>
                  <a:lnTo>
                    <a:pt x="10258928" y="60301"/>
                  </a:lnTo>
                  <a:lnTo>
                    <a:pt x="10327659" y="41075"/>
                  </a:lnTo>
                  <a:lnTo>
                    <a:pt x="10386118" y="26192"/>
                  </a:lnTo>
                  <a:lnTo>
                    <a:pt x="10432918" y="15303"/>
                  </a:lnTo>
                  <a:lnTo>
                    <a:pt x="10467575" y="7910"/>
                  </a:lnTo>
                  <a:lnTo>
                    <a:pt x="10490624" y="3389"/>
                  </a:lnTo>
                  <a:lnTo>
                    <a:pt x="10503602" y="1043"/>
                  </a:lnTo>
                  <a:lnTo>
                    <a:pt x="10508952" y="149"/>
                  </a:lnTo>
                  <a:lnTo>
                    <a:pt x="10509910" y="0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31" name="pl2131"/>
            <p:cNvSpPr/>
            <p:nvPr/>
          </p:nvSpPr>
          <p:spPr>
            <a:xfrm>
              <a:off x="4799595" y="2985558"/>
              <a:ext cx="11981298" cy="8132133"/>
            </a:xfrm>
            <a:custGeom>
              <a:avLst/>
              <a:pathLst>
                <a:path w="11981298" h="8132133">
                  <a:moveTo>
                    <a:pt x="11981298" y="0"/>
                  </a:moveTo>
                  <a:lnTo>
                    <a:pt x="10509911" y="0"/>
                  </a:lnTo>
                  <a:lnTo>
                    <a:pt x="10509200" y="109"/>
                  </a:lnTo>
                  <a:lnTo>
                    <a:pt x="10504488" y="891"/>
                  </a:lnTo>
                  <a:lnTo>
                    <a:pt x="10492458" y="3047"/>
                  </a:lnTo>
                  <a:lnTo>
                    <a:pt x="10470577" y="7301"/>
                  </a:lnTo>
                  <a:lnTo>
                    <a:pt x="10437205" y="14356"/>
                  </a:lnTo>
                  <a:lnTo>
                    <a:pt x="10391699" y="24843"/>
                  </a:lnTo>
                  <a:lnTo>
                    <a:pt x="10334435" y="39280"/>
                  </a:lnTo>
                  <a:lnTo>
                    <a:pt x="10266714" y="58030"/>
                  </a:lnTo>
                  <a:lnTo>
                    <a:pt x="10190546" y="81299"/>
                  </a:lnTo>
                  <a:lnTo>
                    <a:pt x="10108359" y="109153"/>
                  </a:lnTo>
                  <a:lnTo>
                    <a:pt x="10022694" y="141559"/>
                  </a:lnTo>
                  <a:lnTo>
                    <a:pt x="9935940" y="178432"/>
                  </a:lnTo>
                  <a:lnTo>
                    <a:pt x="9850143" y="219693"/>
                  </a:lnTo>
                  <a:lnTo>
                    <a:pt x="9766912" y="265310"/>
                  </a:lnTo>
                  <a:lnTo>
                    <a:pt x="9687394" y="315331"/>
                  </a:lnTo>
                  <a:lnTo>
                    <a:pt x="9612306" y="369909"/>
                  </a:lnTo>
                  <a:lnTo>
                    <a:pt x="9542004" y="429311"/>
                  </a:lnTo>
                  <a:lnTo>
                    <a:pt x="9476551" y="493921"/>
                  </a:lnTo>
                  <a:lnTo>
                    <a:pt x="9415797" y="564242"/>
                  </a:lnTo>
                  <a:lnTo>
                    <a:pt x="9359442" y="640882"/>
                  </a:lnTo>
                  <a:lnTo>
                    <a:pt x="9307086" y="724540"/>
                  </a:lnTo>
                  <a:lnTo>
                    <a:pt x="9258273" y="815981"/>
                  </a:lnTo>
                  <a:lnTo>
                    <a:pt x="9212520" y="915997"/>
                  </a:lnTo>
                  <a:lnTo>
                    <a:pt x="9169343" y="1025337"/>
                  </a:lnTo>
                  <a:lnTo>
                    <a:pt x="9128277" y="1144612"/>
                  </a:lnTo>
                  <a:lnTo>
                    <a:pt x="9088896" y="1274144"/>
                  </a:lnTo>
                  <a:lnTo>
                    <a:pt x="9084767" y="1288609"/>
                  </a:lnTo>
                  <a:lnTo>
                    <a:pt x="9060745" y="1376106"/>
                  </a:lnTo>
                  <a:lnTo>
                    <a:pt x="9037148" y="1467699"/>
                  </a:lnTo>
                  <a:lnTo>
                    <a:pt x="9013902" y="1563461"/>
                  </a:lnTo>
                  <a:lnTo>
                    <a:pt x="8990942" y="1663444"/>
                  </a:lnTo>
                  <a:lnTo>
                    <a:pt x="8968212" y="1767670"/>
                  </a:lnTo>
                  <a:lnTo>
                    <a:pt x="8945663" y="1876133"/>
                  </a:lnTo>
                  <a:lnTo>
                    <a:pt x="8923252" y="1988798"/>
                  </a:lnTo>
                  <a:lnTo>
                    <a:pt x="8900942" y="2105594"/>
                  </a:lnTo>
                  <a:lnTo>
                    <a:pt x="8878703" y="2226419"/>
                  </a:lnTo>
                  <a:lnTo>
                    <a:pt x="8856509" y="2351134"/>
                  </a:lnTo>
                  <a:lnTo>
                    <a:pt x="8834340" y="2479565"/>
                  </a:lnTo>
                  <a:lnTo>
                    <a:pt x="8812178" y="2611504"/>
                  </a:lnTo>
                  <a:lnTo>
                    <a:pt x="8790012" y="2746704"/>
                  </a:lnTo>
                  <a:lnTo>
                    <a:pt x="8767833" y="2884889"/>
                  </a:lnTo>
                  <a:lnTo>
                    <a:pt x="8745635" y="3025748"/>
                  </a:lnTo>
                  <a:lnTo>
                    <a:pt x="8723415" y="3168940"/>
                  </a:lnTo>
                  <a:lnTo>
                    <a:pt x="8701174" y="3314099"/>
                  </a:lnTo>
                  <a:lnTo>
                    <a:pt x="8678914" y="3460836"/>
                  </a:lnTo>
                  <a:lnTo>
                    <a:pt x="8656638" y="3608743"/>
                  </a:lnTo>
                  <a:lnTo>
                    <a:pt x="8634352" y="3757397"/>
                  </a:lnTo>
                  <a:lnTo>
                    <a:pt x="8612061" y="3906368"/>
                  </a:lnTo>
                  <a:lnTo>
                    <a:pt x="8589773" y="4055220"/>
                  </a:lnTo>
                  <a:lnTo>
                    <a:pt x="8567491" y="4203520"/>
                  </a:lnTo>
                  <a:lnTo>
                    <a:pt x="8545223" y="4350842"/>
                  </a:lnTo>
                  <a:lnTo>
                    <a:pt x="8522973" y="4496770"/>
                  </a:lnTo>
                  <a:lnTo>
                    <a:pt x="8500744" y="4640905"/>
                  </a:lnTo>
                  <a:lnTo>
                    <a:pt x="8478536" y="4782871"/>
                  </a:lnTo>
                  <a:lnTo>
                    <a:pt x="8456349" y="4922315"/>
                  </a:lnTo>
                  <a:lnTo>
                    <a:pt x="8434177" y="5058913"/>
                  </a:lnTo>
                  <a:lnTo>
                    <a:pt x="8412015" y="5192371"/>
                  </a:lnTo>
                  <a:lnTo>
                    <a:pt x="8389851" y="5322429"/>
                  </a:lnTo>
                  <a:lnTo>
                    <a:pt x="8367671" y="5448862"/>
                  </a:lnTo>
                  <a:lnTo>
                    <a:pt x="8345456" y="5571479"/>
                  </a:lnTo>
                  <a:lnTo>
                    <a:pt x="8323182" y="5690126"/>
                  </a:lnTo>
                  <a:lnTo>
                    <a:pt x="8300821" y="5804685"/>
                  </a:lnTo>
                  <a:lnTo>
                    <a:pt x="8278339" y="5915070"/>
                  </a:lnTo>
                  <a:lnTo>
                    <a:pt x="8255697" y="6021230"/>
                  </a:lnTo>
                  <a:lnTo>
                    <a:pt x="8232849" y="6123145"/>
                  </a:lnTo>
                  <a:lnTo>
                    <a:pt x="8209741" y="6220827"/>
                  </a:lnTo>
                  <a:lnTo>
                    <a:pt x="8186313" y="6314312"/>
                  </a:lnTo>
                  <a:lnTo>
                    <a:pt x="8162494" y="6403665"/>
                  </a:lnTo>
                  <a:lnTo>
                    <a:pt x="8151487" y="6443047"/>
                  </a:lnTo>
                  <a:lnTo>
                    <a:pt x="8112263" y="6573676"/>
                  </a:lnTo>
                  <a:lnTo>
                    <a:pt x="8071397" y="6694040"/>
                  </a:lnTo>
                  <a:lnTo>
                    <a:pt x="8028467" y="6804418"/>
                  </a:lnTo>
                  <a:lnTo>
                    <a:pt x="7983013" y="6905397"/>
                  </a:lnTo>
                  <a:lnTo>
                    <a:pt x="7934551" y="6997718"/>
                  </a:lnTo>
                  <a:lnTo>
                    <a:pt x="7882596" y="7082171"/>
                  </a:lnTo>
                  <a:lnTo>
                    <a:pt x="7826689" y="7159527"/>
                  </a:lnTo>
                  <a:lnTo>
                    <a:pt x="7766423" y="7230493"/>
                  </a:lnTo>
                  <a:lnTo>
                    <a:pt x="7701483" y="7295689"/>
                  </a:lnTo>
                  <a:lnTo>
                    <a:pt x="7631700" y="7355627"/>
                  </a:lnTo>
                  <a:lnTo>
                    <a:pt x="7557114" y="7410706"/>
                  </a:lnTo>
                  <a:lnTo>
                    <a:pt x="7478042" y="7461206"/>
                  </a:lnTo>
                  <a:lnTo>
                    <a:pt x="7395162" y="7507290"/>
                  </a:lnTo>
                  <a:lnTo>
                    <a:pt x="7309571" y="7549017"/>
                  </a:lnTo>
                  <a:lnTo>
                    <a:pt x="7222829" y="7586363"/>
                  </a:lnTo>
                  <a:lnTo>
                    <a:pt x="7136938" y="7619251"/>
                  </a:lnTo>
                  <a:lnTo>
                    <a:pt x="7054258" y="7647596"/>
                  </a:lnTo>
                  <a:lnTo>
                    <a:pt x="6977325" y="7671354"/>
                  </a:lnTo>
                  <a:lnTo>
                    <a:pt x="6908594" y="7690580"/>
                  </a:lnTo>
                  <a:lnTo>
                    <a:pt x="6850135" y="7705464"/>
                  </a:lnTo>
                  <a:lnTo>
                    <a:pt x="6803335" y="7716352"/>
                  </a:lnTo>
                  <a:lnTo>
                    <a:pt x="6768678" y="7723745"/>
                  </a:lnTo>
                  <a:lnTo>
                    <a:pt x="6745629" y="7728266"/>
                  </a:lnTo>
                  <a:lnTo>
                    <a:pt x="6732651" y="7730612"/>
                  </a:lnTo>
                  <a:lnTo>
                    <a:pt x="6727301" y="7731507"/>
                  </a:lnTo>
                  <a:lnTo>
                    <a:pt x="6726344" y="7731656"/>
                  </a:lnTo>
                  <a:lnTo>
                    <a:pt x="6726343" y="7731656"/>
                  </a:lnTo>
                  <a:lnTo>
                    <a:pt x="5254955" y="7731656"/>
                  </a:lnTo>
                  <a:lnTo>
                    <a:pt x="5253719" y="7731666"/>
                  </a:lnTo>
                  <a:lnTo>
                    <a:pt x="5245610" y="7731737"/>
                  </a:lnTo>
                  <a:lnTo>
                    <a:pt x="5225220" y="7731935"/>
                  </a:lnTo>
                  <a:lnTo>
                    <a:pt x="5188895" y="7732324"/>
                  </a:lnTo>
                  <a:lnTo>
                    <a:pt x="5135012" y="7732964"/>
                  </a:lnTo>
                  <a:lnTo>
                    <a:pt x="5064104" y="7733903"/>
                  </a:lnTo>
                  <a:lnTo>
                    <a:pt x="4978628" y="7735171"/>
                  </a:lnTo>
                  <a:lnTo>
                    <a:pt x="4882399" y="7736783"/>
                  </a:lnTo>
                  <a:lnTo>
                    <a:pt x="4779828" y="7738740"/>
                  </a:lnTo>
                  <a:lnTo>
                    <a:pt x="4675191" y="7741034"/>
                  </a:lnTo>
                  <a:lnTo>
                    <a:pt x="4572101" y="7743660"/>
                  </a:lnTo>
                  <a:lnTo>
                    <a:pt x="4473245" y="7746614"/>
                  </a:lnTo>
                  <a:lnTo>
                    <a:pt x="4380348" y="7749905"/>
                  </a:lnTo>
                  <a:lnTo>
                    <a:pt x="4294289" y="7753554"/>
                  </a:lnTo>
                  <a:lnTo>
                    <a:pt x="4215287" y="7757591"/>
                  </a:lnTo>
                  <a:lnTo>
                    <a:pt x="4143084" y="7762065"/>
                  </a:lnTo>
                  <a:lnTo>
                    <a:pt x="4077115" y="7767030"/>
                  </a:lnTo>
                  <a:lnTo>
                    <a:pt x="4016632" y="7772555"/>
                  </a:lnTo>
                  <a:lnTo>
                    <a:pt x="3960804" y="7778709"/>
                  </a:lnTo>
                  <a:lnTo>
                    <a:pt x="3908777" y="7785562"/>
                  </a:lnTo>
                  <a:lnTo>
                    <a:pt x="3859740" y="7793169"/>
                  </a:lnTo>
                  <a:lnTo>
                    <a:pt x="3829811" y="7798402"/>
                  </a:lnTo>
                  <a:lnTo>
                    <a:pt x="3774649" y="7809257"/>
                  </a:lnTo>
                  <a:lnTo>
                    <a:pt x="3721281" y="7821280"/>
                  </a:lnTo>
                  <a:lnTo>
                    <a:pt x="3668990" y="7834485"/>
                  </a:lnTo>
                  <a:lnTo>
                    <a:pt x="3617264" y="7848843"/>
                  </a:lnTo>
                  <a:lnTo>
                    <a:pt x="3565757" y="7864272"/>
                  </a:lnTo>
                  <a:lnTo>
                    <a:pt x="3514255" y="7880636"/>
                  </a:lnTo>
                  <a:lnTo>
                    <a:pt x="3462659" y="7897750"/>
                  </a:lnTo>
                  <a:lnTo>
                    <a:pt x="3410954" y="7915384"/>
                  </a:lnTo>
                  <a:lnTo>
                    <a:pt x="3359182" y="7933276"/>
                  </a:lnTo>
                  <a:lnTo>
                    <a:pt x="3307416" y="7951145"/>
                  </a:lnTo>
                  <a:lnTo>
                    <a:pt x="3255726" y="7968715"/>
                  </a:lnTo>
                  <a:lnTo>
                    <a:pt x="3204147" y="7985728"/>
                  </a:lnTo>
                  <a:lnTo>
                    <a:pt x="3152654" y="8001959"/>
                  </a:lnTo>
                  <a:lnTo>
                    <a:pt x="3101129" y="8017230"/>
                  </a:lnTo>
                  <a:lnTo>
                    <a:pt x="3049343" y="8031415"/>
                  </a:lnTo>
                  <a:lnTo>
                    <a:pt x="2996924" y="8044439"/>
                  </a:lnTo>
                  <a:lnTo>
                    <a:pt x="2943332" y="8056280"/>
                  </a:lnTo>
                  <a:lnTo>
                    <a:pt x="2896531" y="8065387"/>
                  </a:lnTo>
                  <a:lnTo>
                    <a:pt x="2849009" y="8073485"/>
                  </a:lnTo>
                  <a:lnTo>
                    <a:pt x="2798970" y="8080812"/>
                  </a:lnTo>
                  <a:lnTo>
                    <a:pt x="2745654" y="8087403"/>
                  </a:lnTo>
                  <a:lnTo>
                    <a:pt x="2688227" y="8093319"/>
                  </a:lnTo>
                  <a:lnTo>
                    <a:pt x="2625836" y="8098631"/>
                  </a:lnTo>
                  <a:lnTo>
                    <a:pt x="2557672" y="8103410"/>
                  </a:lnTo>
                  <a:lnTo>
                    <a:pt x="2483040" y="8107718"/>
                  </a:lnTo>
                  <a:lnTo>
                    <a:pt x="2401472" y="8111609"/>
                  </a:lnTo>
                  <a:lnTo>
                    <a:pt x="2312863" y="8115124"/>
                  </a:lnTo>
                  <a:lnTo>
                    <a:pt x="2217648" y="8118291"/>
                  </a:lnTo>
                  <a:lnTo>
                    <a:pt x="2116998" y="8121125"/>
                  </a:lnTo>
                  <a:lnTo>
                    <a:pt x="2012981" y="8123630"/>
                  </a:lnTo>
                  <a:lnTo>
                    <a:pt x="1908636" y="8125803"/>
                  </a:lnTo>
                  <a:lnTo>
                    <a:pt x="1807862" y="8127634"/>
                  </a:lnTo>
                  <a:lnTo>
                    <a:pt x="1715060" y="8129120"/>
                  </a:lnTo>
                  <a:lnTo>
                    <a:pt x="1634513" y="8130265"/>
                  </a:lnTo>
                  <a:lnTo>
                    <a:pt x="1569624" y="8131090"/>
                  </a:lnTo>
                  <a:lnTo>
                    <a:pt x="1522199" y="8131632"/>
                  </a:lnTo>
                  <a:lnTo>
                    <a:pt x="1491988" y="8131944"/>
                  </a:lnTo>
                  <a:lnTo>
                    <a:pt x="1476601" y="8132089"/>
                  </a:lnTo>
                  <a:lnTo>
                    <a:pt x="1471710" y="8132130"/>
                  </a:lnTo>
                  <a:lnTo>
                    <a:pt x="1471387" y="8132133"/>
                  </a:lnTo>
                  <a:lnTo>
                    <a:pt x="0" y="813213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32" name="pg2132"/>
            <p:cNvSpPr/>
            <p:nvPr/>
          </p:nvSpPr>
          <p:spPr>
            <a:xfrm>
              <a:off x="4799595" y="10570101"/>
              <a:ext cx="11981298" cy="563936"/>
            </a:xfrm>
            <a:custGeom>
              <a:avLst/>
              <a:pathLst>
                <a:path w="11981298" h="563936">
                  <a:moveTo>
                    <a:pt x="0" y="563936"/>
                  </a:moveTo>
                  <a:lnTo>
                    <a:pt x="1471387" y="563936"/>
                  </a:lnTo>
                  <a:lnTo>
                    <a:pt x="1472624" y="563929"/>
                  </a:lnTo>
                  <a:lnTo>
                    <a:pt x="1480738" y="563875"/>
                  </a:lnTo>
                  <a:lnTo>
                    <a:pt x="1501142" y="563725"/>
                  </a:lnTo>
                  <a:lnTo>
                    <a:pt x="1537490" y="563431"/>
                  </a:lnTo>
                  <a:lnTo>
                    <a:pt x="1591403" y="562948"/>
                  </a:lnTo>
                  <a:lnTo>
                    <a:pt x="1662349" y="562239"/>
                  </a:lnTo>
                  <a:lnTo>
                    <a:pt x="1747865" y="561280"/>
                  </a:lnTo>
                  <a:lnTo>
                    <a:pt x="1844132" y="560062"/>
                  </a:lnTo>
                  <a:lnTo>
                    <a:pt x="1946735" y="558584"/>
                  </a:lnTo>
                  <a:lnTo>
                    <a:pt x="2051397" y="556850"/>
                  </a:lnTo>
                  <a:lnTo>
                    <a:pt x="2154503" y="554867"/>
                  </a:lnTo>
                  <a:lnTo>
                    <a:pt x="2253369" y="552635"/>
                  </a:lnTo>
                  <a:lnTo>
                    <a:pt x="2346268" y="550148"/>
                  </a:lnTo>
                  <a:lnTo>
                    <a:pt x="2432325" y="547392"/>
                  </a:lnTo>
                  <a:lnTo>
                    <a:pt x="2511322" y="544341"/>
                  </a:lnTo>
                  <a:lnTo>
                    <a:pt x="2583518" y="540961"/>
                  </a:lnTo>
                  <a:lnTo>
                    <a:pt x="2649480" y="537209"/>
                  </a:lnTo>
                  <a:lnTo>
                    <a:pt x="2709956" y="533035"/>
                  </a:lnTo>
                  <a:lnTo>
                    <a:pt x="2765779" y="528385"/>
                  </a:lnTo>
                  <a:lnTo>
                    <a:pt x="2817802" y="523206"/>
                  </a:lnTo>
                  <a:lnTo>
                    <a:pt x="2866838" y="517458"/>
                  </a:lnTo>
                  <a:lnTo>
                    <a:pt x="2896531" y="513536"/>
                  </a:lnTo>
                  <a:lnTo>
                    <a:pt x="2952142" y="505268"/>
                  </a:lnTo>
                  <a:lnTo>
                    <a:pt x="3005936" y="496103"/>
                  </a:lnTo>
                  <a:lnTo>
                    <a:pt x="3058645" y="486030"/>
                  </a:lnTo>
                  <a:lnTo>
                    <a:pt x="3110789" y="475074"/>
                  </a:lnTo>
                  <a:lnTo>
                    <a:pt x="3162721" y="463298"/>
                  </a:lnTo>
                  <a:lnTo>
                    <a:pt x="3214653" y="450810"/>
                  </a:lnTo>
                  <a:lnTo>
                    <a:pt x="3266684" y="437754"/>
                  </a:lnTo>
                  <a:lnTo>
                    <a:pt x="3318824" y="424310"/>
                  </a:lnTo>
                  <a:lnTo>
                    <a:pt x="3371027" y="410682"/>
                  </a:lnTo>
                  <a:lnTo>
                    <a:pt x="3423219" y="397087"/>
                  </a:lnTo>
                  <a:lnTo>
                    <a:pt x="3475329" y="383739"/>
                  </a:lnTo>
                  <a:lnTo>
                    <a:pt x="3527325" y="370837"/>
                  </a:lnTo>
                  <a:lnTo>
                    <a:pt x="3579242" y="358549"/>
                  </a:lnTo>
                  <a:lnTo>
                    <a:pt x="3631210" y="347011"/>
                  </a:lnTo>
                  <a:lnTo>
                    <a:pt x="3683480" y="336315"/>
                  </a:lnTo>
                  <a:lnTo>
                    <a:pt x="3736452" y="326515"/>
                  </a:lnTo>
                  <a:lnTo>
                    <a:pt x="3790705" y="317622"/>
                  </a:lnTo>
                  <a:lnTo>
                    <a:pt x="3829811" y="311936"/>
                  </a:lnTo>
                  <a:lnTo>
                    <a:pt x="3877345" y="305819"/>
                  </a:lnTo>
                  <a:lnTo>
                    <a:pt x="3927396" y="300285"/>
                  </a:lnTo>
                  <a:lnTo>
                    <a:pt x="3980727" y="295308"/>
                  </a:lnTo>
                  <a:lnTo>
                    <a:pt x="4038172" y="290840"/>
                  </a:lnTo>
                  <a:lnTo>
                    <a:pt x="4100583" y="286828"/>
                  </a:lnTo>
                  <a:lnTo>
                    <a:pt x="4168771" y="283219"/>
                  </a:lnTo>
                  <a:lnTo>
                    <a:pt x="4243430" y="279966"/>
                  </a:lnTo>
                  <a:lnTo>
                    <a:pt x="4325030" y="277027"/>
                  </a:lnTo>
                  <a:lnTo>
                    <a:pt x="4413674" y="274373"/>
                  </a:lnTo>
                  <a:lnTo>
                    <a:pt x="4508925" y="271982"/>
                  </a:lnTo>
                  <a:lnTo>
                    <a:pt x="4609610" y="269842"/>
                  </a:lnTo>
                  <a:lnTo>
                    <a:pt x="4713657" y="267951"/>
                  </a:lnTo>
                  <a:lnTo>
                    <a:pt x="4818022" y="266311"/>
                  </a:lnTo>
                  <a:lnTo>
                    <a:pt x="4918801" y="264928"/>
                  </a:lnTo>
                  <a:lnTo>
                    <a:pt x="5011590" y="263807"/>
                  </a:lnTo>
                  <a:lnTo>
                    <a:pt x="5092105" y="262943"/>
                  </a:lnTo>
                  <a:lnTo>
                    <a:pt x="5156943" y="262321"/>
                  </a:lnTo>
                  <a:lnTo>
                    <a:pt x="5204307" y="261912"/>
                  </a:lnTo>
                  <a:lnTo>
                    <a:pt x="5234453" y="261677"/>
                  </a:lnTo>
                  <a:lnTo>
                    <a:pt x="5249785" y="261569"/>
                  </a:lnTo>
                  <a:lnTo>
                    <a:pt x="5254639" y="261537"/>
                  </a:lnTo>
                  <a:lnTo>
                    <a:pt x="5254955" y="261535"/>
                  </a:lnTo>
                  <a:lnTo>
                    <a:pt x="6726343" y="261535"/>
                  </a:lnTo>
                  <a:lnTo>
                    <a:pt x="6727580" y="261529"/>
                  </a:lnTo>
                  <a:lnTo>
                    <a:pt x="6735697" y="261484"/>
                  </a:lnTo>
                  <a:lnTo>
                    <a:pt x="6756105" y="261359"/>
                  </a:lnTo>
                  <a:lnTo>
                    <a:pt x="6792462" y="261112"/>
                  </a:lnTo>
                  <a:lnTo>
                    <a:pt x="6846388" y="260707"/>
                  </a:lnTo>
                  <a:lnTo>
                    <a:pt x="6917349" y="260113"/>
                  </a:lnTo>
                  <a:lnTo>
                    <a:pt x="7002881" y="259310"/>
                  </a:lnTo>
                  <a:lnTo>
                    <a:pt x="7099162" y="258289"/>
                  </a:lnTo>
                  <a:lnTo>
                    <a:pt x="7201778" y="257050"/>
                  </a:lnTo>
                  <a:lnTo>
                    <a:pt x="7306450" y="255597"/>
                  </a:lnTo>
                  <a:lnTo>
                    <a:pt x="7409563" y="253935"/>
                  </a:lnTo>
                  <a:lnTo>
                    <a:pt x="7508431" y="252064"/>
                  </a:lnTo>
                  <a:lnTo>
                    <a:pt x="7601332" y="249981"/>
                  </a:lnTo>
                  <a:lnTo>
                    <a:pt x="7687388" y="247671"/>
                  </a:lnTo>
                  <a:lnTo>
                    <a:pt x="7766383" y="245114"/>
                  </a:lnTo>
                  <a:lnTo>
                    <a:pt x="7838576" y="242282"/>
                  </a:lnTo>
                  <a:lnTo>
                    <a:pt x="7904535" y="239137"/>
                  </a:lnTo>
                  <a:lnTo>
                    <a:pt x="7965008" y="235639"/>
                  </a:lnTo>
                  <a:lnTo>
                    <a:pt x="8020830" y="231742"/>
                  </a:lnTo>
                  <a:lnTo>
                    <a:pt x="8072851" y="227402"/>
                  </a:lnTo>
                  <a:lnTo>
                    <a:pt x="8121887" y="222584"/>
                  </a:lnTo>
                  <a:lnTo>
                    <a:pt x="8151487" y="219308"/>
                  </a:lnTo>
                  <a:lnTo>
                    <a:pt x="8207281" y="212357"/>
                  </a:lnTo>
                  <a:lnTo>
                    <a:pt x="8261248" y="204648"/>
                  </a:lnTo>
                  <a:lnTo>
                    <a:pt x="8314127" y="196174"/>
                  </a:lnTo>
                  <a:lnTo>
                    <a:pt x="8366441" y="186955"/>
                  </a:lnTo>
                  <a:lnTo>
                    <a:pt x="8418546" y="177047"/>
                  </a:lnTo>
                  <a:lnTo>
                    <a:pt x="8470653" y="166538"/>
                  </a:lnTo>
                  <a:lnTo>
                    <a:pt x="8522860" y="155554"/>
                  </a:lnTo>
                  <a:lnTo>
                    <a:pt x="8575178" y="144246"/>
                  </a:lnTo>
                  <a:lnTo>
                    <a:pt x="8627557" y="132789"/>
                  </a:lnTo>
                  <a:lnTo>
                    <a:pt x="8679922" y="121364"/>
                  </a:lnTo>
                  <a:lnTo>
                    <a:pt x="8732203" y="110154"/>
                  </a:lnTo>
                  <a:lnTo>
                    <a:pt x="8784369" y="99325"/>
                  </a:lnTo>
                  <a:lnTo>
                    <a:pt x="8836458" y="89019"/>
                  </a:lnTo>
                  <a:lnTo>
                    <a:pt x="8888607" y="79351"/>
                  </a:lnTo>
                  <a:lnTo>
                    <a:pt x="8941076" y="70395"/>
                  </a:lnTo>
                  <a:lnTo>
                    <a:pt x="8994276" y="62196"/>
                  </a:lnTo>
                  <a:lnTo>
                    <a:pt x="9048803" y="54763"/>
                  </a:lnTo>
                  <a:lnTo>
                    <a:pt x="9084767" y="50400"/>
                  </a:lnTo>
                  <a:lnTo>
                    <a:pt x="9132305" y="45275"/>
                  </a:lnTo>
                  <a:lnTo>
                    <a:pt x="9182361" y="40638"/>
                  </a:lnTo>
                  <a:lnTo>
                    <a:pt x="9235698" y="36467"/>
                  </a:lnTo>
                  <a:lnTo>
                    <a:pt x="9293150" y="32724"/>
                  </a:lnTo>
                  <a:lnTo>
                    <a:pt x="9355569" y="29362"/>
                  </a:lnTo>
                  <a:lnTo>
                    <a:pt x="9423767" y="26338"/>
                  </a:lnTo>
                  <a:lnTo>
                    <a:pt x="9498437" y="23612"/>
                  </a:lnTo>
                  <a:lnTo>
                    <a:pt x="9580049" y="21151"/>
                  </a:lnTo>
                  <a:lnTo>
                    <a:pt x="9668707" y="18927"/>
                  </a:lnTo>
                  <a:lnTo>
                    <a:pt x="9763972" y="16923"/>
                  </a:lnTo>
                  <a:lnTo>
                    <a:pt x="9864671" y="15130"/>
                  </a:lnTo>
                  <a:lnTo>
                    <a:pt x="9968729" y="13546"/>
                  </a:lnTo>
                  <a:lnTo>
                    <a:pt x="10073103" y="12172"/>
                  </a:lnTo>
                  <a:lnTo>
                    <a:pt x="10173884" y="11014"/>
                  </a:lnTo>
                  <a:lnTo>
                    <a:pt x="10266668" y="10075"/>
                  </a:lnTo>
                  <a:lnTo>
                    <a:pt x="10347169" y="9351"/>
                  </a:lnTo>
                  <a:lnTo>
                    <a:pt x="10411988" y="8830"/>
                  </a:lnTo>
                  <a:lnTo>
                    <a:pt x="10459327" y="8487"/>
                  </a:lnTo>
                  <a:lnTo>
                    <a:pt x="10489448" y="8291"/>
                  </a:lnTo>
                  <a:lnTo>
                    <a:pt x="10504758" y="8200"/>
                  </a:lnTo>
                  <a:lnTo>
                    <a:pt x="10509598" y="8174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8674" y="6"/>
                  </a:lnTo>
                  <a:lnTo>
                    <a:pt x="10500557" y="51"/>
                  </a:lnTo>
                  <a:lnTo>
                    <a:pt x="10480148" y="176"/>
                  </a:lnTo>
                  <a:lnTo>
                    <a:pt x="10443791" y="423"/>
                  </a:lnTo>
                  <a:lnTo>
                    <a:pt x="10389865" y="828"/>
                  </a:lnTo>
                  <a:lnTo>
                    <a:pt x="10318904" y="1422"/>
                  </a:lnTo>
                  <a:lnTo>
                    <a:pt x="10233373" y="2225"/>
                  </a:lnTo>
                  <a:lnTo>
                    <a:pt x="10137091" y="3246"/>
                  </a:lnTo>
                  <a:lnTo>
                    <a:pt x="10034475" y="4485"/>
                  </a:lnTo>
                  <a:lnTo>
                    <a:pt x="9929803" y="5938"/>
                  </a:lnTo>
                  <a:lnTo>
                    <a:pt x="9826691" y="7600"/>
                  </a:lnTo>
                  <a:lnTo>
                    <a:pt x="9727822" y="9470"/>
                  </a:lnTo>
                  <a:lnTo>
                    <a:pt x="9634921" y="11554"/>
                  </a:lnTo>
                  <a:lnTo>
                    <a:pt x="9548865" y="13864"/>
                  </a:lnTo>
                  <a:lnTo>
                    <a:pt x="9469870" y="16421"/>
                  </a:lnTo>
                  <a:lnTo>
                    <a:pt x="9397677" y="19253"/>
                  </a:lnTo>
                  <a:lnTo>
                    <a:pt x="9331718" y="22398"/>
                  </a:lnTo>
                  <a:lnTo>
                    <a:pt x="9271245" y="25896"/>
                  </a:lnTo>
                  <a:lnTo>
                    <a:pt x="9215424" y="29793"/>
                  </a:lnTo>
                  <a:lnTo>
                    <a:pt x="9163402" y="34133"/>
                  </a:lnTo>
                  <a:lnTo>
                    <a:pt x="9114366" y="38951"/>
                  </a:lnTo>
                  <a:lnTo>
                    <a:pt x="9084767" y="42227"/>
                  </a:lnTo>
                  <a:lnTo>
                    <a:pt x="9028973" y="49178"/>
                  </a:lnTo>
                  <a:lnTo>
                    <a:pt x="8975005" y="56887"/>
                  </a:lnTo>
                  <a:lnTo>
                    <a:pt x="8922127" y="65361"/>
                  </a:lnTo>
                  <a:lnTo>
                    <a:pt x="8869812" y="74580"/>
                  </a:lnTo>
                  <a:lnTo>
                    <a:pt x="8817707" y="84488"/>
                  </a:lnTo>
                  <a:lnTo>
                    <a:pt x="8765600" y="94997"/>
                  </a:lnTo>
                  <a:lnTo>
                    <a:pt x="8713393" y="105981"/>
                  </a:lnTo>
                  <a:lnTo>
                    <a:pt x="8661075" y="117289"/>
                  </a:lnTo>
                  <a:lnTo>
                    <a:pt x="8608696" y="128746"/>
                  </a:lnTo>
                  <a:lnTo>
                    <a:pt x="8556332" y="140171"/>
                  </a:lnTo>
                  <a:lnTo>
                    <a:pt x="8504051" y="151381"/>
                  </a:lnTo>
                  <a:lnTo>
                    <a:pt x="8451885" y="162210"/>
                  </a:lnTo>
                  <a:lnTo>
                    <a:pt x="8399795" y="172515"/>
                  </a:lnTo>
                  <a:lnTo>
                    <a:pt x="8347646" y="182184"/>
                  </a:lnTo>
                  <a:lnTo>
                    <a:pt x="8295177" y="191140"/>
                  </a:lnTo>
                  <a:lnTo>
                    <a:pt x="8241977" y="199339"/>
                  </a:lnTo>
                  <a:lnTo>
                    <a:pt x="8187450" y="206772"/>
                  </a:lnTo>
                  <a:lnTo>
                    <a:pt x="8151487" y="211135"/>
                  </a:lnTo>
                  <a:lnTo>
                    <a:pt x="8103948" y="216260"/>
                  </a:lnTo>
                  <a:lnTo>
                    <a:pt x="8053892" y="220897"/>
                  </a:lnTo>
                  <a:lnTo>
                    <a:pt x="8000555" y="225068"/>
                  </a:lnTo>
                  <a:lnTo>
                    <a:pt x="7943104" y="228811"/>
                  </a:lnTo>
                  <a:lnTo>
                    <a:pt x="7880685" y="232173"/>
                  </a:lnTo>
                  <a:lnTo>
                    <a:pt x="7812487" y="235196"/>
                  </a:lnTo>
                  <a:lnTo>
                    <a:pt x="7737816" y="237922"/>
                  </a:lnTo>
                  <a:lnTo>
                    <a:pt x="7656204" y="240384"/>
                  </a:lnTo>
                  <a:lnTo>
                    <a:pt x="7567546" y="242608"/>
                  </a:lnTo>
                  <a:lnTo>
                    <a:pt x="7472281" y="244612"/>
                  </a:lnTo>
                  <a:lnTo>
                    <a:pt x="7371583" y="246405"/>
                  </a:lnTo>
                  <a:lnTo>
                    <a:pt x="7267524" y="247989"/>
                  </a:lnTo>
                  <a:lnTo>
                    <a:pt x="7163151" y="249363"/>
                  </a:lnTo>
                  <a:lnTo>
                    <a:pt x="7062369" y="250521"/>
                  </a:lnTo>
                  <a:lnTo>
                    <a:pt x="6969585" y="251460"/>
                  </a:lnTo>
                  <a:lnTo>
                    <a:pt x="6889084" y="252184"/>
                  </a:lnTo>
                  <a:lnTo>
                    <a:pt x="6824266" y="252705"/>
                  </a:lnTo>
                  <a:lnTo>
                    <a:pt x="6776926" y="253047"/>
                  </a:lnTo>
                  <a:lnTo>
                    <a:pt x="6746805" y="253244"/>
                  </a:lnTo>
                  <a:lnTo>
                    <a:pt x="6731495" y="253335"/>
                  </a:lnTo>
                  <a:lnTo>
                    <a:pt x="6726656" y="253361"/>
                  </a:lnTo>
                  <a:lnTo>
                    <a:pt x="6726343" y="253362"/>
                  </a:lnTo>
                  <a:lnTo>
                    <a:pt x="5254955" y="253362"/>
                  </a:lnTo>
                  <a:lnTo>
                    <a:pt x="5253718" y="253370"/>
                  </a:lnTo>
                  <a:lnTo>
                    <a:pt x="5245604" y="253424"/>
                  </a:lnTo>
                  <a:lnTo>
                    <a:pt x="5225200" y="253574"/>
                  </a:lnTo>
                  <a:lnTo>
                    <a:pt x="5188852" y="253868"/>
                  </a:lnTo>
                  <a:lnTo>
                    <a:pt x="5134939" y="254351"/>
                  </a:lnTo>
                  <a:lnTo>
                    <a:pt x="5063993" y="255060"/>
                  </a:lnTo>
                  <a:lnTo>
                    <a:pt x="4978477" y="256018"/>
                  </a:lnTo>
                  <a:lnTo>
                    <a:pt x="4882210" y="257236"/>
                  </a:lnTo>
                  <a:lnTo>
                    <a:pt x="4779607" y="258715"/>
                  </a:lnTo>
                  <a:lnTo>
                    <a:pt x="4674945" y="260448"/>
                  </a:lnTo>
                  <a:lnTo>
                    <a:pt x="4571839" y="262432"/>
                  </a:lnTo>
                  <a:lnTo>
                    <a:pt x="4472974" y="264664"/>
                  </a:lnTo>
                  <a:lnTo>
                    <a:pt x="4380074" y="267151"/>
                  </a:lnTo>
                  <a:lnTo>
                    <a:pt x="4294017" y="269907"/>
                  </a:lnTo>
                  <a:lnTo>
                    <a:pt x="4215020" y="272958"/>
                  </a:lnTo>
                  <a:lnTo>
                    <a:pt x="4142824" y="276338"/>
                  </a:lnTo>
                  <a:lnTo>
                    <a:pt x="4076862" y="280090"/>
                  </a:lnTo>
                  <a:lnTo>
                    <a:pt x="4016387" y="284264"/>
                  </a:lnTo>
                  <a:lnTo>
                    <a:pt x="3960563" y="288914"/>
                  </a:lnTo>
                  <a:lnTo>
                    <a:pt x="3908540" y="294093"/>
                  </a:lnTo>
                  <a:lnTo>
                    <a:pt x="3859504" y="299841"/>
                  </a:lnTo>
                  <a:lnTo>
                    <a:pt x="3829811" y="303763"/>
                  </a:lnTo>
                  <a:lnTo>
                    <a:pt x="3774200" y="312031"/>
                  </a:lnTo>
                  <a:lnTo>
                    <a:pt x="3720406" y="321196"/>
                  </a:lnTo>
                  <a:lnTo>
                    <a:pt x="3667697" y="331269"/>
                  </a:lnTo>
                  <a:lnTo>
                    <a:pt x="3615553" y="342225"/>
                  </a:lnTo>
                  <a:lnTo>
                    <a:pt x="3563621" y="354000"/>
                  </a:lnTo>
                  <a:lnTo>
                    <a:pt x="3511689" y="366489"/>
                  </a:lnTo>
                  <a:lnTo>
                    <a:pt x="3459659" y="379545"/>
                  </a:lnTo>
                  <a:lnTo>
                    <a:pt x="3407518" y="392989"/>
                  </a:lnTo>
                  <a:lnTo>
                    <a:pt x="3355315" y="406617"/>
                  </a:lnTo>
                  <a:lnTo>
                    <a:pt x="3303123" y="420212"/>
                  </a:lnTo>
                  <a:lnTo>
                    <a:pt x="3251013" y="433559"/>
                  </a:lnTo>
                  <a:lnTo>
                    <a:pt x="3199017" y="446462"/>
                  </a:lnTo>
                  <a:lnTo>
                    <a:pt x="3147100" y="458750"/>
                  </a:lnTo>
                  <a:lnTo>
                    <a:pt x="3095132" y="470288"/>
                  </a:lnTo>
                  <a:lnTo>
                    <a:pt x="3042862" y="480983"/>
                  </a:lnTo>
                  <a:lnTo>
                    <a:pt x="2989890" y="490784"/>
                  </a:lnTo>
                  <a:lnTo>
                    <a:pt x="2935637" y="499676"/>
                  </a:lnTo>
                  <a:lnTo>
                    <a:pt x="2896531" y="505363"/>
                  </a:lnTo>
                  <a:lnTo>
                    <a:pt x="2848997" y="511480"/>
                  </a:lnTo>
                  <a:lnTo>
                    <a:pt x="2798946" y="517013"/>
                  </a:lnTo>
                  <a:lnTo>
                    <a:pt x="2745615" y="521991"/>
                  </a:lnTo>
                  <a:lnTo>
                    <a:pt x="2688170" y="526459"/>
                  </a:lnTo>
                  <a:lnTo>
                    <a:pt x="2625759" y="530471"/>
                  </a:lnTo>
                  <a:lnTo>
                    <a:pt x="2557571" y="534079"/>
                  </a:lnTo>
                  <a:lnTo>
                    <a:pt x="2482912" y="537333"/>
                  </a:lnTo>
                  <a:lnTo>
                    <a:pt x="2401312" y="540271"/>
                  </a:lnTo>
                  <a:lnTo>
                    <a:pt x="2312668" y="542926"/>
                  </a:lnTo>
                  <a:lnTo>
                    <a:pt x="2217417" y="545317"/>
                  </a:lnTo>
                  <a:lnTo>
                    <a:pt x="2116732" y="547457"/>
                  </a:lnTo>
                  <a:lnTo>
                    <a:pt x="2012685" y="549348"/>
                  </a:lnTo>
                  <a:lnTo>
                    <a:pt x="1908320" y="550988"/>
                  </a:lnTo>
                  <a:lnTo>
                    <a:pt x="1807541" y="552370"/>
                  </a:lnTo>
                  <a:lnTo>
                    <a:pt x="1714752" y="553492"/>
                  </a:lnTo>
                  <a:lnTo>
                    <a:pt x="1634237" y="554356"/>
                  </a:lnTo>
                  <a:lnTo>
                    <a:pt x="1569399" y="554978"/>
                  </a:lnTo>
                  <a:lnTo>
                    <a:pt x="1522035" y="555387"/>
                  </a:lnTo>
                  <a:lnTo>
                    <a:pt x="1491889" y="555622"/>
                  </a:lnTo>
                  <a:lnTo>
                    <a:pt x="1476557" y="555730"/>
                  </a:lnTo>
                  <a:lnTo>
                    <a:pt x="1471703" y="555762"/>
                  </a:lnTo>
                  <a:lnTo>
                    <a:pt x="1471387" y="555763"/>
                  </a:lnTo>
                  <a:lnTo>
                    <a:pt x="0" y="555763"/>
                  </a:lnTo>
                  <a:close/>
                </a:path>
              </a:pathLst>
            </a:custGeom>
            <a:solidFill>
              <a:srgbClr val="63D9C8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2133" name="pl2133"/>
            <p:cNvSpPr/>
            <p:nvPr/>
          </p:nvSpPr>
          <p:spPr>
            <a:xfrm>
              <a:off x="4799595" y="10578274"/>
              <a:ext cx="11981298" cy="555763"/>
            </a:xfrm>
            <a:custGeom>
              <a:avLst/>
              <a:pathLst>
                <a:path w="11981298" h="555763">
                  <a:moveTo>
                    <a:pt x="0" y="555763"/>
                  </a:moveTo>
                  <a:lnTo>
                    <a:pt x="1471387" y="555763"/>
                  </a:lnTo>
                  <a:lnTo>
                    <a:pt x="1472624" y="555756"/>
                  </a:lnTo>
                  <a:lnTo>
                    <a:pt x="1480738" y="555702"/>
                  </a:lnTo>
                  <a:lnTo>
                    <a:pt x="1501142" y="555552"/>
                  </a:lnTo>
                  <a:lnTo>
                    <a:pt x="1537490" y="555258"/>
                  </a:lnTo>
                  <a:lnTo>
                    <a:pt x="1591403" y="554775"/>
                  </a:lnTo>
                  <a:lnTo>
                    <a:pt x="1662349" y="554066"/>
                  </a:lnTo>
                  <a:lnTo>
                    <a:pt x="1747865" y="553107"/>
                  </a:lnTo>
                  <a:lnTo>
                    <a:pt x="1844132" y="551889"/>
                  </a:lnTo>
                  <a:lnTo>
                    <a:pt x="1946735" y="550411"/>
                  </a:lnTo>
                  <a:lnTo>
                    <a:pt x="2051397" y="548677"/>
                  </a:lnTo>
                  <a:lnTo>
                    <a:pt x="2154503" y="546694"/>
                  </a:lnTo>
                  <a:lnTo>
                    <a:pt x="2253369" y="544462"/>
                  </a:lnTo>
                  <a:lnTo>
                    <a:pt x="2346268" y="541975"/>
                  </a:lnTo>
                  <a:lnTo>
                    <a:pt x="2432325" y="539219"/>
                  </a:lnTo>
                  <a:lnTo>
                    <a:pt x="2511322" y="536168"/>
                  </a:lnTo>
                  <a:lnTo>
                    <a:pt x="2583518" y="532788"/>
                  </a:lnTo>
                  <a:lnTo>
                    <a:pt x="2649480" y="529036"/>
                  </a:lnTo>
                  <a:lnTo>
                    <a:pt x="2709956" y="524862"/>
                  </a:lnTo>
                  <a:lnTo>
                    <a:pt x="2765779" y="520212"/>
                  </a:lnTo>
                  <a:lnTo>
                    <a:pt x="2817802" y="515033"/>
                  </a:lnTo>
                  <a:lnTo>
                    <a:pt x="2866838" y="509285"/>
                  </a:lnTo>
                  <a:lnTo>
                    <a:pt x="2896531" y="505363"/>
                  </a:lnTo>
                  <a:lnTo>
                    <a:pt x="2952142" y="497095"/>
                  </a:lnTo>
                  <a:lnTo>
                    <a:pt x="3005936" y="487930"/>
                  </a:lnTo>
                  <a:lnTo>
                    <a:pt x="3058645" y="477857"/>
                  </a:lnTo>
                  <a:lnTo>
                    <a:pt x="3110789" y="466901"/>
                  </a:lnTo>
                  <a:lnTo>
                    <a:pt x="3162721" y="455125"/>
                  </a:lnTo>
                  <a:lnTo>
                    <a:pt x="3214653" y="442637"/>
                  </a:lnTo>
                  <a:lnTo>
                    <a:pt x="3266684" y="429581"/>
                  </a:lnTo>
                  <a:lnTo>
                    <a:pt x="3318824" y="416137"/>
                  </a:lnTo>
                  <a:lnTo>
                    <a:pt x="3371027" y="402509"/>
                  </a:lnTo>
                  <a:lnTo>
                    <a:pt x="3423219" y="388914"/>
                  </a:lnTo>
                  <a:lnTo>
                    <a:pt x="3475329" y="375566"/>
                  </a:lnTo>
                  <a:lnTo>
                    <a:pt x="3527325" y="362664"/>
                  </a:lnTo>
                  <a:lnTo>
                    <a:pt x="3579242" y="350376"/>
                  </a:lnTo>
                  <a:lnTo>
                    <a:pt x="3631210" y="338838"/>
                  </a:lnTo>
                  <a:lnTo>
                    <a:pt x="3683480" y="328142"/>
                  </a:lnTo>
                  <a:lnTo>
                    <a:pt x="3736452" y="318342"/>
                  </a:lnTo>
                  <a:lnTo>
                    <a:pt x="3790705" y="309449"/>
                  </a:lnTo>
                  <a:lnTo>
                    <a:pt x="3829811" y="303763"/>
                  </a:lnTo>
                  <a:lnTo>
                    <a:pt x="3877345" y="297646"/>
                  </a:lnTo>
                  <a:lnTo>
                    <a:pt x="3927396" y="292112"/>
                  </a:lnTo>
                  <a:lnTo>
                    <a:pt x="3980727" y="287135"/>
                  </a:lnTo>
                  <a:lnTo>
                    <a:pt x="4038172" y="282667"/>
                  </a:lnTo>
                  <a:lnTo>
                    <a:pt x="4100583" y="278655"/>
                  </a:lnTo>
                  <a:lnTo>
                    <a:pt x="4168771" y="275046"/>
                  </a:lnTo>
                  <a:lnTo>
                    <a:pt x="4243430" y="271793"/>
                  </a:lnTo>
                  <a:lnTo>
                    <a:pt x="4325030" y="268854"/>
                  </a:lnTo>
                  <a:lnTo>
                    <a:pt x="4413674" y="266200"/>
                  </a:lnTo>
                  <a:lnTo>
                    <a:pt x="4508925" y="263809"/>
                  </a:lnTo>
                  <a:lnTo>
                    <a:pt x="4609610" y="261669"/>
                  </a:lnTo>
                  <a:lnTo>
                    <a:pt x="4713657" y="259778"/>
                  </a:lnTo>
                  <a:lnTo>
                    <a:pt x="4818022" y="258138"/>
                  </a:lnTo>
                  <a:lnTo>
                    <a:pt x="4918801" y="256755"/>
                  </a:lnTo>
                  <a:lnTo>
                    <a:pt x="5011590" y="255634"/>
                  </a:lnTo>
                  <a:lnTo>
                    <a:pt x="5092105" y="254770"/>
                  </a:lnTo>
                  <a:lnTo>
                    <a:pt x="5156943" y="254148"/>
                  </a:lnTo>
                  <a:lnTo>
                    <a:pt x="5204307" y="253739"/>
                  </a:lnTo>
                  <a:lnTo>
                    <a:pt x="5234453" y="253504"/>
                  </a:lnTo>
                  <a:lnTo>
                    <a:pt x="5249785" y="253396"/>
                  </a:lnTo>
                  <a:lnTo>
                    <a:pt x="5254639" y="253364"/>
                  </a:lnTo>
                  <a:lnTo>
                    <a:pt x="5254955" y="253362"/>
                  </a:lnTo>
                  <a:lnTo>
                    <a:pt x="6726343" y="253362"/>
                  </a:lnTo>
                  <a:lnTo>
                    <a:pt x="6727580" y="253356"/>
                  </a:lnTo>
                  <a:lnTo>
                    <a:pt x="6735697" y="253311"/>
                  </a:lnTo>
                  <a:lnTo>
                    <a:pt x="6756105" y="253186"/>
                  </a:lnTo>
                  <a:lnTo>
                    <a:pt x="6792462" y="252939"/>
                  </a:lnTo>
                  <a:lnTo>
                    <a:pt x="6846388" y="252534"/>
                  </a:lnTo>
                  <a:lnTo>
                    <a:pt x="6917349" y="251940"/>
                  </a:lnTo>
                  <a:lnTo>
                    <a:pt x="7002881" y="251137"/>
                  </a:lnTo>
                  <a:lnTo>
                    <a:pt x="7099162" y="250116"/>
                  </a:lnTo>
                  <a:lnTo>
                    <a:pt x="7201778" y="248877"/>
                  </a:lnTo>
                  <a:lnTo>
                    <a:pt x="7306450" y="247424"/>
                  </a:lnTo>
                  <a:lnTo>
                    <a:pt x="7409563" y="245762"/>
                  </a:lnTo>
                  <a:lnTo>
                    <a:pt x="7508431" y="243891"/>
                  </a:lnTo>
                  <a:lnTo>
                    <a:pt x="7601332" y="241808"/>
                  </a:lnTo>
                  <a:lnTo>
                    <a:pt x="7687388" y="239498"/>
                  </a:lnTo>
                  <a:lnTo>
                    <a:pt x="7766383" y="236941"/>
                  </a:lnTo>
                  <a:lnTo>
                    <a:pt x="7838576" y="234109"/>
                  </a:lnTo>
                  <a:lnTo>
                    <a:pt x="7904535" y="230964"/>
                  </a:lnTo>
                  <a:lnTo>
                    <a:pt x="7965008" y="227466"/>
                  </a:lnTo>
                  <a:lnTo>
                    <a:pt x="8020830" y="223569"/>
                  </a:lnTo>
                  <a:lnTo>
                    <a:pt x="8072851" y="219229"/>
                  </a:lnTo>
                  <a:lnTo>
                    <a:pt x="8121887" y="214411"/>
                  </a:lnTo>
                  <a:lnTo>
                    <a:pt x="8151487" y="211135"/>
                  </a:lnTo>
                  <a:lnTo>
                    <a:pt x="8207281" y="204184"/>
                  </a:lnTo>
                  <a:lnTo>
                    <a:pt x="8261248" y="196475"/>
                  </a:lnTo>
                  <a:lnTo>
                    <a:pt x="8314127" y="188001"/>
                  </a:lnTo>
                  <a:lnTo>
                    <a:pt x="8366441" y="178782"/>
                  </a:lnTo>
                  <a:lnTo>
                    <a:pt x="8418546" y="168874"/>
                  </a:lnTo>
                  <a:lnTo>
                    <a:pt x="8470653" y="158365"/>
                  </a:lnTo>
                  <a:lnTo>
                    <a:pt x="8522860" y="147381"/>
                  </a:lnTo>
                  <a:lnTo>
                    <a:pt x="8575178" y="136073"/>
                  </a:lnTo>
                  <a:lnTo>
                    <a:pt x="8627557" y="124616"/>
                  </a:lnTo>
                  <a:lnTo>
                    <a:pt x="8679922" y="113191"/>
                  </a:lnTo>
                  <a:lnTo>
                    <a:pt x="8732203" y="101981"/>
                  </a:lnTo>
                  <a:lnTo>
                    <a:pt x="8784369" y="91152"/>
                  </a:lnTo>
                  <a:lnTo>
                    <a:pt x="8836458" y="80846"/>
                  </a:lnTo>
                  <a:lnTo>
                    <a:pt x="8888607" y="71178"/>
                  </a:lnTo>
                  <a:lnTo>
                    <a:pt x="8941076" y="62222"/>
                  </a:lnTo>
                  <a:lnTo>
                    <a:pt x="8994276" y="54023"/>
                  </a:lnTo>
                  <a:lnTo>
                    <a:pt x="9048803" y="46590"/>
                  </a:lnTo>
                  <a:lnTo>
                    <a:pt x="9084767" y="42227"/>
                  </a:lnTo>
                  <a:lnTo>
                    <a:pt x="9132305" y="37102"/>
                  </a:lnTo>
                  <a:lnTo>
                    <a:pt x="9182361" y="32465"/>
                  </a:lnTo>
                  <a:lnTo>
                    <a:pt x="9235698" y="28294"/>
                  </a:lnTo>
                  <a:lnTo>
                    <a:pt x="9293150" y="24551"/>
                  </a:lnTo>
                  <a:lnTo>
                    <a:pt x="9355569" y="21189"/>
                  </a:lnTo>
                  <a:lnTo>
                    <a:pt x="9423767" y="18165"/>
                  </a:lnTo>
                  <a:lnTo>
                    <a:pt x="9498437" y="15439"/>
                  </a:lnTo>
                  <a:lnTo>
                    <a:pt x="9580049" y="12978"/>
                  </a:lnTo>
                  <a:lnTo>
                    <a:pt x="9668707" y="10754"/>
                  </a:lnTo>
                  <a:lnTo>
                    <a:pt x="9763972" y="8750"/>
                  </a:lnTo>
                  <a:lnTo>
                    <a:pt x="9864671" y="6957"/>
                  </a:lnTo>
                  <a:lnTo>
                    <a:pt x="9968729" y="5373"/>
                  </a:lnTo>
                  <a:lnTo>
                    <a:pt x="10073103" y="3999"/>
                  </a:lnTo>
                  <a:lnTo>
                    <a:pt x="10173884" y="2841"/>
                  </a:lnTo>
                  <a:lnTo>
                    <a:pt x="10266668" y="1902"/>
                  </a:lnTo>
                  <a:lnTo>
                    <a:pt x="10347169" y="1178"/>
                  </a:lnTo>
                  <a:lnTo>
                    <a:pt x="10411988" y="657"/>
                  </a:lnTo>
                  <a:lnTo>
                    <a:pt x="10459327" y="314"/>
                  </a:lnTo>
                  <a:lnTo>
                    <a:pt x="10489448" y="118"/>
                  </a:lnTo>
                  <a:lnTo>
                    <a:pt x="10504758" y="27"/>
                  </a:lnTo>
                  <a:lnTo>
                    <a:pt x="10509598" y="1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34" name="pl2134"/>
            <p:cNvSpPr/>
            <p:nvPr/>
          </p:nvSpPr>
          <p:spPr>
            <a:xfrm>
              <a:off x="4799595" y="10570101"/>
              <a:ext cx="11981298" cy="555763"/>
            </a:xfrm>
            <a:custGeom>
              <a:avLst/>
              <a:pathLst>
                <a:path w="11981298" h="555763">
                  <a:moveTo>
                    <a:pt x="11981298" y="0"/>
                  </a:moveTo>
                  <a:lnTo>
                    <a:pt x="10509911" y="0"/>
                  </a:lnTo>
                  <a:lnTo>
                    <a:pt x="10508674" y="6"/>
                  </a:lnTo>
                  <a:lnTo>
                    <a:pt x="10500557" y="51"/>
                  </a:lnTo>
                  <a:lnTo>
                    <a:pt x="10480148" y="176"/>
                  </a:lnTo>
                  <a:lnTo>
                    <a:pt x="10443791" y="423"/>
                  </a:lnTo>
                  <a:lnTo>
                    <a:pt x="10389865" y="828"/>
                  </a:lnTo>
                  <a:lnTo>
                    <a:pt x="10318904" y="1422"/>
                  </a:lnTo>
                  <a:lnTo>
                    <a:pt x="10233373" y="2225"/>
                  </a:lnTo>
                  <a:lnTo>
                    <a:pt x="10137091" y="3246"/>
                  </a:lnTo>
                  <a:lnTo>
                    <a:pt x="10034475" y="4485"/>
                  </a:lnTo>
                  <a:lnTo>
                    <a:pt x="9929803" y="5938"/>
                  </a:lnTo>
                  <a:lnTo>
                    <a:pt x="9826691" y="7600"/>
                  </a:lnTo>
                  <a:lnTo>
                    <a:pt x="9727822" y="9470"/>
                  </a:lnTo>
                  <a:lnTo>
                    <a:pt x="9634921" y="11554"/>
                  </a:lnTo>
                  <a:lnTo>
                    <a:pt x="9548865" y="13864"/>
                  </a:lnTo>
                  <a:lnTo>
                    <a:pt x="9469870" y="16421"/>
                  </a:lnTo>
                  <a:lnTo>
                    <a:pt x="9397677" y="19253"/>
                  </a:lnTo>
                  <a:lnTo>
                    <a:pt x="9331718" y="22398"/>
                  </a:lnTo>
                  <a:lnTo>
                    <a:pt x="9271245" y="25896"/>
                  </a:lnTo>
                  <a:lnTo>
                    <a:pt x="9215424" y="29793"/>
                  </a:lnTo>
                  <a:lnTo>
                    <a:pt x="9163402" y="34133"/>
                  </a:lnTo>
                  <a:lnTo>
                    <a:pt x="9114366" y="38951"/>
                  </a:lnTo>
                  <a:lnTo>
                    <a:pt x="9084767" y="42227"/>
                  </a:lnTo>
                  <a:lnTo>
                    <a:pt x="9028973" y="49178"/>
                  </a:lnTo>
                  <a:lnTo>
                    <a:pt x="8975005" y="56887"/>
                  </a:lnTo>
                  <a:lnTo>
                    <a:pt x="8922127" y="65361"/>
                  </a:lnTo>
                  <a:lnTo>
                    <a:pt x="8869812" y="74580"/>
                  </a:lnTo>
                  <a:lnTo>
                    <a:pt x="8817707" y="84488"/>
                  </a:lnTo>
                  <a:lnTo>
                    <a:pt x="8765600" y="94997"/>
                  </a:lnTo>
                  <a:lnTo>
                    <a:pt x="8713393" y="105981"/>
                  </a:lnTo>
                  <a:lnTo>
                    <a:pt x="8661075" y="117289"/>
                  </a:lnTo>
                  <a:lnTo>
                    <a:pt x="8608696" y="128746"/>
                  </a:lnTo>
                  <a:lnTo>
                    <a:pt x="8556332" y="140171"/>
                  </a:lnTo>
                  <a:lnTo>
                    <a:pt x="8504051" y="151381"/>
                  </a:lnTo>
                  <a:lnTo>
                    <a:pt x="8451885" y="162210"/>
                  </a:lnTo>
                  <a:lnTo>
                    <a:pt x="8399795" y="172515"/>
                  </a:lnTo>
                  <a:lnTo>
                    <a:pt x="8347646" y="182184"/>
                  </a:lnTo>
                  <a:lnTo>
                    <a:pt x="8295177" y="191140"/>
                  </a:lnTo>
                  <a:lnTo>
                    <a:pt x="8241977" y="199339"/>
                  </a:lnTo>
                  <a:lnTo>
                    <a:pt x="8187450" y="206772"/>
                  </a:lnTo>
                  <a:lnTo>
                    <a:pt x="8151487" y="211135"/>
                  </a:lnTo>
                  <a:lnTo>
                    <a:pt x="8103948" y="216260"/>
                  </a:lnTo>
                  <a:lnTo>
                    <a:pt x="8053892" y="220897"/>
                  </a:lnTo>
                  <a:lnTo>
                    <a:pt x="8000555" y="225068"/>
                  </a:lnTo>
                  <a:lnTo>
                    <a:pt x="7943104" y="228811"/>
                  </a:lnTo>
                  <a:lnTo>
                    <a:pt x="7880685" y="232173"/>
                  </a:lnTo>
                  <a:lnTo>
                    <a:pt x="7812487" y="235196"/>
                  </a:lnTo>
                  <a:lnTo>
                    <a:pt x="7737816" y="237922"/>
                  </a:lnTo>
                  <a:lnTo>
                    <a:pt x="7656204" y="240384"/>
                  </a:lnTo>
                  <a:lnTo>
                    <a:pt x="7567546" y="242608"/>
                  </a:lnTo>
                  <a:lnTo>
                    <a:pt x="7472281" y="244612"/>
                  </a:lnTo>
                  <a:lnTo>
                    <a:pt x="7371583" y="246405"/>
                  </a:lnTo>
                  <a:lnTo>
                    <a:pt x="7267524" y="247989"/>
                  </a:lnTo>
                  <a:lnTo>
                    <a:pt x="7163151" y="249363"/>
                  </a:lnTo>
                  <a:lnTo>
                    <a:pt x="7062369" y="250521"/>
                  </a:lnTo>
                  <a:lnTo>
                    <a:pt x="6969585" y="251460"/>
                  </a:lnTo>
                  <a:lnTo>
                    <a:pt x="6889084" y="252184"/>
                  </a:lnTo>
                  <a:lnTo>
                    <a:pt x="6824266" y="252705"/>
                  </a:lnTo>
                  <a:lnTo>
                    <a:pt x="6776926" y="253047"/>
                  </a:lnTo>
                  <a:lnTo>
                    <a:pt x="6746805" y="253244"/>
                  </a:lnTo>
                  <a:lnTo>
                    <a:pt x="6731495" y="253335"/>
                  </a:lnTo>
                  <a:lnTo>
                    <a:pt x="6726656" y="253361"/>
                  </a:lnTo>
                  <a:lnTo>
                    <a:pt x="6726343" y="253362"/>
                  </a:lnTo>
                  <a:lnTo>
                    <a:pt x="5254955" y="253362"/>
                  </a:lnTo>
                  <a:lnTo>
                    <a:pt x="5253718" y="253370"/>
                  </a:lnTo>
                  <a:lnTo>
                    <a:pt x="5245604" y="253424"/>
                  </a:lnTo>
                  <a:lnTo>
                    <a:pt x="5225200" y="253574"/>
                  </a:lnTo>
                  <a:lnTo>
                    <a:pt x="5188852" y="253868"/>
                  </a:lnTo>
                  <a:lnTo>
                    <a:pt x="5134939" y="254351"/>
                  </a:lnTo>
                  <a:lnTo>
                    <a:pt x="5063993" y="255060"/>
                  </a:lnTo>
                  <a:lnTo>
                    <a:pt x="4978477" y="256018"/>
                  </a:lnTo>
                  <a:lnTo>
                    <a:pt x="4882210" y="257236"/>
                  </a:lnTo>
                  <a:lnTo>
                    <a:pt x="4779607" y="258715"/>
                  </a:lnTo>
                  <a:lnTo>
                    <a:pt x="4674945" y="260448"/>
                  </a:lnTo>
                  <a:lnTo>
                    <a:pt x="4571839" y="262432"/>
                  </a:lnTo>
                  <a:lnTo>
                    <a:pt x="4472974" y="264664"/>
                  </a:lnTo>
                  <a:lnTo>
                    <a:pt x="4380074" y="267151"/>
                  </a:lnTo>
                  <a:lnTo>
                    <a:pt x="4294017" y="269907"/>
                  </a:lnTo>
                  <a:lnTo>
                    <a:pt x="4215020" y="272958"/>
                  </a:lnTo>
                  <a:lnTo>
                    <a:pt x="4142824" y="276338"/>
                  </a:lnTo>
                  <a:lnTo>
                    <a:pt x="4076862" y="280090"/>
                  </a:lnTo>
                  <a:lnTo>
                    <a:pt x="4016387" y="284264"/>
                  </a:lnTo>
                  <a:lnTo>
                    <a:pt x="3960563" y="288914"/>
                  </a:lnTo>
                  <a:lnTo>
                    <a:pt x="3908540" y="294093"/>
                  </a:lnTo>
                  <a:lnTo>
                    <a:pt x="3859504" y="299841"/>
                  </a:lnTo>
                  <a:lnTo>
                    <a:pt x="3829811" y="303763"/>
                  </a:lnTo>
                  <a:lnTo>
                    <a:pt x="3774200" y="312031"/>
                  </a:lnTo>
                  <a:lnTo>
                    <a:pt x="3720406" y="321196"/>
                  </a:lnTo>
                  <a:lnTo>
                    <a:pt x="3667697" y="331269"/>
                  </a:lnTo>
                  <a:lnTo>
                    <a:pt x="3615553" y="342225"/>
                  </a:lnTo>
                  <a:lnTo>
                    <a:pt x="3563621" y="354000"/>
                  </a:lnTo>
                  <a:lnTo>
                    <a:pt x="3511689" y="366489"/>
                  </a:lnTo>
                  <a:lnTo>
                    <a:pt x="3459659" y="379545"/>
                  </a:lnTo>
                  <a:lnTo>
                    <a:pt x="3407518" y="392989"/>
                  </a:lnTo>
                  <a:lnTo>
                    <a:pt x="3355315" y="406617"/>
                  </a:lnTo>
                  <a:lnTo>
                    <a:pt x="3303123" y="420212"/>
                  </a:lnTo>
                  <a:lnTo>
                    <a:pt x="3251013" y="433559"/>
                  </a:lnTo>
                  <a:lnTo>
                    <a:pt x="3199017" y="446462"/>
                  </a:lnTo>
                  <a:lnTo>
                    <a:pt x="3147100" y="458750"/>
                  </a:lnTo>
                  <a:lnTo>
                    <a:pt x="3095132" y="470288"/>
                  </a:lnTo>
                  <a:lnTo>
                    <a:pt x="3042862" y="480983"/>
                  </a:lnTo>
                  <a:lnTo>
                    <a:pt x="2989890" y="490784"/>
                  </a:lnTo>
                  <a:lnTo>
                    <a:pt x="2935637" y="499676"/>
                  </a:lnTo>
                  <a:lnTo>
                    <a:pt x="2896531" y="505363"/>
                  </a:lnTo>
                  <a:lnTo>
                    <a:pt x="2848997" y="511480"/>
                  </a:lnTo>
                  <a:lnTo>
                    <a:pt x="2798946" y="517013"/>
                  </a:lnTo>
                  <a:lnTo>
                    <a:pt x="2745615" y="521991"/>
                  </a:lnTo>
                  <a:lnTo>
                    <a:pt x="2688170" y="526459"/>
                  </a:lnTo>
                  <a:lnTo>
                    <a:pt x="2625759" y="530471"/>
                  </a:lnTo>
                  <a:lnTo>
                    <a:pt x="2557571" y="534079"/>
                  </a:lnTo>
                  <a:lnTo>
                    <a:pt x="2482912" y="537333"/>
                  </a:lnTo>
                  <a:lnTo>
                    <a:pt x="2401312" y="540271"/>
                  </a:lnTo>
                  <a:lnTo>
                    <a:pt x="2312668" y="542926"/>
                  </a:lnTo>
                  <a:lnTo>
                    <a:pt x="2217417" y="545317"/>
                  </a:lnTo>
                  <a:lnTo>
                    <a:pt x="2116732" y="547457"/>
                  </a:lnTo>
                  <a:lnTo>
                    <a:pt x="2012685" y="549348"/>
                  </a:lnTo>
                  <a:lnTo>
                    <a:pt x="1908320" y="550988"/>
                  </a:lnTo>
                  <a:lnTo>
                    <a:pt x="1807541" y="552370"/>
                  </a:lnTo>
                  <a:lnTo>
                    <a:pt x="1714752" y="553492"/>
                  </a:lnTo>
                  <a:lnTo>
                    <a:pt x="1634237" y="554356"/>
                  </a:lnTo>
                  <a:lnTo>
                    <a:pt x="1569399" y="554978"/>
                  </a:lnTo>
                  <a:lnTo>
                    <a:pt x="1522035" y="555387"/>
                  </a:lnTo>
                  <a:lnTo>
                    <a:pt x="1491889" y="555622"/>
                  </a:lnTo>
                  <a:lnTo>
                    <a:pt x="1476557" y="555730"/>
                  </a:lnTo>
                  <a:lnTo>
                    <a:pt x="1471703" y="555762"/>
                  </a:lnTo>
                  <a:lnTo>
                    <a:pt x="1471387" y="555763"/>
                  </a:lnTo>
                  <a:lnTo>
                    <a:pt x="0" y="55576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35" name="pg2135"/>
            <p:cNvSpPr/>
            <p:nvPr/>
          </p:nvSpPr>
          <p:spPr>
            <a:xfrm>
              <a:off x="4799595" y="5609091"/>
              <a:ext cx="11981298" cy="5533119"/>
            </a:xfrm>
            <a:custGeom>
              <a:avLst/>
              <a:pathLst>
                <a:path w="11981298" h="5533119">
                  <a:moveTo>
                    <a:pt x="0" y="5533119"/>
                  </a:moveTo>
                  <a:lnTo>
                    <a:pt x="1471387" y="5533119"/>
                  </a:lnTo>
                  <a:lnTo>
                    <a:pt x="1472625" y="5533115"/>
                  </a:lnTo>
                  <a:lnTo>
                    <a:pt x="1480744" y="5533086"/>
                  </a:lnTo>
                  <a:lnTo>
                    <a:pt x="1501160" y="5533005"/>
                  </a:lnTo>
                  <a:lnTo>
                    <a:pt x="1537530" y="5532846"/>
                  </a:lnTo>
                  <a:lnTo>
                    <a:pt x="1591473" y="5532585"/>
                  </a:lnTo>
                  <a:lnTo>
                    <a:pt x="1662454" y="5532201"/>
                  </a:lnTo>
                  <a:lnTo>
                    <a:pt x="1748007" y="5531683"/>
                  </a:lnTo>
                  <a:lnTo>
                    <a:pt x="1844309" y="5531024"/>
                  </a:lnTo>
                  <a:lnTo>
                    <a:pt x="1946943" y="5530224"/>
                  </a:lnTo>
                  <a:lnTo>
                    <a:pt x="2051628" y="5529287"/>
                  </a:lnTo>
                  <a:lnTo>
                    <a:pt x="2154750" y="5528214"/>
                  </a:lnTo>
                  <a:lnTo>
                    <a:pt x="2253624" y="5527007"/>
                  </a:lnTo>
                  <a:lnTo>
                    <a:pt x="2346526" y="5525662"/>
                  </a:lnTo>
                  <a:lnTo>
                    <a:pt x="2432580" y="5524172"/>
                  </a:lnTo>
                  <a:lnTo>
                    <a:pt x="2511572" y="5522522"/>
                  </a:lnTo>
                  <a:lnTo>
                    <a:pt x="2583762" y="5520694"/>
                  </a:lnTo>
                  <a:lnTo>
                    <a:pt x="2649717" y="5518664"/>
                  </a:lnTo>
                  <a:lnTo>
                    <a:pt x="2710186" y="5516407"/>
                  </a:lnTo>
                  <a:lnTo>
                    <a:pt x="2766005" y="5513891"/>
                  </a:lnTo>
                  <a:lnTo>
                    <a:pt x="2818025" y="5511090"/>
                  </a:lnTo>
                  <a:lnTo>
                    <a:pt x="2867060" y="5507981"/>
                  </a:lnTo>
                  <a:lnTo>
                    <a:pt x="2896531" y="5505876"/>
                  </a:lnTo>
                  <a:lnTo>
                    <a:pt x="2952581" y="5501369"/>
                  </a:lnTo>
                  <a:lnTo>
                    <a:pt x="3006792" y="5496369"/>
                  </a:lnTo>
                  <a:lnTo>
                    <a:pt x="3059909" y="5490870"/>
                  </a:lnTo>
                  <a:lnTo>
                    <a:pt x="3112463" y="5484887"/>
                  </a:lnTo>
                  <a:lnTo>
                    <a:pt x="3164810" y="5478456"/>
                  </a:lnTo>
                  <a:lnTo>
                    <a:pt x="3217163" y="5471635"/>
                  </a:lnTo>
                  <a:lnTo>
                    <a:pt x="3269618" y="5464508"/>
                  </a:lnTo>
                  <a:lnTo>
                    <a:pt x="3322184" y="5457173"/>
                  </a:lnTo>
                  <a:lnTo>
                    <a:pt x="3374809" y="5449745"/>
                  </a:lnTo>
                  <a:lnTo>
                    <a:pt x="3427417" y="5442344"/>
                  </a:lnTo>
                  <a:lnTo>
                    <a:pt x="3479937" y="5435087"/>
                  </a:lnTo>
                  <a:lnTo>
                    <a:pt x="3532341" y="5428084"/>
                  </a:lnTo>
                  <a:lnTo>
                    <a:pt x="3584674" y="5421427"/>
                  </a:lnTo>
                  <a:lnTo>
                    <a:pt x="3637078" y="5415187"/>
                  </a:lnTo>
                  <a:lnTo>
                    <a:pt x="3689828" y="5409415"/>
                  </a:lnTo>
                  <a:lnTo>
                    <a:pt x="3743352" y="5404137"/>
                  </a:lnTo>
                  <a:lnTo>
                    <a:pt x="3798269" y="5399357"/>
                  </a:lnTo>
                  <a:lnTo>
                    <a:pt x="3829811" y="5396903"/>
                  </a:lnTo>
                  <a:lnTo>
                    <a:pt x="3877356" y="5393596"/>
                  </a:lnTo>
                  <a:lnTo>
                    <a:pt x="3927419" y="5390604"/>
                  </a:lnTo>
                  <a:lnTo>
                    <a:pt x="3980764" y="5387913"/>
                  </a:lnTo>
                  <a:lnTo>
                    <a:pt x="4038225" y="5385498"/>
                  </a:lnTo>
                  <a:lnTo>
                    <a:pt x="4100655" y="5383329"/>
                  </a:lnTo>
                  <a:lnTo>
                    <a:pt x="4168866" y="5381378"/>
                  </a:lnTo>
                  <a:lnTo>
                    <a:pt x="4243551" y="5379619"/>
                  </a:lnTo>
                  <a:lnTo>
                    <a:pt x="4325181" y="5378031"/>
                  </a:lnTo>
                  <a:lnTo>
                    <a:pt x="4413858" y="5376596"/>
                  </a:lnTo>
                  <a:lnTo>
                    <a:pt x="4509142" y="5375303"/>
                  </a:lnTo>
                  <a:lnTo>
                    <a:pt x="4609860" y="5374147"/>
                  </a:lnTo>
                  <a:lnTo>
                    <a:pt x="4713935" y="5373125"/>
                  </a:lnTo>
                  <a:lnTo>
                    <a:pt x="4818319" y="5372238"/>
                  </a:lnTo>
                  <a:lnTo>
                    <a:pt x="4919103" y="5371491"/>
                  </a:lnTo>
                  <a:lnTo>
                    <a:pt x="5011880" y="5370886"/>
                  </a:lnTo>
                  <a:lnTo>
                    <a:pt x="5092363" y="5370419"/>
                  </a:lnTo>
                  <a:lnTo>
                    <a:pt x="5157154" y="5370083"/>
                  </a:lnTo>
                  <a:lnTo>
                    <a:pt x="5204460" y="5369862"/>
                  </a:lnTo>
                  <a:lnTo>
                    <a:pt x="5234546" y="5369736"/>
                  </a:lnTo>
                  <a:lnTo>
                    <a:pt x="5249826" y="5369677"/>
                  </a:lnTo>
                  <a:lnTo>
                    <a:pt x="5254646" y="5369660"/>
                  </a:lnTo>
                  <a:lnTo>
                    <a:pt x="5254955" y="5369659"/>
                  </a:lnTo>
                  <a:lnTo>
                    <a:pt x="6726343" y="5369659"/>
                  </a:lnTo>
                  <a:lnTo>
                    <a:pt x="6727200" y="5369567"/>
                  </a:lnTo>
                  <a:lnTo>
                    <a:pt x="6732870" y="5368910"/>
                  </a:lnTo>
                  <a:lnTo>
                    <a:pt x="6747277" y="5367094"/>
                  </a:lnTo>
                  <a:lnTo>
                    <a:pt x="6773318" y="5363513"/>
                  </a:lnTo>
                  <a:lnTo>
                    <a:pt x="6812708" y="5357589"/>
                  </a:lnTo>
                  <a:lnTo>
                    <a:pt x="6865857" y="5348815"/>
                  </a:lnTo>
                  <a:lnTo>
                    <a:pt x="6931884" y="5336802"/>
                  </a:lnTo>
                  <a:lnTo>
                    <a:pt x="7008813" y="5321302"/>
                  </a:lnTo>
                  <a:lnTo>
                    <a:pt x="7093918" y="5302203"/>
                  </a:lnTo>
                  <a:lnTo>
                    <a:pt x="7184143" y="5279501"/>
                  </a:lnTo>
                  <a:lnTo>
                    <a:pt x="7276500" y="5253255"/>
                  </a:lnTo>
                  <a:lnTo>
                    <a:pt x="7368366" y="5223536"/>
                  </a:lnTo>
                  <a:lnTo>
                    <a:pt x="7457660" y="5190384"/>
                  </a:lnTo>
                  <a:lnTo>
                    <a:pt x="7542897" y="5153771"/>
                  </a:lnTo>
                  <a:lnTo>
                    <a:pt x="7623151" y="5113579"/>
                  </a:lnTo>
                  <a:lnTo>
                    <a:pt x="7697975" y="5069588"/>
                  </a:lnTo>
                  <a:lnTo>
                    <a:pt x="7767295" y="5021472"/>
                  </a:lnTo>
                  <a:lnTo>
                    <a:pt x="7831311" y="4968802"/>
                  </a:lnTo>
                  <a:lnTo>
                    <a:pt x="7890408" y="4911055"/>
                  </a:lnTo>
                  <a:lnTo>
                    <a:pt x="7945088" y="4847630"/>
                  </a:lnTo>
                  <a:lnTo>
                    <a:pt x="7995916" y="4777873"/>
                  </a:lnTo>
                  <a:lnTo>
                    <a:pt x="8043480" y="4701126"/>
                  </a:lnTo>
                  <a:lnTo>
                    <a:pt x="8088359" y="4616798"/>
                  </a:lnTo>
                  <a:lnTo>
                    <a:pt x="8131096" y="4524477"/>
                  </a:lnTo>
                  <a:lnTo>
                    <a:pt x="8151487" y="4476078"/>
                  </a:lnTo>
                  <a:lnTo>
                    <a:pt x="8180041" y="4403507"/>
                  </a:lnTo>
                  <a:lnTo>
                    <a:pt x="8208013" y="4326893"/>
                  </a:lnTo>
                  <a:lnTo>
                    <a:pt x="8235524" y="4246159"/>
                  </a:lnTo>
                  <a:lnTo>
                    <a:pt x="8262676" y="4161259"/>
                  </a:lnTo>
                  <a:lnTo>
                    <a:pt x="8289555" y="4072190"/>
                  </a:lnTo>
                  <a:lnTo>
                    <a:pt x="8316236" y="3978988"/>
                  </a:lnTo>
                  <a:lnTo>
                    <a:pt x="8342780" y="3881738"/>
                  </a:lnTo>
                  <a:lnTo>
                    <a:pt x="8369236" y="3780569"/>
                  </a:lnTo>
                  <a:lnTo>
                    <a:pt x="8395643" y="3675662"/>
                  </a:lnTo>
                  <a:lnTo>
                    <a:pt x="8422034" y="3567246"/>
                  </a:lnTo>
                  <a:lnTo>
                    <a:pt x="8448429" y="3455599"/>
                  </a:lnTo>
                  <a:lnTo>
                    <a:pt x="8474844" y="3341048"/>
                  </a:lnTo>
                  <a:lnTo>
                    <a:pt x="8501287" y="3223964"/>
                  </a:lnTo>
                  <a:lnTo>
                    <a:pt x="8527761" y="3104755"/>
                  </a:lnTo>
                  <a:lnTo>
                    <a:pt x="8554263" y="2983868"/>
                  </a:lnTo>
                  <a:lnTo>
                    <a:pt x="8580788" y="2861774"/>
                  </a:lnTo>
                  <a:lnTo>
                    <a:pt x="8607327" y="2738968"/>
                  </a:lnTo>
                  <a:lnTo>
                    <a:pt x="8633871" y="2615955"/>
                  </a:lnTo>
                  <a:lnTo>
                    <a:pt x="8660408" y="2493244"/>
                  </a:lnTo>
                  <a:lnTo>
                    <a:pt x="8686929" y="2371338"/>
                  </a:lnTo>
                  <a:lnTo>
                    <a:pt x="8713427" y="2250728"/>
                  </a:lnTo>
                  <a:lnTo>
                    <a:pt x="8739895" y="2131883"/>
                  </a:lnTo>
                  <a:lnTo>
                    <a:pt x="8766332" y="2015240"/>
                  </a:lnTo>
                  <a:lnTo>
                    <a:pt x="8792743" y="1901203"/>
                  </a:lnTo>
                  <a:lnTo>
                    <a:pt x="8819136" y="1790135"/>
                  </a:lnTo>
                  <a:lnTo>
                    <a:pt x="8845527" y="1682353"/>
                  </a:lnTo>
                  <a:lnTo>
                    <a:pt x="8871941" y="1578127"/>
                  </a:lnTo>
                  <a:lnTo>
                    <a:pt x="8898410" y="1477676"/>
                  </a:lnTo>
                  <a:lnTo>
                    <a:pt x="8924975" y="1381171"/>
                  </a:lnTo>
                  <a:lnTo>
                    <a:pt x="8951688" y="1288734"/>
                  </a:lnTo>
                  <a:lnTo>
                    <a:pt x="8978613" y="1200440"/>
                  </a:lnTo>
                  <a:lnTo>
                    <a:pt x="9005824" y="1116318"/>
                  </a:lnTo>
                  <a:lnTo>
                    <a:pt x="9033412" y="1036356"/>
                  </a:lnTo>
                  <a:lnTo>
                    <a:pt x="9061484" y="960502"/>
                  </a:lnTo>
                  <a:lnTo>
                    <a:pt x="9084767" y="901754"/>
                  </a:lnTo>
                  <a:lnTo>
                    <a:pt x="9126630" y="805447"/>
                  </a:lnTo>
                  <a:lnTo>
                    <a:pt x="9170390" y="717220"/>
                  </a:lnTo>
                  <a:lnTo>
                    <a:pt x="9216562" y="636809"/>
                  </a:lnTo>
                  <a:lnTo>
                    <a:pt x="9265710" y="563693"/>
                  </a:lnTo>
                  <a:lnTo>
                    <a:pt x="9318422" y="497235"/>
                  </a:lnTo>
                  <a:lnTo>
                    <a:pt x="9375278" y="436773"/>
                  </a:lnTo>
                  <a:lnTo>
                    <a:pt x="9436817" y="381676"/>
                  </a:lnTo>
                  <a:lnTo>
                    <a:pt x="9503489" y="331379"/>
                  </a:lnTo>
                  <a:lnTo>
                    <a:pt x="9575595" y="285406"/>
                  </a:lnTo>
                  <a:lnTo>
                    <a:pt x="9653207" y="243379"/>
                  </a:lnTo>
                  <a:lnTo>
                    <a:pt x="9736076" y="205026"/>
                  </a:lnTo>
                  <a:lnTo>
                    <a:pt x="9823523" y="170180"/>
                  </a:lnTo>
                  <a:lnTo>
                    <a:pt x="9914347" y="138770"/>
                  </a:lnTo>
                  <a:lnTo>
                    <a:pt x="10006759" y="110807"/>
                  </a:lnTo>
                  <a:lnTo>
                    <a:pt x="10098389" y="86351"/>
                  </a:lnTo>
                  <a:lnTo>
                    <a:pt x="10186399" y="65475"/>
                  </a:lnTo>
                  <a:lnTo>
                    <a:pt x="10267722" y="48211"/>
                  </a:lnTo>
                  <a:lnTo>
                    <a:pt x="10339417" y="34504"/>
                  </a:lnTo>
                  <a:lnTo>
                    <a:pt x="10399087" y="24177"/>
                  </a:lnTo>
                  <a:lnTo>
                    <a:pt x="10445279" y="16907"/>
                  </a:lnTo>
                  <a:lnTo>
                    <a:pt x="10477753" y="12242"/>
                  </a:lnTo>
                  <a:lnTo>
                    <a:pt x="10497592" y="9633"/>
                  </a:lnTo>
                  <a:lnTo>
                    <a:pt x="10507131" y="8482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9053" y="92"/>
                  </a:lnTo>
                  <a:lnTo>
                    <a:pt x="10503383" y="749"/>
                  </a:lnTo>
                  <a:lnTo>
                    <a:pt x="10488977" y="2565"/>
                  </a:lnTo>
                  <a:lnTo>
                    <a:pt x="10462935" y="6145"/>
                  </a:lnTo>
                  <a:lnTo>
                    <a:pt x="10423545" y="12070"/>
                  </a:lnTo>
                  <a:lnTo>
                    <a:pt x="10370396" y="20844"/>
                  </a:lnTo>
                  <a:lnTo>
                    <a:pt x="10304369" y="32857"/>
                  </a:lnTo>
                  <a:lnTo>
                    <a:pt x="10227440" y="48357"/>
                  </a:lnTo>
                  <a:lnTo>
                    <a:pt x="10142335" y="67455"/>
                  </a:lnTo>
                  <a:lnTo>
                    <a:pt x="10052110" y="90158"/>
                  </a:lnTo>
                  <a:lnTo>
                    <a:pt x="9959754" y="116404"/>
                  </a:lnTo>
                  <a:lnTo>
                    <a:pt x="9867887" y="146123"/>
                  </a:lnTo>
                  <a:lnTo>
                    <a:pt x="9778593" y="179275"/>
                  </a:lnTo>
                  <a:lnTo>
                    <a:pt x="9693356" y="215888"/>
                  </a:lnTo>
                  <a:lnTo>
                    <a:pt x="9613102" y="256080"/>
                  </a:lnTo>
                  <a:lnTo>
                    <a:pt x="9538278" y="300071"/>
                  </a:lnTo>
                  <a:lnTo>
                    <a:pt x="9468958" y="348187"/>
                  </a:lnTo>
                  <a:lnTo>
                    <a:pt x="9404942" y="400857"/>
                  </a:lnTo>
                  <a:lnTo>
                    <a:pt x="9345845" y="458603"/>
                  </a:lnTo>
                  <a:lnTo>
                    <a:pt x="9291165" y="522029"/>
                  </a:lnTo>
                  <a:lnTo>
                    <a:pt x="9240337" y="591786"/>
                  </a:lnTo>
                  <a:lnTo>
                    <a:pt x="9192773" y="668533"/>
                  </a:lnTo>
                  <a:lnTo>
                    <a:pt x="9147894" y="752861"/>
                  </a:lnTo>
                  <a:lnTo>
                    <a:pt x="9105157" y="845182"/>
                  </a:lnTo>
                  <a:lnTo>
                    <a:pt x="9084767" y="893581"/>
                  </a:lnTo>
                  <a:lnTo>
                    <a:pt x="9056212" y="966152"/>
                  </a:lnTo>
                  <a:lnTo>
                    <a:pt x="9028240" y="1042766"/>
                  </a:lnTo>
                  <a:lnTo>
                    <a:pt x="9000729" y="1123500"/>
                  </a:lnTo>
                  <a:lnTo>
                    <a:pt x="8973578" y="1208400"/>
                  </a:lnTo>
                  <a:lnTo>
                    <a:pt x="8946698" y="1297469"/>
                  </a:lnTo>
                  <a:lnTo>
                    <a:pt x="8920017" y="1390671"/>
                  </a:lnTo>
                  <a:lnTo>
                    <a:pt x="8893473" y="1487921"/>
                  </a:lnTo>
                  <a:lnTo>
                    <a:pt x="8867018" y="1589090"/>
                  </a:lnTo>
                  <a:lnTo>
                    <a:pt x="8840610" y="1693997"/>
                  </a:lnTo>
                  <a:lnTo>
                    <a:pt x="8814220" y="1802413"/>
                  </a:lnTo>
                  <a:lnTo>
                    <a:pt x="8787824" y="1914060"/>
                  </a:lnTo>
                  <a:lnTo>
                    <a:pt x="8761409" y="2028610"/>
                  </a:lnTo>
                  <a:lnTo>
                    <a:pt x="8734966" y="2145695"/>
                  </a:lnTo>
                  <a:lnTo>
                    <a:pt x="8708492" y="2264904"/>
                  </a:lnTo>
                  <a:lnTo>
                    <a:pt x="8681990" y="2385791"/>
                  </a:lnTo>
                  <a:lnTo>
                    <a:pt x="8655465" y="2507885"/>
                  </a:lnTo>
                  <a:lnTo>
                    <a:pt x="8628926" y="2630691"/>
                  </a:lnTo>
                  <a:lnTo>
                    <a:pt x="8602383" y="2753704"/>
                  </a:lnTo>
                  <a:lnTo>
                    <a:pt x="8575845" y="2876415"/>
                  </a:lnTo>
                  <a:lnTo>
                    <a:pt x="8549324" y="2998321"/>
                  </a:lnTo>
                  <a:lnTo>
                    <a:pt x="8522827" y="3118930"/>
                  </a:lnTo>
                  <a:lnTo>
                    <a:pt x="8496359" y="3237776"/>
                  </a:lnTo>
                  <a:lnTo>
                    <a:pt x="8469921" y="3354419"/>
                  </a:lnTo>
                  <a:lnTo>
                    <a:pt x="8443511" y="3468456"/>
                  </a:lnTo>
                  <a:lnTo>
                    <a:pt x="8417118" y="3579523"/>
                  </a:lnTo>
                  <a:lnTo>
                    <a:pt x="8390726" y="3687306"/>
                  </a:lnTo>
                  <a:lnTo>
                    <a:pt x="8364312" y="3791532"/>
                  </a:lnTo>
                  <a:lnTo>
                    <a:pt x="8337843" y="3891983"/>
                  </a:lnTo>
                  <a:lnTo>
                    <a:pt x="8311278" y="3988488"/>
                  </a:lnTo>
                  <a:lnTo>
                    <a:pt x="8284565" y="4080924"/>
                  </a:lnTo>
                  <a:lnTo>
                    <a:pt x="8257641" y="4169219"/>
                  </a:lnTo>
                  <a:lnTo>
                    <a:pt x="8230429" y="4253341"/>
                  </a:lnTo>
                  <a:lnTo>
                    <a:pt x="8202841" y="4333303"/>
                  </a:lnTo>
                  <a:lnTo>
                    <a:pt x="8174770" y="4409156"/>
                  </a:lnTo>
                  <a:lnTo>
                    <a:pt x="8151487" y="4467905"/>
                  </a:lnTo>
                  <a:lnTo>
                    <a:pt x="8109624" y="4564212"/>
                  </a:lnTo>
                  <a:lnTo>
                    <a:pt x="8065863" y="4652439"/>
                  </a:lnTo>
                  <a:lnTo>
                    <a:pt x="8019691" y="4732850"/>
                  </a:lnTo>
                  <a:lnTo>
                    <a:pt x="7970543" y="4805966"/>
                  </a:lnTo>
                  <a:lnTo>
                    <a:pt x="7917831" y="4872424"/>
                  </a:lnTo>
                  <a:lnTo>
                    <a:pt x="7860975" y="4932886"/>
                  </a:lnTo>
                  <a:lnTo>
                    <a:pt x="7799436" y="4987983"/>
                  </a:lnTo>
                  <a:lnTo>
                    <a:pt x="7732764" y="5038279"/>
                  </a:lnTo>
                  <a:lnTo>
                    <a:pt x="7660659" y="5084253"/>
                  </a:lnTo>
                  <a:lnTo>
                    <a:pt x="7583046" y="5126280"/>
                  </a:lnTo>
                  <a:lnTo>
                    <a:pt x="7500178" y="5164633"/>
                  </a:lnTo>
                  <a:lnTo>
                    <a:pt x="7412730" y="5199479"/>
                  </a:lnTo>
                  <a:lnTo>
                    <a:pt x="7321906" y="5230889"/>
                  </a:lnTo>
                  <a:lnTo>
                    <a:pt x="7229495" y="5258852"/>
                  </a:lnTo>
                  <a:lnTo>
                    <a:pt x="7137864" y="5283307"/>
                  </a:lnTo>
                  <a:lnTo>
                    <a:pt x="7049854" y="5304184"/>
                  </a:lnTo>
                  <a:lnTo>
                    <a:pt x="6968531" y="5321448"/>
                  </a:lnTo>
                  <a:lnTo>
                    <a:pt x="6896837" y="5335155"/>
                  </a:lnTo>
                  <a:lnTo>
                    <a:pt x="6837166" y="5345482"/>
                  </a:lnTo>
                  <a:lnTo>
                    <a:pt x="6790975" y="5352752"/>
                  </a:lnTo>
                  <a:lnTo>
                    <a:pt x="6758500" y="5357417"/>
                  </a:lnTo>
                  <a:lnTo>
                    <a:pt x="6738661" y="5360026"/>
                  </a:lnTo>
                  <a:lnTo>
                    <a:pt x="6729122" y="5361177"/>
                  </a:lnTo>
                  <a:lnTo>
                    <a:pt x="6726343" y="5361486"/>
                  </a:lnTo>
                  <a:lnTo>
                    <a:pt x="5254955" y="5361486"/>
                  </a:lnTo>
                  <a:lnTo>
                    <a:pt x="5253718" y="5361490"/>
                  </a:lnTo>
                  <a:lnTo>
                    <a:pt x="5245598" y="5361520"/>
                  </a:lnTo>
                  <a:lnTo>
                    <a:pt x="5225182" y="5361601"/>
                  </a:lnTo>
                  <a:lnTo>
                    <a:pt x="5188812" y="5361760"/>
                  </a:lnTo>
                  <a:lnTo>
                    <a:pt x="5134869" y="5362021"/>
                  </a:lnTo>
                  <a:lnTo>
                    <a:pt x="5063888" y="5362405"/>
                  </a:lnTo>
                  <a:lnTo>
                    <a:pt x="4978335" y="5362923"/>
                  </a:lnTo>
                  <a:lnTo>
                    <a:pt x="4882033" y="5363582"/>
                  </a:lnTo>
                  <a:lnTo>
                    <a:pt x="4779399" y="5364381"/>
                  </a:lnTo>
                  <a:lnTo>
                    <a:pt x="4674714" y="5365319"/>
                  </a:lnTo>
                  <a:lnTo>
                    <a:pt x="4571592" y="5366392"/>
                  </a:lnTo>
                  <a:lnTo>
                    <a:pt x="4472719" y="5367599"/>
                  </a:lnTo>
                  <a:lnTo>
                    <a:pt x="4379816" y="5368944"/>
                  </a:lnTo>
                  <a:lnTo>
                    <a:pt x="4293762" y="5370434"/>
                  </a:lnTo>
                  <a:lnTo>
                    <a:pt x="4214770" y="5372084"/>
                  </a:lnTo>
                  <a:lnTo>
                    <a:pt x="4142580" y="5373912"/>
                  </a:lnTo>
                  <a:lnTo>
                    <a:pt x="4076625" y="5375941"/>
                  </a:lnTo>
                  <a:lnTo>
                    <a:pt x="4016156" y="5378199"/>
                  </a:lnTo>
                  <a:lnTo>
                    <a:pt x="3960337" y="5380715"/>
                  </a:lnTo>
                  <a:lnTo>
                    <a:pt x="3908317" y="5383516"/>
                  </a:lnTo>
                  <a:lnTo>
                    <a:pt x="3859282" y="5386625"/>
                  </a:lnTo>
                  <a:lnTo>
                    <a:pt x="3829811" y="5388730"/>
                  </a:lnTo>
                  <a:lnTo>
                    <a:pt x="3773761" y="5393237"/>
                  </a:lnTo>
                  <a:lnTo>
                    <a:pt x="3719550" y="5398237"/>
                  </a:lnTo>
                  <a:lnTo>
                    <a:pt x="3666433" y="5403735"/>
                  </a:lnTo>
                  <a:lnTo>
                    <a:pt x="3613879" y="5409718"/>
                  </a:lnTo>
                  <a:lnTo>
                    <a:pt x="3561532" y="5416150"/>
                  </a:lnTo>
                  <a:lnTo>
                    <a:pt x="3509179" y="5422970"/>
                  </a:lnTo>
                  <a:lnTo>
                    <a:pt x="3456724" y="5430098"/>
                  </a:lnTo>
                  <a:lnTo>
                    <a:pt x="3404158" y="5437433"/>
                  </a:lnTo>
                  <a:lnTo>
                    <a:pt x="3351533" y="5444861"/>
                  </a:lnTo>
                  <a:lnTo>
                    <a:pt x="3298925" y="5452262"/>
                  </a:lnTo>
                  <a:lnTo>
                    <a:pt x="3246405" y="5459519"/>
                  </a:lnTo>
                  <a:lnTo>
                    <a:pt x="3194001" y="5466522"/>
                  </a:lnTo>
                  <a:lnTo>
                    <a:pt x="3141668" y="5473179"/>
                  </a:lnTo>
                  <a:lnTo>
                    <a:pt x="3089264" y="5479418"/>
                  </a:lnTo>
                  <a:lnTo>
                    <a:pt x="3036514" y="5485190"/>
                  </a:lnTo>
                  <a:lnTo>
                    <a:pt x="2982991" y="5490469"/>
                  </a:lnTo>
                  <a:lnTo>
                    <a:pt x="2928073" y="5495249"/>
                  </a:lnTo>
                  <a:lnTo>
                    <a:pt x="2896531" y="5497703"/>
                  </a:lnTo>
                  <a:lnTo>
                    <a:pt x="2848986" y="5501010"/>
                  </a:lnTo>
                  <a:lnTo>
                    <a:pt x="2798923" y="5504002"/>
                  </a:lnTo>
                  <a:lnTo>
                    <a:pt x="2745579" y="5506693"/>
                  </a:lnTo>
                  <a:lnTo>
                    <a:pt x="2688117" y="5509108"/>
                  </a:lnTo>
                  <a:lnTo>
                    <a:pt x="2625687" y="5511277"/>
                  </a:lnTo>
                  <a:lnTo>
                    <a:pt x="2557476" y="5513228"/>
                  </a:lnTo>
                  <a:lnTo>
                    <a:pt x="2482791" y="5514987"/>
                  </a:lnTo>
                  <a:lnTo>
                    <a:pt x="2401161" y="5516575"/>
                  </a:lnTo>
                  <a:lnTo>
                    <a:pt x="2312484" y="5518010"/>
                  </a:lnTo>
                  <a:lnTo>
                    <a:pt x="2217200" y="5519302"/>
                  </a:lnTo>
                  <a:lnTo>
                    <a:pt x="2116482" y="5520459"/>
                  </a:lnTo>
                  <a:lnTo>
                    <a:pt x="2012407" y="5521481"/>
                  </a:lnTo>
                  <a:lnTo>
                    <a:pt x="1908023" y="5522367"/>
                  </a:lnTo>
                  <a:lnTo>
                    <a:pt x="1807239" y="5523114"/>
                  </a:lnTo>
                  <a:lnTo>
                    <a:pt x="1714462" y="5523720"/>
                  </a:lnTo>
                  <a:lnTo>
                    <a:pt x="1633979" y="5524187"/>
                  </a:lnTo>
                  <a:lnTo>
                    <a:pt x="1569188" y="5524523"/>
                  </a:lnTo>
                  <a:lnTo>
                    <a:pt x="1521882" y="5524744"/>
                  </a:lnTo>
                  <a:lnTo>
                    <a:pt x="1491796" y="5524870"/>
                  </a:lnTo>
                  <a:lnTo>
                    <a:pt x="1476516" y="5524929"/>
                  </a:lnTo>
                  <a:lnTo>
                    <a:pt x="1471696" y="5524945"/>
                  </a:lnTo>
                  <a:lnTo>
                    <a:pt x="1471387" y="5524946"/>
                  </a:lnTo>
                  <a:lnTo>
                    <a:pt x="0" y="5524946"/>
                  </a:lnTo>
                  <a:close/>
                </a:path>
              </a:pathLst>
            </a:custGeom>
            <a:solidFill>
              <a:srgbClr val="63D9C8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2136" name="pl2136"/>
            <p:cNvSpPr/>
            <p:nvPr/>
          </p:nvSpPr>
          <p:spPr>
            <a:xfrm>
              <a:off x="4799595" y="5617264"/>
              <a:ext cx="11981298" cy="5524946"/>
            </a:xfrm>
            <a:custGeom>
              <a:avLst/>
              <a:pathLst>
                <a:path w="11981298" h="5524946">
                  <a:moveTo>
                    <a:pt x="0" y="5524946"/>
                  </a:moveTo>
                  <a:lnTo>
                    <a:pt x="1471387" y="5524946"/>
                  </a:lnTo>
                  <a:lnTo>
                    <a:pt x="1472625" y="5524942"/>
                  </a:lnTo>
                  <a:lnTo>
                    <a:pt x="1480744" y="5524913"/>
                  </a:lnTo>
                  <a:lnTo>
                    <a:pt x="1501160" y="5524832"/>
                  </a:lnTo>
                  <a:lnTo>
                    <a:pt x="1537530" y="5524673"/>
                  </a:lnTo>
                  <a:lnTo>
                    <a:pt x="1591473" y="5524412"/>
                  </a:lnTo>
                  <a:lnTo>
                    <a:pt x="1662454" y="5524028"/>
                  </a:lnTo>
                  <a:lnTo>
                    <a:pt x="1748007" y="5523510"/>
                  </a:lnTo>
                  <a:lnTo>
                    <a:pt x="1844309" y="5522851"/>
                  </a:lnTo>
                  <a:lnTo>
                    <a:pt x="1946943" y="5522051"/>
                  </a:lnTo>
                  <a:lnTo>
                    <a:pt x="2051628" y="5521114"/>
                  </a:lnTo>
                  <a:lnTo>
                    <a:pt x="2154750" y="5520041"/>
                  </a:lnTo>
                  <a:lnTo>
                    <a:pt x="2253624" y="5518834"/>
                  </a:lnTo>
                  <a:lnTo>
                    <a:pt x="2346526" y="5517489"/>
                  </a:lnTo>
                  <a:lnTo>
                    <a:pt x="2432580" y="5515999"/>
                  </a:lnTo>
                  <a:lnTo>
                    <a:pt x="2511572" y="5514349"/>
                  </a:lnTo>
                  <a:lnTo>
                    <a:pt x="2583762" y="5512521"/>
                  </a:lnTo>
                  <a:lnTo>
                    <a:pt x="2649717" y="5510491"/>
                  </a:lnTo>
                  <a:lnTo>
                    <a:pt x="2710186" y="5508234"/>
                  </a:lnTo>
                  <a:lnTo>
                    <a:pt x="2766005" y="5505718"/>
                  </a:lnTo>
                  <a:lnTo>
                    <a:pt x="2818025" y="5502917"/>
                  </a:lnTo>
                  <a:lnTo>
                    <a:pt x="2867060" y="5499808"/>
                  </a:lnTo>
                  <a:lnTo>
                    <a:pt x="2896531" y="5497703"/>
                  </a:lnTo>
                  <a:lnTo>
                    <a:pt x="2952581" y="5493196"/>
                  </a:lnTo>
                  <a:lnTo>
                    <a:pt x="3006792" y="5488196"/>
                  </a:lnTo>
                  <a:lnTo>
                    <a:pt x="3059909" y="5482697"/>
                  </a:lnTo>
                  <a:lnTo>
                    <a:pt x="3112463" y="5476714"/>
                  </a:lnTo>
                  <a:lnTo>
                    <a:pt x="3164810" y="5470283"/>
                  </a:lnTo>
                  <a:lnTo>
                    <a:pt x="3217163" y="5463462"/>
                  </a:lnTo>
                  <a:lnTo>
                    <a:pt x="3269618" y="5456335"/>
                  </a:lnTo>
                  <a:lnTo>
                    <a:pt x="3322184" y="5449000"/>
                  </a:lnTo>
                  <a:lnTo>
                    <a:pt x="3374809" y="5441572"/>
                  </a:lnTo>
                  <a:lnTo>
                    <a:pt x="3427417" y="5434171"/>
                  </a:lnTo>
                  <a:lnTo>
                    <a:pt x="3479937" y="5426914"/>
                  </a:lnTo>
                  <a:lnTo>
                    <a:pt x="3532341" y="5419911"/>
                  </a:lnTo>
                  <a:lnTo>
                    <a:pt x="3584674" y="5413254"/>
                  </a:lnTo>
                  <a:lnTo>
                    <a:pt x="3637078" y="5407014"/>
                  </a:lnTo>
                  <a:lnTo>
                    <a:pt x="3689828" y="5401242"/>
                  </a:lnTo>
                  <a:lnTo>
                    <a:pt x="3743352" y="5395964"/>
                  </a:lnTo>
                  <a:lnTo>
                    <a:pt x="3798269" y="5391184"/>
                  </a:lnTo>
                  <a:lnTo>
                    <a:pt x="3829811" y="5388730"/>
                  </a:lnTo>
                  <a:lnTo>
                    <a:pt x="3877356" y="5385423"/>
                  </a:lnTo>
                  <a:lnTo>
                    <a:pt x="3927419" y="5382431"/>
                  </a:lnTo>
                  <a:lnTo>
                    <a:pt x="3980764" y="5379740"/>
                  </a:lnTo>
                  <a:lnTo>
                    <a:pt x="4038225" y="5377325"/>
                  </a:lnTo>
                  <a:lnTo>
                    <a:pt x="4100655" y="5375156"/>
                  </a:lnTo>
                  <a:lnTo>
                    <a:pt x="4168866" y="5373205"/>
                  </a:lnTo>
                  <a:lnTo>
                    <a:pt x="4243551" y="5371446"/>
                  </a:lnTo>
                  <a:lnTo>
                    <a:pt x="4325181" y="5369858"/>
                  </a:lnTo>
                  <a:lnTo>
                    <a:pt x="4413858" y="5368423"/>
                  </a:lnTo>
                  <a:lnTo>
                    <a:pt x="4509142" y="5367130"/>
                  </a:lnTo>
                  <a:lnTo>
                    <a:pt x="4609860" y="5365974"/>
                  </a:lnTo>
                  <a:lnTo>
                    <a:pt x="4713935" y="5364952"/>
                  </a:lnTo>
                  <a:lnTo>
                    <a:pt x="4818319" y="5364065"/>
                  </a:lnTo>
                  <a:lnTo>
                    <a:pt x="4919103" y="5363318"/>
                  </a:lnTo>
                  <a:lnTo>
                    <a:pt x="5011880" y="5362713"/>
                  </a:lnTo>
                  <a:lnTo>
                    <a:pt x="5092363" y="5362246"/>
                  </a:lnTo>
                  <a:lnTo>
                    <a:pt x="5157154" y="5361910"/>
                  </a:lnTo>
                  <a:lnTo>
                    <a:pt x="5204460" y="5361689"/>
                  </a:lnTo>
                  <a:lnTo>
                    <a:pt x="5234546" y="5361563"/>
                  </a:lnTo>
                  <a:lnTo>
                    <a:pt x="5249826" y="5361504"/>
                  </a:lnTo>
                  <a:lnTo>
                    <a:pt x="5254646" y="5361487"/>
                  </a:lnTo>
                  <a:lnTo>
                    <a:pt x="5254955" y="5361486"/>
                  </a:lnTo>
                  <a:lnTo>
                    <a:pt x="6726343" y="5361486"/>
                  </a:lnTo>
                  <a:lnTo>
                    <a:pt x="6727200" y="5361394"/>
                  </a:lnTo>
                  <a:lnTo>
                    <a:pt x="6732870" y="5360737"/>
                  </a:lnTo>
                  <a:lnTo>
                    <a:pt x="6747277" y="5358921"/>
                  </a:lnTo>
                  <a:lnTo>
                    <a:pt x="6773318" y="5355340"/>
                  </a:lnTo>
                  <a:lnTo>
                    <a:pt x="6812708" y="5349416"/>
                  </a:lnTo>
                  <a:lnTo>
                    <a:pt x="6865857" y="5340642"/>
                  </a:lnTo>
                  <a:lnTo>
                    <a:pt x="6931884" y="5328629"/>
                  </a:lnTo>
                  <a:lnTo>
                    <a:pt x="7008813" y="5313129"/>
                  </a:lnTo>
                  <a:lnTo>
                    <a:pt x="7093918" y="5294030"/>
                  </a:lnTo>
                  <a:lnTo>
                    <a:pt x="7184143" y="5271328"/>
                  </a:lnTo>
                  <a:lnTo>
                    <a:pt x="7276500" y="5245082"/>
                  </a:lnTo>
                  <a:lnTo>
                    <a:pt x="7368366" y="5215363"/>
                  </a:lnTo>
                  <a:lnTo>
                    <a:pt x="7457660" y="5182211"/>
                  </a:lnTo>
                  <a:lnTo>
                    <a:pt x="7542897" y="5145598"/>
                  </a:lnTo>
                  <a:lnTo>
                    <a:pt x="7623151" y="5105406"/>
                  </a:lnTo>
                  <a:lnTo>
                    <a:pt x="7697975" y="5061415"/>
                  </a:lnTo>
                  <a:lnTo>
                    <a:pt x="7767295" y="5013299"/>
                  </a:lnTo>
                  <a:lnTo>
                    <a:pt x="7831311" y="4960629"/>
                  </a:lnTo>
                  <a:lnTo>
                    <a:pt x="7890408" y="4902882"/>
                  </a:lnTo>
                  <a:lnTo>
                    <a:pt x="7945088" y="4839457"/>
                  </a:lnTo>
                  <a:lnTo>
                    <a:pt x="7995916" y="4769700"/>
                  </a:lnTo>
                  <a:lnTo>
                    <a:pt x="8043480" y="4692953"/>
                  </a:lnTo>
                  <a:lnTo>
                    <a:pt x="8088359" y="4608625"/>
                  </a:lnTo>
                  <a:lnTo>
                    <a:pt x="8131096" y="4516304"/>
                  </a:lnTo>
                  <a:lnTo>
                    <a:pt x="8151487" y="4467905"/>
                  </a:lnTo>
                  <a:lnTo>
                    <a:pt x="8180041" y="4395334"/>
                  </a:lnTo>
                  <a:lnTo>
                    <a:pt x="8208013" y="4318720"/>
                  </a:lnTo>
                  <a:lnTo>
                    <a:pt x="8235524" y="4237986"/>
                  </a:lnTo>
                  <a:lnTo>
                    <a:pt x="8262676" y="4153086"/>
                  </a:lnTo>
                  <a:lnTo>
                    <a:pt x="8289555" y="4064017"/>
                  </a:lnTo>
                  <a:lnTo>
                    <a:pt x="8316236" y="3970815"/>
                  </a:lnTo>
                  <a:lnTo>
                    <a:pt x="8342780" y="3873565"/>
                  </a:lnTo>
                  <a:lnTo>
                    <a:pt x="8369236" y="3772396"/>
                  </a:lnTo>
                  <a:lnTo>
                    <a:pt x="8395643" y="3667489"/>
                  </a:lnTo>
                  <a:lnTo>
                    <a:pt x="8422034" y="3559073"/>
                  </a:lnTo>
                  <a:lnTo>
                    <a:pt x="8448429" y="3447426"/>
                  </a:lnTo>
                  <a:lnTo>
                    <a:pt x="8474844" y="3332875"/>
                  </a:lnTo>
                  <a:lnTo>
                    <a:pt x="8501287" y="3215791"/>
                  </a:lnTo>
                  <a:lnTo>
                    <a:pt x="8527761" y="3096582"/>
                  </a:lnTo>
                  <a:lnTo>
                    <a:pt x="8554263" y="2975695"/>
                  </a:lnTo>
                  <a:lnTo>
                    <a:pt x="8580788" y="2853601"/>
                  </a:lnTo>
                  <a:lnTo>
                    <a:pt x="8607327" y="2730795"/>
                  </a:lnTo>
                  <a:lnTo>
                    <a:pt x="8633871" y="2607782"/>
                  </a:lnTo>
                  <a:lnTo>
                    <a:pt x="8660408" y="2485071"/>
                  </a:lnTo>
                  <a:lnTo>
                    <a:pt x="8686929" y="2363165"/>
                  </a:lnTo>
                  <a:lnTo>
                    <a:pt x="8713427" y="2242555"/>
                  </a:lnTo>
                  <a:lnTo>
                    <a:pt x="8739895" y="2123710"/>
                  </a:lnTo>
                  <a:lnTo>
                    <a:pt x="8766332" y="2007067"/>
                  </a:lnTo>
                  <a:lnTo>
                    <a:pt x="8792743" y="1893030"/>
                  </a:lnTo>
                  <a:lnTo>
                    <a:pt x="8819136" y="1781962"/>
                  </a:lnTo>
                  <a:lnTo>
                    <a:pt x="8845527" y="1674180"/>
                  </a:lnTo>
                  <a:lnTo>
                    <a:pt x="8871941" y="1569954"/>
                  </a:lnTo>
                  <a:lnTo>
                    <a:pt x="8898410" y="1469503"/>
                  </a:lnTo>
                  <a:lnTo>
                    <a:pt x="8924975" y="1372998"/>
                  </a:lnTo>
                  <a:lnTo>
                    <a:pt x="8951688" y="1280561"/>
                  </a:lnTo>
                  <a:lnTo>
                    <a:pt x="8978613" y="1192267"/>
                  </a:lnTo>
                  <a:lnTo>
                    <a:pt x="9005824" y="1108145"/>
                  </a:lnTo>
                  <a:lnTo>
                    <a:pt x="9033412" y="1028183"/>
                  </a:lnTo>
                  <a:lnTo>
                    <a:pt x="9061484" y="952329"/>
                  </a:lnTo>
                  <a:lnTo>
                    <a:pt x="9084767" y="893581"/>
                  </a:lnTo>
                  <a:lnTo>
                    <a:pt x="9126630" y="797274"/>
                  </a:lnTo>
                  <a:lnTo>
                    <a:pt x="9170390" y="709047"/>
                  </a:lnTo>
                  <a:lnTo>
                    <a:pt x="9216562" y="628636"/>
                  </a:lnTo>
                  <a:lnTo>
                    <a:pt x="9265710" y="555520"/>
                  </a:lnTo>
                  <a:lnTo>
                    <a:pt x="9318422" y="489062"/>
                  </a:lnTo>
                  <a:lnTo>
                    <a:pt x="9375278" y="428600"/>
                  </a:lnTo>
                  <a:lnTo>
                    <a:pt x="9436817" y="373503"/>
                  </a:lnTo>
                  <a:lnTo>
                    <a:pt x="9503489" y="323206"/>
                  </a:lnTo>
                  <a:lnTo>
                    <a:pt x="9575595" y="277233"/>
                  </a:lnTo>
                  <a:lnTo>
                    <a:pt x="9653207" y="235206"/>
                  </a:lnTo>
                  <a:lnTo>
                    <a:pt x="9736076" y="196853"/>
                  </a:lnTo>
                  <a:lnTo>
                    <a:pt x="9823523" y="162007"/>
                  </a:lnTo>
                  <a:lnTo>
                    <a:pt x="9914347" y="130597"/>
                  </a:lnTo>
                  <a:lnTo>
                    <a:pt x="10006759" y="102634"/>
                  </a:lnTo>
                  <a:lnTo>
                    <a:pt x="10098389" y="78178"/>
                  </a:lnTo>
                  <a:lnTo>
                    <a:pt x="10186399" y="57302"/>
                  </a:lnTo>
                  <a:lnTo>
                    <a:pt x="10267722" y="40038"/>
                  </a:lnTo>
                  <a:lnTo>
                    <a:pt x="10339417" y="26331"/>
                  </a:lnTo>
                  <a:lnTo>
                    <a:pt x="10399087" y="16004"/>
                  </a:lnTo>
                  <a:lnTo>
                    <a:pt x="10445279" y="8734"/>
                  </a:lnTo>
                  <a:lnTo>
                    <a:pt x="10477753" y="4069"/>
                  </a:lnTo>
                  <a:lnTo>
                    <a:pt x="10497592" y="1460"/>
                  </a:lnTo>
                  <a:lnTo>
                    <a:pt x="10507131" y="309"/>
                  </a:lnTo>
                  <a:lnTo>
                    <a:pt x="10509806" y="10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37" name="pl2137"/>
            <p:cNvSpPr/>
            <p:nvPr/>
          </p:nvSpPr>
          <p:spPr>
            <a:xfrm>
              <a:off x="4799595" y="5609091"/>
              <a:ext cx="11981298" cy="5524946"/>
            </a:xfrm>
            <a:custGeom>
              <a:avLst/>
              <a:pathLst>
                <a:path w="11981298" h="5524946">
                  <a:moveTo>
                    <a:pt x="11981298" y="0"/>
                  </a:moveTo>
                  <a:lnTo>
                    <a:pt x="10509911" y="0"/>
                  </a:lnTo>
                  <a:lnTo>
                    <a:pt x="10509053" y="92"/>
                  </a:lnTo>
                  <a:lnTo>
                    <a:pt x="10503383" y="749"/>
                  </a:lnTo>
                  <a:lnTo>
                    <a:pt x="10488977" y="2565"/>
                  </a:lnTo>
                  <a:lnTo>
                    <a:pt x="10462935" y="6145"/>
                  </a:lnTo>
                  <a:lnTo>
                    <a:pt x="10423545" y="12070"/>
                  </a:lnTo>
                  <a:lnTo>
                    <a:pt x="10370396" y="20844"/>
                  </a:lnTo>
                  <a:lnTo>
                    <a:pt x="10304369" y="32857"/>
                  </a:lnTo>
                  <a:lnTo>
                    <a:pt x="10227440" y="48357"/>
                  </a:lnTo>
                  <a:lnTo>
                    <a:pt x="10142335" y="67455"/>
                  </a:lnTo>
                  <a:lnTo>
                    <a:pt x="10052110" y="90158"/>
                  </a:lnTo>
                  <a:lnTo>
                    <a:pt x="9959754" y="116404"/>
                  </a:lnTo>
                  <a:lnTo>
                    <a:pt x="9867887" y="146123"/>
                  </a:lnTo>
                  <a:lnTo>
                    <a:pt x="9778593" y="179275"/>
                  </a:lnTo>
                  <a:lnTo>
                    <a:pt x="9693356" y="215888"/>
                  </a:lnTo>
                  <a:lnTo>
                    <a:pt x="9613102" y="256080"/>
                  </a:lnTo>
                  <a:lnTo>
                    <a:pt x="9538278" y="300071"/>
                  </a:lnTo>
                  <a:lnTo>
                    <a:pt x="9468958" y="348187"/>
                  </a:lnTo>
                  <a:lnTo>
                    <a:pt x="9404942" y="400857"/>
                  </a:lnTo>
                  <a:lnTo>
                    <a:pt x="9345845" y="458603"/>
                  </a:lnTo>
                  <a:lnTo>
                    <a:pt x="9291165" y="522029"/>
                  </a:lnTo>
                  <a:lnTo>
                    <a:pt x="9240337" y="591786"/>
                  </a:lnTo>
                  <a:lnTo>
                    <a:pt x="9192773" y="668533"/>
                  </a:lnTo>
                  <a:lnTo>
                    <a:pt x="9147894" y="752861"/>
                  </a:lnTo>
                  <a:lnTo>
                    <a:pt x="9105157" y="845182"/>
                  </a:lnTo>
                  <a:lnTo>
                    <a:pt x="9084767" y="893581"/>
                  </a:lnTo>
                  <a:lnTo>
                    <a:pt x="9056212" y="966152"/>
                  </a:lnTo>
                  <a:lnTo>
                    <a:pt x="9028240" y="1042766"/>
                  </a:lnTo>
                  <a:lnTo>
                    <a:pt x="9000729" y="1123500"/>
                  </a:lnTo>
                  <a:lnTo>
                    <a:pt x="8973578" y="1208400"/>
                  </a:lnTo>
                  <a:lnTo>
                    <a:pt x="8946698" y="1297469"/>
                  </a:lnTo>
                  <a:lnTo>
                    <a:pt x="8920017" y="1390671"/>
                  </a:lnTo>
                  <a:lnTo>
                    <a:pt x="8893473" y="1487921"/>
                  </a:lnTo>
                  <a:lnTo>
                    <a:pt x="8867018" y="1589090"/>
                  </a:lnTo>
                  <a:lnTo>
                    <a:pt x="8840610" y="1693997"/>
                  </a:lnTo>
                  <a:lnTo>
                    <a:pt x="8814220" y="1802413"/>
                  </a:lnTo>
                  <a:lnTo>
                    <a:pt x="8787824" y="1914060"/>
                  </a:lnTo>
                  <a:lnTo>
                    <a:pt x="8761409" y="2028610"/>
                  </a:lnTo>
                  <a:lnTo>
                    <a:pt x="8734966" y="2145695"/>
                  </a:lnTo>
                  <a:lnTo>
                    <a:pt x="8708492" y="2264904"/>
                  </a:lnTo>
                  <a:lnTo>
                    <a:pt x="8681990" y="2385791"/>
                  </a:lnTo>
                  <a:lnTo>
                    <a:pt x="8655465" y="2507885"/>
                  </a:lnTo>
                  <a:lnTo>
                    <a:pt x="8628926" y="2630691"/>
                  </a:lnTo>
                  <a:lnTo>
                    <a:pt x="8602383" y="2753704"/>
                  </a:lnTo>
                  <a:lnTo>
                    <a:pt x="8575845" y="2876415"/>
                  </a:lnTo>
                  <a:lnTo>
                    <a:pt x="8549324" y="2998321"/>
                  </a:lnTo>
                  <a:lnTo>
                    <a:pt x="8522827" y="3118930"/>
                  </a:lnTo>
                  <a:lnTo>
                    <a:pt x="8496359" y="3237776"/>
                  </a:lnTo>
                  <a:lnTo>
                    <a:pt x="8469921" y="3354419"/>
                  </a:lnTo>
                  <a:lnTo>
                    <a:pt x="8443511" y="3468456"/>
                  </a:lnTo>
                  <a:lnTo>
                    <a:pt x="8417118" y="3579523"/>
                  </a:lnTo>
                  <a:lnTo>
                    <a:pt x="8390726" y="3687306"/>
                  </a:lnTo>
                  <a:lnTo>
                    <a:pt x="8364312" y="3791532"/>
                  </a:lnTo>
                  <a:lnTo>
                    <a:pt x="8337843" y="3891983"/>
                  </a:lnTo>
                  <a:lnTo>
                    <a:pt x="8311278" y="3988488"/>
                  </a:lnTo>
                  <a:lnTo>
                    <a:pt x="8284565" y="4080924"/>
                  </a:lnTo>
                  <a:lnTo>
                    <a:pt x="8257641" y="4169219"/>
                  </a:lnTo>
                  <a:lnTo>
                    <a:pt x="8230429" y="4253341"/>
                  </a:lnTo>
                  <a:lnTo>
                    <a:pt x="8202841" y="4333303"/>
                  </a:lnTo>
                  <a:lnTo>
                    <a:pt x="8174770" y="4409156"/>
                  </a:lnTo>
                  <a:lnTo>
                    <a:pt x="8151487" y="4467905"/>
                  </a:lnTo>
                  <a:lnTo>
                    <a:pt x="8109624" y="4564212"/>
                  </a:lnTo>
                  <a:lnTo>
                    <a:pt x="8065863" y="4652439"/>
                  </a:lnTo>
                  <a:lnTo>
                    <a:pt x="8019691" y="4732850"/>
                  </a:lnTo>
                  <a:lnTo>
                    <a:pt x="7970543" y="4805966"/>
                  </a:lnTo>
                  <a:lnTo>
                    <a:pt x="7917831" y="4872424"/>
                  </a:lnTo>
                  <a:lnTo>
                    <a:pt x="7860975" y="4932886"/>
                  </a:lnTo>
                  <a:lnTo>
                    <a:pt x="7799436" y="4987983"/>
                  </a:lnTo>
                  <a:lnTo>
                    <a:pt x="7732764" y="5038279"/>
                  </a:lnTo>
                  <a:lnTo>
                    <a:pt x="7660659" y="5084253"/>
                  </a:lnTo>
                  <a:lnTo>
                    <a:pt x="7583046" y="5126280"/>
                  </a:lnTo>
                  <a:lnTo>
                    <a:pt x="7500178" y="5164633"/>
                  </a:lnTo>
                  <a:lnTo>
                    <a:pt x="7412730" y="5199479"/>
                  </a:lnTo>
                  <a:lnTo>
                    <a:pt x="7321906" y="5230889"/>
                  </a:lnTo>
                  <a:lnTo>
                    <a:pt x="7229495" y="5258852"/>
                  </a:lnTo>
                  <a:lnTo>
                    <a:pt x="7137864" y="5283307"/>
                  </a:lnTo>
                  <a:lnTo>
                    <a:pt x="7049854" y="5304184"/>
                  </a:lnTo>
                  <a:lnTo>
                    <a:pt x="6968531" y="5321448"/>
                  </a:lnTo>
                  <a:lnTo>
                    <a:pt x="6896837" y="5335155"/>
                  </a:lnTo>
                  <a:lnTo>
                    <a:pt x="6837166" y="5345482"/>
                  </a:lnTo>
                  <a:lnTo>
                    <a:pt x="6790975" y="5352752"/>
                  </a:lnTo>
                  <a:lnTo>
                    <a:pt x="6758500" y="5357417"/>
                  </a:lnTo>
                  <a:lnTo>
                    <a:pt x="6738661" y="5360026"/>
                  </a:lnTo>
                  <a:lnTo>
                    <a:pt x="6729122" y="5361177"/>
                  </a:lnTo>
                  <a:lnTo>
                    <a:pt x="6726447" y="5361475"/>
                  </a:lnTo>
                  <a:lnTo>
                    <a:pt x="6726343" y="5361486"/>
                  </a:lnTo>
                  <a:lnTo>
                    <a:pt x="5254955" y="5361486"/>
                  </a:lnTo>
                  <a:lnTo>
                    <a:pt x="5253718" y="5361490"/>
                  </a:lnTo>
                  <a:lnTo>
                    <a:pt x="5245598" y="5361520"/>
                  </a:lnTo>
                  <a:lnTo>
                    <a:pt x="5225182" y="5361601"/>
                  </a:lnTo>
                  <a:lnTo>
                    <a:pt x="5188812" y="5361760"/>
                  </a:lnTo>
                  <a:lnTo>
                    <a:pt x="5134869" y="5362021"/>
                  </a:lnTo>
                  <a:lnTo>
                    <a:pt x="5063888" y="5362405"/>
                  </a:lnTo>
                  <a:lnTo>
                    <a:pt x="4978335" y="5362923"/>
                  </a:lnTo>
                  <a:lnTo>
                    <a:pt x="4882033" y="5363582"/>
                  </a:lnTo>
                  <a:lnTo>
                    <a:pt x="4779399" y="5364381"/>
                  </a:lnTo>
                  <a:lnTo>
                    <a:pt x="4674714" y="5365319"/>
                  </a:lnTo>
                  <a:lnTo>
                    <a:pt x="4571592" y="5366392"/>
                  </a:lnTo>
                  <a:lnTo>
                    <a:pt x="4472719" y="5367599"/>
                  </a:lnTo>
                  <a:lnTo>
                    <a:pt x="4379816" y="5368944"/>
                  </a:lnTo>
                  <a:lnTo>
                    <a:pt x="4293762" y="5370434"/>
                  </a:lnTo>
                  <a:lnTo>
                    <a:pt x="4214770" y="5372084"/>
                  </a:lnTo>
                  <a:lnTo>
                    <a:pt x="4142580" y="5373912"/>
                  </a:lnTo>
                  <a:lnTo>
                    <a:pt x="4076625" y="5375941"/>
                  </a:lnTo>
                  <a:lnTo>
                    <a:pt x="4016156" y="5378199"/>
                  </a:lnTo>
                  <a:lnTo>
                    <a:pt x="3960337" y="5380715"/>
                  </a:lnTo>
                  <a:lnTo>
                    <a:pt x="3908317" y="5383516"/>
                  </a:lnTo>
                  <a:lnTo>
                    <a:pt x="3859282" y="5386625"/>
                  </a:lnTo>
                  <a:lnTo>
                    <a:pt x="3829811" y="5388730"/>
                  </a:lnTo>
                  <a:lnTo>
                    <a:pt x="3773761" y="5393237"/>
                  </a:lnTo>
                  <a:lnTo>
                    <a:pt x="3719550" y="5398237"/>
                  </a:lnTo>
                  <a:lnTo>
                    <a:pt x="3666433" y="5403735"/>
                  </a:lnTo>
                  <a:lnTo>
                    <a:pt x="3613879" y="5409718"/>
                  </a:lnTo>
                  <a:lnTo>
                    <a:pt x="3561532" y="5416150"/>
                  </a:lnTo>
                  <a:lnTo>
                    <a:pt x="3509179" y="5422970"/>
                  </a:lnTo>
                  <a:lnTo>
                    <a:pt x="3456724" y="5430098"/>
                  </a:lnTo>
                  <a:lnTo>
                    <a:pt x="3404158" y="5437433"/>
                  </a:lnTo>
                  <a:lnTo>
                    <a:pt x="3351533" y="5444861"/>
                  </a:lnTo>
                  <a:lnTo>
                    <a:pt x="3298925" y="5452262"/>
                  </a:lnTo>
                  <a:lnTo>
                    <a:pt x="3246405" y="5459519"/>
                  </a:lnTo>
                  <a:lnTo>
                    <a:pt x="3194001" y="5466522"/>
                  </a:lnTo>
                  <a:lnTo>
                    <a:pt x="3141668" y="5473179"/>
                  </a:lnTo>
                  <a:lnTo>
                    <a:pt x="3089264" y="5479418"/>
                  </a:lnTo>
                  <a:lnTo>
                    <a:pt x="3036514" y="5485190"/>
                  </a:lnTo>
                  <a:lnTo>
                    <a:pt x="2982991" y="5490469"/>
                  </a:lnTo>
                  <a:lnTo>
                    <a:pt x="2928073" y="5495249"/>
                  </a:lnTo>
                  <a:lnTo>
                    <a:pt x="2896531" y="5497703"/>
                  </a:lnTo>
                  <a:lnTo>
                    <a:pt x="2848986" y="5501010"/>
                  </a:lnTo>
                  <a:lnTo>
                    <a:pt x="2798923" y="5504002"/>
                  </a:lnTo>
                  <a:lnTo>
                    <a:pt x="2745579" y="5506693"/>
                  </a:lnTo>
                  <a:lnTo>
                    <a:pt x="2688117" y="5509108"/>
                  </a:lnTo>
                  <a:lnTo>
                    <a:pt x="2625687" y="5511277"/>
                  </a:lnTo>
                  <a:lnTo>
                    <a:pt x="2557476" y="5513228"/>
                  </a:lnTo>
                  <a:lnTo>
                    <a:pt x="2482791" y="5514987"/>
                  </a:lnTo>
                  <a:lnTo>
                    <a:pt x="2401161" y="5516575"/>
                  </a:lnTo>
                  <a:lnTo>
                    <a:pt x="2312484" y="5518010"/>
                  </a:lnTo>
                  <a:lnTo>
                    <a:pt x="2217200" y="5519302"/>
                  </a:lnTo>
                  <a:lnTo>
                    <a:pt x="2116482" y="5520459"/>
                  </a:lnTo>
                  <a:lnTo>
                    <a:pt x="2012407" y="5521481"/>
                  </a:lnTo>
                  <a:lnTo>
                    <a:pt x="1908023" y="5522367"/>
                  </a:lnTo>
                  <a:lnTo>
                    <a:pt x="1807239" y="5523114"/>
                  </a:lnTo>
                  <a:lnTo>
                    <a:pt x="1714462" y="5523720"/>
                  </a:lnTo>
                  <a:lnTo>
                    <a:pt x="1633979" y="5524187"/>
                  </a:lnTo>
                  <a:lnTo>
                    <a:pt x="1569188" y="5524523"/>
                  </a:lnTo>
                  <a:lnTo>
                    <a:pt x="1521882" y="5524744"/>
                  </a:lnTo>
                  <a:lnTo>
                    <a:pt x="1491796" y="5524870"/>
                  </a:lnTo>
                  <a:lnTo>
                    <a:pt x="1476516" y="5524929"/>
                  </a:lnTo>
                  <a:lnTo>
                    <a:pt x="1471696" y="5524945"/>
                  </a:lnTo>
                  <a:lnTo>
                    <a:pt x="1471387" y="5524946"/>
                  </a:lnTo>
                  <a:lnTo>
                    <a:pt x="0" y="552494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38" name="pg2138"/>
            <p:cNvSpPr/>
            <p:nvPr/>
          </p:nvSpPr>
          <p:spPr>
            <a:xfrm>
              <a:off x="4799595" y="5192268"/>
              <a:ext cx="11981298" cy="5925423"/>
            </a:xfrm>
            <a:custGeom>
              <a:avLst/>
              <a:pathLst>
                <a:path w="11981298" h="5925423">
                  <a:moveTo>
                    <a:pt x="0" y="5925423"/>
                  </a:moveTo>
                  <a:lnTo>
                    <a:pt x="1471387" y="5925423"/>
                  </a:lnTo>
                  <a:lnTo>
                    <a:pt x="1472611" y="5925397"/>
                  </a:lnTo>
                  <a:lnTo>
                    <a:pt x="1480646" y="5925211"/>
                  </a:lnTo>
                  <a:lnTo>
                    <a:pt x="1500853" y="5924695"/>
                  </a:lnTo>
                  <a:lnTo>
                    <a:pt x="1536869" y="5923681"/>
                  </a:lnTo>
                  <a:lnTo>
                    <a:pt x="1590323" y="5922012"/>
                  </a:lnTo>
                  <a:lnTo>
                    <a:pt x="1660720" y="5919564"/>
                  </a:lnTo>
                  <a:lnTo>
                    <a:pt x="1745654" y="5916254"/>
                  </a:lnTo>
                  <a:lnTo>
                    <a:pt x="1841366" y="5912046"/>
                  </a:lnTo>
                  <a:lnTo>
                    <a:pt x="1943494" y="5906936"/>
                  </a:lnTo>
                  <a:lnTo>
                    <a:pt x="2047790" y="5900942"/>
                  </a:lnTo>
                  <a:lnTo>
                    <a:pt x="2150650" y="5894081"/>
                  </a:lnTo>
                  <a:lnTo>
                    <a:pt x="2249381" y="5886361"/>
                  </a:lnTo>
                  <a:lnTo>
                    <a:pt x="2342240" y="5877760"/>
                  </a:lnTo>
                  <a:lnTo>
                    <a:pt x="2428327" y="5868229"/>
                  </a:lnTo>
                  <a:lnTo>
                    <a:pt x="2507400" y="5857682"/>
                  </a:lnTo>
                  <a:lnTo>
                    <a:pt x="2579697" y="5846004"/>
                  </a:lnTo>
                  <a:lnTo>
                    <a:pt x="2645767" y="5833047"/>
                  </a:lnTo>
                  <a:lnTo>
                    <a:pt x="2706340" y="5818638"/>
                  </a:lnTo>
                  <a:lnTo>
                    <a:pt x="2762242" y="5802592"/>
                  </a:lnTo>
                  <a:lnTo>
                    <a:pt x="2814314" y="5784727"/>
                  </a:lnTo>
                  <a:lnTo>
                    <a:pt x="2863366" y="5764900"/>
                  </a:lnTo>
                  <a:lnTo>
                    <a:pt x="2896531" y="5749704"/>
                  </a:lnTo>
                  <a:lnTo>
                    <a:pt x="2946896" y="5723779"/>
                  </a:lnTo>
                  <a:lnTo>
                    <a:pt x="2995712" y="5695304"/>
                  </a:lnTo>
                  <a:lnTo>
                    <a:pt x="3043543" y="5664240"/>
                  </a:lnTo>
                  <a:lnTo>
                    <a:pt x="3090808" y="5630626"/>
                  </a:lnTo>
                  <a:lnTo>
                    <a:pt x="3137805" y="5594592"/>
                  </a:lnTo>
                  <a:lnTo>
                    <a:pt x="3184734" y="5556365"/>
                  </a:lnTo>
                  <a:lnTo>
                    <a:pt x="3231708" y="5516267"/>
                  </a:lnTo>
                  <a:lnTo>
                    <a:pt x="3278773" y="5474708"/>
                  </a:lnTo>
                  <a:lnTo>
                    <a:pt x="3325924" y="5432174"/>
                  </a:lnTo>
                  <a:lnTo>
                    <a:pt x="3373118" y="5389199"/>
                  </a:lnTo>
                  <a:lnTo>
                    <a:pt x="3420300" y="5346342"/>
                  </a:lnTo>
                  <a:lnTo>
                    <a:pt x="3467418" y="5304156"/>
                  </a:lnTo>
                  <a:lnTo>
                    <a:pt x="3514443" y="5263158"/>
                  </a:lnTo>
                  <a:lnTo>
                    <a:pt x="3561389" y="5223804"/>
                  </a:lnTo>
                  <a:lnTo>
                    <a:pt x="3608328" y="5186467"/>
                  </a:lnTo>
                  <a:lnTo>
                    <a:pt x="3655409" y="5151431"/>
                  </a:lnTo>
                  <a:lnTo>
                    <a:pt x="3702869" y="5118881"/>
                  </a:lnTo>
                  <a:lnTo>
                    <a:pt x="3751057" y="5088908"/>
                  </a:lnTo>
                  <a:lnTo>
                    <a:pt x="3800447" y="5061518"/>
                  </a:lnTo>
                  <a:lnTo>
                    <a:pt x="3829811" y="5046826"/>
                  </a:lnTo>
                  <a:lnTo>
                    <a:pt x="3877177" y="5025571"/>
                  </a:lnTo>
                  <a:lnTo>
                    <a:pt x="3927040" y="5006334"/>
                  </a:lnTo>
                  <a:lnTo>
                    <a:pt x="3980155" y="4989024"/>
                  </a:lnTo>
                  <a:lnTo>
                    <a:pt x="4037346" y="4973480"/>
                  </a:lnTo>
                  <a:lnTo>
                    <a:pt x="4099458" y="4959518"/>
                  </a:lnTo>
                  <a:lnTo>
                    <a:pt x="4167295" y="4946955"/>
                  </a:lnTo>
                  <a:lnTo>
                    <a:pt x="4241545" y="4935624"/>
                  </a:lnTo>
                  <a:lnTo>
                    <a:pt x="4322681" y="4925388"/>
                  </a:lnTo>
                  <a:lnTo>
                    <a:pt x="4410816" y="4916139"/>
                  </a:lnTo>
                  <a:lnTo>
                    <a:pt x="4505536" y="4907801"/>
                  </a:lnTo>
                  <a:lnTo>
                    <a:pt x="4605707" y="4900335"/>
                  </a:lnTo>
                  <a:lnTo>
                    <a:pt x="4709314" y="4893729"/>
                  </a:lnTo>
                  <a:lnTo>
                    <a:pt x="4813382" y="4887993"/>
                  </a:lnTo>
                  <a:lnTo>
                    <a:pt x="4914076" y="4883148"/>
                  </a:lnTo>
                  <a:lnTo>
                    <a:pt x="5007050" y="4879207"/>
                  </a:lnTo>
                  <a:lnTo>
                    <a:pt x="5088040" y="4876157"/>
                  </a:lnTo>
                  <a:lnTo>
                    <a:pt x="5153611" y="4873950"/>
                  </a:lnTo>
                  <a:lnTo>
                    <a:pt x="5201878" y="4872488"/>
                  </a:lnTo>
                  <a:lnTo>
                    <a:pt x="5232966" y="4871638"/>
                  </a:lnTo>
                  <a:lnTo>
                    <a:pt x="5249122" y="4871238"/>
                  </a:lnTo>
                  <a:lnTo>
                    <a:pt x="5254519" y="4871116"/>
                  </a:lnTo>
                  <a:lnTo>
                    <a:pt x="5254955" y="4871106"/>
                  </a:lnTo>
                  <a:lnTo>
                    <a:pt x="6726343" y="4871106"/>
                  </a:lnTo>
                  <a:lnTo>
                    <a:pt x="6727232" y="4871020"/>
                  </a:lnTo>
                  <a:lnTo>
                    <a:pt x="6733107" y="4870401"/>
                  </a:lnTo>
                  <a:lnTo>
                    <a:pt x="6748022" y="4868691"/>
                  </a:lnTo>
                  <a:lnTo>
                    <a:pt x="6774946" y="4865320"/>
                  </a:lnTo>
                  <a:lnTo>
                    <a:pt x="6815602" y="4859745"/>
                  </a:lnTo>
                  <a:lnTo>
                    <a:pt x="6870338" y="4851495"/>
                  </a:lnTo>
                  <a:lnTo>
                    <a:pt x="6938156" y="4840213"/>
                  </a:lnTo>
                  <a:lnTo>
                    <a:pt x="7016928" y="4825676"/>
                  </a:lnTo>
                  <a:lnTo>
                    <a:pt x="7103777" y="4807789"/>
                  </a:lnTo>
                  <a:lnTo>
                    <a:pt x="7195522" y="4786557"/>
                  </a:lnTo>
                  <a:lnTo>
                    <a:pt x="7289094" y="4762038"/>
                  </a:lnTo>
                  <a:lnTo>
                    <a:pt x="7381840" y="4734299"/>
                  </a:lnTo>
                  <a:lnTo>
                    <a:pt x="7471686" y="4703369"/>
                  </a:lnTo>
                  <a:lnTo>
                    <a:pt x="7557185" y="4669210"/>
                  </a:lnTo>
                  <a:lnTo>
                    <a:pt x="7637467" y="4631695"/>
                  </a:lnTo>
                  <a:lnTo>
                    <a:pt x="7712144" y="4590599"/>
                  </a:lnTo>
                  <a:lnTo>
                    <a:pt x="7781201" y="4545598"/>
                  </a:lnTo>
                  <a:lnTo>
                    <a:pt x="7844893" y="4496267"/>
                  </a:lnTo>
                  <a:lnTo>
                    <a:pt x="7903650" y="4442097"/>
                  </a:lnTo>
                  <a:lnTo>
                    <a:pt x="7958013" y="4382508"/>
                  </a:lnTo>
                  <a:lnTo>
                    <a:pt x="8008575" y="4316880"/>
                  </a:lnTo>
                  <a:lnTo>
                    <a:pt x="8055949" y="4244603"/>
                  </a:lnTo>
                  <a:lnTo>
                    <a:pt x="8100727" y="4165151"/>
                  </a:lnTo>
                  <a:lnTo>
                    <a:pt x="8143457" y="4078212"/>
                  </a:lnTo>
                  <a:lnTo>
                    <a:pt x="8151487" y="4060617"/>
                  </a:lnTo>
                  <a:lnTo>
                    <a:pt x="8181352" y="3991650"/>
                  </a:lnTo>
                  <a:lnTo>
                    <a:pt x="8210586" y="3918663"/>
                  </a:lnTo>
                  <a:lnTo>
                    <a:pt x="8239325" y="3841579"/>
                  </a:lnTo>
                  <a:lnTo>
                    <a:pt x="8267686" y="3760355"/>
                  </a:lnTo>
                  <a:lnTo>
                    <a:pt x="8295764" y="3674993"/>
                  </a:lnTo>
                  <a:lnTo>
                    <a:pt x="8323642" y="3585543"/>
                  </a:lnTo>
                  <a:lnTo>
                    <a:pt x="8351386" y="3492103"/>
                  </a:lnTo>
                  <a:lnTo>
                    <a:pt x="8379048" y="3394825"/>
                  </a:lnTo>
                  <a:lnTo>
                    <a:pt x="8406672" y="3293913"/>
                  </a:lnTo>
                  <a:lnTo>
                    <a:pt x="8434287" y="3189626"/>
                  </a:lnTo>
                  <a:lnTo>
                    <a:pt x="8461917" y="3082276"/>
                  </a:lnTo>
                  <a:lnTo>
                    <a:pt x="8489573" y="2972224"/>
                  </a:lnTo>
                  <a:lnTo>
                    <a:pt x="8517262" y="2859878"/>
                  </a:lnTo>
                  <a:lnTo>
                    <a:pt x="8544985" y="2745686"/>
                  </a:lnTo>
                  <a:lnTo>
                    <a:pt x="8572734" y="2630130"/>
                  </a:lnTo>
                  <a:lnTo>
                    <a:pt x="8600502" y="2513715"/>
                  </a:lnTo>
                  <a:lnTo>
                    <a:pt x="8628278" y="2396965"/>
                  </a:lnTo>
                  <a:lnTo>
                    <a:pt x="8656050" y="2280408"/>
                  </a:lnTo>
                  <a:lnTo>
                    <a:pt x="8683805" y="2164570"/>
                  </a:lnTo>
                  <a:lnTo>
                    <a:pt x="8711535" y="2049962"/>
                  </a:lnTo>
                  <a:lnTo>
                    <a:pt x="8739234" y="1937074"/>
                  </a:lnTo>
                  <a:lnTo>
                    <a:pt x="8766899" y="1826363"/>
                  </a:lnTo>
                  <a:lnTo>
                    <a:pt x="8794534" y="1718248"/>
                  </a:lnTo>
                  <a:lnTo>
                    <a:pt x="8822152" y="1613104"/>
                  </a:lnTo>
                  <a:lnTo>
                    <a:pt x="8849771" y="1511257"/>
                  </a:lnTo>
                  <a:lnTo>
                    <a:pt x="8877419" y="1412979"/>
                  </a:lnTo>
                  <a:lnTo>
                    <a:pt x="8905136" y="1318489"/>
                  </a:lnTo>
                  <a:lnTo>
                    <a:pt x="8932972" y="1227954"/>
                  </a:lnTo>
                  <a:lnTo>
                    <a:pt x="8960989" y="1141485"/>
                  </a:lnTo>
                  <a:lnTo>
                    <a:pt x="8989265" y="1059146"/>
                  </a:lnTo>
                  <a:lnTo>
                    <a:pt x="9017892" y="980950"/>
                  </a:lnTo>
                  <a:lnTo>
                    <a:pt x="9046980" y="906867"/>
                  </a:lnTo>
                  <a:lnTo>
                    <a:pt x="9076661" y="836828"/>
                  </a:lnTo>
                  <a:lnTo>
                    <a:pt x="9084767" y="818661"/>
                  </a:lnTo>
                  <a:lnTo>
                    <a:pt x="9127159" y="730274"/>
                  </a:lnTo>
                  <a:lnTo>
                    <a:pt x="9171502" y="649397"/>
                  </a:lnTo>
                  <a:lnTo>
                    <a:pt x="9218331" y="575775"/>
                  </a:lnTo>
                  <a:lnTo>
                    <a:pt x="9268232" y="508913"/>
                  </a:lnTo>
                  <a:lnTo>
                    <a:pt x="9321816" y="448211"/>
                  </a:lnTo>
                  <a:lnTo>
                    <a:pt x="9379683" y="393045"/>
                  </a:lnTo>
                  <a:lnTo>
                    <a:pt x="9442388" y="342825"/>
                  </a:lnTo>
                  <a:lnTo>
                    <a:pt x="9510386" y="297026"/>
                  </a:lnTo>
                  <a:lnTo>
                    <a:pt x="9583973" y="255207"/>
                  </a:lnTo>
                  <a:lnTo>
                    <a:pt x="9663193" y="217023"/>
                  </a:lnTo>
                  <a:lnTo>
                    <a:pt x="9747739" y="182231"/>
                  </a:lnTo>
                  <a:lnTo>
                    <a:pt x="9836842" y="150685"/>
                  </a:lnTo>
                  <a:lnTo>
                    <a:pt x="9929171" y="122331"/>
                  </a:lnTo>
                  <a:lnTo>
                    <a:pt x="10022775" y="97188"/>
                  </a:lnTo>
                  <a:lnTo>
                    <a:pt x="10115101" y="75317"/>
                  </a:lnTo>
                  <a:lnTo>
                    <a:pt x="10203141" y="56784"/>
                  </a:lnTo>
                  <a:lnTo>
                    <a:pt x="10283706" y="41606"/>
                  </a:lnTo>
                  <a:lnTo>
                    <a:pt x="10353827" y="29711"/>
                  </a:lnTo>
                  <a:lnTo>
                    <a:pt x="10411198" y="20901"/>
                  </a:lnTo>
                  <a:lnTo>
                    <a:pt x="10454580" y="14845"/>
                  </a:lnTo>
                  <a:lnTo>
                    <a:pt x="10484055" y="11090"/>
                  </a:lnTo>
                  <a:lnTo>
                    <a:pt x="10501086" y="9105"/>
                  </a:lnTo>
                  <a:lnTo>
                    <a:pt x="10508417" y="8320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9021" y="86"/>
                  </a:lnTo>
                  <a:lnTo>
                    <a:pt x="10503146" y="705"/>
                  </a:lnTo>
                  <a:lnTo>
                    <a:pt x="10488232" y="2415"/>
                  </a:lnTo>
                  <a:lnTo>
                    <a:pt x="10461307" y="5786"/>
                  </a:lnTo>
                  <a:lnTo>
                    <a:pt x="10420651" y="11361"/>
                  </a:lnTo>
                  <a:lnTo>
                    <a:pt x="10365915" y="19611"/>
                  </a:lnTo>
                  <a:lnTo>
                    <a:pt x="10298097" y="30893"/>
                  </a:lnTo>
                  <a:lnTo>
                    <a:pt x="10219325" y="45430"/>
                  </a:lnTo>
                  <a:lnTo>
                    <a:pt x="10132476" y="63317"/>
                  </a:lnTo>
                  <a:lnTo>
                    <a:pt x="10040731" y="84549"/>
                  </a:lnTo>
                  <a:lnTo>
                    <a:pt x="9947159" y="109068"/>
                  </a:lnTo>
                  <a:lnTo>
                    <a:pt x="9854413" y="136807"/>
                  </a:lnTo>
                  <a:lnTo>
                    <a:pt x="9764567" y="167737"/>
                  </a:lnTo>
                  <a:lnTo>
                    <a:pt x="9679068" y="201896"/>
                  </a:lnTo>
                  <a:lnTo>
                    <a:pt x="9598786" y="239411"/>
                  </a:lnTo>
                  <a:lnTo>
                    <a:pt x="9524110" y="280507"/>
                  </a:lnTo>
                  <a:lnTo>
                    <a:pt x="9455052" y="325508"/>
                  </a:lnTo>
                  <a:lnTo>
                    <a:pt x="9391360" y="374839"/>
                  </a:lnTo>
                  <a:lnTo>
                    <a:pt x="9332603" y="429009"/>
                  </a:lnTo>
                  <a:lnTo>
                    <a:pt x="9278240" y="488598"/>
                  </a:lnTo>
                  <a:lnTo>
                    <a:pt x="9227678" y="554226"/>
                  </a:lnTo>
                  <a:lnTo>
                    <a:pt x="9180304" y="626503"/>
                  </a:lnTo>
                  <a:lnTo>
                    <a:pt x="9135526" y="705955"/>
                  </a:lnTo>
                  <a:lnTo>
                    <a:pt x="9092797" y="792894"/>
                  </a:lnTo>
                  <a:lnTo>
                    <a:pt x="9084767" y="810489"/>
                  </a:lnTo>
                  <a:lnTo>
                    <a:pt x="9054901" y="879456"/>
                  </a:lnTo>
                  <a:lnTo>
                    <a:pt x="9025667" y="952443"/>
                  </a:lnTo>
                  <a:lnTo>
                    <a:pt x="8996928" y="1029527"/>
                  </a:lnTo>
                  <a:lnTo>
                    <a:pt x="8968567" y="1110751"/>
                  </a:lnTo>
                  <a:lnTo>
                    <a:pt x="8940489" y="1196113"/>
                  </a:lnTo>
                  <a:lnTo>
                    <a:pt x="8912611" y="1285563"/>
                  </a:lnTo>
                  <a:lnTo>
                    <a:pt x="8884868" y="1379003"/>
                  </a:lnTo>
                  <a:lnTo>
                    <a:pt x="8857205" y="1476281"/>
                  </a:lnTo>
                  <a:lnTo>
                    <a:pt x="8829582" y="1577193"/>
                  </a:lnTo>
                  <a:lnTo>
                    <a:pt x="8801966" y="1681480"/>
                  </a:lnTo>
                  <a:lnTo>
                    <a:pt x="8774337" y="1788830"/>
                  </a:lnTo>
                  <a:lnTo>
                    <a:pt x="8746680" y="1898882"/>
                  </a:lnTo>
                  <a:lnTo>
                    <a:pt x="8718991" y="2011228"/>
                  </a:lnTo>
                  <a:lnTo>
                    <a:pt x="8691269" y="2125420"/>
                  </a:lnTo>
                  <a:lnTo>
                    <a:pt x="8663519" y="2240976"/>
                  </a:lnTo>
                  <a:lnTo>
                    <a:pt x="8635751" y="2357391"/>
                  </a:lnTo>
                  <a:lnTo>
                    <a:pt x="8607975" y="2474141"/>
                  </a:lnTo>
                  <a:lnTo>
                    <a:pt x="8580204" y="2590698"/>
                  </a:lnTo>
                  <a:lnTo>
                    <a:pt x="8552448" y="2706536"/>
                  </a:lnTo>
                  <a:lnTo>
                    <a:pt x="8524718" y="2821144"/>
                  </a:lnTo>
                  <a:lnTo>
                    <a:pt x="8497020" y="2934032"/>
                  </a:lnTo>
                  <a:lnTo>
                    <a:pt x="8469355" y="3044743"/>
                  </a:lnTo>
                  <a:lnTo>
                    <a:pt x="8441719" y="3152858"/>
                  </a:lnTo>
                  <a:lnTo>
                    <a:pt x="8414101" y="3258002"/>
                  </a:lnTo>
                  <a:lnTo>
                    <a:pt x="8386483" y="3359849"/>
                  </a:lnTo>
                  <a:lnTo>
                    <a:pt x="8358834" y="3458127"/>
                  </a:lnTo>
                  <a:lnTo>
                    <a:pt x="8331117" y="3552617"/>
                  </a:lnTo>
                  <a:lnTo>
                    <a:pt x="8303282" y="3643152"/>
                  </a:lnTo>
                  <a:lnTo>
                    <a:pt x="8275264" y="3729621"/>
                  </a:lnTo>
                  <a:lnTo>
                    <a:pt x="8246989" y="3811960"/>
                  </a:lnTo>
                  <a:lnTo>
                    <a:pt x="8218362" y="3890156"/>
                  </a:lnTo>
                  <a:lnTo>
                    <a:pt x="8189273" y="3964239"/>
                  </a:lnTo>
                  <a:lnTo>
                    <a:pt x="8159593" y="4034278"/>
                  </a:lnTo>
                  <a:lnTo>
                    <a:pt x="8151487" y="4052445"/>
                  </a:lnTo>
                  <a:lnTo>
                    <a:pt x="8109094" y="4140832"/>
                  </a:lnTo>
                  <a:lnTo>
                    <a:pt x="8064751" y="4221709"/>
                  </a:lnTo>
                  <a:lnTo>
                    <a:pt x="8017922" y="4295331"/>
                  </a:lnTo>
                  <a:lnTo>
                    <a:pt x="7968021" y="4362193"/>
                  </a:lnTo>
                  <a:lnTo>
                    <a:pt x="7914437" y="4422895"/>
                  </a:lnTo>
                  <a:lnTo>
                    <a:pt x="7856570" y="4478061"/>
                  </a:lnTo>
                  <a:lnTo>
                    <a:pt x="7793866" y="4528281"/>
                  </a:lnTo>
                  <a:lnTo>
                    <a:pt x="7725867" y="4574080"/>
                  </a:lnTo>
                  <a:lnTo>
                    <a:pt x="7652280" y="4615899"/>
                  </a:lnTo>
                  <a:lnTo>
                    <a:pt x="7573060" y="4654083"/>
                  </a:lnTo>
                  <a:lnTo>
                    <a:pt x="7488514" y="4688875"/>
                  </a:lnTo>
                  <a:lnTo>
                    <a:pt x="7399411" y="4720421"/>
                  </a:lnTo>
                  <a:lnTo>
                    <a:pt x="7307082" y="4748775"/>
                  </a:lnTo>
                  <a:lnTo>
                    <a:pt x="7213479" y="4773918"/>
                  </a:lnTo>
                  <a:lnTo>
                    <a:pt x="7121153" y="4795789"/>
                  </a:lnTo>
                  <a:lnTo>
                    <a:pt x="7033113" y="4814322"/>
                  </a:lnTo>
                  <a:lnTo>
                    <a:pt x="6952547" y="4829500"/>
                  </a:lnTo>
                  <a:lnTo>
                    <a:pt x="6882426" y="4841395"/>
                  </a:lnTo>
                  <a:lnTo>
                    <a:pt x="6825055" y="4850205"/>
                  </a:lnTo>
                  <a:lnTo>
                    <a:pt x="6781673" y="4856261"/>
                  </a:lnTo>
                  <a:lnTo>
                    <a:pt x="6752199" y="4860016"/>
                  </a:lnTo>
                  <a:lnTo>
                    <a:pt x="6735167" y="4862001"/>
                  </a:lnTo>
                  <a:lnTo>
                    <a:pt x="6727836" y="4862786"/>
                  </a:lnTo>
                  <a:lnTo>
                    <a:pt x="6726343" y="4862934"/>
                  </a:lnTo>
                  <a:lnTo>
                    <a:pt x="5254955" y="4862934"/>
                  </a:lnTo>
                  <a:lnTo>
                    <a:pt x="5253731" y="4862960"/>
                  </a:lnTo>
                  <a:lnTo>
                    <a:pt x="5245697" y="4863146"/>
                  </a:lnTo>
                  <a:lnTo>
                    <a:pt x="5225489" y="4863662"/>
                  </a:lnTo>
                  <a:lnTo>
                    <a:pt x="5189473" y="4864676"/>
                  </a:lnTo>
                  <a:lnTo>
                    <a:pt x="5136019" y="4866345"/>
                  </a:lnTo>
                  <a:lnTo>
                    <a:pt x="5065622" y="4868793"/>
                  </a:lnTo>
                  <a:lnTo>
                    <a:pt x="4980688" y="4872102"/>
                  </a:lnTo>
                  <a:lnTo>
                    <a:pt x="4884976" y="4876311"/>
                  </a:lnTo>
                  <a:lnTo>
                    <a:pt x="4782848" y="4881421"/>
                  </a:lnTo>
                  <a:lnTo>
                    <a:pt x="4678552" y="4887415"/>
                  </a:lnTo>
                  <a:lnTo>
                    <a:pt x="4575692" y="4894275"/>
                  </a:lnTo>
                  <a:lnTo>
                    <a:pt x="4476961" y="4901996"/>
                  </a:lnTo>
                  <a:lnTo>
                    <a:pt x="4384102" y="4910597"/>
                  </a:lnTo>
                  <a:lnTo>
                    <a:pt x="4298016" y="4920128"/>
                  </a:lnTo>
                  <a:lnTo>
                    <a:pt x="4218942" y="4930674"/>
                  </a:lnTo>
                  <a:lnTo>
                    <a:pt x="4146645" y="4942352"/>
                  </a:lnTo>
                  <a:lnTo>
                    <a:pt x="4080576" y="4955310"/>
                  </a:lnTo>
                  <a:lnTo>
                    <a:pt x="4020002" y="4969719"/>
                  </a:lnTo>
                  <a:lnTo>
                    <a:pt x="3964101" y="4985765"/>
                  </a:lnTo>
                  <a:lnTo>
                    <a:pt x="3912029" y="5003630"/>
                  </a:lnTo>
                  <a:lnTo>
                    <a:pt x="3862976" y="5023457"/>
                  </a:lnTo>
                  <a:lnTo>
                    <a:pt x="3829811" y="5038653"/>
                  </a:lnTo>
                  <a:lnTo>
                    <a:pt x="3779446" y="5064578"/>
                  </a:lnTo>
                  <a:lnTo>
                    <a:pt x="3730630" y="5093052"/>
                  </a:lnTo>
                  <a:lnTo>
                    <a:pt x="3682799" y="5124117"/>
                  </a:lnTo>
                  <a:lnTo>
                    <a:pt x="3635534" y="5157731"/>
                  </a:lnTo>
                  <a:lnTo>
                    <a:pt x="3588537" y="5193765"/>
                  </a:lnTo>
                  <a:lnTo>
                    <a:pt x="3541608" y="5231992"/>
                  </a:lnTo>
                  <a:lnTo>
                    <a:pt x="3494634" y="5272090"/>
                  </a:lnTo>
                  <a:lnTo>
                    <a:pt x="3447569" y="5313648"/>
                  </a:lnTo>
                  <a:lnTo>
                    <a:pt x="3400419" y="5356183"/>
                  </a:lnTo>
                  <a:lnTo>
                    <a:pt x="3353224" y="5399158"/>
                  </a:lnTo>
                  <a:lnTo>
                    <a:pt x="3306042" y="5442014"/>
                  </a:lnTo>
                  <a:lnTo>
                    <a:pt x="3258924" y="5484200"/>
                  </a:lnTo>
                  <a:lnTo>
                    <a:pt x="3211899" y="5525198"/>
                  </a:lnTo>
                  <a:lnTo>
                    <a:pt x="3164953" y="5564553"/>
                  </a:lnTo>
                  <a:lnTo>
                    <a:pt x="3118014" y="5601890"/>
                  </a:lnTo>
                  <a:lnTo>
                    <a:pt x="3070933" y="5636926"/>
                  </a:lnTo>
                  <a:lnTo>
                    <a:pt x="3023473" y="5669476"/>
                  </a:lnTo>
                  <a:lnTo>
                    <a:pt x="2975285" y="5699448"/>
                  </a:lnTo>
                  <a:lnTo>
                    <a:pt x="2925895" y="5726839"/>
                  </a:lnTo>
                  <a:lnTo>
                    <a:pt x="2896531" y="5741531"/>
                  </a:lnTo>
                  <a:lnTo>
                    <a:pt x="2849165" y="5762785"/>
                  </a:lnTo>
                  <a:lnTo>
                    <a:pt x="2799302" y="5782023"/>
                  </a:lnTo>
                  <a:lnTo>
                    <a:pt x="2746187" y="5799333"/>
                  </a:lnTo>
                  <a:lnTo>
                    <a:pt x="2688996" y="5814877"/>
                  </a:lnTo>
                  <a:lnTo>
                    <a:pt x="2626884" y="5828839"/>
                  </a:lnTo>
                  <a:lnTo>
                    <a:pt x="2559047" y="5841402"/>
                  </a:lnTo>
                  <a:lnTo>
                    <a:pt x="2484797" y="5852732"/>
                  </a:lnTo>
                  <a:lnTo>
                    <a:pt x="2403662" y="5862968"/>
                  </a:lnTo>
                  <a:lnTo>
                    <a:pt x="2315526" y="5872218"/>
                  </a:lnTo>
                  <a:lnTo>
                    <a:pt x="2220806" y="5880555"/>
                  </a:lnTo>
                  <a:lnTo>
                    <a:pt x="2120635" y="5888021"/>
                  </a:lnTo>
                  <a:lnTo>
                    <a:pt x="2017028" y="5894628"/>
                  </a:lnTo>
                  <a:lnTo>
                    <a:pt x="1912961" y="5900363"/>
                  </a:lnTo>
                  <a:lnTo>
                    <a:pt x="1812266" y="5905209"/>
                  </a:lnTo>
                  <a:lnTo>
                    <a:pt x="1719292" y="5909150"/>
                  </a:lnTo>
                  <a:lnTo>
                    <a:pt x="1638303" y="5912200"/>
                  </a:lnTo>
                  <a:lnTo>
                    <a:pt x="1572731" y="5914407"/>
                  </a:lnTo>
                  <a:lnTo>
                    <a:pt x="1524464" y="5915868"/>
                  </a:lnTo>
                  <a:lnTo>
                    <a:pt x="1493376" y="5916719"/>
                  </a:lnTo>
                  <a:lnTo>
                    <a:pt x="1477220" y="5917119"/>
                  </a:lnTo>
                  <a:lnTo>
                    <a:pt x="1471823" y="5917241"/>
                  </a:lnTo>
                  <a:lnTo>
                    <a:pt x="1471387" y="5917250"/>
                  </a:lnTo>
                  <a:lnTo>
                    <a:pt x="0" y="5917250"/>
                  </a:lnTo>
                  <a:close/>
                </a:path>
              </a:pathLst>
            </a:custGeom>
            <a:solidFill>
              <a:srgbClr val="63D9C8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2139" name="pl2139"/>
            <p:cNvSpPr/>
            <p:nvPr/>
          </p:nvSpPr>
          <p:spPr>
            <a:xfrm>
              <a:off x="4799595" y="5200441"/>
              <a:ext cx="11981298" cy="5917250"/>
            </a:xfrm>
            <a:custGeom>
              <a:avLst/>
              <a:pathLst>
                <a:path w="11981298" h="5917250">
                  <a:moveTo>
                    <a:pt x="0" y="5917250"/>
                  </a:moveTo>
                  <a:lnTo>
                    <a:pt x="1471387" y="5917250"/>
                  </a:lnTo>
                  <a:lnTo>
                    <a:pt x="1472611" y="5917224"/>
                  </a:lnTo>
                  <a:lnTo>
                    <a:pt x="1480646" y="5917038"/>
                  </a:lnTo>
                  <a:lnTo>
                    <a:pt x="1500853" y="5916522"/>
                  </a:lnTo>
                  <a:lnTo>
                    <a:pt x="1536869" y="5915508"/>
                  </a:lnTo>
                  <a:lnTo>
                    <a:pt x="1590323" y="5913839"/>
                  </a:lnTo>
                  <a:lnTo>
                    <a:pt x="1660720" y="5911391"/>
                  </a:lnTo>
                  <a:lnTo>
                    <a:pt x="1745654" y="5908081"/>
                  </a:lnTo>
                  <a:lnTo>
                    <a:pt x="1841366" y="5903873"/>
                  </a:lnTo>
                  <a:lnTo>
                    <a:pt x="1943494" y="5898763"/>
                  </a:lnTo>
                  <a:lnTo>
                    <a:pt x="2047790" y="5892769"/>
                  </a:lnTo>
                  <a:lnTo>
                    <a:pt x="2150650" y="5885908"/>
                  </a:lnTo>
                  <a:lnTo>
                    <a:pt x="2249381" y="5878188"/>
                  </a:lnTo>
                  <a:lnTo>
                    <a:pt x="2342240" y="5869587"/>
                  </a:lnTo>
                  <a:lnTo>
                    <a:pt x="2428327" y="5860056"/>
                  </a:lnTo>
                  <a:lnTo>
                    <a:pt x="2507400" y="5849509"/>
                  </a:lnTo>
                  <a:lnTo>
                    <a:pt x="2579697" y="5837831"/>
                  </a:lnTo>
                  <a:lnTo>
                    <a:pt x="2645767" y="5824874"/>
                  </a:lnTo>
                  <a:lnTo>
                    <a:pt x="2706340" y="5810465"/>
                  </a:lnTo>
                  <a:lnTo>
                    <a:pt x="2762242" y="5794419"/>
                  </a:lnTo>
                  <a:lnTo>
                    <a:pt x="2814314" y="5776554"/>
                  </a:lnTo>
                  <a:lnTo>
                    <a:pt x="2863366" y="5756727"/>
                  </a:lnTo>
                  <a:lnTo>
                    <a:pt x="2896531" y="5741531"/>
                  </a:lnTo>
                  <a:lnTo>
                    <a:pt x="2946896" y="5715606"/>
                  </a:lnTo>
                  <a:lnTo>
                    <a:pt x="2995712" y="5687131"/>
                  </a:lnTo>
                  <a:lnTo>
                    <a:pt x="3043543" y="5656067"/>
                  </a:lnTo>
                  <a:lnTo>
                    <a:pt x="3090808" y="5622453"/>
                  </a:lnTo>
                  <a:lnTo>
                    <a:pt x="3137805" y="5586419"/>
                  </a:lnTo>
                  <a:lnTo>
                    <a:pt x="3184734" y="5548192"/>
                  </a:lnTo>
                  <a:lnTo>
                    <a:pt x="3231708" y="5508094"/>
                  </a:lnTo>
                  <a:lnTo>
                    <a:pt x="3278773" y="5466535"/>
                  </a:lnTo>
                  <a:lnTo>
                    <a:pt x="3325924" y="5424001"/>
                  </a:lnTo>
                  <a:lnTo>
                    <a:pt x="3373118" y="5381026"/>
                  </a:lnTo>
                  <a:lnTo>
                    <a:pt x="3420300" y="5338169"/>
                  </a:lnTo>
                  <a:lnTo>
                    <a:pt x="3467418" y="5295983"/>
                  </a:lnTo>
                  <a:lnTo>
                    <a:pt x="3514443" y="5254985"/>
                  </a:lnTo>
                  <a:lnTo>
                    <a:pt x="3561389" y="5215631"/>
                  </a:lnTo>
                  <a:lnTo>
                    <a:pt x="3608328" y="5178294"/>
                  </a:lnTo>
                  <a:lnTo>
                    <a:pt x="3655409" y="5143258"/>
                  </a:lnTo>
                  <a:lnTo>
                    <a:pt x="3702869" y="5110708"/>
                  </a:lnTo>
                  <a:lnTo>
                    <a:pt x="3751057" y="5080735"/>
                  </a:lnTo>
                  <a:lnTo>
                    <a:pt x="3800447" y="5053345"/>
                  </a:lnTo>
                  <a:lnTo>
                    <a:pt x="3829811" y="5038653"/>
                  </a:lnTo>
                  <a:lnTo>
                    <a:pt x="3877177" y="5017398"/>
                  </a:lnTo>
                  <a:lnTo>
                    <a:pt x="3927040" y="4998161"/>
                  </a:lnTo>
                  <a:lnTo>
                    <a:pt x="3980155" y="4980851"/>
                  </a:lnTo>
                  <a:lnTo>
                    <a:pt x="4037346" y="4965307"/>
                  </a:lnTo>
                  <a:lnTo>
                    <a:pt x="4099458" y="4951345"/>
                  </a:lnTo>
                  <a:lnTo>
                    <a:pt x="4167295" y="4938782"/>
                  </a:lnTo>
                  <a:lnTo>
                    <a:pt x="4241545" y="4927451"/>
                  </a:lnTo>
                  <a:lnTo>
                    <a:pt x="4322681" y="4917215"/>
                  </a:lnTo>
                  <a:lnTo>
                    <a:pt x="4410816" y="4907966"/>
                  </a:lnTo>
                  <a:lnTo>
                    <a:pt x="4505536" y="4899628"/>
                  </a:lnTo>
                  <a:lnTo>
                    <a:pt x="4605707" y="4892162"/>
                  </a:lnTo>
                  <a:lnTo>
                    <a:pt x="4709314" y="4885556"/>
                  </a:lnTo>
                  <a:lnTo>
                    <a:pt x="4813382" y="4879820"/>
                  </a:lnTo>
                  <a:lnTo>
                    <a:pt x="4914076" y="4874975"/>
                  </a:lnTo>
                  <a:lnTo>
                    <a:pt x="5007050" y="4871034"/>
                  </a:lnTo>
                  <a:lnTo>
                    <a:pt x="5088040" y="4867984"/>
                  </a:lnTo>
                  <a:lnTo>
                    <a:pt x="5153611" y="4865777"/>
                  </a:lnTo>
                  <a:lnTo>
                    <a:pt x="5201878" y="4864315"/>
                  </a:lnTo>
                  <a:lnTo>
                    <a:pt x="5232966" y="4863465"/>
                  </a:lnTo>
                  <a:lnTo>
                    <a:pt x="5249122" y="4863065"/>
                  </a:lnTo>
                  <a:lnTo>
                    <a:pt x="5254519" y="4862943"/>
                  </a:lnTo>
                  <a:lnTo>
                    <a:pt x="5254955" y="4862934"/>
                  </a:lnTo>
                  <a:lnTo>
                    <a:pt x="6726343" y="4862934"/>
                  </a:lnTo>
                  <a:lnTo>
                    <a:pt x="6727232" y="4862847"/>
                  </a:lnTo>
                  <a:lnTo>
                    <a:pt x="6733107" y="4862228"/>
                  </a:lnTo>
                  <a:lnTo>
                    <a:pt x="6748022" y="4860518"/>
                  </a:lnTo>
                  <a:lnTo>
                    <a:pt x="6774946" y="4857147"/>
                  </a:lnTo>
                  <a:lnTo>
                    <a:pt x="6815602" y="4851572"/>
                  </a:lnTo>
                  <a:lnTo>
                    <a:pt x="6870338" y="4843322"/>
                  </a:lnTo>
                  <a:lnTo>
                    <a:pt x="6938156" y="4832040"/>
                  </a:lnTo>
                  <a:lnTo>
                    <a:pt x="7016928" y="4817503"/>
                  </a:lnTo>
                  <a:lnTo>
                    <a:pt x="7103777" y="4799616"/>
                  </a:lnTo>
                  <a:lnTo>
                    <a:pt x="7195522" y="4778384"/>
                  </a:lnTo>
                  <a:lnTo>
                    <a:pt x="7289094" y="4753865"/>
                  </a:lnTo>
                  <a:lnTo>
                    <a:pt x="7381840" y="4726126"/>
                  </a:lnTo>
                  <a:lnTo>
                    <a:pt x="7471686" y="4695196"/>
                  </a:lnTo>
                  <a:lnTo>
                    <a:pt x="7557185" y="4661037"/>
                  </a:lnTo>
                  <a:lnTo>
                    <a:pt x="7637467" y="4623522"/>
                  </a:lnTo>
                  <a:lnTo>
                    <a:pt x="7712144" y="4582426"/>
                  </a:lnTo>
                  <a:lnTo>
                    <a:pt x="7781201" y="4537425"/>
                  </a:lnTo>
                  <a:lnTo>
                    <a:pt x="7844893" y="4488094"/>
                  </a:lnTo>
                  <a:lnTo>
                    <a:pt x="7903650" y="4433924"/>
                  </a:lnTo>
                  <a:lnTo>
                    <a:pt x="7958013" y="4374335"/>
                  </a:lnTo>
                  <a:lnTo>
                    <a:pt x="8008575" y="4308707"/>
                  </a:lnTo>
                  <a:lnTo>
                    <a:pt x="8055949" y="4236430"/>
                  </a:lnTo>
                  <a:lnTo>
                    <a:pt x="8100727" y="4156978"/>
                  </a:lnTo>
                  <a:lnTo>
                    <a:pt x="8143457" y="4070039"/>
                  </a:lnTo>
                  <a:lnTo>
                    <a:pt x="8151487" y="4052445"/>
                  </a:lnTo>
                  <a:lnTo>
                    <a:pt x="8181352" y="3983477"/>
                  </a:lnTo>
                  <a:lnTo>
                    <a:pt x="8210586" y="3910490"/>
                  </a:lnTo>
                  <a:lnTo>
                    <a:pt x="8239325" y="3833406"/>
                  </a:lnTo>
                  <a:lnTo>
                    <a:pt x="8267686" y="3752182"/>
                  </a:lnTo>
                  <a:lnTo>
                    <a:pt x="8295764" y="3666820"/>
                  </a:lnTo>
                  <a:lnTo>
                    <a:pt x="8323642" y="3577370"/>
                  </a:lnTo>
                  <a:lnTo>
                    <a:pt x="8351386" y="3483930"/>
                  </a:lnTo>
                  <a:lnTo>
                    <a:pt x="8379048" y="3386652"/>
                  </a:lnTo>
                  <a:lnTo>
                    <a:pt x="8406672" y="3285740"/>
                  </a:lnTo>
                  <a:lnTo>
                    <a:pt x="8434287" y="3181453"/>
                  </a:lnTo>
                  <a:lnTo>
                    <a:pt x="8461917" y="3074103"/>
                  </a:lnTo>
                  <a:lnTo>
                    <a:pt x="8489573" y="2964051"/>
                  </a:lnTo>
                  <a:lnTo>
                    <a:pt x="8517262" y="2851705"/>
                  </a:lnTo>
                  <a:lnTo>
                    <a:pt x="8544985" y="2737513"/>
                  </a:lnTo>
                  <a:lnTo>
                    <a:pt x="8572734" y="2621957"/>
                  </a:lnTo>
                  <a:lnTo>
                    <a:pt x="8600502" y="2505542"/>
                  </a:lnTo>
                  <a:lnTo>
                    <a:pt x="8628278" y="2388792"/>
                  </a:lnTo>
                  <a:lnTo>
                    <a:pt x="8656050" y="2272235"/>
                  </a:lnTo>
                  <a:lnTo>
                    <a:pt x="8683805" y="2156397"/>
                  </a:lnTo>
                  <a:lnTo>
                    <a:pt x="8711535" y="2041789"/>
                  </a:lnTo>
                  <a:lnTo>
                    <a:pt x="8739234" y="1928901"/>
                  </a:lnTo>
                  <a:lnTo>
                    <a:pt x="8766899" y="1818190"/>
                  </a:lnTo>
                  <a:lnTo>
                    <a:pt x="8794534" y="1710075"/>
                  </a:lnTo>
                  <a:lnTo>
                    <a:pt x="8822152" y="1604931"/>
                  </a:lnTo>
                  <a:lnTo>
                    <a:pt x="8849771" y="1503084"/>
                  </a:lnTo>
                  <a:lnTo>
                    <a:pt x="8877419" y="1404806"/>
                  </a:lnTo>
                  <a:lnTo>
                    <a:pt x="8905136" y="1310316"/>
                  </a:lnTo>
                  <a:lnTo>
                    <a:pt x="8932972" y="1219781"/>
                  </a:lnTo>
                  <a:lnTo>
                    <a:pt x="8960989" y="1133312"/>
                  </a:lnTo>
                  <a:lnTo>
                    <a:pt x="8989265" y="1050973"/>
                  </a:lnTo>
                  <a:lnTo>
                    <a:pt x="9017892" y="972777"/>
                  </a:lnTo>
                  <a:lnTo>
                    <a:pt x="9046980" y="898694"/>
                  </a:lnTo>
                  <a:lnTo>
                    <a:pt x="9076661" y="828655"/>
                  </a:lnTo>
                  <a:lnTo>
                    <a:pt x="9084767" y="810489"/>
                  </a:lnTo>
                  <a:lnTo>
                    <a:pt x="9127159" y="722101"/>
                  </a:lnTo>
                  <a:lnTo>
                    <a:pt x="9171502" y="641224"/>
                  </a:lnTo>
                  <a:lnTo>
                    <a:pt x="9218331" y="567602"/>
                  </a:lnTo>
                  <a:lnTo>
                    <a:pt x="9268232" y="500740"/>
                  </a:lnTo>
                  <a:lnTo>
                    <a:pt x="9321816" y="440038"/>
                  </a:lnTo>
                  <a:lnTo>
                    <a:pt x="9379683" y="384872"/>
                  </a:lnTo>
                  <a:lnTo>
                    <a:pt x="9442388" y="334652"/>
                  </a:lnTo>
                  <a:lnTo>
                    <a:pt x="9510386" y="288853"/>
                  </a:lnTo>
                  <a:lnTo>
                    <a:pt x="9583973" y="247034"/>
                  </a:lnTo>
                  <a:lnTo>
                    <a:pt x="9663193" y="208850"/>
                  </a:lnTo>
                  <a:lnTo>
                    <a:pt x="9747739" y="174058"/>
                  </a:lnTo>
                  <a:lnTo>
                    <a:pt x="9836842" y="142512"/>
                  </a:lnTo>
                  <a:lnTo>
                    <a:pt x="9929171" y="114158"/>
                  </a:lnTo>
                  <a:lnTo>
                    <a:pt x="10022775" y="89015"/>
                  </a:lnTo>
                  <a:lnTo>
                    <a:pt x="10115101" y="67144"/>
                  </a:lnTo>
                  <a:lnTo>
                    <a:pt x="10203141" y="48611"/>
                  </a:lnTo>
                  <a:lnTo>
                    <a:pt x="10283706" y="33433"/>
                  </a:lnTo>
                  <a:lnTo>
                    <a:pt x="10353827" y="21538"/>
                  </a:lnTo>
                  <a:lnTo>
                    <a:pt x="10411198" y="12728"/>
                  </a:lnTo>
                  <a:lnTo>
                    <a:pt x="10454580" y="6672"/>
                  </a:lnTo>
                  <a:lnTo>
                    <a:pt x="10484055" y="2917"/>
                  </a:lnTo>
                  <a:lnTo>
                    <a:pt x="10501086" y="932"/>
                  </a:lnTo>
                  <a:lnTo>
                    <a:pt x="10508417" y="147"/>
                  </a:lnTo>
                  <a:lnTo>
                    <a:pt x="10509904" y="0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40" name="pl2140"/>
            <p:cNvSpPr/>
            <p:nvPr/>
          </p:nvSpPr>
          <p:spPr>
            <a:xfrm>
              <a:off x="4799595" y="5192268"/>
              <a:ext cx="11981298" cy="5917250"/>
            </a:xfrm>
            <a:custGeom>
              <a:avLst/>
              <a:pathLst>
                <a:path w="11981298" h="5917250">
                  <a:moveTo>
                    <a:pt x="11981298" y="0"/>
                  </a:moveTo>
                  <a:lnTo>
                    <a:pt x="10509911" y="0"/>
                  </a:lnTo>
                  <a:lnTo>
                    <a:pt x="10509021" y="86"/>
                  </a:lnTo>
                  <a:lnTo>
                    <a:pt x="10503146" y="705"/>
                  </a:lnTo>
                  <a:lnTo>
                    <a:pt x="10488232" y="2415"/>
                  </a:lnTo>
                  <a:lnTo>
                    <a:pt x="10461307" y="5786"/>
                  </a:lnTo>
                  <a:lnTo>
                    <a:pt x="10420651" y="11361"/>
                  </a:lnTo>
                  <a:lnTo>
                    <a:pt x="10365915" y="19611"/>
                  </a:lnTo>
                  <a:lnTo>
                    <a:pt x="10298097" y="30893"/>
                  </a:lnTo>
                  <a:lnTo>
                    <a:pt x="10219325" y="45430"/>
                  </a:lnTo>
                  <a:lnTo>
                    <a:pt x="10132476" y="63317"/>
                  </a:lnTo>
                  <a:lnTo>
                    <a:pt x="10040731" y="84549"/>
                  </a:lnTo>
                  <a:lnTo>
                    <a:pt x="9947159" y="109068"/>
                  </a:lnTo>
                  <a:lnTo>
                    <a:pt x="9854413" y="136807"/>
                  </a:lnTo>
                  <a:lnTo>
                    <a:pt x="9764567" y="167737"/>
                  </a:lnTo>
                  <a:lnTo>
                    <a:pt x="9679068" y="201896"/>
                  </a:lnTo>
                  <a:lnTo>
                    <a:pt x="9598786" y="239411"/>
                  </a:lnTo>
                  <a:lnTo>
                    <a:pt x="9524110" y="280507"/>
                  </a:lnTo>
                  <a:lnTo>
                    <a:pt x="9455052" y="325508"/>
                  </a:lnTo>
                  <a:lnTo>
                    <a:pt x="9391360" y="374839"/>
                  </a:lnTo>
                  <a:lnTo>
                    <a:pt x="9332603" y="429009"/>
                  </a:lnTo>
                  <a:lnTo>
                    <a:pt x="9278240" y="488598"/>
                  </a:lnTo>
                  <a:lnTo>
                    <a:pt x="9227678" y="554226"/>
                  </a:lnTo>
                  <a:lnTo>
                    <a:pt x="9180304" y="626503"/>
                  </a:lnTo>
                  <a:lnTo>
                    <a:pt x="9135526" y="705955"/>
                  </a:lnTo>
                  <a:lnTo>
                    <a:pt x="9092797" y="792894"/>
                  </a:lnTo>
                  <a:lnTo>
                    <a:pt x="9084767" y="810489"/>
                  </a:lnTo>
                  <a:lnTo>
                    <a:pt x="9054901" y="879456"/>
                  </a:lnTo>
                  <a:lnTo>
                    <a:pt x="9025667" y="952443"/>
                  </a:lnTo>
                  <a:lnTo>
                    <a:pt x="8996928" y="1029527"/>
                  </a:lnTo>
                  <a:lnTo>
                    <a:pt x="8968567" y="1110751"/>
                  </a:lnTo>
                  <a:lnTo>
                    <a:pt x="8940489" y="1196113"/>
                  </a:lnTo>
                  <a:lnTo>
                    <a:pt x="8912611" y="1285563"/>
                  </a:lnTo>
                  <a:lnTo>
                    <a:pt x="8884868" y="1379003"/>
                  </a:lnTo>
                  <a:lnTo>
                    <a:pt x="8857205" y="1476281"/>
                  </a:lnTo>
                  <a:lnTo>
                    <a:pt x="8829582" y="1577193"/>
                  </a:lnTo>
                  <a:lnTo>
                    <a:pt x="8801966" y="1681480"/>
                  </a:lnTo>
                  <a:lnTo>
                    <a:pt x="8774337" y="1788830"/>
                  </a:lnTo>
                  <a:lnTo>
                    <a:pt x="8746680" y="1898882"/>
                  </a:lnTo>
                  <a:lnTo>
                    <a:pt x="8718991" y="2011228"/>
                  </a:lnTo>
                  <a:lnTo>
                    <a:pt x="8691269" y="2125420"/>
                  </a:lnTo>
                  <a:lnTo>
                    <a:pt x="8663519" y="2240976"/>
                  </a:lnTo>
                  <a:lnTo>
                    <a:pt x="8635751" y="2357391"/>
                  </a:lnTo>
                  <a:lnTo>
                    <a:pt x="8607975" y="2474141"/>
                  </a:lnTo>
                  <a:lnTo>
                    <a:pt x="8580204" y="2590698"/>
                  </a:lnTo>
                  <a:lnTo>
                    <a:pt x="8552448" y="2706536"/>
                  </a:lnTo>
                  <a:lnTo>
                    <a:pt x="8524718" y="2821144"/>
                  </a:lnTo>
                  <a:lnTo>
                    <a:pt x="8497020" y="2934032"/>
                  </a:lnTo>
                  <a:lnTo>
                    <a:pt x="8469355" y="3044743"/>
                  </a:lnTo>
                  <a:lnTo>
                    <a:pt x="8441719" y="3152858"/>
                  </a:lnTo>
                  <a:lnTo>
                    <a:pt x="8414101" y="3258002"/>
                  </a:lnTo>
                  <a:lnTo>
                    <a:pt x="8386483" y="3359849"/>
                  </a:lnTo>
                  <a:lnTo>
                    <a:pt x="8358834" y="3458127"/>
                  </a:lnTo>
                  <a:lnTo>
                    <a:pt x="8331117" y="3552617"/>
                  </a:lnTo>
                  <a:lnTo>
                    <a:pt x="8303282" y="3643152"/>
                  </a:lnTo>
                  <a:lnTo>
                    <a:pt x="8275264" y="3729621"/>
                  </a:lnTo>
                  <a:lnTo>
                    <a:pt x="8246989" y="3811960"/>
                  </a:lnTo>
                  <a:lnTo>
                    <a:pt x="8218362" y="3890156"/>
                  </a:lnTo>
                  <a:lnTo>
                    <a:pt x="8189273" y="3964239"/>
                  </a:lnTo>
                  <a:lnTo>
                    <a:pt x="8159593" y="4034278"/>
                  </a:lnTo>
                  <a:lnTo>
                    <a:pt x="8151487" y="4052445"/>
                  </a:lnTo>
                  <a:lnTo>
                    <a:pt x="8109094" y="4140832"/>
                  </a:lnTo>
                  <a:lnTo>
                    <a:pt x="8064751" y="4221709"/>
                  </a:lnTo>
                  <a:lnTo>
                    <a:pt x="8017922" y="4295331"/>
                  </a:lnTo>
                  <a:lnTo>
                    <a:pt x="7968021" y="4362193"/>
                  </a:lnTo>
                  <a:lnTo>
                    <a:pt x="7914437" y="4422895"/>
                  </a:lnTo>
                  <a:lnTo>
                    <a:pt x="7856570" y="4478061"/>
                  </a:lnTo>
                  <a:lnTo>
                    <a:pt x="7793866" y="4528281"/>
                  </a:lnTo>
                  <a:lnTo>
                    <a:pt x="7725867" y="4574080"/>
                  </a:lnTo>
                  <a:lnTo>
                    <a:pt x="7652280" y="4615899"/>
                  </a:lnTo>
                  <a:lnTo>
                    <a:pt x="7573060" y="4654083"/>
                  </a:lnTo>
                  <a:lnTo>
                    <a:pt x="7488514" y="4688875"/>
                  </a:lnTo>
                  <a:lnTo>
                    <a:pt x="7399411" y="4720421"/>
                  </a:lnTo>
                  <a:lnTo>
                    <a:pt x="7307082" y="4748775"/>
                  </a:lnTo>
                  <a:lnTo>
                    <a:pt x="7213479" y="4773918"/>
                  </a:lnTo>
                  <a:lnTo>
                    <a:pt x="7121153" y="4795789"/>
                  </a:lnTo>
                  <a:lnTo>
                    <a:pt x="7033113" y="4814322"/>
                  </a:lnTo>
                  <a:lnTo>
                    <a:pt x="6952547" y="4829500"/>
                  </a:lnTo>
                  <a:lnTo>
                    <a:pt x="6882426" y="4841395"/>
                  </a:lnTo>
                  <a:lnTo>
                    <a:pt x="6825055" y="4850205"/>
                  </a:lnTo>
                  <a:lnTo>
                    <a:pt x="6781673" y="4856261"/>
                  </a:lnTo>
                  <a:lnTo>
                    <a:pt x="6752199" y="4860016"/>
                  </a:lnTo>
                  <a:lnTo>
                    <a:pt x="6735167" y="4862001"/>
                  </a:lnTo>
                  <a:lnTo>
                    <a:pt x="6727836" y="4862786"/>
                  </a:lnTo>
                  <a:lnTo>
                    <a:pt x="6726349" y="4862933"/>
                  </a:lnTo>
                  <a:lnTo>
                    <a:pt x="6726343" y="4862934"/>
                  </a:lnTo>
                  <a:lnTo>
                    <a:pt x="5254955" y="4862934"/>
                  </a:lnTo>
                  <a:lnTo>
                    <a:pt x="5253731" y="4862960"/>
                  </a:lnTo>
                  <a:lnTo>
                    <a:pt x="5245697" y="4863146"/>
                  </a:lnTo>
                  <a:lnTo>
                    <a:pt x="5225489" y="4863662"/>
                  </a:lnTo>
                  <a:lnTo>
                    <a:pt x="5189473" y="4864676"/>
                  </a:lnTo>
                  <a:lnTo>
                    <a:pt x="5136019" y="4866345"/>
                  </a:lnTo>
                  <a:lnTo>
                    <a:pt x="5065622" y="4868793"/>
                  </a:lnTo>
                  <a:lnTo>
                    <a:pt x="4980688" y="4872102"/>
                  </a:lnTo>
                  <a:lnTo>
                    <a:pt x="4884976" y="4876311"/>
                  </a:lnTo>
                  <a:lnTo>
                    <a:pt x="4782848" y="4881421"/>
                  </a:lnTo>
                  <a:lnTo>
                    <a:pt x="4678552" y="4887415"/>
                  </a:lnTo>
                  <a:lnTo>
                    <a:pt x="4575692" y="4894275"/>
                  </a:lnTo>
                  <a:lnTo>
                    <a:pt x="4476961" y="4901996"/>
                  </a:lnTo>
                  <a:lnTo>
                    <a:pt x="4384102" y="4910597"/>
                  </a:lnTo>
                  <a:lnTo>
                    <a:pt x="4298016" y="4920128"/>
                  </a:lnTo>
                  <a:lnTo>
                    <a:pt x="4218942" y="4930674"/>
                  </a:lnTo>
                  <a:lnTo>
                    <a:pt x="4146645" y="4942352"/>
                  </a:lnTo>
                  <a:lnTo>
                    <a:pt x="4080576" y="4955310"/>
                  </a:lnTo>
                  <a:lnTo>
                    <a:pt x="4020002" y="4969719"/>
                  </a:lnTo>
                  <a:lnTo>
                    <a:pt x="3964101" y="4985765"/>
                  </a:lnTo>
                  <a:lnTo>
                    <a:pt x="3912029" y="5003630"/>
                  </a:lnTo>
                  <a:lnTo>
                    <a:pt x="3862976" y="5023457"/>
                  </a:lnTo>
                  <a:lnTo>
                    <a:pt x="3829811" y="5038653"/>
                  </a:lnTo>
                  <a:lnTo>
                    <a:pt x="3779446" y="5064578"/>
                  </a:lnTo>
                  <a:lnTo>
                    <a:pt x="3730630" y="5093052"/>
                  </a:lnTo>
                  <a:lnTo>
                    <a:pt x="3682799" y="5124117"/>
                  </a:lnTo>
                  <a:lnTo>
                    <a:pt x="3635534" y="5157731"/>
                  </a:lnTo>
                  <a:lnTo>
                    <a:pt x="3588537" y="5193765"/>
                  </a:lnTo>
                  <a:lnTo>
                    <a:pt x="3541608" y="5231992"/>
                  </a:lnTo>
                  <a:lnTo>
                    <a:pt x="3494634" y="5272090"/>
                  </a:lnTo>
                  <a:lnTo>
                    <a:pt x="3447569" y="5313648"/>
                  </a:lnTo>
                  <a:lnTo>
                    <a:pt x="3400419" y="5356183"/>
                  </a:lnTo>
                  <a:lnTo>
                    <a:pt x="3353224" y="5399158"/>
                  </a:lnTo>
                  <a:lnTo>
                    <a:pt x="3306042" y="5442014"/>
                  </a:lnTo>
                  <a:lnTo>
                    <a:pt x="3258924" y="5484200"/>
                  </a:lnTo>
                  <a:lnTo>
                    <a:pt x="3211899" y="5525198"/>
                  </a:lnTo>
                  <a:lnTo>
                    <a:pt x="3164953" y="5564553"/>
                  </a:lnTo>
                  <a:lnTo>
                    <a:pt x="3118014" y="5601890"/>
                  </a:lnTo>
                  <a:lnTo>
                    <a:pt x="3070933" y="5636926"/>
                  </a:lnTo>
                  <a:lnTo>
                    <a:pt x="3023473" y="5669476"/>
                  </a:lnTo>
                  <a:lnTo>
                    <a:pt x="2975285" y="5699448"/>
                  </a:lnTo>
                  <a:lnTo>
                    <a:pt x="2925895" y="5726839"/>
                  </a:lnTo>
                  <a:lnTo>
                    <a:pt x="2896531" y="5741531"/>
                  </a:lnTo>
                  <a:lnTo>
                    <a:pt x="2849165" y="5762785"/>
                  </a:lnTo>
                  <a:lnTo>
                    <a:pt x="2799302" y="5782023"/>
                  </a:lnTo>
                  <a:lnTo>
                    <a:pt x="2746187" y="5799333"/>
                  </a:lnTo>
                  <a:lnTo>
                    <a:pt x="2688996" y="5814877"/>
                  </a:lnTo>
                  <a:lnTo>
                    <a:pt x="2626884" y="5828839"/>
                  </a:lnTo>
                  <a:lnTo>
                    <a:pt x="2559047" y="5841402"/>
                  </a:lnTo>
                  <a:lnTo>
                    <a:pt x="2484797" y="5852732"/>
                  </a:lnTo>
                  <a:lnTo>
                    <a:pt x="2403662" y="5862968"/>
                  </a:lnTo>
                  <a:lnTo>
                    <a:pt x="2315526" y="5872218"/>
                  </a:lnTo>
                  <a:lnTo>
                    <a:pt x="2220806" y="5880555"/>
                  </a:lnTo>
                  <a:lnTo>
                    <a:pt x="2120635" y="5888021"/>
                  </a:lnTo>
                  <a:lnTo>
                    <a:pt x="2017028" y="5894628"/>
                  </a:lnTo>
                  <a:lnTo>
                    <a:pt x="1912961" y="5900363"/>
                  </a:lnTo>
                  <a:lnTo>
                    <a:pt x="1812266" y="5905209"/>
                  </a:lnTo>
                  <a:lnTo>
                    <a:pt x="1719292" y="5909150"/>
                  </a:lnTo>
                  <a:lnTo>
                    <a:pt x="1638303" y="5912200"/>
                  </a:lnTo>
                  <a:lnTo>
                    <a:pt x="1572731" y="5914407"/>
                  </a:lnTo>
                  <a:lnTo>
                    <a:pt x="1524464" y="5915868"/>
                  </a:lnTo>
                  <a:lnTo>
                    <a:pt x="1493376" y="5916719"/>
                  </a:lnTo>
                  <a:lnTo>
                    <a:pt x="1477220" y="5917119"/>
                  </a:lnTo>
                  <a:lnTo>
                    <a:pt x="1471823" y="5917241"/>
                  </a:lnTo>
                  <a:lnTo>
                    <a:pt x="1471387" y="5917250"/>
                  </a:lnTo>
                  <a:lnTo>
                    <a:pt x="0" y="591725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41" name="pg2141"/>
            <p:cNvSpPr/>
            <p:nvPr/>
          </p:nvSpPr>
          <p:spPr>
            <a:xfrm>
              <a:off x="4799595" y="7799454"/>
              <a:ext cx="11981298" cy="3310064"/>
            </a:xfrm>
            <a:custGeom>
              <a:avLst/>
              <a:pathLst>
                <a:path w="11981298" h="3310064">
                  <a:moveTo>
                    <a:pt x="0" y="3310064"/>
                  </a:moveTo>
                  <a:lnTo>
                    <a:pt x="1471387" y="3310064"/>
                  </a:lnTo>
                  <a:lnTo>
                    <a:pt x="1472608" y="3310035"/>
                  </a:lnTo>
                  <a:lnTo>
                    <a:pt x="1480623" y="3309829"/>
                  </a:lnTo>
                  <a:lnTo>
                    <a:pt x="1500782" y="3309259"/>
                  </a:lnTo>
                  <a:lnTo>
                    <a:pt x="1536717" y="3308137"/>
                  </a:lnTo>
                  <a:lnTo>
                    <a:pt x="1590058" y="3306292"/>
                  </a:lnTo>
                  <a:lnTo>
                    <a:pt x="1660319" y="3303585"/>
                  </a:lnTo>
                  <a:lnTo>
                    <a:pt x="1745109" y="3299925"/>
                  </a:lnTo>
                  <a:lnTo>
                    <a:pt x="1840685" y="3295270"/>
                  </a:lnTo>
                  <a:lnTo>
                    <a:pt x="1942695" y="3289618"/>
                  </a:lnTo>
                  <a:lnTo>
                    <a:pt x="2046900" y="3282986"/>
                  </a:lnTo>
                  <a:lnTo>
                    <a:pt x="2149698" y="3275397"/>
                  </a:lnTo>
                  <a:lnTo>
                    <a:pt x="2248396" y="3266855"/>
                  </a:lnTo>
                  <a:lnTo>
                    <a:pt x="2341245" y="3257339"/>
                  </a:lnTo>
                  <a:lnTo>
                    <a:pt x="2427338" y="3246795"/>
                  </a:lnTo>
                  <a:lnTo>
                    <a:pt x="2506430" y="3235129"/>
                  </a:lnTo>
                  <a:lnTo>
                    <a:pt x="2578752" y="3222212"/>
                  </a:lnTo>
                  <a:lnTo>
                    <a:pt x="2644848" y="3207882"/>
                  </a:lnTo>
                  <a:lnTo>
                    <a:pt x="2705446" y="3191948"/>
                  </a:lnTo>
                  <a:lnTo>
                    <a:pt x="2761366" y="3174206"/>
                  </a:lnTo>
                  <a:lnTo>
                    <a:pt x="2813451" y="3154455"/>
                  </a:lnTo>
                  <a:lnTo>
                    <a:pt x="2862508" y="3132533"/>
                  </a:lnTo>
                  <a:lnTo>
                    <a:pt x="2896531" y="3115274"/>
                  </a:lnTo>
                  <a:lnTo>
                    <a:pt x="2945921" y="3087128"/>
                  </a:lnTo>
                  <a:lnTo>
                    <a:pt x="2993811" y="3056269"/>
                  </a:lnTo>
                  <a:lnTo>
                    <a:pt x="3040736" y="3022649"/>
                  </a:lnTo>
                  <a:lnTo>
                    <a:pt x="3087097" y="2986308"/>
                  </a:lnTo>
                  <a:lnTo>
                    <a:pt x="3133183" y="2947375"/>
                  </a:lnTo>
                  <a:lnTo>
                    <a:pt x="3179187" y="2906076"/>
                  </a:lnTo>
                  <a:lnTo>
                    <a:pt x="3225227" y="2862738"/>
                  </a:lnTo>
                  <a:lnTo>
                    <a:pt x="3271351" y="2817779"/>
                  </a:lnTo>
                  <a:lnTo>
                    <a:pt x="3317561" y="2771695"/>
                  </a:lnTo>
                  <a:lnTo>
                    <a:pt x="3363822" y="2725037"/>
                  </a:lnTo>
                  <a:lnTo>
                    <a:pt x="3410082" y="2678387"/>
                  </a:lnTo>
                  <a:lnTo>
                    <a:pt x="3456290" y="2632327"/>
                  </a:lnTo>
                  <a:lnTo>
                    <a:pt x="3502412" y="2587407"/>
                  </a:lnTo>
                  <a:lnTo>
                    <a:pt x="3548449" y="2544121"/>
                  </a:lnTo>
                  <a:lnTo>
                    <a:pt x="3594454" y="2502885"/>
                  </a:lnTo>
                  <a:lnTo>
                    <a:pt x="3640545" y="2464022"/>
                  </a:lnTo>
                  <a:lnTo>
                    <a:pt x="3686917" y="2427756"/>
                  </a:lnTo>
                  <a:lnTo>
                    <a:pt x="3733864" y="2394214"/>
                  </a:lnTo>
                  <a:lnTo>
                    <a:pt x="3781787" y="2363432"/>
                  </a:lnTo>
                  <a:lnTo>
                    <a:pt x="3829811" y="2336115"/>
                  </a:lnTo>
                  <a:lnTo>
                    <a:pt x="3877135" y="2312573"/>
                  </a:lnTo>
                  <a:lnTo>
                    <a:pt x="3926952" y="2291263"/>
                  </a:lnTo>
                  <a:lnTo>
                    <a:pt x="3980014" y="2272086"/>
                  </a:lnTo>
                  <a:lnTo>
                    <a:pt x="4037143" y="2254865"/>
                  </a:lnTo>
                  <a:lnTo>
                    <a:pt x="4099181" y="2239394"/>
                  </a:lnTo>
                  <a:lnTo>
                    <a:pt x="4166931" y="2225473"/>
                  </a:lnTo>
                  <a:lnTo>
                    <a:pt x="4241080" y="2212916"/>
                  </a:lnTo>
                  <a:lnTo>
                    <a:pt x="4322102" y="2201572"/>
                  </a:lnTo>
                  <a:lnTo>
                    <a:pt x="4410112" y="2191319"/>
                  </a:lnTo>
                  <a:lnTo>
                    <a:pt x="4504701" y="2182077"/>
                  </a:lnTo>
                  <a:lnTo>
                    <a:pt x="4604745" y="2173799"/>
                  </a:lnTo>
                  <a:lnTo>
                    <a:pt x="4708243" y="2166473"/>
                  </a:lnTo>
                  <a:lnTo>
                    <a:pt x="4812236" y="2160110"/>
                  </a:lnTo>
                  <a:lnTo>
                    <a:pt x="4912908" y="2154732"/>
                  </a:lnTo>
                  <a:lnTo>
                    <a:pt x="5005926" y="2150354"/>
                  </a:lnTo>
                  <a:lnTo>
                    <a:pt x="5087029" y="2146964"/>
                  </a:lnTo>
                  <a:lnTo>
                    <a:pt x="5152780" y="2144506"/>
                  </a:lnTo>
                  <a:lnTo>
                    <a:pt x="5201268" y="2142876"/>
                  </a:lnTo>
                  <a:lnTo>
                    <a:pt x="5232590" y="2141925"/>
                  </a:lnTo>
                  <a:lnTo>
                    <a:pt x="5248951" y="2141475"/>
                  </a:lnTo>
                  <a:lnTo>
                    <a:pt x="5254485" y="2141336"/>
                  </a:lnTo>
                  <a:lnTo>
                    <a:pt x="5254955" y="2141325"/>
                  </a:lnTo>
                  <a:lnTo>
                    <a:pt x="6726343" y="2141325"/>
                  </a:lnTo>
                  <a:lnTo>
                    <a:pt x="6727527" y="2141274"/>
                  </a:lnTo>
                  <a:lnTo>
                    <a:pt x="6735303" y="2140909"/>
                  </a:lnTo>
                  <a:lnTo>
                    <a:pt x="6754884" y="2139902"/>
                  </a:lnTo>
                  <a:lnTo>
                    <a:pt x="6789833" y="2137918"/>
                  </a:lnTo>
                  <a:lnTo>
                    <a:pt x="6841806" y="2134652"/>
                  </a:lnTo>
                  <a:lnTo>
                    <a:pt x="6910427" y="2129858"/>
                  </a:lnTo>
                  <a:lnTo>
                    <a:pt x="6993470" y="2123367"/>
                  </a:lnTo>
                  <a:lnTo>
                    <a:pt x="7087373" y="2115101"/>
                  </a:lnTo>
                  <a:lnTo>
                    <a:pt x="7187936" y="2105050"/>
                  </a:lnTo>
                  <a:lnTo>
                    <a:pt x="7291017" y="2093246"/>
                  </a:lnTo>
                  <a:lnTo>
                    <a:pt x="7393047" y="2079726"/>
                  </a:lnTo>
                  <a:lnTo>
                    <a:pt x="7491313" y="2064504"/>
                  </a:lnTo>
                  <a:lnTo>
                    <a:pt x="7584016" y="2047551"/>
                  </a:lnTo>
                  <a:lnTo>
                    <a:pt x="7670180" y="2028776"/>
                  </a:lnTo>
                  <a:lnTo>
                    <a:pt x="7749490" y="2008025"/>
                  </a:lnTo>
                  <a:lnTo>
                    <a:pt x="7822110" y="1985078"/>
                  </a:lnTo>
                  <a:lnTo>
                    <a:pt x="7888527" y="1959657"/>
                  </a:lnTo>
                  <a:lnTo>
                    <a:pt x="7949426" y="1931433"/>
                  </a:lnTo>
                  <a:lnTo>
                    <a:pt x="8005591" y="1900046"/>
                  </a:lnTo>
                  <a:lnTo>
                    <a:pt x="8057836" y="1865137"/>
                  </a:lnTo>
                  <a:lnTo>
                    <a:pt x="8106957" y="1826397"/>
                  </a:lnTo>
                  <a:lnTo>
                    <a:pt x="8151487" y="1785800"/>
                  </a:lnTo>
                  <a:lnTo>
                    <a:pt x="8193356" y="1742690"/>
                  </a:lnTo>
                  <a:lnTo>
                    <a:pt x="8234086" y="1696054"/>
                  </a:lnTo>
                  <a:lnTo>
                    <a:pt x="8274022" y="1645824"/>
                  </a:lnTo>
                  <a:lnTo>
                    <a:pt x="8313436" y="1592003"/>
                  </a:lnTo>
                  <a:lnTo>
                    <a:pt x="8352535" y="1534679"/>
                  </a:lnTo>
                  <a:lnTo>
                    <a:pt x="8391476" y="1474025"/>
                  </a:lnTo>
                  <a:lnTo>
                    <a:pt x="8430369" y="1410310"/>
                  </a:lnTo>
                  <a:lnTo>
                    <a:pt x="8469282" y="1343892"/>
                  </a:lnTo>
                  <a:lnTo>
                    <a:pt x="8508252" y="1275217"/>
                  </a:lnTo>
                  <a:lnTo>
                    <a:pt x="8547288" y="1204808"/>
                  </a:lnTo>
                  <a:lnTo>
                    <a:pt x="8586376" y="1133250"/>
                  </a:lnTo>
                  <a:lnTo>
                    <a:pt x="8625491" y="1061169"/>
                  </a:lnTo>
                  <a:lnTo>
                    <a:pt x="8664599" y="989209"/>
                  </a:lnTo>
                  <a:lnTo>
                    <a:pt x="8703670" y="918012"/>
                  </a:lnTo>
                  <a:lnTo>
                    <a:pt x="8742681" y="848191"/>
                  </a:lnTo>
                  <a:lnTo>
                    <a:pt x="8781628" y="780308"/>
                  </a:lnTo>
                  <a:lnTo>
                    <a:pt x="8820527" y="714860"/>
                  </a:lnTo>
                  <a:lnTo>
                    <a:pt x="8859428" y="652260"/>
                  </a:lnTo>
                  <a:lnTo>
                    <a:pt x="8898413" y="592833"/>
                  </a:lnTo>
                  <a:lnTo>
                    <a:pt x="8937610" y="536812"/>
                  </a:lnTo>
                  <a:lnTo>
                    <a:pt x="8977193" y="484338"/>
                  </a:lnTo>
                  <a:lnTo>
                    <a:pt x="9017392" y="435465"/>
                  </a:lnTo>
                  <a:lnTo>
                    <a:pt x="9058506" y="390169"/>
                  </a:lnTo>
                  <a:lnTo>
                    <a:pt x="9084767" y="363698"/>
                  </a:lnTo>
                  <a:lnTo>
                    <a:pt x="9131587" y="321156"/>
                  </a:lnTo>
                  <a:lnTo>
                    <a:pt x="9180840" y="282605"/>
                  </a:lnTo>
                  <a:lnTo>
                    <a:pt x="9233255" y="247871"/>
                  </a:lnTo>
                  <a:lnTo>
                    <a:pt x="9289627" y="216645"/>
                  </a:lnTo>
                  <a:lnTo>
                    <a:pt x="9350773" y="188563"/>
                  </a:lnTo>
                  <a:lnTo>
                    <a:pt x="9417473" y="163268"/>
                  </a:lnTo>
                  <a:lnTo>
                    <a:pt x="9490404" y="140432"/>
                  </a:lnTo>
                  <a:lnTo>
                    <a:pt x="9570041" y="119779"/>
                  </a:lnTo>
                  <a:lnTo>
                    <a:pt x="9656530" y="101094"/>
                  </a:lnTo>
                  <a:lnTo>
                    <a:pt x="9749528" y="84226"/>
                  </a:lnTo>
                  <a:lnTo>
                    <a:pt x="9848022" y="69086"/>
                  </a:lnTo>
                  <a:lnTo>
                    <a:pt x="9950171" y="55647"/>
                  </a:lnTo>
                  <a:lnTo>
                    <a:pt x="10053218" y="43926"/>
                  </a:lnTo>
                  <a:lnTo>
                    <a:pt x="10153560" y="33960"/>
                  </a:lnTo>
                  <a:lnTo>
                    <a:pt x="10247037" y="25780"/>
                  </a:lnTo>
                  <a:lnTo>
                    <a:pt x="10329463" y="19373"/>
                  </a:lnTo>
                  <a:lnTo>
                    <a:pt x="10397325" y="14656"/>
                  </a:lnTo>
                  <a:lnTo>
                    <a:pt x="10448476" y="11458"/>
                  </a:lnTo>
                  <a:lnTo>
                    <a:pt x="10482635" y="9528"/>
                  </a:lnTo>
                  <a:lnTo>
                    <a:pt x="10501555" y="8559"/>
                  </a:lnTo>
                  <a:lnTo>
                    <a:pt x="10508886" y="8217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8727" y="51"/>
                  </a:lnTo>
                  <a:lnTo>
                    <a:pt x="10500950" y="415"/>
                  </a:lnTo>
                  <a:lnTo>
                    <a:pt x="10481370" y="1423"/>
                  </a:lnTo>
                  <a:lnTo>
                    <a:pt x="10446421" y="3407"/>
                  </a:lnTo>
                  <a:lnTo>
                    <a:pt x="10394447" y="6672"/>
                  </a:lnTo>
                  <a:lnTo>
                    <a:pt x="10325826" y="11467"/>
                  </a:lnTo>
                  <a:lnTo>
                    <a:pt x="10242783" y="17957"/>
                  </a:lnTo>
                  <a:lnTo>
                    <a:pt x="10148880" y="26223"/>
                  </a:lnTo>
                  <a:lnTo>
                    <a:pt x="10048317" y="36274"/>
                  </a:lnTo>
                  <a:lnTo>
                    <a:pt x="9945236" y="48079"/>
                  </a:lnTo>
                  <a:lnTo>
                    <a:pt x="9843207" y="61599"/>
                  </a:lnTo>
                  <a:lnTo>
                    <a:pt x="9744941" y="76820"/>
                  </a:lnTo>
                  <a:lnTo>
                    <a:pt x="9652237" y="93773"/>
                  </a:lnTo>
                  <a:lnTo>
                    <a:pt x="9566073" y="112548"/>
                  </a:lnTo>
                  <a:lnTo>
                    <a:pt x="9486763" y="133300"/>
                  </a:lnTo>
                  <a:lnTo>
                    <a:pt x="9414144" y="156247"/>
                  </a:lnTo>
                  <a:lnTo>
                    <a:pt x="9347726" y="181668"/>
                  </a:lnTo>
                  <a:lnTo>
                    <a:pt x="9286827" y="209892"/>
                  </a:lnTo>
                  <a:lnTo>
                    <a:pt x="9230662" y="241278"/>
                  </a:lnTo>
                  <a:lnTo>
                    <a:pt x="9178417" y="276188"/>
                  </a:lnTo>
                  <a:lnTo>
                    <a:pt x="9129296" y="314927"/>
                  </a:lnTo>
                  <a:lnTo>
                    <a:pt x="9084767" y="355525"/>
                  </a:lnTo>
                  <a:lnTo>
                    <a:pt x="9042897" y="398635"/>
                  </a:lnTo>
                  <a:lnTo>
                    <a:pt x="9002167" y="445271"/>
                  </a:lnTo>
                  <a:lnTo>
                    <a:pt x="8962231" y="495501"/>
                  </a:lnTo>
                  <a:lnTo>
                    <a:pt x="8922817" y="549321"/>
                  </a:lnTo>
                  <a:lnTo>
                    <a:pt x="8883718" y="606646"/>
                  </a:lnTo>
                  <a:lnTo>
                    <a:pt x="8844777" y="667299"/>
                  </a:lnTo>
                  <a:lnTo>
                    <a:pt x="8805884" y="731015"/>
                  </a:lnTo>
                  <a:lnTo>
                    <a:pt x="8766971" y="797433"/>
                  </a:lnTo>
                  <a:lnTo>
                    <a:pt x="8728001" y="866108"/>
                  </a:lnTo>
                  <a:lnTo>
                    <a:pt x="8688965" y="936516"/>
                  </a:lnTo>
                  <a:lnTo>
                    <a:pt x="8649877" y="1008074"/>
                  </a:lnTo>
                  <a:lnTo>
                    <a:pt x="8610763" y="1080156"/>
                  </a:lnTo>
                  <a:lnTo>
                    <a:pt x="8571654" y="1152116"/>
                  </a:lnTo>
                  <a:lnTo>
                    <a:pt x="8532583" y="1223312"/>
                  </a:lnTo>
                  <a:lnTo>
                    <a:pt x="8493572" y="1293134"/>
                  </a:lnTo>
                  <a:lnTo>
                    <a:pt x="8454625" y="1361016"/>
                  </a:lnTo>
                  <a:lnTo>
                    <a:pt x="8415726" y="1426465"/>
                  </a:lnTo>
                  <a:lnTo>
                    <a:pt x="8376825" y="1489065"/>
                  </a:lnTo>
                  <a:lnTo>
                    <a:pt x="8337840" y="1548491"/>
                  </a:lnTo>
                  <a:lnTo>
                    <a:pt x="8298643" y="1604512"/>
                  </a:lnTo>
                  <a:lnTo>
                    <a:pt x="8259061" y="1656986"/>
                  </a:lnTo>
                  <a:lnTo>
                    <a:pt x="8218861" y="1705859"/>
                  </a:lnTo>
                  <a:lnTo>
                    <a:pt x="8177747" y="1751156"/>
                  </a:lnTo>
                  <a:lnTo>
                    <a:pt x="8151487" y="1777627"/>
                  </a:lnTo>
                  <a:lnTo>
                    <a:pt x="8104667" y="1820169"/>
                  </a:lnTo>
                  <a:lnTo>
                    <a:pt x="8055413" y="1858720"/>
                  </a:lnTo>
                  <a:lnTo>
                    <a:pt x="8002999" y="1893453"/>
                  </a:lnTo>
                  <a:lnTo>
                    <a:pt x="7946626" y="1924680"/>
                  </a:lnTo>
                  <a:lnTo>
                    <a:pt x="7885480" y="1952761"/>
                  </a:lnTo>
                  <a:lnTo>
                    <a:pt x="7818780" y="1978057"/>
                  </a:lnTo>
                  <a:lnTo>
                    <a:pt x="7745849" y="2000893"/>
                  </a:lnTo>
                  <a:lnTo>
                    <a:pt x="7666213" y="2021545"/>
                  </a:lnTo>
                  <a:lnTo>
                    <a:pt x="7579723" y="2040230"/>
                  </a:lnTo>
                  <a:lnTo>
                    <a:pt x="7486726" y="2057099"/>
                  </a:lnTo>
                  <a:lnTo>
                    <a:pt x="7388231" y="2072238"/>
                  </a:lnTo>
                  <a:lnTo>
                    <a:pt x="7286082" y="2085677"/>
                  </a:lnTo>
                  <a:lnTo>
                    <a:pt x="7183035" y="2097399"/>
                  </a:lnTo>
                  <a:lnTo>
                    <a:pt x="7082693" y="2107365"/>
                  </a:lnTo>
                  <a:lnTo>
                    <a:pt x="6989217" y="2115545"/>
                  </a:lnTo>
                  <a:lnTo>
                    <a:pt x="6906790" y="2121952"/>
                  </a:lnTo>
                  <a:lnTo>
                    <a:pt x="6838929" y="2126669"/>
                  </a:lnTo>
                  <a:lnTo>
                    <a:pt x="6787777" y="2129867"/>
                  </a:lnTo>
                  <a:lnTo>
                    <a:pt x="6753618" y="2131796"/>
                  </a:lnTo>
                  <a:lnTo>
                    <a:pt x="6734698" y="2132766"/>
                  </a:lnTo>
                  <a:lnTo>
                    <a:pt x="6727367" y="2133108"/>
                  </a:lnTo>
                  <a:lnTo>
                    <a:pt x="6726343" y="2133152"/>
                  </a:lnTo>
                  <a:lnTo>
                    <a:pt x="5254955" y="2133152"/>
                  </a:lnTo>
                  <a:lnTo>
                    <a:pt x="5253734" y="2133181"/>
                  </a:lnTo>
                  <a:lnTo>
                    <a:pt x="5245719" y="2133387"/>
                  </a:lnTo>
                  <a:lnTo>
                    <a:pt x="5225560" y="2133957"/>
                  </a:lnTo>
                  <a:lnTo>
                    <a:pt x="5189625" y="2135079"/>
                  </a:lnTo>
                  <a:lnTo>
                    <a:pt x="5136284" y="2136924"/>
                  </a:lnTo>
                  <a:lnTo>
                    <a:pt x="5066023" y="2139631"/>
                  </a:lnTo>
                  <a:lnTo>
                    <a:pt x="4981233" y="2143291"/>
                  </a:lnTo>
                  <a:lnTo>
                    <a:pt x="4885657" y="2147946"/>
                  </a:lnTo>
                  <a:lnTo>
                    <a:pt x="4783647" y="2153598"/>
                  </a:lnTo>
                  <a:lnTo>
                    <a:pt x="4679442" y="2160230"/>
                  </a:lnTo>
                  <a:lnTo>
                    <a:pt x="4576644" y="2167819"/>
                  </a:lnTo>
                  <a:lnTo>
                    <a:pt x="4477946" y="2176361"/>
                  </a:lnTo>
                  <a:lnTo>
                    <a:pt x="4385097" y="2185877"/>
                  </a:lnTo>
                  <a:lnTo>
                    <a:pt x="4299004" y="2196421"/>
                  </a:lnTo>
                  <a:lnTo>
                    <a:pt x="4219912" y="2208087"/>
                  </a:lnTo>
                  <a:lnTo>
                    <a:pt x="4147590" y="2221004"/>
                  </a:lnTo>
                  <a:lnTo>
                    <a:pt x="4081494" y="2235334"/>
                  </a:lnTo>
                  <a:lnTo>
                    <a:pt x="4020896" y="2251268"/>
                  </a:lnTo>
                  <a:lnTo>
                    <a:pt x="3964976" y="2269010"/>
                  </a:lnTo>
                  <a:lnTo>
                    <a:pt x="3912891" y="2288761"/>
                  </a:lnTo>
                  <a:lnTo>
                    <a:pt x="3863834" y="2310682"/>
                  </a:lnTo>
                  <a:lnTo>
                    <a:pt x="3829811" y="2327942"/>
                  </a:lnTo>
                  <a:lnTo>
                    <a:pt x="3780421" y="2356087"/>
                  </a:lnTo>
                  <a:lnTo>
                    <a:pt x="3732531" y="2386947"/>
                  </a:lnTo>
                  <a:lnTo>
                    <a:pt x="3685606" y="2420566"/>
                  </a:lnTo>
                  <a:lnTo>
                    <a:pt x="3639245" y="2456907"/>
                  </a:lnTo>
                  <a:lnTo>
                    <a:pt x="3593159" y="2495841"/>
                  </a:lnTo>
                  <a:lnTo>
                    <a:pt x="3547155" y="2537140"/>
                  </a:lnTo>
                  <a:lnTo>
                    <a:pt x="3501115" y="2580478"/>
                  </a:lnTo>
                  <a:lnTo>
                    <a:pt x="3454991" y="2625437"/>
                  </a:lnTo>
                  <a:lnTo>
                    <a:pt x="3408781" y="2671521"/>
                  </a:lnTo>
                  <a:lnTo>
                    <a:pt x="3362520" y="2718179"/>
                  </a:lnTo>
                  <a:lnTo>
                    <a:pt x="3316260" y="2764829"/>
                  </a:lnTo>
                  <a:lnTo>
                    <a:pt x="3270052" y="2810889"/>
                  </a:lnTo>
                  <a:lnTo>
                    <a:pt x="3223930" y="2855809"/>
                  </a:lnTo>
                  <a:lnTo>
                    <a:pt x="3177893" y="2899095"/>
                  </a:lnTo>
                  <a:lnTo>
                    <a:pt x="3131888" y="2940331"/>
                  </a:lnTo>
                  <a:lnTo>
                    <a:pt x="3085797" y="2979194"/>
                  </a:lnTo>
                  <a:lnTo>
                    <a:pt x="3039425" y="3015460"/>
                  </a:lnTo>
                  <a:lnTo>
                    <a:pt x="2992479" y="3049002"/>
                  </a:lnTo>
                  <a:lnTo>
                    <a:pt x="2944555" y="3079784"/>
                  </a:lnTo>
                  <a:lnTo>
                    <a:pt x="2896531" y="3107101"/>
                  </a:lnTo>
                  <a:lnTo>
                    <a:pt x="2849207" y="3130643"/>
                  </a:lnTo>
                  <a:lnTo>
                    <a:pt x="2799390" y="3151953"/>
                  </a:lnTo>
                  <a:lnTo>
                    <a:pt x="2746328" y="3171130"/>
                  </a:lnTo>
                  <a:lnTo>
                    <a:pt x="2689199" y="3188351"/>
                  </a:lnTo>
                  <a:lnTo>
                    <a:pt x="2627161" y="3203822"/>
                  </a:lnTo>
                  <a:lnTo>
                    <a:pt x="2559411" y="3217743"/>
                  </a:lnTo>
                  <a:lnTo>
                    <a:pt x="2485262" y="3230299"/>
                  </a:lnTo>
                  <a:lnTo>
                    <a:pt x="2404240" y="3241644"/>
                  </a:lnTo>
                  <a:lnTo>
                    <a:pt x="2316231" y="3251896"/>
                  </a:lnTo>
                  <a:lnTo>
                    <a:pt x="2221641" y="3261139"/>
                  </a:lnTo>
                  <a:lnTo>
                    <a:pt x="2121597" y="3269416"/>
                  </a:lnTo>
                  <a:lnTo>
                    <a:pt x="2018099" y="3276743"/>
                  </a:lnTo>
                  <a:lnTo>
                    <a:pt x="1914106" y="3283106"/>
                  </a:lnTo>
                  <a:lnTo>
                    <a:pt x="1813434" y="3288484"/>
                  </a:lnTo>
                  <a:lnTo>
                    <a:pt x="1720417" y="3292862"/>
                  </a:lnTo>
                  <a:lnTo>
                    <a:pt x="1639313" y="3296252"/>
                  </a:lnTo>
                  <a:lnTo>
                    <a:pt x="1573563" y="3298710"/>
                  </a:lnTo>
                  <a:lnTo>
                    <a:pt x="1525074" y="3300340"/>
                  </a:lnTo>
                  <a:lnTo>
                    <a:pt x="1493752" y="3301291"/>
                  </a:lnTo>
                  <a:lnTo>
                    <a:pt x="1477391" y="3301741"/>
                  </a:lnTo>
                  <a:lnTo>
                    <a:pt x="1471857" y="3301880"/>
                  </a:lnTo>
                  <a:lnTo>
                    <a:pt x="1471387" y="3301891"/>
                  </a:lnTo>
                  <a:lnTo>
                    <a:pt x="0" y="3301891"/>
                  </a:lnTo>
                  <a:close/>
                </a:path>
              </a:pathLst>
            </a:custGeom>
            <a:solidFill>
              <a:srgbClr val="63D9C8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2142" name="pl2142"/>
            <p:cNvSpPr/>
            <p:nvPr/>
          </p:nvSpPr>
          <p:spPr>
            <a:xfrm>
              <a:off x="4799595" y="7807627"/>
              <a:ext cx="11981298" cy="3301891"/>
            </a:xfrm>
            <a:custGeom>
              <a:avLst/>
              <a:pathLst>
                <a:path w="11981298" h="3301891">
                  <a:moveTo>
                    <a:pt x="0" y="3301891"/>
                  </a:moveTo>
                  <a:lnTo>
                    <a:pt x="1471387" y="3301891"/>
                  </a:lnTo>
                  <a:lnTo>
                    <a:pt x="1472608" y="3301862"/>
                  </a:lnTo>
                  <a:lnTo>
                    <a:pt x="1480623" y="3301656"/>
                  </a:lnTo>
                  <a:lnTo>
                    <a:pt x="1500782" y="3301086"/>
                  </a:lnTo>
                  <a:lnTo>
                    <a:pt x="1536717" y="3299964"/>
                  </a:lnTo>
                  <a:lnTo>
                    <a:pt x="1590058" y="3298119"/>
                  </a:lnTo>
                  <a:lnTo>
                    <a:pt x="1660319" y="3295412"/>
                  </a:lnTo>
                  <a:lnTo>
                    <a:pt x="1745109" y="3291752"/>
                  </a:lnTo>
                  <a:lnTo>
                    <a:pt x="1840685" y="3287097"/>
                  </a:lnTo>
                  <a:lnTo>
                    <a:pt x="1942695" y="3281445"/>
                  </a:lnTo>
                  <a:lnTo>
                    <a:pt x="2046900" y="3274813"/>
                  </a:lnTo>
                  <a:lnTo>
                    <a:pt x="2149698" y="3267224"/>
                  </a:lnTo>
                  <a:lnTo>
                    <a:pt x="2248396" y="3258682"/>
                  </a:lnTo>
                  <a:lnTo>
                    <a:pt x="2341245" y="3249166"/>
                  </a:lnTo>
                  <a:lnTo>
                    <a:pt x="2427338" y="3238622"/>
                  </a:lnTo>
                  <a:lnTo>
                    <a:pt x="2506430" y="3226956"/>
                  </a:lnTo>
                  <a:lnTo>
                    <a:pt x="2578752" y="3214039"/>
                  </a:lnTo>
                  <a:lnTo>
                    <a:pt x="2644848" y="3199709"/>
                  </a:lnTo>
                  <a:lnTo>
                    <a:pt x="2705446" y="3183775"/>
                  </a:lnTo>
                  <a:lnTo>
                    <a:pt x="2761366" y="3166033"/>
                  </a:lnTo>
                  <a:lnTo>
                    <a:pt x="2813451" y="3146282"/>
                  </a:lnTo>
                  <a:lnTo>
                    <a:pt x="2862508" y="3124360"/>
                  </a:lnTo>
                  <a:lnTo>
                    <a:pt x="2896531" y="3107101"/>
                  </a:lnTo>
                  <a:lnTo>
                    <a:pt x="2945921" y="3078955"/>
                  </a:lnTo>
                  <a:lnTo>
                    <a:pt x="2993811" y="3048096"/>
                  </a:lnTo>
                  <a:lnTo>
                    <a:pt x="3040736" y="3014476"/>
                  </a:lnTo>
                  <a:lnTo>
                    <a:pt x="3087097" y="2978135"/>
                  </a:lnTo>
                  <a:lnTo>
                    <a:pt x="3133183" y="2939202"/>
                  </a:lnTo>
                  <a:lnTo>
                    <a:pt x="3179187" y="2897903"/>
                  </a:lnTo>
                  <a:lnTo>
                    <a:pt x="3225227" y="2854565"/>
                  </a:lnTo>
                  <a:lnTo>
                    <a:pt x="3271351" y="2809606"/>
                  </a:lnTo>
                  <a:lnTo>
                    <a:pt x="3317561" y="2763522"/>
                  </a:lnTo>
                  <a:lnTo>
                    <a:pt x="3363822" y="2716864"/>
                  </a:lnTo>
                  <a:lnTo>
                    <a:pt x="3410082" y="2670214"/>
                  </a:lnTo>
                  <a:lnTo>
                    <a:pt x="3456290" y="2624154"/>
                  </a:lnTo>
                  <a:lnTo>
                    <a:pt x="3502412" y="2579234"/>
                  </a:lnTo>
                  <a:lnTo>
                    <a:pt x="3548449" y="2535948"/>
                  </a:lnTo>
                  <a:lnTo>
                    <a:pt x="3594454" y="2494712"/>
                  </a:lnTo>
                  <a:lnTo>
                    <a:pt x="3640545" y="2455849"/>
                  </a:lnTo>
                  <a:lnTo>
                    <a:pt x="3686917" y="2419583"/>
                  </a:lnTo>
                  <a:lnTo>
                    <a:pt x="3733864" y="2386041"/>
                  </a:lnTo>
                  <a:lnTo>
                    <a:pt x="3781787" y="2355259"/>
                  </a:lnTo>
                  <a:lnTo>
                    <a:pt x="3829811" y="2327942"/>
                  </a:lnTo>
                  <a:lnTo>
                    <a:pt x="3877135" y="2304400"/>
                  </a:lnTo>
                  <a:lnTo>
                    <a:pt x="3926952" y="2283090"/>
                  </a:lnTo>
                  <a:lnTo>
                    <a:pt x="3980014" y="2263913"/>
                  </a:lnTo>
                  <a:lnTo>
                    <a:pt x="4037143" y="2246692"/>
                  </a:lnTo>
                  <a:lnTo>
                    <a:pt x="4099181" y="2231221"/>
                  </a:lnTo>
                  <a:lnTo>
                    <a:pt x="4166931" y="2217300"/>
                  </a:lnTo>
                  <a:lnTo>
                    <a:pt x="4241080" y="2204743"/>
                  </a:lnTo>
                  <a:lnTo>
                    <a:pt x="4322102" y="2193399"/>
                  </a:lnTo>
                  <a:lnTo>
                    <a:pt x="4410112" y="2183146"/>
                  </a:lnTo>
                  <a:lnTo>
                    <a:pt x="4504701" y="2173904"/>
                  </a:lnTo>
                  <a:lnTo>
                    <a:pt x="4604745" y="2165626"/>
                  </a:lnTo>
                  <a:lnTo>
                    <a:pt x="4708243" y="2158300"/>
                  </a:lnTo>
                  <a:lnTo>
                    <a:pt x="4812236" y="2151937"/>
                  </a:lnTo>
                  <a:lnTo>
                    <a:pt x="4912908" y="2146559"/>
                  </a:lnTo>
                  <a:lnTo>
                    <a:pt x="5005926" y="2142181"/>
                  </a:lnTo>
                  <a:lnTo>
                    <a:pt x="5087029" y="2138791"/>
                  </a:lnTo>
                  <a:lnTo>
                    <a:pt x="5152780" y="2136333"/>
                  </a:lnTo>
                  <a:lnTo>
                    <a:pt x="5201268" y="2134703"/>
                  </a:lnTo>
                  <a:lnTo>
                    <a:pt x="5232590" y="2133752"/>
                  </a:lnTo>
                  <a:lnTo>
                    <a:pt x="5248951" y="2133302"/>
                  </a:lnTo>
                  <a:lnTo>
                    <a:pt x="5254485" y="2133163"/>
                  </a:lnTo>
                  <a:lnTo>
                    <a:pt x="5254955" y="2133152"/>
                  </a:lnTo>
                  <a:lnTo>
                    <a:pt x="6726343" y="2133152"/>
                  </a:lnTo>
                  <a:lnTo>
                    <a:pt x="6727527" y="2133101"/>
                  </a:lnTo>
                  <a:lnTo>
                    <a:pt x="6735303" y="2132736"/>
                  </a:lnTo>
                  <a:lnTo>
                    <a:pt x="6754884" y="2131729"/>
                  </a:lnTo>
                  <a:lnTo>
                    <a:pt x="6789833" y="2129745"/>
                  </a:lnTo>
                  <a:lnTo>
                    <a:pt x="6841806" y="2126479"/>
                  </a:lnTo>
                  <a:lnTo>
                    <a:pt x="6910427" y="2121685"/>
                  </a:lnTo>
                  <a:lnTo>
                    <a:pt x="6993470" y="2115194"/>
                  </a:lnTo>
                  <a:lnTo>
                    <a:pt x="7087373" y="2106928"/>
                  </a:lnTo>
                  <a:lnTo>
                    <a:pt x="7187936" y="2096877"/>
                  </a:lnTo>
                  <a:lnTo>
                    <a:pt x="7291017" y="2085073"/>
                  </a:lnTo>
                  <a:lnTo>
                    <a:pt x="7393047" y="2071553"/>
                  </a:lnTo>
                  <a:lnTo>
                    <a:pt x="7491313" y="2056331"/>
                  </a:lnTo>
                  <a:lnTo>
                    <a:pt x="7584016" y="2039378"/>
                  </a:lnTo>
                  <a:lnTo>
                    <a:pt x="7670180" y="2020603"/>
                  </a:lnTo>
                  <a:lnTo>
                    <a:pt x="7749490" y="1999852"/>
                  </a:lnTo>
                  <a:lnTo>
                    <a:pt x="7822110" y="1976905"/>
                  </a:lnTo>
                  <a:lnTo>
                    <a:pt x="7888527" y="1951484"/>
                  </a:lnTo>
                  <a:lnTo>
                    <a:pt x="7949426" y="1923260"/>
                  </a:lnTo>
                  <a:lnTo>
                    <a:pt x="8005591" y="1891873"/>
                  </a:lnTo>
                  <a:lnTo>
                    <a:pt x="8057836" y="1856964"/>
                  </a:lnTo>
                  <a:lnTo>
                    <a:pt x="8106957" y="1818224"/>
                  </a:lnTo>
                  <a:lnTo>
                    <a:pt x="8151487" y="1777627"/>
                  </a:lnTo>
                  <a:lnTo>
                    <a:pt x="8193356" y="1734517"/>
                  </a:lnTo>
                  <a:lnTo>
                    <a:pt x="8234086" y="1687881"/>
                  </a:lnTo>
                  <a:lnTo>
                    <a:pt x="8274022" y="1637651"/>
                  </a:lnTo>
                  <a:lnTo>
                    <a:pt x="8313436" y="1583830"/>
                  </a:lnTo>
                  <a:lnTo>
                    <a:pt x="8352535" y="1526506"/>
                  </a:lnTo>
                  <a:lnTo>
                    <a:pt x="8391476" y="1465852"/>
                  </a:lnTo>
                  <a:lnTo>
                    <a:pt x="8430369" y="1402137"/>
                  </a:lnTo>
                  <a:lnTo>
                    <a:pt x="8469282" y="1335719"/>
                  </a:lnTo>
                  <a:lnTo>
                    <a:pt x="8508252" y="1267044"/>
                  </a:lnTo>
                  <a:lnTo>
                    <a:pt x="8547288" y="1196635"/>
                  </a:lnTo>
                  <a:lnTo>
                    <a:pt x="8586376" y="1125077"/>
                  </a:lnTo>
                  <a:lnTo>
                    <a:pt x="8625491" y="1052996"/>
                  </a:lnTo>
                  <a:lnTo>
                    <a:pt x="8664599" y="981036"/>
                  </a:lnTo>
                  <a:lnTo>
                    <a:pt x="8703670" y="909839"/>
                  </a:lnTo>
                  <a:lnTo>
                    <a:pt x="8742681" y="840018"/>
                  </a:lnTo>
                  <a:lnTo>
                    <a:pt x="8781628" y="772135"/>
                  </a:lnTo>
                  <a:lnTo>
                    <a:pt x="8820527" y="706687"/>
                  </a:lnTo>
                  <a:lnTo>
                    <a:pt x="8859428" y="644087"/>
                  </a:lnTo>
                  <a:lnTo>
                    <a:pt x="8898413" y="584660"/>
                  </a:lnTo>
                  <a:lnTo>
                    <a:pt x="8937610" y="528639"/>
                  </a:lnTo>
                  <a:lnTo>
                    <a:pt x="8977193" y="476165"/>
                  </a:lnTo>
                  <a:lnTo>
                    <a:pt x="9017392" y="427292"/>
                  </a:lnTo>
                  <a:lnTo>
                    <a:pt x="9058506" y="381996"/>
                  </a:lnTo>
                  <a:lnTo>
                    <a:pt x="9084767" y="355525"/>
                  </a:lnTo>
                  <a:lnTo>
                    <a:pt x="9131587" y="312983"/>
                  </a:lnTo>
                  <a:lnTo>
                    <a:pt x="9180840" y="274432"/>
                  </a:lnTo>
                  <a:lnTo>
                    <a:pt x="9233255" y="239698"/>
                  </a:lnTo>
                  <a:lnTo>
                    <a:pt x="9289627" y="208472"/>
                  </a:lnTo>
                  <a:lnTo>
                    <a:pt x="9350773" y="180390"/>
                  </a:lnTo>
                  <a:lnTo>
                    <a:pt x="9417473" y="155095"/>
                  </a:lnTo>
                  <a:lnTo>
                    <a:pt x="9490404" y="132259"/>
                  </a:lnTo>
                  <a:lnTo>
                    <a:pt x="9570041" y="111606"/>
                  </a:lnTo>
                  <a:lnTo>
                    <a:pt x="9656530" y="92921"/>
                  </a:lnTo>
                  <a:lnTo>
                    <a:pt x="9749528" y="76053"/>
                  </a:lnTo>
                  <a:lnTo>
                    <a:pt x="9848022" y="60913"/>
                  </a:lnTo>
                  <a:lnTo>
                    <a:pt x="9950171" y="47474"/>
                  </a:lnTo>
                  <a:lnTo>
                    <a:pt x="10053218" y="35753"/>
                  </a:lnTo>
                  <a:lnTo>
                    <a:pt x="10153560" y="25787"/>
                  </a:lnTo>
                  <a:lnTo>
                    <a:pt x="10247037" y="17607"/>
                  </a:lnTo>
                  <a:lnTo>
                    <a:pt x="10329463" y="11200"/>
                  </a:lnTo>
                  <a:lnTo>
                    <a:pt x="10397325" y="6483"/>
                  </a:lnTo>
                  <a:lnTo>
                    <a:pt x="10448476" y="3285"/>
                  </a:lnTo>
                  <a:lnTo>
                    <a:pt x="10482635" y="1355"/>
                  </a:lnTo>
                  <a:lnTo>
                    <a:pt x="10501555" y="386"/>
                  </a:lnTo>
                  <a:lnTo>
                    <a:pt x="10508886" y="44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43" name="pl2143"/>
            <p:cNvSpPr/>
            <p:nvPr/>
          </p:nvSpPr>
          <p:spPr>
            <a:xfrm>
              <a:off x="4799595" y="7799454"/>
              <a:ext cx="11981298" cy="3301891"/>
            </a:xfrm>
            <a:custGeom>
              <a:avLst/>
              <a:pathLst>
                <a:path w="11981298" h="3301891">
                  <a:moveTo>
                    <a:pt x="11981298" y="0"/>
                  </a:moveTo>
                  <a:lnTo>
                    <a:pt x="10509911" y="0"/>
                  </a:lnTo>
                  <a:lnTo>
                    <a:pt x="10508727" y="51"/>
                  </a:lnTo>
                  <a:lnTo>
                    <a:pt x="10500950" y="415"/>
                  </a:lnTo>
                  <a:lnTo>
                    <a:pt x="10481370" y="1423"/>
                  </a:lnTo>
                  <a:lnTo>
                    <a:pt x="10446421" y="3407"/>
                  </a:lnTo>
                  <a:lnTo>
                    <a:pt x="10394447" y="6672"/>
                  </a:lnTo>
                  <a:lnTo>
                    <a:pt x="10325826" y="11467"/>
                  </a:lnTo>
                  <a:lnTo>
                    <a:pt x="10242783" y="17957"/>
                  </a:lnTo>
                  <a:lnTo>
                    <a:pt x="10148880" y="26223"/>
                  </a:lnTo>
                  <a:lnTo>
                    <a:pt x="10048317" y="36274"/>
                  </a:lnTo>
                  <a:lnTo>
                    <a:pt x="9945236" y="48079"/>
                  </a:lnTo>
                  <a:lnTo>
                    <a:pt x="9843207" y="61599"/>
                  </a:lnTo>
                  <a:lnTo>
                    <a:pt x="9744941" y="76820"/>
                  </a:lnTo>
                  <a:lnTo>
                    <a:pt x="9652237" y="93773"/>
                  </a:lnTo>
                  <a:lnTo>
                    <a:pt x="9566073" y="112548"/>
                  </a:lnTo>
                  <a:lnTo>
                    <a:pt x="9486763" y="133300"/>
                  </a:lnTo>
                  <a:lnTo>
                    <a:pt x="9414144" y="156247"/>
                  </a:lnTo>
                  <a:lnTo>
                    <a:pt x="9347726" y="181668"/>
                  </a:lnTo>
                  <a:lnTo>
                    <a:pt x="9286827" y="209892"/>
                  </a:lnTo>
                  <a:lnTo>
                    <a:pt x="9230662" y="241278"/>
                  </a:lnTo>
                  <a:lnTo>
                    <a:pt x="9178417" y="276188"/>
                  </a:lnTo>
                  <a:lnTo>
                    <a:pt x="9129296" y="314927"/>
                  </a:lnTo>
                  <a:lnTo>
                    <a:pt x="9084767" y="355525"/>
                  </a:lnTo>
                  <a:lnTo>
                    <a:pt x="9042897" y="398635"/>
                  </a:lnTo>
                  <a:lnTo>
                    <a:pt x="9002167" y="445271"/>
                  </a:lnTo>
                  <a:lnTo>
                    <a:pt x="8962231" y="495501"/>
                  </a:lnTo>
                  <a:lnTo>
                    <a:pt x="8922817" y="549321"/>
                  </a:lnTo>
                  <a:lnTo>
                    <a:pt x="8883718" y="606646"/>
                  </a:lnTo>
                  <a:lnTo>
                    <a:pt x="8844777" y="667299"/>
                  </a:lnTo>
                  <a:lnTo>
                    <a:pt x="8805884" y="731015"/>
                  </a:lnTo>
                  <a:lnTo>
                    <a:pt x="8766971" y="797433"/>
                  </a:lnTo>
                  <a:lnTo>
                    <a:pt x="8728001" y="866108"/>
                  </a:lnTo>
                  <a:lnTo>
                    <a:pt x="8688965" y="936516"/>
                  </a:lnTo>
                  <a:lnTo>
                    <a:pt x="8649877" y="1008074"/>
                  </a:lnTo>
                  <a:lnTo>
                    <a:pt x="8610763" y="1080156"/>
                  </a:lnTo>
                  <a:lnTo>
                    <a:pt x="8571654" y="1152116"/>
                  </a:lnTo>
                  <a:lnTo>
                    <a:pt x="8532583" y="1223312"/>
                  </a:lnTo>
                  <a:lnTo>
                    <a:pt x="8493572" y="1293134"/>
                  </a:lnTo>
                  <a:lnTo>
                    <a:pt x="8454625" y="1361016"/>
                  </a:lnTo>
                  <a:lnTo>
                    <a:pt x="8415726" y="1426465"/>
                  </a:lnTo>
                  <a:lnTo>
                    <a:pt x="8376825" y="1489065"/>
                  </a:lnTo>
                  <a:lnTo>
                    <a:pt x="8337840" y="1548491"/>
                  </a:lnTo>
                  <a:lnTo>
                    <a:pt x="8298643" y="1604512"/>
                  </a:lnTo>
                  <a:lnTo>
                    <a:pt x="8259061" y="1656986"/>
                  </a:lnTo>
                  <a:lnTo>
                    <a:pt x="8218861" y="1705859"/>
                  </a:lnTo>
                  <a:lnTo>
                    <a:pt x="8177747" y="1751156"/>
                  </a:lnTo>
                  <a:lnTo>
                    <a:pt x="8151487" y="1777627"/>
                  </a:lnTo>
                  <a:lnTo>
                    <a:pt x="8104667" y="1820169"/>
                  </a:lnTo>
                  <a:lnTo>
                    <a:pt x="8055413" y="1858720"/>
                  </a:lnTo>
                  <a:lnTo>
                    <a:pt x="8002999" y="1893453"/>
                  </a:lnTo>
                  <a:lnTo>
                    <a:pt x="7946626" y="1924680"/>
                  </a:lnTo>
                  <a:lnTo>
                    <a:pt x="7885480" y="1952761"/>
                  </a:lnTo>
                  <a:lnTo>
                    <a:pt x="7818780" y="1978057"/>
                  </a:lnTo>
                  <a:lnTo>
                    <a:pt x="7745849" y="2000893"/>
                  </a:lnTo>
                  <a:lnTo>
                    <a:pt x="7666213" y="2021545"/>
                  </a:lnTo>
                  <a:lnTo>
                    <a:pt x="7579723" y="2040230"/>
                  </a:lnTo>
                  <a:lnTo>
                    <a:pt x="7486726" y="2057099"/>
                  </a:lnTo>
                  <a:lnTo>
                    <a:pt x="7388231" y="2072238"/>
                  </a:lnTo>
                  <a:lnTo>
                    <a:pt x="7286082" y="2085677"/>
                  </a:lnTo>
                  <a:lnTo>
                    <a:pt x="7183035" y="2097399"/>
                  </a:lnTo>
                  <a:lnTo>
                    <a:pt x="7082693" y="2107365"/>
                  </a:lnTo>
                  <a:lnTo>
                    <a:pt x="6989217" y="2115545"/>
                  </a:lnTo>
                  <a:lnTo>
                    <a:pt x="6906790" y="2121952"/>
                  </a:lnTo>
                  <a:lnTo>
                    <a:pt x="6838929" y="2126669"/>
                  </a:lnTo>
                  <a:lnTo>
                    <a:pt x="6787777" y="2129867"/>
                  </a:lnTo>
                  <a:lnTo>
                    <a:pt x="6753618" y="2131796"/>
                  </a:lnTo>
                  <a:lnTo>
                    <a:pt x="6734698" y="2132766"/>
                  </a:lnTo>
                  <a:lnTo>
                    <a:pt x="6727367" y="2133108"/>
                  </a:lnTo>
                  <a:lnTo>
                    <a:pt x="6726343" y="2133152"/>
                  </a:lnTo>
                  <a:lnTo>
                    <a:pt x="5254955" y="2133152"/>
                  </a:lnTo>
                  <a:lnTo>
                    <a:pt x="5253734" y="2133181"/>
                  </a:lnTo>
                  <a:lnTo>
                    <a:pt x="5245719" y="2133387"/>
                  </a:lnTo>
                  <a:lnTo>
                    <a:pt x="5225560" y="2133957"/>
                  </a:lnTo>
                  <a:lnTo>
                    <a:pt x="5189625" y="2135079"/>
                  </a:lnTo>
                  <a:lnTo>
                    <a:pt x="5136284" y="2136924"/>
                  </a:lnTo>
                  <a:lnTo>
                    <a:pt x="5066023" y="2139631"/>
                  </a:lnTo>
                  <a:lnTo>
                    <a:pt x="4981233" y="2143291"/>
                  </a:lnTo>
                  <a:lnTo>
                    <a:pt x="4885657" y="2147946"/>
                  </a:lnTo>
                  <a:lnTo>
                    <a:pt x="4783647" y="2153598"/>
                  </a:lnTo>
                  <a:lnTo>
                    <a:pt x="4679442" y="2160230"/>
                  </a:lnTo>
                  <a:lnTo>
                    <a:pt x="4576644" y="2167819"/>
                  </a:lnTo>
                  <a:lnTo>
                    <a:pt x="4477946" y="2176361"/>
                  </a:lnTo>
                  <a:lnTo>
                    <a:pt x="4385097" y="2185877"/>
                  </a:lnTo>
                  <a:lnTo>
                    <a:pt x="4299004" y="2196421"/>
                  </a:lnTo>
                  <a:lnTo>
                    <a:pt x="4219912" y="2208087"/>
                  </a:lnTo>
                  <a:lnTo>
                    <a:pt x="4147590" y="2221004"/>
                  </a:lnTo>
                  <a:lnTo>
                    <a:pt x="4081494" y="2235334"/>
                  </a:lnTo>
                  <a:lnTo>
                    <a:pt x="4020896" y="2251268"/>
                  </a:lnTo>
                  <a:lnTo>
                    <a:pt x="3964976" y="2269010"/>
                  </a:lnTo>
                  <a:lnTo>
                    <a:pt x="3912891" y="2288761"/>
                  </a:lnTo>
                  <a:lnTo>
                    <a:pt x="3863834" y="2310682"/>
                  </a:lnTo>
                  <a:lnTo>
                    <a:pt x="3829811" y="2327942"/>
                  </a:lnTo>
                  <a:lnTo>
                    <a:pt x="3780421" y="2356087"/>
                  </a:lnTo>
                  <a:lnTo>
                    <a:pt x="3732531" y="2386947"/>
                  </a:lnTo>
                  <a:lnTo>
                    <a:pt x="3685606" y="2420566"/>
                  </a:lnTo>
                  <a:lnTo>
                    <a:pt x="3639245" y="2456907"/>
                  </a:lnTo>
                  <a:lnTo>
                    <a:pt x="3593159" y="2495841"/>
                  </a:lnTo>
                  <a:lnTo>
                    <a:pt x="3547155" y="2537140"/>
                  </a:lnTo>
                  <a:lnTo>
                    <a:pt x="3501115" y="2580478"/>
                  </a:lnTo>
                  <a:lnTo>
                    <a:pt x="3454991" y="2625437"/>
                  </a:lnTo>
                  <a:lnTo>
                    <a:pt x="3408781" y="2671521"/>
                  </a:lnTo>
                  <a:lnTo>
                    <a:pt x="3362520" y="2718179"/>
                  </a:lnTo>
                  <a:lnTo>
                    <a:pt x="3316260" y="2764829"/>
                  </a:lnTo>
                  <a:lnTo>
                    <a:pt x="3270052" y="2810889"/>
                  </a:lnTo>
                  <a:lnTo>
                    <a:pt x="3223930" y="2855809"/>
                  </a:lnTo>
                  <a:lnTo>
                    <a:pt x="3177893" y="2899095"/>
                  </a:lnTo>
                  <a:lnTo>
                    <a:pt x="3131888" y="2940331"/>
                  </a:lnTo>
                  <a:lnTo>
                    <a:pt x="3085797" y="2979194"/>
                  </a:lnTo>
                  <a:lnTo>
                    <a:pt x="3039425" y="3015460"/>
                  </a:lnTo>
                  <a:lnTo>
                    <a:pt x="2992479" y="3049002"/>
                  </a:lnTo>
                  <a:lnTo>
                    <a:pt x="2944555" y="3079784"/>
                  </a:lnTo>
                  <a:lnTo>
                    <a:pt x="2896531" y="3107101"/>
                  </a:lnTo>
                  <a:lnTo>
                    <a:pt x="2849207" y="3130643"/>
                  </a:lnTo>
                  <a:lnTo>
                    <a:pt x="2799390" y="3151953"/>
                  </a:lnTo>
                  <a:lnTo>
                    <a:pt x="2746328" y="3171130"/>
                  </a:lnTo>
                  <a:lnTo>
                    <a:pt x="2689199" y="3188351"/>
                  </a:lnTo>
                  <a:lnTo>
                    <a:pt x="2627161" y="3203822"/>
                  </a:lnTo>
                  <a:lnTo>
                    <a:pt x="2559411" y="3217743"/>
                  </a:lnTo>
                  <a:lnTo>
                    <a:pt x="2485262" y="3230299"/>
                  </a:lnTo>
                  <a:lnTo>
                    <a:pt x="2404240" y="3241644"/>
                  </a:lnTo>
                  <a:lnTo>
                    <a:pt x="2316231" y="3251896"/>
                  </a:lnTo>
                  <a:lnTo>
                    <a:pt x="2221641" y="3261139"/>
                  </a:lnTo>
                  <a:lnTo>
                    <a:pt x="2121597" y="3269416"/>
                  </a:lnTo>
                  <a:lnTo>
                    <a:pt x="2018099" y="3276743"/>
                  </a:lnTo>
                  <a:lnTo>
                    <a:pt x="1914106" y="3283106"/>
                  </a:lnTo>
                  <a:lnTo>
                    <a:pt x="1813434" y="3288484"/>
                  </a:lnTo>
                  <a:lnTo>
                    <a:pt x="1720417" y="3292862"/>
                  </a:lnTo>
                  <a:lnTo>
                    <a:pt x="1639313" y="3296252"/>
                  </a:lnTo>
                  <a:lnTo>
                    <a:pt x="1573563" y="3298710"/>
                  </a:lnTo>
                  <a:lnTo>
                    <a:pt x="1525074" y="3300340"/>
                  </a:lnTo>
                  <a:lnTo>
                    <a:pt x="1493752" y="3301291"/>
                  </a:lnTo>
                  <a:lnTo>
                    <a:pt x="1477391" y="3301741"/>
                  </a:lnTo>
                  <a:lnTo>
                    <a:pt x="1471857" y="3301880"/>
                  </a:lnTo>
                  <a:lnTo>
                    <a:pt x="1471387" y="3301891"/>
                  </a:lnTo>
                  <a:lnTo>
                    <a:pt x="0" y="330189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44" name="pg2144"/>
            <p:cNvSpPr/>
            <p:nvPr/>
          </p:nvSpPr>
          <p:spPr>
            <a:xfrm>
              <a:off x="4799595" y="3018250"/>
              <a:ext cx="11981298" cy="8058576"/>
            </a:xfrm>
            <a:custGeom>
              <a:avLst/>
              <a:pathLst>
                <a:path w="11981298" h="8058576">
                  <a:moveTo>
                    <a:pt x="0" y="8058576"/>
                  </a:moveTo>
                  <a:lnTo>
                    <a:pt x="1471387" y="8058576"/>
                  </a:lnTo>
                  <a:lnTo>
                    <a:pt x="1472090" y="8058465"/>
                  </a:lnTo>
                  <a:lnTo>
                    <a:pt x="1476752" y="8057680"/>
                  </a:lnTo>
                  <a:lnTo>
                    <a:pt x="1488658" y="8055511"/>
                  </a:lnTo>
                  <a:lnTo>
                    <a:pt x="1510321" y="8051233"/>
                  </a:lnTo>
                  <a:lnTo>
                    <a:pt x="1543374" y="8044138"/>
                  </a:lnTo>
                  <a:lnTo>
                    <a:pt x="1588471" y="8033587"/>
                  </a:lnTo>
                  <a:lnTo>
                    <a:pt x="1645260" y="8019060"/>
                  </a:lnTo>
                  <a:lnTo>
                    <a:pt x="1712472" y="8000186"/>
                  </a:lnTo>
                  <a:lnTo>
                    <a:pt x="1788137" y="7976754"/>
                  </a:lnTo>
                  <a:lnTo>
                    <a:pt x="1869859" y="7948693"/>
                  </a:lnTo>
                  <a:lnTo>
                    <a:pt x="1955124" y="7916036"/>
                  </a:lnTo>
                  <a:lnTo>
                    <a:pt x="2041560" y="7878864"/>
                  </a:lnTo>
                  <a:lnTo>
                    <a:pt x="2127126" y="7837260"/>
                  </a:lnTo>
                  <a:lnTo>
                    <a:pt x="2210209" y="7791259"/>
                  </a:lnTo>
                  <a:lnTo>
                    <a:pt x="2289655" y="7740818"/>
                  </a:lnTo>
                  <a:lnTo>
                    <a:pt x="2364730" y="7685787"/>
                  </a:lnTo>
                  <a:lnTo>
                    <a:pt x="2435068" y="7625906"/>
                  </a:lnTo>
                  <a:lnTo>
                    <a:pt x="2500588" y="7560795"/>
                  </a:lnTo>
                  <a:lnTo>
                    <a:pt x="2561428" y="7489955"/>
                  </a:lnTo>
                  <a:lnTo>
                    <a:pt x="2617877" y="7412783"/>
                  </a:lnTo>
                  <a:lnTo>
                    <a:pt x="2670325" y="7328581"/>
                  </a:lnTo>
                  <a:lnTo>
                    <a:pt x="2719219" y="7236581"/>
                  </a:lnTo>
                  <a:lnTo>
                    <a:pt x="2765037" y="7135990"/>
                  </a:lnTo>
                  <a:lnTo>
                    <a:pt x="2808258" y="7026046"/>
                  </a:lnTo>
                  <a:lnTo>
                    <a:pt x="2849345" y="6906117"/>
                  </a:lnTo>
                  <a:lnTo>
                    <a:pt x="2888722" y="6775846"/>
                  </a:lnTo>
                  <a:lnTo>
                    <a:pt x="2896531" y="6748172"/>
                  </a:lnTo>
                  <a:lnTo>
                    <a:pt x="2920361" y="6659931"/>
                  </a:lnTo>
                  <a:lnTo>
                    <a:pt x="2943771" y="6567594"/>
                  </a:lnTo>
                  <a:lnTo>
                    <a:pt x="2966835" y="6471085"/>
                  </a:lnTo>
                  <a:lnTo>
                    <a:pt x="2989616" y="6370355"/>
                  </a:lnTo>
                  <a:lnTo>
                    <a:pt x="3012170" y="6265380"/>
                  </a:lnTo>
                  <a:lnTo>
                    <a:pt x="3034544" y="6156164"/>
                  </a:lnTo>
                  <a:lnTo>
                    <a:pt x="3056780" y="6042743"/>
                  </a:lnTo>
                  <a:lnTo>
                    <a:pt x="3078914" y="5925182"/>
                  </a:lnTo>
                  <a:lnTo>
                    <a:pt x="3100977" y="5803583"/>
                  </a:lnTo>
                  <a:lnTo>
                    <a:pt x="3122994" y="5678081"/>
                  </a:lnTo>
                  <a:lnTo>
                    <a:pt x="3144985" y="5548844"/>
                  </a:lnTo>
                  <a:lnTo>
                    <a:pt x="3166967" y="5416079"/>
                  </a:lnTo>
                  <a:lnTo>
                    <a:pt x="3188953" y="5280025"/>
                  </a:lnTo>
                  <a:lnTo>
                    <a:pt x="3210951" y="5140953"/>
                  </a:lnTo>
                  <a:lnTo>
                    <a:pt x="3232968" y="4999170"/>
                  </a:lnTo>
                  <a:lnTo>
                    <a:pt x="3255005" y="4855010"/>
                  </a:lnTo>
                  <a:lnTo>
                    <a:pt x="3277063" y="4708832"/>
                  </a:lnTo>
                  <a:lnTo>
                    <a:pt x="3299141" y="4561021"/>
                  </a:lnTo>
                  <a:lnTo>
                    <a:pt x="3321234" y="4411979"/>
                  </a:lnTo>
                  <a:lnTo>
                    <a:pt x="3343339" y="4262124"/>
                  </a:lnTo>
                  <a:lnTo>
                    <a:pt x="3365449" y="4111882"/>
                  </a:lnTo>
                  <a:lnTo>
                    <a:pt x="3387558" y="3961684"/>
                  </a:lnTo>
                  <a:lnTo>
                    <a:pt x="3409661" y="3811962"/>
                  </a:lnTo>
                  <a:lnTo>
                    <a:pt x="3431751" y="3663140"/>
                  </a:lnTo>
                  <a:lnTo>
                    <a:pt x="3453825" y="3515634"/>
                  </a:lnTo>
                  <a:lnTo>
                    <a:pt x="3475879" y="3369841"/>
                  </a:lnTo>
                  <a:lnTo>
                    <a:pt x="3497912" y="3226141"/>
                  </a:lnTo>
                  <a:lnTo>
                    <a:pt x="3519924" y="3084891"/>
                  </a:lnTo>
                  <a:lnTo>
                    <a:pt x="3541919" y="2946417"/>
                  </a:lnTo>
                  <a:lnTo>
                    <a:pt x="3563903" y="2811019"/>
                  </a:lnTo>
                  <a:lnTo>
                    <a:pt x="3585886" y="2678962"/>
                  </a:lnTo>
                  <a:lnTo>
                    <a:pt x="3607881" y="2550479"/>
                  </a:lnTo>
                  <a:lnTo>
                    <a:pt x="3629906" y="2425768"/>
                  </a:lnTo>
                  <a:lnTo>
                    <a:pt x="3651981" y="2304992"/>
                  </a:lnTo>
                  <a:lnTo>
                    <a:pt x="3674134" y="2188277"/>
                  </a:lnTo>
                  <a:lnTo>
                    <a:pt x="3696395" y="2075717"/>
                  </a:lnTo>
                  <a:lnTo>
                    <a:pt x="3718803" y="1967373"/>
                  </a:lnTo>
                  <a:lnTo>
                    <a:pt x="3741399" y="1863273"/>
                  </a:lnTo>
                  <a:lnTo>
                    <a:pt x="3764233" y="1763416"/>
                  </a:lnTo>
                  <a:lnTo>
                    <a:pt x="3787363" y="1667771"/>
                  </a:lnTo>
                  <a:lnTo>
                    <a:pt x="3810854" y="1576285"/>
                  </a:lnTo>
                  <a:lnTo>
                    <a:pt x="3829811" y="1506556"/>
                  </a:lnTo>
                  <a:lnTo>
                    <a:pt x="3868888" y="1374183"/>
                  </a:lnTo>
                  <a:lnTo>
                    <a:pt x="3909595" y="1252174"/>
                  </a:lnTo>
                  <a:lnTo>
                    <a:pt x="3952347" y="1140250"/>
                  </a:lnTo>
                  <a:lnTo>
                    <a:pt x="3997600" y="1037821"/>
                  </a:lnTo>
                  <a:lnTo>
                    <a:pt x="4045832" y="944144"/>
                  </a:lnTo>
                  <a:lnTo>
                    <a:pt x="4097521" y="858424"/>
                  </a:lnTo>
                  <a:lnTo>
                    <a:pt x="4153125" y="779886"/>
                  </a:lnTo>
                  <a:lnTo>
                    <a:pt x="4213048" y="707815"/>
                  </a:lnTo>
                  <a:lnTo>
                    <a:pt x="4277602" y="641585"/>
                  </a:lnTo>
                  <a:lnTo>
                    <a:pt x="4346961" y="580679"/>
                  </a:lnTo>
                  <a:lnTo>
                    <a:pt x="4421096" y="524690"/>
                  </a:lnTo>
                  <a:lnTo>
                    <a:pt x="4499701" y="473333"/>
                  </a:lnTo>
                  <a:lnTo>
                    <a:pt x="4582126" y="426439"/>
                  </a:lnTo>
                  <a:lnTo>
                    <a:pt x="4667304" y="383943"/>
                  </a:lnTo>
                  <a:lnTo>
                    <a:pt x="4753716" y="345867"/>
                  </a:lnTo>
                  <a:lnTo>
                    <a:pt x="4839401" y="312286"/>
                  </a:lnTo>
                  <a:lnTo>
                    <a:pt x="4922044" y="283289"/>
                  </a:lnTo>
                  <a:lnTo>
                    <a:pt x="4999138" y="258920"/>
                  </a:lnTo>
                  <a:lnTo>
                    <a:pt x="5068242" y="239134"/>
                  </a:lnTo>
                  <a:lnTo>
                    <a:pt x="5127273" y="223750"/>
                  </a:lnTo>
                  <a:lnTo>
                    <a:pt x="5174801" y="212431"/>
                  </a:lnTo>
                  <a:lnTo>
                    <a:pt x="5210276" y="204683"/>
                  </a:lnTo>
                  <a:lnTo>
                    <a:pt x="5234147" y="199890"/>
                  </a:lnTo>
                  <a:lnTo>
                    <a:pt x="5247854" y="197352"/>
                  </a:lnTo>
                  <a:lnTo>
                    <a:pt x="5253744" y="196344"/>
                  </a:lnTo>
                  <a:lnTo>
                    <a:pt x="5254955" y="196151"/>
                  </a:lnTo>
                  <a:lnTo>
                    <a:pt x="6726343" y="196151"/>
                  </a:lnTo>
                  <a:lnTo>
                    <a:pt x="6727580" y="196147"/>
                  </a:lnTo>
                  <a:lnTo>
                    <a:pt x="6735699" y="196113"/>
                  </a:lnTo>
                  <a:lnTo>
                    <a:pt x="6756113" y="196020"/>
                  </a:lnTo>
                  <a:lnTo>
                    <a:pt x="6792480" y="195837"/>
                  </a:lnTo>
                  <a:lnTo>
                    <a:pt x="6846419" y="195537"/>
                  </a:lnTo>
                  <a:lnTo>
                    <a:pt x="6917396" y="195095"/>
                  </a:lnTo>
                  <a:lnTo>
                    <a:pt x="7002944" y="194499"/>
                  </a:lnTo>
                  <a:lnTo>
                    <a:pt x="7099241" y="193742"/>
                  </a:lnTo>
                  <a:lnTo>
                    <a:pt x="7201871" y="192823"/>
                  </a:lnTo>
                  <a:lnTo>
                    <a:pt x="7306553" y="191744"/>
                  </a:lnTo>
                  <a:lnTo>
                    <a:pt x="7409673" y="190511"/>
                  </a:lnTo>
                  <a:lnTo>
                    <a:pt x="7508545" y="189123"/>
                  </a:lnTo>
                  <a:lnTo>
                    <a:pt x="7601447" y="187576"/>
                  </a:lnTo>
                  <a:lnTo>
                    <a:pt x="7687502" y="185862"/>
                  </a:lnTo>
                  <a:lnTo>
                    <a:pt x="7766494" y="183965"/>
                  </a:lnTo>
                  <a:lnTo>
                    <a:pt x="7838685" y="181863"/>
                  </a:lnTo>
                  <a:lnTo>
                    <a:pt x="7904641" y="179529"/>
                  </a:lnTo>
                  <a:lnTo>
                    <a:pt x="7965111" y="176933"/>
                  </a:lnTo>
                  <a:lnTo>
                    <a:pt x="8020930" y="174041"/>
                  </a:lnTo>
                  <a:lnTo>
                    <a:pt x="8072951" y="170820"/>
                  </a:lnTo>
                  <a:lnTo>
                    <a:pt x="8121986" y="167244"/>
                  </a:lnTo>
                  <a:lnTo>
                    <a:pt x="8151487" y="164822"/>
                  </a:lnTo>
                  <a:lnTo>
                    <a:pt x="8207477" y="159644"/>
                  </a:lnTo>
                  <a:lnTo>
                    <a:pt x="8261631" y="153902"/>
                  </a:lnTo>
                  <a:lnTo>
                    <a:pt x="8314693" y="147587"/>
                  </a:lnTo>
                  <a:lnTo>
                    <a:pt x="8367192" y="140715"/>
                  </a:lnTo>
                  <a:lnTo>
                    <a:pt x="8419483" y="133330"/>
                  </a:lnTo>
                  <a:lnTo>
                    <a:pt x="8471779" y="125497"/>
                  </a:lnTo>
                  <a:lnTo>
                    <a:pt x="8524176" y="117311"/>
                  </a:lnTo>
                  <a:lnTo>
                    <a:pt x="8576684" y="108887"/>
                  </a:lnTo>
                  <a:lnTo>
                    <a:pt x="8629252" y="100354"/>
                  </a:lnTo>
                  <a:lnTo>
                    <a:pt x="8681804" y="91851"/>
                  </a:lnTo>
                  <a:lnTo>
                    <a:pt x="8734269" y="83512"/>
                  </a:lnTo>
                  <a:lnTo>
                    <a:pt x="8786618" y="75463"/>
                  </a:lnTo>
                  <a:lnTo>
                    <a:pt x="8838893" y="67809"/>
                  </a:lnTo>
                  <a:lnTo>
                    <a:pt x="8891239" y="60635"/>
                  </a:lnTo>
                  <a:lnTo>
                    <a:pt x="8943923" y="53995"/>
                  </a:lnTo>
                  <a:lnTo>
                    <a:pt x="8997371" y="47922"/>
                  </a:lnTo>
                  <a:lnTo>
                    <a:pt x="9052197" y="42420"/>
                  </a:lnTo>
                  <a:lnTo>
                    <a:pt x="9084767" y="39502"/>
                  </a:lnTo>
                  <a:lnTo>
                    <a:pt x="9132310" y="35700"/>
                  </a:lnTo>
                  <a:lnTo>
                    <a:pt x="9182371" y="32259"/>
                  </a:lnTo>
                  <a:lnTo>
                    <a:pt x="9235714" y="29164"/>
                  </a:lnTo>
                  <a:lnTo>
                    <a:pt x="9293173" y="26387"/>
                  </a:lnTo>
                  <a:lnTo>
                    <a:pt x="9355601" y="23893"/>
                  </a:lnTo>
                  <a:lnTo>
                    <a:pt x="9423809" y="21649"/>
                  </a:lnTo>
                  <a:lnTo>
                    <a:pt x="9498491" y="19627"/>
                  </a:lnTo>
                  <a:lnTo>
                    <a:pt x="9580116" y="17800"/>
                  </a:lnTo>
                  <a:lnTo>
                    <a:pt x="9668789" y="16150"/>
                  </a:lnTo>
                  <a:lnTo>
                    <a:pt x="9764069" y="14664"/>
                  </a:lnTo>
                  <a:lnTo>
                    <a:pt x="9864782" y="13333"/>
                  </a:lnTo>
                  <a:lnTo>
                    <a:pt x="9968853" y="12158"/>
                  </a:lnTo>
                  <a:lnTo>
                    <a:pt x="10073235" y="11139"/>
                  </a:lnTo>
                  <a:lnTo>
                    <a:pt x="10174018" y="10280"/>
                  </a:lnTo>
                  <a:lnTo>
                    <a:pt x="10266797" y="9583"/>
                  </a:lnTo>
                  <a:lnTo>
                    <a:pt x="10347284" y="9046"/>
                  </a:lnTo>
                  <a:lnTo>
                    <a:pt x="10412082" y="8660"/>
                  </a:lnTo>
                  <a:lnTo>
                    <a:pt x="10459395" y="8406"/>
                  </a:lnTo>
                  <a:lnTo>
                    <a:pt x="10489490" y="8260"/>
                  </a:lnTo>
                  <a:lnTo>
                    <a:pt x="10504776" y="8193"/>
                  </a:lnTo>
                  <a:lnTo>
                    <a:pt x="10509601" y="8174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8673" y="4"/>
                  </a:lnTo>
                  <a:lnTo>
                    <a:pt x="10500554" y="38"/>
                  </a:lnTo>
                  <a:lnTo>
                    <a:pt x="10480140" y="131"/>
                  </a:lnTo>
                  <a:lnTo>
                    <a:pt x="10443773" y="314"/>
                  </a:lnTo>
                  <a:lnTo>
                    <a:pt x="10389834" y="614"/>
                  </a:lnTo>
                  <a:lnTo>
                    <a:pt x="10318858" y="1056"/>
                  </a:lnTo>
                  <a:lnTo>
                    <a:pt x="10233309" y="1651"/>
                  </a:lnTo>
                  <a:lnTo>
                    <a:pt x="10137012" y="2409"/>
                  </a:lnTo>
                  <a:lnTo>
                    <a:pt x="10034383" y="3328"/>
                  </a:lnTo>
                  <a:lnTo>
                    <a:pt x="9929701" y="4406"/>
                  </a:lnTo>
                  <a:lnTo>
                    <a:pt x="9826581" y="5640"/>
                  </a:lnTo>
                  <a:lnTo>
                    <a:pt x="9727708" y="7028"/>
                  </a:lnTo>
                  <a:lnTo>
                    <a:pt x="9634806" y="8575"/>
                  </a:lnTo>
                  <a:lnTo>
                    <a:pt x="9548752" y="10289"/>
                  </a:lnTo>
                  <a:lnTo>
                    <a:pt x="9469759" y="12186"/>
                  </a:lnTo>
                  <a:lnTo>
                    <a:pt x="9397568" y="14288"/>
                  </a:lnTo>
                  <a:lnTo>
                    <a:pt x="9331612" y="16622"/>
                  </a:lnTo>
                  <a:lnTo>
                    <a:pt x="9271142" y="19218"/>
                  </a:lnTo>
                  <a:lnTo>
                    <a:pt x="9215323" y="22110"/>
                  </a:lnTo>
                  <a:lnTo>
                    <a:pt x="9163303" y="25331"/>
                  </a:lnTo>
                  <a:lnTo>
                    <a:pt x="9114267" y="28906"/>
                  </a:lnTo>
                  <a:lnTo>
                    <a:pt x="9084767" y="31329"/>
                  </a:lnTo>
                  <a:lnTo>
                    <a:pt x="9028776" y="36507"/>
                  </a:lnTo>
                  <a:lnTo>
                    <a:pt x="8974622" y="42249"/>
                  </a:lnTo>
                  <a:lnTo>
                    <a:pt x="8921560" y="48564"/>
                  </a:lnTo>
                  <a:lnTo>
                    <a:pt x="8869061" y="55435"/>
                  </a:lnTo>
                  <a:lnTo>
                    <a:pt x="8816770" y="62821"/>
                  </a:lnTo>
                  <a:lnTo>
                    <a:pt x="8764475" y="70654"/>
                  </a:lnTo>
                  <a:lnTo>
                    <a:pt x="8712077" y="78840"/>
                  </a:lnTo>
                  <a:lnTo>
                    <a:pt x="8659569" y="87264"/>
                  </a:lnTo>
                  <a:lnTo>
                    <a:pt x="8607001" y="95797"/>
                  </a:lnTo>
                  <a:lnTo>
                    <a:pt x="8554450" y="104300"/>
                  </a:lnTo>
                  <a:lnTo>
                    <a:pt x="8501985" y="112639"/>
                  </a:lnTo>
                  <a:lnTo>
                    <a:pt x="8449636" y="120688"/>
                  </a:lnTo>
                  <a:lnTo>
                    <a:pt x="8397360" y="128342"/>
                  </a:lnTo>
                  <a:lnTo>
                    <a:pt x="8345015" y="135516"/>
                  </a:lnTo>
                  <a:lnTo>
                    <a:pt x="8292330" y="142156"/>
                  </a:lnTo>
                  <a:lnTo>
                    <a:pt x="8238882" y="148229"/>
                  </a:lnTo>
                  <a:lnTo>
                    <a:pt x="8184056" y="153731"/>
                  </a:lnTo>
                  <a:lnTo>
                    <a:pt x="8151487" y="156649"/>
                  </a:lnTo>
                  <a:lnTo>
                    <a:pt x="8103943" y="160451"/>
                  </a:lnTo>
                  <a:lnTo>
                    <a:pt x="8053882" y="163892"/>
                  </a:lnTo>
                  <a:lnTo>
                    <a:pt x="8000539" y="166987"/>
                  </a:lnTo>
                  <a:lnTo>
                    <a:pt x="7943080" y="169764"/>
                  </a:lnTo>
                  <a:lnTo>
                    <a:pt x="7880652" y="172258"/>
                  </a:lnTo>
                  <a:lnTo>
                    <a:pt x="7812444" y="174502"/>
                  </a:lnTo>
                  <a:lnTo>
                    <a:pt x="7737762" y="176524"/>
                  </a:lnTo>
                  <a:lnTo>
                    <a:pt x="7656137" y="178351"/>
                  </a:lnTo>
                  <a:lnTo>
                    <a:pt x="7567464" y="180001"/>
                  </a:lnTo>
                  <a:lnTo>
                    <a:pt x="7472184" y="181487"/>
                  </a:lnTo>
                  <a:lnTo>
                    <a:pt x="7371471" y="182817"/>
                  </a:lnTo>
                  <a:lnTo>
                    <a:pt x="7267400" y="183993"/>
                  </a:lnTo>
                  <a:lnTo>
                    <a:pt x="7163018" y="185012"/>
                  </a:lnTo>
                  <a:lnTo>
                    <a:pt x="7062235" y="185871"/>
                  </a:lnTo>
                  <a:lnTo>
                    <a:pt x="6969456" y="186568"/>
                  </a:lnTo>
                  <a:lnTo>
                    <a:pt x="6888969" y="187105"/>
                  </a:lnTo>
                  <a:lnTo>
                    <a:pt x="6824171" y="187491"/>
                  </a:lnTo>
                  <a:lnTo>
                    <a:pt x="6776858" y="187745"/>
                  </a:lnTo>
                  <a:lnTo>
                    <a:pt x="6746764" y="187891"/>
                  </a:lnTo>
                  <a:lnTo>
                    <a:pt x="6731477" y="187958"/>
                  </a:lnTo>
                  <a:lnTo>
                    <a:pt x="6726653" y="187977"/>
                  </a:lnTo>
                  <a:lnTo>
                    <a:pt x="6726343" y="187978"/>
                  </a:lnTo>
                  <a:lnTo>
                    <a:pt x="5254955" y="187978"/>
                  </a:lnTo>
                  <a:lnTo>
                    <a:pt x="5254253" y="188089"/>
                  </a:lnTo>
                  <a:lnTo>
                    <a:pt x="5249590" y="188875"/>
                  </a:lnTo>
                  <a:lnTo>
                    <a:pt x="5237684" y="191043"/>
                  </a:lnTo>
                  <a:lnTo>
                    <a:pt x="5216021" y="195322"/>
                  </a:lnTo>
                  <a:lnTo>
                    <a:pt x="5182968" y="202417"/>
                  </a:lnTo>
                  <a:lnTo>
                    <a:pt x="5137871" y="212967"/>
                  </a:lnTo>
                  <a:lnTo>
                    <a:pt x="5081082" y="227494"/>
                  </a:lnTo>
                  <a:lnTo>
                    <a:pt x="5013870" y="246368"/>
                  </a:lnTo>
                  <a:lnTo>
                    <a:pt x="4938205" y="269800"/>
                  </a:lnTo>
                  <a:lnTo>
                    <a:pt x="4856483" y="297861"/>
                  </a:lnTo>
                  <a:lnTo>
                    <a:pt x="4771218" y="330519"/>
                  </a:lnTo>
                  <a:lnTo>
                    <a:pt x="4684782" y="367690"/>
                  </a:lnTo>
                  <a:lnTo>
                    <a:pt x="4599216" y="409294"/>
                  </a:lnTo>
                  <a:lnTo>
                    <a:pt x="4516133" y="455295"/>
                  </a:lnTo>
                  <a:lnTo>
                    <a:pt x="4436688" y="505737"/>
                  </a:lnTo>
                  <a:lnTo>
                    <a:pt x="4361612" y="560767"/>
                  </a:lnTo>
                  <a:lnTo>
                    <a:pt x="4291274" y="620648"/>
                  </a:lnTo>
                  <a:lnTo>
                    <a:pt x="4225754" y="685760"/>
                  </a:lnTo>
                  <a:lnTo>
                    <a:pt x="4164914" y="756599"/>
                  </a:lnTo>
                  <a:lnTo>
                    <a:pt x="4108465" y="833771"/>
                  </a:lnTo>
                  <a:lnTo>
                    <a:pt x="4056017" y="917974"/>
                  </a:lnTo>
                  <a:lnTo>
                    <a:pt x="4007123" y="1009973"/>
                  </a:lnTo>
                  <a:lnTo>
                    <a:pt x="3961305" y="1110564"/>
                  </a:lnTo>
                  <a:lnTo>
                    <a:pt x="3918084" y="1220508"/>
                  </a:lnTo>
                  <a:lnTo>
                    <a:pt x="3876997" y="1340437"/>
                  </a:lnTo>
                  <a:lnTo>
                    <a:pt x="3837621" y="1470708"/>
                  </a:lnTo>
                  <a:lnTo>
                    <a:pt x="3829811" y="1498383"/>
                  </a:lnTo>
                  <a:lnTo>
                    <a:pt x="3805982" y="1586623"/>
                  </a:lnTo>
                  <a:lnTo>
                    <a:pt x="3782571" y="1678961"/>
                  </a:lnTo>
                  <a:lnTo>
                    <a:pt x="3759507" y="1775469"/>
                  </a:lnTo>
                  <a:lnTo>
                    <a:pt x="3736726" y="1876199"/>
                  </a:lnTo>
                  <a:lnTo>
                    <a:pt x="3714172" y="1981174"/>
                  </a:lnTo>
                  <a:lnTo>
                    <a:pt x="3691799" y="2090390"/>
                  </a:lnTo>
                  <a:lnTo>
                    <a:pt x="3669562" y="2203812"/>
                  </a:lnTo>
                  <a:lnTo>
                    <a:pt x="3647428" y="2321372"/>
                  </a:lnTo>
                  <a:lnTo>
                    <a:pt x="3625365" y="2442971"/>
                  </a:lnTo>
                  <a:lnTo>
                    <a:pt x="3603348" y="2568474"/>
                  </a:lnTo>
                  <a:lnTo>
                    <a:pt x="3581357" y="2697710"/>
                  </a:lnTo>
                  <a:lnTo>
                    <a:pt x="3559375" y="2830475"/>
                  </a:lnTo>
                  <a:lnTo>
                    <a:pt x="3537389" y="2966530"/>
                  </a:lnTo>
                  <a:lnTo>
                    <a:pt x="3515391" y="3105601"/>
                  </a:lnTo>
                  <a:lnTo>
                    <a:pt x="3493375" y="3247384"/>
                  </a:lnTo>
                  <a:lnTo>
                    <a:pt x="3471337" y="3391545"/>
                  </a:lnTo>
                  <a:lnTo>
                    <a:pt x="3449279" y="3537722"/>
                  </a:lnTo>
                  <a:lnTo>
                    <a:pt x="3427202" y="3685533"/>
                  </a:lnTo>
                  <a:lnTo>
                    <a:pt x="3405108" y="3834575"/>
                  </a:lnTo>
                  <a:lnTo>
                    <a:pt x="3383003" y="3984430"/>
                  </a:lnTo>
                  <a:lnTo>
                    <a:pt x="3360893" y="4134672"/>
                  </a:lnTo>
                  <a:lnTo>
                    <a:pt x="3338784" y="4284870"/>
                  </a:lnTo>
                  <a:lnTo>
                    <a:pt x="3316681" y="4434592"/>
                  </a:lnTo>
                  <a:lnTo>
                    <a:pt x="3294591" y="4583414"/>
                  </a:lnTo>
                  <a:lnTo>
                    <a:pt x="3272517" y="4730921"/>
                  </a:lnTo>
                  <a:lnTo>
                    <a:pt x="3250463" y="4876714"/>
                  </a:lnTo>
                  <a:lnTo>
                    <a:pt x="3228430" y="5020413"/>
                  </a:lnTo>
                  <a:lnTo>
                    <a:pt x="3206418" y="5161664"/>
                  </a:lnTo>
                  <a:lnTo>
                    <a:pt x="3184423" y="5300137"/>
                  </a:lnTo>
                  <a:lnTo>
                    <a:pt x="3162439" y="5435536"/>
                  </a:lnTo>
                  <a:lnTo>
                    <a:pt x="3140456" y="5567592"/>
                  </a:lnTo>
                  <a:lnTo>
                    <a:pt x="3118461" y="5696075"/>
                  </a:lnTo>
                  <a:lnTo>
                    <a:pt x="3096436" y="5820786"/>
                  </a:lnTo>
                  <a:lnTo>
                    <a:pt x="3074361" y="5941563"/>
                  </a:lnTo>
                  <a:lnTo>
                    <a:pt x="3052208" y="6058278"/>
                  </a:lnTo>
                  <a:lnTo>
                    <a:pt x="3029947" y="6170837"/>
                  </a:lnTo>
                  <a:lnTo>
                    <a:pt x="3007539" y="6279181"/>
                  </a:lnTo>
                  <a:lnTo>
                    <a:pt x="2984943" y="6383281"/>
                  </a:lnTo>
                  <a:lnTo>
                    <a:pt x="2962109" y="6483139"/>
                  </a:lnTo>
                  <a:lnTo>
                    <a:pt x="2938979" y="6578783"/>
                  </a:lnTo>
                  <a:lnTo>
                    <a:pt x="2915488" y="6670269"/>
                  </a:lnTo>
                  <a:lnTo>
                    <a:pt x="2896531" y="6739999"/>
                  </a:lnTo>
                  <a:lnTo>
                    <a:pt x="2857454" y="6872371"/>
                  </a:lnTo>
                  <a:lnTo>
                    <a:pt x="2816747" y="6994380"/>
                  </a:lnTo>
                  <a:lnTo>
                    <a:pt x="2773995" y="7106304"/>
                  </a:lnTo>
                  <a:lnTo>
                    <a:pt x="2728742" y="7208733"/>
                  </a:lnTo>
                  <a:lnTo>
                    <a:pt x="2680510" y="7302410"/>
                  </a:lnTo>
                  <a:lnTo>
                    <a:pt x="2628821" y="7388130"/>
                  </a:lnTo>
                  <a:lnTo>
                    <a:pt x="2573217" y="7466668"/>
                  </a:lnTo>
                  <a:lnTo>
                    <a:pt x="2513295" y="7538740"/>
                  </a:lnTo>
                  <a:lnTo>
                    <a:pt x="2448740" y="7604969"/>
                  </a:lnTo>
                  <a:lnTo>
                    <a:pt x="2379381" y="7665876"/>
                  </a:lnTo>
                  <a:lnTo>
                    <a:pt x="2305247" y="7721864"/>
                  </a:lnTo>
                  <a:lnTo>
                    <a:pt x="2226641" y="7773221"/>
                  </a:lnTo>
                  <a:lnTo>
                    <a:pt x="2144216" y="7820115"/>
                  </a:lnTo>
                  <a:lnTo>
                    <a:pt x="2059038" y="7862612"/>
                  </a:lnTo>
                  <a:lnTo>
                    <a:pt x="1972626" y="7900688"/>
                  </a:lnTo>
                  <a:lnTo>
                    <a:pt x="1886941" y="7934268"/>
                  </a:lnTo>
                  <a:lnTo>
                    <a:pt x="1804299" y="7963266"/>
                  </a:lnTo>
                  <a:lnTo>
                    <a:pt x="1727204" y="7987635"/>
                  </a:lnTo>
                  <a:lnTo>
                    <a:pt x="1658100" y="8007421"/>
                  </a:lnTo>
                  <a:lnTo>
                    <a:pt x="1599069" y="8022804"/>
                  </a:lnTo>
                  <a:lnTo>
                    <a:pt x="1551541" y="8034123"/>
                  </a:lnTo>
                  <a:lnTo>
                    <a:pt x="1516066" y="8041871"/>
                  </a:lnTo>
                  <a:lnTo>
                    <a:pt x="1492196" y="8046665"/>
                  </a:lnTo>
                  <a:lnTo>
                    <a:pt x="1478488" y="8049202"/>
                  </a:lnTo>
                  <a:lnTo>
                    <a:pt x="1472598" y="8050210"/>
                  </a:lnTo>
                  <a:lnTo>
                    <a:pt x="1471387" y="8050403"/>
                  </a:lnTo>
                  <a:lnTo>
                    <a:pt x="0" y="8050403"/>
                  </a:lnTo>
                  <a:close/>
                </a:path>
              </a:pathLst>
            </a:custGeom>
            <a:solidFill>
              <a:srgbClr val="63D9C8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2145" name="pl2145"/>
            <p:cNvSpPr/>
            <p:nvPr/>
          </p:nvSpPr>
          <p:spPr>
            <a:xfrm>
              <a:off x="4799595" y="3026423"/>
              <a:ext cx="11981298" cy="8050403"/>
            </a:xfrm>
            <a:custGeom>
              <a:avLst/>
              <a:pathLst>
                <a:path w="11981298" h="8050403">
                  <a:moveTo>
                    <a:pt x="0" y="8050403"/>
                  </a:moveTo>
                  <a:lnTo>
                    <a:pt x="1471387" y="8050403"/>
                  </a:lnTo>
                  <a:lnTo>
                    <a:pt x="1472090" y="8050292"/>
                  </a:lnTo>
                  <a:lnTo>
                    <a:pt x="1476752" y="8049507"/>
                  </a:lnTo>
                  <a:lnTo>
                    <a:pt x="1488658" y="8047338"/>
                  </a:lnTo>
                  <a:lnTo>
                    <a:pt x="1510321" y="8043060"/>
                  </a:lnTo>
                  <a:lnTo>
                    <a:pt x="1543374" y="8035965"/>
                  </a:lnTo>
                  <a:lnTo>
                    <a:pt x="1588471" y="8025414"/>
                  </a:lnTo>
                  <a:lnTo>
                    <a:pt x="1645260" y="8010887"/>
                  </a:lnTo>
                  <a:lnTo>
                    <a:pt x="1712472" y="7992013"/>
                  </a:lnTo>
                  <a:lnTo>
                    <a:pt x="1788137" y="7968581"/>
                  </a:lnTo>
                  <a:lnTo>
                    <a:pt x="1869859" y="7940520"/>
                  </a:lnTo>
                  <a:lnTo>
                    <a:pt x="1955124" y="7907863"/>
                  </a:lnTo>
                  <a:lnTo>
                    <a:pt x="2041560" y="7870691"/>
                  </a:lnTo>
                  <a:lnTo>
                    <a:pt x="2127126" y="7829087"/>
                  </a:lnTo>
                  <a:lnTo>
                    <a:pt x="2210209" y="7783086"/>
                  </a:lnTo>
                  <a:lnTo>
                    <a:pt x="2289655" y="7732645"/>
                  </a:lnTo>
                  <a:lnTo>
                    <a:pt x="2364730" y="7677614"/>
                  </a:lnTo>
                  <a:lnTo>
                    <a:pt x="2435068" y="7617733"/>
                  </a:lnTo>
                  <a:lnTo>
                    <a:pt x="2500588" y="7552622"/>
                  </a:lnTo>
                  <a:lnTo>
                    <a:pt x="2561428" y="7481782"/>
                  </a:lnTo>
                  <a:lnTo>
                    <a:pt x="2617877" y="7404610"/>
                  </a:lnTo>
                  <a:lnTo>
                    <a:pt x="2670325" y="7320408"/>
                  </a:lnTo>
                  <a:lnTo>
                    <a:pt x="2719219" y="7228408"/>
                  </a:lnTo>
                  <a:lnTo>
                    <a:pt x="2765037" y="7127817"/>
                  </a:lnTo>
                  <a:lnTo>
                    <a:pt x="2808258" y="7017873"/>
                  </a:lnTo>
                  <a:lnTo>
                    <a:pt x="2849345" y="6897944"/>
                  </a:lnTo>
                  <a:lnTo>
                    <a:pt x="2888722" y="6767673"/>
                  </a:lnTo>
                  <a:lnTo>
                    <a:pt x="2896531" y="6739999"/>
                  </a:lnTo>
                  <a:lnTo>
                    <a:pt x="2920361" y="6651758"/>
                  </a:lnTo>
                  <a:lnTo>
                    <a:pt x="2943771" y="6559421"/>
                  </a:lnTo>
                  <a:lnTo>
                    <a:pt x="2966835" y="6462912"/>
                  </a:lnTo>
                  <a:lnTo>
                    <a:pt x="2989616" y="6362182"/>
                  </a:lnTo>
                  <a:lnTo>
                    <a:pt x="3012170" y="6257207"/>
                  </a:lnTo>
                  <a:lnTo>
                    <a:pt x="3034544" y="6147991"/>
                  </a:lnTo>
                  <a:lnTo>
                    <a:pt x="3056780" y="6034570"/>
                  </a:lnTo>
                  <a:lnTo>
                    <a:pt x="3078914" y="5917009"/>
                  </a:lnTo>
                  <a:lnTo>
                    <a:pt x="3100977" y="5795410"/>
                  </a:lnTo>
                  <a:lnTo>
                    <a:pt x="3122994" y="5669908"/>
                  </a:lnTo>
                  <a:lnTo>
                    <a:pt x="3144985" y="5540671"/>
                  </a:lnTo>
                  <a:lnTo>
                    <a:pt x="3166967" y="5407906"/>
                  </a:lnTo>
                  <a:lnTo>
                    <a:pt x="3188953" y="5271852"/>
                  </a:lnTo>
                  <a:lnTo>
                    <a:pt x="3210951" y="5132780"/>
                  </a:lnTo>
                  <a:lnTo>
                    <a:pt x="3232968" y="4990997"/>
                  </a:lnTo>
                  <a:lnTo>
                    <a:pt x="3255005" y="4846837"/>
                  </a:lnTo>
                  <a:lnTo>
                    <a:pt x="3277063" y="4700659"/>
                  </a:lnTo>
                  <a:lnTo>
                    <a:pt x="3299141" y="4552848"/>
                  </a:lnTo>
                  <a:lnTo>
                    <a:pt x="3321234" y="4403806"/>
                  </a:lnTo>
                  <a:lnTo>
                    <a:pt x="3343339" y="4253951"/>
                  </a:lnTo>
                  <a:lnTo>
                    <a:pt x="3365449" y="4103709"/>
                  </a:lnTo>
                  <a:lnTo>
                    <a:pt x="3387558" y="3953511"/>
                  </a:lnTo>
                  <a:lnTo>
                    <a:pt x="3409661" y="3803789"/>
                  </a:lnTo>
                  <a:lnTo>
                    <a:pt x="3431751" y="3654967"/>
                  </a:lnTo>
                  <a:lnTo>
                    <a:pt x="3453825" y="3507461"/>
                  </a:lnTo>
                  <a:lnTo>
                    <a:pt x="3475879" y="3361668"/>
                  </a:lnTo>
                  <a:lnTo>
                    <a:pt x="3497912" y="3217968"/>
                  </a:lnTo>
                  <a:lnTo>
                    <a:pt x="3519924" y="3076718"/>
                  </a:lnTo>
                  <a:lnTo>
                    <a:pt x="3541919" y="2938244"/>
                  </a:lnTo>
                  <a:lnTo>
                    <a:pt x="3563903" y="2802846"/>
                  </a:lnTo>
                  <a:lnTo>
                    <a:pt x="3585886" y="2670789"/>
                  </a:lnTo>
                  <a:lnTo>
                    <a:pt x="3607881" y="2542306"/>
                  </a:lnTo>
                  <a:lnTo>
                    <a:pt x="3629906" y="2417595"/>
                  </a:lnTo>
                  <a:lnTo>
                    <a:pt x="3651981" y="2296819"/>
                  </a:lnTo>
                  <a:lnTo>
                    <a:pt x="3674134" y="2180104"/>
                  </a:lnTo>
                  <a:lnTo>
                    <a:pt x="3696395" y="2067544"/>
                  </a:lnTo>
                  <a:lnTo>
                    <a:pt x="3718803" y="1959200"/>
                  </a:lnTo>
                  <a:lnTo>
                    <a:pt x="3741399" y="1855100"/>
                  </a:lnTo>
                  <a:lnTo>
                    <a:pt x="3764233" y="1755243"/>
                  </a:lnTo>
                  <a:lnTo>
                    <a:pt x="3787363" y="1659598"/>
                  </a:lnTo>
                  <a:lnTo>
                    <a:pt x="3810854" y="1568112"/>
                  </a:lnTo>
                  <a:lnTo>
                    <a:pt x="3829811" y="1498383"/>
                  </a:lnTo>
                  <a:lnTo>
                    <a:pt x="3868888" y="1366010"/>
                  </a:lnTo>
                  <a:lnTo>
                    <a:pt x="3909595" y="1244001"/>
                  </a:lnTo>
                  <a:lnTo>
                    <a:pt x="3952347" y="1132077"/>
                  </a:lnTo>
                  <a:lnTo>
                    <a:pt x="3997600" y="1029648"/>
                  </a:lnTo>
                  <a:lnTo>
                    <a:pt x="4045832" y="935971"/>
                  </a:lnTo>
                  <a:lnTo>
                    <a:pt x="4097521" y="850251"/>
                  </a:lnTo>
                  <a:lnTo>
                    <a:pt x="4153125" y="771713"/>
                  </a:lnTo>
                  <a:lnTo>
                    <a:pt x="4213048" y="699642"/>
                  </a:lnTo>
                  <a:lnTo>
                    <a:pt x="4277602" y="633412"/>
                  </a:lnTo>
                  <a:lnTo>
                    <a:pt x="4346961" y="572506"/>
                  </a:lnTo>
                  <a:lnTo>
                    <a:pt x="4421096" y="516517"/>
                  </a:lnTo>
                  <a:lnTo>
                    <a:pt x="4499701" y="465160"/>
                  </a:lnTo>
                  <a:lnTo>
                    <a:pt x="4582126" y="418266"/>
                  </a:lnTo>
                  <a:lnTo>
                    <a:pt x="4667304" y="375770"/>
                  </a:lnTo>
                  <a:lnTo>
                    <a:pt x="4753716" y="337694"/>
                  </a:lnTo>
                  <a:lnTo>
                    <a:pt x="4839401" y="304113"/>
                  </a:lnTo>
                  <a:lnTo>
                    <a:pt x="4922044" y="275116"/>
                  </a:lnTo>
                  <a:lnTo>
                    <a:pt x="4999138" y="250747"/>
                  </a:lnTo>
                  <a:lnTo>
                    <a:pt x="5068242" y="230961"/>
                  </a:lnTo>
                  <a:lnTo>
                    <a:pt x="5127273" y="215577"/>
                  </a:lnTo>
                  <a:lnTo>
                    <a:pt x="5174801" y="204258"/>
                  </a:lnTo>
                  <a:lnTo>
                    <a:pt x="5210276" y="196510"/>
                  </a:lnTo>
                  <a:lnTo>
                    <a:pt x="5234147" y="191717"/>
                  </a:lnTo>
                  <a:lnTo>
                    <a:pt x="5247854" y="189179"/>
                  </a:lnTo>
                  <a:lnTo>
                    <a:pt x="5253744" y="188171"/>
                  </a:lnTo>
                  <a:lnTo>
                    <a:pt x="5254949" y="187979"/>
                  </a:lnTo>
                  <a:lnTo>
                    <a:pt x="5254955" y="187978"/>
                  </a:lnTo>
                  <a:lnTo>
                    <a:pt x="6726343" y="187978"/>
                  </a:lnTo>
                  <a:lnTo>
                    <a:pt x="6727580" y="187974"/>
                  </a:lnTo>
                  <a:lnTo>
                    <a:pt x="6735699" y="187940"/>
                  </a:lnTo>
                  <a:lnTo>
                    <a:pt x="6756113" y="187847"/>
                  </a:lnTo>
                  <a:lnTo>
                    <a:pt x="6792480" y="187664"/>
                  </a:lnTo>
                  <a:lnTo>
                    <a:pt x="6846419" y="187364"/>
                  </a:lnTo>
                  <a:lnTo>
                    <a:pt x="6917396" y="186922"/>
                  </a:lnTo>
                  <a:lnTo>
                    <a:pt x="7002944" y="186327"/>
                  </a:lnTo>
                  <a:lnTo>
                    <a:pt x="7099241" y="185569"/>
                  </a:lnTo>
                  <a:lnTo>
                    <a:pt x="7201871" y="184650"/>
                  </a:lnTo>
                  <a:lnTo>
                    <a:pt x="7306553" y="183571"/>
                  </a:lnTo>
                  <a:lnTo>
                    <a:pt x="7409673" y="182338"/>
                  </a:lnTo>
                  <a:lnTo>
                    <a:pt x="7508545" y="180950"/>
                  </a:lnTo>
                  <a:lnTo>
                    <a:pt x="7601447" y="179403"/>
                  </a:lnTo>
                  <a:lnTo>
                    <a:pt x="7687502" y="177689"/>
                  </a:lnTo>
                  <a:lnTo>
                    <a:pt x="7766494" y="175792"/>
                  </a:lnTo>
                  <a:lnTo>
                    <a:pt x="7838685" y="173690"/>
                  </a:lnTo>
                  <a:lnTo>
                    <a:pt x="7904641" y="171356"/>
                  </a:lnTo>
                  <a:lnTo>
                    <a:pt x="7965111" y="168760"/>
                  </a:lnTo>
                  <a:lnTo>
                    <a:pt x="8020930" y="165868"/>
                  </a:lnTo>
                  <a:lnTo>
                    <a:pt x="8072951" y="162647"/>
                  </a:lnTo>
                  <a:lnTo>
                    <a:pt x="8121986" y="159071"/>
                  </a:lnTo>
                  <a:lnTo>
                    <a:pt x="8151487" y="156649"/>
                  </a:lnTo>
                  <a:lnTo>
                    <a:pt x="8207477" y="151471"/>
                  </a:lnTo>
                  <a:lnTo>
                    <a:pt x="8261631" y="145729"/>
                  </a:lnTo>
                  <a:lnTo>
                    <a:pt x="8314693" y="139414"/>
                  </a:lnTo>
                  <a:lnTo>
                    <a:pt x="8367192" y="132542"/>
                  </a:lnTo>
                  <a:lnTo>
                    <a:pt x="8419483" y="125157"/>
                  </a:lnTo>
                  <a:lnTo>
                    <a:pt x="8471779" y="117324"/>
                  </a:lnTo>
                  <a:lnTo>
                    <a:pt x="8524176" y="109138"/>
                  </a:lnTo>
                  <a:lnTo>
                    <a:pt x="8576684" y="100714"/>
                  </a:lnTo>
                  <a:lnTo>
                    <a:pt x="8629252" y="92181"/>
                  </a:lnTo>
                  <a:lnTo>
                    <a:pt x="8681804" y="83678"/>
                  </a:lnTo>
                  <a:lnTo>
                    <a:pt x="8734269" y="75339"/>
                  </a:lnTo>
                  <a:lnTo>
                    <a:pt x="8786618" y="67290"/>
                  </a:lnTo>
                  <a:lnTo>
                    <a:pt x="8838893" y="59636"/>
                  </a:lnTo>
                  <a:lnTo>
                    <a:pt x="8891239" y="52462"/>
                  </a:lnTo>
                  <a:lnTo>
                    <a:pt x="8943923" y="45822"/>
                  </a:lnTo>
                  <a:lnTo>
                    <a:pt x="8997371" y="39749"/>
                  </a:lnTo>
                  <a:lnTo>
                    <a:pt x="9052197" y="34247"/>
                  </a:lnTo>
                  <a:lnTo>
                    <a:pt x="9084767" y="31329"/>
                  </a:lnTo>
                  <a:lnTo>
                    <a:pt x="9132310" y="27527"/>
                  </a:lnTo>
                  <a:lnTo>
                    <a:pt x="9182371" y="24086"/>
                  </a:lnTo>
                  <a:lnTo>
                    <a:pt x="9235714" y="20991"/>
                  </a:lnTo>
                  <a:lnTo>
                    <a:pt x="9293173" y="18214"/>
                  </a:lnTo>
                  <a:lnTo>
                    <a:pt x="9355601" y="15720"/>
                  </a:lnTo>
                  <a:lnTo>
                    <a:pt x="9423809" y="13476"/>
                  </a:lnTo>
                  <a:lnTo>
                    <a:pt x="9498491" y="11454"/>
                  </a:lnTo>
                  <a:lnTo>
                    <a:pt x="9580116" y="9627"/>
                  </a:lnTo>
                  <a:lnTo>
                    <a:pt x="9668789" y="7977"/>
                  </a:lnTo>
                  <a:lnTo>
                    <a:pt x="9764069" y="6491"/>
                  </a:lnTo>
                  <a:lnTo>
                    <a:pt x="9864782" y="5160"/>
                  </a:lnTo>
                  <a:lnTo>
                    <a:pt x="9968853" y="3985"/>
                  </a:lnTo>
                  <a:lnTo>
                    <a:pt x="10073235" y="2966"/>
                  </a:lnTo>
                  <a:lnTo>
                    <a:pt x="10174018" y="2107"/>
                  </a:lnTo>
                  <a:lnTo>
                    <a:pt x="10266797" y="1410"/>
                  </a:lnTo>
                  <a:lnTo>
                    <a:pt x="10347284" y="873"/>
                  </a:lnTo>
                  <a:lnTo>
                    <a:pt x="10412082" y="487"/>
                  </a:lnTo>
                  <a:lnTo>
                    <a:pt x="10459395" y="233"/>
                  </a:lnTo>
                  <a:lnTo>
                    <a:pt x="10489490" y="87"/>
                  </a:lnTo>
                  <a:lnTo>
                    <a:pt x="10504776" y="20"/>
                  </a:lnTo>
                  <a:lnTo>
                    <a:pt x="10509601" y="1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46" name="pl2146"/>
            <p:cNvSpPr/>
            <p:nvPr/>
          </p:nvSpPr>
          <p:spPr>
            <a:xfrm>
              <a:off x="4799595" y="3018250"/>
              <a:ext cx="11981298" cy="8050403"/>
            </a:xfrm>
            <a:custGeom>
              <a:avLst/>
              <a:pathLst>
                <a:path w="11981298" h="8050403">
                  <a:moveTo>
                    <a:pt x="11981298" y="0"/>
                  </a:moveTo>
                  <a:lnTo>
                    <a:pt x="10509911" y="0"/>
                  </a:lnTo>
                  <a:lnTo>
                    <a:pt x="10508673" y="4"/>
                  </a:lnTo>
                  <a:lnTo>
                    <a:pt x="10500554" y="38"/>
                  </a:lnTo>
                  <a:lnTo>
                    <a:pt x="10480140" y="131"/>
                  </a:lnTo>
                  <a:lnTo>
                    <a:pt x="10443773" y="314"/>
                  </a:lnTo>
                  <a:lnTo>
                    <a:pt x="10389834" y="614"/>
                  </a:lnTo>
                  <a:lnTo>
                    <a:pt x="10318858" y="1056"/>
                  </a:lnTo>
                  <a:lnTo>
                    <a:pt x="10233309" y="1651"/>
                  </a:lnTo>
                  <a:lnTo>
                    <a:pt x="10137012" y="2409"/>
                  </a:lnTo>
                  <a:lnTo>
                    <a:pt x="10034383" y="3328"/>
                  </a:lnTo>
                  <a:lnTo>
                    <a:pt x="9929701" y="4406"/>
                  </a:lnTo>
                  <a:lnTo>
                    <a:pt x="9826581" y="5640"/>
                  </a:lnTo>
                  <a:lnTo>
                    <a:pt x="9727708" y="7028"/>
                  </a:lnTo>
                  <a:lnTo>
                    <a:pt x="9634806" y="8575"/>
                  </a:lnTo>
                  <a:lnTo>
                    <a:pt x="9548752" y="10289"/>
                  </a:lnTo>
                  <a:lnTo>
                    <a:pt x="9469759" y="12186"/>
                  </a:lnTo>
                  <a:lnTo>
                    <a:pt x="9397568" y="14288"/>
                  </a:lnTo>
                  <a:lnTo>
                    <a:pt x="9331612" y="16622"/>
                  </a:lnTo>
                  <a:lnTo>
                    <a:pt x="9271142" y="19218"/>
                  </a:lnTo>
                  <a:lnTo>
                    <a:pt x="9215323" y="22110"/>
                  </a:lnTo>
                  <a:lnTo>
                    <a:pt x="9163303" y="25331"/>
                  </a:lnTo>
                  <a:lnTo>
                    <a:pt x="9114267" y="28906"/>
                  </a:lnTo>
                  <a:lnTo>
                    <a:pt x="9084767" y="31329"/>
                  </a:lnTo>
                  <a:lnTo>
                    <a:pt x="9028776" y="36507"/>
                  </a:lnTo>
                  <a:lnTo>
                    <a:pt x="8974622" y="42249"/>
                  </a:lnTo>
                  <a:lnTo>
                    <a:pt x="8921560" y="48564"/>
                  </a:lnTo>
                  <a:lnTo>
                    <a:pt x="8869061" y="55435"/>
                  </a:lnTo>
                  <a:lnTo>
                    <a:pt x="8816770" y="62821"/>
                  </a:lnTo>
                  <a:lnTo>
                    <a:pt x="8764475" y="70654"/>
                  </a:lnTo>
                  <a:lnTo>
                    <a:pt x="8712077" y="78840"/>
                  </a:lnTo>
                  <a:lnTo>
                    <a:pt x="8659569" y="87264"/>
                  </a:lnTo>
                  <a:lnTo>
                    <a:pt x="8607001" y="95797"/>
                  </a:lnTo>
                  <a:lnTo>
                    <a:pt x="8554450" y="104300"/>
                  </a:lnTo>
                  <a:lnTo>
                    <a:pt x="8501985" y="112639"/>
                  </a:lnTo>
                  <a:lnTo>
                    <a:pt x="8449636" y="120688"/>
                  </a:lnTo>
                  <a:lnTo>
                    <a:pt x="8397360" y="128342"/>
                  </a:lnTo>
                  <a:lnTo>
                    <a:pt x="8345015" y="135516"/>
                  </a:lnTo>
                  <a:lnTo>
                    <a:pt x="8292330" y="142156"/>
                  </a:lnTo>
                  <a:lnTo>
                    <a:pt x="8238882" y="148229"/>
                  </a:lnTo>
                  <a:lnTo>
                    <a:pt x="8184056" y="153731"/>
                  </a:lnTo>
                  <a:lnTo>
                    <a:pt x="8151487" y="156649"/>
                  </a:lnTo>
                  <a:lnTo>
                    <a:pt x="8103943" y="160451"/>
                  </a:lnTo>
                  <a:lnTo>
                    <a:pt x="8053882" y="163892"/>
                  </a:lnTo>
                  <a:lnTo>
                    <a:pt x="8000539" y="166987"/>
                  </a:lnTo>
                  <a:lnTo>
                    <a:pt x="7943080" y="169764"/>
                  </a:lnTo>
                  <a:lnTo>
                    <a:pt x="7880652" y="172258"/>
                  </a:lnTo>
                  <a:lnTo>
                    <a:pt x="7812444" y="174502"/>
                  </a:lnTo>
                  <a:lnTo>
                    <a:pt x="7737762" y="176524"/>
                  </a:lnTo>
                  <a:lnTo>
                    <a:pt x="7656137" y="178351"/>
                  </a:lnTo>
                  <a:lnTo>
                    <a:pt x="7567464" y="180001"/>
                  </a:lnTo>
                  <a:lnTo>
                    <a:pt x="7472184" y="181487"/>
                  </a:lnTo>
                  <a:lnTo>
                    <a:pt x="7371471" y="182817"/>
                  </a:lnTo>
                  <a:lnTo>
                    <a:pt x="7267400" y="183993"/>
                  </a:lnTo>
                  <a:lnTo>
                    <a:pt x="7163018" y="185012"/>
                  </a:lnTo>
                  <a:lnTo>
                    <a:pt x="7062235" y="185871"/>
                  </a:lnTo>
                  <a:lnTo>
                    <a:pt x="6969456" y="186568"/>
                  </a:lnTo>
                  <a:lnTo>
                    <a:pt x="6888969" y="187105"/>
                  </a:lnTo>
                  <a:lnTo>
                    <a:pt x="6824171" y="187491"/>
                  </a:lnTo>
                  <a:lnTo>
                    <a:pt x="6776858" y="187745"/>
                  </a:lnTo>
                  <a:lnTo>
                    <a:pt x="6746764" y="187891"/>
                  </a:lnTo>
                  <a:lnTo>
                    <a:pt x="6731477" y="187958"/>
                  </a:lnTo>
                  <a:lnTo>
                    <a:pt x="6726653" y="187977"/>
                  </a:lnTo>
                  <a:lnTo>
                    <a:pt x="6726343" y="187978"/>
                  </a:lnTo>
                  <a:lnTo>
                    <a:pt x="5254955" y="187978"/>
                  </a:lnTo>
                  <a:lnTo>
                    <a:pt x="5254253" y="188089"/>
                  </a:lnTo>
                  <a:lnTo>
                    <a:pt x="5249590" y="188875"/>
                  </a:lnTo>
                  <a:lnTo>
                    <a:pt x="5237684" y="191043"/>
                  </a:lnTo>
                  <a:lnTo>
                    <a:pt x="5216021" y="195322"/>
                  </a:lnTo>
                  <a:lnTo>
                    <a:pt x="5182968" y="202417"/>
                  </a:lnTo>
                  <a:lnTo>
                    <a:pt x="5137871" y="212967"/>
                  </a:lnTo>
                  <a:lnTo>
                    <a:pt x="5081082" y="227494"/>
                  </a:lnTo>
                  <a:lnTo>
                    <a:pt x="5013870" y="246368"/>
                  </a:lnTo>
                  <a:lnTo>
                    <a:pt x="4938205" y="269800"/>
                  </a:lnTo>
                  <a:lnTo>
                    <a:pt x="4856483" y="297861"/>
                  </a:lnTo>
                  <a:lnTo>
                    <a:pt x="4771218" y="330519"/>
                  </a:lnTo>
                  <a:lnTo>
                    <a:pt x="4684782" y="367690"/>
                  </a:lnTo>
                  <a:lnTo>
                    <a:pt x="4599216" y="409294"/>
                  </a:lnTo>
                  <a:lnTo>
                    <a:pt x="4516133" y="455295"/>
                  </a:lnTo>
                  <a:lnTo>
                    <a:pt x="4436688" y="505737"/>
                  </a:lnTo>
                  <a:lnTo>
                    <a:pt x="4361612" y="560767"/>
                  </a:lnTo>
                  <a:lnTo>
                    <a:pt x="4291274" y="620648"/>
                  </a:lnTo>
                  <a:lnTo>
                    <a:pt x="4225754" y="685760"/>
                  </a:lnTo>
                  <a:lnTo>
                    <a:pt x="4164914" y="756599"/>
                  </a:lnTo>
                  <a:lnTo>
                    <a:pt x="4108465" y="833771"/>
                  </a:lnTo>
                  <a:lnTo>
                    <a:pt x="4056017" y="917974"/>
                  </a:lnTo>
                  <a:lnTo>
                    <a:pt x="4007123" y="1009973"/>
                  </a:lnTo>
                  <a:lnTo>
                    <a:pt x="3961305" y="1110564"/>
                  </a:lnTo>
                  <a:lnTo>
                    <a:pt x="3918084" y="1220508"/>
                  </a:lnTo>
                  <a:lnTo>
                    <a:pt x="3876997" y="1340437"/>
                  </a:lnTo>
                  <a:lnTo>
                    <a:pt x="3837621" y="1470708"/>
                  </a:lnTo>
                  <a:lnTo>
                    <a:pt x="3829811" y="1498383"/>
                  </a:lnTo>
                  <a:lnTo>
                    <a:pt x="3805982" y="1586623"/>
                  </a:lnTo>
                  <a:lnTo>
                    <a:pt x="3782571" y="1678961"/>
                  </a:lnTo>
                  <a:lnTo>
                    <a:pt x="3759507" y="1775469"/>
                  </a:lnTo>
                  <a:lnTo>
                    <a:pt x="3736726" y="1876199"/>
                  </a:lnTo>
                  <a:lnTo>
                    <a:pt x="3714172" y="1981174"/>
                  </a:lnTo>
                  <a:lnTo>
                    <a:pt x="3691799" y="2090390"/>
                  </a:lnTo>
                  <a:lnTo>
                    <a:pt x="3669562" y="2203812"/>
                  </a:lnTo>
                  <a:lnTo>
                    <a:pt x="3647428" y="2321372"/>
                  </a:lnTo>
                  <a:lnTo>
                    <a:pt x="3625365" y="2442971"/>
                  </a:lnTo>
                  <a:lnTo>
                    <a:pt x="3603348" y="2568474"/>
                  </a:lnTo>
                  <a:lnTo>
                    <a:pt x="3581357" y="2697710"/>
                  </a:lnTo>
                  <a:lnTo>
                    <a:pt x="3559375" y="2830475"/>
                  </a:lnTo>
                  <a:lnTo>
                    <a:pt x="3537389" y="2966530"/>
                  </a:lnTo>
                  <a:lnTo>
                    <a:pt x="3515391" y="3105601"/>
                  </a:lnTo>
                  <a:lnTo>
                    <a:pt x="3493375" y="3247384"/>
                  </a:lnTo>
                  <a:lnTo>
                    <a:pt x="3471337" y="3391545"/>
                  </a:lnTo>
                  <a:lnTo>
                    <a:pt x="3449279" y="3537722"/>
                  </a:lnTo>
                  <a:lnTo>
                    <a:pt x="3427202" y="3685533"/>
                  </a:lnTo>
                  <a:lnTo>
                    <a:pt x="3405108" y="3834575"/>
                  </a:lnTo>
                  <a:lnTo>
                    <a:pt x="3383003" y="3984430"/>
                  </a:lnTo>
                  <a:lnTo>
                    <a:pt x="3360893" y="4134672"/>
                  </a:lnTo>
                  <a:lnTo>
                    <a:pt x="3338784" y="4284870"/>
                  </a:lnTo>
                  <a:lnTo>
                    <a:pt x="3316681" y="4434592"/>
                  </a:lnTo>
                  <a:lnTo>
                    <a:pt x="3294591" y="4583414"/>
                  </a:lnTo>
                  <a:lnTo>
                    <a:pt x="3272517" y="4730921"/>
                  </a:lnTo>
                  <a:lnTo>
                    <a:pt x="3250463" y="4876714"/>
                  </a:lnTo>
                  <a:lnTo>
                    <a:pt x="3228430" y="5020413"/>
                  </a:lnTo>
                  <a:lnTo>
                    <a:pt x="3206418" y="5161664"/>
                  </a:lnTo>
                  <a:lnTo>
                    <a:pt x="3184423" y="5300137"/>
                  </a:lnTo>
                  <a:lnTo>
                    <a:pt x="3162439" y="5435536"/>
                  </a:lnTo>
                  <a:lnTo>
                    <a:pt x="3140456" y="5567592"/>
                  </a:lnTo>
                  <a:lnTo>
                    <a:pt x="3118461" y="5696075"/>
                  </a:lnTo>
                  <a:lnTo>
                    <a:pt x="3096436" y="5820786"/>
                  </a:lnTo>
                  <a:lnTo>
                    <a:pt x="3074361" y="5941563"/>
                  </a:lnTo>
                  <a:lnTo>
                    <a:pt x="3052208" y="6058278"/>
                  </a:lnTo>
                  <a:lnTo>
                    <a:pt x="3029947" y="6170837"/>
                  </a:lnTo>
                  <a:lnTo>
                    <a:pt x="3007539" y="6279181"/>
                  </a:lnTo>
                  <a:lnTo>
                    <a:pt x="2984943" y="6383281"/>
                  </a:lnTo>
                  <a:lnTo>
                    <a:pt x="2962109" y="6483139"/>
                  </a:lnTo>
                  <a:lnTo>
                    <a:pt x="2938979" y="6578783"/>
                  </a:lnTo>
                  <a:lnTo>
                    <a:pt x="2915488" y="6670269"/>
                  </a:lnTo>
                  <a:lnTo>
                    <a:pt x="2896531" y="6739999"/>
                  </a:lnTo>
                  <a:lnTo>
                    <a:pt x="2857454" y="6872371"/>
                  </a:lnTo>
                  <a:lnTo>
                    <a:pt x="2816747" y="6994380"/>
                  </a:lnTo>
                  <a:lnTo>
                    <a:pt x="2773995" y="7106304"/>
                  </a:lnTo>
                  <a:lnTo>
                    <a:pt x="2728742" y="7208733"/>
                  </a:lnTo>
                  <a:lnTo>
                    <a:pt x="2680510" y="7302410"/>
                  </a:lnTo>
                  <a:lnTo>
                    <a:pt x="2628821" y="7388130"/>
                  </a:lnTo>
                  <a:lnTo>
                    <a:pt x="2573217" y="7466668"/>
                  </a:lnTo>
                  <a:lnTo>
                    <a:pt x="2513295" y="7538740"/>
                  </a:lnTo>
                  <a:lnTo>
                    <a:pt x="2448740" y="7604969"/>
                  </a:lnTo>
                  <a:lnTo>
                    <a:pt x="2379381" y="7665876"/>
                  </a:lnTo>
                  <a:lnTo>
                    <a:pt x="2305247" y="7721864"/>
                  </a:lnTo>
                  <a:lnTo>
                    <a:pt x="2226641" y="7773221"/>
                  </a:lnTo>
                  <a:lnTo>
                    <a:pt x="2144216" y="7820115"/>
                  </a:lnTo>
                  <a:lnTo>
                    <a:pt x="2059038" y="7862612"/>
                  </a:lnTo>
                  <a:lnTo>
                    <a:pt x="1972626" y="7900688"/>
                  </a:lnTo>
                  <a:lnTo>
                    <a:pt x="1886941" y="7934268"/>
                  </a:lnTo>
                  <a:lnTo>
                    <a:pt x="1804299" y="7963266"/>
                  </a:lnTo>
                  <a:lnTo>
                    <a:pt x="1727204" y="7987635"/>
                  </a:lnTo>
                  <a:lnTo>
                    <a:pt x="1658100" y="8007421"/>
                  </a:lnTo>
                  <a:lnTo>
                    <a:pt x="1599069" y="8022804"/>
                  </a:lnTo>
                  <a:lnTo>
                    <a:pt x="1551541" y="8034123"/>
                  </a:lnTo>
                  <a:lnTo>
                    <a:pt x="1516066" y="8041871"/>
                  </a:lnTo>
                  <a:lnTo>
                    <a:pt x="1492196" y="8046665"/>
                  </a:lnTo>
                  <a:lnTo>
                    <a:pt x="1478488" y="8049202"/>
                  </a:lnTo>
                  <a:lnTo>
                    <a:pt x="1472598" y="8050210"/>
                  </a:lnTo>
                  <a:lnTo>
                    <a:pt x="1471393" y="8050402"/>
                  </a:lnTo>
                  <a:lnTo>
                    <a:pt x="1471387" y="8050403"/>
                  </a:lnTo>
                  <a:lnTo>
                    <a:pt x="0" y="805040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47" name="pg2147"/>
            <p:cNvSpPr/>
            <p:nvPr/>
          </p:nvSpPr>
          <p:spPr>
            <a:xfrm>
              <a:off x="4799595" y="6622542"/>
              <a:ext cx="11981298" cy="4470630"/>
            </a:xfrm>
            <a:custGeom>
              <a:avLst/>
              <a:pathLst>
                <a:path w="11981298" h="4470630">
                  <a:moveTo>
                    <a:pt x="0" y="4470630"/>
                  </a:moveTo>
                  <a:lnTo>
                    <a:pt x="1471387" y="4470630"/>
                  </a:lnTo>
                  <a:lnTo>
                    <a:pt x="1472301" y="4470547"/>
                  </a:lnTo>
                  <a:lnTo>
                    <a:pt x="1478339" y="4469963"/>
                  </a:lnTo>
                  <a:lnTo>
                    <a:pt x="1493654" y="4468348"/>
                  </a:lnTo>
                  <a:lnTo>
                    <a:pt x="1521274" y="4465166"/>
                  </a:lnTo>
                  <a:lnTo>
                    <a:pt x="1562925" y="4459904"/>
                  </a:lnTo>
                  <a:lnTo>
                    <a:pt x="1618903" y="4452122"/>
                  </a:lnTo>
                  <a:lnTo>
                    <a:pt x="1688115" y="4441490"/>
                  </a:lnTo>
                  <a:lnTo>
                    <a:pt x="1768313" y="4427805"/>
                  </a:lnTo>
                  <a:lnTo>
                    <a:pt x="1856499" y="4410984"/>
                  </a:lnTo>
                  <a:lnTo>
                    <a:pt x="1949400" y="4391039"/>
                  </a:lnTo>
                  <a:lnTo>
                    <a:pt x="2043885" y="4368027"/>
                  </a:lnTo>
                  <a:lnTo>
                    <a:pt x="2137279" y="4342009"/>
                  </a:lnTo>
                  <a:lnTo>
                    <a:pt x="2227521" y="4313006"/>
                  </a:lnTo>
                  <a:lnTo>
                    <a:pt x="2313193" y="4280973"/>
                  </a:lnTo>
                  <a:lnTo>
                    <a:pt x="2393471" y="4245780"/>
                  </a:lnTo>
                  <a:lnTo>
                    <a:pt x="2468016" y="4207201"/>
                  </a:lnTo>
                  <a:lnTo>
                    <a:pt x="2536859" y="4164915"/>
                  </a:lnTo>
                  <a:lnTo>
                    <a:pt x="2600295" y="4118509"/>
                  </a:lnTo>
                  <a:lnTo>
                    <a:pt x="2658790" y="4067489"/>
                  </a:lnTo>
                  <a:lnTo>
                    <a:pt x="2712913" y="4011299"/>
                  </a:lnTo>
                  <a:lnTo>
                    <a:pt x="2763281" y="3949351"/>
                  </a:lnTo>
                  <a:lnTo>
                    <a:pt x="2810523" y="3881078"/>
                  </a:lnTo>
                  <a:lnTo>
                    <a:pt x="2855241" y="3806014"/>
                  </a:lnTo>
                  <a:lnTo>
                    <a:pt x="2896531" y="3726887"/>
                  </a:lnTo>
                  <a:lnTo>
                    <a:pt x="2927582" y="3660978"/>
                  </a:lnTo>
                  <a:lnTo>
                    <a:pt x="2957957" y="3591076"/>
                  </a:lnTo>
                  <a:lnTo>
                    <a:pt x="2987808" y="3517100"/>
                  </a:lnTo>
                  <a:lnTo>
                    <a:pt x="3017262" y="3439013"/>
                  </a:lnTo>
                  <a:lnTo>
                    <a:pt x="3046426" y="3356822"/>
                  </a:lnTo>
                  <a:lnTo>
                    <a:pt x="3075388" y="3270587"/>
                  </a:lnTo>
                  <a:lnTo>
                    <a:pt x="3104220" y="3180423"/>
                  </a:lnTo>
                  <a:lnTo>
                    <a:pt x="3132978" y="3086500"/>
                  </a:lnTo>
                  <a:lnTo>
                    <a:pt x="3161706" y="2989046"/>
                  </a:lnTo>
                  <a:lnTo>
                    <a:pt x="3190435" y="2888348"/>
                  </a:lnTo>
                  <a:lnTo>
                    <a:pt x="3219185" y="2784747"/>
                  </a:lnTo>
                  <a:lnTo>
                    <a:pt x="3247969" y="2678637"/>
                  </a:lnTo>
                  <a:lnTo>
                    <a:pt x="3276789" y="2570460"/>
                  </a:lnTo>
                  <a:lnTo>
                    <a:pt x="3305642" y="2460696"/>
                  </a:lnTo>
                  <a:lnTo>
                    <a:pt x="3334519" y="2349858"/>
                  </a:lnTo>
                  <a:lnTo>
                    <a:pt x="3363410" y="2238479"/>
                  </a:lnTo>
                  <a:lnTo>
                    <a:pt x="3392301" y="2127105"/>
                  </a:lnTo>
                  <a:lnTo>
                    <a:pt x="3421178" y="2016281"/>
                  </a:lnTo>
                  <a:lnTo>
                    <a:pt x="3450030" y="1906539"/>
                  </a:lnTo>
                  <a:lnTo>
                    <a:pt x="3478849" y="1798392"/>
                  </a:lnTo>
                  <a:lnTo>
                    <a:pt x="3507632" y="1692320"/>
                  </a:lnTo>
                  <a:lnTo>
                    <a:pt x="3536383" y="1588764"/>
                  </a:lnTo>
                  <a:lnTo>
                    <a:pt x="3565111" y="1488117"/>
                  </a:lnTo>
                  <a:lnTo>
                    <a:pt x="3593840" y="1390719"/>
                  </a:lnTo>
                  <a:lnTo>
                    <a:pt x="3622599" y="1296856"/>
                  </a:lnTo>
                  <a:lnTo>
                    <a:pt x="3651432" y="1206756"/>
                  </a:lnTo>
                  <a:lnTo>
                    <a:pt x="3680397" y="1120588"/>
                  </a:lnTo>
                  <a:lnTo>
                    <a:pt x="3709565" y="1038465"/>
                  </a:lnTo>
                  <a:lnTo>
                    <a:pt x="3739025" y="960445"/>
                  </a:lnTo>
                  <a:lnTo>
                    <a:pt x="3768883" y="886537"/>
                  </a:lnTo>
                  <a:lnTo>
                    <a:pt x="3799267" y="816702"/>
                  </a:lnTo>
                  <a:lnTo>
                    <a:pt x="3829811" y="751915"/>
                  </a:lnTo>
                  <a:lnTo>
                    <a:pt x="3872614" y="670072"/>
                  </a:lnTo>
                  <a:lnTo>
                    <a:pt x="3917409" y="595249"/>
                  </a:lnTo>
                  <a:lnTo>
                    <a:pt x="3964749" y="527204"/>
                  </a:lnTo>
                  <a:lnTo>
                    <a:pt x="4015237" y="465465"/>
                  </a:lnTo>
                  <a:lnTo>
                    <a:pt x="4069501" y="409464"/>
                  </a:lnTo>
                  <a:lnTo>
                    <a:pt x="4128158" y="358613"/>
                  </a:lnTo>
                  <a:lnTo>
                    <a:pt x="4191774" y="312357"/>
                  </a:lnTo>
                  <a:lnTo>
                    <a:pt x="4260811" y="270205"/>
                  </a:lnTo>
                  <a:lnTo>
                    <a:pt x="4335556" y="231748"/>
                  </a:lnTo>
                  <a:lnTo>
                    <a:pt x="4416028" y="196668"/>
                  </a:lnTo>
                  <a:lnTo>
                    <a:pt x="4501876" y="164742"/>
                  </a:lnTo>
                  <a:lnTo>
                    <a:pt x="4592254" y="135842"/>
                  </a:lnTo>
                  <a:lnTo>
                    <a:pt x="4685724" y="109927"/>
                  </a:lnTo>
                  <a:lnTo>
                    <a:pt x="4780202" y="87021"/>
                  </a:lnTo>
                  <a:lnTo>
                    <a:pt x="4872994" y="67183"/>
                  </a:lnTo>
                  <a:lnTo>
                    <a:pt x="4960958" y="50471"/>
                  </a:lnTo>
                  <a:lnTo>
                    <a:pt x="5040823" y="36894"/>
                  </a:lnTo>
                  <a:lnTo>
                    <a:pt x="5109608" y="26365"/>
                  </a:lnTo>
                  <a:lnTo>
                    <a:pt x="5165101" y="18677"/>
                  </a:lnTo>
                  <a:lnTo>
                    <a:pt x="5206252" y="13494"/>
                  </a:lnTo>
                  <a:lnTo>
                    <a:pt x="5233410" y="10375"/>
                  </a:lnTo>
                  <a:lnTo>
                    <a:pt x="5248346" y="8805"/>
                  </a:lnTo>
                  <a:lnTo>
                    <a:pt x="5254131" y="8246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570" y="8196"/>
                  </a:lnTo>
                  <a:lnTo>
                    <a:pt x="6735623" y="8361"/>
                  </a:lnTo>
                  <a:lnTo>
                    <a:pt x="6755877" y="8818"/>
                  </a:lnTo>
                  <a:lnTo>
                    <a:pt x="6791972" y="9716"/>
                  </a:lnTo>
                  <a:lnTo>
                    <a:pt x="6845535" y="11195"/>
                  </a:lnTo>
                  <a:lnTo>
                    <a:pt x="6916061" y="13363"/>
                  </a:lnTo>
                  <a:lnTo>
                    <a:pt x="7001133" y="16294"/>
                  </a:lnTo>
                  <a:lnTo>
                    <a:pt x="7096977" y="20021"/>
                  </a:lnTo>
                  <a:lnTo>
                    <a:pt x="7199218" y="24546"/>
                  </a:lnTo>
                  <a:lnTo>
                    <a:pt x="7303601" y="29854"/>
                  </a:lnTo>
                  <a:lnTo>
                    <a:pt x="7406520" y="35928"/>
                  </a:lnTo>
                  <a:lnTo>
                    <a:pt x="7505283" y="42764"/>
                  </a:lnTo>
                  <a:lnTo>
                    <a:pt x="7598152" y="50379"/>
                  </a:lnTo>
                  <a:lnTo>
                    <a:pt x="7684232" y="58819"/>
                  </a:lnTo>
                  <a:lnTo>
                    <a:pt x="7763287" y="68157"/>
                  </a:lnTo>
                  <a:lnTo>
                    <a:pt x="7835561" y="78500"/>
                  </a:lnTo>
                  <a:lnTo>
                    <a:pt x="7901604" y="89976"/>
                  </a:lnTo>
                  <a:lnTo>
                    <a:pt x="7962155" y="102740"/>
                  </a:lnTo>
                  <a:lnTo>
                    <a:pt x="8018037" y="116955"/>
                  </a:lnTo>
                  <a:lnTo>
                    <a:pt x="8070097" y="132782"/>
                  </a:lnTo>
                  <a:lnTo>
                    <a:pt x="8119146" y="150349"/>
                  </a:lnTo>
                  <a:lnTo>
                    <a:pt x="8151487" y="163459"/>
                  </a:lnTo>
                  <a:lnTo>
                    <a:pt x="8202884" y="186872"/>
                  </a:lnTo>
                  <a:lnTo>
                    <a:pt x="8252679" y="212633"/>
                  </a:lnTo>
                  <a:lnTo>
                    <a:pt x="8301470" y="240779"/>
                  </a:lnTo>
                  <a:lnTo>
                    <a:pt x="8349692" y="271269"/>
                  </a:lnTo>
                  <a:lnTo>
                    <a:pt x="8397657" y="303973"/>
                  </a:lnTo>
                  <a:lnTo>
                    <a:pt x="8445565" y="338669"/>
                  </a:lnTo>
                  <a:lnTo>
                    <a:pt x="8493531" y="375045"/>
                  </a:lnTo>
                  <a:lnTo>
                    <a:pt x="8541593" y="412705"/>
                  </a:lnTo>
                  <a:lnTo>
                    <a:pt x="8589739" y="451183"/>
                  </a:lnTo>
                  <a:lnTo>
                    <a:pt x="8637920" y="489972"/>
                  </a:lnTo>
                  <a:lnTo>
                    <a:pt x="8686076" y="528544"/>
                  </a:lnTo>
                  <a:lnTo>
                    <a:pt x="8734156" y="566385"/>
                  </a:lnTo>
                  <a:lnTo>
                    <a:pt x="8782137" y="603021"/>
                  </a:lnTo>
                  <a:lnTo>
                    <a:pt x="8830050" y="638043"/>
                  </a:lnTo>
                  <a:lnTo>
                    <a:pt x="8877993" y="671121"/>
                  </a:lnTo>
                  <a:lnTo>
                    <a:pt x="8926150" y="702018"/>
                  </a:lnTo>
                  <a:lnTo>
                    <a:pt x="8974811" y="730587"/>
                  </a:lnTo>
                  <a:lnTo>
                    <a:pt x="9024388" y="756774"/>
                  </a:lnTo>
                  <a:lnTo>
                    <a:pt x="9075448" y="780599"/>
                  </a:lnTo>
                  <a:lnTo>
                    <a:pt x="9084767" y="784607"/>
                  </a:lnTo>
                  <a:lnTo>
                    <a:pt x="9132172" y="803405"/>
                  </a:lnTo>
                  <a:lnTo>
                    <a:pt x="9182080" y="820417"/>
                  </a:lnTo>
                  <a:lnTo>
                    <a:pt x="9235246" y="835724"/>
                  </a:lnTo>
                  <a:lnTo>
                    <a:pt x="9292498" y="849468"/>
                  </a:lnTo>
                  <a:lnTo>
                    <a:pt x="9354680" y="861811"/>
                  </a:lnTo>
                  <a:lnTo>
                    <a:pt x="9422600" y="872918"/>
                  </a:lnTo>
                  <a:lnTo>
                    <a:pt x="9496947" y="882933"/>
                  </a:lnTo>
                  <a:lnTo>
                    <a:pt x="9578193" y="891981"/>
                  </a:lnTo>
                  <a:lnTo>
                    <a:pt x="9666449" y="900156"/>
                  </a:lnTo>
                  <a:lnTo>
                    <a:pt x="9761294" y="907524"/>
                  </a:lnTo>
                  <a:lnTo>
                    <a:pt x="9861588" y="914120"/>
                  </a:lnTo>
                  <a:lnTo>
                    <a:pt x="9965299" y="919956"/>
                  </a:lnTo>
                  <a:lnTo>
                    <a:pt x="10069438" y="925021"/>
                  </a:lnTo>
                  <a:lnTo>
                    <a:pt x="10170154" y="929297"/>
                  </a:lnTo>
                  <a:lnTo>
                    <a:pt x="10263085" y="932774"/>
                  </a:lnTo>
                  <a:lnTo>
                    <a:pt x="10343963" y="935461"/>
                  </a:lnTo>
                  <a:lnTo>
                    <a:pt x="10409362" y="937404"/>
                  </a:lnTo>
                  <a:lnTo>
                    <a:pt x="10457415" y="938688"/>
                  </a:lnTo>
                  <a:lnTo>
                    <a:pt x="10488280" y="939433"/>
                  </a:lnTo>
                  <a:lnTo>
                    <a:pt x="10504240" y="939782"/>
                  </a:lnTo>
                  <a:lnTo>
                    <a:pt x="10509505" y="939887"/>
                  </a:lnTo>
                  <a:lnTo>
                    <a:pt x="10509911" y="939894"/>
                  </a:lnTo>
                  <a:lnTo>
                    <a:pt x="11981298" y="939894"/>
                  </a:lnTo>
                  <a:lnTo>
                    <a:pt x="11981298" y="931721"/>
                  </a:lnTo>
                  <a:lnTo>
                    <a:pt x="10509911" y="931721"/>
                  </a:lnTo>
                  <a:lnTo>
                    <a:pt x="10508684" y="931698"/>
                  </a:lnTo>
                  <a:lnTo>
                    <a:pt x="10500630" y="931533"/>
                  </a:lnTo>
                  <a:lnTo>
                    <a:pt x="10480376" y="931076"/>
                  </a:lnTo>
                  <a:lnTo>
                    <a:pt x="10444282" y="930177"/>
                  </a:lnTo>
                  <a:lnTo>
                    <a:pt x="10390719" y="928699"/>
                  </a:lnTo>
                  <a:lnTo>
                    <a:pt x="10320192" y="926531"/>
                  </a:lnTo>
                  <a:lnTo>
                    <a:pt x="10235120" y="923599"/>
                  </a:lnTo>
                  <a:lnTo>
                    <a:pt x="10139276" y="919872"/>
                  </a:lnTo>
                  <a:lnTo>
                    <a:pt x="10037035" y="915347"/>
                  </a:lnTo>
                  <a:lnTo>
                    <a:pt x="9932652" y="910040"/>
                  </a:lnTo>
                  <a:lnTo>
                    <a:pt x="9829734" y="903966"/>
                  </a:lnTo>
                  <a:lnTo>
                    <a:pt x="9730970" y="897130"/>
                  </a:lnTo>
                  <a:lnTo>
                    <a:pt x="9638101" y="889515"/>
                  </a:lnTo>
                  <a:lnTo>
                    <a:pt x="9552022" y="881075"/>
                  </a:lnTo>
                  <a:lnTo>
                    <a:pt x="9472966" y="871736"/>
                  </a:lnTo>
                  <a:lnTo>
                    <a:pt x="9400693" y="861394"/>
                  </a:lnTo>
                  <a:lnTo>
                    <a:pt x="9334649" y="849917"/>
                  </a:lnTo>
                  <a:lnTo>
                    <a:pt x="9274098" y="837154"/>
                  </a:lnTo>
                  <a:lnTo>
                    <a:pt x="9218216" y="822939"/>
                  </a:lnTo>
                  <a:lnTo>
                    <a:pt x="9166156" y="807112"/>
                  </a:lnTo>
                  <a:lnTo>
                    <a:pt x="9117107" y="789545"/>
                  </a:lnTo>
                  <a:lnTo>
                    <a:pt x="9084767" y="776434"/>
                  </a:lnTo>
                  <a:lnTo>
                    <a:pt x="9033369" y="753022"/>
                  </a:lnTo>
                  <a:lnTo>
                    <a:pt x="8983574" y="727261"/>
                  </a:lnTo>
                  <a:lnTo>
                    <a:pt x="8934784" y="699114"/>
                  </a:lnTo>
                  <a:lnTo>
                    <a:pt x="8886561" y="668625"/>
                  </a:lnTo>
                  <a:lnTo>
                    <a:pt x="8838596" y="635921"/>
                  </a:lnTo>
                  <a:lnTo>
                    <a:pt x="8790688" y="601225"/>
                  </a:lnTo>
                  <a:lnTo>
                    <a:pt x="8742722" y="564849"/>
                  </a:lnTo>
                  <a:lnTo>
                    <a:pt x="8694660" y="527189"/>
                  </a:lnTo>
                  <a:lnTo>
                    <a:pt x="8646514" y="488711"/>
                  </a:lnTo>
                  <a:lnTo>
                    <a:pt x="8598333" y="449922"/>
                  </a:lnTo>
                  <a:lnTo>
                    <a:pt x="8550177" y="411350"/>
                  </a:lnTo>
                  <a:lnTo>
                    <a:pt x="8502097" y="373509"/>
                  </a:lnTo>
                  <a:lnTo>
                    <a:pt x="8454116" y="336873"/>
                  </a:lnTo>
                  <a:lnTo>
                    <a:pt x="8406203" y="301851"/>
                  </a:lnTo>
                  <a:lnTo>
                    <a:pt x="8358261" y="268773"/>
                  </a:lnTo>
                  <a:lnTo>
                    <a:pt x="8310103" y="237876"/>
                  </a:lnTo>
                  <a:lnTo>
                    <a:pt x="8261442" y="209306"/>
                  </a:lnTo>
                  <a:lnTo>
                    <a:pt x="8211865" y="183120"/>
                  </a:lnTo>
                  <a:lnTo>
                    <a:pt x="8160805" y="159295"/>
                  </a:lnTo>
                  <a:lnTo>
                    <a:pt x="8151487" y="155286"/>
                  </a:lnTo>
                  <a:lnTo>
                    <a:pt x="8104081" y="136489"/>
                  </a:lnTo>
                  <a:lnTo>
                    <a:pt x="8054173" y="119476"/>
                  </a:lnTo>
                  <a:lnTo>
                    <a:pt x="8001007" y="104170"/>
                  </a:lnTo>
                  <a:lnTo>
                    <a:pt x="7943756" y="90426"/>
                  </a:lnTo>
                  <a:lnTo>
                    <a:pt x="7881573" y="78083"/>
                  </a:lnTo>
                  <a:lnTo>
                    <a:pt x="7813653" y="66976"/>
                  </a:lnTo>
                  <a:lnTo>
                    <a:pt x="7739306" y="56961"/>
                  </a:lnTo>
                  <a:lnTo>
                    <a:pt x="7658060" y="47913"/>
                  </a:lnTo>
                  <a:lnTo>
                    <a:pt x="7569805" y="39738"/>
                  </a:lnTo>
                  <a:lnTo>
                    <a:pt x="7474959" y="32370"/>
                  </a:lnTo>
                  <a:lnTo>
                    <a:pt x="7374665" y="25773"/>
                  </a:lnTo>
                  <a:lnTo>
                    <a:pt x="7270954" y="19938"/>
                  </a:lnTo>
                  <a:lnTo>
                    <a:pt x="7166815" y="14873"/>
                  </a:lnTo>
                  <a:lnTo>
                    <a:pt x="7066100" y="10596"/>
                  </a:lnTo>
                  <a:lnTo>
                    <a:pt x="6973168" y="7120"/>
                  </a:lnTo>
                  <a:lnTo>
                    <a:pt x="6892290" y="4433"/>
                  </a:lnTo>
                  <a:lnTo>
                    <a:pt x="6826891" y="2490"/>
                  </a:lnTo>
                  <a:lnTo>
                    <a:pt x="6778838" y="1206"/>
                  </a:lnTo>
                  <a:lnTo>
                    <a:pt x="6747973" y="461"/>
                  </a:lnTo>
                  <a:lnTo>
                    <a:pt x="6732013" y="112"/>
                  </a:lnTo>
                  <a:lnTo>
                    <a:pt x="6726748" y="7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041" y="82"/>
                  </a:lnTo>
                  <a:lnTo>
                    <a:pt x="5248003" y="666"/>
                  </a:lnTo>
                  <a:lnTo>
                    <a:pt x="5232688" y="2281"/>
                  </a:lnTo>
                  <a:lnTo>
                    <a:pt x="5205068" y="5463"/>
                  </a:lnTo>
                  <a:lnTo>
                    <a:pt x="5163417" y="10726"/>
                  </a:lnTo>
                  <a:lnTo>
                    <a:pt x="5107439" y="18507"/>
                  </a:lnTo>
                  <a:lnTo>
                    <a:pt x="5038227" y="29139"/>
                  </a:lnTo>
                  <a:lnTo>
                    <a:pt x="4958030" y="42825"/>
                  </a:lnTo>
                  <a:lnTo>
                    <a:pt x="4869843" y="59645"/>
                  </a:lnTo>
                  <a:lnTo>
                    <a:pt x="4776942" y="79590"/>
                  </a:lnTo>
                  <a:lnTo>
                    <a:pt x="4682457" y="102602"/>
                  </a:lnTo>
                  <a:lnTo>
                    <a:pt x="4589063" y="128620"/>
                  </a:lnTo>
                  <a:lnTo>
                    <a:pt x="4498822" y="157623"/>
                  </a:lnTo>
                  <a:lnTo>
                    <a:pt x="4413149" y="189656"/>
                  </a:lnTo>
                  <a:lnTo>
                    <a:pt x="4332871" y="224849"/>
                  </a:lnTo>
                  <a:lnTo>
                    <a:pt x="4258326" y="263428"/>
                  </a:lnTo>
                  <a:lnTo>
                    <a:pt x="4189483" y="305714"/>
                  </a:lnTo>
                  <a:lnTo>
                    <a:pt x="4126048" y="352121"/>
                  </a:lnTo>
                  <a:lnTo>
                    <a:pt x="4067552" y="403140"/>
                  </a:lnTo>
                  <a:lnTo>
                    <a:pt x="4013429" y="459330"/>
                  </a:lnTo>
                  <a:lnTo>
                    <a:pt x="3963061" y="521278"/>
                  </a:lnTo>
                  <a:lnTo>
                    <a:pt x="3915819" y="589551"/>
                  </a:lnTo>
                  <a:lnTo>
                    <a:pt x="3871101" y="664615"/>
                  </a:lnTo>
                  <a:lnTo>
                    <a:pt x="3829811" y="743742"/>
                  </a:lnTo>
                  <a:lnTo>
                    <a:pt x="3798760" y="809651"/>
                  </a:lnTo>
                  <a:lnTo>
                    <a:pt x="3768385" y="879553"/>
                  </a:lnTo>
                  <a:lnTo>
                    <a:pt x="3738534" y="953529"/>
                  </a:lnTo>
                  <a:lnTo>
                    <a:pt x="3709081" y="1031616"/>
                  </a:lnTo>
                  <a:lnTo>
                    <a:pt x="3679917" y="1113807"/>
                  </a:lnTo>
                  <a:lnTo>
                    <a:pt x="3650954" y="1200042"/>
                  </a:lnTo>
                  <a:lnTo>
                    <a:pt x="3622123" y="1290206"/>
                  </a:lnTo>
                  <a:lnTo>
                    <a:pt x="3593364" y="1384129"/>
                  </a:lnTo>
                  <a:lnTo>
                    <a:pt x="3564636" y="1481583"/>
                  </a:lnTo>
                  <a:lnTo>
                    <a:pt x="3535907" y="1582281"/>
                  </a:lnTo>
                  <a:lnTo>
                    <a:pt x="3507157" y="1685882"/>
                  </a:lnTo>
                  <a:lnTo>
                    <a:pt x="3478373" y="1791992"/>
                  </a:lnTo>
                  <a:lnTo>
                    <a:pt x="3449553" y="1900169"/>
                  </a:lnTo>
                  <a:lnTo>
                    <a:pt x="3420700" y="2009933"/>
                  </a:lnTo>
                  <a:lnTo>
                    <a:pt x="3391823" y="2120771"/>
                  </a:lnTo>
                  <a:lnTo>
                    <a:pt x="3362932" y="2232150"/>
                  </a:lnTo>
                  <a:lnTo>
                    <a:pt x="3334042" y="2343524"/>
                  </a:lnTo>
                  <a:lnTo>
                    <a:pt x="3305164" y="2454348"/>
                  </a:lnTo>
                  <a:lnTo>
                    <a:pt x="3276312" y="2564090"/>
                  </a:lnTo>
                  <a:lnTo>
                    <a:pt x="3247493" y="2672237"/>
                  </a:lnTo>
                  <a:lnTo>
                    <a:pt x="3218710" y="2778309"/>
                  </a:lnTo>
                  <a:lnTo>
                    <a:pt x="3189960" y="2881865"/>
                  </a:lnTo>
                  <a:lnTo>
                    <a:pt x="3161231" y="2982512"/>
                  </a:lnTo>
                  <a:lnTo>
                    <a:pt x="3132503" y="3079910"/>
                  </a:lnTo>
                  <a:lnTo>
                    <a:pt x="3103743" y="3173773"/>
                  </a:lnTo>
                  <a:lnTo>
                    <a:pt x="3074910" y="3263873"/>
                  </a:lnTo>
                  <a:lnTo>
                    <a:pt x="3045945" y="3350041"/>
                  </a:lnTo>
                  <a:lnTo>
                    <a:pt x="3016777" y="3432165"/>
                  </a:lnTo>
                  <a:lnTo>
                    <a:pt x="2987318" y="3510184"/>
                  </a:lnTo>
                  <a:lnTo>
                    <a:pt x="2957460" y="3584092"/>
                  </a:lnTo>
                  <a:lnTo>
                    <a:pt x="2927075" y="3653927"/>
                  </a:lnTo>
                  <a:lnTo>
                    <a:pt x="2896531" y="3718714"/>
                  </a:lnTo>
                  <a:lnTo>
                    <a:pt x="2853728" y="3800557"/>
                  </a:lnTo>
                  <a:lnTo>
                    <a:pt x="2808933" y="3875380"/>
                  </a:lnTo>
                  <a:lnTo>
                    <a:pt x="2761593" y="3943425"/>
                  </a:lnTo>
                  <a:lnTo>
                    <a:pt x="2711105" y="4005164"/>
                  </a:lnTo>
                  <a:lnTo>
                    <a:pt x="2656841" y="4061165"/>
                  </a:lnTo>
                  <a:lnTo>
                    <a:pt x="2598184" y="4112016"/>
                  </a:lnTo>
                  <a:lnTo>
                    <a:pt x="2534568" y="4158272"/>
                  </a:lnTo>
                  <a:lnTo>
                    <a:pt x="2465531" y="4200424"/>
                  </a:lnTo>
                  <a:lnTo>
                    <a:pt x="2390787" y="4238881"/>
                  </a:lnTo>
                  <a:lnTo>
                    <a:pt x="2310314" y="4273961"/>
                  </a:lnTo>
                  <a:lnTo>
                    <a:pt x="2224466" y="4305887"/>
                  </a:lnTo>
                  <a:lnTo>
                    <a:pt x="2134089" y="4334787"/>
                  </a:lnTo>
                  <a:lnTo>
                    <a:pt x="2040618" y="4360702"/>
                  </a:lnTo>
                  <a:lnTo>
                    <a:pt x="1946140" y="4383609"/>
                  </a:lnTo>
                  <a:lnTo>
                    <a:pt x="1853348" y="4403446"/>
                  </a:lnTo>
                  <a:lnTo>
                    <a:pt x="1765384" y="4420158"/>
                  </a:lnTo>
                  <a:lnTo>
                    <a:pt x="1685519" y="4433735"/>
                  </a:lnTo>
                  <a:lnTo>
                    <a:pt x="1616734" y="4444264"/>
                  </a:lnTo>
                  <a:lnTo>
                    <a:pt x="1561241" y="4451953"/>
                  </a:lnTo>
                  <a:lnTo>
                    <a:pt x="1520090" y="4457135"/>
                  </a:lnTo>
                  <a:lnTo>
                    <a:pt x="1492932" y="4460254"/>
                  </a:lnTo>
                  <a:lnTo>
                    <a:pt x="1477996" y="4461824"/>
                  </a:lnTo>
                  <a:lnTo>
                    <a:pt x="1472211" y="4462383"/>
                  </a:lnTo>
                  <a:lnTo>
                    <a:pt x="1471387" y="4462457"/>
                  </a:lnTo>
                  <a:lnTo>
                    <a:pt x="0" y="4462457"/>
                  </a:lnTo>
                  <a:close/>
                </a:path>
              </a:pathLst>
            </a:custGeom>
            <a:solidFill>
              <a:srgbClr val="63D9C8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2148" name="pl2148"/>
            <p:cNvSpPr/>
            <p:nvPr/>
          </p:nvSpPr>
          <p:spPr>
            <a:xfrm>
              <a:off x="4799595" y="6630715"/>
              <a:ext cx="11981298" cy="4462457"/>
            </a:xfrm>
            <a:custGeom>
              <a:avLst/>
              <a:pathLst>
                <a:path w="11981298" h="4462457">
                  <a:moveTo>
                    <a:pt x="0" y="4462457"/>
                  </a:moveTo>
                  <a:lnTo>
                    <a:pt x="1471387" y="4462457"/>
                  </a:lnTo>
                  <a:lnTo>
                    <a:pt x="1472301" y="4462374"/>
                  </a:lnTo>
                  <a:lnTo>
                    <a:pt x="1478339" y="4461790"/>
                  </a:lnTo>
                  <a:lnTo>
                    <a:pt x="1493654" y="4460175"/>
                  </a:lnTo>
                  <a:lnTo>
                    <a:pt x="1521274" y="4456993"/>
                  </a:lnTo>
                  <a:lnTo>
                    <a:pt x="1562925" y="4451731"/>
                  </a:lnTo>
                  <a:lnTo>
                    <a:pt x="1618903" y="4443949"/>
                  </a:lnTo>
                  <a:lnTo>
                    <a:pt x="1688115" y="4433317"/>
                  </a:lnTo>
                  <a:lnTo>
                    <a:pt x="1768313" y="4419632"/>
                  </a:lnTo>
                  <a:lnTo>
                    <a:pt x="1856499" y="4402811"/>
                  </a:lnTo>
                  <a:lnTo>
                    <a:pt x="1949400" y="4382866"/>
                  </a:lnTo>
                  <a:lnTo>
                    <a:pt x="2043885" y="4359854"/>
                  </a:lnTo>
                  <a:lnTo>
                    <a:pt x="2137279" y="4333836"/>
                  </a:lnTo>
                  <a:lnTo>
                    <a:pt x="2227521" y="4304833"/>
                  </a:lnTo>
                  <a:lnTo>
                    <a:pt x="2313193" y="4272800"/>
                  </a:lnTo>
                  <a:lnTo>
                    <a:pt x="2393471" y="4237607"/>
                  </a:lnTo>
                  <a:lnTo>
                    <a:pt x="2468016" y="4199028"/>
                  </a:lnTo>
                  <a:lnTo>
                    <a:pt x="2536859" y="4156742"/>
                  </a:lnTo>
                  <a:lnTo>
                    <a:pt x="2600295" y="4110336"/>
                  </a:lnTo>
                  <a:lnTo>
                    <a:pt x="2658790" y="4059316"/>
                  </a:lnTo>
                  <a:lnTo>
                    <a:pt x="2712913" y="4003126"/>
                  </a:lnTo>
                  <a:lnTo>
                    <a:pt x="2763281" y="3941178"/>
                  </a:lnTo>
                  <a:lnTo>
                    <a:pt x="2810523" y="3872905"/>
                  </a:lnTo>
                  <a:lnTo>
                    <a:pt x="2855241" y="3797841"/>
                  </a:lnTo>
                  <a:lnTo>
                    <a:pt x="2896531" y="3718714"/>
                  </a:lnTo>
                  <a:lnTo>
                    <a:pt x="2927582" y="3652805"/>
                  </a:lnTo>
                  <a:lnTo>
                    <a:pt x="2957957" y="3582903"/>
                  </a:lnTo>
                  <a:lnTo>
                    <a:pt x="2987808" y="3508927"/>
                  </a:lnTo>
                  <a:lnTo>
                    <a:pt x="3017262" y="3430840"/>
                  </a:lnTo>
                  <a:lnTo>
                    <a:pt x="3046426" y="3348649"/>
                  </a:lnTo>
                  <a:lnTo>
                    <a:pt x="3075388" y="3262414"/>
                  </a:lnTo>
                  <a:lnTo>
                    <a:pt x="3104220" y="3172250"/>
                  </a:lnTo>
                  <a:lnTo>
                    <a:pt x="3132978" y="3078327"/>
                  </a:lnTo>
                  <a:lnTo>
                    <a:pt x="3161706" y="2980873"/>
                  </a:lnTo>
                  <a:lnTo>
                    <a:pt x="3190435" y="2880175"/>
                  </a:lnTo>
                  <a:lnTo>
                    <a:pt x="3219185" y="2776574"/>
                  </a:lnTo>
                  <a:lnTo>
                    <a:pt x="3247969" y="2670464"/>
                  </a:lnTo>
                  <a:lnTo>
                    <a:pt x="3276789" y="2562287"/>
                  </a:lnTo>
                  <a:lnTo>
                    <a:pt x="3305642" y="2452523"/>
                  </a:lnTo>
                  <a:lnTo>
                    <a:pt x="3334519" y="2341685"/>
                  </a:lnTo>
                  <a:lnTo>
                    <a:pt x="3363410" y="2230306"/>
                  </a:lnTo>
                  <a:lnTo>
                    <a:pt x="3392301" y="2118932"/>
                  </a:lnTo>
                  <a:lnTo>
                    <a:pt x="3421178" y="2008108"/>
                  </a:lnTo>
                  <a:lnTo>
                    <a:pt x="3450030" y="1898366"/>
                  </a:lnTo>
                  <a:lnTo>
                    <a:pt x="3478849" y="1790219"/>
                  </a:lnTo>
                  <a:lnTo>
                    <a:pt x="3507632" y="1684147"/>
                  </a:lnTo>
                  <a:lnTo>
                    <a:pt x="3536383" y="1580591"/>
                  </a:lnTo>
                  <a:lnTo>
                    <a:pt x="3565111" y="1479944"/>
                  </a:lnTo>
                  <a:lnTo>
                    <a:pt x="3593840" y="1382546"/>
                  </a:lnTo>
                  <a:lnTo>
                    <a:pt x="3622599" y="1288683"/>
                  </a:lnTo>
                  <a:lnTo>
                    <a:pt x="3651432" y="1198583"/>
                  </a:lnTo>
                  <a:lnTo>
                    <a:pt x="3680397" y="1112415"/>
                  </a:lnTo>
                  <a:lnTo>
                    <a:pt x="3709565" y="1030292"/>
                  </a:lnTo>
                  <a:lnTo>
                    <a:pt x="3739025" y="952272"/>
                  </a:lnTo>
                  <a:lnTo>
                    <a:pt x="3768883" y="878364"/>
                  </a:lnTo>
                  <a:lnTo>
                    <a:pt x="3799267" y="808529"/>
                  </a:lnTo>
                  <a:lnTo>
                    <a:pt x="3829811" y="743742"/>
                  </a:lnTo>
                  <a:lnTo>
                    <a:pt x="3872614" y="661899"/>
                  </a:lnTo>
                  <a:lnTo>
                    <a:pt x="3917409" y="587076"/>
                  </a:lnTo>
                  <a:lnTo>
                    <a:pt x="3964749" y="519031"/>
                  </a:lnTo>
                  <a:lnTo>
                    <a:pt x="4015237" y="457292"/>
                  </a:lnTo>
                  <a:lnTo>
                    <a:pt x="4069501" y="401291"/>
                  </a:lnTo>
                  <a:lnTo>
                    <a:pt x="4128158" y="350440"/>
                  </a:lnTo>
                  <a:lnTo>
                    <a:pt x="4191774" y="304184"/>
                  </a:lnTo>
                  <a:lnTo>
                    <a:pt x="4260811" y="262032"/>
                  </a:lnTo>
                  <a:lnTo>
                    <a:pt x="4335556" y="223575"/>
                  </a:lnTo>
                  <a:lnTo>
                    <a:pt x="4416028" y="188495"/>
                  </a:lnTo>
                  <a:lnTo>
                    <a:pt x="4501876" y="156569"/>
                  </a:lnTo>
                  <a:lnTo>
                    <a:pt x="4592254" y="127669"/>
                  </a:lnTo>
                  <a:lnTo>
                    <a:pt x="4685724" y="101754"/>
                  </a:lnTo>
                  <a:lnTo>
                    <a:pt x="4780202" y="78848"/>
                  </a:lnTo>
                  <a:lnTo>
                    <a:pt x="4872994" y="59010"/>
                  </a:lnTo>
                  <a:lnTo>
                    <a:pt x="4960958" y="42298"/>
                  </a:lnTo>
                  <a:lnTo>
                    <a:pt x="5040823" y="28721"/>
                  </a:lnTo>
                  <a:lnTo>
                    <a:pt x="5109608" y="18192"/>
                  </a:lnTo>
                  <a:lnTo>
                    <a:pt x="5165101" y="10504"/>
                  </a:lnTo>
                  <a:lnTo>
                    <a:pt x="5206252" y="5321"/>
                  </a:lnTo>
                  <a:lnTo>
                    <a:pt x="5233410" y="2202"/>
                  </a:lnTo>
                  <a:lnTo>
                    <a:pt x="5248346" y="632"/>
                  </a:lnTo>
                  <a:lnTo>
                    <a:pt x="5254131" y="73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570" y="23"/>
                  </a:lnTo>
                  <a:lnTo>
                    <a:pt x="6735623" y="188"/>
                  </a:lnTo>
                  <a:lnTo>
                    <a:pt x="6755877" y="645"/>
                  </a:lnTo>
                  <a:lnTo>
                    <a:pt x="6791972" y="1543"/>
                  </a:lnTo>
                  <a:lnTo>
                    <a:pt x="6845535" y="3022"/>
                  </a:lnTo>
                  <a:lnTo>
                    <a:pt x="6916061" y="5190"/>
                  </a:lnTo>
                  <a:lnTo>
                    <a:pt x="7001133" y="8121"/>
                  </a:lnTo>
                  <a:lnTo>
                    <a:pt x="7096977" y="11848"/>
                  </a:lnTo>
                  <a:lnTo>
                    <a:pt x="7199218" y="16373"/>
                  </a:lnTo>
                  <a:lnTo>
                    <a:pt x="7303601" y="21681"/>
                  </a:lnTo>
                  <a:lnTo>
                    <a:pt x="7406520" y="27755"/>
                  </a:lnTo>
                  <a:lnTo>
                    <a:pt x="7505283" y="34591"/>
                  </a:lnTo>
                  <a:lnTo>
                    <a:pt x="7598152" y="42206"/>
                  </a:lnTo>
                  <a:lnTo>
                    <a:pt x="7684232" y="50646"/>
                  </a:lnTo>
                  <a:lnTo>
                    <a:pt x="7763287" y="59984"/>
                  </a:lnTo>
                  <a:lnTo>
                    <a:pt x="7835561" y="70327"/>
                  </a:lnTo>
                  <a:lnTo>
                    <a:pt x="7901604" y="81803"/>
                  </a:lnTo>
                  <a:lnTo>
                    <a:pt x="7962155" y="94567"/>
                  </a:lnTo>
                  <a:lnTo>
                    <a:pt x="8018037" y="108782"/>
                  </a:lnTo>
                  <a:lnTo>
                    <a:pt x="8070097" y="124609"/>
                  </a:lnTo>
                  <a:lnTo>
                    <a:pt x="8119146" y="142176"/>
                  </a:lnTo>
                  <a:lnTo>
                    <a:pt x="8151487" y="155286"/>
                  </a:lnTo>
                  <a:lnTo>
                    <a:pt x="8202884" y="178699"/>
                  </a:lnTo>
                  <a:lnTo>
                    <a:pt x="8252679" y="204460"/>
                  </a:lnTo>
                  <a:lnTo>
                    <a:pt x="8301470" y="232606"/>
                  </a:lnTo>
                  <a:lnTo>
                    <a:pt x="8349692" y="263096"/>
                  </a:lnTo>
                  <a:lnTo>
                    <a:pt x="8397657" y="295800"/>
                  </a:lnTo>
                  <a:lnTo>
                    <a:pt x="8445565" y="330496"/>
                  </a:lnTo>
                  <a:lnTo>
                    <a:pt x="8493531" y="366872"/>
                  </a:lnTo>
                  <a:lnTo>
                    <a:pt x="8541593" y="404532"/>
                  </a:lnTo>
                  <a:lnTo>
                    <a:pt x="8589739" y="443010"/>
                  </a:lnTo>
                  <a:lnTo>
                    <a:pt x="8637920" y="481799"/>
                  </a:lnTo>
                  <a:lnTo>
                    <a:pt x="8686076" y="520371"/>
                  </a:lnTo>
                  <a:lnTo>
                    <a:pt x="8734156" y="558212"/>
                  </a:lnTo>
                  <a:lnTo>
                    <a:pt x="8782137" y="594848"/>
                  </a:lnTo>
                  <a:lnTo>
                    <a:pt x="8830050" y="629870"/>
                  </a:lnTo>
                  <a:lnTo>
                    <a:pt x="8877993" y="662948"/>
                  </a:lnTo>
                  <a:lnTo>
                    <a:pt x="8926150" y="693845"/>
                  </a:lnTo>
                  <a:lnTo>
                    <a:pt x="8974811" y="722414"/>
                  </a:lnTo>
                  <a:lnTo>
                    <a:pt x="9024388" y="748601"/>
                  </a:lnTo>
                  <a:lnTo>
                    <a:pt x="9075448" y="772426"/>
                  </a:lnTo>
                  <a:lnTo>
                    <a:pt x="9084767" y="776434"/>
                  </a:lnTo>
                  <a:lnTo>
                    <a:pt x="9132172" y="795232"/>
                  </a:lnTo>
                  <a:lnTo>
                    <a:pt x="9182080" y="812244"/>
                  </a:lnTo>
                  <a:lnTo>
                    <a:pt x="9235246" y="827551"/>
                  </a:lnTo>
                  <a:lnTo>
                    <a:pt x="9292498" y="841295"/>
                  </a:lnTo>
                  <a:lnTo>
                    <a:pt x="9354680" y="853638"/>
                  </a:lnTo>
                  <a:lnTo>
                    <a:pt x="9422600" y="864745"/>
                  </a:lnTo>
                  <a:lnTo>
                    <a:pt x="9496947" y="874760"/>
                  </a:lnTo>
                  <a:lnTo>
                    <a:pt x="9578193" y="883808"/>
                  </a:lnTo>
                  <a:lnTo>
                    <a:pt x="9666449" y="891983"/>
                  </a:lnTo>
                  <a:lnTo>
                    <a:pt x="9761294" y="899351"/>
                  </a:lnTo>
                  <a:lnTo>
                    <a:pt x="9861588" y="905947"/>
                  </a:lnTo>
                  <a:lnTo>
                    <a:pt x="9965299" y="911783"/>
                  </a:lnTo>
                  <a:lnTo>
                    <a:pt x="10069438" y="916848"/>
                  </a:lnTo>
                  <a:lnTo>
                    <a:pt x="10170154" y="921124"/>
                  </a:lnTo>
                  <a:lnTo>
                    <a:pt x="10263085" y="924601"/>
                  </a:lnTo>
                  <a:lnTo>
                    <a:pt x="10343963" y="927288"/>
                  </a:lnTo>
                  <a:lnTo>
                    <a:pt x="10409362" y="929231"/>
                  </a:lnTo>
                  <a:lnTo>
                    <a:pt x="10457415" y="930515"/>
                  </a:lnTo>
                  <a:lnTo>
                    <a:pt x="10488280" y="931260"/>
                  </a:lnTo>
                  <a:lnTo>
                    <a:pt x="10504240" y="931609"/>
                  </a:lnTo>
                  <a:lnTo>
                    <a:pt x="10509505" y="931714"/>
                  </a:lnTo>
                  <a:lnTo>
                    <a:pt x="10509911" y="931721"/>
                  </a:lnTo>
                  <a:lnTo>
                    <a:pt x="11981298" y="93172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49" name="pl2149"/>
            <p:cNvSpPr/>
            <p:nvPr/>
          </p:nvSpPr>
          <p:spPr>
            <a:xfrm>
              <a:off x="4799595" y="6622542"/>
              <a:ext cx="11981298" cy="4462457"/>
            </a:xfrm>
            <a:custGeom>
              <a:avLst/>
              <a:pathLst>
                <a:path w="11981298" h="4462457">
                  <a:moveTo>
                    <a:pt x="11981298" y="931721"/>
                  </a:moveTo>
                  <a:lnTo>
                    <a:pt x="10509911" y="931721"/>
                  </a:lnTo>
                  <a:lnTo>
                    <a:pt x="10508684" y="931698"/>
                  </a:lnTo>
                  <a:lnTo>
                    <a:pt x="10500630" y="931533"/>
                  </a:lnTo>
                  <a:lnTo>
                    <a:pt x="10480376" y="931076"/>
                  </a:lnTo>
                  <a:lnTo>
                    <a:pt x="10444282" y="930177"/>
                  </a:lnTo>
                  <a:lnTo>
                    <a:pt x="10390719" y="928699"/>
                  </a:lnTo>
                  <a:lnTo>
                    <a:pt x="10320192" y="926531"/>
                  </a:lnTo>
                  <a:lnTo>
                    <a:pt x="10235120" y="923599"/>
                  </a:lnTo>
                  <a:lnTo>
                    <a:pt x="10139276" y="919872"/>
                  </a:lnTo>
                  <a:lnTo>
                    <a:pt x="10037035" y="915347"/>
                  </a:lnTo>
                  <a:lnTo>
                    <a:pt x="9932652" y="910040"/>
                  </a:lnTo>
                  <a:lnTo>
                    <a:pt x="9829734" y="903966"/>
                  </a:lnTo>
                  <a:lnTo>
                    <a:pt x="9730970" y="897130"/>
                  </a:lnTo>
                  <a:lnTo>
                    <a:pt x="9638101" y="889515"/>
                  </a:lnTo>
                  <a:lnTo>
                    <a:pt x="9552022" y="881075"/>
                  </a:lnTo>
                  <a:lnTo>
                    <a:pt x="9472966" y="871736"/>
                  </a:lnTo>
                  <a:lnTo>
                    <a:pt x="9400693" y="861394"/>
                  </a:lnTo>
                  <a:lnTo>
                    <a:pt x="9334649" y="849917"/>
                  </a:lnTo>
                  <a:lnTo>
                    <a:pt x="9274098" y="837154"/>
                  </a:lnTo>
                  <a:lnTo>
                    <a:pt x="9218216" y="822939"/>
                  </a:lnTo>
                  <a:lnTo>
                    <a:pt x="9166156" y="807112"/>
                  </a:lnTo>
                  <a:lnTo>
                    <a:pt x="9117107" y="789545"/>
                  </a:lnTo>
                  <a:lnTo>
                    <a:pt x="9084767" y="776434"/>
                  </a:lnTo>
                  <a:lnTo>
                    <a:pt x="9033369" y="753022"/>
                  </a:lnTo>
                  <a:lnTo>
                    <a:pt x="8983574" y="727261"/>
                  </a:lnTo>
                  <a:lnTo>
                    <a:pt x="8934784" y="699114"/>
                  </a:lnTo>
                  <a:lnTo>
                    <a:pt x="8886561" y="668625"/>
                  </a:lnTo>
                  <a:lnTo>
                    <a:pt x="8838596" y="635921"/>
                  </a:lnTo>
                  <a:lnTo>
                    <a:pt x="8790688" y="601225"/>
                  </a:lnTo>
                  <a:lnTo>
                    <a:pt x="8742722" y="564849"/>
                  </a:lnTo>
                  <a:lnTo>
                    <a:pt x="8694660" y="527189"/>
                  </a:lnTo>
                  <a:lnTo>
                    <a:pt x="8646514" y="488711"/>
                  </a:lnTo>
                  <a:lnTo>
                    <a:pt x="8598333" y="449922"/>
                  </a:lnTo>
                  <a:lnTo>
                    <a:pt x="8550177" y="411350"/>
                  </a:lnTo>
                  <a:lnTo>
                    <a:pt x="8502097" y="373509"/>
                  </a:lnTo>
                  <a:lnTo>
                    <a:pt x="8454116" y="336873"/>
                  </a:lnTo>
                  <a:lnTo>
                    <a:pt x="8406203" y="301851"/>
                  </a:lnTo>
                  <a:lnTo>
                    <a:pt x="8358261" y="268773"/>
                  </a:lnTo>
                  <a:lnTo>
                    <a:pt x="8310103" y="237876"/>
                  </a:lnTo>
                  <a:lnTo>
                    <a:pt x="8261442" y="209306"/>
                  </a:lnTo>
                  <a:lnTo>
                    <a:pt x="8211865" y="183120"/>
                  </a:lnTo>
                  <a:lnTo>
                    <a:pt x="8160805" y="159295"/>
                  </a:lnTo>
                  <a:lnTo>
                    <a:pt x="8151487" y="155286"/>
                  </a:lnTo>
                  <a:lnTo>
                    <a:pt x="8104081" y="136489"/>
                  </a:lnTo>
                  <a:lnTo>
                    <a:pt x="8054173" y="119476"/>
                  </a:lnTo>
                  <a:lnTo>
                    <a:pt x="8001007" y="104170"/>
                  </a:lnTo>
                  <a:lnTo>
                    <a:pt x="7943756" y="90426"/>
                  </a:lnTo>
                  <a:lnTo>
                    <a:pt x="7881573" y="78083"/>
                  </a:lnTo>
                  <a:lnTo>
                    <a:pt x="7813653" y="66976"/>
                  </a:lnTo>
                  <a:lnTo>
                    <a:pt x="7739306" y="56961"/>
                  </a:lnTo>
                  <a:lnTo>
                    <a:pt x="7658060" y="47913"/>
                  </a:lnTo>
                  <a:lnTo>
                    <a:pt x="7569805" y="39738"/>
                  </a:lnTo>
                  <a:lnTo>
                    <a:pt x="7474959" y="32370"/>
                  </a:lnTo>
                  <a:lnTo>
                    <a:pt x="7374665" y="25773"/>
                  </a:lnTo>
                  <a:lnTo>
                    <a:pt x="7270954" y="19938"/>
                  </a:lnTo>
                  <a:lnTo>
                    <a:pt x="7166815" y="14873"/>
                  </a:lnTo>
                  <a:lnTo>
                    <a:pt x="7066100" y="10596"/>
                  </a:lnTo>
                  <a:lnTo>
                    <a:pt x="6973168" y="7120"/>
                  </a:lnTo>
                  <a:lnTo>
                    <a:pt x="6892290" y="4433"/>
                  </a:lnTo>
                  <a:lnTo>
                    <a:pt x="6826891" y="2490"/>
                  </a:lnTo>
                  <a:lnTo>
                    <a:pt x="6778838" y="1206"/>
                  </a:lnTo>
                  <a:lnTo>
                    <a:pt x="6747973" y="461"/>
                  </a:lnTo>
                  <a:lnTo>
                    <a:pt x="6732013" y="112"/>
                  </a:lnTo>
                  <a:lnTo>
                    <a:pt x="6726748" y="7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041" y="82"/>
                  </a:lnTo>
                  <a:lnTo>
                    <a:pt x="5248003" y="666"/>
                  </a:lnTo>
                  <a:lnTo>
                    <a:pt x="5232688" y="2281"/>
                  </a:lnTo>
                  <a:lnTo>
                    <a:pt x="5205068" y="5463"/>
                  </a:lnTo>
                  <a:lnTo>
                    <a:pt x="5163417" y="10726"/>
                  </a:lnTo>
                  <a:lnTo>
                    <a:pt x="5107439" y="18507"/>
                  </a:lnTo>
                  <a:lnTo>
                    <a:pt x="5038227" y="29139"/>
                  </a:lnTo>
                  <a:lnTo>
                    <a:pt x="4958030" y="42825"/>
                  </a:lnTo>
                  <a:lnTo>
                    <a:pt x="4869843" y="59645"/>
                  </a:lnTo>
                  <a:lnTo>
                    <a:pt x="4776942" y="79590"/>
                  </a:lnTo>
                  <a:lnTo>
                    <a:pt x="4682457" y="102602"/>
                  </a:lnTo>
                  <a:lnTo>
                    <a:pt x="4589063" y="128620"/>
                  </a:lnTo>
                  <a:lnTo>
                    <a:pt x="4498822" y="157623"/>
                  </a:lnTo>
                  <a:lnTo>
                    <a:pt x="4413149" y="189656"/>
                  </a:lnTo>
                  <a:lnTo>
                    <a:pt x="4332871" y="224849"/>
                  </a:lnTo>
                  <a:lnTo>
                    <a:pt x="4258326" y="263428"/>
                  </a:lnTo>
                  <a:lnTo>
                    <a:pt x="4189483" y="305714"/>
                  </a:lnTo>
                  <a:lnTo>
                    <a:pt x="4126048" y="352121"/>
                  </a:lnTo>
                  <a:lnTo>
                    <a:pt x="4067552" y="403140"/>
                  </a:lnTo>
                  <a:lnTo>
                    <a:pt x="4013429" y="459330"/>
                  </a:lnTo>
                  <a:lnTo>
                    <a:pt x="3963061" y="521278"/>
                  </a:lnTo>
                  <a:lnTo>
                    <a:pt x="3915819" y="589551"/>
                  </a:lnTo>
                  <a:lnTo>
                    <a:pt x="3871101" y="664615"/>
                  </a:lnTo>
                  <a:lnTo>
                    <a:pt x="3829811" y="743742"/>
                  </a:lnTo>
                  <a:lnTo>
                    <a:pt x="3798760" y="809651"/>
                  </a:lnTo>
                  <a:lnTo>
                    <a:pt x="3768385" y="879553"/>
                  </a:lnTo>
                  <a:lnTo>
                    <a:pt x="3738534" y="953529"/>
                  </a:lnTo>
                  <a:lnTo>
                    <a:pt x="3709081" y="1031616"/>
                  </a:lnTo>
                  <a:lnTo>
                    <a:pt x="3679917" y="1113807"/>
                  </a:lnTo>
                  <a:lnTo>
                    <a:pt x="3650954" y="1200042"/>
                  </a:lnTo>
                  <a:lnTo>
                    <a:pt x="3622123" y="1290206"/>
                  </a:lnTo>
                  <a:lnTo>
                    <a:pt x="3593364" y="1384129"/>
                  </a:lnTo>
                  <a:lnTo>
                    <a:pt x="3564636" y="1481583"/>
                  </a:lnTo>
                  <a:lnTo>
                    <a:pt x="3535907" y="1582281"/>
                  </a:lnTo>
                  <a:lnTo>
                    <a:pt x="3507157" y="1685882"/>
                  </a:lnTo>
                  <a:lnTo>
                    <a:pt x="3478373" y="1791992"/>
                  </a:lnTo>
                  <a:lnTo>
                    <a:pt x="3449553" y="1900169"/>
                  </a:lnTo>
                  <a:lnTo>
                    <a:pt x="3420700" y="2009933"/>
                  </a:lnTo>
                  <a:lnTo>
                    <a:pt x="3391823" y="2120771"/>
                  </a:lnTo>
                  <a:lnTo>
                    <a:pt x="3362932" y="2232150"/>
                  </a:lnTo>
                  <a:lnTo>
                    <a:pt x="3334042" y="2343524"/>
                  </a:lnTo>
                  <a:lnTo>
                    <a:pt x="3305164" y="2454348"/>
                  </a:lnTo>
                  <a:lnTo>
                    <a:pt x="3276312" y="2564090"/>
                  </a:lnTo>
                  <a:lnTo>
                    <a:pt x="3247493" y="2672237"/>
                  </a:lnTo>
                  <a:lnTo>
                    <a:pt x="3218710" y="2778309"/>
                  </a:lnTo>
                  <a:lnTo>
                    <a:pt x="3189960" y="2881865"/>
                  </a:lnTo>
                  <a:lnTo>
                    <a:pt x="3161231" y="2982512"/>
                  </a:lnTo>
                  <a:lnTo>
                    <a:pt x="3132503" y="3079910"/>
                  </a:lnTo>
                  <a:lnTo>
                    <a:pt x="3103743" y="3173773"/>
                  </a:lnTo>
                  <a:lnTo>
                    <a:pt x="3074910" y="3263873"/>
                  </a:lnTo>
                  <a:lnTo>
                    <a:pt x="3045945" y="3350041"/>
                  </a:lnTo>
                  <a:lnTo>
                    <a:pt x="3016777" y="3432165"/>
                  </a:lnTo>
                  <a:lnTo>
                    <a:pt x="2987318" y="3510184"/>
                  </a:lnTo>
                  <a:lnTo>
                    <a:pt x="2957460" y="3584092"/>
                  </a:lnTo>
                  <a:lnTo>
                    <a:pt x="2927075" y="3653927"/>
                  </a:lnTo>
                  <a:lnTo>
                    <a:pt x="2896531" y="3718714"/>
                  </a:lnTo>
                  <a:lnTo>
                    <a:pt x="2853728" y="3800557"/>
                  </a:lnTo>
                  <a:lnTo>
                    <a:pt x="2808933" y="3875380"/>
                  </a:lnTo>
                  <a:lnTo>
                    <a:pt x="2761593" y="3943425"/>
                  </a:lnTo>
                  <a:lnTo>
                    <a:pt x="2711105" y="4005164"/>
                  </a:lnTo>
                  <a:lnTo>
                    <a:pt x="2656841" y="4061165"/>
                  </a:lnTo>
                  <a:lnTo>
                    <a:pt x="2598184" y="4112016"/>
                  </a:lnTo>
                  <a:lnTo>
                    <a:pt x="2534568" y="4158272"/>
                  </a:lnTo>
                  <a:lnTo>
                    <a:pt x="2465531" y="4200424"/>
                  </a:lnTo>
                  <a:lnTo>
                    <a:pt x="2390787" y="4238881"/>
                  </a:lnTo>
                  <a:lnTo>
                    <a:pt x="2310314" y="4273961"/>
                  </a:lnTo>
                  <a:lnTo>
                    <a:pt x="2224466" y="4305887"/>
                  </a:lnTo>
                  <a:lnTo>
                    <a:pt x="2134089" y="4334787"/>
                  </a:lnTo>
                  <a:lnTo>
                    <a:pt x="2040618" y="4360702"/>
                  </a:lnTo>
                  <a:lnTo>
                    <a:pt x="1946140" y="4383609"/>
                  </a:lnTo>
                  <a:lnTo>
                    <a:pt x="1853348" y="4403446"/>
                  </a:lnTo>
                  <a:lnTo>
                    <a:pt x="1765384" y="4420158"/>
                  </a:lnTo>
                  <a:lnTo>
                    <a:pt x="1685519" y="4433735"/>
                  </a:lnTo>
                  <a:lnTo>
                    <a:pt x="1616734" y="4444264"/>
                  </a:lnTo>
                  <a:lnTo>
                    <a:pt x="1561241" y="4451953"/>
                  </a:lnTo>
                  <a:lnTo>
                    <a:pt x="1520090" y="4457135"/>
                  </a:lnTo>
                  <a:lnTo>
                    <a:pt x="1492932" y="4460254"/>
                  </a:lnTo>
                  <a:lnTo>
                    <a:pt x="1477996" y="4461824"/>
                  </a:lnTo>
                  <a:lnTo>
                    <a:pt x="1472211" y="4462383"/>
                  </a:lnTo>
                  <a:lnTo>
                    <a:pt x="1471387" y="4462457"/>
                  </a:lnTo>
                  <a:lnTo>
                    <a:pt x="0" y="446245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50" name="pg2150"/>
            <p:cNvSpPr/>
            <p:nvPr/>
          </p:nvSpPr>
          <p:spPr>
            <a:xfrm>
              <a:off x="4799595" y="6720618"/>
              <a:ext cx="11981298" cy="4380727"/>
            </a:xfrm>
            <a:custGeom>
              <a:avLst/>
              <a:pathLst>
                <a:path w="11981298" h="4380727">
                  <a:moveTo>
                    <a:pt x="0" y="4380727"/>
                  </a:moveTo>
                  <a:lnTo>
                    <a:pt x="1471387" y="4380727"/>
                  </a:lnTo>
                  <a:lnTo>
                    <a:pt x="1472307" y="4380646"/>
                  </a:lnTo>
                  <a:lnTo>
                    <a:pt x="1478380" y="4380069"/>
                  </a:lnTo>
                  <a:lnTo>
                    <a:pt x="1493785" y="4378477"/>
                  </a:lnTo>
                  <a:lnTo>
                    <a:pt x="1521558" y="4375339"/>
                  </a:lnTo>
                  <a:lnTo>
                    <a:pt x="1563428" y="4370151"/>
                  </a:lnTo>
                  <a:lnTo>
                    <a:pt x="1619680" y="4362481"/>
                  </a:lnTo>
                  <a:lnTo>
                    <a:pt x="1689198" y="4352002"/>
                  </a:lnTo>
                  <a:lnTo>
                    <a:pt x="1769707" y="4338518"/>
                  </a:lnTo>
                  <a:lnTo>
                    <a:pt x="1858186" y="4321949"/>
                  </a:lnTo>
                  <a:lnTo>
                    <a:pt x="1951337" y="4302306"/>
                  </a:lnTo>
                  <a:lnTo>
                    <a:pt x="2046019" y="4279647"/>
                  </a:lnTo>
                  <a:lnTo>
                    <a:pt x="2139551" y="4254031"/>
                  </a:lnTo>
                  <a:lnTo>
                    <a:pt x="2229875" y="4225479"/>
                  </a:lnTo>
                  <a:lnTo>
                    <a:pt x="2315582" y="4193943"/>
                  </a:lnTo>
                  <a:lnTo>
                    <a:pt x="2395857" y="4159292"/>
                  </a:lnTo>
                  <a:lnTo>
                    <a:pt x="2470370" y="4121302"/>
                  </a:lnTo>
                  <a:lnTo>
                    <a:pt x="2539165" y="4079652"/>
                  </a:lnTo>
                  <a:lnTo>
                    <a:pt x="2602544" y="4033933"/>
                  </a:lnTo>
                  <a:lnTo>
                    <a:pt x="2660982" y="3983655"/>
                  </a:lnTo>
                  <a:lnTo>
                    <a:pt x="2715054" y="3928269"/>
                  </a:lnTo>
                  <a:lnTo>
                    <a:pt x="2765382" y="3867193"/>
                  </a:lnTo>
                  <a:lnTo>
                    <a:pt x="2812596" y="3799871"/>
                  </a:lnTo>
                  <a:lnTo>
                    <a:pt x="2857303" y="3725853"/>
                  </a:lnTo>
                  <a:lnTo>
                    <a:pt x="2896531" y="3651968"/>
                  </a:lnTo>
                  <a:lnTo>
                    <a:pt x="2927867" y="3586769"/>
                  </a:lnTo>
                  <a:lnTo>
                    <a:pt x="2958516" y="3517583"/>
                  </a:lnTo>
                  <a:lnTo>
                    <a:pt x="2988633" y="3444330"/>
                  </a:lnTo>
                  <a:lnTo>
                    <a:pt x="3018350" y="3366972"/>
                  </a:lnTo>
                  <a:lnTo>
                    <a:pt x="3047775" y="3285520"/>
                  </a:lnTo>
                  <a:lnTo>
                    <a:pt x="3076998" y="3200036"/>
                  </a:lnTo>
                  <a:lnTo>
                    <a:pt x="3106091" y="3110639"/>
                  </a:lnTo>
                  <a:lnTo>
                    <a:pt x="3135113" y="3017502"/>
                  </a:lnTo>
                  <a:lnTo>
                    <a:pt x="3164107" y="2920860"/>
                  </a:lnTo>
                  <a:lnTo>
                    <a:pt x="3193105" y="2821006"/>
                  </a:lnTo>
                  <a:lnTo>
                    <a:pt x="3222125" y="2718289"/>
                  </a:lnTo>
                  <a:lnTo>
                    <a:pt x="3251180" y="2613112"/>
                  </a:lnTo>
                  <a:lnTo>
                    <a:pt x="3280272" y="2505922"/>
                  </a:lnTo>
                  <a:lnTo>
                    <a:pt x="3309396" y="2397209"/>
                  </a:lnTo>
                  <a:lnTo>
                    <a:pt x="3338545" y="2287492"/>
                  </a:lnTo>
                  <a:lnTo>
                    <a:pt x="3367705" y="2177312"/>
                  </a:lnTo>
                  <a:lnTo>
                    <a:pt x="3396862" y="2067217"/>
                  </a:lnTo>
                  <a:lnTo>
                    <a:pt x="3426005" y="1957755"/>
                  </a:lnTo>
                  <a:lnTo>
                    <a:pt x="3455120" y="1849461"/>
                  </a:lnTo>
                  <a:lnTo>
                    <a:pt x="3484200" y="1742847"/>
                  </a:lnTo>
                  <a:lnTo>
                    <a:pt x="3513244" y="1638388"/>
                  </a:lnTo>
                  <a:lnTo>
                    <a:pt x="3542255" y="1536521"/>
                  </a:lnTo>
                  <a:lnTo>
                    <a:pt x="3571249" y="1437631"/>
                  </a:lnTo>
                  <a:lnTo>
                    <a:pt x="3600248" y="1342050"/>
                  </a:lnTo>
                  <a:lnTo>
                    <a:pt x="3629287" y="1250054"/>
                  </a:lnTo>
                  <a:lnTo>
                    <a:pt x="3658414" y="1161857"/>
                  </a:lnTo>
                  <a:lnTo>
                    <a:pt x="3687691" y="1077617"/>
                  </a:lnTo>
                  <a:lnTo>
                    <a:pt x="3717196" y="997434"/>
                  </a:lnTo>
                  <a:lnTo>
                    <a:pt x="3747025" y="921353"/>
                  </a:lnTo>
                  <a:lnTo>
                    <a:pt x="3777292" y="849371"/>
                  </a:lnTo>
                  <a:lnTo>
                    <a:pt x="3808136" y="781436"/>
                  </a:lnTo>
                  <a:lnTo>
                    <a:pt x="3829811" y="736932"/>
                  </a:lnTo>
                  <a:lnTo>
                    <a:pt x="3872704" y="656579"/>
                  </a:lnTo>
                  <a:lnTo>
                    <a:pt x="3917598" y="583134"/>
                  </a:lnTo>
                  <a:lnTo>
                    <a:pt x="3965050" y="516355"/>
                  </a:lnTo>
                  <a:lnTo>
                    <a:pt x="4015667" y="455779"/>
                  </a:lnTo>
                  <a:lnTo>
                    <a:pt x="4070081" y="400842"/>
                  </a:lnTo>
                  <a:lnTo>
                    <a:pt x="4128912" y="350967"/>
                  </a:lnTo>
                  <a:lnTo>
                    <a:pt x="4192729" y="305607"/>
                  </a:lnTo>
                  <a:lnTo>
                    <a:pt x="4261994" y="264278"/>
                  </a:lnTo>
                  <a:lnTo>
                    <a:pt x="4336993" y="226579"/>
                  </a:lnTo>
                  <a:lnTo>
                    <a:pt x="4417742" y="192196"/>
                  </a:lnTo>
                  <a:lnTo>
                    <a:pt x="4503874" y="160914"/>
                  </a:lnTo>
                  <a:lnTo>
                    <a:pt x="4594530" y="132609"/>
                  </a:lnTo>
                  <a:lnTo>
                    <a:pt x="4688247" y="107239"/>
                  </a:lnTo>
                  <a:lnTo>
                    <a:pt x="4782911" y="84830"/>
                  </a:lnTo>
                  <a:lnTo>
                    <a:pt x="4875796" y="65443"/>
                  </a:lnTo>
                  <a:lnTo>
                    <a:pt x="4963732" y="49133"/>
                  </a:lnTo>
                  <a:lnTo>
                    <a:pt x="5043430" y="35905"/>
                  </a:lnTo>
                  <a:lnTo>
                    <a:pt x="5111909" y="25671"/>
                  </a:lnTo>
                  <a:lnTo>
                    <a:pt x="5166980" y="18223"/>
                  </a:lnTo>
                  <a:lnTo>
                    <a:pt x="5207638" y="13225"/>
                  </a:lnTo>
                  <a:lnTo>
                    <a:pt x="5234289" y="10236"/>
                  </a:lnTo>
                  <a:lnTo>
                    <a:pt x="5248778" y="8750"/>
                  </a:lnTo>
                  <a:lnTo>
                    <a:pt x="5254245" y="8235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523" y="8225"/>
                  </a:lnTo>
                  <a:lnTo>
                    <a:pt x="6735274" y="8603"/>
                  </a:lnTo>
                  <a:lnTo>
                    <a:pt x="6754792" y="9645"/>
                  </a:lnTo>
                  <a:lnTo>
                    <a:pt x="6789635" y="11698"/>
                  </a:lnTo>
                  <a:lnTo>
                    <a:pt x="6841461" y="15077"/>
                  </a:lnTo>
                  <a:lnTo>
                    <a:pt x="6909905" y="20039"/>
                  </a:lnTo>
                  <a:lnTo>
                    <a:pt x="6992759" y="26757"/>
                  </a:lnTo>
                  <a:lnTo>
                    <a:pt x="7086480" y="35314"/>
                  </a:lnTo>
                  <a:lnTo>
                    <a:pt x="7186885" y="45720"/>
                  </a:lnTo>
                  <a:lnTo>
                    <a:pt x="7289841" y="57944"/>
                  </a:lnTo>
                  <a:lnTo>
                    <a:pt x="7391785" y="71945"/>
                  </a:lnTo>
                  <a:lnTo>
                    <a:pt x="7490002" y="87708"/>
                  </a:lnTo>
                  <a:lnTo>
                    <a:pt x="7582688" y="105265"/>
                  </a:lnTo>
                  <a:lnTo>
                    <a:pt x="7668858" y="124707"/>
                  </a:lnTo>
                  <a:lnTo>
                    <a:pt x="7748190" y="146193"/>
                  </a:lnTo>
                  <a:lnTo>
                    <a:pt x="7820842" y="169949"/>
                  </a:lnTo>
                  <a:lnTo>
                    <a:pt x="7887294" y="196263"/>
                  </a:lnTo>
                  <a:lnTo>
                    <a:pt x="7948227" y="225473"/>
                  </a:lnTo>
                  <a:lnTo>
                    <a:pt x="8004418" y="257952"/>
                  </a:lnTo>
                  <a:lnTo>
                    <a:pt x="8056682" y="294073"/>
                  </a:lnTo>
                  <a:lnTo>
                    <a:pt x="8105812" y="334155"/>
                  </a:lnTo>
                  <a:lnTo>
                    <a:pt x="8151487" y="377320"/>
                  </a:lnTo>
                  <a:lnTo>
                    <a:pt x="8192812" y="421467"/>
                  </a:lnTo>
                  <a:lnTo>
                    <a:pt x="8233023" y="469178"/>
                  </a:lnTo>
                  <a:lnTo>
                    <a:pt x="8272453" y="520522"/>
                  </a:lnTo>
                  <a:lnTo>
                    <a:pt x="8311364" y="575498"/>
                  </a:lnTo>
                  <a:lnTo>
                    <a:pt x="8349961" y="634024"/>
                  </a:lnTo>
                  <a:lnTo>
                    <a:pt x="8388395" y="695931"/>
                  </a:lnTo>
                  <a:lnTo>
                    <a:pt x="8426775" y="760959"/>
                  </a:lnTo>
                  <a:lnTo>
                    <a:pt x="8465171" y="828757"/>
                  </a:lnTo>
                  <a:lnTo>
                    <a:pt x="8503619" y="898889"/>
                  </a:lnTo>
                  <a:lnTo>
                    <a:pt x="8542132" y="970839"/>
                  </a:lnTo>
                  <a:lnTo>
                    <a:pt x="8580698" y="1044033"/>
                  </a:lnTo>
                  <a:lnTo>
                    <a:pt x="8619295" y="1117851"/>
                  </a:lnTo>
                  <a:lnTo>
                    <a:pt x="8657890" y="1191648"/>
                  </a:lnTo>
                  <a:lnTo>
                    <a:pt x="8696454" y="1264784"/>
                  </a:lnTo>
                  <a:lnTo>
                    <a:pt x="8734963" y="1336641"/>
                  </a:lnTo>
                  <a:lnTo>
                    <a:pt x="8773408" y="1406645"/>
                  </a:lnTo>
                  <a:lnTo>
                    <a:pt x="8811801" y="1474287"/>
                  </a:lnTo>
                  <a:lnTo>
                    <a:pt x="8850182" y="1539135"/>
                  </a:lnTo>
                  <a:lnTo>
                    <a:pt x="8888622" y="1600844"/>
                  </a:lnTo>
                  <a:lnTo>
                    <a:pt x="8927233" y="1659159"/>
                  </a:lnTo>
                  <a:lnTo>
                    <a:pt x="8966170" y="1713917"/>
                  </a:lnTo>
                  <a:lnTo>
                    <a:pt x="9005639" y="1765040"/>
                  </a:lnTo>
                  <a:lnTo>
                    <a:pt x="9045907" y="1812533"/>
                  </a:lnTo>
                  <a:lnTo>
                    <a:pt x="9084767" y="1853908"/>
                  </a:lnTo>
                  <a:lnTo>
                    <a:pt x="9131532" y="1898032"/>
                  </a:lnTo>
                  <a:lnTo>
                    <a:pt x="9180724" y="1938021"/>
                  </a:lnTo>
                  <a:lnTo>
                    <a:pt x="9233069" y="1974055"/>
                  </a:lnTo>
                  <a:lnTo>
                    <a:pt x="9289360" y="2006455"/>
                  </a:lnTo>
                  <a:lnTo>
                    <a:pt x="9350409" y="2035595"/>
                  </a:lnTo>
                  <a:lnTo>
                    <a:pt x="9416996" y="2061847"/>
                  </a:lnTo>
                  <a:lnTo>
                    <a:pt x="9489795" y="2085548"/>
                  </a:lnTo>
                  <a:lnTo>
                    <a:pt x="9569283" y="2106986"/>
                  </a:lnTo>
                  <a:lnTo>
                    <a:pt x="9655608" y="2126384"/>
                  </a:lnTo>
                  <a:lnTo>
                    <a:pt x="9748433" y="2143898"/>
                  </a:lnTo>
                  <a:lnTo>
                    <a:pt x="9846759" y="2159621"/>
                  </a:lnTo>
                  <a:lnTo>
                    <a:pt x="9948760" y="2173582"/>
                  </a:lnTo>
                  <a:lnTo>
                    <a:pt x="10051700" y="2185765"/>
                  </a:lnTo>
                  <a:lnTo>
                    <a:pt x="10152000" y="2196129"/>
                  </a:lnTo>
                  <a:lnTo>
                    <a:pt x="10245519" y="2204644"/>
                  </a:lnTo>
                  <a:lnTo>
                    <a:pt x="10328080" y="2211320"/>
                  </a:lnTo>
                  <a:lnTo>
                    <a:pt x="10396163" y="2216244"/>
                  </a:lnTo>
                  <a:lnTo>
                    <a:pt x="10447599" y="2219590"/>
                  </a:lnTo>
                  <a:lnTo>
                    <a:pt x="10482067" y="2221616"/>
                  </a:lnTo>
                  <a:lnTo>
                    <a:pt x="10501270" y="2222640"/>
                  </a:lnTo>
                  <a:lnTo>
                    <a:pt x="10508808" y="2223006"/>
                  </a:lnTo>
                  <a:lnTo>
                    <a:pt x="10509911" y="2223055"/>
                  </a:lnTo>
                  <a:lnTo>
                    <a:pt x="11981298" y="2223055"/>
                  </a:lnTo>
                  <a:lnTo>
                    <a:pt x="11981298" y="2214882"/>
                  </a:lnTo>
                  <a:lnTo>
                    <a:pt x="10509911" y="2214882"/>
                  </a:lnTo>
                  <a:lnTo>
                    <a:pt x="10508731" y="2214829"/>
                  </a:lnTo>
                  <a:lnTo>
                    <a:pt x="10500979" y="2214452"/>
                  </a:lnTo>
                  <a:lnTo>
                    <a:pt x="10481461" y="2213409"/>
                  </a:lnTo>
                  <a:lnTo>
                    <a:pt x="10446618" y="2211357"/>
                  </a:lnTo>
                  <a:lnTo>
                    <a:pt x="10394792" y="2207977"/>
                  </a:lnTo>
                  <a:lnTo>
                    <a:pt x="10326348" y="2203015"/>
                  </a:lnTo>
                  <a:lnTo>
                    <a:pt x="10243494" y="2196297"/>
                  </a:lnTo>
                  <a:lnTo>
                    <a:pt x="10149774" y="2187740"/>
                  </a:lnTo>
                  <a:lnTo>
                    <a:pt x="10049369" y="2177334"/>
                  </a:lnTo>
                  <a:lnTo>
                    <a:pt x="9946412" y="2165111"/>
                  </a:lnTo>
                  <a:lnTo>
                    <a:pt x="9844468" y="2151110"/>
                  </a:lnTo>
                  <a:lnTo>
                    <a:pt x="9746251" y="2135346"/>
                  </a:lnTo>
                  <a:lnTo>
                    <a:pt x="9653566" y="2117790"/>
                  </a:lnTo>
                  <a:lnTo>
                    <a:pt x="9567395" y="2098348"/>
                  </a:lnTo>
                  <a:lnTo>
                    <a:pt x="9488063" y="2076861"/>
                  </a:lnTo>
                  <a:lnTo>
                    <a:pt x="9415411" y="2053105"/>
                  </a:lnTo>
                  <a:lnTo>
                    <a:pt x="9348959" y="2026792"/>
                  </a:lnTo>
                  <a:lnTo>
                    <a:pt x="9288027" y="1997582"/>
                  </a:lnTo>
                  <a:lnTo>
                    <a:pt x="9231835" y="1965103"/>
                  </a:lnTo>
                  <a:lnTo>
                    <a:pt x="9179571" y="1928982"/>
                  </a:lnTo>
                  <a:lnTo>
                    <a:pt x="9130442" y="1888900"/>
                  </a:lnTo>
                  <a:lnTo>
                    <a:pt x="9084767" y="1845735"/>
                  </a:lnTo>
                  <a:lnTo>
                    <a:pt x="9043442" y="1801588"/>
                  </a:lnTo>
                  <a:lnTo>
                    <a:pt x="9003231" y="1753877"/>
                  </a:lnTo>
                  <a:lnTo>
                    <a:pt x="8963801" y="1702532"/>
                  </a:lnTo>
                  <a:lnTo>
                    <a:pt x="8924889" y="1647556"/>
                  </a:lnTo>
                  <a:lnTo>
                    <a:pt x="8886292" y="1589030"/>
                  </a:lnTo>
                  <a:lnTo>
                    <a:pt x="8847858" y="1527123"/>
                  </a:lnTo>
                  <a:lnTo>
                    <a:pt x="8809478" y="1462095"/>
                  </a:lnTo>
                  <a:lnTo>
                    <a:pt x="8771082" y="1394297"/>
                  </a:lnTo>
                  <a:lnTo>
                    <a:pt x="8732634" y="1324166"/>
                  </a:lnTo>
                  <a:lnTo>
                    <a:pt x="8694121" y="1252215"/>
                  </a:lnTo>
                  <a:lnTo>
                    <a:pt x="8655555" y="1179021"/>
                  </a:lnTo>
                  <a:lnTo>
                    <a:pt x="8616958" y="1105204"/>
                  </a:lnTo>
                  <a:lnTo>
                    <a:pt x="8578363" y="1031406"/>
                  </a:lnTo>
                  <a:lnTo>
                    <a:pt x="8539799" y="958270"/>
                  </a:lnTo>
                  <a:lnTo>
                    <a:pt x="8501291" y="886414"/>
                  </a:lnTo>
                  <a:lnTo>
                    <a:pt x="8462846" y="816410"/>
                  </a:lnTo>
                  <a:lnTo>
                    <a:pt x="8424452" y="748768"/>
                  </a:lnTo>
                  <a:lnTo>
                    <a:pt x="8386072" y="683920"/>
                  </a:lnTo>
                  <a:lnTo>
                    <a:pt x="8347631" y="622211"/>
                  </a:lnTo>
                  <a:lnTo>
                    <a:pt x="8309020" y="563896"/>
                  </a:lnTo>
                  <a:lnTo>
                    <a:pt x="8270083" y="509138"/>
                  </a:lnTo>
                  <a:lnTo>
                    <a:pt x="8230614" y="458014"/>
                  </a:lnTo>
                  <a:lnTo>
                    <a:pt x="8190346" y="410522"/>
                  </a:lnTo>
                  <a:lnTo>
                    <a:pt x="8151487" y="369147"/>
                  </a:lnTo>
                  <a:lnTo>
                    <a:pt x="8104721" y="325022"/>
                  </a:lnTo>
                  <a:lnTo>
                    <a:pt x="8055529" y="285033"/>
                  </a:lnTo>
                  <a:lnTo>
                    <a:pt x="8003184" y="248999"/>
                  </a:lnTo>
                  <a:lnTo>
                    <a:pt x="7946894" y="216599"/>
                  </a:lnTo>
                  <a:lnTo>
                    <a:pt x="7885844" y="187459"/>
                  </a:lnTo>
                  <a:lnTo>
                    <a:pt x="7819257" y="161208"/>
                  </a:lnTo>
                  <a:lnTo>
                    <a:pt x="7746458" y="137506"/>
                  </a:lnTo>
                  <a:lnTo>
                    <a:pt x="7666970" y="116069"/>
                  </a:lnTo>
                  <a:lnTo>
                    <a:pt x="7580645" y="96671"/>
                  </a:lnTo>
                  <a:lnTo>
                    <a:pt x="7487820" y="79156"/>
                  </a:lnTo>
                  <a:lnTo>
                    <a:pt x="7389494" y="63433"/>
                  </a:lnTo>
                  <a:lnTo>
                    <a:pt x="7287494" y="49472"/>
                  </a:lnTo>
                  <a:lnTo>
                    <a:pt x="7184553" y="37290"/>
                  </a:lnTo>
                  <a:lnTo>
                    <a:pt x="7084253" y="26925"/>
                  </a:lnTo>
                  <a:lnTo>
                    <a:pt x="6990734" y="18411"/>
                  </a:lnTo>
                  <a:lnTo>
                    <a:pt x="6908173" y="11734"/>
                  </a:lnTo>
                  <a:lnTo>
                    <a:pt x="6840090" y="6810"/>
                  </a:lnTo>
                  <a:lnTo>
                    <a:pt x="6788654" y="3465"/>
                  </a:lnTo>
                  <a:lnTo>
                    <a:pt x="6754187" y="1439"/>
                  </a:lnTo>
                  <a:lnTo>
                    <a:pt x="6734983" y="415"/>
                  </a:lnTo>
                  <a:lnTo>
                    <a:pt x="6727445" y="49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035" y="80"/>
                  </a:lnTo>
                  <a:lnTo>
                    <a:pt x="5247962" y="657"/>
                  </a:lnTo>
                  <a:lnTo>
                    <a:pt x="5232558" y="2249"/>
                  </a:lnTo>
                  <a:lnTo>
                    <a:pt x="5204784" y="5387"/>
                  </a:lnTo>
                  <a:lnTo>
                    <a:pt x="5162914" y="10575"/>
                  </a:lnTo>
                  <a:lnTo>
                    <a:pt x="5106662" y="18245"/>
                  </a:lnTo>
                  <a:lnTo>
                    <a:pt x="5037144" y="28724"/>
                  </a:lnTo>
                  <a:lnTo>
                    <a:pt x="4956635" y="42208"/>
                  </a:lnTo>
                  <a:lnTo>
                    <a:pt x="4868156" y="58777"/>
                  </a:lnTo>
                  <a:lnTo>
                    <a:pt x="4775005" y="78420"/>
                  </a:lnTo>
                  <a:lnTo>
                    <a:pt x="4680323" y="101079"/>
                  </a:lnTo>
                  <a:lnTo>
                    <a:pt x="4586791" y="126695"/>
                  </a:lnTo>
                  <a:lnTo>
                    <a:pt x="4496467" y="155248"/>
                  </a:lnTo>
                  <a:lnTo>
                    <a:pt x="4410760" y="186783"/>
                  </a:lnTo>
                  <a:lnTo>
                    <a:pt x="4330486" y="221434"/>
                  </a:lnTo>
                  <a:lnTo>
                    <a:pt x="4255972" y="259424"/>
                  </a:lnTo>
                  <a:lnTo>
                    <a:pt x="4187177" y="301074"/>
                  </a:lnTo>
                  <a:lnTo>
                    <a:pt x="4123798" y="346793"/>
                  </a:lnTo>
                  <a:lnTo>
                    <a:pt x="4065360" y="397071"/>
                  </a:lnTo>
                  <a:lnTo>
                    <a:pt x="4011288" y="452458"/>
                  </a:lnTo>
                  <a:lnTo>
                    <a:pt x="3960961" y="513533"/>
                  </a:lnTo>
                  <a:lnTo>
                    <a:pt x="3913746" y="580855"/>
                  </a:lnTo>
                  <a:lnTo>
                    <a:pt x="3869039" y="654873"/>
                  </a:lnTo>
                  <a:lnTo>
                    <a:pt x="3829811" y="728759"/>
                  </a:lnTo>
                  <a:lnTo>
                    <a:pt x="3798475" y="793957"/>
                  </a:lnTo>
                  <a:lnTo>
                    <a:pt x="3767826" y="863143"/>
                  </a:lnTo>
                  <a:lnTo>
                    <a:pt x="3737709" y="936396"/>
                  </a:lnTo>
                  <a:lnTo>
                    <a:pt x="3707992" y="1013754"/>
                  </a:lnTo>
                  <a:lnTo>
                    <a:pt x="3678567" y="1095206"/>
                  </a:lnTo>
                  <a:lnTo>
                    <a:pt x="3649345" y="1180690"/>
                  </a:lnTo>
                  <a:lnTo>
                    <a:pt x="3620251" y="1270088"/>
                  </a:lnTo>
                  <a:lnTo>
                    <a:pt x="3591229" y="1363225"/>
                  </a:lnTo>
                  <a:lnTo>
                    <a:pt x="3562235" y="1459866"/>
                  </a:lnTo>
                  <a:lnTo>
                    <a:pt x="3533237" y="1559720"/>
                  </a:lnTo>
                  <a:lnTo>
                    <a:pt x="3504217" y="1662437"/>
                  </a:lnTo>
                  <a:lnTo>
                    <a:pt x="3475162" y="1767614"/>
                  </a:lnTo>
                  <a:lnTo>
                    <a:pt x="3446070" y="1874804"/>
                  </a:lnTo>
                  <a:lnTo>
                    <a:pt x="3416946" y="1983517"/>
                  </a:lnTo>
                  <a:lnTo>
                    <a:pt x="3387797" y="2093234"/>
                  </a:lnTo>
                  <a:lnTo>
                    <a:pt x="3358637" y="2203414"/>
                  </a:lnTo>
                  <a:lnTo>
                    <a:pt x="3329480" y="2313510"/>
                  </a:lnTo>
                  <a:lnTo>
                    <a:pt x="3300338" y="2422971"/>
                  </a:lnTo>
                  <a:lnTo>
                    <a:pt x="3271222" y="2531265"/>
                  </a:lnTo>
                  <a:lnTo>
                    <a:pt x="3242142" y="2637880"/>
                  </a:lnTo>
                  <a:lnTo>
                    <a:pt x="3213098" y="2742338"/>
                  </a:lnTo>
                  <a:lnTo>
                    <a:pt x="3184087" y="2844205"/>
                  </a:lnTo>
                  <a:lnTo>
                    <a:pt x="3155093" y="2943095"/>
                  </a:lnTo>
                  <a:lnTo>
                    <a:pt x="3126094" y="3038676"/>
                  </a:lnTo>
                  <a:lnTo>
                    <a:pt x="3097055" y="3130672"/>
                  </a:lnTo>
                  <a:lnTo>
                    <a:pt x="3067928" y="3218869"/>
                  </a:lnTo>
                  <a:lnTo>
                    <a:pt x="3038651" y="3303109"/>
                  </a:lnTo>
                  <a:lnTo>
                    <a:pt x="3009146" y="3383292"/>
                  </a:lnTo>
                  <a:lnTo>
                    <a:pt x="2979317" y="3459373"/>
                  </a:lnTo>
                  <a:lnTo>
                    <a:pt x="2949050" y="3531355"/>
                  </a:lnTo>
                  <a:lnTo>
                    <a:pt x="2918206" y="3599291"/>
                  </a:lnTo>
                  <a:lnTo>
                    <a:pt x="2896531" y="3643795"/>
                  </a:lnTo>
                  <a:lnTo>
                    <a:pt x="2853639" y="3724147"/>
                  </a:lnTo>
                  <a:lnTo>
                    <a:pt x="2808744" y="3797592"/>
                  </a:lnTo>
                  <a:lnTo>
                    <a:pt x="2761292" y="3864371"/>
                  </a:lnTo>
                  <a:lnTo>
                    <a:pt x="2710675" y="3924947"/>
                  </a:lnTo>
                  <a:lnTo>
                    <a:pt x="2656261" y="3979884"/>
                  </a:lnTo>
                  <a:lnTo>
                    <a:pt x="2597430" y="4029759"/>
                  </a:lnTo>
                  <a:lnTo>
                    <a:pt x="2533614" y="4075119"/>
                  </a:lnTo>
                  <a:lnTo>
                    <a:pt x="2464348" y="4116448"/>
                  </a:lnTo>
                  <a:lnTo>
                    <a:pt x="2389349" y="4154148"/>
                  </a:lnTo>
                  <a:lnTo>
                    <a:pt x="2308601" y="4188530"/>
                  </a:lnTo>
                  <a:lnTo>
                    <a:pt x="2222468" y="4219812"/>
                  </a:lnTo>
                  <a:lnTo>
                    <a:pt x="2131812" y="4248117"/>
                  </a:lnTo>
                  <a:lnTo>
                    <a:pt x="2038095" y="4273487"/>
                  </a:lnTo>
                  <a:lnTo>
                    <a:pt x="1943431" y="4295896"/>
                  </a:lnTo>
                  <a:lnTo>
                    <a:pt x="1850546" y="4315283"/>
                  </a:lnTo>
                  <a:lnTo>
                    <a:pt x="1762610" y="4331593"/>
                  </a:lnTo>
                  <a:lnTo>
                    <a:pt x="1682913" y="4344821"/>
                  </a:lnTo>
                  <a:lnTo>
                    <a:pt x="1614433" y="4355055"/>
                  </a:lnTo>
                  <a:lnTo>
                    <a:pt x="1559362" y="4362503"/>
                  </a:lnTo>
                  <a:lnTo>
                    <a:pt x="1518704" y="4367501"/>
                  </a:lnTo>
                  <a:lnTo>
                    <a:pt x="1492053" y="4370490"/>
                  </a:lnTo>
                  <a:lnTo>
                    <a:pt x="1477564" y="4371976"/>
                  </a:lnTo>
                  <a:lnTo>
                    <a:pt x="1472097" y="4372491"/>
                  </a:lnTo>
                  <a:lnTo>
                    <a:pt x="1471387" y="4372554"/>
                  </a:lnTo>
                  <a:lnTo>
                    <a:pt x="0" y="4372554"/>
                  </a:lnTo>
                  <a:close/>
                </a:path>
              </a:pathLst>
            </a:custGeom>
            <a:solidFill>
              <a:srgbClr val="63D9C8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2151" name="pl2151"/>
            <p:cNvSpPr/>
            <p:nvPr/>
          </p:nvSpPr>
          <p:spPr>
            <a:xfrm>
              <a:off x="4799595" y="6728791"/>
              <a:ext cx="11981298" cy="4372554"/>
            </a:xfrm>
            <a:custGeom>
              <a:avLst/>
              <a:pathLst>
                <a:path w="11981298" h="4372554">
                  <a:moveTo>
                    <a:pt x="0" y="4372554"/>
                  </a:moveTo>
                  <a:lnTo>
                    <a:pt x="1471387" y="4372554"/>
                  </a:lnTo>
                  <a:lnTo>
                    <a:pt x="1472307" y="4372473"/>
                  </a:lnTo>
                  <a:lnTo>
                    <a:pt x="1478380" y="4371896"/>
                  </a:lnTo>
                  <a:lnTo>
                    <a:pt x="1493785" y="4370304"/>
                  </a:lnTo>
                  <a:lnTo>
                    <a:pt x="1521558" y="4367166"/>
                  </a:lnTo>
                  <a:lnTo>
                    <a:pt x="1563428" y="4361978"/>
                  </a:lnTo>
                  <a:lnTo>
                    <a:pt x="1619680" y="4354308"/>
                  </a:lnTo>
                  <a:lnTo>
                    <a:pt x="1689198" y="4343829"/>
                  </a:lnTo>
                  <a:lnTo>
                    <a:pt x="1769707" y="4330345"/>
                  </a:lnTo>
                  <a:lnTo>
                    <a:pt x="1858186" y="4313776"/>
                  </a:lnTo>
                  <a:lnTo>
                    <a:pt x="1951337" y="4294133"/>
                  </a:lnTo>
                  <a:lnTo>
                    <a:pt x="2046019" y="4271474"/>
                  </a:lnTo>
                  <a:lnTo>
                    <a:pt x="2139551" y="4245858"/>
                  </a:lnTo>
                  <a:lnTo>
                    <a:pt x="2229875" y="4217306"/>
                  </a:lnTo>
                  <a:lnTo>
                    <a:pt x="2315582" y="4185770"/>
                  </a:lnTo>
                  <a:lnTo>
                    <a:pt x="2395857" y="4151119"/>
                  </a:lnTo>
                  <a:lnTo>
                    <a:pt x="2470370" y="4113129"/>
                  </a:lnTo>
                  <a:lnTo>
                    <a:pt x="2539165" y="4071479"/>
                  </a:lnTo>
                  <a:lnTo>
                    <a:pt x="2602544" y="4025760"/>
                  </a:lnTo>
                  <a:lnTo>
                    <a:pt x="2660982" y="3975482"/>
                  </a:lnTo>
                  <a:lnTo>
                    <a:pt x="2715054" y="3920096"/>
                  </a:lnTo>
                  <a:lnTo>
                    <a:pt x="2765382" y="3859020"/>
                  </a:lnTo>
                  <a:lnTo>
                    <a:pt x="2812596" y="3791698"/>
                  </a:lnTo>
                  <a:lnTo>
                    <a:pt x="2857303" y="3717680"/>
                  </a:lnTo>
                  <a:lnTo>
                    <a:pt x="2896531" y="3643795"/>
                  </a:lnTo>
                  <a:lnTo>
                    <a:pt x="2927867" y="3578596"/>
                  </a:lnTo>
                  <a:lnTo>
                    <a:pt x="2958516" y="3509410"/>
                  </a:lnTo>
                  <a:lnTo>
                    <a:pt x="2988633" y="3436157"/>
                  </a:lnTo>
                  <a:lnTo>
                    <a:pt x="3018350" y="3358799"/>
                  </a:lnTo>
                  <a:lnTo>
                    <a:pt x="3047775" y="3277347"/>
                  </a:lnTo>
                  <a:lnTo>
                    <a:pt x="3076998" y="3191863"/>
                  </a:lnTo>
                  <a:lnTo>
                    <a:pt x="3106091" y="3102466"/>
                  </a:lnTo>
                  <a:lnTo>
                    <a:pt x="3135113" y="3009329"/>
                  </a:lnTo>
                  <a:lnTo>
                    <a:pt x="3164107" y="2912687"/>
                  </a:lnTo>
                  <a:lnTo>
                    <a:pt x="3193105" y="2812833"/>
                  </a:lnTo>
                  <a:lnTo>
                    <a:pt x="3222125" y="2710116"/>
                  </a:lnTo>
                  <a:lnTo>
                    <a:pt x="3251180" y="2604939"/>
                  </a:lnTo>
                  <a:lnTo>
                    <a:pt x="3280272" y="2497749"/>
                  </a:lnTo>
                  <a:lnTo>
                    <a:pt x="3309396" y="2389036"/>
                  </a:lnTo>
                  <a:lnTo>
                    <a:pt x="3338545" y="2279319"/>
                  </a:lnTo>
                  <a:lnTo>
                    <a:pt x="3367705" y="2169139"/>
                  </a:lnTo>
                  <a:lnTo>
                    <a:pt x="3396862" y="2059044"/>
                  </a:lnTo>
                  <a:lnTo>
                    <a:pt x="3426005" y="1949582"/>
                  </a:lnTo>
                  <a:lnTo>
                    <a:pt x="3455120" y="1841288"/>
                  </a:lnTo>
                  <a:lnTo>
                    <a:pt x="3484200" y="1734674"/>
                  </a:lnTo>
                  <a:lnTo>
                    <a:pt x="3513244" y="1630215"/>
                  </a:lnTo>
                  <a:lnTo>
                    <a:pt x="3542255" y="1528348"/>
                  </a:lnTo>
                  <a:lnTo>
                    <a:pt x="3571249" y="1429458"/>
                  </a:lnTo>
                  <a:lnTo>
                    <a:pt x="3600248" y="1333877"/>
                  </a:lnTo>
                  <a:lnTo>
                    <a:pt x="3629287" y="1241881"/>
                  </a:lnTo>
                  <a:lnTo>
                    <a:pt x="3658414" y="1153684"/>
                  </a:lnTo>
                  <a:lnTo>
                    <a:pt x="3687691" y="1069444"/>
                  </a:lnTo>
                  <a:lnTo>
                    <a:pt x="3717196" y="989261"/>
                  </a:lnTo>
                  <a:lnTo>
                    <a:pt x="3747025" y="913180"/>
                  </a:lnTo>
                  <a:lnTo>
                    <a:pt x="3777292" y="841198"/>
                  </a:lnTo>
                  <a:lnTo>
                    <a:pt x="3808136" y="773263"/>
                  </a:lnTo>
                  <a:lnTo>
                    <a:pt x="3829811" y="728759"/>
                  </a:lnTo>
                  <a:lnTo>
                    <a:pt x="3872704" y="648406"/>
                  </a:lnTo>
                  <a:lnTo>
                    <a:pt x="3917598" y="574961"/>
                  </a:lnTo>
                  <a:lnTo>
                    <a:pt x="3965050" y="508182"/>
                  </a:lnTo>
                  <a:lnTo>
                    <a:pt x="4015667" y="447606"/>
                  </a:lnTo>
                  <a:lnTo>
                    <a:pt x="4070081" y="392669"/>
                  </a:lnTo>
                  <a:lnTo>
                    <a:pt x="4128912" y="342794"/>
                  </a:lnTo>
                  <a:lnTo>
                    <a:pt x="4192729" y="297434"/>
                  </a:lnTo>
                  <a:lnTo>
                    <a:pt x="4261994" y="256105"/>
                  </a:lnTo>
                  <a:lnTo>
                    <a:pt x="4336993" y="218406"/>
                  </a:lnTo>
                  <a:lnTo>
                    <a:pt x="4417742" y="184023"/>
                  </a:lnTo>
                  <a:lnTo>
                    <a:pt x="4503874" y="152741"/>
                  </a:lnTo>
                  <a:lnTo>
                    <a:pt x="4594530" y="124436"/>
                  </a:lnTo>
                  <a:lnTo>
                    <a:pt x="4688247" y="99066"/>
                  </a:lnTo>
                  <a:lnTo>
                    <a:pt x="4782911" y="76657"/>
                  </a:lnTo>
                  <a:lnTo>
                    <a:pt x="4875796" y="57270"/>
                  </a:lnTo>
                  <a:lnTo>
                    <a:pt x="4963732" y="40960"/>
                  </a:lnTo>
                  <a:lnTo>
                    <a:pt x="5043430" y="27732"/>
                  </a:lnTo>
                  <a:lnTo>
                    <a:pt x="5111909" y="17498"/>
                  </a:lnTo>
                  <a:lnTo>
                    <a:pt x="5166980" y="10050"/>
                  </a:lnTo>
                  <a:lnTo>
                    <a:pt x="5207638" y="5052"/>
                  </a:lnTo>
                  <a:lnTo>
                    <a:pt x="5234289" y="2063"/>
                  </a:lnTo>
                  <a:lnTo>
                    <a:pt x="5248778" y="577"/>
                  </a:lnTo>
                  <a:lnTo>
                    <a:pt x="5254245" y="62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523" y="52"/>
                  </a:lnTo>
                  <a:lnTo>
                    <a:pt x="6735274" y="430"/>
                  </a:lnTo>
                  <a:lnTo>
                    <a:pt x="6754792" y="1472"/>
                  </a:lnTo>
                  <a:lnTo>
                    <a:pt x="6789635" y="3525"/>
                  </a:lnTo>
                  <a:lnTo>
                    <a:pt x="6841461" y="6904"/>
                  </a:lnTo>
                  <a:lnTo>
                    <a:pt x="6909905" y="11866"/>
                  </a:lnTo>
                  <a:lnTo>
                    <a:pt x="6992759" y="18584"/>
                  </a:lnTo>
                  <a:lnTo>
                    <a:pt x="7086480" y="27141"/>
                  </a:lnTo>
                  <a:lnTo>
                    <a:pt x="7186885" y="37547"/>
                  </a:lnTo>
                  <a:lnTo>
                    <a:pt x="7289841" y="49771"/>
                  </a:lnTo>
                  <a:lnTo>
                    <a:pt x="7391785" y="63772"/>
                  </a:lnTo>
                  <a:lnTo>
                    <a:pt x="7490002" y="79535"/>
                  </a:lnTo>
                  <a:lnTo>
                    <a:pt x="7582688" y="97092"/>
                  </a:lnTo>
                  <a:lnTo>
                    <a:pt x="7668858" y="116534"/>
                  </a:lnTo>
                  <a:lnTo>
                    <a:pt x="7748190" y="138020"/>
                  </a:lnTo>
                  <a:lnTo>
                    <a:pt x="7820842" y="161776"/>
                  </a:lnTo>
                  <a:lnTo>
                    <a:pt x="7887294" y="188090"/>
                  </a:lnTo>
                  <a:lnTo>
                    <a:pt x="7948227" y="217300"/>
                  </a:lnTo>
                  <a:lnTo>
                    <a:pt x="8004418" y="249779"/>
                  </a:lnTo>
                  <a:lnTo>
                    <a:pt x="8056682" y="285900"/>
                  </a:lnTo>
                  <a:lnTo>
                    <a:pt x="8105812" y="325982"/>
                  </a:lnTo>
                  <a:lnTo>
                    <a:pt x="8151487" y="369147"/>
                  </a:lnTo>
                  <a:lnTo>
                    <a:pt x="8192812" y="413294"/>
                  </a:lnTo>
                  <a:lnTo>
                    <a:pt x="8233023" y="461005"/>
                  </a:lnTo>
                  <a:lnTo>
                    <a:pt x="8272453" y="512349"/>
                  </a:lnTo>
                  <a:lnTo>
                    <a:pt x="8311364" y="567325"/>
                  </a:lnTo>
                  <a:lnTo>
                    <a:pt x="8349961" y="625851"/>
                  </a:lnTo>
                  <a:lnTo>
                    <a:pt x="8388395" y="687758"/>
                  </a:lnTo>
                  <a:lnTo>
                    <a:pt x="8426775" y="752786"/>
                  </a:lnTo>
                  <a:lnTo>
                    <a:pt x="8465171" y="820584"/>
                  </a:lnTo>
                  <a:lnTo>
                    <a:pt x="8503619" y="890716"/>
                  </a:lnTo>
                  <a:lnTo>
                    <a:pt x="8542132" y="962666"/>
                  </a:lnTo>
                  <a:lnTo>
                    <a:pt x="8580698" y="1035860"/>
                  </a:lnTo>
                  <a:lnTo>
                    <a:pt x="8619295" y="1109678"/>
                  </a:lnTo>
                  <a:lnTo>
                    <a:pt x="8657890" y="1183475"/>
                  </a:lnTo>
                  <a:lnTo>
                    <a:pt x="8696454" y="1256611"/>
                  </a:lnTo>
                  <a:lnTo>
                    <a:pt x="8734963" y="1328468"/>
                  </a:lnTo>
                  <a:lnTo>
                    <a:pt x="8773408" y="1398472"/>
                  </a:lnTo>
                  <a:lnTo>
                    <a:pt x="8811801" y="1466114"/>
                  </a:lnTo>
                  <a:lnTo>
                    <a:pt x="8850182" y="1530962"/>
                  </a:lnTo>
                  <a:lnTo>
                    <a:pt x="8888622" y="1592671"/>
                  </a:lnTo>
                  <a:lnTo>
                    <a:pt x="8927233" y="1650986"/>
                  </a:lnTo>
                  <a:lnTo>
                    <a:pt x="8966170" y="1705744"/>
                  </a:lnTo>
                  <a:lnTo>
                    <a:pt x="9005639" y="1756867"/>
                  </a:lnTo>
                  <a:lnTo>
                    <a:pt x="9045907" y="1804360"/>
                  </a:lnTo>
                  <a:lnTo>
                    <a:pt x="9084767" y="1845735"/>
                  </a:lnTo>
                  <a:lnTo>
                    <a:pt x="9131532" y="1889859"/>
                  </a:lnTo>
                  <a:lnTo>
                    <a:pt x="9180724" y="1929848"/>
                  </a:lnTo>
                  <a:lnTo>
                    <a:pt x="9233069" y="1965882"/>
                  </a:lnTo>
                  <a:lnTo>
                    <a:pt x="9289360" y="1998282"/>
                  </a:lnTo>
                  <a:lnTo>
                    <a:pt x="9350409" y="2027422"/>
                  </a:lnTo>
                  <a:lnTo>
                    <a:pt x="9416996" y="2053674"/>
                  </a:lnTo>
                  <a:lnTo>
                    <a:pt x="9489795" y="2077375"/>
                  </a:lnTo>
                  <a:lnTo>
                    <a:pt x="9569283" y="2098813"/>
                  </a:lnTo>
                  <a:lnTo>
                    <a:pt x="9655608" y="2118211"/>
                  </a:lnTo>
                  <a:lnTo>
                    <a:pt x="9748433" y="2135725"/>
                  </a:lnTo>
                  <a:lnTo>
                    <a:pt x="9846759" y="2151448"/>
                  </a:lnTo>
                  <a:lnTo>
                    <a:pt x="9948760" y="2165409"/>
                  </a:lnTo>
                  <a:lnTo>
                    <a:pt x="10051700" y="2177592"/>
                  </a:lnTo>
                  <a:lnTo>
                    <a:pt x="10152000" y="2187956"/>
                  </a:lnTo>
                  <a:lnTo>
                    <a:pt x="10245519" y="2196471"/>
                  </a:lnTo>
                  <a:lnTo>
                    <a:pt x="10328080" y="2203147"/>
                  </a:lnTo>
                  <a:lnTo>
                    <a:pt x="10396163" y="2208071"/>
                  </a:lnTo>
                  <a:lnTo>
                    <a:pt x="10447599" y="2211417"/>
                  </a:lnTo>
                  <a:lnTo>
                    <a:pt x="10482067" y="2213443"/>
                  </a:lnTo>
                  <a:lnTo>
                    <a:pt x="10501270" y="2214467"/>
                  </a:lnTo>
                  <a:lnTo>
                    <a:pt x="10508808" y="2214833"/>
                  </a:lnTo>
                  <a:lnTo>
                    <a:pt x="10509911" y="2214882"/>
                  </a:lnTo>
                  <a:lnTo>
                    <a:pt x="11981298" y="221488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52" name="pl2152"/>
            <p:cNvSpPr/>
            <p:nvPr/>
          </p:nvSpPr>
          <p:spPr>
            <a:xfrm>
              <a:off x="4799595" y="6720618"/>
              <a:ext cx="11981298" cy="4372554"/>
            </a:xfrm>
            <a:custGeom>
              <a:avLst/>
              <a:pathLst>
                <a:path w="11981298" h="4372554">
                  <a:moveTo>
                    <a:pt x="11981298" y="2214882"/>
                  </a:moveTo>
                  <a:lnTo>
                    <a:pt x="10509911" y="2214882"/>
                  </a:lnTo>
                  <a:lnTo>
                    <a:pt x="10508731" y="2214829"/>
                  </a:lnTo>
                  <a:lnTo>
                    <a:pt x="10500979" y="2214452"/>
                  </a:lnTo>
                  <a:lnTo>
                    <a:pt x="10481461" y="2213409"/>
                  </a:lnTo>
                  <a:lnTo>
                    <a:pt x="10446618" y="2211357"/>
                  </a:lnTo>
                  <a:lnTo>
                    <a:pt x="10394792" y="2207977"/>
                  </a:lnTo>
                  <a:lnTo>
                    <a:pt x="10326348" y="2203015"/>
                  </a:lnTo>
                  <a:lnTo>
                    <a:pt x="10243494" y="2196297"/>
                  </a:lnTo>
                  <a:lnTo>
                    <a:pt x="10149774" y="2187740"/>
                  </a:lnTo>
                  <a:lnTo>
                    <a:pt x="10049369" y="2177334"/>
                  </a:lnTo>
                  <a:lnTo>
                    <a:pt x="9946412" y="2165111"/>
                  </a:lnTo>
                  <a:lnTo>
                    <a:pt x="9844468" y="2151110"/>
                  </a:lnTo>
                  <a:lnTo>
                    <a:pt x="9746251" y="2135346"/>
                  </a:lnTo>
                  <a:lnTo>
                    <a:pt x="9653566" y="2117790"/>
                  </a:lnTo>
                  <a:lnTo>
                    <a:pt x="9567395" y="2098348"/>
                  </a:lnTo>
                  <a:lnTo>
                    <a:pt x="9488063" y="2076861"/>
                  </a:lnTo>
                  <a:lnTo>
                    <a:pt x="9415411" y="2053105"/>
                  </a:lnTo>
                  <a:lnTo>
                    <a:pt x="9348959" y="2026792"/>
                  </a:lnTo>
                  <a:lnTo>
                    <a:pt x="9288027" y="1997582"/>
                  </a:lnTo>
                  <a:lnTo>
                    <a:pt x="9231835" y="1965103"/>
                  </a:lnTo>
                  <a:lnTo>
                    <a:pt x="9179571" y="1928982"/>
                  </a:lnTo>
                  <a:lnTo>
                    <a:pt x="9130442" y="1888900"/>
                  </a:lnTo>
                  <a:lnTo>
                    <a:pt x="9084767" y="1845735"/>
                  </a:lnTo>
                  <a:lnTo>
                    <a:pt x="9043442" y="1801588"/>
                  </a:lnTo>
                  <a:lnTo>
                    <a:pt x="9003231" y="1753877"/>
                  </a:lnTo>
                  <a:lnTo>
                    <a:pt x="8963801" y="1702532"/>
                  </a:lnTo>
                  <a:lnTo>
                    <a:pt x="8924889" y="1647556"/>
                  </a:lnTo>
                  <a:lnTo>
                    <a:pt x="8886292" y="1589030"/>
                  </a:lnTo>
                  <a:lnTo>
                    <a:pt x="8847858" y="1527123"/>
                  </a:lnTo>
                  <a:lnTo>
                    <a:pt x="8809478" y="1462095"/>
                  </a:lnTo>
                  <a:lnTo>
                    <a:pt x="8771082" y="1394297"/>
                  </a:lnTo>
                  <a:lnTo>
                    <a:pt x="8732634" y="1324166"/>
                  </a:lnTo>
                  <a:lnTo>
                    <a:pt x="8694121" y="1252215"/>
                  </a:lnTo>
                  <a:lnTo>
                    <a:pt x="8655555" y="1179021"/>
                  </a:lnTo>
                  <a:lnTo>
                    <a:pt x="8616958" y="1105204"/>
                  </a:lnTo>
                  <a:lnTo>
                    <a:pt x="8578363" y="1031406"/>
                  </a:lnTo>
                  <a:lnTo>
                    <a:pt x="8539799" y="958270"/>
                  </a:lnTo>
                  <a:lnTo>
                    <a:pt x="8501291" y="886414"/>
                  </a:lnTo>
                  <a:lnTo>
                    <a:pt x="8462846" y="816410"/>
                  </a:lnTo>
                  <a:lnTo>
                    <a:pt x="8424452" y="748768"/>
                  </a:lnTo>
                  <a:lnTo>
                    <a:pt x="8386072" y="683920"/>
                  </a:lnTo>
                  <a:lnTo>
                    <a:pt x="8347631" y="622211"/>
                  </a:lnTo>
                  <a:lnTo>
                    <a:pt x="8309020" y="563896"/>
                  </a:lnTo>
                  <a:lnTo>
                    <a:pt x="8270083" y="509138"/>
                  </a:lnTo>
                  <a:lnTo>
                    <a:pt x="8230614" y="458014"/>
                  </a:lnTo>
                  <a:lnTo>
                    <a:pt x="8190346" y="410522"/>
                  </a:lnTo>
                  <a:lnTo>
                    <a:pt x="8151487" y="369147"/>
                  </a:lnTo>
                  <a:lnTo>
                    <a:pt x="8104721" y="325022"/>
                  </a:lnTo>
                  <a:lnTo>
                    <a:pt x="8055529" y="285033"/>
                  </a:lnTo>
                  <a:lnTo>
                    <a:pt x="8003184" y="248999"/>
                  </a:lnTo>
                  <a:lnTo>
                    <a:pt x="7946894" y="216599"/>
                  </a:lnTo>
                  <a:lnTo>
                    <a:pt x="7885844" y="187459"/>
                  </a:lnTo>
                  <a:lnTo>
                    <a:pt x="7819257" y="161208"/>
                  </a:lnTo>
                  <a:lnTo>
                    <a:pt x="7746458" y="137506"/>
                  </a:lnTo>
                  <a:lnTo>
                    <a:pt x="7666970" y="116069"/>
                  </a:lnTo>
                  <a:lnTo>
                    <a:pt x="7580645" y="96671"/>
                  </a:lnTo>
                  <a:lnTo>
                    <a:pt x="7487820" y="79156"/>
                  </a:lnTo>
                  <a:lnTo>
                    <a:pt x="7389494" y="63433"/>
                  </a:lnTo>
                  <a:lnTo>
                    <a:pt x="7287494" y="49472"/>
                  </a:lnTo>
                  <a:lnTo>
                    <a:pt x="7184553" y="37290"/>
                  </a:lnTo>
                  <a:lnTo>
                    <a:pt x="7084253" y="26925"/>
                  </a:lnTo>
                  <a:lnTo>
                    <a:pt x="6990734" y="18411"/>
                  </a:lnTo>
                  <a:lnTo>
                    <a:pt x="6908173" y="11734"/>
                  </a:lnTo>
                  <a:lnTo>
                    <a:pt x="6840090" y="6810"/>
                  </a:lnTo>
                  <a:lnTo>
                    <a:pt x="6788654" y="3465"/>
                  </a:lnTo>
                  <a:lnTo>
                    <a:pt x="6754187" y="1439"/>
                  </a:lnTo>
                  <a:lnTo>
                    <a:pt x="6734983" y="415"/>
                  </a:lnTo>
                  <a:lnTo>
                    <a:pt x="6727445" y="49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035" y="80"/>
                  </a:lnTo>
                  <a:lnTo>
                    <a:pt x="5247962" y="657"/>
                  </a:lnTo>
                  <a:lnTo>
                    <a:pt x="5232558" y="2249"/>
                  </a:lnTo>
                  <a:lnTo>
                    <a:pt x="5204784" y="5387"/>
                  </a:lnTo>
                  <a:lnTo>
                    <a:pt x="5162914" y="10575"/>
                  </a:lnTo>
                  <a:lnTo>
                    <a:pt x="5106662" y="18245"/>
                  </a:lnTo>
                  <a:lnTo>
                    <a:pt x="5037144" y="28724"/>
                  </a:lnTo>
                  <a:lnTo>
                    <a:pt x="4956635" y="42208"/>
                  </a:lnTo>
                  <a:lnTo>
                    <a:pt x="4868156" y="58777"/>
                  </a:lnTo>
                  <a:lnTo>
                    <a:pt x="4775005" y="78420"/>
                  </a:lnTo>
                  <a:lnTo>
                    <a:pt x="4680323" y="101079"/>
                  </a:lnTo>
                  <a:lnTo>
                    <a:pt x="4586791" y="126695"/>
                  </a:lnTo>
                  <a:lnTo>
                    <a:pt x="4496467" y="155248"/>
                  </a:lnTo>
                  <a:lnTo>
                    <a:pt x="4410760" y="186783"/>
                  </a:lnTo>
                  <a:lnTo>
                    <a:pt x="4330486" y="221434"/>
                  </a:lnTo>
                  <a:lnTo>
                    <a:pt x="4255972" y="259424"/>
                  </a:lnTo>
                  <a:lnTo>
                    <a:pt x="4187177" y="301074"/>
                  </a:lnTo>
                  <a:lnTo>
                    <a:pt x="4123798" y="346793"/>
                  </a:lnTo>
                  <a:lnTo>
                    <a:pt x="4065360" y="397071"/>
                  </a:lnTo>
                  <a:lnTo>
                    <a:pt x="4011288" y="452458"/>
                  </a:lnTo>
                  <a:lnTo>
                    <a:pt x="3960961" y="513533"/>
                  </a:lnTo>
                  <a:lnTo>
                    <a:pt x="3913746" y="580855"/>
                  </a:lnTo>
                  <a:lnTo>
                    <a:pt x="3869039" y="654873"/>
                  </a:lnTo>
                  <a:lnTo>
                    <a:pt x="3829811" y="728759"/>
                  </a:lnTo>
                  <a:lnTo>
                    <a:pt x="3798475" y="793957"/>
                  </a:lnTo>
                  <a:lnTo>
                    <a:pt x="3767826" y="863143"/>
                  </a:lnTo>
                  <a:lnTo>
                    <a:pt x="3737709" y="936396"/>
                  </a:lnTo>
                  <a:lnTo>
                    <a:pt x="3707992" y="1013754"/>
                  </a:lnTo>
                  <a:lnTo>
                    <a:pt x="3678567" y="1095206"/>
                  </a:lnTo>
                  <a:lnTo>
                    <a:pt x="3649345" y="1180690"/>
                  </a:lnTo>
                  <a:lnTo>
                    <a:pt x="3620251" y="1270088"/>
                  </a:lnTo>
                  <a:lnTo>
                    <a:pt x="3591229" y="1363225"/>
                  </a:lnTo>
                  <a:lnTo>
                    <a:pt x="3562235" y="1459866"/>
                  </a:lnTo>
                  <a:lnTo>
                    <a:pt x="3533237" y="1559720"/>
                  </a:lnTo>
                  <a:lnTo>
                    <a:pt x="3504217" y="1662437"/>
                  </a:lnTo>
                  <a:lnTo>
                    <a:pt x="3475162" y="1767614"/>
                  </a:lnTo>
                  <a:lnTo>
                    <a:pt x="3446070" y="1874804"/>
                  </a:lnTo>
                  <a:lnTo>
                    <a:pt x="3416946" y="1983517"/>
                  </a:lnTo>
                  <a:lnTo>
                    <a:pt x="3387797" y="2093234"/>
                  </a:lnTo>
                  <a:lnTo>
                    <a:pt x="3358637" y="2203414"/>
                  </a:lnTo>
                  <a:lnTo>
                    <a:pt x="3329480" y="2313510"/>
                  </a:lnTo>
                  <a:lnTo>
                    <a:pt x="3300338" y="2422971"/>
                  </a:lnTo>
                  <a:lnTo>
                    <a:pt x="3271222" y="2531265"/>
                  </a:lnTo>
                  <a:lnTo>
                    <a:pt x="3242142" y="2637880"/>
                  </a:lnTo>
                  <a:lnTo>
                    <a:pt x="3213098" y="2742338"/>
                  </a:lnTo>
                  <a:lnTo>
                    <a:pt x="3184087" y="2844205"/>
                  </a:lnTo>
                  <a:lnTo>
                    <a:pt x="3155093" y="2943095"/>
                  </a:lnTo>
                  <a:lnTo>
                    <a:pt x="3126094" y="3038676"/>
                  </a:lnTo>
                  <a:lnTo>
                    <a:pt x="3097055" y="3130672"/>
                  </a:lnTo>
                  <a:lnTo>
                    <a:pt x="3067928" y="3218869"/>
                  </a:lnTo>
                  <a:lnTo>
                    <a:pt x="3038651" y="3303109"/>
                  </a:lnTo>
                  <a:lnTo>
                    <a:pt x="3009146" y="3383292"/>
                  </a:lnTo>
                  <a:lnTo>
                    <a:pt x="2979317" y="3459373"/>
                  </a:lnTo>
                  <a:lnTo>
                    <a:pt x="2949050" y="3531355"/>
                  </a:lnTo>
                  <a:lnTo>
                    <a:pt x="2918206" y="3599291"/>
                  </a:lnTo>
                  <a:lnTo>
                    <a:pt x="2896531" y="3643795"/>
                  </a:lnTo>
                  <a:lnTo>
                    <a:pt x="2853639" y="3724147"/>
                  </a:lnTo>
                  <a:lnTo>
                    <a:pt x="2808744" y="3797592"/>
                  </a:lnTo>
                  <a:lnTo>
                    <a:pt x="2761292" y="3864371"/>
                  </a:lnTo>
                  <a:lnTo>
                    <a:pt x="2710675" y="3924947"/>
                  </a:lnTo>
                  <a:lnTo>
                    <a:pt x="2656261" y="3979884"/>
                  </a:lnTo>
                  <a:lnTo>
                    <a:pt x="2597430" y="4029759"/>
                  </a:lnTo>
                  <a:lnTo>
                    <a:pt x="2533614" y="4075119"/>
                  </a:lnTo>
                  <a:lnTo>
                    <a:pt x="2464348" y="4116448"/>
                  </a:lnTo>
                  <a:lnTo>
                    <a:pt x="2389349" y="4154148"/>
                  </a:lnTo>
                  <a:lnTo>
                    <a:pt x="2308601" y="4188530"/>
                  </a:lnTo>
                  <a:lnTo>
                    <a:pt x="2222468" y="4219812"/>
                  </a:lnTo>
                  <a:lnTo>
                    <a:pt x="2131812" y="4248117"/>
                  </a:lnTo>
                  <a:lnTo>
                    <a:pt x="2038095" y="4273487"/>
                  </a:lnTo>
                  <a:lnTo>
                    <a:pt x="1943431" y="4295896"/>
                  </a:lnTo>
                  <a:lnTo>
                    <a:pt x="1850546" y="4315283"/>
                  </a:lnTo>
                  <a:lnTo>
                    <a:pt x="1762610" y="4331593"/>
                  </a:lnTo>
                  <a:lnTo>
                    <a:pt x="1682913" y="4344821"/>
                  </a:lnTo>
                  <a:lnTo>
                    <a:pt x="1614433" y="4355055"/>
                  </a:lnTo>
                  <a:lnTo>
                    <a:pt x="1559362" y="4362503"/>
                  </a:lnTo>
                  <a:lnTo>
                    <a:pt x="1518704" y="4367501"/>
                  </a:lnTo>
                  <a:lnTo>
                    <a:pt x="1492053" y="4370490"/>
                  </a:lnTo>
                  <a:lnTo>
                    <a:pt x="1477564" y="4371976"/>
                  </a:lnTo>
                  <a:lnTo>
                    <a:pt x="1472097" y="4372491"/>
                  </a:lnTo>
                  <a:lnTo>
                    <a:pt x="1471387" y="4372554"/>
                  </a:lnTo>
                  <a:lnTo>
                    <a:pt x="0" y="437255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53" name="pg2153"/>
            <p:cNvSpPr/>
            <p:nvPr/>
          </p:nvSpPr>
          <p:spPr>
            <a:xfrm>
              <a:off x="4799595" y="3663917"/>
              <a:ext cx="11981298" cy="7510985"/>
            </a:xfrm>
            <a:custGeom>
              <a:avLst/>
              <a:pathLst>
                <a:path w="11981298" h="7510985">
                  <a:moveTo>
                    <a:pt x="0" y="7510985"/>
                  </a:moveTo>
                  <a:lnTo>
                    <a:pt x="1471387" y="7510985"/>
                  </a:lnTo>
                  <a:lnTo>
                    <a:pt x="1472173" y="7510883"/>
                  </a:lnTo>
                  <a:lnTo>
                    <a:pt x="1477381" y="7510156"/>
                  </a:lnTo>
                  <a:lnTo>
                    <a:pt x="1490643" y="7508148"/>
                  </a:lnTo>
                  <a:lnTo>
                    <a:pt x="1514686" y="7504189"/>
                  </a:lnTo>
                  <a:lnTo>
                    <a:pt x="1551197" y="7497630"/>
                  </a:lnTo>
                  <a:lnTo>
                    <a:pt x="1600710" y="7487898"/>
                  </a:lnTo>
                  <a:lnTo>
                    <a:pt x="1662597" y="7474540"/>
                  </a:lnTo>
                  <a:lnTo>
                    <a:pt x="1735214" y="7457251"/>
                  </a:lnTo>
                  <a:lnTo>
                    <a:pt x="1816181" y="7435875"/>
                  </a:lnTo>
                  <a:lnTo>
                    <a:pt x="1902734" y="7410383"/>
                  </a:lnTo>
                  <a:lnTo>
                    <a:pt x="1992086" y="7380828"/>
                  </a:lnTo>
                  <a:lnTo>
                    <a:pt x="2081710" y="7347290"/>
                  </a:lnTo>
                  <a:lnTo>
                    <a:pt x="2169524" y="7309831"/>
                  </a:lnTo>
                  <a:lnTo>
                    <a:pt x="2253972" y="7268450"/>
                  </a:lnTo>
                  <a:lnTo>
                    <a:pt x="2334013" y="7223057"/>
                  </a:lnTo>
                  <a:lnTo>
                    <a:pt x="2409065" y="7173459"/>
                  </a:lnTo>
                  <a:lnTo>
                    <a:pt x="2478921" y="7119346"/>
                  </a:lnTo>
                  <a:lnTo>
                    <a:pt x="2543655" y="7060297"/>
                  </a:lnTo>
                  <a:lnTo>
                    <a:pt x="2603543" y="6995785"/>
                  </a:lnTo>
                  <a:lnTo>
                    <a:pt x="2658995" y="6925187"/>
                  </a:lnTo>
                  <a:lnTo>
                    <a:pt x="2710502" y="6847806"/>
                  </a:lnTo>
                  <a:lnTo>
                    <a:pt x="2758593" y="6762911"/>
                  </a:lnTo>
                  <a:lnTo>
                    <a:pt x="2803806" y="6669789"/>
                  </a:lnTo>
                  <a:lnTo>
                    <a:pt x="2846665" y="6567835"/>
                  </a:lnTo>
                  <a:lnTo>
                    <a:pt x="2887649" y="6456693"/>
                  </a:lnTo>
                  <a:lnTo>
                    <a:pt x="2896531" y="6430787"/>
                  </a:lnTo>
                  <a:lnTo>
                    <a:pt x="2922659" y="6350779"/>
                  </a:lnTo>
                  <a:lnTo>
                    <a:pt x="2948292" y="6266697"/>
                  </a:lnTo>
                  <a:lnTo>
                    <a:pt x="2973523" y="6178462"/>
                  </a:lnTo>
                  <a:lnTo>
                    <a:pt x="2998433" y="6086026"/>
                  </a:lnTo>
                  <a:lnTo>
                    <a:pt x="3023092" y="5989374"/>
                  </a:lnTo>
                  <a:lnTo>
                    <a:pt x="3047561" y="5888526"/>
                  </a:lnTo>
                  <a:lnTo>
                    <a:pt x="3071889" y="5783537"/>
                  </a:lnTo>
                  <a:lnTo>
                    <a:pt x="3096121" y="5674505"/>
                  </a:lnTo>
                  <a:lnTo>
                    <a:pt x="3120291" y="5561564"/>
                  </a:lnTo>
                  <a:lnTo>
                    <a:pt x="3144427" y="5444895"/>
                  </a:lnTo>
                  <a:lnTo>
                    <a:pt x="3168551" y="5324717"/>
                  </a:lnTo>
                  <a:lnTo>
                    <a:pt x="3192681" y="5201292"/>
                  </a:lnTo>
                  <a:lnTo>
                    <a:pt x="3216827" y="5074922"/>
                  </a:lnTo>
                  <a:lnTo>
                    <a:pt x="3240996" y="4945946"/>
                  </a:lnTo>
                  <a:lnTo>
                    <a:pt x="3265191" y="4814737"/>
                  </a:lnTo>
                  <a:lnTo>
                    <a:pt x="3289410" y="4681700"/>
                  </a:lnTo>
                  <a:lnTo>
                    <a:pt x="3313651" y="4547263"/>
                  </a:lnTo>
                  <a:lnTo>
                    <a:pt x="3337906" y="4411874"/>
                  </a:lnTo>
                  <a:lnTo>
                    <a:pt x="3362171" y="4275997"/>
                  </a:lnTo>
                  <a:lnTo>
                    <a:pt x="3386435" y="4140101"/>
                  </a:lnTo>
                  <a:lnTo>
                    <a:pt x="3410692" y="4004655"/>
                  </a:lnTo>
                  <a:lnTo>
                    <a:pt x="3434934" y="3870122"/>
                  </a:lnTo>
                  <a:lnTo>
                    <a:pt x="3459155" y="3736952"/>
                  </a:lnTo>
                  <a:lnTo>
                    <a:pt x="3483352" y="3605577"/>
                  </a:lnTo>
                  <a:lnTo>
                    <a:pt x="3507523" y="3476402"/>
                  </a:lnTo>
                  <a:lnTo>
                    <a:pt x="3531670" y="3349804"/>
                  </a:lnTo>
                  <a:lnTo>
                    <a:pt x="3555801" y="3226125"/>
                  </a:lnTo>
                  <a:lnTo>
                    <a:pt x="3579926" y="3105668"/>
                  </a:lnTo>
                  <a:lnTo>
                    <a:pt x="3604060" y="2988701"/>
                  </a:lnTo>
                  <a:lnTo>
                    <a:pt x="3628226" y="2875446"/>
                  </a:lnTo>
                  <a:lnTo>
                    <a:pt x="3652451" y="2766085"/>
                  </a:lnTo>
                  <a:lnTo>
                    <a:pt x="3676770" y="2660759"/>
                  </a:lnTo>
                  <a:lnTo>
                    <a:pt x="3701226" y="2559566"/>
                  </a:lnTo>
                  <a:lnTo>
                    <a:pt x="3725867" y="2462567"/>
                  </a:lnTo>
                  <a:lnTo>
                    <a:pt x="3750754" y="2369784"/>
                  </a:lnTo>
                  <a:lnTo>
                    <a:pt x="3775956" y="2281204"/>
                  </a:lnTo>
                  <a:lnTo>
                    <a:pt x="3801552" y="2196781"/>
                  </a:lnTo>
                  <a:lnTo>
                    <a:pt x="3827635" y="2116441"/>
                  </a:lnTo>
                  <a:lnTo>
                    <a:pt x="3829811" y="2109995"/>
                  </a:lnTo>
                  <a:lnTo>
                    <a:pt x="3870438" y="1996807"/>
                  </a:lnTo>
                  <a:lnTo>
                    <a:pt x="3912842" y="1892833"/>
                  </a:lnTo>
                  <a:lnTo>
                    <a:pt x="3957489" y="1797797"/>
                  </a:lnTo>
                  <a:lnTo>
                    <a:pt x="4004895" y="1711136"/>
                  </a:lnTo>
                  <a:lnTo>
                    <a:pt x="4055597" y="1632152"/>
                  </a:lnTo>
                  <a:lnTo>
                    <a:pt x="4110130" y="1560111"/>
                  </a:lnTo>
                  <a:lnTo>
                    <a:pt x="4168995" y="1494305"/>
                  </a:lnTo>
                  <a:lnTo>
                    <a:pt x="4232624" y="1434094"/>
                  </a:lnTo>
                  <a:lnTo>
                    <a:pt x="4301329" y="1378926"/>
                  </a:lnTo>
                  <a:lnTo>
                    <a:pt x="4375235" y="1328357"/>
                  </a:lnTo>
                  <a:lnTo>
                    <a:pt x="4454205" y="1282052"/>
                  </a:lnTo>
                  <a:lnTo>
                    <a:pt x="4537747" y="1239792"/>
                  </a:lnTo>
                  <a:lnTo>
                    <a:pt x="4624931" y="1201465"/>
                  </a:lnTo>
                  <a:lnTo>
                    <a:pt x="4714315" y="1167054"/>
                  </a:lnTo>
                  <a:lnTo>
                    <a:pt x="4803932" y="1136608"/>
                  </a:lnTo>
                  <a:lnTo>
                    <a:pt x="4891341" y="1110208"/>
                  </a:lnTo>
                  <a:lnTo>
                    <a:pt x="4973791" y="1087918"/>
                  </a:lnTo>
                  <a:lnTo>
                    <a:pt x="5048486" y="1069731"/>
                  </a:lnTo>
                  <a:lnTo>
                    <a:pt x="5112927" y="1055521"/>
                  </a:lnTo>
                  <a:lnTo>
                    <a:pt x="5165278" y="1045019"/>
                  </a:lnTo>
                  <a:lnTo>
                    <a:pt x="5204669" y="1037803"/>
                  </a:lnTo>
                  <a:lnTo>
                    <a:pt x="5231372" y="1033321"/>
                  </a:lnTo>
                  <a:lnTo>
                    <a:pt x="5246825" y="1030938"/>
                  </a:lnTo>
                  <a:lnTo>
                    <a:pt x="5253536" y="1029984"/>
                  </a:lnTo>
                  <a:lnTo>
                    <a:pt x="5254955" y="1029797"/>
                  </a:lnTo>
                  <a:lnTo>
                    <a:pt x="6726343" y="1029797"/>
                  </a:lnTo>
                  <a:lnTo>
                    <a:pt x="6727568" y="1029772"/>
                  </a:lnTo>
                  <a:lnTo>
                    <a:pt x="6735607" y="1029591"/>
                  </a:lnTo>
                  <a:lnTo>
                    <a:pt x="6755828" y="1029091"/>
                  </a:lnTo>
                  <a:lnTo>
                    <a:pt x="6791866" y="1028108"/>
                  </a:lnTo>
                  <a:lnTo>
                    <a:pt x="6845350" y="1026489"/>
                  </a:lnTo>
                  <a:lnTo>
                    <a:pt x="6915783" y="1024116"/>
                  </a:lnTo>
                  <a:lnTo>
                    <a:pt x="7000755" y="1020907"/>
                  </a:lnTo>
                  <a:lnTo>
                    <a:pt x="7096504" y="1016827"/>
                  </a:lnTo>
                  <a:lnTo>
                    <a:pt x="7198664" y="1011872"/>
                  </a:lnTo>
                  <a:lnTo>
                    <a:pt x="7302984" y="1006061"/>
                  </a:lnTo>
                  <a:lnTo>
                    <a:pt x="7405860" y="999410"/>
                  </a:lnTo>
                  <a:lnTo>
                    <a:pt x="7504600" y="991924"/>
                  </a:lnTo>
                  <a:lnTo>
                    <a:pt x="7597462" y="983586"/>
                  </a:lnTo>
                  <a:lnTo>
                    <a:pt x="7683547" y="974345"/>
                  </a:lnTo>
                  <a:lnTo>
                    <a:pt x="7762615" y="964120"/>
                  </a:lnTo>
                  <a:lnTo>
                    <a:pt x="7834906" y="952797"/>
                  </a:lnTo>
                  <a:lnTo>
                    <a:pt x="7900968" y="940234"/>
                  </a:lnTo>
                  <a:lnTo>
                    <a:pt x="7961535" y="926262"/>
                  </a:lnTo>
                  <a:lnTo>
                    <a:pt x="8017431" y="910703"/>
                  </a:lnTo>
                  <a:lnTo>
                    <a:pt x="8069500" y="893380"/>
                  </a:lnTo>
                  <a:lnTo>
                    <a:pt x="8118551" y="874154"/>
                  </a:lnTo>
                  <a:lnTo>
                    <a:pt x="8151487" y="859526"/>
                  </a:lnTo>
                  <a:lnTo>
                    <a:pt x="8202129" y="834258"/>
                  </a:lnTo>
                  <a:lnTo>
                    <a:pt x="8251208" y="806491"/>
                  </a:lnTo>
                  <a:lnTo>
                    <a:pt x="8299296" y="776186"/>
                  </a:lnTo>
                  <a:lnTo>
                    <a:pt x="8346818" y="743384"/>
                  </a:lnTo>
                  <a:lnTo>
                    <a:pt x="8394075" y="708215"/>
                  </a:lnTo>
                  <a:lnTo>
                    <a:pt x="8441267" y="670904"/>
                  </a:lnTo>
                  <a:lnTo>
                    <a:pt x="8488507" y="631773"/>
                  </a:lnTo>
                  <a:lnTo>
                    <a:pt x="8535840" y="591228"/>
                  </a:lnTo>
                  <a:lnTo>
                    <a:pt x="8583258" y="549749"/>
                  </a:lnTo>
                  <a:lnTo>
                    <a:pt x="8630718" y="507866"/>
                  </a:lnTo>
                  <a:lnTo>
                    <a:pt x="8678162" y="466129"/>
                  </a:lnTo>
                  <a:lnTo>
                    <a:pt x="8725538" y="425083"/>
                  </a:lnTo>
                  <a:lnTo>
                    <a:pt x="8772820" y="385232"/>
                  </a:lnTo>
                  <a:lnTo>
                    <a:pt x="8820025" y="347021"/>
                  </a:lnTo>
                  <a:lnTo>
                    <a:pt x="8867232" y="310813"/>
                  </a:lnTo>
                  <a:lnTo>
                    <a:pt x="8914598" y="276878"/>
                  </a:lnTo>
                  <a:lnTo>
                    <a:pt x="8962376" y="245390"/>
                  </a:lnTo>
                  <a:lnTo>
                    <a:pt x="9010929" y="216432"/>
                  </a:lnTo>
                  <a:lnTo>
                    <a:pt x="9060755" y="190000"/>
                  </a:lnTo>
                  <a:lnTo>
                    <a:pt x="9084767" y="178443"/>
                  </a:lnTo>
                  <a:lnTo>
                    <a:pt x="9132143" y="157843"/>
                  </a:lnTo>
                  <a:lnTo>
                    <a:pt x="9182019" y="139199"/>
                  </a:lnTo>
                  <a:lnTo>
                    <a:pt x="9235148" y="122422"/>
                  </a:lnTo>
                  <a:lnTo>
                    <a:pt x="9292356" y="107359"/>
                  </a:lnTo>
                  <a:lnTo>
                    <a:pt x="9354488" y="93828"/>
                  </a:lnTo>
                  <a:lnTo>
                    <a:pt x="9422348" y="81653"/>
                  </a:lnTo>
                  <a:lnTo>
                    <a:pt x="9496625" y="70673"/>
                  </a:lnTo>
                  <a:lnTo>
                    <a:pt x="9577791" y="60754"/>
                  </a:lnTo>
                  <a:lnTo>
                    <a:pt x="9665960" y="51791"/>
                  </a:lnTo>
                  <a:lnTo>
                    <a:pt x="9760715" y="43712"/>
                  </a:lnTo>
                  <a:lnTo>
                    <a:pt x="9860920" y="36478"/>
                  </a:lnTo>
                  <a:lnTo>
                    <a:pt x="9964556" y="30077"/>
                  </a:lnTo>
                  <a:lnTo>
                    <a:pt x="10068644" y="24521"/>
                  </a:lnTo>
                  <a:lnTo>
                    <a:pt x="10169344" y="19827"/>
                  </a:lnTo>
                  <a:lnTo>
                    <a:pt x="10262307" y="16010"/>
                  </a:lnTo>
                  <a:lnTo>
                    <a:pt x="10343265" y="13057"/>
                  </a:lnTo>
                  <a:lnTo>
                    <a:pt x="10408788" y="10921"/>
                  </a:lnTo>
                  <a:lnTo>
                    <a:pt x="10456996" y="9507"/>
                  </a:lnTo>
                  <a:lnTo>
                    <a:pt x="10488022" y="8685"/>
                  </a:lnTo>
                  <a:lnTo>
                    <a:pt x="10504123" y="8299"/>
                  </a:lnTo>
                  <a:lnTo>
                    <a:pt x="10509483" y="8181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8686" y="25"/>
                  </a:lnTo>
                  <a:lnTo>
                    <a:pt x="10500646" y="206"/>
                  </a:lnTo>
                  <a:lnTo>
                    <a:pt x="10480425" y="706"/>
                  </a:lnTo>
                  <a:lnTo>
                    <a:pt x="10444388" y="1689"/>
                  </a:lnTo>
                  <a:lnTo>
                    <a:pt x="10390903" y="3308"/>
                  </a:lnTo>
                  <a:lnTo>
                    <a:pt x="10320470" y="5681"/>
                  </a:lnTo>
                  <a:lnTo>
                    <a:pt x="10235498" y="8890"/>
                  </a:lnTo>
                  <a:lnTo>
                    <a:pt x="10139749" y="12970"/>
                  </a:lnTo>
                  <a:lnTo>
                    <a:pt x="10037590" y="17925"/>
                  </a:lnTo>
                  <a:lnTo>
                    <a:pt x="9933270" y="23736"/>
                  </a:lnTo>
                  <a:lnTo>
                    <a:pt x="9830393" y="30387"/>
                  </a:lnTo>
                  <a:lnTo>
                    <a:pt x="9731653" y="37872"/>
                  </a:lnTo>
                  <a:lnTo>
                    <a:pt x="9638791" y="46211"/>
                  </a:lnTo>
                  <a:lnTo>
                    <a:pt x="9552707" y="55452"/>
                  </a:lnTo>
                  <a:lnTo>
                    <a:pt x="9473638" y="65677"/>
                  </a:lnTo>
                  <a:lnTo>
                    <a:pt x="9401348" y="76999"/>
                  </a:lnTo>
                  <a:lnTo>
                    <a:pt x="9335285" y="89563"/>
                  </a:lnTo>
                  <a:lnTo>
                    <a:pt x="9274718" y="103535"/>
                  </a:lnTo>
                  <a:lnTo>
                    <a:pt x="9218822" y="119094"/>
                  </a:lnTo>
                  <a:lnTo>
                    <a:pt x="9166753" y="136416"/>
                  </a:lnTo>
                  <a:lnTo>
                    <a:pt x="9117702" y="155643"/>
                  </a:lnTo>
                  <a:lnTo>
                    <a:pt x="9084767" y="170270"/>
                  </a:lnTo>
                  <a:lnTo>
                    <a:pt x="9034124" y="195539"/>
                  </a:lnTo>
                  <a:lnTo>
                    <a:pt x="8985045" y="223306"/>
                  </a:lnTo>
                  <a:lnTo>
                    <a:pt x="8936957" y="253611"/>
                  </a:lnTo>
                  <a:lnTo>
                    <a:pt x="8889435" y="286413"/>
                  </a:lnTo>
                  <a:lnTo>
                    <a:pt x="8842178" y="321582"/>
                  </a:lnTo>
                  <a:lnTo>
                    <a:pt x="8794986" y="358893"/>
                  </a:lnTo>
                  <a:lnTo>
                    <a:pt x="8747746" y="398024"/>
                  </a:lnTo>
                  <a:lnTo>
                    <a:pt x="8700413" y="438569"/>
                  </a:lnTo>
                  <a:lnTo>
                    <a:pt x="8652995" y="480048"/>
                  </a:lnTo>
                  <a:lnTo>
                    <a:pt x="8605536" y="521931"/>
                  </a:lnTo>
                  <a:lnTo>
                    <a:pt x="8558092" y="563667"/>
                  </a:lnTo>
                  <a:lnTo>
                    <a:pt x="8510715" y="604714"/>
                  </a:lnTo>
                  <a:lnTo>
                    <a:pt x="8463433" y="644565"/>
                  </a:lnTo>
                  <a:lnTo>
                    <a:pt x="8416229" y="682776"/>
                  </a:lnTo>
                  <a:lnTo>
                    <a:pt x="8369022" y="718984"/>
                  </a:lnTo>
                  <a:lnTo>
                    <a:pt x="8321655" y="752919"/>
                  </a:lnTo>
                  <a:lnTo>
                    <a:pt x="8273877" y="784407"/>
                  </a:lnTo>
                  <a:lnTo>
                    <a:pt x="8225325" y="813365"/>
                  </a:lnTo>
                  <a:lnTo>
                    <a:pt x="8175499" y="839797"/>
                  </a:lnTo>
                  <a:lnTo>
                    <a:pt x="8151487" y="851353"/>
                  </a:lnTo>
                  <a:lnTo>
                    <a:pt x="8104110" y="871954"/>
                  </a:lnTo>
                  <a:lnTo>
                    <a:pt x="8054234" y="890598"/>
                  </a:lnTo>
                  <a:lnTo>
                    <a:pt x="8001105" y="907374"/>
                  </a:lnTo>
                  <a:lnTo>
                    <a:pt x="7943897" y="922438"/>
                  </a:lnTo>
                  <a:lnTo>
                    <a:pt x="7881765" y="935969"/>
                  </a:lnTo>
                  <a:lnTo>
                    <a:pt x="7813906" y="948144"/>
                  </a:lnTo>
                  <a:lnTo>
                    <a:pt x="7739628" y="959124"/>
                  </a:lnTo>
                  <a:lnTo>
                    <a:pt x="7658462" y="969043"/>
                  </a:lnTo>
                  <a:lnTo>
                    <a:pt x="7570293" y="978006"/>
                  </a:lnTo>
                  <a:lnTo>
                    <a:pt x="7475539" y="986085"/>
                  </a:lnTo>
                  <a:lnTo>
                    <a:pt x="7375333" y="993319"/>
                  </a:lnTo>
                  <a:lnTo>
                    <a:pt x="7271697" y="999720"/>
                  </a:lnTo>
                  <a:lnTo>
                    <a:pt x="7167610" y="1005276"/>
                  </a:lnTo>
                  <a:lnTo>
                    <a:pt x="7066909" y="1009970"/>
                  </a:lnTo>
                  <a:lnTo>
                    <a:pt x="6973947" y="1013787"/>
                  </a:lnTo>
                  <a:lnTo>
                    <a:pt x="6892988" y="1016739"/>
                  </a:lnTo>
                  <a:lnTo>
                    <a:pt x="6827465" y="1018876"/>
                  </a:lnTo>
                  <a:lnTo>
                    <a:pt x="6779257" y="1020290"/>
                  </a:lnTo>
                  <a:lnTo>
                    <a:pt x="6748231" y="1021112"/>
                  </a:lnTo>
                  <a:lnTo>
                    <a:pt x="6732130" y="1021498"/>
                  </a:lnTo>
                  <a:lnTo>
                    <a:pt x="6726770" y="1021616"/>
                  </a:lnTo>
                  <a:lnTo>
                    <a:pt x="6726343" y="1021624"/>
                  </a:lnTo>
                  <a:lnTo>
                    <a:pt x="5254955" y="1021624"/>
                  </a:lnTo>
                  <a:lnTo>
                    <a:pt x="5254169" y="1021726"/>
                  </a:lnTo>
                  <a:lnTo>
                    <a:pt x="5248961" y="1022454"/>
                  </a:lnTo>
                  <a:lnTo>
                    <a:pt x="5235699" y="1024461"/>
                  </a:lnTo>
                  <a:lnTo>
                    <a:pt x="5211656" y="1028421"/>
                  </a:lnTo>
                  <a:lnTo>
                    <a:pt x="5175145" y="1034979"/>
                  </a:lnTo>
                  <a:lnTo>
                    <a:pt x="5125632" y="1044711"/>
                  </a:lnTo>
                  <a:lnTo>
                    <a:pt x="5063745" y="1058069"/>
                  </a:lnTo>
                  <a:lnTo>
                    <a:pt x="4991128" y="1075358"/>
                  </a:lnTo>
                  <a:lnTo>
                    <a:pt x="4910161" y="1096734"/>
                  </a:lnTo>
                  <a:lnTo>
                    <a:pt x="4823608" y="1122226"/>
                  </a:lnTo>
                  <a:lnTo>
                    <a:pt x="4734257" y="1151781"/>
                  </a:lnTo>
                  <a:lnTo>
                    <a:pt x="4644633" y="1185319"/>
                  </a:lnTo>
                  <a:lnTo>
                    <a:pt x="4556818" y="1222778"/>
                  </a:lnTo>
                  <a:lnTo>
                    <a:pt x="4472370" y="1264159"/>
                  </a:lnTo>
                  <a:lnTo>
                    <a:pt x="4392329" y="1309552"/>
                  </a:lnTo>
                  <a:lnTo>
                    <a:pt x="4317277" y="1359150"/>
                  </a:lnTo>
                  <a:lnTo>
                    <a:pt x="4247421" y="1413263"/>
                  </a:lnTo>
                  <a:lnTo>
                    <a:pt x="4182687" y="1472312"/>
                  </a:lnTo>
                  <a:lnTo>
                    <a:pt x="4122799" y="1536824"/>
                  </a:lnTo>
                  <a:lnTo>
                    <a:pt x="4067347" y="1607423"/>
                  </a:lnTo>
                  <a:lnTo>
                    <a:pt x="4015840" y="1684803"/>
                  </a:lnTo>
                  <a:lnTo>
                    <a:pt x="3967749" y="1769698"/>
                  </a:lnTo>
                  <a:lnTo>
                    <a:pt x="3922536" y="1862820"/>
                  </a:lnTo>
                  <a:lnTo>
                    <a:pt x="3879677" y="1964774"/>
                  </a:lnTo>
                  <a:lnTo>
                    <a:pt x="3838693" y="2075916"/>
                  </a:lnTo>
                  <a:lnTo>
                    <a:pt x="3829811" y="2101822"/>
                  </a:lnTo>
                  <a:lnTo>
                    <a:pt x="3803683" y="2181830"/>
                  </a:lnTo>
                  <a:lnTo>
                    <a:pt x="3778050" y="2265912"/>
                  </a:lnTo>
                  <a:lnTo>
                    <a:pt x="3752819" y="2354148"/>
                  </a:lnTo>
                  <a:lnTo>
                    <a:pt x="3727909" y="2446583"/>
                  </a:lnTo>
                  <a:lnTo>
                    <a:pt x="3703250" y="2543235"/>
                  </a:lnTo>
                  <a:lnTo>
                    <a:pt x="3678781" y="2644083"/>
                  </a:lnTo>
                  <a:lnTo>
                    <a:pt x="3654453" y="2749072"/>
                  </a:lnTo>
                  <a:lnTo>
                    <a:pt x="3630221" y="2858105"/>
                  </a:lnTo>
                  <a:lnTo>
                    <a:pt x="3606051" y="2971045"/>
                  </a:lnTo>
                  <a:lnTo>
                    <a:pt x="3581915" y="3087714"/>
                  </a:lnTo>
                  <a:lnTo>
                    <a:pt x="3557791" y="3207892"/>
                  </a:lnTo>
                  <a:lnTo>
                    <a:pt x="3533661" y="3331317"/>
                  </a:lnTo>
                  <a:lnTo>
                    <a:pt x="3509515" y="3457687"/>
                  </a:lnTo>
                  <a:lnTo>
                    <a:pt x="3485346" y="3586663"/>
                  </a:lnTo>
                  <a:lnTo>
                    <a:pt x="3461151" y="3717872"/>
                  </a:lnTo>
                  <a:lnTo>
                    <a:pt x="3436932" y="3850909"/>
                  </a:lnTo>
                  <a:lnTo>
                    <a:pt x="3412692" y="3985347"/>
                  </a:lnTo>
                  <a:lnTo>
                    <a:pt x="3388436" y="4120735"/>
                  </a:lnTo>
                  <a:lnTo>
                    <a:pt x="3364172" y="4256612"/>
                  </a:lnTo>
                  <a:lnTo>
                    <a:pt x="3339907" y="4392508"/>
                  </a:lnTo>
                  <a:lnTo>
                    <a:pt x="3315650" y="4527955"/>
                  </a:lnTo>
                  <a:lnTo>
                    <a:pt x="3291408" y="4662487"/>
                  </a:lnTo>
                  <a:lnTo>
                    <a:pt x="3267187" y="4795657"/>
                  </a:lnTo>
                  <a:lnTo>
                    <a:pt x="3242991" y="4927032"/>
                  </a:lnTo>
                  <a:lnTo>
                    <a:pt x="3218819" y="5056207"/>
                  </a:lnTo>
                  <a:lnTo>
                    <a:pt x="3194672" y="5182805"/>
                  </a:lnTo>
                  <a:lnTo>
                    <a:pt x="3170541" y="5306485"/>
                  </a:lnTo>
                  <a:lnTo>
                    <a:pt x="3146416" y="5426941"/>
                  </a:lnTo>
                  <a:lnTo>
                    <a:pt x="3122282" y="5543908"/>
                  </a:lnTo>
                  <a:lnTo>
                    <a:pt x="3098116" y="5657163"/>
                  </a:lnTo>
                  <a:lnTo>
                    <a:pt x="3073891" y="5766524"/>
                  </a:lnTo>
                  <a:lnTo>
                    <a:pt x="3049572" y="5871851"/>
                  </a:lnTo>
                  <a:lnTo>
                    <a:pt x="3025116" y="5973043"/>
                  </a:lnTo>
                  <a:lnTo>
                    <a:pt x="3000475" y="6070042"/>
                  </a:lnTo>
                  <a:lnTo>
                    <a:pt x="2975588" y="6162825"/>
                  </a:lnTo>
                  <a:lnTo>
                    <a:pt x="2950387" y="6251405"/>
                  </a:lnTo>
                  <a:lnTo>
                    <a:pt x="2924791" y="6335828"/>
                  </a:lnTo>
                  <a:lnTo>
                    <a:pt x="2898707" y="6416168"/>
                  </a:lnTo>
                  <a:lnTo>
                    <a:pt x="2896531" y="6422614"/>
                  </a:lnTo>
                  <a:lnTo>
                    <a:pt x="2855904" y="6535803"/>
                  </a:lnTo>
                  <a:lnTo>
                    <a:pt x="2813501" y="6639776"/>
                  </a:lnTo>
                  <a:lnTo>
                    <a:pt x="2768853" y="6734812"/>
                  </a:lnTo>
                  <a:lnTo>
                    <a:pt x="2721447" y="6821473"/>
                  </a:lnTo>
                  <a:lnTo>
                    <a:pt x="2670745" y="6900457"/>
                  </a:lnTo>
                  <a:lnTo>
                    <a:pt x="2616212" y="6972498"/>
                  </a:lnTo>
                  <a:lnTo>
                    <a:pt x="2557347" y="7038304"/>
                  </a:lnTo>
                  <a:lnTo>
                    <a:pt x="2493718" y="7098515"/>
                  </a:lnTo>
                  <a:lnTo>
                    <a:pt x="2425013" y="7153683"/>
                  </a:lnTo>
                  <a:lnTo>
                    <a:pt x="2351107" y="7204253"/>
                  </a:lnTo>
                  <a:lnTo>
                    <a:pt x="2272137" y="7250557"/>
                  </a:lnTo>
                  <a:lnTo>
                    <a:pt x="2188595" y="7292817"/>
                  </a:lnTo>
                  <a:lnTo>
                    <a:pt x="2101411" y="7331144"/>
                  </a:lnTo>
                  <a:lnTo>
                    <a:pt x="2012027" y="7365556"/>
                  </a:lnTo>
                  <a:lnTo>
                    <a:pt x="1922410" y="7396001"/>
                  </a:lnTo>
                  <a:lnTo>
                    <a:pt x="1835001" y="7422401"/>
                  </a:lnTo>
                  <a:lnTo>
                    <a:pt x="1752551" y="7444691"/>
                  </a:lnTo>
                  <a:lnTo>
                    <a:pt x="1677856" y="7462879"/>
                  </a:lnTo>
                  <a:lnTo>
                    <a:pt x="1613415" y="7477088"/>
                  </a:lnTo>
                  <a:lnTo>
                    <a:pt x="1561064" y="7487590"/>
                  </a:lnTo>
                  <a:lnTo>
                    <a:pt x="1521673" y="7494807"/>
                  </a:lnTo>
                  <a:lnTo>
                    <a:pt x="1494970" y="7499289"/>
                  </a:lnTo>
                  <a:lnTo>
                    <a:pt x="1479518" y="7501671"/>
                  </a:lnTo>
                  <a:lnTo>
                    <a:pt x="1472806" y="7502625"/>
                  </a:lnTo>
                  <a:lnTo>
                    <a:pt x="1471387" y="7502812"/>
                  </a:lnTo>
                  <a:lnTo>
                    <a:pt x="0" y="7502812"/>
                  </a:lnTo>
                  <a:close/>
                </a:path>
              </a:pathLst>
            </a:custGeom>
            <a:solidFill>
              <a:srgbClr val="69D6E2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2154" name="pl2154"/>
            <p:cNvSpPr/>
            <p:nvPr/>
          </p:nvSpPr>
          <p:spPr>
            <a:xfrm>
              <a:off x="4799595" y="3672090"/>
              <a:ext cx="11981298" cy="7502812"/>
            </a:xfrm>
            <a:custGeom>
              <a:avLst/>
              <a:pathLst>
                <a:path w="11981298" h="7502812">
                  <a:moveTo>
                    <a:pt x="0" y="7502812"/>
                  </a:moveTo>
                  <a:lnTo>
                    <a:pt x="1471387" y="7502812"/>
                  </a:lnTo>
                  <a:lnTo>
                    <a:pt x="1472173" y="7502710"/>
                  </a:lnTo>
                  <a:lnTo>
                    <a:pt x="1477381" y="7501983"/>
                  </a:lnTo>
                  <a:lnTo>
                    <a:pt x="1490643" y="7499975"/>
                  </a:lnTo>
                  <a:lnTo>
                    <a:pt x="1514686" y="7496016"/>
                  </a:lnTo>
                  <a:lnTo>
                    <a:pt x="1551197" y="7489457"/>
                  </a:lnTo>
                  <a:lnTo>
                    <a:pt x="1600710" y="7479725"/>
                  </a:lnTo>
                  <a:lnTo>
                    <a:pt x="1662597" y="7466367"/>
                  </a:lnTo>
                  <a:lnTo>
                    <a:pt x="1735214" y="7449078"/>
                  </a:lnTo>
                  <a:lnTo>
                    <a:pt x="1816181" y="7427702"/>
                  </a:lnTo>
                  <a:lnTo>
                    <a:pt x="1902734" y="7402210"/>
                  </a:lnTo>
                  <a:lnTo>
                    <a:pt x="1992086" y="7372655"/>
                  </a:lnTo>
                  <a:lnTo>
                    <a:pt x="2081710" y="7339117"/>
                  </a:lnTo>
                  <a:lnTo>
                    <a:pt x="2169524" y="7301658"/>
                  </a:lnTo>
                  <a:lnTo>
                    <a:pt x="2253972" y="7260277"/>
                  </a:lnTo>
                  <a:lnTo>
                    <a:pt x="2334013" y="7214884"/>
                  </a:lnTo>
                  <a:lnTo>
                    <a:pt x="2409065" y="7165286"/>
                  </a:lnTo>
                  <a:lnTo>
                    <a:pt x="2478921" y="7111173"/>
                  </a:lnTo>
                  <a:lnTo>
                    <a:pt x="2543655" y="7052124"/>
                  </a:lnTo>
                  <a:lnTo>
                    <a:pt x="2603543" y="6987612"/>
                  </a:lnTo>
                  <a:lnTo>
                    <a:pt x="2658995" y="6917014"/>
                  </a:lnTo>
                  <a:lnTo>
                    <a:pt x="2710502" y="6839633"/>
                  </a:lnTo>
                  <a:lnTo>
                    <a:pt x="2758593" y="6754738"/>
                  </a:lnTo>
                  <a:lnTo>
                    <a:pt x="2803806" y="6661616"/>
                  </a:lnTo>
                  <a:lnTo>
                    <a:pt x="2846665" y="6559662"/>
                  </a:lnTo>
                  <a:lnTo>
                    <a:pt x="2887649" y="6448520"/>
                  </a:lnTo>
                  <a:lnTo>
                    <a:pt x="2896531" y="6422614"/>
                  </a:lnTo>
                  <a:lnTo>
                    <a:pt x="2922659" y="6342606"/>
                  </a:lnTo>
                  <a:lnTo>
                    <a:pt x="2948292" y="6258524"/>
                  </a:lnTo>
                  <a:lnTo>
                    <a:pt x="2973523" y="6170289"/>
                  </a:lnTo>
                  <a:lnTo>
                    <a:pt x="2998433" y="6077853"/>
                  </a:lnTo>
                  <a:lnTo>
                    <a:pt x="3023092" y="5981201"/>
                  </a:lnTo>
                  <a:lnTo>
                    <a:pt x="3047561" y="5880353"/>
                  </a:lnTo>
                  <a:lnTo>
                    <a:pt x="3071889" y="5775364"/>
                  </a:lnTo>
                  <a:lnTo>
                    <a:pt x="3096121" y="5666332"/>
                  </a:lnTo>
                  <a:lnTo>
                    <a:pt x="3120291" y="5553391"/>
                  </a:lnTo>
                  <a:lnTo>
                    <a:pt x="3144427" y="5436722"/>
                  </a:lnTo>
                  <a:lnTo>
                    <a:pt x="3168551" y="5316544"/>
                  </a:lnTo>
                  <a:lnTo>
                    <a:pt x="3192681" y="5193119"/>
                  </a:lnTo>
                  <a:lnTo>
                    <a:pt x="3216827" y="5066749"/>
                  </a:lnTo>
                  <a:lnTo>
                    <a:pt x="3240996" y="4937773"/>
                  </a:lnTo>
                  <a:lnTo>
                    <a:pt x="3265191" y="4806564"/>
                  </a:lnTo>
                  <a:lnTo>
                    <a:pt x="3289410" y="4673527"/>
                  </a:lnTo>
                  <a:lnTo>
                    <a:pt x="3313651" y="4539090"/>
                  </a:lnTo>
                  <a:lnTo>
                    <a:pt x="3337906" y="4403701"/>
                  </a:lnTo>
                  <a:lnTo>
                    <a:pt x="3362171" y="4267824"/>
                  </a:lnTo>
                  <a:lnTo>
                    <a:pt x="3386435" y="4131928"/>
                  </a:lnTo>
                  <a:lnTo>
                    <a:pt x="3410692" y="3996482"/>
                  </a:lnTo>
                  <a:lnTo>
                    <a:pt x="3434934" y="3861949"/>
                  </a:lnTo>
                  <a:lnTo>
                    <a:pt x="3459155" y="3728779"/>
                  </a:lnTo>
                  <a:lnTo>
                    <a:pt x="3483352" y="3597404"/>
                  </a:lnTo>
                  <a:lnTo>
                    <a:pt x="3507523" y="3468229"/>
                  </a:lnTo>
                  <a:lnTo>
                    <a:pt x="3531670" y="3341631"/>
                  </a:lnTo>
                  <a:lnTo>
                    <a:pt x="3555801" y="3217952"/>
                  </a:lnTo>
                  <a:lnTo>
                    <a:pt x="3579926" y="3097495"/>
                  </a:lnTo>
                  <a:lnTo>
                    <a:pt x="3604060" y="2980528"/>
                  </a:lnTo>
                  <a:lnTo>
                    <a:pt x="3628226" y="2867273"/>
                  </a:lnTo>
                  <a:lnTo>
                    <a:pt x="3652451" y="2757912"/>
                  </a:lnTo>
                  <a:lnTo>
                    <a:pt x="3676770" y="2652586"/>
                  </a:lnTo>
                  <a:lnTo>
                    <a:pt x="3701226" y="2551393"/>
                  </a:lnTo>
                  <a:lnTo>
                    <a:pt x="3725867" y="2454394"/>
                  </a:lnTo>
                  <a:lnTo>
                    <a:pt x="3750754" y="2361611"/>
                  </a:lnTo>
                  <a:lnTo>
                    <a:pt x="3775956" y="2273031"/>
                  </a:lnTo>
                  <a:lnTo>
                    <a:pt x="3801552" y="2188608"/>
                  </a:lnTo>
                  <a:lnTo>
                    <a:pt x="3827635" y="2108268"/>
                  </a:lnTo>
                  <a:lnTo>
                    <a:pt x="3829811" y="2101822"/>
                  </a:lnTo>
                  <a:lnTo>
                    <a:pt x="3870438" y="1988634"/>
                  </a:lnTo>
                  <a:lnTo>
                    <a:pt x="3912842" y="1884660"/>
                  </a:lnTo>
                  <a:lnTo>
                    <a:pt x="3957489" y="1789624"/>
                  </a:lnTo>
                  <a:lnTo>
                    <a:pt x="4004895" y="1702963"/>
                  </a:lnTo>
                  <a:lnTo>
                    <a:pt x="4055597" y="1623979"/>
                  </a:lnTo>
                  <a:lnTo>
                    <a:pt x="4110130" y="1551938"/>
                  </a:lnTo>
                  <a:lnTo>
                    <a:pt x="4168995" y="1486132"/>
                  </a:lnTo>
                  <a:lnTo>
                    <a:pt x="4232624" y="1425921"/>
                  </a:lnTo>
                  <a:lnTo>
                    <a:pt x="4301329" y="1370753"/>
                  </a:lnTo>
                  <a:lnTo>
                    <a:pt x="4375235" y="1320184"/>
                  </a:lnTo>
                  <a:lnTo>
                    <a:pt x="4454205" y="1273879"/>
                  </a:lnTo>
                  <a:lnTo>
                    <a:pt x="4537747" y="1231619"/>
                  </a:lnTo>
                  <a:lnTo>
                    <a:pt x="4624931" y="1193292"/>
                  </a:lnTo>
                  <a:lnTo>
                    <a:pt x="4714315" y="1158881"/>
                  </a:lnTo>
                  <a:lnTo>
                    <a:pt x="4803932" y="1128435"/>
                  </a:lnTo>
                  <a:lnTo>
                    <a:pt x="4891341" y="1102035"/>
                  </a:lnTo>
                  <a:lnTo>
                    <a:pt x="4973791" y="1079745"/>
                  </a:lnTo>
                  <a:lnTo>
                    <a:pt x="5048486" y="1061558"/>
                  </a:lnTo>
                  <a:lnTo>
                    <a:pt x="5112927" y="1047348"/>
                  </a:lnTo>
                  <a:lnTo>
                    <a:pt x="5165278" y="1036846"/>
                  </a:lnTo>
                  <a:lnTo>
                    <a:pt x="5204669" y="1029630"/>
                  </a:lnTo>
                  <a:lnTo>
                    <a:pt x="5231372" y="1025148"/>
                  </a:lnTo>
                  <a:lnTo>
                    <a:pt x="5246825" y="1022765"/>
                  </a:lnTo>
                  <a:lnTo>
                    <a:pt x="5253536" y="1021811"/>
                  </a:lnTo>
                  <a:lnTo>
                    <a:pt x="5254946" y="1021625"/>
                  </a:lnTo>
                  <a:lnTo>
                    <a:pt x="5254955" y="1021624"/>
                  </a:lnTo>
                  <a:lnTo>
                    <a:pt x="6726343" y="1021624"/>
                  </a:lnTo>
                  <a:lnTo>
                    <a:pt x="6727568" y="1021599"/>
                  </a:lnTo>
                  <a:lnTo>
                    <a:pt x="6735607" y="1021418"/>
                  </a:lnTo>
                  <a:lnTo>
                    <a:pt x="6755828" y="1020918"/>
                  </a:lnTo>
                  <a:lnTo>
                    <a:pt x="6791866" y="1019935"/>
                  </a:lnTo>
                  <a:lnTo>
                    <a:pt x="6845350" y="1018316"/>
                  </a:lnTo>
                  <a:lnTo>
                    <a:pt x="6915783" y="1015943"/>
                  </a:lnTo>
                  <a:lnTo>
                    <a:pt x="7000755" y="1012734"/>
                  </a:lnTo>
                  <a:lnTo>
                    <a:pt x="7096504" y="1008654"/>
                  </a:lnTo>
                  <a:lnTo>
                    <a:pt x="7198664" y="1003699"/>
                  </a:lnTo>
                  <a:lnTo>
                    <a:pt x="7302984" y="997888"/>
                  </a:lnTo>
                  <a:lnTo>
                    <a:pt x="7405860" y="991237"/>
                  </a:lnTo>
                  <a:lnTo>
                    <a:pt x="7504600" y="983751"/>
                  </a:lnTo>
                  <a:lnTo>
                    <a:pt x="7597462" y="975413"/>
                  </a:lnTo>
                  <a:lnTo>
                    <a:pt x="7683547" y="966172"/>
                  </a:lnTo>
                  <a:lnTo>
                    <a:pt x="7762615" y="955947"/>
                  </a:lnTo>
                  <a:lnTo>
                    <a:pt x="7834906" y="944624"/>
                  </a:lnTo>
                  <a:lnTo>
                    <a:pt x="7900968" y="932061"/>
                  </a:lnTo>
                  <a:lnTo>
                    <a:pt x="7961535" y="918089"/>
                  </a:lnTo>
                  <a:lnTo>
                    <a:pt x="8017431" y="902530"/>
                  </a:lnTo>
                  <a:lnTo>
                    <a:pt x="8069500" y="885207"/>
                  </a:lnTo>
                  <a:lnTo>
                    <a:pt x="8118551" y="865981"/>
                  </a:lnTo>
                  <a:lnTo>
                    <a:pt x="8151487" y="851353"/>
                  </a:lnTo>
                  <a:lnTo>
                    <a:pt x="8202129" y="826085"/>
                  </a:lnTo>
                  <a:lnTo>
                    <a:pt x="8251208" y="798318"/>
                  </a:lnTo>
                  <a:lnTo>
                    <a:pt x="8299296" y="768013"/>
                  </a:lnTo>
                  <a:lnTo>
                    <a:pt x="8346818" y="735211"/>
                  </a:lnTo>
                  <a:lnTo>
                    <a:pt x="8394075" y="700042"/>
                  </a:lnTo>
                  <a:lnTo>
                    <a:pt x="8441267" y="662731"/>
                  </a:lnTo>
                  <a:lnTo>
                    <a:pt x="8488507" y="623600"/>
                  </a:lnTo>
                  <a:lnTo>
                    <a:pt x="8535840" y="583055"/>
                  </a:lnTo>
                  <a:lnTo>
                    <a:pt x="8583258" y="541576"/>
                  </a:lnTo>
                  <a:lnTo>
                    <a:pt x="8630718" y="499693"/>
                  </a:lnTo>
                  <a:lnTo>
                    <a:pt x="8678162" y="457956"/>
                  </a:lnTo>
                  <a:lnTo>
                    <a:pt x="8725538" y="416910"/>
                  </a:lnTo>
                  <a:lnTo>
                    <a:pt x="8772820" y="377059"/>
                  </a:lnTo>
                  <a:lnTo>
                    <a:pt x="8820025" y="338848"/>
                  </a:lnTo>
                  <a:lnTo>
                    <a:pt x="8867232" y="302640"/>
                  </a:lnTo>
                  <a:lnTo>
                    <a:pt x="8914598" y="268705"/>
                  </a:lnTo>
                  <a:lnTo>
                    <a:pt x="8962376" y="237217"/>
                  </a:lnTo>
                  <a:lnTo>
                    <a:pt x="9010929" y="208259"/>
                  </a:lnTo>
                  <a:lnTo>
                    <a:pt x="9060755" y="181827"/>
                  </a:lnTo>
                  <a:lnTo>
                    <a:pt x="9084767" y="170270"/>
                  </a:lnTo>
                  <a:lnTo>
                    <a:pt x="9132143" y="149670"/>
                  </a:lnTo>
                  <a:lnTo>
                    <a:pt x="9182019" y="131026"/>
                  </a:lnTo>
                  <a:lnTo>
                    <a:pt x="9235148" y="114249"/>
                  </a:lnTo>
                  <a:lnTo>
                    <a:pt x="9292356" y="99186"/>
                  </a:lnTo>
                  <a:lnTo>
                    <a:pt x="9354488" y="85655"/>
                  </a:lnTo>
                  <a:lnTo>
                    <a:pt x="9422348" y="73480"/>
                  </a:lnTo>
                  <a:lnTo>
                    <a:pt x="9496625" y="62500"/>
                  </a:lnTo>
                  <a:lnTo>
                    <a:pt x="9577791" y="52581"/>
                  </a:lnTo>
                  <a:lnTo>
                    <a:pt x="9665960" y="43618"/>
                  </a:lnTo>
                  <a:lnTo>
                    <a:pt x="9760715" y="35539"/>
                  </a:lnTo>
                  <a:lnTo>
                    <a:pt x="9860920" y="28305"/>
                  </a:lnTo>
                  <a:lnTo>
                    <a:pt x="9964556" y="21904"/>
                  </a:lnTo>
                  <a:lnTo>
                    <a:pt x="10068644" y="16348"/>
                  </a:lnTo>
                  <a:lnTo>
                    <a:pt x="10169344" y="11654"/>
                  </a:lnTo>
                  <a:lnTo>
                    <a:pt x="10262307" y="7837"/>
                  </a:lnTo>
                  <a:lnTo>
                    <a:pt x="10343265" y="4884"/>
                  </a:lnTo>
                  <a:lnTo>
                    <a:pt x="10408788" y="2748"/>
                  </a:lnTo>
                  <a:lnTo>
                    <a:pt x="10456996" y="1334"/>
                  </a:lnTo>
                  <a:lnTo>
                    <a:pt x="10488022" y="512"/>
                  </a:lnTo>
                  <a:lnTo>
                    <a:pt x="10504123" y="126"/>
                  </a:lnTo>
                  <a:lnTo>
                    <a:pt x="10509483" y="8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55" name="pl2155"/>
            <p:cNvSpPr/>
            <p:nvPr/>
          </p:nvSpPr>
          <p:spPr>
            <a:xfrm>
              <a:off x="4799595" y="3663917"/>
              <a:ext cx="11981298" cy="7502812"/>
            </a:xfrm>
            <a:custGeom>
              <a:avLst/>
              <a:pathLst>
                <a:path w="11981298" h="7502812">
                  <a:moveTo>
                    <a:pt x="11981298" y="0"/>
                  </a:moveTo>
                  <a:lnTo>
                    <a:pt x="10509911" y="0"/>
                  </a:lnTo>
                  <a:lnTo>
                    <a:pt x="10508686" y="25"/>
                  </a:lnTo>
                  <a:lnTo>
                    <a:pt x="10500646" y="206"/>
                  </a:lnTo>
                  <a:lnTo>
                    <a:pt x="10480425" y="706"/>
                  </a:lnTo>
                  <a:lnTo>
                    <a:pt x="10444388" y="1689"/>
                  </a:lnTo>
                  <a:lnTo>
                    <a:pt x="10390903" y="3308"/>
                  </a:lnTo>
                  <a:lnTo>
                    <a:pt x="10320470" y="5681"/>
                  </a:lnTo>
                  <a:lnTo>
                    <a:pt x="10235498" y="8890"/>
                  </a:lnTo>
                  <a:lnTo>
                    <a:pt x="10139749" y="12970"/>
                  </a:lnTo>
                  <a:lnTo>
                    <a:pt x="10037590" y="17925"/>
                  </a:lnTo>
                  <a:lnTo>
                    <a:pt x="9933270" y="23736"/>
                  </a:lnTo>
                  <a:lnTo>
                    <a:pt x="9830393" y="30387"/>
                  </a:lnTo>
                  <a:lnTo>
                    <a:pt x="9731653" y="37872"/>
                  </a:lnTo>
                  <a:lnTo>
                    <a:pt x="9638791" y="46211"/>
                  </a:lnTo>
                  <a:lnTo>
                    <a:pt x="9552707" y="55452"/>
                  </a:lnTo>
                  <a:lnTo>
                    <a:pt x="9473638" y="65677"/>
                  </a:lnTo>
                  <a:lnTo>
                    <a:pt x="9401348" y="76999"/>
                  </a:lnTo>
                  <a:lnTo>
                    <a:pt x="9335285" y="89563"/>
                  </a:lnTo>
                  <a:lnTo>
                    <a:pt x="9274718" y="103535"/>
                  </a:lnTo>
                  <a:lnTo>
                    <a:pt x="9218822" y="119094"/>
                  </a:lnTo>
                  <a:lnTo>
                    <a:pt x="9166753" y="136416"/>
                  </a:lnTo>
                  <a:lnTo>
                    <a:pt x="9117702" y="155643"/>
                  </a:lnTo>
                  <a:lnTo>
                    <a:pt x="9084767" y="170270"/>
                  </a:lnTo>
                  <a:lnTo>
                    <a:pt x="9034124" y="195539"/>
                  </a:lnTo>
                  <a:lnTo>
                    <a:pt x="8985045" y="223306"/>
                  </a:lnTo>
                  <a:lnTo>
                    <a:pt x="8936957" y="253611"/>
                  </a:lnTo>
                  <a:lnTo>
                    <a:pt x="8889435" y="286413"/>
                  </a:lnTo>
                  <a:lnTo>
                    <a:pt x="8842178" y="321582"/>
                  </a:lnTo>
                  <a:lnTo>
                    <a:pt x="8794986" y="358893"/>
                  </a:lnTo>
                  <a:lnTo>
                    <a:pt x="8747746" y="398024"/>
                  </a:lnTo>
                  <a:lnTo>
                    <a:pt x="8700413" y="438569"/>
                  </a:lnTo>
                  <a:lnTo>
                    <a:pt x="8652995" y="480048"/>
                  </a:lnTo>
                  <a:lnTo>
                    <a:pt x="8605536" y="521931"/>
                  </a:lnTo>
                  <a:lnTo>
                    <a:pt x="8558092" y="563667"/>
                  </a:lnTo>
                  <a:lnTo>
                    <a:pt x="8510715" y="604714"/>
                  </a:lnTo>
                  <a:lnTo>
                    <a:pt x="8463433" y="644565"/>
                  </a:lnTo>
                  <a:lnTo>
                    <a:pt x="8416229" y="682776"/>
                  </a:lnTo>
                  <a:lnTo>
                    <a:pt x="8369022" y="718984"/>
                  </a:lnTo>
                  <a:lnTo>
                    <a:pt x="8321655" y="752919"/>
                  </a:lnTo>
                  <a:lnTo>
                    <a:pt x="8273877" y="784407"/>
                  </a:lnTo>
                  <a:lnTo>
                    <a:pt x="8225325" y="813365"/>
                  </a:lnTo>
                  <a:lnTo>
                    <a:pt x="8175499" y="839797"/>
                  </a:lnTo>
                  <a:lnTo>
                    <a:pt x="8151487" y="851353"/>
                  </a:lnTo>
                  <a:lnTo>
                    <a:pt x="8104110" y="871954"/>
                  </a:lnTo>
                  <a:lnTo>
                    <a:pt x="8054234" y="890598"/>
                  </a:lnTo>
                  <a:lnTo>
                    <a:pt x="8001105" y="907374"/>
                  </a:lnTo>
                  <a:lnTo>
                    <a:pt x="7943897" y="922438"/>
                  </a:lnTo>
                  <a:lnTo>
                    <a:pt x="7881765" y="935969"/>
                  </a:lnTo>
                  <a:lnTo>
                    <a:pt x="7813906" y="948144"/>
                  </a:lnTo>
                  <a:lnTo>
                    <a:pt x="7739628" y="959124"/>
                  </a:lnTo>
                  <a:lnTo>
                    <a:pt x="7658462" y="969043"/>
                  </a:lnTo>
                  <a:lnTo>
                    <a:pt x="7570293" y="978006"/>
                  </a:lnTo>
                  <a:lnTo>
                    <a:pt x="7475539" y="986085"/>
                  </a:lnTo>
                  <a:lnTo>
                    <a:pt x="7375333" y="993319"/>
                  </a:lnTo>
                  <a:lnTo>
                    <a:pt x="7271697" y="999720"/>
                  </a:lnTo>
                  <a:lnTo>
                    <a:pt x="7167610" y="1005276"/>
                  </a:lnTo>
                  <a:lnTo>
                    <a:pt x="7066909" y="1009970"/>
                  </a:lnTo>
                  <a:lnTo>
                    <a:pt x="6973947" y="1013787"/>
                  </a:lnTo>
                  <a:lnTo>
                    <a:pt x="6892988" y="1016739"/>
                  </a:lnTo>
                  <a:lnTo>
                    <a:pt x="6827465" y="1018876"/>
                  </a:lnTo>
                  <a:lnTo>
                    <a:pt x="6779257" y="1020290"/>
                  </a:lnTo>
                  <a:lnTo>
                    <a:pt x="6748231" y="1021112"/>
                  </a:lnTo>
                  <a:lnTo>
                    <a:pt x="6732130" y="1021498"/>
                  </a:lnTo>
                  <a:lnTo>
                    <a:pt x="6726770" y="1021616"/>
                  </a:lnTo>
                  <a:lnTo>
                    <a:pt x="6726343" y="1021624"/>
                  </a:lnTo>
                  <a:lnTo>
                    <a:pt x="5254955" y="1021624"/>
                  </a:lnTo>
                  <a:lnTo>
                    <a:pt x="5254169" y="1021726"/>
                  </a:lnTo>
                  <a:lnTo>
                    <a:pt x="5248961" y="1022454"/>
                  </a:lnTo>
                  <a:lnTo>
                    <a:pt x="5235699" y="1024461"/>
                  </a:lnTo>
                  <a:lnTo>
                    <a:pt x="5211656" y="1028421"/>
                  </a:lnTo>
                  <a:lnTo>
                    <a:pt x="5175145" y="1034979"/>
                  </a:lnTo>
                  <a:lnTo>
                    <a:pt x="5125632" y="1044711"/>
                  </a:lnTo>
                  <a:lnTo>
                    <a:pt x="5063745" y="1058069"/>
                  </a:lnTo>
                  <a:lnTo>
                    <a:pt x="4991128" y="1075358"/>
                  </a:lnTo>
                  <a:lnTo>
                    <a:pt x="4910161" y="1096734"/>
                  </a:lnTo>
                  <a:lnTo>
                    <a:pt x="4823608" y="1122226"/>
                  </a:lnTo>
                  <a:lnTo>
                    <a:pt x="4734257" y="1151781"/>
                  </a:lnTo>
                  <a:lnTo>
                    <a:pt x="4644633" y="1185319"/>
                  </a:lnTo>
                  <a:lnTo>
                    <a:pt x="4556818" y="1222778"/>
                  </a:lnTo>
                  <a:lnTo>
                    <a:pt x="4472370" y="1264159"/>
                  </a:lnTo>
                  <a:lnTo>
                    <a:pt x="4392329" y="1309552"/>
                  </a:lnTo>
                  <a:lnTo>
                    <a:pt x="4317277" y="1359150"/>
                  </a:lnTo>
                  <a:lnTo>
                    <a:pt x="4247421" y="1413263"/>
                  </a:lnTo>
                  <a:lnTo>
                    <a:pt x="4182687" y="1472312"/>
                  </a:lnTo>
                  <a:lnTo>
                    <a:pt x="4122799" y="1536824"/>
                  </a:lnTo>
                  <a:lnTo>
                    <a:pt x="4067347" y="1607423"/>
                  </a:lnTo>
                  <a:lnTo>
                    <a:pt x="4015840" y="1684803"/>
                  </a:lnTo>
                  <a:lnTo>
                    <a:pt x="3967749" y="1769698"/>
                  </a:lnTo>
                  <a:lnTo>
                    <a:pt x="3922536" y="1862820"/>
                  </a:lnTo>
                  <a:lnTo>
                    <a:pt x="3879677" y="1964774"/>
                  </a:lnTo>
                  <a:lnTo>
                    <a:pt x="3838693" y="2075916"/>
                  </a:lnTo>
                  <a:lnTo>
                    <a:pt x="3829811" y="2101822"/>
                  </a:lnTo>
                  <a:lnTo>
                    <a:pt x="3803683" y="2181830"/>
                  </a:lnTo>
                  <a:lnTo>
                    <a:pt x="3778050" y="2265912"/>
                  </a:lnTo>
                  <a:lnTo>
                    <a:pt x="3752819" y="2354148"/>
                  </a:lnTo>
                  <a:lnTo>
                    <a:pt x="3727909" y="2446583"/>
                  </a:lnTo>
                  <a:lnTo>
                    <a:pt x="3703250" y="2543235"/>
                  </a:lnTo>
                  <a:lnTo>
                    <a:pt x="3678781" y="2644083"/>
                  </a:lnTo>
                  <a:lnTo>
                    <a:pt x="3654453" y="2749072"/>
                  </a:lnTo>
                  <a:lnTo>
                    <a:pt x="3630221" y="2858105"/>
                  </a:lnTo>
                  <a:lnTo>
                    <a:pt x="3606051" y="2971045"/>
                  </a:lnTo>
                  <a:lnTo>
                    <a:pt x="3581915" y="3087714"/>
                  </a:lnTo>
                  <a:lnTo>
                    <a:pt x="3557791" y="3207892"/>
                  </a:lnTo>
                  <a:lnTo>
                    <a:pt x="3533661" y="3331317"/>
                  </a:lnTo>
                  <a:lnTo>
                    <a:pt x="3509515" y="3457687"/>
                  </a:lnTo>
                  <a:lnTo>
                    <a:pt x="3485346" y="3586663"/>
                  </a:lnTo>
                  <a:lnTo>
                    <a:pt x="3461151" y="3717872"/>
                  </a:lnTo>
                  <a:lnTo>
                    <a:pt x="3436932" y="3850909"/>
                  </a:lnTo>
                  <a:lnTo>
                    <a:pt x="3412692" y="3985347"/>
                  </a:lnTo>
                  <a:lnTo>
                    <a:pt x="3388436" y="4120735"/>
                  </a:lnTo>
                  <a:lnTo>
                    <a:pt x="3364172" y="4256612"/>
                  </a:lnTo>
                  <a:lnTo>
                    <a:pt x="3339907" y="4392508"/>
                  </a:lnTo>
                  <a:lnTo>
                    <a:pt x="3315650" y="4527955"/>
                  </a:lnTo>
                  <a:lnTo>
                    <a:pt x="3291408" y="4662487"/>
                  </a:lnTo>
                  <a:lnTo>
                    <a:pt x="3267187" y="4795657"/>
                  </a:lnTo>
                  <a:lnTo>
                    <a:pt x="3242991" y="4927032"/>
                  </a:lnTo>
                  <a:lnTo>
                    <a:pt x="3218819" y="5056207"/>
                  </a:lnTo>
                  <a:lnTo>
                    <a:pt x="3194672" y="5182805"/>
                  </a:lnTo>
                  <a:lnTo>
                    <a:pt x="3170541" y="5306485"/>
                  </a:lnTo>
                  <a:lnTo>
                    <a:pt x="3146416" y="5426941"/>
                  </a:lnTo>
                  <a:lnTo>
                    <a:pt x="3122282" y="5543908"/>
                  </a:lnTo>
                  <a:lnTo>
                    <a:pt x="3098116" y="5657163"/>
                  </a:lnTo>
                  <a:lnTo>
                    <a:pt x="3073891" y="5766524"/>
                  </a:lnTo>
                  <a:lnTo>
                    <a:pt x="3049572" y="5871851"/>
                  </a:lnTo>
                  <a:lnTo>
                    <a:pt x="3025116" y="5973043"/>
                  </a:lnTo>
                  <a:lnTo>
                    <a:pt x="3000475" y="6070042"/>
                  </a:lnTo>
                  <a:lnTo>
                    <a:pt x="2975588" y="6162825"/>
                  </a:lnTo>
                  <a:lnTo>
                    <a:pt x="2950387" y="6251405"/>
                  </a:lnTo>
                  <a:lnTo>
                    <a:pt x="2924791" y="6335828"/>
                  </a:lnTo>
                  <a:lnTo>
                    <a:pt x="2898707" y="6416168"/>
                  </a:lnTo>
                  <a:lnTo>
                    <a:pt x="2896531" y="6422614"/>
                  </a:lnTo>
                  <a:lnTo>
                    <a:pt x="2855904" y="6535803"/>
                  </a:lnTo>
                  <a:lnTo>
                    <a:pt x="2813501" y="6639776"/>
                  </a:lnTo>
                  <a:lnTo>
                    <a:pt x="2768853" y="6734812"/>
                  </a:lnTo>
                  <a:lnTo>
                    <a:pt x="2721447" y="6821473"/>
                  </a:lnTo>
                  <a:lnTo>
                    <a:pt x="2670745" y="6900457"/>
                  </a:lnTo>
                  <a:lnTo>
                    <a:pt x="2616212" y="6972498"/>
                  </a:lnTo>
                  <a:lnTo>
                    <a:pt x="2557347" y="7038304"/>
                  </a:lnTo>
                  <a:lnTo>
                    <a:pt x="2493718" y="7098515"/>
                  </a:lnTo>
                  <a:lnTo>
                    <a:pt x="2425013" y="7153683"/>
                  </a:lnTo>
                  <a:lnTo>
                    <a:pt x="2351107" y="7204253"/>
                  </a:lnTo>
                  <a:lnTo>
                    <a:pt x="2272137" y="7250557"/>
                  </a:lnTo>
                  <a:lnTo>
                    <a:pt x="2188595" y="7292817"/>
                  </a:lnTo>
                  <a:lnTo>
                    <a:pt x="2101411" y="7331144"/>
                  </a:lnTo>
                  <a:lnTo>
                    <a:pt x="2012027" y="7365556"/>
                  </a:lnTo>
                  <a:lnTo>
                    <a:pt x="1922410" y="7396001"/>
                  </a:lnTo>
                  <a:lnTo>
                    <a:pt x="1835001" y="7422401"/>
                  </a:lnTo>
                  <a:lnTo>
                    <a:pt x="1752551" y="7444691"/>
                  </a:lnTo>
                  <a:lnTo>
                    <a:pt x="1677856" y="7462879"/>
                  </a:lnTo>
                  <a:lnTo>
                    <a:pt x="1613415" y="7477088"/>
                  </a:lnTo>
                  <a:lnTo>
                    <a:pt x="1561064" y="7487590"/>
                  </a:lnTo>
                  <a:lnTo>
                    <a:pt x="1521673" y="7494807"/>
                  </a:lnTo>
                  <a:lnTo>
                    <a:pt x="1494970" y="7499289"/>
                  </a:lnTo>
                  <a:lnTo>
                    <a:pt x="1479518" y="7501671"/>
                  </a:lnTo>
                  <a:lnTo>
                    <a:pt x="1472806" y="7502625"/>
                  </a:lnTo>
                  <a:lnTo>
                    <a:pt x="1471396" y="7502811"/>
                  </a:lnTo>
                  <a:lnTo>
                    <a:pt x="1471387" y="7502812"/>
                  </a:lnTo>
                  <a:lnTo>
                    <a:pt x="0" y="750281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56" name="pg2156"/>
            <p:cNvSpPr/>
            <p:nvPr/>
          </p:nvSpPr>
          <p:spPr>
            <a:xfrm>
              <a:off x="4799595" y="4898040"/>
              <a:ext cx="11981298" cy="6285035"/>
            </a:xfrm>
            <a:custGeom>
              <a:avLst/>
              <a:pathLst>
                <a:path w="11981298" h="6285035">
                  <a:moveTo>
                    <a:pt x="0" y="6285035"/>
                  </a:moveTo>
                  <a:lnTo>
                    <a:pt x="1471387" y="6285035"/>
                  </a:lnTo>
                  <a:lnTo>
                    <a:pt x="1472186" y="6284935"/>
                  </a:lnTo>
                  <a:lnTo>
                    <a:pt x="1477478" y="6284219"/>
                  </a:lnTo>
                  <a:lnTo>
                    <a:pt x="1490947" y="6282242"/>
                  </a:lnTo>
                  <a:lnTo>
                    <a:pt x="1515353" y="6278342"/>
                  </a:lnTo>
                  <a:lnTo>
                    <a:pt x="1552388" y="6271885"/>
                  </a:lnTo>
                  <a:lnTo>
                    <a:pt x="1602566" y="6262307"/>
                  </a:lnTo>
                  <a:lnTo>
                    <a:pt x="1665214" y="6249165"/>
                  </a:lnTo>
                  <a:lnTo>
                    <a:pt x="1738629" y="6232166"/>
                  </a:lnTo>
                  <a:lnTo>
                    <a:pt x="1820367" y="6211162"/>
                  </a:lnTo>
                  <a:lnTo>
                    <a:pt x="1907612" y="6186129"/>
                  </a:lnTo>
                  <a:lnTo>
                    <a:pt x="1997537" y="6157121"/>
                  </a:lnTo>
                  <a:lnTo>
                    <a:pt x="2087595" y="6124218"/>
                  </a:lnTo>
                  <a:lnTo>
                    <a:pt x="2175704" y="6087477"/>
                  </a:lnTo>
                  <a:lnTo>
                    <a:pt x="2260317" y="6046893"/>
                  </a:lnTo>
                  <a:lnTo>
                    <a:pt x="2340414" y="6002370"/>
                  </a:lnTo>
                  <a:lnTo>
                    <a:pt x="2415437" y="5953708"/>
                  </a:lnTo>
                  <a:lnTo>
                    <a:pt x="2485203" y="5900593"/>
                  </a:lnTo>
                  <a:lnTo>
                    <a:pt x="2549809" y="5842601"/>
                  </a:lnTo>
                  <a:lnTo>
                    <a:pt x="2609552" y="5779203"/>
                  </a:lnTo>
                  <a:lnTo>
                    <a:pt x="2664859" y="5709776"/>
                  </a:lnTo>
                  <a:lnTo>
                    <a:pt x="2716235" y="5633630"/>
                  </a:lnTo>
                  <a:lnTo>
                    <a:pt x="2764220" y="5550044"/>
                  </a:lnTo>
                  <a:lnTo>
                    <a:pt x="2809361" y="5458321"/>
                  </a:lnTo>
                  <a:lnTo>
                    <a:pt x="2852186" y="5357890"/>
                  </a:lnTo>
                  <a:lnTo>
                    <a:pt x="2893175" y="5248444"/>
                  </a:lnTo>
                  <a:lnTo>
                    <a:pt x="2896531" y="5238891"/>
                  </a:lnTo>
                  <a:lnTo>
                    <a:pt x="2923058" y="5160182"/>
                  </a:lnTo>
                  <a:lnTo>
                    <a:pt x="2949074" y="5077403"/>
                  </a:lnTo>
                  <a:lnTo>
                    <a:pt x="2974680" y="4990475"/>
                  </a:lnTo>
                  <a:lnTo>
                    <a:pt x="2999958" y="4899352"/>
                  </a:lnTo>
                  <a:lnTo>
                    <a:pt x="3024982" y="4804019"/>
                  </a:lnTo>
                  <a:lnTo>
                    <a:pt x="3049814" y="4704499"/>
                  </a:lnTo>
                  <a:lnTo>
                    <a:pt x="3074505" y="4600852"/>
                  </a:lnTo>
                  <a:lnTo>
                    <a:pt x="3099101" y="4493179"/>
                  </a:lnTo>
                  <a:lnTo>
                    <a:pt x="3123637" y="4381624"/>
                  </a:lnTo>
                  <a:lnTo>
                    <a:pt x="3148142" y="4266374"/>
                  </a:lnTo>
                  <a:lnTo>
                    <a:pt x="3172638" y="4147659"/>
                  </a:lnTo>
                  <a:lnTo>
                    <a:pt x="3197141" y="4025749"/>
                  </a:lnTo>
                  <a:lnTo>
                    <a:pt x="3221663" y="3900959"/>
                  </a:lnTo>
                  <a:lnTo>
                    <a:pt x="3246210" y="3773638"/>
                  </a:lnTo>
                  <a:lnTo>
                    <a:pt x="3270783" y="3644173"/>
                  </a:lnTo>
                  <a:lnTo>
                    <a:pt x="3295380" y="3512979"/>
                  </a:lnTo>
                  <a:lnTo>
                    <a:pt x="3319999" y="3380495"/>
                  </a:lnTo>
                  <a:lnTo>
                    <a:pt x="3344631" y="3247182"/>
                  </a:lnTo>
                  <a:lnTo>
                    <a:pt x="3369270" y="3113511"/>
                  </a:lnTo>
                  <a:lnTo>
                    <a:pt x="3393906" y="2979957"/>
                  </a:lnTo>
                  <a:lnTo>
                    <a:pt x="3418533" y="2846996"/>
                  </a:lnTo>
                  <a:lnTo>
                    <a:pt x="3443141" y="2715095"/>
                  </a:lnTo>
                  <a:lnTo>
                    <a:pt x="3467727" y="2584703"/>
                  </a:lnTo>
                  <a:lnTo>
                    <a:pt x="3492287" y="2456249"/>
                  </a:lnTo>
                  <a:lnTo>
                    <a:pt x="3516821" y="2330135"/>
                  </a:lnTo>
                  <a:lnTo>
                    <a:pt x="3541333" y="2206729"/>
                  </a:lnTo>
                  <a:lnTo>
                    <a:pt x="3565831" y="2086364"/>
                  </a:lnTo>
                  <a:lnTo>
                    <a:pt x="3590329" y="1969333"/>
                  </a:lnTo>
                  <a:lnTo>
                    <a:pt x="3614846" y="1855886"/>
                  </a:lnTo>
                  <a:lnTo>
                    <a:pt x="3639407" y="1746232"/>
                  </a:lnTo>
                  <a:lnTo>
                    <a:pt x="3664045" y="1640537"/>
                  </a:lnTo>
                  <a:lnTo>
                    <a:pt x="3688800" y="1538923"/>
                  </a:lnTo>
                  <a:lnTo>
                    <a:pt x="3713720" y="1441470"/>
                  </a:lnTo>
                  <a:lnTo>
                    <a:pt x="3738861" y="1348221"/>
                  </a:lnTo>
                  <a:lnTo>
                    <a:pt x="3764292" y="1259178"/>
                  </a:lnTo>
                  <a:lnTo>
                    <a:pt x="3790090" y="1174312"/>
                  </a:lnTo>
                  <a:lnTo>
                    <a:pt x="3816346" y="1093559"/>
                  </a:lnTo>
                  <a:lnTo>
                    <a:pt x="3829811" y="1054316"/>
                  </a:lnTo>
                  <a:lnTo>
                    <a:pt x="3870667" y="944116"/>
                  </a:lnTo>
                  <a:lnTo>
                    <a:pt x="3913321" y="842939"/>
                  </a:lnTo>
                  <a:lnTo>
                    <a:pt x="3958249" y="750508"/>
                  </a:lnTo>
                  <a:lnTo>
                    <a:pt x="4005976" y="666267"/>
                  </a:lnTo>
                  <a:lnTo>
                    <a:pt x="4057047" y="589528"/>
                  </a:lnTo>
                  <a:lnTo>
                    <a:pt x="4112005" y="519567"/>
                  </a:lnTo>
                  <a:lnTo>
                    <a:pt x="4171360" y="455689"/>
                  </a:lnTo>
                  <a:lnTo>
                    <a:pt x="4235546" y="397267"/>
                  </a:lnTo>
                  <a:lnTo>
                    <a:pt x="4304874" y="343763"/>
                  </a:lnTo>
                  <a:lnTo>
                    <a:pt x="4379460" y="294742"/>
                  </a:lnTo>
                  <a:lnTo>
                    <a:pt x="4459148" y="249882"/>
                  </a:lnTo>
                  <a:lnTo>
                    <a:pt x="4543416" y="208974"/>
                  </a:lnTo>
                  <a:lnTo>
                    <a:pt x="4631285" y="171913"/>
                  </a:lnTo>
                  <a:lnTo>
                    <a:pt x="4721253" y="138688"/>
                  </a:lnTo>
                  <a:lnTo>
                    <a:pt x="4811281" y="109352"/>
                  </a:lnTo>
                  <a:lnTo>
                    <a:pt x="4898855" y="83984"/>
                  </a:lnTo>
                  <a:lnTo>
                    <a:pt x="4981164" y="62643"/>
                  </a:lnTo>
                  <a:lnTo>
                    <a:pt x="5055376" y="45312"/>
                  </a:lnTo>
                  <a:lnTo>
                    <a:pt x="5119002" y="31858"/>
                  </a:lnTo>
                  <a:lnTo>
                    <a:pt x="5170263" y="21997"/>
                  </a:lnTo>
                  <a:lnTo>
                    <a:pt x="5208393" y="15298"/>
                  </a:lnTo>
                  <a:lnTo>
                    <a:pt x="5233805" y="11209"/>
                  </a:lnTo>
                  <a:lnTo>
                    <a:pt x="5248097" y="9097"/>
                  </a:lnTo>
                  <a:lnTo>
                    <a:pt x="5253942" y="8301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450" y="8250"/>
                  </a:lnTo>
                  <a:lnTo>
                    <a:pt x="6734733" y="8801"/>
                  </a:lnTo>
                  <a:lnTo>
                    <a:pt x="6753108" y="10326"/>
                  </a:lnTo>
                  <a:lnTo>
                    <a:pt x="6786000" y="13327"/>
                  </a:lnTo>
                  <a:lnTo>
                    <a:pt x="6835104" y="18274"/>
                  </a:lnTo>
                  <a:lnTo>
                    <a:pt x="6900255" y="25553"/>
                  </a:lnTo>
                  <a:lnTo>
                    <a:pt x="6979568" y="35431"/>
                  </a:lnTo>
                  <a:lnTo>
                    <a:pt x="7069854" y="48047"/>
                  </a:lnTo>
                  <a:lnTo>
                    <a:pt x="7167241" y="63432"/>
                  </a:lnTo>
                  <a:lnTo>
                    <a:pt x="7267801" y="81545"/>
                  </a:lnTo>
                  <a:lnTo>
                    <a:pt x="7368055" y="102326"/>
                  </a:lnTo>
                  <a:lnTo>
                    <a:pt x="7465270" y="125741"/>
                  </a:lnTo>
                  <a:lnTo>
                    <a:pt x="7557547" y="151817"/>
                  </a:lnTo>
                  <a:lnTo>
                    <a:pt x="7643774" y="180663"/>
                  </a:lnTo>
                  <a:lnTo>
                    <a:pt x="7723487" y="212482"/>
                  </a:lnTo>
                  <a:lnTo>
                    <a:pt x="7796712" y="247576"/>
                  </a:lnTo>
                  <a:lnTo>
                    <a:pt x="7863814" y="286336"/>
                  </a:lnTo>
                  <a:lnTo>
                    <a:pt x="7925378" y="329233"/>
                  </a:lnTo>
                  <a:lnTo>
                    <a:pt x="7982107" y="376799"/>
                  </a:lnTo>
                  <a:lnTo>
                    <a:pt x="8034759" y="429586"/>
                  </a:lnTo>
                  <a:lnTo>
                    <a:pt x="8084089" y="488109"/>
                  </a:lnTo>
                  <a:lnTo>
                    <a:pt x="8130810" y="552736"/>
                  </a:lnTo>
                  <a:lnTo>
                    <a:pt x="8151487" y="584369"/>
                  </a:lnTo>
                  <a:lnTo>
                    <a:pt x="8186209" y="641752"/>
                  </a:lnTo>
                  <a:lnTo>
                    <a:pt x="8220106" y="703025"/>
                  </a:lnTo>
                  <a:lnTo>
                    <a:pt x="8253387" y="768267"/>
                  </a:lnTo>
                  <a:lnTo>
                    <a:pt x="8286220" y="837505"/>
                  </a:lnTo>
                  <a:lnTo>
                    <a:pt x="8318746" y="910707"/>
                  </a:lnTo>
                  <a:lnTo>
                    <a:pt x="8351074" y="987776"/>
                  </a:lnTo>
                  <a:lnTo>
                    <a:pt x="8383291" y="1068547"/>
                  </a:lnTo>
                  <a:lnTo>
                    <a:pt x="8415462" y="1152787"/>
                  </a:lnTo>
                  <a:lnTo>
                    <a:pt x="8447632" y="1240190"/>
                  </a:lnTo>
                  <a:lnTo>
                    <a:pt x="8479831" y="1330384"/>
                  </a:lnTo>
                  <a:lnTo>
                    <a:pt x="8512073" y="1422933"/>
                  </a:lnTo>
                  <a:lnTo>
                    <a:pt x="8544360" y="1517344"/>
                  </a:lnTo>
                  <a:lnTo>
                    <a:pt x="8576683" y="1613082"/>
                  </a:lnTo>
                  <a:lnTo>
                    <a:pt x="8609030" y="1709577"/>
                  </a:lnTo>
                  <a:lnTo>
                    <a:pt x="8641383" y="1806238"/>
                  </a:lnTo>
                  <a:lnTo>
                    <a:pt x="8673722" y="1902473"/>
                  </a:lnTo>
                  <a:lnTo>
                    <a:pt x="8706031" y="1997699"/>
                  </a:lnTo>
                  <a:lnTo>
                    <a:pt x="8738298" y="2091359"/>
                  </a:lnTo>
                  <a:lnTo>
                    <a:pt x="8770520" y="2182934"/>
                  </a:lnTo>
                  <a:lnTo>
                    <a:pt x="8802704" y="2271956"/>
                  </a:lnTo>
                  <a:lnTo>
                    <a:pt x="8834871" y="2358017"/>
                  </a:lnTo>
                  <a:lnTo>
                    <a:pt x="8867055" y="2440772"/>
                  </a:lnTo>
                  <a:lnTo>
                    <a:pt x="8899311" y="2519948"/>
                  </a:lnTo>
                  <a:lnTo>
                    <a:pt x="8931714" y="2595340"/>
                  </a:lnTo>
                  <a:lnTo>
                    <a:pt x="8964359" y="2666815"/>
                  </a:lnTo>
                  <a:lnTo>
                    <a:pt x="8997369" y="2734304"/>
                  </a:lnTo>
                  <a:lnTo>
                    <a:pt x="9030897" y="2797803"/>
                  </a:lnTo>
                  <a:lnTo>
                    <a:pt x="9065127" y="2857360"/>
                  </a:lnTo>
                  <a:lnTo>
                    <a:pt x="9084767" y="2889154"/>
                  </a:lnTo>
                  <a:lnTo>
                    <a:pt x="9130509" y="2956623"/>
                  </a:lnTo>
                  <a:lnTo>
                    <a:pt x="9178561" y="3017906"/>
                  </a:lnTo>
                  <a:lnTo>
                    <a:pt x="9229601" y="3073259"/>
                  </a:lnTo>
                  <a:lnTo>
                    <a:pt x="9284370" y="3123145"/>
                  </a:lnTo>
                  <a:lnTo>
                    <a:pt x="9343630" y="3168109"/>
                  </a:lnTo>
                  <a:lnTo>
                    <a:pt x="9408118" y="3208699"/>
                  </a:lnTo>
                  <a:lnTo>
                    <a:pt x="9478481" y="3245416"/>
                  </a:lnTo>
                  <a:lnTo>
                    <a:pt x="9555199" y="3278690"/>
                  </a:lnTo>
                  <a:lnTo>
                    <a:pt x="9638470" y="3308865"/>
                  </a:lnTo>
                  <a:lnTo>
                    <a:pt x="9728076" y="3336189"/>
                  </a:lnTo>
                  <a:lnTo>
                    <a:pt x="9823218" y="3360813"/>
                  </a:lnTo>
                  <a:lnTo>
                    <a:pt x="9922371" y="3382800"/>
                  </a:lnTo>
                  <a:lnTo>
                    <a:pt x="10023182" y="3402141"/>
                  </a:lnTo>
                  <a:lnTo>
                    <a:pt x="10122490" y="3418781"/>
                  </a:lnTo>
                  <a:lnTo>
                    <a:pt x="10216522" y="3432665"/>
                  </a:lnTo>
                  <a:lnTo>
                    <a:pt x="10301306" y="3443786"/>
                  </a:lnTo>
                  <a:lnTo>
                    <a:pt x="10373261" y="3452228"/>
                  </a:lnTo>
                  <a:lnTo>
                    <a:pt x="10429837" y="3458201"/>
                  </a:lnTo>
                  <a:lnTo>
                    <a:pt x="10470045" y="3462038"/>
                  </a:lnTo>
                  <a:lnTo>
                    <a:pt x="10494735" y="3464176"/>
                  </a:lnTo>
                  <a:lnTo>
                    <a:pt x="10506567" y="3465110"/>
                  </a:lnTo>
                  <a:lnTo>
                    <a:pt x="10509911" y="3465351"/>
                  </a:lnTo>
                  <a:lnTo>
                    <a:pt x="11981298" y="3465351"/>
                  </a:lnTo>
                  <a:lnTo>
                    <a:pt x="11981298" y="3457178"/>
                  </a:lnTo>
                  <a:lnTo>
                    <a:pt x="10509911" y="3457178"/>
                  </a:lnTo>
                  <a:lnTo>
                    <a:pt x="10508803" y="3457100"/>
                  </a:lnTo>
                  <a:lnTo>
                    <a:pt x="10501520" y="3456549"/>
                  </a:lnTo>
                  <a:lnTo>
                    <a:pt x="10483145" y="3455025"/>
                  </a:lnTo>
                  <a:lnTo>
                    <a:pt x="10450253" y="3452023"/>
                  </a:lnTo>
                  <a:lnTo>
                    <a:pt x="10401150" y="3447076"/>
                  </a:lnTo>
                  <a:lnTo>
                    <a:pt x="10335998" y="3439798"/>
                  </a:lnTo>
                  <a:lnTo>
                    <a:pt x="10256685" y="3429920"/>
                  </a:lnTo>
                  <a:lnTo>
                    <a:pt x="10166399" y="3417303"/>
                  </a:lnTo>
                  <a:lnTo>
                    <a:pt x="10069013" y="3401918"/>
                  </a:lnTo>
                  <a:lnTo>
                    <a:pt x="9968453" y="3383805"/>
                  </a:lnTo>
                  <a:lnTo>
                    <a:pt x="9868198" y="3363024"/>
                  </a:lnTo>
                  <a:lnTo>
                    <a:pt x="9770983" y="3339609"/>
                  </a:lnTo>
                  <a:lnTo>
                    <a:pt x="9678706" y="3313533"/>
                  </a:lnTo>
                  <a:lnTo>
                    <a:pt x="9592479" y="3284688"/>
                  </a:lnTo>
                  <a:lnTo>
                    <a:pt x="9512766" y="3252868"/>
                  </a:lnTo>
                  <a:lnTo>
                    <a:pt x="9439542" y="3217774"/>
                  </a:lnTo>
                  <a:lnTo>
                    <a:pt x="9372439" y="3179015"/>
                  </a:lnTo>
                  <a:lnTo>
                    <a:pt x="9310875" y="3136118"/>
                  </a:lnTo>
                  <a:lnTo>
                    <a:pt x="9254146" y="3088552"/>
                  </a:lnTo>
                  <a:lnTo>
                    <a:pt x="9201494" y="3035764"/>
                  </a:lnTo>
                  <a:lnTo>
                    <a:pt x="9152164" y="2977242"/>
                  </a:lnTo>
                  <a:lnTo>
                    <a:pt x="9105443" y="2912614"/>
                  </a:lnTo>
                  <a:lnTo>
                    <a:pt x="9084767" y="2880981"/>
                  </a:lnTo>
                  <a:lnTo>
                    <a:pt x="9050045" y="2823598"/>
                  </a:lnTo>
                  <a:lnTo>
                    <a:pt x="9016147" y="2762325"/>
                  </a:lnTo>
                  <a:lnTo>
                    <a:pt x="8982866" y="2697083"/>
                  </a:lnTo>
                  <a:lnTo>
                    <a:pt x="8950033" y="2627845"/>
                  </a:lnTo>
                  <a:lnTo>
                    <a:pt x="8917508" y="2554643"/>
                  </a:lnTo>
                  <a:lnTo>
                    <a:pt x="8885180" y="2477575"/>
                  </a:lnTo>
                  <a:lnTo>
                    <a:pt x="8852963" y="2396803"/>
                  </a:lnTo>
                  <a:lnTo>
                    <a:pt x="8820792" y="2312563"/>
                  </a:lnTo>
                  <a:lnTo>
                    <a:pt x="8788621" y="2225160"/>
                  </a:lnTo>
                  <a:lnTo>
                    <a:pt x="8756422" y="2134966"/>
                  </a:lnTo>
                  <a:lnTo>
                    <a:pt x="8724180" y="2042418"/>
                  </a:lnTo>
                  <a:lnTo>
                    <a:pt x="8691894" y="1948006"/>
                  </a:lnTo>
                  <a:lnTo>
                    <a:pt x="8659570" y="1852268"/>
                  </a:lnTo>
                  <a:lnTo>
                    <a:pt x="8627223" y="1755774"/>
                  </a:lnTo>
                  <a:lnTo>
                    <a:pt x="8594870" y="1659112"/>
                  </a:lnTo>
                  <a:lnTo>
                    <a:pt x="8562531" y="1562878"/>
                  </a:lnTo>
                  <a:lnTo>
                    <a:pt x="8530223" y="1467652"/>
                  </a:lnTo>
                  <a:lnTo>
                    <a:pt x="8497955" y="1373992"/>
                  </a:lnTo>
                  <a:lnTo>
                    <a:pt x="8465733" y="1282416"/>
                  </a:lnTo>
                  <a:lnTo>
                    <a:pt x="8433549" y="1193394"/>
                  </a:lnTo>
                  <a:lnTo>
                    <a:pt x="8401383" y="1107333"/>
                  </a:lnTo>
                  <a:lnTo>
                    <a:pt x="8369198" y="1024578"/>
                  </a:lnTo>
                  <a:lnTo>
                    <a:pt x="8336942" y="945403"/>
                  </a:lnTo>
                  <a:lnTo>
                    <a:pt x="8304540" y="870010"/>
                  </a:lnTo>
                  <a:lnTo>
                    <a:pt x="8271895" y="798536"/>
                  </a:lnTo>
                  <a:lnTo>
                    <a:pt x="8238884" y="731046"/>
                  </a:lnTo>
                  <a:lnTo>
                    <a:pt x="8205357" y="667548"/>
                  </a:lnTo>
                  <a:lnTo>
                    <a:pt x="8171126" y="607990"/>
                  </a:lnTo>
                  <a:lnTo>
                    <a:pt x="8151487" y="576196"/>
                  </a:lnTo>
                  <a:lnTo>
                    <a:pt x="8105744" y="508728"/>
                  </a:lnTo>
                  <a:lnTo>
                    <a:pt x="8057692" y="447445"/>
                  </a:lnTo>
                  <a:lnTo>
                    <a:pt x="8006652" y="392092"/>
                  </a:lnTo>
                  <a:lnTo>
                    <a:pt x="7951883" y="342205"/>
                  </a:lnTo>
                  <a:lnTo>
                    <a:pt x="7892623" y="297241"/>
                  </a:lnTo>
                  <a:lnTo>
                    <a:pt x="7828135" y="256651"/>
                  </a:lnTo>
                  <a:lnTo>
                    <a:pt x="7757772" y="219935"/>
                  </a:lnTo>
                  <a:lnTo>
                    <a:pt x="7681054" y="186660"/>
                  </a:lnTo>
                  <a:lnTo>
                    <a:pt x="7597783" y="156485"/>
                  </a:lnTo>
                  <a:lnTo>
                    <a:pt x="7508178" y="129162"/>
                  </a:lnTo>
                  <a:lnTo>
                    <a:pt x="7413036" y="104537"/>
                  </a:lnTo>
                  <a:lnTo>
                    <a:pt x="7313883" y="82550"/>
                  </a:lnTo>
                  <a:lnTo>
                    <a:pt x="7213071" y="63210"/>
                  </a:lnTo>
                  <a:lnTo>
                    <a:pt x="7113763" y="46570"/>
                  </a:lnTo>
                  <a:lnTo>
                    <a:pt x="7019731" y="32685"/>
                  </a:lnTo>
                  <a:lnTo>
                    <a:pt x="6934947" y="21564"/>
                  </a:lnTo>
                  <a:lnTo>
                    <a:pt x="6862992" y="13122"/>
                  </a:lnTo>
                  <a:lnTo>
                    <a:pt x="6806417" y="7150"/>
                  </a:lnTo>
                  <a:lnTo>
                    <a:pt x="6766208" y="3312"/>
                  </a:lnTo>
                  <a:lnTo>
                    <a:pt x="6741518" y="1174"/>
                  </a:lnTo>
                  <a:lnTo>
                    <a:pt x="6729687" y="241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156" y="100"/>
                  </a:lnTo>
                  <a:lnTo>
                    <a:pt x="5248864" y="816"/>
                  </a:lnTo>
                  <a:lnTo>
                    <a:pt x="5235395" y="2793"/>
                  </a:lnTo>
                  <a:lnTo>
                    <a:pt x="5210989" y="6692"/>
                  </a:lnTo>
                  <a:lnTo>
                    <a:pt x="5173954" y="13150"/>
                  </a:lnTo>
                  <a:lnTo>
                    <a:pt x="5123776" y="22728"/>
                  </a:lnTo>
                  <a:lnTo>
                    <a:pt x="5061128" y="35869"/>
                  </a:lnTo>
                  <a:lnTo>
                    <a:pt x="4987713" y="52869"/>
                  </a:lnTo>
                  <a:lnTo>
                    <a:pt x="4905975" y="73873"/>
                  </a:lnTo>
                  <a:lnTo>
                    <a:pt x="4818730" y="98906"/>
                  </a:lnTo>
                  <a:lnTo>
                    <a:pt x="4728805" y="127914"/>
                  </a:lnTo>
                  <a:lnTo>
                    <a:pt x="4638747" y="160817"/>
                  </a:lnTo>
                  <a:lnTo>
                    <a:pt x="4550638" y="197557"/>
                  </a:lnTo>
                  <a:lnTo>
                    <a:pt x="4466025" y="238142"/>
                  </a:lnTo>
                  <a:lnTo>
                    <a:pt x="4385928" y="282665"/>
                  </a:lnTo>
                  <a:lnTo>
                    <a:pt x="4310905" y="331327"/>
                  </a:lnTo>
                  <a:lnTo>
                    <a:pt x="4241139" y="384442"/>
                  </a:lnTo>
                  <a:lnTo>
                    <a:pt x="4176533" y="442433"/>
                  </a:lnTo>
                  <a:lnTo>
                    <a:pt x="4116790" y="505832"/>
                  </a:lnTo>
                  <a:lnTo>
                    <a:pt x="4061483" y="575259"/>
                  </a:lnTo>
                  <a:lnTo>
                    <a:pt x="4010108" y="651404"/>
                  </a:lnTo>
                  <a:lnTo>
                    <a:pt x="3962123" y="734991"/>
                  </a:lnTo>
                  <a:lnTo>
                    <a:pt x="3916981" y="826714"/>
                  </a:lnTo>
                  <a:lnTo>
                    <a:pt x="3874156" y="927145"/>
                  </a:lnTo>
                  <a:lnTo>
                    <a:pt x="3833167" y="1036590"/>
                  </a:lnTo>
                  <a:lnTo>
                    <a:pt x="3829811" y="1046143"/>
                  </a:lnTo>
                  <a:lnTo>
                    <a:pt x="3803285" y="1124852"/>
                  </a:lnTo>
                  <a:lnTo>
                    <a:pt x="3777268" y="1207632"/>
                  </a:lnTo>
                  <a:lnTo>
                    <a:pt x="3751662" y="1294559"/>
                  </a:lnTo>
                  <a:lnTo>
                    <a:pt x="3726384" y="1385683"/>
                  </a:lnTo>
                  <a:lnTo>
                    <a:pt x="3701360" y="1481016"/>
                  </a:lnTo>
                  <a:lnTo>
                    <a:pt x="3676529" y="1580536"/>
                  </a:lnTo>
                  <a:lnTo>
                    <a:pt x="3651837" y="1684183"/>
                  </a:lnTo>
                  <a:lnTo>
                    <a:pt x="3627241" y="1791856"/>
                  </a:lnTo>
                  <a:lnTo>
                    <a:pt x="3602705" y="1903410"/>
                  </a:lnTo>
                  <a:lnTo>
                    <a:pt x="3578200" y="2018660"/>
                  </a:lnTo>
                  <a:lnTo>
                    <a:pt x="3553704" y="2137376"/>
                  </a:lnTo>
                  <a:lnTo>
                    <a:pt x="3529201" y="2259285"/>
                  </a:lnTo>
                  <a:lnTo>
                    <a:pt x="3504679" y="2384076"/>
                  </a:lnTo>
                  <a:lnTo>
                    <a:pt x="3480132" y="2511396"/>
                  </a:lnTo>
                  <a:lnTo>
                    <a:pt x="3455560" y="2640862"/>
                  </a:lnTo>
                  <a:lnTo>
                    <a:pt x="3430962" y="2772056"/>
                  </a:lnTo>
                  <a:lnTo>
                    <a:pt x="3406344" y="2904539"/>
                  </a:lnTo>
                  <a:lnTo>
                    <a:pt x="3381711" y="3037852"/>
                  </a:lnTo>
                  <a:lnTo>
                    <a:pt x="3357072" y="3171524"/>
                  </a:lnTo>
                  <a:lnTo>
                    <a:pt x="3332436" y="3305078"/>
                  </a:lnTo>
                  <a:lnTo>
                    <a:pt x="3307810" y="3438038"/>
                  </a:lnTo>
                  <a:lnTo>
                    <a:pt x="3283201" y="3569940"/>
                  </a:lnTo>
                  <a:lnTo>
                    <a:pt x="3258615" y="3700332"/>
                  </a:lnTo>
                  <a:lnTo>
                    <a:pt x="3234055" y="3828786"/>
                  </a:lnTo>
                  <a:lnTo>
                    <a:pt x="3209521" y="3954900"/>
                  </a:lnTo>
                  <a:lnTo>
                    <a:pt x="3185010" y="4078306"/>
                  </a:lnTo>
                  <a:lnTo>
                    <a:pt x="3160511" y="4198671"/>
                  </a:lnTo>
                  <a:lnTo>
                    <a:pt x="3136013" y="4315702"/>
                  </a:lnTo>
                  <a:lnTo>
                    <a:pt x="3111496" y="4429149"/>
                  </a:lnTo>
                  <a:lnTo>
                    <a:pt x="3086935" y="4538802"/>
                  </a:lnTo>
                  <a:lnTo>
                    <a:pt x="3062297" y="4644497"/>
                  </a:lnTo>
                  <a:lnTo>
                    <a:pt x="3037542" y="4746112"/>
                  </a:lnTo>
                  <a:lnTo>
                    <a:pt x="3012622" y="4843564"/>
                  </a:lnTo>
                  <a:lnTo>
                    <a:pt x="2987481" y="4936814"/>
                  </a:lnTo>
                  <a:lnTo>
                    <a:pt x="2962050" y="5025856"/>
                  </a:lnTo>
                  <a:lnTo>
                    <a:pt x="2936252" y="5110723"/>
                  </a:lnTo>
                  <a:lnTo>
                    <a:pt x="2909996" y="5191475"/>
                  </a:lnTo>
                  <a:lnTo>
                    <a:pt x="2896531" y="5230718"/>
                  </a:lnTo>
                  <a:lnTo>
                    <a:pt x="2855675" y="5340918"/>
                  </a:lnTo>
                  <a:lnTo>
                    <a:pt x="2813021" y="5442096"/>
                  </a:lnTo>
                  <a:lnTo>
                    <a:pt x="2768093" y="5534527"/>
                  </a:lnTo>
                  <a:lnTo>
                    <a:pt x="2720366" y="5618768"/>
                  </a:lnTo>
                  <a:lnTo>
                    <a:pt x="2669295" y="5695507"/>
                  </a:lnTo>
                  <a:lnTo>
                    <a:pt x="2614337" y="5765468"/>
                  </a:lnTo>
                  <a:lnTo>
                    <a:pt x="2554982" y="5829346"/>
                  </a:lnTo>
                  <a:lnTo>
                    <a:pt x="2490796" y="5887768"/>
                  </a:lnTo>
                  <a:lnTo>
                    <a:pt x="2421469" y="5941272"/>
                  </a:lnTo>
                  <a:lnTo>
                    <a:pt x="2346882" y="5990293"/>
                  </a:lnTo>
                  <a:lnTo>
                    <a:pt x="2267194" y="6035152"/>
                  </a:lnTo>
                  <a:lnTo>
                    <a:pt x="2182926" y="6076061"/>
                  </a:lnTo>
                  <a:lnTo>
                    <a:pt x="2095058" y="6113121"/>
                  </a:lnTo>
                  <a:lnTo>
                    <a:pt x="2005089" y="6146347"/>
                  </a:lnTo>
                  <a:lnTo>
                    <a:pt x="1915062" y="6175683"/>
                  </a:lnTo>
                  <a:lnTo>
                    <a:pt x="1827487" y="6201051"/>
                  </a:lnTo>
                  <a:lnTo>
                    <a:pt x="1745178" y="6222392"/>
                  </a:lnTo>
                  <a:lnTo>
                    <a:pt x="1670966" y="6239722"/>
                  </a:lnTo>
                  <a:lnTo>
                    <a:pt x="1607341" y="6253177"/>
                  </a:lnTo>
                  <a:lnTo>
                    <a:pt x="1556080" y="6263038"/>
                  </a:lnTo>
                  <a:lnTo>
                    <a:pt x="1517949" y="6269736"/>
                  </a:lnTo>
                  <a:lnTo>
                    <a:pt x="1492537" y="6273825"/>
                  </a:lnTo>
                  <a:lnTo>
                    <a:pt x="1478245" y="6275938"/>
                  </a:lnTo>
                  <a:lnTo>
                    <a:pt x="1472400" y="6276734"/>
                  </a:lnTo>
                  <a:lnTo>
                    <a:pt x="1471387" y="6276862"/>
                  </a:lnTo>
                  <a:lnTo>
                    <a:pt x="0" y="6276862"/>
                  </a:lnTo>
                  <a:close/>
                </a:path>
              </a:pathLst>
            </a:custGeom>
            <a:solidFill>
              <a:srgbClr val="69D6E2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2157" name="pl2157"/>
            <p:cNvSpPr/>
            <p:nvPr/>
          </p:nvSpPr>
          <p:spPr>
            <a:xfrm>
              <a:off x="4799595" y="4906213"/>
              <a:ext cx="11981298" cy="6276862"/>
            </a:xfrm>
            <a:custGeom>
              <a:avLst/>
              <a:pathLst>
                <a:path w="11981298" h="6276862">
                  <a:moveTo>
                    <a:pt x="0" y="6276862"/>
                  </a:moveTo>
                  <a:lnTo>
                    <a:pt x="1471387" y="6276862"/>
                  </a:lnTo>
                  <a:lnTo>
                    <a:pt x="1472186" y="6276762"/>
                  </a:lnTo>
                  <a:lnTo>
                    <a:pt x="1477478" y="6276046"/>
                  </a:lnTo>
                  <a:lnTo>
                    <a:pt x="1490947" y="6274069"/>
                  </a:lnTo>
                  <a:lnTo>
                    <a:pt x="1515353" y="6270169"/>
                  </a:lnTo>
                  <a:lnTo>
                    <a:pt x="1552388" y="6263712"/>
                  </a:lnTo>
                  <a:lnTo>
                    <a:pt x="1602566" y="6254134"/>
                  </a:lnTo>
                  <a:lnTo>
                    <a:pt x="1665214" y="6240992"/>
                  </a:lnTo>
                  <a:lnTo>
                    <a:pt x="1738629" y="6223993"/>
                  </a:lnTo>
                  <a:lnTo>
                    <a:pt x="1820367" y="6202989"/>
                  </a:lnTo>
                  <a:lnTo>
                    <a:pt x="1907612" y="6177956"/>
                  </a:lnTo>
                  <a:lnTo>
                    <a:pt x="1997537" y="6148948"/>
                  </a:lnTo>
                  <a:lnTo>
                    <a:pt x="2087595" y="6116045"/>
                  </a:lnTo>
                  <a:lnTo>
                    <a:pt x="2175704" y="6079304"/>
                  </a:lnTo>
                  <a:lnTo>
                    <a:pt x="2260317" y="6038720"/>
                  </a:lnTo>
                  <a:lnTo>
                    <a:pt x="2340414" y="5994197"/>
                  </a:lnTo>
                  <a:lnTo>
                    <a:pt x="2415437" y="5945535"/>
                  </a:lnTo>
                  <a:lnTo>
                    <a:pt x="2485203" y="5892420"/>
                  </a:lnTo>
                  <a:lnTo>
                    <a:pt x="2549809" y="5834428"/>
                  </a:lnTo>
                  <a:lnTo>
                    <a:pt x="2609552" y="5771030"/>
                  </a:lnTo>
                  <a:lnTo>
                    <a:pt x="2664859" y="5701603"/>
                  </a:lnTo>
                  <a:lnTo>
                    <a:pt x="2716235" y="5625457"/>
                  </a:lnTo>
                  <a:lnTo>
                    <a:pt x="2764220" y="5541871"/>
                  </a:lnTo>
                  <a:lnTo>
                    <a:pt x="2809361" y="5450148"/>
                  </a:lnTo>
                  <a:lnTo>
                    <a:pt x="2852186" y="5349717"/>
                  </a:lnTo>
                  <a:lnTo>
                    <a:pt x="2893175" y="5240271"/>
                  </a:lnTo>
                  <a:lnTo>
                    <a:pt x="2896531" y="5230718"/>
                  </a:lnTo>
                  <a:lnTo>
                    <a:pt x="2923058" y="5152009"/>
                  </a:lnTo>
                  <a:lnTo>
                    <a:pt x="2949074" y="5069230"/>
                  </a:lnTo>
                  <a:lnTo>
                    <a:pt x="2974680" y="4982302"/>
                  </a:lnTo>
                  <a:lnTo>
                    <a:pt x="2999958" y="4891179"/>
                  </a:lnTo>
                  <a:lnTo>
                    <a:pt x="3024982" y="4795846"/>
                  </a:lnTo>
                  <a:lnTo>
                    <a:pt x="3049814" y="4696326"/>
                  </a:lnTo>
                  <a:lnTo>
                    <a:pt x="3074505" y="4592679"/>
                  </a:lnTo>
                  <a:lnTo>
                    <a:pt x="3099101" y="4485006"/>
                  </a:lnTo>
                  <a:lnTo>
                    <a:pt x="3123637" y="4373451"/>
                  </a:lnTo>
                  <a:lnTo>
                    <a:pt x="3148142" y="4258201"/>
                  </a:lnTo>
                  <a:lnTo>
                    <a:pt x="3172638" y="4139486"/>
                  </a:lnTo>
                  <a:lnTo>
                    <a:pt x="3197141" y="4017576"/>
                  </a:lnTo>
                  <a:lnTo>
                    <a:pt x="3221663" y="3892786"/>
                  </a:lnTo>
                  <a:lnTo>
                    <a:pt x="3246210" y="3765465"/>
                  </a:lnTo>
                  <a:lnTo>
                    <a:pt x="3270783" y="3636000"/>
                  </a:lnTo>
                  <a:lnTo>
                    <a:pt x="3295380" y="3504806"/>
                  </a:lnTo>
                  <a:lnTo>
                    <a:pt x="3319999" y="3372322"/>
                  </a:lnTo>
                  <a:lnTo>
                    <a:pt x="3344631" y="3239009"/>
                  </a:lnTo>
                  <a:lnTo>
                    <a:pt x="3369270" y="3105338"/>
                  </a:lnTo>
                  <a:lnTo>
                    <a:pt x="3393906" y="2971784"/>
                  </a:lnTo>
                  <a:lnTo>
                    <a:pt x="3418533" y="2838823"/>
                  </a:lnTo>
                  <a:lnTo>
                    <a:pt x="3443141" y="2706922"/>
                  </a:lnTo>
                  <a:lnTo>
                    <a:pt x="3467727" y="2576530"/>
                  </a:lnTo>
                  <a:lnTo>
                    <a:pt x="3492287" y="2448076"/>
                  </a:lnTo>
                  <a:lnTo>
                    <a:pt x="3516821" y="2321962"/>
                  </a:lnTo>
                  <a:lnTo>
                    <a:pt x="3541333" y="2198556"/>
                  </a:lnTo>
                  <a:lnTo>
                    <a:pt x="3565831" y="2078191"/>
                  </a:lnTo>
                  <a:lnTo>
                    <a:pt x="3590329" y="1961160"/>
                  </a:lnTo>
                  <a:lnTo>
                    <a:pt x="3614846" y="1847713"/>
                  </a:lnTo>
                  <a:lnTo>
                    <a:pt x="3639407" y="1738059"/>
                  </a:lnTo>
                  <a:lnTo>
                    <a:pt x="3664045" y="1632364"/>
                  </a:lnTo>
                  <a:lnTo>
                    <a:pt x="3688800" y="1530750"/>
                  </a:lnTo>
                  <a:lnTo>
                    <a:pt x="3713720" y="1433297"/>
                  </a:lnTo>
                  <a:lnTo>
                    <a:pt x="3738861" y="1340048"/>
                  </a:lnTo>
                  <a:lnTo>
                    <a:pt x="3764292" y="1251005"/>
                  </a:lnTo>
                  <a:lnTo>
                    <a:pt x="3790090" y="1166139"/>
                  </a:lnTo>
                  <a:lnTo>
                    <a:pt x="3816346" y="1085386"/>
                  </a:lnTo>
                  <a:lnTo>
                    <a:pt x="3829811" y="1046143"/>
                  </a:lnTo>
                  <a:lnTo>
                    <a:pt x="3870667" y="935943"/>
                  </a:lnTo>
                  <a:lnTo>
                    <a:pt x="3913321" y="834766"/>
                  </a:lnTo>
                  <a:lnTo>
                    <a:pt x="3958249" y="742335"/>
                  </a:lnTo>
                  <a:lnTo>
                    <a:pt x="4005976" y="658094"/>
                  </a:lnTo>
                  <a:lnTo>
                    <a:pt x="4057047" y="581355"/>
                  </a:lnTo>
                  <a:lnTo>
                    <a:pt x="4112005" y="511394"/>
                  </a:lnTo>
                  <a:lnTo>
                    <a:pt x="4171360" y="447516"/>
                  </a:lnTo>
                  <a:lnTo>
                    <a:pt x="4235546" y="389094"/>
                  </a:lnTo>
                  <a:lnTo>
                    <a:pt x="4304874" y="335590"/>
                  </a:lnTo>
                  <a:lnTo>
                    <a:pt x="4379460" y="286569"/>
                  </a:lnTo>
                  <a:lnTo>
                    <a:pt x="4459148" y="241709"/>
                  </a:lnTo>
                  <a:lnTo>
                    <a:pt x="4543416" y="200801"/>
                  </a:lnTo>
                  <a:lnTo>
                    <a:pt x="4631285" y="163740"/>
                  </a:lnTo>
                  <a:lnTo>
                    <a:pt x="4721253" y="130515"/>
                  </a:lnTo>
                  <a:lnTo>
                    <a:pt x="4811281" y="101179"/>
                  </a:lnTo>
                  <a:lnTo>
                    <a:pt x="4898855" y="75811"/>
                  </a:lnTo>
                  <a:lnTo>
                    <a:pt x="4981164" y="54470"/>
                  </a:lnTo>
                  <a:lnTo>
                    <a:pt x="5055376" y="37139"/>
                  </a:lnTo>
                  <a:lnTo>
                    <a:pt x="5119002" y="23685"/>
                  </a:lnTo>
                  <a:lnTo>
                    <a:pt x="5170263" y="13824"/>
                  </a:lnTo>
                  <a:lnTo>
                    <a:pt x="5208393" y="7125"/>
                  </a:lnTo>
                  <a:lnTo>
                    <a:pt x="5233805" y="3036"/>
                  </a:lnTo>
                  <a:lnTo>
                    <a:pt x="5248097" y="924"/>
                  </a:lnTo>
                  <a:lnTo>
                    <a:pt x="5253942" y="128"/>
                  </a:lnTo>
                  <a:lnTo>
                    <a:pt x="5254955" y="0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450" y="77"/>
                  </a:lnTo>
                  <a:lnTo>
                    <a:pt x="6734733" y="628"/>
                  </a:lnTo>
                  <a:lnTo>
                    <a:pt x="6753108" y="2153"/>
                  </a:lnTo>
                  <a:lnTo>
                    <a:pt x="6786000" y="5154"/>
                  </a:lnTo>
                  <a:lnTo>
                    <a:pt x="6835104" y="10101"/>
                  </a:lnTo>
                  <a:lnTo>
                    <a:pt x="6900255" y="17380"/>
                  </a:lnTo>
                  <a:lnTo>
                    <a:pt x="6979568" y="27258"/>
                  </a:lnTo>
                  <a:lnTo>
                    <a:pt x="7069854" y="39874"/>
                  </a:lnTo>
                  <a:lnTo>
                    <a:pt x="7167241" y="55259"/>
                  </a:lnTo>
                  <a:lnTo>
                    <a:pt x="7267801" y="73372"/>
                  </a:lnTo>
                  <a:lnTo>
                    <a:pt x="7368055" y="94153"/>
                  </a:lnTo>
                  <a:lnTo>
                    <a:pt x="7465270" y="117568"/>
                  </a:lnTo>
                  <a:lnTo>
                    <a:pt x="7557547" y="143644"/>
                  </a:lnTo>
                  <a:lnTo>
                    <a:pt x="7643774" y="172490"/>
                  </a:lnTo>
                  <a:lnTo>
                    <a:pt x="7723487" y="204309"/>
                  </a:lnTo>
                  <a:lnTo>
                    <a:pt x="7796712" y="239403"/>
                  </a:lnTo>
                  <a:lnTo>
                    <a:pt x="7863814" y="278163"/>
                  </a:lnTo>
                  <a:lnTo>
                    <a:pt x="7925378" y="321060"/>
                  </a:lnTo>
                  <a:lnTo>
                    <a:pt x="7982107" y="368626"/>
                  </a:lnTo>
                  <a:lnTo>
                    <a:pt x="8034759" y="421413"/>
                  </a:lnTo>
                  <a:lnTo>
                    <a:pt x="8084089" y="479936"/>
                  </a:lnTo>
                  <a:lnTo>
                    <a:pt x="8130810" y="544563"/>
                  </a:lnTo>
                  <a:lnTo>
                    <a:pt x="8151487" y="576196"/>
                  </a:lnTo>
                  <a:lnTo>
                    <a:pt x="8186209" y="633579"/>
                  </a:lnTo>
                  <a:lnTo>
                    <a:pt x="8220106" y="694852"/>
                  </a:lnTo>
                  <a:lnTo>
                    <a:pt x="8253387" y="760094"/>
                  </a:lnTo>
                  <a:lnTo>
                    <a:pt x="8286220" y="829332"/>
                  </a:lnTo>
                  <a:lnTo>
                    <a:pt x="8318746" y="902534"/>
                  </a:lnTo>
                  <a:lnTo>
                    <a:pt x="8351074" y="979603"/>
                  </a:lnTo>
                  <a:lnTo>
                    <a:pt x="8383291" y="1060374"/>
                  </a:lnTo>
                  <a:lnTo>
                    <a:pt x="8415462" y="1144614"/>
                  </a:lnTo>
                  <a:lnTo>
                    <a:pt x="8447632" y="1232017"/>
                  </a:lnTo>
                  <a:lnTo>
                    <a:pt x="8479831" y="1322211"/>
                  </a:lnTo>
                  <a:lnTo>
                    <a:pt x="8512073" y="1414760"/>
                  </a:lnTo>
                  <a:lnTo>
                    <a:pt x="8544360" y="1509171"/>
                  </a:lnTo>
                  <a:lnTo>
                    <a:pt x="8576683" y="1604909"/>
                  </a:lnTo>
                  <a:lnTo>
                    <a:pt x="8609030" y="1701404"/>
                  </a:lnTo>
                  <a:lnTo>
                    <a:pt x="8641383" y="1798065"/>
                  </a:lnTo>
                  <a:lnTo>
                    <a:pt x="8673722" y="1894300"/>
                  </a:lnTo>
                  <a:lnTo>
                    <a:pt x="8706031" y="1989526"/>
                  </a:lnTo>
                  <a:lnTo>
                    <a:pt x="8738298" y="2083186"/>
                  </a:lnTo>
                  <a:lnTo>
                    <a:pt x="8770520" y="2174761"/>
                  </a:lnTo>
                  <a:lnTo>
                    <a:pt x="8802704" y="2263783"/>
                  </a:lnTo>
                  <a:lnTo>
                    <a:pt x="8834871" y="2349844"/>
                  </a:lnTo>
                  <a:lnTo>
                    <a:pt x="8867055" y="2432599"/>
                  </a:lnTo>
                  <a:lnTo>
                    <a:pt x="8899311" y="2511775"/>
                  </a:lnTo>
                  <a:lnTo>
                    <a:pt x="8931714" y="2587167"/>
                  </a:lnTo>
                  <a:lnTo>
                    <a:pt x="8964359" y="2658642"/>
                  </a:lnTo>
                  <a:lnTo>
                    <a:pt x="8997369" y="2726131"/>
                  </a:lnTo>
                  <a:lnTo>
                    <a:pt x="9030897" y="2789630"/>
                  </a:lnTo>
                  <a:lnTo>
                    <a:pt x="9065127" y="2849187"/>
                  </a:lnTo>
                  <a:lnTo>
                    <a:pt x="9084767" y="2880981"/>
                  </a:lnTo>
                  <a:lnTo>
                    <a:pt x="9130509" y="2948450"/>
                  </a:lnTo>
                  <a:lnTo>
                    <a:pt x="9178561" y="3009733"/>
                  </a:lnTo>
                  <a:lnTo>
                    <a:pt x="9229601" y="3065086"/>
                  </a:lnTo>
                  <a:lnTo>
                    <a:pt x="9284370" y="3114972"/>
                  </a:lnTo>
                  <a:lnTo>
                    <a:pt x="9343630" y="3159936"/>
                  </a:lnTo>
                  <a:lnTo>
                    <a:pt x="9408118" y="3200526"/>
                  </a:lnTo>
                  <a:lnTo>
                    <a:pt x="9478481" y="3237243"/>
                  </a:lnTo>
                  <a:lnTo>
                    <a:pt x="9555199" y="3270517"/>
                  </a:lnTo>
                  <a:lnTo>
                    <a:pt x="9638470" y="3300692"/>
                  </a:lnTo>
                  <a:lnTo>
                    <a:pt x="9728076" y="3328016"/>
                  </a:lnTo>
                  <a:lnTo>
                    <a:pt x="9823218" y="3352640"/>
                  </a:lnTo>
                  <a:lnTo>
                    <a:pt x="9922371" y="3374627"/>
                  </a:lnTo>
                  <a:lnTo>
                    <a:pt x="10023182" y="3393968"/>
                  </a:lnTo>
                  <a:lnTo>
                    <a:pt x="10122490" y="3410608"/>
                  </a:lnTo>
                  <a:lnTo>
                    <a:pt x="10216522" y="3424492"/>
                  </a:lnTo>
                  <a:lnTo>
                    <a:pt x="10301306" y="3435613"/>
                  </a:lnTo>
                  <a:lnTo>
                    <a:pt x="10373261" y="3444055"/>
                  </a:lnTo>
                  <a:lnTo>
                    <a:pt x="10429837" y="3450028"/>
                  </a:lnTo>
                  <a:lnTo>
                    <a:pt x="10470045" y="3453865"/>
                  </a:lnTo>
                  <a:lnTo>
                    <a:pt x="10494735" y="3456003"/>
                  </a:lnTo>
                  <a:lnTo>
                    <a:pt x="10506567" y="3456937"/>
                  </a:lnTo>
                  <a:lnTo>
                    <a:pt x="10509801" y="3457170"/>
                  </a:lnTo>
                  <a:lnTo>
                    <a:pt x="10509911" y="3457178"/>
                  </a:lnTo>
                  <a:lnTo>
                    <a:pt x="11981298" y="345717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58" name="pl2158"/>
            <p:cNvSpPr/>
            <p:nvPr/>
          </p:nvSpPr>
          <p:spPr>
            <a:xfrm>
              <a:off x="4799595" y="4898040"/>
              <a:ext cx="11981298" cy="6276862"/>
            </a:xfrm>
            <a:custGeom>
              <a:avLst/>
              <a:pathLst>
                <a:path w="11981298" h="6276862">
                  <a:moveTo>
                    <a:pt x="11981298" y="3457178"/>
                  </a:moveTo>
                  <a:lnTo>
                    <a:pt x="10509911" y="3457178"/>
                  </a:lnTo>
                  <a:lnTo>
                    <a:pt x="10508803" y="3457100"/>
                  </a:lnTo>
                  <a:lnTo>
                    <a:pt x="10501520" y="3456549"/>
                  </a:lnTo>
                  <a:lnTo>
                    <a:pt x="10483145" y="3455025"/>
                  </a:lnTo>
                  <a:lnTo>
                    <a:pt x="10450253" y="3452023"/>
                  </a:lnTo>
                  <a:lnTo>
                    <a:pt x="10401150" y="3447076"/>
                  </a:lnTo>
                  <a:lnTo>
                    <a:pt x="10335998" y="3439798"/>
                  </a:lnTo>
                  <a:lnTo>
                    <a:pt x="10256685" y="3429920"/>
                  </a:lnTo>
                  <a:lnTo>
                    <a:pt x="10166399" y="3417303"/>
                  </a:lnTo>
                  <a:lnTo>
                    <a:pt x="10069013" y="3401918"/>
                  </a:lnTo>
                  <a:lnTo>
                    <a:pt x="9968453" y="3383805"/>
                  </a:lnTo>
                  <a:lnTo>
                    <a:pt x="9868198" y="3363024"/>
                  </a:lnTo>
                  <a:lnTo>
                    <a:pt x="9770983" y="3339609"/>
                  </a:lnTo>
                  <a:lnTo>
                    <a:pt x="9678706" y="3313533"/>
                  </a:lnTo>
                  <a:lnTo>
                    <a:pt x="9592479" y="3284688"/>
                  </a:lnTo>
                  <a:lnTo>
                    <a:pt x="9512766" y="3252868"/>
                  </a:lnTo>
                  <a:lnTo>
                    <a:pt x="9439542" y="3217774"/>
                  </a:lnTo>
                  <a:lnTo>
                    <a:pt x="9372439" y="3179015"/>
                  </a:lnTo>
                  <a:lnTo>
                    <a:pt x="9310875" y="3136118"/>
                  </a:lnTo>
                  <a:lnTo>
                    <a:pt x="9254146" y="3088552"/>
                  </a:lnTo>
                  <a:lnTo>
                    <a:pt x="9201494" y="3035764"/>
                  </a:lnTo>
                  <a:lnTo>
                    <a:pt x="9152164" y="2977242"/>
                  </a:lnTo>
                  <a:lnTo>
                    <a:pt x="9105443" y="2912614"/>
                  </a:lnTo>
                  <a:lnTo>
                    <a:pt x="9084767" y="2880981"/>
                  </a:lnTo>
                  <a:lnTo>
                    <a:pt x="9050045" y="2823598"/>
                  </a:lnTo>
                  <a:lnTo>
                    <a:pt x="9016147" y="2762325"/>
                  </a:lnTo>
                  <a:lnTo>
                    <a:pt x="8982866" y="2697083"/>
                  </a:lnTo>
                  <a:lnTo>
                    <a:pt x="8950033" y="2627845"/>
                  </a:lnTo>
                  <a:lnTo>
                    <a:pt x="8917508" y="2554643"/>
                  </a:lnTo>
                  <a:lnTo>
                    <a:pt x="8885180" y="2477575"/>
                  </a:lnTo>
                  <a:lnTo>
                    <a:pt x="8852963" y="2396803"/>
                  </a:lnTo>
                  <a:lnTo>
                    <a:pt x="8820792" y="2312563"/>
                  </a:lnTo>
                  <a:lnTo>
                    <a:pt x="8788621" y="2225160"/>
                  </a:lnTo>
                  <a:lnTo>
                    <a:pt x="8756422" y="2134966"/>
                  </a:lnTo>
                  <a:lnTo>
                    <a:pt x="8724180" y="2042418"/>
                  </a:lnTo>
                  <a:lnTo>
                    <a:pt x="8691894" y="1948006"/>
                  </a:lnTo>
                  <a:lnTo>
                    <a:pt x="8659570" y="1852268"/>
                  </a:lnTo>
                  <a:lnTo>
                    <a:pt x="8627223" y="1755774"/>
                  </a:lnTo>
                  <a:lnTo>
                    <a:pt x="8594870" y="1659112"/>
                  </a:lnTo>
                  <a:lnTo>
                    <a:pt x="8562531" y="1562878"/>
                  </a:lnTo>
                  <a:lnTo>
                    <a:pt x="8530223" y="1467652"/>
                  </a:lnTo>
                  <a:lnTo>
                    <a:pt x="8497955" y="1373992"/>
                  </a:lnTo>
                  <a:lnTo>
                    <a:pt x="8465733" y="1282416"/>
                  </a:lnTo>
                  <a:lnTo>
                    <a:pt x="8433549" y="1193394"/>
                  </a:lnTo>
                  <a:lnTo>
                    <a:pt x="8401383" y="1107333"/>
                  </a:lnTo>
                  <a:lnTo>
                    <a:pt x="8369198" y="1024578"/>
                  </a:lnTo>
                  <a:lnTo>
                    <a:pt x="8336942" y="945403"/>
                  </a:lnTo>
                  <a:lnTo>
                    <a:pt x="8304540" y="870010"/>
                  </a:lnTo>
                  <a:lnTo>
                    <a:pt x="8271895" y="798536"/>
                  </a:lnTo>
                  <a:lnTo>
                    <a:pt x="8238884" y="731046"/>
                  </a:lnTo>
                  <a:lnTo>
                    <a:pt x="8205357" y="667548"/>
                  </a:lnTo>
                  <a:lnTo>
                    <a:pt x="8171126" y="607990"/>
                  </a:lnTo>
                  <a:lnTo>
                    <a:pt x="8151487" y="576196"/>
                  </a:lnTo>
                  <a:lnTo>
                    <a:pt x="8105744" y="508728"/>
                  </a:lnTo>
                  <a:lnTo>
                    <a:pt x="8057692" y="447445"/>
                  </a:lnTo>
                  <a:lnTo>
                    <a:pt x="8006652" y="392092"/>
                  </a:lnTo>
                  <a:lnTo>
                    <a:pt x="7951883" y="342205"/>
                  </a:lnTo>
                  <a:lnTo>
                    <a:pt x="7892623" y="297241"/>
                  </a:lnTo>
                  <a:lnTo>
                    <a:pt x="7828135" y="256651"/>
                  </a:lnTo>
                  <a:lnTo>
                    <a:pt x="7757772" y="219935"/>
                  </a:lnTo>
                  <a:lnTo>
                    <a:pt x="7681054" y="186660"/>
                  </a:lnTo>
                  <a:lnTo>
                    <a:pt x="7597783" y="156485"/>
                  </a:lnTo>
                  <a:lnTo>
                    <a:pt x="7508178" y="129162"/>
                  </a:lnTo>
                  <a:lnTo>
                    <a:pt x="7413036" y="104537"/>
                  </a:lnTo>
                  <a:lnTo>
                    <a:pt x="7313883" y="82550"/>
                  </a:lnTo>
                  <a:lnTo>
                    <a:pt x="7213071" y="63210"/>
                  </a:lnTo>
                  <a:lnTo>
                    <a:pt x="7113763" y="46570"/>
                  </a:lnTo>
                  <a:lnTo>
                    <a:pt x="7019731" y="32685"/>
                  </a:lnTo>
                  <a:lnTo>
                    <a:pt x="6934947" y="21564"/>
                  </a:lnTo>
                  <a:lnTo>
                    <a:pt x="6862992" y="13122"/>
                  </a:lnTo>
                  <a:lnTo>
                    <a:pt x="6806417" y="7150"/>
                  </a:lnTo>
                  <a:lnTo>
                    <a:pt x="6766208" y="3312"/>
                  </a:lnTo>
                  <a:lnTo>
                    <a:pt x="6741518" y="1174"/>
                  </a:lnTo>
                  <a:lnTo>
                    <a:pt x="6729687" y="241"/>
                  </a:lnTo>
                  <a:lnTo>
                    <a:pt x="6726452" y="7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156" y="100"/>
                  </a:lnTo>
                  <a:lnTo>
                    <a:pt x="5248864" y="816"/>
                  </a:lnTo>
                  <a:lnTo>
                    <a:pt x="5235395" y="2793"/>
                  </a:lnTo>
                  <a:lnTo>
                    <a:pt x="5210989" y="6692"/>
                  </a:lnTo>
                  <a:lnTo>
                    <a:pt x="5173954" y="13150"/>
                  </a:lnTo>
                  <a:lnTo>
                    <a:pt x="5123776" y="22728"/>
                  </a:lnTo>
                  <a:lnTo>
                    <a:pt x="5061128" y="35869"/>
                  </a:lnTo>
                  <a:lnTo>
                    <a:pt x="4987713" y="52869"/>
                  </a:lnTo>
                  <a:lnTo>
                    <a:pt x="4905975" y="73873"/>
                  </a:lnTo>
                  <a:lnTo>
                    <a:pt x="4818730" y="98906"/>
                  </a:lnTo>
                  <a:lnTo>
                    <a:pt x="4728805" y="127914"/>
                  </a:lnTo>
                  <a:lnTo>
                    <a:pt x="4638747" y="160817"/>
                  </a:lnTo>
                  <a:lnTo>
                    <a:pt x="4550638" y="197557"/>
                  </a:lnTo>
                  <a:lnTo>
                    <a:pt x="4466025" y="238142"/>
                  </a:lnTo>
                  <a:lnTo>
                    <a:pt x="4385928" y="282665"/>
                  </a:lnTo>
                  <a:lnTo>
                    <a:pt x="4310905" y="331327"/>
                  </a:lnTo>
                  <a:lnTo>
                    <a:pt x="4241139" y="384442"/>
                  </a:lnTo>
                  <a:lnTo>
                    <a:pt x="4176533" y="442433"/>
                  </a:lnTo>
                  <a:lnTo>
                    <a:pt x="4116790" y="505832"/>
                  </a:lnTo>
                  <a:lnTo>
                    <a:pt x="4061483" y="575259"/>
                  </a:lnTo>
                  <a:lnTo>
                    <a:pt x="4010108" y="651404"/>
                  </a:lnTo>
                  <a:lnTo>
                    <a:pt x="3962123" y="734991"/>
                  </a:lnTo>
                  <a:lnTo>
                    <a:pt x="3916981" y="826714"/>
                  </a:lnTo>
                  <a:lnTo>
                    <a:pt x="3874156" y="927145"/>
                  </a:lnTo>
                  <a:lnTo>
                    <a:pt x="3833167" y="1036590"/>
                  </a:lnTo>
                  <a:lnTo>
                    <a:pt x="3829811" y="1046143"/>
                  </a:lnTo>
                  <a:lnTo>
                    <a:pt x="3803285" y="1124852"/>
                  </a:lnTo>
                  <a:lnTo>
                    <a:pt x="3777268" y="1207632"/>
                  </a:lnTo>
                  <a:lnTo>
                    <a:pt x="3751662" y="1294559"/>
                  </a:lnTo>
                  <a:lnTo>
                    <a:pt x="3726384" y="1385683"/>
                  </a:lnTo>
                  <a:lnTo>
                    <a:pt x="3701360" y="1481016"/>
                  </a:lnTo>
                  <a:lnTo>
                    <a:pt x="3676529" y="1580536"/>
                  </a:lnTo>
                  <a:lnTo>
                    <a:pt x="3651837" y="1684183"/>
                  </a:lnTo>
                  <a:lnTo>
                    <a:pt x="3627241" y="1791856"/>
                  </a:lnTo>
                  <a:lnTo>
                    <a:pt x="3602705" y="1903410"/>
                  </a:lnTo>
                  <a:lnTo>
                    <a:pt x="3578200" y="2018660"/>
                  </a:lnTo>
                  <a:lnTo>
                    <a:pt x="3553704" y="2137376"/>
                  </a:lnTo>
                  <a:lnTo>
                    <a:pt x="3529201" y="2259285"/>
                  </a:lnTo>
                  <a:lnTo>
                    <a:pt x="3504679" y="2384076"/>
                  </a:lnTo>
                  <a:lnTo>
                    <a:pt x="3480132" y="2511396"/>
                  </a:lnTo>
                  <a:lnTo>
                    <a:pt x="3455560" y="2640862"/>
                  </a:lnTo>
                  <a:lnTo>
                    <a:pt x="3430962" y="2772056"/>
                  </a:lnTo>
                  <a:lnTo>
                    <a:pt x="3406344" y="2904539"/>
                  </a:lnTo>
                  <a:lnTo>
                    <a:pt x="3381711" y="3037852"/>
                  </a:lnTo>
                  <a:lnTo>
                    <a:pt x="3357072" y="3171524"/>
                  </a:lnTo>
                  <a:lnTo>
                    <a:pt x="3332436" y="3305078"/>
                  </a:lnTo>
                  <a:lnTo>
                    <a:pt x="3307810" y="3438038"/>
                  </a:lnTo>
                  <a:lnTo>
                    <a:pt x="3283201" y="3569940"/>
                  </a:lnTo>
                  <a:lnTo>
                    <a:pt x="3258615" y="3700332"/>
                  </a:lnTo>
                  <a:lnTo>
                    <a:pt x="3234055" y="3828786"/>
                  </a:lnTo>
                  <a:lnTo>
                    <a:pt x="3209521" y="3954900"/>
                  </a:lnTo>
                  <a:lnTo>
                    <a:pt x="3185010" y="4078306"/>
                  </a:lnTo>
                  <a:lnTo>
                    <a:pt x="3160511" y="4198671"/>
                  </a:lnTo>
                  <a:lnTo>
                    <a:pt x="3136013" y="4315702"/>
                  </a:lnTo>
                  <a:lnTo>
                    <a:pt x="3111496" y="4429149"/>
                  </a:lnTo>
                  <a:lnTo>
                    <a:pt x="3086935" y="4538802"/>
                  </a:lnTo>
                  <a:lnTo>
                    <a:pt x="3062297" y="4644497"/>
                  </a:lnTo>
                  <a:lnTo>
                    <a:pt x="3037542" y="4746112"/>
                  </a:lnTo>
                  <a:lnTo>
                    <a:pt x="3012622" y="4843564"/>
                  </a:lnTo>
                  <a:lnTo>
                    <a:pt x="2987481" y="4936814"/>
                  </a:lnTo>
                  <a:lnTo>
                    <a:pt x="2962050" y="5025856"/>
                  </a:lnTo>
                  <a:lnTo>
                    <a:pt x="2936252" y="5110723"/>
                  </a:lnTo>
                  <a:lnTo>
                    <a:pt x="2909996" y="5191475"/>
                  </a:lnTo>
                  <a:lnTo>
                    <a:pt x="2896531" y="5230718"/>
                  </a:lnTo>
                  <a:lnTo>
                    <a:pt x="2855675" y="5340918"/>
                  </a:lnTo>
                  <a:lnTo>
                    <a:pt x="2813021" y="5442096"/>
                  </a:lnTo>
                  <a:lnTo>
                    <a:pt x="2768093" y="5534527"/>
                  </a:lnTo>
                  <a:lnTo>
                    <a:pt x="2720366" y="5618768"/>
                  </a:lnTo>
                  <a:lnTo>
                    <a:pt x="2669295" y="5695507"/>
                  </a:lnTo>
                  <a:lnTo>
                    <a:pt x="2614337" y="5765468"/>
                  </a:lnTo>
                  <a:lnTo>
                    <a:pt x="2554982" y="5829346"/>
                  </a:lnTo>
                  <a:lnTo>
                    <a:pt x="2490796" y="5887768"/>
                  </a:lnTo>
                  <a:lnTo>
                    <a:pt x="2421469" y="5941272"/>
                  </a:lnTo>
                  <a:lnTo>
                    <a:pt x="2346882" y="5990293"/>
                  </a:lnTo>
                  <a:lnTo>
                    <a:pt x="2267194" y="6035152"/>
                  </a:lnTo>
                  <a:lnTo>
                    <a:pt x="2182926" y="6076061"/>
                  </a:lnTo>
                  <a:lnTo>
                    <a:pt x="2095058" y="6113121"/>
                  </a:lnTo>
                  <a:lnTo>
                    <a:pt x="2005089" y="6146347"/>
                  </a:lnTo>
                  <a:lnTo>
                    <a:pt x="1915062" y="6175683"/>
                  </a:lnTo>
                  <a:lnTo>
                    <a:pt x="1827487" y="6201051"/>
                  </a:lnTo>
                  <a:lnTo>
                    <a:pt x="1745178" y="6222392"/>
                  </a:lnTo>
                  <a:lnTo>
                    <a:pt x="1670966" y="6239722"/>
                  </a:lnTo>
                  <a:lnTo>
                    <a:pt x="1607341" y="6253177"/>
                  </a:lnTo>
                  <a:lnTo>
                    <a:pt x="1556080" y="6263038"/>
                  </a:lnTo>
                  <a:lnTo>
                    <a:pt x="1517949" y="6269736"/>
                  </a:lnTo>
                  <a:lnTo>
                    <a:pt x="1492537" y="6273825"/>
                  </a:lnTo>
                  <a:lnTo>
                    <a:pt x="1478245" y="6275938"/>
                  </a:lnTo>
                  <a:lnTo>
                    <a:pt x="1472400" y="6276734"/>
                  </a:lnTo>
                  <a:lnTo>
                    <a:pt x="1471388" y="6276862"/>
                  </a:lnTo>
                  <a:lnTo>
                    <a:pt x="1471387" y="6276862"/>
                  </a:lnTo>
                  <a:lnTo>
                    <a:pt x="0" y="6276862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59" name="pg2159"/>
            <p:cNvSpPr/>
            <p:nvPr/>
          </p:nvSpPr>
          <p:spPr>
            <a:xfrm>
              <a:off x="4799595" y="3508630"/>
              <a:ext cx="11981298" cy="7649926"/>
            </a:xfrm>
            <a:custGeom>
              <a:avLst/>
              <a:pathLst>
                <a:path w="11981298" h="7649926">
                  <a:moveTo>
                    <a:pt x="0" y="7649926"/>
                  </a:moveTo>
                  <a:lnTo>
                    <a:pt x="1471387" y="7649926"/>
                  </a:lnTo>
                  <a:lnTo>
                    <a:pt x="1472148" y="7649821"/>
                  </a:lnTo>
                  <a:lnTo>
                    <a:pt x="1477194" y="7649074"/>
                  </a:lnTo>
                  <a:lnTo>
                    <a:pt x="1490054" y="7647012"/>
                  </a:lnTo>
                  <a:lnTo>
                    <a:pt x="1513392" y="7642945"/>
                  </a:lnTo>
                  <a:lnTo>
                    <a:pt x="1548882" y="7636205"/>
                  </a:lnTo>
                  <a:lnTo>
                    <a:pt x="1597097" y="7626198"/>
                  </a:lnTo>
                  <a:lnTo>
                    <a:pt x="1657493" y="7612450"/>
                  </a:lnTo>
                  <a:lnTo>
                    <a:pt x="1728541" y="7594636"/>
                  </a:lnTo>
                  <a:lnTo>
                    <a:pt x="1807981" y="7572584"/>
                  </a:lnTo>
                  <a:lnTo>
                    <a:pt x="1893157" y="7546256"/>
                  </a:lnTo>
                  <a:lnTo>
                    <a:pt x="1981359" y="7515697"/>
                  </a:lnTo>
                  <a:lnTo>
                    <a:pt x="2070101" y="7480991"/>
                  </a:lnTo>
                  <a:lnTo>
                    <a:pt x="2157310" y="7442205"/>
                  </a:lnTo>
                  <a:lnTo>
                    <a:pt x="2241406" y="7399351"/>
                  </a:lnTo>
                  <a:lnTo>
                    <a:pt x="2321313" y="7352350"/>
                  </a:lnTo>
                  <a:lnTo>
                    <a:pt x="2396405" y="7301021"/>
                  </a:lnTo>
                  <a:lnTo>
                    <a:pt x="2466424" y="7245066"/>
                  </a:lnTo>
                  <a:lnTo>
                    <a:pt x="2531402" y="7184074"/>
                  </a:lnTo>
                  <a:lnTo>
                    <a:pt x="2591573" y="7117521"/>
                  </a:lnTo>
                  <a:lnTo>
                    <a:pt x="2647313" y="7044786"/>
                  </a:lnTo>
                  <a:lnTo>
                    <a:pt x="2699084" y="6965167"/>
                  </a:lnTo>
                  <a:lnTo>
                    <a:pt x="2747393" y="6877915"/>
                  </a:lnTo>
                  <a:lnTo>
                    <a:pt x="2792762" y="6782287"/>
                  </a:lnTo>
                  <a:lnTo>
                    <a:pt x="2835701" y="6677623"/>
                  </a:lnTo>
                  <a:lnTo>
                    <a:pt x="2876690" y="6563475"/>
                  </a:lnTo>
                  <a:lnTo>
                    <a:pt x="2896531" y="6502982"/>
                  </a:lnTo>
                  <a:lnTo>
                    <a:pt x="2921927" y="6420494"/>
                  </a:lnTo>
                  <a:lnTo>
                    <a:pt x="2946852" y="6333924"/>
                  </a:lnTo>
                  <a:lnTo>
                    <a:pt x="2971393" y="6243194"/>
                  </a:lnTo>
                  <a:lnTo>
                    <a:pt x="2995626" y="6148256"/>
                  </a:lnTo>
                  <a:lnTo>
                    <a:pt x="3019615" y="6049091"/>
                  </a:lnTo>
                  <a:lnTo>
                    <a:pt x="3043416" y="5945713"/>
                  </a:lnTo>
                  <a:lnTo>
                    <a:pt x="3067078" y="5838172"/>
                  </a:lnTo>
                  <a:lnTo>
                    <a:pt x="3090640" y="5726555"/>
                  </a:lnTo>
                  <a:lnTo>
                    <a:pt x="3114137" y="5610985"/>
                  </a:lnTo>
                  <a:lnTo>
                    <a:pt x="3137596" y="5491627"/>
                  </a:lnTo>
                  <a:lnTo>
                    <a:pt x="3161040" y="5368684"/>
                  </a:lnTo>
                  <a:lnTo>
                    <a:pt x="3184483" y="5242400"/>
                  </a:lnTo>
                  <a:lnTo>
                    <a:pt x="3207939" y="5113056"/>
                  </a:lnTo>
                  <a:lnTo>
                    <a:pt x="3231415" y="4980970"/>
                  </a:lnTo>
                  <a:lnTo>
                    <a:pt x="3254914" y="4846494"/>
                  </a:lnTo>
                  <a:lnTo>
                    <a:pt x="3278438" y="4710008"/>
                  </a:lnTo>
                  <a:lnTo>
                    <a:pt x="3301983" y="4571922"/>
                  </a:lnTo>
                  <a:lnTo>
                    <a:pt x="3325546" y="4432663"/>
                  </a:lnTo>
                  <a:lnTo>
                    <a:pt x="3349120" y="4292677"/>
                  </a:lnTo>
                  <a:lnTo>
                    <a:pt x="3372698" y="4152418"/>
                  </a:lnTo>
                  <a:lnTo>
                    <a:pt x="3396273" y="4012344"/>
                  </a:lnTo>
                  <a:lnTo>
                    <a:pt x="3419839" y="3872911"/>
                  </a:lnTo>
                  <a:lnTo>
                    <a:pt x="3443388" y="3734566"/>
                  </a:lnTo>
                  <a:lnTo>
                    <a:pt x="3466916" y="3597741"/>
                  </a:lnTo>
                  <a:lnTo>
                    <a:pt x="3490420" y="3462848"/>
                  </a:lnTo>
                  <a:lnTo>
                    <a:pt x="3513900" y="3330275"/>
                  </a:lnTo>
                  <a:lnTo>
                    <a:pt x="3537359" y="3200379"/>
                  </a:lnTo>
                  <a:lnTo>
                    <a:pt x="3560804" y="3073485"/>
                  </a:lnTo>
                  <a:lnTo>
                    <a:pt x="3584246" y="2949881"/>
                  </a:lnTo>
                  <a:lnTo>
                    <a:pt x="3607701" y="2829818"/>
                  </a:lnTo>
                  <a:lnTo>
                    <a:pt x="3631189" y="2713508"/>
                  </a:lnTo>
                  <a:lnTo>
                    <a:pt x="3654736" y="2601121"/>
                  </a:lnTo>
                  <a:lnTo>
                    <a:pt x="3678376" y="2492790"/>
                  </a:lnTo>
                  <a:lnTo>
                    <a:pt x="3702147" y="2388608"/>
                  </a:lnTo>
                  <a:lnTo>
                    <a:pt x="3726096" y="2288633"/>
                  </a:lnTo>
                  <a:lnTo>
                    <a:pt x="3750277" y="2192884"/>
                  </a:lnTo>
                  <a:lnTo>
                    <a:pt x="3774753" y="2101349"/>
                  </a:lnTo>
                  <a:lnTo>
                    <a:pt x="3799598" y="2013986"/>
                  </a:lnTo>
                  <a:lnTo>
                    <a:pt x="3824897" y="1930722"/>
                  </a:lnTo>
                  <a:lnTo>
                    <a:pt x="3829811" y="1915205"/>
                  </a:lnTo>
                  <a:lnTo>
                    <a:pt x="3869989" y="1796274"/>
                  </a:lnTo>
                  <a:lnTo>
                    <a:pt x="3911899" y="1686918"/>
                  </a:lnTo>
                  <a:lnTo>
                    <a:pt x="3955995" y="1586858"/>
                  </a:lnTo>
                  <a:lnTo>
                    <a:pt x="4002773" y="1495520"/>
                  </a:lnTo>
                  <a:lnTo>
                    <a:pt x="4052753" y="1412191"/>
                  </a:lnTo>
                  <a:lnTo>
                    <a:pt x="4106453" y="1336115"/>
                  </a:lnTo>
                  <a:lnTo>
                    <a:pt x="4164361" y="1266563"/>
                  </a:lnTo>
                  <a:lnTo>
                    <a:pt x="4226903" y="1202870"/>
                  </a:lnTo>
                  <a:lnTo>
                    <a:pt x="4294390" y="1144462"/>
                  </a:lnTo>
                  <a:lnTo>
                    <a:pt x="4366965" y="1090871"/>
                  </a:lnTo>
                  <a:lnTo>
                    <a:pt x="4444524" y="1041743"/>
                  </a:lnTo>
                  <a:lnTo>
                    <a:pt x="4526637" y="996837"/>
                  </a:lnTo>
                  <a:lnTo>
                    <a:pt x="4612459" y="956026"/>
                  </a:lnTo>
                  <a:lnTo>
                    <a:pt x="4700666" y="919281"/>
                  </a:lnTo>
                  <a:lnTo>
                    <a:pt x="4789425" y="886644"/>
                  </a:lnTo>
                  <a:lnTo>
                    <a:pt x="4876440" y="858196"/>
                  </a:lnTo>
                  <a:lnTo>
                    <a:pt x="4959083" y="834011"/>
                  </a:lnTo>
                  <a:lnTo>
                    <a:pt x="5034630" y="814096"/>
                  </a:lnTo>
                  <a:lnTo>
                    <a:pt x="5100581" y="798352"/>
                  </a:lnTo>
                  <a:lnTo>
                    <a:pt x="5155004" y="786530"/>
                  </a:lnTo>
                  <a:lnTo>
                    <a:pt x="5196837" y="778229"/>
                  </a:lnTo>
                  <a:lnTo>
                    <a:pt x="5226092" y="772910"/>
                  </a:lnTo>
                  <a:lnTo>
                    <a:pt x="5243901" y="769934"/>
                  </a:lnTo>
                  <a:lnTo>
                    <a:pt x="5252453" y="768617"/>
                  </a:lnTo>
                  <a:lnTo>
                    <a:pt x="5254955" y="768261"/>
                  </a:lnTo>
                  <a:lnTo>
                    <a:pt x="6726343" y="768261"/>
                  </a:lnTo>
                  <a:lnTo>
                    <a:pt x="6727573" y="768242"/>
                  </a:lnTo>
                  <a:lnTo>
                    <a:pt x="6735649" y="768107"/>
                  </a:lnTo>
                  <a:lnTo>
                    <a:pt x="6755959" y="767733"/>
                  </a:lnTo>
                  <a:lnTo>
                    <a:pt x="6792148" y="766998"/>
                  </a:lnTo>
                  <a:lnTo>
                    <a:pt x="6845841" y="765789"/>
                  </a:lnTo>
                  <a:lnTo>
                    <a:pt x="6916524" y="764015"/>
                  </a:lnTo>
                  <a:lnTo>
                    <a:pt x="7001761" y="761617"/>
                  </a:lnTo>
                  <a:lnTo>
                    <a:pt x="7097763" y="758569"/>
                  </a:lnTo>
                  <a:lnTo>
                    <a:pt x="7200139" y="754868"/>
                  </a:lnTo>
                  <a:lnTo>
                    <a:pt x="7304626" y="750528"/>
                  </a:lnTo>
                  <a:lnTo>
                    <a:pt x="7407614" y="745562"/>
                  </a:lnTo>
                  <a:lnTo>
                    <a:pt x="7506416" y="739972"/>
                  </a:lnTo>
                  <a:lnTo>
                    <a:pt x="7599297" y="733746"/>
                  </a:lnTo>
                  <a:lnTo>
                    <a:pt x="7685368" y="726845"/>
                  </a:lnTo>
                  <a:lnTo>
                    <a:pt x="7764402" y="719208"/>
                  </a:lnTo>
                  <a:lnTo>
                    <a:pt x="7836646" y="710749"/>
                  </a:lnTo>
                  <a:lnTo>
                    <a:pt x="7902660" y="701362"/>
                  </a:lnTo>
                  <a:lnTo>
                    <a:pt x="7963182" y="690920"/>
                  </a:lnTo>
                  <a:lnTo>
                    <a:pt x="8019043" y="679289"/>
                  </a:lnTo>
                  <a:lnTo>
                    <a:pt x="8071089" y="666338"/>
                  </a:lnTo>
                  <a:lnTo>
                    <a:pt x="8120133" y="651964"/>
                  </a:lnTo>
                  <a:lnTo>
                    <a:pt x="8151487" y="641580"/>
                  </a:lnTo>
                  <a:lnTo>
                    <a:pt x="8204269" y="621929"/>
                  </a:lnTo>
                  <a:lnTo>
                    <a:pt x="8255380" y="600254"/>
                  </a:lnTo>
                  <a:lnTo>
                    <a:pt x="8305458" y="576526"/>
                  </a:lnTo>
                  <a:lnTo>
                    <a:pt x="8354968" y="550786"/>
                  </a:lnTo>
                  <a:lnTo>
                    <a:pt x="8404234" y="523156"/>
                  </a:lnTo>
                  <a:lnTo>
                    <a:pt x="8453461" y="493844"/>
                  </a:lnTo>
                  <a:lnTo>
                    <a:pt x="8502760" y="463136"/>
                  </a:lnTo>
                  <a:lnTo>
                    <a:pt x="8552162" y="431397"/>
                  </a:lnTo>
                  <a:lnTo>
                    <a:pt x="8601644" y="399046"/>
                  </a:lnTo>
                  <a:lnTo>
                    <a:pt x="8651147" y="366539"/>
                  </a:lnTo>
                  <a:lnTo>
                    <a:pt x="8700607" y="334343"/>
                  </a:lnTo>
                  <a:lnTo>
                    <a:pt x="8749975" y="302904"/>
                  </a:lnTo>
                  <a:lnTo>
                    <a:pt x="8799243" y="272626"/>
                  </a:lnTo>
                  <a:lnTo>
                    <a:pt x="8848467" y="243847"/>
                  </a:lnTo>
                  <a:lnTo>
                    <a:pt x="8897786" y="216830"/>
                  </a:lnTo>
                  <a:lnTo>
                    <a:pt x="8947443" y="191753"/>
                  </a:lnTo>
                  <a:lnTo>
                    <a:pt x="8997807" y="168710"/>
                  </a:lnTo>
                  <a:lnTo>
                    <a:pt x="9049395" y="147717"/>
                  </a:lnTo>
                  <a:lnTo>
                    <a:pt x="9084767" y="134854"/>
                  </a:lnTo>
                  <a:lnTo>
                    <a:pt x="9132220" y="119505"/>
                  </a:lnTo>
                  <a:lnTo>
                    <a:pt x="9182181" y="105615"/>
                  </a:lnTo>
                  <a:lnTo>
                    <a:pt x="9235408" y="93118"/>
                  </a:lnTo>
                  <a:lnTo>
                    <a:pt x="9292732" y="81900"/>
                  </a:lnTo>
                  <a:lnTo>
                    <a:pt x="9355000" y="71825"/>
                  </a:lnTo>
                  <a:lnTo>
                    <a:pt x="9423019" y="62761"/>
                  </a:lnTo>
                  <a:lnTo>
                    <a:pt x="9497483" y="54587"/>
                  </a:lnTo>
                  <a:lnTo>
                    <a:pt x="9578860" y="47205"/>
                  </a:lnTo>
                  <a:lnTo>
                    <a:pt x="9667260" y="40535"/>
                  </a:lnTo>
                  <a:lnTo>
                    <a:pt x="9762257" y="34524"/>
                  </a:lnTo>
                  <a:lnTo>
                    <a:pt x="9862696" y="29144"/>
                  </a:lnTo>
                  <a:lnTo>
                    <a:pt x="9966533" y="24386"/>
                  </a:lnTo>
                  <a:lnTo>
                    <a:pt x="10070756" y="20257"/>
                  </a:lnTo>
                  <a:lnTo>
                    <a:pt x="10171496" y="16774"/>
                  </a:lnTo>
                  <a:lnTo>
                    <a:pt x="10264376" y="13944"/>
                  </a:lnTo>
                  <a:lnTo>
                    <a:pt x="10345120" y="11759"/>
                  </a:lnTo>
                  <a:lnTo>
                    <a:pt x="10410311" y="10182"/>
                  </a:lnTo>
                  <a:lnTo>
                    <a:pt x="10458108" y="9142"/>
                  </a:lnTo>
                  <a:lnTo>
                    <a:pt x="10488705" y="8541"/>
                  </a:lnTo>
                  <a:lnTo>
                    <a:pt x="10504430" y="8261"/>
                  </a:lnTo>
                  <a:lnTo>
                    <a:pt x="10509540" y="8178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8680" y="18"/>
                  </a:lnTo>
                  <a:lnTo>
                    <a:pt x="10500604" y="154"/>
                  </a:lnTo>
                  <a:lnTo>
                    <a:pt x="10480294" y="527"/>
                  </a:lnTo>
                  <a:lnTo>
                    <a:pt x="10444105" y="1263"/>
                  </a:lnTo>
                  <a:lnTo>
                    <a:pt x="10390412" y="2472"/>
                  </a:lnTo>
                  <a:lnTo>
                    <a:pt x="10319729" y="4246"/>
                  </a:lnTo>
                  <a:lnTo>
                    <a:pt x="10234492" y="6644"/>
                  </a:lnTo>
                  <a:lnTo>
                    <a:pt x="10138491" y="9692"/>
                  </a:lnTo>
                  <a:lnTo>
                    <a:pt x="10036115" y="13393"/>
                  </a:lnTo>
                  <a:lnTo>
                    <a:pt x="9931628" y="17733"/>
                  </a:lnTo>
                  <a:lnTo>
                    <a:pt x="9828639" y="22699"/>
                  </a:lnTo>
                  <a:lnTo>
                    <a:pt x="9729837" y="28288"/>
                  </a:lnTo>
                  <a:lnTo>
                    <a:pt x="9636956" y="34515"/>
                  </a:lnTo>
                  <a:lnTo>
                    <a:pt x="9550885" y="41416"/>
                  </a:lnTo>
                  <a:lnTo>
                    <a:pt x="9471851" y="49053"/>
                  </a:lnTo>
                  <a:lnTo>
                    <a:pt x="9399607" y="57511"/>
                  </a:lnTo>
                  <a:lnTo>
                    <a:pt x="9333594" y="66899"/>
                  </a:lnTo>
                  <a:lnTo>
                    <a:pt x="9273071" y="77341"/>
                  </a:lnTo>
                  <a:lnTo>
                    <a:pt x="9217211" y="88972"/>
                  </a:lnTo>
                  <a:lnTo>
                    <a:pt x="9165164" y="101923"/>
                  </a:lnTo>
                  <a:lnTo>
                    <a:pt x="9116121" y="116297"/>
                  </a:lnTo>
                  <a:lnTo>
                    <a:pt x="9084767" y="126681"/>
                  </a:lnTo>
                  <a:lnTo>
                    <a:pt x="9031984" y="146332"/>
                  </a:lnTo>
                  <a:lnTo>
                    <a:pt x="8980873" y="168007"/>
                  </a:lnTo>
                  <a:lnTo>
                    <a:pt x="8930795" y="191735"/>
                  </a:lnTo>
                  <a:lnTo>
                    <a:pt x="8881285" y="217475"/>
                  </a:lnTo>
                  <a:lnTo>
                    <a:pt x="8832020" y="245105"/>
                  </a:lnTo>
                  <a:lnTo>
                    <a:pt x="8782792" y="274417"/>
                  </a:lnTo>
                  <a:lnTo>
                    <a:pt x="8733493" y="305125"/>
                  </a:lnTo>
                  <a:lnTo>
                    <a:pt x="8684091" y="336864"/>
                  </a:lnTo>
                  <a:lnTo>
                    <a:pt x="8634610" y="369215"/>
                  </a:lnTo>
                  <a:lnTo>
                    <a:pt x="8585106" y="401721"/>
                  </a:lnTo>
                  <a:lnTo>
                    <a:pt x="8535646" y="433918"/>
                  </a:lnTo>
                  <a:lnTo>
                    <a:pt x="8486278" y="465357"/>
                  </a:lnTo>
                  <a:lnTo>
                    <a:pt x="8437010" y="495635"/>
                  </a:lnTo>
                  <a:lnTo>
                    <a:pt x="8387786" y="524414"/>
                  </a:lnTo>
                  <a:lnTo>
                    <a:pt x="8338467" y="551430"/>
                  </a:lnTo>
                  <a:lnTo>
                    <a:pt x="8288810" y="576508"/>
                  </a:lnTo>
                  <a:lnTo>
                    <a:pt x="8238446" y="599551"/>
                  </a:lnTo>
                  <a:lnTo>
                    <a:pt x="8186858" y="620544"/>
                  </a:lnTo>
                  <a:lnTo>
                    <a:pt x="8151487" y="633407"/>
                  </a:lnTo>
                  <a:lnTo>
                    <a:pt x="8104033" y="648756"/>
                  </a:lnTo>
                  <a:lnTo>
                    <a:pt x="8054072" y="662646"/>
                  </a:lnTo>
                  <a:lnTo>
                    <a:pt x="8000845" y="675142"/>
                  </a:lnTo>
                  <a:lnTo>
                    <a:pt x="7943521" y="686361"/>
                  </a:lnTo>
                  <a:lnTo>
                    <a:pt x="7881254" y="696436"/>
                  </a:lnTo>
                  <a:lnTo>
                    <a:pt x="7813234" y="705500"/>
                  </a:lnTo>
                  <a:lnTo>
                    <a:pt x="7738771" y="713673"/>
                  </a:lnTo>
                  <a:lnTo>
                    <a:pt x="7657393" y="721056"/>
                  </a:lnTo>
                  <a:lnTo>
                    <a:pt x="7568993" y="727726"/>
                  </a:lnTo>
                  <a:lnTo>
                    <a:pt x="7473996" y="733737"/>
                  </a:lnTo>
                  <a:lnTo>
                    <a:pt x="7373557" y="739117"/>
                  </a:lnTo>
                  <a:lnTo>
                    <a:pt x="7269720" y="743875"/>
                  </a:lnTo>
                  <a:lnTo>
                    <a:pt x="7165497" y="748004"/>
                  </a:lnTo>
                  <a:lnTo>
                    <a:pt x="7064757" y="751487"/>
                  </a:lnTo>
                  <a:lnTo>
                    <a:pt x="6971877" y="754317"/>
                  </a:lnTo>
                  <a:lnTo>
                    <a:pt x="6891134" y="756501"/>
                  </a:lnTo>
                  <a:lnTo>
                    <a:pt x="6825943" y="758079"/>
                  </a:lnTo>
                  <a:lnTo>
                    <a:pt x="6778146" y="759118"/>
                  </a:lnTo>
                  <a:lnTo>
                    <a:pt x="6747548" y="759720"/>
                  </a:lnTo>
                  <a:lnTo>
                    <a:pt x="6731823" y="760000"/>
                  </a:lnTo>
                  <a:lnTo>
                    <a:pt x="6726713" y="760083"/>
                  </a:lnTo>
                  <a:lnTo>
                    <a:pt x="6726343" y="760088"/>
                  </a:lnTo>
                  <a:lnTo>
                    <a:pt x="5254955" y="760088"/>
                  </a:lnTo>
                  <a:lnTo>
                    <a:pt x="5254194" y="760193"/>
                  </a:lnTo>
                  <a:lnTo>
                    <a:pt x="5249148" y="760940"/>
                  </a:lnTo>
                  <a:lnTo>
                    <a:pt x="5236288" y="763002"/>
                  </a:lnTo>
                  <a:lnTo>
                    <a:pt x="5212950" y="767070"/>
                  </a:lnTo>
                  <a:lnTo>
                    <a:pt x="5177460" y="773809"/>
                  </a:lnTo>
                  <a:lnTo>
                    <a:pt x="5129245" y="783816"/>
                  </a:lnTo>
                  <a:lnTo>
                    <a:pt x="5068849" y="797564"/>
                  </a:lnTo>
                  <a:lnTo>
                    <a:pt x="4997801" y="815378"/>
                  </a:lnTo>
                  <a:lnTo>
                    <a:pt x="4918361" y="837430"/>
                  </a:lnTo>
                  <a:lnTo>
                    <a:pt x="4833185" y="863759"/>
                  </a:lnTo>
                  <a:lnTo>
                    <a:pt x="4744983" y="894318"/>
                  </a:lnTo>
                  <a:lnTo>
                    <a:pt x="4656241" y="929024"/>
                  </a:lnTo>
                  <a:lnTo>
                    <a:pt x="4569033" y="967809"/>
                  </a:lnTo>
                  <a:lnTo>
                    <a:pt x="4484936" y="1010664"/>
                  </a:lnTo>
                  <a:lnTo>
                    <a:pt x="4405029" y="1057664"/>
                  </a:lnTo>
                  <a:lnTo>
                    <a:pt x="4329937" y="1108993"/>
                  </a:lnTo>
                  <a:lnTo>
                    <a:pt x="4259918" y="1164948"/>
                  </a:lnTo>
                  <a:lnTo>
                    <a:pt x="4194941" y="1225940"/>
                  </a:lnTo>
                  <a:lnTo>
                    <a:pt x="4134770" y="1292493"/>
                  </a:lnTo>
                  <a:lnTo>
                    <a:pt x="4079029" y="1365229"/>
                  </a:lnTo>
                  <a:lnTo>
                    <a:pt x="4027258" y="1444848"/>
                  </a:lnTo>
                  <a:lnTo>
                    <a:pt x="3978949" y="1532099"/>
                  </a:lnTo>
                  <a:lnTo>
                    <a:pt x="3933581" y="1627727"/>
                  </a:lnTo>
                  <a:lnTo>
                    <a:pt x="3890641" y="1732391"/>
                  </a:lnTo>
                  <a:lnTo>
                    <a:pt x="3849652" y="1846540"/>
                  </a:lnTo>
                  <a:lnTo>
                    <a:pt x="3829811" y="1907032"/>
                  </a:lnTo>
                  <a:lnTo>
                    <a:pt x="3804415" y="1989520"/>
                  </a:lnTo>
                  <a:lnTo>
                    <a:pt x="3779490" y="2076090"/>
                  </a:lnTo>
                  <a:lnTo>
                    <a:pt x="3754949" y="2166820"/>
                  </a:lnTo>
                  <a:lnTo>
                    <a:pt x="3730716" y="2261758"/>
                  </a:lnTo>
                  <a:lnTo>
                    <a:pt x="3706727" y="2360923"/>
                  </a:lnTo>
                  <a:lnTo>
                    <a:pt x="3682926" y="2464301"/>
                  </a:lnTo>
                  <a:lnTo>
                    <a:pt x="3659264" y="2571842"/>
                  </a:lnTo>
                  <a:lnTo>
                    <a:pt x="3635702" y="2683459"/>
                  </a:lnTo>
                  <a:lnTo>
                    <a:pt x="3612205" y="2799029"/>
                  </a:lnTo>
                  <a:lnTo>
                    <a:pt x="3588746" y="2918387"/>
                  </a:lnTo>
                  <a:lnTo>
                    <a:pt x="3565303" y="3041330"/>
                  </a:lnTo>
                  <a:lnTo>
                    <a:pt x="3541859" y="3167614"/>
                  </a:lnTo>
                  <a:lnTo>
                    <a:pt x="3518403" y="3296958"/>
                  </a:lnTo>
                  <a:lnTo>
                    <a:pt x="3494927" y="3429044"/>
                  </a:lnTo>
                  <a:lnTo>
                    <a:pt x="3471428" y="3563521"/>
                  </a:lnTo>
                  <a:lnTo>
                    <a:pt x="3447904" y="3700006"/>
                  </a:lnTo>
                  <a:lnTo>
                    <a:pt x="3424359" y="3838093"/>
                  </a:lnTo>
                  <a:lnTo>
                    <a:pt x="3400796" y="3977351"/>
                  </a:lnTo>
                  <a:lnTo>
                    <a:pt x="3377222" y="4117337"/>
                  </a:lnTo>
                  <a:lnTo>
                    <a:pt x="3353644" y="4257596"/>
                  </a:lnTo>
                  <a:lnTo>
                    <a:pt x="3330069" y="4397670"/>
                  </a:lnTo>
                  <a:lnTo>
                    <a:pt x="3306503" y="4537103"/>
                  </a:lnTo>
                  <a:lnTo>
                    <a:pt x="3282954" y="4675449"/>
                  </a:lnTo>
                  <a:lnTo>
                    <a:pt x="3259426" y="4812274"/>
                  </a:lnTo>
                  <a:lnTo>
                    <a:pt x="3235922" y="4947166"/>
                  </a:lnTo>
                  <a:lnTo>
                    <a:pt x="3212442" y="5079739"/>
                  </a:lnTo>
                  <a:lnTo>
                    <a:pt x="3188983" y="5209635"/>
                  </a:lnTo>
                  <a:lnTo>
                    <a:pt x="3165538" y="5336529"/>
                  </a:lnTo>
                  <a:lnTo>
                    <a:pt x="3142096" y="5460133"/>
                  </a:lnTo>
                  <a:lnTo>
                    <a:pt x="3118641" y="5580196"/>
                  </a:lnTo>
                  <a:lnTo>
                    <a:pt x="3095153" y="5696507"/>
                  </a:lnTo>
                  <a:lnTo>
                    <a:pt x="3071606" y="5808894"/>
                  </a:lnTo>
                  <a:lnTo>
                    <a:pt x="3047966" y="5917225"/>
                  </a:lnTo>
                  <a:lnTo>
                    <a:pt x="3024195" y="6021406"/>
                  </a:lnTo>
                  <a:lnTo>
                    <a:pt x="3000246" y="6121382"/>
                  </a:lnTo>
                  <a:lnTo>
                    <a:pt x="2976065" y="6217130"/>
                  </a:lnTo>
                  <a:lnTo>
                    <a:pt x="2951589" y="6308665"/>
                  </a:lnTo>
                  <a:lnTo>
                    <a:pt x="2926744" y="6396028"/>
                  </a:lnTo>
                  <a:lnTo>
                    <a:pt x="2901445" y="6479292"/>
                  </a:lnTo>
                  <a:lnTo>
                    <a:pt x="2896531" y="6494809"/>
                  </a:lnTo>
                  <a:lnTo>
                    <a:pt x="2856353" y="6613740"/>
                  </a:lnTo>
                  <a:lnTo>
                    <a:pt x="2814443" y="6723096"/>
                  </a:lnTo>
                  <a:lnTo>
                    <a:pt x="2770347" y="6823157"/>
                  </a:lnTo>
                  <a:lnTo>
                    <a:pt x="2723569" y="6914494"/>
                  </a:lnTo>
                  <a:lnTo>
                    <a:pt x="2673589" y="6997824"/>
                  </a:lnTo>
                  <a:lnTo>
                    <a:pt x="2619889" y="7073899"/>
                  </a:lnTo>
                  <a:lnTo>
                    <a:pt x="2561981" y="7143451"/>
                  </a:lnTo>
                  <a:lnTo>
                    <a:pt x="2499440" y="7207144"/>
                  </a:lnTo>
                  <a:lnTo>
                    <a:pt x="2431952" y="7265552"/>
                  </a:lnTo>
                  <a:lnTo>
                    <a:pt x="2359377" y="7319143"/>
                  </a:lnTo>
                  <a:lnTo>
                    <a:pt x="2281818" y="7368272"/>
                  </a:lnTo>
                  <a:lnTo>
                    <a:pt x="2199705" y="7413177"/>
                  </a:lnTo>
                  <a:lnTo>
                    <a:pt x="2113883" y="7453988"/>
                  </a:lnTo>
                  <a:lnTo>
                    <a:pt x="2025677" y="7490734"/>
                  </a:lnTo>
                  <a:lnTo>
                    <a:pt x="1936917" y="7523371"/>
                  </a:lnTo>
                  <a:lnTo>
                    <a:pt x="1849902" y="7551818"/>
                  </a:lnTo>
                  <a:lnTo>
                    <a:pt x="1767259" y="7576004"/>
                  </a:lnTo>
                  <a:lnTo>
                    <a:pt x="1691712" y="7595918"/>
                  </a:lnTo>
                  <a:lnTo>
                    <a:pt x="1625761" y="7611663"/>
                  </a:lnTo>
                  <a:lnTo>
                    <a:pt x="1571338" y="7623484"/>
                  </a:lnTo>
                  <a:lnTo>
                    <a:pt x="1529505" y="7631785"/>
                  </a:lnTo>
                  <a:lnTo>
                    <a:pt x="1500251" y="7637105"/>
                  </a:lnTo>
                  <a:lnTo>
                    <a:pt x="1482441" y="7640080"/>
                  </a:lnTo>
                  <a:lnTo>
                    <a:pt x="1473889" y="7641397"/>
                  </a:lnTo>
                  <a:lnTo>
                    <a:pt x="1471387" y="7641753"/>
                  </a:lnTo>
                  <a:lnTo>
                    <a:pt x="0" y="7641753"/>
                  </a:lnTo>
                  <a:close/>
                </a:path>
              </a:pathLst>
            </a:custGeom>
            <a:solidFill>
              <a:srgbClr val="69D6E2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2160" name="pl2160"/>
            <p:cNvSpPr/>
            <p:nvPr/>
          </p:nvSpPr>
          <p:spPr>
            <a:xfrm>
              <a:off x="4799595" y="3516803"/>
              <a:ext cx="11981298" cy="7641753"/>
            </a:xfrm>
            <a:custGeom>
              <a:avLst/>
              <a:pathLst>
                <a:path w="11981298" h="7641753">
                  <a:moveTo>
                    <a:pt x="0" y="7641753"/>
                  </a:moveTo>
                  <a:lnTo>
                    <a:pt x="1471387" y="7641753"/>
                  </a:lnTo>
                  <a:lnTo>
                    <a:pt x="1472148" y="7641648"/>
                  </a:lnTo>
                  <a:lnTo>
                    <a:pt x="1477194" y="7640901"/>
                  </a:lnTo>
                  <a:lnTo>
                    <a:pt x="1490054" y="7638839"/>
                  </a:lnTo>
                  <a:lnTo>
                    <a:pt x="1513392" y="7634772"/>
                  </a:lnTo>
                  <a:lnTo>
                    <a:pt x="1548882" y="7628032"/>
                  </a:lnTo>
                  <a:lnTo>
                    <a:pt x="1597097" y="7618025"/>
                  </a:lnTo>
                  <a:lnTo>
                    <a:pt x="1657493" y="7604277"/>
                  </a:lnTo>
                  <a:lnTo>
                    <a:pt x="1728541" y="7586463"/>
                  </a:lnTo>
                  <a:lnTo>
                    <a:pt x="1807981" y="7564411"/>
                  </a:lnTo>
                  <a:lnTo>
                    <a:pt x="1893157" y="7538083"/>
                  </a:lnTo>
                  <a:lnTo>
                    <a:pt x="1981359" y="7507524"/>
                  </a:lnTo>
                  <a:lnTo>
                    <a:pt x="2070101" y="7472818"/>
                  </a:lnTo>
                  <a:lnTo>
                    <a:pt x="2157310" y="7434032"/>
                  </a:lnTo>
                  <a:lnTo>
                    <a:pt x="2241406" y="7391178"/>
                  </a:lnTo>
                  <a:lnTo>
                    <a:pt x="2321313" y="7344177"/>
                  </a:lnTo>
                  <a:lnTo>
                    <a:pt x="2396405" y="7292848"/>
                  </a:lnTo>
                  <a:lnTo>
                    <a:pt x="2466424" y="7236893"/>
                  </a:lnTo>
                  <a:lnTo>
                    <a:pt x="2531402" y="7175901"/>
                  </a:lnTo>
                  <a:lnTo>
                    <a:pt x="2591573" y="7109348"/>
                  </a:lnTo>
                  <a:lnTo>
                    <a:pt x="2647313" y="7036613"/>
                  </a:lnTo>
                  <a:lnTo>
                    <a:pt x="2699084" y="6956994"/>
                  </a:lnTo>
                  <a:lnTo>
                    <a:pt x="2747393" y="6869742"/>
                  </a:lnTo>
                  <a:lnTo>
                    <a:pt x="2792762" y="6774114"/>
                  </a:lnTo>
                  <a:lnTo>
                    <a:pt x="2835701" y="6669450"/>
                  </a:lnTo>
                  <a:lnTo>
                    <a:pt x="2876690" y="6555302"/>
                  </a:lnTo>
                  <a:lnTo>
                    <a:pt x="2896531" y="6494809"/>
                  </a:lnTo>
                  <a:lnTo>
                    <a:pt x="2921927" y="6412321"/>
                  </a:lnTo>
                  <a:lnTo>
                    <a:pt x="2946852" y="6325751"/>
                  </a:lnTo>
                  <a:lnTo>
                    <a:pt x="2971393" y="6235021"/>
                  </a:lnTo>
                  <a:lnTo>
                    <a:pt x="2995626" y="6140083"/>
                  </a:lnTo>
                  <a:lnTo>
                    <a:pt x="3019615" y="6040918"/>
                  </a:lnTo>
                  <a:lnTo>
                    <a:pt x="3043416" y="5937540"/>
                  </a:lnTo>
                  <a:lnTo>
                    <a:pt x="3067078" y="5829999"/>
                  </a:lnTo>
                  <a:lnTo>
                    <a:pt x="3090640" y="5718382"/>
                  </a:lnTo>
                  <a:lnTo>
                    <a:pt x="3114137" y="5602812"/>
                  </a:lnTo>
                  <a:lnTo>
                    <a:pt x="3137596" y="5483454"/>
                  </a:lnTo>
                  <a:lnTo>
                    <a:pt x="3161040" y="5360511"/>
                  </a:lnTo>
                  <a:lnTo>
                    <a:pt x="3184483" y="5234227"/>
                  </a:lnTo>
                  <a:lnTo>
                    <a:pt x="3207939" y="5104883"/>
                  </a:lnTo>
                  <a:lnTo>
                    <a:pt x="3231415" y="4972797"/>
                  </a:lnTo>
                  <a:lnTo>
                    <a:pt x="3254914" y="4838321"/>
                  </a:lnTo>
                  <a:lnTo>
                    <a:pt x="3278438" y="4701835"/>
                  </a:lnTo>
                  <a:lnTo>
                    <a:pt x="3301983" y="4563749"/>
                  </a:lnTo>
                  <a:lnTo>
                    <a:pt x="3325546" y="4424490"/>
                  </a:lnTo>
                  <a:lnTo>
                    <a:pt x="3349120" y="4284504"/>
                  </a:lnTo>
                  <a:lnTo>
                    <a:pt x="3372698" y="4144245"/>
                  </a:lnTo>
                  <a:lnTo>
                    <a:pt x="3396273" y="4004171"/>
                  </a:lnTo>
                  <a:lnTo>
                    <a:pt x="3419839" y="3864738"/>
                  </a:lnTo>
                  <a:lnTo>
                    <a:pt x="3443388" y="3726393"/>
                  </a:lnTo>
                  <a:lnTo>
                    <a:pt x="3466916" y="3589568"/>
                  </a:lnTo>
                  <a:lnTo>
                    <a:pt x="3490420" y="3454675"/>
                  </a:lnTo>
                  <a:lnTo>
                    <a:pt x="3513900" y="3322102"/>
                  </a:lnTo>
                  <a:lnTo>
                    <a:pt x="3537359" y="3192206"/>
                  </a:lnTo>
                  <a:lnTo>
                    <a:pt x="3560804" y="3065312"/>
                  </a:lnTo>
                  <a:lnTo>
                    <a:pt x="3584246" y="2941708"/>
                  </a:lnTo>
                  <a:lnTo>
                    <a:pt x="3607701" y="2821645"/>
                  </a:lnTo>
                  <a:lnTo>
                    <a:pt x="3631189" y="2705335"/>
                  </a:lnTo>
                  <a:lnTo>
                    <a:pt x="3654736" y="2592948"/>
                  </a:lnTo>
                  <a:lnTo>
                    <a:pt x="3678376" y="2484617"/>
                  </a:lnTo>
                  <a:lnTo>
                    <a:pt x="3702147" y="2380435"/>
                  </a:lnTo>
                  <a:lnTo>
                    <a:pt x="3726096" y="2280460"/>
                  </a:lnTo>
                  <a:lnTo>
                    <a:pt x="3750277" y="2184711"/>
                  </a:lnTo>
                  <a:lnTo>
                    <a:pt x="3774753" y="2093176"/>
                  </a:lnTo>
                  <a:lnTo>
                    <a:pt x="3799598" y="2005813"/>
                  </a:lnTo>
                  <a:lnTo>
                    <a:pt x="3824897" y="1922549"/>
                  </a:lnTo>
                  <a:lnTo>
                    <a:pt x="3829811" y="1907032"/>
                  </a:lnTo>
                  <a:lnTo>
                    <a:pt x="3869989" y="1788101"/>
                  </a:lnTo>
                  <a:lnTo>
                    <a:pt x="3911899" y="1678745"/>
                  </a:lnTo>
                  <a:lnTo>
                    <a:pt x="3955995" y="1578685"/>
                  </a:lnTo>
                  <a:lnTo>
                    <a:pt x="4002773" y="1487347"/>
                  </a:lnTo>
                  <a:lnTo>
                    <a:pt x="4052753" y="1404018"/>
                  </a:lnTo>
                  <a:lnTo>
                    <a:pt x="4106453" y="1327942"/>
                  </a:lnTo>
                  <a:lnTo>
                    <a:pt x="4164361" y="1258390"/>
                  </a:lnTo>
                  <a:lnTo>
                    <a:pt x="4226903" y="1194697"/>
                  </a:lnTo>
                  <a:lnTo>
                    <a:pt x="4294390" y="1136289"/>
                  </a:lnTo>
                  <a:lnTo>
                    <a:pt x="4366965" y="1082698"/>
                  </a:lnTo>
                  <a:lnTo>
                    <a:pt x="4444524" y="1033570"/>
                  </a:lnTo>
                  <a:lnTo>
                    <a:pt x="4526637" y="988664"/>
                  </a:lnTo>
                  <a:lnTo>
                    <a:pt x="4612459" y="947853"/>
                  </a:lnTo>
                  <a:lnTo>
                    <a:pt x="4700666" y="911108"/>
                  </a:lnTo>
                  <a:lnTo>
                    <a:pt x="4789425" y="878471"/>
                  </a:lnTo>
                  <a:lnTo>
                    <a:pt x="4876440" y="850023"/>
                  </a:lnTo>
                  <a:lnTo>
                    <a:pt x="4959083" y="825838"/>
                  </a:lnTo>
                  <a:lnTo>
                    <a:pt x="5034630" y="805923"/>
                  </a:lnTo>
                  <a:lnTo>
                    <a:pt x="5100581" y="790179"/>
                  </a:lnTo>
                  <a:lnTo>
                    <a:pt x="5155004" y="778357"/>
                  </a:lnTo>
                  <a:lnTo>
                    <a:pt x="5196837" y="770056"/>
                  </a:lnTo>
                  <a:lnTo>
                    <a:pt x="5226092" y="764737"/>
                  </a:lnTo>
                  <a:lnTo>
                    <a:pt x="5243901" y="761761"/>
                  </a:lnTo>
                  <a:lnTo>
                    <a:pt x="5252453" y="760444"/>
                  </a:lnTo>
                  <a:lnTo>
                    <a:pt x="5254858" y="760101"/>
                  </a:lnTo>
                  <a:lnTo>
                    <a:pt x="5254955" y="760088"/>
                  </a:lnTo>
                  <a:lnTo>
                    <a:pt x="6726343" y="760088"/>
                  </a:lnTo>
                  <a:lnTo>
                    <a:pt x="6727573" y="760069"/>
                  </a:lnTo>
                  <a:lnTo>
                    <a:pt x="6735649" y="759934"/>
                  </a:lnTo>
                  <a:lnTo>
                    <a:pt x="6755959" y="759560"/>
                  </a:lnTo>
                  <a:lnTo>
                    <a:pt x="6792148" y="758825"/>
                  </a:lnTo>
                  <a:lnTo>
                    <a:pt x="6845841" y="757616"/>
                  </a:lnTo>
                  <a:lnTo>
                    <a:pt x="6916524" y="755842"/>
                  </a:lnTo>
                  <a:lnTo>
                    <a:pt x="7001761" y="753444"/>
                  </a:lnTo>
                  <a:lnTo>
                    <a:pt x="7097763" y="750396"/>
                  </a:lnTo>
                  <a:lnTo>
                    <a:pt x="7200139" y="746695"/>
                  </a:lnTo>
                  <a:lnTo>
                    <a:pt x="7304626" y="742355"/>
                  </a:lnTo>
                  <a:lnTo>
                    <a:pt x="7407614" y="737389"/>
                  </a:lnTo>
                  <a:lnTo>
                    <a:pt x="7506416" y="731799"/>
                  </a:lnTo>
                  <a:lnTo>
                    <a:pt x="7599297" y="725573"/>
                  </a:lnTo>
                  <a:lnTo>
                    <a:pt x="7685368" y="718672"/>
                  </a:lnTo>
                  <a:lnTo>
                    <a:pt x="7764402" y="711035"/>
                  </a:lnTo>
                  <a:lnTo>
                    <a:pt x="7836646" y="702576"/>
                  </a:lnTo>
                  <a:lnTo>
                    <a:pt x="7902660" y="693189"/>
                  </a:lnTo>
                  <a:lnTo>
                    <a:pt x="7963182" y="682747"/>
                  </a:lnTo>
                  <a:lnTo>
                    <a:pt x="8019043" y="671116"/>
                  </a:lnTo>
                  <a:lnTo>
                    <a:pt x="8071089" y="658165"/>
                  </a:lnTo>
                  <a:lnTo>
                    <a:pt x="8120133" y="643791"/>
                  </a:lnTo>
                  <a:lnTo>
                    <a:pt x="8151487" y="633407"/>
                  </a:lnTo>
                  <a:lnTo>
                    <a:pt x="8204269" y="613756"/>
                  </a:lnTo>
                  <a:lnTo>
                    <a:pt x="8255380" y="592081"/>
                  </a:lnTo>
                  <a:lnTo>
                    <a:pt x="8305458" y="568353"/>
                  </a:lnTo>
                  <a:lnTo>
                    <a:pt x="8354968" y="542613"/>
                  </a:lnTo>
                  <a:lnTo>
                    <a:pt x="8404234" y="514983"/>
                  </a:lnTo>
                  <a:lnTo>
                    <a:pt x="8453461" y="485671"/>
                  </a:lnTo>
                  <a:lnTo>
                    <a:pt x="8502760" y="454963"/>
                  </a:lnTo>
                  <a:lnTo>
                    <a:pt x="8552162" y="423224"/>
                  </a:lnTo>
                  <a:lnTo>
                    <a:pt x="8601644" y="390873"/>
                  </a:lnTo>
                  <a:lnTo>
                    <a:pt x="8651147" y="358366"/>
                  </a:lnTo>
                  <a:lnTo>
                    <a:pt x="8700607" y="326170"/>
                  </a:lnTo>
                  <a:lnTo>
                    <a:pt x="8749975" y="294731"/>
                  </a:lnTo>
                  <a:lnTo>
                    <a:pt x="8799243" y="264453"/>
                  </a:lnTo>
                  <a:lnTo>
                    <a:pt x="8848467" y="235674"/>
                  </a:lnTo>
                  <a:lnTo>
                    <a:pt x="8897786" y="208657"/>
                  </a:lnTo>
                  <a:lnTo>
                    <a:pt x="8947443" y="183580"/>
                  </a:lnTo>
                  <a:lnTo>
                    <a:pt x="8997807" y="160537"/>
                  </a:lnTo>
                  <a:lnTo>
                    <a:pt x="9049395" y="139544"/>
                  </a:lnTo>
                  <a:lnTo>
                    <a:pt x="9084767" y="126681"/>
                  </a:lnTo>
                  <a:lnTo>
                    <a:pt x="9132220" y="111332"/>
                  </a:lnTo>
                  <a:lnTo>
                    <a:pt x="9182181" y="97442"/>
                  </a:lnTo>
                  <a:lnTo>
                    <a:pt x="9235408" y="84945"/>
                  </a:lnTo>
                  <a:lnTo>
                    <a:pt x="9292732" y="73727"/>
                  </a:lnTo>
                  <a:lnTo>
                    <a:pt x="9355000" y="63652"/>
                  </a:lnTo>
                  <a:lnTo>
                    <a:pt x="9423019" y="54588"/>
                  </a:lnTo>
                  <a:lnTo>
                    <a:pt x="9497483" y="46414"/>
                  </a:lnTo>
                  <a:lnTo>
                    <a:pt x="9578860" y="39032"/>
                  </a:lnTo>
                  <a:lnTo>
                    <a:pt x="9667260" y="32362"/>
                  </a:lnTo>
                  <a:lnTo>
                    <a:pt x="9762257" y="26351"/>
                  </a:lnTo>
                  <a:lnTo>
                    <a:pt x="9862696" y="20971"/>
                  </a:lnTo>
                  <a:lnTo>
                    <a:pt x="9966533" y="16213"/>
                  </a:lnTo>
                  <a:lnTo>
                    <a:pt x="10070756" y="12084"/>
                  </a:lnTo>
                  <a:lnTo>
                    <a:pt x="10171496" y="8601"/>
                  </a:lnTo>
                  <a:lnTo>
                    <a:pt x="10264376" y="5771"/>
                  </a:lnTo>
                  <a:lnTo>
                    <a:pt x="10345120" y="3586"/>
                  </a:lnTo>
                  <a:lnTo>
                    <a:pt x="10410311" y="2009"/>
                  </a:lnTo>
                  <a:lnTo>
                    <a:pt x="10458108" y="969"/>
                  </a:lnTo>
                  <a:lnTo>
                    <a:pt x="10488705" y="368"/>
                  </a:lnTo>
                  <a:lnTo>
                    <a:pt x="10504430" y="88"/>
                  </a:lnTo>
                  <a:lnTo>
                    <a:pt x="10509540" y="5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61" name="pl2161"/>
            <p:cNvSpPr/>
            <p:nvPr/>
          </p:nvSpPr>
          <p:spPr>
            <a:xfrm>
              <a:off x="4799595" y="3508630"/>
              <a:ext cx="11981298" cy="7641753"/>
            </a:xfrm>
            <a:custGeom>
              <a:avLst/>
              <a:pathLst>
                <a:path w="11981298" h="7641753">
                  <a:moveTo>
                    <a:pt x="11981298" y="0"/>
                  </a:moveTo>
                  <a:lnTo>
                    <a:pt x="10509911" y="0"/>
                  </a:lnTo>
                  <a:lnTo>
                    <a:pt x="10508680" y="18"/>
                  </a:lnTo>
                  <a:lnTo>
                    <a:pt x="10500604" y="154"/>
                  </a:lnTo>
                  <a:lnTo>
                    <a:pt x="10480294" y="527"/>
                  </a:lnTo>
                  <a:lnTo>
                    <a:pt x="10444105" y="1263"/>
                  </a:lnTo>
                  <a:lnTo>
                    <a:pt x="10390412" y="2472"/>
                  </a:lnTo>
                  <a:lnTo>
                    <a:pt x="10319729" y="4246"/>
                  </a:lnTo>
                  <a:lnTo>
                    <a:pt x="10234492" y="6644"/>
                  </a:lnTo>
                  <a:lnTo>
                    <a:pt x="10138491" y="9692"/>
                  </a:lnTo>
                  <a:lnTo>
                    <a:pt x="10036115" y="13393"/>
                  </a:lnTo>
                  <a:lnTo>
                    <a:pt x="9931628" y="17733"/>
                  </a:lnTo>
                  <a:lnTo>
                    <a:pt x="9828639" y="22699"/>
                  </a:lnTo>
                  <a:lnTo>
                    <a:pt x="9729837" y="28288"/>
                  </a:lnTo>
                  <a:lnTo>
                    <a:pt x="9636956" y="34515"/>
                  </a:lnTo>
                  <a:lnTo>
                    <a:pt x="9550885" y="41416"/>
                  </a:lnTo>
                  <a:lnTo>
                    <a:pt x="9471851" y="49053"/>
                  </a:lnTo>
                  <a:lnTo>
                    <a:pt x="9399607" y="57511"/>
                  </a:lnTo>
                  <a:lnTo>
                    <a:pt x="9333594" y="66899"/>
                  </a:lnTo>
                  <a:lnTo>
                    <a:pt x="9273071" y="77341"/>
                  </a:lnTo>
                  <a:lnTo>
                    <a:pt x="9217211" y="88972"/>
                  </a:lnTo>
                  <a:lnTo>
                    <a:pt x="9165164" y="101923"/>
                  </a:lnTo>
                  <a:lnTo>
                    <a:pt x="9116121" y="116297"/>
                  </a:lnTo>
                  <a:lnTo>
                    <a:pt x="9084767" y="126681"/>
                  </a:lnTo>
                  <a:lnTo>
                    <a:pt x="9031984" y="146332"/>
                  </a:lnTo>
                  <a:lnTo>
                    <a:pt x="8980873" y="168007"/>
                  </a:lnTo>
                  <a:lnTo>
                    <a:pt x="8930795" y="191735"/>
                  </a:lnTo>
                  <a:lnTo>
                    <a:pt x="8881285" y="217475"/>
                  </a:lnTo>
                  <a:lnTo>
                    <a:pt x="8832020" y="245105"/>
                  </a:lnTo>
                  <a:lnTo>
                    <a:pt x="8782792" y="274417"/>
                  </a:lnTo>
                  <a:lnTo>
                    <a:pt x="8733493" y="305125"/>
                  </a:lnTo>
                  <a:lnTo>
                    <a:pt x="8684091" y="336864"/>
                  </a:lnTo>
                  <a:lnTo>
                    <a:pt x="8634610" y="369215"/>
                  </a:lnTo>
                  <a:lnTo>
                    <a:pt x="8585106" y="401721"/>
                  </a:lnTo>
                  <a:lnTo>
                    <a:pt x="8535646" y="433918"/>
                  </a:lnTo>
                  <a:lnTo>
                    <a:pt x="8486278" y="465357"/>
                  </a:lnTo>
                  <a:lnTo>
                    <a:pt x="8437010" y="495635"/>
                  </a:lnTo>
                  <a:lnTo>
                    <a:pt x="8387786" y="524414"/>
                  </a:lnTo>
                  <a:lnTo>
                    <a:pt x="8338467" y="551430"/>
                  </a:lnTo>
                  <a:lnTo>
                    <a:pt x="8288810" y="576508"/>
                  </a:lnTo>
                  <a:lnTo>
                    <a:pt x="8238446" y="599551"/>
                  </a:lnTo>
                  <a:lnTo>
                    <a:pt x="8186858" y="620544"/>
                  </a:lnTo>
                  <a:lnTo>
                    <a:pt x="8151487" y="633407"/>
                  </a:lnTo>
                  <a:lnTo>
                    <a:pt x="8104033" y="648756"/>
                  </a:lnTo>
                  <a:lnTo>
                    <a:pt x="8054072" y="662646"/>
                  </a:lnTo>
                  <a:lnTo>
                    <a:pt x="8000845" y="675142"/>
                  </a:lnTo>
                  <a:lnTo>
                    <a:pt x="7943521" y="686361"/>
                  </a:lnTo>
                  <a:lnTo>
                    <a:pt x="7881254" y="696436"/>
                  </a:lnTo>
                  <a:lnTo>
                    <a:pt x="7813234" y="705500"/>
                  </a:lnTo>
                  <a:lnTo>
                    <a:pt x="7738771" y="713673"/>
                  </a:lnTo>
                  <a:lnTo>
                    <a:pt x="7657393" y="721056"/>
                  </a:lnTo>
                  <a:lnTo>
                    <a:pt x="7568993" y="727726"/>
                  </a:lnTo>
                  <a:lnTo>
                    <a:pt x="7473996" y="733737"/>
                  </a:lnTo>
                  <a:lnTo>
                    <a:pt x="7373557" y="739117"/>
                  </a:lnTo>
                  <a:lnTo>
                    <a:pt x="7269720" y="743875"/>
                  </a:lnTo>
                  <a:lnTo>
                    <a:pt x="7165497" y="748004"/>
                  </a:lnTo>
                  <a:lnTo>
                    <a:pt x="7064757" y="751487"/>
                  </a:lnTo>
                  <a:lnTo>
                    <a:pt x="6971877" y="754317"/>
                  </a:lnTo>
                  <a:lnTo>
                    <a:pt x="6891134" y="756501"/>
                  </a:lnTo>
                  <a:lnTo>
                    <a:pt x="6825943" y="758079"/>
                  </a:lnTo>
                  <a:lnTo>
                    <a:pt x="6778146" y="759118"/>
                  </a:lnTo>
                  <a:lnTo>
                    <a:pt x="6747548" y="759720"/>
                  </a:lnTo>
                  <a:lnTo>
                    <a:pt x="6731823" y="760000"/>
                  </a:lnTo>
                  <a:lnTo>
                    <a:pt x="6726713" y="760083"/>
                  </a:lnTo>
                  <a:lnTo>
                    <a:pt x="6726343" y="760088"/>
                  </a:lnTo>
                  <a:lnTo>
                    <a:pt x="5254955" y="760088"/>
                  </a:lnTo>
                  <a:lnTo>
                    <a:pt x="5254194" y="760193"/>
                  </a:lnTo>
                  <a:lnTo>
                    <a:pt x="5249148" y="760940"/>
                  </a:lnTo>
                  <a:lnTo>
                    <a:pt x="5236288" y="763002"/>
                  </a:lnTo>
                  <a:lnTo>
                    <a:pt x="5212950" y="767070"/>
                  </a:lnTo>
                  <a:lnTo>
                    <a:pt x="5177460" y="773809"/>
                  </a:lnTo>
                  <a:lnTo>
                    <a:pt x="5129245" y="783816"/>
                  </a:lnTo>
                  <a:lnTo>
                    <a:pt x="5068849" y="797564"/>
                  </a:lnTo>
                  <a:lnTo>
                    <a:pt x="4997801" y="815378"/>
                  </a:lnTo>
                  <a:lnTo>
                    <a:pt x="4918361" y="837430"/>
                  </a:lnTo>
                  <a:lnTo>
                    <a:pt x="4833185" y="863759"/>
                  </a:lnTo>
                  <a:lnTo>
                    <a:pt x="4744983" y="894318"/>
                  </a:lnTo>
                  <a:lnTo>
                    <a:pt x="4656241" y="929024"/>
                  </a:lnTo>
                  <a:lnTo>
                    <a:pt x="4569033" y="967809"/>
                  </a:lnTo>
                  <a:lnTo>
                    <a:pt x="4484936" y="1010664"/>
                  </a:lnTo>
                  <a:lnTo>
                    <a:pt x="4405029" y="1057664"/>
                  </a:lnTo>
                  <a:lnTo>
                    <a:pt x="4329937" y="1108993"/>
                  </a:lnTo>
                  <a:lnTo>
                    <a:pt x="4259918" y="1164948"/>
                  </a:lnTo>
                  <a:lnTo>
                    <a:pt x="4194941" y="1225940"/>
                  </a:lnTo>
                  <a:lnTo>
                    <a:pt x="4134770" y="1292493"/>
                  </a:lnTo>
                  <a:lnTo>
                    <a:pt x="4079029" y="1365229"/>
                  </a:lnTo>
                  <a:lnTo>
                    <a:pt x="4027258" y="1444848"/>
                  </a:lnTo>
                  <a:lnTo>
                    <a:pt x="3978949" y="1532099"/>
                  </a:lnTo>
                  <a:lnTo>
                    <a:pt x="3933581" y="1627727"/>
                  </a:lnTo>
                  <a:lnTo>
                    <a:pt x="3890641" y="1732391"/>
                  </a:lnTo>
                  <a:lnTo>
                    <a:pt x="3849652" y="1846540"/>
                  </a:lnTo>
                  <a:lnTo>
                    <a:pt x="3829811" y="1907032"/>
                  </a:lnTo>
                  <a:lnTo>
                    <a:pt x="3804415" y="1989520"/>
                  </a:lnTo>
                  <a:lnTo>
                    <a:pt x="3779490" y="2076090"/>
                  </a:lnTo>
                  <a:lnTo>
                    <a:pt x="3754949" y="2166820"/>
                  </a:lnTo>
                  <a:lnTo>
                    <a:pt x="3730716" y="2261758"/>
                  </a:lnTo>
                  <a:lnTo>
                    <a:pt x="3706727" y="2360923"/>
                  </a:lnTo>
                  <a:lnTo>
                    <a:pt x="3682926" y="2464301"/>
                  </a:lnTo>
                  <a:lnTo>
                    <a:pt x="3659264" y="2571842"/>
                  </a:lnTo>
                  <a:lnTo>
                    <a:pt x="3635702" y="2683459"/>
                  </a:lnTo>
                  <a:lnTo>
                    <a:pt x="3612205" y="2799029"/>
                  </a:lnTo>
                  <a:lnTo>
                    <a:pt x="3588746" y="2918387"/>
                  </a:lnTo>
                  <a:lnTo>
                    <a:pt x="3565303" y="3041330"/>
                  </a:lnTo>
                  <a:lnTo>
                    <a:pt x="3541859" y="3167614"/>
                  </a:lnTo>
                  <a:lnTo>
                    <a:pt x="3518403" y="3296958"/>
                  </a:lnTo>
                  <a:lnTo>
                    <a:pt x="3494927" y="3429044"/>
                  </a:lnTo>
                  <a:lnTo>
                    <a:pt x="3471428" y="3563521"/>
                  </a:lnTo>
                  <a:lnTo>
                    <a:pt x="3447904" y="3700006"/>
                  </a:lnTo>
                  <a:lnTo>
                    <a:pt x="3424359" y="3838093"/>
                  </a:lnTo>
                  <a:lnTo>
                    <a:pt x="3400796" y="3977351"/>
                  </a:lnTo>
                  <a:lnTo>
                    <a:pt x="3377222" y="4117337"/>
                  </a:lnTo>
                  <a:lnTo>
                    <a:pt x="3353644" y="4257596"/>
                  </a:lnTo>
                  <a:lnTo>
                    <a:pt x="3330069" y="4397670"/>
                  </a:lnTo>
                  <a:lnTo>
                    <a:pt x="3306503" y="4537103"/>
                  </a:lnTo>
                  <a:lnTo>
                    <a:pt x="3282954" y="4675449"/>
                  </a:lnTo>
                  <a:lnTo>
                    <a:pt x="3259426" y="4812274"/>
                  </a:lnTo>
                  <a:lnTo>
                    <a:pt x="3235922" y="4947166"/>
                  </a:lnTo>
                  <a:lnTo>
                    <a:pt x="3212442" y="5079739"/>
                  </a:lnTo>
                  <a:lnTo>
                    <a:pt x="3188983" y="5209635"/>
                  </a:lnTo>
                  <a:lnTo>
                    <a:pt x="3165538" y="5336529"/>
                  </a:lnTo>
                  <a:lnTo>
                    <a:pt x="3142096" y="5460133"/>
                  </a:lnTo>
                  <a:lnTo>
                    <a:pt x="3118641" y="5580196"/>
                  </a:lnTo>
                  <a:lnTo>
                    <a:pt x="3095153" y="5696507"/>
                  </a:lnTo>
                  <a:lnTo>
                    <a:pt x="3071606" y="5808894"/>
                  </a:lnTo>
                  <a:lnTo>
                    <a:pt x="3047966" y="5917225"/>
                  </a:lnTo>
                  <a:lnTo>
                    <a:pt x="3024195" y="6021406"/>
                  </a:lnTo>
                  <a:lnTo>
                    <a:pt x="3000246" y="6121382"/>
                  </a:lnTo>
                  <a:lnTo>
                    <a:pt x="2976065" y="6217130"/>
                  </a:lnTo>
                  <a:lnTo>
                    <a:pt x="2951589" y="6308665"/>
                  </a:lnTo>
                  <a:lnTo>
                    <a:pt x="2926744" y="6396028"/>
                  </a:lnTo>
                  <a:lnTo>
                    <a:pt x="2901445" y="6479292"/>
                  </a:lnTo>
                  <a:lnTo>
                    <a:pt x="2896531" y="6494809"/>
                  </a:lnTo>
                  <a:lnTo>
                    <a:pt x="2856353" y="6613740"/>
                  </a:lnTo>
                  <a:lnTo>
                    <a:pt x="2814443" y="6723096"/>
                  </a:lnTo>
                  <a:lnTo>
                    <a:pt x="2770347" y="6823157"/>
                  </a:lnTo>
                  <a:lnTo>
                    <a:pt x="2723569" y="6914494"/>
                  </a:lnTo>
                  <a:lnTo>
                    <a:pt x="2673589" y="6997824"/>
                  </a:lnTo>
                  <a:lnTo>
                    <a:pt x="2619889" y="7073899"/>
                  </a:lnTo>
                  <a:lnTo>
                    <a:pt x="2561981" y="7143451"/>
                  </a:lnTo>
                  <a:lnTo>
                    <a:pt x="2499440" y="7207144"/>
                  </a:lnTo>
                  <a:lnTo>
                    <a:pt x="2431952" y="7265552"/>
                  </a:lnTo>
                  <a:lnTo>
                    <a:pt x="2359377" y="7319143"/>
                  </a:lnTo>
                  <a:lnTo>
                    <a:pt x="2281818" y="7368272"/>
                  </a:lnTo>
                  <a:lnTo>
                    <a:pt x="2199705" y="7413177"/>
                  </a:lnTo>
                  <a:lnTo>
                    <a:pt x="2113883" y="7453988"/>
                  </a:lnTo>
                  <a:lnTo>
                    <a:pt x="2025677" y="7490734"/>
                  </a:lnTo>
                  <a:lnTo>
                    <a:pt x="1936917" y="7523371"/>
                  </a:lnTo>
                  <a:lnTo>
                    <a:pt x="1849902" y="7551818"/>
                  </a:lnTo>
                  <a:lnTo>
                    <a:pt x="1767259" y="7576004"/>
                  </a:lnTo>
                  <a:lnTo>
                    <a:pt x="1691712" y="7595918"/>
                  </a:lnTo>
                  <a:lnTo>
                    <a:pt x="1625761" y="7611663"/>
                  </a:lnTo>
                  <a:lnTo>
                    <a:pt x="1571338" y="7623484"/>
                  </a:lnTo>
                  <a:lnTo>
                    <a:pt x="1529505" y="7631785"/>
                  </a:lnTo>
                  <a:lnTo>
                    <a:pt x="1500251" y="7637105"/>
                  </a:lnTo>
                  <a:lnTo>
                    <a:pt x="1482441" y="7640080"/>
                  </a:lnTo>
                  <a:lnTo>
                    <a:pt x="1473889" y="7641397"/>
                  </a:lnTo>
                  <a:lnTo>
                    <a:pt x="1471484" y="7641740"/>
                  </a:lnTo>
                  <a:lnTo>
                    <a:pt x="1471387" y="7641753"/>
                  </a:lnTo>
                  <a:lnTo>
                    <a:pt x="0" y="764175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62" name="pg2162"/>
            <p:cNvSpPr/>
            <p:nvPr/>
          </p:nvSpPr>
          <p:spPr>
            <a:xfrm>
              <a:off x="4799595" y="4464871"/>
              <a:ext cx="11981298" cy="6701858"/>
            </a:xfrm>
            <a:custGeom>
              <a:avLst/>
              <a:pathLst>
                <a:path w="11981298" h="6701858">
                  <a:moveTo>
                    <a:pt x="0" y="6701858"/>
                  </a:moveTo>
                  <a:lnTo>
                    <a:pt x="1471387" y="6701858"/>
                  </a:lnTo>
                  <a:lnTo>
                    <a:pt x="1472160" y="6701754"/>
                  </a:lnTo>
                  <a:lnTo>
                    <a:pt x="1477282" y="6701016"/>
                  </a:lnTo>
                  <a:lnTo>
                    <a:pt x="1490330" y="6698979"/>
                  </a:lnTo>
                  <a:lnTo>
                    <a:pt x="1513997" y="6694961"/>
                  </a:lnTo>
                  <a:lnTo>
                    <a:pt x="1549965" y="6688303"/>
                  </a:lnTo>
                  <a:lnTo>
                    <a:pt x="1598788" y="6678422"/>
                  </a:lnTo>
                  <a:lnTo>
                    <a:pt x="1659883" y="6664851"/>
                  </a:lnTo>
                  <a:lnTo>
                    <a:pt x="1731669" y="6647276"/>
                  </a:lnTo>
                  <a:lnTo>
                    <a:pt x="1811827" y="6625533"/>
                  </a:lnTo>
                  <a:lnTo>
                    <a:pt x="1897653" y="6599587"/>
                  </a:lnTo>
                  <a:lnTo>
                    <a:pt x="1986399" y="6569488"/>
                  </a:lnTo>
                  <a:lnTo>
                    <a:pt x="2075560" y="6535318"/>
                  </a:lnTo>
                  <a:lnTo>
                    <a:pt x="2163057" y="6497142"/>
                  </a:lnTo>
                  <a:lnTo>
                    <a:pt x="2247323" y="6454965"/>
                  </a:lnTo>
                  <a:lnTo>
                    <a:pt x="2327297" y="6408703"/>
                  </a:lnTo>
                  <a:lnTo>
                    <a:pt x="2402373" y="6358170"/>
                  </a:lnTo>
                  <a:lnTo>
                    <a:pt x="2472318" y="6303061"/>
                  </a:lnTo>
                  <a:lnTo>
                    <a:pt x="2537182" y="6242961"/>
                  </a:lnTo>
                  <a:lnTo>
                    <a:pt x="2597221" y="6177343"/>
                  </a:lnTo>
                  <a:lnTo>
                    <a:pt x="2652826" y="6105585"/>
                  </a:lnTo>
                  <a:lnTo>
                    <a:pt x="2704471" y="6026988"/>
                  </a:lnTo>
                  <a:lnTo>
                    <a:pt x="2752676" y="5940809"/>
                  </a:lnTo>
                  <a:lnTo>
                    <a:pt x="2797970" y="5846319"/>
                  </a:lnTo>
                  <a:lnTo>
                    <a:pt x="2840869" y="5742883"/>
                  </a:lnTo>
                  <a:lnTo>
                    <a:pt x="2881854" y="5630095"/>
                  </a:lnTo>
                  <a:lnTo>
                    <a:pt x="2896531" y="5586244"/>
                  </a:lnTo>
                  <a:lnTo>
                    <a:pt x="2922263" y="5504910"/>
                  </a:lnTo>
                  <a:lnTo>
                    <a:pt x="2947513" y="5419497"/>
                  </a:lnTo>
                  <a:lnTo>
                    <a:pt x="2972371" y="5329927"/>
                  </a:lnTo>
                  <a:lnTo>
                    <a:pt x="2996915" y="5236153"/>
                  </a:lnTo>
                  <a:lnTo>
                    <a:pt x="3021211" y="5138156"/>
                  </a:lnTo>
                  <a:lnTo>
                    <a:pt x="3045319" y="5035954"/>
                  </a:lnTo>
                  <a:lnTo>
                    <a:pt x="3069287" y="4929599"/>
                  </a:lnTo>
                  <a:lnTo>
                    <a:pt x="3093156" y="4819182"/>
                  </a:lnTo>
                  <a:lnTo>
                    <a:pt x="3116962" y="4704833"/>
                  </a:lnTo>
                  <a:lnTo>
                    <a:pt x="3140732" y="4586722"/>
                  </a:lnTo>
                  <a:lnTo>
                    <a:pt x="3164487" y="4465061"/>
                  </a:lnTo>
                  <a:lnTo>
                    <a:pt x="3188246" y="4340102"/>
                  </a:lnTo>
                  <a:lnTo>
                    <a:pt x="3212018" y="4212135"/>
                  </a:lnTo>
                  <a:lnTo>
                    <a:pt x="3235812" y="4081487"/>
                  </a:lnTo>
                  <a:lnTo>
                    <a:pt x="3259631" y="3948521"/>
                  </a:lnTo>
                  <a:lnTo>
                    <a:pt x="3283473" y="3813628"/>
                  </a:lnTo>
                  <a:lnTo>
                    <a:pt x="3307338" y="3677227"/>
                  </a:lnTo>
                  <a:lnTo>
                    <a:pt x="3331219" y="3539754"/>
                  </a:lnTo>
                  <a:lnTo>
                    <a:pt x="3355110" y="3401663"/>
                  </a:lnTo>
                  <a:lnTo>
                    <a:pt x="3379003" y="3263415"/>
                  </a:lnTo>
                  <a:lnTo>
                    <a:pt x="3402892" y="3125475"/>
                  </a:lnTo>
                  <a:lnTo>
                    <a:pt x="3426768" y="2988301"/>
                  </a:lnTo>
                  <a:lnTo>
                    <a:pt x="3450626" y="2852343"/>
                  </a:lnTo>
                  <a:lnTo>
                    <a:pt x="3474461" y="2718032"/>
                  </a:lnTo>
                  <a:lnTo>
                    <a:pt x="3498271" y="2585779"/>
                  </a:lnTo>
                  <a:lnTo>
                    <a:pt x="3522058" y="2455965"/>
                  </a:lnTo>
                  <a:lnTo>
                    <a:pt x="3545825" y="2328942"/>
                  </a:lnTo>
                  <a:lnTo>
                    <a:pt x="3569581" y="2205025"/>
                  </a:lnTo>
                  <a:lnTo>
                    <a:pt x="3593339" y="2084493"/>
                  </a:lnTo>
                  <a:lnTo>
                    <a:pt x="3617118" y="1967585"/>
                  </a:lnTo>
                  <a:lnTo>
                    <a:pt x="3640941" y="1854498"/>
                  </a:lnTo>
                  <a:lnTo>
                    <a:pt x="3664838" y="1745390"/>
                  </a:lnTo>
                  <a:lnTo>
                    <a:pt x="3688846" y="1640377"/>
                  </a:lnTo>
                  <a:lnTo>
                    <a:pt x="3713010" y="1539539"/>
                  </a:lnTo>
                  <a:lnTo>
                    <a:pt x="3737380" y="1442915"/>
                  </a:lnTo>
                  <a:lnTo>
                    <a:pt x="3762018" y="1350512"/>
                  </a:lnTo>
                  <a:lnTo>
                    <a:pt x="3786994" y="1262301"/>
                  </a:lnTo>
                  <a:lnTo>
                    <a:pt x="3812391" y="1178224"/>
                  </a:lnTo>
                  <a:lnTo>
                    <a:pt x="3829811" y="1123787"/>
                  </a:lnTo>
                  <a:lnTo>
                    <a:pt x="3870200" y="1007532"/>
                  </a:lnTo>
                  <a:lnTo>
                    <a:pt x="3912342" y="900687"/>
                  </a:lnTo>
                  <a:lnTo>
                    <a:pt x="3956696" y="802971"/>
                  </a:lnTo>
                  <a:lnTo>
                    <a:pt x="4003769" y="713818"/>
                  </a:lnTo>
                  <a:lnTo>
                    <a:pt x="4054088" y="632520"/>
                  </a:lnTo>
                  <a:lnTo>
                    <a:pt x="4108178" y="558331"/>
                  </a:lnTo>
                  <a:lnTo>
                    <a:pt x="4166535" y="490531"/>
                  </a:lnTo>
                  <a:lnTo>
                    <a:pt x="4229586" y="428468"/>
                  </a:lnTo>
                  <a:lnTo>
                    <a:pt x="4297644" y="371578"/>
                  </a:lnTo>
                  <a:lnTo>
                    <a:pt x="4370843" y="319403"/>
                  </a:lnTo>
                  <a:lnTo>
                    <a:pt x="4449065" y="271598"/>
                  </a:lnTo>
                  <a:lnTo>
                    <a:pt x="4531850" y="227934"/>
                  </a:lnTo>
                  <a:lnTo>
                    <a:pt x="4618313" y="188289"/>
                  </a:lnTo>
                  <a:lnTo>
                    <a:pt x="4707078" y="152641"/>
                  </a:lnTo>
                  <a:lnTo>
                    <a:pt x="4796248" y="121035"/>
                  </a:lnTo>
                  <a:lnTo>
                    <a:pt x="4883459" y="93553"/>
                  </a:lnTo>
                  <a:lnTo>
                    <a:pt x="4966026" y="70263"/>
                  </a:lnTo>
                  <a:lnTo>
                    <a:pt x="5041189" y="51166"/>
                  </a:lnTo>
                  <a:lnTo>
                    <a:pt x="5106446" y="36151"/>
                  </a:lnTo>
                  <a:lnTo>
                    <a:pt x="5159908" y="24959"/>
                  </a:lnTo>
                  <a:lnTo>
                    <a:pt x="5200601" y="17178"/>
                  </a:lnTo>
                  <a:lnTo>
                    <a:pt x="5228655" y="12263"/>
                  </a:lnTo>
                  <a:lnTo>
                    <a:pt x="5245346" y="9576"/>
                  </a:lnTo>
                  <a:lnTo>
                    <a:pt x="5253012" y="8439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536" y="8219"/>
                  </a:lnTo>
                  <a:lnTo>
                    <a:pt x="6735373" y="8551"/>
                  </a:lnTo>
                  <a:lnTo>
                    <a:pt x="6755101" y="9470"/>
                  </a:lnTo>
                  <a:lnTo>
                    <a:pt x="6790300" y="11278"/>
                  </a:lnTo>
                  <a:lnTo>
                    <a:pt x="6842622" y="14255"/>
                  </a:lnTo>
                  <a:lnTo>
                    <a:pt x="6911661" y="18624"/>
                  </a:lnTo>
                  <a:lnTo>
                    <a:pt x="6995151" y="24536"/>
                  </a:lnTo>
                  <a:lnTo>
                    <a:pt x="7089482" y="32063"/>
                  </a:lnTo>
                  <a:lnTo>
                    <a:pt x="7190418" y="41212"/>
                  </a:lnTo>
                  <a:lnTo>
                    <a:pt x="7293789" y="51955"/>
                  </a:lnTo>
                  <a:lnTo>
                    <a:pt x="7396019" y="64257"/>
                  </a:lnTo>
                  <a:lnTo>
                    <a:pt x="7494399" y="78105"/>
                  </a:lnTo>
                  <a:lnTo>
                    <a:pt x="7587142" y="93529"/>
                  </a:lnTo>
                  <a:lnTo>
                    <a:pt x="7673291" y="110614"/>
                  </a:lnTo>
                  <a:lnTo>
                    <a:pt x="7752547" y="129502"/>
                  </a:lnTo>
                  <a:lnTo>
                    <a:pt x="7825091" y="150395"/>
                  </a:lnTo>
                  <a:lnTo>
                    <a:pt x="7891427" y="173549"/>
                  </a:lnTo>
                  <a:lnTo>
                    <a:pt x="7952248" y="199265"/>
                  </a:lnTo>
                  <a:lnTo>
                    <a:pt x="8008349" y="227873"/>
                  </a:lnTo>
                  <a:lnTo>
                    <a:pt x="8060551" y="259700"/>
                  </a:lnTo>
                  <a:lnTo>
                    <a:pt x="8109654" y="295020"/>
                  </a:lnTo>
                  <a:lnTo>
                    <a:pt x="8151487" y="329644"/>
                  </a:lnTo>
                  <a:lnTo>
                    <a:pt x="8194786" y="370033"/>
                  </a:lnTo>
                  <a:lnTo>
                    <a:pt x="8236879" y="413838"/>
                  </a:lnTo>
                  <a:lnTo>
                    <a:pt x="8278144" y="461125"/>
                  </a:lnTo>
                  <a:lnTo>
                    <a:pt x="8318875" y="511881"/>
                  </a:lnTo>
                  <a:lnTo>
                    <a:pt x="8359296" y="566011"/>
                  </a:lnTo>
                  <a:lnTo>
                    <a:pt x="8399571" y="623325"/>
                  </a:lnTo>
                  <a:lnTo>
                    <a:pt x="8439812" y="683537"/>
                  </a:lnTo>
                  <a:lnTo>
                    <a:pt x="8480088" y="746267"/>
                  </a:lnTo>
                  <a:lnTo>
                    <a:pt x="8520430" y="811048"/>
                  </a:lnTo>
                  <a:lnTo>
                    <a:pt x="8560840" y="877336"/>
                  </a:lnTo>
                  <a:lnTo>
                    <a:pt x="8601297" y="944530"/>
                  </a:lnTo>
                  <a:lnTo>
                    <a:pt x="8641770" y="1011993"/>
                  </a:lnTo>
                  <a:lnTo>
                    <a:pt x="8682221" y="1079078"/>
                  </a:lnTo>
                  <a:lnTo>
                    <a:pt x="8722620" y="1145153"/>
                  </a:lnTo>
                  <a:lnTo>
                    <a:pt x="8762950" y="1209625"/>
                  </a:lnTo>
                  <a:lnTo>
                    <a:pt x="8803217" y="1271962"/>
                  </a:lnTo>
                  <a:lnTo>
                    <a:pt x="8843459" y="1331710"/>
                  </a:lnTo>
                  <a:lnTo>
                    <a:pt x="8883749" y="1388505"/>
                  </a:lnTo>
                  <a:lnTo>
                    <a:pt x="8924209" y="1442077"/>
                  </a:lnTo>
                  <a:lnTo>
                    <a:pt x="8965013" y="1492254"/>
                  </a:lnTo>
                  <a:lnTo>
                    <a:pt x="9006395" y="1538953"/>
                  </a:lnTo>
                  <a:lnTo>
                    <a:pt x="9048662" y="1582176"/>
                  </a:lnTo>
                  <a:lnTo>
                    <a:pt x="9084767" y="1615529"/>
                  </a:lnTo>
                  <a:lnTo>
                    <a:pt x="9131715" y="1654095"/>
                  </a:lnTo>
                  <a:lnTo>
                    <a:pt x="9181113" y="1689032"/>
                  </a:lnTo>
                  <a:lnTo>
                    <a:pt x="9233693" y="1720501"/>
                  </a:lnTo>
                  <a:lnTo>
                    <a:pt x="9290258" y="1748784"/>
                  </a:lnTo>
                  <a:lnTo>
                    <a:pt x="9351631" y="1774212"/>
                  </a:lnTo>
                  <a:lnTo>
                    <a:pt x="9418599" y="1797111"/>
                  </a:lnTo>
                  <a:lnTo>
                    <a:pt x="9491840" y="1817778"/>
                  </a:lnTo>
                  <a:lnTo>
                    <a:pt x="9571830" y="1836465"/>
                  </a:lnTo>
                  <a:lnTo>
                    <a:pt x="9658707" y="1853367"/>
                  </a:lnTo>
                  <a:lnTo>
                    <a:pt x="9752111" y="1868620"/>
                  </a:lnTo>
                  <a:lnTo>
                    <a:pt x="9851003" y="1882303"/>
                  </a:lnTo>
                  <a:lnTo>
                    <a:pt x="9953500" y="1894439"/>
                  </a:lnTo>
                  <a:lnTo>
                    <a:pt x="10056795" y="1905014"/>
                  </a:lnTo>
                  <a:lnTo>
                    <a:pt x="10157231" y="1913991"/>
                  </a:lnTo>
                  <a:lnTo>
                    <a:pt x="10250603" y="1921344"/>
                  </a:lnTo>
                  <a:lnTo>
                    <a:pt x="10332704" y="1927087"/>
                  </a:lnTo>
                  <a:lnTo>
                    <a:pt x="10400037" y="1931299"/>
                  </a:lnTo>
                  <a:lnTo>
                    <a:pt x="10450515" y="1934138"/>
                  </a:lnTo>
                  <a:lnTo>
                    <a:pt x="10483948" y="1935838"/>
                  </a:lnTo>
                  <a:lnTo>
                    <a:pt x="10502204" y="1936679"/>
                  </a:lnTo>
                  <a:lnTo>
                    <a:pt x="10509055" y="1936967"/>
                  </a:lnTo>
                  <a:lnTo>
                    <a:pt x="10509911" y="1937000"/>
                  </a:lnTo>
                  <a:lnTo>
                    <a:pt x="11981298" y="1937000"/>
                  </a:lnTo>
                  <a:lnTo>
                    <a:pt x="11981298" y="1928827"/>
                  </a:lnTo>
                  <a:lnTo>
                    <a:pt x="10509911" y="1928827"/>
                  </a:lnTo>
                  <a:lnTo>
                    <a:pt x="10508717" y="1928780"/>
                  </a:lnTo>
                  <a:lnTo>
                    <a:pt x="10500880" y="1928448"/>
                  </a:lnTo>
                  <a:lnTo>
                    <a:pt x="10481153" y="1927529"/>
                  </a:lnTo>
                  <a:lnTo>
                    <a:pt x="10445953" y="1925721"/>
                  </a:lnTo>
                  <a:lnTo>
                    <a:pt x="10393632" y="1922745"/>
                  </a:lnTo>
                  <a:lnTo>
                    <a:pt x="10324592" y="1918376"/>
                  </a:lnTo>
                  <a:lnTo>
                    <a:pt x="10241103" y="1912464"/>
                  </a:lnTo>
                  <a:lnTo>
                    <a:pt x="10146771" y="1904937"/>
                  </a:lnTo>
                  <a:lnTo>
                    <a:pt x="10045836" y="1895787"/>
                  </a:lnTo>
                  <a:lnTo>
                    <a:pt x="9942464" y="1885045"/>
                  </a:lnTo>
                  <a:lnTo>
                    <a:pt x="9840234" y="1872743"/>
                  </a:lnTo>
                  <a:lnTo>
                    <a:pt x="9741854" y="1858895"/>
                  </a:lnTo>
                  <a:lnTo>
                    <a:pt x="9649111" y="1843470"/>
                  </a:lnTo>
                  <a:lnTo>
                    <a:pt x="9562962" y="1826386"/>
                  </a:lnTo>
                  <a:lnTo>
                    <a:pt x="9483707" y="1807498"/>
                  </a:lnTo>
                  <a:lnTo>
                    <a:pt x="9411162" y="1786605"/>
                  </a:lnTo>
                  <a:lnTo>
                    <a:pt x="9344827" y="1763451"/>
                  </a:lnTo>
                  <a:lnTo>
                    <a:pt x="9284005" y="1737734"/>
                  </a:lnTo>
                  <a:lnTo>
                    <a:pt x="9227905" y="1709126"/>
                  </a:lnTo>
                  <a:lnTo>
                    <a:pt x="9175702" y="1677300"/>
                  </a:lnTo>
                  <a:lnTo>
                    <a:pt x="9126599" y="1641979"/>
                  </a:lnTo>
                  <a:lnTo>
                    <a:pt x="9084767" y="1607356"/>
                  </a:lnTo>
                  <a:lnTo>
                    <a:pt x="9041468" y="1566966"/>
                  </a:lnTo>
                  <a:lnTo>
                    <a:pt x="8999375" y="1523161"/>
                  </a:lnTo>
                  <a:lnTo>
                    <a:pt x="8958110" y="1475875"/>
                  </a:lnTo>
                  <a:lnTo>
                    <a:pt x="8917378" y="1425118"/>
                  </a:lnTo>
                  <a:lnTo>
                    <a:pt x="8876957" y="1370988"/>
                  </a:lnTo>
                  <a:lnTo>
                    <a:pt x="8836682" y="1313675"/>
                  </a:lnTo>
                  <a:lnTo>
                    <a:pt x="8796441" y="1253463"/>
                  </a:lnTo>
                  <a:lnTo>
                    <a:pt x="8756165" y="1190732"/>
                  </a:lnTo>
                  <a:lnTo>
                    <a:pt x="8715823" y="1125952"/>
                  </a:lnTo>
                  <a:lnTo>
                    <a:pt x="8675413" y="1059664"/>
                  </a:lnTo>
                  <a:lnTo>
                    <a:pt x="8634956" y="992470"/>
                  </a:lnTo>
                  <a:lnTo>
                    <a:pt x="8594483" y="925007"/>
                  </a:lnTo>
                  <a:lnTo>
                    <a:pt x="8554032" y="857922"/>
                  </a:lnTo>
                  <a:lnTo>
                    <a:pt x="8513633" y="791847"/>
                  </a:lnTo>
                  <a:lnTo>
                    <a:pt x="8473303" y="727375"/>
                  </a:lnTo>
                  <a:lnTo>
                    <a:pt x="8433036" y="665038"/>
                  </a:lnTo>
                  <a:lnTo>
                    <a:pt x="8392795" y="605290"/>
                  </a:lnTo>
                  <a:lnTo>
                    <a:pt x="8352504" y="548495"/>
                  </a:lnTo>
                  <a:lnTo>
                    <a:pt x="8312044" y="494923"/>
                  </a:lnTo>
                  <a:lnTo>
                    <a:pt x="8271240" y="444746"/>
                  </a:lnTo>
                  <a:lnTo>
                    <a:pt x="8229858" y="398047"/>
                  </a:lnTo>
                  <a:lnTo>
                    <a:pt x="8187591" y="354823"/>
                  </a:lnTo>
                  <a:lnTo>
                    <a:pt x="8151487" y="321471"/>
                  </a:lnTo>
                  <a:lnTo>
                    <a:pt x="8104538" y="282905"/>
                  </a:lnTo>
                  <a:lnTo>
                    <a:pt x="8055140" y="247967"/>
                  </a:lnTo>
                  <a:lnTo>
                    <a:pt x="8002561" y="216499"/>
                  </a:lnTo>
                  <a:lnTo>
                    <a:pt x="7945995" y="188215"/>
                  </a:lnTo>
                  <a:lnTo>
                    <a:pt x="7884622" y="162788"/>
                  </a:lnTo>
                  <a:lnTo>
                    <a:pt x="7817654" y="139889"/>
                  </a:lnTo>
                  <a:lnTo>
                    <a:pt x="7744413" y="119221"/>
                  </a:lnTo>
                  <a:lnTo>
                    <a:pt x="7664423" y="100534"/>
                  </a:lnTo>
                  <a:lnTo>
                    <a:pt x="7577547" y="83633"/>
                  </a:lnTo>
                  <a:lnTo>
                    <a:pt x="7484142" y="68379"/>
                  </a:lnTo>
                  <a:lnTo>
                    <a:pt x="7385250" y="54697"/>
                  </a:lnTo>
                  <a:lnTo>
                    <a:pt x="7282753" y="42561"/>
                  </a:lnTo>
                  <a:lnTo>
                    <a:pt x="7179458" y="31986"/>
                  </a:lnTo>
                  <a:lnTo>
                    <a:pt x="7079022" y="23009"/>
                  </a:lnTo>
                  <a:lnTo>
                    <a:pt x="6985651" y="15656"/>
                  </a:lnTo>
                  <a:lnTo>
                    <a:pt x="6903549" y="9913"/>
                  </a:lnTo>
                  <a:lnTo>
                    <a:pt x="6836216" y="5701"/>
                  </a:lnTo>
                  <a:lnTo>
                    <a:pt x="6785738" y="2861"/>
                  </a:lnTo>
                  <a:lnTo>
                    <a:pt x="6752305" y="1162"/>
                  </a:lnTo>
                  <a:lnTo>
                    <a:pt x="6734049" y="320"/>
                  </a:lnTo>
                  <a:lnTo>
                    <a:pt x="6727198" y="33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182" y="103"/>
                  </a:lnTo>
                  <a:lnTo>
                    <a:pt x="5249060" y="841"/>
                  </a:lnTo>
                  <a:lnTo>
                    <a:pt x="5236013" y="2878"/>
                  </a:lnTo>
                  <a:lnTo>
                    <a:pt x="5212345" y="6897"/>
                  </a:lnTo>
                  <a:lnTo>
                    <a:pt x="5176377" y="13554"/>
                  </a:lnTo>
                  <a:lnTo>
                    <a:pt x="5127554" y="23436"/>
                  </a:lnTo>
                  <a:lnTo>
                    <a:pt x="5066459" y="37007"/>
                  </a:lnTo>
                  <a:lnTo>
                    <a:pt x="4994673" y="54582"/>
                  </a:lnTo>
                  <a:lnTo>
                    <a:pt x="4914515" y="76325"/>
                  </a:lnTo>
                  <a:lnTo>
                    <a:pt x="4828689" y="102270"/>
                  </a:lnTo>
                  <a:lnTo>
                    <a:pt x="4739943" y="132369"/>
                  </a:lnTo>
                  <a:lnTo>
                    <a:pt x="4650783" y="166539"/>
                  </a:lnTo>
                  <a:lnTo>
                    <a:pt x="4563285" y="204716"/>
                  </a:lnTo>
                  <a:lnTo>
                    <a:pt x="4479019" y="246893"/>
                  </a:lnTo>
                  <a:lnTo>
                    <a:pt x="4399045" y="293154"/>
                  </a:lnTo>
                  <a:lnTo>
                    <a:pt x="4323969" y="343688"/>
                  </a:lnTo>
                  <a:lnTo>
                    <a:pt x="4254024" y="398797"/>
                  </a:lnTo>
                  <a:lnTo>
                    <a:pt x="4189160" y="458897"/>
                  </a:lnTo>
                  <a:lnTo>
                    <a:pt x="4129121" y="524515"/>
                  </a:lnTo>
                  <a:lnTo>
                    <a:pt x="4073516" y="596273"/>
                  </a:lnTo>
                  <a:lnTo>
                    <a:pt x="4021871" y="674870"/>
                  </a:lnTo>
                  <a:lnTo>
                    <a:pt x="3973666" y="761048"/>
                  </a:lnTo>
                  <a:lnTo>
                    <a:pt x="3928372" y="855538"/>
                  </a:lnTo>
                  <a:lnTo>
                    <a:pt x="3885473" y="958974"/>
                  </a:lnTo>
                  <a:lnTo>
                    <a:pt x="3844489" y="1071762"/>
                  </a:lnTo>
                  <a:lnTo>
                    <a:pt x="3829811" y="1115614"/>
                  </a:lnTo>
                  <a:lnTo>
                    <a:pt x="3804079" y="1196948"/>
                  </a:lnTo>
                  <a:lnTo>
                    <a:pt x="3778829" y="1282361"/>
                  </a:lnTo>
                  <a:lnTo>
                    <a:pt x="3753971" y="1371930"/>
                  </a:lnTo>
                  <a:lnTo>
                    <a:pt x="3729427" y="1465705"/>
                  </a:lnTo>
                  <a:lnTo>
                    <a:pt x="3705131" y="1563702"/>
                  </a:lnTo>
                  <a:lnTo>
                    <a:pt x="3681023" y="1665904"/>
                  </a:lnTo>
                  <a:lnTo>
                    <a:pt x="3657055" y="1772259"/>
                  </a:lnTo>
                  <a:lnTo>
                    <a:pt x="3633186" y="1882676"/>
                  </a:lnTo>
                  <a:lnTo>
                    <a:pt x="3609380" y="1997025"/>
                  </a:lnTo>
                  <a:lnTo>
                    <a:pt x="3585610" y="2115136"/>
                  </a:lnTo>
                  <a:lnTo>
                    <a:pt x="3561855" y="2236796"/>
                  </a:lnTo>
                  <a:lnTo>
                    <a:pt x="3538096" y="2361756"/>
                  </a:lnTo>
                  <a:lnTo>
                    <a:pt x="3514324" y="2489723"/>
                  </a:lnTo>
                  <a:lnTo>
                    <a:pt x="3490530" y="2620370"/>
                  </a:lnTo>
                  <a:lnTo>
                    <a:pt x="3466712" y="2753336"/>
                  </a:lnTo>
                  <a:lnTo>
                    <a:pt x="3442869" y="2888229"/>
                  </a:lnTo>
                  <a:lnTo>
                    <a:pt x="3419004" y="3024631"/>
                  </a:lnTo>
                  <a:lnTo>
                    <a:pt x="3395123" y="3162104"/>
                  </a:lnTo>
                  <a:lnTo>
                    <a:pt x="3371232" y="3300195"/>
                  </a:lnTo>
                  <a:lnTo>
                    <a:pt x="3347339" y="3438442"/>
                  </a:lnTo>
                  <a:lnTo>
                    <a:pt x="3323450" y="3576383"/>
                  </a:lnTo>
                  <a:lnTo>
                    <a:pt x="3299574" y="3713556"/>
                  </a:lnTo>
                  <a:lnTo>
                    <a:pt x="3275716" y="3849515"/>
                  </a:lnTo>
                  <a:lnTo>
                    <a:pt x="3251881" y="3983825"/>
                  </a:lnTo>
                  <a:lnTo>
                    <a:pt x="3228071" y="4116079"/>
                  </a:lnTo>
                  <a:lnTo>
                    <a:pt x="3204284" y="4245893"/>
                  </a:lnTo>
                  <a:lnTo>
                    <a:pt x="3180517" y="4372916"/>
                  </a:lnTo>
                  <a:lnTo>
                    <a:pt x="3156761" y="4496832"/>
                  </a:lnTo>
                  <a:lnTo>
                    <a:pt x="3133003" y="4617364"/>
                  </a:lnTo>
                  <a:lnTo>
                    <a:pt x="3109224" y="4734273"/>
                  </a:lnTo>
                  <a:lnTo>
                    <a:pt x="3085401" y="4847360"/>
                  </a:lnTo>
                  <a:lnTo>
                    <a:pt x="3061504" y="4956468"/>
                  </a:lnTo>
                  <a:lnTo>
                    <a:pt x="3037496" y="5061480"/>
                  </a:lnTo>
                  <a:lnTo>
                    <a:pt x="3013332" y="5162319"/>
                  </a:lnTo>
                  <a:lnTo>
                    <a:pt x="2988962" y="5258942"/>
                  </a:lnTo>
                  <a:lnTo>
                    <a:pt x="2964324" y="5351346"/>
                  </a:lnTo>
                  <a:lnTo>
                    <a:pt x="2939348" y="5439557"/>
                  </a:lnTo>
                  <a:lnTo>
                    <a:pt x="2913952" y="5523633"/>
                  </a:lnTo>
                  <a:lnTo>
                    <a:pt x="2896531" y="5578071"/>
                  </a:lnTo>
                  <a:lnTo>
                    <a:pt x="2856142" y="5694325"/>
                  </a:lnTo>
                  <a:lnTo>
                    <a:pt x="2814000" y="5801171"/>
                  </a:lnTo>
                  <a:lnTo>
                    <a:pt x="2769646" y="5898886"/>
                  </a:lnTo>
                  <a:lnTo>
                    <a:pt x="2722573" y="5988040"/>
                  </a:lnTo>
                  <a:lnTo>
                    <a:pt x="2672254" y="6069338"/>
                  </a:lnTo>
                  <a:lnTo>
                    <a:pt x="2618164" y="6143527"/>
                  </a:lnTo>
                  <a:lnTo>
                    <a:pt x="2559807" y="6211326"/>
                  </a:lnTo>
                  <a:lnTo>
                    <a:pt x="2496756" y="6273389"/>
                  </a:lnTo>
                  <a:lnTo>
                    <a:pt x="2428698" y="6330280"/>
                  </a:lnTo>
                  <a:lnTo>
                    <a:pt x="2355499" y="6382455"/>
                  </a:lnTo>
                  <a:lnTo>
                    <a:pt x="2277277" y="6430259"/>
                  </a:lnTo>
                  <a:lnTo>
                    <a:pt x="2194492" y="6473924"/>
                  </a:lnTo>
                  <a:lnTo>
                    <a:pt x="2108029" y="6513568"/>
                  </a:lnTo>
                  <a:lnTo>
                    <a:pt x="2019264" y="6549217"/>
                  </a:lnTo>
                  <a:lnTo>
                    <a:pt x="1930094" y="6580823"/>
                  </a:lnTo>
                  <a:lnTo>
                    <a:pt x="1842883" y="6608305"/>
                  </a:lnTo>
                  <a:lnTo>
                    <a:pt x="1760316" y="6631595"/>
                  </a:lnTo>
                  <a:lnTo>
                    <a:pt x="1685153" y="6650691"/>
                  </a:lnTo>
                  <a:lnTo>
                    <a:pt x="1619896" y="6665706"/>
                  </a:lnTo>
                  <a:lnTo>
                    <a:pt x="1566434" y="6676898"/>
                  </a:lnTo>
                  <a:lnTo>
                    <a:pt x="1525742" y="6684679"/>
                  </a:lnTo>
                  <a:lnTo>
                    <a:pt x="1497687" y="6689594"/>
                  </a:lnTo>
                  <a:lnTo>
                    <a:pt x="1480996" y="6692281"/>
                  </a:lnTo>
                  <a:lnTo>
                    <a:pt x="1473331" y="6693418"/>
                  </a:lnTo>
                  <a:lnTo>
                    <a:pt x="1471387" y="6693685"/>
                  </a:lnTo>
                  <a:lnTo>
                    <a:pt x="0" y="6693685"/>
                  </a:lnTo>
                  <a:close/>
                </a:path>
              </a:pathLst>
            </a:custGeom>
            <a:solidFill>
              <a:srgbClr val="69D6E2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2163" name="pl2163"/>
            <p:cNvSpPr/>
            <p:nvPr/>
          </p:nvSpPr>
          <p:spPr>
            <a:xfrm>
              <a:off x="4799595" y="4473044"/>
              <a:ext cx="11981298" cy="6693685"/>
            </a:xfrm>
            <a:custGeom>
              <a:avLst/>
              <a:pathLst>
                <a:path w="11981298" h="6693685">
                  <a:moveTo>
                    <a:pt x="0" y="6693685"/>
                  </a:moveTo>
                  <a:lnTo>
                    <a:pt x="1471387" y="6693685"/>
                  </a:lnTo>
                  <a:lnTo>
                    <a:pt x="1472160" y="6693581"/>
                  </a:lnTo>
                  <a:lnTo>
                    <a:pt x="1477282" y="6692843"/>
                  </a:lnTo>
                  <a:lnTo>
                    <a:pt x="1490330" y="6690806"/>
                  </a:lnTo>
                  <a:lnTo>
                    <a:pt x="1513997" y="6686788"/>
                  </a:lnTo>
                  <a:lnTo>
                    <a:pt x="1549965" y="6680130"/>
                  </a:lnTo>
                  <a:lnTo>
                    <a:pt x="1598788" y="6670249"/>
                  </a:lnTo>
                  <a:lnTo>
                    <a:pt x="1659883" y="6656678"/>
                  </a:lnTo>
                  <a:lnTo>
                    <a:pt x="1731669" y="6639103"/>
                  </a:lnTo>
                  <a:lnTo>
                    <a:pt x="1811827" y="6617360"/>
                  </a:lnTo>
                  <a:lnTo>
                    <a:pt x="1897653" y="6591414"/>
                  </a:lnTo>
                  <a:lnTo>
                    <a:pt x="1986399" y="6561315"/>
                  </a:lnTo>
                  <a:lnTo>
                    <a:pt x="2075560" y="6527145"/>
                  </a:lnTo>
                  <a:lnTo>
                    <a:pt x="2163057" y="6488969"/>
                  </a:lnTo>
                  <a:lnTo>
                    <a:pt x="2247323" y="6446792"/>
                  </a:lnTo>
                  <a:lnTo>
                    <a:pt x="2327297" y="6400530"/>
                  </a:lnTo>
                  <a:lnTo>
                    <a:pt x="2402373" y="6349997"/>
                  </a:lnTo>
                  <a:lnTo>
                    <a:pt x="2472318" y="6294888"/>
                  </a:lnTo>
                  <a:lnTo>
                    <a:pt x="2537182" y="6234788"/>
                  </a:lnTo>
                  <a:lnTo>
                    <a:pt x="2597221" y="6169170"/>
                  </a:lnTo>
                  <a:lnTo>
                    <a:pt x="2652826" y="6097412"/>
                  </a:lnTo>
                  <a:lnTo>
                    <a:pt x="2704471" y="6018815"/>
                  </a:lnTo>
                  <a:lnTo>
                    <a:pt x="2752676" y="5932636"/>
                  </a:lnTo>
                  <a:lnTo>
                    <a:pt x="2797970" y="5838146"/>
                  </a:lnTo>
                  <a:lnTo>
                    <a:pt x="2840869" y="5734710"/>
                  </a:lnTo>
                  <a:lnTo>
                    <a:pt x="2881854" y="5621922"/>
                  </a:lnTo>
                  <a:lnTo>
                    <a:pt x="2896531" y="5578071"/>
                  </a:lnTo>
                  <a:lnTo>
                    <a:pt x="2922263" y="5496737"/>
                  </a:lnTo>
                  <a:lnTo>
                    <a:pt x="2947513" y="5411324"/>
                  </a:lnTo>
                  <a:lnTo>
                    <a:pt x="2972371" y="5321754"/>
                  </a:lnTo>
                  <a:lnTo>
                    <a:pt x="2996915" y="5227980"/>
                  </a:lnTo>
                  <a:lnTo>
                    <a:pt x="3021211" y="5129983"/>
                  </a:lnTo>
                  <a:lnTo>
                    <a:pt x="3045319" y="5027781"/>
                  </a:lnTo>
                  <a:lnTo>
                    <a:pt x="3069287" y="4921426"/>
                  </a:lnTo>
                  <a:lnTo>
                    <a:pt x="3093156" y="4811009"/>
                  </a:lnTo>
                  <a:lnTo>
                    <a:pt x="3116962" y="4696660"/>
                  </a:lnTo>
                  <a:lnTo>
                    <a:pt x="3140732" y="4578549"/>
                  </a:lnTo>
                  <a:lnTo>
                    <a:pt x="3164487" y="4456888"/>
                  </a:lnTo>
                  <a:lnTo>
                    <a:pt x="3188246" y="4331929"/>
                  </a:lnTo>
                  <a:lnTo>
                    <a:pt x="3212018" y="4203962"/>
                  </a:lnTo>
                  <a:lnTo>
                    <a:pt x="3235812" y="4073314"/>
                  </a:lnTo>
                  <a:lnTo>
                    <a:pt x="3259631" y="3940348"/>
                  </a:lnTo>
                  <a:lnTo>
                    <a:pt x="3283473" y="3805455"/>
                  </a:lnTo>
                  <a:lnTo>
                    <a:pt x="3307338" y="3669054"/>
                  </a:lnTo>
                  <a:lnTo>
                    <a:pt x="3331219" y="3531581"/>
                  </a:lnTo>
                  <a:lnTo>
                    <a:pt x="3355110" y="3393490"/>
                  </a:lnTo>
                  <a:lnTo>
                    <a:pt x="3379003" y="3255242"/>
                  </a:lnTo>
                  <a:lnTo>
                    <a:pt x="3402892" y="3117302"/>
                  </a:lnTo>
                  <a:lnTo>
                    <a:pt x="3426768" y="2980128"/>
                  </a:lnTo>
                  <a:lnTo>
                    <a:pt x="3450626" y="2844170"/>
                  </a:lnTo>
                  <a:lnTo>
                    <a:pt x="3474461" y="2709859"/>
                  </a:lnTo>
                  <a:lnTo>
                    <a:pt x="3498271" y="2577606"/>
                  </a:lnTo>
                  <a:lnTo>
                    <a:pt x="3522058" y="2447792"/>
                  </a:lnTo>
                  <a:lnTo>
                    <a:pt x="3545825" y="2320769"/>
                  </a:lnTo>
                  <a:lnTo>
                    <a:pt x="3569581" y="2196852"/>
                  </a:lnTo>
                  <a:lnTo>
                    <a:pt x="3593339" y="2076320"/>
                  </a:lnTo>
                  <a:lnTo>
                    <a:pt x="3617118" y="1959412"/>
                  </a:lnTo>
                  <a:lnTo>
                    <a:pt x="3640941" y="1846325"/>
                  </a:lnTo>
                  <a:lnTo>
                    <a:pt x="3664838" y="1737217"/>
                  </a:lnTo>
                  <a:lnTo>
                    <a:pt x="3688846" y="1632204"/>
                  </a:lnTo>
                  <a:lnTo>
                    <a:pt x="3713010" y="1531366"/>
                  </a:lnTo>
                  <a:lnTo>
                    <a:pt x="3737380" y="1434742"/>
                  </a:lnTo>
                  <a:lnTo>
                    <a:pt x="3762018" y="1342339"/>
                  </a:lnTo>
                  <a:lnTo>
                    <a:pt x="3786994" y="1254128"/>
                  </a:lnTo>
                  <a:lnTo>
                    <a:pt x="3812391" y="1170051"/>
                  </a:lnTo>
                  <a:lnTo>
                    <a:pt x="3829811" y="1115614"/>
                  </a:lnTo>
                  <a:lnTo>
                    <a:pt x="3870200" y="999359"/>
                  </a:lnTo>
                  <a:lnTo>
                    <a:pt x="3912342" y="892514"/>
                  </a:lnTo>
                  <a:lnTo>
                    <a:pt x="3956696" y="794798"/>
                  </a:lnTo>
                  <a:lnTo>
                    <a:pt x="4003769" y="705645"/>
                  </a:lnTo>
                  <a:lnTo>
                    <a:pt x="4054088" y="624347"/>
                  </a:lnTo>
                  <a:lnTo>
                    <a:pt x="4108178" y="550158"/>
                  </a:lnTo>
                  <a:lnTo>
                    <a:pt x="4166535" y="482358"/>
                  </a:lnTo>
                  <a:lnTo>
                    <a:pt x="4229586" y="420295"/>
                  </a:lnTo>
                  <a:lnTo>
                    <a:pt x="4297644" y="363405"/>
                  </a:lnTo>
                  <a:lnTo>
                    <a:pt x="4370843" y="311230"/>
                  </a:lnTo>
                  <a:lnTo>
                    <a:pt x="4449065" y="263425"/>
                  </a:lnTo>
                  <a:lnTo>
                    <a:pt x="4531850" y="219761"/>
                  </a:lnTo>
                  <a:lnTo>
                    <a:pt x="4618313" y="180116"/>
                  </a:lnTo>
                  <a:lnTo>
                    <a:pt x="4707078" y="144468"/>
                  </a:lnTo>
                  <a:lnTo>
                    <a:pt x="4796248" y="112862"/>
                  </a:lnTo>
                  <a:lnTo>
                    <a:pt x="4883459" y="85380"/>
                  </a:lnTo>
                  <a:lnTo>
                    <a:pt x="4966026" y="62090"/>
                  </a:lnTo>
                  <a:lnTo>
                    <a:pt x="5041189" y="42993"/>
                  </a:lnTo>
                  <a:lnTo>
                    <a:pt x="5106446" y="27978"/>
                  </a:lnTo>
                  <a:lnTo>
                    <a:pt x="5159908" y="16786"/>
                  </a:lnTo>
                  <a:lnTo>
                    <a:pt x="5200601" y="9005"/>
                  </a:lnTo>
                  <a:lnTo>
                    <a:pt x="5228655" y="4090"/>
                  </a:lnTo>
                  <a:lnTo>
                    <a:pt x="5245346" y="1403"/>
                  </a:lnTo>
                  <a:lnTo>
                    <a:pt x="5253012" y="266"/>
                  </a:lnTo>
                  <a:lnTo>
                    <a:pt x="5254915" y="5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536" y="46"/>
                  </a:lnTo>
                  <a:lnTo>
                    <a:pt x="6735373" y="378"/>
                  </a:lnTo>
                  <a:lnTo>
                    <a:pt x="6755101" y="1297"/>
                  </a:lnTo>
                  <a:lnTo>
                    <a:pt x="6790300" y="3105"/>
                  </a:lnTo>
                  <a:lnTo>
                    <a:pt x="6842622" y="6082"/>
                  </a:lnTo>
                  <a:lnTo>
                    <a:pt x="6911661" y="10451"/>
                  </a:lnTo>
                  <a:lnTo>
                    <a:pt x="6995151" y="16363"/>
                  </a:lnTo>
                  <a:lnTo>
                    <a:pt x="7089482" y="23890"/>
                  </a:lnTo>
                  <a:lnTo>
                    <a:pt x="7190418" y="33039"/>
                  </a:lnTo>
                  <a:lnTo>
                    <a:pt x="7293789" y="43782"/>
                  </a:lnTo>
                  <a:lnTo>
                    <a:pt x="7396019" y="56084"/>
                  </a:lnTo>
                  <a:lnTo>
                    <a:pt x="7494399" y="69932"/>
                  </a:lnTo>
                  <a:lnTo>
                    <a:pt x="7587142" y="85356"/>
                  </a:lnTo>
                  <a:lnTo>
                    <a:pt x="7673291" y="102441"/>
                  </a:lnTo>
                  <a:lnTo>
                    <a:pt x="7752547" y="121329"/>
                  </a:lnTo>
                  <a:lnTo>
                    <a:pt x="7825091" y="142222"/>
                  </a:lnTo>
                  <a:lnTo>
                    <a:pt x="7891427" y="165376"/>
                  </a:lnTo>
                  <a:lnTo>
                    <a:pt x="7952248" y="191092"/>
                  </a:lnTo>
                  <a:lnTo>
                    <a:pt x="8008349" y="219700"/>
                  </a:lnTo>
                  <a:lnTo>
                    <a:pt x="8060551" y="251527"/>
                  </a:lnTo>
                  <a:lnTo>
                    <a:pt x="8109654" y="286847"/>
                  </a:lnTo>
                  <a:lnTo>
                    <a:pt x="8151487" y="321471"/>
                  </a:lnTo>
                  <a:lnTo>
                    <a:pt x="8194786" y="361860"/>
                  </a:lnTo>
                  <a:lnTo>
                    <a:pt x="8236879" y="405665"/>
                  </a:lnTo>
                  <a:lnTo>
                    <a:pt x="8278144" y="452952"/>
                  </a:lnTo>
                  <a:lnTo>
                    <a:pt x="8318875" y="503708"/>
                  </a:lnTo>
                  <a:lnTo>
                    <a:pt x="8359296" y="557838"/>
                  </a:lnTo>
                  <a:lnTo>
                    <a:pt x="8399571" y="615152"/>
                  </a:lnTo>
                  <a:lnTo>
                    <a:pt x="8439812" y="675364"/>
                  </a:lnTo>
                  <a:lnTo>
                    <a:pt x="8480088" y="738094"/>
                  </a:lnTo>
                  <a:lnTo>
                    <a:pt x="8520430" y="802875"/>
                  </a:lnTo>
                  <a:lnTo>
                    <a:pt x="8560840" y="869163"/>
                  </a:lnTo>
                  <a:lnTo>
                    <a:pt x="8601297" y="936357"/>
                  </a:lnTo>
                  <a:lnTo>
                    <a:pt x="8641770" y="1003820"/>
                  </a:lnTo>
                  <a:lnTo>
                    <a:pt x="8682221" y="1070905"/>
                  </a:lnTo>
                  <a:lnTo>
                    <a:pt x="8722620" y="1136980"/>
                  </a:lnTo>
                  <a:lnTo>
                    <a:pt x="8762950" y="1201452"/>
                  </a:lnTo>
                  <a:lnTo>
                    <a:pt x="8803217" y="1263789"/>
                  </a:lnTo>
                  <a:lnTo>
                    <a:pt x="8843459" y="1323537"/>
                  </a:lnTo>
                  <a:lnTo>
                    <a:pt x="8883749" y="1380332"/>
                  </a:lnTo>
                  <a:lnTo>
                    <a:pt x="8924209" y="1433904"/>
                  </a:lnTo>
                  <a:lnTo>
                    <a:pt x="8965013" y="1484081"/>
                  </a:lnTo>
                  <a:lnTo>
                    <a:pt x="9006395" y="1530780"/>
                  </a:lnTo>
                  <a:lnTo>
                    <a:pt x="9048662" y="1574003"/>
                  </a:lnTo>
                  <a:lnTo>
                    <a:pt x="9084767" y="1607356"/>
                  </a:lnTo>
                  <a:lnTo>
                    <a:pt x="9131715" y="1645922"/>
                  </a:lnTo>
                  <a:lnTo>
                    <a:pt x="9181113" y="1680859"/>
                  </a:lnTo>
                  <a:lnTo>
                    <a:pt x="9233693" y="1712328"/>
                  </a:lnTo>
                  <a:lnTo>
                    <a:pt x="9290258" y="1740611"/>
                  </a:lnTo>
                  <a:lnTo>
                    <a:pt x="9351631" y="1766039"/>
                  </a:lnTo>
                  <a:lnTo>
                    <a:pt x="9418599" y="1788938"/>
                  </a:lnTo>
                  <a:lnTo>
                    <a:pt x="9491840" y="1809605"/>
                  </a:lnTo>
                  <a:lnTo>
                    <a:pt x="9571830" y="1828292"/>
                  </a:lnTo>
                  <a:lnTo>
                    <a:pt x="9658707" y="1845194"/>
                  </a:lnTo>
                  <a:lnTo>
                    <a:pt x="9752111" y="1860447"/>
                  </a:lnTo>
                  <a:lnTo>
                    <a:pt x="9851003" y="1874130"/>
                  </a:lnTo>
                  <a:lnTo>
                    <a:pt x="9953500" y="1886266"/>
                  </a:lnTo>
                  <a:lnTo>
                    <a:pt x="10056795" y="1896841"/>
                  </a:lnTo>
                  <a:lnTo>
                    <a:pt x="10157231" y="1905818"/>
                  </a:lnTo>
                  <a:lnTo>
                    <a:pt x="10250603" y="1913171"/>
                  </a:lnTo>
                  <a:lnTo>
                    <a:pt x="10332704" y="1918914"/>
                  </a:lnTo>
                  <a:lnTo>
                    <a:pt x="10400037" y="1923126"/>
                  </a:lnTo>
                  <a:lnTo>
                    <a:pt x="10450515" y="1925965"/>
                  </a:lnTo>
                  <a:lnTo>
                    <a:pt x="10483948" y="1927665"/>
                  </a:lnTo>
                  <a:lnTo>
                    <a:pt x="10502204" y="1928506"/>
                  </a:lnTo>
                  <a:lnTo>
                    <a:pt x="10509055" y="1928794"/>
                  </a:lnTo>
                  <a:lnTo>
                    <a:pt x="10509911" y="1928827"/>
                  </a:lnTo>
                  <a:lnTo>
                    <a:pt x="11981298" y="1928827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64" name="pl2164"/>
            <p:cNvSpPr/>
            <p:nvPr/>
          </p:nvSpPr>
          <p:spPr>
            <a:xfrm>
              <a:off x="4799595" y="4464871"/>
              <a:ext cx="11981298" cy="6693685"/>
            </a:xfrm>
            <a:custGeom>
              <a:avLst/>
              <a:pathLst>
                <a:path w="11981298" h="6693685">
                  <a:moveTo>
                    <a:pt x="11981298" y="1928827"/>
                  </a:moveTo>
                  <a:lnTo>
                    <a:pt x="10509911" y="1928827"/>
                  </a:lnTo>
                  <a:lnTo>
                    <a:pt x="10508717" y="1928780"/>
                  </a:lnTo>
                  <a:lnTo>
                    <a:pt x="10500880" y="1928448"/>
                  </a:lnTo>
                  <a:lnTo>
                    <a:pt x="10481153" y="1927529"/>
                  </a:lnTo>
                  <a:lnTo>
                    <a:pt x="10445953" y="1925721"/>
                  </a:lnTo>
                  <a:lnTo>
                    <a:pt x="10393632" y="1922745"/>
                  </a:lnTo>
                  <a:lnTo>
                    <a:pt x="10324592" y="1918376"/>
                  </a:lnTo>
                  <a:lnTo>
                    <a:pt x="10241103" y="1912464"/>
                  </a:lnTo>
                  <a:lnTo>
                    <a:pt x="10146771" y="1904937"/>
                  </a:lnTo>
                  <a:lnTo>
                    <a:pt x="10045836" y="1895787"/>
                  </a:lnTo>
                  <a:lnTo>
                    <a:pt x="9942464" y="1885045"/>
                  </a:lnTo>
                  <a:lnTo>
                    <a:pt x="9840234" y="1872743"/>
                  </a:lnTo>
                  <a:lnTo>
                    <a:pt x="9741854" y="1858895"/>
                  </a:lnTo>
                  <a:lnTo>
                    <a:pt x="9649111" y="1843470"/>
                  </a:lnTo>
                  <a:lnTo>
                    <a:pt x="9562962" y="1826386"/>
                  </a:lnTo>
                  <a:lnTo>
                    <a:pt x="9483707" y="1807498"/>
                  </a:lnTo>
                  <a:lnTo>
                    <a:pt x="9411162" y="1786605"/>
                  </a:lnTo>
                  <a:lnTo>
                    <a:pt x="9344827" y="1763451"/>
                  </a:lnTo>
                  <a:lnTo>
                    <a:pt x="9284005" y="1737734"/>
                  </a:lnTo>
                  <a:lnTo>
                    <a:pt x="9227905" y="1709126"/>
                  </a:lnTo>
                  <a:lnTo>
                    <a:pt x="9175702" y="1677300"/>
                  </a:lnTo>
                  <a:lnTo>
                    <a:pt x="9126599" y="1641979"/>
                  </a:lnTo>
                  <a:lnTo>
                    <a:pt x="9084767" y="1607356"/>
                  </a:lnTo>
                  <a:lnTo>
                    <a:pt x="9041468" y="1566966"/>
                  </a:lnTo>
                  <a:lnTo>
                    <a:pt x="8999375" y="1523161"/>
                  </a:lnTo>
                  <a:lnTo>
                    <a:pt x="8958110" y="1475875"/>
                  </a:lnTo>
                  <a:lnTo>
                    <a:pt x="8917378" y="1425118"/>
                  </a:lnTo>
                  <a:lnTo>
                    <a:pt x="8876957" y="1370988"/>
                  </a:lnTo>
                  <a:lnTo>
                    <a:pt x="8836682" y="1313675"/>
                  </a:lnTo>
                  <a:lnTo>
                    <a:pt x="8796441" y="1253463"/>
                  </a:lnTo>
                  <a:lnTo>
                    <a:pt x="8756165" y="1190732"/>
                  </a:lnTo>
                  <a:lnTo>
                    <a:pt x="8715823" y="1125952"/>
                  </a:lnTo>
                  <a:lnTo>
                    <a:pt x="8675413" y="1059664"/>
                  </a:lnTo>
                  <a:lnTo>
                    <a:pt x="8634956" y="992470"/>
                  </a:lnTo>
                  <a:lnTo>
                    <a:pt x="8594483" y="925007"/>
                  </a:lnTo>
                  <a:lnTo>
                    <a:pt x="8554032" y="857922"/>
                  </a:lnTo>
                  <a:lnTo>
                    <a:pt x="8513633" y="791847"/>
                  </a:lnTo>
                  <a:lnTo>
                    <a:pt x="8473303" y="727375"/>
                  </a:lnTo>
                  <a:lnTo>
                    <a:pt x="8433036" y="665038"/>
                  </a:lnTo>
                  <a:lnTo>
                    <a:pt x="8392795" y="605290"/>
                  </a:lnTo>
                  <a:lnTo>
                    <a:pt x="8352504" y="548495"/>
                  </a:lnTo>
                  <a:lnTo>
                    <a:pt x="8312044" y="494923"/>
                  </a:lnTo>
                  <a:lnTo>
                    <a:pt x="8271240" y="444746"/>
                  </a:lnTo>
                  <a:lnTo>
                    <a:pt x="8229858" y="398047"/>
                  </a:lnTo>
                  <a:lnTo>
                    <a:pt x="8187591" y="354823"/>
                  </a:lnTo>
                  <a:lnTo>
                    <a:pt x="8151487" y="321471"/>
                  </a:lnTo>
                  <a:lnTo>
                    <a:pt x="8104538" y="282905"/>
                  </a:lnTo>
                  <a:lnTo>
                    <a:pt x="8055140" y="247967"/>
                  </a:lnTo>
                  <a:lnTo>
                    <a:pt x="8002561" y="216499"/>
                  </a:lnTo>
                  <a:lnTo>
                    <a:pt x="7945995" y="188215"/>
                  </a:lnTo>
                  <a:lnTo>
                    <a:pt x="7884622" y="162788"/>
                  </a:lnTo>
                  <a:lnTo>
                    <a:pt x="7817654" y="139889"/>
                  </a:lnTo>
                  <a:lnTo>
                    <a:pt x="7744413" y="119221"/>
                  </a:lnTo>
                  <a:lnTo>
                    <a:pt x="7664423" y="100534"/>
                  </a:lnTo>
                  <a:lnTo>
                    <a:pt x="7577547" y="83633"/>
                  </a:lnTo>
                  <a:lnTo>
                    <a:pt x="7484142" y="68379"/>
                  </a:lnTo>
                  <a:lnTo>
                    <a:pt x="7385250" y="54697"/>
                  </a:lnTo>
                  <a:lnTo>
                    <a:pt x="7282753" y="42561"/>
                  </a:lnTo>
                  <a:lnTo>
                    <a:pt x="7179458" y="31986"/>
                  </a:lnTo>
                  <a:lnTo>
                    <a:pt x="7079022" y="23009"/>
                  </a:lnTo>
                  <a:lnTo>
                    <a:pt x="6985651" y="15656"/>
                  </a:lnTo>
                  <a:lnTo>
                    <a:pt x="6903549" y="9913"/>
                  </a:lnTo>
                  <a:lnTo>
                    <a:pt x="6836216" y="5701"/>
                  </a:lnTo>
                  <a:lnTo>
                    <a:pt x="6785738" y="2861"/>
                  </a:lnTo>
                  <a:lnTo>
                    <a:pt x="6752305" y="1162"/>
                  </a:lnTo>
                  <a:lnTo>
                    <a:pt x="6734049" y="320"/>
                  </a:lnTo>
                  <a:lnTo>
                    <a:pt x="6727198" y="33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182" y="103"/>
                  </a:lnTo>
                  <a:lnTo>
                    <a:pt x="5249060" y="841"/>
                  </a:lnTo>
                  <a:lnTo>
                    <a:pt x="5236013" y="2878"/>
                  </a:lnTo>
                  <a:lnTo>
                    <a:pt x="5212345" y="6897"/>
                  </a:lnTo>
                  <a:lnTo>
                    <a:pt x="5176377" y="13554"/>
                  </a:lnTo>
                  <a:lnTo>
                    <a:pt x="5127554" y="23436"/>
                  </a:lnTo>
                  <a:lnTo>
                    <a:pt x="5066459" y="37007"/>
                  </a:lnTo>
                  <a:lnTo>
                    <a:pt x="4994673" y="54582"/>
                  </a:lnTo>
                  <a:lnTo>
                    <a:pt x="4914515" y="76325"/>
                  </a:lnTo>
                  <a:lnTo>
                    <a:pt x="4828689" y="102270"/>
                  </a:lnTo>
                  <a:lnTo>
                    <a:pt x="4739943" y="132369"/>
                  </a:lnTo>
                  <a:lnTo>
                    <a:pt x="4650783" y="166539"/>
                  </a:lnTo>
                  <a:lnTo>
                    <a:pt x="4563285" y="204716"/>
                  </a:lnTo>
                  <a:lnTo>
                    <a:pt x="4479019" y="246893"/>
                  </a:lnTo>
                  <a:lnTo>
                    <a:pt x="4399045" y="293154"/>
                  </a:lnTo>
                  <a:lnTo>
                    <a:pt x="4323969" y="343688"/>
                  </a:lnTo>
                  <a:lnTo>
                    <a:pt x="4254024" y="398797"/>
                  </a:lnTo>
                  <a:lnTo>
                    <a:pt x="4189160" y="458897"/>
                  </a:lnTo>
                  <a:lnTo>
                    <a:pt x="4129121" y="524515"/>
                  </a:lnTo>
                  <a:lnTo>
                    <a:pt x="4073516" y="596273"/>
                  </a:lnTo>
                  <a:lnTo>
                    <a:pt x="4021871" y="674870"/>
                  </a:lnTo>
                  <a:lnTo>
                    <a:pt x="3973666" y="761048"/>
                  </a:lnTo>
                  <a:lnTo>
                    <a:pt x="3928372" y="855538"/>
                  </a:lnTo>
                  <a:lnTo>
                    <a:pt x="3885473" y="958974"/>
                  </a:lnTo>
                  <a:lnTo>
                    <a:pt x="3844489" y="1071762"/>
                  </a:lnTo>
                  <a:lnTo>
                    <a:pt x="3829811" y="1115614"/>
                  </a:lnTo>
                  <a:lnTo>
                    <a:pt x="3804079" y="1196948"/>
                  </a:lnTo>
                  <a:lnTo>
                    <a:pt x="3778829" y="1282361"/>
                  </a:lnTo>
                  <a:lnTo>
                    <a:pt x="3753971" y="1371930"/>
                  </a:lnTo>
                  <a:lnTo>
                    <a:pt x="3729427" y="1465705"/>
                  </a:lnTo>
                  <a:lnTo>
                    <a:pt x="3705131" y="1563702"/>
                  </a:lnTo>
                  <a:lnTo>
                    <a:pt x="3681023" y="1665904"/>
                  </a:lnTo>
                  <a:lnTo>
                    <a:pt x="3657055" y="1772259"/>
                  </a:lnTo>
                  <a:lnTo>
                    <a:pt x="3633186" y="1882676"/>
                  </a:lnTo>
                  <a:lnTo>
                    <a:pt x="3609380" y="1997025"/>
                  </a:lnTo>
                  <a:lnTo>
                    <a:pt x="3585610" y="2115136"/>
                  </a:lnTo>
                  <a:lnTo>
                    <a:pt x="3561855" y="2236796"/>
                  </a:lnTo>
                  <a:lnTo>
                    <a:pt x="3538096" y="2361756"/>
                  </a:lnTo>
                  <a:lnTo>
                    <a:pt x="3514324" y="2489723"/>
                  </a:lnTo>
                  <a:lnTo>
                    <a:pt x="3490530" y="2620370"/>
                  </a:lnTo>
                  <a:lnTo>
                    <a:pt x="3466712" y="2753336"/>
                  </a:lnTo>
                  <a:lnTo>
                    <a:pt x="3442869" y="2888229"/>
                  </a:lnTo>
                  <a:lnTo>
                    <a:pt x="3419004" y="3024631"/>
                  </a:lnTo>
                  <a:lnTo>
                    <a:pt x="3395123" y="3162104"/>
                  </a:lnTo>
                  <a:lnTo>
                    <a:pt x="3371232" y="3300195"/>
                  </a:lnTo>
                  <a:lnTo>
                    <a:pt x="3347339" y="3438442"/>
                  </a:lnTo>
                  <a:lnTo>
                    <a:pt x="3323450" y="3576383"/>
                  </a:lnTo>
                  <a:lnTo>
                    <a:pt x="3299574" y="3713556"/>
                  </a:lnTo>
                  <a:lnTo>
                    <a:pt x="3275716" y="3849515"/>
                  </a:lnTo>
                  <a:lnTo>
                    <a:pt x="3251881" y="3983825"/>
                  </a:lnTo>
                  <a:lnTo>
                    <a:pt x="3228071" y="4116079"/>
                  </a:lnTo>
                  <a:lnTo>
                    <a:pt x="3204284" y="4245893"/>
                  </a:lnTo>
                  <a:lnTo>
                    <a:pt x="3180517" y="4372916"/>
                  </a:lnTo>
                  <a:lnTo>
                    <a:pt x="3156761" y="4496832"/>
                  </a:lnTo>
                  <a:lnTo>
                    <a:pt x="3133003" y="4617364"/>
                  </a:lnTo>
                  <a:lnTo>
                    <a:pt x="3109224" y="4734273"/>
                  </a:lnTo>
                  <a:lnTo>
                    <a:pt x="3085401" y="4847360"/>
                  </a:lnTo>
                  <a:lnTo>
                    <a:pt x="3061504" y="4956468"/>
                  </a:lnTo>
                  <a:lnTo>
                    <a:pt x="3037496" y="5061480"/>
                  </a:lnTo>
                  <a:lnTo>
                    <a:pt x="3013332" y="5162319"/>
                  </a:lnTo>
                  <a:lnTo>
                    <a:pt x="2988962" y="5258942"/>
                  </a:lnTo>
                  <a:lnTo>
                    <a:pt x="2964324" y="5351346"/>
                  </a:lnTo>
                  <a:lnTo>
                    <a:pt x="2939348" y="5439557"/>
                  </a:lnTo>
                  <a:lnTo>
                    <a:pt x="2913952" y="5523633"/>
                  </a:lnTo>
                  <a:lnTo>
                    <a:pt x="2896531" y="5578071"/>
                  </a:lnTo>
                  <a:lnTo>
                    <a:pt x="2856142" y="5694325"/>
                  </a:lnTo>
                  <a:lnTo>
                    <a:pt x="2814000" y="5801171"/>
                  </a:lnTo>
                  <a:lnTo>
                    <a:pt x="2769646" y="5898886"/>
                  </a:lnTo>
                  <a:lnTo>
                    <a:pt x="2722573" y="5988040"/>
                  </a:lnTo>
                  <a:lnTo>
                    <a:pt x="2672254" y="6069338"/>
                  </a:lnTo>
                  <a:lnTo>
                    <a:pt x="2618164" y="6143527"/>
                  </a:lnTo>
                  <a:lnTo>
                    <a:pt x="2559807" y="6211326"/>
                  </a:lnTo>
                  <a:lnTo>
                    <a:pt x="2496756" y="6273389"/>
                  </a:lnTo>
                  <a:lnTo>
                    <a:pt x="2428698" y="6330280"/>
                  </a:lnTo>
                  <a:lnTo>
                    <a:pt x="2355499" y="6382455"/>
                  </a:lnTo>
                  <a:lnTo>
                    <a:pt x="2277277" y="6430259"/>
                  </a:lnTo>
                  <a:lnTo>
                    <a:pt x="2194492" y="6473924"/>
                  </a:lnTo>
                  <a:lnTo>
                    <a:pt x="2108029" y="6513568"/>
                  </a:lnTo>
                  <a:lnTo>
                    <a:pt x="2019264" y="6549217"/>
                  </a:lnTo>
                  <a:lnTo>
                    <a:pt x="1930094" y="6580823"/>
                  </a:lnTo>
                  <a:lnTo>
                    <a:pt x="1842883" y="6608305"/>
                  </a:lnTo>
                  <a:lnTo>
                    <a:pt x="1760316" y="6631595"/>
                  </a:lnTo>
                  <a:lnTo>
                    <a:pt x="1685153" y="6650691"/>
                  </a:lnTo>
                  <a:lnTo>
                    <a:pt x="1619896" y="6665706"/>
                  </a:lnTo>
                  <a:lnTo>
                    <a:pt x="1566434" y="6676898"/>
                  </a:lnTo>
                  <a:lnTo>
                    <a:pt x="1525742" y="6684679"/>
                  </a:lnTo>
                  <a:lnTo>
                    <a:pt x="1497687" y="6689594"/>
                  </a:lnTo>
                  <a:lnTo>
                    <a:pt x="1480996" y="6692281"/>
                  </a:lnTo>
                  <a:lnTo>
                    <a:pt x="1473331" y="6693418"/>
                  </a:lnTo>
                  <a:lnTo>
                    <a:pt x="1471427" y="6693680"/>
                  </a:lnTo>
                  <a:lnTo>
                    <a:pt x="1471387" y="6693685"/>
                  </a:lnTo>
                  <a:lnTo>
                    <a:pt x="0" y="6693685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65" name="pg2165"/>
            <p:cNvSpPr/>
            <p:nvPr/>
          </p:nvSpPr>
          <p:spPr>
            <a:xfrm>
              <a:off x="4799595" y="2674984"/>
              <a:ext cx="11981298" cy="8475399"/>
            </a:xfrm>
            <a:custGeom>
              <a:avLst/>
              <a:pathLst>
                <a:path w="11981298" h="8475399">
                  <a:moveTo>
                    <a:pt x="0" y="8475399"/>
                  </a:moveTo>
                  <a:lnTo>
                    <a:pt x="1471387" y="8475399"/>
                  </a:lnTo>
                  <a:lnTo>
                    <a:pt x="1472055" y="8475286"/>
                  </a:lnTo>
                  <a:lnTo>
                    <a:pt x="1476494" y="8474482"/>
                  </a:lnTo>
                  <a:lnTo>
                    <a:pt x="1487840" y="8472264"/>
                  </a:lnTo>
                  <a:lnTo>
                    <a:pt x="1508516" y="8467888"/>
                  </a:lnTo>
                  <a:lnTo>
                    <a:pt x="1540128" y="8460628"/>
                  </a:lnTo>
                  <a:lnTo>
                    <a:pt x="1583368" y="8449823"/>
                  </a:lnTo>
                  <a:lnTo>
                    <a:pt x="1637988" y="8434926"/>
                  </a:lnTo>
                  <a:lnTo>
                    <a:pt x="1702871" y="8415540"/>
                  </a:lnTo>
                  <a:lnTo>
                    <a:pt x="1776212" y="8391429"/>
                  </a:lnTo>
                  <a:lnTo>
                    <a:pt x="1855774" y="8362504"/>
                  </a:lnTo>
                  <a:lnTo>
                    <a:pt x="1939166" y="8328782"/>
                  </a:lnTo>
                  <a:lnTo>
                    <a:pt x="2024095" y="8290343"/>
                  </a:lnTo>
                  <a:lnTo>
                    <a:pt x="2108548" y="8247277"/>
                  </a:lnTo>
                  <a:lnTo>
                    <a:pt x="2190905" y="8199632"/>
                  </a:lnTo>
                  <a:lnTo>
                    <a:pt x="2269968" y="8147384"/>
                  </a:lnTo>
                  <a:lnTo>
                    <a:pt x="2344950" y="8090409"/>
                  </a:lnTo>
                  <a:lnTo>
                    <a:pt x="2415416" y="8028472"/>
                  </a:lnTo>
                  <a:lnTo>
                    <a:pt x="2481223" y="7961216"/>
                  </a:lnTo>
                  <a:lnTo>
                    <a:pt x="2542447" y="7888167"/>
                  </a:lnTo>
                  <a:lnTo>
                    <a:pt x="2599324" y="7808740"/>
                  </a:lnTo>
                  <a:lnTo>
                    <a:pt x="2652199" y="7722249"/>
                  </a:lnTo>
                  <a:lnTo>
                    <a:pt x="2701481" y="7627930"/>
                  </a:lnTo>
                  <a:lnTo>
                    <a:pt x="2747617" y="7524974"/>
                  </a:lnTo>
                  <a:lnTo>
                    <a:pt x="2791065" y="7412580"/>
                  </a:lnTo>
                  <a:lnTo>
                    <a:pt x="2832271" y="7290032"/>
                  </a:lnTo>
                  <a:lnTo>
                    <a:pt x="2871658" y="7156828"/>
                  </a:lnTo>
                  <a:lnTo>
                    <a:pt x="2896531" y="7064194"/>
                  </a:lnTo>
                  <a:lnTo>
                    <a:pt x="2919526" y="6972600"/>
                  </a:lnTo>
                  <a:lnTo>
                    <a:pt x="2942128" y="6876904"/>
                  </a:lnTo>
                  <a:lnTo>
                    <a:pt x="2964404" y="6777031"/>
                  </a:lnTo>
                  <a:lnTo>
                    <a:pt x="2986410" y="6672933"/>
                  </a:lnTo>
                  <a:lnTo>
                    <a:pt x="3008197" y="6564581"/>
                  </a:lnTo>
                  <a:lnTo>
                    <a:pt x="3029810" y="6451977"/>
                  </a:lnTo>
                  <a:lnTo>
                    <a:pt x="3051288" y="6335148"/>
                  </a:lnTo>
                  <a:lnTo>
                    <a:pt x="3072663" y="6214151"/>
                  </a:lnTo>
                  <a:lnTo>
                    <a:pt x="3093963" y="6089075"/>
                  </a:lnTo>
                  <a:lnTo>
                    <a:pt x="3115214" y="5960041"/>
                  </a:lnTo>
                  <a:lnTo>
                    <a:pt x="3136435" y="5827200"/>
                  </a:lnTo>
                  <a:lnTo>
                    <a:pt x="3157642" y="5690739"/>
                  </a:lnTo>
                  <a:lnTo>
                    <a:pt x="3178848" y="5550875"/>
                  </a:lnTo>
                  <a:lnTo>
                    <a:pt x="3200061" y="5407858"/>
                  </a:lnTo>
                  <a:lnTo>
                    <a:pt x="3221290" y="5261968"/>
                  </a:lnTo>
                  <a:lnTo>
                    <a:pt x="3242537" y="5113515"/>
                  </a:lnTo>
                  <a:lnTo>
                    <a:pt x="3263803" y="4962832"/>
                  </a:lnTo>
                  <a:lnTo>
                    <a:pt x="3285089" y="4810279"/>
                  </a:lnTo>
                  <a:lnTo>
                    <a:pt x="3306392" y="4656234"/>
                  </a:lnTo>
                  <a:lnTo>
                    <a:pt x="3327708" y="4501091"/>
                  </a:lnTo>
                  <a:lnTo>
                    <a:pt x="3349033" y="4345258"/>
                  </a:lnTo>
                  <a:lnTo>
                    <a:pt x="3370362" y="4189148"/>
                  </a:lnTo>
                  <a:lnTo>
                    <a:pt x="3391689" y="4033178"/>
                  </a:lnTo>
                  <a:lnTo>
                    <a:pt x="3413009" y="3877765"/>
                  </a:lnTo>
                  <a:lnTo>
                    <a:pt x="3434316" y="3723319"/>
                  </a:lnTo>
                  <a:lnTo>
                    <a:pt x="3455608" y="3570237"/>
                  </a:lnTo>
                  <a:lnTo>
                    <a:pt x="3476881" y="3418905"/>
                  </a:lnTo>
                  <a:lnTo>
                    <a:pt x="3498134" y="3269688"/>
                  </a:lnTo>
                  <a:lnTo>
                    <a:pt x="3519369" y="3122928"/>
                  </a:lnTo>
                  <a:lnTo>
                    <a:pt x="3540587" y="2978943"/>
                  </a:lnTo>
                  <a:lnTo>
                    <a:pt x="3561794" y="2838023"/>
                  </a:lnTo>
                  <a:lnTo>
                    <a:pt x="3582999" y="2700428"/>
                  </a:lnTo>
                  <a:lnTo>
                    <a:pt x="3604214" y="2566386"/>
                  </a:lnTo>
                  <a:lnTo>
                    <a:pt x="3625453" y="2436094"/>
                  </a:lnTo>
                  <a:lnTo>
                    <a:pt x="3646735" y="2309714"/>
                  </a:lnTo>
                  <a:lnTo>
                    <a:pt x="3668083" y="2187377"/>
                  </a:lnTo>
                  <a:lnTo>
                    <a:pt x="3689523" y="2069183"/>
                  </a:lnTo>
                  <a:lnTo>
                    <a:pt x="3711088" y="1955198"/>
                  </a:lnTo>
                  <a:lnTo>
                    <a:pt x="3732815" y="1845460"/>
                  </a:lnTo>
                  <a:lnTo>
                    <a:pt x="3754744" y="1739978"/>
                  </a:lnTo>
                  <a:lnTo>
                    <a:pt x="3776926" y="1638734"/>
                  </a:lnTo>
                  <a:lnTo>
                    <a:pt x="3799415" y="1541685"/>
                  </a:lnTo>
                  <a:lnTo>
                    <a:pt x="3822274" y="1448764"/>
                  </a:lnTo>
                  <a:lnTo>
                    <a:pt x="3829811" y="1419377"/>
                  </a:lnTo>
                  <a:lnTo>
                    <a:pt x="3868217" y="1279131"/>
                  </a:lnTo>
                  <a:lnTo>
                    <a:pt x="3908193" y="1149675"/>
                  </a:lnTo>
                  <a:lnTo>
                    <a:pt x="3950130" y="1030734"/>
                  </a:lnTo>
                  <a:lnTo>
                    <a:pt x="3994462" y="921714"/>
                  </a:lnTo>
                  <a:lnTo>
                    <a:pt x="4041642" y="821859"/>
                  </a:lnTo>
                  <a:lnTo>
                    <a:pt x="4092126" y="730356"/>
                  </a:lnTo>
                  <a:lnTo>
                    <a:pt x="4146350" y="646408"/>
                  </a:lnTo>
                  <a:lnTo>
                    <a:pt x="4204707" y="569275"/>
                  </a:lnTo>
                  <a:lnTo>
                    <a:pt x="4267507" y="498304"/>
                  </a:lnTo>
                  <a:lnTo>
                    <a:pt x="4334938" y="432948"/>
                  </a:lnTo>
                  <a:lnTo>
                    <a:pt x="4407006" y="372773"/>
                  </a:lnTo>
                  <a:lnTo>
                    <a:pt x="4483475" y="317466"/>
                  </a:lnTo>
                  <a:lnTo>
                    <a:pt x="4563794" y="266829"/>
                  </a:lnTo>
                  <a:lnTo>
                    <a:pt x="4647038" y="220777"/>
                  </a:lnTo>
                  <a:lnTo>
                    <a:pt x="4731862" y="179313"/>
                  </a:lnTo>
                  <a:lnTo>
                    <a:pt x="4816502" y="142507"/>
                  </a:lnTo>
                  <a:lnTo>
                    <a:pt x="4898830" y="110448"/>
                  </a:lnTo>
                  <a:lnTo>
                    <a:pt x="4976495" y="83201"/>
                  </a:lnTo>
                  <a:lnTo>
                    <a:pt x="5047128" y="60753"/>
                  </a:lnTo>
                  <a:lnTo>
                    <a:pt x="5108612" y="42966"/>
                  </a:lnTo>
                  <a:lnTo>
                    <a:pt x="5159355" y="29547"/>
                  </a:lnTo>
                  <a:lnTo>
                    <a:pt x="5198527" y="20044"/>
                  </a:lnTo>
                  <a:lnTo>
                    <a:pt x="5226203" y="13868"/>
                  </a:lnTo>
                  <a:lnTo>
                    <a:pt x="5243404" y="10328"/>
                  </a:lnTo>
                  <a:lnTo>
                    <a:pt x="5252032" y="8687"/>
                  </a:lnTo>
                  <a:lnTo>
                    <a:pt x="5254767" y="8204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502" y="8233"/>
                  </a:lnTo>
                  <a:lnTo>
                    <a:pt x="6735124" y="8668"/>
                  </a:lnTo>
                  <a:lnTo>
                    <a:pt x="6754326" y="9870"/>
                  </a:lnTo>
                  <a:lnTo>
                    <a:pt x="6788630" y="12237"/>
                  </a:lnTo>
                  <a:lnTo>
                    <a:pt x="6839706" y="16134"/>
                  </a:lnTo>
                  <a:lnTo>
                    <a:pt x="6907246" y="21860"/>
                  </a:lnTo>
                  <a:lnTo>
                    <a:pt x="6989132" y="29616"/>
                  </a:lnTo>
                  <a:lnTo>
                    <a:pt x="7081920" y="39504"/>
                  </a:lnTo>
                  <a:lnTo>
                    <a:pt x="7181510" y="51537"/>
                  </a:lnTo>
                  <a:lnTo>
                    <a:pt x="7283826" y="65681"/>
                  </a:lnTo>
                  <a:lnTo>
                    <a:pt x="7385325" y="81888"/>
                  </a:lnTo>
                  <a:lnTo>
                    <a:pt x="7483285" y="100138"/>
                  </a:lnTo>
                  <a:lnTo>
                    <a:pt x="7575873" y="120464"/>
                  </a:lnTo>
                  <a:lnTo>
                    <a:pt x="7662070" y="142966"/>
                  </a:lnTo>
                  <a:lnTo>
                    <a:pt x="7741514" y="167820"/>
                  </a:lnTo>
                  <a:lnTo>
                    <a:pt x="7814326" y="195281"/>
                  </a:lnTo>
                  <a:lnTo>
                    <a:pt x="7880957" y="225674"/>
                  </a:lnTo>
                  <a:lnTo>
                    <a:pt x="7942060" y="259385"/>
                  </a:lnTo>
                  <a:lnTo>
                    <a:pt x="7998393" y="296840"/>
                  </a:lnTo>
                  <a:lnTo>
                    <a:pt x="8050755" y="338474"/>
                  </a:lnTo>
                  <a:lnTo>
                    <a:pt x="8099931" y="384664"/>
                  </a:lnTo>
                  <a:lnTo>
                    <a:pt x="8146641" y="435641"/>
                  </a:lnTo>
                  <a:lnTo>
                    <a:pt x="8151487" y="441341"/>
                  </a:lnTo>
                  <a:lnTo>
                    <a:pt x="8190454" y="490034"/>
                  </a:lnTo>
                  <a:lnTo>
                    <a:pt x="8228413" y="542432"/>
                  </a:lnTo>
                  <a:lnTo>
                    <a:pt x="8265649" y="598611"/>
                  </a:lnTo>
                  <a:lnTo>
                    <a:pt x="8302390" y="658579"/>
                  </a:lnTo>
                  <a:lnTo>
                    <a:pt x="8338814" y="722273"/>
                  </a:lnTo>
                  <a:lnTo>
                    <a:pt x="8375058" y="789549"/>
                  </a:lnTo>
                  <a:lnTo>
                    <a:pt x="8411226" y="860182"/>
                  </a:lnTo>
                  <a:lnTo>
                    <a:pt x="8447386" y="933860"/>
                  </a:lnTo>
                  <a:lnTo>
                    <a:pt x="8483582" y="1010190"/>
                  </a:lnTo>
                  <a:lnTo>
                    <a:pt x="8519832" y="1088704"/>
                  </a:lnTo>
                  <a:lnTo>
                    <a:pt x="8556138" y="1168868"/>
                  </a:lnTo>
                  <a:lnTo>
                    <a:pt x="8592484" y="1250097"/>
                  </a:lnTo>
                  <a:lnTo>
                    <a:pt x="8628850" y="1331771"/>
                  </a:lnTo>
                  <a:lnTo>
                    <a:pt x="8665207" y="1413259"/>
                  </a:lnTo>
                  <a:lnTo>
                    <a:pt x="8701532" y="1493932"/>
                  </a:lnTo>
                  <a:lnTo>
                    <a:pt x="8737805" y="1573191"/>
                  </a:lnTo>
                  <a:lnTo>
                    <a:pt x="8774022" y="1650478"/>
                  </a:lnTo>
                  <a:lnTo>
                    <a:pt x="8810194" y="1725296"/>
                  </a:lnTo>
                  <a:lnTo>
                    <a:pt x="8846352" y="1797221"/>
                  </a:lnTo>
                  <a:lnTo>
                    <a:pt x="8882554" y="1865906"/>
                  </a:lnTo>
                  <a:lnTo>
                    <a:pt x="8918890" y="1931092"/>
                  </a:lnTo>
                  <a:lnTo>
                    <a:pt x="8955481" y="1992601"/>
                  </a:lnTo>
                  <a:lnTo>
                    <a:pt x="8992490" y="2050337"/>
                  </a:lnTo>
                  <a:lnTo>
                    <a:pt x="9030121" y="2104281"/>
                  </a:lnTo>
                  <a:lnTo>
                    <a:pt x="9068637" y="2154481"/>
                  </a:lnTo>
                  <a:lnTo>
                    <a:pt x="9084767" y="2174017"/>
                  </a:lnTo>
                  <a:lnTo>
                    <a:pt x="9131252" y="2225506"/>
                  </a:lnTo>
                  <a:lnTo>
                    <a:pt x="9180133" y="2272198"/>
                  </a:lnTo>
                  <a:lnTo>
                    <a:pt x="9232121" y="2314299"/>
                  </a:lnTo>
                  <a:lnTo>
                    <a:pt x="9287994" y="2352178"/>
                  </a:lnTo>
                  <a:lnTo>
                    <a:pt x="9348552" y="2386266"/>
                  </a:lnTo>
                  <a:lnTo>
                    <a:pt x="9414562" y="2416993"/>
                  </a:lnTo>
                  <a:lnTo>
                    <a:pt x="9486691" y="2444749"/>
                  </a:lnTo>
                  <a:lnTo>
                    <a:pt x="9565417" y="2469867"/>
                  </a:lnTo>
                  <a:lnTo>
                    <a:pt x="9650904" y="2492609"/>
                  </a:lnTo>
                  <a:lnTo>
                    <a:pt x="9742849" y="2513160"/>
                  </a:lnTo>
                  <a:lnTo>
                    <a:pt x="9840309" y="2531628"/>
                  </a:lnTo>
                  <a:lnTo>
                    <a:pt x="9941545" y="2548053"/>
                  </a:lnTo>
                  <a:lnTo>
                    <a:pt x="10043930" y="2562417"/>
                  </a:lnTo>
                  <a:lnTo>
                    <a:pt x="10143998" y="2574677"/>
                  </a:lnTo>
                  <a:lnTo>
                    <a:pt x="10237708" y="2584793"/>
                  </a:lnTo>
                  <a:lnTo>
                    <a:pt x="10320934" y="2592773"/>
                  </a:lnTo>
                  <a:lnTo>
                    <a:pt x="10390127" y="2598707"/>
                  </a:lnTo>
                  <a:lnTo>
                    <a:pt x="10443002" y="2602786"/>
                  </a:lnTo>
                  <a:lnTo>
                    <a:pt x="10479044" y="2605299"/>
                  </a:lnTo>
                  <a:lnTo>
                    <a:pt x="10499714" y="2606606"/>
                  </a:lnTo>
                  <a:lnTo>
                    <a:pt x="10508349" y="2607103"/>
                  </a:lnTo>
                  <a:lnTo>
                    <a:pt x="10509911" y="2607186"/>
                  </a:lnTo>
                  <a:lnTo>
                    <a:pt x="11981298" y="2607186"/>
                  </a:lnTo>
                  <a:lnTo>
                    <a:pt x="11981298" y="2599013"/>
                  </a:lnTo>
                  <a:lnTo>
                    <a:pt x="10509911" y="2599013"/>
                  </a:lnTo>
                  <a:lnTo>
                    <a:pt x="10508751" y="2598952"/>
                  </a:lnTo>
                  <a:lnTo>
                    <a:pt x="10501129" y="2598517"/>
                  </a:lnTo>
                  <a:lnTo>
                    <a:pt x="10481927" y="2597315"/>
                  </a:lnTo>
                  <a:lnTo>
                    <a:pt x="10447623" y="2594949"/>
                  </a:lnTo>
                  <a:lnTo>
                    <a:pt x="10396547" y="2591052"/>
                  </a:lnTo>
                  <a:lnTo>
                    <a:pt x="10329007" y="2585326"/>
                  </a:lnTo>
                  <a:lnTo>
                    <a:pt x="10247121" y="2577569"/>
                  </a:lnTo>
                  <a:lnTo>
                    <a:pt x="10154333" y="2567682"/>
                  </a:lnTo>
                  <a:lnTo>
                    <a:pt x="10054743" y="2555648"/>
                  </a:lnTo>
                  <a:lnTo>
                    <a:pt x="9952427" y="2541505"/>
                  </a:lnTo>
                  <a:lnTo>
                    <a:pt x="9850928" y="2525298"/>
                  </a:lnTo>
                  <a:lnTo>
                    <a:pt x="9752969" y="2507047"/>
                  </a:lnTo>
                  <a:lnTo>
                    <a:pt x="9660380" y="2486722"/>
                  </a:lnTo>
                  <a:lnTo>
                    <a:pt x="9574183" y="2464220"/>
                  </a:lnTo>
                  <a:lnTo>
                    <a:pt x="9494739" y="2439365"/>
                  </a:lnTo>
                  <a:lnTo>
                    <a:pt x="9421927" y="2411904"/>
                  </a:lnTo>
                  <a:lnTo>
                    <a:pt x="9355296" y="2381511"/>
                  </a:lnTo>
                  <a:lnTo>
                    <a:pt x="9294194" y="2347801"/>
                  </a:lnTo>
                  <a:lnTo>
                    <a:pt x="9237860" y="2310345"/>
                  </a:lnTo>
                  <a:lnTo>
                    <a:pt x="9185498" y="2268712"/>
                  </a:lnTo>
                  <a:lnTo>
                    <a:pt x="9136322" y="2222522"/>
                  </a:lnTo>
                  <a:lnTo>
                    <a:pt x="9089613" y="2171544"/>
                  </a:lnTo>
                  <a:lnTo>
                    <a:pt x="9084767" y="2165844"/>
                  </a:lnTo>
                  <a:lnTo>
                    <a:pt x="9045800" y="2117152"/>
                  </a:lnTo>
                  <a:lnTo>
                    <a:pt x="9007840" y="2064753"/>
                  </a:lnTo>
                  <a:lnTo>
                    <a:pt x="8970604" y="2008575"/>
                  </a:lnTo>
                  <a:lnTo>
                    <a:pt x="8933863" y="1948607"/>
                  </a:lnTo>
                  <a:lnTo>
                    <a:pt x="8897440" y="1884913"/>
                  </a:lnTo>
                  <a:lnTo>
                    <a:pt x="8861195" y="1817636"/>
                  </a:lnTo>
                  <a:lnTo>
                    <a:pt x="8825027" y="1747004"/>
                  </a:lnTo>
                  <a:lnTo>
                    <a:pt x="8788867" y="1673325"/>
                  </a:lnTo>
                  <a:lnTo>
                    <a:pt x="8752671" y="1596995"/>
                  </a:lnTo>
                  <a:lnTo>
                    <a:pt x="8716421" y="1518481"/>
                  </a:lnTo>
                  <a:lnTo>
                    <a:pt x="8680115" y="1438317"/>
                  </a:lnTo>
                  <a:lnTo>
                    <a:pt x="8643769" y="1357089"/>
                  </a:lnTo>
                  <a:lnTo>
                    <a:pt x="8607403" y="1275414"/>
                  </a:lnTo>
                  <a:lnTo>
                    <a:pt x="8571046" y="1193927"/>
                  </a:lnTo>
                  <a:lnTo>
                    <a:pt x="8534721" y="1113253"/>
                  </a:lnTo>
                  <a:lnTo>
                    <a:pt x="8498448" y="1033994"/>
                  </a:lnTo>
                  <a:lnTo>
                    <a:pt x="8462231" y="956708"/>
                  </a:lnTo>
                  <a:lnTo>
                    <a:pt x="8426060" y="881889"/>
                  </a:lnTo>
                  <a:lnTo>
                    <a:pt x="8389902" y="809965"/>
                  </a:lnTo>
                  <a:lnTo>
                    <a:pt x="8353699" y="741279"/>
                  </a:lnTo>
                  <a:lnTo>
                    <a:pt x="8317363" y="676093"/>
                  </a:lnTo>
                  <a:lnTo>
                    <a:pt x="8280772" y="614585"/>
                  </a:lnTo>
                  <a:lnTo>
                    <a:pt x="8243764" y="556848"/>
                  </a:lnTo>
                  <a:lnTo>
                    <a:pt x="8206132" y="502905"/>
                  </a:lnTo>
                  <a:lnTo>
                    <a:pt x="8167617" y="452705"/>
                  </a:lnTo>
                  <a:lnTo>
                    <a:pt x="8151487" y="433168"/>
                  </a:lnTo>
                  <a:lnTo>
                    <a:pt x="8105001" y="381680"/>
                  </a:lnTo>
                  <a:lnTo>
                    <a:pt x="8056120" y="334988"/>
                  </a:lnTo>
                  <a:lnTo>
                    <a:pt x="8004133" y="292887"/>
                  </a:lnTo>
                  <a:lnTo>
                    <a:pt x="7948259" y="255007"/>
                  </a:lnTo>
                  <a:lnTo>
                    <a:pt x="7887701" y="220919"/>
                  </a:lnTo>
                  <a:lnTo>
                    <a:pt x="7821691" y="190193"/>
                  </a:lnTo>
                  <a:lnTo>
                    <a:pt x="7749562" y="162437"/>
                  </a:lnTo>
                  <a:lnTo>
                    <a:pt x="7670836" y="137319"/>
                  </a:lnTo>
                  <a:lnTo>
                    <a:pt x="7585349" y="114577"/>
                  </a:lnTo>
                  <a:lnTo>
                    <a:pt x="7493404" y="94026"/>
                  </a:lnTo>
                  <a:lnTo>
                    <a:pt x="7395944" y="75558"/>
                  </a:lnTo>
                  <a:lnTo>
                    <a:pt x="7294708" y="59133"/>
                  </a:lnTo>
                  <a:lnTo>
                    <a:pt x="7192323" y="44768"/>
                  </a:lnTo>
                  <a:lnTo>
                    <a:pt x="7092255" y="32508"/>
                  </a:lnTo>
                  <a:lnTo>
                    <a:pt x="6998545" y="22392"/>
                  </a:lnTo>
                  <a:lnTo>
                    <a:pt x="6915319" y="14412"/>
                  </a:lnTo>
                  <a:lnTo>
                    <a:pt x="6846126" y="8478"/>
                  </a:lnTo>
                  <a:lnTo>
                    <a:pt x="6793251" y="4399"/>
                  </a:lnTo>
                  <a:lnTo>
                    <a:pt x="6757209" y="1887"/>
                  </a:lnTo>
                  <a:lnTo>
                    <a:pt x="6736539" y="580"/>
                  </a:lnTo>
                  <a:lnTo>
                    <a:pt x="6727904" y="82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287" y="113"/>
                  </a:lnTo>
                  <a:lnTo>
                    <a:pt x="5249848" y="916"/>
                  </a:lnTo>
                  <a:lnTo>
                    <a:pt x="5238502" y="3134"/>
                  </a:lnTo>
                  <a:lnTo>
                    <a:pt x="5217826" y="7510"/>
                  </a:lnTo>
                  <a:lnTo>
                    <a:pt x="5186215" y="14770"/>
                  </a:lnTo>
                  <a:lnTo>
                    <a:pt x="5142974" y="25576"/>
                  </a:lnTo>
                  <a:lnTo>
                    <a:pt x="5088354" y="40473"/>
                  </a:lnTo>
                  <a:lnTo>
                    <a:pt x="5023471" y="59858"/>
                  </a:lnTo>
                  <a:lnTo>
                    <a:pt x="4950130" y="83969"/>
                  </a:lnTo>
                  <a:lnTo>
                    <a:pt x="4870568" y="112895"/>
                  </a:lnTo>
                  <a:lnTo>
                    <a:pt x="4787176" y="146617"/>
                  </a:lnTo>
                  <a:lnTo>
                    <a:pt x="4702247" y="185055"/>
                  </a:lnTo>
                  <a:lnTo>
                    <a:pt x="4617794" y="228122"/>
                  </a:lnTo>
                  <a:lnTo>
                    <a:pt x="4535437" y="275767"/>
                  </a:lnTo>
                  <a:lnTo>
                    <a:pt x="4456374" y="328015"/>
                  </a:lnTo>
                  <a:lnTo>
                    <a:pt x="4381392" y="384989"/>
                  </a:lnTo>
                  <a:lnTo>
                    <a:pt x="4310926" y="446926"/>
                  </a:lnTo>
                  <a:lnTo>
                    <a:pt x="4245119" y="514182"/>
                  </a:lnTo>
                  <a:lnTo>
                    <a:pt x="4183895" y="587231"/>
                  </a:lnTo>
                  <a:lnTo>
                    <a:pt x="4127018" y="666658"/>
                  </a:lnTo>
                  <a:lnTo>
                    <a:pt x="4074143" y="753150"/>
                  </a:lnTo>
                  <a:lnTo>
                    <a:pt x="4024861" y="847468"/>
                  </a:lnTo>
                  <a:lnTo>
                    <a:pt x="3978725" y="950424"/>
                  </a:lnTo>
                  <a:lnTo>
                    <a:pt x="3935277" y="1062819"/>
                  </a:lnTo>
                  <a:lnTo>
                    <a:pt x="3894071" y="1185366"/>
                  </a:lnTo>
                  <a:lnTo>
                    <a:pt x="3854684" y="1318570"/>
                  </a:lnTo>
                  <a:lnTo>
                    <a:pt x="3829811" y="1411204"/>
                  </a:lnTo>
                  <a:lnTo>
                    <a:pt x="3806816" y="1502798"/>
                  </a:lnTo>
                  <a:lnTo>
                    <a:pt x="3784214" y="1598495"/>
                  </a:lnTo>
                  <a:lnTo>
                    <a:pt x="3761939" y="1698367"/>
                  </a:lnTo>
                  <a:lnTo>
                    <a:pt x="3739932" y="1802465"/>
                  </a:lnTo>
                  <a:lnTo>
                    <a:pt x="3718145" y="1910817"/>
                  </a:lnTo>
                  <a:lnTo>
                    <a:pt x="3696532" y="2023421"/>
                  </a:lnTo>
                  <a:lnTo>
                    <a:pt x="3675054" y="2140250"/>
                  </a:lnTo>
                  <a:lnTo>
                    <a:pt x="3653680" y="2261247"/>
                  </a:lnTo>
                  <a:lnTo>
                    <a:pt x="3632379" y="2386323"/>
                  </a:lnTo>
                  <a:lnTo>
                    <a:pt x="3611128" y="2515358"/>
                  </a:lnTo>
                  <a:lnTo>
                    <a:pt x="3589907" y="2648198"/>
                  </a:lnTo>
                  <a:lnTo>
                    <a:pt x="3568700" y="2784660"/>
                  </a:lnTo>
                  <a:lnTo>
                    <a:pt x="3547495" y="2924524"/>
                  </a:lnTo>
                  <a:lnTo>
                    <a:pt x="3526281" y="3067540"/>
                  </a:lnTo>
                  <a:lnTo>
                    <a:pt x="3505052" y="3213430"/>
                  </a:lnTo>
                  <a:lnTo>
                    <a:pt x="3483805" y="3361884"/>
                  </a:lnTo>
                  <a:lnTo>
                    <a:pt x="3462539" y="3512566"/>
                  </a:lnTo>
                  <a:lnTo>
                    <a:pt x="3441253" y="3665119"/>
                  </a:lnTo>
                  <a:lnTo>
                    <a:pt x="3419950" y="3819164"/>
                  </a:lnTo>
                  <a:lnTo>
                    <a:pt x="3398634" y="3974307"/>
                  </a:lnTo>
                  <a:lnTo>
                    <a:pt x="3377309" y="4130141"/>
                  </a:lnTo>
                  <a:lnTo>
                    <a:pt x="3355980" y="4286251"/>
                  </a:lnTo>
                  <a:lnTo>
                    <a:pt x="3334653" y="4442220"/>
                  </a:lnTo>
                  <a:lnTo>
                    <a:pt x="3313333" y="4597633"/>
                  </a:lnTo>
                  <a:lnTo>
                    <a:pt x="3292026" y="4752080"/>
                  </a:lnTo>
                  <a:lnTo>
                    <a:pt x="3270734" y="4905161"/>
                  </a:lnTo>
                  <a:lnTo>
                    <a:pt x="3249461" y="5056493"/>
                  </a:lnTo>
                  <a:lnTo>
                    <a:pt x="3228208" y="5205711"/>
                  </a:lnTo>
                  <a:lnTo>
                    <a:pt x="3206974" y="5352470"/>
                  </a:lnTo>
                  <a:lnTo>
                    <a:pt x="3185756" y="5496455"/>
                  </a:lnTo>
                  <a:lnTo>
                    <a:pt x="3164548" y="5637375"/>
                  </a:lnTo>
                  <a:lnTo>
                    <a:pt x="3143343" y="5774970"/>
                  </a:lnTo>
                  <a:lnTo>
                    <a:pt x="3122128" y="5909012"/>
                  </a:lnTo>
                  <a:lnTo>
                    <a:pt x="3100889" y="6039305"/>
                  </a:lnTo>
                  <a:lnTo>
                    <a:pt x="3079607" y="6165684"/>
                  </a:lnTo>
                  <a:lnTo>
                    <a:pt x="3058259" y="6288021"/>
                  </a:lnTo>
                  <a:lnTo>
                    <a:pt x="3036819" y="6406215"/>
                  </a:lnTo>
                  <a:lnTo>
                    <a:pt x="3015254" y="6520200"/>
                  </a:lnTo>
                  <a:lnTo>
                    <a:pt x="2993528" y="6629938"/>
                  </a:lnTo>
                  <a:lnTo>
                    <a:pt x="2971598" y="6735420"/>
                  </a:lnTo>
                  <a:lnTo>
                    <a:pt x="2949416" y="6836664"/>
                  </a:lnTo>
                  <a:lnTo>
                    <a:pt x="2926927" y="6933714"/>
                  </a:lnTo>
                  <a:lnTo>
                    <a:pt x="2904068" y="7026635"/>
                  </a:lnTo>
                  <a:lnTo>
                    <a:pt x="2896531" y="7056021"/>
                  </a:lnTo>
                  <a:lnTo>
                    <a:pt x="2858125" y="7196267"/>
                  </a:lnTo>
                  <a:lnTo>
                    <a:pt x="2818149" y="7325723"/>
                  </a:lnTo>
                  <a:lnTo>
                    <a:pt x="2776212" y="7444664"/>
                  </a:lnTo>
                  <a:lnTo>
                    <a:pt x="2731880" y="7553684"/>
                  </a:lnTo>
                  <a:lnTo>
                    <a:pt x="2684700" y="7653539"/>
                  </a:lnTo>
                  <a:lnTo>
                    <a:pt x="2634216" y="7745042"/>
                  </a:lnTo>
                  <a:lnTo>
                    <a:pt x="2579992" y="7828990"/>
                  </a:lnTo>
                  <a:lnTo>
                    <a:pt x="2521635" y="7906123"/>
                  </a:lnTo>
                  <a:lnTo>
                    <a:pt x="2458835" y="7977094"/>
                  </a:lnTo>
                  <a:lnTo>
                    <a:pt x="2391405" y="8042450"/>
                  </a:lnTo>
                  <a:lnTo>
                    <a:pt x="2319336" y="8102625"/>
                  </a:lnTo>
                  <a:lnTo>
                    <a:pt x="2242867" y="8157933"/>
                  </a:lnTo>
                  <a:lnTo>
                    <a:pt x="2162548" y="8208569"/>
                  </a:lnTo>
                  <a:lnTo>
                    <a:pt x="2079304" y="8254621"/>
                  </a:lnTo>
                  <a:lnTo>
                    <a:pt x="1994480" y="8296085"/>
                  </a:lnTo>
                  <a:lnTo>
                    <a:pt x="1909840" y="8332891"/>
                  </a:lnTo>
                  <a:lnTo>
                    <a:pt x="1827512" y="8364950"/>
                  </a:lnTo>
                  <a:lnTo>
                    <a:pt x="1749847" y="8392197"/>
                  </a:lnTo>
                  <a:lnTo>
                    <a:pt x="1679214" y="8414645"/>
                  </a:lnTo>
                  <a:lnTo>
                    <a:pt x="1617730" y="8432433"/>
                  </a:lnTo>
                  <a:lnTo>
                    <a:pt x="1566987" y="8445852"/>
                  </a:lnTo>
                  <a:lnTo>
                    <a:pt x="1527815" y="8455354"/>
                  </a:lnTo>
                  <a:lnTo>
                    <a:pt x="1500139" y="8461530"/>
                  </a:lnTo>
                  <a:lnTo>
                    <a:pt x="1482938" y="8465070"/>
                  </a:lnTo>
                  <a:lnTo>
                    <a:pt x="1474310" y="8466712"/>
                  </a:lnTo>
                  <a:lnTo>
                    <a:pt x="1471575" y="8467195"/>
                  </a:lnTo>
                  <a:lnTo>
                    <a:pt x="1471387" y="8467226"/>
                  </a:lnTo>
                  <a:lnTo>
                    <a:pt x="0" y="8467226"/>
                  </a:lnTo>
                  <a:close/>
                </a:path>
              </a:pathLst>
            </a:custGeom>
            <a:solidFill>
              <a:srgbClr val="69D6E2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2166" name="pl2166"/>
            <p:cNvSpPr/>
            <p:nvPr/>
          </p:nvSpPr>
          <p:spPr>
            <a:xfrm>
              <a:off x="4799595" y="2683157"/>
              <a:ext cx="11981298" cy="8467226"/>
            </a:xfrm>
            <a:custGeom>
              <a:avLst/>
              <a:pathLst>
                <a:path w="11981298" h="8467226">
                  <a:moveTo>
                    <a:pt x="0" y="8467226"/>
                  </a:moveTo>
                  <a:lnTo>
                    <a:pt x="1471387" y="8467226"/>
                  </a:lnTo>
                  <a:lnTo>
                    <a:pt x="1472055" y="8467113"/>
                  </a:lnTo>
                  <a:lnTo>
                    <a:pt x="1476494" y="8466309"/>
                  </a:lnTo>
                  <a:lnTo>
                    <a:pt x="1487840" y="8464091"/>
                  </a:lnTo>
                  <a:lnTo>
                    <a:pt x="1508516" y="8459715"/>
                  </a:lnTo>
                  <a:lnTo>
                    <a:pt x="1540128" y="8452455"/>
                  </a:lnTo>
                  <a:lnTo>
                    <a:pt x="1583368" y="8441650"/>
                  </a:lnTo>
                  <a:lnTo>
                    <a:pt x="1637988" y="8426753"/>
                  </a:lnTo>
                  <a:lnTo>
                    <a:pt x="1702871" y="8407367"/>
                  </a:lnTo>
                  <a:lnTo>
                    <a:pt x="1776212" y="8383256"/>
                  </a:lnTo>
                  <a:lnTo>
                    <a:pt x="1855774" y="8354331"/>
                  </a:lnTo>
                  <a:lnTo>
                    <a:pt x="1939166" y="8320609"/>
                  </a:lnTo>
                  <a:lnTo>
                    <a:pt x="2024095" y="8282170"/>
                  </a:lnTo>
                  <a:lnTo>
                    <a:pt x="2108548" y="8239104"/>
                  </a:lnTo>
                  <a:lnTo>
                    <a:pt x="2190905" y="8191459"/>
                  </a:lnTo>
                  <a:lnTo>
                    <a:pt x="2269968" y="8139211"/>
                  </a:lnTo>
                  <a:lnTo>
                    <a:pt x="2344950" y="8082236"/>
                  </a:lnTo>
                  <a:lnTo>
                    <a:pt x="2415416" y="8020299"/>
                  </a:lnTo>
                  <a:lnTo>
                    <a:pt x="2481223" y="7953043"/>
                  </a:lnTo>
                  <a:lnTo>
                    <a:pt x="2542447" y="7879994"/>
                  </a:lnTo>
                  <a:lnTo>
                    <a:pt x="2599324" y="7800567"/>
                  </a:lnTo>
                  <a:lnTo>
                    <a:pt x="2652199" y="7714076"/>
                  </a:lnTo>
                  <a:lnTo>
                    <a:pt x="2701481" y="7619757"/>
                  </a:lnTo>
                  <a:lnTo>
                    <a:pt x="2747617" y="7516801"/>
                  </a:lnTo>
                  <a:lnTo>
                    <a:pt x="2791065" y="7404407"/>
                  </a:lnTo>
                  <a:lnTo>
                    <a:pt x="2832271" y="7281859"/>
                  </a:lnTo>
                  <a:lnTo>
                    <a:pt x="2871658" y="7148655"/>
                  </a:lnTo>
                  <a:lnTo>
                    <a:pt x="2896531" y="7056021"/>
                  </a:lnTo>
                  <a:lnTo>
                    <a:pt x="2919526" y="6964427"/>
                  </a:lnTo>
                  <a:lnTo>
                    <a:pt x="2942128" y="6868731"/>
                  </a:lnTo>
                  <a:lnTo>
                    <a:pt x="2964404" y="6768858"/>
                  </a:lnTo>
                  <a:lnTo>
                    <a:pt x="2986410" y="6664760"/>
                  </a:lnTo>
                  <a:lnTo>
                    <a:pt x="3008197" y="6556408"/>
                  </a:lnTo>
                  <a:lnTo>
                    <a:pt x="3029810" y="6443804"/>
                  </a:lnTo>
                  <a:lnTo>
                    <a:pt x="3051288" y="6326975"/>
                  </a:lnTo>
                  <a:lnTo>
                    <a:pt x="3072663" y="6205978"/>
                  </a:lnTo>
                  <a:lnTo>
                    <a:pt x="3093963" y="6080902"/>
                  </a:lnTo>
                  <a:lnTo>
                    <a:pt x="3115214" y="5951868"/>
                  </a:lnTo>
                  <a:lnTo>
                    <a:pt x="3136435" y="5819027"/>
                  </a:lnTo>
                  <a:lnTo>
                    <a:pt x="3157642" y="5682566"/>
                  </a:lnTo>
                  <a:lnTo>
                    <a:pt x="3178848" y="5542702"/>
                  </a:lnTo>
                  <a:lnTo>
                    <a:pt x="3200061" y="5399685"/>
                  </a:lnTo>
                  <a:lnTo>
                    <a:pt x="3221290" y="5253795"/>
                  </a:lnTo>
                  <a:lnTo>
                    <a:pt x="3242537" y="5105342"/>
                  </a:lnTo>
                  <a:lnTo>
                    <a:pt x="3263803" y="4954659"/>
                  </a:lnTo>
                  <a:lnTo>
                    <a:pt x="3285089" y="4802106"/>
                  </a:lnTo>
                  <a:lnTo>
                    <a:pt x="3306392" y="4648061"/>
                  </a:lnTo>
                  <a:lnTo>
                    <a:pt x="3327708" y="4492918"/>
                  </a:lnTo>
                  <a:lnTo>
                    <a:pt x="3349033" y="4337085"/>
                  </a:lnTo>
                  <a:lnTo>
                    <a:pt x="3370362" y="4180975"/>
                  </a:lnTo>
                  <a:lnTo>
                    <a:pt x="3391689" y="4025005"/>
                  </a:lnTo>
                  <a:lnTo>
                    <a:pt x="3413009" y="3869592"/>
                  </a:lnTo>
                  <a:lnTo>
                    <a:pt x="3434316" y="3715146"/>
                  </a:lnTo>
                  <a:lnTo>
                    <a:pt x="3455608" y="3562064"/>
                  </a:lnTo>
                  <a:lnTo>
                    <a:pt x="3476881" y="3410732"/>
                  </a:lnTo>
                  <a:lnTo>
                    <a:pt x="3498134" y="3261515"/>
                  </a:lnTo>
                  <a:lnTo>
                    <a:pt x="3519369" y="3114755"/>
                  </a:lnTo>
                  <a:lnTo>
                    <a:pt x="3540587" y="2970770"/>
                  </a:lnTo>
                  <a:lnTo>
                    <a:pt x="3561794" y="2829850"/>
                  </a:lnTo>
                  <a:lnTo>
                    <a:pt x="3582999" y="2692255"/>
                  </a:lnTo>
                  <a:lnTo>
                    <a:pt x="3604214" y="2558213"/>
                  </a:lnTo>
                  <a:lnTo>
                    <a:pt x="3625453" y="2427921"/>
                  </a:lnTo>
                  <a:lnTo>
                    <a:pt x="3646735" y="2301541"/>
                  </a:lnTo>
                  <a:lnTo>
                    <a:pt x="3668083" y="2179204"/>
                  </a:lnTo>
                  <a:lnTo>
                    <a:pt x="3689523" y="2061010"/>
                  </a:lnTo>
                  <a:lnTo>
                    <a:pt x="3711088" y="1947025"/>
                  </a:lnTo>
                  <a:lnTo>
                    <a:pt x="3732815" y="1837287"/>
                  </a:lnTo>
                  <a:lnTo>
                    <a:pt x="3754744" y="1731805"/>
                  </a:lnTo>
                  <a:lnTo>
                    <a:pt x="3776926" y="1630561"/>
                  </a:lnTo>
                  <a:lnTo>
                    <a:pt x="3799415" y="1533512"/>
                  </a:lnTo>
                  <a:lnTo>
                    <a:pt x="3822274" y="1440591"/>
                  </a:lnTo>
                  <a:lnTo>
                    <a:pt x="3829811" y="1411204"/>
                  </a:lnTo>
                  <a:lnTo>
                    <a:pt x="3868217" y="1270958"/>
                  </a:lnTo>
                  <a:lnTo>
                    <a:pt x="3908193" y="1141502"/>
                  </a:lnTo>
                  <a:lnTo>
                    <a:pt x="3950130" y="1022561"/>
                  </a:lnTo>
                  <a:lnTo>
                    <a:pt x="3994462" y="913541"/>
                  </a:lnTo>
                  <a:lnTo>
                    <a:pt x="4041642" y="813686"/>
                  </a:lnTo>
                  <a:lnTo>
                    <a:pt x="4092126" y="722183"/>
                  </a:lnTo>
                  <a:lnTo>
                    <a:pt x="4146350" y="638235"/>
                  </a:lnTo>
                  <a:lnTo>
                    <a:pt x="4204707" y="561102"/>
                  </a:lnTo>
                  <a:lnTo>
                    <a:pt x="4267507" y="490131"/>
                  </a:lnTo>
                  <a:lnTo>
                    <a:pt x="4334938" y="424775"/>
                  </a:lnTo>
                  <a:lnTo>
                    <a:pt x="4407006" y="364600"/>
                  </a:lnTo>
                  <a:lnTo>
                    <a:pt x="4483475" y="309293"/>
                  </a:lnTo>
                  <a:lnTo>
                    <a:pt x="4563794" y="258656"/>
                  </a:lnTo>
                  <a:lnTo>
                    <a:pt x="4647038" y="212604"/>
                  </a:lnTo>
                  <a:lnTo>
                    <a:pt x="4731862" y="171140"/>
                  </a:lnTo>
                  <a:lnTo>
                    <a:pt x="4816502" y="134334"/>
                  </a:lnTo>
                  <a:lnTo>
                    <a:pt x="4898830" y="102275"/>
                  </a:lnTo>
                  <a:lnTo>
                    <a:pt x="4976495" y="75028"/>
                  </a:lnTo>
                  <a:lnTo>
                    <a:pt x="5047128" y="52580"/>
                  </a:lnTo>
                  <a:lnTo>
                    <a:pt x="5108612" y="34793"/>
                  </a:lnTo>
                  <a:lnTo>
                    <a:pt x="5159355" y="21374"/>
                  </a:lnTo>
                  <a:lnTo>
                    <a:pt x="5198527" y="11871"/>
                  </a:lnTo>
                  <a:lnTo>
                    <a:pt x="5226203" y="5695"/>
                  </a:lnTo>
                  <a:lnTo>
                    <a:pt x="5243404" y="2155"/>
                  </a:lnTo>
                  <a:lnTo>
                    <a:pt x="5252032" y="514"/>
                  </a:lnTo>
                  <a:lnTo>
                    <a:pt x="5254767" y="31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502" y="60"/>
                  </a:lnTo>
                  <a:lnTo>
                    <a:pt x="6735124" y="495"/>
                  </a:lnTo>
                  <a:lnTo>
                    <a:pt x="6754326" y="1697"/>
                  </a:lnTo>
                  <a:lnTo>
                    <a:pt x="6788630" y="4064"/>
                  </a:lnTo>
                  <a:lnTo>
                    <a:pt x="6839706" y="7961"/>
                  </a:lnTo>
                  <a:lnTo>
                    <a:pt x="6907246" y="13687"/>
                  </a:lnTo>
                  <a:lnTo>
                    <a:pt x="6989132" y="21443"/>
                  </a:lnTo>
                  <a:lnTo>
                    <a:pt x="7081920" y="31331"/>
                  </a:lnTo>
                  <a:lnTo>
                    <a:pt x="7181510" y="43364"/>
                  </a:lnTo>
                  <a:lnTo>
                    <a:pt x="7283826" y="57508"/>
                  </a:lnTo>
                  <a:lnTo>
                    <a:pt x="7385325" y="73715"/>
                  </a:lnTo>
                  <a:lnTo>
                    <a:pt x="7483285" y="91965"/>
                  </a:lnTo>
                  <a:lnTo>
                    <a:pt x="7575873" y="112291"/>
                  </a:lnTo>
                  <a:lnTo>
                    <a:pt x="7662070" y="134793"/>
                  </a:lnTo>
                  <a:lnTo>
                    <a:pt x="7741514" y="159647"/>
                  </a:lnTo>
                  <a:lnTo>
                    <a:pt x="7814326" y="187108"/>
                  </a:lnTo>
                  <a:lnTo>
                    <a:pt x="7880957" y="217501"/>
                  </a:lnTo>
                  <a:lnTo>
                    <a:pt x="7942060" y="251212"/>
                  </a:lnTo>
                  <a:lnTo>
                    <a:pt x="7998393" y="288667"/>
                  </a:lnTo>
                  <a:lnTo>
                    <a:pt x="8050755" y="330301"/>
                  </a:lnTo>
                  <a:lnTo>
                    <a:pt x="8099931" y="376491"/>
                  </a:lnTo>
                  <a:lnTo>
                    <a:pt x="8146641" y="427468"/>
                  </a:lnTo>
                  <a:lnTo>
                    <a:pt x="8151487" y="433168"/>
                  </a:lnTo>
                  <a:lnTo>
                    <a:pt x="8190454" y="481861"/>
                  </a:lnTo>
                  <a:lnTo>
                    <a:pt x="8228413" y="534259"/>
                  </a:lnTo>
                  <a:lnTo>
                    <a:pt x="8265649" y="590438"/>
                  </a:lnTo>
                  <a:lnTo>
                    <a:pt x="8302390" y="650406"/>
                  </a:lnTo>
                  <a:lnTo>
                    <a:pt x="8338814" y="714100"/>
                  </a:lnTo>
                  <a:lnTo>
                    <a:pt x="8375058" y="781376"/>
                  </a:lnTo>
                  <a:lnTo>
                    <a:pt x="8411226" y="852009"/>
                  </a:lnTo>
                  <a:lnTo>
                    <a:pt x="8447386" y="925687"/>
                  </a:lnTo>
                  <a:lnTo>
                    <a:pt x="8483582" y="1002017"/>
                  </a:lnTo>
                  <a:lnTo>
                    <a:pt x="8519832" y="1080531"/>
                  </a:lnTo>
                  <a:lnTo>
                    <a:pt x="8556138" y="1160695"/>
                  </a:lnTo>
                  <a:lnTo>
                    <a:pt x="8592484" y="1241924"/>
                  </a:lnTo>
                  <a:lnTo>
                    <a:pt x="8628850" y="1323598"/>
                  </a:lnTo>
                  <a:lnTo>
                    <a:pt x="8665207" y="1405086"/>
                  </a:lnTo>
                  <a:lnTo>
                    <a:pt x="8701532" y="1485759"/>
                  </a:lnTo>
                  <a:lnTo>
                    <a:pt x="8737805" y="1565018"/>
                  </a:lnTo>
                  <a:lnTo>
                    <a:pt x="8774022" y="1642305"/>
                  </a:lnTo>
                  <a:lnTo>
                    <a:pt x="8810194" y="1717123"/>
                  </a:lnTo>
                  <a:lnTo>
                    <a:pt x="8846352" y="1789048"/>
                  </a:lnTo>
                  <a:lnTo>
                    <a:pt x="8882554" y="1857733"/>
                  </a:lnTo>
                  <a:lnTo>
                    <a:pt x="8918890" y="1922919"/>
                  </a:lnTo>
                  <a:lnTo>
                    <a:pt x="8955481" y="1984428"/>
                  </a:lnTo>
                  <a:lnTo>
                    <a:pt x="8992490" y="2042164"/>
                  </a:lnTo>
                  <a:lnTo>
                    <a:pt x="9030121" y="2096108"/>
                  </a:lnTo>
                  <a:lnTo>
                    <a:pt x="9068637" y="2146308"/>
                  </a:lnTo>
                  <a:lnTo>
                    <a:pt x="9084767" y="2165844"/>
                  </a:lnTo>
                  <a:lnTo>
                    <a:pt x="9131252" y="2217333"/>
                  </a:lnTo>
                  <a:lnTo>
                    <a:pt x="9180133" y="2264025"/>
                  </a:lnTo>
                  <a:lnTo>
                    <a:pt x="9232121" y="2306126"/>
                  </a:lnTo>
                  <a:lnTo>
                    <a:pt x="9287994" y="2344005"/>
                  </a:lnTo>
                  <a:lnTo>
                    <a:pt x="9348552" y="2378093"/>
                  </a:lnTo>
                  <a:lnTo>
                    <a:pt x="9414562" y="2408820"/>
                  </a:lnTo>
                  <a:lnTo>
                    <a:pt x="9486691" y="2436576"/>
                  </a:lnTo>
                  <a:lnTo>
                    <a:pt x="9565417" y="2461694"/>
                  </a:lnTo>
                  <a:lnTo>
                    <a:pt x="9650904" y="2484436"/>
                  </a:lnTo>
                  <a:lnTo>
                    <a:pt x="9742849" y="2504987"/>
                  </a:lnTo>
                  <a:lnTo>
                    <a:pt x="9840309" y="2523455"/>
                  </a:lnTo>
                  <a:lnTo>
                    <a:pt x="9941545" y="2539880"/>
                  </a:lnTo>
                  <a:lnTo>
                    <a:pt x="10043930" y="2554244"/>
                  </a:lnTo>
                  <a:lnTo>
                    <a:pt x="10143998" y="2566504"/>
                  </a:lnTo>
                  <a:lnTo>
                    <a:pt x="10237708" y="2576620"/>
                  </a:lnTo>
                  <a:lnTo>
                    <a:pt x="10320934" y="2584600"/>
                  </a:lnTo>
                  <a:lnTo>
                    <a:pt x="10390127" y="2590534"/>
                  </a:lnTo>
                  <a:lnTo>
                    <a:pt x="10443002" y="2594613"/>
                  </a:lnTo>
                  <a:lnTo>
                    <a:pt x="10479044" y="2597126"/>
                  </a:lnTo>
                  <a:lnTo>
                    <a:pt x="10499714" y="2598433"/>
                  </a:lnTo>
                  <a:lnTo>
                    <a:pt x="10508349" y="2598930"/>
                  </a:lnTo>
                  <a:lnTo>
                    <a:pt x="10509909" y="2599013"/>
                  </a:lnTo>
                  <a:lnTo>
                    <a:pt x="10509911" y="2599013"/>
                  </a:lnTo>
                  <a:lnTo>
                    <a:pt x="11981298" y="259901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67" name="pl2167"/>
            <p:cNvSpPr/>
            <p:nvPr/>
          </p:nvSpPr>
          <p:spPr>
            <a:xfrm>
              <a:off x="4799595" y="2674984"/>
              <a:ext cx="11981298" cy="8467226"/>
            </a:xfrm>
            <a:custGeom>
              <a:avLst/>
              <a:pathLst>
                <a:path w="11981298" h="8467226">
                  <a:moveTo>
                    <a:pt x="11981298" y="2599013"/>
                  </a:moveTo>
                  <a:lnTo>
                    <a:pt x="10509911" y="2599013"/>
                  </a:lnTo>
                  <a:lnTo>
                    <a:pt x="10508751" y="2598952"/>
                  </a:lnTo>
                  <a:lnTo>
                    <a:pt x="10501129" y="2598517"/>
                  </a:lnTo>
                  <a:lnTo>
                    <a:pt x="10481927" y="2597315"/>
                  </a:lnTo>
                  <a:lnTo>
                    <a:pt x="10447623" y="2594949"/>
                  </a:lnTo>
                  <a:lnTo>
                    <a:pt x="10396547" y="2591052"/>
                  </a:lnTo>
                  <a:lnTo>
                    <a:pt x="10329007" y="2585326"/>
                  </a:lnTo>
                  <a:lnTo>
                    <a:pt x="10247121" y="2577569"/>
                  </a:lnTo>
                  <a:lnTo>
                    <a:pt x="10154333" y="2567682"/>
                  </a:lnTo>
                  <a:lnTo>
                    <a:pt x="10054743" y="2555648"/>
                  </a:lnTo>
                  <a:lnTo>
                    <a:pt x="9952427" y="2541505"/>
                  </a:lnTo>
                  <a:lnTo>
                    <a:pt x="9850928" y="2525298"/>
                  </a:lnTo>
                  <a:lnTo>
                    <a:pt x="9752969" y="2507047"/>
                  </a:lnTo>
                  <a:lnTo>
                    <a:pt x="9660380" y="2486722"/>
                  </a:lnTo>
                  <a:lnTo>
                    <a:pt x="9574183" y="2464220"/>
                  </a:lnTo>
                  <a:lnTo>
                    <a:pt x="9494739" y="2439365"/>
                  </a:lnTo>
                  <a:lnTo>
                    <a:pt x="9421927" y="2411904"/>
                  </a:lnTo>
                  <a:lnTo>
                    <a:pt x="9355296" y="2381511"/>
                  </a:lnTo>
                  <a:lnTo>
                    <a:pt x="9294194" y="2347801"/>
                  </a:lnTo>
                  <a:lnTo>
                    <a:pt x="9237860" y="2310345"/>
                  </a:lnTo>
                  <a:lnTo>
                    <a:pt x="9185498" y="2268712"/>
                  </a:lnTo>
                  <a:lnTo>
                    <a:pt x="9136322" y="2222522"/>
                  </a:lnTo>
                  <a:lnTo>
                    <a:pt x="9089613" y="2171544"/>
                  </a:lnTo>
                  <a:lnTo>
                    <a:pt x="9084767" y="2165844"/>
                  </a:lnTo>
                  <a:lnTo>
                    <a:pt x="9045800" y="2117152"/>
                  </a:lnTo>
                  <a:lnTo>
                    <a:pt x="9007840" y="2064753"/>
                  </a:lnTo>
                  <a:lnTo>
                    <a:pt x="8970604" y="2008575"/>
                  </a:lnTo>
                  <a:lnTo>
                    <a:pt x="8933863" y="1948607"/>
                  </a:lnTo>
                  <a:lnTo>
                    <a:pt x="8897440" y="1884913"/>
                  </a:lnTo>
                  <a:lnTo>
                    <a:pt x="8861195" y="1817636"/>
                  </a:lnTo>
                  <a:lnTo>
                    <a:pt x="8825027" y="1747004"/>
                  </a:lnTo>
                  <a:lnTo>
                    <a:pt x="8788867" y="1673325"/>
                  </a:lnTo>
                  <a:lnTo>
                    <a:pt x="8752671" y="1596995"/>
                  </a:lnTo>
                  <a:lnTo>
                    <a:pt x="8716421" y="1518481"/>
                  </a:lnTo>
                  <a:lnTo>
                    <a:pt x="8680115" y="1438317"/>
                  </a:lnTo>
                  <a:lnTo>
                    <a:pt x="8643769" y="1357089"/>
                  </a:lnTo>
                  <a:lnTo>
                    <a:pt x="8607403" y="1275414"/>
                  </a:lnTo>
                  <a:lnTo>
                    <a:pt x="8571046" y="1193927"/>
                  </a:lnTo>
                  <a:lnTo>
                    <a:pt x="8534721" y="1113253"/>
                  </a:lnTo>
                  <a:lnTo>
                    <a:pt x="8498448" y="1033994"/>
                  </a:lnTo>
                  <a:lnTo>
                    <a:pt x="8462231" y="956708"/>
                  </a:lnTo>
                  <a:lnTo>
                    <a:pt x="8426060" y="881889"/>
                  </a:lnTo>
                  <a:lnTo>
                    <a:pt x="8389902" y="809965"/>
                  </a:lnTo>
                  <a:lnTo>
                    <a:pt x="8353699" y="741279"/>
                  </a:lnTo>
                  <a:lnTo>
                    <a:pt x="8317363" y="676093"/>
                  </a:lnTo>
                  <a:lnTo>
                    <a:pt x="8280772" y="614585"/>
                  </a:lnTo>
                  <a:lnTo>
                    <a:pt x="8243764" y="556848"/>
                  </a:lnTo>
                  <a:lnTo>
                    <a:pt x="8206132" y="502905"/>
                  </a:lnTo>
                  <a:lnTo>
                    <a:pt x="8167617" y="452705"/>
                  </a:lnTo>
                  <a:lnTo>
                    <a:pt x="8151487" y="433168"/>
                  </a:lnTo>
                  <a:lnTo>
                    <a:pt x="8105001" y="381680"/>
                  </a:lnTo>
                  <a:lnTo>
                    <a:pt x="8056120" y="334988"/>
                  </a:lnTo>
                  <a:lnTo>
                    <a:pt x="8004133" y="292887"/>
                  </a:lnTo>
                  <a:lnTo>
                    <a:pt x="7948259" y="255007"/>
                  </a:lnTo>
                  <a:lnTo>
                    <a:pt x="7887701" y="220919"/>
                  </a:lnTo>
                  <a:lnTo>
                    <a:pt x="7821691" y="190193"/>
                  </a:lnTo>
                  <a:lnTo>
                    <a:pt x="7749562" y="162437"/>
                  </a:lnTo>
                  <a:lnTo>
                    <a:pt x="7670836" y="137319"/>
                  </a:lnTo>
                  <a:lnTo>
                    <a:pt x="7585349" y="114577"/>
                  </a:lnTo>
                  <a:lnTo>
                    <a:pt x="7493404" y="94026"/>
                  </a:lnTo>
                  <a:lnTo>
                    <a:pt x="7395944" y="75558"/>
                  </a:lnTo>
                  <a:lnTo>
                    <a:pt x="7294708" y="59133"/>
                  </a:lnTo>
                  <a:lnTo>
                    <a:pt x="7192323" y="44768"/>
                  </a:lnTo>
                  <a:lnTo>
                    <a:pt x="7092255" y="32508"/>
                  </a:lnTo>
                  <a:lnTo>
                    <a:pt x="6998545" y="22392"/>
                  </a:lnTo>
                  <a:lnTo>
                    <a:pt x="6915319" y="14412"/>
                  </a:lnTo>
                  <a:lnTo>
                    <a:pt x="6846126" y="8478"/>
                  </a:lnTo>
                  <a:lnTo>
                    <a:pt x="6793251" y="4399"/>
                  </a:lnTo>
                  <a:lnTo>
                    <a:pt x="6757209" y="1887"/>
                  </a:lnTo>
                  <a:lnTo>
                    <a:pt x="6736539" y="580"/>
                  </a:lnTo>
                  <a:lnTo>
                    <a:pt x="6727904" y="82"/>
                  </a:lnTo>
                  <a:lnTo>
                    <a:pt x="6726344" y="0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287" y="113"/>
                  </a:lnTo>
                  <a:lnTo>
                    <a:pt x="5249848" y="916"/>
                  </a:lnTo>
                  <a:lnTo>
                    <a:pt x="5238502" y="3134"/>
                  </a:lnTo>
                  <a:lnTo>
                    <a:pt x="5217826" y="7510"/>
                  </a:lnTo>
                  <a:lnTo>
                    <a:pt x="5186215" y="14770"/>
                  </a:lnTo>
                  <a:lnTo>
                    <a:pt x="5142974" y="25576"/>
                  </a:lnTo>
                  <a:lnTo>
                    <a:pt x="5088354" y="40473"/>
                  </a:lnTo>
                  <a:lnTo>
                    <a:pt x="5023471" y="59858"/>
                  </a:lnTo>
                  <a:lnTo>
                    <a:pt x="4950130" y="83969"/>
                  </a:lnTo>
                  <a:lnTo>
                    <a:pt x="4870568" y="112895"/>
                  </a:lnTo>
                  <a:lnTo>
                    <a:pt x="4787176" y="146617"/>
                  </a:lnTo>
                  <a:lnTo>
                    <a:pt x="4702247" y="185055"/>
                  </a:lnTo>
                  <a:lnTo>
                    <a:pt x="4617794" y="228122"/>
                  </a:lnTo>
                  <a:lnTo>
                    <a:pt x="4535437" y="275767"/>
                  </a:lnTo>
                  <a:lnTo>
                    <a:pt x="4456374" y="328015"/>
                  </a:lnTo>
                  <a:lnTo>
                    <a:pt x="4381392" y="384989"/>
                  </a:lnTo>
                  <a:lnTo>
                    <a:pt x="4310926" y="446926"/>
                  </a:lnTo>
                  <a:lnTo>
                    <a:pt x="4245119" y="514182"/>
                  </a:lnTo>
                  <a:lnTo>
                    <a:pt x="4183895" y="587231"/>
                  </a:lnTo>
                  <a:lnTo>
                    <a:pt x="4127018" y="666658"/>
                  </a:lnTo>
                  <a:lnTo>
                    <a:pt x="4074143" y="753150"/>
                  </a:lnTo>
                  <a:lnTo>
                    <a:pt x="4024861" y="847468"/>
                  </a:lnTo>
                  <a:lnTo>
                    <a:pt x="3978725" y="950424"/>
                  </a:lnTo>
                  <a:lnTo>
                    <a:pt x="3935277" y="1062819"/>
                  </a:lnTo>
                  <a:lnTo>
                    <a:pt x="3894071" y="1185366"/>
                  </a:lnTo>
                  <a:lnTo>
                    <a:pt x="3854684" y="1318570"/>
                  </a:lnTo>
                  <a:lnTo>
                    <a:pt x="3829811" y="1411204"/>
                  </a:lnTo>
                  <a:lnTo>
                    <a:pt x="3806816" y="1502798"/>
                  </a:lnTo>
                  <a:lnTo>
                    <a:pt x="3784214" y="1598495"/>
                  </a:lnTo>
                  <a:lnTo>
                    <a:pt x="3761939" y="1698367"/>
                  </a:lnTo>
                  <a:lnTo>
                    <a:pt x="3739932" y="1802465"/>
                  </a:lnTo>
                  <a:lnTo>
                    <a:pt x="3718145" y="1910817"/>
                  </a:lnTo>
                  <a:lnTo>
                    <a:pt x="3696532" y="2023421"/>
                  </a:lnTo>
                  <a:lnTo>
                    <a:pt x="3675054" y="2140250"/>
                  </a:lnTo>
                  <a:lnTo>
                    <a:pt x="3653680" y="2261247"/>
                  </a:lnTo>
                  <a:lnTo>
                    <a:pt x="3632379" y="2386323"/>
                  </a:lnTo>
                  <a:lnTo>
                    <a:pt x="3611128" y="2515358"/>
                  </a:lnTo>
                  <a:lnTo>
                    <a:pt x="3589907" y="2648198"/>
                  </a:lnTo>
                  <a:lnTo>
                    <a:pt x="3568700" y="2784660"/>
                  </a:lnTo>
                  <a:lnTo>
                    <a:pt x="3547495" y="2924524"/>
                  </a:lnTo>
                  <a:lnTo>
                    <a:pt x="3526281" y="3067540"/>
                  </a:lnTo>
                  <a:lnTo>
                    <a:pt x="3505052" y="3213430"/>
                  </a:lnTo>
                  <a:lnTo>
                    <a:pt x="3483805" y="3361884"/>
                  </a:lnTo>
                  <a:lnTo>
                    <a:pt x="3462539" y="3512566"/>
                  </a:lnTo>
                  <a:lnTo>
                    <a:pt x="3441253" y="3665119"/>
                  </a:lnTo>
                  <a:lnTo>
                    <a:pt x="3419950" y="3819164"/>
                  </a:lnTo>
                  <a:lnTo>
                    <a:pt x="3398634" y="3974307"/>
                  </a:lnTo>
                  <a:lnTo>
                    <a:pt x="3377309" y="4130141"/>
                  </a:lnTo>
                  <a:lnTo>
                    <a:pt x="3355980" y="4286251"/>
                  </a:lnTo>
                  <a:lnTo>
                    <a:pt x="3334653" y="4442220"/>
                  </a:lnTo>
                  <a:lnTo>
                    <a:pt x="3313333" y="4597633"/>
                  </a:lnTo>
                  <a:lnTo>
                    <a:pt x="3292026" y="4752080"/>
                  </a:lnTo>
                  <a:lnTo>
                    <a:pt x="3270734" y="4905161"/>
                  </a:lnTo>
                  <a:lnTo>
                    <a:pt x="3249461" y="5056493"/>
                  </a:lnTo>
                  <a:lnTo>
                    <a:pt x="3228208" y="5205711"/>
                  </a:lnTo>
                  <a:lnTo>
                    <a:pt x="3206974" y="5352470"/>
                  </a:lnTo>
                  <a:lnTo>
                    <a:pt x="3185756" y="5496455"/>
                  </a:lnTo>
                  <a:lnTo>
                    <a:pt x="3164548" y="5637375"/>
                  </a:lnTo>
                  <a:lnTo>
                    <a:pt x="3143343" y="5774970"/>
                  </a:lnTo>
                  <a:lnTo>
                    <a:pt x="3122128" y="5909012"/>
                  </a:lnTo>
                  <a:lnTo>
                    <a:pt x="3100889" y="6039305"/>
                  </a:lnTo>
                  <a:lnTo>
                    <a:pt x="3079607" y="6165684"/>
                  </a:lnTo>
                  <a:lnTo>
                    <a:pt x="3058259" y="6288021"/>
                  </a:lnTo>
                  <a:lnTo>
                    <a:pt x="3036819" y="6406215"/>
                  </a:lnTo>
                  <a:lnTo>
                    <a:pt x="3015254" y="6520200"/>
                  </a:lnTo>
                  <a:lnTo>
                    <a:pt x="2993528" y="6629938"/>
                  </a:lnTo>
                  <a:lnTo>
                    <a:pt x="2971598" y="6735420"/>
                  </a:lnTo>
                  <a:lnTo>
                    <a:pt x="2949416" y="6836664"/>
                  </a:lnTo>
                  <a:lnTo>
                    <a:pt x="2926927" y="6933714"/>
                  </a:lnTo>
                  <a:lnTo>
                    <a:pt x="2904068" y="7026635"/>
                  </a:lnTo>
                  <a:lnTo>
                    <a:pt x="2896531" y="7056021"/>
                  </a:lnTo>
                  <a:lnTo>
                    <a:pt x="2858125" y="7196267"/>
                  </a:lnTo>
                  <a:lnTo>
                    <a:pt x="2818149" y="7325723"/>
                  </a:lnTo>
                  <a:lnTo>
                    <a:pt x="2776212" y="7444664"/>
                  </a:lnTo>
                  <a:lnTo>
                    <a:pt x="2731880" y="7553684"/>
                  </a:lnTo>
                  <a:lnTo>
                    <a:pt x="2684700" y="7653539"/>
                  </a:lnTo>
                  <a:lnTo>
                    <a:pt x="2634216" y="7745042"/>
                  </a:lnTo>
                  <a:lnTo>
                    <a:pt x="2579992" y="7828990"/>
                  </a:lnTo>
                  <a:lnTo>
                    <a:pt x="2521635" y="7906123"/>
                  </a:lnTo>
                  <a:lnTo>
                    <a:pt x="2458835" y="7977094"/>
                  </a:lnTo>
                  <a:lnTo>
                    <a:pt x="2391405" y="8042450"/>
                  </a:lnTo>
                  <a:lnTo>
                    <a:pt x="2319336" y="8102625"/>
                  </a:lnTo>
                  <a:lnTo>
                    <a:pt x="2242867" y="8157933"/>
                  </a:lnTo>
                  <a:lnTo>
                    <a:pt x="2162548" y="8208569"/>
                  </a:lnTo>
                  <a:lnTo>
                    <a:pt x="2079304" y="8254621"/>
                  </a:lnTo>
                  <a:lnTo>
                    <a:pt x="1994480" y="8296085"/>
                  </a:lnTo>
                  <a:lnTo>
                    <a:pt x="1909840" y="8332891"/>
                  </a:lnTo>
                  <a:lnTo>
                    <a:pt x="1827512" y="8364950"/>
                  </a:lnTo>
                  <a:lnTo>
                    <a:pt x="1749847" y="8392197"/>
                  </a:lnTo>
                  <a:lnTo>
                    <a:pt x="1679214" y="8414645"/>
                  </a:lnTo>
                  <a:lnTo>
                    <a:pt x="1617730" y="8432433"/>
                  </a:lnTo>
                  <a:lnTo>
                    <a:pt x="1566987" y="8445852"/>
                  </a:lnTo>
                  <a:lnTo>
                    <a:pt x="1527815" y="8455354"/>
                  </a:lnTo>
                  <a:lnTo>
                    <a:pt x="1500139" y="8461530"/>
                  </a:lnTo>
                  <a:lnTo>
                    <a:pt x="1482938" y="8465070"/>
                  </a:lnTo>
                  <a:lnTo>
                    <a:pt x="1474310" y="8466712"/>
                  </a:lnTo>
                  <a:lnTo>
                    <a:pt x="1471575" y="8467195"/>
                  </a:lnTo>
                  <a:lnTo>
                    <a:pt x="1471387" y="8467226"/>
                  </a:lnTo>
                  <a:lnTo>
                    <a:pt x="0" y="846722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68" name="pg2168"/>
            <p:cNvSpPr/>
            <p:nvPr/>
          </p:nvSpPr>
          <p:spPr>
            <a:xfrm>
              <a:off x="4799595" y="4195162"/>
              <a:ext cx="11981298" cy="7012432"/>
            </a:xfrm>
            <a:custGeom>
              <a:avLst/>
              <a:pathLst>
                <a:path w="11981298" h="7012432">
                  <a:moveTo>
                    <a:pt x="0" y="7012432"/>
                  </a:moveTo>
                  <a:lnTo>
                    <a:pt x="1471387" y="7012432"/>
                  </a:lnTo>
                  <a:lnTo>
                    <a:pt x="1472325" y="7012355"/>
                  </a:lnTo>
                  <a:lnTo>
                    <a:pt x="1478514" y="7011807"/>
                  </a:lnTo>
                  <a:lnTo>
                    <a:pt x="1494204" y="7010292"/>
                  </a:lnTo>
                  <a:lnTo>
                    <a:pt x="1522474" y="7007307"/>
                  </a:lnTo>
                  <a:lnTo>
                    <a:pt x="1565049" y="7002372"/>
                  </a:lnTo>
                  <a:lnTo>
                    <a:pt x="1622180" y="6995080"/>
                  </a:lnTo>
                  <a:lnTo>
                    <a:pt x="1692679" y="6985125"/>
                  </a:lnTo>
                  <a:lnTo>
                    <a:pt x="1774186" y="6972324"/>
                  </a:lnTo>
                  <a:lnTo>
                    <a:pt x="1863594" y="6956606"/>
                  </a:lnTo>
                  <a:lnTo>
                    <a:pt x="1957540" y="6937986"/>
                  </a:lnTo>
                  <a:lnTo>
                    <a:pt x="2052842" y="6916520"/>
                  </a:lnTo>
                  <a:lnTo>
                    <a:pt x="2146808" y="6892263"/>
                  </a:lnTo>
                  <a:lnTo>
                    <a:pt x="2237387" y="6865229"/>
                  </a:lnTo>
                  <a:lnTo>
                    <a:pt x="2323197" y="6835370"/>
                  </a:lnTo>
                  <a:lnTo>
                    <a:pt x="2403454" y="6802550"/>
                  </a:lnTo>
                  <a:lnTo>
                    <a:pt x="2477864" y="6766549"/>
                  </a:lnTo>
                  <a:lnTo>
                    <a:pt x="2546501" y="6727052"/>
                  </a:lnTo>
                  <a:lnTo>
                    <a:pt x="2609699" y="6683662"/>
                  </a:lnTo>
                  <a:lnTo>
                    <a:pt x="2667955" y="6635905"/>
                  </a:lnTo>
                  <a:lnTo>
                    <a:pt x="2721864" y="6583252"/>
                  </a:lnTo>
                  <a:lnTo>
                    <a:pt x="2772064" y="6525152"/>
                  </a:lnTo>
                  <a:lnTo>
                    <a:pt x="2819196" y="6461082"/>
                  </a:lnTo>
                  <a:lnTo>
                    <a:pt x="2863872" y="6390637"/>
                  </a:lnTo>
                  <a:lnTo>
                    <a:pt x="2896531" y="6332711"/>
                  </a:lnTo>
                  <a:lnTo>
                    <a:pt x="2928854" y="6269900"/>
                  </a:lnTo>
                  <a:lnTo>
                    <a:pt x="2960451" y="6203127"/>
                  </a:lnTo>
                  <a:lnTo>
                    <a:pt x="2991491" y="6132311"/>
                  </a:lnTo>
                  <a:lnTo>
                    <a:pt x="3022116" y="6057418"/>
                  </a:lnTo>
                  <a:lnTo>
                    <a:pt x="3052444" y="5978463"/>
                  </a:lnTo>
                  <a:lnTo>
                    <a:pt x="3082570" y="5895520"/>
                  </a:lnTo>
                  <a:lnTo>
                    <a:pt x="3112572" y="5808719"/>
                  </a:lnTo>
                  <a:lnTo>
                    <a:pt x="3142509" y="5718252"/>
                  </a:lnTo>
                  <a:lnTo>
                    <a:pt x="3172425" y="5624373"/>
                  </a:lnTo>
                  <a:lnTo>
                    <a:pt x="3202352" y="5527398"/>
                  </a:lnTo>
                  <a:lnTo>
                    <a:pt x="3232309" y="5427702"/>
                  </a:lnTo>
                  <a:lnTo>
                    <a:pt x="3262304" y="5325713"/>
                  </a:lnTo>
                  <a:lnTo>
                    <a:pt x="3292338" y="5221909"/>
                  </a:lnTo>
                  <a:lnTo>
                    <a:pt x="3322402" y="5116802"/>
                  </a:lnTo>
                  <a:lnTo>
                    <a:pt x="3352487" y="5010935"/>
                  </a:lnTo>
                  <a:lnTo>
                    <a:pt x="3382577" y="4904868"/>
                  </a:lnTo>
                  <a:lnTo>
                    <a:pt x="3412658" y="4799165"/>
                  </a:lnTo>
                  <a:lnTo>
                    <a:pt x="3442714" y="4694381"/>
                  </a:lnTo>
                  <a:lnTo>
                    <a:pt x="3472737" y="4591051"/>
                  </a:lnTo>
                  <a:lnTo>
                    <a:pt x="3502721" y="4489680"/>
                  </a:lnTo>
                  <a:lnTo>
                    <a:pt x="3532668" y="4390731"/>
                  </a:lnTo>
                  <a:lnTo>
                    <a:pt x="3562589" y="4294617"/>
                  </a:lnTo>
                  <a:lnTo>
                    <a:pt x="3592508" y="4201698"/>
                  </a:lnTo>
                  <a:lnTo>
                    <a:pt x="3622458" y="4112269"/>
                  </a:lnTo>
                  <a:lnTo>
                    <a:pt x="3652489" y="4026570"/>
                  </a:lnTo>
                  <a:lnTo>
                    <a:pt x="3682665" y="3944772"/>
                  </a:lnTo>
                  <a:lnTo>
                    <a:pt x="3713069" y="3866990"/>
                  </a:lnTo>
                  <a:lnTo>
                    <a:pt x="3743801" y="3793280"/>
                  </a:lnTo>
                  <a:lnTo>
                    <a:pt x="3774987" y="3723641"/>
                  </a:lnTo>
                  <a:lnTo>
                    <a:pt x="3806775" y="3658027"/>
                  </a:lnTo>
                  <a:lnTo>
                    <a:pt x="3829811" y="3613827"/>
                  </a:lnTo>
                  <a:lnTo>
                    <a:pt x="3872991" y="3538411"/>
                  </a:lnTo>
                  <a:lnTo>
                    <a:pt x="3918204" y="3469521"/>
                  </a:lnTo>
                  <a:lnTo>
                    <a:pt x="3966014" y="3406926"/>
                  </a:lnTo>
                  <a:lnTo>
                    <a:pt x="4017045" y="3350182"/>
                  </a:lnTo>
                  <a:lnTo>
                    <a:pt x="4071939" y="3298754"/>
                  </a:lnTo>
                  <a:lnTo>
                    <a:pt x="4131328" y="3252090"/>
                  </a:lnTo>
                  <a:lnTo>
                    <a:pt x="4195790" y="3209675"/>
                  </a:lnTo>
                  <a:lnTo>
                    <a:pt x="4265790" y="3171050"/>
                  </a:lnTo>
                  <a:lnTo>
                    <a:pt x="4341607" y="3135837"/>
                  </a:lnTo>
                  <a:lnTo>
                    <a:pt x="4423239" y="3103744"/>
                  </a:lnTo>
                  <a:lnTo>
                    <a:pt x="4510285" y="3074571"/>
                  </a:lnTo>
                  <a:lnTo>
                    <a:pt x="4601827" y="3048205"/>
                  </a:lnTo>
                  <a:lnTo>
                    <a:pt x="4696326" y="3024613"/>
                  </a:lnTo>
                  <a:lnTo>
                    <a:pt x="4791570" y="3003824"/>
                  </a:lnTo>
                  <a:lnTo>
                    <a:pt x="4884731" y="2985896"/>
                  </a:lnTo>
                  <a:lnTo>
                    <a:pt x="4972549" y="2970879"/>
                  </a:lnTo>
                  <a:lnTo>
                    <a:pt x="5051679" y="2958771"/>
                  </a:lnTo>
                  <a:lnTo>
                    <a:pt x="5119149" y="2949476"/>
                  </a:lnTo>
                  <a:lnTo>
                    <a:pt x="5172846" y="2942781"/>
                  </a:lnTo>
                  <a:lnTo>
                    <a:pt x="5211911" y="2938355"/>
                  </a:lnTo>
                  <a:lnTo>
                    <a:pt x="5236952" y="2935767"/>
                  </a:lnTo>
                  <a:lnTo>
                    <a:pt x="5250036" y="2934531"/>
                  </a:lnTo>
                  <a:lnTo>
                    <a:pt x="5254538" y="2934140"/>
                  </a:lnTo>
                  <a:lnTo>
                    <a:pt x="5254955" y="2934106"/>
                  </a:lnTo>
                  <a:lnTo>
                    <a:pt x="6726343" y="2934106"/>
                  </a:lnTo>
                  <a:lnTo>
                    <a:pt x="6727484" y="2934038"/>
                  </a:lnTo>
                  <a:lnTo>
                    <a:pt x="6734983" y="2933557"/>
                  </a:lnTo>
                  <a:lnTo>
                    <a:pt x="6753888" y="2932227"/>
                  </a:lnTo>
                  <a:lnTo>
                    <a:pt x="6787685" y="2929607"/>
                  </a:lnTo>
                  <a:lnTo>
                    <a:pt x="6838053" y="2925292"/>
                  </a:lnTo>
                  <a:lnTo>
                    <a:pt x="6904739" y="2918949"/>
                  </a:lnTo>
                  <a:lnTo>
                    <a:pt x="6985707" y="2910350"/>
                  </a:lnTo>
                  <a:lnTo>
                    <a:pt x="7077605" y="2899381"/>
                  </a:lnTo>
                  <a:lnTo>
                    <a:pt x="7176416" y="2886023"/>
                  </a:lnTo>
                  <a:lnTo>
                    <a:pt x="7278115" y="2870313"/>
                  </a:lnTo>
                  <a:lnTo>
                    <a:pt x="7379180" y="2852303"/>
                  </a:lnTo>
                  <a:lnTo>
                    <a:pt x="7476883" y="2832019"/>
                  </a:lnTo>
                  <a:lnTo>
                    <a:pt x="7569370" y="2809429"/>
                  </a:lnTo>
                  <a:lnTo>
                    <a:pt x="7655584" y="2784427"/>
                  </a:lnTo>
                  <a:lnTo>
                    <a:pt x="7735129" y="2756825"/>
                  </a:lnTo>
                  <a:lnTo>
                    <a:pt x="7808091" y="2726347"/>
                  </a:lnTo>
                  <a:lnTo>
                    <a:pt x="7874891" y="2692641"/>
                  </a:lnTo>
                  <a:lnTo>
                    <a:pt x="7936156" y="2655285"/>
                  </a:lnTo>
                  <a:lnTo>
                    <a:pt x="7992628" y="2613808"/>
                  </a:lnTo>
                  <a:lnTo>
                    <a:pt x="8045089" y="2567731"/>
                  </a:lnTo>
                  <a:lnTo>
                    <a:pt x="8094314" y="2516621"/>
                  </a:lnTo>
                  <a:lnTo>
                    <a:pt x="8141023" y="2460198"/>
                  </a:lnTo>
                  <a:lnTo>
                    <a:pt x="8151487" y="2446450"/>
                  </a:lnTo>
                  <a:lnTo>
                    <a:pt x="8188686" y="2394245"/>
                  </a:lnTo>
                  <a:lnTo>
                    <a:pt x="8224955" y="2338247"/>
                  </a:lnTo>
                  <a:lnTo>
                    <a:pt x="8260545" y="2278380"/>
                  </a:lnTo>
                  <a:lnTo>
                    <a:pt x="8295658" y="2214627"/>
                  </a:lnTo>
                  <a:lnTo>
                    <a:pt x="8330457" y="2147038"/>
                  </a:lnTo>
                  <a:lnTo>
                    <a:pt x="8365067" y="2075736"/>
                  </a:lnTo>
                  <a:lnTo>
                    <a:pt x="8399584" y="2000921"/>
                  </a:lnTo>
                  <a:lnTo>
                    <a:pt x="8434078" y="1922875"/>
                  </a:lnTo>
                  <a:lnTo>
                    <a:pt x="8468592" y="1841952"/>
                  </a:lnTo>
                  <a:lnTo>
                    <a:pt x="8503151" y="1758584"/>
                  </a:lnTo>
                  <a:lnTo>
                    <a:pt x="8537762" y="1673266"/>
                  </a:lnTo>
                  <a:lnTo>
                    <a:pt x="8572418" y="1586547"/>
                  </a:lnTo>
                  <a:lnTo>
                    <a:pt x="8607104" y="1499019"/>
                  </a:lnTo>
                  <a:lnTo>
                    <a:pt x="8641797" y="1411294"/>
                  </a:lnTo>
                  <a:lnTo>
                    <a:pt x="8676474" y="1323991"/>
                  </a:lnTo>
                  <a:lnTo>
                    <a:pt x="8711115" y="1237716"/>
                  </a:lnTo>
                  <a:lnTo>
                    <a:pt x="8745707" y="1153048"/>
                  </a:lnTo>
                  <a:lnTo>
                    <a:pt x="8780248" y="1070517"/>
                  </a:lnTo>
                  <a:lnTo>
                    <a:pt x="8814751" y="990597"/>
                  </a:lnTo>
                  <a:lnTo>
                    <a:pt x="8849247" y="913691"/>
                  </a:lnTo>
                  <a:lnTo>
                    <a:pt x="8883789" y="840129"/>
                  </a:lnTo>
                  <a:lnTo>
                    <a:pt x="8918455" y="770162"/>
                  </a:lnTo>
                  <a:lnTo>
                    <a:pt x="8953352" y="703960"/>
                  </a:lnTo>
                  <a:lnTo>
                    <a:pt x="8988618" y="641622"/>
                  </a:lnTo>
                  <a:lnTo>
                    <a:pt x="9024430" y="583171"/>
                  </a:lnTo>
                  <a:lnTo>
                    <a:pt x="9061006" y="528567"/>
                  </a:lnTo>
                  <a:lnTo>
                    <a:pt x="9084767" y="495828"/>
                  </a:lnTo>
                  <a:lnTo>
                    <a:pt x="9130987" y="438171"/>
                  </a:lnTo>
                  <a:lnTo>
                    <a:pt x="9179572" y="385855"/>
                  </a:lnTo>
                  <a:lnTo>
                    <a:pt x="9231221" y="338653"/>
                  </a:lnTo>
                  <a:lnTo>
                    <a:pt x="9286700" y="296159"/>
                  </a:lnTo>
                  <a:lnTo>
                    <a:pt x="9346793" y="257897"/>
                  </a:lnTo>
                  <a:lnTo>
                    <a:pt x="9412258" y="223390"/>
                  </a:lnTo>
                  <a:lnTo>
                    <a:pt x="9483755" y="192204"/>
                  </a:lnTo>
                  <a:lnTo>
                    <a:pt x="9561762" y="163967"/>
                  </a:lnTo>
                  <a:lnTo>
                    <a:pt x="9646456" y="138386"/>
                  </a:lnTo>
                  <a:lnTo>
                    <a:pt x="9737566" y="115253"/>
                  </a:lnTo>
                  <a:lnTo>
                    <a:pt x="9834202" y="94443"/>
                  </a:lnTo>
                  <a:lnTo>
                    <a:pt x="9934703" y="75909"/>
                  </a:lnTo>
                  <a:lnTo>
                    <a:pt x="10036542" y="59665"/>
                  </a:lnTo>
                  <a:lnTo>
                    <a:pt x="10136362" y="45761"/>
                  </a:lnTo>
                  <a:lnTo>
                    <a:pt x="10230218" y="34241"/>
                  </a:lnTo>
                  <a:lnTo>
                    <a:pt x="10314035" y="25103"/>
                  </a:lnTo>
                  <a:lnTo>
                    <a:pt x="10384246" y="18257"/>
                  </a:lnTo>
                  <a:lnTo>
                    <a:pt x="10438463" y="13501"/>
                  </a:lnTo>
                  <a:lnTo>
                    <a:pt x="10475996" y="10525"/>
                  </a:lnTo>
                  <a:lnTo>
                    <a:pt x="10498082" y="8936"/>
                  </a:lnTo>
                  <a:lnTo>
                    <a:pt x="10507813" y="8299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8770" y="67"/>
                  </a:lnTo>
                  <a:lnTo>
                    <a:pt x="10501270" y="548"/>
                  </a:lnTo>
                  <a:lnTo>
                    <a:pt x="10482365" y="1879"/>
                  </a:lnTo>
                  <a:lnTo>
                    <a:pt x="10448568" y="4498"/>
                  </a:lnTo>
                  <a:lnTo>
                    <a:pt x="10398200" y="8813"/>
                  </a:lnTo>
                  <a:lnTo>
                    <a:pt x="10331514" y="15157"/>
                  </a:lnTo>
                  <a:lnTo>
                    <a:pt x="10250546" y="23755"/>
                  </a:lnTo>
                  <a:lnTo>
                    <a:pt x="10158648" y="34724"/>
                  </a:lnTo>
                  <a:lnTo>
                    <a:pt x="10059837" y="48082"/>
                  </a:lnTo>
                  <a:lnTo>
                    <a:pt x="9958139" y="63792"/>
                  </a:lnTo>
                  <a:lnTo>
                    <a:pt x="9857074" y="81802"/>
                  </a:lnTo>
                  <a:lnTo>
                    <a:pt x="9759370" y="102087"/>
                  </a:lnTo>
                  <a:lnTo>
                    <a:pt x="9666884" y="124677"/>
                  </a:lnTo>
                  <a:lnTo>
                    <a:pt x="9580669" y="149678"/>
                  </a:lnTo>
                  <a:lnTo>
                    <a:pt x="9501124" y="177281"/>
                  </a:lnTo>
                  <a:lnTo>
                    <a:pt x="9428162" y="207758"/>
                  </a:lnTo>
                  <a:lnTo>
                    <a:pt x="9361362" y="241464"/>
                  </a:lnTo>
                  <a:lnTo>
                    <a:pt x="9300097" y="278820"/>
                  </a:lnTo>
                  <a:lnTo>
                    <a:pt x="9243625" y="320297"/>
                  </a:lnTo>
                  <a:lnTo>
                    <a:pt x="9191164" y="366375"/>
                  </a:lnTo>
                  <a:lnTo>
                    <a:pt x="9141939" y="417485"/>
                  </a:lnTo>
                  <a:lnTo>
                    <a:pt x="9095231" y="473907"/>
                  </a:lnTo>
                  <a:lnTo>
                    <a:pt x="9084767" y="487655"/>
                  </a:lnTo>
                  <a:lnTo>
                    <a:pt x="9047567" y="539860"/>
                  </a:lnTo>
                  <a:lnTo>
                    <a:pt x="9011298" y="595858"/>
                  </a:lnTo>
                  <a:lnTo>
                    <a:pt x="8975708" y="655725"/>
                  </a:lnTo>
                  <a:lnTo>
                    <a:pt x="8940595" y="719478"/>
                  </a:lnTo>
                  <a:lnTo>
                    <a:pt x="8905796" y="787068"/>
                  </a:lnTo>
                  <a:lnTo>
                    <a:pt x="8871186" y="858370"/>
                  </a:lnTo>
                  <a:lnTo>
                    <a:pt x="8836669" y="933184"/>
                  </a:lnTo>
                  <a:lnTo>
                    <a:pt x="8802175" y="1011231"/>
                  </a:lnTo>
                  <a:lnTo>
                    <a:pt x="8767661" y="1092154"/>
                  </a:lnTo>
                  <a:lnTo>
                    <a:pt x="8733102" y="1175522"/>
                  </a:lnTo>
                  <a:lnTo>
                    <a:pt x="8698491" y="1260840"/>
                  </a:lnTo>
                  <a:lnTo>
                    <a:pt x="8663835" y="1347558"/>
                  </a:lnTo>
                  <a:lnTo>
                    <a:pt x="8629149" y="1435086"/>
                  </a:lnTo>
                  <a:lnTo>
                    <a:pt x="8594457" y="1522812"/>
                  </a:lnTo>
                  <a:lnTo>
                    <a:pt x="8559779" y="1610115"/>
                  </a:lnTo>
                  <a:lnTo>
                    <a:pt x="8525138" y="1696389"/>
                  </a:lnTo>
                  <a:lnTo>
                    <a:pt x="8490546" y="1781057"/>
                  </a:lnTo>
                  <a:lnTo>
                    <a:pt x="8456005" y="1863588"/>
                  </a:lnTo>
                  <a:lnTo>
                    <a:pt x="8421502" y="1943509"/>
                  </a:lnTo>
                  <a:lnTo>
                    <a:pt x="8387006" y="2020414"/>
                  </a:lnTo>
                  <a:lnTo>
                    <a:pt x="8352464" y="2093976"/>
                  </a:lnTo>
                  <a:lnTo>
                    <a:pt x="8317798" y="2163944"/>
                  </a:lnTo>
                  <a:lnTo>
                    <a:pt x="8282901" y="2230145"/>
                  </a:lnTo>
                  <a:lnTo>
                    <a:pt x="8247635" y="2292484"/>
                  </a:lnTo>
                  <a:lnTo>
                    <a:pt x="8211823" y="2350935"/>
                  </a:lnTo>
                  <a:lnTo>
                    <a:pt x="8175247" y="2405538"/>
                  </a:lnTo>
                  <a:lnTo>
                    <a:pt x="8151487" y="2438277"/>
                  </a:lnTo>
                  <a:lnTo>
                    <a:pt x="8105266" y="2495935"/>
                  </a:lnTo>
                  <a:lnTo>
                    <a:pt x="8056681" y="2548251"/>
                  </a:lnTo>
                  <a:lnTo>
                    <a:pt x="8005032" y="2595452"/>
                  </a:lnTo>
                  <a:lnTo>
                    <a:pt x="7949553" y="2637946"/>
                  </a:lnTo>
                  <a:lnTo>
                    <a:pt x="7889460" y="2676208"/>
                  </a:lnTo>
                  <a:lnTo>
                    <a:pt x="7823995" y="2710715"/>
                  </a:lnTo>
                  <a:lnTo>
                    <a:pt x="7752498" y="2741902"/>
                  </a:lnTo>
                  <a:lnTo>
                    <a:pt x="7674491" y="2770139"/>
                  </a:lnTo>
                  <a:lnTo>
                    <a:pt x="7589797" y="2795719"/>
                  </a:lnTo>
                  <a:lnTo>
                    <a:pt x="7498687" y="2818852"/>
                  </a:lnTo>
                  <a:lnTo>
                    <a:pt x="7402052" y="2839662"/>
                  </a:lnTo>
                  <a:lnTo>
                    <a:pt x="7301550" y="2858196"/>
                  </a:lnTo>
                  <a:lnTo>
                    <a:pt x="7199712" y="2874440"/>
                  </a:lnTo>
                  <a:lnTo>
                    <a:pt x="7099891" y="2888344"/>
                  </a:lnTo>
                  <a:lnTo>
                    <a:pt x="7006035" y="2899864"/>
                  </a:lnTo>
                  <a:lnTo>
                    <a:pt x="6922218" y="2909002"/>
                  </a:lnTo>
                  <a:lnTo>
                    <a:pt x="6852007" y="2915849"/>
                  </a:lnTo>
                  <a:lnTo>
                    <a:pt x="6797790" y="2920605"/>
                  </a:lnTo>
                  <a:lnTo>
                    <a:pt x="6760257" y="2923580"/>
                  </a:lnTo>
                  <a:lnTo>
                    <a:pt x="6738171" y="2925169"/>
                  </a:lnTo>
                  <a:lnTo>
                    <a:pt x="6728440" y="2925807"/>
                  </a:lnTo>
                  <a:lnTo>
                    <a:pt x="6726343" y="2925933"/>
                  </a:lnTo>
                  <a:lnTo>
                    <a:pt x="5254955" y="2925933"/>
                  </a:lnTo>
                  <a:lnTo>
                    <a:pt x="5254017" y="2926010"/>
                  </a:lnTo>
                  <a:lnTo>
                    <a:pt x="5247828" y="2926558"/>
                  </a:lnTo>
                  <a:lnTo>
                    <a:pt x="5232138" y="2928073"/>
                  </a:lnTo>
                  <a:lnTo>
                    <a:pt x="5203869" y="2931058"/>
                  </a:lnTo>
                  <a:lnTo>
                    <a:pt x="5161293" y="2935993"/>
                  </a:lnTo>
                  <a:lnTo>
                    <a:pt x="5104162" y="2943285"/>
                  </a:lnTo>
                  <a:lnTo>
                    <a:pt x="5033663" y="2953240"/>
                  </a:lnTo>
                  <a:lnTo>
                    <a:pt x="4952156" y="2966041"/>
                  </a:lnTo>
                  <a:lnTo>
                    <a:pt x="4862748" y="2981759"/>
                  </a:lnTo>
                  <a:lnTo>
                    <a:pt x="4768802" y="3000379"/>
                  </a:lnTo>
                  <a:lnTo>
                    <a:pt x="4673500" y="3021845"/>
                  </a:lnTo>
                  <a:lnTo>
                    <a:pt x="4579534" y="3046102"/>
                  </a:lnTo>
                  <a:lnTo>
                    <a:pt x="4488955" y="3073136"/>
                  </a:lnTo>
                  <a:lnTo>
                    <a:pt x="4403145" y="3102995"/>
                  </a:lnTo>
                  <a:lnTo>
                    <a:pt x="4322888" y="3135815"/>
                  </a:lnTo>
                  <a:lnTo>
                    <a:pt x="4248478" y="3171816"/>
                  </a:lnTo>
                  <a:lnTo>
                    <a:pt x="4179841" y="3211313"/>
                  </a:lnTo>
                  <a:lnTo>
                    <a:pt x="4116643" y="3254703"/>
                  </a:lnTo>
                  <a:lnTo>
                    <a:pt x="4058387" y="3302460"/>
                  </a:lnTo>
                  <a:lnTo>
                    <a:pt x="4004478" y="3355112"/>
                  </a:lnTo>
                  <a:lnTo>
                    <a:pt x="3954279" y="3413213"/>
                  </a:lnTo>
                  <a:lnTo>
                    <a:pt x="3907146" y="3477283"/>
                  </a:lnTo>
                  <a:lnTo>
                    <a:pt x="3862470" y="3547728"/>
                  </a:lnTo>
                  <a:lnTo>
                    <a:pt x="3829811" y="3605654"/>
                  </a:lnTo>
                  <a:lnTo>
                    <a:pt x="3797488" y="3668465"/>
                  </a:lnTo>
                  <a:lnTo>
                    <a:pt x="3765891" y="3735238"/>
                  </a:lnTo>
                  <a:lnTo>
                    <a:pt x="3734851" y="3806054"/>
                  </a:lnTo>
                  <a:lnTo>
                    <a:pt x="3704226" y="3880947"/>
                  </a:lnTo>
                  <a:lnTo>
                    <a:pt x="3673898" y="3959901"/>
                  </a:lnTo>
                  <a:lnTo>
                    <a:pt x="3643772" y="4042845"/>
                  </a:lnTo>
                  <a:lnTo>
                    <a:pt x="3613770" y="4129646"/>
                  </a:lnTo>
                  <a:lnTo>
                    <a:pt x="3583833" y="4220113"/>
                  </a:lnTo>
                  <a:lnTo>
                    <a:pt x="3553917" y="4313992"/>
                  </a:lnTo>
                  <a:lnTo>
                    <a:pt x="3523990" y="4410967"/>
                  </a:lnTo>
                  <a:lnTo>
                    <a:pt x="3494033" y="4510663"/>
                  </a:lnTo>
                  <a:lnTo>
                    <a:pt x="3464038" y="4612652"/>
                  </a:lnTo>
                  <a:lnTo>
                    <a:pt x="3434004" y="4716456"/>
                  </a:lnTo>
                  <a:lnTo>
                    <a:pt x="3403940" y="4821563"/>
                  </a:lnTo>
                  <a:lnTo>
                    <a:pt x="3373855" y="4927430"/>
                  </a:lnTo>
                  <a:lnTo>
                    <a:pt x="3343765" y="5033497"/>
                  </a:lnTo>
                  <a:lnTo>
                    <a:pt x="3313685" y="5139200"/>
                  </a:lnTo>
                  <a:lnTo>
                    <a:pt x="3283628" y="5243984"/>
                  </a:lnTo>
                  <a:lnTo>
                    <a:pt x="3253605" y="5347314"/>
                  </a:lnTo>
                  <a:lnTo>
                    <a:pt x="3223621" y="5448685"/>
                  </a:lnTo>
                  <a:lnTo>
                    <a:pt x="3193675" y="5547634"/>
                  </a:lnTo>
                  <a:lnTo>
                    <a:pt x="3163753" y="5643747"/>
                  </a:lnTo>
                  <a:lnTo>
                    <a:pt x="3133834" y="5736667"/>
                  </a:lnTo>
                  <a:lnTo>
                    <a:pt x="3103884" y="5826095"/>
                  </a:lnTo>
                  <a:lnTo>
                    <a:pt x="3073853" y="5911795"/>
                  </a:lnTo>
                  <a:lnTo>
                    <a:pt x="3043677" y="5993593"/>
                  </a:lnTo>
                  <a:lnTo>
                    <a:pt x="3013274" y="6071375"/>
                  </a:lnTo>
                  <a:lnTo>
                    <a:pt x="2982541" y="6145085"/>
                  </a:lnTo>
                  <a:lnTo>
                    <a:pt x="2951356" y="6214724"/>
                  </a:lnTo>
                  <a:lnTo>
                    <a:pt x="2919567" y="6280338"/>
                  </a:lnTo>
                  <a:lnTo>
                    <a:pt x="2896531" y="6324538"/>
                  </a:lnTo>
                  <a:lnTo>
                    <a:pt x="2853351" y="6399954"/>
                  </a:lnTo>
                  <a:lnTo>
                    <a:pt x="2808138" y="6468844"/>
                  </a:lnTo>
                  <a:lnTo>
                    <a:pt x="2760328" y="6531439"/>
                  </a:lnTo>
                  <a:lnTo>
                    <a:pt x="2709297" y="6588183"/>
                  </a:lnTo>
                  <a:lnTo>
                    <a:pt x="2654403" y="6639611"/>
                  </a:lnTo>
                  <a:lnTo>
                    <a:pt x="2595014" y="6686275"/>
                  </a:lnTo>
                  <a:lnTo>
                    <a:pt x="2530552" y="6728690"/>
                  </a:lnTo>
                  <a:lnTo>
                    <a:pt x="2460552" y="6767315"/>
                  </a:lnTo>
                  <a:lnTo>
                    <a:pt x="2384735" y="6802528"/>
                  </a:lnTo>
                  <a:lnTo>
                    <a:pt x="2303103" y="6834621"/>
                  </a:lnTo>
                  <a:lnTo>
                    <a:pt x="2216057" y="6863794"/>
                  </a:lnTo>
                  <a:lnTo>
                    <a:pt x="2124515" y="6890160"/>
                  </a:lnTo>
                  <a:lnTo>
                    <a:pt x="2030016" y="6913752"/>
                  </a:lnTo>
                  <a:lnTo>
                    <a:pt x="1934772" y="6934541"/>
                  </a:lnTo>
                  <a:lnTo>
                    <a:pt x="1841611" y="6952469"/>
                  </a:lnTo>
                  <a:lnTo>
                    <a:pt x="1753793" y="6967486"/>
                  </a:lnTo>
                  <a:lnTo>
                    <a:pt x="1674663" y="6979594"/>
                  </a:lnTo>
                  <a:lnTo>
                    <a:pt x="1607193" y="6988889"/>
                  </a:lnTo>
                  <a:lnTo>
                    <a:pt x="1553496" y="6995584"/>
                  </a:lnTo>
                  <a:lnTo>
                    <a:pt x="1514431" y="7000010"/>
                  </a:lnTo>
                  <a:lnTo>
                    <a:pt x="1489390" y="7002598"/>
                  </a:lnTo>
                  <a:lnTo>
                    <a:pt x="1476306" y="7003834"/>
                  </a:lnTo>
                  <a:lnTo>
                    <a:pt x="1471804" y="7004225"/>
                  </a:lnTo>
                  <a:lnTo>
                    <a:pt x="1471387" y="7004259"/>
                  </a:lnTo>
                  <a:lnTo>
                    <a:pt x="0" y="7004259"/>
                  </a:lnTo>
                  <a:close/>
                </a:path>
              </a:pathLst>
            </a:custGeom>
            <a:solidFill>
              <a:srgbClr val="8DCFF5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2169" name="pl2169"/>
            <p:cNvSpPr/>
            <p:nvPr/>
          </p:nvSpPr>
          <p:spPr>
            <a:xfrm>
              <a:off x="4799595" y="4203335"/>
              <a:ext cx="11981298" cy="7004259"/>
            </a:xfrm>
            <a:custGeom>
              <a:avLst/>
              <a:pathLst>
                <a:path w="11981298" h="7004259">
                  <a:moveTo>
                    <a:pt x="0" y="7004259"/>
                  </a:moveTo>
                  <a:lnTo>
                    <a:pt x="1471387" y="7004259"/>
                  </a:lnTo>
                  <a:lnTo>
                    <a:pt x="1472325" y="7004182"/>
                  </a:lnTo>
                  <a:lnTo>
                    <a:pt x="1478514" y="7003634"/>
                  </a:lnTo>
                  <a:lnTo>
                    <a:pt x="1494204" y="7002119"/>
                  </a:lnTo>
                  <a:lnTo>
                    <a:pt x="1522474" y="6999134"/>
                  </a:lnTo>
                  <a:lnTo>
                    <a:pt x="1565049" y="6994199"/>
                  </a:lnTo>
                  <a:lnTo>
                    <a:pt x="1622180" y="6986907"/>
                  </a:lnTo>
                  <a:lnTo>
                    <a:pt x="1692679" y="6976952"/>
                  </a:lnTo>
                  <a:lnTo>
                    <a:pt x="1774186" y="6964151"/>
                  </a:lnTo>
                  <a:lnTo>
                    <a:pt x="1863594" y="6948433"/>
                  </a:lnTo>
                  <a:lnTo>
                    <a:pt x="1957540" y="6929813"/>
                  </a:lnTo>
                  <a:lnTo>
                    <a:pt x="2052842" y="6908347"/>
                  </a:lnTo>
                  <a:lnTo>
                    <a:pt x="2146808" y="6884090"/>
                  </a:lnTo>
                  <a:lnTo>
                    <a:pt x="2237387" y="6857056"/>
                  </a:lnTo>
                  <a:lnTo>
                    <a:pt x="2323197" y="6827197"/>
                  </a:lnTo>
                  <a:lnTo>
                    <a:pt x="2403454" y="6794377"/>
                  </a:lnTo>
                  <a:lnTo>
                    <a:pt x="2477864" y="6758376"/>
                  </a:lnTo>
                  <a:lnTo>
                    <a:pt x="2546501" y="6718879"/>
                  </a:lnTo>
                  <a:lnTo>
                    <a:pt x="2609699" y="6675489"/>
                  </a:lnTo>
                  <a:lnTo>
                    <a:pt x="2667955" y="6627732"/>
                  </a:lnTo>
                  <a:lnTo>
                    <a:pt x="2721864" y="6575079"/>
                  </a:lnTo>
                  <a:lnTo>
                    <a:pt x="2772064" y="6516979"/>
                  </a:lnTo>
                  <a:lnTo>
                    <a:pt x="2819196" y="6452909"/>
                  </a:lnTo>
                  <a:lnTo>
                    <a:pt x="2863872" y="6382464"/>
                  </a:lnTo>
                  <a:lnTo>
                    <a:pt x="2896531" y="6324538"/>
                  </a:lnTo>
                  <a:lnTo>
                    <a:pt x="2928854" y="6261727"/>
                  </a:lnTo>
                  <a:lnTo>
                    <a:pt x="2960451" y="6194954"/>
                  </a:lnTo>
                  <a:lnTo>
                    <a:pt x="2991491" y="6124138"/>
                  </a:lnTo>
                  <a:lnTo>
                    <a:pt x="3022116" y="6049245"/>
                  </a:lnTo>
                  <a:lnTo>
                    <a:pt x="3052444" y="5970290"/>
                  </a:lnTo>
                  <a:lnTo>
                    <a:pt x="3082570" y="5887347"/>
                  </a:lnTo>
                  <a:lnTo>
                    <a:pt x="3112572" y="5800546"/>
                  </a:lnTo>
                  <a:lnTo>
                    <a:pt x="3142509" y="5710079"/>
                  </a:lnTo>
                  <a:lnTo>
                    <a:pt x="3172425" y="5616200"/>
                  </a:lnTo>
                  <a:lnTo>
                    <a:pt x="3202352" y="5519225"/>
                  </a:lnTo>
                  <a:lnTo>
                    <a:pt x="3232309" y="5419529"/>
                  </a:lnTo>
                  <a:lnTo>
                    <a:pt x="3262304" y="5317540"/>
                  </a:lnTo>
                  <a:lnTo>
                    <a:pt x="3292338" y="5213736"/>
                  </a:lnTo>
                  <a:lnTo>
                    <a:pt x="3322402" y="5108629"/>
                  </a:lnTo>
                  <a:lnTo>
                    <a:pt x="3352487" y="5002762"/>
                  </a:lnTo>
                  <a:lnTo>
                    <a:pt x="3382577" y="4896695"/>
                  </a:lnTo>
                  <a:lnTo>
                    <a:pt x="3412658" y="4790992"/>
                  </a:lnTo>
                  <a:lnTo>
                    <a:pt x="3442714" y="4686208"/>
                  </a:lnTo>
                  <a:lnTo>
                    <a:pt x="3472737" y="4582878"/>
                  </a:lnTo>
                  <a:lnTo>
                    <a:pt x="3502721" y="4481507"/>
                  </a:lnTo>
                  <a:lnTo>
                    <a:pt x="3532668" y="4382558"/>
                  </a:lnTo>
                  <a:lnTo>
                    <a:pt x="3562589" y="4286444"/>
                  </a:lnTo>
                  <a:lnTo>
                    <a:pt x="3592508" y="4193525"/>
                  </a:lnTo>
                  <a:lnTo>
                    <a:pt x="3622458" y="4104096"/>
                  </a:lnTo>
                  <a:lnTo>
                    <a:pt x="3652489" y="4018397"/>
                  </a:lnTo>
                  <a:lnTo>
                    <a:pt x="3682665" y="3936599"/>
                  </a:lnTo>
                  <a:lnTo>
                    <a:pt x="3713069" y="3858817"/>
                  </a:lnTo>
                  <a:lnTo>
                    <a:pt x="3743801" y="3785107"/>
                  </a:lnTo>
                  <a:lnTo>
                    <a:pt x="3774987" y="3715468"/>
                  </a:lnTo>
                  <a:lnTo>
                    <a:pt x="3806775" y="3649854"/>
                  </a:lnTo>
                  <a:lnTo>
                    <a:pt x="3829811" y="3605654"/>
                  </a:lnTo>
                  <a:lnTo>
                    <a:pt x="3872991" y="3530238"/>
                  </a:lnTo>
                  <a:lnTo>
                    <a:pt x="3918204" y="3461348"/>
                  </a:lnTo>
                  <a:lnTo>
                    <a:pt x="3966014" y="3398753"/>
                  </a:lnTo>
                  <a:lnTo>
                    <a:pt x="4017045" y="3342009"/>
                  </a:lnTo>
                  <a:lnTo>
                    <a:pt x="4071939" y="3290581"/>
                  </a:lnTo>
                  <a:lnTo>
                    <a:pt x="4131328" y="3243917"/>
                  </a:lnTo>
                  <a:lnTo>
                    <a:pt x="4195790" y="3201502"/>
                  </a:lnTo>
                  <a:lnTo>
                    <a:pt x="4265790" y="3162877"/>
                  </a:lnTo>
                  <a:lnTo>
                    <a:pt x="4341607" y="3127664"/>
                  </a:lnTo>
                  <a:lnTo>
                    <a:pt x="4423239" y="3095571"/>
                  </a:lnTo>
                  <a:lnTo>
                    <a:pt x="4510285" y="3066398"/>
                  </a:lnTo>
                  <a:lnTo>
                    <a:pt x="4601827" y="3040032"/>
                  </a:lnTo>
                  <a:lnTo>
                    <a:pt x="4696326" y="3016440"/>
                  </a:lnTo>
                  <a:lnTo>
                    <a:pt x="4791570" y="2995651"/>
                  </a:lnTo>
                  <a:lnTo>
                    <a:pt x="4884731" y="2977723"/>
                  </a:lnTo>
                  <a:lnTo>
                    <a:pt x="4972549" y="2962706"/>
                  </a:lnTo>
                  <a:lnTo>
                    <a:pt x="5051679" y="2950598"/>
                  </a:lnTo>
                  <a:lnTo>
                    <a:pt x="5119149" y="2941303"/>
                  </a:lnTo>
                  <a:lnTo>
                    <a:pt x="5172846" y="2934608"/>
                  </a:lnTo>
                  <a:lnTo>
                    <a:pt x="5211911" y="2930182"/>
                  </a:lnTo>
                  <a:lnTo>
                    <a:pt x="5236952" y="2927594"/>
                  </a:lnTo>
                  <a:lnTo>
                    <a:pt x="5250036" y="2926358"/>
                  </a:lnTo>
                  <a:lnTo>
                    <a:pt x="5254538" y="2925967"/>
                  </a:lnTo>
                  <a:lnTo>
                    <a:pt x="5254955" y="2925933"/>
                  </a:lnTo>
                  <a:lnTo>
                    <a:pt x="6726343" y="2925933"/>
                  </a:lnTo>
                  <a:lnTo>
                    <a:pt x="6727484" y="2925865"/>
                  </a:lnTo>
                  <a:lnTo>
                    <a:pt x="6734983" y="2925384"/>
                  </a:lnTo>
                  <a:lnTo>
                    <a:pt x="6753888" y="2924054"/>
                  </a:lnTo>
                  <a:lnTo>
                    <a:pt x="6787685" y="2921434"/>
                  </a:lnTo>
                  <a:lnTo>
                    <a:pt x="6838053" y="2917119"/>
                  </a:lnTo>
                  <a:lnTo>
                    <a:pt x="6904739" y="2910776"/>
                  </a:lnTo>
                  <a:lnTo>
                    <a:pt x="6985707" y="2902177"/>
                  </a:lnTo>
                  <a:lnTo>
                    <a:pt x="7077605" y="2891208"/>
                  </a:lnTo>
                  <a:lnTo>
                    <a:pt x="7176416" y="2877850"/>
                  </a:lnTo>
                  <a:lnTo>
                    <a:pt x="7278115" y="2862140"/>
                  </a:lnTo>
                  <a:lnTo>
                    <a:pt x="7379180" y="2844130"/>
                  </a:lnTo>
                  <a:lnTo>
                    <a:pt x="7476883" y="2823846"/>
                  </a:lnTo>
                  <a:lnTo>
                    <a:pt x="7569370" y="2801256"/>
                  </a:lnTo>
                  <a:lnTo>
                    <a:pt x="7655584" y="2776254"/>
                  </a:lnTo>
                  <a:lnTo>
                    <a:pt x="7735129" y="2748652"/>
                  </a:lnTo>
                  <a:lnTo>
                    <a:pt x="7808091" y="2718174"/>
                  </a:lnTo>
                  <a:lnTo>
                    <a:pt x="7874891" y="2684468"/>
                  </a:lnTo>
                  <a:lnTo>
                    <a:pt x="7936156" y="2647112"/>
                  </a:lnTo>
                  <a:lnTo>
                    <a:pt x="7992628" y="2605635"/>
                  </a:lnTo>
                  <a:lnTo>
                    <a:pt x="8045089" y="2559558"/>
                  </a:lnTo>
                  <a:lnTo>
                    <a:pt x="8094314" y="2508448"/>
                  </a:lnTo>
                  <a:lnTo>
                    <a:pt x="8141023" y="2452025"/>
                  </a:lnTo>
                  <a:lnTo>
                    <a:pt x="8151487" y="2438277"/>
                  </a:lnTo>
                  <a:lnTo>
                    <a:pt x="8188686" y="2386072"/>
                  </a:lnTo>
                  <a:lnTo>
                    <a:pt x="8224955" y="2330074"/>
                  </a:lnTo>
                  <a:lnTo>
                    <a:pt x="8260545" y="2270207"/>
                  </a:lnTo>
                  <a:lnTo>
                    <a:pt x="8295658" y="2206454"/>
                  </a:lnTo>
                  <a:lnTo>
                    <a:pt x="8330457" y="2138865"/>
                  </a:lnTo>
                  <a:lnTo>
                    <a:pt x="8365067" y="2067563"/>
                  </a:lnTo>
                  <a:lnTo>
                    <a:pt x="8399584" y="1992748"/>
                  </a:lnTo>
                  <a:lnTo>
                    <a:pt x="8434078" y="1914702"/>
                  </a:lnTo>
                  <a:lnTo>
                    <a:pt x="8468592" y="1833779"/>
                  </a:lnTo>
                  <a:lnTo>
                    <a:pt x="8503151" y="1750411"/>
                  </a:lnTo>
                  <a:lnTo>
                    <a:pt x="8537762" y="1665093"/>
                  </a:lnTo>
                  <a:lnTo>
                    <a:pt x="8572418" y="1578374"/>
                  </a:lnTo>
                  <a:lnTo>
                    <a:pt x="8607104" y="1490846"/>
                  </a:lnTo>
                  <a:lnTo>
                    <a:pt x="8641797" y="1403121"/>
                  </a:lnTo>
                  <a:lnTo>
                    <a:pt x="8676474" y="1315818"/>
                  </a:lnTo>
                  <a:lnTo>
                    <a:pt x="8711115" y="1229543"/>
                  </a:lnTo>
                  <a:lnTo>
                    <a:pt x="8745707" y="1144875"/>
                  </a:lnTo>
                  <a:lnTo>
                    <a:pt x="8780248" y="1062344"/>
                  </a:lnTo>
                  <a:lnTo>
                    <a:pt x="8814751" y="982424"/>
                  </a:lnTo>
                  <a:lnTo>
                    <a:pt x="8849247" y="905518"/>
                  </a:lnTo>
                  <a:lnTo>
                    <a:pt x="8883789" y="831956"/>
                  </a:lnTo>
                  <a:lnTo>
                    <a:pt x="8918455" y="761989"/>
                  </a:lnTo>
                  <a:lnTo>
                    <a:pt x="8953352" y="695787"/>
                  </a:lnTo>
                  <a:lnTo>
                    <a:pt x="8988618" y="633449"/>
                  </a:lnTo>
                  <a:lnTo>
                    <a:pt x="9024430" y="574998"/>
                  </a:lnTo>
                  <a:lnTo>
                    <a:pt x="9061006" y="520394"/>
                  </a:lnTo>
                  <a:lnTo>
                    <a:pt x="9084767" y="487655"/>
                  </a:lnTo>
                  <a:lnTo>
                    <a:pt x="9130987" y="429998"/>
                  </a:lnTo>
                  <a:lnTo>
                    <a:pt x="9179572" y="377682"/>
                  </a:lnTo>
                  <a:lnTo>
                    <a:pt x="9231221" y="330480"/>
                  </a:lnTo>
                  <a:lnTo>
                    <a:pt x="9286700" y="287986"/>
                  </a:lnTo>
                  <a:lnTo>
                    <a:pt x="9346793" y="249724"/>
                  </a:lnTo>
                  <a:lnTo>
                    <a:pt x="9412258" y="215217"/>
                  </a:lnTo>
                  <a:lnTo>
                    <a:pt x="9483755" y="184031"/>
                  </a:lnTo>
                  <a:lnTo>
                    <a:pt x="9561762" y="155794"/>
                  </a:lnTo>
                  <a:lnTo>
                    <a:pt x="9646456" y="130213"/>
                  </a:lnTo>
                  <a:lnTo>
                    <a:pt x="9737566" y="107080"/>
                  </a:lnTo>
                  <a:lnTo>
                    <a:pt x="9834202" y="86270"/>
                  </a:lnTo>
                  <a:lnTo>
                    <a:pt x="9934703" y="67736"/>
                  </a:lnTo>
                  <a:lnTo>
                    <a:pt x="10036542" y="51492"/>
                  </a:lnTo>
                  <a:lnTo>
                    <a:pt x="10136362" y="37588"/>
                  </a:lnTo>
                  <a:lnTo>
                    <a:pt x="10230218" y="26068"/>
                  </a:lnTo>
                  <a:lnTo>
                    <a:pt x="10314035" y="16930"/>
                  </a:lnTo>
                  <a:lnTo>
                    <a:pt x="10384246" y="10084"/>
                  </a:lnTo>
                  <a:lnTo>
                    <a:pt x="10438463" y="5328"/>
                  </a:lnTo>
                  <a:lnTo>
                    <a:pt x="10475996" y="2352"/>
                  </a:lnTo>
                  <a:lnTo>
                    <a:pt x="10498082" y="763"/>
                  </a:lnTo>
                  <a:lnTo>
                    <a:pt x="10507813" y="126"/>
                  </a:lnTo>
                  <a:lnTo>
                    <a:pt x="10509896" y="0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70" name="pl2170"/>
            <p:cNvSpPr/>
            <p:nvPr/>
          </p:nvSpPr>
          <p:spPr>
            <a:xfrm>
              <a:off x="4799595" y="4195162"/>
              <a:ext cx="11981298" cy="7004259"/>
            </a:xfrm>
            <a:custGeom>
              <a:avLst/>
              <a:pathLst>
                <a:path w="11981298" h="7004259">
                  <a:moveTo>
                    <a:pt x="11981298" y="0"/>
                  </a:moveTo>
                  <a:lnTo>
                    <a:pt x="10509911" y="0"/>
                  </a:lnTo>
                  <a:lnTo>
                    <a:pt x="10508770" y="67"/>
                  </a:lnTo>
                  <a:lnTo>
                    <a:pt x="10501270" y="548"/>
                  </a:lnTo>
                  <a:lnTo>
                    <a:pt x="10482365" y="1879"/>
                  </a:lnTo>
                  <a:lnTo>
                    <a:pt x="10448568" y="4498"/>
                  </a:lnTo>
                  <a:lnTo>
                    <a:pt x="10398200" y="8813"/>
                  </a:lnTo>
                  <a:lnTo>
                    <a:pt x="10331514" y="15157"/>
                  </a:lnTo>
                  <a:lnTo>
                    <a:pt x="10250546" y="23755"/>
                  </a:lnTo>
                  <a:lnTo>
                    <a:pt x="10158648" y="34724"/>
                  </a:lnTo>
                  <a:lnTo>
                    <a:pt x="10059837" y="48082"/>
                  </a:lnTo>
                  <a:lnTo>
                    <a:pt x="9958139" y="63792"/>
                  </a:lnTo>
                  <a:lnTo>
                    <a:pt x="9857074" y="81802"/>
                  </a:lnTo>
                  <a:lnTo>
                    <a:pt x="9759370" y="102087"/>
                  </a:lnTo>
                  <a:lnTo>
                    <a:pt x="9666884" y="124677"/>
                  </a:lnTo>
                  <a:lnTo>
                    <a:pt x="9580669" y="149678"/>
                  </a:lnTo>
                  <a:lnTo>
                    <a:pt x="9501124" y="177281"/>
                  </a:lnTo>
                  <a:lnTo>
                    <a:pt x="9428162" y="207758"/>
                  </a:lnTo>
                  <a:lnTo>
                    <a:pt x="9361362" y="241464"/>
                  </a:lnTo>
                  <a:lnTo>
                    <a:pt x="9300097" y="278820"/>
                  </a:lnTo>
                  <a:lnTo>
                    <a:pt x="9243625" y="320297"/>
                  </a:lnTo>
                  <a:lnTo>
                    <a:pt x="9191164" y="366375"/>
                  </a:lnTo>
                  <a:lnTo>
                    <a:pt x="9141939" y="417485"/>
                  </a:lnTo>
                  <a:lnTo>
                    <a:pt x="9095231" y="473907"/>
                  </a:lnTo>
                  <a:lnTo>
                    <a:pt x="9084767" y="487655"/>
                  </a:lnTo>
                  <a:lnTo>
                    <a:pt x="9047567" y="539860"/>
                  </a:lnTo>
                  <a:lnTo>
                    <a:pt x="9011298" y="595858"/>
                  </a:lnTo>
                  <a:lnTo>
                    <a:pt x="8975708" y="655725"/>
                  </a:lnTo>
                  <a:lnTo>
                    <a:pt x="8940595" y="719478"/>
                  </a:lnTo>
                  <a:lnTo>
                    <a:pt x="8905796" y="787068"/>
                  </a:lnTo>
                  <a:lnTo>
                    <a:pt x="8871186" y="858370"/>
                  </a:lnTo>
                  <a:lnTo>
                    <a:pt x="8836669" y="933184"/>
                  </a:lnTo>
                  <a:lnTo>
                    <a:pt x="8802175" y="1011231"/>
                  </a:lnTo>
                  <a:lnTo>
                    <a:pt x="8767661" y="1092154"/>
                  </a:lnTo>
                  <a:lnTo>
                    <a:pt x="8733102" y="1175522"/>
                  </a:lnTo>
                  <a:lnTo>
                    <a:pt x="8698491" y="1260840"/>
                  </a:lnTo>
                  <a:lnTo>
                    <a:pt x="8663835" y="1347558"/>
                  </a:lnTo>
                  <a:lnTo>
                    <a:pt x="8629149" y="1435086"/>
                  </a:lnTo>
                  <a:lnTo>
                    <a:pt x="8594457" y="1522812"/>
                  </a:lnTo>
                  <a:lnTo>
                    <a:pt x="8559779" y="1610115"/>
                  </a:lnTo>
                  <a:lnTo>
                    <a:pt x="8525138" y="1696389"/>
                  </a:lnTo>
                  <a:lnTo>
                    <a:pt x="8490546" y="1781057"/>
                  </a:lnTo>
                  <a:lnTo>
                    <a:pt x="8456005" y="1863588"/>
                  </a:lnTo>
                  <a:lnTo>
                    <a:pt x="8421502" y="1943509"/>
                  </a:lnTo>
                  <a:lnTo>
                    <a:pt x="8387006" y="2020414"/>
                  </a:lnTo>
                  <a:lnTo>
                    <a:pt x="8352464" y="2093976"/>
                  </a:lnTo>
                  <a:lnTo>
                    <a:pt x="8317798" y="2163944"/>
                  </a:lnTo>
                  <a:lnTo>
                    <a:pt x="8282901" y="2230145"/>
                  </a:lnTo>
                  <a:lnTo>
                    <a:pt x="8247635" y="2292484"/>
                  </a:lnTo>
                  <a:lnTo>
                    <a:pt x="8211823" y="2350935"/>
                  </a:lnTo>
                  <a:lnTo>
                    <a:pt x="8175247" y="2405538"/>
                  </a:lnTo>
                  <a:lnTo>
                    <a:pt x="8151487" y="2438277"/>
                  </a:lnTo>
                  <a:lnTo>
                    <a:pt x="8105266" y="2495935"/>
                  </a:lnTo>
                  <a:lnTo>
                    <a:pt x="8056681" y="2548251"/>
                  </a:lnTo>
                  <a:lnTo>
                    <a:pt x="8005032" y="2595452"/>
                  </a:lnTo>
                  <a:lnTo>
                    <a:pt x="7949553" y="2637946"/>
                  </a:lnTo>
                  <a:lnTo>
                    <a:pt x="7889460" y="2676208"/>
                  </a:lnTo>
                  <a:lnTo>
                    <a:pt x="7823995" y="2710715"/>
                  </a:lnTo>
                  <a:lnTo>
                    <a:pt x="7752498" y="2741902"/>
                  </a:lnTo>
                  <a:lnTo>
                    <a:pt x="7674491" y="2770139"/>
                  </a:lnTo>
                  <a:lnTo>
                    <a:pt x="7589797" y="2795719"/>
                  </a:lnTo>
                  <a:lnTo>
                    <a:pt x="7498687" y="2818852"/>
                  </a:lnTo>
                  <a:lnTo>
                    <a:pt x="7402052" y="2839662"/>
                  </a:lnTo>
                  <a:lnTo>
                    <a:pt x="7301550" y="2858196"/>
                  </a:lnTo>
                  <a:lnTo>
                    <a:pt x="7199712" y="2874440"/>
                  </a:lnTo>
                  <a:lnTo>
                    <a:pt x="7099891" y="2888344"/>
                  </a:lnTo>
                  <a:lnTo>
                    <a:pt x="7006035" y="2899864"/>
                  </a:lnTo>
                  <a:lnTo>
                    <a:pt x="6922218" y="2909002"/>
                  </a:lnTo>
                  <a:lnTo>
                    <a:pt x="6852007" y="2915849"/>
                  </a:lnTo>
                  <a:lnTo>
                    <a:pt x="6797790" y="2920605"/>
                  </a:lnTo>
                  <a:lnTo>
                    <a:pt x="6760257" y="2923580"/>
                  </a:lnTo>
                  <a:lnTo>
                    <a:pt x="6738171" y="2925169"/>
                  </a:lnTo>
                  <a:lnTo>
                    <a:pt x="6728440" y="2925807"/>
                  </a:lnTo>
                  <a:lnTo>
                    <a:pt x="6726357" y="2925932"/>
                  </a:lnTo>
                  <a:lnTo>
                    <a:pt x="6726343" y="2925933"/>
                  </a:lnTo>
                  <a:lnTo>
                    <a:pt x="5254955" y="2925933"/>
                  </a:lnTo>
                  <a:lnTo>
                    <a:pt x="5254017" y="2926010"/>
                  </a:lnTo>
                  <a:lnTo>
                    <a:pt x="5247828" y="2926558"/>
                  </a:lnTo>
                  <a:lnTo>
                    <a:pt x="5232138" y="2928073"/>
                  </a:lnTo>
                  <a:lnTo>
                    <a:pt x="5203869" y="2931058"/>
                  </a:lnTo>
                  <a:lnTo>
                    <a:pt x="5161293" y="2935993"/>
                  </a:lnTo>
                  <a:lnTo>
                    <a:pt x="5104162" y="2943285"/>
                  </a:lnTo>
                  <a:lnTo>
                    <a:pt x="5033663" y="2953240"/>
                  </a:lnTo>
                  <a:lnTo>
                    <a:pt x="4952156" y="2966041"/>
                  </a:lnTo>
                  <a:lnTo>
                    <a:pt x="4862748" y="2981759"/>
                  </a:lnTo>
                  <a:lnTo>
                    <a:pt x="4768802" y="3000379"/>
                  </a:lnTo>
                  <a:lnTo>
                    <a:pt x="4673500" y="3021845"/>
                  </a:lnTo>
                  <a:lnTo>
                    <a:pt x="4579534" y="3046102"/>
                  </a:lnTo>
                  <a:lnTo>
                    <a:pt x="4488955" y="3073136"/>
                  </a:lnTo>
                  <a:lnTo>
                    <a:pt x="4403145" y="3102995"/>
                  </a:lnTo>
                  <a:lnTo>
                    <a:pt x="4322888" y="3135815"/>
                  </a:lnTo>
                  <a:lnTo>
                    <a:pt x="4248478" y="3171816"/>
                  </a:lnTo>
                  <a:lnTo>
                    <a:pt x="4179841" y="3211313"/>
                  </a:lnTo>
                  <a:lnTo>
                    <a:pt x="4116643" y="3254703"/>
                  </a:lnTo>
                  <a:lnTo>
                    <a:pt x="4058387" y="3302460"/>
                  </a:lnTo>
                  <a:lnTo>
                    <a:pt x="4004478" y="3355112"/>
                  </a:lnTo>
                  <a:lnTo>
                    <a:pt x="3954279" y="3413213"/>
                  </a:lnTo>
                  <a:lnTo>
                    <a:pt x="3907146" y="3477283"/>
                  </a:lnTo>
                  <a:lnTo>
                    <a:pt x="3862470" y="3547728"/>
                  </a:lnTo>
                  <a:lnTo>
                    <a:pt x="3829811" y="3605654"/>
                  </a:lnTo>
                  <a:lnTo>
                    <a:pt x="3797488" y="3668465"/>
                  </a:lnTo>
                  <a:lnTo>
                    <a:pt x="3765891" y="3735238"/>
                  </a:lnTo>
                  <a:lnTo>
                    <a:pt x="3734851" y="3806054"/>
                  </a:lnTo>
                  <a:lnTo>
                    <a:pt x="3704226" y="3880947"/>
                  </a:lnTo>
                  <a:lnTo>
                    <a:pt x="3673898" y="3959901"/>
                  </a:lnTo>
                  <a:lnTo>
                    <a:pt x="3643772" y="4042845"/>
                  </a:lnTo>
                  <a:lnTo>
                    <a:pt x="3613770" y="4129646"/>
                  </a:lnTo>
                  <a:lnTo>
                    <a:pt x="3583833" y="4220113"/>
                  </a:lnTo>
                  <a:lnTo>
                    <a:pt x="3553917" y="4313992"/>
                  </a:lnTo>
                  <a:lnTo>
                    <a:pt x="3523990" y="4410967"/>
                  </a:lnTo>
                  <a:lnTo>
                    <a:pt x="3494033" y="4510663"/>
                  </a:lnTo>
                  <a:lnTo>
                    <a:pt x="3464038" y="4612652"/>
                  </a:lnTo>
                  <a:lnTo>
                    <a:pt x="3434004" y="4716456"/>
                  </a:lnTo>
                  <a:lnTo>
                    <a:pt x="3403940" y="4821563"/>
                  </a:lnTo>
                  <a:lnTo>
                    <a:pt x="3373855" y="4927430"/>
                  </a:lnTo>
                  <a:lnTo>
                    <a:pt x="3343765" y="5033497"/>
                  </a:lnTo>
                  <a:lnTo>
                    <a:pt x="3313685" y="5139200"/>
                  </a:lnTo>
                  <a:lnTo>
                    <a:pt x="3283628" y="5243984"/>
                  </a:lnTo>
                  <a:lnTo>
                    <a:pt x="3253605" y="5347314"/>
                  </a:lnTo>
                  <a:lnTo>
                    <a:pt x="3223621" y="5448685"/>
                  </a:lnTo>
                  <a:lnTo>
                    <a:pt x="3193675" y="5547634"/>
                  </a:lnTo>
                  <a:lnTo>
                    <a:pt x="3163753" y="5643747"/>
                  </a:lnTo>
                  <a:lnTo>
                    <a:pt x="3133834" y="5736667"/>
                  </a:lnTo>
                  <a:lnTo>
                    <a:pt x="3103884" y="5826095"/>
                  </a:lnTo>
                  <a:lnTo>
                    <a:pt x="3073853" y="5911795"/>
                  </a:lnTo>
                  <a:lnTo>
                    <a:pt x="3043677" y="5993593"/>
                  </a:lnTo>
                  <a:lnTo>
                    <a:pt x="3013274" y="6071375"/>
                  </a:lnTo>
                  <a:lnTo>
                    <a:pt x="2982541" y="6145085"/>
                  </a:lnTo>
                  <a:lnTo>
                    <a:pt x="2951356" y="6214724"/>
                  </a:lnTo>
                  <a:lnTo>
                    <a:pt x="2919567" y="6280338"/>
                  </a:lnTo>
                  <a:lnTo>
                    <a:pt x="2896531" y="6324538"/>
                  </a:lnTo>
                  <a:lnTo>
                    <a:pt x="2853351" y="6399954"/>
                  </a:lnTo>
                  <a:lnTo>
                    <a:pt x="2808138" y="6468844"/>
                  </a:lnTo>
                  <a:lnTo>
                    <a:pt x="2760328" y="6531439"/>
                  </a:lnTo>
                  <a:lnTo>
                    <a:pt x="2709297" y="6588183"/>
                  </a:lnTo>
                  <a:lnTo>
                    <a:pt x="2654403" y="6639611"/>
                  </a:lnTo>
                  <a:lnTo>
                    <a:pt x="2595014" y="6686275"/>
                  </a:lnTo>
                  <a:lnTo>
                    <a:pt x="2530552" y="6728690"/>
                  </a:lnTo>
                  <a:lnTo>
                    <a:pt x="2460552" y="6767315"/>
                  </a:lnTo>
                  <a:lnTo>
                    <a:pt x="2384735" y="6802528"/>
                  </a:lnTo>
                  <a:lnTo>
                    <a:pt x="2303103" y="6834621"/>
                  </a:lnTo>
                  <a:lnTo>
                    <a:pt x="2216057" y="6863794"/>
                  </a:lnTo>
                  <a:lnTo>
                    <a:pt x="2124515" y="6890160"/>
                  </a:lnTo>
                  <a:lnTo>
                    <a:pt x="2030016" y="6913752"/>
                  </a:lnTo>
                  <a:lnTo>
                    <a:pt x="1934772" y="6934541"/>
                  </a:lnTo>
                  <a:lnTo>
                    <a:pt x="1841611" y="6952469"/>
                  </a:lnTo>
                  <a:lnTo>
                    <a:pt x="1753793" y="6967486"/>
                  </a:lnTo>
                  <a:lnTo>
                    <a:pt x="1674663" y="6979594"/>
                  </a:lnTo>
                  <a:lnTo>
                    <a:pt x="1607193" y="6988889"/>
                  </a:lnTo>
                  <a:lnTo>
                    <a:pt x="1553496" y="6995584"/>
                  </a:lnTo>
                  <a:lnTo>
                    <a:pt x="1514431" y="7000010"/>
                  </a:lnTo>
                  <a:lnTo>
                    <a:pt x="1489390" y="7002598"/>
                  </a:lnTo>
                  <a:lnTo>
                    <a:pt x="1476306" y="7003834"/>
                  </a:lnTo>
                  <a:lnTo>
                    <a:pt x="1471804" y="7004225"/>
                  </a:lnTo>
                  <a:lnTo>
                    <a:pt x="1471387" y="7004259"/>
                  </a:lnTo>
                  <a:lnTo>
                    <a:pt x="0" y="700425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71" name="pg2171"/>
            <p:cNvSpPr/>
            <p:nvPr/>
          </p:nvSpPr>
          <p:spPr>
            <a:xfrm>
              <a:off x="4799595" y="7219171"/>
              <a:ext cx="11981298" cy="3996596"/>
            </a:xfrm>
            <a:custGeom>
              <a:avLst/>
              <a:pathLst>
                <a:path w="11981298" h="3996596">
                  <a:moveTo>
                    <a:pt x="0" y="3996596"/>
                  </a:moveTo>
                  <a:lnTo>
                    <a:pt x="1471387" y="3996596"/>
                  </a:lnTo>
                  <a:lnTo>
                    <a:pt x="1472330" y="3996520"/>
                  </a:lnTo>
                  <a:lnTo>
                    <a:pt x="1478555" y="3995981"/>
                  </a:lnTo>
                  <a:lnTo>
                    <a:pt x="1494330" y="3994490"/>
                  </a:lnTo>
                  <a:lnTo>
                    <a:pt x="1522748" y="3991554"/>
                  </a:lnTo>
                  <a:lnTo>
                    <a:pt x="1565536" y="3986700"/>
                  </a:lnTo>
                  <a:lnTo>
                    <a:pt x="1622929" y="3979528"/>
                  </a:lnTo>
                  <a:lnTo>
                    <a:pt x="1693721" y="3969739"/>
                  </a:lnTo>
                  <a:lnTo>
                    <a:pt x="1775525" y="3957154"/>
                  </a:lnTo>
                  <a:lnTo>
                    <a:pt x="1865209" y="3941706"/>
                  </a:lnTo>
                  <a:lnTo>
                    <a:pt x="1959390" y="3923409"/>
                  </a:lnTo>
                  <a:lnTo>
                    <a:pt x="2054875" y="3902319"/>
                  </a:lnTo>
                  <a:lnTo>
                    <a:pt x="2148967" y="3878490"/>
                  </a:lnTo>
                  <a:lnTo>
                    <a:pt x="2239620" y="3851934"/>
                  </a:lnTo>
                  <a:lnTo>
                    <a:pt x="2325458" y="3822602"/>
                  </a:lnTo>
                  <a:lnTo>
                    <a:pt x="2405708" y="3790359"/>
                  </a:lnTo>
                  <a:lnTo>
                    <a:pt x="2480085" y="3754984"/>
                  </a:lnTo>
                  <a:lnTo>
                    <a:pt x="2548675" y="3716167"/>
                  </a:lnTo>
                  <a:lnTo>
                    <a:pt x="2611818" y="3673513"/>
                  </a:lnTo>
                  <a:lnTo>
                    <a:pt x="2670020" y="3626555"/>
                  </a:lnTo>
                  <a:lnTo>
                    <a:pt x="2723881" y="3574770"/>
                  </a:lnTo>
                  <a:lnTo>
                    <a:pt x="2774044" y="3517616"/>
                  </a:lnTo>
                  <a:lnTo>
                    <a:pt x="2821154" y="3454582"/>
                  </a:lnTo>
                  <a:lnTo>
                    <a:pt x="2865822" y="3385277"/>
                  </a:lnTo>
                  <a:lnTo>
                    <a:pt x="2896531" y="3331858"/>
                  </a:lnTo>
                  <a:lnTo>
                    <a:pt x="2929173" y="3269799"/>
                  </a:lnTo>
                  <a:lnTo>
                    <a:pt x="2961076" y="3203785"/>
                  </a:lnTo>
                  <a:lnTo>
                    <a:pt x="2992414" y="3133738"/>
                  </a:lnTo>
                  <a:lnTo>
                    <a:pt x="3023334" y="3059622"/>
                  </a:lnTo>
                  <a:lnTo>
                    <a:pt x="3053954" y="2981457"/>
                  </a:lnTo>
                  <a:lnTo>
                    <a:pt x="3084372" y="2899319"/>
                  </a:lnTo>
                  <a:lnTo>
                    <a:pt x="3114668" y="2813341"/>
                  </a:lnTo>
                  <a:lnTo>
                    <a:pt x="3144901" y="2723721"/>
                  </a:lnTo>
                  <a:lnTo>
                    <a:pt x="3175117" y="2630721"/>
                  </a:lnTo>
                  <a:lnTo>
                    <a:pt x="3205345" y="2534664"/>
                  </a:lnTo>
                  <a:lnTo>
                    <a:pt x="3235606" y="2435933"/>
                  </a:lnTo>
                  <a:lnTo>
                    <a:pt x="3265905" y="2334966"/>
                  </a:lnTo>
                  <a:lnTo>
                    <a:pt x="3296243" y="2232246"/>
                  </a:lnTo>
                  <a:lnTo>
                    <a:pt x="3326612" y="2128295"/>
                  </a:lnTo>
                  <a:lnTo>
                    <a:pt x="3356999" y="2023665"/>
                  </a:lnTo>
                  <a:lnTo>
                    <a:pt x="3387389" y="1918919"/>
                  </a:lnTo>
                  <a:lnTo>
                    <a:pt x="3417767" y="1814625"/>
                  </a:lnTo>
                  <a:lnTo>
                    <a:pt x="3448119" y="1711341"/>
                  </a:lnTo>
                  <a:lnTo>
                    <a:pt x="3478435" y="1609601"/>
                  </a:lnTo>
                  <a:lnTo>
                    <a:pt x="3508711" y="1509906"/>
                  </a:lnTo>
                  <a:lnTo>
                    <a:pt x="3538950" y="1412713"/>
                  </a:lnTo>
                  <a:lnTo>
                    <a:pt x="3569168" y="1318429"/>
                  </a:lnTo>
                  <a:lnTo>
                    <a:pt x="3599390" y="1227402"/>
                  </a:lnTo>
                  <a:lnTo>
                    <a:pt x="3629654" y="1139917"/>
                  </a:lnTo>
                  <a:lnTo>
                    <a:pt x="3660014" y="1056199"/>
                  </a:lnTo>
                  <a:lnTo>
                    <a:pt x="3690542" y="976408"/>
                  </a:lnTo>
                  <a:lnTo>
                    <a:pt x="3721326" y="900643"/>
                  </a:lnTo>
                  <a:lnTo>
                    <a:pt x="3752478" y="828944"/>
                  </a:lnTo>
                  <a:lnTo>
                    <a:pt x="3784132" y="761299"/>
                  </a:lnTo>
                  <a:lnTo>
                    <a:pt x="3816451" y="697646"/>
                  </a:lnTo>
                  <a:lnTo>
                    <a:pt x="3829811" y="672910"/>
                  </a:lnTo>
                  <a:lnTo>
                    <a:pt x="3873077" y="599019"/>
                  </a:lnTo>
                  <a:lnTo>
                    <a:pt x="3918384" y="531535"/>
                  </a:lnTo>
                  <a:lnTo>
                    <a:pt x="3966302" y="470230"/>
                  </a:lnTo>
                  <a:lnTo>
                    <a:pt x="4017456" y="414666"/>
                  </a:lnTo>
                  <a:lnTo>
                    <a:pt x="4072494" y="364317"/>
                  </a:lnTo>
                  <a:lnTo>
                    <a:pt x="4132050" y="318640"/>
                  </a:lnTo>
                  <a:lnTo>
                    <a:pt x="4196705" y="277128"/>
                  </a:lnTo>
                  <a:lnTo>
                    <a:pt x="4266924" y="239333"/>
                  </a:lnTo>
                  <a:lnTo>
                    <a:pt x="4342987" y="204881"/>
                  </a:lnTo>
                  <a:lnTo>
                    <a:pt x="4424882" y="173489"/>
                  </a:lnTo>
                  <a:lnTo>
                    <a:pt x="4512201" y="144961"/>
                  </a:lnTo>
                  <a:lnTo>
                    <a:pt x="4604006" y="119187"/>
                  </a:lnTo>
                  <a:lnTo>
                    <a:pt x="4698735" y="96137"/>
                  </a:lnTo>
                  <a:lnTo>
                    <a:pt x="4794149" y="75839"/>
                  </a:lnTo>
                  <a:lnTo>
                    <a:pt x="4887385" y="58352"/>
                  </a:lnTo>
                  <a:lnTo>
                    <a:pt x="4975159" y="43724"/>
                  </a:lnTo>
                  <a:lnTo>
                    <a:pt x="5054111" y="31950"/>
                  </a:lnTo>
                  <a:lnTo>
                    <a:pt x="5121271" y="22933"/>
                  </a:lnTo>
                  <a:lnTo>
                    <a:pt x="5174551" y="16459"/>
                  </a:lnTo>
                  <a:lnTo>
                    <a:pt x="5213139" y="12199"/>
                  </a:lnTo>
                  <a:lnTo>
                    <a:pt x="5237702" y="9726"/>
                  </a:lnTo>
                  <a:lnTo>
                    <a:pt x="5250376" y="8558"/>
                  </a:lnTo>
                  <a:lnTo>
                    <a:pt x="5254607" y="8200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579" y="8182"/>
                  </a:lnTo>
                  <a:lnTo>
                    <a:pt x="6735691" y="8246"/>
                  </a:lnTo>
                  <a:lnTo>
                    <a:pt x="6756087" y="8423"/>
                  </a:lnTo>
                  <a:lnTo>
                    <a:pt x="6792422" y="8773"/>
                  </a:lnTo>
                  <a:lnTo>
                    <a:pt x="6846318" y="9348"/>
                  </a:lnTo>
                  <a:lnTo>
                    <a:pt x="6917244" y="10191"/>
                  </a:lnTo>
                  <a:lnTo>
                    <a:pt x="7002738" y="11330"/>
                  </a:lnTo>
                  <a:lnTo>
                    <a:pt x="7098984" y="12778"/>
                  </a:lnTo>
                  <a:lnTo>
                    <a:pt x="7201569" y="14535"/>
                  </a:lnTo>
                  <a:lnTo>
                    <a:pt x="7306218" y="16596"/>
                  </a:lnTo>
                  <a:lnTo>
                    <a:pt x="7409315" y="18954"/>
                  </a:lnTo>
                  <a:lnTo>
                    <a:pt x="7508175" y="21608"/>
                  </a:lnTo>
                  <a:lnTo>
                    <a:pt x="7601073" y="24564"/>
                  </a:lnTo>
                  <a:lnTo>
                    <a:pt x="7687131" y="27841"/>
                  </a:lnTo>
                  <a:lnTo>
                    <a:pt x="7766131" y="31468"/>
                  </a:lnTo>
                  <a:lnTo>
                    <a:pt x="7838331" y="35486"/>
                  </a:lnTo>
                  <a:lnTo>
                    <a:pt x="7904297" y="39946"/>
                  </a:lnTo>
                  <a:lnTo>
                    <a:pt x="7964776" y="44908"/>
                  </a:lnTo>
                  <a:lnTo>
                    <a:pt x="8020602" y="50436"/>
                  </a:lnTo>
                  <a:lnTo>
                    <a:pt x="8072627" y="56592"/>
                  </a:lnTo>
                  <a:lnTo>
                    <a:pt x="8121664" y="63424"/>
                  </a:lnTo>
                  <a:lnTo>
                    <a:pt x="8151487" y="68108"/>
                  </a:lnTo>
                  <a:lnTo>
                    <a:pt x="8206849" y="77893"/>
                  </a:lnTo>
                  <a:lnTo>
                    <a:pt x="8260407" y="88735"/>
                  </a:lnTo>
                  <a:lnTo>
                    <a:pt x="8312884" y="100647"/>
                  </a:lnTo>
                  <a:lnTo>
                    <a:pt x="8364796" y="113600"/>
                  </a:lnTo>
                  <a:lnTo>
                    <a:pt x="8416493" y="127521"/>
                  </a:lnTo>
                  <a:lnTo>
                    <a:pt x="8468186" y="142285"/>
                  </a:lnTo>
                  <a:lnTo>
                    <a:pt x="8519975" y="157723"/>
                  </a:lnTo>
                  <a:lnTo>
                    <a:pt x="8571875" y="173626"/>
                  </a:lnTo>
                  <a:lnTo>
                    <a:pt x="8623839" y="189754"/>
                  </a:lnTo>
                  <a:lnTo>
                    <a:pt x="8675794" y="205854"/>
                  </a:lnTo>
                  <a:lnTo>
                    <a:pt x="8727672" y="221675"/>
                  </a:lnTo>
                  <a:lnTo>
                    <a:pt x="8779436" y="236982"/>
                  </a:lnTo>
                  <a:lnTo>
                    <a:pt x="8831118" y="251574"/>
                  </a:lnTo>
                  <a:lnTo>
                    <a:pt x="8882840" y="265290"/>
                  </a:lnTo>
                  <a:lnTo>
                    <a:pt x="8934841" y="278020"/>
                  </a:lnTo>
                  <a:lnTo>
                    <a:pt x="8987504" y="289697"/>
                  </a:lnTo>
                  <a:lnTo>
                    <a:pt x="9041389" y="300304"/>
                  </a:lnTo>
                  <a:lnTo>
                    <a:pt x="9084767" y="307849"/>
                  </a:lnTo>
                  <a:lnTo>
                    <a:pt x="9132294" y="315122"/>
                  </a:lnTo>
                  <a:lnTo>
                    <a:pt x="9182338" y="321702"/>
                  </a:lnTo>
                  <a:lnTo>
                    <a:pt x="9235661" y="327621"/>
                  </a:lnTo>
                  <a:lnTo>
                    <a:pt x="9293096" y="332933"/>
                  </a:lnTo>
                  <a:lnTo>
                    <a:pt x="9355496" y="337704"/>
                  </a:lnTo>
                  <a:lnTo>
                    <a:pt x="9423671" y="341995"/>
                  </a:lnTo>
                  <a:lnTo>
                    <a:pt x="9498315" y="345864"/>
                  </a:lnTo>
                  <a:lnTo>
                    <a:pt x="9579898" y="349358"/>
                  </a:lnTo>
                  <a:lnTo>
                    <a:pt x="9668523" y="352514"/>
                  </a:lnTo>
                  <a:lnTo>
                    <a:pt x="9763754" y="355358"/>
                  </a:lnTo>
                  <a:lnTo>
                    <a:pt x="9864419" y="357903"/>
                  </a:lnTo>
                  <a:lnTo>
                    <a:pt x="9968450" y="360152"/>
                  </a:lnTo>
                  <a:lnTo>
                    <a:pt x="10072804" y="362103"/>
                  </a:lnTo>
                  <a:lnTo>
                    <a:pt x="10173580" y="363747"/>
                  </a:lnTo>
                  <a:lnTo>
                    <a:pt x="10266377" y="365081"/>
                  </a:lnTo>
                  <a:lnTo>
                    <a:pt x="10346909" y="366109"/>
                  </a:lnTo>
                  <a:lnTo>
                    <a:pt x="10411775" y="366849"/>
                  </a:lnTo>
                  <a:lnTo>
                    <a:pt x="10459173" y="367336"/>
                  </a:lnTo>
                  <a:lnTo>
                    <a:pt x="10489355" y="367616"/>
                  </a:lnTo>
                  <a:lnTo>
                    <a:pt x="10504717" y="367745"/>
                  </a:lnTo>
                  <a:lnTo>
                    <a:pt x="10509591" y="367782"/>
                  </a:lnTo>
                  <a:lnTo>
                    <a:pt x="10509911" y="367784"/>
                  </a:lnTo>
                  <a:lnTo>
                    <a:pt x="11981298" y="367784"/>
                  </a:lnTo>
                  <a:lnTo>
                    <a:pt x="11981298" y="359611"/>
                  </a:lnTo>
                  <a:lnTo>
                    <a:pt x="10509911" y="359611"/>
                  </a:lnTo>
                  <a:lnTo>
                    <a:pt x="10508674" y="359602"/>
                  </a:lnTo>
                  <a:lnTo>
                    <a:pt x="10500563" y="359538"/>
                  </a:lnTo>
                  <a:lnTo>
                    <a:pt x="10480167" y="359361"/>
                  </a:lnTo>
                  <a:lnTo>
                    <a:pt x="10443831" y="359011"/>
                  </a:lnTo>
                  <a:lnTo>
                    <a:pt x="10389935" y="358436"/>
                  </a:lnTo>
                  <a:lnTo>
                    <a:pt x="10319009" y="357593"/>
                  </a:lnTo>
                  <a:lnTo>
                    <a:pt x="10233515" y="356454"/>
                  </a:lnTo>
                  <a:lnTo>
                    <a:pt x="10137269" y="355006"/>
                  </a:lnTo>
                  <a:lnTo>
                    <a:pt x="10034684" y="353249"/>
                  </a:lnTo>
                  <a:lnTo>
                    <a:pt x="9930036" y="351188"/>
                  </a:lnTo>
                  <a:lnTo>
                    <a:pt x="9826939" y="348830"/>
                  </a:lnTo>
                  <a:lnTo>
                    <a:pt x="9728078" y="346176"/>
                  </a:lnTo>
                  <a:lnTo>
                    <a:pt x="9635180" y="343220"/>
                  </a:lnTo>
                  <a:lnTo>
                    <a:pt x="9549122" y="339943"/>
                  </a:lnTo>
                  <a:lnTo>
                    <a:pt x="9470122" y="336316"/>
                  </a:lnTo>
                  <a:lnTo>
                    <a:pt x="9397922" y="332298"/>
                  </a:lnTo>
                  <a:lnTo>
                    <a:pt x="9331956" y="327838"/>
                  </a:lnTo>
                  <a:lnTo>
                    <a:pt x="9271477" y="322876"/>
                  </a:lnTo>
                  <a:lnTo>
                    <a:pt x="9215651" y="317348"/>
                  </a:lnTo>
                  <a:lnTo>
                    <a:pt x="9163626" y="311192"/>
                  </a:lnTo>
                  <a:lnTo>
                    <a:pt x="9114589" y="304360"/>
                  </a:lnTo>
                  <a:lnTo>
                    <a:pt x="9084767" y="299676"/>
                  </a:lnTo>
                  <a:lnTo>
                    <a:pt x="9029404" y="289891"/>
                  </a:lnTo>
                  <a:lnTo>
                    <a:pt x="8975847" y="279049"/>
                  </a:lnTo>
                  <a:lnTo>
                    <a:pt x="8923370" y="267137"/>
                  </a:lnTo>
                  <a:lnTo>
                    <a:pt x="8871457" y="254184"/>
                  </a:lnTo>
                  <a:lnTo>
                    <a:pt x="8819761" y="240263"/>
                  </a:lnTo>
                  <a:lnTo>
                    <a:pt x="8768067" y="225499"/>
                  </a:lnTo>
                  <a:lnTo>
                    <a:pt x="8716278" y="210061"/>
                  </a:lnTo>
                  <a:lnTo>
                    <a:pt x="8664379" y="194158"/>
                  </a:lnTo>
                  <a:lnTo>
                    <a:pt x="8612415" y="178030"/>
                  </a:lnTo>
                  <a:lnTo>
                    <a:pt x="8560459" y="161930"/>
                  </a:lnTo>
                  <a:lnTo>
                    <a:pt x="8508582" y="146109"/>
                  </a:lnTo>
                  <a:lnTo>
                    <a:pt x="8456817" y="130802"/>
                  </a:lnTo>
                  <a:lnTo>
                    <a:pt x="8405135" y="116210"/>
                  </a:lnTo>
                  <a:lnTo>
                    <a:pt x="8353414" y="102494"/>
                  </a:lnTo>
                  <a:lnTo>
                    <a:pt x="8301413" y="89764"/>
                  </a:lnTo>
                  <a:lnTo>
                    <a:pt x="8248749" y="78087"/>
                  </a:lnTo>
                  <a:lnTo>
                    <a:pt x="8194865" y="67480"/>
                  </a:lnTo>
                  <a:lnTo>
                    <a:pt x="8151487" y="59935"/>
                  </a:lnTo>
                  <a:lnTo>
                    <a:pt x="8103959" y="52662"/>
                  </a:lnTo>
                  <a:lnTo>
                    <a:pt x="8053915" y="46082"/>
                  </a:lnTo>
                  <a:lnTo>
                    <a:pt x="8000592" y="40163"/>
                  </a:lnTo>
                  <a:lnTo>
                    <a:pt x="7943157" y="34851"/>
                  </a:lnTo>
                  <a:lnTo>
                    <a:pt x="7880757" y="30080"/>
                  </a:lnTo>
                  <a:lnTo>
                    <a:pt x="7812582" y="25789"/>
                  </a:lnTo>
                  <a:lnTo>
                    <a:pt x="7737938" y="21920"/>
                  </a:lnTo>
                  <a:lnTo>
                    <a:pt x="7656355" y="18426"/>
                  </a:lnTo>
                  <a:lnTo>
                    <a:pt x="7567730" y="15270"/>
                  </a:lnTo>
                  <a:lnTo>
                    <a:pt x="7472500" y="12426"/>
                  </a:lnTo>
                  <a:lnTo>
                    <a:pt x="7371834" y="9881"/>
                  </a:lnTo>
                  <a:lnTo>
                    <a:pt x="7267803" y="7632"/>
                  </a:lnTo>
                  <a:lnTo>
                    <a:pt x="7163449" y="5681"/>
                  </a:lnTo>
                  <a:lnTo>
                    <a:pt x="7062673" y="4037"/>
                  </a:lnTo>
                  <a:lnTo>
                    <a:pt x="6969877" y="2703"/>
                  </a:lnTo>
                  <a:lnTo>
                    <a:pt x="6889344" y="1675"/>
                  </a:lnTo>
                  <a:lnTo>
                    <a:pt x="6824478" y="935"/>
                  </a:lnTo>
                  <a:lnTo>
                    <a:pt x="6777081" y="448"/>
                  </a:lnTo>
                  <a:lnTo>
                    <a:pt x="6746899" y="168"/>
                  </a:lnTo>
                  <a:lnTo>
                    <a:pt x="6731536" y="39"/>
                  </a:lnTo>
                  <a:lnTo>
                    <a:pt x="6726663" y="2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012" y="75"/>
                  </a:lnTo>
                  <a:lnTo>
                    <a:pt x="5247788" y="615"/>
                  </a:lnTo>
                  <a:lnTo>
                    <a:pt x="5232012" y="2105"/>
                  </a:lnTo>
                  <a:lnTo>
                    <a:pt x="5203594" y="5042"/>
                  </a:lnTo>
                  <a:lnTo>
                    <a:pt x="5160807" y="9895"/>
                  </a:lnTo>
                  <a:lnTo>
                    <a:pt x="5103413" y="17067"/>
                  </a:lnTo>
                  <a:lnTo>
                    <a:pt x="5032621" y="26856"/>
                  </a:lnTo>
                  <a:lnTo>
                    <a:pt x="4950817" y="39441"/>
                  </a:lnTo>
                  <a:lnTo>
                    <a:pt x="4861133" y="54889"/>
                  </a:lnTo>
                  <a:lnTo>
                    <a:pt x="4766952" y="73186"/>
                  </a:lnTo>
                  <a:lnTo>
                    <a:pt x="4671467" y="94276"/>
                  </a:lnTo>
                  <a:lnTo>
                    <a:pt x="4577375" y="118106"/>
                  </a:lnTo>
                  <a:lnTo>
                    <a:pt x="4486722" y="144661"/>
                  </a:lnTo>
                  <a:lnTo>
                    <a:pt x="4400884" y="173994"/>
                  </a:lnTo>
                  <a:lnTo>
                    <a:pt x="4320634" y="206236"/>
                  </a:lnTo>
                  <a:lnTo>
                    <a:pt x="4246257" y="241611"/>
                  </a:lnTo>
                  <a:lnTo>
                    <a:pt x="4177667" y="280428"/>
                  </a:lnTo>
                  <a:lnTo>
                    <a:pt x="4114524" y="323082"/>
                  </a:lnTo>
                  <a:lnTo>
                    <a:pt x="4056322" y="370040"/>
                  </a:lnTo>
                  <a:lnTo>
                    <a:pt x="4002461" y="421825"/>
                  </a:lnTo>
                  <a:lnTo>
                    <a:pt x="3952298" y="478979"/>
                  </a:lnTo>
                  <a:lnTo>
                    <a:pt x="3905189" y="542013"/>
                  </a:lnTo>
                  <a:lnTo>
                    <a:pt x="3860520" y="611318"/>
                  </a:lnTo>
                  <a:lnTo>
                    <a:pt x="3829811" y="664737"/>
                  </a:lnTo>
                  <a:lnTo>
                    <a:pt x="3797169" y="726796"/>
                  </a:lnTo>
                  <a:lnTo>
                    <a:pt x="3765266" y="792810"/>
                  </a:lnTo>
                  <a:lnTo>
                    <a:pt x="3733928" y="862858"/>
                  </a:lnTo>
                  <a:lnTo>
                    <a:pt x="3703008" y="936973"/>
                  </a:lnTo>
                  <a:lnTo>
                    <a:pt x="3672388" y="1015138"/>
                  </a:lnTo>
                  <a:lnTo>
                    <a:pt x="3641970" y="1097277"/>
                  </a:lnTo>
                  <a:lnTo>
                    <a:pt x="3611674" y="1183254"/>
                  </a:lnTo>
                  <a:lnTo>
                    <a:pt x="3581441" y="1272874"/>
                  </a:lnTo>
                  <a:lnTo>
                    <a:pt x="3551225" y="1365874"/>
                  </a:lnTo>
                  <a:lnTo>
                    <a:pt x="3520997" y="1461931"/>
                  </a:lnTo>
                  <a:lnTo>
                    <a:pt x="3490737" y="1560662"/>
                  </a:lnTo>
                  <a:lnTo>
                    <a:pt x="3460437" y="1661630"/>
                  </a:lnTo>
                  <a:lnTo>
                    <a:pt x="3430099" y="1764350"/>
                  </a:lnTo>
                  <a:lnTo>
                    <a:pt x="3399730" y="1868300"/>
                  </a:lnTo>
                  <a:lnTo>
                    <a:pt x="3369343" y="1972930"/>
                  </a:lnTo>
                  <a:lnTo>
                    <a:pt x="3338953" y="2077676"/>
                  </a:lnTo>
                  <a:lnTo>
                    <a:pt x="3308575" y="2181970"/>
                  </a:lnTo>
                  <a:lnTo>
                    <a:pt x="3278223" y="2285254"/>
                  </a:lnTo>
                  <a:lnTo>
                    <a:pt x="3247907" y="2386995"/>
                  </a:lnTo>
                  <a:lnTo>
                    <a:pt x="3217631" y="2486690"/>
                  </a:lnTo>
                  <a:lnTo>
                    <a:pt x="3187392" y="2583882"/>
                  </a:lnTo>
                  <a:lnTo>
                    <a:pt x="3157174" y="2678166"/>
                  </a:lnTo>
                  <a:lnTo>
                    <a:pt x="3126952" y="2769194"/>
                  </a:lnTo>
                  <a:lnTo>
                    <a:pt x="3096688" y="2856678"/>
                  </a:lnTo>
                  <a:lnTo>
                    <a:pt x="3066328" y="2940396"/>
                  </a:lnTo>
                  <a:lnTo>
                    <a:pt x="3035800" y="3020187"/>
                  </a:lnTo>
                  <a:lnTo>
                    <a:pt x="3005016" y="3095952"/>
                  </a:lnTo>
                  <a:lnTo>
                    <a:pt x="2973864" y="3167651"/>
                  </a:lnTo>
                  <a:lnTo>
                    <a:pt x="2942210" y="3235296"/>
                  </a:lnTo>
                  <a:lnTo>
                    <a:pt x="2909891" y="3298949"/>
                  </a:lnTo>
                  <a:lnTo>
                    <a:pt x="2896531" y="3323685"/>
                  </a:lnTo>
                  <a:lnTo>
                    <a:pt x="2853265" y="3397577"/>
                  </a:lnTo>
                  <a:lnTo>
                    <a:pt x="2807958" y="3465060"/>
                  </a:lnTo>
                  <a:lnTo>
                    <a:pt x="2760040" y="3526365"/>
                  </a:lnTo>
                  <a:lnTo>
                    <a:pt x="2708886" y="3581929"/>
                  </a:lnTo>
                  <a:lnTo>
                    <a:pt x="2653848" y="3632279"/>
                  </a:lnTo>
                  <a:lnTo>
                    <a:pt x="2594292" y="3677955"/>
                  </a:lnTo>
                  <a:lnTo>
                    <a:pt x="2529637" y="3719467"/>
                  </a:lnTo>
                  <a:lnTo>
                    <a:pt x="2459418" y="3757263"/>
                  </a:lnTo>
                  <a:lnTo>
                    <a:pt x="2383356" y="3791714"/>
                  </a:lnTo>
                  <a:lnTo>
                    <a:pt x="2301460" y="3823106"/>
                  </a:lnTo>
                  <a:lnTo>
                    <a:pt x="2214141" y="3851634"/>
                  </a:lnTo>
                  <a:lnTo>
                    <a:pt x="2122336" y="3877408"/>
                  </a:lnTo>
                  <a:lnTo>
                    <a:pt x="2027607" y="3900458"/>
                  </a:lnTo>
                  <a:lnTo>
                    <a:pt x="1932194" y="3920756"/>
                  </a:lnTo>
                  <a:lnTo>
                    <a:pt x="1838957" y="3938243"/>
                  </a:lnTo>
                  <a:lnTo>
                    <a:pt x="1751183" y="3952871"/>
                  </a:lnTo>
                  <a:lnTo>
                    <a:pt x="1672231" y="3964645"/>
                  </a:lnTo>
                  <a:lnTo>
                    <a:pt x="1605072" y="3973662"/>
                  </a:lnTo>
                  <a:lnTo>
                    <a:pt x="1551792" y="3980136"/>
                  </a:lnTo>
                  <a:lnTo>
                    <a:pt x="1513203" y="3984396"/>
                  </a:lnTo>
                  <a:lnTo>
                    <a:pt x="1488640" y="3986870"/>
                  </a:lnTo>
                  <a:lnTo>
                    <a:pt x="1475966" y="3988037"/>
                  </a:lnTo>
                  <a:lnTo>
                    <a:pt x="1471736" y="3988395"/>
                  </a:lnTo>
                  <a:lnTo>
                    <a:pt x="1471387" y="3988423"/>
                  </a:lnTo>
                  <a:lnTo>
                    <a:pt x="0" y="3988423"/>
                  </a:lnTo>
                  <a:close/>
                </a:path>
              </a:pathLst>
            </a:custGeom>
            <a:solidFill>
              <a:srgbClr val="8DCFF5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2172" name="pl2172"/>
            <p:cNvSpPr/>
            <p:nvPr/>
          </p:nvSpPr>
          <p:spPr>
            <a:xfrm>
              <a:off x="4799595" y="7227344"/>
              <a:ext cx="11981298" cy="3988423"/>
            </a:xfrm>
            <a:custGeom>
              <a:avLst/>
              <a:pathLst>
                <a:path w="11981298" h="3988423">
                  <a:moveTo>
                    <a:pt x="0" y="3988423"/>
                  </a:moveTo>
                  <a:lnTo>
                    <a:pt x="1471387" y="3988423"/>
                  </a:lnTo>
                  <a:lnTo>
                    <a:pt x="1472330" y="3988347"/>
                  </a:lnTo>
                  <a:lnTo>
                    <a:pt x="1478555" y="3987808"/>
                  </a:lnTo>
                  <a:lnTo>
                    <a:pt x="1494330" y="3986317"/>
                  </a:lnTo>
                  <a:lnTo>
                    <a:pt x="1522748" y="3983381"/>
                  </a:lnTo>
                  <a:lnTo>
                    <a:pt x="1565536" y="3978527"/>
                  </a:lnTo>
                  <a:lnTo>
                    <a:pt x="1622929" y="3971355"/>
                  </a:lnTo>
                  <a:lnTo>
                    <a:pt x="1693721" y="3961566"/>
                  </a:lnTo>
                  <a:lnTo>
                    <a:pt x="1775525" y="3948981"/>
                  </a:lnTo>
                  <a:lnTo>
                    <a:pt x="1865209" y="3933533"/>
                  </a:lnTo>
                  <a:lnTo>
                    <a:pt x="1959390" y="3915236"/>
                  </a:lnTo>
                  <a:lnTo>
                    <a:pt x="2054875" y="3894146"/>
                  </a:lnTo>
                  <a:lnTo>
                    <a:pt x="2148967" y="3870317"/>
                  </a:lnTo>
                  <a:lnTo>
                    <a:pt x="2239620" y="3843761"/>
                  </a:lnTo>
                  <a:lnTo>
                    <a:pt x="2325458" y="3814429"/>
                  </a:lnTo>
                  <a:lnTo>
                    <a:pt x="2405708" y="3782186"/>
                  </a:lnTo>
                  <a:lnTo>
                    <a:pt x="2480085" y="3746811"/>
                  </a:lnTo>
                  <a:lnTo>
                    <a:pt x="2548675" y="3707994"/>
                  </a:lnTo>
                  <a:lnTo>
                    <a:pt x="2611818" y="3665340"/>
                  </a:lnTo>
                  <a:lnTo>
                    <a:pt x="2670020" y="3618382"/>
                  </a:lnTo>
                  <a:lnTo>
                    <a:pt x="2723881" y="3566597"/>
                  </a:lnTo>
                  <a:lnTo>
                    <a:pt x="2774044" y="3509443"/>
                  </a:lnTo>
                  <a:lnTo>
                    <a:pt x="2821154" y="3446409"/>
                  </a:lnTo>
                  <a:lnTo>
                    <a:pt x="2865822" y="3377104"/>
                  </a:lnTo>
                  <a:lnTo>
                    <a:pt x="2896531" y="3323685"/>
                  </a:lnTo>
                  <a:lnTo>
                    <a:pt x="2929173" y="3261626"/>
                  </a:lnTo>
                  <a:lnTo>
                    <a:pt x="2961076" y="3195612"/>
                  </a:lnTo>
                  <a:lnTo>
                    <a:pt x="2992414" y="3125565"/>
                  </a:lnTo>
                  <a:lnTo>
                    <a:pt x="3023334" y="3051449"/>
                  </a:lnTo>
                  <a:lnTo>
                    <a:pt x="3053954" y="2973284"/>
                  </a:lnTo>
                  <a:lnTo>
                    <a:pt x="3084372" y="2891146"/>
                  </a:lnTo>
                  <a:lnTo>
                    <a:pt x="3114668" y="2805168"/>
                  </a:lnTo>
                  <a:lnTo>
                    <a:pt x="3144901" y="2715548"/>
                  </a:lnTo>
                  <a:lnTo>
                    <a:pt x="3175117" y="2622548"/>
                  </a:lnTo>
                  <a:lnTo>
                    <a:pt x="3205345" y="2526491"/>
                  </a:lnTo>
                  <a:lnTo>
                    <a:pt x="3235606" y="2427760"/>
                  </a:lnTo>
                  <a:lnTo>
                    <a:pt x="3265905" y="2326793"/>
                  </a:lnTo>
                  <a:lnTo>
                    <a:pt x="3296243" y="2224073"/>
                  </a:lnTo>
                  <a:lnTo>
                    <a:pt x="3326612" y="2120122"/>
                  </a:lnTo>
                  <a:lnTo>
                    <a:pt x="3356999" y="2015492"/>
                  </a:lnTo>
                  <a:lnTo>
                    <a:pt x="3387389" y="1910746"/>
                  </a:lnTo>
                  <a:lnTo>
                    <a:pt x="3417767" y="1806452"/>
                  </a:lnTo>
                  <a:lnTo>
                    <a:pt x="3448119" y="1703168"/>
                  </a:lnTo>
                  <a:lnTo>
                    <a:pt x="3478435" y="1601428"/>
                  </a:lnTo>
                  <a:lnTo>
                    <a:pt x="3508711" y="1501733"/>
                  </a:lnTo>
                  <a:lnTo>
                    <a:pt x="3538950" y="1404540"/>
                  </a:lnTo>
                  <a:lnTo>
                    <a:pt x="3569168" y="1310256"/>
                  </a:lnTo>
                  <a:lnTo>
                    <a:pt x="3599390" y="1219229"/>
                  </a:lnTo>
                  <a:lnTo>
                    <a:pt x="3629654" y="1131744"/>
                  </a:lnTo>
                  <a:lnTo>
                    <a:pt x="3660014" y="1048026"/>
                  </a:lnTo>
                  <a:lnTo>
                    <a:pt x="3690542" y="968235"/>
                  </a:lnTo>
                  <a:lnTo>
                    <a:pt x="3721326" y="892470"/>
                  </a:lnTo>
                  <a:lnTo>
                    <a:pt x="3752478" y="820771"/>
                  </a:lnTo>
                  <a:lnTo>
                    <a:pt x="3784132" y="753126"/>
                  </a:lnTo>
                  <a:lnTo>
                    <a:pt x="3816451" y="689473"/>
                  </a:lnTo>
                  <a:lnTo>
                    <a:pt x="3829811" y="664737"/>
                  </a:lnTo>
                  <a:lnTo>
                    <a:pt x="3873077" y="590846"/>
                  </a:lnTo>
                  <a:lnTo>
                    <a:pt x="3918384" y="523362"/>
                  </a:lnTo>
                  <a:lnTo>
                    <a:pt x="3966302" y="462057"/>
                  </a:lnTo>
                  <a:lnTo>
                    <a:pt x="4017456" y="406493"/>
                  </a:lnTo>
                  <a:lnTo>
                    <a:pt x="4072494" y="356144"/>
                  </a:lnTo>
                  <a:lnTo>
                    <a:pt x="4132050" y="310467"/>
                  </a:lnTo>
                  <a:lnTo>
                    <a:pt x="4196705" y="268955"/>
                  </a:lnTo>
                  <a:lnTo>
                    <a:pt x="4266924" y="231160"/>
                  </a:lnTo>
                  <a:lnTo>
                    <a:pt x="4342987" y="196708"/>
                  </a:lnTo>
                  <a:lnTo>
                    <a:pt x="4424882" y="165316"/>
                  </a:lnTo>
                  <a:lnTo>
                    <a:pt x="4512201" y="136788"/>
                  </a:lnTo>
                  <a:lnTo>
                    <a:pt x="4604006" y="111014"/>
                  </a:lnTo>
                  <a:lnTo>
                    <a:pt x="4698735" y="87964"/>
                  </a:lnTo>
                  <a:lnTo>
                    <a:pt x="4794149" y="67666"/>
                  </a:lnTo>
                  <a:lnTo>
                    <a:pt x="4887385" y="50179"/>
                  </a:lnTo>
                  <a:lnTo>
                    <a:pt x="4975159" y="35551"/>
                  </a:lnTo>
                  <a:lnTo>
                    <a:pt x="5054111" y="23777"/>
                  </a:lnTo>
                  <a:lnTo>
                    <a:pt x="5121271" y="14760"/>
                  </a:lnTo>
                  <a:lnTo>
                    <a:pt x="5174551" y="8286"/>
                  </a:lnTo>
                  <a:lnTo>
                    <a:pt x="5213139" y="4026"/>
                  </a:lnTo>
                  <a:lnTo>
                    <a:pt x="5237702" y="1553"/>
                  </a:lnTo>
                  <a:lnTo>
                    <a:pt x="5250376" y="385"/>
                  </a:lnTo>
                  <a:lnTo>
                    <a:pt x="5254607" y="27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579" y="9"/>
                  </a:lnTo>
                  <a:lnTo>
                    <a:pt x="6735691" y="73"/>
                  </a:lnTo>
                  <a:lnTo>
                    <a:pt x="6756087" y="250"/>
                  </a:lnTo>
                  <a:lnTo>
                    <a:pt x="6792422" y="600"/>
                  </a:lnTo>
                  <a:lnTo>
                    <a:pt x="6846318" y="1175"/>
                  </a:lnTo>
                  <a:lnTo>
                    <a:pt x="6917244" y="2018"/>
                  </a:lnTo>
                  <a:lnTo>
                    <a:pt x="7002738" y="3157"/>
                  </a:lnTo>
                  <a:lnTo>
                    <a:pt x="7098984" y="4605"/>
                  </a:lnTo>
                  <a:lnTo>
                    <a:pt x="7201569" y="6362"/>
                  </a:lnTo>
                  <a:lnTo>
                    <a:pt x="7306218" y="8423"/>
                  </a:lnTo>
                  <a:lnTo>
                    <a:pt x="7409315" y="10781"/>
                  </a:lnTo>
                  <a:lnTo>
                    <a:pt x="7508175" y="13435"/>
                  </a:lnTo>
                  <a:lnTo>
                    <a:pt x="7601073" y="16391"/>
                  </a:lnTo>
                  <a:lnTo>
                    <a:pt x="7687131" y="19668"/>
                  </a:lnTo>
                  <a:lnTo>
                    <a:pt x="7766131" y="23295"/>
                  </a:lnTo>
                  <a:lnTo>
                    <a:pt x="7838331" y="27313"/>
                  </a:lnTo>
                  <a:lnTo>
                    <a:pt x="7904297" y="31773"/>
                  </a:lnTo>
                  <a:lnTo>
                    <a:pt x="7964776" y="36735"/>
                  </a:lnTo>
                  <a:lnTo>
                    <a:pt x="8020602" y="42263"/>
                  </a:lnTo>
                  <a:lnTo>
                    <a:pt x="8072627" y="48419"/>
                  </a:lnTo>
                  <a:lnTo>
                    <a:pt x="8121664" y="55251"/>
                  </a:lnTo>
                  <a:lnTo>
                    <a:pt x="8151487" y="59935"/>
                  </a:lnTo>
                  <a:lnTo>
                    <a:pt x="8206849" y="69720"/>
                  </a:lnTo>
                  <a:lnTo>
                    <a:pt x="8260407" y="80562"/>
                  </a:lnTo>
                  <a:lnTo>
                    <a:pt x="8312884" y="92474"/>
                  </a:lnTo>
                  <a:lnTo>
                    <a:pt x="8364796" y="105427"/>
                  </a:lnTo>
                  <a:lnTo>
                    <a:pt x="8416493" y="119348"/>
                  </a:lnTo>
                  <a:lnTo>
                    <a:pt x="8468186" y="134112"/>
                  </a:lnTo>
                  <a:lnTo>
                    <a:pt x="8519975" y="149550"/>
                  </a:lnTo>
                  <a:lnTo>
                    <a:pt x="8571875" y="165453"/>
                  </a:lnTo>
                  <a:lnTo>
                    <a:pt x="8623839" y="181581"/>
                  </a:lnTo>
                  <a:lnTo>
                    <a:pt x="8675794" y="197681"/>
                  </a:lnTo>
                  <a:lnTo>
                    <a:pt x="8727672" y="213502"/>
                  </a:lnTo>
                  <a:lnTo>
                    <a:pt x="8779436" y="228809"/>
                  </a:lnTo>
                  <a:lnTo>
                    <a:pt x="8831118" y="243401"/>
                  </a:lnTo>
                  <a:lnTo>
                    <a:pt x="8882840" y="257117"/>
                  </a:lnTo>
                  <a:lnTo>
                    <a:pt x="8934841" y="269847"/>
                  </a:lnTo>
                  <a:lnTo>
                    <a:pt x="8987504" y="281524"/>
                  </a:lnTo>
                  <a:lnTo>
                    <a:pt x="9041389" y="292131"/>
                  </a:lnTo>
                  <a:lnTo>
                    <a:pt x="9084767" y="299676"/>
                  </a:lnTo>
                  <a:lnTo>
                    <a:pt x="9132294" y="306949"/>
                  </a:lnTo>
                  <a:lnTo>
                    <a:pt x="9182338" y="313529"/>
                  </a:lnTo>
                  <a:lnTo>
                    <a:pt x="9235661" y="319448"/>
                  </a:lnTo>
                  <a:lnTo>
                    <a:pt x="9293096" y="324760"/>
                  </a:lnTo>
                  <a:lnTo>
                    <a:pt x="9355496" y="329531"/>
                  </a:lnTo>
                  <a:lnTo>
                    <a:pt x="9423671" y="333822"/>
                  </a:lnTo>
                  <a:lnTo>
                    <a:pt x="9498315" y="337691"/>
                  </a:lnTo>
                  <a:lnTo>
                    <a:pt x="9579898" y="341185"/>
                  </a:lnTo>
                  <a:lnTo>
                    <a:pt x="9668523" y="344341"/>
                  </a:lnTo>
                  <a:lnTo>
                    <a:pt x="9763754" y="347185"/>
                  </a:lnTo>
                  <a:lnTo>
                    <a:pt x="9864419" y="349730"/>
                  </a:lnTo>
                  <a:lnTo>
                    <a:pt x="9968450" y="351979"/>
                  </a:lnTo>
                  <a:lnTo>
                    <a:pt x="10072804" y="353930"/>
                  </a:lnTo>
                  <a:lnTo>
                    <a:pt x="10173580" y="355574"/>
                  </a:lnTo>
                  <a:lnTo>
                    <a:pt x="10266377" y="356908"/>
                  </a:lnTo>
                  <a:lnTo>
                    <a:pt x="10346909" y="357936"/>
                  </a:lnTo>
                  <a:lnTo>
                    <a:pt x="10411775" y="358676"/>
                  </a:lnTo>
                  <a:lnTo>
                    <a:pt x="10459173" y="359163"/>
                  </a:lnTo>
                  <a:lnTo>
                    <a:pt x="10489355" y="359443"/>
                  </a:lnTo>
                  <a:lnTo>
                    <a:pt x="10504717" y="359572"/>
                  </a:lnTo>
                  <a:lnTo>
                    <a:pt x="10509591" y="359609"/>
                  </a:lnTo>
                  <a:lnTo>
                    <a:pt x="10509911" y="359611"/>
                  </a:lnTo>
                  <a:lnTo>
                    <a:pt x="11981298" y="35961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73" name="pl2173"/>
            <p:cNvSpPr/>
            <p:nvPr/>
          </p:nvSpPr>
          <p:spPr>
            <a:xfrm>
              <a:off x="4799595" y="7219171"/>
              <a:ext cx="11981298" cy="3988423"/>
            </a:xfrm>
            <a:custGeom>
              <a:avLst/>
              <a:pathLst>
                <a:path w="11981298" h="3988423">
                  <a:moveTo>
                    <a:pt x="11981298" y="359611"/>
                  </a:moveTo>
                  <a:lnTo>
                    <a:pt x="10509911" y="359611"/>
                  </a:lnTo>
                  <a:lnTo>
                    <a:pt x="10508674" y="359602"/>
                  </a:lnTo>
                  <a:lnTo>
                    <a:pt x="10500563" y="359538"/>
                  </a:lnTo>
                  <a:lnTo>
                    <a:pt x="10480167" y="359361"/>
                  </a:lnTo>
                  <a:lnTo>
                    <a:pt x="10443831" y="359011"/>
                  </a:lnTo>
                  <a:lnTo>
                    <a:pt x="10389935" y="358436"/>
                  </a:lnTo>
                  <a:lnTo>
                    <a:pt x="10319009" y="357593"/>
                  </a:lnTo>
                  <a:lnTo>
                    <a:pt x="10233515" y="356454"/>
                  </a:lnTo>
                  <a:lnTo>
                    <a:pt x="10137269" y="355006"/>
                  </a:lnTo>
                  <a:lnTo>
                    <a:pt x="10034684" y="353249"/>
                  </a:lnTo>
                  <a:lnTo>
                    <a:pt x="9930036" y="351188"/>
                  </a:lnTo>
                  <a:lnTo>
                    <a:pt x="9826939" y="348830"/>
                  </a:lnTo>
                  <a:lnTo>
                    <a:pt x="9728078" y="346176"/>
                  </a:lnTo>
                  <a:lnTo>
                    <a:pt x="9635180" y="343220"/>
                  </a:lnTo>
                  <a:lnTo>
                    <a:pt x="9549122" y="339943"/>
                  </a:lnTo>
                  <a:lnTo>
                    <a:pt x="9470122" y="336316"/>
                  </a:lnTo>
                  <a:lnTo>
                    <a:pt x="9397922" y="332298"/>
                  </a:lnTo>
                  <a:lnTo>
                    <a:pt x="9331956" y="327838"/>
                  </a:lnTo>
                  <a:lnTo>
                    <a:pt x="9271477" y="322876"/>
                  </a:lnTo>
                  <a:lnTo>
                    <a:pt x="9215651" y="317348"/>
                  </a:lnTo>
                  <a:lnTo>
                    <a:pt x="9163626" y="311192"/>
                  </a:lnTo>
                  <a:lnTo>
                    <a:pt x="9114589" y="304360"/>
                  </a:lnTo>
                  <a:lnTo>
                    <a:pt x="9084767" y="299676"/>
                  </a:lnTo>
                  <a:lnTo>
                    <a:pt x="9029404" y="289891"/>
                  </a:lnTo>
                  <a:lnTo>
                    <a:pt x="8975847" y="279049"/>
                  </a:lnTo>
                  <a:lnTo>
                    <a:pt x="8923370" y="267137"/>
                  </a:lnTo>
                  <a:lnTo>
                    <a:pt x="8871457" y="254184"/>
                  </a:lnTo>
                  <a:lnTo>
                    <a:pt x="8819761" y="240263"/>
                  </a:lnTo>
                  <a:lnTo>
                    <a:pt x="8768067" y="225499"/>
                  </a:lnTo>
                  <a:lnTo>
                    <a:pt x="8716278" y="210061"/>
                  </a:lnTo>
                  <a:lnTo>
                    <a:pt x="8664379" y="194158"/>
                  </a:lnTo>
                  <a:lnTo>
                    <a:pt x="8612415" y="178030"/>
                  </a:lnTo>
                  <a:lnTo>
                    <a:pt x="8560459" y="161930"/>
                  </a:lnTo>
                  <a:lnTo>
                    <a:pt x="8508582" y="146109"/>
                  </a:lnTo>
                  <a:lnTo>
                    <a:pt x="8456817" y="130802"/>
                  </a:lnTo>
                  <a:lnTo>
                    <a:pt x="8405135" y="116210"/>
                  </a:lnTo>
                  <a:lnTo>
                    <a:pt x="8353414" y="102494"/>
                  </a:lnTo>
                  <a:lnTo>
                    <a:pt x="8301413" y="89764"/>
                  </a:lnTo>
                  <a:lnTo>
                    <a:pt x="8248749" y="78087"/>
                  </a:lnTo>
                  <a:lnTo>
                    <a:pt x="8194865" y="67480"/>
                  </a:lnTo>
                  <a:lnTo>
                    <a:pt x="8151487" y="59935"/>
                  </a:lnTo>
                  <a:lnTo>
                    <a:pt x="8103959" y="52662"/>
                  </a:lnTo>
                  <a:lnTo>
                    <a:pt x="8053915" y="46082"/>
                  </a:lnTo>
                  <a:lnTo>
                    <a:pt x="8000592" y="40163"/>
                  </a:lnTo>
                  <a:lnTo>
                    <a:pt x="7943157" y="34851"/>
                  </a:lnTo>
                  <a:lnTo>
                    <a:pt x="7880757" y="30080"/>
                  </a:lnTo>
                  <a:lnTo>
                    <a:pt x="7812582" y="25789"/>
                  </a:lnTo>
                  <a:lnTo>
                    <a:pt x="7737938" y="21920"/>
                  </a:lnTo>
                  <a:lnTo>
                    <a:pt x="7656355" y="18426"/>
                  </a:lnTo>
                  <a:lnTo>
                    <a:pt x="7567730" y="15270"/>
                  </a:lnTo>
                  <a:lnTo>
                    <a:pt x="7472500" y="12426"/>
                  </a:lnTo>
                  <a:lnTo>
                    <a:pt x="7371834" y="9881"/>
                  </a:lnTo>
                  <a:lnTo>
                    <a:pt x="7267803" y="7632"/>
                  </a:lnTo>
                  <a:lnTo>
                    <a:pt x="7163449" y="5681"/>
                  </a:lnTo>
                  <a:lnTo>
                    <a:pt x="7062673" y="4037"/>
                  </a:lnTo>
                  <a:lnTo>
                    <a:pt x="6969877" y="2703"/>
                  </a:lnTo>
                  <a:lnTo>
                    <a:pt x="6889344" y="1675"/>
                  </a:lnTo>
                  <a:lnTo>
                    <a:pt x="6824478" y="935"/>
                  </a:lnTo>
                  <a:lnTo>
                    <a:pt x="6777081" y="448"/>
                  </a:lnTo>
                  <a:lnTo>
                    <a:pt x="6746899" y="168"/>
                  </a:lnTo>
                  <a:lnTo>
                    <a:pt x="6731536" y="39"/>
                  </a:lnTo>
                  <a:lnTo>
                    <a:pt x="6726663" y="2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012" y="75"/>
                  </a:lnTo>
                  <a:lnTo>
                    <a:pt x="5247788" y="615"/>
                  </a:lnTo>
                  <a:lnTo>
                    <a:pt x="5232012" y="2105"/>
                  </a:lnTo>
                  <a:lnTo>
                    <a:pt x="5203594" y="5042"/>
                  </a:lnTo>
                  <a:lnTo>
                    <a:pt x="5160807" y="9895"/>
                  </a:lnTo>
                  <a:lnTo>
                    <a:pt x="5103413" y="17067"/>
                  </a:lnTo>
                  <a:lnTo>
                    <a:pt x="5032621" y="26856"/>
                  </a:lnTo>
                  <a:lnTo>
                    <a:pt x="4950817" y="39441"/>
                  </a:lnTo>
                  <a:lnTo>
                    <a:pt x="4861133" y="54889"/>
                  </a:lnTo>
                  <a:lnTo>
                    <a:pt x="4766952" y="73186"/>
                  </a:lnTo>
                  <a:lnTo>
                    <a:pt x="4671467" y="94276"/>
                  </a:lnTo>
                  <a:lnTo>
                    <a:pt x="4577375" y="118106"/>
                  </a:lnTo>
                  <a:lnTo>
                    <a:pt x="4486722" y="144661"/>
                  </a:lnTo>
                  <a:lnTo>
                    <a:pt x="4400884" y="173994"/>
                  </a:lnTo>
                  <a:lnTo>
                    <a:pt x="4320634" y="206236"/>
                  </a:lnTo>
                  <a:lnTo>
                    <a:pt x="4246257" y="241611"/>
                  </a:lnTo>
                  <a:lnTo>
                    <a:pt x="4177667" y="280428"/>
                  </a:lnTo>
                  <a:lnTo>
                    <a:pt x="4114524" y="323082"/>
                  </a:lnTo>
                  <a:lnTo>
                    <a:pt x="4056322" y="370040"/>
                  </a:lnTo>
                  <a:lnTo>
                    <a:pt x="4002461" y="421825"/>
                  </a:lnTo>
                  <a:lnTo>
                    <a:pt x="3952298" y="478979"/>
                  </a:lnTo>
                  <a:lnTo>
                    <a:pt x="3905189" y="542013"/>
                  </a:lnTo>
                  <a:lnTo>
                    <a:pt x="3860520" y="611318"/>
                  </a:lnTo>
                  <a:lnTo>
                    <a:pt x="3829811" y="664737"/>
                  </a:lnTo>
                  <a:lnTo>
                    <a:pt x="3797169" y="726796"/>
                  </a:lnTo>
                  <a:lnTo>
                    <a:pt x="3765266" y="792810"/>
                  </a:lnTo>
                  <a:lnTo>
                    <a:pt x="3733928" y="862858"/>
                  </a:lnTo>
                  <a:lnTo>
                    <a:pt x="3703008" y="936973"/>
                  </a:lnTo>
                  <a:lnTo>
                    <a:pt x="3672388" y="1015138"/>
                  </a:lnTo>
                  <a:lnTo>
                    <a:pt x="3641970" y="1097277"/>
                  </a:lnTo>
                  <a:lnTo>
                    <a:pt x="3611674" y="1183254"/>
                  </a:lnTo>
                  <a:lnTo>
                    <a:pt x="3581441" y="1272874"/>
                  </a:lnTo>
                  <a:lnTo>
                    <a:pt x="3551225" y="1365874"/>
                  </a:lnTo>
                  <a:lnTo>
                    <a:pt x="3520997" y="1461931"/>
                  </a:lnTo>
                  <a:lnTo>
                    <a:pt x="3490737" y="1560662"/>
                  </a:lnTo>
                  <a:lnTo>
                    <a:pt x="3460437" y="1661630"/>
                  </a:lnTo>
                  <a:lnTo>
                    <a:pt x="3430099" y="1764350"/>
                  </a:lnTo>
                  <a:lnTo>
                    <a:pt x="3399730" y="1868300"/>
                  </a:lnTo>
                  <a:lnTo>
                    <a:pt x="3369343" y="1972930"/>
                  </a:lnTo>
                  <a:lnTo>
                    <a:pt x="3338953" y="2077676"/>
                  </a:lnTo>
                  <a:lnTo>
                    <a:pt x="3308575" y="2181970"/>
                  </a:lnTo>
                  <a:lnTo>
                    <a:pt x="3278223" y="2285254"/>
                  </a:lnTo>
                  <a:lnTo>
                    <a:pt x="3247907" y="2386995"/>
                  </a:lnTo>
                  <a:lnTo>
                    <a:pt x="3217631" y="2486690"/>
                  </a:lnTo>
                  <a:lnTo>
                    <a:pt x="3187392" y="2583882"/>
                  </a:lnTo>
                  <a:lnTo>
                    <a:pt x="3157174" y="2678166"/>
                  </a:lnTo>
                  <a:lnTo>
                    <a:pt x="3126952" y="2769194"/>
                  </a:lnTo>
                  <a:lnTo>
                    <a:pt x="3096688" y="2856678"/>
                  </a:lnTo>
                  <a:lnTo>
                    <a:pt x="3066328" y="2940396"/>
                  </a:lnTo>
                  <a:lnTo>
                    <a:pt x="3035800" y="3020187"/>
                  </a:lnTo>
                  <a:lnTo>
                    <a:pt x="3005016" y="3095952"/>
                  </a:lnTo>
                  <a:lnTo>
                    <a:pt x="2973864" y="3167651"/>
                  </a:lnTo>
                  <a:lnTo>
                    <a:pt x="2942210" y="3235296"/>
                  </a:lnTo>
                  <a:lnTo>
                    <a:pt x="2909891" y="3298949"/>
                  </a:lnTo>
                  <a:lnTo>
                    <a:pt x="2896531" y="3323685"/>
                  </a:lnTo>
                  <a:lnTo>
                    <a:pt x="2853265" y="3397577"/>
                  </a:lnTo>
                  <a:lnTo>
                    <a:pt x="2807958" y="3465060"/>
                  </a:lnTo>
                  <a:lnTo>
                    <a:pt x="2760040" y="3526365"/>
                  </a:lnTo>
                  <a:lnTo>
                    <a:pt x="2708886" y="3581929"/>
                  </a:lnTo>
                  <a:lnTo>
                    <a:pt x="2653848" y="3632279"/>
                  </a:lnTo>
                  <a:lnTo>
                    <a:pt x="2594292" y="3677955"/>
                  </a:lnTo>
                  <a:lnTo>
                    <a:pt x="2529637" y="3719467"/>
                  </a:lnTo>
                  <a:lnTo>
                    <a:pt x="2459418" y="3757263"/>
                  </a:lnTo>
                  <a:lnTo>
                    <a:pt x="2383356" y="3791714"/>
                  </a:lnTo>
                  <a:lnTo>
                    <a:pt x="2301460" y="3823106"/>
                  </a:lnTo>
                  <a:lnTo>
                    <a:pt x="2214141" y="3851634"/>
                  </a:lnTo>
                  <a:lnTo>
                    <a:pt x="2122336" y="3877408"/>
                  </a:lnTo>
                  <a:lnTo>
                    <a:pt x="2027607" y="3900458"/>
                  </a:lnTo>
                  <a:lnTo>
                    <a:pt x="1932194" y="3920756"/>
                  </a:lnTo>
                  <a:lnTo>
                    <a:pt x="1838957" y="3938243"/>
                  </a:lnTo>
                  <a:lnTo>
                    <a:pt x="1751183" y="3952871"/>
                  </a:lnTo>
                  <a:lnTo>
                    <a:pt x="1672231" y="3964645"/>
                  </a:lnTo>
                  <a:lnTo>
                    <a:pt x="1605072" y="3973662"/>
                  </a:lnTo>
                  <a:lnTo>
                    <a:pt x="1551792" y="3980136"/>
                  </a:lnTo>
                  <a:lnTo>
                    <a:pt x="1513203" y="3984396"/>
                  </a:lnTo>
                  <a:lnTo>
                    <a:pt x="1488640" y="3986870"/>
                  </a:lnTo>
                  <a:lnTo>
                    <a:pt x="1475966" y="3988037"/>
                  </a:lnTo>
                  <a:lnTo>
                    <a:pt x="1471736" y="3988395"/>
                  </a:lnTo>
                  <a:lnTo>
                    <a:pt x="1471387" y="3988423"/>
                  </a:lnTo>
                  <a:lnTo>
                    <a:pt x="0" y="398842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74" name="pg2174"/>
            <p:cNvSpPr/>
            <p:nvPr/>
          </p:nvSpPr>
          <p:spPr>
            <a:xfrm>
              <a:off x="4799595" y="3811031"/>
              <a:ext cx="11981298" cy="7380217"/>
            </a:xfrm>
            <a:custGeom>
              <a:avLst/>
              <a:pathLst>
                <a:path w="11981298" h="7380217">
                  <a:moveTo>
                    <a:pt x="0" y="7380217"/>
                  </a:moveTo>
                  <a:lnTo>
                    <a:pt x="1471387" y="7380217"/>
                  </a:lnTo>
                  <a:lnTo>
                    <a:pt x="1472119" y="7380109"/>
                  </a:lnTo>
                  <a:lnTo>
                    <a:pt x="1476970" y="7379341"/>
                  </a:lnTo>
                  <a:lnTo>
                    <a:pt x="1489347" y="7377221"/>
                  </a:lnTo>
                  <a:lnTo>
                    <a:pt x="1511836" y="7373040"/>
                  </a:lnTo>
                  <a:lnTo>
                    <a:pt x="1546095" y="7366108"/>
                  </a:lnTo>
                  <a:lnTo>
                    <a:pt x="1592737" y="7355807"/>
                  </a:lnTo>
                  <a:lnTo>
                    <a:pt x="1651318" y="7341640"/>
                  </a:lnTo>
                  <a:lnTo>
                    <a:pt x="1720444" y="7323258"/>
                  </a:lnTo>
                  <a:lnTo>
                    <a:pt x="1797999" y="7300470"/>
                  </a:lnTo>
                  <a:lnTo>
                    <a:pt x="1881459" y="7273221"/>
                  </a:lnTo>
                  <a:lnTo>
                    <a:pt x="1968211" y="7241552"/>
                  </a:lnTo>
                  <a:lnTo>
                    <a:pt x="2055824" y="7205545"/>
                  </a:lnTo>
                  <a:lnTo>
                    <a:pt x="2142238" y="7165278"/>
                  </a:lnTo>
                  <a:lnTo>
                    <a:pt x="2225854" y="7120772"/>
                  </a:lnTo>
                  <a:lnTo>
                    <a:pt x="2305555" y="7071966"/>
                  </a:lnTo>
                  <a:lnTo>
                    <a:pt x="2380659" y="7018696"/>
                  </a:lnTo>
                  <a:lnTo>
                    <a:pt x="2450854" y="6960681"/>
                  </a:lnTo>
                  <a:lnTo>
                    <a:pt x="2516113" y="6897521"/>
                  </a:lnTo>
                  <a:lnTo>
                    <a:pt x="2576624" y="6828707"/>
                  </a:lnTo>
                  <a:lnTo>
                    <a:pt x="2632720" y="6753622"/>
                  </a:lnTo>
                  <a:lnTo>
                    <a:pt x="2684825" y="6671563"/>
                  </a:lnTo>
                  <a:lnTo>
                    <a:pt x="2733419" y="6581769"/>
                  </a:lnTo>
                  <a:lnTo>
                    <a:pt x="2779001" y="6483467"/>
                  </a:lnTo>
                  <a:lnTo>
                    <a:pt x="2822067" y="6375940"/>
                  </a:lnTo>
                  <a:lnTo>
                    <a:pt x="2863089" y="6258640"/>
                  </a:lnTo>
                  <a:lnTo>
                    <a:pt x="2896531" y="6151543"/>
                  </a:lnTo>
                  <a:lnTo>
                    <a:pt x="2921107" y="6066126"/>
                  </a:lnTo>
                  <a:lnTo>
                    <a:pt x="2945240" y="5976619"/>
                  </a:lnTo>
                  <a:lnTo>
                    <a:pt x="2969009" y="5882945"/>
                  </a:lnTo>
                  <a:lnTo>
                    <a:pt x="2992482" y="5785056"/>
                  </a:lnTo>
                  <a:lnTo>
                    <a:pt x="3015720" y="5682929"/>
                  </a:lnTo>
                  <a:lnTo>
                    <a:pt x="3038774" y="5576574"/>
                  </a:lnTo>
                  <a:lnTo>
                    <a:pt x="3061689" y="5466033"/>
                  </a:lnTo>
                  <a:lnTo>
                    <a:pt x="3084504" y="5351380"/>
                  </a:lnTo>
                  <a:lnTo>
                    <a:pt x="3107250" y="5232729"/>
                  </a:lnTo>
                  <a:lnTo>
                    <a:pt x="3129953" y="5110228"/>
                  </a:lnTo>
                  <a:lnTo>
                    <a:pt x="3152635" y="4984062"/>
                  </a:lnTo>
                  <a:lnTo>
                    <a:pt x="3175313" y="4854453"/>
                  </a:lnTo>
                  <a:lnTo>
                    <a:pt x="3197999" y="4721662"/>
                  </a:lnTo>
                  <a:lnTo>
                    <a:pt x="3220700" y="4585982"/>
                  </a:lnTo>
                  <a:lnTo>
                    <a:pt x="3243422" y="4447741"/>
                  </a:lnTo>
                  <a:lnTo>
                    <a:pt x="3266168" y="4307294"/>
                  </a:lnTo>
                  <a:lnTo>
                    <a:pt x="3288934" y="4165026"/>
                  </a:lnTo>
                  <a:lnTo>
                    <a:pt x="3311720" y="4021343"/>
                  </a:lnTo>
                  <a:lnTo>
                    <a:pt x="3334520" y="3876667"/>
                  </a:lnTo>
                  <a:lnTo>
                    <a:pt x="3357328" y="3731434"/>
                  </a:lnTo>
                  <a:lnTo>
                    <a:pt x="3380138" y="3586087"/>
                  </a:lnTo>
                  <a:lnTo>
                    <a:pt x="3402943" y="3441071"/>
                  </a:lnTo>
                  <a:lnTo>
                    <a:pt x="3425736" y="3296825"/>
                  </a:lnTo>
                  <a:lnTo>
                    <a:pt x="3448513" y="3153780"/>
                  </a:lnTo>
                  <a:lnTo>
                    <a:pt x="3471270" y="3012351"/>
                  </a:lnTo>
                  <a:lnTo>
                    <a:pt x="3494004" y="2872933"/>
                  </a:lnTo>
                  <a:lnTo>
                    <a:pt x="3516716" y="2735898"/>
                  </a:lnTo>
                  <a:lnTo>
                    <a:pt x="3539408" y="2601588"/>
                  </a:lnTo>
                  <a:lnTo>
                    <a:pt x="3562089" y="2470315"/>
                  </a:lnTo>
                  <a:lnTo>
                    <a:pt x="3584767" y="2342355"/>
                  </a:lnTo>
                  <a:lnTo>
                    <a:pt x="3607457" y="2217950"/>
                  </a:lnTo>
                  <a:lnTo>
                    <a:pt x="3630178" y="2097305"/>
                  </a:lnTo>
                  <a:lnTo>
                    <a:pt x="3652954" y="1980588"/>
                  </a:lnTo>
                  <a:lnTo>
                    <a:pt x="3675813" y="1867929"/>
                  </a:lnTo>
                  <a:lnTo>
                    <a:pt x="3698791" y="1759422"/>
                  </a:lnTo>
                  <a:lnTo>
                    <a:pt x="3721929" y="1655126"/>
                  </a:lnTo>
                  <a:lnTo>
                    <a:pt x="3745275" y="1555067"/>
                  </a:lnTo>
                  <a:lnTo>
                    <a:pt x="3768884" y="1459238"/>
                  </a:lnTo>
                  <a:lnTo>
                    <a:pt x="3792821" y="1367604"/>
                  </a:lnTo>
                  <a:lnTo>
                    <a:pt x="3817160" y="1280102"/>
                  </a:lnTo>
                  <a:lnTo>
                    <a:pt x="3829811" y="1236847"/>
                  </a:lnTo>
                  <a:lnTo>
                    <a:pt x="3869437" y="1111087"/>
                  </a:lnTo>
                  <a:lnTo>
                    <a:pt x="3910745" y="995313"/>
                  </a:lnTo>
                  <a:lnTo>
                    <a:pt x="3954166" y="889243"/>
                  </a:lnTo>
                  <a:lnTo>
                    <a:pt x="4000177" y="792297"/>
                  </a:lnTo>
                  <a:lnTo>
                    <a:pt x="4049278" y="703742"/>
                  </a:lnTo>
                  <a:lnTo>
                    <a:pt x="4101966" y="622802"/>
                  </a:lnTo>
                  <a:lnTo>
                    <a:pt x="4158714" y="548724"/>
                  </a:lnTo>
                  <a:lnTo>
                    <a:pt x="4219935" y="480815"/>
                  </a:lnTo>
                  <a:lnTo>
                    <a:pt x="4285945" y="418477"/>
                  </a:lnTo>
                  <a:lnTo>
                    <a:pt x="4356901" y="361213"/>
                  </a:lnTo>
                  <a:lnTo>
                    <a:pt x="4432740" y="308643"/>
                  </a:lnTo>
                  <a:lnTo>
                    <a:pt x="4513097" y="260506"/>
                  </a:lnTo>
                  <a:lnTo>
                    <a:pt x="4597227" y="216653"/>
                  </a:lnTo>
                  <a:lnTo>
                    <a:pt x="4683941" y="177036"/>
                  </a:lnTo>
                  <a:lnTo>
                    <a:pt x="4771567" y="141690"/>
                  </a:lnTo>
                  <a:lnTo>
                    <a:pt x="4857978" y="110695"/>
                  </a:lnTo>
                  <a:lnTo>
                    <a:pt x="4940703" y="84130"/>
                  </a:lnTo>
                  <a:lnTo>
                    <a:pt x="5017121" y="62025"/>
                  </a:lnTo>
                  <a:lnTo>
                    <a:pt x="5084750" y="44307"/>
                  </a:lnTo>
                  <a:lnTo>
                    <a:pt x="5141567" y="30760"/>
                  </a:lnTo>
                  <a:lnTo>
                    <a:pt x="5186310" y="21013"/>
                  </a:lnTo>
                  <a:lnTo>
                    <a:pt x="5218695" y="14546"/>
                  </a:lnTo>
                  <a:lnTo>
                    <a:pt x="5239499" y="10726"/>
                  </a:lnTo>
                  <a:lnTo>
                    <a:pt x="5250530" y="8860"/>
                  </a:lnTo>
                  <a:lnTo>
                    <a:pt x="5254508" y="8238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551" y="8211"/>
                  </a:lnTo>
                  <a:lnTo>
                    <a:pt x="6735486" y="8482"/>
                  </a:lnTo>
                  <a:lnTo>
                    <a:pt x="6755451" y="9231"/>
                  </a:lnTo>
                  <a:lnTo>
                    <a:pt x="6791054" y="10706"/>
                  </a:lnTo>
                  <a:lnTo>
                    <a:pt x="6843937" y="13133"/>
                  </a:lnTo>
                  <a:lnTo>
                    <a:pt x="6913649" y="16694"/>
                  </a:lnTo>
                  <a:lnTo>
                    <a:pt x="6997855" y="21510"/>
                  </a:lnTo>
                  <a:lnTo>
                    <a:pt x="7092873" y="27638"/>
                  </a:lnTo>
                  <a:lnTo>
                    <a:pt x="7194403" y="35084"/>
                  </a:lnTo>
                  <a:lnTo>
                    <a:pt x="7298236" y="43822"/>
                  </a:lnTo>
                  <a:lnTo>
                    <a:pt x="7400782" y="53825"/>
                  </a:lnTo>
                  <a:lnTo>
                    <a:pt x="7499339" y="65084"/>
                  </a:lnTo>
                  <a:lnTo>
                    <a:pt x="7592143" y="77625"/>
                  </a:lnTo>
                  <a:lnTo>
                    <a:pt x="7678263" y="91520"/>
                  </a:lnTo>
                  <a:lnTo>
                    <a:pt x="7757430" y="106888"/>
                  </a:lnTo>
                  <a:lnTo>
                    <a:pt x="7829852" y="123896"/>
                  </a:lnTo>
                  <a:lnTo>
                    <a:pt x="7896055" y="142757"/>
                  </a:lnTo>
                  <a:lnTo>
                    <a:pt x="7956753" y="163716"/>
                  </a:lnTo>
                  <a:lnTo>
                    <a:pt x="8012754" y="187045"/>
                  </a:lnTo>
                  <a:lnTo>
                    <a:pt x="8064890" y="213008"/>
                  </a:lnTo>
                  <a:lnTo>
                    <a:pt x="8113966" y="241824"/>
                  </a:lnTo>
                  <a:lnTo>
                    <a:pt x="8151487" y="266984"/>
                  </a:lnTo>
                  <a:lnTo>
                    <a:pt x="8197668" y="301800"/>
                  </a:lnTo>
                  <a:lnTo>
                    <a:pt x="8242505" y="339756"/>
                  </a:lnTo>
                  <a:lnTo>
                    <a:pt x="8286449" y="380910"/>
                  </a:lnTo>
                  <a:lnTo>
                    <a:pt x="8329840" y="425235"/>
                  </a:lnTo>
                  <a:lnTo>
                    <a:pt x="8372934" y="472617"/>
                  </a:lnTo>
                  <a:lnTo>
                    <a:pt x="8415911" y="522841"/>
                  </a:lnTo>
                  <a:lnTo>
                    <a:pt x="8458886" y="575593"/>
                  </a:lnTo>
                  <a:lnTo>
                    <a:pt x="8501922" y="630461"/>
                  </a:lnTo>
                  <a:lnTo>
                    <a:pt x="8545037" y="686947"/>
                  </a:lnTo>
                  <a:lnTo>
                    <a:pt x="8588217" y="744485"/>
                  </a:lnTo>
                  <a:lnTo>
                    <a:pt x="8631428" y="802462"/>
                  </a:lnTo>
                  <a:lnTo>
                    <a:pt x="8674625" y="860243"/>
                  </a:lnTo>
                  <a:lnTo>
                    <a:pt x="8717769" y="917204"/>
                  </a:lnTo>
                  <a:lnTo>
                    <a:pt x="8760835" y="972757"/>
                  </a:lnTo>
                  <a:lnTo>
                    <a:pt x="8803828" y="1026376"/>
                  </a:lnTo>
                  <a:lnTo>
                    <a:pt x="8846793" y="1077614"/>
                  </a:lnTo>
                  <a:lnTo>
                    <a:pt x="8889825" y="1126119"/>
                  </a:lnTo>
                  <a:lnTo>
                    <a:pt x="8933076" y="1171638"/>
                  </a:lnTo>
                  <a:lnTo>
                    <a:pt x="8976772" y="1214019"/>
                  </a:lnTo>
                  <a:lnTo>
                    <a:pt x="9021219" y="1253201"/>
                  </a:lnTo>
                  <a:lnTo>
                    <a:pt x="9066823" y="1289213"/>
                  </a:lnTo>
                  <a:lnTo>
                    <a:pt x="9084767" y="1302231"/>
                  </a:lnTo>
                  <a:lnTo>
                    <a:pt x="9131922" y="1333407"/>
                  </a:lnTo>
                  <a:lnTo>
                    <a:pt x="9181551" y="1361637"/>
                  </a:lnTo>
                  <a:lnTo>
                    <a:pt x="9234396" y="1387052"/>
                  </a:lnTo>
                  <a:lnTo>
                    <a:pt x="9291272" y="1409884"/>
                  </a:lnTo>
                  <a:lnTo>
                    <a:pt x="9353011" y="1430401"/>
                  </a:lnTo>
                  <a:lnTo>
                    <a:pt x="9420409" y="1448871"/>
                  </a:lnTo>
                  <a:lnTo>
                    <a:pt x="9494150" y="1465534"/>
                  </a:lnTo>
                  <a:lnTo>
                    <a:pt x="9574708" y="1480595"/>
                  </a:lnTo>
                  <a:lnTo>
                    <a:pt x="9662208" y="1494210"/>
                  </a:lnTo>
                  <a:lnTo>
                    <a:pt x="9756265" y="1506491"/>
                  </a:lnTo>
                  <a:lnTo>
                    <a:pt x="9855794" y="1517497"/>
                  </a:lnTo>
                  <a:lnTo>
                    <a:pt x="9958845" y="1527248"/>
                  </a:lnTo>
                  <a:lnTo>
                    <a:pt x="10062529" y="1535729"/>
                  </a:lnTo>
                  <a:lnTo>
                    <a:pt x="10163102" y="1542912"/>
                  </a:lnTo>
                  <a:lnTo>
                    <a:pt x="10256287" y="1548775"/>
                  </a:lnTo>
                  <a:lnTo>
                    <a:pt x="10337848" y="1553333"/>
                  </a:lnTo>
                  <a:lnTo>
                    <a:pt x="10404317" y="1556655"/>
                  </a:lnTo>
                  <a:lnTo>
                    <a:pt x="10453703" y="1558874"/>
                  </a:lnTo>
                  <a:lnTo>
                    <a:pt x="10485972" y="1560184"/>
                  </a:lnTo>
                  <a:lnTo>
                    <a:pt x="10503176" y="1560818"/>
                  </a:lnTo>
                  <a:lnTo>
                    <a:pt x="10509286" y="1561023"/>
                  </a:lnTo>
                  <a:lnTo>
                    <a:pt x="10509911" y="1561042"/>
                  </a:lnTo>
                  <a:lnTo>
                    <a:pt x="11981298" y="1561042"/>
                  </a:lnTo>
                  <a:lnTo>
                    <a:pt x="11981298" y="1552869"/>
                  </a:lnTo>
                  <a:lnTo>
                    <a:pt x="10509911" y="1552869"/>
                  </a:lnTo>
                  <a:lnTo>
                    <a:pt x="10508702" y="1552831"/>
                  </a:lnTo>
                  <a:lnTo>
                    <a:pt x="10500767" y="1552560"/>
                  </a:lnTo>
                  <a:lnTo>
                    <a:pt x="10480802" y="1551811"/>
                  </a:lnTo>
                  <a:lnTo>
                    <a:pt x="10445199" y="1550336"/>
                  </a:lnTo>
                  <a:lnTo>
                    <a:pt x="10392317" y="1547909"/>
                  </a:lnTo>
                  <a:lnTo>
                    <a:pt x="10322604" y="1544348"/>
                  </a:lnTo>
                  <a:lnTo>
                    <a:pt x="10238398" y="1539532"/>
                  </a:lnTo>
                  <a:lnTo>
                    <a:pt x="10143380" y="1533403"/>
                  </a:lnTo>
                  <a:lnTo>
                    <a:pt x="10041851" y="1525958"/>
                  </a:lnTo>
                  <a:lnTo>
                    <a:pt x="9938017" y="1517220"/>
                  </a:lnTo>
                  <a:lnTo>
                    <a:pt x="9835471" y="1507217"/>
                  </a:lnTo>
                  <a:lnTo>
                    <a:pt x="9736914" y="1495958"/>
                  </a:lnTo>
                  <a:lnTo>
                    <a:pt x="9644110" y="1483416"/>
                  </a:lnTo>
                  <a:lnTo>
                    <a:pt x="9557990" y="1469521"/>
                  </a:lnTo>
                  <a:lnTo>
                    <a:pt x="9478824" y="1454153"/>
                  </a:lnTo>
                  <a:lnTo>
                    <a:pt x="9406401" y="1437145"/>
                  </a:lnTo>
                  <a:lnTo>
                    <a:pt x="9340198" y="1418285"/>
                  </a:lnTo>
                  <a:lnTo>
                    <a:pt x="9279500" y="1397325"/>
                  </a:lnTo>
                  <a:lnTo>
                    <a:pt x="9223500" y="1373996"/>
                  </a:lnTo>
                  <a:lnTo>
                    <a:pt x="9171363" y="1348033"/>
                  </a:lnTo>
                  <a:lnTo>
                    <a:pt x="9122287" y="1319218"/>
                  </a:lnTo>
                  <a:lnTo>
                    <a:pt x="9084767" y="1294058"/>
                  </a:lnTo>
                  <a:lnTo>
                    <a:pt x="9038586" y="1259242"/>
                  </a:lnTo>
                  <a:lnTo>
                    <a:pt x="8993748" y="1221285"/>
                  </a:lnTo>
                  <a:lnTo>
                    <a:pt x="8949805" y="1180132"/>
                  </a:lnTo>
                  <a:lnTo>
                    <a:pt x="8906413" y="1135807"/>
                  </a:lnTo>
                  <a:lnTo>
                    <a:pt x="8863319" y="1088425"/>
                  </a:lnTo>
                  <a:lnTo>
                    <a:pt x="8820342" y="1038201"/>
                  </a:lnTo>
                  <a:lnTo>
                    <a:pt x="8777367" y="985449"/>
                  </a:lnTo>
                  <a:lnTo>
                    <a:pt x="8734332" y="930581"/>
                  </a:lnTo>
                  <a:lnTo>
                    <a:pt x="8691217" y="874095"/>
                  </a:lnTo>
                  <a:lnTo>
                    <a:pt x="8648036" y="816556"/>
                  </a:lnTo>
                  <a:lnTo>
                    <a:pt x="8604825" y="758580"/>
                  </a:lnTo>
                  <a:lnTo>
                    <a:pt x="8561628" y="700799"/>
                  </a:lnTo>
                  <a:lnTo>
                    <a:pt x="8518485" y="643838"/>
                  </a:lnTo>
                  <a:lnTo>
                    <a:pt x="8475419" y="588285"/>
                  </a:lnTo>
                  <a:lnTo>
                    <a:pt x="8432425" y="534666"/>
                  </a:lnTo>
                  <a:lnTo>
                    <a:pt x="8389460" y="483428"/>
                  </a:lnTo>
                  <a:lnTo>
                    <a:pt x="8346428" y="434922"/>
                  </a:lnTo>
                  <a:lnTo>
                    <a:pt x="8303177" y="389403"/>
                  </a:lnTo>
                  <a:lnTo>
                    <a:pt x="8259481" y="347023"/>
                  </a:lnTo>
                  <a:lnTo>
                    <a:pt x="8215034" y="307840"/>
                  </a:lnTo>
                  <a:lnTo>
                    <a:pt x="8169430" y="271829"/>
                  </a:lnTo>
                  <a:lnTo>
                    <a:pt x="8151487" y="258811"/>
                  </a:lnTo>
                  <a:lnTo>
                    <a:pt x="8104331" y="227635"/>
                  </a:lnTo>
                  <a:lnTo>
                    <a:pt x="8054702" y="199405"/>
                  </a:lnTo>
                  <a:lnTo>
                    <a:pt x="8001857" y="173990"/>
                  </a:lnTo>
                  <a:lnTo>
                    <a:pt x="7944981" y="151158"/>
                  </a:lnTo>
                  <a:lnTo>
                    <a:pt x="7883242" y="130640"/>
                  </a:lnTo>
                  <a:lnTo>
                    <a:pt x="7815844" y="112171"/>
                  </a:lnTo>
                  <a:lnTo>
                    <a:pt x="7742103" y="95507"/>
                  </a:lnTo>
                  <a:lnTo>
                    <a:pt x="7661546" y="80447"/>
                  </a:lnTo>
                  <a:lnTo>
                    <a:pt x="7574045" y="66831"/>
                  </a:lnTo>
                  <a:lnTo>
                    <a:pt x="7479988" y="54551"/>
                  </a:lnTo>
                  <a:lnTo>
                    <a:pt x="7380460" y="43545"/>
                  </a:lnTo>
                  <a:lnTo>
                    <a:pt x="7277408" y="33794"/>
                  </a:lnTo>
                  <a:lnTo>
                    <a:pt x="7173724" y="25313"/>
                  </a:lnTo>
                  <a:lnTo>
                    <a:pt x="7073151" y="18130"/>
                  </a:lnTo>
                  <a:lnTo>
                    <a:pt x="6979966" y="12267"/>
                  </a:lnTo>
                  <a:lnTo>
                    <a:pt x="6898405" y="7709"/>
                  </a:lnTo>
                  <a:lnTo>
                    <a:pt x="6831936" y="4387"/>
                  </a:lnTo>
                  <a:lnTo>
                    <a:pt x="6782550" y="2167"/>
                  </a:lnTo>
                  <a:lnTo>
                    <a:pt x="6750281" y="857"/>
                  </a:lnTo>
                  <a:lnTo>
                    <a:pt x="6733077" y="224"/>
                  </a:lnTo>
                  <a:lnTo>
                    <a:pt x="6726967" y="19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224" y="107"/>
                  </a:lnTo>
                  <a:lnTo>
                    <a:pt x="5249372" y="875"/>
                  </a:lnTo>
                  <a:lnTo>
                    <a:pt x="5236996" y="2995"/>
                  </a:lnTo>
                  <a:lnTo>
                    <a:pt x="5214506" y="7177"/>
                  </a:lnTo>
                  <a:lnTo>
                    <a:pt x="5180247" y="14109"/>
                  </a:lnTo>
                  <a:lnTo>
                    <a:pt x="5133605" y="24409"/>
                  </a:lnTo>
                  <a:lnTo>
                    <a:pt x="5075024" y="38577"/>
                  </a:lnTo>
                  <a:lnTo>
                    <a:pt x="5005898" y="56959"/>
                  </a:lnTo>
                  <a:lnTo>
                    <a:pt x="4928343" y="79747"/>
                  </a:lnTo>
                  <a:lnTo>
                    <a:pt x="4844883" y="106996"/>
                  </a:lnTo>
                  <a:lnTo>
                    <a:pt x="4758131" y="138665"/>
                  </a:lnTo>
                  <a:lnTo>
                    <a:pt x="4670518" y="174671"/>
                  </a:lnTo>
                  <a:lnTo>
                    <a:pt x="4584104" y="214939"/>
                  </a:lnTo>
                  <a:lnTo>
                    <a:pt x="4500488" y="259445"/>
                  </a:lnTo>
                  <a:lnTo>
                    <a:pt x="4420787" y="308250"/>
                  </a:lnTo>
                  <a:lnTo>
                    <a:pt x="4345683" y="361520"/>
                  </a:lnTo>
                  <a:lnTo>
                    <a:pt x="4275488" y="419536"/>
                  </a:lnTo>
                  <a:lnTo>
                    <a:pt x="4210229" y="482695"/>
                  </a:lnTo>
                  <a:lnTo>
                    <a:pt x="4149718" y="551510"/>
                  </a:lnTo>
                  <a:lnTo>
                    <a:pt x="4093623" y="626595"/>
                  </a:lnTo>
                  <a:lnTo>
                    <a:pt x="4041517" y="708654"/>
                  </a:lnTo>
                  <a:lnTo>
                    <a:pt x="3992923" y="798447"/>
                  </a:lnTo>
                  <a:lnTo>
                    <a:pt x="3947342" y="896749"/>
                  </a:lnTo>
                  <a:lnTo>
                    <a:pt x="3904275" y="1004277"/>
                  </a:lnTo>
                  <a:lnTo>
                    <a:pt x="3863253" y="1121576"/>
                  </a:lnTo>
                  <a:lnTo>
                    <a:pt x="3829811" y="1228674"/>
                  </a:lnTo>
                  <a:lnTo>
                    <a:pt x="3805235" y="1314091"/>
                  </a:lnTo>
                  <a:lnTo>
                    <a:pt x="3781102" y="1403598"/>
                  </a:lnTo>
                  <a:lnTo>
                    <a:pt x="3757334" y="1497272"/>
                  </a:lnTo>
                  <a:lnTo>
                    <a:pt x="3733860" y="1595161"/>
                  </a:lnTo>
                  <a:lnTo>
                    <a:pt x="3710623" y="1697288"/>
                  </a:lnTo>
                  <a:lnTo>
                    <a:pt x="3687568" y="1803642"/>
                  </a:lnTo>
                  <a:lnTo>
                    <a:pt x="3664653" y="1914184"/>
                  </a:lnTo>
                  <a:lnTo>
                    <a:pt x="3641838" y="2028836"/>
                  </a:lnTo>
                  <a:lnTo>
                    <a:pt x="3619092" y="2147487"/>
                  </a:lnTo>
                  <a:lnTo>
                    <a:pt x="3596389" y="2269989"/>
                  </a:lnTo>
                  <a:lnTo>
                    <a:pt x="3573707" y="2396155"/>
                  </a:lnTo>
                  <a:lnTo>
                    <a:pt x="3551029" y="2525763"/>
                  </a:lnTo>
                  <a:lnTo>
                    <a:pt x="3528344" y="2658554"/>
                  </a:lnTo>
                  <a:lnTo>
                    <a:pt x="3505642" y="2794234"/>
                  </a:lnTo>
                  <a:lnTo>
                    <a:pt x="3482920" y="2932476"/>
                  </a:lnTo>
                  <a:lnTo>
                    <a:pt x="3460175" y="3072922"/>
                  </a:lnTo>
                  <a:lnTo>
                    <a:pt x="3437408" y="3215190"/>
                  </a:lnTo>
                  <a:lnTo>
                    <a:pt x="3414622" y="3358874"/>
                  </a:lnTo>
                  <a:lnTo>
                    <a:pt x="3391822" y="3503550"/>
                  </a:lnTo>
                  <a:lnTo>
                    <a:pt x="3369014" y="3648783"/>
                  </a:lnTo>
                  <a:lnTo>
                    <a:pt x="3346204" y="3794129"/>
                  </a:lnTo>
                  <a:lnTo>
                    <a:pt x="3323400" y="3939146"/>
                  </a:lnTo>
                  <a:lnTo>
                    <a:pt x="3300606" y="4083392"/>
                  </a:lnTo>
                  <a:lnTo>
                    <a:pt x="3277829" y="4226437"/>
                  </a:lnTo>
                  <a:lnTo>
                    <a:pt x="3255072" y="4367866"/>
                  </a:lnTo>
                  <a:lnTo>
                    <a:pt x="3232338" y="4507283"/>
                  </a:lnTo>
                  <a:lnTo>
                    <a:pt x="3209627" y="4644318"/>
                  </a:lnTo>
                  <a:lnTo>
                    <a:pt x="3186934" y="4778628"/>
                  </a:lnTo>
                  <a:lnTo>
                    <a:pt x="3164253" y="4909902"/>
                  </a:lnTo>
                  <a:lnTo>
                    <a:pt x="3141575" y="5037862"/>
                  </a:lnTo>
                  <a:lnTo>
                    <a:pt x="3118885" y="5162267"/>
                  </a:lnTo>
                  <a:lnTo>
                    <a:pt x="3096164" y="5282911"/>
                  </a:lnTo>
                  <a:lnTo>
                    <a:pt x="3073388" y="5399628"/>
                  </a:lnTo>
                  <a:lnTo>
                    <a:pt x="3050529" y="5512287"/>
                  </a:lnTo>
                  <a:lnTo>
                    <a:pt x="3027551" y="5620794"/>
                  </a:lnTo>
                  <a:lnTo>
                    <a:pt x="3004413" y="5725090"/>
                  </a:lnTo>
                  <a:lnTo>
                    <a:pt x="2981067" y="5825150"/>
                  </a:lnTo>
                  <a:lnTo>
                    <a:pt x="2957458" y="5920979"/>
                  </a:lnTo>
                  <a:lnTo>
                    <a:pt x="2933521" y="6012613"/>
                  </a:lnTo>
                  <a:lnTo>
                    <a:pt x="2909183" y="6100114"/>
                  </a:lnTo>
                  <a:lnTo>
                    <a:pt x="2896531" y="6143370"/>
                  </a:lnTo>
                  <a:lnTo>
                    <a:pt x="2856905" y="6269129"/>
                  </a:lnTo>
                  <a:lnTo>
                    <a:pt x="2815597" y="6384904"/>
                  </a:lnTo>
                  <a:lnTo>
                    <a:pt x="2772176" y="6490973"/>
                  </a:lnTo>
                  <a:lnTo>
                    <a:pt x="2726165" y="6587920"/>
                  </a:lnTo>
                  <a:lnTo>
                    <a:pt x="2677064" y="6676475"/>
                  </a:lnTo>
                  <a:lnTo>
                    <a:pt x="2624376" y="6757414"/>
                  </a:lnTo>
                  <a:lnTo>
                    <a:pt x="2567628" y="6831493"/>
                  </a:lnTo>
                  <a:lnTo>
                    <a:pt x="2506407" y="6899401"/>
                  </a:lnTo>
                  <a:lnTo>
                    <a:pt x="2440397" y="6961740"/>
                  </a:lnTo>
                  <a:lnTo>
                    <a:pt x="2369441" y="7019004"/>
                  </a:lnTo>
                  <a:lnTo>
                    <a:pt x="2293602" y="7071573"/>
                  </a:lnTo>
                  <a:lnTo>
                    <a:pt x="2213245" y="7119710"/>
                  </a:lnTo>
                  <a:lnTo>
                    <a:pt x="2129115" y="7163564"/>
                  </a:lnTo>
                  <a:lnTo>
                    <a:pt x="2042401" y="7203180"/>
                  </a:lnTo>
                  <a:lnTo>
                    <a:pt x="1954776" y="7238526"/>
                  </a:lnTo>
                  <a:lnTo>
                    <a:pt x="1868364" y="7269522"/>
                  </a:lnTo>
                  <a:lnTo>
                    <a:pt x="1785639" y="7296086"/>
                  </a:lnTo>
                  <a:lnTo>
                    <a:pt x="1709221" y="7318191"/>
                  </a:lnTo>
                  <a:lnTo>
                    <a:pt x="1641592" y="7335910"/>
                  </a:lnTo>
                  <a:lnTo>
                    <a:pt x="1584775" y="7349456"/>
                  </a:lnTo>
                  <a:lnTo>
                    <a:pt x="1540032" y="7359204"/>
                  </a:lnTo>
                  <a:lnTo>
                    <a:pt x="1507648" y="7365671"/>
                  </a:lnTo>
                  <a:lnTo>
                    <a:pt x="1486843" y="7369490"/>
                  </a:lnTo>
                  <a:lnTo>
                    <a:pt x="1475812" y="7371356"/>
                  </a:lnTo>
                  <a:lnTo>
                    <a:pt x="1471834" y="7371979"/>
                  </a:lnTo>
                  <a:lnTo>
                    <a:pt x="1471387" y="7372044"/>
                  </a:lnTo>
                  <a:lnTo>
                    <a:pt x="0" y="7372044"/>
                  </a:lnTo>
                  <a:close/>
                </a:path>
              </a:pathLst>
            </a:custGeom>
            <a:solidFill>
              <a:srgbClr val="8DCFF5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2175" name="pl2175"/>
            <p:cNvSpPr/>
            <p:nvPr/>
          </p:nvSpPr>
          <p:spPr>
            <a:xfrm>
              <a:off x="4799595" y="3819204"/>
              <a:ext cx="11981298" cy="7372044"/>
            </a:xfrm>
            <a:custGeom>
              <a:avLst/>
              <a:pathLst>
                <a:path w="11981298" h="7372044">
                  <a:moveTo>
                    <a:pt x="0" y="7372044"/>
                  </a:moveTo>
                  <a:lnTo>
                    <a:pt x="1471387" y="7372044"/>
                  </a:lnTo>
                  <a:lnTo>
                    <a:pt x="1472119" y="7371936"/>
                  </a:lnTo>
                  <a:lnTo>
                    <a:pt x="1476970" y="7371168"/>
                  </a:lnTo>
                  <a:lnTo>
                    <a:pt x="1489347" y="7369048"/>
                  </a:lnTo>
                  <a:lnTo>
                    <a:pt x="1511836" y="7364867"/>
                  </a:lnTo>
                  <a:lnTo>
                    <a:pt x="1546095" y="7357935"/>
                  </a:lnTo>
                  <a:lnTo>
                    <a:pt x="1592737" y="7347634"/>
                  </a:lnTo>
                  <a:lnTo>
                    <a:pt x="1651318" y="7333467"/>
                  </a:lnTo>
                  <a:lnTo>
                    <a:pt x="1720444" y="7315085"/>
                  </a:lnTo>
                  <a:lnTo>
                    <a:pt x="1797999" y="7292297"/>
                  </a:lnTo>
                  <a:lnTo>
                    <a:pt x="1881459" y="7265048"/>
                  </a:lnTo>
                  <a:lnTo>
                    <a:pt x="1968211" y="7233379"/>
                  </a:lnTo>
                  <a:lnTo>
                    <a:pt x="2055824" y="7197372"/>
                  </a:lnTo>
                  <a:lnTo>
                    <a:pt x="2142238" y="7157105"/>
                  </a:lnTo>
                  <a:lnTo>
                    <a:pt x="2225854" y="7112599"/>
                  </a:lnTo>
                  <a:lnTo>
                    <a:pt x="2305555" y="7063793"/>
                  </a:lnTo>
                  <a:lnTo>
                    <a:pt x="2380659" y="7010523"/>
                  </a:lnTo>
                  <a:lnTo>
                    <a:pt x="2450854" y="6952508"/>
                  </a:lnTo>
                  <a:lnTo>
                    <a:pt x="2516113" y="6889348"/>
                  </a:lnTo>
                  <a:lnTo>
                    <a:pt x="2576624" y="6820534"/>
                  </a:lnTo>
                  <a:lnTo>
                    <a:pt x="2632720" y="6745449"/>
                  </a:lnTo>
                  <a:lnTo>
                    <a:pt x="2684825" y="6663390"/>
                  </a:lnTo>
                  <a:lnTo>
                    <a:pt x="2733419" y="6573596"/>
                  </a:lnTo>
                  <a:lnTo>
                    <a:pt x="2779001" y="6475294"/>
                  </a:lnTo>
                  <a:lnTo>
                    <a:pt x="2822067" y="6367767"/>
                  </a:lnTo>
                  <a:lnTo>
                    <a:pt x="2863089" y="6250467"/>
                  </a:lnTo>
                  <a:lnTo>
                    <a:pt x="2896531" y="6143370"/>
                  </a:lnTo>
                  <a:lnTo>
                    <a:pt x="2921107" y="6057953"/>
                  </a:lnTo>
                  <a:lnTo>
                    <a:pt x="2945240" y="5968446"/>
                  </a:lnTo>
                  <a:lnTo>
                    <a:pt x="2969009" y="5874772"/>
                  </a:lnTo>
                  <a:lnTo>
                    <a:pt x="2992482" y="5776883"/>
                  </a:lnTo>
                  <a:lnTo>
                    <a:pt x="3015720" y="5674756"/>
                  </a:lnTo>
                  <a:lnTo>
                    <a:pt x="3038774" y="5568401"/>
                  </a:lnTo>
                  <a:lnTo>
                    <a:pt x="3061689" y="5457860"/>
                  </a:lnTo>
                  <a:lnTo>
                    <a:pt x="3084504" y="5343207"/>
                  </a:lnTo>
                  <a:lnTo>
                    <a:pt x="3107250" y="5224556"/>
                  </a:lnTo>
                  <a:lnTo>
                    <a:pt x="3129953" y="5102055"/>
                  </a:lnTo>
                  <a:lnTo>
                    <a:pt x="3152635" y="4975889"/>
                  </a:lnTo>
                  <a:lnTo>
                    <a:pt x="3175313" y="4846280"/>
                  </a:lnTo>
                  <a:lnTo>
                    <a:pt x="3197999" y="4713489"/>
                  </a:lnTo>
                  <a:lnTo>
                    <a:pt x="3220700" y="4577809"/>
                  </a:lnTo>
                  <a:lnTo>
                    <a:pt x="3243422" y="4439568"/>
                  </a:lnTo>
                  <a:lnTo>
                    <a:pt x="3266168" y="4299121"/>
                  </a:lnTo>
                  <a:lnTo>
                    <a:pt x="3288934" y="4156853"/>
                  </a:lnTo>
                  <a:lnTo>
                    <a:pt x="3311720" y="4013170"/>
                  </a:lnTo>
                  <a:lnTo>
                    <a:pt x="3334520" y="3868494"/>
                  </a:lnTo>
                  <a:lnTo>
                    <a:pt x="3357328" y="3723261"/>
                  </a:lnTo>
                  <a:lnTo>
                    <a:pt x="3380138" y="3577914"/>
                  </a:lnTo>
                  <a:lnTo>
                    <a:pt x="3402943" y="3432898"/>
                  </a:lnTo>
                  <a:lnTo>
                    <a:pt x="3425736" y="3288652"/>
                  </a:lnTo>
                  <a:lnTo>
                    <a:pt x="3448513" y="3145607"/>
                  </a:lnTo>
                  <a:lnTo>
                    <a:pt x="3471270" y="3004178"/>
                  </a:lnTo>
                  <a:lnTo>
                    <a:pt x="3494004" y="2864760"/>
                  </a:lnTo>
                  <a:lnTo>
                    <a:pt x="3516716" y="2727725"/>
                  </a:lnTo>
                  <a:lnTo>
                    <a:pt x="3539408" y="2593415"/>
                  </a:lnTo>
                  <a:lnTo>
                    <a:pt x="3562089" y="2462142"/>
                  </a:lnTo>
                  <a:lnTo>
                    <a:pt x="3584767" y="2334182"/>
                  </a:lnTo>
                  <a:lnTo>
                    <a:pt x="3607457" y="2209777"/>
                  </a:lnTo>
                  <a:lnTo>
                    <a:pt x="3630178" y="2089132"/>
                  </a:lnTo>
                  <a:lnTo>
                    <a:pt x="3652954" y="1972415"/>
                  </a:lnTo>
                  <a:lnTo>
                    <a:pt x="3675813" y="1859756"/>
                  </a:lnTo>
                  <a:lnTo>
                    <a:pt x="3698791" y="1751249"/>
                  </a:lnTo>
                  <a:lnTo>
                    <a:pt x="3721929" y="1646953"/>
                  </a:lnTo>
                  <a:lnTo>
                    <a:pt x="3745275" y="1546894"/>
                  </a:lnTo>
                  <a:lnTo>
                    <a:pt x="3768884" y="1451065"/>
                  </a:lnTo>
                  <a:lnTo>
                    <a:pt x="3792821" y="1359431"/>
                  </a:lnTo>
                  <a:lnTo>
                    <a:pt x="3817160" y="1271929"/>
                  </a:lnTo>
                  <a:lnTo>
                    <a:pt x="3829811" y="1228674"/>
                  </a:lnTo>
                  <a:lnTo>
                    <a:pt x="3869437" y="1102914"/>
                  </a:lnTo>
                  <a:lnTo>
                    <a:pt x="3910745" y="987140"/>
                  </a:lnTo>
                  <a:lnTo>
                    <a:pt x="3954166" y="881070"/>
                  </a:lnTo>
                  <a:lnTo>
                    <a:pt x="4000177" y="784124"/>
                  </a:lnTo>
                  <a:lnTo>
                    <a:pt x="4049278" y="695569"/>
                  </a:lnTo>
                  <a:lnTo>
                    <a:pt x="4101966" y="614629"/>
                  </a:lnTo>
                  <a:lnTo>
                    <a:pt x="4158714" y="540551"/>
                  </a:lnTo>
                  <a:lnTo>
                    <a:pt x="4219935" y="472642"/>
                  </a:lnTo>
                  <a:lnTo>
                    <a:pt x="4285945" y="410304"/>
                  </a:lnTo>
                  <a:lnTo>
                    <a:pt x="4356901" y="353040"/>
                  </a:lnTo>
                  <a:lnTo>
                    <a:pt x="4432740" y="300470"/>
                  </a:lnTo>
                  <a:lnTo>
                    <a:pt x="4513097" y="252333"/>
                  </a:lnTo>
                  <a:lnTo>
                    <a:pt x="4597227" y="208480"/>
                  </a:lnTo>
                  <a:lnTo>
                    <a:pt x="4683941" y="168863"/>
                  </a:lnTo>
                  <a:lnTo>
                    <a:pt x="4771567" y="133517"/>
                  </a:lnTo>
                  <a:lnTo>
                    <a:pt x="4857978" y="102522"/>
                  </a:lnTo>
                  <a:lnTo>
                    <a:pt x="4940703" y="75957"/>
                  </a:lnTo>
                  <a:lnTo>
                    <a:pt x="5017121" y="53852"/>
                  </a:lnTo>
                  <a:lnTo>
                    <a:pt x="5084750" y="36134"/>
                  </a:lnTo>
                  <a:lnTo>
                    <a:pt x="5141567" y="22587"/>
                  </a:lnTo>
                  <a:lnTo>
                    <a:pt x="5186310" y="12840"/>
                  </a:lnTo>
                  <a:lnTo>
                    <a:pt x="5218695" y="6373"/>
                  </a:lnTo>
                  <a:lnTo>
                    <a:pt x="5239499" y="2553"/>
                  </a:lnTo>
                  <a:lnTo>
                    <a:pt x="5250530" y="687"/>
                  </a:lnTo>
                  <a:lnTo>
                    <a:pt x="5254508" y="65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551" y="38"/>
                  </a:lnTo>
                  <a:lnTo>
                    <a:pt x="6735486" y="309"/>
                  </a:lnTo>
                  <a:lnTo>
                    <a:pt x="6755451" y="1058"/>
                  </a:lnTo>
                  <a:lnTo>
                    <a:pt x="6791054" y="2533"/>
                  </a:lnTo>
                  <a:lnTo>
                    <a:pt x="6843937" y="4960"/>
                  </a:lnTo>
                  <a:lnTo>
                    <a:pt x="6913649" y="8521"/>
                  </a:lnTo>
                  <a:lnTo>
                    <a:pt x="6997855" y="13337"/>
                  </a:lnTo>
                  <a:lnTo>
                    <a:pt x="7092873" y="19465"/>
                  </a:lnTo>
                  <a:lnTo>
                    <a:pt x="7194403" y="26911"/>
                  </a:lnTo>
                  <a:lnTo>
                    <a:pt x="7298236" y="35649"/>
                  </a:lnTo>
                  <a:lnTo>
                    <a:pt x="7400782" y="45652"/>
                  </a:lnTo>
                  <a:lnTo>
                    <a:pt x="7499339" y="56911"/>
                  </a:lnTo>
                  <a:lnTo>
                    <a:pt x="7592143" y="69452"/>
                  </a:lnTo>
                  <a:lnTo>
                    <a:pt x="7678263" y="83347"/>
                  </a:lnTo>
                  <a:lnTo>
                    <a:pt x="7757430" y="98715"/>
                  </a:lnTo>
                  <a:lnTo>
                    <a:pt x="7829852" y="115723"/>
                  </a:lnTo>
                  <a:lnTo>
                    <a:pt x="7896055" y="134584"/>
                  </a:lnTo>
                  <a:lnTo>
                    <a:pt x="7956753" y="155543"/>
                  </a:lnTo>
                  <a:lnTo>
                    <a:pt x="8012754" y="178872"/>
                  </a:lnTo>
                  <a:lnTo>
                    <a:pt x="8064890" y="204835"/>
                  </a:lnTo>
                  <a:lnTo>
                    <a:pt x="8113966" y="233651"/>
                  </a:lnTo>
                  <a:lnTo>
                    <a:pt x="8151487" y="258811"/>
                  </a:lnTo>
                  <a:lnTo>
                    <a:pt x="8197668" y="293627"/>
                  </a:lnTo>
                  <a:lnTo>
                    <a:pt x="8242505" y="331583"/>
                  </a:lnTo>
                  <a:lnTo>
                    <a:pt x="8286449" y="372737"/>
                  </a:lnTo>
                  <a:lnTo>
                    <a:pt x="8329840" y="417062"/>
                  </a:lnTo>
                  <a:lnTo>
                    <a:pt x="8372934" y="464444"/>
                  </a:lnTo>
                  <a:lnTo>
                    <a:pt x="8415911" y="514668"/>
                  </a:lnTo>
                  <a:lnTo>
                    <a:pt x="8458886" y="567420"/>
                  </a:lnTo>
                  <a:lnTo>
                    <a:pt x="8501922" y="622288"/>
                  </a:lnTo>
                  <a:lnTo>
                    <a:pt x="8545037" y="678774"/>
                  </a:lnTo>
                  <a:lnTo>
                    <a:pt x="8588217" y="736312"/>
                  </a:lnTo>
                  <a:lnTo>
                    <a:pt x="8631428" y="794289"/>
                  </a:lnTo>
                  <a:lnTo>
                    <a:pt x="8674625" y="852070"/>
                  </a:lnTo>
                  <a:lnTo>
                    <a:pt x="8717769" y="909031"/>
                  </a:lnTo>
                  <a:lnTo>
                    <a:pt x="8760835" y="964584"/>
                  </a:lnTo>
                  <a:lnTo>
                    <a:pt x="8803828" y="1018203"/>
                  </a:lnTo>
                  <a:lnTo>
                    <a:pt x="8846793" y="1069441"/>
                  </a:lnTo>
                  <a:lnTo>
                    <a:pt x="8889825" y="1117946"/>
                  </a:lnTo>
                  <a:lnTo>
                    <a:pt x="8933076" y="1163465"/>
                  </a:lnTo>
                  <a:lnTo>
                    <a:pt x="8976772" y="1205846"/>
                  </a:lnTo>
                  <a:lnTo>
                    <a:pt x="9021219" y="1245028"/>
                  </a:lnTo>
                  <a:lnTo>
                    <a:pt x="9066823" y="1281040"/>
                  </a:lnTo>
                  <a:lnTo>
                    <a:pt x="9084767" y="1294058"/>
                  </a:lnTo>
                  <a:lnTo>
                    <a:pt x="9131922" y="1325234"/>
                  </a:lnTo>
                  <a:lnTo>
                    <a:pt x="9181551" y="1353464"/>
                  </a:lnTo>
                  <a:lnTo>
                    <a:pt x="9234396" y="1378879"/>
                  </a:lnTo>
                  <a:lnTo>
                    <a:pt x="9291272" y="1401711"/>
                  </a:lnTo>
                  <a:lnTo>
                    <a:pt x="9353011" y="1422228"/>
                  </a:lnTo>
                  <a:lnTo>
                    <a:pt x="9420409" y="1440698"/>
                  </a:lnTo>
                  <a:lnTo>
                    <a:pt x="9494150" y="1457361"/>
                  </a:lnTo>
                  <a:lnTo>
                    <a:pt x="9574708" y="1472422"/>
                  </a:lnTo>
                  <a:lnTo>
                    <a:pt x="9662208" y="1486037"/>
                  </a:lnTo>
                  <a:lnTo>
                    <a:pt x="9756265" y="1498318"/>
                  </a:lnTo>
                  <a:lnTo>
                    <a:pt x="9855794" y="1509324"/>
                  </a:lnTo>
                  <a:lnTo>
                    <a:pt x="9958845" y="1519075"/>
                  </a:lnTo>
                  <a:lnTo>
                    <a:pt x="10062529" y="1527556"/>
                  </a:lnTo>
                  <a:lnTo>
                    <a:pt x="10163102" y="1534739"/>
                  </a:lnTo>
                  <a:lnTo>
                    <a:pt x="10256287" y="1540602"/>
                  </a:lnTo>
                  <a:lnTo>
                    <a:pt x="10337848" y="1545160"/>
                  </a:lnTo>
                  <a:lnTo>
                    <a:pt x="10404317" y="1548482"/>
                  </a:lnTo>
                  <a:lnTo>
                    <a:pt x="10453703" y="1550701"/>
                  </a:lnTo>
                  <a:lnTo>
                    <a:pt x="10485972" y="1552011"/>
                  </a:lnTo>
                  <a:lnTo>
                    <a:pt x="10503176" y="1552645"/>
                  </a:lnTo>
                  <a:lnTo>
                    <a:pt x="10509286" y="1552850"/>
                  </a:lnTo>
                  <a:lnTo>
                    <a:pt x="10509911" y="1552869"/>
                  </a:lnTo>
                  <a:lnTo>
                    <a:pt x="11981298" y="155286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76" name="pl2176"/>
            <p:cNvSpPr/>
            <p:nvPr/>
          </p:nvSpPr>
          <p:spPr>
            <a:xfrm>
              <a:off x="4799595" y="3811031"/>
              <a:ext cx="11981298" cy="7372044"/>
            </a:xfrm>
            <a:custGeom>
              <a:avLst/>
              <a:pathLst>
                <a:path w="11981298" h="7372044">
                  <a:moveTo>
                    <a:pt x="11981298" y="1552869"/>
                  </a:moveTo>
                  <a:lnTo>
                    <a:pt x="10509911" y="1552869"/>
                  </a:lnTo>
                  <a:lnTo>
                    <a:pt x="10508702" y="1552831"/>
                  </a:lnTo>
                  <a:lnTo>
                    <a:pt x="10500767" y="1552560"/>
                  </a:lnTo>
                  <a:lnTo>
                    <a:pt x="10480802" y="1551811"/>
                  </a:lnTo>
                  <a:lnTo>
                    <a:pt x="10445199" y="1550336"/>
                  </a:lnTo>
                  <a:lnTo>
                    <a:pt x="10392317" y="1547909"/>
                  </a:lnTo>
                  <a:lnTo>
                    <a:pt x="10322604" y="1544348"/>
                  </a:lnTo>
                  <a:lnTo>
                    <a:pt x="10238398" y="1539532"/>
                  </a:lnTo>
                  <a:lnTo>
                    <a:pt x="10143380" y="1533403"/>
                  </a:lnTo>
                  <a:lnTo>
                    <a:pt x="10041851" y="1525958"/>
                  </a:lnTo>
                  <a:lnTo>
                    <a:pt x="9938017" y="1517220"/>
                  </a:lnTo>
                  <a:lnTo>
                    <a:pt x="9835471" y="1507217"/>
                  </a:lnTo>
                  <a:lnTo>
                    <a:pt x="9736914" y="1495958"/>
                  </a:lnTo>
                  <a:lnTo>
                    <a:pt x="9644110" y="1483416"/>
                  </a:lnTo>
                  <a:lnTo>
                    <a:pt x="9557990" y="1469521"/>
                  </a:lnTo>
                  <a:lnTo>
                    <a:pt x="9478824" y="1454153"/>
                  </a:lnTo>
                  <a:lnTo>
                    <a:pt x="9406401" y="1437145"/>
                  </a:lnTo>
                  <a:lnTo>
                    <a:pt x="9340198" y="1418285"/>
                  </a:lnTo>
                  <a:lnTo>
                    <a:pt x="9279500" y="1397325"/>
                  </a:lnTo>
                  <a:lnTo>
                    <a:pt x="9223500" y="1373996"/>
                  </a:lnTo>
                  <a:lnTo>
                    <a:pt x="9171363" y="1348033"/>
                  </a:lnTo>
                  <a:lnTo>
                    <a:pt x="9122287" y="1319218"/>
                  </a:lnTo>
                  <a:lnTo>
                    <a:pt x="9084767" y="1294058"/>
                  </a:lnTo>
                  <a:lnTo>
                    <a:pt x="9038586" y="1259242"/>
                  </a:lnTo>
                  <a:lnTo>
                    <a:pt x="8993748" y="1221285"/>
                  </a:lnTo>
                  <a:lnTo>
                    <a:pt x="8949805" y="1180132"/>
                  </a:lnTo>
                  <a:lnTo>
                    <a:pt x="8906413" y="1135807"/>
                  </a:lnTo>
                  <a:lnTo>
                    <a:pt x="8863319" y="1088425"/>
                  </a:lnTo>
                  <a:lnTo>
                    <a:pt x="8820342" y="1038201"/>
                  </a:lnTo>
                  <a:lnTo>
                    <a:pt x="8777367" y="985449"/>
                  </a:lnTo>
                  <a:lnTo>
                    <a:pt x="8734332" y="930581"/>
                  </a:lnTo>
                  <a:lnTo>
                    <a:pt x="8691217" y="874095"/>
                  </a:lnTo>
                  <a:lnTo>
                    <a:pt x="8648036" y="816556"/>
                  </a:lnTo>
                  <a:lnTo>
                    <a:pt x="8604825" y="758580"/>
                  </a:lnTo>
                  <a:lnTo>
                    <a:pt x="8561628" y="700799"/>
                  </a:lnTo>
                  <a:lnTo>
                    <a:pt x="8518485" y="643838"/>
                  </a:lnTo>
                  <a:lnTo>
                    <a:pt x="8475419" y="588285"/>
                  </a:lnTo>
                  <a:lnTo>
                    <a:pt x="8432425" y="534666"/>
                  </a:lnTo>
                  <a:lnTo>
                    <a:pt x="8389460" y="483428"/>
                  </a:lnTo>
                  <a:lnTo>
                    <a:pt x="8346428" y="434922"/>
                  </a:lnTo>
                  <a:lnTo>
                    <a:pt x="8303177" y="389403"/>
                  </a:lnTo>
                  <a:lnTo>
                    <a:pt x="8259481" y="347023"/>
                  </a:lnTo>
                  <a:lnTo>
                    <a:pt x="8215034" y="307840"/>
                  </a:lnTo>
                  <a:lnTo>
                    <a:pt x="8169430" y="271829"/>
                  </a:lnTo>
                  <a:lnTo>
                    <a:pt x="8151487" y="258811"/>
                  </a:lnTo>
                  <a:lnTo>
                    <a:pt x="8104331" y="227635"/>
                  </a:lnTo>
                  <a:lnTo>
                    <a:pt x="8054702" y="199405"/>
                  </a:lnTo>
                  <a:lnTo>
                    <a:pt x="8001857" y="173990"/>
                  </a:lnTo>
                  <a:lnTo>
                    <a:pt x="7944981" y="151158"/>
                  </a:lnTo>
                  <a:lnTo>
                    <a:pt x="7883242" y="130640"/>
                  </a:lnTo>
                  <a:lnTo>
                    <a:pt x="7815844" y="112171"/>
                  </a:lnTo>
                  <a:lnTo>
                    <a:pt x="7742103" y="95507"/>
                  </a:lnTo>
                  <a:lnTo>
                    <a:pt x="7661546" y="80447"/>
                  </a:lnTo>
                  <a:lnTo>
                    <a:pt x="7574045" y="66831"/>
                  </a:lnTo>
                  <a:lnTo>
                    <a:pt x="7479988" y="54551"/>
                  </a:lnTo>
                  <a:lnTo>
                    <a:pt x="7380460" y="43545"/>
                  </a:lnTo>
                  <a:lnTo>
                    <a:pt x="7277408" y="33794"/>
                  </a:lnTo>
                  <a:lnTo>
                    <a:pt x="7173724" y="25313"/>
                  </a:lnTo>
                  <a:lnTo>
                    <a:pt x="7073151" y="18130"/>
                  </a:lnTo>
                  <a:lnTo>
                    <a:pt x="6979966" y="12267"/>
                  </a:lnTo>
                  <a:lnTo>
                    <a:pt x="6898405" y="7709"/>
                  </a:lnTo>
                  <a:lnTo>
                    <a:pt x="6831936" y="4387"/>
                  </a:lnTo>
                  <a:lnTo>
                    <a:pt x="6782550" y="2167"/>
                  </a:lnTo>
                  <a:lnTo>
                    <a:pt x="6750281" y="857"/>
                  </a:lnTo>
                  <a:lnTo>
                    <a:pt x="6733077" y="224"/>
                  </a:lnTo>
                  <a:lnTo>
                    <a:pt x="6726967" y="19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224" y="107"/>
                  </a:lnTo>
                  <a:lnTo>
                    <a:pt x="5249372" y="875"/>
                  </a:lnTo>
                  <a:lnTo>
                    <a:pt x="5236996" y="2995"/>
                  </a:lnTo>
                  <a:lnTo>
                    <a:pt x="5214506" y="7177"/>
                  </a:lnTo>
                  <a:lnTo>
                    <a:pt x="5180247" y="14109"/>
                  </a:lnTo>
                  <a:lnTo>
                    <a:pt x="5133605" y="24409"/>
                  </a:lnTo>
                  <a:lnTo>
                    <a:pt x="5075024" y="38577"/>
                  </a:lnTo>
                  <a:lnTo>
                    <a:pt x="5005898" y="56959"/>
                  </a:lnTo>
                  <a:lnTo>
                    <a:pt x="4928343" y="79747"/>
                  </a:lnTo>
                  <a:lnTo>
                    <a:pt x="4844883" y="106996"/>
                  </a:lnTo>
                  <a:lnTo>
                    <a:pt x="4758131" y="138665"/>
                  </a:lnTo>
                  <a:lnTo>
                    <a:pt x="4670518" y="174671"/>
                  </a:lnTo>
                  <a:lnTo>
                    <a:pt x="4584104" y="214939"/>
                  </a:lnTo>
                  <a:lnTo>
                    <a:pt x="4500488" y="259445"/>
                  </a:lnTo>
                  <a:lnTo>
                    <a:pt x="4420787" y="308250"/>
                  </a:lnTo>
                  <a:lnTo>
                    <a:pt x="4345683" y="361520"/>
                  </a:lnTo>
                  <a:lnTo>
                    <a:pt x="4275488" y="419536"/>
                  </a:lnTo>
                  <a:lnTo>
                    <a:pt x="4210229" y="482695"/>
                  </a:lnTo>
                  <a:lnTo>
                    <a:pt x="4149718" y="551510"/>
                  </a:lnTo>
                  <a:lnTo>
                    <a:pt x="4093623" y="626595"/>
                  </a:lnTo>
                  <a:lnTo>
                    <a:pt x="4041517" y="708654"/>
                  </a:lnTo>
                  <a:lnTo>
                    <a:pt x="3992923" y="798447"/>
                  </a:lnTo>
                  <a:lnTo>
                    <a:pt x="3947342" y="896749"/>
                  </a:lnTo>
                  <a:lnTo>
                    <a:pt x="3904275" y="1004277"/>
                  </a:lnTo>
                  <a:lnTo>
                    <a:pt x="3863253" y="1121576"/>
                  </a:lnTo>
                  <a:lnTo>
                    <a:pt x="3829811" y="1228674"/>
                  </a:lnTo>
                  <a:lnTo>
                    <a:pt x="3805235" y="1314091"/>
                  </a:lnTo>
                  <a:lnTo>
                    <a:pt x="3781102" y="1403598"/>
                  </a:lnTo>
                  <a:lnTo>
                    <a:pt x="3757334" y="1497272"/>
                  </a:lnTo>
                  <a:lnTo>
                    <a:pt x="3733860" y="1595161"/>
                  </a:lnTo>
                  <a:lnTo>
                    <a:pt x="3710623" y="1697288"/>
                  </a:lnTo>
                  <a:lnTo>
                    <a:pt x="3687568" y="1803642"/>
                  </a:lnTo>
                  <a:lnTo>
                    <a:pt x="3664653" y="1914184"/>
                  </a:lnTo>
                  <a:lnTo>
                    <a:pt x="3641838" y="2028836"/>
                  </a:lnTo>
                  <a:lnTo>
                    <a:pt x="3619092" y="2147487"/>
                  </a:lnTo>
                  <a:lnTo>
                    <a:pt x="3596389" y="2269989"/>
                  </a:lnTo>
                  <a:lnTo>
                    <a:pt x="3573707" y="2396155"/>
                  </a:lnTo>
                  <a:lnTo>
                    <a:pt x="3551029" y="2525763"/>
                  </a:lnTo>
                  <a:lnTo>
                    <a:pt x="3528344" y="2658554"/>
                  </a:lnTo>
                  <a:lnTo>
                    <a:pt x="3505642" y="2794234"/>
                  </a:lnTo>
                  <a:lnTo>
                    <a:pt x="3482920" y="2932476"/>
                  </a:lnTo>
                  <a:lnTo>
                    <a:pt x="3460175" y="3072922"/>
                  </a:lnTo>
                  <a:lnTo>
                    <a:pt x="3437408" y="3215190"/>
                  </a:lnTo>
                  <a:lnTo>
                    <a:pt x="3414622" y="3358874"/>
                  </a:lnTo>
                  <a:lnTo>
                    <a:pt x="3391822" y="3503550"/>
                  </a:lnTo>
                  <a:lnTo>
                    <a:pt x="3369014" y="3648783"/>
                  </a:lnTo>
                  <a:lnTo>
                    <a:pt x="3346204" y="3794129"/>
                  </a:lnTo>
                  <a:lnTo>
                    <a:pt x="3323400" y="3939146"/>
                  </a:lnTo>
                  <a:lnTo>
                    <a:pt x="3300606" y="4083392"/>
                  </a:lnTo>
                  <a:lnTo>
                    <a:pt x="3277829" y="4226437"/>
                  </a:lnTo>
                  <a:lnTo>
                    <a:pt x="3255072" y="4367866"/>
                  </a:lnTo>
                  <a:lnTo>
                    <a:pt x="3232338" y="4507283"/>
                  </a:lnTo>
                  <a:lnTo>
                    <a:pt x="3209627" y="4644318"/>
                  </a:lnTo>
                  <a:lnTo>
                    <a:pt x="3186934" y="4778628"/>
                  </a:lnTo>
                  <a:lnTo>
                    <a:pt x="3164253" y="4909902"/>
                  </a:lnTo>
                  <a:lnTo>
                    <a:pt x="3141575" y="5037862"/>
                  </a:lnTo>
                  <a:lnTo>
                    <a:pt x="3118885" y="5162267"/>
                  </a:lnTo>
                  <a:lnTo>
                    <a:pt x="3096164" y="5282911"/>
                  </a:lnTo>
                  <a:lnTo>
                    <a:pt x="3073388" y="5399628"/>
                  </a:lnTo>
                  <a:lnTo>
                    <a:pt x="3050529" y="5512287"/>
                  </a:lnTo>
                  <a:lnTo>
                    <a:pt x="3027551" y="5620794"/>
                  </a:lnTo>
                  <a:lnTo>
                    <a:pt x="3004413" y="5725090"/>
                  </a:lnTo>
                  <a:lnTo>
                    <a:pt x="2981067" y="5825150"/>
                  </a:lnTo>
                  <a:lnTo>
                    <a:pt x="2957458" y="5920979"/>
                  </a:lnTo>
                  <a:lnTo>
                    <a:pt x="2933521" y="6012613"/>
                  </a:lnTo>
                  <a:lnTo>
                    <a:pt x="2909183" y="6100114"/>
                  </a:lnTo>
                  <a:lnTo>
                    <a:pt x="2896531" y="6143370"/>
                  </a:lnTo>
                  <a:lnTo>
                    <a:pt x="2856905" y="6269129"/>
                  </a:lnTo>
                  <a:lnTo>
                    <a:pt x="2815597" y="6384904"/>
                  </a:lnTo>
                  <a:lnTo>
                    <a:pt x="2772176" y="6490973"/>
                  </a:lnTo>
                  <a:lnTo>
                    <a:pt x="2726165" y="6587920"/>
                  </a:lnTo>
                  <a:lnTo>
                    <a:pt x="2677064" y="6676475"/>
                  </a:lnTo>
                  <a:lnTo>
                    <a:pt x="2624376" y="6757414"/>
                  </a:lnTo>
                  <a:lnTo>
                    <a:pt x="2567628" y="6831493"/>
                  </a:lnTo>
                  <a:lnTo>
                    <a:pt x="2506407" y="6899401"/>
                  </a:lnTo>
                  <a:lnTo>
                    <a:pt x="2440397" y="6961740"/>
                  </a:lnTo>
                  <a:lnTo>
                    <a:pt x="2369441" y="7019004"/>
                  </a:lnTo>
                  <a:lnTo>
                    <a:pt x="2293602" y="7071573"/>
                  </a:lnTo>
                  <a:lnTo>
                    <a:pt x="2213245" y="7119710"/>
                  </a:lnTo>
                  <a:lnTo>
                    <a:pt x="2129115" y="7163564"/>
                  </a:lnTo>
                  <a:lnTo>
                    <a:pt x="2042401" y="7203180"/>
                  </a:lnTo>
                  <a:lnTo>
                    <a:pt x="1954776" y="7238526"/>
                  </a:lnTo>
                  <a:lnTo>
                    <a:pt x="1868364" y="7269522"/>
                  </a:lnTo>
                  <a:lnTo>
                    <a:pt x="1785639" y="7296086"/>
                  </a:lnTo>
                  <a:lnTo>
                    <a:pt x="1709221" y="7318191"/>
                  </a:lnTo>
                  <a:lnTo>
                    <a:pt x="1641592" y="7335910"/>
                  </a:lnTo>
                  <a:lnTo>
                    <a:pt x="1584775" y="7349456"/>
                  </a:lnTo>
                  <a:lnTo>
                    <a:pt x="1540032" y="7359204"/>
                  </a:lnTo>
                  <a:lnTo>
                    <a:pt x="1507648" y="7365671"/>
                  </a:lnTo>
                  <a:lnTo>
                    <a:pt x="1486843" y="7369490"/>
                  </a:lnTo>
                  <a:lnTo>
                    <a:pt x="1475812" y="7371356"/>
                  </a:lnTo>
                  <a:lnTo>
                    <a:pt x="1471834" y="7371979"/>
                  </a:lnTo>
                  <a:lnTo>
                    <a:pt x="1471387" y="7372044"/>
                  </a:lnTo>
                  <a:lnTo>
                    <a:pt x="0" y="737204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77" name="pg2177"/>
            <p:cNvSpPr/>
            <p:nvPr/>
          </p:nvSpPr>
          <p:spPr>
            <a:xfrm>
              <a:off x="4799595" y="6900424"/>
              <a:ext cx="11981298" cy="4298997"/>
            </a:xfrm>
            <a:custGeom>
              <a:avLst/>
              <a:pathLst>
                <a:path w="11981298" h="4298997">
                  <a:moveTo>
                    <a:pt x="0" y="4298997"/>
                  </a:moveTo>
                  <a:lnTo>
                    <a:pt x="1471387" y="4298997"/>
                  </a:lnTo>
                  <a:lnTo>
                    <a:pt x="1472312" y="4298917"/>
                  </a:lnTo>
                  <a:lnTo>
                    <a:pt x="1478418" y="4298348"/>
                  </a:lnTo>
                  <a:lnTo>
                    <a:pt x="1493902" y="4296777"/>
                  </a:lnTo>
                  <a:lnTo>
                    <a:pt x="1521815" y="4293680"/>
                  </a:lnTo>
                  <a:lnTo>
                    <a:pt x="1563883" y="4288561"/>
                  </a:lnTo>
                  <a:lnTo>
                    <a:pt x="1620381" y="4280993"/>
                  </a:lnTo>
                  <a:lnTo>
                    <a:pt x="1690175" y="4270657"/>
                  </a:lnTo>
                  <a:lnTo>
                    <a:pt x="1770965" y="4257359"/>
                  </a:lnTo>
                  <a:lnTo>
                    <a:pt x="1859706" y="4241022"/>
                  </a:lnTo>
                  <a:lnTo>
                    <a:pt x="1953082" y="4221658"/>
                  </a:lnTo>
                  <a:lnTo>
                    <a:pt x="2047939" y="4199324"/>
                  </a:lnTo>
                  <a:lnTo>
                    <a:pt x="2141595" y="4174079"/>
                  </a:lnTo>
                  <a:lnTo>
                    <a:pt x="2231992" y="4145942"/>
                  </a:lnTo>
                  <a:lnTo>
                    <a:pt x="2317729" y="4114864"/>
                  </a:lnTo>
                  <a:lnTo>
                    <a:pt x="2398000" y="4080714"/>
                  </a:lnTo>
                  <a:lnTo>
                    <a:pt x="2472485" y="4043266"/>
                  </a:lnTo>
                  <a:lnTo>
                    <a:pt x="2541236" y="4002204"/>
                  </a:lnTo>
                  <a:lnTo>
                    <a:pt x="2604564" y="3957119"/>
                  </a:lnTo>
                  <a:lnTo>
                    <a:pt x="2662951" y="3907527"/>
                  </a:lnTo>
                  <a:lnTo>
                    <a:pt x="2716976" y="3852884"/>
                  </a:lnTo>
                  <a:lnTo>
                    <a:pt x="2767267" y="3792616"/>
                  </a:lnTo>
                  <a:lnTo>
                    <a:pt x="2814458" y="3726177"/>
                  </a:lnTo>
                  <a:lnTo>
                    <a:pt x="2859156" y="3653127"/>
                  </a:lnTo>
                  <a:lnTo>
                    <a:pt x="2896531" y="3583859"/>
                  </a:lnTo>
                  <a:lnTo>
                    <a:pt x="2928133" y="3519313"/>
                  </a:lnTo>
                  <a:lnTo>
                    <a:pt x="2959037" y="3450787"/>
                  </a:lnTo>
                  <a:lnTo>
                    <a:pt x="2989403" y="3378200"/>
                  </a:lnTo>
                  <a:lnTo>
                    <a:pt x="3019364" y="3301514"/>
                  </a:lnTo>
                  <a:lnTo>
                    <a:pt x="3049032" y="3220744"/>
                  </a:lnTo>
                  <a:lnTo>
                    <a:pt x="3078498" y="3135953"/>
                  </a:lnTo>
                  <a:lnTo>
                    <a:pt x="3107836" y="3047262"/>
                  </a:lnTo>
                  <a:lnTo>
                    <a:pt x="3137104" y="2954851"/>
                  </a:lnTo>
                  <a:lnTo>
                    <a:pt x="3166346" y="2858960"/>
                  </a:lnTo>
                  <a:lnTo>
                    <a:pt x="3195593" y="2759888"/>
                  </a:lnTo>
                  <a:lnTo>
                    <a:pt x="3224865" y="2657990"/>
                  </a:lnTo>
                  <a:lnTo>
                    <a:pt x="3254173" y="2553676"/>
                  </a:lnTo>
                  <a:lnTo>
                    <a:pt x="3283518" y="2447403"/>
                  </a:lnTo>
                  <a:lnTo>
                    <a:pt x="3312896" y="2339665"/>
                  </a:lnTo>
                  <a:lnTo>
                    <a:pt x="3342297" y="2230990"/>
                  </a:lnTo>
                  <a:lnTo>
                    <a:pt x="3371707" y="2121921"/>
                  </a:lnTo>
                  <a:lnTo>
                    <a:pt x="3401114" y="2013013"/>
                  </a:lnTo>
                  <a:lnTo>
                    <a:pt x="3430502" y="1904817"/>
                  </a:lnTo>
                  <a:lnTo>
                    <a:pt x="3459862" y="1797867"/>
                  </a:lnTo>
                  <a:lnTo>
                    <a:pt x="3489186" y="1692673"/>
                  </a:lnTo>
                  <a:lnTo>
                    <a:pt x="3518472" y="1589709"/>
                  </a:lnTo>
                  <a:lnTo>
                    <a:pt x="3547728" y="1489405"/>
                  </a:lnTo>
                  <a:lnTo>
                    <a:pt x="3576969" y="1392140"/>
                  </a:lnTo>
                  <a:lnTo>
                    <a:pt x="3606222" y="1298236"/>
                  </a:lnTo>
                  <a:lnTo>
                    <a:pt x="3635524" y="1207959"/>
                  </a:lnTo>
                  <a:lnTo>
                    <a:pt x="3664929" y="1121514"/>
                  </a:lnTo>
                  <a:lnTo>
                    <a:pt x="3694502" y="1039045"/>
                  </a:lnTo>
                  <a:lnTo>
                    <a:pt x="3724327" y="960642"/>
                  </a:lnTo>
                  <a:lnTo>
                    <a:pt x="3754508" y="886337"/>
                  </a:lnTo>
                  <a:lnTo>
                    <a:pt x="3785169" y="816114"/>
                  </a:lnTo>
                  <a:lnTo>
                    <a:pt x="3816457" y="749911"/>
                  </a:lnTo>
                  <a:lnTo>
                    <a:pt x="3829811" y="723310"/>
                  </a:lnTo>
                  <a:lnTo>
                    <a:pt x="3872784" y="644320"/>
                  </a:lnTo>
                  <a:lnTo>
                    <a:pt x="3917769" y="572133"/>
                  </a:lnTo>
                  <a:lnTo>
                    <a:pt x="3965321" y="506511"/>
                  </a:lnTo>
                  <a:lnTo>
                    <a:pt x="4016054" y="446994"/>
                  </a:lnTo>
                  <a:lnTo>
                    <a:pt x="4070603" y="393029"/>
                  </a:lnTo>
                  <a:lnTo>
                    <a:pt x="4129591" y="344043"/>
                  </a:lnTo>
                  <a:lnTo>
                    <a:pt x="4193589" y="299498"/>
                  </a:lnTo>
                  <a:lnTo>
                    <a:pt x="4263060" y="258919"/>
                  </a:lnTo>
                  <a:lnTo>
                    <a:pt x="4338289" y="221909"/>
                  </a:lnTo>
                  <a:lnTo>
                    <a:pt x="4419286" y="188162"/>
                  </a:lnTo>
                  <a:lnTo>
                    <a:pt x="4505676" y="157466"/>
                  </a:lnTo>
                  <a:lnTo>
                    <a:pt x="4596581" y="129700"/>
                  </a:lnTo>
                  <a:lnTo>
                    <a:pt x="4690519" y="104825"/>
                  </a:lnTo>
                  <a:lnTo>
                    <a:pt x="4785349" y="82868"/>
                  </a:lnTo>
                  <a:lnTo>
                    <a:pt x="4878315" y="63888"/>
                  </a:lnTo>
                  <a:lnTo>
                    <a:pt x="4966223" y="47940"/>
                  </a:lnTo>
                  <a:lnTo>
                    <a:pt x="5045765" y="35027"/>
                  </a:lnTo>
                  <a:lnTo>
                    <a:pt x="5113966" y="25059"/>
                  </a:lnTo>
                  <a:lnTo>
                    <a:pt x="5168654" y="17824"/>
                  </a:lnTo>
                  <a:lnTo>
                    <a:pt x="5208865" y="12990"/>
                  </a:lnTo>
                  <a:lnTo>
                    <a:pt x="5235062" y="10117"/>
                  </a:lnTo>
                  <a:lnTo>
                    <a:pt x="5249151" y="8703"/>
                  </a:lnTo>
                  <a:lnTo>
                    <a:pt x="5254338" y="8225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580" y="8174"/>
                  </a:lnTo>
                  <a:lnTo>
                    <a:pt x="6735702" y="8188"/>
                  </a:lnTo>
                  <a:lnTo>
                    <a:pt x="6756122" y="8224"/>
                  </a:lnTo>
                  <a:lnTo>
                    <a:pt x="6792498" y="8295"/>
                  </a:lnTo>
                  <a:lnTo>
                    <a:pt x="6846451" y="8413"/>
                  </a:lnTo>
                  <a:lnTo>
                    <a:pt x="6917444" y="8586"/>
                  </a:lnTo>
                  <a:lnTo>
                    <a:pt x="7003009" y="8819"/>
                  </a:lnTo>
                  <a:lnTo>
                    <a:pt x="7099323" y="9116"/>
                  </a:lnTo>
                  <a:lnTo>
                    <a:pt x="7201967" y="9475"/>
                  </a:lnTo>
                  <a:lnTo>
                    <a:pt x="7306660" y="9897"/>
                  </a:lnTo>
                  <a:lnTo>
                    <a:pt x="7409787" y="10380"/>
                  </a:lnTo>
                  <a:lnTo>
                    <a:pt x="7508663" y="10924"/>
                  </a:lnTo>
                  <a:lnTo>
                    <a:pt x="7601566" y="11529"/>
                  </a:lnTo>
                  <a:lnTo>
                    <a:pt x="7687620" y="12200"/>
                  </a:lnTo>
                  <a:lnTo>
                    <a:pt x="7766610" y="12942"/>
                  </a:lnTo>
                  <a:lnTo>
                    <a:pt x="7838798" y="13765"/>
                  </a:lnTo>
                  <a:lnTo>
                    <a:pt x="7904751" y="14678"/>
                  </a:lnTo>
                  <a:lnTo>
                    <a:pt x="7965218" y="15695"/>
                  </a:lnTo>
                  <a:lnTo>
                    <a:pt x="8021035" y="16827"/>
                  </a:lnTo>
                  <a:lnTo>
                    <a:pt x="8073054" y="18088"/>
                  </a:lnTo>
                  <a:lnTo>
                    <a:pt x="8122089" y="19487"/>
                  </a:lnTo>
                  <a:lnTo>
                    <a:pt x="8151487" y="20432"/>
                  </a:lnTo>
                  <a:lnTo>
                    <a:pt x="8207685" y="22466"/>
                  </a:lnTo>
                  <a:lnTo>
                    <a:pt x="8262036" y="24723"/>
                  </a:lnTo>
                  <a:lnTo>
                    <a:pt x="8315292" y="27205"/>
                  </a:lnTo>
                  <a:lnTo>
                    <a:pt x="8367985" y="29907"/>
                  </a:lnTo>
                  <a:lnTo>
                    <a:pt x="8420472" y="32811"/>
                  </a:lnTo>
                  <a:lnTo>
                    <a:pt x="8472967" y="35891"/>
                  </a:lnTo>
                  <a:lnTo>
                    <a:pt x="8525566" y="39109"/>
                  </a:lnTo>
                  <a:lnTo>
                    <a:pt x="8578276" y="42420"/>
                  </a:lnTo>
                  <a:lnTo>
                    <a:pt x="8631044" y="45772"/>
                  </a:lnTo>
                  <a:lnTo>
                    <a:pt x="8683792" y="49111"/>
                  </a:lnTo>
                  <a:lnTo>
                    <a:pt x="8736451" y="52383"/>
                  </a:lnTo>
                  <a:lnTo>
                    <a:pt x="8788993" y="55538"/>
                  </a:lnTo>
                  <a:lnTo>
                    <a:pt x="8841466" y="58536"/>
                  </a:lnTo>
                  <a:lnTo>
                    <a:pt x="8894019" y="61344"/>
                  </a:lnTo>
                  <a:lnTo>
                    <a:pt x="8946933" y="63940"/>
                  </a:lnTo>
                  <a:lnTo>
                    <a:pt x="9000645" y="66312"/>
                  </a:lnTo>
                  <a:lnTo>
                    <a:pt x="9055791" y="68459"/>
                  </a:lnTo>
                  <a:lnTo>
                    <a:pt x="9084767" y="69470"/>
                  </a:lnTo>
                  <a:lnTo>
                    <a:pt x="9132315" y="70958"/>
                  </a:lnTo>
                  <a:lnTo>
                    <a:pt x="9182382" y="72305"/>
                  </a:lnTo>
                  <a:lnTo>
                    <a:pt x="9235731" y="73516"/>
                  </a:lnTo>
                  <a:lnTo>
                    <a:pt x="9293198" y="74603"/>
                  </a:lnTo>
                  <a:lnTo>
                    <a:pt x="9355634" y="75579"/>
                  </a:lnTo>
                  <a:lnTo>
                    <a:pt x="9423853" y="76456"/>
                  </a:lnTo>
                  <a:lnTo>
                    <a:pt x="9498547" y="77248"/>
                  </a:lnTo>
                  <a:lnTo>
                    <a:pt x="9580186" y="77963"/>
                  </a:lnTo>
                  <a:lnTo>
                    <a:pt x="9668874" y="78608"/>
                  </a:lnTo>
                  <a:lnTo>
                    <a:pt x="9764169" y="79190"/>
                  </a:lnTo>
                  <a:lnTo>
                    <a:pt x="9864898" y="79711"/>
                  </a:lnTo>
                  <a:lnTo>
                    <a:pt x="9968982" y="80171"/>
                  </a:lnTo>
                  <a:lnTo>
                    <a:pt x="10073372" y="80569"/>
                  </a:lnTo>
                  <a:lnTo>
                    <a:pt x="10174158" y="80905"/>
                  </a:lnTo>
                  <a:lnTo>
                    <a:pt x="10266931" y="81178"/>
                  </a:lnTo>
                  <a:lnTo>
                    <a:pt x="10347404" y="81388"/>
                  </a:lnTo>
                  <a:lnTo>
                    <a:pt x="10412180" y="81539"/>
                  </a:lnTo>
                  <a:lnTo>
                    <a:pt x="10459466" y="81638"/>
                  </a:lnTo>
                  <a:lnTo>
                    <a:pt x="10489533" y="81695"/>
                  </a:lnTo>
                  <a:lnTo>
                    <a:pt x="10504795" y="81722"/>
                  </a:lnTo>
                  <a:lnTo>
                    <a:pt x="10509604" y="81729"/>
                  </a:lnTo>
                  <a:lnTo>
                    <a:pt x="10509911" y="81729"/>
                  </a:lnTo>
                  <a:lnTo>
                    <a:pt x="11981298" y="81729"/>
                  </a:lnTo>
                  <a:lnTo>
                    <a:pt x="11981298" y="73556"/>
                  </a:lnTo>
                  <a:lnTo>
                    <a:pt x="10509911" y="73556"/>
                  </a:lnTo>
                  <a:lnTo>
                    <a:pt x="10508673" y="73555"/>
                  </a:lnTo>
                  <a:lnTo>
                    <a:pt x="10500551" y="73541"/>
                  </a:lnTo>
                  <a:lnTo>
                    <a:pt x="10480131" y="73505"/>
                  </a:lnTo>
                  <a:lnTo>
                    <a:pt x="10443755" y="73434"/>
                  </a:lnTo>
                  <a:lnTo>
                    <a:pt x="10389802" y="73316"/>
                  </a:lnTo>
                  <a:lnTo>
                    <a:pt x="10318809" y="73143"/>
                  </a:lnTo>
                  <a:lnTo>
                    <a:pt x="10233244" y="72910"/>
                  </a:lnTo>
                  <a:lnTo>
                    <a:pt x="10136930" y="72613"/>
                  </a:lnTo>
                  <a:lnTo>
                    <a:pt x="10034286" y="72254"/>
                  </a:lnTo>
                  <a:lnTo>
                    <a:pt x="9929594" y="71832"/>
                  </a:lnTo>
                  <a:lnTo>
                    <a:pt x="9826467" y="71349"/>
                  </a:lnTo>
                  <a:lnTo>
                    <a:pt x="9727590" y="70805"/>
                  </a:lnTo>
                  <a:lnTo>
                    <a:pt x="9634687" y="70200"/>
                  </a:lnTo>
                  <a:lnTo>
                    <a:pt x="9548633" y="69529"/>
                  </a:lnTo>
                  <a:lnTo>
                    <a:pt x="9469643" y="68787"/>
                  </a:lnTo>
                  <a:lnTo>
                    <a:pt x="9397455" y="67964"/>
                  </a:lnTo>
                  <a:lnTo>
                    <a:pt x="9331503" y="67050"/>
                  </a:lnTo>
                  <a:lnTo>
                    <a:pt x="9271035" y="66034"/>
                  </a:lnTo>
                  <a:lnTo>
                    <a:pt x="9215218" y="64902"/>
                  </a:lnTo>
                  <a:lnTo>
                    <a:pt x="9163199" y="63641"/>
                  </a:lnTo>
                  <a:lnTo>
                    <a:pt x="9114164" y="62242"/>
                  </a:lnTo>
                  <a:lnTo>
                    <a:pt x="9084767" y="61297"/>
                  </a:lnTo>
                  <a:lnTo>
                    <a:pt x="9028568" y="59263"/>
                  </a:lnTo>
                  <a:lnTo>
                    <a:pt x="8974217" y="57006"/>
                  </a:lnTo>
                  <a:lnTo>
                    <a:pt x="8920962" y="54524"/>
                  </a:lnTo>
                  <a:lnTo>
                    <a:pt x="8868269" y="51822"/>
                  </a:lnTo>
                  <a:lnTo>
                    <a:pt x="8815781" y="48918"/>
                  </a:lnTo>
                  <a:lnTo>
                    <a:pt x="8763286" y="45838"/>
                  </a:lnTo>
                  <a:lnTo>
                    <a:pt x="8710687" y="42620"/>
                  </a:lnTo>
                  <a:lnTo>
                    <a:pt x="8657977" y="39309"/>
                  </a:lnTo>
                  <a:lnTo>
                    <a:pt x="8605210" y="35957"/>
                  </a:lnTo>
                  <a:lnTo>
                    <a:pt x="8552462" y="32618"/>
                  </a:lnTo>
                  <a:lnTo>
                    <a:pt x="8499803" y="29346"/>
                  </a:lnTo>
                  <a:lnTo>
                    <a:pt x="8447260" y="26191"/>
                  </a:lnTo>
                  <a:lnTo>
                    <a:pt x="8394787" y="23193"/>
                  </a:lnTo>
                  <a:lnTo>
                    <a:pt x="8342234" y="20385"/>
                  </a:lnTo>
                  <a:lnTo>
                    <a:pt x="8289321" y="17789"/>
                  </a:lnTo>
                  <a:lnTo>
                    <a:pt x="8235608" y="15417"/>
                  </a:lnTo>
                  <a:lnTo>
                    <a:pt x="8180462" y="13270"/>
                  </a:lnTo>
                  <a:lnTo>
                    <a:pt x="8151487" y="12259"/>
                  </a:lnTo>
                  <a:lnTo>
                    <a:pt x="8103938" y="10771"/>
                  </a:lnTo>
                  <a:lnTo>
                    <a:pt x="8053871" y="9424"/>
                  </a:lnTo>
                  <a:lnTo>
                    <a:pt x="8000522" y="8213"/>
                  </a:lnTo>
                  <a:lnTo>
                    <a:pt x="7943056" y="7126"/>
                  </a:lnTo>
                  <a:lnTo>
                    <a:pt x="7880619" y="6150"/>
                  </a:lnTo>
                  <a:lnTo>
                    <a:pt x="7812401" y="5272"/>
                  </a:lnTo>
                  <a:lnTo>
                    <a:pt x="7737707" y="4481"/>
                  </a:lnTo>
                  <a:lnTo>
                    <a:pt x="7656067" y="3766"/>
                  </a:lnTo>
                  <a:lnTo>
                    <a:pt x="7567380" y="3121"/>
                  </a:lnTo>
                  <a:lnTo>
                    <a:pt x="7472084" y="2539"/>
                  </a:lnTo>
                  <a:lnTo>
                    <a:pt x="7371355" y="2018"/>
                  </a:lnTo>
                  <a:lnTo>
                    <a:pt x="7267271" y="1558"/>
                  </a:lnTo>
                  <a:lnTo>
                    <a:pt x="7162881" y="1160"/>
                  </a:lnTo>
                  <a:lnTo>
                    <a:pt x="7062095" y="824"/>
                  </a:lnTo>
                  <a:lnTo>
                    <a:pt x="6969322" y="551"/>
                  </a:lnTo>
                  <a:lnTo>
                    <a:pt x="6888849" y="341"/>
                  </a:lnTo>
                  <a:lnTo>
                    <a:pt x="6824074" y="190"/>
                  </a:lnTo>
                  <a:lnTo>
                    <a:pt x="6776787" y="91"/>
                  </a:lnTo>
                  <a:lnTo>
                    <a:pt x="6746721" y="34"/>
                  </a:lnTo>
                  <a:lnTo>
                    <a:pt x="6731459" y="7"/>
                  </a:lnTo>
                  <a:lnTo>
                    <a:pt x="6726649" y="0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030" y="79"/>
                  </a:lnTo>
                  <a:lnTo>
                    <a:pt x="5247924" y="648"/>
                  </a:lnTo>
                  <a:lnTo>
                    <a:pt x="5232440" y="2219"/>
                  </a:lnTo>
                  <a:lnTo>
                    <a:pt x="5204527" y="5316"/>
                  </a:lnTo>
                  <a:lnTo>
                    <a:pt x="5162459" y="10435"/>
                  </a:lnTo>
                  <a:lnTo>
                    <a:pt x="5105961" y="18003"/>
                  </a:lnTo>
                  <a:lnTo>
                    <a:pt x="5036167" y="28339"/>
                  </a:lnTo>
                  <a:lnTo>
                    <a:pt x="4955377" y="41637"/>
                  </a:lnTo>
                  <a:lnTo>
                    <a:pt x="4866636" y="57974"/>
                  </a:lnTo>
                  <a:lnTo>
                    <a:pt x="4773261" y="77338"/>
                  </a:lnTo>
                  <a:lnTo>
                    <a:pt x="4678403" y="99672"/>
                  </a:lnTo>
                  <a:lnTo>
                    <a:pt x="4584747" y="124917"/>
                  </a:lnTo>
                  <a:lnTo>
                    <a:pt x="4494350" y="153054"/>
                  </a:lnTo>
                  <a:lnTo>
                    <a:pt x="4408613" y="184132"/>
                  </a:lnTo>
                  <a:lnTo>
                    <a:pt x="4328342" y="218283"/>
                  </a:lnTo>
                  <a:lnTo>
                    <a:pt x="4253857" y="255730"/>
                  </a:lnTo>
                  <a:lnTo>
                    <a:pt x="4185106" y="296792"/>
                  </a:lnTo>
                  <a:lnTo>
                    <a:pt x="4121778" y="341877"/>
                  </a:lnTo>
                  <a:lnTo>
                    <a:pt x="4063391" y="391469"/>
                  </a:lnTo>
                  <a:lnTo>
                    <a:pt x="4009366" y="446112"/>
                  </a:lnTo>
                  <a:lnTo>
                    <a:pt x="3959075" y="506380"/>
                  </a:lnTo>
                  <a:lnTo>
                    <a:pt x="3911884" y="572819"/>
                  </a:lnTo>
                  <a:lnTo>
                    <a:pt x="3867187" y="645869"/>
                  </a:lnTo>
                  <a:lnTo>
                    <a:pt x="3829811" y="715137"/>
                  </a:lnTo>
                  <a:lnTo>
                    <a:pt x="3798209" y="779683"/>
                  </a:lnTo>
                  <a:lnTo>
                    <a:pt x="3767305" y="848209"/>
                  </a:lnTo>
                  <a:lnTo>
                    <a:pt x="3736939" y="920797"/>
                  </a:lnTo>
                  <a:lnTo>
                    <a:pt x="3706978" y="997482"/>
                  </a:lnTo>
                  <a:lnTo>
                    <a:pt x="3677310" y="1078252"/>
                  </a:lnTo>
                  <a:lnTo>
                    <a:pt x="3647844" y="1163044"/>
                  </a:lnTo>
                  <a:lnTo>
                    <a:pt x="3618506" y="1251734"/>
                  </a:lnTo>
                  <a:lnTo>
                    <a:pt x="3589238" y="1344145"/>
                  </a:lnTo>
                  <a:lnTo>
                    <a:pt x="3559996" y="1440036"/>
                  </a:lnTo>
                  <a:lnTo>
                    <a:pt x="3530749" y="1539108"/>
                  </a:lnTo>
                  <a:lnTo>
                    <a:pt x="3501477" y="1641006"/>
                  </a:lnTo>
                  <a:lnTo>
                    <a:pt x="3472169" y="1745320"/>
                  </a:lnTo>
                  <a:lnTo>
                    <a:pt x="3442824" y="1851593"/>
                  </a:lnTo>
                  <a:lnTo>
                    <a:pt x="3413446" y="1959331"/>
                  </a:lnTo>
                  <a:lnTo>
                    <a:pt x="3384045" y="2068006"/>
                  </a:lnTo>
                  <a:lnTo>
                    <a:pt x="3354635" y="2177075"/>
                  </a:lnTo>
                  <a:lnTo>
                    <a:pt x="3325228" y="2285983"/>
                  </a:lnTo>
                  <a:lnTo>
                    <a:pt x="3295840" y="2394179"/>
                  </a:lnTo>
                  <a:lnTo>
                    <a:pt x="3266480" y="2501129"/>
                  </a:lnTo>
                  <a:lnTo>
                    <a:pt x="3237156" y="2606323"/>
                  </a:lnTo>
                  <a:lnTo>
                    <a:pt x="3207870" y="2709287"/>
                  </a:lnTo>
                  <a:lnTo>
                    <a:pt x="3178614" y="2809591"/>
                  </a:lnTo>
                  <a:lnTo>
                    <a:pt x="3149373" y="2906857"/>
                  </a:lnTo>
                  <a:lnTo>
                    <a:pt x="3120120" y="3000760"/>
                  </a:lnTo>
                  <a:lnTo>
                    <a:pt x="3090818" y="3091037"/>
                  </a:lnTo>
                  <a:lnTo>
                    <a:pt x="3061414" y="3177482"/>
                  </a:lnTo>
                  <a:lnTo>
                    <a:pt x="3031840" y="3259951"/>
                  </a:lnTo>
                  <a:lnTo>
                    <a:pt x="3002015" y="3338354"/>
                  </a:lnTo>
                  <a:lnTo>
                    <a:pt x="2971834" y="3412659"/>
                  </a:lnTo>
                  <a:lnTo>
                    <a:pt x="2941173" y="3482882"/>
                  </a:lnTo>
                  <a:lnTo>
                    <a:pt x="2909886" y="3549085"/>
                  </a:lnTo>
                  <a:lnTo>
                    <a:pt x="2896531" y="3575686"/>
                  </a:lnTo>
                  <a:lnTo>
                    <a:pt x="2853558" y="3654676"/>
                  </a:lnTo>
                  <a:lnTo>
                    <a:pt x="2808573" y="3726863"/>
                  </a:lnTo>
                  <a:lnTo>
                    <a:pt x="2761021" y="3792485"/>
                  </a:lnTo>
                  <a:lnTo>
                    <a:pt x="2710288" y="3852002"/>
                  </a:lnTo>
                  <a:lnTo>
                    <a:pt x="2655739" y="3905967"/>
                  </a:lnTo>
                  <a:lnTo>
                    <a:pt x="2596751" y="3954953"/>
                  </a:lnTo>
                  <a:lnTo>
                    <a:pt x="2532753" y="3999498"/>
                  </a:lnTo>
                  <a:lnTo>
                    <a:pt x="2463282" y="4040077"/>
                  </a:lnTo>
                  <a:lnTo>
                    <a:pt x="2388053" y="4077087"/>
                  </a:lnTo>
                  <a:lnTo>
                    <a:pt x="2307056" y="4110834"/>
                  </a:lnTo>
                  <a:lnTo>
                    <a:pt x="2220666" y="4141530"/>
                  </a:lnTo>
                  <a:lnTo>
                    <a:pt x="2129761" y="4169297"/>
                  </a:lnTo>
                  <a:lnTo>
                    <a:pt x="2035823" y="4194171"/>
                  </a:lnTo>
                  <a:lnTo>
                    <a:pt x="1940993" y="4216129"/>
                  </a:lnTo>
                  <a:lnTo>
                    <a:pt x="1848027" y="4235108"/>
                  </a:lnTo>
                  <a:lnTo>
                    <a:pt x="1760120" y="4251056"/>
                  </a:lnTo>
                  <a:lnTo>
                    <a:pt x="1680577" y="4263969"/>
                  </a:lnTo>
                  <a:lnTo>
                    <a:pt x="1612377" y="4273937"/>
                  </a:lnTo>
                  <a:lnTo>
                    <a:pt x="1557688" y="4281172"/>
                  </a:lnTo>
                  <a:lnTo>
                    <a:pt x="1517477" y="4286006"/>
                  </a:lnTo>
                  <a:lnTo>
                    <a:pt x="1491280" y="4288879"/>
                  </a:lnTo>
                  <a:lnTo>
                    <a:pt x="1477191" y="4290293"/>
                  </a:lnTo>
                  <a:lnTo>
                    <a:pt x="1472004" y="4290771"/>
                  </a:lnTo>
                  <a:lnTo>
                    <a:pt x="1471387" y="4290824"/>
                  </a:lnTo>
                  <a:lnTo>
                    <a:pt x="0" y="4290824"/>
                  </a:lnTo>
                  <a:close/>
                </a:path>
              </a:pathLst>
            </a:custGeom>
            <a:solidFill>
              <a:srgbClr val="8DCFF5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2178" name="pl2178"/>
            <p:cNvSpPr/>
            <p:nvPr/>
          </p:nvSpPr>
          <p:spPr>
            <a:xfrm>
              <a:off x="4799595" y="6908597"/>
              <a:ext cx="11981298" cy="4290824"/>
            </a:xfrm>
            <a:custGeom>
              <a:avLst/>
              <a:pathLst>
                <a:path w="11981298" h="4290824">
                  <a:moveTo>
                    <a:pt x="0" y="4290824"/>
                  </a:moveTo>
                  <a:lnTo>
                    <a:pt x="1471387" y="4290824"/>
                  </a:lnTo>
                  <a:lnTo>
                    <a:pt x="1472312" y="4290744"/>
                  </a:lnTo>
                  <a:lnTo>
                    <a:pt x="1478418" y="4290175"/>
                  </a:lnTo>
                  <a:lnTo>
                    <a:pt x="1493902" y="4288604"/>
                  </a:lnTo>
                  <a:lnTo>
                    <a:pt x="1521815" y="4285507"/>
                  </a:lnTo>
                  <a:lnTo>
                    <a:pt x="1563883" y="4280388"/>
                  </a:lnTo>
                  <a:lnTo>
                    <a:pt x="1620381" y="4272820"/>
                  </a:lnTo>
                  <a:lnTo>
                    <a:pt x="1690175" y="4262484"/>
                  </a:lnTo>
                  <a:lnTo>
                    <a:pt x="1770965" y="4249186"/>
                  </a:lnTo>
                  <a:lnTo>
                    <a:pt x="1859706" y="4232849"/>
                  </a:lnTo>
                  <a:lnTo>
                    <a:pt x="1953082" y="4213485"/>
                  </a:lnTo>
                  <a:lnTo>
                    <a:pt x="2047939" y="4191151"/>
                  </a:lnTo>
                  <a:lnTo>
                    <a:pt x="2141595" y="4165906"/>
                  </a:lnTo>
                  <a:lnTo>
                    <a:pt x="2231992" y="4137769"/>
                  </a:lnTo>
                  <a:lnTo>
                    <a:pt x="2317729" y="4106691"/>
                  </a:lnTo>
                  <a:lnTo>
                    <a:pt x="2398000" y="4072541"/>
                  </a:lnTo>
                  <a:lnTo>
                    <a:pt x="2472485" y="4035093"/>
                  </a:lnTo>
                  <a:lnTo>
                    <a:pt x="2541236" y="3994031"/>
                  </a:lnTo>
                  <a:lnTo>
                    <a:pt x="2604564" y="3948946"/>
                  </a:lnTo>
                  <a:lnTo>
                    <a:pt x="2662951" y="3899354"/>
                  </a:lnTo>
                  <a:lnTo>
                    <a:pt x="2716976" y="3844711"/>
                  </a:lnTo>
                  <a:lnTo>
                    <a:pt x="2767267" y="3784443"/>
                  </a:lnTo>
                  <a:lnTo>
                    <a:pt x="2814458" y="3718004"/>
                  </a:lnTo>
                  <a:lnTo>
                    <a:pt x="2859156" y="3644954"/>
                  </a:lnTo>
                  <a:lnTo>
                    <a:pt x="2896531" y="3575686"/>
                  </a:lnTo>
                  <a:lnTo>
                    <a:pt x="2928133" y="3511140"/>
                  </a:lnTo>
                  <a:lnTo>
                    <a:pt x="2959037" y="3442614"/>
                  </a:lnTo>
                  <a:lnTo>
                    <a:pt x="2989403" y="3370027"/>
                  </a:lnTo>
                  <a:lnTo>
                    <a:pt x="3019364" y="3293341"/>
                  </a:lnTo>
                  <a:lnTo>
                    <a:pt x="3049032" y="3212571"/>
                  </a:lnTo>
                  <a:lnTo>
                    <a:pt x="3078498" y="3127780"/>
                  </a:lnTo>
                  <a:lnTo>
                    <a:pt x="3107836" y="3039089"/>
                  </a:lnTo>
                  <a:lnTo>
                    <a:pt x="3137104" y="2946678"/>
                  </a:lnTo>
                  <a:lnTo>
                    <a:pt x="3166346" y="2850787"/>
                  </a:lnTo>
                  <a:lnTo>
                    <a:pt x="3195593" y="2751715"/>
                  </a:lnTo>
                  <a:lnTo>
                    <a:pt x="3224865" y="2649817"/>
                  </a:lnTo>
                  <a:lnTo>
                    <a:pt x="3254173" y="2545503"/>
                  </a:lnTo>
                  <a:lnTo>
                    <a:pt x="3283518" y="2439230"/>
                  </a:lnTo>
                  <a:lnTo>
                    <a:pt x="3312896" y="2331492"/>
                  </a:lnTo>
                  <a:lnTo>
                    <a:pt x="3342297" y="2222817"/>
                  </a:lnTo>
                  <a:lnTo>
                    <a:pt x="3371707" y="2113748"/>
                  </a:lnTo>
                  <a:lnTo>
                    <a:pt x="3401114" y="2004840"/>
                  </a:lnTo>
                  <a:lnTo>
                    <a:pt x="3430502" y="1896644"/>
                  </a:lnTo>
                  <a:lnTo>
                    <a:pt x="3459862" y="1789694"/>
                  </a:lnTo>
                  <a:lnTo>
                    <a:pt x="3489186" y="1684500"/>
                  </a:lnTo>
                  <a:lnTo>
                    <a:pt x="3518472" y="1581536"/>
                  </a:lnTo>
                  <a:lnTo>
                    <a:pt x="3547728" y="1481232"/>
                  </a:lnTo>
                  <a:lnTo>
                    <a:pt x="3576969" y="1383967"/>
                  </a:lnTo>
                  <a:lnTo>
                    <a:pt x="3606222" y="1290063"/>
                  </a:lnTo>
                  <a:lnTo>
                    <a:pt x="3635524" y="1199786"/>
                  </a:lnTo>
                  <a:lnTo>
                    <a:pt x="3664929" y="1113341"/>
                  </a:lnTo>
                  <a:lnTo>
                    <a:pt x="3694502" y="1030872"/>
                  </a:lnTo>
                  <a:lnTo>
                    <a:pt x="3724327" y="952469"/>
                  </a:lnTo>
                  <a:lnTo>
                    <a:pt x="3754508" y="878164"/>
                  </a:lnTo>
                  <a:lnTo>
                    <a:pt x="3785169" y="807941"/>
                  </a:lnTo>
                  <a:lnTo>
                    <a:pt x="3816457" y="741738"/>
                  </a:lnTo>
                  <a:lnTo>
                    <a:pt x="3829811" y="715137"/>
                  </a:lnTo>
                  <a:lnTo>
                    <a:pt x="3872784" y="636147"/>
                  </a:lnTo>
                  <a:lnTo>
                    <a:pt x="3917769" y="563960"/>
                  </a:lnTo>
                  <a:lnTo>
                    <a:pt x="3965321" y="498338"/>
                  </a:lnTo>
                  <a:lnTo>
                    <a:pt x="4016054" y="438821"/>
                  </a:lnTo>
                  <a:lnTo>
                    <a:pt x="4070603" y="384856"/>
                  </a:lnTo>
                  <a:lnTo>
                    <a:pt x="4129591" y="335870"/>
                  </a:lnTo>
                  <a:lnTo>
                    <a:pt x="4193589" y="291325"/>
                  </a:lnTo>
                  <a:lnTo>
                    <a:pt x="4263060" y="250746"/>
                  </a:lnTo>
                  <a:lnTo>
                    <a:pt x="4338289" y="213736"/>
                  </a:lnTo>
                  <a:lnTo>
                    <a:pt x="4419286" y="179989"/>
                  </a:lnTo>
                  <a:lnTo>
                    <a:pt x="4505676" y="149293"/>
                  </a:lnTo>
                  <a:lnTo>
                    <a:pt x="4596581" y="121527"/>
                  </a:lnTo>
                  <a:lnTo>
                    <a:pt x="4690519" y="96652"/>
                  </a:lnTo>
                  <a:lnTo>
                    <a:pt x="4785349" y="74695"/>
                  </a:lnTo>
                  <a:lnTo>
                    <a:pt x="4878315" y="55715"/>
                  </a:lnTo>
                  <a:lnTo>
                    <a:pt x="4966223" y="39767"/>
                  </a:lnTo>
                  <a:lnTo>
                    <a:pt x="5045765" y="26854"/>
                  </a:lnTo>
                  <a:lnTo>
                    <a:pt x="5113966" y="16886"/>
                  </a:lnTo>
                  <a:lnTo>
                    <a:pt x="5168654" y="9651"/>
                  </a:lnTo>
                  <a:lnTo>
                    <a:pt x="5208865" y="4817"/>
                  </a:lnTo>
                  <a:lnTo>
                    <a:pt x="5235062" y="1944"/>
                  </a:lnTo>
                  <a:lnTo>
                    <a:pt x="5249151" y="530"/>
                  </a:lnTo>
                  <a:lnTo>
                    <a:pt x="5254338" y="52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580" y="1"/>
                  </a:lnTo>
                  <a:lnTo>
                    <a:pt x="6735702" y="15"/>
                  </a:lnTo>
                  <a:lnTo>
                    <a:pt x="6756122" y="51"/>
                  </a:lnTo>
                  <a:lnTo>
                    <a:pt x="6792498" y="122"/>
                  </a:lnTo>
                  <a:lnTo>
                    <a:pt x="6846451" y="240"/>
                  </a:lnTo>
                  <a:lnTo>
                    <a:pt x="6917444" y="413"/>
                  </a:lnTo>
                  <a:lnTo>
                    <a:pt x="7003009" y="646"/>
                  </a:lnTo>
                  <a:lnTo>
                    <a:pt x="7099323" y="943"/>
                  </a:lnTo>
                  <a:lnTo>
                    <a:pt x="7201967" y="1302"/>
                  </a:lnTo>
                  <a:lnTo>
                    <a:pt x="7306660" y="1724"/>
                  </a:lnTo>
                  <a:lnTo>
                    <a:pt x="7409787" y="2207"/>
                  </a:lnTo>
                  <a:lnTo>
                    <a:pt x="7508663" y="2751"/>
                  </a:lnTo>
                  <a:lnTo>
                    <a:pt x="7601566" y="3356"/>
                  </a:lnTo>
                  <a:lnTo>
                    <a:pt x="7687620" y="4027"/>
                  </a:lnTo>
                  <a:lnTo>
                    <a:pt x="7766610" y="4769"/>
                  </a:lnTo>
                  <a:lnTo>
                    <a:pt x="7838798" y="5592"/>
                  </a:lnTo>
                  <a:lnTo>
                    <a:pt x="7904751" y="6505"/>
                  </a:lnTo>
                  <a:lnTo>
                    <a:pt x="7965218" y="7522"/>
                  </a:lnTo>
                  <a:lnTo>
                    <a:pt x="8021035" y="8654"/>
                  </a:lnTo>
                  <a:lnTo>
                    <a:pt x="8073054" y="9915"/>
                  </a:lnTo>
                  <a:lnTo>
                    <a:pt x="8122089" y="11314"/>
                  </a:lnTo>
                  <a:lnTo>
                    <a:pt x="8151487" y="12259"/>
                  </a:lnTo>
                  <a:lnTo>
                    <a:pt x="8207685" y="14293"/>
                  </a:lnTo>
                  <a:lnTo>
                    <a:pt x="8262036" y="16550"/>
                  </a:lnTo>
                  <a:lnTo>
                    <a:pt x="8315292" y="19032"/>
                  </a:lnTo>
                  <a:lnTo>
                    <a:pt x="8367985" y="21734"/>
                  </a:lnTo>
                  <a:lnTo>
                    <a:pt x="8420472" y="24638"/>
                  </a:lnTo>
                  <a:lnTo>
                    <a:pt x="8472967" y="27718"/>
                  </a:lnTo>
                  <a:lnTo>
                    <a:pt x="8525566" y="30936"/>
                  </a:lnTo>
                  <a:lnTo>
                    <a:pt x="8578276" y="34247"/>
                  </a:lnTo>
                  <a:lnTo>
                    <a:pt x="8631044" y="37599"/>
                  </a:lnTo>
                  <a:lnTo>
                    <a:pt x="8683792" y="40938"/>
                  </a:lnTo>
                  <a:lnTo>
                    <a:pt x="8736451" y="44210"/>
                  </a:lnTo>
                  <a:lnTo>
                    <a:pt x="8788993" y="47365"/>
                  </a:lnTo>
                  <a:lnTo>
                    <a:pt x="8841466" y="50363"/>
                  </a:lnTo>
                  <a:lnTo>
                    <a:pt x="8894019" y="53171"/>
                  </a:lnTo>
                  <a:lnTo>
                    <a:pt x="8946933" y="55767"/>
                  </a:lnTo>
                  <a:lnTo>
                    <a:pt x="9000645" y="58139"/>
                  </a:lnTo>
                  <a:lnTo>
                    <a:pt x="9055791" y="60286"/>
                  </a:lnTo>
                  <a:lnTo>
                    <a:pt x="9084767" y="61297"/>
                  </a:lnTo>
                  <a:lnTo>
                    <a:pt x="9132315" y="62785"/>
                  </a:lnTo>
                  <a:lnTo>
                    <a:pt x="9182382" y="64132"/>
                  </a:lnTo>
                  <a:lnTo>
                    <a:pt x="9235731" y="65343"/>
                  </a:lnTo>
                  <a:lnTo>
                    <a:pt x="9293198" y="66430"/>
                  </a:lnTo>
                  <a:lnTo>
                    <a:pt x="9355634" y="67406"/>
                  </a:lnTo>
                  <a:lnTo>
                    <a:pt x="9423853" y="68283"/>
                  </a:lnTo>
                  <a:lnTo>
                    <a:pt x="9498547" y="69075"/>
                  </a:lnTo>
                  <a:lnTo>
                    <a:pt x="9580186" y="69790"/>
                  </a:lnTo>
                  <a:lnTo>
                    <a:pt x="9668874" y="70435"/>
                  </a:lnTo>
                  <a:lnTo>
                    <a:pt x="9764169" y="71017"/>
                  </a:lnTo>
                  <a:lnTo>
                    <a:pt x="9864898" y="71538"/>
                  </a:lnTo>
                  <a:lnTo>
                    <a:pt x="9968982" y="71998"/>
                  </a:lnTo>
                  <a:lnTo>
                    <a:pt x="10073372" y="72396"/>
                  </a:lnTo>
                  <a:lnTo>
                    <a:pt x="10174158" y="72732"/>
                  </a:lnTo>
                  <a:lnTo>
                    <a:pt x="10266931" y="73005"/>
                  </a:lnTo>
                  <a:lnTo>
                    <a:pt x="10347404" y="73215"/>
                  </a:lnTo>
                  <a:lnTo>
                    <a:pt x="10412180" y="73366"/>
                  </a:lnTo>
                  <a:lnTo>
                    <a:pt x="10459466" y="73465"/>
                  </a:lnTo>
                  <a:lnTo>
                    <a:pt x="10489533" y="73522"/>
                  </a:lnTo>
                  <a:lnTo>
                    <a:pt x="10504795" y="73549"/>
                  </a:lnTo>
                  <a:lnTo>
                    <a:pt x="10509604" y="73556"/>
                  </a:lnTo>
                  <a:lnTo>
                    <a:pt x="10509911" y="73556"/>
                  </a:lnTo>
                  <a:lnTo>
                    <a:pt x="11981298" y="7355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79" name="pl2179"/>
            <p:cNvSpPr/>
            <p:nvPr/>
          </p:nvSpPr>
          <p:spPr>
            <a:xfrm>
              <a:off x="4799595" y="6900424"/>
              <a:ext cx="11981298" cy="4290824"/>
            </a:xfrm>
            <a:custGeom>
              <a:avLst/>
              <a:pathLst>
                <a:path w="11981298" h="4290824">
                  <a:moveTo>
                    <a:pt x="11981298" y="73556"/>
                  </a:moveTo>
                  <a:lnTo>
                    <a:pt x="10509911" y="73556"/>
                  </a:lnTo>
                  <a:lnTo>
                    <a:pt x="10508673" y="73555"/>
                  </a:lnTo>
                  <a:lnTo>
                    <a:pt x="10500551" y="73541"/>
                  </a:lnTo>
                  <a:lnTo>
                    <a:pt x="10480131" y="73505"/>
                  </a:lnTo>
                  <a:lnTo>
                    <a:pt x="10443755" y="73434"/>
                  </a:lnTo>
                  <a:lnTo>
                    <a:pt x="10389802" y="73316"/>
                  </a:lnTo>
                  <a:lnTo>
                    <a:pt x="10318809" y="73143"/>
                  </a:lnTo>
                  <a:lnTo>
                    <a:pt x="10233244" y="72910"/>
                  </a:lnTo>
                  <a:lnTo>
                    <a:pt x="10136930" y="72613"/>
                  </a:lnTo>
                  <a:lnTo>
                    <a:pt x="10034286" y="72254"/>
                  </a:lnTo>
                  <a:lnTo>
                    <a:pt x="9929594" y="71832"/>
                  </a:lnTo>
                  <a:lnTo>
                    <a:pt x="9826467" y="71349"/>
                  </a:lnTo>
                  <a:lnTo>
                    <a:pt x="9727590" y="70805"/>
                  </a:lnTo>
                  <a:lnTo>
                    <a:pt x="9634687" y="70200"/>
                  </a:lnTo>
                  <a:lnTo>
                    <a:pt x="9548633" y="69529"/>
                  </a:lnTo>
                  <a:lnTo>
                    <a:pt x="9469643" y="68787"/>
                  </a:lnTo>
                  <a:lnTo>
                    <a:pt x="9397455" y="67964"/>
                  </a:lnTo>
                  <a:lnTo>
                    <a:pt x="9331503" y="67050"/>
                  </a:lnTo>
                  <a:lnTo>
                    <a:pt x="9271035" y="66034"/>
                  </a:lnTo>
                  <a:lnTo>
                    <a:pt x="9215218" y="64902"/>
                  </a:lnTo>
                  <a:lnTo>
                    <a:pt x="9163199" y="63641"/>
                  </a:lnTo>
                  <a:lnTo>
                    <a:pt x="9114164" y="62242"/>
                  </a:lnTo>
                  <a:lnTo>
                    <a:pt x="9084767" y="61297"/>
                  </a:lnTo>
                  <a:lnTo>
                    <a:pt x="9028568" y="59263"/>
                  </a:lnTo>
                  <a:lnTo>
                    <a:pt x="8974217" y="57006"/>
                  </a:lnTo>
                  <a:lnTo>
                    <a:pt x="8920962" y="54524"/>
                  </a:lnTo>
                  <a:lnTo>
                    <a:pt x="8868269" y="51822"/>
                  </a:lnTo>
                  <a:lnTo>
                    <a:pt x="8815781" y="48918"/>
                  </a:lnTo>
                  <a:lnTo>
                    <a:pt x="8763286" y="45838"/>
                  </a:lnTo>
                  <a:lnTo>
                    <a:pt x="8710687" y="42620"/>
                  </a:lnTo>
                  <a:lnTo>
                    <a:pt x="8657977" y="39309"/>
                  </a:lnTo>
                  <a:lnTo>
                    <a:pt x="8605210" y="35957"/>
                  </a:lnTo>
                  <a:lnTo>
                    <a:pt x="8552462" y="32618"/>
                  </a:lnTo>
                  <a:lnTo>
                    <a:pt x="8499803" y="29346"/>
                  </a:lnTo>
                  <a:lnTo>
                    <a:pt x="8447260" y="26191"/>
                  </a:lnTo>
                  <a:lnTo>
                    <a:pt x="8394787" y="23193"/>
                  </a:lnTo>
                  <a:lnTo>
                    <a:pt x="8342234" y="20385"/>
                  </a:lnTo>
                  <a:lnTo>
                    <a:pt x="8289321" y="17789"/>
                  </a:lnTo>
                  <a:lnTo>
                    <a:pt x="8235608" y="15417"/>
                  </a:lnTo>
                  <a:lnTo>
                    <a:pt x="8180462" y="13270"/>
                  </a:lnTo>
                  <a:lnTo>
                    <a:pt x="8151487" y="12259"/>
                  </a:lnTo>
                  <a:lnTo>
                    <a:pt x="8103938" y="10771"/>
                  </a:lnTo>
                  <a:lnTo>
                    <a:pt x="8053871" y="9424"/>
                  </a:lnTo>
                  <a:lnTo>
                    <a:pt x="8000522" y="8213"/>
                  </a:lnTo>
                  <a:lnTo>
                    <a:pt x="7943056" y="7126"/>
                  </a:lnTo>
                  <a:lnTo>
                    <a:pt x="7880619" y="6150"/>
                  </a:lnTo>
                  <a:lnTo>
                    <a:pt x="7812401" y="5272"/>
                  </a:lnTo>
                  <a:lnTo>
                    <a:pt x="7737707" y="4481"/>
                  </a:lnTo>
                  <a:lnTo>
                    <a:pt x="7656067" y="3766"/>
                  </a:lnTo>
                  <a:lnTo>
                    <a:pt x="7567380" y="3121"/>
                  </a:lnTo>
                  <a:lnTo>
                    <a:pt x="7472084" y="2539"/>
                  </a:lnTo>
                  <a:lnTo>
                    <a:pt x="7371355" y="2018"/>
                  </a:lnTo>
                  <a:lnTo>
                    <a:pt x="7267271" y="1558"/>
                  </a:lnTo>
                  <a:lnTo>
                    <a:pt x="7162881" y="1160"/>
                  </a:lnTo>
                  <a:lnTo>
                    <a:pt x="7062095" y="824"/>
                  </a:lnTo>
                  <a:lnTo>
                    <a:pt x="6969322" y="551"/>
                  </a:lnTo>
                  <a:lnTo>
                    <a:pt x="6888849" y="341"/>
                  </a:lnTo>
                  <a:lnTo>
                    <a:pt x="6824074" y="190"/>
                  </a:lnTo>
                  <a:lnTo>
                    <a:pt x="6776787" y="91"/>
                  </a:lnTo>
                  <a:lnTo>
                    <a:pt x="6746721" y="34"/>
                  </a:lnTo>
                  <a:lnTo>
                    <a:pt x="6731459" y="7"/>
                  </a:lnTo>
                  <a:lnTo>
                    <a:pt x="6726649" y="0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030" y="79"/>
                  </a:lnTo>
                  <a:lnTo>
                    <a:pt x="5247924" y="648"/>
                  </a:lnTo>
                  <a:lnTo>
                    <a:pt x="5232440" y="2219"/>
                  </a:lnTo>
                  <a:lnTo>
                    <a:pt x="5204527" y="5316"/>
                  </a:lnTo>
                  <a:lnTo>
                    <a:pt x="5162459" y="10435"/>
                  </a:lnTo>
                  <a:lnTo>
                    <a:pt x="5105961" y="18003"/>
                  </a:lnTo>
                  <a:lnTo>
                    <a:pt x="5036167" y="28339"/>
                  </a:lnTo>
                  <a:lnTo>
                    <a:pt x="4955377" y="41637"/>
                  </a:lnTo>
                  <a:lnTo>
                    <a:pt x="4866636" y="57974"/>
                  </a:lnTo>
                  <a:lnTo>
                    <a:pt x="4773261" y="77338"/>
                  </a:lnTo>
                  <a:lnTo>
                    <a:pt x="4678403" y="99672"/>
                  </a:lnTo>
                  <a:lnTo>
                    <a:pt x="4584747" y="124917"/>
                  </a:lnTo>
                  <a:lnTo>
                    <a:pt x="4494350" y="153054"/>
                  </a:lnTo>
                  <a:lnTo>
                    <a:pt x="4408613" y="184132"/>
                  </a:lnTo>
                  <a:lnTo>
                    <a:pt x="4328342" y="218283"/>
                  </a:lnTo>
                  <a:lnTo>
                    <a:pt x="4253857" y="255730"/>
                  </a:lnTo>
                  <a:lnTo>
                    <a:pt x="4185106" y="296792"/>
                  </a:lnTo>
                  <a:lnTo>
                    <a:pt x="4121778" y="341877"/>
                  </a:lnTo>
                  <a:lnTo>
                    <a:pt x="4063391" y="391469"/>
                  </a:lnTo>
                  <a:lnTo>
                    <a:pt x="4009366" y="446112"/>
                  </a:lnTo>
                  <a:lnTo>
                    <a:pt x="3959075" y="506380"/>
                  </a:lnTo>
                  <a:lnTo>
                    <a:pt x="3911884" y="572819"/>
                  </a:lnTo>
                  <a:lnTo>
                    <a:pt x="3867187" y="645869"/>
                  </a:lnTo>
                  <a:lnTo>
                    <a:pt x="3829811" y="715137"/>
                  </a:lnTo>
                  <a:lnTo>
                    <a:pt x="3798209" y="779683"/>
                  </a:lnTo>
                  <a:lnTo>
                    <a:pt x="3767305" y="848209"/>
                  </a:lnTo>
                  <a:lnTo>
                    <a:pt x="3736939" y="920797"/>
                  </a:lnTo>
                  <a:lnTo>
                    <a:pt x="3706978" y="997482"/>
                  </a:lnTo>
                  <a:lnTo>
                    <a:pt x="3677310" y="1078252"/>
                  </a:lnTo>
                  <a:lnTo>
                    <a:pt x="3647844" y="1163044"/>
                  </a:lnTo>
                  <a:lnTo>
                    <a:pt x="3618506" y="1251734"/>
                  </a:lnTo>
                  <a:lnTo>
                    <a:pt x="3589238" y="1344145"/>
                  </a:lnTo>
                  <a:lnTo>
                    <a:pt x="3559996" y="1440036"/>
                  </a:lnTo>
                  <a:lnTo>
                    <a:pt x="3530749" y="1539108"/>
                  </a:lnTo>
                  <a:lnTo>
                    <a:pt x="3501477" y="1641006"/>
                  </a:lnTo>
                  <a:lnTo>
                    <a:pt x="3472169" y="1745320"/>
                  </a:lnTo>
                  <a:lnTo>
                    <a:pt x="3442824" y="1851593"/>
                  </a:lnTo>
                  <a:lnTo>
                    <a:pt x="3413446" y="1959331"/>
                  </a:lnTo>
                  <a:lnTo>
                    <a:pt x="3384045" y="2068006"/>
                  </a:lnTo>
                  <a:lnTo>
                    <a:pt x="3354635" y="2177075"/>
                  </a:lnTo>
                  <a:lnTo>
                    <a:pt x="3325228" y="2285983"/>
                  </a:lnTo>
                  <a:lnTo>
                    <a:pt x="3295840" y="2394179"/>
                  </a:lnTo>
                  <a:lnTo>
                    <a:pt x="3266480" y="2501129"/>
                  </a:lnTo>
                  <a:lnTo>
                    <a:pt x="3237156" y="2606323"/>
                  </a:lnTo>
                  <a:lnTo>
                    <a:pt x="3207870" y="2709287"/>
                  </a:lnTo>
                  <a:lnTo>
                    <a:pt x="3178614" y="2809591"/>
                  </a:lnTo>
                  <a:lnTo>
                    <a:pt x="3149373" y="2906857"/>
                  </a:lnTo>
                  <a:lnTo>
                    <a:pt x="3120120" y="3000760"/>
                  </a:lnTo>
                  <a:lnTo>
                    <a:pt x="3090818" y="3091037"/>
                  </a:lnTo>
                  <a:lnTo>
                    <a:pt x="3061414" y="3177482"/>
                  </a:lnTo>
                  <a:lnTo>
                    <a:pt x="3031840" y="3259951"/>
                  </a:lnTo>
                  <a:lnTo>
                    <a:pt x="3002015" y="3338354"/>
                  </a:lnTo>
                  <a:lnTo>
                    <a:pt x="2971834" y="3412659"/>
                  </a:lnTo>
                  <a:lnTo>
                    <a:pt x="2941173" y="3482882"/>
                  </a:lnTo>
                  <a:lnTo>
                    <a:pt x="2909886" y="3549085"/>
                  </a:lnTo>
                  <a:lnTo>
                    <a:pt x="2896531" y="3575686"/>
                  </a:lnTo>
                  <a:lnTo>
                    <a:pt x="2853558" y="3654676"/>
                  </a:lnTo>
                  <a:lnTo>
                    <a:pt x="2808573" y="3726863"/>
                  </a:lnTo>
                  <a:lnTo>
                    <a:pt x="2761021" y="3792485"/>
                  </a:lnTo>
                  <a:lnTo>
                    <a:pt x="2710288" y="3852002"/>
                  </a:lnTo>
                  <a:lnTo>
                    <a:pt x="2655739" y="3905967"/>
                  </a:lnTo>
                  <a:lnTo>
                    <a:pt x="2596751" y="3954953"/>
                  </a:lnTo>
                  <a:lnTo>
                    <a:pt x="2532753" y="3999498"/>
                  </a:lnTo>
                  <a:lnTo>
                    <a:pt x="2463282" y="4040077"/>
                  </a:lnTo>
                  <a:lnTo>
                    <a:pt x="2388053" y="4077087"/>
                  </a:lnTo>
                  <a:lnTo>
                    <a:pt x="2307056" y="4110834"/>
                  </a:lnTo>
                  <a:lnTo>
                    <a:pt x="2220666" y="4141530"/>
                  </a:lnTo>
                  <a:lnTo>
                    <a:pt x="2129761" y="4169297"/>
                  </a:lnTo>
                  <a:lnTo>
                    <a:pt x="2035823" y="4194171"/>
                  </a:lnTo>
                  <a:lnTo>
                    <a:pt x="1940993" y="4216129"/>
                  </a:lnTo>
                  <a:lnTo>
                    <a:pt x="1848027" y="4235108"/>
                  </a:lnTo>
                  <a:lnTo>
                    <a:pt x="1760120" y="4251056"/>
                  </a:lnTo>
                  <a:lnTo>
                    <a:pt x="1680577" y="4263969"/>
                  </a:lnTo>
                  <a:lnTo>
                    <a:pt x="1612377" y="4273937"/>
                  </a:lnTo>
                  <a:lnTo>
                    <a:pt x="1557688" y="4281172"/>
                  </a:lnTo>
                  <a:lnTo>
                    <a:pt x="1517477" y="4286006"/>
                  </a:lnTo>
                  <a:lnTo>
                    <a:pt x="1491280" y="4288879"/>
                  </a:lnTo>
                  <a:lnTo>
                    <a:pt x="1477191" y="4290293"/>
                  </a:lnTo>
                  <a:lnTo>
                    <a:pt x="1472004" y="4290771"/>
                  </a:lnTo>
                  <a:lnTo>
                    <a:pt x="1471387" y="4290824"/>
                  </a:lnTo>
                  <a:lnTo>
                    <a:pt x="0" y="4290824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80" name="pg2180"/>
            <p:cNvSpPr/>
            <p:nvPr/>
          </p:nvSpPr>
          <p:spPr>
            <a:xfrm>
              <a:off x="4799595" y="2683157"/>
              <a:ext cx="11981298" cy="8540783"/>
            </a:xfrm>
            <a:custGeom>
              <a:avLst/>
              <a:pathLst>
                <a:path w="11981298" h="8540783">
                  <a:moveTo>
                    <a:pt x="0" y="8540783"/>
                  </a:moveTo>
                  <a:lnTo>
                    <a:pt x="1471387" y="8540783"/>
                  </a:lnTo>
                  <a:lnTo>
                    <a:pt x="1471983" y="8540681"/>
                  </a:lnTo>
                  <a:lnTo>
                    <a:pt x="1475951" y="8539961"/>
                  </a:lnTo>
                  <a:lnTo>
                    <a:pt x="1486120" y="8537973"/>
                  </a:lnTo>
                  <a:lnTo>
                    <a:pt x="1504711" y="8534052"/>
                  </a:lnTo>
                  <a:lnTo>
                    <a:pt x="1533257" y="8527539"/>
                  </a:lnTo>
                  <a:lnTo>
                    <a:pt x="1572519" y="8517828"/>
                  </a:lnTo>
                  <a:lnTo>
                    <a:pt x="1622449" y="8504404"/>
                  </a:lnTo>
                  <a:lnTo>
                    <a:pt x="1682227" y="8486875"/>
                  </a:lnTo>
                  <a:lnTo>
                    <a:pt x="1750397" y="8464990"/>
                  </a:lnTo>
                  <a:lnTo>
                    <a:pt x="1825063" y="8438627"/>
                  </a:lnTo>
                  <a:lnTo>
                    <a:pt x="1904112" y="8407773"/>
                  </a:lnTo>
                  <a:lnTo>
                    <a:pt x="1985444" y="8372485"/>
                  </a:lnTo>
                  <a:lnTo>
                    <a:pt x="2067140" y="8332844"/>
                  </a:lnTo>
                  <a:lnTo>
                    <a:pt x="2147583" y="8288917"/>
                  </a:lnTo>
                  <a:lnTo>
                    <a:pt x="2225513" y="8240719"/>
                  </a:lnTo>
                  <a:lnTo>
                    <a:pt x="2300033" y="8188190"/>
                  </a:lnTo>
                  <a:lnTo>
                    <a:pt x="2370579" y="8131179"/>
                  </a:lnTo>
                  <a:lnTo>
                    <a:pt x="2436868" y="8069433"/>
                  </a:lnTo>
                  <a:lnTo>
                    <a:pt x="2498847" y="8002598"/>
                  </a:lnTo>
                  <a:lnTo>
                    <a:pt x="2556631" y="7930217"/>
                  </a:lnTo>
                  <a:lnTo>
                    <a:pt x="2610461" y="7851739"/>
                  </a:lnTo>
                  <a:lnTo>
                    <a:pt x="2660658" y="7766531"/>
                  </a:lnTo>
                  <a:lnTo>
                    <a:pt x="2707598" y="7673897"/>
                  </a:lnTo>
                  <a:lnTo>
                    <a:pt x="2751679" y="7573109"/>
                  </a:lnTo>
                  <a:lnTo>
                    <a:pt x="2793310" y="7463449"/>
                  </a:lnTo>
                  <a:lnTo>
                    <a:pt x="2832888" y="7344287"/>
                  </a:lnTo>
                  <a:lnTo>
                    <a:pt x="2870788" y="7215176"/>
                  </a:lnTo>
                  <a:lnTo>
                    <a:pt x="2896531" y="7118681"/>
                  </a:lnTo>
                  <a:lnTo>
                    <a:pt x="2919441" y="7026732"/>
                  </a:lnTo>
                  <a:lnTo>
                    <a:pt x="2941960" y="6930680"/>
                  </a:lnTo>
                  <a:lnTo>
                    <a:pt x="2964155" y="6830453"/>
                  </a:lnTo>
                  <a:lnTo>
                    <a:pt x="2986082" y="6725998"/>
                  </a:lnTo>
                  <a:lnTo>
                    <a:pt x="3007792" y="6617290"/>
                  </a:lnTo>
                  <a:lnTo>
                    <a:pt x="3029327" y="6504328"/>
                  </a:lnTo>
                  <a:lnTo>
                    <a:pt x="3050727" y="6387139"/>
                  </a:lnTo>
                  <a:lnTo>
                    <a:pt x="3072025" y="6265780"/>
                  </a:lnTo>
                  <a:lnTo>
                    <a:pt x="3093248" y="6140338"/>
                  </a:lnTo>
                  <a:lnTo>
                    <a:pt x="3114420" y="6010931"/>
                  </a:lnTo>
                  <a:lnTo>
                    <a:pt x="3135563" y="5877712"/>
                  </a:lnTo>
                  <a:lnTo>
                    <a:pt x="3156691" y="5740862"/>
                  </a:lnTo>
                  <a:lnTo>
                    <a:pt x="3177817" y="5600599"/>
                  </a:lnTo>
                  <a:lnTo>
                    <a:pt x="3198951" y="5457170"/>
                  </a:lnTo>
                  <a:lnTo>
                    <a:pt x="3220099" y="5310852"/>
                  </a:lnTo>
                  <a:lnTo>
                    <a:pt x="3241265" y="5161951"/>
                  </a:lnTo>
                  <a:lnTo>
                    <a:pt x="3262451" y="5010800"/>
                  </a:lnTo>
                  <a:lnTo>
                    <a:pt x="3283657" y="4857755"/>
                  </a:lnTo>
                  <a:lnTo>
                    <a:pt x="3304879" y="4703192"/>
                  </a:lnTo>
                  <a:lnTo>
                    <a:pt x="3326115" y="4547502"/>
                  </a:lnTo>
                  <a:lnTo>
                    <a:pt x="3347359" y="4391090"/>
                  </a:lnTo>
                  <a:lnTo>
                    <a:pt x="3368608" y="4234369"/>
                  </a:lnTo>
                  <a:lnTo>
                    <a:pt x="3389856" y="4077755"/>
                  </a:lnTo>
                  <a:lnTo>
                    <a:pt x="3411097" y="3921661"/>
                  </a:lnTo>
                  <a:lnTo>
                    <a:pt x="3432326" y="3766498"/>
                  </a:lnTo>
                  <a:lnTo>
                    <a:pt x="3453540" y="3612663"/>
                  </a:lnTo>
                  <a:lnTo>
                    <a:pt x="3474735" y="3460542"/>
                  </a:lnTo>
                  <a:lnTo>
                    <a:pt x="3495911" y="3310499"/>
                  </a:lnTo>
                  <a:lnTo>
                    <a:pt x="3517068" y="3162880"/>
                  </a:lnTo>
                  <a:lnTo>
                    <a:pt x="3538208" y="3018004"/>
                  </a:lnTo>
                  <a:lnTo>
                    <a:pt x="3559337" y="2876162"/>
                  </a:lnTo>
                  <a:lnTo>
                    <a:pt x="3580463" y="2737617"/>
                  </a:lnTo>
                  <a:lnTo>
                    <a:pt x="3601596" y="2602601"/>
                  </a:lnTo>
                  <a:lnTo>
                    <a:pt x="3622752" y="2471312"/>
                  </a:lnTo>
                  <a:lnTo>
                    <a:pt x="3643948" y="2343917"/>
                  </a:lnTo>
                  <a:lnTo>
                    <a:pt x="3665206" y="2220552"/>
                  </a:lnTo>
                  <a:lnTo>
                    <a:pt x="3686552" y="2101318"/>
                  </a:lnTo>
                  <a:lnTo>
                    <a:pt x="3708017" y="1986287"/>
                  </a:lnTo>
                  <a:lnTo>
                    <a:pt x="3729636" y="1875500"/>
                  </a:lnTo>
                  <a:lnTo>
                    <a:pt x="3751451" y="1768971"/>
                  </a:lnTo>
                  <a:lnTo>
                    <a:pt x="3773508" y="1666684"/>
                  </a:lnTo>
                  <a:lnTo>
                    <a:pt x="3795862" y="1568601"/>
                  </a:lnTo>
                  <a:lnTo>
                    <a:pt x="3818573" y="1474660"/>
                  </a:lnTo>
                  <a:lnTo>
                    <a:pt x="3829811" y="1430274"/>
                  </a:lnTo>
                  <a:lnTo>
                    <a:pt x="3866737" y="1294099"/>
                  </a:lnTo>
                  <a:lnTo>
                    <a:pt x="3905102" y="1167994"/>
                  </a:lnTo>
                  <a:lnTo>
                    <a:pt x="3945253" y="1051732"/>
                  </a:lnTo>
                  <a:lnTo>
                    <a:pt x="3987574" y="944798"/>
                  </a:lnTo>
                  <a:lnTo>
                    <a:pt x="4032468" y="846526"/>
                  </a:lnTo>
                  <a:lnTo>
                    <a:pt x="4080341" y="756189"/>
                  </a:lnTo>
                  <a:lnTo>
                    <a:pt x="4131588" y="673065"/>
                  </a:lnTo>
                  <a:lnTo>
                    <a:pt x="4186569" y="596474"/>
                  </a:lnTo>
                  <a:lnTo>
                    <a:pt x="4245588" y="525805"/>
                  </a:lnTo>
                  <a:lnTo>
                    <a:pt x="4308851" y="460536"/>
                  </a:lnTo>
                  <a:lnTo>
                    <a:pt x="4376428" y="400239"/>
                  </a:lnTo>
                  <a:lnTo>
                    <a:pt x="4448204" y="344591"/>
                  </a:lnTo>
                  <a:lnTo>
                    <a:pt x="4523818" y="293369"/>
                  </a:lnTo>
                  <a:lnTo>
                    <a:pt x="4602610" y="246451"/>
                  </a:lnTo>
                  <a:lnTo>
                    <a:pt x="4683576" y="203801"/>
                  </a:lnTo>
                  <a:lnTo>
                    <a:pt x="4765348" y="165454"/>
                  </a:lnTo>
                  <a:lnTo>
                    <a:pt x="4846209" y="131484"/>
                  </a:lnTo>
                  <a:lnTo>
                    <a:pt x="4924172" y="101970"/>
                  </a:lnTo>
                  <a:lnTo>
                    <a:pt x="4997111" y="76952"/>
                  </a:lnTo>
                  <a:lnTo>
                    <a:pt x="5062954" y="56388"/>
                  </a:lnTo>
                  <a:lnTo>
                    <a:pt x="5119913" y="40121"/>
                  </a:lnTo>
                  <a:lnTo>
                    <a:pt x="5166704" y="27854"/>
                  </a:lnTo>
                  <a:lnTo>
                    <a:pt x="5202729" y="19159"/>
                  </a:lnTo>
                  <a:lnTo>
                    <a:pt x="5228181" y="13488"/>
                  </a:lnTo>
                  <a:lnTo>
                    <a:pt x="5244059" y="10215"/>
                  </a:lnTo>
                  <a:lnTo>
                    <a:pt x="5252111" y="8676"/>
                  </a:lnTo>
                  <a:lnTo>
                    <a:pt x="5254747" y="8207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502" y="8233"/>
                  </a:lnTo>
                  <a:lnTo>
                    <a:pt x="6735124" y="8668"/>
                  </a:lnTo>
                  <a:lnTo>
                    <a:pt x="6754326" y="9870"/>
                  </a:lnTo>
                  <a:lnTo>
                    <a:pt x="6788630" y="12237"/>
                  </a:lnTo>
                  <a:lnTo>
                    <a:pt x="6839706" y="16134"/>
                  </a:lnTo>
                  <a:lnTo>
                    <a:pt x="6907246" y="21860"/>
                  </a:lnTo>
                  <a:lnTo>
                    <a:pt x="6989132" y="29616"/>
                  </a:lnTo>
                  <a:lnTo>
                    <a:pt x="7081920" y="39504"/>
                  </a:lnTo>
                  <a:lnTo>
                    <a:pt x="7181510" y="51537"/>
                  </a:lnTo>
                  <a:lnTo>
                    <a:pt x="7283826" y="65681"/>
                  </a:lnTo>
                  <a:lnTo>
                    <a:pt x="7385325" y="81888"/>
                  </a:lnTo>
                  <a:lnTo>
                    <a:pt x="7483285" y="100138"/>
                  </a:lnTo>
                  <a:lnTo>
                    <a:pt x="7575873" y="120464"/>
                  </a:lnTo>
                  <a:lnTo>
                    <a:pt x="7662070" y="142966"/>
                  </a:lnTo>
                  <a:lnTo>
                    <a:pt x="7741514" y="167820"/>
                  </a:lnTo>
                  <a:lnTo>
                    <a:pt x="7814326" y="195281"/>
                  </a:lnTo>
                  <a:lnTo>
                    <a:pt x="7880957" y="225674"/>
                  </a:lnTo>
                  <a:lnTo>
                    <a:pt x="7942060" y="259385"/>
                  </a:lnTo>
                  <a:lnTo>
                    <a:pt x="7998393" y="296840"/>
                  </a:lnTo>
                  <a:lnTo>
                    <a:pt x="8050755" y="338474"/>
                  </a:lnTo>
                  <a:lnTo>
                    <a:pt x="8099931" y="384664"/>
                  </a:lnTo>
                  <a:lnTo>
                    <a:pt x="8146641" y="435641"/>
                  </a:lnTo>
                  <a:lnTo>
                    <a:pt x="8151487" y="441341"/>
                  </a:lnTo>
                  <a:lnTo>
                    <a:pt x="8190454" y="490034"/>
                  </a:lnTo>
                  <a:lnTo>
                    <a:pt x="8228413" y="542432"/>
                  </a:lnTo>
                  <a:lnTo>
                    <a:pt x="8265649" y="598611"/>
                  </a:lnTo>
                  <a:lnTo>
                    <a:pt x="8302390" y="658579"/>
                  </a:lnTo>
                  <a:lnTo>
                    <a:pt x="8338814" y="722273"/>
                  </a:lnTo>
                  <a:lnTo>
                    <a:pt x="8375058" y="789549"/>
                  </a:lnTo>
                  <a:lnTo>
                    <a:pt x="8411226" y="860182"/>
                  </a:lnTo>
                  <a:lnTo>
                    <a:pt x="8447386" y="933860"/>
                  </a:lnTo>
                  <a:lnTo>
                    <a:pt x="8483582" y="1010190"/>
                  </a:lnTo>
                  <a:lnTo>
                    <a:pt x="8519832" y="1088704"/>
                  </a:lnTo>
                  <a:lnTo>
                    <a:pt x="8556138" y="1168868"/>
                  </a:lnTo>
                  <a:lnTo>
                    <a:pt x="8592484" y="1250097"/>
                  </a:lnTo>
                  <a:lnTo>
                    <a:pt x="8628850" y="1331771"/>
                  </a:lnTo>
                  <a:lnTo>
                    <a:pt x="8665207" y="1413259"/>
                  </a:lnTo>
                  <a:lnTo>
                    <a:pt x="8701532" y="1493932"/>
                  </a:lnTo>
                  <a:lnTo>
                    <a:pt x="8737805" y="1573191"/>
                  </a:lnTo>
                  <a:lnTo>
                    <a:pt x="8774022" y="1650478"/>
                  </a:lnTo>
                  <a:lnTo>
                    <a:pt x="8810194" y="1725296"/>
                  </a:lnTo>
                  <a:lnTo>
                    <a:pt x="8846352" y="1797221"/>
                  </a:lnTo>
                  <a:lnTo>
                    <a:pt x="8882554" y="1865906"/>
                  </a:lnTo>
                  <a:lnTo>
                    <a:pt x="8918890" y="1931092"/>
                  </a:lnTo>
                  <a:lnTo>
                    <a:pt x="8955481" y="1992601"/>
                  </a:lnTo>
                  <a:lnTo>
                    <a:pt x="8992490" y="2050337"/>
                  </a:lnTo>
                  <a:lnTo>
                    <a:pt x="9030121" y="2104281"/>
                  </a:lnTo>
                  <a:lnTo>
                    <a:pt x="9068637" y="2154481"/>
                  </a:lnTo>
                  <a:lnTo>
                    <a:pt x="9084767" y="2174017"/>
                  </a:lnTo>
                  <a:lnTo>
                    <a:pt x="9131252" y="2225506"/>
                  </a:lnTo>
                  <a:lnTo>
                    <a:pt x="9180133" y="2272198"/>
                  </a:lnTo>
                  <a:lnTo>
                    <a:pt x="9232121" y="2314299"/>
                  </a:lnTo>
                  <a:lnTo>
                    <a:pt x="9287994" y="2352178"/>
                  </a:lnTo>
                  <a:lnTo>
                    <a:pt x="9348552" y="2386266"/>
                  </a:lnTo>
                  <a:lnTo>
                    <a:pt x="9414562" y="2416993"/>
                  </a:lnTo>
                  <a:lnTo>
                    <a:pt x="9486691" y="2444749"/>
                  </a:lnTo>
                  <a:lnTo>
                    <a:pt x="9565417" y="2469867"/>
                  </a:lnTo>
                  <a:lnTo>
                    <a:pt x="9650904" y="2492609"/>
                  </a:lnTo>
                  <a:lnTo>
                    <a:pt x="9742849" y="2513160"/>
                  </a:lnTo>
                  <a:lnTo>
                    <a:pt x="9840309" y="2531628"/>
                  </a:lnTo>
                  <a:lnTo>
                    <a:pt x="9941545" y="2548053"/>
                  </a:lnTo>
                  <a:lnTo>
                    <a:pt x="10043930" y="2562417"/>
                  </a:lnTo>
                  <a:lnTo>
                    <a:pt x="10143998" y="2574677"/>
                  </a:lnTo>
                  <a:lnTo>
                    <a:pt x="10237708" y="2584793"/>
                  </a:lnTo>
                  <a:lnTo>
                    <a:pt x="10320934" y="2592773"/>
                  </a:lnTo>
                  <a:lnTo>
                    <a:pt x="10390127" y="2598707"/>
                  </a:lnTo>
                  <a:lnTo>
                    <a:pt x="10443002" y="2602786"/>
                  </a:lnTo>
                  <a:lnTo>
                    <a:pt x="10479044" y="2605299"/>
                  </a:lnTo>
                  <a:lnTo>
                    <a:pt x="10499714" y="2606606"/>
                  </a:lnTo>
                  <a:lnTo>
                    <a:pt x="10508349" y="2607103"/>
                  </a:lnTo>
                  <a:lnTo>
                    <a:pt x="10509911" y="2607186"/>
                  </a:lnTo>
                  <a:lnTo>
                    <a:pt x="11981298" y="2607186"/>
                  </a:lnTo>
                  <a:lnTo>
                    <a:pt x="11981298" y="2599013"/>
                  </a:lnTo>
                  <a:lnTo>
                    <a:pt x="10509911" y="2599013"/>
                  </a:lnTo>
                  <a:lnTo>
                    <a:pt x="10508751" y="2598952"/>
                  </a:lnTo>
                  <a:lnTo>
                    <a:pt x="10501129" y="2598517"/>
                  </a:lnTo>
                  <a:lnTo>
                    <a:pt x="10481927" y="2597315"/>
                  </a:lnTo>
                  <a:lnTo>
                    <a:pt x="10447623" y="2594949"/>
                  </a:lnTo>
                  <a:lnTo>
                    <a:pt x="10396547" y="2591052"/>
                  </a:lnTo>
                  <a:lnTo>
                    <a:pt x="10329007" y="2585326"/>
                  </a:lnTo>
                  <a:lnTo>
                    <a:pt x="10247121" y="2577569"/>
                  </a:lnTo>
                  <a:lnTo>
                    <a:pt x="10154333" y="2567682"/>
                  </a:lnTo>
                  <a:lnTo>
                    <a:pt x="10054743" y="2555648"/>
                  </a:lnTo>
                  <a:lnTo>
                    <a:pt x="9952427" y="2541505"/>
                  </a:lnTo>
                  <a:lnTo>
                    <a:pt x="9850928" y="2525298"/>
                  </a:lnTo>
                  <a:lnTo>
                    <a:pt x="9752969" y="2507047"/>
                  </a:lnTo>
                  <a:lnTo>
                    <a:pt x="9660380" y="2486722"/>
                  </a:lnTo>
                  <a:lnTo>
                    <a:pt x="9574183" y="2464220"/>
                  </a:lnTo>
                  <a:lnTo>
                    <a:pt x="9494739" y="2439365"/>
                  </a:lnTo>
                  <a:lnTo>
                    <a:pt x="9421927" y="2411904"/>
                  </a:lnTo>
                  <a:lnTo>
                    <a:pt x="9355296" y="2381511"/>
                  </a:lnTo>
                  <a:lnTo>
                    <a:pt x="9294194" y="2347801"/>
                  </a:lnTo>
                  <a:lnTo>
                    <a:pt x="9237860" y="2310345"/>
                  </a:lnTo>
                  <a:lnTo>
                    <a:pt x="9185498" y="2268712"/>
                  </a:lnTo>
                  <a:lnTo>
                    <a:pt x="9136322" y="2222522"/>
                  </a:lnTo>
                  <a:lnTo>
                    <a:pt x="9089613" y="2171544"/>
                  </a:lnTo>
                  <a:lnTo>
                    <a:pt x="9084767" y="2165844"/>
                  </a:lnTo>
                  <a:lnTo>
                    <a:pt x="9045800" y="2117152"/>
                  </a:lnTo>
                  <a:lnTo>
                    <a:pt x="9007840" y="2064753"/>
                  </a:lnTo>
                  <a:lnTo>
                    <a:pt x="8970604" y="2008575"/>
                  </a:lnTo>
                  <a:lnTo>
                    <a:pt x="8933863" y="1948607"/>
                  </a:lnTo>
                  <a:lnTo>
                    <a:pt x="8897440" y="1884913"/>
                  </a:lnTo>
                  <a:lnTo>
                    <a:pt x="8861195" y="1817636"/>
                  </a:lnTo>
                  <a:lnTo>
                    <a:pt x="8825027" y="1747004"/>
                  </a:lnTo>
                  <a:lnTo>
                    <a:pt x="8788867" y="1673325"/>
                  </a:lnTo>
                  <a:lnTo>
                    <a:pt x="8752671" y="1596995"/>
                  </a:lnTo>
                  <a:lnTo>
                    <a:pt x="8716421" y="1518481"/>
                  </a:lnTo>
                  <a:lnTo>
                    <a:pt x="8680115" y="1438317"/>
                  </a:lnTo>
                  <a:lnTo>
                    <a:pt x="8643769" y="1357089"/>
                  </a:lnTo>
                  <a:lnTo>
                    <a:pt x="8607403" y="1275414"/>
                  </a:lnTo>
                  <a:lnTo>
                    <a:pt x="8571046" y="1193927"/>
                  </a:lnTo>
                  <a:lnTo>
                    <a:pt x="8534721" y="1113253"/>
                  </a:lnTo>
                  <a:lnTo>
                    <a:pt x="8498448" y="1033994"/>
                  </a:lnTo>
                  <a:lnTo>
                    <a:pt x="8462231" y="956708"/>
                  </a:lnTo>
                  <a:lnTo>
                    <a:pt x="8426060" y="881889"/>
                  </a:lnTo>
                  <a:lnTo>
                    <a:pt x="8389902" y="809965"/>
                  </a:lnTo>
                  <a:lnTo>
                    <a:pt x="8353699" y="741279"/>
                  </a:lnTo>
                  <a:lnTo>
                    <a:pt x="8317363" y="676093"/>
                  </a:lnTo>
                  <a:lnTo>
                    <a:pt x="8280772" y="614585"/>
                  </a:lnTo>
                  <a:lnTo>
                    <a:pt x="8243764" y="556848"/>
                  </a:lnTo>
                  <a:lnTo>
                    <a:pt x="8206132" y="502905"/>
                  </a:lnTo>
                  <a:lnTo>
                    <a:pt x="8167617" y="452705"/>
                  </a:lnTo>
                  <a:lnTo>
                    <a:pt x="8151487" y="433168"/>
                  </a:lnTo>
                  <a:lnTo>
                    <a:pt x="8105001" y="381680"/>
                  </a:lnTo>
                  <a:lnTo>
                    <a:pt x="8056120" y="334988"/>
                  </a:lnTo>
                  <a:lnTo>
                    <a:pt x="8004133" y="292887"/>
                  </a:lnTo>
                  <a:lnTo>
                    <a:pt x="7948259" y="255007"/>
                  </a:lnTo>
                  <a:lnTo>
                    <a:pt x="7887701" y="220919"/>
                  </a:lnTo>
                  <a:lnTo>
                    <a:pt x="7821691" y="190193"/>
                  </a:lnTo>
                  <a:lnTo>
                    <a:pt x="7749562" y="162437"/>
                  </a:lnTo>
                  <a:lnTo>
                    <a:pt x="7670836" y="137319"/>
                  </a:lnTo>
                  <a:lnTo>
                    <a:pt x="7585349" y="114577"/>
                  </a:lnTo>
                  <a:lnTo>
                    <a:pt x="7493404" y="94026"/>
                  </a:lnTo>
                  <a:lnTo>
                    <a:pt x="7395944" y="75558"/>
                  </a:lnTo>
                  <a:lnTo>
                    <a:pt x="7294708" y="59133"/>
                  </a:lnTo>
                  <a:lnTo>
                    <a:pt x="7192323" y="44768"/>
                  </a:lnTo>
                  <a:lnTo>
                    <a:pt x="7092255" y="32508"/>
                  </a:lnTo>
                  <a:lnTo>
                    <a:pt x="6998545" y="22392"/>
                  </a:lnTo>
                  <a:lnTo>
                    <a:pt x="6915319" y="14412"/>
                  </a:lnTo>
                  <a:lnTo>
                    <a:pt x="6846126" y="8478"/>
                  </a:lnTo>
                  <a:lnTo>
                    <a:pt x="6793251" y="4399"/>
                  </a:lnTo>
                  <a:lnTo>
                    <a:pt x="6757209" y="1887"/>
                  </a:lnTo>
                  <a:lnTo>
                    <a:pt x="6736539" y="580"/>
                  </a:lnTo>
                  <a:lnTo>
                    <a:pt x="6727904" y="82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359" y="101"/>
                  </a:lnTo>
                  <a:lnTo>
                    <a:pt x="5250391" y="822"/>
                  </a:lnTo>
                  <a:lnTo>
                    <a:pt x="5240222" y="2809"/>
                  </a:lnTo>
                  <a:lnTo>
                    <a:pt x="5221631" y="6731"/>
                  </a:lnTo>
                  <a:lnTo>
                    <a:pt x="5193085" y="13244"/>
                  </a:lnTo>
                  <a:lnTo>
                    <a:pt x="5153823" y="22954"/>
                  </a:lnTo>
                  <a:lnTo>
                    <a:pt x="5103894" y="36378"/>
                  </a:lnTo>
                  <a:lnTo>
                    <a:pt x="5044115" y="53907"/>
                  </a:lnTo>
                  <a:lnTo>
                    <a:pt x="4975945" y="75792"/>
                  </a:lnTo>
                  <a:lnTo>
                    <a:pt x="4901279" y="102156"/>
                  </a:lnTo>
                  <a:lnTo>
                    <a:pt x="4822230" y="133009"/>
                  </a:lnTo>
                  <a:lnTo>
                    <a:pt x="4740898" y="168297"/>
                  </a:lnTo>
                  <a:lnTo>
                    <a:pt x="4659202" y="207938"/>
                  </a:lnTo>
                  <a:lnTo>
                    <a:pt x="4578759" y="251865"/>
                  </a:lnTo>
                  <a:lnTo>
                    <a:pt x="4500829" y="300064"/>
                  </a:lnTo>
                  <a:lnTo>
                    <a:pt x="4426309" y="352592"/>
                  </a:lnTo>
                  <a:lnTo>
                    <a:pt x="4355763" y="409603"/>
                  </a:lnTo>
                  <a:lnTo>
                    <a:pt x="4289474" y="471349"/>
                  </a:lnTo>
                  <a:lnTo>
                    <a:pt x="4227495" y="538184"/>
                  </a:lnTo>
                  <a:lnTo>
                    <a:pt x="4169711" y="610565"/>
                  </a:lnTo>
                  <a:lnTo>
                    <a:pt x="4115882" y="689044"/>
                  </a:lnTo>
                  <a:lnTo>
                    <a:pt x="4065684" y="774251"/>
                  </a:lnTo>
                  <a:lnTo>
                    <a:pt x="4018745" y="866885"/>
                  </a:lnTo>
                  <a:lnTo>
                    <a:pt x="3974663" y="967673"/>
                  </a:lnTo>
                  <a:lnTo>
                    <a:pt x="3933033" y="1077333"/>
                  </a:lnTo>
                  <a:lnTo>
                    <a:pt x="3893454" y="1196496"/>
                  </a:lnTo>
                  <a:lnTo>
                    <a:pt x="3855554" y="1325606"/>
                  </a:lnTo>
                  <a:lnTo>
                    <a:pt x="3829811" y="1422101"/>
                  </a:lnTo>
                  <a:lnTo>
                    <a:pt x="3806902" y="1514050"/>
                  </a:lnTo>
                  <a:lnTo>
                    <a:pt x="3784382" y="1610102"/>
                  </a:lnTo>
                  <a:lnTo>
                    <a:pt x="3762187" y="1710330"/>
                  </a:lnTo>
                  <a:lnTo>
                    <a:pt x="3740260" y="1814784"/>
                  </a:lnTo>
                  <a:lnTo>
                    <a:pt x="3718550" y="1923492"/>
                  </a:lnTo>
                  <a:lnTo>
                    <a:pt x="3697015" y="2036454"/>
                  </a:lnTo>
                  <a:lnTo>
                    <a:pt x="3675615" y="2153643"/>
                  </a:lnTo>
                  <a:lnTo>
                    <a:pt x="3654318" y="2275002"/>
                  </a:lnTo>
                  <a:lnTo>
                    <a:pt x="3633094" y="2400445"/>
                  </a:lnTo>
                  <a:lnTo>
                    <a:pt x="3611922" y="2529851"/>
                  </a:lnTo>
                  <a:lnTo>
                    <a:pt x="3590779" y="2663071"/>
                  </a:lnTo>
                  <a:lnTo>
                    <a:pt x="3569651" y="2799920"/>
                  </a:lnTo>
                  <a:lnTo>
                    <a:pt x="3548525" y="2940183"/>
                  </a:lnTo>
                  <a:lnTo>
                    <a:pt x="3527391" y="3083612"/>
                  </a:lnTo>
                  <a:lnTo>
                    <a:pt x="3506243" y="3229931"/>
                  </a:lnTo>
                  <a:lnTo>
                    <a:pt x="3485077" y="3378831"/>
                  </a:lnTo>
                  <a:lnTo>
                    <a:pt x="3463891" y="3529982"/>
                  </a:lnTo>
                  <a:lnTo>
                    <a:pt x="3442686" y="3683027"/>
                  </a:lnTo>
                  <a:lnTo>
                    <a:pt x="3421463" y="3837591"/>
                  </a:lnTo>
                  <a:lnTo>
                    <a:pt x="3400228" y="3993281"/>
                  </a:lnTo>
                  <a:lnTo>
                    <a:pt x="3378983" y="4149692"/>
                  </a:lnTo>
                  <a:lnTo>
                    <a:pt x="3357734" y="4306413"/>
                  </a:lnTo>
                  <a:lnTo>
                    <a:pt x="3336486" y="4463028"/>
                  </a:lnTo>
                  <a:lnTo>
                    <a:pt x="3315245" y="4619121"/>
                  </a:lnTo>
                  <a:lnTo>
                    <a:pt x="3294016" y="4774284"/>
                  </a:lnTo>
                  <a:lnTo>
                    <a:pt x="3272802" y="4928119"/>
                  </a:lnTo>
                  <a:lnTo>
                    <a:pt x="3251607" y="5080240"/>
                  </a:lnTo>
                  <a:lnTo>
                    <a:pt x="3230431" y="5230283"/>
                  </a:lnTo>
                  <a:lnTo>
                    <a:pt x="3209274" y="5377902"/>
                  </a:lnTo>
                  <a:lnTo>
                    <a:pt x="3188134" y="5522778"/>
                  </a:lnTo>
                  <a:lnTo>
                    <a:pt x="3167005" y="5664620"/>
                  </a:lnTo>
                  <a:lnTo>
                    <a:pt x="3145879" y="5803165"/>
                  </a:lnTo>
                  <a:lnTo>
                    <a:pt x="3124746" y="5938181"/>
                  </a:lnTo>
                  <a:lnTo>
                    <a:pt x="3103590" y="6069470"/>
                  </a:lnTo>
                  <a:lnTo>
                    <a:pt x="3082394" y="6196865"/>
                  </a:lnTo>
                  <a:lnTo>
                    <a:pt x="3061136" y="6320230"/>
                  </a:lnTo>
                  <a:lnTo>
                    <a:pt x="3039790" y="6439464"/>
                  </a:lnTo>
                  <a:lnTo>
                    <a:pt x="3018325" y="6554495"/>
                  </a:lnTo>
                  <a:lnTo>
                    <a:pt x="2996706" y="6665282"/>
                  </a:lnTo>
                  <a:lnTo>
                    <a:pt x="2974891" y="6771812"/>
                  </a:lnTo>
                  <a:lnTo>
                    <a:pt x="2952834" y="6874098"/>
                  </a:lnTo>
                  <a:lnTo>
                    <a:pt x="2930480" y="6972181"/>
                  </a:lnTo>
                  <a:lnTo>
                    <a:pt x="2907769" y="7066122"/>
                  </a:lnTo>
                  <a:lnTo>
                    <a:pt x="2896531" y="7110508"/>
                  </a:lnTo>
                  <a:lnTo>
                    <a:pt x="2859605" y="7246683"/>
                  </a:lnTo>
                  <a:lnTo>
                    <a:pt x="2821241" y="7372788"/>
                  </a:lnTo>
                  <a:lnTo>
                    <a:pt x="2781089" y="7489050"/>
                  </a:lnTo>
                  <a:lnTo>
                    <a:pt x="2738768" y="7595984"/>
                  </a:lnTo>
                  <a:lnTo>
                    <a:pt x="2693874" y="7694257"/>
                  </a:lnTo>
                  <a:lnTo>
                    <a:pt x="2646001" y="7784593"/>
                  </a:lnTo>
                  <a:lnTo>
                    <a:pt x="2594755" y="7867717"/>
                  </a:lnTo>
                  <a:lnTo>
                    <a:pt x="2539773" y="7944309"/>
                  </a:lnTo>
                  <a:lnTo>
                    <a:pt x="2480754" y="8014977"/>
                  </a:lnTo>
                  <a:lnTo>
                    <a:pt x="2417492" y="8080247"/>
                  </a:lnTo>
                  <a:lnTo>
                    <a:pt x="2349914" y="8140543"/>
                  </a:lnTo>
                  <a:lnTo>
                    <a:pt x="2278138" y="8196192"/>
                  </a:lnTo>
                  <a:lnTo>
                    <a:pt x="2202525" y="8247413"/>
                  </a:lnTo>
                  <a:lnTo>
                    <a:pt x="2123733" y="8294332"/>
                  </a:lnTo>
                  <a:lnTo>
                    <a:pt x="2042766" y="8336981"/>
                  </a:lnTo>
                  <a:lnTo>
                    <a:pt x="1960994" y="8375328"/>
                  </a:lnTo>
                  <a:lnTo>
                    <a:pt x="1880133" y="8409298"/>
                  </a:lnTo>
                  <a:lnTo>
                    <a:pt x="1802170" y="8438812"/>
                  </a:lnTo>
                  <a:lnTo>
                    <a:pt x="1729232" y="8463830"/>
                  </a:lnTo>
                  <a:lnTo>
                    <a:pt x="1663388" y="8484394"/>
                  </a:lnTo>
                  <a:lnTo>
                    <a:pt x="1606429" y="8500662"/>
                  </a:lnTo>
                  <a:lnTo>
                    <a:pt x="1559638" y="8512928"/>
                  </a:lnTo>
                  <a:lnTo>
                    <a:pt x="1523613" y="8521623"/>
                  </a:lnTo>
                  <a:lnTo>
                    <a:pt x="1498161" y="8527294"/>
                  </a:lnTo>
                  <a:lnTo>
                    <a:pt x="1482283" y="8530567"/>
                  </a:lnTo>
                  <a:lnTo>
                    <a:pt x="1474231" y="8532106"/>
                  </a:lnTo>
                  <a:lnTo>
                    <a:pt x="1471595" y="8532575"/>
                  </a:lnTo>
                  <a:lnTo>
                    <a:pt x="1471387" y="8532610"/>
                  </a:lnTo>
                  <a:lnTo>
                    <a:pt x="0" y="8532610"/>
                  </a:lnTo>
                  <a:close/>
                </a:path>
              </a:pathLst>
            </a:custGeom>
            <a:solidFill>
              <a:srgbClr val="B8C4FE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2181" name="pl2181"/>
            <p:cNvSpPr/>
            <p:nvPr/>
          </p:nvSpPr>
          <p:spPr>
            <a:xfrm>
              <a:off x="4799595" y="2691330"/>
              <a:ext cx="11981298" cy="8532610"/>
            </a:xfrm>
            <a:custGeom>
              <a:avLst/>
              <a:pathLst>
                <a:path w="11981298" h="8532610">
                  <a:moveTo>
                    <a:pt x="0" y="8532610"/>
                  </a:moveTo>
                  <a:lnTo>
                    <a:pt x="1471387" y="8532610"/>
                  </a:lnTo>
                  <a:lnTo>
                    <a:pt x="1471983" y="8532508"/>
                  </a:lnTo>
                  <a:lnTo>
                    <a:pt x="1475951" y="8531788"/>
                  </a:lnTo>
                  <a:lnTo>
                    <a:pt x="1486120" y="8529800"/>
                  </a:lnTo>
                  <a:lnTo>
                    <a:pt x="1504711" y="8525879"/>
                  </a:lnTo>
                  <a:lnTo>
                    <a:pt x="1533257" y="8519366"/>
                  </a:lnTo>
                  <a:lnTo>
                    <a:pt x="1572519" y="8509655"/>
                  </a:lnTo>
                  <a:lnTo>
                    <a:pt x="1622449" y="8496231"/>
                  </a:lnTo>
                  <a:lnTo>
                    <a:pt x="1682227" y="8478702"/>
                  </a:lnTo>
                  <a:lnTo>
                    <a:pt x="1750397" y="8456817"/>
                  </a:lnTo>
                  <a:lnTo>
                    <a:pt x="1825063" y="8430454"/>
                  </a:lnTo>
                  <a:lnTo>
                    <a:pt x="1904112" y="8399600"/>
                  </a:lnTo>
                  <a:lnTo>
                    <a:pt x="1985444" y="8364312"/>
                  </a:lnTo>
                  <a:lnTo>
                    <a:pt x="2067140" y="8324671"/>
                  </a:lnTo>
                  <a:lnTo>
                    <a:pt x="2147583" y="8280744"/>
                  </a:lnTo>
                  <a:lnTo>
                    <a:pt x="2225513" y="8232546"/>
                  </a:lnTo>
                  <a:lnTo>
                    <a:pt x="2300033" y="8180017"/>
                  </a:lnTo>
                  <a:lnTo>
                    <a:pt x="2370579" y="8123006"/>
                  </a:lnTo>
                  <a:lnTo>
                    <a:pt x="2436868" y="8061260"/>
                  </a:lnTo>
                  <a:lnTo>
                    <a:pt x="2498847" y="7994425"/>
                  </a:lnTo>
                  <a:lnTo>
                    <a:pt x="2556631" y="7922044"/>
                  </a:lnTo>
                  <a:lnTo>
                    <a:pt x="2610461" y="7843566"/>
                  </a:lnTo>
                  <a:lnTo>
                    <a:pt x="2660658" y="7758358"/>
                  </a:lnTo>
                  <a:lnTo>
                    <a:pt x="2707598" y="7665724"/>
                  </a:lnTo>
                  <a:lnTo>
                    <a:pt x="2751679" y="7564936"/>
                  </a:lnTo>
                  <a:lnTo>
                    <a:pt x="2793310" y="7455276"/>
                  </a:lnTo>
                  <a:lnTo>
                    <a:pt x="2832888" y="7336114"/>
                  </a:lnTo>
                  <a:lnTo>
                    <a:pt x="2870788" y="7207003"/>
                  </a:lnTo>
                  <a:lnTo>
                    <a:pt x="2896531" y="7110508"/>
                  </a:lnTo>
                  <a:lnTo>
                    <a:pt x="2919441" y="7018559"/>
                  </a:lnTo>
                  <a:lnTo>
                    <a:pt x="2941960" y="6922507"/>
                  </a:lnTo>
                  <a:lnTo>
                    <a:pt x="2964155" y="6822280"/>
                  </a:lnTo>
                  <a:lnTo>
                    <a:pt x="2986082" y="6717825"/>
                  </a:lnTo>
                  <a:lnTo>
                    <a:pt x="3007792" y="6609117"/>
                  </a:lnTo>
                  <a:lnTo>
                    <a:pt x="3029327" y="6496155"/>
                  </a:lnTo>
                  <a:lnTo>
                    <a:pt x="3050727" y="6378966"/>
                  </a:lnTo>
                  <a:lnTo>
                    <a:pt x="3072025" y="6257607"/>
                  </a:lnTo>
                  <a:lnTo>
                    <a:pt x="3093248" y="6132165"/>
                  </a:lnTo>
                  <a:lnTo>
                    <a:pt x="3114420" y="6002758"/>
                  </a:lnTo>
                  <a:lnTo>
                    <a:pt x="3135563" y="5869539"/>
                  </a:lnTo>
                  <a:lnTo>
                    <a:pt x="3156691" y="5732689"/>
                  </a:lnTo>
                  <a:lnTo>
                    <a:pt x="3177817" y="5592426"/>
                  </a:lnTo>
                  <a:lnTo>
                    <a:pt x="3198951" y="5448997"/>
                  </a:lnTo>
                  <a:lnTo>
                    <a:pt x="3220099" y="5302679"/>
                  </a:lnTo>
                  <a:lnTo>
                    <a:pt x="3241265" y="5153778"/>
                  </a:lnTo>
                  <a:lnTo>
                    <a:pt x="3262451" y="5002627"/>
                  </a:lnTo>
                  <a:lnTo>
                    <a:pt x="3283657" y="4849582"/>
                  </a:lnTo>
                  <a:lnTo>
                    <a:pt x="3304879" y="4695019"/>
                  </a:lnTo>
                  <a:lnTo>
                    <a:pt x="3326115" y="4539329"/>
                  </a:lnTo>
                  <a:lnTo>
                    <a:pt x="3347359" y="4382917"/>
                  </a:lnTo>
                  <a:lnTo>
                    <a:pt x="3368608" y="4226196"/>
                  </a:lnTo>
                  <a:lnTo>
                    <a:pt x="3389856" y="4069582"/>
                  </a:lnTo>
                  <a:lnTo>
                    <a:pt x="3411097" y="3913488"/>
                  </a:lnTo>
                  <a:lnTo>
                    <a:pt x="3432326" y="3758325"/>
                  </a:lnTo>
                  <a:lnTo>
                    <a:pt x="3453540" y="3604490"/>
                  </a:lnTo>
                  <a:lnTo>
                    <a:pt x="3474735" y="3452369"/>
                  </a:lnTo>
                  <a:lnTo>
                    <a:pt x="3495911" y="3302326"/>
                  </a:lnTo>
                  <a:lnTo>
                    <a:pt x="3517068" y="3154707"/>
                  </a:lnTo>
                  <a:lnTo>
                    <a:pt x="3538208" y="3009831"/>
                  </a:lnTo>
                  <a:lnTo>
                    <a:pt x="3559337" y="2867989"/>
                  </a:lnTo>
                  <a:lnTo>
                    <a:pt x="3580463" y="2729444"/>
                  </a:lnTo>
                  <a:lnTo>
                    <a:pt x="3601596" y="2594428"/>
                  </a:lnTo>
                  <a:lnTo>
                    <a:pt x="3622752" y="2463139"/>
                  </a:lnTo>
                  <a:lnTo>
                    <a:pt x="3643948" y="2335744"/>
                  </a:lnTo>
                  <a:lnTo>
                    <a:pt x="3665206" y="2212379"/>
                  </a:lnTo>
                  <a:lnTo>
                    <a:pt x="3686552" y="2093145"/>
                  </a:lnTo>
                  <a:lnTo>
                    <a:pt x="3708017" y="1978114"/>
                  </a:lnTo>
                  <a:lnTo>
                    <a:pt x="3729636" y="1867327"/>
                  </a:lnTo>
                  <a:lnTo>
                    <a:pt x="3751451" y="1760798"/>
                  </a:lnTo>
                  <a:lnTo>
                    <a:pt x="3773508" y="1658511"/>
                  </a:lnTo>
                  <a:lnTo>
                    <a:pt x="3795862" y="1560428"/>
                  </a:lnTo>
                  <a:lnTo>
                    <a:pt x="3818573" y="1466487"/>
                  </a:lnTo>
                  <a:lnTo>
                    <a:pt x="3829811" y="1422101"/>
                  </a:lnTo>
                  <a:lnTo>
                    <a:pt x="3866737" y="1285926"/>
                  </a:lnTo>
                  <a:lnTo>
                    <a:pt x="3905102" y="1159821"/>
                  </a:lnTo>
                  <a:lnTo>
                    <a:pt x="3945253" y="1043559"/>
                  </a:lnTo>
                  <a:lnTo>
                    <a:pt x="3987574" y="936625"/>
                  </a:lnTo>
                  <a:lnTo>
                    <a:pt x="4032468" y="838353"/>
                  </a:lnTo>
                  <a:lnTo>
                    <a:pt x="4080341" y="748016"/>
                  </a:lnTo>
                  <a:lnTo>
                    <a:pt x="4131588" y="664892"/>
                  </a:lnTo>
                  <a:lnTo>
                    <a:pt x="4186569" y="588301"/>
                  </a:lnTo>
                  <a:lnTo>
                    <a:pt x="4245588" y="517632"/>
                  </a:lnTo>
                  <a:lnTo>
                    <a:pt x="4308851" y="452363"/>
                  </a:lnTo>
                  <a:lnTo>
                    <a:pt x="4376428" y="392066"/>
                  </a:lnTo>
                  <a:lnTo>
                    <a:pt x="4448204" y="336418"/>
                  </a:lnTo>
                  <a:lnTo>
                    <a:pt x="4523818" y="285196"/>
                  </a:lnTo>
                  <a:lnTo>
                    <a:pt x="4602610" y="238278"/>
                  </a:lnTo>
                  <a:lnTo>
                    <a:pt x="4683576" y="195628"/>
                  </a:lnTo>
                  <a:lnTo>
                    <a:pt x="4765348" y="157281"/>
                  </a:lnTo>
                  <a:lnTo>
                    <a:pt x="4846209" y="123311"/>
                  </a:lnTo>
                  <a:lnTo>
                    <a:pt x="4924172" y="93797"/>
                  </a:lnTo>
                  <a:lnTo>
                    <a:pt x="4997111" y="68779"/>
                  </a:lnTo>
                  <a:lnTo>
                    <a:pt x="5062954" y="48215"/>
                  </a:lnTo>
                  <a:lnTo>
                    <a:pt x="5119913" y="31948"/>
                  </a:lnTo>
                  <a:lnTo>
                    <a:pt x="5166704" y="19681"/>
                  </a:lnTo>
                  <a:lnTo>
                    <a:pt x="5202729" y="10986"/>
                  </a:lnTo>
                  <a:lnTo>
                    <a:pt x="5228181" y="5315"/>
                  </a:lnTo>
                  <a:lnTo>
                    <a:pt x="5244059" y="2042"/>
                  </a:lnTo>
                  <a:lnTo>
                    <a:pt x="5252111" y="503"/>
                  </a:lnTo>
                  <a:lnTo>
                    <a:pt x="5254747" y="34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502" y="60"/>
                  </a:lnTo>
                  <a:lnTo>
                    <a:pt x="6735124" y="495"/>
                  </a:lnTo>
                  <a:lnTo>
                    <a:pt x="6754326" y="1697"/>
                  </a:lnTo>
                  <a:lnTo>
                    <a:pt x="6788630" y="4064"/>
                  </a:lnTo>
                  <a:lnTo>
                    <a:pt x="6839706" y="7961"/>
                  </a:lnTo>
                  <a:lnTo>
                    <a:pt x="6907246" y="13687"/>
                  </a:lnTo>
                  <a:lnTo>
                    <a:pt x="6989132" y="21443"/>
                  </a:lnTo>
                  <a:lnTo>
                    <a:pt x="7081920" y="31331"/>
                  </a:lnTo>
                  <a:lnTo>
                    <a:pt x="7181510" y="43364"/>
                  </a:lnTo>
                  <a:lnTo>
                    <a:pt x="7283826" y="57508"/>
                  </a:lnTo>
                  <a:lnTo>
                    <a:pt x="7385325" y="73715"/>
                  </a:lnTo>
                  <a:lnTo>
                    <a:pt x="7483285" y="91965"/>
                  </a:lnTo>
                  <a:lnTo>
                    <a:pt x="7575873" y="112291"/>
                  </a:lnTo>
                  <a:lnTo>
                    <a:pt x="7662070" y="134793"/>
                  </a:lnTo>
                  <a:lnTo>
                    <a:pt x="7741514" y="159647"/>
                  </a:lnTo>
                  <a:lnTo>
                    <a:pt x="7814326" y="187108"/>
                  </a:lnTo>
                  <a:lnTo>
                    <a:pt x="7880957" y="217501"/>
                  </a:lnTo>
                  <a:lnTo>
                    <a:pt x="7942060" y="251212"/>
                  </a:lnTo>
                  <a:lnTo>
                    <a:pt x="7998393" y="288667"/>
                  </a:lnTo>
                  <a:lnTo>
                    <a:pt x="8050755" y="330301"/>
                  </a:lnTo>
                  <a:lnTo>
                    <a:pt x="8099931" y="376491"/>
                  </a:lnTo>
                  <a:lnTo>
                    <a:pt x="8146641" y="427468"/>
                  </a:lnTo>
                  <a:lnTo>
                    <a:pt x="8151487" y="433168"/>
                  </a:lnTo>
                  <a:lnTo>
                    <a:pt x="8190454" y="481861"/>
                  </a:lnTo>
                  <a:lnTo>
                    <a:pt x="8228413" y="534259"/>
                  </a:lnTo>
                  <a:lnTo>
                    <a:pt x="8265649" y="590438"/>
                  </a:lnTo>
                  <a:lnTo>
                    <a:pt x="8302390" y="650406"/>
                  </a:lnTo>
                  <a:lnTo>
                    <a:pt x="8338814" y="714100"/>
                  </a:lnTo>
                  <a:lnTo>
                    <a:pt x="8375058" y="781376"/>
                  </a:lnTo>
                  <a:lnTo>
                    <a:pt x="8411226" y="852009"/>
                  </a:lnTo>
                  <a:lnTo>
                    <a:pt x="8447386" y="925687"/>
                  </a:lnTo>
                  <a:lnTo>
                    <a:pt x="8483582" y="1002017"/>
                  </a:lnTo>
                  <a:lnTo>
                    <a:pt x="8519832" y="1080531"/>
                  </a:lnTo>
                  <a:lnTo>
                    <a:pt x="8556138" y="1160695"/>
                  </a:lnTo>
                  <a:lnTo>
                    <a:pt x="8592484" y="1241924"/>
                  </a:lnTo>
                  <a:lnTo>
                    <a:pt x="8628850" y="1323598"/>
                  </a:lnTo>
                  <a:lnTo>
                    <a:pt x="8665207" y="1405086"/>
                  </a:lnTo>
                  <a:lnTo>
                    <a:pt x="8701532" y="1485759"/>
                  </a:lnTo>
                  <a:lnTo>
                    <a:pt x="8737805" y="1565018"/>
                  </a:lnTo>
                  <a:lnTo>
                    <a:pt x="8774022" y="1642305"/>
                  </a:lnTo>
                  <a:lnTo>
                    <a:pt x="8810194" y="1717123"/>
                  </a:lnTo>
                  <a:lnTo>
                    <a:pt x="8846352" y="1789048"/>
                  </a:lnTo>
                  <a:lnTo>
                    <a:pt x="8882554" y="1857733"/>
                  </a:lnTo>
                  <a:lnTo>
                    <a:pt x="8918890" y="1922919"/>
                  </a:lnTo>
                  <a:lnTo>
                    <a:pt x="8955481" y="1984428"/>
                  </a:lnTo>
                  <a:lnTo>
                    <a:pt x="8992490" y="2042164"/>
                  </a:lnTo>
                  <a:lnTo>
                    <a:pt x="9030121" y="2096108"/>
                  </a:lnTo>
                  <a:lnTo>
                    <a:pt x="9068637" y="2146308"/>
                  </a:lnTo>
                  <a:lnTo>
                    <a:pt x="9084767" y="2165844"/>
                  </a:lnTo>
                  <a:lnTo>
                    <a:pt x="9131252" y="2217333"/>
                  </a:lnTo>
                  <a:lnTo>
                    <a:pt x="9180133" y="2264025"/>
                  </a:lnTo>
                  <a:lnTo>
                    <a:pt x="9232121" y="2306126"/>
                  </a:lnTo>
                  <a:lnTo>
                    <a:pt x="9287994" y="2344005"/>
                  </a:lnTo>
                  <a:lnTo>
                    <a:pt x="9348552" y="2378093"/>
                  </a:lnTo>
                  <a:lnTo>
                    <a:pt x="9414562" y="2408820"/>
                  </a:lnTo>
                  <a:lnTo>
                    <a:pt x="9486691" y="2436576"/>
                  </a:lnTo>
                  <a:lnTo>
                    <a:pt x="9565417" y="2461694"/>
                  </a:lnTo>
                  <a:lnTo>
                    <a:pt x="9650904" y="2484436"/>
                  </a:lnTo>
                  <a:lnTo>
                    <a:pt x="9742849" y="2504987"/>
                  </a:lnTo>
                  <a:lnTo>
                    <a:pt x="9840309" y="2523455"/>
                  </a:lnTo>
                  <a:lnTo>
                    <a:pt x="9941545" y="2539880"/>
                  </a:lnTo>
                  <a:lnTo>
                    <a:pt x="10043930" y="2554244"/>
                  </a:lnTo>
                  <a:lnTo>
                    <a:pt x="10143998" y="2566504"/>
                  </a:lnTo>
                  <a:lnTo>
                    <a:pt x="10237708" y="2576620"/>
                  </a:lnTo>
                  <a:lnTo>
                    <a:pt x="10320934" y="2584600"/>
                  </a:lnTo>
                  <a:lnTo>
                    <a:pt x="10390127" y="2590534"/>
                  </a:lnTo>
                  <a:lnTo>
                    <a:pt x="10443002" y="2594613"/>
                  </a:lnTo>
                  <a:lnTo>
                    <a:pt x="10479044" y="2597126"/>
                  </a:lnTo>
                  <a:lnTo>
                    <a:pt x="10499714" y="2598433"/>
                  </a:lnTo>
                  <a:lnTo>
                    <a:pt x="10508349" y="2598930"/>
                  </a:lnTo>
                  <a:lnTo>
                    <a:pt x="10509909" y="2599013"/>
                  </a:lnTo>
                  <a:lnTo>
                    <a:pt x="10509911" y="2599013"/>
                  </a:lnTo>
                  <a:lnTo>
                    <a:pt x="11981298" y="259901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82" name="pl2182"/>
            <p:cNvSpPr/>
            <p:nvPr/>
          </p:nvSpPr>
          <p:spPr>
            <a:xfrm>
              <a:off x="4799595" y="2683157"/>
              <a:ext cx="11981298" cy="8532610"/>
            </a:xfrm>
            <a:custGeom>
              <a:avLst/>
              <a:pathLst>
                <a:path w="11981298" h="8532610">
                  <a:moveTo>
                    <a:pt x="11981298" y="2599013"/>
                  </a:moveTo>
                  <a:lnTo>
                    <a:pt x="10509911" y="2599013"/>
                  </a:lnTo>
                  <a:lnTo>
                    <a:pt x="10508751" y="2598952"/>
                  </a:lnTo>
                  <a:lnTo>
                    <a:pt x="10501129" y="2598517"/>
                  </a:lnTo>
                  <a:lnTo>
                    <a:pt x="10481927" y="2597315"/>
                  </a:lnTo>
                  <a:lnTo>
                    <a:pt x="10447623" y="2594949"/>
                  </a:lnTo>
                  <a:lnTo>
                    <a:pt x="10396547" y="2591052"/>
                  </a:lnTo>
                  <a:lnTo>
                    <a:pt x="10329007" y="2585326"/>
                  </a:lnTo>
                  <a:lnTo>
                    <a:pt x="10247121" y="2577569"/>
                  </a:lnTo>
                  <a:lnTo>
                    <a:pt x="10154333" y="2567682"/>
                  </a:lnTo>
                  <a:lnTo>
                    <a:pt x="10054743" y="2555648"/>
                  </a:lnTo>
                  <a:lnTo>
                    <a:pt x="9952427" y="2541505"/>
                  </a:lnTo>
                  <a:lnTo>
                    <a:pt x="9850928" y="2525298"/>
                  </a:lnTo>
                  <a:lnTo>
                    <a:pt x="9752969" y="2507047"/>
                  </a:lnTo>
                  <a:lnTo>
                    <a:pt x="9660380" y="2486722"/>
                  </a:lnTo>
                  <a:lnTo>
                    <a:pt x="9574183" y="2464220"/>
                  </a:lnTo>
                  <a:lnTo>
                    <a:pt x="9494739" y="2439365"/>
                  </a:lnTo>
                  <a:lnTo>
                    <a:pt x="9421927" y="2411904"/>
                  </a:lnTo>
                  <a:lnTo>
                    <a:pt x="9355296" y="2381511"/>
                  </a:lnTo>
                  <a:lnTo>
                    <a:pt x="9294194" y="2347801"/>
                  </a:lnTo>
                  <a:lnTo>
                    <a:pt x="9237860" y="2310345"/>
                  </a:lnTo>
                  <a:lnTo>
                    <a:pt x="9185498" y="2268712"/>
                  </a:lnTo>
                  <a:lnTo>
                    <a:pt x="9136322" y="2222522"/>
                  </a:lnTo>
                  <a:lnTo>
                    <a:pt x="9089613" y="2171544"/>
                  </a:lnTo>
                  <a:lnTo>
                    <a:pt x="9084767" y="2165844"/>
                  </a:lnTo>
                  <a:lnTo>
                    <a:pt x="9045800" y="2117152"/>
                  </a:lnTo>
                  <a:lnTo>
                    <a:pt x="9007840" y="2064753"/>
                  </a:lnTo>
                  <a:lnTo>
                    <a:pt x="8970604" y="2008575"/>
                  </a:lnTo>
                  <a:lnTo>
                    <a:pt x="8933863" y="1948607"/>
                  </a:lnTo>
                  <a:lnTo>
                    <a:pt x="8897440" y="1884913"/>
                  </a:lnTo>
                  <a:lnTo>
                    <a:pt x="8861195" y="1817636"/>
                  </a:lnTo>
                  <a:lnTo>
                    <a:pt x="8825027" y="1747004"/>
                  </a:lnTo>
                  <a:lnTo>
                    <a:pt x="8788867" y="1673325"/>
                  </a:lnTo>
                  <a:lnTo>
                    <a:pt x="8752671" y="1596995"/>
                  </a:lnTo>
                  <a:lnTo>
                    <a:pt x="8716421" y="1518481"/>
                  </a:lnTo>
                  <a:lnTo>
                    <a:pt x="8680115" y="1438317"/>
                  </a:lnTo>
                  <a:lnTo>
                    <a:pt x="8643769" y="1357089"/>
                  </a:lnTo>
                  <a:lnTo>
                    <a:pt x="8607403" y="1275414"/>
                  </a:lnTo>
                  <a:lnTo>
                    <a:pt x="8571046" y="1193927"/>
                  </a:lnTo>
                  <a:lnTo>
                    <a:pt x="8534721" y="1113253"/>
                  </a:lnTo>
                  <a:lnTo>
                    <a:pt x="8498448" y="1033994"/>
                  </a:lnTo>
                  <a:lnTo>
                    <a:pt x="8462231" y="956708"/>
                  </a:lnTo>
                  <a:lnTo>
                    <a:pt x="8426060" y="881889"/>
                  </a:lnTo>
                  <a:lnTo>
                    <a:pt x="8389902" y="809965"/>
                  </a:lnTo>
                  <a:lnTo>
                    <a:pt x="8353699" y="741279"/>
                  </a:lnTo>
                  <a:lnTo>
                    <a:pt x="8317363" y="676093"/>
                  </a:lnTo>
                  <a:lnTo>
                    <a:pt x="8280772" y="614585"/>
                  </a:lnTo>
                  <a:lnTo>
                    <a:pt x="8243764" y="556848"/>
                  </a:lnTo>
                  <a:lnTo>
                    <a:pt x="8206132" y="502905"/>
                  </a:lnTo>
                  <a:lnTo>
                    <a:pt x="8167617" y="452705"/>
                  </a:lnTo>
                  <a:lnTo>
                    <a:pt x="8151487" y="433168"/>
                  </a:lnTo>
                  <a:lnTo>
                    <a:pt x="8105001" y="381680"/>
                  </a:lnTo>
                  <a:lnTo>
                    <a:pt x="8056120" y="334988"/>
                  </a:lnTo>
                  <a:lnTo>
                    <a:pt x="8004133" y="292887"/>
                  </a:lnTo>
                  <a:lnTo>
                    <a:pt x="7948259" y="255007"/>
                  </a:lnTo>
                  <a:lnTo>
                    <a:pt x="7887701" y="220919"/>
                  </a:lnTo>
                  <a:lnTo>
                    <a:pt x="7821691" y="190193"/>
                  </a:lnTo>
                  <a:lnTo>
                    <a:pt x="7749562" y="162437"/>
                  </a:lnTo>
                  <a:lnTo>
                    <a:pt x="7670836" y="137319"/>
                  </a:lnTo>
                  <a:lnTo>
                    <a:pt x="7585349" y="114577"/>
                  </a:lnTo>
                  <a:lnTo>
                    <a:pt x="7493404" y="94026"/>
                  </a:lnTo>
                  <a:lnTo>
                    <a:pt x="7395944" y="75558"/>
                  </a:lnTo>
                  <a:lnTo>
                    <a:pt x="7294708" y="59133"/>
                  </a:lnTo>
                  <a:lnTo>
                    <a:pt x="7192323" y="44768"/>
                  </a:lnTo>
                  <a:lnTo>
                    <a:pt x="7092255" y="32508"/>
                  </a:lnTo>
                  <a:lnTo>
                    <a:pt x="6998545" y="22392"/>
                  </a:lnTo>
                  <a:lnTo>
                    <a:pt x="6915319" y="14412"/>
                  </a:lnTo>
                  <a:lnTo>
                    <a:pt x="6846126" y="8478"/>
                  </a:lnTo>
                  <a:lnTo>
                    <a:pt x="6793251" y="4399"/>
                  </a:lnTo>
                  <a:lnTo>
                    <a:pt x="6757209" y="1887"/>
                  </a:lnTo>
                  <a:lnTo>
                    <a:pt x="6736539" y="580"/>
                  </a:lnTo>
                  <a:lnTo>
                    <a:pt x="6727904" y="82"/>
                  </a:lnTo>
                  <a:lnTo>
                    <a:pt x="6726344" y="0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359" y="101"/>
                  </a:lnTo>
                  <a:lnTo>
                    <a:pt x="5250391" y="822"/>
                  </a:lnTo>
                  <a:lnTo>
                    <a:pt x="5240222" y="2809"/>
                  </a:lnTo>
                  <a:lnTo>
                    <a:pt x="5221631" y="6731"/>
                  </a:lnTo>
                  <a:lnTo>
                    <a:pt x="5193085" y="13244"/>
                  </a:lnTo>
                  <a:lnTo>
                    <a:pt x="5153823" y="22954"/>
                  </a:lnTo>
                  <a:lnTo>
                    <a:pt x="5103894" y="36378"/>
                  </a:lnTo>
                  <a:lnTo>
                    <a:pt x="5044115" y="53907"/>
                  </a:lnTo>
                  <a:lnTo>
                    <a:pt x="4975945" y="75792"/>
                  </a:lnTo>
                  <a:lnTo>
                    <a:pt x="4901279" y="102156"/>
                  </a:lnTo>
                  <a:lnTo>
                    <a:pt x="4822230" y="133009"/>
                  </a:lnTo>
                  <a:lnTo>
                    <a:pt x="4740898" y="168297"/>
                  </a:lnTo>
                  <a:lnTo>
                    <a:pt x="4659202" y="207938"/>
                  </a:lnTo>
                  <a:lnTo>
                    <a:pt x="4578759" y="251865"/>
                  </a:lnTo>
                  <a:lnTo>
                    <a:pt x="4500829" y="300064"/>
                  </a:lnTo>
                  <a:lnTo>
                    <a:pt x="4426309" y="352592"/>
                  </a:lnTo>
                  <a:lnTo>
                    <a:pt x="4355763" y="409603"/>
                  </a:lnTo>
                  <a:lnTo>
                    <a:pt x="4289474" y="471349"/>
                  </a:lnTo>
                  <a:lnTo>
                    <a:pt x="4227495" y="538184"/>
                  </a:lnTo>
                  <a:lnTo>
                    <a:pt x="4169711" y="610565"/>
                  </a:lnTo>
                  <a:lnTo>
                    <a:pt x="4115882" y="689044"/>
                  </a:lnTo>
                  <a:lnTo>
                    <a:pt x="4065684" y="774251"/>
                  </a:lnTo>
                  <a:lnTo>
                    <a:pt x="4018745" y="866885"/>
                  </a:lnTo>
                  <a:lnTo>
                    <a:pt x="3974663" y="967673"/>
                  </a:lnTo>
                  <a:lnTo>
                    <a:pt x="3933033" y="1077333"/>
                  </a:lnTo>
                  <a:lnTo>
                    <a:pt x="3893454" y="1196496"/>
                  </a:lnTo>
                  <a:lnTo>
                    <a:pt x="3855554" y="1325606"/>
                  </a:lnTo>
                  <a:lnTo>
                    <a:pt x="3829811" y="1422101"/>
                  </a:lnTo>
                  <a:lnTo>
                    <a:pt x="3806902" y="1514050"/>
                  </a:lnTo>
                  <a:lnTo>
                    <a:pt x="3784382" y="1610102"/>
                  </a:lnTo>
                  <a:lnTo>
                    <a:pt x="3762187" y="1710330"/>
                  </a:lnTo>
                  <a:lnTo>
                    <a:pt x="3740260" y="1814784"/>
                  </a:lnTo>
                  <a:lnTo>
                    <a:pt x="3718550" y="1923492"/>
                  </a:lnTo>
                  <a:lnTo>
                    <a:pt x="3697015" y="2036454"/>
                  </a:lnTo>
                  <a:lnTo>
                    <a:pt x="3675615" y="2153643"/>
                  </a:lnTo>
                  <a:lnTo>
                    <a:pt x="3654318" y="2275002"/>
                  </a:lnTo>
                  <a:lnTo>
                    <a:pt x="3633094" y="2400445"/>
                  </a:lnTo>
                  <a:lnTo>
                    <a:pt x="3611922" y="2529851"/>
                  </a:lnTo>
                  <a:lnTo>
                    <a:pt x="3590779" y="2663071"/>
                  </a:lnTo>
                  <a:lnTo>
                    <a:pt x="3569651" y="2799920"/>
                  </a:lnTo>
                  <a:lnTo>
                    <a:pt x="3548525" y="2940183"/>
                  </a:lnTo>
                  <a:lnTo>
                    <a:pt x="3527391" y="3083612"/>
                  </a:lnTo>
                  <a:lnTo>
                    <a:pt x="3506243" y="3229931"/>
                  </a:lnTo>
                  <a:lnTo>
                    <a:pt x="3485077" y="3378831"/>
                  </a:lnTo>
                  <a:lnTo>
                    <a:pt x="3463891" y="3529982"/>
                  </a:lnTo>
                  <a:lnTo>
                    <a:pt x="3442686" y="3683027"/>
                  </a:lnTo>
                  <a:lnTo>
                    <a:pt x="3421463" y="3837591"/>
                  </a:lnTo>
                  <a:lnTo>
                    <a:pt x="3400228" y="3993281"/>
                  </a:lnTo>
                  <a:lnTo>
                    <a:pt x="3378983" y="4149692"/>
                  </a:lnTo>
                  <a:lnTo>
                    <a:pt x="3357734" y="4306413"/>
                  </a:lnTo>
                  <a:lnTo>
                    <a:pt x="3336486" y="4463028"/>
                  </a:lnTo>
                  <a:lnTo>
                    <a:pt x="3315245" y="4619121"/>
                  </a:lnTo>
                  <a:lnTo>
                    <a:pt x="3294016" y="4774284"/>
                  </a:lnTo>
                  <a:lnTo>
                    <a:pt x="3272802" y="4928119"/>
                  </a:lnTo>
                  <a:lnTo>
                    <a:pt x="3251607" y="5080240"/>
                  </a:lnTo>
                  <a:lnTo>
                    <a:pt x="3230431" y="5230283"/>
                  </a:lnTo>
                  <a:lnTo>
                    <a:pt x="3209274" y="5377902"/>
                  </a:lnTo>
                  <a:lnTo>
                    <a:pt x="3188134" y="5522778"/>
                  </a:lnTo>
                  <a:lnTo>
                    <a:pt x="3167005" y="5664620"/>
                  </a:lnTo>
                  <a:lnTo>
                    <a:pt x="3145879" y="5803165"/>
                  </a:lnTo>
                  <a:lnTo>
                    <a:pt x="3124746" y="5938181"/>
                  </a:lnTo>
                  <a:lnTo>
                    <a:pt x="3103590" y="6069470"/>
                  </a:lnTo>
                  <a:lnTo>
                    <a:pt x="3082394" y="6196865"/>
                  </a:lnTo>
                  <a:lnTo>
                    <a:pt x="3061136" y="6320230"/>
                  </a:lnTo>
                  <a:lnTo>
                    <a:pt x="3039790" y="6439464"/>
                  </a:lnTo>
                  <a:lnTo>
                    <a:pt x="3018325" y="6554495"/>
                  </a:lnTo>
                  <a:lnTo>
                    <a:pt x="2996706" y="6665282"/>
                  </a:lnTo>
                  <a:lnTo>
                    <a:pt x="2974891" y="6771812"/>
                  </a:lnTo>
                  <a:lnTo>
                    <a:pt x="2952834" y="6874098"/>
                  </a:lnTo>
                  <a:lnTo>
                    <a:pt x="2930480" y="6972181"/>
                  </a:lnTo>
                  <a:lnTo>
                    <a:pt x="2907769" y="7066122"/>
                  </a:lnTo>
                  <a:lnTo>
                    <a:pt x="2896531" y="7110508"/>
                  </a:lnTo>
                  <a:lnTo>
                    <a:pt x="2859605" y="7246683"/>
                  </a:lnTo>
                  <a:lnTo>
                    <a:pt x="2821241" y="7372788"/>
                  </a:lnTo>
                  <a:lnTo>
                    <a:pt x="2781089" y="7489050"/>
                  </a:lnTo>
                  <a:lnTo>
                    <a:pt x="2738768" y="7595984"/>
                  </a:lnTo>
                  <a:lnTo>
                    <a:pt x="2693874" y="7694257"/>
                  </a:lnTo>
                  <a:lnTo>
                    <a:pt x="2646001" y="7784593"/>
                  </a:lnTo>
                  <a:lnTo>
                    <a:pt x="2594755" y="7867717"/>
                  </a:lnTo>
                  <a:lnTo>
                    <a:pt x="2539773" y="7944309"/>
                  </a:lnTo>
                  <a:lnTo>
                    <a:pt x="2480754" y="8014977"/>
                  </a:lnTo>
                  <a:lnTo>
                    <a:pt x="2417492" y="8080247"/>
                  </a:lnTo>
                  <a:lnTo>
                    <a:pt x="2349914" y="8140543"/>
                  </a:lnTo>
                  <a:lnTo>
                    <a:pt x="2278138" y="8196192"/>
                  </a:lnTo>
                  <a:lnTo>
                    <a:pt x="2202525" y="8247413"/>
                  </a:lnTo>
                  <a:lnTo>
                    <a:pt x="2123733" y="8294332"/>
                  </a:lnTo>
                  <a:lnTo>
                    <a:pt x="2042766" y="8336981"/>
                  </a:lnTo>
                  <a:lnTo>
                    <a:pt x="1960994" y="8375328"/>
                  </a:lnTo>
                  <a:lnTo>
                    <a:pt x="1880133" y="8409298"/>
                  </a:lnTo>
                  <a:lnTo>
                    <a:pt x="1802170" y="8438812"/>
                  </a:lnTo>
                  <a:lnTo>
                    <a:pt x="1729232" y="8463830"/>
                  </a:lnTo>
                  <a:lnTo>
                    <a:pt x="1663388" y="8484394"/>
                  </a:lnTo>
                  <a:lnTo>
                    <a:pt x="1606429" y="8500662"/>
                  </a:lnTo>
                  <a:lnTo>
                    <a:pt x="1559638" y="8512928"/>
                  </a:lnTo>
                  <a:lnTo>
                    <a:pt x="1523613" y="8521623"/>
                  </a:lnTo>
                  <a:lnTo>
                    <a:pt x="1498161" y="8527294"/>
                  </a:lnTo>
                  <a:lnTo>
                    <a:pt x="1482283" y="8530567"/>
                  </a:lnTo>
                  <a:lnTo>
                    <a:pt x="1474231" y="8532106"/>
                  </a:lnTo>
                  <a:lnTo>
                    <a:pt x="1471595" y="8532575"/>
                  </a:lnTo>
                  <a:lnTo>
                    <a:pt x="1471387" y="8532610"/>
                  </a:lnTo>
                  <a:lnTo>
                    <a:pt x="0" y="853261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83" name="pg2183"/>
            <p:cNvSpPr/>
            <p:nvPr/>
          </p:nvSpPr>
          <p:spPr>
            <a:xfrm>
              <a:off x="4799595" y="3484111"/>
              <a:ext cx="11981298" cy="7748002"/>
            </a:xfrm>
            <a:custGeom>
              <a:avLst/>
              <a:pathLst>
                <a:path w="11981298" h="7748002">
                  <a:moveTo>
                    <a:pt x="0" y="7748002"/>
                  </a:moveTo>
                  <a:lnTo>
                    <a:pt x="1471387" y="7748002"/>
                  </a:lnTo>
                  <a:lnTo>
                    <a:pt x="1472097" y="7747892"/>
                  </a:lnTo>
                  <a:lnTo>
                    <a:pt x="1476806" y="7747110"/>
                  </a:lnTo>
                  <a:lnTo>
                    <a:pt x="1488829" y="7744953"/>
                  </a:lnTo>
                  <a:lnTo>
                    <a:pt x="1510696" y="7740698"/>
                  </a:lnTo>
                  <a:lnTo>
                    <a:pt x="1544047" y="7733641"/>
                  </a:lnTo>
                  <a:lnTo>
                    <a:pt x="1589528" y="7723149"/>
                  </a:lnTo>
                  <a:lnTo>
                    <a:pt x="1646762" y="7708706"/>
                  </a:lnTo>
                  <a:lnTo>
                    <a:pt x="1714451" y="7689949"/>
                  </a:lnTo>
                  <a:lnTo>
                    <a:pt x="1790588" y="7666669"/>
                  </a:lnTo>
                  <a:lnTo>
                    <a:pt x="1872746" y="7638802"/>
                  </a:lnTo>
                  <a:lnTo>
                    <a:pt x="1958386" y="7606380"/>
                  </a:lnTo>
                  <a:lnTo>
                    <a:pt x="2045121" y="7569488"/>
                  </a:lnTo>
                  <a:lnTo>
                    <a:pt x="2130903" y="7528205"/>
                  </a:lnTo>
                  <a:lnTo>
                    <a:pt x="2214125" y="7482564"/>
                  </a:lnTo>
                  <a:lnTo>
                    <a:pt x="2293638" y="7432516"/>
                  </a:lnTo>
                  <a:lnTo>
                    <a:pt x="2368725" y="7377910"/>
                  </a:lnTo>
                  <a:lnTo>
                    <a:pt x="2439030" y="7318478"/>
                  </a:lnTo>
                  <a:lnTo>
                    <a:pt x="2504487" y="7253835"/>
                  </a:lnTo>
                  <a:lnTo>
                    <a:pt x="2565246" y="7183482"/>
                  </a:lnTo>
                  <a:lnTo>
                    <a:pt x="2621607" y="7106808"/>
                  </a:lnTo>
                  <a:lnTo>
                    <a:pt x="2673969" y="7023116"/>
                  </a:lnTo>
                  <a:lnTo>
                    <a:pt x="2722787" y="6931639"/>
                  </a:lnTo>
                  <a:lnTo>
                    <a:pt x="2768544" y="6831586"/>
                  </a:lnTo>
                  <a:lnTo>
                    <a:pt x="2811724" y="6722208"/>
                  </a:lnTo>
                  <a:lnTo>
                    <a:pt x="2852791" y="6602891"/>
                  </a:lnTo>
                  <a:lnTo>
                    <a:pt x="2892172" y="6473312"/>
                  </a:lnTo>
                  <a:lnTo>
                    <a:pt x="2896531" y="6458030"/>
                  </a:lnTo>
                  <a:lnTo>
                    <a:pt x="2920541" y="6370486"/>
                  </a:lnTo>
                  <a:lnTo>
                    <a:pt x="2944126" y="6278847"/>
                  </a:lnTo>
                  <a:lnTo>
                    <a:pt x="2967360" y="6183038"/>
                  </a:lnTo>
                  <a:lnTo>
                    <a:pt x="2990309" y="6083008"/>
                  </a:lnTo>
                  <a:lnTo>
                    <a:pt x="3013028" y="5978735"/>
                  </a:lnTo>
                  <a:lnTo>
                    <a:pt x="3035566" y="5870225"/>
                  </a:lnTo>
                  <a:lnTo>
                    <a:pt x="3057966" y="5757513"/>
                  </a:lnTo>
                  <a:lnTo>
                    <a:pt x="3080265" y="5640668"/>
                  </a:lnTo>
                  <a:lnTo>
                    <a:pt x="3102493" y="5519795"/>
                  </a:lnTo>
                  <a:lnTo>
                    <a:pt x="3124675" y="5395030"/>
                  </a:lnTo>
                  <a:lnTo>
                    <a:pt x="3146833" y="5266548"/>
                  </a:lnTo>
                  <a:lnTo>
                    <a:pt x="3168983" y="5134558"/>
                  </a:lnTo>
                  <a:lnTo>
                    <a:pt x="3191138" y="4999303"/>
                  </a:lnTo>
                  <a:lnTo>
                    <a:pt x="3213306" y="4861063"/>
                  </a:lnTo>
                  <a:lnTo>
                    <a:pt x="3235492" y="4720146"/>
                  </a:lnTo>
                  <a:lnTo>
                    <a:pt x="3257700" y="4576893"/>
                  </a:lnTo>
                  <a:lnTo>
                    <a:pt x="3279930" y="4431669"/>
                  </a:lnTo>
                  <a:lnTo>
                    <a:pt x="3302179" y="4284865"/>
                  </a:lnTo>
                  <a:lnTo>
                    <a:pt x="3324443" y="4136887"/>
                  </a:lnTo>
                  <a:lnTo>
                    <a:pt x="3346718" y="3988157"/>
                  </a:lnTo>
                  <a:lnTo>
                    <a:pt x="3368997" y="3839106"/>
                  </a:lnTo>
                  <a:lnTo>
                    <a:pt x="3391274" y="3690169"/>
                  </a:lnTo>
                  <a:lnTo>
                    <a:pt x="3413544" y="3541779"/>
                  </a:lnTo>
                  <a:lnTo>
                    <a:pt x="3435801" y="3394363"/>
                  </a:lnTo>
                  <a:lnTo>
                    <a:pt x="3458040" y="3248336"/>
                  </a:lnTo>
                  <a:lnTo>
                    <a:pt x="3480258" y="3104095"/>
                  </a:lnTo>
                  <a:lnTo>
                    <a:pt x="3502455" y="2962020"/>
                  </a:lnTo>
                  <a:lnTo>
                    <a:pt x="3524632" y="2822462"/>
                  </a:lnTo>
                  <a:lnTo>
                    <a:pt x="3546792" y="2685746"/>
                  </a:lnTo>
                  <a:lnTo>
                    <a:pt x="3568943" y="2552166"/>
                  </a:lnTo>
                  <a:lnTo>
                    <a:pt x="3591095" y="2421983"/>
                  </a:lnTo>
                  <a:lnTo>
                    <a:pt x="3613264" y="2295421"/>
                  </a:lnTo>
                  <a:lnTo>
                    <a:pt x="3635467" y="2172672"/>
                  </a:lnTo>
                  <a:lnTo>
                    <a:pt x="3657728" y="2053890"/>
                  </a:lnTo>
                  <a:lnTo>
                    <a:pt x="3680076" y="1939197"/>
                  </a:lnTo>
                  <a:lnTo>
                    <a:pt x="3702543" y="1828675"/>
                  </a:lnTo>
                  <a:lnTo>
                    <a:pt x="3725170" y="1722378"/>
                  </a:lnTo>
                  <a:lnTo>
                    <a:pt x="3748003" y="1620325"/>
                  </a:lnTo>
                  <a:lnTo>
                    <a:pt x="3771093" y="1522508"/>
                  </a:lnTo>
                  <a:lnTo>
                    <a:pt x="3794502" y="1428887"/>
                  </a:lnTo>
                  <a:lnTo>
                    <a:pt x="3818300" y="1339400"/>
                  </a:lnTo>
                  <a:lnTo>
                    <a:pt x="3829811" y="1298144"/>
                  </a:lnTo>
                  <a:lnTo>
                    <a:pt x="3869025" y="1167405"/>
                  </a:lnTo>
                  <a:lnTo>
                    <a:pt x="3909882" y="1046938"/>
                  </a:lnTo>
                  <a:lnTo>
                    <a:pt x="3952800" y="936463"/>
                  </a:lnTo>
                  <a:lnTo>
                    <a:pt x="3998242" y="835394"/>
                  </a:lnTo>
                  <a:lnTo>
                    <a:pt x="4046690" y="742987"/>
                  </a:lnTo>
                  <a:lnTo>
                    <a:pt x="4098627" y="658455"/>
                  </a:lnTo>
                  <a:lnTo>
                    <a:pt x="4154515" y="581025"/>
                  </a:lnTo>
                  <a:lnTo>
                    <a:pt x="4214760" y="509990"/>
                  </a:lnTo>
                  <a:lnTo>
                    <a:pt x="4279676" y="444729"/>
                  </a:lnTo>
                  <a:lnTo>
                    <a:pt x="4349432" y="384730"/>
                  </a:lnTo>
                  <a:lnTo>
                    <a:pt x="4423990" y="329594"/>
                  </a:lnTo>
                  <a:lnTo>
                    <a:pt x="4503033" y="279041"/>
                  </a:lnTo>
                  <a:lnTo>
                    <a:pt x="4585885" y="232907"/>
                  </a:lnTo>
                  <a:lnTo>
                    <a:pt x="4671450" y="191131"/>
                  </a:lnTo>
                  <a:lnTo>
                    <a:pt x="4758172" y="153739"/>
                  </a:lnTo>
                  <a:lnTo>
                    <a:pt x="4844050" y="120808"/>
                  </a:lnTo>
                  <a:lnTo>
                    <a:pt x="4926728" y="92423"/>
                  </a:lnTo>
                  <a:lnTo>
                    <a:pt x="5003671" y="68626"/>
                  </a:lnTo>
                  <a:lnTo>
                    <a:pt x="5072426" y="49365"/>
                  </a:lnTo>
                  <a:lnTo>
                    <a:pt x="5130921" y="34451"/>
                  </a:lnTo>
                  <a:lnTo>
                    <a:pt x="5177767" y="23536"/>
                  </a:lnTo>
                  <a:lnTo>
                    <a:pt x="5212475" y="16121"/>
                  </a:lnTo>
                  <a:lnTo>
                    <a:pt x="5235575" y="11583"/>
                  </a:lnTo>
                  <a:lnTo>
                    <a:pt x="5248599" y="9225"/>
                  </a:lnTo>
                  <a:lnTo>
                    <a:pt x="5253982" y="8324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457" y="8248"/>
                  </a:lnTo>
                  <a:lnTo>
                    <a:pt x="6734785" y="8786"/>
                  </a:lnTo>
                  <a:lnTo>
                    <a:pt x="6753270" y="10273"/>
                  </a:lnTo>
                  <a:lnTo>
                    <a:pt x="6786350" y="13201"/>
                  </a:lnTo>
                  <a:lnTo>
                    <a:pt x="6835717" y="18026"/>
                  </a:lnTo>
                  <a:lnTo>
                    <a:pt x="6901188" y="25125"/>
                  </a:lnTo>
                  <a:lnTo>
                    <a:pt x="6980847" y="34756"/>
                  </a:lnTo>
                  <a:lnTo>
                    <a:pt x="7071471" y="47054"/>
                  </a:lnTo>
                  <a:lnTo>
                    <a:pt x="7169157" y="62047"/>
                  </a:lnTo>
                  <a:lnTo>
                    <a:pt x="7269957" y="79694"/>
                  </a:lnTo>
                  <a:lnTo>
                    <a:pt x="7370385" y="99937"/>
                  </a:lnTo>
                  <a:lnTo>
                    <a:pt x="7467704" y="122744"/>
                  </a:lnTo>
                  <a:lnTo>
                    <a:pt x="7560028" y="148142"/>
                  </a:lnTo>
                  <a:lnTo>
                    <a:pt x="7646255" y="176241"/>
                  </a:lnTo>
                  <a:lnTo>
                    <a:pt x="7725934" y="207243"/>
                  </a:lnTo>
                  <a:lnTo>
                    <a:pt x="7799104" y="241442"/>
                  </a:lnTo>
                  <a:lnTo>
                    <a:pt x="7866144" y="279224"/>
                  </a:lnTo>
                  <a:lnTo>
                    <a:pt x="7927645" y="321052"/>
                  </a:lnTo>
                  <a:lnTo>
                    <a:pt x="7984320" y="367445"/>
                  </a:lnTo>
                  <a:lnTo>
                    <a:pt x="8036930" y="418943"/>
                  </a:lnTo>
                  <a:lnTo>
                    <a:pt x="8086237" y="476042"/>
                  </a:lnTo>
                  <a:lnTo>
                    <a:pt x="8132953" y="539094"/>
                  </a:lnTo>
                  <a:lnTo>
                    <a:pt x="8151487" y="566661"/>
                  </a:lnTo>
                  <a:lnTo>
                    <a:pt x="8186669" y="623053"/>
                  </a:lnTo>
                  <a:lnTo>
                    <a:pt x="8221008" y="683319"/>
                  </a:lnTo>
                  <a:lnTo>
                    <a:pt x="8254718" y="747538"/>
                  </a:lnTo>
                  <a:lnTo>
                    <a:pt x="8287975" y="815734"/>
                  </a:lnTo>
                  <a:lnTo>
                    <a:pt x="8320923" y="887873"/>
                  </a:lnTo>
                  <a:lnTo>
                    <a:pt x="8353674" y="963852"/>
                  </a:lnTo>
                  <a:lnTo>
                    <a:pt x="8386318" y="1043500"/>
                  </a:lnTo>
                  <a:lnTo>
                    <a:pt x="8418920" y="1126576"/>
                  </a:lnTo>
                  <a:lnTo>
                    <a:pt x="8451525" y="1212764"/>
                  </a:lnTo>
                  <a:lnTo>
                    <a:pt x="8484161" y="1301681"/>
                  </a:lnTo>
                  <a:lnTo>
                    <a:pt x="8516843" y="1392879"/>
                  </a:lnTo>
                  <a:lnTo>
                    <a:pt x="8549570" y="1485855"/>
                  </a:lnTo>
                  <a:lnTo>
                    <a:pt x="8582333" y="1580061"/>
                  </a:lnTo>
                  <a:lnTo>
                    <a:pt x="8615117" y="1674919"/>
                  </a:lnTo>
                  <a:lnTo>
                    <a:pt x="8647903" y="1769832"/>
                  </a:lnTo>
                  <a:lnTo>
                    <a:pt x="8680672" y="1864203"/>
                  </a:lnTo>
                  <a:lnTo>
                    <a:pt x="8713406" y="1957447"/>
                  </a:lnTo>
                  <a:lnTo>
                    <a:pt x="8746096" y="2049010"/>
                  </a:lnTo>
                  <a:lnTo>
                    <a:pt x="8778741" y="2138381"/>
                  </a:lnTo>
                  <a:lnTo>
                    <a:pt x="8811350" y="2225101"/>
                  </a:lnTo>
                  <a:lnTo>
                    <a:pt x="8843950" y="2308773"/>
                  </a:lnTo>
                  <a:lnTo>
                    <a:pt x="8876581" y="2389071"/>
                  </a:lnTo>
                  <a:lnTo>
                    <a:pt x="8909307" y="2465739"/>
                  </a:lnTo>
                  <a:lnTo>
                    <a:pt x="8942211" y="2538592"/>
                  </a:lnTo>
                  <a:lnTo>
                    <a:pt x="8975401" y="2607516"/>
                  </a:lnTo>
                  <a:lnTo>
                    <a:pt x="9009016" y="2672465"/>
                  </a:lnTo>
                  <a:lnTo>
                    <a:pt x="9043225" y="2733452"/>
                  </a:lnTo>
                  <a:lnTo>
                    <a:pt x="9078234" y="2790548"/>
                  </a:lnTo>
                  <a:lnTo>
                    <a:pt x="9084767" y="2800614"/>
                  </a:lnTo>
                  <a:lnTo>
                    <a:pt x="9130609" y="2866142"/>
                  </a:lnTo>
                  <a:lnTo>
                    <a:pt x="9178773" y="2925649"/>
                  </a:lnTo>
                  <a:lnTo>
                    <a:pt x="9229940" y="2979386"/>
                  </a:lnTo>
                  <a:lnTo>
                    <a:pt x="9284857" y="3027805"/>
                  </a:lnTo>
                  <a:lnTo>
                    <a:pt x="9344291" y="3071437"/>
                  </a:lnTo>
                  <a:lnTo>
                    <a:pt x="9408982" y="3110817"/>
                  </a:lnTo>
                  <a:lnTo>
                    <a:pt x="9479581" y="3146432"/>
                  </a:lnTo>
                  <a:lnTo>
                    <a:pt x="9556568" y="3178702"/>
                  </a:lnTo>
                  <a:lnTo>
                    <a:pt x="9640136" y="3207960"/>
                  </a:lnTo>
                  <a:lnTo>
                    <a:pt x="9730055" y="3234446"/>
                  </a:lnTo>
                  <a:lnTo>
                    <a:pt x="9825510" y="3258307"/>
                  </a:lnTo>
                  <a:lnTo>
                    <a:pt x="9924947" y="3279601"/>
                  </a:lnTo>
                  <a:lnTo>
                    <a:pt x="10025978" y="3298318"/>
                  </a:lnTo>
                  <a:lnTo>
                    <a:pt x="10125400" y="3314404"/>
                  </a:lnTo>
                  <a:lnTo>
                    <a:pt x="10219404" y="3327808"/>
                  </a:lnTo>
                  <a:lnTo>
                    <a:pt x="10303997" y="3338522"/>
                  </a:lnTo>
                  <a:lnTo>
                    <a:pt x="10375597" y="3346633"/>
                  </a:lnTo>
                  <a:lnTo>
                    <a:pt x="10431687" y="3352350"/>
                  </a:lnTo>
                  <a:lnTo>
                    <a:pt x="10471338" y="3356004"/>
                  </a:lnTo>
                  <a:lnTo>
                    <a:pt x="10495478" y="3358022"/>
                  </a:lnTo>
                  <a:lnTo>
                    <a:pt x="10506859" y="3358889"/>
                  </a:lnTo>
                  <a:lnTo>
                    <a:pt x="10509911" y="3359102"/>
                  </a:lnTo>
                  <a:lnTo>
                    <a:pt x="11981298" y="3359102"/>
                  </a:lnTo>
                  <a:lnTo>
                    <a:pt x="11981298" y="3350929"/>
                  </a:lnTo>
                  <a:lnTo>
                    <a:pt x="10509911" y="3350929"/>
                  </a:lnTo>
                  <a:lnTo>
                    <a:pt x="10508796" y="3350853"/>
                  </a:lnTo>
                  <a:lnTo>
                    <a:pt x="10501468" y="3350315"/>
                  </a:lnTo>
                  <a:lnTo>
                    <a:pt x="10482983" y="3348828"/>
                  </a:lnTo>
                  <a:lnTo>
                    <a:pt x="10449903" y="3345900"/>
                  </a:lnTo>
                  <a:lnTo>
                    <a:pt x="10400536" y="3341075"/>
                  </a:lnTo>
                  <a:lnTo>
                    <a:pt x="10335065" y="3333976"/>
                  </a:lnTo>
                  <a:lnTo>
                    <a:pt x="10255406" y="3324345"/>
                  </a:lnTo>
                  <a:lnTo>
                    <a:pt x="10164782" y="3312047"/>
                  </a:lnTo>
                  <a:lnTo>
                    <a:pt x="10067096" y="3297055"/>
                  </a:lnTo>
                  <a:lnTo>
                    <a:pt x="9966296" y="3279408"/>
                  </a:lnTo>
                  <a:lnTo>
                    <a:pt x="9865869" y="3259164"/>
                  </a:lnTo>
                  <a:lnTo>
                    <a:pt x="9768549" y="3236358"/>
                  </a:lnTo>
                  <a:lnTo>
                    <a:pt x="9676225" y="3210959"/>
                  </a:lnTo>
                  <a:lnTo>
                    <a:pt x="9589998" y="3182860"/>
                  </a:lnTo>
                  <a:lnTo>
                    <a:pt x="9510319" y="3151859"/>
                  </a:lnTo>
                  <a:lnTo>
                    <a:pt x="9437149" y="3117659"/>
                  </a:lnTo>
                  <a:lnTo>
                    <a:pt x="9370109" y="3079877"/>
                  </a:lnTo>
                  <a:lnTo>
                    <a:pt x="9308608" y="3038049"/>
                  </a:lnTo>
                  <a:lnTo>
                    <a:pt x="9251934" y="2991656"/>
                  </a:lnTo>
                  <a:lnTo>
                    <a:pt x="9199323" y="2940159"/>
                  </a:lnTo>
                  <a:lnTo>
                    <a:pt x="9150017" y="2883060"/>
                  </a:lnTo>
                  <a:lnTo>
                    <a:pt x="9103300" y="2820008"/>
                  </a:lnTo>
                  <a:lnTo>
                    <a:pt x="9084767" y="2792441"/>
                  </a:lnTo>
                  <a:lnTo>
                    <a:pt x="9049584" y="2736048"/>
                  </a:lnTo>
                  <a:lnTo>
                    <a:pt x="9015245" y="2675782"/>
                  </a:lnTo>
                  <a:lnTo>
                    <a:pt x="8981535" y="2611563"/>
                  </a:lnTo>
                  <a:lnTo>
                    <a:pt x="8948278" y="2543367"/>
                  </a:lnTo>
                  <a:lnTo>
                    <a:pt x="8915330" y="2471229"/>
                  </a:lnTo>
                  <a:lnTo>
                    <a:pt x="8882579" y="2395250"/>
                  </a:lnTo>
                  <a:lnTo>
                    <a:pt x="8849935" y="2315601"/>
                  </a:lnTo>
                  <a:lnTo>
                    <a:pt x="8817334" y="2232525"/>
                  </a:lnTo>
                  <a:lnTo>
                    <a:pt x="8784729" y="2146337"/>
                  </a:lnTo>
                  <a:lnTo>
                    <a:pt x="8752092" y="2057420"/>
                  </a:lnTo>
                  <a:lnTo>
                    <a:pt x="8719410" y="1966223"/>
                  </a:lnTo>
                  <a:lnTo>
                    <a:pt x="8686683" y="1873247"/>
                  </a:lnTo>
                  <a:lnTo>
                    <a:pt x="8653920" y="1779040"/>
                  </a:lnTo>
                  <a:lnTo>
                    <a:pt x="8621136" y="1684182"/>
                  </a:lnTo>
                  <a:lnTo>
                    <a:pt x="8588350" y="1589269"/>
                  </a:lnTo>
                  <a:lnTo>
                    <a:pt x="8555581" y="1494898"/>
                  </a:lnTo>
                  <a:lnTo>
                    <a:pt x="8522847" y="1401654"/>
                  </a:lnTo>
                  <a:lnTo>
                    <a:pt x="8490157" y="1310091"/>
                  </a:lnTo>
                  <a:lnTo>
                    <a:pt x="8457512" y="1220720"/>
                  </a:lnTo>
                  <a:lnTo>
                    <a:pt x="8424903" y="1134001"/>
                  </a:lnTo>
                  <a:lnTo>
                    <a:pt x="8392304" y="1050328"/>
                  </a:lnTo>
                  <a:lnTo>
                    <a:pt x="8359672" y="970030"/>
                  </a:lnTo>
                  <a:lnTo>
                    <a:pt x="8326946" y="893362"/>
                  </a:lnTo>
                  <a:lnTo>
                    <a:pt x="8294043" y="820509"/>
                  </a:lnTo>
                  <a:lnTo>
                    <a:pt x="8260852" y="751585"/>
                  </a:lnTo>
                  <a:lnTo>
                    <a:pt x="8227237" y="686636"/>
                  </a:lnTo>
                  <a:lnTo>
                    <a:pt x="8193029" y="625649"/>
                  </a:lnTo>
                  <a:lnTo>
                    <a:pt x="8158019" y="568554"/>
                  </a:lnTo>
                  <a:lnTo>
                    <a:pt x="8151487" y="558488"/>
                  </a:lnTo>
                  <a:lnTo>
                    <a:pt x="8105644" y="492960"/>
                  </a:lnTo>
                  <a:lnTo>
                    <a:pt x="8057480" y="433452"/>
                  </a:lnTo>
                  <a:lnTo>
                    <a:pt x="8006314" y="379715"/>
                  </a:lnTo>
                  <a:lnTo>
                    <a:pt x="7951397" y="331296"/>
                  </a:lnTo>
                  <a:lnTo>
                    <a:pt x="7891963" y="287664"/>
                  </a:lnTo>
                  <a:lnTo>
                    <a:pt x="7827271" y="248285"/>
                  </a:lnTo>
                  <a:lnTo>
                    <a:pt x="7756672" y="212669"/>
                  </a:lnTo>
                  <a:lnTo>
                    <a:pt x="7679686" y="180399"/>
                  </a:lnTo>
                  <a:lnTo>
                    <a:pt x="7596117" y="151141"/>
                  </a:lnTo>
                  <a:lnTo>
                    <a:pt x="7506198" y="124655"/>
                  </a:lnTo>
                  <a:lnTo>
                    <a:pt x="7410743" y="100794"/>
                  </a:lnTo>
                  <a:lnTo>
                    <a:pt x="7311306" y="79500"/>
                  </a:lnTo>
                  <a:lnTo>
                    <a:pt x="7210275" y="60783"/>
                  </a:lnTo>
                  <a:lnTo>
                    <a:pt x="7110853" y="44697"/>
                  </a:lnTo>
                  <a:lnTo>
                    <a:pt x="7016849" y="31294"/>
                  </a:lnTo>
                  <a:lnTo>
                    <a:pt x="6932257" y="20580"/>
                  </a:lnTo>
                  <a:lnTo>
                    <a:pt x="6860656" y="12468"/>
                  </a:lnTo>
                  <a:lnTo>
                    <a:pt x="6804567" y="6751"/>
                  </a:lnTo>
                  <a:lnTo>
                    <a:pt x="6764915" y="3098"/>
                  </a:lnTo>
                  <a:lnTo>
                    <a:pt x="6740775" y="1079"/>
                  </a:lnTo>
                  <a:lnTo>
                    <a:pt x="6729394" y="212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245" y="109"/>
                  </a:lnTo>
                  <a:lnTo>
                    <a:pt x="5249536" y="891"/>
                  </a:lnTo>
                  <a:lnTo>
                    <a:pt x="5237514" y="3048"/>
                  </a:lnTo>
                  <a:lnTo>
                    <a:pt x="5215646" y="7304"/>
                  </a:lnTo>
                  <a:lnTo>
                    <a:pt x="5182295" y="14361"/>
                  </a:lnTo>
                  <a:lnTo>
                    <a:pt x="5136814" y="24853"/>
                  </a:lnTo>
                  <a:lnTo>
                    <a:pt x="5079580" y="39295"/>
                  </a:lnTo>
                  <a:lnTo>
                    <a:pt x="5011891" y="58053"/>
                  </a:lnTo>
                  <a:lnTo>
                    <a:pt x="4935754" y="81332"/>
                  </a:lnTo>
                  <a:lnTo>
                    <a:pt x="4853596" y="109200"/>
                  </a:lnTo>
                  <a:lnTo>
                    <a:pt x="4767956" y="141621"/>
                  </a:lnTo>
                  <a:lnTo>
                    <a:pt x="4681222" y="178513"/>
                  </a:lnTo>
                  <a:lnTo>
                    <a:pt x="4595439" y="219796"/>
                  </a:lnTo>
                  <a:lnTo>
                    <a:pt x="4512217" y="265437"/>
                  </a:lnTo>
                  <a:lnTo>
                    <a:pt x="4432704" y="315485"/>
                  </a:lnTo>
                  <a:lnTo>
                    <a:pt x="4357617" y="370092"/>
                  </a:lnTo>
                  <a:lnTo>
                    <a:pt x="4287312" y="429523"/>
                  </a:lnTo>
                  <a:lnTo>
                    <a:pt x="4221855" y="494166"/>
                  </a:lnTo>
                  <a:lnTo>
                    <a:pt x="4161096" y="564520"/>
                  </a:lnTo>
                  <a:lnTo>
                    <a:pt x="4104735" y="641193"/>
                  </a:lnTo>
                  <a:lnTo>
                    <a:pt x="4052373" y="724886"/>
                  </a:lnTo>
                  <a:lnTo>
                    <a:pt x="4003555" y="816363"/>
                  </a:lnTo>
                  <a:lnTo>
                    <a:pt x="3957798" y="916415"/>
                  </a:lnTo>
                  <a:lnTo>
                    <a:pt x="3914618" y="1025794"/>
                  </a:lnTo>
                  <a:lnTo>
                    <a:pt x="3873551" y="1145111"/>
                  </a:lnTo>
                  <a:lnTo>
                    <a:pt x="3834170" y="1274690"/>
                  </a:lnTo>
                  <a:lnTo>
                    <a:pt x="3829811" y="1289971"/>
                  </a:lnTo>
                  <a:lnTo>
                    <a:pt x="3805801" y="1377515"/>
                  </a:lnTo>
                  <a:lnTo>
                    <a:pt x="3782216" y="1469154"/>
                  </a:lnTo>
                  <a:lnTo>
                    <a:pt x="3758982" y="1564964"/>
                  </a:lnTo>
                  <a:lnTo>
                    <a:pt x="3736033" y="1664993"/>
                  </a:lnTo>
                  <a:lnTo>
                    <a:pt x="3713315" y="1769266"/>
                  </a:lnTo>
                  <a:lnTo>
                    <a:pt x="3690776" y="1877777"/>
                  </a:lnTo>
                  <a:lnTo>
                    <a:pt x="3668376" y="1990489"/>
                  </a:lnTo>
                  <a:lnTo>
                    <a:pt x="3646077" y="2107333"/>
                  </a:lnTo>
                  <a:lnTo>
                    <a:pt x="3623850" y="2228207"/>
                  </a:lnTo>
                  <a:lnTo>
                    <a:pt x="3601667" y="2352971"/>
                  </a:lnTo>
                  <a:lnTo>
                    <a:pt x="3579509" y="2481453"/>
                  </a:lnTo>
                  <a:lnTo>
                    <a:pt x="3557359" y="2613444"/>
                  </a:lnTo>
                  <a:lnTo>
                    <a:pt x="3535204" y="2748698"/>
                  </a:lnTo>
                  <a:lnTo>
                    <a:pt x="3513036" y="2886939"/>
                  </a:lnTo>
                  <a:lnTo>
                    <a:pt x="3490850" y="3027855"/>
                  </a:lnTo>
                  <a:lnTo>
                    <a:pt x="3468642" y="3171109"/>
                  </a:lnTo>
                  <a:lnTo>
                    <a:pt x="3446412" y="3316332"/>
                  </a:lnTo>
                  <a:lnTo>
                    <a:pt x="3424163" y="3463137"/>
                  </a:lnTo>
                  <a:lnTo>
                    <a:pt x="3401899" y="3611115"/>
                  </a:lnTo>
                  <a:lnTo>
                    <a:pt x="3379625" y="3759844"/>
                  </a:lnTo>
                  <a:lnTo>
                    <a:pt x="3357345" y="3908895"/>
                  </a:lnTo>
                  <a:lnTo>
                    <a:pt x="3335068" y="4057832"/>
                  </a:lnTo>
                  <a:lnTo>
                    <a:pt x="3312798" y="4206222"/>
                  </a:lnTo>
                  <a:lnTo>
                    <a:pt x="3290541" y="4353638"/>
                  </a:lnTo>
                  <a:lnTo>
                    <a:pt x="3268302" y="4499666"/>
                  </a:lnTo>
                  <a:lnTo>
                    <a:pt x="3246084" y="4643906"/>
                  </a:lnTo>
                  <a:lnTo>
                    <a:pt x="3223887" y="4785981"/>
                  </a:lnTo>
                  <a:lnTo>
                    <a:pt x="3201711" y="4925539"/>
                  </a:lnTo>
                  <a:lnTo>
                    <a:pt x="3179551" y="5062255"/>
                  </a:lnTo>
                  <a:lnTo>
                    <a:pt x="3157400" y="5195835"/>
                  </a:lnTo>
                  <a:lnTo>
                    <a:pt x="3135247" y="5326019"/>
                  </a:lnTo>
                  <a:lnTo>
                    <a:pt x="3113079" y="5452581"/>
                  </a:lnTo>
                  <a:lnTo>
                    <a:pt x="3090875" y="5575330"/>
                  </a:lnTo>
                  <a:lnTo>
                    <a:pt x="3068614" y="5694111"/>
                  </a:lnTo>
                  <a:lnTo>
                    <a:pt x="3046266" y="5808805"/>
                  </a:lnTo>
                  <a:lnTo>
                    <a:pt x="3023799" y="5919326"/>
                  </a:lnTo>
                  <a:lnTo>
                    <a:pt x="3001172" y="6025623"/>
                  </a:lnTo>
                  <a:lnTo>
                    <a:pt x="2978340" y="6127676"/>
                  </a:lnTo>
                  <a:lnTo>
                    <a:pt x="2955249" y="6225494"/>
                  </a:lnTo>
                  <a:lnTo>
                    <a:pt x="2931840" y="6319114"/>
                  </a:lnTo>
                  <a:lnTo>
                    <a:pt x="2908043" y="6408601"/>
                  </a:lnTo>
                  <a:lnTo>
                    <a:pt x="2896531" y="6449857"/>
                  </a:lnTo>
                  <a:lnTo>
                    <a:pt x="2857317" y="6580596"/>
                  </a:lnTo>
                  <a:lnTo>
                    <a:pt x="2816460" y="6701064"/>
                  </a:lnTo>
                  <a:lnTo>
                    <a:pt x="2773542" y="6811538"/>
                  </a:lnTo>
                  <a:lnTo>
                    <a:pt x="2728100" y="6912608"/>
                  </a:lnTo>
                  <a:lnTo>
                    <a:pt x="2679652" y="7005014"/>
                  </a:lnTo>
                  <a:lnTo>
                    <a:pt x="2627715" y="7089546"/>
                  </a:lnTo>
                  <a:lnTo>
                    <a:pt x="2571827" y="7166976"/>
                  </a:lnTo>
                  <a:lnTo>
                    <a:pt x="2511582" y="7238012"/>
                  </a:lnTo>
                  <a:lnTo>
                    <a:pt x="2446666" y="7303272"/>
                  </a:lnTo>
                  <a:lnTo>
                    <a:pt x="2376910" y="7363271"/>
                  </a:lnTo>
                  <a:lnTo>
                    <a:pt x="2302352" y="7418407"/>
                  </a:lnTo>
                  <a:lnTo>
                    <a:pt x="2223309" y="7468960"/>
                  </a:lnTo>
                  <a:lnTo>
                    <a:pt x="2140457" y="7515095"/>
                  </a:lnTo>
                  <a:lnTo>
                    <a:pt x="2054892" y="7556870"/>
                  </a:lnTo>
                  <a:lnTo>
                    <a:pt x="1968170" y="7594262"/>
                  </a:lnTo>
                  <a:lnTo>
                    <a:pt x="1882292" y="7627193"/>
                  </a:lnTo>
                  <a:lnTo>
                    <a:pt x="1799615" y="7655578"/>
                  </a:lnTo>
                  <a:lnTo>
                    <a:pt x="1722671" y="7679375"/>
                  </a:lnTo>
                  <a:lnTo>
                    <a:pt x="1653916" y="7698636"/>
                  </a:lnTo>
                  <a:lnTo>
                    <a:pt x="1595421" y="7713550"/>
                  </a:lnTo>
                  <a:lnTo>
                    <a:pt x="1548575" y="7724465"/>
                  </a:lnTo>
                  <a:lnTo>
                    <a:pt x="1513867" y="7731880"/>
                  </a:lnTo>
                  <a:lnTo>
                    <a:pt x="1490767" y="7736418"/>
                  </a:lnTo>
                  <a:lnTo>
                    <a:pt x="1477744" y="7738776"/>
                  </a:lnTo>
                  <a:lnTo>
                    <a:pt x="1472360" y="7739677"/>
                  </a:lnTo>
                  <a:lnTo>
                    <a:pt x="1471387" y="7739829"/>
                  </a:lnTo>
                  <a:lnTo>
                    <a:pt x="0" y="7739829"/>
                  </a:lnTo>
                  <a:close/>
                </a:path>
              </a:pathLst>
            </a:custGeom>
            <a:solidFill>
              <a:srgbClr val="B8C4FE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2184" name="pl2184"/>
            <p:cNvSpPr/>
            <p:nvPr/>
          </p:nvSpPr>
          <p:spPr>
            <a:xfrm>
              <a:off x="4799595" y="3492284"/>
              <a:ext cx="11981298" cy="7739829"/>
            </a:xfrm>
            <a:custGeom>
              <a:avLst/>
              <a:pathLst>
                <a:path w="11981298" h="7739829">
                  <a:moveTo>
                    <a:pt x="0" y="7739829"/>
                  </a:moveTo>
                  <a:lnTo>
                    <a:pt x="1471387" y="7739829"/>
                  </a:lnTo>
                  <a:lnTo>
                    <a:pt x="1472097" y="7739719"/>
                  </a:lnTo>
                  <a:lnTo>
                    <a:pt x="1476806" y="7738937"/>
                  </a:lnTo>
                  <a:lnTo>
                    <a:pt x="1488829" y="7736780"/>
                  </a:lnTo>
                  <a:lnTo>
                    <a:pt x="1510696" y="7732525"/>
                  </a:lnTo>
                  <a:lnTo>
                    <a:pt x="1544047" y="7725468"/>
                  </a:lnTo>
                  <a:lnTo>
                    <a:pt x="1589528" y="7714976"/>
                  </a:lnTo>
                  <a:lnTo>
                    <a:pt x="1646762" y="7700533"/>
                  </a:lnTo>
                  <a:lnTo>
                    <a:pt x="1714451" y="7681776"/>
                  </a:lnTo>
                  <a:lnTo>
                    <a:pt x="1790588" y="7658496"/>
                  </a:lnTo>
                  <a:lnTo>
                    <a:pt x="1872746" y="7630629"/>
                  </a:lnTo>
                  <a:lnTo>
                    <a:pt x="1958386" y="7598207"/>
                  </a:lnTo>
                  <a:lnTo>
                    <a:pt x="2045121" y="7561315"/>
                  </a:lnTo>
                  <a:lnTo>
                    <a:pt x="2130903" y="7520032"/>
                  </a:lnTo>
                  <a:lnTo>
                    <a:pt x="2214125" y="7474391"/>
                  </a:lnTo>
                  <a:lnTo>
                    <a:pt x="2293638" y="7424343"/>
                  </a:lnTo>
                  <a:lnTo>
                    <a:pt x="2368725" y="7369737"/>
                  </a:lnTo>
                  <a:lnTo>
                    <a:pt x="2439030" y="7310305"/>
                  </a:lnTo>
                  <a:lnTo>
                    <a:pt x="2504487" y="7245662"/>
                  </a:lnTo>
                  <a:lnTo>
                    <a:pt x="2565246" y="7175309"/>
                  </a:lnTo>
                  <a:lnTo>
                    <a:pt x="2621607" y="7098635"/>
                  </a:lnTo>
                  <a:lnTo>
                    <a:pt x="2673969" y="7014943"/>
                  </a:lnTo>
                  <a:lnTo>
                    <a:pt x="2722787" y="6923466"/>
                  </a:lnTo>
                  <a:lnTo>
                    <a:pt x="2768544" y="6823413"/>
                  </a:lnTo>
                  <a:lnTo>
                    <a:pt x="2811724" y="6714035"/>
                  </a:lnTo>
                  <a:lnTo>
                    <a:pt x="2852791" y="6594718"/>
                  </a:lnTo>
                  <a:lnTo>
                    <a:pt x="2892172" y="6465139"/>
                  </a:lnTo>
                  <a:lnTo>
                    <a:pt x="2896531" y="6449857"/>
                  </a:lnTo>
                  <a:lnTo>
                    <a:pt x="2920541" y="6362313"/>
                  </a:lnTo>
                  <a:lnTo>
                    <a:pt x="2944126" y="6270674"/>
                  </a:lnTo>
                  <a:lnTo>
                    <a:pt x="2967360" y="6174865"/>
                  </a:lnTo>
                  <a:lnTo>
                    <a:pt x="2990309" y="6074835"/>
                  </a:lnTo>
                  <a:lnTo>
                    <a:pt x="3013028" y="5970562"/>
                  </a:lnTo>
                  <a:lnTo>
                    <a:pt x="3035566" y="5862052"/>
                  </a:lnTo>
                  <a:lnTo>
                    <a:pt x="3057966" y="5749340"/>
                  </a:lnTo>
                  <a:lnTo>
                    <a:pt x="3080265" y="5632495"/>
                  </a:lnTo>
                  <a:lnTo>
                    <a:pt x="3102493" y="5511622"/>
                  </a:lnTo>
                  <a:lnTo>
                    <a:pt x="3124675" y="5386857"/>
                  </a:lnTo>
                  <a:lnTo>
                    <a:pt x="3146833" y="5258375"/>
                  </a:lnTo>
                  <a:lnTo>
                    <a:pt x="3168983" y="5126385"/>
                  </a:lnTo>
                  <a:lnTo>
                    <a:pt x="3191138" y="4991130"/>
                  </a:lnTo>
                  <a:lnTo>
                    <a:pt x="3213306" y="4852890"/>
                  </a:lnTo>
                  <a:lnTo>
                    <a:pt x="3235492" y="4711973"/>
                  </a:lnTo>
                  <a:lnTo>
                    <a:pt x="3257700" y="4568720"/>
                  </a:lnTo>
                  <a:lnTo>
                    <a:pt x="3279930" y="4423496"/>
                  </a:lnTo>
                  <a:lnTo>
                    <a:pt x="3302179" y="4276692"/>
                  </a:lnTo>
                  <a:lnTo>
                    <a:pt x="3324443" y="4128714"/>
                  </a:lnTo>
                  <a:lnTo>
                    <a:pt x="3346718" y="3979984"/>
                  </a:lnTo>
                  <a:lnTo>
                    <a:pt x="3368997" y="3830933"/>
                  </a:lnTo>
                  <a:lnTo>
                    <a:pt x="3391274" y="3681996"/>
                  </a:lnTo>
                  <a:lnTo>
                    <a:pt x="3413544" y="3533606"/>
                  </a:lnTo>
                  <a:lnTo>
                    <a:pt x="3435801" y="3386190"/>
                  </a:lnTo>
                  <a:lnTo>
                    <a:pt x="3458040" y="3240163"/>
                  </a:lnTo>
                  <a:lnTo>
                    <a:pt x="3480258" y="3095922"/>
                  </a:lnTo>
                  <a:lnTo>
                    <a:pt x="3502455" y="2953847"/>
                  </a:lnTo>
                  <a:lnTo>
                    <a:pt x="3524632" y="2814289"/>
                  </a:lnTo>
                  <a:lnTo>
                    <a:pt x="3546792" y="2677573"/>
                  </a:lnTo>
                  <a:lnTo>
                    <a:pt x="3568943" y="2543993"/>
                  </a:lnTo>
                  <a:lnTo>
                    <a:pt x="3591095" y="2413810"/>
                  </a:lnTo>
                  <a:lnTo>
                    <a:pt x="3613264" y="2287248"/>
                  </a:lnTo>
                  <a:lnTo>
                    <a:pt x="3635467" y="2164499"/>
                  </a:lnTo>
                  <a:lnTo>
                    <a:pt x="3657728" y="2045717"/>
                  </a:lnTo>
                  <a:lnTo>
                    <a:pt x="3680076" y="1931024"/>
                  </a:lnTo>
                  <a:lnTo>
                    <a:pt x="3702543" y="1820502"/>
                  </a:lnTo>
                  <a:lnTo>
                    <a:pt x="3725170" y="1714205"/>
                  </a:lnTo>
                  <a:lnTo>
                    <a:pt x="3748003" y="1612152"/>
                  </a:lnTo>
                  <a:lnTo>
                    <a:pt x="3771093" y="1514335"/>
                  </a:lnTo>
                  <a:lnTo>
                    <a:pt x="3794502" y="1420714"/>
                  </a:lnTo>
                  <a:lnTo>
                    <a:pt x="3818300" y="1331227"/>
                  </a:lnTo>
                  <a:lnTo>
                    <a:pt x="3829811" y="1289971"/>
                  </a:lnTo>
                  <a:lnTo>
                    <a:pt x="3869025" y="1159232"/>
                  </a:lnTo>
                  <a:lnTo>
                    <a:pt x="3909882" y="1038765"/>
                  </a:lnTo>
                  <a:lnTo>
                    <a:pt x="3952800" y="928290"/>
                  </a:lnTo>
                  <a:lnTo>
                    <a:pt x="3998242" y="827221"/>
                  </a:lnTo>
                  <a:lnTo>
                    <a:pt x="4046690" y="734814"/>
                  </a:lnTo>
                  <a:lnTo>
                    <a:pt x="4098627" y="650282"/>
                  </a:lnTo>
                  <a:lnTo>
                    <a:pt x="4154515" y="572852"/>
                  </a:lnTo>
                  <a:lnTo>
                    <a:pt x="4214760" y="501817"/>
                  </a:lnTo>
                  <a:lnTo>
                    <a:pt x="4279676" y="436556"/>
                  </a:lnTo>
                  <a:lnTo>
                    <a:pt x="4349432" y="376557"/>
                  </a:lnTo>
                  <a:lnTo>
                    <a:pt x="4423990" y="321421"/>
                  </a:lnTo>
                  <a:lnTo>
                    <a:pt x="4503033" y="270868"/>
                  </a:lnTo>
                  <a:lnTo>
                    <a:pt x="4585885" y="224734"/>
                  </a:lnTo>
                  <a:lnTo>
                    <a:pt x="4671450" y="182958"/>
                  </a:lnTo>
                  <a:lnTo>
                    <a:pt x="4758172" y="145566"/>
                  </a:lnTo>
                  <a:lnTo>
                    <a:pt x="4844050" y="112635"/>
                  </a:lnTo>
                  <a:lnTo>
                    <a:pt x="4926728" y="84250"/>
                  </a:lnTo>
                  <a:lnTo>
                    <a:pt x="5003671" y="60453"/>
                  </a:lnTo>
                  <a:lnTo>
                    <a:pt x="5072426" y="41192"/>
                  </a:lnTo>
                  <a:lnTo>
                    <a:pt x="5130921" y="26278"/>
                  </a:lnTo>
                  <a:lnTo>
                    <a:pt x="5177767" y="15363"/>
                  </a:lnTo>
                  <a:lnTo>
                    <a:pt x="5212475" y="7948"/>
                  </a:lnTo>
                  <a:lnTo>
                    <a:pt x="5235575" y="3410"/>
                  </a:lnTo>
                  <a:lnTo>
                    <a:pt x="5248599" y="1052"/>
                  </a:lnTo>
                  <a:lnTo>
                    <a:pt x="5253982" y="151"/>
                  </a:lnTo>
                  <a:lnTo>
                    <a:pt x="5254954" y="0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457" y="75"/>
                  </a:lnTo>
                  <a:lnTo>
                    <a:pt x="6734785" y="613"/>
                  </a:lnTo>
                  <a:lnTo>
                    <a:pt x="6753270" y="2100"/>
                  </a:lnTo>
                  <a:lnTo>
                    <a:pt x="6786350" y="5028"/>
                  </a:lnTo>
                  <a:lnTo>
                    <a:pt x="6835717" y="9853"/>
                  </a:lnTo>
                  <a:lnTo>
                    <a:pt x="6901188" y="16952"/>
                  </a:lnTo>
                  <a:lnTo>
                    <a:pt x="6980847" y="26583"/>
                  </a:lnTo>
                  <a:lnTo>
                    <a:pt x="7071471" y="38881"/>
                  </a:lnTo>
                  <a:lnTo>
                    <a:pt x="7169157" y="53874"/>
                  </a:lnTo>
                  <a:lnTo>
                    <a:pt x="7269957" y="71521"/>
                  </a:lnTo>
                  <a:lnTo>
                    <a:pt x="7370385" y="91764"/>
                  </a:lnTo>
                  <a:lnTo>
                    <a:pt x="7467704" y="114571"/>
                  </a:lnTo>
                  <a:lnTo>
                    <a:pt x="7560028" y="139969"/>
                  </a:lnTo>
                  <a:lnTo>
                    <a:pt x="7646255" y="168068"/>
                  </a:lnTo>
                  <a:lnTo>
                    <a:pt x="7725934" y="199070"/>
                  </a:lnTo>
                  <a:lnTo>
                    <a:pt x="7799104" y="233269"/>
                  </a:lnTo>
                  <a:lnTo>
                    <a:pt x="7866144" y="271051"/>
                  </a:lnTo>
                  <a:lnTo>
                    <a:pt x="7927645" y="312879"/>
                  </a:lnTo>
                  <a:lnTo>
                    <a:pt x="7984320" y="359272"/>
                  </a:lnTo>
                  <a:lnTo>
                    <a:pt x="8036930" y="410770"/>
                  </a:lnTo>
                  <a:lnTo>
                    <a:pt x="8086237" y="467869"/>
                  </a:lnTo>
                  <a:lnTo>
                    <a:pt x="8132953" y="530921"/>
                  </a:lnTo>
                  <a:lnTo>
                    <a:pt x="8151487" y="558488"/>
                  </a:lnTo>
                  <a:lnTo>
                    <a:pt x="8186669" y="614880"/>
                  </a:lnTo>
                  <a:lnTo>
                    <a:pt x="8221008" y="675146"/>
                  </a:lnTo>
                  <a:lnTo>
                    <a:pt x="8254718" y="739365"/>
                  </a:lnTo>
                  <a:lnTo>
                    <a:pt x="8287975" y="807561"/>
                  </a:lnTo>
                  <a:lnTo>
                    <a:pt x="8320923" y="879700"/>
                  </a:lnTo>
                  <a:lnTo>
                    <a:pt x="8353674" y="955679"/>
                  </a:lnTo>
                  <a:lnTo>
                    <a:pt x="8386318" y="1035327"/>
                  </a:lnTo>
                  <a:lnTo>
                    <a:pt x="8418920" y="1118403"/>
                  </a:lnTo>
                  <a:lnTo>
                    <a:pt x="8451525" y="1204591"/>
                  </a:lnTo>
                  <a:lnTo>
                    <a:pt x="8484161" y="1293508"/>
                  </a:lnTo>
                  <a:lnTo>
                    <a:pt x="8516843" y="1384706"/>
                  </a:lnTo>
                  <a:lnTo>
                    <a:pt x="8549570" y="1477682"/>
                  </a:lnTo>
                  <a:lnTo>
                    <a:pt x="8582333" y="1571888"/>
                  </a:lnTo>
                  <a:lnTo>
                    <a:pt x="8615117" y="1666746"/>
                  </a:lnTo>
                  <a:lnTo>
                    <a:pt x="8647903" y="1761659"/>
                  </a:lnTo>
                  <a:lnTo>
                    <a:pt x="8680672" y="1856030"/>
                  </a:lnTo>
                  <a:lnTo>
                    <a:pt x="8713406" y="1949274"/>
                  </a:lnTo>
                  <a:lnTo>
                    <a:pt x="8746096" y="2040837"/>
                  </a:lnTo>
                  <a:lnTo>
                    <a:pt x="8778741" y="2130208"/>
                  </a:lnTo>
                  <a:lnTo>
                    <a:pt x="8811350" y="2216928"/>
                  </a:lnTo>
                  <a:lnTo>
                    <a:pt x="8843950" y="2300600"/>
                  </a:lnTo>
                  <a:lnTo>
                    <a:pt x="8876581" y="2380898"/>
                  </a:lnTo>
                  <a:lnTo>
                    <a:pt x="8909307" y="2457566"/>
                  </a:lnTo>
                  <a:lnTo>
                    <a:pt x="8942211" y="2530419"/>
                  </a:lnTo>
                  <a:lnTo>
                    <a:pt x="8975401" y="2599343"/>
                  </a:lnTo>
                  <a:lnTo>
                    <a:pt x="9009016" y="2664292"/>
                  </a:lnTo>
                  <a:lnTo>
                    <a:pt x="9043225" y="2725279"/>
                  </a:lnTo>
                  <a:lnTo>
                    <a:pt x="9078234" y="2782375"/>
                  </a:lnTo>
                  <a:lnTo>
                    <a:pt x="9084767" y="2792441"/>
                  </a:lnTo>
                  <a:lnTo>
                    <a:pt x="9130609" y="2857969"/>
                  </a:lnTo>
                  <a:lnTo>
                    <a:pt x="9178773" y="2917476"/>
                  </a:lnTo>
                  <a:lnTo>
                    <a:pt x="9229940" y="2971213"/>
                  </a:lnTo>
                  <a:lnTo>
                    <a:pt x="9284857" y="3019632"/>
                  </a:lnTo>
                  <a:lnTo>
                    <a:pt x="9344291" y="3063264"/>
                  </a:lnTo>
                  <a:lnTo>
                    <a:pt x="9408982" y="3102644"/>
                  </a:lnTo>
                  <a:lnTo>
                    <a:pt x="9479581" y="3138259"/>
                  </a:lnTo>
                  <a:lnTo>
                    <a:pt x="9556568" y="3170529"/>
                  </a:lnTo>
                  <a:lnTo>
                    <a:pt x="9640136" y="3199787"/>
                  </a:lnTo>
                  <a:lnTo>
                    <a:pt x="9730055" y="3226273"/>
                  </a:lnTo>
                  <a:lnTo>
                    <a:pt x="9825510" y="3250134"/>
                  </a:lnTo>
                  <a:lnTo>
                    <a:pt x="9924947" y="3271428"/>
                  </a:lnTo>
                  <a:lnTo>
                    <a:pt x="10025978" y="3290145"/>
                  </a:lnTo>
                  <a:lnTo>
                    <a:pt x="10125400" y="3306231"/>
                  </a:lnTo>
                  <a:lnTo>
                    <a:pt x="10219404" y="3319635"/>
                  </a:lnTo>
                  <a:lnTo>
                    <a:pt x="10303997" y="3330349"/>
                  </a:lnTo>
                  <a:lnTo>
                    <a:pt x="10375597" y="3338460"/>
                  </a:lnTo>
                  <a:lnTo>
                    <a:pt x="10431687" y="3344177"/>
                  </a:lnTo>
                  <a:lnTo>
                    <a:pt x="10471338" y="3347831"/>
                  </a:lnTo>
                  <a:lnTo>
                    <a:pt x="10495478" y="3349849"/>
                  </a:lnTo>
                  <a:lnTo>
                    <a:pt x="10506859" y="3350716"/>
                  </a:lnTo>
                  <a:lnTo>
                    <a:pt x="10509832" y="3350924"/>
                  </a:lnTo>
                  <a:lnTo>
                    <a:pt x="10509911" y="3350929"/>
                  </a:lnTo>
                  <a:lnTo>
                    <a:pt x="11981298" y="335092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85" name="pl2185"/>
            <p:cNvSpPr/>
            <p:nvPr/>
          </p:nvSpPr>
          <p:spPr>
            <a:xfrm>
              <a:off x="4799595" y="3484111"/>
              <a:ext cx="11981298" cy="7739829"/>
            </a:xfrm>
            <a:custGeom>
              <a:avLst/>
              <a:pathLst>
                <a:path w="11981298" h="7739829">
                  <a:moveTo>
                    <a:pt x="11981298" y="3350929"/>
                  </a:moveTo>
                  <a:lnTo>
                    <a:pt x="10509911" y="3350929"/>
                  </a:lnTo>
                  <a:lnTo>
                    <a:pt x="10508796" y="3350853"/>
                  </a:lnTo>
                  <a:lnTo>
                    <a:pt x="10501468" y="3350315"/>
                  </a:lnTo>
                  <a:lnTo>
                    <a:pt x="10482983" y="3348828"/>
                  </a:lnTo>
                  <a:lnTo>
                    <a:pt x="10449903" y="3345900"/>
                  </a:lnTo>
                  <a:lnTo>
                    <a:pt x="10400536" y="3341075"/>
                  </a:lnTo>
                  <a:lnTo>
                    <a:pt x="10335065" y="3333976"/>
                  </a:lnTo>
                  <a:lnTo>
                    <a:pt x="10255406" y="3324345"/>
                  </a:lnTo>
                  <a:lnTo>
                    <a:pt x="10164782" y="3312047"/>
                  </a:lnTo>
                  <a:lnTo>
                    <a:pt x="10067096" y="3297055"/>
                  </a:lnTo>
                  <a:lnTo>
                    <a:pt x="9966296" y="3279408"/>
                  </a:lnTo>
                  <a:lnTo>
                    <a:pt x="9865869" y="3259164"/>
                  </a:lnTo>
                  <a:lnTo>
                    <a:pt x="9768549" y="3236358"/>
                  </a:lnTo>
                  <a:lnTo>
                    <a:pt x="9676225" y="3210959"/>
                  </a:lnTo>
                  <a:lnTo>
                    <a:pt x="9589998" y="3182860"/>
                  </a:lnTo>
                  <a:lnTo>
                    <a:pt x="9510319" y="3151859"/>
                  </a:lnTo>
                  <a:lnTo>
                    <a:pt x="9437149" y="3117659"/>
                  </a:lnTo>
                  <a:lnTo>
                    <a:pt x="9370109" y="3079877"/>
                  </a:lnTo>
                  <a:lnTo>
                    <a:pt x="9308608" y="3038049"/>
                  </a:lnTo>
                  <a:lnTo>
                    <a:pt x="9251934" y="2991656"/>
                  </a:lnTo>
                  <a:lnTo>
                    <a:pt x="9199323" y="2940159"/>
                  </a:lnTo>
                  <a:lnTo>
                    <a:pt x="9150017" y="2883060"/>
                  </a:lnTo>
                  <a:lnTo>
                    <a:pt x="9103300" y="2820008"/>
                  </a:lnTo>
                  <a:lnTo>
                    <a:pt x="9084767" y="2792441"/>
                  </a:lnTo>
                  <a:lnTo>
                    <a:pt x="9049584" y="2736048"/>
                  </a:lnTo>
                  <a:lnTo>
                    <a:pt x="9015245" y="2675782"/>
                  </a:lnTo>
                  <a:lnTo>
                    <a:pt x="8981535" y="2611563"/>
                  </a:lnTo>
                  <a:lnTo>
                    <a:pt x="8948278" y="2543367"/>
                  </a:lnTo>
                  <a:lnTo>
                    <a:pt x="8915330" y="2471229"/>
                  </a:lnTo>
                  <a:lnTo>
                    <a:pt x="8882579" y="2395250"/>
                  </a:lnTo>
                  <a:lnTo>
                    <a:pt x="8849935" y="2315601"/>
                  </a:lnTo>
                  <a:lnTo>
                    <a:pt x="8817334" y="2232525"/>
                  </a:lnTo>
                  <a:lnTo>
                    <a:pt x="8784729" y="2146337"/>
                  </a:lnTo>
                  <a:lnTo>
                    <a:pt x="8752092" y="2057420"/>
                  </a:lnTo>
                  <a:lnTo>
                    <a:pt x="8719410" y="1966223"/>
                  </a:lnTo>
                  <a:lnTo>
                    <a:pt x="8686683" y="1873247"/>
                  </a:lnTo>
                  <a:lnTo>
                    <a:pt x="8653920" y="1779040"/>
                  </a:lnTo>
                  <a:lnTo>
                    <a:pt x="8621136" y="1684182"/>
                  </a:lnTo>
                  <a:lnTo>
                    <a:pt x="8588350" y="1589269"/>
                  </a:lnTo>
                  <a:lnTo>
                    <a:pt x="8555581" y="1494898"/>
                  </a:lnTo>
                  <a:lnTo>
                    <a:pt x="8522847" y="1401654"/>
                  </a:lnTo>
                  <a:lnTo>
                    <a:pt x="8490157" y="1310091"/>
                  </a:lnTo>
                  <a:lnTo>
                    <a:pt x="8457512" y="1220720"/>
                  </a:lnTo>
                  <a:lnTo>
                    <a:pt x="8424903" y="1134001"/>
                  </a:lnTo>
                  <a:lnTo>
                    <a:pt x="8392304" y="1050328"/>
                  </a:lnTo>
                  <a:lnTo>
                    <a:pt x="8359672" y="970030"/>
                  </a:lnTo>
                  <a:lnTo>
                    <a:pt x="8326946" y="893362"/>
                  </a:lnTo>
                  <a:lnTo>
                    <a:pt x="8294043" y="820509"/>
                  </a:lnTo>
                  <a:lnTo>
                    <a:pt x="8260852" y="751585"/>
                  </a:lnTo>
                  <a:lnTo>
                    <a:pt x="8227237" y="686636"/>
                  </a:lnTo>
                  <a:lnTo>
                    <a:pt x="8193029" y="625649"/>
                  </a:lnTo>
                  <a:lnTo>
                    <a:pt x="8158019" y="568554"/>
                  </a:lnTo>
                  <a:lnTo>
                    <a:pt x="8151487" y="558488"/>
                  </a:lnTo>
                  <a:lnTo>
                    <a:pt x="8105644" y="492960"/>
                  </a:lnTo>
                  <a:lnTo>
                    <a:pt x="8057480" y="433452"/>
                  </a:lnTo>
                  <a:lnTo>
                    <a:pt x="8006314" y="379715"/>
                  </a:lnTo>
                  <a:lnTo>
                    <a:pt x="7951397" y="331296"/>
                  </a:lnTo>
                  <a:lnTo>
                    <a:pt x="7891963" y="287664"/>
                  </a:lnTo>
                  <a:lnTo>
                    <a:pt x="7827271" y="248285"/>
                  </a:lnTo>
                  <a:lnTo>
                    <a:pt x="7756672" y="212669"/>
                  </a:lnTo>
                  <a:lnTo>
                    <a:pt x="7679686" y="180399"/>
                  </a:lnTo>
                  <a:lnTo>
                    <a:pt x="7596117" y="151141"/>
                  </a:lnTo>
                  <a:lnTo>
                    <a:pt x="7506198" y="124655"/>
                  </a:lnTo>
                  <a:lnTo>
                    <a:pt x="7410743" y="100794"/>
                  </a:lnTo>
                  <a:lnTo>
                    <a:pt x="7311306" y="79500"/>
                  </a:lnTo>
                  <a:lnTo>
                    <a:pt x="7210275" y="60783"/>
                  </a:lnTo>
                  <a:lnTo>
                    <a:pt x="7110853" y="44697"/>
                  </a:lnTo>
                  <a:lnTo>
                    <a:pt x="7016849" y="31294"/>
                  </a:lnTo>
                  <a:lnTo>
                    <a:pt x="6932257" y="20580"/>
                  </a:lnTo>
                  <a:lnTo>
                    <a:pt x="6860656" y="12468"/>
                  </a:lnTo>
                  <a:lnTo>
                    <a:pt x="6804567" y="6751"/>
                  </a:lnTo>
                  <a:lnTo>
                    <a:pt x="6764915" y="3098"/>
                  </a:lnTo>
                  <a:lnTo>
                    <a:pt x="6740775" y="1079"/>
                  </a:lnTo>
                  <a:lnTo>
                    <a:pt x="6729394" y="212"/>
                  </a:lnTo>
                  <a:lnTo>
                    <a:pt x="6726422" y="5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245" y="109"/>
                  </a:lnTo>
                  <a:lnTo>
                    <a:pt x="5249536" y="891"/>
                  </a:lnTo>
                  <a:lnTo>
                    <a:pt x="5237514" y="3048"/>
                  </a:lnTo>
                  <a:lnTo>
                    <a:pt x="5215646" y="7304"/>
                  </a:lnTo>
                  <a:lnTo>
                    <a:pt x="5182295" y="14361"/>
                  </a:lnTo>
                  <a:lnTo>
                    <a:pt x="5136814" y="24853"/>
                  </a:lnTo>
                  <a:lnTo>
                    <a:pt x="5079580" y="39295"/>
                  </a:lnTo>
                  <a:lnTo>
                    <a:pt x="5011891" y="58053"/>
                  </a:lnTo>
                  <a:lnTo>
                    <a:pt x="4935754" y="81332"/>
                  </a:lnTo>
                  <a:lnTo>
                    <a:pt x="4853596" y="109200"/>
                  </a:lnTo>
                  <a:lnTo>
                    <a:pt x="4767956" y="141621"/>
                  </a:lnTo>
                  <a:lnTo>
                    <a:pt x="4681222" y="178513"/>
                  </a:lnTo>
                  <a:lnTo>
                    <a:pt x="4595439" y="219796"/>
                  </a:lnTo>
                  <a:lnTo>
                    <a:pt x="4512217" y="265437"/>
                  </a:lnTo>
                  <a:lnTo>
                    <a:pt x="4432704" y="315485"/>
                  </a:lnTo>
                  <a:lnTo>
                    <a:pt x="4357617" y="370092"/>
                  </a:lnTo>
                  <a:lnTo>
                    <a:pt x="4287312" y="429523"/>
                  </a:lnTo>
                  <a:lnTo>
                    <a:pt x="4221855" y="494166"/>
                  </a:lnTo>
                  <a:lnTo>
                    <a:pt x="4161096" y="564520"/>
                  </a:lnTo>
                  <a:lnTo>
                    <a:pt x="4104735" y="641193"/>
                  </a:lnTo>
                  <a:lnTo>
                    <a:pt x="4052373" y="724886"/>
                  </a:lnTo>
                  <a:lnTo>
                    <a:pt x="4003555" y="816363"/>
                  </a:lnTo>
                  <a:lnTo>
                    <a:pt x="3957798" y="916415"/>
                  </a:lnTo>
                  <a:lnTo>
                    <a:pt x="3914618" y="1025794"/>
                  </a:lnTo>
                  <a:lnTo>
                    <a:pt x="3873551" y="1145111"/>
                  </a:lnTo>
                  <a:lnTo>
                    <a:pt x="3834170" y="1274690"/>
                  </a:lnTo>
                  <a:lnTo>
                    <a:pt x="3829811" y="1289971"/>
                  </a:lnTo>
                  <a:lnTo>
                    <a:pt x="3805801" y="1377515"/>
                  </a:lnTo>
                  <a:lnTo>
                    <a:pt x="3782216" y="1469154"/>
                  </a:lnTo>
                  <a:lnTo>
                    <a:pt x="3758982" y="1564964"/>
                  </a:lnTo>
                  <a:lnTo>
                    <a:pt x="3736033" y="1664993"/>
                  </a:lnTo>
                  <a:lnTo>
                    <a:pt x="3713315" y="1769266"/>
                  </a:lnTo>
                  <a:lnTo>
                    <a:pt x="3690776" y="1877777"/>
                  </a:lnTo>
                  <a:lnTo>
                    <a:pt x="3668376" y="1990489"/>
                  </a:lnTo>
                  <a:lnTo>
                    <a:pt x="3646077" y="2107333"/>
                  </a:lnTo>
                  <a:lnTo>
                    <a:pt x="3623850" y="2228207"/>
                  </a:lnTo>
                  <a:lnTo>
                    <a:pt x="3601667" y="2352971"/>
                  </a:lnTo>
                  <a:lnTo>
                    <a:pt x="3579509" y="2481453"/>
                  </a:lnTo>
                  <a:lnTo>
                    <a:pt x="3557359" y="2613444"/>
                  </a:lnTo>
                  <a:lnTo>
                    <a:pt x="3535204" y="2748698"/>
                  </a:lnTo>
                  <a:lnTo>
                    <a:pt x="3513036" y="2886939"/>
                  </a:lnTo>
                  <a:lnTo>
                    <a:pt x="3490850" y="3027855"/>
                  </a:lnTo>
                  <a:lnTo>
                    <a:pt x="3468642" y="3171109"/>
                  </a:lnTo>
                  <a:lnTo>
                    <a:pt x="3446412" y="3316332"/>
                  </a:lnTo>
                  <a:lnTo>
                    <a:pt x="3424163" y="3463137"/>
                  </a:lnTo>
                  <a:lnTo>
                    <a:pt x="3401899" y="3611115"/>
                  </a:lnTo>
                  <a:lnTo>
                    <a:pt x="3379625" y="3759844"/>
                  </a:lnTo>
                  <a:lnTo>
                    <a:pt x="3357345" y="3908895"/>
                  </a:lnTo>
                  <a:lnTo>
                    <a:pt x="3335068" y="4057832"/>
                  </a:lnTo>
                  <a:lnTo>
                    <a:pt x="3312798" y="4206222"/>
                  </a:lnTo>
                  <a:lnTo>
                    <a:pt x="3290541" y="4353638"/>
                  </a:lnTo>
                  <a:lnTo>
                    <a:pt x="3268302" y="4499666"/>
                  </a:lnTo>
                  <a:lnTo>
                    <a:pt x="3246084" y="4643906"/>
                  </a:lnTo>
                  <a:lnTo>
                    <a:pt x="3223887" y="4785981"/>
                  </a:lnTo>
                  <a:lnTo>
                    <a:pt x="3201711" y="4925539"/>
                  </a:lnTo>
                  <a:lnTo>
                    <a:pt x="3179551" y="5062255"/>
                  </a:lnTo>
                  <a:lnTo>
                    <a:pt x="3157400" y="5195835"/>
                  </a:lnTo>
                  <a:lnTo>
                    <a:pt x="3135247" y="5326019"/>
                  </a:lnTo>
                  <a:lnTo>
                    <a:pt x="3113079" y="5452581"/>
                  </a:lnTo>
                  <a:lnTo>
                    <a:pt x="3090875" y="5575330"/>
                  </a:lnTo>
                  <a:lnTo>
                    <a:pt x="3068614" y="5694111"/>
                  </a:lnTo>
                  <a:lnTo>
                    <a:pt x="3046266" y="5808805"/>
                  </a:lnTo>
                  <a:lnTo>
                    <a:pt x="3023799" y="5919326"/>
                  </a:lnTo>
                  <a:lnTo>
                    <a:pt x="3001172" y="6025623"/>
                  </a:lnTo>
                  <a:lnTo>
                    <a:pt x="2978340" y="6127676"/>
                  </a:lnTo>
                  <a:lnTo>
                    <a:pt x="2955249" y="6225494"/>
                  </a:lnTo>
                  <a:lnTo>
                    <a:pt x="2931840" y="6319114"/>
                  </a:lnTo>
                  <a:lnTo>
                    <a:pt x="2908043" y="6408601"/>
                  </a:lnTo>
                  <a:lnTo>
                    <a:pt x="2896531" y="6449857"/>
                  </a:lnTo>
                  <a:lnTo>
                    <a:pt x="2857317" y="6580596"/>
                  </a:lnTo>
                  <a:lnTo>
                    <a:pt x="2816460" y="6701064"/>
                  </a:lnTo>
                  <a:lnTo>
                    <a:pt x="2773542" y="6811538"/>
                  </a:lnTo>
                  <a:lnTo>
                    <a:pt x="2728100" y="6912608"/>
                  </a:lnTo>
                  <a:lnTo>
                    <a:pt x="2679652" y="7005014"/>
                  </a:lnTo>
                  <a:lnTo>
                    <a:pt x="2627715" y="7089546"/>
                  </a:lnTo>
                  <a:lnTo>
                    <a:pt x="2571827" y="7166976"/>
                  </a:lnTo>
                  <a:lnTo>
                    <a:pt x="2511582" y="7238012"/>
                  </a:lnTo>
                  <a:lnTo>
                    <a:pt x="2446666" y="7303272"/>
                  </a:lnTo>
                  <a:lnTo>
                    <a:pt x="2376910" y="7363271"/>
                  </a:lnTo>
                  <a:lnTo>
                    <a:pt x="2302352" y="7418407"/>
                  </a:lnTo>
                  <a:lnTo>
                    <a:pt x="2223309" y="7468960"/>
                  </a:lnTo>
                  <a:lnTo>
                    <a:pt x="2140457" y="7515095"/>
                  </a:lnTo>
                  <a:lnTo>
                    <a:pt x="2054892" y="7556870"/>
                  </a:lnTo>
                  <a:lnTo>
                    <a:pt x="1968170" y="7594262"/>
                  </a:lnTo>
                  <a:lnTo>
                    <a:pt x="1882292" y="7627193"/>
                  </a:lnTo>
                  <a:lnTo>
                    <a:pt x="1799615" y="7655578"/>
                  </a:lnTo>
                  <a:lnTo>
                    <a:pt x="1722671" y="7679375"/>
                  </a:lnTo>
                  <a:lnTo>
                    <a:pt x="1653916" y="7698636"/>
                  </a:lnTo>
                  <a:lnTo>
                    <a:pt x="1595421" y="7713550"/>
                  </a:lnTo>
                  <a:lnTo>
                    <a:pt x="1548575" y="7724465"/>
                  </a:lnTo>
                  <a:lnTo>
                    <a:pt x="1513867" y="7731880"/>
                  </a:lnTo>
                  <a:lnTo>
                    <a:pt x="1490767" y="7736418"/>
                  </a:lnTo>
                  <a:lnTo>
                    <a:pt x="1477744" y="7738776"/>
                  </a:lnTo>
                  <a:lnTo>
                    <a:pt x="1472360" y="7739677"/>
                  </a:lnTo>
                  <a:lnTo>
                    <a:pt x="1471388" y="7739829"/>
                  </a:lnTo>
                  <a:lnTo>
                    <a:pt x="1471387" y="7739829"/>
                  </a:lnTo>
                  <a:lnTo>
                    <a:pt x="0" y="7739829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86" name="pg2186"/>
            <p:cNvSpPr/>
            <p:nvPr/>
          </p:nvSpPr>
          <p:spPr>
            <a:xfrm>
              <a:off x="4799595" y="4652850"/>
              <a:ext cx="11981298" cy="6587436"/>
            </a:xfrm>
            <a:custGeom>
              <a:avLst/>
              <a:pathLst>
                <a:path w="11981298" h="6587436">
                  <a:moveTo>
                    <a:pt x="0" y="6587436"/>
                  </a:moveTo>
                  <a:lnTo>
                    <a:pt x="1471387" y="6587436"/>
                  </a:lnTo>
                  <a:lnTo>
                    <a:pt x="1472167" y="6587333"/>
                  </a:lnTo>
                  <a:lnTo>
                    <a:pt x="1477335" y="6586601"/>
                  </a:lnTo>
                  <a:lnTo>
                    <a:pt x="1490498" y="6584579"/>
                  </a:lnTo>
                  <a:lnTo>
                    <a:pt x="1514368" y="6580592"/>
                  </a:lnTo>
                  <a:lnTo>
                    <a:pt x="1550628" y="6573987"/>
                  </a:lnTo>
                  <a:lnTo>
                    <a:pt x="1599821" y="6564185"/>
                  </a:lnTo>
                  <a:lnTo>
                    <a:pt x="1661343" y="6550727"/>
                  </a:lnTo>
                  <a:lnTo>
                    <a:pt x="1733577" y="6533304"/>
                  </a:lnTo>
                  <a:lnTo>
                    <a:pt x="1814171" y="6511757"/>
                  </a:lnTo>
                  <a:lnTo>
                    <a:pt x="1900389" y="6486052"/>
                  </a:lnTo>
                  <a:lnTo>
                    <a:pt x="1989463" y="6456243"/>
                  </a:lnTo>
                  <a:lnTo>
                    <a:pt x="2078874" y="6422410"/>
                  </a:lnTo>
                  <a:lnTo>
                    <a:pt x="2166544" y="6384616"/>
                  </a:lnTo>
                  <a:lnTo>
                    <a:pt x="2250909" y="6342863"/>
                  </a:lnTo>
                  <a:lnTo>
                    <a:pt x="2330920" y="6297065"/>
                  </a:lnTo>
                  <a:lnTo>
                    <a:pt x="2405984" y="6247030"/>
                  </a:lnTo>
                  <a:lnTo>
                    <a:pt x="2475882" y="6192453"/>
                  </a:lnTo>
                  <a:lnTo>
                    <a:pt x="2540676" y="6132913"/>
                  </a:lnTo>
                  <a:lnTo>
                    <a:pt x="2600634" y="6067884"/>
                  </a:lnTo>
                  <a:lnTo>
                    <a:pt x="2656156" y="5996743"/>
                  </a:lnTo>
                  <a:lnTo>
                    <a:pt x="2707727" y="5918792"/>
                  </a:lnTo>
                  <a:lnTo>
                    <a:pt x="2755870" y="5833296"/>
                  </a:lnTo>
                  <a:lnTo>
                    <a:pt x="2801120" y="5739531"/>
                  </a:lnTo>
                  <a:lnTo>
                    <a:pt x="2843997" y="5636880"/>
                  </a:lnTo>
                  <a:lnTo>
                    <a:pt x="2884980" y="5524964"/>
                  </a:lnTo>
                  <a:lnTo>
                    <a:pt x="2896531" y="5490892"/>
                  </a:lnTo>
                  <a:lnTo>
                    <a:pt x="2922474" y="5410269"/>
                  </a:lnTo>
                  <a:lnTo>
                    <a:pt x="2947928" y="5325570"/>
                  </a:lnTo>
                  <a:lnTo>
                    <a:pt x="2972985" y="5236716"/>
                  </a:lnTo>
                  <a:lnTo>
                    <a:pt x="2997724" y="5143659"/>
                  </a:lnTo>
                  <a:lnTo>
                    <a:pt x="3022214" y="5046383"/>
                  </a:lnTo>
                  <a:lnTo>
                    <a:pt x="3046514" y="4944907"/>
                  </a:lnTo>
                  <a:lnTo>
                    <a:pt x="3070674" y="4839284"/>
                  </a:lnTo>
                  <a:lnTo>
                    <a:pt x="3094736" y="4729608"/>
                  </a:lnTo>
                  <a:lnTo>
                    <a:pt x="3118736" y="4616014"/>
                  </a:lnTo>
                  <a:lnTo>
                    <a:pt x="3142701" y="4498675"/>
                  </a:lnTo>
                  <a:lnTo>
                    <a:pt x="3166653" y="4377808"/>
                  </a:lnTo>
                  <a:lnTo>
                    <a:pt x="3190609" y="4253670"/>
                  </a:lnTo>
                  <a:lnTo>
                    <a:pt x="3214581" y="4126557"/>
                  </a:lnTo>
                  <a:lnTo>
                    <a:pt x="3238574" y="3996804"/>
                  </a:lnTo>
                  <a:lnTo>
                    <a:pt x="3262593" y="3864777"/>
                  </a:lnTo>
                  <a:lnTo>
                    <a:pt x="3286637" y="3730876"/>
                  </a:lnTo>
                  <a:lnTo>
                    <a:pt x="3310702" y="3595524"/>
                  </a:lnTo>
                  <a:lnTo>
                    <a:pt x="3334782" y="3459164"/>
                  </a:lnTo>
                  <a:lnTo>
                    <a:pt x="3358872" y="3322256"/>
                  </a:lnTo>
                  <a:lnTo>
                    <a:pt x="3382964" y="3185263"/>
                  </a:lnTo>
                  <a:lnTo>
                    <a:pt x="3407048" y="3048655"/>
                  </a:lnTo>
                  <a:lnTo>
                    <a:pt x="3431120" y="2912892"/>
                  </a:lnTo>
                  <a:lnTo>
                    <a:pt x="3455171" y="2778423"/>
                  </a:lnTo>
                  <a:lnTo>
                    <a:pt x="3479199" y="2645680"/>
                  </a:lnTo>
                  <a:lnTo>
                    <a:pt x="3503202" y="2515071"/>
                  </a:lnTo>
                  <a:lnTo>
                    <a:pt x="3527180" y="2386976"/>
                  </a:lnTo>
                  <a:lnTo>
                    <a:pt x="3551141" y="2261740"/>
                  </a:lnTo>
                  <a:lnTo>
                    <a:pt x="3575093" y="2139674"/>
                  </a:lnTo>
                  <a:lnTo>
                    <a:pt x="3599051" y="2021050"/>
                  </a:lnTo>
                  <a:lnTo>
                    <a:pt x="3623036" y="1906097"/>
                  </a:lnTo>
                  <a:lnTo>
                    <a:pt x="3647072" y="1795005"/>
                  </a:lnTo>
                  <a:lnTo>
                    <a:pt x="3671193" y="1687923"/>
                  </a:lnTo>
                  <a:lnTo>
                    <a:pt x="3695438" y="1584959"/>
                  </a:lnTo>
                  <a:lnTo>
                    <a:pt x="3719853" y="1486180"/>
                  </a:lnTo>
                  <a:lnTo>
                    <a:pt x="3744496" y="1391618"/>
                  </a:lnTo>
                  <a:lnTo>
                    <a:pt x="3769431" y="1301268"/>
                  </a:lnTo>
                  <a:lnTo>
                    <a:pt x="3794733" y="1215093"/>
                  </a:lnTo>
                  <a:lnTo>
                    <a:pt x="3820490" y="1133026"/>
                  </a:lnTo>
                  <a:lnTo>
                    <a:pt x="3829811" y="1104716"/>
                  </a:lnTo>
                  <a:lnTo>
                    <a:pt x="3870328" y="990107"/>
                  </a:lnTo>
                  <a:lnTo>
                    <a:pt x="3912611" y="884804"/>
                  </a:lnTo>
                  <a:lnTo>
                    <a:pt x="3957123" y="788527"/>
                  </a:lnTo>
                  <a:lnTo>
                    <a:pt x="4004376" y="700713"/>
                  </a:lnTo>
                  <a:lnTo>
                    <a:pt x="4054901" y="620659"/>
                  </a:lnTo>
                  <a:lnTo>
                    <a:pt x="4109229" y="547624"/>
                  </a:lnTo>
                  <a:lnTo>
                    <a:pt x="4167860" y="480897"/>
                  </a:lnTo>
                  <a:lnTo>
                    <a:pt x="4231222" y="419829"/>
                  </a:lnTo>
                  <a:lnTo>
                    <a:pt x="4299628" y="363866"/>
                  </a:lnTo>
                  <a:lnTo>
                    <a:pt x="4373207" y="312555"/>
                  </a:lnTo>
                  <a:lnTo>
                    <a:pt x="4451832" y="265557"/>
                  </a:lnTo>
                  <a:lnTo>
                    <a:pt x="4535025" y="222649"/>
                  </a:lnTo>
                  <a:lnTo>
                    <a:pt x="4621877" y="183714"/>
                  </a:lnTo>
                  <a:lnTo>
                    <a:pt x="4710977" y="148732"/>
                  </a:lnTo>
                  <a:lnTo>
                    <a:pt x="4800390" y="117752"/>
                  </a:lnTo>
                  <a:lnTo>
                    <a:pt x="4887711" y="90854"/>
                  </a:lnTo>
                  <a:lnTo>
                    <a:pt x="4970219" y="68104"/>
                  </a:lnTo>
                  <a:lnTo>
                    <a:pt x="5045134" y="49499"/>
                  </a:lnTo>
                  <a:lnTo>
                    <a:pt x="5109956" y="34920"/>
                  </a:lnTo>
                  <a:lnTo>
                    <a:pt x="5162823" y="24102"/>
                  </a:lnTo>
                  <a:lnTo>
                    <a:pt x="5202816" y="16628"/>
                  </a:lnTo>
                  <a:lnTo>
                    <a:pt x="5230142" y="11950"/>
                  </a:lnTo>
                  <a:lnTo>
                    <a:pt x="5246162" y="9429"/>
                  </a:lnTo>
                  <a:lnTo>
                    <a:pt x="5253308" y="8394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151" y="8272"/>
                  </a:lnTo>
                  <a:lnTo>
                    <a:pt x="6732503" y="8980"/>
                  </a:lnTo>
                  <a:lnTo>
                    <a:pt x="6746123" y="10933"/>
                  </a:lnTo>
                  <a:lnTo>
                    <a:pt x="6770790" y="14787"/>
                  </a:lnTo>
                  <a:lnTo>
                    <a:pt x="6808204" y="21167"/>
                  </a:lnTo>
                  <a:lnTo>
                    <a:pt x="6858861" y="30630"/>
                  </a:lnTo>
                  <a:lnTo>
                    <a:pt x="6922056" y="43607"/>
                  </a:lnTo>
                  <a:lnTo>
                    <a:pt x="6996044" y="60388"/>
                  </a:lnTo>
                  <a:lnTo>
                    <a:pt x="7078334" y="81113"/>
                  </a:lnTo>
                  <a:lnTo>
                    <a:pt x="7166072" y="105802"/>
                  </a:lnTo>
                  <a:lnTo>
                    <a:pt x="7256403" y="134401"/>
                  </a:lnTo>
                  <a:lnTo>
                    <a:pt x="7346767" y="166830"/>
                  </a:lnTo>
                  <a:lnTo>
                    <a:pt x="7435082" y="203035"/>
                  </a:lnTo>
                  <a:lnTo>
                    <a:pt x="7519808" y="243026"/>
                  </a:lnTo>
                  <a:lnTo>
                    <a:pt x="7599940" y="286901"/>
                  </a:lnTo>
                  <a:lnTo>
                    <a:pt x="7674938" y="334866"/>
                  </a:lnTo>
                  <a:lnTo>
                    <a:pt x="7744637" y="387237"/>
                  </a:lnTo>
                  <a:lnTo>
                    <a:pt x="7809149" y="444440"/>
                  </a:lnTo>
                  <a:lnTo>
                    <a:pt x="7868788" y="507005"/>
                  </a:lnTo>
                  <a:lnTo>
                    <a:pt x="7923991" y="575552"/>
                  </a:lnTo>
                  <a:lnTo>
                    <a:pt x="7975274" y="650767"/>
                  </a:lnTo>
                  <a:lnTo>
                    <a:pt x="8023186" y="733365"/>
                  </a:lnTo>
                  <a:lnTo>
                    <a:pt x="8068278" y="824026"/>
                  </a:lnTo>
                  <a:lnTo>
                    <a:pt x="8111082" y="923298"/>
                  </a:lnTo>
                  <a:lnTo>
                    <a:pt x="8151487" y="1029797"/>
                  </a:lnTo>
                  <a:lnTo>
                    <a:pt x="8178311" y="1107556"/>
                  </a:lnTo>
                  <a:lnTo>
                    <a:pt x="8204615" y="1189382"/>
                  </a:lnTo>
                  <a:lnTo>
                    <a:pt x="8230501" y="1275353"/>
                  </a:lnTo>
                  <a:lnTo>
                    <a:pt x="8256055" y="1365515"/>
                  </a:lnTo>
                  <a:lnTo>
                    <a:pt x="8281351" y="1459882"/>
                  </a:lnTo>
                  <a:lnTo>
                    <a:pt x="8306454" y="1558430"/>
                  </a:lnTo>
                  <a:lnTo>
                    <a:pt x="8331417" y="1661093"/>
                  </a:lnTo>
                  <a:lnTo>
                    <a:pt x="8356286" y="1767768"/>
                  </a:lnTo>
                  <a:lnTo>
                    <a:pt x="8381096" y="1878304"/>
                  </a:lnTo>
                  <a:lnTo>
                    <a:pt x="8405877" y="1992511"/>
                  </a:lnTo>
                  <a:lnTo>
                    <a:pt x="8430651" y="2110150"/>
                  </a:lnTo>
                  <a:lnTo>
                    <a:pt x="8455435" y="2230942"/>
                  </a:lnTo>
                  <a:lnTo>
                    <a:pt x="8480238" y="2354567"/>
                  </a:lnTo>
                  <a:lnTo>
                    <a:pt x="8505067" y="2480664"/>
                  </a:lnTo>
                  <a:lnTo>
                    <a:pt x="8529923" y="2608839"/>
                  </a:lnTo>
                  <a:lnTo>
                    <a:pt x="8554804" y="2738668"/>
                  </a:lnTo>
                  <a:lnTo>
                    <a:pt x="8579705" y="2869702"/>
                  </a:lnTo>
                  <a:lnTo>
                    <a:pt x="8604619" y="3001475"/>
                  </a:lnTo>
                  <a:lnTo>
                    <a:pt x="8629537" y="3133509"/>
                  </a:lnTo>
                  <a:lnTo>
                    <a:pt x="8654452" y="3265323"/>
                  </a:lnTo>
                  <a:lnTo>
                    <a:pt x="8679354" y="3396438"/>
                  </a:lnTo>
                  <a:lnTo>
                    <a:pt x="8704237" y="3526386"/>
                  </a:lnTo>
                  <a:lnTo>
                    <a:pt x="8729095" y="3654717"/>
                  </a:lnTo>
                  <a:lnTo>
                    <a:pt x="8753926" y="3781004"/>
                  </a:lnTo>
                  <a:lnTo>
                    <a:pt x="8778732" y="3904851"/>
                  </a:lnTo>
                  <a:lnTo>
                    <a:pt x="8803517" y="4025895"/>
                  </a:lnTo>
                  <a:lnTo>
                    <a:pt x="8828291" y="4143811"/>
                  </a:lnTo>
                  <a:lnTo>
                    <a:pt x="8853071" y="4258316"/>
                  </a:lnTo>
                  <a:lnTo>
                    <a:pt x="8877877" y="4369170"/>
                  </a:lnTo>
                  <a:lnTo>
                    <a:pt x="8902740" y="4476175"/>
                  </a:lnTo>
                  <a:lnTo>
                    <a:pt x="8927693" y="4579181"/>
                  </a:lnTo>
                  <a:lnTo>
                    <a:pt x="8952783" y="4678078"/>
                  </a:lnTo>
                  <a:lnTo>
                    <a:pt x="8978061" y="4772798"/>
                  </a:lnTo>
                  <a:lnTo>
                    <a:pt x="9003590" y="4863315"/>
                  </a:lnTo>
                  <a:lnTo>
                    <a:pt x="9029444" y="4949637"/>
                  </a:lnTo>
                  <a:lnTo>
                    <a:pt x="9055710" y="5031809"/>
                  </a:lnTo>
                  <a:lnTo>
                    <a:pt x="9082486" y="5109906"/>
                  </a:lnTo>
                  <a:lnTo>
                    <a:pt x="9084767" y="5116296"/>
                  </a:lnTo>
                  <a:lnTo>
                    <a:pt x="9125786" y="5224319"/>
                  </a:lnTo>
                  <a:lnTo>
                    <a:pt x="9168620" y="5323462"/>
                  </a:lnTo>
                  <a:lnTo>
                    <a:pt x="9213750" y="5414000"/>
                  </a:lnTo>
                  <a:lnTo>
                    <a:pt x="9261707" y="5496485"/>
                  </a:lnTo>
                  <a:lnTo>
                    <a:pt x="9313044" y="5571597"/>
                  </a:lnTo>
                  <a:lnTo>
                    <a:pt x="9368309" y="5640051"/>
                  </a:lnTo>
                  <a:lnTo>
                    <a:pt x="9428016" y="5702533"/>
                  </a:lnTo>
                  <a:lnTo>
                    <a:pt x="9492603" y="5759661"/>
                  </a:lnTo>
                  <a:lnTo>
                    <a:pt x="9562379" y="5811964"/>
                  </a:lnTo>
                  <a:lnTo>
                    <a:pt x="9637455" y="5859866"/>
                  </a:lnTo>
                  <a:lnTo>
                    <a:pt x="9717660" y="5903684"/>
                  </a:lnTo>
                  <a:lnTo>
                    <a:pt x="9802447" y="5943618"/>
                  </a:lnTo>
                  <a:lnTo>
                    <a:pt x="9890804" y="5979768"/>
                  </a:lnTo>
                  <a:lnTo>
                    <a:pt x="9981185" y="6012142"/>
                  </a:lnTo>
                  <a:lnTo>
                    <a:pt x="10071497" y="6040683"/>
                  </a:lnTo>
                  <a:lnTo>
                    <a:pt x="10159176" y="6065315"/>
                  </a:lnTo>
                  <a:lnTo>
                    <a:pt x="10241364" y="6085981"/>
                  </a:lnTo>
                  <a:lnTo>
                    <a:pt x="10315210" y="6102704"/>
                  </a:lnTo>
                  <a:lnTo>
                    <a:pt x="10378231" y="6115628"/>
                  </a:lnTo>
                  <a:lnTo>
                    <a:pt x="10428696" y="6125041"/>
                  </a:lnTo>
                  <a:lnTo>
                    <a:pt x="10465915" y="6131381"/>
                  </a:lnTo>
                  <a:lnTo>
                    <a:pt x="10490405" y="6135201"/>
                  </a:lnTo>
                  <a:lnTo>
                    <a:pt x="10503881" y="6137132"/>
                  </a:lnTo>
                  <a:lnTo>
                    <a:pt x="10509137" y="6137826"/>
                  </a:lnTo>
                  <a:lnTo>
                    <a:pt x="10509911" y="6137921"/>
                  </a:lnTo>
                  <a:lnTo>
                    <a:pt x="11981298" y="6137921"/>
                  </a:lnTo>
                  <a:lnTo>
                    <a:pt x="11981298" y="6129748"/>
                  </a:lnTo>
                  <a:lnTo>
                    <a:pt x="10509911" y="6129748"/>
                  </a:lnTo>
                  <a:lnTo>
                    <a:pt x="10509102" y="6129649"/>
                  </a:lnTo>
                  <a:lnTo>
                    <a:pt x="10503750" y="6128941"/>
                  </a:lnTo>
                  <a:lnTo>
                    <a:pt x="10490131" y="6126987"/>
                  </a:lnTo>
                  <a:lnTo>
                    <a:pt x="10465463" y="6123134"/>
                  </a:lnTo>
                  <a:lnTo>
                    <a:pt x="10428049" y="6116753"/>
                  </a:lnTo>
                  <a:lnTo>
                    <a:pt x="10377392" y="6107291"/>
                  </a:lnTo>
                  <a:lnTo>
                    <a:pt x="10314197" y="6094313"/>
                  </a:lnTo>
                  <a:lnTo>
                    <a:pt x="10240209" y="6077533"/>
                  </a:lnTo>
                  <a:lnTo>
                    <a:pt x="10157919" y="6056808"/>
                  </a:lnTo>
                  <a:lnTo>
                    <a:pt x="10070182" y="6032119"/>
                  </a:lnTo>
                  <a:lnTo>
                    <a:pt x="9979851" y="6003520"/>
                  </a:lnTo>
                  <a:lnTo>
                    <a:pt x="9889486" y="5971091"/>
                  </a:lnTo>
                  <a:lnTo>
                    <a:pt x="9801172" y="5934886"/>
                  </a:lnTo>
                  <a:lnTo>
                    <a:pt x="9716446" y="5894895"/>
                  </a:lnTo>
                  <a:lnTo>
                    <a:pt x="9636313" y="5851019"/>
                  </a:lnTo>
                  <a:lnTo>
                    <a:pt x="9561315" y="5803054"/>
                  </a:lnTo>
                  <a:lnTo>
                    <a:pt x="9491617" y="5750684"/>
                  </a:lnTo>
                  <a:lnTo>
                    <a:pt x="9427104" y="5693481"/>
                  </a:lnTo>
                  <a:lnTo>
                    <a:pt x="9367465" y="5630916"/>
                  </a:lnTo>
                  <a:lnTo>
                    <a:pt x="9312262" y="5562369"/>
                  </a:lnTo>
                  <a:lnTo>
                    <a:pt x="9260979" y="5487154"/>
                  </a:lnTo>
                  <a:lnTo>
                    <a:pt x="9213067" y="5404556"/>
                  </a:lnTo>
                  <a:lnTo>
                    <a:pt x="9167975" y="5313895"/>
                  </a:lnTo>
                  <a:lnTo>
                    <a:pt x="9125171" y="5214622"/>
                  </a:lnTo>
                  <a:lnTo>
                    <a:pt x="9084767" y="5108123"/>
                  </a:lnTo>
                  <a:lnTo>
                    <a:pt x="9057942" y="5030364"/>
                  </a:lnTo>
                  <a:lnTo>
                    <a:pt x="9031638" y="4948539"/>
                  </a:lnTo>
                  <a:lnTo>
                    <a:pt x="9005752" y="4862568"/>
                  </a:lnTo>
                  <a:lnTo>
                    <a:pt x="8980199" y="4772405"/>
                  </a:lnTo>
                  <a:lnTo>
                    <a:pt x="8954902" y="4678038"/>
                  </a:lnTo>
                  <a:lnTo>
                    <a:pt x="8929799" y="4579491"/>
                  </a:lnTo>
                  <a:lnTo>
                    <a:pt x="8904836" y="4476828"/>
                  </a:lnTo>
                  <a:lnTo>
                    <a:pt x="8879967" y="4370153"/>
                  </a:lnTo>
                  <a:lnTo>
                    <a:pt x="8855157" y="4259616"/>
                  </a:lnTo>
                  <a:lnTo>
                    <a:pt x="8830376" y="4145410"/>
                  </a:lnTo>
                  <a:lnTo>
                    <a:pt x="8805602" y="4027771"/>
                  </a:lnTo>
                  <a:lnTo>
                    <a:pt x="8780819" y="3906978"/>
                  </a:lnTo>
                  <a:lnTo>
                    <a:pt x="8756015" y="3783354"/>
                  </a:lnTo>
                  <a:lnTo>
                    <a:pt x="8731186" y="3657257"/>
                  </a:lnTo>
                  <a:lnTo>
                    <a:pt x="8706330" y="3529082"/>
                  </a:lnTo>
                  <a:lnTo>
                    <a:pt x="8681449" y="3399253"/>
                  </a:lnTo>
                  <a:lnTo>
                    <a:pt x="8656548" y="3268218"/>
                  </a:lnTo>
                  <a:lnTo>
                    <a:pt x="8631634" y="3136445"/>
                  </a:lnTo>
                  <a:lnTo>
                    <a:pt x="8606716" y="3004411"/>
                  </a:lnTo>
                  <a:lnTo>
                    <a:pt x="8581801" y="2872598"/>
                  </a:lnTo>
                  <a:lnTo>
                    <a:pt x="8556899" y="2741483"/>
                  </a:lnTo>
                  <a:lnTo>
                    <a:pt x="8532016" y="2611535"/>
                  </a:lnTo>
                  <a:lnTo>
                    <a:pt x="8507158" y="2483204"/>
                  </a:lnTo>
                  <a:lnTo>
                    <a:pt x="8482327" y="2356917"/>
                  </a:lnTo>
                  <a:lnTo>
                    <a:pt x="8457521" y="2233070"/>
                  </a:lnTo>
                  <a:lnTo>
                    <a:pt x="8432737" y="2112026"/>
                  </a:lnTo>
                  <a:lnTo>
                    <a:pt x="8407962" y="1994110"/>
                  </a:lnTo>
                  <a:lnTo>
                    <a:pt x="8383182" y="1879605"/>
                  </a:lnTo>
                  <a:lnTo>
                    <a:pt x="8358376" y="1768751"/>
                  </a:lnTo>
                  <a:lnTo>
                    <a:pt x="8333514" y="1661745"/>
                  </a:lnTo>
                  <a:lnTo>
                    <a:pt x="8308560" y="1558739"/>
                  </a:lnTo>
                  <a:lnTo>
                    <a:pt x="8283470" y="1459843"/>
                  </a:lnTo>
                  <a:lnTo>
                    <a:pt x="8258192" y="1365122"/>
                  </a:lnTo>
                  <a:lnTo>
                    <a:pt x="8232663" y="1274606"/>
                  </a:lnTo>
                  <a:lnTo>
                    <a:pt x="8206809" y="1188284"/>
                  </a:lnTo>
                  <a:lnTo>
                    <a:pt x="8180543" y="1106112"/>
                  </a:lnTo>
                  <a:lnTo>
                    <a:pt x="8153767" y="1028014"/>
                  </a:lnTo>
                  <a:lnTo>
                    <a:pt x="8151487" y="1021624"/>
                  </a:lnTo>
                  <a:lnTo>
                    <a:pt x="8110467" y="913601"/>
                  </a:lnTo>
                  <a:lnTo>
                    <a:pt x="8067633" y="814458"/>
                  </a:lnTo>
                  <a:lnTo>
                    <a:pt x="8022503" y="723920"/>
                  </a:lnTo>
                  <a:lnTo>
                    <a:pt x="7974546" y="641436"/>
                  </a:lnTo>
                  <a:lnTo>
                    <a:pt x="7923209" y="566324"/>
                  </a:lnTo>
                  <a:lnTo>
                    <a:pt x="7867944" y="497870"/>
                  </a:lnTo>
                  <a:lnTo>
                    <a:pt x="7808237" y="435388"/>
                  </a:lnTo>
                  <a:lnTo>
                    <a:pt x="7743650" y="378260"/>
                  </a:lnTo>
                  <a:lnTo>
                    <a:pt x="7673874" y="325957"/>
                  </a:lnTo>
                  <a:lnTo>
                    <a:pt x="7598798" y="278054"/>
                  </a:lnTo>
                  <a:lnTo>
                    <a:pt x="7518593" y="234237"/>
                  </a:lnTo>
                  <a:lnTo>
                    <a:pt x="7433806" y="194302"/>
                  </a:lnTo>
                  <a:lnTo>
                    <a:pt x="7345449" y="158153"/>
                  </a:lnTo>
                  <a:lnTo>
                    <a:pt x="7255068" y="125779"/>
                  </a:lnTo>
                  <a:lnTo>
                    <a:pt x="7164756" y="97237"/>
                  </a:lnTo>
                  <a:lnTo>
                    <a:pt x="7077078" y="72606"/>
                  </a:lnTo>
                  <a:lnTo>
                    <a:pt x="6994889" y="51940"/>
                  </a:lnTo>
                  <a:lnTo>
                    <a:pt x="6921043" y="35216"/>
                  </a:lnTo>
                  <a:lnTo>
                    <a:pt x="6858022" y="22293"/>
                  </a:lnTo>
                  <a:lnTo>
                    <a:pt x="6807558" y="12880"/>
                  </a:lnTo>
                  <a:lnTo>
                    <a:pt x="6770338" y="6540"/>
                  </a:lnTo>
                  <a:lnTo>
                    <a:pt x="6745848" y="2720"/>
                  </a:lnTo>
                  <a:lnTo>
                    <a:pt x="6732372" y="789"/>
                  </a:lnTo>
                  <a:lnTo>
                    <a:pt x="6727116" y="95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175" y="102"/>
                  </a:lnTo>
                  <a:lnTo>
                    <a:pt x="5249007" y="835"/>
                  </a:lnTo>
                  <a:lnTo>
                    <a:pt x="5235844" y="2856"/>
                  </a:lnTo>
                  <a:lnTo>
                    <a:pt x="5211974" y="6843"/>
                  </a:lnTo>
                  <a:lnTo>
                    <a:pt x="5175715" y="13448"/>
                  </a:lnTo>
                  <a:lnTo>
                    <a:pt x="5126521" y="23250"/>
                  </a:lnTo>
                  <a:lnTo>
                    <a:pt x="5064999" y="36708"/>
                  </a:lnTo>
                  <a:lnTo>
                    <a:pt x="4992765" y="54131"/>
                  </a:lnTo>
                  <a:lnTo>
                    <a:pt x="4912171" y="75679"/>
                  </a:lnTo>
                  <a:lnTo>
                    <a:pt x="4825953" y="101383"/>
                  </a:lnTo>
                  <a:lnTo>
                    <a:pt x="4736879" y="131193"/>
                  </a:lnTo>
                  <a:lnTo>
                    <a:pt x="4647468" y="165026"/>
                  </a:lnTo>
                  <a:lnTo>
                    <a:pt x="4559798" y="202820"/>
                  </a:lnTo>
                  <a:lnTo>
                    <a:pt x="4475433" y="244572"/>
                  </a:lnTo>
                  <a:lnTo>
                    <a:pt x="4395422" y="290370"/>
                  </a:lnTo>
                  <a:lnTo>
                    <a:pt x="4320358" y="340405"/>
                  </a:lnTo>
                  <a:lnTo>
                    <a:pt x="4250460" y="394983"/>
                  </a:lnTo>
                  <a:lnTo>
                    <a:pt x="4185666" y="454523"/>
                  </a:lnTo>
                  <a:lnTo>
                    <a:pt x="4125708" y="519552"/>
                  </a:lnTo>
                  <a:lnTo>
                    <a:pt x="4070186" y="590693"/>
                  </a:lnTo>
                  <a:lnTo>
                    <a:pt x="4018615" y="668643"/>
                  </a:lnTo>
                  <a:lnTo>
                    <a:pt x="3970472" y="754140"/>
                  </a:lnTo>
                  <a:lnTo>
                    <a:pt x="3925222" y="847905"/>
                  </a:lnTo>
                  <a:lnTo>
                    <a:pt x="3882346" y="950555"/>
                  </a:lnTo>
                  <a:lnTo>
                    <a:pt x="3841362" y="1062472"/>
                  </a:lnTo>
                  <a:lnTo>
                    <a:pt x="3829811" y="1096543"/>
                  </a:lnTo>
                  <a:lnTo>
                    <a:pt x="3803868" y="1177166"/>
                  </a:lnTo>
                  <a:lnTo>
                    <a:pt x="3778414" y="1261866"/>
                  </a:lnTo>
                  <a:lnTo>
                    <a:pt x="3753357" y="1350720"/>
                  </a:lnTo>
                  <a:lnTo>
                    <a:pt x="3728618" y="1443777"/>
                  </a:lnTo>
                  <a:lnTo>
                    <a:pt x="3704128" y="1541053"/>
                  </a:lnTo>
                  <a:lnTo>
                    <a:pt x="3679828" y="1642529"/>
                  </a:lnTo>
                  <a:lnTo>
                    <a:pt x="3655668" y="1748152"/>
                  </a:lnTo>
                  <a:lnTo>
                    <a:pt x="3631606" y="1857827"/>
                  </a:lnTo>
                  <a:lnTo>
                    <a:pt x="3607606" y="1971422"/>
                  </a:lnTo>
                  <a:lnTo>
                    <a:pt x="3583641" y="2088761"/>
                  </a:lnTo>
                  <a:lnTo>
                    <a:pt x="3559689" y="2209628"/>
                  </a:lnTo>
                  <a:lnTo>
                    <a:pt x="3535733" y="2333766"/>
                  </a:lnTo>
                  <a:lnTo>
                    <a:pt x="3511761" y="2460878"/>
                  </a:lnTo>
                  <a:lnTo>
                    <a:pt x="3487768" y="2590632"/>
                  </a:lnTo>
                  <a:lnTo>
                    <a:pt x="3463749" y="2722659"/>
                  </a:lnTo>
                  <a:lnTo>
                    <a:pt x="3439705" y="2856560"/>
                  </a:lnTo>
                  <a:lnTo>
                    <a:pt x="3415641" y="2991912"/>
                  </a:lnTo>
                  <a:lnTo>
                    <a:pt x="3391560" y="3128272"/>
                  </a:lnTo>
                  <a:lnTo>
                    <a:pt x="3367470" y="3265180"/>
                  </a:lnTo>
                  <a:lnTo>
                    <a:pt x="3343379" y="3402172"/>
                  </a:lnTo>
                  <a:lnTo>
                    <a:pt x="3319294" y="3538781"/>
                  </a:lnTo>
                  <a:lnTo>
                    <a:pt x="3295222" y="3674544"/>
                  </a:lnTo>
                  <a:lnTo>
                    <a:pt x="3271171" y="3809013"/>
                  </a:lnTo>
                  <a:lnTo>
                    <a:pt x="3247143" y="3941756"/>
                  </a:lnTo>
                  <a:lnTo>
                    <a:pt x="3223141" y="4072364"/>
                  </a:lnTo>
                  <a:lnTo>
                    <a:pt x="3199162" y="4200460"/>
                  </a:lnTo>
                  <a:lnTo>
                    <a:pt x="3175201" y="4325695"/>
                  </a:lnTo>
                  <a:lnTo>
                    <a:pt x="3151249" y="4447761"/>
                  </a:lnTo>
                  <a:lnTo>
                    <a:pt x="3127291" y="4566386"/>
                  </a:lnTo>
                  <a:lnTo>
                    <a:pt x="3103306" y="4681339"/>
                  </a:lnTo>
                  <a:lnTo>
                    <a:pt x="3079270" y="4792430"/>
                  </a:lnTo>
                  <a:lnTo>
                    <a:pt x="3055149" y="4899512"/>
                  </a:lnTo>
                  <a:lnTo>
                    <a:pt x="3030905" y="5002477"/>
                  </a:lnTo>
                  <a:lnTo>
                    <a:pt x="3006489" y="5101255"/>
                  </a:lnTo>
                  <a:lnTo>
                    <a:pt x="2981846" y="5195818"/>
                  </a:lnTo>
                  <a:lnTo>
                    <a:pt x="2956911" y="5286168"/>
                  </a:lnTo>
                  <a:lnTo>
                    <a:pt x="2931609" y="5372343"/>
                  </a:lnTo>
                  <a:lnTo>
                    <a:pt x="2905852" y="5454410"/>
                  </a:lnTo>
                  <a:lnTo>
                    <a:pt x="2896531" y="5482719"/>
                  </a:lnTo>
                  <a:lnTo>
                    <a:pt x="2856014" y="5597328"/>
                  </a:lnTo>
                  <a:lnTo>
                    <a:pt x="2813731" y="5702632"/>
                  </a:lnTo>
                  <a:lnTo>
                    <a:pt x="2769219" y="5798908"/>
                  </a:lnTo>
                  <a:lnTo>
                    <a:pt x="2721967" y="5886723"/>
                  </a:lnTo>
                  <a:lnTo>
                    <a:pt x="2671441" y="5966777"/>
                  </a:lnTo>
                  <a:lnTo>
                    <a:pt x="2617113" y="6039812"/>
                  </a:lnTo>
                  <a:lnTo>
                    <a:pt x="2558482" y="6106539"/>
                  </a:lnTo>
                  <a:lnTo>
                    <a:pt x="2495120" y="6167606"/>
                  </a:lnTo>
                  <a:lnTo>
                    <a:pt x="2426714" y="6223570"/>
                  </a:lnTo>
                  <a:lnTo>
                    <a:pt x="2353135" y="6274881"/>
                  </a:lnTo>
                  <a:lnTo>
                    <a:pt x="2274510" y="6321879"/>
                  </a:lnTo>
                  <a:lnTo>
                    <a:pt x="2191317" y="6364787"/>
                  </a:lnTo>
                  <a:lnTo>
                    <a:pt x="2104465" y="6403722"/>
                  </a:lnTo>
                  <a:lnTo>
                    <a:pt x="2015365" y="6438704"/>
                  </a:lnTo>
                  <a:lnTo>
                    <a:pt x="1925952" y="6469684"/>
                  </a:lnTo>
                  <a:lnTo>
                    <a:pt x="1838631" y="6496582"/>
                  </a:lnTo>
                  <a:lnTo>
                    <a:pt x="1756123" y="6519332"/>
                  </a:lnTo>
                  <a:lnTo>
                    <a:pt x="1681208" y="6537937"/>
                  </a:lnTo>
                  <a:lnTo>
                    <a:pt x="1616386" y="6552516"/>
                  </a:lnTo>
                  <a:lnTo>
                    <a:pt x="1563519" y="6563333"/>
                  </a:lnTo>
                  <a:lnTo>
                    <a:pt x="1523526" y="6570807"/>
                  </a:lnTo>
                  <a:lnTo>
                    <a:pt x="1496201" y="6575486"/>
                  </a:lnTo>
                  <a:lnTo>
                    <a:pt x="1480180" y="6578006"/>
                  </a:lnTo>
                  <a:lnTo>
                    <a:pt x="1473035" y="6579042"/>
                  </a:lnTo>
                  <a:lnTo>
                    <a:pt x="1471387" y="6579263"/>
                  </a:lnTo>
                  <a:lnTo>
                    <a:pt x="0" y="6579263"/>
                  </a:lnTo>
                  <a:close/>
                </a:path>
              </a:pathLst>
            </a:custGeom>
            <a:solidFill>
              <a:srgbClr val="DCB9FA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2187" name="pl2187"/>
            <p:cNvSpPr/>
            <p:nvPr/>
          </p:nvSpPr>
          <p:spPr>
            <a:xfrm>
              <a:off x="4799595" y="4661023"/>
              <a:ext cx="11981298" cy="6579263"/>
            </a:xfrm>
            <a:custGeom>
              <a:avLst/>
              <a:pathLst>
                <a:path w="11981298" h="6579263">
                  <a:moveTo>
                    <a:pt x="0" y="6579263"/>
                  </a:moveTo>
                  <a:lnTo>
                    <a:pt x="1471387" y="6579263"/>
                  </a:lnTo>
                  <a:lnTo>
                    <a:pt x="1472167" y="6579160"/>
                  </a:lnTo>
                  <a:lnTo>
                    <a:pt x="1477335" y="6578428"/>
                  </a:lnTo>
                  <a:lnTo>
                    <a:pt x="1490498" y="6576407"/>
                  </a:lnTo>
                  <a:lnTo>
                    <a:pt x="1514368" y="6572419"/>
                  </a:lnTo>
                  <a:lnTo>
                    <a:pt x="1550628" y="6565814"/>
                  </a:lnTo>
                  <a:lnTo>
                    <a:pt x="1599821" y="6556012"/>
                  </a:lnTo>
                  <a:lnTo>
                    <a:pt x="1661343" y="6542554"/>
                  </a:lnTo>
                  <a:lnTo>
                    <a:pt x="1733577" y="6525131"/>
                  </a:lnTo>
                  <a:lnTo>
                    <a:pt x="1814171" y="6503584"/>
                  </a:lnTo>
                  <a:lnTo>
                    <a:pt x="1900389" y="6477879"/>
                  </a:lnTo>
                  <a:lnTo>
                    <a:pt x="1989463" y="6448070"/>
                  </a:lnTo>
                  <a:lnTo>
                    <a:pt x="2078874" y="6414237"/>
                  </a:lnTo>
                  <a:lnTo>
                    <a:pt x="2166544" y="6376443"/>
                  </a:lnTo>
                  <a:lnTo>
                    <a:pt x="2250909" y="6334690"/>
                  </a:lnTo>
                  <a:lnTo>
                    <a:pt x="2330920" y="6288892"/>
                  </a:lnTo>
                  <a:lnTo>
                    <a:pt x="2405984" y="6238857"/>
                  </a:lnTo>
                  <a:lnTo>
                    <a:pt x="2475882" y="6184280"/>
                  </a:lnTo>
                  <a:lnTo>
                    <a:pt x="2540676" y="6124740"/>
                  </a:lnTo>
                  <a:lnTo>
                    <a:pt x="2600634" y="6059711"/>
                  </a:lnTo>
                  <a:lnTo>
                    <a:pt x="2656156" y="5988570"/>
                  </a:lnTo>
                  <a:lnTo>
                    <a:pt x="2707727" y="5910619"/>
                  </a:lnTo>
                  <a:lnTo>
                    <a:pt x="2755870" y="5825123"/>
                  </a:lnTo>
                  <a:lnTo>
                    <a:pt x="2801120" y="5731358"/>
                  </a:lnTo>
                  <a:lnTo>
                    <a:pt x="2843997" y="5628707"/>
                  </a:lnTo>
                  <a:lnTo>
                    <a:pt x="2884980" y="5516791"/>
                  </a:lnTo>
                  <a:lnTo>
                    <a:pt x="2896531" y="5482719"/>
                  </a:lnTo>
                  <a:lnTo>
                    <a:pt x="2922474" y="5402096"/>
                  </a:lnTo>
                  <a:lnTo>
                    <a:pt x="2947928" y="5317397"/>
                  </a:lnTo>
                  <a:lnTo>
                    <a:pt x="2972985" y="5228543"/>
                  </a:lnTo>
                  <a:lnTo>
                    <a:pt x="2997724" y="5135486"/>
                  </a:lnTo>
                  <a:lnTo>
                    <a:pt x="3022214" y="5038210"/>
                  </a:lnTo>
                  <a:lnTo>
                    <a:pt x="3046514" y="4936734"/>
                  </a:lnTo>
                  <a:lnTo>
                    <a:pt x="3070674" y="4831111"/>
                  </a:lnTo>
                  <a:lnTo>
                    <a:pt x="3094736" y="4721435"/>
                  </a:lnTo>
                  <a:lnTo>
                    <a:pt x="3118736" y="4607841"/>
                  </a:lnTo>
                  <a:lnTo>
                    <a:pt x="3142701" y="4490502"/>
                  </a:lnTo>
                  <a:lnTo>
                    <a:pt x="3166653" y="4369635"/>
                  </a:lnTo>
                  <a:lnTo>
                    <a:pt x="3190609" y="4245497"/>
                  </a:lnTo>
                  <a:lnTo>
                    <a:pt x="3214581" y="4118384"/>
                  </a:lnTo>
                  <a:lnTo>
                    <a:pt x="3238574" y="3988631"/>
                  </a:lnTo>
                  <a:lnTo>
                    <a:pt x="3262593" y="3856604"/>
                  </a:lnTo>
                  <a:lnTo>
                    <a:pt x="3286637" y="3722703"/>
                  </a:lnTo>
                  <a:lnTo>
                    <a:pt x="3310702" y="3587351"/>
                  </a:lnTo>
                  <a:lnTo>
                    <a:pt x="3334782" y="3450991"/>
                  </a:lnTo>
                  <a:lnTo>
                    <a:pt x="3358872" y="3314083"/>
                  </a:lnTo>
                  <a:lnTo>
                    <a:pt x="3382964" y="3177091"/>
                  </a:lnTo>
                  <a:lnTo>
                    <a:pt x="3407048" y="3040482"/>
                  </a:lnTo>
                  <a:lnTo>
                    <a:pt x="3431120" y="2904719"/>
                  </a:lnTo>
                  <a:lnTo>
                    <a:pt x="3455171" y="2770250"/>
                  </a:lnTo>
                  <a:lnTo>
                    <a:pt x="3479199" y="2637507"/>
                  </a:lnTo>
                  <a:lnTo>
                    <a:pt x="3503202" y="2506898"/>
                  </a:lnTo>
                  <a:lnTo>
                    <a:pt x="3527180" y="2378803"/>
                  </a:lnTo>
                  <a:lnTo>
                    <a:pt x="3551141" y="2253567"/>
                  </a:lnTo>
                  <a:lnTo>
                    <a:pt x="3575093" y="2131501"/>
                  </a:lnTo>
                  <a:lnTo>
                    <a:pt x="3599051" y="2012877"/>
                  </a:lnTo>
                  <a:lnTo>
                    <a:pt x="3623036" y="1897924"/>
                  </a:lnTo>
                  <a:lnTo>
                    <a:pt x="3647072" y="1786832"/>
                  </a:lnTo>
                  <a:lnTo>
                    <a:pt x="3671193" y="1679750"/>
                  </a:lnTo>
                  <a:lnTo>
                    <a:pt x="3695438" y="1576786"/>
                  </a:lnTo>
                  <a:lnTo>
                    <a:pt x="3719853" y="1478007"/>
                  </a:lnTo>
                  <a:lnTo>
                    <a:pt x="3744496" y="1383445"/>
                  </a:lnTo>
                  <a:lnTo>
                    <a:pt x="3769431" y="1293095"/>
                  </a:lnTo>
                  <a:lnTo>
                    <a:pt x="3794733" y="1206920"/>
                  </a:lnTo>
                  <a:lnTo>
                    <a:pt x="3820490" y="1124853"/>
                  </a:lnTo>
                  <a:lnTo>
                    <a:pt x="3829811" y="1096543"/>
                  </a:lnTo>
                  <a:lnTo>
                    <a:pt x="3870328" y="981934"/>
                  </a:lnTo>
                  <a:lnTo>
                    <a:pt x="3912611" y="876631"/>
                  </a:lnTo>
                  <a:lnTo>
                    <a:pt x="3957123" y="780354"/>
                  </a:lnTo>
                  <a:lnTo>
                    <a:pt x="4004376" y="692540"/>
                  </a:lnTo>
                  <a:lnTo>
                    <a:pt x="4054901" y="612486"/>
                  </a:lnTo>
                  <a:lnTo>
                    <a:pt x="4109229" y="539451"/>
                  </a:lnTo>
                  <a:lnTo>
                    <a:pt x="4167860" y="472724"/>
                  </a:lnTo>
                  <a:lnTo>
                    <a:pt x="4231222" y="411656"/>
                  </a:lnTo>
                  <a:lnTo>
                    <a:pt x="4299628" y="355693"/>
                  </a:lnTo>
                  <a:lnTo>
                    <a:pt x="4373207" y="304382"/>
                  </a:lnTo>
                  <a:lnTo>
                    <a:pt x="4451832" y="257384"/>
                  </a:lnTo>
                  <a:lnTo>
                    <a:pt x="4535025" y="214476"/>
                  </a:lnTo>
                  <a:lnTo>
                    <a:pt x="4621877" y="175541"/>
                  </a:lnTo>
                  <a:lnTo>
                    <a:pt x="4710977" y="140559"/>
                  </a:lnTo>
                  <a:lnTo>
                    <a:pt x="4800390" y="109579"/>
                  </a:lnTo>
                  <a:lnTo>
                    <a:pt x="4887711" y="82681"/>
                  </a:lnTo>
                  <a:lnTo>
                    <a:pt x="4970219" y="59931"/>
                  </a:lnTo>
                  <a:lnTo>
                    <a:pt x="5045134" y="41326"/>
                  </a:lnTo>
                  <a:lnTo>
                    <a:pt x="5109956" y="26747"/>
                  </a:lnTo>
                  <a:lnTo>
                    <a:pt x="5162823" y="15929"/>
                  </a:lnTo>
                  <a:lnTo>
                    <a:pt x="5202816" y="8455"/>
                  </a:lnTo>
                  <a:lnTo>
                    <a:pt x="5230142" y="3777"/>
                  </a:lnTo>
                  <a:lnTo>
                    <a:pt x="5246162" y="1256"/>
                  </a:lnTo>
                  <a:lnTo>
                    <a:pt x="5253308" y="221"/>
                  </a:lnTo>
                  <a:lnTo>
                    <a:pt x="5254936" y="2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151" y="99"/>
                  </a:lnTo>
                  <a:lnTo>
                    <a:pt x="6732503" y="807"/>
                  </a:lnTo>
                  <a:lnTo>
                    <a:pt x="6746123" y="2760"/>
                  </a:lnTo>
                  <a:lnTo>
                    <a:pt x="6770790" y="6614"/>
                  </a:lnTo>
                  <a:lnTo>
                    <a:pt x="6808204" y="12994"/>
                  </a:lnTo>
                  <a:lnTo>
                    <a:pt x="6858861" y="22457"/>
                  </a:lnTo>
                  <a:lnTo>
                    <a:pt x="6922056" y="35434"/>
                  </a:lnTo>
                  <a:lnTo>
                    <a:pt x="6996044" y="52215"/>
                  </a:lnTo>
                  <a:lnTo>
                    <a:pt x="7078334" y="72940"/>
                  </a:lnTo>
                  <a:lnTo>
                    <a:pt x="7166072" y="97629"/>
                  </a:lnTo>
                  <a:lnTo>
                    <a:pt x="7256403" y="126228"/>
                  </a:lnTo>
                  <a:lnTo>
                    <a:pt x="7346767" y="158657"/>
                  </a:lnTo>
                  <a:lnTo>
                    <a:pt x="7435082" y="194862"/>
                  </a:lnTo>
                  <a:lnTo>
                    <a:pt x="7519808" y="234853"/>
                  </a:lnTo>
                  <a:lnTo>
                    <a:pt x="7599940" y="278728"/>
                  </a:lnTo>
                  <a:lnTo>
                    <a:pt x="7674938" y="326693"/>
                  </a:lnTo>
                  <a:lnTo>
                    <a:pt x="7744637" y="379064"/>
                  </a:lnTo>
                  <a:lnTo>
                    <a:pt x="7809149" y="436267"/>
                  </a:lnTo>
                  <a:lnTo>
                    <a:pt x="7868788" y="498832"/>
                  </a:lnTo>
                  <a:lnTo>
                    <a:pt x="7923991" y="567379"/>
                  </a:lnTo>
                  <a:lnTo>
                    <a:pt x="7975274" y="642594"/>
                  </a:lnTo>
                  <a:lnTo>
                    <a:pt x="8023186" y="725192"/>
                  </a:lnTo>
                  <a:lnTo>
                    <a:pt x="8068278" y="815853"/>
                  </a:lnTo>
                  <a:lnTo>
                    <a:pt x="8111082" y="915125"/>
                  </a:lnTo>
                  <a:lnTo>
                    <a:pt x="8151487" y="1021624"/>
                  </a:lnTo>
                  <a:lnTo>
                    <a:pt x="8178311" y="1099383"/>
                  </a:lnTo>
                  <a:lnTo>
                    <a:pt x="8204615" y="1181209"/>
                  </a:lnTo>
                  <a:lnTo>
                    <a:pt x="8230501" y="1267180"/>
                  </a:lnTo>
                  <a:lnTo>
                    <a:pt x="8256055" y="1357342"/>
                  </a:lnTo>
                  <a:lnTo>
                    <a:pt x="8281351" y="1451709"/>
                  </a:lnTo>
                  <a:lnTo>
                    <a:pt x="8306454" y="1550257"/>
                  </a:lnTo>
                  <a:lnTo>
                    <a:pt x="8331417" y="1652920"/>
                  </a:lnTo>
                  <a:lnTo>
                    <a:pt x="8356286" y="1759595"/>
                  </a:lnTo>
                  <a:lnTo>
                    <a:pt x="8381096" y="1870131"/>
                  </a:lnTo>
                  <a:lnTo>
                    <a:pt x="8405877" y="1984338"/>
                  </a:lnTo>
                  <a:lnTo>
                    <a:pt x="8430651" y="2101977"/>
                  </a:lnTo>
                  <a:lnTo>
                    <a:pt x="8455435" y="2222769"/>
                  </a:lnTo>
                  <a:lnTo>
                    <a:pt x="8480238" y="2346394"/>
                  </a:lnTo>
                  <a:lnTo>
                    <a:pt x="8505067" y="2472491"/>
                  </a:lnTo>
                  <a:lnTo>
                    <a:pt x="8529923" y="2600666"/>
                  </a:lnTo>
                  <a:lnTo>
                    <a:pt x="8554804" y="2730495"/>
                  </a:lnTo>
                  <a:lnTo>
                    <a:pt x="8579705" y="2861529"/>
                  </a:lnTo>
                  <a:lnTo>
                    <a:pt x="8604619" y="2993302"/>
                  </a:lnTo>
                  <a:lnTo>
                    <a:pt x="8629537" y="3125336"/>
                  </a:lnTo>
                  <a:lnTo>
                    <a:pt x="8654452" y="3257150"/>
                  </a:lnTo>
                  <a:lnTo>
                    <a:pt x="8679354" y="3388265"/>
                  </a:lnTo>
                  <a:lnTo>
                    <a:pt x="8704237" y="3518213"/>
                  </a:lnTo>
                  <a:lnTo>
                    <a:pt x="8729095" y="3646544"/>
                  </a:lnTo>
                  <a:lnTo>
                    <a:pt x="8753926" y="3772831"/>
                  </a:lnTo>
                  <a:lnTo>
                    <a:pt x="8778732" y="3896678"/>
                  </a:lnTo>
                  <a:lnTo>
                    <a:pt x="8803517" y="4017722"/>
                  </a:lnTo>
                  <a:lnTo>
                    <a:pt x="8828291" y="4135638"/>
                  </a:lnTo>
                  <a:lnTo>
                    <a:pt x="8853071" y="4250143"/>
                  </a:lnTo>
                  <a:lnTo>
                    <a:pt x="8877877" y="4360997"/>
                  </a:lnTo>
                  <a:lnTo>
                    <a:pt x="8902740" y="4468003"/>
                  </a:lnTo>
                  <a:lnTo>
                    <a:pt x="8927693" y="4571008"/>
                  </a:lnTo>
                  <a:lnTo>
                    <a:pt x="8952783" y="4669905"/>
                  </a:lnTo>
                  <a:lnTo>
                    <a:pt x="8978061" y="4764625"/>
                  </a:lnTo>
                  <a:lnTo>
                    <a:pt x="9003590" y="4855142"/>
                  </a:lnTo>
                  <a:lnTo>
                    <a:pt x="9029444" y="4941464"/>
                  </a:lnTo>
                  <a:lnTo>
                    <a:pt x="9055710" y="5023636"/>
                  </a:lnTo>
                  <a:lnTo>
                    <a:pt x="9082486" y="5101733"/>
                  </a:lnTo>
                  <a:lnTo>
                    <a:pt x="9084767" y="5108123"/>
                  </a:lnTo>
                  <a:lnTo>
                    <a:pt x="9125786" y="5216146"/>
                  </a:lnTo>
                  <a:lnTo>
                    <a:pt x="9168620" y="5315289"/>
                  </a:lnTo>
                  <a:lnTo>
                    <a:pt x="9213750" y="5405827"/>
                  </a:lnTo>
                  <a:lnTo>
                    <a:pt x="9261707" y="5488312"/>
                  </a:lnTo>
                  <a:lnTo>
                    <a:pt x="9313044" y="5563424"/>
                  </a:lnTo>
                  <a:lnTo>
                    <a:pt x="9368309" y="5631878"/>
                  </a:lnTo>
                  <a:lnTo>
                    <a:pt x="9428016" y="5694360"/>
                  </a:lnTo>
                  <a:lnTo>
                    <a:pt x="9492603" y="5751488"/>
                  </a:lnTo>
                  <a:lnTo>
                    <a:pt x="9562379" y="5803791"/>
                  </a:lnTo>
                  <a:lnTo>
                    <a:pt x="9637455" y="5851693"/>
                  </a:lnTo>
                  <a:lnTo>
                    <a:pt x="9717660" y="5895511"/>
                  </a:lnTo>
                  <a:lnTo>
                    <a:pt x="9802447" y="5935445"/>
                  </a:lnTo>
                  <a:lnTo>
                    <a:pt x="9890804" y="5971595"/>
                  </a:lnTo>
                  <a:lnTo>
                    <a:pt x="9981185" y="6003969"/>
                  </a:lnTo>
                  <a:lnTo>
                    <a:pt x="10071497" y="6032510"/>
                  </a:lnTo>
                  <a:lnTo>
                    <a:pt x="10159176" y="6057142"/>
                  </a:lnTo>
                  <a:lnTo>
                    <a:pt x="10241364" y="6077808"/>
                  </a:lnTo>
                  <a:lnTo>
                    <a:pt x="10315210" y="6094531"/>
                  </a:lnTo>
                  <a:lnTo>
                    <a:pt x="10378231" y="6107455"/>
                  </a:lnTo>
                  <a:lnTo>
                    <a:pt x="10428696" y="6116868"/>
                  </a:lnTo>
                  <a:lnTo>
                    <a:pt x="10465915" y="6123208"/>
                  </a:lnTo>
                  <a:lnTo>
                    <a:pt x="10490405" y="6127028"/>
                  </a:lnTo>
                  <a:lnTo>
                    <a:pt x="10503881" y="6128959"/>
                  </a:lnTo>
                  <a:lnTo>
                    <a:pt x="10509137" y="6129653"/>
                  </a:lnTo>
                  <a:lnTo>
                    <a:pt x="10509911" y="6129748"/>
                  </a:lnTo>
                  <a:lnTo>
                    <a:pt x="11981298" y="6129748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88" name="pl2188"/>
            <p:cNvSpPr/>
            <p:nvPr/>
          </p:nvSpPr>
          <p:spPr>
            <a:xfrm>
              <a:off x="4799595" y="4652850"/>
              <a:ext cx="11981298" cy="6579263"/>
            </a:xfrm>
            <a:custGeom>
              <a:avLst/>
              <a:pathLst>
                <a:path w="11981298" h="6579263">
                  <a:moveTo>
                    <a:pt x="11981298" y="6129748"/>
                  </a:moveTo>
                  <a:lnTo>
                    <a:pt x="10509911" y="6129748"/>
                  </a:lnTo>
                  <a:lnTo>
                    <a:pt x="10509102" y="6129649"/>
                  </a:lnTo>
                  <a:lnTo>
                    <a:pt x="10503750" y="6128941"/>
                  </a:lnTo>
                  <a:lnTo>
                    <a:pt x="10490131" y="6126987"/>
                  </a:lnTo>
                  <a:lnTo>
                    <a:pt x="10465463" y="6123134"/>
                  </a:lnTo>
                  <a:lnTo>
                    <a:pt x="10428049" y="6116753"/>
                  </a:lnTo>
                  <a:lnTo>
                    <a:pt x="10377392" y="6107291"/>
                  </a:lnTo>
                  <a:lnTo>
                    <a:pt x="10314197" y="6094313"/>
                  </a:lnTo>
                  <a:lnTo>
                    <a:pt x="10240209" y="6077533"/>
                  </a:lnTo>
                  <a:lnTo>
                    <a:pt x="10157919" y="6056808"/>
                  </a:lnTo>
                  <a:lnTo>
                    <a:pt x="10070182" y="6032119"/>
                  </a:lnTo>
                  <a:lnTo>
                    <a:pt x="9979851" y="6003520"/>
                  </a:lnTo>
                  <a:lnTo>
                    <a:pt x="9889486" y="5971091"/>
                  </a:lnTo>
                  <a:lnTo>
                    <a:pt x="9801172" y="5934886"/>
                  </a:lnTo>
                  <a:lnTo>
                    <a:pt x="9716446" y="5894895"/>
                  </a:lnTo>
                  <a:lnTo>
                    <a:pt x="9636313" y="5851019"/>
                  </a:lnTo>
                  <a:lnTo>
                    <a:pt x="9561315" y="5803054"/>
                  </a:lnTo>
                  <a:lnTo>
                    <a:pt x="9491617" y="5750684"/>
                  </a:lnTo>
                  <a:lnTo>
                    <a:pt x="9427104" y="5693481"/>
                  </a:lnTo>
                  <a:lnTo>
                    <a:pt x="9367465" y="5630916"/>
                  </a:lnTo>
                  <a:lnTo>
                    <a:pt x="9312262" y="5562369"/>
                  </a:lnTo>
                  <a:lnTo>
                    <a:pt x="9260979" y="5487154"/>
                  </a:lnTo>
                  <a:lnTo>
                    <a:pt x="9213067" y="5404556"/>
                  </a:lnTo>
                  <a:lnTo>
                    <a:pt x="9167975" y="5313895"/>
                  </a:lnTo>
                  <a:lnTo>
                    <a:pt x="9125171" y="5214622"/>
                  </a:lnTo>
                  <a:lnTo>
                    <a:pt x="9084767" y="5108123"/>
                  </a:lnTo>
                  <a:lnTo>
                    <a:pt x="9057942" y="5030364"/>
                  </a:lnTo>
                  <a:lnTo>
                    <a:pt x="9031638" y="4948539"/>
                  </a:lnTo>
                  <a:lnTo>
                    <a:pt x="9005752" y="4862568"/>
                  </a:lnTo>
                  <a:lnTo>
                    <a:pt x="8980199" y="4772405"/>
                  </a:lnTo>
                  <a:lnTo>
                    <a:pt x="8954902" y="4678038"/>
                  </a:lnTo>
                  <a:lnTo>
                    <a:pt x="8929799" y="4579491"/>
                  </a:lnTo>
                  <a:lnTo>
                    <a:pt x="8904836" y="4476828"/>
                  </a:lnTo>
                  <a:lnTo>
                    <a:pt x="8879967" y="4370153"/>
                  </a:lnTo>
                  <a:lnTo>
                    <a:pt x="8855157" y="4259616"/>
                  </a:lnTo>
                  <a:lnTo>
                    <a:pt x="8830376" y="4145410"/>
                  </a:lnTo>
                  <a:lnTo>
                    <a:pt x="8805602" y="4027771"/>
                  </a:lnTo>
                  <a:lnTo>
                    <a:pt x="8780819" y="3906978"/>
                  </a:lnTo>
                  <a:lnTo>
                    <a:pt x="8756015" y="3783354"/>
                  </a:lnTo>
                  <a:lnTo>
                    <a:pt x="8731186" y="3657257"/>
                  </a:lnTo>
                  <a:lnTo>
                    <a:pt x="8706330" y="3529082"/>
                  </a:lnTo>
                  <a:lnTo>
                    <a:pt x="8681449" y="3399253"/>
                  </a:lnTo>
                  <a:lnTo>
                    <a:pt x="8656548" y="3268218"/>
                  </a:lnTo>
                  <a:lnTo>
                    <a:pt x="8631634" y="3136445"/>
                  </a:lnTo>
                  <a:lnTo>
                    <a:pt x="8606716" y="3004411"/>
                  </a:lnTo>
                  <a:lnTo>
                    <a:pt x="8581801" y="2872598"/>
                  </a:lnTo>
                  <a:lnTo>
                    <a:pt x="8556899" y="2741483"/>
                  </a:lnTo>
                  <a:lnTo>
                    <a:pt x="8532016" y="2611535"/>
                  </a:lnTo>
                  <a:lnTo>
                    <a:pt x="8507158" y="2483204"/>
                  </a:lnTo>
                  <a:lnTo>
                    <a:pt x="8482327" y="2356917"/>
                  </a:lnTo>
                  <a:lnTo>
                    <a:pt x="8457521" y="2233070"/>
                  </a:lnTo>
                  <a:lnTo>
                    <a:pt x="8432737" y="2112026"/>
                  </a:lnTo>
                  <a:lnTo>
                    <a:pt x="8407962" y="1994110"/>
                  </a:lnTo>
                  <a:lnTo>
                    <a:pt x="8383182" y="1879605"/>
                  </a:lnTo>
                  <a:lnTo>
                    <a:pt x="8358376" y="1768751"/>
                  </a:lnTo>
                  <a:lnTo>
                    <a:pt x="8333514" y="1661745"/>
                  </a:lnTo>
                  <a:lnTo>
                    <a:pt x="8308560" y="1558739"/>
                  </a:lnTo>
                  <a:lnTo>
                    <a:pt x="8283470" y="1459843"/>
                  </a:lnTo>
                  <a:lnTo>
                    <a:pt x="8258192" y="1365122"/>
                  </a:lnTo>
                  <a:lnTo>
                    <a:pt x="8232663" y="1274606"/>
                  </a:lnTo>
                  <a:lnTo>
                    <a:pt x="8206809" y="1188284"/>
                  </a:lnTo>
                  <a:lnTo>
                    <a:pt x="8180543" y="1106112"/>
                  </a:lnTo>
                  <a:lnTo>
                    <a:pt x="8153767" y="1028014"/>
                  </a:lnTo>
                  <a:lnTo>
                    <a:pt x="8151487" y="1021624"/>
                  </a:lnTo>
                  <a:lnTo>
                    <a:pt x="8110467" y="913601"/>
                  </a:lnTo>
                  <a:lnTo>
                    <a:pt x="8067633" y="814458"/>
                  </a:lnTo>
                  <a:lnTo>
                    <a:pt x="8022503" y="723920"/>
                  </a:lnTo>
                  <a:lnTo>
                    <a:pt x="7974546" y="641436"/>
                  </a:lnTo>
                  <a:lnTo>
                    <a:pt x="7923209" y="566324"/>
                  </a:lnTo>
                  <a:lnTo>
                    <a:pt x="7867944" y="497870"/>
                  </a:lnTo>
                  <a:lnTo>
                    <a:pt x="7808237" y="435388"/>
                  </a:lnTo>
                  <a:lnTo>
                    <a:pt x="7743650" y="378260"/>
                  </a:lnTo>
                  <a:lnTo>
                    <a:pt x="7673874" y="325957"/>
                  </a:lnTo>
                  <a:lnTo>
                    <a:pt x="7598798" y="278054"/>
                  </a:lnTo>
                  <a:lnTo>
                    <a:pt x="7518593" y="234237"/>
                  </a:lnTo>
                  <a:lnTo>
                    <a:pt x="7433806" y="194302"/>
                  </a:lnTo>
                  <a:lnTo>
                    <a:pt x="7345449" y="158153"/>
                  </a:lnTo>
                  <a:lnTo>
                    <a:pt x="7255068" y="125779"/>
                  </a:lnTo>
                  <a:lnTo>
                    <a:pt x="7164756" y="97237"/>
                  </a:lnTo>
                  <a:lnTo>
                    <a:pt x="7077078" y="72606"/>
                  </a:lnTo>
                  <a:lnTo>
                    <a:pt x="6994889" y="51940"/>
                  </a:lnTo>
                  <a:lnTo>
                    <a:pt x="6921043" y="35216"/>
                  </a:lnTo>
                  <a:lnTo>
                    <a:pt x="6858022" y="22293"/>
                  </a:lnTo>
                  <a:lnTo>
                    <a:pt x="6807558" y="12880"/>
                  </a:lnTo>
                  <a:lnTo>
                    <a:pt x="6770338" y="6540"/>
                  </a:lnTo>
                  <a:lnTo>
                    <a:pt x="6745848" y="2720"/>
                  </a:lnTo>
                  <a:lnTo>
                    <a:pt x="6732372" y="789"/>
                  </a:lnTo>
                  <a:lnTo>
                    <a:pt x="6727116" y="95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175" y="102"/>
                  </a:lnTo>
                  <a:lnTo>
                    <a:pt x="5249007" y="835"/>
                  </a:lnTo>
                  <a:lnTo>
                    <a:pt x="5235844" y="2856"/>
                  </a:lnTo>
                  <a:lnTo>
                    <a:pt x="5211974" y="6843"/>
                  </a:lnTo>
                  <a:lnTo>
                    <a:pt x="5175715" y="13448"/>
                  </a:lnTo>
                  <a:lnTo>
                    <a:pt x="5126521" y="23250"/>
                  </a:lnTo>
                  <a:lnTo>
                    <a:pt x="5064999" y="36708"/>
                  </a:lnTo>
                  <a:lnTo>
                    <a:pt x="4992765" y="54131"/>
                  </a:lnTo>
                  <a:lnTo>
                    <a:pt x="4912171" y="75679"/>
                  </a:lnTo>
                  <a:lnTo>
                    <a:pt x="4825953" y="101383"/>
                  </a:lnTo>
                  <a:lnTo>
                    <a:pt x="4736879" y="131193"/>
                  </a:lnTo>
                  <a:lnTo>
                    <a:pt x="4647468" y="165026"/>
                  </a:lnTo>
                  <a:lnTo>
                    <a:pt x="4559798" y="202820"/>
                  </a:lnTo>
                  <a:lnTo>
                    <a:pt x="4475433" y="244572"/>
                  </a:lnTo>
                  <a:lnTo>
                    <a:pt x="4395422" y="290370"/>
                  </a:lnTo>
                  <a:lnTo>
                    <a:pt x="4320358" y="340405"/>
                  </a:lnTo>
                  <a:lnTo>
                    <a:pt x="4250460" y="394983"/>
                  </a:lnTo>
                  <a:lnTo>
                    <a:pt x="4185666" y="454523"/>
                  </a:lnTo>
                  <a:lnTo>
                    <a:pt x="4125708" y="519552"/>
                  </a:lnTo>
                  <a:lnTo>
                    <a:pt x="4070186" y="590693"/>
                  </a:lnTo>
                  <a:lnTo>
                    <a:pt x="4018615" y="668643"/>
                  </a:lnTo>
                  <a:lnTo>
                    <a:pt x="3970472" y="754140"/>
                  </a:lnTo>
                  <a:lnTo>
                    <a:pt x="3925222" y="847905"/>
                  </a:lnTo>
                  <a:lnTo>
                    <a:pt x="3882346" y="950555"/>
                  </a:lnTo>
                  <a:lnTo>
                    <a:pt x="3841362" y="1062472"/>
                  </a:lnTo>
                  <a:lnTo>
                    <a:pt x="3829811" y="1096543"/>
                  </a:lnTo>
                  <a:lnTo>
                    <a:pt x="3803868" y="1177166"/>
                  </a:lnTo>
                  <a:lnTo>
                    <a:pt x="3778414" y="1261866"/>
                  </a:lnTo>
                  <a:lnTo>
                    <a:pt x="3753357" y="1350720"/>
                  </a:lnTo>
                  <a:lnTo>
                    <a:pt x="3728618" y="1443777"/>
                  </a:lnTo>
                  <a:lnTo>
                    <a:pt x="3704128" y="1541053"/>
                  </a:lnTo>
                  <a:lnTo>
                    <a:pt x="3679828" y="1642529"/>
                  </a:lnTo>
                  <a:lnTo>
                    <a:pt x="3655668" y="1748152"/>
                  </a:lnTo>
                  <a:lnTo>
                    <a:pt x="3631606" y="1857827"/>
                  </a:lnTo>
                  <a:lnTo>
                    <a:pt x="3607606" y="1971422"/>
                  </a:lnTo>
                  <a:lnTo>
                    <a:pt x="3583641" y="2088761"/>
                  </a:lnTo>
                  <a:lnTo>
                    <a:pt x="3559689" y="2209628"/>
                  </a:lnTo>
                  <a:lnTo>
                    <a:pt x="3535733" y="2333766"/>
                  </a:lnTo>
                  <a:lnTo>
                    <a:pt x="3511761" y="2460878"/>
                  </a:lnTo>
                  <a:lnTo>
                    <a:pt x="3487768" y="2590632"/>
                  </a:lnTo>
                  <a:lnTo>
                    <a:pt x="3463749" y="2722659"/>
                  </a:lnTo>
                  <a:lnTo>
                    <a:pt x="3439705" y="2856560"/>
                  </a:lnTo>
                  <a:lnTo>
                    <a:pt x="3415641" y="2991912"/>
                  </a:lnTo>
                  <a:lnTo>
                    <a:pt x="3391560" y="3128272"/>
                  </a:lnTo>
                  <a:lnTo>
                    <a:pt x="3367470" y="3265180"/>
                  </a:lnTo>
                  <a:lnTo>
                    <a:pt x="3343379" y="3402172"/>
                  </a:lnTo>
                  <a:lnTo>
                    <a:pt x="3319294" y="3538781"/>
                  </a:lnTo>
                  <a:lnTo>
                    <a:pt x="3295222" y="3674544"/>
                  </a:lnTo>
                  <a:lnTo>
                    <a:pt x="3271171" y="3809013"/>
                  </a:lnTo>
                  <a:lnTo>
                    <a:pt x="3247143" y="3941756"/>
                  </a:lnTo>
                  <a:lnTo>
                    <a:pt x="3223141" y="4072364"/>
                  </a:lnTo>
                  <a:lnTo>
                    <a:pt x="3199162" y="4200460"/>
                  </a:lnTo>
                  <a:lnTo>
                    <a:pt x="3175201" y="4325695"/>
                  </a:lnTo>
                  <a:lnTo>
                    <a:pt x="3151249" y="4447761"/>
                  </a:lnTo>
                  <a:lnTo>
                    <a:pt x="3127291" y="4566386"/>
                  </a:lnTo>
                  <a:lnTo>
                    <a:pt x="3103306" y="4681339"/>
                  </a:lnTo>
                  <a:lnTo>
                    <a:pt x="3079270" y="4792430"/>
                  </a:lnTo>
                  <a:lnTo>
                    <a:pt x="3055149" y="4899512"/>
                  </a:lnTo>
                  <a:lnTo>
                    <a:pt x="3030905" y="5002477"/>
                  </a:lnTo>
                  <a:lnTo>
                    <a:pt x="3006489" y="5101255"/>
                  </a:lnTo>
                  <a:lnTo>
                    <a:pt x="2981846" y="5195818"/>
                  </a:lnTo>
                  <a:lnTo>
                    <a:pt x="2956911" y="5286168"/>
                  </a:lnTo>
                  <a:lnTo>
                    <a:pt x="2931609" y="5372343"/>
                  </a:lnTo>
                  <a:lnTo>
                    <a:pt x="2905852" y="5454410"/>
                  </a:lnTo>
                  <a:lnTo>
                    <a:pt x="2896531" y="5482719"/>
                  </a:lnTo>
                  <a:lnTo>
                    <a:pt x="2856014" y="5597328"/>
                  </a:lnTo>
                  <a:lnTo>
                    <a:pt x="2813731" y="5702632"/>
                  </a:lnTo>
                  <a:lnTo>
                    <a:pt x="2769219" y="5798908"/>
                  </a:lnTo>
                  <a:lnTo>
                    <a:pt x="2721967" y="5886723"/>
                  </a:lnTo>
                  <a:lnTo>
                    <a:pt x="2671441" y="5966777"/>
                  </a:lnTo>
                  <a:lnTo>
                    <a:pt x="2617113" y="6039812"/>
                  </a:lnTo>
                  <a:lnTo>
                    <a:pt x="2558482" y="6106539"/>
                  </a:lnTo>
                  <a:lnTo>
                    <a:pt x="2495120" y="6167606"/>
                  </a:lnTo>
                  <a:lnTo>
                    <a:pt x="2426714" y="6223570"/>
                  </a:lnTo>
                  <a:lnTo>
                    <a:pt x="2353135" y="6274881"/>
                  </a:lnTo>
                  <a:lnTo>
                    <a:pt x="2274510" y="6321879"/>
                  </a:lnTo>
                  <a:lnTo>
                    <a:pt x="2191317" y="6364787"/>
                  </a:lnTo>
                  <a:lnTo>
                    <a:pt x="2104465" y="6403722"/>
                  </a:lnTo>
                  <a:lnTo>
                    <a:pt x="2015365" y="6438704"/>
                  </a:lnTo>
                  <a:lnTo>
                    <a:pt x="1925952" y="6469684"/>
                  </a:lnTo>
                  <a:lnTo>
                    <a:pt x="1838631" y="6496582"/>
                  </a:lnTo>
                  <a:lnTo>
                    <a:pt x="1756123" y="6519332"/>
                  </a:lnTo>
                  <a:lnTo>
                    <a:pt x="1681208" y="6537937"/>
                  </a:lnTo>
                  <a:lnTo>
                    <a:pt x="1616386" y="6552516"/>
                  </a:lnTo>
                  <a:lnTo>
                    <a:pt x="1563519" y="6563333"/>
                  </a:lnTo>
                  <a:lnTo>
                    <a:pt x="1523526" y="6570807"/>
                  </a:lnTo>
                  <a:lnTo>
                    <a:pt x="1496201" y="6575486"/>
                  </a:lnTo>
                  <a:lnTo>
                    <a:pt x="1480180" y="6578006"/>
                  </a:lnTo>
                  <a:lnTo>
                    <a:pt x="1473035" y="6579042"/>
                  </a:lnTo>
                  <a:lnTo>
                    <a:pt x="1471407" y="6579261"/>
                  </a:lnTo>
                  <a:lnTo>
                    <a:pt x="1471387" y="6579263"/>
                  </a:lnTo>
                  <a:lnTo>
                    <a:pt x="0" y="6579263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89" name="pg2189"/>
            <p:cNvSpPr/>
            <p:nvPr/>
          </p:nvSpPr>
          <p:spPr>
            <a:xfrm>
              <a:off x="4799595" y="3099980"/>
              <a:ext cx="11981298" cy="8148479"/>
            </a:xfrm>
            <a:custGeom>
              <a:avLst/>
              <a:pathLst>
                <a:path w="11981298" h="8148479">
                  <a:moveTo>
                    <a:pt x="0" y="8148479"/>
                  </a:moveTo>
                  <a:lnTo>
                    <a:pt x="1471387" y="8148479"/>
                  </a:lnTo>
                  <a:lnTo>
                    <a:pt x="1472251" y="8148388"/>
                  </a:lnTo>
                  <a:lnTo>
                    <a:pt x="1477965" y="8147738"/>
                  </a:lnTo>
                  <a:lnTo>
                    <a:pt x="1492481" y="8145944"/>
                  </a:lnTo>
                  <a:lnTo>
                    <a:pt x="1518711" y="8142406"/>
                  </a:lnTo>
                  <a:lnTo>
                    <a:pt x="1558373" y="8136552"/>
                  </a:lnTo>
                  <a:lnTo>
                    <a:pt x="1611863" y="8127884"/>
                  </a:lnTo>
                  <a:lnTo>
                    <a:pt x="1678276" y="8116020"/>
                  </a:lnTo>
                  <a:lnTo>
                    <a:pt x="1755603" y="8100717"/>
                  </a:lnTo>
                  <a:lnTo>
                    <a:pt x="1841086" y="8081865"/>
                  </a:lnTo>
                  <a:lnTo>
                    <a:pt x="1931642" y="8059464"/>
                  </a:lnTo>
                  <a:lnTo>
                    <a:pt x="2024265" y="8033573"/>
                  </a:lnTo>
                  <a:lnTo>
                    <a:pt x="2116325" y="8004261"/>
                  </a:lnTo>
                  <a:lnTo>
                    <a:pt x="2205742" y="7971566"/>
                  </a:lnTo>
                  <a:lnTo>
                    <a:pt x="2291039" y="7935458"/>
                  </a:lnTo>
                  <a:lnTo>
                    <a:pt x="2371303" y="7895817"/>
                  </a:lnTo>
                  <a:lnTo>
                    <a:pt x="2446097" y="7852422"/>
                  </a:lnTo>
                  <a:lnTo>
                    <a:pt x="2515362" y="7804945"/>
                  </a:lnTo>
                  <a:lnTo>
                    <a:pt x="2579308" y="7752960"/>
                  </a:lnTo>
                  <a:lnTo>
                    <a:pt x="2638332" y="7695944"/>
                  </a:lnTo>
                  <a:lnTo>
                    <a:pt x="2692943" y="7633301"/>
                  </a:lnTo>
                  <a:lnTo>
                    <a:pt x="2743712" y="7564384"/>
                  </a:lnTo>
                  <a:lnTo>
                    <a:pt x="2791233" y="7488543"/>
                  </a:lnTo>
                  <a:lnTo>
                    <a:pt x="2836088" y="7405201"/>
                  </a:lnTo>
                  <a:lnTo>
                    <a:pt x="2878821" y="7313967"/>
                  </a:lnTo>
                  <a:lnTo>
                    <a:pt x="2896531" y="7272606"/>
                  </a:lnTo>
                  <a:lnTo>
                    <a:pt x="2925351" y="7200785"/>
                  </a:lnTo>
                  <a:lnTo>
                    <a:pt x="2953579" y="7124927"/>
                  </a:lnTo>
                  <a:lnTo>
                    <a:pt x="2981339" y="7044952"/>
                  </a:lnTo>
                  <a:lnTo>
                    <a:pt x="3008735" y="6960816"/>
                  </a:lnTo>
                  <a:lnTo>
                    <a:pt x="3035858" y="6872517"/>
                  </a:lnTo>
                  <a:lnTo>
                    <a:pt x="3062781" y="6780094"/>
                  </a:lnTo>
                  <a:lnTo>
                    <a:pt x="3089567" y="6683634"/>
                  </a:lnTo>
                  <a:lnTo>
                    <a:pt x="3116267" y="6583271"/>
                  </a:lnTo>
                  <a:lnTo>
                    <a:pt x="3142921" y="6479190"/>
                  </a:lnTo>
                  <a:lnTo>
                    <a:pt x="3169559" y="6371626"/>
                  </a:lnTo>
                  <a:lnTo>
                    <a:pt x="3196204" y="6260865"/>
                  </a:lnTo>
                  <a:lnTo>
                    <a:pt x="3222870" y="6147239"/>
                  </a:lnTo>
                  <a:lnTo>
                    <a:pt x="3249565" y="6031127"/>
                  </a:lnTo>
                  <a:lnTo>
                    <a:pt x="3276292" y="5912947"/>
                  </a:lnTo>
                  <a:lnTo>
                    <a:pt x="3303047" y="5793151"/>
                  </a:lnTo>
                  <a:lnTo>
                    <a:pt x="3329824" y="5672219"/>
                  </a:lnTo>
                  <a:lnTo>
                    <a:pt x="3356614" y="5550651"/>
                  </a:lnTo>
                  <a:lnTo>
                    <a:pt x="3383406" y="5428957"/>
                  </a:lnTo>
                  <a:lnTo>
                    <a:pt x="3410191" y="5307650"/>
                  </a:lnTo>
                  <a:lnTo>
                    <a:pt x="3436958" y="5187237"/>
                  </a:lnTo>
                  <a:lnTo>
                    <a:pt x="3463699" y="5068207"/>
                  </a:lnTo>
                  <a:lnTo>
                    <a:pt x="3490409" y="4951028"/>
                  </a:lnTo>
                  <a:lnTo>
                    <a:pt x="3517089" y="4836136"/>
                  </a:lnTo>
                  <a:lnTo>
                    <a:pt x="3543743" y="4723928"/>
                  </a:lnTo>
                  <a:lnTo>
                    <a:pt x="3570382" y="4614761"/>
                  </a:lnTo>
                  <a:lnTo>
                    <a:pt x="3597025" y="4508942"/>
                  </a:lnTo>
                  <a:lnTo>
                    <a:pt x="3623698" y="4406733"/>
                  </a:lnTo>
                  <a:lnTo>
                    <a:pt x="3650436" y="4308343"/>
                  </a:lnTo>
                  <a:lnTo>
                    <a:pt x="3677285" y="4213930"/>
                  </a:lnTo>
                  <a:lnTo>
                    <a:pt x="3704302" y="4123604"/>
                  </a:lnTo>
                  <a:lnTo>
                    <a:pt x="3731554" y="4037429"/>
                  </a:lnTo>
                  <a:lnTo>
                    <a:pt x="3759124" y="3955420"/>
                  </a:lnTo>
                  <a:lnTo>
                    <a:pt x="3787108" y="3877555"/>
                  </a:lnTo>
                  <a:lnTo>
                    <a:pt x="3815622" y="3803770"/>
                  </a:lnTo>
                  <a:lnTo>
                    <a:pt x="3829811" y="3769114"/>
                  </a:lnTo>
                  <a:lnTo>
                    <a:pt x="3871788" y="3674474"/>
                  </a:lnTo>
                  <a:lnTo>
                    <a:pt x="3915675" y="3587796"/>
                  </a:lnTo>
                  <a:lnTo>
                    <a:pt x="3961988" y="3508817"/>
                  </a:lnTo>
                  <a:lnTo>
                    <a:pt x="4011299" y="3437022"/>
                  </a:lnTo>
                  <a:lnTo>
                    <a:pt x="4064198" y="3371782"/>
                  </a:lnTo>
                  <a:lnTo>
                    <a:pt x="4121272" y="3312442"/>
                  </a:lnTo>
                  <a:lnTo>
                    <a:pt x="4183061" y="3258379"/>
                  </a:lnTo>
                  <a:lnTo>
                    <a:pt x="4250018" y="3209036"/>
                  </a:lnTo>
                  <a:lnTo>
                    <a:pt x="4322442" y="3163945"/>
                  </a:lnTo>
                  <a:lnTo>
                    <a:pt x="4400401" y="3122735"/>
                  </a:lnTo>
                  <a:lnTo>
                    <a:pt x="4483631" y="3085140"/>
                  </a:lnTo>
                  <a:lnTo>
                    <a:pt x="4571437" y="3050997"/>
                  </a:lnTo>
                  <a:lnTo>
                    <a:pt x="4662589" y="3020241"/>
                  </a:lnTo>
                  <a:lnTo>
                    <a:pt x="4755264" y="2992882"/>
                  </a:lnTo>
                  <a:lnTo>
                    <a:pt x="4847053" y="2968982"/>
                  </a:lnTo>
                  <a:lnTo>
                    <a:pt x="4935081" y="2948611"/>
                  </a:lnTo>
                  <a:lnTo>
                    <a:pt x="5016255" y="2931800"/>
                  </a:lnTo>
                  <a:lnTo>
                    <a:pt x="5087624" y="2918490"/>
                  </a:lnTo>
                  <a:lnTo>
                    <a:pt x="5146811" y="2908497"/>
                  </a:lnTo>
                  <a:lnTo>
                    <a:pt x="5192403" y="2901497"/>
                  </a:lnTo>
                  <a:lnTo>
                    <a:pt x="5224230" y="2897038"/>
                  </a:lnTo>
                  <a:lnTo>
                    <a:pt x="5243454" y="2894573"/>
                  </a:lnTo>
                  <a:lnTo>
                    <a:pt x="5252498" y="2893508"/>
                  </a:lnTo>
                  <a:lnTo>
                    <a:pt x="5254955" y="2893241"/>
                  </a:lnTo>
                  <a:lnTo>
                    <a:pt x="6726343" y="2893241"/>
                  </a:lnTo>
                  <a:lnTo>
                    <a:pt x="6727486" y="2893174"/>
                  </a:lnTo>
                  <a:lnTo>
                    <a:pt x="6735002" y="2892699"/>
                  </a:lnTo>
                  <a:lnTo>
                    <a:pt x="6753945" y="2891384"/>
                  </a:lnTo>
                  <a:lnTo>
                    <a:pt x="6787807" y="2888795"/>
                  </a:lnTo>
                  <a:lnTo>
                    <a:pt x="6838267" y="2884531"/>
                  </a:lnTo>
                  <a:lnTo>
                    <a:pt x="6905064" y="2878263"/>
                  </a:lnTo>
                  <a:lnTo>
                    <a:pt x="6986151" y="2869768"/>
                  </a:lnTo>
                  <a:lnTo>
                    <a:pt x="7078165" y="2858932"/>
                  </a:lnTo>
                  <a:lnTo>
                    <a:pt x="7177077" y="2845736"/>
                  </a:lnTo>
                  <a:lnTo>
                    <a:pt x="7278857" y="2830218"/>
                  </a:lnTo>
                  <a:lnTo>
                    <a:pt x="7379979" y="2812429"/>
                  </a:lnTo>
                  <a:lnTo>
                    <a:pt x="7477716" y="2792395"/>
                  </a:lnTo>
                  <a:lnTo>
                    <a:pt x="7570216" y="2770083"/>
                  </a:lnTo>
                  <a:lnTo>
                    <a:pt x="7656429" y="2745388"/>
                  </a:lnTo>
                  <a:lnTo>
                    <a:pt x="7735961" y="2718123"/>
                  </a:lnTo>
                  <a:lnTo>
                    <a:pt x="7808904" y="2688016"/>
                  </a:lnTo>
                  <a:lnTo>
                    <a:pt x="7875682" y="2654716"/>
                  </a:lnTo>
                  <a:lnTo>
                    <a:pt x="7936926" y="2617805"/>
                  </a:lnTo>
                  <a:lnTo>
                    <a:pt x="7993379" y="2576820"/>
                  </a:lnTo>
                  <a:lnTo>
                    <a:pt x="8045827" y="2531285"/>
                  </a:lnTo>
                  <a:lnTo>
                    <a:pt x="8095046" y="2480776"/>
                  </a:lnTo>
                  <a:lnTo>
                    <a:pt x="8141754" y="2425018"/>
                  </a:lnTo>
                  <a:lnTo>
                    <a:pt x="8151487" y="2412396"/>
                  </a:lnTo>
                  <a:lnTo>
                    <a:pt x="8188896" y="2360615"/>
                  </a:lnTo>
                  <a:lnTo>
                    <a:pt x="8225366" y="2305050"/>
                  </a:lnTo>
                  <a:lnTo>
                    <a:pt x="8261152" y="2245626"/>
                  </a:lnTo>
                  <a:lnTo>
                    <a:pt x="8296458" y="2182327"/>
                  </a:lnTo>
                  <a:lnTo>
                    <a:pt x="8331449" y="2115203"/>
                  </a:lnTo>
                  <a:lnTo>
                    <a:pt x="8366253" y="2044382"/>
                  </a:lnTo>
                  <a:lnTo>
                    <a:pt x="8400966" y="1970066"/>
                  </a:lnTo>
                  <a:lnTo>
                    <a:pt x="8435658" y="1892538"/>
                  </a:lnTo>
                  <a:lnTo>
                    <a:pt x="8470371" y="1812161"/>
                  </a:lnTo>
                  <a:lnTo>
                    <a:pt x="8505131" y="1729368"/>
                  </a:lnTo>
                  <a:lnTo>
                    <a:pt x="8539943" y="1644661"/>
                  </a:lnTo>
                  <a:lnTo>
                    <a:pt x="8574800" y="1558594"/>
                  </a:lnTo>
                  <a:lnTo>
                    <a:pt x="8609685" y="1471760"/>
                  </a:lnTo>
                  <a:lnTo>
                    <a:pt x="8644576" y="1384776"/>
                  </a:lnTo>
                  <a:lnTo>
                    <a:pt x="8679450" y="1298261"/>
                  </a:lnTo>
                  <a:lnTo>
                    <a:pt x="8714285" y="1212824"/>
                  </a:lnTo>
                  <a:lnTo>
                    <a:pt x="8749070" y="1129039"/>
                  </a:lnTo>
                  <a:lnTo>
                    <a:pt x="8783804" y="1047435"/>
                  </a:lnTo>
                  <a:lnTo>
                    <a:pt x="8818502" y="968479"/>
                  </a:lnTo>
                  <a:lnTo>
                    <a:pt x="8853198" y="892568"/>
                  </a:lnTo>
                  <a:lnTo>
                    <a:pt x="8887947" y="820026"/>
                  </a:lnTo>
                  <a:lnTo>
                    <a:pt x="8922834" y="751093"/>
                  </a:lnTo>
                  <a:lnTo>
                    <a:pt x="8957970" y="685932"/>
                  </a:lnTo>
                  <a:lnTo>
                    <a:pt x="8993501" y="624631"/>
                  </a:lnTo>
                  <a:lnTo>
                    <a:pt x="9029611" y="567205"/>
                  </a:lnTo>
                  <a:lnTo>
                    <a:pt x="9066531" y="513606"/>
                  </a:lnTo>
                  <a:lnTo>
                    <a:pt x="9084767" y="489017"/>
                  </a:lnTo>
                  <a:lnTo>
                    <a:pt x="9131022" y="432126"/>
                  </a:lnTo>
                  <a:lnTo>
                    <a:pt x="9179645" y="380508"/>
                  </a:lnTo>
                  <a:lnTo>
                    <a:pt x="9231338" y="333941"/>
                  </a:lnTo>
                  <a:lnTo>
                    <a:pt x="9286868" y="292021"/>
                  </a:lnTo>
                  <a:lnTo>
                    <a:pt x="9347022" y="254279"/>
                  </a:lnTo>
                  <a:lnTo>
                    <a:pt x="9412557" y="220243"/>
                  </a:lnTo>
                  <a:lnTo>
                    <a:pt x="9484136" y="189484"/>
                  </a:lnTo>
                  <a:lnTo>
                    <a:pt x="9562236" y="161637"/>
                  </a:lnTo>
                  <a:lnTo>
                    <a:pt x="9647033" y="136411"/>
                  </a:lnTo>
                  <a:lnTo>
                    <a:pt x="9738251" y="113600"/>
                  </a:lnTo>
                  <a:lnTo>
                    <a:pt x="9834994" y="93083"/>
                  </a:lnTo>
                  <a:lnTo>
                    <a:pt x="9935591" y="74813"/>
                  </a:lnTo>
                  <a:lnTo>
                    <a:pt x="10037502" y="58806"/>
                  </a:lnTo>
                  <a:lnTo>
                    <a:pt x="10137356" y="45109"/>
                  </a:lnTo>
                  <a:lnTo>
                    <a:pt x="10231195" y="33766"/>
                  </a:lnTo>
                  <a:lnTo>
                    <a:pt x="10314937" y="24776"/>
                  </a:lnTo>
                  <a:lnTo>
                    <a:pt x="10385018" y="18046"/>
                  </a:lnTo>
                  <a:lnTo>
                    <a:pt x="10439062" y="13377"/>
                  </a:lnTo>
                  <a:lnTo>
                    <a:pt x="10476402" y="10462"/>
                  </a:lnTo>
                  <a:lnTo>
                    <a:pt x="10498303" y="8911"/>
                  </a:lnTo>
                  <a:lnTo>
                    <a:pt x="10507889" y="8292"/>
                  </a:lnTo>
                  <a:lnTo>
                    <a:pt x="10509911" y="8172"/>
                  </a:lnTo>
                  <a:lnTo>
                    <a:pt x="11981298" y="8172"/>
                  </a:lnTo>
                  <a:lnTo>
                    <a:pt x="11981298" y="0"/>
                  </a:lnTo>
                  <a:lnTo>
                    <a:pt x="10509911" y="0"/>
                  </a:lnTo>
                  <a:lnTo>
                    <a:pt x="10508767" y="66"/>
                  </a:lnTo>
                  <a:lnTo>
                    <a:pt x="10501252" y="542"/>
                  </a:lnTo>
                  <a:lnTo>
                    <a:pt x="10482308" y="1857"/>
                  </a:lnTo>
                  <a:lnTo>
                    <a:pt x="10448446" y="4445"/>
                  </a:lnTo>
                  <a:lnTo>
                    <a:pt x="10397986" y="8709"/>
                  </a:lnTo>
                  <a:lnTo>
                    <a:pt x="10331189" y="14977"/>
                  </a:lnTo>
                  <a:lnTo>
                    <a:pt x="10250102" y="23473"/>
                  </a:lnTo>
                  <a:lnTo>
                    <a:pt x="10158088" y="34309"/>
                  </a:lnTo>
                  <a:lnTo>
                    <a:pt x="10059176" y="47505"/>
                  </a:lnTo>
                  <a:lnTo>
                    <a:pt x="9957397" y="63022"/>
                  </a:lnTo>
                  <a:lnTo>
                    <a:pt x="9856275" y="80811"/>
                  </a:lnTo>
                  <a:lnTo>
                    <a:pt x="9758537" y="100846"/>
                  </a:lnTo>
                  <a:lnTo>
                    <a:pt x="9666037" y="123157"/>
                  </a:lnTo>
                  <a:lnTo>
                    <a:pt x="9579824" y="147852"/>
                  </a:lnTo>
                  <a:lnTo>
                    <a:pt x="9500292" y="175117"/>
                  </a:lnTo>
                  <a:lnTo>
                    <a:pt x="9427350" y="205224"/>
                  </a:lnTo>
                  <a:lnTo>
                    <a:pt x="9360572" y="238525"/>
                  </a:lnTo>
                  <a:lnTo>
                    <a:pt x="9299327" y="275435"/>
                  </a:lnTo>
                  <a:lnTo>
                    <a:pt x="9242874" y="316420"/>
                  </a:lnTo>
                  <a:lnTo>
                    <a:pt x="9190426" y="361955"/>
                  </a:lnTo>
                  <a:lnTo>
                    <a:pt x="9141207" y="412465"/>
                  </a:lnTo>
                  <a:lnTo>
                    <a:pt x="9094499" y="468223"/>
                  </a:lnTo>
                  <a:lnTo>
                    <a:pt x="9084767" y="480844"/>
                  </a:lnTo>
                  <a:lnTo>
                    <a:pt x="9047357" y="532626"/>
                  </a:lnTo>
                  <a:lnTo>
                    <a:pt x="9010887" y="588190"/>
                  </a:lnTo>
                  <a:lnTo>
                    <a:pt x="8975102" y="647614"/>
                  </a:lnTo>
                  <a:lnTo>
                    <a:pt x="8939795" y="710914"/>
                  </a:lnTo>
                  <a:lnTo>
                    <a:pt x="8904804" y="778037"/>
                  </a:lnTo>
                  <a:lnTo>
                    <a:pt x="8870000" y="848859"/>
                  </a:lnTo>
                  <a:lnTo>
                    <a:pt x="8835287" y="923175"/>
                  </a:lnTo>
                  <a:lnTo>
                    <a:pt x="8800596" y="1000702"/>
                  </a:lnTo>
                  <a:lnTo>
                    <a:pt x="8765882" y="1081080"/>
                  </a:lnTo>
                  <a:lnTo>
                    <a:pt x="8731122" y="1163872"/>
                  </a:lnTo>
                  <a:lnTo>
                    <a:pt x="8696310" y="1248579"/>
                  </a:lnTo>
                  <a:lnTo>
                    <a:pt x="8661453" y="1334646"/>
                  </a:lnTo>
                  <a:lnTo>
                    <a:pt x="8626568" y="1421480"/>
                  </a:lnTo>
                  <a:lnTo>
                    <a:pt x="8591677" y="1508465"/>
                  </a:lnTo>
                  <a:lnTo>
                    <a:pt x="8556804" y="1594979"/>
                  </a:lnTo>
                  <a:lnTo>
                    <a:pt x="8521968" y="1680416"/>
                  </a:lnTo>
                  <a:lnTo>
                    <a:pt x="8487183" y="1764201"/>
                  </a:lnTo>
                  <a:lnTo>
                    <a:pt x="8452449" y="1845806"/>
                  </a:lnTo>
                  <a:lnTo>
                    <a:pt x="8417751" y="1924762"/>
                  </a:lnTo>
                  <a:lnTo>
                    <a:pt x="8383056" y="2000672"/>
                  </a:lnTo>
                  <a:lnTo>
                    <a:pt x="8348306" y="2073215"/>
                  </a:lnTo>
                  <a:lnTo>
                    <a:pt x="8313419" y="2142148"/>
                  </a:lnTo>
                  <a:lnTo>
                    <a:pt x="8278283" y="2207309"/>
                  </a:lnTo>
                  <a:lnTo>
                    <a:pt x="8242752" y="2268610"/>
                  </a:lnTo>
                  <a:lnTo>
                    <a:pt x="8206642" y="2326036"/>
                  </a:lnTo>
                  <a:lnTo>
                    <a:pt x="8169722" y="2379634"/>
                  </a:lnTo>
                  <a:lnTo>
                    <a:pt x="8151487" y="2404223"/>
                  </a:lnTo>
                  <a:lnTo>
                    <a:pt x="8105231" y="2461115"/>
                  </a:lnTo>
                  <a:lnTo>
                    <a:pt x="8056608" y="2512732"/>
                  </a:lnTo>
                  <a:lnTo>
                    <a:pt x="8004915" y="2559300"/>
                  </a:lnTo>
                  <a:lnTo>
                    <a:pt x="7949386" y="2601219"/>
                  </a:lnTo>
                  <a:lnTo>
                    <a:pt x="7889232" y="2638962"/>
                  </a:lnTo>
                  <a:lnTo>
                    <a:pt x="7823696" y="2672997"/>
                  </a:lnTo>
                  <a:lnTo>
                    <a:pt x="7752117" y="2703756"/>
                  </a:lnTo>
                  <a:lnTo>
                    <a:pt x="7674017" y="2731604"/>
                  </a:lnTo>
                  <a:lnTo>
                    <a:pt x="7589220" y="2756830"/>
                  </a:lnTo>
                  <a:lnTo>
                    <a:pt x="7498002" y="2779640"/>
                  </a:lnTo>
                  <a:lnTo>
                    <a:pt x="7401259" y="2800157"/>
                  </a:lnTo>
                  <a:lnTo>
                    <a:pt x="7300662" y="2818427"/>
                  </a:lnTo>
                  <a:lnTo>
                    <a:pt x="7198751" y="2834435"/>
                  </a:lnTo>
                  <a:lnTo>
                    <a:pt x="7098897" y="2848132"/>
                  </a:lnTo>
                  <a:lnTo>
                    <a:pt x="7005058" y="2859474"/>
                  </a:lnTo>
                  <a:lnTo>
                    <a:pt x="6921316" y="2868465"/>
                  </a:lnTo>
                  <a:lnTo>
                    <a:pt x="6851235" y="2875195"/>
                  </a:lnTo>
                  <a:lnTo>
                    <a:pt x="6797191" y="2879863"/>
                  </a:lnTo>
                  <a:lnTo>
                    <a:pt x="6759851" y="2882778"/>
                  </a:lnTo>
                  <a:lnTo>
                    <a:pt x="6737951" y="2884330"/>
                  </a:lnTo>
                  <a:lnTo>
                    <a:pt x="6728365" y="2884948"/>
                  </a:lnTo>
                  <a:lnTo>
                    <a:pt x="6726343" y="2885068"/>
                  </a:lnTo>
                  <a:lnTo>
                    <a:pt x="5254955" y="2885068"/>
                  </a:lnTo>
                  <a:lnTo>
                    <a:pt x="5254091" y="2885159"/>
                  </a:lnTo>
                  <a:lnTo>
                    <a:pt x="5248377" y="2885809"/>
                  </a:lnTo>
                  <a:lnTo>
                    <a:pt x="5233861" y="2887603"/>
                  </a:lnTo>
                  <a:lnTo>
                    <a:pt x="5207631" y="2891141"/>
                  </a:lnTo>
                  <a:lnTo>
                    <a:pt x="5167969" y="2896995"/>
                  </a:lnTo>
                  <a:lnTo>
                    <a:pt x="5114479" y="2905662"/>
                  </a:lnTo>
                  <a:lnTo>
                    <a:pt x="5048066" y="2917526"/>
                  </a:lnTo>
                  <a:lnTo>
                    <a:pt x="4970739" y="2932830"/>
                  </a:lnTo>
                  <a:lnTo>
                    <a:pt x="4885256" y="2951681"/>
                  </a:lnTo>
                  <a:lnTo>
                    <a:pt x="4794700" y="2974082"/>
                  </a:lnTo>
                  <a:lnTo>
                    <a:pt x="4702078" y="2999974"/>
                  </a:lnTo>
                  <a:lnTo>
                    <a:pt x="4610018" y="3029286"/>
                  </a:lnTo>
                  <a:lnTo>
                    <a:pt x="4520600" y="3061981"/>
                  </a:lnTo>
                  <a:lnTo>
                    <a:pt x="4435303" y="3098089"/>
                  </a:lnTo>
                  <a:lnTo>
                    <a:pt x="4355040" y="3137730"/>
                  </a:lnTo>
                  <a:lnTo>
                    <a:pt x="4280245" y="3181125"/>
                  </a:lnTo>
                  <a:lnTo>
                    <a:pt x="4210980" y="3228601"/>
                  </a:lnTo>
                  <a:lnTo>
                    <a:pt x="4147034" y="3280587"/>
                  </a:lnTo>
                  <a:lnTo>
                    <a:pt x="4088010" y="3337602"/>
                  </a:lnTo>
                  <a:lnTo>
                    <a:pt x="4033399" y="3400246"/>
                  </a:lnTo>
                  <a:lnTo>
                    <a:pt x="3982630" y="3469163"/>
                  </a:lnTo>
                  <a:lnTo>
                    <a:pt x="3935109" y="3545004"/>
                  </a:lnTo>
                  <a:lnTo>
                    <a:pt x="3890254" y="3628346"/>
                  </a:lnTo>
                  <a:lnTo>
                    <a:pt x="3847521" y="3719580"/>
                  </a:lnTo>
                  <a:lnTo>
                    <a:pt x="3829811" y="3760941"/>
                  </a:lnTo>
                  <a:lnTo>
                    <a:pt x="3800991" y="3832762"/>
                  </a:lnTo>
                  <a:lnTo>
                    <a:pt x="3772763" y="3908620"/>
                  </a:lnTo>
                  <a:lnTo>
                    <a:pt x="3745003" y="3988595"/>
                  </a:lnTo>
                  <a:lnTo>
                    <a:pt x="3717607" y="4072730"/>
                  </a:lnTo>
                  <a:lnTo>
                    <a:pt x="3690484" y="4161029"/>
                  </a:lnTo>
                  <a:lnTo>
                    <a:pt x="3663561" y="4253452"/>
                  </a:lnTo>
                  <a:lnTo>
                    <a:pt x="3636775" y="4349913"/>
                  </a:lnTo>
                  <a:lnTo>
                    <a:pt x="3610075" y="4450276"/>
                  </a:lnTo>
                  <a:lnTo>
                    <a:pt x="3583421" y="4554357"/>
                  </a:lnTo>
                  <a:lnTo>
                    <a:pt x="3556783" y="4661921"/>
                  </a:lnTo>
                  <a:lnTo>
                    <a:pt x="3530138" y="4772682"/>
                  </a:lnTo>
                  <a:lnTo>
                    <a:pt x="3503472" y="4886308"/>
                  </a:lnTo>
                  <a:lnTo>
                    <a:pt x="3476777" y="5002419"/>
                  </a:lnTo>
                  <a:lnTo>
                    <a:pt x="3450050" y="5120600"/>
                  </a:lnTo>
                  <a:lnTo>
                    <a:pt x="3423295" y="5240396"/>
                  </a:lnTo>
                  <a:lnTo>
                    <a:pt x="3396518" y="5361328"/>
                  </a:lnTo>
                  <a:lnTo>
                    <a:pt x="3369728" y="5482896"/>
                  </a:lnTo>
                  <a:lnTo>
                    <a:pt x="3342936" y="5604590"/>
                  </a:lnTo>
                  <a:lnTo>
                    <a:pt x="3316151" y="5725897"/>
                  </a:lnTo>
                  <a:lnTo>
                    <a:pt x="3289384" y="5846310"/>
                  </a:lnTo>
                  <a:lnTo>
                    <a:pt x="3262643" y="5965340"/>
                  </a:lnTo>
                  <a:lnTo>
                    <a:pt x="3235933" y="6082518"/>
                  </a:lnTo>
                  <a:lnTo>
                    <a:pt x="3209253" y="6197411"/>
                  </a:lnTo>
                  <a:lnTo>
                    <a:pt x="3182599" y="6309618"/>
                  </a:lnTo>
                  <a:lnTo>
                    <a:pt x="3155960" y="6418786"/>
                  </a:lnTo>
                  <a:lnTo>
                    <a:pt x="3129317" y="6524604"/>
                  </a:lnTo>
                  <a:lnTo>
                    <a:pt x="3102644" y="6626814"/>
                  </a:lnTo>
                  <a:lnTo>
                    <a:pt x="3075906" y="6725204"/>
                  </a:lnTo>
                  <a:lnTo>
                    <a:pt x="3049057" y="6819617"/>
                  </a:lnTo>
                  <a:lnTo>
                    <a:pt x="3022040" y="6909942"/>
                  </a:lnTo>
                  <a:lnTo>
                    <a:pt x="2994788" y="6996118"/>
                  </a:lnTo>
                  <a:lnTo>
                    <a:pt x="2967218" y="7078126"/>
                  </a:lnTo>
                  <a:lnTo>
                    <a:pt x="2939234" y="7155992"/>
                  </a:lnTo>
                  <a:lnTo>
                    <a:pt x="2910720" y="7229777"/>
                  </a:lnTo>
                  <a:lnTo>
                    <a:pt x="2896531" y="7264433"/>
                  </a:lnTo>
                  <a:lnTo>
                    <a:pt x="2854554" y="7359073"/>
                  </a:lnTo>
                  <a:lnTo>
                    <a:pt x="2810668" y="7445751"/>
                  </a:lnTo>
                  <a:lnTo>
                    <a:pt x="2764354" y="7524730"/>
                  </a:lnTo>
                  <a:lnTo>
                    <a:pt x="2715044" y="7596524"/>
                  </a:lnTo>
                  <a:lnTo>
                    <a:pt x="2662144" y="7661765"/>
                  </a:lnTo>
                  <a:lnTo>
                    <a:pt x="2605070" y="7721105"/>
                  </a:lnTo>
                  <a:lnTo>
                    <a:pt x="2543281" y="7775168"/>
                  </a:lnTo>
                  <a:lnTo>
                    <a:pt x="2476324" y="7824511"/>
                  </a:lnTo>
                  <a:lnTo>
                    <a:pt x="2403900" y="7869601"/>
                  </a:lnTo>
                  <a:lnTo>
                    <a:pt x="2325941" y="7910811"/>
                  </a:lnTo>
                  <a:lnTo>
                    <a:pt x="2242711" y="7948407"/>
                  </a:lnTo>
                  <a:lnTo>
                    <a:pt x="2154905" y="7982549"/>
                  </a:lnTo>
                  <a:lnTo>
                    <a:pt x="2063753" y="8013306"/>
                  </a:lnTo>
                  <a:lnTo>
                    <a:pt x="1971079" y="8040665"/>
                  </a:lnTo>
                  <a:lnTo>
                    <a:pt x="1879289" y="8064565"/>
                  </a:lnTo>
                  <a:lnTo>
                    <a:pt x="1791261" y="8084935"/>
                  </a:lnTo>
                  <a:lnTo>
                    <a:pt x="1710087" y="8101747"/>
                  </a:lnTo>
                  <a:lnTo>
                    <a:pt x="1638718" y="8115057"/>
                  </a:lnTo>
                  <a:lnTo>
                    <a:pt x="1579532" y="8125050"/>
                  </a:lnTo>
                  <a:lnTo>
                    <a:pt x="1533939" y="8132049"/>
                  </a:lnTo>
                  <a:lnTo>
                    <a:pt x="1502112" y="8136508"/>
                  </a:lnTo>
                  <a:lnTo>
                    <a:pt x="1482888" y="8138974"/>
                  </a:lnTo>
                  <a:lnTo>
                    <a:pt x="1473844" y="8140039"/>
                  </a:lnTo>
                  <a:lnTo>
                    <a:pt x="1471387" y="8140306"/>
                  </a:lnTo>
                  <a:lnTo>
                    <a:pt x="0" y="8140306"/>
                  </a:lnTo>
                  <a:close/>
                </a:path>
              </a:pathLst>
            </a:custGeom>
            <a:solidFill>
              <a:srgbClr val="F4B1EB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2190" name="pl2190"/>
            <p:cNvSpPr/>
            <p:nvPr/>
          </p:nvSpPr>
          <p:spPr>
            <a:xfrm>
              <a:off x="4799595" y="3108153"/>
              <a:ext cx="11981298" cy="8140306"/>
            </a:xfrm>
            <a:custGeom>
              <a:avLst/>
              <a:pathLst>
                <a:path w="11981298" h="8140306">
                  <a:moveTo>
                    <a:pt x="0" y="8140306"/>
                  </a:moveTo>
                  <a:lnTo>
                    <a:pt x="1471387" y="8140306"/>
                  </a:lnTo>
                  <a:lnTo>
                    <a:pt x="1472251" y="8140215"/>
                  </a:lnTo>
                  <a:lnTo>
                    <a:pt x="1477965" y="8139565"/>
                  </a:lnTo>
                  <a:lnTo>
                    <a:pt x="1492481" y="8137771"/>
                  </a:lnTo>
                  <a:lnTo>
                    <a:pt x="1518711" y="8134233"/>
                  </a:lnTo>
                  <a:lnTo>
                    <a:pt x="1558373" y="8128379"/>
                  </a:lnTo>
                  <a:lnTo>
                    <a:pt x="1611863" y="8119711"/>
                  </a:lnTo>
                  <a:lnTo>
                    <a:pt x="1678276" y="8107847"/>
                  </a:lnTo>
                  <a:lnTo>
                    <a:pt x="1755603" y="8092544"/>
                  </a:lnTo>
                  <a:lnTo>
                    <a:pt x="1841086" y="8073692"/>
                  </a:lnTo>
                  <a:lnTo>
                    <a:pt x="1931642" y="8051291"/>
                  </a:lnTo>
                  <a:lnTo>
                    <a:pt x="2024265" y="8025400"/>
                  </a:lnTo>
                  <a:lnTo>
                    <a:pt x="2116325" y="7996088"/>
                  </a:lnTo>
                  <a:lnTo>
                    <a:pt x="2205742" y="7963393"/>
                  </a:lnTo>
                  <a:lnTo>
                    <a:pt x="2291039" y="7927285"/>
                  </a:lnTo>
                  <a:lnTo>
                    <a:pt x="2371303" y="7887644"/>
                  </a:lnTo>
                  <a:lnTo>
                    <a:pt x="2446097" y="7844249"/>
                  </a:lnTo>
                  <a:lnTo>
                    <a:pt x="2515362" y="7796772"/>
                  </a:lnTo>
                  <a:lnTo>
                    <a:pt x="2579308" y="7744787"/>
                  </a:lnTo>
                  <a:lnTo>
                    <a:pt x="2638332" y="7687771"/>
                  </a:lnTo>
                  <a:lnTo>
                    <a:pt x="2692943" y="7625128"/>
                  </a:lnTo>
                  <a:lnTo>
                    <a:pt x="2743712" y="7556211"/>
                  </a:lnTo>
                  <a:lnTo>
                    <a:pt x="2791233" y="7480370"/>
                  </a:lnTo>
                  <a:lnTo>
                    <a:pt x="2836088" y="7397028"/>
                  </a:lnTo>
                  <a:lnTo>
                    <a:pt x="2878821" y="7305794"/>
                  </a:lnTo>
                  <a:lnTo>
                    <a:pt x="2896531" y="7264433"/>
                  </a:lnTo>
                  <a:lnTo>
                    <a:pt x="2925351" y="7192612"/>
                  </a:lnTo>
                  <a:lnTo>
                    <a:pt x="2953579" y="7116754"/>
                  </a:lnTo>
                  <a:lnTo>
                    <a:pt x="2981339" y="7036779"/>
                  </a:lnTo>
                  <a:lnTo>
                    <a:pt x="3008735" y="6952643"/>
                  </a:lnTo>
                  <a:lnTo>
                    <a:pt x="3035858" y="6864344"/>
                  </a:lnTo>
                  <a:lnTo>
                    <a:pt x="3062781" y="6771921"/>
                  </a:lnTo>
                  <a:lnTo>
                    <a:pt x="3089567" y="6675461"/>
                  </a:lnTo>
                  <a:lnTo>
                    <a:pt x="3116267" y="6575098"/>
                  </a:lnTo>
                  <a:lnTo>
                    <a:pt x="3142921" y="6471017"/>
                  </a:lnTo>
                  <a:lnTo>
                    <a:pt x="3169559" y="6363453"/>
                  </a:lnTo>
                  <a:lnTo>
                    <a:pt x="3196204" y="6252692"/>
                  </a:lnTo>
                  <a:lnTo>
                    <a:pt x="3222870" y="6139066"/>
                  </a:lnTo>
                  <a:lnTo>
                    <a:pt x="3249565" y="6022954"/>
                  </a:lnTo>
                  <a:lnTo>
                    <a:pt x="3276292" y="5904774"/>
                  </a:lnTo>
                  <a:lnTo>
                    <a:pt x="3303047" y="5784978"/>
                  </a:lnTo>
                  <a:lnTo>
                    <a:pt x="3329824" y="5664046"/>
                  </a:lnTo>
                  <a:lnTo>
                    <a:pt x="3356614" y="5542478"/>
                  </a:lnTo>
                  <a:lnTo>
                    <a:pt x="3383406" y="5420784"/>
                  </a:lnTo>
                  <a:lnTo>
                    <a:pt x="3410191" y="5299477"/>
                  </a:lnTo>
                  <a:lnTo>
                    <a:pt x="3436958" y="5179064"/>
                  </a:lnTo>
                  <a:lnTo>
                    <a:pt x="3463699" y="5060034"/>
                  </a:lnTo>
                  <a:lnTo>
                    <a:pt x="3490409" y="4942855"/>
                  </a:lnTo>
                  <a:lnTo>
                    <a:pt x="3517089" y="4827963"/>
                  </a:lnTo>
                  <a:lnTo>
                    <a:pt x="3543743" y="4715755"/>
                  </a:lnTo>
                  <a:lnTo>
                    <a:pt x="3570382" y="4606588"/>
                  </a:lnTo>
                  <a:lnTo>
                    <a:pt x="3597025" y="4500769"/>
                  </a:lnTo>
                  <a:lnTo>
                    <a:pt x="3623698" y="4398560"/>
                  </a:lnTo>
                  <a:lnTo>
                    <a:pt x="3650436" y="4300170"/>
                  </a:lnTo>
                  <a:lnTo>
                    <a:pt x="3677285" y="4205757"/>
                  </a:lnTo>
                  <a:lnTo>
                    <a:pt x="3704302" y="4115431"/>
                  </a:lnTo>
                  <a:lnTo>
                    <a:pt x="3731554" y="4029256"/>
                  </a:lnTo>
                  <a:lnTo>
                    <a:pt x="3759124" y="3947247"/>
                  </a:lnTo>
                  <a:lnTo>
                    <a:pt x="3787108" y="3869382"/>
                  </a:lnTo>
                  <a:lnTo>
                    <a:pt x="3815622" y="3795597"/>
                  </a:lnTo>
                  <a:lnTo>
                    <a:pt x="3829811" y="3760941"/>
                  </a:lnTo>
                  <a:lnTo>
                    <a:pt x="3871788" y="3666301"/>
                  </a:lnTo>
                  <a:lnTo>
                    <a:pt x="3915675" y="3579623"/>
                  </a:lnTo>
                  <a:lnTo>
                    <a:pt x="3961988" y="3500644"/>
                  </a:lnTo>
                  <a:lnTo>
                    <a:pt x="4011299" y="3428849"/>
                  </a:lnTo>
                  <a:lnTo>
                    <a:pt x="4064198" y="3363609"/>
                  </a:lnTo>
                  <a:lnTo>
                    <a:pt x="4121272" y="3304269"/>
                  </a:lnTo>
                  <a:lnTo>
                    <a:pt x="4183061" y="3250206"/>
                  </a:lnTo>
                  <a:lnTo>
                    <a:pt x="4250018" y="3200863"/>
                  </a:lnTo>
                  <a:lnTo>
                    <a:pt x="4322442" y="3155772"/>
                  </a:lnTo>
                  <a:lnTo>
                    <a:pt x="4400401" y="3114562"/>
                  </a:lnTo>
                  <a:lnTo>
                    <a:pt x="4483631" y="3076967"/>
                  </a:lnTo>
                  <a:lnTo>
                    <a:pt x="4571437" y="3042824"/>
                  </a:lnTo>
                  <a:lnTo>
                    <a:pt x="4662589" y="3012068"/>
                  </a:lnTo>
                  <a:lnTo>
                    <a:pt x="4755264" y="2984709"/>
                  </a:lnTo>
                  <a:lnTo>
                    <a:pt x="4847053" y="2960809"/>
                  </a:lnTo>
                  <a:lnTo>
                    <a:pt x="4935081" y="2940438"/>
                  </a:lnTo>
                  <a:lnTo>
                    <a:pt x="5016255" y="2923627"/>
                  </a:lnTo>
                  <a:lnTo>
                    <a:pt x="5087624" y="2910317"/>
                  </a:lnTo>
                  <a:lnTo>
                    <a:pt x="5146811" y="2900324"/>
                  </a:lnTo>
                  <a:lnTo>
                    <a:pt x="5192403" y="2893324"/>
                  </a:lnTo>
                  <a:lnTo>
                    <a:pt x="5224230" y="2888865"/>
                  </a:lnTo>
                  <a:lnTo>
                    <a:pt x="5243454" y="2886400"/>
                  </a:lnTo>
                  <a:lnTo>
                    <a:pt x="5252498" y="2885335"/>
                  </a:lnTo>
                  <a:lnTo>
                    <a:pt x="5254886" y="2885075"/>
                  </a:lnTo>
                  <a:lnTo>
                    <a:pt x="5254955" y="2885068"/>
                  </a:lnTo>
                  <a:lnTo>
                    <a:pt x="6726343" y="2885068"/>
                  </a:lnTo>
                  <a:lnTo>
                    <a:pt x="6727486" y="2885001"/>
                  </a:lnTo>
                  <a:lnTo>
                    <a:pt x="6735002" y="2884526"/>
                  </a:lnTo>
                  <a:lnTo>
                    <a:pt x="6753945" y="2883211"/>
                  </a:lnTo>
                  <a:lnTo>
                    <a:pt x="6787807" y="2880622"/>
                  </a:lnTo>
                  <a:lnTo>
                    <a:pt x="6838267" y="2876358"/>
                  </a:lnTo>
                  <a:lnTo>
                    <a:pt x="6905064" y="2870090"/>
                  </a:lnTo>
                  <a:lnTo>
                    <a:pt x="6986151" y="2861595"/>
                  </a:lnTo>
                  <a:lnTo>
                    <a:pt x="7078165" y="2850759"/>
                  </a:lnTo>
                  <a:lnTo>
                    <a:pt x="7177077" y="2837563"/>
                  </a:lnTo>
                  <a:lnTo>
                    <a:pt x="7278857" y="2822045"/>
                  </a:lnTo>
                  <a:lnTo>
                    <a:pt x="7379979" y="2804256"/>
                  </a:lnTo>
                  <a:lnTo>
                    <a:pt x="7477716" y="2784222"/>
                  </a:lnTo>
                  <a:lnTo>
                    <a:pt x="7570216" y="2761910"/>
                  </a:lnTo>
                  <a:lnTo>
                    <a:pt x="7656429" y="2737215"/>
                  </a:lnTo>
                  <a:lnTo>
                    <a:pt x="7735961" y="2709950"/>
                  </a:lnTo>
                  <a:lnTo>
                    <a:pt x="7808904" y="2679843"/>
                  </a:lnTo>
                  <a:lnTo>
                    <a:pt x="7875682" y="2646543"/>
                  </a:lnTo>
                  <a:lnTo>
                    <a:pt x="7936926" y="2609632"/>
                  </a:lnTo>
                  <a:lnTo>
                    <a:pt x="7993379" y="2568647"/>
                  </a:lnTo>
                  <a:lnTo>
                    <a:pt x="8045827" y="2523112"/>
                  </a:lnTo>
                  <a:lnTo>
                    <a:pt x="8095046" y="2472603"/>
                  </a:lnTo>
                  <a:lnTo>
                    <a:pt x="8141754" y="2416845"/>
                  </a:lnTo>
                  <a:lnTo>
                    <a:pt x="8151487" y="2404223"/>
                  </a:lnTo>
                  <a:lnTo>
                    <a:pt x="8188896" y="2352442"/>
                  </a:lnTo>
                  <a:lnTo>
                    <a:pt x="8225366" y="2296877"/>
                  </a:lnTo>
                  <a:lnTo>
                    <a:pt x="8261152" y="2237453"/>
                  </a:lnTo>
                  <a:lnTo>
                    <a:pt x="8296458" y="2174154"/>
                  </a:lnTo>
                  <a:lnTo>
                    <a:pt x="8331449" y="2107030"/>
                  </a:lnTo>
                  <a:lnTo>
                    <a:pt x="8366253" y="2036209"/>
                  </a:lnTo>
                  <a:lnTo>
                    <a:pt x="8400966" y="1961893"/>
                  </a:lnTo>
                  <a:lnTo>
                    <a:pt x="8435658" y="1884365"/>
                  </a:lnTo>
                  <a:lnTo>
                    <a:pt x="8470371" y="1803988"/>
                  </a:lnTo>
                  <a:lnTo>
                    <a:pt x="8505131" y="1721195"/>
                  </a:lnTo>
                  <a:lnTo>
                    <a:pt x="8539943" y="1636488"/>
                  </a:lnTo>
                  <a:lnTo>
                    <a:pt x="8574800" y="1550421"/>
                  </a:lnTo>
                  <a:lnTo>
                    <a:pt x="8609685" y="1463587"/>
                  </a:lnTo>
                  <a:lnTo>
                    <a:pt x="8644576" y="1376603"/>
                  </a:lnTo>
                  <a:lnTo>
                    <a:pt x="8679450" y="1290088"/>
                  </a:lnTo>
                  <a:lnTo>
                    <a:pt x="8714285" y="1204651"/>
                  </a:lnTo>
                  <a:lnTo>
                    <a:pt x="8749070" y="1120866"/>
                  </a:lnTo>
                  <a:lnTo>
                    <a:pt x="8783804" y="1039262"/>
                  </a:lnTo>
                  <a:lnTo>
                    <a:pt x="8818502" y="960306"/>
                  </a:lnTo>
                  <a:lnTo>
                    <a:pt x="8853198" y="884395"/>
                  </a:lnTo>
                  <a:lnTo>
                    <a:pt x="8887947" y="811853"/>
                  </a:lnTo>
                  <a:lnTo>
                    <a:pt x="8922834" y="742920"/>
                  </a:lnTo>
                  <a:lnTo>
                    <a:pt x="8957970" y="677759"/>
                  </a:lnTo>
                  <a:lnTo>
                    <a:pt x="8993501" y="616458"/>
                  </a:lnTo>
                  <a:lnTo>
                    <a:pt x="9029611" y="559032"/>
                  </a:lnTo>
                  <a:lnTo>
                    <a:pt x="9066531" y="505433"/>
                  </a:lnTo>
                  <a:lnTo>
                    <a:pt x="9084767" y="480844"/>
                  </a:lnTo>
                  <a:lnTo>
                    <a:pt x="9131022" y="423953"/>
                  </a:lnTo>
                  <a:lnTo>
                    <a:pt x="9179645" y="372335"/>
                  </a:lnTo>
                  <a:lnTo>
                    <a:pt x="9231338" y="325768"/>
                  </a:lnTo>
                  <a:lnTo>
                    <a:pt x="9286868" y="283848"/>
                  </a:lnTo>
                  <a:lnTo>
                    <a:pt x="9347022" y="246106"/>
                  </a:lnTo>
                  <a:lnTo>
                    <a:pt x="9412557" y="212070"/>
                  </a:lnTo>
                  <a:lnTo>
                    <a:pt x="9484136" y="181311"/>
                  </a:lnTo>
                  <a:lnTo>
                    <a:pt x="9562236" y="153464"/>
                  </a:lnTo>
                  <a:lnTo>
                    <a:pt x="9647033" y="128238"/>
                  </a:lnTo>
                  <a:lnTo>
                    <a:pt x="9738251" y="105427"/>
                  </a:lnTo>
                  <a:lnTo>
                    <a:pt x="9834994" y="84910"/>
                  </a:lnTo>
                  <a:lnTo>
                    <a:pt x="9935591" y="66640"/>
                  </a:lnTo>
                  <a:lnTo>
                    <a:pt x="10037502" y="50633"/>
                  </a:lnTo>
                  <a:lnTo>
                    <a:pt x="10137356" y="36936"/>
                  </a:lnTo>
                  <a:lnTo>
                    <a:pt x="10231195" y="25593"/>
                  </a:lnTo>
                  <a:lnTo>
                    <a:pt x="10314937" y="16603"/>
                  </a:lnTo>
                  <a:lnTo>
                    <a:pt x="10385018" y="9873"/>
                  </a:lnTo>
                  <a:lnTo>
                    <a:pt x="10439062" y="5204"/>
                  </a:lnTo>
                  <a:lnTo>
                    <a:pt x="10476402" y="2289"/>
                  </a:lnTo>
                  <a:lnTo>
                    <a:pt x="10498303" y="738"/>
                  </a:lnTo>
                  <a:lnTo>
                    <a:pt x="10507889" y="119"/>
                  </a:lnTo>
                  <a:lnTo>
                    <a:pt x="10509899" y="0"/>
                  </a:lnTo>
                  <a:lnTo>
                    <a:pt x="10509911" y="0"/>
                  </a:lnTo>
                  <a:lnTo>
                    <a:pt x="11981298" y="0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91" name="pl2191"/>
            <p:cNvSpPr/>
            <p:nvPr/>
          </p:nvSpPr>
          <p:spPr>
            <a:xfrm>
              <a:off x="4799595" y="3099980"/>
              <a:ext cx="11981298" cy="8140306"/>
            </a:xfrm>
            <a:custGeom>
              <a:avLst/>
              <a:pathLst>
                <a:path w="11981298" h="8140306">
                  <a:moveTo>
                    <a:pt x="11981298" y="0"/>
                  </a:moveTo>
                  <a:lnTo>
                    <a:pt x="10509911" y="0"/>
                  </a:lnTo>
                  <a:lnTo>
                    <a:pt x="10508767" y="66"/>
                  </a:lnTo>
                  <a:lnTo>
                    <a:pt x="10501252" y="542"/>
                  </a:lnTo>
                  <a:lnTo>
                    <a:pt x="10482308" y="1857"/>
                  </a:lnTo>
                  <a:lnTo>
                    <a:pt x="10448446" y="4445"/>
                  </a:lnTo>
                  <a:lnTo>
                    <a:pt x="10397986" y="8709"/>
                  </a:lnTo>
                  <a:lnTo>
                    <a:pt x="10331189" y="14977"/>
                  </a:lnTo>
                  <a:lnTo>
                    <a:pt x="10250102" y="23473"/>
                  </a:lnTo>
                  <a:lnTo>
                    <a:pt x="10158088" y="34309"/>
                  </a:lnTo>
                  <a:lnTo>
                    <a:pt x="10059176" y="47505"/>
                  </a:lnTo>
                  <a:lnTo>
                    <a:pt x="9957397" y="63022"/>
                  </a:lnTo>
                  <a:lnTo>
                    <a:pt x="9856275" y="80811"/>
                  </a:lnTo>
                  <a:lnTo>
                    <a:pt x="9758537" y="100846"/>
                  </a:lnTo>
                  <a:lnTo>
                    <a:pt x="9666037" y="123157"/>
                  </a:lnTo>
                  <a:lnTo>
                    <a:pt x="9579824" y="147852"/>
                  </a:lnTo>
                  <a:lnTo>
                    <a:pt x="9500292" y="175117"/>
                  </a:lnTo>
                  <a:lnTo>
                    <a:pt x="9427350" y="205224"/>
                  </a:lnTo>
                  <a:lnTo>
                    <a:pt x="9360572" y="238525"/>
                  </a:lnTo>
                  <a:lnTo>
                    <a:pt x="9299327" y="275435"/>
                  </a:lnTo>
                  <a:lnTo>
                    <a:pt x="9242874" y="316420"/>
                  </a:lnTo>
                  <a:lnTo>
                    <a:pt x="9190426" y="361955"/>
                  </a:lnTo>
                  <a:lnTo>
                    <a:pt x="9141207" y="412465"/>
                  </a:lnTo>
                  <a:lnTo>
                    <a:pt x="9094499" y="468223"/>
                  </a:lnTo>
                  <a:lnTo>
                    <a:pt x="9084767" y="480844"/>
                  </a:lnTo>
                  <a:lnTo>
                    <a:pt x="9047357" y="532626"/>
                  </a:lnTo>
                  <a:lnTo>
                    <a:pt x="9010887" y="588190"/>
                  </a:lnTo>
                  <a:lnTo>
                    <a:pt x="8975102" y="647614"/>
                  </a:lnTo>
                  <a:lnTo>
                    <a:pt x="8939795" y="710914"/>
                  </a:lnTo>
                  <a:lnTo>
                    <a:pt x="8904804" y="778037"/>
                  </a:lnTo>
                  <a:lnTo>
                    <a:pt x="8870000" y="848859"/>
                  </a:lnTo>
                  <a:lnTo>
                    <a:pt x="8835287" y="923175"/>
                  </a:lnTo>
                  <a:lnTo>
                    <a:pt x="8800596" y="1000702"/>
                  </a:lnTo>
                  <a:lnTo>
                    <a:pt x="8765882" y="1081080"/>
                  </a:lnTo>
                  <a:lnTo>
                    <a:pt x="8731122" y="1163872"/>
                  </a:lnTo>
                  <a:lnTo>
                    <a:pt x="8696310" y="1248579"/>
                  </a:lnTo>
                  <a:lnTo>
                    <a:pt x="8661453" y="1334646"/>
                  </a:lnTo>
                  <a:lnTo>
                    <a:pt x="8626568" y="1421480"/>
                  </a:lnTo>
                  <a:lnTo>
                    <a:pt x="8591677" y="1508465"/>
                  </a:lnTo>
                  <a:lnTo>
                    <a:pt x="8556804" y="1594979"/>
                  </a:lnTo>
                  <a:lnTo>
                    <a:pt x="8521968" y="1680416"/>
                  </a:lnTo>
                  <a:lnTo>
                    <a:pt x="8487183" y="1764201"/>
                  </a:lnTo>
                  <a:lnTo>
                    <a:pt x="8452449" y="1845806"/>
                  </a:lnTo>
                  <a:lnTo>
                    <a:pt x="8417751" y="1924762"/>
                  </a:lnTo>
                  <a:lnTo>
                    <a:pt x="8383056" y="2000672"/>
                  </a:lnTo>
                  <a:lnTo>
                    <a:pt x="8348306" y="2073215"/>
                  </a:lnTo>
                  <a:lnTo>
                    <a:pt x="8313419" y="2142148"/>
                  </a:lnTo>
                  <a:lnTo>
                    <a:pt x="8278283" y="2207309"/>
                  </a:lnTo>
                  <a:lnTo>
                    <a:pt x="8242752" y="2268610"/>
                  </a:lnTo>
                  <a:lnTo>
                    <a:pt x="8206642" y="2326036"/>
                  </a:lnTo>
                  <a:lnTo>
                    <a:pt x="8169722" y="2379634"/>
                  </a:lnTo>
                  <a:lnTo>
                    <a:pt x="8151487" y="2404223"/>
                  </a:lnTo>
                  <a:lnTo>
                    <a:pt x="8105231" y="2461115"/>
                  </a:lnTo>
                  <a:lnTo>
                    <a:pt x="8056608" y="2512732"/>
                  </a:lnTo>
                  <a:lnTo>
                    <a:pt x="8004915" y="2559300"/>
                  </a:lnTo>
                  <a:lnTo>
                    <a:pt x="7949386" y="2601219"/>
                  </a:lnTo>
                  <a:lnTo>
                    <a:pt x="7889232" y="2638962"/>
                  </a:lnTo>
                  <a:lnTo>
                    <a:pt x="7823696" y="2672997"/>
                  </a:lnTo>
                  <a:lnTo>
                    <a:pt x="7752117" y="2703756"/>
                  </a:lnTo>
                  <a:lnTo>
                    <a:pt x="7674017" y="2731604"/>
                  </a:lnTo>
                  <a:lnTo>
                    <a:pt x="7589220" y="2756830"/>
                  </a:lnTo>
                  <a:lnTo>
                    <a:pt x="7498002" y="2779640"/>
                  </a:lnTo>
                  <a:lnTo>
                    <a:pt x="7401259" y="2800157"/>
                  </a:lnTo>
                  <a:lnTo>
                    <a:pt x="7300662" y="2818427"/>
                  </a:lnTo>
                  <a:lnTo>
                    <a:pt x="7198751" y="2834435"/>
                  </a:lnTo>
                  <a:lnTo>
                    <a:pt x="7098897" y="2848132"/>
                  </a:lnTo>
                  <a:lnTo>
                    <a:pt x="7005058" y="2859474"/>
                  </a:lnTo>
                  <a:lnTo>
                    <a:pt x="6921316" y="2868465"/>
                  </a:lnTo>
                  <a:lnTo>
                    <a:pt x="6851235" y="2875195"/>
                  </a:lnTo>
                  <a:lnTo>
                    <a:pt x="6797191" y="2879863"/>
                  </a:lnTo>
                  <a:lnTo>
                    <a:pt x="6759851" y="2882778"/>
                  </a:lnTo>
                  <a:lnTo>
                    <a:pt x="6737951" y="2884330"/>
                  </a:lnTo>
                  <a:lnTo>
                    <a:pt x="6728365" y="2884948"/>
                  </a:lnTo>
                  <a:lnTo>
                    <a:pt x="6726354" y="2885067"/>
                  </a:lnTo>
                  <a:lnTo>
                    <a:pt x="6726343" y="2885068"/>
                  </a:lnTo>
                  <a:lnTo>
                    <a:pt x="5254955" y="2885068"/>
                  </a:lnTo>
                  <a:lnTo>
                    <a:pt x="5254091" y="2885159"/>
                  </a:lnTo>
                  <a:lnTo>
                    <a:pt x="5248377" y="2885809"/>
                  </a:lnTo>
                  <a:lnTo>
                    <a:pt x="5233861" y="2887603"/>
                  </a:lnTo>
                  <a:lnTo>
                    <a:pt x="5207631" y="2891141"/>
                  </a:lnTo>
                  <a:lnTo>
                    <a:pt x="5167969" y="2896995"/>
                  </a:lnTo>
                  <a:lnTo>
                    <a:pt x="5114479" y="2905662"/>
                  </a:lnTo>
                  <a:lnTo>
                    <a:pt x="5048066" y="2917526"/>
                  </a:lnTo>
                  <a:lnTo>
                    <a:pt x="4970739" y="2932830"/>
                  </a:lnTo>
                  <a:lnTo>
                    <a:pt x="4885256" y="2951681"/>
                  </a:lnTo>
                  <a:lnTo>
                    <a:pt x="4794700" y="2974082"/>
                  </a:lnTo>
                  <a:lnTo>
                    <a:pt x="4702078" y="2999974"/>
                  </a:lnTo>
                  <a:lnTo>
                    <a:pt x="4610018" y="3029286"/>
                  </a:lnTo>
                  <a:lnTo>
                    <a:pt x="4520600" y="3061981"/>
                  </a:lnTo>
                  <a:lnTo>
                    <a:pt x="4435303" y="3098089"/>
                  </a:lnTo>
                  <a:lnTo>
                    <a:pt x="4355040" y="3137730"/>
                  </a:lnTo>
                  <a:lnTo>
                    <a:pt x="4280245" y="3181125"/>
                  </a:lnTo>
                  <a:lnTo>
                    <a:pt x="4210980" y="3228601"/>
                  </a:lnTo>
                  <a:lnTo>
                    <a:pt x="4147034" y="3280587"/>
                  </a:lnTo>
                  <a:lnTo>
                    <a:pt x="4088010" y="3337602"/>
                  </a:lnTo>
                  <a:lnTo>
                    <a:pt x="4033399" y="3400246"/>
                  </a:lnTo>
                  <a:lnTo>
                    <a:pt x="3982630" y="3469163"/>
                  </a:lnTo>
                  <a:lnTo>
                    <a:pt x="3935109" y="3545004"/>
                  </a:lnTo>
                  <a:lnTo>
                    <a:pt x="3890254" y="3628346"/>
                  </a:lnTo>
                  <a:lnTo>
                    <a:pt x="3847521" y="3719580"/>
                  </a:lnTo>
                  <a:lnTo>
                    <a:pt x="3829811" y="3760941"/>
                  </a:lnTo>
                  <a:lnTo>
                    <a:pt x="3800991" y="3832762"/>
                  </a:lnTo>
                  <a:lnTo>
                    <a:pt x="3772763" y="3908620"/>
                  </a:lnTo>
                  <a:lnTo>
                    <a:pt x="3745003" y="3988595"/>
                  </a:lnTo>
                  <a:lnTo>
                    <a:pt x="3717607" y="4072730"/>
                  </a:lnTo>
                  <a:lnTo>
                    <a:pt x="3690484" y="4161029"/>
                  </a:lnTo>
                  <a:lnTo>
                    <a:pt x="3663561" y="4253452"/>
                  </a:lnTo>
                  <a:lnTo>
                    <a:pt x="3636775" y="4349913"/>
                  </a:lnTo>
                  <a:lnTo>
                    <a:pt x="3610075" y="4450276"/>
                  </a:lnTo>
                  <a:lnTo>
                    <a:pt x="3583421" y="4554357"/>
                  </a:lnTo>
                  <a:lnTo>
                    <a:pt x="3556783" y="4661921"/>
                  </a:lnTo>
                  <a:lnTo>
                    <a:pt x="3530138" y="4772682"/>
                  </a:lnTo>
                  <a:lnTo>
                    <a:pt x="3503472" y="4886308"/>
                  </a:lnTo>
                  <a:lnTo>
                    <a:pt x="3476777" y="5002419"/>
                  </a:lnTo>
                  <a:lnTo>
                    <a:pt x="3450050" y="5120600"/>
                  </a:lnTo>
                  <a:lnTo>
                    <a:pt x="3423295" y="5240396"/>
                  </a:lnTo>
                  <a:lnTo>
                    <a:pt x="3396518" y="5361328"/>
                  </a:lnTo>
                  <a:lnTo>
                    <a:pt x="3369728" y="5482896"/>
                  </a:lnTo>
                  <a:lnTo>
                    <a:pt x="3342936" y="5604590"/>
                  </a:lnTo>
                  <a:lnTo>
                    <a:pt x="3316151" y="5725897"/>
                  </a:lnTo>
                  <a:lnTo>
                    <a:pt x="3289384" y="5846310"/>
                  </a:lnTo>
                  <a:lnTo>
                    <a:pt x="3262643" y="5965340"/>
                  </a:lnTo>
                  <a:lnTo>
                    <a:pt x="3235933" y="6082518"/>
                  </a:lnTo>
                  <a:lnTo>
                    <a:pt x="3209253" y="6197411"/>
                  </a:lnTo>
                  <a:lnTo>
                    <a:pt x="3182599" y="6309618"/>
                  </a:lnTo>
                  <a:lnTo>
                    <a:pt x="3155960" y="6418786"/>
                  </a:lnTo>
                  <a:lnTo>
                    <a:pt x="3129317" y="6524604"/>
                  </a:lnTo>
                  <a:lnTo>
                    <a:pt x="3102644" y="6626814"/>
                  </a:lnTo>
                  <a:lnTo>
                    <a:pt x="3075906" y="6725204"/>
                  </a:lnTo>
                  <a:lnTo>
                    <a:pt x="3049057" y="6819617"/>
                  </a:lnTo>
                  <a:lnTo>
                    <a:pt x="3022040" y="6909942"/>
                  </a:lnTo>
                  <a:lnTo>
                    <a:pt x="2994788" y="6996118"/>
                  </a:lnTo>
                  <a:lnTo>
                    <a:pt x="2967218" y="7078126"/>
                  </a:lnTo>
                  <a:lnTo>
                    <a:pt x="2939234" y="7155992"/>
                  </a:lnTo>
                  <a:lnTo>
                    <a:pt x="2910720" y="7229777"/>
                  </a:lnTo>
                  <a:lnTo>
                    <a:pt x="2896531" y="7264433"/>
                  </a:lnTo>
                  <a:lnTo>
                    <a:pt x="2854554" y="7359073"/>
                  </a:lnTo>
                  <a:lnTo>
                    <a:pt x="2810668" y="7445751"/>
                  </a:lnTo>
                  <a:lnTo>
                    <a:pt x="2764354" y="7524730"/>
                  </a:lnTo>
                  <a:lnTo>
                    <a:pt x="2715044" y="7596524"/>
                  </a:lnTo>
                  <a:lnTo>
                    <a:pt x="2662144" y="7661765"/>
                  </a:lnTo>
                  <a:lnTo>
                    <a:pt x="2605070" y="7721105"/>
                  </a:lnTo>
                  <a:lnTo>
                    <a:pt x="2543281" y="7775168"/>
                  </a:lnTo>
                  <a:lnTo>
                    <a:pt x="2476324" y="7824511"/>
                  </a:lnTo>
                  <a:lnTo>
                    <a:pt x="2403900" y="7869601"/>
                  </a:lnTo>
                  <a:lnTo>
                    <a:pt x="2325941" y="7910811"/>
                  </a:lnTo>
                  <a:lnTo>
                    <a:pt x="2242711" y="7948407"/>
                  </a:lnTo>
                  <a:lnTo>
                    <a:pt x="2154905" y="7982549"/>
                  </a:lnTo>
                  <a:lnTo>
                    <a:pt x="2063753" y="8013306"/>
                  </a:lnTo>
                  <a:lnTo>
                    <a:pt x="1971079" y="8040665"/>
                  </a:lnTo>
                  <a:lnTo>
                    <a:pt x="1879289" y="8064565"/>
                  </a:lnTo>
                  <a:lnTo>
                    <a:pt x="1791261" y="8084935"/>
                  </a:lnTo>
                  <a:lnTo>
                    <a:pt x="1710087" y="8101747"/>
                  </a:lnTo>
                  <a:lnTo>
                    <a:pt x="1638718" y="8115057"/>
                  </a:lnTo>
                  <a:lnTo>
                    <a:pt x="1579532" y="8125050"/>
                  </a:lnTo>
                  <a:lnTo>
                    <a:pt x="1533939" y="8132049"/>
                  </a:lnTo>
                  <a:lnTo>
                    <a:pt x="1502112" y="8136508"/>
                  </a:lnTo>
                  <a:lnTo>
                    <a:pt x="1482888" y="8138974"/>
                  </a:lnTo>
                  <a:lnTo>
                    <a:pt x="1473844" y="8140039"/>
                  </a:lnTo>
                  <a:lnTo>
                    <a:pt x="1471456" y="8140299"/>
                  </a:lnTo>
                  <a:lnTo>
                    <a:pt x="1471387" y="8140306"/>
                  </a:lnTo>
                  <a:lnTo>
                    <a:pt x="0" y="8140306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92" name="pg2192"/>
            <p:cNvSpPr/>
            <p:nvPr/>
          </p:nvSpPr>
          <p:spPr>
            <a:xfrm>
              <a:off x="4799595" y="2985558"/>
              <a:ext cx="11981298" cy="8271074"/>
            </a:xfrm>
            <a:custGeom>
              <a:avLst/>
              <a:pathLst>
                <a:path w="11981298" h="8271074">
                  <a:moveTo>
                    <a:pt x="0" y="8271074"/>
                  </a:moveTo>
                  <a:lnTo>
                    <a:pt x="1471387" y="8271074"/>
                  </a:lnTo>
                  <a:lnTo>
                    <a:pt x="1472067" y="8270962"/>
                  </a:lnTo>
                  <a:lnTo>
                    <a:pt x="1476580" y="8270163"/>
                  </a:lnTo>
                  <a:lnTo>
                    <a:pt x="1488113" y="8267961"/>
                  </a:lnTo>
                  <a:lnTo>
                    <a:pt x="1509117" y="8263616"/>
                  </a:lnTo>
                  <a:lnTo>
                    <a:pt x="1541210" y="8256407"/>
                  </a:lnTo>
                  <a:lnTo>
                    <a:pt x="1585071" y="8245681"/>
                  </a:lnTo>
                  <a:lnTo>
                    <a:pt x="1640418" y="8230901"/>
                  </a:lnTo>
                  <a:lnTo>
                    <a:pt x="1706083" y="8211677"/>
                  </a:lnTo>
                  <a:lnTo>
                    <a:pt x="1780207" y="8187782"/>
                  </a:lnTo>
                  <a:lnTo>
                    <a:pt x="1860500" y="8159133"/>
                  </a:lnTo>
                  <a:lnTo>
                    <a:pt x="1944529" y="8125752"/>
                  </a:lnTo>
                  <a:lnTo>
                    <a:pt x="2029973" y="8087722"/>
                  </a:lnTo>
                  <a:lnTo>
                    <a:pt x="2114810" y="8045127"/>
                  </a:lnTo>
                  <a:lnTo>
                    <a:pt x="2197420" y="7998014"/>
                  </a:lnTo>
                  <a:lnTo>
                    <a:pt x="2276621" y="7946352"/>
                  </a:lnTo>
                  <a:lnTo>
                    <a:pt x="2351641" y="7890008"/>
                  </a:lnTo>
                  <a:lnTo>
                    <a:pt x="2422070" y="7828737"/>
                  </a:lnTo>
                  <a:lnTo>
                    <a:pt x="2487785" y="7762175"/>
                  </a:lnTo>
                  <a:lnTo>
                    <a:pt x="2548883" y="7689839"/>
                  </a:lnTo>
                  <a:lnTo>
                    <a:pt x="2605617" y="7611137"/>
                  </a:lnTo>
                  <a:lnTo>
                    <a:pt x="2658347" y="7525379"/>
                  </a:lnTo>
                  <a:lnTo>
                    <a:pt x="2707496" y="7431798"/>
                  </a:lnTo>
                  <a:lnTo>
                    <a:pt x="2753522" y="7329589"/>
                  </a:lnTo>
                  <a:lnTo>
                    <a:pt x="2796889" y="7217962"/>
                  </a:lnTo>
                  <a:lnTo>
                    <a:pt x="2838050" y="7096229"/>
                  </a:lnTo>
                  <a:lnTo>
                    <a:pt x="2877428" y="6963931"/>
                  </a:lnTo>
                  <a:lnTo>
                    <a:pt x="2896531" y="6893924"/>
                  </a:lnTo>
                  <a:lnTo>
                    <a:pt x="2919798" y="6803447"/>
                  </a:lnTo>
                  <a:lnTo>
                    <a:pt x="2942664" y="6708870"/>
                  </a:lnTo>
                  <a:lnTo>
                    <a:pt x="2965197" y="6610119"/>
                  </a:lnTo>
                  <a:lnTo>
                    <a:pt x="2987456" y="6507143"/>
                  </a:lnTo>
                  <a:lnTo>
                    <a:pt x="3009493" y="6399917"/>
                  </a:lnTo>
                  <a:lnTo>
                    <a:pt x="3031355" y="6288441"/>
                  </a:lnTo>
                  <a:lnTo>
                    <a:pt x="3053079" y="6172746"/>
                  </a:lnTo>
                  <a:lnTo>
                    <a:pt x="3074702" y="6052893"/>
                  </a:lnTo>
                  <a:lnTo>
                    <a:pt x="3096251" y="5928974"/>
                  </a:lnTo>
                  <a:lnTo>
                    <a:pt x="3117752" y="5801113"/>
                  </a:lnTo>
                  <a:lnTo>
                    <a:pt x="3139223" y="5669470"/>
                  </a:lnTo>
                  <a:lnTo>
                    <a:pt x="3160683" y="5534234"/>
                  </a:lnTo>
                  <a:lnTo>
                    <a:pt x="3182143" y="5395633"/>
                  </a:lnTo>
                  <a:lnTo>
                    <a:pt x="3203612" y="5253922"/>
                  </a:lnTo>
                  <a:lnTo>
                    <a:pt x="3225097" y="5109391"/>
                  </a:lnTo>
                  <a:lnTo>
                    <a:pt x="3246602" y="4962355"/>
                  </a:lnTo>
                  <a:lnTo>
                    <a:pt x="3268127" y="4813159"/>
                  </a:lnTo>
                  <a:lnTo>
                    <a:pt x="3289671" y="4662168"/>
                  </a:lnTo>
                  <a:lnTo>
                    <a:pt x="3311232" y="4509770"/>
                  </a:lnTo>
                  <a:lnTo>
                    <a:pt x="3332805" y="4356367"/>
                  </a:lnTo>
                  <a:lnTo>
                    <a:pt x="3354386" y="4202372"/>
                  </a:lnTo>
                  <a:lnTo>
                    <a:pt x="3375970" y="4048205"/>
                  </a:lnTo>
                  <a:lnTo>
                    <a:pt x="3397551" y="3894288"/>
                  </a:lnTo>
                  <a:lnTo>
                    <a:pt x="3419122" y="3741041"/>
                  </a:lnTo>
                  <a:lnTo>
                    <a:pt x="3440680" y="3588875"/>
                  </a:lnTo>
                  <a:lnTo>
                    <a:pt x="3462221" y="3438190"/>
                  </a:lnTo>
                  <a:lnTo>
                    <a:pt x="3483742" y="3289368"/>
                  </a:lnTo>
                  <a:lnTo>
                    <a:pt x="3505242" y="3142773"/>
                  </a:lnTo>
                  <a:lnTo>
                    <a:pt x="3526724" y="2998743"/>
                  </a:lnTo>
                  <a:lnTo>
                    <a:pt x="3548191" y="2857589"/>
                  </a:lnTo>
                  <a:lnTo>
                    <a:pt x="3569650" y="2719596"/>
                  </a:lnTo>
                  <a:lnTo>
                    <a:pt x="3591111" y="2585013"/>
                  </a:lnTo>
                  <a:lnTo>
                    <a:pt x="3612587" y="2454059"/>
                  </a:lnTo>
                  <a:lnTo>
                    <a:pt x="3634095" y="2326920"/>
                  </a:lnTo>
                  <a:lnTo>
                    <a:pt x="3655656" y="2203749"/>
                  </a:lnTo>
                  <a:lnTo>
                    <a:pt x="3677295" y="2084663"/>
                  </a:lnTo>
                  <a:lnTo>
                    <a:pt x="3699042" y="1969750"/>
                  </a:lnTo>
                  <a:lnTo>
                    <a:pt x="3720933" y="1859063"/>
                  </a:lnTo>
                  <a:lnTo>
                    <a:pt x="3743008" y="1752628"/>
                  </a:lnTo>
                  <a:lnTo>
                    <a:pt x="3765314" y="1650440"/>
                  </a:lnTo>
                  <a:lnTo>
                    <a:pt x="3787904" y="1552470"/>
                  </a:lnTo>
                  <a:lnTo>
                    <a:pt x="3810839" y="1458662"/>
                  </a:lnTo>
                  <a:lnTo>
                    <a:pt x="3829811" y="1385323"/>
                  </a:lnTo>
                  <a:lnTo>
                    <a:pt x="3868443" y="1247703"/>
                  </a:lnTo>
                  <a:lnTo>
                    <a:pt x="3908664" y="1120734"/>
                  </a:lnTo>
                  <a:lnTo>
                    <a:pt x="3950875" y="1004139"/>
                  </a:lnTo>
                  <a:lnTo>
                    <a:pt x="3995516" y="897325"/>
                  </a:lnTo>
                  <a:lnTo>
                    <a:pt x="4043048" y="799540"/>
                  </a:lnTo>
                  <a:lnTo>
                    <a:pt x="4093936" y="709977"/>
                  </a:lnTo>
                  <a:lnTo>
                    <a:pt x="4148622" y="627845"/>
                  </a:lnTo>
                  <a:lnTo>
                    <a:pt x="4207503" y="552413"/>
                  </a:lnTo>
                  <a:lnTo>
                    <a:pt x="4270890" y="483037"/>
                  </a:lnTo>
                  <a:lnTo>
                    <a:pt x="4338967" y="419179"/>
                  </a:lnTo>
                  <a:lnTo>
                    <a:pt x="4411728" y="360414"/>
                  </a:lnTo>
                  <a:lnTo>
                    <a:pt x="4488915" y="306439"/>
                  </a:lnTo>
                  <a:lnTo>
                    <a:pt x="4569945" y="257065"/>
                  </a:lnTo>
                  <a:lnTo>
                    <a:pt x="4653846" y="212215"/>
                  </a:lnTo>
                  <a:lnTo>
                    <a:pt x="4739216" y="171897"/>
                  </a:lnTo>
                  <a:lnTo>
                    <a:pt x="4824226" y="136185"/>
                  </a:lnTo>
                  <a:lnTo>
                    <a:pt x="4906685" y="105166"/>
                  </a:lnTo>
                  <a:lnTo>
                    <a:pt x="4984189" y="78901"/>
                  </a:lnTo>
                  <a:lnTo>
                    <a:pt x="5054342" y="57365"/>
                  </a:lnTo>
                  <a:lnTo>
                    <a:pt x="5115033" y="40406"/>
                  </a:lnTo>
                  <a:lnTo>
                    <a:pt x="5164720" y="27715"/>
                  </a:lnTo>
                  <a:lnTo>
                    <a:pt x="5202661" y="18827"/>
                  </a:lnTo>
                  <a:lnTo>
                    <a:pt x="5229053" y="13140"/>
                  </a:lnTo>
                  <a:lnTo>
                    <a:pt x="5245056" y="9960"/>
                  </a:lnTo>
                  <a:lnTo>
                    <a:pt x="5252718" y="8553"/>
                  </a:lnTo>
                  <a:lnTo>
                    <a:pt x="5254955" y="8172"/>
                  </a:lnTo>
                  <a:lnTo>
                    <a:pt x="6726343" y="8172"/>
                  </a:lnTo>
                  <a:lnTo>
                    <a:pt x="6727229" y="8260"/>
                  </a:lnTo>
                  <a:lnTo>
                    <a:pt x="6733084" y="8883"/>
                  </a:lnTo>
                  <a:lnTo>
                    <a:pt x="6747949" y="10604"/>
                  </a:lnTo>
                  <a:lnTo>
                    <a:pt x="6774787" y="13996"/>
                  </a:lnTo>
                  <a:lnTo>
                    <a:pt x="6815320" y="19608"/>
                  </a:lnTo>
                  <a:lnTo>
                    <a:pt x="6869902" y="27912"/>
                  </a:lnTo>
                  <a:lnTo>
                    <a:pt x="6937546" y="39269"/>
                  </a:lnTo>
                  <a:lnTo>
                    <a:pt x="7016139" y="53906"/>
                  </a:lnTo>
                  <a:lnTo>
                    <a:pt x="7102820" y="71918"/>
                  </a:lnTo>
                  <a:lnTo>
                    <a:pt x="7194420" y="93301"/>
                  </a:lnTo>
                  <a:lnTo>
                    <a:pt x="7287876" y="117997"/>
                  </a:lnTo>
                  <a:lnTo>
                    <a:pt x="7380539" y="145939"/>
                  </a:lnTo>
                  <a:lnTo>
                    <a:pt x="7470334" y="177096"/>
                  </a:lnTo>
                  <a:lnTo>
                    <a:pt x="7555809" y="211506"/>
                  </a:lnTo>
                  <a:lnTo>
                    <a:pt x="7636090" y="249295"/>
                  </a:lnTo>
                  <a:lnTo>
                    <a:pt x="7710782" y="290687"/>
                  </a:lnTo>
                  <a:lnTo>
                    <a:pt x="7779866" y="336008"/>
                  </a:lnTo>
                  <a:lnTo>
                    <a:pt x="7843589" y="385682"/>
                  </a:lnTo>
                  <a:lnTo>
                    <a:pt x="7902379" y="440220"/>
                  </a:lnTo>
                  <a:lnTo>
                    <a:pt x="7956772" y="500205"/>
                  </a:lnTo>
                  <a:lnTo>
                    <a:pt x="8007360" y="566261"/>
                  </a:lnTo>
                  <a:lnTo>
                    <a:pt x="8054751" y="639003"/>
                  </a:lnTo>
                  <a:lnTo>
                    <a:pt x="8099537" y="718963"/>
                  </a:lnTo>
                  <a:lnTo>
                    <a:pt x="8142267" y="806463"/>
                  </a:lnTo>
                  <a:lnTo>
                    <a:pt x="8151487" y="826834"/>
                  </a:lnTo>
                  <a:lnTo>
                    <a:pt x="8181215" y="896166"/>
                  </a:lnTo>
                  <a:lnTo>
                    <a:pt x="8210318" y="969519"/>
                  </a:lnTo>
                  <a:lnTo>
                    <a:pt x="8238929" y="1046973"/>
                  </a:lnTo>
                  <a:lnTo>
                    <a:pt x="8267164" y="1128569"/>
                  </a:lnTo>
                  <a:lnTo>
                    <a:pt x="8295118" y="1214306"/>
                  </a:lnTo>
                  <a:lnTo>
                    <a:pt x="8322871" y="1304137"/>
                  </a:lnTo>
                  <a:lnTo>
                    <a:pt x="8350489" y="1397964"/>
                  </a:lnTo>
                  <a:lnTo>
                    <a:pt x="8378025" y="1495638"/>
                  </a:lnTo>
                  <a:lnTo>
                    <a:pt x="8405522" y="1596957"/>
                  </a:lnTo>
                  <a:lnTo>
                    <a:pt x="8433010" y="1701665"/>
                  </a:lnTo>
                  <a:lnTo>
                    <a:pt x="8460510" y="1809455"/>
                  </a:lnTo>
                  <a:lnTo>
                    <a:pt x="8488037" y="1919968"/>
                  </a:lnTo>
                  <a:lnTo>
                    <a:pt x="8515596" y="2032801"/>
                  </a:lnTo>
                  <a:lnTo>
                    <a:pt x="8543188" y="2147509"/>
                  </a:lnTo>
                  <a:lnTo>
                    <a:pt x="8570808" y="2263615"/>
                  </a:lnTo>
                  <a:lnTo>
                    <a:pt x="8598447" y="2380615"/>
                  </a:lnTo>
                  <a:lnTo>
                    <a:pt x="8626094" y="2497990"/>
                  </a:lnTo>
                  <a:lnTo>
                    <a:pt x="8653738" y="2615214"/>
                  </a:lnTo>
                  <a:lnTo>
                    <a:pt x="8681367" y="2731761"/>
                  </a:lnTo>
                  <a:lnTo>
                    <a:pt x="8708971" y="2847121"/>
                  </a:lnTo>
                  <a:lnTo>
                    <a:pt x="8736545" y="2960805"/>
                  </a:lnTo>
                  <a:lnTo>
                    <a:pt x="8764085" y="3072352"/>
                  </a:lnTo>
                  <a:lnTo>
                    <a:pt x="8791595" y="3181342"/>
                  </a:lnTo>
                  <a:lnTo>
                    <a:pt x="8819086" y="3287397"/>
                  </a:lnTo>
                  <a:lnTo>
                    <a:pt x="8846576" y="3390186"/>
                  </a:lnTo>
                  <a:lnTo>
                    <a:pt x="8874091" y="3489432"/>
                  </a:lnTo>
                  <a:lnTo>
                    <a:pt x="8901669" y="3584910"/>
                  </a:lnTo>
                  <a:lnTo>
                    <a:pt x="8929358" y="3676449"/>
                  </a:lnTo>
                  <a:lnTo>
                    <a:pt x="8957217" y="3763929"/>
                  </a:lnTo>
                  <a:lnTo>
                    <a:pt x="8985322" y="3847282"/>
                  </a:lnTo>
                  <a:lnTo>
                    <a:pt x="9013761" y="3926488"/>
                  </a:lnTo>
                  <a:lnTo>
                    <a:pt x="9042640" y="4001571"/>
                  </a:lnTo>
                  <a:lnTo>
                    <a:pt x="9072086" y="4072594"/>
                  </a:lnTo>
                  <a:lnTo>
                    <a:pt x="9084767" y="4101482"/>
                  </a:lnTo>
                  <a:lnTo>
                    <a:pt x="9127108" y="4190660"/>
                  </a:lnTo>
                  <a:lnTo>
                    <a:pt x="9171395" y="4272269"/>
                  </a:lnTo>
                  <a:lnTo>
                    <a:pt x="9218160" y="4346567"/>
                  </a:lnTo>
                  <a:lnTo>
                    <a:pt x="9267988" y="4414050"/>
                  </a:lnTo>
                  <a:lnTo>
                    <a:pt x="9321487" y="4475323"/>
                  </a:lnTo>
                  <a:lnTo>
                    <a:pt x="9379256" y="4531013"/>
                  </a:lnTo>
                  <a:lnTo>
                    <a:pt x="9441847" y="4581716"/>
                  </a:lnTo>
                  <a:lnTo>
                    <a:pt x="9509717" y="4627960"/>
                  </a:lnTo>
                  <a:lnTo>
                    <a:pt x="9583159" y="4670189"/>
                  </a:lnTo>
                  <a:lnTo>
                    <a:pt x="9662223" y="4708752"/>
                  </a:lnTo>
                  <a:lnTo>
                    <a:pt x="9746607" y="4743895"/>
                  </a:lnTo>
                  <a:lnTo>
                    <a:pt x="9835550" y="4775765"/>
                  </a:lnTo>
                  <a:lnTo>
                    <a:pt x="9927735" y="4804419"/>
                  </a:lnTo>
                  <a:lnTo>
                    <a:pt x="10021226" y="4829837"/>
                  </a:lnTo>
                  <a:lnTo>
                    <a:pt x="10113489" y="4851959"/>
                  </a:lnTo>
                  <a:lnTo>
                    <a:pt x="10201533" y="4870720"/>
                  </a:lnTo>
                  <a:lnTo>
                    <a:pt x="10282179" y="4886099"/>
                  </a:lnTo>
                  <a:lnTo>
                    <a:pt x="10352459" y="4898167"/>
                  </a:lnTo>
                  <a:lnTo>
                    <a:pt x="10410059" y="4907119"/>
                  </a:lnTo>
                  <a:lnTo>
                    <a:pt x="10453717" y="4913289"/>
                  </a:lnTo>
                  <a:lnTo>
                    <a:pt x="10483482" y="4917127"/>
                  </a:lnTo>
                  <a:lnTo>
                    <a:pt x="10500780" y="4919168"/>
                  </a:lnTo>
                  <a:lnTo>
                    <a:pt x="10508315" y="4919985"/>
                  </a:lnTo>
                  <a:lnTo>
                    <a:pt x="10509911" y="4920144"/>
                  </a:lnTo>
                  <a:lnTo>
                    <a:pt x="11981298" y="4920144"/>
                  </a:lnTo>
                  <a:lnTo>
                    <a:pt x="11981298" y="4911971"/>
                  </a:lnTo>
                  <a:lnTo>
                    <a:pt x="10509911" y="4911971"/>
                  </a:lnTo>
                  <a:lnTo>
                    <a:pt x="10509025" y="4911884"/>
                  </a:lnTo>
                  <a:lnTo>
                    <a:pt x="10503169" y="4911261"/>
                  </a:lnTo>
                  <a:lnTo>
                    <a:pt x="10488304" y="4909540"/>
                  </a:lnTo>
                  <a:lnTo>
                    <a:pt x="10461466" y="4906148"/>
                  </a:lnTo>
                  <a:lnTo>
                    <a:pt x="10420934" y="4900536"/>
                  </a:lnTo>
                  <a:lnTo>
                    <a:pt x="10366352" y="4892232"/>
                  </a:lnTo>
                  <a:lnTo>
                    <a:pt x="10298708" y="4880875"/>
                  </a:lnTo>
                  <a:lnTo>
                    <a:pt x="10220114" y="4866238"/>
                  </a:lnTo>
                  <a:lnTo>
                    <a:pt x="10133433" y="4848226"/>
                  </a:lnTo>
                  <a:lnTo>
                    <a:pt x="10041834" y="4826843"/>
                  </a:lnTo>
                  <a:lnTo>
                    <a:pt x="9948377" y="4802147"/>
                  </a:lnTo>
                  <a:lnTo>
                    <a:pt x="9855714" y="4774205"/>
                  </a:lnTo>
                  <a:lnTo>
                    <a:pt x="9765919" y="4743048"/>
                  </a:lnTo>
                  <a:lnTo>
                    <a:pt x="9680444" y="4708638"/>
                  </a:lnTo>
                  <a:lnTo>
                    <a:pt x="9600163" y="4670849"/>
                  </a:lnTo>
                  <a:lnTo>
                    <a:pt x="9525471" y="4629457"/>
                  </a:lnTo>
                  <a:lnTo>
                    <a:pt x="9456387" y="4584136"/>
                  </a:lnTo>
                  <a:lnTo>
                    <a:pt x="9392664" y="4534462"/>
                  </a:lnTo>
                  <a:lnTo>
                    <a:pt x="9333874" y="4479924"/>
                  </a:lnTo>
                  <a:lnTo>
                    <a:pt x="9279481" y="4419939"/>
                  </a:lnTo>
                  <a:lnTo>
                    <a:pt x="9228893" y="4353883"/>
                  </a:lnTo>
                  <a:lnTo>
                    <a:pt x="9181503" y="4281141"/>
                  </a:lnTo>
                  <a:lnTo>
                    <a:pt x="9136716" y="4201181"/>
                  </a:lnTo>
                  <a:lnTo>
                    <a:pt x="9093987" y="4113681"/>
                  </a:lnTo>
                  <a:lnTo>
                    <a:pt x="9084767" y="4093309"/>
                  </a:lnTo>
                  <a:lnTo>
                    <a:pt x="9055038" y="4023978"/>
                  </a:lnTo>
                  <a:lnTo>
                    <a:pt x="9025935" y="3950625"/>
                  </a:lnTo>
                  <a:lnTo>
                    <a:pt x="8997324" y="3873171"/>
                  </a:lnTo>
                  <a:lnTo>
                    <a:pt x="8969089" y="3791575"/>
                  </a:lnTo>
                  <a:lnTo>
                    <a:pt x="8941136" y="3705838"/>
                  </a:lnTo>
                  <a:lnTo>
                    <a:pt x="8913383" y="3616007"/>
                  </a:lnTo>
                  <a:lnTo>
                    <a:pt x="8885764" y="3522180"/>
                  </a:lnTo>
                  <a:lnTo>
                    <a:pt x="8858228" y="3424506"/>
                  </a:lnTo>
                  <a:lnTo>
                    <a:pt x="8830731" y="3323187"/>
                  </a:lnTo>
                  <a:lnTo>
                    <a:pt x="8803244" y="3218479"/>
                  </a:lnTo>
                  <a:lnTo>
                    <a:pt x="8775743" y="3110689"/>
                  </a:lnTo>
                  <a:lnTo>
                    <a:pt x="8748216" y="3000176"/>
                  </a:lnTo>
                  <a:lnTo>
                    <a:pt x="8720657" y="2887343"/>
                  </a:lnTo>
                  <a:lnTo>
                    <a:pt x="8693065" y="2772635"/>
                  </a:lnTo>
                  <a:lnTo>
                    <a:pt x="8665445" y="2656529"/>
                  </a:lnTo>
                  <a:lnTo>
                    <a:pt x="8637806" y="2539529"/>
                  </a:lnTo>
                  <a:lnTo>
                    <a:pt x="8610159" y="2422154"/>
                  </a:lnTo>
                  <a:lnTo>
                    <a:pt x="8582516" y="2304930"/>
                  </a:lnTo>
                  <a:lnTo>
                    <a:pt x="8554887" y="2188383"/>
                  </a:lnTo>
                  <a:lnTo>
                    <a:pt x="8527282" y="2073023"/>
                  </a:lnTo>
                  <a:lnTo>
                    <a:pt x="8499709" y="1959339"/>
                  </a:lnTo>
                  <a:lnTo>
                    <a:pt x="8472168" y="1847792"/>
                  </a:lnTo>
                  <a:lnTo>
                    <a:pt x="8444658" y="1738802"/>
                  </a:lnTo>
                  <a:lnTo>
                    <a:pt x="8417167" y="1632747"/>
                  </a:lnTo>
                  <a:lnTo>
                    <a:pt x="8389677" y="1529958"/>
                  </a:lnTo>
                  <a:lnTo>
                    <a:pt x="8362162" y="1430712"/>
                  </a:lnTo>
                  <a:lnTo>
                    <a:pt x="8334584" y="1335234"/>
                  </a:lnTo>
                  <a:lnTo>
                    <a:pt x="8306896" y="1243695"/>
                  </a:lnTo>
                  <a:lnTo>
                    <a:pt x="8279036" y="1156215"/>
                  </a:lnTo>
                  <a:lnTo>
                    <a:pt x="8250931" y="1072862"/>
                  </a:lnTo>
                  <a:lnTo>
                    <a:pt x="8222492" y="993656"/>
                  </a:lnTo>
                  <a:lnTo>
                    <a:pt x="8193613" y="918573"/>
                  </a:lnTo>
                  <a:lnTo>
                    <a:pt x="8164167" y="847550"/>
                  </a:lnTo>
                  <a:lnTo>
                    <a:pt x="8151487" y="818661"/>
                  </a:lnTo>
                  <a:lnTo>
                    <a:pt x="8109146" y="729484"/>
                  </a:lnTo>
                  <a:lnTo>
                    <a:pt x="8064859" y="647875"/>
                  </a:lnTo>
                  <a:lnTo>
                    <a:pt x="8018094" y="573577"/>
                  </a:lnTo>
                  <a:lnTo>
                    <a:pt x="7968265" y="506094"/>
                  </a:lnTo>
                  <a:lnTo>
                    <a:pt x="7914766" y="444821"/>
                  </a:lnTo>
                  <a:lnTo>
                    <a:pt x="7856997" y="389131"/>
                  </a:lnTo>
                  <a:lnTo>
                    <a:pt x="7794406" y="338428"/>
                  </a:lnTo>
                  <a:lnTo>
                    <a:pt x="7726537" y="292184"/>
                  </a:lnTo>
                  <a:lnTo>
                    <a:pt x="7653094" y="249955"/>
                  </a:lnTo>
                  <a:lnTo>
                    <a:pt x="7574030" y="211392"/>
                  </a:lnTo>
                  <a:lnTo>
                    <a:pt x="7489647" y="176249"/>
                  </a:lnTo>
                  <a:lnTo>
                    <a:pt x="7400703" y="144379"/>
                  </a:lnTo>
                  <a:lnTo>
                    <a:pt x="7308518" y="115725"/>
                  </a:lnTo>
                  <a:lnTo>
                    <a:pt x="7215027" y="90307"/>
                  </a:lnTo>
                  <a:lnTo>
                    <a:pt x="7122764" y="68185"/>
                  </a:lnTo>
                  <a:lnTo>
                    <a:pt x="7034720" y="49424"/>
                  </a:lnTo>
                  <a:lnTo>
                    <a:pt x="6954074" y="34045"/>
                  </a:lnTo>
                  <a:lnTo>
                    <a:pt x="6883794" y="21977"/>
                  </a:lnTo>
                  <a:lnTo>
                    <a:pt x="6826194" y="13025"/>
                  </a:lnTo>
                  <a:lnTo>
                    <a:pt x="6782537" y="6855"/>
                  </a:lnTo>
                  <a:lnTo>
                    <a:pt x="6752772" y="3017"/>
                  </a:lnTo>
                  <a:lnTo>
                    <a:pt x="6735473" y="976"/>
                  </a:lnTo>
                  <a:lnTo>
                    <a:pt x="6727938" y="159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275" y="112"/>
                  </a:lnTo>
                  <a:lnTo>
                    <a:pt x="5249762" y="910"/>
                  </a:lnTo>
                  <a:lnTo>
                    <a:pt x="5238229" y="3112"/>
                  </a:lnTo>
                  <a:lnTo>
                    <a:pt x="5217225" y="7458"/>
                  </a:lnTo>
                  <a:lnTo>
                    <a:pt x="5185132" y="14666"/>
                  </a:lnTo>
                  <a:lnTo>
                    <a:pt x="5141271" y="25392"/>
                  </a:lnTo>
                  <a:lnTo>
                    <a:pt x="5085924" y="40172"/>
                  </a:lnTo>
                  <a:lnTo>
                    <a:pt x="5020259" y="59396"/>
                  </a:lnTo>
                  <a:lnTo>
                    <a:pt x="4946135" y="83291"/>
                  </a:lnTo>
                  <a:lnTo>
                    <a:pt x="4865842" y="111941"/>
                  </a:lnTo>
                  <a:lnTo>
                    <a:pt x="4781814" y="145321"/>
                  </a:lnTo>
                  <a:lnTo>
                    <a:pt x="4696369" y="183352"/>
                  </a:lnTo>
                  <a:lnTo>
                    <a:pt x="4611532" y="225946"/>
                  </a:lnTo>
                  <a:lnTo>
                    <a:pt x="4528922" y="273059"/>
                  </a:lnTo>
                  <a:lnTo>
                    <a:pt x="4449721" y="324722"/>
                  </a:lnTo>
                  <a:lnTo>
                    <a:pt x="4374701" y="381066"/>
                  </a:lnTo>
                  <a:lnTo>
                    <a:pt x="4304272" y="442337"/>
                  </a:lnTo>
                  <a:lnTo>
                    <a:pt x="4238557" y="508899"/>
                  </a:lnTo>
                  <a:lnTo>
                    <a:pt x="4177460" y="581234"/>
                  </a:lnTo>
                  <a:lnTo>
                    <a:pt x="4120725" y="659936"/>
                  </a:lnTo>
                  <a:lnTo>
                    <a:pt x="4067995" y="745695"/>
                  </a:lnTo>
                  <a:lnTo>
                    <a:pt x="4018846" y="839275"/>
                  </a:lnTo>
                  <a:lnTo>
                    <a:pt x="3972820" y="941484"/>
                  </a:lnTo>
                  <a:lnTo>
                    <a:pt x="3929453" y="1053111"/>
                  </a:lnTo>
                  <a:lnTo>
                    <a:pt x="3888292" y="1174844"/>
                  </a:lnTo>
                  <a:lnTo>
                    <a:pt x="3848914" y="1307142"/>
                  </a:lnTo>
                  <a:lnTo>
                    <a:pt x="3829811" y="1377150"/>
                  </a:lnTo>
                  <a:lnTo>
                    <a:pt x="3806544" y="1467626"/>
                  </a:lnTo>
                  <a:lnTo>
                    <a:pt x="3783678" y="1562203"/>
                  </a:lnTo>
                  <a:lnTo>
                    <a:pt x="3761145" y="1660954"/>
                  </a:lnTo>
                  <a:lnTo>
                    <a:pt x="3738886" y="1763930"/>
                  </a:lnTo>
                  <a:lnTo>
                    <a:pt x="3716849" y="1871157"/>
                  </a:lnTo>
                  <a:lnTo>
                    <a:pt x="3694987" y="1982632"/>
                  </a:lnTo>
                  <a:lnTo>
                    <a:pt x="3673263" y="2098327"/>
                  </a:lnTo>
                  <a:lnTo>
                    <a:pt x="3651640" y="2218180"/>
                  </a:lnTo>
                  <a:lnTo>
                    <a:pt x="3630091" y="2342099"/>
                  </a:lnTo>
                  <a:lnTo>
                    <a:pt x="3608591" y="2469960"/>
                  </a:lnTo>
                  <a:lnTo>
                    <a:pt x="3587119" y="2601604"/>
                  </a:lnTo>
                  <a:lnTo>
                    <a:pt x="3565659" y="2736839"/>
                  </a:lnTo>
                  <a:lnTo>
                    <a:pt x="3544199" y="2875440"/>
                  </a:lnTo>
                  <a:lnTo>
                    <a:pt x="3522730" y="3017151"/>
                  </a:lnTo>
                  <a:lnTo>
                    <a:pt x="3501245" y="3161683"/>
                  </a:lnTo>
                  <a:lnTo>
                    <a:pt x="3479740" y="3308718"/>
                  </a:lnTo>
                  <a:lnTo>
                    <a:pt x="3458216" y="3457915"/>
                  </a:lnTo>
                  <a:lnTo>
                    <a:pt x="3436671" y="3608905"/>
                  </a:lnTo>
                  <a:lnTo>
                    <a:pt x="3415111" y="3761303"/>
                  </a:lnTo>
                  <a:lnTo>
                    <a:pt x="3393537" y="3914706"/>
                  </a:lnTo>
                  <a:lnTo>
                    <a:pt x="3371956" y="4068701"/>
                  </a:lnTo>
                  <a:lnTo>
                    <a:pt x="3350372" y="4222868"/>
                  </a:lnTo>
                  <a:lnTo>
                    <a:pt x="3328792" y="4376785"/>
                  </a:lnTo>
                  <a:lnTo>
                    <a:pt x="3307220" y="4530032"/>
                  </a:lnTo>
                  <a:lnTo>
                    <a:pt x="3285662" y="4682198"/>
                  </a:lnTo>
                  <a:lnTo>
                    <a:pt x="3264121" y="4832884"/>
                  </a:lnTo>
                  <a:lnTo>
                    <a:pt x="3242600" y="4981705"/>
                  </a:lnTo>
                  <a:lnTo>
                    <a:pt x="3221100" y="5128300"/>
                  </a:lnTo>
                  <a:lnTo>
                    <a:pt x="3199618" y="5272331"/>
                  </a:lnTo>
                  <a:lnTo>
                    <a:pt x="3178151" y="5413484"/>
                  </a:lnTo>
                  <a:lnTo>
                    <a:pt x="3156692" y="5551478"/>
                  </a:lnTo>
                  <a:lnTo>
                    <a:pt x="3135231" y="5686061"/>
                  </a:lnTo>
                  <a:lnTo>
                    <a:pt x="3113755" y="5817014"/>
                  </a:lnTo>
                  <a:lnTo>
                    <a:pt x="3092247" y="5944153"/>
                  </a:lnTo>
                  <a:lnTo>
                    <a:pt x="3070686" y="6067324"/>
                  </a:lnTo>
                  <a:lnTo>
                    <a:pt x="3049047" y="6186410"/>
                  </a:lnTo>
                  <a:lnTo>
                    <a:pt x="3027300" y="6301324"/>
                  </a:lnTo>
                  <a:lnTo>
                    <a:pt x="3005409" y="6412010"/>
                  </a:lnTo>
                  <a:lnTo>
                    <a:pt x="2983334" y="6518446"/>
                  </a:lnTo>
                  <a:lnTo>
                    <a:pt x="2961028" y="6620633"/>
                  </a:lnTo>
                  <a:lnTo>
                    <a:pt x="2938438" y="6718603"/>
                  </a:lnTo>
                  <a:lnTo>
                    <a:pt x="2915503" y="6812411"/>
                  </a:lnTo>
                  <a:lnTo>
                    <a:pt x="2896531" y="6885751"/>
                  </a:lnTo>
                  <a:lnTo>
                    <a:pt x="2857899" y="7023371"/>
                  </a:lnTo>
                  <a:lnTo>
                    <a:pt x="2817678" y="7150340"/>
                  </a:lnTo>
                  <a:lnTo>
                    <a:pt x="2775467" y="7266935"/>
                  </a:lnTo>
                  <a:lnTo>
                    <a:pt x="2730826" y="7373748"/>
                  </a:lnTo>
                  <a:lnTo>
                    <a:pt x="2683294" y="7471533"/>
                  </a:lnTo>
                  <a:lnTo>
                    <a:pt x="2632406" y="7561096"/>
                  </a:lnTo>
                  <a:lnTo>
                    <a:pt x="2577720" y="7643228"/>
                  </a:lnTo>
                  <a:lnTo>
                    <a:pt x="2518839" y="7718660"/>
                  </a:lnTo>
                  <a:lnTo>
                    <a:pt x="2455452" y="7788036"/>
                  </a:lnTo>
                  <a:lnTo>
                    <a:pt x="2387375" y="7851894"/>
                  </a:lnTo>
                  <a:lnTo>
                    <a:pt x="2314614" y="7910659"/>
                  </a:lnTo>
                  <a:lnTo>
                    <a:pt x="2237427" y="7964634"/>
                  </a:lnTo>
                  <a:lnTo>
                    <a:pt x="2156398" y="8014008"/>
                  </a:lnTo>
                  <a:lnTo>
                    <a:pt x="2072496" y="8058859"/>
                  </a:lnTo>
                  <a:lnTo>
                    <a:pt x="1987126" y="8099176"/>
                  </a:lnTo>
                  <a:lnTo>
                    <a:pt x="1902116" y="8134889"/>
                  </a:lnTo>
                  <a:lnTo>
                    <a:pt x="1819657" y="8165907"/>
                  </a:lnTo>
                  <a:lnTo>
                    <a:pt x="1742153" y="8192172"/>
                  </a:lnTo>
                  <a:lnTo>
                    <a:pt x="1672000" y="8213708"/>
                  </a:lnTo>
                  <a:lnTo>
                    <a:pt x="1611309" y="8230667"/>
                  </a:lnTo>
                  <a:lnTo>
                    <a:pt x="1561622" y="8243358"/>
                  </a:lnTo>
                  <a:lnTo>
                    <a:pt x="1523682" y="8252246"/>
                  </a:lnTo>
                  <a:lnTo>
                    <a:pt x="1497289" y="8257933"/>
                  </a:lnTo>
                  <a:lnTo>
                    <a:pt x="1481286" y="8261113"/>
                  </a:lnTo>
                  <a:lnTo>
                    <a:pt x="1473624" y="8262520"/>
                  </a:lnTo>
                  <a:lnTo>
                    <a:pt x="1471387" y="8262901"/>
                  </a:lnTo>
                  <a:lnTo>
                    <a:pt x="0" y="8262901"/>
                  </a:lnTo>
                  <a:close/>
                </a:path>
              </a:pathLst>
            </a:custGeom>
            <a:solidFill>
              <a:srgbClr val="FFAFD2">
                <a:alpha val="83921"/>
              </a:srgbClr>
            </a:solidFill>
          </p:spPr>
          <p:txBody>
            <a:bodyPr/>
            <a:lstStyle/>
            <a:p/>
          </p:txBody>
        </p:sp>
        <p:sp>
          <p:nvSpPr>
            <p:cNvPr id="2193" name="pl2193"/>
            <p:cNvSpPr/>
            <p:nvPr/>
          </p:nvSpPr>
          <p:spPr>
            <a:xfrm>
              <a:off x="4799595" y="2993731"/>
              <a:ext cx="11981298" cy="8262901"/>
            </a:xfrm>
            <a:custGeom>
              <a:avLst/>
              <a:pathLst>
                <a:path w="11981298" h="8262901">
                  <a:moveTo>
                    <a:pt x="0" y="8262901"/>
                  </a:moveTo>
                  <a:lnTo>
                    <a:pt x="1471387" y="8262901"/>
                  </a:lnTo>
                  <a:lnTo>
                    <a:pt x="1472067" y="8262789"/>
                  </a:lnTo>
                  <a:lnTo>
                    <a:pt x="1476580" y="8261990"/>
                  </a:lnTo>
                  <a:lnTo>
                    <a:pt x="1488113" y="8259788"/>
                  </a:lnTo>
                  <a:lnTo>
                    <a:pt x="1509117" y="8255443"/>
                  </a:lnTo>
                  <a:lnTo>
                    <a:pt x="1541210" y="8248234"/>
                  </a:lnTo>
                  <a:lnTo>
                    <a:pt x="1585071" y="8237508"/>
                  </a:lnTo>
                  <a:lnTo>
                    <a:pt x="1640418" y="8222728"/>
                  </a:lnTo>
                  <a:lnTo>
                    <a:pt x="1706083" y="8203504"/>
                  </a:lnTo>
                  <a:lnTo>
                    <a:pt x="1780207" y="8179609"/>
                  </a:lnTo>
                  <a:lnTo>
                    <a:pt x="1860500" y="8150960"/>
                  </a:lnTo>
                  <a:lnTo>
                    <a:pt x="1944529" y="8117579"/>
                  </a:lnTo>
                  <a:lnTo>
                    <a:pt x="2029973" y="8079549"/>
                  </a:lnTo>
                  <a:lnTo>
                    <a:pt x="2114810" y="8036954"/>
                  </a:lnTo>
                  <a:lnTo>
                    <a:pt x="2197420" y="7989841"/>
                  </a:lnTo>
                  <a:lnTo>
                    <a:pt x="2276621" y="7938179"/>
                  </a:lnTo>
                  <a:lnTo>
                    <a:pt x="2351641" y="7881835"/>
                  </a:lnTo>
                  <a:lnTo>
                    <a:pt x="2422070" y="7820564"/>
                  </a:lnTo>
                  <a:lnTo>
                    <a:pt x="2487785" y="7754002"/>
                  </a:lnTo>
                  <a:lnTo>
                    <a:pt x="2548883" y="7681666"/>
                  </a:lnTo>
                  <a:lnTo>
                    <a:pt x="2605617" y="7602964"/>
                  </a:lnTo>
                  <a:lnTo>
                    <a:pt x="2658347" y="7517206"/>
                  </a:lnTo>
                  <a:lnTo>
                    <a:pt x="2707496" y="7423625"/>
                  </a:lnTo>
                  <a:lnTo>
                    <a:pt x="2753522" y="7321416"/>
                  </a:lnTo>
                  <a:lnTo>
                    <a:pt x="2796889" y="7209789"/>
                  </a:lnTo>
                  <a:lnTo>
                    <a:pt x="2838050" y="7088056"/>
                  </a:lnTo>
                  <a:lnTo>
                    <a:pt x="2877428" y="6955758"/>
                  </a:lnTo>
                  <a:lnTo>
                    <a:pt x="2896531" y="6885751"/>
                  </a:lnTo>
                  <a:lnTo>
                    <a:pt x="2919798" y="6795274"/>
                  </a:lnTo>
                  <a:lnTo>
                    <a:pt x="2942664" y="6700697"/>
                  </a:lnTo>
                  <a:lnTo>
                    <a:pt x="2965197" y="6601946"/>
                  </a:lnTo>
                  <a:lnTo>
                    <a:pt x="2987456" y="6498970"/>
                  </a:lnTo>
                  <a:lnTo>
                    <a:pt x="3009493" y="6391744"/>
                  </a:lnTo>
                  <a:lnTo>
                    <a:pt x="3031355" y="6280268"/>
                  </a:lnTo>
                  <a:lnTo>
                    <a:pt x="3053079" y="6164573"/>
                  </a:lnTo>
                  <a:lnTo>
                    <a:pt x="3074702" y="6044720"/>
                  </a:lnTo>
                  <a:lnTo>
                    <a:pt x="3096251" y="5920801"/>
                  </a:lnTo>
                  <a:lnTo>
                    <a:pt x="3117752" y="5792940"/>
                  </a:lnTo>
                  <a:lnTo>
                    <a:pt x="3139223" y="5661297"/>
                  </a:lnTo>
                  <a:lnTo>
                    <a:pt x="3160683" y="5526061"/>
                  </a:lnTo>
                  <a:lnTo>
                    <a:pt x="3182143" y="5387460"/>
                  </a:lnTo>
                  <a:lnTo>
                    <a:pt x="3203612" y="5245749"/>
                  </a:lnTo>
                  <a:lnTo>
                    <a:pt x="3225097" y="5101218"/>
                  </a:lnTo>
                  <a:lnTo>
                    <a:pt x="3246602" y="4954182"/>
                  </a:lnTo>
                  <a:lnTo>
                    <a:pt x="3268127" y="4804986"/>
                  </a:lnTo>
                  <a:lnTo>
                    <a:pt x="3289671" y="4653995"/>
                  </a:lnTo>
                  <a:lnTo>
                    <a:pt x="3311232" y="4501597"/>
                  </a:lnTo>
                  <a:lnTo>
                    <a:pt x="3332805" y="4348194"/>
                  </a:lnTo>
                  <a:lnTo>
                    <a:pt x="3354386" y="4194199"/>
                  </a:lnTo>
                  <a:lnTo>
                    <a:pt x="3375970" y="4040032"/>
                  </a:lnTo>
                  <a:lnTo>
                    <a:pt x="3397551" y="3886115"/>
                  </a:lnTo>
                  <a:lnTo>
                    <a:pt x="3419122" y="3732868"/>
                  </a:lnTo>
                  <a:lnTo>
                    <a:pt x="3440680" y="3580702"/>
                  </a:lnTo>
                  <a:lnTo>
                    <a:pt x="3462221" y="3430017"/>
                  </a:lnTo>
                  <a:lnTo>
                    <a:pt x="3483742" y="3281195"/>
                  </a:lnTo>
                  <a:lnTo>
                    <a:pt x="3505242" y="3134600"/>
                  </a:lnTo>
                  <a:lnTo>
                    <a:pt x="3526724" y="2990570"/>
                  </a:lnTo>
                  <a:lnTo>
                    <a:pt x="3548191" y="2849416"/>
                  </a:lnTo>
                  <a:lnTo>
                    <a:pt x="3569650" y="2711423"/>
                  </a:lnTo>
                  <a:lnTo>
                    <a:pt x="3591111" y="2576840"/>
                  </a:lnTo>
                  <a:lnTo>
                    <a:pt x="3612587" y="2445886"/>
                  </a:lnTo>
                  <a:lnTo>
                    <a:pt x="3634095" y="2318747"/>
                  </a:lnTo>
                  <a:lnTo>
                    <a:pt x="3655656" y="2195576"/>
                  </a:lnTo>
                  <a:lnTo>
                    <a:pt x="3677295" y="2076490"/>
                  </a:lnTo>
                  <a:lnTo>
                    <a:pt x="3699042" y="1961577"/>
                  </a:lnTo>
                  <a:lnTo>
                    <a:pt x="3720933" y="1850890"/>
                  </a:lnTo>
                  <a:lnTo>
                    <a:pt x="3743008" y="1744455"/>
                  </a:lnTo>
                  <a:lnTo>
                    <a:pt x="3765314" y="1642267"/>
                  </a:lnTo>
                  <a:lnTo>
                    <a:pt x="3787904" y="1544297"/>
                  </a:lnTo>
                  <a:lnTo>
                    <a:pt x="3810839" y="1450489"/>
                  </a:lnTo>
                  <a:lnTo>
                    <a:pt x="3829811" y="1377150"/>
                  </a:lnTo>
                  <a:lnTo>
                    <a:pt x="3868443" y="1239530"/>
                  </a:lnTo>
                  <a:lnTo>
                    <a:pt x="3908664" y="1112561"/>
                  </a:lnTo>
                  <a:lnTo>
                    <a:pt x="3950875" y="995966"/>
                  </a:lnTo>
                  <a:lnTo>
                    <a:pt x="3995516" y="889152"/>
                  </a:lnTo>
                  <a:lnTo>
                    <a:pt x="4043048" y="791367"/>
                  </a:lnTo>
                  <a:lnTo>
                    <a:pt x="4093936" y="701804"/>
                  </a:lnTo>
                  <a:lnTo>
                    <a:pt x="4148622" y="619672"/>
                  </a:lnTo>
                  <a:lnTo>
                    <a:pt x="4207503" y="544240"/>
                  </a:lnTo>
                  <a:lnTo>
                    <a:pt x="4270890" y="474864"/>
                  </a:lnTo>
                  <a:lnTo>
                    <a:pt x="4338967" y="411006"/>
                  </a:lnTo>
                  <a:lnTo>
                    <a:pt x="4411728" y="352241"/>
                  </a:lnTo>
                  <a:lnTo>
                    <a:pt x="4488915" y="298266"/>
                  </a:lnTo>
                  <a:lnTo>
                    <a:pt x="4569945" y="248892"/>
                  </a:lnTo>
                  <a:lnTo>
                    <a:pt x="4653846" y="204042"/>
                  </a:lnTo>
                  <a:lnTo>
                    <a:pt x="4739216" y="163724"/>
                  </a:lnTo>
                  <a:lnTo>
                    <a:pt x="4824226" y="128012"/>
                  </a:lnTo>
                  <a:lnTo>
                    <a:pt x="4906685" y="96993"/>
                  </a:lnTo>
                  <a:lnTo>
                    <a:pt x="4984189" y="70728"/>
                  </a:lnTo>
                  <a:lnTo>
                    <a:pt x="5054342" y="49192"/>
                  </a:lnTo>
                  <a:lnTo>
                    <a:pt x="5115033" y="32233"/>
                  </a:lnTo>
                  <a:lnTo>
                    <a:pt x="5164720" y="19542"/>
                  </a:lnTo>
                  <a:lnTo>
                    <a:pt x="5202661" y="10654"/>
                  </a:lnTo>
                  <a:lnTo>
                    <a:pt x="5229053" y="4967"/>
                  </a:lnTo>
                  <a:lnTo>
                    <a:pt x="5245056" y="1787"/>
                  </a:lnTo>
                  <a:lnTo>
                    <a:pt x="5252718" y="380"/>
                  </a:lnTo>
                  <a:lnTo>
                    <a:pt x="5254869" y="13"/>
                  </a:lnTo>
                  <a:lnTo>
                    <a:pt x="5254955" y="0"/>
                  </a:lnTo>
                  <a:lnTo>
                    <a:pt x="6726343" y="0"/>
                  </a:lnTo>
                  <a:lnTo>
                    <a:pt x="6727229" y="87"/>
                  </a:lnTo>
                  <a:lnTo>
                    <a:pt x="6733084" y="710"/>
                  </a:lnTo>
                  <a:lnTo>
                    <a:pt x="6747949" y="2431"/>
                  </a:lnTo>
                  <a:lnTo>
                    <a:pt x="6774787" y="5823"/>
                  </a:lnTo>
                  <a:lnTo>
                    <a:pt x="6815320" y="11435"/>
                  </a:lnTo>
                  <a:lnTo>
                    <a:pt x="6869902" y="19739"/>
                  </a:lnTo>
                  <a:lnTo>
                    <a:pt x="6937546" y="31096"/>
                  </a:lnTo>
                  <a:lnTo>
                    <a:pt x="7016139" y="45733"/>
                  </a:lnTo>
                  <a:lnTo>
                    <a:pt x="7102820" y="63745"/>
                  </a:lnTo>
                  <a:lnTo>
                    <a:pt x="7194420" y="85128"/>
                  </a:lnTo>
                  <a:lnTo>
                    <a:pt x="7287876" y="109824"/>
                  </a:lnTo>
                  <a:lnTo>
                    <a:pt x="7380539" y="137766"/>
                  </a:lnTo>
                  <a:lnTo>
                    <a:pt x="7470334" y="168923"/>
                  </a:lnTo>
                  <a:lnTo>
                    <a:pt x="7555809" y="203333"/>
                  </a:lnTo>
                  <a:lnTo>
                    <a:pt x="7636090" y="241122"/>
                  </a:lnTo>
                  <a:lnTo>
                    <a:pt x="7710782" y="282514"/>
                  </a:lnTo>
                  <a:lnTo>
                    <a:pt x="7779866" y="327835"/>
                  </a:lnTo>
                  <a:lnTo>
                    <a:pt x="7843589" y="377509"/>
                  </a:lnTo>
                  <a:lnTo>
                    <a:pt x="7902379" y="432047"/>
                  </a:lnTo>
                  <a:lnTo>
                    <a:pt x="7956772" y="492032"/>
                  </a:lnTo>
                  <a:lnTo>
                    <a:pt x="8007360" y="558088"/>
                  </a:lnTo>
                  <a:lnTo>
                    <a:pt x="8054751" y="630830"/>
                  </a:lnTo>
                  <a:lnTo>
                    <a:pt x="8099537" y="710790"/>
                  </a:lnTo>
                  <a:lnTo>
                    <a:pt x="8142267" y="798290"/>
                  </a:lnTo>
                  <a:lnTo>
                    <a:pt x="8151487" y="818661"/>
                  </a:lnTo>
                  <a:lnTo>
                    <a:pt x="8181215" y="887993"/>
                  </a:lnTo>
                  <a:lnTo>
                    <a:pt x="8210318" y="961346"/>
                  </a:lnTo>
                  <a:lnTo>
                    <a:pt x="8238929" y="1038800"/>
                  </a:lnTo>
                  <a:lnTo>
                    <a:pt x="8267164" y="1120396"/>
                  </a:lnTo>
                  <a:lnTo>
                    <a:pt x="8295118" y="1206133"/>
                  </a:lnTo>
                  <a:lnTo>
                    <a:pt x="8322871" y="1295964"/>
                  </a:lnTo>
                  <a:lnTo>
                    <a:pt x="8350489" y="1389791"/>
                  </a:lnTo>
                  <a:lnTo>
                    <a:pt x="8378025" y="1487465"/>
                  </a:lnTo>
                  <a:lnTo>
                    <a:pt x="8405522" y="1588784"/>
                  </a:lnTo>
                  <a:lnTo>
                    <a:pt x="8433010" y="1693492"/>
                  </a:lnTo>
                  <a:lnTo>
                    <a:pt x="8460510" y="1801282"/>
                  </a:lnTo>
                  <a:lnTo>
                    <a:pt x="8488037" y="1911795"/>
                  </a:lnTo>
                  <a:lnTo>
                    <a:pt x="8515596" y="2024628"/>
                  </a:lnTo>
                  <a:lnTo>
                    <a:pt x="8543188" y="2139336"/>
                  </a:lnTo>
                  <a:lnTo>
                    <a:pt x="8570808" y="2255442"/>
                  </a:lnTo>
                  <a:lnTo>
                    <a:pt x="8598447" y="2372442"/>
                  </a:lnTo>
                  <a:lnTo>
                    <a:pt x="8626094" y="2489817"/>
                  </a:lnTo>
                  <a:lnTo>
                    <a:pt x="8653738" y="2607041"/>
                  </a:lnTo>
                  <a:lnTo>
                    <a:pt x="8681367" y="2723588"/>
                  </a:lnTo>
                  <a:lnTo>
                    <a:pt x="8708971" y="2838948"/>
                  </a:lnTo>
                  <a:lnTo>
                    <a:pt x="8736545" y="2952632"/>
                  </a:lnTo>
                  <a:lnTo>
                    <a:pt x="8764085" y="3064179"/>
                  </a:lnTo>
                  <a:lnTo>
                    <a:pt x="8791595" y="3173169"/>
                  </a:lnTo>
                  <a:lnTo>
                    <a:pt x="8819086" y="3279224"/>
                  </a:lnTo>
                  <a:lnTo>
                    <a:pt x="8846576" y="3382013"/>
                  </a:lnTo>
                  <a:lnTo>
                    <a:pt x="8874091" y="3481259"/>
                  </a:lnTo>
                  <a:lnTo>
                    <a:pt x="8901669" y="3576737"/>
                  </a:lnTo>
                  <a:lnTo>
                    <a:pt x="8929358" y="3668276"/>
                  </a:lnTo>
                  <a:lnTo>
                    <a:pt x="8957217" y="3755756"/>
                  </a:lnTo>
                  <a:lnTo>
                    <a:pt x="8985322" y="3839109"/>
                  </a:lnTo>
                  <a:lnTo>
                    <a:pt x="9013761" y="3918315"/>
                  </a:lnTo>
                  <a:lnTo>
                    <a:pt x="9042640" y="3993398"/>
                  </a:lnTo>
                  <a:lnTo>
                    <a:pt x="9072086" y="4064421"/>
                  </a:lnTo>
                  <a:lnTo>
                    <a:pt x="9084767" y="4093309"/>
                  </a:lnTo>
                  <a:lnTo>
                    <a:pt x="9127108" y="4182487"/>
                  </a:lnTo>
                  <a:lnTo>
                    <a:pt x="9171395" y="4264096"/>
                  </a:lnTo>
                  <a:lnTo>
                    <a:pt x="9218160" y="4338394"/>
                  </a:lnTo>
                  <a:lnTo>
                    <a:pt x="9267988" y="4405877"/>
                  </a:lnTo>
                  <a:lnTo>
                    <a:pt x="9321487" y="4467150"/>
                  </a:lnTo>
                  <a:lnTo>
                    <a:pt x="9379256" y="4522840"/>
                  </a:lnTo>
                  <a:lnTo>
                    <a:pt x="9441847" y="4573543"/>
                  </a:lnTo>
                  <a:lnTo>
                    <a:pt x="9509717" y="4619787"/>
                  </a:lnTo>
                  <a:lnTo>
                    <a:pt x="9583159" y="4662016"/>
                  </a:lnTo>
                  <a:lnTo>
                    <a:pt x="9662223" y="4700579"/>
                  </a:lnTo>
                  <a:lnTo>
                    <a:pt x="9746607" y="4735722"/>
                  </a:lnTo>
                  <a:lnTo>
                    <a:pt x="9835550" y="4767592"/>
                  </a:lnTo>
                  <a:lnTo>
                    <a:pt x="9927735" y="4796246"/>
                  </a:lnTo>
                  <a:lnTo>
                    <a:pt x="10021226" y="4821664"/>
                  </a:lnTo>
                  <a:lnTo>
                    <a:pt x="10113489" y="4843786"/>
                  </a:lnTo>
                  <a:lnTo>
                    <a:pt x="10201533" y="4862547"/>
                  </a:lnTo>
                  <a:lnTo>
                    <a:pt x="10282179" y="4877926"/>
                  </a:lnTo>
                  <a:lnTo>
                    <a:pt x="10352459" y="4889994"/>
                  </a:lnTo>
                  <a:lnTo>
                    <a:pt x="10410059" y="4898946"/>
                  </a:lnTo>
                  <a:lnTo>
                    <a:pt x="10453717" y="4905116"/>
                  </a:lnTo>
                  <a:lnTo>
                    <a:pt x="10483482" y="4908954"/>
                  </a:lnTo>
                  <a:lnTo>
                    <a:pt x="10500780" y="4910995"/>
                  </a:lnTo>
                  <a:lnTo>
                    <a:pt x="10508315" y="4911812"/>
                  </a:lnTo>
                  <a:lnTo>
                    <a:pt x="10509901" y="4911971"/>
                  </a:lnTo>
                  <a:lnTo>
                    <a:pt x="10509911" y="4911971"/>
                  </a:lnTo>
                  <a:lnTo>
                    <a:pt x="11981298" y="491197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94" name="pl2194"/>
            <p:cNvSpPr/>
            <p:nvPr/>
          </p:nvSpPr>
          <p:spPr>
            <a:xfrm>
              <a:off x="4799595" y="2985558"/>
              <a:ext cx="11981298" cy="8262901"/>
            </a:xfrm>
            <a:custGeom>
              <a:avLst/>
              <a:pathLst>
                <a:path w="11981298" h="8262901">
                  <a:moveTo>
                    <a:pt x="11981298" y="4911971"/>
                  </a:moveTo>
                  <a:lnTo>
                    <a:pt x="10509911" y="4911971"/>
                  </a:lnTo>
                  <a:lnTo>
                    <a:pt x="10509025" y="4911884"/>
                  </a:lnTo>
                  <a:lnTo>
                    <a:pt x="10503169" y="4911261"/>
                  </a:lnTo>
                  <a:lnTo>
                    <a:pt x="10488304" y="4909540"/>
                  </a:lnTo>
                  <a:lnTo>
                    <a:pt x="10461466" y="4906148"/>
                  </a:lnTo>
                  <a:lnTo>
                    <a:pt x="10420934" y="4900536"/>
                  </a:lnTo>
                  <a:lnTo>
                    <a:pt x="10366352" y="4892232"/>
                  </a:lnTo>
                  <a:lnTo>
                    <a:pt x="10298708" y="4880875"/>
                  </a:lnTo>
                  <a:lnTo>
                    <a:pt x="10220114" y="4866238"/>
                  </a:lnTo>
                  <a:lnTo>
                    <a:pt x="10133433" y="4848226"/>
                  </a:lnTo>
                  <a:lnTo>
                    <a:pt x="10041834" y="4826843"/>
                  </a:lnTo>
                  <a:lnTo>
                    <a:pt x="9948377" y="4802147"/>
                  </a:lnTo>
                  <a:lnTo>
                    <a:pt x="9855714" y="4774205"/>
                  </a:lnTo>
                  <a:lnTo>
                    <a:pt x="9765919" y="4743048"/>
                  </a:lnTo>
                  <a:lnTo>
                    <a:pt x="9680444" y="4708638"/>
                  </a:lnTo>
                  <a:lnTo>
                    <a:pt x="9600163" y="4670849"/>
                  </a:lnTo>
                  <a:lnTo>
                    <a:pt x="9525471" y="4629457"/>
                  </a:lnTo>
                  <a:lnTo>
                    <a:pt x="9456387" y="4584136"/>
                  </a:lnTo>
                  <a:lnTo>
                    <a:pt x="9392664" y="4534462"/>
                  </a:lnTo>
                  <a:lnTo>
                    <a:pt x="9333874" y="4479924"/>
                  </a:lnTo>
                  <a:lnTo>
                    <a:pt x="9279481" y="4419939"/>
                  </a:lnTo>
                  <a:lnTo>
                    <a:pt x="9228893" y="4353883"/>
                  </a:lnTo>
                  <a:lnTo>
                    <a:pt x="9181503" y="4281141"/>
                  </a:lnTo>
                  <a:lnTo>
                    <a:pt x="9136716" y="4201181"/>
                  </a:lnTo>
                  <a:lnTo>
                    <a:pt x="9093987" y="4113681"/>
                  </a:lnTo>
                  <a:lnTo>
                    <a:pt x="9084767" y="4093309"/>
                  </a:lnTo>
                  <a:lnTo>
                    <a:pt x="9055038" y="4023978"/>
                  </a:lnTo>
                  <a:lnTo>
                    <a:pt x="9025935" y="3950625"/>
                  </a:lnTo>
                  <a:lnTo>
                    <a:pt x="8997324" y="3873171"/>
                  </a:lnTo>
                  <a:lnTo>
                    <a:pt x="8969089" y="3791575"/>
                  </a:lnTo>
                  <a:lnTo>
                    <a:pt x="8941136" y="3705838"/>
                  </a:lnTo>
                  <a:lnTo>
                    <a:pt x="8913383" y="3616007"/>
                  </a:lnTo>
                  <a:lnTo>
                    <a:pt x="8885764" y="3522180"/>
                  </a:lnTo>
                  <a:lnTo>
                    <a:pt x="8858228" y="3424506"/>
                  </a:lnTo>
                  <a:lnTo>
                    <a:pt x="8830731" y="3323187"/>
                  </a:lnTo>
                  <a:lnTo>
                    <a:pt x="8803244" y="3218479"/>
                  </a:lnTo>
                  <a:lnTo>
                    <a:pt x="8775743" y="3110689"/>
                  </a:lnTo>
                  <a:lnTo>
                    <a:pt x="8748216" y="3000176"/>
                  </a:lnTo>
                  <a:lnTo>
                    <a:pt x="8720657" y="2887343"/>
                  </a:lnTo>
                  <a:lnTo>
                    <a:pt x="8693065" y="2772635"/>
                  </a:lnTo>
                  <a:lnTo>
                    <a:pt x="8665445" y="2656529"/>
                  </a:lnTo>
                  <a:lnTo>
                    <a:pt x="8637806" y="2539529"/>
                  </a:lnTo>
                  <a:lnTo>
                    <a:pt x="8610159" y="2422154"/>
                  </a:lnTo>
                  <a:lnTo>
                    <a:pt x="8582516" y="2304930"/>
                  </a:lnTo>
                  <a:lnTo>
                    <a:pt x="8554887" y="2188383"/>
                  </a:lnTo>
                  <a:lnTo>
                    <a:pt x="8527282" y="2073023"/>
                  </a:lnTo>
                  <a:lnTo>
                    <a:pt x="8499709" y="1959339"/>
                  </a:lnTo>
                  <a:lnTo>
                    <a:pt x="8472168" y="1847792"/>
                  </a:lnTo>
                  <a:lnTo>
                    <a:pt x="8444658" y="1738802"/>
                  </a:lnTo>
                  <a:lnTo>
                    <a:pt x="8417167" y="1632747"/>
                  </a:lnTo>
                  <a:lnTo>
                    <a:pt x="8389677" y="1529958"/>
                  </a:lnTo>
                  <a:lnTo>
                    <a:pt x="8362162" y="1430712"/>
                  </a:lnTo>
                  <a:lnTo>
                    <a:pt x="8334584" y="1335234"/>
                  </a:lnTo>
                  <a:lnTo>
                    <a:pt x="8306896" y="1243695"/>
                  </a:lnTo>
                  <a:lnTo>
                    <a:pt x="8279036" y="1156215"/>
                  </a:lnTo>
                  <a:lnTo>
                    <a:pt x="8250931" y="1072862"/>
                  </a:lnTo>
                  <a:lnTo>
                    <a:pt x="8222492" y="993656"/>
                  </a:lnTo>
                  <a:lnTo>
                    <a:pt x="8193613" y="918573"/>
                  </a:lnTo>
                  <a:lnTo>
                    <a:pt x="8164167" y="847550"/>
                  </a:lnTo>
                  <a:lnTo>
                    <a:pt x="8151487" y="818661"/>
                  </a:lnTo>
                  <a:lnTo>
                    <a:pt x="8109146" y="729484"/>
                  </a:lnTo>
                  <a:lnTo>
                    <a:pt x="8064859" y="647875"/>
                  </a:lnTo>
                  <a:lnTo>
                    <a:pt x="8018094" y="573577"/>
                  </a:lnTo>
                  <a:lnTo>
                    <a:pt x="7968265" y="506094"/>
                  </a:lnTo>
                  <a:lnTo>
                    <a:pt x="7914766" y="444821"/>
                  </a:lnTo>
                  <a:lnTo>
                    <a:pt x="7856997" y="389131"/>
                  </a:lnTo>
                  <a:lnTo>
                    <a:pt x="7794406" y="338428"/>
                  </a:lnTo>
                  <a:lnTo>
                    <a:pt x="7726537" y="292184"/>
                  </a:lnTo>
                  <a:lnTo>
                    <a:pt x="7653094" y="249955"/>
                  </a:lnTo>
                  <a:lnTo>
                    <a:pt x="7574030" y="211392"/>
                  </a:lnTo>
                  <a:lnTo>
                    <a:pt x="7489647" y="176249"/>
                  </a:lnTo>
                  <a:lnTo>
                    <a:pt x="7400703" y="144379"/>
                  </a:lnTo>
                  <a:lnTo>
                    <a:pt x="7308518" y="115725"/>
                  </a:lnTo>
                  <a:lnTo>
                    <a:pt x="7215027" y="90307"/>
                  </a:lnTo>
                  <a:lnTo>
                    <a:pt x="7122764" y="68185"/>
                  </a:lnTo>
                  <a:lnTo>
                    <a:pt x="7034720" y="49424"/>
                  </a:lnTo>
                  <a:lnTo>
                    <a:pt x="6954074" y="34045"/>
                  </a:lnTo>
                  <a:lnTo>
                    <a:pt x="6883794" y="21977"/>
                  </a:lnTo>
                  <a:lnTo>
                    <a:pt x="6826194" y="13025"/>
                  </a:lnTo>
                  <a:lnTo>
                    <a:pt x="6782537" y="6855"/>
                  </a:lnTo>
                  <a:lnTo>
                    <a:pt x="6752772" y="3017"/>
                  </a:lnTo>
                  <a:lnTo>
                    <a:pt x="6735473" y="976"/>
                  </a:lnTo>
                  <a:lnTo>
                    <a:pt x="6727938" y="159"/>
                  </a:lnTo>
                  <a:lnTo>
                    <a:pt x="6726353" y="0"/>
                  </a:lnTo>
                  <a:lnTo>
                    <a:pt x="6726343" y="0"/>
                  </a:lnTo>
                  <a:lnTo>
                    <a:pt x="5254955" y="0"/>
                  </a:lnTo>
                  <a:lnTo>
                    <a:pt x="5254275" y="112"/>
                  </a:lnTo>
                  <a:lnTo>
                    <a:pt x="5249762" y="910"/>
                  </a:lnTo>
                  <a:lnTo>
                    <a:pt x="5238229" y="3112"/>
                  </a:lnTo>
                  <a:lnTo>
                    <a:pt x="5217225" y="7458"/>
                  </a:lnTo>
                  <a:lnTo>
                    <a:pt x="5185132" y="14666"/>
                  </a:lnTo>
                  <a:lnTo>
                    <a:pt x="5141271" y="25392"/>
                  </a:lnTo>
                  <a:lnTo>
                    <a:pt x="5085924" y="40172"/>
                  </a:lnTo>
                  <a:lnTo>
                    <a:pt x="5020259" y="59396"/>
                  </a:lnTo>
                  <a:lnTo>
                    <a:pt x="4946135" y="83291"/>
                  </a:lnTo>
                  <a:lnTo>
                    <a:pt x="4865842" y="111941"/>
                  </a:lnTo>
                  <a:lnTo>
                    <a:pt x="4781814" y="145321"/>
                  </a:lnTo>
                  <a:lnTo>
                    <a:pt x="4696369" y="183352"/>
                  </a:lnTo>
                  <a:lnTo>
                    <a:pt x="4611532" y="225946"/>
                  </a:lnTo>
                  <a:lnTo>
                    <a:pt x="4528922" y="273059"/>
                  </a:lnTo>
                  <a:lnTo>
                    <a:pt x="4449721" y="324722"/>
                  </a:lnTo>
                  <a:lnTo>
                    <a:pt x="4374701" y="381066"/>
                  </a:lnTo>
                  <a:lnTo>
                    <a:pt x="4304272" y="442337"/>
                  </a:lnTo>
                  <a:lnTo>
                    <a:pt x="4238557" y="508899"/>
                  </a:lnTo>
                  <a:lnTo>
                    <a:pt x="4177460" y="581234"/>
                  </a:lnTo>
                  <a:lnTo>
                    <a:pt x="4120725" y="659936"/>
                  </a:lnTo>
                  <a:lnTo>
                    <a:pt x="4067995" y="745695"/>
                  </a:lnTo>
                  <a:lnTo>
                    <a:pt x="4018846" y="839275"/>
                  </a:lnTo>
                  <a:lnTo>
                    <a:pt x="3972820" y="941484"/>
                  </a:lnTo>
                  <a:lnTo>
                    <a:pt x="3929453" y="1053111"/>
                  </a:lnTo>
                  <a:lnTo>
                    <a:pt x="3888292" y="1174844"/>
                  </a:lnTo>
                  <a:lnTo>
                    <a:pt x="3848914" y="1307142"/>
                  </a:lnTo>
                  <a:lnTo>
                    <a:pt x="3829811" y="1377150"/>
                  </a:lnTo>
                  <a:lnTo>
                    <a:pt x="3806544" y="1467626"/>
                  </a:lnTo>
                  <a:lnTo>
                    <a:pt x="3783678" y="1562203"/>
                  </a:lnTo>
                  <a:lnTo>
                    <a:pt x="3761145" y="1660954"/>
                  </a:lnTo>
                  <a:lnTo>
                    <a:pt x="3738886" y="1763930"/>
                  </a:lnTo>
                  <a:lnTo>
                    <a:pt x="3716849" y="1871157"/>
                  </a:lnTo>
                  <a:lnTo>
                    <a:pt x="3694987" y="1982632"/>
                  </a:lnTo>
                  <a:lnTo>
                    <a:pt x="3673263" y="2098327"/>
                  </a:lnTo>
                  <a:lnTo>
                    <a:pt x="3651640" y="2218180"/>
                  </a:lnTo>
                  <a:lnTo>
                    <a:pt x="3630091" y="2342099"/>
                  </a:lnTo>
                  <a:lnTo>
                    <a:pt x="3608591" y="2469960"/>
                  </a:lnTo>
                  <a:lnTo>
                    <a:pt x="3587119" y="2601604"/>
                  </a:lnTo>
                  <a:lnTo>
                    <a:pt x="3565659" y="2736839"/>
                  </a:lnTo>
                  <a:lnTo>
                    <a:pt x="3544199" y="2875440"/>
                  </a:lnTo>
                  <a:lnTo>
                    <a:pt x="3522730" y="3017151"/>
                  </a:lnTo>
                  <a:lnTo>
                    <a:pt x="3501245" y="3161683"/>
                  </a:lnTo>
                  <a:lnTo>
                    <a:pt x="3479740" y="3308718"/>
                  </a:lnTo>
                  <a:lnTo>
                    <a:pt x="3458216" y="3457915"/>
                  </a:lnTo>
                  <a:lnTo>
                    <a:pt x="3436671" y="3608905"/>
                  </a:lnTo>
                  <a:lnTo>
                    <a:pt x="3415111" y="3761303"/>
                  </a:lnTo>
                  <a:lnTo>
                    <a:pt x="3393537" y="3914706"/>
                  </a:lnTo>
                  <a:lnTo>
                    <a:pt x="3371956" y="4068701"/>
                  </a:lnTo>
                  <a:lnTo>
                    <a:pt x="3350372" y="4222868"/>
                  </a:lnTo>
                  <a:lnTo>
                    <a:pt x="3328792" y="4376785"/>
                  </a:lnTo>
                  <a:lnTo>
                    <a:pt x="3307220" y="4530032"/>
                  </a:lnTo>
                  <a:lnTo>
                    <a:pt x="3285662" y="4682198"/>
                  </a:lnTo>
                  <a:lnTo>
                    <a:pt x="3264121" y="4832884"/>
                  </a:lnTo>
                  <a:lnTo>
                    <a:pt x="3242600" y="4981705"/>
                  </a:lnTo>
                  <a:lnTo>
                    <a:pt x="3221100" y="5128300"/>
                  </a:lnTo>
                  <a:lnTo>
                    <a:pt x="3199618" y="5272331"/>
                  </a:lnTo>
                  <a:lnTo>
                    <a:pt x="3178151" y="5413484"/>
                  </a:lnTo>
                  <a:lnTo>
                    <a:pt x="3156692" y="5551478"/>
                  </a:lnTo>
                  <a:lnTo>
                    <a:pt x="3135231" y="5686061"/>
                  </a:lnTo>
                  <a:lnTo>
                    <a:pt x="3113755" y="5817014"/>
                  </a:lnTo>
                  <a:lnTo>
                    <a:pt x="3092247" y="5944153"/>
                  </a:lnTo>
                  <a:lnTo>
                    <a:pt x="3070686" y="6067324"/>
                  </a:lnTo>
                  <a:lnTo>
                    <a:pt x="3049047" y="6186410"/>
                  </a:lnTo>
                  <a:lnTo>
                    <a:pt x="3027300" y="6301324"/>
                  </a:lnTo>
                  <a:lnTo>
                    <a:pt x="3005409" y="6412010"/>
                  </a:lnTo>
                  <a:lnTo>
                    <a:pt x="2983334" y="6518446"/>
                  </a:lnTo>
                  <a:lnTo>
                    <a:pt x="2961028" y="6620633"/>
                  </a:lnTo>
                  <a:lnTo>
                    <a:pt x="2938438" y="6718603"/>
                  </a:lnTo>
                  <a:lnTo>
                    <a:pt x="2915503" y="6812411"/>
                  </a:lnTo>
                  <a:lnTo>
                    <a:pt x="2896531" y="6885751"/>
                  </a:lnTo>
                  <a:lnTo>
                    <a:pt x="2857899" y="7023371"/>
                  </a:lnTo>
                  <a:lnTo>
                    <a:pt x="2817678" y="7150340"/>
                  </a:lnTo>
                  <a:lnTo>
                    <a:pt x="2775467" y="7266935"/>
                  </a:lnTo>
                  <a:lnTo>
                    <a:pt x="2730826" y="7373748"/>
                  </a:lnTo>
                  <a:lnTo>
                    <a:pt x="2683294" y="7471533"/>
                  </a:lnTo>
                  <a:lnTo>
                    <a:pt x="2632406" y="7561096"/>
                  </a:lnTo>
                  <a:lnTo>
                    <a:pt x="2577720" y="7643228"/>
                  </a:lnTo>
                  <a:lnTo>
                    <a:pt x="2518839" y="7718660"/>
                  </a:lnTo>
                  <a:lnTo>
                    <a:pt x="2455452" y="7788036"/>
                  </a:lnTo>
                  <a:lnTo>
                    <a:pt x="2387375" y="7851894"/>
                  </a:lnTo>
                  <a:lnTo>
                    <a:pt x="2314614" y="7910659"/>
                  </a:lnTo>
                  <a:lnTo>
                    <a:pt x="2237427" y="7964634"/>
                  </a:lnTo>
                  <a:lnTo>
                    <a:pt x="2156398" y="8014008"/>
                  </a:lnTo>
                  <a:lnTo>
                    <a:pt x="2072496" y="8058859"/>
                  </a:lnTo>
                  <a:lnTo>
                    <a:pt x="1987126" y="8099176"/>
                  </a:lnTo>
                  <a:lnTo>
                    <a:pt x="1902116" y="8134889"/>
                  </a:lnTo>
                  <a:lnTo>
                    <a:pt x="1819657" y="8165907"/>
                  </a:lnTo>
                  <a:lnTo>
                    <a:pt x="1742153" y="8192172"/>
                  </a:lnTo>
                  <a:lnTo>
                    <a:pt x="1672000" y="8213708"/>
                  </a:lnTo>
                  <a:lnTo>
                    <a:pt x="1611309" y="8230667"/>
                  </a:lnTo>
                  <a:lnTo>
                    <a:pt x="1561622" y="8243358"/>
                  </a:lnTo>
                  <a:lnTo>
                    <a:pt x="1523682" y="8252246"/>
                  </a:lnTo>
                  <a:lnTo>
                    <a:pt x="1497289" y="8257933"/>
                  </a:lnTo>
                  <a:lnTo>
                    <a:pt x="1481286" y="8261113"/>
                  </a:lnTo>
                  <a:lnTo>
                    <a:pt x="1473624" y="8262520"/>
                  </a:lnTo>
                  <a:lnTo>
                    <a:pt x="1471474" y="8262887"/>
                  </a:lnTo>
                  <a:lnTo>
                    <a:pt x="1471387" y="8262901"/>
                  </a:lnTo>
                  <a:lnTo>
                    <a:pt x="0" y="8262901"/>
                  </a:lnTo>
                </a:path>
              </a:pathLst>
            </a:custGeom>
          </p:spPr>
          <p:txBody>
            <a:bodyPr/>
            <a:lstStyle/>
            <a:p/>
          </p:txBody>
        </p:sp>
        <p:sp>
          <p:nvSpPr>
            <p:cNvPr id="2195" name="pg2195"/>
            <p:cNvSpPr/>
            <p:nvPr/>
          </p:nvSpPr>
          <p:spPr>
            <a:xfrm>
              <a:off x="4799595" y="11248460"/>
              <a:ext cx="1471387" cy="8172"/>
            </a:xfrm>
            <a:custGeom>
              <a:avLst/>
              <a:pathLst>
                <a:path w="1471387" h="8172">
                  <a:moveTo>
                    <a:pt x="0" y="0"/>
                  </a:moveTo>
                  <a:lnTo>
                    <a:pt x="1471387" y="0"/>
                  </a:lnTo>
                  <a:lnTo>
                    <a:pt x="1471387" y="8172"/>
                  </a:lnTo>
                  <a:lnTo>
                    <a:pt x="0" y="8172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2466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6" name="pg2196"/>
            <p:cNvSpPr/>
            <p:nvPr/>
          </p:nvSpPr>
          <p:spPr>
            <a:xfrm>
              <a:off x="4799595" y="11240287"/>
              <a:ext cx="1471387" cy="8172"/>
            </a:xfrm>
            <a:custGeom>
              <a:avLst/>
              <a:pathLst>
                <a:path w="1471387" h="8172">
                  <a:moveTo>
                    <a:pt x="0" y="0"/>
                  </a:moveTo>
                  <a:lnTo>
                    <a:pt x="1471387" y="0"/>
                  </a:lnTo>
                  <a:lnTo>
                    <a:pt x="1471387" y="8172"/>
                  </a:lnTo>
                  <a:lnTo>
                    <a:pt x="0" y="8172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2466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7" name="pg2197"/>
            <p:cNvSpPr/>
            <p:nvPr/>
          </p:nvSpPr>
          <p:spPr>
            <a:xfrm>
              <a:off x="4799595" y="11232114"/>
              <a:ext cx="1471387" cy="8172"/>
            </a:xfrm>
            <a:custGeom>
              <a:avLst/>
              <a:pathLst>
                <a:path w="1471387" h="8172">
                  <a:moveTo>
                    <a:pt x="0" y="0"/>
                  </a:moveTo>
                  <a:lnTo>
                    <a:pt x="1471387" y="0"/>
                  </a:lnTo>
                  <a:lnTo>
                    <a:pt x="1471387" y="8172"/>
                  </a:lnTo>
                  <a:lnTo>
                    <a:pt x="0" y="8172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2466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8" name="pg2198"/>
            <p:cNvSpPr/>
            <p:nvPr/>
          </p:nvSpPr>
          <p:spPr>
            <a:xfrm>
              <a:off x="4799595" y="11215768"/>
              <a:ext cx="1471387" cy="16345"/>
            </a:xfrm>
            <a:custGeom>
              <a:avLst/>
              <a:pathLst>
                <a:path w="1471387" h="16345">
                  <a:moveTo>
                    <a:pt x="0" y="0"/>
                  </a:moveTo>
                  <a:lnTo>
                    <a:pt x="1471387" y="0"/>
                  </a:lnTo>
                  <a:lnTo>
                    <a:pt x="1471387" y="16345"/>
                  </a:lnTo>
                  <a:lnTo>
                    <a:pt x="0" y="16345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2466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9" name="pg2199"/>
            <p:cNvSpPr/>
            <p:nvPr/>
          </p:nvSpPr>
          <p:spPr>
            <a:xfrm>
              <a:off x="4799595" y="11183076"/>
              <a:ext cx="1471387" cy="32691"/>
            </a:xfrm>
            <a:custGeom>
              <a:avLst/>
              <a:pathLst>
                <a:path w="1471387" h="32691">
                  <a:moveTo>
                    <a:pt x="0" y="0"/>
                  </a:moveTo>
                  <a:lnTo>
                    <a:pt x="1471387" y="0"/>
                  </a:lnTo>
                  <a:lnTo>
                    <a:pt x="1471387" y="32691"/>
                  </a:lnTo>
                  <a:lnTo>
                    <a:pt x="0" y="32691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2466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0" name="pg2200"/>
            <p:cNvSpPr/>
            <p:nvPr/>
          </p:nvSpPr>
          <p:spPr>
            <a:xfrm>
              <a:off x="4799595" y="11142211"/>
              <a:ext cx="1471387" cy="40864"/>
            </a:xfrm>
            <a:custGeom>
              <a:avLst/>
              <a:pathLst>
                <a:path w="1471387" h="40864">
                  <a:moveTo>
                    <a:pt x="0" y="0"/>
                  </a:moveTo>
                  <a:lnTo>
                    <a:pt x="1471387" y="0"/>
                  </a:lnTo>
                  <a:lnTo>
                    <a:pt x="1471387" y="40864"/>
                  </a:lnTo>
                  <a:lnTo>
                    <a:pt x="0" y="40864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2466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1" name="pg2201"/>
            <p:cNvSpPr/>
            <p:nvPr/>
          </p:nvSpPr>
          <p:spPr>
            <a:xfrm>
              <a:off x="4799595" y="11068654"/>
              <a:ext cx="1471387" cy="73556"/>
            </a:xfrm>
            <a:custGeom>
              <a:avLst/>
              <a:pathLst>
                <a:path w="1471387" h="73556">
                  <a:moveTo>
                    <a:pt x="0" y="0"/>
                  </a:moveTo>
                  <a:lnTo>
                    <a:pt x="1471387" y="0"/>
                  </a:lnTo>
                  <a:lnTo>
                    <a:pt x="1471387" y="73556"/>
                  </a:lnTo>
                  <a:lnTo>
                    <a:pt x="0" y="73556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2466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2" name="pg2202"/>
            <p:cNvSpPr/>
            <p:nvPr/>
          </p:nvSpPr>
          <p:spPr>
            <a:xfrm>
              <a:off x="4799595" y="10995097"/>
              <a:ext cx="1471387" cy="73556"/>
            </a:xfrm>
            <a:custGeom>
              <a:avLst/>
              <a:pathLst>
                <a:path w="1471387" h="73556">
                  <a:moveTo>
                    <a:pt x="0" y="0"/>
                  </a:moveTo>
                  <a:lnTo>
                    <a:pt x="1471387" y="0"/>
                  </a:lnTo>
                  <a:lnTo>
                    <a:pt x="1471387" y="73556"/>
                  </a:lnTo>
                  <a:lnTo>
                    <a:pt x="0" y="73556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2466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3" name="pg2203"/>
            <p:cNvSpPr/>
            <p:nvPr/>
          </p:nvSpPr>
          <p:spPr>
            <a:xfrm>
              <a:off x="4799595" y="10905194"/>
              <a:ext cx="1471387" cy="89902"/>
            </a:xfrm>
            <a:custGeom>
              <a:avLst/>
              <a:pathLst>
                <a:path w="1471387" h="89902">
                  <a:moveTo>
                    <a:pt x="0" y="0"/>
                  </a:moveTo>
                  <a:lnTo>
                    <a:pt x="1471387" y="0"/>
                  </a:lnTo>
                  <a:lnTo>
                    <a:pt x="1471387" y="89902"/>
                  </a:lnTo>
                  <a:lnTo>
                    <a:pt x="0" y="89902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2466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4" name="pg2204"/>
            <p:cNvSpPr/>
            <p:nvPr/>
          </p:nvSpPr>
          <p:spPr>
            <a:xfrm>
              <a:off x="4799595" y="10815291"/>
              <a:ext cx="1471387" cy="89902"/>
            </a:xfrm>
            <a:custGeom>
              <a:avLst/>
              <a:pathLst>
                <a:path w="1471387" h="89902">
                  <a:moveTo>
                    <a:pt x="0" y="0"/>
                  </a:moveTo>
                  <a:lnTo>
                    <a:pt x="1471387" y="0"/>
                  </a:lnTo>
                  <a:lnTo>
                    <a:pt x="1471387" y="89902"/>
                  </a:lnTo>
                  <a:lnTo>
                    <a:pt x="0" y="89902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2466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5" name="pg2205"/>
            <p:cNvSpPr/>
            <p:nvPr/>
          </p:nvSpPr>
          <p:spPr>
            <a:xfrm>
              <a:off x="4799595" y="10709042"/>
              <a:ext cx="1471387" cy="106248"/>
            </a:xfrm>
            <a:custGeom>
              <a:avLst/>
              <a:pathLst>
                <a:path w="1471387" h="106248">
                  <a:moveTo>
                    <a:pt x="0" y="0"/>
                  </a:moveTo>
                  <a:lnTo>
                    <a:pt x="1471387" y="0"/>
                  </a:lnTo>
                  <a:lnTo>
                    <a:pt x="1471387" y="106248"/>
                  </a:lnTo>
                  <a:lnTo>
                    <a:pt x="0" y="106248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2466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6" name="pg2206"/>
            <p:cNvSpPr/>
            <p:nvPr/>
          </p:nvSpPr>
          <p:spPr>
            <a:xfrm>
              <a:off x="4799595" y="10602793"/>
              <a:ext cx="1471387" cy="106248"/>
            </a:xfrm>
            <a:custGeom>
              <a:avLst/>
              <a:pathLst>
                <a:path w="1471387" h="106248">
                  <a:moveTo>
                    <a:pt x="0" y="0"/>
                  </a:moveTo>
                  <a:lnTo>
                    <a:pt x="1471387" y="0"/>
                  </a:lnTo>
                  <a:lnTo>
                    <a:pt x="1471387" y="106248"/>
                  </a:lnTo>
                  <a:lnTo>
                    <a:pt x="0" y="106248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2466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7" name="pg2207"/>
            <p:cNvSpPr/>
            <p:nvPr/>
          </p:nvSpPr>
          <p:spPr>
            <a:xfrm>
              <a:off x="4799595" y="10488371"/>
              <a:ext cx="1471387" cy="114421"/>
            </a:xfrm>
            <a:custGeom>
              <a:avLst/>
              <a:pathLst>
                <a:path w="1471387" h="114421">
                  <a:moveTo>
                    <a:pt x="0" y="0"/>
                  </a:moveTo>
                  <a:lnTo>
                    <a:pt x="1471387" y="0"/>
                  </a:lnTo>
                  <a:lnTo>
                    <a:pt x="1471387" y="114421"/>
                  </a:lnTo>
                  <a:lnTo>
                    <a:pt x="0" y="114421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2466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8" name="pg2208"/>
            <p:cNvSpPr/>
            <p:nvPr/>
          </p:nvSpPr>
          <p:spPr>
            <a:xfrm>
              <a:off x="4799595" y="10365776"/>
              <a:ext cx="1471387" cy="122594"/>
            </a:xfrm>
            <a:custGeom>
              <a:avLst/>
              <a:pathLst>
                <a:path w="1471387" h="122594">
                  <a:moveTo>
                    <a:pt x="0" y="0"/>
                  </a:moveTo>
                  <a:lnTo>
                    <a:pt x="1471387" y="0"/>
                  </a:lnTo>
                  <a:lnTo>
                    <a:pt x="1471387" y="122594"/>
                  </a:lnTo>
                  <a:lnTo>
                    <a:pt x="0" y="122594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2466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9" name="pg2209"/>
            <p:cNvSpPr/>
            <p:nvPr/>
          </p:nvSpPr>
          <p:spPr>
            <a:xfrm>
              <a:off x="4799595" y="10226835"/>
              <a:ext cx="1471387" cy="138940"/>
            </a:xfrm>
            <a:custGeom>
              <a:avLst/>
              <a:pathLst>
                <a:path w="1471387" h="138940">
                  <a:moveTo>
                    <a:pt x="0" y="0"/>
                  </a:moveTo>
                  <a:lnTo>
                    <a:pt x="1471387" y="0"/>
                  </a:lnTo>
                  <a:lnTo>
                    <a:pt x="1471387" y="138940"/>
                  </a:lnTo>
                  <a:lnTo>
                    <a:pt x="0" y="138940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2466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0" name="pg2210"/>
            <p:cNvSpPr/>
            <p:nvPr/>
          </p:nvSpPr>
          <p:spPr>
            <a:xfrm>
              <a:off x="4799595" y="10079721"/>
              <a:ext cx="1471387" cy="147113"/>
            </a:xfrm>
            <a:custGeom>
              <a:avLst/>
              <a:pathLst>
                <a:path w="1471387" h="147113">
                  <a:moveTo>
                    <a:pt x="0" y="0"/>
                  </a:moveTo>
                  <a:lnTo>
                    <a:pt x="1471387" y="0"/>
                  </a:lnTo>
                  <a:lnTo>
                    <a:pt x="1471387" y="147113"/>
                  </a:lnTo>
                  <a:lnTo>
                    <a:pt x="0" y="147113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2466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1" name="pg2211"/>
            <p:cNvSpPr/>
            <p:nvPr/>
          </p:nvSpPr>
          <p:spPr>
            <a:xfrm>
              <a:off x="4799595" y="9916261"/>
              <a:ext cx="1471387" cy="163459"/>
            </a:xfrm>
            <a:custGeom>
              <a:avLst/>
              <a:pathLst>
                <a:path w="1471387" h="163459">
                  <a:moveTo>
                    <a:pt x="0" y="0"/>
                  </a:moveTo>
                  <a:lnTo>
                    <a:pt x="1471387" y="0"/>
                  </a:lnTo>
                  <a:lnTo>
                    <a:pt x="1471387" y="163459"/>
                  </a:lnTo>
                  <a:lnTo>
                    <a:pt x="0" y="163459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2466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2" name="pg2212"/>
            <p:cNvSpPr/>
            <p:nvPr/>
          </p:nvSpPr>
          <p:spPr>
            <a:xfrm>
              <a:off x="4799595" y="9630206"/>
              <a:ext cx="1471387" cy="286054"/>
            </a:xfrm>
            <a:custGeom>
              <a:avLst/>
              <a:pathLst>
                <a:path w="1471387" h="286054">
                  <a:moveTo>
                    <a:pt x="0" y="0"/>
                  </a:moveTo>
                  <a:lnTo>
                    <a:pt x="1471387" y="0"/>
                  </a:lnTo>
                  <a:lnTo>
                    <a:pt x="1471387" y="286054"/>
                  </a:lnTo>
                  <a:lnTo>
                    <a:pt x="0" y="286054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2466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3" name="pg2213"/>
            <p:cNvSpPr/>
            <p:nvPr/>
          </p:nvSpPr>
          <p:spPr>
            <a:xfrm>
              <a:off x="4799595" y="9254248"/>
              <a:ext cx="1471387" cy="375957"/>
            </a:xfrm>
            <a:custGeom>
              <a:avLst/>
              <a:pathLst>
                <a:path w="1471387" h="375957">
                  <a:moveTo>
                    <a:pt x="0" y="0"/>
                  </a:moveTo>
                  <a:lnTo>
                    <a:pt x="1471387" y="0"/>
                  </a:lnTo>
                  <a:lnTo>
                    <a:pt x="1471387" y="375957"/>
                  </a:lnTo>
                  <a:lnTo>
                    <a:pt x="0" y="375957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2466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4" name="pg2214"/>
            <p:cNvSpPr/>
            <p:nvPr/>
          </p:nvSpPr>
          <p:spPr>
            <a:xfrm>
              <a:off x="4799595" y="8706657"/>
              <a:ext cx="1471387" cy="547590"/>
            </a:xfrm>
            <a:custGeom>
              <a:avLst/>
              <a:pathLst>
                <a:path w="1471387" h="547590">
                  <a:moveTo>
                    <a:pt x="0" y="0"/>
                  </a:moveTo>
                  <a:lnTo>
                    <a:pt x="1471387" y="0"/>
                  </a:lnTo>
                  <a:lnTo>
                    <a:pt x="1471387" y="547590"/>
                  </a:lnTo>
                  <a:lnTo>
                    <a:pt x="0" y="547590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2466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5" name="pg2215"/>
            <p:cNvSpPr/>
            <p:nvPr/>
          </p:nvSpPr>
          <p:spPr>
            <a:xfrm>
              <a:off x="4799595" y="8150893"/>
              <a:ext cx="1471387" cy="555763"/>
            </a:xfrm>
            <a:custGeom>
              <a:avLst/>
              <a:pathLst>
                <a:path w="1471387" h="555763">
                  <a:moveTo>
                    <a:pt x="0" y="0"/>
                  </a:moveTo>
                  <a:lnTo>
                    <a:pt x="1471387" y="0"/>
                  </a:lnTo>
                  <a:lnTo>
                    <a:pt x="1471387" y="555763"/>
                  </a:lnTo>
                  <a:lnTo>
                    <a:pt x="0" y="555763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2466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6" name="pg2216"/>
            <p:cNvSpPr/>
            <p:nvPr/>
          </p:nvSpPr>
          <p:spPr>
            <a:xfrm>
              <a:off x="4799595" y="6884078"/>
              <a:ext cx="1471387" cy="1266814"/>
            </a:xfrm>
            <a:custGeom>
              <a:avLst/>
              <a:pathLst>
                <a:path w="1471387" h="1266814">
                  <a:moveTo>
                    <a:pt x="0" y="0"/>
                  </a:moveTo>
                  <a:lnTo>
                    <a:pt x="1471387" y="0"/>
                  </a:lnTo>
                  <a:lnTo>
                    <a:pt x="1471387" y="1266814"/>
                  </a:lnTo>
                  <a:lnTo>
                    <a:pt x="0" y="1266814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2466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7" name="pg2217"/>
            <p:cNvSpPr/>
            <p:nvPr/>
          </p:nvSpPr>
          <p:spPr>
            <a:xfrm>
              <a:off x="4799595" y="2601427"/>
              <a:ext cx="1471387" cy="4282651"/>
            </a:xfrm>
            <a:custGeom>
              <a:avLst/>
              <a:pathLst>
                <a:path w="1471387" h="4282651">
                  <a:moveTo>
                    <a:pt x="0" y="0"/>
                  </a:moveTo>
                  <a:lnTo>
                    <a:pt x="1471387" y="0"/>
                  </a:lnTo>
                  <a:lnTo>
                    <a:pt x="1471387" y="4282651"/>
                  </a:lnTo>
                  <a:lnTo>
                    <a:pt x="0" y="4282651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2466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8" name="pg2218"/>
            <p:cNvSpPr/>
            <p:nvPr/>
          </p:nvSpPr>
          <p:spPr>
            <a:xfrm>
              <a:off x="10054551" y="11248460"/>
              <a:ext cx="1471387" cy="8172"/>
            </a:xfrm>
            <a:custGeom>
              <a:avLst/>
              <a:pathLst>
                <a:path w="1471387" h="8172">
                  <a:moveTo>
                    <a:pt x="0" y="0"/>
                  </a:moveTo>
                  <a:lnTo>
                    <a:pt x="1471387" y="0"/>
                  </a:lnTo>
                  <a:lnTo>
                    <a:pt x="1471387" y="8172"/>
                  </a:lnTo>
                  <a:lnTo>
                    <a:pt x="0" y="8172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2466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9" name="pg2219"/>
            <p:cNvSpPr/>
            <p:nvPr/>
          </p:nvSpPr>
          <p:spPr>
            <a:xfrm>
              <a:off x="10054551" y="11240287"/>
              <a:ext cx="1471387" cy="8172"/>
            </a:xfrm>
            <a:custGeom>
              <a:avLst/>
              <a:pathLst>
                <a:path w="1471387" h="8172">
                  <a:moveTo>
                    <a:pt x="0" y="0"/>
                  </a:moveTo>
                  <a:lnTo>
                    <a:pt x="1471387" y="0"/>
                  </a:lnTo>
                  <a:lnTo>
                    <a:pt x="1471387" y="8172"/>
                  </a:lnTo>
                  <a:lnTo>
                    <a:pt x="0" y="8172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2466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0" name="pg2220"/>
            <p:cNvSpPr/>
            <p:nvPr/>
          </p:nvSpPr>
          <p:spPr>
            <a:xfrm>
              <a:off x="10054551" y="11150384"/>
              <a:ext cx="1471387" cy="89902"/>
            </a:xfrm>
            <a:custGeom>
              <a:avLst/>
              <a:pathLst>
                <a:path w="1471387" h="89902">
                  <a:moveTo>
                    <a:pt x="0" y="0"/>
                  </a:moveTo>
                  <a:lnTo>
                    <a:pt x="1471387" y="0"/>
                  </a:lnTo>
                  <a:lnTo>
                    <a:pt x="1471387" y="89902"/>
                  </a:lnTo>
                  <a:lnTo>
                    <a:pt x="0" y="89902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2466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1" name="pg2221"/>
            <p:cNvSpPr/>
            <p:nvPr/>
          </p:nvSpPr>
          <p:spPr>
            <a:xfrm>
              <a:off x="10054551" y="11052308"/>
              <a:ext cx="1471387" cy="98075"/>
            </a:xfrm>
            <a:custGeom>
              <a:avLst/>
              <a:pathLst>
                <a:path w="1471387" h="98075">
                  <a:moveTo>
                    <a:pt x="0" y="0"/>
                  </a:moveTo>
                  <a:lnTo>
                    <a:pt x="1471387" y="0"/>
                  </a:lnTo>
                  <a:lnTo>
                    <a:pt x="1471387" y="98075"/>
                  </a:lnTo>
                  <a:lnTo>
                    <a:pt x="0" y="98075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2466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2" name="pg2222"/>
            <p:cNvSpPr/>
            <p:nvPr/>
          </p:nvSpPr>
          <p:spPr>
            <a:xfrm>
              <a:off x="10054551" y="10946059"/>
              <a:ext cx="1471387" cy="106248"/>
            </a:xfrm>
            <a:custGeom>
              <a:avLst/>
              <a:pathLst>
                <a:path w="1471387" h="106248">
                  <a:moveTo>
                    <a:pt x="0" y="0"/>
                  </a:moveTo>
                  <a:lnTo>
                    <a:pt x="1471387" y="0"/>
                  </a:lnTo>
                  <a:lnTo>
                    <a:pt x="1471387" y="106248"/>
                  </a:lnTo>
                  <a:lnTo>
                    <a:pt x="0" y="106248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2466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3" name="pg2223"/>
            <p:cNvSpPr/>
            <p:nvPr/>
          </p:nvSpPr>
          <p:spPr>
            <a:xfrm>
              <a:off x="10054551" y="10831637"/>
              <a:ext cx="1471387" cy="114421"/>
            </a:xfrm>
            <a:custGeom>
              <a:avLst/>
              <a:pathLst>
                <a:path w="1471387" h="114421">
                  <a:moveTo>
                    <a:pt x="0" y="0"/>
                  </a:moveTo>
                  <a:lnTo>
                    <a:pt x="1471387" y="0"/>
                  </a:lnTo>
                  <a:lnTo>
                    <a:pt x="1471387" y="114421"/>
                  </a:lnTo>
                  <a:lnTo>
                    <a:pt x="0" y="114421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2466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4" name="pg2224"/>
            <p:cNvSpPr/>
            <p:nvPr/>
          </p:nvSpPr>
          <p:spPr>
            <a:xfrm>
              <a:off x="10054551" y="10700869"/>
              <a:ext cx="1471387" cy="130767"/>
            </a:xfrm>
            <a:custGeom>
              <a:avLst/>
              <a:pathLst>
                <a:path w="1471387" h="130767">
                  <a:moveTo>
                    <a:pt x="0" y="0"/>
                  </a:moveTo>
                  <a:lnTo>
                    <a:pt x="1471387" y="0"/>
                  </a:lnTo>
                  <a:lnTo>
                    <a:pt x="1471387" y="130767"/>
                  </a:lnTo>
                  <a:lnTo>
                    <a:pt x="0" y="130767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2466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5" name="pg2225"/>
            <p:cNvSpPr/>
            <p:nvPr/>
          </p:nvSpPr>
          <p:spPr>
            <a:xfrm>
              <a:off x="10054551" y="10553755"/>
              <a:ext cx="1471387" cy="147113"/>
            </a:xfrm>
            <a:custGeom>
              <a:avLst/>
              <a:pathLst>
                <a:path w="1471387" h="147113">
                  <a:moveTo>
                    <a:pt x="0" y="0"/>
                  </a:moveTo>
                  <a:lnTo>
                    <a:pt x="1471387" y="0"/>
                  </a:lnTo>
                  <a:lnTo>
                    <a:pt x="1471387" y="147113"/>
                  </a:lnTo>
                  <a:lnTo>
                    <a:pt x="0" y="147113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2466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6" name="pg2226"/>
            <p:cNvSpPr/>
            <p:nvPr/>
          </p:nvSpPr>
          <p:spPr>
            <a:xfrm>
              <a:off x="10054551" y="10373949"/>
              <a:ext cx="1471387" cy="179805"/>
            </a:xfrm>
            <a:custGeom>
              <a:avLst/>
              <a:pathLst>
                <a:path w="1471387" h="179805">
                  <a:moveTo>
                    <a:pt x="0" y="0"/>
                  </a:moveTo>
                  <a:lnTo>
                    <a:pt x="1471387" y="0"/>
                  </a:lnTo>
                  <a:lnTo>
                    <a:pt x="1471387" y="179805"/>
                  </a:lnTo>
                  <a:lnTo>
                    <a:pt x="0" y="179805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2466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7" name="pg2227"/>
            <p:cNvSpPr/>
            <p:nvPr/>
          </p:nvSpPr>
          <p:spPr>
            <a:xfrm>
              <a:off x="10054551" y="10177797"/>
              <a:ext cx="1471387" cy="196151"/>
            </a:xfrm>
            <a:custGeom>
              <a:avLst/>
              <a:pathLst>
                <a:path w="1471387" h="196151">
                  <a:moveTo>
                    <a:pt x="0" y="0"/>
                  </a:moveTo>
                  <a:lnTo>
                    <a:pt x="1471387" y="0"/>
                  </a:lnTo>
                  <a:lnTo>
                    <a:pt x="1471387" y="196151"/>
                  </a:lnTo>
                  <a:lnTo>
                    <a:pt x="0" y="196151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2466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8" name="pg2228"/>
            <p:cNvSpPr/>
            <p:nvPr/>
          </p:nvSpPr>
          <p:spPr>
            <a:xfrm>
              <a:off x="10054551" y="9973472"/>
              <a:ext cx="1471387" cy="204324"/>
            </a:xfrm>
            <a:custGeom>
              <a:avLst/>
              <a:pathLst>
                <a:path w="1471387" h="204324">
                  <a:moveTo>
                    <a:pt x="0" y="0"/>
                  </a:moveTo>
                  <a:lnTo>
                    <a:pt x="1471387" y="0"/>
                  </a:lnTo>
                  <a:lnTo>
                    <a:pt x="1471387" y="204324"/>
                  </a:lnTo>
                  <a:lnTo>
                    <a:pt x="0" y="204324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2466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9" name="pg2229"/>
            <p:cNvSpPr/>
            <p:nvPr/>
          </p:nvSpPr>
          <p:spPr>
            <a:xfrm>
              <a:off x="10054551" y="9760974"/>
              <a:ext cx="1471387" cy="212497"/>
            </a:xfrm>
            <a:custGeom>
              <a:avLst/>
              <a:pathLst>
                <a:path w="1471387" h="212497">
                  <a:moveTo>
                    <a:pt x="0" y="0"/>
                  </a:moveTo>
                  <a:lnTo>
                    <a:pt x="1471387" y="0"/>
                  </a:lnTo>
                  <a:lnTo>
                    <a:pt x="1471387" y="212497"/>
                  </a:lnTo>
                  <a:lnTo>
                    <a:pt x="0" y="212497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2466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0" name="pg2230"/>
            <p:cNvSpPr/>
            <p:nvPr/>
          </p:nvSpPr>
          <p:spPr>
            <a:xfrm>
              <a:off x="10054551" y="9532130"/>
              <a:ext cx="1471387" cy="228843"/>
            </a:xfrm>
            <a:custGeom>
              <a:avLst/>
              <a:pathLst>
                <a:path w="1471387" h="228843">
                  <a:moveTo>
                    <a:pt x="0" y="0"/>
                  </a:moveTo>
                  <a:lnTo>
                    <a:pt x="1471387" y="0"/>
                  </a:lnTo>
                  <a:lnTo>
                    <a:pt x="1471387" y="228843"/>
                  </a:lnTo>
                  <a:lnTo>
                    <a:pt x="0" y="228843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2466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1" name="pg2231"/>
            <p:cNvSpPr/>
            <p:nvPr/>
          </p:nvSpPr>
          <p:spPr>
            <a:xfrm>
              <a:off x="10054551" y="9278767"/>
              <a:ext cx="1471387" cy="253362"/>
            </a:xfrm>
            <a:custGeom>
              <a:avLst/>
              <a:pathLst>
                <a:path w="1471387" h="253362">
                  <a:moveTo>
                    <a:pt x="0" y="0"/>
                  </a:moveTo>
                  <a:lnTo>
                    <a:pt x="1471387" y="0"/>
                  </a:lnTo>
                  <a:lnTo>
                    <a:pt x="1471387" y="253362"/>
                  </a:lnTo>
                  <a:lnTo>
                    <a:pt x="0" y="253362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2466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2" name="pg2232"/>
            <p:cNvSpPr/>
            <p:nvPr/>
          </p:nvSpPr>
          <p:spPr>
            <a:xfrm>
              <a:off x="10054551" y="9025404"/>
              <a:ext cx="1471387" cy="253362"/>
            </a:xfrm>
            <a:custGeom>
              <a:avLst/>
              <a:pathLst>
                <a:path w="1471387" h="253362">
                  <a:moveTo>
                    <a:pt x="0" y="0"/>
                  </a:moveTo>
                  <a:lnTo>
                    <a:pt x="1471387" y="0"/>
                  </a:lnTo>
                  <a:lnTo>
                    <a:pt x="1471387" y="253362"/>
                  </a:lnTo>
                  <a:lnTo>
                    <a:pt x="0" y="253362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2466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3" name="pg2233"/>
            <p:cNvSpPr/>
            <p:nvPr/>
          </p:nvSpPr>
          <p:spPr>
            <a:xfrm>
              <a:off x="10054551" y="8772041"/>
              <a:ext cx="1471387" cy="253362"/>
            </a:xfrm>
            <a:custGeom>
              <a:avLst/>
              <a:pathLst>
                <a:path w="1471387" h="253362">
                  <a:moveTo>
                    <a:pt x="0" y="0"/>
                  </a:moveTo>
                  <a:lnTo>
                    <a:pt x="1471387" y="0"/>
                  </a:lnTo>
                  <a:lnTo>
                    <a:pt x="1471387" y="253362"/>
                  </a:lnTo>
                  <a:lnTo>
                    <a:pt x="0" y="253362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2466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4" name="pg2234"/>
            <p:cNvSpPr/>
            <p:nvPr/>
          </p:nvSpPr>
          <p:spPr>
            <a:xfrm>
              <a:off x="10054551" y="8518678"/>
              <a:ext cx="1471387" cy="253362"/>
            </a:xfrm>
            <a:custGeom>
              <a:avLst/>
              <a:pathLst>
                <a:path w="1471387" h="253362">
                  <a:moveTo>
                    <a:pt x="0" y="0"/>
                  </a:moveTo>
                  <a:lnTo>
                    <a:pt x="1471387" y="0"/>
                  </a:lnTo>
                  <a:lnTo>
                    <a:pt x="1471387" y="253362"/>
                  </a:lnTo>
                  <a:lnTo>
                    <a:pt x="0" y="253362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2466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5" name="pg2235"/>
            <p:cNvSpPr/>
            <p:nvPr/>
          </p:nvSpPr>
          <p:spPr>
            <a:xfrm>
              <a:off x="10054551" y="8232623"/>
              <a:ext cx="1471387" cy="286054"/>
            </a:xfrm>
            <a:custGeom>
              <a:avLst/>
              <a:pathLst>
                <a:path w="1471387" h="286054">
                  <a:moveTo>
                    <a:pt x="0" y="0"/>
                  </a:moveTo>
                  <a:lnTo>
                    <a:pt x="1471387" y="0"/>
                  </a:lnTo>
                  <a:lnTo>
                    <a:pt x="1471387" y="286054"/>
                  </a:lnTo>
                  <a:lnTo>
                    <a:pt x="0" y="286054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2466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6" name="pg2236"/>
            <p:cNvSpPr/>
            <p:nvPr/>
          </p:nvSpPr>
          <p:spPr>
            <a:xfrm>
              <a:off x="10054551" y="7946568"/>
              <a:ext cx="1471387" cy="286054"/>
            </a:xfrm>
            <a:custGeom>
              <a:avLst/>
              <a:pathLst>
                <a:path w="1471387" h="286054">
                  <a:moveTo>
                    <a:pt x="0" y="0"/>
                  </a:moveTo>
                  <a:lnTo>
                    <a:pt x="1471387" y="0"/>
                  </a:lnTo>
                  <a:lnTo>
                    <a:pt x="1471387" y="286054"/>
                  </a:lnTo>
                  <a:lnTo>
                    <a:pt x="0" y="286054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2466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7" name="pg2237"/>
            <p:cNvSpPr/>
            <p:nvPr/>
          </p:nvSpPr>
          <p:spPr>
            <a:xfrm>
              <a:off x="10054551" y="7660513"/>
              <a:ext cx="1471387" cy="286054"/>
            </a:xfrm>
            <a:custGeom>
              <a:avLst/>
              <a:pathLst>
                <a:path w="1471387" h="286054">
                  <a:moveTo>
                    <a:pt x="0" y="0"/>
                  </a:moveTo>
                  <a:lnTo>
                    <a:pt x="1471387" y="0"/>
                  </a:lnTo>
                  <a:lnTo>
                    <a:pt x="1471387" y="286054"/>
                  </a:lnTo>
                  <a:lnTo>
                    <a:pt x="0" y="286054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2466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8" name="pg2238"/>
            <p:cNvSpPr/>
            <p:nvPr/>
          </p:nvSpPr>
          <p:spPr>
            <a:xfrm>
              <a:off x="10054551" y="7374458"/>
              <a:ext cx="1471387" cy="286054"/>
            </a:xfrm>
            <a:custGeom>
              <a:avLst/>
              <a:pathLst>
                <a:path w="1471387" h="286054">
                  <a:moveTo>
                    <a:pt x="0" y="0"/>
                  </a:moveTo>
                  <a:lnTo>
                    <a:pt x="1471387" y="0"/>
                  </a:lnTo>
                  <a:lnTo>
                    <a:pt x="1471387" y="286054"/>
                  </a:lnTo>
                  <a:lnTo>
                    <a:pt x="0" y="286054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2466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9" name="pg2239"/>
            <p:cNvSpPr/>
            <p:nvPr/>
          </p:nvSpPr>
          <p:spPr>
            <a:xfrm>
              <a:off x="10054551" y="7088403"/>
              <a:ext cx="1471387" cy="286054"/>
            </a:xfrm>
            <a:custGeom>
              <a:avLst/>
              <a:pathLst>
                <a:path w="1471387" h="286054">
                  <a:moveTo>
                    <a:pt x="0" y="0"/>
                  </a:moveTo>
                  <a:lnTo>
                    <a:pt x="1471387" y="0"/>
                  </a:lnTo>
                  <a:lnTo>
                    <a:pt x="1471387" y="286054"/>
                  </a:lnTo>
                  <a:lnTo>
                    <a:pt x="0" y="286054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2466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0" name="pg2240"/>
            <p:cNvSpPr/>
            <p:nvPr/>
          </p:nvSpPr>
          <p:spPr>
            <a:xfrm>
              <a:off x="10054551" y="6794175"/>
              <a:ext cx="1471387" cy="294227"/>
            </a:xfrm>
            <a:custGeom>
              <a:avLst/>
              <a:pathLst>
                <a:path w="1471387" h="294227">
                  <a:moveTo>
                    <a:pt x="0" y="0"/>
                  </a:moveTo>
                  <a:lnTo>
                    <a:pt x="1471387" y="0"/>
                  </a:lnTo>
                  <a:lnTo>
                    <a:pt x="1471387" y="294227"/>
                  </a:lnTo>
                  <a:lnTo>
                    <a:pt x="0" y="294227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2466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1" name="pg2241"/>
            <p:cNvSpPr/>
            <p:nvPr/>
          </p:nvSpPr>
          <p:spPr>
            <a:xfrm>
              <a:off x="10054551" y="6483602"/>
              <a:ext cx="1471387" cy="310573"/>
            </a:xfrm>
            <a:custGeom>
              <a:avLst/>
              <a:pathLst>
                <a:path w="1471387" h="310573">
                  <a:moveTo>
                    <a:pt x="0" y="0"/>
                  </a:moveTo>
                  <a:lnTo>
                    <a:pt x="1471387" y="0"/>
                  </a:lnTo>
                  <a:lnTo>
                    <a:pt x="1471387" y="310573"/>
                  </a:lnTo>
                  <a:lnTo>
                    <a:pt x="0" y="310573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2466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2" name="pg2242"/>
            <p:cNvSpPr/>
            <p:nvPr/>
          </p:nvSpPr>
          <p:spPr>
            <a:xfrm>
              <a:off x="10054551" y="6173028"/>
              <a:ext cx="1471387" cy="310573"/>
            </a:xfrm>
            <a:custGeom>
              <a:avLst/>
              <a:pathLst>
                <a:path w="1471387" h="310573">
                  <a:moveTo>
                    <a:pt x="0" y="0"/>
                  </a:moveTo>
                  <a:lnTo>
                    <a:pt x="1471387" y="0"/>
                  </a:lnTo>
                  <a:lnTo>
                    <a:pt x="1471387" y="310573"/>
                  </a:lnTo>
                  <a:lnTo>
                    <a:pt x="0" y="310573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2466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3" name="pg2243"/>
            <p:cNvSpPr/>
            <p:nvPr/>
          </p:nvSpPr>
          <p:spPr>
            <a:xfrm>
              <a:off x="10054551" y="5862454"/>
              <a:ext cx="1471387" cy="310573"/>
            </a:xfrm>
            <a:custGeom>
              <a:avLst/>
              <a:pathLst>
                <a:path w="1471387" h="310573">
                  <a:moveTo>
                    <a:pt x="0" y="0"/>
                  </a:moveTo>
                  <a:lnTo>
                    <a:pt x="1471387" y="0"/>
                  </a:lnTo>
                  <a:lnTo>
                    <a:pt x="1471387" y="310573"/>
                  </a:lnTo>
                  <a:lnTo>
                    <a:pt x="0" y="310573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2466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4" name="pg2244"/>
            <p:cNvSpPr/>
            <p:nvPr/>
          </p:nvSpPr>
          <p:spPr>
            <a:xfrm>
              <a:off x="10054551" y="5502842"/>
              <a:ext cx="1471387" cy="359611"/>
            </a:xfrm>
            <a:custGeom>
              <a:avLst/>
              <a:pathLst>
                <a:path w="1471387" h="359611">
                  <a:moveTo>
                    <a:pt x="0" y="0"/>
                  </a:moveTo>
                  <a:lnTo>
                    <a:pt x="1471387" y="0"/>
                  </a:lnTo>
                  <a:lnTo>
                    <a:pt x="1471387" y="359611"/>
                  </a:lnTo>
                  <a:lnTo>
                    <a:pt x="0" y="359611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2466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5" name="pg2245"/>
            <p:cNvSpPr/>
            <p:nvPr/>
          </p:nvSpPr>
          <p:spPr>
            <a:xfrm>
              <a:off x="10054551" y="5094192"/>
              <a:ext cx="1471387" cy="408649"/>
            </a:xfrm>
            <a:custGeom>
              <a:avLst/>
              <a:pathLst>
                <a:path w="1471387" h="408649">
                  <a:moveTo>
                    <a:pt x="0" y="0"/>
                  </a:moveTo>
                  <a:lnTo>
                    <a:pt x="1471387" y="0"/>
                  </a:lnTo>
                  <a:lnTo>
                    <a:pt x="1471387" y="408649"/>
                  </a:lnTo>
                  <a:lnTo>
                    <a:pt x="0" y="408649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2466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6" name="pg2246"/>
            <p:cNvSpPr/>
            <p:nvPr/>
          </p:nvSpPr>
          <p:spPr>
            <a:xfrm>
              <a:off x="10054551" y="4661023"/>
              <a:ext cx="1471387" cy="433168"/>
            </a:xfrm>
            <a:custGeom>
              <a:avLst/>
              <a:pathLst>
                <a:path w="1471387" h="433168">
                  <a:moveTo>
                    <a:pt x="0" y="0"/>
                  </a:moveTo>
                  <a:lnTo>
                    <a:pt x="1471387" y="0"/>
                  </a:lnTo>
                  <a:lnTo>
                    <a:pt x="1471387" y="433168"/>
                  </a:lnTo>
                  <a:lnTo>
                    <a:pt x="0" y="433168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2466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7" name="pg2247"/>
            <p:cNvSpPr/>
            <p:nvPr/>
          </p:nvSpPr>
          <p:spPr>
            <a:xfrm>
              <a:off x="10054551" y="4178816"/>
              <a:ext cx="1471387" cy="482206"/>
            </a:xfrm>
            <a:custGeom>
              <a:avLst/>
              <a:pathLst>
                <a:path w="1471387" h="482206">
                  <a:moveTo>
                    <a:pt x="0" y="0"/>
                  </a:moveTo>
                  <a:lnTo>
                    <a:pt x="1471387" y="0"/>
                  </a:lnTo>
                  <a:lnTo>
                    <a:pt x="1471387" y="482206"/>
                  </a:lnTo>
                  <a:lnTo>
                    <a:pt x="0" y="482206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2466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8" name="pg2248"/>
            <p:cNvSpPr/>
            <p:nvPr/>
          </p:nvSpPr>
          <p:spPr>
            <a:xfrm>
              <a:off x="10054551" y="3672090"/>
              <a:ext cx="1471387" cy="506725"/>
            </a:xfrm>
            <a:custGeom>
              <a:avLst/>
              <a:pathLst>
                <a:path w="1471387" h="506725">
                  <a:moveTo>
                    <a:pt x="0" y="0"/>
                  </a:moveTo>
                  <a:lnTo>
                    <a:pt x="1471387" y="0"/>
                  </a:lnTo>
                  <a:lnTo>
                    <a:pt x="1471387" y="506725"/>
                  </a:lnTo>
                  <a:lnTo>
                    <a:pt x="0" y="506725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2466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9" name="pg2249"/>
            <p:cNvSpPr/>
            <p:nvPr/>
          </p:nvSpPr>
          <p:spPr>
            <a:xfrm>
              <a:off x="10054551" y="3157191"/>
              <a:ext cx="1471387" cy="514898"/>
            </a:xfrm>
            <a:custGeom>
              <a:avLst/>
              <a:pathLst>
                <a:path w="1471387" h="514898">
                  <a:moveTo>
                    <a:pt x="0" y="0"/>
                  </a:moveTo>
                  <a:lnTo>
                    <a:pt x="1471387" y="0"/>
                  </a:lnTo>
                  <a:lnTo>
                    <a:pt x="1471387" y="514898"/>
                  </a:lnTo>
                  <a:lnTo>
                    <a:pt x="0" y="514898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2466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0" name="pg2250"/>
            <p:cNvSpPr/>
            <p:nvPr/>
          </p:nvSpPr>
          <p:spPr>
            <a:xfrm>
              <a:off x="10054551" y="2601427"/>
              <a:ext cx="1471387" cy="555763"/>
            </a:xfrm>
            <a:custGeom>
              <a:avLst/>
              <a:pathLst>
                <a:path w="1471387" h="555763">
                  <a:moveTo>
                    <a:pt x="0" y="0"/>
                  </a:moveTo>
                  <a:lnTo>
                    <a:pt x="1471387" y="0"/>
                  </a:lnTo>
                  <a:lnTo>
                    <a:pt x="1471387" y="555763"/>
                  </a:lnTo>
                  <a:lnTo>
                    <a:pt x="0" y="555763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2466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1" name="pg2251"/>
            <p:cNvSpPr/>
            <p:nvPr/>
          </p:nvSpPr>
          <p:spPr>
            <a:xfrm>
              <a:off x="15309506" y="10602793"/>
              <a:ext cx="1471387" cy="653839"/>
            </a:xfrm>
            <a:custGeom>
              <a:avLst/>
              <a:pathLst>
                <a:path w="1471387" h="653839">
                  <a:moveTo>
                    <a:pt x="0" y="0"/>
                  </a:moveTo>
                  <a:lnTo>
                    <a:pt x="1471387" y="0"/>
                  </a:lnTo>
                  <a:lnTo>
                    <a:pt x="1471387" y="653839"/>
                  </a:lnTo>
                  <a:lnTo>
                    <a:pt x="0" y="653839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2466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2" name="pg2252"/>
            <p:cNvSpPr/>
            <p:nvPr/>
          </p:nvSpPr>
          <p:spPr>
            <a:xfrm>
              <a:off x="15309506" y="9850877"/>
              <a:ext cx="1471387" cy="751915"/>
            </a:xfrm>
            <a:custGeom>
              <a:avLst/>
              <a:pathLst>
                <a:path w="1471387" h="751915">
                  <a:moveTo>
                    <a:pt x="0" y="0"/>
                  </a:moveTo>
                  <a:lnTo>
                    <a:pt x="1471387" y="0"/>
                  </a:lnTo>
                  <a:lnTo>
                    <a:pt x="1471387" y="751915"/>
                  </a:lnTo>
                  <a:lnTo>
                    <a:pt x="0" y="751915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2466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3" name="pg2253"/>
            <p:cNvSpPr/>
            <p:nvPr/>
          </p:nvSpPr>
          <p:spPr>
            <a:xfrm>
              <a:off x="15309506" y="9221556"/>
              <a:ext cx="1471387" cy="629320"/>
            </a:xfrm>
            <a:custGeom>
              <a:avLst/>
              <a:pathLst>
                <a:path w="1471387" h="629320">
                  <a:moveTo>
                    <a:pt x="0" y="0"/>
                  </a:moveTo>
                  <a:lnTo>
                    <a:pt x="1471387" y="0"/>
                  </a:lnTo>
                  <a:lnTo>
                    <a:pt x="1471387" y="629320"/>
                  </a:lnTo>
                  <a:lnTo>
                    <a:pt x="0" y="629320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2466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4" name="pg2254"/>
            <p:cNvSpPr/>
            <p:nvPr/>
          </p:nvSpPr>
          <p:spPr>
            <a:xfrm>
              <a:off x="15309506" y="8706657"/>
              <a:ext cx="1471387" cy="514898"/>
            </a:xfrm>
            <a:custGeom>
              <a:avLst/>
              <a:pathLst>
                <a:path w="1471387" h="514898">
                  <a:moveTo>
                    <a:pt x="0" y="0"/>
                  </a:moveTo>
                  <a:lnTo>
                    <a:pt x="1471387" y="0"/>
                  </a:lnTo>
                  <a:lnTo>
                    <a:pt x="1471387" y="514898"/>
                  </a:lnTo>
                  <a:lnTo>
                    <a:pt x="0" y="514898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2466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5" name="pg2255"/>
            <p:cNvSpPr/>
            <p:nvPr/>
          </p:nvSpPr>
          <p:spPr>
            <a:xfrm>
              <a:off x="15309506" y="8216277"/>
              <a:ext cx="1471387" cy="490379"/>
            </a:xfrm>
            <a:custGeom>
              <a:avLst/>
              <a:pathLst>
                <a:path w="1471387" h="490379">
                  <a:moveTo>
                    <a:pt x="0" y="0"/>
                  </a:moveTo>
                  <a:lnTo>
                    <a:pt x="1471387" y="0"/>
                  </a:lnTo>
                  <a:lnTo>
                    <a:pt x="1471387" y="490379"/>
                  </a:lnTo>
                  <a:lnTo>
                    <a:pt x="0" y="490379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2466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6" name="pg2256"/>
            <p:cNvSpPr/>
            <p:nvPr/>
          </p:nvSpPr>
          <p:spPr>
            <a:xfrm>
              <a:off x="15309506" y="7873011"/>
              <a:ext cx="1471387" cy="343265"/>
            </a:xfrm>
            <a:custGeom>
              <a:avLst/>
              <a:pathLst>
                <a:path w="1471387" h="343265">
                  <a:moveTo>
                    <a:pt x="0" y="0"/>
                  </a:moveTo>
                  <a:lnTo>
                    <a:pt x="1471387" y="0"/>
                  </a:lnTo>
                  <a:lnTo>
                    <a:pt x="1471387" y="343265"/>
                  </a:lnTo>
                  <a:lnTo>
                    <a:pt x="0" y="343265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2466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7" name="pg2257"/>
            <p:cNvSpPr/>
            <p:nvPr/>
          </p:nvSpPr>
          <p:spPr>
            <a:xfrm>
              <a:off x="15309506" y="7276382"/>
              <a:ext cx="1471387" cy="596628"/>
            </a:xfrm>
            <a:custGeom>
              <a:avLst/>
              <a:pathLst>
                <a:path w="1471387" h="596628">
                  <a:moveTo>
                    <a:pt x="0" y="0"/>
                  </a:moveTo>
                  <a:lnTo>
                    <a:pt x="1471387" y="0"/>
                  </a:lnTo>
                  <a:lnTo>
                    <a:pt x="1471387" y="596628"/>
                  </a:lnTo>
                  <a:lnTo>
                    <a:pt x="0" y="596628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2466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8" name="pg2258"/>
            <p:cNvSpPr/>
            <p:nvPr/>
          </p:nvSpPr>
          <p:spPr>
            <a:xfrm>
              <a:off x="15309506" y="6802348"/>
              <a:ext cx="1471387" cy="474033"/>
            </a:xfrm>
            <a:custGeom>
              <a:avLst/>
              <a:pathLst>
                <a:path w="1471387" h="474033">
                  <a:moveTo>
                    <a:pt x="0" y="0"/>
                  </a:moveTo>
                  <a:lnTo>
                    <a:pt x="1471387" y="0"/>
                  </a:lnTo>
                  <a:lnTo>
                    <a:pt x="1471387" y="474033"/>
                  </a:lnTo>
                  <a:lnTo>
                    <a:pt x="0" y="474033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2466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9" name="pg2259"/>
            <p:cNvSpPr/>
            <p:nvPr/>
          </p:nvSpPr>
          <p:spPr>
            <a:xfrm>
              <a:off x="15309506" y="6238412"/>
              <a:ext cx="1471387" cy="563936"/>
            </a:xfrm>
            <a:custGeom>
              <a:avLst/>
              <a:pathLst>
                <a:path w="1471387" h="563936">
                  <a:moveTo>
                    <a:pt x="0" y="0"/>
                  </a:moveTo>
                  <a:lnTo>
                    <a:pt x="1471387" y="0"/>
                  </a:lnTo>
                  <a:lnTo>
                    <a:pt x="1471387" y="563936"/>
                  </a:lnTo>
                  <a:lnTo>
                    <a:pt x="0" y="563936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2466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0" name="pg2260"/>
            <p:cNvSpPr/>
            <p:nvPr/>
          </p:nvSpPr>
          <p:spPr>
            <a:xfrm>
              <a:off x="15309506" y="5895146"/>
              <a:ext cx="1471387" cy="343265"/>
            </a:xfrm>
            <a:custGeom>
              <a:avLst/>
              <a:pathLst>
                <a:path w="1471387" h="343265">
                  <a:moveTo>
                    <a:pt x="0" y="0"/>
                  </a:moveTo>
                  <a:lnTo>
                    <a:pt x="1471387" y="0"/>
                  </a:lnTo>
                  <a:lnTo>
                    <a:pt x="1471387" y="343265"/>
                  </a:lnTo>
                  <a:lnTo>
                    <a:pt x="0" y="343265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2466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1" name="pg2261"/>
            <p:cNvSpPr/>
            <p:nvPr/>
          </p:nvSpPr>
          <p:spPr>
            <a:xfrm>
              <a:off x="15309506" y="5617264"/>
              <a:ext cx="1471387" cy="277881"/>
            </a:xfrm>
            <a:custGeom>
              <a:avLst/>
              <a:pathLst>
                <a:path w="1471387" h="277881">
                  <a:moveTo>
                    <a:pt x="0" y="0"/>
                  </a:moveTo>
                  <a:lnTo>
                    <a:pt x="1471387" y="0"/>
                  </a:lnTo>
                  <a:lnTo>
                    <a:pt x="1471387" y="277881"/>
                  </a:lnTo>
                  <a:lnTo>
                    <a:pt x="0" y="277881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2466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2" name="pg2262"/>
            <p:cNvSpPr/>
            <p:nvPr/>
          </p:nvSpPr>
          <p:spPr>
            <a:xfrm>
              <a:off x="15309506" y="5233133"/>
              <a:ext cx="1471387" cy="384130"/>
            </a:xfrm>
            <a:custGeom>
              <a:avLst/>
              <a:pathLst>
                <a:path w="1471387" h="384130">
                  <a:moveTo>
                    <a:pt x="0" y="0"/>
                  </a:moveTo>
                  <a:lnTo>
                    <a:pt x="1471387" y="0"/>
                  </a:lnTo>
                  <a:lnTo>
                    <a:pt x="1471387" y="384130"/>
                  </a:lnTo>
                  <a:lnTo>
                    <a:pt x="0" y="384130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2466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3" name="pg2263"/>
            <p:cNvSpPr/>
            <p:nvPr/>
          </p:nvSpPr>
          <p:spPr>
            <a:xfrm>
              <a:off x="15309506" y="4898040"/>
              <a:ext cx="1471387" cy="335092"/>
            </a:xfrm>
            <a:custGeom>
              <a:avLst/>
              <a:pathLst>
                <a:path w="1471387" h="335092">
                  <a:moveTo>
                    <a:pt x="0" y="0"/>
                  </a:moveTo>
                  <a:lnTo>
                    <a:pt x="1471387" y="0"/>
                  </a:lnTo>
                  <a:lnTo>
                    <a:pt x="1471387" y="335092"/>
                  </a:lnTo>
                  <a:lnTo>
                    <a:pt x="0" y="335092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2466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4" name="pg2264"/>
            <p:cNvSpPr/>
            <p:nvPr/>
          </p:nvSpPr>
          <p:spPr>
            <a:xfrm>
              <a:off x="15309506" y="4710061"/>
              <a:ext cx="1471387" cy="187978"/>
            </a:xfrm>
            <a:custGeom>
              <a:avLst/>
              <a:pathLst>
                <a:path w="1471387" h="187978">
                  <a:moveTo>
                    <a:pt x="0" y="0"/>
                  </a:moveTo>
                  <a:lnTo>
                    <a:pt x="1471387" y="0"/>
                  </a:lnTo>
                  <a:lnTo>
                    <a:pt x="1471387" y="187978"/>
                  </a:lnTo>
                  <a:lnTo>
                    <a:pt x="0" y="187978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2466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5" name="pg2265"/>
            <p:cNvSpPr/>
            <p:nvPr/>
          </p:nvSpPr>
          <p:spPr>
            <a:xfrm>
              <a:off x="15309506" y="4374968"/>
              <a:ext cx="1471387" cy="335092"/>
            </a:xfrm>
            <a:custGeom>
              <a:avLst/>
              <a:pathLst>
                <a:path w="1471387" h="335092">
                  <a:moveTo>
                    <a:pt x="0" y="0"/>
                  </a:moveTo>
                  <a:lnTo>
                    <a:pt x="1471387" y="0"/>
                  </a:lnTo>
                  <a:lnTo>
                    <a:pt x="1471387" y="335092"/>
                  </a:lnTo>
                  <a:lnTo>
                    <a:pt x="0" y="335092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2466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6" name="pg2266"/>
            <p:cNvSpPr/>
            <p:nvPr/>
          </p:nvSpPr>
          <p:spPr>
            <a:xfrm>
              <a:off x="15309506" y="3974491"/>
              <a:ext cx="1471387" cy="400476"/>
            </a:xfrm>
            <a:custGeom>
              <a:avLst/>
              <a:pathLst>
                <a:path w="1471387" h="400476">
                  <a:moveTo>
                    <a:pt x="0" y="0"/>
                  </a:moveTo>
                  <a:lnTo>
                    <a:pt x="1471387" y="0"/>
                  </a:lnTo>
                  <a:lnTo>
                    <a:pt x="1471387" y="400476"/>
                  </a:lnTo>
                  <a:lnTo>
                    <a:pt x="0" y="400476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2466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7" name="pg2267"/>
            <p:cNvSpPr/>
            <p:nvPr/>
          </p:nvSpPr>
          <p:spPr>
            <a:xfrm>
              <a:off x="15309506" y="3794685"/>
              <a:ext cx="1471387" cy="179805"/>
            </a:xfrm>
            <a:custGeom>
              <a:avLst/>
              <a:pathLst>
                <a:path w="1471387" h="179805">
                  <a:moveTo>
                    <a:pt x="0" y="0"/>
                  </a:moveTo>
                  <a:lnTo>
                    <a:pt x="1471387" y="0"/>
                  </a:lnTo>
                  <a:lnTo>
                    <a:pt x="1471387" y="179805"/>
                  </a:lnTo>
                  <a:lnTo>
                    <a:pt x="0" y="179805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2466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8" name="pg2268"/>
            <p:cNvSpPr/>
            <p:nvPr/>
          </p:nvSpPr>
          <p:spPr>
            <a:xfrm>
              <a:off x="15309506" y="3631225"/>
              <a:ext cx="1471387" cy="163459"/>
            </a:xfrm>
            <a:custGeom>
              <a:avLst/>
              <a:pathLst>
                <a:path w="1471387" h="163459">
                  <a:moveTo>
                    <a:pt x="0" y="0"/>
                  </a:moveTo>
                  <a:lnTo>
                    <a:pt x="1471387" y="0"/>
                  </a:lnTo>
                  <a:lnTo>
                    <a:pt x="1471387" y="163459"/>
                  </a:lnTo>
                  <a:lnTo>
                    <a:pt x="0" y="163459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2466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9" name="pg2269"/>
            <p:cNvSpPr/>
            <p:nvPr/>
          </p:nvSpPr>
          <p:spPr>
            <a:xfrm>
              <a:off x="15309506" y="3402381"/>
              <a:ext cx="1471387" cy="228843"/>
            </a:xfrm>
            <a:custGeom>
              <a:avLst/>
              <a:pathLst>
                <a:path w="1471387" h="228843">
                  <a:moveTo>
                    <a:pt x="0" y="0"/>
                  </a:moveTo>
                  <a:lnTo>
                    <a:pt x="1471387" y="0"/>
                  </a:lnTo>
                  <a:lnTo>
                    <a:pt x="1471387" y="228843"/>
                  </a:lnTo>
                  <a:lnTo>
                    <a:pt x="0" y="228843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2466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0" name="pg2270"/>
            <p:cNvSpPr/>
            <p:nvPr/>
          </p:nvSpPr>
          <p:spPr>
            <a:xfrm>
              <a:off x="15309506" y="3001904"/>
              <a:ext cx="1471387" cy="400476"/>
            </a:xfrm>
            <a:custGeom>
              <a:avLst/>
              <a:pathLst>
                <a:path w="1471387" h="400476">
                  <a:moveTo>
                    <a:pt x="0" y="0"/>
                  </a:moveTo>
                  <a:lnTo>
                    <a:pt x="1471387" y="0"/>
                  </a:lnTo>
                  <a:lnTo>
                    <a:pt x="1471387" y="400476"/>
                  </a:lnTo>
                  <a:lnTo>
                    <a:pt x="0" y="400476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2466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1" name="pg2271"/>
            <p:cNvSpPr/>
            <p:nvPr/>
          </p:nvSpPr>
          <p:spPr>
            <a:xfrm>
              <a:off x="15309506" y="2944693"/>
              <a:ext cx="1471387" cy="57210"/>
            </a:xfrm>
            <a:custGeom>
              <a:avLst/>
              <a:pathLst>
                <a:path w="1471387" h="57210">
                  <a:moveTo>
                    <a:pt x="0" y="0"/>
                  </a:moveTo>
                  <a:lnTo>
                    <a:pt x="1471387" y="0"/>
                  </a:lnTo>
                  <a:lnTo>
                    <a:pt x="1471387" y="57210"/>
                  </a:lnTo>
                  <a:lnTo>
                    <a:pt x="0" y="57210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2466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2" name="pg2272"/>
            <p:cNvSpPr/>
            <p:nvPr/>
          </p:nvSpPr>
          <p:spPr>
            <a:xfrm>
              <a:off x="15309506" y="2887482"/>
              <a:ext cx="1471387" cy="57210"/>
            </a:xfrm>
            <a:custGeom>
              <a:avLst/>
              <a:pathLst>
                <a:path w="1471387" h="57210">
                  <a:moveTo>
                    <a:pt x="0" y="0"/>
                  </a:moveTo>
                  <a:lnTo>
                    <a:pt x="1471387" y="0"/>
                  </a:lnTo>
                  <a:lnTo>
                    <a:pt x="1471387" y="57210"/>
                  </a:lnTo>
                  <a:lnTo>
                    <a:pt x="0" y="57210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2466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3" name="pg2273"/>
            <p:cNvSpPr/>
            <p:nvPr/>
          </p:nvSpPr>
          <p:spPr>
            <a:xfrm>
              <a:off x="15309506" y="2805752"/>
              <a:ext cx="1471387" cy="81729"/>
            </a:xfrm>
            <a:custGeom>
              <a:avLst/>
              <a:pathLst>
                <a:path w="1471387" h="81729">
                  <a:moveTo>
                    <a:pt x="0" y="0"/>
                  </a:moveTo>
                  <a:lnTo>
                    <a:pt x="1471387" y="0"/>
                  </a:lnTo>
                  <a:lnTo>
                    <a:pt x="1471387" y="81729"/>
                  </a:lnTo>
                  <a:lnTo>
                    <a:pt x="0" y="81729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2466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4" name="pg2274"/>
            <p:cNvSpPr/>
            <p:nvPr/>
          </p:nvSpPr>
          <p:spPr>
            <a:xfrm>
              <a:off x="15309506" y="2740368"/>
              <a:ext cx="1471387" cy="65383"/>
            </a:xfrm>
            <a:custGeom>
              <a:avLst/>
              <a:pathLst>
                <a:path w="1471387" h="65383">
                  <a:moveTo>
                    <a:pt x="0" y="0"/>
                  </a:moveTo>
                  <a:lnTo>
                    <a:pt x="1471387" y="0"/>
                  </a:lnTo>
                  <a:lnTo>
                    <a:pt x="1471387" y="65383"/>
                  </a:lnTo>
                  <a:lnTo>
                    <a:pt x="0" y="65383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2466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5" name="pg2275"/>
            <p:cNvSpPr/>
            <p:nvPr/>
          </p:nvSpPr>
          <p:spPr>
            <a:xfrm>
              <a:off x="15309506" y="2650465"/>
              <a:ext cx="1471387" cy="89902"/>
            </a:xfrm>
            <a:custGeom>
              <a:avLst/>
              <a:pathLst>
                <a:path w="1471387" h="89902">
                  <a:moveTo>
                    <a:pt x="0" y="0"/>
                  </a:moveTo>
                  <a:lnTo>
                    <a:pt x="1471387" y="0"/>
                  </a:lnTo>
                  <a:lnTo>
                    <a:pt x="1471387" y="89902"/>
                  </a:lnTo>
                  <a:lnTo>
                    <a:pt x="0" y="89902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2466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6" name="pg2276"/>
            <p:cNvSpPr/>
            <p:nvPr/>
          </p:nvSpPr>
          <p:spPr>
            <a:xfrm>
              <a:off x="15309506" y="2601427"/>
              <a:ext cx="1471387" cy="49037"/>
            </a:xfrm>
            <a:custGeom>
              <a:avLst/>
              <a:pathLst>
                <a:path w="1471387" h="49037">
                  <a:moveTo>
                    <a:pt x="0" y="0"/>
                  </a:moveTo>
                  <a:lnTo>
                    <a:pt x="1471387" y="0"/>
                  </a:lnTo>
                  <a:lnTo>
                    <a:pt x="1471387" y="49037"/>
                  </a:lnTo>
                  <a:lnTo>
                    <a:pt x="0" y="49037"/>
                  </a:lnTo>
                  <a:close/>
                </a:path>
              </a:pathLst>
            </a:custGeom>
            <a:solidFill>
              <a:srgbClr val="E9E9E9">
                <a:alpha val="100000"/>
              </a:srgbClr>
            </a:solidFill>
            <a:ln w="12466" cap="flat">
              <a:solidFill>
                <a:srgbClr val="70707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7" name="tx2277"/>
            <p:cNvSpPr/>
            <p:nvPr/>
          </p:nvSpPr>
          <p:spPr>
            <a:xfrm>
              <a:off x="5092512" y="10485149"/>
              <a:ext cx="885554" cy="11486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95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95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Cuculiformes</a:t>
              </a:r>
            </a:p>
          </p:txBody>
        </p:sp>
        <p:sp>
          <p:nvSpPr>
            <p:cNvPr id="2278" name="tx2278"/>
            <p:cNvSpPr/>
            <p:nvPr/>
          </p:nvSpPr>
          <p:spPr>
            <a:xfrm>
              <a:off x="5176843" y="10366492"/>
              <a:ext cx="716891" cy="115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95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95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Suliformes</a:t>
              </a:r>
            </a:p>
          </p:txBody>
        </p:sp>
        <p:sp>
          <p:nvSpPr>
            <p:cNvPr id="2279" name="tx2279"/>
            <p:cNvSpPr/>
            <p:nvPr/>
          </p:nvSpPr>
          <p:spPr>
            <a:xfrm>
              <a:off x="5067242" y="10235873"/>
              <a:ext cx="936094" cy="11486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95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95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Coraciiformes</a:t>
              </a:r>
            </a:p>
          </p:txBody>
        </p:sp>
        <p:sp>
          <p:nvSpPr>
            <p:cNvPr id="2280" name="tx2280"/>
            <p:cNvSpPr/>
            <p:nvPr/>
          </p:nvSpPr>
          <p:spPr>
            <a:xfrm>
              <a:off x="5130491" y="10062314"/>
              <a:ext cx="809596" cy="145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95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95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Strigiformes</a:t>
              </a:r>
            </a:p>
          </p:txBody>
        </p:sp>
        <p:sp>
          <p:nvSpPr>
            <p:cNvPr id="2281" name="tx2281"/>
            <p:cNvSpPr/>
            <p:nvPr/>
          </p:nvSpPr>
          <p:spPr>
            <a:xfrm>
              <a:off x="5025039" y="9937558"/>
              <a:ext cx="1020499" cy="11486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95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95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Columbiformes</a:t>
              </a:r>
            </a:p>
          </p:txBody>
        </p:sp>
        <p:sp>
          <p:nvSpPr>
            <p:cNvPr id="2282" name="tx2282"/>
            <p:cNvSpPr/>
            <p:nvPr/>
          </p:nvSpPr>
          <p:spPr>
            <a:xfrm>
              <a:off x="5160021" y="9712801"/>
              <a:ext cx="750535" cy="11486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95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95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Gruiformes</a:t>
              </a:r>
            </a:p>
          </p:txBody>
        </p:sp>
        <p:sp>
          <p:nvSpPr>
            <p:cNvPr id="2283" name="tx2283"/>
            <p:cNvSpPr/>
            <p:nvPr/>
          </p:nvSpPr>
          <p:spPr>
            <a:xfrm>
              <a:off x="5012293" y="9383202"/>
              <a:ext cx="1045991" cy="113454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95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95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Pelecaniformes</a:t>
              </a:r>
            </a:p>
          </p:txBody>
        </p:sp>
        <p:sp>
          <p:nvSpPr>
            <p:cNvPr id="2284" name="tx2284"/>
            <p:cNvSpPr/>
            <p:nvPr/>
          </p:nvSpPr>
          <p:spPr>
            <a:xfrm>
              <a:off x="5037748" y="8892823"/>
              <a:ext cx="995081" cy="14205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95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95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Accipitriformes</a:t>
              </a:r>
            </a:p>
          </p:txBody>
        </p:sp>
        <p:sp>
          <p:nvSpPr>
            <p:cNvPr id="2285" name="tx2285"/>
            <p:cNvSpPr/>
            <p:nvPr/>
          </p:nvSpPr>
          <p:spPr>
            <a:xfrm>
              <a:off x="5088288" y="8369750"/>
              <a:ext cx="894002" cy="113454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95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95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Anseriformes</a:t>
              </a:r>
            </a:p>
          </p:txBody>
        </p:sp>
        <p:sp>
          <p:nvSpPr>
            <p:cNvPr id="2286" name="tx2286"/>
            <p:cNvSpPr/>
            <p:nvPr/>
          </p:nvSpPr>
          <p:spPr>
            <a:xfrm>
              <a:off x="4995508" y="7457053"/>
              <a:ext cx="1079561" cy="11486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95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95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Charadriiformes</a:t>
              </a:r>
            </a:p>
          </p:txBody>
        </p:sp>
        <p:sp>
          <p:nvSpPr>
            <p:cNvPr id="2287" name="tx2287"/>
            <p:cNvSpPr/>
            <p:nvPr/>
          </p:nvSpPr>
          <p:spPr>
            <a:xfrm>
              <a:off x="5050346" y="4683728"/>
              <a:ext cx="969885" cy="113454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95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95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Passeriformes</a:t>
              </a:r>
            </a:p>
          </p:txBody>
        </p:sp>
        <p:sp>
          <p:nvSpPr>
            <p:cNvPr id="2288" name="tx2288"/>
            <p:cNvSpPr/>
            <p:nvPr/>
          </p:nvSpPr>
          <p:spPr>
            <a:xfrm>
              <a:off x="10545624" y="11195448"/>
              <a:ext cx="489241" cy="11152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95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95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Taiwan</a:t>
              </a:r>
            </a:p>
          </p:txBody>
        </p:sp>
        <p:sp>
          <p:nvSpPr>
            <p:cNvPr id="2289" name="tx2289"/>
            <p:cNvSpPr/>
            <p:nvPr/>
          </p:nvSpPr>
          <p:spPr>
            <a:xfrm>
              <a:off x="10410531" y="11156373"/>
              <a:ext cx="759427" cy="1424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95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95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Hong Kong</a:t>
              </a:r>
            </a:p>
          </p:txBody>
        </p:sp>
        <p:sp>
          <p:nvSpPr>
            <p:cNvPr id="2290" name="tx2290"/>
            <p:cNvSpPr/>
            <p:nvPr/>
          </p:nvSpPr>
          <p:spPr>
            <a:xfrm>
              <a:off x="10558222" y="11134754"/>
              <a:ext cx="464045" cy="115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95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95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Shanxi</a:t>
              </a:r>
            </a:p>
          </p:txBody>
        </p:sp>
        <p:sp>
          <p:nvSpPr>
            <p:cNvPr id="2291" name="tx2291"/>
            <p:cNvSpPr/>
            <p:nvPr/>
          </p:nvSpPr>
          <p:spPr>
            <a:xfrm>
              <a:off x="10423166" y="11010382"/>
              <a:ext cx="734158" cy="145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95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95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Chongqing</a:t>
              </a:r>
            </a:p>
          </p:txBody>
        </p:sp>
        <p:sp>
          <p:nvSpPr>
            <p:cNvPr id="2292" name="tx2292"/>
            <p:cNvSpPr/>
            <p:nvPr/>
          </p:nvSpPr>
          <p:spPr>
            <a:xfrm>
              <a:off x="10591977" y="10941566"/>
              <a:ext cx="396535" cy="11204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95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95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Hebei</a:t>
              </a:r>
            </a:p>
          </p:txBody>
        </p:sp>
        <p:sp>
          <p:nvSpPr>
            <p:cNvPr id="2293" name="tx2293"/>
            <p:cNvSpPr/>
            <p:nvPr/>
          </p:nvSpPr>
          <p:spPr>
            <a:xfrm>
              <a:off x="10393598" y="10797884"/>
              <a:ext cx="793293" cy="145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95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95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Guangdong</a:t>
              </a:r>
            </a:p>
          </p:txBody>
        </p:sp>
        <p:sp>
          <p:nvSpPr>
            <p:cNvPr id="2294" name="tx2294"/>
            <p:cNvSpPr/>
            <p:nvPr/>
          </p:nvSpPr>
          <p:spPr>
            <a:xfrm>
              <a:off x="10583566" y="10679809"/>
              <a:ext cx="413357" cy="14087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95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95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Fujian</a:t>
              </a:r>
            </a:p>
          </p:txBody>
        </p:sp>
        <p:sp>
          <p:nvSpPr>
            <p:cNvPr id="2295" name="tx2295"/>
            <p:cNvSpPr/>
            <p:nvPr/>
          </p:nvSpPr>
          <p:spPr>
            <a:xfrm>
              <a:off x="10562446" y="10539312"/>
              <a:ext cx="455597" cy="1424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95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95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Beijing</a:t>
              </a:r>
            </a:p>
          </p:txBody>
        </p:sp>
        <p:sp>
          <p:nvSpPr>
            <p:cNvPr id="2296" name="tx2296"/>
            <p:cNvSpPr/>
            <p:nvPr/>
          </p:nvSpPr>
          <p:spPr>
            <a:xfrm>
              <a:off x="10372589" y="10375852"/>
              <a:ext cx="835311" cy="1424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95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95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Heilongjiang</a:t>
              </a:r>
            </a:p>
          </p:txBody>
        </p:sp>
        <p:sp>
          <p:nvSpPr>
            <p:cNvPr id="2297" name="tx2297"/>
            <p:cNvSpPr/>
            <p:nvPr/>
          </p:nvSpPr>
          <p:spPr>
            <a:xfrm>
              <a:off x="10537176" y="10187873"/>
              <a:ext cx="506137" cy="1424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95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95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Ningxia</a:t>
              </a:r>
            </a:p>
          </p:txBody>
        </p:sp>
        <p:sp>
          <p:nvSpPr>
            <p:cNvPr id="2298" name="tx2298"/>
            <p:cNvSpPr/>
            <p:nvPr/>
          </p:nvSpPr>
          <p:spPr>
            <a:xfrm>
              <a:off x="10469555" y="9984670"/>
              <a:ext cx="641378" cy="145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95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95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Shanghai</a:t>
              </a:r>
            </a:p>
          </p:txBody>
        </p:sp>
        <p:sp>
          <p:nvSpPr>
            <p:cNvPr id="2299" name="tx2299"/>
            <p:cNvSpPr/>
            <p:nvPr/>
          </p:nvSpPr>
          <p:spPr>
            <a:xfrm>
              <a:off x="10566707" y="9780779"/>
              <a:ext cx="447075" cy="14087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95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95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Tianjin</a:t>
              </a:r>
            </a:p>
          </p:txBody>
        </p:sp>
        <p:sp>
          <p:nvSpPr>
            <p:cNvPr id="2300" name="tx2300"/>
            <p:cNvSpPr/>
            <p:nvPr/>
          </p:nvSpPr>
          <p:spPr>
            <a:xfrm>
              <a:off x="10659523" y="9589232"/>
              <a:ext cx="261442" cy="11175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95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95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Jilin</a:t>
              </a:r>
            </a:p>
          </p:txBody>
        </p:sp>
        <p:sp>
          <p:nvSpPr>
            <p:cNvPr id="2301" name="tx2301"/>
            <p:cNvSpPr/>
            <p:nvPr/>
          </p:nvSpPr>
          <p:spPr>
            <a:xfrm>
              <a:off x="10444211" y="9314485"/>
              <a:ext cx="692066" cy="145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95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95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Shandong</a:t>
              </a:r>
            </a:p>
          </p:txBody>
        </p:sp>
        <p:sp>
          <p:nvSpPr>
            <p:cNvPr id="2302" name="tx2302"/>
            <p:cNvSpPr/>
            <p:nvPr/>
          </p:nvSpPr>
          <p:spPr>
            <a:xfrm>
              <a:off x="10528691" y="9061122"/>
              <a:ext cx="523107" cy="145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95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95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Qinghai</a:t>
              </a:r>
            </a:p>
          </p:txBody>
        </p:sp>
        <p:sp>
          <p:nvSpPr>
            <p:cNvPr id="2303" name="tx2303"/>
            <p:cNvSpPr/>
            <p:nvPr/>
          </p:nvSpPr>
          <p:spPr>
            <a:xfrm>
              <a:off x="10554035" y="8810723"/>
              <a:ext cx="472419" cy="1424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95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95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Jiangxi</a:t>
              </a:r>
            </a:p>
          </p:txBody>
        </p:sp>
        <p:sp>
          <p:nvSpPr>
            <p:cNvPr id="2304" name="tx2304"/>
            <p:cNvSpPr/>
            <p:nvPr/>
          </p:nvSpPr>
          <p:spPr>
            <a:xfrm>
              <a:off x="10549774" y="8588262"/>
              <a:ext cx="480941" cy="11152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95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95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Hainan</a:t>
              </a:r>
            </a:p>
          </p:txBody>
        </p:sp>
        <p:sp>
          <p:nvSpPr>
            <p:cNvPr id="2305" name="tx2305"/>
            <p:cNvSpPr/>
            <p:nvPr/>
          </p:nvSpPr>
          <p:spPr>
            <a:xfrm>
              <a:off x="10520243" y="8287651"/>
              <a:ext cx="540002" cy="1424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95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95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Xinjiang</a:t>
              </a:r>
            </a:p>
          </p:txBody>
        </p:sp>
        <p:sp>
          <p:nvSpPr>
            <p:cNvPr id="2306" name="tx2306"/>
            <p:cNvSpPr/>
            <p:nvPr/>
          </p:nvSpPr>
          <p:spPr>
            <a:xfrm>
              <a:off x="10516019" y="8029015"/>
              <a:ext cx="548450" cy="115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95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95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Sichuan</a:t>
              </a:r>
            </a:p>
          </p:txBody>
        </p:sp>
        <p:sp>
          <p:nvSpPr>
            <p:cNvPr id="2307" name="tx2307"/>
            <p:cNvSpPr/>
            <p:nvPr/>
          </p:nvSpPr>
          <p:spPr>
            <a:xfrm>
              <a:off x="10503310" y="7715541"/>
              <a:ext cx="573868" cy="1424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95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95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Liaoning</a:t>
              </a:r>
            </a:p>
          </p:txBody>
        </p:sp>
        <p:sp>
          <p:nvSpPr>
            <p:cNvPr id="2308" name="tx2308"/>
            <p:cNvSpPr/>
            <p:nvPr/>
          </p:nvSpPr>
          <p:spPr>
            <a:xfrm>
              <a:off x="10591977" y="7459869"/>
              <a:ext cx="396535" cy="11204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95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95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Hubei</a:t>
              </a:r>
            </a:p>
          </p:txBody>
        </p:sp>
        <p:sp>
          <p:nvSpPr>
            <p:cNvPr id="2309" name="tx2309"/>
            <p:cNvSpPr/>
            <p:nvPr/>
          </p:nvSpPr>
          <p:spPr>
            <a:xfrm>
              <a:off x="10507608" y="7171146"/>
              <a:ext cx="565272" cy="114714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95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95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Guizhou</a:t>
              </a:r>
            </a:p>
          </p:txBody>
        </p:sp>
        <p:sp>
          <p:nvSpPr>
            <p:cNvPr id="2310" name="tx2310"/>
            <p:cNvSpPr/>
            <p:nvPr/>
          </p:nvSpPr>
          <p:spPr>
            <a:xfrm>
              <a:off x="10288257" y="6853290"/>
              <a:ext cx="1003974" cy="1424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95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95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Inner Mongolia</a:t>
              </a:r>
            </a:p>
          </p:txBody>
        </p:sp>
        <p:sp>
          <p:nvSpPr>
            <p:cNvPr id="2311" name="tx2311"/>
            <p:cNvSpPr/>
            <p:nvPr/>
          </p:nvSpPr>
          <p:spPr>
            <a:xfrm>
              <a:off x="10499160" y="6550518"/>
              <a:ext cx="582168" cy="14280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95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95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Zhejiang</a:t>
              </a:r>
            </a:p>
          </p:txBody>
        </p:sp>
        <p:sp>
          <p:nvSpPr>
            <p:cNvPr id="2312" name="tx2312"/>
            <p:cNvSpPr/>
            <p:nvPr/>
          </p:nvSpPr>
          <p:spPr>
            <a:xfrm>
              <a:off x="10566633" y="6271068"/>
              <a:ext cx="447223" cy="11167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95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95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Henan</a:t>
              </a:r>
            </a:p>
          </p:txBody>
        </p:sp>
        <p:sp>
          <p:nvSpPr>
            <p:cNvPr id="2313" name="tx2313"/>
            <p:cNvSpPr/>
            <p:nvPr/>
          </p:nvSpPr>
          <p:spPr>
            <a:xfrm>
              <a:off x="10507608" y="5926777"/>
              <a:ext cx="565272" cy="14539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95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95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Guangxi</a:t>
              </a:r>
            </a:p>
          </p:txBody>
        </p:sp>
        <p:sp>
          <p:nvSpPr>
            <p:cNvPr id="2314" name="tx2314"/>
            <p:cNvSpPr/>
            <p:nvPr/>
          </p:nvSpPr>
          <p:spPr>
            <a:xfrm>
              <a:off x="10596164" y="5625698"/>
              <a:ext cx="388161" cy="11137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95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95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Anhui</a:t>
              </a:r>
            </a:p>
          </p:txBody>
        </p:sp>
        <p:sp>
          <p:nvSpPr>
            <p:cNvPr id="2315" name="tx2315"/>
            <p:cNvSpPr/>
            <p:nvPr/>
          </p:nvSpPr>
          <p:spPr>
            <a:xfrm>
              <a:off x="10528691" y="5210517"/>
              <a:ext cx="523107" cy="14242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95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95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Jiangsu</a:t>
              </a:r>
            </a:p>
          </p:txBody>
        </p:sp>
        <p:sp>
          <p:nvSpPr>
            <p:cNvPr id="2316" name="tx2316"/>
            <p:cNvSpPr/>
            <p:nvPr/>
          </p:nvSpPr>
          <p:spPr>
            <a:xfrm>
              <a:off x="10566670" y="4817175"/>
              <a:ext cx="447149" cy="11486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95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95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Gansu</a:t>
              </a:r>
            </a:p>
          </p:txBody>
        </p:sp>
        <p:sp>
          <p:nvSpPr>
            <p:cNvPr id="2317" name="tx2317"/>
            <p:cNvSpPr/>
            <p:nvPr/>
          </p:nvSpPr>
          <p:spPr>
            <a:xfrm>
              <a:off x="10516019" y="4359339"/>
              <a:ext cx="548450" cy="11501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95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95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Shaanxi</a:t>
              </a:r>
            </a:p>
          </p:txBody>
        </p:sp>
        <p:sp>
          <p:nvSpPr>
            <p:cNvPr id="2318" name="tx2318"/>
            <p:cNvSpPr/>
            <p:nvPr/>
          </p:nvSpPr>
          <p:spPr>
            <a:xfrm>
              <a:off x="10566633" y="3868355"/>
              <a:ext cx="447223" cy="11152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95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95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Hunan</a:t>
              </a:r>
            </a:p>
          </p:txBody>
        </p:sp>
        <p:sp>
          <p:nvSpPr>
            <p:cNvPr id="2319" name="tx2319"/>
            <p:cNvSpPr/>
            <p:nvPr/>
          </p:nvSpPr>
          <p:spPr>
            <a:xfrm>
              <a:off x="10528617" y="3357543"/>
              <a:ext cx="523255" cy="11152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95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95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Yunnan</a:t>
              </a:r>
            </a:p>
          </p:txBody>
        </p:sp>
        <p:sp>
          <p:nvSpPr>
            <p:cNvPr id="2320" name="tx2320"/>
            <p:cNvSpPr/>
            <p:nvPr/>
          </p:nvSpPr>
          <p:spPr>
            <a:xfrm>
              <a:off x="10621545" y="2821693"/>
              <a:ext cx="337399" cy="11204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95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95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Tibet</a:t>
              </a:r>
            </a:p>
          </p:txBody>
        </p:sp>
        <p:sp>
          <p:nvSpPr>
            <p:cNvPr id="2321" name="tx2321"/>
            <p:cNvSpPr/>
            <p:nvPr/>
          </p:nvSpPr>
          <p:spPr>
            <a:xfrm>
              <a:off x="15876389" y="10874764"/>
              <a:ext cx="337622" cy="10937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95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95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2025</a:t>
              </a:r>
            </a:p>
          </p:txBody>
        </p:sp>
        <p:sp>
          <p:nvSpPr>
            <p:cNvPr id="2322" name="tx2322"/>
            <p:cNvSpPr/>
            <p:nvPr/>
          </p:nvSpPr>
          <p:spPr>
            <a:xfrm>
              <a:off x="15876389" y="10171886"/>
              <a:ext cx="337622" cy="10937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95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95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2024</a:t>
              </a:r>
            </a:p>
          </p:txBody>
        </p:sp>
        <p:sp>
          <p:nvSpPr>
            <p:cNvPr id="2323" name="tx2323"/>
            <p:cNvSpPr/>
            <p:nvPr/>
          </p:nvSpPr>
          <p:spPr>
            <a:xfrm>
              <a:off x="15876389" y="9481268"/>
              <a:ext cx="337622" cy="10937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95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95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2023</a:t>
              </a:r>
            </a:p>
          </p:txBody>
        </p:sp>
        <p:sp>
          <p:nvSpPr>
            <p:cNvPr id="2324" name="tx2324"/>
            <p:cNvSpPr/>
            <p:nvPr/>
          </p:nvSpPr>
          <p:spPr>
            <a:xfrm>
              <a:off x="15876389" y="8909158"/>
              <a:ext cx="337622" cy="10937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95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95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2022</a:t>
              </a:r>
            </a:p>
          </p:txBody>
        </p:sp>
        <p:sp>
          <p:nvSpPr>
            <p:cNvPr id="2325" name="tx2325"/>
            <p:cNvSpPr/>
            <p:nvPr/>
          </p:nvSpPr>
          <p:spPr>
            <a:xfrm>
              <a:off x="15876389" y="8406518"/>
              <a:ext cx="337622" cy="10937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95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95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2021</a:t>
              </a:r>
            </a:p>
          </p:txBody>
        </p:sp>
        <p:sp>
          <p:nvSpPr>
            <p:cNvPr id="2326" name="tx2326"/>
            <p:cNvSpPr/>
            <p:nvPr/>
          </p:nvSpPr>
          <p:spPr>
            <a:xfrm>
              <a:off x="15876389" y="7989695"/>
              <a:ext cx="337622" cy="10937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95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95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2020</a:t>
              </a:r>
            </a:p>
          </p:txBody>
        </p:sp>
        <p:sp>
          <p:nvSpPr>
            <p:cNvPr id="2327" name="tx2327"/>
            <p:cNvSpPr/>
            <p:nvPr/>
          </p:nvSpPr>
          <p:spPr>
            <a:xfrm>
              <a:off x="15876389" y="7519674"/>
              <a:ext cx="337622" cy="10945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95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95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2019</a:t>
              </a:r>
            </a:p>
          </p:txBody>
        </p:sp>
        <p:sp>
          <p:nvSpPr>
            <p:cNvPr id="2328" name="tx2328"/>
            <p:cNvSpPr/>
            <p:nvPr/>
          </p:nvSpPr>
          <p:spPr>
            <a:xfrm>
              <a:off x="15876389" y="6984268"/>
              <a:ext cx="337622" cy="10952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95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95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2018</a:t>
              </a:r>
            </a:p>
          </p:txBody>
        </p:sp>
        <p:sp>
          <p:nvSpPr>
            <p:cNvPr id="2329" name="tx2329"/>
            <p:cNvSpPr/>
            <p:nvPr/>
          </p:nvSpPr>
          <p:spPr>
            <a:xfrm>
              <a:off x="15876389" y="6465431"/>
              <a:ext cx="337622" cy="10937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95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95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2017</a:t>
              </a:r>
            </a:p>
          </p:txBody>
        </p:sp>
        <p:sp>
          <p:nvSpPr>
            <p:cNvPr id="2330" name="tx2330"/>
            <p:cNvSpPr/>
            <p:nvPr/>
          </p:nvSpPr>
          <p:spPr>
            <a:xfrm>
              <a:off x="15876389" y="6011756"/>
              <a:ext cx="337622" cy="10945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95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95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2016</a:t>
              </a:r>
            </a:p>
          </p:txBody>
        </p:sp>
        <p:sp>
          <p:nvSpPr>
            <p:cNvPr id="2331" name="tx2331"/>
            <p:cNvSpPr/>
            <p:nvPr/>
          </p:nvSpPr>
          <p:spPr>
            <a:xfrm>
              <a:off x="15876389" y="5701256"/>
              <a:ext cx="337622" cy="10937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95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95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2015</a:t>
              </a:r>
            </a:p>
          </p:txBody>
        </p:sp>
        <p:sp>
          <p:nvSpPr>
            <p:cNvPr id="2332" name="tx2332"/>
            <p:cNvSpPr/>
            <p:nvPr/>
          </p:nvSpPr>
          <p:spPr>
            <a:xfrm>
              <a:off x="15876389" y="5370249"/>
              <a:ext cx="337622" cy="10937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95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95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2014</a:t>
              </a:r>
            </a:p>
          </p:txBody>
        </p:sp>
        <p:sp>
          <p:nvSpPr>
            <p:cNvPr id="2333" name="tx2333"/>
            <p:cNvSpPr/>
            <p:nvPr/>
          </p:nvSpPr>
          <p:spPr>
            <a:xfrm>
              <a:off x="15876389" y="5010637"/>
              <a:ext cx="337622" cy="10937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95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95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2013</a:t>
              </a:r>
            </a:p>
          </p:txBody>
        </p:sp>
        <p:sp>
          <p:nvSpPr>
            <p:cNvPr id="2334" name="tx2334"/>
            <p:cNvSpPr/>
            <p:nvPr/>
          </p:nvSpPr>
          <p:spPr>
            <a:xfrm>
              <a:off x="15876389" y="4749102"/>
              <a:ext cx="337622" cy="10937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95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95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2012</a:t>
              </a:r>
            </a:p>
          </p:txBody>
        </p:sp>
        <p:sp>
          <p:nvSpPr>
            <p:cNvPr id="2335" name="tx2335"/>
            <p:cNvSpPr/>
            <p:nvPr/>
          </p:nvSpPr>
          <p:spPr>
            <a:xfrm>
              <a:off x="15876389" y="4487566"/>
              <a:ext cx="337622" cy="10937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95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95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2011</a:t>
              </a:r>
            </a:p>
          </p:txBody>
        </p:sp>
        <p:sp>
          <p:nvSpPr>
            <p:cNvPr id="2336" name="tx2336"/>
            <p:cNvSpPr/>
            <p:nvPr/>
          </p:nvSpPr>
          <p:spPr>
            <a:xfrm>
              <a:off x="15876389" y="4119781"/>
              <a:ext cx="337622" cy="10937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95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95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2010</a:t>
              </a:r>
            </a:p>
          </p:txBody>
        </p:sp>
        <p:sp>
          <p:nvSpPr>
            <p:cNvPr id="2337" name="tx2337"/>
            <p:cNvSpPr/>
            <p:nvPr/>
          </p:nvSpPr>
          <p:spPr>
            <a:xfrm>
              <a:off x="15876389" y="3829565"/>
              <a:ext cx="337622" cy="10945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95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95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2009</a:t>
              </a:r>
            </a:p>
          </p:txBody>
        </p:sp>
        <p:sp>
          <p:nvSpPr>
            <p:cNvPr id="2338" name="tx2338"/>
            <p:cNvSpPr/>
            <p:nvPr/>
          </p:nvSpPr>
          <p:spPr>
            <a:xfrm>
              <a:off x="15876389" y="3657858"/>
              <a:ext cx="337622" cy="10952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95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95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2008</a:t>
              </a:r>
            </a:p>
          </p:txBody>
        </p:sp>
        <p:sp>
          <p:nvSpPr>
            <p:cNvPr id="2339" name="tx2339"/>
            <p:cNvSpPr/>
            <p:nvPr/>
          </p:nvSpPr>
          <p:spPr>
            <a:xfrm>
              <a:off x="15876389" y="3461854"/>
              <a:ext cx="337622" cy="10937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95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95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2007</a:t>
              </a:r>
            </a:p>
          </p:txBody>
        </p:sp>
        <p:sp>
          <p:nvSpPr>
            <p:cNvPr id="2340" name="tx2340"/>
            <p:cNvSpPr/>
            <p:nvPr/>
          </p:nvSpPr>
          <p:spPr>
            <a:xfrm>
              <a:off x="15876389" y="3147120"/>
              <a:ext cx="337622" cy="10945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95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95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2006</a:t>
              </a:r>
            </a:p>
          </p:txBody>
        </p:sp>
        <p:sp>
          <p:nvSpPr>
            <p:cNvPr id="2341" name="pl2341"/>
            <p:cNvSpPr/>
            <p:nvPr/>
          </p:nvSpPr>
          <p:spPr>
            <a:xfrm>
              <a:off x="4274100" y="10655917"/>
              <a:ext cx="1996883" cy="0"/>
            </a:xfrm>
            <a:custGeom>
              <a:avLst/>
              <a:pathLst>
                <a:path w="1996883" h="0">
                  <a:moveTo>
                    <a:pt x="1996883" y="0"/>
                  </a:moveTo>
                  <a:lnTo>
                    <a:pt x="0" y="0"/>
                  </a:lnTo>
                </a:path>
              </a:pathLst>
            </a:custGeom>
            <a:ln w="12195" cap="flat">
              <a:solidFill>
                <a:srgbClr val="4444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2" name="pl2342"/>
            <p:cNvSpPr/>
            <p:nvPr/>
          </p:nvSpPr>
          <p:spPr>
            <a:xfrm>
              <a:off x="4274100" y="10762166"/>
              <a:ext cx="1996883" cy="40864"/>
            </a:xfrm>
            <a:custGeom>
              <a:avLst/>
              <a:pathLst>
                <a:path w="1996883" h="40864">
                  <a:moveTo>
                    <a:pt x="1996883" y="0"/>
                  </a:moveTo>
                  <a:lnTo>
                    <a:pt x="0" y="40864"/>
                  </a:lnTo>
                </a:path>
              </a:pathLst>
            </a:custGeom>
            <a:ln w="12195" cap="flat">
              <a:solidFill>
                <a:srgbClr val="4444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3" name="pl2343"/>
            <p:cNvSpPr/>
            <p:nvPr/>
          </p:nvSpPr>
          <p:spPr>
            <a:xfrm>
              <a:off x="4274100" y="10860242"/>
              <a:ext cx="1996883" cy="89902"/>
            </a:xfrm>
            <a:custGeom>
              <a:avLst/>
              <a:pathLst>
                <a:path w="1996883" h="89902">
                  <a:moveTo>
                    <a:pt x="1996883" y="0"/>
                  </a:moveTo>
                  <a:lnTo>
                    <a:pt x="0" y="89902"/>
                  </a:lnTo>
                </a:path>
              </a:pathLst>
            </a:custGeom>
            <a:ln w="12195" cap="flat">
              <a:solidFill>
                <a:srgbClr val="4444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4" name="pl2344"/>
            <p:cNvSpPr/>
            <p:nvPr/>
          </p:nvSpPr>
          <p:spPr>
            <a:xfrm>
              <a:off x="4274100" y="10950145"/>
              <a:ext cx="1996883" cy="147113"/>
            </a:xfrm>
            <a:custGeom>
              <a:avLst/>
              <a:pathLst>
                <a:path w="1996883" h="147113">
                  <a:moveTo>
                    <a:pt x="1996883" y="0"/>
                  </a:moveTo>
                  <a:lnTo>
                    <a:pt x="0" y="147113"/>
                  </a:lnTo>
                </a:path>
              </a:pathLst>
            </a:custGeom>
            <a:ln w="12195" cap="flat">
              <a:solidFill>
                <a:srgbClr val="4444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5" name="pl2345"/>
            <p:cNvSpPr/>
            <p:nvPr/>
          </p:nvSpPr>
          <p:spPr>
            <a:xfrm>
              <a:off x="4274100" y="11031875"/>
              <a:ext cx="1996883" cy="212497"/>
            </a:xfrm>
            <a:custGeom>
              <a:avLst/>
              <a:pathLst>
                <a:path w="1996883" h="212497">
                  <a:moveTo>
                    <a:pt x="1996883" y="0"/>
                  </a:moveTo>
                  <a:lnTo>
                    <a:pt x="0" y="212497"/>
                  </a:lnTo>
                </a:path>
              </a:pathLst>
            </a:custGeom>
            <a:ln w="12195" cap="flat">
              <a:solidFill>
                <a:srgbClr val="4444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6" name="pl2346"/>
            <p:cNvSpPr/>
            <p:nvPr/>
          </p:nvSpPr>
          <p:spPr>
            <a:xfrm>
              <a:off x="4274100" y="11105432"/>
              <a:ext cx="1996883" cy="286054"/>
            </a:xfrm>
            <a:custGeom>
              <a:avLst/>
              <a:pathLst>
                <a:path w="1996883" h="286054">
                  <a:moveTo>
                    <a:pt x="1996883" y="0"/>
                  </a:moveTo>
                  <a:lnTo>
                    <a:pt x="0" y="286054"/>
                  </a:lnTo>
                </a:path>
              </a:pathLst>
            </a:custGeom>
            <a:ln w="12195" cap="flat">
              <a:solidFill>
                <a:srgbClr val="4444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7" name="pl2347"/>
            <p:cNvSpPr/>
            <p:nvPr/>
          </p:nvSpPr>
          <p:spPr>
            <a:xfrm>
              <a:off x="4274100" y="11162643"/>
              <a:ext cx="1996883" cy="375957"/>
            </a:xfrm>
            <a:custGeom>
              <a:avLst/>
              <a:pathLst>
                <a:path w="1996883" h="375957">
                  <a:moveTo>
                    <a:pt x="1996883" y="0"/>
                  </a:moveTo>
                  <a:lnTo>
                    <a:pt x="0" y="375957"/>
                  </a:lnTo>
                </a:path>
              </a:pathLst>
            </a:custGeom>
            <a:ln w="12195" cap="flat">
              <a:solidFill>
                <a:srgbClr val="4444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8" name="pl2348"/>
            <p:cNvSpPr/>
            <p:nvPr/>
          </p:nvSpPr>
          <p:spPr>
            <a:xfrm>
              <a:off x="4274100" y="11199422"/>
              <a:ext cx="1996883" cy="486293"/>
            </a:xfrm>
            <a:custGeom>
              <a:avLst/>
              <a:pathLst>
                <a:path w="1996883" h="486293">
                  <a:moveTo>
                    <a:pt x="1996883" y="0"/>
                  </a:moveTo>
                  <a:lnTo>
                    <a:pt x="0" y="486293"/>
                  </a:lnTo>
                </a:path>
              </a:pathLst>
            </a:custGeom>
            <a:ln w="12195" cap="flat">
              <a:solidFill>
                <a:srgbClr val="4444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9" name="pl2349"/>
            <p:cNvSpPr/>
            <p:nvPr/>
          </p:nvSpPr>
          <p:spPr>
            <a:xfrm>
              <a:off x="4274100" y="11223941"/>
              <a:ext cx="1996883" cy="608888"/>
            </a:xfrm>
            <a:custGeom>
              <a:avLst/>
              <a:pathLst>
                <a:path w="1996883" h="608888">
                  <a:moveTo>
                    <a:pt x="1996883" y="0"/>
                  </a:moveTo>
                  <a:lnTo>
                    <a:pt x="0" y="608888"/>
                  </a:lnTo>
                </a:path>
              </a:pathLst>
            </a:custGeom>
            <a:ln w="12195" cap="flat">
              <a:solidFill>
                <a:srgbClr val="4444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0" name="pl2350"/>
            <p:cNvSpPr/>
            <p:nvPr/>
          </p:nvSpPr>
          <p:spPr>
            <a:xfrm>
              <a:off x="4274100" y="11236200"/>
              <a:ext cx="1996883" cy="743742"/>
            </a:xfrm>
            <a:custGeom>
              <a:avLst/>
              <a:pathLst>
                <a:path w="1996883" h="743742">
                  <a:moveTo>
                    <a:pt x="1996883" y="0"/>
                  </a:moveTo>
                  <a:lnTo>
                    <a:pt x="0" y="743742"/>
                  </a:lnTo>
                </a:path>
              </a:pathLst>
            </a:custGeom>
            <a:ln w="12195" cap="flat">
              <a:solidFill>
                <a:srgbClr val="4444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1" name="pl2351"/>
            <p:cNvSpPr/>
            <p:nvPr/>
          </p:nvSpPr>
          <p:spPr>
            <a:xfrm>
              <a:off x="4274100" y="11244373"/>
              <a:ext cx="1996883" cy="882683"/>
            </a:xfrm>
            <a:custGeom>
              <a:avLst/>
              <a:pathLst>
                <a:path w="1996883" h="882683">
                  <a:moveTo>
                    <a:pt x="1996883" y="0"/>
                  </a:moveTo>
                  <a:lnTo>
                    <a:pt x="0" y="882683"/>
                  </a:lnTo>
                </a:path>
              </a:pathLst>
            </a:custGeom>
            <a:ln w="12195" cap="flat">
              <a:solidFill>
                <a:srgbClr val="4444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2" name="pl2352"/>
            <p:cNvSpPr/>
            <p:nvPr/>
          </p:nvSpPr>
          <p:spPr>
            <a:xfrm>
              <a:off x="4274100" y="11252546"/>
              <a:ext cx="1996883" cy="1021624"/>
            </a:xfrm>
            <a:custGeom>
              <a:avLst/>
              <a:pathLst>
                <a:path w="1996883" h="1021624">
                  <a:moveTo>
                    <a:pt x="1996883" y="0"/>
                  </a:moveTo>
                  <a:lnTo>
                    <a:pt x="0" y="1021624"/>
                  </a:lnTo>
                </a:path>
              </a:pathLst>
            </a:custGeom>
            <a:ln w="12195" cap="flat">
              <a:solidFill>
                <a:srgbClr val="4444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3" name="pl2353"/>
            <p:cNvSpPr/>
            <p:nvPr/>
          </p:nvSpPr>
          <p:spPr>
            <a:xfrm>
              <a:off x="3643505" y="10655917"/>
              <a:ext cx="630594" cy="0"/>
            </a:xfrm>
            <a:custGeom>
              <a:avLst/>
              <a:pathLst>
                <a:path w="630594" h="0">
                  <a:moveTo>
                    <a:pt x="630594" y="0"/>
                  </a:moveTo>
                  <a:lnTo>
                    <a:pt x="0" y="0"/>
                  </a:lnTo>
                </a:path>
              </a:pathLst>
            </a:custGeom>
            <a:ln w="12195" cap="flat">
              <a:solidFill>
                <a:srgbClr val="4444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4" name="pl2354"/>
            <p:cNvSpPr/>
            <p:nvPr/>
          </p:nvSpPr>
          <p:spPr>
            <a:xfrm>
              <a:off x="3643505" y="10803031"/>
              <a:ext cx="630594" cy="0"/>
            </a:xfrm>
            <a:custGeom>
              <a:avLst/>
              <a:pathLst>
                <a:path w="630594" h="0">
                  <a:moveTo>
                    <a:pt x="630594" y="0"/>
                  </a:moveTo>
                  <a:lnTo>
                    <a:pt x="0" y="0"/>
                  </a:lnTo>
                </a:path>
              </a:pathLst>
            </a:custGeom>
            <a:ln w="12195" cap="flat">
              <a:solidFill>
                <a:srgbClr val="4444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5" name="pl2355"/>
            <p:cNvSpPr/>
            <p:nvPr/>
          </p:nvSpPr>
          <p:spPr>
            <a:xfrm>
              <a:off x="3643505" y="10950145"/>
              <a:ext cx="630594" cy="0"/>
            </a:xfrm>
            <a:custGeom>
              <a:avLst/>
              <a:pathLst>
                <a:path w="630594" h="0">
                  <a:moveTo>
                    <a:pt x="630594" y="0"/>
                  </a:moveTo>
                  <a:lnTo>
                    <a:pt x="0" y="0"/>
                  </a:lnTo>
                </a:path>
              </a:pathLst>
            </a:custGeom>
            <a:ln w="12195" cap="flat">
              <a:solidFill>
                <a:srgbClr val="4444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6" name="pl2356"/>
            <p:cNvSpPr/>
            <p:nvPr/>
          </p:nvSpPr>
          <p:spPr>
            <a:xfrm>
              <a:off x="3643505" y="11097259"/>
              <a:ext cx="630594" cy="0"/>
            </a:xfrm>
            <a:custGeom>
              <a:avLst/>
              <a:pathLst>
                <a:path w="630594" h="0">
                  <a:moveTo>
                    <a:pt x="630594" y="0"/>
                  </a:moveTo>
                  <a:lnTo>
                    <a:pt x="0" y="0"/>
                  </a:lnTo>
                </a:path>
              </a:pathLst>
            </a:custGeom>
            <a:ln w="12195" cap="flat">
              <a:solidFill>
                <a:srgbClr val="4444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7" name="pl2357"/>
            <p:cNvSpPr/>
            <p:nvPr/>
          </p:nvSpPr>
          <p:spPr>
            <a:xfrm>
              <a:off x="3643505" y="11244373"/>
              <a:ext cx="630594" cy="0"/>
            </a:xfrm>
            <a:custGeom>
              <a:avLst/>
              <a:pathLst>
                <a:path w="630594" h="0">
                  <a:moveTo>
                    <a:pt x="630594" y="0"/>
                  </a:moveTo>
                  <a:lnTo>
                    <a:pt x="0" y="0"/>
                  </a:lnTo>
                </a:path>
              </a:pathLst>
            </a:custGeom>
            <a:ln w="12195" cap="flat">
              <a:solidFill>
                <a:srgbClr val="4444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8" name="pl2358"/>
            <p:cNvSpPr/>
            <p:nvPr/>
          </p:nvSpPr>
          <p:spPr>
            <a:xfrm>
              <a:off x="3643505" y="11391487"/>
              <a:ext cx="630594" cy="0"/>
            </a:xfrm>
            <a:custGeom>
              <a:avLst/>
              <a:pathLst>
                <a:path w="630594" h="0">
                  <a:moveTo>
                    <a:pt x="630594" y="0"/>
                  </a:moveTo>
                  <a:lnTo>
                    <a:pt x="0" y="0"/>
                  </a:lnTo>
                </a:path>
              </a:pathLst>
            </a:custGeom>
            <a:ln w="12195" cap="flat">
              <a:solidFill>
                <a:srgbClr val="4444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9" name="pl2359"/>
            <p:cNvSpPr/>
            <p:nvPr/>
          </p:nvSpPr>
          <p:spPr>
            <a:xfrm>
              <a:off x="3643505" y="11538601"/>
              <a:ext cx="630594" cy="0"/>
            </a:xfrm>
            <a:custGeom>
              <a:avLst/>
              <a:pathLst>
                <a:path w="630594" h="0">
                  <a:moveTo>
                    <a:pt x="630594" y="0"/>
                  </a:moveTo>
                  <a:lnTo>
                    <a:pt x="0" y="0"/>
                  </a:lnTo>
                </a:path>
              </a:pathLst>
            </a:custGeom>
            <a:ln w="12195" cap="flat">
              <a:solidFill>
                <a:srgbClr val="4444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0" name="pl2360"/>
            <p:cNvSpPr/>
            <p:nvPr/>
          </p:nvSpPr>
          <p:spPr>
            <a:xfrm>
              <a:off x="3643505" y="11685715"/>
              <a:ext cx="630594" cy="0"/>
            </a:xfrm>
            <a:custGeom>
              <a:avLst/>
              <a:pathLst>
                <a:path w="630594" h="0">
                  <a:moveTo>
                    <a:pt x="630594" y="0"/>
                  </a:moveTo>
                  <a:lnTo>
                    <a:pt x="0" y="0"/>
                  </a:lnTo>
                </a:path>
              </a:pathLst>
            </a:custGeom>
            <a:ln w="12195" cap="flat">
              <a:solidFill>
                <a:srgbClr val="4444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1" name="pl2361"/>
            <p:cNvSpPr/>
            <p:nvPr/>
          </p:nvSpPr>
          <p:spPr>
            <a:xfrm>
              <a:off x="3643505" y="11832829"/>
              <a:ext cx="630594" cy="0"/>
            </a:xfrm>
            <a:custGeom>
              <a:avLst/>
              <a:pathLst>
                <a:path w="630594" h="0">
                  <a:moveTo>
                    <a:pt x="630594" y="0"/>
                  </a:moveTo>
                  <a:lnTo>
                    <a:pt x="0" y="0"/>
                  </a:lnTo>
                </a:path>
              </a:pathLst>
            </a:custGeom>
            <a:ln w="12195" cap="flat">
              <a:solidFill>
                <a:srgbClr val="4444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2" name="pl2362"/>
            <p:cNvSpPr/>
            <p:nvPr/>
          </p:nvSpPr>
          <p:spPr>
            <a:xfrm>
              <a:off x="3643505" y="11979943"/>
              <a:ext cx="630594" cy="0"/>
            </a:xfrm>
            <a:custGeom>
              <a:avLst/>
              <a:pathLst>
                <a:path w="630594" h="0">
                  <a:moveTo>
                    <a:pt x="630594" y="0"/>
                  </a:moveTo>
                  <a:lnTo>
                    <a:pt x="0" y="0"/>
                  </a:lnTo>
                </a:path>
              </a:pathLst>
            </a:custGeom>
            <a:ln w="12195" cap="flat">
              <a:solidFill>
                <a:srgbClr val="4444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3" name="pl2363"/>
            <p:cNvSpPr/>
            <p:nvPr/>
          </p:nvSpPr>
          <p:spPr>
            <a:xfrm>
              <a:off x="3643505" y="12127057"/>
              <a:ext cx="630594" cy="0"/>
            </a:xfrm>
            <a:custGeom>
              <a:avLst/>
              <a:pathLst>
                <a:path w="630594" h="0">
                  <a:moveTo>
                    <a:pt x="630594" y="0"/>
                  </a:moveTo>
                  <a:lnTo>
                    <a:pt x="0" y="0"/>
                  </a:lnTo>
                </a:path>
              </a:pathLst>
            </a:custGeom>
            <a:ln w="12195" cap="flat">
              <a:solidFill>
                <a:srgbClr val="4444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4" name="pl2364"/>
            <p:cNvSpPr/>
            <p:nvPr/>
          </p:nvSpPr>
          <p:spPr>
            <a:xfrm>
              <a:off x="3643505" y="12274171"/>
              <a:ext cx="630594" cy="0"/>
            </a:xfrm>
            <a:custGeom>
              <a:avLst/>
              <a:pathLst>
                <a:path w="630594" h="0">
                  <a:moveTo>
                    <a:pt x="630594" y="0"/>
                  </a:moveTo>
                  <a:lnTo>
                    <a:pt x="0" y="0"/>
                  </a:lnTo>
                </a:path>
              </a:pathLst>
            </a:custGeom>
            <a:ln w="12195" cap="flat">
              <a:solidFill>
                <a:srgbClr val="4444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5" name="tx2365"/>
            <p:cNvSpPr/>
            <p:nvPr/>
          </p:nvSpPr>
          <p:spPr>
            <a:xfrm>
              <a:off x="2789247" y="10596923"/>
              <a:ext cx="749159" cy="11212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6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66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Galliformes</a:t>
              </a:r>
            </a:p>
          </p:txBody>
        </p:sp>
        <p:sp>
          <p:nvSpPr>
            <p:cNvPr id="2366" name="tx2366"/>
            <p:cNvSpPr/>
            <p:nvPr/>
          </p:nvSpPr>
          <p:spPr>
            <a:xfrm>
              <a:off x="2179633" y="10717488"/>
              <a:ext cx="1358773" cy="13867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6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66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Phoenicopteriformes</a:t>
              </a:r>
            </a:p>
          </p:txBody>
        </p:sp>
        <p:sp>
          <p:nvSpPr>
            <p:cNvPr id="2367" name="tx2367"/>
            <p:cNvSpPr/>
            <p:nvPr/>
          </p:nvSpPr>
          <p:spPr>
            <a:xfrm>
              <a:off x="2641021" y="10891151"/>
              <a:ext cx="897384" cy="11212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6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66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Ciconiiformes</a:t>
              </a:r>
            </a:p>
          </p:txBody>
        </p:sp>
        <p:sp>
          <p:nvSpPr>
            <p:cNvPr id="2368" name="tx2368"/>
            <p:cNvSpPr/>
            <p:nvPr/>
          </p:nvSpPr>
          <p:spPr>
            <a:xfrm>
              <a:off x="2846902" y="11039640"/>
              <a:ext cx="691503" cy="11075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6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66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Piciformes</a:t>
              </a:r>
            </a:p>
          </p:txBody>
        </p:sp>
        <p:sp>
          <p:nvSpPr>
            <p:cNvPr id="2369" name="tx2369"/>
            <p:cNvSpPr/>
            <p:nvPr/>
          </p:nvSpPr>
          <p:spPr>
            <a:xfrm>
              <a:off x="2748085" y="11185379"/>
              <a:ext cx="790320" cy="11212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6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66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Gaviiformes</a:t>
              </a:r>
            </a:p>
          </p:txBody>
        </p:sp>
        <p:sp>
          <p:nvSpPr>
            <p:cNvPr id="2370" name="tx2370"/>
            <p:cNvSpPr/>
            <p:nvPr/>
          </p:nvSpPr>
          <p:spPr>
            <a:xfrm>
              <a:off x="2435212" y="11333868"/>
              <a:ext cx="1103193" cy="11075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6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66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Procellariiformes</a:t>
              </a:r>
            </a:p>
          </p:txBody>
        </p:sp>
        <p:sp>
          <p:nvSpPr>
            <p:cNvPr id="2371" name="tx2371"/>
            <p:cNvSpPr/>
            <p:nvPr/>
          </p:nvSpPr>
          <p:spPr>
            <a:xfrm>
              <a:off x="2402008" y="11453058"/>
              <a:ext cx="1136398" cy="138676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6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66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Podicipediformes</a:t>
              </a:r>
            </a:p>
          </p:txBody>
        </p:sp>
        <p:sp>
          <p:nvSpPr>
            <p:cNvPr id="2372" name="tx2372"/>
            <p:cNvSpPr/>
            <p:nvPr/>
          </p:nvSpPr>
          <p:spPr>
            <a:xfrm>
              <a:off x="2377557" y="11596917"/>
              <a:ext cx="1160849" cy="14193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6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66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Caprimulgiformes</a:t>
              </a:r>
            </a:p>
          </p:txBody>
        </p:sp>
        <p:sp>
          <p:nvSpPr>
            <p:cNvPr id="2373" name="tx2373"/>
            <p:cNvSpPr/>
            <p:nvPr/>
          </p:nvSpPr>
          <p:spPr>
            <a:xfrm>
              <a:off x="2608034" y="11775210"/>
              <a:ext cx="930372" cy="11075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6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66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Falconiformes</a:t>
              </a:r>
            </a:p>
          </p:txBody>
        </p:sp>
        <p:sp>
          <p:nvSpPr>
            <p:cNvPr id="2374" name="tx2374"/>
            <p:cNvSpPr/>
            <p:nvPr/>
          </p:nvSpPr>
          <p:spPr>
            <a:xfrm>
              <a:off x="2781000" y="11920804"/>
              <a:ext cx="757405" cy="11227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6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66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Otidiformes</a:t>
              </a:r>
            </a:p>
          </p:txBody>
        </p:sp>
        <p:sp>
          <p:nvSpPr>
            <p:cNvPr id="2375" name="tx2375"/>
            <p:cNvSpPr/>
            <p:nvPr/>
          </p:nvSpPr>
          <p:spPr>
            <a:xfrm>
              <a:off x="2591612" y="12069438"/>
              <a:ext cx="946793" cy="110753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6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66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Pterocliformes</a:t>
              </a:r>
            </a:p>
          </p:txBody>
        </p:sp>
        <p:sp>
          <p:nvSpPr>
            <p:cNvPr id="2376" name="tx2376"/>
            <p:cNvSpPr/>
            <p:nvPr/>
          </p:nvSpPr>
          <p:spPr>
            <a:xfrm>
              <a:off x="2583293" y="12186747"/>
              <a:ext cx="955112" cy="14055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6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66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Trogoniformes</a:t>
              </a:r>
            </a:p>
          </p:txBody>
        </p:sp>
        <p:sp>
          <p:nvSpPr>
            <p:cNvPr id="2377" name="pl2377"/>
            <p:cNvSpPr/>
            <p:nvPr/>
          </p:nvSpPr>
          <p:spPr>
            <a:xfrm>
              <a:off x="15309506" y="2625946"/>
              <a:ext cx="1996883" cy="0"/>
            </a:xfrm>
            <a:custGeom>
              <a:avLst/>
              <a:pathLst>
                <a:path w="1996883" h="0">
                  <a:moveTo>
                    <a:pt x="0" y="0"/>
                  </a:moveTo>
                  <a:lnTo>
                    <a:pt x="1996883" y="0"/>
                  </a:lnTo>
                </a:path>
              </a:pathLst>
            </a:custGeom>
            <a:ln w="12195" cap="flat">
              <a:solidFill>
                <a:srgbClr val="4444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8" name="pl2378"/>
            <p:cNvSpPr/>
            <p:nvPr/>
          </p:nvSpPr>
          <p:spPr>
            <a:xfrm>
              <a:off x="15309506" y="2695417"/>
              <a:ext cx="1996883" cy="61297"/>
            </a:xfrm>
            <a:custGeom>
              <a:avLst/>
              <a:pathLst>
                <a:path w="1996883" h="61297">
                  <a:moveTo>
                    <a:pt x="0" y="0"/>
                  </a:moveTo>
                  <a:lnTo>
                    <a:pt x="1996883" y="61297"/>
                  </a:lnTo>
                </a:path>
              </a:pathLst>
            </a:custGeom>
            <a:ln w="12195" cap="flat">
              <a:solidFill>
                <a:srgbClr val="4444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9" name="pl2379"/>
            <p:cNvSpPr/>
            <p:nvPr/>
          </p:nvSpPr>
          <p:spPr>
            <a:xfrm>
              <a:off x="15309506" y="2773060"/>
              <a:ext cx="1996883" cy="114421"/>
            </a:xfrm>
            <a:custGeom>
              <a:avLst/>
              <a:pathLst>
                <a:path w="1996883" h="114421">
                  <a:moveTo>
                    <a:pt x="0" y="0"/>
                  </a:moveTo>
                  <a:lnTo>
                    <a:pt x="1996883" y="114421"/>
                  </a:lnTo>
                </a:path>
              </a:pathLst>
            </a:custGeom>
            <a:ln w="12195" cap="flat">
              <a:solidFill>
                <a:srgbClr val="4444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0" name="pl2380"/>
            <p:cNvSpPr/>
            <p:nvPr/>
          </p:nvSpPr>
          <p:spPr>
            <a:xfrm>
              <a:off x="15309506" y="2846617"/>
              <a:ext cx="1996883" cy="171632"/>
            </a:xfrm>
            <a:custGeom>
              <a:avLst/>
              <a:pathLst>
                <a:path w="1996883" h="171632">
                  <a:moveTo>
                    <a:pt x="0" y="0"/>
                  </a:moveTo>
                  <a:lnTo>
                    <a:pt x="1996883" y="171632"/>
                  </a:lnTo>
                </a:path>
              </a:pathLst>
            </a:custGeom>
            <a:ln w="12195" cap="flat">
              <a:solidFill>
                <a:srgbClr val="4444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1" name="pl2381"/>
            <p:cNvSpPr/>
            <p:nvPr/>
          </p:nvSpPr>
          <p:spPr>
            <a:xfrm>
              <a:off x="15309506" y="2916088"/>
              <a:ext cx="1996883" cy="232930"/>
            </a:xfrm>
            <a:custGeom>
              <a:avLst/>
              <a:pathLst>
                <a:path w="1996883" h="232930">
                  <a:moveTo>
                    <a:pt x="0" y="0"/>
                  </a:moveTo>
                  <a:lnTo>
                    <a:pt x="1996883" y="232930"/>
                  </a:lnTo>
                </a:path>
              </a:pathLst>
            </a:custGeom>
            <a:ln w="12195" cap="flat">
              <a:solidFill>
                <a:srgbClr val="4444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2" name="pl2382"/>
            <p:cNvSpPr/>
            <p:nvPr/>
          </p:nvSpPr>
          <p:spPr>
            <a:xfrm>
              <a:off x="15309506" y="2973299"/>
              <a:ext cx="1996883" cy="306487"/>
            </a:xfrm>
            <a:custGeom>
              <a:avLst/>
              <a:pathLst>
                <a:path w="1996883" h="306487">
                  <a:moveTo>
                    <a:pt x="0" y="0"/>
                  </a:moveTo>
                  <a:lnTo>
                    <a:pt x="1996883" y="306487"/>
                  </a:lnTo>
                </a:path>
              </a:pathLst>
            </a:custGeom>
            <a:ln w="12195" cap="flat">
              <a:solidFill>
                <a:srgbClr val="4444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3" name="pl2383"/>
            <p:cNvSpPr/>
            <p:nvPr/>
          </p:nvSpPr>
          <p:spPr>
            <a:xfrm>
              <a:off x="17306390" y="2625946"/>
              <a:ext cx="630594" cy="0"/>
            </a:xfrm>
            <a:custGeom>
              <a:avLst/>
              <a:pathLst>
                <a:path w="630594" h="0">
                  <a:moveTo>
                    <a:pt x="0" y="0"/>
                  </a:moveTo>
                  <a:lnTo>
                    <a:pt x="630594" y="0"/>
                  </a:lnTo>
                </a:path>
              </a:pathLst>
            </a:custGeom>
            <a:ln w="12195" cap="flat">
              <a:solidFill>
                <a:srgbClr val="4444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4" name="pl2384"/>
            <p:cNvSpPr/>
            <p:nvPr/>
          </p:nvSpPr>
          <p:spPr>
            <a:xfrm>
              <a:off x="17306390" y="2756714"/>
              <a:ext cx="630594" cy="0"/>
            </a:xfrm>
            <a:custGeom>
              <a:avLst/>
              <a:pathLst>
                <a:path w="630594" h="0">
                  <a:moveTo>
                    <a:pt x="0" y="0"/>
                  </a:moveTo>
                  <a:lnTo>
                    <a:pt x="630594" y="0"/>
                  </a:lnTo>
                </a:path>
              </a:pathLst>
            </a:custGeom>
            <a:ln w="12195" cap="flat">
              <a:solidFill>
                <a:srgbClr val="4444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5" name="pl2385"/>
            <p:cNvSpPr/>
            <p:nvPr/>
          </p:nvSpPr>
          <p:spPr>
            <a:xfrm>
              <a:off x="17306390" y="2887482"/>
              <a:ext cx="630594" cy="0"/>
            </a:xfrm>
            <a:custGeom>
              <a:avLst/>
              <a:pathLst>
                <a:path w="630594" h="0">
                  <a:moveTo>
                    <a:pt x="0" y="0"/>
                  </a:moveTo>
                  <a:lnTo>
                    <a:pt x="630594" y="0"/>
                  </a:lnTo>
                </a:path>
              </a:pathLst>
            </a:custGeom>
            <a:ln w="12195" cap="flat">
              <a:solidFill>
                <a:srgbClr val="4444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6" name="pl2386"/>
            <p:cNvSpPr/>
            <p:nvPr/>
          </p:nvSpPr>
          <p:spPr>
            <a:xfrm>
              <a:off x="17306390" y="3018250"/>
              <a:ext cx="630594" cy="0"/>
            </a:xfrm>
            <a:custGeom>
              <a:avLst/>
              <a:pathLst>
                <a:path w="630594" h="0">
                  <a:moveTo>
                    <a:pt x="0" y="0"/>
                  </a:moveTo>
                  <a:lnTo>
                    <a:pt x="630594" y="0"/>
                  </a:lnTo>
                </a:path>
              </a:pathLst>
            </a:custGeom>
            <a:ln w="12195" cap="flat">
              <a:solidFill>
                <a:srgbClr val="4444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7" name="pl2387"/>
            <p:cNvSpPr/>
            <p:nvPr/>
          </p:nvSpPr>
          <p:spPr>
            <a:xfrm>
              <a:off x="17306390" y="3149018"/>
              <a:ext cx="630594" cy="0"/>
            </a:xfrm>
            <a:custGeom>
              <a:avLst/>
              <a:pathLst>
                <a:path w="630594" h="0">
                  <a:moveTo>
                    <a:pt x="0" y="0"/>
                  </a:moveTo>
                  <a:lnTo>
                    <a:pt x="630594" y="0"/>
                  </a:lnTo>
                </a:path>
              </a:pathLst>
            </a:custGeom>
            <a:ln w="12195" cap="flat">
              <a:solidFill>
                <a:srgbClr val="4444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8" name="pl2388"/>
            <p:cNvSpPr/>
            <p:nvPr/>
          </p:nvSpPr>
          <p:spPr>
            <a:xfrm>
              <a:off x="17306390" y="3279786"/>
              <a:ext cx="630594" cy="0"/>
            </a:xfrm>
            <a:custGeom>
              <a:avLst/>
              <a:pathLst>
                <a:path w="630594" h="0">
                  <a:moveTo>
                    <a:pt x="0" y="0"/>
                  </a:moveTo>
                  <a:lnTo>
                    <a:pt x="630594" y="0"/>
                  </a:lnTo>
                </a:path>
              </a:pathLst>
            </a:custGeom>
            <a:ln w="12195" cap="flat">
              <a:solidFill>
                <a:srgbClr val="44444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9" name="tx2389"/>
            <p:cNvSpPr/>
            <p:nvPr/>
          </p:nvSpPr>
          <p:spPr>
            <a:xfrm>
              <a:off x="18042083" y="2572306"/>
              <a:ext cx="329583" cy="106774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6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66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2000</a:t>
              </a:r>
            </a:p>
          </p:txBody>
        </p:sp>
        <p:sp>
          <p:nvSpPr>
            <p:cNvPr id="2390" name="tx2390"/>
            <p:cNvSpPr/>
            <p:nvPr/>
          </p:nvSpPr>
          <p:spPr>
            <a:xfrm>
              <a:off x="18042083" y="2703074"/>
              <a:ext cx="329583" cy="106774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6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66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2001</a:t>
              </a:r>
            </a:p>
          </p:txBody>
        </p:sp>
        <p:sp>
          <p:nvSpPr>
            <p:cNvPr id="2391" name="tx2391"/>
            <p:cNvSpPr/>
            <p:nvPr/>
          </p:nvSpPr>
          <p:spPr>
            <a:xfrm>
              <a:off x="18042083" y="2833842"/>
              <a:ext cx="329583" cy="106774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6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66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2002</a:t>
              </a:r>
            </a:p>
          </p:txBody>
        </p:sp>
        <p:sp>
          <p:nvSpPr>
            <p:cNvPr id="2392" name="tx2392"/>
            <p:cNvSpPr/>
            <p:nvPr/>
          </p:nvSpPr>
          <p:spPr>
            <a:xfrm>
              <a:off x="18042083" y="2964610"/>
              <a:ext cx="329583" cy="106774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6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66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2003</a:t>
              </a:r>
            </a:p>
          </p:txBody>
        </p:sp>
        <p:sp>
          <p:nvSpPr>
            <p:cNvPr id="2393" name="tx2393"/>
            <p:cNvSpPr/>
            <p:nvPr/>
          </p:nvSpPr>
          <p:spPr>
            <a:xfrm>
              <a:off x="18042083" y="3095378"/>
              <a:ext cx="329583" cy="106774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6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66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2004</a:t>
              </a:r>
            </a:p>
          </p:txBody>
        </p:sp>
        <p:sp>
          <p:nvSpPr>
            <p:cNvPr id="2394" name="tx2394"/>
            <p:cNvSpPr/>
            <p:nvPr/>
          </p:nvSpPr>
          <p:spPr>
            <a:xfrm>
              <a:off x="18042083" y="3226146"/>
              <a:ext cx="329583" cy="106774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166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66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2005</a:t>
              </a:r>
            </a:p>
          </p:txBody>
        </p:sp>
        <p:sp>
          <p:nvSpPr>
            <p:cNvPr id="2395" name="tx2395"/>
            <p:cNvSpPr/>
            <p:nvPr/>
          </p:nvSpPr>
          <p:spPr>
            <a:xfrm>
              <a:off x="5319139" y="12813772"/>
              <a:ext cx="432299" cy="12092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5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50" b="1">
                  <a:solidFill>
                    <a:srgbClr val="303030">
                      <a:alpha val="100000"/>
                    </a:srgbClr>
                  </a:solidFill>
                  <a:latin typeface="Helvetica"/>
                  <a:cs typeface="Helvetica"/>
                </a:rPr>
                <a:t>Order</a:t>
              </a:r>
            </a:p>
          </p:txBody>
        </p:sp>
        <p:sp>
          <p:nvSpPr>
            <p:cNvPr id="2396" name="tx2396"/>
            <p:cNvSpPr/>
            <p:nvPr/>
          </p:nvSpPr>
          <p:spPr>
            <a:xfrm>
              <a:off x="10454955" y="12816795"/>
              <a:ext cx="670579" cy="117899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5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50" b="1">
                  <a:solidFill>
                    <a:srgbClr val="303030">
                      <a:alpha val="100000"/>
                    </a:srgbClr>
                  </a:solidFill>
                  <a:latin typeface="Helvetica"/>
                  <a:cs typeface="Helvetica"/>
                </a:rPr>
                <a:t>Province</a:t>
              </a:r>
            </a:p>
          </p:txBody>
        </p:sp>
        <p:sp>
          <p:nvSpPr>
            <p:cNvPr id="2397" name="tx2397"/>
            <p:cNvSpPr/>
            <p:nvPr/>
          </p:nvSpPr>
          <p:spPr>
            <a:xfrm>
              <a:off x="15873079" y="12817648"/>
              <a:ext cx="344242" cy="117047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5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50" b="1">
                  <a:solidFill>
                    <a:srgbClr val="303030">
                      <a:alpha val="100000"/>
                    </a:srgbClr>
                  </a:solidFill>
                  <a:latin typeface="Helvetica"/>
                  <a:cs typeface="Helvetica"/>
                </a:rPr>
                <a:t>Year</a:t>
              </a:r>
            </a:p>
          </p:txBody>
        </p:sp>
        <p:sp>
          <p:nvSpPr>
            <p:cNvPr id="2398" name="tx2398"/>
            <p:cNvSpPr/>
            <p:nvPr/>
          </p:nvSpPr>
          <p:spPr>
            <a:xfrm rot="-5400000">
              <a:off x="2699203" y="7378617"/>
              <a:ext cx="1420223" cy="118364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lnSpc>
                  <a:spcPts val="125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250" b="1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Number of records</a:t>
              </a:r>
            </a:p>
          </p:txBody>
        </p:sp>
      </p:grpSp>
    </p:spTree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13</TotalTime>
  <Words>0</Words>
  <Application>Microsoft Office PowerPoint</Application>
  <PresentationFormat>Custom</PresentationFormat>
  <Paragraphs>0</Paragraphs>
  <Slides>0</Slides>
  <Notes>0</Notes>
  <HiddenSlides>0</HiddenSlides>
  <MMClips>0</MMClips>
  <ScaleCrop>false</ScaleCrop>
  <HeadingPairs>
    <vt:vector size="4" baseType="variant">
      <vt:variant>
        <vt:lpstr>Theme</vt:lpstr>
      </vt:variant>
      <vt:variant>
        <vt:i4>1</vt:i4>
      </vt:variant>
      <vt:variant>
        <vt:lpstr>Slide Titles</vt:lpstr>
      </vt:variant>
      <vt:variant>
        <vt:i4>0</vt:i4>
      </vt:variant>
    </vt:vector>
  </HeadingPairs>
  <TitlesOfParts>
    <vt:vector size="1" baseType="lpstr">
      <vt:lpstr>Office Theme</vt:lpstr>
    </vt:vector>
  </TitlesOfParts>
  <LinksUpToDate>false</LinksUpToDate>
  <SharedDoc>false</SharedDoc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mitype="http://purl.org/dc/dcmitype/" xmlns:dcterms="http://purl.org/dc/terms/" xmlns:xsi="http://www.w3.org/2001/XMLSchema-instance">
  <dc:title>PowerPoint Presentation</dc:title>
  <dc:creator>Tom Wenseleers</dc:creator>
  <cp:lastModifiedBy>dingchenchen</cp:lastModifiedBy>
  <cp:revision>8</cp:revision>
  <dcterms:created xsi:type="dcterms:W3CDTF">2015-07-14T21:05:00Z</dcterms:created>
  <dcterms:modified xsi:type="dcterms:W3CDTF">2026-04-21T10:33:13Z</dcterms:modified>
</cp:coreProperties>
</file>